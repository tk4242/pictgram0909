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handoutMasters/handoutMaster1.xml" ContentType="application/vnd.openxmlformats-officedocument.presentationml.handoutMaster+xml"/>
  <Override PartName="/ppt/media/image14.svg" ContentType="image/svg+xml"/>
  <Override PartName="/ppt/media/image16.svg" ContentType="image/svg+xml"/>
  <Override PartName="/ppt/media/image21.svg" ContentType="image/svg+xml"/>
  <Override PartName="/ppt/media/image23.svg" ContentType="image/svg+xml"/>
  <Override PartName="/ppt/media/image26.svg" ContentType="image/svg+xml"/>
  <Override PartName="/ppt/media/image34.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60.svg" ContentType="image/svg+xml"/>
  <Override PartName="/ppt/media/image6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19" r:id="rId1"/>
    <p:sldMasterId id="2147483980" r:id="rId2"/>
    <p:sldMasterId id="2147483994" r:id="rId3"/>
    <p:sldMasterId id="2147484009" r:id="rId4"/>
    <p:sldMasterId id="2147484024" r:id="rId5"/>
    <p:sldMasterId id="2147484039" r:id="rId6"/>
    <p:sldMasterId id="2147484053" r:id="rId7"/>
    <p:sldMasterId id="2147484067" r:id="rId8"/>
    <p:sldMasterId id="2147484081" r:id="rId9"/>
    <p:sldMasterId id="2147484095" r:id="rId10"/>
    <p:sldMasterId id="2147484109" r:id="rId11"/>
    <p:sldMasterId id="2147484123" r:id="rId12"/>
    <p:sldMasterId id="2147484138" r:id="rId13"/>
    <p:sldMasterId id="2147484153" r:id="rId14"/>
    <p:sldMasterId id="2147484167" r:id="rId15"/>
  </p:sldMasterIdLst>
  <p:notesMasterIdLst>
    <p:notesMasterId r:id="rId149"/>
  </p:notesMasterIdLst>
  <p:handoutMasterIdLst>
    <p:handoutMasterId r:id="rId150"/>
  </p:handoutMasterIdLst>
  <p:sldIdLst>
    <p:sldId id="1118" r:id="rId136"/>
    <p:sldId id="1111" r:id="rId130"/>
  </p:sldIdLst>
  <p:sldSz cx="9906000" cy="6858000" type="A4"/>
  <p:notesSz cx="6888163" cy="10020300"/>
  <p:custDataLst>
    <p:tags r:id="rId151"/>
  </p:custDataLst>
  <p:defaultTextStyle>
    <a:defPPr>
      <a:defRPr lang="en-US"/>
    </a:defPPr>
    <a:lvl1pPr algn="l" rtl="0" fontAlgn="base">
      <a:spcBef>
        <a:spcPct val="0"/>
      </a:spcBef>
      <a:spcAft>
        <a:spcPct val="0"/>
      </a:spcAft>
      <a:defRPr sz="1900" kern="1200">
        <a:solidFill>
          <a:schemeClr val="tx1"/>
        </a:solidFill>
        <a:latin typeface="Arial" charset="0"/>
        <a:ea typeface="+mn-ea"/>
        <a:cs typeface="Arial" charset="0"/>
      </a:defRPr>
    </a:lvl1pPr>
    <a:lvl2pPr marL="429768" algn="l" rtl="0" fontAlgn="base">
      <a:spcBef>
        <a:spcPct val="0"/>
      </a:spcBef>
      <a:spcAft>
        <a:spcPct val="0"/>
      </a:spcAft>
      <a:defRPr sz="1900" kern="1200">
        <a:solidFill>
          <a:schemeClr val="tx1"/>
        </a:solidFill>
        <a:latin typeface="Arial" charset="0"/>
        <a:ea typeface="+mn-ea"/>
        <a:cs typeface="Arial" charset="0"/>
      </a:defRPr>
    </a:lvl2pPr>
    <a:lvl3pPr marL="859536" algn="l" rtl="0" fontAlgn="base">
      <a:spcBef>
        <a:spcPct val="0"/>
      </a:spcBef>
      <a:spcAft>
        <a:spcPct val="0"/>
      </a:spcAft>
      <a:defRPr sz="1900" kern="1200">
        <a:solidFill>
          <a:schemeClr val="tx1"/>
        </a:solidFill>
        <a:latin typeface="Arial" charset="0"/>
        <a:ea typeface="+mn-ea"/>
        <a:cs typeface="Arial" charset="0"/>
      </a:defRPr>
    </a:lvl3pPr>
    <a:lvl4pPr marL="1289304" algn="l" rtl="0" fontAlgn="base">
      <a:spcBef>
        <a:spcPct val="0"/>
      </a:spcBef>
      <a:spcAft>
        <a:spcPct val="0"/>
      </a:spcAft>
      <a:defRPr sz="1900" kern="1200">
        <a:solidFill>
          <a:schemeClr val="tx1"/>
        </a:solidFill>
        <a:latin typeface="Arial" charset="0"/>
        <a:ea typeface="+mn-ea"/>
        <a:cs typeface="Arial" charset="0"/>
      </a:defRPr>
    </a:lvl4pPr>
    <a:lvl5pPr marL="1719072" algn="l" rtl="0" fontAlgn="base">
      <a:spcBef>
        <a:spcPct val="0"/>
      </a:spcBef>
      <a:spcAft>
        <a:spcPct val="0"/>
      </a:spcAft>
      <a:defRPr sz="1900" kern="1200">
        <a:solidFill>
          <a:schemeClr val="tx1"/>
        </a:solidFill>
        <a:latin typeface="Arial" charset="0"/>
        <a:ea typeface="+mn-ea"/>
        <a:cs typeface="Arial" charset="0"/>
      </a:defRPr>
    </a:lvl5pPr>
    <a:lvl6pPr marL="2148840" algn="l" defTabSz="859536" rtl="0" eaLnBrk="1" latinLnBrk="0" hangingPunct="1">
      <a:defRPr sz="1900" kern="1200">
        <a:solidFill>
          <a:schemeClr val="tx1"/>
        </a:solidFill>
        <a:latin typeface="Arial" charset="0"/>
        <a:ea typeface="+mn-ea"/>
        <a:cs typeface="Arial" charset="0"/>
      </a:defRPr>
    </a:lvl6pPr>
    <a:lvl7pPr marL="2578608" algn="l" defTabSz="859536" rtl="0" eaLnBrk="1" latinLnBrk="0" hangingPunct="1">
      <a:defRPr sz="1900" kern="1200">
        <a:solidFill>
          <a:schemeClr val="tx1"/>
        </a:solidFill>
        <a:latin typeface="Arial" charset="0"/>
        <a:ea typeface="+mn-ea"/>
        <a:cs typeface="Arial" charset="0"/>
      </a:defRPr>
    </a:lvl7pPr>
    <a:lvl8pPr marL="3008376" algn="l" defTabSz="859536" rtl="0" eaLnBrk="1" latinLnBrk="0" hangingPunct="1">
      <a:defRPr sz="1900" kern="1200">
        <a:solidFill>
          <a:schemeClr val="tx1"/>
        </a:solidFill>
        <a:latin typeface="Arial" charset="0"/>
        <a:ea typeface="+mn-ea"/>
        <a:cs typeface="Arial" charset="0"/>
      </a:defRPr>
    </a:lvl8pPr>
    <a:lvl9pPr marL="3438144" algn="l" defTabSz="859536" rtl="0" eaLnBrk="1" latinLnBrk="0" hangingPunct="1">
      <a:defRPr sz="1900"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2" pos="3120" userDrawn="1">
          <p15:clr>
            <a:srgbClr val="A4A3A4"/>
          </p15:clr>
        </p15:guide>
        <p15:guide id="3" orient="horz" pos="2523"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B851B"/>
    <a:srgbClr val="004CA0"/>
    <a:srgbClr val="1E49E3"/>
    <a:srgbClr val="F6CF13"/>
    <a:srgbClr val="60D9FF"/>
    <a:srgbClr val="2A49E3"/>
    <a:srgbClr val="66CFEA"/>
    <a:srgbClr val="FFB1DB"/>
    <a:srgbClr val="E9628E"/>
    <a:srgbClr val="FF8B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132" autoAdjust="0"/>
    <p:restoredTop sz="95982" autoAdjust="0"/>
  </p:normalViewPr>
  <p:slideViewPr>
    <p:cSldViewPr showGuides="1">
      <p:cViewPr varScale="1">
        <p:scale>
          <a:sx n="93" d="100"/>
          <a:sy n="93" d="100"/>
        </p:scale>
        <p:origin x="1288" y="504"/>
      </p:cViewPr>
      <p:guideLst>
        <p:guide pos="3120"/>
        <p:guide orient="horz" pos="2523"/>
      </p:guideLst>
    </p:cSldViewPr>
  </p:slideViewPr>
  <p:outlineViewPr>
    <p:cViewPr>
      <p:scale>
        <a:sx n="33" d="100"/>
        <a:sy n="33" d="100"/>
      </p:scale>
      <p:origin x="0" y="-13840"/>
    </p:cViewPr>
  </p:outlineViewPr>
  <p:notesTextViewPr>
    <p:cViewPr>
      <p:scale>
        <a:sx n="1" d="1"/>
        <a:sy n="1" d="1"/>
      </p:scale>
      <p:origin x="0" y="0"/>
    </p:cViewPr>
  </p:notesTextViewPr>
  <p:sorterViewPr>
    <p:cViewPr>
      <p:scale>
        <a:sx n="100" d="100"/>
        <a:sy n="100" d="100"/>
      </p:scale>
      <p:origin x="0" y="0"/>
    </p:cViewPr>
  </p:sorterViewPr>
  <p:notesViewPr>
    <p:cSldViewPr showGuides="1">
      <p:cViewPr varScale="1">
        <p:scale>
          <a:sx n="73" d="100"/>
          <a:sy n="73" d="100"/>
        </p:scale>
        <p:origin x="4050" y="7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 Id="rId83" Type="http://schemas.openxmlformats.org/officeDocument/2006/relationships/slide" Target="slides/slide68.xml"/><Relationship Id="rId84" Type="http://schemas.openxmlformats.org/officeDocument/2006/relationships/slide" Target="slides/slide69.xml"/><Relationship Id="rId85" Type="http://schemas.openxmlformats.org/officeDocument/2006/relationships/slide" Target="slides/slide70.xml"/><Relationship Id="rId86" Type="http://schemas.openxmlformats.org/officeDocument/2006/relationships/slide" Target="slides/slide71.xml"/><Relationship Id="rId87" Type="http://schemas.openxmlformats.org/officeDocument/2006/relationships/slide" Target="slides/slide72.xml"/><Relationship Id="rId88" Type="http://schemas.openxmlformats.org/officeDocument/2006/relationships/slide" Target="slides/slide73.xml"/><Relationship Id="rId89" Type="http://schemas.openxmlformats.org/officeDocument/2006/relationships/slide" Target="slides/slide74.xml"/><Relationship Id="rId90" Type="http://schemas.openxmlformats.org/officeDocument/2006/relationships/slide" Target="slides/slide75.xml"/><Relationship Id="rId91" Type="http://schemas.openxmlformats.org/officeDocument/2006/relationships/slide" Target="slides/slide76.xml"/><Relationship Id="rId92" Type="http://schemas.openxmlformats.org/officeDocument/2006/relationships/slide" Target="slides/slide77.xml"/><Relationship Id="rId93" Type="http://schemas.openxmlformats.org/officeDocument/2006/relationships/slide" Target="slides/slide78.xml"/><Relationship Id="rId94" Type="http://schemas.openxmlformats.org/officeDocument/2006/relationships/slide" Target="slides/slide79.xml"/><Relationship Id="rId95" Type="http://schemas.openxmlformats.org/officeDocument/2006/relationships/slide" Target="slides/slide80.xml"/><Relationship Id="rId96" Type="http://schemas.openxmlformats.org/officeDocument/2006/relationships/slide" Target="slides/slide81.xml"/><Relationship Id="rId97" Type="http://schemas.openxmlformats.org/officeDocument/2006/relationships/slide" Target="slides/slide82.xml"/><Relationship Id="rId98" Type="http://schemas.openxmlformats.org/officeDocument/2006/relationships/slide" Target="slides/slide83.xml"/><Relationship Id="rId99" Type="http://schemas.openxmlformats.org/officeDocument/2006/relationships/slide" Target="slides/slide84.xml"/><Relationship Id="rId100" Type="http://schemas.openxmlformats.org/officeDocument/2006/relationships/slide" Target="slides/slide85.xml"/><Relationship Id="rId101" Type="http://schemas.openxmlformats.org/officeDocument/2006/relationships/slide" Target="slides/slide86.xml"/><Relationship Id="rId102" Type="http://schemas.openxmlformats.org/officeDocument/2006/relationships/slide" Target="slides/slide87.xml"/><Relationship Id="rId103" Type="http://schemas.openxmlformats.org/officeDocument/2006/relationships/slide" Target="slides/slide88.xml"/><Relationship Id="rId104" Type="http://schemas.openxmlformats.org/officeDocument/2006/relationships/slide" Target="slides/slide89.xml"/><Relationship Id="rId105" Type="http://schemas.openxmlformats.org/officeDocument/2006/relationships/slide" Target="slides/slide90.xml"/><Relationship Id="rId106" Type="http://schemas.openxmlformats.org/officeDocument/2006/relationships/slide" Target="slides/slide91.xml"/><Relationship Id="rId107" Type="http://schemas.openxmlformats.org/officeDocument/2006/relationships/slide" Target="slides/slide92.xml"/><Relationship Id="rId108" Type="http://schemas.openxmlformats.org/officeDocument/2006/relationships/slide" Target="slides/slide93.xml"/><Relationship Id="rId109" Type="http://schemas.openxmlformats.org/officeDocument/2006/relationships/slide" Target="slides/slide94.xml"/><Relationship Id="rId110" Type="http://schemas.openxmlformats.org/officeDocument/2006/relationships/slide" Target="slides/slide95.xml"/><Relationship Id="rId111" Type="http://schemas.openxmlformats.org/officeDocument/2006/relationships/slide" Target="slides/slide96.xml"/><Relationship Id="rId112" Type="http://schemas.openxmlformats.org/officeDocument/2006/relationships/slide" Target="slides/slide97.xml"/><Relationship Id="rId113" Type="http://schemas.openxmlformats.org/officeDocument/2006/relationships/slide" Target="slides/slide98.xml"/><Relationship Id="rId114" Type="http://schemas.openxmlformats.org/officeDocument/2006/relationships/slide" Target="slides/slide99.xml"/><Relationship Id="rId115" Type="http://schemas.openxmlformats.org/officeDocument/2006/relationships/slide" Target="slides/slide100.xml"/><Relationship Id="rId116" Type="http://schemas.openxmlformats.org/officeDocument/2006/relationships/slide" Target="slides/slide101.xml"/><Relationship Id="rId117" Type="http://schemas.openxmlformats.org/officeDocument/2006/relationships/slide" Target="slides/slide102.xml"/><Relationship Id="rId118" Type="http://schemas.openxmlformats.org/officeDocument/2006/relationships/slide" Target="slides/slide103.xml"/><Relationship Id="rId119" Type="http://schemas.openxmlformats.org/officeDocument/2006/relationships/slide" Target="slides/slide104.xml"/><Relationship Id="rId120" Type="http://schemas.openxmlformats.org/officeDocument/2006/relationships/slide" Target="slides/slide105.xml"/><Relationship Id="rId121" Type="http://schemas.openxmlformats.org/officeDocument/2006/relationships/slide" Target="slides/slide106.xml"/><Relationship Id="rId122" Type="http://schemas.openxmlformats.org/officeDocument/2006/relationships/slide" Target="slides/slide107.xml"/><Relationship Id="rId123" Type="http://schemas.openxmlformats.org/officeDocument/2006/relationships/slide" Target="slides/slide108.xml"/><Relationship Id="rId124" Type="http://schemas.openxmlformats.org/officeDocument/2006/relationships/slide" Target="slides/slide109.xml"/><Relationship Id="rId125" Type="http://schemas.openxmlformats.org/officeDocument/2006/relationships/slide" Target="slides/slide110.xml"/><Relationship Id="rId126" Type="http://schemas.openxmlformats.org/officeDocument/2006/relationships/slide" Target="slides/slide111.xml"/><Relationship Id="rId127" Type="http://schemas.openxmlformats.org/officeDocument/2006/relationships/slide" Target="slides/slide112.xml"/><Relationship Id="rId128" Type="http://schemas.openxmlformats.org/officeDocument/2006/relationships/slide" Target="slides/slide113.xml"/><Relationship Id="rId129" Type="http://schemas.openxmlformats.org/officeDocument/2006/relationships/slide" Target="slides/slide114.xml"/><Relationship Id="rId130" Type="http://schemas.openxmlformats.org/officeDocument/2006/relationships/slide" Target="slides/slide115.xml"/><Relationship Id="rId131" Type="http://schemas.openxmlformats.org/officeDocument/2006/relationships/slide" Target="slides/slide116.xml"/><Relationship Id="rId132" Type="http://schemas.openxmlformats.org/officeDocument/2006/relationships/slide" Target="slides/slide117.xml"/><Relationship Id="rId133" Type="http://schemas.openxmlformats.org/officeDocument/2006/relationships/slide" Target="slides/slide118.xml"/><Relationship Id="rId134" Type="http://schemas.openxmlformats.org/officeDocument/2006/relationships/slide" Target="slides/slide119.xml"/><Relationship Id="rId135" Type="http://schemas.openxmlformats.org/officeDocument/2006/relationships/slide" Target="slides/slide120.xml"/><Relationship Id="rId136" Type="http://schemas.openxmlformats.org/officeDocument/2006/relationships/slide" Target="slides/slide121.xml"/><Relationship Id="rId137" Type="http://schemas.openxmlformats.org/officeDocument/2006/relationships/slide" Target="slides/slide122.xml"/><Relationship Id="rId138" Type="http://schemas.openxmlformats.org/officeDocument/2006/relationships/slide" Target="slides/slide123.xml"/><Relationship Id="rId139" Type="http://schemas.openxmlformats.org/officeDocument/2006/relationships/slide" Target="slides/slide124.xml"/><Relationship Id="rId140" Type="http://schemas.openxmlformats.org/officeDocument/2006/relationships/slide" Target="slides/slide125.xml"/><Relationship Id="rId141" Type="http://schemas.openxmlformats.org/officeDocument/2006/relationships/slide" Target="slides/slide126.xml"/><Relationship Id="rId142" Type="http://schemas.openxmlformats.org/officeDocument/2006/relationships/slide" Target="slides/slide127.xml"/><Relationship Id="rId143" Type="http://schemas.openxmlformats.org/officeDocument/2006/relationships/slide" Target="slides/slide128.xml"/><Relationship Id="rId144" Type="http://schemas.openxmlformats.org/officeDocument/2006/relationships/slide" Target="slides/slide129.xml"/><Relationship Id="rId145" Type="http://schemas.openxmlformats.org/officeDocument/2006/relationships/slide" Target="slides/slide130.xml"/><Relationship Id="rId146" Type="http://schemas.openxmlformats.org/officeDocument/2006/relationships/slide" Target="slides/slide131.xml"/><Relationship Id="rId147" Type="http://schemas.openxmlformats.org/officeDocument/2006/relationships/slide" Target="slides/slide132.xml"/><Relationship Id="rId148" Type="http://schemas.openxmlformats.org/officeDocument/2006/relationships/slide" Target="slides/slide133.xml"/><Relationship Id="rId149" Type="http://schemas.openxmlformats.org/officeDocument/2006/relationships/notesMaster" Target="notesMasters/notesMaster1.xml"/><Relationship Id="rId150" Type="http://schemas.openxmlformats.org/officeDocument/2006/relationships/handoutMaster" Target="handoutMasters/handoutMaster1.xml"/><Relationship Id="rId151" Type="http://schemas.openxmlformats.org/officeDocument/2006/relationships/tags" Target="tags/tag1.xml"/><Relationship Id="rId152" Type="http://schemas.openxmlformats.org/officeDocument/2006/relationships/presProps" Target="presProps.xml"/><Relationship Id="rId153" Type="http://schemas.openxmlformats.org/officeDocument/2006/relationships/viewProps" Target="viewProps.xml"/><Relationship Id="rId154" Type="http://schemas.openxmlformats.org/officeDocument/2006/relationships/theme" Target="theme/theme1.xml"/><Relationship Id="rId15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______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______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______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______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______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______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______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______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______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______11.xlsx"/></Relationships>
</file>

<file path=ppt/charts/_rels/chart13.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______12.xlsx"/></Relationships>
</file>

<file path=ppt/charts/_rels/chart14.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______13.xlsx"/></Relationships>
</file>

<file path=ppt/charts/_rels/chart15.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______14.xlsx"/></Relationships>
</file>

<file path=ppt/charts/_rels/chart16.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______15.xlsx"/></Relationships>
</file>

<file path=ppt/charts/_rels/chart17.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______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87910041516061E-2"/>
          <c:y val="0.10027693840404005"/>
          <c:w val="0.87270748632878026"/>
          <c:h val="0.70323364453758008"/>
        </c:manualLayout>
      </c:layout>
      <c:barChart>
        <c:barDir val="col"/>
        <c:grouping val="stacked"/>
        <c:varyColors val="0"/>
        <c:ser>
          <c:idx val="0"/>
          <c:order val="0"/>
          <c:tx>
            <c:strRef>
              <c:f>Sheet1!$B$1</c:f>
              <c:strCache>
                <c:ptCount val="1"/>
                <c:pt idx="0">
                  <c:v>列1</c:v>
                </c:pt>
              </c:strCache>
            </c:strRef>
          </c:tx>
          <c:spPr>
            <a:solidFill>
              <a:srgbClr val="012169"/>
            </a:solidFill>
            <a:ln>
              <a:solidFill>
                <a:schemeClr val="bg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Sheet1!$A$2:$A$7</c:f>
              <c:numCache>
                <c:formatCode>General</c:formatCode>
                <c:ptCount val="6"/>
                <c:pt idx="0">
                  <c:v>2019</c:v>
                </c:pt>
                <c:pt idx="1">
                  <c:v>20</c:v>
                </c:pt>
                <c:pt idx="2">
                  <c:v>21</c:v>
                </c:pt>
                <c:pt idx="3">
                  <c:v>22</c:v>
                </c:pt>
                <c:pt idx="4">
                  <c:v>23</c:v>
                </c:pt>
                <c:pt idx="5">
                  <c:v>24</c:v>
                </c:pt>
              </c:numCache>
            </c:numRef>
          </c:cat>
          <c:val>
            <c:numRef>
              <c:f>Sheet1!$B$2:$B$7</c:f>
              <c:numCache>
                <c:formatCode>#,##0_);[Red]\(#,##0\)</c:formatCode>
                <c:ptCount val="6"/>
                <c:pt idx="0">
                  <c:v>2</c:v>
                </c:pt>
                <c:pt idx="1">
                  <c:v>3</c:v>
                </c:pt>
                <c:pt idx="2">
                  <c:v>4</c:v>
                </c:pt>
                <c:pt idx="3">
                  <c:v>4</c:v>
                </c:pt>
                <c:pt idx="4">
                  <c:v>2</c:v>
                </c:pt>
                <c:pt idx="5">
                  <c:v>3</c:v>
                </c:pt>
              </c:numCache>
            </c:numRef>
          </c:val>
          <c:extLst>
            <c:ext xmlns:c16="http://schemas.microsoft.com/office/drawing/2014/chart" uri="{C3380CC4-5D6E-409C-BE32-E72D297353CC}">
              <c16:uniqueId val="{00000000-F2FB-374F-B3B6-20331AA9E3A9}"/>
            </c:ext>
          </c:extLst>
        </c:ser>
        <c:dLbls>
          <c:showLegendKey val="0"/>
          <c:showVal val="0"/>
          <c:showCatName val="0"/>
          <c:showSerName val="0"/>
          <c:showPercent val="0"/>
          <c:showBubbleSize val="0"/>
        </c:dLbls>
        <c:gapWidth val="35"/>
        <c:overlap val="100"/>
        <c:axId val="1187785439"/>
        <c:axId val="1187790015"/>
      </c:barChart>
      <c:catAx>
        <c:axId val="1187785439"/>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crossAx val="1187790015"/>
        <c:crosses val="autoZero"/>
        <c:auto val="1"/>
        <c:lblAlgn val="ctr"/>
        <c:lblOffset val="100"/>
        <c:noMultiLvlLbl val="0"/>
      </c:catAx>
      <c:valAx>
        <c:axId val="1187790015"/>
        <c:scaling>
          <c:orientation val="minMax"/>
          <c:min val="0"/>
        </c:scaling>
        <c:delete val="0"/>
        <c:axPos val="l"/>
        <c:numFmt formatCode="#,##0_ ;[Red]\-#,##0\ "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ja-JP"/>
          </a:p>
        </c:txPr>
        <c:crossAx val="118778543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87910041516061E-2"/>
          <c:y val="0.10027693840404005"/>
          <c:w val="0.87270748632878026"/>
          <c:h val="0.70323364453758008"/>
        </c:manualLayout>
      </c:layout>
      <c:barChart>
        <c:barDir val="col"/>
        <c:grouping val="stacked"/>
        <c:varyColors val="0"/>
        <c:ser>
          <c:idx val="0"/>
          <c:order val="0"/>
          <c:tx>
            <c:strRef>
              <c:f>Sheet1!$B$1</c:f>
              <c:strCache>
                <c:ptCount val="1"/>
                <c:pt idx="0">
                  <c:v>列1</c:v>
                </c:pt>
              </c:strCache>
            </c:strRef>
          </c:tx>
          <c:spPr>
            <a:solidFill>
              <a:srgbClr val="012169"/>
            </a:solidFill>
            <a:ln>
              <a:solidFill>
                <a:schemeClr val="bg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Sheet1!$A$2:$A$7</c:f>
              <c:numCache>
                <c:formatCode>General</c:formatCode>
                <c:ptCount val="6"/>
                <c:pt idx="0">
                  <c:v>2019</c:v>
                </c:pt>
                <c:pt idx="1">
                  <c:v>20</c:v>
                </c:pt>
                <c:pt idx="2">
                  <c:v>21</c:v>
                </c:pt>
                <c:pt idx="3">
                  <c:v>22</c:v>
                </c:pt>
                <c:pt idx="4">
                  <c:v>23</c:v>
                </c:pt>
                <c:pt idx="5">
                  <c:v>24</c:v>
                </c:pt>
              </c:numCache>
            </c:numRef>
          </c:cat>
          <c:val>
            <c:numRef>
              <c:f>Sheet1!$B$2:$B$7</c:f>
              <c:numCache>
                <c:formatCode>#,##0_);[Red]\(#,##0\)</c:formatCode>
                <c:ptCount val="6"/>
                <c:pt idx="0">
                  <c:v>2</c:v>
                </c:pt>
                <c:pt idx="1">
                  <c:v>3</c:v>
                </c:pt>
                <c:pt idx="2">
                  <c:v>4</c:v>
                </c:pt>
                <c:pt idx="3">
                  <c:v>4</c:v>
                </c:pt>
                <c:pt idx="4">
                  <c:v>2</c:v>
                </c:pt>
                <c:pt idx="5">
                  <c:v>3</c:v>
                </c:pt>
              </c:numCache>
            </c:numRef>
          </c:val>
          <c:extLst>
            <c:ext xmlns:c16="http://schemas.microsoft.com/office/drawing/2014/chart" uri="{C3380CC4-5D6E-409C-BE32-E72D297353CC}">
              <c16:uniqueId val="{00000000-1C94-C348-AE82-8DC23F735070}"/>
            </c:ext>
          </c:extLst>
        </c:ser>
        <c:dLbls>
          <c:showLegendKey val="0"/>
          <c:showVal val="0"/>
          <c:showCatName val="0"/>
          <c:showSerName val="0"/>
          <c:showPercent val="0"/>
          <c:showBubbleSize val="0"/>
        </c:dLbls>
        <c:gapWidth val="35"/>
        <c:overlap val="100"/>
        <c:axId val="1187785439"/>
        <c:axId val="1187790015"/>
      </c:barChart>
      <c:catAx>
        <c:axId val="1187785439"/>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ja-JP"/>
          </a:p>
        </c:txPr>
        <c:crossAx val="1187790015"/>
        <c:crosses val="autoZero"/>
        <c:auto val="1"/>
        <c:lblAlgn val="ctr"/>
        <c:lblOffset val="100"/>
        <c:noMultiLvlLbl val="0"/>
      </c:catAx>
      <c:valAx>
        <c:axId val="1187790015"/>
        <c:scaling>
          <c:orientation val="minMax"/>
          <c:min val="0"/>
        </c:scaling>
        <c:delete val="0"/>
        <c:axPos val="l"/>
        <c:numFmt formatCode="#,##0_ ;[Red]\-#,##0\ "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ja-JP"/>
          </a:p>
        </c:txPr>
        <c:crossAx val="118778543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592446268762182"/>
          <c:y val="0.10027693840404005"/>
          <c:w val="0.71557396859036626"/>
          <c:h val="0.70323364453758008"/>
        </c:manualLayout>
      </c:layout>
      <c:barChart>
        <c:barDir val="bar"/>
        <c:grouping val="clustered"/>
        <c:varyColors val="0"/>
        <c:ser>
          <c:idx val="0"/>
          <c:order val="0"/>
          <c:tx>
            <c:strRef>
              <c:f>Sheet1!$B$1</c:f>
              <c:strCache>
                <c:ptCount val="1"/>
                <c:pt idx="0">
                  <c:v>列1</c:v>
                </c:pt>
              </c:strCache>
            </c:strRef>
          </c:tx>
          <c:spPr>
            <a:solidFill>
              <a:srgbClr val="012169"/>
            </a:solidFill>
            <a:ln>
              <a:solidFill>
                <a:schemeClr val="bg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Sheet1!$A$2:$A$7</c:f>
              <c:numCache>
                <c:formatCode>General</c:formatCode>
                <c:ptCount val="6"/>
                <c:pt idx="0">
                  <c:v>2019</c:v>
                </c:pt>
                <c:pt idx="1">
                  <c:v>20</c:v>
                </c:pt>
                <c:pt idx="2">
                  <c:v>21</c:v>
                </c:pt>
                <c:pt idx="3">
                  <c:v>22</c:v>
                </c:pt>
                <c:pt idx="4">
                  <c:v>23</c:v>
                </c:pt>
                <c:pt idx="5">
                  <c:v>24</c:v>
                </c:pt>
              </c:numCache>
            </c:numRef>
          </c:cat>
          <c:val>
            <c:numRef>
              <c:f>Sheet1!$B$2:$B$7</c:f>
              <c:numCache>
                <c:formatCode>#,##0_);[Red]\(#,##0\)</c:formatCode>
                <c:ptCount val="6"/>
                <c:pt idx="0">
                  <c:v>2</c:v>
                </c:pt>
                <c:pt idx="1">
                  <c:v>3</c:v>
                </c:pt>
                <c:pt idx="2">
                  <c:v>4</c:v>
                </c:pt>
                <c:pt idx="3">
                  <c:v>4</c:v>
                </c:pt>
                <c:pt idx="4">
                  <c:v>2</c:v>
                </c:pt>
                <c:pt idx="5">
                  <c:v>3</c:v>
                </c:pt>
              </c:numCache>
            </c:numRef>
          </c:val>
          <c:extLst>
            <c:ext xmlns:c16="http://schemas.microsoft.com/office/drawing/2014/chart" uri="{C3380CC4-5D6E-409C-BE32-E72D297353CC}">
              <c16:uniqueId val="{00000000-1C94-C348-AE82-8DC23F735070}"/>
            </c:ext>
          </c:extLst>
        </c:ser>
        <c:dLbls>
          <c:showLegendKey val="0"/>
          <c:showVal val="0"/>
          <c:showCatName val="0"/>
          <c:showSerName val="0"/>
          <c:showPercent val="0"/>
          <c:showBubbleSize val="0"/>
        </c:dLbls>
        <c:gapWidth val="35"/>
        <c:axId val="1187785439"/>
        <c:axId val="1187790015"/>
      </c:barChart>
      <c:catAx>
        <c:axId val="1187785439"/>
        <c:scaling>
          <c:orientation val="minMax"/>
        </c:scaling>
        <c:delete val="0"/>
        <c:axPos val="l"/>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ja-JP"/>
          </a:p>
        </c:txPr>
        <c:crossAx val="1187790015"/>
        <c:crosses val="autoZero"/>
        <c:auto val="1"/>
        <c:lblAlgn val="ctr"/>
        <c:lblOffset val="100"/>
        <c:noMultiLvlLbl val="0"/>
      </c:catAx>
      <c:valAx>
        <c:axId val="1187790015"/>
        <c:scaling>
          <c:orientation val="minMax"/>
        </c:scaling>
        <c:delete val="0"/>
        <c:axPos val="b"/>
        <c:numFmt formatCode="#,##0_ ;[Red]\-#,##0\ "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ja-JP"/>
          </a:p>
        </c:txPr>
        <c:crossAx val="118778543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87910041516061E-2"/>
          <c:y val="0.16431547195721019"/>
          <c:w val="0.87270748632878026"/>
          <c:h val="0.63919517391767477"/>
        </c:manualLayout>
      </c:layout>
      <c:barChart>
        <c:barDir val="col"/>
        <c:grouping val="clustered"/>
        <c:varyColors val="0"/>
        <c:ser>
          <c:idx val="0"/>
          <c:order val="0"/>
          <c:tx>
            <c:strRef>
              <c:f>Sheet1!$B$1</c:f>
              <c:strCache>
                <c:ptCount val="1"/>
                <c:pt idx="0">
                  <c:v>現状売上</c:v>
                </c:pt>
              </c:strCache>
            </c:strRef>
          </c:tx>
          <c:spPr>
            <a:solidFill>
              <a:srgbClr val="012169">
                <a:alpha val="55000"/>
              </a:srgbClr>
            </a:solidFill>
            <a:ln>
              <a:solidFill>
                <a:schemeClr val="bg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導入1年目</c:v>
                </c:pt>
                <c:pt idx="1">
                  <c:v>導入2年目</c:v>
                </c:pt>
                <c:pt idx="2">
                  <c:v>導入3年目</c:v>
                </c:pt>
                <c:pt idx="3">
                  <c:v>導入4年目</c:v>
                </c:pt>
                <c:pt idx="4">
                  <c:v>導入5年目</c:v>
                </c:pt>
                <c:pt idx="5">
                  <c:v>導入6年目</c:v>
                </c:pt>
              </c:strCache>
            </c:strRef>
          </c:cat>
          <c:val>
            <c:numRef>
              <c:f>Sheet1!$B$2:$B$7</c:f>
              <c:numCache>
                <c:formatCode>#,##0_);[Red]\(#,##0\)</c:formatCode>
                <c:ptCount val="6"/>
                <c:pt idx="0">
                  <c:v>5000</c:v>
                </c:pt>
                <c:pt idx="1">
                  <c:v>10000</c:v>
                </c:pt>
                <c:pt idx="2">
                  <c:v>15000</c:v>
                </c:pt>
                <c:pt idx="3">
                  <c:v>20000</c:v>
                </c:pt>
                <c:pt idx="4">
                  <c:v>25000</c:v>
                </c:pt>
                <c:pt idx="5">
                  <c:v>35000</c:v>
                </c:pt>
              </c:numCache>
            </c:numRef>
          </c:val>
          <c:extLst>
            <c:ext xmlns:c16="http://schemas.microsoft.com/office/drawing/2014/chart" uri="{C3380CC4-5D6E-409C-BE32-E72D297353CC}">
              <c16:uniqueId val="{00000000-8021-7F4D-82FF-044D10708924}"/>
            </c:ext>
          </c:extLst>
        </c:ser>
        <c:ser>
          <c:idx val="1"/>
          <c:order val="1"/>
          <c:tx>
            <c:strRef>
              <c:f>Sheet1!$C$1</c:f>
              <c:strCache>
                <c:ptCount val="1"/>
                <c:pt idx="0">
                  <c:v>利益</c:v>
                </c:pt>
              </c:strCache>
            </c:strRef>
          </c:tx>
          <c:spPr>
            <a:solidFill>
              <a:schemeClr val="accent4">
                <a:alpha val="47000"/>
              </a:schemeClr>
            </a:solidFill>
            <a:ln>
              <a:solidFill>
                <a:schemeClr val="bg1"/>
              </a:solidFill>
            </a:ln>
            <a:effectLst/>
          </c:spPr>
          <c:invertIfNegative val="0"/>
          <c:cat>
            <c:strRef>
              <c:f>Sheet1!$A$2:$A$7</c:f>
              <c:strCache>
                <c:ptCount val="6"/>
                <c:pt idx="0">
                  <c:v>導入1年目</c:v>
                </c:pt>
                <c:pt idx="1">
                  <c:v>導入2年目</c:v>
                </c:pt>
                <c:pt idx="2">
                  <c:v>導入3年目</c:v>
                </c:pt>
                <c:pt idx="3">
                  <c:v>導入4年目</c:v>
                </c:pt>
                <c:pt idx="4">
                  <c:v>導入5年目</c:v>
                </c:pt>
                <c:pt idx="5">
                  <c:v>導入6年目</c:v>
                </c:pt>
              </c:strCache>
            </c:strRef>
          </c:cat>
          <c:val>
            <c:numRef>
              <c:f>Sheet1!$C$2:$C$7</c:f>
              <c:numCache>
                <c:formatCode>#,##0_);[Red]\(#,##0\)</c:formatCode>
                <c:ptCount val="6"/>
                <c:pt idx="0">
                  <c:v>500</c:v>
                </c:pt>
                <c:pt idx="1">
                  <c:v>2000</c:v>
                </c:pt>
                <c:pt idx="2">
                  <c:v>3500</c:v>
                </c:pt>
                <c:pt idx="3">
                  <c:v>5000</c:v>
                </c:pt>
                <c:pt idx="4">
                  <c:v>10000</c:v>
                </c:pt>
                <c:pt idx="5">
                  <c:v>15000</c:v>
                </c:pt>
              </c:numCache>
            </c:numRef>
          </c:val>
          <c:extLst>
            <c:ext xmlns:c16="http://schemas.microsoft.com/office/drawing/2014/chart" uri="{C3380CC4-5D6E-409C-BE32-E72D297353CC}">
              <c16:uniqueId val="{00000001-8021-7F4D-82FF-044D10708924}"/>
            </c:ext>
          </c:extLst>
        </c:ser>
        <c:dLbls>
          <c:showLegendKey val="0"/>
          <c:showVal val="0"/>
          <c:showCatName val="0"/>
          <c:showSerName val="0"/>
          <c:showPercent val="0"/>
          <c:showBubbleSize val="0"/>
        </c:dLbls>
        <c:gapWidth val="35"/>
        <c:overlap val="-15"/>
        <c:axId val="1187785439"/>
        <c:axId val="1187790015"/>
      </c:barChart>
      <c:catAx>
        <c:axId val="1187785439"/>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ja-JP"/>
          </a:p>
        </c:txPr>
        <c:crossAx val="1187790015"/>
        <c:crosses val="autoZero"/>
        <c:auto val="1"/>
        <c:lblAlgn val="ctr"/>
        <c:lblOffset val="100"/>
        <c:noMultiLvlLbl val="0"/>
      </c:catAx>
      <c:valAx>
        <c:axId val="1187790015"/>
        <c:scaling>
          <c:orientation val="minMax"/>
        </c:scaling>
        <c:delete val="0"/>
        <c:axPos val="l"/>
        <c:numFmt formatCode="#,##0_ ;[Red]\-#,##0\ "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ja-JP"/>
          </a:p>
        </c:txPr>
        <c:crossAx val="1187785439"/>
        <c:crosses val="autoZero"/>
        <c:crossBetween val="between"/>
        <c:majorUnit val="5000"/>
      </c:valAx>
      <c:spPr>
        <a:noFill/>
        <a:ln>
          <a:noFill/>
        </a:ln>
        <a:effectLst/>
      </c:spPr>
    </c:plotArea>
    <c:legend>
      <c:legendPos val="t"/>
      <c:layout>
        <c:manualLayout>
          <c:xMode val="edge"/>
          <c:yMode val="edge"/>
          <c:x val="0.66099529806799218"/>
          <c:y val="1.8140717490101738E-2"/>
          <c:w val="0.2596534289720035"/>
          <c:h val="9.2543881357869548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一人当たりGDP（名目/米ドル）</c:v>
                </c:pt>
              </c:strCache>
            </c:strRef>
          </c:tx>
          <c:spPr>
            <a:solidFill>
              <a:srgbClr val="004CA0"/>
            </a:solidFill>
            <a:ln>
              <a:noFill/>
            </a:ln>
            <a:effectLst/>
          </c:spPr>
          <c:invertIfNegative val="0"/>
          <c:dLbls>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34-F146-BE65-034B081F29B5}"/>
                </c:ext>
              </c:extLst>
            </c:dLbl>
            <c:numFmt formatCode="#,##0_);[Red]\(#,##0\)" sourceLinked="0"/>
            <c:spPr>
              <a:noFill/>
              <a:ln>
                <a:noFill/>
              </a:ln>
              <a:effectLst/>
            </c:spPr>
            <c:txPr>
              <a:bodyPr rot="0" spcFirstLastPara="1" vertOverflow="ellipsis" vert="horz" wrap="square" lIns="38100" tIns="19050" rIns="38100" bIns="19050" anchor="ctr" anchorCtr="1">
                <a:spAutoFit/>
              </a:bodyPr>
              <a:lstStyle/>
              <a:p>
                <a:pPr>
                  <a:defRPr sz="2000" b="0" i="0" u="none" strike="noStrike" kern="1200" baseline="0">
                    <a:solidFill>
                      <a:schemeClr val="tx1"/>
                    </a:solidFill>
                    <a:latin typeface="+mn-lt"/>
                    <a:ea typeface="+mn-ea"/>
                    <a:cs typeface="+mn-cs"/>
                  </a:defRPr>
                </a:pPr>
                <a:endParaRPr lang="ja-JP"/>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Sheet1!$A$2:$A$8</c:f>
              <c:numCache>
                <c:formatCode>General</c:formatCode>
                <c:ptCount val="7"/>
                <c:pt idx="0">
                  <c:v>2000</c:v>
                </c:pt>
                <c:pt idx="1">
                  <c:v>2005</c:v>
                </c:pt>
                <c:pt idx="2">
                  <c:v>2010</c:v>
                </c:pt>
                <c:pt idx="3">
                  <c:v>2015</c:v>
                </c:pt>
                <c:pt idx="4">
                  <c:v>2020</c:v>
                </c:pt>
                <c:pt idx="5">
                  <c:v>2025</c:v>
                </c:pt>
                <c:pt idx="6">
                  <c:v>2030</c:v>
                </c:pt>
              </c:numCache>
            </c:numRef>
          </c:cat>
          <c:val>
            <c:numRef>
              <c:f>Sheet1!$B$2:$B$8</c:f>
              <c:numCache>
                <c:formatCode>General</c:formatCode>
                <c:ptCount val="7"/>
                <c:pt idx="0">
                  <c:v>400</c:v>
                </c:pt>
                <c:pt idx="1">
                  <c:v>700</c:v>
                </c:pt>
                <c:pt idx="2">
                  <c:v>1300</c:v>
                </c:pt>
                <c:pt idx="3">
                  <c:v>2100</c:v>
                </c:pt>
                <c:pt idx="4">
                  <c:v>2780</c:v>
                </c:pt>
                <c:pt idx="5">
                  <c:v>5000</c:v>
                </c:pt>
                <c:pt idx="6">
                  <c:v>8500</c:v>
                </c:pt>
              </c:numCache>
            </c:numRef>
          </c:val>
          <c:extLst>
            <c:ext xmlns:c16="http://schemas.microsoft.com/office/drawing/2014/chart" uri="{C3380CC4-5D6E-409C-BE32-E72D297353CC}">
              <c16:uniqueId val="{00000001-CE34-F146-BE65-034B081F29B5}"/>
            </c:ext>
          </c:extLst>
        </c:ser>
        <c:dLbls>
          <c:showLegendKey val="0"/>
          <c:showVal val="0"/>
          <c:showCatName val="0"/>
          <c:showSerName val="0"/>
          <c:showPercent val="0"/>
          <c:showBubbleSize val="0"/>
        </c:dLbls>
        <c:gapWidth val="31"/>
        <c:overlap val="-27"/>
        <c:axId val="2072058431"/>
        <c:axId val="97533248"/>
      </c:barChart>
      <c:catAx>
        <c:axId val="2072058431"/>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l"/>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74311927617531"/>
          <c:y val="3.2658141263175761E-2"/>
          <c:w val="0.75967539479436341"/>
          <c:h val="0.81584291550939103"/>
        </c:manualLayout>
      </c:layout>
      <c:barChart>
        <c:barDir val="bar"/>
        <c:grouping val="clustered"/>
        <c:varyColors val="0"/>
        <c:ser>
          <c:idx val="0"/>
          <c:order val="0"/>
          <c:tx>
            <c:strRef>
              <c:f>Sheet1!$B$1</c:f>
              <c:strCache>
                <c:ptCount val="1"/>
                <c:pt idx="0">
                  <c:v>一人当たりGDP（名目/米ドル）</c:v>
                </c:pt>
              </c:strCache>
            </c:strRef>
          </c:tx>
          <c:spPr>
            <a:solidFill>
              <a:srgbClr val="004CA0"/>
            </a:solidFill>
            <a:ln>
              <a:noFill/>
            </a:ln>
            <a:effectLst/>
          </c:spPr>
          <c:invertIfNegative val="0"/>
          <c:dLbls>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34-F146-BE65-034B081F29B5}"/>
                </c:ext>
              </c:extLst>
            </c:dLbl>
            <c:numFmt formatCode="#,##0_);[Red]\(#,##0\)" sourceLinked="0"/>
            <c:spPr>
              <a:noFill/>
              <a:ln>
                <a:noFill/>
              </a:ln>
              <a:effectLst/>
            </c:spPr>
            <c:txPr>
              <a:bodyPr rot="0" spcFirstLastPara="1" vertOverflow="ellipsis" vert="horz" wrap="square" lIns="38100" tIns="19050" rIns="38100" bIns="19050" anchor="ctr" anchorCtr="1">
                <a:spAutoFit/>
              </a:bodyPr>
              <a:lstStyle/>
              <a:p>
                <a:pPr>
                  <a:defRPr sz="2000" b="0" i="0" u="none" strike="noStrike" kern="1200" baseline="0">
                    <a:solidFill>
                      <a:schemeClr val="tx1"/>
                    </a:solidFill>
                    <a:latin typeface="+mn-lt"/>
                    <a:ea typeface="+mn-ea"/>
                    <a:cs typeface="+mn-cs"/>
                  </a:defRPr>
                </a:pPr>
                <a:endParaRPr lang="ja-JP"/>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Sheet1!$A$2:$A$8</c:f>
              <c:numCache>
                <c:formatCode>General</c:formatCode>
                <c:ptCount val="7"/>
                <c:pt idx="0">
                  <c:v>2000</c:v>
                </c:pt>
                <c:pt idx="1">
                  <c:v>2005</c:v>
                </c:pt>
                <c:pt idx="2">
                  <c:v>2010</c:v>
                </c:pt>
                <c:pt idx="3">
                  <c:v>2015</c:v>
                </c:pt>
                <c:pt idx="4">
                  <c:v>2020</c:v>
                </c:pt>
                <c:pt idx="5">
                  <c:v>2025</c:v>
                </c:pt>
                <c:pt idx="6">
                  <c:v>2030</c:v>
                </c:pt>
              </c:numCache>
            </c:numRef>
          </c:cat>
          <c:val>
            <c:numRef>
              <c:f>Sheet1!$B$2:$B$8</c:f>
              <c:numCache>
                <c:formatCode>General</c:formatCode>
                <c:ptCount val="7"/>
                <c:pt idx="0">
                  <c:v>400</c:v>
                </c:pt>
                <c:pt idx="1">
                  <c:v>700</c:v>
                </c:pt>
                <c:pt idx="2">
                  <c:v>1300</c:v>
                </c:pt>
                <c:pt idx="3">
                  <c:v>2100</c:v>
                </c:pt>
                <c:pt idx="4">
                  <c:v>2780</c:v>
                </c:pt>
                <c:pt idx="5">
                  <c:v>5000</c:v>
                </c:pt>
                <c:pt idx="6">
                  <c:v>8500</c:v>
                </c:pt>
              </c:numCache>
            </c:numRef>
          </c:val>
          <c:extLst>
            <c:ext xmlns:c16="http://schemas.microsoft.com/office/drawing/2014/chart" uri="{C3380CC4-5D6E-409C-BE32-E72D297353CC}">
              <c16:uniqueId val="{00000001-CE34-F146-BE65-034B081F29B5}"/>
            </c:ext>
          </c:extLst>
        </c:ser>
        <c:dLbls>
          <c:showLegendKey val="0"/>
          <c:showVal val="0"/>
          <c:showCatName val="0"/>
          <c:showSerName val="0"/>
          <c:showPercent val="0"/>
          <c:showBubbleSize val="0"/>
        </c:dLbls>
        <c:gapWidth val="31"/>
        <c:axId val="2072058431"/>
        <c:axId val="97533248"/>
      </c:barChart>
      <c:catAx>
        <c:axId val="2072058431"/>
        <c:scaling>
          <c:orientation val="minMax"/>
        </c:scaling>
        <c:delete val="0"/>
        <c:axPos val="l"/>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b"/>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一人当たりGDP（名目/米ドル）</c:v>
                </c:pt>
              </c:strCache>
            </c:strRef>
          </c:tx>
          <c:spPr>
            <a:ln w="38100" cap="rnd">
              <a:solidFill>
                <a:schemeClr val="accent1"/>
              </a:solidFill>
              <a:round/>
            </a:ln>
            <a:effectLst/>
          </c:spPr>
          <c:marker>
            <c:symbol val="circle"/>
            <c:size val="5"/>
            <c:spPr>
              <a:solidFill>
                <a:schemeClr val="accent1"/>
              </a:solidFill>
              <a:ln w="38100">
                <a:solidFill>
                  <a:schemeClr val="accent1"/>
                </a:solidFill>
              </a:ln>
              <a:effectLst/>
            </c:spPr>
          </c:marker>
          <c:dLbls>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34-F146-BE65-034B081F29B5}"/>
                </c:ext>
              </c:extLst>
            </c:dLbl>
            <c:numFmt formatCode="#,##0_);[Red]\(#,##0\)" sourceLinked="0"/>
            <c:spPr>
              <a:noFill/>
              <a:ln>
                <a:noFill/>
              </a:ln>
              <a:effectLst/>
            </c:spPr>
            <c:txPr>
              <a:bodyPr rot="0" spcFirstLastPara="1" vertOverflow="ellipsis" vert="horz" wrap="square" lIns="38100" tIns="19050" rIns="38100" bIns="19050" anchor="ctr" anchorCtr="1">
                <a:spAutoFit/>
              </a:bodyPr>
              <a:lstStyle/>
              <a:p>
                <a:pPr>
                  <a:defRPr sz="2000" b="0" i="0" u="none" strike="noStrike" kern="1200" baseline="0">
                    <a:solidFill>
                      <a:schemeClr val="tx1"/>
                    </a:solidFill>
                    <a:latin typeface="+mn-lt"/>
                    <a:ea typeface="+mn-ea"/>
                    <a:cs typeface="+mn-cs"/>
                  </a:defRPr>
                </a:pPr>
                <a:endParaRPr lang="ja-JP"/>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Sheet1!$A$2:$A$8</c:f>
              <c:numCache>
                <c:formatCode>General</c:formatCode>
                <c:ptCount val="7"/>
                <c:pt idx="0">
                  <c:v>2000</c:v>
                </c:pt>
                <c:pt idx="1">
                  <c:v>2005</c:v>
                </c:pt>
                <c:pt idx="2">
                  <c:v>2010</c:v>
                </c:pt>
                <c:pt idx="3">
                  <c:v>2015</c:v>
                </c:pt>
                <c:pt idx="4">
                  <c:v>2020</c:v>
                </c:pt>
                <c:pt idx="5">
                  <c:v>2025</c:v>
                </c:pt>
                <c:pt idx="6">
                  <c:v>2030</c:v>
                </c:pt>
              </c:numCache>
            </c:numRef>
          </c:cat>
          <c:val>
            <c:numRef>
              <c:f>Sheet1!$B$2:$B$8</c:f>
              <c:numCache>
                <c:formatCode>General</c:formatCode>
                <c:ptCount val="7"/>
                <c:pt idx="0">
                  <c:v>400</c:v>
                </c:pt>
                <c:pt idx="1">
                  <c:v>700</c:v>
                </c:pt>
                <c:pt idx="2">
                  <c:v>1300</c:v>
                </c:pt>
                <c:pt idx="3">
                  <c:v>2100</c:v>
                </c:pt>
                <c:pt idx="4">
                  <c:v>2780</c:v>
                </c:pt>
                <c:pt idx="5">
                  <c:v>5000</c:v>
                </c:pt>
                <c:pt idx="6">
                  <c:v>8500</c:v>
                </c:pt>
              </c:numCache>
            </c:numRef>
          </c:val>
          <c:smooth val="0"/>
          <c:extLst>
            <c:ext xmlns:c16="http://schemas.microsoft.com/office/drawing/2014/chart" uri="{C3380CC4-5D6E-409C-BE32-E72D297353CC}">
              <c16:uniqueId val="{00000001-CE34-F146-BE65-034B081F29B5}"/>
            </c:ext>
          </c:extLst>
        </c:ser>
        <c:dLbls>
          <c:showLegendKey val="0"/>
          <c:showVal val="0"/>
          <c:showCatName val="0"/>
          <c:showSerName val="0"/>
          <c:showPercent val="0"/>
          <c:showBubbleSize val="0"/>
        </c:dLbls>
        <c:marker val="1"/>
        <c:smooth val="0"/>
        <c:axId val="2072058431"/>
        <c:axId val="97533248"/>
      </c:lineChart>
      <c:catAx>
        <c:axId val="2072058431"/>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l"/>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0392111899422614"/>
          <c:y val="3.1384363045588316E-2"/>
          <c:w val="0.83481592589982168"/>
          <c:h val="0.78575908729932165"/>
        </c:manualLayout>
      </c:layout>
      <c:barChart>
        <c:barDir val="col"/>
        <c:grouping val="stacked"/>
        <c:varyColors val="0"/>
        <c:ser>
          <c:idx val="0"/>
          <c:order val="0"/>
          <c:tx>
            <c:strRef>
              <c:f>Sheet1!$A$2</c:f>
              <c:strCache>
                <c:ptCount val="1"/>
                <c:pt idx="0">
                  <c:v>A</c:v>
                </c:pt>
              </c:strCache>
            </c:strRef>
          </c:tx>
          <c:spPr>
            <a:solidFill>
              <a:schemeClr val="accent5"/>
            </a:solidFill>
            <a:ln w="12700">
              <a:solidFill>
                <a:schemeClr val="bg1"/>
              </a:solidFill>
            </a:ln>
          </c:spPr>
          <c:invertIfNegative val="0"/>
          <c:dLbls>
            <c:spPr>
              <a:noFill/>
              <a:ln>
                <a:noFill/>
              </a:ln>
              <a:effectLst/>
            </c:spPr>
            <c:txPr>
              <a:bodyPr/>
              <a:lstStyle/>
              <a:p>
                <a:pPr>
                  <a:defRPr>
                    <a:solidFill>
                      <a:schemeClr val="bg1"/>
                    </a:solidFill>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Sheet1!$B$1:$U$1</c:f>
              <c:strCache>
                <c:ptCount val="20"/>
                <c:pt idx="0">
                  <c:v>空欄</c:v>
                </c:pt>
                <c:pt idx="1">
                  <c:v>系列1-1</c:v>
                </c:pt>
                <c:pt idx="2">
                  <c:v>系列1-2</c:v>
                </c:pt>
                <c:pt idx="3">
                  <c:v>系列1-3</c:v>
                </c:pt>
                <c:pt idx="4">
                  <c:v>空欄1</c:v>
                </c:pt>
                <c:pt idx="5">
                  <c:v>系列2-1</c:v>
                </c:pt>
                <c:pt idx="6">
                  <c:v>系列2-2</c:v>
                </c:pt>
                <c:pt idx="7">
                  <c:v>系列2-3</c:v>
                </c:pt>
                <c:pt idx="8">
                  <c:v>空欄2</c:v>
                </c:pt>
                <c:pt idx="9">
                  <c:v>系列3-1</c:v>
                </c:pt>
                <c:pt idx="10">
                  <c:v>系列3-2</c:v>
                </c:pt>
                <c:pt idx="11">
                  <c:v>系列3-3</c:v>
                </c:pt>
                <c:pt idx="12">
                  <c:v>空欄3</c:v>
                </c:pt>
                <c:pt idx="13">
                  <c:v>系列4-1</c:v>
                </c:pt>
                <c:pt idx="14">
                  <c:v>系列4-2</c:v>
                </c:pt>
                <c:pt idx="15">
                  <c:v>系列4-3</c:v>
                </c:pt>
                <c:pt idx="16">
                  <c:v>空欄4</c:v>
                </c:pt>
                <c:pt idx="17">
                  <c:v>系列5-1</c:v>
                </c:pt>
                <c:pt idx="18">
                  <c:v>系列5-2</c:v>
                </c:pt>
                <c:pt idx="19">
                  <c:v>系列5-3</c:v>
                </c:pt>
              </c:strCache>
            </c:strRef>
          </c:cat>
          <c:val>
            <c:numRef>
              <c:f>Sheet1!$B$2:$U$2</c:f>
              <c:numCache>
                <c:formatCode>0.0</c:formatCode>
                <c:ptCount val="20"/>
                <c:pt idx="1">
                  <c:v>10</c:v>
                </c:pt>
                <c:pt idx="2">
                  <c:v>8</c:v>
                </c:pt>
                <c:pt idx="3">
                  <c:v>6</c:v>
                </c:pt>
                <c:pt idx="5">
                  <c:v>10</c:v>
                </c:pt>
                <c:pt idx="6">
                  <c:v>8</c:v>
                </c:pt>
                <c:pt idx="7">
                  <c:v>6</c:v>
                </c:pt>
                <c:pt idx="9">
                  <c:v>10</c:v>
                </c:pt>
                <c:pt idx="10">
                  <c:v>8</c:v>
                </c:pt>
                <c:pt idx="11">
                  <c:v>6</c:v>
                </c:pt>
                <c:pt idx="13">
                  <c:v>10</c:v>
                </c:pt>
                <c:pt idx="14">
                  <c:v>8</c:v>
                </c:pt>
                <c:pt idx="15">
                  <c:v>6</c:v>
                </c:pt>
                <c:pt idx="17">
                  <c:v>10</c:v>
                </c:pt>
                <c:pt idx="18">
                  <c:v>8</c:v>
                </c:pt>
                <c:pt idx="19">
                  <c:v>6</c:v>
                </c:pt>
              </c:numCache>
            </c:numRef>
          </c:val>
          <c:extLst>
            <c:ext xmlns:c16="http://schemas.microsoft.com/office/drawing/2014/chart" uri="{C3380CC4-5D6E-409C-BE32-E72D297353CC}">
              <c16:uniqueId val="{00000000-31E2-4766-B57F-73323413AE15}"/>
            </c:ext>
          </c:extLst>
        </c:ser>
        <c:ser>
          <c:idx val="1"/>
          <c:order val="1"/>
          <c:tx>
            <c:strRef>
              <c:f>Sheet1!$A$3</c:f>
              <c:strCache>
                <c:ptCount val="1"/>
                <c:pt idx="0">
                  <c:v>B</c:v>
                </c:pt>
              </c:strCache>
            </c:strRef>
          </c:tx>
          <c:spPr>
            <a:solidFill>
              <a:schemeClr val="accent1"/>
            </a:solidFill>
            <a:ln w="12700">
              <a:solidFill>
                <a:schemeClr val="bg1"/>
              </a:solidFill>
            </a:ln>
          </c:spPr>
          <c:invertIfNegative val="0"/>
          <c:dLbls>
            <c:spPr>
              <a:noFill/>
              <a:ln>
                <a:noFill/>
              </a:ln>
              <a:effectLst/>
            </c:spPr>
            <c:txPr>
              <a:bodyPr/>
              <a:lstStyle/>
              <a:p>
                <a:pPr>
                  <a:defRPr>
                    <a:solidFill>
                      <a:schemeClr val="bg1"/>
                    </a:solidFill>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Sheet1!$B$1:$U$1</c:f>
              <c:strCache>
                <c:ptCount val="20"/>
                <c:pt idx="0">
                  <c:v>空欄</c:v>
                </c:pt>
                <c:pt idx="1">
                  <c:v>系列1-1</c:v>
                </c:pt>
                <c:pt idx="2">
                  <c:v>系列1-2</c:v>
                </c:pt>
                <c:pt idx="3">
                  <c:v>系列1-3</c:v>
                </c:pt>
                <c:pt idx="4">
                  <c:v>空欄1</c:v>
                </c:pt>
                <c:pt idx="5">
                  <c:v>系列2-1</c:v>
                </c:pt>
                <c:pt idx="6">
                  <c:v>系列2-2</c:v>
                </c:pt>
                <c:pt idx="7">
                  <c:v>系列2-3</c:v>
                </c:pt>
                <c:pt idx="8">
                  <c:v>空欄2</c:v>
                </c:pt>
                <c:pt idx="9">
                  <c:v>系列3-1</c:v>
                </c:pt>
                <c:pt idx="10">
                  <c:v>系列3-2</c:v>
                </c:pt>
                <c:pt idx="11">
                  <c:v>系列3-3</c:v>
                </c:pt>
                <c:pt idx="12">
                  <c:v>空欄3</c:v>
                </c:pt>
                <c:pt idx="13">
                  <c:v>系列4-1</c:v>
                </c:pt>
                <c:pt idx="14">
                  <c:v>系列4-2</c:v>
                </c:pt>
                <c:pt idx="15">
                  <c:v>系列4-3</c:v>
                </c:pt>
                <c:pt idx="16">
                  <c:v>空欄4</c:v>
                </c:pt>
                <c:pt idx="17">
                  <c:v>系列5-1</c:v>
                </c:pt>
                <c:pt idx="18">
                  <c:v>系列5-2</c:v>
                </c:pt>
                <c:pt idx="19">
                  <c:v>系列5-3</c:v>
                </c:pt>
              </c:strCache>
            </c:strRef>
          </c:cat>
          <c:val>
            <c:numRef>
              <c:f>Sheet1!$B$3:$U$3</c:f>
              <c:numCache>
                <c:formatCode>0.0</c:formatCode>
                <c:ptCount val="20"/>
                <c:pt idx="1">
                  <c:v>10</c:v>
                </c:pt>
                <c:pt idx="2">
                  <c:v>8</c:v>
                </c:pt>
                <c:pt idx="3">
                  <c:v>6</c:v>
                </c:pt>
                <c:pt idx="5">
                  <c:v>10</c:v>
                </c:pt>
                <c:pt idx="6">
                  <c:v>8</c:v>
                </c:pt>
                <c:pt idx="7">
                  <c:v>6</c:v>
                </c:pt>
                <c:pt idx="9">
                  <c:v>10</c:v>
                </c:pt>
                <c:pt idx="10">
                  <c:v>8</c:v>
                </c:pt>
                <c:pt idx="11">
                  <c:v>6</c:v>
                </c:pt>
                <c:pt idx="13">
                  <c:v>10</c:v>
                </c:pt>
                <c:pt idx="14">
                  <c:v>8</c:v>
                </c:pt>
                <c:pt idx="15">
                  <c:v>6</c:v>
                </c:pt>
                <c:pt idx="17">
                  <c:v>10</c:v>
                </c:pt>
                <c:pt idx="18">
                  <c:v>8</c:v>
                </c:pt>
                <c:pt idx="19">
                  <c:v>6</c:v>
                </c:pt>
              </c:numCache>
            </c:numRef>
          </c:val>
          <c:extLst>
            <c:ext xmlns:c16="http://schemas.microsoft.com/office/drawing/2014/chart" uri="{C3380CC4-5D6E-409C-BE32-E72D297353CC}">
              <c16:uniqueId val="{00000001-31E2-4766-B57F-73323413AE15}"/>
            </c:ext>
          </c:extLst>
        </c:ser>
        <c:ser>
          <c:idx val="2"/>
          <c:order val="2"/>
          <c:tx>
            <c:strRef>
              <c:f>Sheet1!$A$4</c:f>
              <c:strCache>
                <c:ptCount val="1"/>
                <c:pt idx="0">
                  <c:v>C</c:v>
                </c:pt>
              </c:strCache>
            </c:strRef>
          </c:tx>
          <c:spPr>
            <a:solidFill>
              <a:schemeClr val="accent3"/>
            </a:solidFill>
            <a:ln>
              <a:solidFill>
                <a:schemeClr val="bg1"/>
              </a:solidFill>
            </a:ln>
          </c:spPr>
          <c:invertIfNegative val="0"/>
          <c:dLbls>
            <c:spPr>
              <a:noFill/>
              <a:ln>
                <a:noFill/>
              </a:ln>
              <a:effectLst/>
            </c:spPr>
            <c:txPr>
              <a:bodyPr/>
              <a:lstStyle/>
              <a:p>
                <a:pPr>
                  <a:defRPr>
                    <a:solidFill>
                      <a:schemeClr val="tx1"/>
                    </a:solidFill>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Sheet1!$B$1:$U$1</c:f>
              <c:strCache>
                <c:ptCount val="20"/>
                <c:pt idx="0">
                  <c:v>空欄</c:v>
                </c:pt>
                <c:pt idx="1">
                  <c:v>系列1-1</c:v>
                </c:pt>
                <c:pt idx="2">
                  <c:v>系列1-2</c:v>
                </c:pt>
                <c:pt idx="3">
                  <c:v>系列1-3</c:v>
                </c:pt>
                <c:pt idx="4">
                  <c:v>空欄1</c:v>
                </c:pt>
                <c:pt idx="5">
                  <c:v>系列2-1</c:v>
                </c:pt>
                <c:pt idx="6">
                  <c:v>系列2-2</c:v>
                </c:pt>
                <c:pt idx="7">
                  <c:v>系列2-3</c:v>
                </c:pt>
                <c:pt idx="8">
                  <c:v>空欄2</c:v>
                </c:pt>
                <c:pt idx="9">
                  <c:v>系列3-1</c:v>
                </c:pt>
                <c:pt idx="10">
                  <c:v>系列3-2</c:v>
                </c:pt>
                <c:pt idx="11">
                  <c:v>系列3-3</c:v>
                </c:pt>
                <c:pt idx="12">
                  <c:v>空欄3</c:v>
                </c:pt>
                <c:pt idx="13">
                  <c:v>系列4-1</c:v>
                </c:pt>
                <c:pt idx="14">
                  <c:v>系列4-2</c:v>
                </c:pt>
                <c:pt idx="15">
                  <c:v>系列4-3</c:v>
                </c:pt>
                <c:pt idx="16">
                  <c:v>空欄4</c:v>
                </c:pt>
                <c:pt idx="17">
                  <c:v>系列5-1</c:v>
                </c:pt>
                <c:pt idx="18">
                  <c:v>系列5-2</c:v>
                </c:pt>
                <c:pt idx="19">
                  <c:v>系列5-3</c:v>
                </c:pt>
              </c:strCache>
            </c:strRef>
          </c:cat>
          <c:val>
            <c:numRef>
              <c:f>Sheet1!$B$4:$U$4</c:f>
              <c:numCache>
                <c:formatCode>0.0</c:formatCode>
                <c:ptCount val="20"/>
                <c:pt idx="1">
                  <c:v>10</c:v>
                </c:pt>
                <c:pt idx="2">
                  <c:v>8</c:v>
                </c:pt>
                <c:pt idx="3">
                  <c:v>6</c:v>
                </c:pt>
                <c:pt idx="5">
                  <c:v>10</c:v>
                </c:pt>
                <c:pt idx="6">
                  <c:v>8</c:v>
                </c:pt>
                <c:pt idx="7">
                  <c:v>6</c:v>
                </c:pt>
                <c:pt idx="9">
                  <c:v>10</c:v>
                </c:pt>
                <c:pt idx="10">
                  <c:v>8</c:v>
                </c:pt>
                <c:pt idx="11">
                  <c:v>6</c:v>
                </c:pt>
                <c:pt idx="13">
                  <c:v>10</c:v>
                </c:pt>
                <c:pt idx="14">
                  <c:v>8</c:v>
                </c:pt>
                <c:pt idx="15">
                  <c:v>6</c:v>
                </c:pt>
                <c:pt idx="17">
                  <c:v>10</c:v>
                </c:pt>
                <c:pt idx="18">
                  <c:v>8</c:v>
                </c:pt>
                <c:pt idx="19">
                  <c:v>6</c:v>
                </c:pt>
              </c:numCache>
            </c:numRef>
          </c:val>
          <c:extLst>
            <c:ext xmlns:c16="http://schemas.microsoft.com/office/drawing/2014/chart" uri="{C3380CC4-5D6E-409C-BE32-E72D297353CC}">
              <c16:uniqueId val="{00000002-31E2-4766-B57F-73323413AE15}"/>
            </c:ext>
          </c:extLst>
        </c:ser>
        <c:ser>
          <c:idx val="3"/>
          <c:order val="3"/>
          <c:tx>
            <c:strRef>
              <c:f>Sheet1!$A$5</c:f>
              <c:strCache>
                <c:ptCount val="1"/>
                <c:pt idx="0">
                  <c:v>D</c:v>
                </c:pt>
              </c:strCache>
            </c:strRef>
          </c:tx>
          <c:spPr>
            <a:solidFill>
              <a:schemeClr val="accent2"/>
            </a:solidFill>
            <a:ln w="12700">
              <a:solidFill>
                <a:schemeClr val="bg1"/>
              </a:solidFill>
            </a:ln>
          </c:spPr>
          <c:invertIfNegative val="0"/>
          <c:dLbls>
            <c:spPr>
              <a:noFill/>
              <a:ln>
                <a:noFill/>
              </a:ln>
              <a:effectLst/>
            </c:spPr>
            <c:txPr>
              <a:bodyPr/>
              <a:lstStyle/>
              <a:p>
                <a:pPr>
                  <a:defRPr>
                    <a:solidFill>
                      <a:schemeClr val="tx1"/>
                    </a:solidFill>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Sheet1!$B$1:$U$1</c:f>
              <c:strCache>
                <c:ptCount val="20"/>
                <c:pt idx="0">
                  <c:v>空欄</c:v>
                </c:pt>
                <c:pt idx="1">
                  <c:v>系列1-1</c:v>
                </c:pt>
                <c:pt idx="2">
                  <c:v>系列1-2</c:v>
                </c:pt>
                <c:pt idx="3">
                  <c:v>系列1-3</c:v>
                </c:pt>
                <c:pt idx="4">
                  <c:v>空欄1</c:v>
                </c:pt>
                <c:pt idx="5">
                  <c:v>系列2-1</c:v>
                </c:pt>
                <c:pt idx="6">
                  <c:v>系列2-2</c:v>
                </c:pt>
                <c:pt idx="7">
                  <c:v>系列2-3</c:v>
                </c:pt>
                <c:pt idx="8">
                  <c:v>空欄2</c:v>
                </c:pt>
                <c:pt idx="9">
                  <c:v>系列3-1</c:v>
                </c:pt>
                <c:pt idx="10">
                  <c:v>系列3-2</c:v>
                </c:pt>
                <c:pt idx="11">
                  <c:v>系列3-3</c:v>
                </c:pt>
                <c:pt idx="12">
                  <c:v>空欄3</c:v>
                </c:pt>
                <c:pt idx="13">
                  <c:v>系列4-1</c:v>
                </c:pt>
                <c:pt idx="14">
                  <c:v>系列4-2</c:v>
                </c:pt>
                <c:pt idx="15">
                  <c:v>系列4-3</c:v>
                </c:pt>
                <c:pt idx="16">
                  <c:v>空欄4</c:v>
                </c:pt>
                <c:pt idx="17">
                  <c:v>系列5-1</c:v>
                </c:pt>
                <c:pt idx="18">
                  <c:v>系列5-2</c:v>
                </c:pt>
                <c:pt idx="19">
                  <c:v>系列5-3</c:v>
                </c:pt>
              </c:strCache>
            </c:strRef>
          </c:cat>
          <c:val>
            <c:numRef>
              <c:f>Sheet1!$B$5:$U$5</c:f>
              <c:numCache>
                <c:formatCode>0.0</c:formatCode>
                <c:ptCount val="20"/>
                <c:pt idx="1">
                  <c:v>10</c:v>
                </c:pt>
                <c:pt idx="2">
                  <c:v>8</c:v>
                </c:pt>
                <c:pt idx="3">
                  <c:v>6</c:v>
                </c:pt>
                <c:pt idx="5">
                  <c:v>10</c:v>
                </c:pt>
                <c:pt idx="6">
                  <c:v>8</c:v>
                </c:pt>
                <c:pt idx="7">
                  <c:v>6</c:v>
                </c:pt>
                <c:pt idx="9">
                  <c:v>10</c:v>
                </c:pt>
                <c:pt idx="10">
                  <c:v>8</c:v>
                </c:pt>
                <c:pt idx="11">
                  <c:v>6</c:v>
                </c:pt>
                <c:pt idx="13">
                  <c:v>10</c:v>
                </c:pt>
                <c:pt idx="14">
                  <c:v>8</c:v>
                </c:pt>
                <c:pt idx="15">
                  <c:v>6</c:v>
                </c:pt>
                <c:pt idx="17">
                  <c:v>10</c:v>
                </c:pt>
                <c:pt idx="18">
                  <c:v>8</c:v>
                </c:pt>
                <c:pt idx="19">
                  <c:v>6</c:v>
                </c:pt>
              </c:numCache>
            </c:numRef>
          </c:val>
          <c:extLst>
            <c:ext xmlns:c16="http://schemas.microsoft.com/office/drawing/2014/chart" uri="{C3380CC4-5D6E-409C-BE32-E72D297353CC}">
              <c16:uniqueId val="{00000003-31E2-4766-B57F-73323413AE15}"/>
            </c:ext>
          </c:extLst>
        </c:ser>
        <c:dLbls>
          <c:showLegendKey val="0"/>
          <c:showVal val="1"/>
          <c:showCatName val="0"/>
          <c:showSerName val="0"/>
          <c:showPercent val="0"/>
          <c:showBubbleSize val="0"/>
        </c:dLbls>
        <c:gapWidth val="0"/>
        <c:overlap val="100"/>
        <c:axId val="706288112"/>
        <c:axId val="706288504"/>
      </c:barChart>
      <c:catAx>
        <c:axId val="706288112"/>
        <c:scaling>
          <c:orientation val="minMax"/>
        </c:scaling>
        <c:delete val="0"/>
        <c:axPos val="b"/>
        <c:numFmt formatCode="General" sourceLinked="0"/>
        <c:majorTickMark val="out"/>
        <c:minorTickMark val="none"/>
        <c:tickLblPos val="none"/>
        <c:spPr>
          <a:ln w="12700">
            <a:solidFill>
              <a:schemeClr val="tx2"/>
            </a:solidFill>
          </a:ln>
        </c:spPr>
        <c:crossAx val="706288504"/>
        <c:crosses val="autoZero"/>
        <c:auto val="1"/>
        <c:lblAlgn val="ctr"/>
        <c:lblOffset val="100"/>
        <c:noMultiLvlLbl val="0"/>
      </c:catAx>
      <c:valAx>
        <c:axId val="706288504"/>
        <c:scaling>
          <c:orientation val="minMax"/>
        </c:scaling>
        <c:delete val="0"/>
        <c:axPos val="l"/>
        <c:numFmt formatCode="0.0" sourceLinked="1"/>
        <c:majorTickMark val="out"/>
        <c:minorTickMark val="none"/>
        <c:tickLblPos val="nextTo"/>
        <c:spPr>
          <a:ln w="12700">
            <a:solidFill>
              <a:schemeClr val="tx2"/>
            </a:solidFill>
          </a:ln>
        </c:spPr>
        <c:crossAx val="706288112"/>
        <c:crosses val="autoZero"/>
        <c:crossBetween val="between"/>
      </c:valAx>
    </c:plotArea>
    <c:legend>
      <c:legendPos val="b"/>
      <c:overlay val="0"/>
    </c:legend>
    <c:plotVisOnly val="1"/>
    <c:dispBlanksAs val="gap"/>
    <c:showDLblsOverMax val="0"/>
  </c:chart>
  <c:txPr>
    <a:bodyPr/>
    <a:lstStyle/>
    <a:p>
      <a:pPr>
        <a:defRPr sz="1200"/>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1185662635545844"/>
          <c:y val="0.13158212177993242"/>
          <c:w val="0.80910419819168167"/>
          <c:h val="0.58747299633030359"/>
        </c:manualLayout>
      </c:layout>
      <c:barChart>
        <c:barDir val="col"/>
        <c:grouping val="clustered"/>
        <c:varyColors val="0"/>
        <c:ser>
          <c:idx val="0"/>
          <c:order val="0"/>
          <c:tx>
            <c:strRef>
              <c:f>Sheet1!$A$2</c:f>
              <c:strCache>
                <c:ptCount val="1"/>
                <c:pt idx="0">
                  <c:v>Aaa</c:v>
                </c:pt>
              </c:strCache>
            </c:strRef>
          </c:tx>
          <c:spPr>
            <a:solidFill>
              <a:schemeClr val="accent3"/>
            </a:solidFill>
            <a:ln>
              <a:solidFill>
                <a:prstClr val="white"/>
              </a:solidFill>
            </a:ln>
          </c:spPr>
          <c:invertIfNegative val="0"/>
          <c:dLbls>
            <c:spPr>
              <a:noFill/>
              <a:ln>
                <a:noFill/>
              </a:ln>
              <a:effectLst/>
            </c:sp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Sheet1!$B$1:$I$1</c:f>
              <c:strCache>
                <c:ptCount val="8"/>
                <c:pt idx="0">
                  <c:v>A</c:v>
                </c:pt>
                <c:pt idx="1">
                  <c:v>B</c:v>
                </c:pt>
                <c:pt idx="2">
                  <c:v>C</c:v>
                </c:pt>
                <c:pt idx="3">
                  <c:v>D</c:v>
                </c:pt>
                <c:pt idx="4">
                  <c:v>E</c:v>
                </c:pt>
                <c:pt idx="5">
                  <c:v>F</c:v>
                </c:pt>
                <c:pt idx="6">
                  <c:v>G</c:v>
                </c:pt>
                <c:pt idx="7">
                  <c:v>H</c:v>
                </c:pt>
              </c:strCache>
            </c:strRef>
          </c:cat>
          <c:val>
            <c:numRef>
              <c:f>Sheet1!$B$2:$I$2</c:f>
              <c:numCache>
                <c:formatCode>General</c:formatCode>
                <c:ptCount val="8"/>
                <c:pt idx="0">
                  <c:v>20</c:v>
                </c:pt>
                <c:pt idx="1">
                  <c:v>30</c:v>
                </c:pt>
                <c:pt idx="2">
                  <c:v>60</c:v>
                </c:pt>
                <c:pt idx="3">
                  <c:v>20</c:v>
                </c:pt>
                <c:pt idx="4">
                  <c:v>10</c:v>
                </c:pt>
                <c:pt idx="5">
                  <c:v>60</c:v>
                </c:pt>
                <c:pt idx="6">
                  <c:v>100</c:v>
                </c:pt>
                <c:pt idx="7">
                  <c:v>120</c:v>
                </c:pt>
              </c:numCache>
            </c:numRef>
          </c:val>
          <c:extLst>
            <c:ext xmlns:c16="http://schemas.microsoft.com/office/drawing/2014/chart" uri="{C3380CC4-5D6E-409C-BE32-E72D297353CC}">
              <c16:uniqueId val="{00000000-B845-4FBC-A2EE-7DF993501EAE}"/>
            </c:ext>
          </c:extLst>
        </c:ser>
        <c:ser>
          <c:idx val="1"/>
          <c:order val="1"/>
          <c:tx>
            <c:strRef>
              <c:f>Sheet1!$A$3</c:f>
              <c:strCache>
                <c:ptCount val="1"/>
                <c:pt idx="0">
                  <c:v>Bbb</c:v>
                </c:pt>
              </c:strCache>
            </c:strRef>
          </c:tx>
          <c:spPr>
            <a:solidFill>
              <a:schemeClr val="accent6"/>
            </a:solidFill>
            <a:ln>
              <a:solidFill>
                <a:prstClr val="white"/>
              </a:solidFill>
            </a:ln>
          </c:spPr>
          <c:invertIfNegative val="0"/>
          <c:dLbls>
            <c:spPr>
              <a:noFill/>
              <a:ln>
                <a:noFill/>
              </a:ln>
              <a:effectLst/>
            </c:sp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Sheet1!$B$1:$I$1</c:f>
              <c:strCache>
                <c:ptCount val="8"/>
                <c:pt idx="0">
                  <c:v>A</c:v>
                </c:pt>
                <c:pt idx="1">
                  <c:v>B</c:v>
                </c:pt>
                <c:pt idx="2">
                  <c:v>C</c:v>
                </c:pt>
                <c:pt idx="3">
                  <c:v>D</c:v>
                </c:pt>
                <c:pt idx="4">
                  <c:v>E</c:v>
                </c:pt>
                <c:pt idx="5">
                  <c:v>F</c:v>
                </c:pt>
                <c:pt idx="6">
                  <c:v>G</c:v>
                </c:pt>
                <c:pt idx="7">
                  <c:v>H</c:v>
                </c:pt>
              </c:strCache>
            </c:strRef>
          </c:cat>
          <c:val>
            <c:numRef>
              <c:f>Sheet1!$B$3:$I$3</c:f>
              <c:numCache>
                <c:formatCode>General</c:formatCode>
                <c:ptCount val="8"/>
                <c:pt idx="0">
                  <c:v>30</c:v>
                </c:pt>
                <c:pt idx="1">
                  <c:v>40</c:v>
                </c:pt>
                <c:pt idx="2">
                  <c:v>40</c:v>
                </c:pt>
                <c:pt idx="3">
                  <c:v>30</c:v>
                </c:pt>
                <c:pt idx="4">
                  <c:v>20</c:v>
                </c:pt>
                <c:pt idx="5">
                  <c:v>70</c:v>
                </c:pt>
                <c:pt idx="6">
                  <c:v>90</c:v>
                </c:pt>
                <c:pt idx="7">
                  <c:v>90</c:v>
                </c:pt>
              </c:numCache>
            </c:numRef>
          </c:val>
          <c:extLst>
            <c:ext xmlns:c16="http://schemas.microsoft.com/office/drawing/2014/chart" uri="{C3380CC4-5D6E-409C-BE32-E72D297353CC}">
              <c16:uniqueId val="{00000001-B845-4FBC-A2EE-7DF993501EAE}"/>
            </c:ext>
          </c:extLst>
        </c:ser>
        <c:ser>
          <c:idx val="2"/>
          <c:order val="2"/>
          <c:tx>
            <c:strRef>
              <c:f>Sheet1!$A$4</c:f>
              <c:strCache>
                <c:ptCount val="1"/>
                <c:pt idx="0">
                  <c:v>Ccc</c:v>
                </c:pt>
              </c:strCache>
            </c:strRef>
          </c:tx>
          <c:spPr>
            <a:solidFill>
              <a:schemeClr val="accent2"/>
            </a:solidFill>
            <a:ln>
              <a:solidFill>
                <a:prstClr val="white"/>
              </a:solidFill>
            </a:ln>
          </c:spPr>
          <c:invertIfNegative val="0"/>
          <c:dLbls>
            <c:spPr>
              <a:noFill/>
              <a:ln>
                <a:noFill/>
              </a:ln>
              <a:effectLst/>
            </c:sp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Sheet1!$B$1:$I$1</c:f>
              <c:strCache>
                <c:ptCount val="8"/>
                <c:pt idx="0">
                  <c:v>A</c:v>
                </c:pt>
                <c:pt idx="1">
                  <c:v>B</c:v>
                </c:pt>
                <c:pt idx="2">
                  <c:v>C</c:v>
                </c:pt>
                <c:pt idx="3">
                  <c:v>D</c:v>
                </c:pt>
                <c:pt idx="4">
                  <c:v>E</c:v>
                </c:pt>
                <c:pt idx="5">
                  <c:v>F</c:v>
                </c:pt>
                <c:pt idx="6">
                  <c:v>G</c:v>
                </c:pt>
                <c:pt idx="7">
                  <c:v>H</c:v>
                </c:pt>
              </c:strCache>
            </c:strRef>
          </c:cat>
          <c:val>
            <c:numRef>
              <c:f>Sheet1!$B$4:$I$4</c:f>
              <c:numCache>
                <c:formatCode>General</c:formatCode>
                <c:ptCount val="8"/>
                <c:pt idx="0">
                  <c:v>45</c:v>
                </c:pt>
                <c:pt idx="1">
                  <c:v>50</c:v>
                </c:pt>
                <c:pt idx="2">
                  <c:v>45</c:v>
                </c:pt>
                <c:pt idx="3">
                  <c:v>40</c:v>
                </c:pt>
                <c:pt idx="4">
                  <c:v>30</c:v>
                </c:pt>
                <c:pt idx="5">
                  <c:v>80</c:v>
                </c:pt>
                <c:pt idx="6">
                  <c:v>80</c:v>
                </c:pt>
                <c:pt idx="7">
                  <c:v>50</c:v>
                </c:pt>
              </c:numCache>
            </c:numRef>
          </c:val>
          <c:extLst>
            <c:ext xmlns:c16="http://schemas.microsoft.com/office/drawing/2014/chart" uri="{C3380CC4-5D6E-409C-BE32-E72D297353CC}">
              <c16:uniqueId val="{00000002-B845-4FBC-A2EE-7DF993501EAE}"/>
            </c:ext>
          </c:extLst>
        </c:ser>
        <c:dLbls>
          <c:showLegendKey val="0"/>
          <c:showVal val="1"/>
          <c:showCatName val="0"/>
          <c:showSerName val="0"/>
          <c:showPercent val="0"/>
          <c:showBubbleSize val="0"/>
        </c:dLbls>
        <c:gapWidth val="150"/>
        <c:axId val="706302616"/>
        <c:axId val="706306536"/>
      </c:barChart>
      <c:catAx>
        <c:axId val="706302616"/>
        <c:scaling>
          <c:orientation val="minMax"/>
        </c:scaling>
        <c:delete val="0"/>
        <c:axPos val="b"/>
        <c:numFmt formatCode="General" sourceLinked="0"/>
        <c:majorTickMark val="out"/>
        <c:minorTickMark val="none"/>
        <c:tickLblPos val="nextTo"/>
        <c:spPr>
          <a:ln w="12700">
            <a:solidFill>
              <a:schemeClr val="tx2"/>
            </a:solidFill>
          </a:ln>
        </c:spPr>
        <c:crossAx val="706306536"/>
        <c:crosses val="autoZero"/>
        <c:auto val="1"/>
        <c:lblAlgn val="ctr"/>
        <c:lblOffset val="100"/>
        <c:noMultiLvlLbl val="0"/>
      </c:catAx>
      <c:valAx>
        <c:axId val="706306536"/>
        <c:scaling>
          <c:orientation val="minMax"/>
        </c:scaling>
        <c:delete val="0"/>
        <c:axPos val="l"/>
        <c:numFmt formatCode="General" sourceLinked="1"/>
        <c:majorTickMark val="out"/>
        <c:minorTickMark val="none"/>
        <c:tickLblPos val="nextTo"/>
        <c:spPr>
          <a:ln w="12700">
            <a:solidFill>
              <a:schemeClr val="tx2"/>
            </a:solidFill>
          </a:ln>
        </c:spPr>
        <c:crossAx val="706302616"/>
        <c:crosses val="autoZero"/>
        <c:crossBetween val="between"/>
      </c:valAx>
    </c:plotArea>
    <c:legend>
      <c:legendPos val="b"/>
      <c:layout>
        <c:manualLayout>
          <c:xMode val="edge"/>
          <c:yMode val="edge"/>
          <c:x val="0.36027049000503308"/>
          <c:y val="0.87007012389766358"/>
          <c:w val="0.28085971507618451"/>
          <c:h val="5.0826382364696172E-2"/>
        </c:manualLayout>
      </c:layout>
      <c:overlay val="0"/>
      <c:txPr>
        <a:bodyPr/>
        <a:lstStyle/>
        <a:p>
          <a:pPr>
            <a:defRPr>
              <a:solidFill>
                <a:schemeClr val="tx1"/>
              </a:solidFill>
            </a:defRPr>
          </a:pPr>
          <a:endParaRPr lang="ja-JP"/>
        </a:p>
      </c:txPr>
    </c:legend>
    <c:plotVisOnly val="1"/>
    <c:dispBlanksAs val="gap"/>
    <c:showDLblsOverMax val="0"/>
  </c:chart>
  <c:txPr>
    <a:bodyPr/>
    <a:lstStyle/>
    <a:p>
      <a:pPr>
        <a:defRPr sz="1200"/>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1559688703541379"/>
          <c:y val="0.12894533865534749"/>
          <c:w val="0.70180813091420002"/>
          <c:h val="0.79841564629734407"/>
        </c:manualLayout>
      </c:layout>
      <c:areaChart>
        <c:grouping val="percentStacked"/>
        <c:varyColors val="0"/>
        <c:ser>
          <c:idx val="0"/>
          <c:order val="0"/>
          <c:tx>
            <c:strRef>
              <c:f>Sheet1!$A$2</c:f>
              <c:strCache>
                <c:ptCount val="1"/>
                <c:pt idx="0">
                  <c:v>East</c:v>
                </c:pt>
              </c:strCache>
            </c:strRef>
          </c:tx>
          <c:spPr>
            <a:solidFill>
              <a:schemeClr val="tx2"/>
            </a:solidFill>
            <a:ln w="12700">
              <a:solidFill>
                <a:schemeClr val="bg1"/>
              </a:solidFill>
            </a:ln>
          </c:spPr>
          <c:dLbls>
            <c:spPr>
              <a:noFill/>
              <a:ln>
                <a:noFill/>
              </a:ln>
              <a:effectLst/>
            </c:spPr>
            <c:txPr>
              <a:bodyPr wrap="square" lIns="38100" tIns="19050" rIns="38100" bIns="19050" anchor="ctr">
                <a:spAutoFit/>
              </a:bodyPr>
              <a:lstStyle/>
              <a:p>
                <a:pPr>
                  <a:defRPr b="1">
                    <a:solidFill>
                      <a:schemeClr val="bg1"/>
                    </a:solidFill>
                  </a:defRPr>
                </a:pPr>
                <a:endParaRPr lang="ja-JP"/>
              </a:p>
            </c:txPr>
            <c:showLegendKey val="0"/>
            <c:showVal val="0"/>
            <c:showCatName val="0"/>
            <c:showSerName val="1"/>
            <c:showPercent val="0"/>
            <c:showBubbleSize val="0"/>
            <c:showLeaderLines val="0"/>
            <c:extLst>
              <c:ext xmlns:c15="http://schemas.microsoft.com/office/drawing/2012/chart" uri="{CE6537A1-D6FC-4f65-9D91-7224C49458BB}">
                <c15:showLeaderLines val="1"/>
              </c:ext>
            </c:extLst>
          </c:dLbls>
          <c:cat>
            <c:strRef>
              <c:f>Sheet1!$B$1:$E$1</c:f>
              <c:strCache>
                <c:ptCount val="4"/>
                <c:pt idx="0">
                  <c:v>2002</c:v>
                </c:pt>
                <c:pt idx="1">
                  <c:v>2003</c:v>
                </c:pt>
                <c:pt idx="2">
                  <c:v>2004</c:v>
                </c:pt>
                <c:pt idx="3">
                  <c:v>2005</c:v>
                </c:pt>
              </c:strCache>
            </c:strRef>
          </c:cat>
          <c:val>
            <c:numRef>
              <c:f>Sheet1!$B$2:$E$2</c:f>
              <c:numCache>
                <c:formatCode>General</c:formatCode>
                <c:ptCount val="4"/>
                <c:pt idx="0">
                  <c:v>20.399999999999999</c:v>
                </c:pt>
                <c:pt idx="1">
                  <c:v>27.4</c:v>
                </c:pt>
                <c:pt idx="2">
                  <c:v>90</c:v>
                </c:pt>
                <c:pt idx="3">
                  <c:v>20.399999999999999</c:v>
                </c:pt>
              </c:numCache>
            </c:numRef>
          </c:val>
          <c:extLst>
            <c:ext xmlns:c16="http://schemas.microsoft.com/office/drawing/2014/chart" uri="{C3380CC4-5D6E-409C-BE32-E72D297353CC}">
              <c16:uniqueId val="{00000000-A6B9-4E9F-B2F6-43C4872CC516}"/>
            </c:ext>
          </c:extLst>
        </c:ser>
        <c:ser>
          <c:idx val="1"/>
          <c:order val="1"/>
          <c:tx>
            <c:strRef>
              <c:f>Sheet1!$A$3</c:f>
              <c:strCache>
                <c:ptCount val="1"/>
                <c:pt idx="0">
                  <c:v>West</c:v>
                </c:pt>
              </c:strCache>
            </c:strRef>
          </c:tx>
          <c:spPr>
            <a:solidFill>
              <a:schemeClr val="accent6"/>
            </a:solidFill>
            <a:ln w="12700">
              <a:solidFill>
                <a:schemeClr val="bg1"/>
              </a:solidFill>
            </a:ln>
          </c:spPr>
          <c:dLbls>
            <c:spPr>
              <a:noFill/>
              <a:ln>
                <a:noFill/>
              </a:ln>
              <a:effectLst/>
            </c:spPr>
            <c:txPr>
              <a:bodyPr wrap="square" lIns="38100" tIns="19050" rIns="38100" bIns="19050" anchor="ctr">
                <a:spAutoFit/>
              </a:bodyPr>
              <a:lstStyle/>
              <a:p>
                <a:pPr>
                  <a:defRPr b="1">
                    <a:solidFill>
                      <a:schemeClr val="bg1"/>
                    </a:solidFill>
                  </a:defRPr>
                </a:pPr>
                <a:endParaRPr lang="ja-JP"/>
              </a:p>
            </c:txPr>
            <c:showLegendKey val="0"/>
            <c:showVal val="0"/>
            <c:showCatName val="0"/>
            <c:showSerName val="1"/>
            <c:showPercent val="0"/>
            <c:showBubbleSize val="0"/>
            <c:showLeaderLines val="0"/>
            <c:extLst>
              <c:ext xmlns:c15="http://schemas.microsoft.com/office/drawing/2012/chart" uri="{CE6537A1-D6FC-4f65-9D91-7224C49458BB}">
                <c15:showLeaderLines val="1"/>
              </c:ext>
            </c:extLst>
          </c:dLbls>
          <c:cat>
            <c:strRef>
              <c:f>Sheet1!$B$1:$E$1</c:f>
              <c:strCache>
                <c:ptCount val="4"/>
                <c:pt idx="0">
                  <c:v>2002</c:v>
                </c:pt>
                <c:pt idx="1">
                  <c:v>2003</c:v>
                </c:pt>
                <c:pt idx="2">
                  <c:v>2004</c:v>
                </c:pt>
                <c:pt idx="3">
                  <c:v>2005</c:v>
                </c:pt>
              </c:strCache>
            </c:strRef>
          </c:cat>
          <c:val>
            <c:numRef>
              <c:f>Sheet1!$B$3:$E$3</c:f>
              <c:numCache>
                <c:formatCode>General</c:formatCode>
                <c:ptCount val="4"/>
                <c:pt idx="0">
                  <c:v>30.6</c:v>
                </c:pt>
                <c:pt idx="1">
                  <c:v>38.6</c:v>
                </c:pt>
                <c:pt idx="2">
                  <c:v>34.6</c:v>
                </c:pt>
                <c:pt idx="3">
                  <c:v>31.6</c:v>
                </c:pt>
              </c:numCache>
            </c:numRef>
          </c:val>
          <c:extLst>
            <c:ext xmlns:c16="http://schemas.microsoft.com/office/drawing/2014/chart" uri="{C3380CC4-5D6E-409C-BE32-E72D297353CC}">
              <c16:uniqueId val="{00000001-A6B9-4E9F-B2F6-43C4872CC516}"/>
            </c:ext>
          </c:extLst>
        </c:ser>
        <c:ser>
          <c:idx val="2"/>
          <c:order val="2"/>
          <c:tx>
            <c:strRef>
              <c:f>Sheet1!$A$4</c:f>
              <c:strCache>
                <c:ptCount val="1"/>
                <c:pt idx="0">
                  <c:v>North</c:v>
                </c:pt>
              </c:strCache>
            </c:strRef>
          </c:tx>
          <c:spPr>
            <a:solidFill>
              <a:srgbClr val="97999B"/>
            </a:solidFill>
            <a:ln w="12700">
              <a:solidFill>
                <a:schemeClr val="bg1"/>
              </a:solidFill>
            </a:ln>
          </c:spPr>
          <c:dLbls>
            <c:spPr>
              <a:noFill/>
              <a:ln>
                <a:noFill/>
              </a:ln>
              <a:effectLst/>
            </c:spPr>
            <c:txPr>
              <a:bodyPr wrap="square" lIns="38100" tIns="19050" rIns="38100" bIns="19050" anchor="ctr">
                <a:spAutoFit/>
              </a:bodyPr>
              <a:lstStyle/>
              <a:p>
                <a:pPr>
                  <a:defRPr b="1"/>
                </a:pPr>
                <a:endParaRPr lang="ja-JP"/>
              </a:p>
            </c:txPr>
            <c:showLegendKey val="0"/>
            <c:showVal val="0"/>
            <c:showCatName val="0"/>
            <c:showSerName val="1"/>
            <c:showPercent val="0"/>
            <c:showBubbleSize val="0"/>
            <c:showLeaderLines val="0"/>
            <c:extLst>
              <c:ext xmlns:c15="http://schemas.microsoft.com/office/drawing/2012/chart" uri="{CE6537A1-D6FC-4f65-9D91-7224C49458BB}">
                <c15:showLeaderLines val="1"/>
              </c:ext>
            </c:extLst>
          </c:dLbls>
          <c:cat>
            <c:strRef>
              <c:f>Sheet1!$B$1:$E$1</c:f>
              <c:strCache>
                <c:ptCount val="4"/>
                <c:pt idx="0">
                  <c:v>2002</c:v>
                </c:pt>
                <c:pt idx="1">
                  <c:v>2003</c:v>
                </c:pt>
                <c:pt idx="2">
                  <c:v>2004</c:v>
                </c:pt>
                <c:pt idx="3">
                  <c:v>2005</c:v>
                </c:pt>
              </c:strCache>
            </c:strRef>
          </c:cat>
          <c:val>
            <c:numRef>
              <c:f>Sheet1!$B$4:$E$4</c:f>
              <c:numCache>
                <c:formatCode>General</c:formatCode>
                <c:ptCount val="4"/>
                <c:pt idx="0">
                  <c:v>45.9</c:v>
                </c:pt>
                <c:pt idx="1">
                  <c:v>46.9</c:v>
                </c:pt>
                <c:pt idx="2">
                  <c:v>45</c:v>
                </c:pt>
                <c:pt idx="3">
                  <c:v>43.9</c:v>
                </c:pt>
              </c:numCache>
            </c:numRef>
          </c:val>
          <c:extLst>
            <c:ext xmlns:c16="http://schemas.microsoft.com/office/drawing/2014/chart" uri="{C3380CC4-5D6E-409C-BE32-E72D297353CC}">
              <c16:uniqueId val="{00000002-A6B9-4E9F-B2F6-43C4872CC516}"/>
            </c:ext>
          </c:extLst>
        </c:ser>
        <c:ser>
          <c:idx val="3"/>
          <c:order val="3"/>
          <c:tx>
            <c:strRef>
              <c:f>Sheet1!$A$5</c:f>
              <c:strCache>
                <c:ptCount val="1"/>
                <c:pt idx="0">
                  <c:v>Soutth</c:v>
                </c:pt>
              </c:strCache>
            </c:strRef>
          </c:tx>
          <c:spPr>
            <a:solidFill>
              <a:srgbClr val="BBBCBC"/>
            </a:solidFill>
            <a:ln w="12700">
              <a:solidFill>
                <a:schemeClr val="bg1"/>
              </a:solidFill>
            </a:ln>
          </c:spPr>
          <c:dLbls>
            <c:spPr>
              <a:noFill/>
              <a:ln>
                <a:noFill/>
              </a:ln>
              <a:effectLst/>
            </c:spPr>
            <c:txPr>
              <a:bodyPr wrap="square" lIns="38100" tIns="19050" rIns="38100" bIns="19050" anchor="ctr">
                <a:spAutoFit/>
              </a:bodyPr>
              <a:lstStyle/>
              <a:p>
                <a:pPr>
                  <a:defRPr b="1"/>
                </a:pPr>
                <a:endParaRPr lang="ja-JP"/>
              </a:p>
            </c:txPr>
            <c:showLegendKey val="0"/>
            <c:showVal val="0"/>
            <c:showCatName val="0"/>
            <c:showSerName val="1"/>
            <c:showPercent val="0"/>
            <c:showBubbleSize val="0"/>
            <c:showLeaderLines val="0"/>
            <c:extLst>
              <c:ext xmlns:c15="http://schemas.microsoft.com/office/drawing/2012/chart" uri="{CE6537A1-D6FC-4f65-9D91-7224C49458BB}">
                <c15:showLeaderLines val="1"/>
              </c:ext>
            </c:extLst>
          </c:dLbls>
          <c:cat>
            <c:strRef>
              <c:f>Sheet1!$B$1:$E$1</c:f>
              <c:strCache>
                <c:ptCount val="4"/>
                <c:pt idx="0">
                  <c:v>2002</c:v>
                </c:pt>
                <c:pt idx="1">
                  <c:v>2003</c:v>
                </c:pt>
                <c:pt idx="2">
                  <c:v>2004</c:v>
                </c:pt>
                <c:pt idx="3">
                  <c:v>2005</c:v>
                </c:pt>
              </c:strCache>
            </c:strRef>
          </c:cat>
          <c:val>
            <c:numRef>
              <c:f>Sheet1!$B$5:$E$5</c:f>
              <c:numCache>
                <c:formatCode>General</c:formatCode>
                <c:ptCount val="4"/>
                <c:pt idx="0">
                  <c:v>12.3</c:v>
                </c:pt>
                <c:pt idx="1">
                  <c:v>14.7</c:v>
                </c:pt>
                <c:pt idx="2">
                  <c:v>25.6</c:v>
                </c:pt>
                <c:pt idx="3">
                  <c:v>33.1</c:v>
                </c:pt>
              </c:numCache>
            </c:numRef>
          </c:val>
          <c:extLst>
            <c:ext xmlns:c16="http://schemas.microsoft.com/office/drawing/2014/chart" uri="{C3380CC4-5D6E-409C-BE32-E72D297353CC}">
              <c16:uniqueId val="{00000003-A6B9-4E9F-B2F6-43C4872CC516}"/>
            </c:ext>
          </c:extLst>
        </c:ser>
        <c:dLbls>
          <c:showLegendKey val="0"/>
          <c:showVal val="1"/>
          <c:showCatName val="0"/>
          <c:showSerName val="0"/>
          <c:showPercent val="0"/>
          <c:showBubbleSize val="0"/>
        </c:dLbls>
        <c:axId val="418981680"/>
        <c:axId val="418989912"/>
      </c:areaChart>
      <c:catAx>
        <c:axId val="418981680"/>
        <c:scaling>
          <c:orientation val="minMax"/>
        </c:scaling>
        <c:delete val="0"/>
        <c:axPos val="b"/>
        <c:numFmt formatCode="General" sourceLinked="1"/>
        <c:majorTickMark val="out"/>
        <c:minorTickMark val="none"/>
        <c:tickLblPos val="nextTo"/>
        <c:spPr>
          <a:ln w="12700">
            <a:solidFill>
              <a:schemeClr val="tx2"/>
            </a:solidFill>
          </a:ln>
        </c:spPr>
        <c:crossAx val="418989912"/>
        <c:crosses val="autoZero"/>
        <c:auto val="1"/>
        <c:lblAlgn val="ctr"/>
        <c:lblOffset val="100"/>
        <c:noMultiLvlLbl val="0"/>
      </c:catAx>
      <c:valAx>
        <c:axId val="418989912"/>
        <c:scaling>
          <c:orientation val="minMax"/>
        </c:scaling>
        <c:delete val="0"/>
        <c:axPos val="l"/>
        <c:numFmt formatCode="0%" sourceLinked="1"/>
        <c:majorTickMark val="out"/>
        <c:minorTickMark val="none"/>
        <c:tickLblPos val="nextTo"/>
        <c:spPr>
          <a:ln w="12700">
            <a:solidFill>
              <a:schemeClr val="tx2"/>
            </a:solidFill>
          </a:ln>
        </c:spPr>
        <c:crossAx val="418981680"/>
        <c:crosses val="autoZero"/>
        <c:crossBetween val="midCat"/>
      </c:valAx>
    </c:plotArea>
    <c:plotVisOnly val="1"/>
    <c:dispBlanksAs val="zero"/>
    <c:showDLblsOverMax val="0"/>
  </c:chart>
  <c:txPr>
    <a:bodyPr/>
    <a:lstStyle/>
    <a:p>
      <a:pPr>
        <a:defRPr sz="1200"/>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1185662635545844"/>
          <c:y val="0.13158212177993242"/>
          <c:w val="0.86432968208446925"/>
          <c:h val="0.70612823693676463"/>
        </c:manualLayout>
      </c:layout>
      <c:barChart>
        <c:barDir val="col"/>
        <c:grouping val="stacked"/>
        <c:varyColors val="0"/>
        <c:ser>
          <c:idx val="0"/>
          <c:order val="0"/>
          <c:tx>
            <c:strRef>
              <c:f>Sheet1!$A$2</c:f>
              <c:strCache>
                <c:ptCount val="1"/>
                <c:pt idx="0">
                  <c:v>Invisible dataset</c:v>
                </c:pt>
              </c:strCache>
            </c:strRef>
          </c:tx>
          <c:spPr>
            <a:noFill/>
          </c:spPr>
          <c:invertIfNegative val="0"/>
          <c:cat>
            <c:strRef>
              <c:f>Sheet1!$B$1:$I$1</c:f>
              <c:strCache>
                <c:ptCount val="8"/>
                <c:pt idx="0">
                  <c:v>A</c:v>
                </c:pt>
                <c:pt idx="1">
                  <c:v>B</c:v>
                </c:pt>
                <c:pt idx="2">
                  <c:v>C</c:v>
                </c:pt>
                <c:pt idx="3">
                  <c:v>D</c:v>
                </c:pt>
                <c:pt idx="4">
                  <c:v>E</c:v>
                </c:pt>
                <c:pt idx="5">
                  <c:v>F</c:v>
                </c:pt>
                <c:pt idx="6">
                  <c:v>G</c:v>
                </c:pt>
                <c:pt idx="7">
                  <c:v>H</c:v>
                </c:pt>
              </c:strCache>
            </c:strRef>
          </c:cat>
          <c:val>
            <c:numRef>
              <c:f>Sheet1!$B$2:$I$2</c:f>
              <c:numCache>
                <c:formatCode>General</c:formatCode>
                <c:ptCount val="8"/>
                <c:pt idx="0">
                  <c:v>0</c:v>
                </c:pt>
                <c:pt idx="1">
                  <c:v>120</c:v>
                </c:pt>
                <c:pt idx="2">
                  <c:v>100</c:v>
                </c:pt>
                <c:pt idx="3">
                  <c:v>80</c:v>
                </c:pt>
                <c:pt idx="4">
                  <c:v>60</c:v>
                </c:pt>
                <c:pt idx="5">
                  <c:v>40</c:v>
                </c:pt>
                <c:pt idx="6">
                  <c:v>20</c:v>
                </c:pt>
                <c:pt idx="7">
                  <c:v>0</c:v>
                </c:pt>
              </c:numCache>
            </c:numRef>
          </c:val>
          <c:extLst>
            <c:ext xmlns:c16="http://schemas.microsoft.com/office/drawing/2014/chart" uri="{C3380CC4-5D6E-409C-BE32-E72D297353CC}">
              <c16:uniqueId val="{00000000-087B-44DA-BE0B-DD6BD04A48F9}"/>
            </c:ext>
          </c:extLst>
        </c:ser>
        <c:ser>
          <c:idx val="1"/>
          <c:order val="1"/>
          <c:tx>
            <c:strRef>
              <c:f>Sheet1!$A$3</c:f>
              <c:strCache>
                <c:ptCount val="1"/>
                <c:pt idx="0">
                  <c:v>visible</c:v>
                </c:pt>
              </c:strCache>
            </c:strRef>
          </c:tx>
          <c:spPr>
            <a:solidFill>
              <a:srgbClr val="BBBCBC"/>
            </a:solidFill>
          </c:spPr>
          <c:invertIfNegative val="0"/>
          <c:dLbls>
            <c:spPr>
              <a:noFill/>
              <a:ln>
                <a:noFill/>
              </a:ln>
              <a:effectLst/>
            </c:spPr>
            <c:txPr>
              <a:bodyPr/>
              <a:lstStyle/>
              <a:p>
                <a:pPr>
                  <a:defRPr>
                    <a:solidFill>
                      <a:schemeClr val="tx1"/>
                    </a:solidFill>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Sheet1!$B$1:$I$1</c:f>
              <c:strCache>
                <c:ptCount val="8"/>
                <c:pt idx="0">
                  <c:v>A</c:v>
                </c:pt>
                <c:pt idx="1">
                  <c:v>B</c:v>
                </c:pt>
                <c:pt idx="2">
                  <c:v>C</c:v>
                </c:pt>
                <c:pt idx="3">
                  <c:v>D</c:v>
                </c:pt>
                <c:pt idx="4">
                  <c:v>E</c:v>
                </c:pt>
                <c:pt idx="5">
                  <c:v>F</c:v>
                </c:pt>
                <c:pt idx="6">
                  <c:v>G</c:v>
                </c:pt>
                <c:pt idx="7">
                  <c:v>H</c:v>
                </c:pt>
              </c:strCache>
            </c:strRef>
          </c:cat>
          <c:val>
            <c:numRef>
              <c:f>Sheet1!$B$3:$I$3</c:f>
              <c:numCache>
                <c:formatCode>General</c:formatCode>
                <c:ptCount val="8"/>
                <c:pt idx="1">
                  <c:v>20</c:v>
                </c:pt>
                <c:pt idx="2">
                  <c:v>20</c:v>
                </c:pt>
                <c:pt idx="3">
                  <c:v>20</c:v>
                </c:pt>
                <c:pt idx="4">
                  <c:v>20</c:v>
                </c:pt>
                <c:pt idx="5">
                  <c:v>20</c:v>
                </c:pt>
                <c:pt idx="6">
                  <c:v>20</c:v>
                </c:pt>
              </c:numCache>
            </c:numRef>
          </c:val>
          <c:extLst>
            <c:ext xmlns:c16="http://schemas.microsoft.com/office/drawing/2014/chart" uri="{C3380CC4-5D6E-409C-BE32-E72D297353CC}">
              <c16:uniqueId val="{00000001-087B-44DA-BE0B-DD6BD04A48F9}"/>
            </c:ext>
          </c:extLst>
        </c:ser>
        <c:ser>
          <c:idx val="2"/>
          <c:order val="2"/>
          <c:tx>
            <c:strRef>
              <c:f>Sheet1!$A$4</c:f>
              <c:strCache>
                <c:ptCount val="1"/>
                <c:pt idx="0">
                  <c:v>number</c:v>
                </c:pt>
              </c:strCache>
            </c:strRef>
          </c:tx>
          <c:spPr>
            <a:solidFill>
              <a:srgbClr val="BBBCBC"/>
            </a:solidFill>
          </c:spPr>
          <c:invertIfNegative val="0"/>
          <c:dLbls>
            <c:spPr>
              <a:noFill/>
              <a:ln>
                <a:noFill/>
              </a:ln>
              <a:effectLst/>
            </c:spPr>
            <c:txPr>
              <a:bodyPr/>
              <a:lstStyle/>
              <a:p>
                <a:pPr>
                  <a:defRPr>
                    <a:solidFill>
                      <a:schemeClr val="tx1"/>
                    </a:solidFill>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Sheet1!$B$1:$I$1</c:f>
              <c:strCache>
                <c:ptCount val="8"/>
                <c:pt idx="0">
                  <c:v>A</c:v>
                </c:pt>
                <c:pt idx="1">
                  <c:v>B</c:v>
                </c:pt>
                <c:pt idx="2">
                  <c:v>C</c:v>
                </c:pt>
                <c:pt idx="3">
                  <c:v>D</c:v>
                </c:pt>
                <c:pt idx="4">
                  <c:v>E</c:v>
                </c:pt>
                <c:pt idx="5">
                  <c:v>F</c:v>
                </c:pt>
                <c:pt idx="6">
                  <c:v>G</c:v>
                </c:pt>
                <c:pt idx="7">
                  <c:v>H</c:v>
                </c:pt>
              </c:strCache>
            </c:strRef>
          </c:cat>
          <c:val>
            <c:numRef>
              <c:f>Sheet1!$B$4:$I$4</c:f>
              <c:numCache>
                <c:formatCode>General</c:formatCode>
                <c:ptCount val="8"/>
                <c:pt idx="0">
                  <c:v>140</c:v>
                </c:pt>
                <c:pt idx="7">
                  <c:v>20</c:v>
                </c:pt>
              </c:numCache>
            </c:numRef>
          </c:val>
          <c:extLst>
            <c:ext xmlns:c16="http://schemas.microsoft.com/office/drawing/2014/chart" uri="{C3380CC4-5D6E-409C-BE32-E72D297353CC}">
              <c16:uniqueId val="{00000002-087B-44DA-BE0B-DD6BD04A48F9}"/>
            </c:ext>
          </c:extLst>
        </c:ser>
        <c:dLbls>
          <c:showLegendKey val="0"/>
          <c:showVal val="0"/>
          <c:showCatName val="0"/>
          <c:showSerName val="0"/>
          <c:showPercent val="0"/>
          <c:showBubbleSize val="0"/>
        </c:dLbls>
        <c:gapWidth val="40"/>
        <c:overlap val="100"/>
        <c:axId val="425461936"/>
        <c:axId val="425462328"/>
      </c:barChart>
      <c:catAx>
        <c:axId val="425461936"/>
        <c:scaling>
          <c:orientation val="minMax"/>
        </c:scaling>
        <c:delete val="0"/>
        <c:axPos val="b"/>
        <c:numFmt formatCode="General" sourceLinked="0"/>
        <c:majorTickMark val="out"/>
        <c:minorTickMark val="none"/>
        <c:tickLblPos val="nextTo"/>
        <c:spPr>
          <a:ln w="12700">
            <a:solidFill>
              <a:schemeClr val="tx2"/>
            </a:solidFill>
          </a:ln>
        </c:spPr>
        <c:crossAx val="425462328"/>
        <c:crosses val="autoZero"/>
        <c:auto val="1"/>
        <c:lblAlgn val="ctr"/>
        <c:lblOffset val="100"/>
        <c:noMultiLvlLbl val="0"/>
      </c:catAx>
      <c:valAx>
        <c:axId val="425462328"/>
        <c:scaling>
          <c:orientation val="minMax"/>
        </c:scaling>
        <c:delete val="0"/>
        <c:axPos val="l"/>
        <c:numFmt formatCode="General" sourceLinked="1"/>
        <c:majorTickMark val="out"/>
        <c:minorTickMark val="none"/>
        <c:tickLblPos val="nextTo"/>
        <c:spPr>
          <a:ln w="12700">
            <a:solidFill>
              <a:schemeClr val="tx2"/>
            </a:solidFill>
          </a:ln>
        </c:spPr>
        <c:crossAx val="425461936"/>
        <c:crosses val="autoZero"/>
        <c:crossBetween val="between"/>
      </c:valAx>
    </c:plotArea>
    <c:plotVisOnly val="1"/>
    <c:dispBlanksAs val="gap"/>
    <c:showDLblsOverMax val="0"/>
  </c:chart>
  <c:txPr>
    <a:bodyPr/>
    <a:lstStyle/>
    <a:p>
      <a:pPr>
        <a:defRPr sz="1200"/>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185662635545846"/>
          <c:y val="0.13158212177993242"/>
          <c:w val="0.82509312322576167"/>
          <c:h val="0.74474610581390011"/>
        </c:manualLayout>
      </c:layout>
      <c:bubbleChart>
        <c:varyColors val="0"/>
        <c:ser>
          <c:idx val="0"/>
          <c:order val="0"/>
          <c:tx>
            <c:strRef>
              <c:f>Sheet1!$B$1</c:f>
              <c:strCache>
                <c:ptCount val="1"/>
                <c:pt idx="0">
                  <c:v>Y の値</c:v>
                </c:pt>
              </c:strCache>
            </c:strRef>
          </c:tx>
          <c:spPr>
            <a:solidFill>
              <a:schemeClr val="accent1"/>
            </a:solidFill>
            <a:ln w="12700">
              <a:solidFill>
                <a:schemeClr val="bg1"/>
              </a:solidFill>
            </a:ln>
          </c:spPr>
          <c:invertIfNegative val="0"/>
          <c:dPt>
            <c:idx val="0"/>
            <c:invertIfNegative val="0"/>
            <c:bubble3D val="0"/>
            <c:extLst>
              <c:ext xmlns:c16="http://schemas.microsoft.com/office/drawing/2014/chart" uri="{C3380CC4-5D6E-409C-BE32-E72D297353CC}">
                <c16:uniqueId val="{00000000-F322-41C0-B783-4C19921FD57A}"/>
              </c:ext>
            </c:extLst>
          </c:dPt>
          <c:dPt>
            <c:idx val="1"/>
            <c:invertIfNegative val="0"/>
            <c:bubble3D val="0"/>
            <c:extLst>
              <c:ext xmlns:c16="http://schemas.microsoft.com/office/drawing/2014/chart" uri="{C3380CC4-5D6E-409C-BE32-E72D297353CC}">
                <c16:uniqueId val="{00000001-F322-41C0-B783-4C19921FD57A}"/>
              </c:ext>
            </c:extLst>
          </c:dPt>
          <c:dPt>
            <c:idx val="2"/>
            <c:invertIfNegative val="0"/>
            <c:bubble3D val="0"/>
            <c:extLst>
              <c:ext xmlns:c16="http://schemas.microsoft.com/office/drawing/2014/chart" uri="{C3380CC4-5D6E-409C-BE32-E72D297353CC}">
                <c16:uniqueId val="{00000002-F322-41C0-B783-4C19921FD57A}"/>
              </c:ext>
            </c:extLst>
          </c:dPt>
          <c:dPt>
            <c:idx val="3"/>
            <c:invertIfNegative val="0"/>
            <c:bubble3D val="0"/>
            <c:extLst>
              <c:ext xmlns:c16="http://schemas.microsoft.com/office/drawing/2014/chart" uri="{C3380CC4-5D6E-409C-BE32-E72D297353CC}">
                <c16:uniqueId val="{00000003-F322-41C0-B783-4C19921FD57A}"/>
              </c:ext>
            </c:extLst>
          </c:dPt>
          <c:dPt>
            <c:idx val="4"/>
            <c:invertIfNegative val="0"/>
            <c:bubble3D val="0"/>
            <c:extLst>
              <c:ext xmlns:c16="http://schemas.microsoft.com/office/drawing/2014/chart" uri="{C3380CC4-5D6E-409C-BE32-E72D297353CC}">
                <c16:uniqueId val="{00000004-F322-41C0-B783-4C19921FD57A}"/>
              </c:ext>
            </c:extLst>
          </c:dPt>
          <c:dPt>
            <c:idx val="5"/>
            <c:invertIfNegative val="0"/>
            <c:bubble3D val="0"/>
            <c:extLst>
              <c:ext xmlns:c16="http://schemas.microsoft.com/office/drawing/2014/chart" uri="{C3380CC4-5D6E-409C-BE32-E72D297353CC}">
                <c16:uniqueId val="{00000005-F322-41C0-B783-4C19921FD57A}"/>
              </c:ext>
            </c:extLst>
          </c:dPt>
          <c:dPt>
            <c:idx val="6"/>
            <c:invertIfNegative val="0"/>
            <c:bubble3D val="0"/>
            <c:extLst>
              <c:ext xmlns:c16="http://schemas.microsoft.com/office/drawing/2014/chart" uri="{C3380CC4-5D6E-409C-BE32-E72D297353CC}">
                <c16:uniqueId val="{00000006-F322-41C0-B783-4C19921FD57A}"/>
              </c:ext>
            </c:extLst>
          </c:dPt>
          <c:dPt>
            <c:idx val="7"/>
            <c:invertIfNegative val="0"/>
            <c:bubble3D val="0"/>
            <c:extLst>
              <c:ext xmlns:c16="http://schemas.microsoft.com/office/drawing/2014/chart" uri="{C3380CC4-5D6E-409C-BE32-E72D297353CC}">
                <c16:uniqueId val="{00000007-F322-41C0-B783-4C19921FD57A}"/>
              </c:ext>
            </c:extLst>
          </c:dPt>
          <c:dPt>
            <c:idx val="8"/>
            <c:invertIfNegative val="0"/>
            <c:bubble3D val="0"/>
            <c:extLst>
              <c:ext xmlns:c16="http://schemas.microsoft.com/office/drawing/2014/chart" uri="{C3380CC4-5D6E-409C-BE32-E72D297353CC}">
                <c16:uniqueId val="{00000008-F322-41C0-B783-4C19921FD57A}"/>
              </c:ext>
            </c:extLst>
          </c:dPt>
          <c:dPt>
            <c:idx val="9"/>
            <c:invertIfNegative val="0"/>
            <c:bubble3D val="0"/>
            <c:extLst>
              <c:ext xmlns:c16="http://schemas.microsoft.com/office/drawing/2014/chart" uri="{C3380CC4-5D6E-409C-BE32-E72D297353CC}">
                <c16:uniqueId val="{00000009-F322-41C0-B783-4C19921FD57A}"/>
              </c:ext>
            </c:extLst>
          </c:dPt>
          <c:dPt>
            <c:idx val="10"/>
            <c:invertIfNegative val="0"/>
            <c:bubble3D val="0"/>
            <c:extLst>
              <c:ext xmlns:c16="http://schemas.microsoft.com/office/drawing/2014/chart" uri="{C3380CC4-5D6E-409C-BE32-E72D297353CC}">
                <c16:uniqueId val="{0000000A-F322-41C0-B783-4C19921FD57A}"/>
              </c:ext>
            </c:extLst>
          </c:dPt>
          <c:dLbls>
            <c:dLbl>
              <c:idx val="0"/>
              <c:tx>
                <c:rich>
                  <a:bodyPr/>
                  <a:lstStyle/>
                  <a:p>
                    <a:r>
                      <a:rPr lang="en-US" altLang="ja-JP" sz="1200" b="0" i="0" u="none" strike="noStrike" baseline="0"/>
                      <a:t>XXX</a:t>
                    </a:r>
                    <a:endParaRPr lang="en-US" alt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F322-41C0-B783-4C19921FD57A}"/>
                </c:ext>
              </c:extLst>
            </c:dLbl>
            <c:dLbl>
              <c:idx val="1"/>
              <c:layout>
                <c:manualLayout>
                  <c:x val="-8.404832315323062E-3"/>
                  <c:y val="-1.8457481872116023E-2"/>
                </c:manualLayout>
              </c:layout>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F322-41C0-B783-4C19921FD57A}"/>
                </c:ext>
              </c:extLst>
            </c:dLbl>
            <c:dLbl>
              <c:idx val="2"/>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F322-41C0-B783-4C19921FD57A}"/>
                </c:ext>
              </c:extLst>
            </c:dLbl>
            <c:dLbl>
              <c:idx val="3"/>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F322-41C0-B783-4C19921FD57A}"/>
                </c:ext>
              </c:extLst>
            </c:dLbl>
            <c:dLbl>
              <c:idx val="4"/>
              <c:layout>
                <c:manualLayout>
                  <c:x val="-4.2024161576614165E-3"/>
                  <c:y val="3.1641397495056865E-2"/>
                </c:manualLayout>
              </c:layout>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F322-41C0-B783-4C19921FD57A}"/>
                </c:ext>
              </c:extLst>
            </c:dLbl>
            <c:dLbl>
              <c:idx val="5"/>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F322-41C0-B783-4C19921FD57A}"/>
                </c:ext>
              </c:extLst>
            </c:dLbl>
            <c:dLbl>
              <c:idx val="6"/>
              <c:tx>
                <c:rich>
                  <a:bodyPr/>
                  <a:lstStyle/>
                  <a:p>
                    <a:r>
                      <a:rPr lang="en-US" altLang="ja-JP"/>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F322-41C0-B783-4C19921FD57A}"/>
                </c:ext>
              </c:extLst>
            </c:dLbl>
            <c:dLbl>
              <c:idx val="7"/>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F322-41C0-B783-4C19921FD57A}"/>
                </c:ext>
              </c:extLst>
            </c:dLbl>
            <c:dLbl>
              <c:idx val="8"/>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F322-41C0-B783-4C19921FD57A}"/>
                </c:ext>
              </c:extLst>
            </c:dLbl>
            <c:dLbl>
              <c:idx val="9"/>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F322-41C0-B783-4C19921FD57A}"/>
                </c:ext>
              </c:extLst>
            </c:dLbl>
            <c:dLbl>
              <c:idx val="10"/>
              <c:tx>
                <c:rich>
                  <a:bodyPr/>
                  <a:lstStyle/>
                  <a:p>
                    <a:r>
                      <a:rPr lang="en-US" altLang="ja-JP" sz="1200" b="0" i="0" u="none" strike="noStrike" baseline="0"/>
                      <a:t>XXX</a:t>
                    </a:r>
                    <a:endParaRPr lang="en-US" altLang="en-US"/>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F322-41C0-B783-4C19921FD57A}"/>
                </c:ext>
              </c:extLst>
            </c:dLbl>
            <c:spPr>
              <a:noFill/>
              <a:ln>
                <a:noFill/>
              </a:ln>
              <a:effectLst/>
            </c:spPr>
            <c:dLblPos val="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numRef>
              <c:f>Sheet1!$A$2:$A$12</c:f>
              <c:numCache>
                <c:formatCode>General</c:formatCode>
                <c:ptCount val="11"/>
                <c:pt idx="0">
                  <c:v>20</c:v>
                </c:pt>
                <c:pt idx="1">
                  <c:v>11</c:v>
                </c:pt>
                <c:pt idx="2">
                  <c:v>36</c:v>
                </c:pt>
                <c:pt idx="3">
                  <c:v>48</c:v>
                </c:pt>
                <c:pt idx="4">
                  <c:v>56</c:v>
                </c:pt>
                <c:pt idx="5">
                  <c:v>70</c:v>
                </c:pt>
                <c:pt idx="6">
                  <c:v>10</c:v>
                </c:pt>
                <c:pt idx="7">
                  <c:v>30</c:v>
                </c:pt>
                <c:pt idx="8">
                  <c:v>88</c:v>
                </c:pt>
                <c:pt idx="9">
                  <c:v>22</c:v>
                </c:pt>
                <c:pt idx="10">
                  <c:v>60</c:v>
                </c:pt>
              </c:numCache>
            </c:numRef>
          </c:xVal>
          <c:yVal>
            <c:numRef>
              <c:f>Sheet1!$B$2:$B$12</c:f>
              <c:numCache>
                <c:formatCode>General</c:formatCode>
                <c:ptCount val="11"/>
                <c:pt idx="0">
                  <c:v>20.399999999999999</c:v>
                </c:pt>
                <c:pt idx="1">
                  <c:v>27.4</c:v>
                </c:pt>
                <c:pt idx="2">
                  <c:v>90</c:v>
                </c:pt>
                <c:pt idx="3">
                  <c:v>20.399999999999999</c:v>
                </c:pt>
                <c:pt idx="4">
                  <c:v>85</c:v>
                </c:pt>
                <c:pt idx="5">
                  <c:v>40</c:v>
                </c:pt>
                <c:pt idx="6">
                  <c:v>95</c:v>
                </c:pt>
                <c:pt idx="7">
                  <c:v>60</c:v>
                </c:pt>
                <c:pt idx="8">
                  <c:v>110</c:v>
                </c:pt>
                <c:pt idx="9">
                  <c:v>30</c:v>
                </c:pt>
                <c:pt idx="10">
                  <c:v>105</c:v>
                </c:pt>
              </c:numCache>
            </c:numRef>
          </c:yVal>
          <c:bubbleSize>
            <c:numRef>
              <c:f>Sheet1!$C$2:$C$12</c:f>
              <c:numCache>
                <c:formatCode>General</c:formatCode>
                <c:ptCount val="11"/>
                <c:pt idx="0">
                  <c:v>33</c:v>
                </c:pt>
                <c:pt idx="1">
                  <c:v>5</c:v>
                </c:pt>
                <c:pt idx="2">
                  <c:v>11</c:v>
                </c:pt>
                <c:pt idx="3">
                  <c:v>80</c:v>
                </c:pt>
                <c:pt idx="4">
                  <c:v>100</c:v>
                </c:pt>
                <c:pt idx="5">
                  <c:v>5</c:v>
                </c:pt>
                <c:pt idx="6">
                  <c:v>150</c:v>
                </c:pt>
                <c:pt idx="7">
                  <c:v>40</c:v>
                </c:pt>
                <c:pt idx="8">
                  <c:v>2</c:v>
                </c:pt>
                <c:pt idx="9">
                  <c:v>20</c:v>
                </c:pt>
                <c:pt idx="10">
                  <c:v>250</c:v>
                </c:pt>
              </c:numCache>
            </c:numRef>
          </c:bubbleSize>
          <c:bubble3D val="0"/>
          <c:extLst>
            <c:ext xmlns:c16="http://schemas.microsoft.com/office/drawing/2014/chart" uri="{C3380CC4-5D6E-409C-BE32-E72D297353CC}">
              <c16:uniqueId val="{0000000B-F322-41C0-B783-4C19921FD57A}"/>
            </c:ext>
          </c:extLst>
        </c:ser>
        <c:dLbls>
          <c:showLegendKey val="0"/>
          <c:showVal val="1"/>
          <c:showCatName val="0"/>
          <c:showSerName val="0"/>
          <c:showPercent val="0"/>
          <c:showBubbleSize val="0"/>
        </c:dLbls>
        <c:bubbleScale val="100"/>
        <c:showNegBubbles val="0"/>
        <c:axId val="370426016"/>
        <c:axId val="370428368"/>
      </c:bubbleChart>
      <c:valAx>
        <c:axId val="370426016"/>
        <c:scaling>
          <c:orientation val="minMax"/>
          <c:max val="100"/>
          <c:min val="0"/>
        </c:scaling>
        <c:delete val="0"/>
        <c:axPos val="b"/>
        <c:numFmt formatCode="General" sourceLinked="1"/>
        <c:majorTickMark val="out"/>
        <c:minorTickMark val="none"/>
        <c:tickLblPos val="nextTo"/>
        <c:spPr>
          <a:ln w="12700">
            <a:solidFill>
              <a:schemeClr val="tx2"/>
            </a:solidFill>
          </a:ln>
        </c:spPr>
        <c:crossAx val="370428368"/>
        <c:crosses val="autoZero"/>
        <c:crossBetween val="midCat"/>
      </c:valAx>
      <c:valAx>
        <c:axId val="370428368"/>
        <c:scaling>
          <c:orientation val="minMax"/>
        </c:scaling>
        <c:delete val="0"/>
        <c:axPos val="l"/>
        <c:numFmt formatCode="General" sourceLinked="1"/>
        <c:majorTickMark val="out"/>
        <c:minorTickMark val="none"/>
        <c:tickLblPos val="nextTo"/>
        <c:spPr>
          <a:ln w="12700">
            <a:solidFill>
              <a:schemeClr val="tx2"/>
            </a:solidFill>
          </a:ln>
        </c:spPr>
        <c:crossAx val="370426016"/>
        <c:crosses val="autoZero"/>
        <c:crossBetween val="midCat"/>
      </c:valAx>
      <c:spPr>
        <a:ln>
          <a:noFill/>
        </a:ln>
      </c:spPr>
    </c:plotArea>
    <c:plotVisOnly val="1"/>
    <c:dispBlanksAs val="gap"/>
    <c:showDLblsOverMax val="0"/>
  </c:chart>
  <c:txPr>
    <a:bodyPr/>
    <a:lstStyle/>
    <a:p>
      <a:pPr>
        <a:defRPr sz="1200"/>
      </a:pPr>
      <a:endParaRPr lang="ja-JP"/>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店舗数</c:v>
                </c:pt>
              </c:strCache>
            </c:strRef>
          </c:tx>
          <c:spPr>
            <a:solidFill>
              <a:srgbClr val="004CA0"/>
            </a:solidFill>
            <a:ln>
              <a:noFill/>
            </a:ln>
            <a:effectLst/>
          </c:spPr>
          <c:invertIfNegative val="0"/>
          <c:dLbls>
            <c:showLegendKey val="0"/>
            <c:showVal val="1"/>
            <c:showCatName val="0"/>
            <c:showSerName val="0"/>
            <c:showPercent val="0"/>
            <c:showBubbleSize val="0"/>
          </c:dLbls>
          <c:cat>
            <c:strRef>
              <c:f>Sheet1!$A$2:$A$4</c:f>
              <c:strCache>
                <c:ptCount val="3"/>
                <c:pt idx="0">
                  <c:v>ユニクロ</c:v>
                </c:pt>
                <c:pt idx="1">
                  <c:v>無印良品</c:v>
                </c:pt>
                <c:pt idx="2">
                  <c:v>ABCマート</c:v>
                </c:pt>
              </c:strCache>
            </c:strRef>
          </c:cat>
          <c:val>
            <c:numRef>
              <c:f>Sheet1!$B$2:$B$4</c:f>
              <c:numCache>
                <c:formatCode>General</c:formatCode>
                <c:ptCount val="3"/>
                <c:pt idx="0">
                  <c:v>32</c:v>
                </c:pt>
                <c:pt idx="1">
                  <c:v>17</c:v>
                </c:pt>
                <c:pt idx="2">
                  <c:v>5</c:v>
                </c:pt>
              </c:numCache>
            </c:numRef>
          </c:val>
          <c:extLst>
            <c:ext xmlns:c16="http://schemas.microsoft.com/office/drawing/2014/chart" uri="{C3380CC4-5D6E-409C-BE32-E72D297353CC}">
              <c16:uniqueId val="{00000000-8BB8-5848-83F7-814FCC5108FE}"/>
            </c:ext>
          </c:extLst>
        </c:ser>
        <c:dLbls>
          <c:showLegendKey val="0"/>
          <c:showVal val="0"/>
          <c:showCatName val="0"/>
          <c:showSerName val="0"/>
          <c:showPercent val="0"/>
          <c:showBubbleSize val="0"/>
        </c:dLbls>
        <c:gapWidth val="31"/>
        <c:overlap val="-27"/>
        <c:axId val="2072058431"/>
        <c:axId val="97533248"/>
      </c:barChart>
      <c:catAx>
        <c:axId val="2072058431"/>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l"/>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ブランド価値</c:v>
                </c:pt>
              </c:strCache>
            </c:strRef>
          </c:tx>
          <c:spPr>
            <a:solidFill>
              <a:srgbClr val="004CA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2400" b="1" i="0" u="none" strike="noStrike" kern="1200" baseline="0">
                    <a:solidFill>
                      <a:schemeClr val="bg1"/>
                    </a:solidFill>
                    <a:latin typeface="+mn-lt"/>
                    <a:ea typeface="+mn-ea"/>
                    <a:cs typeface="+mn-cs"/>
                  </a:defRPr>
                </a:pPr>
                <a:endParaRPr lang="ja-JP"/>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Viettel Group</c:v>
                </c:pt>
                <c:pt idx="1">
                  <c:v>Vinamilk</c:v>
                </c:pt>
                <c:pt idx="2">
                  <c:v>Vietcombank</c:v>
                </c:pt>
                <c:pt idx="3">
                  <c:v>VietinBank</c:v>
                </c:pt>
                <c:pt idx="4">
                  <c:v>Techcombank</c:v>
                </c:pt>
                <c:pt idx="5">
                  <c:v>BIDV</c:v>
                </c:pt>
                <c:pt idx="6">
                  <c:v>Vinhomes</c:v>
                </c:pt>
                <c:pt idx="7">
                  <c:v>MB Bank</c:v>
                </c:pt>
                <c:pt idx="8">
                  <c:v>Agribank</c:v>
                </c:pt>
                <c:pt idx="9">
                  <c:v>FPT</c:v>
                </c:pt>
              </c:strCache>
            </c:strRef>
          </c:cat>
          <c:val>
            <c:numRef>
              <c:f>Sheet1!$B$2:$B$11</c:f>
              <c:numCache>
                <c:formatCode>General</c:formatCode>
                <c:ptCount val="10"/>
                <c:pt idx="0">
                  <c:v>7.4</c:v>
                </c:pt>
                <c:pt idx="1">
                  <c:v>2.6</c:v>
                </c:pt>
                <c:pt idx="2">
                  <c:v>2.4</c:v>
                </c:pt>
                <c:pt idx="3">
                  <c:v>1.6</c:v>
                </c:pt>
                <c:pt idx="4">
                  <c:v>1.6</c:v>
                </c:pt>
                <c:pt idx="5">
                  <c:v>1.6</c:v>
                </c:pt>
                <c:pt idx="6">
                  <c:v>1.6</c:v>
                </c:pt>
                <c:pt idx="7">
                  <c:v>1.6</c:v>
                </c:pt>
                <c:pt idx="8">
                  <c:v>1.3</c:v>
                </c:pt>
                <c:pt idx="9">
                  <c:v>1.2</c:v>
                </c:pt>
              </c:numCache>
            </c:numRef>
          </c:val>
          <c:extLst>
            <c:ext xmlns:c16="http://schemas.microsoft.com/office/drawing/2014/chart" uri="{C3380CC4-5D6E-409C-BE32-E72D297353CC}">
              <c16:uniqueId val="{00000000-101C-CD40-BEDB-FBA3B1A8DCD4}"/>
            </c:ext>
          </c:extLst>
        </c:ser>
        <c:dLbls>
          <c:showLegendKey val="0"/>
          <c:showVal val="0"/>
          <c:showCatName val="0"/>
          <c:showSerName val="0"/>
          <c:showPercent val="0"/>
          <c:showBubbleSize val="0"/>
        </c:dLbls>
        <c:gapWidth val="16"/>
        <c:axId val="1292779520"/>
        <c:axId val="1292782656"/>
      </c:barChart>
      <c:catAx>
        <c:axId val="1292779520"/>
        <c:scaling>
          <c:orientation val="maxMin"/>
        </c:scaling>
        <c:delete val="0"/>
        <c:axPos val="l"/>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000" b="0" i="0" u="none" strike="noStrike" kern="1200" baseline="0">
                <a:solidFill>
                  <a:schemeClr val="tx1"/>
                </a:solidFill>
                <a:latin typeface="+mn-lt"/>
                <a:ea typeface="+mn-ea"/>
                <a:cs typeface="+mn-cs"/>
              </a:defRPr>
            </a:pPr>
            <a:endParaRPr lang="ja-JP"/>
          </a:p>
        </c:txPr>
        <c:crossAx val="1292782656"/>
        <c:crosses val="autoZero"/>
        <c:auto val="1"/>
        <c:lblAlgn val="ctr"/>
        <c:lblOffset val="100"/>
        <c:noMultiLvlLbl val="0"/>
      </c:catAx>
      <c:valAx>
        <c:axId val="1292782656"/>
        <c:scaling>
          <c:orientation val="minMax"/>
        </c:scaling>
        <c:delete val="0"/>
        <c:axPos val="t"/>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000" b="0" i="0" u="none" strike="noStrike" kern="1200" baseline="0">
                <a:solidFill>
                  <a:schemeClr val="tx1"/>
                </a:solidFill>
                <a:latin typeface="+mn-lt"/>
                <a:ea typeface="+mn-ea"/>
                <a:cs typeface="+mn-cs"/>
              </a:defRPr>
            </a:pPr>
            <a:endParaRPr lang="ja-JP"/>
          </a:p>
        </c:txPr>
        <c:crossAx val="12927795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店舗数</c:v>
                </c:pt>
              </c:strCache>
            </c:strRef>
          </c:tx>
          <c:spPr>
            <a:solidFill>
              <a:srgbClr val="004CA0"/>
            </a:solidFill>
            <a:ln>
              <a:noFill/>
            </a:ln>
            <a:effectLst/>
          </c:spPr>
          <c:invertIfNegative val="0"/>
          <c:dLbls>
            <c:showLegendKey val="0"/>
            <c:showVal val="1"/>
            <c:showCatName val="0"/>
            <c:showSerName val="0"/>
            <c:showPercent val="0"/>
            <c:showBubbleSize val="0"/>
          </c:dLbls>
          <c:cat>
            <c:strRef>
              <c:f>Sheet1!$A$2:$A$6</c:f>
              <c:strCache>
                <c:ptCount val="5"/>
                <c:pt idx="0">
                  <c:v>フィリピン</c:v>
                </c:pt>
                <c:pt idx="1">
                  <c:v>米国</c:v>
                </c:pt>
                <c:pt idx="2">
                  <c:v>ベトナム</c:v>
                </c:pt>
                <c:pt idx="3">
                  <c:v>台湾</c:v>
                </c:pt>
                <c:pt idx="4">
                  <c:v>韓国</c:v>
                </c:pt>
              </c:strCache>
            </c:strRef>
          </c:cat>
          <c:val>
            <c:numRef>
              <c:f>Sheet1!$B$2:$B$6</c:f>
              <c:numCache>
                <c:formatCode>General</c:formatCode>
                <c:ptCount val="5"/>
                <c:pt idx="0">
                  <c:v>2</c:v>
                </c:pt>
                <c:pt idx="1">
                  <c:v>7</c:v>
                </c:pt>
                <c:pt idx="2">
                  <c:v>5</c:v>
                </c:pt>
                <c:pt idx="3">
                  <c:v>63</c:v>
                </c:pt>
                <c:pt idx="4">
                  <c:v>317</c:v>
                </c:pt>
              </c:numCache>
            </c:numRef>
          </c:val>
          <c:extLst>
            <c:ext xmlns:c16="http://schemas.microsoft.com/office/drawing/2014/chart" uri="{C3380CC4-5D6E-409C-BE32-E72D297353CC}">
              <c16:uniqueId val="{00000001-0017-574F-83B7-971BF8C4B8A8}"/>
            </c:ext>
          </c:extLst>
        </c:ser>
        <c:dLbls>
          <c:showLegendKey val="0"/>
          <c:showVal val="0"/>
          <c:showCatName val="0"/>
          <c:showSerName val="0"/>
          <c:showPercent val="0"/>
          <c:showBubbleSize val="0"/>
        </c:dLbls>
        <c:gapWidth val="10"/>
        <c:axId val="2072058431"/>
        <c:axId val="97533248"/>
      </c:barChart>
      <c:catAx>
        <c:axId val="2072058431"/>
        <c:scaling>
          <c:orientation val="maxMin"/>
        </c:scaling>
        <c:delete val="0"/>
        <c:axPos val="l"/>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t"/>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一人当たりGDP（名目/米ドル）</c:v>
                </c:pt>
              </c:strCache>
            </c:strRef>
          </c:tx>
          <c:spPr>
            <a:solidFill>
              <a:srgbClr val="004CA0"/>
            </a:solidFill>
            <a:ln>
              <a:noFill/>
            </a:ln>
            <a:effectLst/>
          </c:spPr>
          <c:invertIfNegative val="0"/>
          <c:cat>
            <c:strRef>
              <c:f>Sheet1!$A$2:$A$6</c:f>
              <c:strCache>
                <c:ptCount val="5"/>
                <c:pt idx="0">
                  <c:v>2025年実績</c:v>
                </c:pt>
                <c:pt idx="1">
                  <c:v>ベトナム政府目標</c:v>
                </c:pt>
                <c:pt idx="2">
                  <c:v>OECD</c:v>
                </c:pt>
                <c:pt idx="3">
                  <c:v>ADB</c:v>
                </c:pt>
                <c:pt idx="4">
                  <c:v>Techcombank </c:v>
                </c:pt>
              </c:strCache>
            </c:strRef>
          </c:cat>
          <c:val>
            <c:numRef>
              <c:f>Sheet1!$B$2:$B$6</c:f>
              <c:numCache>
                <c:formatCode>General</c:formatCode>
                <c:ptCount val="5"/>
                <c:pt idx="0">
                  <c:v>3.5</c:v>
                </c:pt>
                <c:pt idx="1">
                  <c:v>5</c:v>
                </c:pt>
                <c:pt idx="2">
                  <c:v>3.8</c:v>
                </c:pt>
                <c:pt idx="3">
                  <c:v>3.8</c:v>
                </c:pt>
                <c:pt idx="4">
                  <c:v>4</c:v>
                </c:pt>
              </c:numCache>
            </c:numRef>
          </c:val>
          <c:extLst>
            <c:ext xmlns:c16="http://schemas.microsoft.com/office/drawing/2014/chart" uri="{C3380CC4-5D6E-409C-BE32-E72D297353CC}">
              <c16:uniqueId val="{00000001-0017-574F-83B7-971BF8C4B8A8}"/>
            </c:ext>
          </c:extLst>
        </c:ser>
        <c:dLbls>
          <c:showLegendKey val="0"/>
          <c:showVal val="0"/>
          <c:showCatName val="0"/>
          <c:showSerName val="0"/>
          <c:showPercent val="0"/>
          <c:showBubbleSize val="0"/>
        </c:dLbls>
        <c:gapWidth val="10"/>
        <c:axId val="2072058431"/>
        <c:axId val="97533248"/>
      </c:barChart>
      <c:catAx>
        <c:axId val="2072058431"/>
        <c:scaling>
          <c:orientation val="maxMin"/>
        </c:scaling>
        <c:delete val="0"/>
        <c:axPos val="l"/>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t"/>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一人当たりGDP（名目/米ドル）</c:v>
                </c:pt>
              </c:strCache>
            </c:strRef>
          </c:tx>
          <c:spPr>
            <a:solidFill>
              <a:srgbClr val="004CA0"/>
            </a:solidFill>
            <a:ln>
              <a:noFill/>
            </a:ln>
            <a:effectLst/>
          </c:spPr>
          <c:invertIfNegative val="0"/>
          <c:cat>
            <c:strRef>
              <c:f>Sheet1!$A$2:$A$6</c:f>
              <c:strCache>
                <c:ptCount val="5"/>
                <c:pt idx="0">
                  <c:v>2025年実績</c:v>
                </c:pt>
                <c:pt idx="1">
                  <c:v>ベトナム政府目標</c:v>
                </c:pt>
                <c:pt idx="2">
                  <c:v>OECD</c:v>
                </c:pt>
                <c:pt idx="3">
                  <c:v>ADB</c:v>
                </c:pt>
                <c:pt idx="4">
                  <c:v>Techcombank </c:v>
                </c:pt>
              </c:strCache>
            </c:strRef>
          </c:cat>
          <c:val>
            <c:numRef>
              <c:f>Sheet1!$B$2:$B$6</c:f>
              <c:numCache>
                <c:formatCode>General</c:formatCode>
                <c:ptCount val="5"/>
                <c:pt idx="0">
                  <c:v>3.5</c:v>
                </c:pt>
                <c:pt idx="1">
                  <c:v>5</c:v>
                </c:pt>
                <c:pt idx="2">
                  <c:v>3.8</c:v>
                </c:pt>
                <c:pt idx="3">
                  <c:v>3.8</c:v>
                </c:pt>
                <c:pt idx="4">
                  <c:v>4</c:v>
                </c:pt>
              </c:numCache>
            </c:numRef>
          </c:val>
          <c:extLst>
            <c:ext xmlns:c16="http://schemas.microsoft.com/office/drawing/2014/chart" uri="{C3380CC4-5D6E-409C-BE32-E72D297353CC}">
              <c16:uniqueId val="{00000001-0017-574F-83B7-971BF8C4B8A8}"/>
            </c:ext>
          </c:extLst>
        </c:ser>
        <c:dLbls>
          <c:showLegendKey val="0"/>
          <c:showVal val="0"/>
          <c:showCatName val="0"/>
          <c:showSerName val="0"/>
          <c:showPercent val="0"/>
          <c:showBubbleSize val="0"/>
        </c:dLbls>
        <c:gapWidth val="10"/>
        <c:axId val="2072058431"/>
        <c:axId val="97533248"/>
      </c:barChart>
      <c:catAx>
        <c:axId val="2072058431"/>
        <c:scaling>
          <c:orientation val="maxMin"/>
        </c:scaling>
        <c:delete val="0"/>
        <c:axPos val="l"/>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97533248"/>
        <c:crosses val="autoZero"/>
        <c:auto val="1"/>
        <c:lblAlgn val="ctr"/>
        <c:lblOffset val="100"/>
        <c:noMultiLvlLbl val="0"/>
      </c:catAx>
      <c:valAx>
        <c:axId val="97533248"/>
        <c:scaling>
          <c:orientation val="minMax"/>
        </c:scaling>
        <c:delete val="0"/>
        <c:axPos val="t"/>
        <c:numFmt formatCode="#,##0_);[Red]\(#,##0\)" sourceLinked="0"/>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ja-JP"/>
          </a:p>
        </c:txPr>
        <c:crossAx val="2072058431"/>
        <c:crosses val="autoZero"/>
        <c:crossBetween val="between"/>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1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3C4373A1-FE00-4733-AF9A-71E0E334C23C}"/>
              </a:ext>
            </a:extLst>
          </p:cNvPr>
          <p:cNvSpPr>
            <a:spLocks noGrp="1"/>
          </p:cNvSpPr>
          <p:nvPr>
            <p:ph type="hdr" sz="quarter"/>
          </p:nvPr>
        </p:nvSpPr>
        <p:spPr>
          <a:xfrm>
            <a:off x="0" y="0"/>
            <a:ext cx="2984500" cy="50165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2F023D47-A391-4A95-884A-590035A579CE}"/>
              </a:ext>
            </a:extLst>
          </p:cNvPr>
          <p:cNvSpPr>
            <a:spLocks noGrp="1"/>
          </p:cNvSpPr>
          <p:nvPr>
            <p:ph type="dt" sz="quarter" idx="1"/>
          </p:nvPr>
        </p:nvSpPr>
        <p:spPr>
          <a:xfrm>
            <a:off x="3902075" y="0"/>
            <a:ext cx="2984500" cy="501650"/>
          </a:xfrm>
          <a:prstGeom prst="rect">
            <a:avLst/>
          </a:prstGeom>
        </p:spPr>
        <p:txBody>
          <a:bodyPr vert="horz" lIns="91440" tIns="45720" rIns="91440" bIns="45720" rtlCol="0"/>
          <a:lstStyle>
            <a:lvl1pPr algn="r">
              <a:defRPr sz="1200"/>
            </a:lvl1pPr>
          </a:lstStyle>
          <a:p>
            <a:fld id="{839E4F45-61BE-46AC-A79C-86A286B076DD}" type="datetimeFigureOut">
              <a:rPr kumimoji="1" lang="ja-JP" altLang="en-US" smtClean="0"/>
              <a:t>2026/7/30</a:t>
            </a:fld>
            <a:endParaRPr kumimoji="1" lang="ja-JP" altLang="en-US"/>
          </a:p>
        </p:txBody>
      </p:sp>
      <p:sp>
        <p:nvSpPr>
          <p:cNvPr id="4" name="フッター プレースホルダー 3">
            <a:extLst>
              <a:ext uri="{FF2B5EF4-FFF2-40B4-BE49-F238E27FC236}">
                <a16:creationId xmlns:a16="http://schemas.microsoft.com/office/drawing/2014/main" id="{F0FEAEB3-AA86-4E8A-BD5A-DC336DBFB4FE}"/>
              </a:ext>
            </a:extLst>
          </p:cNvPr>
          <p:cNvSpPr>
            <a:spLocks noGrp="1"/>
          </p:cNvSpPr>
          <p:nvPr>
            <p:ph type="ftr" sz="quarter" idx="2"/>
          </p:nvPr>
        </p:nvSpPr>
        <p:spPr>
          <a:xfrm>
            <a:off x="0" y="9518650"/>
            <a:ext cx="2984500" cy="501650"/>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791D313C-199E-4A6C-AAA8-CB175A73C071}"/>
              </a:ext>
            </a:extLst>
          </p:cNvPr>
          <p:cNvSpPr>
            <a:spLocks noGrp="1"/>
          </p:cNvSpPr>
          <p:nvPr>
            <p:ph type="sldNum" sz="quarter" idx="3"/>
          </p:nvPr>
        </p:nvSpPr>
        <p:spPr>
          <a:xfrm>
            <a:off x="3902075" y="9518650"/>
            <a:ext cx="2984500" cy="501650"/>
          </a:xfrm>
          <a:prstGeom prst="rect">
            <a:avLst/>
          </a:prstGeom>
        </p:spPr>
        <p:txBody>
          <a:bodyPr vert="horz" lIns="91440" tIns="45720" rIns="91440" bIns="45720" rtlCol="0" anchor="b"/>
          <a:lstStyle>
            <a:lvl1pPr algn="r">
              <a:defRPr sz="1200"/>
            </a:lvl1pPr>
          </a:lstStyle>
          <a:p>
            <a:fld id="{8BAF5827-3B4A-4E94-916B-1762E9E5C4DB}" type="slidenum">
              <a:rPr kumimoji="1" lang="ja-JP" altLang="en-US" smtClean="0"/>
              <a:t>‹#›</a:t>
            </a:fld>
            <a:endParaRPr kumimoji="1" lang="ja-JP" altLang="en-US"/>
          </a:p>
        </p:txBody>
      </p:sp>
    </p:spTree>
    <p:extLst>
      <p:ext uri="{BB962C8B-B14F-4D97-AF65-F5344CB8AC3E}">
        <p14:creationId xmlns:p14="http://schemas.microsoft.com/office/powerpoint/2010/main" val="503825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85466" cy="503030"/>
          </a:xfrm>
          <a:prstGeom prst="rect">
            <a:avLst/>
          </a:prstGeom>
        </p:spPr>
        <p:txBody>
          <a:bodyPr vert="horz" lIns="93122" tIns="46561" rIns="93122" bIns="46561" rtlCol="0"/>
          <a:lstStyle>
            <a:lvl1pPr algn="l">
              <a:defRPr sz="1200"/>
            </a:lvl1pPr>
          </a:lstStyle>
          <a:p>
            <a:endParaRPr kumimoji="1" lang="ja-JP" altLang="en-US"/>
          </a:p>
        </p:txBody>
      </p:sp>
      <p:sp>
        <p:nvSpPr>
          <p:cNvPr id="3" name="日付プレースホルダー 2"/>
          <p:cNvSpPr>
            <a:spLocks noGrp="1"/>
          </p:cNvSpPr>
          <p:nvPr>
            <p:ph type="dt" idx="1"/>
          </p:nvPr>
        </p:nvSpPr>
        <p:spPr>
          <a:xfrm>
            <a:off x="3901074" y="0"/>
            <a:ext cx="2985465" cy="503030"/>
          </a:xfrm>
          <a:prstGeom prst="rect">
            <a:avLst/>
          </a:prstGeom>
        </p:spPr>
        <p:txBody>
          <a:bodyPr vert="horz" lIns="93122" tIns="46561" rIns="93122" bIns="46561" rtlCol="0"/>
          <a:lstStyle>
            <a:lvl1pPr algn="r">
              <a:defRPr sz="1200"/>
            </a:lvl1pPr>
          </a:lstStyle>
          <a:p>
            <a:fld id="{AAE2C4BB-DD5D-4EF0-8811-528209874544}" type="datetimeFigureOut">
              <a:rPr kumimoji="1" lang="ja-JP" altLang="en-US" smtClean="0"/>
              <a:t>2026/7/30</a:t>
            </a:fld>
            <a:endParaRPr kumimoji="1" lang="ja-JP" altLang="en-US"/>
          </a:p>
        </p:txBody>
      </p:sp>
      <p:sp>
        <p:nvSpPr>
          <p:cNvPr id="4" name="スライド イメージ プレースホルダー 3"/>
          <p:cNvSpPr>
            <a:spLocks noGrp="1" noRot="1" noChangeAspect="1"/>
          </p:cNvSpPr>
          <p:nvPr>
            <p:ph type="sldImg" idx="2"/>
          </p:nvPr>
        </p:nvSpPr>
        <p:spPr>
          <a:xfrm>
            <a:off x="1001713" y="1252538"/>
            <a:ext cx="4884737" cy="3381375"/>
          </a:xfrm>
          <a:prstGeom prst="rect">
            <a:avLst/>
          </a:prstGeom>
          <a:noFill/>
          <a:ln w="12700">
            <a:solidFill>
              <a:prstClr val="black"/>
            </a:solidFill>
          </a:ln>
        </p:spPr>
        <p:txBody>
          <a:bodyPr vert="horz" lIns="93122" tIns="46561" rIns="93122" bIns="46561" rtlCol="0" anchor="ctr"/>
          <a:lstStyle/>
          <a:p>
            <a:endParaRPr lang="ja-JP" altLang="en-US" dirty="0"/>
          </a:p>
        </p:txBody>
      </p:sp>
      <p:sp>
        <p:nvSpPr>
          <p:cNvPr id="5" name="ノート プレースホルダー 4"/>
          <p:cNvSpPr>
            <a:spLocks noGrp="1"/>
          </p:cNvSpPr>
          <p:nvPr>
            <p:ph type="body" sz="quarter" idx="3"/>
          </p:nvPr>
        </p:nvSpPr>
        <p:spPr>
          <a:xfrm>
            <a:off x="688330" y="4822320"/>
            <a:ext cx="5511505" cy="3945240"/>
          </a:xfrm>
          <a:prstGeom prst="rect">
            <a:avLst/>
          </a:prstGeom>
        </p:spPr>
        <p:txBody>
          <a:bodyPr vert="horz" lIns="93122" tIns="46561" rIns="93122" bIns="46561" rtlCol="0"/>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フッター プレースホルダー 5"/>
          <p:cNvSpPr>
            <a:spLocks noGrp="1"/>
          </p:cNvSpPr>
          <p:nvPr>
            <p:ph type="ftr" sz="quarter" idx="4"/>
          </p:nvPr>
        </p:nvSpPr>
        <p:spPr>
          <a:xfrm>
            <a:off x="1" y="9517270"/>
            <a:ext cx="2985466" cy="503030"/>
          </a:xfrm>
          <a:prstGeom prst="rect">
            <a:avLst/>
          </a:prstGeom>
        </p:spPr>
        <p:txBody>
          <a:bodyPr vert="horz" lIns="93122" tIns="46561" rIns="93122" bIns="46561"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901074" y="9517270"/>
            <a:ext cx="2985465" cy="503030"/>
          </a:xfrm>
          <a:prstGeom prst="rect">
            <a:avLst/>
          </a:prstGeom>
        </p:spPr>
        <p:txBody>
          <a:bodyPr vert="horz" lIns="93122" tIns="46561" rIns="93122" bIns="46561" rtlCol="0" anchor="b"/>
          <a:lstStyle>
            <a:lvl1pPr algn="r">
              <a:defRPr sz="1200"/>
            </a:lvl1pPr>
          </a:lstStyle>
          <a:p>
            <a:fld id="{24DE13BB-FCB6-4491-A87D-1E9BA7500F8E}" type="slidenum">
              <a:rPr kumimoji="1" lang="ja-JP" altLang="en-US" smtClean="0"/>
              <a:t>‹#›</a:t>
            </a:fld>
            <a:endParaRPr kumimoji="1" lang="ja-JP" altLang="en-US"/>
          </a:p>
        </p:txBody>
      </p:sp>
    </p:spTree>
    <p:extLst>
      <p:ext uri="{BB962C8B-B14F-4D97-AF65-F5344CB8AC3E}">
        <p14:creationId xmlns:p14="http://schemas.microsoft.com/office/powerpoint/2010/main" val="98985224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Arial" panose="020B0604020202020204" pitchFamily="34" charset="0"/>
        <a:ea typeface="+mn-ea"/>
        <a:cs typeface="+mn-cs"/>
      </a:defRPr>
    </a:lvl1pPr>
    <a:lvl2pPr marL="457200" algn="l" defTabSz="914400" rtl="0" eaLnBrk="1" latinLnBrk="0" hangingPunct="1">
      <a:defRPr kumimoji="1" sz="1200" kern="1200">
        <a:solidFill>
          <a:schemeClr val="tx1"/>
        </a:solidFill>
        <a:latin typeface="Arial" panose="020B0604020202020204" pitchFamily="34" charset="0"/>
        <a:ea typeface="+mn-ea"/>
        <a:cs typeface="+mn-cs"/>
      </a:defRPr>
    </a:lvl2pPr>
    <a:lvl3pPr marL="914400" algn="l" defTabSz="914400" rtl="0" eaLnBrk="1" latinLnBrk="0" hangingPunct="1">
      <a:defRPr kumimoji="1" sz="1200" kern="1200">
        <a:solidFill>
          <a:schemeClr val="tx1"/>
        </a:solidFill>
        <a:latin typeface="Arial" panose="020B0604020202020204" pitchFamily="34" charset="0"/>
        <a:ea typeface="+mn-ea"/>
        <a:cs typeface="+mn-cs"/>
      </a:defRPr>
    </a:lvl3pPr>
    <a:lvl4pPr marL="1371600" algn="l" defTabSz="914400" rtl="0" eaLnBrk="1" latinLnBrk="0" hangingPunct="1">
      <a:defRPr kumimoji="1" sz="1200" kern="1200">
        <a:solidFill>
          <a:schemeClr val="tx1"/>
        </a:solidFill>
        <a:latin typeface="Arial" panose="020B0604020202020204" pitchFamily="34" charset="0"/>
        <a:ea typeface="+mn-ea"/>
        <a:cs typeface="+mn-cs"/>
      </a:defRPr>
    </a:lvl4pPr>
    <a:lvl5pPr marL="1828800" algn="l" defTabSz="914400" rtl="0" eaLnBrk="1" latinLnBrk="0" hangingPunct="1">
      <a:defRPr kumimoji="1" sz="1200" kern="1200">
        <a:solidFill>
          <a:schemeClr val="tx1"/>
        </a:solidFill>
        <a:latin typeface="Arial" panose="020B0604020202020204" pitchFamily="34" charset="0"/>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E88AA-5983-C786-F846-F9DB9EC2C79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B9667A-DC8A-8D59-37C3-5BE745C968C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61AD56-AAF4-0247-12E3-33063FA8DD5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2C3278B-108F-E93D-A038-5AF61A6FC7A1}"/>
              </a:ext>
            </a:extLst>
          </p:cNvPr>
          <p:cNvSpPr>
            <a:spLocks noGrp="1"/>
          </p:cNvSpPr>
          <p:nvPr>
            <p:ph type="sldNum" sz="quarter" idx="5"/>
          </p:nvPr>
        </p:nvSpPr>
        <p:spPr/>
        <p:txBody>
          <a:bodyPr/>
          <a:lstStyle/>
          <a:p>
            <a:fld id="{24DE13BB-FCB6-4491-A87D-1E9BA7500F8E}" type="slidenum">
              <a:rPr kumimoji="1" lang="ja-JP" altLang="en-US" smtClean="0"/>
              <a:t>2</a:t>
            </a:fld>
            <a:endParaRPr kumimoji="1" lang="ja-JP" altLang="en-US"/>
          </a:p>
        </p:txBody>
      </p:sp>
    </p:spTree>
    <p:extLst>
      <p:ext uri="{BB962C8B-B14F-4D97-AF65-F5344CB8AC3E}">
        <p14:creationId xmlns:p14="http://schemas.microsoft.com/office/powerpoint/2010/main" val="1422595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A45E-8ADF-9F6E-5319-A9864F54460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8A2A689-19A5-8165-221A-1AE92476857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C94111F-5FBB-DC5E-E909-2F250EB723D3}"/>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780EB82-83F0-636B-5DCB-5B5C86DFF1A8}"/>
              </a:ext>
            </a:extLst>
          </p:cNvPr>
          <p:cNvSpPr>
            <a:spLocks noGrp="1"/>
          </p:cNvSpPr>
          <p:nvPr>
            <p:ph type="sldNum" sz="quarter" idx="5"/>
          </p:nvPr>
        </p:nvSpPr>
        <p:spPr/>
        <p:txBody>
          <a:bodyPr/>
          <a:lstStyle/>
          <a:p>
            <a:fld id="{24DE13BB-FCB6-4491-A87D-1E9BA7500F8E}" type="slidenum">
              <a:rPr kumimoji="1" lang="ja-JP" altLang="en-US" smtClean="0"/>
              <a:t>4</a:t>
            </a:fld>
            <a:endParaRPr kumimoji="1" lang="ja-JP" altLang="en-US"/>
          </a:p>
        </p:txBody>
      </p:sp>
    </p:spTree>
    <p:extLst>
      <p:ext uri="{BB962C8B-B14F-4D97-AF65-F5344CB8AC3E}">
        <p14:creationId xmlns:p14="http://schemas.microsoft.com/office/powerpoint/2010/main" val="21131099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676AA-53F6-8D8D-228B-1E6166E34F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7809B6-21FF-15EB-1CA7-FB48B5989F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40F71AA-46B1-D16E-F42D-680510F6616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E6132D9-F097-76BB-4B4F-2CEB59AAA53A}"/>
              </a:ext>
            </a:extLst>
          </p:cNvPr>
          <p:cNvSpPr>
            <a:spLocks noGrp="1"/>
          </p:cNvSpPr>
          <p:nvPr>
            <p:ph type="sldNum" sz="quarter" idx="5"/>
          </p:nvPr>
        </p:nvSpPr>
        <p:spPr/>
        <p:txBody>
          <a:bodyPr/>
          <a:lstStyle/>
          <a:p>
            <a:fld id="{24DE13BB-FCB6-4491-A87D-1E9BA7500F8E}" type="slidenum">
              <a:rPr kumimoji="1" lang="ja-JP" altLang="en-US" smtClean="0"/>
              <a:t>6</a:t>
            </a:fld>
            <a:endParaRPr kumimoji="1" lang="ja-JP" altLang="en-US"/>
          </a:p>
        </p:txBody>
      </p:sp>
    </p:spTree>
    <p:extLst>
      <p:ext uri="{BB962C8B-B14F-4D97-AF65-F5344CB8AC3E}">
        <p14:creationId xmlns:p14="http://schemas.microsoft.com/office/powerpoint/2010/main" val="30507340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E8F08-4B72-FA54-C618-9EE4BD2D0B2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5BD6BB-04E9-22AD-15A0-BEDBE2A702E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B9E5FF3-F9CB-0D72-AB13-A9A5E027923A}"/>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7572038-B598-1416-F083-40CC69A795B6}"/>
              </a:ext>
            </a:extLst>
          </p:cNvPr>
          <p:cNvSpPr>
            <a:spLocks noGrp="1"/>
          </p:cNvSpPr>
          <p:nvPr>
            <p:ph type="sldNum" sz="quarter" idx="5"/>
          </p:nvPr>
        </p:nvSpPr>
        <p:spPr/>
        <p:txBody>
          <a:bodyPr/>
          <a:lstStyle/>
          <a:p>
            <a:fld id="{24DE13BB-FCB6-4491-A87D-1E9BA7500F8E}" type="slidenum">
              <a:rPr kumimoji="1" lang="ja-JP" altLang="en-US" smtClean="0"/>
              <a:t>7</a:t>
            </a:fld>
            <a:endParaRPr kumimoji="1" lang="ja-JP" altLang="en-US"/>
          </a:p>
        </p:txBody>
      </p:sp>
    </p:spTree>
    <p:extLst>
      <p:ext uri="{BB962C8B-B14F-4D97-AF65-F5344CB8AC3E}">
        <p14:creationId xmlns:p14="http://schemas.microsoft.com/office/powerpoint/2010/main" val="16364575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9ECE0-E293-662F-BB52-3A7C4481B29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A48011F-FBFA-2E5B-105F-F23CACA7AB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77499B1-C9BF-CF6F-441E-40B2E5DA21E4}"/>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2481E6-DFA3-9E04-5B94-21EFD978D13A}"/>
              </a:ext>
            </a:extLst>
          </p:cNvPr>
          <p:cNvSpPr>
            <a:spLocks noGrp="1"/>
          </p:cNvSpPr>
          <p:nvPr>
            <p:ph type="sldNum" sz="quarter" idx="5"/>
          </p:nvPr>
        </p:nvSpPr>
        <p:spPr/>
        <p:txBody>
          <a:bodyPr/>
          <a:lstStyle/>
          <a:p>
            <a:fld id="{24DE13BB-FCB6-4491-A87D-1E9BA7500F8E}" type="slidenum">
              <a:rPr kumimoji="1" lang="ja-JP" altLang="en-US" smtClean="0"/>
              <a:t>8</a:t>
            </a:fld>
            <a:endParaRPr kumimoji="1" lang="ja-JP" altLang="en-US"/>
          </a:p>
        </p:txBody>
      </p:sp>
    </p:spTree>
    <p:extLst>
      <p:ext uri="{BB962C8B-B14F-4D97-AF65-F5344CB8AC3E}">
        <p14:creationId xmlns:p14="http://schemas.microsoft.com/office/powerpoint/2010/main" val="17551616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59B5E-56DB-AA32-674E-6B51F8737C9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9BCF2F-D675-CE1E-D373-A2E93ADFBD9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8E4035A-5372-B5E8-F458-F6EF757E4ADC}"/>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61082EA-4D08-6884-ABBC-B0C27B1508E1}"/>
              </a:ext>
            </a:extLst>
          </p:cNvPr>
          <p:cNvSpPr>
            <a:spLocks noGrp="1"/>
          </p:cNvSpPr>
          <p:nvPr>
            <p:ph type="sldNum" sz="quarter" idx="5"/>
          </p:nvPr>
        </p:nvSpPr>
        <p:spPr/>
        <p:txBody>
          <a:bodyPr/>
          <a:lstStyle/>
          <a:p>
            <a:fld id="{24DE13BB-FCB6-4491-A87D-1E9BA7500F8E}" type="slidenum">
              <a:rPr kumimoji="1" lang="ja-JP" altLang="en-US" smtClean="0"/>
              <a:t>9</a:t>
            </a:fld>
            <a:endParaRPr kumimoji="1" lang="ja-JP" altLang="en-US"/>
          </a:p>
        </p:txBody>
      </p:sp>
    </p:spTree>
    <p:extLst>
      <p:ext uri="{BB962C8B-B14F-4D97-AF65-F5344CB8AC3E}">
        <p14:creationId xmlns:p14="http://schemas.microsoft.com/office/powerpoint/2010/main" val="1785501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C9F49-DEA1-9396-4392-D92299CB60B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2811106-9B1A-8FB4-09DC-AD3CDF8A74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6B93646-37A3-D856-2E95-730FB987FD20}"/>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55197C0-2CD3-4B89-412C-77CF58282F03}"/>
              </a:ext>
            </a:extLst>
          </p:cNvPr>
          <p:cNvSpPr>
            <a:spLocks noGrp="1"/>
          </p:cNvSpPr>
          <p:nvPr>
            <p:ph type="sldNum" sz="quarter" idx="5"/>
          </p:nvPr>
        </p:nvSpPr>
        <p:spPr/>
        <p:txBody>
          <a:bodyPr/>
          <a:lstStyle/>
          <a:p>
            <a:fld id="{24DE13BB-FCB6-4491-A87D-1E9BA7500F8E}" type="slidenum">
              <a:rPr kumimoji="1" lang="ja-JP" altLang="en-US" smtClean="0"/>
              <a:t>10</a:t>
            </a:fld>
            <a:endParaRPr kumimoji="1" lang="ja-JP" altLang="en-US"/>
          </a:p>
        </p:txBody>
      </p:sp>
    </p:spTree>
    <p:extLst>
      <p:ext uri="{BB962C8B-B14F-4D97-AF65-F5344CB8AC3E}">
        <p14:creationId xmlns:p14="http://schemas.microsoft.com/office/powerpoint/2010/main" val="28530336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66C02-D1E4-5D2E-A2E5-C4523E2E26F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FD963F1-139D-94C2-2A29-15559774168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73B77B-183A-703A-D3A6-D36EDC45EAF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860E946-8179-3A27-596A-9E0B19B1EA06}"/>
              </a:ext>
            </a:extLst>
          </p:cNvPr>
          <p:cNvSpPr>
            <a:spLocks noGrp="1"/>
          </p:cNvSpPr>
          <p:nvPr>
            <p:ph type="sldNum" sz="quarter" idx="5"/>
          </p:nvPr>
        </p:nvSpPr>
        <p:spPr/>
        <p:txBody>
          <a:bodyPr/>
          <a:lstStyle/>
          <a:p>
            <a:fld id="{24DE13BB-FCB6-4491-A87D-1E9BA7500F8E}" type="slidenum">
              <a:rPr kumimoji="1" lang="ja-JP" altLang="en-US" smtClean="0"/>
              <a:t>11</a:t>
            </a:fld>
            <a:endParaRPr kumimoji="1" lang="ja-JP" altLang="en-US"/>
          </a:p>
        </p:txBody>
      </p:sp>
    </p:spTree>
    <p:extLst>
      <p:ext uri="{BB962C8B-B14F-4D97-AF65-F5344CB8AC3E}">
        <p14:creationId xmlns:p14="http://schemas.microsoft.com/office/powerpoint/2010/main" val="35414248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dirty="0"/>
          </a:p>
        </p:txBody>
      </p:sp>
      <p:sp>
        <p:nvSpPr>
          <p:cNvPr id="4" name="スライド番号プレースホルダー 3"/>
          <p:cNvSpPr>
            <a:spLocks noGrp="1"/>
          </p:cNvSpPr>
          <p:nvPr>
            <p:ph type="sldNum" sz="quarter" idx="5"/>
          </p:nvPr>
        </p:nvSpPr>
        <p:spPr/>
        <p:txBody>
          <a:bodyPr/>
          <a:lstStyle/>
          <a:p>
            <a:fld id="{24DE13BB-FCB6-4491-A87D-1E9BA7500F8E}" type="slidenum">
              <a:rPr kumimoji="1" lang="ja-JP" altLang="en-US" smtClean="0"/>
              <a:t>12</a:t>
            </a:fld>
            <a:endParaRPr kumimoji="1" lang="ja-JP" altLang="en-US"/>
          </a:p>
        </p:txBody>
      </p:sp>
    </p:spTree>
    <p:extLst>
      <p:ext uri="{BB962C8B-B14F-4D97-AF65-F5344CB8AC3E}">
        <p14:creationId xmlns:p14="http://schemas.microsoft.com/office/powerpoint/2010/main" val="3538442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18</a:t>
            </a:fld>
            <a:endParaRPr lang="en-GB">
              <a:latin typeface="Arial"/>
            </a:endParaRPr>
          </a:p>
        </p:txBody>
      </p:sp>
    </p:spTree>
    <p:extLst>
      <p:ext uri="{BB962C8B-B14F-4D97-AF65-F5344CB8AC3E}">
        <p14:creationId xmlns:p14="http://schemas.microsoft.com/office/powerpoint/2010/main" val="2128659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19</a:t>
            </a:fld>
            <a:endParaRPr lang="en-GB">
              <a:latin typeface="Arial"/>
            </a:endParaRPr>
          </a:p>
        </p:txBody>
      </p:sp>
    </p:spTree>
    <p:extLst>
      <p:ext uri="{BB962C8B-B14F-4D97-AF65-F5344CB8AC3E}">
        <p14:creationId xmlns:p14="http://schemas.microsoft.com/office/powerpoint/2010/main" val="2222415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20</a:t>
            </a:fld>
            <a:endParaRPr lang="en-GB">
              <a:latin typeface="Arial"/>
            </a:endParaRPr>
          </a:p>
        </p:txBody>
      </p:sp>
    </p:spTree>
    <p:extLst>
      <p:ext uri="{BB962C8B-B14F-4D97-AF65-F5344CB8AC3E}">
        <p14:creationId xmlns:p14="http://schemas.microsoft.com/office/powerpoint/2010/main" val="41337757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21</a:t>
            </a:fld>
            <a:endParaRPr lang="en-GB">
              <a:latin typeface="Arial"/>
            </a:endParaRPr>
          </a:p>
        </p:txBody>
      </p:sp>
    </p:spTree>
    <p:extLst>
      <p:ext uri="{BB962C8B-B14F-4D97-AF65-F5344CB8AC3E}">
        <p14:creationId xmlns:p14="http://schemas.microsoft.com/office/powerpoint/2010/main" val="16833808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22</a:t>
            </a:fld>
            <a:endParaRPr lang="en-GB">
              <a:latin typeface="Arial"/>
            </a:endParaRPr>
          </a:p>
        </p:txBody>
      </p:sp>
    </p:spTree>
    <p:extLst>
      <p:ext uri="{BB962C8B-B14F-4D97-AF65-F5344CB8AC3E}">
        <p14:creationId xmlns:p14="http://schemas.microsoft.com/office/powerpoint/2010/main" val="13369409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23</a:t>
            </a:fld>
            <a:endParaRPr lang="en-GB">
              <a:latin typeface="Arial"/>
            </a:endParaRPr>
          </a:p>
        </p:txBody>
      </p:sp>
    </p:spTree>
    <p:extLst>
      <p:ext uri="{BB962C8B-B14F-4D97-AF65-F5344CB8AC3E}">
        <p14:creationId xmlns:p14="http://schemas.microsoft.com/office/powerpoint/2010/main" val="12623699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24</a:t>
            </a:fld>
            <a:endParaRPr lang="en-GB">
              <a:latin typeface="Arial"/>
            </a:endParaRPr>
          </a:p>
        </p:txBody>
      </p:sp>
    </p:spTree>
    <p:extLst>
      <p:ext uri="{BB962C8B-B14F-4D97-AF65-F5344CB8AC3E}">
        <p14:creationId xmlns:p14="http://schemas.microsoft.com/office/powerpoint/2010/main" val="1513209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25</a:t>
            </a:fld>
            <a:endParaRPr lang="en-GB">
              <a:latin typeface="Arial"/>
            </a:endParaRPr>
          </a:p>
        </p:txBody>
      </p:sp>
    </p:spTree>
    <p:extLst>
      <p:ext uri="{BB962C8B-B14F-4D97-AF65-F5344CB8AC3E}">
        <p14:creationId xmlns:p14="http://schemas.microsoft.com/office/powerpoint/2010/main" val="5582731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86A06DAD-44D3-4EA7-8DE4-9E33DC7017BE}" type="slidenum">
              <a:rPr lang="ja-JP" altLang="en-US" smtClean="0">
                <a:latin typeface="Arial" panose="020B0604020202020204" pitchFamily="34" charset="0"/>
              </a:rPr>
              <a:pPr/>
              <a:t>26</a:t>
            </a:fld>
            <a:endParaRPr lang="ja-JP" altLang="en-US">
              <a:latin typeface="Arial" panose="020B0604020202020204" pitchFamily="34" charset="0"/>
            </a:endParaRPr>
          </a:p>
        </p:txBody>
      </p:sp>
    </p:spTree>
    <p:extLst>
      <p:ext uri="{BB962C8B-B14F-4D97-AF65-F5344CB8AC3E}">
        <p14:creationId xmlns:p14="http://schemas.microsoft.com/office/powerpoint/2010/main" val="41196366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27</a:t>
            </a:fld>
            <a:endParaRPr lang="en-GB">
              <a:latin typeface="Arial"/>
            </a:endParaRPr>
          </a:p>
        </p:txBody>
      </p:sp>
    </p:spTree>
    <p:extLst>
      <p:ext uri="{BB962C8B-B14F-4D97-AF65-F5344CB8AC3E}">
        <p14:creationId xmlns:p14="http://schemas.microsoft.com/office/powerpoint/2010/main" val="34512939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28</a:t>
            </a:fld>
            <a:endParaRPr lang="en-GB">
              <a:latin typeface="Arial"/>
            </a:endParaRPr>
          </a:p>
        </p:txBody>
      </p:sp>
    </p:spTree>
    <p:extLst>
      <p:ext uri="{BB962C8B-B14F-4D97-AF65-F5344CB8AC3E}">
        <p14:creationId xmlns:p14="http://schemas.microsoft.com/office/powerpoint/2010/main" val="36635150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4CC3A-DDC6-3C04-86AD-4FC024725E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2B89CE-0095-F790-8D5C-CF63B5DC07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6825F6-8C0D-06A2-2E3A-059A27E9554D}"/>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0E55800-B9BD-FBA4-298B-CE24BC108E3D}"/>
              </a:ext>
            </a:extLst>
          </p:cNvPr>
          <p:cNvSpPr>
            <a:spLocks noGrp="1"/>
          </p:cNvSpPr>
          <p:nvPr>
            <p:ph type="sldNum" sz="quarter" idx="5"/>
          </p:nvPr>
        </p:nvSpPr>
        <p:spPr/>
        <p:txBody>
          <a:bodyPr/>
          <a:lstStyle/>
          <a:p>
            <a:fld id="{24DE13BB-FCB6-4491-A87D-1E9BA7500F8E}" type="slidenum">
              <a:rPr kumimoji="1" lang="ja-JP" altLang="en-US" smtClean="0"/>
              <a:t>31</a:t>
            </a:fld>
            <a:endParaRPr kumimoji="1" lang="ja-JP" altLang="en-US"/>
          </a:p>
        </p:txBody>
      </p:sp>
    </p:spTree>
    <p:extLst>
      <p:ext uri="{BB962C8B-B14F-4D97-AF65-F5344CB8AC3E}">
        <p14:creationId xmlns:p14="http://schemas.microsoft.com/office/powerpoint/2010/main" val="28883397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42</a:t>
            </a:fld>
            <a:endParaRPr lang="en-GB">
              <a:latin typeface="Arial"/>
            </a:endParaRPr>
          </a:p>
        </p:txBody>
      </p:sp>
    </p:spTree>
    <p:extLst>
      <p:ext uri="{BB962C8B-B14F-4D97-AF65-F5344CB8AC3E}">
        <p14:creationId xmlns:p14="http://schemas.microsoft.com/office/powerpoint/2010/main" val="42193162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4FAE15A-9F1C-4034-9528-C901A86EDEE9}" type="slidenum">
              <a:rPr lang="ja-JP" altLang="en-US">
                <a:latin typeface="Arial"/>
              </a:rPr>
              <a:pPr/>
              <a:t>43</a:t>
            </a:fld>
            <a:endParaRPr lang="en-US" altLang="ja-JP">
              <a:latin typeface="Arial"/>
            </a:endParaRPr>
          </a:p>
        </p:txBody>
      </p:sp>
      <p:sp>
        <p:nvSpPr>
          <p:cNvPr id="3914754" name="Rectangle 2"/>
          <p:cNvSpPr>
            <a:spLocks noGrp="1" noRot="1" noChangeAspect="1" noChangeArrowheads="1" noTextEdit="1"/>
          </p:cNvSpPr>
          <p:nvPr>
            <p:ph type="sldImg"/>
          </p:nvPr>
        </p:nvSpPr>
        <p:spPr>
          <a:ln/>
        </p:spPr>
      </p:sp>
      <p:sp>
        <p:nvSpPr>
          <p:cNvPr id="3914755"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40834784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B1FF0BE-E0DF-4695-8BE4-4BCDE760F910}" type="slidenum">
              <a:rPr lang="ja-JP" altLang="en-US">
                <a:latin typeface="Arial"/>
              </a:rPr>
              <a:pPr/>
              <a:t>44</a:t>
            </a:fld>
            <a:endParaRPr lang="en-US" altLang="ja-JP">
              <a:latin typeface="Arial"/>
            </a:endParaRPr>
          </a:p>
        </p:txBody>
      </p:sp>
      <p:sp>
        <p:nvSpPr>
          <p:cNvPr id="3924994" name="Rectangle 2"/>
          <p:cNvSpPr>
            <a:spLocks noGrp="1" noRot="1" noChangeAspect="1" noChangeArrowheads="1" noTextEdit="1"/>
          </p:cNvSpPr>
          <p:nvPr>
            <p:ph type="sldImg"/>
          </p:nvPr>
        </p:nvSpPr>
        <p:spPr>
          <a:ln/>
        </p:spPr>
      </p:sp>
      <p:sp>
        <p:nvSpPr>
          <p:cNvPr id="3924995" name="Rectangle 3"/>
          <p:cNvSpPr>
            <a:spLocks noGrp="1" noChangeArrowheads="1"/>
          </p:cNvSpPr>
          <p:nvPr>
            <p:ph type="body" idx="1"/>
          </p:nvPr>
        </p:nvSpPr>
        <p:spPr/>
        <p:txBody>
          <a:bodyPr/>
          <a:lstStyle/>
          <a:p>
            <a:pPr>
              <a:buFontTx/>
              <a:buChar char="•"/>
            </a:pPr>
            <a:endParaRPr lang="en-GB"/>
          </a:p>
        </p:txBody>
      </p:sp>
    </p:spTree>
    <p:extLst>
      <p:ext uri="{BB962C8B-B14F-4D97-AF65-F5344CB8AC3E}">
        <p14:creationId xmlns:p14="http://schemas.microsoft.com/office/powerpoint/2010/main" val="25095421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6A9263C-3348-4C8C-87D1-4D301DE5CEFA}" type="slidenum">
              <a:rPr lang="ja-JP" altLang="en-US">
                <a:solidFill>
                  <a:prstClr val="black"/>
                </a:solidFill>
                <a:latin typeface="Arial"/>
              </a:rPr>
              <a:pPr/>
              <a:t>45</a:t>
            </a:fld>
            <a:endParaRPr lang="en-US" altLang="ja-JP">
              <a:solidFill>
                <a:prstClr val="black"/>
              </a:solidFill>
              <a:latin typeface="Arial"/>
            </a:endParaRPr>
          </a:p>
        </p:txBody>
      </p:sp>
      <p:sp>
        <p:nvSpPr>
          <p:cNvPr id="3905538" name="Rectangle 2"/>
          <p:cNvSpPr>
            <a:spLocks noGrp="1" noRot="1" noChangeAspect="1" noChangeArrowheads="1" noTextEdit="1"/>
          </p:cNvSpPr>
          <p:nvPr>
            <p:ph type="sldImg"/>
          </p:nvPr>
        </p:nvSpPr>
        <p:spPr>
          <a:xfrm>
            <a:off x="703263" y="750888"/>
            <a:ext cx="5345112" cy="3700462"/>
          </a:xfrm>
          <a:ln/>
        </p:spPr>
      </p:sp>
      <p:sp>
        <p:nvSpPr>
          <p:cNvPr id="3905539" name="Rectangle 3"/>
          <p:cNvSpPr>
            <a:spLocks noGrp="1" noChangeArrowheads="1"/>
          </p:cNvSpPr>
          <p:nvPr>
            <p:ph type="body" idx="1"/>
          </p:nvPr>
        </p:nvSpPr>
        <p:spPr/>
        <p:txBody>
          <a:bodyPr/>
          <a:lstStyle/>
          <a:p>
            <a:pPr>
              <a:buFontTx/>
              <a:buChar char="•"/>
            </a:pPr>
            <a:endParaRPr lang="en-GB" b="1">
              <a:latin typeface="Arial"/>
            </a:endParaRPr>
          </a:p>
        </p:txBody>
      </p:sp>
    </p:spTree>
    <p:extLst>
      <p:ext uri="{BB962C8B-B14F-4D97-AF65-F5344CB8AC3E}">
        <p14:creationId xmlns:p14="http://schemas.microsoft.com/office/powerpoint/2010/main" val="4872403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p:txBody>
          <a:bodyPr/>
          <a:lstStyle/>
          <a:p>
            <a:pPr>
              <a:defRPr/>
            </a:pPr>
            <a:fld id="{189D0FDD-ACE8-4A6C-B715-904FB0DA29C4}" type="slidenum">
              <a:rPr lang="ja-JP" altLang="en-US" smtClean="0">
                <a:latin typeface="Arial"/>
              </a:rPr>
              <a:pPr>
                <a:defRPr/>
              </a:pPr>
              <a:t>46</a:t>
            </a:fld>
            <a:endParaRPr lang="en-US" altLang="ja-JP">
              <a:latin typeface="Arial"/>
            </a:endParaRPr>
          </a:p>
        </p:txBody>
      </p:sp>
      <p:sp>
        <p:nvSpPr>
          <p:cNvPr id="133123" name="Rectangle 2"/>
          <p:cNvSpPr>
            <a:spLocks noGrp="1" noRot="1" noChangeAspect="1" noChangeArrowheads="1" noTextEdit="1"/>
          </p:cNvSpPr>
          <p:nvPr>
            <p:ph type="sldImg"/>
          </p:nvPr>
        </p:nvSpPr>
        <p:spPr>
          <a:xfrm>
            <a:off x="698500" y="742950"/>
            <a:ext cx="5338763" cy="3697288"/>
          </a:xfrm>
          <a:ln/>
        </p:spPr>
      </p:sp>
      <p:sp>
        <p:nvSpPr>
          <p:cNvPr id="133124"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a:p>
        </p:txBody>
      </p:sp>
    </p:spTree>
    <p:extLst>
      <p:ext uri="{BB962C8B-B14F-4D97-AF65-F5344CB8AC3E}">
        <p14:creationId xmlns:p14="http://schemas.microsoft.com/office/powerpoint/2010/main" val="15024385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p:txBody>
          <a:bodyPr/>
          <a:lstStyle/>
          <a:p>
            <a:pPr>
              <a:defRPr/>
            </a:pPr>
            <a:fld id="{935F8529-A6F9-4EA7-96ED-A6CE880EA500}" type="slidenum">
              <a:rPr lang="ja-JP" altLang="en-US" smtClean="0">
                <a:latin typeface="Arial"/>
              </a:rPr>
              <a:pPr>
                <a:defRPr/>
              </a:pPr>
              <a:t>47</a:t>
            </a:fld>
            <a:endParaRPr lang="en-US" altLang="ja-JP">
              <a:latin typeface="Arial"/>
            </a:endParaRPr>
          </a:p>
        </p:txBody>
      </p:sp>
      <p:sp>
        <p:nvSpPr>
          <p:cNvPr id="134147" name="Rectangle 2"/>
          <p:cNvSpPr>
            <a:spLocks noGrp="1" noRot="1" noChangeAspect="1" noChangeArrowheads="1" noTextEdit="1"/>
          </p:cNvSpPr>
          <p:nvPr>
            <p:ph type="sldImg"/>
          </p:nvPr>
        </p:nvSpPr>
        <p:spPr>
          <a:xfrm>
            <a:off x="698500" y="742950"/>
            <a:ext cx="5338763" cy="3697288"/>
          </a:xfrm>
          <a:ln/>
        </p:spPr>
      </p:sp>
      <p:sp>
        <p:nvSpPr>
          <p:cNvPr id="134148"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a:p>
        </p:txBody>
      </p:sp>
    </p:spTree>
    <p:extLst>
      <p:ext uri="{BB962C8B-B14F-4D97-AF65-F5344CB8AC3E}">
        <p14:creationId xmlns:p14="http://schemas.microsoft.com/office/powerpoint/2010/main" val="15479174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p:txBody>
          <a:bodyPr/>
          <a:lstStyle/>
          <a:p>
            <a:pPr>
              <a:defRPr/>
            </a:pPr>
            <a:fld id="{84ED8E1E-8159-4BBE-A121-01FC2CD77974}" type="slidenum">
              <a:rPr lang="ja-JP" altLang="en-US" smtClean="0">
                <a:latin typeface="Arial"/>
              </a:rPr>
              <a:pPr>
                <a:defRPr/>
              </a:pPr>
              <a:t>48</a:t>
            </a:fld>
            <a:endParaRPr lang="en-US" altLang="ja-JP" dirty="0">
              <a:latin typeface="Arial"/>
            </a:endParaRPr>
          </a:p>
        </p:txBody>
      </p:sp>
      <p:sp>
        <p:nvSpPr>
          <p:cNvPr id="155651" name="Rectangle 2"/>
          <p:cNvSpPr>
            <a:spLocks noGrp="1" noRot="1" noChangeAspect="1" noChangeArrowheads="1" noTextEdit="1"/>
          </p:cNvSpPr>
          <p:nvPr>
            <p:ph type="sldImg"/>
          </p:nvPr>
        </p:nvSpPr>
        <p:spPr>
          <a:xfrm>
            <a:off x="698500" y="742950"/>
            <a:ext cx="5338763" cy="3697288"/>
          </a:xfrm>
          <a:ln/>
        </p:spPr>
      </p:sp>
      <p:sp>
        <p:nvSpPr>
          <p:cNvPr id="155652"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32673720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7"/>
          <p:cNvSpPr>
            <a:spLocks noGrp="1" noChangeArrowheads="1"/>
          </p:cNvSpPr>
          <p:nvPr>
            <p:ph type="sldNum" sz="quarter" idx="5"/>
          </p:nvPr>
        </p:nvSpPr>
        <p:spPr/>
        <p:txBody>
          <a:bodyPr/>
          <a:lstStyle/>
          <a:p>
            <a:pPr>
              <a:defRPr/>
            </a:pPr>
            <a:fld id="{E7118990-C080-4B31-9FBC-35341266575B}" type="slidenum">
              <a:rPr lang="ja-JP" altLang="en-US" smtClean="0">
                <a:latin typeface="Arial"/>
              </a:rPr>
              <a:pPr>
                <a:defRPr/>
              </a:pPr>
              <a:t>49</a:t>
            </a:fld>
            <a:endParaRPr lang="en-US" altLang="ja-JP" dirty="0">
              <a:latin typeface="Arial"/>
            </a:endParaRPr>
          </a:p>
        </p:txBody>
      </p:sp>
      <p:sp>
        <p:nvSpPr>
          <p:cNvPr id="156675" name="Rectangle 2"/>
          <p:cNvSpPr>
            <a:spLocks noGrp="1" noRot="1" noChangeAspect="1" noChangeArrowheads="1" noTextEdit="1"/>
          </p:cNvSpPr>
          <p:nvPr>
            <p:ph type="sldImg"/>
          </p:nvPr>
        </p:nvSpPr>
        <p:spPr>
          <a:xfrm>
            <a:off x="698500" y="742950"/>
            <a:ext cx="5338763" cy="3697288"/>
          </a:xfrm>
          <a:ln/>
        </p:spPr>
      </p:sp>
      <p:sp>
        <p:nvSpPr>
          <p:cNvPr id="156676"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37477943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7"/>
          <p:cNvSpPr>
            <a:spLocks noGrp="1" noChangeArrowheads="1"/>
          </p:cNvSpPr>
          <p:nvPr>
            <p:ph type="sldNum" sz="quarter" idx="5"/>
          </p:nvPr>
        </p:nvSpPr>
        <p:spPr/>
        <p:txBody>
          <a:bodyPr/>
          <a:lstStyle/>
          <a:p>
            <a:pPr>
              <a:defRPr/>
            </a:pPr>
            <a:fld id="{3CFA960A-D9E1-4C7F-B7EB-0E51BE4B1B45}" type="slidenum">
              <a:rPr lang="ja-JP" altLang="en-US" smtClean="0">
                <a:latin typeface="Arial"/>
              </a:rPr>
              <a:pPr>
                <a:defRPr/>
              </a:pPr>
              <a:t>50</a:t>
            </a:fld>
            <a:endParaRPr lang="en-US" altLang="ja-JP" dirty="0">
              <a:latin typeface="Arial"/>
            </a:endParaRPr>
          </a:p>
        </p:txBody>
      </p:sp>
      <p:sp>
        <p:nvSpPr>
          <p:cNvPr id="157699" name="Rectangle 2"/>
          <p:cNvSpPr>
            <a:spLocks noGrp="1" noRot="1" noChangeAspect="1" noChangeArrowheads="1" noTextEdit="1"/>
          </p:cNvSpPr>
          <p:nvPr>
            <p:ph type="sldImg"/>
          </p:nvPr>
        </p:nvSpPr>
        <p:spPr>
          <a:xfrm>
            <a:off x="698500" y="742950"/>
            <a:ext cx="5338763" cy="3697288"/>
          </a:xfrm>
          <a:ln/>
        </p:spPr>
      </p:sp>
      <p:sp>
        <p:nvSpPr>
          <p:cNvPr id="157700"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16826755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698" name="Rectangle 7"/>
          <p:cNvSpPr>
            <a:spLocks noGrp="1" noChangeArrowheads="1"/>
          </p:cNvSpPr>
          <p:nvPr>
            <p:ph type="sldNum" sz="quarter" idx="5"/>
          </p:nvPr>
        </p:nvSpPr>
        <p:spPr>
          <a:noFill/>
        </p:spPr>
        <p:txBody>
          <a:bodyPr/>
          <a:lstStyle/>
          <a:p>
            <a:fld id="{28956A59-960F-42B7-B23B-187963A4D32E}" type="slidenum">
              <a:rPr lang="ja-JP" altLang="en-US" smtClean="0">
                <a:latin typeface="Arial"/>
              </a:rPr>
              <a:pPr/>
              <a:t>51</a:t>
            </a:fld>
            <a:endParaRPr lang="en-US" altLang="ja-JP" dirty="0">
              <a:latin typeface="Arial"/>
            </a:endParaRPr>
          </a:p>
        </p:txBody>
      </p:sp>
      <p:sp>
        <p:nvSpPr>
          <p:cNvPr id="413699" name="Rectangle 2"/>
          <p:cNvSpPr>
            <a:spLocks noGrp="1" noRot="1" noChangeAspect="1" noChangeArrowheads="1" noTextEdit="1"/>
          </p:cNvSpPr>
          <p:nvPr>
            <p:ph type="sldImg"/>
          </p:nvPr>
        </p:nvSpPr>
        <p:spPr>
          <a:xfrm>
            <a:off x="698500" y="742950"/>
            <a:ext cx="5338763" cy="3697288"/>
          </a:xfrm>
          <a:ln/>
        </p:spPr>
      </p:sp>
      <p:sp>
        <p:nvSpPr>
          <p:cNvPr id="413700" name="Rectangle 3"/>
          <p:cNvSpPr>
            <a:spLocks noGrp="1" noChangeArrowheads="1"/>
          </p:cNvSpPr>
          <p:nvPr>
            <p:ph type="body" idx="1"/>
          </p:nvPr>
        </p:nvSpPr>
        <p:spPr>
          <a:xfrm>
            <a:off x="672514" y="4684124"/>
            <a:ext cx="5390739" cy="4439614"/>
          </a:xfrm>
          <a:noFill/>
          <a:ln/>
        </p:spPr>
        <p:txBody>
          <a:bodyPr/>
          <a:lstStyle/>
          <a:p>
            <a:pPr eaLnBrk="1" hangingPunct="1"/>
            <a:endParaRPr lang="en-GB" altLang="ja-JP" dirty="0"/>
          </a:p>
        </p:txBody>
      </p:sp>
    </p:spTree>
    <p:extLst>
      <p:ext uri="{BB962C8B-B14F-4D97-AF65-F5344CB8AC3E}">
        <p14:creationId xmlns:p14="http://schemas.microsoft.com/office/powerpoint/2010/main" val="3653180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722" name="Rectangle 7"/>
          <p:cNvSpPr>
            <a:spLocks noGrp="1" noChangeArrowheads="1"/>
          </p:cNvSpPr>
          <p:nvPr>
            <p:ph type="sldNum" sz="quarter" idx="5"/>
          </p:nvPr>
        </p:nvSpPr>
        <p:spPr>
          <a:noFill/>
        </p:spPr>
        <p:txBody>
          <a:bodyPr/>
          <a:lstStyle/>
          <a:p>
            <a:fld id="{50F46C43-5A72-4CA6-9D55-78E0958D41B6}" type="slidenum">
              <a:rPr lang="ja-JP" altLang="en-US" smtClean="0">
                <a:latin typeface="Arial"/>
              </a:rPr>
              <a:pPr/>
              <a:t>52</a:t>
            </a:fld>
            <a:endParaRPr lang="en-US" altLang="ja-JP" dirty="0">
              <a:latin typeface="Arial"/>
            </a:endParaRPr>
          </a:p>
        </p:txBody>
      </p:sp>
      <p:sp>
        <p:nvSpPr>
          <p:cNvPr id="414723" name="Rectangle 2"/>
          <p:cNvSpPr>
            <a:spLocks noGrp="1" noRot="1" noChangeAspect="1" noChangeArrowheads="1" noTextEdit="1"/>
          </p:cNvSpPr>
          <p:nvPr>
            <p:ph type="sldImg"/>
          </p:nvPr>
        </p:nvSpPr>
        <p:spPr>
          <a:xfrm>
            <a:off x="698500" y="742950"/>
            <a:ext cx="5338763" cy="3697288"/>
          </a:xfrm>
          <a:ln/>
        </p:spPr>
      </p:sp>
      <p:sp>
        <p:nvSpPr>
          <p:cNvPr id="414724" name="Rectangle 3"/>
          <p:cNvSpPr>
            <a:spLocks noGrp="1" noChangeArrowheads="1"/>
          </p:cNvSpPr>
          <p:nvPr>
            <p:ph type="body" idx="1"/>
          </p:nvPr>
        </p:nvSpPr>
        <p:spPr>
          <a:xfrm>
            <a:off x="672514" y="4684124"/>
            <a:ext cx="5390739" cy="4439614"/>
          </a:xfrm>
          <a:noFill/>
          <a:ln/>
        </p:spPr>
        <p:txBody>
          <a:bodyPr/>
          <a:lstStyle/>
          <a:p>
            <a:pPr eaLnBrk="1" hangingPunct="1"/>
            <a:endParaRPr lang="en-GB" altLang="ja-JP" dirty="0"/>
          </a:p>
        </p:txBody>
      </p:sp>
    </p:spTree>
    <p:extLst>
      <p:ext uri="{BB962C8B-B14F-4D97-AF65-F5344CB8AC3E}">
        <p14:creationId xmlns:p14="http://schemas.microsoft.com/office/powerpoint/2010/main" val="23536362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058" name="Rectangle 7"/>
          <p:cNvSpPr>
            <a:spLocks noGrp="1" noChangeArrowheads="1"/>
          </p:cNvSpPr>
          <p:nvPr>
            <p:ph type="sldNum" sz="quarter" idx="5"/>
          </p:nvPr>
        </p:nvSpPr>
        <p:spPr>
          <a:noFill/>
        </p:spPr>
        <p:txBody>
          <a:bodyPr/>
          <a:lstStyle/>
          <a:p>
            <a:fld id="{D8CF0A3C-5F68-4D0F-AB2F-8B271B5F2573}" type="slidenum">
              <a:rPr lang="ja-JP" altLang="en-US" smtClean="0">
                <a:latin typeface="Arial"/>
              </a:rPr>
              <a:pPr/>
              <a:t>53</a:t>
            </a:fld>
            <a:endParaRPr lang="en-US" altLang="ja-JP" dirty="0">
              <a:latin typeface="Arial"/>
            </a:endParaRPr>
          </a:p>
        </p:txBody>
      </p:sp>
      <p:sp>
        <p:nvSpPr>
          <p:cNvPr id="429059" name="Rectangle 2"/>
          <p:cNvSpPr>
            <a:spLocks noGrp="1" noRot="1" noChangeAspect="1" noChangeArrowheads="1" noTextEdit="1"/>
          </p:cNvSpPr>
          <p:nvPr>
            <p:ph type="sldImg"/>
          </p:nvPr>
        </p:nvSpPr>
        <p:spPr>
          <a:xfrm>
            <a:off x="698500" y="742950"/>
            <a:ext cx="5338763" cy="3697288"/>
          </a:xfrm>
          <a:ln/>
        </p:spPr>
      </p:sp>
      <p:sp>
        <p:nvSpPr>
          <p:cNvPr id="429060" name="Rectangle 3"/>
          <p:cNvSpPr>
            <a:spLocks noGrp="1" noChangeArrowheads="1"/>
          </p:cNvSpPr>
          <p:nvPr>
            <p:ph type="body" idx="1"/>
          </p:nvPr>
        </p:nvSpPr>
        <p:spPr>
          <a:xfrm>
            <a:off x="672514" y="4684124"/>
            <a:ext cx="5390739" cy="4439614"/>
          </a:xfrm>
          <a:noFill/>
          <a:ln/>
        </p:spPr>
        <p:txBody>
          <a:bodyPr/>
          <a:lstStyle/>
          <a:p>
            <a:pPr eaLnBrk="1" hangingPunct="1"/>
            <a:endParaRPr lang="en-GB" altLang="ja-JP" dirty="0"/>
          </a:p>
        </p:txBody>
      </p:sp>
    </p:spTree>
    <p:extLst>
      <p:ext uri="{BB962C8B-B14F-4D97-AF65-F5344CB8AC3E}">
        <p14:creationId xmlns:p14="http://schemas.microsoft.com/office/powerpoint/2010/main" val="35428435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586" name="Rectangle 7"/>
          <p:cNvSpPr>
            <a:spLocks noGrp="1" noChangeArrowheads="1"/>
          </p:cNvSpPr>
          <p:nvPr>
            <p:ph type="sldNum" sz="quarter" idx="5"/>
          </p:nvPr>
        </p:nvSpPr>
        <p:spPr>
          <a:noFill/>
        </p:spPr>
        <p:txBody>
          <a:bodyPr/>
          <a:lstStyle/>
          <a:p>
            <a:fld id="{10DEDCC5-AB39-48EF-9E73-306FC2CB9AA3}" type="slidenum">
              <a:rPr lang="ja-JP" altLang="en-US" smtClean="0">
                <a:latin typeface="Arial"/>
              </a:rPr>
              <a:pPr/>
              <a:t>54</a:t>
            </a:fld>
            <a:endParaRPr lang="en-US" altLang="ja-JP" dirty="0">
              <a:latin typeface="Arial"/>
            </a:endParaRPr>
          </a:p>
        </p:txBody>
      </p:sp>
      <p:sp>
        <p:nvSpPr>
          <p:cNvPr id="451587" name="Rectangle 2"/>
          <p:cNvSpPr>
            <a:spLocks noGrp="1" noRot="1" noChangeAspect="1" noChangeArrowheads="1" noTextEdit="1"/>
          </p:cNvSpPr>
          <p:nvPr>
            <p:ph type="sldImg"/>
          </p:nvPr>
        </p:nvSpPr>
        <p:spPr>
          <a:xfrm>
            <a:off x="698500" y="742950"/>
            <a:ext cx="5338763" cy="3697288"/>
          </a:xfrm>
          <a:ln/>
        </p:spPr>
      </p:sp>
      <p:sp>
        <p:nvSpPr>
          <p:cNvPr id="451588" name="Rectangle 3"/>
          <p:cNvSpPr>
            <a:spLocks noGrp="1" noChangeArrowheads="1"/>
          </p:cNvSpPr>
          <p:nvPr>
            <p:ph type="body" idx="1"/>
          </p:nvPr>
        </p:nvSpPr>
        <p:spPr>
          <a:xfrm>
            <a:off x="672514" y="4684124"/>
            <a:ext cx="5390739" cy="4439614"/>
          </a:xfrm>
          <a:noFill/>
          <a:ln/>
        </p:spPr>
        <p:txBody>
          <a:bodyPr/>
          <a:lstStyle/>
          <a:p>
            <a:pPr eaLnBrk="1" hangingPunct="1"/>
            <a:endParaRPr lang="en-GB" altLang="ja-JP" dirty="0"/>
          </a:p>
        </p:txBody>
      </p:sp>
    </p:spTree>
    <p:extLst>
      <p:ext uri="{BB962C8B-B14F-4D97-AF65-F5344CB8AC3E}">
        <p14:creationId xmlns:p14="http://schemas.microsoft.com/office/powerpoint/2010/main" val="30269300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02" name="Rectangle 7"/>
          <p:cNvSpPr>
            <a:spLocks noGrp="1" noChangeArrowheads="1"/>
          </p:cNvSpPr>
          <p:nvPr>
            <p:ph type="sldNum" sz="quarter" idx="5"/>
          </p:nvPr>
        </p:nvSpPr>
        <p:spPr>
          <a:noFill/>
        </p:spPr>
        <p:txBody>
          <a:bodyPr/>
          <a:lstStyle/>
          <a:p>
            <a:fld id="{14256B71-6DB1-496D-BC52-F53B140CC718}" type="slidenum">
              <a:rPr lang="ja-JP" altLang="en-US" smtClean="0">
                <a:latin typeface="Arial"/>
              </a:rPr>
              <a:pPr/>
              <a:t>55</a:t>
            </a:fld>
            <a:endParaRPr lang="en-US" altLang="ja-JP" dirty="0">
              <a:latin typeface="Arial"/>
            </a:endParaRPr>
          </a:p>
        </p:txBody>
      </p:sp>
      <p:sp>
        <p:nvSpPr>
          <p:cNvPr id="460803" name="Rectangle 2"/>
          <p:cNvSpPr>
            <a:spLocks noGrp="1" noRot="1" noChangeAspect="1" noChangeArrowheads="1" noTextEdit="1"/>
          </p:cNvSpPr>
          <p:nvPr>
            <p:ph type="sldImg"/>
          </p:nvPr>
        </p:nvSpPr>
        <p:spPr>
          <a:xfrm>
            <a:off x="698500" y="742950"/>
            <a:ext cx="5338763" cy="3697288"/>
          </a:xfrm>
          <a:ln/>
        </p:spPr>
      </p:sp>
      <p:sp>
        <p:nvSpPr>
          <p:cNvPr id="460804" name="Rectangle 3"/>
          <p:cNvSpPr>
            <a:spLocks noGrp="1" noChangeArrowheads="1"/>
          </p:cNvSpPr>
          <p:nvPr>
            <p:ph type="body" idx="1"/>
          </p:nvPr>
        </p:nvSpPr>
        <p:spPr>
          <a:xfrm>
            <a:off x="672514" y="4684124"/>
            <a:ext cx="5390739" cy="4439614"/>
          </a:xfrm>
          <a:noFill/>
          <a:ln/>
        </p:spPr>
        <p:txBody>
          <a:bodyPr/>
          <a:lstStyle/>
          <a:p>
            <a:pPr eaLnBrk="1" hangingPunct="1"/>
            <a:endParaRPr lang="en-GB" altLang="ja-JP" dirty="0"/>
          </a:p>
        </p:txBody>
      </p:sp>
    </p:spTree>
    <p:extLst>
      <p:ext uri="{BB962C8B-B14F-4D97-AF65-F5344CB8AC3E}">
        <p14:creationId xmlns:p14="http://schemas.microsoft.com/office/powerpoint/2010/main" val="1580137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
          <p:cNvSpPr>
            <a:spLocks noGrp="1" noChangeArrowheads="1"/>
          </p:cNvSpPr>
          <p:nvPr>
            <p:ph type="sldNum" sz="quarter" idx="5"/>
          </p:nvPr>
        </p:nvSpPr>
        <p:spPr/>
        <p:txBody>
          <a:bodyPr/>
          <a:lstStyle/>
          <a:p>
            <a:pPr>
              <a:defRPr/>
            </a:pPr>
            <a:fld id="{A8ABA42A-12AB-4F92-B17B-68A9501CC35E}" type="slidenum">
              <a:rPr lang="ja-JP" altLang="en-US" smtClean="0">
                <a:latin typeface="Arial"/>
              </a:rPr>
              <a:pPr>
                <a:defRPr/>
              </a:pPr>
              <a:t>56</a:t>
            </a:fld>
            <a:endParaRPr lang="en-US" altLang="ja-JP" dirty="0">
              <a:latin typeface="Arial"/>
            </a:endParaRPr>
          </a:p>
        </p:txBody>
      </p:sp>
      <p:sp>
        <p:nvSpPr>
          <p:cNvPr id="162819" name="Rectangle 2"/>
          <p:cNvSpPr>
            <a:spLocks noGrp="1" noRot="1" noChangeAspect="1" noChangeArrowheads="1" noTextEdit="1"/>
          </p:cNvSpPr>
          <p:nvPr>
            <p:ph type="sldImg"/>
          </p:nvPr>
        </p:nvSpPr>
        <p:spPr>
          <a:xfrm>
            <a:off x="698500" y="742950"/>
            <a:ext cx="5338763" cy="3697288"/>
          </a:xfrm>
          <a:ln/>
        </p:spPr>
      </p:sp>
      <p:sp>
        <p:nvSpPr>
          <p:cNvPr id="162820"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36758138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7"/>
          <p:cNvSpPr>
            <a:spLocks noGrp="1" noChangeArrowheads="1"/>
          </p:cNvSpPr>
          <p:nvPr>
            <p:ph type="sldNum" sz="quarter" idx="5"/>
          </p:nvPr>
        </p:nvSpPr>
        <p:spPr/>
        <p:txBody>
          <a:bodyPr/>
          <a:lstStyle/>
          <a:p>
            <a:pPr>
              <a:defRPr/>
            </a:pPr>
            <a:fld id="{2A39B47B-A041-42B6-8925-29E21516ACF8}" type="slidenum">
              <a:rPr lang="ja-JP" altLang="en-US" smtClean="0">
                <a:latin typeface="Arial"/>
              </a:rPr>
              <a:pPr>
                <a:defRPr/>
              </a:pPr>
              <a:t>57</a:t>
            </a:fld>
            <a:endParaRPr lang="en-US" altLang="ja-JP" dirty="0">
              <a:latin typeface="Arial"/>
            </a:endParaRPr>
          </a:p>
        </p:txBody>
      </p:sp>
      <p:sp>
        <p:nvSpPr>
          <p:cNvPr id="163843" name="Rectangle 2"/>
          <p:cNvSpPr>
            <a:spLocks noGrp="1" noRot="1" noChangeAspect="1" noChangeArrowheads="1" noTextEdit="1"/>
          </p:cNvSpPr>
          <p:nvPr>
            <p:ph type="sldImg"/>
          </p:nvPr>
        </p:nvSpPr>
        <p:spPr>
          <a:xfrm>
            <a:off x="698500" y="742950"/>
            <a:ext cx="5338763" cy="3697288"/>
          </a:xfrm>
          <a:ln/>
        </p:spPr>
      </p:sp>
      <p:sp>
        <p:nvSpPr>
          <p:cNvPr id="163844"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13314918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latin typeface="Arial"/>
              </a:rPr>
              <a:pPr>
                <a:defRPr/>
              </a:pPr>
              <a:t>58</a:t>
            </a:fld>
            <a:endParaRPr lang="en-US" dirty="0">
              <a:latin typeface="Arial"/>
            </a:endParaRPr>
          </a:p>
        </p:txBody>
      </p:sp>
    </p:spTree>
    <p:extLst>
      <p:ext uri="{BB962C8B-B14F-4D97-AF65-F5344CB8AC3E}">
        <p14:creationId xmlns:p14="http://schemas.microsoft.com/office/powerpoint/2010/main" val="26421847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7"/>
          <p:cNvSpPr>
            <a:spLocks noGrp="1" noChangeArrowheads="1"/>
          </p:cNvSpPr>
          <p:nvPr>
            <p:ph type="sldNum" sz="quarter" idx="5"/>
          </p:nvPr>
        </p:nvSpPr>
        <p:spPr/>
        <p:txBody>
          <a:bodyPr/>
          <a:lstStyle/>
          <a:p>
            <a:pPr>
              <a:defRPr/>
            </a:pPr>
            <a:fld id="{C4BC4C54-3C5C-42F9-B2F5-BEE3ADF93826}" type="slidenum">
              <a:rPr lang="ja-JP" altLang="en-US" smtClean="0">
                <a:latin typeface="Arial"/>
              </a:rPr>
              <a:pPr>
                <a:defRPr/>
              </a:pPr>
              <a:t>59</a:t>
            </a:fld>
            <a:endParaRPr lang="en-US" altLang="ja-JP" dirty="0">
              <a:latin typeface="Arial"/>
            </a:endParaRPr>
          </a:p>
        </p:txBody>
      </p:sp>
      <p:sp>
        <p:nvSpPr>
          <p:cNvPr id="172035" name="Rectangle 2"/>
          <p:cNvSpPr>
            <a:spLocks noGrp="1" noRot="1" noChangeAspect="1" noChangeArrowheads="1" noTextEdit="1"/>
          </p:cNvSpPr>
          <p:nvPr>
            <p:ph type="sldImg"/>
          </p:nvPr>
        </p:nvSpPr>
        <p:spPr>
          <a:xfrm>
            <a:off x="698500" y="742950"/>
            <a:ext cx="5338763" cy="3697288"/>
          </a:xfrm>
          <a:ln/>
        </p:spPr>
      </p:sp>
      <p:sp>
        <p:nvSpPr>
          <p:cNvPr id="172036"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2177213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7"/>
          <p:cNvSpPr>
            <a:spLocks noGrp="1" noChangeArrowheads="1"/>
          </p:cNvSpPr>
          <p:nvPr>
            <p:ph type="sldNum" sz="quarter" idx="5"/>
          </p:nvPr>
        </p:nvSpPr>
        <p:spPr/>
        <p:txBody>
          <a:bodyPr/>
          <a:lstStyle/>
          <a:p>
            <a:pPr>
              <a:defRPr/>
            </a:pPr>
            <a:fld id="{C2DD32B0-49B9-4E1C-AC57-423A01B0B78D}" type="slidenum">
              <a:rPr lang="ja-JP" altLang="en-US" smtClean="0">
                <a:latin typeface="Arial"/>
              </a:rPr>
              <a:pPr>
                <a:defRPr/>
              </a:pPr>
              <a:t>60</a:t>
            </a:fld>
            <a:endParaRPr lang="en-US" altLang="ja-JP" dirty="0">
              <a:latin typeface="Arial"/>
            </a:endParaRPr>
          </a:p>
        </p:txBody>
      </p:sp>
      <p:sp>
        <p:nvSpPr>
          <p:cNvPr id="173059" name="Rectangle 2"/>
          <p:cNvSpPr>
            <a:spLocks noGrp="1" noRot="1" noChangeAspect="1" noChangeArrowheads="1" noTextEdit="1"/>
          </p:cNvSpPr>
          <p:nvPr>
            <p:ph type="sldImg"/>
          </p:nvPr>
        </p:nvSpPr>
        <p:spPr>
          <a:xfrm>
            <a:off x="-1887538" y="2336800"/>
            <a:ext cx="10498138" cy="7269163"/>
          </a:xfrm>
          <a:ln/>
        </p:spPr>
      </p:sp>
      <p:sp>
        <p:nvSpPr>
          <p:cNvPr id="173060" name="Rectangle 3"/>
          <p:cNvSpPr>
            <a:spLocks noGrp="1" noChangeArrowheads="1"/>
          </p:cNvSpPr>
          <p:nvPr>
            <p:ph type="body" idx="1"/>
          </p:nvPr>
        </p:nvSpPr>
        <p:spPr>
          <a:xfrm>
            <a:off x="1173164" y="1149351"/>
            <a:ext cx="4437062" cy="381000"/>
          </a:xfrm>
          <a:noFill/>
          <a:ln/>
        </p:spPr>
        <p:txBody>
          <a:bodyPr/>
          <a:lstStyle/>
          <a:p>
            <a:pPr eaLnBrk="1" hangingPunct="1"/>
            <a:endParaRPr lang="de-DE" altLang="ja-JP"/>
          </a:p>
        </p:txBody>
      </p:sp>
    </p:spTree>
    <p:extLst>
      <p:ext uri="{BB962C8B-B14F-4D97-AF65-F5344CB8AC3E}">
        <p14:creationId xmlns:p14="http://schemas.microsoft.com/office/powerpoint/2010/main" val="16864738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7"/>
          <p:cNvSpPr>
            <a:spLocks noGrp="1" noChangeArrowheads="1"/>
          </p:cNvSpPr>
          <p:nvPr>
            <p:ph type="sldNum" sz="quarter" idx="5"/>
          </p:nvPr>
        </p:nvSpPr>
        <p:spPr/>
        <p:txBody>
          <a:bodyPr/>
          <a:lstStyle/>
          <a:p>
            <a:pPr>
              <a:defRPr/>
            </a:pPr>
            <a:fld id="{67DC0281-8ED0-4ED6-82C8-6E010FC17902}" type="slidenum">
              <a:rPr lang="ja-JP" altLang="en-US" smtClean="0">
                <a:latin typeface="Arial"/>
              </a:rPr>
              <a:pPr>
                <a:defRPr/>
              </a:pPr>
              <a:t>61</a:t>
            </a:fld>
            <a:endParaRPr lang="en-US" altLang="ja-JP" dirty="0">
              <a:latin typeface="Arial"/>
            </a:endParaRPr>
          </a:p>
        </p:txBody>
      </p:sp>
      <p:sp>
        <p:nvSpPr>
          <p:cNvPr id="174083" name="Rectangle 2"/>
          <p:cNvSpPr>
            <a:spLocks noGrp="1" noRot="1" noChangeAspect="1" noChangeArrowheads="1" noTextEdit="1"/>
          </p:cNvSpPr>
          <p:nvPr>
            <p:ph type="sldImg"/>
          </p:nvPr>
        </p:nvSpPr>
        <p:spPr>
          <a:xfrm>
            <a:off x="-1887538" y="2336800"/>
            <a:ext cx="10498138" cy="7269163"/>
          </a:xfrm>
          <a:ln/>
        </p:spPr>
      </p:sp>
      <p:sp>
        <p:nvSpPr>
          <p:cNvPr id="174084" name="Rectangle 3"/>
          <p:cNvSpPr>
            <a:spLocks noGrp="1" noChangeArrowheads="1"/>
          </p:cNvSpPr>
          <p:nvPr>
            <p:ph type="body" idx="1"/>
          </p:nvPr>
        </p:nvSpPr>
        <p:spPr>
          <a:xfrm>
            <a:off x="1173164" y="1149351"/>
            <a:ext cx="4437062" cy="381000"/>
          </a:xfrm>
          <a:noFill/>
          <a:ln/>
        </p:spPr>
        <p:txBody>
          <a:bodyPr/>
          <a:lstStyle/>
          <a:p>
            <a:pPr eaLnBrk="1" hangingPunct="1"/>
            <a:endParaRPr lang="de-DE" altLang="ja-JP"/>
          </a:p>
        </p:txBody>
      </p:sp>
    </p:spTree>
    <p:extLst>
      <p:ext uri="{BB962C8B-B14F-4D97-AF65-F5344CB8AC3E}">
        <p14:creationId xmlns:p14="http://schemas.microsoft.com/office/powerpoint/2010/main" val="29898269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86A06DAD-44D3-4EA7-8DE4-9E33DC7017BE}" type="slidenum">
              <a:rPr lang="ja-JP" altLang="en-US" smtClean="0">
                <a:latin typeface="Arial"/>
              </a:rPr>
              <a:pPr/>
              <a:t>64</a:t>
            </a:fld>
            <a:endParaRPr lang="ja-JP" altLang="en-US" dirty="0">
              <a:latin typeface="Arial"/>
            </a:endParaRPr>
          </a:p>
        </p:txBody>
      </p:sp>
    </p:spTree>
    <p:extLst>
      <p:ext uri="{BB962C8B-B14F-4D97-AF65-F5344CB8AC3E}">
        <p14:creationId xmlns:p14="http://schemas.microsoft.com/office/powerpoint/2010/main" val="3249725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86A06DAD-44D3-4EA7-8DE4-9E33DC7017BE}" type="slidenum">
              <a:rPr lang="ja-JP" altLang="en-US" smtClean="0">
                <a:latin typeface="Arial"/>
              </a:rPr>
              <a:pPr/>
              <a:t>65</a:t>
            </a:fld>
            <a:endParaRPr lang="ja-JP" altLang="en-US" dirty="0">
              <a:latin typeface="Arial"/>
            </a:endParaRPr>
          </a:p>
        </p:txBody>
      </p:sp>
    </p:spTree>
    <p:extLst>
      <p:ext uri="{BB962C8B-B14F-4D97-AF65-F5344CB8AC3E}">
        <p14:creationId xmlns:p14="http://schemas.microsoft.com/office/powerpoint/2010/main" val="27139543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86A06DAD-44D3-4EA7-8DE4-9E33DC7017BE}" type="slidenum">
              <a:rPr lang="ja-JP" altLang="en-US" smtClean="0">
                <a:latin typeface="Arial"/>
              </a:rPr>
              <a:pPr/>
              <a:t>66</a:t>
            </a:fld>
            <a:endParaRPr lang="ja-JP" altLang="en-US" dirty="0">
              <a:latin typeface="Arial"/>
            </a:endParaRPr>
          </a:p>
        </p:txBody>
      </p:sp>
    </p:spTree>
    <p:extLst>
      <p:ext uri="{BB962C8B-B14F-4D97-AF65-F5344CB8AC3E}">
        <p14:creationId xmlns:p14="http://schemas.microsoft.com/office/powerpoint/2010/main" val="19723899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7"/>
          <p:cNvSpPr>
            <a:spLocks noGrp="1" noChangeArrowheads="1"/>
          </p:cNvSpPr>
          <p:nvPr>
            <p:ph type="sldNum" sz="quarter" idx="5"/>
          </p:nvPr>
        </p:nvSpPr>
        <p:spPr/>
        <p:txBody>
          <a:bodyPr/>
          <a:lstStyle/>
          <a:p>
            <a:pPr>
              <a:defRPr/>
            </a:pPr>
            <a:fld id="{237D372E-A061-4846-8961-925BE03488A0}" type="slidenum">
              <a:rPr lang="ja-JP" altLang="en-US" smtClean="0">
                <a:latin typeface="Arial"/>
              </a:rPr>
              <a:pPr>
                <a:defRPr/>
              </a:pPr>
              <a:t>67</a:t>
            </a:fld>
            <a:endParaRPr lang="en-US" altLang="ja-JP" dirty="0">
              <a:latin typeface="Arial"/>
            </a:endParaRPr>
          </a:p>
        </p:txBody>
      </p:sp>
      <p:sp>
        <p:nvSpPr>
          <p:cNvPr id="183299" name="Rectangle 2"/>
          <p:cNvSpPr>
            <a:spLocks noGrp="1" noRot="1" noChangeAspect="1" noChangeArrowheads="1" noTextEdit="1"/>
          </p:cNvSpPr>
          <p:nvPr>
            <p:ph type="sldImg"/>
          </p:nvPr>
        </p:nvSpPr>
        <p:spPr>
          <a:xfrm>
            <a:off x="701675" y="742950"/>
            <a:ext cx="5338763" cy="3697288"/>
          </a:xfrm>
          <a:ln/>
        </p:spPr>
      </p:sp>
      <p:sp>
        <p:nvSpPr>
          <p:cNvPr id="183300" name="Rectangle 3"/>
          <p:cNvSpPr>
            <a:spLocks noGrp="1" noChangeArrowheads="1"/>
          </p:cNvSpPr>
          <p:nvPr>
            <p:ph type="body" idx="1"/>
          </p:nvPr>
        </p:nvSpPr>
        <p:spPr>
          <a:xfrm>
            <a:off x="673101" y="4684714"/>
            <a:ext cx="5389563" cy="4438650"/>
          </a:xfrm>
          <a:noFill/>
          <a:ln/>
        </p:spPr>
        <p:txBody>
          <a:bodyPr/>
          <a:lstStyle/>
          <a:p>
            <a:pPr eaLnBrk="1" hangingPunct="1"/>
            <a:endParaRPr lang="de-DE" altLang="ja-JP"/>
          </a:p>
        </p:txBody>
      </p:sp>
    </p:spTree>
    <p:extLst>
      <p:ext uri="{BB962C8B-B14F-4D97-AF65-F5344CB8AC3E}">
        <p14:creationId xmlns:p14="http://schemas.microsoft.com/office/powerpoint/2010/main" val="7460756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69890-49ED-9C37-F9FE-40BAB718D64E}"/>
            </a:ext>
          </a:extLst>
        </p:cNvPr>
        <p:cNvGrpSpPr/>
        <p:nvPr/>
      </p:nvGrpSpPr>
      <p:grpSpPr>
        <a:xfrm>
          <a:off x="0" y="0"/>
          <a:ext cx="0" cy="0"/>
          <a:chOff x="0" y="0"/>
          <a:chExt cx="0" cy="0"/>
        </a:xfrm>
      </p:grpSpPr>
      <p:sp>
        <p:nvSpPr>
          <p:cNvPr id="185346" name="Rectangle 7">
            <a:extLst>
              <a:ext uri="{FF2B5EF4-FFF2-40B4-BE49-F238E27FC236}">
                <a16:creationId xmlns:a16="http://schemas.microsoft.com/office/drawing/2014/main" id="{D20A8617-0E66-401C-BBF1-C9CE34F3A0F4}"/>
              </a:ext>
            </a:extLst>
          </p:cNvPr>
          <p:cNvSpPr>
            <a:spLocks noGrp="1" noChangeArrowheads="1"/>
          </p:cNvSpPr>
          <p:nvPr>
            <p:ph type="sldNum" sz="quarter" idx="5"/>
          </p:nvPr>
        </p:nvSpPr>
        <p:spPr/>
        <p:txBody>
          <a:bodyPr/>
          <a:lstStyle/>
          <a:p>
            <a:pPr>
              <a:defRPr/>
            </a:pPr>
            <a:fld id="{237D372E-A061-4846-8961-925BE03488A0}" type="slidenum">
              <a:rPr lang="ja-JP" altLang="en-US" smtClean="0">
                <a:latin typeface="Arial"/>
              </a:rPr>
              <a:pPr>
                <a:defRPr/>
              </a:pPr>
              <a:t>68</a:t>
            </a:fld>
            <a:endParaRPr lang="en-US" altLang="ja-JP" dirty="0">
              <a:latin typeface="Arial"/>
            </a:endParaRPr>
          </a:p>
        </p:txBody>
      </p:sp>
      <p:sp>
        <p:nvSpPr>
          <p:cNvPr id="183299" name="Rectangle 2">
            <a:extLst>
              <a:ext uri="{FF2B5EF4-FFF2-40B4-BE49-F238E27FC236}">
                <a16:creationId xmlns:a16="http://schemas.microsoft.com/office/drawing/2014/main" id="{85A4DF0A-BE90-B790-E310-AB12AEA09171}"/>
              </a:ext>
            </a:extLst>
          </p:cNvPr>
          <p:cNvSpPr>
            <a:spLocks noGrp="1" noRot="1" noChangeAspect="1" noChangeArrowheads="1" noTextEdit="1"/>
          </p:cNvSpPr>
          <p:nvPr>
            <p:ph type="sldImg"/>
          </p:nvPr>
        </p:nvSpPr>
        <p:spPr>
          <a:xfrm>
            <a:off x="701675" y="742950"/>
            <a:ext cx="5338763" cy="3697288"/>
          </a:xfrm>
          <a:ln/>
        </p:spPr>
      </p:sp>
      <p:sp>
        <p:nvSpPr>
          <p:cNvPr id="183300" name="Rectangle 3">
            <a:extLst>
              <a:ext uri="{FF2B5EF4-FFF2-40B4-BE49-F238E27FC236}">
                <a16:creationId xmlns:a16="http://schemas.microsoft.com/office/drawing/2014/main" id="{B5608E68-40EB-EA8C-57B6-8D2E0B5ACF45}"/>
              </a:ext>
            </a:extLst>
          </p:cNvPr>
          <p:cNvSpPr>
            <a:spLocks noGrp="1" noChangeArrowheads="1"/>
          </p:cNvSpPr>
          <p:nvPr>
            <p:ph type="body" idx="1"/>
          </p:nvPr>
        </p:nvSpPr>
        <p:spPr>
          <a:xfrm>
            <a:off x="673101" y="4684714"/>
            <a:ext cx="5389563" cy="4438650"/>
          </a:xfrm>
          <a:noFill/>
          <a:ln/>
        </p:spPr>
        <p:txBody>
          <a:bodyPr/>
          <a:lstStyle/>
          <a:p>
            <a:pPr eaLnBrk="1" hangingPunct="1"/>
            <a:endParaRPr lang="de-DE" altLang="ja-JP"/>
          </a:p>
        </p:txBody>
      </p:sp>
    </p:spTree>
    <p:extLst>
      <p:ext uri="{BB962C8B-B14F-4D97-AF65-F5344CB8AC3E}">
        <p14:creationId xmlns:p14="http://schemas.microsoft.com/office/powerpoint/2010/main" val="201238553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CA2D21D1-52E2-420B-B491-CFF6D7BB79FB}" type="slidenum">
              <a:rPr lang="en-US" smtClean="0"/>
              <a:pPr/>
              <a:t>69</a:t>
            </a:fld>
            <a:endParaRPr lang="en-US"/>
          </a:p>
        </p:txBody>
      </p:sp>
    </p:spTree>
    <p:extLst>
      <p:ext uri="{BB962C8B-B14F-4D97-AF65-F5344CB8AC3E}">
        <p14:creationId xmlns:p14="http://schemas.microsoft.com/office/powerpoint/2010/main" val="63890921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7"/>
          <p:cNvSpPr>
            <a:spLocks noGrp="1" noChangeArrowheads="1"/>
          </p:cNvSpPr>
          <p:nvPr>
            <p:ph type="sldNum" sz="quarter" idx="5"/>
          </p:nvPr>
        </p:nvSpPr>
        <p:spPr/>
        <p:txBody>
          <a:bodyPr/>
          <a:lstStyle/>
          <a:p>
            <a:pPr>
              <a:defRPr/>
            </a:pPr>
            <a:fld id="{6210D9C2-D4EA-4C61-AFE5-F90F409818C2}" type="slidenum">
              <a:rPr lang="ja-JP" altLang="en-US" smtClean="0">
                <a:latin typeface="Arial"/>
              </a:rPr>
              <a:pPr>
                <a:defRPr/>
              </a:pPr>
              <a:t>71</a:t>
            </a:fld>
            <a:endParaRPr lang="en-US" altLang="ja-JP" dirty="0">
              <a:latin typeface="Arial"/>
            </a:endParaRPr>
          </a:p>
        </p:txBody>
      </p:sp>
      <p:sp>
        <p:nvSpPr>
          <p:cNvPr id="188419" name="Rectangle 2"/>
          <p:cNvSpPr>
            <a:spLocks noGrp="1" noRot="1" noChangeAspect="1" noChangeArrowheads="1" noTextEdit="1"/>
          </p:cNvSpPr>
          <p:nvPr>
            <p:ph type="sldImg"/>
          </p:nvPr>
        </p:nvSpPr>
        <p:spPr>
          <a:xfrm>
            <a:off x="701675" y="742950"/>
            <a:ext cx="5338763" cy="3697288"/>
          </a:xfrm>
          <a:ln/>
        </p:spPr>
      </p:sp>
      <p:sp>
        <p:nvSpPr>
          <p:cNvPr id="188420" name="Rectangle 3"/>
          <p:cNvSpPr>
            <a:spLocks noGrp="1" noChangeArrowheads="1"/>
          </p:cNvSpPr>
          <p:nvPr>
            <p:ph type="body" idx="1"/>
          </p:nvPr>
        </p:nvSpPr>
        <p:spPr>
          <a:xfrm>
            <a:off x="673101" y="4684714"/>
            <a:ext cx="5389563" cy="4438650"/>
          </a:xfrm>
          <a:noFill/>
          <a:ln/>
        </p:spPr>
        <p:txBody>
          <a:bodyPr/>
          <a:lstStyle/>
          <a:p>
            <a:pPr eaLnBrk="1" hangingPunct="1"/>
            <a:endParaRPr lang="de-DE" altLang="ja-JP"/>
          </a:p>
        </p:txBody>
      </p:sp>
    </p:spTree>
    <p:extLst>
      <p:ext uri="{BB962C8B-B14F-4D97-AF65-F5344CB8AC3E}">
        <p14:creationId xmlns:p14="http://schemas.microsoft.com/office/powerpoint/2010/main" val="18264480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7"/>
          <p:cNvSpPr>
            <a:spLocks noGrp="1" noChangeArrowheads="1"/>
          </p:cNvSpPr>
          <p:nvPr>
            <p:ph type="sldNum" sz="quarter" idx="5"/>
          </p:nvPr>
        </p:nvSpPr>
        <p:spPr/>
        <p:txBody>
          <a:bodyPr/>
          <a:lstStyle/>
          <a:p>
            <a:pPr>
              <a:defRPr/>
            </a:pPr>
            <a:fld id="{55EB25C1-02EA-44A2-97AC-76D38C487888}" type="slidenum">
              <a:rPr lang="ja-JP" altLang="en-US" smtClean="0">
                <a:latin typeface="Arial"/>
              </a:rPr>
              <a:pPr>
                <a:defRPr/>
              </a:pPr>
              <a:t>72</a:t>
            </a:fld>
            <a:endParaRPr lang="en-US" altLang="ja-JP" dirty="0">
              <a:latin typeface="Arial"/>
            </a:endParaRPr>
          </a:p>
        </p:txBody>
      </p:sp>
      <p:sp>
        <p:nvSpPr>
          <p:cNvPr id="189443" name="Rectangle 2"/>
          <p:cNvSpPr>
            <a:spLocks noGrp="1" noRot="1" noChangeAspect="1" noChangeArrowheads="1" noTextEdit="1"/>
          </p:cNvSpPr>
          <p:nvPr>
            <p:ph type="sldImg"/>
          </p:nvPr>
        </p:nvSpPr>
        <p:spPr>
          <a:xfrm>
            <a:off x="701675" y="742950"/>
            <a:ext cx="5338763" cy="3697288"/>
          </a:xfrm>
          <a:ln/>
        </p:spPr>
      </p:sp>
      <p:sp>
        <p:nvSpPr>
          <p:cNvPr id="189444" name="Rectangle 3"/>
          <p:cNvSpPr>
            <a:spLocks noGrp="1" noChangeArrowheads="1"/>
          </p:cNvSpPr>
          <p:nvPr>
            <p:ph type="body" idx="1"/>
          </p:nvPr>
        </p:nvSpPr>
        <p:spPr>
          <a:xfrm>
            <a:off x="673101" y="4684714"/>
            <a:ext cx="5389563" cy="4438650"/>
          </a:xfrm>
          <a:noFill/>
          <a:ln/>
        </p:spPr>
        <p:txBody>
          <a:bodyPr/>
          <a:lstStyle/>
          <a:p>
            <a:pPr eaLnBrk="1" hangingPunct="1"/>
            <a:endParaRPr lang="de-DE" altLang="ja-JP"/>
          </a:p>
        </p:txBody>
      </p:sp>
    </p:spTree>
    <p:extLst>
      <p:ext uri="{BB962C8B-B14F-4D97-AF65-F5344CB8AC3E}">
        <p14:creationId xmlns:p14="http://schemas.microsoft.com/office/powerpoint/2010/main" val="24877290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86A06DAD-44D3-4EA7-8DE4-9E33DC7017BE}" type="slidenum">
              <a:rPr lang="ja-JP" altLang="en-US" smtClean="0">
                <a:latin typeface="Arial"/>
              </a:rPr>
              <a:pPr/>
              <a:t>73</a:t>
            </a:fld>
            <a:endParaRPr lang="ja-JP" altLang="en-US" dirty="0">
              <a:latin typeface="Arial"/>
            </a:endParaRPr>
          </a:p>
        </p:txBody>
      </p:sp>
    </p:spTree>
    <p:extLst>
      <p:ext uri="{BB962C8B-B14F-4D97-AF65-F5344CB8AC3E}">
        <p14:creationId xmlns:p14="http://schemas.microsoft.com/office/powerpoint/2010/main" val="29780103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7"/>
          <p:cNvSpPr>
            <a:spLocks noGrp="1" noChangeArrowheads="1"/>
          </p:cNvSpPr>
          <p:nvPr>
            <p:ph type="sldNum" sz="quarter" idx="5"/>
          </p:nvPr>
        </p:nvSpPr>
        <p:spPr/>
        <p:txBody>
          <a:bodyPr/>
          <a:lstStyle/>
          <a:p>
            <a:pPr>
              <a:defRPr/>
            </a:pPr>
            <a:fld id="{2C408876-A88D-47B3-BBC1-FD34808D5237}" type="slidenum">
              <a:rPr lang="ja-JP" altLang="en-US" smtClean="0">
                <a:latin typeface="Arial"/>
              </a:rPr>
              <a:pPr>
                <a:defRPr/>
              </a:pPr>
              <a:t>74</a:t>
            </a:fld>
            <a:endParaRPr lang="en-US" altLang="ja-JP" dirty="0">
              <a:latin typeface="Arial"/>
            </a:endParaRPr>
          </a:p>
        </p:txBody>
      </p:sp>
      <p:sp>
        <p:nvSpPr>
          <p:cNvPr id="202755" name="Rectangle 2"/>
          <p:cNvSpPr>
            <a:spLocks noGrp="1" noRot="1" noChangeAspect="1" noChangeArrowheads="1" noTextEdit="1"/>
          </p:cNvSpPr>
          <p:nvPr>
            <p:ph type="sldImg"/>
          </p:nvPr>
        </p:nvSpPr>
        <p:spPr>
          <a:xfrm>
            <a:off x="698500" y="742950"/>
            <a:ext cx="5338763" cy="3697288"/>
          </a:xfrm>
          <a:ln/>
        </p:spPr>
      </p:sp>
      <p:sp>
        <p:nvSpPr>
          <p:cNvPr id="202756" name="Rectangle 3"/>
          <p:cNvSpPr>
            <a:spLocks noGrp="1" noChangeArrowheads="1"/>
          </p:cNvSpPr>
          <p:nvPr>
            <p:ph type="body" idx="1"/>
          </p:nvPr>
        </p:nvSpPr>
        <p:spPr>
          <a:xfrm>
            <a:off x="673101" y="4684714"/>
            <a:ext cx="5389563" cy="4438650"/>
          </a:xfrm>
          <a:noFill/>
          <a:ln/>
        </p:spPr>
        <p:txBody>
          <a:bodyPr/>
          <a:lstStyle/>
          <a:p>
            <a:pPr eaLnBrk="1" hangingPunct="1"/>
            <a:endParaRPr lang="en-GB" altLang="ja-JP" dirty="0"/>
          </a:p>
        </p:txBody>
      </p:sp>
    </p:spTree>
    <p:extLst>
      <p:ext uri="{BB962C8B-B14F-4D97-AF65-F5344CB8AC3E}">
        <p14:creationId xmlns:p14="http://schemas.microsoft.com/office/powerpoint/2010/main" val="254305734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7"/>
          <p:cNvSpPr>
            <a:spLocks noGrp="1" noChangeArrowheads="1"/>
          </p:cNvSpPr>
          <p:nvPr>
            <p:ph type="sldNum" sz="quarter" idx="5"/>
          </p:nvPr>
        </p:nvSpPr>
        <p:spPr/>
        <p:txBody>
          <a:bodyPr/>
          <a:lstStyle/>
          <a:p>
            <a:pPr>
              <a:defRPr/>
            </a:pPr>
            <a:fld id="{67C0CB28-23EB-4B91-8A86-B5DC9E16A963}" type="slidenum">
              <a:rPr lang="ja-JP" altLang="en-US" smtClean="0">
                <a:latin typeface="Arial"/>
              </a:rPr>
              <a:pPr>
                <a:defRPr/>
              </a:pPr>
              <a:t>75</a:t>
            </a:fld>
            <a:endParaRPr lang="en-US" altLang="ja-JP" dirty="0">
              <a:latin typeface="Arial"/>
            </a:endParaRPr>
          </a:p>
        </p:txBody>
      </p:sp>
      <p:sp>
        <p:nvSpPr>
          <p:cNvPr id="206851" name="Rectangle 2"/>
          <p:cNvSpPr>
            <a:spLocks noGrp="1" noRot="1" noChangeAspect="1" noChangeArrowheads="1" noTextEdit="1"/>
          </p:cNvSpPr>
          <p:nvPr>
            <p:ph type="sldImg"/>
          </p:nvPr>
        </p:nvSpPr>
        <p:spPr>
          <a:xfrm>
            <a:off x="-1887538" y="2336800"/>
            <a:ext cx="10498138" cy="7269163"/>
          </a:xfrm>
          <a:ln/>
        </p:spPr>
      </p:sp>
      <p:sp>
        <p:nvSpPr>
          <p:cNvPr id="206852" name="Rectangle 3"/>
          <p:cNvSpPr>
            <a:spLocks noGrp="1" noChangeArrowheads="1"/>
          </p:cNvSpPr>
          <p:nvPr>
            <p:ph type="body" idx="1"/>
          </p:nvPr>
        </p:nvSpPr>
        <p:spPr>
          <a:xfrm>
            <a:off x="1173164" y="1149351"/>
            <a:ext cx="4437062" cy="381000"/>
          </a:xfrm>
          <a:noFill/>
          <a:ln/>
        </p:spPr>
        <p:txBody>
          <a:bodyPr/>
          <a:lstStyle/>
          <a:p>
            <a:pPr eaLnBrk="1" hangingPunct="1"/>
            <a:endParaRPr lang="de-DE" altLang="ja-JP"/>
          </a:p>
        </p:txBody>
      </p:sp>
    </p:spTree>
    <p:extLst>
      <p:ext uri="{BB962C8B-B14F-4D97-AF65-F5344CB8AC3E}">
        <p14:creationId xmlns:p14="http://schemas.microsoft.com/office/powerpoint/2010/main" val="240120350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103</a:t>
            </a:fld>
            <a:endParaRPr lang="en-GB">
              <a:latin typeface="Arial"/>
            </a:endParaRPr>
          </a:p>
        </p:txBody>
      </p:sp>
    </p:spTree>
    <p:extLst>
      <p:ext uri="{BB962C8B-B14F-4D97-AF65-F5344CB8AC3E}">
        <p14:creationId xmlns:p14="http://schemas.microsoft.com/office/powerpoint/2010/main" val="212865969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104</a:t>
            </a:fld>
            <a:endParaRPr lang="en-GB">
              <a:latin typeface="Arial"/>
            </a:endParaRPr>
          </a:p>
        </p:txBody>
      </p:sp>
    </p:spTree>
    <p:extLst>
      <p:ext uri="{BB962C8B-B14F-4D97-AF65-F5344CB8AC3E}">
        <p14:creationId xmlns:p14="http://schemas.microsoft.com/office/powerpoint/2010/main" val="22224158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105</a:t>
            </a:fld>
            <a:endParaRPr lang="en-GB">
              <a:latin typeface="Arial"/>
            </a:endParaRPr>
          </a:p>
        </p:txBody>
      </p:sp>
    </p:spTree>
    <p:extLst>
      <p:ext uri="{BB962C8B-B14F-4D97-AF65-F5344CB8AC3E}">
        <p14:creationId xmlns:p14="http://schemas.microsoft.com/office/powerpoint/2010/main" val="413377574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106</a:t>
            </a:fld>
            <a:endParaRPr lang="en-GB">
              <a:latin typeface="Arial"/>
            </a:endParaRPr>
          </a:p>
        </p:txBody>
      </p:sp>
    </p:spTree>
    <p:extLst>
      <p:ext uri="{BB962C8B-B14F-4D97-AF65-F5344CB8AC3E}">
        <p14:creationId xmlns:p14="http://schemas.microsoft.com/office/powerpoint/2010/main" val="168338088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107</a:t>
            </a:fld>
            <a:endParaRPr lang="en-GB">
              <a:latin typeface="Arial"/>
            </a:endParaRPr>
          </a:p>
        </p:txBody>
      </p:sp>
    </p:spTree>
    <p:extLst>
      <p:ext uri="{BB962C8B-B14F-4D97-AF65-F5344CB8AC3E}">
        <p14:creationId xmlns:p14="http://schemas.microsoft.com/office/powerpoint/2010/main" val="133694095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108</a:t>
            </a:fld>
            <a:endParaRPr lang="en-GB">
              <a:latin typeface="Arial"/>
            </a:endParaRPr>
          </a:p>
        </p:txBody>
      </p:sp>
    </p:spTree>
    <p:extLst>
      <p:ext uri="{BB962C8B-B14F-4D97-AF65-F5344CB8AC3E}">
        <p14:creationId xmlns:p14="http://schemas.microsoft.com/office/powerpoint/2010/main" val="126236990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109</a:t>
            </a:fld>
            <a:endParaRPr lang="en-GB">
              <a:latin typeface="Arial"/>
            </a:endParaRPr>
          </a:p>
        </p:txBody>
      </p:sp>
    </p:spTree>
    <p:extLst>
      <p:ext uri="{BB962C8B-B14F-4D97-AF65-F5344CB8AC3E}">
        <p14:creationId xmlns:p14="http://schemas.microsoft.com/office/powerpoint/2010/main" val="15132095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110</a:t>
            </a:fld>
            <a:endParaRPr lang="en-GB">
              <a:latin typeface="Arial"/>
            </a:endParaRPr>
          </a:p>
        </p:txBody>
      </p:sp>
    </p:spTree>
    <p:extLst>
      <p:ext uri="{BB962C8B-B14F-4D97-AF65-F5344CB8AC3E}">
        <p14:creationId xmlns:p14="http://schemas.microsoft.com/office/powerpoint/2010/main" val="55827315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86A06DAD-44D3-4EA7-8DE4-9E33DC7017BE}" type="slidenum">
              <a:rPr lang="ja-JP" altLang="en-US" smtClean="0">
                <a:latin typeface="Arial" panose="020B0604020202020204" pitchFamily="34" charset="0"/>
              </a:rPr>
              <a:pPr/>
              <a:t>111</a:t>
            </a:fld>
            <a:endParaRPr lang="ja-JP" altLang="en-US">
              <a:latin typeface="Arial" panose="020B0604020202020204" pitchFamily="34" charset="0"/>
            </a:endParaRPr>
          </a:p>
        </p:txBody>
      </p:sp>
    </p:spTree>
    <p:extLst>
      <p:ext uri="{BB962C8B-B14F-4D97-AF65-F5344CB8AC3E}">
        <p14:creationId xmlns:p14="http://schemas.microsoft.com/office/powerpoint/2010/main" val="41196366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112</a:t>
            </a:fld>
            <a:endParaRPr lang="en-GB">
              <a:latin typeface="Arial"/>
            </a:endParaRPr>
          </a:p>
        </p:txBody>
      </p:sp>
    </p:spTree>
    <p:extLst>
      <p:ext uri="{BB962C8B-B14F-4D97-AF65-F5344CB8AC3E}">
        <p14:creationId xmlns:p14="http://schemas.microsoft.com/office/powerpoint/2010/main" val="345129391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DFA6DC0F-00C0-48CB-BFD3-E923E37ECD77}" type="slidenum">
              <a:rPr lang="en-GB" smtClean="0">
                <a:latin typeface="Arial"/>
              </a:rPr>
              <a:pPr/>
              <a:t>113</a:t>
            </a:fld>
            <a:endParaRPr lang="en-GB">
              <a:latin typeface="Arial"/>
            </a:endParaRPr>
          </a:p>
        </p:txBody>
      </p:sp>
    </p:spTree>
    <p:extLst>
      <p:ext uri="{BB962C8B-B14F-4D97-AF65-F5344CB8AC3E}">
        <p14:creationId xmlns:p14="http://schemas.microsoft.com/office/powerpoint/2010/main" val="36635150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CB765-C0C7-2774-70EB-72AB219BF83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3A3EB9B-5999-A51D-9FB3-5BAA102BFB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74BE8CA-A396-CD39-302B-9A0443D76919}"/>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0DDE51A-C776-9263-0988-C5DAC60F30C4}"/>
              </a:ext>
            </a:extLst>
          </p:cNvPr>
          <p:cNvSpPr>
            <a:spLocks noGrp="1"/>
          </p:cNvSpPr>
          <p:nvPr>
            <p:ph type="sldNum" sz="quarter" idx="5"/>
          </p:nvPr>
        </p:nvSpPr>
        <p:spPr/>
        <p:txBody>
          <a:bodyPr/>
          <a:lstStyle/>
          <a:p>
            <a:fld id="{24DE13BB-FCB6-4491-A87D-1E9BA7500F8E}" type="slidenum">
              <a:rPr kumimoji="1" lang="ja-JP" altLang="en-US" smtClean="0"/>
              <a:t>115</a:t>
            </a:fld>
            <a:endParaRPr kumimoji="1" lang="ja-JP" altLang="en-US"/>
          </a:p>
        </p:txBody>
      </p:sp>
    </p:spTree>
    <p:extLst>
      <p:ext uri="{BB962C8B-B14F-4D97-AF65-F5344CB8AC3E}">
        <p14:creationId xmlns:p14="http://schemas.microsoft.com/office/powerpoint/2010/main" val="96123960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8D888-4049-7932-AF8E-E5E8345279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C38D24-7A4F-8ABD-3053-7B1E44866C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F6CAC53-082E-2593-6DFA-DFF22D4625A0}"/>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8792BCB-DCDE-E2CC-6B94-AC7EC678854F}"/>
              </a:ext>
            </a:extLst>
          </p:cNvPr>
          <p:cNvSpPr>
            <a:spLocks noGrp="1"/>
          </p:cNvSpPr>
          <p:nvPr>
            <p:ph type="sldNum" sz="quarter" idx="5"/>
          </p:nvPr>
        </p:nvSpPr>
        <p:spPr/>
        <p:txBody>
          <a:bodyPr/>
          <a:lstStyle/>
          <a:p>
            <a:fld id="{24DE13BB-FCB6-4491-A87D-1E9BA7500F8E}" type="slidenum">
              <a:rPr kumimoji="1" lang="ja-JP" altLang="en-US" smtClean="0"/>
              <a:t>116</a:t>
            </a:fld>
            <a:endParaRPr kumimoji="1" lang="ja-JP" altLang="en-US"/>
          </a:p>
        </p:txBody>
      </p:sp>
    </p:spTree>
    <p:extLst>
      <p:ext uri="{BB962C8B-B14F-4D97-AF65-F5344CB8AC3E}">
        <p14:creationId xmlns:p14="http://schemas.microsoft.com/office/powerpoint/2010/main" val="42561481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CCC56-7605-401F-A337-96D61A85E1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504744-073F-A6DF-353C-9BB420052BB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3CD2B0-7B1E-3F03-B709-EC7F1CF43DCE}"/>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F0B7E48-FE2D-3EBD-A566-3938A83C12B2}"/>
              </a:ext>
            </a:extLst>
          </p:cNvPr>
          <p:cNvSpPr>
            <a:spLocks noGrp="1"/>
          </p:cNvSpPr>
          <p:nvPr>
            <p:ph type="sldNum" sz="quarter" idx="5"/>
          </p:nvPr>
        </p:nvSpPr>
        <p:spPr/>
        <p:txBody>
          <a:bodyPr/>
          <a:lstStyle/>
          <a:p>
            <a:fld id="{24DE13BB-FCB6-4491-A87D-1E9BA7500F8E}" type="slidenum">
              <a:rPr kumimoji="1" lang="ja-JP" altLang="en-US" smtClean="0"/>
              <a:t>117</a:t>
            </a:fld>
            <a:endParaRPr kumimoji="1" lang="ja-JP" altLang="en-US"/>
          </a:p>
        </p:txBody>
      </p:sp>
    </p:spTree>
    <p:extLst>
      <p:ext uri="{BB962C8B-B14F-4D97-AF65-F5344CB8AC3E}">
        <p14:creationId xmlns:p14="http://schemas.microsoft.com/office/powerpoint/2010/main" val="323109710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7CAA7-BCCE-8B7E-2A34-F9CB9E7BC7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27F495-C164-D8C8-0537-B76A7FC733A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02C016-3900-A2CD-D0BB-68515FD98C25}"/>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FF4E743-B9A6-7480-112C-EDCC5772F267}"/>
              </a:ext>
            </a:extLst>
          </p:cNvPr>
          <p:cNvSpPr>
            <a:spLocks noGrp="1"/>
          </p:cNvSpPr>
          <p:nvPr>
            <p:ph type="sldNum" sz="quarter" idx="5"/>
          </p:nvPr>
        </p:nvSpPr>
        <p:spPr/>
        <p:txBody>
          <a:bodyPr/>
          <a:lstStyle/>
          <a:p>
            <a:fld id="{24DE13BB-FCB6-4491-A87D-1E9BA7500F8E}" type="slidenum">
              <a:rPr kumimoji="1" lang="ja-JP" altLang="en-US" smtClean="0"/>
              <a:t>118</a:t>
            </a:fld>
            <a:endParaRPr kumimoji="1" lang="ja-JP" altLang="en-US"/>
          </a:p>
        </p:txBody>
      </p:sp>
    </p:spTree>
    <p:extLst>
      <p:ext uri="{BB962C8B-B14F-4D97-AF65-F5344CB8AC3E}">
        <p14:creationId xmlns:p14="http://schemas.microsoft.com/office/powerpoint/2010/main" val="15562681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B935D-3521-62B6-17C7-DD4DCE38FB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E158D6-22FB-E5B6-B48B-0DB2F4509F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E7772F0-41DB-A5A2-57E5-7A62A6E48720}"/>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76080B0-6A39-DC93-E5D3-550D96001AD7}"/>
              </a:ext>
            </a:extLst>
          </p:cNvPr>
          <p:cNvSpPr>
            <a:spLocks noGrp="1"/>
          </p:cNvSpPr>
          <p:nvPr>
            <p:ph type="sldNum" sz="quarter" idx="5"/>
          </p:nvPr>
        </p:nvSpPr>
        <p:spPr/>
        <p:txBody>
          <a:bodyPr/>
          <a:lstStyle/>
          <a:p>
            <a:fld id="{24DE13BB-FCB6-4491-A87D-1E9BA7500F8E}" type="slidenum">
              <a:rPr kumimoji="1" lang="ja-JP" altLang="en-US" smtClean="0"/>
              <a:t>119</a:t>
            </a:fld>
            <a:endParaRPr kumimoji="1" lang="ja-JP" altLang="en-US"/>
          </a:p>
        </p:txBody>
      </p:sp>
    </p:spTree>
    <p:extLst>
      <p:ext uri="{BB962C8B-B14F-4D97-AF65-F5344CB8AC3E}">
        <p14:creationId xmlns:p14="http://schemas.microsoft.com/office/powerpoint/2010/main" val="135720024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4DE13BB-FCB6-4491-A87D-1E9BA7500F8E}" type="slidenum">
              <a:rPr kumimoji="1" lang="ja-JP" altLang="en-US" smtClean="0"/>
              <a:t>120</a:t>
            </a:fld>
            <a:endParaRPr kumimoji="1" lang="ja-JP" altLang="en-US"/>
          </a:p>
        </p:txBody>
      </p:sp>
    </p:spTree>
    <p:extLst>
      <p:ext uri="{BB962C8B-B14F-4D97-AF65-F5344CB8AC3E}">
        <p14:creationId xmlns:p14="http://schemas.microsoft.com/office/powerpoint/2010/main" val="163255745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AC4DB-5825-F599-23AC-0DE8EB9828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28FEDD-8D62-3898-0751-C45825124D8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B00A78-18EF-5FE6-6262-A9E14078062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4AB057F-0EC6-FC34-A560-0934A3C1FCF9}"/>
              </a:ext>
            </a:extLst>
          </p:cNvPr>
          <p:cNvSpPr>
            <a:spLocks noGrp="1"/>
          </p:cNvSpPr>
          <p:nvPr>
            <p:ph type="sldNum" sz="quarter" idx="5"/>
          </p:nvPr>
        </p:nvSpPr>
        <p:spPr/>
        <p:txBody>
          <a:bodyPr/>
          <a:lstStyle/>
          <a:p>
            <a:fld id="{24DE13BB-FCB6-4491-A87D-1E9BA7500F8E}" type="slidenum">
              <a:rPr kumimoji="1" lang="ja-JP" altLang="en-US" smtClean="0"/>
              <a:t>121</a:t>
            </a:fld>
            <a:endParaRPr kumimoji="1" lang="ja-JP" altLang="en-US"/>
          </a:p>
        </p:txBody>
      </p:sp>
    </p:spTree>
    <p:extLst>
      <p:ext uri="{BB962C8B-B14F-4D97-AF65-F5344CB8AC3E}">
        <p14:creationId xmlns:p14="http://schemas.microsoft.com/office/powerpoint/2010/main" val="50945807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3E801-A614-70A5-903F-52105C9380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3E905BA-D565-84DF-5C52-ACA0E2E072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6EF5E76-388D-7A54-573E-79ACFDB3A09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216E582-3AA6-5E93-A016-B96D17CDD78B}"/>
              </a:ext>
            </a:extLst>
          </p:cNvPr>
          <p:cNvSpPr>
            <a:spLocks noGrp="1"/>
          </p:cNvSpPr>
          <p:nvPr>
            <p:ph type="sldNum" sz="quarter" idx="5"/>
          </p:nvPr>
        </p:nvSpPr>
        <p:spPr/>
        <p:txBody>
          <a:bodyPr/>
          <a:lstStyle/>
          <a:p>
            <a:fld id="{24DE13BB-FCB6-4491-A87D-1E9BA7500F8E}" type="slidenum">
              <a:rPr kumimoji="1" lang="ja-JP" altLang="en-US" smtClean="0"/>
              <a:t>122</a:t>
            </a:fld>
            <a:endParaRPr kumimoji="1" lang="ja-JP" altLang="en-US"/>
          </a:p>
        </p:txBody>
      </p:sp>
    </p:spTree>
    <p:extLst>
      <p:ext uri="{BB962C8B-B14F-4D97-AF65-F5344CB8AC3E}">
        <p14:creationId xmlns:p14="http://schemas.microsoft.com/office/powerpoint/2010/main" val="425501460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558A8-60F8-ABE9-5DDB-568274FC47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702580-C2BB-C43F-35C6-740F7DA15F9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66C1C3-9902-95AC-1C0B-BEF8247AC1BE}"/>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00600AB-5739-1D56-3777-C0A99AD75F29}"/>
              </a:ext>
            </a:extLst>
          </p:cNvPr>
          <p:cNvSpPr>
            <a:spLocks noGrp="1"/>
          </p:cNvSpPr>
          <p:nvPr>
            <p:ph type="sldNum" sz="quarter" idx="5"/>
          </p:nvPr>
        </p:nvSpPr>
        <p:spPr/>
        <p:txBody>
          <a:bodyPr/>
          <a:lstStyle/>
          <a:p>
            <a:fld id="{24DE13BB-FCB6-4491-A87D-1E9BA7500F8E}" type="slidenum">
              <a:rPr kumimoji="1" lang="ja-JP" altLang="en-US" smtClean="0"/>
              <a:t>123</a:t>
            </a:fld>
            <a:endParaRPr kumimoji="1" lang="ja-JP" altLang="en-US"/>
          </a:p>
        </p:txBody>
      </p:sp>
    </p:spTree>
    <p:extLst>
      <p:ext uri="{BB962C8B-B14F-4D97-AF65-F5344CB8AC3E}">
        <p14:creationId xmlns:p14="http://schemas.microsoft.com/office/powerpoint/2010/main" val="145877420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5D5F1-F5CE-5C29-FDB1-3D32816AD6B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1BE972-F22E-6A9E-E205-6D9528ADBE2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84FB048-CCD0-460E-32A7-9DF8D2186749}"/>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6999ED5-DE83-B092-F017-C7BD42486FBF}"/>
              </a:ext>
            </a:extLst>
          </p:cNvPr>
          <p:cNvSpPr>
            <a:spLocks noGrp="1"/>
          </p:cNvSpPr>
          <p:nvPr>
            <p:ph type="sldNum" sz="quarter" idx="5"/>
          </p:nvPr>
        </p:nvSpPr>
        <p:spPr/>
        <p:txBody>
          <a:bodyPr/>
          <a:lstStyle/>
          <a:p>
            <a:fld id="{24DE13BB-FCB6-4491-A87D-1E9BA7500F8E}" type="slidenum">
              <a:rPr kumimoji="1" lang="ja-JP" altLang="en-US" smtClean="0"/>
              <a:t>124</a:t>
            </a:fld>
            <a:endParaRPr kumimoji="1" lang="ja-JP" altLang="en-US"/>
          </a:p>
        </p:txBody>
      </p:sp>
    </p:spTree>
    <p:extLst>
      <p:ext uri="{BB962C8B-B14F-4D97-AF65-F5344CB8AC3E}">
        <p14:creationId xmlns:p14="http://schemas.microsoft.com/office/powerpoint/2010/main" val="43172754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8DF6A-8E90-DBCF-6ACD-FFC9180DB8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441DF1C-3425-2275-0DD9-5FE953643A5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2AD8FC-0E65-9DF1-F91E-9CAC400299EE}"/>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31ED94A-DD71-A009-CAC8-C23813E2F292}"/>
              </a:ext>
            </a:extLst>
          </p:cNvPr>
          <p:cNvSpPr>
            <a:spLocks noGrp="1"/>
          </p:cNvSpPr>
          <p:nvPr>
            <p:ph type="sldNum" sz="quarter" idx="5"/>
          </p:nvPr>
        </p:nvSpPr>
        <p:spPr/>
        <p:txBody>
          <a:bodyPr/>
          <a:lstStyle/>
          <a:p>
            <a:fld id="{24DE13BB-FCB6-4491-A87D-1E9BA7500F8E}" type="slidenum">
              <a:rPr kumimoji="1" lang="ja-JP" altLang="en-US" smtClean="0"/>
              <a:t>125</a:t>
            </a:fld>
            <a:endParaRPr kumimoji="1" lang="ja-JP" altLang="en-US"/>
          </a:p>
        </p:txBody>
      </p:sp>
    </p:spTree>
    <p:extLst>
      <p:ext uri="{BB962C8B-B14F-4D97-AF65-F5344CB8AC3E}">
        <p14:creationId xmlns:p14="http://schemas.microsoft.com/office/powerpoint/2010/main" val="286597357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6673B-36A1-BD72-2D0A-43966FE3A7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B9B0A5-0E4B-C743-7CB0-F281683556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0F5F1FA-B49D-45E2-2C6E-FA8B2C023355}"/>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57FD438-D5C6-F2FB-2F67-9C9C81D003B1}"/>
              </a:ext>
            </a:extLst>
          </p:cNvPr>
          <p:cNvSpPr>
            <a:spLocks noGrp="1"/>
          </p:cNvSpPr>
          <p:nvPr>
            <p:ph type="sldNum" sz="quarter" idx="5"/>
          </p:nvPr>
        </p:nvSpPr>
        <p:spPr/>
        <p:txBody>
          <a:bodyPr/>
          <a:lstStyle/>
          <a:p>
            <a:fld id="{24DE13BB-FCB6-4491-A87D-1E9BA7500F8E}" type="slidenum">
              <a:rPr kumimoji="1" lang="ja-JP" altLang="en-US" smtClean="0"/>
              <a:t>126</a:t>
            </a:fld>
            <a:endParaRPr kumimoji="1" lang="ja-JP" altLang="en-US"/>
          </a:p>
        </p:txBody>
      </p:sp>
    </p:spTree>
    <p:extLst>
      <p:ext uri="{BB962C8B-B14F-4D97-AF65-F5344CB8AC3E}">
        <p14:creationId xmlns:p14="http://schemas.microsoft.com/office/powerpoint/2010/main" val="181454362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B49B-E2AE-EE29-10B5-DBE3354EC5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57351E7-5216-1AA2-02FD-7217F1BF267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53EF41-BC11-26FB-5D5F-2D95B45AD7D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252D7A5-2A36-5B98-D98A-4CAD89B5A1D1}"/>
              </a:ext>
            </a:extLst>
          </p:cNvPr>
          <p:cNvSpPr>
            <a:spLocks noGrp="1"/>
          </p:cNvSpPr>
          <p:nvPr>
            <p:ph type="sldNum" sz="quarter" idx="5"/>
          </p:nvPr>
        </p:nvSpPr>
        <p:spPr/>
        <p:txBody>
          <a:bodyPr/>
          <a:lstStyle/>
          <a:p>
            <a:fld id="{24DE13BB-FCB6-4491-A87D-1E9BA7500F8E}" type="slidenum">
              <a:rPr kumimoji="1" lang="ja-JP" altLang="en-US" smtClean="0"/>
              <a:t>127</a:t>
            </a:fld>
            <a:endParaRPr kumimoji="1" lang="ja-JP" altLang="en-US"/>
          </a:p>
        </p:txBody>
      </p:sp>
    </p:spTree>
    <p:extLst>
      <p:ext uri="{BB962C8B-B14F-4D97-AF65-F5344CB8AC3E}">
        <p14:creationId xmlns:p14="http://schemas.microsoft.com/office/powerpoint/2010/main" val="3387033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E5B98-1E35-FAB2-6220-3AF26AF97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DF6ABD-CD61-BA7D-F0F9-CB0ABE9FC9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73E414-3A99-DCAA-94CD-3E7FBDD440B5}"/>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38E52FA-749C-20E1-DF35-F6A76892E295}"/>
              </a:ext>
            </a:extLst>
          </p:cNvPr>
          <p:cNvSpPr>
            <a:spLocks noGrp="1"/>
          </p:cNvSpPr>
          <p:nvPr>
            <p:ph type="sldNum" sz="quarter" idx="5"/>
          </p:nvPr>
        </p:nvSpPr>
        <p:spPr/>
        <p:txBody>
          <a:bodyPr/>
          <a:lstStyle/>
          <a:p>
            <a:fld id="{24DE13BB-FCB6-4491-A87D-1E9BA7500F8E}" type="slidenum">
              <a:rPr kumimoji="1" lang="ja-JP" altLang="en-US" smtClean="0"/>
              <a:t>128</a:t>
            </a:fld>
            <a:endParaRPr kumimoji="1" lang="ja-JP" altLang="en-US"/>
          </a:p>
        </p:txBody>
      </p:sp>
    </p:spTree>
    <p:extLst>
      <p:ext uri="{BB962C8B-B14F-4D97-AF65-F5344CB8AC3E}">
        <p14:creationId xmlns:p14="http://schemas.microsoft.com/office/powerpoint/2010/main" val="78288467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5C04F-CFCB-D004-C63E-6C6010AA6D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44382F4-44F3-A50F-DF8C-F5609760C18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A8F62EA-7F02-4A5C-3A50-2D808C4F953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B830979-FB3D-1697-9FBA-C3A0AF1DE0AB}"/>
              </a:ext>
            </a:extLst>
          </p:cNvPr>
          <p:cNvSpPr>
            <a:spLocks noGrp="1"/>
          </p:cNvSpPr>
          <p:nvPr>
            <p:ph type="sldNum" sz="quarter" idx="5"/>
          </p:nvPr>
        </p:nvSpPr>
        <p:spPr/>
        <p:txBody>
          <a:bodyPr/>
          <a:lstStyle/>
          <a:p>
            <a:fld id="{24DE13BB-FCB6-4491-A87D-1E9BA7500F8E}" type="slidenum">
              <a:rPr kumimoji="1" lang="ja-JP" altLang="en-US" smtClean="0"/>
              <a:t>129</a:t>
            </a:fld>
            <a:endParaRPr kumimoji="1" lang="ja-JP" altLang="en-US"/>
          </a:p>
        </p:txBody>
      </p:sp>
    </p:spTree>
    <p:extLst>
      <p:ext uri="{BB962C8B-B14F-4D97-AF65-F5344CB8AC3E}">
        <p14:creationId xmlns:p14="http://schemas.microsoft.com/office/powerpoint/2010/main" val="75574376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BA809-4893-3BE4-E087-D6F1F04310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CA19905-3D38-5986-C348-1866FA416A2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21195A-16A8-DB05-A460-8655415CD103}"/>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2D67C26-40AC-B4C7-3E10-28B841847F99}"/>
              </a:ext>
            </a:extLst>
          </p:cNvPr>
          <p:cNvSpPr>
            <a:spLocks noGrp="1"/>
          </p:cNvSpPr>
          <p:nvPr>
            <p:ph type="sldNum" sz="quarter" idx="5"/>
          </p:nvPr>
        </p:nvSpPr>
        <p:spPr/>
        <p:txBody>
          <a:bodyPr/>
          <a:lstStyle/>
          <a:p>
            <a:fld id="{24DE13BB-FCB6-4491-A87D-1E9BA7500F8E}" type="slidenum">
              <a:rPr kumimoji="1" lang="ja-JP" altLang="en-US" smtClean="0"/>
              <a:t>130</a:t>
            </a:fld>
            <a:endParaRPr kumimoji="1" lang="ja-JP" altLang="en-US"/>
          </a:p>
        </p:txBody>
      </p:sp>
    </p:spTree>
    <p:extLst>
      <p:ext uri="{BB962C8B-B14F-4D97-AF65-F5344CB8AC3E}">
        <p14:creationId xmlns:p14="http://schemas.microsoft.com/office/powerpoint/2010/main" val="24834921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F4532-A13F-AB00-B6D9-901C3134323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516192A-F032-F4C7-4462-DC74F7F28B7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B38878-D9A3-7A6B-C1BD-23ACC9E6E7E1}"/>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B160A1F-F10F-5510-71AF-2A8CF03B4A77}"/>
              </a:ext>
            </a:extLst>
          </p:cNvPr>
          <p:cNvSpPr>
            <a:spLocks noGrp="1"/>
          </p:cNvSpPr>
          <p:nvPr>
            <p:ph type="sldNum" sz="quarter" idx="5"/>
          </p:nvPr>
        </p:nvSpPr>
        <p:spPr/>
        <p:txBody>
          <a:bodyPr/>
          <a:lstStyle/>
          <a:p>
            <a:fld id="{24DE13BB-FCB6-4491-A87D-1E9BA7500F8E}" type="slidenum">
              <a:rPr kumimoji="1" lang="ja-JP" altLang="en-US" smtClean="0"/>
              <a:t>131</a:t>
            </a:fld>
            <a:endParaRPr kumimoji="1" lang="ja-JP" altLang="en-US"/>
          </a:p>
        </p:txBody>
      </p:sp>
    </p:spTree>
    <p:extLst>
      <p:ext uri="{BB962C8B-B14F-4D97-AF65-F5344CB8AC3E}">
        <p14:creationId xmlns:p14="http://schemas.microsoft.com/office/powerpoint/2010/main" val="47937803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B6092-ED34-DB6F-3C82-01FAC8C5D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22C46F-3BB9-9D16-0CF6-7D2919E660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1A353E-EA92-C37E-2BCF-B9EC8ACD2E8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50E6076-7E4F-5942-2242-4FBB70BF85A4}"/>
              </a:ext>
            </a:extLst>
          </p:cNvPr>
          <p:cNvSpPr>
            <a:spLocks noGrp="1"/>
          </p:cNvSpPr>
          <p:nvPr>
            <p:ph type="sldNum" sz="quarter" idx="5"/>
          </p:nvPr>
        </p:nvSpPr>
        <p:spPr/>
        <p:txBody>
          <a:bodyPr/>
          <a:lstStyle/>
          <a:p>
            <a:fld id="{24DE13BB-FCB6-4491-A87D-1E9BA7500F8E}" type="slidenum">
              <a:rPr kumimoji="1" lang="ja-JP" altLang="en-US" smtClean="0"/>
              <a:t>132</a:t>
            </a:fld>
            <a:endParaRPr kumimoji="1" lang="ja-JP" altLang="en-US"/>
          </a:p>
        </p:txBody>
      </p:sp>
    </p:spTree>
    <p:extLst>
      <p:ext uri="{BB962C8B-B14F-4D97-AF65-F5344CB8AC3E}">
        <p14:creationId xmlns:p14="http://schemas.microsoft.com/office/powerpoint/2010/main" val="361009147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79925-7688-2268-B11F-0307F26F355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50CEAA-B908-478A-C0E8-EBAE2C0B09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CC5D5B2-8861-2F27-3D9B-E2AE6493B99C}"/>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1162A5-C26D-A3BA-E4F3-AFDEB0FD3C0B}"/>
              </a:ext>
            </a:extLst>
          </p:cNvPr>
          <p:cNvSpPr>
            <a:spLocks noGrp="1"/>
          </p:cNvSpPr>
          <p:nvPr>
            <p:ph type="sldNum" sz="quarter" idx="5"/>
          </p:nvPr>
        </p:nvSpPr>
        <p:spPr/>
        <p:txBody>
          <a:bodyPr/>
          <a:lstStyle/>
          <a:p>
            <a:fld id="{24DE13BB-FCB6-4491-A87D-1E9BA7500F8E}" type="slidenum">
              <a:rPr kumimoji="1" lang="ja-JP" altLang="en-US" smtClean="0"/>
              <a:t>133</a:t>
            </a:fld>
            <a:endParaRPr kumimoji="1" lang="ja-JP" altLang="en-US"/>
          </a:p>
        </p:txBody>
      </p:sp>
    </p:spTree>
    <p:extLst>
      <p:ext uri="{BB962C8B-B14F-4D97-AF65-F5344CB8AC3E}">
        <p14:creationId xmlns:p14="http://schemas.microsoft.com/office/powerpoint/2010/main" val="154590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 Id="rId5" Type="http://schemas.openxmlformats.org/officeDocument/2006/relationships/image" Target="../media/image4.png"/><Relationship Id="rId6" Type="http://schemas.openxmlformats.org/officeDocument/2006/relationships/image" Target="../media/image5.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_Logo_表紙">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extLst>
              <p:ext uri="{D42A27DB-BD31-4B8C-83A1-F6EECF244321}">
                <p14:modId xmlns:p14="http://schemas.microsoft.com/office/powerpoint/2010/main" val="1998051489"/>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3" imgW="528" imgH="528" progId="TCLayout.ActiveDocument.1">
                  <p:embed/>
                </p:oleObj>
              </mc:Choice>
              <mc:Fallback>
                <p:oleObj name="think-cell Slide" r:id="rId3" imgW="528" imgH="528" progId="TCLayout.ActiveDocument.1">
                  <p:embed/>
                  <p:pic>
                    <p:nvPicPr>
                      <p:cNvPr id="4" name="オブジェクト 3" hidden="1"/>
                      <p:cNvPicPr/>
                      <p:nvPr/>
                    </p:nvPicPr>
                    <p:blipFill>
                      <a:blip r:embed="rId4"/>
                      <a:stretch>
                        <a:fillRect/>
                      </a:stretch>
                    </p:blipFill>
                    <p:spPr>
                      <a:xfrm>
                        <a:off x="1589" y="1590"/>
                        <a:ext cx="1587" cy="1587"/>
                      </a:xfrm>
                      <a:prstGeom prst="rect">
                        <a:avLst/>
                      </a:prstGeom>
                    </p:spPr>
                  </p:pic>
                </p:oleObj>
              </mc:Fallback>
            </mc:AlternateContent>
          </a:graphicData>
        </a:graphic>
      </p:graphicFrame>
      <p:sp>
        <p:nvSpPr>
          <p:cNvPr id="3" name="Subtitle 2"/>
          <p:cNvSpPr>
            <a:spLocks noGrp="1"/>
          </p:cNvSpPr>
          <p:nvPr>
            <p:ph type="subTitle" idx="1" hasCustomPrompt="1"/>
          </p:nvPr>
        </p:nvSpPr>
        <p:spPr bwMode="gray">
          <a:xfrm>
            <a:off x="417000" y="2564904"/>
            <a:ext cx="4536000"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lumMod val="50000"/>
                  </a:schemeClr>
                </a:solidFill>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dirty="0"/>
              <a:t>表紙サブタイトル</a:t>
            </a:r>
            <a:endParaRPr lang="en-US" noProof="0" dirty="0"/>
          </a:p>
        </p:txBody>
      </p:sp>
      <p:sp>
        <p:nvSpPr>
          <p:cNvPr id="10" name="テキスト プレースホルダー 9"/>
          <p:cNvSpPr>
            <a:spLocks noGrp="1"/>
          </p:cNvSpPr>
          <p:nvPr>
            <p:ph type="body" sz="quarter" idx="12" hasCustomPrompt="1"/>
          </p:nvPr>
        </p:nvSpPr>
        <p:spPr bwMode="gray">
          <a:xfrm>
            <a:off x="415925" y="1478314"/>
            <a:ext cx="4536000" cy="620000"/>
          </a:xfrm>
          <a:prstGeom prst="rect">
            <a:avLst/>
          </a:prstGeom>
        </p:spPr>
        <p:txBody>
          <a:bodyPr lIns="0">
            <a:normAutofit/>
          </a:bodyPr>
          <a:lstStyle>
            <a:lvl1pPr algn="l">
              <a:lnSpc>
                <a:spcPct val="100000"/>
              </a:lnSpc>
              <a:spcBef>
                <a:spcPts val="0"/>
              </a:spcBef>
              <a:defRPr sz="2200" b="1"/>
            </a:lvl1pPr>
            <a:lvl2pPr>
              <a:defRPr sz="2200"/>
            </a:lvl2pPr>
            <a:lvl3pPr>
              <a:defRPr sz="2200"/>
            </a:lvl3pPr>
            <a:lvl4pPr>
              <a:defRPr sz="2200"/>
            </a:lvl4pPr>
            <a:lvl5pPr>
              <a:defRPr sz="2200"/>
            </a:lvl5pPr>
          </a:lstStyle>
          <a:p>
            <a:pPr lvl="0"/>
            <a:r>
              <a:rPr kumimoji="1" lang="ja-JP" altLang="en-US" dirty="0"/>
              <a:t>クライアント社名</a:t>
            </a:r>
          </a:p>
        </p:txBody>
      </p:sp>
    </p:spTree>
    <p:extLst>
      <p:ext uri="{BB962C8B-B14F-4D97-AF65-F5344CB8AC3E}">
        <p14:creationId xmlns:p14="http://schemas.microsoft.com/office/powerpoint/2010/main" val="301497232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本文1">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extLst>
              <p:ext uri="{D42A27DB-BD31-4B8C-83A1-F6EECF244321}">
                <p14:modId xmlns:p14="http://schemas.microsoft.com/office/powerpoint/2010/main" val="2712755061"/>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3" imgW="528" imgH="528" progId="TCLayout.ActiveDocument.1">
                  <p:embed/>
                </p:oleObj>
              </mc:Choice>
              <mc:Fallback>
                <p:oleObj name="think-cell Slide" r:id="rId3" imgW="528" imgH="528" progId="TCLayout.ActiveDocument.1">
                  <p:embed/>
                  <p:pic>
                    <p:nvPicPr>
                      <p:cNvPr id="3" name="オブジェクト 2" hidden="1"/>
                      <p:cNvPicPr/>
                      <p:nvPr/>
                    </p:nvPicPr>
                    <p:blipFill>
                      <a:blip r:embed="rId4"/>
                      <a:stretch>
                        <a:fillRect/>
                      </a:stretch>
                    </p:blipFill>
                    <p:spPr>
                      <a:xfrm>
                        <a:off x="1589" y="1590"/>
                        <a:ext cx="1587" cy="1587"/>
                      </a:xfrm>
                      <a:prstGeom prst="rect">
                        <a:avLst/>
                      </a:prstGeom>
                    </p:spPr>
                  </p:pic>
                </p:oleObj>
              </mc:Fallback>
            </mc:AlternateContent>
          </a:graphicData>
        </a:graphic>
      </p:graphicFrame>
      <p:sp>
        <p:nvSpPr>
          <p:cNvPr id="8" name="テキスト プレースホルダー 7"/>
          <p:cNvSpPr>
            <a:spLocks noGrp="1"/>
          </p:cNvSpPr>
          <p:nvPr>
            <p:ph type="body" sz="quarter" idx="15" hasCustomPrompt="1"/>
          </p:nvPr>
        </p:nvSpPr>
        <p:spPr bwMode="gray">
          <a:xfrm>
            <a:off x="416496" y="1052784"/>
            <a:ext cx="4356000" cy="432000"/>
          </a:xfrm>
          <a:prstGeom prst="rect">
            <a:avLst/>
          </a:prstGeom>
        </p:spPr>
        <p:txBody>
          <a:bodyPr wrap="none" anchor="ctr">
            <a:noAutofit/>
          </a:bodyPr>
          <a:lstStyle>
            <a:lvl1pPr>
              <a:lnSpc>
                <a:spcPct val="100000"/>
              </a:lnSpc>
              <a:spcBef>
                <a:spcPts val="0"/>
              </a:spcBef>
              <a:defRPr sz="1400" b="1">
                <a:solidFill>
                  <a:srgbClr val="004CA0"/>
                </a:solidFill>
                <a:latin typeface="+mn-ea"/>
                <a:ea typeface="+mn-ea"/>
              </a:defRPr>
            </a:lvl1pPr>
          </a:lstStyle>
          <a:p>
            <a:pPr lvl="0"/>
            <a:r>
              <a:rPr kumimoji="1" lang="en-US" altLang="ja-JP" dirty="0"/>
              <a:t>Header</a:t>
            </a:r>
            <a:r>
              <a:rPr kumimoji="1" lang="ja-JP" altLang="en-US" dirty="0"/>
              <a:t>を入力（スライドタイトル）</a:t>
            </a:r>
          </a:p>
        </p:txBody>
      </p:sp>
      <p:sp>
        <p:nvSpPr>
          <p:cNvPr id="10" name="テキスト プレースホルダー 9">
            <a:extLst>
              <a:ext uri="{FF2B5EF4-FFF2-40B4-BE49-F238E27FC236}">
                <a16:creationId xmlns:a16="http://schemas.microsoft.com/office/drawing/2014/main" id="{03E82513-8600-49E3-AB39-BE0B19527536}"/>
              </a:ext>
            </a:extLst>
          </p:cNvPr>
          <p:cNvSpPr>
            <a:spLocks noGrp="1"/>
          </p:cNvSpPr>
          <p:nvPr>
            <p:ph type="body" sz="quarter" idx="16" hasCustomPrompt="1"/>
          </p:nvPr>
        </p:nvSpPr>
        <p:spPr>
          <a:xfrm>
            <a:off x="415925" y="44624"/>
            <a:ext cx="7705427" cy="240701"/>
          </a:xfrm>
        </p:spPr>
        <p:txBody>
          <a:bodyPr lIns="108000">
            <a:noAutofit/>
          </a:bodyPr>
          <a:lstStyle>
            <a:lvl1pPr>
              <a:defRPr sz="1400" b="1" u="none">
                <a:solidFill>
                  <a:schemeClr val="bg1"/>
                </a:solidFill>
                <a:latin typeface="+mj-ea"/>
                <a:ea typeface="+mj-ea"/>
              </a:defRPr>
            </a:lvl1pPr>
            <a:lvl2pPr marL="0" indent="0">
              <a:buNone/>
              <a:defRPr/>
            </a:lvl2pPr>
          </a:lstStyle>
          <a:p>
            <a:pPr lvl="0"/>
            <a:r>
              <a:rPr kumimoji="1" lang="ja-JP" altLang="en-US" dirty="0"/>
              <a:t>スライドタイトル（フォント：</a:t>
            </a:r>
            <a:r>
              <a:rPr kumimoji="1" lang="en-US" altLang="ja-JP" dirty="0"/>
              <a:t>MS P</a:t>
            </a:r>
            <a:r>
              <a:rPr kumimoji="1" lang="ja-JP" altLang="en-US" dirty="0"/>
              <a:t>ゴシック、サイズ</a:t>
            </a:r>
            <a:r>
              <a:rPr kumimoji="1" lang="en-US" altLang="ja-JP" dirty="0"/>
              <a:t>:20</a:t>
            </a:r>
            <a:endParaRPr kumimoji="1" lang="ja-JP" altLang="en-US" dirty="0"/>
          </a:p>
        </p:txBody>
      </p:sp>
      <p:sp>
        <p:nvSpPr>
          <p:cNvPr id="13" name="テキスト プレースホルダー 9">
            <a:extLst>
              <a:ext uri="{FF2B5EF4-FFF2-40B4-BE49-F238E27FC236}">
                <a16:creationId xmlns:a16="http://schemas.microsoft.com/office/drawing/2014/main" id="{9F3A6958-77CB-46B7-9BE1-98CA61BAB2F7}"/>
              </a:ext>
            </a:extLst>
          </p:cNvPr>
          <p:cNvSpPr>
            <a:spLocks noGrp="1"/>
          </p:cNvSpPr>
          <p:nvPr>
            <p:ph type="body" sz="quarter" idx="17" hasCustomPrompt="1"/>
          </p:nvPr>
        </p:nvSpPr>
        <p:spPr>
          <a:xfrm>
            <a:off x="415925" y="6308725"/>
            <a:ext cx="9072000" cy="288925"/>
          </a:xfrm>
        </p:spPr>
        <p:txBody>
          <a:bodyPr anchor="ctr">
            <a:normAutofit/>
          </a:bodyPr>
          <a:lstStyle>
            <a:lvl1pPr>
              <a:defRPr sz="1050" b="0" u="none"/>
            </a:lvl1pPr>
            <a:lvl2pPr marL="0" indent="0">
              <a:buNone/>
              <a:defRPr/>
            </a:lvl2pPr>
          </a:lstStyle>
          <a:p>
            <a:pPr lvl="0"/>
            <a:r>
              <a:rPr kumimoji="1" lang="ja-JP" altLang="en-US" dirty="0"/>
              <a:t>出所：</a:t>
            </a:r>
          </a:p>
        </p:txBody>
      </p:sp>
      <p:sp>
        <p:nvSpPr>
          <p:cNvPr id="2" name="タイトル 1"/>
          <p:cNvSpPr>
            <a:spLocks noGrp="1"/>
          </p:cNvSpPr>
          <p:nvPr>
            <p:ph type="title" hasCustomPrompt="1"/>
          </p:nvPr>
        </p:nvSpPr>
        <p:spPr bwMode="gray">
          <a:xfrm>
            <a:off x="422636" y="337486"/>
            <a:ext cx="9082743" cy="666252"/>
          </a:xfrm>
          <a:noFill/>
          <a:ln>
            <a:noFill/>
          </a:ln>
        </p:spPr>
        <p:txBody>
          <a:bodyPr lIns="108000"/>
          <a:lstStyle>
            <a:lvl1pPr>
              <a:defRPr sz="1800" b="1" u="none">
                <a:solidFill>
                  <a:schemeClr val="tx1"/>
                </a:solidFill>
                <a:latin typeface="+mj-ea"/>
                <a:ea typeface="+mj-ea"/>
              </a:defRPr>
            </a:lvl1pPr>
          </a:lstStyle>
          <a:p>
            <a:r>
              <a:rPr kumimoji="1" lang="ja-JP" altLang="en-US" dirty="0"/>
              <a:t>キーメッセージは</a:t>
            </a:r>
            <a:r>
              <a:rPr kumimoji="1" lang="en-US" altLang="ja-JP" dirty="0"/>
              <a:t>2</a:t>
            </a:r>
            <a:r>
              <a:rPr kumimoji="1" lang="ja-JP" altLang="en-US" dirty="0"/>
              <a:t>行以内（フォント：</a:t>
            </a:r>
            <a:r>
              <a:rPr kumimoji="1" lang="en-US" altLang="ja-JP" dirty="0"/>
              <a:t>MS P</a:t>
            </a:r>
            <a:r>
              <a:rPr kumimoji="1" lang="ja-JP" altLang="en-US" dirty="0"/>
              <a:t>ゴシック、サイズ：</a:t>
            </a:r>
            <a:r>
              <a:rPr kumimoji="1" lang="en-US" altLang="ja-JP" dirty="0"/>
              <a:t>18</a:t>
            </a:r>
            <a:r>
              <a:rPr kumimoji="1" lang="ja-JP" altLang="en-US" dirty="0"/>
              <a:t>）</a:t>
            </a:r>
          </a:p>
        </p:txBody>
      </p:sp>
    </p:spTree>
    <p:extLst>
      <p:ext uri="{BB962C8B-B14F-4D97-AF65-F5344CB8AC3E}">
        <p14:creationId xmlns:p14="http://schemas.microsoft.com/office/powerpoint/2010/main" val="36211058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基本版） タイトルのみ_Proposal">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オブジェクト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9" y="1590"/>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タイトル 1"/>
          <p:cNvSpPr>
            <a:spLocks noGrp="1"/>
          </p:cNvSpPr>
          <p:nvPr>
            <p:ph type="title" hasCustomPrompt="1"/>
          </p:nvPr>
        </p:nvSpPr>
        <p:spPr bwMode="gray">
          <a:xfrm>
            <a:off x="417000" y="136800"/>
            <a:ext cx="9072000" cy="651600"/>
          </a:xfrm>
        </p:spPr>
        <p:txBody>
          <a:bodyPr/>
          <a:lstStyle/>
          <a:p>
            <a:r>
              <a:rPr kumimoji="1" lang="ja-JP" altLang="en-US"/>
              <a:t>キーメッセージを入力（本スライドで一番伝えたいこと＜名詞止め・体言止め不可＞）</a:t>
            </a:r>
          </a:p>
        </p:txBody>
      </p:sp>
      <p:sp>
        <p:nvSpPr>
          <p:cNvPr id="3" name="フッター プレースホルダ 2"/>
          <p:cNvSpPr>
            <a:spLocks noGrp="1"/>
          </p:cNvSpPr>
          <p:nvPr>
            <p:ph type="ftr" sz="quarter" idx="10"/>
          </p:nvPr>
        </p:nvSpPr>
        <p:spPr bwMode="gray"/>
        <p:txBody>
          <a:bodyPr/>
          <a:lstStyle>
            <a:lvl1pPr>
              <a:defRPr>
                <a:solidFill>
                  <a:schemeClr val="tx2"/>
                </a:solidFill>
              </a:defRPr>
            </a:lvl1pPr>
          </a:lstStyle>
          <a:p>
            <a:r>
              <a:rPr lang="ja-JP" altLang="en-US"/>
              <a:t>テキストブロック</a:t>
            </a:r>
            <a:endParaRPr lang="en-GB" altLang="en-GB"/>
          </a:p>
        </p:txBody>
      </p:sp>
      <p:sp>
        <p:nvSpPr>
          <p:cNvPr id="9" name="テキスト プレースホルダー 2"/>
          <p:cNvSpPr>
            <a:spLocks noGrp="1"/>
          </p:cNvSpPr>
          <p:nvPr>
            <p:ph type="body" sz="quarter" idx="15" hasCustomPrompt="1"/>
          </p:nvPr>
        </p:nvSpPr>
        <p:spPr>
          <a:xfrm>
            <a:off x="416496" y="1016000"/>
            <a:ext cx="4320000" cy="432000"/>
          </a:xfrm>
        </p:spPr>
        <p:txBody>
          <a:bodyPr wrap="none" anchor="ctr">
            <a:noAutofit/>
          </a:bodyPr>
          <a:lstStyle>
            <a:lvl1pPr>
              <a:defRPr sz="1292" b="1">
                <a:solidFill>
                  <a:schemeClr val="accent2"/>
                </a:solidFill>
              </a:defRPr>
            </a:lvl1pPr>
          </a:lstStyle>
          <a:p>
            <a:pPr lvl="0"/>
            <a:r>
              <a:rPr kumimoji="1" lang="en-US" altLang="ja-JP"/>
              <a:t>Header</a:t>
            </a:r>
            <a:r>
              <a:rPr kumimoji="1" lang="ja-JP" altLang="en-US"/>
              <a:t>を入力（スライドタイトル）</a:t>
            </a:r>
          </a:p>
        </p:txBody>
      </p:sp>
    </p:spTree>
    <p:extLst>
      <p:ext uri="{BB962C8B-B14F-4D97-AF65-F5344CB8AC3E}">
        <p14:creationId xmlns:p14="http://schemas.microsoft.com/office/powerpoint/2010/main" val="2899756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基本版） コンテンツ全面_レベル_Proposal">
    <p:spTree>
      <p:nvGrpSpPr>
        <p:cNvPr id="1" name=""/>
        <p:cNvGrpSpPr/>
        <p:nvPr/>
      </p:nvGrpSpPr>
      <p:grpSpPr>
        <a:xfrm>
          <a:off x="0" y="0"/>
          <a:ext cx="0" cy="0"/>
          <a:chOff x="0" y="0"/>
          <a:chExt cx="0" cy="0"/>
        </a:xfrm>
      </p:grpSpPr>
      <p:sp>
        <p:nvSpPr>
          <p:cNvPr id="6" name="コンテンツ プレースホルダ 2"/>
          <p:cNvSpPr>
            <a:spLocks noGrp="1"/>
          </p:cNvSpPr>
          <p:nvPr>
            <p:ph idx="1"/>
          </p:nvPr>
        </p:nvSpPr>
        <p:spPr bwMode="gray">
          <a:xfrm>
            <a:off x="417000" y="1476000"/>
            <a:ext cx="9072000" cy="4824000"/>
          </a:xfrm>
          <a:prstGeom prst="rect">
            <a:avLst/>
          </a:prstGeom>
        </p:spPr>
        <p:txBody>
          <a:bodyPr/>
          <a:lstStyle>
            <a:lvl1pPr>
              <a:buFont typeface="Arial" pitchFamily="34" charset="0"/>
              <a:buNone/>
              <a:defRPr sz="1200" baseline="0">
                <a:latin typeface="Arial" pitchFamily="34" charset="0"/>
                <a:ea typeface="+mn-ea"/>
                <a:cs typeface="Arial" pitchFamily="34" charset="0"/>
              </a:defRPr>
            </a:lvl1pPr>
            <a:lvl2pPr marL="172800" indent="-172800">
              <a:lnSpc>
                <a:spcPct val="106000"/>
              </a:lnSpc>
              <a:spcBef>
                <a:spcPts val="1056"/>
              </a:spcBef>
              <a:buFont typeface="Wingdings" pitchFamily="2" charset="2"/>
              <a:buChar char="n"/>
              <a:defRPr sz="1200" baseline="0">
                <a:latin typeface="Arial" pitchFamily="34" charset="0"/>
                <a:ea typeface="+mn-ea"/>
                <a:cs typeface="Arial" pitchFamily="34" charset="0"/>
              </a:defRPr>
            </a:lvl2pPr>
            <a:lvl3pPr marL="345600" indent="-172800">
              <a:lnSpc>
                <a:spcPct val="106000"/>
              </a:lnSpc>
              <a:spcBef>
                <a:spcPts val="480"/>
              </a:spcBef>
              <a:buFont typeface="Wingdings" pitchFamily="2" charset="2"/>
              <a:buChar char="Ø"/>
              <a:defRPr sz="1200" baseline="0">
                <a:latin typeface="Arial" pitchFamily="34" charset="0"/>
                <a:ea typeface="+mn-ea"/>
                <a:cs typeface="Arial" pitchFamily="34" charset="0"/>
              </a:defRPr>
            </a:lvl3pPr>
            <a:lvl4pPr marL="518400" indent="-172800">
              <a:lnSpc>
                <a:spcPct val="106000"/>
              </a:lnSpc>
              <a:spcBef>
                <a:spcPts val="240"/>
              </a:spcBef>
              <a:buFont typeface="Arial" pitchFamily="34" charset="0"/>
              <a:buChar char="•"/>
              <a:defRPr sz="1200" baseline="0">
                <a:latin typeface="Arial" pitchFamily="34" charset="0"/>
                <a:ea typeface="+mn-ea"/>
                <a:cs typeface="Arial" pitchFamily="34" charset="0"/>
              </a:defRPr>
            </a:lvl4pPr>
          </a:lstStyle>
          <a:p>
            <a:pPr lvl="0"/>
            <a:r>
              <a:rPr lang="ja-JP" altLang="en-US" dirty="0"/>
              <a:t>マスター テキストの書式設定</a:t>
            </a:r>
          </a:p>
          <a:p>
            <a:pPr lvl="1"/>
            <a:r>
              <a:rPr lang="ja-JP" altLang="en-US" dirty="0"/>
              <a:t>第 </a:t>
            </a:r>
            <a:r>
              <a:rPr lang="en-US" altLang="ja-JP" dirty="0"/>
              <a:t>1 </a:t>
            </a:r>
            <a:r>
              <a:rPr lang="ja-JP" altLang="en-US" dirty="0"/>
              <a:t>レベル</a:t>
            </a:r>
          </a:p>
          <a:p>
            <a:pPr lvl="2"/>
            <a:r>
              <a:rPr lang="ja-JP" altLang="en-US" dirty="0"/>
              <a:t>第 </a:t>
            </a:r>
            <a:r>
              <a:rPr lang="en-US" altLang="ja-JP" dirty="0"/>
              <a:t>2 </a:t>
            </a:r>
            <a:r>
              <a:rPr lang="ja-JP" altLang="en-US" dirty="0"/>
              <a:t>レベル</a:t>
            </a:r>
          </a:p>
          <a:p>
            <a:pPr lvl="3"/>
            <a:r>
              <a:rPr lang="ja-JP" altLang="en-US" dirty="0"/>
              <a:t>第 </a:t>
            </a:r>
            <a:r>
              <a:rPr lang="en-US" altLang="ja-JP" dirty="0"/>
              <a:t>3 </a:t>
            </a:r>
            <a:r>
              <a:rPr lang="ja-JP" altLang="en-US" dirty="0"/>
              <a:t>レベル</a:t>
            </a:r>
          </a:p>
        </p:txBody>
      </p:sp>
      <p:sp>
        <p:nvSpPr>
          <p:cNvPr id="10" name="フッター プレースホルダ 9"/>
          <p:cNvSpPr>
            <a:spLocks noGrp="1"/>
          </p:cNvSpPr>
          <p:nvPr>
            <p:ph type="ftr" sz="quarter" idx="11"/>
          </p:nvPr>
        </p:nvSpPr>
        <p:spPr bwMode="gray"/>
        <p:txBody>
          <a:bodyPr/>
          <a:lstStyle>
            <a:lvl1pPr>
              <a:defRPr>
                <a:solidFill>
                  <a:schemeClr val="tx1"/>
                </a:solidFill>
              </a:defRPr>
            </a:lvl1pPr>
          </a:lstStyle>
          <a:p>
            <a:r>
              <a:rPr lang="ja-JP" altLang="en-US"/>
              <a:t>テキストブロック</a:t>
            </a:r>
            <a:endParaRPr lang="en-GB" altLang="en-GB" dirty="0"/>
          </a:p>
        </p:txBody>
      </p:sp>
      <p:sp>
        <p:nvSpPr>
          <p:cNvPr id="8" name="テキスト プレースホルダー 2"/>
          <p:cNvSpPr>
            <a:spLocks noGrp="1"/>
          </p:cNvSpPr>
          <p:nvPr>
            <p:ph type="body" sz="quarter" idx="15" hasCustomPrompt="1"/>
          </p:nvPr>
        </p:nvSpPr>
        <p:spPr bwMode="gray">
          <a:xfrm>
            <a:off x="417000" y="1016000"/>
            <a:ext cx="4356000" cy="432000"/>
          </a:xfrm>
          <a:prstGeom prst="rect">
            <a:avLst/>
          </a:prstGeom>
        </p:spPr>
        <p:txBody>
          <a:bodyPr wrap="none" anchor="ctr">
            <a:noAutofit/>
          </a:bodyPr>
          <a:lstStyle>
            <a:lvl1pPr>
              <a:lnSpc>
                <a:spcPct val="100000"/>
              </a:lnSpc>
              <a:spcBef>
                <a:spcPts val="0"/>
              </a:spcBef>
              <a:defRPr sz="1400" b="1">
                <a:solidFill>
                  <a:schemeClr val="accent1"/>
                </a:solidFill>
              </a:defRPr>
            </a:lvl1pPr>
          </a:lstStyle>
          <a:p>
            <a:pPr lvl="0"/>
            <a:r>
              <a:rPr kumimoji="1" lang="en-US" altLang="ja-JP" dirty="0"/>
              <a:t>Header</a:t>
            </a:r>
            <a:r>
              <a:rPr kumimoji="1" lang="ja-JP" altLang="en-US" dirty="0"/>
              <a:t>を入力（スライドタイトル）</a:t>
            </a:r>
          </a:p>
        </p:txBody>
      </p:sp>
      <p:sp>
        <p:nvSpPr>
          <p:cNvPr id="3" name="タイトル 2"/>
          <p:cNvSpPr>
            <a:spLocks noGrp="1"/>
          </p:cNvSpPr>
          <p:nvPr>
            <p:ph type="title" hasCustomPrompt="1"/>
          </p:nvPr>
        </p:nvSpPr>
        <p:spPr bwMode="gray">
          <a:xfrm>
            <a:off x="417000" y="136800"/>
            <a:ext cx="9072000" cy="651600"/>
          </a:xfrm>
        </p:spPr>
        <p:txBody>
          <a:bodyPr/>
          <a:lstStyle/>
          <a:p>
            <a:r>
              <a:rPr lang="ja-JP" altLang="en-US" dirty="0"/>
              <a:t>キーメッセージを入力（本スライドで一番伝えたいこと＜名詞止め・体言止め不可＞）</a:t>
            </a:r>
            <a:endParaRPr kumimoji="1" lang="ja-JP" altLang="en-US" dirty="0"/>
          </a:p>
        </p:txBody>
      </p:sp>
    </p:spTree>
    <p:extLst>
      <p:ext uri="{BB962C8B-B14F-4D97-AF65-F5344CB8AC3E}">
        <p14:creationId xmlns:p14="http://schemas.microsoft.com/office/powerpoint/2010/main" val="3428594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r>
              <a:rPr lang="ja-JP" altLang="en-US"/>
              <a:t>テキストブロック</a:t>
            </a:r>
            <a:endParaRPr lang="en-US"/>
          </a:p>
        </p:txBody>
      </p:sp>
    </p:spTree>
    <p:extLst>
      <p:ext uri="{BB962C8B-B14F-4D97-AF65-F5344CB8AC3E}">
        <p14:creationId xmlns:p14="http://schemas.microsoft.com/office/powerpoint/2010/main" val="19670158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2_本文1">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extLst>
              <p:ext uri="{D42A27DB-BD31-4B8C-83A1-F6EECF244321}">
                <p14:modId xmlns:p14="http://schemas.microsoft.com/office/powerpoint/2010/main" val="2712755061"/>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3" imgW="528" imgH="528" progId="TCLayout.ActiveDocument.1">
                  <p:embed/>
                </p:oleObj>
              </mc:Choice>
              <mc:Fallback>
                <p:oleObj name="think-cell Slide" r:id="rId3" imgW="528" imgH="528" progId="TCLayout.ActiveDocument.1">
                  <p:embed/>
                  <p:pic>
                    <p:nvPicPr>
                      <p:cNvPr id="3" name="オブジェクト 2" hidden="1"/>
                      <p:cNvPicPr/>
                      <p:nvPr/>
                    </p:nvPicPr>
                    <p:blipFill>
                      <a:blip r:embed="rId4"/>
                      <a:stretch>
                        <a:fillRect/>
                      </a:stretch>
                    </p:blipFill>
                    <p:spPr>
                      <a:xfrm>
                        <a:off x="1589" y="1590"/>
                        <a:ext cx="1587" cy="1587"/>
                      </a:xfrm>
                      <a:prstGeom prst="rect">
                        <a:avLst/>
                      </a:prstGeom>
                    </p:spPr>
                  </p:pic>
                </p:oleObj>
              </mc:Fallback>
            </mc:AlternateContent>
          </a:graphicData>
        </a:graphic>
      </p:graphicFrame>
      <p:sp>
        <p:nvSpPr>
          <p:cNvPr id="13" name="テキスト プレースホルダー 9">
            <a:extLst>
              <a:ext uri="{FF2B5EF4-FFF2-40B4-BE49-F238E27FC236}">
                <a16:creationId xmlns:a16="http://schemas.microsoft.com/office/drawing/2014/main" id="{9F3A6958-77CB-46B7-9BE1-98CA61BAB2F7}"/>
              </a:ext>
            </a:extLst>
          </p:cNvPr>
          <p:cNvSpPr>
            <a:spLocks noGrp="1"/>
          </p:cNvSpPr>
          <p:nvPr>
            <p:ph type="body" sz="quarter" idx="17" hasCustomPrompt="1"/>
          </p:nvPr>
        </p:nvSpPr>
        <p:spPr>
          <a:xfrm>
            <a:off x="415925" y="6308725"/>
            <a:ext cx="9072000" cy="288925"/>
          </a:xfrm>
          <a:prstGeom prst="rect">
            <a:avLst/>
          </a:prstGeom>
        </p:spPr>
        <p:txBody>
          <a:bodyPr anchor="ctr">
            <a:normAutofit/>
          </a:bodyPr>
          <a:lstStyle>
            <a:lvl1pPr>
              <a:defRPr sz="1000" b="0" u="none">
                <a:latin typeface="Meiryo UI" panose="020B0604030504040204" pitchFamily="34" charset="-128"/>
                <a:ea typeface="Meiryo UI" panose="020B0604030504040204" pitchFamily="34" charset="-128"/>
              </a:defRPr>
            </a:lvl1pPr>
            <a:lvl2pPr marL="0" indent="0">
              <a:buNone/>
              <a:defRPr/>
            </a:lvl2pPr>
          </a:lstStyle>
          <a:p>
            <a:pPr lvl="0"/>
            <a:r>
              <a:rPr kumimoji="1" lang="ja-JP" altLang="en-US"/>
              <a:t>出所：</a:t>
            </a:r>
            <a:endParaRPr kumimoji="1" lang="ja-JP" altLang="en-US" dirty="0"/>
          </a:p>
        </p:txBody>
      </p:sp>
      <p:grpSp>
        <p:nvGrpSpPr>
          <p:cNvPr id="6" name="グループ化 5">
            <a:extLst>
              <a:ext uri="{FF2B5EF4-FFF2-40B4-BE49-F238E27FC236}">
                <a16:creationId xmlns:a16="http://schemas.microsoft.com/office/drawing/2014/main" id="{2238417B-61E1-82D6-361F-1773DFF1232D}"/>
              </a:ext>
            </a:extLst>
          </p:cNvPr>
          <p:cNvGrpSpPr/>
          <p:nvPr userDrawn="1"/>
        </p:nvGrpSpPr>
        <p:grpSpPr>
          <a:xfrm>
            <a:off x="7905328" y="6777038"/>
            <a:ext cx="2495600" cy="80962"/>
            <a:chOff x="-432048" y="-1002"/>
            <a:chExt cx="2495600" cy="153402"/>
          </a:xfrm>
          <a:solidFill>
            <a:schemeClr val="accent1"/>
          </a:solidFill>
        </p:grpSpPr>
        <p:grpSp>
          <p:nvGrpSpPr>
            <p:cNvPr id="7" name="グループ化 6">
              <a:extLst>
                <a:ext uri="{FF2B5EF4-FFF2-40B4-BE49-F238E27FC236}">
                  <a16:creationId xmlns:a16="http://schemas.microsoft.com/office/drawing/2014/main" id="{6F766CE3-823D-8239-CE34-414E43303D1C}"/>
                </a:ext>
              </a:extLst>
            </p:cNvPr>
            <p:cNvGrpSpPr/>
            <p:nvPr userDrawn="1"/>
          </p:nvGrpSpPr>
          <p:grpSpPr>
            <a:xfrm>
              <a:off x="1199456" y="-1002"/>
              <a:ext cx="864096" cy="153402"/>
              <a:chOff x="-168696" y="-1002"/>
              <a:chExt cx="864096" cy="153402"/>
            </a:xfrm>
            <a:grpFill/>
          </p:grpSpPr>
          <p:sp>
            <p:nvSpPr>
              <p:cNvPr id="20" name="フローチャート: データ 19">
                <a:extLst>
                  <a:ext uri="{FF2B5EF4-FFF2-40B4-BE49-F238E27FC236}">
                    <a16:creationId xmlns:a16="http://schemas.microsoft.com/office/drawing/2014/main" id="{6A4DBA2E-0B7E-8BD9-BE7D-7A98B63FA6C9}"/>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21" name="フローチャート: データ 20">
                <a:extLst>
                  <a:ext uri="{FF2B5EF4-FFF2-40B4-BE49-F238E27FC236}">
                    <a16:creationId xmlns:a16="http://schemas.microsoft.com/office/drawing/2014/main" id="{E4AEC69D-1660-131B-A05C-D5ADA6C20FB8}"/>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nvGrpSpPr>
            <p:cNvPr id="9" name="グループ化 8">
              <a:extLst>
                <a:ext uri="{FF2B5EF4-FFF2-40B4-BE49-F238E27FC236}">
                  <a16:creationId xmlns:a16="http://schemas.microsoft.com/office/drawing/2014/main" id="{4D31DD18-8B91-6C5C-18D9-50A3D93A0110}"/>
                </a:ext>
              </a:extLst>
            </p:cNvPr>
            <p:cNvGrpSpPr/>
            <p:nvPr userDrawn="1"/>
          </p:nvGrpSpPr>
          <p:grpSpPr>
            <a:xfrm>
              <a:off x="-432048" y="-1002"/>
              <a:ext cx="864096" cy="153402"/>
              <a:chOff x="-168696" y="-1002"/>
              <a:chExt cx="864096" cy="153402"/>
            </a:xfrm>
            <a:grpFill/>
          </p:grpSpPr>
          <p:sp>
            <p:nvSpPr>
              <p:cNvPr id="18" name="フローチャート: データ 17">
                <a:extLst>
                  <a:ext uri="{FF2B5EF4-FFF2-40B4-BE49-F238E27FC236}">
                    <a16:creationId xmlns:a16="http://schemas.microsoft.com/office/drawing/2014/main" id="{DE6FF509-3D29-B731-E85F-B400A7D5764F}"/>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19" name="フローチャート: データ 18">
                <a:extLst>
                  <a:ext uri="{FF2B5EF4-FFF2-40B4-BE49-F238E27FC236}">
                    <a16:creationId xmlns:a16="http://schemas.microsoft.com/office/drawing/2014/main" id="{FE6EF0C5-2979-E048-85CC-F732633FEB16}"/>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nvGrpSpPr>
            <p:cNvPr id="11" name="グループ化 10">
              <a:extLst>
                <a:ext uri="{FF2B5EF4-FFF2-40B4-BE49-F238E27FC236}">
                  <a16:creationId xmlns:a16="http://schemas.microsoft.com/office/drawing/2014/main" id="{02E27425-95F1-760C-F61E-25C62A776FD1}"/>
                </a:ext>
              </a:extLst>
            </p:cNvPr>
            <p:cNvGrpSpPr/>
            <p:nvPr userDrawn="1"/>
          </p:nvGrpSpPr>
          <p:grpSpPr>
            <a:xfrm>
              <a:off x="335360" y="-1002"/>
              <a:ext cx="864096" cy="153402"/>
              <a:chOff x="-168696" y="-1002"/>
              <a:chExt cx="864096" cy="153402"/>
            </a:xfrm>
            <a:grpFill/>
          </p:grpSpPr>
          <p:sp>
            <p:nvSpPr>
              <p:cNvPr id="16" name="フローチャート: データ 15">
                <a:extLst>
                  <a:ext uri="{FF2B5EF4-FFF2-40B4-BE49-F238E27FC236}">
                    <a16:creationId xmlns:a16="http://schemas.microsoft.com/office/drawing/2014/main" id="{1635D854-6054-EA91-9347-AD804EF4BC38}"/>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17" name="フローチャート: データ 16">
                <a:extLst>
                  <a:ext uri="{FF2B5EF4-FFF2-40B4-BE49-F238E27FC236}">
                    <a16:creationId xmlns:a16="http://schemas.microsoft.com/office/drawing/2014/main" id="{04E60375-7AE5-49FF-2959-0D3904CBAC6B}"/>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nvGrpSpPr>
            <p:cNvPr id="12" name="グループ化 11">
              <a:extLst>
                <a:ext uri="{FF2B5EF4-FFF2-40B4-BE49-F238E27FC236}">
                  <a16:creationId xmlns:a16="http://schemas.microsoft.com/office/drawing/2014/main" id="{CB900F51-33A2-2982-732D-50110280190B}"/>
                </a:ext>
              </a:extLst>
            </p:cNvPr>
            <p:cNvGrpSpPr/>
            <p:nvPr userDrawn="1"/>
          </p:nvGrpSpPr>
          <p:grpSpPr>
            <a:xfrm>
              <a:off x="1102768" y="-1002"/>
              <a:ext cx="864096" cy="153402"/>
              <a:chOff x="-168696" y="-1002"/>
              <a:chExt cx="864096" cy="153402"/>
            </a:xfrm>
            <a:grpFill/>
          </p:grpSpPr>
          <p:sp>
            <p:nvSpPr>
              <p:cNvPr id="14" name="フローチャート: データ 13">
                <a:extLst>
                  <a:ext uri="{FF2B5EF4-FFF2-40B4-BE49-F238E27FC236}">
                    <a16:creationId xmlns:a16="http://schemas.microsoft.com/office/drawing/2014/main" id="{6DF4341F-379A-C35C-1D92-1273F010D158}"/>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15" name="フローチャート: データ 14">
                <a:extLst>
                  <a:ext uri="{FF2B5EF4-FFF2-40B4-BE49-F238E27FC236}">
                    <a16:creationId xmlns:a16="http://schemas.microsoft.com/office/drawing/2014/main" id="{1ECADBBB-9632-504F-C844-24057207E49D}"/>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pic>
        <p:nvPicPr>
          <p:cNvPr id="23" name="グラフィックス 22">
            <a:extLst>
              <a:ext uri="{FF2B5EF4-FFF2-40B4-BE49-F238E27FC236}">
                <a16:creationId xmlns:a16="http://schemas.microsoft.com/office/drawing/2014/main" id="{54A771E8-67B7-EAE9-91B5-7B3D2184A125}"/>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631223" y="17585"/>
            <a:ext cx="1858852" cy="396292"/>
          </a:xfrm>
          <a:prstGeom prst="rect">
            <a:avLst/>
          </a:prstGeom>
        </p:spPr>
      </p:pic>
      <p:sp>
        <p:nvSpPr>
          <p:cNvPr id="31" name="テキスト プレースホルダー 30">
            <a:extLst>
              <a:ext uri="{FF2B5EF4-FFF2-40B4-BE49-F238E27FC236}">
                <a16:creationId xmlns:a16="http://schemas.microsoft.com/office/drawing/2014/main" id="{9BB301A3-7BAC-193A-CA66-36830502B1BF}"/>
              </a:ext>
            </a:extLst>
          </p:cNvPr>
          <p:cNvSpPr>
            <a:spLocks noGrp="1"/>
          </p:cNvSpPr>
          <p:nvPr>
            <p:ph type="body" sz="quarter" idx="18" hasCustomPrompt="1"/>
          </p:nvPr>
        </p:nvSpPr>
        <p:spPr>
          <a:xfrm>
            <a:off x="415925" y="124951"/>
            <a:ext cx="4321175" cy="288926"/>
          </a:xfrm>
        </p:spPr>
        <p:txBody>
          <a:bodyPr>
            <a:noAutofit/>
          </a:bodyPr>
          <a:lstStyle>
            <a:lvl1pPr>
              <a:defRPr sz="1800" b="1">
                <a:solidFill>
                  <a:schemeClr val="accent1"/>
                </a:solidFill>
              </a:defRPr>
            </a:lvl1pPr>
          </a:lstStyle>
          <a:p>
            <a:pPr lvl="0"/>
            <a:r>
              <a:rPr kumimoji="1" lang="ja-JP" altLang="en-US"/>
              <a:t>スライドタイトル</a:t>
            </a:r>
          </a:p>
        </p:txBody>
      </p:sp>
      <p:sp>
        <p:nvSpPr>
          <p:cNvPr id="33" name="テキスト プレースホルダー 32">
            <a:extLst>
              <a:ext uri="{FF2B5EF4-FFF2-40B4-BE49-F238E27FC236}">
                <a16:creationId xmlns:a16="http://schemas.microsoft.com/office/drawing/2014/main" id="{18FF35C8-463C-8953-4073-EF427919D2D3}"/>
              </a:ext>
            </a:extLst>
          </p:cNvPr>
          <p:cNvSpPr>
            <a:spLocks noGrp="1"/>
          </p:cNvSpPr>
          <p:nvPr>
            <p:ph type="body" sz="quarter" idx="19" hasCustomPrompt="1"/>
          </p:nvPr>
        </p:nvSpPr>
        <p:spPr>
          <a:xfrm>
            <a:off x="415925" y="441325"/>
            <a:ext cx="9090840" cy="755427"/>
          </a:xfrm>
        </p:spPr>
        <p:txBody>
          <a:bodyPr/>
          <a:lstStyle>
            <a:lvl1pPr>
              <a:spcBef>
                <a:spcPts val="250"/>
              </a:spcBef>
              <a:defRPr/>
            </a:lvl1pPr>
          </a:lstStyle>
          <a:p>
            <a:pPr lvl="0"/>
            <a:r>
              <a:rPr kumimoji="1" lang="ja-JP" altLang="en-US"/>
              <a:t>キーメッセージの記載</a:t>
            </a:r>
            <a:endParaRPr kumimoji="1" lang="en-US" altLang="ja-JP" dirty="0"/>
          </a:p>
        </p:txBody>
      </p:sp>
      <p:sp>
        <p:nvSpPr>
          <p:cNvPr id="36" name="テキスト プレースホルダー 32">
            <a:extLst>
              <a:ext uri="{FF2B5EF4-FFF2-40B4-BE49-F238E27FC236}">
                <a16:creationId xmlns:a16="http://schemas.microsoft.com/office/drawing/2014/main" id="{47EDB936-EDD4-2F85-5CB0-E243491E15AD}"/>
              </a:ext>
            </a:extLst>
          </p:cNvPr>
          <p:cNvSpPr>
            <a:spLocks noGrp="1"/>
          </p:cNvSpPr>
          <p:nvPr>
            <p:ph type="body" sz="quarter" idx="20" hasCustomPrompt="1"/>
          </p:nvPr>
        </p:nvSpPr>
        <p:spPr>
          <a:xfrm>
            <a:off x="415925" y="1226619"/>
            <a:ext cx="9090840" cy="537243"/>
          </a:xfrm>
        </p:spPr>
        <p:txBody>
          <a:bodyPr anchor="t">
            <a:normAutofit/>
          </a:bodyPr>
          <a:lstStyle>
            <a:lvl1pPr marL="171450" indent="-171450">
              <a:spcBef>
                <a:spcPts val="400"/>
              </a:spcBef>
              <a:buFont typeface="Arial" panose="020B0604020202020204" pitchFamily="34" charset="0"/>
              <a:buChar char="•"/>
              <a:defRPr sz="1200"/>
            </a:lvl1pPr>
          </a:lstStyle>
          <a:p>
            <a:pPr lvl="0"/>
            <a:r>
              <a:rPr kumimoji="1" lang="ja-JP" altLang="en-US"/>
              <a:t>キーメッセージの記載</a:t>
            </a:r>
            <a:endParaRPr kumimoji="1" lang="en-US" altLang="ja-JP" dirty="0"/>
          </a:p>
        </p:txBody>
      </p:sp>
      <p:sp>
        <p:nvSpPr>
          <p:cNvPr id="37" name="テキスト ボックス 36">
            <a:extLst>
              <a:ext uri="{FF2B5EF4-FFF2-40B4-BE49-F238E27FC236}">
                <a16:creationId xmlns:a16="http://schemas.microsoft.com/office/drawing/2014/main" id="{330CECF5-1D90-B273-C34D-013383F34F38}"/>
              </a:ext>
            </a:extLst>
          </p:cNvPr>
          <p:cNvSpPr txBox="1"/>
          <p:nvPr userDrawn="1"/>
        </p:nvSpPr>
        <p:spPr>
          <a:xfrm>
            <a:off x="5097016" y="6607867"/>
            <a:ext cx="2754528" cy="195814"/>
          </a:xfrm>
          <a:prstGeom prst="rect">
            <a:avLst/>
          </a:prstGeom>
          <a:noFill/>
        </p:spPr>
        <p:txBody>
          <a:bodyPr wrap="none" lIns="36000" tIns="36000" rIns="36000" bIns="36000" rtlCol="0" anchor="ctr">
            <a:spAutoFit/>
          </a:bodyPr>
          <a:lstStyle/>
          <a:p>
            <a:pPr>
              <a:spcBef>
                <a:spcPts val="600"/>
              </a:spcBef>
              <a:buSzPct val="100000"/>
            </a:pPr>
            <a:r>
              <a:rPr lang="vi-VN" altLang="ja-JP" sz="800" dirty="0">
                <a:solidFill>
                  <a:schemeClr val="tx1">
                    <a:lumMod val="50000"/>
                    <a:lumOff val="50000"/>
                  </a:schemeClr>
                </a:solidFill>
                <a:ea typeface="Meiryo UI" panose="020B0604030504040204" pitchFamily="34" charset="-128"/>
              </a:rPr>
              <a:t>Copyright © 2026 by InfoBase Co., Ltd. All rights reserved.</a:t>
            </a:r>
            <a:endParaRPr kumimoji="1" lang="ja-JP" altLang="en-US" sz="800" dirty="0" err="1">
              <a:solidFill>
                <a:schemeClr val="tx1">
                  <a:lumMod val="50000"/>
                  <a:lumOff val="50000"/>
                </a:schemeClr>
              </a:solidFill>
              <a:latin typeface="Meiryo UI" panose="020B0604030504040204" pitchFamily="34" charset="-128"/>
              <a:ea typeface="Meiryo UI" panose="020B0604030504040204" pitchFamily="34" charset="-128"/>
            </a:endParaRPr>
          </a:p>
        </p:txBody>
      </p:sp>
      <p:grpSp>
        <p:nvGrpSpPr>
          <p:cNvPr id="38" name="グループ化 37">
            <a:extLst>
              <a:ext uri="{FF2B5EF4-FFF2-40B4-BE49-F238E27FC236}">
                <a16:creationId xmlns:a16="http://schemas.microsoft.com/office/drawing/2014/main" id="{D79F45A2-3636-4DA4-2146-A3D58EA579B8}"/>
              </a:ext>
            </a:extLst>
          </p:cNvPr>
          <p:cNvGrpSpPr/>
          <p:nvPr userDrawn="1"/>
        </p:nvGrpSpPr>
        <p:grpSpPr>
          <a:xfrm>
            <a:off x="-831875" y="-11425"/>
            <a:ext cx="2495600" cy="80962"/>
            <a:chOff x="-432048" y="-1002"/>
            <a:chExt cx="2495600" cy="153402"/>
          </a:xfrm>
          <a:solidFill>
            <a:schemeClr val="accent1"/>
          </a:solidFill>
        </p:grpSpPr>
        <p:grpSp>
          <p:nvGrpSpPr>
            <p:cNvPr id="39" name="グループ化 38">
              <a:extLst>
                <a:ext uri="{FF2B5EF4-FFF2-40B4-BE49-F238E27FC236}">
                  <a16:creationId xmlns:a16="http://schemas.microsoft.com/office/drawing/2014/main" id="{9CBAFF9E-A2CB-8D88-99CA-BE7BA6C7DC38}"/>
                </a:ext>
              </a:extLst>
            </p:cNvPr>
            <p:cNvGrpSpPr/>
            <p:nvPr userDrawn="1"/>
          </p:nvGrpSpPr>
          <p:grpSpPr>
            <a:xfrm>
              <a:off x="1199456" y="-1002"/>
              <a:ext cx="864096" cy="153402"/>
              <a:chOff x="-168696" y="-1002"/>
              <a:chExt cx="864096" cy="153402"/>
            </a:xfrm>
            <a:grpFill/>
          </p:grpSpPr>
          <p:sp>
            <p:nvSpPr>
              <p:cNvPr id="49" name="フローチャート: データ 48">
                <a:extLst>
                  <a:ext uri="{FF2B5EF4-FFF2-40B4-BE49-F238E27FC236}">
                    <a16:creationId xmlns:a16="http://schemas.microsoft.com/office/drawing/2014/main" id="{2399B5EA-12BC-9ED4-994A-F7B2A9FE4976}"/>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50" name="フローチャート: データ 49">
                <a:extLst>
                  <a:ext uri="{FF2B5EF4-FFF2-40B4-BE49-F238E27FC236}">
                    <a16:creationId xmlns:a16="http://schemas.microsoft.com/office/drawing/2014/main" id="{051AE7AE-D227-B527-900A-95D46511D18B}"/>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nvGrpSpPr>
            <p:cNvPr id="40" name="グループ化 39">
              <a:extLst>
                <a:ext uri="{FF2B5EF4-FFF2-40B4-BE49-F238E27FC236}">
                  <a16:creationId xmlns:a16="http://schemas.microsoft.com/office/drawing/2014/main" id="{31E1BBE8-1580-268B-8DB9-5B29DA12634A}"/>
                </a:ext>
              </a:extLst>
            </p:cNvPr>
            <p:cNvGrpSpPr/>
            <p:nvPr userDrawn="1"/>
          </p:nvGrpSpPr>
          <p:grpSpPr>
            <a:xfrm>
              <a:off x="-432048" y="-1002"/>
              <a:ext cx="864096" cy="153402"/>
              <a:chOff x="-168696" y="-1002"/>
              <a:chExt cx="864096" cy="153402"/>
            </a:xfrm>
            <a:grpFill/>
          </p:grpSpPr>
          <p:sp>
            <p:nvSpPr>
              <p:cNvPr id="47" name="フローチャート: データ 46">
                <a:extLst>
                  <a:ext uri="{FF2B5EF4-FFF2-40B4-BE49-F238E27FC236}">
                    <a16:creationId xmlns:a16="http://schemas.microsoft.com/office/drawing/2014/main" id="{7CABCE82-BEEC-FBDB-FA54-1545955DD49E}"/>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48" name="フローチャート: データ 47">
                <a:extLst>
                  <a:ext uri="{FF2B5EF4-FFF2-40B4-BE49-F238E27FC236}">
                    <a16:creationId xmlns:a16="http://schemas.microsoft.com/office/drawing/2014/main" id="{B5413558-202B-F63A-AD95-EE6302327271}"/>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nvGrpSpPr>
            <p:cNvPr id="41" name="グループ化 40">
              <a:extLst>
                <a:ext uri="{FF2B5EF4-FFF2-40B4-BE49-F238E27FC236}">
                  <a16:creationId xmlns:a16="http://schemas.microsoft.com/office/drawing/2014/main" id="{965F6902-2C58-61EC-3BB2-28596C91B42E}"/>
                </a:ext>
              </a:extLst>
            </p:cNvPr>
            <p:cNvGrpSpPr/>
            <p:nvPr userDrawn="1"/>
          </p:nvGrpSpPr>
          <p:grpSpPr>
            <a:xfrm>
              <a:off x="335360" y="-1002"/>
              <a:ext cx="864096" cy="153402"/>
              <a:chOff x="-168696" y="-1002"/>
              <a:chExt cx="864096" cy="153402"/>
            </a:xfrm>
            <a:grpFill/>
          </p:grpSpPr>
          <p:sp>
            <p:nvSpPr>
              <p:cNvPr id="45" name="フローチャート: データ 44">
                <a:extLst>
                  <a:ext uri="{FF2B5EF4-FFF2-40B4-BE49-F238E27FC236}">
                    <a16:creationId xmlns:a16="http://schemas.microsoft.com/office/drawing/2014/main" id="{1D047B44-C18E-8AEB-5F9D-D5659C63BEF8}"/>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46" name="フローチャート: データ 45">
                <a:extLst>
                  <a:ext uri="{FF2B5EF4-FFF2-40B4-BE49-F238E27FC236}">
                    <a16:creationId xmlns:a16="http://schemas.microsoft.com/office/drawing/2014/main" id="{C06B4AF5-75F7-AD50-E3CA-9566ED71D5F1}"/>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nvGrpSpPr>
            <p:cNvPr id="42" name="グループ化 41">
              <a:extLst>
                <a:ext uri="{FF2B5EF4-FFF2-40B4-BE49-F238E27FC236}">
                  <a16:creationId xmlns:a16="http://schemas.microsoft.com/office/drawing/2014/main" id="{2B75095A-2BCC-B6C2-37DD-2F1F1E48D667}"/>
                </a:ext>
              </a:extLst>
            </p:cNvPr>
            <p:cNvGrpSpPr/>
            <p:nvPr userDrawn="1"/>
          </p:nvGrpSpPr>
          <p:grpSpPr>
            <a:xfrm>
              <a:off x="1102768" y="-1002"/>
              <a:ext cx="864096" cy="153402"/>
              <a:chOff x="-168696" y="-1002"/>
              <a:chExt cx="864096" cy="153402"/>
            </a:xfrm>
            <a:grpFill/>
          </p:grpSpPr>
          <p:sp>
            <p:nvSpPr>
              <p:cNvPr id="43" name="フローチャート: データ 42">
                <a:extLst>
                  <a:ext uri="{FF2B5EF4-FFF2-40B4-BE49-F238E27FC236}">
                    <a16:creationId xmlns:a16="http://schemas.microsoft.com/office/drawing/2014/main" id="{935FA6A9-0E8E-1F06-4074-CBACA0AC3D4C}"/>
                  </a:ext>
                </a:extLst>
              </p:cNvPr>
              <p:cNvSpPr/>
              <p:nvPr userDrawn="1"/>
            </p:nvSpPr>
            <p:spPr bwMode="gray">
              <a:xfrm>
                <a:off x="191344"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sp>
            <p:nvSpPr>
              <p:cNvPr id="44" name="フローチャート: データ 43">
                <a:extLst>
                  <a:ext uri="{FF2B5EF4-FFF2-40B4-BE49-F238E27FC236}">
                    <a16:creationId xmlns:a16="http://schemas.microsoft.com/office/drawing/2014/main" id="{3AD0F7D8-D361-32A1-7ABA-09ADFDD103A5}"/>
                  </a:ext>
                </a:extLst>
              </p:cNvPr>
              <p:cNvSpPr/>
              <p:nvPr userDrawn="1"/>
            </p:nvSpPr>
            <p:spPr bwMode="gray">
              <a:xfrm>
                <a:off x="-168696" y="-1002"/>
                <a:ext cx="504056" cy="153402"/>
              </a:xfrm>
              <a:prstGeom prst="flowChartInputOutput">
                <a:avLst/>
              </a:prstGeom>
              <a:grpFill/>
              <a:ln w="19050" algn="ctr">
                <a:solidFill>
                  <a:schemeClr val="accent1"/>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a:latin typeface="Meiryo UI" panose="020B0604030504040204" pitchFamily="34" charset="-128"/>
                  <a:ea typeface="Meiryo UI" panose="020B0604030504040204" pitchFamily="34" charset="-128"/>
                </a:endParaRPr>
              </a:p>
            </p:txBody>
          </p:sp>
        </p:grpSp>
      </p:grpSp>
    </p:spTree>
    <p:extLst>
      <p:ext uri="{BB962C8B-B14F-4D97-AF65-F5344CB8AC3E}">
        <p14:creationId xmlns:p14="http://schemas.microsoft.com/office/powerpoint/2010/main" val="2865483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441245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267061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0365456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078118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6660704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657666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093343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431573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277566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000610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208219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278266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9935948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562633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9557742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4357326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1115330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116205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950281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7060805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62088783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9490959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6590883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4911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75300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5335470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Title Slide">
    <p:bg>
      <p:bgPr>
        <a:gradFill>
          <a:gsLst>
            <a:gs pos="81000">
              <a:srgbClr val="EEEEEE"/>
            </a:gs>
            <a:gs pos="0">
              <a:schemeClr val="bg1"/>
            </a:gs>
            <a:gs pos="100000">
              <a:schemeClr val="bg1">
                <a:lumMod val="8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
        <p:nvSpPr>
          <p:cNvPr id="7" name="Title 1"/>
          <p:cNvSpPr>
            <a:spLocks noGrp="1"/>
          </p:cNvSpPr>
          <p:nvPr>
            <p:ph type="ctrTitle" hasCustomPrompt="1"/>
          </p:nvPr>
        </p:nvSpPr>
        <p:spPr>
          <a:xfrm>
            <a:off x="509934" y="3043730"/>
            <a:ext cx="4446701" cy="2137870"/>
          </a:xfrm>
        </p:spPr>
        <p:txBody>
          <a:bodyPr lIns="0" tIns="0" rIns="0" bIns="0" anchor="b" anchorCtr="0">
            <a:noAutofit/>
          </a:bodyPr>
          <a:lstStyle>
            <a:lvl1pPr algn="l">
              <a:defRPr lang="en-US" sz="3251" b="0" kern="1200" smtClean="0">
                <a:solidFill>
                  <a:schemeClr val="tx1">
                    <a:lumMod val="75000"/>
                    <a:lumOff val="25000"/>
                  </a:schemeClr>
                </a:solidFill>
                <a:latin typeface="Arial" panose="020B0604020202020204" pitchFamily="34" charset="0"/>
                <a:ea typeface="+mj-ea"/>
                <a:cs typeface="Arial" panose="020B0604020202020204" pitchFamily="34" charset="0"/>
              </a:defRPr>
            </a:lvl1pPr>
          </a:lstStyle>
          <a:p>
            <a:r>
              <a:rPr lang="en-US" dirty="0"/>
              <a:t>CLICK TO EDIT</a:t>
            </a:r>
          </a:p>
        </p:txBody>
      </p:sp>
      <p:sp>
        <p:nvSpPr>
          <p:cNvPr id="8" name="Content Placeholder 6"/>
          <p:cNvSpPr>
            <a:spLocks noGrp="1"/>
          </p:cNvSpPr>
          <p:nvPr>
            <p:ph sz="quarter" idx="13"/>
          </p:nvPr>
        </p:nvSpPr>
        <p:spPr>
          <a:xfrm>
            <a:off x="499117" y="5357596"/>
            <a:ext cx="4453883" cy="738404"/>
          </a:xfrm>
        </p:spPr>
        <p:txBody>
          <a:bodyPr lIns="0" rIns="0">
            <a:normAutofit/>
          </a:bodyPr>
          <a:lstStyle>
            <a:lvl1pPr marL="0" indent="0">
              <a:buFontTx/>
              <a:buNone/>
              <a:defRPr sz="1463">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246367106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p:cNvSpPr/>
          <p:nvPr/>
        </p:nvSpPr>
        <p:spPr>
          <a:xfrm>
            <a:off x="0" y="3886200"/>
            <a:ext cx="9906000" cy="2971800"/>
          </a:xfrm>
          <a:prstGeom prst="rect">
            <a:avLst/>
          </a:prstGeom>
          <a:gradFill flip="none" rotWithShape="1">
            <a:gsLst>
              <a:gs pos="100000">
                <a:schemeClr val="bg1">
                  <a:lumMod val="65000"/>
                  <a:alpha val="53000"/>
                </a:schemeClr>
              </a:gs>
              <a:gs pos="0">
                <a:schemeClr val="bg1">
                  <a:lumMod val="9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4311" tIns="37156" rIns="74311" bIns="37156" rtlCol="0" anchor="ctr"/>
          <a:lstStyle/>
          <a:p>
            <a:pPr algn="ctr"/>
            <a:endParaRPr lang="en-US" sz="1544">
              <a:solidFill>
                <a:prstClr val="white"/>
              </a:solidFill>
            </a:endParaRPr>
          </a:p>
        </p:txBody>
      </p:sp>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267904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7798488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7933775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9065600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5925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436886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0359877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1_Title Only">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7119302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69345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1504701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5532589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189671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1737414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227232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p:cNvSpPr/>
          <p:nvPr/>
        </p:nvSpPr>
        <p:spPr>
          <a:xfrm>
            <a:off x="0" y="3886200"/>
            <a:ext cx="9906000" cy="2971800"/>
          </a:xfrm>
          <a:prstGeom prst="rect">
            <a:avLst/>
          </a:prstGeom>
          <a:gradFill flip="none" rotWithShape="1">
            <a:gsLst>
              <a:gs pos="100000">
                <a:schemeClr val="bg1">
                  <a:lumMod val="65000"/>
                  <a:alpha val="53000"/>
                </a:schemeClr>
              </a:gs>
              <a:gs pos="0">
                <a:schemeClr val="bg1">
                  <a:lumMod val="9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4311" tIns="37156" rIns="74311" bIns="37156" rtlCol="0" anchor="ctr"/>
          <a:lstStyle/>
          <a:p>
            <a:pPr algn="ctr"/>
            <a:endParaRPr lang="en-US" sz="1544">
              <a:solidFill>
                <a:prstClr val="white"/>
              </a:solidFill>
            </a:endParaRPr>
          </a:p>
        </p:txBody>
      </p:sp>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9014022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3720480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50008320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08165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81894311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7770464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9236121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1_Title Only">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8994619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4068786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6647490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861537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825539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8919551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3502445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742950" y="4399020"/>
            <a:ext cx="84201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4706309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3933809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419448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154558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3297645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64310287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Only" preserve="1">
  <p:cSld name="1_Title Only">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53659138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11123354"/>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4545356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244160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5375814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10573226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4067724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0528166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7886353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420257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03988045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81038139"/>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4421248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11108661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0483920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53125853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29818009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9359009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1581299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73835394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33754638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0940095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537789069"/>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7228428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0780778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76402188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13141007"/>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67843356"/>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24918383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381852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55235339"/>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39031087"/>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015855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388516898"/>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149327146"/>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92301515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510513421"/>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403830103"/>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07409649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8358235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8087538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91621244"/>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008630927"/>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77691834"/>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578329113"/>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931444345"/>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08153831"/>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090103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34662959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8506914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10866100"/>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52784969"/>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62296071"/>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272434284"/>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89971628"/>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8458031"/>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638277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15445145"/>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23692491"/>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p:cNvSpPr/>
          <p:nvPr/>
        </p:nvSpPr>
        <p:spPr>
          <a:xfrm>
            <a:off x="0" y="3886200"/>
            <a:ext cx="9906000" cy="2971800"/>
          </a:xfrm>
          <a:prstGeom prst="rect">
            <a:avLst/>
          </a:prstGeom>
          <a:gradFill flip="none" rotWithShape="1">
            <a:gsLst>
              <a:gs pos="100000">
                <a:schemeClr val="bg1">
                  <a:lumMod val="65000"/>
                  <a:alpha val="53000"/>
                </a:schemeClr>
              </a:gs>
              <a:gs pos="0">
                <a:schemeClr val="bg1">
                  <a:lumMod val="9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4311" tIns="37156" rIns="74311" bIns="37156" rtlCol="0" anchor="ctr"/>
          <a:lstStyle/>
          <a:p>
            <a:pPr algn="ctr"/>
            <a:endParaRPr lang="en-US" sz="1544">
              <a:solidFill>
                <a:prstClr val="white"/>
              </a:solidFill>
            </a:endParaRPr>
          </a:p>
        </p:txBody>
      </p:sp>
      <p:sp>
        <p:nvSpPr>
          <p:cNvPr id="2" name="Title 1"/>
          <p:cNvSpPr>
            <a:spLocks noGrp="1"/>
          </p:cNvSpPr>
          <p:nvPr>
            <p:ph type="ctrTitle"/>
          </p:nvPr>
        </p:nvSpPr>
        <p:spPr>
          <a:xfrm>
            <a:off x="742950" y="520065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485900" y="571256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96427370"/>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1383578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52508153"/>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ja-JP" altLang="en-US"/>
              <a:t>マスター タイトルの書式設定</a:t>
            </a:r>
            <a:endParaRPr lang="en-US"/>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21230818"/>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782872566"/>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a:t>マスター タイトルの書式設定</a:t>
            </a:r>
            <a:endParaRPr lang="en-US"/>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ja-JP" altLang="en-US"/>
              <a:t>マスター テキストの書式設定</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ja-JP" altLang="en-US"/>
              <a:t>マスター テキストの書式設定</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36239509"/>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513698360"/>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84453577"/>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ja-JP" altLang="en-US"/>
              <a:t>マスター タイトルの書式設定</a:t>
            </a:r>
            <a:endParaRPr lang="en-US"/>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21492870"/>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ja-JP" altLang="en-US"/>
              <a:t>マスター タイトルの書式設定</a:t>
            </a:r>
            <a:endParaRPr lang="en-US"/>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94434888"/>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24329933"/>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273096945"/>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515866495"/>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p:cNvSpPr/>
          <p:nvPr/>
        </p:nvSpPr>
        <p:spPr>
          <a:xfrm>
            <a:off x="0" y="3886200"/>
            <a:ext cx="9906000" cy="2971800"/>
          </a:xfrm>
          <a:prstGeom prst="rect">
            <a:avLst/>
          </a:prstGeom>
          <a:gradFill flip="none" rotWithShape="1">
            <a:gsLst>
              <a:gs pos="100000">
                <a:schemeClr val="bg1">
                  <a:lumMod val="65000"/>
                  <a:alpha val="53000"/>
                </a:schemeClr>
              </a:gs>
              <a:gs pos="0">
                <a:schemeClr val="bg1">
                  <a:lumMod val="9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4311" tIns="37156" rIns="74311" bIns="37156" rtlCol="0" anchor="ctr"/>
          <a:lstStyle/>
          <a:p>
            <a:pPr algn="ctr"/>
            <a:endParaRPr lang="en-US" sz="1544">
              <a:solidFill>
                <a:prstClr val="white"/>
              </a:solidFill>
            </a:endParaRPr>
          </a:p>
        </p:txBody>
      </p:sp>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31662140"/>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378959717"/>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80077821"/>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465563926"/>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6819262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74196718"/>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24478149"/>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titleOnly" preserve="1">
  <p:cSld name="1_Title Only">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15878241"/>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14431363"/>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36815409"/>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79771165"/>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441111750"/>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042294171"/>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58494286"/>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p:cNvSpPr/>
          <p:nvPr/>
        </p:nvSpPr>
        <p:spPr>
          <a:xfrm>
            <a:off x="0" y="3886200"/>
            <a:ext cx="9906000" cy="2971800"/>
          </a:xfrm>
          <a:prstGeom prst="rect">
            <a:avLst/>
          </a:prstGeom>
          <a:gradFill flip="none" rotWithShape="1">
            <a:gsLst>
              <a:gs pos="100000">
                <a:schemeClr val="bg1">
                  <a:lumMod val="65000"/>
                  <a:alpha val="53000"/>
                </a:schemeClr>
              </a:gs>
              <a:gs pos="0">
                <a:schemeClr val="bg1">
                  <a:lumMod val="9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4311" tIns="37156" rIns="74311" bIns="37156" rtlCol="0" anchor="ctr"/>
          <a:lstStyle/>
          <a:p>
            <a:pPr algn="ctr"/>
            <a:endParaRPr lang="en-US" sz="1544">
              <a:solidFill>
                <a:prstClr val="white"/>
              </a:solidFill>
            </a:endParaRPr>
          </a:p>
        </p:txBody>
      </p:sp>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786458557"/>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9635530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243835966"/>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411583049"/>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344380777"/>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640169294"/>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1765893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type="titleOnly" preserve="1">
  <p:cSld name="1_Title Only">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01878728"/>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23015557"/>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32748890"/>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25803117"/>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613125634"/>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020745976"/>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40677487"/>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951236079"/>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03750390"/>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130408172"/>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019677493"/>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472345542"/>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07849384"/>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555296142"/>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25715860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117753861"/>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230103153"/>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143751851"/>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119868735"/>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67149974"/>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3887117"/>
            <a:ext cx="8420100" cy="610820"/>
          </a:xfrm>
        </p:spPr>
        <p:txBody>
          <a:bodyPr/>
          <a:lstStyle>
            <a:lvl1pPr algn="ctr">
              <a:defRPr lang="en-US" sz="3251" kern="1200" smtClean="0">
                <a:solidFill>
                  <a:schemeClr val="tx1">
                    <a:lumMod val="75000"/>
                    <a:lumOff val="25000"/>
                  </a:schemeClr>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1485900" y="4399020"/>
            <a:ext cx="6934200" cy="764440"/>
          </a:xfrm>
        </p:spPr>
        <p:txBody>
          <a:bodyPr>
            <a:normAutofit/>
          </a:bodyPr>
          <a:lstStyle>
            <a:lvl1pPr marL="0" indent="0" algn="ctr">
              <a:buNone/>
              <a:defRPr lang="en-US" sz="1950" kern="1200" smtClean="0">
                <a:solidFill>
                  <a:schemeClr val="tx1">
                    <a:lumMod val="65000"/>
                    <a:lumOff val="35000"/>
                  </a:schemeClr>
                </a:solidFill>
                <a:latin typeface="+mj-lt"/>
                <a:ea typeface="+mj-ea"/>
                <a:cs typeface="+mj-cs"/>
              </a:defRPr>
            </a:lvl1pPr>
            <a:lvl2pPr marL="495315" indent="0" algn="ctr">
              <a:buNone/>
              <a:defRPr>
                <a:solidFill>
                  <a:schemeClr val="tx1">
                    <a:tint val="75000"/>
                  </a:schemeClr>
                </a:solidFill>
              </a:defRPr>
            </a:lvl2pPr>
            <a:lvl3pPr marL="990629" indent="0" algn="ctr">
              <a:buNone/>
              <a:defRPr>
                <a:solidFill>
                  <a:schemeClr val="tx1">
                    <a:tint val="75000"/>
                  </a:schemeClr>
                </a:solidFill>
              </a:defRPr>
            </a:lvl3pPr>
            <a:lvl4pPr marL="1485944" indent="0" algn="ctr">
              <a:buNone/>
              <a:defRPr>
                <a:solidFill>
                  <a:schemeClr val="tx1">
                    <a:tint val="75000"/>
                  </a:schemeClr>
                </a:solidFill>
              </a:defRPr>
            </a:lvl4pPr>
            <a:lvl5pPr marL="1981259" indent="0" algn="ctr">
              <a:buNone/>
              <a:defRPr>
                <a:solidFill>
                  <a:schemeClr val="tx1">
                    <a:tint val="75000"/>
                  </a:schemeClr>
                </a:solidFill>
              </a:defRPr>
            </a:lvl5pPr>
            <a:lvl6pPr marL="2476573" indent="0" algn="ctr">
              <a:buNone/>
              <a:defRPr>
                <a:solidFill>
                  <a:schemeClr val="tx1">
                    <a:tint val="75000"/>
                  </a:schemeClr>
                </a:solidFill>
              </a:defRPr>
            </a:lvl6pPr>
            <a:lvl7pPr marL="2971888" indent="0" algn="ctr">
              <a:buNone/>
              <a:defRPr>
                <a:solidFill>
                  <a:schemeClr val="tx1">
                    <a:tint val="75000"/>
                  </a:schemeClr>
                </a:solidFill>
              </a:defRPr>
            </a:lvl7pPr>
            <a:lvl8pPr marL="3467202" indent="0" algn="ctr">
              <a:buNone/>
              <a:defRPr>
                <a:solidFill>
                  <a:schemeClr val="tx1">
                    <a:tint val="75000"/>
                  </a:schemeClr>
                </a:solidFill>
              </a:defRPr>
            </a:lvl8pPr>
            <a:lvl9pPr marL="396251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49003110"/>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2130427"/>
            <a:ext cx="8420100" cy="1470025"/>
          </a:xfrm>
        </p:spPr>
        <p:txBody>
          <a:bodyPr/>
          <a:lstStyle/>
          <a:p>
            <a:r>
              <a:rPr lang="en-US"/>
              <a:t>Click to edit Master title style</a:t>
            </a:r>
          </a:p>
        </p:txBody>
      </p:sp>
      <p:sp>
        <p:nvSpPr>
          <p:cNvPr id="3" name="Subtitle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95335" indent="0" algn="ctr">
              <a:buNone/>
              <a:defRPr>
                <a:solidFill>
                  <a:schemeClr val="tx1">
                    <a:tint val="75000"/>
                  </a:schemeClr>
                </a:solidFill>
              </a:defRPr>
            </a:lvl2pPr>
            <a:lvl3pPr marL="990671" indent="0" algn="ctr">
              <a:buNone/>
              <a:defRPr>
                <a:solidFill>
                  <a:schemeClr val="tx1">
                    <a:tint val="75000"/>
                  </a:schemeClr>
                </a:solidFill>
              </a:defRPr>
            </a:lvl3pPr>
            <a:lvl4pPr marL="1486006" indent="0" algn="ctr">
              <a:buNone/>
              <a:defRPr>
                <a:solidFill>
                  <a:schemeClr val="tx1">
                    <a:tint val="75000"/>
                  </a:schemeClr>
                </a:solidFill>
              </a:defRPr>
            </a:lvl4pPr>
            <a:lvl5pPr marL="1981341" indent="0" algn="ctr">
              <a:buNone/>
              <a:defRPr>
                <a:solidFill>
                  <a:schemeClr val="tx1">
                    <a:tint val="75000"/>
                  </a:schemeClr>
                </a:solidFill>
              </a:defRPr>
            </a:lvl5pPr>
            <a:lvl6pPr marL="2476676" indent="0" algn="ctr">
              <a:buNone/>
              <a:defRPr>
                <a:solidFill>
                  <a:schemeClr val="tx1">
                    <a:tint val="75000"/>
                  </a:schemeClr>
                </a:solidFill>
              </a:defRPr>
            </a:lvl6pPr>
            <a:lvl7pPr marL="2972011" indent="0" algn="ctr">
              <a:buNone/>
              <a:defRPr>
                <a:solidFill>
                  <a:schemeClr val="tx1">
                    <a:tint val="75000"/>
                  </a:schemeClr>
                </a:solidFill>
              </a:defRPr>
            </a:lvl7pPr>
            <a:lvl8pPr marL="3467346" indent="0" algn="ctr">
              <a:buNone/>
              <a:defRPr>
                <a:solidFill>
                  <a:schemeClr val="tx1">
                    <a:tint val="75000"/>
                  </a:schemeClr>
                </a:solidFill>
              </a:defRPr>
            </a:lvl8pPr>
            <a:lvl9pPr marL="396268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57904582"/>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22503999"/>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2"/>
            <a:ext cx="8420100" cy="1362075"/>
          </a:xfrm>
        </p:spPr>
        <p:txBody>
          <a:bodyPr anchor="t"/>
          <a:lstStyle>
            <a:lvl1pPr algn="l">
              <a:defRPr sz="4307" b="1" cap="all"/>
            </a:lvl1pPr>
          </a:lstStyle>
          <a:p>
            <a:r>
              <a:rPr lang="en-US"/>
              <a:t>Click to edit Master title style</a:t>
            </a:r>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194">
                <a:solidFill>
                  <a:schemeClr val="tx1">
                    <a:tint val="75000"/>
                  </a:schemeClr>
                </a:solidFill>
              </a:defRPr>
            </a:lvl1pPr>
            <a:lvl2pPr marL="495335" indent="0">
              <a:buNone/>
              <a:defRPr sz="1950">
                <a:solidFill>
                  <a:schemeClr val="tx1">
                    <a:tint val="75000"/>
                  </a:schemeClr>
                </a:solidFill>
              </a:defRPr>
            </a:lvl2pPr>
            <a:lvl3pPr marL="990671" indent="0">
              <a:buNone/>
              <a:defRPr sz="1707">
                <a:solidFill>
                  <a:schemeClr val="tx1">
                    <a:tint val="75000"/>
                  </a:schemeClr>
                </a:solidFill>
              </a:defRPr>
            </a:lvl3pPr>
            <a:lvl4pPr marL="1486006" indent="0">
              <a:buNone/>
              <a:defRPr sz="1544">
                <a:solidFill>
                  <a:schemeClr val="tx1">
                    <a:tint val="75000"/>
                  </a:schemeClr>
                </a:solidFill>
              </a:defRPr>
            </a:lvl4pPr>
            <a:lvl5pPr marL="1981341" indent="0">
              <a:buNone/>
              <a:defRPr sz="1544">
                <a:solidFill>
                  <a:schemeClr val="tx1">
                    <a:tint val="75000"/>
                  </a:schemeClr>
                </a:solidFill>
              </a:defRPr>
            </a:lvl5pPr>
            <a:lvl6pPr marL="2476676" indent="0">
              <a:buNone/>
              <a:defRPr sz="1544">
                <a:solidFill>
                  <a:schemeClr val="tx1">
                    <a:tint val="75000"/>
                  </a:schemeClr>
                </a:solidFill>
              </a:defRPr>
            </a:lvl6pPr>
            <a:lvl7pPr marL="2972011" indent="0">
              <a:buNone/>
              <a:defRPr sz="1544">
                <a:solidFill>
                  <a:schemeClr val="tx1">
                    <a:tint val="75000"/>
                  </a:schemeClr>
                </a:solidFill>
              </a:defRPr>
            </a:lvl7pPr>
            <a:lvl8pPr marL="3467346" indent="0">
              <a:buNone/>
              <a:defRPr sz="1544">
                <a:solidFill>
                  <a:schemeClr val="tx1">
                    <a:tint val="75000"/>
                  </a:schemeClr>
                </a:solidFill>
              </a:defRPr>
            </a:lvl8pPr>
            <a:lvl9pPr marL="3962682" indent="0">
              <a:buNone/>
              <a:defRPr sz="15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49164388"/>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530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35550" y="1600202"/>
            <a:ext cx="4375150" cy="4525963"/>
          </a:xfrm>
        </p:spPr>
        <p:txBody>
          <a:bodyPr/>
          <a:lstStyle>
            <a:lvl1pPr>
              <a:defRPr sz="3007"/>
            </a:lvl1pPr>
            <a:lvl2pPr>
              <a:defRPr sz="2601"/>
            </a:lvl2pPr>
            <a:lvl3pPr>
              <a:defRPr sz="2194"/>
            </a:lvl3pPr>
            <a:lvl4pPr>
              <a:defRPr sz="1950"/>
            </a:lvl4pPr>
            <a:lvl5pPr>
              <a:defRPr sz="1950"/>
            </a:lvl5pPr>
            <a:lvl6pPr>
              <a:defRPr sz="1950"/>
            </a:lvl6pPr>
            <a:lvl7pPr>
              <a:defRPr sz="1950"/>
            </a:lvl7pPr>
            <a:lvl8pPr>
              <a:defRPr sz="1950"/>
            </a:lvl8pPr>
            <a:lvl9pPr>
              <a:defRPr sz="1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050128822"/>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4"/>
            <a:ext cx="437687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2112" y="1535114"/>
            <a:ext cx="4378590" cy="639763"/>
          </a:xfrm>
        </p:spPr>
        <p:txBody>
          <a:bodyPr anchor="b"/>
          <a:lstStyle>
            <a:lvl1pPr marL="0" indent="0">
              <a:buNone/>
              <a:defRPr sz="2601" b="1"/>
            </a:lvl1pPr>
            <a:lvl2pPr marL="495335" indent="0">
              <a:buNone/>
              <a:defRPr sz="2194" b="1"/>
            </a:lvl2pPr>
            <a:lvl3pPr marL="990671" indent="0">
              <a:buNone/>
              <a:defRPr sz="1950" b="1"/>
            </a:lvl3pPr>
            <a:lvl4pPr marL="1486006" indent="0">
              <a:buNone/>
              <a:defRPr sz="1707" b="1"/>
            </a:lvl4pPr>
            <a:lvl5pPr marL="1981341" indent="0">
              <a:buNone/>
              <a:defRPr sz="1707" b="1"/>
            </a:lvl5pPr>
            <a:lvl6pPr marL="2476676" indent="0">
              <a:buNone/>
              <a:defRPr sz="1707" b="1"/>
            </a:lvl6pPr>
            <a:lvl7pPr marL="2972011" indent="0">
              <a:buNone/>
              <a:defRPr sz="1707" b="1"/>
            </a:lvl7pPr>
            <a:lvl8pPr marL="3467346" indent="0">
              <a:buNone/>
              <a:defRPr sz="1707" b="1"/>
            </a:lvl8pPr>
            <a:lvl9pPr marL="3962682" indent="0">
              <a:buNone/>
              <a:defRPr sz="1707" b="1"/>
            </a:lvl9pPr>
          </a:lstStyle>
          <a:p>
            <a:pPr lvl="0"/>
            <a:r>
              <a:rPr lang="en-US"/>
              <a:t>Click to edit Master text styles</a:t>
            </a:r>
          </a:p>
        </p:txBody>
      </p:sp>
      <p:sp>
        <p:nvSpPr>
          <p:cNvPr id="6" name="Content Placeholder 5"/>
          <p:cNvSpPr>
            <a:spLocks noGrp="1"/>
          </p:cNvSpPr>
          <p:nvPr>
            <p:ph sz="quarter" idx="4"/>
          </p:nvPr>
        </p:nvSpPr>
        <p:spPr>
          <a:xfrm>
            <a:off x="5032112" y="2174875"/>
            <a:ext cx="4378590" cy="3951288"/>
          </a:xfrm>
        </p:spPr>
        <p:txBody>
          <a:bodyPr/>
          <a:lstStyle>
            <a:lvl1pPr>
              <a:defRPr sz="2601"/>
            </a:lvl1pPr>
            <a:lvl2pPr>
              <a:defRPr sz="2194"/>
            </a:lvl2pPr>
            <a:lvl3pPr>
              <a:defRPr sz="1950"/>
            </a:lvl3pPr>
            <a:lvl4pPr>
              <a:defRPr sz="1707"/>
            </a:lvl4pPr>
            <a:lvl5pPr>
              <a:defRPr sz="1707"/>
            </a:lvl5pPr>
            <a:lvl6pPr>
              <a:defRPr sz="1707"/>
            </a:lvl6pPr>
            <a:lvl7pPr>
              <a:defRPr sz="1707"/>
            </a:lvl7pPr>
            <a:lvl8pPr>
              <a:defRPr sz="1707"/>
            </a:lvl8pPr>
            <a:lvl9pPr>
              <a:defRPr sz="170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5404F2-BE9A-4460-8815-8F645183555F}"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61933019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926"/>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03762761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4166706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2" y="273050"/>
            <a:ext cx="3259005" cy="1162051"/>
          </a:xfrm>
        </p:spPr>
        <p:txBody>
          <a:bodyPr anchor="b"/>
          <a:lstStyle>
            <a:lvl1pPr algn="l">
              <a:defRPr sz="2194" b="1"/>
            </a:lvl1pPr>
          </a:lstStyle>
          <a:p>
            <a:r>
              <a:rPr lang="en-US"/>
              <a:t>Click to edit Master title style</a:t>
            </a:r>
          </a:p>
        </p:txBody>
      </p:sp>
      <p:sp>
        <p:nvSpPr>
          <p:cNvPr id="3" name="Content Placeholder 2"/>
          <p:cNvSpPr>
            <a:spLocks noGrp="1"/>
          </p:cNvSpPr>
          <p:nvPr>
            <p:ph idx="1"/>
          </p:nvPr>
        </p:nvSpPr>
        <p:spPr>
          <a:xfrm>
            <a:off x="3872971" y="273052"/>
            <a:ext cx="5537729" cy="5853113"/>
          </a:xfrm>
        </p:spPr>
        <p:txBody>
          <a:bodyPr/>
          <a:lstStyle>
            <a:lvl1pPr>
              <a:defRPr sz="3495"/>
            </a:lvl1pPr>
            <a:lvl2pPr>
              <a:defRPr sz="3007"/>
            </a:lvl2pPr>
            <a:lvl3pPr>
              <a:defRPr sz="2601"/>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2" y="1435102"/>
            <a:ext cx="3259005" cy="46910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880431653"/>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6" y="4800601"/>
            <a:ext cx="5943600" cy="566739"/>
          </a:xfrm>
        </p:spPr>
        <p:txBody>
          <a:bodyPr anchor="b"/>
          <a:lstStyle>
            <a:lvl1pPr algn="l">
              <a:defRPr sz="2194" b="1"/>
            </a:lvl1pPr>
          </a:lstStyle>
          <a:p>
            <a:r>
              <a:rPr lang="en-US"/>
              <a:t>Click to edit Master title style</a:t>
            </a:r>
          </a:p>
        </p:txBody>
      </p:sp>
      <p:sp>
        <p:nvSpPr>
          <p:cNvPr id="3" name="Picture Placeholder 2"/>
          <p:cNvSpPr>
            <a:spLocks noGrp="1"/>
          </p:cNvSpPr>
          <p:nvPr>
            <p:ph type="pic" idx="1"/>
          </p:nvPr>
        </p:nvSpPr>
        <p:spPr>
          <a:xfrm>
            <a:off x="1941646" y="612775"/>
            <a:ext cx="5943600" cy="4114800"/>
          </a:xfrm>
        </p:spPr>
        <p:txBody>
          <a:bodyPr/>
          <a:lstStyle>
            <a:lvl1pPr marL="0" indent="0">
              <a:buNone/>
              <a:defRPr sz="3495"/>
            </a:lvl1pPr>
            <a:lvl2pPr marL="495335" indent="0">
              <a:buNone/>
              <a:defRPr sz="3007"/>
            </a:lvl2pPr>
            <a:lvl3pPr marL="990671" indent="0">
              <a:buNone/>
              <a:defRPr sz="2601"/>
            </a:lvl3pPr>
            <a:lvl4pPr marL="1486006" indent="0">
              <a:buNone/>
              <a:defRPr sz="2194"/>
            </a:lvl4pPr>
            <a:lvl5pPr marL="1981341" indent="0">
              <a:buNone/>
              <a:defRPr sz="2194"/>
            </a:lvl5pPr>
            <a:lvl6pPr marL="2476676" indent="0">
              <a:buNone/>
              <a:defRPr sz="2194"/>
            </a:lvl6pPr>
            <a:lvl7pPr marL="2972011" indent="0">
              <a:buNone/>
              <a:defRPr sz="2194"/>
            </a:lvl7pPr>
            <a:lvl8pPr marL="3467346" indent="0">
              <a:buNone/>
              <a:defRPr sz="2194"/>
            </a:lvl8pPr>
            <a:lvl9pPr marL="3962682" indent="0">
              <a:buNone/>
              <a:defRPr sz="2194"/>
            </a:lvl9pPr>
          </a:lstStyle>
          <a:p>
            <a:endParaRPr lang="en-US"/>
          </a:p>
        </p:txBody>
      </p:sp>
      <p:sp>
        <p:nvSpPr>
          <p:cNvPr id="4" name="Text Placeholder 3"/>
          <p:cNvSpPr>
            <a:spLocks noGrp="1"/>
          </p:cNvSpPr>
          <p:nvPr>
            <p:ph type="body" sz="half" idx="2"/>
          </p:nvPr>
        </p:nvSpPr>
        <p:spPr>
          <a:xfrm>
            <a:off x="1941646" y="5367339"/>
            <a:ext cx="5943600" cy="804863"/>
          </a:xfrm>
        </p:spPr>
        <p:txBody>
          <a:bodyPr/>
          <a:lstStyle>
            <a:lvl1pPr marL="0" indent="0">
              <a:buNone/>
              <a:defRPr sz="1544"/>
            </a:lvl1pPr>
            <a:lvl2pPr marL="495335" indent="0">
              <a:buNone/>
              <a:defRPr sz="1300"/>
            </a:lvl2pPr>
            <a:lvl3pPr marL="990671" indent="0">
              <a:buNone/>
              <a:defRPr sz="1057"/>
            </a:lvl3pPr>
            <a:lvl4pPr marL="1486006" indent="0">
              <a:buNone/>
              <a:defRPr sz="975"/>
            </a:lvl4pPr>
            <a:lvl5pPr marL="1981341" indent="0">
              <a:buNone/>
              <a:defRPr sz="975"/>
            </a:lvl5pPr>
            <a:lvl6pPr marL="2476676" indent="0">
              <a:buNone/>
              <a:defRPr sz="975"/>
            </a:lvl6pPr>
            <a:lvl7pPr marL="2972011" indent="0">
              <a:buNone/>
              <a:defRPr sz="975"/>
            </a:lvl7pPr>
            <a:lvl8pPr marL="3467346" indent="0">
              <a:buNone/>
              <a:defRPr sz="975"/>
            </a:lvl8pPr>
            <a:lvl9pPr marL="3962682" indent="0">
              <a:buNone/>
              <a:defRPr sz="975"/>
            </a:lvl9pPr>
          </a:lstStyle>
          <a:p>
            <a:pPr lvl="0"/>
            <a:r>
              <a:rPr lang="en-US"/>
              <a:t>Click to edit Master text styles</a:t>
            </a:r>
          </a:p>
        </p:txBody>
      </p:sp>
      <p:sp>
        <p:nvSpPr>
          <p:cNvPr id="5" name="Date Placeholder 4"/>
          <p:cNvSpPr>
            <a:spLocks noGrp="1"/>
          </p:cNvSpPr>
          <p:nvPr>
            <p:ph type="dt" sz="half" idx="10"/>
          </p:nvPr>
        </p:nvSpPr>
        <p:spPr/>
        <p:txBody>
          <a:bodyPr/>
          <a:lstStyle/>
          <a:p>
            <a:fld id="{425404F2-BE9A-4460-8815-8F645183555F}"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696824482"/>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21590710"/>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1850" y="274639"/>
            <a:ext cx="22288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5300" y="274639"/>
            <a:ext cx="65214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84979659"/>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userDrawn="1">
  <p:cSld name="slidemodel2">
    <p:bg>
      <p:bgPr>
        <a:gradFill flip="none" rotWithShape="1">
          <a:gsLst>
            <a:gs pos="55000">
              <a:srgbClr val="1181AE"/>
            </a:gs>
            <a:gs pos="0">
              <a:srgbClr val="1181AE"/>
            </a:gs>
            <a:gs pos="100000">
              <a:srgbClr val="095474"/>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15171" y="2870634"/>
            <a:ext cx="4819931" cy="711081"/>
          </a:xfrm>
        </p:spPr>
        <p:txBody>
          <a:bodyPr>
            <a:normAutofit/>
          </a:bodyPr>
          <a:lstStyle>
            <a:lvl1pPr algn="ctr">
              <a:defRPr sz="2926" b="0">
                <a:solidFill>
                  <a:schemeClr val="bg1"/>
                </a:solidFill>
                <a:effectLst>
                  <a:outerShdw blurRad="38100" dist="38100" dir="2700000" algn="tl">
                    <a:srgbClr val="000000">
                      <a:alpha val="43137"/>
                    </a:srgbClr>
                  </a:outerShdw>
                </a:effectLst>
                <a:latin typeface="+mj-lt"/>
                <a:ea typeface="Open Sans" pitchFamily="34" charset="0"/>
                <a:cs typeface="Open Sans" pitchFamily="34" charset="0"/>
              </a:defRPr>
            </a:lvl1pPr>
          </a:lstStyle>
          <a:p>
            <a:r>
              <a:rPr lang="en-US"/>
              <a:t>SlideModel.com</a:t>
            </a:r>
          </a:p>
        </p:txBody>
      </p:sp>
      <p:sp>
        <p:nvSpPr>
          <p:cNvPr id="3" name="Date Placeholder 2"/>
          <p:cNvSpPr>
            <a:spLocks noGrp="1"/>
          </p:cNvSpPr>
          <p:nvPr>
            <p:ph type="dt" sz="half" idx="10"/>
          </p:nvPr>
        </p:nvSpPr>
        <p:spPr/>
        <p:txBody>
          <a:bodyPr/>
          <a:lstStyle/>
          <a:p>
            <a:fld id="{425404F2-BE9A-4460-8815-8F645183555F}"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27671184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tags" Target="../tags/tag2.xml"/><Relationship Id="rId9" Type="http://schemas.openxmlformats.org/officeDocument/2006/relationships/oleObject" Target="../embeddings/oleObject1.bin"/><Relationship Id="rId10"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 Id="rId9" Type="http://schemas.openxmlformats.org/officeDocument/2006/relationships/slideLayout" Target="../slideLayouts/slideLayout15.xml"/><Relationship Id="rId10" Type="http://schemas.openxmlformats.org/officeDocument/2006/relationships/slideLayout" Target="../slideLayouts/slideLayout16.xml"/><Relationship Id="rId11" Type="http://schemas.openxmlformats.org/officeDocument/2006/relationships/slideLayout" Target="../slideLayouts/slideLayout17.xml"/><Relationship Id="rId12" Type="http://schemas.openxmlformats.org/officeDocument/2006/relationships/slideLayout" Target="../slideLayouts/slideLayout18.xml"/><Relationship Id="rId13" Type="http://schemas.openxmlformats.org/officeDocument/2006/relationships/slideLayout" Target="../slideLayouts/slideLayout19.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slideLayout" Target="../slideLayouts/slideLayout32.xml"/><Relationship Id="rId14" Type="http://schemas.openxmlformats.org/officeDocument/2006/relationships/slideLayout" Target="../slideLayouts/slideLayout33.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slideLayout" Target="../slideLayouts/slideLayout45.xml"/><Relationship Id="rId13" Type="http://schemas.openxmlformats.org/officeDocument/2006/relationships/slideLayout" Target="../slideLayouts/slideLayout46.xml"/><Relationship Id="rId14" Type="http://schemas.openxmlformats.org/officeDocument/2006/relationships/slideLayout" Target="../slideLayouts/slideLayout47.xml"/><Relationship Id="rId1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slideLayout" Target="../slideLayouts/slideLayout61.xml"/><Relationship Id="rId15"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2.xml"/><Relationship Id="rId2" Type="http://schemas.openxmlformats.org/officeDocument/2006/relationships/slideLayout" Target="../slideLayouts/slideLayout63.xml"/><Relationship Id="rId3" Type="http://schemas.openxmlformats.org/officeDocument/2006/relationships/slideLayout" Target="../slideLayouts/slideLayout64.xml"/><Relationship Id="rId4" Type="http://schemas.openxmlformats.org/officeDocument/2006/relationships/slideLayout" Target="../slideLayouts/slideLayout65.xml"/><Relationship Id="rId5" Type="http://schemas.openxmlformats.org/officeDocument/2006/relationships/slideLayout" Target="../slideLayouts/slideLayout66.xml"/><Relationship Id="rId6" Type="http://schemas.openxmlformats.org/officeDocument/2006/relationships/slideLayout" Target="../slideLayouts/slideLayout67.xml"/><Relationship Id="rId7" Type="http://schemas.openxmlformats.org/officeDocument/2006/relationships/slideLayout" Target="../slideLayouts/slideLayout68.xml"/><Relationship Id="rId8" Type="http://schemas.openxmlformats.org/officeDocument/2006/relationships/slideLayout" Target="../slideLayouts/slideLayout69.xml"/><Relationship Id="rId9" Type="http://schemas.openxmlformats.org/officeDocument/2006/relationships/slideLayout" Target="../slideLayouts/slideLayout70.xml"/><Relationship Id="rId10" Type="http://schemas.openxmlformats.org/officeDocument/2006/relationships/slideLayout" Target="../slideLayouts/slideLayout71.xml"/><Relationship Id="rId11" Type="http://schemas.openxmlformats.org/officeDocument/2006/relationships/slideLayout" Target="../slideLayouts/slideLayout72.xml"/><Relationship Id="rId12" Type="http://schemas.openxmlformats.org/officeDocument/2006/relationships/slideLayout" Target="../slideLayouts/slideLayout73.xml"/><Relationship Id="rId13" Type="http://schemas.openxmlformats.org/officeDocument/2006/relationships/slideLayout" Target="../slideLayouts/slideLayout74.xml"/><Relationship Id="rId1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slideLayout" Target="../slideLayouts/slideLayout76.xml"/><Relationship Id="rId3" Type="http://schemas.openxmlformats.org/officeDocument/2006/relationships/slideLayout" Target="../slideLayouts/slideLayout77.xml"/><Relationship Id="rId4" Type="http://schemas.openxmlformats.org/officeDocument/2006/relationships/slideLayout" Target="../slideLayouts/slideLayout78.xml"/><Relationship Id="rId5" Type="http://schemas.openxmlformats.org/officeDocument/2006/relationships/slideLayout" Target="../slideLayouts/slideLayout79.xml"/><Relationship Id="rId6" Type="http://schemas.openxmlformats.org/officeDocument/2006/relationships/slideLayout" Target="../slideLayouts/slideLayout80.xml"/><Relationship Id="rId7" Type="http://schemas.openxmlformats.org/officeDocument/2006/relationships/slideLayout" Target="../slideLayouts/slideLayout81.xml"/><Relationship Id="rId8" Type="http://schemas.openxmlformats.org/officeDocument/2006/relationships/slideLayout" Target="../slideLayouts/slideLayout82.xml"/><Relationship Id="rId9" Type="http://schemas.openxmlformats.org/officeDocument/2006/relationships/slideLayout" Target="../slideLayouts/slideLayout83.xml"/><Relationship Id="rId10" Type="http://schemas.openxmlformats.org/officeDocument/2006/relationships/slideLayout" Target="../slideLayouts/slideLayout84.xml"/><Relationship Id="rId11" Type="http://schemas.openxmlformats.org/officeDocument/2006/relationships/slideLayout" Target="../slideLayouts/slideLayout85.xml"/><Relationship Id="rId12" Type="http://schemas.openxmlformats.org/officeDocument/2006/relationships/slideLayout" Target="../slideLayouts/slideLayout86.xml"/><Relationship Id="rId13" Type="http://schemas.openxmlformats.org/officeDocument/2006/relationships/slideLayout" Target="../slideLayouts/slideLayout87.xml"/><Relationship Id="rId14"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slideLayout" Target="../slideLayouts/slideLayout100.xml"/><Relationship Id="rId14"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slideLayout" Target="../slideLayouts/slideLayout102.xml"/><Relationship Id="rId3" Type="http://schemas.openxmlformats.org/officeDocument/2006/relationships/slideLayout" Target="../slideLayouts/slideLayout103.xml"/><Relationship Id="rId4" Type="http://schemas.openxmlformats.org/officeDocument/2006/relationships/slideLayout" Target="../slideLayouts/slideLayout104.xml"/><Relationship Id="rId5" Type="http://schemas.openxmlformats.org/officeDocument/2006/relationships/slideLayout" Target="../slideLayouts/slideLayout105.xml"/><Relationship Id="rId6" Type="http://schemas.openxmlformats.org/officeDocument/2006/relationships/slideLayout" Target="../slideLayouts/slideLayout106.xml"/><Relationship Id="rId7" Type="http://schemas.openxmlformats.org/officeDocument/2006/relationships/slideLayout" Target="../slideLayouts/slideLayout107.xml"/><Relationship Id="rId8" Type="http://schemas.openxmlformats.org/officeDocument/2006/relationships/slideLayout" Target="../slideLayouts/slideLayout108.xml"/><Relationship Id="rId9" Type="http://schemas.openxmlformats.org/officeDocument/2006/relationships/slideLayout" Target="../slideLayouts/slideLayout109.xml"/><Relationship Id="rId10" Type="http://schemas.openxmlformats.org/officeDocument/2006/relationships/slideLayout" Target="../slideLayouts/slideLayout110.xml"/><Relationship Id="rId11" Type="http://schemas.openxmlformats.org/officeDocument/2006/relationships/slideLayout" Target="../slideLayouts/slideLayout111.xml"/><Relationship Id="rId12" Type="http://schemas.openxmlformats.org/officeDocument/2006/relationships/slideLayout" Target="../slideLayouts/slideLayout112.xml"/><Relationship Id="rId13" Type="http://schemas.openxmlformats.org/officeDocument/2006/relationships/slideLayout" Target="../slideLayouts/slideLayout113.xml"/><Relationship Id="rId14"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slideLayout" Target="../slideLayouts/slideLayout115.xml"/><Relationship Id="rId3" Type="http://schemas.openxmlformats.org/officeDocument/2006/relationships/slideLayout" Target="../slideLayouts/slideLayout116.xml"/><Relationship Id="rId4" Type="http://schemas.openxmlformats.org/officeDocument/2006/relationships/slideLayout" Target="../slideLayouts/slideLayout117.xml"/><Relationship Id="rId5" Type="http://schemas.openxmlformats.org/officeDocument/2006/relationships/slideLayout" Target="../slideLayouts/slideLayout118.xml"/><Relationship Id="rId6" Type="http://schemas.openxmlformats.org/officeDocument/2006/relationships/slideLayout" Target="../slideLayouts/slideLayout119.xml"/><Relationship Id="rId7" Type="http://schemas.openxmlformats.org/officeDocument/2006/relationships/slideLayout" Target="../slideLayouts/slideLayout120.xml"/><Relationship Id="rId8" Type="http://schemas.openxmlformats.org/officeDocument/2006/relationships/slideLayout" Target="../slideLayouts/slideLayout121.xml"/><Relationship Id="rId9" Type="http://schemas.openxmlformats.org/officeDocument/2006/relationships/slideLayout" Target="../slideLayouts/slideLayout122.xml"/><Relationship Id="rId10" Type="http://schemas.openxmlformats.org/officeDocument/2006/relationships/slideLayout" Target="../slideLayouts/slideLayout123.xml"/><Relationship Id="rId11" Type="http://schemas.openxmlformats.org/officeDocument/2006/relationships/slideLayout" Target="../slideLayouts/slideLayout124.xml"/><Relationship Id="rId12" Type="http://schemas.openxmlformats.org/officeDocument/2006/relationships/slideLayout" Target="../slideLayouts/slideLayout125.xml"/><Relationship Id="rId13" Type="http://schemas.openxmlformats.org/officeDocument/2006/relationships/slideLayout" Target="../slideLayouts/slideLayout126.xml"/><Relationship Id="rId14"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27.xml"/><Relationship Id="rId2" Type="http://schemas.openxmlformats.org/officeDocument/2006/relationships/slideLayout" Target="../slideLayouts/slideLayout128.xml"/><Relationship Id="rId3" Type="http://schemas.openxmlformats.org/officeDocument/2006/relationships/slideLayout" Target="../slideLayouts/slideLayout129.xml"/><Relationship Id="rId4" Type="http://schemas.openxmlformats.org/officeDocument/2006/relationships/slideLayout" Target="../slideLayouts/slideLayout130.xml"/><Relationship Id="rId5" Type="http://schemas.openxmlformats.org/officeDocument/2006/relationships/slideLayout" Target="../slideLayouts/slideLayout131.xml"/><Relationship Id="rId6" Type="http://schemas.openxmlformats.org/officeDocument/2006/relationships/slideLayout" Target="../slideLayouts/slideLayout132.xml"/><Relationship Id="rId7" Type="http://schemas.openxmlformats.org/officeDocument/2006/relationships/slideLayout" Target="../slideLayouts/slideLayout133.xml"/><Relationship Id="rId8" Type="http://schemas.openxmlformats.org/officeDocument/2006/relationships/slideLayout" Target="../slideLayouts/slideLayout134.xml"/><Relationship Id="rId9" Type="http://schemas.openxmlformats.org/officeDocument/2006/relationships/slideLayout" Target="../slideLayouts/slideLayout135.xml"/><Relationship Id="rId10" Type="http://schemas.openxmlformats.org/officeDocument/2006/relationships/slideLayout" Target="../slideLayouts/slideLayout136.xml"/><Relationship Id="rId11" Type="http://schemas.openxmlformats.org/officeDocument/2006/relationships/slideLayout" Target="../slideLayouts/slideLayout137.xml"/><Relationship Id="rId12" Type="http://schemas.openxmlformats.org/officeDocument/2006/relationships/slideLayout" Target="../slideLayouts/slideLayout138.xml"/><Relationship Id="rId13" Type="http://schemas.openxmlformats.org/officeDocument/2006/relationships/slideLayout" Target="../slideLayouts/slideLayout139.xml"/><Relationship Id="rId14"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slideLayout" Target="../slideLayouts/slideLayout141.xml"/><Relationship Id="rId3" Type="http://schemas.openxmlformats.org/officeDocument/2006/relationships/slideLayout" Target="../slideLayouts/slideLayout142.xml"/><Relationship Id="rId4" Type="http://schemas.openxmlformats.org/officeDocument/2006/relationships/slideLayout" Target="../slideLayouts/slideLayout143.xml"/><Relationship Id="rId5" Type="http://schemas.openxmlformats.org/officeDocument/2006/relationships/slideLayout" Target="../slideLayouts/slideLayout144.xml"/><Relationship Id="rId6" Type="http://schemas.openxmlformats.org/officeDocument/2006/relationships/slideLayout" Target="../slideLayouts/slideLayout145.xml"/><Relationship Id="rId7" Type="http://schemas.openxmlformats.org/officeDocument/2006/relationships/slideLayout" Target="../slideLayouts/slideLayout146.xml"/><Relationship Id="rId8" Type="http://schemas.openxmlformats.org/officeDocument/2006/relationships/slideLayout" Target="../slideLayouts/slideLayout147.xml"/><Relationship Id="rId9" Type="http://schemas.openxmlformats.org/officeDocument/2006/relationships/slideLayout" Target="../slideLayouts/slideLayout148.xml"/><Relationship Id="rId10" Type="http://schemas.openxmlformats.org/officeDocument/2006/relationships/slideLayout" Target="../slideLayouts/slideLayout149.xml"/><Relationship Id="rId11" Type="http://schemas.openxmlformats.org/officeDocument/2006/relationships/slideLayout" Target="../slideLayouts/slideLayout150.xml"/><Relationship Id="rId12" Type="http://schemas.openxmlformats.org/officeDocument/2006/relationships/slideLayout" Target="../slideLayouts/slideLayout151.xml"/><Relationship Id="rId13" Type="http://schemas.openxmlformats.org/officeDocument/2006/relationships/slideLayout" Target="../slideLayouts/slideLayout152.xml"/><Relationship Id="rId14" Type="http://schemas.openxmlformats.org/officeDocument/2006/relationships/slideLayout" Target="../slideLayouts/slideLayout153.xml"/><Relationship Id="rId15"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54.xml"/><Relationship Id="rId2" Type="http://schemas.openxmlformats.org/officeDocument/2006/relationships/slideLayout" Target="../slideLayouts/slideLayout155.xml"/><Relationship Id="rId3" Type="http://schemas.openxmlformats.org/officeDocument/2006/relationships/slideLayout" Target="../slideLayouts/slideLayout156.xml"/><Relationship Id="rId4" Type="http://schemas.openxmlformats.org/officeDocument/2006/relationships/slideLayout" Target="../slideLayouts/slideLayout157.xml"/><Relationship Id="rId5" Type="http://schemas.openxmlformats.org/officeDocument/2006/relationships/slideLayout" Target="../slideLayouts/slideLayout158.xml"/><Relationship Id="rId6" Type="http://schemas.openxmlformats.org/officeDocument/2006/relationships/slideLayout" Target="../slideLayouts/slideLayout159.xml"/><Relationship Id="rId7" Type="http://schemas.openxmlformats.org/officeDocument/2006/relationships/slideLayout" Target="../slideLayouts/slideLayout160.xml"/><Relationship Id="rId8" Type="http://schemas.openxmlformats.org/officeDocument/2006/relationships/slideLayout" Target="../slideLayouts/slideLayout161.xml"/><Relationship Id="rId9" Type="http://schemas.openxmlformats.org/officeDocument/2006/relationships/slideLayout" Target="../slideLayouts/slideLayout162.xml"/><Relationship Id="rId10" Type="http://schemas.openxmlformats.org/officeDocument/2006/relationships/slideLayout" Target="../slideLayouts/slideLayout163.xml"/><Relationship Id="rId11" Type="http://schemas.openxmlformats.org/officeDocument/2006/relationships/slideLayout" Target="../slideLayouts/slideLayout164.xml"/><Relationship Id="rId12" Type="http://schemas.openxmlformats.org/officeDocument/2006/relationships/slideLayout" Target="../slideLayouts/slideLayout165.xml"/><Relationship Id="rId13" Type="http://schemas.openxmlformats.org/officeDocument/2006/relationships/slideLayout" Target="../slideLayouts/slideLayout166.xml"/><Relationship Id="rId14" Type="http://schemas.openxmlformats.org/officeDocument/2006/relationships/slideLayout" Target="../slideLayouts/slideLayout167.xml"/><Relationship Id="rId15"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68.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Relationship Id="rId14"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81.xml"/><Relationship Id="rId2" Type="http://schemas.openxmlformats.org/officeDocument/2006/relationships/slideLayout" Target="../slideLayouts/slideLayout182.xml"/><Relationship Id="rId3" Type="http://schemas.openxmlformats.org/officeDocument/2006/relationships/slideLayout" Target="../slideLayouts/slideLayout183.xml"/><Relationship Id="rId4" Type="http://schemas.openxmlformats.org/officeDocument/2006/relationships/slideLayout" Target="../slideLayouts/slideLayout184.xml"/><Relationship Id="rId5" Type="http://schemas.openxmlformats.org/officeDocument/2006/relationships/slideLayout" Target="../slideLayouts/slideLayout185.xml"/><Relationship Id="rId6" Type="http://schemas.openxmlformats.org/officeDocument/2006/relationships/slideLayout" Target="../slideLayouts/slideLayout186.xml"/><Relationship Id="rId7" Type="http://schemas.openxmlformats.org/officeDocument/2006/relationships/slideLayout" Target="../slideLayouts/slideLayout187.xml"/><Relationship Id="rId8" Type="http://schemas.openxmlformats.org/officeDocument/2006/relationships/slideLayout" Target="../slideLayouts/slideLayout188.xml"/><Relationship Id="rId9" Type="http://schemas.openxmlformats.org/officeDocument/2006/relationships/slideLayout" Target="../slideLayouts/slideLayout189.xml"/><Relationship Id="rId10" Type="http://schemas.openxmlformats.org/officeDocument/2006/relationships/slideLayout" Target="../slideLayouts/slideLayout190.xml"/><Relationship Id="rId11" Type="http://schemas.openxmlformats.org/officeDocument/2006/relationships/slideLayout" Target="../slideLayouts/slideLayout191.xml"/><Relationship Id="rId12" Type="http://schemas.openxmlformats.org/officeDocument/2006/relationships/slideLayout" Target="../slideLayouts/slideLayout192.xml"/><Relationship Id="rId13" Type="http://schemas.openxmlformats.org/officeDocument/2006/relationships/slideLayout" Target="../slideLayouts/slideLayout193.xml"/><Relationship Id="rId14" Type="http://schemas.openxmlformats.org/officeDocument/2006/relationships/theme" Target="../theme/theme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graphicFrame>
        <p:nvGraphicFramePr>
          <p:cNvPr id="6" name="オブジェクト 5" hidden="1"/>
          <p:cNvGraphicFramePr>
            <a:graphicFrameLocks noChangeAspect="1"/>
          </p:cNvGraphicFramePr>
          <p:nvPr userDrawn="1">
            <p:custDataLst>
              <p:tags r:id="rId8"/>
            </p:custDataLst>
            <p:extLst>
              <p:ext uri="{D42A27DB-BD31-4B8C-83A1-F6EECF244321}">
                <p14:modId xmlns:p14="http://schemas.microsoft.com/office/powerpoint/2010/main" val="1795893290"/>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9" imgW="217" imgH="215" progId="TCLayout.ActiveDocument.1">
                  <p:embed/>
                </p:oleObj>
              </mc:Choice>
              <mc:Fallback>
                <p:oleObj name="think-cell Slide" r:id="rId9" imgW="217" imgH="215" progId="TCLayout.ActiveDocument.1">
                  <p:embed/>
                  <p:pic>
                    <p:nvPicPr>
                      <p:cNvPr id="6" name="オブジェクト 5" hidden="1"/>
                      <p:cNvPicPr/>
                      <p:nvPr/>
                    </p:nvPicPr>
                    <p:blipFill>
                      <a:blip r:embed="rId10"/>
                      <a:stretch>
                        <a:fillRect/>
                      </a:stretch>
                    </p:blipFill>
                    <p:spPr>
                      <a:xfrm>
                        <a:off x="1589" y="1590"/>
                        <a:ext cx="1587" cy="1587"/>
                      </a:xfrm>
                      <a:prstGeom prst="rect">
                        <a:avLst/>
                      </a:prstGeom>
                    </p:spPr>
                  </p:pic>
                </p:oleObj>
              </mc:Fallback>
            </mc:AlternateContent>
          </a:graphicData>
        </a:graphic>
      </p:graphicFrame>
      <p:sp>
        <p:nvSpPr>
          <p:cNvPr id="2" name="Title Placeholder 1"/>
          <p:cNvSpPr>
            <a:spLocks noGrp="1"/>
          </p:cNvSpPr>
          <p:nvPr>
            <p:ph type="title"/>
          </p:nvPr>
        </p:nvSpPr>
        <p:spPr bwMode="gray">
          <a:xfrm>
            <a:off x="417000" y="152400"/>
            <a:ext cx="9072000" cy="863600"/>
          </a:xfrm>
          <a:prstGeom prst="rect">
            <a:avLst/>
          </a:prstGeom>
        </p:spPr>
        <p:txBody>
          <a:bodyPr vert="horz" lIns="0" tIns="0" rIns="0" bIns="0" rtlCol="0" anchor="t" anchorCtr="0">
            <a:noAutofit/>
          </a:bodyPr>
          <a:lstStyle/>
          <a:p>
            <a:r>
              <a:rPr lang="ja-JP" altLang="en-US" noProof="0" dirty="0"/>
              <a:t>キーメッセージを入力（本スライドで一番伝えたいこと＜名詞止め・体言止め不可＞）</a:t>
            </a:r>
            <a:endParaRPr lang="en-US" noProof="0" dirty="0"/>
          </a:p>
        </p:txBody>
      </p:sp>
      <p:sp>
        <p:nvSpPr>
          <p:cNvPr id="3" name="テキスト プレースホルダー 2"/>
          <p:cNvSpPr>
            <a:spLocks noGrp="1"/>
          </p:cNvSpPr>
          <p:nvPr>
            <p:ph type="body" idx="1"/>
          </p:nvPr>
        </p:nvSpPr>
        <p:spPr bwMode="gray">
          <a:xfrm>
            <a:off x="417601" y="1476000"/>
            <a:ext cx="4356000" cy="4824000"/>
          </a:xfrm>
          <a:prstGeom prst="rect">
            <a:avLst/>
          </a:prstGeom>
        </p:spPr>
        <p:txBody>
          <a:bodyPr vert="horz" lIns="72000" tIns="0" rIns="0" bIns="0" rtlCol="0">
            <a:normAutofit/>
          </a:bodyPr>
          <a:lstStyle/>
          <a:p>
            <a:pPr lvl="0"/>
            <a:r>
              <a:rPr kumimoji="1" lang="ja-JP" altLang="en-US" dirty="0"/>
              <a:t>マスター テキストの書式設定</a:t>
            </a:r>
          </a:p>
          <a:p>
            <a:pPr lvl="1"/>
            <a:r>
              <a:rPr kumimoji="1" lang="ja-JP" altLang="en-US" dirty="0"/>
              <a:t>第 </a:t>
            </a:r>
            <a:r>
              <a:rPr kumimoji="1" lang="en-US" altLang="ja-JP" dirty="0"/>
              <a:t>1 </a:t>
            </a:r>
            <a:r>
              <a:rPr kumimoji="1" lang="ja-JP" altLang="en-US" dirty="0"/>
              <a:t>レベル</a:t>
            </a:r>
          </a:p>
          <a:p>
            <a:pPr lvl="2"/>
            <a:r>
              <a:rPr kumimoji="1" lang="ja-JP" altLang="en-US" dirty="0"/>
              <a:t>第 </a:t>
            </a:r>
            <a:r>
              <a:rPr kumimoji="1" lang="en-US" altLang="ja-JP" dirty="0"/>
              <a:t>2 </a:t>
            </a:r>
            <a:r>
              <a:rPr kumimoji="1" lang="ja-JP" altLang="en-US" dirty="0"/>
              <a:t>レベル</a:t>
            </a:r>
          </a:p>
          <a:p>
            <a:pPr lvl="3"/>
            <a:r>
              <a:rPr kumimoji="1" lang="ja-JP" altLang="en-US" dirty="0"/>
              <a:t>第 </a:t>
            </a:r>
            <a:r>
              <a:rPr kumimoji="1" lang="en-US" altLang="ja-JP" dirty="0"/>
              <a:t>3 </a:t>
            </a:r>
            <a:r>
              <a:rPr kumimoji="1" lang="ja-JP" altLang="en-US" dirty="0"/>
              <a:t>レベル</a:t>
            </a:r>
          </a:p>
        </p:txBody>
      </p:sp>
      <p:sp>
        <p:nvSpPr>
          <p:cNvPr id="11" name="Text Box 37"/>
          <p:cNvSpPr txBox="1">
            <a:spLocks noChangeArrowheads="1"/>
          </p:cNvSpPr>
          <p:nvPr userDrawn="1"/>
        </p:nvSpPr>
        <p:spPr bwMode="gray">
          <a:xfrm>
            <a:off x="317638" y="6625383"/>
            <a:ext cx="273599" cy="131819"/>
          </a:xfrm>
          <a:prstGeom prst="rect">
            <a:avLst/>
          </a:prstGeom>
          <a:noFill/>
          <a:ln w="9525">
            <a:noFill/>
            <a:miter lim="800000"/>
            <a:headEnd/>
            <a:tailEnd/>
          </a:ln>
          <a:effectLst/>
        </p:spPr>
        <p:txBody>
          <a:bodyPr lIns="0" tIns="0" rIns="0" bIns="0" anchor="b" anchorCtr="0">
            <a:noAutofit/>
          </a:bodyPr>
          <a:lstStyle/>
          <a:p>
            <a:pPr algn="r" rtl="0" eaLnBrk="0" fontAlgn="base" hangingPunct="0">
              <a:spcBef>
                <a:spcPct val="50000"/>
              </a:spcBef>
              <a:spcAft>
                <a:spcPct val="0"/>
              </a:spcAft>
            </a:pPr>
            <a:fld id="{AA5FCFE5-FE56-4EF1-80A8-07776887C2A1}" type="slidenum">
              <a:rPr kumimoji="1" lang="ja-JP" altLang="en-US" sz="900" smtClean="0"/>
              <a:pPr algn="r" rtl="0" eaLnBrk="0" fontAlgn="base" hangingPunct="0">
                <a:spcBef>
                  <a:spcPct val="50000"/>
                </a:spcBef>
                <a:spcAft>
                  <a:spcPct val="0"/>
                </a:spcAft>
              </a:pPr>
              <a:t>‹#›</a:t>
            </a:fld>
            <a:endParaRPr lang="en-US" altLang="ja-JP" sz="900" kern="1200" dirty="0">
              <a:solidFill>
                <a:schemeClr val="tx2"/>
              </a:solidFill>
              <a:latin typeface="Arial" charset="0"/>
              <a:ea typeface="ＭＳ Ｐゴシック" pitchFamily="50" charset="-128"/>
              <a:cs typeface="Arial" charset="0"/>
            </a:endParaRPr>
          </a:p>
        </p:txBody>
      </p:sp>
    </p:spTree>
    <p:extLst>
      <p:ext uri="{BB962C8B-B14F-4D97-AF65-F5344CB8AC3E}">
        <p14:creationId xmlns:p14="http://schemas.microsoft.com/office/powerpoint/2010/main" val="253086590"/>
      </p:ext>
    </p:extLst>
  </p:cSld>
  <p:clrMap bg1="lt1" tx1="dk1" bg2="lt2" tx2="dk2" accent1="accent1" accent2="accent2" accent3="accent3" accent4="accent4" accent5="accent5" accent6="accent6" hlink="hlink" folHlink="folHlink"/>
  <p:sldLayoutIdLst>
    <p:sldLayoutId id="2147483967" r:id="rId1"/>
    <p:sldLayoutId id="2147483976" r:id="rId2"/>
    <p:sldLayoutId id="2147483977" r:id="rId3"/>
    <p:sldLayoutId id="2147483978" r:id="rId4"/>
    <p:sldLayoutId id="2147483979" r:id="rId5"/>
    <p:sldLayoutId id="2147484181" r:id="rId6"/>
  </p:sldLayoutIdLst>
  <p:hf sldNum="0" hdr="0" ftr="0" dt="0"/>
  <p:txStyles>
    <p:titleStyle>
      <a:lvl1pPr algn="l" defTabSz="990564" rtl="0" eaLnBrk="1" latinLnBrk="0" hangingPunct="1">
        <a:spcBef>
          <a:spcPct val="0"/>
        </a:spcBef>
        <a:buNone/>
        <a:defRPr kumimoji="1" sz="1800" b="1" kern="1200">
          <a:solidFill>
            <a:schemeClr val="tx1"/>
          </a:solidFill>
          <a:latin typeface="+mj-lt"/>
          <a:ea typeface="+mj-ea"/>
          <a:cs typeface="+mj-cs"/>
        </a:defRPr>
      </a:lvl1pPr>
    </p:titleStyle>
    <p:body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564" rtl="0" eaLnBrk="1" latinLnBrk="0" hangingPunct="1">
        <a:defRPr kumimoji="1" sz="1950" kern="1200">
          <a:solidFill>
            <a:schemeClr val="tx1"/>
          </a:solidFill>
          <a:latin typeface="+mn-lt"/>
          <a:ea typeface="+mn-ea"/>
          <a:cs typeface="+mn-cs"/>
        </a:defRPr>
      </a:lvl1pPr>
      <a:lvl2pPr marL="495283" algn="l" defTabSz="990564" rtl="0" eaLnBrk="1" latinLnBrk="0" hangingPunct="1">
        <a:defRPr kumimoji="1" sz="1950" kern="1200">
          <a:solidFill>
            <a:schemeClr val="tx1"/>
          </a:solidFill>
          <a:latin typeface="+mn-lt"/>
          <a:ea typeface="+mn-ea"/>
          <a:cs typeface="+mn-cs"/>
        </a:defRPr>
      </a:lvl2pPr>
      <a:lvl3pPr marL="990564" algn="l" defTabSz="990564" rtl="0" eaLnBrk="1" latinLnBrk="0" hangingPunct="1">
        <a:defRPr kumimoji="1" sz="1950" kern="1200">
          <a:solidFill>
            <a:schemeClr val="tx1"/>
          </a:solidFill>
          <a:latin typeface="+mn-lt"/>
          <a:ea typeface="+mn-ea"/>
          <a:cs typeface="+mn-cs"/>
        </a:defRPr>
      </a:lvl3pPr>
      <a:lvl4pPr marL="1485846" algn="l" defTabSz="990564" rtl="0" eaLnBrk="1" latinLnBrk="0" hangingPunct="1">
        <a:defRPr kumimoji="1" sz="1950" kern="1200">
          <a:solidFill>
            <a:schemeClr val="tx1"/>
          </a:solidFill>
          <a:latin typeface="+mn-lt"/>
          <a:ea typeface="+mn-ea"/>
          <a:cs typeface="+mn-cs"/>
        </a:defRPr>
      </a:lvl4pPr>
      <a:lvl5pPr marL="1981127" algn="l" defTabSz="990564" rtl="0" eaLnBrk="1" latinLnBrk="0" hangingPunct="1">
        <a:defRPr kumimoji="1" sz="1950" kern="1200">
          <a:solidFill>
            <a:schemeClr val="tx1"/>
          </a:solidFill>
          <a:latin typeface="+mn-lt"/>
          <a:ea typeface="+mn-ea"/>
          <a:cs typeface="+mn-cs"/>
        </a:defRPr>
      </a:lvl5pPr>
      <a:lvl6pPr marL="2476410" algn="l" defTabSz="990564" rtl="0" eaLnBrk="1" latinLnBrk="0" hangingPunct="1">
        <a:defRPr kumimoji="1" sz="1950" kern="1200">
          <a:solidFill>
            <a:schemeClr val="tx1"/>
          </a:solidFill>
          <a:latin typeface="+mn-lt"/>
          <a:ea typeface="+mn-ea"/>
          <a:cs typeface="+mn-cs"/>
        </a:defRPr>
      </a:lvl6pPr>
      <a:lvl7pPr marL="2971692" algn="l" defTabSz="990564" rtl="0" eaLnBrk="1" latinLnBrk="0" hangingPunct="1">
        <a:defRPr kumimoji="1" sz="1950" kern="1200">
          <a:solidFill>
            <a:schemeClr val="tx1"/>
          </a:solidFill>
          <a:latin typeface="+mn-lt"/>
          <a:ea typeface="+mn-ea"/>
          <a:cs typeface="+mn-cs"/>
        </a:defRPr>
      </a:lvl7pPr>
      <a:lvl8pPr marL="3466973" algn="l" defTabSz="990564" rtl="0" eaLnBrk="1" latinLnBrk="0" hangingPunct="1">
        <a:defRPr kumimoji="1" sz="1950" kern="1200">
          <a:solidFill>
            <a:schemeClr val="tx1"/>
          </a:solidFill>
          <a:latin typeface="+mn-lt"/>
          <a:ea typeface="+mn-ea"/>
          <a:cs typeface="+mn-cs"/>
        </a:defRPr>
      </a:lvl8pPr>
      <a:lvl9pPr marL="3962255" algn="l" defTabSz="990564" rtl="0" eaLnBrk="1" latinLnBrk="0" hangingPunct="1">
        <a:defRPr kumimoji="1" sz="19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20" userDrawn="1">
          <p15:clr>
            <a:srgbClr val="A4A3A4"/>
          </p15:clr>
        </p15:guide>
        <p15:guide id="2" orient="horz" pos="96" userDrawn="1">
          <p15:clr>
            <a:srgbClr val="A4A3A4"/>
          </p15:clr>
        </p15:guide>
        <p15:guide id="3" pos="3007" userDrawn="1">
          <p15:clr>
            <a:srgbClr val="A4A3A4"/>
          </p15:clr>
        </p15:guide>
        <p15:guide id="4" pos="3233" userDrawn="1">
          <p15:clr>
            <a:srgbClr val="A4A3A4"/>
          </p15:clr>
        </p15:guide>
        <p15:guide id="5" pos="5978" userDrawn="1">
          <p15:clr>
            <a:srgbClr val="A4A3A4"/>
          </p15:clr>
        </p15:guide>
        <p15:guide id="6" pos="262" userDrawn="1">
          <p15:clr>
            <a:srgbClr val="A4A3A4"/>
          </p15:clr>
        </p15:guide>
        <p15:guide id="7" orient="horz" pos="504" userDrawn="1">
          <p15:clr>
            <a:srgbClr val="A4A3A4"/>
          </p15:clr>
        </p15:guide>
        <p15:guide id="8" orient="horz" pos="640" userDrawn="1">
          <p15:clr>
            <a:srgbClr val="A4A3A4"/>
          </p15:clr>
        </p15:guide>
        <p15:guide id="9" orient="horz" pos="935" userDrawn="1">
          <p15:clr>
            <a:srgbClr val="A4A3A4"/>
          </p15:clr>
        </p15:guide>
        <p15:guide id="10" orient="horz" pos="3974" userDrawn="1">
          <p15:clr>
            <a:srgbClr val="A4A3A4"/>
          </p15:clr>
        </p15:guide>
        <p15:guide id="11" orient="horz" pos="4156" userDrawn="1">
          <p15:clr>
            <a:srgbClr val="A4A3A4"/>
          </p15:clr>
        </p15:guide>
        <p15:guide id="12" orient="horz" pos="4269"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578763063"/>
      </p:ext>
    </p:extLst>
  </p:cSld>
  <p:clrMap bg1="lt1" tx1="dk1" bg2="lt2" tx2="dk2" accent1="accent1" accent2="accent2" accent3="accent3" accent4="accent4" accent5="accent5" accent6="accent6" hlink="hlink" folHlink="folHlink"/>
  <p:sldLayoutIdLst>
    <p:sldLayoutId id="2147483981" r:id="rId1"/>
    <p:sldLayoutId id="2147483982" r:id="rId2"/>
    <p:sldLayoutId id="2147483983" r:id="rId3"/>
    <p:sldLayoutId id="2147483984" r:id="rId4"/>
    <p:sldLayoutId id="2147483985" r:id="rId5"/>
    <p:sldLayoutId id="2147483986" r:id="rId6"/>
    <p:sldLayoutId id="2147483987" r:id="rId7"/>
    <p:sldLayoutId id="2147483988" r:id="rId8"/>
    <p:sldLayoutId id="2147483989" r:id="rId9"/>
    <p:sldLayoutId id="2147483990" r:id="rId10"/>
    <p:sldLayoutId id="2147483991" r:id="rId11"/>
    <p:sldLayoutId id="2147483992" r:id="rId12"/>
    <p:sldLayoutId id="2147483993"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511318205"/>
      </p:ext>
    </p:extLst>
  </p:cSld>
  <p:clrMap bg1="lt1" tx1="dk1" bg2="lt2" tx2="dk2" accent1="accent1" accent2="accent2" accent3="accent3" accent4="accent4" accent5="accent5" accent6="accent6" hlink="hlink" folHlink="folHlink"/>
  <p:sldLayoutIdLst>
    <p:sldLayoutId id="2147483995" r:id="rId1"/>
    <p:sldLayoutId id="2147483996" r:id="rId2"/>
    <p:sldLayoutId id="2147483997" r:id="rId3"/>
    <p:sldLayoutId id="2147483998" r:id="rId4"/>
    <p:sldLayoutId id="2147483999" r:id="rId5"/>
    <p:sldLayoutId id="2147484000" r:id="rId6"/>
    <p:sldLayoutId id="2147484001" r:id="rId7"/>
    <p:sldLayoutId id="2147484002" r:id="rId8"/>
    <p:sldLayoutId id="2147484003" r:id="rId9"/>
    <p:sldLayoutId id="2147484004" r:id="rId10"/>
    <p:sldLayoutId id="2147484005" r:id="rId11"/>
    <p:sldLayoutId id="2147484006" r:id="rId12"/>
    <p:sldLayoutId id="2147484007" r:id="rId13"/>
    <p:sldLayoutId id="2147484008" r:id="rId14"/>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gradFill>
          <a:gsLst>
            <a:gs pos="81000">
              <a:srgbClr val="EEEEEE"/>
            </a:gs>
            <a:gs pos="0">
              <a:schemeClr val="bg1"/>
            </a:gs>
            <a:gs pos="100000">
              <a:schemeClr val="bg1">
                <a:lumMod val="8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121899" tIns="60949" rIns="121899"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121899" tIns="60949" rIns="121899"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121899" tIns="60949" rIns="121899"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121899" tIns="60949" rIns="121899"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2679946102"/>
      </p:ext>
    </p:extLst>
  </p:cSld>
  <p:clrMap bg1="lt1" tx1="dk1" bg2="lt2" tx2="dk2" accent1="accent1" accent2="accent2" accent3="accent3" accent4="accent4" accent5="accent5" accent6="accent6" hlink="hlink" folHlink="folHlink"/>
  <p:sldLayoutIdLst>
    <p:sldLayoutId id="2147484010" r:id="rId1"/>
    <p:sldLayoutId id="2147484011" r:id="rId2"/>
    <p:sldLayoutId id="2147484012" r:id="rId3"/>
    <p:sldLayoutId id="2147484013" r:id="rId4"/>
    <p:sldLayoutId id="2147484014" r:id="rId5"/>
    <p:sldLayoutId id="2147484015" r:id="rId6"/>
    <p:sldLayoutId id="2147484016" r:id="rId7"/>
    <p:sldLayoutId id="2147484017" r:id="rId8"/>
    <p:sldLayoutId id="2147484018" r:id="rId9"/>
    <p:sldLayoutId id="2147484019" r:id="rId10"/>
    <p:sldLayoutId id="2147484020" r:id="rId11"/>
    <p:sldLayoutId id="2147484021" r:id="rId12"/>
    <p:sldLayoutId id="2147484022" r:id="rId13"/>
    <p:sldLayoutId id="2147484023" r:id="rId14"/>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121899" tIns="60949" rIns="121899"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121899" tIns="60949" rIns="121899"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121899" tIns="60949" rIns="121899"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121899" tIns="60949" rIns="121899"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626842068"/>
      </p:ext>
    </p:extLst>
  </p:cSld>
  <p:clrMap bg1="lt1" tx1="dk1" bg2="lt2" tx2="dk2" accent1="accent1" accent2="accent2" accent3="accent3" accent4="accent4" accent5="accent5" accent6="accent6" hlink="hlink" folHlink="folHlink"/>
  <p:sldLayoutIdLst>
    <p:sldLayoutId id="2147484025" r:id="rId1"/>
    <p:sldLayoutId id="2147484026" r:id="rId2"/>
    <p:sldLayoutId id="2147484027" r:id="rId3"/>
    <p:sldLayoutId id="2147484028" r:id="rId4"/>
    <p:sldLayoutId id="2147484029" r:id="rId5"/>
    <p:sldLayoutId id="2147484030" r:id="rId6"/>
    <p:sldLayoutId id="2147484031" r:id="rId7"/>
    <p:sldLayoutId id="2147484032" r:id="rId8"/>
    <p:sldLayoutId id="2147484033" r:id="rId9"/>
    <p:sldLayoutId id="2147484034" r:id="rId10"/>
    <p:sldLayoutId id="2147484035" r:id="rId11"/>
    <p:sldLayoutId id="2147484036" r:id="rId12"/>
    <p:sldLayoutId id="2147484037" r:id="rId13"/>
    <p:sldLayoutId id="2147484038" r:id="rId14"/>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121899" tIns="60949" rIns="121899"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1981962939"/>
      </p:ext>
    </p:extLst>
  </p:cSld>
  <p:clrMap bg1="lt1" tx1="dk1" bg2="lt2" tx2="dk2" accent1="accent1" accent2="accent2" accent3="accent3" accent4="accent4" accent5="accent5" accent6="accent6" hlink="hlink" folHlink="folHlink"/>
  <p:sldLayoutIdLst>
    <p:sldLayoutId id="2147484040" r:id="rId1"/>
    <p:sldLayoutId id="2147484041" r:id="rId2"/>
    <p:sldLayoutId id="2147484042" r:id="rId3"/>
    <p:sldLayoutId id="2147484043" r:id="rId4"/>
    <p:sldLayoutId id="2147484044" r:id="rId5"/>
    <p:sldLayoutId id="2147484045" r:id="rId6"/>
    <p:sldLayoutId id="2147484046" r:id="rId7"/>
    <p:sldLayoutId id="2147484047" r:id="rId8"/>
    <p:sldLayoutId id="2147484048" r:id="rId9"/>
    <p:sldLayoutId id="2147484049" r:id="rId10"/>
    <p:sldLayoutId id="2147484050" r:id="rId11"/>
    <p:sldLayoutId id="2147484051" r:id="rId12"/>
    <p:sldLayoutId id="2147484052"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3777053094"/>
      </p:ext>
    </p:extLst>
  </p:cSld>
  <p:clrMap bg1="lt1" tx1="dk1" bg2="lt2" tx2="dk2" accent1="accent1" accent2="accent2" accent3="accent3" accent4="accent4" accent5="accent5" accent6="accent6" hlink="hlink" folHlink="folHlink"/>
  <p:sldLayoutIdLst>
    <p:sldLayoutId id="2147484054" r:id="rId1"/>
    <p:sldLayoutId id="2147484055" r:id="rId2"/>
    <p:sldLayoutId id="2147484056" r:id="rId3"/>
    <p:sldLayoutId id="2147484057" r:id="rId4"/>
    <p:sldLayoutId id="2147484058" r:id="rId5"/>
    <p:sldLayoutId id="2147484059" r:id="rId6"/>
    <p:sldLayoutId id="2147484060" r:id="rId7"/>
    <p:sldLayoutId id="2147484061" r:id="rId8"/>
    <p:sldLayoutId id="2147484062" r:id="rId9"/>
    <p:sldLayoutId id="2147484063" r:id="rId10"/>
    <p:sldLayoutId id="2147484064" r:id="rId11"/>
    <p:sldLayoutId id="2147484065" r:id="rId12"/>
    <p:sldLayoutId id="2147484066"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2830529786"/>
      </p:ext>
    </p:extLst>
  </p:cSld>
  <p:clrMap bg1="lt1" tx1="dk1" bg2="lt2" tx2="dk2" accent1="accent1" accent2="accent2" accent3="accent3" accent4="accent4" accent5="accent5" accent6="accent6" hlink="hlink" folHlink="folHlink"/>
  <p:sldLayoutIdLst>
    <p:sldLayoutId id="2147484068" r:id="rId1"/>
    <p:sldLayoutId id="2147484069" r:id="rId2"/>
    <p:sldLayoutId id="2147484070" r:id="rId3"/>
    <p:sldLayoutId id="2147484071" r:id="rId4"/>
    <p:sldLayoutId id="2147484072" r:id="rId5"/>
    <p:sldLayoutId id="2147484073" r:id="rId6"/>
    <p:sldLayoutId id="2147484074" r:id="rId7"/>
    <p:sldLayoutId id="2147484075" r:id="rId8"/>
    <p:sldLayoutId id="2147484076" r:id="rId9"/>
    <p:sldLayoutId id="2147484077" r:id="rId10"/>
    <p:sldLayoutId id="2147484078" r:id="rId11"/>
    <p:sldLayoutId id="2147484079" r:id="rId12"/>
    <p:sldLayoutId id="2147484080"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3147156209"/>
      </p:ext>
    </p:extLst>
  </p:cSld>
  <p:clrMap bg1="lt1" tx1="dk1" bg2="lt2" tx2="dk2" accent1="accent1" accent2="accent2" accent3="accent3" accent4="accent4" accent5="accent5" accent6="accent6" hlink="hlink" folHlink="folHlink"/>
  <p:sldLayoutIdLst>
    <p:sldLayoutId id="2147484082" r:id="rId1"/>
    <p:sldLayoutId id="2147484083" r:id="rId2"/>
    <p:sldLayoutId id="2147484084" r:id="rId3"/>
    <p:sldLayoutId id="2147484085" r:id="rId4"/>
    <p:sldLayoutId id="2147484086" r:id="rId5"/>
    <p:sldLayoutId id="2147484087" r:id="rId6"/>
    <p:sldLayoutId id="2147484088" r:id="rId7"/>
    <p:sldLayoutId id="2147484089" r:id="rId8"/>
    <p:sldLayoutId id="2147484090" r:id="rId9"/>
    <p:sldLayoutId id="2147484091" r:id="rId10"/>
    <p:sldLayoutId id="2147484092" r:id="rId11"/>
    <p:sldLayoutId id="2147484093" r:id="rId12"/>
    <p:sldLayoutId id="2147484094"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264336615"/>
      </p:ext>
    </p:extLst>
  </p:cSld>
  <p:clrMap bg1="lt1" tx1="dk1" bg2="lt2" tx2="dk2" accent1="accent1" accent2="accent2" accent3="accent3" accent4="accent4" accent5="accent5" accent6="accent6" hlink="hlink" folHlink="folHlink"/>
  <p:sldLayoutIdLst>
    <p:sldLayoutId id="2147484096" r:id="rId1"/>
    <p:sldLayoutId id="2147484097" r:id="rId2"/>
    <p:sldLayoutId id="2147484098" r:id="rId3"/>
    <p:sldLayoutId id="2147484099" r:id="rId4"/>
    <p:sldLayoutId id="2147484100" r:id="rId5"/>
    <p:sldLayoutId id="2147484101" r:id="rId6"/>
    <p:sldLayoutId id="2147484102" r:id="rId7"/>
    <p:sldLayoutId id="2147484103" r:id="rId8"/>
    <p:sldLayoutId id="2147484104" r:id="rId9"/>
    <p:sldLayoutId id="2147484105" r:id="rId10"/>
    <p:sldLayoutId id="2147484106" r:id="rId11"/>
    <p:sldLayoutId id="2147484107" r:id="rId12"/>
    <p:sldLayoutId id="2147484108"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gradFill>
          <a:gsLst>
            <a:gs pos="81000">
              <a:srgbClr val="EEEEEE"/>
            </a:gs>
            <a:gs pos="0">
              <a:schemeClr val="bg1"/>
            </a:gs>
            <a:gs pos="100000">
              <a:schemeClr val="bg1">
                <a:lumMod val="8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121899" tIns="60949" rIns="121899" bIns="60949"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495300" y="1138425"/>
            <a:ext cx="8915400" cy="4987739"/>
          </a:xfrm>
          <a:prstGeom prst="rect">
            <a:avLst/>
          </a:prstGeom>
        </p:spPr>
        <p:txBody>
          <a:bodyPr vert="horz" lIns="121899" tIns="60949" rIns="121899" bIns="60949"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495300" y="6356352"/>
            <a:ext cx="2311400" cy="365125"/>
          </a:xfrm>
          <a:prstGeom prst="rect">
            <a:avLst/>
          </a:prstGeom>
        </p:spPr>
        <p:txBody>
          <a:bodyPr vert="horz" lIns="121899" tIns="60949" rIns="121899"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121899" tIns="60949" rIns="121899"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1918299330"/>
      </p:ext>
    </p:extLst>
  </p:cSld>
  <p:clrMap bg1="lt1" tx1="dk1" bg2="lt2" tx2="dk2" accent1="accent1" accent2="accent2" accent3="accent3" accent4="accent4" accent5="accent5" accent6="accent6" hlink="hlink" folHlink="folHlink"/>
  <p:sldLayoutIdLst>
    <p:sldLayoutId id="2147484110" r:id="rId1"/>
    <p:sldLayoutId id="2147484111" r:id="rId2"/>
    <p:sldLayoutId id="2147484112" r:id="rId3"/>
    <p:sldLayoutId id="2147484113" r:id="rId4"/>
    <p:sldLayoutId id="2147484114" r:id="rId5"/>
    <p:sldLayoutId id="2147484115" r:id="rId6"/>
    <p:sldLayoutId id="2147484116" r:id="rId7"/>
    <p:sldLayoutId id="2147484117" r:id="rId8"/>
    <p:sldLayoutId id="2147484118" r:id="rId9"/>
    <p:sldLayoutId id="2147484119" r:id="rId10"/>
    <p:sldLayoutId id="2147484120" r:id="rId11"/>
    <p:sldLayoutId id="2147484121" r:id="rId12"/>
    <p:sldLayoutId id="2147484122" r:id="rId13"/>
  </p:sldLayoutIdLst>
  <p:txStyles>
    <p:titleStyle>
      <a:lvl1pPr algn="l" defTabSz="990671" rtl="0" eaLnBrk="1" latinLnBrk="0" hangingPunct="1">
        <a:spcBef>
          <a:spcPct val="0"/>
        </a:spcBef>
        <a:buNone/>
        <a:defRPr kumimoji="1"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kumimoji="1"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kumimoji="1"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kumimoji="1"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kumimoji="1"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kumimoji="1"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kumimoji="1"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kumimoji="1"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kumimoji="1"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kumimoji="1" sz="2194" kern="1200">
          <a:solidFill>
            <a:schemeClr val="tx1"/>
          </a:solidFill>
          <a:latin typeface="+mn-lt"/>
          <a:ea typeface="+mn-ea"/>
          <a:cs typeface="+mn-cs"/>
        </a:defRPr>
      </a:lvl9pPr>
    </p:bodyStyle>
    <p:otherStyle>
      <a:defPPr>
        <a:defRPr lang="en-US"/>
      </a:defPPr>
      <a:lvl1pPr marL="0" algn="l" defTabSz="990671" rtl="0" eaLnBrk="1" latinLnBrk="0" hangingPunct="1">
        <a:defRPr kumimoji="1" sz="1950" kern="1200">
          <a:solidFill>
            <a:schemeClr val="tx1"/>
          </a:solidFill>
          <a:latin typeface="+mn-lt"/>
          <a:ea typeface="+mn-ea"/>
          <a:cs typeface="+mn-cs"/>
        </a:defRPr>
      </a:lvl1pPr>
      <a:lvl2pPr marL="495335" algn="l" defTabSz="990671" rtl="0" eaLnBrk="1" latinLnBrk="0" hangingPunct="1">
        <a:defRPr kumimoji="1" sz="1950" kern="1200">
          <a:solidFill>
            <a:schemeClr val="tx1"/>
          </a:solidFill>
          <a:latin typeface="+mn-lt"/>
          <a:ea typeface="+mn-ea"/>
          <a:cs typeface="+mn-cs"/>
        </a:defRPr>
      </a:lvl2pPr>
      <a:lvl3pPr marL="990671" algn="l" defTabSz="990671" rtl="0" eaLnBrk="1" latinLnBrk="0" hangingPunct="1">
        <a:defRPr kumimoji="1" sz="1950" kern="1200">
          <a:solidFill>
            <a:schemeClr val="tx1"/>
          </a:solidFill>
          <a:latin typeface="+mn-lt"/>
          <a:ea typeface="+mn-ea"/>
          <a:cs typeface="+mn-cs"/>
        </a:defRPr>
      </a:lvl3pPr>
      <a:lvl4pPr marL="1486006" algn="l" defTabSz="990671" rtl="0" eaLnBrk="1" latinLnBrk="0" hangingPunct="1">
        <a:defRPr kumimoji="1" sz="1950" kern="1200">
          <a:solidFill>
            <a:schemeClr val="tx1"/>
          </a:solidFill>
          <a:latin typeface="+mn-lt"/>
          <a:ea typeface="+mn-ea"/>
          <a:cs typeface="+mn-cs"/>
        </a:defRPr>
      </a:lvl4pPr>
      <a:lvl5pPr marL="1981341" algn="l" defTabSz="990671" rtl="0" eaLnBrk="1" latinLnBrk="0" hangingPunct="1">
        <a:defRPr kumimoji="1" sz="1950" kern="1200">
          <a:solidFill>
            <a:schemeClr val="tx1"/>
          </a:solidFill>
          <a:latin typeface="+mn-lt"/>
          <a:ea typeface="+mn-ea"/>
          <a:cs typeface="+mn-cs"/>
        </a:defRPr>
      </a:lvl5pPr>
      <a:lvl6pPr marL="2476676" algn="l" defTabSz="990671" rtl="0" eaLnBrk="1" latinLnBrk="0" hangingPunct="1">
        <a:defRPr kumimoji="1" sz="1950" kern="1200">
          <a:solidFill>
            <a:schemeClr val="tx1"/>
          </a:solidFill>
          <a:latin typeface="+mn-lt"/>
          <a:ea typeface="+mn-ea"/>
          <a:cs typeface="+mn-cs"/>
        </a:defRPr>
      </a:lvl6pPr>
      <a:lvl7pPr marL="2972011" algn="l" defTabSz="990671" rtl="0" eaLnBrk="1" latinLnBrk="0" hangingPunct="1">
        <a:defRPr kumimoji="1" sz="1950" kern="1200">
          <a:solidFill>
            <a:schemeClr val="tx1"/>
          </a:solidFill>
          <a:latin typeface="+mn-lt"/>
          <a:ea typeface="+mn-ea"/>
          <a:cs typeface="+mn-cs"/>
        </a:defRPr>
      </a:lvl7pPr>
      <a:lvl8pPr marL="3467346" algn="l" defTabSz="990671" rtl="0" eaLnBrk="1" latinLnBrk="0" hangingPunct="1">
        <a:defRPr kumimoji="1" sz="1950" kern="1200">
          <a:solidFill>
            <a:schemeClr val="tx1"/>
          </a:solidFill>
          <a:latin typeface="+mn-lt"/>
          <a:ea typeface="+mn-ea"/>
          <a:cs typeface="+mn-cs"/>
        </a:defRPr>
      </a:lvl8pPr>
      <a:lvl9pPr marL="3962682" algn="l" defTabSz="990671" rtl="0" eaLnBrk="1" latinLnBrk="0" hangingPunct="1">
        <a:defRPr kumimoji="1" sz="195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gradFill>
          <a:gsLst>
            <a:gs pos="81000">
              <a:srgbClr val="EEEEEE"/>
            </a:gs>
            <a:gs pos="0">
              <a:schemeClr val="bg1"/>
            </a:gs>
            <a:gs pos="100000">
              <a:schemeClr val="bg1">
                <a:lumMod val="8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121899" tIns="60949" rIns="121899"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121899" tIns="60949" rIns="121899"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121899" tIns="60949" rIns="121899"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121899" tIns="60949" rIns="121899"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3442095707"/>
      </p:ext>
    </p:extLst>
  </p:cSld>
  <p:clrMap bg1="lt1" tx1="dk1" bg2="lt2" tx2="dk2" accent1="accent1" accent2="accent2" accent3="accent3" accent4="accent4" accent5="accent5" accent6="accent6" hlink="hlink" folHlink="folHlink"/>
  <p:sldLayoutIdLst>
    <p:sldLayoutId id="2147484124" r:id="rId1"/>
    <p:sldLayoutId id="2147484125" r:id="rId2"/>
    <p:sldLayoutId id="2147484126" r:id="rId3"/>
    <p:sldLayoutId id="2147484127" r:id="rId4"/>
    <p:sldLayoutId id="2147484128" r:id="rId5"/>
    <p:sldLayoutId id="2147484129" r:id="rId6"/>
    <p:sldLayoutId id="2147484130" r:id="rId7"/>
    <p:sldLayoutId id="2147484131" r:id="rId8"/>
    <p:sldLayoutId id="2147484132" r:id="rId9"/>
    <p:sldLayoutId id="2147484133" r:id="rId10"/>
    <p:sldLayoutId id="2147484134" r:id="rId11"/>
    <p:sldLayoutId id="2147484135" r:id="rId12"/>
    <p:sldLayoutId id="2147484136" r:id="rId13"/>
    <p:sldLayoutId id="2147484137" r:id="rId14"/>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gradFill>
          <a:gsLst>
            <a:gs pos="81000">
              <a:srgbClr val="EEEEEE"/>
            </a:gs>
            <a:gs pos="0">
              <a:schemeClr val="bg1"/>
            </a:gs>
            <a:gs pos="100000">
              <a:schemeClr val="bg1">
                <a:lumMod val="8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121899" tIns="60949" rIns="121899"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121899" tIns="60949" rIns="121899"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121899" tIns="60949" rIns="121899"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121899" tIns="60949" rIns="121899"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1572822941"/>
      </p:ext>
    </p:extLst>
  </p:cSld>
  <p:clrMap bg1="lt1" tx1="dk1" bg2="lt2" tx2="dk2" accent1="accent1" accent2="accent2" accent3="accent3" accent4="accent4" accent5="accent5" accent6="accent6" hlink="hlink" folHlink="folHlink"/>
  <p:sldLayoutIdLst>
    <p:sldLayoutId id="2147484139" r:id="rId1"/>
    <p:sldLayoutId id="2147484140" r:id="rId2"/>
    <p:sldLayoutId id="2147484141" r:id="rId3"/>
    <p:sldLayoutId id="2147484142" r:id="rId4"/>
    <p:sldLayoutId id="2147484143" r:id="rId5"/>
    <p:sldLayoutId id="2147484144" r:id="rId6"/>
    <p:sldLayoutId id="2147484145" r:id="rId7"/>
    <p:sldLayoutId id="2147484146" r:id="rId8"/>
    <p:sldLayoutId id="2147484147" r:id="rId9"/>
    <p:sldLayoutId id="2147484148" r:id="rId10"/>
    <p:sldLayoutId id="2147484149" r:id="rId11"/>
    <p:sldLayoutId id="2147484150" r:id="rId12"/>
    <p:sldLayoutId id="2147484151" r:id="rId13"/>
    <p:sldLayoutId id="2147484152" r:id="rId14"/>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1197332023"/>
      </p:ext>
    </p:extLst>
  </p:cSld>
  <p:clrMap bg1="lt1" tx1="dk1" bg2="lt2" tx2="dk2" accent1="accent1" accent2="accent2" accent3="accent3" accent4="accent4" accent5="accent5" accent6="accent6" hlink="hlink" folHlink="folHlink"/>
  <p:sldLayoutIdLst>
    <p:sldLayoutId id="2147484154" r:id="rId1"/>
    <p:sldLayoutId id="2147484155" r:id="rId2"/>
    <p:sldLayoutId id="2147484156" r:id="rId3"/>
    <p:sldLayoutId id="2147484157" r:id="rId4"/>
    <p:sldLayoutId id="2147484158" r:id="rId5"/>
    <p:sldLayoutId id="2147484159" r:id="rId6"/>
    <p:sldLayoutId id="2147484160" r:id="rId7"/>
    <p:sldLayoutId id="2147484161" r:id="rId8"/>
    <p:sldLayoutId id="2147484162" r:id="rId9"/>
    <p:sldLayoutId id="2147484163" r:id="rId10"/>
    <p:sldLayoutId id="2147484164" r:id="rId11"/>
    <p:sldLayoutId id="2147484165" r:id="rId12"/>
    <p:sldLayoutId id="2147484166"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5300" y="274639"/>
            <a:ext cx="8915400"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495300" y="1138425"/>
            <a:ext cx="8915400"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95300" y="6356352"/>
            <a:ext cx="2311400" cy="365125"/>
          </a:xfrm>
          <a:prstGeom prst="rect">
            <a:avLst/>
          </a:prstGeom>
        </p:spPr>
        <p:txBody>
          <a:bodyPr vert="horz" lIns="0" tIns="60949" rIns="0" bIns="60949" rtlCol="0" anchor="ctr"/>
          <a:lstStyle>
            <a:lvl1pPr algn="l">
              <a:defRPr sz="1300">
                <a:solidFill>
                  <a:schemeClr val="tx1">
                    <a:tint val="75000"/>
                  </a:schemeClr>
                </a:solidFill>
              </a:defRPr>
            </a:lvl1pPr>
          </a:lstStyle>
          <a:p>
            <a:fld id="{425404F2-BE9A-4460-8815-8F645183555F}" type="datetimeFigureOut">
              <a:rPr lang="en-US" smtClean="0"/>
              <a:pPr/>
              <a:t>7/30/26</a:t>
            </a:fld>
            <a:endParaRPr lang="en-US"/>
          </a:p>
        </p:txBody>
      </p:sp>
      <p:sp>
        <p:nvSpPr>
          <p:cNvPr id="5" name="Footer Placeholder 4"/>
          <p:cNvSpPr>
            <a:spLocks noGrp="1"/>
          </p:cNvSpPr>
          <p:nvPr>
            <p:ph type="ftr" sz="quarter" idx="3"/>
          </p:nvPr>
        </p:nvSpPr>
        <p:spPr>
          <a:xfrm>
            <a:off x="3384550" y="6356352"/>
            <a:ext cx="3136900" cy="365125"/>
          </a:xfrm>
          <a:prstGeom prst="rect">
            <a:avLst/>
          </a:prstGeom>
        </p:spPr>
        <p:txBody>
          <a:bodyPr vert="horz" lIns="0" tIns="60949" rIns="0" bIns="60949" rtlCol="0" anchor="ctr"/>
          <a:lstStyle>
            <a:lvl1pPr algn="ctr">
              <a:defRPr sz="1300">
                <a:solidFill>
                  <a:schemeClr val="tx1">
                    <a:tint val="75000"/>
                  </a:schemeClr>
                </a:solidFill>
              </a:defRPr>
            </a:lvl1pPr>
          </a:lstStyle>
          <a:p>
            <a:endParaRPr lang="en-US"/>
          </a:p>
        </p:txBody>
      </p:sp>
    </p:spTree>
    <p:extLst>
      <p:ext uri="{BB962C8B-B14F-4D97-AF65-F5344CB8AC3E}">
        <p14:creationId xmlns:p14="http://schemas.microsoft.com/office/powerpoint/2010/main" val="3312604973"/>
      </p:ext>
    </p:extLst>
  </p:cSld>
  <p:clrMap bg1="lt1" tx1="dk1" bg2="lt2" tx2="dk2" accent1="accent1" accent2="accent2" accent3="accent3" accent4="accent4" accent5="accent5" accent6="accent6" hlink="hlink" folHlink="folHlink"/>
  <p:sldLayoutIdLst>
    <p:sldLayoutId id="2147484168" r:id="rId1"/>
    <p:sldLayoutId id="2147484169" r:id="rId2"/>
    <p:sldLayoutId id="2147484170" r:id="rId3"/>
    <p:sldLayoutId id="2147484171" r:id="rId4"/>
    <p:sldLayoutId id="2147484172" r:id="rId5"/>
    <p:sldLayoutId id="2147484173" r:id="rId6"/>
    <p:sldLayoutId id="2147484174" r:id="rId7"/>
    <p:sldLayoutId id="2147484175" r:id="rId8"/>
    <p:sldLayoutId id="2147484176" r:id="rId9"/>
    <p:sldLayoutId id="2147484177" r:id="rId10"/>
    <p:sldLayoutId id="2147484178" r:id="rId11"/>
    <p:sldLayoutId id="2147484179" r:id="rId12"/>
    <p:sldLayoutId id="2147484180" r:id="rId13"/>
  </p:sldLayoutIdLst>
  <p:txStyles>
    <p:titleStyle>
      <a:lvl1pPr algn="l" defTabSz="990671" rtl="0" eaLnBrk="1" latinLnBrk="0" hangingPunct="1">
        <a:spcBef>
          <a:spcPct val="0"/>
        </a:spcBef>
        <a:buNone/>
        <a:defRPr sz="2926" kern="1200">
          <a:solidFill>
            <a:schemeClr val="tx1"/>
          </a:solidFill>
          <a:latin typeface="+mj-lt"/>
          <a:ea typeface="+mj-ea"/>
          <a:cs typeface="+mj-cs"/>
        </a:defRPr>
      </a:lvl1pPr>
    </p:titleStyle>
    <p:bodyStyle>
      <a:lvl1pPr marL="371501" indent="-371501" algn="l" defTabSz="990671" rtl="0" eaLnBrk="1" latinLnBrk="0" hangingPunct="1">
        <a:spcBef>
          <a:spcPct val="20000"/>
        </a:spcBef>
        <a:buFont typeface="Arial" pitchFamily="34" charset="0"/>
        <a:buChar char="•"/>
        <a:defRPr sz="2926" kern="1200">
          <a:solidFill>
            <a:schemeClr val="tx1"/>
          </a:solidFill>
          <a:latin typeface="+mj-lt"/>
          <a:ea typeface="+mn-ea"/>
          <a:cs typeface="+mn-cs"/>
        </a:defRPr>
      </a:lvl1pPr>
      <a:lvl2pPr marL="804920" indent="-309584" algn="l" defTabSz="990671" rtl="0" eaLnBrk="1" latinLnBrk="0" hangingPunct="1">
        <a:spcBef>
          <a:spcPct val="20000"/>
        </a:spcBef>
        <a:buFont typeface="Arial" pitchFamily="34" charset="0"/>
        <a:buChar char="–"/>
        <a:defRPr sz="2601" kern="1200">
          <a:solidFill>
            <a:schemeClr val="tx1"/>
          </a:solidFill>
          <a:latin typeface="+mj-lt"/>
          <a:ea typeface="+mn-ea"/>
          <a:cs typeface="+mn-cs"/>
        </a:defRPr>
      </a:lvl2pPr>
      <a:lvl3pPr marL="1238338" indent="-247668" algn="l" defTabSz="990671" rtl="0" eaLnBrk="1" latinLnBrk="0" hangingPunct="1">
        <a:spcBef>
          <a:spcPct val="20000"/>
        </a:spcBef>
        <a:buFont typeface="Arial" pitchFamily="34" charset="0"/>
        <a:buChar char="•"/>
        <a:defRPr sz="1950" kern="1200">
          <a:solidFill>
            <a:schemeClr val="tx1"/>
          </a:solidFill>
          <a:latin typeface="+mj-lt"/>
          <a:ea typeface="+mn-ea"/>
          <a:cs typeface="+mn-cs"/>
        </a:defRPr>
      </a:lvl3pPr>
      <a:lvl4pPr marL="1733674"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4pPr>
      <a:lvl5pPr marL="2229009" indent="-247668" algn="l" defTabSz="990671" rtl="0" eaLnBrk="1" latinLnBrk="0" hangingPunct="1">
        <a:spcBef>
          <a:spcPct val="20000"/>
        </a:spcBef>
        <a:buFont typeface="Arial" pitchFamily="34" charset="0"/>
        <a:buChar char="»"/>
        <a:defRPr sz="1625" kern="1200">
          <a:solidFill>
            <a:schemeClr val="tx1"/>
          </a:solidFill>
          <a:latin typeface="+mj-lt"/>
          <a:ea typeface="+mn-ea"/>
          <a:cs typeface="+mn-cs"/>
        </a:defRPr>
      </a:lvl5pPr>
      <a:lvl6pPr marL="272434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6pPr>
      <a:lvl7pPr marL="321967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7pPr>
      <a:lvl8pPr marL="3715014"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8pPr>
      <a:lvl9pPr marL="4210349" indent="-247668" algn="l" defTabSz="990671" rtl="0" eaLnBrk="1" latinLnBrk="0" hangingPunct="1">
        <a:spcBef>
          <a:spcPct val="20000"/>
        </a:spcBef>
        <a:buFont typeface="Arial" pitchFamily="34" charset="0"/>
        <a:buChar char="•"/>
        <a:defRPr sz="2194" kern="1200">
          <a:solidFill>
            <a:schemeClr val="tx1"/>
          </a:solidFill>
          <a:latin typeface="+mn-lt"/>
          <a:ea typeface="+mn-ea"/>
          <a:cs typeface="+mn-cs"/>
        </a:defRPr>
      </a:lvl9pPr>
    </p:bodyStyle>
    <p:otherStyle>
      <a:defPPr>
        <a:defRPr lang="en-US"/>
      </a:defPPr>
      <a:lvl1pPr marL="0" algn="l" defTabSz="990671" rtl="0" eaLnBrk="1" latinLnBrk="0" hangingPunct="1">
        <a:defRPr sz="1950" kern="1200">
          <a:solidFill>
            <a:schemeClr val="tx1"/>
          </a:solidFill>
          <a:latin typeface="+mn-lt"/>
          <a:ea typeface="+mn-ea"/>
          <a:cs typeface="+mn-cs"/>
        </a:defRPr>
      </a:lvl1pPr>
      <a:lvl2pPr marL="495335" algn="l" defTabSz="990671" rtl="0" eaLnBrk="1" latinLnBrk="0" hangingPunct="1">
        <a:defRPr sz="1950" kern="1200">
          <a:solidFill>
            <a:schemeClr val="tx1"/>
          </a:solidFill>
          <a:latin typeface="+mn-lt"/>
          <a:ea typeface="+mn-ea"/>
          <a:cs typeface="+mn-cs"/>
        </a:defRPr>
      </a:lvl2pPr>
      <a:lvl3pPr marL="990671" algn="l" defTabSz="990671" rtl="0" eaLnBrk="1" latinLnBrk="0" hangingPunct="1">
        <a:defRPr sz="1950" kern="1200">
          <a:solidFill>
            <a:schemeClr val="tx1"/>
          </a:solidFill>
          <a:latin typeface="+mn-lt"/>
          <a:ea typeface="+mn-ea"/>
          <a:cs typeface="+mn-cs"/>
        </a:defRPr>
      </a:lvl3pPr>
      <a:lvl4pPr marL="1486006" algn="l" defTabSz="990671" rtl="0" eaLnBrk="1" latinLnBrk="0" hangingPunct="1">
        <a:defRPr sz="1950" kern="1200">
          <a:solidFill>
            <a:schemeClr val="tx1"/>
          </a:solidFill>
          <a:latin typeface="+mn-lt"/>
          <a:ea typeface="+mn-ea"/>
          <a:cs typeface="+mn-cs"/>
        </a:defRPr>
      </a:lvl4pPr>
      <a:lvl5pPr marL="1981341" algn="l" defTabSz="990671" rtl="0" eaLnBrk="1" latinLnBrk="0" hangingPunct="1">
        <a:defRPr sz="1950" kern="1200">
          <a:solidFill>
            <a:schemeClr val="tx1"/>
          </a:solidFill>
          <a:latin typeface="+mn-lt"/>
          <a:ea typeface="+mn-ea"/>
          <a:cs typeface="+mn-cs"/>
        </a:defRPr>
      </a:lvl5pPr>
      <a:lvl6pPr marL="2476676" algn="l" defTabSz="990671" rtl="0" eaLnBrk="1" latinLnBrk="0" hangingPunct="1">
        <a:defRPr sz="1950" kern="1200">
          <a:solidFill>
            <a:schemeClr val="tx1"/>
          </a:solidFill>
          <a:latin typeface="+mn-lt"/>
          <a:ea typeface="+mn-ea"/>
          <a:cs typeface="+mn-cs"/>
        </a:defRPr>
      </a:lvl6pPr>
      <a:lvl7pPr marL="2972011" algn="l" defTabSz="990671" rtl="0" eaLnBrk="1" latinLnBrk="0" hangingPunct="1">
        <a:defRPr sz="1950" kern="1200">
          <a:solidFill>
            <a:schemeClr val="tx1"/>
          </a:solidFill>
          <a:latin typeface="+mn-lt"/>
          <a:ea typeface="+mn-ea"/>
          <a:cs typeface="+mn-cs"/>
        </a:defRPr>
      </a:lvl7pPr>
      <a:lvl8pPr marL="3467346" algn="l" defTabSz="990671" rtl="0" eaLnBrk="1" latinLnBrk="0" hangingPunct="1">
        <a:defRPr sz="1950" kern="1200">
          <a:solidFill>
            <a:schemeClr val="tx1"/>
          </a:solidFill>
          <a:latin typeface="+mn-lt"/>
          <a:ea typeface="+mn-ea"/>
          <a:cs typeface="+mn-cs"/>
        </a:defRPr>
      </a:lvl8pPr>
      <a:lvl9pPr marL="3962682" algn="l" defTabSz="990671" rtl="0" eaLnBrk="1" latinLnBrk="0" hangingPunct="1">
        <a:defRPr sz="19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svg"/><Relationship Id="rId8" Type="http://schemas.openxmlformats.org/officeDocument/2006/relationships/image" Target="../media/image15.png"/><Relationship Id="rId9" Type="http://schemas.openxmlformats.org/officeDocument/2006/relationships/image" Target="../media/image1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jp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jp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19.png"/><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jp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image" Target="../media/image22.png"/><Relationship Id="rId7" Type="http://schemas.openxmlformats.org/officeDocument/2006/relationships/image" Target="../media/image2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3.xml"/><Relationship Id="rId3" Type="http://schemas.openxmlformats.org/officeDocument/2006/relationships/notesSlide" Target="../notesSlides/notesSlide11.xml"/><Relationship Id="rId4" Type="http://schemas.openxmlformats.org/officeDocument/2006/relationships/oleObject" Target="../embeddings/oleObject5.bin"/><Relationship Id="rId5" Type="http://schemas.openxmlformats.org/officeDocument/2006/relationships/image" Target="../media/image3.emf"/></Relationships>
</file>

<file path=ppt/slides/_rels/slide2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3.xml"/><Relationship Id="rId3" Type="http://schemas.openxmlformats.org/officeDocument/2006/relationships/notesSlide" Target="../notesSlides/notesSlide12.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2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Layout" Target="../slideLayouts/slideLayout3.xml"/><Relationship Id="rId3" Type="http://schemas.openxmlformats.org/officeDocument/2006/relationships/notesSlide" Target="../notesSlides/notesSlide13.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2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2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2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Layout" Target="../slideLayouts/slideLayout3.xml"/><Relationship Id="rId3" Type="http://schemas.openxmlformats.org/officeDocument/2006/relationships/notesSlide" Target="../notesSlides/notesSlide16.xml"/><Relationship Id="rId4" Type="http://schemas.openxmlformats.org/officeDocument/2006/relationships/oleObject" Target="../embeddings/oleObject5.bin"/><Relationship Id="rId5" Type="http://schemas.openxmlformats.org/officeDocument/2006/relationships/image" Target="../media/image3.emf"/></Relationships>
</file>

<file path=ppt/slides/_rels/slide2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2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2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Layout" Target="../slideLayouts/slideLayout3.xml"/><Relationship Id="rId3" Type="http://schemas.openxmlformats.org/officeDocument/2006/relationships/notesSlide" Target="../notesSlides/notesSlide19.xml"/><Relationship Id="rId4" Type="http://schemas.openxmlformats.org/officeDocument/2006/relationships/oleObject" Target="../embeddings/oleObject5.bin"/><Relationship Id="rId5" Type="http://schemas.openxmlformats.org/officeDocument/2006/relationships/image" Target="../media/image3.emf"/><Relationship Id="rId6" Type="http://schemas.openxmlformats.org/officeDocument/2006/relationships/image" Target="../media/image25.png"/><Relationship Id="rId7" Type="http://schemas.openxmlformats.org/officeDocument/2006/relationships/image" Target="../media/image26.svg"/></Relationships>
</file>

<file path=ppt/slides/_rels/slide2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Layout" Target="../slideLayouts/slideLayout3.xml"/><Relationship Id="rId3" Type="http://schemas.openxmlformats.org/officeDocument/2006/relationships/notesSlide" Target="../notesSlides/notesSlide20.xml"/><Relationship Id="rId4" Type="http://schemas.openxmlformats.org/officeDocument/2006/relationships/oleObject" Target="../embeddings/oleObject5.bin"/><Relationship Id="rId5" Type="http://schemas.openxmlformats.org/officeDocument/2006/relationships/image" Target="../media/image3.e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image" Target="../media/image34.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6.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chart" Target="../charts/char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chart" Target="../charts/chart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chart" Target="../charts/chart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 Id="rId3" Type="http://schemas.openxmlformats.org/officeDocument/2006/relationships/chart" Target="../charts/chart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chart" Target="../charts/char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57.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tags" Target="../tags/tag19.xml"/><Relationship Id="rId3" Type="http://schemas.openxmlformats.org/officeDocument/2006/relationships/tags" Target="../tags/tag20.xml"/><Relationship Id="rId4" Type="http://schemas.openxmlformats.org/officeDocument/2006/relationships/tags" Target="../tags/tag21.xml"/><Relationship Id="rId5" Type="http://schemas.openxmlformats.org/officeDocument/2006/relationships/tags" Target="../tags/tag22.xml"/><Relationship Id="rId6" Type="http://schemas.openxmlformats.org/officeDocument/2006/relationships/slideLayout" Target="../slideLayouts/slideLayout3.xml"/><Relationship Id="rId7" Type="http://schemas.openxmlformats.org/officeDocument/2006/relationships/notesSlide" Target="../notesSlides/notesSlide3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62.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tags" Target="../tags/tag32.xml"/><Relationship Id="rId11" Type="http://schemas.openxmlformats.org/officeDocument/2006/relationships/tags" Target="../tags/tag33.xml"/><Relationship Id="rId12" Type="http://schemas.openxmlformats.org/officeDocument/2006/relationships/tags" Target="../tags/tag34.xml"/><Relationship Id="rId13" Type="http://schemas.openxmlformats.org/officeDocument/2006/relationships/tags" Target="../tags/tag35.xml"/><Relationship Id="rId14" Type="http://schemas.openxmlformats.org/officeDocument/2006/relationships/tags" Target="../tags/tag36.xml"/><Relationship Id="rId15" Type="http://schemas.openxmlformats.org/officeDocument/2006/relationships/tags" Target="../tags/tag37.xml"/><Relationship Id="rId16" Type="http://schemas.openxmlformats.org/officeDocument/2006/relationships/tags" Target="../tags/tag38.xml"/><Relationship Id="rId17" Type="http://schemas.openxmlformats.org/officeDocument/2006/relationships/tags" Target="../tags/tag39.xml"/><Relationship Id="rId18" Type="http://schemas.openxmlformats.org/officeDocument/2006/relationships/tags" Target="../tags/tag40.xml"/><Relationship Id="rId19" Type="http://schemas.openxmlformats.org/officeDocument/2006/relationships/tags" Target="../tags/tag41.xml"/><Relationship Id="rId20" Type="http://schemas.openxmlformats.org/officeDocument/2006/relationships/tags" Target="../tags/tag42.xml"/><Relationship Id="rId21" Type="http://schemas.openxmlformats.org/officeDocument/2006/relationships/tags" Target="../tags/tag43.xml"/><Relationship Id="rId22" Type="http://schemas.openxmlformats.org/officeDocument/2006/relationships/tags" Target="../tags/tag44.xml"/><Relationship Id="rId23" Type="http://schemas.openxmlformats.org/officeDocument/2006/relationships/tags" Target="../tags/tag45.xml"/><Relationship Id="rId24" Type="http://schemas.openxmlformats.org/officeDocument/2006/relationships/tags" Target="../tags/tag46.xml"/><Relationship Id="rId25" Type="http://schemas.openxmlformats.org/officeDocument/2006/relationships/tags" Target="../tags/tag47.xml"/><Relationship Id="rId26" Type="http://schemas.openxmlformats.org/officeDocument/2006/relationships/tags" Target="../tags/tag48.xml"/><Relationship Id="rId27" Type="http://schemas.openxmlformats.org/officeDocument/2006/relationships/tags" Target="../tags/tag49.xml"/><Relationship Id="rId28" Type="http://schemas.openxmlformats.org/officeDocument/2006/relationships/tags" Target="../tags/tag50.xml"/><Relationship Id="rId29" Type="http://schemas.openxmlformats.org/officeDocument/2006/relationships/tags" Target="../tags/tag51.xml"/><Relationship Id="rId30" Type="http://schemas.openxmlformats.org/officeDocument/2006/relationships/tags" Target="../tags/tag52.xml"/><Relationship Id="rId31" Type="http://schemas.openxmlformats.org/officeDocument/2006/relationships/tags" Target="../tags/tag53.xml"/><Relationship Id="rId32" Type="http://schemas.openxmlformats.org/officeDocument/2006/relationships/tags" Target="../tags/tag54.xml"/><Relationship Id="rId33" Type="http://schemas.openxmlformats.org/officeDocument/2006/relationships/tags" Target="../tags/tag55.xml"/><Relationship Id="rId34" Type="http://schemas.openxmlformats.org/officeDocument/2006/relationships/tags" Target="../tags/tag56.xml"/><Relationship Id="rId35" Type="http://schemas.openxmlformats.org/officeDocument/2006/relationships/tags" Target="../tags/tag57.xml"/><Relationship Id="rId36" Type="http://schemas.openxmlformats.org/officeDocument/2006/relationships/tags" Target="../tags/tag58.xml"/><Relationship Id="rId37" Type="http://schemas.openxmlformats.org/officeDocument/2006/relationships/tags" Target="../tags/tag59.xml"/><Relationship Id="rId38" Type="http://schemas.openxmlformats.org/officeDocument/2006/relationships/tags" Target="../tags/tag60.xml"/><Relationship Id="rId39" Type="http://schemas.openxmlformats.org/officeDocument/2006/relationships/tags" Target="../tags/tag61.xml"/><Relationship Id="rId40" Type="http://schemas.openxmlformats.org/officeDocument/2006/relationships/tags" Target="../tags/tag62.xml"/><Relationship Id="rId41" Type="http://schemas.openxmlformats.org/officeDocument/2006/relationships/tags" Target="../tags/tag63.xml"/><Relationship Id="rId42" Type="http://schemas.openxmlformats.org/officeDocument/2006/relationships/tags" Target="../tags/tag64.xml"/><Relationship Id="rId43" Type="http://schemas.openxmlformats.org/officeDocument/2006/relationships/tags" Target="../tags/tag65.xml"/><Relationship Id="rId44" Type="http://schemas.openxmlformats.org/officeDocument/2006/relationships/tags" Target="../tags/tag66.xml"/><Relationship Id="rId45" Type="http://schemas.openxmlformats.org/officeDocument/2006/relationships/tags" Target="../tags/tag67.xml"/><Relationship Id="rId46" Type="http://schemas.openxmlformats.org/officeDocument/2006/relationships/tags" Target="../tags/tag68.xml"/><Relationship Id="rId47" Type="http://schemas.openxmlformats.org/officeDocument/2006/relationships/tags" Target="../tags/tag69.xml"/><Relationship Id="rId48" Type="http://schemas.openxmlformats.org/officeDocument/2006/relationships/tags" Target="../tags/tag70.xml"/><Relationship Id="rId49" Type="http://schemas.openxmlformats.org/officeDocument/2006/relationships/tags" Target="../tags/tag71.xml"/><Relationship Id="rId50" Type="http://schemas.openxmlformats.org/officeDocument/2006/relationships/tags" Target="../tags/tag72.xml"/><Relationship Id="rId51" Type="http://schemas.openxmlformats.org/officeDocument/2006/relationships/tags" Target="../tags/tag73.xml"/><Relationship Id="rId52" Type="http://schemas.openxmlformats.org/officeDocument/2006/relationships/tags" Target="../tags/tag74.xml"/><Relationship Id="rId53" Type="http://schemas.openxmlformats.org/officeDocument/2006/relationships/tags" Target="../tags/tag75.xml"/><Relationship Id="rId54" Type="http://schemas.openxmlformats.org/officeDocument/2006/relationships/tags" Target="../tags/tag76.xml"/><Relationship Id="rId55" Type="http://schemas.openxmlformats.org/officeDocument/2006/relationships/tags" Target="../tags/tag77.xml"/><Relationship Id="rId56" Type="http://schemas.openxmlformats.org/officeDocument/2006/relationships/tags" Target="../tags/tag78.xml"/><Relationship Id="rId57" Type="http://schemas.openxmlformats.org/officeDocument/2006/relationships/tags" Target="../tags/tag79.xml"/><Relationship Id="rId58" Type="http://schemas.openxmlformats.org/officeDocument/2006/relationships/tags" Target="../tags/tag80.xml"/><Relationship Id="rId59" Type="http://schemas.openxmlformats.org/officeDocument/2006/relationships/tags" Target="../tags/tag81.xml"/><Relationship Id="rId60" Type="http://schemas.openxmlformats.org/officeDocument/2006/relationships/tags" Target="../tags/tag82.xml"/><Relationship Id="rId61" Type="http://schemas.openxmlformats.org/officeDocument/2006/relationships/tags" Target="../tags/tag83.xml"/><Relationship Id="rId62" Type="http://schemas.openxmlformats.org/officeDocument/2006/relationships/tags" Target="../tags/tag84.xml"/><Relationship Id="rId63" Type="http://schemas.openxmlformats.org/officeDocument/2006/relationships/tags" Target="../tags/tag85.xml"/><Relationship Id="rId64" Type="http://schemas.openxmlformats.org/officeDocument/2006/relationships/tags" Target="../tags/tag86.xml"/><Relationship Id="rId65" Type="http://schemas.openxmlformats.org/officeDocument/2006/relationships/tags" Target="../tags/tag87.xml"/><Relationship Id="rId66" Type="http://schemas.openxmlformats.org/officeDocument/2006/relationships/tags" Target="../tags/tag88.xml"/><Relationship Id="rId67" Type="http://schemas.openxmlformats.org/officeDocument/2006/relationships/tags" Target="../tags/tag89.xml"/><Relationship Id="rId68" Type="http://schemas.openxmlformats.org/officeDocument/2006/relationships/tags" Target="../tags/tag90.xml"/><Relationship Id="rId69" Type="http://schemas.openxmlformats.org/officeDocument/2006/relationships/tags" Target="../tags/tag91.xml"/><Relationship Id="rId70" Type="http://schemas.openxmlformats.org/officeDocument/2006/relationships/tags" Target="../tags/tag92.xml"/><Relationship Id="rId71" Type="http://schemas.openxmlformats.org/officeDocument/2006/relationships/tags" Target="../tags/tag93.xml"/><Relationship Id="rId72" Type="http://schemas.openxmlformats.org/officeDocument/2006/relationships/tags" Target="../tags/tag94.xml"/><Relationship Id="rId73" Type="http://schemas.openxmlformats.org/officeDocument/2006/relationships/tags" Target="../tags/tag95.xml"/><Relationship Id="rId74" Type="http://schemas.openxmlformats.org/officeDocument/2006/relationships/tags" Target="../tags/tag96.xml"/><Relationship Id="rId75" Type="http://schemas.openxmlformats.org/officeDocument/2006/relationships/tags" Target="../tags/tag97.xml"/><Relationship Id="rId76" Type="http://schemas.openxmlformats.org/officeDocument/2006/relationships/tags" Target="../tags/tag98.xml"/><Relationship Id="rId77" Type="http://schemas.openxmlformats.org/officeDocument/2006/relationships/tags" Target="../tags/tag99.xml"/><Relationship Id="rId78" Type="http://schemas.openxmlformats.org/officeDocument/2006/relationships/tags" Target="../tags/tag100.xml"/><Relationship Id="rId79" Type="http://schemas.openxmlformats.org/officeDocument/2006/relationships/tags" Target="../tags/tag101.xml"/><Relationship Id="rId80" Type="http://schemas.openxmlformats.org/officeDocument/2006/relationships/tags" Target="../tags/tag102.xml"/><Relationship Id="rId81" Type="http://schemas.openxmlformats.org/officeDocument/2006/relationships/tags" Target="../tags/tag103.xml"/><Relationship Id="rId82" Type="http://schemas.openxmlformats.org/officeDocument/2006/relationships/tags" Target="../tags/tag104.xml"/><Relationship Id="rId83" Type="http://schemas.openxmlformats.org/officeDocument/2006/relationships/tags" Target="../tags/tag105.xml"/><Relationship Id="rId84" Type="http://schemas.openxmlformats.org/officeDocument/2006/relationships/tags" Target="../tags/tag106.xml"/><Relationship Id="rId85" Type="http://schemas.openxmlformats.org/officeDocument/2006/relationships/tags" Target="../tags/tag107.xml"/><Relationship Id="rId86" Type="http://schemas.openxmlformats.org/officeDocument/2006/relationships/tags" Target="../tags/tag108.xml"/><Relationship Id="rId87" Type="http://schemas.openxmlformats.org/officeDocument/2006/relationships/tags" Target="../tags/tag109.xml"/><Relationship Id="rId88" Type="http://schemas.openxmlformats.org/officeDocument/2006/relationships/tags" Target="../tags/tag110.xml"/><Relationship Id="rId89" Type="http://schemas.openxmlformats.org/officeDocument/2006/relationships/tags" Target="../tags/tag111.xml"/><Relationship Id="rId90" Type="http://schemas.openxmlformats.org/officeDocument/2006/relationships/tags" Target="../tags/tag112.xml"/><Relationship Id="rId91" Type="http://schemas.openxmlformats.org/officeDocument/2006/relationships/tags" Target="../tags/tag113.xml"/><Relationship Id="rId92" Type="http://schemas.openxmlformats.org/officeDocument/2006/relationships/tags" Target="../tags/tag114.xml"/><Relationship Id="rId93" Type="http://schemas.openxmlformats.org/officeDocument/2006/relationships/tags" Target="../tags/tag115.xml"/><Relationship Id="rId94" Type="http://schemas.openxmlformats.org/officeDocument/2006/relationships/tags" Target="../tags/tag116.xml"/><Relationship Id="rId95" Type="http://schemas.openxmlformats.org/officeDocument/2006/relationships/tags" Target="../tags/tag117.xml"/><Relationship Id="rId96" Type="http://schemas.openxmlformats.org/officeDocument/2006/relationships/tags" Target="../tags/tag118.xml"/><Relationship Id="rId97" Type="http://schemas.openxmlformats.org/officeDocument/2006/relationships/tags" Target="../tags/tag119.xml"/><Relationship Id="rId98" Type="http://schemas.openxmlformats.org/officeDocument/2006/relationships/tags" Target="../tags/tag120.xml"/><Relationship Id="rId99" Type="http://schemas.openxmlformats.org/officeDocument/2006/relationships/tags" Target="../tags/tag121.xml"/><Relationship Id="rId100" Type="http://schemas.openxmlformats.org/officeDocument/2006/relationships/tags" Target="../tags/tag122.xml"/><Relationship Id="rId101" Type="http://schemas.openxmlformats.org/officeDocument/2006/relationships/tags" Target="../tags/tag123.xml"/><Relationship Id="rId102" Type="http://schemas.openxmlformats.org/officeDocument/2006/relationships/tags" Target="../tags/tag124.xml"/><Relationship Id="rId103" Type="http://schemas.openxmlformats.org/officeDocument/2006/relationships/tags" Target="../tags/tag125.xml"/><Relationship Id="rId104" Type="http://schemas.openxmlformats.org/officeDocument/2006/relationships/tags" Target="../tags/tag126.xml"/><Relationship Id="rId105" Type="http://schemas.openxmlformats.org/officeDocument/2006/relationships/tags" Target="../tags/tag127.xml"/><Relationship Id="rId106" Type="http://schemas.openxmlformats.org/officeDocument/2006/relationships/tags" Target="../tags/tag128.xml"/><Relationship Id="rId107" Type="http://schemas.openxmlformats.org/officeDocument/2006/relationships/tags" Target="../tags/tag129.xml"/><Relationship Id="rId108" Type="http://schemas.openxmlformats.org/officeDocument/2006/relationships/tags" Target="../tags/tag130.xml"/><Relationship Id="rId109" Type="http://schemas.openxmlformats.org/officeDocument/2006/relationships/tags" Target="../tags/tag131.xml"/><Relationship Id="rId110" Type="http://schemas.openxmlformats.org/officeDocument/2006/relationships/tags" Target="../tags/tag132.xml"/><Relationship Id="rId111" Type="http://schemas.openxmlformats.org/officeDocument/2006/relationships/tags" Target="../tags/tag133.xml"/><Relationship Id="rId112" Type="http://schemas.openxmlformats.org/officeDocument/2006/relationships/tags" Target="../tags/tag134.xml"/><Relationship Id="rId113" Type="http://schemas.openxmlformats.org/officeDocument/2006/relationships/tags" Target="../tags/tag135.xml"/><Relationship Id="rId114" Type="http://schemas.openxmlformats.org/officeDocument/2006/relationships/tags" Target="../tags/tag136.xml"/><Relationship Id="rId115" Type="http://schemas.openxmlformats.org/officeDocument/2006/relationships/tags" Target="../tags/tag137.xml"/><Relationship Id="rId116" Type="http://schemas.openxmlformats.org/officeDocument/2006/relationships/tags" Target="../tags/tag138.xml"/><Relationship Id="rId117" Type="http://schemas.openxmlformats.org/officeDocument/2006/relationships/tags" Target="../tags/tag139.xml"/><Relationship Id="rId118" Type="http://schemas.openxmlformats.org/officeDocument/2006/relationships/tags" Target="../tags/tag140.xml"/><Relationship Id="rId119" Type="http://schemas.openxmlformats.org/officeDocument/2006/relationships/tags" Target="../tags/tag141.xml"/><Relationship Id="rId120" Type="http://schemas.openxmlformats.org/officeDocument/2006/relationships/tags" Target="../tags/tag142.xml"/><Relationship Id="rId121" Type="http://schemas.openxmlformats.org/officeDocument/2006/relationships/tags" Target="../tags/tag143.xml"/><Relationship Id="rId122" Type="http://schemas.openxmlformats.org/officeDocument/2006/relationships/tags" Target="../tags/tag144.xml"/><Relationship Id="rId123" Type="http://schemas.openxmlformats.org/officeDocument/2006/relationships/tags" Target="../tags/tag145.xml"/><Relationship Id="rId124" Type="http://schemas.openxmlformats.org/officeDocument/2006/relationships/tags" Target="../tags/tag146.xml"/><Relationship Id="rId125" Type="http://schemas.openxmlformats.org/officeDocument/2006/relationships/tags" Target="../tags/tag147.xml"/><Relationship Id="rId126" Type="http://schemas.openxmlformats.org/officeDocument/2006/relationships/tags" Target="../tags/tag148.xml"/><Relationship Id="rId127" Type="http://schemas.openxmlformats.org/officeDocument/2006/relationships/tags" Target="../tags/tag149.xml"/><Relationship Id="rId128" Type="http://schemas.openxmlformats.org/officeDocument/2006/relationships/tags" Target="../tags/tag150.xml"/><Relationship Id="rId129" Type="http://schemas.openxmlformats.org/officeDocument/2006/relationships/tags" Target="../tags/tag151.xml"/><Relationship Id="rId130" Type="http://schemas.openxmlformats.org/officeDocument/2006/relationships/tags" Target="../tags/tag152.xml"/><Relationship Id="rId131" Type="http://schemas.openxmlformats.org/officeDocument/2006/relationships/tags" Target="../tags/tag153.xml"/><Relationship Id="rId132" Type="http://schemas.openxmlformats.org/officeDocument/2006/relationships/tags" Target="../tags/tag154.xml"/><Relationship Id="rId133" Type="http://schemas.openxmlformats.org/officeDocument/2006/relationships/tags" Target="../tags/tag155.xml"/><Relationship Id="rId134" Type="http://schemas.openxmlformats.org/officeDocument/2006/relationships/tags" Target="../tags/tag156.xml"/><Relationship Id="rId135" Type="http://schemas.openxmlformats.org/officeDocument/2006/relationships/tags" Target="../tags/tag157.xml"/><Relationship Id="rId136" Type="http://schemas.openxmlformats.org/officeDocument/2006/relationships/tags" Target="../tags/tag158.xml"/><Relationship Id="rId137" Type="http://schemas.openxmlformats.org/officeDocument/2006/relationships/tags" Target="../tags/tag159.xml"/><Relationship Id="rId138" Type="http://schemas.openxmlformats.org/officeDocument/2006/relationships/tags" Target="../tags/tag160.xml"/><Relationship Id="rId139" Type="http://schemas.openxmlformats.org/officeDocument/2006/relationships/tags" Target="../tags/tag161.xml"/><Relationship Id="rId140" Type="http://schemas.openxmlformats.org/officeDocument/2006/relationships/tags" Target="../tags/tag162.xml"/><Relationship Id="rId141" Type="http://schemas.openxmlformats.org/officeDocument/2006/relationships/tags" Target="../tags/tag163.xml"/><Relationship Id="rId142" Type="http://schemas.openxmlformats.org/officeDocument/2006/relationships/tags" Target="../tags/tag164.xml"/><Relationship Id="rId143" Type="http://schemas.openxmlformats.org/officeDocument/2006/relationships/tags" Target="../tags/tag165.xml"/><Relationship Id="rId144" Type="http://schemas.openxmlformats.org/officeDocument/2006/relationships/tags" Target="../tags/tag166.xml"/><Relationship Id="rId145" Type="http://schemas.openxmlformats.org/officeDocument/2006/relationships/tags" Target="../tags/tag167.xml"/><Relationship Id="rId146" Type="http://schemas.openxmlformats.org/officeDocument/2006/relationships/tags" Target="../tags/tag168.xml"/><Relationship Id="rId147" Type="http://schemas.openxmlformats.org/officeDocument/2006/relationships/tags" Target="../tags/tag169.xml"/><Relationship Id="rId148" Type="http://schemas.openxmlformats.org/officeDocument/2006/relationships/tags" Target="../tags/tag170.xml"/><Relationship Id="rId149" Type="http://schemas.openxmlformats.org/officeDocument/2006/relationships/tags" Target="../tags/tag171.xml"/><Relationship Id="rId150" Type="http://schemas.openxmlformats.org/officeDocument/2006/relationships/tags" Target="../tags/tag172.xml"/><Relationship Id="rId151" Type="http://schemas.openxmlformats.org/officeDocument/2006/relationships/tags" Target="../tags/tag173.xml"/><Relationship Id="rId152" Type="http://schemas.openxmlformats.org/officeDocument/2006/relationships/tags" Target="../tags/tag174.xml"/><Relationship Id="rId153" Type="http://schemas.openxmlformats.org/officeDocument/2006/relationships/tags" Target="../tags/tag175.xml"/><Relationship Id="rId154" Type="http://schemas.openxmlformats.org/officeDocument/2006/relationships/tags" Target="../tags/tag176.xml"/><Relationship Id="rId155" Type="http://schemas.openxmlformats.org/officeDocument/2006/relationships/tags" Target="../tags/tag177.xml"/><Relationship Id="rId156" Type="http://schemas.openxmlformats.org/officeDocument/2006/relationships/tags" Target="../tags/tag178.xml"/><Relationship Id="rId157" Type="http://schemas.openxmlformats.org/officeDocument/2006/relationships/tags" Target="../tags/tag179.xml"/><Relationship Id="rId158" Type="http://schemas.openxmlformats.org/officeDocument/2006/relationships/tags" Target="../tags/tag180.xml"/><Relationship Id="rId159" Type="http://schemas.openxmlformats.org/officeDocument/2006/relationships/tags" Target="../tags/tag181.xml"/><Relationship Id="rId160" Type="http://schemas.openxmlformats.org/officeDocument/2006/relationships/tags" Target="../tags/tag182.xml"/><Relationship Id="rId161" Type="http://schemas.openxmlformats.org/officeDocument/2006/relationships/tags" Target="../tags/tag183.xml"/><Relationship Id="rId162" Type="http://schemas.openxmlformats.org/officeDocument/2006/relationships/tags" Target="../tags/tag184.xml"/><Relationship Id="rId163" Type="http://schemas.openxmlformats.org/officeDocument/2006/relationships/tags" Target="../tags/tag185.xml"/><Relationship Id="rId164" Type="http://schemas.openxmlformats.org/officeDocument/2006/relationships/tags" Target="../tags/tag186.xml"/><Relationship Id="rId165" Type="http://schemas.openxmlformats.org/officeDocument/2006/relationships/tags" Target="../tags/tag187.xml"/><Relationship Id="rId166" Type="http://schemas.openxmlformats.org/officeDocument/2006/relationships/tags" Target="../tags/tag188.xml"/><Relationship Id="rId167" Type="http://schemas.openxmlformats.org/officeDocument/2006/relationships/tags" Target="../tags/tag189.xml"/><Relationship Id="rId168" Type="http://schemas.openxmlformats.org/officeDocument/2006/relationships/tags" Target="../tags/tag190.xml"/><Relationship Id="rId169" Type="http://schemas.openxmlformats.org/officeDocument/2006/relationships/tags" Target="../tags/tag191.xml"/><Relationship Id="rId170" Type="http://schemas.openxmlformats.org/officeDocument/2006/relationships/tags" Target="../tags/tag192.xml"/><Relationship Id="rId171" Type="http://schemas.openxmlformats.org/officeDocument/2006/relationships/tags" Target="../tags/tag193.xml"/><Relationship Id="rId172" Type="http://schemas.openxmlformats.org/officeDocument/2006/relationships/tags" Target="../tags/tag194.xml"/><Relationship Id="rId173" Type="http://schemas.openxmlformats.org/officeDocument/2006/relationships/tags" Target="../tags/tag195.xml"/><Relationship Id="rId174" Type="http://schemas.openxmlformats.org/officeDocument/2006/relationships/tags" Target="../tags/tag196.xml"/><Relationship Id="rId175" Type="http://schemas.openxmlformats.org/officeDocument/2006/relationships/tags" Target="../tags/tag197.xml"/><Relationship Id="rId176" Type="http://schemas.openxmlformats.org/officeDocument/2006/relationships/tags" Target="../tags/tag198.xml"/><Relationship Id="rId177" Type="http://schemas.openxmlformats.org/officeDocument/2006/relationships/tags" Target="../tags/tag199.xml"/><Relationship Id="rId178" Type="http://schemas.openxmlformats.org/officeDocument/2006/relationships/tags" Target="../tags/tag200.xml"/><Relationship Id="rId179" Type="http://schemas.openxmlformats.org/officeDocument/2006/relationships/tags" Target="../tags/tag201.xml"/><Relationship Id="rId180" Type="http://schemas.openxmlformats.org/officeDocument/2006/relationships/tags" Target="../tags/tag202.xml"/><Relationship Id="rId181" Type="http://schemas.openxmlformats.org/officeDocument/2006/relationships/tags" Target="../tags/tag203.xml"/><Relationship Id="rId182" Type="http://schemas.openxmlformats.org/officeDocument/2006/relationships/tags" Target="../tags/tag204.xml"/><Relationship Id="rId183" Type="http://schemas.openxmlformats.org/officeDocument/2006/relationships/tags" Target="../tags/tag205.xml"/><Relationship Id="rId184" Type="http://schemas.openxmlformats.org/officeDocument/2006/relationships/tags" Target="../tags/tag206.xml"/><Relationship Id="rId185" Type="http://schemas.openxmlformats.org/officeDocument/2006/relationships/tags" Target="../tags/tag207.xml"/><Relationship Id="rId186" Type="http://schemas.openxmlformats.org/officeDocument/2006/relationships/tags" Target="../tags/tag208.xml"/><Relationship Id="rId187" Type="http://schemas.openxmlformats.org/officeDocument/2006/relationships/tags" Target="../tags/tag209.xml"/><Relationship Id="rId188" Type="http://schemas.openxmlformats.org/officeDocument/2006/relationships/tags" Target="../tags/tag210.xml"/><Relationship Id="rId189" Type="http://schemas.openxmlformats.org/officeDocument/2006/relationships/tags" Target="../tags/tag211.xml"/><Relationship Id="rId190" Type="http://schemas.openxmlformats.org/officeDocument/2006/relationships/tags" Target="../tags/tag212.xml"/><Relationship Id="rId191" Type="http://schemas.openxmlformats.org/officeDocument/2006/relationships/tags" Target="../tags/tag213.xml"/><Relationship Id="rId192" Type="http://schemas.openxmlformats.org/officeDocument/2006/relationships/tags" Target="../tags/tag214.xml"/><Relationship Id="rId193" Type="http://schemas.openxmlformats.org/officeDocument/2006/relationships/tags" Target="../tags/tag215.xml"/><Relationship Id="rId194" Type="http://schemas.openxmlformats.org/officeDocument/2006/relationships/tags" Target="../tags/tag216.xml"/><Relationship Id="rId195" Type="http://schemas.openxmlformats.org/officeDocument/2006/relationships/slideLayout" Target="../slideLayouts/slideLayout3.xml"/><Relationship Id="rId196" Type="http://schemas.openxmlformats.org/officeDocument/2006/relationships/oleObject" Target="../embeddings/oleObject6.bin"/><Relationship Id="rId197" Type="http://schemas.openxmlformats.org/officeDocument/2006/relationships/image" Target="../media/image39.emf"/></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jpe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9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07.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image" Target="../media/image43.png"/><Relationship Id="rId5" Type="http://schemas.openxmlformats.org/officeDocument/2006/relationships/image" Target="../media/image44.svg"/><Relationship Id="rId6" Type="http://schemas.openxmlformats.org/officeDocument/2006/relationships/image" Target="../media/image45.png"/><Relationship Id="rId7" Type="http://schemas.openxmlformats.org/officeDocument/2006/relationships/image" Target="../media/image46.svg"/><Relationship Id="rId8" Type="http://schemas.openxmlformats.org/officeDocument/2006/relationships/image" Target="../media/image47.png"/><Relationship Id="rId9" Type="http://schemas.openxmlformats.org/officeDocument/2006/relationships/image" Target="../media/image48.sv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51.png"/><Relationship Id="rId5" Type="http://schemas.openxmlformats.org/officeDocument/2006/relationships/image" Target="../media/image52.svg"/><Relationship Id="rId6" Type="http://schemas.openxmlformats.org/officeDocument/2006/relationships/image" Target="../media/image53.png"/><Relationship Id="rId7" Type="http://schemas.openxmlformats.org/officeDocument/2006/relationships/image" Target="../media/image54.svg"/><Relationship Id="rId8" Type="http://schemas.openxmlformats.org/officeDocument/2006/relationships/image" Target="../media/image55.png"/><Relationship Id="rId9" Type="http://schemas.openxmlformats.org/officeDocument/2006/relationships/image" Target="../media/image56.sv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4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4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4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6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6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6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6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image" Target="../media/image57.png"/><Relationship Id="rId3" Type="http://schemas.openxmlformats.org/officeDocument/2006/relationships/image" Target="../media/image58.sv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7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8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tags" Target="../tags/tag217.xml"/><Relationship Id="rId2" Type="http://schemas.openxmlformats.org/officeDocument/2006/relationships/slideLayout" Target="../slideLayouts/slideLayout3.xml"/><Relationship Id="rId3" Type="http://schemas.openxmlformats.org/officeDocument/2006/relationships/notesSlide" Target="../notesSlides/notesSlide53.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04.xml.rels><?xml version='1.0' encoding='UTF-8' standalone='yes'?>
<Relationships xmlns="http://schemas.openxmlformats.org/package/2006/relationships"><Relationship Id="rId1" Type="http://schemas.openxmlformats.org/officeDocument/2006/relationships/tags" Target="../tags/tag218.xml"/><Relationship Id="rId2" Type="http://schemas.openxmlformats.org/officeDocument/2006/relationships/slideLayout" Target="../slideLayouts/slideLayout3.xml"/><Relationship Id="rId3" Type="http://schemas.openxmlformats.org/officeDocument/2006/relationships/notesSlide" Target="../notesSlides/notesSlide54.xml"/><Relationship Id="rId4" Type="http://schemas.openxmlformats.org/officeDocument/2006/relationships/oleObject" Target="../embeddings/oleObject5.bin"/><Relationship Id="rId5" Type="http://schemas.openxmlformats.org/officeDocument/2006/relationships/image" Target="../media/image3.emf"/></Relationships>
</file>

<file path=ppt/slides/_rels/slide105.xml.rels><?xml version='1.0' encoding='UTF-8' standalone='yes'?>
<Relationships xmlns="http://schemas.openxmlformats.org/package/2006/relationships"><Relationship Id="rId1" Type="http://schemas.openxmlformats.org/officeDocument/2006/relationships/tags" Target="../tags/tag219.xml"/><Relationship Id="rId2" Type="http://schemas.openxmlformats.org/officeDocument/2006/relationships/slideLayout" Target="../slideLayouts/slideLayout3.xml"/><Relationship Id="rId3" Type="http://schemas.openxmlformats.org/officeDocument/2006/relationships/notesSlide" Target="../notesSlides/notesSlide55.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06.xml.rels><?xml version='1.0' encoding='UTF-8' standalone='yes'?>
<Relationships xmlns="http://schemas.openxmlformats.org/package/2006/relationships"><Relationship Id="rId1" Type="http://schemas.openxmlformats.org/officeDocument/2006/relationships/tags" Target="../tags/tag220.xml"/><Relationship Id="rId2" Type="http://schemas.openxmlformats.org/officeDocument/2006/relationships/slideLayout" Target="../slideLayouts/slideLayout3.xml"/><Relationship Id="rId3" Type="http://schemas.openxmlformats.org/officeDocument/2006/relationships/notesSlide" Target="../notesSlides/notesSlide56.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07.xml.rels><?xml version='1.0' encoding='UTF-8' standalone='yes'?>
<Relationships xmlns="http://schemas.openxmlformats.org/package/2006/relationships"><Relationship Id="rId1" Type="http://schemas.openxmlformats.org/officeDocument/2006/relationships/tags" Target="../tags/tag221.xml"/><Relationship Id="rId2" Type="http://schemas.openxmlformats.org/officeDocument/2006/relationships/slideLayout" Target="../slideLayouts/slideLayout3.xml"/><Relationship Id="rId3" Type="http://schemas.openxmlformats.org/officeDocument/2006/relationships/notesSlide" Target="../notesSlides/notesSlide57.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08.xml.rels><?xml version='1.0' encoding='UTF-8' standalone='yes'?>
<Relationships xmlns="http://schemas.openxmlformats.org/package/2006/relationships"><Relationship Id="rId1" Type="http://schemas.openxmlformats.org/officeDocument/2006/relationships/tags" Target="../tags/tag222.xml"/><Relationship Id="rId2" Type="http://schemas.openxmlformats.org/officeDocument/2006/relationships/slideLayout" Target="../slideLayouts/slideLayout3.xml"/><Relationship Id="rId3" Type="http://schemas.openxmlformats.org/officeDocument/2006/relationships/notesSlide" Target="../notesSlides/notesSlide58.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09.xml.rels><?xml version='1.0' encoding='UTF-8' standalone='yes'?>
<Relationships xmlns="http://schemas.openxmlformats.org/package/2006/relationships"><Relationship Id="rId1" Type="http://schemas.openxmlformats.org/officeDocument/2006/relationships/tags" Target="../tags/tag223.xml"/><Relationship Id="rId2" Type="http://schemas.openxmlformats.org/officeDocument/2006/relationships/slideLayout" Target="../slideLayouts/slideLayout3.xml"/><Relationship Id="rId3" Type="http://schemas.openxmlformats.org/officeDocument/2006/relationships/notesSlide" Target="../notesSlides/notesSlide59.xml"/><Relationship Id="rId4" Type="http://schemas.openxmlformats.org/officeDocument/2006/relationships/oleObject" Target="../embeddings/oleObject5.bin"/><Relationship Id="rId5" Type="http://schemas.openxmlformats.org/officeDocument/2006/relationships/image" Target="../media/image3.emf"/></Relationships>
</file>

<file path=ppt/slides/_rels/slide110.xml.rels><?xml version='1.0' encoding='UTF-8' standalone='yes'?>
<Relationships xmlns="http://schemas.openxmlformats.org/package/2006/relationships"><Relationship Id="rId1" Type="http://schemas.openxmlformats.org/officeDocument/2006/relationships/tags" Target="../tags/tag224.xml"/><Relationship Id="rId2" Type="http://schemas.openxmlformats.org/officeDocument/2006/relationships/slideLayout" Target="../slideLayouts/slideLayout3.xml"/><Relationship Id="rId3" Type="http://schemas.openxmlformats.org/officeDocument/2006/relationships/notesSlide" Target="../notesSlides/notesSlide60.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11.xml.rels><?xml version='1.0' encoding='UTF-8' standalone='yes'?>
<Relationships xmlns="http://schemas.openxmlformats.org/package/2006/relationships"><Relationship Id="rId1" Type="http://schemas.openxmlformats.org/officeDocument/2006/relationships/tags" Target="../tags/tag225.xml"/><Relationship Id="rId2" Type="http://schemas.openxmlformats.org/officeDocument/2006/relationships/slideLayout" Target="../slideLayouts/slideLayout3.xml"/><Relationship Id="rId3" Type="http://schemas.openxmlformats.org/officeDocument/2006/relationships/notesSlide" Target="../notesSlides/notesSlide61.xml"/><Relationship Id="rId4" Type="http://schemas.openxmlformats.org/officeDocument/2006/relationships/oleObject" Target="../embeddings/oleObject5.bin"/><Relationship Id="rId5" Type="http://schemas.openxmlformats.org/officeDocument/2006/relationships/image" Target="../media/image24.emf"/></Relationships>
</file>

<file path=ppt/slides/_rels/slide112.xml.rels><?xml version='1.0' encoding='UTF-8' standalone='yes'?>
<Relationships xmlns="http://schemas.openxmlformats.org/package/2006/relationships"><Relationship Id="rId1" Type="http://schemas.openxmlformats.org/officeDocument/2006/relationships/tags" Target="../tags/tag226.xml"/><Relationship Id="rId2" Type="http://schemas.openxmlformats.org/officeDocument/2006/relationships/slideLayout" Target="../slideLayouts/slideLayout3.xml"/><Relationship Id="rId3" Type="http://schemas.openxmlformats.org/officeDocument/2006/relationships/notesSlide" Target="../notesSlides/notesSlide62.xml"/><Relationship Id="rId4" Type="http://schemas.openxmlformats.org/officeDocument/2006/relationships/oleObject" Target="../embeddings/oleObject5.bin"/><Relationship Id="rId5" Type="http://schemas.openxmlformats.org/officeDocument/2006/relationships/image" Target="../media/image3.emf"/><Relationship Id="rId6" Type="http://schemas.openxmlformats.org/officeDocument/2006/relationships/image" Target="../media/image59.png"/><Relationship Id="rId7" Type="http://schemas.openxmlformats.org/officeDocument/2006/relationships/image" Target="../media/image60.svg"/></Relationships>
</file>

<file path=ppt/slides/_rels/slide113.xml.rels><?xml version='1.0' encoding='UTF-8' standalone='yes'?>
<Relationships xmlns="http://schemas.openxmlformats.org/package/2006/relationships"><Relationship Id="rId1" Type="http://schemas.openxmlformats.org/officeDocument/2006/relationships/tags" Target="../tags/tag227.xml"/><Relationship Id="rId2" Type="http://schemas.openxmlformats.org/officeDocument/2006/relationships/slideLayout" Target="../slideLayouts/slideLayout3.xml"/><Relationship Id="rId3" Type="http://schemas.openxmlformats.org/officeDocument/2006/relationships/notesSlide" Target="../notesSlides/notesSlide63.xml"/><Relationship Id="rId4" Type="http://schemas.openxmlformats.org/officeDocument/2006/relationships/oleObject" Target="../embeddings/oleObject5.bin"/><Relationship Id="rId5" Type="http://schemas.openxmlformats.org/officeDocument/2006/relationships/image" Target="../media/image3.emf"/><Relationship Id="rId6" Type="http://schemas.openxmlformats.org/officeDocument/2006/relationships/image" Target="../media/image61.png"/><Relationship Id="rId7" Type="http://schemas.openxmlformats.org/officeDocument/2006/relationships/image" Target="../media/image62.sv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chart" Target="../charts/chart13.xml"/><Relationship Id="rId4" Type="http://schemas.openxmlformats.org/officeDocument/2006/relationships/image" Target="../media/image6.jp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6.jpg"/><Relationship Id="rId4" Type="http://schemas.openxmlformats.org/officeDocument/2006/relationships/image" Target="../media/image6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6.jpg"/><Relationship Id="rId4" Type="http://schemas.openxmlformats.org/officeDocument/2006/relationships/chart" Target="../charts/chart14.xml"/><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image" Target="../media/image69.png"/><Relationship Id="rId11" Type="http://schemas.openxmlformats.org/officeDocument/2006/relationships/image" Target="../media/image70.png"/><Relationship Id="rId12" Type="http://schemas.openxmlformats.org/officeDocument/2006/relationships/image" Target="../media/image71.png"/><Relationship Id="rId13" Type="http://schemas.openxmlformats.org/officeDocument/2006/relationships/image" Target="../media/image72.png"/><Relationship Id="rId14" Type="http://schemas.openxmlformats.org/officeDocument/2006/relationships/image" Target="../media/image7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6.jpg"/><Relationship Id="rId4" Type="http://schemas.openxmlformats.org/officeDocument/2006/relationships/image" Target="../media/image7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6.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75.png"/><Relationship Id="rId4" Type="http://schemas.openxmlformats.org/officeDocument/2006/relationships/image" Target="../media/image6.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6.jpg"/><Relationship Id="rId4" Type="http://schemas.openxmlformats.org/officeDocument/2006/relationships/chart" Target="../charts/chart15.xml"/><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6.jpg"/><Relationship Id="rId4" Type="http://schemas.openxmlformats.org/officeDocument/2006/relationships/image" Target="../media/image8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6.jpg"/><Relationship Id="rId4" Type="http://schemas.openxmlformats.org/officeDocument/2006/relationships/chart" Target="../charts/chart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6.jpg"/><Relationship Id="rId4" Type="http://schemas.openxmlformats.org/officeDocument/2006/relationships/chart" Target="../charts/chart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6.jpg"/><Relationship Id="rId4" Type="http://schemas.openxmlformats.org/officeDocument/2006/relationships/image" Target="../media/image8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6.jpg"/><Relationship Id="rId4" Type="http://schemas.openxmlformats.org/officeDocument/2006/relationships/image" Target="../media/image8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4.png"/><Relationship Id="rId4" Type="http://schemas.openxmlformats.org/officeDocument/2006/relationships/image" Target="../media/image6.jp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6.jpg"/><Relationship Id="rId4" Type="http://schemas.openxmlformats.org/officeDocument/2006/relationships/image" Target="../media/image85.jpe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6.jp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6.jpg"/><Relationship Id="rId4" Type="http://schemas.openxmlformats.org/officeDocument/2006/relationships/image" Target="../media/image86.png"/><Relationship Id="rId5" Type="http://schemas.openxmlformats.org/officeDocument/2006/relationships/image" Target="../media/image8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6.jpg"/><Relationship Id="rId4" Type="http://schemas.openxmlformats.org/officeDocument/2006/relationships/image" Target="../media/image88.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6.jp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1F64070-3AC1-8AD0-2EB6-51814260F966}"/>
              </a:ext>
            </a:extLst>
          </p:cNvPr>
          <p:cNvSpPr txBox="1"/>
          <p:nvPr/>
        </p:nvSpPr>
        <p:spPr>
          <a:xfrm>
            <a:off x="1136576" y="1268760"/>
            <a:ext cx="3328155" cy="646331"/>
          </a:xfrm>
          <a:prstGeom prst="rect">
            <a:avLst/>
          </a:prstGeom>
          <a:noFill/>
        </p:spPr>
        <p:txBody>
          <a:bodyPr wrap="none" rtlCol="0">
            <a:spAutoFit/>
          </a:bodyPr>
          <a:lstStyle/>
          <a:p>
            <a:r>
              <a:rPr kumimoji="1" lang="ja-JP" altLang="en-US" sz="3600" b="1">
                <a:latin typeface="Meiryo UI" panose="020B0604030504040204" pitchFamily="34" charset="-128"/>
                <a:ea typeface="Meiryo UI" panose="020B0604030504040204" pitchFamily="34" charset="-128"/>
              </a:rPr>
              <a:t>基本テンプレート</a:t>
            </a:r>
          </a:p>
        </p:txBody>
      </p:sp>
    </p:spTree>
    <p:extLst>
      <p:ext uri="{BB962C8B-B14F-4D97-AF65-F5344CB8AC3E}">
        <p14:creationId xmlns:p14="http://schemas.microsoft.com/office/powerpoint/2010/main" val="26239154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26768-A962-1D3B-89BA-D9428958A6F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CFD041A-16C7-8070-158F-11B5DD933AA3}"/>
              </a:ext>
            </a:extLst>
          </p:cNvPr>
          <p:cNvSpPr>
            <a:spLocks noGrp="1"/>
          </p:cNvSpPr>
          <p:nvPr>
            <p:ph type="body" sz="quarter" idx="17"/>
          </p:nvPr>
        </p:nvSpPr>
        <p:spPr>
          <a:xfrm>
            <a:off x="1424607" y="5301208"/>
            <a:ext cx="8063317" cy="288925"/>
          </a:xfrm>
        </p:spPr>
        <p:txBody>
          <a:bodyPr/>
          <a:lstStyle/>
          <a:p>
            <a:r>
              <a:rPr kumimoji="1" lang="ja-JP" altLang="en-US">
                <a:solidFill>
                  <a:schemeClr val="tx1">
                    <a:lumMod val="65000"/>
                    <a:lumOff val="35000"/>
                  </a:schemeClr>
                </a:solidFill>
              </a:rPr>
              <a:t>出所：</a:t>
            </a:r>
            <a:r>
              <a:rPr lang="ja-JP" altLang="en-US">
                <a:solidFill>
                  <a:schemeClr val="tx1">
                    <a:lumMod val="65000"/>
                    <a:lumOff val="35000"/>
                  </a:schemeClr>
                </a:solidFill>
              </a:rPr>
              <a:t>〇〇より</a:t>
            </a:r>
            <a:r>
              <a:rPr lang="en-US" altLang="ja-JP" dirty="0" err="1">
                <a:solidFill>
                  <a:schemeClr val="tx1">
                    <a:lumMod val="65000"/>
                    <a:lumOff val="35000"/>
                  </a:schemeClr>
                </a:solidFill>
              </a:rPr>
              <a:t>InfoBank</a:t>
            </a:r>
            <a:r>
              <a:rPr lang="ja-JP" altLang="en-US">
                <a:solidFill>
                  <a:schemeClr val="tx1">
                    <a:lumMod val="65000"/>
                    <a:lumOff val="35000"/>
                  </a:schemeClr>
                </a:solidFill>
              </a:rPr>
              <a:t>作成</a:t>
            </a:r>
            <a:endParaRPr kumimoji="1" lang="ja-JP" altLang="en-US">
              <a:solidFill>
                <a:schemeClr val="tx1">
                  <a:lumMod val="65000"/>
                  <a:lumOff val="35000"/>
                </a:schemeClr>
              </a:solidFill>
            </a:endParaRPr>
          </a:p>
        </p:txBody>
      </p:sp>
      <p:sp>
        <p:nvSpPr>
          <p:cNvPr id="5" name="テキスト ボックス 4">
            <a:extLst>
              <a:ext uri="{FF2B5EF4-FFF2-40B4-BE49-F238E27FC236}">
                <a16:creationId xmlns:a16="http://schemas.microsoft.com/office/drawing/2014/main" id="{18BAC173-237A-8B87-8383-44B7B1AD46D8}"/>
              </a:ext>
            </a:extLst>
          </p:cNvPr>
          <p:cNvSpPr txBox="1"/>
          <p:nvPr/>
        </p:nvSpPr>
        <p:spPr>
          <a:xfrm>
            <a:off x="422635" y="1567699"/>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000" b="1">
                <a:latin typeface="Meiryo UI" panose="020B0604030504040204" pitchFamily="34" charset="-128"/>
                <a:ea typeface="Meiryo UI" panose="020B0604030504040204" pitchFamily="34" charset="-128"/>
              </a:rPr>
              <a:t>タイトル</a:t>
            </a:r>
          </a:p>
        </p:txBody>
      </p:sp>
      <p:sp>
        <p:nvSpPr>
          <p:cNvPr id="6" name="角丸四角形 5">
            <a:extLst>
              <a:ext uri="{FF2B5EF4-FFF2-40B4-BE49-F238E27FC236}">
                <a16:creationId xmlns:a16="http://schemas.microsoft.com/office/drawing/2014/main" id="{C3949D65-888F-E44F-E610-6B8EE44959D4}"/>
              </a:ext>
            </a:extLst>
          </p:cNvPr>
          <p:cNvSpPr/>
          <p:nvPr/>
        </p:nvSpPr>
        <p:spPr bwMode="gray">
          <a:xfrm>
            <a:off x="2720752" y="161347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694D40E8-2C06-90F3-7780-B3025D4B8C8E}"/>
              </a:ext>
            </a:extLst>
          </p:cNvPr>
          <p:cNvSpPr txBox="1">
            <a:spLocks/>
          </p:cNvSpPr>
          <p:nvPr/>
        </p:nvSpPr>
        <p:spPr>
          <a:xfrm>
            <a:off x="415925" y="1023561"/>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2800">
                <a:solidFill>
                  <a:schemeClr val="accent1"/>
                </a:solidFill>
                <a:latin typeface="Meiryo UI" panose="020B0604030504040204" pitchFamily="34" charset="-128"/>
                <a:ea typeface="Meiryo UI" panose="020B0604030504040204" pitchFamily="34" charset="-128"/>
              </a:rPr>
              <a:t>キーメッセージ</a:t>
            </a: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5C7C5D54-5C81-4A53-5060-3DF268842C33}"/>
              </a:ext>
            </a:extLst>
          </p:cNvPr>
          <p:cNvPicPr>
            <a:picLocks noChangeAspect="1"/>
          </p:cNvPicPr>
          <p:nvPr/>
        </p:nvPicPr>
        <p:blipFill>
          <a:blip r:embed="rId3"/>
          <a:stretch>
            <a:fillRect/>
          </a:stretch>
        </p:blipFill>
        <p:spPr>
          <a:xfrm>
            <a:off x="6177136" y="5157192"/>
            <a:ext cx="2216696" cy="475426"/>
          </a:xfrm>
          <a:prstGeom prst="rect">
            <a:avLst/>
          </a:prstGeom>
        </p:spPr>
      </p:pic>
      <p:sp>
        <p:nvSpPr>
          <p:cNvPr id="23" name="テキスト ボックス 22">
            <a:extLst>
              <a:ext uri="{FF2B5EF4-FFF2-40B4-BE49-F238E27FC236}">
                <a16:creationId xmlns:a16="http://schemas.microsoft.com/office/drawing/2014/main" id="{1257A432-22EB-CDEC-3AC4-82E7E3EB4D30}"/>
              </a:ext>
            </a:extLst>
          </p:cNvPr>
          <p:cNvSpPr txBox="1"/>
          <p:nvPr/>
        </p:nvSpPr>
        <p:spPr>
          <a:xfrm>
            <a:off x="2054942" y="5450482"/>
            <a:ext cx="72768" cy="288147"/>
          </a:xfrm>
          <a:prstGeom prst="rect">
            <a:avLst/>
          </a:prstGeom>
          <a:noFill/>
        </p:spPr>
        <p:txBody>
          <a:bodyPr wrap="none" lIns="36000" tIns="36000" rIns="36000" bIns="36000" rtlCol="0" anchor="ctr">
            <a:spAutoFit/>
          </a:bodyPr>
          <a:lstStyle/>
          <a:p>
            <a:pPr algn="l">
              <a:spcBef>
                <a:spcPts val="600"/>
              </a:spcBef>
              <a:buSzPct val="100000"/>
            </a:pPr>
            <a:endParaRPr kumimoji="1" lang="ja-JP" altLang="en-US" sz="140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253131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357D3-07F8-CF2E-DD99-8B3B9E0AD0A4}"/>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4C19A84-4A5C-949B-3D12-D5F0D189FD6D}"/>
              </a:ext>
            </a:extLst>
          </p:cNvPr>
          <p:cNvSpPr txBox="1"/>
          <p:nvPr/>
        </p:nvSpPr>
        <p:spPr>
          <a:xfrm>
            <a:off x="1136576" y="1268760"/>
            <a:ext cx="2916183" cy="646331"/>
          </a:xfrm>
          <a:prstGeom prst="rect">
            <a:avLst/>
          </a:prstGeom>
          <a:noFill/>
        </p:spPr>
        <p:txBody>
          <a:bodyPr wrap="none" rtlCol="0">
            <a:spAutoFit/>
          </a:bodyPr>
          <a:lstStyle/>
          <a:p>
            <a:r>
              <a:rPr kumimoji="1" lang="ja-JP" altLang="en-US" sz="3600" b="1">
                <a:latin typeface="Meiryo UI" panose="020B0604030504040204" pitchFamily="34" charset="-128"/>
                <a:ea typeface="Meiryo UI" panose="020B0604030504040204" pitchFamily="34" charset="-128"/>
              </a:rPr>
              <a:t>過去の制作例</a:t>
            </a:r>
          </a:p>
        </p:txBody>
      </p:sp>
    </p:spTree>
    <p:extLst>
      <p:ext uri="{BB962C8B-B14F-4D97-AF65-F5344CB8AC3E}">
        <p14:creationId xmlns:p14="http://schemas.microsoft.com/office/powerpoint/2010/main" val="19675893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F85B6-1156-D68D-9994-5C92D0F4DE76}"/>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D42EAE9-3D0D-B3E2-0303-C11AD79F36C4}"/>
              </a:ext>
            </a:extLst>
          </p:cNvPr>
          <p:cNvSpPr>
            <a:spLocks noGrp="1"/>
          </p:cNvSpPr>
          <p:nvPr>
            <p:ph type="body" sz="quarter" idx="17"/>
          </p:nvPr>
        </p:nvSpPr>
        <p:spPr>
          <a:xfrm>
            <a:off x="1424607" y="5445224"/>
            <a:ext cx="8063317" cy="288925"/>
          </a:xfrm>
        </p:spPr>
        <p:txBody>
          <a:bodyPr/>
          <a:lstStyle/>
          <a:p>
            <a:r>
              <a:rPr kumimoji="1" lang="ja-JP" altLang="en-US">
                <a:solidFill>
                  <a:schemeClr val="tx1">
                    <a:lumMod val="65000"/>
                    <a:lumOff val="35000"/>
                  </a:schemeClr>
                </a:solidFill>
              </a:rPr>
              <a:t>出所：</a:t>
            </a:r>
            <a:r>
              <a:rPr kumimoji="1" lang="en-US" altLang="ja-JP" dirty="0" err="1">
                <a:solidFill>
                  <a:schemeClr val="tx1">
                    <a:lumMod val="65000"/>
                    <a:lumOff val="35000"/>
                  </a:schemeClr>
                </a:solidFill>
              </a:rPr>
              <a:t>Capichi</a:t>
            </a:r>
            <a:r>
              <a:rPr kumimoji="1" lang="ja-JP" altLang="en-US">
                <a:solidFill>
                  <a:schemeClr val="tx1">
                    <a:lumMod val="65000"/>
                    <a:lumOff val="35000"/>
                  </a:schemeClr>
                </a:solidFill>
              </a:rPr>
              <a:t>からの受領資料をもとに</a:t>
            </a:r>
            <a:r>
              <a:rPr kumimoji="1" lang="en-US" altLang="ja-JP" dirty="0" err="1">
                <a:solidFill>
                  <a:schemeClr val="tx1">
                    <a:lumMod val="65000"/>
                    <a:lumOff val="35000"/>
                  </a:schemeClr>
                </a:solidFill>
              </a:rPr>
              <a:t>InfoBank</a:t>
            </a:r>
            <a:r>
              <a:rPr kumimoji="1" lang="ja-JP" altLang="en-US">
                <a:solidFill>
                  <a:schemeClr val="tx1">
                    <a:lumMod val="65000"/>
                    <a:lumOff val="35000"/>
                  </a:schemeClr>
                </a:solidFill>
              </a:rPr>
              <a:t>作成。</a:t>
            </a:r>
          </a:p>
        </p:txBody>
      </p:sp>
      <p:sp>
        <p:nvSpPr>
          <p:cNvPr id="5" name="テキスト ボックス 4">
            <a:extLst>
              <a:ext uri="{FF2B5EF4-FFF2-40B4-BE49-F238E27FC236}">
                <a16:creationId xmlns:a16="http://schemas.microsoft.com/office/drawing/2014/main" id="{75C39D1E-DC1F-8DF4-5DAE-AF0BE501275B}"/>
              </a:ext>
            </a:extLst>
          </p:cNvPr>
          <p:cNvSpPr txBox="1"/>
          <p:nvPr/>
        </p:nvSpPr>
        <p:spPr>
          <a:xfrm>
            <a:off x="422635" y="1567699"/>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en-US" altLang="ja-JP" sz="2000" b="1" dirty="0" err="1">
                <a:latin typeface="Meiryo UI" panose="020B0604030504040204" pitchFamily="34" charset="-128"/>
                <a:ea typeface="Meiryo UI" panose="020B0604030504040204" pitchFamily="34" charset="-128"/>
              </a:rPr>
              <a:t>Capichi</a:t>
            </a:r>
            <a:r>
              <a:rPr kumimoji="1" lang="ja-JP" altLang="en-US" sz="2000" b="1">
                <a:latin typeface="Meiryo UI" panose="020B0604030504040204" pitchFamily="34" charset="-128"/>
                <a:ea typeface="Meiryo UI" panose="020B0604030504040204" pitchFamily="34" charset="-128"/>
              </a:rPr>
              <a:t>とは？</a:t>
            </a:r>
          </a:p>
        </p:txBody>
      </p:sp>
      <p:sp>
        <p:nvSpPr>
          <p:cNvPr id="6" name="角丸四角形 5">
            <a:extLst>
              <a:ext uri="{FF2B5EF4-FFF2-40B4-BE49-F238E27FC236}">
                <a16:creationId xmlns:a16="http://schemas.microsoft.com/office/drawing/2014/main" id="{FC3752A8-665E-E51D-195A-40901C49EF30}"/>
              </a:ext>
            </a:extLst>
          </p:cNvPr>
          <p:cNvSpPr/>
          <p:nvPr/>
        </p:nvSpPr>
        <p:spPr bwMode="gray">
          <a:xfrm>
            <a:off x="2720752" y="161347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02C47F13-F25F-E8F6-C092-55AF98F7428D}"/>
              </a:ext>
            </a:extLst>
          </p:cNvPr>
          <p:cNvSpPr txBox="1">
            <a:spLocks/>
          </p:cNvSpPr>
          <p:nvPr/>
        </p:nvSpPr>
        <p:spPr>
          <a:xfrm>
            <a:off x="415925" y="1023561"/>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2800">
                <a:solidFill>
                  <a:schemeClr val="accent1"/>
                </a:solidFill>
                <a:latin typeface="Meiryo UI" panose="020B0604030504040204" pitchFamily="34" charset="-128"/>
                <a:ea typeface="Meiryo UI" panose="020B0604030504040204" pitchFamily="34" charset="-128"/>
              </a:rPr>
              <a:t>ベトナム飲食体験のスーパーアプリ</a:t>
            </a:r>
            <a:r>
              <a:rPr lang="en-US" altLang="ja-JP" sz="2800" dirty="0">
                <a:solidFill>
                  <a:schemeClr val="accent1"/>
                </a:solidFill>
                <a:latin typeface="Meiryo UI" panose="020B0604030504040204" pitchFamily="34" charset="-128"/>
                <a:ea typeface="Meiryo UI" panose="020B0604030504040204" pitchFamily="34" charset="-128"/>
              </a:rPr>
              <a:t> </a:t>
            </a:r>
            <a:r>
              <a:rPr lang="en-US" altLang="ja-JP" sz="2800" dirty="0" err="1">
                <a:solidFill>
                  <a:schemeClr val="accent1"/>
                </a:solidFill>
                <a:latin typeface="Meiryo UI" panose="020B0604030504040204" pitchFamily="34" charset="-128"/>
                <a:ea typeface="Meiryo UI" panose="020B0604030504040204" pitchFamily="34" charset="-128"/>
              </a:rPr>
              <a:t>Capichi</a:t>
            </a:r>
            <a:r>
              <a:rPr lang="en-US" altLang="ja-JP" sz="2800" dirty="0">
                <a:solidFill>
                  <a:schemeClr val="accent1"/>
                </a:solidFill>
                <a:latin typeface="Meiryo UI" panose="020B0604030504040204" pitchFamily="34" charset="-128"/>
                <a:ea typeface="Meiryo UI" panose="020B0604030504040204" pitchFamily="34" charset="-128"/>
              </a:rPr>
              <a:t> </a:t>
            </a:r>
            <a:endParaRPr lang="ja-JP" altLang="en-US" sz="2800">
              <a:solidFill>
                <a:schemeClr val="accent1"/>
              </a:solidFill>
              <a:latin typeface="Meiryo UI" panose="020B0604030504040204" pitchFamily="34" charset="-128"/>
              <a:ea typeface="Meiryo UI" panose="020B0604030504040204" pitchFamily="34" charset="-128"/>
            </a:endParaRP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8326AE02-4C08-2BD2-803D-7DC5BC45982E}"/>
              </a:ext>
            </a:extLst>
          </p:cNvPr>
          <p:cNvPicPr>
            <a:picLocks noChangeAspect="1"/>
          </p:cNvPicPr>
          <p:nvPr/>
        </p:nvPicPr>
        <p:blipFill>
          <a:blip r:embed="rId3"/>
          <a:stretch>
            <a:fillRect/>
          </a:stretch>
        </p:blipFill>
        <p:spPr>
          <a:xfrm>
            <a:off x="6177136" y="5301208"/>
            <a:ext cx="2216696" cy="475426"/>
          </a:xfrm>
          <a:prstGeom prst="rect">
            <a:avLst/>
          </a:prstGeom>
        </p:spPr>
      </p:pic>
      <p:sp>
        <p:nvSpPr>
          <p:cNvPr id="7" name="テキスト ボックス 6">
            <a:extLst>
              <a:ext uri="{FF2B5EF4-FFF2-40B4-BE49-F238E27FC236}">
                <a16:creationId xmlns:a16="http://schemas.microsoft.com/office/drawing/2014/main" id="{DFAE96ED-EDB0-E02B-1962-132C74828ACE}"/>
              </a:ext>
            </a:extLst>
          </p:cNvPr>
          <p:cNvSpPr txBox="1"/>
          <p:nvPr/>
        </p:nvSpPr>
        <p:spPr>
          <a:xfrm>
            <a:off x="2062353" y="2083087"/>
            <a:ext cx="6140070" cy="288147"/>
          </a:xfrm>
          <a:prstGeom prst="rect">
            <a:avLst/>
          </a:prstGeom>
          <a:noFill/>
        </p:spPr>
        <p:txBody>
          <a:bodyPr wrap="none" lIns="36000" tIns="36000" rIns="36000" bIns="36000" rtlCol="0" anchor="ctr">
            <a:spAutoFit/>
          </a:bodyPr>
          <a:lstStyle/>
          <a:p>
            <a:pPr>
              <a:spcBef>
                <a:spcPts val="600"/>
              </a:spcBef>
              <a:buSzPct val="100000"/>
            </a:pPr>
            <a:r>
              <a:rPr kumimoji="1" lang="ja-JP" altLang="en-US" sz="1400">
                <a:latin typeface="Meiryo UI" panose="020B0604030504040204" pitchFamily="34" charset="-128"/>
                <a:ea typeface="Meiryo UI" panose="020B0604030504040204" pitchFamily="34" charset="-128"/>
              </a:rPr>
              <a:t>ベトナムにおいて厳選された飲食店のフードデリバリーと来店予約ができるプラットフォーム</a:t>
            </a:r>
            <a:endParaRPr kumimoji="1" lang="ja-JP" altLang="en-US" sz="1400" dirty="0" err="1">
              <a:latin typeface="Meiryo UI" panose="020B0604030504040204" pitchFamily="34" charset="-128"/>
              <a:ea typeface="Meiryo UI" panose="020B0604030504040204" pitchFamily="34" charset="-128"/>
            </a:endParaRPr>
          </a:p>
        </p:txBody>
      </p:sp>
      <p:pic>
        <p:nvPicPr>
          <p:cNvPr id="11" name="図 10" descr="グラフィカル ユーザー インターフェイス, アプリケーション&#10;&#10;AI 生成コンテンツは誤りを含む可能性があります。">
            <a:extLst>
              <a:ext uri="{FF2B5EF4-FFF2-40B4-BE49-F238E27FC236}">
                <a16:creationId xmlns:a16="http://schemas.microsoft.com/office/drawing/2014/main" id="{94D86F5E-B4CE-640E-48CA-BEDA7412F002}"/>
              </a:ext>
            </a:extLst>
          </p:cNvPr>
          <p:cNvPicPr>
            <a:picLocks noChangeAspect="1"/>
          </p:cNvPicPr>
          <p:nvPr/>
        </p:nvPicPr>
        <p:blipFill>
          <a:blip r:embed="rId4"/>
          <a:srcRect r="73481"/>
          <a:stretch>
            <a:fillRect/>
          </a:stretch>
        </p:blipFill>
        <p:spPr>
          <a:xfrm>
            <a:off x="1424608" y="2535084"/>
            <a:ext cx="1404623" cy="2712489"/>
          </a:xfrm>
          <a:prstGeom prst="rect">
            <a:avLst/>
          </a:prstGeom>
        </p:spPr>
      </p:pic>
      <p:pic>
        <p:nvPicPr>
          <p:cNvPr id="12" name="図 11">
            <a:extLst>
              <a:ext uri="{FF2B5EF4-FFF2-40B4-BE49-F238E27FC236}">
                <a16:creationId xmlns:a16="http://schemas.microsoft.com/office/drawing/2014/main" id="{14D26484-345B-180D-4C32-E205E63D14E2}"/>
              </a:ext>
            </a:extLst>
          </p:cNvPr>
          <p:cNvPicPr>
            <a:picLocks noChangeAspect="1"/>
          </p:cNvPicPr>
          <p:nvPr/>
        </p:nvPicPr>
        <p:blipFill>
          <a:blip r:embed="rId5"/>
          <a:stretch>
            <a:fillRect/>
          </a:stretch>
        </p:blipFill>
        <p:spPr>
          <a:xfrm>
            <a:off x="3224808" y="2539037"/>
            <a:ext cx="2201919" cy="651768"/>
          </a:xfrm>
          <a:prstGeom prst="rect">
            <a:avLst/>
          </a:prstGeom>
        </p:spPr>
      </p:pic>
      <p:grpSp>
        <p:nvGrpSpPr>
          <p:cNvPr id="13" name="グループ化 12">
            <a:extLst>
              <a:ext uri="{FF2B5EF4-FFF2-40B4-BE49-F238E27FC236}">
                <a16:creationId xmlns:a16="http://schemas.microsoft.com/office/drawing/2014/main" id="{919F7F44-D59C-90F8-7E21-96311A02D78B}"/>
              </a:ext>
            </a:extLst>
          </p:cNvPr>
          <p:cNvGrpSpPr/>
          <p:nvPr/>
        </p:nvGrpSpPr>
        <p:grpSpPr>
          <a:xfrm>
            <a:off x="3224808" y="3518923"/>
            <a:ext cx="300074" cy="246824"/>
            <a:chOff x="2511706" y="1597306"/>
            <a:chExt cx="300074" cy="246824"/>
          </a:xfrm>
        </p:grpSpPr>
        <p:sp>
          <p:nvSpPr>
            <p:cNvPr id="14" name="正方形/長方形 13">
              <a:extLst>
                <a:ext uri="{FF2B5EF4-FFF2-40B4-BE49-F238E27FC236}">
                  <a16:creationId xmlns:a16="http://schemas.microsoft.com/office/drawing/2014/main" id="{980BC413-B125-7543-646B-6575377DF442}"/>
                </a:ext>
              </a:extLst>
            </p:cNvPr>
            <p:cNvSpPr/>
            <p:nvPr/>
          </p:nvSpPr>
          <p:spPr>
            <a:xfrm>
              <a:off x="2511706" y="1597306"/>
              <a:ext cx="246824" cy="2468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2"/>
                </a:solidFill>
                <a:latin typeface="+mj-lt"/>
                <a:ea typeface="+mj-ea"/>
              </a:endParaRPr>
            </a:p>
          </p:txBody>
        </p:sp>
        <p:sp>
          <p:nvSpPr>
            <p:cNvPr id="15" name="フリーフォーム: 図形 23">
              <a:extLst>
                <a:ext uri="{FF2B5EF4-FFF2-40B4-BE49-F238E27FC236}">
                  <a16:creationId xmlns:a16="http://schemas.microsoft.com/office/drawing/2014/main" id="{4085F13E-0C99-3F3A-7591-B60FC38DE9E0}"/>
                </a:ext>
              </a:extLst>
            </p:cNvPr>
            <p:cNvSpPr/>
            <p:nvPr/>
          </p:nvSpPr>
          <p:spPr>
            <a:xfrm>
              <a:off x="2571750" y="1623060"/>
              <a:ext cx="240030" cy="175260"/>
            </a:xfrm>
            <a:custGeom>
              <a:avLst/>
              <a:gdLst>
                <a:gd name="csX0" fmla="*/ 0 w 240030"/>
                <a:gd name="csY0" fmla="*/ 72390 h 175260"/>
                <a:gd name="csX1" fmla="*/ 83820 w 240030"/>
                <a:gd name="csY1" fmla="*/ 175260 h 175260"/>
                <a:gd name="csX2" fmla="*/ 240030 w 240030"/>
                <a:gd name="csY2" fmla="*/ 0 h 175260"/>
              </a:gdLst>
              <a:ahLst/>
              <a:cxnLst>
                <a:cxn ang="0">
                  <a:pos x="csX0" y="csY0"/>
                </a:cxn>
                <a:cxn ang="0">
                  <a:pos x="csX1" y="csY1"/>
                </a:cxn>
                <a:cxn ang="0">
                  <a:pos x="csX2" y="csY2"/>
                </a:cxn>
              </a:cxnLst>
              <a:rect l="l" t="t" r="r" b="b"/>
              <a:pathLst>
                <a:path w="240030" h="175260">
                  <a:moveTo>
                    <a:pt x="0" y="72390"/>
                  </a:moveTo>
                  <a:lnTo>
                    <a:pt x="83820" y="175260"/>
                  </a:lnTo>
                  <a:lnTo>
                    <a:pt x="240030" y="0"/>
                  </a:lnTo>
                </a:path>
              </a:pathLst>
            </a:cu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9BD719AF-9E56-AE7D-CFB9-0B0CB44CF3E1}"/>
              </a:ext>
            </a:extLst>
          </p:cNvPr>
          <p:cNvSpPr txBox="1"/>
          <p:nvPr/>
        </p:nvSpPr>
        <p:spPr>
          <a:xfrm>
            <a:off x="3656856" y="3333754"/>
            <a:ext cx="5767813" cy="1673141"/>
          </a:xfrm>
          <a:prstGeom prst="rect">
            <a:avLst/>
          </a:prstGeom>
          <a:noFill/>
        </p:spPr>
        <p:txBody>
          <a:bodyPr wrap="square" lIns="36000" tIns="36000" rIns="36000" bIns="36000" rtlCol="0" anchor="ctr">
            <a:spAutoFit/>
          </a:bodyPr>
          <a:lstStyle/>
          <a:p>
            <a:pPr algn="l">
              <a:spcBef>
                <a:spcPts val="1200"/>
              </a:spcBef>
              <a:buSzPct val="100000"/>
            </a:pPr>
            <a:r>
              <a:rPr kumimoji="1" lang="ja-JP" altLang="en-US" sz="1400">
                <a:latin typeface="Meiryo UI" panose="020B0604030504040204" pitchFamily="34" charset="-128"/>
                <a:ea typeface="Meiryo UI" panose="020B0604030504040204" pitchFamily="34" charset="-128"/>
              </a:rPr>
              <a:t>忙しい時には、フードデリバリーアプリを利用することで、</a:t>
            </a:r>
            <a:br>
              <a:rPr kumimoji="1" lang="en-US" altLang="ja-JP" sz="1400" dirty="0">
                <a:latin typeface="Meiryo UI" panose="020B0604030504040204" pitchFamily="34" charset="-128"/>
                <a:ea typeface="Meiryo UI" panose="020B0604030504040204" pitchFamily="34" charset="-128"/>
              </a:rPr>
            </a:br>
            <a:r>
              <a:rPr kumimoji="1" lang="ja-JP" altLang="en-US" sz="1400">
                <a:latin typeface="Meiryo UI" panose="020B0604030504040204" pitchFamily="34" charset="-128"/>
                <a:ea typeface="Meiryo UI" panose="020B0604030504040204" pitchFamily="34" charset="-128"/>
              </a:rPr>
              <a:t>厳選された食事をバイク便でその場で受け取ることができる。</a:t>
            </a:r>
          </a:p>
          <a:p>
            <a:pPr algn="l">
              <a:spcBef>
                <a:spcPts val="1200"/>
              </a:spcBef>
              <a:buSzPct val="100000"/>
            </a:pPr>
            <a:r>
              <a:rPr kumimoji="1" lang="ja-JP" altLang="en-US" sz="1400">
                <a:latin typeface="Meiryo UI" panose="020B0604030504040204" pitchFamily="34" charset="-128"/>
                <a:ea typeface="Meiryo UI" panose="020B0604030504040204" pitchFamily="34" charset="-128"/>
              </a:rPr>
              <a:t>自炊をする際には、安心・安全な食材を扱うアプリで注文すれば、</a:t>
            </a:r>
            <a:br>
              <a:rPr kumimoji="1" lang="en-US" altLang="ja-JP" sz="1400" dirty="0">
                <a:latin typeface="Meiryo UI" panose="020B0604030504040204" pitchFamily="34" charset="-128"/>
                <a:ea typeface="Meiryo UI" panose="020B0604030504040204" pitchFamily="34" charset="-128"/>
              </a:rPr>
            </a:br>
            <a:r>
              <a:rPr kumimoji="1" lang="ja-JP" altLang="en-US" sz="1400">
                <a:latin typeface="Meiryo UI" panose="020B0604030504040204" pitchFamily="34" charset="-128"/>
                <a:ea typeface="Meiryo UI" panose="020B0604030504040204" pitchFamily="34" charset="-128"/>
              </a:rPr>
              <a:t>その日のうちにバイク便で自宅まで届けてもらえる。</a:t>
            </a:r>
          </a:p>
          <a:p>
            <a:pPr algn="l">
              <a:spcBef>
                <a:spcPts val="1200"/>
              </a:spcBef>
              <a:buSzPct val="100000"/>
            </a:pPr>
            <a:r>
              <a:rPr kumimoji="1" lang="ja-JP" altLang="en-US" sz="1400">
                <a:latin typeface="Meiryo UI" panose="020B0604030504040204" pitchFamily="34" charset="-128"/>
                <a:ea typeface="Meiryo UI" panose="020B0604030504040204" pitchFamily="34" charset="-128"/>
              </a:rPr>
              <a:t>大切な人と特別な外食を楽しみたい場面では、条件やニーズに合った店舗を</a:t>
            </a:r>
            <a:br>
              <a:rPr kumimoji="1" lang="en-US" altLang="ja-JP" sz="1400" dirty="0">
                <a:latin typeface="Meiryo UI" panose="020B0604030504040204" pitchFamily="34" charset="-128"/>
                <a:ea typeface="Meiryo UI" panose="020B0604030504040204" pitchFamily="34" charset="-128"/>
              </a:rPr>
            </a:br>
            <a:r>
              <a:rPr kumimoji="1" lang="ja-JP" altLang="en-US" sz="1400">
                <a:latin typeface="Meiryo UI" panose="020B0604030504040204" pitchFamily="34" charset="-128"/>
                <a:ea typeface="Meiryo UI" panose="020B0604030504040204" pitchFamily="34" charset="-128"/>
              </a:rPr>
              <a:t>探せる予約アプリを使い、アプリ上で簡単に予約を完了させることができる。</a:t>
            </a:r>
          </a:p>
        </p:txBody>
      </p:sp>
      <p:grpSp>
        <p:nvGrpSpPr>
          <p:cNvPr id="17" name="グループ化 16">
            <a:extLst>
              <a:ext uri="{FF2B5EF4-FFF2-40B4-BE49-F238E27FC236}">
                <a16:creationId xmlns:a16="http://schemas.microsoft.com/office/drawing/2014/main" id="{72FDE0C2-3B13-867B-7763-31605066E37D}"/>
              </a:ext>
            </a:extLst>
          </p:cNvPr>
          <p:cNvGrpSpPr/>
          <p:nvPr/>
        </p:nvGrpSpPr>
        <p:grpSpPr>
          <a:xfrm>
            <a:off x="3224808" y="4105032"/>
            <a:ext cx="300074" cy="246824"/>
            <a:chOff x="2511706" y="1597306"/>
            <a:chExt cx="300074" cy="246824"/>
          </a:xfrm>
        </p:grpSpPr>
        <p:sp>
          <p:nvSpPr>
            <p:cNvPr id="18" name="正方形/長方形 17">
              <a:extLst>
                <a:ext uri="{FF2B5EF4-FFF2-40B4-BE49-F238E27FC236}">
                  <a16:creationId xmlns:a16="http://schemas.microsoft.com/office/drawing/2014/main" id="{7B379B39-1D99-A820-3B3E-A061E79FC7B1}"/>
                </a:ext>
              </a:extLst>
            </p:cNvPr>
            <p:cNvSpPr/>
            <p:nvPr/>
          </p:nvSpPr>
          <p:spPr>
            <a:xfrm>
              <a:off x="2511706" y="1597306"/>
              <a:ext cx="246824" cy="2468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2"/>
                </a:solidFill>
                <a:latin typeface="+mj-lt"/>
                <a:ea typeface="+mj-ea"/>
              </a:endParaRPr>
            </a:p>
          </p:txBody>
        </p:sp>
        <p:sp>
          <p:nvSpPr>
            <p:cNvPr id="19" name="フリーフォーム: 図形 23">
              <a:extLst>
                <a:ext uri="{FF2B5EF4-FFF2-40B4-BE49-F238E27FC236}">
                  <a16:creationId xmlns:a16="http://schemas.microsoft.com/office/drawing/2014/main" id="{DDA08B66-DBF2-A154-397B-E54861C22ADA}"/>
                </a:ext>
              </a:extLst>
            </p:cNvPr>
            <p:cNvSpPr/>
            <p:nvPr/>
          </p:nvSpPr>
          <p:spPr>
            <a:xfrm>
              <a:off x="2571750" y="1623060"/>
              <a:ext cx="240030" cy="175260"/>
            </a:xfrm>
            <a:custGeom>
              <a:avLst/>
              <a:gdLst>
                <a:gd name="csX0" fmla="*/ 0 w 240030"/>
                <a:gd name="csY0" fmla="*/ 72390 h 175260"/>
                <a:gd name="csX1" fmla="*/ 83820 w 240030"/>
                <a:gd name="csY1" fmla="*/ 175260 h 175260"/>
                <a:gd name="csX2" fmla="*/ 240030 w 240030"/>
                <a:gd name="csY2" fmla="*/ 0 h 175260"/>
              </a:gdLst>
              <a:ahLst/>
              <a:cxnLst>
                <a:cxn ang="0">
                  <a:pos x="csX0" y="csY0"/>
                </a:cxn>
                <a:cxn ang="0">
                  <a:pos x="csX1" y="csY1"/>
                </a:cxn>
                <a:cxn ang="0">
                  <a:pos x="csX2" y="csY2"/>
                </a:cxn>
              </a:cxnLst>
              <a:rect l="l" t="t" r="r" b="b"/>
              <a:pathLst>
                <a:path w="240030" h="175260">
                  <a:moveTo>
                    <a:pt x="0" y="72390"/>
                  </a:moveTo>
                  <a:lnTo>
                    <a:pt x="83820" y="175260"/>
                  </a:lnTo>
                  <a:lnTo>
                    <a:pt x="240030" y="0"/>
                  </a:lnTo>
                </a:path>
              </a:pathLst>
            </a:cu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24BDE23F-A30D-A048-7BAC-BB9C7F4A27D1}"/>
              </a:ext>
            </a:extLst>
          </p:cNvPr>
          <p:cNvGrpSpPr/>
          <p:nvPr/>
        </p:nvGrpSpPr>
        <p:grpSpPr>
          <a:xfrm>
            <a:off x="3224808" y="4691141"/>
            <a:ext cx="300074" cy="246824"/>
            <a:chOff x="2511706" y="1597306"/>
            <a:chExt cx="300074" cy="246824"/>
          </a:xfrm>
        </p:grpSpPr>
        <p:sp>
          <p:nvSpPr>
            <p:cNvPr id="21" name="正方形/長方形 20">
              <a:extLst>
                <a:ext uri="{FF2B5EF4-FFF2-40B4-BE49-F238E27FC236}">
                  <a16:creationId xmlns:a16="http://schemas.microsoft.com/office/drawing/2014/main" id="{8571590B-C278-7E79-4132-A40074976328}"/>
                </a:ext>
              </a:extLst>
            </p:cNvPr>
            <p:cNvSpPr/>
            <p:nvPr/>
          </p:nvSpPr>
          <p:spPr>
            <a:xfrm>
              <a:off x="2511706" y="1597306"/>
              <a:ext cx="246824" cy="2468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2"/>
                </a:solidFill>
                <a:latin typeface="+mj-lt"/>
                <a:ea typeface="+mj-ea"/>
              </a:endParaRPr>
            </a:p>
          </p:txBody>
        </p:sp>
        <p:sp>
          <p:nvSpPr>
            <p:cNvPr id="22" name="フリーフォーム: 図形 23">
              <a:extLst>
                <a:ext uri="{FF2B5EF4-FFF2-40B4-BE49-F238E27FC236}">
                  <a16:creationId xmlns:a16="http://schemas.microsoft.com/office/drawing/2014/main" id="{A2551BAA-9EE2-9BAD-6758-52DE7C7E4CDD}"/>
                </a:ext>
              </a:extLst>
            </p:cNvPr>
            <p:cNvSpPr/>
            <p:nvPr/>
          </p:nvSpPr>
          <p:spPr>
            <a:xfrm>
              <a:off x="2571750" y="1623060"/>
              <a:ext cx="240030" cy="175260"/>
            </a:xfrm>
            <a:custGeom>
              <a:avLst/>
              <a:gdLst>
                <a:gd name="csX0" fmla="*/ 0 w 240030"/>
                <a:gd name="csY0" fmla="*/ 72390 h 175260"/>
                <a:gd name="csX1" fmla="*/ 83820 w 240030"/>
                <a:gd name="csY1" fmla="*/ 175260 h 175260"/>
                <a:gd name="csX2" fmla="*/ 240030 w 240030"/>
                <a:gd name="csY2" fmla="*/ 0 h 175260"/>
              </a:gdLst>
              <a:ahLst/>
              <a:cxnLst>
                <a:cxn ang="0">
                  <a:pos x="csX0" y="csY0"/>
                </a:cxn>
                <a:cxn ang="0">
                  <a:pos x="csX1" y="csY1"/>
                </a:cxn>
                <a:cxn ang="0">
                  <a:pos x="csX2" y="csY2"/>
                </a:cxn>
              </a:cxnLst>
              <a:rect l="l" t="t" r="r" b="b"/>
              <a:pathLst>
                <a:path w="240030" h="175260">
                  <a:moveTo>
                    <a:pt x="0" y="72390"/>
                  </a:moveTo>
                  <a:lnTo>
                    <a:pt x="83820" y="175260"/>
                  </a:lnTo>
                  <a:lnTo>
                    <a:pt x="240030" y="0"/>
                  </a:lnTo>
                </a:path>
              </a:pathLst>
            </a:cu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7531D0E6-7A86-E034-5097-AF20A0DEBB8C}"/>
              </a:ext>
            </a:extLst>
          </p:cNvPr>
          <p:cNvSpPr txBox="1"/>
          <p:nvPr/>
        </p:nvSpPr>
        <p:spPr>
          <a:xfrm>
            <a:off x="2054942" y="5450482"/>
            <a:ext cx="72768" cy="288147"/>
          </a:xfrm>
          <a:prstGeom prst="rect">
            <a:avLst/>
          </a:prstGeom>
          <a:noFill/>
        </p:spPr>
        <p:txBody>
          <a:bodyPr wrap="none" lIns="36000" tIns="36000" rIns="36000" bIns="36000" rtlCol="0" anchor="ctr">
            <a:spAutoFit/>
          </a:bodyPr>
          <a:lstStyle/>
          <a:p>
            <a:pPr algn="l">
              <a:spcBef>
                <a:spcPts val="600"/>
              </a:spcBef>
              <a:buSzPct val="100000"/>
            </a:pPr>
            <a:endParaRPr kumimoji="1" lang="ja-JP" altLang="en-US" sz="140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5470591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0D12B595-6814-5DEA-E3BA-79F87477B4AD}"/>
              </a:ext>
            </a:extLst>
          </p:cNvPr>
          <p:cNvSpPr>
            <a:spLocks noGrp="1"/>
          </p:cNvSpPr>
          <p:nvPr>
            <p:ph type="body" sz="quarter" idx="18"/>
          </p:nvPr>
        </p:nvSpPr>
        <p:spPr/>
        <p:txBody>
          <a:bodyPr/>
          <a:lstStyle/>
          <a:p>
            <a:endParaRPr kumimoji="1" lang="ja-JP" altLang="en-US"/>
          </a:p>
        </p:txBody>
      </p:sp>
      <p:sp>
        <p:nvSpPr>
          <p:cNvPr id="9" name="テキスト ボックス 8">
            <a:extLst>
              <a:ext uri="{FF2B5EF4-FFF2-40B4-BE49-F238E27FC236}">
                <a16:creationId xmlns:a16="http://schemas.microsoft.com/office/drawing/2014/main" id="{B7B3A12D-1C11-759B-8C59-18C5A23386E8}"/>
              </a:ext>
            </a:extLst>
          </p:cNvPr>
          <p:cNvSpPr txBox="1"/>
          <p:nvPr/>
        </p:nvSpPr>
        <p:spPr>
          <a:xfrm>
            <a:off x="422635" y="1567699"/>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000" b="1">
                <a:latin typeface="Meiryo UI" panose="020B0604030504040204" pitchFamily="34" charset="-128"/>
                <a:ea typeface="Meiryo UI" panose="020B0604030504040204" pitchFamily="34" charset="-128"/>
              </a:rPr>
              <a:t>白豚骨ラーメン：価格：</a:t>
            </a:r>
            <a:r>
              <a:rPr kumimoji="1" lang="en-US" altLang="ja-JP" sz="2000" b="1" dirty="0">
                <a:latin typeface="Meiryo UI" panose="020B0604030504040204" pitchFamily="34" charset="-128"/>
                <a:ea typeface="Meiryo UI" panose="020B0604030504040204" pitchFamily="34" charset="-128"/>
              </a:rPr>
              <a:t>120,000VND</a:t>
            </a:r>
            <a:r>
              <a:rPr kumimoji="1" lang="ja-JP" altLang="en-US" sz="2000" b="1">
                <a:latin typeface="Meiryo UI" panose="020B0604030504040204" pitchFamily="34" charset="-128"/>
                <a:ea typeface="Meiryo UI" panose="020B0604030504040204" pitchFamily="34" charset="-128"/>
              </a:rPr>
              <a:t>～</a:t>
            </a:r>
          </a:p>
        </p:txBody>
      </p:sp>
      <p:sp>
        <p:nvSpPr>
          <p:cNvPr id="10" name="角丸四角形 9">
            <a:extLst>
              <a:ext uri="{FF2B5EF4-FFF2-40B4-BE49-F238E27FC236}">
                <a16:creationId xmlns:a16="http://schemas.microsoft.com/office/drawing/2014/main" id="{B01CA73E-E1AA-340C-F7F8-E8AEA2D92B9A}"/>
              </a:ext>
            </a:extLst>
          </p:cNvPr>
          <p:cNvSpPr/>
          <p:nvPr/>
        </p:nvSpPr>
        <p:spPr bwMode="gray">
          <a:xfrm>
            <a:off x="1856656" y="161347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11" name="テキスト プレースホルダー 1">
            <a:extLst>
              <a:ext uri="{FF2B5EF4-FFF2-40B4-BE49-F238E27FC236}">
                <a16:creationId xmlns:a16="http://schemas.microsoft.com/office/drawing/2014/main" id="{835E89E0-BC92-F7A0-DBE7-9D35838DEA00}"/>
              </a:ext>
            </a:extLst>
          </p:cNvPr>
          <p:cNvSpPr txBox="1">
            <a:spLocks/>
          </p:cNvSpPr>
          <p:nvPr/>
        </p:nvSpPr>
        <p:spPr>
          <a:xfrm>
            <a:off x="415925" y="1023561"/>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2800">
                <a:solidFill>
                  <a:schemeClr val="accent1"/>
                </a:solidFill>
                <a:latin typeface="Meiryo UI" panose="020B0604030504040204" pitchFamily="34" charset="-128"/>
                <a:ea typeface="Meiryo UI" panose="020B0604030504040204" pitchFamily="34" charset="-128"/>
              </a:rPr>
              <a:t>名古屋発「一番軒」　看板商品</a:t>
            </a:r>
          </a:p>
        </p:txBody>
      </p:sp>
      <p:pic>
        <p:nvPicPr>
          <p:cNvPr id="1026" name="Picture 2">
            <a:extLst>
              <a:ext uri="{FF2B5EF4-FFF2-40B4-BE49-F238E27FC236}">
                <a16:creationId xmlns:a16="http://schemas.microsoft.com/office/drawing/2014/main" id="{E2711356-D006-529E-FE3D-FF2701DF89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7959" y="2113820"/>
            <a:ext cx="2977105" cy="393305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687F6883-0F6B-DB7A-5D3B-42C08BB0B8F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2921" y="2039639"/>
            <a:ext cx="4007238" cy="4007238"/>
          </a:xfrm>
          <a:prstGeom prst="rect">
            <a:avLst/>
          </a:prstGeom>
          <a:noFill/>
          <a:extLst>
            <a:ext uri="{909E8E84-426E-40DD-AFC4-6F175D3DCCD1}">
              <a14:hiddenFill xmlns:a14="http://schemas.microsoft.com/office/drawing/2010/main">
                <a:solidFill>
                  <a:srgbClr val="FFFFFF"/>
                </a:solidFill>
              </a14:hiddenFill>
            </a:ext>
          </a:extLst>
        </p:spPr>
      </p:pic>
      <p:sp>
        <p:nvSpPr>
          <p:cNvPr id="15" name="テキスト プレースホルダー 1">
            <a:extLst>
              <a:ext uri="{FF2B5EF4-FFF2-40B4-BE49-F238E27FC236}">
                <a16:creationId xmlns:a16="http://schemas.microsoft.com/office/drawing/2014/main" id="{A9C11273-4132-2A36-587D-2DF327AAA362}"/>
              </a:ext>
            </a:extLst>
          </p:cNvPr>
          <p:cNvSpPr>
            <a:spLocks noGrp="1"/>
          </p:cNvSpPr>
          <p:nvPr>
            <p:ph type="body" sz="quarter" idx="17"/>
          </p:nvPr>
        </p:nvSpPr>
        <p:spPr>
          <a:xfrm>
            <a:off x="1424607" y="6165304"/>
            <a:ext cx="8063317" cy="288925"/>
          </a:xfrm>
        </p:spPr>
        <p:txBody>
          <a:bodyPr/>
          <a:lstStyle/>
          <a:p>
            <a:r>
              <a:rPr kumimoji="1" lang="ja-JP" altLang="en-US">
                <a:solidFill>
                  <a:schemeClr val="tx1">
                    <a:lumMod val="65000"/>
                    <a:lumOff val="35000"/>
                  </a:schemeClr>
                </a:solidFill>
              </a:rPr>
              <a:t>出所：一番軒</a:t>
            </a:r>
            <a:r>
              <a:rPr lang="ja-JP" altLang="en-US">
                <a:solidFill>
                  <a:schemeClr val="tx1">
                    <a:lumMod val="65000"/>
                    <a:lumOff val="35000"/>
                  </a:schemeClr>
                </a:solidFill>
              </a:rPr>
              <a:t>の提供写真をもとに</a:t>
            </a:r>
            <a:r>
              <a:rPr kumimoji="1" lang="en-US" altLang="ja-JP">
                <a:solidFill>
                  <a:schemeClr val="tx1">
                    <a:lumMod val="65000"/>
                    <a:lumOff val="35000"/>
                  </a:schemeClr>
                </a:solidFill>
              </a:rPr>
              <a:t>InfoBank</a:t>
            </a:r>
            <a:r>
              <a:rPr kumimoji="1" lang="ja-JP" altLang="en-US">
                <a:solidFill>
                  <a:schemeClr val="tx1">
                    <a:lumMod val="65000"/>
                    <a:lumOff val="35000"/>
                  </a:schemeClr>
                </a:solidFill>
              </a:rPr>
              <a:t>作成。</a:t>
            </a:r>
          </a:p>
        </p:txBody>
      </p:sp>
      <p:pic>
        <p:nvPicPr>
          <p:cNvPr id="16" name="図 15" descr="挿絵 が含まれている画像&#10;&#10;AI 生成コンテンツは誤りを含む可能性があります。">
            <a:extLst>
              <a:ext uri="{FF2B5EF4-FFF2-40B4-BE49-F238E27FC236}">
                <a16:creationId xmlns:a16="http://schemas.microsoft.com/office/drawing/2014/main" id="{E543471C-D5DF-5A2D-2E37-C1BD6DFB7F19}"/>
              </a:ext>
            </a:extLst>
          </p:cNvPr>
          <p:cNvPicPr>
            <a:picLocks noChangeAspect="1"/>
          </p:cNvPicPr>
          <p:nvPr/>
        </p:nvPicPr>
        <p:blipFill>
          <a:blip r:embed="rId4"/>
          <a:stretch>
            <a:fillRect/>
          </a:stretch>
        </p:blipFill>
        <p:spPr>
          <a:xfrm>
            <a:off x="6177136" y="6121926"/>
            <a:ext cx="2216696" cy="475426"/>
          </a:xfrm>
          <a:prstGeom prst="rect">
            <a:avLst/>
          </a:prstGeom>
        </p:spPr>
      </p:pic>
    </p:spTree>
    <p:extLst>
      <p:ext uri="{BB962C8B-B14F-4D97-AF65-F5344CB8AC3E}">
        <p14:creationId xmlns:p14="http://schemas.microsoft.com/office/powerpoint/2010/main" val="3236399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54B63-27DE-06A8-A2B1-F851142DED11}"/>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8089EEC9-8467-F3F1-508F-26845C9ED6B2}"/>
              </a:ext>
            </a:extLst>
          </p:cNvPr>
          <p:cNvSpPr txBox="1"/>
          <p:nvPr/>
        </p:nvSpPr>
        <p:spPr>
          <a:xfrm>
            <a:off x="422635" y="836712"/>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en-US" altLang="ja-JP" sz="2000" b="1" dirty="0" err="1">
                <a:latin typeface="Meiryo UI" panose="020B0604030504040204" pitchFamily="34" charset="-128"/>
                <a:ea typeface="Meiryo UI" panose="020B0604030504040204" pitchFamily="34" charset="-128"/>
              </a:rPr>
              <a:t>Capichi</a:t>
            </a:r>
            <a:r>
              <a:rPr kumimoji="1" lang="ja-JP" altLang="en-US" sz="2000" b="1">
                <a:latin typeface="Meiryo UI" panose="020B0604030504040204" pitchFamily="34" charset="-128"/>
                <a:ea typeface="Meiryo UI" panose="020B0604030504040204" pitchFamily="34" charset="-128"/>
              </a:rPr>
              <a:t>の展開状況</a:t>
            </a:r>
          </a:p>
        </p:txBody>
      </p:sp>
      <p:sp>
        <p:nvSpPr>
          <p:cNvPr id="6" name="角丸四角形 5">
            <a:extLst>
              <a:ext uri="{FF2B5EF4-FFF2-40B4-BE49-F238E27FC236}">
                <a16:creationId xmlns:a16="http://schemas.microsoft.com/office/drawing/2014/main" id="{AA684C33-4E58-944D-B9F4-73B5CB0032F6}"/>
              </a:ext>
            </a:extLst>
          </p:cNvPr>
          <p:cNvSpPr/>
          <p:nvPr/>
        </p:nvSpPr>
        <p:spPr bwMode="gray">
          <a:xfrm>
            <a:off x="2720752" y="882489"/>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grpSp>
        <p:nvGrpSpPr>
          <p:cNvPr id="13" name="グループ化 12">
            <a:extLst>
              <a:ext uri="{FF2B5EF4-FFF2-40B4-BE49-F238E27FC236}">
                <a16:creationId xmlns:a16="http://schemas.microsoft.com/office/drawing/2014/main" id="{BAD4212C-3630-E0D1-640D-9747259FF55B}"/>
              </a:ext>
            </a:extLst>
          </p:cNvPr>
          <p:cNvGrpSpPr/>
          <p:nvPr/>
        </p:nvGrpSpPr>
        <p:grpSpPr>
          <a:xfrm>
            <a:off x="415925" y="2369320"/>
            <a:ext cx="9046689" cy="288926"/>
            <a:chOff x="415925" y="2132856"/>
            <a:chExt cx="6409283" cy="504056"/>
          </a:xfrm>
          <a:solidFill>
            <a:schemeClr val="accent1"/>
          </a:solidFill>
        </p:grpSpPr>
        <p:sp>
          <p:nvSpPr>
            <p:cNvPr id="14" name="正方形/長方形 13">
              <a:extLst>
                <a:ext uri="{FF2B5EF4-FFF2-40B4-BE49-F238E27FC236}">
                  <a16:creationId xmlns:a16="http://schemas.microsoft.com/office/drawing/2014/main" id="{3F65E460-A170-7982-4F60-250C712EFC7C}"/>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加盟店舗数</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15" name="正方形/長方形 14">
              <a:extLst>
                <a:ext uri="{FF2B5EF4-FFF2-40B4-BE49-F238E27FC236}">
                  <a16:creationId xmlns:a16="http://schemas.microsoft.com/office/drawing/2014/main" id="{592FAD96-123C-305D-BC3B-523A5A18CFE4}"/>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利用者数</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16" name="正方形/長方形 15">
              <a:extLst>
                <a:ext uri="{FF2B5EF4-FFF2-40B4-BE49-F238E27FC236}">
                  <a16:creationId xmlns:a16="http://schemas.microsoft.com/office/drawing/2014/main" id="{2D42F0E8-B0E2-2BCF-341A-3D7613D9B35A}"/>
                </a:ext>
              </a:extLst>
            </p:cNvPr>
            <p:cNvSpPr/>
            <p:nvPr/>
          </p:nvSpPr>
          <p:spPr bwMode="gray">
            <a:xfrm>
              <a:off x="473640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流通金額</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grpSp>
      <p:grpSp>
        <p:nvGrpSpPr>
          <p:cNvPr id="21" name="グループ化 20">
            <a:extLst>
              <a:ext uri="{FF2B5EF4-FFF2-40B4-BE49-F238E27FC236}">
                <a16:creationId xmlns:a16="http://schemas.microsoft.com/office/drawing/2014/main" id="{B3EC9E98-52E9-A832-7CCB-E1FDC3184961}"/>
              </a:ext>
            </a:extLst>
          </p:cNvPr>
          <p:cNvGrpSpPr/>
          <p:nvPr/>
        </p:nvGrpSpPr>
        <p:grpSpPr>
          <a:xfrm>
            <a:off x="415924" y="3356992"/>
            <a:ext cx="9046689" cy="503591"/>
            <a:chOff x="415925" y="2132856"/>
            <a:chExt cx="6409283" cy="504056"/>
          </a:xfrm>
          <a:solidFill>
            <a:schemeClr val="bg1">
              <a:lumMod val="95000"/>
            </a:schemeClr>
          </a:solidFill>
        </p:grpSpPr>
        <p:sp>
          <p:nvSpPr>
            <p:cNvPr id="30" name="正方形/長方形 29">
              <a:extLst>
                <a:ext uri="{FF2B5EF4-FFF2-40B4-BE49-F238E27FC236}">
                  <a16:creationId xmlns:a16="http://schemas.microsoft.com/office/drawing/2014/main" id="{E979A9B8-50EF-A6A9-B562-8DE37DC9318F}"/>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ベトナムの厳選された人気飲食店舗</a:t>
              </a:r>
              <a:endParaRPr kumimoji="1" lang="en-US" altLang="ja-JP" sz="1200" dirty="0">
                <a:latin typeface="Meiryo UI" panose="020B0604030504040204" pitchFamily="34" charset="-128"/>
                <a:ea typeface="Meiryo UI" panose="020B0604030504040204" pitchFamily="34" charset="-128"/>
              </a:endParaRPr>
            </a:p>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スーパーマーケットなど</a:t>
              </a:r>
              <a:endParaRPr kumimoji="1" lang="ja-JP" altLang="en-US" sz="1200" dirty="0">
                <a:latin typeface="Meiryo UI" panose="020B0604030504040204" pitchFamily="34" charset="-128"/>
                <a:ea typeface="Meiryo UI" panose="020B0604030504040204" pitchFamily="34" charset="-128"/>
              </a:endParaRPr>
            </a:p>
          </p:txBody>
        </p:sp>
        <p:sp>
          <p:nvSpPr>
            <p:cNvPr id="31" name="正方形/長方形 30">
              <a:extLst>
                <a:ext uri="{FF2B5EF4-FFF2-40B4-BE49-F238E27FC236}">
                  <a16:creationId xmlns:a16="http://schemas.microsoft.com/office/drawing/2014/main" id="{3A465634-FB0D-89AC-4ADD-3B91C77A6C2A}"/>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中高所得層のベトナム人</a:t>
              </a:r>
              <a:endParaRPr kumimoji="1" lang="en-US" altLang="ja-JP" sz="1200" dirty="0">
                <a:latin typeface="Meiryo UI" panose="020B0604030504040204" pitchFamily="34" charset="-128"/>
                <a:ea typeface="Meiryo UI" panose="020B0604030504040204" pitchFamily="34" charset="-128"/>
              </a:endParaRPr>
            </a:p>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ベトナム在住外国人など</a:t>
              </a:r>
              <a:endParaRPr kumimoji="1" lang="ja-JP" altLang="en-US" sz="1200" dirty="0">
                <a:latin typeface="Meiryo UI" panose="020B0604030504040204" pitchFamily="34" charset="-128"/>
                <a:ea typeface="Meiryo UI" panose="020B0604030504040204" pitchFamily="34" charset="-128"/>
              </a:endParaRPr>
            </a:p>
          </p:txBody>
        </p:sp>
        <p:sp>
          <p:nvSpPr>
            <p:cNvPr id="32" name="正方形/長方形 31">
              <a:extLst>
                <a:ext uri="{FF2B5EF4-FFF2-40B4-BE49-F238E27FC236}">
                  <a16:creationId xmlns:a16="http://schemas.microsoft.com/office/drawing/2014/main" id="{1CD39FC5-0160-DDE5-C01D-BFC58046FAE3}"/>
                </a:ext>
              </a:extLst>
            </p:cNvPr>
            <p:cNvSpPr/>
            <p:nvPr/>
          </p:nvSpPr>
          <p:spPr bwMode="gray">
            <a:xfrm>
              <a:off x="473640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vi-VN" altLang="ja-JP" sz="1200" dirty="0">
                  <a:ea typeface="Meiryo UI" panose="020B0604030504040204" pitchFamily="34" charset="-128"/>
                </a:rPr>
                <a:t>Capichi</a:t>
              </a:r>
              <a:r>
                <a:rPr kumimoji="1" lang="ja-JP" altLang="en-US" sz="1200">
                  <a:latin typeface="Meiryo UI" panose="020B0604030504040204" pitchFamily="34" charset="-128"/>
                  <a:ea typeface="Meiryo UI" panose="020B0604030504040204" pitchFamily="34" charset="-128"/>
                </a:rPr>
                <a:t>のプラットフォームにおける</a:t>
              </a:r>
              <a:endParaRPr kumimoji="1" lang="en-US" altLang="ja-JP" sz="1200" dirty="0">
                <a:latin typeface="Meiryo UI" panose="020B0604030504040204" pitchFamily="34" charset="-128"/>
                <a:ea typeface="Meiryo UI" panose="020B0604030504040204" pitchFamily="34" charset="-128"/>
              </a:endParaRPr>
            </a:p>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月間流通金額</a:t>
              </a:r>
              <a:endParaRPr kumimoji="1" lang="ja-JP" altLang="en-US" sz="1200" dirty="0">
                <a:latin typeface="Meiryo UI" panose="020B0604030504040204" pitchFamily="34" charset="-128"/>
                <a:ea typeface="Meiryo UI" panose="020B0604030504040204" pitchFamily="34" charset="-128"/>
              </a:endParaRPr>
            </a:p>
          </p:txBody>
        </p:sp>
      </p:grpSp>
      <p:sp>
        <p:nvSpPr>
          <p:cNvPr id="33" name="テキスト ボックス 32">
            <a:extLst>
              <a:ext uri="{FF2B5EF4-FFF2-40B4-BE49-F238E27FC236}">
                <a16:creationId xmlns:a16="http://schemas.microsoft.com/office/drawing/2014/main" id="{4F2689B0-B1A1-DC19-F76F-0B9ECADA3C0D}"/>
              </a:ext>
            </a:extLst>
          </p:cNvPr>
          <p:cNvSpPr txBox="1"/>
          <p:nvPr/>
        </p:nvSpPr>
        <p:spPr>
          <a:xfrm>
            <a:off x="1239193" y="2750841"/>
            <a:ext cx="1472125" cy="503590"/>
          </a:xfrm>
          <a:prstGeom prst="rect">
            <a:avLst/>
          </a:prstGeom>
          <a:noFill/>
        </p:spPr>
        <p:txBody>
          <a:bodyPr wrap="none" lIns="36000" tIns="36000" rIns="36000" bIns="36000" rtlCol="0" anchor="ctr">
            <a:spAutoFit/>
          </a:bodyPr>
          <a:lstStyle/>
          <a:p>
            <a:pPr algn="l">
              <a:spcBef>
                <a:spcPts val="600"/>
              </a:spcBef>
              <a:buSzPct val="100000"/>
            </a:pPr>
            <a:r>
              <a:rPr kumimoji="1" lang="en-US" altLang="ja-JP" sz="2800" b="1" dirty="0">
                <a:solidFill>
                  <a:schemeClr val="accent1"/>
                </a:solidFill>
                <a:latin typeface="Meiryo UI" panose="020B0604030504040204" pitchFamily="34" charset="-128"/>
                <a:ea typeface="Meiryo UI" panose="020B0604030504040204" pitchFamily="34" charset="-128"/>
              </a:rPr>
              <a:t>3,000+</a:t>
            </a:r>
            <a:endParaRPr kumimoji="1" lang="ja-JP" altLang="en-US" sz="2800" b="1">
              <a:solidFill>
                <a:schemeClr val="accent1"/>
              </a:solidFill>
              <a:latin typeface="Meiryo UI" panose="020B0604030504040204" pitchFamily="34" charset="-128"/>
              <a:ea typeface="Meiryo UI" panose="020B0604030504040204" pitchFamily="34" charset="-128"/>
            </a:endParaRPr>
          </a:p>
        </p:txBody>
      </p:sp>
      <p:sp>
        <p:nvSpPr>
          <p:cNvPr id="34" name="テキスト ボックス 33">
            <a:extLst>
              <a:ext uri="{FF2B5EF4-FFF2-40B4-BE49-F238E27FC236}">
                <a16:creationId xmlns:a16="http://schemas.microsoft.com/office/drawing/2014/main" id="{9CDBE5EC-51B0-4BB0-33EA-C8FEB0BBAB96}"/>
              </a:ext>
            </a:extLst>
          </p:cNvPr>
          <p:cNvSpPr txBox="1"/>
          <p:nvPr/>
        </p:nvSpPr>
        <p:spPr>
          <a:xfrm>
            <a:off x="3973281" y="2750841"/>
            <a:ext cx="1959438" cy="503590"/>
          </a:xfrm>
          <a:prstGeom prst="rect">
            <a:avLst/>
          </a:prstGeom>
          <a:noFill/>
        </p:spPr>
        <p:txBody>
          <a:bodyPr wrap="none" lIns="36000" tIns="36000" rIns="36000" bIns="36000" rtlCol="0" anchor="ctr">
            <a:spAutoFit/>
          </a:bodyPr>
          <a:lstStyle/>
          <a:p>
            <a:pPr algn="l">
              <a:spcBef>
                <a:spcPts val="600"/>
              </a:spcBef>
              <a:buSzPct val="100000"/>
            </a:pPr>
            <a:r>
              <a:rPr kumimoji="1" lang="en-US" altLang="ja-JP" sz="2800" b="1" dirty="0">
                <a:solidFill>
                  <a:schemeClr val="accent1"/>
                </a:solidFill>
                <a:latin typeface="Meiryo UI" panose="020B0604030504040204" pitchFamily="34" charset="-128"/>
                <a:ea typeface="Meiryo UI" panose="020B0604030504040204" pitchFamily="34" charset="-128"/>
              </a:rPr>
              <a:t>300,000+</a:t>
            </a:r>
            <a:endParaRPr kumimoji="1" lang="ja-JP" altLang="en-US" sz="2800" b="1">
              <a:solidFill>
                <a:schemeClr val="accent1"/>
              </a:solidFill>
              <a:latin typeface="Meiryo UI" panose="020B0604030504040204" pitchFamily="34" charset="-128"/>
              <a:ea typeface="Meiryo UI" panose="020B0604030504040204" pitchFamily="34" charset="-128"/>
            </a:endParaRPr>
          </a:p>
        </p:txBody>
      </p:sp>
      <p:sp>
        <p:nvSpPr>
          <p:cNvPr id="35" name="テキスト ボックス 34">
            <a:extLst>
              <a:ext uri="{FF2B5EF4-FFF2-40B4-BE49-F238E27FC236}">
                <a16:creationId xmlns:a16="http://schemas.microsoft.com/office/drawing/2014/main" id="{6738C375-2B1D-214F-6B21-BC70659443D2}"/>
              </a:ext>
            </a:extLst>
          </p:cNvPr>
          <p:cNvSpPr txBox="1"/>
          <p:nvPr/>
        </p:nvSpPr>
        <p:spPr>
          <a:xfrm>
            <a:off x="6651875" y="2750841"/>
            <a:ext cx="2693613" cy="442035"/>
          </a:xfrm>
          <a:prstGeom prst="rect">
            <a:avLst/>
          </a:prstGeom>
          <a:noFill/>
        </p:spPr>
        <p:txBody>
          <a:bodyPr wrap="none" lIns="36000" tIns="36000" rIns="36000" bIns="36000" rtlCol="0" anchor="ctr">
            <a:spAutoFit/>
          </a:bodyPr>
          <a:lstStyle/>
          <a:p>
            <a:pPr algn="l">
              <a:spcBef>
                <a:spcPts val="600"/>
              </a:spcBef>
              <a:buSzPct val="100000"/>
            </a:pPr>
            <a:r>
              <a:rPr kumimoji="1" lang="en-US" altLang="ja-JP" sz="2400" b="1" dirty="0">
                <a:solidFill>
                  <a:schemeClr val="accent1"/>
                </a:solidFill>
                <a:latin typeface="Meiryo UI" panose="020B0604030504040204" pitchFamily="34" charset="-128"/>
                <a:ea typeface="Meiryo UI" panose="020B0604030504040204" pitchFamily="34" charset="-128"/>
              </a:rPr>
              <a:t>1,000,000+USD</a:t>
            </a:r>
            <a:endParaRPr kumimoji="1" lang="ja-JP" altLang="en-US" sz="2400" b="1">
              <a:solidFill>
                <a:schemeClr val="accent1"/>
              </a:solidFill>
              <a:latin typeface="Meiryo UI" panose="020B0604030504040204" pitchFamily="34" charset="-128"/>
              <a:ea typeface="Meiryo UI" panose="020B0604030504040204" pitchFamily="34" charset="-128"/>
            </a:endParaRPr>
          </a:p>
        </p:txBody>
      </p:sp>
      <p:grpSp>
        <p:nvGrpSpPr>
          <p:cNvPr id="36" name="グループ化 35">
            <a:extLst>
              <a:ext uri="{FF2B5EF4-FFF2-40B4-BE49-F238E27FC236}">
                <a16:creationId xmlns:a16="http://schemas.microsoft.com/office/drawing/2014/main" id="{C8E3DB6E-4DB0-75D9-EE78-7C037FB8A6FE}"/>
              </a:ext>
            </a:extLst>
          </p:cNvPr>
          <p:cNvGrpSpPr/>
          <p:nvPr/>
        </p:nvGrpSpPr>
        <p:grpSpPr>
          <a:xfrm>
            <a:off x="1975255" y="4004599"/>
            <a:ext cx="5997515" cy="288926"/>
            <a:chOff x="415925" y="2132856"/>
            <a:chExt cx="4249043" cy="504056"/>
          </a:xfrm>
          <a:solidFill>
            <a:schemeClr val="accent1"/>
          </a:solidFill>
        </p:grpSpPr>
        <p:sp>
          <p:nvSpPr>
            <p:cNvPr id="37" name="正方形/長方形 36">
              <a:extLst>
                <a:ext uri="{FF2B5EF4-FFF2-40B4-BE49-F238E27FC236}">
                  <a16:creationId xmlns:a16="http://schemas.microsoft.com/office/drawing/2014/main" id="{81ED1124-F91E-E5F2-C23E-0802DA3E727B}"/>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対応言語</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8" name="正方形/長方形 37">
              <a:extLst>
                <a:ext uri="{FF2B5EF4-FFF2-40B4-BE49-F238E27FC236}">
                  <a16:creationId xmlns:a16="http://schemas.microsoft.com/office/drawing/2014/main" id="{33E63B0F-4A77-6604-C788-B3C533B5C253}"/>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チャット機能</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grpSp>
      <p:grpSp>
        <p:nvGrpSpPr>
          <p:cNvPr id="40" name="グループ化 39">
            <a:extLst>
              <a:ext uri="{FF2B5EF4-FFF2-40B4-BE49-F238E27FC236}">
                <a16:creationId xmlns:a16="http://schemas.microsoft.com/office/drawing/2014/main" id="{40852E3A-7DE1-E6D3-1685-131C31A6AFEB}"/>
              </a:ext>
            </a:extLst>
          </p:cNvPr>
          <p:cNvGrpSpPr/>
          <p:nvPr/>
        </p:nvGrpSpPr>
        <p:grpSpPr>
          <a:xfrm>
            <a:off x="1975255" y="5100891"/>
            <a:ext cx="5997515" cy="503591"/>
            <a:chOff x="415925" y="2132856"/>
            <a:chExt cx="4249043" cy="504056"/>
          </a:xfrm>
          <a:solidFill>
            <a:schemeClr val="bg1">
              <a:lumMod val="95000"/>
            </a:schemeClr>
          </a:solidFill>
        </p:grpSpPr>
        <p:sp>
          <p:nvSpPr>
            <p:cNvPr id="41" name="正方形/長方形 40">
              <a:extLst>
                <a:ext uri="{FF2B5EF4-FFF2-40B4-BE49-F238E27FC236}">
                  <a16:creationId xmlns:a16="http://schemas.microsoft.com/office/drawing/2014/main" id="{7BA4A72B-EDDE-72E3-78C0-2664B1CC556E}"/>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ベトナム語、英語、日本語、韓国語、</a:t>
              </a:r>
              <a:endParaRPr kumimoji="1" lang="en-US" altLang="ja-JP" sz="1200" dirty="0">
                <a:latin typeface="Meiryo UI" panose="020B0604030504040204" pitchFamily="34" charset="-128"/>
                <a:ea typeface="Meiryo UI" panose="020B0604030504040204" pitchFamily="34" charset="-128"/>
              </a:endParaRPr>
            </a:p>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フランス語、中国語</a:t>
              </a:r>
              <a:r>
                <a:rPr kumimoji="1" lang="en-US" altLang="ja-JP" sz="1200" dirty="0">
                  <a:latin typeface="Meiryo UI" panose="020B0604030504040204" pitchFamily="34" charset="-128"/>
                  <a:ea typeface="Meiryo UI" panose="020B0604030504040204" pitchFamily="34" charset="-128"/>
                </a:rPr>
                <a:t>〈</a:t>
              </a:r>
              <a:r>
                <a:rPr kumimoji="1" lang="ja-JP" altLang="en-US" sz="1200">
                  <a:latin typeface="Meiryo UI" panose="020B0604030504040204" pitchFamily="34" charset="-128"/>
                  <a:ea typeface="Meiryo UI" panose="020B0604030504040204" pitchFamily="34" charset="-128"/>
                </a:rPr>
                <a:t>簡体字・繁体字</a:t>
              </a:r>
              <a:r>
                <a:rPr kumimoji="1" lang="en-US" altLang="ja-JP" sz="1200" dirty="0">
                  <a:latin typeface="Meiryo UI" panose="020B0604030504040204" pitchFamily="34" charset="-128"/>
                  <a:ea typeface="Meiryo UI" panose="020B0604030504040204" pitchFamily="34" charset="-128"/>
                </a:rPr>
                <a:t>〉</a:t>
              </a:r>
              <a:endParaRPr kumimoji="1" lang="ja-JP" altLang="en-US" sz="1200" dirty="0">
                <a:latin typeface="Meiryo UI" panose="020B0604030504040204" pitchFamily="34" charset="-128"/>
                <a:ea typeface="Meiryo UI" panose="020B0604030504040204" pitchFamily="34" charset="-128"/>
              </a:endParaRPr>
            </a:p>
          </p:txBody>
        </p:sp>
        <p:sp>
          <p:nvSpPr>
            <p:cNvPr id="42" name="正方形/長方形 41">
              <a:extLst>
                <a:ext uri="{FF2B5EF4-FFF2-40B4-BE49-F238E27FC236}">
                  <a16:creationId xmlns:a16="http://schemas.microsoft.com/office/drawing/2014/main" id="{528CD417-C8F4-39F2-689D-B6C5B8492A9A}"/>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latin typeface="Meiryo UI" panose="020B0604030504040204" pitchFamily="34" charset="-128"/>
                  <a:ea typeface="Meiryo UI" panose="020B0604030504040204" pitchFamily="34" charset="-128"/>
                </a:rPr>
                <a:t>リアルタイムのチャットサポート</a:t>
              </a:r>
              <a:endParaRPr kumimoji="1" lang="en-US" altLang="ja-JP" sz="1200" dirty="0">
                <a:latin typeface="Meiryo UI" panose="020B0604030504040204" pitchFamily="34" charset="-128"/>
                <a:ea typeface="Meiryo UI" panose="020B0604030504040204" pitchFamily="34" charset="-128"/>
              </a:endParaRPr>
            </a:p>
            <a:p>
              <a:pPr algn="ctr">
                <a:buFont typeface="Wingdings 2" pitchFamily="18" charset="2"/>
                <a:buNone/>
              </a:pPr>
              <a:r>
                <a:rPr kumimoji="1" lang="en-US" altLang="ja-JP" sz="1100" dirty="0">
                  <a:latin typeface="Meiryo UI" panose="020B0604030504040204" pitchFamily="34" charset="-128"/>
                  <a:ea typeface="Meiryo UI" panose="020B0604030504040204" pitchFamily="34" charset="-128"/>
                </a:rPr>
                <a:t>(5</a:t>
              </a:r>
              <a:r>
                <a:rPr kumimoji="1" lang="ja-JP" altLang="en-US" sz="1100">
                  <a:latin typeface="Meiryo UI" panose="020B0604030504040204" pitchFamily="34" charset="-128"/>
                  <a:ea typeface="Meiryo UI" panose="020B0604030504040204" pitchFamily="34" charset="-128"/>
                </a:rPr>
                <a:t>ヶ国語でのリアルタイムのチャット機能を搭載</a:t>
              </a:r>
              <a:r>
                <a:rPr kumimoji="1" lang="en-US" altLang="ja-JP" sz="1100" dirty="0">
                  <a:latin typeface="Meiryo UI" panose="020B0604030504040204" pitchFamily="34" charset="-128"/>
                  <a:ea typeface="Meiryo UI" panose="020B0604030504040204" pitchFamily="34" charset="-128"/>
                </a:rPr>
                <a:t>)</a:t>
              </a:r>
              <a:endParaRPr kumimoji="1" lang="ja-JP" altLang="en-US" sz="1100" dirty="0">
                <a:latin typeface="Meiryo UI" panose="020B0604030504040204" pitchFamily="34" charset="-128"/>
                <a:ea typeface="Meiryo UI" panose="020B0604030504040204" pitchFamily="34" charset="-128"/>
              </a:endParaRPr>
            </a:p>
          </p:txBody>
        </p:sp>
      </p:grpSp>
      <p:sp>
        <p:nvSpPr>
          <p:cNvPr id="44" name="テキスト ボックス 43">
            <a:extLst>
              <a:ext uri="{FF2B5EF4-FFF2-40B4-BE49-F238E27FC236}">
                <a16:creationId xmlns:a16="http://schemas.microsoft.com/office/drawing/2014/main" id="{DD64BC5C-B7DE-41BB-F0B1-977B92549AD9}"/>
              </a:ext>
            </a:extLst>
          </p:cNvPr>
          <p:cNvSpPr txBox="1"/>
          <p:nvPr/>
        </p:nvSpPr>
        <p:spPr>
          <a:xfrm>
            <a:off x="2576736" y="4437112"/>
            <a:ext cx="2001116" cy="503590"/>
          </a:xfrm>
          <a:prstGeom prst="rect">
            <a:avLst/>
          </a:prstGeom>
          <a:noFill/>
        </p:spPr>
        <p:txBody>
          <a:bodyPr wrap="none" lIns="36000" tIns="36000" rIns="36000" bIns="36000" rtlCol="0" anchor="ctr">
            <a:spAutoFit/>
          </a:bodyPr>
          <a:lstStyle/>
          <a:p>
            <a:pPr algn="l">
              <a:spcBef>
                <a:spcPts val="600"/>
              </a:spcBef>
              <a:buSzPct val="100000"/>
            </a:pPr>
            <a:r>
              <a:rPr kumimoji="1" lang="en-US" altLang="ja-JP" sz="2800" b="1" dirty="0">
                <a:solidFill>
                  <a:schemeClr val="accent1"/>
                </a:solidFill>
                <a:latin typeface="Meiryo UI" panose="020B0604030504040204" pitchFamily="34" charset="-128"/>
                <a:ea typeface="Meiryo UI" panose="020B0604030504040204" pitchFamily="34" charset="-128"/>
              </a:rPr>
              <a:t>7</a:t>
            </a:r>
            <a:r>
              <a:rPr kumimoji="1" lang="ja-JP" altLang="en-US" sz="2800" b="1">
                <a:solidFill>
                  <a:schemeClr val="accent1"/>
                </a:solidFill>
                <a:latin typeface="Meiryo UI" panose="020B0604030504040204" pitchFamily="34" charset="-128"/>
                <a:ea typeface="Meiryo UI" panose="020B0604030504040204" pitchFamily="34" charset="-128"/>
              </a:rPr>
              <a:t>ヶ言語対応</a:t>
            </a:r>
          </a:p>
        </p:txBody>
      </p:sp>
      <p:sp>
        <p:nvSpPr>
          <p:cNvPr id="45" name="テキスト ボックス 44">
            <a:extLst>
              <a:ext uri="{FF2B5EF4-FFF2-40B4-BE49-F238E27FC236}">
                <a16:creationId xmlns:a16="http://schemas.microsoft.com/office/drawing/2014/main" id="{281B02B6-7982-A59D-3F0B-C5CE24DA5A7F}"/>
              </a:ext>
            </a:extLst>
          </p:cNvPr>
          <p:cNvSpPr txBox="1"/>
          <p:nvPr/>
        </p:nvSpPr>
        <p:spPr>
          <a:xfrm>
            <a:off x="5457056" y="4437112"/>
            <a:ext cx="2001116" cy="503590"/>
          </a:xfrm>
          <a:prstGeom prst="rect">
            <a:avLst/>
          </a:prstGeom>
          <a:noFill/>
        </p:spPr>
        <p:txBody>
          <a:bodyPr wrap="none" lIns="36000" tIns="36000" rIns="36000" bIns="36000" rtlCol="0" anchor="ctr">
            <a:spAutoFit/>
          </a:bodyPr>
          <a:lstStyle/>
          <a:p>
            <a:pPr algn="l">
              <a:spcBef>
                <a:spcPts val="600"/>
              </a:spcBef>
              <a:buSzPct val="100000"/>
            </a:pPr>
            <a:r>
              <a:rPr kumimoji="1" lang="en-US" altLang="ja-JP" sz="2800" b="1" dirty="0">
                <a:solidFill>
                  <a:schemeClr val="accent1"/>
                </a:solidFill>
                <a:latin typeface="Meiryo UI" panose="020B0604030504040204" pitchFamily="34" charset="-128"/>
                <a:ea typeface="Meiryo UI" panose="020B0604030504040204" pitchFamily="34" charset="-128"/>
              </a:rPr>
              <a:t>5</a:t>
            </a:r>
            <a:r>
              <a:rPr kumimoji="1" lang="ja-JP" altLang="en-US" sz="2800" b="1">
                <a:solidFill>
                  <a:schemeClr val="accent1"/>
                </a:solidFill>
                <a:latin typeface="Meiryo UI" panose="020B0604030504040204" pitchFamily="34" charset="-128"/>
                <a:ea typeface="Meiryo UI" panose="020B0604030504040204" pitchFamily="34" charset="-128"/>
              </a:rPr>
              <a:t>ヶ言語対応</a:t>
            </a:r>
          </a:p>
        </p:txBody>
      </p:sp>
      <p:sp>
        <p:nvSpPr>
          <p:cNvPr id="46" name="テキスト プレースホルダー 1">
            <a:extLst>
              <a:ext uri="{FF2B5EF4-FFF2-40B4-BE49-F238E27FC236}">
                <a16:creationId xmlns:a16="http://schemas.microsoft.com/office/drawing/2014/main" id="{29071E3A-3168-EED9-832D-68342049F942}"/>
              </a:ext>
            </a:extLst>
          </p:cNvPr>
          <p:cNvSpPr>
            <a:spLocks noGrp="1"/>
          </p:cNvSpPr>
          <p:nvPr>
            <p:ph type="body" sz="quarter" idx="17"/>
          </p:nvPr>
        </p:nvSpPr>
        <p:spPr>
          <a:xfrm>
            <a:off x="1280592" y="5833894"/>
            <a:ext cx="8063317" cy="288925"/>
          </a:xfrm>
        </p:spPr>
        <p:txBody>
          <a:bodyPr/>
          <a:lstStyle/>
          <a:p>
            <a:r>
              <a:rPr kumimoji="1" lang="ja-JP" altLang="en-US">
                <a:solidFill>
                  <a:schemeClr val="tx1">
                    <a:lumMod val="65000"/>
                    <a:lumOff val="35000"/>
                  </a:schemeClr>
                </a:solidFill>
              </a:rPr>
              <a:t>出所：</a:t>
            </a:r>
            <a:r>
              <a:rPr kumimoji="1" lang="en-US" altLang="ja-JP" dirty="0" err="1">
                <a:solidFill>
                  <a:schemeClr val="tx1">
                    <a:lumMod val="65000"/>
                    <a:lumOff val="35000"/>
                  </a:schemeClr>
                </a:solidFill>
              </a:rPr>
              <a:t>Capichi</a:t>
            </a:r>
            <a:r>
              <a:rPr kumimoji="1" lang="ja-JP" altLang="en-US">
                <a:solidFill>
                  <a:schemeClr val="tx1">
                    <a:lumMod val="65000"/>
                    <a:lumOff val="35000"/>
                  </a:schemeClr>
                </a:solidFill>
              </a:rPr>
              <a:t>からの受領資料をもとに</a:t>
            </a:r>
            <a:r>
              <a:rPr kumimoji="1" lang="en-US" altLang="ja-JP" dirty="0" err="1">
                <a:solidFill>
                  <a:schemeClr val="tx1">
                    <a:lumMod val="65000"/>
                    <a:lumOff val="35000"/>
                  </a:schemeClr>
                </a:solidFill>
              </a:rPr>
              <a:t>InfoBank</a:t>
            </a:r>
            <a:r>
              <a:rPr kumimoji="1" lang="ja-JP" altLang="en-US">
                <a:solidFill>
                  <a:schemeClr val="tx1">
                    <a:lumMod val="65000"/>
                    <a:lumOff val="35000"/>
                  </a:schemeClr>
                </a:solidFill>
              </a:rPr>
              <a:t>作成。</a:t>
            </a:r>
          </a:p>
        </p:txBody>
      </p:sp>
      <p:pic>
        <p:nvPicPr>
          <p:cNvPr id="47" name="図 46" descr="挿絵 が含まれている画像&#10;&#10;AI 生成コンテンツは誤りを含む可能性があります。">
            <a:extLst>
              <a:ext uri="{FF2B5EF4-FFF2-40B4-BE49-F238E27FC236}">
                <a16:creationId xmlns:a16="http://schemas.microsoft.com/office/drawing/2014/main" id="{830E8499-2589-5C17-6C14-9E6FA6CCB808}"/>
              </a:ext>
            </a:extLst>
          </p:cNvPr>
          <p:cNvPicPr>
            <a:picLocks noChangeAspect="1"/>
          </p:cNvPicPr>
          <p:nvPr/>
        </p:nvPicPr>
        <p:blipFill>
          <a:blip r:embed="rId3"/>
          <a:stretch>
            <a:fillRect/>
          </a:stretch>
        </p:blipFill>
        <p:spPr>
          <a:xfrm>
            <a:off x="6033121" y="5689878"/>
            <a:ext cx="2216696" cy="475426"/>
          </a:xfrm>
          <a:prstGeom prst="rect">
            <a:avLst/>
          </a:prstGeom>
        </p:spPr>
      </p:pic>
      <p:pic>
        <p:nvPicPr>
          <p:cNvPr id="48" name="図 47">
            <a:extLst>
              <a:ext uri="{FF2B5EF4-FFF2-40B4-BE49-F238E27FC236}">
                <a16:creationId xmlns:a16="http://schemas.microsoft.com/office/drawing/2014/main" id="{09920F18-A066-D5A7-6C63-6DF603275391}"/>
              </a:ext>
            </a:extLst>
          </p:cNvPr>
          <p:cNvPicPr>
            <a:picLocks noChangeAspect="1"/>
          </p:cNvPicPr>
          <p:nvPr/>
        </p:nvPicPr>
        <p:blipFill>
          <a:blip r:embed="rId4"/>
          <a:stretch>
            <a:fillRect/>
          </a:stretch>
        </p:blipFill>
        <p:spPr>
          <a:xfrm>
            <a:off x="3449425" y="1288563"/>
            <a:ext cx="2808313" cy="831261"/>
          </a:xfrm>
          <a:prstGeom prst="rect">
            <a:avLst/>
          </a:prstGeom>
        </p:spPr>
      </p:pic>
    </p:spTree>
    <p:extLst>
      <p:ext uri="{BB962C8B-B14F-4D97-AF65-F5344CB8AC3E}">
        <p14:creationId xmlns:p14="http://schemas.microsoft.com/office/powerpoint/2010/main" val="4581244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5C842-42FB-072E-C424-5BC5A7CE14B4}"/>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2EAB698-ED92-2D7F-CB09-328A66036CC5}"/>
              </a:ext>
            </a:extLst>
          </p:cNvPr>
          <p:cNvSpPr>
            <a:spLocks noGrp="1"/>
          </p:cNvSpPr>
          <p:nvPr>
            <p:ph type="body" sz="quarter" idx="17"/>
          </p:nvPr>
        </p:nvSpPr>
        <p:spPr>
          <a:xfrm>
            <a:off x="1424607" y="5977910"/>
            <a:ext cx="8063317" cy="288925"/>
          </a:xfrm>
        </p:spPr>
        <p:txBody>
          <a:bodyPr/>
          <a:lstStyle/>
          <a:p>
            <a:r>
              <a:rPr kumimoji="1" lang="ja-JP" altLang="en-US">
                <a:solidFill>
                  <a:schemeClr val="tx1">
                    <a:lumMod val="65000"/>
                    <a:lumOff val="35000"/>
                  </a:schemeClr>
                </a:solidFill>
              </a:rPr>
              <a:t>出所：</a:t>
            </a:r>
            <a:r>
              <a:rPr kumimoji="1" lang="en-US" altLang="ja-JP" dirty="0" err="1">
                <a:solidFill>
                  <a:schemeClr val="tx1">
                    <a:lumMod val="65000"/>
                    <a:lumOff val="35000"/>
                  </a:schemeClr>
                </a:solidFill>
              </a:rPr>
              <a:t>InfoBank</a:t>
            </a:r>
            <a:r>
              <a:rPr kumimoji="1" lang="ja-JP" altLang="en-US">
                <a:solidFill>
                  <a:schemeClr val="tx1">
                    <a:lumMod val="65000"/>
                    <a:lumOff val="35000"/>
                  </a:schemeClr>
                </a:solidFill>
              </a:rPr>
              <a:t>作成。</a:t>
            </a:r>
          </a:p>
        </p:txBody>
      </p:sp>
      <p:sp>
        <p:nvSpPr>
          <p:cNvPr id="5" name="テキスト ボックス 4">
            <a:extLst>
              <a:ext uri="{FF2B5EF4-FFF2-40B4-BE49-F238E27FC236}">
                <a16:creationId xmlns:a16="http://schemas.microsoft.com/office/drawing/2014/main" id="{F5EC8FD6-199A-A919-9DBA-2A8D47CA6F28}"/>
              </a:ext>
            </a:extLst>
          </p:cNvPr>
          <p:cNvSpPr txBox="1"/>
          <p:nvPr/>
        </p:nvSpPr>
        <p:spPr>
          <a:xfrm>
            <a:off x="422635" y="1380850"/>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000" b="1">
                <a:latin typeface="Meiryo UI" panose="020B0604030504040204" pitchFamily="34" charset="-128"/>
                <a:ea typeface="Meiryo UI" panose="020B0604030504040204" pitchFamily="34" charset="-128"/>
              </a:rPr>
              <a:t>ベトナムで信頼できるグルメ情報が不足する</a:t>
            </a:r>
            <a:r>
              <a:rPr kumimoji="1" lang="en-US" altLang="ja-JP" sz="2000" b="1" dirty="0">
                <a:latin typeface="Meiryo UI" panose="020B0604030504040204" pitchFamily="34" charset="-128"/>
                <a:ea typeface="Meiryo UI" panose="020B0604030504040204" pitchFamily="34" charset="-128"/>
              </a:rPr>
              <a:t>3</a:t>
            </a:r>
            <a:r>
              <a:rPr kumimoji="1" lang="ja-JP" altLang="en-US" sz="2000" b="1">
                <a:latin typeface="Meiryo UI" panose="020B0604030504040204" pitchFamily="34" charset="-128"/>
                <a:ea typeface="Meiryo UI" panose="020B0604030504040204" pitchFamily="34" charset="-128"/>
              </a:rPr>
              <a:t>つの背景</a:t>
            </a:r>
          </a:p>
        </p:txBody>
      </p:sp>
      <p:sp>
        <p:nvSpPr>
          <p:cNvPr id="6" name="角丸四角形 5">
            <a:extLst>
              <a:ext uri="{FF2B5EF4-FFF2-40B4-BE49-F238E27FC236}">
                <a16:creationId xmlns:a16="http://schemas.microsoft.com/office/drawing/2014/main" id="{B7E37C0B-8DD2-35A8-C094-C1DB28B0B3EA}"/>
              </a:ext>
            </a:extLst>
          </p:cNvPr>
          <p:cNvSpPr/>
          <p:nvPr/>
        </p:nvSpPr>
        <p:spPr bwMode="gray">
          <a:xfrm>
            <a:off x="1280593" y="1426627"/>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E00F0ED1-8AD1-48D2-A6AB-4A1157142AD8}"/>
              </a:ext>
            </a:extLst>
          </p:cNvPr>
          <p:cNvSpPr txBox="1">
            <a:spLocks/>
          </p:cNvSpPr>
          <p:nvPr/>
        </p:nvSpPr>
        <p:spPr>
          <a:xfrm>
            <a:off x="415925" y="836712"/>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2800">
                <a:solidFill>
                  <a:schemeClr val="accent1"/>
                </a:solidFill>
                <a:latin typeface="Meiryo UI" panose="020B0604030504040204" pitchFamily="34" charset="-128"/>
                <a:ea typeface="Meiryo UI" panose="020B0604030504040204" pitchFamily="34" charset="-128"/>
              </a:rPr>
              <a:t>ベトナムでは信頼できるグルメ情報が不足している</a:t>
            </a: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0CA5A5E4-F8E2-8EE6-E03C-D41811D62AC6}"/>
              </a:ext>
            </a:extLst>
          </p:cNvPr>
          <p:cNvPicPr>
            <a:picLocks noChangeAspect="1"/>
          </p:cNvPicPr>
          <p:nvPr/>
        </p:nvPicPr>
        <p:blipFill>
          <a:blip r:embed="rId3"/>
          <a:stretch>
            <a:fillRect/>
          </a:stretch>
        </p:blipFill>
        <p:spPr>
          <a:xfrm>
            <a:off x="6177136" y="5833894"/>
            <a:ext cx="2216696" cy="475426"/>
          </a:xfrm>
          <a:prstGeom prst="rect">
            <a:avLst/>
          </a:prstGeom>
        </p:spPr>
      </p:pic>
      <p:sp>
        <p:nvSpPr>
          <p:cNvPr id="23" name="テキスト ボックス 22">
            <a:extLst>
              <a:ext uri="{FF2B5EF4-FFF2-40B4-BE49-F238E27FC236}">
                <a16:creationId xmlns:a16="http://schemas.microsoft.com/office/drawing/2014/main" id="{91C0BA25-7596-027C-1846-2211B1A57570}"/>
              </a:ext>
            </a:extLst>
          </p:cNvPr>
          <p:cNvSpPr txBox="1"/>
          <p:nvPr/>
        </p:nvSpPr>
        <p:spPr>
          <a:xfrm>
            <a:off x="2054942" y="5450482"/>
            <a:ext cx="72768" cy="288147"/>
          </a:xfrm>
          <a:prstGeom prst="rect">
            <a:avLst/>
          </a:prstGeom>
          <a:noFill/>
        </p:spPr>
        <p:txBody>
          <a:bodyPr wrap="none" lIns="36000" tIns="36000" rIns="36000" bIns="36000" rtlCol="0" anchor="ctr">
            <a:spAutoFit/>
          </a:bodyPr>
          <a:lstStyle/>
          <a:p>
            <a:pPr algn="l">
              <a:spcBef>
                <a:spcPts val="600"/>
              </a:spcBef>
              <a:buSzPct val="100000"/>
            </a:pPr>
            <a:endParaRPr kumimoji="1" lang="ja-JP" altLang="en-US" sz="1400">
              <a:latin typeface="Meiryo UI" panose="020B0604030504040204" pitchFamily="34" charset="-128"/>
              <a:ea typeface="Meiryo UI" panose="020B0604030504040204" pitchFamily="34" charset="-128"/>
            </a:endParaRPr>
          </a:p>
        </p:txBody>
      </p:sp>
      <p:grpSp>
        <p:nvGrpSpPr>
          <p:cNvPr id="8" name="グループ化 7">
            <a:extLst>
              <a:ext uri="{FF2B5EF4-FFF2-40B4-BE49-F238E27FC236}">
                <a16:creationId xmlns:a16="http://schemas.microsoft.com/office/drawing/2014/main" id="{D7E69E0E-FDE5-26B6-7459-C1078088BE7E}"/>
              </a:ext>
            </a:extLst>
          </p:cNvPr>
          <p:cNvGrpSpPr/>
          <p:nvPr/>
        </p:nvGrpSpPr>
        <p:grpSpPr>
          <a:xfrm>
            <a:off x="415925" y="2182471"/>
            <a:ext cx="9046689" cy="288926"/>
            <a:chOff x="415925" y="2132856"/>
            <a:chExt cx="6409283" cy="504056"/>
          </a:xfrm>
          <a:solidFill>
            <a:schemeClr val="accent1"/>
          </a:solidFill>
        </p:grpSpPr>
        <p:sp>
          <p:nvSpPr>
            <p:cNvPr id="9" name="正方形/長方形 8">
              <a:extLst>
                <a:ext uri="{FF2B5EF4-FFF2-40B4-BE49-F238E27FC236}">
                  <a16:creationId xmlns:a16="http://schemas.microsoft.com/office/drawing/2014/main" id="{F4E275EB-F12A-F7C8-F783-3FEE270B1488}"/>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 デリバリー大手</a:t>
              </a:r>
              <a:r>
                <a:rPr kumimoji="1" lang="en-US" altLang="ja-JP" sz="1400" dirty="0">
                  <a:solidFill>
                    <a:schemeClr val="bg1"/>
                  </a:solidFill>
                  <a:latin typeface="Meiryo UI" panose="020B0604030504040204" pitchFamily="34" charset="-128"/>
                  <a:ea typeface="Meiryo UI" panose="020B0604030504040204" pitchFamily="34" charset="-128"/>
                </a:rPr>
                <a:t>2</a:t>
              </a:r>
              <a:r>
                <a:rPr kumimoji="1" lang="ja-JP" altLang="en-US" sz="1400">
                  <a:solidFill>
                    <a:schemeClr val="bg1"/>
                  </a:solidFill>
                  <a:latin typeface="Meiryo UI" panose="020B0604030504040204" pitchFamily="34" charset="-128"/>
                  <a:ea typeface="Meiryo UI" panose="020B0604030504040204" pitchFamily="34" charset="-128"/>
                </a:rPr>
                <a:t>社の店舗獲得競争</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10" name="正方形/長方形 9">
              <a:extLst>
                <a:ext uri="{FF2B5EF4-FFF2-40B4-BE49-F238E27FC236}">
                  <a16:creationId xmlns:a16="http://schemas.microsoft.com/office/drawing/2014/main" id="{81250325-987F-18A3-C6CA-4ACD062A59BD}"/>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第三者評価インフラの未成熟</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24" name="正方形/長方形 23">
              <a:extLst>
                <a:ext uri="{FF2B5EF4-FFF2-40B4-BE49-F238E27FC236}">
                  <a16:creationId xmlns:a16="http://schemas.microsoft.com/office/drawing/2014/main" id="{C9EBA4E4-3BB3-3541-E2C4-2C63B7AB7F29}"/>
                </a:ext>
              </a:extLst>
            </p:cNvPr>
            <p:cNvSpPr/>
            <p:nvPr/>
          </p:nvSpPr>
          <p:spPr bwMode="gray">
            <a:xfrm>
              <a:off x="473640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口コミの性質変化による信頼の空洞化</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grpSp>
      <p:grpSp>
        <p:nvGrpSpPr>
          <p:cNvPr id="25" name="グループ化 24">
            <a:extLst>
              <a:ext uri="{FF2B5EF4-FFF2-40B4-BE49-F238E27FC236}">
                <a16:creationId xmlns:a16="http://schemas.microsoft.com/office/drawing/2014/main" id="{3156AAE7-6C90-FB7C-61F5-0F6941BEBA9F}"/>
              </a:ext>
            </a:extLst>
          </p:cNvPr>
          <p:cNvGrpSpPr/>
          <p:nvPr/>
        </p:nvGrpSpPr>
        <p:grpSpPr>
          <a:xfrm>
            <a:off x="415924" y="3756484"/>
            <a:ext cx="9046689" cy="1832755"/>
            <a:chOff x="415925" y="2132856"/>
            <a:chExt cx="6409283" cy="504056"/>
          </a:xfrm>
          <a:solidFill>
            <a:schemeClr val="bg1">
              <a:lumMod val="95000"/>
            </a:schemeClr>
          </a:solidFill>
        </p:grpSpPr>
        <p:sp>
          <p:nvSpPr>
            <p:cNvPr id="26" name="正方形/長方形 25">
              <a:extLst>
                <a:ext uri="{FF2B5EF4-FFF2-40B4-BE49-F238E27FC236}">
                  <a16:creationId xmlns:a16="http://schemas.microsoft.com/office/drawing/2014/main" id="{7E9A3372-DB20-19FC-7510-20AAC6E3E5E1}"/>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marL="171450" indent="-171450">
                <a:spcBef>
                  <a:spcPts val="1200"/>
                </a:spcBef>
                <a:buFont typeface="Wingdings" pitchFamily="2" charset="2"/>
                <a:buChar char="n"/>
              </a:pPr>
              <a:r>
                <a:rPr kumimoji="1" lang="vi-VN" altLang="ja-JP" sz="1200" dirty="0">
                  <a:latin typeface="Meiryo UI" panose="020B0604030504040204" pitchFamily="34" charset="-128"/>
                  <a:ea typeface="Meiryo UI" panose="020B0604030504040204" pitchFamily="34" charset="-128"/>
                </a:rPr>
                <a:t>ShopeeFood</a:t>
              </a:r>
              <a:r>
                <a:rPr kumimoji="1" lang="ja-JP" altLang="en-US" sz="1200">
                  <a:latin typeface="Meiryo UI" panose="020B0604030504040204" pitchFamily="34" charset="-128"/>
                  <a:ea typeface="Meiryo UI" panose="020B0604030504040204" pitchFamily="34" charset="-128"/>
                </a:rPr>
                <a:t>と</a:t>
              </a:r>
              <a:r>
                <a:rPr kumimoji="1" lang="vi-VN" altLang="ja-JP" sz="1200" dirty="0">
                  <a:latin typeface="Meiryo UI" panose="020B0604030504040204" pitchFamily="34" charset="-128"/>
                  <a:ea typeface="Meiryo UI" panose="020B0604030504040204" pitchFamily="34" charset="-128"/>
                </a:rPr>
                <a:t>GrabFood</a:t>
              </a:r>
              <a:r>
                <a:rPr kumimoji="1" lang="ja-JP" altLang="en-US" sz="1200">
                  <a:latin typeface="Meiryo UI" panose="020B0604030504040204" pitchFamily="34" charset="-128"/>
                  <a:ea typeface="Meiryo UI" panose="020B0604030504040204" pitchFamily="34" charset="-128"/>
                </a:rPr>
                <a:t>は、流通取引総額</a:t>
              </a:r>
              <a:r>
                <a:rPr kumimoji="1" lang="en-US" altLang="ja-JP" sz="1200" dirty="0">
                  <a:latin typeface="Meiryo UI" panose="020B0604030504040204" pitchFamily="34" charset="-128"/>
                  <a:ea typeface="Meiryo UI" panose="020B0604030504040204" pitchFamily="34" charset="-128"/>
                </a:rPr>
                <a:t>(</a:t>
              </a:r>
              <a:r>
                <a:rPr kumimoji="1" lang="vi-VN" altLang="ja-JP" sz="1200" dirty="0">
                  <a:latin typeface="Meiryo UI" panose="020B0604030504040204" pitchFamily="34" charset="-128"/>
                  <a:ea typeface="Meiryo UI" panose="020B0604030504040204" pitchFamily="34" charset="-128"/>
                </a:rPr>
                <a:t>GMV)</a:t>
              </a:r>
              <a:r>
                <a:rPr kumimoji="1" lang="ja-JP" altLang="en-US" sz="1200">
                  <a:latin typeface="Meiryo UI" panose="020B0604030504040204" pitchFamily="34" charset="-128"/>
                  <a:ea typeface="Meiryo UI" panose="020B0604030504040204" pitchFamily="34" charset="-128"/>
                </a:rPr>
                <a:t>拡大を競う中で、掲載店舗数を増やすインセンティブが強く働いている。</a:t>
              </a:r>
              <a:endParaRPr kumimoji="1" lang="en-US" altLang="ja-JP" sz="1200" dirty="0">
                <a:latin typeface="Meiryo UI" panose="020B0604030504040204" pitchFamily="34" charset="-128"/>
                <a:ea typeface="Meiryo UI" panose="020B0604030504040204" pitchFamily="34" charset="-128"/>
              </a:endParaRPr>
            </a:p>
            <a:p>
              <a:pPr marL="171450" indent="-171450">
                <a:spcBef>
                  <a:spcPts val="1200"/>
                </a:spcBef>
                <a:buFont typeface="Wingdings" pitchFamily="2" charset="2"/>
                <a:buChar char="n"/>
              </a:pPr>
              <a:r>
                <a:rPr kumimoji="1" lang="ja-JP" altLang="en-US" sz="1200">
                  <a:latin typeface="Meiryo UI" panose="020B0604030504040204" pitchFamily="34" charset="-128"/>
                  <a:ea typeface="Meiryo UI" panose="020B0604030504040204" pitchFamily="34" charset="-128"/>
                </a:rPr>
                <a:t>そのため審査や品質基準が緩いまま、多数の小規模店・個人経営店が参入できてしまい、掲載店舗の質にばらつきが生まれやすい構造になっている</a:t>
              </a:r>
              <a:endParaRPr kumimoji="1" lang="ja-JP" altLang="en-US" sz="1200" dirty="0">
                <a:latin typeface="Meiryo UI" panose="020B0604030504040204" pitchFamily="34" charset="-128"/>
                <a:ea typeface="Meiryo UI" panose="020B0604030504040204" pitchFamily="34" charset="-128"/>
              </a:endParaRPr>
            </a:p>
          </p:txBody>
        </p:sp>
        <p:sp>
          <p:nvSpPr>
            <p:cNvPr id="27" name="正方形/長方形 26">
              <a:extLst>
                <a:ext uri="{FF2B5EF4-FFF2-40B4-BE49-F238E27FC236}">
                  <a16:creationId xmlns:a16="http://schemas.microsoft.com/office/drawing/2014/main" id="{80A50AE0-BCA4-5D32-BF8D-89862281FAC4}"/>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marL="171450" indent="-171450">
                <a:spcBef>
                  <a:spcPts val="1200"/>
                </a:spcBef>
                <a:buFont typeface="Wingdings" pitchFamily="2" charset="2"/>
                <a:buChar char="n"/>
              </a:pPr>
              <a:r>
                <a:rPr kumimoji="1" lang="en-US" altLang="ja-JP" sz="1200" dirty="0">
                  <a:latin typeface="Meiryo UI" panose="020B0604030504040204" pitchFamily="34" charset="-128"/>
                  <a:ea typeface="Meiryo UI" panose="020B0604030504040204" pitchFamily="34" charset="-128"/>
                </a:rPr>
                <a:t>2023</a:t>
              </a:r>
              <a:r>
                <a:rPr kumimoji="1" lang="ja-JP" altLang="en-US" sz="1200">
                  <a:latin typeface="Meiryo UI" panose="020B0604030504040204" pitchFamily="34" charset="-128"/>
                  <a:ea typeface="Meiryo UI" panose="020B0604030504040204" pitchFamily="34" charset="-128"/>
                </a:rPr>
                <a:t>年に初めて発行されたベトナム版ミシュランガイドのような権威ある格付けは、まだ一部のファインダイニングにしか及んでいない。</a:t>
              </a:r>
              <a:endParaRPr kumimoji="1" lang="en-US" altLang="ja-JP" sz="1200" dirty="0">
                <a:latin typeface="Meiryo UI" panose="020B0604030504040204" pitchFamily="34" charset="-128"/>
                <a:ea typeface="Meiryo UI" panose="020B0604030504040204" pitchFamily="34" charset="-128"/>
              </a:endParaRPr>
            </a:p>
            <a:p>
              <a:pPr marL="171450" indent="-171450">
                <a:spcBef>
                  <a:spcPts val="1200"/>
                </a:spcBef>
                <a:buFont typeface="Wingdings" pitchFamily="2" charset="2"/>
                <a:buChar char="n"/>
              </a:pPr>
              <a:r>
                <a:rPr kumimoji="1" lang="ja-JP" altLang="en-US" sz="1200">
                  <a:latin typeface="Meiryo UI" panose="020B0604030504040204" pitchFamily="34" charset="-128"/>
                  <a:ea typeface="Meiryo UI" panose="020B0604030504040204" pitchFamily="34" charset="-128"/>
                </a:rPr>
                <a:t>市場の大多数を占める中間価格帯の飲食店には、信頼できる第三者評価の仕組みがほとんど存在せず、消費者が店の質を判断する物差しが不足している。</a:t>
              </a:r>
              <a:endParaRPr kumimoji="1" lang="ja-JP" altLang="en-US" sz="1200" dirty="0">
                <a:latin typeface="Meiryo UI" panose="020B0604030504040204" pitchFamily="34" charset="-128"/>
                <a:ea typeface="Meiryo UI" panose="020B0604030504040204" pitchFamily="34" charset="-128"/>
              </a:endParaRPr>
            </a:p>
          </p:txBody>
        </p:sp>
        <p:sp>
          <p:nvSpPr>
            <p:cNvPr id="28" name="正方形/長方形 27">
              <a:extLst>
                <a:ext uri="{FF2B5EF4-FFF2-40B4-BE49-F238E27FC236}">
                  <a16:creationId xmlns:a16="http://schemas.microsoft.com/office/drawing/2014/main" id="{907C096C-9495-7847-E5BA-D35F6E10FA2C}"/>
                </a:ext>
              </a:extLst>
            </p:cNvPr>
            <p:cNvSpPr/>
            <p:nvPr/>
          </p:nvSpPr>
          <p:spPr bwMode="gray">
            <a:xfrm>
              <a:off x="4736405" y="2132856"/>
              <a:ext cx="2088803" cy="504056"/>
            </a:xfrm>
            <a:prstGeom prst="rect">
              <a:avLst/>
            </a:prstGeom>
            <a:grpFill/>
            <a:ln w="12700" algn="ctr">
              <a:noFill/>
              <a:miter lim="800000"/>
              <a:headEnd/>
              <a:tailEnd/>
            </a:ln>
          </p:spPr>
          <p:txBody>
            <a:bodyPr wrap="square" lIns="88900" tIns="88900" rIns="88900" bIns="88900" rtlCol="0" anchor="ctr"/>
            <a:lstStyle/>
            <a:p>
              <a:pPr marL="171450" indent="-171450">
                <a:spcBef>
                  <a:spcPts val="1200"/>
                </a:spcBef>
                <a:buFont typeface="Wingdings" pitchFamily="2" charset="2"/>
                <a:buChar char="n"/>
              </a:pPr>
              <a:r>
                <a:rPr kumimoji="1" lang="ja-JP" altLang="en-US" sz="1200">
                  <a:ea typeface="Meiryo UI" panose="020B0604030504040204" pitchFamily="34" charset="-128"/>
                </a:rPr>
                <a:t>ベトナムでは伝統的に「知人の紹介・口コミ」が飲食店選びの信頼基盤だった。</a:t>
              </a:r>
              <a:endParaRPr kumimoji="1" lang="en-US" altLang="ja-JP" sz="1200" dirty="0">
                <a:ea typeface="Meiryo UI" panose="020B0604030504040204" pitchFamily="34" charset="-128"/>
              </a:endParaRPr>
            </a:p>
            <a:p>
              <a:pPr marL="171450" indent="-171450">
                <a:spcBef>
                  <a:spcPts val="1200"/>
                </a:spcBef>
                <a:buFont typeface="Wingdings" pitchFamily="2" charset="2"/>
                <a:buChar char="n"/>
              </a:pPr>
              <a:r>
                <a:rPr kumimoji="1" lang="ja-JP" altLang="en-US" sz="1200">
                  <a:ea typeface="Meiryo UI" panose="020B0604030504040204" pitchFamily="34" charset="-128"/>
                </a:rPr>
                <a:t>しかし</a:t>
              </a:r>
              <a:r>
                <a:rPr kumimoji="1" lang="vi-VN" altLang="ja-JP" sz="1200" dirty="0">
                  <a:ea typeface="Meiryo UI" panose="020B0604030504040204" pitchFamily="34" charset="-128"/>
                </a:rPr>
                <a:t>SNS</a:t>
              </a:r>
              <a:r>
                <a:rPr kumimoji="1" lang="ja-JP" altLang="en-US" sz="1200">
                  <a:ea typeface="Meiryo UI" panose="020B0604030504040204" pitchFamily="34" charset="-128"/>
                </a:rPr>
                <a:t>やレビュー機能の普及でそれが匿名の大量レビューに置き換わり、情報量は増えた一方、誰が言っているか分からない情報が氾濫し、かえって信頼性を判断する手がかりが失われてしまった。</a:t>
              </a:r>
              <a:endParaRPr kumimoji="1" lang="ja-JP" altLang="en-US" sz="1200" dirty="0">
                <a:latin typeface="Meiryo UI" panose="020B0604030504040204" pitchFamily="34" charset="-128"/>
                <a:ea typeface="Meiryo UI" panose="020B0604030504040204" pitchFamily="34" charset="-128"/>
              </a:endParaRPr>
            </a:p>
          </p:txBody>
        </p:sp>
      </p:grpSp>
      <p:pic>
        <p:nvPicPr>
          <p:cNvPr id="33" name="図 32" descr="文字が書かれている&#10;&#10;AI 生成コンテンツは誤りを含む可能性があります。">
            <a:extLst>
              <a:ext uri="{FF2B5EF4-FFF2-40B4-BE49-F238E27FC236}">
                <a16:creationId xmlns:a16="http://schemas.microsoft.com/office/drawing/2014/main" id="{0E1AC9A7-6DAD-B93E-4C20-A9D1D3ED3422}"/>
              </a:ext>
            </a:extLst>
          </p:cNvPr>
          <p:cNvPicPr>
            <a:picLocks noChangeAspect="1"/>
          </p:cNvPicPr>
          <p:nvPr/>
        </p:nvPicPr>
        <p:blipFill>
          <a:blip r:embed="rId4"/>
          <a:stretch>
            <a:fillRect/>
          </a:stretch>
        </p:blipFill>
        <p:spPr>
          <a:xfrm>
            <a:off x="952063" y="2626514"/>
            <a:ext cx="1876062" cy="420836"/>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8ACC2B92-896E-065C-7686-CC3E4D6AB692}"/>
              </a:ext>
            </a:extLst>
          </p:cNvPr>
          <p:cNvPicPr>
            <a:picLocks noChangeAspect="1"/>
          </p:cNvPicPr>
          <p:nvPr/>
        </p:nvPicPr>
        <p:blipFill>
          <a:blip r:embed="rId5"/>
          <a:stretch>
            <a:fillRect/>
          </a:stretch>
        </p:blipFill>
        <p:spPr>
          <a:xfrm>
            <a:off x="1063132" y="3153995"/>
            <a:ext cx="1764993" cy="365171"/>
          </a:xfrm>
          <a:prstGeom prst="rect">
            <a:avLst/>
          </a:prstGeom>
        </p:spPr>
      </p:pic>
      <p:pic>
        <p:nvPicPr>
          <p:cNvPr id="39" name="グラフィックス 38">
            <a:extLst>
              <a:ext uri="{FF2B5EF4-FFF2-40B4-BE49-F238E27FC236}">
                <a16:creationId xmlns:a16="http://schemas.microsoft.com/office/drawing/2014/main" id="{348CECF3-74F1-7B52-7CCC-F6334C3EA2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100624" y="2599950"/>
            <a:ext cx="1704752" cy="1108089"/>
          </a:xfrm>
          <a:prstGeom prst="rect">
            <a:avLst/>
          </a:prstGeom>
        </p:spPr>
      </p:pic>
      <p:pic>
        <p:nvPicPr>
          <p:cNvPr id="41" name="グラフィックス 40">
            <a:extLst>
              <a:ext uri="{FF2B5EF4-FFF2-40B4-BE49-F238E27FC236}">
                <a16:creationId xmlns:a16="http://schemas.microsoft.com/office/drawing/2014/main" id="{10809F0E-421D-9CCB-273C-8C1E3B4947C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546502" y="2534077"/>
            <a:ext cx="883880" cy="1129186"/>
          </a:xfrm>
          <a:prstGeom prst="rect">
            <a:avLst/>
          </a:prstGeom>
        </p:spPr>
      </p:pic>
    </p:spTree>
    <p:extLst>
      <p:ext uri="{BB962C8B-B14F-4D97-AF65-F5344CB8AC3E}">
        <p14:creationId xmlns:p14="http://schemas.microsoft.com/office/powerpoint/2010/main" val="2694463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276E9-A66C-5745-7EBE-E615D19FB16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6B684EC-D1B2-0409-5AE2-2E5B63C1BAFB}"/>
              </a:ext>
            </a:extLst>
          </p:cNvPr>
          <p:cNvSpPr>
            <a:spLocks noGrp="1"/>
          </p:cNvSpPr>
          <p:nvPr>
            <p:ph type="body" sz="quarter" idx="17"/>
          </p:nvPr>
        </p:nvSpPr>
        <p:spPr>
          <a:xfrm>
            <a:off x="415925" y="5445224"/>
            <a:ext cx="9072000" cy="288925"/>
          </a:xfrm>
        </p:spPr>
        <p:txBody>
          <a:bodyPr/>
          <a:lstStyle/>
          <a:p>
            <a:r>
              <a:rPr kumimoji="1" lang="ja-JP" altLang="en-US">
                <a:solidFill>
                  <a:schemeClr val="tx1">
                    <a:lumMod val="65000"/>
                    <a:lumOff val="35000"/>
                  </a:schemeClr>
                </a:solidFill>
              </a:rPr>
              <a:t>出所：</a:t>
            </a:r>
            <a:r>
              <a:rPr kumimoji="1" lang="vi-VN" altLang="ja-JP" dirty="0">
                <a:solidFill>
                  <a:schemeClr val="tx1">
                    <a:lumMod val="65000"/>
                    <a:lumOff val="35000"/>
                  </a:schemeClr>
                </a:solidFill>
              </a:rPr>
              <a:t>Capichi</a:t>
            </a:r>
            <a:r>
              <a:rPr kumimoji="1" lang="ja-JP" altLang="en-US">
                <a:solidFill>
                  <a:schemeClr val="tx1">
                    <a:lumMod val="65000"/>
                    <a:lumOff val="35000"/>
                  </a:schemeClr>
                </a:solidFill>
              </a:rPr>
              <a:t>からの受領資料をもとに</a:t>
            </a:r>
            <a:r>
              <a:rPr kumimoji="1" lang="vi-VN" altLang="ja-JP" dirty="0">
                <a:solidFill>
                  <a:schemeClr val="tx1">
                    <a:lumMod val="65000"/>
                    <a:lumOff val="35000"/>
                  </a:schemeClr>
                </a:solidFill>
              </a:rPr>
              <a:t>InfoBank</a:t>
            </a:r>
            <a:r>
              <a:rPr kumimoji="1" lang="ja-JP" altLang="en-US">
                <a:solidFill>
                  <a:schemeClr val="tx1">
                    <a:lumMod val="65000"/>
                    <a:lumOff val="35000"/>
                  </a:schemeClr>
                </a:solidFill>
              </a:rPr>
              <a:t>作成。</a:t>
            </a:r>
          </a:p>
        </p:txBody>
      </p:sp>
      <p:sp>
        <p:nvSpPr>
          <p:cNvPr id="5" name="テキスト ボックス 4">
            <a:extLst>
              <a:ext uri="{FF2B5EF4-FFF2-40B4-BE49-F238E27FC236}">
                <a16:creationId xmlns:a16="http://schemas.microsoft.com/office/drawing/2014/main" id="{654A4670-4C8E-B383-B0A3-6D9E721318EA}"/>
              </a:ext>
            </a:extLst>
          </p:cNvPr>
          <p:cNvSpPr txBox="1"/>
          <p:nvPr/>
        </p:nvSpPr>
        <p:spPr>
          <a:xfrm>
            <a:off x="422635" y="1567699"/>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000" b="1">
                <a:latin typeface="Meiryo UI" panose="020B0604030504040204" pitchFamily="34" charset="-128"/>
                <a:ea typeface="Meiryo UI" panose="020B0604030504040204" pitchFamily="34" charset="-128"/>
              </a:rPr>
              <a:t>ベトナムのフードデリバリー市場における</a:t>
            </a:r>
            <a:r>
              <a:rPr kumimoji="1" lang="en-US" altLang="ja-JP" sz="2000" b="1" dirty="0" err="1">
                <a:latin typeface="Meiryo UI" panose="020B0604030504040204" pitchFamily="34" charset="-128"/>
                <a:ea typeface="Meiryo UI" panose="020B0604030504040204" pitchFamily="34" charset="-128"/>
              </a:rPr>
              <a:t>Capichi</a:t>
            </a:r>
            <a:r>
              <a:rPr kumimoji="1" lang="ja-JP" altLang="en-US" sz="2000" b="1">
                <a:latin typeface="Meiryo UI" panose="020B0604030504040204" pitchFamily="34" charset="-128"/>
                <a:ea typeface="Meiryo UI" panose="020B0604030504040204" pitchFamily="34" charset="-128"/>
              </a:rPr>
              <a:t>のポジショニング</a:t>
            </a:r>
          </a:p>
        </p:txBody>
      </p:sp>
      <p:sp>
        <p:nvSpPr>
          <p:cNvPr id="6" name="角丸四角形 5">
            <a:extLst>
              <a:ext uri="{FF2B5EF4-FFF2-40B4-BE49-F238E27FC236}">
                <a16:creationId xmlns:a16="http://schemas.microsoft.com/office/drawing/2014/main" id="{EE07F060-69B8-CB55-EC39-4160EEC079D1}"/>
              </a:ext>
            </a:extLst>
          </p:cNvPr>
          <p:cNvSpPr/>
          <p:nvPr/>
        </p:nvSpPr>
        <p:spPr bwMode="gray">
          <a:xfrm>
            <a:off x="776536" y="161347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7268F41D-DD82-12E6-D68A-0518C6796A57}"/>
              </a:ext>
            </a:extLst>
          </p:cNvPr>
          <p:cNvSpPr txBox="1">
            <a:spLocks/>
          </p:cNvSpPr>
          <p:nvPr/>
        </p:nvSpPr>
        <p:spPr>
          <a:xfrm>
            <a:off x="415925" y="1023561"/>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en-US" altLang="ja-JP" sz="2800" dirty="0" err="1">
                <a:solidFill>
                  <a:schemeClr val="accent1"/>
                </a:solidFill>
                <a:latin typeface="Meiryo UI" panose="020B0604030504040204" pitchFamily="34" charset="-128"/>
                <a:ea typeface="Meiryo UI" panose="020B0604030504040204" pitchFamily="34" charset="-128"/>
              </a:rPr>
              <a:t>Capichi</a:t>
            </a:r>
            <a:r>
              <a:rPr lang="ja-JP" altLang="en-US" sz="2800">
                <a:solidFill>
                  <a:schemeClr val="accent1"/>
                </a:solidFill>
                <a:latin typeface="Meiryo UI" panose="020B0604030504040204" pitchFamily="34" charset="-128"/>
                <a:ea typeface="Meiryo UI" panose="020B0604030504040204" pitchFamily="34" charset="-128"/>
              </a:rPr>
              <a:t>はユーザー平均利用単価で他社よりも優位に立つ</a:t>
            </a: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57742359-08C3-463A-D13F-A01530B316CF}"/>
              </a:ext>
            </a:extLst>
          </p:cNvPr>
          <p:cNvPicPr>
            <a:picLocks noChangeAspect="1"/>
          </p:cNvPicPr>
          <p:nvPr/>
        </p:nvPicPr>
        <p:blipFill>
          <a:blip r:embed="rId3"/>
          <a:stretch>
            <a:fillRect/>
          </a:stretch>
        </p:blipFill>
        <p:spPr>
          <a:xfrm>
            <a:off x="6177136" y="5301208"/>
            <a:ext cx="2216696" cy="475426"/>
          </a:xfrm>
          <a:prstGeom prst="rect">
            <a:avLst/>
          </a:prstGeom>
        </p:spPr>
      </p:pic>
      <p:cxnSp>
        <p:nvCxnSpPr>
          <p:cNvPr id="8" name="直線矢印コネクタ 7">
            <a:extLst>
              <a:ext uri="{FF2B5EF4-FFF2-40B4-BE49-F238E27FC236}">
                <a16:creationId xmlns:a16="http://schemas.microsoft.com/office/drawing/2014/main" id="{C062748E-C347-5F3E-14D9-D9957059FDFE}"/>
              </a:ext>
            </a:extLst>
          </p:cNvPr>
          <p:cNvCxnSpPr/>
          <p:nvPr/>
        </p:nvCxnSpPr>
        <p:spPr>
          <a:xfrm>
            <a:off x="4953000" y="2492896"/>
            <a:ext cx="0" cy="2664296"/>
          </a:xfrm>
          <a:prstGeom prst="straightConnector1">
            <a:avLst/>
          </a:prstGeom>
          <a:ln w="12700">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767F21FC-5FCD-C8AF-439F-B930D8B3A8F9}"/>
              </a:ext>
            </a:extLst>
          </p:cNvPr>
          <p:cNvSpPr txBox="1"/>
          <p:nvPr/>
        </p:nvSpPr>
        <p:spPr>
          <a:xfrm>
            <a:off x="4244388" y="5256221"/>
            <a:ext cx="1677310" cy="288147"/>
          </a:xfrm>
          <a:prstGeom prst="rect">
            <a:avLst/>
          </a:prstGeom>
          <a:noFill/>
        </p:spPr>
        <p:txBody>
          <a:bodyPr wrap="none" lIns="36000" tIns="36000" rIns="36000" bIns="36000" rtlCol="0" anchor="ctr">
            <a:spAutoFit/>
          </a:bodyPr>
          <a:lstStyle/>
          <a:p>
            <a:pPr algn="l">
              <a:spcBef>
                <a:spcPts val="600"/>
              </a:spcBef>
              <a:buSzPct val="100000"/>
            </a:pPr>
            <a:r>
              <a:rPr kumimoji="1" lang="ja-JP" altLang="en-US" sz="1400">
                <a:solidFill>
                  <a:schemeClr val="accent3"/>
                </a:solidFill>
                <a:latin typeface="Meiryo UI" panose="020B0604030504040204" pitchFamily="34" charset="-128"/>
                <a:ea typeface="Meiryo UI" panose="020B0604030504040204" pitchFamily="34" charset="-128"/>
              </a:rPr>
              <a:t>平均注文単価が低い</a:t>
            </a:r>
          </a:p>
        </p:txBody>
      </p:sp>
      <p:sp>
        <p:nvSpPr>
          <p:cNvPr id="10" name="テキスト ボックス 9">
            <a:extLst>
              <a:ext uri="{FF2B5EF4-FFF2-40B4-BE49-F238E27FC236}">
                <a16:creationId xmlns:a16="http://schemas.microsoft.com/office/drawing/2014/main" id="{A57299F3-6059-0D1D-8645-D234E2C65126}"/>
              </a:ext>
            </a:extLst>
          </p:cNvPr>
          <p:cNvSpPr txBox="1"/>
          <p:nvPr/>
        </p:nvSpPr>
        <p:spPr>
          <a:xfrm>
            <a:off x="4105527" y="2140105"/>
            <a:ext cx="1621204" cy="288147"/>
          </a:xfrm>
          <a:prstGeom prst="rect">
            <a:avLst/>
          </a:prstGeom>
          <a:noFill/>
        </p:spPr>
        <p:txBody>
          <a:bodyPr wrap="none" lIns="36000" tIns="36000" rIns="36000" bIns="36000" rtlCol="0" anchor="ctr">
            <a:spAutoFit/>
          </a:bodyPr>
          <a:lstStyle/>
          <a:p>
            <a:pPr algn="l">
              <a:spcBef>
                <a:spcPts val="600"/>
              </a:spcBef>
              <a:buSzPct val="100000"/>
            </a:pPr>
            <a:r>
              <a:rPr kumimoji="1" lang="ja-JP" altLang="en-US" sz="1400">
                <a:solidFill>
                  <a:schemeClr val="accent3"/>
                </a:solidFill>
                <a:latin typeface="Meiryo UI" panose="020B0604030504040204" pitchFamily="34" charset="-128"/>
                <a:ea typeface="Meiryo UI" panose="020B0604030504040204" pitchFamily="34" charset="-128"/>
              </a:rPr>
              <a:t>平均注文単価が高い</a:t>
            </a:r>
          </a:p>
        </p:txBody>
      </p:sp>
      <p:cxnSp>
        <p:nvCxnSpPr>
          <p:cNvPr id="11" name="直線矢印コネクタ 10">
            <a:extLst>
              <a:ext uri="{FF2B5EF4-FFF2-40B4-BE49-F238E27FC236}">
                <a16:creationId xmlns:a16="http://schemas.microsoft.com/office/drawing/2014/main" id="{92BBA9D3-79D2-7CEC-13B4-A3732454BA67}"/>
              </a:ext>
            </a:extLst>
          </p:cNvPr>
          <p:cNvCxnSpPr>
            <a:cxnSpLocks/>
          </p:cNvCxnSpPr>
          <p:nvPr/>
        </p:nvCxnSpPr>
        <p:spPr>
          <a:xfrm>
            <a:off x="1212612" y="3825044"/>
            <a:ext cx="7740861" cy="0"/>
          </a:xfrm>
          <a:prstGeom prst="straightConnector1">
            <a:avLst/>
          </a:prstGeom>
          <a:ln w="12700">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a16:creationId xmlns:a16="http://schemas.microsoft.com/office/drawing/2014/main" id="{7AAD4E78-E02E-6629-FD9A-D6D8B4D922F5}"/>
              </a:ext>
            </a:extLst>
          </p:cNvPr>
          <p:cNvSpPr txBox="1"/>
          <p:nvPr/>
        </p:nvSpPr>
        <p:spPr>
          <a:xfrm>
            <a:off x="812424" y="2801242"/>
            <a:ext cx="288147" cy="2047603"/>
          </a:xfrm>
          <a:prstGeom prst="rect">
            <a:avLst/>
          </a:prstGeom>
          <a:noFill/>
          <a:ln>
            <a:noFill/>
          </a:ln>
        </p:spPr>
        <p:txBody>
          <a:bodyPr vert="eaVert" wrap="none" lIns="36000" tIns="36000" rIns="36000" bIns="36000" rtlCol="0" anchor="ctr">
            <a:spAutoFit/>
          </a:bodyPr>
          <a:lstStyle/>
          <a:p>
            <a:pPr algn="l">
              <a:spcBef>
                <a:spcPts val="600"/>
              </a:spcBef>
              <a:buSzPct val="100000"/>
            </a:pPr>
            <a:r>
              <a:rPr kumimoji="1" lang="ja-JP" altLang="en-US" sz="1400">
                <a:solidFill>
                  <a:schemeClr val="accent3"/>
                </a:solidFill>
                <a:latin typeface="Meiryo UI" panose="020B0604030504040204" pitchFamily="34" charset="-128"/>
                <a:ea typeface="Meiryo UI" panose="020B0604030504040204" pitchFamily="34" charset="-128"/>
              </a:rPr>
              <a:t>ユーザの平均所得が低い</a:t>
            </a:r>
          </a:p>
        </p:txBody>
      </p:sp>
      <p:sp>
        <p:nvSpPr>
          <p:cNvPr id="16" name="テキスト ボックス 15">
            <a:extLst>
              <a:ext uri="{FF2B5EF4-FFF2-40B4-BE49-F238E27FC236}">
                <a16:creationId xmlns:a16="http://schemas.microsoft.com/office/drawing/2014/main" id="{1D49CE33-0AFB-B5FE-51D6-438C94BD858C}"/>
              </a:ext>
            </a:extLst>
          </p:cNvPr>
          <p:cNvSpPr txBox="1"/>
          <p:nvPr/>
        </p:nvSpPr>
        <p:spPr>
          <a:xfrm>
            <a:off x="8949502" y="2801241"/>
            <a:ext cx="288147" cy="2047603"/>
          </a:xfrm>
          <a:prstGeom prst="rect">
            <a:avLst/>
          </a:prstGeom>
          <a:noFill/>
          <a:ln>
            <a:noFill/>
          </a:ln>
        </p:spPr>
        <p:txBody>
          <a:bodyPr vert="eaVert" wrap="none" lIns="36000" tIns="36000" rIns="36000" bIns="36000" rtlCol="0" anchor="ctr">
            <a:spAutoFit/>
          </a:bodyPr>
          <a:lstStyle/>
          <a:p>
            <a:pPr algn="l">
              <a:spcBef>
                <a:spcPts val="600"/>
              </a:spcBef>
              <a:buSzPct val="100000"/>
            </a:pPr>
            <a:r>
              <a:rPr kumimoji="1" lang="ja-JP" altLang="en-US" sz="1400">
                <a:solidFill>
                  <a:schemeClr val="accent3"/>
                </a:solidFill>
                <a:latin typeface="Meiryo UI" panose="020B0604030504040204" pitchFamily="34" charset="-128"/>
                <a:ea typeface="Meiryo UI" panose="020B0604030504040204" pitchFamily="34" charset="-128"/>
              </a:rPr>
              <a:t>ユーザの平均所得が高い</a:t>
            </a:r>
          </a:p>
        </p:txBody>
      </p:sp>
      <p:pic>
        <p:nvPicPr>
          <p:cNvPr id="17" name="図 16" descr="文字が書かれている&#10;&#10;AI 生成コンテンツは誤りを含む可能性があります。">
            <a:extLst>
              <a:ext uri="{FF2B5EF4-FFF2-40B4-BE49-F238E27FC236}">
                <a16:creationId xmlns:a16="http://schemas.microsoft.com/office/drawing/2014/main" id="{094AFAF0-0EE8-B56E-E36B-2520D7D86FEA}"/>
              </a:ext>
            </a:extLst>
          </p:cNvPr>
          <p:cNvPicPr>
            <a:picLocks noChangeAspect="1"/>
          </p:cNvPicPr>
          <p:nvPr/>
        </p:nvPicPr>
        <p:blipFill>
          <a:blip r:embed="rId4"/>
          <a:stretch>
            <a:fillRect/>
          </a:stretch>
        </p:blipFill>
        <p:spPr>
          <a:xfrm>
            <a:off x="2368326" y="3981723"/>
            <a:ext cx="1876062" cy="420836"/>
          </a:xfrm>
          <a:prstGeom prst="rect">
            <a:avLst/>
          </a:prstGeom>
        </p:spPr>
      </p:pic>
      <p:pic>
        <p:nvPicPr>
          <p:cNvPr id="18" name="図 17" descr="アイコン&#10;&#10;AI 生成コンテンツは誤りを含む可能性があります。">
            <a:extLst>
              <a:ext uri="{FF2B5EF4-FFF2-40B4-BE49-F238E27FC236}">
                <a16:creationId xmlns:a16="http://schemas.microsoft.com/office/drawing/2014/main" id="{819A56CE-BB1C-174B-9D6B-381E54680CD2}"/>
              </a:ext>
            </a:extLst>
          </p:cNvPr>
          <p:cNvPicPr>
            <a:picLocks noChangeAspect="1"/>
          </p:cNvPicPr>
          <p:nvPr/>
        </p:nvPicPr>
        <p:blipFill>
          <a:blip r:embed="rId5"/>
          <a:stretch>
            <a:fillRect/>
          </a:stretch>
        </p:blipFill>
        <p:spPr>
          <a:xfrm>
            <a:off x="5294639" y="4022777"/>
            <a:ext cx="1764993" cy="365171"/>
          </a:xfrm>
          <a:prstGeom prst="rect">
            <a:avLst/>
          </a:prstGeom>
        </p:spPr>
      </p:pic>
      <p:pic>
        <p:nvPicPr>
          <p:cNvPr id="19" name="図 18">
            <a:extLst>
              <a:ext uri="{FF2B5EF4-FFF2-40B4-BE49-F238E27FC236}">
                <a16:creationId xmlns:a16="http://schemas.microsoft.com/office/drawing/2014/main" id="{76ED5A03-2D60-7553-07EB-FA9B33EF3C26}"/>
              </a:ext>
            </a:extLst>
          </p:cNvPr>
          <p:cNvPicPr>
            <a:picLocks noChangeAspect="1"/>
          </p:cNvPicPr>
          <p:nvPr/>
        </p:nvPicPr>
        <p:blipFill>
          <a:blip r:embed="rId6"/>
          <a:stretch>
            <a:fillRect/>
          </a:stretch>
        </p:blipFill>
        <p:spPr>
          <a:xfrm>
            <a:off x="6236617" y="2521130"/>
            <a:ext cx="2157215" cy="638536"/>
          </a:xfrm>
          <a:prstGeom prst="rect">
            <a:avLst/>
          </a:prstGeom>
        </p:spPr>
      </p:pic>
      <p:pic>
        <p:nvPicPr>
          <p:cNvPr id="20" name="図 19">
            <a:extLst>
              <a:ext uri="{FF2B5EF4-FFF2-40B4-BE49-F238E27FC236}">
                <a16:creationId xmlns:a16="http://schemas.microsoft.com/office/drawing/2014/main" id="{B8C0A600-E102-5E50-B127-BFBAB9DCC05B}"/>
              </a:ext>
            </a:extLst>
          </p:cNvPr>
          <p:cNvPicPr>
            <a:picLocks noChangeAspect="1"/>
          </p:cNvPicPr>
          <p:nvPr/>
        </p:nvPicPr>
        <p:blipFill>
          <a:blip r:embed="rId7"/>
          <a:stretch>
            <a:fillRect/>
          </a:stretch>
        </p:blipFill>
        <p:spPr>
          <a:xfrm>
            <a:off x="1459684" y="4452477"/>
            <a:ext cx="1659711" cy="576273"/>
          </a:xfrm>
          <a:prstGeom prst="rect">
            <a:avLst/>
          </a:prstGeom>
        </p:spPr>
      </p:pic>
    </p:spTree>
    <p:extLst>
      <p:ext uri="{BB962C8B-B14F-4D97-AF65-F5344CB8AC3E}">
        <p14:creationId xmlns:p14="http://schemas.microsoft.com/office/powerpoint/2010/main" val="6851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67AE8-3DF2-4F44-BE84-93C675C8DEF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54258C8-CBED-16E8-FBA2-6AED104937C1}"/>
              </a:ext>
            </a:extLst>
          </p:cNvPr>
          <p:cNvSpPr>
            <a:spLocks noGrp="1"/>
          </p:cNvSpPr>
          <p:nvPr>
            <p:ph type="body" sz="quarter" idx="17"/>
          </p:nvPr>
        </p:nvSpPr>
        <p:spPr>
          <a:xfrm>
            <a:off x="1424607" y="4653136"/>
            <a:ext cx="8063317" cy="288925"/>
          </a:xfrm>
        </p:spPr>
        <p:txBody>
          <a:bodyPr/>
          <a:lstStyle/>
          <a:p>
            <a:r>
              <a:rPr kumimoji="1" lang="ja-JP" altLang="en-US">
                <a:solidFill>
                  <a:schemeClr val="tx1">
                    <a:lumMod val="65000"/>
                    <a:lumOff val="35000"/>
                  </a:schemeClr>
                </a:solidFill>
              </a:rPr>
              <a:t>出所：</a:t>
            </a:r>
            <a:r>
              <a:rPr kumimoji="1" lang="en-US" altLang="ja-JP" dirty="0" err="1">
                <a:solidFill>
                  <a:schemeClr val="tx1">
                    <a:lumMod val="65000"/>
                    <a:lumOff val="35000"/>
                  </a:schemeClr>
                </a:solidFill>
              </a:rPr>
              <a:t>InfoBank</a:t>
            </a:r>
            <a:r>
              <a:rPr kumimoji="1" lang="ja-JP" altLang="en-US">
                <a:solidFill>
                  <a:schemeClr val="tx1">
                    <a:lumMod val="65000"/>
                    <a:lumOff val="35000"/>
                  </a:schemeClr>
                </a:solidFill>
              </a:rPr>
              <a:t>作成。</a:t>
            </a:r>
          </a:p>
        </p:txBody>
      </p:sp>
      <p:sp>
        <p:nvSpPr>
          <p:cNvPr id="5" name="テキスト ボックス 4">
            <a:extLst>
              <a:ext uri="{FF2B5EF4-FFF2-40B4-BE49-F238E27FC236}">
                <a16:creationId xmlns:a16="http://schemas.microsoft.com/office/drawing/2014/main" id="{9A3B9AFC-5705-5FF2-26F9-CBFC568C834E}"/>
              </a:ext>
            </a:extLst>
          </p:cNvPr>
          <p:cNvSpPr txBox="1"/>
          <p:nvPr/>
        </p:nvSpPr>
        <p:spPr>
          <a:xfrm>
            <a:off x="422635" y="1567699"/>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en-US" altLang="ja-JP" sz="2000" b="1" dirty="0">
                <a:latin typeface="Meiryo UI" panose="020B0604030504040204" pitchFamily="34" charset="-128"/>
                <a:ea typeface="Meiryo UI" panose="020B0604030504040204" pitchFamily="34" charset="-128"/>
              </a:rPr>
              <a:t>Foody</a:t>
            </a:r>
            <a:r>
              <a:rPr kumimoji="1" lang="ja-JP" altLang="en-US" sz="2000" b="1">
                <a:latin typeface="Meiryo UI" panose="020B0604030504040204" pitchFamily="34" charset="-128"/>
                <a:ea typeface="Meiryo UI" panose="020B0604030504040204" pitchFamily="34" charset="-128"/>
              </a:rPr>
              <a:t>とは？</a:t>
            </a:r>
          </a:p>
        </p:txBody>
      </p:sp>
      <p:sp>
        <p:nvSpPr>
          <p:cNvPr id="6" name="角丸四角形 5">
            <a:extLst>
              <a:ext uri="{FF2B5EF4-FFF2-40B4-BE49-F238E27FC236}">
                <a16:creationId xmlns:a16="http://schemas.microsoft.com/office/drawing/2014/main" id="{D122994C-212A-FDCD-C494-A53A431B9B37}"/>
              </a:ext>
            </a:extLst>
          </p:cNvPr>
          <p:cNvSpPr/>
          <p:nvPr/>
        </p:nvSpPr>
        <p:spPr bwMode="gray">
          <a:xfrm>
            <a:off x="3368825" y="161347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39EEC994-CC8B-B7CB-1E5F-E16301B9B88A}"/>
              </a:ext>
            </a:extLst>
          </p:cNvPr>
          <p:cNvSpPr txBox="1">
            <a:spLocks/>
          </p:cNvSpPr>
          <p:nvPr/>
        </p:nvSpPr>
        <p:spPr>
          <a:xfrm>
            <a:off x="415925" y="1023561"/>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en-US" altLang="ja-JP" sz="2800" dirty="0">
                <a:solidFill>
                  <a:schemeClr val="accent1"/>
                </a:solidFill>
                <a:latin typeface="Meiryo UI" panose="020B0604030504040204" pitchFamily="34" charset="-128"/>
                <a:ea typeface="Meiryo UI" panose="020B0604030504040204" pitchFamily="34" charset="-128"/>
              </a:rPr>
              <a:t>Foody</a:t>
            </a:r>
            <a:r>
              <a:rPr lang="ja-JP" altLang="en-US" sz="2800">
                <a:solidFill>
                  <a:schemeClr val="accent1"/>
                </a:solidFill>
                <a:latin typeface="Meiryo UI" panose="020B0604030504040204" pitchFamily="34" charset="-128"/>
                <a:ea typeface="Meiryo UI" panose="020B0604030504040204" pitchFamily="34" charset="-128"/>
              </a:rPr>
              <a:t>衰退、変化の速いベトナム市場を象徴</a:t>
            </a: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074FC686-57CF-EC45-7C47-5C960D8A20CF}"/>
              </a:ext>
            </a:extLst>
          </p:cNvPr>
          <p:cNvPicPr>
            <a:picLocks noChangeAspect="1"/>
          </p:cNvPicPr>
          <p:nvPr/>
        </p:nvPicPr>
        <p:blipFill>
          <a:blip r:embed="rId3"/>
          <a:stretch>
            <a:fillRect/>
          </a:stretch>
        </p:blipFill>
        <p:spPr>
          <a:xfrm>
            <a:off x="6177136" y="4509120"/>
            <a:ext cx="2216696" cy="475426"/>
          </a:xfrm>
          <a:prstGeom prst="rect">
            <a:avLst/>
          </a:prstGeom>
        </p:spPr>
      </p:pic>
      <p:sp>
        <p:nvSpPr>
          <p:cNvPr id="7" name="テキスト ボックス 6">
            <a:extLst>
              <a:ext uri="{FF2B5EF4-FFF2-40B4-BE49-F238E27FC236}">
                <a16:creationId xmlns:a16="http://schemas.microsoft.com/office/drawing/2014/main" id="{0FE4D9F4-0DBC-2384-7C58-82FCB24FA331}"/>
              </a:ext>
            </a:extLst>
          </p:cNvPr>
          <p:cNvSpPr txBox="1"/>
          <p:nvPr/>
        </p:nvSpPr>
        <p:spPr>
          <a:xfrm>
            <a:off x="443387" y="1999758"/>
            <a:ext cx="9046689" cy="565146"/>
          </a:xfrm>
          <a:prstGeom prst="rect">
            <a:avLst/>
          </a:prstGeom>
          <a:noFill/>
        </p:spPr>
        <p:txBody>
          <a:bodyPr wrap="square" lIns="36000" tIns="36000" rIns="36000" bIns="36000" rtlCol="0" anchor="ctr">
            <a:spAutoFit/>
          </a:bodyPr>
          <a:lstStyle/>
          <a:p>
            <a:pPr>
              <a:spcBef>
                <a:spcPts val="600"/>
              </a:spcBef>
              <a:buSzPct val="100000"/>
            </a:pPr>
            <a:r>
              <a:rPr kumimoji="1" lang="ja-JP" altLang="en-US" sz="1600">
                <a:latin typeface="Meiryo UI" panose="020B0604030504040204" pitchFamily="34" charset="-128"/>
                <a:ea typeface="Meiryo UI" panose="020B0604030504040204" pitchFamily="34" charset="-128"/>
              </a:rPr>
              <a:t>かつてベトナムで市場のデファクトスタンダードとして機能していたグルメプラットフォーム。</a:t>
            </a:r>
            <a:r>
              <a:rPr kumimoji="1" lang="en-US" altLang="ja-JP" sz="1600" dirty="0">
                <a:latin typeface="Meiryo UI" panose="020B0604030504040204" pitchFamily="34" charset="-128"/>
                <a:ea typeface="Meiryo UI" panose="020B0604030504040204" pitchFamily="34" charset="-128"/>
              </a:rPr>
              <a:t>6〜7</a:t>
            </a:r>
            <a:r>
              <a:rPr kumimoji="1" lang="ja-JP" altLang="en-US" sz="1600">
                <a:latin typeface="Meiryo UI" panose="020B0604030504040204" pitchFamily="34" charset="-128"/>
                <a:ea typeface="Meiryo UI" panose="020B0604030504040204" pitchFamily="34" charset="-128"/>
              </a:rPr>
              <a:t>年前、店探しの入口として広く使われていたが、現在は</a:t>
            </a:r>
            <a:r>
              <a:rPr kumimoji="1" lang="vi-VN" altLang="ja-JP" sz="1600" dirty="0">
                <a:latin typeface="Meiryo UI" panose="020B0604030504040204" pitchFamily="34" charset="-128"/>
                <a:ea typeface="Meiryo UI" panose="020B0604030504040204" pitchFamily="34" charset="-128"/>
              </a:rPr>
              <a:t>ShopeeFood</a:t>
            </a:r>
            <a:r>
              <a:rPr kumimoji="1" lang="ja-JP" altLang="en-US" sz="1600">
                <a:latin typeface="Meiryo UI" panose="020B0604030504040204" pitchFamily="34" charset="-128"/>
                <a:ea typeface="Meiryo UI" panose="020B0604030504040204" pitchFamily="34" charset="-128"/>
              </a:rPr>
              <a:t>の傘下</a:t>
            </a:r>
            <a:endParaRPr kumimoji="1" lang="ja-JP" altLang="en-US" sz="1600" dirty="0" err="1">
              <a:latin typeface="Meiryo UI" panose="020B0604030504040204" pitchFamily="34" charset="-128"/>
              <a:ea typeface="Meiryo UI" panose="020B0604030504040204" pitchFamily="34" charset="-128"/>
            </a:endParaRPr>
          </a:p>
        </p:txBody>
      </p:sp>
      <p:grpSp>
        <p:nvGrpSpPr>
          <p:cNvPr id="13" name="グループ化 12">
            <a:extLst>
              <a:ext uri="{FF2B5EF4-FFF2-40B4-BE49-F238E27FC236}">
                <a16:creationId xmlns:a16="http://schemas.microsoft.com/office/drawing/2014/main" id="{C2F60DAE-0654-1588-15FD-325E625FB298}"/>
              </a:ext>
            </a:extLst>
          </p:cNvPr>
          <p:cNvGrpSpPr/>
          <p:nvPr/>
        </p:nvGrpSpPr>
        <p:grpSpPr>
          <a:xfrm>
            <a:off x="3572806" y="2822081"/>
            <a:ext cx="300074" cy="246824"/>
            <a:chOff x="2511706" y="1597306"/>
            <a:chExt cx="300074" cy="246824"/>
          </a:xfrm>
        </p:grpSpPr>
        <p:sp>
          <p:nvSpPr>
            <p:cNvPr id="14" name="正方形/長方形 13">
              <a:extLst>
                <a:ext uri="{FF2B5EF4-FFF2-40B4-BE49-F238E27FC236}">
                  <a16:creationId xmlns:a16="http://schemas.microsoft.com/office/drawing/2014/main" id="{0691BC59-E7C5-5484-8D67-49A17E2FBA22}"/>
                </a:ext>
              </a:extLst>
            </p:cNvPr>
            <p:cNvSpPr/>
            <p:nvPr/>
          </p:nvSpPr>
          <p:spPr>
            <a:xfrm>
              <a:off x="2511706" y="1597306"/>
              <a:ext cx="246824" cy="2468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2"/>
                </a:solidFill>
                <a:latin typeface="+mj-lt"/>
                <a:ea typeface="+mj-ea"/>
              </a:endParaRPr>
            </a:p>
          </p:txBody>
        </p:sp>
        <p:sp>
          <p:nvSpPr>
            <p:cNvPr id="15" name="フリーフォーム: 図形 23">
              <a:extLst>
                <a:ext uri="{FF2B5EF4-FFF2-40B4-BE49-F238E27FC236}">
                  <a16:creationId xmlns:a16="http://schemas.microsoft.com/office/drawing/2014/main" id="{445C3ECC-EADD-BBD1-696A-441340A602AA}"/>
                </a:ext>
              </a:extLst>
            </p:cNvPr>
            <p:cNvSpPr/>
            <p:nvPr/>
          </p:nvSpPr>
          <p:spPr>
            <a:xfrm>
              <a:off x="2571750" y="1623060"/>
              <a:ext cx="240030" cy="175260"/>
            </a:xfrm>
            <a:custGeom>
              <a:avLst/>
              <a:gdLst>
                <a:gd name="csX0" fmla="*/ 0 w 240030"/>
                <a:gd name="csY0" fmla="*/ 72390 h 175260"/>
                <a:gd name="csX1" fmla="*/ 83820 w 240030"/>
                <a:gd name="csY1" fmla="*/ 175260 h 175260"/>
                <a:gd name="csX2" fmla="*/ 240030 w 240030"/>
                <a:gd name="csY2" fmla="*/ 0 h 175260"/>
              </a:gdLst>
              <a:ahLst/>
              <a:cxnLst>
                <a:cxn ang="0">
                  <a:pos x="csX0" y="csY0"/>
                </a:cxn>
                <a:cxn ang="0">
                  <a:pos x="csX1" y="csY1"/>
                </a:cxn>
                <a:cxn ang="0">
                  <a:pos x="csX2" y="csY2"/>
                </a:cxn>
              </a:cxnLst>
              <a:rect l="l" t="t" r="r" b="b"/>
              <a:pathLst>
                <a:path w="240030" h="175260">
                  <a:moveTo>
                    <a:pt x="0" y="72390"/>
                  </a:moveTo>
                  <a:lnTo>
                    <a:pt x="83820" y="175260"/>
                  </a:lnTo>
                  <a:lnTo>
                    <a:pt x="240030" y="0"/>
                  </a:lnTo>
                </a:path>
              </a:pathLst>
            </a:cu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9EFA369-C17B-47C4-E4E6-BD4A9F69F308}"/>
              </a:ext>
            </a:extLst>
          </p:cNvPr>
          <p:cNvSpPr txBox="1"/>
          <p:nvPr/>
        </p:nvSpPr>
        <p:spPr>
          <a:xfrm>
            <a:off x="4016896" y="2636912"/>
            <a:ext cx="5407773" cy="1673141"/>
          </a:xfrm>
          <a:prstGeom prst="rect">
            <a:avLst/>
          </a:prstGeom>
          <a:noFill/>
        </p:spPr>
        <p:txBody>
          <a:bodyPr wrap="square" lIns="36000" tIns="36000" rIns="36000" bIns="36000" rtlCol="0" anchor="ctr">
            <a:spAutoFit/>
          </a:bodyPr>
          <a:lstStyle/>
          <a:p>
            <a:pPr algn="l">
              <a:spcBef>
                <a:spcPts val="1200"/>
              </a:spcBef>
              <a:buSzPct val="100000"/>
            </a:pPr>
            <a:r>
              <a:rPr kumimoji="1" lang="vi-VN" altLang="ja-JP" sz="1400" dirty="0">
                <a:latin typeface="Meiryo UI" panose="020B0604030504040204" pitchFamily="34" charset="-128"/>
                <a:ea typeface="Meiryo UI" panose="020B0604030504040204" pitchFamily="34" charset="-128"/>
              </a:rPr>
              <a:t>Foody</a:t>
            </a:r>
            <a:r>
              <a:rPr kumimoji="1" lang="ja-JP" altLang="en-US" sz="1400">
                <a:latin typeface="Meiryo UI" panose="020B0604030504040204" pitchFamily="34" charset="-128"/>
                <a:ea typeface="Meiryo UI" panose="020B0604030504040204" pitchFamily="34" charset="-128"/>
              </a:rPr>
              <a:t>のアプリ・サイトの店舗ページは現在すべて、同一企業が運営するデリバリーサービス「</a:t>
            </a:r>
            <a:r>
              <a:rPr kumimoji="1" lang="vi-VN" altLang="ja-JP" sz="1400" dirty="0">
                <a:latin typeface="Meiryo UI" panose="020B0604030504040204" pitchFamily="34" charset="-128"/>
                <a:ea typeface="Meiryo UI" panose="020B0604030504040204" pitchFamily="34" charset="-128"/>
              </a:rPr>
              <a:t>ShopeeFood</a:t>
            </a:r>
            <a:r>
              <a:rPr kumimoji="1" lang="ja-JP" altLang="vi-VN" sz="1400">
                <a:latin typeface="Meiryo UI" panose="020B0604030504040204" pitchFamily="34" charset="-128"/>
                <a:ea typeface="Meiryo UI" panose="020B0604030504040204" pitchFamily="34" charset="-128"/>
              </a:rPr>
              <a:t>」</a:t>
            </a:r>
            <a:r>
              <a:rPr kumimoji="1" lang="ja-JP" altLang="en-US" sz="1400">
                <a:latin typeface="Meiryo UI" panose="020B0604030504040204" pitchFamily="34" charset="-128"/>
                <a:ea typeface="Meiryo UI" panose="020B0604030504040204" pitchFamily="34" charset="-128"/>
              </a:rPr>
              <a:t>へ誘導される仕組みとなり、独立したプラットフォームとしては機能しているとはいい難い。</a:t>
            </a:r>
            <a:endParaRPr kumimoji="1" lang="en-US" altLang="ja-JP" sz="1400" dirty="0">
              <a:latin typeface="Meiryo UI" panose="020B0604030504040204" pitchFamily="34" charset="-128"/>
              <a:ea typeface="Meiryo UI" panose="020B0604030504040204" pitchFamily="34" charset="-128"/>
            </a:endParaRPr>
          </a:p>
          <a:p>
            <a:pPr algn="l">
              <a:spcBef>
                <a:spcPts val="1200"/>
              </a:spcBef>
              <a:buSzPct val="100000"/>
            </a:pPr>
            <a:endParaRPr kumimoji="1" lang="en-US" altLang="ja-JP" sz="1400" dirty="0">
              <a:latin typeface="Meiryo UI" panose="020B0604030504040204" pitchFamily="34" charset="-128"/>
              <a:ea typeface="Meiryo UI" panose="020B0604030504040204" pitchFamily="34" charset="-128"/>
            </a:endParaRPr>
          </a:p>
          <a:p>
            <a:pPr algn="l">
              <a:spcBef>
                <a:spcPts val="1200"/>
              </a:spcBef>
              <a:buSzPct val="100000"/>
            </a:pPr>
            <a:r>
              <a:rPr kumimoji="1" lang="ja-JP" altLang="en-US" sz="1400">
                <a:latin typeface="Meiryo UI" panose="020B0604030504040204" pitchFamily="34" charset="-128"/>
                <a:ea typeface="Meiryo UI" panose="020B0604030504040204" pitchFamily="34" charset="-128"/>
              </a:rPr>
              <a:t>デリバリー事業への経営資源シフト、広告収益依存モデルの限界、コロナ禍による店探し需要の消失などが重なり、間隙を突いて</a:t>
            </a:r>
            <a:r>
              <a:rPr kumimoji="1" lang="en-US" altLang="ja-JP" sz="1400" dirty="0" err="1">
                <a:latin typeface="Meiryo UI" panose="020B0604030504040204" pitchFamily="34" charset="-128"/>
                <a:ea typeface="Meiryo UI" panose="020B0604030504040204" pitchFamily="34" charset="-128"/>
              </a:rPr>
              <a:t>GrabFood</a:t>
            </a:r>
            <a:r>
              <a:rPr kumimoji="1" lang="ja-JP" altLang="en-US" sz="1400">
                <a:latin typeface="Meiryo UI" panose="020B0604030504040204" pitchFamily="34" charset="-128"/>
                <a:ea typeface="Meiryo UI" panose="020B0604030504040204" pitchFamily="34" charset="-128"/>
              </a:rPr>
              <a:t>が台頭した。</a:t>
            </a:r>
            <a:endParaRPr kumimoji="1" lang="en-US" altLang="ja-JP" sz="1400" dirty="0">
              <a:latin typeface="Meiryo UI" panose="020B0604030504040204" pitchFamily="34" charset="-128"/>
              <a:ea typeface="Meiryo UI" panose="020B0604030504040204" pitchFamily="34" charset="-128"/>
            </a:endParaRPr>
          </a:p>
        </p:txBody>
      </p:sp>
      <p:grpSp>
        <p:nvGrpSpPr>
          <p:cNvPr id="17" name="グループ化 16">
            <a:extLst>
              <a:ext uri="{FF2B5EF4-FFF2-40B4-BE49-F238E27FC236}">
                <a16:creationId xmlns:a16="http://schemas.microsoft.com/office/drawing/2014/main" id="{4EBBD7B9-0BFD-699E-E575-3BD05D73F0E1}"/>
              </a:ext>
            </a:extLst>
          </p:cNvPr>
          <p:cNvGrpSpPr/>
          <p:nvPr/>
        </p:nvGrpSpPr>
        <p:grpSpPr>
          <a:xfrm>
            <a:off x="3572806" y="3902256"/>
            <a:ext cx="300074" cy="246824"/>
            <a:chOff x="2511706" y="1597306"/>
            <a:chExt cx="300074" cy="246824"/>
          </a:xfrm>
        </p:grpSpPr>
        <p:sp>
          <p:nvSpPr>
            <p:cNvPr id="18" name="正方形/長方形 17">
              <a:extLst>
                <a:ext uri="{FF2B5EF4-FFF2-40B4-BE49-F238E27FC236}">
                  <a16:creationId xmlns:a16="http://schemas.microsoft.com/office/drawing/2014/main" id="{A39168B8-A5C1-A3F1-9874-A045D5BECB76}"/>
                </a:ext>
              </a:extLst>
            </p:cNvPr>
            <p:cNvSpPr/>
            <p:nvPr/>
          </p:nvSpPr>
          <p:spPr>
            <a:xfrm>
              <a:off x="2511706" y="1597306"/>
              <a:ext cx="246824" cy="2468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2"/>
                </a:solidFill>
                <a:latin typeface="+mj-lt"/>
                <a:ea typeface="+mj-ea"/>
              </a:endParaRPr>
            </a:p>
          </p:txBody>
        </p:sp>
        <p:sp>
          <p:nvSpPr>
            <p:cNvPr id="19" name="フリーフォーム: 図形 23">
              <a:extLst>
                <a:ext uri="{FF2B5EF4-FFF2-40B4-BE49-F238E27FC236}">
                  <a16:creationId xmlns:a16="http://schemas.microsoft.com/office/drawing/2014/main" id="{A92EDA52-907A-2465-266D-4032540396ED}"/>
                </a:ext>
              </a:extLst>
            </p:cNvPr>
            <p:cNvSpPr/>
            <p:nvPr/>
          </p:nvSpPr>
          <p:spPr>
            <a:xfrm>
              <a:off x="2571750" y="1623060"/>
              <a:ext cx="240030" cy="175260"/>
            </a:xfrm>
            <a:custGeom>
              <a:avLst/>
              <a:gdLst>
                <a:gd name="csX0" fmla="*/ 0 w 240030"/>
                <a:gd name="csY0" fmla="*/ 72390 h 175260"/>
                <a:gd name="csX1" fmla="*/ 83820 w 240030"/>
                <a:gd name="csY1" fmla="*/ 175260 h 175260"/>
                <a:gd name="csX2" fmla="*/ 240030 w 240030"/>
                <a:gd name="csY2" fmla="*/ 0 h 175260"/>
              </a:gdLst>
              <a:ahLst/>
              <a:cxnLst>
                <a:cxn ang="0">
                  <a:pos x="csX0" y="csY0"/>
                </a:cxn>
                <a:cxn ang="0">
                  <a:pos x="csX1" y="csY1"/>
                </a:cxn>
                <a:cxn ang="0">
                  <a:pos x="csX2" y="csY2"/>
                </a:cxn>
              </a:cxnLst>
              <a:rect l="l" t="t" r="r" b="b"/>
              <a:pathLst>
                <a:path w="240030" h="175260">
                  <a:moveTo>
                    <a:pt x="0" y="72390"/>
                  </a:moveTo>
                  <a:lnTo>
                    <a:pt x="83820" y="175260"/>
                  </a:lnTo>
                  <a:lnTo>
                    <a:pt x="240030" y="0"/>
                  </a:lnTo>
                </a:path>
              </a:pathLst>
            </a:cu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48411309-176D-DEE7-32BA-F9AD4E9D3A5E}"/>
              </a:ext>
            </a:extLst>
          </p:cNvPr>
          <p:cNvSpPr txBox="1"/>
          <p:nvPr/>
        </p:nvSpPr>
        <p:spPr>
          <a:xfrm>
            <a:off x="2054942" y="5450482"/>
            <a:ext cx="72768" cy="288147"/>
          </a:xfrm>
          <a:prstGeom prst="rect">
            <a:avLst/>
          </a:prstGeom>
          <a:noFill/>
        </p:spPr>
        <p:txBody>
          <a:bodyPr wrap="none" lIns="36000" tIns="36000" rIns="36000" bIns="36000" rtlCol="0" anchor="ctr">
            <a:spAutoFit/>
          </a:bodyPr>
          <a:lstStyle/>
          <a:p>
            <a:pPr algn="l">
              <a:spcBef>
                <a:spcPts val="600"/>
              </a:spcBef>
              <a:buSzPct val="100000"/>
            </a:pPr>
            <a:endParaRPr kumimoji="1" lang="ja-JP" altLang="en-US" sz="1400">
              <a:latin typeface="Meiryo UI" panose="020B0604030504040204" pitchFamily="34" charset="-128"/>
              <a:ea typeface="Meiryo UI" panose="020B0604030504040204" pitchFamily="34" charset="-128"/>
            </a:endParaRPr>
          </a:p>
        </p:txBody>
      </p:sp>
      <p:pic>
        <p:nvPicPr>
          <p:cNvPr id="8" name="図 7">
            <a:extLst>
              <a:ext uri="{FF2B5EF4-FFF2-40B4-BE49-F238E27FC236}">
                <a16:creationId xmlns:a16="http://schemas.microsoft.com/office/drawing/2014/main" id="{FF2F83F0-8687-9406-1E4A-6FC58A2639EA}"/>
              </a:ext>
            </a:extLst>
          </p:cNvPr>
          <p:cNvPicPr>
            <a:picLocks noChangeAspect="1"/>
          </p:cNvPicPr>
          <p:nvPr/>
        </p:nvPicPr>
        <p:blipFill>
          <a:blip r:embed="rId4"/>
          <a:stretch>
            <a:fillRect/>
          </a:stretch>
        </p:blipFill>
        <p:spPr>
          <a:xfrm>
            <a:off x="704528" y="3010233"/>
            <a:ext cx="2343323" cy="1037502"/>
          </a:xfrm>
          <a:prstGeom prst="rect">
            <a:avLst/>
          </a:prstGeom>
        </p:spPr>
      </p:pic>
      <p:sp>
        <p:nvSpPr>
          <p:cNvPr id="9" name="三角形 8">
            <a:extLst>
              <a:ext uri="{FF2B5EF4-FFF2-40B4-BE49-F238E27FC236}">
                <a16:creationId xmlns:a16="http://schemas.microsoft.com/office/drawing/2014/main" id="{64E42FE4-5553-4BAC-AFCA-EF78231F5FE9}"/>
              </a:ext>
            </a:extLst>
          </p:cNvPr>
          <p:cNvSpPr/>
          <p:nvPr/>
        </p:nvSpPr>
        <p:spPr bwMode="gray">
          <a:xfrm rot="5400000">
            <a:off x="2459151" y="3323667"/>
            <a:ext cx="1604606" cy="190239"/>
          </a:xfrm>
          <a:prstGeom prst="triangle">
            <a:avLst/>
          </a:prstGeom>
          <a:solidFill>
            <a:srgbClr val="BBBCBC"/>
          </a:solidFill>
          <a:ln w="12700" algn="ctr">
            <a:solidFill>
              <a:srgbClr val="BBBCBC"/>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Tree>
    <p:extLst>
      <p:ext uri="{BB962C8B-B14F-4D97-AF65-F5344CB8AC3E}">
        <p14:creationId xmlns:p14="http://schemas.microsoft.com/office/powerpoint/2010/main" val="1933868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B6FFD-9955-C792-782F-953BADBD47A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8669C43-0E51-3DBD-3179-F5AD9C663F83}"/>
              </a:ext>
            </a:extLst>
          </p:cNvPr>
          <p:cNvSpPr>
            <a:spLocks noGrp="1"/>
          </p:cNvSpPr>
          <p:nvPr>
            <p:ph type="body" sz="quarter" idx="17"/>
          </p:nvPr>
        </p:nvSpPr>
        <p:spPr>
          <a:xfrm>
            <a:off x="1424607" y="5373216"/>
            <a:ext cx="8063317" cy="288925"/>
          </a:xfrm>
        </p:spPr>
        <p:txBody>
          <a:bodyPr/>
          <a:lstStyle/>
          <a:p>
            <a:r>
              <a:rPr kumimoji="1" lang="ja-JP" altLang="en-US">
                <a:solidFill>
                  <a:schemeClr val="tx1">
                    <a:lumMod val="65000"/>
                    <a:lumOff val="35000"/>
                  </a:schemeClr>
                </a:solidFill>
              </a:rPr>
              <a:t>出所：</a:t>
            </a:r>
            <a:r>
              <a:rPr kumimoji="1" lang="en-US" altLang="ja-JP" dirty="0" err="1">
                <a:solidFill>
                  <a:schemeClr val="tx1">
                    <a:lumMod val="65000"/>
                    <a:lumOff val="35000"/>
                  </a:schemeClr>
                </a:solidFill>
              </a:rPr>
              <a:t>Capichi</a:t>
            </a:r>
            <a:r>
              <a:rPr kumimoji="1" lang="ja-JP" altLang="en-US">
                <a:solidFill>
                  <a:schemeClr val="tx1">
                    <a:lumMod val="65000"/>
                    <a:lumOff val="35000"/>
                  </a:schemeClr>
                </a:solidFill>
              </a:rPr>
              <a:t>への取材をもとに</a:t>
            </a:r>
            <a:r>
              <a:rPr kumimoji="1" lang="en-US" altLang="ja-JP" dirty="0" err="1">
                <a:solidFill>
                  <a:schemeClr val="tx1">
                    <a:lumMod val="65000"/>
                    <a:lumOff val="35000"/>
                  </a:schemeClr>
                </a:solidFill>
              </a:rPr>
              <a:t>InfoBank</a:t>
            </a:r>
            <a:r>
              <a:rPr kumimoji="1" lang="ja-JP" altLang="en-US">
                <a:solidFill>
                  <a:schemeClr val="tx1">
                    <a:lumMod val="65000"/>
                    <a:lumOff val="35000"/>
                  </a:schemeClr>
                </a:solidFill>
              </a:rPr>
              <a:t>作成。</a:t>
            </a:r>
          </a:p>
        </p:txBody>
      </p:sp>
      <p:sp>
        <p:nvSpPr>
          <p:cNvPr id="5" name="テキスト ボックス 4">
            <a:extLst>
              <a:ext uri="{FF2B5EF4-FFF2-40B4-BE49-F238E27FC236}">
                <a16:creationId xmlns:a16="http://schemas.microsoft.com/office/drawing/2014/main" id="{0825C4A9-7B8C-3BE4-696E-C12A31B05DEC}"/>
              </a:ext>
            </a:extLst>
          </p:cNvPr>
          <p:cNvSpPr txBox="1"/>
          <p:nvPr/>
        </p:nvSpPr>
        <p:spPr>
          <a:xfrm>
            <a:off x="422635" y="1772816"/>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en-US" altLang="ja-JP" sz="2000" b="1" dirty="0" err="1">
                <a:latin typeface="Meiryo UI" panose="020B0604030504040204" pitchFamily="34" charset="-128"/>
                <a:ea typeface="Meiryo UI" panose="020B0604030504040204" pitchFamily="34" charset="-128"/>
              </a:rPr>
              <a:t>Capichi</a:t>
            </a:r>
            <a:r>
              <a:rPr kumimoji="1" lang="ja-JP" altLang="en-US" sz="2000" b="1">
                <a:latin typeface="Meiryo UI" panose="020B0604030504040204" pitchFamily="34" charset="-128"/>
                <a:ea typeface="Meiryo UI" panose="020B0604030504040204" pitchFamily="34" charset="-128"/>
              </a:rPr>
              <a:t>によるベトナム飲食店</a:t>
            </a:r>
            <a:r>
              <a:rPr kumimoji="1" lang="en-US" altLang="ja-JP" sz="2000" b="1" dirty="0">
                <a:latin typeface="Meiryo UI" panose="020B0604030504040204" pitchFamily="34" charset="-128"/>
                <a:ea typeface="Meiryo UI" panose="020B0604030504040204" pitchFamily="34" charset="-128"/>
              </a:rPr>
              <a:t>DX</a:t>
            </a:r>
            <a:r>
              <a:rPr kumimoji="1" lang="ja-JP" altLang="en-US" sz="2000" b="1">
                <a:latin typeface="Meiryo UI" panose="020B0604030504040204" pitchFamily="34" charset="-128"/>
                <a:ea typeface="Meiryo UI" panose="020B0604030504040204" pitchFamily="34" charset="-128"/>
              </a:rPr>
              <a:t>のモデル</a:t>
            </a:r>
          </a:p>
        </p:txBody>
      </p:sp>
      <p:sp>
        <p:nvSpPr>
          <p:cNvPr id="6" name="角丸四角形 5">
            <a:extLst>
              <a:ext uri="{FF2B5EF4-FFF2-40B4-BE49-F238E27FC236}">
                <a16:creationId xmlns:a16="http://schemas.microsoft.com/office/drawing/2014/main" id="{2FD7DC16-1348-3561-DAB0-BC6396B65BFD}"/>
              </a:ext>
            </a:extLst>
          </p:cNvPr>
          <p:cNvSpPr/>
          <p:nvPr/>
        </p:nvSpPr>
        <p:spPr bwMode="gray">
          <a:xfrm>
            <a:off x="1784648" y="1818593"/>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60FD0112-4198-90E6-5F00-E642A4921EBC}"/>
              </a:ext>
            </a:extLst>
          </p:cNvPr>
          <p:cNvSpPr txBox="1">
            <a:spLocks/>
          </p:cNvSpPr>
          <p:nvPr/>
        </p:nvSpPr>
        <p:spPr>
          <a:xfrm>
            <a:off x="415925" y="1023561"/>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2800">
                <a:solidFill>
                  <a:schemeClr val="accent1"/>
                </a:solidFill>
                <a:latin typeface="Meiryo UI" panose="020B0604030504040204" pitchFamily="34" charset="-128"/>
                <a:ea typeface="Meiryo UI" panose="020B0604030504040204" pitchFamily="34" charset="-128"/>
              </a:rPr>
              <a:t>ベトナム消費者の入口をおさえるデリバリーサービス</a:t>
            </a: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24AB1D15-369E-A382-31C2-F1D4F7012F1D}"/>
              </a:ext>
            </a:extLst>
          </p:cNvPr>
          <p:cNvPicPr>
            <a:picLocks noChangeAspect="1"/>
          </p:cNvPicPr>
          <p:nvPr/>
        </p:nvPicPr>
        <p:blipFill>
          <a:blip r:embed="rId3"/>
          <a:stretch>
            <a:fillRect/>
          </a:stretch>
        </p:blipFill>
        <p:spPr>
          <a:xfrm>
            <a:off x="6177136" y="5229200"/>
            <a:ext cx="2216696" cy="475426"/>
          </a:xfrm>
          <a:prstGeom prst="rect">
            <a:avLst/>
          </a:prstGeom>
        </p:spPr>
      </p:pic>
      <p:sp>
        <p:nvSpPr>
          <p:cNvPr id="23" name="テキスト ボックス 22">
            <a:extLst>
              <a:ext uri="{FF2B5EF4-FFF2-40B4-BE49-F238E27FC236}">
                <a16:creationId xmlns:a16="http://schemas.microsoft.com/office/drawing/2014/main" id="{2CE37CBC-A762-48BB-992B-71DB7E241AEF}"/>
              </a:ext>
            </a:extLst>
          </p:cNvPr>
          <p:cNvSpPr txBox="1"/>
          <p:nvPr/>
        </p:nvSpPr>
        <p:spPr>
          <a:xfrm>
            <a:off x="2054942" y="5450482"/>
            <a:ext cx="72768" cy="288147"/>
          </a:xfrm>
          <a:prstGeom prst="rect">
            <a:avLst/>
          </a:prstGeom>
          <a:noFill/>
        </p:spPr>
        <p:txBody>
          <a:bodyPr wrap="none" lIns="36000" tIns="36000" rIns="36000" bIns="36000" rtlCol="0" anchor="ctr">
            <a:spAutoFit/>
          </a:bodyPr>
          <a:lstStyle/>
          <a:p>
            <a:pPr algn="l">
              <a:spcBef>
                <a:spcPts val="600"/>
              </a:spcBef>
              <a:buSzPct val="100000"/>
            </a:pPr>
            <a:endParaRPr kumimoji="1" lang="ja-JP" altLang="en-US" sz="1400">
              <a:latin typeface="Meiryo UI" panose="020B0604030504040204" pitchFamily="34" charset="-128"/>
              <a:ea typeface="Meiryo UI" panose="020B0604030504040204" pitchFamily="34" charset="-128"/>
            </a:endParaRPr>
          </a:p>
        </p:txBody>
      </p:sp>
      <p:grpSp>
        <p:nvGrpSpPr>
          <p:cNvPr id="88" name="グループ化 87">
            <a:extLst>
              <a:ext uri="{FF2B5EF4-FFF2-40B4-BE49-F238E27FC236}">
                <a16:creationId xmlns:a16="http://schemas.microsoft.com/office/drawing/2014/main" id="{5B1CF582-966C-C4DE-2C56-6F2F7072E215}"/>
              </a:ext>
            </a:extLst>
          </p:cNvPr>
          <p:cNvGrpSpPr/>
          <p:nvPr/>
        </p:nvGrpSpPr>
        <p:grpSpPr>
          <a:xfrm>
            <a:off x="2676181" y="2933412"/>
            <a:ext cx="4609303" cy="2335222"/>
            <a:chOff x="1711849" y="3033464"/>
            <a:chExt cx="4189023" cy="1920943"/>
          </a:xfrm>
        </p:grpSpPr>
        <p:sp>
          <p:nvSpPr>
            <p:cNvPr id="12" name="Freeform: Shape 57">
              <a:extLst>
                <a:ext uri="{FF2B5EF4-FFF2-40B4-BE49-F238E27FC236}">
                  <a16:creationId xmlns:a16="http://schemas.microsoft.com/office/drawing/2014/main" id="{4CB3FC63-85E8-84FA-E714-9CE2B1F83BAD}"/>
                </a:ext>
              </a:extLst>
            </p:cNvPr>
            <p:cNvSpPr/>
            <p:nvPr/>
          </p:nvSpPr>
          <p:spPr>
            <a:xfrm>
              <a:off x="4469514" y="3097886"/>
              <a:ext cx="593416" cy="1039964"/>
            </a:xfrm>
            <a:custGeom>
              <a:avLst/>
              <a:gdLst>
                <a:gd name="csX0" fmla="*/ 465579 w 871170"/>
                <a:gd name="csY0" fmla="*/ 0 h 2127867"/>
                <a:gd name="csX1" fmla="*/ 106218 w 871170"/>
                <a:gd name="csY1" fmla="*/ 263742 h 2127867"/>
                <a:gd name="csX2" fmla="*/ 163951 w 871170"/>
                <a:gd name="csY2" fmla="*/ 256187 h 2127867"/>
                <a:gd name="csX3" fmla="*/ 600551 w 871170"/>
                <a:gd name="csY3" fmla="*/ 1097251 h 2127867"/>
                <a:gd name="csX4" fmla="*/ 163951 w 871170"/>
                <a:gd name="csY4" fmla="*/ 1938314 h 2127867"/>
                <a:gd name="csX5" fmla="*/ 0 w 871170"/>
                <a:gd name="csY5" fmla="*/ 1876749 h 2127867"/>
                <a:gd name="csX6" fmla="*/ 549358 w 871170"/>
                <a:gd name="csY6" fmla="*/ 2112075 h 2127867"/>
                <a:gd name="csX7" fmla="*/ 871170 w 871170"/>
                <a:gd name="csY7" fmla="*/ 1097251 h 2127867"/>
                <a:gd name="csX8" fmla="*/ 465579 w 871170"/>
                <a:gd name="csY8" fmla="*/ 0 h 21278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71170" h="2127867">
                  <a:moveTo>
                    <a:pt x="465579" y="0"/>
                  </a:moveTo>
                  <a:cubicBezTo>
                    <a:pt x="372779" y="32474"/>
                    <a:pt x="234650" y="104752"/>
                    <a:pt x="106218" y="263742"/>
                  </a:cubicBezTo>
                  <a:cubicBezTo>
                    <a:pt x="125162" y="258893"/>
                    <a:pt x="144331" y="256187"/>
                    <a:pt x="163951" y="256187"/>
                  </a:cubicBezTo>
                  <a:cubicBezTo>
                    <a:pt x="405028" y="256187"/>
                    <a:pt x="600551" y="632687"/>
                    <a:pt x="600551" y="1097251"/>
                  </a:cubicBezTo>
                  <a:cubicBezTo>
                    <a:pt x="600551" y="1561815"/>
                    <a:pt x="405140" y="1938314"/>
                    <a:pt x="163951" y="1938314"/>
                  </a:cubicBezTo>
                  <a:cubicBezTo>
                    <a:pt x="105993" y="1938314"/>
                    <a:pt x="50628" y="1916327"/>
                    <a:pt x="0" y="1876749"/>
                  </a:cubicBezTo>
                  <a:cubicBezTo>
                    <a:pt x="84118" y="1997851"/>
                    <a:pt x="264418" y="2183225"/>
                    <a:pt x="549358" y="2112075"/>
                  </a:cubicBezTo>
                  <a:cubicBezTo>
                    <a:pt x="743641" y="1890618"/>
                    <a:pt x="871170" y="1518741"/>
                    <a:pt x="871170" y="1097251"/>
                  </a:cubicBezTo>
                  <a:cubicBezTo>
                    <a:pt x="871170" y="617803"/>
                    <a:pt x="706205" y="202627"/>
                    <a:pt x="465579" y="0"/>
                  </a:cubicBezTo>
                  <a:close/>
                </a:path>
              </a:pathLst>
            </a:custGeom>
            <a:gradFill>
              <a:gsLst>
                <a:gs pos="50000">
                  <a:schemeClr val="bg1">
                    <a:lumMod val="75000"/>
                  </a:schemeClr>
                </a:gs>
                <a:gs pos="38000">
                  <a:schemeClr val="bg1">
                    <a:lumMod val="85000"/>
                  </a:schemeClr>
                </a:gs>
                <a:gs pos="100000">
                  <a:schemeClr val="bg1">
                    <a:lumMod val="65000"/>
                  </a:schemeClr>
                </a:gs>
              </a:gsLst>
              <a:lin ang="16200000" scaled="1"/>
            </a:gra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20" name="Freeform: Shape 58">
              <a:extLst>
                <a:ext uri="{FF2B5EF4-FFF2-40B4-BE49-F238E27FC236}">
                  <a16:creationId xmlns:a16="http://schemas.microsoft.com/office/drawing/2014/main" id="{C33F358B-D017-6327-0D7E-5A393161D4FC}"/>
                </a:ext>
              </a:extLst>
            </p:cNvPr>
            <p:cNvSpPr/>
            <p:nvPr/>
          </p:nvSpPr>
          <p:spPr>
            <a:xfrm>
              <a:off x="4674360" y="3059585"/>
              <a:ext cx="536117" cy="1175253"/>
            </a:xfrm>
            <a:custGeom>
              <a:avLst/>
              <a:gdLst>
                <a:gd name="csX0" fmla="*/ 264418 w 787052"/>
                <a:gd name="csY0" fmla="*/ 0 h 2404682"/>
                <a:gd name="csX1" fmla="*/ 148615 w 787052"/>
                <a:gd name="csY1" fmla="*/ 345040 h 2404682"/>
                <a:gd name="csX2" fmla="*/ 516433 w 787052"/>
                <a:gd name="csY2" fmla="*/ 1175618 h 2404682"/>
                <a:gd name="csX3" fmla="*/ 79833 w 787052"/>
                <a:gd name="csY3" fmla="*/ 2016681 h 2404682"/>
                <a:gd name="csX4" fmla="*/ 0 w 787052"/>
                <a:gd name="csY4" fmla="*/ 2002361 h 2404682"/>
                <a:gd name="csX5" fmla="*/ 13305 w 787052"/>
                <a:gd name="csY5" fmla="*/ 2403217 h 2404682"/>
                <a:gd name="csX6" fmla="*/ 48486 w 787052"/>
                <a:gd name="csY6" fmla="*/ 2404683 h 2404682"/>
                <a:gd name="csX7" fmla="*/ 787053 w 787052"/>
                <a:gd name="csY7" fmla="*/ 1175618 h 2404682"/>
                <a:gd name="csX8" fmla="*/ 264418 w 787052"/>
                <a:gd name="csY8" fmla="*/ 0 h 24046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87052" h="2404682">
                  <a:moveTo>
                    <a:pt x="264418" y="0"/>
                  </a:moveTo>
                  <a:lnTo>
                    <a:pt x="148615" y="345040"/>
                  </a:lnTo>
                  <a:cubicBezTo>
                    <a:pt x="357106" y="408523"/>
                    <a:pt x="516433" y="756157"/>
                    <a:pt x="516433" y="1175618"/>
                  </a:cubicBezTo>
                  <a:cubicBezTo>
                    <a:pt x="516433" y="1640069"/>
                    <a:pt x="321023" y="2016681"/>
                    <a:pt x="79833" y="2016681"/>
                  </a:cubicBezTo>
                  <a:cubicBezTo>
                    <a:pt x="52545" y="2016681"/>
                    <a:pt x="25934" y="2011607"/>
                    <a:pt x="0" y="2002361"/>
                  </a:cubicBezTo>
                  <a:lnTo>
                    <a:pt x="13305" y="2403217"/>
                  </a:lnTo>
                  <a:cubicBezTo>
                    <a:pt x="24920" y="2404119"/>
                    <a:pt x="36646" y="2404683"/>
                    <a:pt x="48486" y="2404683"/>
                  </a:cubicBezTo>
                  <a:cubicBezTo>
                    <a:pt x="456333" y="2404683"/>
                    <a:pt x="787053" y="1854422"/>
                    <a:pt x="787053" y="1175618"/>
                  </a:cubicBezTo>
                  <a:cubicBezTo>
                    <a:pt x="787053" y="621862"/>
                    <a:pt x="566949" y="153690"/>
                    <a:pt x="264418" y="0"/>
                  </a:cubicBezTo>
                  <a:close/>
                </a:path>
              </a:pathLst>
            </a:custGeom>
            <a:solidFill>
              <a:schemeClr val="bg1">
                <a:lumMod val="75000"/>
              </a:schemeClr>
            </a:soli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21" name="Freeform: Shape 7">
              <a:extLst>
                <a:ext uri="{FF2B5EF4-FFF2-40B4-BE49-F238E27FC236}">
                  <a16:creationId xmlns:a16="http://schemas.microsoft.com/office/drawing/2014/main" id="{EF0E6C0A-78AA-6F98-FA89-FC041CBA4DF6}"/>
                </a:ext>
              </a:extLst>
            </p:cNvPr>
            <p:cNvSpPr/>
            <p:nvPr/>
          </p:nvSpPr>
          <p:spPr>
            <a:xfrm>
              <a:off x="2496713" y="3097886"/>
              <a:ext cx="593416" cy="1039964"/>
            </a:xfrm>
            <a:custGeom>
              <a:avLst/>
              <a:gdLst>
                <a:gd name="csX0" fmla="*/ 465579 w 871170"/>
                <a:gd name="csY0" fmla="*/ 0 h 2127867"/>
                <a:gd name="csX1" fmla="*/ 106218 w 871170"/>
                <a:gd name="csY1" fmla="*/ 263742 h 2127867"/>
                <a:gd name="csX2" fmla="*/ 163951 w 871170"/>
                <a:gd name="csY2" fmla="*/ 256187 h 2127867"/>
                <a:gd name="csX3" fmla="*/ 600551 w 871170"/>
                <a:gd name="csY3" fmla="*/ 1097251 h 2127867"/>
                <a:gd name="csX4" fmla="*/ 163951 w 871170"/>
                <a:gd name="csY4" fmla="*/ 1938314 h 2127867"/>
                <a:gd name="csX5" fmla="*/ 0 w 871170"/>
                <a:gd name="csY5" fmla="*/ 1876749 h 2127867"/>
                <a:gd name="csX6" fmla="*/ 549358 w 871170"/>
                <a:gd name="csY6" fmla="*/ 2112075 h 2127867"/>
                <a:gd name="csX7" fmla="*/ 871170 w 871170"/>
                <a:gd name="csY7" fmla="*/ 1097251 h 2127867"/>
                <a:gd name="csX8" fmla="*/ 465579 w 871170"/>
                <a:gd name="csY8" fmla="*/ 0 h 21278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71170" h="2127867">
                  <a:moveTo>
                    <a:pt x="465579" y="0"/>
                  </a:moveTo>
                  <a:cubicBezTo>
                    <a:pt x="372779" y="32474"/>
                    <a:pt x="234650" y="104752"/>
                    <a:pt x="106218" y="263742"/>
                  </a:cubicBezTo>
                  <a:cubicBezTo>
                    <a:pt x="125162" y="258893"/>
                    <a:pt x="144331" y="256187"/>
                    <a:pt x="163951" y="256187"/>
                  </a:cubicBezTo>
                  <a:cubicBezTo>
                    <a:pt x="405028" y="256187"/>
                    <a:pt x="600551" y="632687"/>
                    <a:pt x="600551" y="1097251"/>
                  </a:cubicBezTo>
                  <a:cubicBezTo>
                    <a:pt x="600551" y="1561815"/>
                    <a:pt x="405140" y="1938314"/>
                    <a:pt x="163951" y="1938314"/>
                  </a:cubicBezTo>
                  <a:cubicBezTo>
                    <a:pt x="105993" y="1938314"/>
                    <a:pt x="50628" y="1916327"/>
                    <a:pt x="0" y="1876749"/>
                  </a:cubicBezTo>
                  <a:cubicBezTo>
                    <a:pt x="84118" y="1997851"/>
                    <a:pt x="264418" y="2183225"/>
                    <a:pt x="549358" y="2112075"/>
                  </a:cubicBezTo>
                  <a:cubicBezTo>
                    <a:pt x="743641" y="1890618"/>
                    <a:pt x="871170" y="1518741"/>
                    <a:pt x="871170" y="1097251"/>
                  </a:cubicBezTo>
                  <a:cubicBezTo>
                    <a:pt x="871170" y="617803"/>
                    <a:pt x="706205" y="202627"/>
                    <a:pt x="465579" y="0"/>
                  </a:cubicBezTo>
                  <a:close/>
                </a:path>
              </a:pathLst>
            </a:custGeom>
            <a:gradFill>
              <a:gsLst>
                <a:gs pos="50000">
                  <a:schemeClr val="accent1">
                    <a:lumMod val="75000"/>
                  </a:schemeClr>
                </a:gs>
                <a:gs pos="38000">
                  <a:schemeClr val="accent1"/>
                </a:gs>
                <a:gs pos="100000">
                  <a:schemeClr val="accent1">
                    <a:lumMod val="50000"/>
                  </a:schemeClr>
                </a:gs>
              </a:gsLst>
              <a:lin ang="16200000" scaled="1"/>
            </a:gra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22" name="Freeform: Shape 9">
              <a:extLst>
                <a:ext uri="{FF2B5EF4-FFF2-40B4-BE49-F238E27FC236}">
                  <a16:creationId xmlns:a16="http://schemas.microsoft.com/office/drawing/2014/main" id="{769AE95E-A8CF-B2E8-ABCB-CC0A75154F38}"/>
                </a:ext>
              </a:extLst>
            </p:cNvPr>
            <p:cNvSpPr/>
            <p:nvPr/>
          </p:nvSpPr>
          <p:spPr>
            <a:xfrm>
              <a:off x="2701558" y="3059585"/>
              <a:ext cx="536117" cy="1175253"/>
            </a:xfrm>
            <a:custGeom>
              <a:avLst/>
              <a:gdLst>
                <a:gd name="csX0" fmla="*/ 264418 w 787052"/>
                <a:gd name="csY0" fmla="*/ 0 h 2404682"/>
                <a:gd name="csX1" fmla="*/ 148615 w 787052"/>
                <a:gd name="csY1" fmla="*/ 345040 h 2404682"/>
                <a:gd name="csX2" fmla="*/ 516433 w 787052"/>
                <a:gd name="csY2" fmla="*/ 1175618 h 2404682"/>
                <a:gd name="csX3" fmla="*/ 79833 w 787052"/>
                <a:gd name="csY3" fmla="*/ 2016681 h 2404682"/>
                <a:gd name="csX4" fmla="*/ 0 w 787052"/>
                <a:gd name="csY4" fmla="*/ 2002361 h 2404682"/>
                <a:gd name="csX5" fmla="*/ 13305 w 787052"/>
                <a:gd name="csY5" fmla="*/ 2403217 h 2404682"/>
                <a:gd name="csX6" fmla="*/ 48486 w 787052"/>
                <a:gd name="csY6" fmla="*/ 2404683 h 2404682"/>
                <a:gd name="csX7" fmla="*/ 787053 w 787052"/>
                <a:gd name="csY7" fmla="*/ 1175618 h 2404682"/>
                <a:gd name="csX8" fmla="*/ 264418 w 787052"/>
                <a:gd name="csY8" fmla="*/ 0 h 24046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87052" h="2404682">
                  <a:moveTo>
                    <a:pt x="264418" y="0"/>
                  </a:moveTo>
                  <a:lnTo>
                    <a:pt x="148615" y="345040"/>
                  </a:lnTo>
                  <a:cubicBezTo>
                    <a:pt x="357106" y="408523"/>
                    <a:pt x="516433" y="756157"/>
                    <a:pt x="516433" y="1175618"/>
                  </a:cubicBezTo>
                  <a:cubicBezTo>
                    <a:pt x="516433" y="1640069"/>
                    <a:pt x="321023" y="2016681"/>
                    <a:pt x="79833" y="2016681"/>
                  </a:cubicBezTo>
                  <a:cubicBezTo>
                    <a:pt x="52545" y="2016681"/>
                    <a:pt x="25934" y="2011607"/>
                    <a:pt x="0" y="2002361"/>
                  </a:cubicBezTo>
                  <a:lnTo>
                    <a:pt x="13305" y="2403217"/>
                  </a:lnTo>
                  <a:cubicBezTo>
                    <a:pt x="24920" y="2404119"/>
                    <a:pt x="36646" y="2404683"/>
                    <a:pt x="48486" y="2404683"/>
                  </a:cubicBezTo>
                  <a:cubicBezTo>
                    <a:pt x="456333" y="2404683"/>
                    <a:pt x="787053" y="1854422"/>
                    <a:pt x="787053" y="1175618"/>
                  </a:cubicBezTo>
                  <a:cubicBezTo>
                    <a:pt x="787053" y="621862"/>
                    <a:pt x="566949" y="153690"/>
                    <a:pt x="264418" y="0"/>
                  </a:cubicBezTo>
                  <a:close/>
                </a:path>
              </a:pathLst>
            </a:custGeom>
            <a:solidFill>
              <a:schemeClr val="accent1">
                <a:lumMod val="75000"/>
              </a:schemeClr>
            </a:soli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24" name="Arrow: Right 4">
              <a:extLst>
                <a:ext uri="{FF2B5EF4-FFF2-40B4-BE49-F238E27FC236}">
                  <a16:creationId xmlns:a16="http://schemas.microsoft.com/office/drawing/2014/main" id="{4CA9F822-F1A4-AC73-B1E7-E2975095AE5D}"/>
                </a:ext>
              </a:extLst>
            </p:cNvPr>
            <p:cNvSpPr/>
            <p:nvPr/>
          </p:nvSpPr>
          <p:spPr>
            <a:xfrm>
              <a:off x="1711849" y="3336946"/>
              <a:ext cx="4189023" cy="592507"/>
            </a:xfrm>
            <a:prstGeom prst="rightArrow">
              <a:avLst>
                <a:gd name="adj1" fmla="val 64110"/>
                <a:gd name="adj2" fmla="val 50000"/>
              </a:avLst>
            </a:prstGeom>
            <a:gradFill flip="none" rotWithShape="1">
              <a:gsLst>
                <a:gs pos="45000">
                  <a:schemeClr val="bg1">
                    <a:lumMod val="85000"/>
                  </a:schemeClr>
                </a:gs>
                <a:gs pos="20000">
                  <a:schemeClr val="accent1">
                    <a:lumMod val="20000"/>
                    <a:lumOff val="80000"/>
                  </a:schemeClr>
                </a:gs>
                <a:gs pos="76000">
                  <a:schemeClr val="bg1">
                    <a:lumMod val="8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eiryo UI" panose="020B0604030504040204" pitchFamily="34" charset="-128"/>
                <a:ea typeface="Meiryo UI" panose="020B0604030504040204" pitchFamily="34" charset="-128"/>
              </a:endParaRPr>
            </a:p>
          </p:txBody>
        </p:sp>
        <p:sp>
          <p:nvSpPr>
            <p:cNvPr id="51" name="TextBox 10">
              <a:extLst>
                <a:ext uri="{FF2B5EF4-FFF2-40B4-BE49-F238E27FC236}">
                  <a16:creationId xmlns:a16="http://schemas.microsoft.com/office/drawing/2014/main" id="{79BEF541-02EF-3AC8-213D-7C2DCDE7B9B9}"/>
                </a:ext>
              </a:extLst>
            </p:cNvPr>
            <p:cNvSpPr txBox="1"/>
            <p:nvPr/>
          </p:nvSpPr>
          <p:spPr>
            <a:xfrm flipH="1">
              <a:off x="2622068" y="4208492"/>
              <a:ext cx="1846096" cy="745915"/>
            </a:xfrm>
            <a:prstGeom prst="rect">
              <a:avLst/>
            </a:prstGeom>
            <a:noFill/>
          </p:spPr>
          <p:txBody>
            <a:bodyPr wrap="square" lIns="0" tIns="0" rIns="0" bIns="0" rtlCol="0" anchor="ctr">
              <a:noAutofit/>
            </a:bodyPr>
            <a:lstStyle/>
            <a:p>
              <a:pPr algn="ctr"/>
              <a:r>
                <a:rPr lang="en-IN" sz="1600" b="1" dirty="0" err="1">
                  <a:solidFill>
                    <a:schemeClr val="accent1">
                      <a:lumMod val="75000"/>
                    </a:schemeClr>
                  </a:solidFill>
                  <a:latin typeface="Meiryo UI" panose="020B0604030504040204" pitchFamily="34" charset="-128"/>
                  <a:ea typeface="Meiryo UI" panose="020B0604030504040204" pitchFamily="34" charset="-128"/>
                </a:rPr>
                <a:t>ベトナム消費者の入口</a:t>
              </a:r>
              <a:br>
                <a:rPr lang="en-IN" sz="1600" b="1" dirty="0">
                  <a:solidFill>
                    <a:schemeClr val="accent1">
                      <a:lumMod val="75000"/>
                    </a:schemeClr>
                  </a:solidFill>
                  <a:latin typeface="Meiryo UI" panose="020B0604030504040204" pitchFamily="34" charset="-128"/>
                  <a:ea typeface="Meiryo UI" panose="020B0604030504040204" pitchFamily="34" charset="-128"/>
                </a:rPr>
              </a:br>
              <a:r>
                <a:rPr lang="en-IN" sz="1600" b="1" dirty="0" err="1">
                  <a:solidFill>
                    <a:schemeClr val="accent1">
                      <a:lumMod val="75000"/>
                    </a:schemeClr>
                  </a:solidFill>
                  <a:latin typeface="Meiryo UI" panose="020B0604030504040204" pitchFamily="34" charset="-128"/>
                  <a:ea typeface="Meiryo UI" panose="020B0604030504040204" pitchFamily="34" charset="-128"/>
                </a:rPr>
                <a:t>を抑える</a:t>
              </a:r>
              <a:br>
                <a:rPr lang="en-IN" sz="1600" b="1" dirty="0">
                  <a:solidFill>
                    <a:schemeClr val="accent1">
                      <a:lumMod val="75000"/>
                    </a:schemeClr>
                  </a:solidFill>
                  <a:latin typeface="Meiryo UI" panose="020B0604030504040204" pitchFamily="34" charset="-128"/>
                  <a:ea typeface="Meiryo UI" panose="020B0604030504040204" pitchFamily="34" charset="-128"/>
                </a:rPr>
              </a:br>
              <a:r>
                <a:rPr lang="en-IN" sz="1600" b="1" dirty="0">
                  <a:solidFill>
                    <a:schemeClr val="accent1">
                      <a:lumMod val="75000"/>
                    </a:schemeClr>
                  </a:solidFill>
                  <a:latin typeface="Meiryo UI" panose="020B0604030504040204" pitchFamily="34" charset="-128"/>
                  <a:ea typeface="Meiryo UI" panose="020B0604030504040204" pitchFamily="34" charset="-128"/>
                </a:rPr>
                <a:t>（</a:t>
              </a:r>
              <a:r>
                <a:rPr lang="en-IN" sz="1600" b="1" dirty="0" err="1">
                  <a:solidFill>
                    <a:schemeClr val="accent1">
                      <a:lumMod val="75000"/>
                    </a:schemeClr>
                  </a:solidFill>
                  <a:latin typeface="Meiryo UI" panose="020B0604030504040204" pitchFamily="34" charset="-128"/>
                  <a:ea typeface="Meiryo UI" panose="020B0604030504040204" pitchFamily="34" charset="-128"/>
                </a:rPr>
                <a:t>デリバリーサービス</a:t>
              </a:r>
              <a:r>
                <a:rPr lang="en-IN" sz="1600" b="1" dirty="0">
                  <a:solidFill>
                    <a:schemeClr val="accent1">
                      <a:lumMod val="75000"/>
                    </a:schemeClr>
                  </a:solidFill>
                  <a:latin typeface="Meiryo UI" panose="020B0604030504040204" pitchFamily="34" charset="-128"/>
                  <a:ea typeface="Meiryo UI" panose="020B0604030504040204" pitchFamily="34" charset="-128"/>
                </a:rPr>
                <a:t>）</a:t>
              </a:r>
            </a:p>
          </p:txBody>
        </p:sp>
        <p:grpSp>
          <p:nvGrpSpPr>
            <p:cNvPr id="52" name="Group 11">
              <a:extLst>
                <a:ext uri="{FF2B5EF4-FFF2-40B4-BE49-F238E27FC236}">
                  <a16:creationId xmlns:a16="http://schemas.microsoft.com/office/drawing/2014/main" id="{3BA93F96-F591-352E-CEA3-CD352E325CF3}"/>
                </a:ext>
              </a:extLst>
            </p:cNvPr>
            <p:cNvGrpSpPr/>
            <p:nvPr/>
          </p:nvGrpSpPr>
          <p:grpSpPr>
            <a:xfrm>
              <a:off x="3234673" y="3308611"/>
              <a:ext cx="782223" cy="649177"/>
              <a:chOff x="2637034" y="3102011"/>
              <a:chExt cx="1325366" cy="1325366"/>
            </a:xfrm>
          </p:grpSpPr>
          <p:grpSp>
            <p:nvGrpSpPr>
              <p:cNvPr id="53" name="Group 12">
                <a:extLst>
                  <a:ext uri="{FF2B5EF4-FFF2-40B4-BE49-F238E27FC236}">
                    <a16:creationId xmlns:a16="http://schemas.microsoft.com/office/drawing/2014/main" id="{914AE11C-5568-49EF-EA16-C5FA773455FC}"/>
                  </a:ext>
                </a:extLst>
              </p:cNvPr>
              <p:cNvGrpSpPr/>
              <p:nvPr/>
            </p:nvGrpSpPr>
            <p:grpSpPr>
              <a:xfrm>
                <a:off x="2637034" y="3102011"/>
                <a:ext cx="1325366" cy="1325366"/>
                <a:chOff x="866705" y="3156750"/>
                <a:chExt cx="1215888" cy="1215888"/>
              </a:xfrm>
            </p:grpSpPr>
            <p:sp>
              <p:nvSpPr>
                <p:cNvPr id="55" name="Oval 14">
                  <a:extLst>
                    <a:ext uri="{FF2B5EF4-FFF2-40B4-BE49-F238E27FC236}">
                      <a16:creationId xmlns:a16="http://schemas.microsoft.com/office/drawing/2014/main" id="{1D85EB50-CAB6-B9CC-43DA-48E33372525F}"/>
                    </a:ext>
                  </a:extLst>
                </p:cNvPr>
                <p:cNvSpPr/>
                <p:nvPr/>
              </p:nvSpPr>
              <p:spPr>
                <a:xfrm>
                  <a:off x="1012922" y="3302967"/>
                  <a:ext cx="923454" cy="923454"/>
                </a:xfrm>
                <a:prstGeom prst="ellipse">
                  <a:avLst/>
                </a:prstGeom>
                <a:solidFill>
                  <a:schemeClr val="bg1"/>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eiryo UI" panose="020B0604030504040204" pitchFamily="34" charset="-128"/>
                    <a:ea typeface="Meiryo UI" panose="020B0604030504040204" pitchFamily="34" charset="-128"/>
                  </a:endParaRPr>
                </a:p>
              </p:txBody>
            </p:sp>
            <p:sp>
              <p:nvSpPr>
                <p:cNvPr id="56" name="Arc 19">
                  <a:extLst>
                    <a:ext uri="{FF2B5EF4-FFF2-40B4-BE49-F238E27FC236}">
                      <a16:creationId xmlns:a16="http://schemas.microsoft.com/office/drawing/2014/main" id="{94171246-1AF0-846A-822E-74D78CAD728E}"/>
                    </a:ext>
                  </a:extLst>
                </p:cNvPr>
                <p:cNvSpPr/>
                <p:nvPr/>
              </p:nvSpPr>
              <p:spPr>
                <a:xfrm>
                  <a:off x="866705" y="3156750"/>
                  <a:ext cx="1215888" cy="1215888"/>
                </a:xfrm>
                <a:prstGeom prst="arc">
                  <a:avLst>
                    <a:gd name="adj1" fmla="val 14300928"/>
                    <a:gd name="adj2" fmla="val 18145498"/>
                  </a:avLst>
                </a:prstGeom>
                <a:ln w="254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Meiryo UI" panose="020B0604030504040204" pitchFamily="34" charset="-128"/>
                    <a:ea typeface="Meiryo UI" panose="020B0604030504040204" pitchFamily="34" charset="-128"/>
                  </a:endParaRPr>
                </a:p>
              </p:txBody>
            </p:sp>
            <p:sp>
              <p:nvSpPr>
                <p:cNvPr id="57" name="Arc 20">
                  <a:extLst>
                    <a:ext uri="{FF2B5EF4-FFF2-40B4-BE49-F238E27FC236}">
                      <a16:creationId xmlns:a16="http://schemas.microsoft.com/office/drawing/2014/main" id="{15A7AE1B-9153-B8D3-C785-B31D0CD70DDF}"/>
                    </a:ext>
                  </a:extLst>
                </p:cNvPr>
                <p:cNvSpPr/>
                <p:nvPr/>
              </p:nvSpPr>
              <p:spPr>
                <a:xfrm rot="10800000">
                  <a:off x="866705" y="3156750"/>
                  <a:ext cx="1215888" cy="1215888"/>
                </a:xfrm>
                <a:prstGeom prst="arc">
                  <a:avLst>
                    <a:gd name="adj1" fmla="val 14300928"/>
                    <a:gd name="adj2" fmla="val 18145498"/>
                  </a:avLst>
                </a:prstGeom>
                <a:ln w="254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Meiryo UI" panose="020B0604030504040204" pitchFamily="34" charset="-128"/>
                    <a:ea typeface="Meiryo UI" panose="020B0604030504040204" pitchFamily="34" charset="-128"/>
                  </a:endParaRPr>
                </a:p>
              </p:txBody>
            </p:sp>
          </p:grpSp>
          <p:sp>
            <p:nvSpPr>
              <p:cNvPr id="54" name="Oval 13">
                <a:extLst>
                  <a:ext uri="{FF2B5EF4-FFF2-40B4-BE49-F238E27FC236}">
                    <a16:creationId xmlns:a16="http://schemas.microsoft.com/office/drawing/2014/main" id="{E4B05760-101B-CFC5-F7F7-0C0632AE0469}"/>
                  </a:ext>
                </a:extLst>
              </p:cNvPr>
              <p:cNvSpPr/>
              <p:nvPr/>
            </p:nvSpPr>
            <p:spPr>
              <a:xfrm>
                <a:off x="2933366" y="3398343"/>
                <a:ext cx="732700" cy="732700"/>
              </a:xfrm>
              <a:prstGeom prst="ellipse">
                <a:avLst/>
              </a:prstGeom>
              <a:gradFill flip="none" rotWithShape="1">
                <a:gsLst>
                  <a:gs pos="0">
                    <a:schemeClr val="accent1">
                      <a:lumMod val="75000"/>
                    </a:schemeClr>
                  </a:gs>
                  <a:gs pos="100000">
                    <a:schemeClr val="accent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eiryo UI" panose="020B0604030504040204" pitchFamily="34" charset="-128"/>
                  <a:ea typeface="Meiryo UI" panose="020B0604030504040204" pitchFamily="34" charset="-128"/>
                </a:endParaRPr>
              </a:p>
            </p:txBody>
          </p:sp>
        </p:grpSp>
        <p:grpSp>
          <p:nvGrpSpPr>
            <p:cNvPr id="58" name="Graphic 81" descr="Gears outline">
              <a:extLst>
                <a:ext uri="{FF2B5EF4-FFF2-40B4-BE49-F238E27FC236}">
                  <a16:creationId xmlns:a16="http://schemas.microsoft.com/office/drawing/2014/main" id="{74355E37-559E-30E2-53C1-C4D93A6C5149}"/>
                </a:ext>
              </a:extLst>
            </p:cNvPr>
            <p:cNvGrpSpPr/>
            <p:nvPr/>
          </p:nvGrpSpPr>
          <p:grpSpPr>
            <a:xfrm>
              <a:off x="3521865" y="3543708"/>
              <a:ext cx="205878" cy="178796"/>
              <a:chOff x="3260825" y="3581988"/>
              <a:chExt cx="301579" cy="365031"/>
            </a:xfrm>
            <a:solidFill>
              <a:schemeClr val="tx1">
                <a:lumMod val="95000"/>
                <a:lumOff val="5000"/>
              </a:schemeClr>
            </a:solidFill>
          </p:grpSpPr>
          <p:sp>
            <p:nvSpPr>
              <p:cNvPr id="59" name="Freeform: Shape 22">
                <a:extLst>
                  <a:ext uri="{FF2B5EF4-FFF2-40B4-BE49-F238E27FC236}">
                    <a16:creationId xmlns:a16="http://schemas.microsoft.com/office/drawing/2014/main" id="{AEBF9FE6-8A70-0C48-7FAD-A70ED6C4EC34}"/>
                  </a:ext>
                </a:extLst>
              </p:cNvPr>
              <p:cNvSpPr/>
              <p:nvPr/>
            </p:nvSpPr>
            <p:spPr>
              <a:xfrm>
                <a:off x="3365360" y="3581988"/>
                <a:ext cx="197044" cy="196581"/>
              </a:xfrm>
              <a:custGeom>
                <a:avLst/>
                <a:gdLst>
                  <a:gd name="csX0" fmla="*/ 168829 w 197044"/>
                  <a:gd name="csY0" fmla="*/ 138352 h 196581"/>
                  <a:gd name="csX1" fmla="*/ 176693 w 197044"/>
                  <a:gd name="csY1" fmla="*/ 120313 h 196581"/>
                  <a:gd name="csX2" fmla="*/ 197045 w 197044"/>
                  <a:gd name="csY2" fmla="*/ 110137 h 196581"/>
                  <a:gd name="csX3" fmla="*/ 197045 w 197044"/>
                  <a:gd name="csY3" fmla="*/ 87010 h 196581"/>
                  <a:gd name="csX4" fmla="*/ 176693 w 197044"/>
                  <a:gd name="csY4" fmla="*/ 76833 h 196581"/>
                  <a:gd name="csX5" fmla="*/ 169292 w 197044"/>
                  <a:gd name="csY5" fmla="*/ 58794 h 196581"/>
                  <a:gd name="csX6" fmla="*/ 176693 w 197044"/>
                  <a:gd name="csY6" fmla="*/ 37055 h 196581"/>
                  <a:gd name="csX7" fmla="*/ 160041 w 197044"/>
                  <a:gd name="csY7" fmla="*/ 20403 h 196581"/>
                  <a:gd name="csX8" fmla="*/ 138301 w 197044"/>
                  <a:gd name="csY8" fmla="*/ 27804 h 196581"/>
                  <a:gd name="csX9" fmla="*/ 120262 w 197044"/>
                  <a:gd name="csY9" fmla="*/ 20352 h 196581"/>
                  <a:gd name="csX10" fmla="*/ 110086 w 197044"/>
                  <a:gd name="csY10" fmla="*/ 0 h 196581"/>
                  <a:gd name="csX11" fmla="*/ 86959 w 197044"/>
                  <a:gd name="csY11" fmla="*/ 0 h 196581"/>
                  <a:gd name="csX12" fmla="*/ 76783 w 197044"/>
                  <a:gd name="csY12" fmla="*/ 20352 h 196581"/>
                  <a:gd name="csX13" fmla="*/ 58743 w 197044"/>
                  <a:gd name="csY13" fmla="*/ 27753 h 196581"/>
                  <a:gd name="csX14" fmla="*/ 37004 w 197044"/>
                  <a:gd name="csY14" fmla="*/ 20352 h 196581"/>
                  <a:gd name="csX15" fmla="*/ 20352 w 197044"/>
                  <a:gd name="csY15" fmla="*/ 37004 h 196581"/>
                  <a:gd name="csX16" fmla="*/ 27753 w 197044"/>
                  <a:gd name="csY16" fmla="*/ 58743 h 196581"/>
                  <a:gd name="csX17" fmla="*/ 20352 w 197044"/>
                  <a:gd name="csY17" fmla="*/ 76783 h 196581"/>
                  <a:gd name="csX18" fmla="*/ 0 w 197044"/>
                  <a:gd name="csY18" fmla="*/ 86959 h 196581"/>
                  <a:gd name="csX19" fmla="*/ 0 w 197044"/>
                  <a:gd name="csY19" fmla="*/ 110086 h 196581"/>
                  <a:gd name="csX20" fmla="*/ 20352 w 197044"/>
                  <a:gd name="csY20" fmla="*/ 120262 h 196581"/>
                  <a:gd name="csX21" fmla="*/ 27753 w 197044"/>
                  <a:gd name="csY21" fmla="*/ 138301 h 196581"/>
                  <a:gd name="csX22" fmla="*/ 20352 w 197044"/>
                  <a:gd name="csY22" fmla="*/ 160041 h 196581"/>
                  <a:gd name="csX23" fmla="*/ 36541 w 197044"/>
                  <a:gd name="csY23" fmla="*/ 176230 h 196581"/>
                  <a:gd name="csX24" fmla="*/ 58281 w 197044"/>
                  <a:gd name="csY24" fmla="*/ 168829 h 196581"/>
                  <a:gd name="csX25" fmla="*/ 76320 w 197044"/>
                  <a:gd name="csY25" fmla="*/ 176230 h 196581"/>
                  <a:gd name="csX26" fmla="*/ 86496 w 197044"/>
                  <a:gd name="csY26" fmla="*/ 196582 h 196581"/>
                  <a:gd name="csX27" fmla="*/ 109623 w 197044"/>
                  <a:gd name="csY27" fmla="*/ 196582 h 196581"/>
                  <a:gd name="csX28" fmla="*/ 119799 w 197044"/>
                  <a:gd name="csY28" fmla="*/ 176230 h 196581"/>
                  <a:gd name="csX29" fmla="*/ 137839 w 197044"/>
                  <a:gd name="csY29" fmla="*/ 168829 h 196581"/>
                  <a:gd name="csX30" fmla="*/ 159578 w 197044"/>
                  <a:gd name="csY30" fmla="*/ 176230 h 196581"/>
                  <a:gd name="csX31" fmla="*/ 176230 w 197044"/>
                  <a:gd name="csY31" fmla="*/ 160041 h 196581"/>
                  <a:gd name="csX32" fmla="*/ 160069 w 197044"/>
                  <a:gd name="csY32" fmla="*/ 141331 h 196581"/>
                  <a:gd name="csX33" fmla="*/ 165591 w 197044"/>
                  <a:gd name="csY33" fmla="*/ 157543 h 196581"/>
                  <a:gd name="csX34" fmla="*/ 157196 w 197044"/>
                  <a:gd name="csY34" fmla="*/ 165707 h 196581"/>
                  <a:gd name="csX35" fmla="*/ 140822 w 197044"/>
                  <a:gd name="csY35" fmla="*/ 160129 h 196581"/>
                  <a:gd name="csX36" fmla="*/ 136826 w 197044"/>
                  <a:gd name="csY36" fmla="*/ 158769 h 196581"/>
                  <a:gd name="csX37" fmla="*/ 133176 w 197044"/>
                  <a:gd name="csY37" fmla="*/ 160897 h 196581"/>
                  <a:gd name="csX38" fmla="*/ 117260 w 197044"/>
                  <a:gd name="csY38" fmla="*/ 167395 h 196581"/>
                  <a:gd name="csX39" fmla="*/ 113347 w 197044"/>
                  <a:gd name="csY39" fmla="*/ 168515 h 196581"/>
                  <a:gd name="csX40" fmla="*/ 111524 w 197044"/>
                  <a:gd name="csY40" fmla="*/ 172155 h 196581"/>
                  <a:gd name="csX41" fmla="*/ 103906 w 197044"/>
                  <a:gd name="csY41" fmla="*/ 187419 h 196581"/>
                  <a:gd name="csX42" fmla="*/ 92227 w 197044"/>
                  <a:gd name="csY42" fmla="*/ 187419 h 196581"/>
                  <a:gd name="csX43" fmla="*/ 84609 w 197044"/>
                  <a:gd name="csY43" fmla="*/ 172155 h 196581"/>
                  <a:gd name="csX44" fmla="*/ 82786 w 197044"/>
                  <a:gd name="csY44" fmla="*/ 168515 h 196581"/>
                  <a:gd name="csX45" fmla="*/ 78873 w 197044"/>
                  <a:gd name="csY45" fmla="*/ 167395 h 196581"/>
                  <a:gd name="csX46" fmla="*/ 62952 w 197044"/>
                  <a:gd name="csY46" fmla="*/ 160897 h 196581"/>
                  <a:gd name="csX47" fmla="*/ 59308 w 197044"/>
                  <a:gd name="csY47" fmla="*/ 158769 h 196581"/>
                  <a:gd name="csX48" fmla="*/ 55311 w 197044"/>
                  <a:gd name="csY48" fmla="*/ 160129 h 196581"/>
                  <a:gd name="csX49" fmla="*/ 39020 w 197044"/>
                  <a:gd name="csY49" fmla="*/ 165679 h 196581"/>
                  <a:gd name="csX50" fmla="*/ 30972 w 197044"/>
                  <a:gd name="csY50" fmla="*/ 157631 h 196581"/>
                  <a:gd name="csX51" fmla="*/ 36523 w 197044"/>
                  <a:gd name="csY51" fmla="*/ 141336 h 196581"/>
                  <a:gd name="csX52" fmla="*/ 37882 w 197044"/>
                  <a:gd name="csY52" fmla="*/ 137339 h 196581"/>
                  <a:gd name="csX53" fmla="*/ 35755 w 197044"/>
                  <a:gd name="csY53" fmla="*/ 133694 h 196581"/>
                  <a:gd name="csX54" fmla="*/ 29279 w 197044"/>
                  <a:gd name="csY54" fmla="*/ 117769 h 196581"/>
                  <a:gd name="csX55" fmla="*/ 28160 w 197044"/>
                  <a:gd name="csY55" fmla="*/ 113856 h 196581"/>
                  <a:gd name="csX56" fmla="*/ 24524 w 197044"/>
                  <a:gd name="csY56" fmla="*/ 112038 h 196581"/>
                  <a:gd name="csX57" fmla="*/ 9251 w 197044"/>
                  <a:gd name="csY57" fmla="*/ 104410 h 196581"/>
                  <a:gd name="csX58" fmla="*/ 9251 w 197044"/>
                  <a:gd name="csY58" fmla="*/ 92713 h 196581"/>
                  <a:gd name="csX59" fmla="*/ 24515 w 197044"/>
                  <a:gd name="csY59" fmla="*/ 85108 h 196581"/>
                  <a:gd name="csX60" fmla="*/ 28151 w 197044"/>
                  <a:gd name="csY60" fmla="*/ 83286 h 196581"/>
                  <a:gd name="csX61" fmla="*/ 29270 w 197044"/>
                  <a:gd name="csY61" fmla="*/ 79373 h 196581"/>
                  <a:gd name="csX62" fmla="*/ 35746 w 197044"/>
                  <a:gd name="csY62" fmla="*/ 63452 h 196581"/>
                  <a:gd name="csX63" fmla="*/ 37873 w 197044"/>
                  <a:gd name="csY63" fmla="*/ 59803 h 196581"/>
                  <a:gd name="csX64" fmla="*/ 36513 w 197044"/>
                  <a:gd name="csY64" fmla="*/ 55811 h 196581"/>
                  <a:gd name="csX65" fmla="*/ 30963 w 197044"/>
                  <a:gd name="csY65" fmla="*/ 39511 h 196581"/>
                  <a:gd name="csX66" fmla="*/ 39474 w 197044"/>
                  <a:gd name="csY66" fmla="*/ 31000 h 196581"/>
                  <a:gd name="csX67" fmla="*/ 55765 w 197044"/>
                  <a:gd name="csY67" fmla="*/ 36550 h 196581"/>
                  <a:gd name="csX68" fmla="*/ 59761 w 197044"/>
                  <a:gd name="csY68" fmla="*/ 37938 h 196581"/>
                  <a:gd name="csX69" fmla="*/ 63406 w 197044"/>
                  <a:gd name="csY69" fmla="*/ 35806 h 196581"/>
                  <a:gd name="csX70" fmla="*/ 79327 w 197044"/>
                  <a:gd name="csY70" fmla="*/ 29330 h 196581"/>
                  <a:gd name="csX71" fmla="*/ 83258 w 197044"/>
                  <a:gd name="csY71" fmla="*/ 28146 h 196581"/>
                  <a:gd name="csX72" fmla="*/ 85081 w 197044"/>
                  <a:gd name="csY72" fmla="*/ 24506 h 196581"/>
                  <a:gd name="csX73" fmla="*/ 92699 w 197044"/>
                  <a:gd name="csY73" fmla="*/ 9242 h 196581"/>
                  <a:gd name="csX74" fmla="*/ 104392 w 197044"/>
                  <a:gd name="csY74" fmla="*/ 9242 h 196581"/>
                  <a:gd name="csX75" fmla="*/ 112010 w 197044"/>
                  <a:gd name="csY75" fmla="*/ 24506 h 196581"/>
                  <a:gd name="csX76" fmla="*/ 113833 w 197044"/>
                  <a:gd name="csY76" fmla="*/ 28146 h 196581"/>
                  <a:gd name="csX77" fmla="*/ 117741 w 197044"/>
                  <a:gd name="csY77" fmla="*/ 29265 h 196581"/>
                  <a:gd name="csX78" fmla="*/ 133662 w 197044"/>
                  <a:gd name="csY78" fmla="*/ 35741 h 196581"/>
                  <a:gd name="csX79" fmla="*/ 137311 w 197044"/>
                  <a:gd name="csY79" fmla="*/ 37873 h 196581"/>
                  <a:gd name="csX80" fmla="*/ 141308 w 197044"/>
                  <a:gd name="csY80" fmla="*/ 36486 h 196581"/>
                  <a:gd name="csX81" fmla="*/ 157594 w 197044"/>
                  <a:gd name="csY81" fmla="*/ 30935 h 196581"/>
                  <a:gd name="csX82" fmla="*/ 166105 w 197044"/>
                  <a:gd name="csY82" fmla="*/ 39446 h 196581"/>
                  <a:gd name="csX83" fmla="*/ 160554 w 197044"/>
                  <a:gd name="csY83" fmla="*/ 55746 h 196581"/>
                  <a:gd name="csX84" fmla="*/ 159194 w 197044"/>
                  <a:gd name="csY84" fmla="*/ 59738 h 196581"/>
                  <a:gd name="csX85" fmla="*/ 161322 w 197044"/>
                  <a:gd name="csY85" fmla="*/ 63387 h 196581"/>
                  <a:gd name="csX86" fmla="*/ 167821 w 197044"/>
                  <a:gd name="csY86" fmla="*/ 79308 h 196581"/>
                  <a:gd name="csX87" fmla="*/ 168936 w 197044"/>
                  <a:gd name="csY87" fmla="*/ 83221 h 196581"/>
                  <a:gd name="csX88" fmla="*/ 172576 w 197044"/>
                  <a:gd name="csY88" fmla="*/ 85044 h 196581"/>
                  <a:gd name="csX89" fmla="*/ 187840 w 197044"/>
                  <a:gd name="csY89" fmla="*/ 92666 h 196581"/>
                  <a:gd name="csX90" fmla="*/ 187840 w 197044"/>
                  <a:gd name="csY90" fmla="*/ 104364 h 196581"/>
                  <a:gd name="csX91" fmla="*/ 172576 w 197044"/>
                  <a:gd name="csY91" fmla="*/ 111987 h 196581"/>
                  <a:gd name="csX92" fmla="*/ 169037 w 197044"/>
                  <a:gd name="csY92" fmla="*/ 113759 h 196581"/>
                  <a:gd name="csX93" fmla="*/ 167872 w 197044"/>
                  <a:gd name="csY93" fmla="*/ 117542 h 196581"/>
                  <a:gd name="csX94" fmla="*/ 160855 w 197044"/>
                  <a:gd name="csY94" fmla="*/ 133676 h 196581"/>
                  <a:gd name="csX95" fmla="*/ 158727 w 197044"/>
                  <a:gd name="csY95" fmla="*/ 137321 h 196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Lst>
                <a:rect l="l" t="t" r="r" b="b"/>
                <a:pathLst>
                  <a:path w="197044" h="196581">
                    <a:moveTo>
                      <a:pt x="168829" y="138352"/>
                    </a:moveTo>
                    <a:cubicBezTo>
                      <a:pt x="172109" y="132648"/>
                      <a:pt x="174746" y="126598"/>
                      <a:pt x="176693" y="120313"/>
                    </a:cubicBezTo>
                    <a:lnTo>
                      <a:pt x="197045" y="110137"/>
                    </a:lnTo>
                    <a:lnTo>
                      <a:pt x="197045" y="87010"/>
                    </a:lnTo>
                    <a:lnTo>
                      <a:pt x="176693" y="76833"/>
                    </a:lnTo>
                    <a:cubicBezTo>
                      <a:pt x="174991" y="70534"/>
                      <a:pt x="172505" y="64473"/>
                      <a:pt x="169292" y="58794"/>
                    </a:cubicBezTo>
                    <a:lnTo>
                      <a:pt x="176693" y="37055"/>
                    </a:lnTo>
                    <a:lnTo>
                      <a:pt x="160041" y="20403"/>
                    </a:lnTo>
                    <a:lnTo>
                      <a:pt x="138301" y="27804"/>
                    </a:lnTo>
                    <a:cubicBezTo>
                      <a:pt x="132625" y="24572"/>
                      <a:pt x="126564" y="22069"/>
                      <a:pt x="120262" y="20352"/>
                    </a:cubicBezTo>
                    <a:lnTo>
                      <a:pt x="110086" y="0"/>
                    </a:lnTo>
                    <a:lnTo>
                      <a:pt x="86959" y="0"/>
                    </a:lnTo>
                    <a:lnTo>
                      <a:pt x="76783" y="20352"/>
                    </a:lnTo>
                    <a:cubicBezTo>
                      <a:pt x="70483" y="22052"/>
                      <a:pt x="64422" y="24538"/>
                      <a:pt x="58743" y="27753"/>
                    </a:cubicBezTo>
                    <a:lnTo>
                      <a:pt x="37004" y="20352"/>
                    </a:lnTo>
                    <a:lnTo>
                      <a:pt x="20352" y="37004"/>
                    </a:lnTo>
                    <a:lnTo>
                      <a:pt x="27753" y="58743"/>
                    </a:lnTo>
                    <a:cubicBezTo>
                      <a:pt x="24539" y="64422"/>
                      <a:pt x="22053" y="70483"/>
                      <a:pt x="20352" y="76783"/>
                    </a:cubicBezTo>
                    <a:lnTo>
                      <a:pt x="0" y="86959"/>
                    </a:lnTo>
                    <a:lnTo>
                      <a:pt x="0" y="110086"/>
                    </a:lnTo>
                    <a:lnTo>
                      <a:pt x="20352" y="120262"/>
                    </a:lnTo>
                    <a:cubicBezTo>
                      <a:pt x="22054" y="126561"/>
                      <a:pt x="24540" y="132622"/>
                      <a:pt x="27753" y="138301"/>
                    </a:cubicBezTo>
                    <a:lnTo>
                      <a:pt x="20352" y="160041"/>
                    </a:lnTo>
                    <a:lnTo>
                      <a:pt x="36541" y="176230"/>
                    </a:lnTo>
                    <a:lnTo>
                      <a:pt x="58281" y="168829"/>
                    </a:lnTo>
                    <a:cubicBezTo>
                      <a:pt x="63960" y="172043"/>
                      <a:pt x="70021" y="174529"/>
                      <a:pt x="76320" y="176230"/>
                    </a:cubicBezTo>
                    <a:lnTo>
                      <a:pt x="86496" y="196582"/>
                    </a:lnTo>
                    <a:lnTo>
                      <a:pt x="109623" y="196582"/>
                    </a:lnTo>
                    <a:lnTo>
                      <a:pt x="119799" y="176230"/>
                    </a:lnTo>
                    <a:cubicBezTo>
                      <a:pt x="126099" y="174529"/>
                      <a:pt x="132160" y="172043"/>
                      <a:pt x="137839" y="168829"/>
                    </a:cubicBezTo>
                    <a:lnTo>
                      <a:pt x="159578" y="176230"/>
                    </a:lnTo>
                    <a:lnTo>
                      <a:pt x="176230" y="160041"/>
                    </a:lnTo>
                    <a:close/>
                    <a:moveTo>
                      <a:pt x="160069" y="141331"/>
                    </a:moveTo>
                    <a:lnTo>
                      <a:pt x="165591" y="157543"/>
                    </a:lnTo>
                    <a:lnTo>
                      <a:pt x="157196" y="165707"/>
                    </a:lnTo>
                    <a:lnTo>
                      <a:pt x="140822" y="160129"/>
                    </a:lnTo>
                    <a:lnTo>
                      <a:pt x="136826" y="158769"/>
                    </a:lnTo>
                    <a:lnTo>
                      <a:pt x="133176" y="160897"/>
                    </a:lnTo>
                    <a:cubicBezTo>
                      <a:pt x="128167" y="163727"/>
                      <a:pt x="122819" y="165911"/>
                      <a:pt x="117260" y="167395"/>
                    </a:cubicBezTo>
                    <a:lnTo>
                      <a:pt x="113347" y="168515"/>
                    </a:lnTo>
                    <a:lnTo>
                      <a:pt x="111524" y="172155"/>
                    </a:lnTo>
                    <a:lnTo>
                      <a:pt x="103906" y="187419"/>
                    </a:lnTo>
                    <a:lnTo>
                      <a:pt x="92227" y="187419"/>
                    </a:lnTo>
                    <a:lnTo>
                      <a:pt x="84609" y="172155"/>
                    </a:lnTo>
                    <a:lnTo>
                      <a:pt x="82786" y="168515"/>
                    </a:lnTo>
                    <a:lnTo>
                      <a:pt x="78873" y="167395"/>
                    </a:lnTo>
                    <a:cubicBezTo>
                      <a:pt x="73313" y="165911"/>
                      <a:pt x="67963" y="163727"/>
                      <a:pt x="62952" y="160897"/>
                    </a:cubicBezTo>
                    <a:lnTo>
                      <a:pt x="59308" y="158769"/>
                    </a:lnTo>
                    <a:lnTo>
                      <a:pt x="55311" y="160129"/>
                    </a:lnTo>
                    <a:lnTo>
                      <a:pt x="39020" y="165679"/>
                    </a:lnTo>
                    <a:lnTo>
                      <a:pt x="30972" y="157631"/>
                    </a:lnTo>
                    <a:lnTo>
                      <a:pt x="36523" y="141336"/>
                    </a:lnTo>
                    <a:lnTo>
                      <a:pt x="37882" y="137339"/>
                    </a:lnTo>
                    <a:lnTo>
                      <a:pt x="35755" y="133694"/>
                    </a:lnTo>
                    <a:cubicBezTo>
                      <a:pt x="32930" y="128682"/>
                      <a:pt x="30754" y="123330"/>
                      <a:pt x="29279" y="117769"/>
                    </a:cubicBezTo>
                    <a:lnTo>
                      <a:pt x="28160" y="113856"/>
                    </a:lnTo>
                    <a:lnTo>
                      <a:pt x="24524" y="112038"/>
                    </a:lnTo>
                    <a:lnTo>
                      <a:pt x="9251" y="104410"/>
                    </a:lnTo>
                    <a:lnTo>
                      <a:pt x="9251" y="92713"/>
                    </a:lnTo>
                    <a:lnTo>
                      <a:pt x="24515" y="85108"/>
                    </a:lnTo>
                    <a:lnTo>
                      <a:pt x="28151" y="83286"/>
                    </a:lnTo>
                    <a:lnTo>
                      <a:pt x="29270" y="79373"/>
                    </a:lnTo>
                    <a:cubicBezTo>
                      <a:pt x="30746" y="73813"/>
                      <a:pt x="32922" y="68464"/>
                      <a:pt x="35746" y="63452"/>
                    </a:cubicBezTo>
                    <a:lnTo>
                      <a:pt x="37873" y="59803"/>
                    </a:lnTo>
                    <a:lnTo>
                      <a:pt x="36513" y="55811"/>
                    </a:lnTo>
                    <a:lnTo>
                      <a:pt x="30963" y="39511"/>
                    </a:lnTo>
                    <a:lnTo>
                      <a:pt x="39474" y="31000"/>
                    </a:lnTo>
                    <a:lnTo>
                      <a:pt x="55765" y="36550"/>
                    </a:lnTo>
                    <a:lnTo>
                      <a:pt x="59761" y="37938"/>
                    </a:lnTo>
                    <a:lnTo>
                      <a:pt x="63406" y="35806"/>
                    </a:lnTo>
                    <a:cubicBezTo>
                      <a:pt x="68417" y="32983"/>
                      <a:pt x="73767" y="30807"/>
                      <a:pt x="79327" y="29330"/>
                    </a:cubicBezTo>
                    <a:lnTo>
                      <a:pt x="83258" y="28146"/>
                    </a:lnTo>
                    <a:lnTo>
                      <a:pt x="85081" y="24506"/>
                    </a:lnTo>
                    <a:lnTo>
                      <a:pt x="92699" y="9242"/>
                    </a:lnTo>
                    <a:lnTo>
                      <a:pt x="104392" y="9242"/>
                    </a:lnTo>
                    <a:lnTo>
                      <a:pt x="112010" y="24506"/>
                    </a:lnTo>
                    <a:lnTo>
                      <a:pt x="113833" y="28146"/>
                    </a:lnTo>
                    <a:lnTo>
                      <a:pt x="117741" y="29265"/>
                    </a:lnTo>
                    <a:cubicBezTo>
                      <a:pt x="123301" y="30741"/>
                      <a:pt x="128650" y="32917"/>
                      <a:pt x="133662" y="35741"/>
                    </a:cubicBezTo>
                    <a:lnTo>
                      <a:pt x="137311" y="37873"/>
                    </a:lnTo>
                    <a:lnTo>
                      <a:pt x="141308" y="36486"/>
                    </a:lnTo>
                    <a:lnTo>
                      <a:pt x="157594" y="30935"/>
                    </a:lnTo>
                    <a:lnTo>
                      <a:pt x="166105" y="39446"/>
                    </a:lnTo>
                    <a:lnTo>
                      <a:pt x="160554" y="55746"/>
                    </a:lnTo>
                    <a:lnTo>
                      <a:pt x="159194" y="59738"/>
                    </a:lnTo>
                    <a:lnTo>
                      <a:pt x="161322" y="63387"/>
                    </a:lnTo>
                    <a:cubicBezTo>
                      <a:pt x="164152" y="68399"/>
                      <a:pt x="166336" y="73748"/>
                      <a:pt x="167821" y="79308"/>
                    </a:cubicBezTo>
                    <a:lnTo>
                      <a:pt x="168936" y="83221"/>
                    </a:lnTo>
                    <a:lnTo>
                      <a:pt x="172576" y="85044"/>
                    </a:lnTo>
                    <a:lnTo>
                      <a:pt x="187840" y="92666"/>
                    </a:lnTo>
                    <a:lnTo>
                      <a:pt x="187840" y="104364"/>
                    </a:lnTo>
                    <a:lnTo>
                      <a:pt x="172576" y="111987"/>
                    </a:lnTo>
                    <a:lnTo>
                      <a:pt x="169037" y="113759"/>
                    </a:lnTo>
                    <a:lnTo>
                      <a:pt x="167872" y="117542"/>
                    </a:lnTo>
                    <a:cubicBezTo>
                      <a:pt x="166133" y="123162"/>
                      <a:pt x="163780" y="128572"/>
                      <a:pt x="160855" y="133676"/>
                    </a:cubicBezTo>
                    <a:lnTo>
                      <a:pt x="158727" y="137321"/>
                    </a:lnTo>
                    <a:close/>
                  </a:path>
                </a:pathLst>
              </a:custGeom>
              <a:grpFill/>
              <a:ln w="4564"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60" name="Freeform: Shape 23">
                <a:extLst>
                  <a:ext uri="{FF2B5EF4-FFF2-40B4-BE49-F238E27FC236}">
                    <a16:creationId xmlns:a16="http://schemas.microsoft.com/office/drawing/2014/main" id="{A64A5CFE-4336-7DA0-6EBC-9FCCC9741659}"/>
                  </a:ext>
                </a:extLst>
              </p:cNvPr>
              <p:cNvSpPr/>
              <p:nvPr/>
            </p:nvSpPr>
            <p:spPr>
              <a:xfrm>
                <a:off x="3260825" y="3750438"/>
                <a:ext cx="197044" cy="196581"/>
              </a:xfrm>
              <a:custGeom>
                <a:avLst/>
                <a:gdLst>
                  <a:gd name="csX0" fmla="*/ 0 w 197044"/>
                  <a:gd name="csY0" fmla="*/ 86496 h 196581"/>
                  <a:gd name="csX1" fmla="*/ 0 w 197044"/>
                  <a:gd name="csY1" fmla="*/ 109623 h 196581"/>
                  <a:gd name="csX2" fmla="*/ 20352 w 197044"/>
                  <a:gd name="csY2" fmla="*/ 119799 h 196581"/>
                  <a:gd name="csX3" fmla="*/ 27753 w 197044"/>
                  <a:gd name="csY3" fmla="*/ 137839 h 196581"/>
                  <a:gd name="csX4" fmla="*/ 20815 w 197044"/>
                  <a:gd name="csY4" fmla="*/ 159578 h 196581"/>
                  <a:gd name="csX5" fmla="*/ 37004 w 197044"/>
                  <a:gd name="csY5" fmla="*/ 175767 h 196581"/>
                  <a:gd name="csX6" fmla="*/ 58743 w 197044"/>
                  <a:gd name="csY6" fmla="*/ 168829 h 196581"/>
                  <a:gd name="csX7" fmla="*/ 76783 w 197044"/>
                  <a:gd name="csY7" fmla="*/ 176230 h 196581"/>
                  <a:gd name="csX8" fmla="*/ 86959 w 197044"/>
                  <a:gd name="csY8" fmla="*/ 196582 h 196581"/>
                  <a:gd name="csX9" fmla="*/ 110086 w 197044"/>
                  <a:gd name="csY9" fmla="*/ 196582 h 196581"/>
                  <a:gd name="csX10" fmla="*/ 120262 w 197044"/>
                  <a:gd name="csY10" fmla="*/ 176230 h 196581"/>
                  <a:gd name="csX11" fmla="*/ 138301 w 197044"/>
                  <a:gd name="csY11" fmla="*/ 168829 h 196581"/>
                  <a:gd name="csX12" fmla="*/ 160041 w 197044"/>
                  <a:gd name="csY12" fmla="*/ 176230 h 196581"/>
                  <a:gd name="csX13" fmla="*/ 176230 w 197044"/>
                  <a:gd name="csY13" fmla="*/ 159578 h 196581"/>
                  <a:gd name="csX14" fmla="*/ 169292 w 197044"/>
                  <a:gd name="csY14" fmla="*/ 138301 h 196581"/>
                  <a:gd name="csX15" fmla="*/ 176693 w 197044"/>
                  <a:gd name="csY15" fmla="*/ 120262 h 196581"/>
                  <a:gd name="csX16" fmla="*/ 197045 w 197044"/>
                  <a:gd name="csY16" fmla="*/ 110086 h 196581"/>
                  <a:gd name="csX17" fmla="*/ 197045 w 197044"/>
                  <a:gd name="csY17" fmla="*/ 86959 h 196581"/>
                  <a:gd name="csX18" fmla="*/ 176693 w 197044"/>
                  <a:gd name="csY18" fmla="*/ 76783 h 196581"/>
                  <a:gd name="csX19" fmla="*/ 169292 w 197044"/>
                  <a:gd name="csY19" fmla="*/ 58743 h 196581"/>
                  <a:gd name="csX20" fmla="*/ 176693 w 197044"/>
                  <a:gd name="csY20" fmla="*/ 37004 h 196581"/>
                  <a:gd name="csX21" fmla="*/ 160041 w 197044"/>
                  <a:gd name="csY21" fmla="*/ 20352 h 196581"/>
                  <a:gd name="csX22" fmla="*/ 138301 w 197044"/>
                  <a:gd name="csY22" fmla="*/ 27753 h 196581"/>
                  <a:gd name="csX23" fmla="*/ 120262 w 197044"/>
                  <a:gd name="csY23" fmla="*/ 20352 h 196581"/>
                  <a:gd name="csX24" fmla="*/ 110086 w 197044"/>
                  <a:gd name="csY24" fmla="*/ 0 h 196581"/>
                  <a:gd name="csX25" fmla="*/ 86959 w 197044"/>
                  <a:gd name="csY25" fmla="*/ 0 h 196581"/>
                  <a:gd name="csX26" fmla="*/ 76783 w 197044"/>
                  <a:gd name="csY26" fmla="*/ 20352 h 196581"/>
                  <a:gd name="csX27" fmla="*/ 58743 w 197044"/>
                  <a:gd name="csY27" fmla="*/ 27753 h 196581"/>
                  <a:gd name="csX28" fmla="*/ 37004 w 197044"/>
                  <a:gd name="csY28" fmla="*/ 20352 h 196581"/>
                  <a:gd name="csX29" fmla="*/ 20815 w 197044"/>
                  <a:gd name="csY29" fmla="*/ 36541 h 196581"/>
                  <a:gd name="csX30" fmla="*/ 27753 w 197044"/>
                  <a:gd name="csY30" fmla="*/ 58281 h 196581"/>
                  <a:gd name="csX31" fmla="*/ 20352 w 197044"/>
                  <a:gd name="csY31" fmla="*/ 76320 h 196581"/>
                  <a:gd name="csX32" fmla="*/ 28030 w 197044"/>
                  <a:gd name="csY32" fmla="*/ 82796 h 196581"/>
                  <a:gd name="csX33" fmla="*/ 29196 w 197044"/>
                  <a:gd name="csY33" fmla="*/ 79012 h 196581"/>
                  <a:gd name="csX34" fmla="*/ 35746 w 197044"/>
                  <a:gd name="csY34" fmla="*/ 62911 h 196581"/>
                  <a:gd name="csX35" fmla="*/ 37818 w 197044"/>
                  <a:gd name="csY35" fmla="*/ 59354 h 196581"/>
                  <a:gd name="csX36" fmla="*/ 36564 w 197044"/>
                  <a:gd name="csY36" fmla="*/ 55436 h 196581"/>
                  <a:gd name="csX37" fmla="*/ 31342 w 197044"/>
                  <a:gd name="csY37" fmla="*/ 39057 h 196581"/>
                  <a:gd name="csX38" fmla="*/ 39474 w 197044"/>
                  <a:gd name="csY38" fmla="*/ 30921 h 196581"/>
                  <a:gd name="csX39" fmla="*/ 55765 w 197044"/>
                  <a:gd name="csY39" fmla="*/ 36472 h 196581"/>
                  <a:gd name="csX40" fmla="*/ 59761 w 197044"/>
                  <a:gd name="csY40" fmla="*/ 37836 h 196581"/>
                  <a:gd name="csX41" fmla="*/ 63406 w 197044"/>
                  <a:gd name="csY41" fmla="*/ 35709 h 196581"/>
                  <a:gd name="csX42" fmla="*/ 79327 w 197044"/>
                  <a:gd name="csY42" fmla="*/ 29210 h 196581"/>
                  <a:gd name="csX43" fmla="*/ 83258 w 197044"/>
                  <a:gd name="csY43" fmla="*/ 28132 h 196581"/>
                  <a:gd name="csX44" fmla="*/ 85081 w 197044"/>
                  <a:gd name="csY44" fmla="*/ 24492 h 196581"/>
                  <a:gd name="csX45" fmla="*/ 92699 w 197044"/>
                  <a:gd name="csY45" fmla="*/ 9228 h 196581"/>
                  <a:gd name="csX46" fmla="*/ 104392 w 197044"/>
                  <a:gd name="csY46" fmla="*/ 9228 h 196581"/>
                  <a:gd name="csX47" fmla="*/ 112010 w 197044"/>
                  <a:gd name="csY47" fmla="*/ 24492 h 196581"/>
                  <a:gd name="csX48" fmla="*/ 113782 w 197044"/>
                  <a:gd name="csY48" fmla="*/ 28035 h 196581"/>
                  <a:gd name="csX49" fmla="*/ 117565 w 197044"/>
                  <a:gd name="csY49" fmla="*/ 29196 h 196581"/>
                  <a:gd name="csX50" fmla="*/ 133662 w 197044"/>
                  <a:gd name="csY50" fmla="*/ 35750 h 196581"/>
                  <a:gd name="csX51" fmla="*/ 137311 w 197044"/>
                  <a:gd name="csY51" fmla="*/ 37878 h 196581"/>
                  <a:gd name="csX52" fmla="*/ 141308 w 197044"/>
                  <a:gd name="csY52" fmla="*/ 36513 h 196581"/>
                  <a:gd name="csX53" fmla="*/ 157594 w 197044"/>
                  <a:gd name="csY53" fmla="*/ 30963 h 196581"/>
                  <a:gd name="csX54" fmla="*/ 166105 w 197044"/>
                  <a:gd name="csY54" fmla="*/ 39478 h 196581"/>
                  <a:gd name="csX55" fmla="*/ 160554 w 197044"/>
                  <a:gd name="csY55" fmla="*/ 55774 h 196581"/>
                  <a:gd name="csX56" fmla="*/ 159194 w 197044"/>
                  <a:gd name="csY56" fmla="*/ 59766 h 196581"/>
                  <a:gd name="csX57" fmla="*/ 161322 w 197044"/>
                  <a:gd name="csY57" fmla="*/ 63415 h 196581"/>
                  <a:gd name="csX58" fmla="*/ 167821 w 197044"/>
                  <a:gd name="csY58" fmla="*/ 79340 h 196581"/>
                  <a:gd name="csX59" fmla="*/ 168936 w 197044"/>
                  <a:gd name="csY59" fmla="*/ 83249 h 196581"/>
                  <a:gd name="csX60" fmla="*/ 172576 w 197044"/>
                  <a:gd name="csY60" fmla="*/ 85071 h 196581"/>
                  <a:gd name="csX61" fmla="*/ 187794 w 197044"/>
                  <a:gd name="csY61" fmla="*/ 92676 h 196581"/>
                  <a:gd name="csX62" fmla="*/ 187794 w 197044"/>
                  <a:gd name="csY62" fmla="*/ 104373 h 196581"/>
                  <a:gd name="csX63" fmla="*/ 172530 w 197044"/>
                  <a:gd name="csY63" fmla="*/ 111996 h 196581"/>
                  <a:gd name="csX64" fmla="*/ 168889 w 197044"/>
                  <a:gd name="csY64" fmla="*/ 113819 h 196581"/>
                  <a:gd name="csX65" fmla="*/ 167775 w 197044"/>
                  <a:gd name="csY65" fmla="*/ 117727 h 196581"/>
                  <a:gd name="csX66" fmla="*/ 161276 w 197044"/>
                  <a:gd name="csY66" fmla="*/ 133653 h 196581"/>
                  <a:gd name="csX67" fmla="*/ 159185 w 197044"/>
                  <a:gd name="csY67" fmla="*/ 137237 h 196581"/>
                  <a:gd name="csX68" fmla="*/ 160471 w 197044"/>
                  <a:gd name="csY68" fmla="*/ 141183 h 196581"/>
                  <a:gd name="csX69" fmla="*/ 165679 w 197044"/>
                  <a:gd name="csY69" fmla="*/ 157155 h 196581"/>
                  <a:gd name="csX70" fmla="*/ 157497 w 197044"/>
                  <a:gd name="csY70" fmla="*/ 165610 h 196581"/>
                  <a:gd name="csX71" fmla="*/ 141308 w 197044"/>
                  <a:gd name="csY71" fmla="*/ 160092 h 196581"/>
                  <a:gd name="csX72" fmla="*/ 137311 w 197044"/>
                  <a:gd name="csY72" fmla="*/ 158732 h 196581"/>
                  <a:gd name="csX73" fmla="*/ 133662 w 197044"/>
                  <a:gd name="csY73" fmla="*/ 160860 h 196581"/>
                  <a:gd name="csX74" fmla="*/ 117727 w 197044"/>
                  <a:gd name="csY74" fmla="*/ 167358 h 196581"/>
                  <a:gd name="csX75" fmla="*/ 113814 w 197044"/>
                  <a:gd name="csY75" fmla="*/ 168478 h 196581"/>
                  <a:gd name="csX76" fmla="*/ 111996 w 197044"/>
                  <a:gd name="csY76" fmla="*/ 172118 h 196581"/>
                  <a:gd name="csX77" fmla="*/ 104378 w 197044"/>
                  <a:gd name="csY77" fmla="*/ 187382 h 196581"/>
                  <a:gd name="csX78" fmla="*/ 92685 w 197044"/>
                  <a:gd name="csY78" fmla="*/ 187382 h 196581"/>
                  <a:gd name="csX79" fmla="*/ 85067 w 197044"/>
                  <a:gd name="csY79" fmla="*/ 172118 h 196581"/>
                  <a:gd name="csX80" fmla="*/ 83244 w 197044"/>
                  <a:gd name="csY80" fmla="*/ 168478 h 196581"/>
                  <a:gd name="csX81" fmla="*/ 79331 w 197044"/>
                  <a:gd name="csY81" fmla="*/ 167358 h 196581"/>
                  <a:gd name="csX82" fmla="*/ 63410 w 197044"/>
                  <a:gd name="csY82" fmla="*/ 160860 h 196581"/>
                  <a:gd name="csX83" fmla="*/ 59858 w 197044"/>
                  <a:gd name="csY83" fmla="*/ 158787 h 196581"/>
                  <a:gd name="csX84" fmla="*/ 55936 w 197044"/>
                  <a:gd name="csY84" fmla="*/ 160036 h 196581"/>
                  <a:gd name="csX85" fmla="*/ 39566 w 197044"/>
                  <a:gd name="csY85" fmla="*/ 165263 h 196581"/>
                  <a:gd name="csX86" fmla="*/ 31347 w 197044"/>
                  <a:gd name="csY86" fmla="*/ 157044 h 196581"/>
                  <a:gd name="csX87" fmla="*/ 36569 w 197044"/>
                  <a:gd name="csY87" fmla="*/ 140665 h 196581"/>
                  <a:gd name="csX88" fmla="*/ 37822 w 197044"/>
                  <a:gd name="csY88" fmla="*/ 136747 h 196581"/>
                  <a:gd name="csX89" fmla="*/ 35750 w 197044"/>
                  <a:gd name="csY89" fmla="*/ 133190 h 196581"/>
                  <a:gd name="csX90" fmla="*/ 29251 w 197044"/>
                  <a:gd name="csY90" fmla="*/ 117269 h 196581"/>
                  <a:gd name="csX91" fmla="*/ 28132 w 197044"/>
                  <a:gd name="csY91" fmla="*/ 113356 h 196581"/>
                  <a:gd name="csX92" fmla="*/ 24496 w 197044"/>
                  <a:gd name="csY92" fmla="*/ 111534 h 196581"/>
                  <a:gd name="csX93" fmla="*/ 9232 w 197044"/>
                  <a:gd name="csY93" fmla="*/ 103911 h 196581"/>
                  <a:gd name="csX94" fmla="*/ 9232 w 197044"/>
                  <a:gd name="csY94" fmla="*/ 92213 h 196581"/>
                  <a:gd name="csX95" fmla="*/ 24496 w 197044"/>
                  <a:gd name="csY95" fmla="*/ 84590 h 196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Lst>
                <a:rect l="l" t="t" r="r" b="b"/>
                <a:pathLst>
                  <a:path w="197044" h="196581">
                    <a:moveTo>
                      <a:pt x="0" y="86496"/>
                    </a:moveTo>
                    <a:lnTo>
                      <a:pt x="0" y="109623"/>
                    </a:lnTo>
                    <a:lnTo>
                      <a:pt x="20352" y="119799"/>
                    </a:lnTo>
                    <a:cubicBezTo>
                      <a:pt x="22053" y="126099"/>
                      <a:pt x="24539" y="132160"/>
                      <a:pt x="27753" y="137839"/>
                    </a:cubicBezTo>
                    <a:lnTo>
                      <a:pt x="20815" y="159578"/>
                    </a:lnTo>
                    <a:lnTo>
                      <a:pt x="37004" y="175767"/>
                    </a:lnTo>
                    <a:lnTo>
                      <a:pt x="58743" y="168829"/>
                    </a:lnTo>
                    <a:cubicBezTo>
                      <a:pt x="64422" y="172043"/>
                      <a:pt x="70483" y="174530"/>
                      <a:pt x="76783" y="176230"/>
                    </a:cubicBezTo>
                    <a:lnTo>
                      <a:pt x="86959" y="196582"/>
                    </a:lnTo>
                    <a:lnTo>
                      <a:pt x="110086" y="196582"/>
                    </a:lnTo>
                    <a:lnTo>
                      <a:pt x="120262" y="176230"/>
                    </a:lnTo>
                    <a:cubicBezTo>
                      <a:pt x="126561" y="174529"/>
                      <a:pt x="132622" y="172043"/>
                      <a:pt x="138301" y="168829"/>
                    </a:cubicBezTo>
                    <a:lnTo>
                      <a:pt x="160041" y="176230"/>
                    </a:lnTo>
                    <a:lnTo>
                      <a:pt x="176230" y="159578"/>
                    </a:lnTo>
                    <a:lnTo>
                      <a:pt x="169292" y="138301"/>
                    </a:lnTo>
                    <a:cubicBezTo>
                      <a:pt x="172505" y="132622"/>
                      <a:pt x="174991" y="126561"/>
                      <a:pt x="176693" y="120262"/>
                    </a:cubicBezTo>
                    <a:lnTo>
                      <a:pt x="197045" y="110086"/>
                    </a:lnTo>
                    <a:lnTo>
                      <a:pt x="197045" y="86959"/>
                    </a:lnTo>
                    <a:lnTo>
                      <a:pt x="176693" y="76783"/>
                    </a:lnTo>
                    <a:cubicBezTo>
                      <a:pt x="174991" y="70483"/>
                      <a:pt x="172505" y="64422"/>
                      <a:pt x="169292" y="58743"/>
                    </a:cubicBezTo>
                    <a:lnTo>
                      <a:pt x="176693" y="37004"/>
                    </a:lnTo>
                    <a:lnTo>
                      <a:pt x="160041" y="20352"/>
                    </a:lnTo>
                    <a:lnTo>
                      <a:pt x="138301" y="27753"/>
                    </a:lnTo>
                    <a:cubicBezTo>
                      <a:pt x="132584" y="24619"/>
                      <a:pt x="126533" y="22136"/>
                      <a:pt x="120262" y="20352"/>
                    </a:cubicBezTo>
                    <a:lnTo>
                      <a:pt x="110086" y="0"/>
                    </a:lnTo>
                    <a:lnTo>
                      <a:pt x="86959" y="0"/>
                    </a:lnTo>
                    <a:lnTo>
                      <a:pt x="76783" y="20352"/>
                    </a:lnTo>
                    <a:cubicBezTo>
                      <a:pt x="70483" y="22052"/>
                      <a:pt x="64422" y="24539"/>
                      <a:pt x="58743" y="27753"/>
                    </a:cubicBezTo>
                    <a:lnTo>
                      <a:pt x="37004" y="20352"/>
                    </a:lnTo>
                    <a:lnTo>
                      <a:pt x="20815" y="36541"/>
                    </a:lnTo>
                    <a:lnTo>
                      <a:pt x="27753" y="58281"/>
                    </a:lnTo>
                    <a:cubicBezTo>
                      <a:pt x="24619" y="63998"/>
                      <a:pt x="22137" y="70049"/>
                      <a:pt x="20352" y="76320"/>
                    </a:cubicBezTo>
                    <a:close/>
                    <a:moveTo>
                      <a:pt x="28030" y="82796"/>
                    </a:moveTo>
                    <a:lnTo>
                      <a:pt x="29196" y="79012"/>
                    </a:lnTo>
                    <a:cubicBezTo>
                      <a:pt x="30788" y="73423"/>
                      <a:pt x="32984" y="68024"/>
                      <a:pt x="35746" y="62911"/>
                    </a:cubicBezTo>
                    <a:lnTo>
                      <a:pt x="37818" y="59354"/>
                    </a:lnTo>
                    <a:lnTo>
                      <a:pt x="36564" y="55436"/>
                    </a:lnTo>
                    <a:lnTo>
                      <a:pt x="31342" y="39057"/>
                    </a:lnTo>
                    <a:lnTo>
                      <a:pt x="39474" y="30921"/>
                    </a:lnTo>
                    <a:lnTo>
                      <a:pt x="55765" y="36472"/>
                    </a:lnTo>
                    <a:lnTo>
                      <a:pt x="59761" y="37836"/>
                    </a:lnTo>
                    <a:lnTo>
                      <a:pt x="63406" y="35709"/>
                    </a:lnTo>
                    <a:cubicBezTo>
                      <a:pt x="68416" y="32876"/>
                      <a:pt x="73765" y="30692"/>
                      <a:pt x="79327" y="29210"/>
                    </a:cubicBezTo>
                    <a:lnTo>
                      <a:pt x="83258" y="28132"/>
                    </a:lnTo>
                    <a:lnTo>
                      <a:pt x="85081" y="24492"/>
                    </a:lnTo>
                    <a:lnTo>
                      <a:pt x="92699" y="9228"/>
                    </a:lnTo>
                    <a:lnTo>
                      <a:pt x="104392" y="9228"/>
                    </a:lnTo>
                    <a:lnTo>
                      <a:pt x="112010" y="24492"/>
                    </a:lnTo>
                    <a:lnTo>
                      <a:pt x="113782" y="28035"/>
                    </a:lnTo>
                    <a:lnTo>
                      <a:pt x="117565" y="29196"/>
                    </a:lnTo>
                    <a:cubicBezTo>
                      <a:pt x="123152" y="30791"/>
                      <a:pt x="128549" y="32989"/>
                      <a:pt x="133662" y="35750"/>
                    </a:cubicBezTo>
                    <a:lnTo>
                      <a:pt x="137311" y="37878"/>
                    </a:lnTo>
                    <a:lnTo>
                      <a:pt x="141308" y="36513"/>
                    </a:lnTo>
                    <a:lnTo>
                      <a:pt x="157594" y="30963"/>
                    </a:lnTo>
                    <a:lnTo>
                      <a:pt x="166105" y="39478"/>
                    </a:lnTo>
                    <a:lnTo>
                      <a:pt x="160554" y="55774"/>
                    </a:lnTo>
                    <a:lnTo>
                      <a:pt x="159194" y="59766"/>
                    </a:lnTo>
                    <a:lnTo>
                      <a:pt x="161322" y="63415"/>
                    </a:lnTo>
                    <a:cubicBezTo>
                      <a:pt x="164153" y="68428"/>
                      <a:pt x="166337" y="73778"/>
                      <a:pt x="167821" y="79340"/>
                    </a:cubicBezTo>
                    <a:lnTo>
                      <a:pt x="168936" y="83249"/>
                    </a:lnTo>
                    <a:lnTo>
                      <a:pt x="172576" y="85071"/>
                    </a:lnTo>
                    <a:lnTo>
                      <a:pt x="187794" y="92676"/>
                    </a:lnTo>
                    <a:lnTo>
                      <a:pt x="187794" y="104373"/>
                    </a:lnTo>
                    <a:lnTo>
                      <a:pt x="172530" y="111996"/>
                    </a:lnTo>
                    <a:lnTo>
                      <a:pt x="168889" y="113819"/>
                    </a:lnTo>
                    <a:lnTo>
                      <a:pt x="167775" y="117727"/>
                    </a:lnTo>
                    <a:cubicBezTo>
                      <a:pt x="166290" y="123289"/>
                      <a:pt x="164107" y="128640"/>
                      <a:pt x="161276" y="133653"/>
                    </a:cubicBezTo>
                    <a:lnTo>
                      <a:pt x="159185" y="137237"/>
                    </a:lnTo>
                    <a:lnTo>
                      <a:pt x="160471" y="141183"/>
                    </a:lnTo>
                    <a:lnTo>
                      <a:pt x="165679" y="157155"/>
                    </a:lnTo>
                    <a:lnTo>
                      <a:pt x="157497" y="165610"/>
                    </a:lnTo>
                    <a:lnTo>
                      <a:pt x="141308" y="160092"/>
                    </a:lnTo>
                    <a:lnTo>
                      <a:pt x="137311" y="158732"/>
                    </a:lnTo>
                    <a:lnTo>
                      <a:pt x="133662" y="160860"/>
                    </a:lnTo>
                    <a:cubicBezTo>
                      <a:pt x="128648" y="163694"/>
                      <a:pt x="123293" y="165878"/>
                      <a:pt x="117727" y="167358"/>
                    </a:cubicBezTo>
                    <a:lnTo>
                      <a:pt x="113814" y="168478"/>
                    </a:lnTo>
                    <a:lnTo>
                      <a:pt x="111996" y="172118"/>
                    </a:lnTo>
                    <a:lnTo>
                      <a:pt x="104378" y="187382"/>
                    </a:lnTo>
                    <a:lnTo>
                      <a:pt x="92685" y="187382"/>
                    </a:lnTo>
                    <a:lnTo>
                      <a:pt x="85067" y="172118"/>
                    </a:lnTo>
                    <a:lnTo>
                      <a:pt x="83244" y="168478"/>
                    </a:lnTo>
                    <a:lnTo>
                      <a:pt x="79331" y="167358"/>
                    </a:lnTo>
                    <a:cubicBezTo>
                      <a:pt x="73770" y="165876"/>
                      <a:pt x="68420" y="163692"/>
                      <a:pt x="63410" y="160860"/>
                    </a:cubicBezTo>
                    <a:lnTo>
                      <a:pt x="59858" y="158787"/>
                    </a:lnTo>
                    <a:lnTo>
                      <a:pt x="55936" y="160036"/>
                    </a:lnTo>
                    <a:lnTo>
                      <a:pt x="39566" y="165263"/>
                    </a:lnTo>
                    <a:lnTo>
                      <a:pt x="31347" y="157044"/>
                    </a:lnTo>
                    <a:lnTo>
                      <a:pt x="36569" y="140665"/>
                    </a:lnTo>
                    <a:lnTo>
                      <a:pt x="37822" y="136747"/>
                    </a:lnTo>
                    <a:lnTo>
                      <a:pt x="35750" y="133190"/>
                    </a:lnTo>
                    <a:cubicBezTo>
                      <a:pt x="32918" y="128180"/>
                      <a:pt x="30734" y="122830"/>
                      <a:pt x="29251" y="117269"/>
                    </a:cubicBezTo>
                    <a:lnTo>
                      <a:pt x="28132" y="113356"/>
                    </a:lnTo>
                    <a:lnTo>
                      <a:pt x="24496" y="111534"/>
                    </a:lnTo>
                    <a:lnTo>
                      <a:pt x="9232" y="103911"/>
                    </a:lnTo>
                    <a:lnTo>
                      <a:pt x="9232" y="92213"/>
                    </a:lnTo>
                    <a:lnTo>
                      <a:pt x="24496" y="84590"/>
                    </a:lnTo>
                    <a:close/>
                  </a:path>
                </a:pathLst>
              </a:custGeom>
              <a:grpFill/>
              <a:ln w="4564"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61" name="Freeform: Shape 24">
                <a:extLst>
                  <a:ext uri="{FF2B5EF4-FFF2-40B4-BE49-F238E27FC236}">
                    <a16:creationId xmlns:a16="http://schemas.microsoft.com/office/drawing/2014/main" id="{026DB4C1-5F3B-7A69-3690-2A11E5A5CE98}"/>
                  </a:ext>
                </a:extLst>
              </p:cNvPr>
              <p:cNvSpPr/>
              <p:nvPr/>
            </p:nvSpPr>
            <p:spPr>
              <a:xfrm>
                <a:off x="3429191" y="3645847"/>
                <a:ext cx="69381" cy="69381"/>
              </a:xfrm>
              <a:custGeom>
                <a:avLst/>
                <a:gdLst>
                  <a:gd name="csX0" fmla="*/ 34691 w 69381"/>
                  <a:gd name="csY0" fmla="*/ 0 h 69381"/>
                  <a:gd name="csX1" fmla="*/ 0 w 69381"/>
                  <a:gd name="csY1" fmla="*/ 34691 h 69381"/>
                  <a:gd name="csX2" fmla="*/ 34691 w 69381"/>
                  <a:gd name="csY2" fmla="*/ 69382 h 69381"/>
                  <a:gd name="csX3" fmla="*/ 69382 w 69381"/>
                  <a:gd name="csY3" fmla="*/ 34691 h 69381"/>
                  <a:gd name="csX4" fmla="*/ 34691 w 69381"/>
                  <a:gd name="csY4" fmla="*/ 0 h 69381"/>
                  <a:gd name="csX5" fmla="*/ 34691 w 69381"/>
                  <a:gd name="csY5" fmla="*/ 60131 h 69381"/>
                  <a:gd name="csX6" fmla="*/ 9251 w 69381"/>
                  <a:gd name="csY6" fmla="*/ 34691 h 69381"/>
                  <a:gd name="csX7" fmla="*/ 34691 w 69381"/>
                  <a:gd name="csY7" fmla="*/ 9251 h 69381"/>
                  <a:gd name="csX8" fmla="*/ 60131 w 69381"/>
                  <a:gd name="csY8" fmla="*/ 34691 h 69381"/>
                  <a:gd name="csX9" fmla="*/ 34691 w 69381"/>
                  <a:gd name="csY9" fmla="*/ 60149 h 69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9381" h="69381">
                    <a:moveTo>
                      <a:pt x="34691" y="0"/>
                    </a:moveTo>
                    <a:cubicBezTo>
                      <a:pt x="15532" y="0"/>
                      <a:pt x="0" y="15532"/>
                      <a:pt x="0" y="34691"/>
                    </a:cubicBezTo>
                    <a:cubicBezTo>
                      <a:pt x="0" y="53850"/>
                      <a:pt x="15532" y="69382"/>
                      <a:pt x="34691" y="69382"/>
                    </a:cubicBezTo>
                    <a:cubicBezTo>
                      <a:pt x="53850" y="69382"/>
                      <a:pt x="69382" y="53850"/>
                      <a:pt x="69382" y="34691"/>
                    </a:cubicBezTo>
                    <a:cubicBezTo>
                      <a:pt x="69238" y="15591"/>
                      <a:pt x="53790" y="143"/>
                      <a:pt x="34691" y="0"/>
                    </a:cubicBezTo>
                    <a:close/>
                    <a:moveTo>
                      <a:pt x="34691" y="60131"/>
                    </a:moveTo>
                    <a:cubicBezTo>
                      <a:pt x="20649" y="60111"/>
                      <a:pt x="9271" y="48732"/>
                      <a:pt x="9251" y="34691"/>
                    </a:cubicBezTo>
                    <a:cubicBezTo>
                      <a:pt x="9438" y="20719"/>
                      <a:pt x="20719" y="9438"/>
                      <a:pt x="34691" y="9251"/>
                    </a:cubicBezTo>
                    <a:cubicBezTo>
                      <a:pt x="48732" y="9271"/>
                      <a:pt x="60111" y="20649"/>
                      <a:pt x="60131" y="34691"/>
                    </a:cubicBezTo>
                    <a:cubicBezTo>
                      <a:pt x="59957" y="48671"/>
                      <a:pt x="48671" y="59965"/>
                      <a:pt x="34691" y="60149"/>
                    </a:cubicBezTo>
                    <a:close/>
                  </a:path>
                </a:pathLst>
              </a:custGeom>
              <a:grpFill/>
              <a:ln w="4564"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62" name="Freeform: Shape 25">
                <a:extLst>
                  <a:ext uri="{FF2B5EF4-FFF2-40B4-BE49-F238E27FC236}">
                    <a16:creationId xmlns:a16="http://schemas.microsoft.com/office/drawing/2014/main" id="{B2E6A2CF-947E-BA82-F6D0-AC2992C70E32}"/>
                  </a:ext>
                </a:extLst>
              </p:cNvPr>
              <p:cNvSpPr/>
              <p:nvPr/>
            </p:nvSpPr>
            <p:spPr>
              <a:xfrm>
                <a:off x="3324656" y="3814283"/>
                <a:ext cx="69381" cy="69381"/>
              </a:xfrm>
              <a:custGeom>
                <a:avLst/>
                <a:gdLst>
                  <a:gd name="csX0" fmla="*/ 34691 w 69381"/>
                  <a:gd name="csY0" fmla="*/ 69382 h 69381"/>
                  <a:gd name="csX1" fmla="*/ 69382 w 69381"/>
                  <a:gd name="csY1" fmla="*/ 34691 h 69381"/>
                  <a:gd name="csX2" fmla="*/ 34691 w 69381"/>
                  <a:gd name="csY2" fmla="*/ 0 h 69381"/>
                  <a:gd name="csX3" fmla="*/ 0 w 69381"/>
                  <a:gd name="csY3" fmla="*/ 34691 h 69381"/>
                  <a:gd name="csX4" fmla="*/ 34608 w 69381"/>
                  <a:gd name="csY4" fmla="*/ 69382 h 69381"/>
                  <a:gd name="csX5" fmla="*/ 34691 w 69381"/>
                  <a:gd name="csY5" fmla="*/ 69382 h 69381"/>
                  <a:gd name="csX6" fmla="*/ 34691 w 69381"/>
                  <a:gd name="csY6" fmla="*/ 9228 h 69381"/>
                  <a:gd name="csX7" fmla="*/ 60131 w 69381"/>
                  <a:gd name="csY7" fmla="*/ 34668 h 69381"/>
                  <a:gd name="csX8" fmla="*/ 34691 w 69381"/>
                  <a:gd name="csY8" fmla="*/ 60108 h 69381"/>
                  <a:gd name="csX9" fmla="*/ 9251 w 69381"/>
                  <a:gd name="csY9" fmla="*/ 34668 h 69381"/>
                  <a:gd name="csX10" fmla="*/ 34691 w 69381"/>
                  <a:gd name="csY10" fmla="*/ 9228 h 69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9381" h="69381">
                    <a:moveTo>
                      <a:pt x="34691" y="69382"/>
                    </a:moveTo>
                    <a:cubicBezTo>
                      <a:pt x="53850" y="69382"/>
                      <a:pt x="69382" y="53850"/>
                      <a:pt x="69382" y="34691"/>
                    </a:cubicBezTo>
                    <a:cubicBezTo>
                      <a:pt x="69382" y="15532"/>
                      <a:pt x="53850" y="0"/>
                      <a:pt x="34691" y="0"/>
                    </a:cubicBezTo>
                    <a:cubicBezTo>
                      <a:pt x="15532" y="0"/>
                      <a:pt x="0" y="15532"/>
                      <a:pt x="0" y="34691"/>
                    </a:cubicBezTo>
                    <a:cubicBezTo>
                      <a:pt x="-23" y="53827"/>
                      <a:pt x="15471" y="69359"/>
                      <a:pt x="34608" y="69382"/>
                    </a:cubicBezTo>
                    <a:cubicBezTo>
                      <a:pt x="34635" y="69382"/>
                      <a:pt x="34663" y="69382"/>
                      <a:pt x="34691" y="69382"/>
                    </a:cubicBezTo>
                    <a:close/>
                    <a:moveTo>
                      <a:pt x="34691" y="9228"/>
                    </a:moveTo>
                    <a:cubicBezTo>
                      <a:pt x="48741" y="9228"/>
                      <a:pt x="60131" y="20618"/>
                      <a:pt x="60131" y="34668"/>
                    </a:cubicBezTo>
                    <a:cubicBezTo>
                      <a:pt x="60131" y="48718"/>
                      <a:pt x="48741" y="60108"/>
                      <a:pt x="34691" y="60108"/>
                    </a:cubicBezTo>
                    <a:cubicBezTo>
                      <a:pt x="20641" y="60108"/>
                      <a:pt x="9251" y="48718"/>
                      <a:pt x="9251" y="34668"/>
                    </a:cubicBezTo>
                    <a:cubicBezTo>
                      <a:pt x="9271" y="20626"/>
                      <a:pt x="20649" y="9248"/>
                      <a:pt x="34691" y="9228"/>
                    </a:cubicBezTo>
                    <a:close/>
                  </a:path>
                </a:pathLst>
              </a:custGeom>
              <a:grpFill/>
              <a:ln w="4564"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grpSp>
        <p:cxnSp>
          <p:nvCxnSpPr>
            <p:cNvPr id="63" name="Straight Connector 26">
              <a:extLst>
                <a:ext uri="{FF2B5EF4-FFF2-40B4-BE49-F238E27FC236}">
                  <a16:creationId xmlns:a16="http://schemas.microsoft.com/office/drawing/2014/main" id="{5FDE2D20-AAE0-24E9-F6F5-919CD49F42B7}"/>
                </a:ext>
              </a:extLst>
            </p:cNvPr>
            <p:cNvCxnSpPr>
              <a:cxnSpLocks/>
            </p:cNvCxnSpPr>
            <p:nvPr/>
          </p:nvCxnSpPr>
          <p:spPr>
            <a:xfrm>
              <a:off x="3624804" y="4000633"/>
              <a:ext cx="0" cy="125967"/>
            </a:xfrm>
            <a:prstGeom prst="line">
              <a:avLst/>
            </a:prstGeom>
            <a:ln w="25400" cap="rnd">
              <a:prstDash val="sysDash"/>
            </a:ln>
          </p:spPr>
          <p:style>
            <a:lnRef idx="1">
              <a:schemeClr val="accent1"/>
            </a:lnRef>
            <a:fillRef idx="0">
              <a:schemeClr val="accent1"/>
            </a:fillRef>
            <a:effectRef idx="0">
              <a:schemeClr val="accent1"/>
            </a:effectRef>
            <a:fontRef idx="minor">
              <a:schemeClr val="tx1"/>
            </a:fontRef>
          </p:style>
        </p:cxnSp>
        <p:cxnSp>
          <p:nvCxnSpPr>
            <p:cNvPr id="64" name="Straight Connector 35">
              <a:extLst>
                <a:ext uri="{FF2B5EF4-FFF2-40B4-BE49-F238E27FC236}">
                  <a16:creationId xmlns:a16="http://schemas.microsoft.com/office/drawing/2014/main" id="{29996343-FC50-7A96-FD78-29081BB53BB0}"/>
                </a:ext>
              </a:extLst>
            </p:cNvPr>
            <p:cNvCxnSpPr>
              <a:cxnSpLocks/>
            </p:cNvCxnSpPr>
            <p:nvPr/>
          </p:nvCxnSpPr>
          <p:spPr>
            <a:xfrm>
              <a:off x="3624804" y="3128196"/>
              <a:ext cx="0" cy="125967"/>
            </a:xfrm>
            <a:prstGeom prst="line">
              <a:avLst/>
            </a:prstGeom>
            <a:ln w="25400" cap="rnd">
              <a:prstDash val="sysDash"/>
            </a:ln>
          </p:spPr>
          <p:style>
            <a:lnRef idx="1">
              <a:schemeClr val="accent1"/>
            </a:lnRef>
            <a:fillRef idx="0">
              <a:schemeClr val="accent1"/>
            </a:fillRef>
            <a:effectRef idx="0">
              <a:schemeClr val="accent1"/>
            </a:effectRef>
            <a:fontRef idx="minor">
              <a:schemeClr val="tx1"/>
            </a:fontRef>
          </p:style>
        </p:cxnSp>
        <p:sp>
          <p:nvSpPr>
            <p:cNvPr id="71" name="Freeform: Shape 37">
              <a:extLst>
                <a:ext uri="{FF2B5EF4-FFF2-40B4-BE49-F238E27FC236}">
                  <a16:creationId xmlns:a16="http://schemas.microsoft.com/office/drawing/2014/main" id="{1F657C4E-4910-D858-A1A0-207D6F322F83}"/>
                </a:ext>
              </a:extLst>
            </p:cNvPr>
            <p:cNvSpPr/>
            <p:nvPr/>
          </p:nvSpPr>
          <p:spPr>
            <a:xfrm>
              <a:off x="2064392" y="3033464"/>
              <a:ext cx="794525" cy="1201375"/>
            </a:xfrm>
            <a:custGeom>
              <a:avLst/>
              <a:gdLst>
                <a:gd name="csX0" fmla="*/ 1228501 w 1228501"/>
                <a:gd name="csY0" fmla="*/ 2148721 h 2458130"/>
                <a:gd name="csX1" fmla="*/ 1065566 w 1228501"/>
                <a:gd name="csY1" fmla="*/ 2187510 h 2458130"/>
                <a:gd name="csX2" fmla="*/ 484861 w 1228501"/>
                <a:gd name="csY2" fmla="*/ 1221172 h 2458130"/>
                <a:gd name="csX3" fmla="*/ 1065566 w 1228501"/>
                <a:gd name="csY3" fmla="*/ 254834 h 2458130"/>
                <a:gd name="csX4" fmla="*/ 1212039 w 1228501"/>
                <a:gd name="csY4" fmla="*/ 285955 h 2458130"/>
                <a:gd name="csX5" fmla="*/ 1065566 w 1228501"/>
                <a:gd name="csY5" fmla="*/ 127191 h 2458130"/>
                <a:gd name="csX6" fmla="*/ 1065566 w 1228501"/>
                <a:gd name="csY6" fmla="*/ 0 h 2458130"/>
                <a:gd name="csX7" fmla="*/ 738567 w 1228501"/>
                <a:gd name="csY7" fmla="*/ 0 h 2458130"/>
                <a:gd name="csX8" fmla="*/ 0 w 1228501"/>
                <a:gd name="csY8" fmla="*/ 1229065 h 2458130"/>
                <a:gd name="csX9" fmla="*/ 738567 w 1228501"/>
                <a:gd name="csY9" fmla="*/ 2458130 h 2458130"/>
                <a:gd name="csX10" fmla="*/ 1065566 w 1228501"/>
                <a:gd name="csY10" fmla="*/ 2458130 h 2458130"/>
                <a:gd name="csX11" fmla="*/ 1065566 w 1228501"/>
                <a:gd name="csY11" fmla="*/ 2331390 h 2458130"/>
                <a:gd name="csX12" fmla="*/ 1065566 w 1228501"/>
                <a:gd name="csY12" fmla="*/ 2331390 h 2458130"/>
                <a:gd name="csX13" fmla="*/ 1228501 w 1228501"/>
                <a:gd name="csY13" fmla="*/ 2148721 h 2458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8501" h="2458130">
                  <a:moveTo>
                    <a:pt x="1228501" y="2148721"/>
                  </a:moveTo>
                  <a:cubicBezTo>
                    <a:pt x="1176745" y="2173866"/>
                    <a:pt x="1122170" y="2187510"/>
                    <a:pt x="1065566" y="2187510"/>
                  </a:cubicBezTo>
                  <a:cubicBezTo>
                    <a:pt x="744881" y="2187510"/>
                    <a:pt x="484861" y="1754857"/>
                    <a:pt x="484861" y="1221172"/>
                  </a:cubicBezTo>
                  <a:cubicBezTo>
                    <a:pt x="484861" y="687487"/>
                    <a:pt x="744881" y="254834"/>
                    <a:pt x="1065566" y="254834"/>
                  </a:cubicBezTo>
                  <a:cubicBezTo>
                    <a:pt x="1116194" y="254834"/>
                    <a:pt x="1165244" y="265658"/>
                    <a:pt x="1212039" y="285955"/>
                  </a:cubicBezTo>
                  <a:cubicBezTo>
                    <a:pt x="1167386" y="223825"/>
                    <a:pt x="1118224" y="170603"/>
                    <a:pt x="1065566" y="127191"/>
                  </a:cubicBezTo>
                  <a:lnTo>
                    <a:pt x="1065566" y="0"/>
                  </a:lnTo>
                  <a:lnTo>
                    <a:pt x="738567" y="0"/>
                  </a:lnTo>
                  <a:cubicBezTo>
                    <a:pt x="330720" y="0"/>
                    <a:pt x="0" y="550260"/>
                    <a:pt x="0" y="1229065"/>
                  </a:cubicBezTo>
                  <a:cubicBezTo>
                    <a:pt x="0" y="1907870"/>
                    <a:pt x="330720" y="2458130"/>
                    <a:pt x="738567" y="2458130"/>
                  </a:cubicBezTo>
                  <a:lnTo>
                    <a:pt x="1065566" y="2458130"/>
                  </a:lnTo>
                  <a:lnTo>
                    <a:pt x="1065566" y="2331390"/>
                  </a:lnTo>
                  <a:lnTo>
                    <a:pt x="1065566" y="2331390"/>
                  </a:lnTo>
                  <a:cubicBezTo>
                    <a:pt x="1124764" y="2282565"/>
                    <a:pt x="1179564" y="2221000"/>
                    <a:pt x="1228501" y="2148721"/>
                  </a:cubicBezTo>
                  <a:close/>
                </a:path>
              </a:pathLst>
            </a:custGeom>
            <a:gradFill>
              <a:gsLst>
                <a:gs pos="50000">
                  <a:schemeClr val="accent1">
                    <a:lumMod val="75000"/>
                  </a:schemeClr>
                </a:gs>
                <a:gs pos="38000">
                  <a:schemeClr val="accent1"/>
                </a:gs>
                <a:gs pos="100000">
                  <a:schemeClr val="accent1">
                    <a:lumMod val="50000"/>
                  </a:schemeClr>
                </a:gs>
              </a:gsLst>
              <a:lin ang="5400000" scaled="1"/>
            </a:gra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72" name="Freeform: Shape 38">
              <a:extLst>
                <a:ext uri="{FF2B5EF4-FFF2-40B4-BE49-F238E27FC236}">
                  <a16:creationId xmlns:a16="http://schemas.microsoft.com/office/drawing/2014/main" id="{D7693277-7F26-3BCF-C4D6-405E04B67501}"/>
                </a:ext>
              </a:extLst>
            </p:cNvPr>
            <p:cNvSpPr/>
            <p:nvPr/>
          </p:nvSpPr>
          <p:spPr>
            <a:xfrm>
              <a:off x="2231496" y="3033464"/>
              <a:ext cx="804637" cy="1201375"/>
            </a:xfrm>
            <a:custGeom>
              <a:avLst/>
              <a:gdLst>
                <a:gd name="csX0" fmla="*/ 769913 w 1181255"/>
                <a:gd name="csY0" fmla="*/ 2070129 h 2458130"/>
                <a:gd name="csX1" fmla="*/ 333313 w 1181255"/>
                <a:gd name="csY1" fmla="*/ 1229065 h 2458130"/>
                <a:gd name="csX2" fmla="*/ 769913 w 1181255"/>
                <a:gd name="csY2" fmla="*/ 388001 h 2458130"/>
                <a:gd name="csX3" fmla="*/ 989003 w 1181255"/>
                <a:gd name="csY3" fmla="*/ 501774 h 2458130"/>
                <a:gd name="csX4" fmla="*/ 1181256 w 1181255"/>
                <a:gd name="csY4" fmla="*/ 245362 h 2458130"/>
                <a:gd name="csX5" fmla="*/ 738567 w 1181255"/>
                <a:gd name="csY5" fmla="*/ 0 h 2458130"/>
                <a:gd name="csX6" fmla="*/ 0 w 1181255"/>
                <a:gd name="csY6" fmla="*/ 1229065 h 2458130"/>
                <a:gd name="csX7" fmla="*/ 738567 w 1181255"/>
                <a:gd name="csY7" fmla="*/ 2458130 h 2458130"/>
                <a:gd name="csX8" fmla="*/ 979418 w 1181255"/>
                <a:gd name="csY8" fmla="*/ 2391265 h 2458130"/>
                <a:gd name="csX9" fmla="*/ 812649 w 1181255"/>
                <a:gd name="csY9" fmla="*/ 2066070 h 2458130"/>
                <a:gd name="csX10" fmla="*/ 770026 w 1181255"/>
                <a:gd name="csY10" fmla="*/ 2070129 h 2458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181255" h="2458130">
                  <a:moveTo>
                    <a:pt x="769913" y="2070129"/>
                  </a:moveTo>
                  <a:cubicBezTo>
                    <a:pt x="528836" y="2070129"/>
                    <a:pt x="333313" y="1693629"/>
                    <a:pt x="333313" y="1229065"/>
                  </a:cubicBezTo>
                  <a:cubicBezTo>
                    <a:pt x="333313" y="764501"/>
                    <a:pt x="528724" y="388001"/>
                    <a:pt x="769913" y="388001"/>
                  </a:cubicBezTo>
                  <a:cubicBezTo>
                    <a:pt x="849859" y="388001"/>
                    <a:pt x="924618" y="429496"/>
                    <a:pt x="989003" y="501774"/>
                  </a:cubicBezTo>
                  <a:lnTo>
                    <a:pt x="1181256" y="245362"/>
                  </a:lnTo>
                  <a:cubicBezTo>
                    <a:pt x="1058011" y="91334"/>
                    <a:pt x="904660" y="0"/>
                    <a:pt x="738567" y="0"/>
                  </a:cubicBezTo>
                  <a:cubicBezTo>
                    <a:pt x="330720" y="0"/>
                    <a:pt x="0" y="550260"/>
                    <a:pt x="0" y="1229065"/>
                  </a:cubicBezTo>
                  <a:cubicBezTo>
                    <a:pt x="0" y="1907870"/>
                    <a:pt x="330720" y="2458130"/>
                    <a:pt x="738567" y="2458130"/>
                  </a:cubicBezTo>
                  <a:cubicBezTo>
                    <a:pt x="822910" y="2458130"/>
                    <a:pt x="903870" y="2434564"/>
                    <a:pt x="979418" y="2391265"/>
                  </a:cubicBezTo>
                  <a:lnTo>
                    <a:pt x="812649" y="2066070"/>
                  </a:lnTo>
                  <a:cubicBezTo>
                    <a:pt x="798667" y="2068663"/>
                    <a:pt x="784347" y="2070129"/>
                    <a:pt x="770026" y="2070129"/>
                  </a:cubicBezTo>
                  <a:close/>
                </a:path>
              </a:pathLst>
            </a:custGeom>
            <a:solidFill>
              <a:schemeClr val="accent1">
                <a:lumMod val="75000"/>
              </a:schemeClr>
            </a:solidFill>
            <a:ln w="11235" cap="flat">
              <a:noFill/>
              <a:prstDash val="solid"/>
              <a:miter/>
            </a:ln>
          </p:spPr>
          <p:txBody>
            <a:bodyPr/>
            <a:lstStyle/>
            <a:p>
              <a:endParaRPr lang="en-US" dirty="0">
                <a:latin typeface="Meiryo UI" panose="020B0604030504040204" pitchFamily="34" charset="-128"/>
                <a:ea typeface="Meiryo UI" panose="020B0604030504040204" pitchFamily="34" charset="-128"/>
              </a:endParaRPr>
            </a:p>
          </p:txBody>
        </p:sp>
        <p:sp>
          <p:nvSpPr>
            <p:cNvPr id="73" name="Freeform: Shape 59">
              <a:extLst>
                <a:ext uri="{FF2B5EF4-FFF2-40B4-BE49-F238E27FC236}">
                  <a16:creationId xmlns:a16="http://schemas.microsoft.com/office/drawing/2014/main" id="{AA1CBB27-898A-9860-DE3B-D7598CBE2F4B}"/>
                </a:ext>
              </a:extLst>
            </p:cNvPr>
            <p:cNvSpPr/>
            <p:nvPr/>
          </p:nvSpPr>
          <p:spPr>
            <a:xfrm>
              <a:off x="4037193" y="3033464"/>
              <a:ext cx="794525" cy="1201375"/>
            </a:xfrm>
            <a:custGeom>
              <a:avLst/>
              <a:gdLst>
                <a:gd name="csX0" fmla="*/ 1228501 w 1228501"/>
                <a:gd name="csY0" fmla="*/ 2148721 h 2458130"/>
                <a:gd name="csX1" fmla="*/ 1065566 w 1228501"/>
                <a:gd name="csY1" fmla="*/ 2187510 h 2458130"/>
                <a:gd name="csX2" fmla="*/ 484861 w 1228501"/>
                <a:gd name="csY2" fmla="*/ 1221172 h 2458130"/>
                <a:gd name="csX3" fmla="*/ 1065566 w 1228501"/>
                <a:gd name="csY3" fmla="*/ 254834 h 2458130"/>
                <a:gd name="csX4" fmla="*/ 1212039 w 1228501"/>
                <a:gd name="csY4" fmla="*/ 285955 h 2458130"/>
                <a:gd name="csX5" fmla="*/ 1065566 w 1228501"/>
                <a:gd name="csY5" fmla="*/ 127191 h 2458130"/>
                <a:gd name="csX6" fmla="*/ 1065566 w 1228501"/>
                <a:gd name="csY6" fmla="*/ 0 h 2458130"/>
                <a:gd name="csX7" fmla="*/ 738567 w 1228501"/>
                <a:gd name="csY7" fmla="*/ 0 h 2458130"/>
                <a:gd name="csX8" fmla="*/ 0 w 1228501"/>
                <a:gd name="csY8" fmla="*/ 1229065 h 2458130"/>
                <a:gd name="csX9" fmla="*/ 738567 w 1228501"/>
                <a:gd name="csY9" fmla="*/ 2458130 h 2458130"/>
                <a:gd name="csX10" fmla="*/ 1065566 w 1228501"/>
                <a:gd name="csY10" fmla="*/ 2458130 h 2458130"/>
                <a:gd name="csX11" fmla="*/ 1065566 w 1228501"/>
                <a:gd name="csY11" fmla="*/ 2331390 h 2458130"/>
                <a:gd name="csX12" fmla="*/ 1065566 w 1228501"/>
                <a:gd name="csY12" fmla="*/ 2331390 h 2458130"/>
                <a:gd name="csX13" fmla="*/ 1228501 w 1228501"/>
                <a:gd name="csY13" fmla="*/ 2148721 h 2458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8501" h="2458130">
                  <a:moveTo>
                    <a:pt x="1228501" y="2148721"/>
                  </a:moveTo>
                  <a:cubicBezTo>
                    <a:pt x="1176745" y="2173866"/>
                    <a:pt x="1122170" y="2187510"/>
                    <a:pt x="1065566" y="2187510"/>
                  </a:cubicBezTo>
                  <a:cubicBezTo>
                    <a:pt x="744881" y="2187510"/>
                    <a:pt x="484861" y="1754857"/>
                    <a:pt x="484861" y="1221172"/>
                  </a:cubicBezTo>
                  <a:cubicBezTo>
                    <a:pt x="484861" y="687487"/>
                    <a:pt x="744881" y="254834"/>
                    <a:pt x="1065566" y="254834"/>
                  </a:cubicBezTo>
                  <a:cubicBezTo>
                    <a:pt x="1116194" y="254834"/>
                    <a:pt x="1165244" y="265658"/>
                    <a:pt x="1212039" y="285955"/>
                  </a:cubicBezTo>
                  <a:cubicBezTo>
                    <a:pt x="1167386" y="223825"/>
                    <a:pt x="1118224" y="170603"/>
                    <a:pt x="1065566" y="127191"/>
                  </a:cubicBezTo>
                  <a:lnTo>
                    <a:pt x="1065566" y="0"/>
                  </a:lnTo>
                  <a:lnTo>
                    <a:pt x="738567" y="0"/>
                  </a:lnTo>
                  <a:cubicBezTo>
                    <a:pt x="330720" y="0"/>
                    <a:pt x="0" y="550260"/>
                    <a:pt x="0" y="1229065"/>
                  </a:cubicBezTo>
                  <a:cubicBezTo>
                    <a:pt x="0" y="1907870"/>
                    <a:pt x="330720" y="2458130"/>
                    <a:pt x="738567" y="2458130"/>
                  </a:cubicBezTo>
                  <a:lnTo>
                    <a:pt x="1065566" y="2458130"/>
                  </a:lnTo>
                  <a:lnTo>
                    <a:pt x="1065566" y="2331390"/>
                  </a:lnTo>
                  <a:lnTo>
                    <a:pt x="1065566" y="2331390"/>
                  </a:lnTo>
                  <a:cubicBezTo>
                    <a:pt x="1124764" y="2282565"/>
                    <a:pt x="1179564" y="2221000"/>
                    <a:pt x="1228501" y="2148721"/>
                  </a:cubicBezTo>
                  <a:close/>
                </a:path>
              </a:pathLst>
            </a:custGeom>
            <a:gradFill>
              <a:gsLst>
                <a:gs pos="50000">
                  <a:schemeClr val="bg1">
                    <a:lumMod val="75000"/>
                  </a:schemeClr>
                </a:gs>
                <a:gs pos="38000">
                  <a:schemeClr val="bg1">
                    <a:lumMod val="85000"/>
                  </a:schemeClr>
                </a:gs>
                <a:gs pos="100000">
                  <a:schemeClr val="bg1">
                    <a:lumMod val="65000"/>
                  </a:schemeClr>
                </a:gs>
              </a:gsLst>
              <a:lin ang="5400000" scaled="1"/>
            </a:gra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sp>
          <p:nvSpPr>
            <p:cNvPr id="74" name="Freeform: Shape 60">
              <a:extLst>
                <a:ext uri="{FF2B5EF4-FFF2-40B4-BE49-F238E27FC236}">
                  <a16:creationId xmlns:a16="http://schemas.microsoft.com/office/drawing/2014/main" id="{39758FF4-4527-065F-9355-303E7E50817F}"/>
                </a:ext>
              </a:extLst>
            </p:cNvPr>
            <p:cNvSpPr/>
            <p:nvPr/>
          </p:nvSpPr>
          <p:spPr>
            <a:xfrm>
              <a:off x="4204297" y="3033464"/>
              <a:ext cx="804637" cy="1201375"/>
            </a:xfrm>
            <a:custGeom>
              <a:avLst/>
              <a:gdLst>
                <a:gd name="csX0" fmla="*/ 769913 w 1181255"/>
                <a:gd name="csY0" fmla="*/ 2070129 h 2458130"/>
                <a:gd name="csX1" fmla="*/ 333313 w 1181255"/>
                <a:gd name="csY1" fmla="*/ 1229065 h 2458130"/>
                <a:gd name="csX2" fmla="*/ 769913 w 1181255"/>
                <a:gd name="csY2" fmla="*/ 388001 h 2458130"/>
                <a:gd name="csX3" fmla="*/ 989003 w 1181255"/>
                <a:gd name="csY3" fmla="*/ 501774 h 2458130"/>
                <a:gd name="csX4" fmla="*/ 1181256 w 1181255"/>
                <a:gd name="csY4" fmla="*/ 245362 h 2458130"/>
                <a:gd name="csX5" fmla="*/ 738567 w 1181255"/>
                <a:gd name="csY5" fmla="*/ 0 h 2458130"/>
                <a:gd name="csX6" fmla="*/ 0 w 1181255"/>
                <a:gd name="csY6" fmla="*/ 1229065 h 2458130"/>
                <a:gd name="csX7" fmla="*/ 738567 w 1181255"/>
                <a:gd name="csY7" fmla="*/ 2458130 h 2458130"/>
                <a:gd name="csX8" fmla="*/ 979418 w 1181255"/>
                <a:gd name="csY8" fmla="*/ 2391265 h 2458130"/>
                <a:gd name="csX9" fmla="*/ 812649 w 1181255"/>
                <a:gd name="csY9" fmla="*/ 2066070 h 2458130"/>
                <a:gd name="csX10" fmla="*/ 770026 w 1181255"/>
                <a:gd name="csY10" fmla="*/ 2070129 h 2458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181255" h="2458130">
                  <a:moveTo>
                    <a:pt x="769913" y="2070129"/>
                  </a:moveTo>
                  <a:cubicBezTo>
                    <a:pt x="528836" y="2070129"/>
                    <a:pt x="333313" y="1693629"/>
                    <a:pt x="333313" y="1229065"/>
                  </a:cubicBezTo>
                  <a:cubicBezTo>
                    <a:pt x="333313" y="764501"/>
                    <a:pt x="528724" y="388001"/>
                    <a:pt x="769913" y="388001"/>
                  </a:cubicBezTo>
                  <a:cubicBezTo>
                    <a:pt x="849859" y="388001"/>
                    <a:pt x="924618" y="429496"/>
                    <a:pt x="989003" y="501774"/>
                  </a:cubicBezTo>
                  <a:lnTo>
                    <a:pt x="1181256" y="245362"/>
                  </a:lnTo>
                  <a:cubicBezTo>
                    <a:pt x="1058011" y="91334"/>
                    <a:pt x="904660" y="0"/>
                    <a:pt x="738567" y="0"/>
                  </a:cubicBezTo>
                  <a:cubicBezTo>
                    <a:pt x="330720" y="0"/>
                    <a:pt x="0" y="550260"/>
                    <a:pt x="0" y="1229065"/>
                  </a:cubicBezTo>
                  <a:cubicBezTo>
                    <a:pt x="0" y="1907870"/>
                    <a:pt x="330720" y="2458130"/>
                    <a:pt x="738567" y="2458130"/>
                  </a:cubicBezTo>
                  <a:cubicBezTo>
                    <a:pt x="822910" y="2458130"/>
                    <a:pt x="903870" y="2434564"/>
                    <a:pt x="979418" y="2391265"/>
                  </a:cubicBezTo>
                  <a:lnTo>
                    <a:pt x="812649" y="2066070"/>
                  </a:lnTo>
                  <a:cubicBezTo>
                    <a:pt x="798667" y="2068663"/>
                    <a:pt x="784347" y="2070129"/>
                    <a:pt x="770026" y="2070129"/>
                  </a:cubicBezTo>
                  <a:close/>
                </a:path>
              </a:pathLst>
            </a:custGeom>
            <a:solidFill>
              <a:schemeClr val="bg1">
                <a:lumMod val="75000"/>
              </a:schemeClr>
            </a:solidFill>
            <a:ln w="11235" cap="flat">
              <a:noFill/>
              <a:prstDash val="solid"/>
              <a:miter/>
            </a:ln>
          </p:spPr>
          <p:txBody>
            <a:bodyPr/>
            <a:lstStyle/>
            <a:p>
              <a:endParaRPr lang="en-US">
                <a:latin typeface="Meiryo UI" panose="020B0604030504040204" pitchFamily="34" charset="-128"/>
                <a:ea typeface="Meiryo UI" panose="020B0604030504040204" pitchFamily="34" charset="-128"/>
              </a:endParaRPr>
            </a:p>
          </p:txBody>
        </p:sp>
      </p:grpSp>
      <p:sp>
        <p:nvSpPr>
          <p:cNvPr id="89" name="角丸四角形 70">
            <a:extLst>
              <a:ext uri="{FF2B5EF4-FFF2-40B4-BE49-F238E27FC236}">
                <a16:creationId xmlns:a16="http://schemas.microsoft.com/office/drawing/2014/main" id="{A604294D-2906-ACAB-8F92-0CD046DBE008}"/>
              </a:ext>
            </a:extLst>
          </p:cNvPr>
          <p:cNvSpPr>
            <a:spLocks noChangeAspect="1"/>
          </p:cNvSpPr>
          <p:nvPr/>
        </p:nvSpPr>
        <p:spPr bwMode="gray">
          <a:xfrm>
            <a:off x="1623384" y="3247560"/>
            <a:ext cx="831034" cy="770954"/>
          </a:xfrm>
          <a:custGeom>
            <a:avLst/>
            <a:gdLst/>
            <a:ahLst/>
            <a:cxnLst/>
            <a:rect l="l" t="t" r="r" b="b"/>
            <a:pathLst>
              <a:path w="900287" h="749356">
                <a:moveTo>
                  <a:pt x="270632" y="152469"/>
                </a:moveTo>
                <a:lnTo>
                  <a:pt x="396802" y="152469"/>
                </a:lnTo>
                <a:cubicBezTo>
                  <a:pt x="418042" y="152469"/>
                  <a:pt x="437069" y="161944"/>
                  <a:pt x="449255" y="177439"/>
                </a:cubicBezTo>
                <a:cubicBezTo>
                  <a:pt x="459038" y="167792"/>
                  <a:pt x="472504" y="161993"/>
                  <a:pt x="487325" y="161993"/>
                </a:cubicBezTo>
                <a:lnTo>
                  <a:pt x="642071" y="161993"/>
                </a:lnTo>
                <a:cubicBezTo>
                  <a:pt x="664634" y="161993"/>
                  <a:pt x="684058" y="175433"/>
                  <a:pt x="692554" y="194843"/>
                </a:cubicBezTo>
                <a:cubicBezTo>
                  <a:pt x="701231" y="188185"/>
                  <a:pt x="712141" y="184868"/>
                  <a:pt x="723826" y="184868"/>
                </a:cubicBezTo>
                <a:lnTo>
                  <a:pt x="837492" y="184868"/>
                </a:lnTo>
                <a:cubicBezTo>
                  <a:pt x="869972" y="184868"/>
                  <a:pt x="896466" y="210492"/>
                  <a:pt x="897385" y="242649"/>
                </a:cubicBezTo>
                <a:cubicBezTo>
                  <a:pt x="899689" y="244379"/>
                  <a:pt x="900287" y="246947"/>
                  <a:pt x="900287" y="249655"/>
                </a:cubicBezTo>
                <a:lnTo>
                  <a:pt x="900287" y="421827"/>
                </a:lnTo>
                <a:cubicBezTo>
                  <a:pt x="900287" y="431761"/>
                  <a:pt x="892233" y="439815"/>
                  <a:pt x="882299" y="439815"/>
                </a:cubicBezTo>
                <a:lnTo>
                  <a:pt x="875075" y="439815"/>
                </a:lnTo>
                <a:cubicBezTo>
                  <a:pt x="865141" y="439815"/>
                  <a:pt x="857087" y="431761"/>
                  <a:pt x="857087" y="421827"/>
                </a:cubicBezTo>
                <a:lnTo>
                  <a:pt x="857087" y="253234"/>
                </a:lnTo>
                <a:lnTo>
                  <a:pt x="834456" y="253234"/>
                </a:lnTo>
                <a:lnTo>
                  <a:pt x="834456" y="649259"/>
                </a:lnTo>
                <a:cubicBezTo>
                  <a:pt x="834456" y="667351"/>
                  <a:pt x="819790" y="682017"/>
                  <a:pt x="801698" y="682017"/>
                </a:cubicBezTo>
                <a:lnTo>
                  <a:pt x="762704" y="682017"/>
                </a:lnTo>
                <a:cubicBezTo>
                  <a:pt x="744612" y="682017"/>
                  <a:pt x="729946" y="667351"/>
                  <a:pt x="729946" y="649259"/>
                </a:cubicBezTo>
                <a:lnTo>
                  <a:pt x="729946" y="253234"/>
                </a:lnTo>
                <a:lnTo>
                  <a:pt x="699830" y="253234"/>
                </a:lnTo>
                <a:lnTo>
                  <a:pt x="699830" y="429104"/>
                </a:lnTo>
                <a:cubicBezTo>
                  <a:pt x="699830" y="435710"/>
                  <a:pt x="694475" y="441065"/>
                  <a:pt x="687869" y="441065"/>
                </a:cubicBezTo>
                <a:lnTo>
                  <a:pt x="673631" y="441065"/>
                </a:lnTo>
                <a:cubicBezTo>
                  <a:pt x="667025" y="441065"/>
                  <a:pt x="661670" y="435710"/>
                  <a:pt x="661670" y="429104"/>
                </a:cubicBezTo>
                <a:lnTo>
                  <a:pt x="661670" y="238754"/>
                </a:lnTo>
                <a:lnTo>
                  <a:pt x="663347" y="234707"/>
                </a:lnTo>
                <a:lnTo>
                  <a:pt x="636302" y="234707"/>
                </a:lnTo>
                <a:lnTo>
                  <a:pt x="636302" y="698421"/>
                </a:lnTo>
                <a:cubicBezTo>
                  <a:pt x="636302" y="722968"/>
                  <a:pt x="616402" y="742868"/>
                  <a:pt x="591855" y="742868"/>
                </a:cubicBezTo>
                <a:lnTo>
                  <a:pt x="538945" y="742868"/>
                </a:lnTo>
                <a:cubicBezTo>
                  <a:pt x="514398" y="742868"/>
                  <a:pt x="494498" y="722968"/>
                  <a:pt x="494498" y="698421"/>
                </a:cubicBezTo>
                <a:lnTo>
                  <a:pt x="494498" y="234707"/>
                </a:lnTo>
                <a:lnTo>
                  <a:pt x="469209" y="234707"/>
                </a:lnTo>
                <a:lnTo>
                  <a:pt x="469209" y="428394"/>
                </a:lnTo>
                <a:cubicBezTo>
                  <a:pt x="469209" y="435062"/>
                  <a:pt x="463803" y="440468"/>
                  <a:pt x="457135" y="440468"/>
                </a:cubicBezTo>
                <a:lnTo>
                  <a:pt x="442763" y="440468"/>
                </a:lnTo>
                <a:cubicBezTo>
                  <a:pt x="436095" y="440468"/>
                  <a:pt x="430689" y="435062"/>
                  <a:pt x="430689" y="428394"/>
                </a:cubicBezTo>
                <a:lnTo>
                  <a:pt x="430689" y="229342"/>
                </a:lnTo>
                <a:lnTo>
                  <a:pt x="431726" y="226839"/>
                </a:lnTo>
                <a:lnTo>
                  <a:pt x="431726" y="224968"/>
                </a:lnTo>
                <a:lnTo>
                  <a:pt x="405321" y="224968"/>
                </a:lnTo>
                <a:lnTo>
                  <a:pt x="405321" y="704909"/>
                </a:lnTo>
                <a:cubicBezTo>
                  <a:pt x="405321" y="729456"/>
                  <a:pt x="385421" y="749356"/>
                  <a:pt x="360874" y="749356"/>
                </a:cubicBezTo>
                <a:lnTo>
                  <a:pt x="307964" y="749356"/>
                </a:lnTo>
                <a:cubicBezTo>
                  <a:pt x="283417" y="749356"/>
                  <a:pt x="263517" y="729456"/>
                  <a:pt x="263517" y="704909"/>
                </a:cubicBezTo>
                <a:lnTo>
                  <a:pt x="263517" y="224968"/>
                </a:lnTo>
                <a:lnTo>
                  <a:pt x="237767" y="224968"/>
                </a:lnTo>
                <a:cubicBezTo>
                  <a:pt x="239266" y="226086"/>
                  <a:pt x="239625" y="227728"/>
                  <a:pt x="239625" y="229455"/>
                </a:cubicBezTo>
                <a:lnTo>
                  <a:pt x="239625" y="428281"/>
                </a:lnTo>
                <a:cubicBezTo>
                  <a:pt x="239625" y="435012"/>
                  <a:pt x="234169" y="440468"/>
                  <a:pt x="227438" y="440468"/>
                </a:cubicBezTo>
                <a:lnTo>
                  <a:pt x="212932" y="440468"/>
                </a:lnTo>
                <a:cubicBezTo>
                  <a:pt x="206201" y="440468"/>
                  <a:pt x="200745" y="435012"/>
                  <a:pt x="200745" y="428281"/>
                </a:cubicBezTo>
                <a:lnTo>
                  <a:pt x="200745" y="251676"/>
                </a:lnTo>
                <a:lnTo>
                  <a:pt x="173430" y="251676"/>
                </a:lnTo>
                <a:cubicBezTo>
                  <a:pt x="174427" y="252450"/>
                  <a:pt x="174458" y="253299"/>
                  <a:pt x="174458" y="254156"/>
                </a:cubicBezTo>
                <a:lnTo>
                  <a:pt x="174458" y="658212"/>
                </a:lnTo>
                <a:cubicBezTo>
                  <a:pt x="174458" y="677545"/>
                  <a:pt x="158785" y="693218"/>
                  <a:pt x="139452" y="693218"/>
                </a:cubicBezTo>
                <a:lnTo>
                  <a:pt x="97780" y="693218"/>
                </a:lnTo>
                <a:cubicBezTo>
                  <a:pt x="78447" y="693218"/>
                  <a:pt x="62774" y="677545"/>
                  <a:pt x="62774" y="658212"/>
                </a:cubicBezTo>
                <a:lnTo>
                  <a:pt x="62774" y="254156"/>
                </a:lnTo>
                <a:lnTo>
                  <a:pt x="63801" y="251676"/>
                </a:lnTo>
                <a:lnTo>
                  <a:pt x="41562" y="251676"/>
                </a:lnTo>
                <a:cubicBezTo>
                  <a:pt x="43012" y="252745"/>
                  <a:pt x="43200" y="254166"/>
                  <a:pt x="43200" y="255631"/>
                </a:cubicBezTo>
                <a:lnTo>
                  <a:pt x="43200" y="424281"/>
                </a:lnTo>
                <a:cubicBezTo>
                  <a:pt x="43200" y="433539"/>
                  <a:pt x="35695" y="441044"/>
                  <a:pt x="26437" y="441044"/>
                </a:cubicBezTo>
                <a:lnTo>
                  <a:pt x="16763" y="441044"/>
                </a:lnTo>
                <a:cubicBezTo>
                  <a:pt x="7505" y="441044"/>
                  <a:pt x="0" y="433539"/>
                  <a:pt x="0" y="424281"/>
                </a:cubicBezTo>
                <a:lnTo>
                  <a:pt x="0" y="255631"/>
                </a:lnTo>
                <a:lnTo>
                  <a:pt x="1638" y="251676"/>
                </a:lnTo>
                <a:lnTo>
                  <a:pt x="1606" y="251676"/>
                </a:lnTo>
                <a:cubicBezTo>
                  <a:pt x="4495" y="222026"/>
                  <a:pt x="29771" y="199269"/>
                  <a:pt x="60361" y="199269"/>
                </a:cubicBezTo>
                <a:lnTo>
                  <a:pt x="179264" y="199269"/>
                </a:lnTo>
                <a:cubicBezTo>
                  <a:pt x="188256" y="199269"/>
                  <a:pt x="196789" y="201235"/>
                  <a:pt x="204193" y="205276"/>
                </a:cubicBezTo>
                <a:cubicBezTo>
                  <a:pt x="210664" y="174775"/>
                  <a:pt x="238043" y="152469"/>
                  <a:pt x="270632" y="152469"/>
                </a:cubicBezTo>
                <a:close/>
                <a:moveTo>
                  <a:pt x="119587" y="76867"/>
                </a:moveTo>
                <a:cubicBezTo>
                  <a:pt x="150964" y="76867"/>
                  <a:pt x="176400" y="99136"/>
                  <a:pt x="176400" y="126606"/>
                </a:cubicBezTo>
                <a:cubicBezTo>
                  <a:pt x="176400" y="154076"/>
                  <a:pt x="150964" y="176345"/>
                  <a:pt x="119587" y="176345"/>
                </a:cubicBezTo>
                <a:cubicBezTo>
                  <a:pt x="88210" y="176345"/>
                  <a:pt x="62774" y="154076"/>
                  <a:pt x="62774" y="126606"/>
                </a:cubicBezTo>
                <a:cubicBezTo>
                  <a:pt x="62774" y="99136"/>
                  <a:pt x="88210" y="76867"/>
                  <a:pt x="119587" y="76867"/>
                </a:cubicBezTo>
                <a:close/>
                <a:moveTo>
                  <a:pt x="777480" y="59872"/>
                </a:moveTo>
                <a:cubicBezTo>
                  <a:pt x="809842" y="59872"/>
                  <a:pt x="836077" y="83291"/>
                  <a:pt x="836077" y="112180"/>
                </a:cubicBezTo>
                <a:cubicBezTo>
                  <a:pt x="836077" y="141069"/>
                  <a:pt x="809842" y="164488"/>
                  <a:pt x="777480" y="164488"/>
                </a:cubicBezTo>
                <a:cubicBezTo>
                  <a:pt x="745118" y="164488"/>
                  <a:pt x="718883" y="141069"/>
                  <a:pt x="718883" y="112180"/>
                </a:cubicBezTo>
                <a:cubicBezTo>
                  <a:pt x="718883" y="83291"/>
                  <a:pt x="745118" y="59872"/>
                  <a:pt x="777480" y="59872"/>
                </a:cubicBezTo>
                <a:close/>
                <a:moveTo>
                  <a:pt x="564699" y="19050"/>
                </a:moveTo>
                <a:cubicBezTo>
                  <a:pt x="602128" y="19050"/>
                  <a:pt x="632470" y="46135"/>
                  <a:pt x="632470" y="79547"/>
                </a:cubicBezTo>
                <a:cubicBezTo>
                  <a:pt x="632470" y="112959"/>
                  <a:pt x="602128" y="140044"/>
                  <a:pt x="564699" y="140044"/>
                </a:cubicBezTo>
                <a:cubicBezTo>
                  <a:pt x="527270" y="140044"/>
                  <a:pt x="496928" y="112959"/>
                  <a:pt x="496928" y="79547"/>
                </a:cubicBezTo>
                <a:cubicBezTo>
                  <a:pt x="496928" y="46135"/>
                  <a:pt x="527270" y="19050"/>
                  <a:pt x="564699" y="19050"/>
                </a:cubicBezTo>
                <a:close/>
                <a:moveTo>
                  <a:pt x="333717" y="0"/>
                </a:moveTo>
                <a:cubicBezTo>
                  <a:pt x="371146" y="0"/>
                  <a:pt x="401488" y="27085"/>
                  <a:pt x="401488" y="60497"/>
                </a:cubicBezTo>
                <a:cubicBezTo>
                  <a:pt x="401488" y="93909"/>
                  <a:pt x="371146" y="120994"/>
                  <a:pt x="333717" y="120994"/>
                </a:cubicBezTo>
                <a:cubicBezTo>
                  <a:pt x="296288" y="120994"/>
                  <a:pt x="265946" y="93909"/>
                  <a:pt x="265946" y="60497"/>
                </a:cubicBezTo>
                <a:cubicBezTo>
                  <a:pt x="265946" y="27085"/>
                  <a:pt x="296288" y="0"/>
                  <a:pt x="33371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pic>
        <p:nvPicPr>
          <p:cNvPr id="90" name="図 89">
            <a:extLst>
              <a:ext uri="{FF2B5EF4-FFF2-40B4-BE49-F238E27FC236}">
                <a16:creationId xmlns:a16="http://schemas.microsoft.com/office/drawing/2014/main" id="{9AA8C1E9-0B0B-15DB-E3EB-BB3DA13D4B18}"/>
              </a:ext>
            </a:extLst>
          </p:cNvPr>
          <p:cNvPicPr>
            <a:picLocks noChangeAspect="1"/>
          </p:cNvPicPr>
          <p:nvPr/>
        </p:nvPicPr>
        <p:blipFill>
          <a:blip r:embed="rId4"/>
          <a:stretch>
            <a:fillRect/>
          </a:stretch>
        </p:blipFill>
        <p:spPr>
          <a:xfrm>
            <a:off x="2127710" y="3709009"/>
            <a:ext cx="320738" cy="320738"/>
          </a:xfrm>
          <a:prstGeom prst="rect">
            <a:avLst/>
          </a:prstGeom>
          <a:effectLst>
            <a:outerShdw blurRad="50800" dist="38100" dir="2700000" algn="tl" rotWithShape="0">
              <a:prstClr val="black">
                <a:alpha val="40000"/>
              </a:prstClr>
            </a:outerShdw>
          </a:effectLst>
        </p:spPr>
      </p:pic>
      <p:pic>
        <p:nvPicPr>
          <p:cNvPr id="91" name="図 90">
            <a:extLst>
              <a:ext uri="{FF2B5EF4-FFF2-40B4-BE49-F238E27FC236}">
                <a16:creationId xmlns:a16="http://schemas.microsoft.com/office/drawing/2014/main" id="{06C34D65-64E8-64B5-026C-D98025EFB118}"/>
              </a:ext>
            </a:extLst>
          </p:cNvPr>
          <p:cNvPicPr>
            <a:picLocks noChangeAspect="1"/>
          </p:cNvPicPr>
          <p:nvPr/>
        </p:nvPicPr>
        <p:blipFill>
          <a:blip r:embed="rId5"/>
          <a:stretch>
            <a:fillRect/>
          </a:stretch>
        </p:blipFill>
        <p:spPr>
          <a:xfrm>
            <a:off x="3539790" y="2242178"/>
            <a:ext cx="2157215" cy="638536"/>
          </a:xfrm>
          <a:prstGeom prst="rect">
            <a:avLst/>
          </a:prstGeom>
        </p:spPr>
      </p:pic>
      <p:sp>
        <p:nvSpPr>
          <p:cNvPr id="92" name="テキスト ボックス 91">
            <a:extLst>
              <a:ext uri="{FF2B5EF4-FFF2-40B4-BE49-F238E27FC236}">
                <a16:creationId xmlns:a16="http://schemas.microsoft.com/office/drawing/2014/main" id="{3541C1F3-B302-C93F-9B03-E8BE9BDEC392}"/>
              </a:ext>
            </a:extLst>
          </p:cNvPr>
          <p:cNvSpPr txBox="1"/>
          <p:nvPr/>
        </p:nvSpPr>
        <p:spPr>
          <a:xfrm>
            <a:off x="1450260" y="4129407"/>
            <a:ext cx="1173967" cy="503590"/>
          </a:xfrm>
          <a:prstGeom prst="rect">
            <a:avLst/>
          </a:prstGeom>
          <a:noFill/>
        </p:spPr>
        <p:txBody>
          <a:bodyPr wrap="none" lIns="36000" tIns="36000" rIns="36000" bIns="36000" rtlCol="0" anchor="ctr">
            <a:spAutoFit/>
          </a:bodyPr>
          <a:lstStyle/>
          <a:p>
            <a:pPr algn="ctr">
              <a:spcBef>
                <a:spcPts val="600"/>
              </a:spcBef>
              <a:buSzPct val="100000"/>
            </a:pPr>
            <a:r>
              <a:rPr kumimoji="1" lang="ja-JP" altLang="en-US" sz="1400">
                <a:latin typeface="Meiryo UI" panose="020B0604030504040204" pitchFamily="34" charset="-128"/>
                <a:ea typeface="Meiryo UI" panose="020B0604030504040204" pitchFamily="34" charset="-128"/>
              </a:rPr>
              <a:t>飲食業界の</a:t>
            </a:r>
            <a:br>
              <a:rPr kumimoji="1" lang="en-US" altLang="ja-JP" sz="1400" dirty="0">
                <a:latin typeface="Meiryo UI" panose="020B0604030504040204" pitchFamily="34" charset="-128"/>
                <a:ea typeface="Meiryo UI" panose="020B0604030504040204" pitchFamily="34" charset="-128"/>
              </a:rPr>
            </a:br>
            <a:r>
              <a:rPr kumimoji="1" lang="ja-JP" altLang="en-US" sz="1400">
                <a:latin typeface="Meiryo UI" panose="020B0604030504040204" pitchFamily="34" charset="-128"/>
                <a:ea typeface="Meiryo UI" panose="020B0604030504040204" pitchFamily="34" charset="-128"/>
              </a:rPr>
              <a:t>ベトナム消費者</a:t>
            </a:r>
          </a:p>
        </p:txBody>
      </p:sp>
      <p:sp>
        <p:nvSpPr>
          <p:cNvPr id="93" name="角丸四角形 92">
            <a:extLst>
              <a:ext uri="{FF2B5EF4-FFF2-40B4-BE49-F238E27FC236}">
                <a16:creationId xmlns:a16="http://schemas.microsoft.com/office/drawing/2014/main" id="{62F08D49-58D7-2F4F-071D-ED3AB0403567}"/>
              </a:ext>
            </a:extLst>
          </p:cNvPr>
          <p:cNvSpPr/>
          <p:nvPr/>
        </p:nvSpPr>
        <p:spPr bwMode="gray">
          <a:xfrm>
            <a:off x="7372949" y="3105228"/>
            <a:ext cx="1584176" cy="538623"/>
          </a:xfrm>
          <a:prstGeom prst="roundRect">
            <a:avLst/>
          </a:prstGeom>
          <a:solidFill>
            <a:srgbClr val="FB851B"/>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600">
                <a:solidFill>
                  <a:schemeClr val="bg1"/>
                </a:solidFill>
                <a:latin typeface="Meiryo UI" panose="020B0604030504040204" pitchFamily="34" charset="-128"/>
                <a:ea typeface="Meiryo UI" panose="020B0604030504040204" pitchFamily="34" charset="-128"/>
              </a:rPr>
              <a:t>レストラン予約</a:t>
            </a:r>
            <a:endParaRPr kumimoji="1" lang="ja-JP" altLang="en-US" sz="1600" dirty="0">
              <a:solidFill>
                <a:schemeClr val="bg1"/>
              </a:solidFill>
              <a:latin typeface="Meiryo UI" panose="020B0604030504040204" pitchFamily="34" charset="-128"/>
              <a:ea typeface="Meiryo UI" panose="020B0604030504040204" pitchFamily="34" charset="-128"/>
            </a:endParaRPr>
          </a:p>
        </p:txBody>
      </p:sp>
      <p:sp>
        <p:nvSpPr>
          <p:cNvPr id="94" name="角丸四角形 93">
            <a:extLst>
              <a:ext uri="{FF2B5EF4-FFF2-40B4-BE49-F238E27FC236}">
                <a16:creationId xmlns:a16="http://schemas.microsoft.com/office/drawing/2014/main" id="{A56D6F06-E062-353A-9BBF-D925A2A252A3}"/>
              </a:ext>
            </a:extLst>
          </p:cNvPr>
          <p:cNvSpPr/>
          <p:nvPr/>
        </p:nvSpPr>
        <p:spPr bwMode="gray">
          <a:xfrm>
            <a:off x="7385698" y="3790798"/>
            <a:ext cx="1584176" cy="538623"/>
          </a:xfrm>
          <a:prstGeom prst="roundRect">
            <a:avLst/>
          </a:prstGeom>
          <a:solidFill>
            <a:srgbClr val="FB851B"/>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600">
                <a:solidFill>
                  <a:schemeClr val="bg1"/>
                </a:solidFill>
                <a:latin typeface="Meiryo UI" panose="020B0604030504040204" pitchFamily="34" charset="-128"/>
                <a:ea typeface="Meiryo UI" panose="020B0604030504040204" pitchFamily="34" charset="-128"/>
              </a:rPr>
              <a:t>タクシー配車</a:t>
            </a:r>
            <a:endParaRPr kumimoji="1" lang="ja-JP" altLang="en-US" sz="1600" dirty="0">
              <a:solidFill>
                <a:schemeClr val="bg1"/>
              </a:solidFill>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28752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3CA21-5E69-4B63-978C-A958A27C7A82}"/>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96A5D3-85BF-F7AF-118F-2D38571C2C66}"/>
              </a:ext>
            </a:extLst>
          </p:cNvPr>
          <p:cNvSpPr>
            <a:spLocks noGrp="1"/>
          </p:cNvSpPr>
          <p:nvPr>
            <p:ph type="body" sz="quarter" idx="17"/>
          </p:nvPr>
        </p:nvSpPr>
        <p:spPr>
          <a:xfrm>
            <a:off x="1424607" y="6121926"/>
            <a:ext cx="8063317" cy="288925"/>
          </a:xfrm>
        </p:spPr>
        <p:txBody>
          <a:bodyPr/>
          <a:lstStyle/>
          <a:p>
            <a:r>
              <a:rPr kumimoji="1" lang="ja-JP" altLang="en-US">
                <a:solidFill>
                  <a:schemeClr val="tx1">
                    <a:lumMod val="65000"/>
                    <a:lumOff val="35000"/>
                  </a:schemeClr>
                </a:solidFill>
              </a:rPr>
              <a:t>出所：</a:t>
            </a:r>
            <a:r>
              <a:rPr kumimoji="1" lang="en-US" altLang="ja-JP" dirty="0" err="1">
                <a:solidFill>
                  <a:schemeClr val="tx1">
                    <a:lumMod val="65000"/>
                    <a:lumOff val="35000"/>
                  </a:schemeClr>
                </a:solidFill>
              </a:rPr>
              <a:t>Capichi</a:t>
            </a:r>
            <a:r>
              <a:rPr kumimoji="1" lang="ja-JP" altLang="en-US">
                <a:solidFill>
                  <a:schemeClr val="tx1">
                    <a:lumMod val="65000"/>
                    <a:lumOff val="35000"/>
                  </a:schemeClr>
                </a:solidFill>
              </a:rPr>
              <a:t>への取材をもとに</a:t>
            </a:r>
            <a:r>
              <a:rPr kumimoji="1" lang="en-US" altLang="ja-JP" dirty="0" err="1">
                <a:solidFill>
                  <a:schemeClr val="tx1">
                    <a:lumMod val="65000"/>
                    <a:lumOff val="35000"/>
                  </a:schemeClr>
                </a:solidFill>
              </a:rPr>
              <a:t>InfoBank</a:t>
            </a:r>
            <a:r>
              <a:rPr kumimoji="1" lang="ja-JP" altLang="en-US">
                <a:solidFill>
                  <a:schemeClr val="tx1">
                    <a:lumMod val="65000"/>
                    <a:lumOff val="35000"/>
                  </a:schemeClr>
                </a:solidFill>
              </a:rPr>
              <a:t>作成。</a:t>
            </a:r>
          </a:p>
        </p:txBody>
      </p:sp>
      <p:sp>
        <p:nvSpPr>
          <p:cNvPr id="5" name="テキスト ボックス 4">
            <a:extLst>
              <a:ext uri="{FF2B5EF4-FFF2-40B4-BE49-F238E27FC236}">
                <a16:creationId xmlns:a16="http://schemas.microsoft.com/office/drawing/2014/main" id="{CCD9AAAE-6D7C-9B62-6D50-E4A0B89C3638}"/>
              </a:ext>
            </a:extLst>
          </p:cNvPr>
          <p:cNvSpPr txBox="1"/>
          <p:nvPr/>
        </p:nvSpPr>
        <p:spPr>
          <a:xfrm>
            <a:off x="422635" y="1389295"/>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en-US" altLang="ja-JP" sz="2000" b="1" dirty="0" err="1">
                <a:latin typeface="Meiryo UI" panose="020B0604030504040204" pitchFamily="34" charset="-128"/>
                <a:ea typeface="Meiryo UI" panose="020B0604030504040204" pitchFamily="34" charset="-128"/>
              </a:rPr>
              <a:t>Capichi</a:t>
            </a:r>
            <a:r>
              <a:rPr kumimoji="1" lang="ja-JP" altLang="en-US" sz="2000" b="1">
                <a:latin typeface="Meiryo UI" panose="020B0604030504040204" pitchFamily="34" charset="-128"/>
                <a:ea typeface="Meiryo UI" panose="020B0604030504040204" pitchFamily="34" charset="-128"/>
              </a:rPr>
              <a:t>の機能</a:t>
            </a:r>
          </a:p>
        </p:txBody>
      </p:sp>
      <p:sp>
        <p:nvSpPr>
          <p:cNvPr id="6" name="角丸四角形 5">
            <a:extLst>
              <a:ext uri="{FF2B5EF4-FFF2-40B4-BE49-F238E27FC236}">
                <a16:creationId xmlns:a16="http://schemas.microsoft.com/office/drawing/2014/main" id="{259CBF44-F5C4-2FC3-8549-AD9927084EEB}"/>
              </a:ext>
            </a:extLst>
          </p:cNvPr>
          <p:cNvSpPr/>
          <p:nvPr/>
        </p:nvSpPr>
        <p:spPr bwMode="gray">
          <a:xfrm>
            <a:off x="3296817" y="1435072"/>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3" name="テキスト プレースホルダー 1">
            <a:extLst>
              <a:ext uri="{FF2B5EF4-FFF2-40B4-BE49-F238E27FC236}">
                <a16:creationId xmlns:a16="http://schemas.microsoft.com/office/drawing/2014/main" id="{599D0FAD-C37D-8DCB-3798-21BD9E7E775D}"/>
              </a:ext>
            </a:extLst>
          </p:cNvPr>
          <p:cNvSpPr txBox="1">
            <a:spLocks/>
          </p:cNvSpPr>
          <p:nvPr/>
        </p:nvSpPr>
        <p:spPr>
          <a:xfrm>
            <a:off x="415925" y="764704"/>
            <a:ext cx="9072000" cy="480575"/>
          </a:xfrm>
          <a:prstGeom prst="rect">
            <a:avLst/>
          </a:prstGeom>
          <a:noFill/>
          <a:ln>
            <a:noFill/>
          </a:ln>
        </p:spPr>
        <p:txBody>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200" b="0" kern="1200">
                <a:solidFill>
                  <a:schemeClr val="tx1"/>
                </a:solidFill>
                <a:latin typeface="+mn-lt"/>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2800">
                <a:solidFill>
                  <a:schemeClr val="accent1"/>
                </a:solidFill>
                <a:latin typeface="Meiryo UI" panose="020B0604030504040204" pitchFamily="34" charset="-128"/>
                <a:ea typeface="Meiryo UI" panose="020B0604030504040204" pitchFamily="34" charset="-128"/>
              </a:rPr>
              <a:t>ユーザーと加盟店を支える</a:t>
            </a:r>
            <a:r>
              <a:rPr lang="vi-VN" altLang="ja-JP" sz="2800" dirty="0">
                <a:solidFill>
                  <a:schemeClr val="accent1"/>
                </a:solidFill>
                <a:latin typeface="Meiryo UI" panose="020B0604030504040204" pitchFamily="34" charset="-128"/>
                <a:ea typeface="Meiryo UI" panose="020B0604030504040204" pitchFamily="34" charset="-128"/>
              </a:rPr>
              <a:t>Capichi</a:t>
            </a:r>
            <a:r>
              <a:rPr lang="ja-JP" altLang="en-US" sz="2800">
                <a:solidFill>
                  <a:schemeClr val="accent1"/>
                </a:solidFill>
                <a:latin typeface="Meiryo UI" panose="020B0604030504040204" pitchFamily="34" charset="-128"/>
                <a:ea typeface="Meiryo UI" panose="020B0604030504040204" pitchFamily="34" charset="-128"/>
              </a:rPr>
              <a:t>の機能</a:t>
            </a:r>
          </a:p>
        </p:txBody>
      </p:sp>
      <p:pic>
        <p:nvPicPr>
          <p:cNvPr id="4" name="図 3" descr="挿絵 が含まれている画像&#10;&#10;AI 生成コンテンツは誤りを含む可能性があります。">
            <a:extLst>
              <a:ext uri="{FF2B5EF4-FFF2-40B4-BE49-F238E27FC236}">
                <a16:creationId xmlns:a16="http://schemas.microsoft.com/office/drawing/2014/main" id="{5EE4EF19-93BF-EBEF-0C84-157755CEEB2D}"/>
              </a:ext>
            </a:extLst>
          </p:cNvPr>
          <p:cNvPicPr>
            <a:picLocks noChangeAspect="1"/>
          </p:cNvPicPr>
          <p:nvPr/>
        </p:nvPicPr>
        <p:blipFill>
          <a:blip r:embed="rId3"/>
          <a:stretch>
            <a:fillRect/>
          </a:stretch>
        </p:blipFill>
        <p:spPr>
          <a:xfrm>
            <a:off x="6177136" y="5977910"/>
            <a:ext cx="2216696" cy="475426"/>
          </a:xfrm>
          <a:prstGeom prst="rect">
            <a:avLst/>
          </a:prstGeom>
        </p:spPr>
      </p:pic>
      <p:sp>
        <p:nvSpPr>
          <p:cNvPr id="23" name="テキスト ボックス 22">
            <a:extLst>
              <a:ext uri="{FF2B5EF4-FFF2-40B4-BE49-F238E27FC236}">
                <a16:creationId xmlns:a16="http://schemas.microsoft.com/office/drawing/2014/main" id="{F9AD93F8-E43B-1340-14A1-7225C82700F8}"/>
              </a:ext>
            </a:extLst>
          </p:cNvPr>
          <p:cNvSpPr txBox="1"/>
          <p:nvPr/>
        </p:nvSpPr>
        <p:spPr>
          <a:xfrm>
            <a:off x="2054942" y="5450482"/>
            <a:ext cx="72768" cy="288147"/>
          </a:xfrm>
          <a:prstGeom prst="rect">
            <a:avLst/>
          </a:prstGeom>
          <a:noFill/>
        </p:spPr>
        <p:txBody>
          <a:bodyPr wrap="none" lIns="36000" tIns="36000" rIns="36000" bIns="36000" rtlCol="0" anchor="ctr">
            <a:spAutoFit/>
          </a:bodyPr>
          <a:lstStyle/>
          <a:p>
            <a:pPr algn="l">
              <a:spcBef>
                <a:spcPts val="600"/>
              </a:spcBef>
              <a:buSzPct val="100000"/>
            </a:pPr>
            <a:endParaRPr kumimoji="1" lang="ja-JP" altLang="en-US" sz="1400">
              <a:latin typeface="Meiryo UI" panose="020B0604030504040204" pitchFamily="34" charset="-128"/>
              <a:ea typeface="Meiryo UI" panose="020B0604030504040204" pitchFamily="34" charset="-128"/>
            </a:endParaRPr>
          </a:p>
        </p:txBody>
      </p:sp>
      <p:grpSp>
        <p:nvGrpSpPr>
          <p:cNvPr id="7" name="グループ化 6">
            <a:extLst>
              <a:ext uri="{FF2B5EF4-FFF2-40B4-BE49-F238E27FC236}">
                <a16:creationId xmlns:a16="http://schemas.microsoft.com/office/drawing/2014/main" id="{9B961884-1E1C-7B85-7554-FB09E08A1561}"/>
              </a:ext>
            </a:extLst>
          </p:cNvPr>
          <p:cNvGrpSpPr/>
          <p:nvPr/>
        </p:nvGrpSpPr>
        <p:grpSpPr>
          <a:xfrm>
            <a:off x="415925" y="1893350"/>
            <a:ext cx="9071999" cy="380479"/>
            <a:chOff x="415925" y="2132856"/>
            <a:chExt cx="4249043" cy="504056"/>
          </a:xfrm>
          <a:solidFill>
            <a:schemeClr val="accent1"/>
          </a:solidFill>
        </p:grpSpPr>
        <p:sp>
          <p:nvSpPr>
            <p:cNvPr id="8" name="正方形/長方形 7">
              <a:extLst>
                <a:ext uri="{FF2B5EF4-FFF2-40B4-BE49-F238E27FC236}">
                  <a16:creationId xmlns:a16="http://schemas.microsoft.com/office/drawing/2014/main" id="{2D000541-15AB-1172-734D-82430B0DDB4E}"/>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ユーザー様向けの機能</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
          <p:nvSpPr>
            <p:cNvPr id="9" name="正方形/長方形 8">
              <a:extLst>
                <a:ext uri="{FF2B5EF4-FFF2-40B4-BE49-F238E27FC236}">
                  <a16:creationId xmlns:a16="http://schemas.microsoft.com/office/drawing/2014/main" id="{E2A36A5D-B2A0-DAC0-33B4-D71D2F7D46EB}"/>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加盟店様向けの機能</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grpSp>
      <p:grpSp>
        <p:nvGrpSpPr>
          <p:cNvPr id="11" name="グループ化 10">
            <a:extLst>
              <a:ext uri="{FF2B5EF4-FFF2-40B4-BE49-F238E27FC236}">
                <a16:creationId xmlns:a16="http://schemas.microsoft.com/office/drawing/2014/main" id="{DCD8A3BB-D9BB-2D78-D0D7-13F79A7AAE9E}"/>
              </a:ext>
            </a:extLst>
          </p:cNvPr>
          <p:cNvGrpSpPr/>
          <p:nvPr/>
        </p:nvGrpSpPr>
        <p:grpSpPr>
          <a:xfrm>
            <a:off x="415924" y="3429001"/>
            <a:ext cx="9071999" cy="2664295"/>
            <a:chOff x="415925" y="2132856"/>
            <a:chExt cx="4249043" cy="504056"/>
          </a:xfrm>
          <a:noFill/>
        </p:grpSpPr>
        <p:sp>
          <p:nvSpPr>
            <p:cNvPr id="13" name="正方形/長方形 12">
              <a:extLst>
                <a:ext uri="{FF2B5EF4-FFF2-40B4-BE49-F238E27FC236}">
                  <a16:creationId xmlns:a16="http://schemas.microsoft.com/office/drawing/2014/main" id="{48CC1E47-4677-E5D5-7563-721A2DACD5E3}"/>
                </a:ext>
              </a:extLst>
            </p:cNvPr>
            <p:cNvSpPr/>
            <p:nvPr/>
          </p:nvSpPr>
          <p:spPr bwMode="gray">
            <a:xfrm>
              <a:off x="415925" y="2132856"/>
              <a:ext cx="2088803" cy="504056"/>
            </a:xfrm>
            <a:prstGeom prst="rect">
              <a:avLst/>
            </a:prstGeom>
            <a:grpFill/>
            <a:ln w="12700" algn="ctr">
              <a:noFill/>
              <a:miter lim="800000"/>
              <a:headEnd/>
              <a:tailEnd/>
            </a:ln>
          </p:spPr>
          <p:txBody>
            <a:bodyPr wrap="square" lIns="88900" tIns="88900" rIns="88900" bIns="88900" rtlCol="0" anchor="ctr"/>
            <a:lstStyle/>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安全で美味しい厳選された店舗のみを掲載</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リアルタイムで注文追跡ができる</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多言語カスタマーサポートチャット</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ベトナム最多のオンライン決済手段</a:t>
              </a:r>
            </a:p>
            <a:p>
              <a:pPr marL="171450" indent="-171450">
                <a:spcBef>
                  <a:spcPts val="600"/>
                </a:spcBef>
                <a:buFont typeface="Arial" panose="020B0604020202020204" pitchFamily="34" charset="0"/>
                <a:buChar char="•"/>
              </a:pPr>
              <a:r>
                <a:rPr kumimoji="1" lang="vi-VN" altLang="ja-JP" sz="1200" dirty="0">
                  <a:latin typeface="Meiryo UI" panose="020B0604030504040204" pitchFamily="34" charset="-128"/>
                  <a:ea typeface="Meiryo UI" panose="020B0604030504040204" pitchFamily="34" charset="-128"/>
                </a:rPr>
                <a:t>Capichi</a:t>
              </a:r>
              <a:r>
                <a:rPr kumimoji="1" lang="ja-JP" altLang="en-US" sz="1200">
                  <a:latin typeface="Meiryo UI" panose="020B0604030504040204" pitchFamily="34" charset="-128"/>
                  <a:ea typeface="Meiryo UI" panose="020B0604030504040204" pitchFamily="34" charset="-128"/>
                </a:rPr>
                <a:t>会員機能（リピーター特典）</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ポイント機能でギフトやクーポンを獲得</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注文したユーザーのみのレビューによる評価システム</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お持ち帰りの注文も受付可能</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店舗ごとのスタンプカードでお店のリピートがお得</a:t>
              </a:r>
              <a:endParaRPr kumimoji="1" lang="ja-JP" altLang="en-US" sz="1200" dirty="0">
                <a:latin typeface="Meiryo UI" panose="020B0604030504040204" pitchFamily="34" charset="-128"/>
                <a:ea typeface="Meiryo UI" panose="020B0604030504040204" pitchFamily="34" charset="-128"/>
              </a:endParaRPr>
            </a:p>
          </p:txBody>
        </p:sp>
        <p:sp>
          <p:nvSpPr>
            <p:cNvPr id="14" name="正方形/長方形 13">
              <a:extLst>
                <a:ext uri="{FF2B5EF4-FFF2-40B4-BE49-F238E27FC236}">
                  <a16:creationId xmlns:a16="http://schemas.microsoft.com/office/drawing/2014/main" id="{98FECE32-C3D1-0FA3-1434-C44F1FD17CE0}"/>
                </a:ext>
              </a:extLst>
            </p:cNvPr>
            <p:cNvSpPr/>
            <p:nvPr/>
          </p:nvSpPr>
          <p:spPr bwMode="gray">
            <a:xfrm>
              <a:off x="2576165" y="2132856"/>
              <a:ext cx="2088803" cy="504056"/>
            </a:xfrm>
            <a:prstGeom prst="rect">
              <a:avLst/>
            </a:prstGeom>
            <a:grpFill/>
            <a:ln w="12700" algn="ctr">
              <a:noFill/>
              <a:miter lim="800000"/>
              <a:headEnd/>
              <a:tailEnd/>
            </a:ln>
          </p:spPr>
          <p:txBody>
            <a:bodyPr wrap="square" lIns="88900" tIns="88900" rIns="88900" bIns="88900" rtlCol="0" anchor="ctr"/>
            <a:lstStyle/>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店舗のマーケティングとロイヤリティ・プログラムをフルサポート</a:t>
              </a:r>
            </a:p>
            <a:p>
              <a:pPr marL="171450" indent="-171450">
                <a:spcBef>
                  <a:spcPts val="600"/>
                </a:spcBef>
                <a:buFont typeface="Arial" panose="020B0604020202020204" pitchFamily="34" charset="0"/>
                <a:buChar char="•"/>
              </a:pPr>
              <a:r>
                <a:rPr kumimoji="1" lang="en-US" altLang="ja-JP" sz="1200" dirty="0">
                  <a:latin typeface="Meiryo UI" panose="020B0604030504040204" pitchFamily="34" charset="-128"/>
                  <a:ea typeface="Meiryo UI" panose="020B0604030504040204" pitchFamily="34" charset="-128"/>
                </a:rPr>
                <a:t>Web</a:t>
              </a:r>
              <a:r>
                <a:rPr kumimoji="1" lang="ja-JP" altLang="en-US" sz="1200">
                  <a:latin typeface="Meiryo UI" panose="020B0604030504040204" pitchFamily="34" charset="-128"/>
                  <a:ea typeface="Meiryo UI" panose="020B0604030504040204" pitchFamily="34" charset="-128"/>
                </a:rPr>
                <a:t>とアプリによるリアルタイム注文管理</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注文状況に合わせてリアルタイムに店舗様をサポート</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ユーザーへリアルタイムに注文状況を更新・共有</a:t>
              </a:r>
            </a:p>
            <a:p>
              <a:pPr marL="171450" indent="-171450">
                <a:spcBef>
                  <a:spcPts val="600"/>
                </a:spcBef>
                <a:buFont typeface="Arial" panose="020B0604020202020204" pitchFamily="34" charset="0"/>
                <a:buChar char="•"/>
              </a:pPr>
              <a:r>
                <a:rPr kumimoji="1" lang="en-US" altLang="ja-JP" sz="1200" dirty="0" err="1">
                  <a:latin typeface="Meiryo UI" panose="020B0604030504040204" pitchFamily="34" charset="-128"/>
                  <a:ea typeface="Meiryo UI" panose="020B0604030504040204" pitchFamily="34" charset="-128"/>
                </a:rPr>
                <a:t>Ahamove</a:t>
              </a:r>
              <a:r>
                <a:rPr kumimoji="1" lang="ja-JP" altLang="en-US" sz="1200">
                  <a:latin typeface="Meiryo UI" panose="020B0604030504040204" pitchFamily="34" charset="-128"/>
                  <a:ea typeface="Meiryo UI" panose="020B0604030504040204" pitchFamily="34" charset="-128"/>
                </a:rPr>
                <a:t>・</a:t>
              </a:r>
              <a:r>
                <a:rPr kumimoji="1" lang="en-US" altLang="ja-JP" sz="1200" dirty="0">
                  <a:latin typeface="Meiryo UI" panose="020B0604030504040204" pitchFamily="34" charset="-128"/>
                  <a:ea typeface="Meiryo UI" panose="020B0604030504040204" pitchFamily="34" charset="-128"/>
                </a:rPr>
                <a:t>Be</a:t>
              </a:r>
              <a:r>
                <a:rPr kumimoji="1" lang="ja-JP" altLang="en-US" sz="1200">
                  <a:latin typeface="Meiryo UI" panose="020B0604030504040204" pitchFamily="34" charset="-128"/>
                  <a:ea typeface="Meiryo UI" panose="020B0604030504040204" pitchFamily="34" charset="-128"/>
                </a:rPr>
                <a:t>・</a:t>
              </a:r>
              <a:r>
                <a:rPr kumimoji="1" lang="en-US" altLang="ja-JP" sz="1200" dirty="0" err="1">
                  <a:latin typeface="Meiryo UI" panose="020B0604030504040204" pitchFamily="34" charset="-128"/>
                  <a:ea typeface="Meiryo UI" panose="020B0604030504040204" pitchFamily="34" charset="-128"/>
                </a:rPr>
                <a:t>XanhSM</a:t>
              </a:r>
              <a:r>
                <a:rPr kumimoji="1" lang="ja-JP" altLang="en-US" sz="1200">
                  <a:latin typeface="Meiryo UI" panose="020B0604030504040204" pitchFamily="34" charset="-128"/>
                  <a:ea typeface="Meiryo UI" panose="020B0604030504040204" pitchFamily="34" charset="-128"/>
                </a:rPr>
                <a:t>配達者の自動手配</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スタンプカードでリピーター促進＆優良顧客の管理</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店舗でプロモーションやキャンペーンを自由に設定</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マスターアカウントで収益と顧客情報を簡単に管理</a:t>
              </a:r>
            </a:p>
            <a:p>
              <a:pPr marL="171450" indent="-171450">
                <a:spcBef>
                  <a:spcPts val="600"/>
                </a:spcBef>
                <a:buFont typeface="Arial" panose="020B0604020202020204" pitchFamily="34" charset="0"/>
                <a:buChar char="•"/>
              </a:pPr>
              <a:r>
                <a:rPr kumimoji="1" lang="ja-JP" altLang="en-US" sz="1200">
                  <a:latin typeface="Meiryo UI" panose="020B0604030504040204" pitchFamily="34" charset="-128"/>
                  <a:ea typeface="Meiryo UI" panose="020B0604030504040204" pitchFamily="34" charset="-128"/>
                </a:rPr>
                <a:t>レビュー機能でユーザーの声をリアルタイムで確認できる</a:t>
              </a:r>
              <a:endParaRPr kumimoji="1" lang="ja-JP" altLang="en-US" sz="1200" dirty="0">
                <a:latin typeface="Meiryo UI" panose="020B0604030504040204" pitchFamily="34" charset="-128"/>
                <a:ea typeface="Meiryo UI" panose="020B0604030504040204" pitchFamily="34" charset="-128"/>
              </a:endParaRPr>
            </a:p>
          </p:txBody>
        </p:sp>
      </p:grpSp>
      <p:pic>
        <p:nvPicPr>
          <p:cNvPr id="17" name="グラフィックス 16">
            <a:extLst>
              <a:ext uri="{FF2B5EF4-FFF2-40B4-BE49-F238E27FC236}">
                <a16:creationId xmlns:a16="http://schemas.microsoft.com/office/drawing/2014/main" id="{4D5DC6CC-DF34-3C68-3422-DBEFC64288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3400" y="2378277"/>
            <a:ext cx="1577324" cy="1161663"/>
          </a:xfrm>
          <a:prstGeom prst="rect">
            <a:avLst/>
          </a:prstGeom>
        </p:spPr>
      </p:pic>
      <p:pic>
        <p:nvPicPr>
          <p:cNvPr id="19" name="グラフィックス 18">
            <a:extLst>
              <a:ext uri="{FF2B5EF4-FFF2-40B4-BE49-F238E27FC236}">
                <a16:creationId xmlns:a16="http://schemas.microsoft.com/office/drawing/2014/main" id="{33F86E20-E3FB-6F5F-6ADA-E1E3DAC06DB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15278" y="2313233"/>
            <a:ext cx="1296144" cy="1226707"/>
          </a:xfrm>
          <a:prstGeom prst="rect">
            <a:avLst/>
          </a:prstGeom>
        </p:spPr>
      </p:pic>
    </p:spTree>
    <p:extLst>
      <p:ext uri="{BB962C8B-B14F-4D97-AF65-F5344CB8AC3E}">
        <p14:creationId xmlns:p14="http://schemas.microsoft.com/office/powerpoint/2010/main" val="3702597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3FB74DE7-C2A7-441A-EDDF-57BB269E0DAD}"/>
              </a:ext>
            </a:extLst>
          </p:cNvPr>
          <p:cNvSpPr/>
          <p:nvPr/>
        </p:nvSpPr>
        <p:spPr bwMode="gray">
          <a:xfrm>
            <a:off x="422635" y="1916832"/>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社名</a:t>
            </a:r>
            <a:endParaRPr kumimoji="1" sz="1200" dirty="0">
              <a:solidFill>
                <a:schemeClr val="bg1"/>
              </a:solidFill>
            </a:endParaRPr>
          </a:p>
        </p:txBody>
      </p:sp>
      <p:sp>
        <p:nvSpPr>
          <p:cNvPr id="8" name="正方形/長方形 7">
            <a:extLst>
              <a:ext uri="{FF2B5EF4-FFF2-40B4-BE49-F238E27FC236}">
                <a16:creationId xmlns:a16="http://schemas.microsoft.com/office/drawing/2014/main" id="{6734352B-C5A6-7F58-79B4-53F0B6E2B390}"/>
              </a:ext>
            </a:extLst>
          </p:cNvPr>
          <p:cNvSpPr/>
          <p:nvPr/>
        </p:nvSpPr>
        <p:spPr bwMode="gray">
          <a:xfrm>
            <a:off x="422635" y="2279961"/>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本社・工場</a:t>
            </a:r>
            <a:endParaRPr kumimoji="1" sz="1200" dirty="0">
              <a:solidFill>
                <a:schemeClr val="bg1"/>
              </a:solidFill>
            </a:endParaRPr>
          </a:p>
        </p:txBody>
      </p:sp>
      <p:sp>
        <p:nvSpPr>
          <p:cNvPr id="9" name="正方形/長方形 8">
            <a:extLst>
              <a:ext uri="{FF2B5EF4-FFF2-40B4-BE49-F238E27FC236}">
                <a16:creationId xmlns:a16="http://schemas.microsoft.com/office/drawing/2014/main" id="{A6ED3BDE-8A98-5B35-8DA2-EFD5D2B2FD3F}"/>
              </a:ext>
            </a:extLst>
          </p:cNvPr>
          <p:cNvSpPr/>
          <p:nvPr/>
        </p:nvSpPr>
        <p:spPr bwMode="gray">
          <a:xfrm>
            <a:off x="422635" y="2643090"/>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所在地</a:t>
            </a:r>
            <a:endParaRPr kumimoji="1" sz="1200" dirty="0">
              <a:solidFill>
                <a:schemeClr val="bg1"/>
              </a:solidFill>
            </a:endParaRPr>
          </a:p>
        </p:txBody>
      </p:sp>
      <p:sp>
        <p:nvSpPr>
          <p:cNvPr id="10" name="正方形/長方形 9">
            <a:extLst>
              <a:ext uri="{FF2B5EF4-FFF2-40B4-BE49-F238E27FC236}">
                <a16:creationId xmlns:a16="http://schemas.microsoft.com/office/drawing/2014/main" id="{CDF49DDD-F2D0-DC4C-645B-D56D0FDB68C9}"/>
              </a:ext>
            </a:extLst>
          </p:cNvPr>
          <p:cNvSpPr/>
          <p:nvPr/>
        </p:nvSpPr>
        <p:spPr bwMode="gray">
          <a:xfrm>
            <a:off x="422635" y="3006219"/>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連絡先</a:t>
            </a:r>
            <a:endParaRPr kumimoji="1" lang="ja-JP" altLang="en-US" sz="1200" dirty="0">
              <a:solidFill>
                <a:schemeClr val="bg1"/>
              </a:solidFill>
            </a:endParaRPr>
          </a:p>
        </p:txBody>
      </p:sp>
      <p:sp>
        <p:nvSpPr>
          <p:cNvPr id="11" name="正方形/長方形 10">
            <a:extLst>
              <a:ext uri="{FF2B5EF4-FFF2-40B4-BE49-F238E27FC236}">
                <a16:creationId xmlns:a16="http://schemas.microsoft.com/office/drawing/2014/main" id="{BCDC818F-9B2D-00AB-2DD5-9E2C79EFA752}"/>
              </a:ext>
            </a:extLst>
          </p:cNvPr>
          <p:cNvSpPr/>
          <p:nvPr/>
        </p:nvSpPr>
        <p:spPr bwMode="gray">
          <a:xfrm>
            <a:off x="422635" y="3369348"/>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設立</a:t>
            </a:r>
            <a:endParaRPr kumimoji="1" sz="1200" dirty="0">
              <a:solidFill>
                <a:schemeClr val="bg1"/>
              </a:solidFill>
            </a:endParaRPr>
          </a:p>
        </p:txBody>
      </p:sp>
      <p:sp>
        <p:nvSpPr>
          <p:cNvPr id="12" name="正方形/長方形 11">
            <a:extLst>
              <a:ext uri="{FF2B5EF4-FFF2-40B4-BE49-F238E27FC236}">
                <a16:creationId xmlns:a16="http://schemas.microsoft.com/office/drawing/2014/main" id="{AFB68FF1-2037-F82D-E425-BB0BE3AF3919}"/>
              </a:ext>
            </a:extLst>
          </p:cNvPr>
          <p:cNvSpPr/>
          <p:nvPr/>
        </p:nvSpPr>
        <p:spPr bwMode="gray">
          <a:xfrm>
            <a:off x="422635" y="3732477"/>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資本金</a:t>
            </a:r>
            <a:endParaRPr kumimoji="1" sz="1200" dirty="0">
              <a:solidFill>
                <a:schemeClr val="bg1"/>
              </a:solidFill>
            </a:endParaRPr>
          </a:p>
        </p:txBody>
      </p:sp>
      <p:sp>
        <p:nvSpPr>
          <p:cNvPr id="13" name="正方形/長方形 12">
            <a:extLst>
              <a:ext uri="{FF2B5EF4-FFF2-40B4-BE49-F238E27FC236}">
                <a16:creationId xmlns:a16="http://schemas.microsoft.com/office/drawing/2014/main" id="{CF3CF7E3-109A-DE58-B304-A06AE9391370}"/>
              </a:ext>
            </a:extLst>
          </p:cNvPr>
          <p:cNvSpPr/>
          <p:nvPr/>
        </p:nvSpPr>
        <p:spPr bwMode="gray">
          <a:xfrm>
            <a:off x="422635" y="4095606"/>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代表者</a:t>
            </a:r>
            <a:endParaRPr kumimoji="1" sz="1200" dirty="0">
              <a:solidFill>
                <a:schemeClr val="bg1"/>
              </a:solidFill>
            </a:endParaRPr>
          </a:p>
        </p:txBody>
      </p:sp>
      <p:sp>
        <p:nvSpPr>
          <p:cNvPr id="14" name="正方形/長方形 13">
            <a:extLst>
              <a:ext uri="{FF2B5EF4-FFF2-40B4-BE49-F238E27FC236}">
                <a16:creationId xmlns:a16="http://schemas.microsoft.com/office/drawing/2014/main" id="{7A48F2BB-B1AB-EAEE-7995-8068A67C80BF}"/>
              </a:ext>
            </a:extLst>
          </p:cNvPr>
          <p:cNvSpPr/>
          <p:nvPr/>
        </p:nvSpPr>
        <p:spPr bwMode="gray">
          <a:xfrm>
            <a:off x="422635" y="4458735"/>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取引銀行</a:t>
            </a:r>
            <a:endParaRPr kumimoji="1" sz="1200" dirty="0">
              <a:solidFill>
                <a:schemeClr val="bg1"/>
              </a:solidFill>
            </a:endParaRPr>
          </a:p>
        </p:txBody>
      </p:sp>
      <p:sp>
        <p:nvSpPr>
          <p:cNvPr id="15" name="正方形/長方形 14">
            <a:extLst>
              <a:ext uri="{FF2B5EF4-FFF2-40B4-BE49-F238E27FC236}">
                <a16:creationId xmlns:a16="http://schemas.microsoft.com/office/drawing/2014/main" id="{E82E3790-2076-1264-A1DA-8A684F47ADC6}"/>
              </a:ext>
            </a:extLst>
          </p:cNvPr>
          <p:cNvSpPr/>
          <p:nvPr/>
        </p:nvSpPr>
        <p:spPr bwMode="gray">
          <a:xfrm>
            <a:off x="422635" y="4821864"/>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従業員数</a:t>
            </a:r>
            <a:endParaRPr kumimoji="1" lang="ja-JP" altLang="en-US" sz="1200" dirty="0">
              <a:solidFill>
                <a:schemeClr val="bg1"/>
              </a:solidFill>
            </a:endParaRPr>
          </a:p>
        </p:txBody>
      </p:sp>
      <p:sp>
        <p:nvSpPr>
          <p:cNvPr id="16" name="正方形/長方形 15">
            <a:extLst>
              <a:ext uri="{FF2B5EF4-FFF2-40B4-BE49-F238E27FC236}">
                <a16:creationId xmlns:a16="http://schemas.microsoft.com/office/drawing/2014/main" id="{BE57649D-C55F-E9A5-596A-0D945C46638E}"/>
              </a:ext>
            </a:extLst>
          </p:cNvPr>
          <p:cNvSpPr/>
          <p:nvPr/>
        </p:nvSpPr>
        <p:spPr bwMode="gray">
          <a:xfrm>
            <a:off x="422635" y="5184993"/>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100">
                <a:solidFill>
                  <a:schemeClr val="bg1"/>
                </a:solidFill>
              </a:rPr>
              <a:t>建設業許可</a:t>
            </a:r>
            <a:endParaRPr kumimoji="1" sz="1100" dirty="0">
              <a:solidFill>
                <a:schemeClr val="bg1"/>
              </a:solidFill>
            </a:endParaRPr>
          </a:p>
        </p:txBody>
      </p:sp>
      <p:sp>
        <p:nvSpPr>
          <p:cNvPr id="17" name="正方形/長方形 16">
            <a:extLst>
              <a:ext uri="{FF2B5EF4-FFF2-40B4-BE49-F238E27FC236}">
                <a16:creationId xmlns:a16="http://schemas.microsoft.com/office/drawing/2014/main" id="{AB7FA6A4-979A-BFD7-2BEA-EB9B901F44CA}"/>
              </a:ext>
            </a:extLst>
          </p:cNvPr>
          <p:cNvSpPr/>
          <p:nvPr/>
        </p:nvSpPr>
        <p:spPr bwMode="gray">
          <a:xfrm>
            <a:off x="422635" y="5548122"/>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建設業の</a:t>
            </a:r>
            <a:endParaRPr kumimoji="1" lang="en-US" altLang="ja-JP" sz="1200" dirty="0">
              <a:solidFill>
                <a:schemeClr val="bg1"/>
              </a:solidFill>
            </a:endParaRPr>
          </a:p>
          <a:p>
            <a:pPr algn="ctr">
              <a:buFont typeface="Wingdings 2" pitchFamily="18" charset="2"/>
              <a:buNone/>
            </a:pPr>
            <a:r>
              <a:rPr kumimoji="1" lang="ja-JP" altLang="en-US" sz="1200">
                <a:solidFill>
                  <a:schemeClr val="bg1"/>
                </a:solidFill>
              </a:rPr>
              <a:t>種類</a:t>
            </a:r>
            <a:endParaRPr kumimoji="1" sz="1200" dirty="0">
              <a:solidFill>
                <a:schemeClr val="bg1"/>
              </a:solidFill>
            </a:endParaRPr>
          </a:p>
        </p:txBody>
      </p:sp>
      <p:sp>
        <p:nvSpPr>
          <p:cNvPr id="18" name="正方形/長方形 17">
            <a:extLst>
              <a:ext uri="{FF2B5EF4-FFF2-40B4-BE49-F238E27FC236}">
                <a16:creationId xmlns:a16="http://schemas.microsoft.com/office/drawing/2014/main" id="{BED022E2-0655-4810-120A-4142776B5CF3}"/>
              </a:ext>
            </a:extLst>
          </p:cNvPr>
          <p:cNvSpPr/>
          <p:nvPr/>
        </p:nvSpPr>
        <p:spPr bwMode="gray">
          <a:xfrm>
            <a:off x="422635" y="5911251"/>
            <a:ext cx="954092" cy="326061"/>
          </a:xfrm>
          <a:prstGeom prst="rect">
            <a:avLst/>
          </a:prstGeom>
          <a:solidFill>
            <a:srgbClr val="012169"/>
          </a:solidFill>
          <a:ln w="12700" algn="ctr">
            <a:solidFill>
              <a:srgbClr val="012169"/>
            </a:solid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営業種目</a:t>
            </a:r>
          </a:p>
        </p:txBody>
      </p:sp>
      <p:sp>
        <p:nvSpPr>
          <p:cNvPr id="22" name="正方形/長方形 21">
            <a:extLst>
              <a:ext uri="{FF2B5EF4-FFF2-40B4-BE49-F238E27FC236}">
                <a16:creationId xmlns:a16="http://schemas.microsoft.com/office/drawing/2014/main" id="{0BBC54DE-C8BA-EFDA-127B-1CFD58CCC47D}"/>
              </a:ext>
            </a:extLst>
          </p:cNvPr>
          <p:cNvSpPr/>
          <p:nvPr/>
        </p:nvSpPr>
        <p:spPr bwMode="gray">
          <a:xfrm>
            <a:off x="1407986" y="1916832"/>
            <a:ext cx="3366000"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23" name="正方形/長方形 22">
            <a:extLst>
              <a:ext uri="{FF2B5EF4-FFF2-40B4-BE49-F238E27FC236}">
                <a16:creationId xmlns:a16="http://schemas.microsoft.com/office/drawing/2014/main" id="{A294BDB6-E919-014F-C37D-9D69401EB24C}"/>
              </a:ext>
            </a:extLst>
          </p:cNvPr>
          <p:cNvSpPr/>
          <p:nvPr/>
        </p:nvSpPr>
        <p:spPr bwMode="gray">
          <a:xfrm>
            <a:off x="1407986" y="2279961"/>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24" name="正方形/長方形 23">
            <a:extLst>
              <a:ext uri="{FF2B5EF4-FFF2-40B4-BE49-F238E27FC236}">
                <a16:creationId xmlns:a16="http://schemas.microsoft.com/office/drawing/2014/main" id="{DE90926E-D5A3-A8CB-FE22-975D6B43D8B0}"/>
              </a:ext>
            </a:extLst>
          </p:cNvPr>
          <p:cNvSpPr/>
          <p:nvPr/>
        </p:nvSpPr>
        <p:spPr bwMode="gray">
          <a:xfrm>
            <a:off x="1407986" y="2643090"/>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vi-VN" altLang="ja-JP" sz="1000" dirty="0"/>
          </a:p>
        </p:txBody>
      </p:sp>
      <p:sp>
        <p:nvSpPr>
          <p:cNvPr id="25" name="正方形/長方形 24">
            <a:extLst>
              <a:ext uri="{FF2B5EF4-FFF2-40B4-BE49-F238E27FC236}">
                <a16:creationId xmlns:a16="http://schemas.microsoft.com/office/drawing/2014/main" id="{029A56B5-1064-85F2-F593-F2E3341110E3}"/>
              </a:ext>
            </a:extLst>
          </p:cNvPr>
          <p:cNvSpPr/>
          <p:nvPr/>
        </p:nvSpPr>
        <p:spPr bwMode="gray">
          <a:xfrm>
            <a:off x="1407986" y="3006219"/>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26" name="正方形/長方形 25">
            <a:extLst>
              <a:ext uri="{FF2B5EF4-FFF2-40B4-BE49-F238E27FC236}">
                <a16:creationId xmlns:a16="http://schemas.microsoft.com/office/drawing/2014/main" id="{D39D0C38-EC25-2DFD-CADB-A1043F6375D7}"/>
              </a:ext>
            </a:extLst>
          </p:cNvPr>
          <p:cNvSpPr/>
          <p:nvPr/>
        </p:nvSpPr>
        <p:spPr bwMode="gray">
          <a:xfrm>
            <a:off x="1407986" y="3369348"/>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a:p>
        </p:txBody>
      </p:sp>
      <p:sp>
        <p:nvSpPr>
          <p:cNvPr id="27" name="正方形/長方形 26">
            <a:extLst>
              <a:ext uri="{FF2B5EF4-FFF2-40B4-BE49-F238E27FC236}">
                <a16:creationId xmlns:a16="http://schemas.microsoft.com/office/drawing/2014/main" id="{F8AFAC59-81AA-8DD6-766F-63663B81645E}"/>
              </a:ext>
            </a:extLst>
          </p:cNvPr>
          <p:cNvSpPr/>
          <p:nvPr/>
        </p:nvSpPr>
        <p:spPr bwMode="gray">
          <a:xfrm>
            <a:off x="1407986" y="3732477"/>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28" name="正方形/長方形 27">
            <a:extLst>
              <a:ext uri="{FF2B5EF4-FFF2-40B4-BE49-F238E27FC236}">
                <a16:creationId xmlns:a16="http://schemas.microsoft.com/office/drawing/2014/main" id="{0EB862E8-1D41-7E56-63DF-6A435D35D511}"/>
              </a:ext>
            </a:extLst>
          </p:cNvPr>
          <p:cNvSpPr/>
          <p:nvPr/>
        </p:nvSpPr>
        <p:spPr bwMode="gray">
          <a:xfrm>
            <a:off x="1407986" y="4095606"/>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a:p>
        </p:txBody>
      </p:sp>
      <p:sp>
        <p:nvSpPr>
          <p:cNvPr id="29" name="正方形/長方形 28">
            <a:extLst>
              <a:ext uri="{FF2B5EF4-FFF2-40B4-BE49-F238E27FC236}">
                <a16:creationId xmlns:a16="http://schemas.microsoft.com/office/drawing/2014/main" id="{C39A0401-442A-E12E-7A80-6F4AEB433781}"/>
              </a:ext>
            </a:extLst>
          </p:cNvPr>
          <p:cNvSpPr/>
          <p:nvPr/>
        </p:nvSpPr>
        <p:spPr bwMode="gray">
          <a:xfrm>
            <a:off x="1407986" y="4458735"/>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30" name="正方形/長方形 29">
            <a:extLst>
              <a:ext uri="{FF2B5EF4-FFF2-40B4-BE49-F238E27FC236}">
                <a16:creationId xmlns:a16="http://schemas.microsoft.com/office/drawing/2014/main" id="{33FCBEDE-BC21-B826-24F1-B058FDBB346E}"/>
              </a:ext>
            </a:extLst>
          </p:cNvPr>
          <p:cNvSpPr/>
          <p:nvPr/>
        </p:nvSpPr>
        <p:spPr bwMode="gray">
          <a:xfrm>
            <a:off x="1407986" y="4821864"/>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100"/>
          </a:p>
        </p:txBody>
      </p:sp>
      <p:sp>
        <p:nvSpPr>
          <p:cNvPr id="31" name="正方形/長方形 30">
            <a:extLst>
              <a:ext uri="{FF2B5EF4-FFF2-40B4-BE49-F238E27FC236}">
                <a16:creationId xmlns:a16="http://schemas.microsoft.com/office/drawing/2014/main" id="{31A70574-8C83-749C-3FB0-FF438782C50D}"/>
              </a:ext>
            </a:extLst>
          </p:cNvPr>
          <p:cNvSpPr/>
          <p:nvPr/>
        </p:nvSpPr>
        <p:spPr bwMode="gray">
          <a:xfrm>
            <a:off x="1407986" y="5184993"/>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100"/>
          </a:p>
        </p:txBody>
      </p:sp>
      <p:sp>
        <p:nvSpPr>
          <p:cNvPr id="32" name="正方形/長方形 31">
            <a:extLst>
              <a:ext uri="{FF2B5EF4-FFF2-40B4-BE49-F238E27FC236}">
                <a16:creationId xmlns:a16="http://schemas.microsoft.com/office/drawing/2014/main" id="{635B515C-F76C-EDBF-A736-805C3316F168}"/>
              </a:ext>
            </a:extLst>
          </p:cNvPr>
          <p:cNvSpPr/>
          <p:nvPr/>
        </p:nvSpPr>
        <p:spPr bwMode="gray">
          <a:xfrm>
            <a:off x="1407986" y="5548122"/>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33" name="正方形/長方形 32">
            <a:extLst>
              <a:ext uri="{FF2B5EF4-FFF2-40B4-BE49-F238E27FC236}">
                <a16:creationId xmlns:a16="http://schemas.microsoft.com/office/drawing/2014/main" id="{872B82CE-9559-12F3-FC35-CC51564BA1EF}"/>
              </a:ext>
            </a:extLst>
          </p:cNvPr>
          <p:cNvSpPr/>
          <p:nvPr/>
        </p:nvSpPr>
        <p:spPr bwMode="gray">
          <a:xfrm>
            <a:off x="1407986" y="5911251"/>
            <a:ext cx="3367049" cy="326061"/>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38" name="正方形/長方形 37">
            <a:extLst>
              <a:ext uri="{FF2B5EF4-FFF2-40B4-BE49-F238E27FC236}">
                <a16:creationId xmlns:a16="http://schemas.microsoft.com/office/drawing/2014/main" id="{33525F9E-CE5E-5A76-A092-DAB8F2620C5E}"/>
              </a:ext>
            </a:extLst>
          </p:cNvPr>
          <p:cNvSpPr/>
          <p:nvPr/>
        </p:nvSpPr>
        <p:spPr bwMode="gray">
          <a:xfrm>
            <a:off x="422636" y="1590839"/>
            <a:ext cx="4349860" cy="2889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会社概況の情報</a:t>
            </a:r>
            <a:endParaRPr kumimoji="1" sz="1200" dirty="0">
              <a:solidFill>
                <a:schemeClr val="bg1"/>
              </a:solidFill>
            </a:endParaRPr>
          </a:p>
        </p:txBody>
      </p:sp>
      <p:cxnSp>
        <p:nvCxnSpPr>
          <p:cNvPr id="40" name="直線コネクタ 39">
            <a:extLst>
              <a:ext uri="{FF2B5EF4-FFF2-40B4-BE49-F238E27FC236}">
                <a16:creationId xmlns:a16="http://schemas.microsoft.com/office/drawing/2014/main" id="{5EBBD86D-2738-3F23-A9FA-ACE3F91C7006}"/>
              </a:ext>
            </a:extLst>
          </p:cNvPr>
          <p:cNvCxnSpPr>
            <a:cxnSpLocks/>
          </p:cNvCxnSpPr>
          <p:nvPr/>
        </p:nvCxnSpPr>
        <p:spPr>
          <a:xfrm flipV="1">
            <a:off x="1407986" y="2242422"/>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71338D56-0533-1039-D771-68E698B752EE}"/>
              </a:ext>
            </a:extLst>
          </p:cNvPr>
          <p:cNvCxnSpPr>
            <a:cxnSpLocks/>
          </p:cNvCxnSpPr>
          <p:nvPr/>
        </p:nvCxnSpPr>
        <p:spPr>
          <a:xfrm flipV="1">
            <a:off x="1407986" y="2605551"/>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A630AA0-1E0F-6475-42E6-A25861265E9C}"/>
              </a:ext>
            </a:extLst>
          </p:cNvPr>
          <p:cNvCxnSpPr>
            <a:cxnSpLocks/>
          </p:cNvCxnSpPr>
          <p:nvPr/>
        </p:nvCxnSpPr>
        <p:spPr>
          <a:xfrm flipV="1">
            <a:off x="1407986" y="2968680"/>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8510BF07-7BB5-C6F6-4448-B3381915437E}"/>
              </a:ext>
            </a:extLst>
          </p:cNvPr>
          <p:cNvCxnSpPr>
            <a:cxnSpLocks/>
          </p:cNvCxnSpPr>
          <p:nvPr/>
        </p:nvCxnSpPr>
        <p:spPr>
          <a:xfrm flipV="1">
            <a:off x="1407986" y="3331809"/>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48F52461-29E7-190D-DC71-5EB618B96F21}"/>
              </a:ext>
            </a:extLst>
          </p:cNvPr>
          <p:cNvCxnSpPr>
            <a:cxnSpLocks/>
          </p:cNvCxnSpPr>
          <p:nvPr/>
        </p:nvCxnSpPr>
        <p:spPr>
          <a:xfrm flipV="1">
            <a:off x="1407986" y="3694938"/>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a16:creationId xmlns:a16="http://schemas.microsoft.com/office/drawing/2014/main" id="{97695D15-F628-8682-C60F-E1EE9D23A5F7}"/>
              </a:ext>
            </a:extLst>
          </p:cNvPr>
          <p:cNvCxnSpPr>
            <a:cxnSpLocks/>
          </p:cNvCxnSpPr>
          <p:nvPr/>
        </p:nvCxnSpPr>
        <p:spPr>
          <a:xfrm flipV="1">
            <a:off x="1407986" y="4058067"/>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31D551F9-0F65-42A6-CBDE-211C737CB50E}"/>
              </a:ext>
            </a:extLst>
          </p:cNvPr>
          <p:cNvCxnSpPr>
            <a:cxnSpLocks/>
          </p:cNvCxnSpPr>
          <p:nvPr/>
        </p:nvCxnSpPr>
        <p:spPr>
          <a:xfrm flipV="1">
            <a:off x="1407986" y="4421196"/>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DA335506-BC31-1955-AE90-789B3C064039}"/>
              </a:ext>
            </a:extLst>
          </p:cNvPr>
          <p:cNvCxnSpPr>
            <a:cxnSpLocks/>
          </p:cNvCxnSpPr>
          <p:nvPr/>
        </p:nvCxnSpPr>
        <p:spPr>
          <a:xfrm flipV="1">
            <a:off x="1407986" y="4784325"/>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984A986C-40D8-54E6-FD83-A1AE95E22174}"/>
              </a:ext>
            </a:extLst>
          </p:cNvPr>
          <p:cNvCxnSpPr>
            <a:cxnSpLocks/>
          </p:cNvCxnSpPr>
          <p:nvPr/>
        </p:nvCxnSpPr>
        <p:spPr>
          <a:xfrm flipV="1">
            <a:off x="1407986" y="5147454"/>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A2877973-DC14-76A2-B9CE-373F66C140AE}"/>
              </a:ext>
            </a:extLst>
          </p:cNvPr>
          <p:cNvCxnSpPr>
            <a:cxnSpLocks/>
          </p:cNvCxnSpPr>
          <p:nvPr/>
        </p:nvCxnSpPr>
        <p:spPr>
          <a:xfrm flipV="1">
            <a:off x="1407986" y="5510583"/>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7ACC7A59-99D4-99A7-F05D-EB00EA301024}"/>
              </a:ext>
            </a:extLst>
          </p:cNvPr>
          <p:cNvCxnSpPr>
            <a:cxnSpLocks/>
          </p:cNvCxnSpPr>
          <p:nvPr/>
        </p:nvCxnSpPr>
        <p:spPr>
          <a:xfrm flipV="1">
            <a:off x="1407986" y="5873712"/>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83FEE460-3451-15F6-EFD4-DC610A855C61}"/>
              </a:ext>
            </a:extLst>
          </p:cNvPr>
          <p:cNvCxnSpPr>
            <a:cxnSpLocks/>
          </p:cNvCxnSpPr>
          <p:nvPr/>
        </p:nvCxnSpPr>
        <p:spPr>
          <a:xfrm flipV="1">
            <a:off x="1407986" y="6236841"/>
            <a:ext cx="3366000" cy="47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71509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2A45CFFB-F61F-B73D-DF9A-C1F3AB52F364}"/>
              </a:ext>
            </a:extLst>
          </p:cNvPr>
          <p:cNvSpPr/>
          <p:nvPr/>
        </p:nvSpPr>
        <p:spPr bwMode="gray">
          <a:xfrm>
            <a:off x="424786" y="2266888"/>
            <a:ext cx="2990854" cy="414677"/>
          </a:xfrm>
          <a:prstGeom prst="rect">
            <a:avLst/>
          </a:prstGeom>
          <a:solidFill>
            <a:srgbClr val="012169"/>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sz="1400" dirty="0">
              <a:solidFill>
                <a:schemeClr val="bg1"/>
              </a:solidFill>
            </a:endParaRPr>
          </a:p>
        </p:txBody>
      </p:sp>
      <p:sp>
        <p:nvSpPr>
          <p:cNvPr id="7" name="正方形/長方形 6">
            <a:extLst>
              <a:ext uri="{FF2B5EF4-FFF2-40B4-BE49-F238E27FC236}">
                <a16:creationId xmlns:a16="http://schemas.microsoft.com/office/drawing/2014/main" id="{6C5E4BC5-56CF-96B3-1565-F96239CF9DE0}"/>
              </a:ext>
            </a:extLst>
          </p:cNvPr>
          <p:cNvSpPr/>
          <p:nvPr/>
        </p:nvSpPr>
        <p:spPr bwMode="gray">
          <a:xfrm>
            <a:off x="3462004" y="2266888"/>
            <a:ext cx="2990854" cy="414677"/>
          </a:xfrm>
          <a:prstGeom prst="rect">
            <a:avLst/>
          </a:prstGeom>
          <a:solidFill>
            <a:srgbClr val="012169"/>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sz="1400" dirty="0">
              <a:solidFill>
                <a:schemeClr val="bg1"/>
              </a:solidFill>
            </a:endParaRPr>
          </a:p>
        </p:txBody>
      </p:sp>
      <p:sp>
        <p:nvSpPr>
          <p:cNvPr id="8" name="正方形/長方形 7">
            <a:extLst>
              <a:ext uri="{FF2B5EF4-FFF2-40B4-BE49-F238E27FC236}">
                <a16:creationId xmlns:a16="http://schemas.microsoft.com/office/drawing/2014/main" id="{A41EEAFF-C6E8-23B9-75D6-0330772D27F7}"/>
              </a:ext>
            </a:extLst>
          </p:cNvPr>
          <p:cNvSpPr/>
          <p:nvPr/>
        </p:nvSpPr>
        <p:spPr bwMode="gray">
          <a:xfrm>
            <a:off x="6499221" y="2266888"/>
            <a:ext cx="2990854" cy="414677"/>
          </a:xfrm>
          <a:prstGeom prst="rect">
            <a:avLst/>
          </a:prstGeom>
          <a:solidFill>
            <a:srgbClr val="012169"/>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sz="1400" dirty="0">
              <a:solidFill>
                <a:schemeClr val="bg1"/>
              </a:solidFill>
            </a:endParaRPr>
          </a:p>
        </p:txBody>
      </p:sp>
      <p:sp>
        <p:nvSpPr>
          <p:cNvPr id="11" name="正方形/長方形 10">
            <a:extLst>
              <a:ext uri="{FF2B5EF4-FFF2-40B4-BE49-F238E27FC236}">
                <a16:creationId xmlns:a16="http://schemas.microsoft.com/office/drawing/2014/main" id="{D991A547-8762-7ADA-F6EE-EFFDCA130DF2}"/>
              </a:ext>
            </a:extLst>
          </p:cNvPr>
          <p:cNvSpPr/>
          <p:nvPr/>
        </p:nvSpPr>
        <p:spPr bwMode="gray">
          <a:xfrm>
            <a:off x="424786" y="4001791"/>
            <a:ext cx="2990854" cy="2064150"/>
          </a:xfrm>
          <a:prstGeom prst="rect">
            <a:avLst/>
          </a:prstGeom>
          <a:solidFill>
            <a:schemeClr val="bg1">
              <a:lumMod val="95000"/>
            </a:schemeClr>
          </a:solidFill>
          <a:ln w="12700" algn="ctr">
            <a:noFill/>
            <a:miter lim="800000"/>
            <a:headEnd/>
            <a:tailEnd/>
          </a:ln>
        </p:spPr>
        <p:txBody>
          <a:bodyPr wrap="square" lIns="88900" tIns="88900" rIns="88900" bIns="88900" rtlCol="0" anchor="ctr"/>
          <a:lstStyle/>
          <a:p>
            <a:pPr marL="171450" indent="-171450" algn="l">
              <a:spcBef>
                <a:spcPts val="600"/>
              </a:spcBef>
              <a:buFont typeface="Wingdings" pitchFamily="2" charset="2"/>
              <a:buChar char="n"/>
            </a:pPr>
            <a:endParaRPr kumimoji="1" sz="1200" dirty="0"/>
          </a:p>
        </p:txBody>
      </p:sp>
      <p:sp>
        <p:nvSpPr>
          <p:cNvPr id="12" name="正方形/長方形 11">
            <a:extLst>
              <a:ext uri="{FF2B5EF4-FFF2-40B4-BE49-F238E27FC236}">
                <a16:creationId xmlns:a16="http://schemas.microsoft.com/office/drawing/2014/main" id="{64B6F0DF-CC58-48F5-67DE-410C46237C44}"/>
              </a:ext>
            </a:extLst>
          </p:cNvPr>
          <p:cNvSpPr/>
          <p:nvPr/>
        </p:nvSpPr>
        <p:spPr bwMode="gray">
          <a:xfrm>
            <a:off x="3462004" y="4001791"/>
            <a:ext cx="2990854" cy="2064150"/>
          </a:xfrm>
          <a:prstGeom prst="rect">
            <a:avLst/>
          </a:prstGeom>
          <a:solidFill>
            <a:schemeClr val="bg1">
              <a:lumMod val="95000"/>
            </a:schemeClr>
          </a:solidFill>
          <a:ln w="12700" algn="ctr">
            <a:noFill/>
            <a:miter lim="800000"/>
            <a:headEnd/>
            <a:tailEnd/>
          </a:ln>
        </p:spPr>
        <p:txBody>
          <a:bodyPr wrap="square" lIns="88900" tIns="88900" rIns="88900" bIns="88900" rtlCol="0" anchor="ctr"/>
          <a:lstStyle/>
          <a:p>
            <a:pPr marL="171450" indent="-171450" algn="l">
              <a:spcBef>
                <a:spcPts val="600"/>
              </a:spcBef>
              <a:buFont typeface="Wingdings" pitchFamily="2" charset="2"/>
              <a:buChar char="n"/>
            </a:pPr>
            <a:endParaRPr kumimoji="1" sz="1200" dirty="0"/>
          </a:p>
        </p:txBody>
      </p:sp>
      <p:sp>
        <p:nvSpPr>
          <p:cNvPr id="13" name="正方形/長方形 12">
            <a:extLst>
              <a:ext uri="{FF2B5EF4-FFF2-40B4-BE49-F238E27FC236}">
                <a16:creationId xmlns:a16="http://schemas.microsoft.com/office/drawing/2014/main" id="{8D4F1C3B-C711-07C2-44A1-A9D714F54321}"/>
              </a:ext>
            </a:extLst>
          </p:cNvPr>
          <p:cNvSpPr/>
          <p:nvPr/>
        </p:nvSpPr>
        <p:spPr bwMode="gray">
          <a:xfrm>
            <a:off x="6499221" y="4001791"/>
            <a:ext cx="2990854" cy="2064150"/>
          </a:xfrm>
          <a:prstGeom prst="rect">
            <a:avLst/>
          </a:prstGeom>
          <a:solidFill>
            <a:schemeClr val="bg1">
              <a:lumMod val="95000"/>
            </a:schemeClr>
          </a:solidFill>
          <a:ln w="12700" algn="ctr">
            <a:noFill/>
            <a:miter lim="800000"/>
            <a:headEnd/>
            <a:tailEnd/>
          </a:ln>
        </p:spPr>
        <p:txBody>
          <a:bodyPr wrap="square" lIns="88900" tIns="88900" rIns="88900" bIns="88900" rtlCol="0" anchor="ctr"/>
          <a:lstStyle/>
          <a:p>
            <a:pPr marL="171450" indent="-171450" algn="l">
              <a:spcBef>
                <a:spcPts val="600"/>
              </a:spcBef>
              <a:buFont typeface="Wingdings" pitchFamily="2" charset="2"/>
              <a:buChar char="n"/>
            </a:pPr>
            <a:endParaRPr kumimoji="1" sz="1200" dirty="0"/>
          </a:p>
        </p:txBody>
      </p:sp>
      <p:graphicFrame>
        <p:nvGraphicFramePr>
          <p:cNvPr id="14" name="グラフ 13">
            <a:extLst>
              <a:ext uri="{FF2B5EF4-FFF2-40B4-BE49-F238E27FC236}">
                <a16:creationId xmlns:a16="http://schemas.microsoft.com/office/drawing/2014/main" id="{47B9335E-9FEA-D470-7784-E7379894658B}"/>
              </a:ext>
            </a:extLst>
          </p:cNvPr>
          <p:cNvGraphicFramePr/>
          <p:nvPr/>
        </p:nvGraphicFramePr>
        <p:xfrm>
          <a:off x="418647" y="2825581"/>
          <a:ext cx="2880319" cy="1080120"/>
        </p:xfrm>
        <a:graphic>
          <a:graphicData uri="http://schemas.openxmlformats.org/drawingml/2006/chart">
            <c:chart xmlns:c="http://schemas.openxmlformats.org/drawingml/2006/chart" xmlns:r="http://schemas.openxmlformats.org/officeDocument/2006/relationships" r:id="rId2"/>
          </a:graphicData>
        </a:graphic>
      </p:graphicFrame>
      <p:sp>
        <p:nvSpPr>
          <p:cNvPr id="16" name="テキスト ボックス 15">
            <a:extLst>
              <a:ext uri="{FF2B5EF4-FFF2-40B4-BE49-F238E27FC236}">
                <a16:creationId xmlns:a16="http://schemas.microsoft.com/office/drawing/2014/main" id="{9CB2F1E3-B2EC-E45F-3E64-29B126F3D862}"/>
              </a:ext>
            </a:extLst>
          </p:cNvPr>
          <p:cNvSpPr txBox="1"/>
          <p:nvPr/>
        </p:nvSpPr>
        <p:spPr>
          <a:xfrm>
            <a:off x="440651" y="2725857"/>
            <a:ext cx="380480" cy="195814"/>
          </a:xfrm>
          <a:prstGeom prst="rect">
            <a:avLst/>
          </a:prstGeom>
          <a:noFill/>
        </p:spPr>
        <p:txBody>
          <a:bodyPr wrap="none" lIns="36000" tIns="36000" rIns="36000" bIns="36000" rtlCol="0" anchor="ctr">
            <a:spAutoFit/>
          </a:bodyPr>
          <a:lstStyle/>
          <a:p>
            <a:pPr>
              <a:spcBef>
                <a:spcPts val="600"/>
              </a:spcBef>
              <a:buSzPct val="100000"/>
            </a:pPr>
            <a:r>
              <a:rPr kumimoji="1" lang="ja-JP" altLang="en-US" sz="800"/>
              <a:t>（人数）</a:t>
            </a:r>
            <a:endParaRPr kumimoji="1" sz="800" dirty="0" err="1"/>
          </a:p>
        </p:txBody>
      </p:sp>
      <p:sp>
        <p:nvSpPr>
          <p:cNvPr id="20" name="右矢印 19">
            <a:extLst>
              <a:ext uri="{FF2B5EF4-FFF2-40B4-BE49-F238E27FC236}">
                <a16:creationId xmlns:a16="http://schemas.microsoft.com/office/drawing/2014/main" id="{CF7B031E-49C7-A8D3-B9A0-22685AE90C23}"/>
              </a:ext>
            </a:extLst>
          </p:cNvPr>
          <p:cNvSpPr/>
          <p:nvPr/>
        </p:nvSpPr>
        <p:spPr bwMode="gray">
          <a:xfrm>
            <a:off x="4811136" y="3016994"/>
            <a:ext cx="144016" cy="626634"/>
          </a:xfrm>
          <a:prstGeom prst="rightArrow">
            <a:avLst/>
          </a:prstGeom>
          <a:solidFill>
            <a:srgbClr val="BBBCBC"/>
          </a:solidFill>
          <a:ln w="12700" algn="ctr">
            <a:solidFill>
              <a:srgbClr val="BBBCBC"/>
            </a:solidFill>
            <a:miter lim="800000"/>
            <a:headEnd/>
            <a:tailEnd/>
          </a:ln>
        </p:spPr>
        <p:txBody>
          <a:bodyPr wrap="square" lIns="88900" tIns="88900" rIns="88900" bIns="88900" rtlCol="0" anchor="ctr"/>
          <a:lstStyle/>
          <a:p>
            <a:pPr algn="l">
              <a:buFont typeface="Wingdings 2" pitchFamily="18" charset="2"/>
              <a:buNone/>
            </a:pPr>
            <a:endParaRPr kumimoji="1" sz="1200" dirty="0"/>
          </a:p>
        </p:txBody>
      </p:sp>
      <p:sp>
        <p:nvSpPr>
          <p:cNvPr id="24" name="正方形/長方形 23">
            <a:extLst>
              <a:ext uri="{FF2B5EF4-FFF2-40B4-BE49-F238E27FC236}">
                <a16:creationId xmlns:a16="http://schemas.microsoft.com/office/drawing/2014/main" id="{EEE59977-0E2A-3FC0-932D-13A18BDB82CE}"/>
              </a:ext>
            </a:extLst>
          </p:cNvPr>
          <p:cNvSpPr/>
          <p:nvPr/>
        </p:nvSpPr>
        <p:spPr bwMode="gray">
          <a:xfrm>
            <a:off x="3462004" y="1659293"/>
            <a:ext cx="2990854" cy="329547"/>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rPr>
              <a:t>新規設備導入の背景・目的</a:t>
            </a:r>
            <a:endParaRPr kumimoji="1" sz="1400" dirty="0">
              <a:solidFill>
                <a:schemeClr val="bg1"/>
              </a:solidFill>
            </a:endParaRPr>
          </a:p>
        </p:txBody>
      </p:sp>
      <p:cxnSp>
        <p:nvCxnSpPr>
          <p:cNvPr id="26" name="カギ線コネクタ 25">
            <a:extLst>
              <a:ext uri="{FF2B5EF4-FFF2-40B4-BE49-F238E27FC236}">
                <a16:creationId xmlns:a16="http://schemas.microsoft.com/office/drawing/2014/main" id="{865DDA17-4237-0F4A-9ADA-C2C732C59B88}"/>
              </a:ext>
            </a:extLst>
          </p:cNvPr>
          <p:cNvCxnSpPr>
            <a:cxnSpLocks/>
            <a:stCxn id="24" idx="2"/>
            <a:endCxn id="8" idx="0"/>
          </p:cNvCxnSpPr>
          <p:nvPr/>
        </p:nvCxnSpPr>
        <p:spPr>
          <a:xfrm rot="16200000" flipH="1">
            <a:off x="6337015" y="609255"/>
            <a:ext cx="278048" cy="3037217"/>
          </a:xfrm>
          <a:prstGeom prst="bentConnector3">
            <a:avLst/>
          </a:prstGeom>
          <a:ln w="127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カギ線コネクタ 28">
            <a:extLst>
              <a:ext uri="{FF2B5EF4-FFF2-40B4-BE49-F238E27FC236}">
                <a16:creationId xmlns:a16="http://schemas.microsoft.com/office/drawing/2014/main" id="{50372AFD-9C20-DE25-600B-2BCCAF0B2537}"/>
              </a:ext>
            </a:extLst>
          </p:cNvPr>
          <p:cNvCxnSpPr>
            <a:cxnSpLocks/>
            <a:stCxn id="24" idx="2"/>
            <a:endCxn id="6" idx="0"/>
          </p:cNvCxnSpPr>
          <p:nvPr/>
        </p:nvCxnSpPr>
        <p:spPr>
          <a:xfrm rot="5400000">
            <a:off x="3299798" y="609255"/>
            <a:ext cx="278048" cy="3037218"/>
          </a:xfrm>
          <a:prstGeom prst="bentConnector3">
            <a:avLst>
              <a:gd name="adj1" fmla="val 50000"/>
            </a:avLst>
          </a:prstGeom>
          <a:ln w="127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カギ線コネクタ 31">
            <a:extLst>
              <a:ext uri="{FF2B5EF4-FFF2-40B4-BE49-F238E27FC236}">
                <a16:creationId xmlns:a16="http://schemas.microsoft.com/office/drawing/2014/main" id="{5B68231D-198C-05EA-9392-03A4270A8D1E}"/>
              </a:ext>
            </a:extLst>
          </p:cNvPr>
          <p:cNvCxnSpPr>
            <a:cxnSpLocks/>
            <a:stCxn id="24" idx="2"/>
            <a:endCxn id="7" idx="0"/>
          </p:cNvCxnSpPr>
          <p:nvPr/>
        </p:nvCxnSpPr>
        <p:spPr>
          <a:xfrm rot="5400000">
            <a:off x="4818407" y="2127864"/>
            <a:ext cx="278048" cy="12700"/>
          </a:xfrm>
          <a:prstGeom prst="bentConnector3">
            <a:avLst>
              <a:gd name="adj1" fmla="val 50000"/>
            </a:avLst>
          </a:prstGeom>
          <a:ln w="127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02455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8BF7B75C-E40F-1779-5DC3-07CF68A381AB}"/>
              </a:ext>
            </a:extLst>
          </p:cNvPr>
          <p:cNvSpPr/>
          <p:nvPr/>
        </p:nvSpPr>
        <p:spPr bwMode="gray">
          <a:xfrm>
            <a:off x="704528" y="1625124"/>
            <a:ext cx="1512168" cy="1359969"/>
          </a:xfrm>
          <a:prstGeom prst="rect">
            <a:avLst/>
          </a:prstGeom>
          <a:solidFill>
            <a:srgbClr val="012169"/>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solidFill>
                <a:schemeClr val="bg1"/>
              </a:solidFill>
            </a:endParaRPr>
          </a:p>
        </p:txBody>
      </p:sp>
      <p:sp>
        <p:nvSpPr>
          <p:cNvPr id="8" name="正方形/長方形 7">
            <a:extLst>
              <a:ext uri="{FF2B5EF4-FFF2-40B4-BE49-F238E27FC236}">
                <a16:creationId xmlns:a16="http://schemas.microsoft.com/office/drawing/2014/main" id="{72C07D12-E151-69F8-AA63-3AA4B6F943CB}"/>
              </a:ext>
            </a:extLst>
          </p:cNvPr>
          <p:cNvSpPr/>
          <p:nvPr/>
        </p:nvSpPr>
        <p:spPr bwMode="gray">
          <a:xfrm>
            <a:off x="2288704" y="1625124"/>
            <a:ext cx="6984776" cy="1359969"/>
          </a:xfrm>
          <a:prstGeom prst="rect">
            <a:avLst/>
          </a:prstGeom>
          <a:solidFill>
            <a:schemeClr val="bg1">
              <a:lumMod val="95000"/>
            </a:schemeClr>
          </a:solidFill>
          <a:ln w="12700" algn="ctr">
            <a:noFill/>
            <a:miter lim="800000"/>
            <a:headEnd/>
            <a:tailEnd/>
          </a:ln>
        </p:spPr>
        <p:txBody>
          <a:bodyPr wrap="square" lIns="88900" tIns="88900" rIns="88900" bIns="88900" rtlCol="0" anchor="ctr"/>
          <a:lstStyle/>
          <a:p>
            <a:pPr marL="171450" indent="-171450">
              <a:spcBef>
                <a:spcPts val="300"/>
              </a:spcBef>
              <a:buFont typeface="Wingdings" pitchFamily="2" charset="2"/>
              <a:buChar char="n"/>
            </a:pPr>
            <a:endParaRPr kumimoji="1" lang="ja-JP" altLang="en-US" sz="1200" dirty="0"/>
          </a:p>
        </p:txBody>
      </p:sp>
      <p:graphicFrame>
        <p:nvGraphicFramePr>
          <p:cNvPr id="16" name="グラフ 15">
            <a:extLst>
              <a:ext uri="{FF2B5EF4-FFF2-40B4-BE49-F238E27FC236}">
                <a16:creationId xmlns:a16="http://schemas.microsoft.com/office/drawing/2014/main" id="{157CF9DF-1FB8-75C1-1D04-5B01D34FE329}"/>
              </a:ext>
            </a:extLst>
          </p:cNvPr>
          <p:cNvGraphicFramePr/>
          <p:nvPr/>
        </p:nvGraphicFramePr>
        <p:xfrm>
          <a:off x="1136576" y="3357563"/>
          <a:ext cx="3637037" cy="2619643"/>
        </p:xfrm>
        <a:graphic>
          <a:graphicData uri="http://schemas.openxmlformats.org/drawingml/2006/chart">
            <c:chart xmlns:c="http://schemas.openxmlformats.org/drawingml/2006/chart" xmlns:r="http://schemas.openxmlformats.org/officeDocument/2006/relationships" r:id="rId2"/>
          </a:graphicData>
        </a:graphic>
      </p:graphicFrame>
      <p:sp>
        <p:nvSpPr>
          <p:cNvPr id="17" name="テキスト ボックス 16">
            <a:extLst>
              <a:ext uri="{FF2B5EF4-FFF2-40B4-BE49-F238E27FC236}">
                <a16:creationId xmlns:a16="http://schemas.microsoft.com/office/drawing/2014/main" id="{0D2FB5B0-FAF5-4C9F-2BEE-620799205485}"/>
              </a:ext>
            </a:extLst>
          </p:cNvPr>
          <p:cNvSpPr txBox="1"/>
          <p:nvPr/>
        </p:nvSpPr>
        <p:spPr>
          <a:xfrm>
            <a:off x="1158580" y="3257840"/>
            <a:ext cx="380480" cy="195814"/>
          </a:xfrm>
          <a:prstGeom prst="rect">
            <a:avLst/>
          </a:prstGeom>
          <a:noFill/>
        </p:spPr>
        <p:txBody>
          <a:bodyPr wrap="none" lIns="36000" tIns="36000" rIns="36000" bIns="36000" rtlCol="0" anchor="ctr">
            <a:spAutoFit/>
          </a:bodyPr>
          <a:lstStyle/>
          <a:p>
            <a:pPr>
              <a:spcBef>
                <a:spcPts val="600"/>
              </a:spcBef>
              <a:buSzPct val="100000"/>
            </a:pPr>
            <a:r>
              <a:rPr kumimoji="1" lang="ja-JP" altLang="en-US" sz="800"/>
              <a:t>（人数）</a:t>
            </a:r>
            <a:endParaRPr kumimoji="1" sz="800" dirty="0" err="1"/>
          </a:p>
        </p:txBody>
      </p:sp>
      <p:graphicFrame>
        <p:nvGraphicFramePr>
          <p:cNvPr id="18" name="グラフ 17">
            <a:extLst>
              <a:ext uri="{FF2B5EF4-FFF2-40B4-BE49-F238E27FC236}">
                <a16:creationId xmlns:a16="http://schemas.microsoft.com/office/drawing/2014/main" id="{C16553D9-459D-3EC4-46B2-C1693678344D}"/>
              </a:ext>
            </a:extLst>
          </p:cNvPr>
          <p:cNvGraphicFramePr/>
          <p:nvPr/>
        </p:nvGraphicFramePr>
        <p:xfrm>
          <a:off x="5313040" y="3257840"/>
          <a:ext cx="3637037" cy="26196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1459879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3C80716D-91C1-1E42-79B2-76D11D9C0DEE}"/>
              </a:ext>
            </a:extLst>
          </p:cNvPr>
          <p:cNvSpPr/>
          <p:nvPr/>
        </p:nvSpPr>
        <p:spPr bwMode="gray">
          <a:xfrm>
            <a:off x="560512" y="1988840"/>
            <a:ext cx="1512168" cy="1359969"/>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solidFill>
                <a:schemeClr val="bg1"/>
              </a:solidFill>
            </a:endParaRPr>
          </a:p>
        </p:txBody>
      </p:sp>
      <p:sp>
        <p:nvSpPr>
          <p:cNvPr id="10" name="正方形/長方形 9">
            <a:extLst>
              <a:ext uri="{FF2B5EF4-FFF2-40B4-BE49-F238E27FC236}">
                <a16:creationId xmlns:a16="http://schemas.microsoft.com/office/drawing/2014/main" id="{DEA8CEFE-3127-4516-D852-95D67A81EC11}"/>
              </a:ext>
            </a:extLst>
          </p:cNvPr>
          <p:cNvSpPr/>
          <p:nvPr/>
        </p:nvSpPr>
        <p:spPr bwMode="gray">
          <a:xfrm>
            <a:off x="560512" y="3433091"/>
            <a:ext cx="1512168" cy="1359969"/>
          </a:xfrm>
          <a:prstGeom prst="rect">
            <a:avLst/>
          </a:prstGeom>
          <a:solidFill>
            <a:srgbClr val="012169"/>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solidFill>
                <a:schemeClr val="bg1"/>
              </a:solidFill>
            </a:endParaRPr>
          </a:p>
        </p:txBody>
      </p:sp>
      <p:sp>
        <p:nvSpPr>
          <p:cNvPr id="11" name="正方形/長方形 10">
            <a:extLst>
              <a:ext uri="{FF2B5EF4-FFF2-40B4-BE49-F238E27FC236}">
                <a16:creationId xmlns:a16="http://schemas.microsoft.com/office/drawing/2014/main" id="{76C75A7E-A63F-AECC-F415-1D2689B9997D}"/>
              </a:ext>
            </a:extLst>
          </p:cNvPr>
          <p:cNvSpPr/>
          <p:nvPr/>
        </p:nvSpPr>
        <p:spPr bwMode="gray">
          <a:xfrm>
            <a:off x="560512" y="4877343"/>
            <a:ext cx="1512168" cy="1359969"/>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a:solidFill>
                <a:schemeClr val="bg1"/>
              </a:solidFill>
            </a:endParaRPr>
          </a:p>
        </p:txBody>
      </p:sp>
      <p:sp>
        <p:nvSpPr>
          <p:cNvPr id="15" name="正方形/長方形 14">
            <a:extLst>
              <a:ext uri="{FF2B5EF4-FFF2-40B4-BE49-F238E27FC236}">
                <a16:creationId xmlns:a16="http://schemas.microsoft.com/office/drawing/2014/main" id="{2CA2B746-3267-1D0D-97E2-FED1F8526C9D}"/>
              </a:ext>
            </a:extLst>
          </p:cNvPr>
          <p:cNvSpPr/>
          <p:nvPr/>
        </p:nvSpPr>
        <p:spPr bwMode="gray">
          <a:xfrm>
            <a:off x="2144688" y="1988840"/>
            <a:ext cx="720080" cy="4246222"/>
          </a:xfrm>
          <a:prstGeom prst="rect">
            <a:avLst/>
          </a:prstGeom>
          <a:solidFill>
            <a:schemeClr val="bg1"/>
          </a:solidFill>
          <a:ln w="12700" algn="ctr">
            <a:solidFill>
              <a:schemeClr val="tx1">
                <a:lumMod val="75000"/>
                <a:lumOff val="25000"/>
              </a:schemeClr>
            </a:solid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p>
        </p:txBody>
      </p:sp>
      <p:sp>
        <p:nvSpPr>
          <p:cNvPr id="18" name="正方形/長方形 17">
            <a:extLst>
              <a:ext uri="{FF2B5EF4-FFF2-40B4-BE49-F238E27FC236}">
                <a16:creationId xmlns:a16="http://schemas.microsoft.com/office/drawing/2014/main" id="{64841133-D080-4357-4E03-DEE9B667DE5B}"/>
              </a:ext>
            </a:extLst>
          </p:cNvPr>
          <p:cNvSpPr/>
          <p:nvPr/>
        </p:nvSpPr>
        <p:spPr bwMode="gray">
          <a:xfrm>
            <a:off x="2915198" y="1990360"/>
            <a:ext cx="885673" cy="4246222"/>
          </a:xfrm>
          <a:prstGeom prst="rect">
            <a:avLst/>
          </a:prstGeom>
          <a:solidFill>
            <a:schemeClr val="bg1"/>
          </a:solidFill>
          <a:ln w="12700" algn="ctr">
            <a:solidFill>
              <a:schemeClr val="tx1">
                <a:lumMod val="75000"/>
                <a:lumOff val="25000"/>
              </a:schemeClr>
            </a:solid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p>
        </p:txBody>
      </p:sp>
      <p:sp>
        <p:nvSpPr>
          <p:cNvPr id="21" name="正方形/長方形 20">
            <a:extLst>
              <a:ext uri="{FF2B5EF4-FFF2-40B4-BE49-F238E27FC236}">
                <a16:creationId xmlns:a16="http://schemas.microsoft.com/office/drawing/2014/main" id="{1296F5F9-4424-1F91-ECA6-B14D2ABEC07A}"/>
              </a:ext>
            </a:extLst>
          </p:cNvPr>
          <p:cNvSpPr/>
          <p:nvPr/>
        </p:nvSpPr>
        <p:spPr bwMode="gray">
          <a:xfrm>
            <a:off x="3863004" y="1988840"/>
            <a:ext cx="2098107" cy="1359969"/>
          </a:xfrm>
          <a:prstGeom prst="rect">
            <a:avLst/>
          </a:prstGeom>
          <a:solidFill>
            <a:schemeClr val="bg1">
              <a:lumMod val="85000"/>
            </a:schemeClr>
          </a:solidFill>
          <a:ln w="12700" algn="ctr">
            <a:solidFill>
              <a:schemeClr val="tx1">
                <a:lumMod val="75000"/>
                <a:lumOff val="25000"/>
              </a:schemeClr>
            </a:solidFill>
            <a:miter lim="800000"/>
            <a:headEnd/>
            <a:tailEnd/>
          </a:ln>
        </p:spPr>
        <p:txBody>
          <a:bodyPr wrap="square" lIns="88900" tIns="88900" rIns="88900" bIns="88900" rtlCol="0" anchor="ctr"/>
          <a:lstStyle/>
          <a:p>
            <a:pPr marL="171450" indent="-171450">
              <a:buFont typeface="Wingdings" pitchFamily="2" charset="2"/>
              <a:buChar char="n"/>
            </a:pPr>
            <a:endParaRPr kumimoji="1" lang="ja-JP" altLang="en-US" sz="1200" dirty="0"/>
          </a:p>
        </p:txBody>
      </p:sp>
      <p:sp>
        <p:nvSpPr>
          <p:cNvPr id="22" name="正方形/長方形 21">
            <a:extLst>
              <a:ext uri="{FF2B5EF4-FFF2-40B4-BE49-F238E27FC236}">
                <a16:creationId xmlns:a16="http://schemas.microsoft.com/office/drawing/2014/main" id="{D2B4B6E1-D681-EFC0-0D38-C34686EC5CEB}"/>
              </a:ext>
            </a:extLst>
          </p:cNvPr>
          <p:cNvSpPr/>
          <p:nvPr/>
        </p:nvSpPr>
        <p:spPr bwMode="gray">
          <a:xfrm>
            <a:off x="3863004" y="3433091"/>
            <a:ext cx="2098107" cy="1359969"/>
          </a:xfrm>
          <a:prstGeom prst="rect">
            <a:avLst/>
          </a:prstGeom>
          <a:solidFill>
            <a:srgbClr val="C3D9E6"/>
          </a:solidFill>
          <a:ln w="12700" algn="ctr">
            <a:solidFill>
              <a:schemeClr val="tx1">
                <a:lumMod val="75000"/>
                <a:lumOff val="25000"/>
              </a:schemeClr>
            </a:solidFill>
            <a:miter lim="800000"/>
            <a:headEnd/>
            <a:tailEnd/>
          </a:ln>
        </p:spPr>
        <p:txBody>
          <a:bodyPr wrap="square" lIns="88900" tIns="88900" rIns="88900" bIns="88900" rtlCol="0" anchor="ctr"/>
          <a:lstStyle/>
          <a:p>
            <a:pPr marL="171450" indent="-171450">
              <a:buFont typeface="Wingdings" pitchFamily="2" charset="2"/>
              <a:buChar char="n"/>
            </a:pPr>
            <a:endParaRPr kumimoji="1" lang="ja-JP" altLang="en-US" sz="1200"/>
          </a:p>
        </p:txBody>
      </p:sp>
      <p:sp>
        <p:nvSpPr>
          <p:cNvPr id="23" name="正方形/長方形 22">
            <a:extLst>
              <a:ext uri="{FF2B5EF4-FFF2-40B4-BE49-F238E27FC236}">
                <a16:creationId xmlns:a16="http://schemas.microsoft.com/office/drawing/2014/main" id="{919C9B33-6F89-4C9E-6A6B-B4805B06E082}"/>
              </a:ext>
            </a:extLst>
          </p:cNvPr>
          <p:cNvSpPr/>
          <p:nvPr/>
        </p:nvSpPr>
        <p:spPr bwMode="gray">
          <a:xfrm>
            <a:off x="3863004" y="4877343"/>
            <a:ext cx="2098107" cy="1359969"/>
          </a:xfrm>
          <a:prstGeom prst="rect">
            <a:avLst/>
          </a:prstGeom>
          <a:solidFill>
            <a:schemeClr val="bg1">
              <a:lumMod val="85000"/>
            </a:schemeClr>
          </a:solidFill>
          <a:ln w="12700" algn="ctr">
            <a:solidFill>
              <a:schemeClr val="tx1">
                <a:lumMod val="75000"/>
                <a:lumOff val="25000"/>
              </a:schemeClr>
            </a:solidFill>
            <a:miter lim="800000"/>
            <a:headEnd/>
            <a:tailEnd/>
          </a:ln>
        </p:spPr>
        <p:txBody>
          <a:bodyPr wrap="square" lIns="88900" tIns="88900" rIns="88900" bIns="88900" rtlCol="0" anchor="ctr"/>
          <a:lstStyle/>
          <a:p>
            <a:pPr marL="171450" indent="-171450">
              <a:buFont typeface="Wingdings" pitchFamily="2" charset="2"/>
              <a:buChar char="n"/>
            </a:pPr>
            <a:endParaRPr kumimoji="1" lang="ja-JP" altLang="en-US" sz="1200" dirty="0"/>
          </a:p>
        </p:txBody>
      </p:sp>
      <p:sp>
        <p:nvSpPr>
          <p:cNvPr id="24" name="正方形/長方形 23">
            <a:extLst>
              <a:ext uri="{FF2B5EF4-FFF2-40B4-BE49-F238E27FC236}">
                <a16:creationId xmlns:a16="http://schemas.microsoft.com/office/drawing/2014/main" id="{5FBBAE86-A32B-C455-5D53-A67CA2ACB6D7}"/>
              </a:ext>
            </a:extLst>
          </p:cNvPr>
          <p:cNvSpPr/>
          <p:nvPr/>
        </p:nvSpPr>
        <p:spPr bwMode="gray">
          <a:xfrm>
            <a:off x="6465168" y="1988840"/>
            <a:ext cx="3024907" cy="4247741"/>
          </a:xfrm>
          <a:prstGeom prst="rect">
            <a:avLst/>
          </a:prstGeom>
          <a:solidFill>
            <a:srgbClr val="0076A8">
              <a:alpha val="30000"/>
            </a:srgbClr>
          </a:solidFill>
          <a:ln w="12700" algn="ctr">
            <a:noFill/>
            <a:miter lim="800000"/>
            <a:headEnd/>
            <a:tailEnd/>
          </a:ln>
        </p:spPr>
        <p:txBody>
          <a:bodyPr wrap="square" lIns="88900" tIns="88900" rIns="88900" bIns="88900" rtlCol="0" anchor="ctr"/>
          <a:lstStyle/>
          <a:p>
            <a:endParaRPr kumimoji="1" lang="en-US" altLang="ja-JP" sz="1200" dirty="0"/>
          </a:p>
        </p:txBody>
      </p:sp>
      <p:grpSp>
        <p:nvGrpSpPr>
          <p:cNvPr id="31" name="グループ化 30">
            <a:extLst>
              <a:ext uri="{FF2B5EF4-FFF2-40B4-BE49-F238E27FC236}">
                <a16:creationId xmlns:a16="http://schemas.microsoft.com/office/drawing/2014/main" id="{DDE53DD5-557C-285F-4D4D-A4BFE3AB9867}"/>
              </a:ext>
            </a:extLst>
          </p:cNvPr>
          <p:cNvGrpSpPr/>
          <p:nvPr/>
        </p:nvGrpSpPr>
        <p:grpSpPr>
          <a:xfrm>
            <a:off x="2144688" y="1684952"/>
            <a:ext cx="3816423" cy="279648"/>
            <a:chOff x="2297088" y="2141240"/>
            <a:chExt cx="3816423" cy="1367952"/>
          </a:xfrm>
        </p:grpSpPr>
        <p:sp>
          <p:nvSpPr>
            <p:cNvPr id="28" name="正方形/長方形 27">
              <a:extLst>
                <a:ext uri="{FF2B5EF4-FFF2-40B4-BE49-F238E27FC236}">
                  <a16:creationId xmlns:a16="http://schemas.microsoft.com/office/drawing/2014/main" id="{CB343156-66B9-BA1D-E48B-E11F4DD56AC8}"/>
                </a:ext>
              </a:extLst>
            </p:cNvPr>
            <p:cNvSpPr/>
            <p:nvPr/>
          </p:nvSpPr>
          <p:spPr bwMode="gray">
            <a:xfrm>
              <a:off x="2297088" y="2141240"/>
              <a:ext cx="720080" cy="1359969"/>
            </a:xfrm>
            <a:prstGeom prst="rect">
              <a:avLst/>
            </a:prstGeom>
            <a:solidFill>
              <a:schemeClr val="tx1">
                <a:lumMod val="65000"/>
                <a:lumOff val="35000"/>
              </a:schemeClr>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solidFill>
                  <a:schemeClr val="bg1"/>
                </a:solidFill>
              </a:endParaRPr>
            </a:p>
          </p:txBody>
        </p:sp>
        <p:sp>
          <p:nvSpPr>
            <p:cNvPr id="29" name="正方形/長方形 28">
              <a:extLst>
                <a:ext uri="{FF2B5EF4-FFF2-40B4-BE49-F238E27FC236}">
                  <a16:creationId xmlns:a16="http://schemas.microsoft.com/office/drawing/2014/main" id="{F5049422-4DBF-2F04-66DE-378A9BA4B6F4}"/>
                </a:ext>
              </a:extLst>
            </p:cNvPr>
            <p:cNvSpPr/>
            <p:nvPr/>
          </p:nvSpPr>
          <p:spPr bwMode="gray">
            <a:xfrm>
              <a:off x="3067598" y="2142760"/>
              <a:ext cx="885673" cy="1366432"/>
            </a:xfrm>
            <a:prstGeom prst="rect">
              <a:avLst/>
            </a:prstGeom>
            <a:solidFill>
              <a:schemeClr val="tx1">
                <a:lumMod val="65000"/>
                <a:lumOff val="35000"/>
              </a:schemeClr>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solidFill>
                  <a:schemeClr val="bg1"/>
                </a:solidFill>
              </a:endParaRPr>
            </a:p>
          </p:txBody>
        </p:sp>
        <p:sp>
          <p:nvSpPr>
            <p:cNvPr id="30" name="正方形/長方形 29">
              <a:extLst>
                <a:ext uri="{FF2B5EF4-FFF2-40B4-BE49-F238E27FC236}">
                  <a16:creationId xmlns:a16="http://schemas.microsoft.com/office/drawing/2014/main" id="{EAC7B324-F37E-C8CC-1EFE-9DF7C1EB5D3E}"/>
                </a:ext>
              </a:extLst>
            </p:cNvPr>
            <p:cNvSpPr/>
            <p:nvPr/>
          </p:nvSpPr>
          <p:spPr bwMode="gray">
            <a:xfrm>
              <a:off x="4015404" y="2141240"/>
              <a:ext cx="2098107" cy="1359969"/>
            </a:xfrm>
            <a:prstGeom prst="rect">
              <a:avLst/>
            </a:prstGeom>
            <a:solidFill>
              <a:schemeClr val="tx1">
                <a:lumMod val="65000"/>
                <a:lumOff val="35000"/>
              </a:schemeClr>
            </a:solidFill>
            <a:ln w="12700" algn="ctr">
              <a:solidFill>
                <a:schemeClr val="tx1">
                  <a:lumMod val="65000"/>
                  <a:lumOff val="35000"/>
                </a:schemeClr>
              </a:solidFill>
              <a:miter lim="800000"/>
              <a:headEnd/>
              <a:tailEnd/>
            </a:ln>
          </p:spPr>
          <p:txBody>
            <a:bodyPr wrap="square" lIns="88900" tIns="88900" rIns="88900" bIns="88900" rtlCol="0" anchor="ctr"/>
            <a:lstStyle/>
            <a:p>
              <a:pPr algn="ctr"/>
              <a:endParaRPr kumimoji="1" lang="ja-JP" altLang="en-US" sz="1200" dirty="0">
                <a:solidFill>
                  <a:schemeClr val="bg1"/>
                </a:solidFill>
              </a:endParaRPr>
            </a:p>
          </p:txBody>
        </p:sp>
      </p:grpSp>
      <p:sp>
        <p:nvSpPr>
          <p:cNvPr id="39" name="正方形/長方形 38">
            <a:extLst>
              <a:ext uri="{FF2B5EF4-FFF2-40B4-BE49-F238E27FC236}">
                <a16:creationId xmlns:a16="http://schemas.microsoft.com/office/drawing/2014/main" id="{A6297CB8-3302-344E-0F60-70B1946E19E0}"/>
              </a:ext>
            </a:extLst>
          </p:cNvPr>
          <p:cNvSpPr/>
          <p:nvPr/>
        </p:nvSpPr>
        <p:spPr bwMode="gray">
          <a:xfrm>
            <a:off x="6465167" y="1684952"/>
            <a:ext cx="3024907" cy="278016"/>
          </a:xfrm>
          <a:prstGeom prst="rect">
            <a:avLst/>
          </a:prstGeom>
          <a:solidFill>
            <a:srgbClr val="005DAD"/>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a:solidFill>
                <a:schemeClr val="bg1"/>
              </a:solidFill>
            </a:endParaRPr>
          </a:p>
        </p:txBody>
      </p:sp>
      <p:sp>
        <p:nvSpPr>
          <p:cNvPr id="40" name="三角形 39">
            <a:extLst>
              <a:ext uri="{FF2B5EF4-FFF2-40B4-BE49-F238E27FC236}">
                <a16:creationId xmlns:a16="http://schemas.microsoft.com/office/drawing/2014/main" id="{F3D3E52C-0207-E563-48AA-5EDAE34B4C1E}"/>
              </a:ext>
            </a:extLst>
          </p:cNvPr>
          <p:cNvSpPr/>
          <p:nvPr/>
        </p:nvSpPr>
        <p:spPr bwMode="gray">
          <a:xfrm rot="5400000">
            <a:off x="4891101" y="4030596"/>
            <a:ext cx="2592288" cy="164227"/>
          </a:xfrm>
          <a:prstGeom prst="triangle">
            <a:avLst/>
          </a:prstGeom>
          <a:solidFill>
            <a:srgbClr val="BBBCBC"/>
          </a:solidFill>
          <a:ln w="12700" algn="ctr">
            <a:solidFill>
              <a:srgbClr val="BBBCBC"/>
            </a:solidFill>
            <a:miter lim="800000"/>
            <a:headEnd/>
            <a:tailEnd/>
          </a:ln>
        </p:spPr>
        <p:txBody>
          <a:bodyPr wrap="square" lIns="88900" tIns="88900" rIns="88900" bIns="88900" rtlCol="0" anchor="ctr"/>
          <a:lstStyle/>
          <a:p>
            <a:pPr algn="l">
              <a:buFont typeface="Wingdings 2" pitchFamily="18" charset="2"/>
              <a:buNone/>
            </a:pPr>
            <a:endParaRPr kumimoji="1" sz="1200" dirty="0"/>
          </a:p>
        </p:txBody>
      </p:sp>
    </p:spTree>
    <p:extLst>
      <p:ext uri="{BB962C8B-B14F-4D97-AF65-F5344CB8AC3E}">
        <p14:creationId xmlns:p14="http://schemas.microsoft.com/office/powerpoint/2010/main" val="3198454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27C987E3-2DCA-02CE-A4F6-E85703088FE3}"/>
              </a:ext>
            </a:extLst>
          </p:cNvPr>
          <p:cNvSpPr/>
          <p:nvPr/>
        </p:nvSpPr>
        <p:spPr bwMode="gray">
          <a:xfrm>
            <a:off x="415925" y="1566218"/>
            <a:ext cx="4356000" cy="2889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sz="1200" dirty="0">
              <a:solidFill>
                <a:schemeClr val="bg1"/>
              </a:solidFill>
            </a:endParaRPr>
          </a:p>
        </p:txBody>
      </p:sp>
      <p:sp>
        <p:nvSpPr>
          <p:cNvPr id="15" name="正方形/長方形 14">
            <a:extLst>
              <a:ext uri="{FF2B5EF4-FFF2-40B4-BE49-F238E27FC236}">
                <a16:creationId xmlns:a16="http://schemas.microsoft.com/office/drawing/2014/main" id="{2F414967-D45A-9094-0537-2F663F869ADC}"/>
              </a:ext>
            </a:extLst>
          </p:cNvPr>
          <p:cNvSpPr/>
          <p:nvPr/>
        </p:nvSpPr>
        <p:spPr bwMode="gray">
          <a:xfrm>
            <a:off x="5149379" y="1566218"/>
            <a:ext cx="4356000" cy="288925"/>
          </a:xfrm>
          <a:prstGeom prst="rect">
            <a:avLst/>
          </a:prstGeom>
          <a:solidFill>
            <a:srgbClr val="005587"/>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sz="1200" dirty="0">
              <a:solidFill>
                <a:schemeClr val="bg1"/>
              </a:solidFill>
            </a:endParaRPr>
          </a:p>
        </p:txBody>
      </p:sp>
      <p:sp>
        <p:nvSpPr>
          <p:cNvPr id="22" name="正方形/長方形 21">
            <a:extLst>
              <a:ext uri="{FF2B5EF4-FFF2-40B4-BE49-F238E27FC236}">
                <a16:creationId xmlns:a16="http://schemas.microsoft.com/office/drawing/2014/main" id="{16520FFB-CD68-F2DC-51E8-ED48B520326A}"/>
              </a:ext>
            </a:extLst>
          </p:cNvPr>
          <p:cNvSpPr/>
          <p:nvPr/>
        </p:nvSpPr>
        <p:spPr bwMode="gray">
          <a:xfrm>
            <a:off x="415925" y="1881486"/>
            <a:ext cx="4356000" cy="2915666"/>
          </a:xfrm>
          <a:prstGeom prst="rect">
            <a:avLst/>
          </a:prstGeom>
          <a:solidFill>
            <a:schemeClr val="bg1">
              <a:lumMod val="95000"/>
            </a:schemeClr>
          </a:solidFill>
          <a:ln w="12700" algn="ctr">
            <a:solidFill>
              <a:schemeClr val="bg1">
                <a:lumMod val="95000"/>
              </a:schemeClr>
            </a:solidFill>
            <a:miter lim="800000"/>
            <a:headEnd/>
            <a:tailEnd/>
          </a:ln>
        </p:spPr>
        <p:txBody>
          <a:bodyPr wrap="square" lIns="88900" tIns="88900" rIns="88900" bIns="88900" rtlCol="0" anchor="ctr"/>
          <a:lstStyle/>
          <a:p>
            <a:pPr algn="ctr">
              <a:buFont typeface="Wingdings 2" pitchFamily="18" charset="2"/>
              <a:buNone/>
            </a:pPr>
            <a:endParaRPr kumimoji="1" sz="1200" dirty="0">
              <a:solidFill>
                <a:schemeClr val="bg1"/>
              </a:solidFill>
            </a:endParaRPr>
          </a:p>
        </p:txBody>
      </p:sp>
      <p:sp>
        <p:nvSpPr>
          <p:cNvPr id="23" name="正方形/長方形 22">
            <a:extLst>
              <a:ext uri="{FF2B5EF4-FFF2-40B4-BE49-F238E27FC236}">
                <a16:creationId xmlns:a16="http://schemas.microsoft.com/office/drawing/2014/main" id="{52D95FD4-D9A4-35C2-CEDD-95EF5EEDAB74}"/>
              </a:ext>
            </a:extLst>
          </p:cNvPr>
          <p:cNvSpPr/>
          <p:nvPr/>
        </p:nvSpPr>
        <p:spPr bwMode="gray">
          <a:xfrm>
            <a:off x="5149379" y="1881486"/>
            <a:ext cx="4356000" cy="2915666"/>
          </a:xfrm>
          <a:prstGeom prst="rect">
            <a:avLst/>
          </a:prstGeom>
          <a:solidFill>
            <a:schemeClr val="bg1">
              <a:lumMod val="95000"/>
            </a:schemeClr>
          </a:solidFill>
          <a:ln w="12700" algn="ctr">
            <a:solidFill>
              <a:schemeClr val="bg1">
                <a:lumMod val="95000"/>
              </a:schemeClr>
            </a:solidFill>
            <a:miter lim="800000"/>
            <a:headEnd/>
            <a:tailEnd/>
          </a:ln>
        </p:spPr>
        <p:txBody>
          <a:bodyPr wrap="square" lIns="88900" tIns="88900" rIns="88900" bIns="88900" rtlCol="0" anchor="ctr"/>
          <a:lstStyle/>
          <a:p>
            <a:pPr algn="ctr">
              <a:buFont typeface="Wingdings 2" pitchFamily="18" charset="2"/>
              <a:buNone/>
            </a:pPr>
            <a:endParaRPr kumimoji="1" sz="1200" dirty="0">
              <a:solidFill>
                <a:schemeClr val="bg1"/>
              </a:solidFill>
            </a:endParaRPr>
          </a:p>
        </p:txBody>
      </p:sp>
    </p:spTree>
    <p:extLst>
      <p:ext uri="{BB962C8B-B14F-4D97-AF65-F5344CB8AC3E}">
        <p14:creationId xmlns:p14="http://schemas.microsoft.com/office/powerpoint/2010/main" val="3999368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グラフ 5">
            <a:extLst>
              <a:ext uri="{FF2B5EF4-FFF2-40B4-BE49-F238E27FC236}">
                <a16:creationId xmlns:a16="http://schemas.microsoft.com/office/drawing/2014/main" id="{67845D7D-3084-58C7-C608-FA15B7342801}"/>
              </a:ext>
            </a:extLst>
          </p:cNvPr>
          <p:cNvGraphicFramePr/>
          <p:nvPr/>
        </p:nvGraphicFramePr>
        <p:xfrm>
          <a:off x="415925" y="1549087"/>
          <a:ext cx="8812335" cy="4759637"/>
        </p:xfrm>
        <a:graphic>
          <a:graphicData uri="http://schemas.openxmlformats.org/drawingml/2006/chart">
            <c:chart xmlns:c="http://schemas.openxmlformats.org/drawingml/2006/chart" xmlns:r="http://schemas.openxmlformats.org/officeDocument/2006/relationships" r:id="rId2"/>
          </a:graphicData>
        </a:graphic>
      </p:graphicFrame>
      <p:sp>
        <p:nvSpPr>
          <p:cNvPr id="7" name="テキスト ボックス 6">
            <a:extLst>
              <a:ext uri="{FF2B5EF4-FFF2-40B4-BE49-F238E27FC236}">
                <a16:creationId xmlns:a16="http://schemas.microsoft.com/office/drawing/2014/main" id="{DFD77E74-C944-A05F-D8F6-FAF12F9FDBD2}"/>
              </a:ext>
            </a:extLst>
          </p:cNvPr>
          <p:cNvSpPr txBox="1"/>
          <p:nvPr/>
        </p:nvSpPr>
        <p:spPr>
          <a:xfrm>
            <a:off x="488504" y="1828739"/>
            <a:ext cx="688378" cy="436199"/>
          </a:xfrm>
          <a:prstGeom prst="rect">
            <a:avLst/>
          </a:prstGeom>
          <a:noFill/>
        </p:spPr>
        <p:txBody>
          <a:bodyPr wrap="none" lIns="36000" tIns="36000" rIns="36000" bIns="36000" rtlCol="0" anchor="ctr">
            <a:spAutoFit/>
          </a:bodyPr>
          <a:lstStyle/>
          <a:p>
            <a:pPr>
              <a:spcBef>
                <a:spcPts val="600"/>
              </a:spcBef>
              <a:buSzPct val="100000"/>
            </a:pPr>
            <a:r>
              <a:rPr kumimoji="1" lang="ja-JP" altLang="en-US" sz="1200"/>
              <a:t>（万円）</a:t>
            </a:r>
            <a:endParaRPr kumimoji="1" sz="1200" dirty="0" err="1"/>
          </a:p>
        </p:txBody>
      </p:sp>
    </p:spTree>
    <p:extLst>
      <p:ext uri="{BB962C8B-B14F-4D97-AF65-F5344CB8AC3E}">
        <p14:creationId xmlns:p14="http://schemas.microsoft.com/office/powerpoint/2010/main" val="15581315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kumimoji="1" lang="en-US" altLang="ja-JP"/>
              <a:t>Office</a:t>
            </a:r>
            <a:endParaRPr kumimoji="1" lang="ja-JP" altLang="en-US"/>
          </a:p>
        </p:txBody>
      </p:sp>
      <p:sp>
        <p:nvSpPr>
          <p:cNvPr id="3" name="フッター プレースホルダー 2"/>
          <p:cNvSpPr>
            <a:spLocks noGrp="1"/>
          </p:cNvSpPr>
          <p:nvPr>
            <p:ph type="ftr" sz="quarter" idx="4294967295"/>
          </p:nvPr>
        </p:nvSpPr>
        <p:spPr bwMode="gray"/>
        <p:txBody>
          <a:bodyPr/>
          <a:lstStyle/>
          <a:p>
            <a:endParaRPr lang="en-GB" altLang="en-GB"/>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18</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7" name="円/楕円 60495"/>
          <p:cNvSpPr>
            <a:spLocks noChangeAspect="1"/>
          </p:cNvSpPr>
          <p:nvPr/>
        </p:nvSpPr>
        <p:spPr bwMode="gray">
          <a:xfrm>
            <a:off x="8315551" y="3952037"/>
            <a:ext cx="653759" cy="830621"/>
          </a:xfrm>
          <a:custGeom>
            <a:avLst/>
            <a:gdLst/>
            <a:ahLst/>
            <a:cxnLst/>
            <a:rect l="l" t="t" r="r" b="b"/>
            <a:pathLst>
              <a:path w="708239" h="899839">
                <a:moveTo>
                  <a:pt x="497281" y="280589"/>
                </a:moveTo>
                <a:cubicBezTo>
                  <a:pt x="491784" y="280589"/>
                  <a:pt x="487327" y="285046"/>
                  <a:pt x="487327" y="290543"/>
                </a:cubicBezTo>
                <a:lnTo>
                  <a:pt x="487327" y="771269"/>
                </a:lnTo>
                <a:cubicBezTo>
                  <a:pt x="487327" y="789759"/>
                  <a:pt x="502317" y="804749"/>
                  <a:pt x="520807" y="804749"/>
                </a:cubicBezTo>
                <a:cubicBezTo>
                  <a:pt x="539297" y="804749"/>
                  <a:pt x="554287" y="789759"/>
                  <a:pt x="554287" y="771269"/>
                </a:cubicBezTo>
                <a:lnTo>
                  <a:pt x="554287" y="290543"/>
                </a:lnTo>
                <a:cubicBezTo>
                  <a:pt x="554287" y="285046"/>
                  <a:pt x="549830" y="280589"/>
                  <a:pt x="544333" y="280589"/>
                </a:cubicBezTo>
                <a:close/>
                <a:moveTo>
                  <a:pt x="330593" y="280589"/>
                </a:moveTo>
                <a:cubicBezTo>
                  <a:pt x="325096" y="280589"/>
                  <a:pt x="320639" y="285046"/>
                  <a:pt x="320639" y="290543"/>
                </a:cubicBezTo>
                <a:lnTo>
                  <a:pt x="320639" y="771269"/>
                </a:lnTo>
                <a:cubicBezTo>
                  <a:pt x="320639" y="789759"/>
                  <a:pt x="335629" y="804749"/>
                  <a:pt x="354119" y="804749"/>
                </a:cubicBezTo>
                <a:cubicBezTo>
                  <a:pt x="372609" y="804749"/>
                  <a:pt x="387599" y="789759"/>
                  <a:pt x="387599" y="771269"/>
                </a:cubicBezTo>
                <a:lnTo>
                  <a:pt x="387599" y="290543"/>
                </a:lnTo>
                <a:cubicBezTo>
                  <a:pt x="387599" y="285046"/>
                  <a:pt x="383142" y="280589"/>
                  <a:pt x="377645" y="280589"/>
                </a:cubicBezTo>
                <a:close/>
                <a:moveTo>
                  <a:pt x="163906" y="280589"/>
                </a:moveTo>
                <a:cubicBezTo>
                  <a:pt x="158409" y="280589"/>
                  <a:pt x="153952" y="285046"/>
                  <a:pt x="153952" y="290543"/>
                </a:cubicBezTo>
                <a:lnTo>
                  <a:pt x="153952" y="771269"/>
                </a:lnTo>
                <a:cubicBezTo>
                  <a:pt x="153952" y="789759"/>
                  <a:pt x="168942" y="804749"/>
                  <a:pt x="187432" y="804749"/>
                </a:cubicBezTo>
                <a:cubicBezTo>
                  <a:pt x="205922" y="804749"/>
                  <a:pt x="220912" y="789759"/>
                  <a:pt x="220912" y="771269"/>
                </a:cubicBezTo>
                <a:lnTo>
                  <a:pt x="220912" y="290543"/>
                </a:lnTo>
                <a:cubicBezTo>
                  <a:pt x="220912" y="285046"/>
                  <a:pt x="216455" y="280589"/>
                  <a:pt x="210958" y="280589"/>
                </a:cubicBezTo>
                <a:close/>
                <a:moveTo>
                  <a:pt x="33752" y="241552"/>
                </a:moveTo>
                <a:lnTo>
                  <a:pt x="674486" y="241552"/>
                </a:lnTo>
                <a:lnTo>
                  <a:pt x="674486" y="813007"/>
                </a:lnTo>
                <a:cubicBezTo>
                  <a:pt x="674486" y="860963"/>
                  <a:pt x="635610" y="899839"/>
                  <a:pt x="587654" y="899839"/>
                </a:cubicBezTo>
                <a:lnTo>
                  <a:pt x="120584" y="899839"/>
                </a:lnTo>
                <a:cubicBezTo>
                  <a:pt x="72628" y="899839"/>
                  <a:pt x="33752" y="860963"/>
                  <a:pt x="33752" y="813007"/>
                </a:cubicBezTo>
                <a:close/>
                <a:moveTo>
                  <a:pt x="116457" y="79103"/>
                </a:moveTo>
                <a:lnTo>
                  <a:pt x="591781" y="79103"/>
                </a:lnTo>
                <a:cubicBezTo>
                  <a:pt x="647590" y="79103"/>
                  <a:pt x="693977" y="119440"/>
                  <a:pt x="700764" y="172892"/>
                </a:cubicBezTo>
                <a:cubicBezTo>
                  <a:pt x="705378" y="174190"/>
                  <a:pt x="708239" y="178542"/>
                  <a:pt x="708239" y="183563"/>
                </a:cubicBezTo>
                <a:lnTo>
                  <a:pt x="708238" y="183563"/>
                </a:lnTo>
                <a:cubicBezTo>
                  <a:pt x="708238" y="190705"/>
                  <a:pt x="702449" y="196494"/>
                  <a:pt x="695307" y="196494"/>
                </a:cubicBezTo>
                <a:lnTo>
                  <a:pt x="12931" y="196493"/>
                </a:lnTo>
                <a:cubicBezTo>
                  <a:pt x="5789" y="196493"/>
                  <a:pt x="0" y="190704"/>
                  <a:pt x="0" y="183563"/>
                </a:cubicBezTo>
                <a:cubicBezTo>
                  <a:pt x="0" y="178542"/>
                  <a:pt x="2861" y="174190"/>
                  <a:pt x="7474" y="172892"/>
                </a:cubicBezTo>
                <a:cubicBezTo>
                  <a:pt x="14262" y="119440"/>
                  <a:pt x="60649" y="79103"/>
                  <a:pt x="116457" y="79103"/>
                </a:cubicBezTo>
                <a:close/>
                <a:moveTo>
                  <a:pt x="354119" y="0"/>
                </a:moveTo>
                <a:cubicBezTo>
                  <a:pt x="421520" y="0"/>
                  <a:pt x="486037" y="12349"/>
                  <a:pt x="544954" y="36427"/>
                </a:cubicBezTo>
                <a:lnTo>
                  <a:pt x="163284" y="36427"/>
                </a:lnTo>
                <a:cubicBezTo>
                  <a:pt x="222201" y="12349"/>
                  <a:pt x="286718" y="0"/>
                  <a:pt x="35411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8" name="角丸四角形 2"/>
          <p:cNvSpPr>
            <a:spLocks noChangeAspect="1"/>
          </p:cNvSpPr>
          <p:nvPr/>
        </p:nvSpPr>
        <p:spPr bwMode="gray">
          <a:xfrm>
            <a:off x="8362989" y="1625783"/>
            <a:ext cx="558881" cy="830769"/>
          </a:xfrm>
          <a:custGeom>
            <a:avLst/>
            <a:gdLst/>
            <a:ahLst/>
            <a:cxnLst/>
            <a:rect l="l" t="t" r="r" b="b"/>
            <a:pathLst>
              <a:path w="605454" h="900000">
                <a:moveTo>
                  <a:pt x="368509" y="732535"/>
                </a:moveTo>
                <a:cubicBezTo>
                  <a:pt x="350433" y="732535"/>
                  <a:pt x="335780" y="747188"/>
                  <a:pt x="335780" y="765264"/>
                </a:cubicBezTo>
                <a:cubicBezTo>
                  <a:pt x="335780" y="783340"/>
                  <a:pt x="350433" y="797993"/>
                  <a:pt x="368509" y="797993"/>
                </a:cubicBezTo>
                <a:cubicBezTo>
                  <a:pt x="386585" y="797993"/>
                  <a:pt x="401238" y="783340"/>
                  <a:pt x="401238" y="765264"/>
                </a:cubicBezTo>
                <a:cubicBezTo>
                  <a:pt x="401238" y="747188"/>
                  <a:pt x="386585" y="732535"/>
                  <a:pt x="368509" y="732535"/>
                </a:cubicBezTo>
                <a:close/>
                <a:moveTo>
                  <a:pt x="237512" y="732535"/>
                </a:moveTo>
                <a:cubicBezTo>
                  <a:pt x="219436" y="732535"/>
                  <a:pt x="204783" y="747188"/>
                  <a:pt x="204783" y="765264"/>
                </a:cubicBezTo>
                <a:cubicBezTo>
                  <a:pt x="204783" y="783340"/>
                  <a:pt x="219436" y="797993"/>
                  <a:pt x="237512" y="797993"/>
                </a:cubicBezTo>
                <a:cubicBezTo>
                  <a:pt x="255588" y="797993"/>
                  <a:pt x="270241" y="783340"/>
                  <a:pt x="270241" y="765264"/>
                </a:cubicBezTo>
                <a:cubicBezTo>
                  <a:pt x="270241" y="747188"/>
                  <a:pt x="255588" y="732535"/>
                  <a:pt x="237512" y="732535"/>
                </a:cubicBezTo>
                <a:close/>
                <a:moveTo>
                  <a:pt x="111334" y="732535"/>
                </a:moveTo>
                <a:cubicBezTo>
                  <a:pt x="93258" y="732535"/>
                  <a:pt x="78605" y="747188"/>
                  <a:pt x="78605" y="765264"/>
                </a:cubicBezTo>
                <a:cubicBezTo>
                  <a:pt x="78605" y="783340"/>
                  <a:pt x="93258" y="797993"/>
                  <a:pt x="111334" y="797993"/>
                </a:cubicBezTo>
                <a:cubicBezTo>
                  <a:pt x="129410" y="797993"/>
                  <a:pt x="144063" y="783340"/>
                  <a:pt x="144063" y="765264"/>
                </a:cubicBezTo>
                <a:cubicBezTo>
                  <a:pt x="144063" y="747188"/>
                  <a:pt x="129410" y="732535"/>
                  <a:pt x="111334" y="732535"/>
                </a:cubicBezTo>
                <a:close/>
                <a:moveTo>
                  <a:pt x="368509" y="604699"/>
                </a:moveTo>
                <a:cubicBezTo>
                  <a:pt x="350433" y="604699"/>
                  <a:pt x="335780" y="619352"/>
                  <a:pt x="335780" y="637428"/>
                </a:cubicBezTo>
                <a:cubicBezTo>
                  <a:pt x="335780" y="655504"/>
                  <a:pt x="350433" y="670157"/>
                  <a:pt x="368509" y="670157"/>
                </a:cubicBezTo>
                <a:cubicBezTo>
                  <a:pt x="386585" y="670157"/>
                  <a:pt x="401238" y="655504"/>
                  <a:pt x="401238" y="637428"/>
                </a:cubicBezTo>
                <a:cubicBezTo>
                  <a:pt x="401238" y="619352"/>
                  <a:pt x="386585" y="604699"/>
                  <a:pt x="368509" y="604699"/>
                </a:cubicBezTo>
                <a:close/>
                <a:moveTo>
                  <a:pt x="237512" y="604699"/>
                </a:moveTo>
                <a:cubicBezTo>
                  <a:pt x="219436" y="604699"/>
                  <a:pt x="204783" y="619352"/>
                  <a:pt x="204783" y="637428"/>
                </a:cubicBezTo>
                <a:cubicBezTo>
                  <a:pt x="204783" y="655504"/>
                  <a:pt x="219436" y="670157"/>
                  <a:pt x="237512" y="670157"/>
                </a:cubicBezTo>
                <a:cubicBezTo>
                  <a:pt x="255588" y="670157"/>
                  <a:pt x="270241" y="655504"/>
                  <a:pt x="270241" y="637428"/>
                </a:cubicBezTo>
                <a:cubicBezTo>
                  <a:pt x="270241" y="619352"/>
                  <a:pt x="255588" y="604699"/>
                  <a:pt x="237512" y="604699"/>
                </a:cubicBezTo>
                <a:close/>
                <a:moveTo>
                  <a:pt x="111334" y="604699"/>
                </a:moveTo>
                <a:cubicBezTo>
                  <a:pt x="93258" y="604699"/>
                  <a:pt x="78605" y="619352"/>
                  <a:pt x="78605" y="637428"/>
                </a:cubicBezTo>
                <a:cubicBezTo>
                  <a:pt x="78605" y="655504"/>
                  <a:pt x="93258" y="670157"/>
                  <a:pt x="111334" y="670157"/>
                </a:cubicBezTo>
                <a:cubicBezTo>
                  <a:pt x="129410" y="670157"/>
                  <a:pt x="144063" y="655504"/>
                  <a:pt x="144063" y="637428"/>
                </a:cubicBezTo>
                <a:cubicBezTo>
                  <a:pt x="144063" y="619352"/>
                  <a:pt x="129410" y="604699"/>
                  <a:pt x="111334" y="604699"/>
                </a:cubicBezTo>
                <a:close/>
                <a:moveTo>
                  <a:pt x="477503" y="478088"/>
                </a:moveTo>
                <a:cubicBezTo>
                  <a:pt x="468327" y="478088"/>
                  <a:pt x="460889" y="485526"/>
                  <a:pt x="460889" y="494702"/>
                </a:cubicBezTo>
                <a:lnTo>
                  <a:pt x="460889" y="781379"/>
                </a:lnTo>
                <a:cubicBezTo>
                  <a:pt x="460889" y="790555"/>
                  <a:pt x="468327" y="797993"/>
                  <a:pt x="477503" y="797993"/>
                </a:cubicBezTo>
                <a:lnTo>
                  <a:pt x="512263" y="797993"/>
                </a:lnTo>
                <a:cubicBezTo>
                  <a:pt x="521439" y="797993"/>
                  <a:pt x="528877" y="790555"/>
                  <a:pt x="528877" y="781379"/>
                </a:cubicBezTo>
                <a:lnTo>
                  <a:pt x="528877" y="494702"/>
                </a:lnTo>
                <a:cubicBezTo>
                  <a:pt x="528877" y="485526"/>
                  <a:pt x="521439" y="478088"/>
                  <a:pt x="512263" y="478088"/>
                </a:cubicBezTo>
                <a:close/>
                <a:moveTo>
                  <a:pt x="368509" y="476862"/>
                </a:moveTo>
                <a:cubicBezTo>
                  <a:pt x="350433" y="476862"/>
                  <a:pt x="335780" y="491515"/>
                  <a:pt x="335780" y="509591"/>
                </a:cubicBezTo>
                <a:cubicBezTo>
                  <a:pt x="335780" y="527667"/>
                  <a:pt x="350433" y="542320"/>
                  <a:pt x="368509" y="542320"/>
                </a:cubicBezTo>
                <a:cubicBezTo>
                  <a:pt x="386585" y="542320"/>
                  <a:pt x="401238" y="527667"/>
                  <a:pt x="401238" y="509591"/>
                </a:cubicBezTo>
                <a:cubicBezTo>
                  <a:pt x="401238" y="491515"/>
                  <a:pt x="386585" y="476862"/>
                  <a:pt x="368509" y="476862"/>
                </a:cubicBezTo>
                <a:close/>
                <a:moveTo>
                  <a:pt x="237512" y="476862"/>
                </a:moveTo>
                <a:cubicBezTo>
                  <a:pt x="219436" y="476862"/>
                  <a:pt x="204783" y="491515"/>
                  <a:pt x="204783" y="509591"/>
                </a:cubicBezTo>
                <a:cubicBezTo>
                  <a:pt x="204783" y="527667"/>
                  <a:pt x="219436" y="542320"/>
                  <a:pt x="237512" y="542320"/>
                </a:cubicBezTo>
                <a:cubicBezTo>
                  <a:pt x="255588" y="542320"/>
                  <a:pt x="270241" y="527667"/>
                  <a:pt x="270241" y="509591"/>
                </a:cubicBezTo>
                <a:cubicBezTo>
                  <a:pt x="270241" y="491515"/>
                  <a:pt x="255588" y="476862"/>
                  <a:pt x="237512" y="476862"/>
                </a:cubicBezTo>
                <a:close/>
                <a:moveTo>
                  <a:pt x="111334" y="476862"/>
                </a:moveTo>
                <a:cubicBezTo>
                  <a:pt x="93258" y="476862"/>
                  <a:pt x="78605" y="491515"/>
                  <a:pt x="78605" y="509591"/>
                </a:cubicBezTo>
                <a:cubicBezTo>
                  <a:pt x="78605" y="527667"/>
                  <a:pt x="93258" y="542320"/>
                  <a:pt x="111334" y="542320"/>
                </a:cubicBezTo>
                <a:cubicBezTo>
                  <a:pt x="129410" y="542320"/>
                  <a:pt x="144063" y="527667"/>
                  <a:pt x="144063" y="509591"/>
                </a:cubicBezTo>
                <a:cubicBezTo>
                  <a:pt x="144063" y="491515"/>
                  <a:pt x="129410" y="476862"/>
                  <a:pt x="111334" y="476862"/>
                </a:cubicBezTo>
                <a:close/>
                <a:moveTo>
                  <a:pt x="496148" y="349025"/>
                </a:moveTo>
                <a:cubicBezTo>
                  <a:pt x="478072" y="349025"/>
                  <a:pt x="463419" y="363678"/>
                  <a:pt x="463419" y="381754"/>
                </a:cubicBezTo>
                <a:cubicBezTo>
                  <a:pt x="463419" y="399830"/>
                  <a:pt x="478072" y="414483"/>
                  <a:pt x="496148" y="414483"/>
                </a:cubicBezTo>
                <a:cubicBezTo>
                  <a:pt x="514224" y="414483"/>
                  <a:pt x="528877" y="399830"/>
                  <a:pt x="528877" y="381754"/>
                </a:cubicBezTo>
                <a:cubicBezTo>
                  <a:pt x="528877" y="363678"/>
                  <a:pt x="514224" y="349025"/>
                  <a:pt x="496148" y="349025"/>
                </a:cubicBezTo>
                <a:close/>
                <a:moveTo>
                  <a:pt x="368509" y="349025"/>
                </a:moveTo>
                <a:cubicBezTo>
                  <a:pt x="350433" y="349025"/>
                  <a:pt x="335780" y="363678"/>
                  <a:pt x="335780" y="381754"/>
                </a:cubicBezTo>
                <a:cubicBezTo>
                  <a:pt x="335780" y="399830"/>
                  <a:pt x="350433" y="414483"/>
                  <a:pt x="368509" y="414483"/>
                </a:cubicBezTo>
                <a:cubicBezTo>
                  <a:pt x="386585" y="414483"/>
                  <a:pt x="401238" y="399830"/>
                  <a:pt x="401238" y="381754"/>
                </a:cubicBezTo>
                <a:cubicBezTo>
                  <a:pt x="401238" y="363678"/>
                  <a:pt x="386585" y="349025"/>
                  <a:pt x="368509" y="349025"/>
                </a:cubicBezTo>
                <a:close/>
                <a:moveTo>
                  <a:pt x="237512" y="349025"/>
                </a:moveTo>
                <a:cubicBezTo>
                  <a:pt x="219436" y="349025"/>
                  <a:pt x="204783" y="363678"/>
                  <a:pt x="204783" y="381754"/>
                </a:cubicBezTo>
                <a:cubicBezTo>
                  <a:pt x="204783" y="399830"/>
                  <a:pt x="219436" y="414483"/>
                  <a:pt x="237512" y="414483"/>
                </a:cubicBezTo>
                <a:cubicBezTo>
                  <a:pt x="255588" y="414483"/>
                  <a:pt x="270241" y="399830"/>
                  <a:pt x="270241" y="381754"/>
                </a:cubicBezTo>
                <a:cubicBezTo>
                  <a:pt x="270241" y="363678"/>
                  <a:pt x="255588" y="349025"/>
                  <a:pt x="237512" y="349025"/>
                </a:cubicBezTo>
                <a:close/>
                <a:moveTo>
                  <a:pt x="111334" y="349025"/>
                </a:moveTo>
                <a:cubicBezTo>
                  <a:pt x="93258" y="349025"/>
                  <a:pt x="78605" y="363678"/>
                  <a:pt x="78605" y="381754"/>
                </a:cubicBezTo>
                <a:cubicBezTo>
                  <a:pt x="78605" y="399830"/>
                  <a:pt x="93258" y="414483"/>
                  <a:pt x="111334" y="414483"/>
                </a:cubicBezTo>
                <a:cubicBezTo>
                  <a:pt x="129410" y="414483"/>
                  <a:pt x="144063" y="399830"/>
                  <a:pt x="144063" y="381754"/>
                </a:cubicBezTo>
                <a:cubicBezTo>
                  <a:pt x="144063" y="363678"/>
                  <a:pt x="129410" y="349025"/>
                  <a:pt x="111334" y="349025"/>
                </a:cubicBezTo>
                <a:close/>
                <a:moveTo>
                  <a:pt x="111454" y="103647"/>
                </a:moveTo>
                <a:cubicBezTo>
                  <a:pt x="91339" y="103647"/>
                  <a:pt x="75033" y="119953"/>
                  <a:pt x="75033" y="140068"/>
                </a:cubicBezTo>
                <a:lnTo>
                  <a:pt x="75033" y="216265"/>
                </a:lnTo>
                <a:cubicBezTo>
                  <a:pt x="75033" y="236380"/>
                  <a:pt x="91339" y="252686"/>
                  <a:pt x="111454" y="252686"/>
                </a:cubicBezTo>
                <a:lnTo>
                  <a:pt x="492455" y="252686"/>
                </a:lnTo>
                <a:cubicBezTo>
                  <a:pt x="512570" y="252686"/>
                  <a:pt x="528876" y="236380"/>
                  <a:pt x="528876" y="216265"/>
                </a:cubicBezTo>
                <a:lnTo>
                  <a:pt x="528876" y="140068"/>
                </a:lnTo>
                <a:cubicBezTo>
                  <a:pt x="528876" y="119953"/>
                  <a:pt x="512570" y="103647"/>
                  <a:pt x="492455" y="103647"/>
                </a:cubicBezTo>
                <a:close/>
                <a:moveTo>
                  <a:pt x="67575" y="0"/>
                </a:moveTo>
                <a:lnTo>
                  <a:pt x="537879" y="0"/>
                </a:lnTo>
                <a:cubicBezTo>
                  <a:pt x="575200" y="0"/>
                  <a:pt x="605454" y="30254"/>
                  <a:pt x="605454" y="67575"/>
                </a:cubicBezTo>
                <a:lnTo>
                  <a:pt x="605454" y="832425"/>
                </a:lnTo>
                <a:cubicBezTo>
                  <a:pt x="605454" y="869746"/>
                  <a:pt x="575200" y="900000"/>
                  <a:pt x="537879" y="900000"/>
                </a:cubicBezTo>
                <a:lnTo>
                  <a:pt x="67575" y="900000"/>
                </a:lnTo>
                <a:cubicBezTo>
                  <a:pt x="30254" y="900000"/>
                  <a:pt x="0" y="869746"/>
                  <a:pt x="0" y="832425"/>
                </a:cubicBezTo>
                <a:lnTo>
                  <a:pt x="0" y="67575"/>
                </a:lnTo>
                <a:cubicBezTo>
                  <a:pt x="0" y="30254"/>
                  <a:pt x="30254" y="0"/>
                  <a:pt x="6757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角丸四角形 8"/>
          <p:cNvSpPr>
            <a:spLocks noChangeAspect="1"/>
          </p:cNvSpPr>
          <p:nvPr/>
        </p:nvSpPr>
        <p:spPr bwMode="gray">
          <a:xfrm>
            <a:off x="762734" y="1661627"/>
            <a:ext cx="830769" cy="759082"/>
          </a:xfrm>
          <a:custGeom>
            <a:avLst/>
            <a:gdLst/>
            <a:ahLst/>
            <a:cxnLst/>
            <a:rect l="l" t="t" r="r" b="b"/>
            <a:pathLst>
              <a:path w="900000" h="822339">
                <a:moveTo>
                  <a:pt x="7325" y="491847"/>
                </a:moveTo>
                <a:cubicBezTo>
                  <a:pt x="21465" y="526211"/>
                  <a:pt x="55304" y="550344"/>
                  <a:pt x="94779" y="550344"/>
                </a:cubicBezTo>
                <a:lnTo>
                  <a:pt x="407730" y="550344"/>
                </a:lnTo>
                <a:lnTo>
                  <a:pt x="407730" y="607340"/>
                </a:lnTo>
                <a:lnTo>
                  <a:pt x="492270" y="607340"/>
                </a:lnTo>
                <a:lnTo>
                  <a:pt x="492270" y="550344"/>
                </a:lnTo>
                <a:lnTo>
                  <a:pt x="805221" y="550344"/>
                </a:lnTo>
                <a:cubicBezTo>
                  <a:pt x="844696" y="550344"/>
                  <a:pt x="878535" y="526211"/>
                  <a:pt x="892675" y="491847"/>
                </a:cubicBezTo>
                <a:lnTo>
                  <a:pt x="892675" y="809508"/>
                </a:lnTo>
                <a:cubicBezTo>
                  <a:pt x="892675" y="816594"/>
                  <a:pt x="886930" y="822339"/>
                  <a:pt x="879844" y="822339"/>
                </a:cubicBezTo>
                <a:lnTo>
                  <a:pt x="20156" y="822339"/>
                </a:lnTo>
                <a:cubicBezTo>
                  <a:pt x="13070" y="822339"/>
                  <a:pt x="7325" y="816594"/>
                  <a:pt x="7325" y="809508"/>
                </a:cubicBezTo>
                <a:close/>
                <a:moveTo>
                  <a:pt x="22562" y="136007"/>
                </a:moveTo>
                <a:lnTo>
                  <a:pt x="877438" y="136007"/>
                </a:lnTo>
                <a:cubicBezTo>
                  <a:pt x="889899" y="136007"/>
                  <a:pt x="900000" y="146108"/>
                  <a:pt x="900000" y="158569"/>
                </a:cubicBezTo>
                <a:lnTo>
                  <a:pt x="900000" y="407938"/>
                </a:lnTo>
                <a:cubicBezTo>
                  <a:pt x="900000" y="469490"/>
                  <a:pt x="850103" y="519387"/>
                  <a:pt x="788551" y="519387"/>
                </a:cubicBezTo>
                <a:lnTo>
                  <a:pt x="111449" y="519387"/>
                </a:lnTo>
                <a:cubicBezTo>
                  <a:pt x="49897" y="519387"/>
                  <a:pt x="0" y="469490"/>
                  <a:pt x="0" y="407938"/>
                </a:cubicBezTo>
                <a:lnTo>
                  <a:pt x="0" y="158569"/>
                </a:lnTo>
                <a:cubicBezTo>
                  <a:pt x="0" y="146108"/>
                  <a:pt x="10101" y="136007"/>
                  <a:pt x="22562" y="136007"/>
                </a:cubicBezTo>
                <a:close/>
                <a:moveTo>
                  <a:pt x="329541" y="0"/>
                </a:moveTo>
                <a:lnTo>
                  <a:pt x="570459" y="0"/>
                </a:lnTo>
                <a:lnTo>
                  <a:pt x="580202" y="4036"/>
                </a:lnTo>
                <a:cubicBezTo>
                  <a:pt x="581870" y="3717"/>
                  <a:pt x="583110" y="4386"/>
                  <a:pt x="583989" y="5604"/>
                </a:cubicBezTo>
                <a:cubicBezTo>
                  <a:pt x="587252" y="6722"/>
                  <a:pt x="589441" y="9231"/>
                  <a:pt x="589599" y="12915"/>
                </a:cubicBezTo>
                <a:lnTo>
                  <a:pt x="594044" y="18708"/>
                </a:lnTo>
                <a:lnTo>
                  <a:pt x="616116" y="101081"/>
                </a:lnTo>
                <a:lnTo>
                  <a:pt x="567373" y="101081"/>
                </a:lnTo>
                <a:lnTo>
                  <a:pt x="552904" y="47082"/>
                </a:lnTo>
                <a:lnTo>
                  <a:pt x="347098" y="47082"/>
                </a:lnTo>
                <a:lnTo>
                  <a:pt x="332629" y="101081"/>
                </a:lnTo>
                <a:lnTo>
                  <a:pt x="283886" y="101081"/>
                </a:lnTo>
                <a:lnTo>
                  <a:pt x="305957" y="18708"/>
                </a:lnTo>
                <a:lnTo>
                  <a:pt x="310400" y="12918"/>
                </a:lnTo>
                <a:cubicBezTo>
                  <a:pt x="310558" y="9232"/>
                  <a:pt x="312749" y="6722"/>
                  <a:pt x="316013" y="5604"/>
                </a:cubicBezTo>
                <a:cubicBezTo>
                  <a:pt x="316892" y="4386"/>
                  <a:pt x="318131" y="3717"/>
                  <a:pt x="319797" y="4036"/>
                </a:cubicBezTo>
                <a:cubicBezTo>
                  <a:pt x="322184" y="892"/>
                  <a:pt x="325758" y="0"/>
                  <a:pt x="329541"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大波 23"/>
          <p:cNvSpPr>
            <a:spLocks noChangeAspect="1"/>
          </p:cNvSpPr>
          <p:nvPr/>
        </p:nvSpPr>
        <p:spPr bwMode="gray">
          <a:xfrm>
            <a:off x="803764" y="3990295"/>
            <a:ext cx="830770" cy="754105"/>
          </a:xfrm>
          <a:custGeom>
            <a:avLst/>
            <a:gdLst/>
            <a:ahLst/>
            <a:cxnLst/>
            <a:rect l="l" t="t" r="r" b="b"/>
            <a:pathLst>
              <a:path w="900001" h="816947">
                <a:moveTo>
                  <a:pt x="616159" y="643855"/>
                </a:moveTo>
                <a:cubicBezTo>
                  <a:pt x="677535" y="640706"/>
                  <a:pt x="772017" y="661494"/>
                  <a:pt x="849781" y="684396"/>
                </a:cubicBezTo>
                <a:lnTo>
                  <a:pt x="676898" y="684396"/>
                </a:lnTo>
                <a:cubicBezTo>
                  <a:pt x="676926" y="684421"/>
                  <a:pt x="676953" y="684447"/>
                  <a:pt x="676981" y="684472"/>
                </a:cubicBezTo>
                <a:lnTo>
                  <a:pt x="501918" y="684472"/>
                </a:lnTo>
                <a:cubicBezTo>
                  <a:pt x="491781" y="677703"/>
                  <a:pt x="558182" y="643868"/>
                  <a:pt x="616159" y="643855"/>
                </a:cubicBezTo>
                <a:close/>
                <a:moveTo>
                  <a:pt x="283842" y="643855"/>
                </a:moveTo>
                <a:cubicBezTo>
                  <a:pt x="341819" y="643868"/>
                  <a:pt x="408220" y="677703"/>
                  <a:pt x="398083" y="684472"/>
                </a:cubicBezTo>
                <a:lnTo>
                  <a:pt x="223020" y="684472"/>
                </a:lnTo>
                <a:cubicBezTo>
                  <a:pt x="223048" y="684447"/>
                  <a:pt x="223075" y="684421"/>
                  <a:pt x="223103" y="684396"/>
                </a:cubicBezTo>
                <a:lnTo>
                  <a:pt x="50220" y="684396"/>
                </a:lnTo>
                <a:cubicBezTo>
                  <a:pt x="127984" y="661494"/>
                  <a:pt x="222466" y="640706"/>
                  <a:pt x="283842" y="643855"/>
                </a:cubicBezTo>
                <a:close/>
                <a:moveTo>
                  <a:pt x="436285" y="37542"/>
                </a:moveTo>
                <a:lnTo>
                  <a:pt x="463717" y="37542"/>
                </a:lnTo>
                <a:lnTo>
                  <a:pt x="463717" y="723978"/>
                </a:lnTo>
                <a:cubicBezTo>
                  <a:pt x="470832" y="726276"/>
                  <a:pt x="475201" y="731733"/>
                  <a:pt x="475201" y="737920"/>
                </a:cubicBezTo>
                <a:lnTo>
                  <a:pt x="465511" y="749685"/>
                </a:lnTo>
                <a:lnTo>
                  <a:pt x="477001" y="816947"/>
                </a:lnTo>
                <a:lnTo>
                  <a:pt x="423001" y="816947"/>
                </a:lnTo>
                <a:lnTo>
                  <a:pt x="434491" y="749685"/>
                </a:lnTo>
                <a:cubicBezTo>
                  <a:pt x="428211" y="748282"/>
                  <a:pt x="424801" y="743385"/>
                  <a:pt x="424801" y="737920"/>
                </a:cubicBezTo>
                <a:cubicBezTo>
                  <a:pt x="424801" y="731733"/>
                  <a:pt x="429170" y="726276"/>
                  <a:pt x="436285" y="723978"/>
                </a:cubicBezTo>
                <a:close/>
                <a:moveTo>
                  <a:pt x="667878" y="976"/>
                </a:moveTo>
                <a:cubicBezTo>
                  <a:pt x="735326" y="6542"/>
                  <a:pt x="790670" y="30352"/>
                  <a:pt x="900001" y="57559"/>
                </a:cubicBezTo>
                <a:lnTo>
                  <a:pt x="900001" y="671239"/>
                </a:lnTo>
                <a:cubicBezTo>
                  <a:pt x="812282" y="638812"/>
                  <a:pt x="724563" y="619632"/>
                  <a:pt x="636733" y="611442"/>
                </a:cubicBezTo>
                <a:cubicBezTo>
                  <a:pt x="589609" y="610923"/>
                  <a:pt x="542448" y="621089"/>
                  <a:pt x="495316" y="637595"/>
                </a:cubicBezTo>
                <a:cubicBezTo>
                  <a:pt x="495316" y="433117"/>
                  <a:pt x="495315" y="228640"/>
                  <a:pt x="495315" y="24162"/>
                </a:cubicBezTo>
                <a:cubicBezTo>
                  <a:pt x="554018" y="5907"/>
                  <a:pt x="608567" y="-3128"/>
                  <a:pt x="667878" y="976"/>
                </a:cubicBezTo>
                <a:close/>
                <a:moveTo>
                  <a:pt x="232123" y="976"/>
                </a:moveTo>
                <a:cubicBezTo>
                  <a:pt x="291434" y="-3128"/>
                  <a:pt x="345983" y="5907"/>
                  <a:pt x="404686" y="24162"/>
                </a:cubicBezTo>
                <a:cubicBezTo>
                  <a:pt x="404686" y="228640"/>
                  <a:pt x="404685" y="433117"/>
                  <a:pt x="404685" y="637595"/>
                </a:cubicBezTo>
                <a:cubicBezTo>
                  <a:pt x="357553" y="621089"/>
                  <a:pt x="310392" y="610923"/>
                  <a:pt x="263268" y="611442"/>
                </a:cubicBezTo>
                <a:cubicBezTo>
                  <a:pt x="175438" y="619632"/>
                  <a:pt x="87719" y="638812"/>
                  <a:pt x="0" y="671239"/>
                </a:cubicBezTo>
                <a:lnTo>
                  <a:pt x="0" y="57559"/>
                </a:lnTo>
                <a:cubicBezTo>
                  <a:pt x="109331" y="30352"/>
                  <a:pt x="164675" y="6542"/>
                  <a:pt x="232123" y="97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2" name="角丸四角形 59"/>
          <p:cNvSpPr>
            <a:spLocks noChangeAspect="1"/>
          </p:cNvSpPr>
          <p:nvPr/>
        </p:nvSpPr>
        <p:spPr bwMode="gray">
          <a:xfrm>
            <a:off x="5224507" y="1778720"/>
            <a:ext cx="830769" cy="524895"/>
          </a:xfrm>
          <a:custGeom>
            <a:avLst/>
            <a:gdLst/>
            <a:ahLst/>
            <a:cxnLst/>
            <a:rect l="l" t="t" r="r" b="b"/>
            <a:pathLst>
              <a:path w="900000" h="503999">
                <a:moveTo>
                  <a:pt x="403632" y="305349"/>
                </a:moveTo>
                <a:lnTo>
                  <a:pt x="450001" y="336262"/>
                </a:lnTo>
                <a:lnTo>
                  <a:pt x="496369" y="305350"/>
                </a:lnTo>
                <a:lnTo>
                  <a:pt x="794343" y="503999"/>
                </a:lnTo>
                <a:lnTo>
                  <a:pt x="105657" y="503999"/>
                </a:lnTo>
                <a:close/>
                <a:moveTo>
                  <a:pt x="894895" y="39666"/>
                </a:moveTo>
                <a:cubicBezTo>
                  <a:pt x="898182" y="47437"/>
                  <a:pt x="900000" y="55981"/>
                  <a:pt x="900000" y="64949"/>
                </a:cubicBezTo>
                <a:lnTo>
                  <a:pt x="900000" y="439049"/>
                </a:lnTo>
                <a:cubicBezTo>
                  <a:pt x="900000" y="470810"/>
                  <a:pt x="877203" y="497246"/>
                  <a:pt x="846842" y="501619"/>
                </a:cubicBezTo>
                <a:lnTo>
                  <a:pt x="524404" y="286660"/>
                </a:lnTo>
                <a:close/>
                <a:moveTo>
                  <a:pt x="5106" y="39665"/>
                </a:moveTo>
                <a:lnTo>
                  <a:pt x="375597" y="286659"/>
                </a:lnTo>
                <a:lnTo>
                  <a:pt x="53158" y="501619"/>
                </a:lnTo>
                <a:cubicBezTo>
                  <a:pt x="22797" y="497246"/>
                  <a:pt x="0" y="470810"/>
                  <a:pt x="0" y="439049"/>
                </a:cubicBezTo>
                <a:lnTo>
                  <a:pt x="0" y="64949"/>
                </a:lnTo>
                <a:cubicBezTo>
                  <a:pt x="0" y="55980"/>
                  <a:pt x="1818" y="47436"/>
                  <a:pt x="5106" y="39665"/>
                </a:cubicBezTo>
                <a:close/>
                <a:moveTo>
                  <a:pt x="64951" y="0"/>
                </a:moveTo>
                <a:lnTo>
                  <a:pt x="835051" y="0"/>
                </a:lnTo>
                <a:cubicBezTo>
                  <a:pt x="850580" y="0"/>
                  <a:pt x="864837" y="5450"/>
                  <a:pt x="875416" y="15274"/>
                </a:cubicBezTo>
                <a:lnTo>
                  <a:pt x="450002" y="298883"/>
                </a:lnTo>
                <a:lnTo>
                  <a:pt x="24587" y="15273"/>
                </a:lnTo>
                <a:cubicBezTo>
                  <a:pt x="35166" y="5450"/>
                  <a:pt x="49422" y="0"/>
                  <a:pt x="64951"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8" name="正方形/長方形 2"/>
          <p:cNvSpPr>
            <a:spLocks noChangeAspect="1"/>
          </p:cNvSpPr>
          <p:nvPr/>
        </p:nvSpPr>
        <p:spPr bwMode="gray">
          <a:xfrm>
            <a:off x="2331975" y="1625334"/>
            <a:ext cx="603151" cy="831666"/>
          </a:xfrm>
          <a:custGeom>
            <a:avLst/>
            <a:gdLst/>
            <a:ahLst/>
            <a:cxnLst/>
            <a:rect l="l" t="t" r="r" b="b"/>
            <a:pathLst>
              <a:path w="653414" h="900972">
                <a:moveTo>
                  <a:pt x="534127" y="734793"/>
                </a:moveTo>
                <a:lnTo>
                  <a:pt x="653414" y="734793"/>
                </a:lnTo>
                <a:lnTo>
                  <a:pt x="487235" y="900972"/>
                </a:lnTo>
                <a:lnTo>
                  <a:pt x="487235" y="781685"/>
                </a:lnTo>
                <a:cubicBezTo>
                  <a:pt x="487235" y="755787"/>
                  <a:pt x="508229" y="734793"/>
                  <a:pt x="534127" y="734793"/>
                </a:cubicBezTo>
                <a:close/>
                <a:moveTo>
                  <a:pt x="0" y="0"/>
                </a:moveTo>
                <a:lnTo>
                  <a:pt x="645318" y="0"/>
                </a:lnTo>
                <a:lnTo>
                  <a:pt x="645318" y="699074"/>
                </a:lnTo>
                <a:lnTo>
                  <a:pt x="534126" y="699074"/>
                </a:lnTo>
                <a:cubicBezTo>
                  <a:pt x="489817" y="699074"/>
                  <a:pt x="453897" y="734994"/>
                  <a:pt x="453897" y="779303"/>
                </a:cubicBezTo>
                <a:lnTo>
                  <a:pt x="453897" y="889200"/>
                </a:lnTo>
                <a:lnTo>
                  <a:pt x="0" y="88920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9" name="片側の 2 つの角を丸めた四角形 17"/>
          <p:cNvSpPr>
            <a:spLocks noChangeAspect="1"/>
          </p:cNvSpPr>
          <p:nvPr/>
        </p:nvSpPr>
        <p:spPr bwMode="gray">
          <a:xfrm>
            <a:off x="1058163" y="2690049"/>
            <a:ext cx="178171" cy="829902"/>
          </a:xfrm>
          <a:custGeom>
            <a:avLst/>
            <a:gdLst/>
            <a:ahLst/>
            <a:cxnLst/>
            <a:rect l="l" t="t" r="r" b="b"/>
            <a:pathLst>
              <a:path w="193019" h="899060">
                <a:moveTo>
                  <a:pt x="99640" y="415928"/>
                </a:moveTo>
                <a:lnTo>
                  <a:pt x="182983" y="415928"/>
                </a:lnTo>
                <a:lnTo>
                  <a:pt x="182983" y="657494"/>
                </a:lnTo>
                <a:cubicBezTo>
                  <a:pt x="182983" y="790907"/>
                  <a:pt x="164326" y="899060"/>
                  <a:pt x="141311" y="899060"/>
                </a:cubicBezTo>
                <a:cubicBezTo>
                  <a:pt x="118296" y="899060"/>
                  <a:pt x="99639" y="790907"/>
                  <a:pt x="99639" y="657494"/>
                </a:cubicBezTo>
                <a:close/>
                <a:moveTo>
                  <a:pt x="41812" y="33535"/>
                </a:moveTo>
                <a:cubicBezTo>
                  <a:pt x="55621" y="33535"/>
                  <a:pt x="66815" y="44729"/>
                  <a:pt x="66815" y="58538"/>
                </a:cubicBezTo>
                <a:lnTo>
                  <a:pt x="66815" y="332532"/>
                </a:lnTo>
                <a:cubicBezTo>
                  <a:pt x="66815" y="344537"/>
                  <a:pt x="58355" y="354566"/>
                  <a:pt x="46752" y="355489"/>
                </a:cubicBezTo>
                <a:cubicBezTo>
                  <a:pt x="47960" y="356405"/>
                  <a:pt x="48034" y="357486"/>
                  <a:pt x="48034" y="358584"/>
                </a:cubicBezTo>
                <a:cubicBezTo>
                  <a:pt x="48034" y="371848"/>
                  <a:pt x="37281" y="382601"/>
                  <a:pt x="24017" y="382601"/>
                </a:cubicBezTo>
                <a:cubicBezTo>
                  <a:pt x="10753" y="382601"/>
                  <a:pt x="0" y="371848"/>
                  <a:pt x="0" y="358584"/>
                </a:cubicBezTo>
                <a:cubicBezTo>
                  <a:pt x="0" y="347326"/>
                  <a:pt x="7747" y="337877"/>
                  <a:pt x="18584" y="336818"/>
                </a:cubicBezTo>
                <a:cubicBezTo>
                  <a:pt x="16950" y="335597"/>
                  <a:pt x="16809" y="334081"/>
                  <a:pt x="16809" y="332532"/>
                </a:cubicBezTo>
                <a:lnTo>
                  <a:pt x="16809" y="58538"/>
                </a:lnTo>
                <a:cubicBezTo>
                  <a:pt x="16809" y="44729"/>
                  <a:pt x="28003" y="33535"/>
                  <a:pt x="41812" y="33535"/>
                </a:cubicBezTo>
                <a:close/>
                <a:moveTo>
                  <a:pt x="122261" y="0"/>
                </a:moveTo>
                <a:lnTo>
                  <a:pt x="160362" y="0"/>
                </a:lnTo>
                <a:cubicBezTo>
                  <a:pt x="178398" y="0"/>
                  <a:pt x="193019" y="14621"/>
                  <a:pt x="193019" y="32657"/>
                </a:cubicBezTo>
                <a:lnTo>
                  <a:pt x="193019" y="389472"/>
                </a:lnTo>
                <a:lnTo>
                  <a:pt x="89604" y="389472"/>
                </a:lnTo>
                <a:lnTo>
                  <a:pt x="89604" y="32657"/>
                </a:lnTo>
                <a:cubicBezTo>
                  <a:pt x="89604" y="14621"/>
                  <a:pt x="104225" y="0"/>
                  <a:pt x="122261"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0" name="円/楕円 58"/>
          <p:cNvSpPr>
            <a:spLocks noChangeAspect="1"/>
          </p:cNvSpPr>
          <p:nvPr/>
        </p:nvSpPr>
        <p:spPr bwMode="gray">
          <a:xfrm>
            <a:off x="6793748" y="1625783"/>
            <a:ext cx="830769" cy="830769"/>
          </a:xfrm>
          <a:custGeom>
            <a:avLst/>
            <a:gdLst/>
            <a:ahLst/>
            <a:cxnLst/>
            <a:rect l="l" t="t" r="r" b="b"/>
            <a:pathLst>
              <a:path w="864000" h="864000">
                <a:moveTo>
                  <a:pt x="385830" y="734400"/>
                </a:moveTo>
                <a:lnTo>
                  <a:pt x="385830" y="826740"/>
                </a:lnTo>
                <a:lnTo>
                  <a:pt x="478170" y="826740"/>
                </a:lnTo>
                <a:lnTo>
                  <a:pt x="478170" y="734400"/>
                </a:lnTo>
                <a:close/>
                <a:moveTo>
                  <a:pt x="606822" y="682719"/>
                </a:moveTo>
                <a:lnTo>
                  <a:pt x="566837" y="705804"/>
                </a:lnTo>
                <a:lnTo>
                  <a:pt x="613007" y="785773"/>
                </a:lnTo>
                <a:lnTo>
                  <a:pt x="652992" y="762688"/>
                </a:lnTo>
                <a:close/>
                <a:moveTo>
                  <a:pt x="262481" y="682694"/>
                </a:moveTo>
                <a:lnTo>
                  <a:pt x="216311" y="762663"/>
                </a:lnTo>
                <a:lnTo>
                  <a:pt x="256295" y="785748"/>
                </a:lnTo>
                <a:lnTo>
                  <a:pt x="302465" y="705779"/>
                </a:lnTo>
                <a:close/>
                <a:moveTo>
                  <a:pt x="701630" y="571575"/>
                </a:moveTo>
                <a:lnTo>
                  <a:pt x="678545" y="611559"/>
                </a:lnTo>
                <a:lnTo>
                  <a:pt x="758514" y="657729"/>
                </a:lnTo>
                <a:lnTo>
                  <a:pt x="781599" y="617745"/>
                </a:lnTo>
                <a:close/>
                <a:moveTo>
                  <a:pt x="167672" y="571550"/>
                </a:moveTo>
                <a:lnTo>
                  <a:pt x="87703" y="617720"/>
                </a:lnTo>
                <a:lnTo>
                  <a:pt x="110788" y="657704"/>
                </a:lnTo>
                <a:lnTo>
                  <a:pt x="190757" y="611534"/>
                </a:lnTo>
                <a:close/>
                <a:moveTo>
                  <a:pt x="734569" y="385830"/>
                </a:moveTo>
                <a:lnTo>
                  <a:pt x="734569" y="478170"/>
                </a:lnTo>
                <a:lnTo>
                  <a:pt x="826909" y="478170"/>
                </a:lnTo>
                <a:lnTo>
                  <a:pt x="826909" y="385830"/>
                </a:lnTo>
                <a:close/>
                <a:moveTo>
                  <a:pt x="36000" y="385830"/>
                </a:moveTo>
                <a:lnTo>
                  <a:pt x="36000" y="478170"/>
                </a:lnTo>
                <a:lnTo>
                  <a:pt x="128340" y="478170"/>
                </a:lnTo>
                <a:lnTo>
                  <a:pt x="128340" y="385830"/>
                </a:lnTo>
                <a:close/>
                <a:moveTo>
                  <a:pt x="758514" y="209112"/>
                </a:moveTo>
                <a:lnTo>
                  <a:pt x="678545" y="255282"/>
                </a:lnTo>
                <a:lnTo>
                  <a:pt x="701630" y="295266"/>
                </a:lnTo>
                <a:lnTo>
                  <a:pt x="781599" y="249096"/>
                </a:lnTo>
                <a:close/>
                <a:moveTo>
                  <a:pt x="110788" y="209087"/>
                </a:moveTo>
                <a:lnTo>
                  <a:pt x="87703" y="249071"/>
                </a:lnTo>
                <a:lnTo>
                  <a:pt x="167672" y="295241"/>
                </a:lnTo>
                <a:lnTo>
                  <a:pt x="190757" y="255257"/>
                </a:lnTo>
                <a:close/>
                <a:moveTo>
                  <a:pt x="515438" y="123474"/>
                </a:moveTo>
                <a:lnTo>
                  <a:pt x="429745" y="378455"/>
                </a:lnTo>
                <a:cubicBezTo>
                  <a:pt x="400959" y="379238"/>
                  <a:pt x="378000" y="402938"/>
                  <a:pt x="378000" y="432000"/>
                </a:cubicBezTo>
                <a:cubicBezTo>
                  <a:pt x="378000" y="461823"/>
                  <a:pt x="402177" y="486000"/>
                  <a:pt x="432000" y="486000"/>
                </a:cubicBezTo>
                <a:cubicBezTo>
                  <a:pt x="443046" y="486000"/>
                  <a:pt x="453318" y="482683"/>
                  <a:pt x="461320" y="476160"/>
                </a:cubicBezTo>
                <a:lnTo>
                  <a:pt x="649162" y="564697"/>
                </a:lnTo>
                <a:lnTo>
                  <a:pt x="482556" y="449060"/>
                </a:lnTo>
                <a:cubicBezTo>
                  <a:pt x="485009" y="443848"/>
                  <a:pt x="486000" y="438040"/>
                  <a:pt x="486000" y="432000"/>
                </a:cubicBezTo>
                <a:cubicBezTo>
                  <a:pt x="486000" y="413494"/>
                  <a:pt x="476691" y="397162"/>
                  <a:pt x="461935" y="388255"/>
                </a:cubicBezTo>
                <a:close/>
                <a:moveTo>
                  <a:pt x="613007" y="81068"/>
                </a:moveTo>
                <a:lnTo>
                  <a:pt x="566837" y="161037"/>
                </a:lnTo>
                <a:lnTo>
                  <a:pt x="606822" y="184122"/>
                </a:lnTo>
                <a:lnTo>
                  <a:pt x="652992" y="104153"/>
                </a:lnTo>
                <a:close/>
                <a:moveTo>
                  <a:pt x="256295" y="81043"/>
                </a:moveTo>
                <a:lnTo>
                  <a:pt x="216311" y="104128"/>
                </a:lnTo>
                <a:lnTo>
                  <a:pt x="262481" y="184097"/>
                </a:lnTo>
                <a:lnTo>
                  <a:pt x="302465" y="161012"/>
                </a:lnTo>
                <a:close/>
                <a:moveTo>
                  <a:pt x="385830" y="36000"/>
                </a:moveTo>
                <a:lnTo>
                  <a:pt x="385830" y="128340"/>
                </a:lnTo>
                <a:lnTo>
                  <a:pt x="478170" y="128340"/>
                </a:lnTo>
                <a:lnTo>
                  <a:pt x="478170" y="36000"/>
                </a:lnTo>
                <a:close/>
                <a:moveTo>
                  <a:pt x="432000" y="0"/>
                </a:moveTo>
                <a:cubicBezTo>
                  <a:pt x="670587" y="0"/>
                  <a:pt x="864000" y="193413"/>
                  <a:pt x="864000" y="432000"/>
                </a:cubicBezTo>
                <a:cubicBezTo>
                  <a:pt x="864000" y="670587"/>
                  <a:pt x="670587" y="864000"/>
                  <a:pt x="432000" y="864000"/>
                </a:cubicBezTo>
                <a:cubicBezTo>
                  <a:pt x="193413" y="864000"/>
                  <a:pt x="0" y="670587"/>
                  <a:pt x="0" y="432000"/>
                </a:cubicBezTo>
                <a:cubicBezTo>
                  <a:pt x="0" y="193413"/>
                  <a:pt x="193413" y="0"/>
                  <a:pt x="432000"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1" name="片側の 2 つの角を丸めた四角形 30"/>
          <p:cNvSpPr>
            <a:spLocks noChangeAspect="1"/>
          </p:cNvSpPr>
          <p:nvPr/>
        </p:nvSpPr>
        <p:spPr bwMode="gray">
          <a:xfrm>
            <a:off x="5098559" y="2778836"/>
            <a:ext cx="830768" cy="737073"/>
          </a:xfrm>
          <a:custGeom>
            <a:avLst/>
            <a:gdLst/>
            <a:ahLst/>
            <a:cxnLst/>
            <a:rect l="l" t="t" r="r" b="b"/>
            <a:pathLst>
              <a:path w="899999" h="798496">
                <a:moveTo>
                  <a:pt x="301413" y="301827"/>
                </a:moveTo>
                <a:lnTo>
                  <a:pt x="301413" y="395427"/>
                </a:lnTo>
                <a:lnTo>
                  <a:pt x="598585" y="395427"/>
                </a:lnTo>
                <a:lnTo>
                  <a:pt x="598585" y="301827"/>
                </a:lnTo>
                <a:close/>
                <a:moveTo>
                  <a:pt x="49949" y="197052"/>
                </a:moveTo>
                <a:lnTo>
                  <a:pt x="850049" y="197052"/>
                </a:lnTo>
                <a:lnTo>
                  <a:pt x="850049" y="733973"/>
                </a:lnTo>
                <a:cubicBezTo>
                  <a:pt x="850049" y="769608"/>
                  <a:pt x="821161" y="798496"/>
                  <a:pt x="785526" y="798496"/>
                </a:cubicBezTo>
                <a:lnTo>
                  <a:pt x="114472" y="798496"/>
                </a:lnTo>
                <a:cubicBezTo>
                  <a:pt x="78837" y="798496"/>
                  <a:pt x="49949" y="769608"/>
                  <a:pt x="49949" y="733973"/>
                </a:cubicBezTo>
                <a:close/>
                <a:moveTo>
                  <a:pt x="24905" y="0"/>
                </a:moveTo>
                <a:lnTo>
                  <a:pt x="875094" y="0"/>
                </a:lnTo>
                <a:cubicBezTo>
                  <a:pt x="888849" y="0"/>
                  <a:pt x="899999" y="11150"/>
                  <a:pt x="899999" y="24905"/>
                </a:cubicBezTo>
                <a:lnTo>
                  <a:pt x="899999" y="149427"/>
                </a:lnTo>
                <a:lnTo>
                  <a:pt x="0" y="149427"/>
                </a:lnTo>
                <a:lnTo>
                  <a:pt x="0" y="24905"/>
                </a:lnTo>
                <a:cubicBezTo>
                  <a:pt x="0" y="11150"/>
                  <a:pt x="11150" y="0"/>
                  <a:pt x="2490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3" name="角丸四角形 42"/>
          <p:cNvSpPr>
            <a:spLocks noChangeAspect="1"/>
          </p:cNvSpPr>
          <p:nvPr/>
        </p:nvSpPr>
        <p:spPr bwMode="gray">
          <a:xfrm>
            <a:off x="3534227" y="2774792"/>
            <a:ext cx="830769" cy="830768"/>
          </a:xfrm>
          <a:custGeom>
            <a:avLst/>
            <a:gdLst/>
            <a:ahLst/>
            <a:cxnLst/>
            <a:rect l="l" t="t" r="r" b="b"/>
            <a:pathLst>
              <a:path w="900000" h="899999">
                <a:moveTo>
                  <a:pt x="100324" y="404956"/>
                </a:moveTo>
                <a:lnTo>
                  <a:pt x="100324" y="801000"/>
                </a:lnTo>
                <a:lnTo>
                  <a:pt x="799676" y="801000"/>
                </a:lnTo>
                <a:lnTo>
                  <a:pt x="799676" y="404956"/>
                </a:lnTo>
                <a:close/>
                <a:moveTo>
                  <a:pt x="93099" y="98530"/>
                </a:moveTo>
                <a:lnTo>
                  <a:pt x="141628" y="98530"/>
                </a:lnTo>
                <a:lnTo>
                  <a:pt x="141628" y="200925"/>
                </a:lnTo>
                <a:lnTo>
                  <a:pt x="308316" y="200925"/>
                </a:lnTo>
                <a:lnTo>
                  <a:pt x="308316" y="98530"/>
                </a:lnTo>
                <a:lnTo>
                  <a:pt x="591684" y="98530"/>
                </a:lnTo>
                <a:lnTo>
                  <a:pt x="591684" y="200925"/>
                </a:lnTo>
                <a:lnTo>
                  <a:pt x="758372" y="200925"/>
                </a:lnTo>
                <a:lnTo>
                  <a:pt x="758372" y="98530"/>
                </a:lnTo>
                <a:lnTo>
                  <a:pt x="806901" y="98530"/>
                </a:lnTo>
                <a:cubicBezTo>
                  <a:pt x="858318" y="98530"/>
                  <a:pt x="900000" y="140212"/>
                  <a:pt x="900000" y="191629"/>
                </a:cubicBezTo>
                <a:lnTo>
                  <a:pt x="900000" y="806900"/>
                </a:lnTo>
                <a:cubicBezTo>
                  <a:pt x="900000" y="858317"/>
                  <a:pt x="858318" y="899999"/>
                  <a:pt x="806901" y="899999"/>
                </a:cubicBezTo>
                <a:lnTo>
                  <a:pt x="93099" y="899999"/>
                </a:lnTo>
                <a:cubicBezTo>
                  <a:pt x="41682" y="899999"/>
                  <a:pt x="0" y="858317"/>
                  <a:pt x="0" y="806900"/>
                </a:cubicBezTo>
                <a:lnTo>
                  <a:pt x="0" y="191629"/>
                </a:lnTo>
                <a:cubicBezTo>
                  <a:pt x="0" y="140212"/>
                  <a:pt x="41682" y="98530"/>
                  <a:pt x="93099" y="98530"/>
                </a:cubicBezTo>
                <a:close/>
                <a:moveTo>
                  <a:pt x="638119" y="0"/>
                </a:moveTo>
                <a:lnTo>
                  <a:pt x="711938" y="0"/>
                </a:lnTo>
                <a:lnTo>
                  <a:pt x="711938" y="172350"/>
                </a:lnTo>
                <a:lnTo>
                  <a:pt x="638119" y="172350"/>
                </a:lnTo>
                <a:close/>
                <a:moveTo>
                  <a:pt x="188063" y="0"/>
                </a:moveTo>
                <a:lnTo>
                  <a:pt x="261882" y="0"/>
                </a:lnTo>
                <a:lnTo>
                  <a:pt x="261882" y="172350"/>
                </a:lnTo>
                <a:lnTo>
                  <a:pt x="188063" y="17235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7" name="円/楕円 46"/>
          <p:cNvSpPr>
            <a:spLocks noChangeAspect="1"/>
          </p:cNvSpPr>
          <p:nvPr/>
        </p:nvSpPr>
        <p:spPr bwMode="gray">
          <a:xfrm>
            <a:off x="3673598" y="1625335"/>
            <a:ext cx="812437" cy="831666"/>
          </a:xfrm>
          <a:custGeom>
            <a:avLst/>
            <a:gdLst/>
            <a:ahLst/>
            <a:cxnLst/>
            <a:rect l="l" t="t" r="r" b="b"/>
            <a:pathLst>
              <a:path w="880140" h="900971">
                <a:moveTo>
                  <a:pt x="36988" y="826995"/>
                </a:moveTo>
                <a:lnTo>
                  <a:pt x="645777" y="826995"/>
                </a:lnTo>
                <a:cubicBezTo>
                  <a:pt x="666205" y="826995"/>
                  <a:pt x="682765" y="843555"/>
                  <a:pt x="682765" y="863983"/>
                </a:cubicBezTo>
                <a:cubicBezTo>
                  <a:pt x="682765" y="884411"/>
                  <a:pt x="666205" y="900971"/>
                  <a:pt x="645777" y="900971"/>
                </a:cubicBezTo>
                <a:lnTo>
                  <a:pt x="36988" y="900971"/>
                </a:lnTo>
                <a:cubicBezTo>
                  <a:pt x="16560" y="900971"/>
                  <a:pt x="0" y="884411"/>
                  <a:pt x="0" y="863983"/>
                </a:cubicBezTo>
                <a:cubicBezTo>
                  <a:pt x="0" y="843555"/>
                  <a:pt x="16560" y="826995"/>
                  <a:pt x="36988" y="826995"/>
                </a:cubicBezTo>
                <a:close/>
                <a:moveTo>
                  <a:pt x="682766" y="256046"/>
                </a:moveTo>
                <a:lnTo>
                  <a:pt x="682766" y="523245"/>
                </a:lnTo>
                <a:cubicBezTo>
                  <a:pt x="745917" y="519764"/>
                  <a:pt x="795622" y="461173"/>
                  <a:pt x="795622" y="389645"/>
                </a:cubicBezTo>
                <a:cubicBezTo>
                  <a:pt x="795622" y="318117"/>
                  <a:pt x="745917" y="259526"/>
                  <a:pt x="682766" y="256046"/>
                </a:cubicBezTo>
                <a:close/>
                <a:moveTo>
                  <a:pt x="2" y="0"/>
                </a:moveTo>
                <a:lnTo>
                  <a:pt x="682766" y="0"/>
                </a:lnTo>
                <a:lnTo>
                  <a:pt x="682766" y="170829"/>
                </a:lnTo>
                <a:cubicBezTo>
                  <a:pt x="683073" y="170726"/>
                  <a:pt x="683380" y="170725"/>
                  <a:pt x="683687" y="170725"/>
                </a:cubicBezTo>
                <a:cubicBezTo>
                  <a:pt x="792185" y="170725"/>
                  <a:pt x="880140" y="268739"/>
                  <a:pt x="880140" y="389645"/>
                </a:cubicBezTo>
                <a:cubicBezTo>
                  <a:pt x="880140" y="510551"/>
                  <a:pt x="792185" y="608565"/>
                  <a:pt x="683687" y="608565"/>
                </a:cubicBezTo>
                <a:lnTo>
                  <a:pt x="682766" y="608462"/>
                </a:lnTo>
                <a:lnTo>
                  <a:pt x="682766" y="705754"/>
                </a:lnTo>
                <a:cubicBezTo>
                  <a:pt x="682766" y="750713"/>
                  <a:pt x="646319" y="787160"/>
                  <a:pt x="601360" y="787160"/>
                </a:cubicBezTo>
                <a:lnTo>
                  <a:pt x="81408" y="787160"/>
                </a:lnTo>
                <a:cubicBezTo>
                  <a:pt x="36449" y="787160"/>
                  <a:pt x="2" y="750713"/>
                  <a:pt x="2" y="705754"/>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9" name="角丸四角形 7"/>
          <p:cNvSpPr>
            <a:spLocks noChangeAspect="1"/>
          </p:cNvSpPr>
          <p:nvPr/>
        </p:nvSpPr>
        <p:spPr bwMode="gray">
          <a:xfrm>
            <a:off x="1969896" y="2864445"/>
            <a:ext cx="830768" cy="720095"/>
          </a:xfrm>
          <a:custGeom>
            <a:avLst/>
            <a:gdLst/>
            <a:ahLst/>
            <a:cxnLst/>
            <a:rect l="l" t="t" r="r" b="b"/>
            <a:pathLst>
              <a:path w="899999" h="780103">
                <a:moveTo>
                  <a:pt x="256190" y="390052"/>
                </a:moveTo>
                <a:lnTo>
                  <a:pt x="189252" y="693009"/>
                </a:lnTo>
                <a:lnTo>
                  <a:pt x="710746" y="693009"/>
                </a:lnTo>
                <a:lnTo>
                  <a:pt x="643808" y="390052"/>
                </a:lnTo>
                <a:close/>
                <a:moveTo>
                  <a:pt x="53182" y="276291"/>
                </a:moveTo>
                <a:lnTo>
                  <a:pt x="846817" y="276291"/>
                </a:lnTo>
                <a:cubicBezTo>
                  <a:pt x="876189" y="276291"/>
                  <a:pt x="899999" y="300101"/>
                  <a:pt x="899999" y="329473"/>
                </a:cubicBezTo>
                <a:lnTo>
                  <a:pt x="899999" y="499334"/>
                </a:lnTo>
                <a:cubicBezTo>
                  <a:pt x="899999" y="528706"/>
                  <a:pt x="876189" y="552516"/>
                  <a:pt x="846817" y="552516"/>
                </a:cubicBezTo>
                <a:lnTo>
                  <a:pt x="764069" y="552516"/>
                </a:lnTo>
                <a:lnTo>
                  <a:pt x="800043" y="780103"/>
                </a:lnTo>
                <a:lnTo>
                  <a:pt x="99955" y="780103"/>
                </a:lnTo>
                <a:lnTo>
                  <a:pt x="135929" y="552516"/>
                </a:lnTo>
                <a:lnTo>
                  <a:pt x="53182" y="552516"/>
                </a:lnTo>
                <a:cubicBezTo>
                  <a:pt x="23810" y="552516"/>
                  <a:pt x="0" y="528706"/>
                  <a:pt x="0" y="499334"/>
                </a:cubicBezTo>
                <a:lnTo>
                  <a:pt x="0" y="329473"/>
                </a:lnTo>
                <a:cubicBezTo>
                  <a:pt x="0" y="300101"/>
                  <a:pt x="23810" y="276291"/>
                  <a:pt x="53182" y="276291"/>
                </a:cubicBezTo>
                <a:close/>
                <a:moveTo>
                  <a:pt x="274816" y="0"/>
                </a:moveTo>
                <a:lnTo>
                  <a:pt x="625182" y="0"/>
                </a:lnTo>
                <a:lnTo>
                  <a:pt x="625182" y="138175"/>
                </a:lnTo>
                <a:lnTo>
                  <a:pt x="681880" y="138175"/>
                </a:lnTo>
                <a:lnTo>
                  <a:pt x="853199" y="193911"/>
                </a:lnTo>
                <a:lnTo>
                  <a:pt x="850523" y="193911"/>
                </a:lnTo>
                <a:cubicBezTo>
                  <a:pt x="856382" y="194731"/>
                  <a:pt x="860399" y="199936"/>
                  <a:pt x="860399" y="206078"/>
                </a:cubicBezTo>
                <a:lnTo>
                  <a:pt x="860399" y="214504"/>
                </a:lnTo>
                <a:cubicBezTo>
                  <a:pt x="860399" y="222118"/>
                  <a:pt x="854226" y="228291"/>
                  <a:pt x="846612" y="228291"/>
                </a:cubicBezTo>
                <a:lnTo>
                  <a:pt x="53386" y="228291"/>
                </a:lnTo>
                <a:cubicBezTo>
                  <a:pt x="45772" y="228291"/>
                  <a:pt x="39599" y="222118"/>
                  <a:pt x="39599" y="214504"/>
                </a:cubicBezTo>
                <a:lnTo>
                  <a:pt x="39599" y="206078"/>
                </a:lnTo>
                <a:cubicBezTo>
                  <a:pt x="39599" y="199936"/>
                  <a:pt x="43616" y="194731"/>
                  <a:pt x="49475" y="193911"/>
                </a:cubicBezTo>
                <a:lnTo>
                  <a:pt x="46799" y="193911"/>
                </a:lnTo>
                <a:lnTo>
                  <a:pt x="218118" y="138175"/>
                </a:lnTo>
                <a:lnTo>
                  <a:pt x="274816" y="138175"/>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0" name="円/楕円 11"/>
          <p:cNvSpPr>
            <a:spLocks noChangeAspect="1"/>
          </p:cNvSpPr>
          <p:nvPr/>
        </p:nvSpPr>
        <p:spPr bwMode="gray">
          <a:xfrm>
            <a:off x="5365094" y="4018423"/>
            <a:ext cx="697344" cy="697846"/>
          </a:xfrm>
          <a:custGeom>
            <a:avLst/>
            <a:gdLst/>
            <a:ahLst/>
            <a:cxnLst/>
            <a:rect l="l" t="t" r="r" b="b"/>
            <a:pathLst>
              <a:path w="900860" h="901509">
                <a:moveTo>
                  <a:pt x="122266" y="613873"/>
                </a:moveTo>
                <a:lnTo>
                  <a:pt x="96215" y="639924"/>
                </a:lnTo>
                <a:lnTo>
                  <a:pt x="71315" y="732852"/>
                </a:lnTo>
                <a:cubicBezTo>
                  <a:pt x="114384" y="753345"/>
                  <a:pt x="148994" y="787955"/>
                  <a:pt x="170846" y="830359"/>
                </a:cubicBezTo>
                <a:lnTo>
                  <a:pt x="256502" y="813218"/>
                </a:lnTo>
                <a:lnTo>
                  <a:pt x="286657" y="783063"/>
                </a:lnTo>
                <a:cubicBezTo>
                  <a:pt x="269058" y="699017"/>
                  <a:pt x="205432" y="632239"/>
                  <a:pt x="122266" y="613873"/>
                </a:cubicBezTo>
                <a:close/>
                <a:moveTo>
                  <a:pt x="687631" y="0"/>
                </a:moveTo>
                <a:cubicBezTo>
                  <a:pt x="805059" y="9179"/>
                  <a:pt x="897605" y="105816"/>
                  <a:pt x="900860" y="224900"/>
                </a:cubicBezTo>
                <a:lnTo>
                  <a:pt x="677823" y="447560"/>
                </a:lnTo>
                <a:lnTo>
                  <a:pt x="677821" y="447558"/>
                </a:lnTo>
                <a:lnTo>
                  <a:pt x="279032" y="845672"/>
                </a:lnTo>
                <a:lnTo>
                  <a:pt x="0" y="901509"/>
                </a:lnTo>
                <a:lnTo>
                  <a:pt x="46018" y="640523"/>
                </a:lnTo>
                <a:lnTo>
                  <a:pt x="644966" y="42591"/>
                </a:lnTo>
                <a:lnTo>
                  <a:pt x="644967" y="4259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正方形/長方形 33"/>
          <p:cNvSpPr>
            <a:spLocks noChangeAspect="1"/>
          </p:cNvSpPr>
          <p:nvPr/>
        </p:nvSpPr>
        <p:spPr bwMode="gray">
          <a:xfrm>
            <a:off x="2401264" y="3952033"/>
            <a:ext cx="829465" cy="830627"/>
          </a:xfrm>
          <a:custGeom>
            <a:avLst/>
            <a:gdLst/>
            <a:ahLst/>
            <a:cxnLst/>
            <a:rect l="l" t="t" r="r" b="b"/>
            <a:pathLst>
              <a:path w="898587" h="899846">
                <a:moveTo>
                  <a:pt x="139045" y="479539"/>
                </a:moveTo>
                <a:lnTo>
                  <a:pt x="341822" y="561466"/>
                </a:lnTo>
                <a:cubicBezTo>
                  <a:pt x="341298" y="586719"/>
                  <a:pt x="340775" y="611971"/>
                  <a:pt x="340251" y="637224"/>
                </a:cubicBezTo>
                <a:lnTo>
                  <a:pt x="137474" y="555296"/>
                </a:lnTo>
                <a:cubicBezTo>
                  <a:pt x="137998" y="530044"/>
                  <a:pt x="138521" y="504791"/>
                  <a:pt x="139045" y="479539"/>
                </a:cubicBezTo>
                <a:close/>
                <a:moveTo>
                  <a:pt x="759547" y="478495"/>
                </a:moveTo>
                <a:cubicBezTo>
                  <a:pt x="760070" y="503747"/>
                  <a:pt x="760594" y="529000"/>
                  <a:pt x="761117" y="554252"/>
                </a:cubicBezTo>
                <a:lnTo>
                  <a:pt x="558341" y="636180"/>
                </a:lnTo>
                <a:cubicBezTo>
                  <a:pt x="557817" y="610927"/>
                  <a:pt x="557294" y="585675"/>
                  <a:pt x="556770" y="560422"/>
                </a:cubicBezTo>
                <a:close/>
                <a:moveTo>
                  <a:pt x="141426" y="269989"/>
                </a:moveTo>
                <a:lnTo>
                  <a:pt x="344203" y="351916"/>
                </a:lnTo>
                <a:cubicBezTo>
                  <a:pt x="343679" y="377169"/>
                  <a:pt x="343156" y="402421"/>
                  <a:pt x="342632" y="427674"/>
                </a:cubicBezTo>
                <a:lnTo>
                  <a:pt x="139855" y="345746"/>
                </a:lnTo>
                <a:cubicBezTo>
                  <a:pt x="140379" y="320494"/>
                  <a:pt x="140902" y="295241"/>
                  <a:pt x="141426" y="269989"/>
                </a:cubicBezTo>
                <a:close/>
                <a:moveTo>
                  <a:pt x="757166" y="268945"/>
                </a:moveTo>
                <a:cubicBezTo>
                  <a:pt x="757689" y="294197"/>
                  <a:pt x="758213" y="319450"/>
                  <a:pt x="758736" y="344702"/>
                </a:cubicBezTo>
                <a:lnTo>
                  <a:pt x="555960" y="426630"/>
                </a:lnTo>
                <a:cubicBezTo>
                  <a:pt x="555436" y="401377"/>
                  <a:pt x="554913" y="376125"/>
                  <a:pt x="554389" y="350872"/>
                </a:cubicBezTo>
                <a:close/>
                <a:moveTo>
                  <a:pt x="820799" y="113068"/>
                </a:moveTo>
                <a:lnTo>
                  <a:pt x="499300" y="242962"/>
                </a:lnTo>
                <a:lnTo>
                  <a:pt x="499300" y="791421"/>
                </a:lnTo>
                <a:lnTo>
                  <a:pt x="820800" y="661526"/>
                </a:lnTo>
                <a:cubicBezTo>
                  <a:pt x="820800" y="478707"/>
                  <a:pt x="820799" y="295887"/>
                  <a:pt x="820799" y="113068"/>
                </a:cubicBezTo>
                <a:close/>
                <a:moveTo>
                  <a:pt x="77788" y="113066"/>
                </a:moveTo>
                <a:cubicBezTo>
                  <a:pt x="77788" y="295886"/>
                  <a:pt x="77787" y="478705"/>
                  <a:pt x="77787" y="661525"/>
                </a:cubicBezTo>
                <a:lnTo>
                  <a:pt x="399287" y="791419"/>
                </a:lnTo>
                <a:lnTo>
                  <a:pt x="399287" y="242960"/>
                </a:lnTo>
                <a:close/>
                <a:moveTo>
                  <a:pt x="859693" y="0"/>
                </a:moveTo>
                <a:cubicBezTo>
                  <a:pt x="881174" y="0"/>
                  <a:pt x="898587" y="17413"/>
                  <a:pt x="898587" y="38894"/>
                </a:cubicBezTo>
                <a:lnTo>
                  <a:pt x="898587" y="696650"/>
                </a:lnTo>
                <a:lnTo>
                  <a:pt x="895352" y="704461"/>
                </a:lnTo>
                <a:cubicBezTo>
                  <a:pt x="895885" y="707249"/>
                  <a:pt x="894914" y="709550"/>
                  <a:pt x="892588" y="711135"/>
                </a:cubicBezTo>
                <a:cubicBezTo>
                  <a:pt x="891295" y="721405"/>
                  <a:pt x="883924" y="728661"/>
                  <a:pt x="873617" y="729777"/>
                </a:cubicBezTo>
                <a:lnTo>
                  <a:pt x="872477" y="730897"/>
                </a:lnTo>
                <a:lnTo>
                  <a:pt x="468649" y="894054"/>
                </a:lnTo>
                <a:cubicBezTo>
                  <a:pt x="462199" y="896660"/>
                  <a:pt x="457862" y="902307"/>
                  <a:pt x="451677" y="898648"/>
                </a:cubicBezTo>
                <a:cubicBezTo>
                  <a:pt x="445492" y="902307"/>
                  <a:pt x="436392" y="896660"/>
                  <a:pt x="429942" y="894054"/>
                </a:cubicBezTo>
                <a:lnTo>
                  <a:pt x="39540" y="736321"/>
                </a:lnTo>
                <a:cubicBezTo>
                  <a:pt x="39327" y="736587"/>
                  <a:pt x="39110" y="736589"/>
                  <a:pt x="38893" y="736589"/>
                </a:cubicBezTo>
                <a:lnTo>
                  <a:pt x="38894" y="736588"/>
                </a:lnTo>
                <a:cubicBezTo>
                  <a:pt x="22259" y="736588"/>
                  <a:pt x="8063" y="726145"/>
                  <a:pt x="5268" y="710411"/>
                </a:cubicBezTo>
                <a:cubicBezTo>
                  <a:pt x="3576" y="709242"/>
                  <a:pt x="2873" y="707579"/>
                  <a:pt x="3249" y="705538"/>
                </a:cubicBezTo>
                <a:cubicBezTo>
                  <a:pt x="311" y="703360"/>
                  <a:pt x="0" y="700563"/>
                  <a:pt x="0" y="697694"/>
                </a:cubicBezTo>
                <a:lnTo>
                  <a:pt x="0" y="39938"/>
                </a:lnTo>
                <a:cubicBezTo>
                  <a:pt x="0" y="18457"/>
                  <a:pt x="17413" y="1044"/>
                  <a:pt x="38894" y="1044"/>
                </a:cubicBezTo>
                <a:lnTo>
                  <a:pt x="42760" y="2645"/>
                </a:lnTo>
                <a:cubicBezTo>
                  <a:pt x="51121" y="402"/>
                  <a:pt x="60101" y="1242"/>
                  <a:pt x="68673" y="4705"/>
                </a:cubicBezTo>
                <a:lnTo>
                  <a:pt x="449296" y="158486"/>
                </a:lnTo>
                <a:lnTo>
                  <a:pt x="829918" y="4705"/>
                </a:lnTo>
                <a:cubicBezTo>
                  <a:pt x="837916" y="1474"/>
                  <a:pt x="846270" y="526"/>
                  <a:pt x="854163" y="2291"/>
                </a:cubicBezTo>
                <a:cubicBezTo>
                  <a:pt x="855779" y="147"/>
                  <a:pt x="857719" y="0"/>
                  <a:pt x="859693"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角丸四角形 40"/>
          <p:cNvSpPr>
            <a:spLocks noChangeAspect="1"/>
          </p:cNvSpPr>
          <p:nvPr/>
        </p:nvSpPr>
        <p:spPr bwMode="gray">
          <a:xfrm>
            <a:off x="944614" y="5149070"/>
            <a:ext cx="610331" cy="830002"/>
          </a:xfrm>
          <a:custGeom>
            <a:avLst/>
            <a:gdLst/>
            <a:ahLst/>
            <a:cxnLst/>
            <a:rect l="l" t="t" r="r" b="b"/>
            <a:pathLst>
              <a:path w="661192" h="899169">
                <a:moveTo>
                  <a:pt x="223006" y="268677"/>
                </a:moveTo>
                <a:lnTo>
                  <a:pt x="439328" y="268677"/>
                </a:lnTo>
                <a:cubicBezTo>
                  <a:pt x="511435" y="268677"/>
                  <a:pt x="367398" y="405381"/>
                  <a:pt x="331344" y="405381"/>
                </a:cubicBezTo>
                <a:cubicBezTo>
                  <a:pt x="283120" y="392655"/>
                  <a:pt x="150899" y="268677"/>
                  <a:pt x="223006" y="268677"/>
                </a:cubicBezTo>
                <a:close/>
                <a:moveTo>
                  <a:pt x="83452" y="100769"/>
                </a:moveTo>
                <a:lnTo>
                  <a:pt x="83452" y="160466"/>
                </a:lnTo>
                <a:cubicBezTo>
                  <a:pt x="83452" y="290054"/>
                  <a:pt x="173267" y="397431"/>
                  <a:pt x="290831" y="414462"/>
                </a:cubicBezTo>
                <a:cubicBezTo>
                  <a:pt x="302002" y="420481"/>
                  <a:pt x="308319" y="433921"/>
                  <a:pt x="308319" y="449169"/>
                </a:cubicBezTo>
                <a:cubicBezTo>
                  <a:pt x="308319" y="467075"/>
                  <a:pt x="299607" y="482489"/>
                  <a:pt x="285530" y="486566"/>
                </a:cubicBezTo>
                <a:cubicBezTo>
                  <a:pt x="172863" y="507935"/>
                  <a:pt x="88140" y="612843"/>
                  <a:pt x="88140" y="738704"/>
                </a:cubicBezTo>
                <a:lnTo>
                  <a:pt x="88140" y="798400"/>
                </a:lnTo>
                <a:lnTo>
                  <a:pt x="134117" y="798400"/>
                </a:lnTo>
                <a:cubicBezTo>
                  <a:pt x="166658" y="667209"/>
                  <a:pt x="215105" y="588094"/>
                  <a:pt x="330596" y="575376"/>
                </a:cubicBezTo>
                <a:cubicBezTo>
                  <a:pt x="450290" y="592327"/>
                  <a:pt x="495439" y="668094"/>
                  <a:pt x="527303" y="798400"/>
                </a:cubicBezTo>
                <a:lnTo>
                  <a:pt x="577740" y="798400"/>
                </a:lnTo>
                <a:lnTo>
                  <a:pt x="577740" y="738704"/>
                </a:lnTo>
                <a:cubicBezTo>
                  <a:pt x="577740" y="607315"/>
                  <a:pt x="485411" y="498760"/>
                  <a:pt x="365488" y="483917"/>
                </a:cubicBezTo>
                <a:cubicBezTo>
                  <a:pt x="354697" y="478277"/>
                  <a:pt x="348489" y="465642"/>
                  <a:pt x="348596" y="451171"/>
                </a:cubicBezTo>
                <a:lnTo>
                  <a:pt x="348596" y="447167"/>
                </a:lnTo>
                <a:cubicBezTo>
                  <a:pt x="348488" y="432729"/>
                  <a:pt x="354669" y="420118"/>
                  <a:pt x="365420" y="414456"/>
                </a:cubicBezTo>
                <a:cubicBezTo>
                  <a:pt x="483114" y="397578"/>
                  <a:pt x="573052" y="290142"/>
                  <a:pt x="573052" y="160466"/>
                </a:cubicBezTo>
                <a:lnTo>
                  <a:pt x="573052" y="100769"/>
                </a:lnTo>
                <a:close/>
                <a:moveTo>
                  <a:pt x="38226" y="0"/>
                </a:moveTo>
                <a:lnTo>
                  <a:pt x="622966" y="0"/>
                </a:lnTo>
                <a:cubicBezTo>
                  <a:pt x="644078" y="0"/>
                  <a:pt x="661192" y="17114"/>
                  <a:pt x="661192" y="38226"/>
                </a:cubicBezTo>
                <a:lnTo>
                  <a:pt x="661192" y="62543"/>
                </a:lnTo>
                <a:cubicBezTo>
                  <a:pt x="661192" y="83655"/>
                  <a:pt x="644078" y="100769"/>
                  <a:pt x="622966" y="100769"/>
                </a:cubicBezTo>
                <a:lnTo>
                  <a:pt x="609241" y="100769"/>
                </a:lnTo>
                <a:lnTo>
                  <a:pt x="609241" y="160466"/>
                </a:lnTo>
                <a:cubicBezTo>
                  <a:pt x="609241" y="303172"/>
                  <a:pt x="512584" y="422195"/>
                  <a:pt x="384190" y="449337"/>
                </a:cubicBezTo>
                <a:cubicBezTo>
                  <a:pt x="514954" y="474142"/>
                  <a:pt x="613929" y="594297"/>
                  <a:pt x="613929" y="738704"/>
                </a:cubicBezTo>
                <a:lnTo>
                  <a:pt x="613929" y="798400"/>
                </a:lnTo>
                <a:lnTo>
                  <a:pt x="622966" y="798400"/>
                </a:lnTo>
                <a:cubicBezTo>
                  <a:pt x="644078" y="798400"/>
                  <a:pt x="661192" y="815514"/>
                  <a:pt x="661192" y="836626"/>
                </a:cubicBezTo>
                <a:lnTo>
                  <a:pt x="661192" y="860943"/>
                </a:lnTo>
                <a:cubicBezTo>
                  <a:pt x="661192" y="882055"/>
                  <a:pt x="644078" y="899169"/>
                  <a:pt x="622966" y="899169"/>
                </a:cubicBezTo>
                <a:lnTo>
                  <a:pt x="38226" y="899169"/>
                </a:lnTo>
                <a:cubicBezTo>
                  <a:pt x="17114" y="899169"/>
                  <a:pt x="0" y="882055"/>
                  <a:pt x="0" y="860943"/>
                </a:cubicBezTo>
                <a:lnTo>
                  <a:pt x="0" y="836626"/>
                </a:lnTo>
                <a:cubicBezTo>
                  <a:pt x="0" y="815514"/>
                  <a:pt x="17114" y="798400"/>
                  <a:pt x="38226" y="798400"/>
                </a:cubicBezTo>
                <a:lnTo>
                  <a:pt x="51951" y="798400"/>
                </a:lnTo>
                <a:lnTo>
                  <a:pt x="51951" y="738704"/>
                </a:lnTo>
                <a:cubicBezTo>
                  <a:pt x="51951" y="595998"/>
                  <a:pt x="148608" y="476976"/>
                  <a:pt x="277002" y="449833"/>
                </a:cubicBezTo>
                <a:cubicBezTo>
                  <a:pt x="146238" y="425029"/>
                  <a:pt x="47263" y="304873"/>
                  <a:pt x="47263" y="160466"/>
                </a:cubicBezTo>
                <a:lnTo>
                  <a:pt x="47263" y="100769"/>
                </a:lnTo>
                <a:lnTo>
                  <a:pt x="38226" y="100769"/>
                </a:lnTo>
                <a:cubicBezTo>
                  <a:pt x="17114" y="100769"/>
                  <a:pt x="0" y="83655"/>
                  <a:pt x="0" y="62543"/>
                </a:cubicBezTo>
                <a:lnTo>
                  <a:pt x="0" y="38226"/>
                </a:lnTo>
                <a:cubicBezTo>
                  <a:pt x="0" y="17114"/>
                  <a:pt x="17114" y="0"/>
                  <a:pt x="3822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正方形/長方形 56"/>
          <p:cNvSpPr>
            <a:spLocks noChangeAspect="1"/>
          </p:cNvSpPr>
          <p:nvPr/>
        </p:nvSpPr>
        <p:spPr bwMode="gray">
          <a:xfrm>
            <a:off x="6829167" y="3982296"/>
            <a:ext cx="719654" cy="770100"/>
          </a:xfrm>
          <a:custGeom>
            <a:avLst/>
            <a:gdLst/>
            <a:ahLst/>
            <a:cxnLst/>
            <a:rect l="l" t="t" r="r" b="b"/>
            <a:pathLst>
              <a:path w="779625" h="834275">
                <a:moveTo>
                  <a:pt x="580900" y="0"/>
                </a:moveTo>
                <a:cubicBezTo>
                  <a:pt x="622359" y="0"/>
                  <a:pt x="663819" y="15816"/>
                  <a:pt x="695451" y="47448"/>
                </a:cubicBezTo>
                <a:cubicBezTo>
                  <a:pt x="758716" y="110713"/>
                  <a:pt x="758716" y="213286"/>
                  <a:pt x="695451" y="276551"/>
                </a:cubicBezTo>
                <a:lnTo>
                  <a:pt x="294539" y="677463"/>
                </a:lnTo>
                <a:lnTo>
                  <a:pt x="294432" y="677356"/>
                </a:lnTo>
                <a:cubicBezTo>
                  <a:pt x="276160" y="695628"/>
                  <a:pt x="257888" y="713900"/>
                  <a:pt x="239617" y="732171"/>
                </a:cubicBezTo>
                <a:cubicBezTo>
                  <a:pt x="201489" y="770299"/>
                  <a:pt x="139672" y="770299"/>
                  <a:pt x="101544" y="732171"/>
                </a:cubicBezTo>
                <a:lnTo>
                  <a:pt x="101546" y="732171"/>
                </a:lnTo>
                <a:cubicBezTo>
                  <a:pt x="63418" y="694043"/>
                  <a:pt x="63418" y="632227"/>
                  <a:pt x="101546" y="594099"/>
                </a:cubicBezTo>
                <a:lnTo>
                  <a:pt x="371141" y="324503"/>
                </a:lnTo>
                <a:lnTo>
                  <a:pt x="371142" y="324504"/>
                </a:lnTo>
                <a:lnTo>
                  <a:pt x="422060" y="273586"/>
                </a:lnTo>
                <a:cubicBezTo>
                  <a:pt x="436120" y="259526"/>
                  <a:pt x="458917" y="259526"/>
                  <a:pt x="472977" y="273586"/>
                </a:cubicBezTo>
                <a:cubicBezTo>
                  <a:pt x="487037" y="287647"/>
                  <a:pt x="487037" y="310444"/>
                  <a:pt x="472977" y="324504"/>
                </a:cubicBezTo>
                <a:lnTo>
                  <a:pt x="422060" y="375421"/>
                </a:lnTo>
                <a:lnTo>
                  <a:pt x="422358" y="375720"/>
                </a:lnTo>
                <a:lnTo>
                  <a:pt x="152457" y="645621"/>
                </a:lnTo>
                <a:cubicBezTo>
                  <a:pt x="142615" y="655462"/>
                  <a:pt x="142615" y="671417"/>
                  <a:pt x="152457" y="681259"/>
                </a:cubicBezTo>
                <a:cubicBezTo>
                  <a:pt x="162298" y="691100"/>
                  <a:pt x="178253" y="691100"/>
                  <a:pt x="188095" y="681259"/>
                </a:cubicBezTo>
                <a:lnTo>
                  <a:pt x="457996" y="411358"/>
                </a:lnTo>
                <a:lnTo>
                  <a:pt x="458408" y="411770"/>
                </a:lnTo>
                <a:lnTo>
                  <a:pt x="644539" y="225639"/>
                </a:lnTo>
                <a:cubicBezTo>
                  <a:pt x="679687" y="190492"/>
                  <a:pt x="679687" y="133507"/>
                  <a:pt x="644539" y="98360"/>
                </a:cubicBezTo>
                <a:cubicBezTo>
                  <a:pt x="609392" y="63212"/>
                  <a:pt x="552408" y="63212"/>
                  <a:pt x="517260" y="98360"/>
                </a:cubicBezTo>
                <a:lnTo>
                  <a:pt x="116348" y="499272"/>
                </a:lnTo>
                <a:lnTo>
                  <a:pt x="116215" y="499139"/>
                </a:lnTo>
                <a:lnTo>
                  <a:pt x="50911" y="564442"/>
                </a:lnTo>
                <a:cubicBezTo>
                  <a:pt x="-9542" y="624895"/>
                  <a:pt x="-9542" y="722909"/>
                  <a:pt x="50911" y="783362"/>
                </a:cubicBezTo>
                <a:cubicBezTo>
                  <a:pt x="111365" y="843816"/>
                  <a:pt x="209379" y="843816"/>
                  <a:pt x="269832" y="783362"/>
                </a:cubicBezTo>
                <a:lnTo>
                  <a:pt x="626453" y="426742"/>
                </a:lnTo>
                <a:cubicBezTo>
                  <a:pt x="626392" y="426215"/>
                  <a:pt x="626630" y="425970"/>
                  <a:pt x="626873" y="425728"/>
                </a:cubicBezTo>
                <a:lnTo>
                  <a:pt x="728708" y="323893"/>
                </a:lnTo>
                <a:cubicBezTo>
                  <a:pt x="742768" y="309833"/>
                  <a:pt x="765565" y="309833"/>
                  <a:pt x="779625" y="323893"/>
                </a:cubicBezTo>
                <a:cubicBezTo>
                  <a:pt x="793685" y="337953"/>
                  <a:pt x="793685" y="360750"/>
                  <a:pt x="779625" y="374810"/>
                </a:cubicBezTo>
                <a:lnTo>
                  <a:pt x="716719" y="437717"/>
                </a:lnTo>
                <a:lnTo>
                  <a:pt x="716877" y="437875"/>
                </a:lnTo>
                <a:lnTo>
                  <a:pt x="320478" y="834275"/>
                </a:lnTo>
                <a:cubicBezTo>
                  <a:pt x="231981" y="922772"/>
                  <a:pt x="88497" y="922772"/>
                  <a:pt x="0" y="834275"/>
                </a:cubicBezTo>
                <a:cubicBezTo>
                  <a:pt x="-88498" y="745777"/>
                  <a:pt x="-88498" y="602294"/>
                  <a:pt x="0" y="513796"/>
                </a:cubicBezTo>
                <a:lnTo>
                  <a:pt x="65437" y="448360"/>
                </a:lnTo>
                <a:lnTo>
                  <a:pt x="396399" y="117397"/>
                </a:lnTo>
                <a:lnTo>
                  <a:pt x="466348" y="47448"/>
                </a:lnTo>
                <a:cubicBezTo>
                  <a:pt x="497981" y="15816"/>
                  <a:pt x="539440" y="0"/>
                  <a:pt x="5809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片側の 2 つの角を丸めた四角形 59"/>
          <p:cNvSpPr>
            <a:spLocks noChangeAspect="1"/>
          </p:cNvSpPr>
          <p:nvPr/>
        </p:nvSpPr>
        <p:spPr bwMode="gray">
          <a:xfrm>
            <a:off x="6662889" y="2843423"/>
            <a:ext cx="830374" cy="663489"/>
          </a:xfrm>
          <a:custGeom>
            <a:avLst/>
            <a:gdLst/>
            <a:ahLst/>
            <a:cxnLst/>
            <a:rect l="l" t="t" r="r" b="b"/>
            <a:pathLst>
              <a:path w="899572" h="718780">
                <a:moveTo>
                  <a:pt x="55601" y="221262"/>
                </a:moveTo>
                <a:cubicBezTo>
                  <a:pt x="65235" y="221438"/>
                  <a:pt x="74140" y="222111"/>
                  <a:pt x="80362" y="222111"/>
                </a:cubicBezTo>
                <a:lnTo>
                  <a:pt x="818226" y="222111"/>
                </a:lnTo>
                <a:cubicBezTo>
                  <a:pt x="843116" y="222111"/>
                  <a:pt x="906156" y="213714"/>
                  <a:pt x="899012" y="262417"/>
                </a:cubicBezTo>
                <a:lnTo>
                  <a:pt x="863294" y="673712"/>
                </a:lnTo>
                <a:cubicBezTo>
                  <a:pt x="863294" y="698602"/>
                  <a:pt x="843116" y="718780"/>
                  <a:pt x="818226" y="718780"/>
                </a:cubicBezTo>
                <a:lnTo>
                  <a:pt x="80362" y="718780"/>
                </a:lnTo>
                <a:cubicBezTo>
                  <a:pt x="55472" y="718780"/>
                  <a:pt x="35294" y="698602"/>
                  <a:pt x="35294" y="673712"/>
                </a:cubicBezTo>
                <a:cubicBezTo>
                  <a:pt x="28150" y="540583"/>
                  <a:pt x="4337" y="378878"/>
                  <a:pt x="1956" y="264798"/>
                </a:cubicBezTo>
                <a:cubicBezTo>
                  <a:pt x="-8760" y="224699"/>
                  <a:pt x="26701" y="220737"/>
                  <a:pt x="55601" y="221262"/>
                </a:cubicBezTo>
                <a:close/>
                <a:moveTo>
                  <a:pt x="129235" y="0"/>
                </a:moveTo>
                <a:lnTo>
                  <a:pt x="301846" y="0"/>
                </a:lnTo>
                <a:cubicBezTo>
                  <a:pt x="375679" y="10600"/>
                  <a:pt x="375413" y="76816"/>
                  <a:pt x="457935" y="92179"/>
                </a:cubicBezTo>
                <a:lnTo>
                  <a:pt x="782689" y="92179"/>
                </a:lnTo>
                <a:cubicBezTo>
                  <a:pt x="801942" y="92548"/>
                  <a:pt x="824242" y="108531"/>
                  <a:pt x="824242" y="128053"/>
                </a:cubicBezTo>
                <a:lnTo>
                  <a:pt x="831386" y="164962"/>
                </a:lnTo>
                <a:lnTo>
                  <a:pt x="462908" y="164962"/>
                </a:lnTo>
                <a:lnTo>
                  <a:pt x="68186" y="164962"/>
                </a:lnTo>
                <a:lnTo>
                  <a:pt x="82473" y="61049"/>
                </a:lnTo>
                <a:cubicBezTo>
                  <a:pt x="82473" y="27333"/>
                  <a:pt x="95519" y="0"/>
                  <a:pt x="12923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角丸四角形 63"/>
          <p:cNvSpPr>
            <a:spLocks noChangeAspect="1"/>
          </p:cNvSpPr>
          <p:nvPr/>
        </p:nvSpPr>
        <p:spPr bwMode="gray">
          <a:xfrm>
            <a:off x="8226829" y="2765793"/>
            <a:ext cx="831202" cy="678414"/>
          </a:xfrm>
          <a:custGeom>
            <a:avLst/>
            <a:gdLst/>
            <a:ahLst/>
            <a:cxnLst/>
            <a:rect l="l" t="t" r="r" b="b"/>
            <a:pathLst>
              <a:path w="900469" h="734948">
                <a:moveTo>
                  <a:pt x="268387" y="341442"/>
                </a:moveTo>
                <a:lnTo>
                  <a:pt x="268387" y="425334"/>
                </a:lnTo>
                <a:cubicBezTo>
                  <a:pt x="268387" y="453539"/>
                  <a:pt x="291252" y="476404"/>
                  <a:pt x="319457" y="476404"/>
                </a:cubicBezTo>
                <a:lnTo>
                  <a:pt x="580544" y="476404"/>
                </a:lnTo>
                <a:cubicBezTo>
                  <a:pt x="608749" y="476404"/>
                  <a:pt x="631614" y="453539"/>
                  <a:pt x="631614" y="425334"/>
                </a:cubicBezTo>
                <a:lnTo>
                  <a:pt x="631614" y="341442"/>
                </a:lnTo>
                <a:lnTo>
                  <a:pt x="570253" y="341442"/>
                </a:lnTo>
                <a:lnTo>
                  <a:pt x="570253" y="412111"/>
                </a:lnTo>
                <a:lnTo>
                  <a:pt x="329747" y="412111"/>
                </a:lnTo>
                <a:lnTo>
                  <a:pt x="329747" y="341442"/>
                </a:lnTo>
                <a:close/>
                <a:moveTo>
                  <a:pt x="66619" y="159034"/>
                </a:moveTo>
                <a:lnTo>
                  <a:pt x="66619" y="229459"/>
                </a:lnTo>
                <a:lnTo>
                  <a:pt x="833382" y="229459"/>
                </a:lnTo>
                <a:lnTo>
                  <a:pt x="833382" y="159034"/>
                </a:lnTo>
                <a:lnTo>
                  <a:pt x="842474" y="162596"/>
                </a:lnTo>
                <a:lnTo>
                  <a:pt x="895485" y="215607"/>
                </a:lnTo>
                <a:cubicBezTo>
                  <a:pt x="898570" y="223777"/>
                  <a:pt x="900001" y="232648"/>
                  <a:pt x="900001" y="241852"/>
                </a:cubicBezTo>
                <a:lnTo>
                  <a:pt x="900000" y="241852"/>
                </a:lnTo>
                <a:cubicBezTo>
                  <a:pt x="900156" y="251158"/>
                  <a:pt x="900313" y="260463"/>
                  <a:pt x="900469" y="269769"/>
                </a:cubicBezTo>
                <a:lnTo>
                  <a:pt x="828514" y="696358"/>
                </a:lnTo>
                <a:cubicBezTo>
                  <a:pt x="828106" y="698777"/>
                  <a:pt x="827489" y="701109"/>
                  <a:pt x="824609" y="702590"/>
                </a:cubicBezTo>
                <a:cubicBezTo>
                  <a:pt x="822460" y="709657"/>
                  <a:pt x="818405" y="715850"/>
                  <a:pt x="813170" y="720842"/>
                </a:cubicBezTo>
                <a:cubicBezTo>
                  <a:pt x="812616" y="722109"/>
                  <a:pt x="811624" y="722811"/>
                  <a:pt x="810202" y="722843"/>
                </a:cubicBezTo>
                <a:cubicBezTo>
                  <a:pt x="802035" y="730571"/>
                  <a:pt x="790950" y="734948"/>
                  <a:pt x="778843" y="734948"/>
                </a:cubicBezTo>
                <a:lnTo>
                  <a:pt x="121157" y="734948"/>
                </a:lnTo>
                <a:cubicBezTo>
                  <a:pt x="108848" y="734948"/>
                  <a:pt x="97596" y="730424"/>
                  <a:pt x="89335" y="722531"/>
                </a:cubicBezTo>
                <a:cubicBezTo>
                  <a:pt x="88878" y="722516"/>
                  <a:pt x="88565" y="722294"/>
                  <a:pt x="88385" y="721890"/>
                </a:cubicBezTo>
                <a:cubicBezTo>
                  <a:pt x="81779" y="716431"/>
                  <a:pt x="76952" y="709044"/>
                  <a:pt x="74965" y="700476"/>
                </a:cubicBezTo>
                <a:cubicBezTo>
                  <a:pt x="72997" y="699440"/>
                  <a:pt x="72647" y="697917"/>
                  <a:pt x="72384" y="696358"/>
                </a:cubicBezTo>
                <a:lnTo>
                  <a:pt x="428" y="269769"/>
                </a:lnTo>
                <a:cubicBezTo>
                  <a:pt x="285" y="260463"/>
                  <a:pt x="143" y="251157"/>
                  <a:pt x="0" y="241851"/>
                </a:cubicBezTo>
                <a:lnTo>
                  <a:pt x="4685" y="214629"/>
                </a:lnTo>
                <a:lnTo>
                  <a:pt x="56196" y="163118"/>
                </a:lnTo>
                <a:cubicBezTo>
                  <a:pt x="59301" y="160761"/>
                  <a:pt x="62913" y="159774"/>
                  <a:pt x="66619" y="159034"/>
                </a:cubicBezTo>
                <a:close/>
                <a:moveTo>
                  <a:pt x="169335" y="88261"/>
                </a:moveTo>
                <a:lnTo>
                  <a:pt x="726968" y="88261"/>
                </a:lnTo>
                <a:cubicBezTo>
                  <a:pt x="749983" y="88261"/>
                  <a:pt x="768640" y="106918"/>
                  <a:pt x="768640" y="129933"/>
                </a:cubicBezTo>
                <a:lnTo>
                  <a:pt x="768640" y="185893"/>
                </a:lnTo>
                <a:lnTo>
                  <a:pt x="127663" y="185893"/>
                </a:lnTo>
                <a:lnTo>
                  <a:pt x="127663" y="129933"/>
                </a:lnTo>
                <a:cubicBezTo>
                  <a:pt x="127663" y="106918"/>
                  <a:pt x="146320" y="88261"/>
                  <a:pt x="169335" y="88261"/>
                </a:cubicBezTo>
                <a:close/>
                <a:moveTo>
                  <a:pt x="264102" y="0"/>
                </a:moveTo>
                <a:lnTo>
                  <a:pt x="635898" y="0"/>
                </a:lnTo>
                <a:cubicBezTo>
                  <a:pt x="660271" y="0"/>
                  <a:pt x="680029" y="19758"/>
                  <a:pt x="680029" y="44131"/>
                </a:cubicBezTo>
                <a:lnTo>
                  <a:pt x="680029" y="47778"/>
                </a:lnTo>
                <a:lnTo>
                  <a:pt x="219971" y="47778"/>
                </a:lnTo>
                <a:lnTo>
                  <a:pt x="219971" y="44131"/>
                </a:lnTo>
                <a:cubicBezTo>
                  <a:pt x="219971" y="19758"/>
                  <a:pt x="239729" y="0"/>
                  <a:pt x="26410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正方形/長方形 9"/>
          <p:cNvSpPr>
            <a:spLocks noChangeAspect="1"/>
          </p:cNvSpPr>
          <p:nvPr/>
        </p:nvSpPr>
        <p:spPr bwMode="gray">
          <a:xfrm>
            <a:off x="3997457" y="3951955"/>
            <a:ext cx="600908" cy="830782"/>
          </a:xfrm>
          <a:custGeom>
            <a:avLst/>
            <a:gdLst>
              <a:gd name="connsiteX0" fmla="*/ 181426 w 650984"/>
              <a:gd name="connsiteY0" fmla="*/ 107 h 903243"/>
              <a:gd name="connsiteX1" fmla="*/ 227850 w 650984"/>
              <a:gd name="connsiteY1" fmla="*/ 13057 h 903243"/>
              <a:gd name="connsiteX2" fmla="*/ 648274 w 650984"/>
              <a:gd name="connsiteY2" fmla="*/ 227274 h 903243"/>
              <a:gd name="connsiteX3" fmla="*/ 650984 w 650984"/>
              <a:gd name="connsiteY3" fmla="*/ 770150 h 903243"/>
              <a:gd name="connsiteX4" fmla="*/ 609583 w 650984"/>
              <a:gd name="connsiteY4" fmla="*/ 811550 h 903243"/>
              <a:gd name="connsiteX5" fmla="*/ 568183 w 650984"/>
              <a:gd name="connsiteY5" fmla="*/ 770150 h 903243"/>
              <a:gd name="connsiteX6" fmla="*/ 568184 w 650984"/>
              <a:gd name="connsiteY6" fmla="*/ 276427 h 903243"/>
              <a:gd name="connsiteX7" fmla="*/ 201845 w 650984"/>
              <a:gd name="connsiteY7" fmla="*/ 85270 h 903243"/>
              <a:gd name="connsiteX8" fmla="*/ 68496 w 650984"/>
              <a:gd name="connsiteY8" fmla="*/ 118607 h 903243"/>
              <a:gd name="connsiteX9" fmla="*/ 421090 w 650984"/>
              <a:gd name="connsiteY9" fmla="*/ 314864 h 903243"/>
              <a:gd name="connsiteX10" fmla="*/ 466161 w 650984"/>
              <a:gd name="connsiteY10" fmla="*/ 406919 h 903243"/>
              <a:gd name="connsiteX11" fmla="*/ 463780 w 650984"/>
              <a:gd name="connsiteY11" fmla="*/ 866321 h 903243"/>
              <a:gd name="connsiteX12" fmla="*/ 404253 w 650984"/>
              <a:gd name="connsiteY12" fmla="*/ 890132 h 903243"/>
              <a:gd name="connsiteX13" fmla="*/ 42303 w 650984"/>
              <a:gd name="connsiteY13" fmla="*/ 671056 h 903243"/>
              <a:gd name="connsiteX14" fmla="*/ 230 w 650984"/>
              <a:gd name="connsiteY14" fmla="*/ 617579 h 903243"/>
              <a:gd name="connsiteX15" fmla="*/ 229 w 650984"/>
              <a:gd name="connsiteY15" fmla="*/ 109055 h 903243"/>
              <a:gd name="connsiteX16" fmla="*/ 181426 w 650984"/>
              <a:gd name="connsiteY16" fmla="*/ 107 h 903243"/>
              <a:gd name="connsiteX0" fmla="*/ 181426 w 650984"/>
              <a:gd name="connsiteY0" fmla="*/ 7857 h 910993"/>
              <a:gd name="connsiteX1" fmla="*/ 227850 w 650984"/>
              <a:gd name="connsiteY1" fmla="*/ 20807 h 910993"/>
              <a:gd name="connsiteX2" fmla="*/ 650655 w 650984"/>
              <a:gd name="connsiteY2" fmla="*/ 237406 h 910993"/>
              <a:gd name="connsiteX3" fmla="*/ 650984 w 650984"/>
              <a:gd name="connsiteY3" fmla="*/ 777900 h 910993"/>
              <a:gd name="connsiteX4" fmla="*/ 609583 w 650984"/>
              <a:gd name="connsiteY4" fmla="*/ 819300 h 910993"/>
              <a:gd name="connsiteX5" fmla="*/ 568183 w 650984"/>
              <a:gd name="connsiteY5" fmla="*/ 777900 h 910993"/>
              <a:gd name="connsiteX6" fmla="*/ 568184 w 650984"/>
              <a:gd name="connsiteY6" fmla="*/ 284177 h 910993"/>
              <a:gd name="connsiteX7" fmla="*/ 201845 w 650984"/>
              <a:gd name="connsiteY7" fmla="*/ 93020 h 910993"/>
              <a:gd name="connsiteX8" fmla="*/ 68496 w 650984"/>
              <a:gd name="connsiteY8" fmla="*/ 126357 h 910993"/>
              <a:gd name="connsiteX9" fmla="*/ 421090 w 650984"/>
              <a:gd name="connsiteY9" fmla="*/ 322614 h 910993"/>
              <a:gd name="connsiteX10" fmla="*/ 466161 w 650984"/>
              <a:gd name="connsiteY10" fmla="*/ 414669 h 910993"/>
              <a:gd name="connsiteX11" fmla="*/ 463780 w 650984"/>
              <a:gd name="connsiteY11" fmla="*/ 874071 h 910993"/>
              <a:gd name="connsiteX12" fmla="*/ 404253 w 650984"/>
              <a:gd name="connsiteY12" fmla="*/ 897882 h 910993"/>
              <a:gd name="connsiteX13" fmla="*/ 42303 w 650984"/>
              <a:gd name="connsiteY13" fmla="*/ 678806 h 910993"/>
              <a:gd name="connsiteX14" fmla="*/ 230 w 650984"/>
              <a:gd name="connsiteY14" fmla="*/ 625329 h 910993"/>
              <a:gd name="connsiteX15" fmla="*/ 229 w 650984"/>
              <a:gd name="connsiteY15" fmla="*/ 116805 h 910993"/>
              <a:gd name="connsiteX16" fmla="*/ 181426 w 650984"/>
              <a:gd name="connsiteY16" fmla="*/ 7857 h 910993"/>
              <a:gd name="connsiteX0" fmla="*/ 181426 w 650984"/>
              <a:gd name="connsiteY0" fmla="*/ 108 h 903244"/>
              <a:gd name="connsiteX1" fmla="*/ 227850 w 650984"/>
              <a:gd name="connsiteY1" fmla="*/ 13058 h 903244"/>
              <a:gd name="connsiteX2" fmla="*/ 650655 w 650984"/>
              <a:gd name="connsiteY2" fmla="*/ 229657 h 903244"/>
              <a:gd name="connsiteX3" fmla="*/ 650984 w 650984"/>
              <a:gd name="connsiteY3" fmla="*/ 770151 h 903244"/>
              <a:gd name="connsiteX4" fmla="*/ 609583 w 650984"/>
              <a:gd name="connsiteY4" fmla="*/ 811551 h 903244"/>
              <a:gd name="connsiteX5" fmla="*/ 568183 w 650984"/>
              <a:gd name="connsiteY5" fmla="*/ 770151 h 903244"/>
              <a:gd name="connsiteX6" fmla="*/ 568184 w 650984"/>
              <a:gd name="connsiteY6" fmla="*/ 276428 h 903244"/>
              <a:gd name="connsiteX7" fmla="*/ 201845 w 650984"/>
              <a:gd name="connsiteY7" fmla="*/ 85271 h 903244"/>
              <a:gd name="connsiteX8" fmla="*/ 68496 w 650984"/>
              <a:gd name="connsiteY8" fmla="*/ 118608 h 903244"/>
              <a:gd name="connsiteX9" fmla="*/ 421090 w 650984"/>
              <a:gd name="connsiteY9" fmla="*/ 314865 h 903244"/>
              <a:gd name="connsiteX10" fmla="*/ 466161 w 650984"/>
              <a:gd name="connsiteY10" fmla="*/ 406920 h 903244"/>
              <a:gd name="connsiteX11" fmla="*/ 463780 w 650984"/>
              <a:gd name="connsiteY11" fmla="*/ 866322 h 903244"/>
              <a:gd name="connsiteX12" fmla="*/ 404253 w 650984"/>
              <a:gd name="connsiteY12" fmla="*/ 890133 h 903244"/>
              <a:gd name="connsiteX13" fmla="*/ 42303 w 650984"/>
              <a:gd name="connsiteY13" fmla="*/ 671057 h 903244"/>
              <a:gd name="connsiteX14" fmla="*/ 230 w 650984"/>
              <a:gd name="connsiteY14" fmla="*/ 617580 h 903244"/>
              <a:gd name="connsiteX15" fmla="*/ 229 w 650984"/>
              <a:gd name="connsiteY15" fmla="*/ 109056 h 903244"/>
              <a:gd name="connsiteX16" fmla="*/ 181426 w 650984"/>
              <a:gd name="connsiteY16" fmla="*/ 108 h 903244"/>
              <a:gd name="connsiteX0" fmla="*/ 181426 w 650984"/>
              <a:gd name="connsiteY0" fmla="*/ 108 h 903244"/>
              <a:gd name="connsiteX1" fmla="*/ 227850 w 650984"/>
              <a:gd name="connsiteY1" fmla="*/ 13058 h 903244"/>
              <a:gd name="connsiteX2" fmla="*/ 650655 w 650984"/>
              <a:gd name="connsiteY2" fmla="*/ 229657 h 903244"/>
              <a:gd name="connsiteX3" fmla="*/ 650984 w 650984"/>
              <a:gd name="connsiteY3" fmla="*/ 770151 h 903244"/>
              <a:gd name="connsiteX4" fmla="*/ 609583 w 650984"/>
              <a:gd name="connsiteY4" fmla="*/ 811551 h 903244"/>
              <a:gd name="connsiteX5" fmla="*/ 568183 w 650984"/>
              <a:gd name="connsiteY5" fmla="*/ 770151 h 903244"/>
              <a:gd name="connsiteX6" fmla="*/ 568184 w 650984"/>
              <a:gd name="connsiteY6" fmla="*/ 276428 h 903244"/>
              <a:gd name="connsiteX7" fmla="*/ 201845 w 650984"/>
              <a:gd name="connsiteY7" fmla="*/ 85271 h 903244"/>
              <a:gd name="connsiteX8" fmla="*/ 68496 w 650984"/>
              <a:gd name="connsiteY8" fmla="*/ 118608 h 903244"/>
              <a:gd name="connsiteX9" fmla="*/ 421090 w 650984"/>
              <a:gd name="connsiteY9" fmla="*/ 314865 h 903244"/>
              <a:gd name="connsiteX10" fmla="*/ 466161 w 650984"/>
              <a:gd name="connsiteY10" fmla="*/ 406920 h 903244"/>
              <a:gd name="connsiteX11" fmla="*/ 463780 w 650984"/>
              <a:gd name="connsiteY11" fmla="*/ 866322 h 903244"/>
              <a:gd name="connsiteX12" fmla="*/ 404253 w 650984"/>
              <a:gd name="connsiteY12" fmla="*/ 890133 h 903244"/>
              <a:gd name="connsiteX13" fmla="*/ 42303 w 650984"/>
              <a:gd name="connsiteY13" fmla="*/ 671057 h 903244"/>
              <a:gd name="connsiteX14" fmla="*/ 230 w 650984"/>
              <a:gd name="connsiteY14" fmla="*/ 617580 h 903244"/>
              <a:gd name="connsiteX15" fmla="*/ 229 w 650984"/>
              <a:gd name="connsiteY15" fmla="*/ 109056 h 903244"/>
              <a:gd name="connsiteX16" fmla="*/ 181426 w 650984"/>
              <a:gd name="connsiteY16" fmla="*/ 108 h 903244"/>
              <a:gd name="connsiteX0" fmla="*/ 181426 w 650984"/>
              <a:gd name="connsiteY0" fmla="*/ 108 h 904166"/>
              <a:gd name="connsiteX1" fmla="*/ 227850 w 650984"/>
              <a:gd name="connsiteY1" fmla="*/ 13058 h 904166"/>
              <a:gd name="connsiteX2" fmla="*/ 650655 w 650984"/>
              <a:gd name="connsiteY2" fmla="*/ 229657 h 904166"/>
              <a:gd name="connsiteX3" fmla="*/ 650984 w 650984"/>
              <a:gd name="connsiteY3" fmla="*/ 770151 h 904166"/>
              <a:gd name="connsiteX4" fmla="*/ 609583 w 650984"/>
              <a:gd name="connsiteY4" fmla="*/ 811551 h 904166"/>
              <a:gd name="connsiteX5" fmla="*/ 568183 w 650984"/>
              <a:gd name="connsiteY5" fmla="*/ 770151 h 904166"/>
              <a:gd name="connsiteX6" fmla="*/ 568184 w 650984"/>
              <a:gd name="connsiteY6" fmla="*/ 276428 h 904166"/>
              <a:gd name="connsiteX7" fmla="*/ 201845 w 650984"/>
              <a:gd name="connsiteY7" fmla="*/ 85271 h 904166"/>
              <a:gd name="connsiteX8" fmla="*/ 68496 w 650984"/>
              <a:gd name="connsiteY8" fmla="*/ 118608 h 904166"/>
              <a:gd name="connsiteX9" fmla="*/ 421090 w 650984"/>
              <a:gd name="connsiteY9" fmla="*/ 314865 h 904166"/>
              <a:gd name="connsiteX10" fmla="*/ 466161 w 650984"/>
              <a:gd name="connsiteY10" fmla="*/ 406920 h 904166"/>
              <a:gd name="connsiteX11" fmla="*/ 463780 w 650984"/>
              <a:gd name="connsiteY11" fmla="*/ 866322 h 904166"/>
              <a:gd name="connsiteX12" fmla="*/ 404253 w 650984"/>
              <a:gd name="connsiteY12" fmla="*/ 890133 h 904166"/>
              <a:gd name="connsiteX13" fmla="*/ 42303 w 650984"/>
              <a:gd name="connsiteY13" fmla="*/ 671057 h 904166"/>
              <a:gd name="connsiteX14" fmla="*/ 230 w 650984"/>
              <a:gd name="connsiteY14" fmla="*/ 617580 h 904166"/>
              <a:gd name="connsiteX15" fmla="*/ 229 w 650984"/>
              <a:gd name="connsiteY15" fmla="*/ 109056 h 904166"/>
              <a:gd name="connsiteX16" fmla="*/ 181426 w 650984"/>
              <a:gd name="connsiteY16" fmla="*/ 108 h 904166"/>
              <a:gd name="connsiteX0" fmla="*/ 181426 w 650984"/>
              <a:gd name="connsiteY0" fmla="*/ 108 h 902497"/>
              <a:gd name="connsiteX1" fmla="*/ 227850 w 650984"/>
              <a:gd name="connsiteY1" fmla="*/ 13058 h 902497"/>
              <a:gd name="connsiteX2" fmla="*/ 650655 w 650984"/>
              <a:gd name="connsiteY2" fmla="*/ 229657 h 902497"/>
              <a:gd name="connsiteX3" fmla="*/ 650984 w 650984"/>
              <a:gd name="connsiteY3" fmla="*/ 770151 h 902497"/>
              <a:gd name="connsiteX4" fmla="*/ 609583 w 650984"/>
              <a:gd name="connsiteY4" fmla="*/ 811551 h 902497"/>
              <a:gd name="connsiteX5" fmla="*/ 568183 w 650984"/>
              <a:gd name="connsiteY5" fmla="*/ 770151 h 902497"/>
              <a:gd name="connsiteX6" fmla="*/ 568184 w 650984"/>
              <a:gd name="connsiteY6" fmla="*/ 276428 h 902497"/>
              <a:gd name="connsiteX7" fmla="*/ 201845 w 650984"/>
              <a:gd name="connsiteY7" fmla="*/ 85271 h 902497"/>
              <a:gd name="connsiteX8" fmla="*/ 68496 w 650984"/>
              <a:gd name="connsiteY8" fmla="*/ 118608 h 902497"/>
              <a:gd name="connsiteX9" fmla="*/ 421090 w 650984"/>
              <a:gd name="connsiteY9" fmla="*/ 314865 h 902497"/>
              <a:gd name="connsiteX10" fmla="*/ 466161 w 650984"/>
              <a:gd name="connsiteY10" fmla="*/ 406920 h 902497"/>
              <a:gd name="connsiteX11" fmla="*/ 463780 w 650984"/>
              <a:gd name="connsiteY11" fmla="*/ 866322 h 902497"/>
              <a:gd name="connsiteX12" fmla="*/ 404253 w 650984"/>
              <a:gd name="connsiteY12" fmla="*/ 890133 h 902497"/>
              <a:gd name="connsiteX13" fmla="*/ 42303 w 650984"/>
              <a:gd name="connsiteY13" fmla="*/ 671057 h 902497"/>
              <a:gd name="connsiteX14" fmla="*/ 230 w 650984"/>
              <a:gd name="connsiteY14" fmla="*/ 617580 h 902497"/>
              <a:gd name="connsiteX15" fmla="*/ 229 w 650984"/>
              <a:gd name="connsiteY15" fmla="*/ 109056 h 902497"/>
              <a:gd name="connsiteX16" fmla="*/ 181426 w 650984"/>
              <a:gd name="connsiteY16" fmla="*/ 108 h 902497"/>
              <a:gd name="connsiteX0" fmla="*/ 181426 w 650984"/>
              <a:gd name="connsiteY0" fmla="*/ 108 h 901697"/>
              <a:gd name="connsiteX1" fmla="*/ 227850 w 650984"/>
              <a:gd name="connsiteY1" fmla="*/ 13058 h 901697"/>
              <a:gd name="connsiteX2" fmla="*/ 650655 w 650984"/>
              <a:gd name="connsiteY2" fmla="*/ 229657 h 901697"/>
              <a:gd name="connsiteX3" fmla="*/ 650984 w 650984"/>
              <a:gd name="connsiteY3" fmla="*/ 770151 h 901697"/>
              <a:gd name="connsiteX4" fmla="*/ 609583 w 650984"/>
              <a:gd name="connsiteY4" fmla="*/ 811551 h 901697"/>
              <a:gd name="connsiteX5" fmla="*/ 568183 w 650984"/>
              <a:gd name="connsiteY5" fmla="*/ 770151 h 901697"/>
              <a:gd name="connsiteX6" fmla="*/ 568184 w 650984"/>
              <a:gd name="connsiteY6" fmla="*/ 276428 h 901697"/>
              <a:gd name="connsiteX7" fmla="*/ 201845 w 650984"/>
              <a:gd name="connsiteY7" fmla="*/ 85271 h 901697"/>
              <a:gd name="connsiteX8" fmla="*/ 68496 w 650984"/>
              <a:gd name="connsiteY8" fmla="*/ 118608 h 901697"/>
              <a:gd name="connsiteX9" fmla="*/ 421090 w 650984"/>
              <a:gd name="connsiteY9" fmla="*/ 314865 h 901697"/>
              <a:gd name="connsiteX10" fmla="*/ 466161 w 650984"/>
              <a:gd name="connsiteY10" fmla="*/ 406920 h 901697"/>
              <a:gd name="connsiteX11" fmla="*/ 463780 w 650984"/>
              <a:gd name="connsiteY11" fmla="*/ 866322 h 901697"/>
              <a:gd name="connsiteX12" fmla="*/ 404253 w 650984"/>
              <a:gd name="connsiteY12" fmla="*/ 890133 h 901697"/>
              <a:gd name="connsiteX13" fmla="*/ 42303 w 650984"/>
              <a:gd name="connsiteY13" fmla="*/ 671057 h 901697"/>
              <a:gd name="connsiteX14" fmla="*/ 230 w 650984"/>
              <a:gd name="connsiteY14" fmla="*/ 617580 h 901697"/>
              <a:gd name="connsiteX15" fmla="*/ 229 w 650984"/>
              <a:gd name="connsiteY15" fmla="*/ 109056 h 901697"/>
              <a:gd name="connsiteX16" fmla="*/ 181426 w 650984"/>
              <a:gd name="connsiteY16" fmla="*/ 108 h 901697"/>
              <a:gd name="connsiteX0" fmla="*/ 181426 w 650984"/>
              <a:gd name="connsiteY0" fmla="*/ 108 h 904672"/>
              <a:gd name="connsiteX1" fmla="*/ 227850 w 650984"/>
              <a:gd name="connsiteY1" fmla="*/ 13058 h 904672"/>
              <a:gd name="connsiteX2" fmla="*/ 650655 w 650984"/>
              <a:gd name="connsiteY2" fmla="*/ 229657 h 904672"/>
              <a:gd name="connsiteX3" fmla="*/ 650984 w 650984"/>
              <a:gd name="connsiteY3" fmla="*/ 770151 h 904672"/>
              <a:gd name="connsiteX4" fmla="*/ 609583 w 650984"/>
              <a:gd name="connsiteY4" fmla="*/ 811551 h 904672"/>
              <a:gd name="connsiteX5" fmla="*/ 568183 w 650984"/>
              <a:gd name="connsiteY5" fmla="*/ 770151 h 904672"/>
              <a:gd name="connsiteX6" fmla="*/ 568184 w 650984"/>
              <a:gd name="connsiteY6" fmla="*/ 276428 h 904672"/>
              <a:gd name="connsiteX7" fmla="*/ 201845 w 650984"/>
              <a:gd name="connsiteY7" fmla="*/ 85271 h 904672"/>
              <a:gd name="connsiteX8" fmla="*/ 68496 w 650984"/>
              <a:gd name="connsiteY8" fmla="*/ 118608 h 904672"/>
              <a:gd name="connsiteX9" fmla="*/ 421090 w 650984"/>
              <a:gd name="connsiteY9" fmla="*/ 314865 h 904672"/>
              <a:gd name="connsiteX10" fmla="*/ 466161 w 650984"/>
              <a:gd name="connsiteY10" fmla="*/ 406920 h 904672"/>
              <a:gd name="connsiteX11" fmla="*/ 463780 w 650984"/>
              <a:gd name="connsiteY11" fmla="*/ 866322 h 904672"/>
              <a:gd name="connsiteX12" fmla="*/ 404253 w 650984"/>
              <a:gd name="connsiteY12" fmla="*/ 890133 h 904672"/>
              <a:gd name="connsiteX13" fmla="*/ 42303 w 650984"/>
              <a:gd name="connsiteY13" fmla="*/ 671057 h 904672"/>
              <a:gd name="connsiteX14" fmla="*/ 230 w 650984"/>
              <a:gd name="connsiteY14" fmla="*/ 617580 h 904672"/>
              <a:gd name="connsiteX15" fmla="*/ 229 w 650984"/>
              <a:gd name="connsiteY15" fmla="*/ 109056 h 904672"/>
              <a:gd name="connsiteX16" fmla="*/ 181426 w 650984"/>
              <a:gd name="connsiteY16" fmla="*/ 108 h 904672"/>
              <a:gd name="connsiteX0" fmla="*/ 176664 w 650984"/>
              <a:gd name="connsiteY0" fmla="*/ 154 h 897574"/>
              <a:gd name="connsiteX1" fmla="*/ 227850 w 650984"/>
              <a:gd name="connsiteY1" fmla="*/ 5960 h 897574"/>
              <a:gd name="connsiteX2" fmla="*/ 650655 w 650984"/>
              <a:gd name="connsiteY2" fmla="*/ 222559 h 897574"/>
              <a:gd name="connsiteX3" fmla="*/ 650984 w 650984"/>
              <a:gd name="connsiteY3" fmla="*/ 763053 h 897574"/>
              <a:gd name="connsiteX4" fmla="*/ 609583 w 650984"/>
              <a:gd name="connsiteY4" fmla="*/ 804453 h 897574"/>
              <a:gd name="connsiteX5" fmla="*/ 568183 w 650984"/>
              <a:gd name="connsiteY5" fmla="*/ 763053 h 897574"/>
              <a:gd name="connsiteX6" fmla="*/ 568184 w 650984"/>
              <a:gd name="connsiteY6" fmla="*/ 269330 h 897574"/>
              <a:gd name="connsiteX7" fmla="*/ 201845 w 650984"/>
              <a:gd name="connsiteY7" fmla="*/ 78173 h 897574"/>
              <a:gd name="connsiteX8" fmla="*/ 68496 w 650984"/>
              <a:gd name="connsiteY8" fmla="*/ 111510 h 897574"/>
              <a:gd name="connsiteX9" fmla="*/ 421090 w 650984"/>
              <a:gd name="connsiteY9" fmla="*/ 307767 h 897574"/>
              <a:gd name="connsiteX10" fmla="*/ 466161 w 650984"/>
              <a:gd name="connsiteY10" fmla="*/ 399822 h 897574"/>
              <a:gd name="connsiteX11" fmla="*/ 463780 w 650984"/>
              <a:gd name="connsiteY11" fmla="*/ 859224 h 897574"/>
              <a:gd name="connsiteX12" fmla="*/ 404253 w 650984"/>
              <a:gd name="connsiteY12" fmla="*/ 883035 h 897574"/>
              <a:gd name="connsiteX13" fmla="*/ 42303 w 650984"/>
              <a:gd name="connsiteY13" fmla="*/ 663959 h 897574"/>
              <a:gd name="connsiteX14" fmla="*/ 230 w 650984"/>
              <a:gd name="connsiteY14" fmla="*/ 610482 h 897574"/>
              <a:gd name="connsiteX15" fmla="*/ 229 w 650984"/>
              <a:gd name="connsiteY15" fmla="*/ 101958 h 897574"/>
              <a:gd name="connsiteX16" fmla="*/ 176664 w 650984"/>
              <a:gd name="connsiteY16" fmla="*/ 154 h 897574"/>
              <a:gd name="connsiteX0" fmla="*/ 174283 w 650984"/>
              <a:gd name="connsiteY0" fmla="*/ 135 h 899936"/>
              <a:gd name="connsiteX1" fmla="*/ 227850 w 650984"/>
              <a:gd name="connsiteY1" fmla="*/ 8322 h 899936"/>
              <a:gd name="connsiteX2" fmla="*/ 650655 w 650984"/>
              <a:gd name="connsiteY2" fmla="*/ 224921 h 899936"/>
              <a:gd name="connsiteX3" fmla="*/ 650984 w 650984"/>
              <a:gd name="connsiteY3" fmla="*/ 765415 h 899936"/>
              <a:gd name="connsiteX4" fmla="*/ 609583 w 650984"/>
              <a:gd name="connsiteY4" fmla="*/ 806815 h 899936"/>
              <a:gd name="connsiteX5" fmla="*/ 568183 w 650984"/>
              <a:gd name="connsiteY5" fmla="*/ 765415 h 899936"/>
              <a:gd name="connsiteX6" fmla="*/ 568184 w 650984"/>
              <a:gd name="connsiteY6" fmla="*/ 271692 h 899936"/>
              <a:gd name="connsiteX7" fmla="*/ 201845 w 650984"/>
              <a:gd name="connsiteY7" fmla="*/ 80535 h 899936"/>
              <a:gd name="connsiteX8" fmla="*/ 68496 w 650984"/>
              <a:gd name="connsiteY8" fmla="*/ 113872 h 899936"/>
              <a:gd name="connsiteX9" fmla="*/ 421090 w 650984"/>
              <a:gd name="connsiteY9" fmla="*/ 310129 h 899936"/>
              <a:gd name="connsiteX10" fmla="*/ 466161 w 650984"/>
              <a:gd name="connsiteY10" fmla="*/ 402184 h 899936"/>
              <a:gd name="connsiteX11" fmla="*/ 463780 w 650984"/>
              <a:gd name="connsiteY11" fmla="*/ 861586 h 899936"/>
              <a:gd name="connsiteX12" fmla="*/ 404253 w 650984"/>
              <a:gd name="connsiteY12" fmla="*/ 885397 h 899936"/>
              <a:gd name="connsiteX13" fmla="*/ 42303 w 650984"/>
              <a:gd name="connsiteY13" fmla="*/ 666321 h 899936"/>
              <a:gd name="connsiteX14" fmla="*/ 230 w 650984"/>
              <a:gd name="connsiteY14" fmla="*/ 612844 h 899936"/>
              <a:gd name="connsiteX15" fmla="*/ 229 w 650984"/>
              <a:gd name="connsiteY15" fmla="*/ 104320 h 899936"/>
              <a:gd name="connsiteX16" fmla="*/ 174283 w 650984"/>
              <a:gd name="connsiteY16" fmla="*/ 135 h 899936"/>
              <a:gd name="connsiteX0" fmla="*/ 174283 w 650984"/>
              <a:gd name="connsiteY0" fmla="*/ 213 h 900014"/>
              <a:gd name="connsiteX1" fmla="*/ 227850 w 650984"/>
              <a:gd name="connsiteY1" fmla="*/ 8400 h 900014"/>
              <a:gd name="connsiteX2" fmla="*/ 650655 w 650984"/>
              <a:gd name="connsiteY2" fmla="*/ 224999 h 900014"/>
              <a:gd name="connsiteX3" fmla="*/ 650984 w 650984"/>
              <a:gd name="connsiteY3" fmla="*/ 765493 h 900014"/>
              <a:gd name="connsiteX4" fmla="*/ 609583 w 650984"/>
              <a:gd name="connsiteY4" fmla="*/ 806893 h 900014"/>
              <a:gd name="connsiteX5" fmla="*/ 568183 w 650984"/>
              <a:gd name="connsiteY5" fmla="*/ 765493 h 900014"/>
              <a:gd name="connsiteX6" fmla="*/ 568184 w 650984"/>
              <a:gd name="connsiteY6" fmla="*/ 271770 h 900014"/>
              <a:gd name="connsiteX7" fmla="*/ 201845 w 650984"/>
              <a:gd name="connsiteY7" fmla="*/ 80613 h 900014"/>
              <a:gd name="connsiteX8" fmla="*/ 68496 w 650984"/>
              <a:gd name="connsiteY8" fmla="*/ 113950 h 900014"/>
              <a:gd name="connsiteX9" fmla="*/ 421090 w 650984"/>
              <a:gd name="connsiteY9" fmla="*/ 310207 h 900014"/>
              <a:gd name="connsiteX10" fmla="*/ 466161 w 650984"/>
              <a:gd name="connsiteY10" fmla="*/ 402262 h 900014"/>
              <a:gd name="connsiteX11" fmla="*/ 463780 w 650984"/>
              <a:gd name="connsiteY11" fmla="*/ 861664 h 900014"/>
              <a:gd name="connsiteX12" fmla="*/ 404253 w 650984"/>
              <a:gd name="connsiteY12" fmla="*/ 885475 h 900014"/>
              <a:gd name="connsiteX13" fmla="*/ 42303 w 650984"/>
              <a:gd name="connsiteY13" fmla="*/ 666399 h 900014"/>
              <a:gd name="connsiteX14" fmla="*/ 230 w 650984"/>
              <a:gd name="connsiteY14" fmla="*/ 612922 h 900014"/>
              <a:gd name="connsiteX15" fmla="*/ 229 w 650984"/>
              <a:gd name="connsiteY15" fmla="*/ 104398 h 900014"/>
              <a:gd name="connsiteX16" fmla="*/ 174283 w 650984"/>
              <a:gd name="connsiteY16" fmla="*/ 213 h 900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0984" h="900014">
                <a:moveTo>
                  <a:pt x="174283" y="213"/>
                </a:moveTo>
                <a:cubicBezTo>
                  <a:pt x="197153" y="-1048"/>
                  <a:pt x="211557" y="3480"/>
                  <a:pt x="227850" y="8400"/>
                </a:cubicBezTo>
                <a:cubicBezTo>
                  <a:pt x="306055" y="46658"/>
                  <a:pt x="509720" y="152799"/>
                  <a:pt x="650655" y="224999"/>
                </a:cubicBezTo>
                <a:cubicBezTo>
                  <a:pt x="651558" y="405958"/>
                  <a:pt x="650081" y="584534"/>
                  <a:pt x="650984" y="765493"/>
                </a:cubicBezTo>
                <a:cubicBezTo>
                  <a:pt x="650983" y="788358"/>
                  <a:pt x="632449" y="806893"/>
                  <a:pt x="609583" y="806893"/>
                </a:cubicBezTo>
                <a:cubicBezTo>
                  <a:pt x="586718" y="806893"/>
                  <a:pt x="568184" y="788358"/>
                  <a:pt x="568183" y="765493"/>
                </a:cubicBezTo>
                <a:cubicBezTo>
                  <a:pt x="568183" y="600919"/>
                  <a:pt x="568184" y="436344"/>
                  <a:pt x="568184" y="271770"/>
                </a:cubicBezTo>
                <a:lnTo>
                  <a:pt x="201845" y="80613"/>
                </a:lnTo>
                <a:cubicBezTo>
                  <a:pt x="131200" y="48862"/>
                  <a:pt x="110565" y="79025"/>
                  <a:pt x="68496" y="113950"/>
                </a:cubicBezTo>
                <a:lnTo>
                  <a:pt x="421090" y="310207"/>
                </a:lnTo>
                <a:cubicBezTo>
                  <a:pt x="476595" y="340891"/>
                  <a:pt x="463043" y="343000"/>
                  <a:pt x="466161" y="402262"/>
                </a:cubicBezTo>
                <a:cubicBezTo>
                  <a:pt x="465367" y="555396"/>
                  <a:pt x="464574" y="708530"/>
                  <a:pt x="463780" y="861664"/>
                </a:cubicBezTo>
                <a:cubicBezTo>
                  <a:pt x="458225" y="910082"/>
                  <a:pt x="436002" y="906114"/>
                  <a:pt x="404253" y="885475"/>
                </a:cubicBezTo>
                <a:lnTo>
                  <a:pt x="42303" y="666399"/>
                </a:lnTo>
                <a:cubicBezTo>
                  <a:pt x="10818" y="644605"/>
                  <a:pt x="759" y="632335"/>
                  <a:pt x="230" y="612922"/>
                </a:cubicBezTo>
                <a:cubicBezTo>
                  <a:pt x="1023" y="444208"/>
                  <a:pt x="-564" y="273112"/>
                  <a:pt x="229" y="104398"/>
                </a:cubicBezTo>
                <a:cubicBezTo>
                  <a:pt x="43959" y="13313"/>
                  <a:pt x="144840" y="-1570"/>
                  <a:pt x="174283" y="213"/>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778209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2" name="オブジェクト 31"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2" name="オブジェクト 31"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Financial services</a:t>
            </a:r>
            <a:endParaRPr kumimoji="1" lang="ja-JP" altLang="en-US"/>
          </a:p>
        </p:txBody>
      </p:sp>
      <p:sp>
        <p:nvSpPr>
          <p:cNvPr id="3" name="フッター プレースホルダー 2"/>
          <p:cNvSpPr>
            <a:spLocks noGrp="1"/>
          </p:cNvSpPr>
          <p:nvPr>
            <p:ph type="ftr" sz="quarter" idx="4294967295"/>
          </p:nvPr>
        </p:nvSpPr>
        <p:spPr bwMode="gray"/>
        <p:txBody>
          <a:bodyPr/>
          <a:lstStyle/>
          <a:p>
            <a:endParaRPr lang="en-GB" altLang="en-GB"/>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19</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14" name="角丸四角形 2"/>
          <p:cNvSpPr>
            <a:spLocks noChangeAspect="1"/>
          </p:cNvSpPr>
          <p:nvPr/>
        </p:nvSpPr>
        <p:spPr bwMode="gray">
          <a:xfrm>
            <a:off x="764931" y="2144193"/>
            <a:ext cx="640878" cy="952657"/>
          </a:xfrm>
          <a:custGeom>
            <a:avLst/>
            <a:gdLst/>
            <a:ahLst/>
            <a:cxnLst/>
            <a:rect l="l" t="t" r="r" b="b"/>
            <a:pathLst>
              <a:path w="605454" h="900000">
                <a:moveTo>
                  <a:pt x="368509" y="732535"/>
                </a:moveTo>
                <a:cubicBezTo>
                  <a:pt x="350433" y="732535"/>
                  <a:pt x="335780" y="747188"/>
                  <a:pt x="335780" y="765264"/>
                </a:cubicBezTo>
                <a:cubicBezTo>
                  <a:pt x="335780" y="783340"/>
                  <a:pt x="350433" y="797993"/>
                  <a:pt x="368509" y="797993"/>
                </a:cubicBezTo>
                <a:cubicBezTo>
                  <a:pt x="386585" y="797993"/>
                  <a:pt x="401238" y="783340"/>
                  <a:pt x="401238" y="765264"/>
                </a:cubicBezTo>
                <a:cubicBezTo>
                  <a:pt x="401238" y="747188"/>
                  <a:pt x="386585" y="732535"/>
                  <a:pt x="368509" y="732535"/>
                </a:cubicBezTo>
                <a:close/>
                <a:moveTo>
                  <a:pt x="237512" y="732535"/>
                </a:moveTo>
                <a:cubicBezTo>
                  <a:pt x="219436" y="732535"/>
                  <a:pt x="204783" y="747188"/>
                  <a:pt x="204783" y="765264"/>
                </a:cubicBezTo>
                <a:cubicBezTo>
                  <a:pt x="204783" y="783340"/>
                  <a:pt x="219436" y="797993"/>
                  <a:pt x="237512" y="797993"/>
                </a:cubicBezTo>
                <a:cubicBezTo>
                  <a:pt x="255588" y="797993"/>
                  <a:pt x="270241" y="783340"/>
                  <a:pt x="270241" y="765264"/>
                </a:cubicBezTo>
                <a:cubicBezTo>
                  <a:pt x="270241" y="747188"/>
                  <a:pt x="255588" y="732535"/>
                  <a:pt x="237512" y="732535"/>
                </a:cubicBezTo>
                <a:close/>
                <a:moveTo>
                  <a:pt x="111334" y="732535"/>
                </a:moveTo>
                <a:cubicBezTo>
                  <a:pt x="93258" y="732535"/>
                  <a:pt x="78605" y="747188"/>
                  <a:pt x="78605" y="765264"/>
                </a:cubicBezTo>
                <a:cubicBezTo>
                  <a:pt x="78605" y="783340"/>
                  <a:pt x="93258" y="797993"/>
                  <a:pt x="111334" y="797993"/>
                </a:cubicBezTo>
                <a:cubicBezTo>
                  <a:pt x="129410" y="797993"/>
                  <a:pt x="144063" y="783340"/>
                  <a:pt x="144063" y="765264"/>
                </a:cubicBezTo>
                <a:cubicBezTo>
                  <a:pt x="144063" y="747188"/>
                  <a:pt x="129410" y="732535"/>
                  <a:pt x="111334" y="732535"/>
                </a:cubicBezTo>
                <a:close/>
                <a:moveTo>
                  <a:pt x="368509" y="604699"/>
                </a:moveTo>
                <a:cubicBezTo>
                  <a:pt x="350433" y="604699"/>
                  <a:pt x="335780" y="619352"/>
                  <a:pt x="335780" y="637428"/>
                </a:cubicBezTo>
                <a:cubicBezTo>
                  <a:pt x="335780" y="655504"/>
                  <a:pt x="350433" y="670157"/>
                  <a:pt x="368509" y="670157"/>
                </a:cubicBezTo>
                <a:cubicBezTo>
                  <a:pt x="386585" y="670157"/>
                  <a:pt x="401238" y="655504"/>
                  <a:pt x="401238" y="637428"/>
                </a:cubicBezTo>
                <a:cubicBezTo>
                  <a:pt x="401238" y="619352"/>
                  <a:pt x="386585" y="604699"/>
                  <a:pt x="368509" y="604699"/>
                </a:cubicBezTo>
                <a:close/>
                <a:moveTo>
                  <a:pt x="237512" y="604699"/>
                </a:moveTo>
                <a:cubicBezTo>
                  <a:pt x="219436" y="604699"/>
                  <a:pt x="204783" y="619352"/>
                  <a:pt x="204783" y="637428"/>
                </a:cubicBezTo>
                <a:cubicBezTo>
                  <a:pt x="204783" y="655504"/>
                  <a:pt x="219436" y="670157"/>
                  <a:pt x="237512" y="670157"/>
                </a:cubicBezTo>
                <a:cubicBezTo>
                  <a:pt x="255588" y="670157"/>
                  <a:pt x="270241" y="655504"/>
                  <a:pt x="270241" y="637428"/>
                </a:cubicBezTo>
                <a:cubicBezTo>
                  <a:pt x="270241" y="619352"/>
                  <a:pt x="255588" y="604699"/>
                  <a:pt x="237512" y="604699"/>
                </a:cubicBezTo>
                <a:close/>
                <a:moveTo>
                  <a:pt x="111334" y="604699"/>
                </a:moveTo>
                <a:cubicBezTo>
                  <a:pt x="93258" y="604699"/>
                  <a:pt x="78605" y="619352"/>
                  <a:pt x="78605" y="637428"/>
                </a:cubicBezTo>
                <a:cubicBezTo>
                  <a:pt x="78605" y="655504"/>
                  <a:pt x="93258" y="670157"/>
                  <a:pt x="111334" y="670157"/>
                </a:cubicBezTo>
                <a:cubicBezTo>
                  <a:pt x="129410" y="670157"/>
                  <a:pt x="144063" y="655504"/>
                  <a:pt x="144063" y="637428"/>
                </a:cubicBezTo>
                <a:cubicBezTo>
                  <a:pt x="144063" y="619352"/>
                  <a:pt x="129410" y="604699"/>
                  <a:pt x="111334" y="604699"/>
                </a:cubicBezTo>
                <a:close/>
                <a:moveTo>
                  <a:pt x="477503" y="478088"/>
                </a:moveTo>
                <a:cubicBezTo>
                  <a:pt x="468327" y="478088"/>
                  <a:pt x="460889" y="485526"/>
                  <a:pt x="460889" y="494702"/>
                </a:cubicBezTo>
                <a:lnTo>
                  <a:pt x="460889" y="781379"/>
                </a:lnTo>
                <a:cubicBezTo>
                  <a:pt x="460889" y="790555"/>
                  <a:pt x="468327" y="797993"/>
                  <a:pt x="477503" y="797993"/>
                </a:cubicBezTo>
                <a:lnTo>
                  <a:pt x="512263" y="797993"/>
                </a:lnTo>
                <a:cubicBezTo>
                  <a:pt x="521439" y="797993"/>
                  <a:pt x="528877" y="790555"/>
                  <a:pt x="528877" y="781379"/>
                </a:cubicBezTo>
                <a:lnTo>
                  <a:pt x="528877" y="494702"/>
                </a:lnTo>
                <a:cubicBezTo>
                  <a:pt x="528877" y="485526"/>
                  <a:pt x="521439" y="478088"/>
                  <a:pt x="512263" y="478088"/>
                </a:cubicBezTo>
                <a:close/>
                <a:moveTo>
                  <a:pt x="368509" y="476862"/>
                </a:moveTo>
                <a:cubicBezTo>
                  <a:pt x="350433" y="476862"/>
                  <a:pt x="335780" y="491515"/>
                  <a:pt x="335780" y="509591"/>
                </a:cubicBezTo>
                <a:cubicBezTo>
                  <a:pt x="335780" y="527667"/>
                  <a:pt x="350433" y="542320"/>
                  <a:pt x="368509" y="542320"/>
                </a:cubicBezTo>
                <a:cubicBezTo>
                  <a:pt x="386585" y="542320"/>
                  <a:pt x="401238" y="527667"/>
                  <a:pt x="401238" y="509591"/>
                </a:cubicBezTo>
                <a:cubicBezTo>
                  <a:pt x="401238" y="491515"/>
                  <a:pt x="386585" y="476862"/>
                  <a:pt x="368509" y="476862"/>
                </a:cubicBezTo>
                <a:close/>
                <a:moveTo>
                  <a:pt x="237512" y="476862"/>
                </a:moveTo>
                <a:cubicBezTo>
                  <a:pt x="219436" y="476862"/>
                  <a:pt x="204783" y="491515"/>
                  <a:pt x="204783" y="509591"/>
                </a:cubicBezTo>
                <a:cubicBezTo>
                  <a:pt x="204783" y="527667"/>
                  <a:pt x="219436" y="542320"/>
                  <a:pt x="237512" y="542320"/>
                </a:cubicBezTo>
                <a:cubicBezTo>
                  <a:pt x="255588" y="542320"/>
                  <a:pt x="270241" y="527667"/>
                  <a:pt x="270241" y="509591"/>
                </a:cubicBezTo>
                <a:cubicBezTo>
                  <a:pt x="270241" y="491515"/>
                  <a:pt x="255588" y="476862"/>
                  <a:pt x="237512" y="476862"/>
                </a:cubicBezTo>
                <a:close/>
                <a:moveTo>
                  <a:pt x="111334" y="476862"/>
                </a:moveTo>
                <a:cubicBezTo>
                  <a:pt x="93258" y="476862"/>
                  <a:pt x="78605" y="491515"/>
                  <a:pt x="78605" y="509591"/>
                </a:cubicBezTo>
                <a:cubicBezTo>
                  <a:pt x="78605" y="527667"/>
                  <a:pt x="93258" y="542320"/>
                  <a:pt x="111334" y="542320"/>
                </a:cubicBezTo>
                <a:cubicBezTo>
                  <a:pt x="129410" y="542320"/>
                  <a:pt x="144063" y="527667"/>
                  <a:pt x="144063" y="509591"/>
                </a:cubicBezTo>
                <a:cubicBezTo>
                  <a:pt x="144063" y="491515"/>
                  <a:pt x="129410" y="476862"/>
                  <a:pt x="111334" y="476862"/>
                </a:cubicBezTo>
                <a:close/>
                <a:moveTo>
                  <a:pt x="496148" y="349025"/>
                </a:moveTo>
                <a:cubicBezTo>
                  <a:pt x="478072" y="349025"/>
                  <a:pt x="463419" y="363678"/>
                  <a:pt x="463419" y="381754"/>
                </a:cubicBezTo>
                <a:cubicBezTo>
                  <a:pt x="463419" y="399830"/>
                  <a:pt x="478072" y="414483"/>
                  <a:pt x="496148" y="414483"/>
                </a:cubicBezTo>
                <a:cubicBezTo>
                  <a:pt x="514224" y="414483"/>
                  <a:pt x="528877" y="399830"/>
                  <a:pt x="528877" y="381754"/>
                </a:cubicBezTo>
                <a:cubicBezTo>
                  <a:pt x="528877" y="363678"/>
                  <a:pt x="514224" y="349025"/>
                  <a:pt x="496148" y="349025"/>
                </a:cubicBezTo>
                <a:close/>
                <a:moveTo>
                  <a:pt x="368509" y="349025"/>
                </a:moveTo>
                <a:cubicBezTo>
                  <a:pt x="350433" y="349025"/>
                  <a:pt x="335780" y="363678"/>
                  <a:pt x="335780" y="381754"/>
                </a:cubicBezTo>
                <a:cubicBezTo>
                  <a:pt x="335780" y="399830"/>
                  <a:pt x="350433" y="414483"/>
                  <a:pt x="368509" y="414483"/>
                </a:cubicBezTo>
                <a:cubicBezTo>
                  <a:pt x="386585" y="414483"/>
                  <a:pt x="401238" y="399830"/>
                  <a:pt x="401238" y="381754"/>
                </a:cubicBezTo>
                <a:cubicBezTo>
                  <a:pt x="401238" y="363678"/>
                  <a:pt x="386585" y="349025"/>
                  <a:pt x="368509" y="349025"/>
                </a:cubicBezTo>
                <a:close/>
                <a:moveTo>
                  <a:pt x="237512" y="349025"/>
                </a:moveTo>
                <a:cubicBezTo>
                  <a:pt x="219436" y="349025"/>
                  <a:pt x="204783" y="363678"/>
                  <a:pt x="204783" y="381754"/>
                </a:cubicBezTo>
                <a:cubicBezTo>
                  <a:pt x="204783" y="399830"/>
                  <a:pt x="219436" y="414483"/>
                  <a:pt x="237512" y="414483"/>
                </a:cubicBezTo>
                <a:cubicBezTo>
                  <a:pt x="255588" y="414483"/>
                  <a:pt x="270241" y="399830"/>
                  <a:pt x="270241" y="381754"/>
                </a:cubicBezTo>
                <a:cubicBezTo>
                  <a:pt x="270241" y="363678"/>
                  <a:pt x="255588" y="349025"/>
                  <a:pt x="237512" y="349025"/>
                </a:cubicBezTo>
                <a:close/>
                <a:moveTo>
                  <a:pt x="111334" y="349025"/>
                </a:moveTo>
                <a:cubicBezTo>
                  <a:pt x="93258" y="349025"/>
                  <a:pt x="78605" y="363678"/>
                  <a:pt x="78605" y="381754"/>
                </a:cubicBezTo>
                <a:cubicBezTo>
                  <a:pt x="78605" y="399830"/>
                  <a:pt x="93258" y="414483"/>
                  <a:pt x="111334" y="414483"/>
                </a:cubicBezTo>
                <a:cubicBezTo>
                  <a:pt x="129410" y="414483"/>
                  <a:pt x="144063" y="399830"/>
                  <a:pt x="144063" y="381754"/>
                </a:cubicBezTo>
                <a:cubicBezTo>
                  <a:pt x="144063" y="363678"/>
                  <a:pt x="129410" y="349025"/>
                  <a:pt x="111334" y="349025"/>
                </a:cubicBezTo>
                <a:close/>
                <a:moveTo>
                  <a:pt x="111454" y="103647"/>
                </a:moveTo>
                <a:cubicBezTo>
                  <a:pt x="91339" y="103647"/>
                  <a:pt x="75033" y="119953"/>
                  <a:pt x="75033" y="140068"/>
                </a:cubicBezTo>
                <a:lnTo>
                  <a:pt x="75033" y="216265"/>
                </a:lnTo>
                <a:cubicBezTo>
                  <a:pt x="75033" y="236380"/>
                  <a:pt x="91339" y="252686"/>
                  <a:pt x="111454" y="252686"/>
                </a:cubicBezTo>
                <a:lnTo>
                  <a:pt x="492455" y="252686"/>
                </a:lnTo>
                <a:cubicBezTo>
                  <a:pt x="512570" y="252686"/>
                  <a:pt x="528876" y="236380"/>
                  <a:pt x="528876" y="216265"/>
                </a:cubicBezTo>
                <a:lnTo>
                  <a:pt x="528876" y="140068"/>
                </a:lnTo>
                <a:cubicBezTo>
                  <a:pt x="528876" y="119953"/>
                  <a:pt x="512570" y="103647"/>
                  <a:pt x="492455" y="103647"/>
                </a:cubicBezTo>
                <a:close/>
                <a:moveTo>
                  <a:pt x="67575" y="0"/>
                </a:moveTo>
                <a:lnTo>
                  <a:pt x="537879" y="0"/>
                </a:lnTo>
                <a:cubicBezTo>
                  <a:pt x="575200" y="0"/>
                  <a:pt x="605454" y="30254"/>
                  <a:pt x="605454" y="67575"/>
                </a:cubicBezTo>
                <a:lnTo>
                  <a:pt x="605454" y="832425"/>
                </a:lnTo>
                <a:cubicBezTo>
                  <a:pt x="605454" y="869746"/>
                  <a:pt x="575200" y="900000"/>
                  <a:pt x="537879" y="900000"/>
                </a:cubicBezTo>
                <a:lnTo>
                  <a:pt x="67575" y="900000"/>
                </a:lnTo>
                <a:cubicBezTo>
                  <a:pt x="30254" y="900000"/>
                  <a:pt x="0" y="869746"/>
                  <a:pt x="0" y="832425"/>
                </a:cubicBezTo>
                <a:lnTo>
                  <a:pt x="0" y="67575"/>
                </a:lnTo>
                <a:cubicBezTo>
                  <a:pt x="0" y="30254"/>
                  <a:pt x="30254" y="0"/>
                  <a:pt x="6757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15" name="円/楕円 276"/>
          <p:cNvSpPr>
            <a:spLocks noChangeAspect="1"/>
          </p:cNvSpPr>
          <p:nvPr/>
        </p:nvSpPr>
        <p:spPr bwMode="gray">
          <a:xfrm>
            <a:off x="3247329" y="2428309"/>
            <a:ext cx="951483" cy="626857"/>
          </a:xfrm>
          <a:custGeom>
            <a:avLst/>
            <a:gdLst/>
            <a:ahLst/>
            <a:cxnLst/>
            <a:rect l="l" t="t" r="r" b="b"/>
            <a:pathLst>
              <a:path w="898891" h="592208">
                <a:moveTo>
                  <a:pt x="746887" y="195904"/>
                </a:moveTo>
                <a:cubicBezTo>
                  <a:pt x="733941" y="195904"/>
                  <a:pt x="723446" y="206399"/>
                  <a:pt x="723446" y="219345"/>
                </a:cubicBezTo>
                <a:cubicBezTo>
                  <a:pt x="723446" y="232291"/>
                  <a:pt x="733941" y="242786"/>
                  <a:pt x="746887" y="242786"/>
                </a:cubicBezTo>
                <a:cubicBezTo>
                  <a:pt x="759833" y="242786"/>
                  <a:pt x="770328" y="232291"/>
                  <a:pt x="770328" y="219345"/>
                </a:cubicBezTo>
                <a:cubicBezTo>
                  <a:pt x="770328" y="206399"/>
                  <a:pt x="759833" y="195904"/>
                  <a:pt x="746887" y="195904"/>
                </a:cubicBezTo>
                <a:close/>
                <a:moveTo>
                  <a:pt x="89302" y="79821"/>
                </a:moveTo>
                <a:cubicBezTo>
                  <a:pt x="73897" y="79821"/>
                  <a:pt x="61408" y="92310"/>
                  <a:pt x="61408" y="107715"/>
                </a:cubicBezTo>
                <a:cubicBezTo>
                  <a:pt x="61408" y="123120"/>
                  <a:pt x="73897" y="135609"/>
                  <a:pt x="89302" y="135609"/>
                </a:cubicBezTo>
                <a:cubicBezTo>
                  <a:pt x="104707" y="135609"/>
                  <a:pt x="117196" y="123120"/>
                  <a:pt x="117196" y="107715"/>
                </a:cubicBezTo>
                <a:cubicBezTo>
                  <a:pt x="117196" y="92310"/>
                  <a:pt x="104707" y="79821"/>
                  <a:pt x="89302" y="79821"/>
                </a:cubicBezTo>
                <a:close/>
                <a:moveTo>
                  <a:pt x="479447" y="59816"/>
                </a:moveTo>
                <a:cubicBezTo>
                  <a:pt x="451668" y="59765"/>
                  <a:pt x="423885" y="62247"/>
                  <a:pt x="396444" y="67261"/>
                </a:cubicBezTo>
                <a:lnTo>
                  <a:pt x="401559" y="95254"/>
                </a:lnTo>
                <a:cubicBezTo>
                  <a:pt x="453024" y="85850"/>
                  <a:pt x="505775" y="85945"/>
                  <a:pt x="557206" y="95534"/>
                </a:cubicBezTo>
                <a:lnTo>
                  <a:pt x="562422" y="67560"/>
                </a:lnTo>
                <a:cubicBezTo>
                  <a:pt x="534999" y="62447"/>
                  <a:pt x="507225" y="59865"/>
                  <a:pt x="479447" y="59816"/>
                </a:cubicBezTo>
                <a:close/>
                <a:moveTo>
                  <a:pt x="741828" y="1266"/>
                </a:moveTo>
                <a:cubicBezTo>
                  <a:pt x="752073" y="7795"/>
                  <a:pt x="747023" y="40842"/>
                  <a:pt x="741338" y="74288"/>
                </a:cubicBezTo>
                <a:cubicBezTo>
                  <a:pt x="767116" y="55883"/>
                  <a:pt x="799356" y="40680"/>
                  <a:pt x="808503" y="46510"/>
                </a:cubicBezTo>
                <a:cubicBezTo>
                  <a:pt x="823968" y="56367"/>
                  <a:pt x="804580" y="126650"/>
                  <a:pt x="801108" y="167567"/>
                </a:cubicBezTo>
                <a:lnTo>
                  <a:pt x="825499" y="211210"/>
                </a:lnTo>
                <a:lnTo>
                  <a:pt x="872876" y="211210"/>
                </a:lnTo>
                <a:cubicBezTo>
                  <a:pt x="887244" y="211210"/>
                  <a:pt x="898891" y="250882"/>
                  <a:pt x="898891" y="299819"/>
                </a:cubicBezTo>
                <a:cubicBezTo>
                  <a:pt x="898891" y="348756"/>
                  <a:pt x="887244" y="388428"/>
                  <a:pt x="872876" y="388428"/>
                </a:cubicBezTo>
                <a:lnTo>
                  <a:pt x="813512" y="388428"/>
                </a:lnTo>
                <a:cubicBezTo>
                  <a:pt x="790481" y="432620"/>
                  <a:pt x="749572" y="469579"/>
                  <a:pt x="697974" y="496760"/>
                </a:cubicBezTo>
                <a:lnTo>
                  <a:pt x="678054" y="592208"/>
                </a:lnTo>
                <a:lnTo>
                  <a:pt x="579232" y="592208"/>
                </a:lnTo>
                <a:lnTo>
                  <a:pt x="568628" y="541397"/>
                </a:lnTo>
                <a:cubicBezTo>
                  <a:pt x="539953" y="547567"/>
                  <a:pt x="509743" y="550353"/>
                  <a:pt x="478624" y="550353"/>
                </a:cubicBezTo>
                <a:cubicBezTo>
                  <a:pt x="446661" y="550353"/>
                  <a:pt x="415657" y="547413"/>
                  <a:pt x="386297" y="540880"/>
                </a:cubicBezTo>
                <a:lnTo>
                  <a:pt x="376230" y="592208"/>
                </a:lnTo>
                <a:lnTo>
                  <a:pt x="276880" y="592208"/>
                </a:lnTo>
                <a:lnTo>
                  <a:pt x="234710" y="482236"/>
                </a:lnTo>
                <a:cubicBezTo>
                  <a:pt x="159823" y="435188"/>
                  <a:pt x="113102" y="365712"/>
                  <a:pt x="113102" y="288416"/>
                </a:cubicBezTo>
                <a:lnTo>
                  <a:pt x="117517" y="257032"/>
                </a:lnTo>
                <a:cubicBezTo>
                  <a:pt x="74356" y="237307"/>
                  <a:pt x="45547" y="201230"/>
                  <a:pt x="39518" y="163480"/>
                </a:cubicBezTo>
                <a:cubicBezTo>
                  <a:pt x="-1182" y="118177"/>
                  <a:pt x="-12184" y="63065"/>
                  <a:pt x="14684" y="33224"/>
                </a:cubicBezTo>
                <a:cubicBezTo>
                  <a:pt x="11531" y="55946"/>
                  <a:pt x="17954" y="82276"/>
                  <a:pt x="32588" y="107628"/>
                </a:cubicBezTo>
                <a:cubicBezTo>
                  <a:pt x="32618" y="76336"/>
                  <a:pt x="58000" y="50983"/>
                  <a:pt x="89303" y="50983"/>
                </a:cubicBezTo>
                <a:cubicBezTo>
                  <a:pt x="120636" y="50983"/>
                  <a:pt x="146036" y="76383"/>
                  <a:pt x="146036" y="107716"/>
                </a:cubicBezTo>
                <a:cubicBezTo>
                  <a:pt x="146036" y="139049"/>
                  <a:pt x="120636" y="164449"/>
                  <a:pt x="89303" y="164449"/>
                </a:cubicBezTo>
                <a:lnTo>
                  <a:pt x="76696" y="161904"/>
                </a:lnTo>
                <a:cubicBezTo>
                  <a:pt x="91912" y="179574"/>
                  <a:pt x="111262" y="194597"/>
                  <a:pt x="133714" y="205186"/>
                </a:cubicBezTo>
                <a:cubicBezTo>
                  <a:pt x="181078" y="100995"/>
                  <a:pt x="317707" y="26479"/>
                  <a:pt x="478624" y="26479"/>
                </a:cubicBezTo>
                <a:cubicBezTo>
                  <a:pt x="537829" y="26479"/>
                  <a:pt x="593747" y="36566"/>
                  <a:pt x="642810" y="55585"/>
                </a:cubicBezTo>
                <a:cubicBezTo>
                  <a:pt x="661274" y="31780"/>
                  <a:pt x="727987" y="-7557"/>
                  <a:pt x="741828" y="126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16" name="片側の 2 つの角を丸めた四角形 11"/>
          <p:cNvSpPr>
            <a:spLocks noChangeAspect="1"/>
          </p:cNvSpPr>
          <p:nvPr/>
        </p:nvSpPr>
        <p:spPr bwMode="gray">
          <a:xfrm>
            <a:off x="2035055" y="2144195"/>
            <a:ext cx="583026" cy="952655"/>
          </a:xfrm>
          <a:custGeom>
            <a:avLst/>
            <a:gdLst/>
            <a:ahLst/>
            <a:cxnLst/>
            <a:rect l="l" t="t" r="r" b="b"/>
            <a:pathLst>
              <a:path w="550800" h="899999">
                <a:moveTo>
                  <a:pt x="275401" y="516825"/>
                </a:moveTo>
                <a:cubicBezTo>
                  <a:pt x="240019" y="516825"/>
                  <a:pt x="211337" y="545507"/>
                  <a:pt x="211337" y="580889"/>
                </a:cubicBezTo>
                <a:cubicBezTo>
                  <a:pt x="211337" y="605559"/>
                  <a:pt x="225281" y="626972"/>
                  <a:pt x="246088" y="636968"/>
                </a:cubicBezTo>
                <a:lnTo>
                  <a:pt x="228885" y="796312"/>
                </a:lnTo>
                <a:lnTo>
                  <a:pt x="321915" y="796312"/>
                </a:lnTo>
                <a:lnTo>
                  <a:pt x="304713" y="636969"/>
                </a:lnTo>
                <a:cubicBezTo>
                  <a:pt x="325521" y="626973"/>
                  <a:pt x="339465" y="605560"/>
                  <a:pt x="339465" y="580889"/>
                </a:cubicBezTo>
                <a:cubicBezTo>
                  <a:pt x="339465" y="545507"/>
                  <a:pt x="310783" y="516825"/>
                  <a:pt x="275401" y="516825"/>
                </a:cubicBezTo>
                <a:close/>
                <a:moveTo>
                  <a:pt x="17845" y="389119"/>
                </a:moveTo>
                <a:lnTo>
                  <a:pt x="532955" y="389119"/>
                </a:lnTo>
                <a:cubicBezTo>
                  <a:pt x="542811" y="389119"/>
                  <a:pt x="550800" y="397108"/>
                  <a:pt x="550800" y="406964"/>
                </a:cubicBezTo>
                <a:lnTo>
                  <a:pt x="550800" y="644559"/>
                </a:lnTo>
                <a:cubicBezTo>
                  <a:pt x="550800" y="785635"/>
                  <a:pt x="436436" y="899999"/>
                  <a:pt x="295360" y="899999"/>
                </a:cubicBezTo>
                <a:lnTo>
                  <a:pt x="255440" y="899998"/>
                </a:lnTo>
                <a:cubicBezTo>
                  <a:pt x="114364" y="899998"/>
                  <a:pt x="0" y="785634"/>
                  <a:pt x="0" y="644558"/>
                </a:cubicBezTo>
                <a:lnTo>
                  <a:pt x="0" y="406964"/>
                </a:lnTo>
                <a:cubicBezTo>
                  <a:pt x="0" y="397108"/>
                  <a:pt x="7989" y="389119"/>
                  <a:pt x="17845" y="389119"/>
                </a:cubicBezTo>
                <a:close/>
                <a:moveTo>
                  <a:pt x="275400" y="0"/>
                </a:moveTo>
                <a:cubicBezTo>
                  <a:pt x="399664" y="0"/>
                  <a:pt x="500400" y="100736"/>
                  <a:pt x="500400" y="225000"/>
                </a:cubicBezTo>
                <a:lnTo>
                  <a:pt x="500400" y="361695"/>
                </a:lnTo>
                <a:lnTo>
                  <a:pt x="398626" y="361695"/>
                </a:lnTo>
                <a:lnTo>
                  <a:pt x="398627" y="225385"/>
                </a:lnTo>
                <a:cubicBezTo>
                  <a:pt x="398627" y="157329"/>
                  <a:pt x="343457" y="102159"/>
                  <a:pt x="275401" y="102159"/>
                </a:cubicBezTo>
                <a:cubicBezTo>
                  <a:pt x="207345" y="102159"/>
                  <a:pt x="152175" y="157329"/>
                  <a:pt x="152175" y="225385"/>
                </a:cubicBezTo>
                <a:lnTo>
                  <a:pt x="152175" y="361695"/>
                </a:lnTo>
                <a:lnTo>
                  <a:pt x="50400" y="361695"/>
                </a:lnTo>
                <a:lnTo>
                  <a:pt x="50400" y="225000"/>
                </a:lnTo>
                <a:cubicBezTo>
                  <a:pt x="50400" y="100736"/>
                  <a:pt x="151136" y="0"/>
                  <a:pt x="2754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17" name="角丸四角形 9"/>
          <p:cNvSpPr>
            <a:spLocks noChangeAspect="1"/>
          </p:cNvSpPr>
          <p:nvPr/>
        </p:nvSpPr>
        <p:spPr bwMode="gray">
          <a:xfrm>
            <a:off x="4828058" y="2429978"/>
            <a:ext cx="952657" cy="624943"/>
          </a:xfrm>
          <a:custGeom>
            <a:avLst/>
            <a:gdLst/>
            <a:ahLst/>
            <a:cxnLst/>
            <a:rect l="l" t="t" r="r" b="b"/>
            <a:pathLst>
              <a:path w="900000" h="526814">
                <a:moveTo>
                  <a:pt x="64803" y="387161"/>
                </a:moveTo>
                <a:cubicBezTo>
                  <a:pt x="61489" y="387161"/>
                  <a:pt x="58803" y="389847"/>
                  <a:pt x="58803" y="393161"/>
                </a:cubicBezTo>
                <a:lnTo>
                  <a:pt x="58803" y="417161"/>
                </a:lnTo>
                <a:cubicBezTo>
                  <a:pt x="58803" y="420475"/>
                  <a:pt x="61489" y="423161"/>
                  <a:pt x="64803" y="423161"/>
                </a:cubicBezTo>
                <a:lnTo>
                  <a:pt x="304803" y="423161"/>
                </a:lnTo>
                <a:cubicBezTo>
                  <a:pt x="308117" y="423161"/>
                  <a:pt x="310803" y="420475"/>
                  <a:pt x="310803" y="417161"/>
                </a:cubicBezTo>
                <a:lnTo>
                  <a:pt x="310803" y="393161"/>
                </a:lnTo>
                <a:cubicBezTo>
                  <a:pt x="310803" y="389847"/>
                  <a:pt x="308117" y="387161"/>
                  <a:pt x="304803" y="387161"/>
                </a:cubicBezTo>
                <a:close/>
                <a:moveTo>
                  <a:pt x="64803" y="301436"/>
                </a:moveTo>
                <a:cubicBezTo>
                  <a:pt x="61489" y="301436"/>
                  <a:pt x="58803" y="304122"/>
                  <a:pt x="58803" y="307436"/>
                </a:cubicBezTo>
                <a:lnTo>
                  <a:pt x="58803" y="331436"/>
                </a:lnTo>
                <a:cubicBezTo>
                  <a:pt x="58803" y="334750"/>
                  <a:pt x="61489" y="337436"/>
                  <a:pt x="64803" y="337436"/>
                </a:cubicBezTo>
                <a:lnTo>
                  <a:pt x="808803" y="337436"/>
                </a:lnTo>
                <a:cubicBezTo>
                  <a:pt x="812117" y="337436"/>
                  <a:pt x="814803" y="334750"/>
                  <a:pt x="814803" y="331436"/>
                </a:cubicBezTo>
                <a:lnTo>
                  <a:pt x="814803" y="307436"/>
                </a:lnTo>
                <a:cubicBezTo>
                  <a:pt x="814803" y="304122"/>
                  <a:pt x="812117" y="301436"/>
                  <a:pt x="808803" y="301436"/>
                </a:cubicBezTo>
                <a:close/>
                <a:moveTo>
                  <a:pt x="66747" y="215918"/>
                </a:moveTo>
                <a:lnTo>
                  <a:pt x="66747" y="216225"/>
                </a:lnTo>
                <a:cubicBezTo>
                  <a:pt x="66747" y="234120"/>
                  <a:pt x="81253" y="248626"/>
                  <a:pt x="99148" y="248626"/>
                </a:cubicBezTo>
                <a:lnTo>
                  <a:pt x="229429" y="248626"/>
                </a:lnTo>
                <a:cubicBezTo>
                  <a:pt x="247324" y="248626"/>
                  <a:pt x="261830" y="234120"/>
                  <a:pt x="261830" y="216225"/>
                </a:cubicBezTo>
                <a:lnTo>
                  <a:pt x="261830" y="215918"/>
                </a:lnTo>
                <a:close/>
                <a:moveTo>
                  <a:pt x="157755" y="126226"/>
                </a:moveTo>
                <a:lnTo>
                  <a:pt x="170821" y="126226"/>
                </a:lnTo>
                <a:cubicBezTo>
                  <a:pt x="176160" y="126226"/>
                  <a:pt x="180488" y="130554"/>
                  <a:pt x="180488" y="135893"/>
                </a:cubicBezTo>
                <a:lnTo>
                  <a:pt x="180488" y="166959"/>
                </a:lnTo>
                <a:cubicBezTo>
                  <a:pt x="180488" y="172298"/>
                  <a:pt x="176160" y="176626"/>
                  <a:pt x="170821" y="176626"/>
                </a:cubicBezTo>
                <a:lnTo>
                  <a:pt x="157755" y="176626"/>
                </a:lnTo>
                <a:cubicBezTo>
                  <a:pt x="152416" y="176626"/>
                  <a:pt x="148088" y="172298"/>
                  <a:pt x="148088" y="166959"/>
                </a:cubicBezTo>
                <a:lnTo>
                  <a:pt x="148088" y="135893"/>
                </a:lnTo>
                <a:cubicBezTo>
                  <a:pt x="148088" y="130554"/>
                  <a:pt x="152416" y="126226"/>
                  <a:pt x="157755" y="126226"/>
                </a:cubicBezTo>
                <a:close/>
                <a:moveTo>
                  <a:pt x="157392" y="99114"/>
                </a:moveTo>
                <a:cubicBezTo>
                  <a:pt x="146542" y="99114"/>
                  <a:pt x="136813" y="103919"/>
                  <a:pt x="130930" y="112135"/>
                </a:cubicBezTo>
                <a:lnTo>
                  <a:pt x="66747" y="112135"/>
                </a:lnTo>
                <a:lnTo>
                  <a:pt x="66747" y="138827"/>
                </a:lnTo>
                <a:lnTo>
                  <a:pt x="121426" y="138827"/>
                </a:lnTo>
                <a:lnTo>
                  <a:pt x="121426" y="164027"/>
                </a:lnTo>
                <a:lnTo>
                  <a:pt x="66747" y="164027"/>
                </a:lnTo>
                <a:lnTo>
                  <a:pt x="66747" y="190718"/>
                </a:lnTo>
                <a:lnTo>
                  <a:pt x="130930" y="190718"/>
                </a:lnTo>
                <a:cubicBezTo>
                  <a:pt x="136813" y="198934"/>
                  <a:pt x="146542" y="203739"/>
                  <a:pt x="157392" y="203739"/>
                </a:cubicBezTo>
                <a:lnTo>
                  <a:pt x="171184" y="203739"/>
                </a:lnTo>
                <a:cubicBezTo>
                  <a:pt x="182034" y="203739"/>
                  <a:pt x="191763" y="198934"/>
                  <a:pt x="197646" y="190718"/>
                </a:cubicBezTo>
                <a:lnTo>
                  <a:pt x="261830" y="190718"/>
                </a:lnTo>
                <a:lnTo>
                  <a:pt x="261830" y="164027"/>
                </a:lnTo>
                <a:lnTo>
                  <a:pt x="207150" y="164027"/>
                </a:lnTo>
                <a:lnTo>
                  <a:pt x="207150" y="138827"/>
                </a:lnTo>
                <a:lnTo>
                  <a:pt x="261830" y="138827"/>
                </a:lnTo>
                <a:lnTo>
                  <a:pt x="261830" y="112135"/>
                </a:lnTo>
                <a:lnTo>
                  <a:pt x="197646" y="112135"/>
                </a:lnTo>
                <a:cubicBezTo>
                  <a:pt x="191763" y="103919"/>
                  <a:pt x="182034" y="99114"/>
                  <a:pt x="171184" y="99114"/>
                </a:cubicBezTo>
                <a:close/>
                <a:moveTo>
                  <a:pt x="99148" y="54226"/>
                </a:moveTo>
                <a:cubicBezTo>
                  <a:pt x="81253" y="54226"/>
                  <a:pt x="66747" y="68732"/>
                  <a:pt x="66747" y="86627"/>
                </a:cubicBezTo>
                <a:lnTo>
                  <a:pt x="66747" y="86935"/>
                </a:lnTo>
                <a:lnTo>
                  <a:pt x="261830" y="86935"/>
                </a:lnTo>
                <a:lnTo>
                  <a:pt x="261830" y="86627"/>
                </a:lnTo>
                <a:cubicBezTo>
                  <a:pt x="261830" y="68732"/>
                  <a:pt x="247324" y="54226"/>
                  <a:pt x="229429" y="54226"/>
                </a:cubicBezTo>
                <a:close/>
                <a:moveTo>
                  <a:pt x="68754" y="0"/>
                </a:moveTo>
                <a:lnTo>
                  <a:pt x="831246" y="0"/>
                </a:lnTo>
                <a:cubicBezTo>
                  <a:pt x="869218" y="0"/>
                  <a:pt x="900000" y="30782"/>
                  <a:pt x="900000" y="68754"/>
                </a:cubicBezTo>
                <a:lnTo>
                  <a:pt x="900000" y="458060"/>
                </a:lnTo>
                <a:cubicBezTo>
                  <a:pt x="900000" y="496032"/>
                  <a:pt x="869218" y="526814"/>
                  <a:pt x="831246" y="526814"/>
                </a:cubicBezTo>
                <a:lnTo>
                  <a:pt x="68754" y="526814"/>
                </a:lnTo>
                <a:cubicBezTo>
                  <a:pt x="30782" y="526814"/>
                  <a:pt x="0" y="496032"/>
                  <a:pt x="0" y="458060"/>
                </a:cubicBezTo>
                <a:lnTo>
                  <a:pt x="0" y="68754"/>
                </a:lnTo>
                <a:cubicBezTo>
                  <a:pt x="0" y="30782"/>
                  <a:pt x="30782" y="0"/>
                  <a:pt x="68754"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8" name="角丸四角形 117"/>
          <p:cNvSpPr>
            <a:spLocks noChangeAspect="1"/>
          </p:cNvSpPr>
          <p:nvPr/>
        </p:nvSpPr>
        <p:spPr bwMode="gray">
          <a:xfrm>
            <a:off x="6409962" y="2180734"/>
            <a:ext cx="952657" cy="910754"/>
          </a:xfrm>
          <a:custGeom>
            <a:avLst/>
            <a:gdLst/>
            <a:ahLst/>
            <a:cxnLst/>
            <a:rect l="l" t="t" r="r" b="b"/>
            <a:pathLst>
              <a:path w="900000" h="860413">
                <a:moveTo>
                  <a:pt x="204735" y="622418"/>
                </a:moveTo>
                <a:cubicBezTo>
                  <a:pt x="228780" y="622418"/>
                  <a:pt x="248849" y="639442"/>
                  <a:pt x="252572" y="662297"/>
                </a:cubicBezTo>
                <a:lnTo>
                  <a:pt x="399054" y="662297"/>
                </a:lnTo>
                <a:cubicBezTo>
                  <a:pt x="402777" y="639442"/>
                  <a:pt x="422846" y="622418"/>
                  <a:pt x="446891" y="622418"/>
                </a:cubicBezTo>
                <a:cubicBezTo>
                  <a:pt x="470936" y="622418"/>
                  <a:pt x="491005" y="639442"/>
                  <a:pt x="494728" y="662297"/>
                </a:cubicBezTo>
                <a:lnTo>
                  <a:pt x="522411" y="662297"/>
                </a:lnTo>
                <a:cubicBezTo>
                  <a:pt x="526134" y="639442"/>
                  <a:pt x="546203" y="622418"/>
                  <a:pt x="570248" y="622418"/>
                </a:cubicBezTo>
                <a:cubicBezTo>
                  <a:pt x="594293" y="622418"/>
                  <a:pt x="614362" y="639442"/>
                  <a:pt x="618085" y="662297"/>
                </a:cubicBezTo>
                <a:lnTo>
                  <a:pt x="641211" y="662297"/>
                </a:lnTo>
                <a:cubicBezTo>
                  <a:pt x="644934" y="639442"/>
                  <a:pt x="665003" y="622418"/>
                  <a:pt x="689048" y="622418"/>
                </a:cubicBezTo>
                <a:cubicBezTo>
                  <a:pt x="716579" y="622418"/>
                  <a:pt x="738898" y="644737"/>
                  <a:pt x="738898" y="672268"/>
                </a:cubicBezTo>
                <a:cubicBezTo>
                  <a:pt x="738898" y="699799"/>
                  <a:pt x="716579" y="722118"/>
                  <a:pt x="689048" y="722118"/>
                </a:cubicBezTo>
                <a:cubicBezTo>
                  <a:pt x="665002" y="722118"/>
                  <a:pt x="644933" y="705092"/>
                  <a:pt x="641211" y="682237"/>
                </a:cubicBezTo>
                <a:lnTo>
                  <a:pt x="618085" y="682237"/>
                </a:lnTo>
                <a:cubicBezTo>
                  <a:pt x="614363" y="705092"/>
                  <a:pt x="594294" y="722118"/>
                  <a:pt x="570248" y="722118"/>
                </a:cubicBezTo>
                <a:cubicBezTo>
                  <a:pt x="546202" y="722118"/>
                  <a:pt x="526133" y="705092"/>
                  <a:pt x="522411" y="682237"/>
                </a:cubicBezTo>
                <a:lnTo>
                  <a:pt x="494728" y="682237"/>
                </a:lnTo>
                <a:cubicBezTo>
                  <a:pt x="491006" y="705092"/>
                  <a:pt x="470937" y="722118"/>
                  <a:pt x="446891" y="722118"/>
                </a:cubicBezTo>
                <a:cubicBezTo>
                  <a:pt x="422845" y="722118"/>
                  <a:pt x="402776" y="705092"/>
                  <a:pt x="399054" y="682237"/>
                </a:cubicBezTo>
                <a:lnTo>
                  <a:pt x="252572" y="682237"/>
                </a:lnTo>
                <a:cubicBezTo>
                  <a:pt x="248850" y="705092"/>
                  <a:pt x="228781" y="722118"/>
                  <a:pt x="204735" y="722118"/>
                </a:cubicBezTo>
                <a:cubicBezTo>
                  <a:pt x="177204" y="722118"/>
                  <a:pt x="154885" y="699799"/>
                  <a:pt x="154885" y="672268"/>
                </a:cubicBezTo>
                <a:cubicBezTo>
                  <a:pt x="154885" y="644737"/>
                  <a:pt x="177204" y="622418"/>
                  <a:pt x="204735" y="622418"/>
                </a:cubicBezTo>
                <a:close/>
                <a:moveTo>
                  <a:pt x="204735" y="482423"/>
                </a:moveTo>
                <a:cubicBezTo>
                  <a:pt x="228780" y="482423"/>
                  <a:pt x="248849" y="499447"/>
                  <a:pt x="252572" y="522302"/>
                </a:cubicBezTo>
                <a:lnTo>
                  <a:pt x="277611" y="522302"/>
                </a:lnTo>
                <a:cubicBezTo>
                  <a:pt x="281334" y="499447"/>
                  <a:pt x="301403" y="482423"/>
                  <a:pt x="325448" y="482423"/>
                </a:cubicBezTo>
                <a:cubicBezTo>
                  <a:pt x="349493" y="482423"/>
                  <a:pt x="369562" y="499447"/>
                  <a:pt x="373285" y="522302"/>
                </a:cubicBezTo>
                <a:lnTo>
                  <a:pt x="522411" y="522302"/>
                </a:lnTo>
                <a:cubicBezTo>
                  <a:pt x="526134" y="499447"/>
                  <a:pt x="546203" y="482423"/>
                  <a:pt x="570248" y="482423"/>
                </a:cubicBezTo>
                <a:cubicBezTo>
                  <a:pt x="594293" y="482423"/>
                  <a:pt x="614362" y="499447"/>
                  <a:pt x="618085" y="522302"/>
                </a:cubicBezTo>
                <a:lnTo>
                  <a:pt x="641211" y="522302"/>
                </a:lnTo>
                <a:cubicBezTo>
                  <a:pt x="644934" y="499447"/>
                  <a:pt x="665003" y="482423"/>
                  <a:pt x="689048" y="482423"/>
                </a:cubicBezTo>
                <a:cubicBezTo>
                  <a:pt x="716579" y="482423"/>
                  <a:pt x="738898" y="504742"/>
                  <a:pt x="738898" y="532273"/>
                </a:cubicBezTo>
                <a:cubicBezTo>
                  <a:pt x="738898" y="559804"/>
                  <a:pt x="716579" y="582123"/>
                  <a:pt x="689048" y="582123"/>
                </a:cubicBezTo>
                <a:cubicBezTo>
                  <a:pt x="665002" y="582123"/>
                  <a:pt x="644933" y="565097"/>
                  <a:pt x="641211" y="542242"/>
                </a:cubicBezTo>
                <a:lnTo>
                  <a:pt x="618085" y="542242"/>
                </a:lnTo>
                <a:cubicBezTo>
                  <a:pt x="614363" y="565097"/>
                  <a:pt x="594294" y="582123"/>
                  <a:pt x="570248" y="582123"/>
                </a:cubicBezTo>
                <a:cubicBezTo>
                  <a:pt x="546202" y="582123"/>
                  <a:pt x="526133" y="565097"/>
                  <a:pt x="522411" y="542242"/>
                </a:cubicBezTo>
                <a:lnTo>
                  <a:pt x="373285" y="542242"/>
                </a:lnTo>
                <a:cubicBezTo>
                  <a:pt x="369563" y="565097"/>
                  <a:pt x="349494" y="582123"/>
                  <a:pt x="325448" y="582123"/>
                </a:cubicBezTo>
                <a:cubicBezTo>
                  <a:pt x="301402" y="582123"/>
                  <a:pt x="281333" y="565097"/>
                  <a:pt x="277611" y="542242"/>
                </a:cubicBezTo>
                <a:lnTo>
                  <a:pt x="252572" y="542242"/>
                </a:lnTo>
                <a:cubicBezTo>
                  <a:pt x="248850" y="565097"/>
                  <a:pt x="228781" y="582123"/>
                  <a:pt x="204735" y="582123"/>
                </a:cubicBezTo>
                <a:cubicBezTo>
                  <a:pt x="177204" y="582123"/>
                  <a:pt x="154885" y="559804"/>
                  <a:pt x="154885" y="532273"/>
                </a:cubicBezTo>
                <a:cubicBezTo>
                  <a:pt x="154885" y="504742"/>
                  <a:pt x="177204" y="482423"/>
                  <a:pt x="204735" y="482423"/>
                </a:cubicBezTo>
                <a:close/>
                <a:moveTo>
                  <a:pt x="204735" y="342428"/>
                </a:moveTo>
                <a:cubicBezTo>
                  <a:pt x="228780" y="342428"/>
                  <a:pt x="248849" y="359452"/>
                  <a:pt x="252572" y="382307"/>
                </a:cubicBezTo>
                <a:lnTo>
                  <a:pt x="277611" y="382307"/>
                </a:lnTo>
                <a:cubicBezTo>
                  <a:pt x="281334" y="359452"/>
                  <a:pt x="301403" y="342428"/>
                  <a:pt x="325448" y="342428"/>
                </a:cubicBezTo>
                <a:cubicBezTo>
                  <a:pt x="349493" y="342428"/>
                  <a:pt x="369562" y="359452"/>
                  <a:pt x="373285" y="382307"/>
                </a:cubicBezTo>
                <a:lnTo>
                  <a:pt x="399053" y="382307"/>
                </a:lnTo>
                <a:cubicBezTo>
                  <a:pt x="402776" y="359452"/>
                  <a:pt x="422845" y="342428"/>
                  <a:pt x="446890" y="342428"/>
                </a:cubicBezTo>
                <a:cubicBezTo>
                  <a:pt x="470935" y="342428"/>
                  <a:pt x="491004" y="359452"/>
                  <a:pt x="494727" y="382307"/>
                </a:cubicBezTo>
                <a:lnTo>
                  <a:pt x="641211" y="382307"/>
                </a:lnTo>
                <a:cubicBezTo>
                  <a:pt x="644934" y="359452"/>
                  <a:pt x="665003" y="342428"/>
                  <a:pt x="689048" y="342428"/>
                </a:cubicBezTo>
                <a:cubicBezTo>
                  <a:pt x="716579" y="342428"/>
                  <a:pt x="738898" y="364747"/>
                  <a:pt x="738898" y="392278"/>
                </a:cubicBezTo>
                <a:cubicBezTo>
                  <a:pt x="738898" y="419809"/>
                  <a:pt x="716579" y="442128"/>
                  <a:pt x="689048" y="442128"/>
                </a:cubicBezTo>
                <a:cubicBezTo>
                  <a:pt x="665002" y="442128"/>
                  <a:pt x="644933" y="425102"/>
                  <a:pt x="641211" y="402247"/>
                </a:cubicBezTo>
                <a:lnTo>
                  <a:pt x="494727" y="402247"/>
                </a:lnTo>
                <a:cubicBezTo>
                  <a:pt x="491005" y="425102"/>
                  <a:pt x="470936" y="442128"/>
                  <a:pt x="446890" y="442128"/>
                </a:cubicBezTo>
                <a:cubicBezTo>
                  <a:pt x="422844" y="442128"/>
                  <a:pt x="402775" y="425102"/>
                  <a:pt x="399053" y="402247"/>
                </a:cubicBezTo>
                <a:lnTo>
                  <a:pt x="373285" y="402247"/>
                </a:lnTo>
                <a:cubicBezTo>
                  <a:pt x="369563" y="425102"/>
                  <a:pt x="349494" y="442128"/>
                  <a:pt x="325448" y="442128"/>
                </a:cubicBezTo>
                <a:cubicBezTo>
                  <a:pt x="301402" y="442128"/>
                  <a:pt x="281333" y="425102"/>
                  <a:pt x="277611" y="402247"/>
                </a:cubicBezTo>
                <a:lnTo>
                  <a:pt x="252572" y="402247"/>
                </a:lnTo>
                <a:cubicBezTo>
                  <a:pt x="248850" y="425102"/>
                  <a:pt x="228781" y="442128"/>
                  <a:pt x="204735" y="442128"/>
                </a:cubicBezTo>
                <a:cubicBezTo>
                  <a:pt x="177204" y="442128"/>
                  <a:pt x="154885" y="419809"/>
                  <a:pt x="154885" y="392278"/>
                </a:cubicBezTo>
                <a:cubicBezTo>
                  <a:pt x="154885" y="364747"/>
                  <a:pt x="177204" y="342428"/>
                  <a:pt x="204735" y="342428"/>
                </a:cubicBezTo>
                <a:close/>
                <a:moveTo>
                  <a:pt x="204735" y="202433"/>
                </a:moveTo>
                <a:cubicBezTo>
                  <a:pt x="228780" y="202433"/>
                  <a:pt x="248849" y="219457"/>
                  <a:pt x="252572" y="242312"/>
                </a:cubicBezTo>
                <a:lnTo>
                  <a:pt x="277611" y="242312"/>
                </a:lnTo>
                <a:cubicBezTo>
                  <a:pt x="281334" y="219457"/>
                  <a:pt x="301403" y="202433"/>
                  <a:pt x="325448" y="202433"/>
                </a:cubicBezTo>
                <a:cubicBezTo>
                  <a:pt x="349493" y="202433"/>
                  <a:pt x="369562" y="219457"/>
                  <a:pt x="373285" y="242312"/>
                </a:cubicBezTo>
                <a:lnTo>
                  <a:pt x="399053" y="242312"/>
                </a:lnTo>
                <a:cubicBezTo>
                  <a:pt x="402776" y="219457"/>
                  <a:pt x="422845" y="202433"/>
                  <a:pt x="446890" y="202433"/>
                </a:cubicBezTo>
                <a:cubicBezTo>
                  <a:pt x="470935" y="202433"/>
                  <a:pt x="491004" y="219457"/>
                  <a:pt x="494727" y="242312"/>
                </a:cubicBezTo>
                <a:lnTo>
                  <a:pt x="641211" y="242312"/>
                </a:lnTo>
                <a:cubicBezTo>
                  <a:pt x="644934" y="219457"/>
                  <a:pt x="665003" y="202433"/>
                  <a:pt x="689048" y="202433"/>
                </a:cubicBezTo>
                <a:cubicBezTo>
                  <a:pt x="716579" y="202433"/>
                  <a:pt x="738898" y="224752"/>
                  <a:pt x="738898" y="252283"/>
                </a:cubicBezTo>
                <a:cubicBezTo>
                  <a:pt x="738898" y="279814"/>
                  <a:pt x="716579" y="302133"/>
                  <a:pt x="689048" y="302133"/>
                </a:cubicBezTo>
                <a:cubicBezTo>
                  <a:pt x="665002" y="302133"/>
                  <a:pt x="644933" y="285107"/>
                  <a:pt x="641211" y="262252"/>
                </a:cubicBezTo>
                <a:lnTo>
                  <a:pt x="494727" y="262252"/>
                </a:lnTo>
                <a:cubicBezTo>
                  <a:pt x="491005" y="285107"/>
                  <a:pt x="470936" y="302133"/>
                  <a:pt x="446890" y="302133"/>
                </a:cubicBezTo>
                <a:cubicBezTo>
                  <a:pt x="422844" y="302133"/>
                  <a:pt x="402775" y="285107"/>
                  <a:pt x="399053" y="262252"/>
                </a:cubicBezTo>
                <a:lnTo>
                  <a:pt x="373285" y="262252"/>
                </a:lnTo>
                <a:cubicBezTo>
                  <a:pt x="369563" y="285107"/>
                  <a:pt x="349494" y="302133"/>
                  <a:pt x="325448" y="302133"/>
                </a:cubicBezTo>
                <a:cubicBezTo>
                  <a:pt x="301402" y="302133"/>
                  <a:pt x="281333" y="285107"/>
                  <a:pt x="277611" y="262252"/>
                </a:cubicBezTo>
                <a:lnTo>
                  <a:pt x="252572" y="262252"/>
                </a:lnTo>
                <a:cubicBezTo>
                  <a:pt x="248850" y="285107"/>
                  <a:pt x="228781" y="302133"/>
                  <a:pt x="204735" y="302133"/>
                </a:cubicBezTo>
                <a:cubicBezTo>
                  <a:pt x="177204" y="302133"/>
                  <a:pt x="154885" y="279814"/>
                  <a:pt x="154885" y="252283"/>
                </a:cubicBezTo>
                <a:cubicBezTo>
                  <a:pt x="154885" y="224752"/>
                  <a:pt x="177204" y="202433"/>
                  <a:pt x="204735" y="202433"/>
                </a:cubicBezTo>
                <a:close/>
                <a:moveTo>
                  <a:pt x="204735" y="62438"/>
                </a:moveTo>
                <a:cubicBezTo>
                  <a:pt x="228780" y="62438"/>
                  <a:pt x="248849" y="79462"/>
                  <a:pt x="252572" y="102317"/>
                </a:cubicBezTo>
                <a:lnTo>
                  <a:pt x="277611" y="102317"/>
                </a:lnTo>
                <a:cubicBezTo>
                  <a:pt x="281334" y="79462"/>
                  <a:pt x="301403" y="62438"/>
                  <a:pt x="325448" y="62438"/>
                </a:cubicBezTo>
                <a:cubicBezTo>
                  <a:pt x="349493" y="62438"/>
                  <a:pt x="369562" y="79462"/>
                  <a:pt x="373285" y="102317"/>
                </a:cubicBezTo>
                <a:lnTo>
                  <a:pt x="522411" y="102317"/>
                </a:lnTo>
                <a:cubicBezTo>
                  <a:pt x="526134" y="79462"/>
                  <a:pt x="546203" y="62438"/>
                  <a:pt x="570248" y="62438"/>
                </a:cubicBezTo>
                <a:cubicBezTo>
                  <a:pt x="594293" y="62438"/>
                  <a:pt x="614362" y="79462"/>
                  <a:pt x="618085" y="102317"/>
                </a:cubicBezTo>
                <a:lnTo>
                  <a:pt x="641211" y="102317"/>
                </a:lnTo>
                <a:cubicBezTo>
                  <a:pt x="644934" y="79462"/>
                  <a:pt x="665003" y="62438"/>
                  <a:pt x="689048" y="62438"/>
                </a:cubicBezTo>
                <a:cubicBezTo>
                  <a:pt x="716579" y="62438"/>
                  <a:pt x="738898" y="84757"/>
                  <a:pt x="738898" y="112288"/>
                </a:cubicBezTo>
                <a:cubicBezTo>
                  <a:pt x="738898" y="139819"/>
                  <a:pt x="716579" y="162138"/>
                  <a:pt x="689048" y="162138"/>
                </a:cubicBezTo>
                <a:cubicBezTo>
                  <a:pt x="665002" y="162138"/>
                  <a:pt x="644933" y="145112"/>
                  <a:pt x="641211" y="122257"/>
                </a:cubicBezTo>
                <a:lnTo>
                  <a:pt x="618085" y="122257"/>
                </a:lnTo>
                <a:cubicBezTo>
                  <a:pt x="614363" y="145112"/>
                  <a:pt x="594294" y="162138"/>
                  <a:pt x="570248" y="162138"/>
                </a:cubicBezTo>
                <a:cubicBezTo>
                  <a:pt x="546202" y="162138"/>
                  <a:pt x="526133" y="145112"/>
                  <a:pt x="522411" y="122257"/>
                </a:cubicBezTo>
                <a:lnTo>
                  <a:pt x="373285" y="122257"/>
                </a:lnTo>
                <a:cubicBezTo>
                  <a:pt x="369563" y="145112"/>
                  <a:pt x="349494" y="162138"/>
                  <a:pt x="325448" y="162138"/>
                </a:cubicBezTo>
                <a:cubicBezTo>
                  <a:pt x="301402" y="162138"/>
                  <a:pt x="281333" y="145112"/>
                  <a:pt x="277611" y="122257"/>
                </a:cubicBezTo>
                <a:lnTo>
                  <a:pt x="252572" y="122257"/>
                </a:lnTo>
                <a:cubicBezTo>
                  <a:pt x="248850" y="145112"/>
                  <a:pt x="228781" y="162138"/>
                  <a:pt x="204735" y="162138"/>
                </a:cubicBezTo>
                <a:cubicBezTo>
                  <a:pt x="177204" y="162138"/>
                  <a:pt x="154885" y="139819"/>
                  <a:pt x="154885" y="112288"/>
                </a:cubicBezTo>
                <a:cubicBezTo>
                  <a:pt x="154885" y="84757"/>
                  <a:pt x="177204" y="62438"/>
                  <a:pt x="204735" y="62438"/>
                </a:cubicBezTo>
                <a:close/>
                <a:moveTo>
                  <a:pt x="82097" y="0"/>
                </a:moveTo>
                <a:cubicBezTo>
                  <a:pt x="108133" y="0"/>
                  <a:pt x="129239" y="21106"/>
                  <a:pt x="129239" y="47142"/>
                </a:cubicBezTo>
                <a:lnTo>
                  <a:pt x="129239" y="770655"/>
                </a:lnTo>
                <a:lnTo>
                  <a:pt x="770761" y="770655"/>
                </a:lnTo>
                <a:lnTo>
                  <a:pt x="770761" y="47142"/>
                </a:lnTo>
                <a:cubicBezTo>
                  <a:pt x="770761" y="21106"/>
                  <a:pt x="791867" y="0"/>
                  <a:pt x="817903" y="0"/>
                </a:cubicBezTo>
                <a:cubicBezTo>
                  <a:pt x="843939" y="0"/>
                  <a:pt x="865045" y="21106"/>
                  <a:pt x="865045" y="47142"/>
                </a:cubicBezTo>
                <a:lnTo>
                  <a:pt x="865045" y="770655"/>
                </a:lnTo>
                <a:lnTo>
                  <a:pt x="876958" y="770655"/>
                </a:lnTo>
                <a:cubicBezTo>
                  <a:pt x="889684" y="770655"/>
                  <a:pt x="900000" y="780971"/>
                  <a:pt x="900000" y="793697"/>
                </a:cubicBezTo>
                <a:lnTo>
                  <a:pt x="900000" y="837371"/>
                </a:lnTo>
                <a:cubicBezTo>
                  <a:pt x="900000" y="850097"/>
                  <a:pt x="889684" y="860413"/>
                  <a:pt x="876958" y="860413"/>
                </a:cubicBezTo>
                <a:lnTo>
                  <a:pt x="23042" y="860413"/>
                </a:lnTo>
                <a:cubicBezTo>
                  <a:pt x="10316" y="860413"/>
                  <a:pt x="0" y="850097"/>
                  <a:pt x="0" y="837371"/>
                </a:cubicBezTo>
                <a:lnTo>
                  <a:pt x="0" y="793697"/>
                </a:lnTo>
                <a:cubicBezTo>
                  <a:pt x="0" y="780971"/>
                  <a:pt x="10316" y="770655"/>
                  <a:pt x="23042" y="770655"/>
                </a:cubicBezTo>
                <a:lnTo>
                  <a:pt x="34955" y="770655"/>
                </a:lnTo>
                <a:lnTo>
                  <a:pt x="34955" y="47142"/>
                </a:lnTo>
                <a:cubicBezTo>
                  <a:pt x="34955" y="21106"/>
                  <a:pt x="56061" y="0"/>
                  <a:pt x="8209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円/楕円 23"/>
          <p:cNvSpPr>
            <a:spLocks noChangeAspect="1"/>
          </p:cNvSpPr>
          <p:nvPr/>
        </p:nvSpPr>
        <p:spPr bwMode="gray">
          <a:xfrm>
            <a:off x="7991866" y="2151866"/>
            <a:ext cx="818027" cy="953134"/>
          </a:xfrm>
          <a:custGeom>
            <a:avLst/>
            <a:gdLst/>
            <a:ahLst/>
            <a:cxnLst/>
            <a:rect l="l" t="t" r="r" b="b"/>
            <a:pathLst>
              <a:path w="772812" h="900451">
                <a:moveTo>
                  <a:pt x="685149" y="274308"/>
                </a:moveTo>
                <a:cubicBezTo>
                  <a:pt x="688862" y="298093"/>
                  <a:pt x="690680" y="322459"/>
                  <a:pt x="690680" y="347250"/>
                </a:cubicBezTo>
                <a:cubicBezTo>
                  <a:pt x="690680" y="553210"/>
                  <a:pt x="565168" y="729857"/>
                  <a:pt x="386407" y="804753"/>
                </a:cubicBezTo>
                <a:cubicBezTo>
                  <a:pt x="322747" y="778081"/>
                  <a:pt x="265840" y="738505"/>
                  <a:pt x="219427" y="688842"/>
                </a:cubicBezTo>
                <a:lnTo>
                  <a:pt x="661848" y="276278"/>
                </a:lnTo>
                <a:cubicBezTo>
                  <a:pt x="664023" y="277553"/>
                  <a:pt x="666310" y="277645"/>
                  <a:pt x="668619" y="277645"/>
                </a:cubicBezTo>
                <a:cubicBezTo>
                  <a:pt x="674393" y="277645"/>
                  <a:pt x="680033" y="277069"/>
                  <a:pt x="685149" y="274308"/>
                </a:cubicBezTo>
                <a:close/>
                <a:moveTo>
                  <a:pt x="383115" y="95698"/>
                </a:moveTo>
                <a:cubicBezTo>
                  <a:pt x="423093" y="145333"/>
                  <a:pt x="484516" y="176515"/>
                  <a:pt x="553222" y="176515"/>
                </a:cubicBezTo>
                <a:cubicBezTo>
                  <a:pt x="564547" y="176515"/>
                  <a:pt x="575675" y="175668"/>
                  <a:pt x="586414" y="173169"/>
                </a:cubicBezTo>
                <a:cubicBezTo>
                  <a:pt x="584359" y="179313"/>
                  <a:pt x="583575" y="185866"/>
                  <a:pt x="583575" y="192601"/>
                </a:cubicBezTo>
                <a:lnTo>
                  <a:pt x="587613" y="212599"/>
                </a:lnTo>
                <a:lnTo>
                  <a:pt x="159533" y="611790"/>
                </a:lnTo>
                <a:cubicBezTo>
                  <a:pt x="110237" y="535605"/>
                  <a:pt x="82133" y="444709"/>
                  <a:pt x="82133" y="347250"/>
                </a:cubicBezTo>
                <a:lnTo>
                  <a:pt x="87665" y="274308"/>
                </a:lnTo>
                <a:lnTo>
                  <a:pt x="104194" y="277645"/>
                </a:lnTo>
                <a:cubicBezTo>
                  <a:pt x="151163" y="277645"/>
                  <a:pt x="189238" y="239570"/>
                  <a:pt x="189238" y="192601"/>
                </a:cubicBezTo>
                <a:lnTo>
                  <a:pt x="186498" y="173842"/>
                </a:lnTo>
                <a:lnTo>
                  <a:pt x="213008" y="176515"/>
                </a:lnTo>
                <a:cubicBezTo>
                  <a:pt x="281714" y="176515"/>
                  <a:pt x="343137" y="145333"/>
                  <a:pt x="383115" y="95698"/>
                </a:cubicBezTo>
                <a:close/>
                <a:moveTo>
                  <a:pt x="382897" y="72225"/>
                </a:moveTo>
                <a:cubicBezTo>
                  <a:pt x="340273" y="125146"/>
                  <a:pt x="274783" y="158393"/>
                  <a:pt x="201528" y="158393"/>
                </a:cubicBezTo>
                <a:lnTo>
                  <a:pt x="173263" y="155543"/>
                </a:lnTo>
                <a:lnTo>
                  <a:pt x="176184" y="175544"/>
                </a:lnTo>
                <a:cubicBezTo>
                  <a:pt x="176184" y="225622"/>
                  <a:pt x="135588" y="266218"/>
                  <a:pt x="85510" y="266218"/>
                </a:cubicBezTo>
                <a:lnTo>
                  <a:pt x="67886" y="262660"/>
                </a:lnTo>
                <a:lnTo>
                  <a:pt x="61988" y="340431"/>
                </a:lnTo>
                <a:cubicBezTo>
                  <a:pt x="61988" y="560028"/>
                  <a:pt x="195810" y="748370"/>
                  <a:pt x="386407" y="828225"/>
                </a:cubicBezTo>
                <a:cubicBezTo>
                  <a:pt x="577003" y="748370"/>
                  <a:pt x="710825" y="560028"/>
                  <a:pt x="710825" y="340431"/>
                </a:cubicBezTo>
                <a:cubicBezTo>
                  <a:pt x="710825" y="314000"/>
                  <a:pt x="708887" y="288020"/>
                  <a:pt x="704928" y="262660"/>
                </a:cubicBezTo>
                <a:cubicBezTo>
                  <a:pt x="699473" y="265605"/>
                  <a:pt x="693460" y="266218"/>
                  <a:pt x="687304" y="266218"/>
                </a:cubicBezTo>
                <a:cubicBezTo>
                  <a:pt x="637225" y="266218"/>
                  <a:pt x="596629" y="225622"/>
                  <a:pt x="596629" y="175544"/>
                </a:cubicBezTo>
                <a:cubicBezTo>
                  <a:pt x="596629" y="168363"/>
                  <a:pt x="597464" y="161376"/>
                  <a:pt x="599656" y="154825"/>
                </a:cubicBezTo>
                <a:cubicBezTo>
                  <a:pt x="588205" y="157489"/>
                  <a:pt x="576341" y="158393"/>
                  <a:pt x="564267" y="158393"/>
                </a:cubicBezTo>
                <a:cubicBezTo>
                  <a:pt x="491012" y="158393"/>
                  <a:pt x="425522" y="125146"/>
                  <a:pt x="382897" y="72225"/>
                </a:cubicBezTo>
                <a:close/>
                <a:moveTo>
                  <a:pt x="382226" y="0"/>
                </a:moveTo>
                <a:cubicBezTo>
                  <a:pt x="432995" y="63033"/>
                  <a:pt x="510998" y="102632"/>
                  <a:pt x="598250" y="102632"/>
                </a:cubicBezTo>
                <a:cubicBezTo>
                  <a:pt x="612632" y="102632"/>
                  <a:pt x="626763" y="101556"/>
                  <a:pt x="640401" y="98383"/>
                </a:cubicBezTo>
                <a:cubicBezTo>
                  <a:pt x="637791" y="106185"/>
                  <a:pt x="636796" y="114507"/>
                  <a:pt x="636796" y="123060"/>
                </a:cubicBezTo>
                <a:cubicBezTo>
                  <a:pt x="636796" y="182707"/>
                  <a:pt x="685149" y="231060"/>
                  <a:pt x="744796" y="231060"/>
                </a:cubicBezTo>
                <a:cubicBezTo>
                  <a:pt x="752129" y="231060"/>
                  <a:pt x="759291" y="230329"/>
                  <a:pt x="765788" y="226822"/>
                </a:cubicBezTo>
                <a:cubicBezTo>
                  <a:pt x="770503" y="257028"/>
                  <a:pt x="772812" y="287971"/>
                  <a:pt x="772812" y="319453"/>
                </a:cubicBezTo>
                <a:cubicBezTo>
                  <a:pt x="772812" y="581009"/>
                  <a:pt x="613420" y="805338"/>
                  <a:pt x="386406" y="900451"/>
                </a:cubicBezTo>
                <a:cubicBezTo>
                  <a:pt x="159392" y="805338"/>
                  <a:pt x="0" y="581009"/>
                  <a:pt x="0" y="319453"/>
                </a:cubicBezTo>
                <a:lnTo>
                  <a:pt x="7025" y="226822"/>
                </a:lnTo>
                <a:lnTo>
                  <a:pt x="28016" y="231060"/>
                </a:lnTo>
                <a:cubicBezTo>
                  <a:pt x="87663" y="231060"/>
                  <a:pt x="136016" y="182707"/>
                  <a:pt x="136016" y="123060"/>
                </a:cubicBezTo>
                <a:lnTo>
                  <a:pt x="132536" y="99238"/>
                </a:lnTo>
                <a:lnTo>
                  <a:pt x="166202" y="102632"/>
                </a:lnTo>
                <a:cubicBezTo>
                  <a:pt x="253454" y="102632"/>
                  <a:pt x="331457" y="63033"/>
                  <a:pt x="382226"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3113037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Manufacturing / Retail</a:t>
            </a:r>
            <a:endParaRPr kumimoji="1" lang="ja-JP" altLang="en-US"/>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20</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3" name="円/楕円 238"/>
          <p:cNvSpPr>
            <a:spLocks noChangeAspect="1"/>
          </p:cNvSpPr>
          <p:nvPr/>
        </p:nvSpPr>
        <p:spPr bwMode="gray">
          <a:xfrm>
            <a:off x="2192929" y="1683557"/>
            <a:ext cx="239747" cy="829721"/>
          </a:xfrm>
          <a:custGeom>
            <a:avLst/>
            <a:gdLst/>
            <a:ahLst/>
            <a:cxnLst/>
            <a:rect l="l" t="t" r="r" b="b"/>
            <a:pathLst>
              <a:path w="259726" h="898864">
                <a:moveTo>
                  <a:pt x="124361" y="0"/>
                </a:moveTo>
                <a:lnTo>
                  <a:pt x="74865" y="111169"/>
                </a:lnTo>
                <a:lnTo>
                  <a:pt x="178564" y="157338"/>
                </a:lnTo>
                <a:lnTo>
                  <a:pt x="228005" y="46291"/>
                </a:lnTo>
                <a:cubicBezTo>
                  <a:pt x="248284" y="67792"/>
                  <a:pt x="259726" y="96936"/>
                  <a:pt x="259726" y="128752"/>
                </a:cubicBezTo>
                <a:cubicBezTo>
                  <a:pt x="259726" y="174805"/>
                  <a:pt x="235754" y="215259"/>
                  <a:pt x="198336" y="236325"/>
                </a:cubicBezTo>
                <a:lnTo>
                  <a:pt x="198336" y="662540"/>
                </a:lnTo>
                <a:cubicBezTo>
                  <a:pt x="235754" y="683605"/>
                  <a:pt x="259726" y="724059"/>
                  <a:pt x="259726" y="770112"/>
                </a:cubicBezTo>
                <a:cubicBezTo>
                  <a:pt x="259726" y="839975"/>
                  <a:pt x="204556" y="896954"/>
                  <a:pt x="135365" y="898864"/>
                </a:cubicBezTo>
                <a:lnTo>
                  <a:pt x="184861" y="787695"/>
                </a:lnTo>
                <a:lnTo>
                  <a:pt x="81162" y="741526"/>
                </a:lnTo>
                <a:lnTo>
                  <a:pt x="31721" y="852573"/>
                </a:lnTo>
                <a:cubicBezTo>
                  <a:pt x="11442" y="831072"/>
                  <a:pt x="0" y="801928"/>
                  <a:pt x="0" y="770112"/>
                </a:cubicBezTo>
                <a:cubicBezTo>
                  <a:pt x="0" y="715922"/>
                  <a:pt x="33192" y="669484"/>
                  <a:pt x="80440" y="650227"/>
                </a:cubicBezTo>
                <a:lnTo>
                  <a:pt x="80440" y="248637"/>
                </a:lnTo>
                <a:cubicBezTo>
                  <a:pt x="33192" y="229380"/>
                  <a:pt x="0" y="182942"/>
                  <a:pt x="0" y="128752"/>
                </a:cubicBezTo>
                <a:cubicBezTo>
                  <a:pt x="0" y="58889"/>
                  <a:pt x="55170" y="1910"/>
                  <a:pt x="124361"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円/楕円 250"/>
          <p:cNvSpPr>
            <a:spLocks noChangeAspect="1"/>
          </p:cNvSpPr>
          <p:nvPr/>
        </p:nvSpPr>
        <p:spPr bwMode="gray">
          <a:xfrm>
            <a:off x="3019409" y="1682449"/>
            <a:ext cx="249338" cy="831937"/>
          </a:xfrm>
          <a:custGeom>
            <a:avLst/>
            <a:gdLst/>
            <a:ahLst/>
            <a:cxnLst/>
            <a:rect l="l" t="t" r="r" b="b"/>
            <a:pathLst>
              <a:path w="270116" h="901265">
                <a:moveTo>
                  <a:pt x="94284" y="704426"/>
                </a:moveTo>
                <a:lnTo>
                  <a:pt x="63394" y="766206"/>
                </a:lnTo>
                <a:lnTo>
                  <a:pt x="94284" y="827986"/>
                </a:lnTo>
                <a:lnTo>
                  <a:pt x="175833" y="827986"/>
                </a:lnTo>
                <a:lnTo>
                  <a:pt x="206723" y="766206"/>
                </a:lnTo>
                <a:lnTo>
                  <a:pt x="175833" y="704426"/>
                </a:lnTo>
                <a:close/>
                <a:moveTo>
                  <a:pt x="76398" y="0"/>
                </a:moveTo>
                <a:lnTo>
                  <a:pt x="76398" y="85632"/>
                </a:lnTo>
                <a:cubicBezTo>
                  <a:pt x="76398" y="106416"/>
                  <a:pt x="93246" y="123264"/>
                  <a:pt x="114030" y="123264"/>
                </a:cubicBezTo>
                <a:lnTo>
                  <a:pt x="156143" y="123264"/>
                </a:lnTo>
                <a:cubicBezTo>
                  <a:pt x="176927" y="123264"/>
                  <a:pt x="193775" y="106416"/>
                  <a:pt x="193775" y="85632"/>
                </a:cubicBezTo>
                <a:lnTo>
                  <a:pt x="193775" y="38"/>
                </a:lnTo>
                <a:cubicBezTo>
                  <a:pt x="239201" y="20890"/>
                  <a:pt x="270116" y="67004"/>
                  <a:pt x="270116" y="120338"/>
                </a:cubicBezTo>
                <a:cubicBezTo>
                  <a:pt x="270116" y="173574"/>
                  <a:pt x="239315" y="219616"/>
                  <a:pt x="194005" y="240483"/>
                </a:cubicBezTo>
                <a:lnTo>
                  <a:pt x="194005" y="646062"/>
                </a:lnTo>
                <a:cubicBezTo>
                  <a:pt x="239315" y="666930"/>
                  <a:pt x="270116" y="712972"/>
                  <a:pt x="270116" y="766207"/>
                </a:cubicBezTo>
                <a:cubicBezTo>
                  <a:pt x="270116" y="840797"/>
                  <a:pt x="209648" y="901265"/>
                  <a:pt x="135058" y="901265"/>
                </a:cubicBezTo>
                <a:cubicBezTo>
                  <a:pt x="60468" y="901265"/>
                  <a:pt x="0" y="840797"/>
                  <a:pt x="0" y="766207"/>
                </a:cubicBezTo>
                <a:cubicBezTo>
                  <a:pt x="0" y="712973"/>
                  <a:pt x="30800" y="666931"/>
                  <a:pt x="76109" y="646063"/>
                </a:cubicBezTo>
                <a:lnTo>
                  <a:pt x="76109" y="240482"/>
                </a:lnTo>
                <a:cubicBezTo>
                  <a:pt x="30800" y="219614"/>
                  <a:pt x="0" y="173573"/>
                  <a:pt x="0" y="120338"/>
                </a:cubicBezTo>
                <a:cubicBezTo>
                  <a:pt x="0" y="66980"/>
                  <a:pt x="30944" y="20848"/>
                  <a:pt x="7639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正方形/長方形 11"/>
          <p:cNvSpPr>
            <a:spLocks noChangeAspect="1"/>
          </p:cNvSpPr>
          <p:nvPr/>
        </p:nvSpPr>
        <p:spPr bwMode="gray">
          <a:xfrm>
            <a:off x="763154" y="1682516"/>
            <a:ext cx="829100" cy="831802"/>
          </a:xfrm>
          <a:custGeom>
            <a:avLst/>
            <a:gdLst/>
            <a:ahLst/>
            <a:cxnLst/>
            <a:rect l="l" t="t" r="r" b="b"/>
            <a:pathLst>
              <a:path w="898192" h="901119">
                <a:moveTo>
                  <a:pt x="761036" y="599654"/>
                </a:moveTo>
                <a:lnTo>
                  <a:pt x="761305" y="623260"/>
                </a:lnTo>
                <a:lnTo>
                  <a:pt x="620041" y="689132"/>
                </a:lnTo>
                <a:lnTo>
                  <a:pt x="619771" y="665527"/>
                </a:lnTo>
                <a:close/>
                <a:moveTo>
                  <a:pt x="653098" y="531353"/>
                </a:moveTo>
                <a:lnTo>
                  <a:pt x="662435" y="543305"/>
                </a:lnTo>
                <a:lnTo>
                  <a:pt x="663224" y="542948"/>
                </a:lnTo>
                <a:lnTo>
                  <a:pt x="663224" y="544314"/>
                </a:lnTo>
                <a:lnTo>
                  <a:pt x="679932" y="565700"/>
                </a:lnTo>
                <a:lnTo>
                  <a:pt x="663224" y="573259"/>
                </a:lnTo>
                <a:lnTo>
                  <a:pt x="663224" y="628298"/>
                </a:lnTo>
                <a:lnTo>
                  <a:pt x="643604" y="637175"/>
                </a:lnTo>
                <a:lnTo>
                  <a:pt x="643604" y="582136"/>
                </a:lnTo>
                <a:lnTo>
                  <a:pt x="620549" y="592567"/>
                </a:lnTo>
                <a:close/>
                <a:moveTo>
                  <a:pt x="724535" y="500398"/>
                </a:moveTo>
                <a:lnTo>
                  <a:pt x="733872" y="512350"/>
                </a:lnTo>
                <a:lnTo>
                  <a:pt x="734661" y="511993"/>
                </a:lnTo>
                <a:lnTo>
                  <a:pt x="734661" y="513359"/>
                </a:lnTo>
                <a:lnTo>
                  <a:pt x="751369" y="534745"/>
                </a:lnTo>
                <a:lnTo>
                  <a:pt x="734661" y="542304"/>
                </a:lnTo>
                <a:lnTo>
                  <a:pt x="734661" y="597343"/>
                </a:lnTo>
                <a:lnTo>
                  <a:pt x="715041" y="606220"/>
                </a:lnTo>
                <a:lnTo>
                  <a:pt x="715041" y="551181"/>
                </a:lnTo>
                <a:lnTo>
                  <a:pt x="691986" y="561612"/>
                </a:lnTo>
                <a:close/>
                <a:moveTo>
                  <a:pt x="795288" y="421300"/>
                </a:moveTo>
                <a:lnTo>
                  <a:pt x="582838" y="520368"/>
                </a:lnTo>
                <a:lnTo>
                  <a:pt x="585323" y="737678"/>
                </a:lnTo>
                <a:lnTo>
                  <a:pt x="797773" y="638610"/>
                </a:lnTo>
                <a:close/>
                <a:moveTo>
                  <a:pt x="0" y="239733"/>
                </a:moveTo>
                <a:lnTo>
                  <a:pt x="164309" y="314975"/>
                </a:lnTo>
                <a:lnTo>
                  <a:pt x="164309" y="439793"/>
                </a:lnTo>
                <a:lnTo>
                  <a:pt x="258958" y="482618"/>
                </a:lnTo>
                <a:lnTo>
                  <a:pt x="258958" y="358317"/>
                </a:lnTo>
                <a:lnTo>
                  <a:pt x="435174" y="439012"/>
                </a:lnTo>
                <a:lnTo>
                  <a:pt x="435174" y="899337"/>
                </a:lnTo>
                <a:lnTo>
                  <a:pt x="0" y="700058"/>
                </a:lnTo>
                <a:close/>
                <a:moveTo>
                  <a:pt x="898192" y="237761"/>
                </a:moveTo>
                <a:lnTo>
                  <a:pt x="897553" y="697437"/>
                </a:lnTo>
                <a:lnTo>
                  <a:pt x="460755" y="901119"/>
                </a:lnTo>
                <a:lnTo>
                  <a:pt x="461393" y="441443"/>
                </a:lnTo>
                <a:close/>
                <a:moveTo>
                  <a:pt x="724838" y="127721"/>
                </a:moveTo>
                <a:lnTo>
                  <a:pt x="894231" y="207618"/>
                </a:lnTo>
                <a:lnTo>
                  <a:pt x="444844" y="417171"/>
                </a:lnTo>
                <a:lnTo>
                  <a:pt x="275451" y="337274"/>
                </a:lnTo>
                <a:close/>
                <a:moveTo>
                  <a:pt x="448819" y="0"/>
                </a:moveTo>
                <a:lnTo>
                  <a:pt x="628385" y="84696"/>
                </a:lnTo>
                <a:lnTo>
                  <a:pt x="183035" y="292366"/>
                </a:lnTo>
                <a:lnTo>
                  <a:pt x="3469" y="20767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7" name="角丸四角形 60479"/>
          <p:cNvSpPr>
            <a:spLocks noChangeAspect="1"/>
          </p:cNvSpPr>
          <p:nvPr/>
        </p:nvSpPr>
        <p:spPr bwMode="gray">
          <a:xfrm>
            <a:off x="738677" y="3099452"/>
            <a:ext cx="830769" cy="627313"/>
          </a:xfrm>
          <a:custGeom>
            <a:avLst/>
            <a:gdLst/>
            <a:ahLst/>
            <a:cxnLst/>
            <a:rect l="l" t="t" r="r" b="b"/>
            <a:pathLst>
              <a:path w="900000" h="679589">
                <a:moveTo>
                  <a:pt x="693864" y="536159"/>
                </a:moveTo>
                <a:cubicBezTo>
                  <a:pt x="733471" y="536159"/>
                  <a:pt x="765579" y="568267"/>
                  <a:pt x="765579" y="607874"/>
                </a:cubicBezTo>
                <a:cubicBezTo>
                  <a:pt x="765579" y="647481"/>
                  <a:pt x="733471" y="679589"/>
                  <a:pt x="693864" y="679589"/>
                </a:cubicBezTo>
                <a:cubicBezTo>
                  <a:pt x="654257" y="679589"/>
                  <a:pt x="622149" y="647481"/>
                  <a:pt x="622149" y="607874"/>
                </a:cubicBezTo>
                <a:cubicBezTo>
                  <a:pt x="622149" y="568267"/>
                  <a:pt x="654257" y="536159"/>
                  <a:pt x="693864" y="536159"/>
                </a:cubicBezTo>
                <a:close/>
                <a:moveTo>
                  <a:pt x="372395" y="536159"/>
                </a:moveTo>
                <a:cubicBezTo>
                  <a:pt x="412002" y="536159"/>
                  <a:pt x="444110" y="568267"/>
                  <a:pt x="444110" y="607874"/>
                </a:cubicBezTo>
                <a:cubicBezTo>
                  <a:pt x="444110" y="647481"/>
                  <a:pt x="412002" y="679589"/>
                  <a:pt x="372395" y="679589"/>
                </a:cubicBezTo>
                <a:cubicBezTo>
                  <a:pt x="332788" y="679589"/>
                  <a:pt x="300680" y="647481"/>
                  <a:pt x="300680" y="607874"/>
                </a:cubicBezTo>
                <a:cubicBezTo>
                  <a:pt x="300680" y="568267"/>
                  <a:pt x="332788" y="536159"/>
                  <a:pt x="372395" y="536159"/>
                </a:cubicBezTo>
                <a:close/>
                <a:moveTo>
                  <a:pt x="648559" y="213364"/>
                </a:moveTo>
                <a:cubicBezTo>
                  <a:pt x="613068" y="213364"/>
                  <a:pt x="584296" y="242136"/>
                  <a:pt x="584296" y="277627"/>
                </a:cubicBezTo>
                <a:cubicBezTo>
                  <a:pt x="584296" y="313118"/>
                  <a:pt x="613068" y="341890"/>
                  <a:pt x="648559" y="341890"/>
                </a:cubicBezTo>
                <a:cubicBezTo>
                  <a:pt x="684050" y="341890"/>
                  <a:pt x="712822" y="313118"/>
                  <a:pt x="712822" y="277627"/>
                </a:cubicBezTo>
                <a:cubicBezTo>
                  <a:pt x="712822" y="242136"/>
                  <a:pt x="684050" y="213364"/>
                  <a:pt x="648559" y="213364"/>
                </a:cubicBezTo>
                <a:close/>
                <a:moveTo>
                  <a:pt x="485443" y="213364"/>
                </a:moveTo>
                <a:cubicBezTo>
                  <a:pt x="449952" y="213364"/>
                  <a:pt x="421180" y="242136"/>
                  <a:pt x="421180" y="277627"/>
                </a:cubicBezTo>
                <a:cubicBezTo>
                  <a:pt x="421180" y="313118"/>
                  <a:pt x="449952" y="341890"/>
                  <a:pt x="485443" y="341890"/>
                </a:cubicBezTo>
                <a:cubicBezTo>
                  <a:pt x="520934" y="341890"/>
                  <a:pt x="549706" y="313118"/>
                  <a:pt x="549706" y="277627"/>
                </a:cubicBezTo>
                <a:cubicBezTo>
                  <a:pt x="549706" y="242136"/>
                  <a:pt x="520934" y="213364"/>
                  <a:pt x="485443" y="213364"/>
                </a:cubicBezTo>
                <a:close/>
                <a:moveTo>
                  <a:pt x="730116" y="56708"/>
                </a:moveTo>
                <a:cubicBezTo>
                  <a:pt x="694625" y="56708"/>
                  <a:pt x="665853" y="85480"/>
                  <a:pt x="665853" y="120971"/>
                </a:cubicBezTo>
                <a:cubicBezTo>
                  <a:pt x="665853" y="156462"/>
                  <a:pt x="694625" y="185234"/>
                  <a:pt x="730116" y="185234"/>
                </a:cubicBezTo>
                <a:cubicBezTo>
                  <a:pt x="765607" y="185234"/>
                  <a:pt x="794379" y="156462"/>
                  <a:pt x="794379" y="120971"/>
                </a:cubicBezTo>
                <a:cubicBezTo>
                  <a:pt x="794379" y="85480"/>
                  <a:pt x="765607" y="56708"/>
                  <a:pt x="730116" y="56708"/>
                </a:cubicBezTo>
                <a:close/>
                <a:moveTo>
                  <a:pt x="567001" y="56708"/>
                </a:moveTo>
                <a:cubicBezTo>
                  <a:pt x="531510" y="56708"/>
                  <a:pt x="502738" y="85480"/>
                  <a:pt x="502738" y="120971"/>
                </a:cubicBezTo>
                <a:cubicBezTo>
                  <a:pt x="502738" y="156462"/>
                  <a:pt x="531510" y="185234"/>
                  <a:pt x="567001" y="185234"/>
                </a:cubicBezTo>
                <a:cubicBezTo>
                  <a:pt x="602492" y="185234"/>
                  <a:pt x="631264" y="156462"/>
                  <a:pt x="631264" y="120971"/>
                </a:cubicBezTo>
                <a:cubicBezTo>
                  <a:pt x="631264" y="85480"/>
                  <a:pt x="602492" y="56708"/>
                  <a:pt x="567001" y="56708"/>
                </a:cubicBezTo>
                <a:close/>
                <a:moveTo>
                  <a:pt x="403885" y="56708"/>
                </a:moveTo>
                <a:cubicBezTo>
                  <a:pt x="368394" y="56708"/>
                  <a:pt x="339622" y="85480"/>
                  <a:pt x="339622" y="120971"/>
                </a:cubicBezTo>
                <a:cubicBezTo>
                  <a:pt x="339622" y="156462"/>
                  <a:pt x="368394" y="185234"/>
                  <a:pt x="403885" y="185234"/>
                </a:cubicBezTo>
                <a:cubicBezTo>
                  <a:pt x="439376" y="185234"/>
                  <a:pt x="468148" y="156462"/>
                  <a:pt x="468148" y="120971"/>
                </a:cubicBezTo>
                <a:cubicBezTo>
                  <a:pt x="468148" y="85480"/>
                  <a:pt x="439376" y="56708"/>
                  <a:pt x="403885" y="56708"/>
                </a:cubicBezTo>
                <a:close/>
                <a:moveTo>
                  <a:pt x="17749" y="963"/>
                </a:moveTo>
                <a:lnTo>
                  <a:pt x="174959" y="963"/>
                </a:lnTo>
                <a:lnTo>
                  <a:pt x="182693" y="4166"/>
                </a:lnTo>
                <a:cubicBezTo>
                  <a:pt x="184494" y="3804"/>
                  <a:pt x="185871" y="4544"/>
                  <a:pt x="186825" y="5878"/>
                </a:cubicBezTo>
                <a:cubicBezTo>
                  <a:pt x="187547" y="6177"/>
                  <a:pt x="188055" y="6709"/>
                  <a:pt x="188114" y="7620"/>
                </a:cubicBezTo>
                <a:cubicBezTo>
                  <a:pt x="191303" y="9114"/>
                  <a:pt x="193155" y="12112"/>
                  <a:pt x="194028" y="15612"/>
                </a:cubicBezTo>
                <a:lnTo>
                  <a:pt x="295947" y="424387"/>
                </a:lnTo>
                <a:lnTo>
                  <a:pt x="810120" y="424387"/>
                </a:lnTo>
                <a:lnTo>
                  <a:pt x="820562" y="434829"/>
                </a:lnTo>
                <a:lnTo>
                  <a:pt x="820562" y="490865"/>
                </a:lnTo>
                <a:cubicBezTo>
                  <a:pt x="820562" y="496632"/>
                  <a:pt x="815887" y="501307"/>
                  <a:pt x="810120" y="501307"/>
                </a:cubicBezTo>
                <a:lnTo>
                  <a:pt x="246631" y="501307"/>
                </a:lnTo>
                <a:lnTo>
                  <a:pt x="128969" y="40478"/>
                </a:lnTo>
                <a:lnTo>
                  <a:pt x="17749" y="40478"/>
                </a:lnTo>
                <a:cubicBezTo>
                  <a:pt x="7946" y="40478"/>
                  <a:pt x="0" y="32532"/>
                  <a:pt x="0" y="22729"/>
                </a:cubicBezTo>
                <a:lnTo>
                  <a:pt x="0" y="18712"/>
                </a:lnTo>
                <a:cubicBezTo>
                  <a:pt x="0" y="8909"/>
                  <a:pt x="7946" y="963"/>
                  <a:pt x="17749" y="963"/>
                </a:cubicBezTo>
                <a:close/>
                <a:moveTo>
                  <a:pt x="265908" y="0"/>
                </a:moveTo>
                <a:lnTo>
                  <a:pt x="868092" y="0"/>
                </a:lnTo>
                <a:cubicBezTo>
                  <a:pt x="885714" y="0"/>
                  <a:pt x="900000" y="14286"/>
                  <a:pt x="900000" y="31908"/>
                </a:cubicBezTo>
                <a:lnTo>
                  <a:pt x="899393" y="33374"/>
                </a:lnTo>
                <a:lnTo>
                  <a:pt x="900000" y="33374"/>
                </a:lnTo>
                <a:lnTo>
                  <a:pt x="819000" y="357374"/>
                </a:lnTo>
                <a:lnTo>
                  <a:pt x="817914" y="357374"/>
                </a:lnTo>
                <a:cubicBezTo>
                  <a:pt x="817850" y="374771"/>
                  <a:pt x="803667" y="388790"/>
                  <a:pt x="786210" y="388790"/>
                </a:cubicBezTo>
                <a:lnTo>
                  <a:pt x="347790" y="388790"/>
                </a:lnTo>
                <a:cubicBezTo>
                  <a:pt x="330333" y="388790"/>
                  <a:pt x="316150" y="374771"/>
                  <a:pt x="316086" y="357374"/>
                </a:cubicBezTo>
                <a:lnTo>
                  <a:pt x="315000" y="357374"/>
                </a:lnTo>
                <a:lnTo>
                  <a:pt x="234000" y="33374"/>
                </a:lnTo>
                <a:lnTo>
                  <a:pt x="234607" y="33374"/>
                </a:lnTo>
                <a:cubicBezTo>
                  <a:pt x="234012" y="32906"/>
                  <a:pt x="234000" y="32408"/>
                  <a:pt x="234000" y="31908"/>
                </a:cubicBezTo>
                <a:cubicBezTo>
                  <a:pt x="234000" y="14286"/>
                  <a:pt x="248286" y="0"/>
                  <a:pt x="26590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円/楕円 44"/>
          <p:cNvSpPr>
            <a:spLocks noChangeAspect="1"/>
          </p:cNvSpPr>
          <p:nvPr/>
        </p:nvSpPr>
        <p:spPr bwMode="gray">
          <a:xfrm>
            <a:off x="5219833" y="1689846"/>
            <a:ext cx="830769" cy="817142"/>
          </a:xfrm>
          <a:custGeom>
            <a:avLst/>
            <a:gdLst/>
            <a:ahLst/>
            <a:cxnLst/>
            <a:rect l="l" t="t" r="r" b="b"/>
            <a:pathLst>
              <a:path w="897893" h="883165">
                <a:moveTo>
                  <a:pt x="449298" y="290496"/>
                </a:moveTo>
                <a:cubicBezTo>
                  <a:pt x="365971" y="290496"/>
                  <a:pt x="298422" y="358045"/>
                  <a:pt x="298422" y="441372"/>
                </a:cubicBezTo>
                <a:cubicBezTo>
                  <a:pt x="298422" y="524699"/>
                  <a:pt x="365971" y="592248"/>
                  <a:pt x="449298" y="592248"/>
                </a:cubicBezTo>
                <a:cubicBezTo>
                  <a:pt x="532625" y="592248"/>
                  <a:pt x="600174" y="524699"/>
                  <a:pt x="600174" y="441372"/>
                </a:cubicBezTo>
                <a:cubicBezTo>
                  <a:pt x="600174" y="358045"/>
                  <a:pt x="532625" y="290496"/>
                  <a:pt x="449298" y="290496"/>
                </a:cubicBezTo>
                <a:close/>
                <a:moveTo>
                  <a:pt x="463690" y="0"/>
                </a:moveTo>
                <a:cubicBezTo>
                  <a:pt x="496142" y="844"/>
                  <a:pt x="527728" y="5090"/>
                  <a:pt x="557961" y="12944"/>
                </a:cubicBezTo>
                <a:lnTo>
                  <a:pt x="553706" y="34018"/>
                </a:lnTo>
                <a:cubicBezTo>
                  <a:pt x="553706" y="109845"/>
                  <a:pt x="615176" y="171315"/>
                  <a:pt x="691003" y="171315"/>
                </a:cubicBezTo>
                <a:cubicBezTo>
                  <a:pt x="724029" y="171315"/>
                  <a:pt x="754331" y="159655"/>
                  <a:pt x="776783" y="138723"/>
                </a:cubicBezTo>
                <a:cubicBezTo>
                  <a:pt x="797404" y="160024"/>
                  <a:pt x="815840" y="183380"/>
                  <a:pt x="831260" y="208765"/>
                </a:cubicBezTo>
                <a:cubicBezTo>
                  <a:pt x="793925" y="231445"/>
                  <a:pt x="770399" y="272860"/>
                  <a:pt x="770399" y="319769"/>
                </a:cubicBezTo>
                <a:cubicBezTo>
                  <a:pt x="770399" y="392261"/>
                  <a:pt x="826580" y="451630"/>
                  <a:pt x="897893" y="455087"/>
                </a:cubicBezTo>
                <a:cubicBezTo>
                  <a:pt x="897096" y="485769"/>
                  <a:pt x="893107" y="515666"/>
                  <a:pt x="885997" y="544411"/>
                </a:cubicBezTo>
                <a:lnTo>
                  <a:pt x="862453" y="539658"/>
                </a:lnTo>
                <a:cubicBezTo>
                  <a:pt x="786626" y="539658"/>
                  <a:pt x="725156" y="601128"/>
                  <a:pt x="725156" y="676955"/>
                </a:cubicBezTo>
                <a:cubicBezTo>
                  <a:pt x="725156" y="710028"/>
                  <a:pt x="736850" y="740370"/>
                  <a:pt x="757822" y="762844"/>
                </a:cubicBezTo>
                <a:cubicBezTo>
                  <a:pt x="735838" y="783528"/>
                  <a:pt x="711696" y="801998"/>
                  <a:pt x="685401" y="817323"/>
                </a:cubicBezTo>
                <a:cubicBezTo>
                  <a:pt x="662733" y="779926"/>
                  <a:pt x="621281" y="756352"/>
                  <a:pt x="574322" y="756352"/>
                </a:cubicBezTo>
                <a:cubicBezTo>
                  <a:pt x="502067" y="756352"/>
                  <a:pt x="442848" y="812167"/>
                  <a:pt x="439142" y="883165"/>
                </a:cubicBezTo>
                <a:cubicBezTo>
                  <a:pt x="407441" y="882589"/>
                  <a:pt x="376549" y="878773"/>
                  <a:pt x="346863" y="871719"/>
                </a:cubicBezTo>
                <a:lnTo>
                  <a:pt x="352051" y="846024"/>
                </a:lnTo>
                <a:cubicBezTo>
                  <a:pt x="352051" y="770197"/>
                  <a:pt x="290581" y="708727"/>
                  <a:pt x="214754" y="708727"/>
                </a:cubicBezTo>
                <a:cubicBezTo>
                  <a:pt x="179148" y="708727"/>
                  <a:pt x="146708" y="722281"/>
                  <a:pt x="123045" y="745317"/>
                </a:cubicBezTo>
                <a:cubicBezTo>
                  <a:pt x="103406" y="725183"/>
                  <a:pt x="85725" y="703199"/>
                  <a:pt x="70424" y="679563"/>
                </a:cubicBezTo>
                <a:cubicBezTo>
                  <a:pt x="108698" y="657056"/>
                  <a:pt x="132976" y="615072"/>
                  <a:pt x="132976" y="567418"/>
                </a:cubicBezTo>
                <a:cubicBezTo>
                  <a:pt x="132976" y="493045"/>
                  <a:pt x="73841" y="432484"/>
                  <a:pt x="0" y="430993"/>
                </a:cubicBezTo>
                <a:cubicBezTo>
                  <a:pt x="637" y="398658"/>
                  <a:pt x="4822" y="367180"/>
                  <a:pt x="13021" y="337131"/>
                </a:cubicBezTo>
                <a:lnTo>
                  <a:pt x="40922" y="342764"/>
                </a:lnTo>
                <a:cubicBezTo>
                  <a:pt x="116749" y="342764"/>
                  <a:pt x="178219" y="281294"/>
                  <a:pt x="178219" y="205467"/>
                </a:cubicBezTo>
                <a:cubicBezTo>
                  <a:pt x="178219" y="172062"/>
                  <a:pt x="166289" y="141444"/>
                  <a:pt x="145042" y="118820"/>
                </a:cubicBezTo>
                <a:cubicBezTo>
                  <a:pt x="166572" y="96843"/>
                  <a:pt x="191599" y="78620"/>
                  <a:pt x="218465" y="63104"/>
                </a:cubicBezTo>
                <a:cubicBezTo>
                  <a:pt x="241191" y="100194"/>
                  <a:pt x="282457" y="123525"/>
                  <a:pt x="329173" y="123525"/>
                </a:cubicBezTo>
                <a:cubicBezTo>
                  <a:pt x="400280" y="123525"/>
                  <a:pt x="458762" y="69470"/>
                  <a:pt x="46369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角丸四角形 15"/>
          <p:cNvSpPr>
            <a:spLocks noChangeAspect="1"/>
          </p:cNvSpPr>
          <p:nvPr/>
        </p:nvSpPr>
        <p:spPr bwMode="gray">
          <a:xfrm>
            <a:off x="2219763" y="2997865"/>
            <a:ext cx="753367" cy="830484"/>
          </a:xfrm>
          <a:custGeom>
            <a:avLst/>
            <a:gdLst/>
            <a:ahLst/>
            <a:cxnLst/>
            <a:rect l="l" t="t" r="r" b="b"/>
            <a:pathLst>
              <a:path w="816148" h="899691">
                <a:moveTo>
                  <a:pt x="174721" y="382246"/>
                </a:moveTo>
                <a:cubicBezTo>
                  <a:pt x="156249" y="397873"/>
                  <a:pt x="154214" y="425353"/>
                  <a:pt x="169438" y="444839"/>
                </a:cubicBezTo>
                <a:lnTo>
                  <a:pt x="444446" y="796832"/>
                </a:lnTo>
                <a:cubicBezTo>
                  <a:pt x="460922" y="817921"/>
                  <a:pt x="491375" y="821660"/>
                  <a:pt x="512463" y="805184"/>
                </a:cubicBezTo>
                <a:lnTo>
                  <a:pt x="714997" y="646947"/>
                </a:lnTo>
                <a:cubicBezTo>
                  <a:pt x="736086" y="630471"/>
                  <a:pt x="739825" y="600018"/>
                  <a:pt x="723349" y="578929"/>
                </a:cubicBezTo>
                <a:lnTo>
                  <a:pt x="721644" y="576746"/>
                </a:lnTo>
                <a:cubicBezTo>
                  <a:pt x="724284" y="590756"/>
                  <a:pt x="718223" y="604830"/>
                  <a:pt x="706277" y="614164"/>
                </a:cubicBezTo>
                <a:lnTo>
                  <a:pt x="514691" y="763847"/>
                </a:lnTo>
                <a:cubicBezTo>
                  <a:pt x="494743" y="779432"/>
                  <a:pt x="465937" y="775895"/>
                  <a:pt x="450351" y="755947"/>
                </a:cubicBezTo>
                <a:lnTo>
                  <a:pt x="183711" y="414663"/>
                </a:lnTo>
                <a:close/>
                <a:moveTo>
                  <a:pt x="173741" y="122102"/>
                </a:moveTo>
                <a:cubicBezTo>
                  <a:pt x="145349" y="122102"/>
                  <a:pt x="122333" y="145118"/>
                  <a:pt x="122333" y="173510"/>
                </a:cubicBezTo>
                <a:cubicBezTo>
                  <a:pt x="122333" y="201902"/>
                  <a:pt x="145349" y="224918"/>
                  <a:pt x="173741" y="224918"/>
                </a:cubicBezTo>
                <a:cubicBezTo>
                  <a:pt x="202133" y="224918"/>
                  <a:pt x="225149" y="201902"/>
                  <a:pt x="225149" y="173510"/>
                </a:cubicBezTo>
                <a:cubicBezTo>
                  <a:pt x="225149" y="145118"/>
                  <a:pt x="202133" y="122102"/>
                  <a:pt x="173741" y="122102"/>
                </a:cubicBezTo>
                <a:close/>
                <a:moveTo>
                  <a:pt x="212187" y="766"/>
                </a:moveTo>
                <a:cubicBezTo>
                  <a:pt x="238168" y="3956"/>
                  <a:pt x="262933" y="17058"/>
                  <a:pt x="280322" y="39316"/>
                </a:cubicBezTo>
                <a:lnTo>
                  <a:pt x="309496" y="76657"/>
                </a:lnTo>
                <a:lnTo>
                  <a:pt x="324993" y="64550"/>
                </a:lnTo>
                <a:cubicBezTo>
                  <a:pt x="347984" y="46587"/>
                  <a:pt x="381183" y="50664"/>
                  <a:pt x="399146" y="73655"/>
                </a:cubicBezTo>
                <a:lnTo>
                  <a:pt x="804947" y="593056"/>
                </a:lnTo>
                <a:cubicBezTo>
                  <a:pt x="822910" y="616047"/>
                  <a:pt x="818833" y="649247"/>
                  <a:pt x="795842" y="667209"/>
                </a:cubicBezTo>
                <a:lnTo>
                  <a:pt x="512615" y="888490"/>
                </a:lnTo>
                <a:cubicBezTo>
                  <a:pt x="489624" y="906453"/>
                  <a:pt x="456425" y="902377"/>
                  <a:pt x="438462" y="879386"/>
                </a:cubicBezTo>
                <a:lnTo>
                  <a:pt x="32661" y="359984"/>
                </a:lnTo>
                <a:cubicBezTo>
                  <a:pt x="14699" y="336993"/>
                  <a:pt x="18775" y="303793"/>
                  <a:pt x="41766" y="285831"/>
                </a:cubicBezTo>
                <a:lnTo>
                  <a:pt x="50861" y="278725"/>
                </a:lnTo>
                <a:lnTo>
                  <a:pt x="21687" y="241384"/>
                </a:lnTo>
                <a:cubicBezTo>
                  <a:pt x="-13092" y="196869"/>
                  <a:pt x="-5199" y="132589"/>
                  <a:pt x="39315" y="97810"/>
                </a:cubicBezTo>
                <a:lnTo>
                  <a:pt x="136749" y="21687"/>
                </a:lnTo>
                <a:cubicBezTo>
                  <a:pt x="159006" y="4298"/>
                  <a:pt x="186205" y="-2424"/>
                  <a:pt x="212187" y="76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1" name="正方形/長方形 1"/>
          <p:cNvSpPr>
            <a:spLocks noChangeAspect="1"/>
          </p:cNvSpPr>
          <p:nvPr/>
        </p:nvSpPr>
        <p:spPr bwMode="gray">
          <a:xfrm>
            <a:off x="6553882" y="1736486"/>
            <a:ext cx="830769" cy="723860"/>
          </a:xfrm>
          <a:custGeom>
            <a:avLst/>
            <a:gdLst/>
            <a:ahLst/>
            <a:cxnLst/>
            <a:rect l="l" t="t" r="r" b="b"/>
            <a:pathLst>
              <a:path w="900000" h="720000">
                <a:moveTo>
                  <a:pt x="585470" y="515766"/>
                </a:moveTo>
                <a:lnTo>
                  <a:pt x="585470" y="577679"/>
                </a:lnTo>
                <a:lnTo>
                  <a:pt x="700293" y="577679"/>
                </a:lnTo>
                <a:lnTo>
                  <a:pt x="700293" y="515766"/>
                </a:lnTo>
                <a:close/>
                <a:moveTo>
                  <a:pt x="392589" y="515766"/>
                </a:moveTo>
                <a:lnTo>
                  <a:pt x="392589" y="577679"/>
                </a:lnTo>
                <a:lnTo>
                  <a:pt x="507412" y="577679"/>
                </a:lnTo>
                <a:lnTo>
                  <a:pt x="507412" y="515766"/>
                </a:lnTo>
                <a:close/>
                <a:moveTo>
                  <a:pt x="199707" y="515766"/>
                </a:moveTo>
                <a:lnTo>
                  <a:pt x="199707" y="577679"/>
                </a:lnTo>
                <a:lnTo>
                  <a:pt x="314530" y="577679"/>
                </a:lnTo>
                <a:lnTo>
                  <a:pt x="314530" y="515766"/>
                </a:lnTo>
                <a:close/>
                <a:moveTo>
                  <a:pt x="585470" y="394322"/>
                </a:moveTo>
                <a:lnTo>
                  <a:pt x="585470" y="456235"/>
                </a:lnTo>
                <a:lnTo>
                  <a:pt x="700293" y="456235"/>
                </a:lnTo>
                <a:lnTo>
                  <a:pt x="700293" y="394322"/>
                </a:lnTo>
                <a:close/>
                <a:moveTo>
                  <a:pt x="392589" y="394322"/>
                </a:moveTo>
                <a:lnTo>
                  <a:pt x="392589" y="456235"/>
                </a:lnTo>
                <a:lnTo>
                  <a:pt x="507412" y="456235"/>
                </a:lnTo>
                <a:lnTo>
                  <a:pt x="507412" y="394322"/>
                </a:lnTo>
                <a:close/>
                <a:moveTo>
                  <a:pt x="199707" y="394322"/>
                </a:moveTo>
                <a:lnTo>
                  <a:pt x="199707" y="456235"/>
                </a:lnTo>
                <a:lnTo>
                  <a:pt x="314530" y="456235"/>
                </a:lnTo>
                <a:lnTo>
                  <a:pt x="314530" y="394322"/>
                </a:lnTo>
                <a:close/>
                <a:moveTo>
                  <a:pt x="765027" y="0"/>
                </a:moveTo>
                <a:cubicBezTo>
                  <a:pt x="789895" y="0"/>
                  <a:pt x="810054" y="20159"/>
                  <a:pt x="810054" y="45027"/>
                </a:cubicBezTo>
                <a:lnTo>
                  <a:pt x="810053" y="288000"/>
                </a:lnTo>
                <a:lnTo>
                  <a:pt x="864000" y="288000"/>
                </a:lnTo>
                <a:lnTo>
                  <a:pt x="864000" y="684000"/>
                </a:lnTo>
                <a:lnTo>
                  <a:pt x="900000" y="684000"/>
                </a:lnTo>
                <a:lnTo>
                  <a:pt x="900000" y="720000"/>
                </a:lnTo>
                <a:lnTo>
                  <a:pt x="0" y="720000"/>
                </a:lnTo>
                <a:lnTo>
                  <a:pt x="0" y="684000"/>
                </a:lnTo>
                <a:lnTo>
                  <a:pt x="36000" y="684000"/>
                </a:lnTo>
                <a:lnTo>
                  <a:pt x="36000" y="288000"/>
                </a:lnTo>
                <a:lnTo>
                  <a:pt x="108000" y="288000"/>
                </a:lnTo>
                <a:lnTo>
                  <a:pt x="288000" y="180000"/>
                </a:lnTo>
                <a:lnTo>
                  <a:pt x="288000" y="288000"/>
                </a:lnTo>
                <a:lnTo>
                  <a:pt x="468000" y="180000"/>
                </a:lnTo>
                <a:lnTo>
                  <a:pt x="468000" y="288000"/>
                </a:lnTo>
                <a:lnTo>
                  <a:pt x="648000" y="180000"/>
                </a:lnTo>
                <a:lnTo>
                  <a:pt x="648000" y="288000"/>
                </a:lnTo>
                <a:lnTo>
                  <a:pt x="720000" y="288000"/>
                </a:lnTo>
                <a:lnTo>
                  <a:pt x="720000" y="45027"/>
                </a:lnTo>
                <a:cubicBezTo>
                  <a:pt x="720000" y="20159"/>
                  <a:pt x="740159" y="0"/>
                  <a:pt x="765027"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角丸四角形 4"/>
          <p:cNvSpPr>
            <a:spLocks noChangeAspect="1"/>
          </p:cNvSpPr>
          <p:nvPr/>
        </p:nvSpPr>
        <p:spPr bwMode="gray">
          <a:xfrm>
            <a:off x="3623447" y="3189411"/>
            <a:ext cx="831415" cy="447393"/>
          </a:xfrm>
          <a:custGeom>
            <a:avLst/>
            <a:gdLst>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00700" h="484676">
                <a:moveTo>
                  <a:pt x="743637" y="315146"/>
                </a:moveTo>
                <a:cubicBezTo>
                  <a:pt x="790451" y="315146"/>
                  <a:pt x="828402" y="353097"/>
                  <a:pt x="828402" y="399911"/>
                </a:cubicBezTo>
                <a:cubicBezTo>
                  <a:pt x="828402" y="446725"/>
                  <a:pt x="790451" y="484676"/>
                  <a:pt x="743637" y="484676"/>
                </a:cubicBezTo>
                <a:cubicBezTo>
                  <a:pt x="696823" y="484676"/>
                  <a:pt x="658872" y="446725"/>
                  <a:pt x="658872" y="399911"/>
                </a:cubicBezTo>
                <a:cubicBezTo>
                  <a:pt x="658872" y="353097"/>
                  <a:pt x="696823" y="315146"/>
                  <a:pt x="743637" y="315146"/>
                </a:cubicBezTo>
                <a:close/>
                <a:moveTo>
                  <a:pt x="255025" y="314851"/>
                </a:moveTo>
                <a:cubicBezTo>
                  <a:pt x="301839" y="314851"/>
                  <a:pt x="339790" y="352802"/>
                  <a:pt x="339790" y="399616"/>
                </a:cubicBezTo>
                <a:cubicBezTo>
                  <a:pt x="339790" y="446430"/>
                  <a:pt x="301839" y="484381"/>
                  <a:pt x="255025" y="484381"/>
                </a:cubicBezTo>
                <a:cubicBezTo>
                  <a:pt x="208211" y="484381"/>
                  <a:pt x="170260" y="446430"/>
                  <a:pt x="170260" y="399616"/>
                </a:cubicBezTo>
                <a:cubicBezTo>
                  <a:pt x="170260" y="352802"/>
                  <a:pt x="208211" y="314851"/>
                  <a:pt x="255025" y="314851"/>
                </a:cubicBezTo>
                <a:close/>
                <a:moveTo>
                  <a:pt x="725623" y="47194"/>
                </a:moveTo>
                <a:cubicBezTo>
                  <a:pt x="719669" y="47194"/>
                  <a:pt x="714843" y="52020"/>
                  <a:pt x="714843" y="57974"/>
                </a:cubicBezTo>
                <a:lnTo>
                  <a:pt x="714843" y="157857"/>
                </a:lnTo>
                <a:cubicBezTo>
                  <a:pt x="714843" y="163811"/>
                  <a:pt x="719669" y="168637"/>
                  <a:pt x="725623" y="168637"/>
                </a:cubicBezTo>
                <a:lnTo>
                  <a:pt x="742696" y="168637"/>
                </a:lnTo>
                <a:lnTo>
                  <a:pt x="754767" y="168637"/>
                </a:lnTo>
                <a:lnTo>
                  <a:pt x="778696" y="168637"/>
                </a:lnTo>
                <a:lnTo>
                  <a:pt x="778696" y="166445"/>
                </a:lnTo>
                <a:lnTo>
                  <a:pt x="780237" y="167053"/>
                </a:lnTo>
                <a:cubicBezTo>
                  <a:pt x="789883" y="164648"/>
                  <a:pt x="795753" y="154879"/>
                  <a:pt x="793348" y="145233"/>
                </a:cubicBezTo>
                <a:lnTo>
                  <a:pt x="772677" y="62328"/>
                </a:lnTo>
                <a:cubicBezTo>
                  <a:pt x="771712" y="58457"/>
                  <a:pt x="769561" y="55194"/>
                  <a:pt x="766522" y="53243"/>
                </a:cubicBezTo>
                <a:cubicBezTo>
                  <a:pt x="763946" y="49981"/>
                  <a:pt x="760103" y="47895"/>
                  <a:pt x="755683" y="48110"/>
                </a:cubicBezTo>
                <a:lnTo>
                  <a:pt x="754767" y="47194"/>
                </a:lnTo>
                <a:lnTo>
                  <a:pt x="753472" y="47194"/>
                </a:lnTo>
                <a:lnTo>
                  <a:pt x="725623" y="47194"/>
                </a:lnTo>
                <a:close/>
                <a:moveTo>
                  <a:pt x="570294" y="47194"/>
                </a:moveTo>
                <a:cubicBezTo>
                  <a:pt x="557800" y="47194"/>
                  <a:pt x="547672" y="57322"/>
                  <a:pt x="547672" y="69816"/>
                </a:cubicBezTo>
                <a:lnTo>
                  <a:pt x="547672" y="346040"/>
                </a:lnTo>
                <a:cubicBezTo>
                  <a:pt x="547672" y="358534"/>
                  <a:pt x="557800" y="368662"/>
                  <a:pt x="570294" y="368662"/>
                </a:cubicBezTo>
                <a:lnTo>
                  <a:pt x="610325" y="368662"/>
                </a:lnTo>
                <a:cubicBezTo>
                  <a:pt x="615374" y="324618"/>
                  <a:pt x="644119" y="288290"/>
                  <a:pt x="683403" y="270915"/>
                </a:cubicBezTo>
                <a:lnTo>
                  <a:pt x="683403" y="69816"/>
                </a:lnTo>
                <a:cubicBezTo>
                  <a:pt x="683403" y="57322"/>
                  <a:pt x="673275" y="47194"/>
                  <a:pt x="660781" y="47194"/>
                </a:cubicBezTo>
                <a:lnTo>
                  <a:pt x="570294" y="47194"/>
                </a:lnTo>
                <a:close/>
                <a:moveTo>
                  <a:pt x="24976" y="0"/>
                </a:moveTo>
                <a:lnTo>
                  <a:pt x="776289" y="0"/>
                </a:lnTo>
                <a:lnTo>
                  <a:pt x="776765" y="0"/>
                </a:lnTo>
                <a:lnTo>
                  <a:pt x="776909" y="257"/>
                </a:lnTo>
                <a:cubicBezTo>
                  <a:pt x="787946" y="332"/>
                  <a:pt x="797024" y="8435"/>
                  <a:pt x="797642" y="19225"/>
                </a:cubicBezTo>
                <a:cubicBezTo>
                  <a:pt x="798919" y="19705"/>
                  <a:pt x="799234" y="20588"/>
                  <a:pt x="799511" y="21493"/>
                </a:cubicBezTo>
                <a:lnTo>
                  <a:pt x="811819" y="61751"/>
                </a:lnTo>
                <a:lnTo>
                  <a:pt x="811996" y="65684"/>
                </a:lnTo>
                <a:cubicBezTo>
                  <a:pt x="817322" y="83604"/>
                  <a:pt x="829106" y="143193"/>
                  <a:pt x="843773" y="169271"/>
                </a:cubicBezTo>
                <a:cubicBezTo>
                  <a:pt x="858440" y="195349"/>
                  <a:pt x="890629" y="198177"/>
                  <a:pt x="900000" y="222150"/>
                </a:cubicBezTo>
                <a:lnTo>
                  <a:pt x="900000" y="313110"/>
                </a:lnTo>
                <a:cubicBezTo>
                  <a:pt x="900678" y="313635"/>
                  <a:pt x="900700" y="314215"/>
                  <a:pt x="900700" y="314800"/>
                </a:cubicBezTo>
                <a:lnTo>
                  <a:pt x="900700" y="378474"/>
                </a:lnTo>
                <a:lnTo>
                  <a:pt x="900000" y="380164"/>
                </a:lnTo>
                <a:lnTo>
                  <a:pt x="900000" y="383399"/>
                </a:lnTo>
                <a:lnTo>
                  <a:pt x="898660" y="383399"/>
                </a:lnTo>
                <a:cubicBezTo>
                  <a:pt x="897706" y="393440"/>
                  <a:pt x="888962" y="400637"/>
                  <a:pt x="878537" y="400637"/>
                </a:cubicBezTo>
                <a:lnTo>
                  <a:pt x="870388" y="400637"/>
                </a:lnTo>
                <a:cubicBezTo>
                  <a:pt x="859964" y="400637"/>
                  <a:pt x="851220" y="393440"/>
                  <a:pt x="850265" y="383399"/>
                </a:cubicBezTo>
                <a:lnTo>
                  <a:pt x="848228" y="383399"/>
                </a:lnTo>
                <a:lnTo>
                  <a:pt x="848228" y="384867"/>
                </a:lnTo>
                <a:cubicBezTo>
                  <a:pt x="842771" y="332394"/>
                  <a:pt x="797891" y="292260"/>
                  <a:pt x="743637" y="292260"/>
                </a:cubicBezTo>
                <a:cubicBezTo>
                  <a:pt x="684280" y="292260"/>
                  <a:pt x="636144" y="340298"/>
                  <a:pt x="636044" y="399618"/>
                </a:cubicBezTo>
                <a:lnTo>
                  <a:pt x="362677" y="399618"/>
                </a:lnTo>
                <a:lnTo>
                  <a:pt x="362677" y="399617"/>
                </a:lnTo>
                <a:cubicBezTo>
                  <a:pt x="362677" y="340162"/>
                  <a:pt x="314480" y="291965"/>
                  <a:pt x="255025" y="291965"/>
                </a:cubicBezTo>
                <a:cubicBezTo>
                  <a:pt x="200139" y="291965"/>
                  <a:pt x="154847" y="333040"/>
                  <a:pt x="150050" y="386357"/>
                </a:cubicBezTo>
                <a:lnTo>
                  <a:pt x="148582" y="386357"/>
                </a:lnTo>
                <a:cubicBezTo>
                  <a:pt x="147933" y="394044"/>
                  <a:pt x="141273" y="399619"/>
                  <a:pt x="133311" y="399619"/>
                </a:cubicBezTo>
                <a:lnTo>
                  <a:pt x="0" y="399619"/>
                </a:lnTo>
                <a:lnTo>
                  <a:pt x="0" y="363384"/>
                </a:lnTo>
                <a:lnTo>
                  <a:pt x="13457" y="363384"/>
                </a:lnTo>
                <a:lnTo>
                  <a:pt x="13457" y="353900"/>
                </a:lnTo>
                <a:lnTo>
                  <a:pt x="13527" y="353900"/>
                </a:lnTo>
                <a:lnTo>
                  <a:pt x="13527" y="11449"/>
                </a:lnTo>
                <a:cubicBezTo>
                  <a:pt x="13527" y="5126"/>
                  <a:pt x="18653" y="0"/>
                  <a:pt x="2497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3" name="円/楕円 6"/>
          <p:cNvSpPr>
            <a:spLocks noChangeAspect="1"/>
          </p:cNvSpPr>
          <p:nvPr/>
        </p:nvSpPr>
        <p:spPr bwMode="gray">
          <a:xfrm>
            <a:off x="5105179" y="2997633"/>
            <a:ext cx="752886" cy="830946"/>
          </a:xfrm>
          <a:custGeom>
            <a:avLst/>
            <a:gdLst/>
            <a:ahLst/>
            <a:cxnLst/>
            <a:rect l="l" t="t" r="r" b="b"/>
            <a:pathLst>
              <a:path w="815627" h="900192">
                <a:moveTo>
                  <a:pt x="438095" y="725592"/>
                </a:moveTo>
                <a:cubicBezTo>
                  <a:pt x="486309" y="725592"/>
                  <a:pt x="525395" y="764678"/>
                  <a:pt x="525395" y="812892"/>
                </a:cubicBezTo>
                <a:cubicBezTo>
                  <a:pt x="525395" y="861106"/>
                  <a:pt x="486309" y="900192"/>
                  <a:pt x="438095" y="900192"/>
                </a:cubicBezTo>
                <a:cubicBezTo>
                  <a:pt x="389881" y="900192"/>
                  <a:pt x="350795" y="861106"/>
                  <a:pt x="350795" y="812892"/>
                </a:cubicBezTo>
                <a:cubicBezTo>
                  <a:pt x="350795" y="764678"/>
                  <a:pt x="389881" y="725592"/>
                  <a:pt x="438095" y="725592"/>
                </a:cubicBezTo>
                <a:close/>
                <a:moveTo>
                  <a:pt x="96011" y="348598"/>
                </a:moveTo>
                <a:cubicBezTo>
                  <a:pt x="103151" y="345999"/>
                  <a:pt x="111282" y="346125"/>
                  <a:pt x="118712" y="349589"/>
                </a:cubicBezTo>
                <a:lnTo>
                  <a:pt x="328553" y="447440"/>
                </a:lnTo>
                <a:cubicBezTo>
                  <a:pt x="343414" y="454370"/>
                  <a:pt x="349843" y="472034"/>
                  <a:pt x="342913" y="486894"/>
                </a:cubicBezTo>
                <a:lnTo>
                  <a:pt x="266444" y="650883"/>
                </a:lnTo>
                <a:cubicBezTo>
                  <a:pt x="259514" y="665744"/>
                  <a:pt x="241850" y="672173"/>
                  <a:pt x="226990" y="665244"/>
                </a:cubicBezTo>
                <a:lnTo>
                  <a:pt x="17149" y="567393"/>
                </a:lnTo>
                <a:cubicBezTo>
                  <a:pt x="2288" y="560464"/>
                  <a:pt x="-4141" y="542800"/>
                  <a:pt x="2788" y="527939"/>
                </a:cubicBezTo>
                <a:lnTo>
                  <a:pt x="79258" y="363950"/>
                </a:lnTo>
                <a:cubicBezTo>
                  <a:pt x="82722" y="356519"/>
                  <a:pt x="88871" y="351197"/>
                  <a:pt x="96011" y="348598"/>
                </a:cubicBezTo>
                <a:close/>
                <a:moveTo>
                  <a:pt x="213755" y="96095"/>
                </a:moveTo>
                <a:cubicBezTo>
                  <a:pt x="220895" y="93496"/>
                  <a:pt x="229026" y="93622"/>
                  <a:pt x="236456" y="97086"/>
                </a:cubicBezTo>
                <a:lnTo>
                  <a:pt x="446297" y="194937"/>
                </a:lnTo>
                <a:cubicBezTo>
                  <a:pt x="461158" y="201867"/>
                  <a:pt x="467587" y="219531"/>
                  <a:pt x="460658" y="234391"/>
                </a:cubicBezTo>
                <a:lnTo>
                  <a:pt x="384188" y="398380"/>
                </a:lnTo>
                <a:cubicBezTo>
                  <a:pt x="377259" y="413241"/>
                  <a:pt x="359595" y="419670"/>
                  <a:pt x="344734" y="412741"/>
                </a:cubicBezTo>
                <a:lnTo>
                  <a:pt x="134893" y="314890"/>
                </a:lnTo>
                <a:cubicBezTo>
                  <a:pt x="120032" y="307961"/>
                  <a:pt x="113603" y="290297"/>
                  <a:pt x="120532" y="275436"/>
                </a:cubicBezTo>
                <a:lnTo>
                  <a:pt x="197002" y="111447"/>
                </a:lnTo>
                <a:cubicBezTo>
                  <a:pt x="200466" y="104016"/>
                  <a:pt x="206615" y="98694"/>
                  <a:pt x="213755" y="96095"/>
                </a:cubicBezTo>
                <a:close/>
                <a:moveTo>
                  <a:pt x="798008" y="0"/>
                </a:moveTo>
                <a:lnTo>
                  <a:pt x="798057" y="1412"/>
                </a:lnTo>
                <a:lnTo>
                  <a:pt x="800709" y="1133"/>
                </a:lnTo>
                <a:cubicBezTo>
                  <a:pt x="806090" y="567"/>
                  <a:pt x="810912" y="4471"/>
                  <a:pt x="811476" y="9853"/>
                </a:cubicBezTo>
                <a:lnTo>
                  <a:pt x="815573" y="48826"/>
                </a:lnTo>
                <a:cubicBezTo>
                  <a:pt x="816139" y="54208"/>
                  <a:pt x="812235" y="59029"/>
                  <a:pt x="806853" y="59595"/>
                </a:cubicBezTo>
                <a:lnTo>
                  <a:pt x="799294" y="60390"/>
                </a:lnTo>
                <a:cubicBezTo>
                  <a:pt x="716788" y="63425"/>
                  <a:pt x="642200" y="108497"/>
                  <a:pt x="602615" y="179826"/>
                </a:cubicBezTo>
                <a:lnTo>
                  <a:pt x="715380" y="232409"/>
                </a:lnTo>
                <a:lnTo>
                  <a:pt x="688357" y="290362"/>
                </a:lnTo>
                <a:lnTo>
                  <a:pt x="571552" y="235895"/>
                </a:lnTo>
                <a:lnTo>
                  <a:pt x="328770" y="756541"/>
                </a:lnTo>
                <a:lnTo>
                  <a:pt x="325758" y="757638"/>
                </a:lnTo>
                <a:lnTo>
                  <a:pt x="325536" y="762710"/>
                </a:lnTo>
                <a:lnTo>
                  <a:pt x="310267" y="795455"/>
                </a:lnTo>
                <a:cubicBezTo>
                  <a:pt x="307594" y="801188"/>
                  <a:pt x="300778" y="803669"/>
                  <a:pt x="295044" y="800995"/>
                </a:cubicBezTo>
                <a:lnTo>
                  <a:pt x="109124" y="714298"/>
                </a:lnTo>
                <a:lnTo>
                  <a:pt x="134075" y="660790"/>
                </a:lnTo>
                <a:lnTo>
                  <a:pt x="277163" y="727513"/>
                </a:lnTo>
                <a:lnTo>
                  <a:pt x="535366" y="173795"/>
                </a:lnTo>
                <a:lnTo>
                  <a:pt x="540784" y="162176"/>
                </a:lnTo>
                <a:lnTo>
                  <a:pt x="543546" y="161172"/>
                </a:lnTo>
                <a:cubicBezTo>
                  <a:pt x="586559" y="76498"/>
                  <a:pt x="667584" y="18639"/>
                  <a:pt x="760889" y="6274"/>
                </a:cubicBezTo>
                <a:cubicBezTo>
                  <a:pt x="761039" y="5321"/>
                  <a:pt x="761383" y="5266"/>
                  <a:pt x="761735" y="5229"/>
                </a:cubicBezTo>
                <a:lnTo>
                  <a:pt x="775845" y="3746"/>
                </a:lnTo>
                <a:cubicBezTo>
                  <a:pt x="783016" y="801"/>
                  <a:pt x="790486" y="262"/>
                  <a:pt x="79800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4" name="片側の 2 つの角を丸めた四角形 10"/>
          <p:cNvSpPr>
            <a:spLocks noChangeAspect="1"/>
          </p:cNvSpPr>
          <p:nvPr/>
        </p:nvSpPr>
        <p:spPr bwMode="gray">
          <a:xfrm>
            <a:off x="6508383" y="3037600"/>
            <a:ext cx="830769" cy="751015"/>
          </a:xfrm>
          <a:custGeom>
            <a:avLst/>
            <a:gdLst/>
            <a:ahLst/>
            <a:cxnLst/>
            <a:rect l="l" t="t" r="r" b="b"/>
            <a:pathLst>
              <a:path w="900000" h="725526">
                <a:moveTo>
                  <a:pt x="733547" y="585126"/>
                </a:moveTo>
                <a:cubicBezTo>
                  <a:pt x="776294" y="585126"/>
                  <a:pt x="810947" y="616556"/>
                  <a:pt x="810947" y="655326"/>
                </a:cubicBezTo>
                <a:cubicBezTo>
                  <a:pt x="810947" y="694096"/>
                  <a:pt x="776294" y="725526"/>
                  <a:pt x="733547" y="725526"/>
                </a:cubicBezTo>
                <a:cubicBezTo>
                  <a:pt x="690800" y="725526"/>
                  <a:pt x="656147" y="694096"/>
                  <a:pt x="656147" y="655326"/>
                </a:cubicBezTo>
                <a:cubicBezTo>
                  <a:pt x="656147" y="616556"/>
                  <a:pt x="690800" y="585126"/>
                  <a:pt x="733547" y="585126"/>
                </a:cubicBezTo>
                <a:close/>
                <a:moveTo>
                  <a:pt x="345403" y="585126"/>
                </a:moveTo>
                <a:cubicBezTo>
                  <a:pt x="388150" y="585126"/>
                  <a:pt x="422803" y="616556"/>
                  <a:pt x="422803" y="655326"/>
                </a:cubicBezTo>
                <a:cubicBezTo>
                  <a:pt x="422803" y="694096"/>
                  <a:pt x="388150" y="725526"/>
                  <a:pt x="345403" y="725526"/>
                </a:cubicBezTo>
                <a:cubicBezTo>
                  <a:pt x="302656" y="725526"/>
                  <a:pt x="268003" y="694096"/>
                  <a:pt x="268003" y="655326"/>
                </a:cubicBezTo>
                <a:cubicBezTo>
                  <a:pt x="268003" y="616556"/>
                  <a:pt x="302656" y="585126"/>
                  <a:pt x="345403" y="585126"/>
                </a:cubicBezTo>
                <a:close/>
                <a:moveTo>
                  <a:pt x="674808" y="36759"/>
                </a:moveTo>
                <a:cubicBezTo>
                  <a:pt x="674275" y="37453"/>
                  <a:pt x="673672" y="37482"/>
                  <a:pt x="673062" y="37482"/>
                </a:cubicBezTo>
                <a:lnTo>
                  <a:pt x="395930" y="37482"/>
                </a:lnTo>
                <a:lnTo>
                  <a:pt x="300578" y="274840"/>
                </a:lnTo>
                <a:lnTo>
                  <a:pt x="377962" y="252651"/>
                </a:lnTo>
                <a:lnTo>
                  <a:pt x="370539" y="245968"/>
                </a:lnTo>
                <a:cubicBezTo>
                  <a:pt x="361161" y="237524"/>
                  <a:pt x="360404" y="223078"/>
                  <a:pt x="368848" y="213700"/>
                </a:cubicBezTo>
                <a:cubicBezTo>
                  <a:pt x="377292" y="204322"/>
                  <a:pt x="391738" y="203565"/>
                  <a:pt x="401116" y="212009"/>
                </a:cubicBezTo>
                <a:lnTo>
                  <a:pt x="457048" y="262370"/>
                </a:lnTo>
                <a:cubicBezTo>
                  <a:pt x="466425" y="270814"/>
                  <a:pt x="467183" y="285260"/>
                  <a:pt x="458739" y="294638"/>
                </a:cubicBezTo>
                <a:cubicBezTo>
                  <a:pt x="450295" y="304016"/>
                  <a:pt x="435849" y="304773"/>
                  <a:pt x="426471" y="296329"/>
                </a:cubicBezTo>
                <a:lnTo>
                  <a:pt x="401581" y="273918"/>
                </a:lnTo>
                <a:lnTo>
                  <a:pt x="343781" y="368976"/>
                </a:lnTo>
                <a:lnTo>
                  <a:pt x="344260" y="368976"/>
                </a:lnTo>
                <a:cubicBezTo>
                  <a:pt x="332482" y="378336"/>
                  <a:pt x="325281" y="392865"/>
                  <a:pt x="325281" y="409077"/>
                </a:cubicBezTo>
                <a:cubicBezTo>
                  <a:pt x="325282" y="438667"/>
                  <a:pt x="349269" y="462654"/>
                  <a:pt x="378859" y="462654"/>
                </a:cubicBezTo>
                <a:lnTo>
                  <a:pt x="475800" y="462655"/>
                </a:lnTo>
                <a:lnTo>
                  <a:pt x="475800" y="342724"/>
                </a:lnTo>
                <a:cubicBezTo>
                  <a:pt x="475800" y="335334"/>
                  <a:pt x="481791" y="329343"/>
                  <a:pt x="489181" y="329343"/>
                </a:cubicBezTo>
                <a:lnTo>
                  <a:pt x="550068" y="329343"/>
                </a:lnTo>
                <a:lnTo>
                  <a:pt x="606252" y="174979"/>
                </a:lnTo>
                <a:cubicBezTo>
                  <a:pt x="610782" y="162532"/>
                  <a:pt x="624545" y="156114"/>
                  <a:pt x="636992" y="160645"/>
                </a:cubicBezTo>
                <a:lnTo>
                  <a:pt x="636992" y="160646"/>
                </a:lnTo>
                <a:cubicBezTo>
                  <a:pt x="649439" y="165176"/>
                  <a:pt x="655857" y="178939"/>
                  <a:pt x="651327" y="191386"/>
                </a:cubicBezTo>
                <a:lnTo>
                  <a:pt x="601114" y="329343"/>
                </a:lnTo>
                <a:lnTo>
                  <a:pt x="674808" y="329343"/>
                </a:lnTo>
                <a:close/>
                <a:moveTo>
                  <a:pt x="674808" y="0"/>
                </a:moveTo>
                <a:lnTo>
                  <a:pt x="716402" y="0"/>
                </a:lnTo>
                <a:lnTo>
                  <a:pt x="716402" y="329343"/>
                </a:lnTo>
                <a:lnTo>
                  <a:pt x="886619" y="329343"/>
                </a:lnTo>
                <a:cubicBezTo>
                  <a:pt x="894009" y="329343"/>
                  <a:pt x="900000" y="335334"/>
                  <a:pt x="900000" y="342724"/>
                </a:cubicBezTo>
                <a:lnTo>
                  <a:pt x="900000" y="650010"/>
                </a:lnTo>
                <a:lnTo>
                  <a:pt x="831736" y="650010"/>
                </a:lnTo>
                <a:cubicBezTo>
                  <a:pt x="829720" y="601651"/>
                  <a:pt x="786465" y="563344"/>
                  <a:pt x="733547" y="563344"/>
                </a:cubicBezTo>
                <a:cubicBezTo>
                  <a:pt x="680629" y="563344"/>
                  <a:pt x="637374" y="601651"/>
                  <a:pt x="635359" y="650010"/>
                </a:cubicBezTo>
                <a:lnTo>
                  <a:pt x="482078" y="650010"/>
                </a:lnTo>
                <a:lnTo>
                  <a:pt x="482078" y="650774"/>
                </a:lnTo>
                <a:lnTo>
                  <a:pt x="443758" y="650774"/>
                </a:lnTo>
                <a:cubicBezTo>
                  <a:pt x="442041" y="602064"/>
                  <a:pt x="398606" y="563344"/>
                  <a:pt x="345403" y="563344"/>
                </a:cubicBezTo>
                <a:cubicBezTo>
                  <a:pt x="292201" y="563344"/>
                  <a:pt x="248766" y="602064"/>
                  <a:pt x="247048" y="650774"/>
                </a:cubicBezTo>
                <a:lnTo>
                  <a:pt x="246055" y="650774"/>
                </a:lnTo>
                <a:lnTo>
                  <a:pt x="179388" y="650774"/>
                </a:lnTo>
                <a:lnTo>
                  <a:pt x="179388" y="650010"/>
                </a:lnTo>
                <a:lnTo>
                  <a:pt x="19934" y="650010"/>
                </a:lnTo>
                <a:cubicBezTo>
                  <a:pt x="8925" y="650010"/>
                  <a:pt x="0" y="641085"/>
                  <a:pt x="0" y="630076"/>
                </a:cubicBezTo>
                <a:cubicBezTo>
                  <a:pt x="0" y="619067"/>
                  <a:pt x="8925" y="610142"/>
                  <a:pt x="19934" y="610142"/>
                </a:cubicBezTo>
                <a:lnTo>
                  <a:pt x="179388" y="610142"/>
                </a:lnTo>
                <a:lnTo>
                  <a:pt x="179388" y="14571"/>
                </a:lnTo>
                <a:lnTo>
                  <a:pt x="247650" y="14571"/>
                </a:lnTo>
                <a:lnTo>
                  <a:pt x="247650" y="287577"/>
                </a:lnTo>
                <a:lnTo>
                  <a:pt x="357600" y="13877"/>
                </a:lnTo>
                <a:cubicBezTo>
                  <a:pt x="361700" y="3670"/>
                  <a:pt x="372534" y="-1817"/>
                  <a:pt x="382683" y="1602"/>
                </a:cubicBezTo>
                <a:cubicBezTo>
                  <a:pt x="383750" y="162"/>
                  <a:pt x="385126" y="6"/>
                  <a:pt x="386538" y="6"/>
                </a:cubicBezTo>
                <a:lnTo>
                  <a:pt x="673062" y="6"/>
                </a:lnTo>
                <a:lnTo>
                  <a:pt x="674808" y="729"/>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45" name="正方形/長方形 37"/>
          <p:cNvSpPr>
            <a:spLocks noChangeAspect="1"/>
          </p:cNvSpPr>
          <p:nvPr/>
        </p:nvSpPr>
        <p:spPr bwMode="gray">
          <a:xfrm rot="2733022">
            <a:off x="8281121" y="2921917"/>
            <a:ext cx="399079" cy="982380"/>
          </a:xfrm>
          <a:custGeom>
            <a:avLst/>
            <a:gdLst/>
            <a:ahLst/>
            <a:cxnLst/>
            <a:rect l="l" t="t" r="r" b="b"/>
            <a:pathLst>
              <a:path w="432336" h="1064245">
                <a:moveTo>
                  <a:pt x="174146" y="481116"/>
                </a:moveTo>
                <a:cubicBezTo>
                  <a:pt x="158092" y="491426"/>
                  <a:pt x="146989" y="515308"/>
                  <a:pt x="147255" y="543017"/>
                </a:cubicBezTo>
                <a:cubicBezTo>
                  <a:pt x="147610" y="579960"/>
                  <a:pt x="168044" y="609716"/>
                  <a:pt x="192896" y="609477"/>
                </a:cubicBezTo>
                <a:cubicBezTo>
                  <a:pt x="217747" y="609238"/>
                  <a:pt x="237606" y="579096"/>
                  <a:pt x="237251" y="542152"/>
                </a:cubicBezTo>
                <a:cubicBezTo>
                  <a:pt x="236896" y="505207"/>
                  <a:pt x="216463" y="475452"/>
                  <a:pt x="191610" y="475691"/>
                </a:cubicBezTo>
                <a:cubicBezTo>
                  <a:pt x="185397" y="475751"/>
                  <a:pt x="179496" y="477680"/>
                  <a:pt x="174146" y="481116"/>
                </a:cubicBezTo>
                <a:close/>
                <a:moveTo>
                  <a:pt x="55622" y="105857"/>
                </a:moveTo>
                <a:cubicBezTo>
                  <a:pt x="151230" y="179833"/>
                  <a:pt x="285882" y="177898"/>
                  <a:pt x="379308" y="100782"/>
                </a:cubicBezTo>
                <a:cubicBezTo>
                  <a:pt x="283701" y="26807"/>
                  <a:pt x="149049" y="28741"/>
                  <a:pt x="55622" y="105857"/>
                </a:cubicBezTo>
                <a:close/>
                <a:moveTo>
                  <a:pt x="17693" y="62888"/>
                </a:moveTo>
                <a:lnTo>
                  <a:pt x="34706" y="49483"/>
                </a:lnTo>
                <a:cubicBezTo>
                  <a:pt x="34706" y="49482"/>
                  <a:pt x="34708" y="49482"/>
                  <a:pt x="34708" y="49481"/>
                </a:cubicBezTo>
                <a:lnTo>
                  <a:pt x="34715" y="49477"/>
                </a:lnTo>
                <a:cubicBezTo>
                  <a:pt x="42326" y="41671"/>
                  <a:pt x="52402" y="35643"/>
                  <a:pt x="64238" y="31265"/>
                </a:cubicBezTo>
                <a:cubicBezTo>
                  <a:pt x="68331" y="28737"/>
                  <a:pt x="72808" y="26685"/>
                  <a:pt x="77739" y="25402"/>
                </a:cubicBezTo>
                <a:cubicBezTo>
                  <a:pt x="85846" y="20803"/>
                  <a:pt x="94985" y="17657"/>
                  <a:pt x="104804" y="15501"/>
                </a:cubicBezTo>
                <a:cubicBezTo>
                  <a:pt x="114321" y="12214"/>
                  <a:pt x="124475" y="9718"/>
                  <a:pt x="135234" y="8508"/>
                </a:cubicBezTo>
                <a:cubicBezTo>
                  <a:pt x="141965" y="6206"/>
                  <a:pt x="149063" y="5027"/>
                  <a:pt x="156357" y="4322"/>
                </a:cubicBezTo>
                <a:cubicBezTo>
                  <a:pt x="175304" y="1406"/>
                  <a:pt x="195387" y="1"/>
                  <a:pt x="216158" y="0"/>
                </a:cubicBezTo>
                <a:cubicBezTo>
                  <a:pt x="216162" y="-2"/>
                  <a:pt x="216165" y="0"/>
                  <a:pt x="216169" y="0"/>
                </a:cubicBezTo>
                <a:lnTo>
                  <a:pt x="216176" y="1"/>
                </a:lnTo>
                <a:cubicBezTo>
                  <a:pt x="242226" y="0"/>
                  <a:pt x="267196" y="2212"/>
                  <a:pt x="290101" y="7134"/>
                </a:cubicBezTo>
                <a:cubicBezTo>
                  <a:pt x="295726" y="7210"/>
                  <a:pt x="301092" y="8271"/>
                  <a:pt x="306198" y="10085"/>
                </a:cubicBezTo>
                <a:cubicBezTo>
                  <a:pt x="324640" y="13868"/>
                  <a:pt x="341514" y="19384"/>
                  <a:pt x="356349" y="26248"/>
                </a:cubicBezTo>
                <a:cubicBezTo>
                  <a:pt x="402616" y="43880"/>
                  <a:pt x="431571" y="71807"/>
                  <a:pt x="431572" y="102967"/>
                </a:cubicBezTo>
                <a:lnTo>
                  <a:pt x="430876" y="106265"/>
                </a:lnTo>
                <a:lnTo>
                  <a:pt x="432335" y="106265"/>
                </a:lnTo>
                <a:lnTo>
                  <a:pt x="432336" y="256938"/>
                </a:lnTo>
                <a:lnTo>
                  <a:pt x="432333" y="256938"/>
                </a:lnTo>
                <a:lnTo>
                  <a:pt x="432334" y="308031"/>
                </a:lnTo>
                <a:cubicBezTo>
                  <a:pt x="419911" y="340731"/>
                  <a:pt x="400599" y="371387"/>
                  <a:pt x="374546" y="397946"/>
                </a:cubicBezTo>
                <a:lnTo>
                  <a:pt x="344543" y="421982"/>
                </a:lnTo>
                <a:lnTo>
                  <a:pt x="349834" y="972798"/>
                </a:lnTo>
                <a:cubicBezTo>
                  <a:pt x="350311" y="1022446"/>
                  <a:pt x="310450" y="1063081"/>
                  <a:pt x="260801" y="1063558"/>
                </a:cubicBezTo>
                <a:lnTo>
                  <a:pt x="189730" y="1064241"/>
                </a:lnTo>
                <a:cubicBezTo>
                  <a:pt x="140081" y="1064718"/>
                  <a:pt x="99447" y="1024856"/>
                  <a:pt x="98970" y="975208"/>
                </a:cubicBezTo>
                <a:lnTo>
                  <a:pt x="93706" y="427306"/>
                </a:lnTo>
                <a:cubicBezTo>
                  <a:pt x="80551" y="419937"/>
                  <a:pt x="68732" y="410224"/>
                  <a:pt x="57628" y="399333"/>
                </a:cubicBezTo>
                <a:cubicBezTo>
                  <a:pt x="32255" y="374440"/>
                  <a:pt x="12960" y="345691"/>
                  <a:pt x="0" y="314831"/>
                </a:cubicBezTo>
                <a:lnTo>
                  <a:pt x="0" y="107134"/>
                </a:lnTo>
                <a:lnTo>
                  <a:pt x="1" y="107134"/>
                </a:lnTo>
                <a:lnTo>
                  <a:pt x="1" y="106265"/>
                </a:lnTo>
                <a:lnTo>
                  <a:pt x="447" y="106264"/>
                </a:lnTo>
                <a:lnTo>
                  <a:pt x="1462" y="106265"/>
                </a:lnTo>
                <a:lnTo>
                  <a:pt x="1166" y="104867"/>
                </a:lnTo>
                <a:lnTo>
                  <a:pt x="1166" y="104866"/>
                </a:lnTo>
                <a:cubicBezTo>
                  <a:pt x="778" y="104275"/>
                  <a:pt x="765" y="103622"/>
                  <a:pt x="766" y="102967"/>
                </a:cubicBezTo>
                <a:cubicBezTo>
                  <a:pt x="766" y="88750"/>
                  <a:pt x="6793" y="75207"/>
                  <a:pt x="17693" y="62888"/>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lang="ja-JP" altLang="en-US" sz="1108">
              <a:solidFill>
                <a:schemeClr val="tx1"/>
              </a:solidFill>
              <a:latin typeface="+mj-lt"/>
            </a:endParaRPr>
          </a:p>
        </p:txBody>
      </p:sp>
      <p:sp>
        <p:nvSpPr>
          <p:cNvPr id="49" name="片側の 2 つの角を丸めた四角形 48"/>
          <p:cNvSpPr>
            <a:spLocks noChangeAspect="1"/>
          </p:cNvSpPr>
          <p:nvPr/>
        </p:nvSpPr>
        <p:spPr bwMode="gray">
          <a:xfrm>
            <a:off x="2140937" y="4283415"/>
            <a:ext cx="814154" cy="829014"/>
          </a:xfrm>
          <a:custGeom>
            <a:avLst/>
            <a:gdLst/>
            <a:ahLst/>
            <a:cxnLst/>
            <a:rect l="l" t="t" r="r" b="b"/>
            <a:pathLst>
              <a:path w="882000" h="898098">
                <a:moveTo>
                  <a:pt x="302168" y="244608"/>
                </a:moveTo>
                <a:lnTo>
                  <a:pt x="302168" y="407246"/>
                </a:lnTo>
                <a:lnTo>
                  <a:pt x="333000" y="407246"/>
                </a:lnTo>
                <a:lnTo>
                  <a:pt x="333000" y="881114"/>
                </a:lnTo>
                <a:lnTo>
                  <a:pt x="549000" y="881114"/>
                </a:lnTo>
                <a:lnTo>
                  <a:pt x="549000" y="407246"/>
                </a:lnTo>
                <a:lnTo>
                  <a:pt x="579832" y="407246"/>
                </a:lnTo>
                <a:lnTo>
                  <a:pt x="579832" y="244608"/>
                </a:lnTo>
                <a:close/>
                <a:moveTo>
                  <a:pt x="648147" y="56104"/>
                </a:moveTo>
                <a:cubicBezTo>
                  <a:pt x="622342" y="53464"/>
                  <a:pt x="583354" y="70707"/>
                  <a:pt x="548598" y="102489"/>
                </a:cubicBezTo>
                <a:cubicBezTo>
                  <a:pt x="515863" y="132422"/>
                  <a:pt x="495639" y="167246"/>
                  <a:pt x="494524" y="192931"/>
                </a:cubicBezTo>
                <a:lnTo>
                  <a:pt x="607027" y="192931"/>
                </a:lnTo>
                <a:cubicBezTo>
                  <a:pt x="612297" y="190126"/>
                  <a:pt x="616886" y="186240"/>
                  <a:pt x="621404" y="182109"/>
                </a:cubicBezTo>
                <a:cubicBezTo>
                  <a:pt x="667746" y="139734"/>
                  <a:pt x="689015" y="87557"/>
                  <a:pt x="668910" y="65571"/>
                </a:cubicBezTo>
                <a:cubicBezTo>
                  <a:pt x="663884" y="60074"/>
                  <a:pt x="656748" y="56984"/>
                  <a:pt x="648147" y="56104"/>
                </a:cubicBezTo>
                <a:close/>
                <a:moveTo>
                  <a:pt x="233853" y="56104"/>
                </a:moveTo>
                <a:cubicBezTo>
                  <a:pt x="225252" y="56984"/>
                  <a:pt x="218116" y="60074"/>
                  <a:pt x="213090" y="65571"/>
                </a:cubicBezTo>
                <a:cubicBezTo>
                  <a:pt x="192985" y="87557"/>
                  <a:pt x="214254" y="139734"/>
                  <a:pt x="260596" y="182109"/>
                </a:cubicBezTo>
                <a:cubicBezTo>
                  <a:pt x="265114" y="186240"/>
                  <a:pt x="269704" y="190126"/>
                  <a:pt x="274973" y="192931"/>
                </a:cubicBezTo>
                <a:lnTo>
                  <a:pt x="387476" y="192931"/>
                </a:lnTo>
                <a:cubicBezTo>
                  <a:pt x="386361" y="167246"/>
                  <a:pt x="366137" y="132422"/>
                  <a:pt x="333402" y="102489"/>
                </a:cubicBezTo>
                <a:cubicBezTo>
                  <a:pt x="298646" y="70707"/>
                  <a:pt x="259658" y="53464"/>
                  <a:pt x="233853" y="56104"/>
                </a:cubicBezTo>
                <a:close/>
                <a:moveTo>
                  <a:pt x="257390" y="2597"/>
                </a:moveTo>
                <a:cubicBezTo>
                  <a:pt x="293905" y="9503"/>
                  <a:pt x="334287" y="30049"/>
                  <a:pt x="369881" y="62597"/>
                </a:cubicBezTo>
                <a:cubicBezTo>
                  <a:pt x="411447" y="100606"/>
                  <a:pt x="437294" y="146579"/>
                  <a:pt x="440731" y="187332"/>
                </a:cubicBezTo>
                <a:cubicBezTo>
                  <a:pt x="444727" y="146542"/>
                  <a:pt x="470570" y="100591"/>
                  <a:pt x="512119" y="62597"/>
                </a:cubicBezTo>
                <a:cubicBezTo>
                  <a:pt x="547713" y="30049"/>
                  <a:pt x="588095" y="9503"/>
                  <a:pt x="624610" y="2597"/>
                </a:cubicBezTo>
                <a:cubicBezTo>
                  <a:pt x="661125" y="-4310"/>
                  <a:pt x="693772" y="2422"/>
                  <a:pt x="713898" y="24431"/>
                </a:cubicBezTo>
                <a:cubicBezTo>
                  <a:pt x="753660" y="67914"/>
                  <a:pt x="729670" y="154757"/>
                  <a:pt x="660176" y="219309"/>
                </a:cubicBezTo>
                <a:lnTo>
                  <a:pt x="838728" y="219309"/>
                </a:lnTo>
                <a:cubicBezTo>
                  <a:pt x="862626" y="219309"/>
                  <a:pt x="882000" y="238683"/>
                  <a:pt x="882000" y="262581"/>
                </a:cubicBezTo>
                <a:lnTo>
                  <a:pt x="882000" y="407504"/>
                </a:lnTo>
                <a:lnTo>
                  <a:pt x="852560" y="407504"/>
                </a:lnTo>
                <a:lnTo>
                  <a:pt x="852560" y="853308"/>
                </a:lnTo>
                <a:cubicBezTo>
                  <a:pt x="852560" y="878045"/>
                  <a:pt x="832507" y="898098"/>
                  <a:pt x="807770" y="898098"/>
                </a:cubicBezTo>
                <a:lnTo>
                  <a:pt x="74231" y="898098"/>
                </a:lnTo>
                <a:cubicBezTo>
                  <a:pt x="49494" y="898098"/>
                  <a:pt x="29441" y="878045"/>
                  <a:pt x="29441" y="853308"/>
                </a:cubicBezTo>
                <a:lnTo>
                  <a:pt x="29441" y="407504"/>
                </a:lnTo>
                <a:lnTo>
                  <a:pt x="0" y="407504"/>
                </a:lnTo>
                <a:lnTo>
                  <a:pt x="0" y="262581"/>
                </a:lnTo>
                <a:cubicBezTo>
                  <a:pt x="0" y="238683"/>
                  <a:pt x="19374" y="219309"/>
                  <a:pt x="43272" y="219309"/>
                </a:cubicBezTo>
                <a:lnTo>
                  <a:pt x="221825" y="219309"/>
                </a:lnTo>
                <a:cubicBezTo>
                  <a:pt x="152330" y="154757"/>
                  <a:pt x="128341" y="67914"/>
                  <a:pt x="168102" y="24431"/>
                </a:cubicBezTo>
                <a:cubicBezTo>
                  <a:pt x="188228" y="2422"/>
                  <a:pt x="220875" y="-4310"/>
                  <a:pt x="257390" y="2597"/>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9" name="円/楕円 58"/>
          <p:cNvSpPr>
            <a:spLocks noChangeAspect="1"/>
          </p:cNvSpPr>
          <p:nvPr/>
        </p:nvSpPr>
        <p:spPr bwMode="gray">
          <a:xfrm>
            <a:off x="874103" y="4283403"/>
            <a:ext cx="774277" cy="829041"/>
          </a:xfrm>
          <a:custGeom>
            <a:avLst/>
            <a:gdLst/>
            <a:ahLst/>
            <a:cxnLst/>
            <a:rect l="l" t="t" r="r" b="b"/>
            <a:pathLst>
              <a:path w="838800" h="898128">
                <a:moveTo>
                  <a:pt x="543053" y="680150"/>
                </a:moveTo>
                <a:lnTo>
                  <a:pt x="815474" y="701687"/>
                </a:lnTo>
                <a:lnTo>
                  <a:pt x="802366" y="867484"/>
                </a:lnTo>
                <a:cubicBezTo>
                  <a:pt x="800918" y="885798"/>
                  <a:pt x="784898" y="899471"/>
                  <a:pt x="766584" y="898023"/>
                </a:cubicBezTo>
                <a:lnTo>
                  <a:pt x="560484" y="881728"/>
                </a:lnTo>
                <a:cubicBezTo>
                  <a:pt x="542170" y="880281"/>
                  <a:pt x="528497" y="864260"/>
                  <a:pt x="529945" y="845946"/>
                </a:cubicBezTo>
                <a:close/>
                <a:moveTo>
                  <a:pt x="298738" y="680150"/>
                </a:moveTo>
                <a:lnTo>
                  <a:pt x="311846" y="845946"/>
                </a:lnTo>
                <a:cubicBezTo>
                  <a:pt x="313294" y="864260"/>
                  <a:pt x="299621" y="880281"/>
                  <a:pt x="281307" y="881728"/>
                </a:cubicBezTo>
                <a:lnTo>
                  <a:pt x="75207" y="898023"/>
                </a:lnTo>
                <a:cubicBezTo>
                  <a:pt x="56894" y="899471"/>
                  <a:pt x="40873" y="885798"/>
                  <a:pt x="39425" y="867484"/>
                </a:cubicBezTo>
                <a:lnTo>
                  <a:pt x="26317" y="701687"/>
                </a:lnTo>
                <a:close/>
                <a:moveTo>
                  <a:pt x="419400" y="0"/>
                </a:moveTo>
                <a:cubicBezTo>
                  <a:pt x="651028" y="0"/>
                  <a:pt x="838800" y="173184"/>
                  <a:pt x="838800" y="386818"/>
                </a:cubicBezTo>
                <a:lnTo>
                  <a:pt x="835322" y="427991"/>
                </a:lnTo>
                <a:lnTo>
                  <a:pt x="834313" y="427991"/>
                </a:lnTo>
                <a:lnTo>
                  <a:pt x="835624" y="432030"/>
                </a:lnTo>
                <a:lnTo>
                  <a:pt x="822516" y="597826"/>
                </a:lnTo>
                <a:lnTo>
                  <a:pt x="556144" y="576767"/>
                </a:lnTo>
                <a:lnTo>
                  <a:pt x="568800" y="416684"/>
                </a:lnTo>
                <a:lnTo>
                  <a:pt x="568800" y="386002"/>
                </a:lnTo>
                <a:lnTo>
                  <a:pt x="567304" y="386002"/>
                </a:lnTo>
                <a:cubicBezTo>
                  <a:pt x="568206" y="384677"/>
                  <a:pt x="568230" y="383316"/>
                  <a:pt x="568230" y="381951"/>
                </a:cubicBezTo>
                <a:cubicBezTo>
                  <a:pt x="568230" y="309369"/>
                  <a:pt x="501597" y="250530"/>
                  <a:pt x="419401" y="250530"/>
                </a:cubicBezTo>
                <a:cubicBezTo>
                  <a:pt x="337205" y="250530"/>
                  <a:pt x="270572" y="309369"/>
                  <a:pt x="270572" y="381951"/>
                </a:cubicBezTo>
                <a:lnTo>
                  <a:pt x="271498" y="386002"/>
                </a:lnTo>
                <a:lnTo>
                  <a:pt x="270000" y="386002"/>
                </a:lnTo>
                <a:lnTo>
                  <a:pt x="270000" y="410324"/>
                </a:lnTo>
                <a:cubicBezTo>
                  <a:pt x="270265" y="410503"/>
                  <a:pt x="270283" y="410707"/>
                  <a:pt x="270299" y="410911"/>
                </a:cubicBezTo>
                <a:lnTo>
                  <a:pt x="283407" y="576707"/>
                </a:lnTo>
                <a:lnTo>
                  <a:pt x="16284" y="597826"/>
                </a:lnTo>
                <a:lnTo>
                  <a:pt x="3176" y="432030"/>
                </a:lnTo>
                <a:lnTo>
                  <a:pt x="4486" y="427991"/>
                </a:lnTo>
                <a:lnTo>
                  <a:pt x="3478" y="427991"/>
                </a:lnTo>
                <a:cubicBezTo>
                  <a:pt x="801" y="414550"/>
                  <a:pt x="0" y="400770"/>
                  <a:pt x="0" y="386818"/>
                </a:cubicBezTo>
                <a:cubicBezTo>
                  <a:pt x="0" y="173184"/>
                  <a:pt x="187772" y="0"/>
                  <a:pt x="4194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5" name="円/楕円 17"/>
          <p:cNvSpPr>
            <a:spLocks noChangeAspect="1"/>
          </p:cNvSpPr>
          <p:nvPr/>
        </p:nvSpPr>
        <p:spPr bwMode="gray">
          <a:xfrm>
            <a:off x="3827227" y="1725607"/>
            <a:ext cx="831977" cy="745621"/>
          </a:xfrm>
          <a:custGeom>
            <a:avLst/>
            <a:gdLst>
              <a:gd name="connsiteX0" fmla="*/ 344566 w 903640"/>
              <a:gd name="connsiteY0" fmla="*/ 498258 h 807756"/>
              <a:gd name="connsiteX1" fmla="*/ 421381 w 903640"/>
              <a:gd name="connsiteY1" fmla="*/ 575074 h 807756"/>
              <a:gd name="connsiteX2" fmla="*/ 193343 w 903640"/>
              <a:gd name="connsiteY2" fmla="*/ 803113 h 807756"/>
              <a:gd name="connsiteX3" fmla="*/ 170915 w 903640"/>
              <a:gd name="connsiteY3" fmla="*/ 803112 h 807756"/>
              <a:gd name="connsiteX4" fmla="*/ 116528 w 903640"/>
              <a:gd name="connsiteY4" fmla="*/ 748725 h 807756"/>
              <a:gd name="connsiteX5" fmla="*/ 116528 w 903640"/>
              <a:gd name="connsiteY5" fmla="*/ 726296 h 807756"/>
              <a:gd name="connsiteX6" fmla="*/ 344566 w 903640"/>
              <a:gd name="connsiteY6" fmla="*/ 498258 h 807756"/>
              <a:gd name="connsiteX7" fmla="*/ 385243 w 903640"/>
              <a:gd name="connsiteY7" fmla="*/ 283295 h 807756"/>
              <a:gd name="connsiteX8" fmla="*/ 396118 w 903640"/>
              <a:gd name="connsiteY8" fmla="*/ 288687 h 807756"/>
              <a:gd name="connsiteX9" fmla="*/ 776176 w 903640"/>
              <a:gd name="connsiteY9" fmla="*/ 723918 h 807756"/>
              <a:gd name="connsiteX10" fmla="*/ 774662 w 903640"/>
              <a:gd name="connsiteY10" fmla="*/ 746296 h 807756"/>
              <a:gd name="connsiteX11" fmla="*/ 716726 w 903640"/>
              <a:gd name="connsiteY11" fmla="*/ 796887 h 807756"/>
              <a:gd name="connsiteX12" fmla="*/ 694349 w 903640"/>
              <a:gd name="connsiteY12" fmla="*/ 795372 h 807756"/>
              <a:gd name="connsiteX13" fmla="*/ 314290 w 903640"/>
              <a:gd name="connsiteY13" fmla="*/ 360140 h 807756"/>
              <a:gd name="connsiteX14" fmla="*/ 315805 w 903640"/>
              <a:gd name="connsiteY14" fmla="*/ 337764 h 807756"/>
              <a:gd name="connsiteX15" fmla="*/ 373740 w 903640"/>
              <a:gd name="connsiteY15" fmla="*/ 287171 h 807756"/>
              <a:gd name="connsiteX16" fmla="*/ 385243 w 903640"/>
              <a:gd name="connsiteY16" fmla="*/ 283295 h 807756"/>
              <a:gd name="connsiteX17" fmla="*/ 750098 w 903640"/>
              <a:gd name="connsiteY17" fmla="*/ 10528 h 807756"/>
              <a:gd name="connsiteX18" fmla="*/ 721746 w 903640"/>
              <a:gd name="connsiteY18" fmla="*/ 97898 h 807756"/>
              <a:gd name="connsiteX19" fmla="*/ 735649 w 903640"/>
              <a:gd name="connsiteY19" fmla="*/ 171964 h 807756"/>
              <a:gd name="connsiteX20" fmla="*/ 751177 w 903640"/>
              <a:gd name="connsiteY20" fmla="*/ 182581 h 807756"/>
              <a:gd name="connsiteX21" fmla="*/ 825241 w 903640"/>
              <a:gd name="connsiteY21" fmla="*/ 168676 h 807756"/>
              <a:gd name="connsiteX22" fmla="*/ 879999 w 903640"/>
              <a:gd name="connsiteY22" fmla="*/ 88969 h 807756"/>
              <a:gd name="connsiteX23" fmla="*/ 886923 w 903640"/>
              <a:gd name="connsiteY23" fmla="*/ 260243 h 807756"/>
              <a:gd name="connsiteX24" fmla="*/ 698996 w 903640"/>
              <a:gd name="connsiteY24" fmla="*/ 297459 h 807756"/>
              <a:gd name="connsiteX25" fmla="*/ 584991 w 903640"/>
              <a:gd name="connsiteY25" fmla="*/ 411464 h 807756"/>
              <a:gd name="connsiteX26" fmla="*/ 508175 w 903640"/>
              <a:gd name="connsiteY26" fmla="*/ 334649 h 807756"/>
              <a:gd name="connsiteX27" fmla="*/ 624869 w 903640"/>
              <a:gd name="connsiteY27" fmla="*/ 217954 h 807756"/>
              <a:gd name="connsiteX28" fmla="*/ 646562 w 903640"/>
              <a:gd name="connsiteY28" fmla="*/ 67551 h 807756"/>
              <a:gd name="connsiteX29" fmla="*/ 750098 w 903640"/>
              <a:gd name="connsiteY29" fmla="*/ 10528 h 807756"/>
              <a:gd name="connsiteX30" fmla="*/ 436424 w 903640"/>
              <a:gd name="connsiteY30" fmla="*/ 0 h 807756"/>
              <a:gd name="connsiteX31" fmla="*/ 502673 w 903640"/>
              <a:gd name="connsiteY31" fmla="*/ 6680 h 807756"/>
              <a:gd name="connsiteX32" fmla="*/ 303303 w 903640"/>
              <a:gd name="connsiteY32" fmla="*/ 155027 h 807756"/>
              <a:gd name="connsiteX33" fmla="*/ 327213 w 903640"/>
              <a:gd name="connsiteY33" fmla="*/ 193122 h 807756"/>
              <a:gd name="connsiteX34" fmla="*/ 344028 w 903640"/>
              <a:gd name="connsiteY34" fmla="*/ 210932 h 807756"/>
              <a:gd name="connsiteX35" fmla="*/ 342965 w 903640"/>
              <a:gd name="connsiteY35" fmla="*/ 247892 h 807756"/>
              <a:gd name="connsiteX36" fmla="*/ 268487 w 903640"/>
              <a:gd name="connsiteY36" fmla="*/ 318210 h 807756"/>
              <a:gd name="connsiteX37" fmla="*/ 218552 w 903640"/>
              <a:gd name="connsiteY37" fmla="*/ 262980 h 807756"/>
              <a:gd name="connsiteX38" fmla="*/ 144896 w 903640"/>
              <a:gd name="connsiteY38" fmla="*/ 259271 h 807756"/>
              <a:gd name="connsiteX39" fmla="*/ 129881 w 903640"/>
              <a:gd name="connsiteY39" fmla="*/ 309995 h 807756"/>
              <a:gd name="connsiteX40" fmla="*/ 95665 w 903640"/>
              <a:gd name="connsiteY40" fmla="*/ 342299 h 807756"/>
              <a:gd name="connsiteX41" fmla="*/ 65155 w 903640"/>
              <a:gd name="connsiteY41" fmla="*/ 341422 h 807756"/>
              <a:gd name="connsiteX42" fmla="*/ 5889 w 903640"/>
              <a:gd name="connsiteY42" fmla="*/ 278649 h 807756"/>
              <a:gd name="connsiteX43" fmla="*/ 6766 w 903640"/>
              <a:gd name="connsiteY43" fmla="*/ 248139 h 807756"/>
              <a:gd name="connsiteX44" fmla="*/ 46714 w 903640"/>
              <a:gd name="connsiteY44" fmla="*/ 210422 h 807756"/>
              <a:gd name="connsiteX45" fmla="*/ 95213 w 903640"/>
              <a:gd name="connsiteY45" fmla="*/ 201977 h 807756"/>
              <a:gd name="connsiteX46" fmla="*/ 95213 w 903640"/>
              <a:gd name="connsiteY46" fmla="*/ 201978 h 807756"/>
              <a:gd name="connsiteX47" fmla="*/ 110620 w 903640"/>
              <a:gd name="connsiteY47" fmla="*/ 149490 h 807756"/>
              <a:gd name="connsiteX48" fmla="*/ 317711 w 903640"/>
              <a:gd name="connsiteY48" fmla="*/ 14451 h 807756"/>
              <a:gd name="connsiteX49" fmla="*/ 325989 w 903640"/>
              <a:gd name="connsiteY49" fmla="*/ 11882 h 807756"/>
              <a:gd name="connsiteX50" fmla="*/ 333455 w 903640"/>
              <a:gd name="connsiteY50" fmla="*/ 10381 h 807756"/>
              <a:gd name="connsiteX51" fmla="*/ 436424 w 903640"/>
              <a:gd name="connsiteY51" fmla="*/ 0 h 807756"/>
              <a:gd name="connsiteX0" fmla="*/ 344566 w 902667"/>
              <a:gd name="connsiteY0" fmla="*/ 498258 h 807756"/>
              <a:gd name="connsiteX1" fmla="*/ 421381 w 902667"/>
              <a:gd name="connsiteY1" fmla="*/ 575074 h 807756"/>
              <a:gd name="connsiteX2" fmla="*/ 193343 w 902667"/>
              <a:gd name="connsiteY2" fmla="*/ 803113 h 807756"/>
              <a:gd name="connsiteX3" fmla="*/ 170915 w 902667"/>
              <a:gd name="connsiteY3" fmla="*/ 803112 h 807756"/>
              <a:gd name="connsiteX4" fmla="*/ 116528 w 902667"/>
              <a:gd name="connsiteY4" fmla="*/ 748725 h 807756"/>
              <a:gd name="connsiteX5" fmla="*/ 116528 w 902667"/>
              <a:gd name="connsiteY5" fmla="*/ 726296 h 807756"/>
              <a:gd name="connsiteX6" fmla="*/ 344566 w 902667"/>
              <a:gd name="connsiteY6" fmla="*/ 498258 h 807756"/>
              <a:gd name="connsiteX7" fmla="*/ 385243 w 902667"/>
              <a:gd name="connsiteY7" fmla="*/ 283295 h 807756"/>
              <a:gd name="connsiteX8" fmla="*/ 396118 w 902667"/>
              <a:gd name="connsiteY8" fmla="*/ 288687 h 807756"/>
              <a:gd name="connsiteX9" fmla="*/ 776176 w 902667"/>
              <a:gd name="connsiteY9" fmla="*/ 723918 h 807756"/>
              <a:gd name="connsiteX10" fmla="*/ 774662 w 902667"/>
              <a:gd name="connsiteY10" fmla="*/ 746296 h 807756"/>
              <a:gd name="connsiteX11" fmla="*/ 716726 w 902667"/>
              <a:gd name="connsiteY11" fmla="*/ 796887 h 807756"/>
              <a:gd name="connsiteX12" fmla="*/ 694349 w 902667"/>
              <a:gd name="connsiteY12" fmla="*/ 795372 h 807756"/>
              <a:gd name="connsiteX13" fmla="*/ 314290 w 902667"/>
              <a:gd name="connsiteY13" fmla="*/ 360140 h 807756"/>
              <a:gd name="connsiteX14" fmla="*/ 315805 w 902667"/>
              <a:gd name="connsiteY14" fmla="*/ 337764 h 807756"/>
              <a:gd name="connsiteX15" fmla="*/ 373740 w 902667"/>
              <a:gd name="connsiteY15" fmla="*/ 287171 h 807756"/>
              <a:gd name="connsiteX16" fmla="*/ 385243 w 902667"/>
              <a:gd name="connsiteY16" fmla="*/ 283295 h 807756"/>
              <a:gd name="connsiteX17" fmla="*/ 750098 w 902667"/>
              <a:gd name="connsiteY17" fmla="*/ 10528 h 807756"/>
              <a:gd name="connsiteX18" fmla="*/ 721746 w 902667"/>
              <a:gd name="connsiteY18" fmla="*/ 97898 h 807756"/>
              <a:gd name="connsiteX19" fmla="*/ 735649 w 902667"/>
              <a:gd name="connsiteY19" fmla="*/ 171964 h 807756"/>
              <a:gd name="connsiteX20" fmla="*/ 751177 w 902667"/>
              <a:gd name="connsiteY20" fmla="*/ 182581 h 807756"/>
              <a:gd name="connsiteX21" fmla="*/ 825241 w 902667"/>
              <a:gd name="connsiteY21" fmla="*/ 168676 h 807756"/>
              <a:gd name="connsiteX22" fmla="*/ 879999 w 902667"/>
              <a:gd name="connsiteY22" fmla="*/ 88969 h 807756"/>
              <a:gd name="connsiteX23" fmla="*/ 886923 w 902667"/>
              <a:gd name="connsiteY23" fmla="*/ 260243 h 807756"/>
              <a:gd name="connsiteX24" fmla="*/ 698996 w 902667"/>
              <a:gd name="connsiteY24" fmla="*/ 297459 h 807756"/>
              <a:gd name="connsiteX25" fmla="*/ 584991 w 902667"/>
              <a:gd name="connsiteY25" fmla="*/ 411464 h 807756"/>
              <a:gd name="connsiteX26" fmla="*/ 508175 w 902667"/>
              <a:gd name="connsiteY26" fmla="*/ 334649 h 807756"/>
              <a:gd name="connsiteX27" fmla="*/ 624869 w 902667"/>
              <a:gd name="connsiteY27" fmla="*/ 217954 h 807756"/>
              <a:gd name="connsiteX28" fmla="*/ 646562 w 902667"/>
              <a:gd name="connsiteY28" fmla="*/ 67551 h 807756"/>
              <a:gd name="connsiteX29" fmla="*/ 750098 w 902667"/>
              <a:gd name="connsiteY29" fmla="*/ 10528 h 807756"/>
              <a:gd name="connsiteX30" fmla="*/ 436424 w 902667"/>
              <a:gd name="connsiteY30" fmla="*/ 0 h 807756"/>
              <a:gd name="connsiteX31" fmla="*/ 502673 w 902667"/>
              <a:gd name="connsiteY31" fmla="*/ 6680 h 807756"/>
              <a:gd name="connsiteX32" fmla="*/ 303303 w 902667"/>
              <a:gd name="connsiteY32" fmla="*/ 155027 h 807756"/>
              <a:gd name="connsiteX33" fmla="*/ 327213 w 902667"/>
              <a:gd name="connsiteY33" fmla="*/ 193122 h 807756"/>
              <a:gd name="connsiteX34" fmla="*/ 344028 w 902667"/>
              <a:gd name="connsiteY34" fmla="*/ 210932 h 807756"/>
              <a:gd name="connsiteX35" fmla="*/ 342965 w 902667"/>
              <a:gd name="connsiteY35" fmla="*/ 247892 h 807756"/>
              <a:gd name="connsiteX36" fmla="*/ 268487 w 902667"/>
              <a:gd name="connsiteY36" fmla="*/ 318210 h 807756"/>
              <a:gd name="connsiteX37" fmla="*/ 218552 w 902667"/>
              <a:gd name="connsiteY37" fmla="*/ 262980 h 807756"/>
              <a:gd name="connsiteX38" fmla="*/ 144896 w 902667"/>
              <a:gd name="connsiteY38" fmla="*/ 259271 h 807756"/>
              <a:gd name="connsiteX39" fmla="*/ 129881 w 902667"/>
              <a:gd name="connsiteY39" fmla="*/ 309995 h 807756"/>
              <a:gd name="connsiteX40" fmla="*/ 95665 w 902667"/>
              <a:gd name="connsiteY40" fmla="*/ 342299 h 807756"/>
              <a:gd name="connsiteX41" fmla="*/ 65155 w 902667"/>
              <a:gd name="connsiteY41" fmla="*/ 341422 h 807756"/>
              <a:gd name="connsiteX42" fmla="*/ 5889 w 902667"/>
              <a:gd name="connsiteY42" fmla="*/ 278649 h 807756"/>
              <a:gd name="connsiteX43" fmla="*/ 6766 w 902667"/>
              <a:gd name="connsiteY43" fmla="*/ 248139 h 807756"/>
              <a:gd name="connsiteX44" fmla="*/ 46714 w 902667"/>
              <a:gd name="connsiteY44" fmla="*/ 210422 h 807756"/>
              <a:gd name="connsiteX45" fmla="*/ 95213 w 902667"/>
              <a:gd name="connsiteY45" fmla="*/ 201977 h 807756"/>
              <a:gd name="connsiteX46" fmla="*/ 95213 w 902667"/>
              <a:gd name="connsiteY46" fmla="*/ 201978 h 807756"/>
              <a:gd name="connsiteX47" fmla="*/ 110620 w 902667"/>
              <a:gd name="connsiteY47" fmla="*/ 149490 h 807756"/>
              <a:gd name="connsiteX48" fmla="*/ 317711 w 902667"/>
              <a:gd name="connsiteY48" fmla="*/ 14451 h 807756"/>
              <a:gd name="connsiteX49" fmla="*/ 325989 w 902667"/>
              <a:gd name="connsiteY49" fmla="*/ 11882 h 807756"/>
              <a:gd name="connsiteX50" fmla="*/ 333455 w 902667"/>
              <a:gd name="connsiteY50" fmla="*/ 10381 h 807756"/>
              <a:gd name="connsiteX51" fmla="*/ 436424 w 902667"/>
              <a:gd name="connsiteY51" fmla="*/ 0 h 807756"/>
              <a:gd name="connsiteX0" fmla="*/ 344566 w 899900"/>
              <a:gd name="connsiteY0" fmla="*/ 498258 h 807756"/>
              <a:gd name="connsiteX1" fmla="*/ 421381 w 899900"/>
              <a:gd name="connsiteY1" fmla="*/ 575074 h 807756"/>
              <a:gd name="connsiteX2" fmla="*/ 193343 w 899900"/>
              <a:gd name="connsiteY2" fmla="*/ 803113 h 807756"/>
              <a:gd name="connsiteX3" fmla="*/ 170915 w 899900"/>
              <a:gd name="connsiteY3" fmla="*/ 803112 h 807756"/>
              <a:gd name="connsiteX4" fmla="*/ 116528 w 899900"/>
              <a:gd name="connsiteY4" fmla="*/ 748725 h 807756"/>
              <a:gd name="connsiteX5" fmla="*/ 116528 w 899900"/>
              <a:gd name="connsiteY5" fmla="*/ 726296 h 807756"/>
              <a:gd name="connsiteX6" fmla="*/ 344566 w 899900"/>
              <a:gd name="connsiteY6" fmla="*/ 498258 h 807756"/>
              <a:gd name="connsiteX7" fmla="*/ 385243 w 899900"/>
              <a:gd name="connsiteY7" fmla="*/ 283295 h 807756"/>
              <a:gd name="connsiteX8" fmla="*/ 396118 w 899900"/>
              <a:gd name="connsiteY8" fmla="*/ 288687 h 807756"/>
              <a:gd name="connsiteX9" fmla="*/ 776176 w 899900"/>
              <a:gd name="connsiteY9" fmla="*/ 723918 h 807756"/>
              <a:gd name="connsiteX10" fmla="*/ 774662 w 899900"/>
              <a:gd name="connsiteY10" fmla="*/ 746296 h 807756"/>
              <a:gd name="connsiteX11" fmla="*/ 716726 w 899900"/>
              <a:gd name="connsiteY11" fmla="*/ 796887 h 807756"/>
              <a:gd name="connsiteX12" fmla="*/ 694349 w 899900"/>
              <a:gd name="connsiteY12" fmla="*/ 795372 h 807756"/>
              <a:gd name="connsiteX13" fmla="*/ 314290 w 899900"/>
              <a:gd name="connsiteY13" fmla="*/ 360140 h 807756"/>
              <a:gd name="connsiteX14" fmla="*/ 315805 w 899900"/>
              <a:gd name="connsiteY14" fmla="*/ 337764 h 807756"/>
              <a:gd name="connsiteX15" fmla="*/ 373740 w 899900"/>
              <a:gd name="connsiteY15" fmla="*/ 287171 h 807756"/>
              <a:gd name="connsiteX16" fmla="*/ 385243 w 899900"/>
              <a:gd name="connsiteY16" fmla="*/ 283295 h 807756"/>
              <a:gd name="connsiteX17" fmla="*/ 750098 w 899900"/>
              <a:gd name="connsiteY17" fmla="*/ 10528 h 807756"/>
              <a:gd name="connsiteX18" fmla="*/ 721746 w 899900"/>
              <a:gd name="connsiteY18" fmla="*/ 97898 h 807756"/>
              <a:gd name="connsiteX19" fmla="*/ 735649 w 899900"/>
              <a:gd name="connsiteY19" fmla="*/ 171964 h 807756"/>
              <a:gd name="connsiteX20" fmla="*/ 751177 w 899900"/>
              <a:gd name="connsiteY20" fmla="*/ 182581 h 807756"/>
              <a:gd name="connsiteX21" fmla="*/ 825241 w 899900"/>
              <a:gd name="connsiteY21" fmla="*/ 168676 h 807756"/>
              <a:gd name="connsiteX22" fmla="*/ 879999 w 899900"/>
              <a:gd name="connsiteY22" fmla="*/ 88969 h 807756"/>
              <a:gd name="connsiteX23" fmla="*/ 879780 w 899900"/>
              <a:gd name="connsiteY23" fmla="*/ 262624 h 807756"/>
              <a:gd name="connsiteX24" fmla="*/ 698996 w 899900"/>
              <a:gd name="connsiteY24" fmla="*/ 297459 h 807756"/>
              <a:gd name="connsiteX25" fmla="*/ 584991 w 899900"/>
              <a:gd name="connsiteY25" fmla="*/ 411464 h 807756"/>
              <a:gd name="connsiteX26" fmla="*/ 508175 w 899900"/>
              <a:gd name="connsiteY26" fmla="*/ 334649 h 807756"/>
              <a:gd name="connsiteX27" fmla="*/ 624869 w 899900"/>
              <a:gd name="connsiteY27" fmla="*/ 217954 h 807756"/>
              <a:gd name="connsiteX28" fmla="*/ 646562 w 899900"/>
              <a:gd name="connsiteY28" fmla="*/ 67551 h 807756"/>
              <a:gd name="connsiteX29" fmla="*/ 750098 w 899900"/>
              <a:gd name="connsiteY29" fmla="*/ 10528 h 807756"/>
              <a:gd name="connsiteX30" fmla="*/ 436424 w 899900"/>
              <a:gd name="connsiteY30" fmla="*/ 0 h 807756"/>
              <a:gd name="connsiteX31" fmla="*/ 502673 w 899900"/>
              <a:gd name="connsiteY31" fmla="*/ 6680 h 807756"/>
              <a:gd name="connsiteX32" fmla="*/ 303303 w 899900"/>
              <a:gd name="connsiteY32" fmla="*/ 155027 h 807756"/>
              <a:gd name="connsiteX33" fmla="*/ 327213 w 899900"/>
              <a:gd name="connsiteY33" fmla="*/ 193122 h 807756"/>
              <a:gd name="connsiteX34" fmla="*/ 344028 w 899900"/>
              <a:gd name="connsiteY34" fmla="*/ 210932 h 807756"/>
              <a:gd name="connsiteX35" fmla="*/ 342965 w 899900"/>
              <a:gd name="connsiteY35" fmla="*/ 247892 h 807756"/>
              <a:gd name="connsiteX36" fmla="*/ 268487 w 899900"/>
              <a:gd name="connsiteY36" fmla="*/ 318210 h 807756"/>
              <a:gd name="connsiteX37" fmla="*/ 218552 w 899900"/>
              <a:gd name="connsiteY37" fmla="*/ 262980 h 807756"/>
              <a:gd name="connsiteX38" fmla="*/ 144896 w 899900"/>
              <a:gd name="connsiteY38" fmla="*/ 259271 h 807756"/>
              <a:gd name="connsiteX39" fmla="*/ 129881 w 899900"/>
              <a:gd name="connsiteY39" fmla="*/ 309995 h 807756"/>
              <a:gd name="connsiteX40" fmla="*/ 95665 w 899900"/>
              <a:gd name="connsiteY40" fmla="*/ 342299 h 807756"/>
              <a:gd name="connsiteX41" fmla="*/ 65155 w 899900"/>
              <a:gd name="connsiteY41" fmla="*/ 341422 h 807756"/>
              <a:gd name="connsiteX42" fmla="*/ 5889 w 899900"/>
              <a:gd name="connsiteY42" fmla="*/ 278649 h 807756"/>
              <a:gd name="connsiteX43" fmla="*/ 6766 w 899900"/>
              <a:gd name="connsiteY43" fmla="*/ 248139 h 807756"/>
              <a:gd name="connsiteX44" fmla="*/ 46714 w 899900"/>
              <a:gd name="connsiteY44" fmla="*/ 210422 h 807756"/>
              <a:gd name="connsiteX45" fmla="*/ 95213 w 899900"/>
              <a:gd name="connsiteY45" fmla="*/ 201977 h 807756"/>
              <a:gd name="connsiteX46" fmla="*/ 95213 w 899900"/>
              <a:gd name="connsiteY46" fmla="*/ 201978 h 807756"/>
              <a:gd name="connsiteX47" fmla="*/ 110620 w 899900"/>
              <a:gd name="connsiteY47" fmla="*/ 149490 h 807756"/>
              <a:gd name="connsiteX48" fmla="*/ 317711 w 899900"/>
              <a:gd name="connsiteY48" fmla="*/ 14451 h 807756"/>
              <a:gd name="connsiteX49" fmla="*/ 325989 w 899900"/>
              <a:gd name="connsiteY49" fmla="*/ 11882 h 807756"/>
              <a:gd name="connsiteX50" fmla="*/ 333455 w 899900"/>
              <a:gd name="connsiteY50" fmla="*/ 10381 h 807756"/>
              <a:gd name="connsiteX51" fmla="*/ 436424 w 899900"/>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624869 w 901308"/>
              <a:gd name="connsiteY27" fmla="*/ 217954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624869 w 901308"/>
              <a:gd name="connsiteY27" fmla="*/ 217954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598675 w 901308"/>
              <a:gd name="connsiteY27" fmla="*/ 244147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901308" h="807756">
                <a:moveTo>
                  <a:pt x="344566" y="498258"/>
                </a:moveTo>
                <a:lnTo>
                  <a:pt x="421381" y="575074"/>
                </a:lnTo>
                <a:lnTo>
                  <a:pt x="193343" y="803113"/>
                </a:lnTo>
                <a:cubicBezTo>
                  <a:pt x="187149" y="809305"/>
                  <a:pt x="177109" y="809305"/>
                  <a:pt x="170915" y="803112"/>
                </a:cubicBezTo>
                <a:lnTo>
                  <a:pt x="116528" y="748725"/>
                </a:lnTo>
                <a:cubicBezTo>
                  <a:pt x="110333" y="742531"/>
                  <a:pt x="110334" y="732489"/>
                  <a:pt x="116528" y="726296"/>
                </a:cubicBezTo>
                <a:lnTo>
                  <a:pt x="344566" y="498258"/>
                </a:lnTo>
                <a:close/>
                <a:moveTo>
                  <a:pt x="385243" y="283295"/>
                </a:moveTo>
                <a:cubicBezTo>
                  <a:pt x="389292" y="283569"/>
                  <a:pt x="393237" y="285387"/>
                  <a:pt x="396118" y="288687"/>
                </a:cubicBezTo>
                <a:lnTo>
                  <a:pt x="776176" y="723918"/>
                </a:lnTo>
                <a:cubicBezTo>
                  <a:pt x="781937" y="730516"/>
                  <a:pt x="781259" y="740535"/>
                  <a:pt x="774662" y="746296"/>
                </a:cubicBezTo>
                <a:lnTo>
                  <a:pt x="716726" y="796887"/>
                </a:lnTo>
                <a:cubicBezTo>
                  <a:pt x="710128" y="802648"/>
                  <a:pt x="700111" y="801970"/>
                  <a:pt x="694349" y="795372"/>
                </a:cubicBezTo>
                <a:lnTo>
                  <a:pt x="314290" y="360140"/>
                </a:lnTo>
                <a:cubicBezTo>
                  <a:pt x="308529" y="353542"/>
                  <a:pt x="309207" y="343525"/>
                  <a:pt x="315805" y="337764"/>
                </a:cubicBezTo>
                <a:lnTo>
                  <a:pt x="373740" y="287171"/>
                </a:lnTo>
                <a:cubicBezTo>
                  <a:pt x="377040" y="284292"/>
                  <a:pt x="381193" y="283020"/>
                  <a:pt x="385243" y="283295"/>
                </a:cubicBezTo>
                <a:close/>
                <a:moveTo>
                  <a:pt x="750098" y="10528"/>
                </a:moveTo>
                <a:cubicBezTo>
                  <a:pt x="800729" y="17967"/>
                  <a:pt x="724155" y="70992"/>
                  <a:pt x="721746" y="97898"/>
                </a:cubicBezTo>
                <a:cubicBezTo>
                  <a:pt x="705132" y="122190"/>
                  <a:pt x="711358" y="155349"/>
                  <a:pt x="735649" y="171964"/>
                </a:cubicBezTo>
                <a:lnTo>
                  <a:pt x="751177" y="182581"/>
                </a:lnTo>
                <a:cubicBezTo>
                  <a:pt x="775469" y="199195"/>
                  <a:pt x="808628" y="192970"/>
                  <a:pt x="825241" y="168676"/>
                </a:cubicBezTo>
                <a:lnTo>
                  <a:pt x="879999" y="88969"/>
                </a:lnTo>
                <a:cubicBezTo>
                  <a:pt x="917209" y="75512"/>
                  <a:pt x="898092" y="241950"/>
                  <a:pt x="879780" y="262624"/>
                </a:cubicBezTo>
                <a:cubicBezTo>
                  <a:pt x="842303" y="356866"/>
                  <a:pt x="721747" y="284161"/>
                  <a:pt x="668040" y="328415"/>
                </a:cubicBezTo>
                <a:lnTo>
                  <a:pt x="584991" y="411464"/>
                </a:lnTo>
                <a:lnTo>
                  <a:pt x="508175" y="334649"/>
                </a:lnTo>
                <a:lnTo>
                  <a:pt x="584387" y="260816"/>
                </a:lnTo>
                <a:cubicBezTo>
                  <a:pt x="620517" y="236178"/>
                  <a:pt x="596811" y="109407"/>
                  <a:pt x="646562" y="67551"/>
                </a:cubicBezTo>
                <a:cubicBezTo>
                  <a:pt x="675631" y="46167"/>
                  <a:pt x="715626" y="29196"/>
                  <a:pt x="750098" y="10528"/>
                </a:cubicBezTo>
                <a:close/>
                <a:moveTo>
                  <a:pt x="436424" y="0"/>
                </a:moveTo>
                <a:lnTo>
                  <a:pt x="502673" y="6680"/>
                </a:lnTo>
                <a:cubicBezTo>
                  <a:pt x="375458" y="60494"/>
                  <a:pt x="310216" y="100806"/>
                  <a:pt x="303303" y="155027"/>
                </a:cubicBezTo>
                <a:cubicBezTo>
                  <a:pt x="316742" y="191889"/>
                  <a:pt x="320426" y="183805"/>
                  <a:pt x="327213" y="193122"/>
                </a:cubicBezTo>
                <a:lnTo>
                  <a:pt x="344028" y="210932"/>
                </a:lnTo>
                <a:cubicBezTo>
                  <a:pt x="353941" y="221431"/>
                  <a:pt x="353465" y="237979"/>
                  <a:pt x="342965" y="247892"/>
                </a:cubicBezTo>
                <a:lnTo>
                  <a:pt x="268487" y="318210"/>
                </a:lnTo>
                <a:lnTo>
                  <a:pt x="218552" y="262980"/>
                </a:lnTo>
                <a:cubicBezTo>
                  <a:pt x="199237" y="241616"/>
                  <a:pt x="166260" y="239956"/>
                  <a:pt x="144896" y="259271"/>
                </a:cubicBezTo>
                <a:cubicBezTo>
                  <a:pt x="130236" y="272526"/>
                  <a:pt x="124854" y="292214"/>
                  <a:pt x="129881" y="309995"/>
                </a:cubicBezTo>
                <a:lnTo>
                  <a:pt x="95665" y="342299"/>
                </a:lnTo>
                <a:cubicBezTo>
                  <a:pt x="86998" y="350482"/>
                  <a:pt x="73338" y="350089"/>
                  <a:pt x="65155" y="341422"/>
                </a:cubicBezTo>
                <a:lnTo>
                  <a:pt x="5889" y="278649"/>
                </a:lnTo>
                <a:cubicBezTo>
                  <a:pt x="-2294" y="269982"/>
                  <a:pt x="-1902" y="256322"/>
                  <a:pt x="6766" y="248139"/>
                </a:cubicBezTo>
                <a:lnTo>
                  <a:pt x="46714" y="210422"/>
                </a:lnTo>
                <a:cubicBezTo>
                  <a:pt x="62558" y="218754"/>
                  <a:pt x="81525" y="214900"/>
                  <a:pt x="95213" y="201977"/>
                </a:cubicBezTo>
                <a:lnTo>
                  <a:pt x="95213" y="201978"/>
                </a:lnTo>
                <a:cubicBezTo>
                  <a:pt x="112724" y="185446"/>
                  <a:pt x="123057" y="168960"/>
                  <a:pt x="110620" y="149490"/>
                </a:cubicBezTo>
                <a:cubicBezTo>
                  <a:pt x="147550" y="118498"/>
                  <a:pt x="259963" y="41118"/>
                  <a:pt x="317711" y="14451"/>
                </a:cubicBezTo>
                <a:lnTo>
                  <a:pt x="325989" y="11882"/>
                </a:lnTo>
                <a:lnTo>
                  <a:pt x="333455" y="10381"/>
                </a:lnTo>
                <a:cubicBezTo>
                  <a:pt x="366714" y="3442"/>
                  <a:pt x="401167" y="1"/>
                  <a:pt x="436424"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円/楕円 34"/>
          <p:cNvSpPr>
            <a:spLocks noChangeAspect="1"/>
          </p:cNvSpPr>
          <p:nvPr/>
        </p:nvSpPr>
        <p:spPr bwMode="gray">
          <a:xfrm>
            <a:off x="8005217" y="1715919"/>
            <a:ext cx="830060" cy="764997"/>
          </a:xfrm>
          <a:custGeom>
            <a:avLst/>
            <a:gdLst/>
            <a:ahLst/>
            <a:cxnLst/>
            <a:rect l="l" t="t" r="r" b="b"/>
            <a:pathLst>
              <a:path w="899232" h="828747">
                <a:moveTo>
                  <a:pt x="217293" y="481605"/>
                </a:moveTo>
                <a:lnTo>
                  <a:pt x="190794" y="554939"/>
                </a:lnTo>
                <a:cubicBezTo>
                  <a:pt x="258102" y="617603"/>
                  <a:pt x="349882" y="655724"/>
                  <a:pt x="450921" y="655724"/>
                </a:cubicBezTo>
                <a:cubicBezTo>
                  <a:pt x="551308" y="655724"/>
                  <a:pt x="642555" y="618093"/>
                  <a:pt x="709653" y="556046"/>
                </a:cubicBezTo>
                <a:lnTo>
                  <a:pt x="683486" y="483631"/>
                </a:lnTo>
                <a:lnTo>
                  <a:pt x="880918" y="560347"/>
                </a:lnTo>
                <a:cubicBezTo>
                  <a:pt x="910054" y="583056"/>
                  <a:pt x="899287" y="615292"/>
                  <a:pt x="883930" y="631560"/>
                </a:cubicBezTo>
                <a:lnTo>
                  <a:pt x="515647" y="822942"/>
                </a:lnTo>
                <a:cubicBezTo>
                  <a:pt x="494811" y="827590"/>
                  <a:pt x="473347" y="828747"/>
                  <a:pt x="451582" y="828747"/>
                </a:cubicBezTo>
                <a:lnTo>
                  <a:pt x="387517" y="822942"/>
                </a:lnTo>
                <a:lnTo>
                  <a:pt x="19234" y="631560"/>
                </a:lnTo>
                <a:cubicBezTo>
                  <a:pt x="1869" y="623173"/>
                  <a:pt x="-20258" y="581446"/>
                  <a:pt x="36196" y="549246"/>
                </a:cubicBezTo>
                <a:close/>
                <a:moveTo>
                  <a:pt x="289673" y="279619"/>
                </a:moveTo>
                <a:cubicBezTo>
                  <a:pt x="331964" y="319554"/>
                  <a:pt x="388445" y="343351"/>
                  <a:pt x="450314" y="343351"/>
                </a:cubicBezTo>
                <a:cubicBezTo>
                  <a:pt x="511542" y="343351"/>
                  <a:pt x="567492" y="320046"/>
                  <a:pt x="609582" y="280788"/>
                </a:cubicBezTo>
                <a:lnTo>
                  <a:pt x="664595" y="433031"/>
                </a:lnTo>
                <a:cubicBezTo>
                  <a:pt x="609542" y="485413"/>
                  <a:pt x="533835" y="517613"/>
                  <a:pt x="450314" y="517613"/>
                </a:cubicBezTo>
                <a:cubicBezTo>
                  <a:pt x="366142" y="517613"/>
                  <a:pt x="289907" y="484910"/>
                  <a:pt x="234638" y="431924"/>
                </a:cubicBezTo>
                <a:close/>
                <a:moveTo>
                  <a:pt x="450288" y="0"/>
                </a:moveTo>
                <a:cubicBezTo>
                  <a:pt x="474719" y="0"/>
                  <a:pt x="497526" y="6953"/>
                  <a:pt x="515646" y="20901"/>
                </a:cubicBezTo>
                <a:lnTo>
                  <a:pt x="568782" y="167948"/>
                </a:lnTo>
                <a:cubicBezTo>
                  <a:pt x="535277" y="194536"/>
                  <a:pt x="494384" y="210000"/>
                  <a:pt x="450289" y="210000"/>
                </a:cubicBezTo>
                <a:cubicBezTo>
                  <a:pt x="405564" y="210000"/>
                  <a:pt x="364133" y="194091"/>
                  <a:pt x="330451" y="166696"/>
                </a:cubicBezTo>
                <a:lnTo>
                  <a:pt x="382556" y="22501"/>
                </a:lnTo>
                <a:cubicBezTo>
                  <a:pt x="401104" y="7560"/>
                  <a:pt x="424813" y="0"/>
                  <a:pt x="45028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3086574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Life science / healthcare</a:t>
            </a:r>
            <a:endParaRPr kumimoji="1" lang="ja-JP" altLang="en-US"/>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21</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7" name="角丸四角形 67"/>
          <p:cNvSpPr>
            <a:spLocks noChangeAspect="1"/>
          </p:cNvSpPr>
          <p:nvPr/>
        </p:nvSpPr>
        <p:spPr bwMode="gray">
          <a:xfrm>
            <a:off x="4933254" y="3091767"/>
            <a:ext cx="924105" cy="639901"/>
          </a:xfrm>
          <a:custGeom>
            <a:avLst/>
            <a:gdLst/>
            <a:ahLst/>
            <a:cxnLst/>
            <a:rect l="l" t="t" r="r" b="b"/>
            <a:pathLst>
              <a:path w="900001" h="623210">
                <a:moveTo>
                  <a:pt x="726507" y="458032"/>
                </a:moveTo>
                <a:cubicBezTo>
                  <a:pt x="772236" y="458032"/>
                  <a:pt x="809307" y="495008"/>
                  <a:pt x="809307" y="540621"/>
                </a:cubicBezTo>
                <a:cubicBezTo>
                  <a:pt x="809307" y="586234"/>
                  <a:pt x="772236" y="623210"/>
                  <a:pt x="726507" y="623210"/>
                </a:cubicBezTo>
                <a:cubicBezTo>
                  <a:pt x="680778" y="623210"/>
                  <a:pt x="643707" y="586234"/>
                  <a:pt x="643707" y="540621"/>
                </a:cubicBezTo>
                <a:cubicBezTo>
                  <a:pt x="643707" y="495008"/>
                  <a:pt x="680778" y="458032"/>
                  <a:pt x="726507" y="458032"/>
                </a:cubicBezTo>
                <a:close/>
                <a:moveTo>
                  <a:pt x="168741" y="458032"/>
                </a:moveTo>
                <a:cubicBezTo>
                  <a:pt x="214470" y="458032"/>
                  <a:pt x="251541" y="495008"/>
                  <a:pt x="251541" y="540621"/>
                </a:cubicBezTo>
                <a:cubicBezTo>
                  <a:pt x="251541" y="586234"/>
                  <a:pt x="214470" y="623210"/>
                  <a:pt x="168741" y="623210"/>
                </a:cubicBezTo>
                <a:cubicBezTo>
                  <a:pt x="123012" y="623210"/>
                  <a:pt x="85941" y="586234"/>
                  <a:pt x="85941" y="540621"/>
                </a:cubicBezTo>
                <a:cubicBezTo>
                  <a:pt x="85941" y="495008"/>
                  <a:pt x="123012" y="458032"/>
                  <a:pt x="168741" y="458032"/>
                </a:cubicBezTo>
                <a:close/>
                <a:moveTo>
                  <a:pt x="597694" y="151448"/>
                </a:moveTo>
                <a:lnTo>
                  <a:pt x="597694" y="223257"/>
                </a:lnTo>
                <a:lnTo>
                  <a:pt x="525885" y="223257"/>
                </a:lnTo>
                <a:lnTo>
                  <a:pt x="525885" y="306601"/>
                </a:lnTo>
                <a:lnTo>
                  <a:pt x="597694" y="306601"/>
                </a:lnTo>
                <a:lnTo>
                  <a:pt x="597694" y="378411"/>
                </a:lnTo>
                <a:lnTo>
                  <a:pt x="681038" y="378411"/>
                </a:lnTo>
                <a:lnTo>
                  <a:pt x="681038" y="306601"/>
                </a:lnTo>
                <a:lnTo>
                  <a:pt x="752848" y="306601"/>
                </a:lnTo>
                <a:lnTo>
                  <a:pt x="752848" y="223257"/>
                </a:lnTo>
                <a:lnTo>
                  <a:pt x="681038" y="223257"/>
                </a:lnTo>
                <a:lnTo>
                  <a:pt x="681038" y="151448"/>
                </a:lnTo>
                <a:close/>
                <a:moveTo>
                  <a:pt x="282855" y="113632"/>
                </a:moveTo>
                <a:cubicBezTo>
                  <a:pt x="226009" y="113632"/>
                  <a:pt x="170961" y="130232"/>
                  <a:pt x="127287" y="160544"/>
                </a:cubicBezTo>
                <a:cubicBezTo>
                  <a:pt x="71852" y="199019"/>
                  <a:pt x="39807" y="256023"/>
                  <a:pt x="39824" y="316129"/>
                </a:cubicBezTo>
                <a:lnTo>
                  <a:pt x="282855" y="316082"/>
                </a:lnTo>
                <a:close/>
                <a:moveTo>
                  <a:pt x="252540" y="68104"/>
                </a:moveTo>
                <a:lnTo>
                  <a:pt x="343272" y="68104"/>
                </a:lnTo>
                <a:lnTo>
                  <a:pt x="343272" y="320586"/>
                </a:lnTo>
                <a:lnTo>
                  <a:pt x="343272" y="343943"/>
                </a:lnTo>
                <a:lnTo>
                  <a:pt x="343272" y="536586"/>
                </a:lnTo>
                <a:lnTo>
                  <a:pt x="271689" y="536586"/>
                </a:lnTo>
                <a:cubicBezTo>
                  <a:pt x="270288" y="481280"/>
                  <a:pt x="224684" y="437120"/>
                  <a:pt x="168741" y="437120"/>
                </a:cubicBezTo>
                <a:cubicBezTo>
                  <a:pt x="112798" y="437120"/>
                  <a:pt x="67195" y="481280"/>
                  <a:pt x="65794" y="536586"/>
                </a:cubicBezTo>
                <a:lnTo>
                  <a:pt x="1" y="536586"/>
                </a:lnTo>
                <a:lnTo>
                  <a:pt x="1" y="320654"/>
                </a:lnTo>
                <a:cubicBezTo>
                  <a:pt x="0" y="320651"/>
                  <a:pt x="0" y="320647"/>
                  <a:pt x="0" y="320644"/>
                </a:cubicBezTo>
                <a:lnTo>
                  <a:pt x="1" y="320634"/>
                </a:lnTo>
                <a:lnTo>
                  <a:pt x="1" y="320586"/>
                </a:lnTo>
                <a:lnTo>
                  <a:pt x="6" y="320586"/>
                </a:lnTo>
                <a:cubicBezTo>
                  <a:pt x="31" y="181139"/>
                  <a:pt x="113085" y="68104"/>
                  <a:pt x="252540" y="68104"/>
                </a:cubicBezTo>
                <a:close/>
                <a:moveTo>
                  <a:pt x="370730" y="68103"/>
                </a:moveTo>
                <a:lnTo>
                  <a:pt x="900001" y="68103"/>
                </a:lnTo>
                <a:lnTo>
                  <a:pt x="900001" y="537581"/>
                </a:lnTo>
                <a:lnTo>
                  <a:pt x="829656" y="537581"/>
                </a:lnTo>
                <a:cubicBezTo>
                  <a:pt x="828606" y="481817"/>
                  <a:pt x="782789" y="437120"/>
                  <a:pt x="726507" y="437120"/>
                </a:cubicBezTo>
                <a:cubicBezTo>
                  <a:pt x="670225" y="437120"/>
                  <a:pt x="624408" y="481817"/>
                  <a:pt x="623358" y="537581"/>
                </a:cubicBezTo>
                <a:lnTo>
                  <a:pt x="370730" y="537581"/>
                </a:lnTo>
                <a:close/>
                <a:moveTo>
                  <a:pt x="308639" y="0"/>
                </a:moveTo>
                <a:cubicBezTo>
                  <a:pt x="328521" y="0"/>
                  <a:pt x="344639" y="10357"/>
                  <a:pt x="344639" y="23134"/>
                </a:cubicBezTo>
                <a:lnTo>
                  <a:pt x="344639" y="46268"/>
                </a:lnTo>
                <a:lnTo>
                  <a:pt x="272639" y="46268"/>
                </a:lnTo>
                <a:lnTo>
                  <a:pt x="272639" y="23134"/>
                </a:lnTo>
                <a:cubicBezTo>
                  <a:pt x="272639" y="10357"/>
                  <a:pt x="288757" y="0"/>
                  <a:pt x="30863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8" name="円/楕円 65"/>
          <p:cNvSpPr>
            <a:spLocks noChangeAspect="1"/>
          </p:cNvSpPr>
          <p:nvPr/>
        </p:nvSpPr>
        <p:spPr bwMode="gray">
          <a:xfrm>
            <a:off x="818919" y="1695550"/>
            <a:ext cx="806399" cy="924104"/>
          </a:xfrm>
          <a:custGeom>
            <a:avLst/>
            <a:gdLst>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8297 w 788390"/>
              <a:gd name="connsiteY20" fmla="*/ 43663 h 902388"/>
              <a:gd name="connsiteX21" fmla="*/ 615589 w 788390"/>
              <a:gd name="connsiteY21" fmla="*/ 50202 h 902388"/>
              <a:gd name="connsiteX22" fmla="*/ 479485 w 788390"/>
              <a:gd name="connsiteY22" fmla="*/ 356619 h 902388"/>
              <a:gd name="connsiteX23" fmla="*/ 343734 w 788390"/>
              <a:gd name="connsiteY23" fmla="*/ 401887 h 902388"/>
              <a:gd name="connsiteX24" fmla="*/ 250278 w 788390"/>
              <a:gd name="connsiteY24" fmla="*/ 528543 h 902388"/>
              <a:gd name="connsiteX25" fmla="*/ 247687 w 788390"/>
              <a:gd name="connsiteY25" fmla="*/ 531086 h 902388"/>
              <a:gd name="connsiteX26" fmla="*/ 81296 w 788390"/>
              <a:gd name="connsiteY26" fmla="*/ 620025 h 902388"/>
              <a:gd name="connsiteX27" fmla="*/ 109931 w 788390"/>
              <a:gd name="connsiteY27" fmla="*/ 806667 h 902388"/>
              <a:gd name="connsiteX28" fmla="*/ 295211 w 788390"/>
              <a:gd name="connsiteY28" fmla="*/ 842058 h 902388"/>
              <a:gd name="connsiteX29" fmla="*/ 391067 w 788390"/>
              <a:gd name="connsiteY29" fmla="*/ 679428 h 902388"/>
              <a:gd name="connsiteX30" fmla="*/ 394686 w 788390"/>
              <a:gd name="connsiteY30" fmla="*/ 679123 h 902388"/>
              <a:gd name="connsiteX31" fmla="*/ 390268 w 788390"/>
              <a:gd name="connsiteY31" fmla="*/ 678242 h 902388"/>
              <a:gd name="connsiteX32" fmla="*/ 480665 w 788390"/>
              <a:gd name="connsiteY32" fmla="*/ 556604 h 902388"/>
              <a:gd name="connsiteX33" fmla="*/ 592095 w 788390"/>
              <a:gd name="connsiteY33" fmla="*/ 543092 h 902388"/>
              <a:gd name="connsiteX34" fmla="*/ 683786 w 788390"/>
              <a:gd name="connsiteY34" fmla="*/ 486164 h 902388"/>
              <a:gd name="connsiteX35" fmla="*/ 788390 w 788390"/>
              <a:gd name="connsiteY35" fmla="*/ 590768 h 902388"/>
              <a:gd name="connsiteX36" fmla="*/ 683786 w 788390"/>
              <a:gd name="connsiteY36" fmla="*/ 695372 h 902388"/>
              <a:gd name="connsiteX37" fmla="*/ 579182 w 788390"/>
              <a:gd name="connsiteY37" fmla="*/ 590768 h 902388"/>
              <a:gd name="connsiteX38" fmla="*/ 579335 w 788390"/>
              <a:gd name="connsiteY38" fmla="*/ 590012 h 902388"/>
              <a:gd name="connsiteX39" fmla="*/ 500574 w 788390"/>
              <a:gd name="connsiteY39" fmla="*/ 597638 h 902388"/>
              <a:gd name="connsiteX40" fmla="*/ 436122 w 788390"/>
              <a:gd name="connsiteY40" fmla="*/ 684532 h 902388"/>
              <a:gd name="connsiteX41" fmla="*/ 314130 w 788390"/>
              <a:gd name="connsiteY41" fmla="*/ 883831 h 902388"/>
              <a:gd name="connsiteX42" fmla="*/ 76895 w 788390"/>
              <a:gd name="connsiteY42" fmla="*/ 838472 h 902388"/>
              <a:gd name="connsiteX43" fmla="*/ 40273 w 788390"/>
              <a:gd name="connsiteY43" fmla="*/ 599535 h 902388"/>
              <a:gd name="connsiteX44" fmla="*/ 237650 w 788390"/>
              <a:gd name="connsiteY44" fmla="*/ 486090 h 902388"/>
              <a:gd name="connsiteX45" fmla="*/ 236660 w 788390"/>
              <a:gd name="connsiteY45" fmla="*/ 482762 h 902388"/>
              <a:gd name="connsiteX46" fmla="*/ 295898 w 788390"/>
              <a:gd name="connsiteY46" fmla="*/ 405261 h 902388"/>
              <a:gd name="connsiteX47" fmla="*/ 134716 w 788390"/>
              <a:gd name="connsiteY47" fmla="*/ 353150 h 902388"/>
              <a:gd name="connsiteX48" fmla="*/ 4596 w 788390"/>
              <a:gd name="connsiteY48" fmla="*/ 48249 h 902388"/>
              <a:gd name="connsiteX49" fmla="*/ 2697 w 788390"/>
              <a:gd name="connsiteY49" fmla="*/ 43663 h 902388"/>
              <a:gd name="connsiteX50" fmla="*/ 2697 w 788390"/>
              <a:gd name="connsiteY50" fmla="*/ 28616 h 902388"/>
              <a:gd name="connsiteX51" fmla="*/ 18033 w 788390"/>
              <a:gd name="connsiteY51" fmla="*/ 13280 h 902388"/>
              <a:gd name="connsiteX52" fmla="*/ 71522 w 788390"/>
              <a:gd name="connsiteY52" fmla="*/ 13280 h 902388"/>
              <a:gd name="connsiteX53" fmla="*/ 91676 w 788390"/>
              <a:gd name="connsiteY53"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8297 w 788390"/>
              <a:gd name="connsiteY20" fmla="*/ 43663 h 902388"/>
              <a:gd name="connsiteX21" fmla="*/ 615589 w 788390"/>
              <a:gd name="connsiteY21" fmla="*/ 50202 h 902388"/>
              <a:gd name="connsiteX22" fmla="*/ 479485 w 788390"/>
              <a:gd name="connsiteY22" fmla="*/ 356619 h 902388"/>
              <a:gd name="connsiteX23" fmla="*/ 343734 w 788390"/>
              <a:gd name="connsiteY23" fmla="*/ 401887 h 902388"/>
              <a:gd name="connsiteX24" fmla="*/ 250278 w 788390"/>
              <a:gd name="connsiteY24" fmla="*/ 528543 h 902388"/>
              <a:gd name="connsiteX25" fmla="*/ 247687 w 788390"/>
              <a:gd name="connsiteY25" fmla="*/ 531086 h 902388"/>
              <a:gd name="connsiteX26" fmla="*/ 81296 w 788390"/>
              <a:gd name="connsiteY26" fmla="*/ 620025 h 902388"/>
              <a:gd name="connsiteX27" fmla="*/ 109931 w 788390"/>
              <a:gd name="connsiteY27" fmla="*/ 806667 h 902388"/>
              <a:gd name="connsiteX28" fmla="*/ 295211 w 788390"/>
              <a:gd name="connsiteY28" fmla="*/ 842058 h 902388"/>
              <a:gd name="connsiteX29" fmla="*/ 391067 w 788390"/>
              <a:gd name="connsiteY29" fmla="*/ 679428 h 902388"/>
              <a:gd name="connsiteX30" fmla="*/ 394686 w 788390"/>
              <a:gd name="connsiteY30" fmla="*/ 679123 h 902388"/>
              <a:gd name="connsiteX31" fmla="*/ 390268 w 788390"/>
              <a:gd name="connsiteY31" fmla="*/ 678242 h 902388"/>
              <a:gd name="connsiteX32" fmla="*/ 480665 w 788390"/>
              <a:gd name="connsiteY32" fmla="*/ 556604 h 902388"/>
              <a:gd name="connsiteX33" fmla="*/ 592095 w 788390"/>
              <a:gd name="connsiteY33" fmla="*/ 543092 h 902388"/>
              <a:gd name="connsiteX34" fmla="*/ 683786 w 788390"/>
              <a:gd name="connsiteY34" fmla="*/ 486164 h 902388"/>
              <a:gd name="connsiteX35" fmla="*/ 788390 w 788390"/>
              <a:gd name="connsiteY35" fmla="*/ 590768 h 902388"/>
              <a:gd name="connsiteX36" fmla="*/ 683786 w 788390"/>
              <a:gd name="connsiteY36" fmla="*/ 695372 h 902388"/>
              <a:gd name="connsiteX37" fmla="*/ 579182 w 788390"/>
              <a:gd name="connsiteY37" fmla="*/ 590768 h 902388"/>
              <a:gd name="connsiteX38" fmla="*/ 579335 w 788390"/>
              <a:gd name="connsiteY38" fmla="*/ 590012 h 902388"/>
              <a:gd name="connsiteX39" fmla="*/ 500574 w 788390"/>
              <a:gd name="connsiteY39" fmla="*/ 597638 h 902388"/>
              <a:gd name="connsiteX40" fmla="*/ 436122 w 788390"/>
              <a:gd name="connsiteY40" fmla="*/ 684532 h 902388"/>
              <a:gd name="connsiteX41" fmla="*/ 314130 w 788390"/>
              <a:gd name="connsiteY41" fmla="*/ 883831 h 902388"/>
              <a:gd name="connsiteX42" fmla="*/ 76895 w 788390"/>
              <a:gd name="connsiteY42" fmla="*/ 838472 h 902388"/>
              <a:gd name="connsiteX43" fmla="*/ 40273 w 788390"/>
              <a:gd name="connsiteY43" fmla="*/ 599535 h 902388"/>
              <a:gd name="connsiteX44" fmla="*/ 237650 w 788390"/>
              <a:gd name="connsiteY44" fmla="*/ 486090 h 902388"/>
              <a:gd name="connsiteX45" fmla="*/ 236660 w 788390"/>
              <a:gd name="connsiteY45" fmla="*/ 482762 h 902388"/>
              <a:gd name="connsiteX46" fmla="*/ 295898 w 788390"/>
              <a:gd name="connsiteY46" fmla="*/ 405261 h 902388"/>
              <a:gd name="connsiteX47" fmla="*/ 134716 w 788390"/>
              <a:gd name="connsiteY47" fmla="*/ 353150 h 902388"/>
              <a:gd name="connsiteX48" fmla="*/ 4596 w 788390"/>
              <a:gd name="connsiteY48" fmla="*/ 48249 h 902388"/>
              <a:gd name="connsiteX49" fmla="*/ 2697 w 788390"/>
              <a:gd name="connsiteY49" fmla="*/ 28616 h 902388"/>
              <a:gd name="connsiteX50" fmla="*/ 18033 w 788390"/>
              <a:gd name="connsiteY50" fmla="*/ 13280 h 902388"/>
              <a:gd name="connsiteX51" fmla="*/ 71522 w 788390"/>
              <a:gd name="connsiteY51" fmla="*/ 13280 h 902388"/>
              <a:gd name="connsiteX52" fmla="*/ 91676 w 788390"/>
              <a:gd name="connsiteY52"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36660 w 788390"/>
              <a:gd name="connsiteY44" fmla="*/ 482762 h 902388"/>
              <a:gd name="connsiteX45" fmla="*/ 295898 w 788390"/>
              <a:gd name="connsiteY45" fmla="*/ 405261 h 902388"/>
              <a:gd name="connsiteX46" fmla="*/ 134716 w 788390"/>
              <a:gd name="connsiteY46" fmla="*/ 353150 h 902388"/>
              <a:gd name="connsiteX47" fmla="*/ 4596 w 788390"/>
              <a:gd name="connsiteY47" fmla="*/ 48249 h 902388"/>
              <a:gd name="connsiteX48" fmla="*/ 2697 w 788390"/>
              <a:gd name="connsiteY48" fmla="*/ 28616 h 902388"/>
              <a:gd name="connsiteX49" fmla="*/ 18033 w 788390"/>
              <a:gd name="connsiteY49" fmla="*/ 13280 h 902388"/>
              <a:gd name="connsiteX50" fmla="*/ 71522 w 788390"/>
              <a:gd name="connsiteY50" fmla="*/ 13280 h 902388"/>
              <a:gd name="connsiteX51" fmla="*/ 91676 w 788390"/>
              <a:gd name="connsiteY51"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4209 w 788390"/>
              <a:gd name="connsiteY22" fmla="*/ 399505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1920 w 786525"/>
              <a:gd name="connsiteY0" fmla="*/ 547973 h 902388"/>
              <a:gd name="connsiteX1" fmla="*/ 639126 w 786525"/>
              <a:gd name="connsiteY1" fmla="*/ 590767 h 902388"/>
              <a:gd name="connsiteX2" fmla="*/ 681920 w 786525"/>
              <a:gd name="connsiteY2" fmla="*/ 633561 h 902388"/>
              <a:gd name="connsiteX3" fmla="*/ 724714 w 786525"/>
              <a:gd name="connsiteY3" fmla="*/ 590767 h 902388"/>
              <a:gd name="connsiteX4" fmla="*/ 681920 w 786525"/>
              <a:gd name="connsiteY4" fmla="*/ 547973 h 902388"/>
              <a:gd name="connsiteX5" fmla="*/ 89811 w 786525"/>
              <a:gd name="connsiteY5" fmla="*/ 0 h 902388"/>
              <a:gd name="connsiteX6" fmla="*/ 116729 w 786525"/>
              <a:gd name="connsiteY6" fmla="*/ 33759 h 902388"/>
              <a:gd name="connsiteX7" fmla="*/ 89811 w 786525"/>
              <a:gd name="connsiteY7" fmla="*/ 67518 h 902388"/>
              <a:gd name="connsiteX8" fmla="*/ 73412 w 786525"/>
              <a:gd name="connsiteY8" fmla="*/ 58999 h 902388"/>
              <a:gd name="connsiteX9" fmla="*/ 49773 w 786525"/>
              <a:gd name="connsiteY9" fmla="*/ 58999 h 902388"/>
              <a:gd name="connsiteX10" fmla="*/ 159984 w 786525"/>
              <a:gd name="connsiteY10" fmla="*/ 313414 h 902388"/>
              <a:gd name="connsiteX11" fmla="*/ 451295 w 786525"/>
              <a:gd name="connsiteY11" fmla="*/ 316343 h 902388"/>
              <a:gd name="connsiteX12" fmla="*/ 566435 w 786525"/>
              <a:gd name="connsiteY12" fmla="*/ 58999 h 902388"/>
              <a:gd name="connsiteX13" fmla="*/ 543852 w 786525"/>
              <a:gd name="connsiteY13" fmla="*/ 58999 h 902388"/>
              <a:gd name="connsiteX14" fmla="*/ 527453 w 786525"/>
              <a:gd name="connsiteY14" fmla="*/ 67518 h 902388"/>
              <a:gd name="connsiteX15" fmla="*/ 500535 w 786525"/>
              <a:gd name="connsiteY15" fmla="*/ 33759 h 902388"/>
              <a:gd name="connsiteX16" fmla="*/ 527453 w 786525"/>
              <a:gd name="connsiteY16" fmla="*/ 0 h 902388"/>
              <a:gd name="connsiteX17" fmla="*/ 547607 w 786525"/>
              <a:gd name="connsiteY17" fmla="*/ 13280 h 902388"/>
              <a:gd name="connsiteX18" fmla="*/ 601096 w 786525"/>
              <a:gd name="connsiteY18" fmla="*/ 13280 h 902388"/>
              <a:gd name="connsiteX19" fmla="*/ 616432 w 786525"/>
              <a:gd name="connsiteY19" fmla="*/ 28616 h 902388"/>
              <a:gd name="connsiteX20" fmla="*/ 613724 w 786525"/>
              <a:gd name="connsiteY20" fmla="*/ 50202 h 902388"/>
              <a:gd name="connsiteX21" fmla="*/ 477620 w 786525"/>
              <a:gd name="connsiteY21" fmla="*/ 356619 h 902388"/>
              <a:gd name="connsiteX22" fmla="*/ 329962 w 786525"/>
              <a:gd name="connsiteY22" fmla="*/ 409030 h 902388"/>
              <a:gd name="connsiteX23" fmla="*/ 248413 w 786525"/>
              <a:gd name="connsiteY23" fmla="*/ 528543 h 902388"/>
              <a:gd name="connsiteX24" fmla="*/ 245822 w 786525"/>
              <a:gd name="connsiteY24" fmla="*/ 531086 h 902388"/>
              <a:gd name="connsiteX25" fmla="*/ 79431 w 786525"/>
              <a:gd name="connsiteY25" fmla="*/ 620025 h 902388"/>
              <a:gd name="connsiteX26" fmla="*/ 108066 w 786525"/>
              <a:gd name="connsiteY26" fmla="*/ 806667 h 902388"/>
              <a:gd name="connsiteX27" fmla="*/ 293346 w 786525"/>
              <a:gd name="connsiteY27" fmla="*/ 842058 h 902388"/>
              <a:gd name="connsiteX28" fmla="*/ 389202 w 786525"/>
              <a:gd name="connsiteY28" fmla="*/ 679428 h 902388"/>
              <a:gd name="connsiteX29" fmla="*/ 392821 w 786525"/>
              <a:gd name="connsiteY29" fmla="*/ 679123 h 902388"/>
              <a:gd name="connsiteX30" fmla="*/ 388403 w 786525"/>
              <a:gd name="connsiteY30" fmla="*/ 678242 h 902388"/>
              <a:gd name="connsiteX31" fmla="*/ 478800 w 786525"/>
              <a:gd name="connsiteY31" fmla="*/ 556604 h 902388"/>
              <a:gd name="connsiteX32" fmla="*/ 590230 w 786525"/>
              <a:gd name="connsiteY32" fmla="*/ 543092 h 902388"/>
              <a:gd name="connsiteX33" fmla="*/ 681921 w 786525"/>
              <a:gd name="connsiteY33" fmla="*/ 486164 h 902388"/>
              <a:gd name="connsiteX34" fmla="*/ 786525 w 786525"/>
              <a:gd name="connsiteY34" fmla="*/ 590768 h 902388"/>
              <a:gd name="connsiteX35" fmla="*/ 681921 w 786525"/>
              <a:gd name="connsiteY35" fmla="*/ 695372 h 902388"/>
              <a:gd name="connsiteX36" fmla="*/ 577317 w 786525"/>
              <a:gd name="connsiteY36" fmla="*/ 590768 h 902388"/>
              <a:gd name="connsiteX37" fmla="*/ 577470 w 786525"/>
              <a:gd name="connsiteY37" fmla="*/ 590012 h 902388"/>
              <a:gd name="connsiteX38" fmla="*/ 498709 w 786525"/>
              <a:gd name="connsiteY38" fmla="*/ 597638 h 902388"/>
              <a:gd name="connsiteX39" fmla="*/ 434257 w 786525"/>
              <a:gd name="connsiteY39" fmla="*/ 684532 h 902388"/>
              <a:gd name="connsiteX40" fmla="*/ 312265 w 786525"/>
              <a:gd name="connsiteY40" fmla="*/ 883831 h 902388"/>
              <a:gd name="connsiteX41" fmla="*/ 75030 w 786525"/>
              <a:gd name="connsiteY41" fmla="*/ 838472 h 902388"/>
              <a:gd name="connsiteX42" fmla="*/ 38408 w 786525"/>
              <a:gd name="connsiteY42" fmla="*/ 599535 h 902388"/>
              <a:gd name="connsiteX43" fmla="*/ 235785 w 786525"/>
              <a:gd name="connsiteY43" fmla="*/ 486090 h 902388"/>
              <a:gd name="connsiteX44" fmla="*/ 286889 w 786525"/>
              <a:gd name="connsiteY44" fmla="*/ 405261 h 902388"/>
              <a:gd name="connsiteX45" fmla="*/ 132851 w 786525"/>
              <a:gd name="connsiteY45" fmla="*/ 353150 h 902388"/>
              <a:gd name="connsiteX46" fmla="*/ 2731 w 786525"/>
              <a:gd name="connsiteY46" fmla="*/ 48249 h 902388"/>
              <a:gd name="connsiteX47" fmla="*/ 832 w 786525"/>
              <a:gd name="connsiteY47" fmla="*/ 28616 h 902388"/>
              <a:gd name="connsiteX48" fmla="*/ 16168 w 786525"/>
              <a:gd name="connsiteY48" fmla="*/ 13280 h 902388"/>
              <a:gd name="connsiteX49" fmla="*/ 69657 w 786525"/>
              <a:gd name="connsiteY49" fmla="*/ 13280 h 902388"/>
              <a:gd name="connsiteX50" fmla="*/ 89811 w 786525"/>
              <a:gd name="connsiteY50" fmla="*/ 0 h 902388"/>
              <a:gd name="connsiteX0" fmla="*/ 681920 w 786525"/>
              <a:gd name="connsiteY0" fmla="*/ 547973 h 902388"/>
              <a:gd name="connsiteX1" fmla="*/ 639126 w 786525"/>
              <a:gd name="connsiteY1" fmla="*/ 590767 h 902388"/>
              <a:gd name="connsiteX2" fmla="*/ 681920 w 786525"/>
              <a:gd name="connsiteY2" fmla="*/ 633561 h 902388"/>
              <a:gd name="connsiteX3" fmla="*/ 724714 w 786525"/>
              <a:gd name="connsiteY3" fmla="*/ 590767 h 902388"/>
              <a:gd name="connsiteX4" fmla="*/ 681920 w 786525"/>
              <a:gd name="connsiteY4" fmla="*/ 547973 h 902388"/>
              <a:gd name="connsiteX5" fmla="*/ 89811 w 786525"/>
              <a:gd name="connsiteY5" fmla="*/ 0 h 902388"/>
              <a:gd name="connsiteX6" fmla="*/ 116729 w 786525"/>
              <a:gd name="connsiteY6" fmla="*/ 33759 h 902388"/>
              <a:gd name="connsiteX7" fmla="*/ 89811 w 786525"/>
              <a:gd name="connsiteY7" fmla="*/ 67518 h 902388"/>
              <a:gd name="connsiteX8" fmla="*/ 73412 w 786525"/>
              <a:gd name="connsiteY8" fmla="*/ 58999 h 902388"/>
              <a:gd name="connsiteX9" fmla="*/ 49773 w 786525"/>
              <a:gd name="connsiteY9" fmla="*/ 58999 h 902388"/>
              <a:gd name="connsiteX10" fmla="*/ 159984 w 786525"/>
              <a:gd name="connsiteY10" fmla="*/ 313414 h 902388"/>
              <a:gd name="connsiteX11" fmla="*/ 451295 w 786525"/>
              <a:gd name="connsiteY11" fmla="*/ 316343 h 902388"/>
              <a:gd name="connsiteX12" fmla="*/ 566435 w 786525"/>
              <a:gd name="connsiteY12" fmla="*/ 58999 h 902388"/>
              <a:gd name="connsiteX13" fmla="*/ 543852 w 786525"/>
              <a:gd name="connsiteY13" fmla="*/ 58999 h 902388"/>
              <a:gd name="connsiteX14" fmla="*/ 527453 w 786525"/>
              <a:gd name="connsiteY14" fmla="*/ 67518 h 902388"/>
              <a:gd name="connsiteX15" fmla="*/ 500535 w 786525"/>
              <a:gd name="connsiteY15" fmla="*/ 33759 h 902388"/>
              <a:gd name="connsiteX16" fmla="*/ 527453 w 786525"/>
              <a:gd name="connsiteY16" fmla="*/ 0 h 902388"/>
              <a:gd name="connsiteX17" fmla="*/ 547607 w 786525"/>
              <a:gd name="connsiteY17" fmla="*/ 13280 h 902388"/>
              <a:gd name="connsiteX18" fmla="*/ 601096 w 786525"/>
              <a:gd name="connsiteY18" fmla="*/ 13280 h 902388"/>
              <a:gd name="connsiteX19" fmla="*/ 616432 w 786525"/>
              <a:gd name="connsiteY19" fmla="*/ 28616 h 902388"/>
              <a:gd name="connsiteX20" fmla="*/ 613724 w 786525"/>
              <a:gd name="connsiteY20" fmla="*/ 50202 h 902388"/>
              <a:gd name="connsiteX21" fmla="*/ 477620 w 786525"/>
              <a:gd name="connsiteY21" fmla="*/ 356619 h 902388"/>
              <a:gd name="connsiteX22" fmla="*/ 329962 w 786525"/>
              <a:gd name="connsiteY22" fmla="*/ 409030 h 902388"/>
              <a:gd name="connsiteX23" fmla="*/ 248413 w 786525"/>
              <a:gd name="connsiteY23" fmla="*/ 528543 h 902388"/>
              <a:gd name="connsiteX24" fmla="*/ 245822 w 786525"/>
              <a:gd name="connsiteY24" fmla="*/ 531086 h 902388"/>
              <a:gd name="connsiteX25" fmla="*/ 79431 w 786525"/>
              <a:gd name="connsiteY25" fmla="*/ 620025 h 902388"/>
              <a:gd name="connsiteX26" fmla="*/ 108066 w 786525"/>
              <a:gd name="connsiteY26" fmla="*/ 806667 h 902388"/>
              <a:gd name="connsiteX27" fmla="*/ 293346 w 786525"/>
              <a:gd name="connsiteY27" fmla="*/ 842058 h 902388"/>
              <a:gd name="connsiteX28" fmla="*/ 389202 w 786525"/>
              <a:gd name="connsiteY28" fmla="*/ 679428 h 902388"/>
              <a:gd name="connsiteX29" fmla="*/ 392821 w 786525"/>
              <a:gd name="connsiteY29" fmla="*/ 679123 h 902388"/>
              <a:gd name="connsiteX30" fmla="*/ 388403 w 786525"/>
              <a:gd name="connsiteY30" fmla="*/ 678242 h 902388"/>
              <a:gd name="connsiteX31" fmla="*/ 478800 w 786525"/>
              <a:gd name="connsiteY31" fmla="*/ 556604 h 902388"/>
              <a:gd name="connsiteX32" fmla="*/ 590230 w 786525"/>
              <a:gd name="connsiteY32" fmla="*/ 543092 h 902388"/>
              <a:gd name="connsiteX33" fmla="*/ 681921 w 786525"/>
              <a:gd name="connsiteY33" fmla="*/ 486164 h 902388"/>
              <a:gd name="connsiteX34" fmla="*/ 786525 w 786525"/>
              <a:gd name="connsiteY34" fmla="*/ 590768 h 902388"/>
              <a:gd name="connsiteX35" fmla="*/ 681921 w 786525"/>
              <a:gd name="connsiteY35" fmla="*/ 695372 h 902388"/>
              <a:gd name="connsiteX36" fmla="*/ 577317 w 786525"/>
              <a:gd name="connsiteY36" fmla="*/ 590768 h 902388"/>
              <a:gd name="connsiteX37" fmla="*/ 577470 w 786525"/>
              <a:gd name="connsiteY37" fmla="*/ 590012 h 902388"/>
              <a:gd name="connsiteX38" fmla="*/ 498709 w 786525"/>
              <a:gd name="connsiteY38" fmla="*/ 597638 h 902388"/>
              <a:gd name="connsiteX39" fmla="*/ 434257 w 786525"/>
              <a:gd name="connsiteY39" fmla="*/ 684532 h 902388"/>
              <a:gd name="connsiteX40" fmla="*/ 312265 w 786525"/>
              <a:gd name="connsiteY40" fmla="*/ 883831 h 902388"/>
              <a:gd name="connsiteX41" fmla="*/ 75030 w 786525"/>
              <a:gd name="connsiteY41" fmla="*/ 838472 h 902388"/>
              <a:gd name="connsiteX42" fmla="*/ 38408 w 786525"/>
              <a:gd name="connsiteY42" fmla="*/ 599535 h 902388"/>
              <a:gd name="connsiteX43" fmla="*/ 235785 w 786525"/>
              <a:gd name="connsiteY43" fmla="*/ 486090 h 902388"/>
              <a:gd name="connsiteX44" fmla="*/ 286889 w 786525"/>
              <a:gd name="connsiteY44" fmla="*/ 405261 h 902388"/>
              <a:gd name="connsiteX45" fmla="*/ 132851 w 786525"/>
              <a:gd name="connsiteY45" fmla="*/ 353150 h 902388"/>
              <a:gd name="connsiteX46" fmla="*/ 2731 w 786525"/>
              <a:gd name="connsiteY46" fmla="*/ 48249 h 902388"/>
              <a:gd name="connsiteX47" fmla="*/ 832 w 786525"/>
              <a:gd name="connsiteY47" fmla="*/ 28616 h 902388"/>
              <a:gd name="connsiteX48" fmla="*/ 16168 w 786525"/>
              <a:gd name="connsiteY48" fmla="*/ 13280 h 902388"/>
              <a:gd name="connsiteX49" fmla="*/ 69657 w 786525"/>
              <a:gd name="connsiteY49" fmla="*/ 13280 h 902388"/>
              <a:gd name="connsiteX50" fmla="*/ 89811 w 786525"/>
              <a:gd name="connsiteY50" fmla="*/ 0 h 902388"/>
              <a:gd name="connsiteX0" fmla="*/ 681911 w 786516"/>
              <a:gd name="connsiteY0" fmla="*/ 547973 h 902388"/>
              <a:gd name="connsiteX1" fmla="*/ 639117 w 786516"/>
              <a:gd name="connsiteY1" fmla="*/ 590767 h 902388"/>
              <a:gd name="connsiteX2" fmla="*/ 681911 w 786516"/>
              <a:gd name="connsiteY2" fmla="*/ 633561 h 902388"/>
              <a:gd name="connsiteX3" fmla="*/ 724705 w 786516"/>
              <a:gd name="connsiteY3" fmla="*/ 590767 h 902388"/>
              <a:gd name="connsiteX4" fmla="*/ 681911 w 786516"/>
              <a:gd name="connsiteY4" fmla="*/ 547973 h 902388"/>
              <a:gd name="connsiteX5" fmla="*/ 89802 w 786516"/>
              <a:gd name="connsiteY5" fmla="*/ 0 h 902388"/>
              <a:gd name="connsiteX6" fmla="*/ 116720 w 786516"/>
              <a:gd name="connsiteY6" fmla="*/ 33759 h 902388"/>
              <a:gd name="connsiteX7" fmla="*/ 89802 w 786516"/>
              <a:gd name="connsiteY7" fmla="*/ 67518 h 902388"/>
              <a:gd name="connsiteX8" fmla="*/ 73403 w 786516"/>
              <a:gd name="connsiteY8" fmla="*/ 58999 h 902388"/>
              <a:gd name="connsiteX9" fmla="*/ 49764 w 786516"/>
              <a:gd name="connsiteY9" fmla="*/ 58999 h 902388"/>
              <a:gd name="connsiteX10" fmla="*/ 159975 w 786516"/>
              <a:gd name="connsiteY10" fmla="*/ 313414 h 902388"/>
              <a:gd name="connsiteX11" fmla="*/ 451286 w 786516"/>
              <a:gd name="connsiteY11" fmla="*/ 316343 h 902388"/>
              <a:gd name="connsiteX12" fmla="*/ 566426 w 786516"/>
              <a:gd name="connsiteY12" fmla="*/ 58999 h 902388"/>
              <a:gd name="connsiteX13" fmla="*/ 543843 w 786516"/>
              <a:gd name="connsiteY13" fmla="*/ 58999 h 902388"/>
              <a:gd name="connsiteX14" fmla="*/ 527444 w 786516"/>
              <a:gd name="connsiteY14" fmla="*/ 67518 h 902388"/>
              <a:gd name="connsiteX15" fmla="*/ 500526 w 786516"/>
              <a:gd name="connsiteY15" fmla="*/ 33759 h 902388"/>
              <a:gd name="connsiteX16" fmla="*/ 527444 w 786516"/>
              <a:gd name="connsiteY16" fmla="*/ 0 h 902388"/>
              <a:gd name="connsiteX17" fmla="*/ 547598 w 786516"/>
              <a:gd name="connsiteY17" fmla="*/ 13280 h 902388"/>
              <a:gd name="connsiteX18" fmla="*/ 601087 w 786516"/>
              <a:gd name="connsiteY18" fmla="*/ 13280 h 902388"/>
              <a:gd name="connsiteX19" fmla="*/ 616423 w 786516"/>
              <a:gd name="connsiteY19" fmla="*/ 28616 h 902388"/>
              <a:gd name="connsiteX20" fmla="*/ 613715 w 786516"/>
              <a:gd name="connsiteY20" fmla="*/ 50202 h 902388"/>
              <a:gd name="connsiteX21" fmla="*/ 477611 w 786516"/>
              <a:gd name="connsiteY21" fmla="*/ 356619 h 902388"/>
              <a:gd name="connsiteX22" fmla="*/ 329953 w 786516"/>
              <a:gd name="connsiteY22" fmla="*/ 409030 h 902388"/>
              <a:gd name="connsiteX23" fmla="*/ 248404 w 786516"/>
              <a:gd name="connsiteY23" fmla="*/ 528543 h 902388"/>
              <a:gd name="connsiteX24" fmla="*/ 245813 w 786516"/>
              <a:gd name="connsiteY24" fmla="*/ 531086 h 902388"/>
              <a:gd name="connsiteX25" fmla="*/ 79422 w 786516"/>
              <a:gd name="connsiteY25" fmla="*/ 620025 h 902388"/>
              <a:gd name="connsiteX26" fmla="*/ 108057 w 786516"/>
              <a:gd name="connsiteY26" fmla="*/ 806667 h 902388"/>
              <a:gd name="connsiteX27" fmla="*/ 293337 w 786516"/>
              <a:gd name="connsiteY27" fmla="*/ 842058 h 902388"/>
              <a:gd name="connsiteX28" fmla="*/ 389193 w 786516"/>
              <a:gd name="connsiteY28" fmla="*/ 679428 h 902388"/>
              <a:gd name="connsiteX29" fmla="*/ 392812 w 786516"/>
              <a:gd name="connsiteY29" fmla="*/ 679123 h 902388"/>
              <a:gd name="connsiteX30" fmla="*/ 388394 w 786516"/>
              <a:gd name="connsiteY30" fmla="*/ 678242 h 902388"/>
              <a:gd name="connsiteX31" fmla="*/ 478791 w 786516"/>
              <a:gd name="connsiteY31" fmla="*/ 556604 h 902388"/>
              <a:gd name="connsiteX32" fmla="*/ 590221 w 786516"/>
              <a:gd name="connsiteY32" fmla="*/ 543092 h 902388"/>
              <a:gd name="connsiteX33" fmla="*/ 681912 w 786516"/>
              <a:gd name="connsiteY33" fmla="*/ 486164 h 902388"/>
              <a:gd name="connsiteX34" fmla="*/ 786516 w 786516"/>
              <a:gd name="connsiteY34" fmla="*/ 590768 h 902388"/>
              <a:gd name="connsiteX35" fmla="*/ 681912 w 786516"/>
              <a:gd name="connsiteY35" fmla="*/ 695372 h 902388"/>
              <a:gd name="connsiteX36" fmla="*/ 577308 w 786516"/>
              <a:gd name="connsiteY36" fmla="*/ 590768 h 902388"/>
              <a:gd name="connsiteX37" fmla="*/ 577461 w 786516"/>
              <a:gd name="connsiteY37" fmla="*/ 590012 h 902388"/>
              <a:gd name="connsiteX38" fmla="*/ 498700 w 786516"/>
              <a:gd name="connsiteY38" fmla="*/ 597638 h 902388"/>
              <a:gd name="connsiteX39" fmla="*/ 434248 w 786516"/>
              <a:gd name="connsiteY39" fmla="*/ 684532 h 902388"/>
              <a:gd name="connsiteX40" fmla="*/ 312256 w 786516"/>
              <a:gd name="connsiteY40" fmla="*/ 883831 h 902388"/>
              <a:gd name="connsiteX41" fmla="*/ 75021 w 786516"/>
              <a:gd name="connsiteY41" fmla="*/ 838472 h 902388"/>
              <a:gd name="connsiteX42" fmla="*/ 38399 w 786516"/>
              <a:gd name="connsiteY42" fmla="*/ 599535 h 902388"/>
              <a:gd name="connsiteX43" fmla="*/ 235776 w 786516"/>
              <a:gd name="connsiteY43" fmla="*/ 486090 h 902388"/>
              <a:gd name="connsiteX44" fmla="*/ 284498 w 786516"/>
              <a:gd name="connsiteY44" fmla="*/ 412405 h 902388"/>
              <a:gd name="connsiteX45" fmla="*/ 132842 w 786516"/>
              <a:gd name="connsiteY45" fmla="*/ 353150 h 902388"/>
              <a:gd name="connsiteX46" fmla="*/ 2722 w 786516"/>
              <a:gd name="connsiteY46" fmla="*/ 48249 h 902388"/>
              <a:gd name="connsiteX47" fmla="*/ 823 w 786516"/>
              <a:gd name="connsiteY47" fmla="*/ 28616 h 902388"/>
              <a:gd name="connsiteX48" fmla="*/ 16159 w 786516"/>
              <a:gd name="connsiteY48" fmla="*/ 13280 h 902388"/>
              <a:gd name="connsiteX49" fmla="*/ 69648 w 786516"/>
              <a:gd name="connsiteY49" fmla="*/ 13280 h 902388"/>
              <a:gd name="connsiteX50" fmla="*/ 89802 w 786516"/>
              <a:gd name="connsiteY50" fmla="*/ 0 h 902388"/>
              <a:gd name="connsiteX0" fmla="*/ 681894 w 786499"/>
              <a:gd name="connsiteY0" fmla="*/ 547973 h 902388"/>
              <a:gd name="connsiteX1" fmla="*/ 639100 w 786499"/>
              <a:gd name="connsiteY1" fmla="*/ 590767 h 902388"/>
              <a:gd name="connsiteX2" fmla="*/ 681894 w 786499"/>
              <a:gd name="connsiteY2" fmla="*/ 633561 h 902388"/>
              <a:gd name="connsiteX3" fmla="*/ 724688 w 786499"/>
              <a:gd name="connsiteY3" fmla="*/ 590767 h 902388"/>
              <a:gd name="connsiteX4" fmla="*/ 681894 w 786499"/>
              <a:gd name="connsiteY4" fmla="*/ 547973 h 902388"/>
              <a:gd name="connsiteX5" fmla="*/ 89785 w 786499"/>
              <a:gd name="connsiteY5" fmla="*/ 0 h 902388"/>
              <a:gd name="connsiteX6" fmla="*/ 116703 w 786499"/>
              <a:gd name="connsiteY6" fmla="*/ 33759 h 902388"/>
              <a:gd name="connsiteX7" fmla="*/ 89785 w 786499"/>
              <a:gd name="connsiteY7" fmla="*/ 67518 h 902388"/>
              <a:gd name="connsiteX8" fmla="*/ 73386 w 786499"/>
              <a:gd name="connsiteY8" fmla="*/ 58999 h 902388"/>
              <a:gd name="connsiteX9" fmla="*/ 49747 w 786499"/>
              <a:gd name="connsiteY9" fmla="*/ 58999 h 902388"/>
              <a:gd name="connsiteX10" fmla="*/ 159958 w 786499"/>
              <a:gd name="connsiteY10" fmla="*/ 313414 h 902388"/>
              <a:gd name="connsiteX11" fmla="*/ 451269 w 786499"/>
              <a:gd name="connsiteY11" fmla="*/ 316343 h 902388"/>
              <a:gd name="connsiteX12" fmla="*/ 566409 w 786499"/>
              <a:gd name="connsiteY12" fmla="*/ 58999 h 902388"/>
              <a:gd name="connsiteX13" fmla="*/ 543826 w 786499"/>
              <a:gd name="connsiteY13" fmla="*/ 58999 h 902388"/>
              <a:gd name="connsiteX14" fmla="*/ 527427 w 786499"/>
              <a:gd name="connsiteY14" fmla="*/ 67518 h 902388"/>
              <a:gd name="connsiteX15" fmla="*/ 500509 w 786499"/>
              <a:gd name="connsiteY15" fmla="*/ 33759 h 902388"/>
              <a:gd name="connsiteX16" fmla="*/ 527427 w 786499"/>
              <a:gd name="connsiteY16" fmla="*/ 0 h 902388"/>
              <a:gd name="connsiteX17" fmla="*/ 547581 w 786499"/>
              <a:gd name="connsiteY17" fmla="*/ 13280 h 902388"/>
              <a:gd name="connsiteX18" fmla="*/ 601070 w 786499"/>
              <a:gd name="connsiteY18" fmla="*/ 13280 h 902388"/>
              <a:gd name="connsiteX19" fmla="*/ 616406 w 786499"/>
              <a:gd name="connsiteY19" fmla="*/ 28616 h 902388"/>
              <a:gd name="connsiteX20" fmla="*/ 613698 w 786499"/>
              <a:gd name="connsiteY20" fmla="*/ 50202 h 902388"/>
              <a:gd name="connsiteX21" fmla="*/ 477594 w 786499"/>
              <a:gd name="connsiteY21" fmla="*/ 356619 h 902388"/>
              <a:gd name="connsiteX22" fmla="*/ 329936 w 786499"/>
              <a:gd name="connsiteY22" fmla="*/ 409030 h 902388"/>
              <a:gd name="connsiteX23" fmla="*/ 248387 w 786499"/>
              <a:gd name="connsiteY23" fmla="*/ 528543 h 902388"/>
              <a:gd name="connsiteX24" fmla="*/ 245796 w 786499"/>
              <a:gd name="connsiteY24" fmla="*/ 531086 h 902388"/>
              <a:gd name="connsiteX25" fmla="*/ 79405 w 786499"/>
              <a:gd name="connsiteY25" fmla="*/ 620025 h 902388"/>
              <a:gd name="connsiteX26" fmla="*/ 108040 w 786499"/>
              <a:gd name="connsiteY26" fmla="*/ 806667 h 902388"/>
              <a:gd name="connsiteX27" fmla="*/ 293320 w 786499"/>
              <a:gd name="connsiteY27" fmla="*/ 842058 h 902388"/>
              <a:gd name="connsiteX28" fmla="*/ 389176 w 786499"/>
              <a:gd name="connsiteY28" fmla="*/ 679428 h 902388"/>
              <a:gd name="connsiteX29" fmla="*/ 392795 w 786499"/>
              <a:gd name="connsiteY29" fmla="*/ 679123 h 902388"/>
              <a:gd name="connsiteX30" fmla="*/ 388377 w 786499"/>
              <a:gd name="connsiteY30" fmla="*/ 678242 h 902388"/>
              <a:gd name="connsiteX31" fmla="*/ 478774 w 786499"/>
              <a:gd name="connsiteY31" fmla="*/ 556604 h 902388"/>
              <a:gd name="connsiteX32" fmla="*/ 590204 w 786499"/>
              <a:gd name="connsiteY32" fmla="*/ 543092 h 902388"/>
              <a:gd name="connsiteX33" fmla="*/ 681895 w 786499"/>
              <a:gd name="connsiteY33" fmla="*/ 486164 h 902388"/>
              <a:gd name="connsiteX34" fmla="*/ 786499 w 786499"/>
              <a:gd name="connsiteY34" fmla="*/ 590768 h 902388"/>
              <a:gd name="connsiteX35" fmla="*/ 681895 w 786499"/>
              <a:gd name="connsiteY35" fmla="*/ 695372 h 902388"/>
              <a:gd name="connsiteX36" fmla="*/ 577291 w 786499"/>
              <a:gd name="connsiteY36" fmla="*/ 590768 h 902388"/>
              <a:gd name="connsiteX37" fmla="*/ 577444 w 786499"/>
              <a:gd name="connsiteY37" fmla="*/ 590012 h 902388"/>
              <a:gd name="connsiteX38" fmla="*/ 498683 w 786499"/>
              <a:gd name="connsiteY38" fmla="*/ 597638 h 902388"/>
              <a:gd name="connsiteX39" fmla="*/ 434231 w 786499"/>
              <a:gd name="connsiteY39" fmla="*/ 684532 h 902388"/>
              <a:gd name="connsiteX40" fmla="*/ 312239 w 786499"/>
              <a:gd name="connsiteY40" fmla="*/ 883831 h 902388"/>
              <a:gd name="connsiteX41" fmla="*/ 75004 w 786499"/>
              <a:gd name="connsiteY41" fmla="*/ 838472 h 902388"/>
              <a:gd name="connsiteX42" fmla="*/ 38382 w 786499"/>
              <a:gd name="connsiteY42" fmla="*/ 599535 h 902388"/>
              <a:gd name="connsiteX43" fmla="*/ 235759 w 786499"/>
              <a:gd name="connsiteY43" fmla="*/ 486090 h 902388"/>
              <a:gd name="connsiteX44" fmla="*/ 279718 w 786499"/>
              <a:gd name="connsiteY44" fmla="*/ 407643 h 902388"/>
              <a:gd name="connsiteX45" fmla="*/ 132825 w 786499"/>
              <a:gd name="connsiteY45" fmla="*/ 353150 h 902388"/>
              <a:gd name="connsiteX46" fmla="*/ 2705 w 786499"/>
              <a:gd name="connsiteY46" fmla="*/ 48249 h 902388"/>
              <a:gd name="connsiteX47" fmla="*/ 806 w 786499"/>
              <a:gd name="connsiteY47" fmla="*/ 28616 h 902388"/>
              <a:gd name="connsiteX48" fmla="*/ 16142 w 786499"/>
              <a:gd name="connsiteY48" fmla="*/ 13280 h 902388"/>
              <a:gd name="connsiteX49" fmla="*/ 69631 w 786499"/>
              <a:gd name="connsiteY49" fmla="*/ 13280 h 902388"/>
              <a:gd name="connsiteX50" fmla="*/ 89785 w 786499"/>
              <a:gd name="connsiteY50" fmla="*/ 0 h 902388"/>
              <a:gd name="connsiteX0" fmla="*/ 681894 w 786499"/>
              <a:gd name="connsiteY0" fmla="*/ 547973 h 902388"/>
              <a:gd name="connsiteX1" fmla="*/ 639100 w 786499"/>
              <a:gd name="connsiteY1" fmla="*/ 590767 h 902388"/>
              <a:gd name="connsiteX2" fmla="*/ 681894 w 786499"/>
              <a:gd name="connsiteY2" fmla="*/ 633561 h 902388"/>
              <a:gd name="connsiteX3" fmla="*/ 724688 w 786499"/>
              <a:gd name="connsiteY3" fmla="*/ 590767 h 902388"/>
              <a:gd name="connsiteX4" fmla="*/ 681894 w 786499"/>
              <a:gd name="connsiteY4" fmla="*/ 547973 h 902388"/>
              <a:gd name="connsiteX5" fmla="*/ 89785 w 786499"/>
              <a:gd name="connsiteY5" fmla="*/ 0 h 902388"/>
              <a:gd name="connsiteX6" fmla="*/ 116703 w 786499"/>
              <a:gd name="connsiteY6" fmla="*/ 33759 h 902388"/>
              <a:gd name="connsiteX7" fmla="*/ 89785 w 786499"/>
              <a:gd name="connsiteY7" fmla="*/ 67518 h 902388"/>
              <a:gd name="connsiteX8" fmla="*/ 73386 w 786499"/>
              <a:gd name="connsiteY8" fmla="*/ 58999 h 902388"/>
              <a:gd name="connsiteX9" fmla="*/ 49747 w 786499"/>
              <a:gd name="connsiteY9" fmla="*/ 58999 h 902388"/>
              <a:gd name="connsiteX10" fmla="*/ 159958 w 786499"/>
              <a:gd name="connsiteY10" fmla="*/ 313414 h 902388"/>
              <a:gd name="connsiteX11" fmla="*/ 451269 w 786499"/>
              <a:gd name="connsiteY11" fmla="*/ 316343 h 902388"/>
              <a:gd name="connsiteX12" fmla="*/ 566409 w 786499"/>
              <a:gd name="connsiteY12" fmla="*/ 58999 h 902388"/>
              <a:gd name="connsiteX13" fmla="*/ 543826 w 786499"/>
              <a:gd name="connsiteY13" fmla="*/ 58999 h 902388"/>
              <a:gd name="connsiteX14" fmla="*/ 527427 w 786499"/>
              <a:gd name="connsiteY14" fmla="*/ 67518 h 902388"/>
              <a:gd name="connsiteX15" fmla="*/ 500509 w 786499"/>
              <a:gd name="connsiteY15" fmla="*/ 33759 h 902388"/>
              <a:gd name="connsiteX16" fmla="*/ 527427 w 786499"/>
              <a:gd name="connsiteY16" fmla="*/ 0 h 902388"/>
              <a:gd name="connsiteX17" fmla="*/ 547581 w 786499"/>
              <a:gd name="connsiteY17" fmla="*/ 13280 h 902388"/>
              <a:gd name="connsiteX18" fmla="*/ 601070 w 786499"/>
              <a:gd name="connsiteY18" fmla="*/ 13280 h 902388"/>
              <a:gd name="connsiteX19" fmla="*/ 616406 w 786499"/>
              <a:gd name="connsiteY19" fmla="*/ 28616 h 902388"/>
              <a:gd name="connsiteX20" fmla="*/ 613698 w 786499"/>
              <a:gd name="connsiteY20" fmla="*/ 50202 h 902388"/>
              <a:gd name="connsiteX21" fmla="*/ 477594 w 786499"/>
              <a:gd name="connsiteY21" fmla="*/ 356619 h 902388"/>
              <a:gd name="connsiteX22" fmla="*/ 329936 w 786499"/>
              <a:gd name="connsiteY22" fmla="*/ 409030 h 902388"/>
              <a:gd name="connsiteX23" fmla="*/ 248387 w 786499"/>
              <a:gd name="connsiteY23" fmla="*/ 528543 h 902388"/>
              <a:gd name="connsiteX24" fmla="*/ 245796 w 786499"/>
              <a:gd name="connsiteY24" fmla="*/ 531086 h 902388"/>
              <a:gd name="connsiteX25" fmla="*/ 79405 w 786499"/>
              <a:gd name="connsiteY25" fmla="*/ 620025 h 902388"/>
              <a:gd name="connsiteX26" fmla="*/ 108040 w 786499"/>
              <a:gd name="connsiteY26" fmla="*/ 806667 h 902388"/>
              <a:gd name="connsiteX27" fmla="*/ 293320 w 786499"/>
              <a:gd name="connsiteY27" fmla="*/ 842058 h 902388"/>
              <a:gd name="connsiteX28" fmla="*/ 389176 w 786499"/>
              <a:gd name="connsiteY28" fmla="*/ 679428 h 902388"/>
              <a:gd name="connsiteX29" fmla="*/ 392795 w 786499"/>
              <a:gd name="connsiteY29" fmla="*/ 679123 h 902388"/>
              <a:gd name="connsiteX30" fmla="*/ 388377 w 786499"/>
              <a:gd name="connsiteY30" fmla="*/ 678242 h 902388"/>
              <a:gd name="connsiteX31" fmla="*/ 478774 w 786499"/>
              <a:gd name="connsiteY31" fmla="*/ 556604 h 902388"/>
              <a:gd name="connsiteX32" fmla="*/ 590204 w 786499"/>
              <a:gd name="connsiteY32" fmla="*/ 543092 h 902388"/>
              <a:gd name="connsiteX33" fmla="*/ 681895 w 786499"/>
              <a:gd name="connsiteY33" fmla="*/ 486164 h 902388"/>
              <a:gd name="connsiteX34" fmla="*/ 786499 w 786499"/>
              <a:gd name="connsiteY34" fmla="*/ 590768 h 902388"/>
              <a:gd name="connsiteX35" fmla="*/ 681895 w 786499"/>
              <a:gd name="connsiteY35" fmla="*/ 695372 h 902388"/>
              <a:gd name="connsiteX36" fmla="*/ 577291 w 786499"/>
              <a:gd name="connsiteY36" fmla="*/ 590768 h 902388"/>
              <a:gd name="connsiteX37" fmla="*/ 577444 w 786499"/>
              <a:gd name="connsiteY37" fmla="*/ 590012 h 902388"/>
              <a:gd name="connsiteX38" fmla="*/ 498683 w 786499"/>
              <a:gd name="connsiteY38" fmla="*/ 597638 h 902388"/>
              <a:gd name="connsiteX39" fmla="*/ 434231 w 786499"/>
              <a:gd name="connsiteY39" fmla="*/ 684532 h 902388"/>
              <a:gd name="connsiteX40" fmla="*/ 312239 w 786499"/>
              <a:gd name="connsiteY40" fmla="*/ 883831 h 902388"/>
              <a:gd name="connsiteX41" fmla="*/ 75004 w 786499"/>
              <a:gd name="connsiteY41" fmla="*/ 838472 h 902388"/>
              <a:gd name="connsiteX42" fmla="*/ 38382 w 786499"/>
              <a:gd name="connsiteY42" fmla="*/ 599535 h 902388"/>
              <a:gd name="connsiteX43" fmla="*/ 235759 w 786499"/>
              <a:gd name="connsiteY43" fmla="*/ 486090 h 902388"/>
              <a:gd name="connsiteX44" fmla="*/ 279718 w 786499"/>
              <a:gd name="connsiteY44" fmla="*/ 407643 h 902388"/>
              <a:gd name="connsiteX45" fmla="*/ 132825 w 786499"/>
              <a:gd name="connsiteY45" fmla="*/ 353150 h 902388"/>
              <a:gd name="connsiteX46" fmla="*/ 2705 w 786499"/>
              <a:gd name="connsiteY46" fmla="*/ 48249 h 902388"/>
              <a:gd name="connsiteX47" fmla="*/ 806 w 786499"/>
              <a:gd name="connsiteY47" fmla="*/ 28616 h 902388"/>
              <a:gd name="connsiteX48" fmla="*/ 16142 w 786499"/>
              <a:gd name="connsiteY48" fmla="*/ 13280 h 902388"/>
              <a:gd name="connsiteX49" fmla="*/ 69631 w 786499"/>
              <a:gd name="connsiteY49" fmla="*/ 13280 h 902388"/>
              <a:gd name="connsiteX50" fmla="*/ 89785 w 786499"/>
              <a:gd name="connsiteY50"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90126 w 787449"/>
              <a:gd name="connsiteY28" fmla="*/ 679428 h 902388"/>
              <a:gd name="connsiteX29" fmla="*/ 393745 w 787449"/>
              <a:gd name="connsiteY29" fmla="*/ 679123 h 902388"/>
              <a:gd name="connsiteX30" fmla="*/ 389327 w 787449"/>
              <a:gd name="connsiteY30" fmla="*/ 678242 h 902388"/>
              <a:gd name="connsiteX31" fmla="*/ 479724 w 787449"/>
              <a:gd name="connsiteY31" fmla="*/ 556604 h 902388"/>
              <a:gd name="connsiteX32" fmla="*/ 591154 w 787449"/>
              <a:gd name="connsiteY32" fmla="*/ 543092 h 902388"/>
              <a:gd name="connsiteX33" fmla="*/ 682845 w 787449"/>
              <a:gd name="connsiteY33" fmla="*/ 486164 h 902388"/>
              <a:gd name="connsiteX34" fmla="*/ 787449 w 787449"/>
              <a:gd name="connsiteY34" fmla="*/ 590768 h 902388"/>
              <a:gd name="connsiteX35" fmla="*/ 682845 w 787449"/>
              <a:gd name="connsiteY35" fmla="*/ 695372 h 902388"/>
              <a:gd name="connsiteX36" fmla="*/ 578241 w 787449"/>
              <a:gd name="connsiteY36" fmla="*/ 590768 h 902388"/>
              <a:gd name="connsiteX37" fmla="*/ 578394 w 787449"/>
              <a:gd name="connsiteY37" fmla="*/ 590012 h 902388"/>
              <a:gd name="connsiteX38" fmla="*/ 499633 w 787449"/>
              <a:gd name="connsiteY38" fmla="*/ 597638 h 902388"/>
              <a:gd name="connsiteX39" fmla="*/ 435181 w 787449"/>
              <a:gd name="connsiteY39" fmla="*/ 684532 h 902388"/>
              <a:gd name="connsiteX40" fmla="*/ 313189 w 787449"/>
              <a:gd name="connsiteY40" fmla="*/ 883831 h 902388"/>
              <a:gd name="connsiteX41" fmla="*/ 75954 w 787449"/>
              <a:gd name="connsiteY41" fmla="*/ 838472 h 902388"/>
              <a:gd name="connsiteX42" fmla="*/ 39332 w 787449"/>
              <a:gd name="connsiteY42" fmla="*/ 599535 h 902388"/>
              <a:gd name="connsiteX43" fmla="*/ 236709 w 787449"/>
              <a:gd name="connsiteY43" fmla="*/ 486090 h 902388"/>
              <a:gd name="connsiteX44" fmla="*/ 280668 w 787449"/>
              <a:gd name="connsiteY44" fmla="*/ 407643 h 902388"/>
              <a:gd name="connsiteX45" fmla="*/ 133775 w 787449"/>
              <a:gd name="connsiteY45" fmla="*/ 353150 h 902388"/>
              <a:gd name="connsiteX46" fmla="*/ 3655 w 787449"/>
              <a:gd name="connsiteY46" fmla="*/ 48249 h 902388"/>
              <a:gd name="connsiteX47" fmla="*/ 1756 w 787449"/>
              <a:gd name="connsiteY47" fmla="*/ 28616 h 902388"/>
              <a:gd name="connsiteX48" fmla="*/ 17092 w 787449"/>
              <a:gd name="connsiteY48" fmla="*/ 13280 h 902388"/>
              <a:gd name="connsiteX49" fmla="*/ 70581 w 787449"/>
              <a:gd name="connsiteY49" fmla="*/ 13280 h 902388"/>
              <a:gd name="connsiteX50" fmla="*/ 90735 w 787449"/>
              <a:gd name="connsiteY50"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90126 w 787449"/>
              <a:gd name="connsiteY28" fmla="*/ 679428 h 902388"/>
              <a:gd name="connsiteX29" fmla="*/ 389327 w 787449"/>
              <a:gd name="connsiteY29" fmla="*/ 678242 h 902388"/>
              <a:gd name="connsiteX30" fmla="*/ 479724 w 787449"/>
              <a:gd name="connsiteY30" fmla="*/ 556604 h 902388"/>
              <a:gd name="connsiteX31" fmla="*/ 591154 w 787449"/>
              <a:gd name="connsiteY31" fmla="*/ 543092 h 902388"/>
              <a:gd name="connsiteX32" fmla="*/ 682845 w 787449"/>
              <a:gd name="connsiteY32" fmla="*/ 486164 h 902388"/>
              <a:gd name="connsiteX33" fmla="*/ 787449 w 787449"/>
              <a:gd name="connsiteY33" fmla="*/ 590768 h 902388"/>
              <a:gd name="connsiteX34" fmla="*/ 682845 w 787449"/>
              <a:gd name="connsiteY34" fmla="*/ 695372 h 902388"/>
              <a:gd name="connsiteX35" fmla="*/ 578241 w 787449"/>
              <a:gd name="connsiteY35" fmla="*/ 590768 h 902388"/>
              <a:gd name="connsiteX36" fmla="*/ 578394 w 787449"/>
              <a:gd name="connsiteY36" fmla="*/ 590012 h 902388"/>
              <a:gd name="connsiteX37" fmla="*/ 499633 w 787449"/>
              <a:gd name="connsiteY37" fmla="*/ 597638 h 902388"/>
              <a:gd name="connsiteX38" fmla="*/ 435181 w 787449"/>
              <a:gd name="connsiteY38" fmla="*/ 684532 h 902388"/>
              <a:gd name="connsiteX39" fmla="*/ 313189 w 787449"/>
              <a:gd name="connsiteY39" fmla="*/ 883831 h 902388"/>
              <a:gd name="connsiteX40" fmla="*/ 75954 w 787449"/>
              <a:gd name="connsiteY40" fmla="*/ 838472 h 902388"/>
              <a:gd name="connsiteX41" fmla="*/ 39332 w 787449"/>
              <a:gd name="connsiteY41" fmla="*/ 599535 h 902388"/>
              <a:gd name="connsiteX42" fmla="*/ 236709 w 787449"/>
              <a:gd name="connsiteY42" fmla="*/ 486090 h 902388"/>
              <a:gd name="connsiteX43" fmla="*/ 280668 w 787449"/>
              <a:gd name="connsiteY43" fmla="*/ 407643 h 902388"/>
              <a:gd name="connsiteX44" fmla="*/ 133775 w 787449"/>
              <a:gd name="connsiteY44" fmla="*/ 353150 h 902388"/>
              <a:gd name="connsiteX45" fmla="*/ 3655 w 787449"/>
              <a:gd name="connsiteY45" fmla="*/ 48249 h 902388"/>
              <a:gd name="connsiteX46" fmla="*/ 1756 w 787449"/>
              <a:gd name="connsiteY46" fmla="*/ 28616 h 902388"/>
              <a:gd name="connsiteX47" fmla="*/ 17092 w 787449"/>
              <a:gd name="connsiteY47" fmla="*/ 13280 h 902388"/>
              <a:gd name="connsiteX48" fmla="*/ 70581 w 787449"/>
              <a:gd name="connsiteY48" fmla="*/ 13280 h 902388"/>
              <a:gd name="connsiteX49" fmla="*/ 90735 w 787449"/>
              <a:gd name="connsiteY49"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56 w 787449"/>
              <a:gd name="connsiteY45" fmla="*/ 28616 h 902388"/>
              <a:gd name="connsiteX46" fmla="*/ 17092 w 787449"/>
              <a:gd name="connsiteY46" fmla="*/ 13280 h 902388"/>
              <a:gd name="connsiteX47" fmla="*/ 70581 w 787449"/>
              <a:gd name="connsiteY47" fmla="*/ 13280 h 902388"/>
              <a:gd name="connsiteX48" fmla="*/ 90735 w 787449"/>
              <a:gd name="connsiteY48"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56 w 787449"/>
              <a:gd name="connsiteY45" fmla="*/ 28616 h 902388"/>
              <a:gd name="connsiteX46" fmla="*/ 17092 w 787449"/>
              <a:gd name="connsiteY46" fmla="*/ 13280 h 902388"/>
              <a:gd name="connsiteX47" fmla="*/ 70581 w 787449"/>
              <a:gd name="connsiteY47" fmla="*/ 13280 h 902388"/>
              <a:gd name="connsiteX48" fmla="*/ 90735 w 787449"/>
              <a:gd name="connsiteY48"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56 w 787449"/>
              <a:gd name="connsiteY45" fmla="*/ 28616 h 902388"/>
              <a:gd name="connsiteX46" fmla="*/ 17092 w 787449"/>
              <a:gd name="connsiteY46" fmla="*/ 13280 h 902388"/>
              <a:gd name="connsiteX47" fmla="*/ 70581 w 787449"/>
              <a:gd name="connsiteY47" fmla="*/ 13280 h 902388"/>
              <a:gd name="connsiteX48" fmla="*/ 90735 w 787449"/>
              <a:gd name="connsiteY48"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092 w 787449"/>
              <a:gd name="connsiteY45" fmla="*/ 13280 h 902388"/>
              <a:gd name="connsiteX46" fmla="*/ 70581 w 787449"/>
              <a:gd name="connsiteY46" fmla="*/ 13280 h 902388"/>
              <a:gd name="connsiteX47" fmla="*/ 90735 w 787449"/>
              <a:gd name="connsiteY47"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17092 w 787449"/>
              <a:gd name="connsiteY44" fmla="*/ 13280 h 902388"/>
              <a:gd name="connsiteX45" fmla="*/ 70581 w 787449"/>
              <a:gd name="connsiteY45" fmla="*/ 13280 h 902388"/>
              <a:gd name="connsiteX46" fmla="*/ 90735 w 787449"/>
              <a:gd name="connsiteY46"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17092 w 787449"/>
              <a:gd name="connsiteY44" fmla="*/ 13280 h 902388"/>
              <a:gd name="connsiteX45" fmla="*/ 70581 w 787449"/>
              <a:gd name="connsiteY45" fmla="*/ 13280 h 902388"/>
              <a:gd name="connsiteX46" fmla="*/ 90735 w 787449"/>
              <a:gd name="connsiteY46"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17092 w 787449"/>
              <a:gd name="connsiteY44" fmla="*/ 13280 h 902388"/>
              <a:gd name="connsiteX45" fmla="*/ 70581 w 787449"/>
              <a:gd name="connsiteY45" fmla="*/ 13280 h 902388"/>
              <a:gd name="connsiteX46" fmla="*/ 90735 w 787449"/>
              <a:gd name="connsiteY46"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9337 w 787449"/>
              <a:gd name="connsiteY21" fmla="*/ 528543 h 902388"/>
              <a:gd name="connsiteX22" fmla="*/ 246746 w 787449"/>
              <a:gd name="connsiteY22" fmla="*/ 531086 h 902388"/>
              <a:gd name="connsiteX23" fmla="*/ 80355 w 787449"/>
              <a:gd name="connsiteY23" fmla="*/ 620025 h 902388"/>
              <a:gd name="connsiteX24" fmla="*/ 108990 w 787449"/>
              <a:gd name="connsiteY24" fmla="*/ 806667 h 902388"/>
              <a:gd name="connsiteX25" fmla="*/ 294270 w 787449"/>
              <a:gd name="connsiteY25" fmla="*/ 842058 h 902388"/>
              <a:gd name="connsiteX26" fmla="*/ 389327 w 787449"/>
              <a:gd name="connsiteY26" fmla="*/ 678242 h 902388"/>
              <a:gd name="connsiteX27" fmla="*/ 479724 w 787449"/>
              <a:gd name="connsiteY27" fmla="*/ 556604 h 902388"/>
              <a:gd name="connsiteX28" fmla="*/ 591154 w 787449"/>
              <a:gd name="connsiteY28" fmla="*/ 543092 h 902388"/>
              <a:gd name="connsiteX29" fmla="*/ 682845 w 787449"/>
              <a:gd name="connsiteY29" fmla="*/ 486164 h 902388"/>
              <a:gd name="connsiteX30" fmla="*/ 787449 w 787449"/>
              <a:gd name="connsiteY30" fmla="*/ 590768 h 902388"/>
              <a:gd name="connsiteX31" fmla="*/ 682845 w 787449"/>
              <a:gd name="connsiteY31" fmla="*/ 695372 h 902388"/>
              <a:gd name="connsiteX32" fmla="*/ 578241 w 787449"/>
              <a:gd name="connsiteY32" fmla="*/ 590768 h 902388"/>
              <a:gd name="connsiteX33" fmla="*/ 578394 w 787449"/>
              <a:gd name="connsiteY33" fmla="*/ 590012 h 902388"/>
              <a:gd name="connsiteX34" fmla="*/ 499633 w 787449"/>
              <a:gd name="connsiteY34" fmla="*/ 597638 h 902388"/>
              <a:gd name="connsiteX35" fmla="*/ 435181 w 787449"/>
              <a:gd name="connsiteY35" fmla="*/ 684532 h 902388"/>
              <a:gd name="connsiteX36" fmla="*/ 313189 w 787449"/>
              <a:gd name="connsiteY36" fmla="*/ 883831 h 902388"/>
              <a:gd name="connsiteX37" fmla="*/ 75954 w 787449"/>
              <a:gd name="connsiteY37" fmla="*/ 838472 h 902388"/>
              <a:gd name="connsiteX38" fmla="*/ 39332 w 787449"/>
              <a:gd name="connsiteY38" fmla="*/ 599535 h 902388"/>
              <a:gd name="connsiteX39" fmla="*/ 236709 w 787449"/>
              <a:gd name="connsiteY39" fmla="*/ 486090 h 902388"/>
              <a:gd name="connsiteX40" fmla="*/ 280668 w 787449"/>
              <a:gd name="connsiteY40" fmla="*/ 407643 h 902388"/>
              <a:gd name="connsiteX41" fmla="*/ 133775 w 787449"/>
              <a:gd name="connsiteY41" fmla="*/ 353150 h 902388"/>
              <a:gd name="connsiteX42" fmla="*/ 3655 w 787449"/>
              <a:gd name="connsiteY42" fmla="*/ 48249 h 902388"/>
              <a:gd name="connsiteX43" fmla="*/ 70581 w 787449"/>
              <a:gd name="connsiteY43" fmla="*/ 13280 h 902388"/>
              <a:gd name="connsiteX44" fmla="*/ 90735 w 787449"/>
              <a:gd name="connsiteY44"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9337 w 787449"/>
              <a:gd name="connsiteY21" fmla="*/ 528543 h 902388"/>
              <a:gd name="connsiteX22" fmla="*/ 246746 w 787449"/>
              <a:gd name="connsiteY22" fmla="*/ 531086 h 902388"/>
              <a:gd name="connsiteX23" fmla="*/ 80355 w 787449"/>
              <a:gd name="connsiteY23" fmla="*/ 620025 h 902388"/>
              <a:gd name="connsiteX24" fmla="*/ 108990 w 787449"/>
              <a:gd name="connsiteY24" fmla="*/ 806667 h 902388"/>
              <a:gd name="connsiteX25" fmla="*/ 294270 w 787449"/>
              <a:gd name="connsiteY25" fmla="*/ 842058 h 902388"/>
              <a:gd name="connsiteX26" fmla="*/ 389327 w 787449"/>
              <a:gd name="connsiteY26" fmla="*/ 678242 h 902388"/>
              <a:gd name="connsiteX27" fmla="*/ 479724 w 787449"/>
              <a:gd name="connsiteY27" fmla="*/ 556604 h 902388"/>
              <a:gd name="connsiteX28" fmla="*/ 591154 w 787449"/>
              <a:gd name="connsiteY28" fmla="*/ 543092 h 902388"/>
              <a:gd name="connsiteX29" fmla="*/ 682845 w 787449"/>
              <a:gd name="connsiteY29" fmla="*/ 486164 h 902388"/>
              <a:gd name="connsiteX30" fmla="*/ 787449 w 787449"/>
              <a:gd name="connsiteY30" fmla="*/ 590768 h 902388"/>
              <a:gd name="connsiteX31" fmla="*/ 682845 w 787449"/>
              <a:gd name="connsiteY31" fmla="*/ 695372 h 902388"/>
              <a:gd name="connsiteX32" fmla="*/ 578241 w 787449"/>
              <a:gd name="connsiteY32" fmla="*/ 590768 h 902388"/>
              <a:gd name="connsiteX33" fmla="*/ 578394 w 787449"/>
              <a:gd name="connsiteY33" fmla="*/ 590012 h 902388"/>
              <a:gd name="connsiteX34" fmla="*/ 499633 w 787449"/>
              <a:gd name="connsiteY34" fmla="*/ 597638 h 902388"/>
              <a:gd name="connsiteX35" fmla="*/ 435181 w 787449"/>
              <a:gd name="connsiteY35" fmla="*/ 684532 h 902388"/>
              <a:gd name="connsiteX36" fmla="*/ 313189 w 787449"/>
              <a:gd name="connsiteY36" fmla="*/ 883831 h 902388"/>
              <a:gd name="connsiteX37" fmla="*/ 75954 w 787449"/>
              <a:gd name="connsiteY37" fmla="*/ 838472 h 902388"/>
              <a:gd name="connsiteX38" fmla="*/ 39332 w 787449"/>
              <a:gd name="connsiteY38" fmla="*/ 599535 h 902388"/>
              <a:gd name="connsiteX39" fmla="*/ 236709 w 787449"/>
              <a:gd name="connsiteY39" fmla="*/ 486090 h 902388"/>
              <a:gd name="connsiteX40" fmla="*/ 280668 w 787449"/>
              <a:gd name="connsiteY40" fmla="*/ 407643 h 902388"/>
              <a:gd name="connsiteX41" fmla="*/ 133775 w 787449"/>
              <a:gd name="connsiteY41" fmla="*/ 353150 h 902388"/>
              <a:gd name="connsiteX42" fmla="*/ 3655 w 787449"/>
              <a:gd name="connsiteY42" fmla="*/ 48249 h 902388"/>
              <a:gd name="connsiteX43" fmla="*/ 70581 w 787449"/>
              <a:gd name="connsiteY43" fmla="*/ 13280 h 902388"/>
              <a:gd name="connsiteX44" fmla="*/ 90735 w 787449"/>
              <a:gd name="connsiteY44"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9337 w 787449"/>
              <a:gd name="connsiteY21" fmla="*/ 528543 h 902388"/>
              <a:gd name="connsiteX22" fmla="*/ 246746 w 787449"/>
              <a:gd name="connsiteY22" fmla="*/ 531086 h 902388"/>
              <a:gd name="connsiteX23" fmla="*/ 80355 w 787449"/>
              <a:gd name="connsiteY23" fmla="*/ 620025 h 902388"/>
              <a:gd name="connsiteX24" fmla="*/ 108990 w 787449"/>
              <a:gd name="connsiteY24" fmla="*/ 806667 h 902388"/>
              <a:gd name="connsiteX25" fmla="*/ 294270 w 787449"/>
              <a:gd name="connsiteY25" fmla="*/ 842058 h 902388"/>
              <a:gd name="connsiteX26" fmla="*/ 389327 w 787449"/>
              <a:gd name="connsiteY26" fmla="*/ 678242 h 902388"/>
              <a:gd name="connsiteX27" fmla="*/ 479724 w 787449"/>
              <a:gd name="connsiteY27" fmla="*/ 556604 h 902388"/>
              <a:gd name="connsiteX28" fmla="*/ 591154 w 787449"/>
              <a:gd name="connsiteY28" fmla="*/ 543092 h 902388"/>
              <a:gd name="connsiteX29" fmla="*/ 682845 w 787449"/>
              <a:gd name="connsiteY29" fmla="*/ 486164 h 902388"/>
              <a:gd name="connsiteX30" fmla="*/ 787449 w 787449"/>
              <a:gd name="connsiteY30" fmla="*/ 590768 h 902388"/>
              <a:gd name="connsiteX31" fmla="*/ 682845 w 787449"/>
              <a:gd name="connsiteY31" fmla="*/ 695372 h 902388"/>
              <a:gd name="connsiteX32" fmla="*/ 578241 w 787449"/>
              <a:gd name="connsiteY32" fmla="*/ 590768 h 902388"/>
              <a:gd name="connsiteX33" fmla="*/ 578394 w 787449"/>
              <a:gd name="connsiteY33" fmla="*/ 590012 h 902388"/>
              <a:gd name="connsiteX34" fmla="*/ 499633 w 787449"/>
              <a:gd name="connsiteY34" fmla="*/ 597638 h 902388"/>
              <a:gd name="connsiteX35" fmla="*/ 435181 w 787449"/>
              <a:gd name="connsiteY35" fmla="*/ 684532 h 902388"/>
              <a:gd name="connsiteX36" fmla="*/ 313189 w 787449"/>
              <a:gd name="connsiteY36" fmla="*/ 883831 h 902388"/>
              <a:gd name="connsiteX37" fmla="*/ 75954 w 787449"/>
              <a:gd name="connsiteY37" fmla="*/ 838472 h 902388"/>
              <a:gd name="connsiteX38" fmla="*/ 39332 w 787449"/>
              <a:gd name="connsiteY38" fmla="*/ 599535 h 902388"/>
              <a:gd name="connsiteX39" fmla="*/ 236709 w 787449"/>
              <a:gd name="connsiteY39" fmla="*/ 486090 h 902388"/>
              <a:gd name="connsiteX40" fmla="*/ 280668 w 787449"/>
              <a:gd name="connsiteY40" fmla="*/ 407643 h 902388"/>
              <a:gd name="connsiteX41" fmla="*/ 133775 w 787449"/>
              <a:gd name="connsiteY41" fmla="*/ 353150 h 902388"/>
              <a:gd name="connsiteX42" fmla="*/ 3655 w 787449"/>
              <a:gd name="connsiteY42" fmla="*/ 48249 h 902388"/>
              <a:gd name="connsiteX43" fmla="*/ 70581 w 787449"/>
              <a:gd name="connsiteY43" fmla="*/ 13280 h 902388"/>
              <a:gd name="connsiteX44" fmla="*/ 90735 w 787449"/>
              <a:gd name="connsiteY44"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4237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45935 w 787449"/>
              <a:gd name="connsiteY9" fmla="*/ 56618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787449" h="902388">
                <a:moveTo>
                  <a:pt x="682844" y="547973"/>
                </a:moveTo>
                <a:cubicBezTo>
                  <a:pt x="659210" y="547973"/>
                  <a:pt x="640050" y="567133"/>
                  <a:pt x="640050" y="590767"/>
                </a:cubicBezTo>
                <a:cubicBezTo>
                  <a:pt x="640050" y="614401"/>
                  <a:pt x="659210" y="633561"/>
                  <a:pt x="682844" y="633561"/>
                </a:cubicBezTo>
                <a:cubicBezTo>
                  <a:pt x="706478" y="633561"/>
                  <a:pt x="725638" y="614401"/>
                  <a:pt x="725638" y="590767"/>
                </a:cubicBezTo>
                <a:cubicBezTo>
                  <a:pt x="725638" y="567133"/>
                  <a:pt x="706478" y="547973"/>
                  <a:pt x="682844" y="547973"/>
                </a:cubicBezTo>
                <a:close/>
                <a:moveTo>
                  <a:pt x="90735" y="0"/>
                </a:moveTo>
                <a:cubicBezTo>
                  <a:pt x="105601" y="0"/>
                  <a:pt x="117653" y="15114"/>
                  <a:pt x="117653" y="33759"/>
                </a:cubicBezTo>
                <a:cubicBezTo>
                  <a:pt x="117653" y="52404"/>
                  <a:pt x="105601" y="67518"/>
                  <a:pt x="90735" y="67518"/>
                </a:cubicBezTo>
                <a:lnTo>
                  <a:pt x="74336" y="58999"/>
                </a:lnTo>
                <a:lnTo>
                  <a:pt x="45935" y="56618"/>
                </a:lnTo>
                <a:cubicBezTo>
                  <a:pt x="29439" y="155149"/>
                  <a:pt x="93194" y="270127"/>
                  <a:pt x="160908" y="313414"/>
                </a:cubicBezTo>
                <a:cubicBezTo>
                  <a:pt x="228622" y="356701"/>
                  <a:pt x="363412" y="374039"/>
                  <a:pt x="452219" y="316343"/>
                </a:cubicBezTo>
                <a:cubicBezTo>
                  <a:pt x="538400" y="260354"/>
                  <a:pt x="583609" y="159616"/>
                  <a:pt x="567359" y="58999"/>
                </a:cubicBezTo>
                <a:lnTo>
                  <a:pt x="544776" y="58999"/>
                </a:lnTo>
                <a:cubicBezTo>
                  <a:pt x="540895" y="64601"/>
                  <a:pt x="534908" y="67518"/>
                  <a:pt x="528377" y="67518"/>
                </a:cubicBezTo>
                <a:cubicBezTo>
                  <a:pt x="513511" y="67518"/>
                  <a:pt x="501459" y="52404"/>
                  <a:pt x="501459" y="33759"/>
                </a:cubicBezTo>
                <a:cubicBezTo>
                  <a:pt x="501459" y="15114"/>
                  <a:pt x="513511" y="0"/>
                  <a:pt x="528377" y="0"/>
                </a:cubicBezTo>
                <a:cubicBezTo>
                  <a:pt x="536896" y="0"/>
                  <a:pt x="544492" y="4964"/>
                  <a:pt x="548531" y="13280"/>
                </a:cubicBezTo>
                <a:cubicBezTo>
                  <a:pt x="575332" y="16062"/>
                  <a:pt x="616421" y="-7348"/>
                  <a:pt x="614648" y="50202"/>
                </a:cubicBezTo>
                <a:cubicBezTo>
                  <a:pt x="634477" y="169905"/>
                  <a:pt x="559175" y="313483"/>
                  <a:pt x="478544" y="356619"/>
                </a:cubicBezTo>
                <a:cubicBezTo>
                  <a:pt x="422287" y="390308"/>
                  <a:pt x="378597" y="397418"/>
                  <a:pt x="330886" y="409030"/>
                </a:cubicBezTo>
                <a:cubicBezTo>
                  <a:pt x="320828" y="464302"/>
                  <a:pt x="319457" y="517351"/>
                  <a:pt x="246746" y="531086"/>
                </a:cubicBezTo>
                <a:cubicBezTo>
                  <a:pt x="177998" y="522703"/>
                  <a:pt x="111386" y="558308"/>
                  <a:pt x="80355" y="620025"/>
                </a:cubicBezTo>
                <a:cubicBezTo>
                  <a:pt x="49198" y="681992"/>
                  <a:pt x="60676" y="756812"/>
                  <a:pt x="108990" y="806667"/>
                </a:cubicBezTo>
                <a:cubicBezTo>
                  <a:pt x="157059" y="856270"/>
                  <a:pt x="247547" y="863462"/>
                  <a:pt x="294270" y="842058"/>
                </a:cubicBezTo>
                <a:cubicBezTo>
                  <a:pt x="340993" y="820654"/>
                  <a:pt x="379849" y="775823"/>
                  <a:pt x="389327" y="678242"/>
                </a:cubicBezTo>
                <a:cubicBezTo>
                  <a:pt x="399344" y="625492"/>
                  <a:pt x="427998" y="571002"/>
                  <a:pt x="479724" y="556604"/>
                </a:cubicBezTo>
                <a:cubicBezTo>
                  <a:pt x="514638" y="538819"/>
                  <a:pt x="554036" y="534190"/>
                  <a:pt x="591154" y="543092"/>
                </a:cubicBezTo>
                <a:cubicBezTo>
                  <a:pt x="607462" y="509023"/>
                  <a:pt x="642484" y="486164"/>
                  <a:pt x="682845" y="486164"/>
                </a:cubicBezTo>
                <a:cubicBezTo>
                  <a:pt x="740616" y="486164"/>
                  <a:pt x="787449" y="532997"/>
                  <a:pt x="787449" y="590768"/>
                </a:cubicBezTo>
                <a:cubicBezTo>
                  <a:pt x="787449" y="648539"/>
                  <a:pt x="740616" y="695372"/>
                  <a:pt x="682845" y="695372"/>
                </a:cubicBezTo>
                <a:cubicBezTo>
                  <a:pt x="625074" y="695372"/>
                  <a:pt x="578241" y="648539"/>
                  <a:pt x="578241" y="590768"/>
                </a:cubicBezTo>
                <a:lnTo>
                  <a:pt x="578394" y="590012"/>
                </a:lnTo>
                <a:cubicBezTo>
                  <a:pt x="552482" y="581111"/>
                  <a:pt x="524484" y="584753"/>
                  <a:pt x="499633" y="597638"/>
                </a:cubicBezTo>
                <a:cubicBezTo>
                  <a:pt x="466320" y="614912"/>
                  <a:pt x="442432" y="637323"/>
                  <a:pt x="435181" y="684532"/>
                </a:cubicBezTo>
                <a:cubicBezTo>
                  <a:pt x="439961" y="769466"/>
                  <a:pt x="391446" y="848568"/>
                  <a:pt x="313189" y="883831"/>
                </a:cubicBezTo>
                <a:cubicBezTo>
                  <a:pt x="232444" y="920215"/>
                  <a:pt x="137486" y="902059"/>
                  <a:pt x="75954" y="838472"/>
                </a:cubicBezTo>
                <a:cubicBezTo>
                  <a:pt x="14179" y="774633"/>
                  <a:pt x="-500" y="678867"/>
                  <a:pt x="39332" y="599535"/>
                </a:cubicBezTo>
                <a:cubicBezTo>
                  <a:pt x="76696" y="525117"/>
                  <a:pt x="154417" y="480322"/>
                  <a:pt x="236709" y="486090"/>
                </a:cubicBezTo>
                <a:cubicBezTo>
                  <a:pt x="284700" y="478197"/>
                  <a:pt x="277921" y="425061"/>
                  <a:pt x="280668" y="407643"/>
                </a:cubicBezTo>
                <a:cubicBezTo>
                  <a:pt x="205089" y="382694"/>
                  <a:pt x="175182" y="377330"/>
                  <a:pt x="133775" y="353150"/>
                </a:cubicBezTo>
                <a:cubicBezTo>
                  <a:pt x="54268" y="298014"/>
                  <a:pt x="-17164" y="166126"/>
                  <a:pt x="3655" y="48249"/>
                </a:cubicBezTo>
                <a:cubicBezTo>
                  <a:pt x="9296" y="-13413"/>
                  <a:pt x="38748" y="13029"/>
                  <a:pt x="70581" y="13280"/>
                </a:cubicBezTo>
                <a:cubicBezTo>
                  <a:pt x="74620" y="4964"/>
                  <a:pt x="82215" y="0"/>
                  <a:pt x="9073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二等辺三角形 18440"/>
          <p:cNvSpPr>
            <a:spLocks noChangeAspect="1"/>
          </p:cNvSpPr>
          <p:nvPr/>
        </p:nvSpPr>
        <p:spPr bwMode="gray">
          <a:xfrm>
            <a:off x="5203764" y="1695550"/>
            <a:ext cx="620998" cy="924104"/>
          </a:xfrm>
          <a:custGeom>
            <a:avLst/>
            <a:gdLst/>
            <a:ahLst/>
            <a:cxnLst/>
            <a:rect l="l" t="t" r="r" b="b"/>
            <a:pathLst>
              <a:path w="604800" h="900000">
                <a:moveTo>
                  <a:pt x="371788" y="664493"/>
                </a:moveTo>
                <a:cubicBezTo>
                  <a:pt x="361847" y="664493"/>
                  <a:pt x="353788" y="672552"/>
                  <a:pt x="353788" y="682493"/>
                </a:cubicBezTo>
                <a:cubicBezTo>
                  <a:pt x="353788" y="692434"/>
                  <a:pt x="361847" y="700493"/>
                  <a:pt x="371788" y="700493"/>
                </a:cubicBezTo>
                <a:lnTo>
                  <a:pt x="460604" y="700493"/>
                </a:lnTo>
                <a:cubicBezTo>
                  <a:pt x="470545" y="700493"/>
                  <a:pt x="478604" y="692434"/>
                  <a:pt x="478604" y="682493"/>
                </a:cubicBezTo>
                <a:cubicBezTo>
                  <a:pt x="478604" y="672552"/>
                  <a:pt x="470545" y="664493"/>
                  <a:pt x="460604" y="664493"/>
                </a:cubicBezTo>
                <a:close/>
                <a:moveTo>
                  <a:pt x="340832" y="593055"/>
                </a:moveTo>
                <a:cubicBezTo>
                  <a:pt x="330891" y="593055"/>
                  <a:pt x="322832" y="601114"/>
                  <a:pt x="322832" y="611055"/>
                </a:cubicBezTo>
                <a:cubicBezTo>
                  <a:pt x="322832" y="620996"/>
                  <a:pt x="330891" y="629055"/>
                  <a:pt x="340832" y="629055"/>
                </a:cubicBezTo>
                <a:lnTo>
                  <a:pt x="429648" y="629055"/>
                </a:lnTo>
                <a:cubicBezTo>
                  <a:pt x="439589" y="629055"/>
                  <a:pt x="447648" y="620996"/>
                  <a:pt x="447648" y="611055"/>
                </a:cubicBezTo>
                <a:cubicBezTo>
                  <a:pt x="447648" y="601114"/>
                  <a:pt x="439589" y="593055"/>
                  <a:pt x="429648" y="593055"/>
                </a:cubicBezTo>
                <a:close/>
                <a:moveTo>
                  <a:pt x="309876" y="521618"/>
                </a:moveTo>
                <a:cubicBezTo>
                  <a:pt x="299935" y="521618"/>
                  <a:pt x="291876" y="529677"/>
                  <a:pt x="291876" y="539618"/>
                </a:cubicBezTo>
                <a:cubicBezTo>
                  <a:pt x="291876" y="549559"/>
                  <a:pt x="299935" y="557618"/>
                  <a:pt x="309876" y="557618"/>
                </a:cubicBezTo>
                <a:lnTo>
                  <a:pt x="398692" y="557618"/>
                </a:lnTo>
                <a:cubicBezTo>
                  <a:pt x="408633" y="557618"/>
                  <a:pt x="416692" y="549559"/>
                  <a:pt x="416692" y="539618"/>
                </a:cubicBezTo>
                <a:cubicBezTo>
                  <a:pt x="416692" y="529677"/>
                  <a:pt x="408633" y="521618"/>
                  <a:pt x="398692" y="521618"/>
                </a:cubicBezTo>
                <a:close/>
                <a:moveTo>
                  <a:pt x="202851" y="0"/>
                </a:moveTo>
                <a:lnTo>
                  <a:pt x="401949" y="0"/>
                </a:lnTo>
                <a:cubicBezTo>
                  <a:pt x="408924" y="0"/>
                  <a:pt x="414578" y="4765"/>
                  <a:pt x="414578" y="10643"/>
                </a:cubicBezTo>
                <a:lnTo>
                  <a:pt x="414578" y="14069"/>
                </a:lnTo>
                <a:lnTo>
                  <a:pt x="392887" y="51455"/>
                </a:lnTo>
                <a:lnTo>
                  <a:pt x="392887" y="379872"/>
                </a:lnTo>
                <a:lnTo>
                  <a:pt x="604800" y="851076"/>
                </a:lnTo>
                <a:lnTo>
                  <a:pt x="604800" y="862987"/>
                </a:lnTo>
                <a:cubicBezTo>
                  <a:pt x="604800" y="883429"/>
                  <a:pt x="589558" y="900000"/>
                  <a:pt x="570756" y="900000"/>
                </a:cubicBezTo>
                <a:lnTo>
                  <a:pt x="34044" y="900000"/>
                </a:lnTo>
                <a:cubicBezTo>
                  <a:pt x="15242" y="900000"/>
                  <a:pt x="0" y="883429"/>
                  <a:pt x="0" y="862987"/>
                </a:cubicBezTo>
                <a:lnTo>
                  <a:pt x="0" y="851074"/>
                </a:lnTo>
                <a:lnTo>
                  <a:pt x="211913" y="379869"/>
                </a:lnTo>
                <a:lnTo>
                  <a:pt x="211913" y="51456"/>
                </a:lnTo>
                <a:lnTo>
                  <a:pt x="190221" y="14068"/>
                </a:lnTo>
                <a:lnTo>
                  <a:pt x="190221" y="10643"/>
                </a:lnTo>
                <a:cubicBezTo>
                  <a:pt x="190221" y="4765"/>
                  <a:pt x="195875" y="0"/>
                  <a:pt x="202851"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正方形/長方形 245"/>
          <p:cNvSpPr>
            <a:spLocks noChangeAspect="1"/>
          </p:cNvSpPr>
          <p:nvPr/>
        </p:nvSpPr>
        <p:spPr bwMode="gray">
          <a:xfrm>
            <a:off x="6543450" y="1757582"/>
            <a:ext cx="764586" cy="800038"/>
          </a:xfrm>
          <a:custGeom>
            <a:avLst/>
            <a:gdLst/>
            <a:ahLst/>
            <a:cxnLst/>
            <a:rect l="l" t="t" r="r" b="b"/>
            <a:pathLst>
              <a:path w="790297" h="826941">
                <a:moveTo>
                  <a:pt x="144084" y="461540"/>
                </a:moveTo>
                <a:lnTo>
                  <a:pt x="50612" y="555014"/>
                </a:lnTo>
                <a:cubicBezTo>
                  <a:pt x="-16872" y="622496"/>
                  <a:pt x="-16871" y="731908"/>
                  <a:pt x="50612" y="799391"/>
                </a:cubicBezTo>
                <a:cubicBezTo>
                  <a:pt x="55015" y="803794"/>
                  <a:pt x="59597" y="807910"/>
                  <a:pt x="66036" y="809633"/>
                </a:cubicBezTo>
                <a:cubicBezTo>
                  <a:pt x="22282" y="736841"/>
                  <a:pt x="22108" y="642378"/>
                  <a:pt x="72764" y="567277"/>
                </a:cubicBezTo>
                <a:close/>
                <a:moveTo>
                  <a:pt x="617497" y="43315"/>
                </a:moveTo>
                <a:cubicBezTo>
                  <a:pt x="573274" y="43315"/>
                  <a:pt x="529051" y="60186"/>
                  <a:pt x="495309" y="93927"/>
                </a:cubicBezTo>
                <a:lnTo>
                  <a:pt x="269067" y="320170"/>
                </a:lnTo>
                <a:lnTo>
                  <a:pt x="513443" y="564546"/>
                </a:lnTo>
                <a:lnTo>
                  <a:pt x="739686" y="338304"/>
                </a:lnTo>
                <a:cubicBezTo>
                  <a:pt x="807168" y="270821"/>
                  <a:pt x="807169" y="161411"/>
                  <a:pt x="739686" y="93928"/>
                </a:cubicBezTo>
                <a:cubicBezTo>
                  <a:pt x="705944" y="60186"/>
                  <a:pt x="661721" y="43315"/>
                  <a:pt x="617497" y="43315"/>
                </a:cubicBezTo>
                <a:close/>
                <a:moveTo>
                  <a:pt x="617497" y="0"/>
                </a:moveTo>
                <a:cubicBezTo>
                  <a:pt x="672776" y="0"/>
                  <a:pt x="728055" y="21088"/>
                  <a:pt x="770232" y="63265"/>
                </a:cubicBezTo>
                <a:cubicBezTo>
                  <a:pt x="854585" y="147619"/>
                  <a:pt x="854585" y="284382"/>
                  <a:pt x="770232" y="368735"/>
                </a:cubicBezTo>
                <a:lnTo>
                  <a:pt x="312027" y="826941"/>
                </a:lnTo>
                <a:cubicBezTo>
                  <a:pt x="227673" y="911294"/>
                  <a:pt x="90910" y="911294"/>
                  <a:pt x="6556" y="826941"/>
                </a:cubicBezTo>
                <a:cubicBezTo>
                  <a:pt x="-77797" y="742587"/>
                  <a:pt x="-77797" y="605824"/>
                  <a:pt x="6556" y="521471"/>
                </a:cubicBezTo>
                <a:lnTo>
                  <a:pt x="464762" y="63265"/>
                </a:lnTo>
                <a:cubicBezTo>
                  <a:pt x="506938" y="21088"/>
                  <a:pt x="562218" y="0"/>
                  <a:pt x="61749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1" name="角丸四角形 2"/>
          <p:cNvSpPr>
            <a:spLocks noChangeAspect="1"/>
          </p:cNvSpPr>
          <p:nvPr/>
        </p:nvSpPr>
        <p:spPr bwMode="gray">
          <a:xfrm>
            <a:off x="2344003" y="2078127"/>
            <a:ext cx="1098182" cy="188886"/>
          </a:xfrm>
          <a:custGeom>
            <a:avLst/>
            <a:gdLst/>
            <a:ahLst/>
            <a:cxnLst/>
            <a:rect l="l" t="t" r="r" b="b"/>
            <a:pathLst>
              <a:path w="1440079" h="221657">
                <a:moveTo>
                  <a:pt x="1113938" y="74828"/>
                </a:moveTo>
                <a:lnTo>
                  <a:pt x="1149939" y="74828"/>
                </a:lnTo>
                <a:lnTo>
                  <a:pt x="1137551" y="99604"/>
                </a:lnTo>
                <a:lnTo>
                  <a:pt x="1440079" y="99604"/>
                </a:lnTo>
                <a:lnTo>
                  <a:pt x="1440079" y="122052"/>
                </a:lnTo>
                <a:lnTo>
                  <a:pt x="1131938" y="122052"/>
                </a:lnTo>
                <a:lnTo>
                  <a:pt x="1131938" y="132088"/>
                </a:lnTo>
                <a:cubicBezTo>
                  <a:pt x="1131938" y="139776"/>
                  <a:pt x="1125706" y="146008"/>
                  <a:pt x="1118018" y="146008"/>
                </a:cubicBezTo>
                <a:lnTo>
                  <a:pt x="1114349" y="146008"/>
                </a:lnTo>
                <a:lnTo>
                  <a:pt x="1113938" y="146829"/>
                </a:lnTo>
                <a:lnTo>
                  <a:pt x="1113938" y="146008"/>
                </a:lnTo>
                <a:lnTo>
                  <a:pt x="1003395" y="146008"/>
                </a:lnTo>
                <a:lnTo>
                  <a:pt x="1006151" y="111463"/>
                </a:lnTo>
                <a:cubicBezTo>
                  <a:pt x="1006151" y="98556"/>
                  <a:pt x="1005225" y="86195"/>
                  <a:pt x="1003228" y="74829"/>
                </a:cubicBezTo>
                <a:lnTo>
                  <a:pt x="1113938" y="74829"/>
                </a:lnTo>
                <a:close/>
                <a:moveTo>
                  <a:pt x="100175" y="65933"/>
                </a:moveTo>
                <a:lnTo>
                  <a:pt x="190595" y="65933"/>
                </a:lnTo>
                <a:lnTo>
                  <a:pt x="190595" y="155724"/>
                </a:lnTo>
                <a:lnTo>
                  <a:pt x="100175" y="155724"/>
                </a:lnTo>
                <a:close/>
                <a:moveTo>
                  <a:pt x="757876" y="43556"/>
                </a:moveTo>
                <a:lnTo>
                  <a:pt x="757876" y="108314"/>
                </a:lnTo>
                <a:cubicBezTo>
                  <a:pt x="757876" y="115495"/>
                  <a:pt x="763697" y="121316"/>
                  <a:pt x="770878" y="121316"/>
                </a:cubicBezTo>
                <a:lnTo>
                  <a:pt x="780874" y="121316"/>
                </a:lnTo>
                <a:cubicBezTo>
                  <a:pt x="788055" y="121316"/>
                  <a:pt x="793876" y="115495"/>
                  <a:pt x="793876" y="108314"/>
                </a:cubicBezTo>
                <a:lnTo>
                  <a:pt x="793876" y="43556"/>
                </a:lnTo>
                <a:close/>
                <a:moveTo>
                  <a:pt x="682456" y="43556"/>
                </a:moveTo>
                <a:lnTo>
                  <a:pt x="682456" y="87511"/>
                </a:lnTo>
                <a:cubicBezTo>
                  <a:pt x="682456" y="93959"/>
                  <a:pt x="687684" y="99187"/>
                  <a:pt x="694132" y="99187"/>
                </a:cubicBezTo>
                <a:cubicBezTo>
                  <a:pt x="700580" y="99187"/>
                  <a:pt x="705808" y="93959"/>
                  <a:pt x="705808" y="87511"/>
                </a:cubicBezTo>
                <a:lnTo>
                  <a:pt x="705808" y="43556"/>
                </a:lnTo>
                <a:close/>
                <a:moveTo>
                  <a:pt x="607037" y="43556"/>
                </a:moveTo>
                <a:lnTo>
                  <a:pt x="607037" y="87511"/>
                </a:lnTo>
                <a:cubicBezTo>
                  <a:pt x="607037" y="93959"/>
                  <a:pt x="612265" y="99187"/>
                  <a:pt x="618713" y="99187"/>
                </a:cubicBezTo>
                <a:cubicBezTo>
                  <a:pt x="625161" y="99187"/>
                  <a:pt x="630389" y="93959"/>
                  <a:pt x="630389" y="87511"/>
                </a:cubicBezTo>
                <a:lnTo>
                  <a:pt x="630389" y="43556"/>
                </a:lnTo>
                <a:close/>
                <a:moveTo>
                  <a:pt x="531618" y="43556"/>
                </a:moveTo>
                <a:lnTo>
                  <a:pt x="531618" y="87511"/>
                </a:lnTo>
                <a:cubicBezTo>
                  <a:pt x="531618" y="93959"/>
                  <a:pt x="536846" y="99187"/>
                  <a:pt x="543294" y="99187"/>
                </a:cubicBezTo>
                <a:cubicBezTo>
                  <a:pt x="549742" y="99187"/>
                  <a:pt x="554970" y="93959"/>
                  <a:pt x="554970" y="87511"/>
                </a:cubicBezTo>
                <a:lnTo>
                  <a:pt x="554970" y="43556"/>
                </a:lnTo>
                <a:close/>
                <a:moveTo>
                  <a:pt x="443551" y="43556"/>
                </a:moveTo>
                <a:lnTo>
                  <a:pt x="443551" y="108314"/>
                </a:lnTo>
                <a:cubicBezTo>
                  <a:pt x="443551" y="115495"/>
                  <a:pt x="449372" y="121316"/>
                  <a:pt x="456553" y="121316"/>
                </a:cubicBezTo>
                <a:lnTo>
                  <a:pt x="466549" y="121316"/>
                </a:lnTo>
                <a:cubicBezTo>
                  <a:pt x="473730" y="121316"/>
                  <a:pt x="479551" y="115495"/>
                  <a:pt x="479551" y="108314"/>
                </a:cubicBezTo>
                <a:lnTo>
                  <a:pt x="479551" y="43556"/>
                </a:lnTo>
                <a:close/>
                <a:moveTo>
                  <a:pt x="926416" y="6428"/>
                </a:moveTo>
                <a:cubicBezTo>
                  <a:pt x="949199" y="6428"/>
                  <a:pt x="967668" y="53169"/>
                  <a:pt x="967668" y="110828"/>
                </a:cubicBezTo>
                <a:cubicBezTo>
                  <a:pt x="967668" y="168487"/>
                  <a:pt x="949199" y="215228"/>
                  <a:pt x="926416" y="215228"/>
                </a:cubicBezTo>
                <a:lnTo>
                  <a:pt x="924962" y="214485"/>
                </a:lnTo>
                <a:lnTo>
                  <a:pt x="924962" y="215229"/>
                </a:lnTo>
                <a:lnTo>
                  <a:pt x="268401" y="215229"/>
                </a:lnTo>
                <a:cubicBezTo>
                  <a:pt x="249111" y="215229"/>
                  <a:pt x="233473" y="199591"/>
                  <a:pt x="233473" y="180301"/>
                </a:cubicBezTo>
                <a:lnTo>
                  <a:pt x="233473" y="41357"/>
                </a:lnTo>
                <a:cubicBezTo>
                  <a:pt x="233473" y="22067"/>
                  <a:pt x="249111" y="6429"/>
                  <a:pt x="268401" y="6429"/>
                </a:cubicBezTo>
                <a:lnTo>
                  <a:pt x="924962" y="6429"/>
                </a:lnTo>
                <a:lnTo>
                  <a:pt x="924962" y="7171"/>
                </a:lnTo>
                <a:cubicBezTo>
                  <a:pt x="925403" y="6451"/>
                  <a:pt x="925909" y="6428"/>
                  <a:pt x="926416" y="6428"/>
                </a:cubicBezTo>
                <a:close/>
                <a:moveTo>
                  <a:pt x="9516" y="0"/>
                </a:moveTo>
                <a:lnTo>
                  <a:pt x="47577" y="0"/>
                </a:lnTo>
                <a:cubicBezTo>
                  <a:pt x="52833" y="0"/>
                  <a:pt x="57093" y="4260"/>
                  <a:pt x="57093" y="9516"/>
                </a:cubicBezTo>
                <a:lnTo>
                  <a:pt x="57093" y="212141"/>
                </a:lnTo>
                <a:cubicBezTo>
                  <a:pt x="57093" y="217397"/>
                  <a:pt x="52833" y="221657"/>
                  <a:pt x="47577" y="221657"/>
                </a:cubicBezTo>
                <a:lnTo>
                  <a:pt x="9516" y="221657"/>
                </a:lnTo>
                <a:cubicBezTo>
                  <a:pt x="4260" y="221657"/>
                  <a:pt x="0" y="217397"/>
                  <a:pt x="0" y="212141"/>
                </a:cubicBezTo>
                <a:lnTo>
                  <a:pt x="0" y="9516"/>
                </a:lnTo>
                <a:cubicBezTo>
                  <a:pt x="0" y="4260"/>
                  <a:pt x="4260" y="0"/>
                  <a:pt x="9516"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円/楕円 26"/>
          <p:cNvSpPr>
            <a:spLocks noChangeAspect="1"/>
          </p:cNvSpPr>
          <p:nvPr/>
        </p:nvSpPr>
        <p:spPr bwMode="gray">
          <a:xfrm>
            <a:off x="2187152" y="2964018"/>
            <a:ext cx="487926" cy="924103"/>
          </a:xfrm>
          <a:custGeom>
            <a:avLst/>
            <a:gdLst/>
            <a:ahLst/>
            <a:cxnLst/>
            <a:rect l="l" t="t" r="r" b="b"/>
            <a:pathLst>
              <a:path w="530072" h="900000">
                <a:moveTo>
                  <a:pt x="106352" y="809853"/>
                </a:moveTo>
                <a:cubicBezTo>
                  <a:pt x="97448" y="820895"/>
                  <a:pt x="91373" y="833787"/>
                  <a:pt x="86849" y="847423"/>
                </a:cubicBezTo>
                <a:lnTo>
                  <a:pt x="444956" y="847423"/>
                </a:lnTo>
                <a:lnTo>
                  <a:pt x="426218" y="809853"/>
                </a:lnTo>
                <a:close/>
                <a:moveTo>
                  <a:pt x="85722" y="521913"/>
                </a:moveTo>
                <a:lnTo>
                  <a:pt x="104762" y="560229"/>
                </a:lnTo>
                <a:lnTo>
                  <a:pt x="421948" y="560229"/>
                </a:lnTo>
                <a:cubicBezTo>
                  <a:pt x="433223" y="549785"/>
                  <a:pt x="440158" y="536349"/>
                  <a:pt x="444914" y="521913"/>
                </a:cubicBezTo>
                <a:close/>
                <a:moveTo>
                  <a:pt x="74701" y="431021"/>
                </a:moveTo>
                <a:cubicBezTo>
                  <a:pt x="72832" y="438567"/>
                  <a:pt x="72360" y="446363"/>
                  <a:pt x="72360" y="454270"/>
                </a:cubicBezTo>
                <a:lnTo>
                  <a:pt x="74702" y="469336"/>
                </a:lnTo>
                <a:lnTo>
                  <a:pt x="456188" y="469336"/>
                </a:lnTo>
                <a:cubicBezTo>
                  <a:pt x="457512" y="464355"/>
                  <a:pt x="457712" y="459246"/>
                  <a:pt x="457712" y="454091"/>
                </a:cubicBezTo>
                <a:lnTo>
                  <a:pt x="453821" y="431021"/>
                </a:lnTo>
                <a:close/>
                <a:moveTo>
                  <a:pt x="113561" y="340129"/>
                </a:moveTo>
                <a:lnTo>
                  <a:pt x="87763" y="378444"/>
                </a:lnTo>
                <a:lnTo>
                  <a:pt x="440580" y="378444"/>
                </a:lnTo>
                <a:lnTo>
                  <a:pt x="419684" y="340129"/>
                </a:lnTo>
                <a:close/>
                <a:moveTo>
                  <a:pt x="82085" y="52577"/>
                </a:moveTo>
                <a:cubicBezTo>
                  <a:pt x="86791" y="67531"/>
                  <a:pt x="93301" y="81674"/>
                  <a:pt x="101702" y="94554"/>
                </a:cubicBezTo>
                <a:lnTo>
                  <a:pt x="426731" y="94554"/>
                </a:lnTo>
                <a:cubicBezTo>
                  <a:pt x="436318" y="82138"/>
                  <a:pt x="442916" y="67773"/>
                  <a:pt x="447659" y="52577"/>
                </a:cubicBezTo>
                <a:close/>
                <a:moveTo>
                  <a:pt x="12635" y="0"/>
                </a:moveTo>
                <a:lnTo>
                  <a:pt x="516635" y="0"/>
                </a:lnTo>
                <a:lnTo>
                  <a:pt x="516635" y="359"/>
                </a:lnTo>
                <a:lnTo>
                  <a:pt x="530071" y="359"/>
                </a:lnTo>
                <a:cubicBezTo>
                  <a:pt x="526429" y="143127"/>
                  <a:pt x="409925" y="257656"/>
                  <a:pt x="266400" y="258630"/>
                </a:cubicBezTo>
                <a:lnTo>
                  <a:pt x="266400" y="259907"/>
                </a:lnTo>
                <a:cubicBezTo>
                  <a:pt x="231800" y="259958"/>
                  <a:pt x="199320" y="269052"/>
                  <a:pt x="172666" y="287552"/>
                </a:cubicBezTo>
                <a:lnTo>
                  <a:pt x="359477" y="287552"/>
                </a:lnTo>
                <a:cubicBezTo>
                  <a:pt x="345934" y="277866"/>
                  <a:pt x="330377" y="271477"/>
                  <a:pt x="313953" y="267207"/>
                </a:cubicBezTo>
                <a:lnTo>
                  <a:pt x="397265" y="224758"/>
                </a:lnTo>
                <a:cubicBezTo>
                  <a:pt x="476943" y="269976"/>
                  <a:pt x="530072" y="355829"/>
                  <a:pt x="530072" y="454091"/>
                </a:cubicBezTo>
                <a:cubicBezTo>
                  <a:pt x="530072" y="601298"/>
                  <a:pt x="410833" y="720657"/>
                  <a:pt x="263672" y="720815"/>
                </a:cubicBezTo>
                <a:lnTo>
                  <a:pt x="263672" y="720755"/>
                </a:lnTo>
                <a:cubicBezTo>
                  <a:pt x="222220" y="721143"/>
                  <a:pt x="183884" y="734537"/>
                  <a:pt x="152985" y="757276"/>
                </a:cubicBezTo>
                <a:lnTo>
                  <a:pt x="373281" y="757276"/>
                </a:lnTo>
                <a:cubicBezTo>
                  <a:pt x="356613" y="744600"/>
                  <a:pt x="337068" y="735956"/>
                  <a:pt x="316042" y="730907"/>
                </a:cubicBezTo>
                <a:lnTo>
                  <a:pt x="401692" y="687266"/>
                </a:lnTo>
                <a:cubicBezTo>
                  <a:pt x="475094" y="731010"/>
                  <a:pt x="525016" y="809468"/>
                  <a:pt x="529370" y="900000"/>
                </a:cubicBezTo>
                <a:lnTo>
                  <a:pt x="516635" y="900000"/>
                </a:lnTo>
                <a:lnTo>
                  <a:pt x="457015" y="900000"/>
                </a:lnTo>
                <a:lnTo>
                  <a:pt x="12635" y="900000"/>
                </a:lnTo>
                <a:lnTo>
                  <a:pt x="12635" y="899821"/>
                </a:lnTo>
                <a:lnTo>
                  <a:pt x="702" y="899821"/>
                </a:lnTo>
                <a:cubicBezTo>
                  <a:pt x="7450" y="759491"/>
                  <a:pt x="123687" y="648169"/>
                  <a:pt x="265922" y="648168"/>
                </a:cubicBezTo>
                <a:lnTo>
                  <a:pt x="265922" y="648225"/>
                </a:lnTo>
                <a:cubicBezTo>
                  <a:pt x="304860" y="647804"/>
                  <a:pt x="341035" y="635901"/>
                  <a:pt x="369276" y="612806"/>
                </a:cubicBezTo>
                <a:lnTo>
                  <a:pt x="157386" y="612806"/>
                </a:lnTo>
                <a:cubicBezTo>
                  <a:pt x="169106" y="622546"/>
                  <a:pt x="182710" y="629640"/>
                  <a:pt x="197148" y="635044"/>
                </a:cubicBezTo>
                <a:lnTo>
                  <a:pt x="117735" y="675507"/>
                </a:lnTo>
                <a:cubicBezTo>
                  <a:pt x="46699" y="627613"/>
                  <a:pt x="0" y="546395"/>
                  <a:pt x="0" y="454270"/>
                </a:cubicBezTo>
                <a:cubicBezTo>
                  <a:pt x="0" y="307815"/>
                  <a:pt x="118024" y="188924"/>
                  <a:pt x="264150" y="187776"/>
                </a:cubicBezTo>
                <a:lnTo>
                  <a:pt x="264150" y="186497"/>
                </a:lnTo>
                <a:cubicBezTo>
                  <a:pt x="308028" y="186497"/>
                  <a:pt x="348511" y="171959"/>
                  <a:pt x="380682" y="147131"/>
                </a:cubicBezTo>
                <a:lnTo>
                  <a:pt x="150179" y="147131"/>
                </a:lnTo>
                <a:cubicBezTo>
                  <a:pt x="163071" y="157639"/>
                  <a:pt x="177723" y="165910"/>
                  <a:pt x="193393" y="172193"/>
                </a:cubicBezTo>
                <a:lnTo>
                  <a:pt x="115554" y="211855"/>
                </a:lnTo>
                <a:cubicBezTo>
                  <a:pt x="47423" y="165540"/>
                  <a:pt x="2247" y="88231"/>
                  <a:pt x="1" y="180"/>
                </a:cubicBezTo>
                <a:lnTo>
                  <a:pt x="12635" y="18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3" name="正方形/長方形 60"/>
          <p:cNvSpPr>
            <a:spLocks noChangeAspect="1"/>
          </p:cNvSpPr>
          <p:nvPr/>
        </p:nvSpPr>
        <p:spPr bwMode="gray">
          <a:xfrm>
            <a:off x="3986797" y="1695550"/>
            <a:ext cx="498281" cy="924103"/>
          </a:xfrm>
          <a:custGeom>
            <a:avLst/>
            <a:gdLst/>
            <a:ahLst/>
            <a:cxnLst/>
            <a:rect l="l" t="t" r="r" b="b"/>
            <a:pathLst>
              <a:path w="485284" h="900000">
                <a:moveTo>
                  <a:pt x="274308" y="232487"/>
                </a:moveTo>
                <a:cubicBezTo>
                  <a:pt x="257340" y="232487"/>
                  <a:pt x="243585" y="244286"/>
                  <a:pt x="243585" y="258840"/>
                </a:cubicBezTo>
                <a:cubicBezTo>
                  <a:pt x="243585" y="273394"/>
                  <a:pt x="257340" y="285193"/>
                  <a:pt x="274308" y="285193"/>
                </a:cubicBezTo>
                <a:cubicBezTo>
                  <a:pt x="286408" y="285193"/>
                  <a:pt x="296874" y="279193"/>
                  <a:pt x="299950" y="269362"/>
                </a:cubicBezTo>
                <a:lnTo>
                  <a:pt x="299950" y="248318"/>
                </a:lnTo>
                <a:cubicBezTo>
                  <a:pt x="296874" y="238487"/>
                  <a:pt x="286408" y="232487"/>
                  <a:pt x="274308" y="232487"/>
                </a:cubicBezTo>
                <a:close/>
                <a:moveTo>
                  <a:pt x="302781" y="0"/>
                </a:moveTo>
                <a:lnTo>
                  <a:pt x="415101" y="0"/>
                </a:lnTo>
                <a:lnTo>
                  <a:pt x="415101" y="56078"/>
                </a:lnTo>
                <a:cubicBezTo>
                  <a:pt x="415101" y="66842"/>
                  <a:pt x="408266" y="76009"/>
                  <a:pt x="398060" y="77712"/>
                </a:cubicBezTo>
                <a:lnTo>
                  <a:pt x="398060" y="172047"/>
                </a:lnTo>
                <a:cubicBezTo>
                  <a:pt x="410133" y="174633"/>
                  <a:pt x="417931" y="185694"/>
                  <a:pt x="417931" y="198576"/>
                </a:cubicBezTo>
                <a:lnTo>
                  <a:pt x="417931" y="469059"/>
                </a:lnTo>
                <a:cubicBezTo>
                  <a:pt x="417931" y="477585"/>
                  <a:pt x="411019" y="484497"/>
                  <a:pt x="402493" y="484497"/>
                </a:cubicBezTo>
                <a:lnTo>
                  <a:pt x="396381" y="484497"/>
                </a:lnTo>
                <a:lnTo>
                  <a:pt x="396381" y="499568"/>
                </a:lnTo>
                <a:cubicBezTo>
                  <a:pt x="396381" y="512278"/>
                  <a:pt x="386077" y="522582"/>
                  <a:pt x="373367" y="522582"/>
                </a:cubicBezTo>
                <a:lnTo>
                  <a:pt x="344515" y="522582"/>
                </a:lnTo>
                <a:cubicBezTo>
                  <a:pt x="331805" y="522582"/>
                  <a:pt x="321501" y="512278"/>
                  <a:pt x="321501" y="499568"/>
                </a:cubicBezTo>
                <a:lnTo>
                  <a:pt x="321501" y="484497"/>
                </a:lnTo>
                <a:lnTo>
                  <a:pt x="315388" y="484497"/>
                </a:lnTo>
                <a:cubicBezTo>
                  <a:pt x="306862" y="484497"/>
                  <a:pt x="299950" y="477585"/>
                  <a:pt x="299950" y="469059"/>
                </a:cubicBezTo>
                <a:lnTo>
                  <a:pt x="299950" y="373415"/>
                </a:lnTo>
                <a:cubicBezTo>
                  <a:pt x="268277" y="371620"/>
                  <a:pt x="236763" y="371562"/>
                  <a:pt x="216999" y="377649"/>
                </a:cubicBezTo>
                <a:cubicBezTo>
                  <a:pt x="179955" y="417452"/>
                  <a:pt x="127418" y="591083"/>
                  <a:pt x="174116" y="615196"/>
                </a:cubicBezTo>
                <a:lnTo>
                  <a:pt x="485284" y="617577"/>
                </a:lnTo>
                <a:lnTo>
                  <a:pt x="485284" y="620233"/>
                </a:lnTo>
                <a:cubicBezTo>
                  <a:pt x="485284" y="643373"/>
                  <a:pt x="466525" y="662132"/>
                  <a:pt x="443385" y="662132"/>
                </a:cubicBezTo>
                <a:lnTo>
                  <a:pt x="205072" y="662132"/>
                </a:lnTo>
                <a:lnTo>
                  <a:pt x="205072" y="662133"/>
                </a:lnTo>
                <a:lnTo>
                  <a:pt x="262967" y="662133"/>
                </a:lnTo>
                <a:cubicBezTo>
                  <a:pt x="222611" y="662135"/>
                  <a:pt x="189897" y="694851"/>
                  <a:pt x="189897" y="735207"/>
                </a:cubicBezTo>
                <a:cubicBezTo>
                  <a:pt x="189897" y="775565"/>
                  <a:pt x="222614" y="808282"/>
                  <a:pt x="262972" y="808282"/>
                </a:cubicBezTo>
                <a:lnTo>
                  <a:pt x="485284" y="808282"/>
                </a:lnTo>
                <a:lnTo>
                  <a:pt x="485284" y="900000"/>
                </a:lnTo>
                <a:lnTo>
                  <a:pt x="14034" y="900000"/>
                </a:lnTo>
                <a:cubicBezTo>
                  <a:pt x="-24383" y="776218"/>
                  <a:pt x="25096" y="723009"/>
                  <a:pt x="54762" y="657371"/>
                </a:cubicBezTo>
                <a:cubicBezTo>
                  <a:pt x="73315" y="634157"/>
                  <a:pt x="-100203" y="617099"/>
                  <a:pt x="192032" y="206137"/>
                </a:cubicBezTo>
                <a:lnTo>
                  <a:pt x="193683" y="206137"/>
                </a:lnTo>
                <a:lnTo>
                  <a:pt x="205072" y="206137"/>
                </a:lnTo>
                <a:lnTo>
                  <a:pt x="299950" y="206137"/>
                </a:lnTo>
                <a:lnTo>
                  <a:pt x="299950" y="198576"/>
                </a:lnTo>
                <a:cubicBezTo>
                  <a:pt x="299950" y="185695"/>
                  <a:pt x="307747" y="174634"/>
                  <a:pt x="319819" y="172048"/>
                </a:cubicBezTo>
                <a:lnTo>
                  <a:pt x="319819" y="77711"/>
                </a:lnTo>
                <a:cubicBezTo>
                  <a:pt x="309614" y="76007"/>
                  <a:pt x="302781" y="66841"/>
                  <a:pt x="302781" y="56078"/>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4" name="円/楕円 49"/>
          <p:cNvSpPr>
            <a:spLocks noChangeAspect="1"/>
          </p:cNvSpPr>
          <p:nvPr/>
        </p:nvSpPr>
        <p:spPr bwMode="gray">
          <a:xfrm>
            <a:off x="3442185" y="3731667"/>
            <a:ext cx="923636" cy="923864"/>
          </a:xfrm>
          <a:custGeom>
            <a:avLst/>
            <a:gdLst/>
            <a:ahLst/>
            <a:cxnLst/>
            <a:rect l="l" t="t" r="r" b="b"/>
            <a:pathLst>
              <a:path w="899545" h="899767">
                <a:moveTo>
                  <a:pt x="288179" y="81232"/>
                </a:moveTo>
                <a:cubicBezTo>
                  <a:pt x="172986" y="81232"/>
                  <a:pt x="79603" y="174615"/>
                  <a:pt x="79603" y="289808"/>
                </a:cubicBezTo>
                <a:cubicBezTo>
                  <a:pt x="79603" y="405001"/>
                  <a:pt x="172986" y="498384"/>
                  <a:pt x="288179" y="498384"/>
                </a:cubicBezTo>
                <a:cubicBezTo>
                  <a:pt x="403372" y="498384"/>
                  <a:pt x="496755" y="405001"/>
                  <a:pt x="496755" y="289808"/>
                </a:cubicBezTo>
                <a:cubicBezTo>
                  <a:pt x="496755" y="174615"/>
                  <a:pt x="403372" y="81232"/>
                  <a:pt x="288179" y="81232"/>
                </a:cubicBezTo>
                <a:close/>
                <a:moveTo>
                  <a:pt x="289846" y="0"/>
                </a:moveTo>
                <a:cubicBezTo>
                  <a:pt x="449924" y="0"/>
                  <a:pt x="579692" y="129768"/>
                  <a:pt x="579692" y="289846"/>
                </a:cubicBezTo>
                <a:cubicBezTo>
                  <a:pt x="579692" y="336962"/>
                  <a:pt x="568450" y="381452"/>
                  <a:pt x="547389" y="420216"/>
                </a:cubicBezTo>
                <a:lnTo>
                  <a:pt x="899545" y="772371"/>
                </a:lnTo>
                <a:cubicBezTo>
                  <a:pt x="925670" y="798497"/>
                  <a:pt x="925670" y="840855"/>
                  <a:pt x="899545" y="866981"/>
                </a:cubicBezTo>
                <a:lnTo>
                  <a:pt x="866758" y="899767"/>
                </a:lnTo>
                <a:cubicBezTo>
                  <a:pt x="840633" y="925893"/>
                  <a:pt x="798274" y="925893"/>
                  <a:pt x="772149" y="899767"/>
                </a:cubicBezTo>
                <a:lnTo>
                  <a:pt x="419928" y="547546"/>
                </a:lnTo>
                <a:cubicBezTo>
                  <a:pt x="381230" y="568506"/>
                  <a:pt x="336845" y="579692"/>
                  <a:pt x="289846" y="579692"/>
                </a:cubicBezTo>
                <a:cubicBezTo>
                  <a:pt x="129768" y="579692"/>
                  <a:pt x="0" y="449924"/>
                  <a:pt x="0" y="289846"/>
                </a:cubicBezTo>
                <a:cubicBezTo>
                  <a:pt x="0" y="129768"/>
                  <a:pt x="129768" y="0"/>
                  <a:pt x="28984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1" name="円/楕円 20"/>
          <p:cNvSpPr>
            <a:spLocks noChangeAspect="1"/>
          </p:cNvSpPr>
          <p:nvPr/>
        </p:nvSpPr>
        <p:spPr bwMode="gray">
          <a:xfrm>
            <a:off x="8026723" y="1777607"/>
            <a:ext cx="922230" cy="759988"/>
          </a:xfrm>
          <a:custGeom>
            <a:avLst/>
            <a:gdLst/>
            <a:ahLst/>
            <a:cxnLst/>
            <a:rect l="l" t="t" r="r" b="b"/>
            <a:pathLst>
              <a:path w="898175" h="740164">
                <a:moveTo>
                  <a:pt x="220087" y="139"/>
                </a:moveTo>
                <a:cubicBezTo>
                  <a:pt x="278413" y="-1898"/>
                  <a:pt x="337516" y="18316"/>
                  <a:pt x="383572" y="61264"/>
                </a:cubicBezTo>
                <a:lnTo>
                  <a:pt x="448679" y="121977"/>
                </a:lnTo>
                <a:lnTo>
                  <a:pt x="517536" y="59976"/>
                </a:lnTo>
                <a:cubicBezTo>
                  <a:pt x="611132" y="-24298"/>
                  <a:pt x="755324" y="-16741"/>
                  <a:pt x="839599" y="76855"/>
                </a:cubicBezTo>
                <a:cubicBezTo>
                  <a:pt x="923873" y="170451"/>
                  <a:pt x="916316" y="314643"/>
                  <a:pt x="822721" y="398917"/>
                </a:cubicBezTo>
                <a:lnTo>
                  <a:pt x="445443" y="740164"/>
                </a:lnTo>
                <a:lnTo>
                  <a:pt x="72519" y="394827"/>
                </a:lnTo>
                <a:cubicBezTo>
                  <a:pt x="-19592" y="308932"/>
                  <a:pt x="-24631" y="164630"/>
                  <a:pt x="61264" y="72519"/>
                </a:cubicBezTo>
                <a:cubicBezTo>
                  <a:pt x="104211" y="26464"/>
                  <a:pt x="161761" y="2176"/>
                  <a:pt x="220087" y="139"/>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2" name="円/楕円 21"/>
          <p:cNvSpPr>
            <a:spLocks noChangeAspect="1"/>
          </p:cNvSpPr>
          <p:nvPr/>
        </p:nvSpPr>
        <p:spPr bwMode="gray">
          <a:xfrm>
            <a:off x="6524625" y="2964018"/>
            <a:ext cx="819882" cy="924105"/>
          </a:xfrm>
          <a:custGeom>
            <a:avLst/>
            <a:gdLst/>
            <a:ahLst/>
            <a:cxnLst/>
            <a:rect l="l" t="t" r="r" b="b"/>
            <a:pathLst>
              <a:path w="798497" h="900001">
                <a:moveTo>
                  <a:pt x="649262" y="0"/>
                </a:moveTo>
                <a:cubicBezTo>
                  <a:pt x="731682" y="0"/>
                  <a:pt x="798497" y="66815"/>
                  <a:pt x="798497" y="149235"/>
                </a:cubicBezTo>
                <a:cubicBezTo>
                  <a:pt x="798497" y="231655"/>
                  <a:pt x="731682" y="298470"/>
                  <a:pt x="649262" y="298470"/>
                </a:cubicBezTo>
                <a:cubicBezTo>
                  <a:pt x="616960" y="298470"/>
                  <a:pt x="587055" y="288207"/>
                  <a:pt x="564204" y="268559"/>
                </a:cubicBezTo>
                <a:lnTo>
                  <a:pt x="294550" y="430584"/>
                </a:lnTo>
                <a:cubicBezTo>
                  <a:pt x="298028" y="436703"/>
                  <a:pt x="298470" y="443301"/>
                  <a:pt x="298470" y="450001"/>
                </a:cubicBezTo>
                <a:lnTo>
                  <a:pt x="294031" y="471985"/>
                </a:lnTo>
                <a:lnTo>
                  <a:pt x="561946" y="632964"/>
                </a:lnTo>
                <a:cubicBezTo>
                  <a:pt x="585216" y="612436"/>
                  <a:pt x="615966" y="601531"/>
                  <a:pt x="649262" y="601531"/>
                </a:cubicBezTo>
                <a:cubicBezTo>
                  <a:pt x="731682" y="601531"/>
                  <a:pt x="798497" y="668346"/>
                  <a:pt x="798497" y="750766"/>
                </a:cubicBezTo>
                <a:cubicBezTo>
                  <a:pt x="798497" y="833186"/>
                  <a:pt x="731682" y="900001"/>
                  <a:pt x="649262" y="900001"/>
                </a:cubicBezTo>
                <a:cubicBezTo>
                  <a:pt x="566842" y="900001"/>
                  <a:pt x="500027" y="833186"/>
                  <a:pt x="500027" y="750766"/>
                </a:cubicBezTo>
                <a:lnTo>
                  <a:pt x="504175" y="730221"/>
                </a:lnTo>
                <a:lnTo>
                  <a:pt x="235285" y="568656"/>
                </a:lnTo>
                <a:cubicBezTo>
                  <a:pt x="212251" y="588694"/>
                  <a:pt x="181974" y="599236"/>
                  <a:pt x="149235" y="599236"/>
                </a:cubicBezTo>
                <a:cubicBezTo>
                  <a:pt x="66815" y="599236"/>
                  <a:pt x="0" y="532421"/>
                  <a:pt x="0" y="450001"/>
                </a:cubicBezTo>
                <a:cubicBezTo>
                  <a:pt x="0" y="367581"/>
                  <a:pt x="66815" y="300766"/>
                  <a:pt x="149235" y="300766"/>
                </a:cubicBezTo>
                <a:cubicBezTo>
                  <a:pt x="182967" y="300766"/>
                  <a:pt x="214086" y="311958"/>
                  <a:pt x="237542" y="332868"/>
                </a:cubicBezTo>
                <a:lnTo>
                  <a:pt x="504693" y="172348"/>
                </a:lnTo>
                <a:cubicBezTo>
                  <a:pt x="500659" y="165120"/>
                  <a:pt x="500027" y="157252"/>
                  <a:pt x="500027" y="149235"/>
                </a:cubicBezTo>
                <a:cubicBezTo>
                  <a:pt x="500027" y="66815"/>
                  <a:pt x="566842" y="0"/>
                  <a:pt x="64926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角丸四角形 23"/>
          <p:cNvSpPr>
            <a:spLocks noChangeAspect="1"/>
          </p:cNvSpPr>
          <p:nvPr/>
        </p:nvSpPr>
        <p:spPr bwMode="gray">
          <a:xfrm>
            <a:off x="874104" y="2964018"/>
            <a:ext cx="645779" cy="924103"/>
          </a:xfrm>
          <a:custGeom>
            <a:avLst/>
            <a:gdLst/>
            <a:ahLst/>
            <a:cxnLst/>
            <a:rect l="l" t="t" r="r" b="b"/>
            <a:pathLst>
              <a:path w="628935" h="900000">
                <a:moveTo>
                  <a:pt x="59579" y="86766"/>
                </a:moveTo>
                <a:lnTo>
                  <a:pt x="61567" y="86766"/>
                </a:lnTo>
                <a:lnTo>
                  <a:pt x="114494" y="220116"/>
                </a:lnTo>
                <a:lnTo>
                  <a:pt x="514440" y="220116"/>
                </a:lnTo>
                <a:lnTo>
                  <a:pt x="567367" y="86766"/>
                </a:lnTo>
                <a:lnTo>
                  <a:pt x="569356" y="86766"/>
                </a:lnTo>
                <a:cubicBezTo>
                  <a:pt x="602261" y="86766"/>
                  <a:pt x="628935" y="113440"/>
                  <a:pt x="628935" y="146345"/>
                </a:cubicBezTo>
                <a:lnTo>
                  <a:pt x="628935" y="840421"/>
                </a:lnTo>
                <a:cubicBezTo>
                  <a:pt x="628935" y="873326"/>
                  <a:pt x="602261" y="900000"/>
                  <a:pt x="569356" y="900000"/>
                </a:cubicBezTo>
                <a:lnTo>
                  <a:pt x="59579" y="900000"/>
                </a:lnTo>
                <a:cubicBezTo>
                  <a:pt x="26674" y="900000"/>
                  <a:pt x="0" y="873326"/>
                  <a:pt x="0" y="840421"/>
                </a:cubicBezTo>
                <a:lnTo>
                  <a:pt x="0" y="146345"/>
                </a:lnTo>
                <a:cubicBezTo>
                  <a:pt x="0" y="113440"/>
                  <a:pt x="26674" y="86766"/>
                  <a:pt x="59579" y="86766"/>
                </a:cubicBezTo>
                <a:close/>
                <a:moveTo>
                  <a:pt x="239719" y="0"/>
                </a:moveTo>
                <a:lnTo>
                  <a:pt x="389216" y="0"/>
                </a:lnTo>
                <a:lnTo>
                  <a:pt x="420433" y="86766"/>
                </a:lnTo>
                <a:lnTo>
                  <a:pt x="523404" y="86766"/>
                </a:lnTo>
                <a:lnTo>
                  <a:pt x="477607" y="180962"/>
                </a:lnTo>
                <a:lnTo>
                  <a:pt x="151327" y="180962"/>
                </a:lnTo>
                <a:lnTo>
                  <a:pt x="105530" y="86766"/>
                </a:lnTo>
                <a:lnTo>
                  <a:pt x="208502" y="86766"/>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3604648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Real estate</a:t>
            </a:r>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22</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19" name="正方形/長方形 11"/>
          <p:cNvSpPr>
            <a:spLocks noChangeAspect="1"/>
          </p:cNvSpPr>
          <p:nvPr/>
        </p:nvSpPr>
        <p:spPr bwMode="gray">
          <a:xfrm>
            <a:off x="3922920" y="1742727"/>
            <a:ext cx="800862" cy="830769"/>
          </a:xfrm>
          <a:custGeom>
            <a:avLst/>
            <a:gdLst/>
            <a:ahLst/>
            <a:cxnLst/>
            <a:rect l="l" t="t" r="r" b="b"/>
            <a:pathLst>
              <a:path w="897804" h="916443">
                <a:moveTo>
                  <a:pt x="525198" y="350817"/>
                </a:moveTo>
                <a:cubicBezTo>
                  <a:pt x="539669" y="351260"/>
                  <a:pt x="553923" y="357222"/>
                  <a:pt x="564530" y="368597"/>
                </a:cubicBezTo>
                <a:lnTo>
                  <a:pt x="600372" y="407033"/>
                </a:lnTo>
                <a:cubicBezTo>
                  <a:pt x="653351" y="463846"/>
                  <a:pt x="649845" y="553221"/>
                  <a:pt x="592540" y="606659"/>
                </a:cubicBezTo>
                <a:lnTo>
                  <a:pt x="301467" y="878088"/>
                </a:lnTo>
                <a:cubicBezTo>
                  <a:pt x="244162" y="931526"/>
                  <a:pt x="154760" y="928790"/>
                  <a:pt x="101781" y="871976"/>
                </a:cubicBezTo>
                <a:lnTo>
                  <a:pt x="37549" y="803096"/>
                </a:lnTo>
                <a:cubicBezTo>
                  <a:pt x="-15430" y="746283"/>
                  <a:pt x="-11924" y="656907"/>
                  <a:pt x="45381" y="603470"/>
                </a:cubicBezTo>
                <a:lnTo>
                  <a:pt x="172747" y="484700"/>
                </a:lnTo>
                <a:lnTo>
                  <a:pt x="173018" y="484990"/>
                </a:lnTo>
                <a:cubicBezTo>
                  <a:pt x="173231" y="484264"/>
                  <a:pt x="173710" y="483801"/>
                  <a:pt x="174199" y="483345"/>
                </a:cubicBezTo>
                <a:cubicBezTo>
                  <a:pt x="197146" y="461947"/>
                  <a:pt x="232947" y="463042"/>
                  <a:pt x="254161" y="485792"/>
                </a:cubicBezTo>
                <a:cubicBezTo>
                  <a:pt x="275376" y="508542"/>
                  <a:pt x="273972" y="544332"/>
                  <a:pt x="251025" y="565730"/>
                </a:cubicBezTo>
                <a:lnTo>
                  <a:pt x="249301" y="566794"/>
                </a:lnTo>
                <a:lnTo>
                  <a:pt x="249572" y="567085"/>
                </a:lnTo>
                <a:lnTo>
                  <a:pt x="143050" y="666419"/>
                </a:lnTo>
                <a:cubicBezTo>
                  <a:pt x="120128" y="687794"/>
                  <a:pt x="118725" y="723544"/>
                  <a:pt x="139917" y="746270"/>
                </a:cubicBezTo>
                <a:lnTo>
                  <a:pt x="165610" y="773821"/>
                </a:lnTo>
                <a:cubicBezTo>
                  <a:pt x="186802" y="796547"/>
                  <a:pt x="222562" y="797641"/>
                  <a:pt x="245485" y="776266"/>
                </a:cubicBezTo>
                <a:lnTo>
                  <a:pt x="494871" y="543710"/>
                </a:lnTo>
                <a:cubicBezTo>
                  <a:pt x="517793" y="522334"/>
                  <a:pt x="519196" y="486584"/>
                  <a:pt x="498004" y="463859"/>
                </a:cubicBezTo>
                <a:lnTo>
                  <a:pt x="481431" y="446087"/>
                </a:lnTo>
                <a:cubicBezTo>
                  <a:pt x="460217" y="423337"/>
                  <a:pt x="461621" y="387547"/>
                  <a:pt x="484568" y="366149"/>
                </a:cubicBezTo>
                <a:cubicBezTo>
                  <a:pt x="496041" y="355450"/>
                  <a:pt x="510728" y="350374"/>
                  <a:pt x="525198" y="350817"/>
                </a:cubicBezTo>
                <a:close/>
                <a:moveTo>
                  <a:pt x="697801" y="66"/>
                </a:moveTo>
                <a:cubicBezTo>
                  <a:pt x="733937" y="1172"/>
                  <a:pt x="769533" y="16059"/>
                  <a:pt x="796022" y="44466"/>
                </a:cubicBezTo>
                <a:lnTo>
                  <a:pt x="860254" y="113347"/>
                </a:lnTo>
                <a:cubicBezTo>
                  <a:pt x="913234" y="170160"/>
                  <a:pt x="909727" y="259535"/>
                  <a:pt x="852422" y="312973"/>
                </a:cubicBezTo>
                <a:lnTo>
                  <a:pt x="725057" y="431743"/>
                </a:lnTo>
                <a:lnTo>
                  <a:pt x="724786" y="431452"/>
                </a:lnTo>
                <a:cubicBezTo>
                  <a:pt x="724573" y="432179"/>
                  <a:pt x="724093" y="432641"/>
                  <a:pt x="723604" y="433098"/>
                </a:cubicBezTo>
                <a:cubicBezTo>
                  <a:pt x="700657" y="454496"/>
                  <a:pt x="664856" y="453400"/>
                  <a:pt x="643641" y="430650"/>
                </a:cubicBezTo>
                <a:cubicBezTo>
                  <a:pt x="622427" y="407900"/>
                  <a:pt x="623831" y="372110"/>
                  <a:pt x="646778" y="350712"/>
                </a:cubicBezTo>
                <a:lnTo>
                  <a:pt x="648501" y="349648"/>
                </a:lnTo>
                <a:lnTo>
                  <a:pt x="648230" y="349357"/>
                </a:lnTo>
                <a:lnTo>
                  <a:pt x="754753" y="250024"/>
                </a:lnTo>
                <a:cubicBezTo>
                  <a:pt x="777675" y="228649"/>
                  <a:pt x="779078" y="192898"/>
                  <a:pt x="757886" y="170173"/>
                </a:cubicBezTo>
                <a:lnTo>
                  <a:pt x="732193" y="142621"/>
                </a:lnTo>
                <a:cubicBezTo>
                  <a:pt x="711002" y="119896"/>
                  <a:pt x="675240" y="118801"/>
                  <a:pt x="652318" y="140176"/>
                </a:cubicBezTo>
                <a:lnTo>
                  <a:pt x="402932" y="372733"/>
                </a:lnTo>
                <a:cubicBezTo>
                  <a:pt x="380010" y="394108"/>
                  <a:pt x="378607" y="429858"/>
                  <a:pt x="399799" y="452584"/>
                </a:cubicBezTo>
                <a:lnTo>
                  <a:pt x="416371" y="470355"/>
                </a:lnTo>
                <a:cubicBezTo>
                  <a:pt x="437586" y="493105"/>
                  <a:pt x="436182" y="528895"/>
                  <a:pt x="413235" y="550293"/>
                </a:cubicBezTo>
                <a:cubicBezTo>
                  <a:pt x="390288" y="571692"/>
                  <a:pt x="354487" y="570596"/>
                  <a:pt x="333273" y="547846"/>
                </a:cubicBezTo>
                <a:lnTo>
                  <a:pt x="297431" y="509410"/>
                </a:lnTo>
                <a:cubicBezTo>
                  <a:pt x="244451" y="452597"/>
                  <a:pt x="247958" y="363221"/>
                  <a:pt x="305263" y="309784"/>
                </a:cubicBezTo>
                <a:lnTo>
                  <a:pt x="596335" y="38354"/>
                </a:lnTo>
                <a:cubicBezTo>
                  <a:pt x="624988" y="11635"/>
                  <a:pt x="661665" y="-1040"/>
                  <a:pt x="697801" y="6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0" name="二等辺三角形 23"/>
          <p:cNvSpPr>
            <a:spLocks noChangeAspect="1"/>
          </p:cNvSpPr>
          <p:nvPr/>
        </p:nvSpPr>
        <p:spPr bwMode="gray">
          <a:xfrm>
            <a:off x="2342461" y="1754453"/>
            <a:ext cx="830769" cy="807314"/>
          </a:xfrm>
          <a:custGeom>
            <a:avLst/>
            <a:gdLst/>
            <a:ahLst/>
            <a:cxnLst/>
            <a:rect l="l" t="t" r="r" b="b"/>
            <a:pathLst>
              <a:path w="900000" h="874590">
                <a:moveTo>
                  <a:pt x="450000" y="0"/>
                </a:moveTo>
                <a:lnTo>
                  <a:pt x="694064" y="157975"/>
                </a:lnTo>
                <a:lnTo>
                  <a:pt x="694064" y="73947"/>
                </a:lnTo>
                <a:cubicBezTo>
                  <a:pt x="694064" y="68880"/>
                  <a:pt x="698172" y="64772"/>
                  <a:pt x="703239" y="64772"/>
                </a:cubicBezTo>
                <a:lnTo>
                  <a:pt x="760363" y="64772"/>
                </a:lnTo>
                <a:cubicBezTo>
                  <a:pt x="765430" y="64772"/>
                  <a:pt x="769538" y="68880"/>
                  <a:pt x="769538" y="73947"/>
                </a:cubicBezTo>
                <a:lnTo>
                  <a:pt x="769538" y="206827"/>
                </a:lnTo>
                <a:lnTo>
                  <a:pt x="900000" y="291271"/>
                </a:lnTo>
                <a:lnTo>
                  <a:pt x="846162" y="291271"/>
                </a:lnTo>
                <a:lnTo>
                  <a:pt x="846162" y="852630"/>
                </a:lnTo>
                <a:cubicBezTo>
                  <a:pt x="846162" y="864758"/>
                  <a:pt x="836330" y="874590"/>
                  <a:pt x="824202" y="874590"/>
                </a:cubicBezTo>
                <a:lnTo>
                  <a:pt x="75798" y="874590"/>
                </a:lnTo>
                <a:cubicBezTo>
                  <a:pt x="63670" y="874590"/>
                  <a:pt x="53838" y="864758"/>
                  <a:pt x="53838" y="852630"/>
                </a:cubicBezTo>
                <a:lnTo>
                  <a:pt x="53838" y="291271"/>
                </a:lnTo>
                <a:lnTo>
                  <a:pt x="0" y="291271"/>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1" name="円/楕円 14"/>
          <p:cNvSpPr>
            <a:spLocks noChangeAspect="1"/>
          </p:cNvSpPr>
          <p:nvPr/>
        </p:nvSpPr>
        <p:spPr bwMode="gray">
          <a:xfrm>
            <a:off x="762001" y="1970356"/>
            <a:ext cx="830769" cy="375508"/>
          </a:xfrm>
          <a:custGeom>
            <a:avLst/>
            <a:gdLst/>
            <a:ahLst/>
            <a:cxnLst/>
            <a:rect l="l" t="t" r="r" b="b"/>
            <a:pathLst>
              <a:path w="896031" h="360000">
                <a:moveTo>
                  <a:pt x="105600" y="138329"/>
                </a:moveTo>
                <a:cubicBezTo>
                  <a:pt x="81017" y="138329"/>
                  <a:pt x="61088" y="156986"/>
                  <a:pt x="61088" y="180001"/>
                </a:cubicBezTo>
                <a:cubicBezTo>
                  <a:pt x="61088" y="203016"/>
                  <a:pt x="81017" y="221673"/>
                  <a:pt x="105600" y="221673"/>
                </a:cubicBezTo>
                <a:cubicBezTo>
                  <a:pt x="130183" y="221673"/>
                  <a:pt x="150112" y="203016"/>
                  <a:pt x="150112" y="180001"/>
                </a:cubicBezTo>
                <a:cubicBezTo>
                  <a:pt x="150112" y="156986"/>
                  <a:pt x="130183" y="138329"/>
                  <a:pt x="105600" y="138329"/>
                </a:cubicBezTo>
                <a:close/>
                <a:moveTo>
                  <a:pt x="198422" y="0"/>
                </a:moveTo>
                <a:cubicBezTo>
                  <a:pt x="283903" y="0"/>
                  <a:pt x="356760" y="49036"/>
                  <a:pt x="384029" y="118054"/>
                </a:cubicBezTo>
                <a:lnTo>
                  <a:pt x="820706" y="118054"/>
                </a:lnTo>
                <a:lnTo>
                  <a:pt x="820706" y="118056"/>
                </a:lnTo>
                <a:lnTo>
                  <a:pt x="896031" y="183173"/>
                </a:lnTo>
                <a:lnTo>
                  <a:pt x="848160" y="224557"/>
                </a:lnTo>
                <a:lnTo>
                  <a:pt x="811895" y="261401"/>
                </a:lnTo>
                <a:lnTo>
                  <a:pt x="766898" y="215685"/>
                </a:lnTo>
                <a:lnTo>
                  <a:pt x="764499" y="215685"/>
                </a:lnTo>
                <a:lnTo>
                  <a:pt x="719502" y="261401"/>
                </a:lnTo>
                <a:lnTo>
                  <a:pt x="674505" y="215685"/>
                </a:lnTo>
                <a:lnTo>
                  <a:pt x="672105" y="215685"/>
                </a:lnTo>
                <a:lnTo>
                  <a:pt x="627108" y="261401"/>
                </a:lnTo>
                <a:lnTo>
                  <a:pt x="582111" y="215685"/>
                </a:lnTo>
                <a:lnTo>
                  <a:pt x="579711" y="215685"/>
                </a:lnTo>
                <a:lnTo>
                  <a:pt x="534714" y="261401"/>
                </a:lnTo>
                <a:lnTo>
                  <a:pt x="489717" y="215685"/>
                </a:lnTo>
                <a:lnTo>
                  <a:pt x="392878" y="215685"/>
                </a:lnTo>
                <a:cubicBezTo>
                  <a:pt x="374686" y="298010"/>
                  <a:pt x="294534" y="360000"/>
                  <a:pt x="198422" y="360000"/>
                </a:cubicBezTo>
                <a:cubicBezTo>
                  <a:pt x="88837" y="360000"/>
                  <a:pt x="0" y="279411"/>
                  <a:pt x="0" y="180000"/>
                </a:cubicBezTo>
                <a:cubicBezTo>
                  <a:pt x="0" y="80589"/>
                  <a:pt x="88837" y="0"/>
                  <a:pt x="198422"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片側の 2 つの角を丸めた四角形 11"/>
          <p:cNvSpPr>
            <a:spLocks noChangeAspect="1"/>
          </p:cNvSpPr>
          <p:nvPr/>
        </p:nvSpPr>
        <p:spPr bwMode="gray">
          <a:xfrm>
            <a:off x="5473473" y="1742727"/>
            <a:ext cx="508431" cy="830768"/>
          </a:xfrm>
          <a:custGeom>
            <a:avLst/>
            <a:gdLst/>
            <a:ahLst/>
            <a:cxnLst/>
            <a:rect l="l" t="t" r="r" b="b"/>
            <a:pathLst>
              <a:path w="550800" h="899999">
                <a:moveTo>
                  <a:pt x="275401" y="516825"/>
                </a:moveTo>
                <a:cubicBezTo>
                  <a:pt x="240019" y="516825"/>
                  <a:pt x="211337" y="545507"/>
                  <a:pt x="211337" y="580889"/>
                </a:cubicBezTo>
                <a:cubicBezTo>
                  <a:pt x="211337" y="605559"/>
                  <a:pt x="225281" y="626972"/>
                  <a:pt x="246088" y="636968"/>
                </a:cubicBezTo>
                <a:lnTo>
                  <a:pt x="228885" y="796312"/>
                </a:lnTo>
                <a:lnTo>
                  <a:pt x="321915" y="796312"/>
                </a:lnTo>
                <a:lnTo>
                  <a:pt x="304713" y="636969"/>
                </a:lnTo>
                <a:cubicBezTo>
                  <a:pt x="325521" y="626973"/>
                  <a:pt x="339465" y="605560"/>
                  <a:pt x="339465" y="580889"/>
                </a:cubicBezTo>
                <a:cubicBezTo>
                  <a:pt x="339465" y="545507"/>
                  <a:pt x="310783" y="516825"/>
                  <a:pt x="275401" y="516825"/>
                </a:cubicBezTo>
                <a:close/>
                <a:moveTo>
                  <a:pt x="17845" y="389119"/>
                </a:moveTo>
                <a:lnTo>
                  <a:pt x="532955" y="389119"/>
                </a:lnTo>
                <a:cubicBezTo>
                  <a:pt x="542811" y="389119"/>
                  <a:pt x="550800" y="397108"/>
                  <a:pt x="550800" y="406964"/>
                </a:cubicBezTo>
                <a:lnTo>
                  <a:pt x="550800" y="644559"/>
                </a:lnTo>
                <a:cubicBezTo>
                  <a:pt x="550800" y="785635"/>
                  <a:pt x="436436" y="899999"/>
                  <a:pt x="295360" y="899999"/>
                </a:cubicBezTo>
                <a:lnTo>
                  <a:pt x="255440" y="899998"/>
                </a:lnTo>
                <a:cubicBezTo>
                  <a:pt x="114364" y="899998"/>
                  <a:pt x="0" y="785634"/>
                  <a:pt x="0" y="644558"/>
                </a:cubicBezTo>
                <a:lnTo>
                  <a:pt x="0" y="406964"/>
                </a:lnTo>
                <a:cubicBezTo>
                  <a:pt x="0" y="397108"/>
                  <a:pt x="7989" y="389119"/>
                  <a:pt x="17845" y="389119"/>
                </a:cubicBezTo>
                <a:close/>
                <a:moveTo>
                  <a:pt x="275400" y="0"/>
                </a:moveTo>
                <a:cubicBezTo>
                  <a:pt x="399664" y="0"/>
                  <a:pt x="500400" y="100736"/>
                  <a:pt x="500400" y="225000"/>
                </a:cubicBezTo>
                <a:lnTo>
                  <a:pt x="500400" y="361695"/>
                </a:lnTo>
                <a:lnTo>
                  <a:pt x="398626" y="361695"/>
                </a:lnTo>
                <a:lnTo>
                  <a:pt x="398627" y="225385"/>
                </a:lnTo>
                <a:cubicBezTo>
                  <a:pt x="398627" y="157329"/>
                  <a:pt x="343457" y="102159"/>
                  <a:pt x="275401" y="102159"/>
                </a:cubicBezTo>
                <a:cubicBezTo>
                  <a:pt x="207345" y="102159"/>
                  <a:pt x="152175" y="157329"/>
                  <a:pt x="152175" y="225385"/>
                </a:cubicBezTo>
                <a:lnTo>
                  <a:pt x="152175" y="361695"/>
                </a:lnTo>
                <a:lnTo>
                  <a:pt x="50400" y="361695"/>
                </a:lnTo>
                <a:lnTo>
                  <a:pt x="50400" y="225000"/>
                </a:lnTo>
                <a:cubicBezTo>
                  <a:pt x="50400" y="100736"/>
                  <a:pt x="151136" y="0"/>
                  <a:pt x="2754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角丸四角形 24"/>
          <p:cNvSpPr>
            <a:spLocks noChangeAspect="1"/>
          </p:cNvSpPr>
          <p:nvPr/>
        </p:nvSpPr>
        <p:spPr bwMode="gray">
          <a:xfrm>
            <a:off x="6731594" y="1784092"/>
            <a:ext cx="823518" cy="748038"/>
          </a:xfrm>
          <a:custGeom>
            <a:avLst/>
            <a:gdLst/>
            <a:ahLst/>
            <a:cxnLst/>
            <a:rect l="l" t="t" r="r" b="b"/>
            <a:pathLst>
              <a:path w="892144" h="810375">
                <a:moveTo>
                  <a:pt x="446072" y="0"/>
                </a:moveTo>
                <a:cubicBezTo>
                  <a:pt x="457014" y="0"/>
                  <a:pt x="467956" y="4173"/>
                  <a:pt x="476304" y="12522"/>
                </a:cubicBezTo>
                <a:lnTo>
                  <a:pt x="880155" y="416373"/>
                </a:lnTo>
                <a:cubicBezTo>
                  <a:pt x="893935" y="430153"/>
                  <a:pt x="896342" y="450999"/>
                  <a:pt x="884732" y="465789"/>
                </a:cubicBezTo>
                <a:lnTo>
                  <a:pt x="783019" y="465789"/>
                </a:lnTo>
                <a:lnTo>
                  <a:pt x="783019" y="797597"/>
                </a:lnTo>
                <a:cubicBezTo>
                  <a:pt x="783019" y="804654"/>
                  <a:pt x="777298" y="810375"/>
                  <a:pt x="770241" y="810375"/>
                </a:cubicBezTo>
                <a:lnTo>
                  <a:pt x="548578" y="810375"/>
                </a:lnTo>
                <a:lnTo>
                  <a:pt x="548578" y="503575"/>
                </a:lnTo>
                <a:lnTo>
                  <a:pt x="343567" y="503575"/>
                </a:lnTo>
                <a:lnTo>
                  <a:pt x="343567" y="810375"/>
                </a:lnTo>
                <a:lnTo>
                  <a:pt x="121903" y="810375"/>
                </a:lnTo>
                <a:cubicBezTo>
                  <a:pt x="114846" y="810375"/>
                  <a:pt x="109125" y="804654"/>
                  <a:pt x="109125" y="797597"/>
                </a:cubicBezTo>
                <a:lnTo>
                  <a:pt x="109125" y="465789"/>
                </a:lnTo>
                <a:lnTo>
                  <a:pt x="7412" y="465789"/>
                </a:lnTo>
                <a:cubicBezTo>
                  <a:pt x="-4198" y="450999"/>
                  <a:pt x="-1791" y="430153"/>
                  <a:pt x="11989" y="416373"/>
                </a:cubicBezTo>
                <a:lnTo>
                  <a:pt x="415841" y="12522"/>
                </a:lnTo>
                <a:cubicBezTo>
                  <a:pt x="424189" y="4173"/>
                  <a:pt x="435130" y="-1"/>
                  <a:pt x="44607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正方形/長方形 22"/>
          <p:cNvSpPr>
            <a:spLocks noChangeAspect="1"/>
          </p:cNvSpPr>
          <p:nvPr/>
        </p:nvSpPr>
        <p:spPr bwMode="gray">
          <a:xfrm>
            <a:off x="825745" y="3305692"/>
            <a:ext cx="995729" cy="634728"/>
          </a:xfrm>
          <a:custGeom>
            <a:avLst/>
            <a:gdLst/>
            <a:ahLst/>
            <a:cxnLst/>
            <a:rect l="l" t="t" r="r" b="b"/>
            <a:pathLst>
              <a:path w="900000" h="573706">
                <a:moveTo>
                  <a:pt x="684586" y="371300"/>
                </a:moveTo>
                <a:lnTo>
                  <a:pt x="684586" y="517696"/>
                </a:lnTo>
                <a:lnTo>
                  <a:pt x="794544" y="517696"/>
                </a:lnTo>
                <a:lnTo>
                  <a:pt x="794544" y="371300"/>
                </a:lnTo>
                <a:close/>
                <a:moveTo>
                  <a:pt x="515517" y="371300"/>
                </a:moveTo>
                <a:lnTo>
                  <a:pt x="515517" y="455611"/>
                </a:lnTo>
                <a:lnTo>
                  <a:pt x="625475" y="455611"/>
                </a:lnTo>
                <a:lnTo>
                  <a:pt x="625475" y="371300"/>
                </a:lnTo>
                <a:close/>
                <a:moveTo>
                  <a:pt x="84932" y="315116"/>
                </a:moveTo>
                <a:lnTo>
                  <a:pt x="84932" y="517696"/>
                </a:lnTo>
                <a:lnTo>
                  <a:pt x="387350" y="517696"/>
                </a:lnTo>
                <a:lnTo>
                  <a:pt x="387350" y="315116"/>
                </a:lnTo>
                <a:close/>
                <a:moveTo>
                  <a:pt x="684586" y="168893"/>
                </a:moveTo>
                <a:lnTo>
                  <a:pt x="684586" y="253204"/>
                </a:lnTo>
                <a:lnTo>
                  <a:pt x="794544" y="253204"/>
                </a:lnTo>
                <a:lnTo>
                  <a:pt x="794544" y="168893"/>
                </a:lnTo>
                <a:close/>
                <a:moveTo>
                  <a:pt x="515517" y="168893"/>
                </a:moveTo>
                <a:lnTo>
                  <a:pt x="515517" y="253204"/>
                </a:lnTo>
                <a:lnTo>
                  <a:pt x="625475" y="253204"/>
                </a:lnTo>
                <a:lnTo>
                  <a:pt x="625475" y="168893"/>
                </a:lnTo>
                <a:close/>
                <a:moveTo>
                  <a:pt x="775494" y="0"/>
                </a:moveTo>
                <a:lnTo>
                  <a:pt x="839788" y="0"/>
                </a:lnTo>
                <a:lnTo>
                  <a:pt x="839788" y="54962"/>
                </a:lnTo>
                <a:lnTo>
                  <a:pt x="893284" y="54962"/>
                </a:lnTo>
                <a:lnTo>
                  <a:pt x="893284" y="88485"/>
                </a:lnTo>
                <a:lnTo>
                  <a:pt x="875508" y="88485"/>
                </a:lnTo>
                <a:lnTo>
                  <a:pt x="875508" y="519904"/>
                </a:lnTo>
                <a:lnTo>
                  <a:pt x="900000" y="519904"/>
                </a:lnTo>
                <a:lnTo>
                  <a:pt x="900000" y="573706"/>
                </a:lnTo>
                <a:lnTo>
                  <a:pt x="0" y="573706"/>
                </a:lnTo>
                <a:lnTo>
                  <a:pt x="0" y="519904"/>
                </a:lnTo>
                <a:lnTo>
                  <a:pt x="27782" y="519904"/>
                </a:lnTo>
                <a:lnTo>
                  <a:pt x="27782" y="253472"/>
                </a:lnTo>
                <a:lnTo>
                  <a:pt x="2222" y="257356"/>
                </a:lnTo>
                <a:lnTo>
                  <a:pt x="0" y="242736"/>
                </a:lnTo>
                <a:lnTo>
                  <a:pt x="0" y="223786"/>
                </a:lnTo>
                <a:lnTo>
                  <a:pt x="430214" y="158401"/>
                </a:lnTo>
                <a:lnTo>
                  <a:pt x="430214" y="88485"/>
                </a:lnTo>
                <a:lnTo>
                  <a:pt x="415924" y="88485"/>
                </a:lnTo>
                <a:lnTo>
                  <a:pt x="415924" y="54962"/>
                </a:lnTo>
                <a:lnTo>
                  <a:pt x="775494" y="5496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9" name="正方形/長方形 38"/>
          <p:cNvSpPr>
            <a:spLocks noChangeAspect="1"/>
          </p:cNvSpPr>
          <p:nvPr/>
        </p:nvSpPr>
        <p:spPr bwMode="gray">
          <a:xfrm>
            <a:off x="2433957" y="2944692"/>
            <a:ext cx="713291" cy="995729"/>
          </a:xfrm>
          <a:custGeom>
            <a:avLst/>
            <a:gdLst/>
            <a:ahLst/>
            <a:cxnLst/>
            <a:rect l="l" t="t" r="r" b="b"/>
            <a:pathLst>
              <a:path w="644716" h="900000">
                <a:moveTo>
                  <a:pt x="463503" y="673892"/>
                </a:moveTo>
                <a:lnTo>
                  <a:pt x="463503" y="790573"/>
                </a:lnTo>
                <a:lnTo>
                  <a:pt x="549272" y="790573"/>
                </a:lnTo>
                <a:lnTo>
                  <a:pt x="549272" y="673892"/>
                </a:lnTo>
                <a:close/>
                <a:moveTo>
                  <a:pt x="261096" y="673892"/>
                </a:moveTo>
                <a:lnTo>
                  <a:pt x="261096" y="826293"/>
                </a:lnTo>
                <a:lnTo>
                  <a:pt x="346865" y="826293"/>
                </a:lnTo>
                <a:lnTo>
                  <a:pt x="346865" y="673892"/>
                </a:lnTo>
                <a:close/>
                <a:moveTo>
                  <a:pt x="118221" y="673892"/>
                </a:moveTo>
                <a:lnTo>
                  <a:pt x="118221" y="790573"/>
                </a:lnTo>
                <a:lnTo>
                  <a:pt x="203990" y="790573"/>
                </a:lnTo>
                <a:lnTo>
                  <a:pt x="203990" y="673892"/>
                </a:lnTo>
                <a:close/>
                <a:moveTo>
                  <a:pt x="463503" y="484979"/>
                </a:moveTo>
                <a:lnTo>
                  <a:pt x="463503" y="601660"/>
                </a:lnTo>
                <a:lnTo>
                  <a:pt x="549272" y="601660"/>
                </a:lnTo>
                <a:lnTo>
                  <a:pt x="549272" y="484979"/>
                </a:lnTo>
                <a:close/>
                <a:moveTo>
                  <a:pt x="261096" y="484979"/>
                </a:moveTo>
                <a:lnTo>
                  <a:pt x="261096" y="601660"/>
                </a:lnTo>
                <a:lnTo>
                  <a:pt x="346865" y="601660"/>
                </a:lnTo>
                <a:lnTo>
                  <a:pt x="346865" y="484979"/>
                </a:lnTo>
                <a:close/>
                <a:moveTo>
                  <a:pt x="118221" y="484979"/>
                </a:moveTo>
                <a:lnTo>
                  <a:pt x="118221" y="601660"/>
                </a:lnTo>
                <a:lnTo>
                  <a:pt x="203990" y="601660"/>
                </a:lnTo>
                <a:lnTo>
                  <a:pt x="203990" y="484979"/>
                </a:lnTo>
                <a:close/>
                <a:moveTo>
                  <a:pt x="261096" y="296067"/>
                </a:moveTo>
                <a:lnTo>
                  <a:pt x="261096" y="412748"/>
                </a:lnTo>
                <a:lnTo>
                  <a:pt x="346865" y="412748"/>
                </a:lnTo>
                <a:lnTo>
                  <a:pt x="346865" y="296067"/>
                </a:lnTo>
                <a:close/>
                <a:moveTo>
                  <a:pt x="118221" y="296067"/>
                </a:moveTo>
                <a:lnTo>
                  <a:pt x="118221" y="412748"/>
                </a:lnTo>
                <a:lnTo>
                  <a:pt x="203990" y="412748"/>
                </a:lnTo>
                <a:lnTo>
                  <a:pt x="203990" y="296067"/>
                </a:lnTo>
                <a:close/>
                <a:moveTo>
                  <a:pt x="261096" y="107155"/>
                </a:moveTo>
                <a:lnTo>
                  <a:pt x="261096" y="223836"/>
                </a:lnTo>
                <a:lnTo>
                  <a:pt x="346865" y="223836"/>
                </a:lnTo>
                <a:lnTo>
                  <a:pt x="346865" y="107155"/>
                </a:lnTo>
                <a:close/>
                <a:moveTo>
                  <a:pt x="118221" y="107155"/>
                </a:moveTo>
                <a:lnTo>
                  <a:pt x="118221" y="223836"/>
                </a:lnTo>
                <a:lnTo>
                  <a:pt x="203990" y="223836"/>
                </a:lnTo>
                <a:lnTo>
                  <a:pt x="203990" y="107155"/>
                </a:lnTo>
                <a:close/>
                <a:moveTo>
                  <a:pt x="24008" y="0"/>
                </a:moveTo>
                <a:lnTo>
                  <a:pt x="442116" y="0"/>
                </a:lnTo>
                <a:lnTo>
                  <a:pt x="442116" y="36000"/>
                </a:lnTo>
                <a:lnTo>
                  <a:pt x="425447" y="36000"/>
                </a:lnTo>
                <a:lnTo>
                  <a:pt x="425447" y="407192"/>
                </a:lnTo>
                <a:lnTo>
                  <a:pt x="620710" y="407192"/>
                </a:lnTo>
                <a:lnTo>
                  <a:pt x="620710" y="443192"/>
                </a:lnTo>
                <a:lnTo>
                  <a:pt x="601659" y="443192"/>
                </a:lnTo>
                <a:lnTo>
                  <a:pt x="601659" y="823912"/>
                </a:lnTo>
                <a:lnTo>
                  <a:pt x="644716" y="823912"/>
                </a:lnTo>
                <a:lnTo>
                  <a:pt x="644716" y="900000"/>
                </a:lnTo>
                <a:lnTo>
                  <a:pt x="0" y="900000"/>
                </a:lnTo>
                <a:lnTo>
                  <a:pt x="0" y="823912"/>
                </a:lnTo>
                <a:lnTo>
                  <a:pt x="42066" y="823912"/>
                </a:lnTo>
                <a:lnTo>
                  <a:pt x="42066" y="36000"/>
                </a:lnTo>
                <a:lnTo>
                  <a:pt x="24008" y="3600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正方形/長方形 29"/>
          <p:cNvSpPr>
            <a:spLocks noChangeAspect="1"/>
          </p:cNvSpPr>
          <p:nvPr/>
        </p:nvSpPr>
        <p:spPr bwMode="gray">
          <a:xfrm>
            <a:off x="6948276" y="2944690"/>
            <a:ext cx="405804" cy="995730"/>
          </a:xfrm>
          <a:custGeom>
            <a:avLst/>
            <a:gdLst/>
            <a:ahLst/>
            <a:cxnLst/>
            <a:rect l="l" t="t" r="r" b="b"/>
            <a:pathLst>
              <a:path w="366790" h="900000">
                <a:moveTo>
                  <a:pt x="239958" y="783362"/>
                </a:moveTo>
                <a:lnTo>
                  <a:pt x="239958" y="839243"/>
                </a:lnTo>
                <a:lnTo>
                  <a:pt x="285677" y="839243"/>
                </a:lnTo>
                <a:lnTo>
                  <a:pt x="285677" y="783362"/>
                </a:lnTo>
                <a:close/>
                <a:moveTo>
                  <a:pt x="160536" y="783362"/>
                </a:moveTo>
                <a:lnTo>
                  <a:pt x="160536" y="839243"/>
                </a:lnTo>
                <a:lnTo>
                  <a:pt x="206255" y="839243"/>
                </a:lnTo>
                <a:lnTo>
                  <a:pt x="206255" y="783362"/>
                </a:lnTo>
                <a:close/>
                <a:moveTo>
                  <a:pt x="81114" y="783362"/>
                </a:moveTo>
                <a:lnTo>
                  <a:pt x="81114" y="839243"/>
                </a:lnTo>
                <a:lnTo>
                  <a:pt x="126833" y="839243"/>
                </a:lnTo>
                <a:lnTo>
                  <a:pt x="126833" y="783362"/>
                </a:lnTo>
                <a:close/>
                <a:moveTo>
                  <a:pt x="239958" y="696061"/>
                </a:moveTo>
                <a:lnTo>
                  <a:pt x="239958" y="751942"/>
                </a:lnTo>
                <a:lnTo>
                  <a:pt x="285677" y="751942"/>
                </a:lnTo>
                <a:lnTo>
                  <a:pt x="285677" y="696061"/>
                </a:lnTo>
                <a:close/>
                <a:moveTo>
                  <a:pt x="160536" y="696061"/>
                </a:moveTo>
                <a:lnTo>
                  <a:pt x="160536" y="751942"/>
                </a:lnTo>
                <a:lnTo>
                  <a:pt x="206255" y="751942"/>
                </a:lnTo>
                <a:lnTo>
                  <a:pt x="206255" y="696061"/>
                </a:lnTo>
                <a:close/>
                <a:moveTo>
                  <a:pt x="81114" y="696061"/>
                </a:moveTo>
                <a:lnTo>
                  <a:pt x="81114" y="751942"/>
                </a:lnTo>
                <a:lnTo>
                  <a:pt x="126833" y="751942"/>
                </a:lnTo>
                <a:lnTo>
                  <a:pt x="126833" y="696061"/>
                </a:lnTo>
                <a:close/>
                <a:moveTo>
                  <a:pt x="239958" y="608762"/>
                </a:moveTo>
                <a:lnTo>
                  <a:pt x="239958" y="664643"/>
                </a:lnTo>
                <a:lnTo>
                  <a:pt x="285677" y="664643"/>
                </a:lnTo>
                <a:lnTo>
                  <a:pt x="285677" y="608762"/>
                </a:lnTo>
                <a:close/>
                <a:moveTo>
                  <a:pt x="160536" y="608762"/>
                </a:moveTo>
                <a:lnTo>
                  <a:pt x="160536" y="664643"/>
                </a:lnTo>
                <a:lnTo>
                  <a:pt x="206255" y="664643"/>
                </a:lnTo>
                <a:lnTo>
                  <a:pt x="206255" y="608762"/>
                </a:lnTo>
                <a:close/>
                <a:moveTo>
                  <a:pt x="81114" y="608762"/>
                </a:moveTo>
                <a:lnTo>
                  <a:pt x="81114" y="664643"/>
                </a:lnTo>
                <a:lnTo>
                  <a:pt x="126833" y="664643"/>
                </a:lnTo>
                <a:lnTo>
                  <a:pt x="126833" y="608762"/>
                </a:lnTo>
                <a:close/>
                <a:moveTo>
                  <a:pt x="239958" y="521463"/>
                </a:moveTo>
                <a:lnTo>
                  <a:pt x="239958" y="577344"/>
                </a:lnTo>
                <a:lnTo>
                  <a:pt x="285677" y="577344"/>
                </a:lnTo>
                <a:lnTo>
                  <a:pt x="285677" y="521463"/>
                </a:lnTo>
                <a:close/>
                <a:moveTo>
                  <a:pt x="160536" y="521463"/>
                </a:moveTo>
                <a:lnTo>
                  <a:pt x="160536" y="577344"/>
                </a:lnTo>
                <a:lnTo>
                  <a:pt x="206255" y="577344"/>
                </a:lnTo>
                <a:lnTo>
                  <a:pt x="206255" y="521463"/>
                </a:lnTo>
                <a:close/>
                <a:moveTo>
                  <a:pt x="81114" y="521463"/>
                </a:moveTo>
                <a:lnTo>
                  <a:pt x="81114" y="577344"/>
                </a:lnTo>
                <a:lnTo>
                  <a:pt x="126833" y="577344"/>
                </a:lnTo>
                <a:lnTo>
                  <a:pt x="126833" y="521463"/>
                </a:lnTo>
                <a:close/>
                <a:moveTo>
                  <a:pt x="239958" y="434164"/>
                </a:moveTo>
                <a:lnTo>
                  <a:pt x="239958" y="490045"/>
                </a:lnTo>
                <a:lnTo>
                  <a:pt x="285677" y="490045"/>
                </a:lnTo>
                <a:lnTo>
                  <a:pt x="285677" y="434164"/>
                </a:lnTo>
                <a:close/>
                <a:moveTo>
                  <a:pt x="160536" y="434164"/>
                </a:moveTo>
                <a:lnTo>
                  <a:pt x="160536" y="490045"/>
                </a:lnTo>
                <a:lnTo>
                  <a:pt x="206255" y="490045"/>
                </a:lnTo>
                <a:lnTo>
                  <a:pt x="206255" y="434164"/>
                </a:lnTo>
                <a:close/>
                <a:moveTo>
                  <a:pt x="81114" y="434164"/>
                </a:moveTo>
                <a:lnTo>
                  <a:pt x="81114" y="490045"/>
                </a:lnTo>
                <a:lnTo>
                  <a:pt x="126833" y="490045"/>
                </a:lnTo>
                <a:lnTo>
                  <a:pt x="126833" y="434164"/>
                </a:lnTo>
                <a:close/>
                <a:moveTo>
                  <a:pt x="239958" y="346865"/>
                </a:moveTo>
                <a:lnTo>
                  <a:pt x="239958" y="402746"/>
                </a:lnTo>
                <a:lnTo>
                  <a:pt x="285677" y="402746"/>
                </a:lnTo>
                <a:lnTo>
                  <a:pt x="285677" y="346865"/>
                </a:lnTo>
                <a:close/>
                <a:moveTo>
                  <a:pt x="160536" y="346865"/>
                </a:moveTo>
                <a:lnTo>
                  <a:pt x="160536" y="402746"/>
                </a:lnTo>
                <a:lnTo>
                  <a:pt x="206255" y="402746"/>
                </a:lnTo>
                <a:lnTo>
                  <a:pt x="206255" y="346865"/>
                </a:lnTo>
                <a:close/>
                <a:moveTo>
                  <a:pt x="81114" y="346865"/>
                </a:moveTo>
                <a:lnTo>
                  <a:pt x="81114" y="402746"/>
                </a:lnTo>
                <a:lnTo>
                  <a:pt x="126833" y="402746"/>
                </a:lnTo>
                <a:lnTo>
                  <a:pt x="126833" y="346865"/>
                </a:lnTo>
                <a:close/>
                <a:moveTo>
                  <a:pt x="239958" y="259566"/>
                </a:moveTo>
                <a:lnTo>
                  <a:pt x="239958" y="315447"/>
                </a:lnTo>
                <a:lnTo>
                  <a:pt x="285677" y="315447"/>
                </a:lnTo>
                <a:lnTo>
                  <a:pt x="285677" y="259566"/>
                </a:lnTo>
                <a:close/>
                <a:moveTo>
                  <a:pt x="160536" y="259566"/>
                </a:moveTo>
                <a:lnTo>
                  <a:pt x="160536" y="315447"/>
                </a:lnTo>
                <a:lnTo>
                  <a:pt x="206255" y="315447"/>
                </a:lnTo>
                <a:lnTo>
                  <a:pt x="206255" y="259566"/>
                </a:lnTo>
                <a:close/>
                <a:moveTo>
                  <a:pt x="81114" y="259566"/>
                </a:moveTo>
                <a:lnTo>
                  <a:pt x="81114" y="315447"/>
                </a:lnTo>
                <a:lnTo>
                  <a:pt x="126833" y="315447"/>
                </a:lnTo>
                <a:lnTo>
                  <a:pt x="126833" y="259566"/>
                </a:lnTo>
                <a:close/>
                <a:moveTo>
                  <a:pt x="239958" y="172267"/>
                </a:moveTo>
                <a:lnTo>
                  <a:pt x="239958" y="228148"/>
                </a:lnTo>
                <a:lnTo>
                  <a:pt x="285677" y="228148"/>
                </a:lnTo>
                <a:lnTo>
                  <a:pt x="285677" y="172267"/>
                </a:lnTo>
                <a:close/>
                <a:moveTo>
                  <a:pt x="160536" y="172267"/>
                </a:moveTo>
                <a:lnTo>
                  <a:pt x="160536" y="228148"/>
                </a:lnTo>
                <a:lnTo>
                  <a:pt x="206255" y="228148"/>
                </a:lnTo>
                <a:lnTo>
                  <a:pt x="206255" y="172267"/>
                </a:lnTo>
                <a:close/>
                <a:moveTo>
                  <a:pt x="81114" y="172267"/>
                </a:moveTo>
                <a:lnTo>
                  <a:pt x="81114" y="228148"/>
                </a:lnTo>
                <a:lnTo>
                  <a:pt x="126833" y="228148"/>
                </a:lnTo>
                <a:lnTo>
                  <a:pt x="126833" y="172267"/>
                </a:lnTo>
                <a:close/>
                <a:moveTo>
                  <a:pt x="239958" y="84968"/>
                </a:moveTo>
                <a:lnTo>
                  <a:pt x="239958" y="140849"/>
                </a:lnTo>
                <a:lnTo>
                  <a:pt x="285677" y="140849"/>
                </a:lnTo>
                <a:lnTo>
                  <a:pt x="285677" y="84968"/>
                </a:lnTo>
                <a:close/>
                <a:moveTo>
                  <a:pt x="160536" y="84968"/>
                </a:moveTo>
                <a:lnTo>
                  <a:pt x="160536" y="140849"/>
                </a:lnTo>
                <a:lnTo>
                  <a:pt x="206255" y="140849"/>
                </a:lnTo>
                <a:lnTo>
                  <a:pt x="206255" y="84968"/>
                </a:lnTo>
                <a:close/>
                <a:moveTo>
                  <a:pt x="81114" y="84968"/>
                </a:moveTo>
                <a:lnTo>
                  <a:pt x="81114" y="140849"/>
                </a:lnTo>
                <a:lnTo>
                  <a:pt x="126833" y="140849"/>
                </a:lnTo>
                <a:lnTo>
                  <a:pt x="126833" y="84968"/>
                </a:lnTo>
                <a:close/>
                <a:moveTo>
                  <a:pt x="67251" y="0"/>
                </a:moveTo>
                <a:lnTo>
                  <a:pt x="234012" y="0"/>
                </a:lnTo>
                <a:lnTo>
                  <a:pt x="234012" y="23762"/>
                </a:lnTo>
                <a:lnTo>
                  <a:pt x="343743" y="23762"/>
                </a:lnTo>
                <a:lnTo>
                  <a:pt x="343743" y="56522"/>
                </a:lnTo>
                <a:lnTo>
                  <a:pt x="334022" y="56522"/>
                </a:lnTo>
                <a:lnTo>
                  <a:pt x="334022" y="841387"/>
                </a:lnTo>
                <a:lnTo>
                  <a:pt x="366790" y="841387"/>
                </a:lnTo>
                <a:lnTo>
                  <a:pt x="366790" y="900000"/>
                </a:lnTo>
                <a:lnTo>
                  <a:pt x="0" y="900000"/>
                </a:lnTo>
                <a:lnTo>
                  <a:pt x="0" y="841387"/>
                </a:lnTo>
                <a:lnTo>
                  <a:pt x="32769" y="841387"/>
                </a:lnTo>
                <a:lnTo>
                  <a:pt x="32769" y="56522"/>
                </a:lnTo>
                <a:lnTo>
                  <a:pt x="23048" y="56522"/>
                </a:lnTo>
                <a:lnTo>
                  <a:pt x="23048" y="23762"/>
                </a:lnTo>
                <a:lnTo>
                  <a:pt x="67251" y="2376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88" name="正方形/長方形 87"/>
          <p:cNvSpPr>
            <a:spLocks noChangeAspect="1"/>
          </p:cNvSpPr>
          <p:nvPr/>
        </p:nvSpPr>
        <p:spPr bwMode="gray">
          <a:xfrm>
            <a:off x="7966565" y="3166066"/>
            <a:ext cx="995729" cy="774354"/>
          </a:xfrm>
          <a:custGeom>
            <a:avLst/>
            <a:gdLst/>
            <a:ahLst/>
            <a:cxnLst/>
            <a:rect l="l" t="t" r="r" b="b"/>
            <a:pathLst>
              <a:path w="900000" h="699909">
                <a:moveTo>
                  <a:pt x="567896" y="487466"/>
                </a:moveTo>
                <a:lnTo>
                  <a:pt x="567896" y="594622"/>
                </a:lnTo>
                <a:lnTo>
                  <a:pt x="808354" y="594622"/>
                </a:lnTo>
                <a:lnTo>
                  <a:pt x="808354" y="487466"/>
                </a:lnTo>
                <a:close/>
                <a:moveTo>
                  <a:pt x="394041" y="487466"/>
                </a:moveTo>
                <a:lnTo>
                  <a:pt x="394041" y="632722"/>
                </a:lnTo>
                <a:lnTo>
                  <a:pt x="505959" y="632722"/>
                </a:lnTo>
                <a:lnTo>
                  <a:pt x="505959" y="487466"/>
                </a:lnTo>
                <a:close/>
                <a:moveTo>
                  <a:pt x="91646" y="487466"/>
                </a:moveTo>
                <a:lnTo>
                  <a:pt x="91646" y="594622"/>
                </a:lnTo>
                <a:lnTo>
                  <a:pt x="332104" y="594622"/>
                </a:lnTo>
                <a:lnTo>
                  <a:pt x="332104" y="487466"/>
                </a:lnTo>
                <a:close/>
                <a:moveTo>
                  <a:pt x="567896" y="314826"/>
                </a:moveTo>
                <a:lnTo>
                  <a:pt x="567896" y="421982"/>
                </a:lnTo>
                <a:lnTo>
                  <a:pt x="808354" y="421982"/>
                </a:lnTo>
                <a:lnTo>
                  <a:pt x="808354" y="314826"/>
                </a:lnTo>
                <a:close/>
                <a:moveTo>
                  <a:pt x="394041" y="314826"/>
                </a:moveTo>
                <a:lnTo>
                  <a:pt x="394041" y="421982"/>
                </a:lnTo>
                <a:lnTo>
                  <a:pt x="505959" y="421982"/>
                </a:lnTo>
                <a:lnTo>
                  <a:pt x="505959" y="314826"/>
                </a:lnTo>
                <a:close/>
                <a:moveTo>
                  <a:pt x="91646" y="314826"/>
                </a:moveTo>
                <a:lnTo>
                  <a:pt x="91646" y="421982"/>
                </a:lnTo>
                <a:lnTo>
                  <a:pt x="332104" y="421982"/>
                </a:lnTo>
                <a:lnTo>
                  <a:pt x="332104" y="314826"/>
                </a:lnTo>
                <a:close/>
                <a:moveTo>
                  <a:pt x="567896" y="142185"/>
                </a:moveTo>
                <a:lnTo>
                  <a:pt x="567896" y="249341"/>
                </a:lnTo>
                <a:lnTo>
                  <a:pt x="808354" y="249341"/>
                </a:lnTo>
                <a:lnTo>
                  <a:pt x="808354" y="142185"/>
                </a:lnTo>
                <a:close/>
                <a:moveTo>
                  <a:pt x="394041" y="142185"/>
                </a:moveTo>
                <a:lnTo>
                  <a:pt x="394041" y="249341"/>
                </a:lnTo>
                <a:lnTo>
                  <a:pt x="505959" y="249341"/>
                </a:lnTo>
                <a:lnTo>
                  <a:pt x="505959" y="142185"/>
                </a:lnTo>
                <a:close/>
                <a:moveTo>
                  <a:pt x="91646" y="142185"/>
                </a:moveTo>
                <a:lnTo>
                  <a:pt x="91646" y="249341"/>
                </a:lnTo>
                <a:lnTo>
                  <a:pt x="332104" y="249341"/>
                </a:lnTo>
                <a:lnTo>
                  <a:pt x="332104" y="142185"/>
                </a:lnTo>
                <a:close/>
                <a:moveTo>
                  <a:pt x="188093" y="0"/>
                </a:moveTo>
                <a:lnTo>
                  <a:pt x="711907" y="0"/>
                </a:lnTo>
                <a:lnTo>
                  <a:pt x="711907" y="64293"/>
                </a:lnTo>
                <a:lnTo>
                  <a:pt x="884181" y="64293"/>
                </a:lnTo>
                <a:lnTo>
                  <a:pt x="884181" y="102093"/>
                </a:lnTo>
                <a:lnTo>
                  <a:pt x="866719" y="102093"/>
                </a:lnTo>
                <a:lnTo>
                  <a:pt x="866719" y="633411"/>
                </a:lnTo>
                <a:lnTo>
                  <a:pt x="900000" y="633411"/>
                </a:lnTo>
                <a:lnTo>
                  <a:pt x="900000" y="699909"/>
                </a:lnTo>
                <a:lnTo>
                  <a:pt x="0" y="699909"/>
                </a:lnTo>
                <a:lnTo>
                  <a:pt x="0" y="633411"/>
                </a:lnTo>
                <a:lnTo>
                  <a:pt x="33282" y="633411"/>
                </a:lnTo>
                <a:lnTo>
                  <a:pt x="33282" y="102093"/>
                </a:lnTo>
                <a:lnTo>
                  <a:pt x="15819" y="102093"/>
                </a:lnTo>
                <a:lnTo>
                  <a:pt x="15819" y="64293"/>
                </a:lnTo>
                <a:lnTo>
                  <a:pt x="188093" y="64293"/>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7" name="正方形/長方形 23"/>
          <p:cNvSpPr>
            <a:spLocks noChangeAspect="1"/>
          </p:cNvSpPr>
          <p:nvPr/>
        </p:nvSpPr>
        <p:spPr bwMode="gray">
          <a:xfrm>
            <a:off x="3759732" y="3084586"/>
            <a:ext cx="995729" cy="855835"/>
          </a:xfrm>
          <a:custGeom>
            <a:avLst/>
            <a:gdLst/>
            <a:ahLst/>
            <a:cxnLst/>
            <a:rect l="l" t="t" r="r" b="b"/>
            <a:pathLst>
              <a:path w="1447800" h="1244390">
                <a:moveTo>
                  <a:pt x="1201819" y="1026176"/>
                </a:moveTo>
                <a:lnTo>
                  <a:pt x="1201819" y="1121427"/>
                </a:lnTo>
                <a:lnTo>
                  <a:pt x="1268495" y="1121427"/>
                </a:lnTo>
                <a:lnTo>
                  <a:pt x="1268495" y="1026176"/>
                </a:lnTo>
                <a:close/>
                <a:moveTo>
                  <a:pt x="1065033" y="1026176"/>
                </a:moveTo>
                <a:lnTo>
                  <a:pt x="1065033" y="1121427"/>
                </a:lnTo>
                <a:lnTo>
                  <a:pt x="1131709" y="1121427"/>
                </a:lnTo>
                <a:lnTo>
                  <a:pt x="1131709" y="1026176"/>
                </a:lnTo>
                <a:close/>
                <a:moveTo>
                  <a:pt x="316092" y="1026176"/>
                </a:moveTo>
                <a:lnTo>
                  <a:pt x="316092" y="1121427"/>
                </a:lnTo>
                <a:lnTo>
                  <a:pt x="382768" y="1121427"/>
                </a:lnTo>
                <a:lnTo>
                  <a:pt x="382768" y="1026176"/>
                </a:lnTo>
                <a:close/>
                <a:moveTo>
                  <a:pt x="179306" y="1026176"/>
                </a:moveTo>
                <a:lnTo>
                  <a:pt x="179306" y="1121427"/>
                </a:lnTo>
                <a:lnTo>
                  <a:pt x="245982" y="1121427"/>
                </a:lnTo>
                <a:lnTo>
                  <a:pt x="245982" y="1026176"/>
                </a:lnTo>
                <a:close/>
                <a:moveTo>
                  <a:pt x="1201819" y="842786"/>
                </a:moveTo>
                <a:lnTo>
                  <a:pt x="1201819" y="938037"/>
                </a:lnTo>
                <a:lnTo>
                  <a:pt x="1268495" y="938037"/>
                </a:lnTo>
                <a:lnTo>
                  <a:pt x="1268495" y="842786"/>
                </a:lnTo>
                <a:close/>
                <a:moveTo>
                  <a:pt x="1065033" y="842786"/>
                </a:moveTo>
                <a:lnTo>
                  <a:pt x="1065033" y="938037"/>
                </a:lnTo>
                <a:lnTo>
                  <a:pt x="1131709" y="938037"/>
                </a:lnTo>
                <a:lnTo>
                  <a:pt x="1131709" y="842786"/>
                </a:lnTo>
                <a:close/>
                <a:moveTo>
                  <a:pt x="316092" y="842786"/>
                </a:moveTo>
                <a:lnTo>
                  <a:pt x="316092" y="938037"/>
                </a:lnTo>
                <a:lnTo>
                  <a:pt x="382768" y="938037"/>
                </a:lnTo>
                <a:lnTo>
                  <a:pt x="382768" y="842786"/>
                </a:lnTo>
                <a:close/>
                <a:moveTo>
                  <a:pt x="179306" y="842786"/>
                </a:moveTo>
                <a:lnTo>
                  <a:pt x="179306" y="938037"/>
                </a:lnTo>
                <a:lnTo>
                  <a:pt x="245982" y="938037"/>
                </a:lnTo>
                <a:lnTo>
                  <a:pt x="245982" y="842786"/>
                </a:lnTo>
                <a:close/>
                <a:moveTo>
                  <a:pt x="723900" y="732857"/>
                </a:moveTo>
                <a:lnTo>
                  <a:pt x="450300" y="828953"/>
                </a:lnTo>
                <a:lnTo>
                  <a:pt x="450955" y="828953"/>
                </a:lnTo>
                <a:lnTo>
                  <a:pt x="450955" y="880435"/>
                </a:lnTo>
                <a:lnTo>
                  <a:pt x="500375" y="880435"/>
                </a:lnTo>
                <a:lnTo>
                  <a:pt x="500375" y="1168434"/>
                </a:lnTo>
                <a:lnTo>
                  <a:pt x="560423" y="1168434"/>
                </a:lnTo>
                <a:lnTo>
                  <a:pt x="560423" y="880435"/>
                </a:lnTo>
                <a:lnTo>
                  <a:pt x="626749" y="880435"/>
                </a:lnTo>
                <a:lnTo>
                  <a:pt x="626749" y="1168434"/>
                </a:lnTo>
                <a:lnTo>
                  <a:pt x="689424" y="1168434"/>
                </a:lnTo>
                <a:lnTo>
                  <a:pt x="689424" y="880435"/>
                </a:lnTo>
                <a:lnTo>
                  <a:pt x="755750" y="880435"/>
                </a:lnTo>
                <a:lnTo>
                  <a:pt x="755750" y="1168434"/>
                </a:lnTo>
                <a:lnTo>
                  <a:pt x="818425" y="1168434"/>
                </a:lnTo>
                <a:lnTo>
                  <a:pt x="818425" y="880435"/>
                </a:lnTo>
                <a:lnTo>
                  <a:pt x="884751" y="880435"/>
                </a:lnTo>
                <a:lnTo>
                  <a:pt x="884751" y="1168434"/>
                </a:lnTo>
                <a:lnTo>
                  <a:pt x="947426" y="1168434"/>
                </a:lnTo>
                <a:lnTo>
                  <a:pt x="947426" y="880435"/>
                </a:lnTo>
                <a:lnTo>
                  <a:pt x="996845" y="880435"/>
                </a:lnTo>
                <a:lnTo>
                  <a:pt x="996845" y="828953"/>
                </a:lnTo>
                <a:lnTo>
                  <a:pt x="997500" y="828953"/>
                </a:lnTo>
                <a:close/>
                <a:moveTo>
                  <a:pt x="827348" y="557001"/>
                </a:moveTo>
                <a:lnTo>
                  <a:pt x="827348" y="652252"/>
                </a:lnTo>
                <a:lnTo>
                  <a:pt x="894024" y="652252"/>
                </a:lnTo>
                <a:lnTo>
                  <a:pt x="894024" y="557001"/>
                </a:lnTo>
                <a:close/>
                <a:moveTo>
                  <a:pt x="690563" y="557001"/>
                </a:moveTo>
                <a:lnTo>
                  <a:pt x="690563" y="652252"/>
                </a:lnTo>
                <a:lnTo>
                  <a:pt x="757239" y="652252"/>
                </a:lnTo>
                <a:lnTo>
                  <a:pt x="757239" y="557001"/>
                </a:lnTo>
                <a:close/>
                <a:moveTo>
                  <a:pt x="553777" y="557001"/>
                </a:moveTo>
                <a:lnTo>
                  <a:pt x="553777" y="652252"/>
                </a:lnTo>
                <a:lnTo>
                  <a:pt x="620453" y="652252"/>
                </a:lnTo>
                <a:lnTo>
                  <a:pt x="620453" y="557001"/>
                </a:lnTo>
                <a:close/>
                <a:moveTo>
                  <a:pt x="720300" y="0"/>
                </a:moveTo>
                <a:cubicBezTo>
                  <a:pt x="722700" y="596"/>
                  <a:pt x="725100" y="1204"/>
                  <a:pt x="727500" y="1800"/>
                </a:cubicBezTo>
                <a:lnTo>
                  <a:pt x="727500" y="34802"/>
                </a:lnTo>
                <a:lnTo>
                  <a:pt x="731696" y="35851"/>
                </a:lnTo>
                <a:lnTo>
                  <a:pt x="731696" y="76436"/>
                </a:lnTo>
                <a:lnTo>
                  <a:pt x="735365" y="77353"/>
                </a:lnTo>
                <a:lnTo>
                  <a:pt x="735365" y="117163"/>
                </a:lnTo>
                <a:lnTo>
                  <a:pt x="738412" y="117925"/>
                </a:lnTo>
                <a:lnTo>
                  <a:pt x="738412" y="158285"/>
                </a:lnTo>
                <a:lnTo>
                  <a:pt x="741900" y="159157"/>
                </a:lnTo>
                <a:lnTo>
                  <a:pt x="741900" y="202807"/>
                </a:lnTo>
                <a:cubicBezTo>
                  <a:pt x="757094" y="207090"/>
                  <a:pt x="766514" y="221427"/>
                  <a:pt x="766514" y="237965"/>
                </a:cubicBezTo>
                <a:lnTo>
                  <a:pt x="766514" y="242686"/>
                </a:lnTo>
                <a:cubicBezTo>
                  <a:pt x="881406" y="261597"/>
                  <a:pt x="972017" y="358264"/>
                  <a:pt x="989577" y="480802"/>
                </a:cubicBezTo>
                <a:lnTo>
                  <a:pt x="1020366" y="480802"/>
                </a:lnTo>
                <a:lnTo>
                  <a:pt x="1020366" y="542714"/>
                </a:lnTo>
                <a:lnTo>
                  <a:pt x="998934" y="542714"/>
                </a:lnTo>
                <a:lnTo>
                  <a:pt x="998934" y="669598"/>
                </a:lnTo>
                <a:lnTo>
                  <a:pt x="1361450" y="745122"/>
                </a:lnTo>
                <a:lnTo>
                  <a:pt x="1383507" y="745122"/>
                </a:lnTo>
                <a:lnTo>
                  <a:pt x="1383507" y="802272"/>
                </a:lnTo>
                <a:lnTo>
                  <a:pt x="1366838" y="802272"/>
                </a:lnTo>
                <a:lnTo>
                  <a:pt x="1366838" y="1097546"/>
                </a:lnTo>
                <a:lnTo>
                  <a:pt x="1408509" y="1097546"/>
                </a:lnTo>
                <a:lnTo>
                  <a:pt x="1408509" y="1166602"/>
                </a:lnTo>
                <a:lnTo>
                  <a:pt x="1447800" y="1166602"/>
                </a:lnTo>
                <a:lnTo>
                  <a:pt x="1447800" y="1244390"/>
                </a:lnTo>
                <a:lnTo>
                  <a:pt x="0" y="1244390"/>
                </a:lnTo>
                <a:lnTo>
                  <a:pt x="0" y="1166602"/>
                </a:lnTo>
                <a:lnTo>
                  <a:pt x="39291" y="1166602"/>
                </a:lnTo>
                <a:lnTo>
                  <a:pt x="39291" y="1097546"/>
                </a:lnTo>
                <a:lnTo>
                  <a:pt x="80963" y="1097546"/>
                </a:lnTo>
                <a:lnTo>
                  <a:pt x="80963" y="802272"/>
                </a:lnTo>
                <a:lnTo>
                  <a:pt x="64294" y="802272"/>
                </a:lnTo>
                <a:lnTo>
                  <a:pt x="64294" y="745122"/>
                </a:lnTo>
                <a:lnTo>
                  <a:pt x="86350" y="745122"/>
                </a:lnTo>
                <a:lnTo>
                  <a:pt x="448866" y="669598"/>
                </a:lnTo>
                <a:lnTo>
                  <a:pt x="448866" y="542714"/>
                </a:lnTo>
                <a:lnTo>
                  <a:pt x="427434" y="542714"/>
                </a:lnTo>
                <a:lnTo>
                  <a:pt x="427434" y="480802"/>
                </a:lnTo>
                <a:lnTo>
                  <a:pt x="458224" y="480802"/>
                </a:lnTo>
                <a:lnTo>
                  <a:pt x="458542" y="479752"/>
                </a:lnTo>
                <a:lnTo>
                  <a:pt x="640644" y="479752"/>
                </a:lnTo>
                <a:cubicBezTo>
                  <a:pt x="645615" y="479752"/>
                  <a:pt x="649644" y="475723"/>
                  <a:pt x="649644" y="470752"/>
                </a:cubicBezTo>
                <a:cubicBezTo>
                  <a:pt x="649644" y="465781"/>
                  <a:pt x="645615" y="461752"/>
                  <a:pt x="640644" y="461752"/>
                </a:cubicBezTo>
                <a:lnTo>
                  <a:pt x="463990" y="461752"/>
                </a:lnTo>
                <a:cubicBezTo>
                  <a:pt x="485599" y="348091"/>
                  <a:pt x="572574" y="260579"/>
                  <a:pt x="681288" y="242685"/>
                </a:cubicBezTo>
                <a:lnTo>
                  <a:pt x="681288" y="237965"/>
                </a:lnTo>
                <a:cubicBezTo>
                  <a:pt x="681288" y="221428"/>
                  <a:pt x="690707" y="207091"/>
                  <a:pt x="705900" y="202808"/>
                </a:cubicBezTo>
                <a:lnTo>
                  <a:pt x="705900" y="150157"/>
                </a:lnTo>
                <a:lnTo>
                  <a:pt x="709388" y="151029"/>
                </a:lnTo>
                <a:lnTo>
                  <a:pt x="709388" y="110669"/>
                </a:lnTo>
                <a:lnTo>
                  <a:pt x="712436" y="111431"/>
                </a:lnTo>
                <a:lnTo>
                  <a:pt x="712436" y="71621"/>
                </a:lnTo>
                <a:lnTo>
                  <a:pt x="716104" y="72538"/>
                </a:lnTo>
                <a:lnTo>
                  <a:pt x="716104" y="31953"/>
                </a:lnTo>
                <a:lnTo>
                  <a:pt x="720300" y="3300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8" name="正方形/長方形 55"/>
          <p:cNvSpPr>
            <a:spLocks noChangeAspect="1"/>
          </p:cNvSpPr>
          <p:nvPr/>
        </p:nvSpPr>
        <p:spPr bwMode="gray">
          <a:xfrm>
            <a:off x="5367945" y="2944695"/>
            <a:ext cx="967849" cy="995727"/>
          </a:xfrm>
          <a:custGeom>
            <a:avLst/>
            <a:gdLst/>
            <a:ahLst/>
            <a:cxnLst/>
            <a:rect l="l" t="t" r="r" b="b"/>
            <a:pathLst>
              <a:path w="874801" h="899999">
                <a:moveTo>
                  <a:pt x="527411" y="298384"/>
                </a:moveTo>
                <a:lnTo>
                  <a:pt x="514064" y="356392"/>
                </a:lnTo>
                <a:lnTo>
                  <a:pt x="502785" y="356392"/>
                </a:lnTo>
                <a:lnTo>
                  <a:pt x="502785" y="690752"/>
                </a:lnTo>
                <a:lnTo>
                  <a:pt x="514063" y="690752"/>
                </a:lnTo>
                <a:lnTo>
                  <a:pt x="523940" y="733678"/>
                </a:lnTo>
                <a:lnTo>
                  <a:pt x="596388" y="733678"/>
                </a:lnTo>
                <a:lnTo>
                  <a:pt x="606264" y="690752"/>
                </a:lnTo>
                <a:lnTo>
                  <a:pt x="617542" y="690752"/>
                </a:lnTo>
                <a:lnTo>
                  <a:pt x="617542" y="356392"/>
                </a:lnTo>
                <a:lnTo>
                  <a:pt x="606265" y="356392"/>
                </a:lnTo>
                <a:lnTo>
                  <a:pt x="592919" y="298384"/>
                </a:lnTo>
                <a:close/>
                <a:moveTo>
                  <a:pt x="281883" y="298384"/>
                </a:moveTo>
                <a:lnTo>
                  <a:pt x="268536" y="356392"/>
                </a:lnTo>
                <a:lnTo>
                  <a:pt x="257257" y="356392"/>
                </a:lnTo>
                <a:lnTo>
                  <a:pt x="257257" y="690752"/>
                </a:lnTo>
                <a:lnTo>
                  <a:pt x="268535" y="690752"/>
                </a:lnTo>
                <a:lnTo>
                  <a:pt x="278412" y="733678"/>
                </a:lnTo>
                <a:lnTo>
                  <a:pt x="350861" y="733678"/>
                </a:lnTo>
                <a:lnTo>
                  <a:pt x="360737" y="690752"/>
                </a:lnTo>
                <a:lnTo>
                  <a:pt x="372015" y="690752"/>
                </a:lnTo>
                <a:lnTo>
                  <a:pt x="372015" y="356392"/>
                </a:lnTo>
                <a:lnTo>
                  <a:pt x="360738" y="356392"/>
                </a:lnTo>
                <a:lnTo>
                  <a:pt x="347392" y="298384"/>
                </a:lnTo>
                <a:close/>
                <a:moveTo>
                  <a:pt x="437400" y="125412"/>
                </a:moveTo>
                <a:cubicBezTo>
                  <a:pt x="413240" y="125412"/>
                  <a:pt x="393655" y="144997"/>
                  <a:pt x="393655" y="169157"/>
                </a:cubicBezTo>
                <a:cubicBezTo>
                  <a:pt x="393655" y="193317"/>
                  <a:pt x="413240" y="212902"/>
                  <a:pt x="437400" y="212902"/>
                </a:cubicBezTo>
                <a:cubicBezTo>
                  <a:pt x="461560" y="212902"/>
                  <a:pt x="481145" y="193317"/>
                  <a:pt x="481145" y="169157"/>
                </a:cubicBezTo>
                <a:cubicBezTo>
                  <a:pt x="481145" y="144997"/>
                  <a:pt x="461560" y="125412"/>
                  <a:pt x="437400" y="125412"/>
                </a:cubicBezTo>
                <a:close/>
                <a:moveTo>
                  <a:pt x="437400" y="0"/>
                </a:moveTo>
                <a:lnTo>
                  <a:pt x="874798" y="220661"/>
                </a:lnTo>
                <a:lnTo>
                  <a:pt x="874801" y="220661"/>
                </a:lnTo>
                <a:lnTo>
                  <a:pt x="843006" y="264451"/>
                </a:lnTo>
                <a:lnTo>
                  <a:pt x="843006" y="298384"/>
                </a:lnTo>
                <a:lnTo>
                  <a:pt x="772938" y="298384"/>
                </a:lnTo>
                <a:lnTo>
                  <a:pt x="759591" y="356392"/>
                </a:lnTo>
                <a:lnTo>
                  <a:pt x="748312" y="356392"/>
                </a:lnTo>
                <a:lnTo>
                  <a:pt x="748312" y="690752"/>
                </a:lnTo>
                <a:lnTo>
                  <a:pt x="759590" y="690752"/>
                </a:lnTo>
                <a:lnTo>
                  <a:pt x="769467" y="733678"/>
                </a:lnTo>
                <a:lnTo>
                  <a:pt x="829903" y="733678"/>
                </a:lnTo>
                <a:lnTo>
                  <a:pt x="829903" y="809878"/>
                </a:lnTo>
                <a:lnTo>
                  <a:pt x="874026" y="809878"/>
                </a:lnTo>
                <a:lnTo>
                  <a:pt x="874026" y="899999"/>
                </a:lnTo>
                <a:lnTo>
                  <a:pt x="775" y="899999"/>
                </a:lnTo>
                <a:lnTo>
                  <a:pt x="775" y="809878"/>
                </a:lnTo>
                <a:lnTo>
                  <a:pt x="44898" y="809878"/>
                </a:lnTo>
                <a:lnTo>
                  <a:pt x="44898" y="809604"/>
                </a:lnTo>
                <a:lnTo>
                  <a:pt x="94361" y="809604"/>
                </a:lnTo>
                <a:cubicBezTo>
                  <a:pt x="102092" y="809604"/>
                  <a:pt x="108360" y="803336"/>
                  <a:pt x="108360" y="795605"/>
                </a:cubicBezTo>
                <a:lnTo>
                  <a:pt x="108361" y="795605"/>
                </a:lnTo>
                <a:cubicBezTo>
                  <a:pt x="108361" y="787874"/>
                  <a:pt x="102093" y="781606"/>
                  <a:pt x="94362" y="781606"/>
                </a:cubicBezTo>
                <a:lnTo>
                  <a:pt x="44898" y="781606"/>
                </a:lnTo>
                <a:lnTo>
                  <a:pt x="44898" y="733678"/>
                </a:lnTo>
                <a:lnTo>
                  <a:pt x="105333" y="733678"/>
                </a:lnTo>
                <a:lnTo>
                  <a:pt x="115209" y="690752"/>
                </a:lnTo>
                <a:lnTo>
                  <a:pt x="126487" y="690752"/>
                </a:lnTo>
                <a:lnTo>
                  <a:pt x="126487" y="356392"/>
                </a:lnTo>
                <a:lnTo>
                  <a:pt x="115210" y="356392"/>
                </a:lnTo>
                <a:lnTo>
                  <a:pt x="108266" y="326210"/>
                </a:lnTo>
                <a:lnTo>
                  <a:pt x="141986" y="326210"/>
                </a:lnTo>
                <a:cubicBezTo>
                  <a:pt x="149717" y="326210"/>
                  <a:pt x="155985" y="319942"/>
                  <a:pt x="155985" y="312211"/>
                </a:cubicBezTo>
                <a:lnTo>
                  <a:pt x="155986" y="312211"/>
                </a:lnTo>
                <a:cubicBezTo>
                  <a:pt x="155986" y="304480"/>
                  <a:pt x="149718" y="298212"/>
                  <a:pt x="141987" y="298212"/>
                </a:cubicBezTo>
                <a:lnTo>
                  <a:pt x="31795" y="298212"/>
                </a:lnTo>
                <a:lnTo>
                  <a:pt x="31795" y="264449"/>
                </a:lnTo>
                <a:lnTo>
                  <a:pt x="1" y="220662"/>
                </a:lnTo>
                <a:lnTo>
                  <a:pt x="0" y="220662"/>
                </a:lnTo>
                <a:lnTo>
                  <a:pt x="1" y="220661"/>
                </a:lnTo>
                <a:lnTo>
                  <a:pt x="2" y="220661"/>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9643512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Public Sector</a:t>
            </a:r>
            <a:endParaRPr kumimoji="1" lang="ja-JP" altLang="en-US"/>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23</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4" name="円/楕円 23"/>
          <p:cNvSpPr>
            <a:spLocks noChangeAspect="1"/>
          </p:cNvSpPr>
          <p:nvPr/>
        </p:nvSpPr>
        <p:spPr bwMode="gray">
          <a:xfrm>
            <a:off x="3586922" y="3220873"/>
            <a:ext cx="837109" cy="464666"/>
          </a:xfrm>
          <a:custGeom>
            <a:avLst/>
            <a:gdLst/>
            <a:ahLst/>
            <a:cxnLst/>
            <a:rect l="l" t="t" r="r" b="b"/>
            <a:pathLst>
              <a:path w="906868" h="503388">
                <a:moveTo>
                  <a:pt x="453434" y="152694"/>
                </a:moveTo>
                <a:cubicBezTo>
                  <a:pt x="474866" y="159500"/>
                  <a:pt x="441528" y="221075"/>
                  <a:pt x="453434" y="251694"/>
                </a:cubicBezTo>
                <a:cubicBezTo>
                  <a:pt x="453434" y="272788"/>
                  <a:pt x="550052" y="225669"/>
                  <a:pt x="552434" y="251694"/>
                </a:cubicBezTo>
                <a:cubicBezTo>
                  <a:pt x="552434" y="306370"/>
                  <a:pt x="508110" y="350694"/>
                  <a:pt x="453434" y="350694"/>
                </a:cubicBezTo>
                <a:cubicBezTo>
                  <a:pt x="398758" y="350694"/>
                  <a:pt x="354434" y="306370"/>
                  <a:pt x="354434" y="251694"/>
                </a:cubicBezTo>
                <a:cubicBezTo>
                  <a:pt x="354434" y="197018"/>
                  <a:pt x="398665" y="155412"/>
                  <a:pt x="453434" y="152694"/>
                </a:cubicBezTo>
                <a:close/>
                <a:moveTo>
                  <a:pt x="453434" y="57954"/>
                </a:moveTo>
                <a:cubicBezTo>
                  <a:pt x="346434" y="57954"/>
                  <a:pt x="259694" y="144694"/>
                  <a:pt x="259694" y="251694"/>
                </a:cubicBezTo>
                <a:cubicBezTo>
                  <a:pt x="259694" y="358694"/>
                  <a:pt x="346434" y="445434"/>
                  <a:pt x="453434" y="445434"/>
                </a:cubicBezTo>
                <a:cubicBezTo>
                  <a:pt x="560434" y="445434"/>
                  <a:pt x="647174" y="358694"/>
                  <a:pt x="647174" y="251694"/>
                </a:cubicBezTo>
                <a:cubicBezTo>
                  <a:pt x="647174" y="144694"/>
                  <a:pt x="560434" y="57954"/>
                  <a:pt x="453434" y="57954"/>
                </a:cubicBezTo>
                <a:close/>
                <a:moveTo>
                  <a:pt x="453434" y="0"/>
                </a:moveTo>
                <a:cubicBezTo>
                  <a:pt x="644881" y="0"/>
                  <a:pt x="812931" y="100172"/>
                  <a:pt x="906868" y="251694"/>
                </a:cubicBezTo>
                <a:cubicBezTo>
                  <a:pt x="812931" y="403217"/>
                  <a:pt x="644881" y="503388"/>
                  <a:pt x="453434" y="503388"/>
                </a:cubicBezTo>
                <a:cubicBezTo>
                  <a:pt x="261987" y="503388"/>
                  <a:pt x="93937" y="403217"/>
                  <a:pt x="0" y="251694"/>
                </a:cubicBezTo>
                <a:cubicBezTo>
                  <a:pt x="93937" y="100172"/>
                  <a:pt x="261987" y="0"/>
                  <a:pt x="453434"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8" name="正方形/長方形 27"/>
          <p:cNvSpPr>
            <a:spLocks noChangeAspect="1"/>
          </p:cNvSpPr>
          <p:nvPr/>
        </p:nvSpPr>
        <p:spPr bwMode="gray">
          <a:xfrm>
            <a:off x="5077894" y="3121461"/>
            <a:ext cx="830769" cy="663492"/>
          </a:xfrm>
          <a:custGeom>
            <a:avLst/>
            <a:gdLst/>
            <a:ahLst/>
            <a:cxnLst/>
            <a:rect l="l" t="t" r="r" b="b"/>
            <a:pathLst>
              <a:path w="900000" h="718783">
                <a:moveTo>
                  <a:pt x="175250" y="452431"/>
                </a:moveTo>
                <a:lnTo>
                  <a:pt x="404020" y="452431"/>
                </a:lnTo>
                <a:lnTo>
                  <a:pt x="404020" y="535434"/>
                </a:lnTo>
                <a:lnTo>
                  <a:pt x="175250" y="535434"/>
                </a:lnTo>
                <a:close/>
                <a:moveTo>
                  <a:pt x="175250" y="317890"/>
                </a:moveTo>
                <a:lnTo>
                  <a:pt x="404020" y="317890"/>
                </a:lnTo>
                <a:lnTo>
                  <a:pt x="404020" y="400893"/>
                </a:lnTo>
                <a:lnTo>
                  <a:pt x="175250" y="400893"/>
                </a:lnTo>
                <a:close/>
                <a:moveTo>
                  <a:pt x="175250" y="183349"/>
                </a:moveTo>
                <a:lnTo>
                  <a:pt x="404020" y="183349"/>
                </a:lnTo>
                <a:lnTo>
                  <a:pt x="404020" y="266352"/>
                </a:lnTo>
                <a:lnTo>
                  <a:pt x="175250" y="266352"/>
                </a:lnTo>
                <a:close/>
                <a:moveTo>
                  <a:pt x="590625" y="183136"/>
                </a:moveTo>
                <a:lnTo>
                  <a:pt x="620789" y="183136"/>
                </a:lnTo>
                <a:cubicBezTo>
                  <a:pt x="656516" y="183136"/>
                  <a:pt x="685479" y="212099"/>
                  <a:pt x="685479" y="247826"/>
                </a:cubicBezTo>
                <a:lnTo>
                  <a:pt x="685479" y="314955"/>
                </a:lnTo>
                <a:cubicBezTo>
                  <a:pt x="685479" y="335442"/>
                  <a:pt x="670613" y="361268"/>
                  <a:pt x="657389" y="374918"/>
                </a:cubicBezTo>
                <a:cubicBezTo>
                  <a:pt x="652621" y="389780"/>
                  <a:pt x="636394" y="404072"/>
                  <a:pt x="643086" y="419503"/>
                </a:cubicBezTo>
                <a:cubicBezTo>
                  <a:pt x="649778" y="434934"/>
                  <a:pt x="662663" y="453815"/>
                  <a:pt x="697541" y="467505"/>
                </a:cubicBezTo>
                <a:lnTo>
                  <a:pt x="697772" y="468204"/>
                </a:lnTo>
                <a:lnTo>
                  <a:pt x="699217" y="468204"/>
                </a:lnTo>
                <a:lnTo>
                  <a:pt x="720092" y="476908"/>
                </a:lnTo>
                <a:lnTo>
                  <a:pt x="720092" y="535221"/>
                </a:lnTo>
                <a:lnTo>
                  <a:pt x="719952" y="535221"/>
                </a:lnTo>
                <a:cubicBezTo>
                  <a:pt x="719999" y="535363"/>
                  <a:pt x="720045" y="535504"/>
                  <a:pt x="720092" y="535646"/>
                </a:cubicBezTo>
                <a:lnTo>
                  <a:pt x="491322" y="535646"/>
                </a:lnTo>
                <a:cubicBezTo>
                  <a:pt x="491369" y="535504"/>
                  <a:pt x="491415" y="535363"/>
                  <a:pt x="491462" y="535221"/>
                </a:cubicBezTo>
                <a:lnTo>
                  <a:pt x="491322" y="535221"/>
                </a:lnTo>
                <a:lnTo>
                  <a:pt x="491322" y="476908"/>
                </a:lnTo>
                <a:lnTo>
                  <a:pt x="512196" y="468204"/>
                </a:lnTo>
                <a:lnTo>
                  <a:pt x="513642" y="468204"/>
                </a:lnTo>
                <a:cubicBezTo>
                  <a:pt x="513719" y="467971"/>
                  <a:pt x="513797" y="467738"/>
                  <a:pt x="513874" y="467505"/>
                </a:cubicBezTo>
                <a:cubicBezTo>
                  <a:pt x="548751" y="453815"/>
                  <a:pt x="562826" y="436125"/>
                  <a:pt x="568327" y="419503"/>
                </a:cubicBezTo>
                <a:cubicBezTo>
                  <a:pt x="573828" y="402881"/>
                  <a:pt x="553946" y="385200"/>
                  <a:pt x="546881" y="367775"/>
                </a:cubicBezTo>
                <a:cubicBezTo>
                  <a:pt x="533658" y="354125"/>
                  <a:pt x="525935" y="335442"/>
                  <a:pt x="525935" y="314955"/>
                </a:cubicBezTo>
                <a:lnTo>
                  <a:pt x="525935" y="247826"/>
                </a:lnTo>
                <a:cubicBezTo>
                  <a:pt x="525935" y="212099"/>
                  <a:pt x="554898" y="183136"/>
                  <a:pt x="590625" y="183136"/>
                </a:cubicBezTo>
                <a:close/>
                <a:moveTo>
                  <a:pt x="90828" y="89119"/>
                </a:moveTo>
                <a:lnTo>
                  <a:pt x="90828" y="629663"/>
                </a:lnTo>
                <a:lnTo>
                  <a:pt x="809173" y="629663"/>
                </a:lnTo>
                <a:lnTo>
                  <a:pt x="809173" y="89119"/>
                </a:lnTo>
                <a:close/>
                <a:moveTo>
                  <a:pt x="81697" y="0"/>
                </a:moveTo>
                <a:lnTo>
                  <a:pt x="818303" y="0"/>
                </a:lnTo>
                <a:cubicBezTo>
                  <a:pt x="863423" y="0"/>
                  <a:pt x="900000" y="36577"/>
                  <a:pt x="900000" y="81697"/>
                </a:cubicBezTo>
                <a:lnTo>
                  <a:pt x="900000" y="637086"/>
                </a:lnTo>
                <a:cubicBezTo>
                  <a:pt x="900000" y="682206"/>
                  <a:pt x="863423" y="718783"/>
                  <a:pt x="818303" y="718783"/>
                </a:cubicBezTo>
                <a:lnTo>
                  <a:pt x="81697" y="718783"/>
                </a:lnTo>
                <a:cubicBezTo>
                  <a:pt x="36577" y="718783"/>
                  <a:pt x="0" y="682206"/>
                  <a:pt x="0" y="637086"/>
                </a:cubicBezTo>
                <a:lnTo>
                  <a:pt x="0" y="81697"/>
                </a:lnTo>
                <a:cubicBezTo>
                  <a:pt x="0" y="36577"/>
                  <a:pt x="36577" y="0"/>
                  <a:pt x="8169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8" name="角丸四角形 37"/>
          <p:cNvSpPr>
            <a:spLocks noChangeAspect="1"/>
          </p:cNvSpPr>
          <p:nvPr/>
        </p:nvSpPr>
        <p:spPr bwMode="gray">
          <a:xfrm>
            <a:off x="803032" y="3037949"/>
            <a:ext cx="739090" cy="830517"/>
          </a:xfrm>
          <a:custGeom>
            <a:avLst/>
            <a:gdLst/>
            <a:ahLst/>
            <a:cxnLst/>
            <a:rect l="l" t="t" r="r" b="b"/>
            <a:pathLst>
              <a:path w="800681" h="899727">
                <a:moveTo>
                  <a:pt x="152197" y="316709"/>
                </a:moveTo>
                <a:lnTo>
                  <a:pt x="199821" y="316709"/>
                </a:lnTo>
                <a:cubicBezTo>
                  <a:pt x="144699" y="316709"/>
                  <a:pt x="100013" y="361395"/>
                  <a:pt x="100013" y="416517"/>
                </a:cubicBezTo>
                <a:lnTo>
                  <a:pt x="100013" y="772873"/>
                </a:lnTo>
                <a:cubicBezTo>
                  <a:pt x="100013" y="827995"/>
                  <a:pt x="144699" y="872681"/>
                  <a:pt x="199821" y="872681"/>
                </a:cubicBezTo>
                <a:lnTo>
                  <a:pt x="152197" y="872681"/>
                </a:lnTo>
                <a:cubicBezTo>
                  <a:pt x="68141" y="872681"/>
                  <a:pt x="0" y="804540"/>
                  <a:pt x="0" y="720484"/>
                </a:cubicBezTo>
                <a:lnTo>
                  <a:pt x="0" y="468906"/>
                </a:lnTo>
                <a:cubicBezTo>
                  <a:pt x="0" y="384850"/>
                  <a:pt x="68141" y="316709"/>
                  <a:pt x="152197" y="316709"/>
                </a:cubicBezTo>
                <a:close/>
                <a:moveTo>
                  <a:pt x="641223" y="0"/>
                </a:moveTo>
                <a:cubicBezTo>
                  <a:pt x="783173" y="131461"/>
                  <a:pt x="544207" y="309912"/>
                  <a:pt x="602214" y="324423"/>
                </a:cubicBezTo>
                <a:lnTo>
                  <a:pt x="746377" y="351389"/>
                </a:lnTo>
                <a:cubicBezTo>
                  <a:pt x="812533" y="375648"/>
                  <a:pt x="796363" y="380406"/>
                  <a:pt x="800681" y="441799"/>
                </a:cubicBezTo>
                <a:cubicBezTo>
                  <a:pt x="759024" y="579340"/>
                  <a:pt x="731655" y="762125"/>
                  <a:pt x="675711" y="854422"/>
                </a:cubicBezTo>
                <a:cubicBezTo>
                  <a:pt x="665741" y="894384"/>
                  <a:pt x="625263" y="902026"/>
                  <a:pt x="585301" y="899200"/>
                </a:cubicBezTo>
                <a:cubicBezTo>
                  <a:pt x="490415" y="891799"/>
                  <a:pt x="405055" y="865348"/>
                  <a:pt x="314932" y="848422"/>
                </a:cubicBezTo>
                <a:cubicBezTo>
                  <a:pt x="247510" y="820873"/>
                  <a:pt x="188050" y="798188"/>
                  <a:pt x="199821" y="755335"/>
                </a:cubicBezTo>
                <a:cubicBezTo>
                  <a:pt x="200615" y="639540"/>
                  <a:pt x="201408" y="523746"/>
                  <a:pt x="202202" y="407951"/>
                </a:cubicBezTo>
                <a:cubicBezTo>
                  <a:pt x="247445" y="340570"/>
                  <a:pt x="376084" y="257175"/>
                  <a:pt x="426796" y="230981"/>
                </a:cubicBezTo>
                <a:cubicBezTo>
                  <a:pt x="498272" y="163512"/>
                  <a:pt x="567366" y="69850"/>
                  <a:pt x="641223"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0" name="角丸四角形 34"/>
          <p:cNvSpPr>
            <a:spLocks noChangeAspect="1"/>
          </p:cNvSpPr>
          <p:nvPr/>
        </p:nvSpPr>
        <p:spPr bwMode="gray">
          <a:xfrm flipH="1">
            <a:off x="2195986" y="3037949"/>
            <a:ext cx="737072" cy="830517"/>
          </a:xfrm>
          <a:custGeom>
            <a:avLst/>
            <a:gdLst/>
            <a:ahLst/>
            <a:cxnLst/>
            <a:rect l="l" t="t" r="r" b="b"/>
            <a:pathLst>
              <a:path w="798495" h="899727">
                <a:moveTo>
                  <a:pt x="199821" y="27047"/>
                </a:moveTo>
                <a:lnTo>
                  <a:pt x="152197" y="27047"/>
                </a:lnTo>
                <a:cubicBezTo>
                  <a:pt x="68141" y="27047"/>
                  <a:pt x="0" y="95188"/>
                  <a:pt x="0" y="179244"/>
                </a:cubicBezTo>
                <a:lnTo>
                  <a:pt x="0" y="430822"/>
                </a:lnTo>
                <a:cubicBezTo>
                  <a:pt x="0" y="514878"/>
                  <a:pt x="68141" y="583019"/>
                  <a:pt x="152197" y="583019"/>
                </a:cubicBezTo>
                <a:lnTo>
                  <a:pt x="199821" y="583019"/>
                </a:lnTo>
                <a:cubicBezTo>
                  <a:pt x="144699" y="583019"/>
                  <a:pt x="100013" y="538333"/>
                  <a:pt x="100013" y="483211"/>
                </a:cubicBezTo>
                <a:lnTo>
                  <a:pt x="100013" y="126855"/>
                </a:lnTo>
                <a:cubicBezTo>
                  <a:pt x="100013" y="71733"/>
                  <a:pt x="144699" y="27047"/>
                  <a:pt x="199821" y="27047"/>
                </a:cubicBezTo>
                <a:close/>
                <a:moveTo>
                  <a:pt x="583115" y="527"/>
                </a:moveTo>
                <a:cubicBezTo>
                  <a:pt x="488229" y="7928"/>
                  <a:pt x="402869" y="34379"/>
                  <a:pt x="312746" y="51305"/>
                </a:cubicBezTo>
                <a:cubicBezTo>
                  <a:pt x="245324" y="78854"/>
                  <a:pt x="185864" y="101539"/>
                  <a:pt x="197635" y="144392"/>
                </a:cubicBezTo>
                <a:cubicBezTo>
                  <a:pt x="198429" y="260187"/>
                  <a:pt x="199222" y="375981"/>
                  <a:pt x="200016" y="491776"/>
                </a:cubicBezTo>
                <a:cubicBezTo>
                  <a:pt x="245259" y="559157"/>
                  <a:pt x="373898" y="642552"/>
                  <a:pt x="424610" y="668746"/>
                </a:cubicBezTo>
                <a:cubicBezTo>
                  <a:pt x="496086" y="736215"/>
                  <a:pt x="565180" y="829877"/>
                  <a:pt x="639037" y="899727"/>
                </a:cubicBezTo>
                <a:cubicBezTo>
                  <a:pt x="780987" y="768266"/>
                  <a:pt x="542021" y="589815"/>
                  <a:pt x="600028" y="575304"/>
                </a:cubicBezTo>
                <a:lnTo>
                  <a:pt x="744191" y="548338"/>
                </a:lnTo>
                <a:cubicBezTo>
                  <a:pt x="810347" y="524079"/>
                  <a:pt x="794177" y="519321"/>
                  <a:pt x="798495" y="457928"/>
                </a:cubicBezTo>
                <a:cubicBezTo>
                  <a:pt x="756838" y="320387"/>
                  <a:pt x="729469" y="137602"/>
                  <a:pt x="673525" y="45305"/>
                </a:cubicBezTo>
                <a:cubicBezTo>
                  <a:pt x="663555" y="5343"/>
                  <a:pt x="623077" y="-2299"/>
                  <a:pt x="583115" y="527"/>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1" name="角丸四角形 70"/>
          <p:cNvSpPr>
            <a:spLocks noChangeAspect="1"/>
          </p:cNvSpPr>
          <p:nvPr/>
        </p:nvSpPr>
        <p:spPr bwMode="gray">
          <a:xfrm>
            <a:off x="761136" y="1783610"/>
            <a:ext cx="831034" cy="770954"/>
          </a:xfrm>
          <a:custGeom>
            <a:avLst/>
            <a:gdLst/>
            <a:ahLst/>
            <a:cxnLst/>
            <a:rect l="l" t="t" r="r" b="b"/>
            <a:pathLst>
              <a:path w="900287" h="749356">
                <a:moveTo>
                  <a:pt x="270632" y="152469"/>
                </a:moveTo>
                <a:lnTo>
                  <a:pt x="396802" y="152469"/>
                </a:lnTo>
                <a:cubicBezTo>
                  <a:pt x="418042" y="152469"/>
                  <a:pt x="437069" y="161944"/>
                  <a:pt x="449255" y="177439"/>
                </a:cubicBezTo>
                <a:cubicBezTo>
                  <a:pt x="459038" y="167792"/>
                  <a:pt x="472504" y="161993"/>
                  <a:pt x="487325" y="161993"/>
                </a:cubicBezTo>
                <a:lnTo>
                  <a:pt x="642071" y="161993"/>
                </a:lnTo>
                <a:cubicBezTo>
                  <a:pt x="664634" y="161993"/>
                  <a:pt x="684058" y="175433"/>
                  <a:pt x="692554" y="194843"/>
                </a:cubicBezTo>
                <a:cubicBezTo>
                  <a:pt x="701231" y="188185"/>
                  <a:pt x="712141" y="184868"/>
                  <a:pt x="723826" y="184868"/>
                </a:cubicBezTo>
                <a:lnTo>
                  <a:pt x="837492" y="184868"/>
                </a:lnTo>
                <a:cubicBezTo>
                  <a:pt x="869972" y="184868"/>
                  <a:pt x="896466" y="210492"/>
                  <a:pt x="897385" y="242649"/>
                </a:cubicBezTo>
                <a:cubicBezTo>
                  <a:pt x="899689" y="244379"/>
                  <a:pt x="900287" y="246947"/>
                  <a:pt x="900287" y="249655"/>
                </a:cubicBezTo>
                <a:lnTo>
                  <a:pt x="900287" y="421827"/>
                </a:lnTo>
                <a:cubicBezTo>
                  <a:pt x="900287" y="431761"/>
                  <a:pt x="892233" y="439815"/>
                  <a:pt x="882299" y="439815"/>
                </a:cubicBezTo>
                <a:lnTo>
                  <a:pt x="875075" y="439815"/>
                </a:lnTo>
                <a:cubicBezTo>
                  <a:pt x="865141" y="439815"/>
                  <a:pt x="857087" y="431761"/>
                  <a:pt x="857087" y="421827"/>
                </a:cubicBezTo>
                <a:lnTo>
                  <a:pt x="857087" y="253234"/>
                </a:lnTo>
                <a:lnTo>
                  <a:pt x="834456" y="253234"/>
                </a:lnTo>
                <a:lnTo>
                  <a:pt x="834456" y="649259"/>
                </a:lnTo>
                <a:cubicBezTo>
                  <a:pt x="834456" y="667351"/>
                  <a:pt x="819790" y="682017"/>
                  <a:pt x="801698" y="682017"/>
                </a:cubicBezTo>
                <a:lnTo>
                  <a:pt x="762704" y="682017"/>
                </a:lnTo>
                <a:cubicBezTo>
                  <a:pt x="744612" y="682017"/>
                  <a:pt x="729946" y="667351"/>
                  <a:pt x="729946" y="649259"/>
                </a:cubicBezTo>
                <a:lnTo>
                  <a:pt x="729946" y="253234"/>
                </a:lnTo>
                <a:lnTo>
                  <a:pt x="699830" y="253234"/>
                </a:lnTo>
                <a:lnTo>
                  <a:pt x="699830" y="429104"/>
                </a:lnTo>
                <a:cubicBezTo>
                  <a:pt x="699830" y="435710"/>
                  <a:pt x="694475" y="441065"/>
                  <a:pt x="687869" y="441065"/>
                </a:cubicBezTo>
                <a:lnTo>
                  <a:pt x="673631" y="441065"/>
                </a:lnTo>
                <a:cubicBezTo>
                  <a:pt x="667025" y="441065"/>
                  <a:pt x="661670" y="435710"/>
                  <a:pt x="661670" y="429104"/>
                </a:cubicBezTo>
                <a:lnTo>
                  <a:pt x="661670" y="238754"/>
                </a:lnTo>
                <a:lnTo>
                  <a:pt x="663347" y="234707"/>
                </a:lnTo>
                <a:lnTo>
                  <a:pt x="636302" y="234707"/>
                </a:lnTo>
                <a:lnTo>
                  <a:pt x="636302" y="698421"/>
                </a:lnTo>
                <a:cubicBezTo>
                  <a:pt x="636302" y="722968"/>
                  <a:pt x="616402" y="742868"/>
                  <a:pt x="591855" y="742868"/>
                </a:cubicBezTo>
                <a:lnTo>
                  <a:pt x="538945" y="742868"/>
                </a:lnTo>
                <a:cubicBezTo>
                  <a:pt x="514398" y="742868"/>
                  <a:pt x="494498" y="722968"/>
                  <a:pt x="494498" y="698421"/>
                </a:cubicBezTo>
                <a:lnTo>
                  <a:pt x="494498" y="234707"/>
                </a:lnTo>
                <a:lnTo>
                  <a:pt x="469209" y="234707"/>
                </a:lnTo>
                <a:lnTo>
                  <a:pt x="469209" y="428394"/>
                </a:lnTo>
                <a:cubicBezTo>
                  <a:pt x="469209" y="435062"/>
                  <a:pt x="463803" y="440468"/>
                  <a:pt x="457135" y="440468"/>
                </a:cubicBezTo>
                <a:lnTo>
                  <a:pt x="442763" y="440468"/>
                </a:lnTo>
                <a:cubicBezTo>
                  <a:pt x="436095" y="440468"/>
                  <a:pt x="430689" y="435062"/>
                  <a:pt x="430689" y="428394"/>
                </a:cubicBezTo>
                <a:lnTo>
                  <a:pt x="430689" y="229342"/>
                </a:lnTo>
                <a:lnTo>
                  <a:pt x="431726" y="226839"/>
                </a:lnTo>
                <a:lnTo>
                  <a:pt x="431726" y="224968"/>
                </a:lnTo>
                <a:lnTo>
                  <a:pt x="405321" y="224968"/>
                </a:lnTo>
                <a:lnTo>
                  <a:pt x="405321" y="704909"/>
                </a:lnTo>
                <a:cubicBezTo>
                  <a:pt x="405321" y="729456"/>
                  <a:pt x="385421" y="749356"/>
                  <a:pt x="360874" y="749356"/>
                </a:cubicBezTo>
                <a:lnTo>
                  <a:pt x="307964" y="749356"/>
                </a:lnTo>
                <a:cubicBezTo>
                  <a:pt x="283417" y="749356"/>
                  <a:pt x="263517" y="729456"/>
                  <a:pt x="263517" y="704909"/>
                </a:cubicBezTo>
                <a:lnTo>
                  <a:pt x="263517" y="224968"/>
                </a:lnTo>
                <a:lnTo>
                  <a:pt x="237767" y="224968"/>
                </a:lnTo>
                <a:cubicBezTo>
                  <a:pt x="239266" y="226086"/>
                  <a:pt x="239625" y="227728"/>
                  <a:pt x="239625" y="229455"/>
                </a:cubicBezTo>
                <a:lnTo>
                  <a:pt x="239625" y="428281"/>
                </a:lnTo>
                <a:cubicBezTo>
                  <a:pt x="239625" y="435012"/>
                  <a:pt x="234169" y="440468"/>
                  <a:pt x="227438" y="440468"/>
                </a:cubicBezTo>
                <a:lnTo>
                  <a:pt x="212932" y="440468"/>
                </a:lnTo>
                <a:cubicBezTo>
                  <a:pt x="206201" y="440468"/>
                  <a:pt x="200745" y="435012"/>
                  <a:pt x="200745" y="428281"/>
                </a:cubicBezTo>
                <a:lnTo>
                  <a:pt x="200745" y="251676"/>
                </a:lnTo>
                <a:lnTo>
                  <a:pt x="173430" y="251676"/>
                </a:lnTo>
                <a:cubicBezTo>
                  <a:pt x="174427" y="252450"/>
                  <a:pt x="174458" y="253299"/>
                  <a:pt x="174458" y="254156"/>
                </a:cubicBezTo>
                <a:lnTo>
                  <a:pt x="174458" y="658212"/>
                </a:lnTo>
                <a:cubicBezTo>
                  <a:pt x="174458" y="677545"/>
                  <a:pt x="158785" y="693218"/>
                  <a:pt x="139452" y="693218"/>
                </a:cubicBezTo>
                <a:lnTo>
                  <a:pt x="97780" y="693218"/>
                </a:lnTo>
                <a:cubicBezTo>
                  <a:pt x="78447" y="693218"/>
                  <a:pt x="62774" y="677545"/>
                  <a:pt x="62774" y="658212"/>
                </a:cubicBezTo>
                <a:lnTo>
                  <a:pt x="62774" y="254156"/>
                </a:lnTo>
                <a:lnTo>
                  <a:pt x="63801" y="251676"/>
                </a:lnTo>
                <a:lnTo>
                  <a:pt x="41562" y="251676"/>
                </a:lnTo>
                <a:cubicBezTo>
                  <a:pt x="43012" y="252745"/>
                  <a:pt x="43200" y="254166"/>
                  <a:pt x="43200" y="255631"/>
                </a:cubicBezTo>
                <a:lnTo>
                  <a:pt x="43200" y="424281"/>
                </a:lnTo>
                <a:cubicBezTo>
                  <a:pt x="43200" y="433539"/>
                  <a:pt x="35695" y="441044"/>
                  <a:pt x="26437" y="441044"/>
                </a:cubicBezTo>
                <a:lnTo>
                  <a:pt x="16763" y="441044"/>
                </a:lnTo>
                <a:cubicBezTo>
                  <a:pt x="7505" y="441044"/>
                  <a:pt x="0" y="433539"/>
                  <a:pt x="0" y="424281"/>
                </a:cubicBezTo>
                <a:lnTo>
                  <a:pt x="0" y="255631"/>
                </a:lnTo>
                <a:lnTo>
                  <a:pt x="1638" y="251676"/>
                </a:lnTo>
                <a:lnTo>
                  <a:pt x="1606" y="251676"/>
                </a:lnTo>
                <a:cubicBezTo>
                  <a:pt x="4495" y="222026"/>
                  <a:pt x="29771" y="199269"/>
                  <a:pt x="60361" y="199269"/>
                </a:cubicBezTo>
                <a:lnTo>
                  <a:pt x="179264" y="199269"/>
                </a:lnTo>
                <a:cubicBezTo>
                  <a:pt x="188256" y="199269"/>
                  <a:pt x="196789" y="201235"/>
                  <a:pt x="204193" y="205276"/>
                </a:cubicBezTo>
                <a:cubicBezTo>
                  <a:pt x="210664" y="174775"/>
                  <a:pt x="238043" y="152469"/>
                  <a:pt x="270632" y="152469"/>
                </a:cubicBezTo>
                <a:close/>
                <a:moveTo>
                  <a:pt x="119587" y="76867"/>
                </a:moveTo>
                <a:cubicBezTo>
                  <a:pt x="150964" y="76867"/>
                  <a:pt x="176400" y="99136"/>
                  <a:pt x="176400" y="126606"/>
                </a:cubicBezTo>
                <a:cubicBezTo>
                  <a:pt x="176400" y="154076"/>
                  <a:pt x="150964" y="176345"/>
                  <a:pt x="119587" y="176345"/>
                </a:cubicBezTo>
                <a:cubicBezTo>
                  <a:pt x="88210" y="176345"/>
                  <a:pt x="62774" y="154076"/>
                  <a:pt x="62774" y="126606"/>
                </a:cubicBezTo>
                <a:cubicBezTo>
                  <a:pt x="62774" y="99136"/>
                  <a:pt x="88210" y="76867"/>
                  <a:pt x="119587" y="76867"/>
                </a:cubicBezTo>
                <a:close/>
                <a:moveTo>
                  <a:pt x="777480" y="59872"/>
                </a:moveTo>
                <a:cubicBezTo>
                  <a:pt x="809842" y="59872"/>
                  <a:pt x="836077" y="83291"/>
                  <a:pt x="836077" y="112180"/>
                </a:cubicBezTo>
                <a:cubicBezTo>
                  <a:pt x="836077" y="141069"/>
                  <a:pt x="809842" y="164488"/>
                  <a:pt x="777480" y="164488"/>
                </a:cubicBezTo>
                <a:cubicBezTo>
                  <a:pt x="745118" y="164488"/>
                  <a:pt x="718883" y="141069"/>
                  <a:pt x="718883" y="112180"/>
                </a:cubicBezTo>
                <a:cubicBezTo>
                  <a:pt x="718883" y="83291"/>
                  <a:pt x="745118" y="59872"/>
                  <a:pt x="777480" y="59872"/>
                </a:cubicBezTo>
                <a:close/>
                <a:moveTo>
                  <a:pt x="564699" y="19050"/>
                </a:moveTo>
                <a:cubicBezTo>
                  <a:pt x="602128" y="19050"/>
                  <a:pt x="632470" y="46135"/>
                  <a:pt x="632470" y="79547"/>
                </a:cubicBezTo>
                <a:cubicBezTo>
                  <a:pt x="632470" y="112959"/>
                  <a:pt x="602128" y="140044"/>
                  <a:pt x="564699" y="140044"/>
                </a:cubicBezTo>
                <a:cubicBezTo>
                  <a:pt x="527270" y="140044"/>
                  <a:pt x="496928" y="112959"/>
                  <a:pt x="496928" y="79547"/>
                </a:cubicBezTo>
                <a:cubicBezTo>
                  <a:pt x="496928" y="46135"/>
                  <a:pt x="527270" y="19050"/>
                  <a:pt x="564699" y="19050"/>
                </a:cubicBezTo>
                <a:close/>
                <a:moveTo>
                  <a:pt x="333717" y="0"/>
                </a:moveTo>
                <a:cubicBezTo>
                  <a:pt x="371146" y="0"/>
                  <a:pt x="401488" y="27085"/>
                  <a:pt x="401488" y="60497"/>
                </a:cubicBezTo>
                <a:cubicBezTo>
                  <a:pt x="401488" y="93909"/>
                  <a:pt x="371146" y="120994"/>
                  <a:pt x="333717" y="120994"/>
                </a:cubicBezTo>
                <a:cubicBezTo>
                  <a:pt x="296288" y="120994"/>
                  <a:pt x="265946" y="93909"/>
                  <a:pt x="265946" y="60497"/>
                </a:cubicBezTo>
                <a:cubicBezTo>
                  <a:pt x="265946" y="27085"/>
                  <a:pt x="296288" y="0"/>
                  <a:pt x="333717" y="0"/>
                </a:cubicBezTo>
                <a:close/>
              </a:path>
            </a:pathLst>
          </a:cu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2" name="円/楕円 23"/>
          <p:cNvSpPr>
            <a:spLocks noChangeAspect="1"/>
          </p:cNvSpPr>
          <p:nvPr/>
        </p:nvSpPr>
        <p:spPr bwMode="gray">
          <a:xfrm>
            <a:off x="2131022" y="1753704"/>
            <a:ext cx="370846" cy="830768"/>
          </a:xfrm>
          <a:custGeom>
            <a:avLst/>
            <a:gdLst/>
            <a:ahLst/>
            <a:cxnLst/>
            <a:rect l="l" t="t" r="r" b="b"/>
            <a:pathLst>
              <a:path w="401750" h="899999">
                <a:moveTo>
                  <a:pt x="131552" y="173086"/>
                </a:moveTo>
                <a:lnTo>
                  <a:pt x="270265" y="173086"/>
                </a:lnTo>
                <a:cubicBezTo>
                  <a:pt x="291559" y="173086"/>
                  <a:pt x="309708" y="186547"/>
                  <a:pt x="316284" y="205565"/>
                </a:cubicBezTo>
                <a:lnTo>
                  <a:pt x="317391" y="206861"/>
                </a:lnTo>
                <a:lnTo>
                  <a:pt x="400387" y="462296"/>
                </a:lnTo>
                <a:cubicBezTo>
                  <a:pt x="405116" y="476851"/>
                  <a:pt x="397151" y="492483"/>
                  <a:pt x="382596" y="497212"/>
                </a:cubicBezTo>
                <a:cubicBezTo>
                  <a:pt x="368041" y="501942"/>
                  <a:pt x="352409" y="493976"/>
                  <a:pt x="347679" y="479422"/>
                </a:cubicBezTo>
                <a:lnTo>
                  <a:pt x="279659" y="270077"/>
                </a:lnTo>
                <a:cubicBezTo>
                  <a:pt x="276749" y="271655"/>
                  <a:pt x="273544" y="271974"/>
                  <a:pt x="270264" y="271974"/>
                </a:cubicBezTo>
                <a:lnTo>
                  <a:pt x="270085" y="271974"/>
                </a:lnTo>
                <a:lnTo>
                  <a:pt x="376298" y="598928"/>
                </a:lnTo>
                <a:lnTo>
                  <a:pt x="286577" y="598928"/>
                </a:lnTo>
                <a:lnTo>
                  <a:pt x="286577" y="867113"/>
                </a:lnTo>
                <a:cubicBezTo>
                  <a:pt x="286577" y="885275"/>
                  <a:pt x="271853" y="899999"/>
                  <a:pt x="253691" y="899999"/>
                </a:cubicBezTo>
                <a:cubicBezTo>
                  <a:pt x="235529" y="899999"/>
                  <a:pt x="220805" y="885275"/>
                  <a:pt x="220805" y="867113"/>
                </a:cubicBezTo>
                <a:lnTo>
                  <a:pt x="220805" y="598928"/>
                </a:lnTo>
                <a:lnTo>
                  <a:pt x="181212" y="598928"/>
                </a:lnTo>
                <a:lnTo>
                  <a:pt x="181212" y="867113"/>
                </a:lnTo>
                <a:cubicBezTo>
                  <a:pt x="181212" y="885275"/>
                  <a:pt x="166488" y="899999"/>
                  <a:pt x="148326" y="899999"/>
                </a:cubicBezTo>
                <a:cubicBezTo>
                  <a:pt x="130164" y="899999"/>
                  <a:pt x="115440" y="885275"/>
                  <a:pt x="115440" y="867113"/>
                </a:cubicBezTo>
                <a:lnTo>
                  <a:pt x="115440" y="598928"/>
                </a:lnTo>
                <a:lnTo>
                  <a:pt x="25452" y="598928"/>
                </a:lnTo>
                <a:lnTo>
                  <a:pt x="131666" y="271973"/>
                </a:lnTo>
                <a:lnTo>
                  <a:pt x="131552" y="271973"/>
                </a:lnTo>
                <a:lnTo>
                  <a:pt x="122095" y="270064"/>
                </a:lnTo>
                <a:lnTo>
                  <a:pt x="54071" y="479422"/>
                </a:lnTo>
                <a:cubicBezTo>
                  <a:pt x="49342" y="493976"/>
                  <a:pt x="33709" y="501942"/>
                  <a:pt x="19154" y="497212"/>
                </a:cubicBezTo>
                <a:cubicBezTo>
                  <a:pt x="4599" y="492483"/>
                  <a:pt x="-3366" y="476851"/>
                  <a:pt x="1363" y="462296"/>
                </a:cubicBezTo>
                <a:lnTo>
                  <a:pt x="84359" y="206861"/>
                </a:lnTo>
                <a:lnTo>
                  <a:pt x="85554" y="205462"/>
                </a:lnTo>
                <a:cubicBezTo>
                  <a:pt x="92171" y="186500"/>
                  <a:pt x="110295" y="173086"/>
                  <a:pt x="131552" y="173086"/>
                </a:cubicBezTo>
                <a:close/>
                <a:moveTo>
                  <a:pt x="200908" y="0"/>
                </a:moveTo>
                <a:cubicBezTo>
                  <a:pt x="244649" y="0"/>
                  <a:pt x="280108" y="35459"/>
                  <a:pt x="280108" y="79200"/>
                </a:cubicBezTo>
                <a:cubicBezTo>
                  <a:pt x="280108" y="122941"/>
                  <a:pt x="244649" y="158400"/>
                  <a:pt x="200908" y="158400"/>
                </a:cubicBezTo>
                <a:cubicBezTo>
                  <a:pt x="157167" y="158400"/>
                  <a:pt x="121708" y="122941"/>
                  <a:pt x="121708" y="79200"/>
                </a:cubicBezTo>
                <a:cubicBezTo>
                  <a:pt x="121708" y="35459"/>
                  <a:pt x="157167" y="0"/>
                  <a:pt x="20090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55"/>
          <p:cNvSpPr>
            <a:spLocks noChangeAspect="1"/>
          </p:cNvSpPr>
          <p:nvPr/>
        </p:nvSpPr>
        <p:spPr bwMode="gray">
          <a:xfrm>
            <a:off x="3040720" y="1753704"/>
            <a:ext cx="289108" cy="830768"/>
          </a:xfrm>
          <a:custGeom>
            <a:avLst/>
            <a:gdLst/>
            <a:ahLst/>
            <a:cxnLst/>
            <a:rect l="l" t="t" r="r" b="b"/>
            <a:pathLst>
              <a:path w="313200" h="899999">
                <a:moveTo>
                  <a:pt x="35718" y="173087"/>
                </a:moveTo>
                <a:lnTo>
                  <a:pt x="63000" y="173087"/>
                </a:lnTo>
                <a:lnTo>
                  <a:pt x="250200" y="173087"/>
                </a:lnTo>
                <a:lnTo>
                  <a:pt x="277482" y="173087"/>
                </a:lnTo>
                <a:cubicBezTo>
                  <a:pt x="297209" y="173087"/>
                  <a:pt x="313200" y="189078"/>
                  <a:pt x="313200" y="208805"/>
                </a:cubicBezTo>
                <a:lnTo>
                  <a:pt x="313200" y="236256"/>
                </a:lnTo>
                <a:lnTo>
                  <a:pt x="313122" y="236445"/>
                </a:lnTo>
                <a:lnTo>
                  <a:pt x="313122" y="511641"/>
                </a:lnTo>
                <a:cubicBezTo>
                  <a:pt x="313122" y="526945"/>
                  <a:pt x="300716" y="539351"/>
                  <a:pt x="285412" y="539351"/>
                </a:cubicBezTo>
                <a:cubicBezTo>
                  <a:pt x="270108" y="539351"/>
                  <a:pt x="257702" y="526945"/>
                  <a:pt x="257702" y="511641"/>
                </a:cubicBezTo>
                <a:lnTo>
                  <a:pt x="257702" y="271974"/>
                </a:lnTo>
                <a:lnTo>
                  <a:pt x="250200" y="271974"/>
                </a:lnTo>
                <a:lnTo>
                  <a:pt x="250200" y="510208"/>
                </a:lnTo>
                <a:lnTo>
                  <a:pt x="250200" y="525887"/>
                </a:lnTo>
                <a:lnTo>
                  <a:pt x="250200" y="863999"/>
                </a:lnTo>
                <a:cubicBezTo>
                  <a:pt x="250200" y="883881"/>
                  <a:pt x="234082" y="899999"/>
                  <a:pt x="214200" y="899999"/>
                </a:cubicBezTo>
                <a:cubicBezTo>
                  <a:pt x="194318" y="899999"/>
                  <a:pt x="178200" y="883881"/>
                  <a:pt x="178200" y="863999"/>
                </a:cubicBezTo>
                <a:lnTo>
                  <a:pt x="178200" y="525887"/>
                </a:lnTo>
                <a:lnTo>
                  <a:pt x="135000" y="525887"/>
                </a:lnTo>
                <a:lnTo>
                  <a:pt x="135000" y="863999"/>
                </a:lnTo>
                <a:cubicBezTo>
                  <a:pt x="135000" y="883881"/>
                  <a:pt x="118882" y="899999"/>
                  <a:pt x="99000" y="899999"/>
                </a:cubicBezTo>
                <a:cubicBezTo>
                  <a:pt x="79118" y="899999"/>
                  <a:pt x="63000" y="883881"/>
                  <a:pt x="63000" y="863999"/>
                </a:cubicBezTo>
                <a:lnTo>
                  <a:pt x="63000" y="525887"/>
                </a:lnTo>
                <a:lnTo>
                  <a:pt x="63000" y="510208"/>
                </a:lnTo>
                <a:lnTo>
                  <a:pt x="63000" y="271974"/>
                </a:lnTo>
                <a:lnTo>
                  <a:pt x="55498" y="271974"/>
                </a:lnTo>
                <a:lnTo>
                  <a:pt x="55498" y="511641"/>
                </a:lnTo>
                <a:cubicBezTo>
                  <a:pt x="55498" y="526945"/>
                  <a:pt x="43092" y="539351"/>
                  <a:pt x="27788" y="539351"/>
                </a:cubicBezTo>
                <a:cubicBezTo>
                  <a:pt x="12484" y="539351"/>
                  <a:pt x="78" y="526945"/>
                  <a:pt x="78" y="511641"/>
                </a:cubicBezTo>
                <a:lnTo>
                  <a:pt x="78" y="236445"/>
                </a:lnTo>
                <a:cubicBezTo>
                  <a:pt x="0" y="236382"/>
                  <a:pt x="0" y="236319"/>
                  <a:pt x="0" y="236256"/>
                </a:cubicBezTo>
                <a:lnTo>
                  <a:pt x="0" y="208805"/>
                </a:lnTo>
                <a:cubicBezTo>
                  <a:pt x="0" y="189078"/>
                  <a:pt x="15991" y="173087"/>
                  <a:pt x="35718" y="173087"/>
                </a:cubicBezTo>
                <a:close/>
                <a:moveTo>
                  <a:pt x="156600" y="0"/>
                </a:moveTo>
                <a:cubicBezTo>
                  <a:pt x="200341" y="0"/>
                  <a:pt x="235800" y="35459"/>
                  <a:pt x="235800" y="79200"/>
                </a:cubicBezTo>
                <a:cubicBezTo>
                  <a:pt x="235800" y="122941"/>
                  <a:pt x="200341" y="158400"/>
                  <a:pt x="156600" y="158400"/>
                </a:cubicBezTo>
                <a:cubicBezTo>
                  <a:pt x="112859" y="158400"/>
                  <a:pt x="77400" y="122941"/>
                  <a:pt x="77400" y="79200"/>
                </a:cubicBezTo>
                <a:cubicBezTo>
                  <a:pt x="77400" y="35459"/>
                  <a:pt x="112859" y="0"/>
                  <a:pt x="1566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角丸四角形 22"/>
          <p:cNvSpPr>
            <a:spLocks noChangeAspect="1"/>
          </p:cNvSpPr>
          <p:nvPr/>
        </p:nvSpPr>
        <p:spPr bwMode="gray">
          <a:xfrm>
            <a:off x="8046529" y="3162694"/>
            <a:ext cx="664615" cy="581025"/>
          </a:xfrm>
          <a:custGeom>
            <a:avLst/>
            <a:gdLst/>
            <a:ahLst/>
            <a:cxnLst/>
            <a:rect l="l" t="t" r="r" b="b"/>
            <a:pathLst>
              <a:path w="720000" h="629444">
                <a:moveTo>
                  <a:pt x="82430" y="0"/>
                </a:moveTo>
                <a:lnTo>
                  <a:pt x="637570" y="0"/>
                </a:lnTo>
                <a:cubicBezTo>
                  <a:pt x="683095" y="0"/>
                  <a:pt x="720000" y="36905"/>
                  <a:pt x="720000" y="82430"/>
                </a:cubicBezTo>
                <a:lnTo>
                  <a:pt x="720000" y="412138"/>
                </a:lnTo>
                <a:cubicBezTo>
                  <a:pt x="720000" y="457663"/>
                  <a:pt x="683095" y="494568"/>
                  <a:pt x="637570" y="494568"/>
                </a:cubicBezTo>
                <a:lnTo>
                  <a:pt x="449262" y="494568"/>
                </a:lnTo>
                <a:lnTo>
                  <a:pt x="449262" y="629444"/>
                </a:lnTo>
                <a:lnTo>
                  <a:pt x="275794" y="494568"/>
                </a:lnTo>
                <a:lnTo>
                  <a:pt x="82430" y="494568"/>
                </a:lnTo>
                <a:cubicBezTo>
                  <a:pt x="36905" y="494568"/>
                  <a:pt x="0" y="457663"/>
                  <a:pt x="0" y="412138"/>
                </a:cubicBezTo>
                <a:lnTo>
                  <a:pt x="0" y="82430"/>
                </a:lnTo>
                <a:cubicBezTo>
                  <a:pt x="0" y="36905"/>
                  <a:pt x="36905" y="0"/>
                  <a:pt x="8243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2" name="角丸四角形 41"/>
          <p:cNvSpPr>
            <a:spLocks noChangeAspect="1"/>
          </p:cNvSpPr>
          <p:nvPr/>
        </p:nvSpPr>
        <p:spPr bwMode="gray">
          <a:xfrm>
            <a:off x="6562527" y="3079290"/>
            <a:ext cx="830141" cy="747834"/>
          </a:xfrm>
          <a:custGeom>
            <a:avLst/>
            <a:gdLst/>
            <a:ahLst/>
            <a:cxnLst/>
            <a:rect l="l" t="t" r="r" b="b"/>
            <a:pathLst>
              <a:path w="899319" h="810153">
                <a:moveTo>
                  <a:pt x="74746" y="225765"/>
                </a:moveTo>
                <a:lnTo>
                  <a:pt x="262259" y="225765"/>
                </a:lnTo>
                <a:lnTo>
                  <a:pt x="262259" y="500855"/>
                </a:lnTo>
                <a:lnTo>
                  <a:pt x="585788" y="500855"/>
                </a:lnTo>
                <a:lnTo>
                  <a:pt x="585788" y="599487"/>
                </a:lnTo>
                <a:cubicBezTo>
                  <a:pt x="585788" y="640768"/>
                  <a:pt x="552323" y="674233"/>
                  <a:pt x="511042" y="674233"/>
                </a:cubicBezTo>
                <a:lnTo>
                  <a:pt x="268478" y="674233"/>
                </a:lnTo>
                <a:lnTo>
                  <a:pt x="134648" y="810153"/>
                </a:lnTo>
                <a:lnTo>
                  <a:pt x="134648" y="674233"/>
                </a:lnTo>
                <a:lnTo>
                  <a:pt x="74746" y="674233"/>
                </a:lnTo>
                <a:cubicBezTo>
                  <a:pt x="33465" y="674233"/>
                  <a:pt x="0" y="640768"/>
                  <a:pt x="0" y="599487"/>
                </a:cubicBezTo>
                <a:lnTo>
                  <a:pt x="0" y="300511"/>
                </a:lnTo>
                <a:cubicBezTo>
                  <a:pt x="0" y="259230"/>
                  <a:pt x="33465" y="225765"/>
                  <a:pt x="74746" y="225765"/>
                </a:cubicBezTo>
                <a:close/>
                <a:moveTo>
                  <a:pt x="388277" y="0"/>
                </a:moveTo>
                <a:lnTo>
                  <a:pt x="824573" y="0"/>
                </a:lnTo>
                <a:cubicBezTo>
                  <a:pt x="865854" y="0"/>
                  <a:pt x="899319" y="33465"/>
                  <a:pt x="899319" y="74746"/>
                </a:cubicBezTo>
                <a:lnTo>
                  <a:pt x="899319" y="373722"/>
                </a:lnTo>
                <a:cubicBezTo>
                  <a:pt x="899319" y="415003"/>
                  <a:pt x="865854" y="448468"/>
                  <a:pt x="824573" y="448468"/>
                </a:cubicBezTo>
                <a:lnTo>
                  <a:pt x="762612" y="448468"/>
                </a:lnTo>
                <a:lnTo>
                  <a:pt x="762612" y="588961"/>
                </a:lnTo>
                <a:lnTo>
                  <a:pt x="624279" y="448468"/>
                </a:lnTo>
                <a:lnTo>
                  <a:pt x="421543" y="448468"/>
                </a:lnTo>
                <a:lnTo>
                  <a:pt x="388277" y="448468"/>
                </a:lnTo>
                <a:lnTo>
                  <a:pt x="313531" y="448468"/>
                </a:lnTo>
                <a:lnTo>
                  <a:pt x="313531" y="373722"/>
                </a:lnTo>
                <a:lnTo>
                  <a:pt x="313531" y="358113"/>
                </a:lnTo>
                <a:lnTo>
                  <a:pt x="313531" y="74746"/>
                </a:lnTo>
                <a:cubicBezTo>
                  <a:pt x="313531" y="33465"/>
                  <a:pt x="346996" y="0"/>
                  <a:pt x="38827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9" name="正方形/長方形 24"/>
          <p:cNvSpPr/>
          <p:nvPr/>
        </p:nvSpPr>
        <p:spPr bwMode="gray">
          <a:xfrm>
            <a:off x="5238303" y="1770919"/>
            <a:ext cx="830769" cy="796339"/>
          </a:xfrm>
          <a:custGeom>
            <a:avLst/>
            <a:gdLst/>
            <a:ahLst/>
            <a:cxnLst/>
            <a:rect l="l" t="t" r="r" b="b"/>
            <a:pathLst>
              <a:path w="900000" h="862701">
                <a:moveTo>
                  <a:pt x="424812" y="0"/>
                </a:moveTo>
                <a:lnTo>
                  <a:pt x="473529" y="0"/>
                </a:lnTo>
                <a:cubicBezTo>
                  <a:pt x="554071" y="0"/>
                  <a:pt x="623890" y="53729"/>
                  <a:pt x="638026" y="129740"/>
                </a:cubicBezTo>
                <a:cubicBezTo>
                  <a:pt x="639914" y="161781"/>
                  <a:pt x="635328" y="207487"/>
                  <a:pt x="625726" y="254904"/>
                </a:cubicBezTo>
                <a:cubicBezTo>
                  <a:pt x="629180" y="252454"/>
                  <a:pt x="632705" y="251555"/>
                  <a:pt x="635977" y="252371"/>
                </a:cubicBezTo>
                <a:cubicBezTo>
                  <a:pt x="648227" y="255425"/>
                  <a:pt x="652309" y="281360"/>
                  <a:pt x="645094" y="310297"/>
                </a:cubicBezTo>
                <a:cubicBezTo>
                  <a:pt x="637880" y="339234"/>
                  <a:pt x="622100" y="360217"/>
                  <a:pt x="609850" y="357163"/>
                </a:cubicBezTo>
                <a:cubicBezTo>
                  <a:pt x="607627" y="356609"/>
                  <a:pt x="605673" y="355301"/>
                  <a:pt x="604609" y="352843"/>
                </a:cubicBezTo>
                <a:cubicBezTo>
                  <a:pt x="588275" y="413367"/>
                  <a:pt x="568030" y="462440"/>
                  <a:pt x="550875" y="471108"/>
                </a:cubicBezTo>
                <a:lnTo>
                  <a:pt x="547889" y="472672"/>
                </a:lnTo>
                <a:cubicBezTo>
                  <a:pt x="534384" y="653836"/>
                  <a:pt x="877937" y="656249"/>
                  <a:pt x="900000" y="759000"/>
                </a:cubicBezTo>
                <a:lnTo>
                  <a:pt x="900000" y="862701"/>
                </a:lnTo>
                <a:lnTo>
                  <a:pt x="0" y="862701"/>
                </a:lnTo>
                <a:lnTo>
                  <a:pt x="0" y="759000"/>
                </a:lnTo>
                <a:cubicBezTo>
                  <a:pt x="25838" y="654801"/>
                  <a:pt x="367647" y="654945"/>
                  <a:pt x="350888" y="472899"/>
                </a:cubicBezTo>
                <a:cubicBezTo>
                  <a:pt x="349484" y="472660"/>
                  <a:pt x="348471" y="471891"/>
                  <a:pt x="347467" y="471108"/>
                </a:cubicBezTo>
                <a:cubicBezTo>
                  <a:pt x="325584" y="449094"/>
                  <a:pt x="306861" y="406570"/>
                  <a:pt x="294400" y="357098"/>
                </a:cubicBezTo>
                <a:cubicBezTo>
                  <a:pt x="282222" y="359885"/>
                  <a:pt x="266634" y="339005"/>
                  <a:pt x="259476" y="310297"/>
                </a:cubicBezTo>
                <a:cubicBezTo>
                  <a:pt x="252261" y="281360"/>
                  <a:pt x="256343" y="255425"/>
                  <a:pt x="268593" y="252371"/>
                </a:cubicBezTo>
                <a:lnTo>
                  <a:pt x="271200" y="252901"/>
                </a:lnTo>
                <a:cubicBezTo>
                  <a:pt x="262478" y="205327"/>
                  <a:pt x="259794" y="160347"/>
                  <a:pt x="262699" y="129730"/>
                </a:cubicBezTo>
                <a:cubicBezTo>
                  <a:pt x="276838" y="53724"/>
                  <a:pt x="344274" y="0"/>
                  <a:pt x="42481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0" name="円/楕円 20"/>
          <p:cNvSpPr/>
          <p:nvPr/>
        </p:nvSpPr>
        <p:spPr bwMode="gray">
          <a:xfrm>
            <a:off x="7977549" y="1880238"/>
            <a:ext cx="665355" cy="577701"/>
          </a:xfrm>
          <a:custGeom>
            <a:avLst/>
            <a:gdLst/>
            <a:ahLst/>
            <a:cxnLst/>
            <a:rect l="l" t="t" r="r" b="b"/>
            <a:pathLst>
              <a:path w="720801" h="625843">
                <a:moveTo>
                  <a:pt x="548733" y="535"/>
                </a:moveTo>
                <a:cubicBezTo>
                  <a:pt x="621470" y="10105"/>
                  <a:pt x="730984" y="30305"/>
                  <a:pt x="720040" y="258348"/>
                </a:cubicBezTo>
                <a:cubicBezTo>
                  <a:pt x="689168" y="494937"/>
                  <a:pt x="541999" y="626154"/>
                  <a:pt x="397341" y="625843"/>
                </a:cubicBezTo>
                <a:cubicBezTo>
                  <a:pt x="397391" y="602744"/>
                  <a:pt x="397440" y="579644"/>
                  <a:pt x="397490" y="556545"/>
                </a:cubicBezTo>
                <a:cubicBezTo>
                  <a:pt x="505021" y="556776"/>
                  <a:pt x="579340" y="472218"/>
                  <a:pt x="598423" y="364794"/>
                </a:cubicBezTo>
                <a:cubicBezTo>
                  <a:pt x="605201" y="324096"/>
                  <a:pt x="587305" y="303569"/>
                  <a:pt x="559022" y="285054"/>
                </a:cubicBezTo>
                <a:cubicBezTo>
                  <a:pt x="413686" y="288700"/>
                  <a:pt x="399635" y="191201"/>
                  <a:pt x="397920" y="143781"/>
                </a:cubicBezTo>
                <a:cubicBezTo>
                  <a:pt x="388395" y="55143"/>
                  <a:pt x="465441" y="-4228"/>
                  <a:pt x="548733" y="535"/>
                </a:cubicBezTo>
                <a:close/>
                <a:moveTo>
                  <a:pt x="151612" y="267"/>
                </a:moveTo>
                <a:cubicBezTo>
                  <a:pt x="224349" y="9837"/>
                  <a:pt x="333863" y="30037"/>
                  <a:pt x="322919" y="258080"/>
                </a:cubicBezTo>
                <a:cubicBezTo>
                  <a:pt x="292047" y="494669"/>
                  <a:pt x="144878" y="625886"/>
                  <a:pt x="220" y="625575"/>
                </a:cubicBezTo>
                <a:cubicBezTo>
                  <a:pt x="270" y="602476"/>
                  <a:pt x="319" y="579376"/>
                  <a:pt x="369" y="556277"/>
                </a:cubicBezTo>
                <a:cubicBezTo>
                  <a:pt x="107900" y="556508"/>
                  <a:pt x="182219" y="471950"/>
                  <a:pt x="201302" y="364526"/>
                </a:cubicBezTo>
                <a:cubicBezTo>
                  <a:pt x="208080" y="323828"/>
                  <a:pt x="190184" y="303301"/>
                  <a:pt x="161901" y="284786"/>
                </a:cubicBezTo>
                <a:cubicBezTo>
                  <a:pt x="16565" y="288432"/>
                  <a:pt x="2514" y="190933"/>
                  <a:pt x="799" y="143513"/>
                </a:cubicBezTo>
                <a:cubicBezTo>
                  <a:pt x="-8726" y="54875"/>
                  <a:pt x="68320" y="-4496"/>
                  <a:pt x="151612" y="267"/>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正方形/長方形 24"/>
          <p:cNvSpPr/>
          <p:nvPr/>
        </p:nvSpPr>
        <p:spPr bwMode="gray">
          <a:xfrm>
            <a:off x="3868682" y="1794600"/>
            <a:ext cx="830768" cy="748974"/>
          </a:xfrm>
          <a:custGeom>
            <a:avLst/>
            <a:gdLst/>
            <a:ahLst/>
            <a:cxnLst/>
            <a:rect l="l" t="t" r="r" b="b"/>
            <a:pathLst>
              <a:path w="899999" h="811388">
                <a:moveTo>
                  <a:pt x="675282" y="225694"/>
                </a:moveTo>
                <a:lnTo>
                  <a:pt x="764715" y="225694"/>
                </a:lnTo>
                <a:lnTo>
                  <a:pt x="764715" y="360978"/>
                </a:lnTo>
                <a:lnTo>
                  <a:pt x="899999" y="360978"/>
                </a:lnTo>
                <a:lnTo>
                  <a:pt x="899999" y="450411"/>
                </a:lnTo>
                <a:lnTo>
                  <a:pt x="764715" y="450411"/>
                </a:lnTo>
                <a:lnTo>
                  <a:pt x="764715" y="585694"/>
                </a:lnTo>
                <a:lnTo>
                  <a:pt x="675282" y="585694"/>
                </a:lnTo>
                <a:lnTo>
                  <a:pt x="675282" y="450411"/>
                </a:lnTo>
                <a:lnTo>
                  <a:pt x="539999" y="450411"/>
                </a:lnTo>
                <a:lnTo>
                  <a:pt x="539999" y="360978"/>
                </a:lnTo>
                <a:lnTo>
                  <a:pt x="675282" y="360978"/>
                </a:lnTo>
                <a:close/>
                <a:moveTo>
                  <a:pt x="269830" y="0"/>
                </a:moveTo>
                <a:lnTo>
                  <a:pt x="315650" y="0"/>
                </a:lnTo>
                <a:cubicBezTo>
                  <a:pt x="391401" y="0"/>
                  <a:pt x="457067" y="50533"/>
                  <a:pt x="470362" y="122023"/>
                </a:cubicBezTo>
                <a:cubicBezTo>
                  <a:pt x="472138" y="152158"/>
                  <a:pt x="467825" y="195146"/>
                  <a:pt x="458794" y="239743"/>
                </a:cubicBezTo>
                <a:cubicBezTo>
                  <a:pt x="462043" y="237438"/>
                  <a:pt x="465358" y="236593"/>
                  <a:pt x="468435" y="237360"/>
                </a:cubicBezTo>
                <a:cubicBezTo>
                  <a:pt x="479957" y="240233"/>
                  <a:pt x="483796" y="264625"/>
                  <a:pt x="477010" y="291841"/>
                </a:cubicBezTo>
                <a:cubicBezTo>
                  <a:pt x="470225" y="319057"/>
                  <a:pt x="455384" y="338792"/>
                  <a:pt x="443862" y="335919"/>
                </a:cubicBezTo>
                <a:cubicBezTo>
                  <a:pt x="441772" y="335398"/>
                  <a:pt x="439934" y="334168"/>
                  <a:pt x="438933" y="331856"/>
                </a:cubicBezTo>
                <a:cubicBezTo>
                  <a:pt x="423571" y="388780"/>
                  <a:pt x="404530" y="434934"/>
                  <a:pt x="388395" y="443087"/>
                </a:cubicBezTo>
                <a:lnTo>
                  <a:pt x="385587" y="444558"/>
                </a:lnTo>
                <a:cubicBezTo>
                  <a:pt x="372885" y="614946"/>
                  <a:pt x="696004" y="617216"/>
                  <a:pt x="716754" y="713855"/>
                </a:cubicBezTo>
                <a:lnTo>
                  <a:pt x="716754" y="811388"/>
                </a:lnTo>
                <a:lnTo>
                  <a:pt x="0" y="811388"/>
                </a:lnTo>
                <a:lnTo>
                  <a:pt x="0" y="626659"/>
                </a:lnTo>
                <a:cubicBezTo>
                  <a:pt x="96662" y="588964"/>
                  <a:pt x="209809" y="548028"/>
                  <a:pt x="200303" y="444771"/>
                </a:cubicBezTo>
                <a:cubicBezTo>
                  <a:pt x="198983" y="444547"/>
                  <a:pt x="198030" y="443823"/>
                  <a:pt x="197086" y="443087"/>
                </a:cubicBezTo>
                <a:cubicBezTo>
                  <a:pt x="176504" y="422382"/>
                  <a:pt x="158895" y="382388"/>
                  <a:pt x="147175" y="335858"/>
                </a:cubicBezTo>
                <a:cubicBezTo>
                  <a:pt x="135722" y="338479"/>
                  <a:pt x="121061" y="318841"/>
                  <a:pt x="114328" y="291841"/>
                </a:cubicBezTo>
                <a:cubicBezTo>
                  <a:pt x="107543" y="264625"/>
                  <a:pt x="111382" y="240233"/>
                  <a:pt x="122903" y="237360"/>
                </a:cubicBezTo>
                <a:lnTo>
                  <a:pt x="125355" y="237859"/>
                </a:lnTo>
                <a:cubicBezTo>
                  <a:pt x="117152" y="193114"/>
                  <a:pt x="114628" y="150810"/>
                  <a:pt x="117360" y="122014"/>
                </a:cubicBezTo>
                <a:cubicBezTo>
                  <a:pt x="130658" y="50529"/>
                  <a:pt x="194083" y="0"/>
                  <a:pt x="26983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正方形/長方形 24"/>
          <p:cNvSpPr/>
          <p:nvPr/>
        </p:nvSpPr>
        <p:spPr bwMode="gray">
          <a:xfrm>
            <a:off x="6607925" y="1848611"/>
            <a:ext cx="830769" cy="640953"/>
          </a:xfrm>
          <a:custGeom>
            <a:avLst/>
            <a:gdLst/>
            <a:ahLst/>
            <a:cxnLst/>
            <a:rect l="l" t="t" r="r" b="b"/>
            <a:pathLst>
              <a:path w="900000" h="694366">
                <a:moveTo>
                  <a:pt x="629687" y="101808"/>
                </a:moveTo>
                <a:lnTo>
                  <a:pt x="657400" y="101808"/>
                </a:lnTo>
                <a:cubicBezTo>
                  <a:pt x="703217" y="101808"/>
                  <a:pt x="742934" y="132372"/>
                  <a:pt x="750975" y="175611"/>
                </a:cubicBezTo>
                <a:cubicBezTo>
                  <a:pt x="752049" y="193838"/>
                  <a:pt x="749440" y="219838"/>
                  <a:pt x="743978" y="246812"/>
                </a:cubicBezTo>
                <a:cubicBezTo>
                  <a:pt x="745943" y="245418"/>
                  <a:pt x="747948" y="244906"/>
                  <a:pt x="749810" y="245371"/>
                </a:cubicBezTo>
                <a:cubicBezTo>
                  <a:pt x="756778" y="247108"/>
                  <a:pt x="759100" y="261861"/>
                  <a:pt x="754996" y="278322"/>
                </a:cubicBezTo>
                <a:cubicBezTo>
                  <a:pt x="750892" y="294783"/>
                  <a:pt x="741916" y="306719"/>
                  <a:pt x="734947" y="304982"/>
                </a:cubicBezTo>
                <a:cubicBezTo>
                  <a:pt x="733683" y="304667"/>
                  <a:pt x="732571" y="303923"/>
                  <a:pt x="731966" y="302525"/>
                </a:cubicBezTo>
                <a:cubicBezTo>
                  <a:pt x="722674" y="336954"/>
                  <a:pt x="711158" y="364869"/>
                  <a:pt x="701399" y="369800"/>
                </a:cubicBezTo>
                <a:lnTo>
                  <a:pt x="699700" y="370690"/>
                </a:lnTo>
                <a:cubicBezTo>
                  <a:pt x="692018" y="473746"/>
                  <a:pt x="887450" y="475119"/>
                  <a:pt x="900000" y="533569"/>
                </a:cubicBezTo>
                <a:lnTo>
                  <a:pt x="900000" y="692572"/>
                </a:lnTo>
                <a:lnTo>
                  <a:pt x="690450" y="692572"/>
                </a:lnTo>
                <a:lnTo>
                  <a:pt x="690450" y="535952"/>
                </a:lnTo>
                <a:cubicBezTo>
                  <a:pt x="682195" y="497504"/>
                  <a:pt x="594807" y="483753"/>
                  <a:pt x="539522" y="447403"/>
                </a:cubicBezTo>
                <a:cubicBezTo>
                  <a:pt x="569679" y="430223"/>
                  <a:pt x="590944" y="406764"/>
                  <a:pt x="587635" y="370819"/>
                </a:cubicBezTo>
                <a:cubicBezTo>
                  <a:pt x="586837" y="370683"/>
                  <a:pt x="586261" y="370246"/>
                  <a:pt x="585689" y="369800"/>
                </a:cubicBezTo>
                <a:cubicBezTo>
                  <a:pt x="573241" y="357277"/>
                  <a:pt x="562590" y="333087"/>
                  <a:pt x="555502" y="304945"/>
                </a:cubicBezTo>
                <a:cubicBezTo>
                  <a:pt x="548574" y="306530"/>
                  <a:pt x="539707" y="294653"/>
                  <a:pt x="535635" y="278322"/>
                </a:cubicBezTo>
                <a:cubicBezTo>
                  <a:pt x="531531" y="261861"/>
                  <a:pt x="533853" y="247108"/>
                  <a:pt x="540822" y="245371"/>
                </a:cubicBezTo>
                <a:lnTo>
                  <a:pt x="542305" y="245672"/>
                </a:lnTo>
                <a:cubicBezTo>
                  <a:pt x="537343" y="218609"/>
                  <a:pt x="535816" y="193022"/>
                  <a:pt x="537469" y="175606"/>
                </a:cubicBezTo>
                <a:cubicBezTo>
                  <a:pt x="545512" y="132369"/>
                  <a:pt x="583873" y="101808"/>
                  <a:pt x="629687" y="101808"/>
                </a:cubicBezTo>
                <a:close/>
                <a:moveTo>
                  <a:pt x="248688" y="0"/>
                </a:moveTo>
                <a:lnTo>
                  <a:pt x="287899" y="0"/>
                </a:lnTo>
                <a:cubicBezTo>
                  <a:pt x="352725" y="0"/>
                  <a:pt x="408920" y="43245"/>
                  <a:pt x="420298" y="104424"/>
                </a:cubicBezTo>
                <a:cubicBezTo>
                  <a:pt x="421818" y="130213"/>
                  <a:pt x="418126" y="167001"/>
                  <a:pt x="410398" y="205166"/>
                </a:cubicBezTo>
                <a:cubicBezTo>
                  <a:pt x="413178" y="203194"/>
                  <a:pt x="416015" y="202470"/>
                  <a:pt x="418649" y="203127"/>
                </a:cubicBezTo>
                <a:cubicBezTo>
                  <a:pt x="428509" y="205585"/>
                  <a:pt x="431794" y="226460"/>
                  <a:pt x="425987" y="249750"/>
                </a:cubicBezTo>
                <a:cubicBezTo>
                  <a:pt x="420181" y="273041"/>
                  <a:pt x="407480" y="289930"/>
                  <a:pt x="397620" y="287471"/>
                </a:cubicBezTo>
                <a:cubicBezTo>
                  <a:pt x="395831" y="287026"/>
                  <a:pt x="394258" y="285973"/>
                  <a:pt x="393402" y="283994"/>
                </a:cubicBezTo>
                <a:cubicBezTo>
                  <a:pt x="380255" y="332709"/>
                  <a:pt x="363960" y="372206"/>
                  <a:pt x="350152" y="379183"/>
                </a:cubicBezTo>
                <a:lnTo>
                  <a:pt x="347749" y="380442"/>
                </a:lnTo>
                <a:cubicBezTo>
                  <a:pt x="336879" y="526256"/>
                  <a:pt x="613396" y="528198"/>
                  <a:pt x="631154" y="610900"/>
                </a:cubicBezTo>
                <a:lnTo>
                  <a:pt x="631154" y="694366"/>
                </a:lnTo>
                <a:lnTo>
                  <a:pt x="0" y="694366"/>
                </a:lnTo>
                <a:lnTo>
                  <a:pt x="0" y="543612"/>
                </a:lnTo>
                <a:cubicBezTo>
                  <a:pt x="85763" y="508862"/>
                  <a:pt x="197918" y="475454"/>
                  <a:pt x="189188" y="380624"/>
                </a:cubicBezTo>
                <a:cubicBezTo>
                  <a:pt x="188058" y="380432"/>
                  <a:pt x="187243" y="379813"/>
                  <a:pt x="186435" y="379183"/>
                </a:cubicBezTo>
                <a:cubicBezTo>
                  <a:pt x="168821" y="361464"/>
                  <a:pt x="153752" y="327238"/>
                  <a:pt x="143722" y="287419"/>
                </a:cubicBezTo>
                <a:cubicBezTo>
                  <a:pt x="133921" y="289662"/>
                  <a:pt x="121374" y="272857"/>
                  <a:pt x="115613" y="249750"/>
                </a:cubicBezTo>
                <a:cubicBezTo>
                  <a:pt x="109806" y="226460"/>
                  <a:pt x="113091" y="205585"/>
                  <a:pt x="122951" y="203127"/>
                </a:cubicBezTo>
                <a:lnTo>
                  <a:pt x="125049" y="203554"/>
                </a:lnTo>
                <a:cubicBezTo>
                  <a:pt x="118029" y="165263"/>
                  <a:pt x="115869" y="129059"/>
                  <a:pt x="118207" y="104416"/>
                </a:cubicBezTo>
                <a:cubicBezTo>
                  <a:pt x="129587" y="43241"/>
                  <a:pt x="183865" y="0"/>
                  <a:pt x="24868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正方形/長方形 36"/>
          <p:cNvSpPr>
            <a:spLocks noChangeAspect="1"/>
          </p:cNvSpPr>
          <p:nvPr/>
        </p:nvSpPr>
        <p:spPr>
          <a:xfrm rot="13500000">
            <a:off x="932806" y="4464101"/>
            <a:ext cx="830769" cy="818320"/>
          </a:xfrm>
          <a:custGeom>
            <a:avLst/>
            <a:gdLst/>
            <a:ahLst/>
            <a:cxnLst/>
            <a:rect l="l" t="t" r="r" b="b"/>
            <a:pathLst>
              <a:path w="1801438" h="1774429">
                <a:moveTo>
                  <a:pt x="986210" y="929394"/>
                </a:moveTo>
                <a:lnTo>
                  <a:pt x="986210" y="1416847"/>
                </a:lnTo>
                <a:lnTo>
                  <a:pt x="1239" y="1416847"/>
                </a:lnTo>
                <a:lnTo>
                  <a:pt x="1239" y="952296"/>
                </a:lnTo>
                <a:lnTo>
                  <a:pt x="1238" y="952296"/>
                </a:lnTo>
                <a:lnTo>
                  <a:pt x="1238" y="744886"/>
                </a:lnTo>
                <a:lnTo>
                  <a:pt x="777459" y="744886"/>
                </a:lnTo>
                <a:lnTo>
                  <a:pt x="777459" y="745473"/>
                </a:lnTo>
                <a:lnTo>
                  <a:pt x="849459" y="745473"/>
                </a:lnTo>
                <a:lnTo>
                  <a:pt x="849459" y="744886"/>
                </a:lnTo>
                <a:lnTo>
                  <a:pt x="849459" y="672878"/>
                </a:lnTo>
                <a:lnTo>
                  <a:pt x="849459" y="351890"/>
                </a:lnTo>
                <a:lnTo>
                  <a:pt x="983877" y="351890"/>
                </a:lnTo>
                <a:lnTo>
                  <a:pt x="983877" y="929394"/>
                </a:lnTo>
                <a:close/>
                <a:moveTo>
                  <a:pt x="986400" y="1486397"/>
                </a:moveTo>
                <a:lnTo>
                  <a:pt x="986400" y="1774429"/>
                </a:lnTo>
                <a:lnTo>
                  <a:pt x="0" y="1774429"/>
                </a:lnTo>
                <a:lnTo>
                  <a:pt x="0" y="1486397"/>
                </a:lnTo>
                <a:close/>
                <a:moveTo>
                  <a:pt x="1441406" y="0"/>
                </a:moveTo>
                <a:lnTo>
                  <a:pt x="1441406" y="952296"/>
                </a:lnTo>
                <a:lnTo>
                  <a:pt x="1055877" y="952296"/>
                </a:lnTo>
                <a:lnTo>
                  <a:pt x="1055877" y="351890"/>
                </a:lnTo>
                <a:lnTo>
                  <a:pt x="1055877" y="279882"/>
                </a:lnTo>
                <a:lnTo>
                  <a:pt x="983877" y="279882"/>
                </a:lnTo>
                <a:lnTo>
                  <a:pt x="777897" y="279882"/>
                </a:lnTo>
                <a:lnTo>
                  <a:pt x="777897" y="283368"/>
                </a:lnTo>
                <a:lnTo>
                  <a:pt x="777459" y="283368"/>
                </a:lnTo>
                <a:lnTo>
                  <a:pt x="777459" y="672878"/>
                </a:lnTo>
                <a:lnTo>
                  <a:pt x="1238" y="672878"/>
                </a:lnTo>
                <a:lnTo>
                  <a:pt x="1238" y="556040"/>
                </a:lnTo>
                <a:lnTo>
                  <a:pt x="652361" y="556040"/>
                </a:lnTo>
                <a:lnTo>
                  <a:pt x="652361" y="484032"/>
                </a:lnTo>
                <a:lnTo>
                  <a:pt x="1238" y="484032"/>
                </a:lnTo>
                <a:lnTo>
                  <a:pt x="1238" y="367193"/>
                </a:lnTo>
                <a:lnTo>
                  <a:pt x="649310" y="367193"/>
                </a:lnTo>
                <a:lnTo>
                  <a:pt x="649310" y="295185"/>
                </a:lnTo>
                <a:lnTo>
                  <a:pt x="1238" y="295185"/>
                </a:lnTo>
                <a:lnTo>
                  <a:pt x="1238" y="178346"/>
                </a:lnTo>
                <a:lnTo>
                  <a:pt x="649310" y="178346"/>
                </a:lnTo>
                <a:lnTo>
                  <a:pt x="649310" y="106338"/>
                </a:lnTo>
                <a:lnTo>
                  <a:pt x="1238" y="106338"/>
                </a:lnTo>
                <a:lnTo>
                  <a:pt x="1238" y="0"/>
                </a:lnTo>
                <a:close/>
                <a:moveTo>
                  <a:pt x="1801438" y="0"/>
                </a:moveTo>
                <a:lnTo>
                  <a:pt x="1801438" y="952296"/>
                </a:lnTo>
                <a:lnTo>
                  <a:pt x="1513406" y="952296"/>
                </a:lnTo>
                <a:lnTo>
                  <a:pt x="1513406" y="0"/>
                </a:ln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0"/>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3443915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9" name="オブジェクト 68"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69" name="オブジェクト 68"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68" name="角丸四角形 62"/>
          <p:cNvSpPr>
            <a:spLocks noChangeAspect="1"/>
          </p:cNvSpPr>
          <p:nvPr/>
        </p:nvSpPr>
        <p:spPr bwMode="gray">
          <a:xfrm>
            <a:off x="2360274" y="5256155"/>
            <a:ext cx="830769" cy="750515"/>
          </a:xfrm>
          <a:custGeom>
            <a:avLst/>
            <a:gdLst/>
            <a:ahLst/>
            <a:cxnLst/>
            <a:rect l="l" t="t" r="r" b="b"/>
            <a:pathLst>
              <a:path w="900000" h="813058">
                <a:moveTo>
                  <a:pt x="450001" y="323854"/>
                </a:moveTo>
                <a:lnTo>
                  <a:pt x="676253" y="542961"/>
                </a:lnTo>
                <a:lnTo>
                  <a:pt x="533651" y="542961"/>
                </a:lnTo>
                <a:lnTo>
                  <a:pt x="533651" y="813058"/>
                </a:lnTo>
                <a:lnTo>
                  <a:pt x="366350" y="813058"/>
                </a:lnTo>
                <a:lnTo>
                  <a:pt x="366350" y="542961"/>
                </a:lnTo>
                <a:lnTo>
                  <a:pt x="223748" y="542961"/>
                </a:lnTo>
                <a:close/>
                <a:moveTo>
                  <a:pt x="273050" y="90038"/>
                </a:moveTo>
                <a:lnTo>
                  <a:pt x="273050" y="144806"/>
                </a:lnTo>
                <a:lnTo>
                  <a:pt x="808831" y="144806"/>
                </a:lnTo>
                <a:lnTo>
                  <a:pt x="808831" y="90038"/>
                </a:lnTo>
                <a:close/>
                <a:moveTo>
                  <a:pt x="208238" y="85136"/>
                </a:moveTo>
                <a:cubicBezTo>
                  <a:pt x="190407" y="85136"/>
                  <a:pt x="175952" y="99591"/>
                  <a:pt x="175952" y="117422"/>
                </a:cubicBezTo>
                <a:cubicBezTo>
                  <a:pt x="175952" y="135253"/>
                  <a:pt x="190407" y="149708"/>
                  <a:pt x="208238" y="149708"/>
                </a:cubicBezTo>
                <a:cubicBezTo>
                  <a:pt x="226069" y="149708"/>
                  <a:pt x="240524" y="135253"/>
                  <a:pt x="240524" y="117422"/>
                </a:cubicBezTo>
                <a:cubicBezTo>
                  <a:pt x="240524" y="99591"/>
                  <a:pt x="226069" y="85136"/>
                  <a:pt x="208238" y="85136"/>
                </a:cubicBezTo>
                <a:close/>
                <a:moveTo>
                  <a:pt x="111140" y="85136"/>
                </a:moveTo>
                <a:cubicBezTo>
                  <a:pt x="93309" y="85136"/>
                  <a:pt x="78854" y="99591"/>
                  <a:pt x="78854" y="117422"/>
                </a:cubicBezTo>
                <a:cubicBezTo>
                  <a:pt x="78854" y="135253"/>
                  <a:pt x="93309" y="149708"/>
                  <a:pt x="111140" y="149708"/>
                </a:cubicBezTo>
                <a:cubicBezTo>
                  <a:pt x="128971" y="149708"/>
                  <a:pt x="143426" y="135253"/>
                  <a:pt x="143426" y="117422"/>
                </a:cubicBezTo>
                <a:cubicBezTo>
                  <a:pt x="143426" y="99591"/>
                  <a:pt x="128971" y="85136"/>
                  <a:pt x="111140" y="85136"/>
                </a:cubicBezTo>
                <a:close/>
                <a:moveTo>
                  <a:pt x="89050" y="0"/>
                </a:moveTo>
                <a:lnTo>
                  <a:pt x="810950" y="0"/>
                </a:lnTo>
                <a:cubicBezTo>
                  <a:pt x="860131" y="0"/>
                  <a:pt x="900000" y="39869"/>
                  <a:pt x="900000" y="89050"/>
                </a:cubicBezTo>
                <a:lnTo>
                  <a:pt x="900000" y="630950"/>
                </a:lnTo>
                <a:cubicBezTo>
                  <a:pt x="900000" y="680131"/>
                  <a:pt x="860131" y="720000"/>
                  <a:pt x="810950" y="720000"/>
                </a:cubicBezTo>
                <a:lnTo>
                  <a:pt x="629785" y="720000"/>
                </a:lnTo>
                <a:lnTo>
                  <a:pt x="629785" y="630580"/>
                </a:lnTo>
                <a:lnTo>
                  <a:pt x="811950" y="630580"/>
                </a:lnTo>
                <a:lnTo>
                  <a:pt x="811950" y="216243"/>
                </a:lnTo>
                <a:lnTo>
                  <a:pt x="88051" y="216243"/>
                </a:lnTo>
                <a:lnTo>
                  <a:pt x="88051" y="630580"/>
                </a:lnTo>
                <a:lnTo>
                  <a:pt x="270216" y="630580"/>
                </a:lnTo>
                <a:lnTo>
                  <a:pt x="270216" y="720000"/>
                </a:lnTo>
                <a:lnTo>
                  <a:pt x="89050" y="720000"/>
                </a:lnTo>
                <a:cubicBezTo>
                  <a:pt x="39869" y="720000"/>
                  <a:pt x="0" y="680131"/>
                  <a:pt x="0" y="630950"/>
                </a:cubicBezTo>
                <a:lnTo>
                  <a:pt x="0" y="89050"/>
                </a:lnTo>
                <a:cubicBezTo>
                  <a:pt x="0" y="39869"/>
                  <a:pt x="39869" y="0"/>
                  <a:pt x="8905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 name="タイトル 1"/>
          <p:cNvSpPr>
            <a:spLocks noGrp="1"/>
          </p:cNvSpPr>
          <p:nvPr>
            <p:ph type="title"/>
          </p:nvPr>
        </p:nvSpPr>
        <p:spPr bwMode="gray"/>
        <p:txBody>
          <a:bodyPr/>
          <a:lstStyle/>
          <a:p>
            <a:r>
              <a:rPr lang="en-GB" altLang="ja-JP"/>
              <a:t>Technology, media and telecommunications</a:t>
            </a:r>
            <a:endParaRPr kumimoji="1" lang="ja-JP" altLang="en-US"/>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24</a:t>
            </a:fld>
            <a:endParaRPr lang="ja-JP" altLang="en-US"/>
          </a:p>
        </p:txBody>
      </p:sp>
      <p:sp>
        <p:nvSpPr>
          <p:cNvPr id="9" name="テキスト プレースホルダー 8"/>
          <p:cNvSpPr>
            <a:spLocks noGrp="1"/>
          </p:cNvSpPr>
          <p:nvPr>
            <p:ph type="body" sz="quarter" idx="15"/>
          </p:nvPr>
        </p:nvSpPr>
        <p:spPr/>
        <p:txBody>
          <a:bodyPr/>
          <a:lstStyle/>
          <a:p>
            <a:r>
              <a:rPr kumimoji="1" lang="en-US" altLang="ja-JP"/>
              <a:t>Header</a:t>
            </a:r>
            <a:endParaRPr kumimoji="1" lang="ja-JP" altLang="en-US"/>
          </a:p>
        </p:txBody>
      </p:sp>
      <p:sp>
        <p:nvSpPr>
          <p:cNvPr id="31" name="角丸四角形 9"/>
          <p:cNvSpPr>
            <a:spLocks noChangeAspect="1"/>
          </p:cNvSpPr>
          <p:nvPr/>
        </p:nvSpPr>
        <p:spPr bwMode="gray">
          <a:xfrm>
            <a:off x="6614329" y="2932201"/>
            <a:ext cx="830769" cy="544985"/>
          </a:xfrm>
          <a:custGeom>
            <a:avLst/>
            <a:gdLst/>
            <a:ahLst/>
            <a:cxnLst/>
            <a:rect l="l" t="t" r="r" b="b"/>
            <a:pathLst>
              <a:path w="900000" h="526814">
                <a:moveTo>
                  <a:pt x="64803" y="387161"/>
                </a:moveTo>
                <a:cubicBezTo>
                  <a:pt x="61489" y="387161"/>
                  <a:pt x="58803" y="389847"/>
                  <a:pt x="58803" y="393161"/>
                </a:cubicBezTo>
                <a:lnTo>
                  <a:pt x="58803" y="417161"/>
                </a:lnTo>
                <a:cubicBezTo>
                  <a:pt x="58803" y="420475"/>
                  <a:pt x="61489" y="423161"/>
                  <a:pt x="64803" y="423161"/>
                </a:cubicBezTo>
                <a:lnTo>
                  <a:pt x="304803" y="423161"/>
                </a:lnTo>
                <a:cubicBezTo>
                  <a:pt x="308117" y="423161"/>
                  <a:pt x="310803" y="420475"/>
                  <a:pt x="310803" y="417161"/>
                </a:cubicBezTo>
                <a:lnTo>
                  <a:pt x="310803" y="393161"/>
                </a:lnTo>
                <a:cubicBezTo>
                  <a:pt x="310803" y="389847"/>
                  <a:pt x="308117" y="387161"/>
                  <a:pt x="304803" y="387161"/>
                </a:cubicBezTo>
                <a:close/>
                <a:moveTo>
                  <a:pt x="64803" y="301436"/>
                </a:moveTo>
                <a:cubicBezTo>
                  <a:pt x="61489" y="301436"/>
                  <a:pt x="58803" y="304122"/>
                  <a:pt x="58803" y="307436"/>
                </a:cubicBezTo>
                <a:lnTo>
                  <a:pt x="58803" y="331436"/>
                </a:lnTo>
                <a:cubicBezTo>
                  <a:pt x="58803" y="334750"/>
                  <a:pt x="61489" y="337436"/>
                  <a:pt x="64803" y="337436"/>
                </a:cubicBezTo>
                <a:lnTo>
                  <a:pt x="808803" y="337436"/>
                </a:lnTo>
                <a:cubicBezTo>
                  <a:pt x="812117" y="337436"/>
                  <a:pt x="814803" y="334750"/>
                  <a:pt x="814803" y="331436"/>
                </a:cubicBezTo>
                <a:lnTo>
                  <a:pt x="814803" y="307436"/>
                </a:lnTo>
                <a:cubicBezTo>
                  <a:pt x="814803" y="304122"/>
                  <a:pt x="812117" y="301436"/>
                  <a:pt x="808803" y="301436"/>
                </a:cubicBezTo>
                <a:close/>
                <a:moveTo>
                  <a:pt x="66747" y="215918"/>
                </a:moveTo>
                <a:lnTo>
                  <a:pt x="66747" y="216225"/>
                </a:lnTo>
                <a:cubicBezTo>
                  <a:pt x="66747" y="234120"/>
                  <a:pt x="81253" y="248626"/>
                  <a:pt x="99148" y="248626"/>
                </a:cubicBezTo>
                <a:lnTo>
                  <a:pt x="229429" y="248626"/>
                </a:lnTo>
                <a:cubicBezTo>
                  <a:pt x="247324" y="248626"/>
                  <a:pt x="261830" y="234120"/>
                  <a:pt x="261830" y="216225"/>
                </a:cubicBezTo>
                <a:lnTo>
                  <a:pt x="261830" y="215918"/>
                </a:lnTo>
                <a:close/>
                <a:moveTo>
                  <a:pt x="157755" y="126226"/>
                </a:moveTo>
                <a:lnTo>
                  <a:pt x="170821" y="126226"/>
                </a:lnTo>
                <a:cubicBezTo>
                  <a:pt x="176160" y="126226"/>
                  <a:pt x="180488" y="130554"/>
                  <a:pt x="180488" y="135893"/>
                </a:cubicBezTo>
                <a:lnTo>
                  <a:pt x="180488" y="166959"/>
                </a:lnTo>
                <a:cubicBezTo>
                  <a:pt x="180488" y="172298"/>
                  <a:pt x="176160" y="176626"/>
                  <a:pt x="170821" y="176626"/>
                </a:cubicBezTo>
                <a:lnTo>
                  <a:pt x="157755" y="176626"/>
                </a:lnTo>
                <a:cubicBezTo>
                  <a:pt x="152416" y="176626"/>
                  <a:pt x="148088" y="172298"/>
                  <a:pt x="148088" y="166959"/>
                </a:cubicBezTo>
                <a:lnTo>
                  <a:pt x="148088" y="135893"/>
                </a:lnTo>
                <a:cubicBezTo>
                  <a:pt x="148088" y="130554"/>
                  <a:pt x="152416" y="126226"/>
                  <a:pt x="157755" y="126226"/>
                </a:cubicBezTo>
                <a:close/>
                <a:moveTo>
                  <a:pt x="157392" y="99114"/>
                </a:moveTo>
                <a:cubicBezTo>
                  <a:pt x="146542" y="99114"/>
                  <a:pt x="136813" y="103919"/>
                  <a:pt x="130930" y="112135"/>
                </a:cubicBezTo>
                <a:lnTo>
                  <a:pt x="66747" y="112135"/>
                </a:lnTo>
                <a:lnTo>
                  <a:pt x="66747" y="138827"/>
                </a:lnTo>
                <a:lnTo>
                  <a:pt x="121426" y="138827"/>
                </a:lnTo>
                <a:lnTo>
                  <a:pt x="121426" y="164027"/>
                </a:lnTo>
                <a:lnTo>
                  <a:pt x="66747" y="164027"/>
                </a:lnTo>
                <a:lnTo>
                  <a:pt x="66747" y="190718"/>
                </a:lnTo>
                <a:lnTo>
                  <a:pt x="130930" y="190718"/>
                </a:lnTo>
                <a:cubicBezTo>
                  <a:pt x="136813" y="198934"/>
                  <a:pt x="146542" y="203739"/>
                  <a:pt x="157392" y="203739"/>
                </a:cubicBezTo>
                <a:lnTo>
                  <a:pt x="171184" y="203739"/>
                </a:lnTo>
                <a:cubicBezTo>
                  <a:pt x="182034" y="203739"/>
                  <a:pt x="191763" y="198934"/>
                  <a:pt x="197646" y="190718"/>
                </a:cubicBezTo>
                <a:lnTo>
                  <a:pt x="261830" y="190718"/>
                </a:lnTo>
                <a:lnTo>
                  <a:pt x="261830" y="164027"/>
                </a:lnTo>
                <a:lnTo>
                  <a:pt x="207150" y="164027"/>
                </a:lnTo>
                <a:lnTo>
                  <a:pt x="207150" y="138827"/>
                </a:lnTo>
                <a:lnTo>
                  <a:pt x="261830" y="138827"/>
                </a:lnTo>
                <a:lnTo>
                  <a:pt x="261830" y="112135"/>
                </a:lnTo>
                <a:lnTo>
                  <a:pt x="197646" y="112135"/>
                </a:lnTo>
                <a:cubicBezTo>
                  <a:pt x="191763" y="103919"/>
                  <a:pt x="182034" y="99114"/>
                  <a:pt x="171184" y="99114"/>
                </a:cubicBezTo>
                <a:close/>
                <a:moveTo>
                  <a:pt x="99148" y="54226"/>
                </a:moveTo>
                <a:cubicBezTo>
                  <a:pt x="81253" y="54226"/>
                  <a:pt x="66747" y="68732"/>
                  <a:pt x="66747" y="86627"/>
                </a:cubicBezTo>
                <a:lnTo>
                  <a:pt x="66747" y="86935"/>
                </a:lnTo>
                <a:lnTo>
                  <a:pt x="261830" y="86935"/>
                </a:lnTo>
                <a:lnTo>
                  <a:pt x="261830" y="86627"/>
                </a:lnTo>
                <a:cubicBezTo>
                  <a:pt x="261830" y="68732"/>
                  <a:pt x="247324" y="54226"/>
                  <a:pt x="229429" y="54226"/>
                </a:cubicBezTo>
                <a:close/>
                <a:moveTo>
                  <a:pt x="68754" y="0"/>
                </a:moveTo>
                <a:lnTo>
                  <a:pt x="831246" y="0"/>
                </a:lnTo>
                <a:cubicBezTo>
                  <a:pt x="869218" y="0"/>
                  <a:pt x="900000" y="30782"/>
                  <a:pt x="900000" y="68754"/>
                </a:cubicBezTo>
                <a:lnTo>
                  <a:pt x="900000" y="458060"/>
                </a:lnTo>
                <a:cubicBezTo>
                  <a:pt x="900000" y="496032"/>
                  <a:pt x="869218" y="526814"/>
                  <a:pt x="831246" y="526814"/>
                </a:cubicBezTo>
                <a:lnTo>
                  <a:pt x="68754" y="526814"/>
                </a:lnTo>
                <a:cubicBezTo>
                  <a:pt x="30782" y="526814"/>
                  <a:pt x="0" y="496032"/>
                  <a:pt x="0" y="458060"/>
                </a:cubicBezTo>
                <a:lnTo>
                  <a:pt x="0" y="68754"/>
                </a:lnTo>
                <a:cubicBezTo>
                  <a:pt x="0" y="30782"/>
                  <a:pt x="30782" y="0"/>
                  <a:pt x="68754"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角丸四角形 11"/>
          <p:cNvSpPr>
            <a:spLocks noChangeAspect="1"/>
          </p:cNvSpPr>
          <p:nvPr/>
        </p:nvSpPr>
        <p:spPr bwMode="gray">
          <a:xfrm>
            <a:off x="8212107" y="2913923"/>
            <a:ext cx="830769" cy="581538"/>
          </a:xfrm>
          <a:custGeom>
            <a:avLst/>
            <a:gdLst/>
            <a:ahLst/>
            <a:cxnLst/>
            <a:rect l="l" t="t" r="r" b="b"/>
            <a:pathLst>
              <a:path w="900000" h="561107">
                <a:moveTo>
                  <a:pt x="861066" y="449388"/>
                </a:moveTo>
                <a:cubicBezTo>
                  <a:pt x="851125" y="449388"/>
                  <a:pt x="843066" y="457447"/>
                  <a:pt x="843066" y="467388"/>
                </a:cubicBezTo>
                <a:cubicBezTo>
                  <a:pt x="843066" y="477329"/>
                  <a:pt x="851125" y="485388"/>
                  <a:pt x="861066" y="485388"/>
                </a:cubicBezTo>
                <a:cubicBezTo>
                  <a:pt x="871007" y="485388"/>
                  <a:pt x="879066" y="477329"/>
                  <a:pt x="879066" y="467388"/>
                </a:cubicBezTo>
                <a:cubicBezTo>
                  <a:pt x="879066" y="457447"/>
                  <a:pt x="871007" y="449388"/>
                  <a:pt x="861066" y="449388"/>
                </a:cubicBezTo>
                <a:close/>
                <a:moveTo>
                  <a:pt x="38934" y="449388"/>
                </a:moveTo>
                <a:cubicBezTo>
                  <a:pt x="28993" y="449388"/>
                  <a:pt x="20934" y="457447"/>
                  <a:pt x="20934" y="467388"/>
                </a:cubicBezTo>
                <a:cubicBezTo>
                  <a:pt x="20934" y="477329"/>
                  <a:pt x="28993" y="485388"/>
                  <a:pt x="38934" y="485388"/>
                </a:cubicBezTo>
                <a:cubicBezTo>
                  <a:pt x="48875" y="485388"/>
                  <a:pt x="56934" y="477329"/>
                  <a:pt x="56934" y="467388"/>
                </a:cubicBezTo>
                <a:cubicBezTo>
                  <a:pt x="56934" y="457447"/>
                  <a:pt x="48875" y="449388"/>
                  <a:pt x="38934" y="449388"/>
                </a:cubicBezTo>
                <a:close/>
                <a:moveTo>
                  <a:pt x="861066" y="324831"/>
                </a:moveTo>
                <a:cubicBezTo>
                  <a:pt x="851125" y="324831"/>
                  <a:pt x="843066" y="332890"/>
                  <a:pt x="843066" y="342831"/>
                </a:cubicBezTo>
                <a:cubicBezTo>
                  <a:pt x="843066" y="352772"/>
                  <a:pt x="851125" y="360831"/>
                  <a:pt x="861066" y="360831"/>
                </a:cubicBezTo>
                <a:cubicBezTo>
                  <a:pt x="871007" y="360831"/>
                  <a:pt x="879066" y="352772"/>
                  <a:pt x="879066" y="342831"/>
                </a:cubicBezTo>
                <a:cubicBezTo>
                  <a:pt x="879066" y="332890"/>
                  <a:pt x="871007" y="324831"/>
                  <a:pt x="861066" y="324831"/>
                </a:cubicBezTo>
                <a:close/>
                <a:moveTo>
                  <a:pt x="38934" y="324831"/>
                </a:moveTo>
                <a:cubicBezTo>
                  <a:pt x="28993" y="324831"/>
                  <a:pt x="20934" y="332890"/>
                  <a:pt x="20934" y="342831"/>
                </a:cubicBezTo>
                <a:cubicBezTo>
                  <a:pt x="20934" y="352772"/>
                  <a:pt x="28993" y="360831"/>
                  <a:pt x="38934" y="360831"/>
                </a:cubicBezTo>
                <a:cubicBezTo>
                  <a:pt x="48875" y="360831"/>
                  <a:pt x="56934" y="352772"/>
                  <a:pt x="56934" y="342831"/>
                </a:cubicBezTo>
                <a:cubicBezTo>
                  <a:pt x="56934" y="332890"/>
                  <a:pt x="48875" y="324831"/>
                  <a:pt x="38934" y="324831"/>
                </a:cubicBezTo>
                <a:close/>
                <a:moveTo>
                  <a:pt x="407932" y="235309"/>
                </a:moveTo>
                <a:lnTo>
                  <a:pt x="492069" y="235309"/>
                </a:lnTo>
                <a:cubicBezTo>
                  <a:pt x="497768" y="235309"/>
                  <a:pt x="502388" y="239929"/>
                  <a:pt x="502388" y="245628"/>
                </a:cubicBezTo>
                <a:lnTo>
                  <a:pt x="502388" y="315478"/>
                </a:lnTo>
                <a:cubicBezTo>
                  <a:pt x="502388" y="321177"/>
                  <a:pt x="497768" y="325797"/>
                  <a:pt x="492069" y="325797"/>
                </a:cubicBezTo>
                <a:lnTo>
                  <a:pt x="407932" y="325797"/>
                </a:lnTo>
                <a:cubicBezTo>
                  <a:pt x="402233" y="325797"/>
                  <a:pt x="397613" y="321177"/>
                  <a:pt x="397613" y="315478"/>
                </a:cubicBezTo>
                <a:lnTo>
                  <a:pt x="397613" y="245628"/>
                </a:lnTo>
                <a:cubicBezTo>
                  <a:pt x="397613" y="239929"/>
                  <a:pt x="402233" y="235309"/>
                  <a:pt x="407932" y="235309"/>
                </a:cubicBezTo>
                <a:close/>
                <a:moveTo>
                  <a:pt x="861066" y="200275"/>
                </a:moveTo>
                <a:cubicBezTo>
                  <a:pt x="851125" y="200275"/>
                  <a:pt x="843066" y="208334"/>
                  <a:pt x="843066" y="218275"/>
                </a:cubicBezTo>
                <a:cubicBezTo>
                  <a:pt x="843066" y="228216"/>
                  <a:pt x="851125" y="236275"/>
                  <a:pt x="861066" y="236275"/>
                </a:cubicBezTo>
                <a:cubicBezTo>
                  <a:pt x="871007" y="236275"/>
                  <a:pt x="879066" y="228216"/>
                  <a:pt x="879066" y="218275"/>
                </a:cubicBezTo>
                <a:cubicBezTo>
                  <a:pt x="879066" y="208334"/>
                  <a:pt x="871007" y="200275"/>
                  <a:pt x="861066" y="200275"/>
                </a:cubicBezTo>
                <a:close/>
                <a:moveTo>
                  <a:pt x="38934" y="200275"/>
                </a:moveTo>
                <a:cubicBezTo>
                  <a:pt x="28993" y="200275"/>
                  <a:pt x="20934" y="208334"/>
                  <a:pt x="20934" y="218275"/>
                </a:cubicBezTo>
                <a:cubicBezTo>
                  <a:pt x="20934" y="228216"/>
                  <a:pt x="28993" y="236275"/>
                  <a:pt x="38934" y="236275"/>
                </a:cubicBezTo>
                <a:cubicBezTo>
                  <a:pt x="48875" y="236275"/>
                  <a:pt x="56934" y="228216"/>
                  <a:pt x="56934" y="218275"/>
                </a:cubicBezTo>
                <a:cubicBezTo>
                  <a:pt x="56934" y="208334"/>
                  <a:pt x="48875" y="200275"/>
                  <a:pt x="38934" y="200275"/>
                </a:cubicBezTo>
                <a:close/>
                <a:moveTo>
                  <a:pt x="861066" y="75719"/>
                </a:moveTo>
                <a:cubicBezTo>
                  <a:pt x="851125" y="75719"/>
                  <a:pt x="843066" y="83778"/>
                  <a:pt x="843066" y="93719"/>
                </a:cubicBezTo>
                <a:cubicBezTo>
                  <a:pt x="843066" y="103660"/>
                  <a:pt x="851125" y="111719"/>
                  <a:pt x="861066" y="111719"/>
                </a:cubicBezTo>
                <a:cubicBezTo>
                  <a:pt x="871007" y="111719"/>
                  <a:pt x="879066" y="103660"/>
                  <a:pt x="879066" y="93719"/>
                </a:cubicBezTo>
                <a:cubicBezTo>
                  <a:pt x="879066" y="83778"/>
                  <a:pt x="871007" y="75719"/>
                  <a:pt x="861066" y="75719"/>
                </a:cubicBezTo>
                <a:close/>
                <a:moveTo>
                  <a:pt x="38934" y="75719"/>
                </a:moveTo>
                <a:cubicBezTo>
                  <a:pt x="28993" y="75719"/>
                  <a:pt x="20934" y="83778"/>
                  <a:pt x="20934" y="93719"/>
                </a:cubicBezTo>
                <a:cubicBezTo>
                  <a:pt x="20934" y="103660"/>
                  <a:pt x="28993" y="111719"/>
                  <a:pt x="38934" y="111719"/>
                </a:cubicBezTo>
                <a:cubicBezTo>
                  <a:pt x="48875" y="111719"/>
                  <a:pt x="56934" y="103660"/>
                  <a:pt x="56934" y="93719"/>
                </a:cubicBezTo>
                <a:cubicBezTo>
                  <a:pt x="56934" y="83778"/>
                  <a:pt x="48875" y="75719"/>
                  <a:pt x="38934" y="75719"/>
                </a:cubicBezTo>
                <a:close/>
                <a:moveTo>
                  <a:pt x="205379" y="0"/>
                </a:moveTo>
                <a:lnTo>
                  <a:pt x="694621" y="0"/>
                </a:lnTo>
                <a:cubicBezTo>
                  <a:pt x="734432" y="0"/>
                  <a:pt x="766706" y="32274"/>
                  <a:pt x="766706" y="72085"/>
                </a:cubicBezTo>
                <a:lnTo>
                  <a:pt x="766706" y="78328"/>
                </a:lnTo>
                <a:lnTo>
                  <a:pt x="828507" y="78328"/>
                </a:lnTo>
                <a:cubicBezTo>
                  <a:pt x="832100" y="63898"/>
                  <a:pt x="845518" y="54785"/>
                  <a:pt x="861066" y="54785"/>
                </a:cubicBezTo>
                <a:cubicBezTo>
                  <a:pt x="882569" y="54785"/>
                  <a:pt x="900000" y="72216"/>
                  <a:pt x="900000" y="93719"/>
                </a:cubicBezTo>
                <a:cubicBezTo>
                  <a:pt x="900000" y="115222"/>
                  <a:pt x="882569" y="132653"/>
                  <a:pt x="861066" y="132653"/>
                </a:cubicBezTo>
                <a:cubicBezTo>
                  <a:pt x="845519" y="132653"/>
                  <a:pt x="832100" y="123541"/>
                  <a:pt x="828508" y="109111"/>
                </a:cubicBezTo>
                <a:lnTo>
                  <a:pt x="766706" y="109111"/>
                </a:lnTo>
                <a:lnTo>
                  <a:pt x="766706" y="202884"/>
                </a:lnTo>
                <a:lnTo>
                  <a:pt x="828507" y="202884"/>
                </a:lnTo>
                <a:cubicBezTo>
                  <a:pt x="832100" y="188454"/>
                  <a:pt x="845518" y="179341"/>
                  <a:pt x="861066" y="179341"/>
                </a:cubicBezTo>
                <a:cubicBezTo>
                  <a:pt x="882569" y="179341"/>
                  <a:pt x="900000" y="196772"/>
                  <a:pt x="900000" y="218275"/>
                </a:cubicBezTo>
                <a:cubicBezTo>
                  <a:pt x="900000" y="239778"/>
                  <a:pt x="882569" y="257209"/>
                  <a:pt x="861066" y="257209"/>
                </a:cubicBezTo>
                <a:cubicBezTo>
                  <a:pt x="845519" y="257209"/>
                  <a:pt x="832100" y="248097"/>
                  <a:pt x="828508" y="233667"/>
                </a:cubicBezTo>
                <a:lnTo>
                  <a:pt x="766706" y="233667"/>
                </a:lnTo>
                <a:lnTo>
                  <a:pt x="766706" y="327440"/>
                </a:lnTo>
                <a:lnTo>
                  <a:pt x="828507" y="327440"/>
                </a:lnTo>
                <a:cubicBezTo>
                  <a:pt x="832100" y="313010"/>
                  <a:pt x="845518" y="303897"/>
                  <a:pt x="861066" y="303897"/>
                </a:cubicBezTo>
                <a:cubicBezTo>
                  <a:pt x="882569" y="303897"/>
                  <a:pt x="900000" y="321328"/>
                  <a:pt x="900000" y="342831"/>
                </a:cubicBezTo>
                <a:cubicBezTo>
                  <a:pt x="900000" y="364334"/>
                  <a:pt x="882569" y="381765"/>
                  <a:pt x="861066" y="381765"/>
                </a:cubicBezTo>
                <a:cubicBezTo>
                  <a:pt x="845519" y="381765"/>
                  <a:pt x="832100" y="372653"/>
                  <a:pt x="828508" y="358223"/>
                </a:cubicBezTo>
                <a:lnTo>
                  <a:pt x="766706" y="358223"/>
                </a:lnTo>
                <a:lnTo>
                  <a:pt x="766706" y="451997"/>
                </a:lnTo>
                <a:lnTo>
                  <a:pt x="828507" y="451997"/>
                </a:lnTo>
                <a:cubicBezTo>
                  <a:pt x="832100" y="437567"/>
                  <a:pt x="845518" y="428454"/>
                  <a:pt x="861066" y="428454"/>
                </a:cubicBezTo>
                <a:cubicBezTo>
                  <a:pt x="882569" y="428454"/>
                  <a:pt x="900000" y="445885"/>
                  <a:pt x="900000" y="467388"/>
                </a:cubicBezTo>
                <a:cubicBezTo>
                  <a:pt x="900000" y="488891"/>
                  <a:pt x="882569" y="506322"/>
                  <a:pt x="861066" y="506322"/>
                </a:cubicBezTo>
                <a:cubicBezTo>
                  <a:pt x="845519" y="506322"/>
                  <a:pt x="832100" y="497210"/>
                  <a:pt x="828508" y="482780"/>
                </a:cubicBezTo>
                <a:lnTo>
                  <a:pt x="766706" y="482780"/>
                </a:lnTo>
                <a:lnTo>
                  <a:pt x="766706" y="489022"/>
                </a:lnTo>
                <a:cubicBezTo>
                  <a:pt x="766706" y="528833"/>
                  <a:pt x="734432" y="561107"/>
                  <a:pt x="694621" y="561107"/>
                </a:cubicBezTo>
                <a:lnTo>
                  <a:pt x="205379" y="561107"/>
                </a:lnTo>
                <a:lnTo>
                  <a:pt x="179646" y="555912"/>
                </a:lnTo>
                <a:lnTo>
                  <a:pt x="376474" y="381756"/>
                </a:lnTo>
                <a:lnTo>
                  <a:pt x="540635" y="381756"/>
                </a:lnTo>
                <a:cubicBezTo>
                  <a:pt x="553383" y="381756"/>
                  <a:pt x="563717" y="371422"/>
                  <a:pt x="563717" y="358674"/>
                </a:cubicBezTo>
                <a:lnTo>
                  <a:pt x="563717" y="202432"/>
                </a:lnTo>
                <a:cubicBezTo>
                  <a:pt x="563717" y="189684"/>
                  <a:pt x="553383" y="179350"/>
                  <a:pt x="540635" y="179350"/>
                </a:cubicBezTo>
                <a:lnTo>
                  <a:pt x="359366" y="179350"/>
                </a:lnTo>
                <a:cubicBezTo>
                  <a:pt x="346618" y="179350"/>
                  <a:pt x="336284" y="189684"/>
                  <a:pt x="336284" y="202432"/>
                </a:cubicBezTo>
                <a:lnTo>
                  <a:pt x="336284" y="351943"/>
                </a:lnTo>
                <a:lnTo>
                  <a:pt x="142953" y="523005"/>
                </a:lnTo>
                <a:cubicBezTo>
                  <a:pt x="136469" y="513254"/>
                  <a:pt x="133294" y="501509"/>
                  <a:pt x="133294" y="489022"/>
                </a:cubicBezTo>
                <a:lnTo>
                  <a:pt x="133294" y="482780"/>
                </a:lnTo>
                <a:lnTo>
                  <a:pt x="71492" y="482780"/>
                </a:lnTo>
                <a:cubicBezTo>
                  <a:pt x="67900" y="497210"/>
                  <a:pt x="54481" y="506322"/>
                  <a:pt x="38934" y="506322"/>
                </a:cubicBezTo>
                <a:cubicBezTo>
                  <a:pt x="17431" y="506322"/>
                  <a:pt x="0" y="488891"/>
                  <a:pt x="0" y="467388"/>
                </a:cubicBezTo>
                <a:cubicBezTo>
                  <a:pt x="0" y="445885"/>
                  <a:pt x="17431" y="428454"/>
                  <a:pt x="38934" y="428454"/>
                </a:cubicBezTo>
                <a:cubicBezTo>
                  <a:pt x="54482" y="428454"/>
                  <a:pt x="67900" y="437567"/>
                  <a:pt x="71493" y="451997"/>
                </a:cubicBezTo>
                <a:lnTo>
                  <a:pt x="133294" y="451997"/>
                </a:lnTo>
                <a:lnTo>
                  <a:pt x="133294" y="358223"/>
                </a:lnTo>
                <a:lnTo>
                  <a:pt x="71492" y="358223"/>
                </a:lnTo>
                <a:cubicBezTo>
                  <a:pt x="67900" y="372653"/>
                  <a:pt x="54481" y="381765"/>
                  <a:pt x="38934" y="381765"/>
                </a:cubicBezTo>
                <a:cubicBezTo>
                  <a:pt x="17431" y="381765"/>
                  <a:pt x="0" y="364334"/>
                  <a:pt x="0" y="342831"/>
                </a:cubicBezTo>
                <a:cubicBezTo>
                  <a:pt x="0" y="321328"/>
                  <a:pt x="17431" y="303897"/>
                  <a:pt x="38934" y="303897"/>
                </a:cubicBezTo>
                <a:cubicBezTo>
                  <a:pt x="54482" y="303897"/>
                  <a:pt x="67900" y="313010"/>
                  <a:pt x="71493" y="327440"/>
                </a:cubicBezTo>
                <a:lnTo>
                  <a:pt x="133294" y="327440"/>
                </a:lnTo>
                <a:lnTo>
                  <a:pt x="133294" y="233667"/>
                </a:lnTo>
                <a:lnTo>
                  <a:pt x="71492" y="233667"/>
                </a:lnTo>
                <a:cubicBezTo>
                  <a:pt x="67900" y="248097"/>
                  <a:pt x="54481" y="257209"/>
                  <a:pt x="38934" y="257209"/>
                </a:cubicBezTo>
                <a:cubicBezTo>
                  <a:pt x="17431" y="257209"/>
                  <a:pt x="0" y="239778"/>
                  <a:pt x="0" y="218275"/>
                </a:cubicBezTo>
                <a:cubicBezTo>
                  <a:pt x="0" y="196772"/>
                  <a:pt x="17431" y="179341"/>
                  <a:pt x="38934" y="179341"/>
                </a:cubicBezTo>
                <a:cubicBezTo>
                  <a:pt x="54482" y="179341"/>
                  <a:pt x="67900" y="188454"/>
                  <a:pt x="71493" y="202884"/>
                </a:cubicBezTo>
                <a:lnTo>
                  <a:pt x="133294" y="202884"/>
                </a:lnTo>
                <a:lnTo>
                  <a:pt x="133294" y="109111"/>
                </a:lnTo>
                <a:lnTo>
                  <a:pt x="71492" y="109111"/>
                </a:lnTo>
                <a:cubicBezTo>
                  <a:pt x="67900" y="123541"/>
                  <a:pt x="54481" y="132653"/>
                  <a:pt x="38934" y="132653"/>
                </a:cubicBezTo>
                <a:cubicBezTo>
                  <a:pt x="17431" y="132653"/>
                  <a:pt x="0" y="115222"/>
                  <a:pt x="0" y="93719"/>
                </a:cubicBezTo>
                <a:cubicBezTo>
                  <a:pt x="0" y="72216"/>
                  <a:pt x="17431" y="54785"/>
                  <a:pt x="38934" y="54785"/>
                </a:cubicBezTo>
                <a:cubicBezTo>
                  <a:pt x="54482" y="54785"/>
                  <a:pt x="67900" y="63898"/>
                  <a:pt x="71493" y="78328"/>
                </a:cubicBezTo>
                <a:lnTo>
                  <a:pt x="133294" y="78328"/>
                </a:lnTo>
                <a:lnTo>
                  <a:pt x="133294" y="72085"/>
                </a:lnTo>
                <a:cubicBezTo>
                  <a:pt x="133294" y="32274"/>
                  <a:pt x="165568" y="0"/>
                  <a:pt x="205379"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角丸四角形 22"/>
          <p:cNvSpPr>
            <a:spLocks noChangeAspect="1"/>
          </p:cNvSpPr>
          <p:nvPr/>
        </p:nvSpPr>
        <p:spPr bwMode="gray">
          <a:xfrm>
            <a:off x="803765" y="4051799"/>
            <a:ext cx="784246" cy="830769"/>
          </a:xfrm>
          <a:custGeom>
            <a:avLst/>
            <a:gdLst/>
            <a:ahLst/>
            <a:cxnLst/>
            <a:rect l="l" t="t" r="r" b="b"/>
            <a:pathLst>
              <a:path w="900000" h="853792">
                <a:moveTo>
                  <a:pt x="735510" y="703272"/>
                </a:moveTo>
                <a:cubicBezTo>
                  <a:pt x="731302" y="703272"/>
                  <a:pt x="727890" y="706684"/>
                  <a:pt x="727890" y="710892"/>
                </a:cubicBezTo>
                <a:lnTo>
                  <a:pt x="727890" y="741371"/>
                </a:lnTo>
                <a:cubicBezTo>
                  <a:pt x="727890" y="745579"/>
                  <a:pt x="731302" y="748991"/>
                  <a:pt x="735510" y="748991"/>
                </a:cubicBezTo>
                <a:lnTo>
                  <a:pt x="798711" y="748991"/>
                </a:lnTo>
                <a:cubicBezTo>
                  <a:pt x="802919" y="748991"/>
                  <a:pt x="806331" y="745579"/>
                  <a:pt x="806331" y="741371"/>
                </a:cubicBezTo>
                <a:lnTo>
                  <a:pt x="806331" y="710892"/>
                </a:lnTo>
                <a:cubicBezTo>
                  <a:pt x="806331" y="706684"/>
                  <a:pt x="802919" y="703272"/>
                  <a:pt x="798711" y="703272"/>
                </a:cubicBezTo>
                <a:close/>
                <a:moveTo>
                  <a:pt x="659090" y="703272"/>
                </a:moveTo>
                <a:cubicBezTo>
                  <a:pt x="654882" y="703272"/>
                  <a:pt x="651470" y="706684"/>
                  <a:pt x="651470" y="710892"/>
                </a:cubicBezTo>
                <a:lnTo>
                  <a:pt x="651470" y="741371"/>
                </a:lnTo>
                <a:cubicBezTo>
                  <a:pt x="651470" y="745579"/>
                  <a:pt x="654882" y="748991"/>
                  <a:pt x="659090" y="748991"/>
                </a:cubicBezTo>
                <a:lnTo>
                  <a:pt x="697211" y="748991"/>
                </a:lnTo>
                <a:cubicBezTo>
                  <a:pt x="701419" y="748991"/>
                  <a:pt x="704831" y="745579"/>
                  <a:pt x="704831" y="741371"/>
                </a:cubicBezTo>
                <a:lnTo>
                  <a:pt x="704831" y="710892"/>
                </a:lnTo>
                <a:cubicBezTo>
                  <a:pt x="704831" y="706684"/>
                  <a:pt x="701419" y="703272"/>
                  <a:pt x="697211" y="703272"/>
                </a:cubicBezTo>
                <a:close/>
                <a:moveTo>
                  <a:pt x="239291" y="703272"/>
                </a:moveTo>
                <a:cubicBezTo>
                  <a:pt x="235083" y="703272"/>
                  <a:pt x="231671" y="706684"/>
                  <a:pt x="231671" y="710892"/>
                </a:cubicBezTo>
                <a:lnTo>
                  <a:pt x="231671" y="741371"/>
                </a:lnTo>
                <a:cubicBezTo>
                  <a:pt x="231671" y="745579"/>
                  <a:pt x="235083" y="748991"/>
                  <a:pt x="239291" y="748991"/>
                </a:cubicBezTo>
                <a:lnTo>
                  <a:pt x="620790" y="748991"/>
                </a:lnTo>
                <a:cubicBezTo>
                  <a:pt x="624998" y="748991"/>
                  <a:pt x="628410" y="745579"/>
                  <a:pt x="628410" y="741371"/>
                </a:cubicBezTo>
                <a:lnTo>
                  <a:pt x="628410" y="710892"/>
                </a:lnTo>
                <a:cubicBezTo>
                  <a:pt x="628410" y="706684"/>
                  <a:pt x="624998" y="703272"/>
                  <a:pt x="620790" y="703272"/>
                </a:cubicBezTo>
                <a:close/>
                <a:moveTo>
                  <a:pt x="162870" y="703272"/>
                </a:moveTo>
                <a:cubicBezTo>
                  <a:pt x="158662" y="703272"/>
                  <a:pt x="155250" y="706684"/>
                  <a:pt x="155250" y="710892"/>
                </a:cubicBezTo>
                <a:lnTo>
                  <a:pt x="155250" y="741371"/>
                </a:lnTo>
                <a:cubicBezTo>
                  <a:pt x="155250" y="745579"/>
                  <a:pt x="158662" y="748991"/>
                  <a:pt x="162870" y="748991"/>
                </a:cubicBezTo>
                <a:lnTo>
                  <a:pt x="200991" y="748991"/>
                </a:lnTo>
                <a:cubicBezTo>
                  <a:pt x="205199" y="748991"/>
                  <a:pt x="208611" y="745579"/>
                  <a:pt x="208611" y="741371"/>
                </a:cubicBezTo>
                <a:lnTo>
                  <a:pt x="208611" y="710892"/>
                </a:lnTo>
                <a:cubicBezTo>
                  <a:pt x="208611" y="706684"/>
                  <a:pt x="205199" y="703272"/>
                  <a:pt x="200991" y="703272"/>
                </a:cubicBezTo>
                <a:close/>
                <a:moveTo>
                  <a:pt x="100090" y="703272"/>
                </a:moveTo>
                <a:cubicBezTo>
                  <a:pt x="96544" y="703272"/>
                  <a:pt x="93670" y="706146"/>
                  <a:pt x="93670" y="709692"/>
                </a:cubicBezTo>
                <a:lnTo>
                  <a:pt x="93670" y="742571"/>
                </a:lnTo>
                <a:cubicBezTo>
                  <a:pt x="93670" y="746117"/>
                  <a:pt x="96544" y="748991"/>
                  <a:pt x="100090" y="748991"/>
                </a:cubicBezTo>
                <a:lnTo>
                  <a:pt x="125770" y="748991"/>
                </a:lnTo>
                <a:cubicBezTo>
                  <a:pt x="129316" y="748991"/>
                  <a:pt x="132190" y="746117"/>
                  <a:pt x="132190" y="742571"/>
                </a:cubicBezTo>
                <a:lnTo>
                  <a:pt x="132190" y="709692"/>
                </a:lnTo>
                <a:cubicBezTo>
                  <a:pt x="132190" y="706146"/>
                  <a:pt x="129316" y="703272"/>
                  <a:pt x="125770" y="703272"/>
                </a:cubicBezTo>
                <a:close/>
                <a:moveTo>
                  <a:pt x="758226" y="647025"/>
                </a:moveTo>
                <a:cubicBezTo>
                  <a:pt x="754018" y="647025"/>
                  <a:pt x="750606" y="650437"/>
                  <a:pt x="750606" y="654645"/>
                </a:cubicBezTo>
                <a:lnTo>
                  <a:pt x="750606" y="685124"/>
                </a:lnTo>
                <a:cubicBezTo>
                  <a:pt x="750606" y="689332"/>
                  <a:pt x="754018" y="692744"/>
                  <a:pt x="758226" y="692744"/>
                </a:cubicBezTo>
                <a:lnTo>
                  <a:pt x="789410" y="692744"/>
                </a:lnTo>
                <a:cubicBezTo>
                  <a:pt x="793618" y="692744"/>
                  <a:pt x="797030" y="689332"/>
                  <a:pt x="797030" y="685124"/>
                </a:cubicBezTo>
                <a:lnTo>
                  <a:pt x="797030" y="654645"/>
                </a:lnTo>
                <a:cubicBezTo>
                  <a:pt x="797030" y="650437"/>
                  <a:pt x="793618" y="647025"/>
                  <a:pt x="789410" y="647025"/>
                </a:cubicBezTo>
                <a:close/>
                <a:moveTo>
                  <a:pt x="693463" y="647025"/>
                </a:moveTo>
                <a:cubicBezTo>
                  <a:pt x="689255" y="647025"/>
                  <a:pt x="685843" y="650437"/>
                  <a:pt x="685843" y="654645"/>
                </a:cubicBezTo>
                <a:lnTo>
                  <a:pt x="685843" y="685124"/>
                </a:lnTo>
                <a:cubicBezTo>
                  <a:pt x="685843" y="689332"/>
                  <a:pt x="689255" y="692744"/>
                  <a:pt x="693463" y="692744"/>
                </a:cubicBezTo>
                <a:lnTo>
                  <a:pt x="724647" y="692744"/>
                </a:lnTo>
                <a:cubicBezTo>
                  <a:pt x="728855" y="692744"/>
                  <a:pt x="732267" y="689332"/>
                  <a:pt x="732267" y="685124"/>
                </a:cubicBezTo>
                <a:lnTo>
                  <a:pt x="732267" y="654645"/>
                </a:lnTo>
                <a:cubicBezTo>
                  <a:pt x="732267" y="650437"/>
                  <a:pt x="728855" y="647025"/>
                  <a:pt x="724647" y="647025"/>
                </a:cubicBezTo>
                <a:close/>
                <a:moveTo>
                  <a:pt x="628699" y="647025"/>
                </a:moveTo>
                <a:cubicBezTo>
                  <a:pt x="624491" y="647025"/>
                  <a:pt x="621079" y="650437"/>
                  <a:pt x="621079" y="654645"/>
                </a:cubicBezTo>
                <a:lnTo>
                  <a:pt x="621079" y="685124"/>
                </a:lnTo>
                <a:cubicBezTo>
                  <a:pt x="621079" y="689332"/>
                  <a:pt x="624491" y="692744"/>
                  <a:pt x="628699" y="692744"/>
                </a:cubicBezTo>
                <a:lnTo>
                  <a:pt x="659883" y="692744"/>
                </a:lnTo>
                <a:cubicBezTo>
                  <a:pt x="664091" y="692744"/>
                  <a:pt x="667503" y="689332"/>
                  <a:pt x="667503" y="685124"/>
                </a:cubicBezTo>
                <a:lnTo>
                  <a:pt x="667503" y="654645"/>
                </a:lnTo>
                <a:cubicBezTo>
                  <a:pt x="667503" y="650437"/>
                  <a:pt x="664091" y="647025"/>
                  <a:pt x="659883" y="647025"/>
                </a:cubicBezTo>
                <a:close/>
                <a:moveTo>
                  <a:pt x="563935" y="647025"/>
                </a:moveTo>
                <a:cubicBezTo>
                  <a:pt x="559727" y="647025"/>
                  <a:pt x="556315" y="650437"/>
                  <a:pt x="556315" y="654645"/>
                </a:cubicBezTo>
                <a:lnTo>
                  <a:pt x="556315" y="685124"/>
                </a:lnTo>
                <a:cubicBezTo>
                  <a:pt x="556315" y="689332"/>
                  <a:pt x="559727" y="692744"/>
                  <a:pt x="563935" y="692744"/>
                </a:cubicBezTo>
                <a:lnTo>
                  <a:pt x="595119" y="692744"/>
                </a:lnTo>
                <a:cubicBezTo>
                  <a:pt x="599327" y="692744"/>
                  <a:pt x="602739" y="689332"/>
                  <a:pt x="602739" y="685124"/>
                </a:cubicBezTo>
                <a:lnTo>
                  <a:pt x="602739" y="654645"/>
                </a:lnTo>
                <a:cubicBezTo>
                  <a:pt x="602739" y="650437"/>
                  <a:pt x="599327" y="647025"/>
                  <a:pt x="595119" y="647025"/>
                </a:cubicBezTo>
                <a:close/>
                <a:moveTo>
                  <a:pt x="499171" y="647025"/>
                </a:moveTo>
                <a:cubicBezTo>
                  <a:pt x="494963" y="647025"/>
                  <a:pt x="491551" y="650437"/>
                  <a:pt x="491551" y="654645"/>
                </a:cubicBezTo>
                <a:lnTo>
                  <a:pt x="491551" y="685124"/>
                </a:lnTo>
                <a:cubicBezTo>
                  <a:pt x="491551" y="689332"/>
                  <a:pt x="494963" y="692744"/>
                  <a:pt x="499171" y="692744"/>
                </a:cubicBezTo>
                <a:lnTo>
                  <a:pt x="530355" y="692744"/>
                </a:lnTo>
                <a:cubicBezTo>
                  <a:pt x="534563" y="692744"/>
                  <a:pt x="537975" y="689332"/>
                  <a:pt x="537975" y="685124"/>
                </a:cubicBezTo>
                <a:lnTo>
                  <a:pt x="537975" y="654645"/>
                </a:lnTo>
                <a:cubicBezTo>
                  <a:pt x="537975" y="650437"/>
                  <a:pt x="534563" y="647025"/>
                  <a:pt x="530355" y="647025"/>
                </a:cubicBezTo>
                <a:close/>
                <a:moveTo>
                  <a:pt x="434407" y="647025"/>
                </a:moveTo>
                <a:cubicBezTo>
                  <a:pt x="430199" y="647025"/>
                  <a:pt x="426787" y="650437"/>
                  <a:pt x="426787" y="654645"/>
                </a:cubicBezTo>
                <a:lnTo>
                  <a:pt x="426787" y="685124"/>
                </a:lnTo>
                <a:cubicBezTo>
                  <a:pt x="426787" y="689332"/>
                  <a:pt x="430199" y="692744"/>
                  <a:pt x="434407" y="692744"/>
                </a:cubicBezTo>
                <a:lnTo>
                  <a:pt x="465591" y="692744"/>
                </a:lnTo>
                <a:cubicBezTo>
                  <a:pt x="469799" y="692744"/>
                  <a:pt x="473211" y="689332"/>
                  <a:pt x="473211" y="685124"/>
                </a:cubicBezTo>
                <a:lnTo>
                  <a:pt x="473211" y="654645"/>
                </a:lnTo>
                <a:cubicBezTo>
                  <a:pt x="473211" y="650437"/>
                  <a:pt x="469799" y="647025"/>
                  <a:pt x="465591" y="647025"/>
                </a:cubicBezTo>
                <a:close/>
                <a:moveTo>
                  <a:pt x="369643" y="647025"/>
                </a:moveTo>
                <a:cubicBezTo>
                  <a:pt x="365435" y="647025"/>
                  <a:pt x="362023" y="650437"/>
                  <a:pt x="362023" y="654645"/>
                </a:cubicBezTo>
                <a:lnTo>
                  <a:pt x="362023" y="685124"/>
                </a:lnTo>
                <a:cubicBezTo>
                  <a:pt x="362023" y="689332"/>
                  <a:pt x="365435" y="692744"/>
                  <a:pt x="369643" y="692744"/>
                </a:cubicBezTo>
                <a:lnTo>
                  <a:pt x="400827" y="692744"/>
                </a:lnTo>
                <a:cubicBezTo>
                  <a:pt x="405035" y="692744"/>
                  <a:pt x="408447" y="689332"/>
                  <a:pt x="408447" y="685124"/>
                </a:cubicBezTo>
                <a:lnTo>
                  <a:pt x="408447" y="654645"/>
                </a:lnTo>
                <a:cubicBezTo>
                  <a:pt x="408447" y="650437"/>
                  <a:pt x="405035" y="647025"/>
                  <a:pt x="400827" y="647025"/>
                </a:cubicBezTo>
                <a:close/>
                <a:moveTo>
                  <a:pt x="304880" y="647025"/>
                </a:moveTo>
                <a:cubicBezTo>
                  <a:pt x="300672" y="647025"/>
                  <a:pt x="297260" y="650437"/>
                  <a:pt x="297260" y="654645"/>
                </a:cubicBezTo>
                <a:lnTo>
                  <a:pt x="297260" y="685124"/>
                </a:lnTo>
                <a:cubicBezTo>
                  <a:pt x="297260" y="689332"/>
                  <a:pt x="300672" y="692744"/>
                  <a:pt x="304880" y="692744"/>
                </a:cubicBezTo>
                <a:lnTo>
                  <a:pt x="336064" y="692744"/>
                </a:lnTo>
                <a:cubicBezTo>
                  <a:pt x="340272" y="692744"/>
                  <a:pt x="343684" y="689332"/>
                  <a:pt x="343684" y="685124"/>
                </a:cubicBezTo>
                <a:lnTo>
                  <a:pt x="343684" y="654645"/>
                </a:lnTo>
                <a:cubicBezTo>
                  <a:pt x="343684" y="650437"/>
                  <a:pt x="340272" y="647025"/>
                  <a:pt x="336064" y="647025"/>
                </a:cubicBezTo>
                <a:close/>
                <a:moveTo>
                  <a:pt x="240117" y="647025"/>
                </a:moveTo>
                <a:cubicBezTo>
                  <a:pt x="235909" y="647025"/>
                  <a:pt x="232497" y="650437"/>
                  <a:pt x="232497" y="654645"/>
                </a:cubicBezTo>
                <a:lnTo>
                  <a:pt x="232497" y="685124"/>
                </a:lnTo>
                <a:cubicBezTo>
                  <a:pt x="232497" y="689332"/>
                  <a:pt x="235909" y="692744"/>
                  <a:pt x="240117" y="692744"/>
                </a:cubicBezTo>
                <a:lnTo>
                  <a:pt x="271301" y="692744"/>
                </a:lnTo>
                <a:cubicBezTo>
                  <a:pt x="275509" y="692744"/>
                  <a:pt x="278921" y="689332"/>
                  <a:pt x="278921" y="685124"/>
                </a:cubicBezTo>
                <a:lnTo>
                  <a:pt x="278921" y="654645"/>
                </a:lnTo>
                <a:cubicBezTo>
                  <a:pt x="278921" y="650437"/>
                  <a:pt x="275509" y="647025"/>
                  <a:pt x="271301" y="647025"/>
                </a:cubicBezTo>
                <a:close/>
                <a:moveTo>
                  <a:pt x="175354" y="647025"/>
                </a:moveTo>
                <a:cubicBezTo>
                  <a:pt x="171146" y="647025"/>
                  <a:pt x="167734" y="650437"/>
                  <a:pt x="167734" y="654645"/>
                </a:cubicBezTo>
                <a:lnTo>
                  <a:pt x="167734" y="685124"/>
                </a:lnTo>
                <a:cubicBezTo>
                  <a:pt x="167734" y="689332"/>
                  <a:pt x="171146" y="692744"/>
                  <a:pt x="175354" y="692744"/>
                </a:cubicBezTo>
                <a:lnTo>
                  <a:pt x="206538" y="692744"/>
                </a:lnTo>
                <a:cubicBezTo>
                  <a:pt x="210746" y="692744"/>
                  <a:pt x="214158" y="689332"/>
                  <a:pt x="214158" y="685124"/>
                </a:cubicBezTo>
                <a:lnTo>
                  <a:pt x="214158" y="654645"/>
                </a:lnTo>
                <a:cubicBezTo>
                  <a:pt x="214158" y="650437"/>
                  <a:pt x="210746" y="647025"/>
                  <a:pt x="206538" y="647025"/>
                </a:cubicBezTo>
                <a:close/>
                <a:moveTo>
                  <a:pt x="110591" y="647025"/>
                </a:moveTo>
                <a:cubicBezTo>
                  <a:pt x="106383" y="647025"/>
                  <a:pt x="102971" y="650437"/>
                  <a:pt x="102971" y="654645"/>
                </a:cubicBezTo>
                <a:lnTo>
                  <a:pt x="102971" y="685124"/>
                </a:lnTo>
                <a:cubicBezTo>
                  <a:pt x="102971" y="689332"/>
                  <a:pt x="106383" y="692744"/>
                  <a:pt x="110591" y="692744"/>
                </a:cubicBezTo>
                <a:lnTo>
                  <a:pt x="141775" y="692744"/>
                </a:lnTo>
                <a:cubicBezTo>
                  <a:pt x="145983" y="692744"/>
                  <a:pt x="149395" y="689332"/>
                  <a:pt x="149395" y="685124"/>
                </a:cubicBezTo>
                <a:lnTo>
                  <a:pt x="149395" y="654645"/>
                </a:lnTo>
                <a:cubicBezTo>
                  <a:pt x="149395" y="650437"/>
                  <a:pt x="145983" y="647025"/>
                  <a:pt x="141775" y="647025"/>
                </a:cubicBezTo>
                <a:close/>
                <a:moveTo>
                  <a:pt x="749891" y="590635"/>
                </a:moveTo>
                <a:cubicBezTo>
                  <a:pt x="745683" y="590635"/>
                  <a:pt x="742271" y="594047"/>
                  <a:pt x="742271" y="598255"/>
                </a:cubicBezTo>
                <a:lnTo>
                  <a:pt x="742271" y="628734"/>
                </a:lnTo>
                <a:cubicBezTo>
                  <a:pt x="742271" y="632942"/>
                  <a:pt x="745683" y="636354"/>
                  <a:pt x="749891" y="636354"/>
                </a:cubicBezTo>
                <a:lnTo>
                  <a:pt x="781075" y="636354"/>
                </a:lnTo>
                <a:cubicBezTo>
                  <a:pt x="785283" y="636354"/>
                  <a:pt x="788695" y="632942"/>
                  <a:pt x="788695" y="628734"/>
                </a:cubicBezTo>
                <a:lnTo>
                  <a:pt x="788695" y="598255"/>
                </a:lnTo>
                <a:cubicBezTo>
                  <a:pt x="788695" y="594047"/>
                  <a:pt x="785283" y="590635"/>
                  <a:pt x="781075" y="590635"/>
                </a:cubicBezTo>
                <a:close/>
                <a:moveTo>
                  <a:pt x="686798" y="590635"/>
                </a:moveTo>
                <a:cubicBezTo>
                  <a:pt x="682590" y="590635"/>
                  <a:pt x="679178" y="594047"/>
                  <a:pt x="679178" y="598255"/>
                </a:cubicBezTo>
                <a:lnTo>
                  <a:pt x="679178" y="628734"/>
                </a:lnTo>
                <a:cubicBezTo>
                  <a:pt x="679178" y="632942"/>
                  <a:pt x="682590" y="636354"/>
                  <a:pt x="686798" y="636354"/>
                </a:cubicBezTo>
                <a:lnTo>
                  <a:pt x="717982" y="636354"/>
                </a:lnTo>
                <a:cubicBezTo>
                  <a:pt x="722190" y="636354"/>
                  <a:pt x="725602" y="632942"/>
                  <a:pt x="725602" y="628734"/>
                </a:cubicBezTo>
                <a:lnTo>
                  <a:pt x="725602" y="598255"/>
                </a:lnTo>
                <a:cubicBezTo>
                  <a:pt x="725602" y="594047"/>
                  <a:pt x="722190" y="590635"/>
                  <a:pt x="717982" y="590635"/>
                </a:cubicBezTo>
                <a:close/>
                <a:moveTo>
                  <a:pt x="623701" y="590635"/>
                </a:moveTo>
                <a:cubicBezTo>
                  <a:pt x="619493" y="590635"/>
                  <a:pt x="616081" y="594047"/>
                  <a:pt x="616081" y="598255"/>
                </a:cubicBezTo>
                <a:lnTo>
                  <a:pt x="616081" y="628734"/>
                </a:lnTo>
                <a:cubicBezTo>
                  <a:pt x="616081" y="632942"/>
                  <a:pt x="619493" y="636354"/>
                  <a:pt x="623701" y="636354"/>
                </a:cubicBezTo>
                <a:lnTo>
                  <a:pt x="654885" y="636354"/>
                </a:lnTo>
                <a:cubicBezTo>
                  <a:pt x="659093" y="636354"/>
                  <a:pt x="662505" y="632942"/>
                  <a:pt x="662505" y="628734"/>
                </a:cubicBezTo>
                <a:lnTo>
                  <a:pt x="662505" y="598255"/>
                </a:lnTo>
                <a:cubicBezTo>
                  <a:pt x="662505" y="594047"/>
                  <a:pt x="659093" y="590635"/>
                  <a:pt x="654885" y="590635"/>
                </a:cubicBezTo>
                <a:close/>
                <a:moveTo>
                  <a:pt x="560604" y="590635"/>
                </a:moveTo>
                <a:cubicBezTo>
                  <a:pt x="556396" y="590635"/>
                  <a:pt x="552984" y="594047"/>
                  <a:pt x="552984" y="598255"/>
                </a:cubicBezTo>
                <a:lnTo>
                  <a:pt x="552984" y="628734"/>
                </a:lnTo>
                <a:cubicBezTo>
                  <a:pt x="552984" y="632942"/>
                  <a:pt x="556396" y="636354"/>
                  <a:pt x="560604" y="636354"/>
                </a:cubicBezTo>
                <a:lnTo>
                  <a:pt x="591788" y="636354"/>
                </a:lnTo>
                <a:cubicBezTo>
                  <a:pt x="595996" y="636354"/>
                  <a:pt x="599408" y="632942"/>
                  <a:pt x="599408" y="628734"/>
                </a:cubicBezTo>
                <a:lnTo>
                  <a:pt x="599408" y="598255"/>
                </a:lnTo>
                <a:cubicBezTo>
                  <a:pt x="599408" y="594047"/>
                  <a:pt x="595996" y="590635"/>
                  <a:pt x="591788" y="590635"/>
                </a:cubicBezTo>
                <a:close/>
                <a:moveTo>
                  <a:pt x="497507" y="590635"/>
                </a:moveTo>
                <a:cubicBezTo>
                  <a:pt x="493299" y="590635"/>
                  <a:pt x="489887" y="594047"/>
                  <a:pt x="489887" y="598255"/>
                </a:cubicBezTo>
                <a:lnTo>
                  <a:pt x="489887" y="628734"/>
                </a:lnTo>
                <a:cubicBezTo>
                  <a:pt x="489887" y="632942"/>
                  <a:pt x="493299" y="636354"/>
                  <a:pt x="497507" y="636354"/>
                </a:cubicBezTo>
                <a:lnTo>
                  <a:pt x="528691" y="636354"/>
                </a:lnTo>
                <a:cubicBezTo>
                  <a:pt x="532899" y="636354"/>
                  <a:pt x="536311" y="632942"/>
                  <a:pt x="536311" y="628734"/>
                </a:cubicBezTo>
                <a:lnTo>
                  <a:pt x="536311" y="598255"/>
                </a:lnTo>
                <a:cubicBezTo>
                  <a:pt x="536311" y="594047"/>
                  <a:pt x="532899" y="590635"/>
                  <a:pt x="528691" y="590635"/>
                </a:cubicBezTo>
                <a:close/>
                <a:moveTo>
                  <a:pt x="434410" y="590635"/>
                </a:moveTo>
                <a:cubicBezTo>
                  <a:pt x="430202" y="590635"/>
                  <a:pt x="426790" y="594047"/>
                  <a:pt x="426790" y="598255"/>
                </a:cubicBezTo>
                <a:lnTo>
                  <a:pt x="426790" y="628734"/>
                </a:lnTo>
                <a:cubicBezTo>
                  <a:pt x="426790" y="632942"/>
                  <a:pt x="430202" y="636354"/>
                  <a:pt x="434410" y="636354"/>
                </a:cubicBezTo>
                <a:lnTo>
                  <a:pt x="465594" y="636354"/>
                </a:lnTo>
                <a:cubicBezTo>
                  <a:pt x="469802" y="636354"/>
                  <a:pt x="473214" y="632942"/>
                  <a:pt x="473214" y="628734"/>
                </a:cubicBezTo>
                <a:lnTo>
                  <a:pt x="473214" y="598255"/>
                </a:lnTo>
                <a:cubicBezTo>
                  <a:pt x="473214" y="594047"/>
                  <a:pt x="469802" y="590635"/>
                  <a:pt x="465594" y="590635"/>
                </a:cubicBezTo>
                <a:close/>
                <a:moveTo>
                  <a:pt x="371313" y="590635"/>
                </a:moveTo>
                <a:cubicBezTo>
                  <a:pt x="367105" y="590635"/>
                  <a:pt x="363693" y="594047"/>
                  <a:pt x="363693" y="598255"/>
                </a:cubicBezTo>
                <a:lnTo>
                  <a:pt x="363693" y="628734"/>
                </a:lnTo>
                <a:cubicBezTo>
                  <a:pt x="363693" y="632942"/>
                  <a:pt x="367105" y="636354"/>
                  <a:pt x="371313" y="636354"/>
                </a:cubicBezTo>
                <a:lnTo>
                  <a:pt x="402497" y="636354"/>
                </a:lnTo>
                <a:cubicBezTo>
                  <a:pt x="406705" y="636354"/>
                  <a:pt x="410117" y="632942"/>
                  <a:pt x="410117" y="628734"/>
                </a:cubicBezTo>
                <a:lnTo>
                  <a:pt x="410117" y="598255"/>
                </a:lnTo>
                <a:cubicBezTo>
                  <a:pt x="410117" y="594047"/>
                  <a:pt x="406705" y="590635"/>
                  <a:pt x="402497" y="590635"/>
                </a:cubicBezTo>
                <a:close/>
                <a:moveTo>
                  <a:pt x="308216" y="590635"/>
                </a:moveTo>
                <a:cubicBezTo>
                  <a:pt x="304008" y="590635"/>
                  <a:pt x="300596" y="594047"/>
                  <a:pt x="300596" y="598255"/>
                </a:cubicBezTo>
                <a:lnTo>
                  <a:pt x="300596" y="628734"/>
                </a:lnTo>
                <a:cubicBezTo>
                  <a:pt x="300596" y="632942"/>
                  <a:pt x="304008" y="636354"/>
                  <a:pt x="308216" y="636354"/>
                </a:cubicBezTo>
                <a:lnTo>
                  <a:pt x="339400" y="636354"/>
                </a:lnTo>
                <a:cubicBezTo>
                  <a:pt x="343608" y="636354"/>
                  <a:pt x="347020" y="632942"/>
                  <a:pt x="347020" y="628734"/>
                </a:cubicBezTo>
                <a:lnTo>
                  <a:pt x="347020" y="598255"/>
                </a:lnTo>
                <a:cubicBezTo>
                  <a:pt x="347020" y="594047"/>
                  <a:pt x="343608" y="590635"/>
                  <a:pt x="339400" y="590635"/>
                </a:cubicBezTo>
                <a:close/>
                <a:moveTo>
                  <a:pt x="245119" y="590635"/>
                </a:moveTo>
                <a:cubicBezTo>
                  <a:pt x="240911" y="590635"/>
                  <a:pt x="237499" y="594047"/>
                  <a:pt x="237499" y="598255"/>
                </a:cubicBezTo>
                <a:lnTo>
                  <a:pt x="237499" y="628734"/>
                </a:lnTo>
                <a:cubicBezTo>
                  <a:pt x="237499" y="632942"/>
                  <a:pt x="240911" y="636354"/>
                  <a:pt x="245119" y="636354"/>
                </a:cubicBezTo>
                <a:lnTo>
                  <a:pt x="276303" y="636354"/>
                </a:lnTo>
                <a:cubicBezTo>
                  <a:pt x="280511" y="636354"/>
                  <a:pt x="283923" y="632942"/>
                  <a:pt x="283923" y="628734"/>
                </a:cubicBezTo>
                <a:lnTo>
                  <a:pt x="283923" y="598255"/>
                </a:lnTo>
                <a:cubicBezTo>
                  <a:pt x="283923" y="594047"/>
                  <a:pt x="280511" y="590635"/>
                  <a:pt x="276303" y="590635"/>
                </a:cubicBezTo>
                <a:close/>
                <a:moveTo>
                  <a:pt x="182022" y="590635"/>
                </a:moveTo>
                <a:cubicBezTo>
                  <a:pt x="177814" y="590635"/>
                  <a:pt x="174402" y="594047"/>
                  <a:pt x="174402" y="598255"/>
                </a:cubicBezTo>
                <a:lnTo>
                  <a:pt x="174402" y="628734"/>
                </a:lnTo>
                <a:cubicBezTo>
                  <a:pt x="174402" y="632942"/>
                  <a:pt x="177814" y="636354"/>
                  <a:pt x="182022" y="636354"/>
                </a:cubicBezTo>
                <a:lnTo>
                  <a:pt x="213206" y="636354"/>
                </a:lnTo>
                <a:cubicBezTo>
                  <a:pt x="217414" y="636354"/>
                  <a:pt x="220826" y="632942"/>
                  <a:pt x="220826" y="628734"/>
                </a:cubicBezTo>
                <a:lnTo>
                  <a:pt x="220826" y="598255"/>
                </a:lnTo>
                <a:cubicBezTo>
                  <a:pt x="220826" y="594047"/>
                  <a:pt x="217414" y="590635"/>
                  <a:pt x="213206" y="590635"/>
                </a:cubicBezTo>
                <a:close/>
                <a:moveTo>
                  <a:pt x="118925" y="590635"/>
                </a:moveTo>
                <a:cubicBezTo>
                  <a:pt x="114717" y="590635"/>
                  <a:pt x="111305" y="594047"/>
                  <a:pt x="111305" y="598255"/>
                </a:cubicBezTo>
                <a:lnTo>
                  <a:pt x="111305" y="628734"/>
                </a:lnTo>
                <a:cubicBezTo>
                  <a:pt x="111305" y="632942"/>
                  <a:pt x="114717" y="636354"/>
                  <a:pt x="118925" y="636354"/>
                </a:cubicBezTo>
                <a:lnTo>
                  <a:pt x="150109" y="636354"/>
                </a:lnTo>
                <a:cubicBezTo>
                  <a:pt x="154317" y="636354"/>
                  <a:pt x="157729" y="632942"/>
                  <a:pt x="157729" y="628734"/>
                </a:cubicBezTo>
                <a:lnTo>
                  <a:pt x="157729" y="598255"/>
                </a:lnTo>
                <a:cubicBezTo>
                  <a:pt x="157729" y="594047"/>
                  <a:pt x="154317" y="590635"/>
                  <a:pt x="150109" y="590635"/>
                </a:cubicBezTo>
                <a:close/>
                <a:moveTo>
                  <a:pt x="130733" y="53858"/>
                </a:moveTo>
                <a:cubicBezTo>
                  <a:pt x="124778" y="53858"/>
                  <a:pt x="119950" y="58686"/>
                  <a:pt x="119950" y="64641"/>
                </a:cubicBezTo>
                <a:lnTo>
                  <a:pt x="119950" y="460222"/>
                </a:lnTo>
                <a:cubicBezTo>
                  <a:pt x="119950" y="466177"/>
                  <a:pt x="124778" y="471005"/>
                  <a:pt x="130733" y="471005"/>
                </a:cubicBezTo>
                <a:lnTo>
                  <a:pt x="769268" y="471005"/>
                </a:lnTo>
                <a:cubicBezTo>
                  <a:pt x="775223" y="471005"/>
                  <a:pt x="780051" y="466177"/>
                  <a:pt x="780051" y="460222"/>
                </a:cubicBezTo>
                <a:lnTo>
                  <a:pt x="780051" y="64641"/>
                </a:lnTo>
                <a:cubicBezTo>
                  <a:pt x="780051" y="58686"/>
                  <a:pt x="775223" y="53858"/>
                  <a:pt x="769268" y="53858"/>
                </a:cubicBezTo>
                <a:close/>
                <a:moveTo>
                  <a:pt x="74163" y="0"/>
                </a:moveTo>
                <a:lnTo>
                  <a:pt x="825837" y="0"/>
                </a:lnTo>
                <a:cubicBezTo>
                  <a:pt x="836230" y="0"/>
                  <a:pt x="844655" y="8425"/>
                  <a:pt x="844655" y="18818"/>
                </a:cubicBezTo>
                <a:lnTo>
                  <a:pt x="844655" y="503432"/>
                </a:lnTo>
                <a:lnTo>
                  <a:pt x="900000" y="817720"/>
                </a:lnTo>
                <a:cubicBezTo>
                  <a:pt x="889285" y="839021"/>
                  <a:pt x="864722" y="853792"/>
                  <a:pt x="836179" y="853792"/>
                </a:cubicBezTo>
                <a:lnTo>
                  <a:pt x="63821" y="853792"/>
                </a:lnTo>
                <a:cubicBezTo>
                  <a:pt x="35278" y="853792"/>
                  <a:pt x="10715" y="839021"/>
                  <a:pt x="0" y="817720"/>
                </a:cubicBezTo>
                <a:lnTo>
                  <a:pt x="55345" y="503437"/>
                </a:lnTo>
                <a:lnTo>
                  <a:pt x="55345" y="18818"/>
                </a:lnTo>
                <a:cubicBezTo>
                  <a:pt x="55345" y="8425"/>
                  <a:pt x="63770" y="0"/>
                  <a:pt x="74163"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5" name="角丸四角形 35"/>
          <p:cNvSpPr>
            <a:spLocks noChangeAspect="1"/>
          </p:cNvSpPr>
          <p:nvPr/>
        </p:nvSpPr>
        <p:spPr bwMode="gray">
          <a:xfrm>
            <a:off x="803766" y="1626643"/>
            <a:ext cx="475200" cy="830770"/>
          </a:xfrm>
          <a:custGeom>
            <a:avLst/>
            <a:gdLst/>
            <a:ahLst/>
            <a:cxnLst/>
            <a:rect l="l" t="t" r="r" b="b"/>
            <a:pathLst>
              <a:path w="576783" h="900001">
                <a:moveTo>
                  <a:pt x="551694" y="412633"/>
                </a:moveTo>
                <a:cubicBezTo>
                  <a:pt x="569327" y="415973"/>
                  <a:pt x="582392" y="433910"/>
                  <a:pt x="574362" y="463903"/>
                </a:cubicBezTo>
                <a:cubicBezTo>
                  <a:pt x="523598" y="553061"/>
                  <a:pt x="448315" y="617038"/>
                  <a:pt x="361019" y="638585"/>
                </a:cubicBezTo>
                <a:lnTo>
                  <a:pt x="361019" y="833365"/>
                </a:lnTo>
                <a:lnTo>
                  <a:pt x="496274" y="833365"/>
                </a:lnTo>
                <a:cubicBezTo>
                  <a:pt x="514675" y="833365"/>
                  <a:pt x="529592" y="848282"/>
                  <a:pt x="529592" y="866683"/>
                </a:cubicBezTo>
                <a:lnTo>
                  <a:pt x="529591" y="866683"/>
                </a:lnTo>
                <a:cubicBezTo>
                  <a:pt x="529591" y="885084"/>
                  <a:pt x="514674" y="900001"/>
                  <a:pt x="496273" y="900001"/>
                </a:cubicBezTo>
                <a:lnTo>
                  <a:pt x="80509" y="900000"/>
                </a:lnTo>
                <a:cubicBezTo>
                  <a:pt x="62108" y="900000"/>
                  <a:pt x="47191" y="885083"/>
                  <a:pt x="47191" y="866683"/>
                </a:cubicBezTo>
                <a:cubicBezTo>
                  <a:pt x="47191" y="848282"/>
                  <a:pt x="62108" y="833365"/>
                  <a:pt x="80509" y="833365"/>
                </a:cubicBezTo>
                <a:lnTo>
                  <a:pt x="215763" y="833365"/>
                </a:lnTo>
                <a:lnTo>
                  <a:pt x="215763" y="638368"/>
                </a:lnTo>
                <a:cubicBezTo>
                  <a:pt x="128156" y="616389"/>
                  <a:pt x="52697" y="551709"/>
                  <a:pt x="2022" y="461790"/>
                </a:cubicBezTo>
                <a:cubicBezTo>
                  <a:pt x="-9855" y="427510"/>
                  <a:pt x="33036" y="393232"/>
                  <a:pt x="66402" y="430390"/>
                </a:cubicBezTo>
                <a:cubicBezTo>
                  <a:pt x="117949" y="520572"/>
                  <a:pt x="198551" y="577728"/>
                  <a:pt x="288862" y="577728"/>
                </a:cubicBezTo>
                <a:cubicBezTo>
                  <a:pt x="378446" y="577728"/>
                  <a:pt x="458477" y="521488"/>
                  <a:pt x="510038" y="432530"/>
                </a:cubicBezTo>
                <a:cubicBezTo>
                  <a:pt x="516589" y="423239"/>
                  <a:pt x="524777" y="417221"/>
                  <a:pt x="533151" y="414254"/>
                </a:cubicBezTo>
                <a:cubicBezTo>
                  <a:pt x="539432" y="412029"/>
                  <a:pt x="545817" y="411520"/>
                  <a:pt x="551694" y="412633"/>
                </a:cubicBezTo>
                <a:close/>
                <a:moveTo>
                  <a:pt x="258380" y="0"/>
                </a:moveTo>
                <a:lnTo>
                  <a:pt x="316800" y="0"/>
                </a:lnTo>
                <a:lnTo>
                  <a:pt x="316800" y="282498"/>
                </a:lnTo>
                <a:cubicBezTo>
                  <a:pt x="316800" y="294201"/>
                  <a:pt x="326287" y="303688"/>
                  <a:pt x="337990" y="303688"/>
                </a:cubicBezTo>
                <a:lnTo>
                  <a:pt x="337989" y="303689"/>
                </a:lnTo>
                <a:cubicBezTo>
                  <a:pt x="349692" y="303689"/>
                  <a:pt x="359179" y="294202"/>
                  <a:pt x="359179" y="282499"/>
                </a:cubicBezTo>
                <a:cubicBezTo>
                  <a:pt x="359179" y="190143"/>
                  <a:pt x="359180" y="97787"/>
                  <a:pt x="359180" y="5431"/>
                </a:cubicBezTo>
                <a:cubicBezTo>
                  <a:pt x="407384" y="15620"/>
                  <a:pt x="442645" y="58874"/>
                  <a:pt x="442645" y="110365"/>
                </a:cubicBezTo>
                <a:lnTo>
                  <a:pt x="442645" y="437250"/>
                </a:lnTo>
                <a:cubicBezTo>
                  <a:pt x="442645" y="498203"/>
                  <a:pt x="393233" y="547615"/>
                  <a:pt x="332280" y="547615"/>
                </a:cubicBezTo>
                <a:lnTo>
                  <a:pt x="244503" y="547615"/>
                </a:lnTo>
                <a:cubicBezTo>
                  <a:pt x="183550" y="547615"/>
                  <a:pt x="134138" y="498203"/>
                  <a:pt x="134138" y="437250"/>
                </a:cubicBezTo>
                <a:lnTo>
                  <a:pt x="134138" y="110365"/>
                </a:lnTo>
                <a:cubicBezTo>
                  <a:pt x="134138" y="59455"/>
                  <a:pt x="168609" y="16596"/>
                  <a:pt x="216000" y="5755"/>
                </a:cubicBezTo>
                <a:lnTo>
                  <a:pt x="216000" y="282498"/>
                </a:lnTo>
                <a:cubicBezTo>
                  <a:pt x="216000" y="294201"/>
                  <a:pt x="225487" y="303688"/>
                  <a:pt x="237190" y="303688"/>
                </a:cubicBezTo>
                <a:lnTo>
                  <a:pt x="237189" y="303689"/>
                </a:lnTo>
                <a:cubicBezTo>
                  <a:pt x="248892" y="303689"/>
                  <a:pt x="258379" y="294202"/>
                  <a:pt x="258379" y="282499"/>
                </a:cubicBezTo>
                <a:cubicBezTo>
                  <a:pt x="258379" y="188333"/>
                  <a:pt x="258380" y="94166"/>
                  <a:pt x="258380"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6" name="円/楕円 90"/>
          <p:cNvSpPr>
            <a:spLocks noChangeAspect="1"/>
          </p:cNvSpPr>
          <p:nvPr/>
        </p:nvSpPr>
        <p:spPr bwMode="gray">
          <a:xfrm>
            <a:off x="2319820" y="4051521"/>
            <a:ext cx="811888" cy="831326"/>
          </a:xfrm>
          <a:custGeom>
            <a:avLst/>
            <a:gdLst/>
            <a:ahLst/>
            <a:cxnLst/>
            <a:rect l="l" t="t" r="r" b="b"/>
            <a:pathLst>
              <a:path w="879545" h="900603">
                <a:moveTo>
                  <a:pt x="747292" y="635876"/>
                </a:moveTo>
                <a:cubicBezTo>
                  <a:pt x="718683" y="635876"/>
                  <a:pt x="695491" y="659068"/>
                  <a:pt x="695491" y="687677"/>
                </a:cubicBezTo>
                <a:cubicBezTo>
                  <a:pt x="695491" y="716286"/>
                  <a:pt x="718683" y="739478"/>
                  <a:pt x="747292" y="739478"/>
                </a:cubicBezTo>
                <a:cubicBezTo>
                  <a:pt x="775901" y="739478"/>
                  <a:pt x="799093" y="716286"/>
                  <a:pt x="799093" y="687677"/>
                </a:cubicBezTo>
                <a:cubicBezTo>
                  <a:pt x="799093" y="659068"/>
                  <a:pt x="775901" y="635876"/>
                  <a:pt x="747292" y="635876"/>
                </a:cubicBezTo>
                <a:close/>
                <a:moveTo>
                  <a:pt x="747292" y="427389"/>
                </a:moveTo>
                <a:cubicBezTo>
                  <a:pt x="718683" y="427389"/>
                  <a:pt x="695491" y="450581"/>
                  <a:pt x="695491" y="479190"/>
                </a:cubicBezTo>
                <a:cubicBezTo>
                  <a:pt x="695491" y="507799"/>
                  <a:pt x="718683" y="530991"/>
                  <a:pt x="747292" y="530991"/>
                </a:cubicBezTo>
                <a:cubicBezTo>
                  <a:pt x="775901" y="530991"/>
                  <a:pt x="799093" y="507799"/>
                  <a:pt x="799093" y="479190"/>
                </a:cubicBezTo>
                <a:cubicBezTo>
                  <a:pt x="799093" y="450581"/>
                  <a:pt x="775901" y="427389"/>
                  <a:pt x="747292" y="427389"/>
                </a:cubicBezTo>
                <a:close/>
                <a:moveTo>
                  <a:pt x="154764" y="297365"/>
                </a:moveTo>
                <a:cubicBezTo>
                  <a:pt x="119314" y="297365"/>
                  <a:pt x="90577" y="326102"/>
                  <a:pt x="90577" y="361552"/>
                </a:cubicBezTo>
                <a:lnTo>
                  <a:pt x="90577" y="742764"/>
                </a:lnTo>
                <a:cubicBezTo>
                  <a:pt x="90577" y="778214"/>
                  <a:pt x="119314" y="806951"/>
                  <a:pt x="154764" y="806951"/>
                </a:cubicBezTo>
                <a:lnTo>
                  <a:pt x="574078" y="806951"/>
                </a:lnTo>
                <a:cubicBezTo>
                  <a:pt x="609528" y="806951"/>
                  <a:pt x="638265" y="778214"/>
                  <a:pt x="638265" y="742764"/>
                </a:cubicBezTo>
                <a:lnTo>
                  <a:pt x="638265" y="361552"/>
                </a:lnTo>
                <a:cubicBezTo>
                  <a:pt x="638265" y="326102"/>
                  <a:pt x="609528" y="297365"/>
                  <a:pt x="574078" y="297365"/>
                </a:cubicBezTo>
                <a:close/>
                <a:moveTo>
                  <a:pt x="232355" y="616"/>
                </a:moveTo>
                <a:cubicBezTo>
                  <a:pt x="236805" y="1808"/>
                  <a:pt x="240799" y="4698"/>
                  <a:pt x="243285" y="9003"/>
                </a:cubicBezTo>
                <a:lnTo>
                  <a:pt x="341080" y="178389"/>
                </a:lnTo>
                <a:cubicBezTo>
                  <a:pt x="350618" y="173270"/>
                  <a:pt x="361149" y="172158"/>
                  <a:pt x="371940" y="172158"/>
                </a:cubicBezTo>
                <a:lnTo>
                  <a:pt x="402801" y="178389"/>
                </a:lnTo>
                <a:lnTo>
                  <a:pt x="500596" y="9003"/>
                </a:lnTo>
                <a:cubicBezTo>
                  <a:pt x="505566" y="394"/>
                  <a:pt x="516575" y="-2556"/>
                  <a:pt x="525184" y="2414"/>
                </a:cubicBezTo>
                <a:cubicBezTo>
                  <a:pt x="533793" y="7385"/>
                  <a:pt x="536743" y="18394"/>
                  <a:pt x="531773" y="27003"/>
                </a:cubicBezTo>
                <a:lnTo>
                  <a:pt x="438415" y="188703"/>
                </a:lnTo>
                <a:cubicBezTo>
                  <a:pt x="452377" y="195082"/>
                  <a:pt x="465145" y="203551"/>
                  <a:pt x="476068" y="214020"/>
                </a:cubicBezTo>
                <a:lnTo>
                  <a:pt x="777024" y="214020"/>
                </a:lnTo>
                <a:cubicBezTo>
                  <a:pt x="833645" y="214020"/>
                  <a:pt x="879545" y="259920"/>
                  <a:pt x="879545" y="316541"/>
                </a:cubicBezTo>
                <a:lnTo>
                  <a:pt x="879545" y="798082"/>
                </a:lnTo>
                <a:cubicBezTo>
                  <a:pt x="879545" y="854703"/>
                  <a:pt x="833645" y="900603"/>
                  <a:pt x="777024" y="900603"/>
                </a:cubicBezTo>
                <a:lnTo>
                  <a:pt x="102521" y="900603"/>
                </a:lnTo>
                <a:cubicBezTo>
                  <a:pt x="45900" y="900603"/>
                  <a:pt x="0" y="854703"/>
                  <a:pt x="0" y="798082"/>
                </a:cubicBezTo>
                <a:lnTo>
                  <a:pt x="0" y="316541"/>
                </a:lnTo>
                <a:cubicBezTo>
                  <a:pt x="0" y="259920"/>
                  <a:pt x="45900" y="214020"/>
                  <a:pt x="102521" y="214020"/>
                </a:cubicBezTo>
                <a:lnTo>
                  <a:pt x="267812" y="214020"/>
                </a:lnTo>
                <a:cubicBezTo>
                  <a:pt x="278736" y="203551"/>
                  <a:pt x="291503" y="195082"/>
                  <a:pt x="305465" y="188703"/>
                </a:cubicBezTo>
                <a:lnTo>
                  <a:pt x="212107" y="27003"/>
                </a:lnTo>
                <a:cubicBezTo>
                  <a:pt x="207137" y="18394"/>
                  <a:pt x="210087" y="7385"/>
                  <a:pt x="218696" y="2414"/>
                </a:cubicBezTo>
                <a:cubicBezTo>
                  <a:pt x="223001" y="-71"/>
                  <a:pt x="227905" y="-576"/>
                  <a:pt x="232355" y="61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8" name="角丸四角形 7"/>
          <p:cNvSpPr>
            <a:spLocks noChangeAspect="1"/>
          </p:cNvSpPr>
          <p:nvPr/>
        </p:nvSpPr>
        <p:spPr bwMode="gray">
          <a:xfrm>
            <a:off x="6988673" y="4051521"/>
            <a:ext cx="491626" cy="831326"/>
          </a:xfrm>
          <a:custGeom>
            <a:avLst/>
            <a:gdLst/>
            <a:ahLst/>
            <a:cxnLst/>
            <a:rect l="l" t="t" r="r" b="b"/>
            <a:pathLst>
              <a:path w="532595" h="900603">
                <a:moveTo>
                  <a:pt x="266298" y="773403"/>
                </a:moveTo>
                <a:cubicBezTo>
                  <a:pt x="230008" y="773403"/>
                  <a:pt x="200590" y="793126"/>
                  <a:pt x="200590" y="817456"/>
                </a:cubicBezTo>
                <a:cubicBezTo>
                  <a:pt x="200590" y="841786"/>
                  <a:pt x="230008" y="861509"/>
                  <a:pt x="266298" y="861509"/>
                </a:cubicBezTo>
                <a:cubicBezTo>
                  <a:pt x="302588" y="861509"/>
                  <a:pt x="332006" y="841786"/>
                  <a:pt x="332006" y="817456"/>
                </a:cubicBezTo>
                <a:cubicBezTo>
                  <a:pt x="332006" y="793126"/>
                  <a:pt x="302588" y="773403"/>
                  <a:pt x="266298" y="773403"/>
                </a:cubicBezTo>
                <a:close/>
                <a:moveTo>
                  <a:pt x="72226" y="116179"/>
                </a:moveTo>
                <a:lnTo>
                  <a:pt x="72226" y="725779"/>
                </a:lnTo>
                <a:lnTo>
                  <a:pt x="460369" y="725779"/>
                </a:lnTo>
                <a:lnTo>
                  <a:pt x="460369" y="116179"/>
                </a:lnTo>
                <a:close/>
                <a:moveTo>
                  <a:pt x="88768" y="0"/>
                </a:moveTo>
                <a:lnTo>
                  <a:pt x="443827" y="0"/>
                </a:lnTo>
                <a:cubicBezTo>
                  <a:pt x="492852" y="0"/>
                  <a:pt x="532595" y="39743"/>
                  <a:pt x="532595" y="88768"/>
                </a:cubicBezTo>
                <a:lnTo>
                  <a:pt x="532595" y="811835"/>
                </a:lnTo>
                <a:cubicBezTo>
                  <a:pt x="532595" y="860860"/>
                  <a:pt x="492852" y="900603"/>
                  <a:pt x="443827" y="900603"/>
                </a:cubicBezTo>
                <a:lnTo>
                  <a:pt x="88768" y="900603"/>
                </a:lnTo>
                <a:cubicBezTo>
                  <a:pt x="39743" y="900603"/>
                  <a:pt x="0" y="860860"/>
                  <a:pt x="0" y="811835"/>
                </a:cubicBezTo>
                <a:lnTo>
                  <a:pt x="0" y="88768"/>
                </a:lnTo>
                <a:cubicBezTo>
                  <a:pt x="0" y="39743"/>
                  <a:pt x="39743" y="0"/>
                  <a:pt x="8876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9" name="角丸四角形 38"/>
          <p:cNvSpPr>
            <a:spLocks noChangeAspect="1"/>
          </p:cNvSpPr>
          <p:nvPr/>
        </p:nvSpPr>
        <p:spPr bwMode="gray">
          <a:xfrm>
            <a:off x="5426096" y="4218336"/>
            <a:ext cx="830769" cy="497695"/>
          </a:xfrm>
          <a:custGeom>
            <a:avLst/>
            <a:gdLst/>
            <a:ahLst/>
            <a:cxnLst/>
            <a:rect l="l" t="t" r="r" b="b"/>
            <a:pathLst>
              <a:path w="900000" h="539170">
                <a:moveTo>
                  <a:pt x="719081" y="359583"/>
                </a:moveTo>
                <a:lnTo>
                  <a:pt x="719081" y="447688"/>
                </a:lnTo>
                <a:lnTo>
                  <a:pt x="809569" y="447688"/>
                </a:lnTo>
                <a:lnTo>
                  <a:pt x="809569" y="359583"/>
                </a:lnTo>
                <a:close/>
                <a:moveTo>
                  <a:pt x="226162" y="359583"/>
                </a:moveTo>
                <a:lnTo>
                  <a:pt x="226162" y="447688"/>
                </a:lnTo>
                <a:lnTo>
                  <a:pt x="673837" y="447688"/>
                </a:lnTo>
                <a:lnTo>
                  <a:pt x="673837" y="359583"/>
                </a:lnTo>
                <a:close/>
                <a:moveTo>
                  <a:pt x="90431" y="359583"/>
                </a:moveTo>
                <a:lnTo>
                  <a:pt x="90431" y="447688"/>
                </a:lnTo>
                <a:lnTo>
                  <a:pt x="180919" y="447688"/>
                </a:lnTo>
                <a:lnTo>
                  <a:pt x="180919" y="359583"/>
                </a:lnTo>
                <a:close/>
                <a:moveTo>
                  <a:pt x="673837" y="225532"/>
                </a:moveTo>
                <a:lnTo>
                  <a:pt x="673837" y="313637"/>
                </a:lnTo>
                <a:lnTo>
                  <a:pt x="764325" y="313637"/>
                </a:lnTo>
                <a:lnTo>
                  <a:pt x="764325" y="225532"/>
                </a:lnTo>
                <a:close/>
                <a:moveTo>
                  <a:pt x="539297" y="225532"/>
                </a:moveTo>
                <a:lnTo>
                  <a:pt x="539297" y="313637"/>
                </a:lnTo>
                <a:lnTo>
                  <a:pt x="629785" y="313637"/>
                </a:lnTo>
                <a:lnTo>
                  <a:pt x="629785" y="225532"/>
                </a:lnTo>
                <a:close/>
                <a:moveTo>
                  <a:pt x="404757" y="225532"/>
                </a:moveTo>
                <a:lnTo>
                  <a:pt x="404757" y="313637"/>
                </a:lnTo>
                <a:lnTo>
                  <a:pt x="495245" y="313637"/>
                </a:lnTo>
                <a:lnTo>
                  <a:pt x="495245" y="225532"/>
                </a:lnTo>
                <a:close/>
                <a:moveTo>
                  <a:pt x="270216" y="225532"/>
                </a:moveTo>
                <a:lnTo>
                  <a:pt x="270216" y="313637"/>
                </a:lnTo>
                <a:lnTo>
                  <a:pt x="360704" y="313637"/>
                </a:lnTo>
                <a:lnTo>
                  <a:pt x="360704" y="225532"/>
                </a:lnTo>
                <a:close/>
                <a:moveTo>
                  <a:pt x="135675" y="225532"/>
                </a:moveTo>
                <a:lnTo>
                  <a:pt x="135675" y="313637"/>
                </a:lnTo>
                <a:lnTo>
                  <a:pt x="226163" y="313637"/>
                </a:lnTo>
                <a:lnTo>
                  <a:pt x="226163" y="225532"/>
                </a:lnTo>
                <a:close/>
                <a:moveTo>
                  <a:pt x="627771" y="89170"/>
                </a:moveTo>
                <a:lnTo>
                  <a:pt x="627771" y="177275"/>
                </a:lnTo>
                <a:lnTo>
                  <a:pt x="810391" y="177275"/>
                </a:lnTo>
                <a:lnTo>
                  <a:pt x="810391" y="89170"/>
                </a:lnTo>
                <a:close/>
                <a:moveTo>
                  <a:pt x="493231" y="89170"/>
                </a:moveTo>
                <a:lnTo>
                  <a:pt x="493231" y="177275"/>
                </a:lnTo>
                <a:lnTo>
                  <a:pt x="583719" y="177275"/>
                </a:lnTo>
                <a:lnTo>
                  <a:pt x="583719" y="89170"/>
                </a:lnTo>
                <a:close/>
                <a:moveTo>
                  <a:pt x="358691" y="89170"/>
                </a:moveTo>
                <a:lnTo>
                  <a:pt x="358691" y="177275"/>
                </a:lnTo>
                <a:lnTo>
                  <a:pt x="449179" y="177275"/>
                </a:lnTo>
                <a:lnTo>
                  <a:pt x="449179" y="89170"/>
                </a:lnTo>
                <a:close/>
                <a:moveTo>
                  <a:pt x="224150" y="89170"/>
                </a:moveTo>
                <a:lnTo>
                  <a:pt x="224150" y="177275"/>
                </a:lnTo>
                <a:lnTo>
                  <a:pt x="314638" y="177275"/>
                </a:lnTo>
                <a:lnTo>
                  <a:pt x="314638" y="89170"/>
                </a:lnTo>
                <a:close/>
                <a:moveTo>
                  <a:pt x="89609" y="89170"/>
                </a:moveTo>
                <a:lnTo>
                  <a:pt x="89609" y="177275"/>
                </a:lnTo>
                <a:lnTo>
                  <a:pt x="180097" y="177275"/>
                </a:lnTo>
                <a:lnTo>
                  <a:pt x="180097" y="89170"/>
                </a:lnTo>
                <a:close/>
                <a:moveTo>
                  <a:pt x="56527" y="0"/>
                </a:moveTo>
                <a:lnTo>
                  <a:pt x="843473" y="0"/>
                </a:lnTo>
                <a:cubicBezTo>
                  <a:pt x="874692" y="0"/>
                  <a:pt x="900000" y="25308"/>
                  <a:pt x="900000" y="56527"/>
                </a:cubicBezTo>
                <a:lnTo>
                  <a:pt x="900000" y="482643"/>
                </a:lnTo>
                <a:cubicBezTo>
                  <a:pt x="900000" y="513862"/>
                  <a:pt x="874692" y="539170"/>
                  <a:pt x="843473" y="539170"/>
                </a:cubicBezTo>
                <a:lnTo>
                  <a:pt x="56527" y="539170"/>
                </a:lnTo>
                <a:cubicBezTo>
                  <a:pt x="25308" y="539170"/>
                  <a:pt x="0" y="513862"/>
                  <a:pt x="0" y="482643"/>
                </a:cubicBezTo>
                <a:lnTo>
                  <a:pt x="0" y="56527"/>
                </a:lnTo>
                <a:cubicBezTo>
                  <a:pt x="0" y="25308"/>
                  <a:pt x="25308" y="0"/>
                  <a:pt x="5652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7" name="角丸四角形 36"/>
          <p:cNvSpPr>
            <a:spLocks noChangeAspect="1"/>
          </p:cNvSpPr>
          <p:nvPr/>
        </p:nvSpPr>
        <p:spPr bwMode="gray">
          <a:xfrm>
            <a:off x="5332616" y="5216028"/>
            <a:ext cx="737723" cy="830769"/>
          </a:xfrm>
          <a:custGeom>
            <a:avLst/>
            <a:gdLst/>
            <a:ahLst/>
            <a:cxnLst/>
            <a:rect l="l" t="t" r="r" b="b"/>
            <a:pathLst>
              <a:path w="799200" h="900000">
                <a:moveTo>
                  <a:pt x="197832" y="649861"/>
                </a:moveTo>
                <a:lnTo>
                  <a:pt x="601367" y="649861"/>
                </a:lnTo>
                <a:lnTo>
                  <a:pt x="601367" y="700760"/>
                </a:lnTo>
                <a:lnTo>
                  <a:pt x="197832" y="700760"/>
                </a:lnTo>
                <a:close/>
                <a:moveTo>
                  <a:pt x="499448" y="549587"/>
                </a:moveTo>
                <a:lnTo>
                  <a:pt x="601368" y="549587"/>
                </a:lnTo>
                <a:lnTo>
                  <a:pt x="601368" y="600606"/>
                </a:lnTo>
                <a:lnTo>
                  <a:pt x="499448" y="600606"/>
                </a:lnTo>
                <a:close/>
                <a:moveTo>
                  <a:pt x="197833" y="549283"/>
                </a:moveTo>
                <a:lnTo>
                  <a:pt x="449564" y="549283"/>
                </a:lnTo>
                <a:lnTo>
                  <a:pt x="449564" y="600606"/>
                </a:lnTo>
                <a:lnTo>
                  <a:pt x="197833" y="600606"/>
                </a:lnTo>
                <a:close/>
                <a:moveTo>
                  <a:pt x="197833" y="449575"/>
                </a:moveTo>
                <a:lnTo>
                  <a:pt x="299753" y="449575"/>
                </a:lnTo>
                <a:lnTo>
                  <a:pt x="299753" y="500594"/>
                </a:lnTo>
                <a:lnTo>
                  <a:pt x="197833" y="500594"/>
                </a:lnTo>
                <a:close/>
                <a:moveTo>
                  <a:pt x="349637" y="449271"/>
                </a:moveTo>
                <a:lnTo>
                  <a:pt x="601368" y="449271"/>
                </a:lnTo>
                <a:lnTo>
                  <a:pt x="601368" y="500594"/>
                </a:lnTo>
                <a:lnTo>
                  <a:pt x="349637" y="500594"/>
                </a:lnTo>
                <a:close/>
                <a:moveTo>
                  <a:pt x="398962" y="351640"/>
                </a:moveTo>
                <a:lnTo>
                  <a:pt x="601368" y="351640"/>
                </a:lnTo>
                <a:lnTo>
                  <a:pt x="601368" y="400581"/>
                </a:lnTo>
                <a:lnTo>
                  <a:pt x="398962" y="400581"/>
                </a:lnTo>
                <a:close/>
                <a:moveTo>
                  <a:pt x="398962" y="199240"/>
                </a:moveTo>
                <a:lnTo>
                  <a:pt x="601368" y="199240"/>
                </a:lnTo>
                <a:lnTo>
                  <a:pt x="601368" y="300569"/>
                </a:lnTo>
                <a:lnTo>
                  <a:pt x="398962" y="300569"/>
                </a:lnTo>
                <a:close/>
                <a:moveTo>
                  <a:pt x="197833" y="199240"/>
                </a:moveTo>
                <a:lnTo>
                  <a:pt x="348757" y="199240"/>
                </a:lnTo>
                <a:lnTo>
                  <a:pt x="348757" y="400581"/>
                </a:lnTo>
                <a:lnTo>
                  <a:pt x="197833" y="400581"/>
                </a:lnTo>
                <a:close/>
                <a:moveTo>
                  <a:pt x="97743" y="99833"/>
                </a:moveTo>
                <a:lnTo>
                  <a:pt x="97743" y="800168"/>
                </a:lnTo>
                <a:lnTo>
                  <a:pt x="701457" y="800168"/>
                </a:lnTo>
                <a:lnTo>
                  <a:pt x="701457" y="99833"/>
                </a:lnTo>
                <a:close/>
                <a:moveTo>
                  <a:pt x="90342" y="0"/>
                </a:moveTo>
                <a:lnTo>
                  <a:pt x="708858" y="0"/>
                </a:lnTo>
                <a:cubicBezTo>
                  <a:pt x="758753" y="0"/>
                  <a:pt x="799200" y="40447"/>
                  <a:pt x="799200" y="90342"/>
                </a:cubicBezTo>
                <a:lnTo>
                  <a:pt x="799200" y="809658"/>
                </a:lnTo>
                <a:cubicBezTo>
                  <a:pt x="799200" y="859553"/>
                  <a:pt x="758753" y="900000"/>
                  <a:pt x="708858" y="900000"/>
                </a:cubicBezTo>
                <a:lnTo>
                  <a:pt x="90342" y="900000"/>
                </a:lnTo>
                <a:cubicBezTo>
                  <a:pt x="40447" y="900000"/>
                  <a:pt x="0" y="859553"/>
                  <a:pt x="0" y="809658"/>
                </a:cubicBezTo>
                <a:lnTo>
                  <a:pt x="0" y="90342"/>
                </a:lnTo>
                <a:cubicBezTo>
                  <a:pt x="0" y="40447"/>
                  <a:pt x="40447" y="0"/>
                  <a:pt x="9034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3" name="角丸四角形 62"/>
          <p:cNvSpPr>
            <a:spLocks noChangeAspect="1"/>
          </p:cNvSpPr>
          <p:nvPr/>
        </p:nvSpPr>
        <p:spPr bwMode="gray">
          <a:xfrm>
            <a:off x="3846445" y="5299105"/>
            <a:ext cx="830769" cy="664615"/>
          </a:xfrm>
          <a:custGeom>
            <a:avLst/>
            <a:gdLst/>
            <a:ahLst/>
            <a:cxnLst/>
            <a:rect l="l" t="t" r="r" b="b"/>
            <a:pathLst>
              <a:path w="900000" h="720000">
                <a:moveTo>
                  <a:pt x="88051" y="216243"/>
                </a:moveTo>
                <a:lnTo>
                  <a:pt x="88051" y="630580"/>
                </a:lnTo>
                <a:lnTo>
                  <a:pt x="811950" y="630580"/>
                </a:lnTo>
                <a:lnTo>
                  <a:pt x="811950" y="216243"/>
                </a:lnTo>
                <a:close/>
                <a:moveTo>
                  <a:pt x="273050" y="90038"/>
                </a:moveTo>
                <a:lnTo>
                  <a:pt x="273050" y="144806"/>
                </a:lnTo>
                <a:lnTo>
                  <a:pt x="808831" y="144806"/>
                </a:lnTo>
                <a:lnTo>
                  <a:pt x="808831" y="90038"/>
                </a:lnTo>
                <a:close/>
                <a:moveTo>
                  <a:pt x="208238" y="85136"/>
                </a:moveTo>
                <a:cubicBezTo>
                  <a:pt x="190407" y="85136"/>
                  <a:pt x="175952" y="99591"/>
                  <a:pt x="175952" y="117422"/>
                </a:cubicBezTo>
                <a:cubicBezTo>
                  <a:pt x="175952" y="135253"/>
                  <a:pt x="190407" y="149708"/>
                  <a:pt x="208238" y="149708"/>
                </a:cubicBezTo>
                <a:cubicBezTo>
                  <a:pt x="226069" y="149708"/>
                  <a:pt x="240524" y="135253"/>
                  <a:pt x="240524" y="117422"/>
                </a:cubicBezTo>
                <a:cubicBezTo>
                  <a:pt x="240524" y="99591"/>
                  <a:pt x="226069" y="85136"/>
                  <a:pt x="208238" y="85136"/>
                </a:cubicBezTo>
                <a:close/>
                <a:moveTo>
                  <a:pt x="111140" y="85136"/>
                </a:moveTo>
                <a:cubicBezTo>
                  <a:pt x="93309" y="85136"/>
                  <a:pt x="78854" y="99591"/>
                  <a:pt x="78854" y="117422"/>
                </a:cubicBezTo>
                <a:cubicBezTo>
                  <a:pt x="78854" y="135253"/>
                  <a:pt x="93309" y="149708"/>
                  <a:pt x="111140" y="149708"/>
                </a:cubicBezTo>
                <a:cubicBezTo>
                  <a:pt x="128971" y="149708"/>
                  <a:pt x="143426" y="135253"/>
                  <a:pt x="143426" y="117422"/>
                </a:cubicBezTo>
                <a:cubicBezTo>
                  <a:pt x="143426" y="99591"/>
                  <a:pt x="128971" y="85136"/>
                  <a:pt x="111140" y="85136"/>
                </a:cubicBezTo>
                <a:close/>
                <a:moveTo>
                  <a:pt x="89050" y="0"/>
                </a:moveTo>
                <a:lnTo>
                  <a:pt x="810950" y="0"/>
                </a:lnTo>
                <a:cubicBezTo>
                  <a:pt x="860131" y="0"/>
                  <a:pt x="900000" y="39869"/>
                  <a:pt x="900000" y="89050"/>
                </a:cubicBezTo>
                <a:lnTo>
                  <a:pt x="900000" y="630950"/>
                </a:lnTo>
                <a:cubicBezTo>
                  <a:pt x="900000" y="680131"/>
                  <a:pt x="860131" y="720000"/>
                  <a:pt x="810950" y="720000"/>
                </a:cubicBezTo>
                <a:lnTo>
                  <a:pt x="89050" y="720000"/>
                </a:lnTo>
                <a:cubicBezTo>
                  <a:pt x="39869" y="720000"/>
                  <a:pt x="0" y="680131"/>
                  <a:pt x="0" y="630950"/>
                </a:cubicBezTo>
                <a:lnTo>
                  <a:pt x="0" y="89050"/>
                </a:lnTo>
                <a:cubicBezTo>
                  <a:pt x="0" y="39869"/>
                  <a:pt x="39869" y="0"/>
                  <a:pt x="8905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0" name="角丸四角形 39"/>
          <p:cNvSpPr>
            <a:spLocks noChangeAspect="1"/>
          </p:cNvSpPr>
          <p:nvPr/>
        </p:nvSpPr>
        <p:spPr bwMode="gray">
          <a:xfrm>
            <a:off x="8212107" y="4051799"/>
            <a:ext cx="830769" cy="830769"/>
          </a:xfrm>
          <a:custGeom>
            <a:avLst/>
            <a:gdLst/>
            <a:ahLst/>
            <a:cxnLst/>
            <a:rect l="l" t="t" r="r" b="b"/>
            <a:pathLst>
              <a:path w="900000" h="900000">
                <a:moveTo>
                  <a:pt x="502356" y="108121"/>
                </a:moveTo>
                <a:lnTo>
                  <a:pt x="620712" y="108121"/>
                </a:lnTo>
                <a:lnTo>
                  <a:pt x="620712" y="334650"/>
                </a:lnTo>
                <a:lnTo>
                  <a:pt x="502356" y="334650"/>
                </a:lnTo>
                <a:close/>
                <a:moveTo>
                  <a:pt x="223781" y="56044"/>
                </a:moveTo>
                <a:lnTo>
                  <a:pt x="223781" y="335840"/>
                </a:lnTo>
                <a:cubicBezTo>
                  <a:pt x="223781" y="366746"/>
                  <a:pt x="248835" y="391800"/>
                  <a:pt x="279741" y="391800"/>
                </a:cubicBezTo>
                <a:lnTo>
                  <a:pt x="620259" y="391800"/>
                </a:lnTo>
                <a:cubicBezTo>
                  <a:pt x="651165" y="391800"/>
                  <a:pt x="676219" y="366746"/>
                  <a:pt x="676219" y="335840"/>
                </a:cubicBezTo>
                <a:lnTo>
                  <a:pt x="676219" y="56044"/>
                </a:lnTo>
                <a:close/>
                <a:moveTo>
                  <a:pt x="107136" y="0"/>
                </a:moveTo>
                <a:lnTo>
                  <a:pt x="747928" y="0"/>
                </a:lnTo>
                <a:lnTo>
                  <a:pt x="900000" y="173358"/>
                </a:lnTo>
                <a:lnTo>
                  <a:pt x="900000" y="792864"/>
                </a:lnTo>
                <a:cubicBezTo>
                  <a:pt x="900000" y="852034"/>
                  <a:pt x="852034" y="900000"/>
                  <a:pt x="792864" y="900000"/>
                </a:cubicBezTo>
                <a:lnTo>
                  <a:pt x="107136" y="900000"/>
                </a:lnTo>
                <a:cubicBezTo>
                  <a:pt x="47966" y="900000"/>
                  <a:pt x="0" y="852034"/>
                  <a:pt x="0" y="792864"/>
                </a:cubicBezTo>
                <a:lnTo>
                  <a:pt x="0" y="107136"/>
                </a:lnTo>
                <a:cubicBezTo>
                  <a:pt x="0" y="47966"/>
                  <a:pt x="47966" y="0"/>
                  <a:pt x="10713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1" name="片側の 2 つの角を丸めた四角形 40"/>
          <p:cNvSpPr>
            <a:spLocks noChangeAspect="1"/>
          </p:cNvSpPr>
          <p:nvPr/>
        </p:nvSpPr>
        <p:spPr bwMode="gray">
          <a:xfrm>
            <a:off x="3863517" y="4101702"/>
            <a:ext cx="830769" cy="730965"/>
          </a:xfrm>
          <a:custGeom>
            <a:avLst/>
            <a:gdLst/>
            <a:ahLst/>
            <a:cxnLst/>
            <a:rect l="l" t="t" r="r" b="b"/>
            <a:pathLst>
              <a:path w="900000" h="791879">
                <a:moveTo>
                  <a:pt x="90903" y="80975"/>
                </a:moveTo>
                <a:lnTo>
                  <a:pt x="90903" y="578954"/>
                </a:lnTo>
                <a:lnTo>
                  <a:pt x="809098" y="578954"/>
                </a:lnTo>
                <a:lnTo>
                  <a:pt x="809098" y="80975"/>
                </a:lnTo>
                <a:close/>
                <a:moveTo>
                  <a:pt x="79053" y="0"/>
                </a:moveTo>
                <a:lnTo>
                  <a:pt x="820947" y="0"/>
                </a:lnTo>
                <a:cubicBezTo>
                  <a:pt x="864607" y="0"/>
                  <a:pt x="900000" y="35393"/>
                  <a:pt x="900000" y="79053"/>
                </a:cubicBezTo>
                <a:lnTo>
                  <a:pt x="900000" y="582384"/>
                </a:lnTo>
                <a:cubicBezTo>
                  <a:pt x="900000" y="629859"/>
                  <a:pt x="869597" y="670233"/>
                  <a:pt x="826817" y="684006"/>
                </a:cubicBezTo>
                <a:lnTo>
                  <a:pt x="831028" y="684006"/>
                </a:lnTo>
                <a:lnTo>
                  <a:pt x="618023" y="728281"/>
                </a:lnTo>
                <a:cubicBezTo>
                  <a:pt x="661745" y="743189"/>
                  <a:pt x="701737" y="764984"/>
                  <a:pt x="737005" y="791879"/>
                </a:cubicBezTo>
                <a:lnTo>
                  <a:pt x="162995" y="791879"/>
                </a:lnTo>
                <a:cubicBezTo>
                  <a:pt x="198264" y="764984"/>
                  <a:pt x="238256" y="743189"/>
                  <a:pt x="281978" y="728281"/>
                </a:cubicBezTo>
                <a:lnTo>
                  <a:pt x="68973" y="684006"/>
                </a:lnTo>
                <a:lnTo>
                  <a:pt x="73183" y="684006"/>
                </a:lnTo>
                <a:cubicBezTo>
                  <a:pt x="30403" y="670233"/>
                  <a:pt x="0" y="629859"/>
                  <a:pt x="0" y="582384"/>
                </a:cubicBezTo>
                <a:lnTo>
                  <a:pt x="0" y="79053"/>
                </a:lnTo>
                <a:cubicBezTo>
                  <a:pt x="0" y="35393"/>
                  <a:pt x="35393" y="0"/>
                  <a:pt x="79053"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7" name="角丸四角形 46"/>
          <p:cNvSpPr>
            <a:spLocks noChangeAspect="1"/>
          </p:cNvSpPr>
          <p:nvPr/>
        </p:nvSpPr>
        <p:spPr bwMode="gray">
          <a:xfrm>
            <a:off x="874102" y="5307398"/>
            <a:ext cx="830769" cy="648030"/>
          </a:xfrm>
          <a:custGeom>
            <a:avLst/>
            <a:gdLst/>
            <a:ahLst/>
            <a:cxnLst/>
            <a:rect l="l" t="t" r="r" b="b"/>
            <a:pathLst>
              <a:path w="900000" h="702033">
                <a:moveTo>
                  <a:pt x="45862" y="112551"/>
                </a:moveTo>
                <a:lnTo>
                  <a:pt x="304443" y="112551"/>
                </a:lnTo>
                <a:lnTo>
                  <a:pt x="206786" y="203897"/>
                </a:lnTo>
                <a:lnTo>
                  <a:pt x="89664" y="203897"/>
                </a:lnTo>
                <a:lnTo>
                  <a:pt x="89664" y="610688"/>
                </a:lnTo>
                <a:lnTo>
                  <a:pt x="673922" y="610688"/>
                </a:lnTo>
                <a:lnTo>
                  <a:pt x="673922" y="559675"/>
                </a:lnTo>
                <a:lnTo>
                  <a:pt x="763587" y="487066"/>
                </a:lnTo>
                <a:lnTo>
                  <a:pt x="763587" y="656171"/>
                </a:lnTo>
                <a:cubicBezTo>
                  <a:pt x="763587" y="681500"/>
                  <a:pt x="743054" y="702033"/>
                  <a:pt x="717725" y="702033"/>
                </a:cubicBezTo>
                <a:lnTo>
                  <a:pt x="45862" y="702033"/>
                </a:lnTo>
                <a:cubicBezTo>
                  <a:pt x="20533" y="702033"/>
                  <a:pt x="0" y="681500"/>
                  <a:pt x="0" y="656171"/>
                </a:cubicBezTo>
                <a:lnTo>
                  <a:pt x="0" y="158413"/>
                </a:lnTo>
                <a:cubicBezTo>
                  <a:pt x="0" y="133084"/>
                  <a:pt x="20533" y="112551"/>
                  <a:pt x="45862" y="112551"/>
                </a:cubicBezTo>
                <a:close/>
                <a:moveTo>
                  <a:pt x="596900" y="0"/>
                </a:moveTo>
                <a:lnTo>
                  <a:pt x="900000" y="226535"/>
                </a:lnTo>
                <a:lnTo>
                  <a:pt x="596900" y="453070"/>
                </a:lnTo>
                <a:lnTo>
                  <a:pt x="596900" y="303053"/>
                </a:lnTo>
                <a:lnTo>
                  <a:pt x="526301" y="303053"/>
                </a:lnTo>
                <a:cubicBezTo>
                  <a:pt x="386720" y="303053"/>
                  <a:pt x="269140" y="397250"/>
                  <a:pt x="234949" y="525897"/>
                </a:cubicBezTo>
                <a:lnTo>
                  <a:pt x="234949" y="482822"/>
                </a:lnTo>
                <a:cubicBezTo>
                  <a:pt x="234949" y="292794"/>
                  <a:pt x="388997" y="138746"/>
                  <a:pt x="579025" y="138746"/>
                </a:cubicBezTo>
                <a:lnTo>
                  <a:pt x="596900" y="138746"/>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2" name="正方形/長方形 41"/>
          <p:cNvSpPr>
            <a:spLocks noChangeAspect="1"/>
          </p:cNvSpPr>
          <p:nvPr/>
        </p:nvSpPr>
        <p:spPr bwMode="gray">
          <a:xfrm>
            <a:off x="3540552" y="1706396"/>
            <a:ext cx="830769" cy="671262"/>
          </a:xfrm>
          <a:custGeom>
            <a:avLst/>
            <a:gdLst/>
            <a:ahLst/>
            <a:cxnLst/>
            <a:rect l="l" t="t" r="r" b="b"/>
            <a:pathLst>
              <a:path w="923389" h="734749">
                <a:moveTo>
                  <a:pt x="320246" y="519042"/>
                </a:moveTo>
                <a:lnTo>
                  <a:pt x="485344" y="603313"/>
                </a:lnTo>
                <a:lnTo>
                  <a:pt x="326715" y="734749"/>
                </a:lnTo>
                <a:close/>
                <a:moveTo>
                  <a:pt x="921988" y="1477"/>
                </a:moveTo>
                <a:lnTo>
                  <a:pt x="764745" y="675112"/>
                </a:lnTo>
                <a:lnTo>
                  <a:pt x="466527" y="510235"/>
                </a:lnTo>
                <a:close/>
                <a:moveTo>
                  <a:pt x="923389" y="0"/>
                </a:moveTo>
                <a:cubicBezTo>
                  <a:pt x="740166" y="157576"/>
                  <a:pt x="528365" y="305624"/>
                  <a:pt x="330852" y="458437"/>
                </a:cubicBezTo>
                <a:lnTo>
                  <a:pt x="0" y="325687"/>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5" name="正方形/長方形 44"/>
          <p:cNvSpPr>
            <a:spLocks noChangeAspect="1"/>
          </p:cNvSpPr>
          <p:nvPr/>
        </p:nvSpPr>
        <p:spPr bwMode="gray">
          <a:xfrm>
            <a:off x="2320798" y="2789309"/>
            <a:ext cx="511063" cy="830769"/>
          </a:xfrm>
          <a:custGeom>
            <a:avLst/>
            <a:gdLst>
              <a:gd name="connsiteX0" fmla="*/ 287570 w 553652"/>
              <a:gd name="connsiteY0" fmla="*/ 0 h 904101"/>
              <a:gd name="connsiteX1" fmla="*/ 361389 w 553652"/>
              <a:gd name="connsiteY1" fmla="*/ 0 h 904101"/>
              <a:gd name="connsiteX2" fmla="*/ 361389 w 553652"/>
              <a:gd name="connsiteY2" fmla="*/ 108669 h 904101"/>
              <a:gd name="connsiteX3" fmla="*/ 516475 w 553652"/>
              <a:gd name="connsiteY3" fmla="*/ 216974 h 904101"/>
              <a:gd name="connsiteX4" fmla="*/ 488600 w 553652"/>
              <a:gd name="connsiteY4" fmla="*/ 474166 h 904101"/>
              <a:gd name="connsiteX5" fmla="*/ 449183 w 553652"/>
              <a:gd name="connsiteY5" fmla="*/ 257951 h 904101"/>
              <a:gd name="connsiteX6" fmla="*/ 361389 w 553652"/>
              <a:gd name="connsiteY6" fmla="*/ 212592 h 904101"/>
              <a:gd name="connsiteX7" fmla="*/ 361389 w 553652"/>
              <a:gd name="connsiteY7" fmla="*/ 729004 h 904101"/>
              <a:gd name="connsiteX8" fmla="*/ 359585 w 553652"/>
              <a:gd name="connsiteY8" fmla="*/ 729004 h 904101"/>
              <a:gd name="connsiteX9" fmla="*/ 227255 w 553652"/>
              <a:gd name="connsiteY9" fmla="*/ 890678 h 904101"/>
              <a:gd name="connsiteX10" fmla="*/ 6334 w 553652"/>
              <a:gd name="connsiteY10" fmla="*/ 818305 h 904101"/>
              <a:gd name="connsiteX11" fmla="*/ 132915 w 553652"/>
              <a:gd name="connsiteY11" fmla="*/ 623314 h 904101"/>
              <a:gd name="connsiteX12" fmla="*/ 287570 w 553652"/>
              <a:gd name="connsiteY12" fmla="*/ 629221 h 904101"/>
              <a:gd name="connsiteX13" fmla="*/ 287570 w 553652"/>
              <a:gd name="connsiteY13" fmla="*/ 0 h 904101"/>
              <a:gd name="connsiteX0" fmla="*/ 287570 w 553652"/>
              <a:gd name="connsiteY0" fmla="*/ 0 h 904101"/>
              <a:gd name="connsiteX1" fmla="*/ 361389 w 553652"/>
              <a:gd name="connsiteY1" fmla="*/ 0 h 904101"/>
              <a:gd name="connsiteX2" fmla="*/ 361389 w 553652"/>
              <a:gd name="connsiteY2" fmla="*/ 108669 h 904101"/>
              <a:gd name="connsiteX3" fmla="*/ 516475 w 553652"/>
              <a:gd name="connsiteY3" fmla="*/ 216974 h 904101"/>
              <a:gd name="connsiteX4" fmla="*/ 488600 w 553652"/>
              <a:gd name="connsiteY4" fmla="*/ 474166 h 904101"/>
              <a:gd name="connsiteX5" fmla="*/ 449183 w 553652"/>
              <a:gd name="connsiteY5" fmla="*/ 257951 h 904101"/>
              <a:gd name="connsiteX6" fmla="*/ 361389 w 553652"/>
              <a:gd name="connsiteY6" fmla="*/ 212592 h 904101"/>
              <a:gd name="connsiteX7" fmla="*/ 361389 w 553652"/>
              <a:gd name="connsiteY7" fmla="*/ 729004 h 904101"/>
              <a:gd name="connsiteX8" fmla="*/ 359585 w 553652"/>
              <a:gd name="connsiteY8" fmla="*/ 729004 h 904101"/>
              <a:gd name="connsiteX9" fmla="*/ 227255 w 553652"/>
              <a:gd name="connsiteY9" fmla="*/ 890678 h 904101"/>
              <a:gd name="connsiteX10" fmla="*/ 6334 w 553652"/>
              <a:gd name="connsiteY10" fmla="*/ 818305 h 904101"/>
              <a:gd name="connsiteX11" fmla="*/ 132915 w 553652"/>
              <a:gd name="connsiteY11" fmla="*/ 623314 h 904101"/>
              <a:gd name="connsiteX12" fmla="*/ 287570 w 553652"/>
              <a:gd name="connsiteY12" fmla="*/ 629221 h 904101"/>
              <a:gd name="connsiteX13" fmla="*/ 287570 w 553652"/>
              <a:gd name="connsiteY13" fmla="*/ 0 h 904101"/>
              <a:gd name="connsiteX0" fmla="*/ 287570 w 553652"/>
              <a:gd name="connsiteY0" fmla="*/ 0 h 904101"/>
              <a:gd name="connsiteX1" fmla="*/ 361389 w 553652"/>
              <a:gd name="connsiteY1" fmla="*/ 0 h 904101"/>
              <a:gd name="connsiteX2" fmla="*/ 361389 w 553652"/>
              <a:gd name="connsiteY2" fmla="*/ 108669 h 904101"/>
              <a:gd name="connsiteX3" fmla="*/ 516475 w 553652"/>
              <a:gd name="connsiteY3" fmla="*/ 216974 h 904101"/>
              <a:gd name="connsiteX4" fmla="*/ 488600 w 553652"/>
              <a:gd name="connsiteY4" fmla="*/ 474166 h 904101"/>
              <a:gd name="connsiteX5" fmla="*/ 449183 w 553652"/>
              <a:gd name="connsiteY5" fmla="*/ 257951 h 904101"/>
              <a:gd name="connsiteX6" fmla="*/ 361389 w 553652"/>
              <a:gd name="connsiteY6" fmla="*/ 212592 h 904101"/>
              <a:gd name="connsiteX7" fmla="*/ 361389 w 553652"/>
              <a:gd name="connsiteY7" fmla="*/ 729004 h 904101"/>
              <a:gd name="connsiteX8" fmla="*/ 359585 w 553652"/>
              <a:gd name="connsiteY8" fmla="*/ 729004 h 904101"/>
              <a:gd name="connsiteX9" fmla="*/ 227255 w 553652"/>
              <a:gd name="connsiteY9" fmla="*/ 890678 h 904101"/>
              <a:gd name="connsiteX10" fmla="*/ 6334 w 553652"/>
              <a:gd name="connsiteY10" fmla="*/ 818305 h 904101"/>
              <a:gd name="connsiteX11" fmla="*/ 132915 w 553652"/>
              <a:gd name="connsiteY11" fmla="*/ 623314 h 904101"/>
              <a:gd name="connsiteX12" fmla="*/ 287570 w 553652"/>
              <a:gd name="connsiteY12" fmla="*/ 629221 h 904101"/>
              <a:gd name="connsiteX13" fmla="*/ 287570 w 553652"/>
              <a:gd name="connsiteY13"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53652" h="904101">
                <a:moveTo>
                  <a:pt x="287570" y="0"/>
                </a:moveTo>
                <a:lnTo>
                  <a:pt x="361389" y="0"/>
                </a:lnTo>
                <a:cubicBezTo>
                  <a:pt x="370222" y="69944"/>
                  <a:pt x="464780" y="144649"/>
                  <a:pt x="516475" y="216974"/>
                </a:cubicBezTo>
                <a:cubicBezTo>
                  <a:pt x="575409" y="313756"/>
                  <a:pt x="562929" y="428905"/>
                  <a:pt x="488600" y="474166"/>
                </a:cubicBezTo>
                <a:cubicBezTo>
                  <a:pt x="505770" y="407002"/>
                  <a:pt x="477529" y="299166"/>
                  <a:pt x="449183" y="257951"/>
                </a:cubicBezTo>
                <a:cubicBezTo>
                  <a:pt x="420837" y="226262"/>
                  <a:pt x="401326" y="221646"/>
                  <a:pt x="361389" y="212592"/>
                </a:cubicBezTo>
                <a:lnTo>
                  <a:pt x="361389" y="729004"/>
                </a:lnTo>
                <a:lnTo>
                  <a:pt x="359585" y="729004"/>
                </a:lnTo>
                <a:cubicBezTo>
                  <a:pt x="362333" y="794084"/>
                  <a:pt x="309076" y="861807"/>
                  <a:pt x="227255" y="890678"/>
                </a:cubicBezTo>
                <a:cubicBezTo>
                  <a:pt x="131296" y="924538"/>
                  <a:pt x="32386" y="892135"/>
                  <a:pt x="6334" y="818305"/>
                </a:cubicBezTo>
                <a:cubicBezTo>
                  <a:pt x="-19717" y="744474"/>
                  <a:pt x="36955" y="657174"/>
                  <a:pt x="132915" y="623314"/>
                </a:cubicBezTo>
                <a:cubicBezTo>
                  <a:pt x="188864" y="603572"/>
                  <a:pt x="245817" y="606356"/>
                  <a:pt x="287570" y="629221"/>
                </a:cubicBezTo>
                <a:lnTo>
                  <a:pt x="287570" y="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3" name="正方形/長方形 52"/>
          <p:cNvSpPr>
            <a:spLocks noChangeAspect="1"/>
          </p:cNvSpPr>
          <p:nvPr/>
        </p:nvSpPr>
        <p:spPr bwMode="gray">
          <a:xfrm>
            <a:off x="3598869" y="2791190"/>
            <a:ext cx="649624" cy="827007"/>
          </a:xfrm>
          <a:custGeom>
            <a:avLst/>
            <a:gdLst/>
            <a:ahLst/>
            <a:cxnLst/>
            <a:rect l="l" t="t" r="r" b="b"/>
            <a:pathLst>
              <a:path w="703759" h="895924">
                <a:moveTo>
                  <a:pt x="703759" y="0"/>
                </a:moveTo>
                <a:lnTo>
                  <a:pt x="703759" y="202229"/>
                </a:lnTo>
                <a:lnTo>
                  <a:pt x="703757" y="202230"/>
                </a:lnTo>
                <a:lnTo>
                  <a:pt x="703757" y="663294"/>
                </a:lnTo>
                <a:lnTo>
                  <a:pt x="701029" y="663294"/>
                </a:lnTo>
                <a:cubicBezTo>
                  <a:pt x="707237" y="715634"/>
                  <a:pt x="665825" y="770810"/>
                  <a:pt x="600955" y="794420"/>
                </a:cubicBezTo>
                <a:cubicBezTo>
                  <a:pt x="525573" y="821857"/>
                  <a:pt x="447058" y="796280"/>
                  <a:pt x="425588" y="737292"/>
                </a:cubicBezTo>
                <a:cubicBezTo>
                  <a:pt x="404118" y="678304"/>
                  <a:pt x="447823" y="608243"/>
                  <a:pt x="523205" y="580806"/>
                </a:cubicBezTo>
                <a:cubicBezTo>
                  <a:pt x="557494" y="568326"/>
                  <a:pt x="592431" y="566814"/>
                  <a:pt x="622025" y="575714"/>
                </a:cubicBezTo>
                <a:lnTo>
                  <a:pt x="622025" y="219534"/>
                </a:lnTo>
                <a:lnTo>
                  <a:pt x="278641" y="292237"/>
                </a:lnTo>
                <a:lnTo>
                  <a:pt x="278641" y="730412"/>
                </a:lnTo>
                <a:cubicBezTo>
                  <a:pt x="299010" y="788857"/>
                  <a:pt x="255432" y="857756"/>
                  <a:pt x="180830" y="884908"/>
                </a:cubicBezTo>
                <a:cubicBezTo>
                  <a:pt x="105448" y="912345"/>
                  <a:pt x="26934" y="886768"/>
                  <a:pt x="5464" y="827780"/>
                </a:cubicBezTo>
                <a:cubicBezTo>
                  <a:pt x="-16006" y="768792"/>
                  <a:pt x="27699" y="698731"/>
                  <a:pt x="103081" y="671294"/>
                </a:cubicBezTo>
                <a:cubicBezTo>
                  <a:pt x="135501" y="659494"/>
                  <a:pt x="168500" y="657500"/>
                  <a:pt x="196909" y="665517"/>
                </a:cubicBezTo>
                <a:lnTo>
                  <a:pt x="196909" y="116877"/>
                </a:lnTo>
                <a:lnTo>
                  <a:pt x="196912" y="116877"/>
                </a:lnTo>
                <a:lnTo>
                  <a:pt x="196912" y="10731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0" name="正方形/長方形 59"/>
          <p:cNvSpPr>
            <a:spLocks noChangeAspect="1"/>
          </p:cNvSpPr>
          <p:nvPr/>
        </p:nvSpPr>
        <p:spPr bwMode="gray">
          <a:xfrm>
            <a:off x="6665965" y="1625913"/>
            <a:ext cx="813602" cy="832231"/>
          </a:xfrm>
          <a:custGeom>
            <a:avLst/>
            <a:gdLst>
              <a:gd name="connsiteX0" fmla="*/ 823920 w 881402"/>
              <a:gd name="connsiteY0" fmla="*/ 307661 h 905888"/>
              <a:gd name="connsiteX1" fmla="*/ 874377 w 881402"/>
              <a:gd name="connsiteY1" fmla="*/ 332251 h 905888"/>
              <a:gd name="connsiteX2" fmla="*/ 856373 w 881402"/>
              <a:gd name="connsiteY2" fmla="*/ 401765 h 905888"/>
              <a:gd name="connsiteX3" fmla="*/ 765403 w 881402"/>
              <a:gd name="connsiteY3" fmla="*/ 455307 h 905888"/>
              <a:gd name="connsiteX4" fmla="*/ 695888 w 881402"/>
              <a:gd name="connsiteY4" fmla="*/ 437302 h 905888"/>
              <a:gd name="connsiteX5" fmla="*/ 713893 w 881402"/>
              <a:gd name="connsiteY5" fmla="*/ 367788 h 905888"/>
              <a:gd name="connsiteX6" fmla="*/ 804863 w 881402"/>
              <a:gd name="connsiteY6" fmla="*/ 314247 h 905888"/>
              <a:gd name="connsiteX7" fmla="*/ 823920 w 881402"/>
              <a:gd name="connsiteY7" fmla="*/ 307661 h 905888"/>
              <a:gd name="connsiteX8" fmla="*/ 227166 w 881402"/>
              <a:gd name="connsiteY8" fmla="*/ 279322 h 905888"/>
              <a:gd name="connsiteX9" fmla="*/ 211242 w 881402"/>
              <a:gd name="connsiteY9" fmla="*/ 287152 h 905888"/>
              <a:gd name="connsiteX10" fmla="*/ 352405 w 881402"/>
              <a:gd name="connsiteY10" fmla="*/ 545733 h 905888"/>
              <a:gd name="connsiteX11" fmla="*/ 611280 w 881402"/>
              <a:gd name="connsiteY11" fmla="*/ 686360 h 905888"/>
              <a:gd name="connsiteX12" fmla="*/ 470115 w 881402"/>
              <a:gd name="connsiteY12" fmla="*/ 427778 h 905888"/>
              <a:gd name="connsiteX13" fmla="*/ 227166 w 881402"/>
              <a:gd name="connsiteY13" fmla="*/ 279322 h 905888"/>
              <a:gd name="connsiteX14" fmla="*/ 225012 w 881402"/>
              <a:gd name="connsiteY14" fmla="*/ 200693 h 905888"/>
              <a:gd name="connsiteX15" fmla="*/ 522141 w 881402"/>
              <a:gd name="connsiteY15" fmla="*/ 377363 h 905888"/>
              <a:gd name="connsiteX16" fmla="*/ 681470 w 881402"/>
              <a:gd name="connsiteY16" fmla="*/ 732581 h 905888"/>
              <a:gd name="connsiteX17" fmla="*/ 672483 w 881402"/>
              <a:gd name="connsiteY17" fmla="*/ 737828 h 905888"/>
              <a:gd name="connsiteX18" fmla="*/ 673703 w 881402"/>
              <a:gd name="connsiteY18" fmla="*/ 739049 h 905888"/>
              <a:gd name="connsiteX19" fmla="*/ 90512 w 881402"/>
              <a:gd name="connsiteY19" fmla="*/ 843054 h 905888"/>
              <a:gd name="connsiteX20" fmla="*/ 161332 w 881402"/>
              <a:gd name="connsiteY20" fmla="*/ 226602 h 905888"/>
              <a:gd name="connsiteX21" fmla="*/ 225012 w 881402"/>
              <a:gd name="connsiteY21" fmla="*/ 200693 h 905888"/>
              <a:gd name="connsiteX22" fmla="*/ 713540 w 881402"/>
              <a:gd name="connsiteY22" fmla="*/ 115621 h 905888"/>
              <a:gd name="connsiteX23" fmla="*/ 749381 w 881402"/>
              <a:gd name="connsiteY23" fmla="*/ 130644 h 905888"/>
              <a:gd name="connsiteX24" fmla="*/ 749080 w 881402"/>
              <a:gd name="connsiteY24" fmla="*/ 202451 h 905888"/>
              <a:gd name="connsiteX25" fmla="*/ 658578 w 881402"/>
              <a:gd name="connsiteY25" fmla="*/ 292195 h 905888"/>
              <a:gd name="connsiteX26" fmla="*/ 586771 w 881402"/>
              <a:gd name="connsiteY26" fmla="*/ 291894 h 905888"/>
              <a:gd name="connsiteX27" fmla="*/ 587072 w 881402"/>
              <a:gd name="connsiteY27" fmla="*/ 220087 h 905888"/>
              <a:gd name="connsiteX28" fmla="*/ 677573 w 881402"/>
              <a:gd name="connsiteY28" fmla="*/ 130342 h 905888"/>
              <a:gd name="connsiteX29" fmla="*/ 713540 w 881402"/>
              <a:gd name="connsiteY29" fmla="*/ 115621 h 905888"/>
              <a:gd name="connsiteX30" fmla="*/ 529036 w 881402"/>
              <a:gd name="connsiteY30" fmla="*/ 283 h 905888"/>
              <a:gd name="connsiteX31" fmla="*/ 548256 w 881402"/>
              <a:gd name="connsiteY31" fmla="*/ 6375 h 905888"/>
              <a:gd name="connsiteX32" fmla="*/ 568049 w 881402"/>
              <a:gd name="connsiteY32" fmla="*/ 75401 h 905888"/>
              <a:gd name="connsiteX33" fmla="*/ 516874 w 881402"/>
              <a:gd name="connsiteY33" fmla="*/ 167724 h 905888"/>
              <a:gd name="connsiteX34" fmla="*/ 447848 w 881402"/>
              <a:gd name="connsiteY34" fmla="*/ 187517 h 905888"/>
              <a:gd name="connsiteX35" fmla="*/ 428055 w 881402"/>
              <a:gd name="connsiteY35" fmla="*/ 118490 h 905888"/>
              <a:gd name="connsiteX36" fmla="*/ 479230 w 881402"/>
              <a:gd name="connsiteY36" fmla="*/ 26168 h 905888"/>
              <a:gd name="connsiteX37" fmla="*/ 529036 w 881402"/>
              <a:gd name="connsiteY37" fmla="*/ 283 h 905888"/>
              <a:gd name="connsiteX0" fmla="*/ 823920 w 881402"/>
              <a:gd name="connsiteY0" fmla="*/ 307661 h 903390"/>
              <a:gd name="connsiteX1" fmla="*/ 874377 w 881402"/>
              <a:gd name="connsiteY1" fmla="*/ 332251 h 903390"/>
              <a:gd name="connsiteX2" fmla="*/ 856373 w 881402"/>
              <a:gd name="connsiteY2" fmla="*/ 401765 h 903390"/>
              <a:gd name="connsiteX3" fmla="*/ 765403 w 881402"/>
              <a:gd name="connsiteY3" fmla="*/ 455307 h 903390"/>
              <a:gd name="connsiteX4" fmla="*/ 695888 w 881402"/>
              <a:gd name="connsiteY4" fmla="*/ 437302 h 903390"/>
              <a:gd name="connsiteX5" fmla="*/ 713893 w 881402"/>
              <a:gd name="connsiteY5" fmla="*/ 367788 h 903390"/>
              <a:gd name="connsiteX6" fmla="*/ 804863 w 881402"/>
              <a:gd name="connsiteY6" fmla="*/ 314247 h 903390"/>
              <a:gd name="connsiteX7" fmla="*/ 823920 w 881402"/>
              <a:gd name="connsiteY7" fmla="*/ 307661 h 903390"/>
              <a:gd name="connsiteX8" fmla="*/ 227166 w 881402"/>
              <a:gd name="connsiteY8" fmla="*/ 279322 h 903390"/>
              <a:gd name="connsiteX9" fmla="*/ 211242 w 881402"/>
              <a:gd name="connsiteY9" fmla="*/ 287152 h 903390"/>
              <a:gd name="connsiteX10" fmla="*/ 352405 w 881402"/>
              <a:gd name="connsiteY10" fmla="*/ 545733 h 903390"/>
              <a:gd name="connsiteX11" fmla="*/ 611280 w 881402"/>
              <a:gd name="connsiteY11" fmla="*/ 686360 h 903390"/>
              <a:gd name="connsiteX12" fmla="*/ 470115 w 881402"/>
              <a:gd name="connsiteY12" fmla="*/ 427778 h 903390"/>
              <a:gd name="connsiteX13" fmla="*/ 227166 w 881402"/>
              <a:gd name="connsiteY13" fmla="*/ 279322 h 903390"/>
              <a:gd name="connsiteX14" fmla="*/ 225012 w 881402"/>
              <a:gd name="connsiteY14" fmla="*/ 200693 h 903390"/>
              <a:gd name="connsiteX15" fmla="*/ 522141 w 881402"/>
              <a:gd name="connsiteY15" fmla="*/ 377363 h 903390"/>
              <a:gd name="connsiteX16" fmla="*/ 681470 w 881402"/>
              <a:gd name="connsiteY16" fmla="*/ 732581 h 903390"/>
              <a:gd name="connsiteX17" fmla="*/ 672483 w 881402"/>
              <a:gd name="connsiteY17" fmla="*/ 737828 h 903390"/>
              <a:gd name="connsiteX18" fmla="*/ 673703 w 881402"/>
              <a:gd name="connsiteY18" fmla="*/ 739049 h 903390"/>
              <a:gd name="connsiteX19" fmla="*/ 90512 w 881402"/>
              <a:gd name="connsiteY19" fmla="*/ 843054 h 903390"/>
              <a:gd name="connsiteX20" fmla="*/ 161332 w 881402"/>
              <a:gd name="connsiteY20" fmla="*/ 226602 h 903390"/>
              <a:gd name="connsiteX21" fmla="*/ 225012 w 881402"/>
              <a:gd name="connsiteY21" fmla="*/ 200693 h 903390"/>
              <a:gd name="connsiteX22" fmla="*/ 713540 w 881402"/>
              <a:gd name="connsiteY22" fmla="*/ 115621 h 903390"/>
              <a:gd name="connsiteX23" fmla="*/ 749381 w 881402"/>
              <a:gd name="connsiteY23" fmla="*/ 130644 h 903390"/>
              <a:gd name="connsiteX24" fmla="*/ 749080 w 881402"/>
              <a:gd name="connsiteY24" fmla="*/ 202451 h 903390"/>
              <a:gd name="connsiteX25" fmla="*/ 658578 w 881402"/>
              <a:gd name="connsiteY25" fmla="*/ 292195 h 903390"/>
              <a:gd name="connsiteX26" fmla="*/ 586771 w 881402"/>
              <a:gd name="connsiteY26" fmla="*/ 291894 h 903390"/>
              <a:gd name="connsiteX27" fmla="*/ 587072 w 881402"/>
              <a:gd name="connsiteY27" fmla="*/ 220087 h 903390"/>
              <a:gd name="connsiteX28" fmla="*/ 677573 w 881402"/>
              <a:gd name="connsiteY28" fmla="*/ 130342 h 903390"/>
              <a:gd name="connsiteX29" fmla="*/ 713540 w 881402"/>
              <a:gd name="connsiteY29" fmla="*/ 115621 h 903390"/>
              <a:gd name="connsiteX30" fmla="*/ 529036 w 881402"/>
              <a:gd name="connsiteY30" fmla="*/ 283 h 903390"/>
              <a:gd name="connsiteX31" fmla="*/ 548256 w 881402"/>
              <a:gd name="connsiteY31" fmla="*/ 6375 h 903390"/>
              <a:gd name="connsiteX32" fmla="*/ 568049 w 881402"/>
              <a:gd name="connsiteY32" fmla="*/ 75401 h 903390"/>
              <a:gd name="connsiteX33" fmla="*/ 516874 w 881402"/>
              <a:gd name="connsiteY33" fmla="*/ 167724 h 903390"/>
              <a:gd name="connsiteX34" fmla="*/ 447848 w 881402"/>
              <a:gd name="connsiteY34" fmla="*/ 187517 h 903390"/>
              <a:gd name="connsiteX35" fmla="*/ 428055 w 881402"/>
              <a:gd name="connsiteY35" fmla="*/ 118490 h 903390"/>
              <a:gd name="connsiteX36" fmla="*/ 479230 w 881402"/>
              <a:gd name="connsiteY36" fmla="*/ 26168 h 903390"/>
              <a:gd name="connsiteX37" fmla="*/ 529036 w 881402"/>
              <a:gd name="connsiteY37" fmla="*/ 283 h 903390"/>
              <a:gd name="connsiteX0" fmla="*/ 823920 w 881402"/>
              <a:gd name="connsiteY0" fmla="*/ 307661 h 901584"/>
              <a:gd name="connsiteX1" fmla="*/ 874377 w 881402"/>
              <a:gd name="connsiteY1" fmla="*/ 332251 h 901584"/>
              <a:gd name="connsiteX2" fmla="*/ 856373 w 881402"/>
              <a:gd name="connsiteY2" fmla="*/ 401765 h 901584"/>
              <a:gd name="connsiteX3" fmla="*/ 765403 w 881402"/>
              <a:gd name="connsiteY3" fmla="*/ 455307 h 901584"/>
              <a:gd name="connsiteX4" fmla="*/ 695888 w 881402"/>
              <a:gd name="connsiteY4" fmla="*/ 437302 h 901584"/>
              <a:gd name="connsiteX5" fmla="*/ 713893 w 881402"/>
              <a:gd name="connsiteY5" fmla="*/ 367788 h 901584"/>
              <a:gd name="connsiteX6" fmla="*/ 804863 w 881402"/>
              <a:gd name="connsiteY6" fmla="*/ 314247 h 901584"/>
              <a:gd name="connsiteX7" fmla="*/ 823920 w 881402"/>
              <a:gd name="connsiteY7" fmla="*/ 307661 h 901584"/>
              <a:gd name="connsiteX8" fmla="*/ 227166 w 881402"/>
              <a:gd name="connsiteY8" fmla="*/ 279322 h 901584"/>
              <a:gd name="connsiteX9" fmla="*/ 211242 w 881402"/>
              <a:gd name="connsiteY9" fmla="*/ 287152 h 901584"/>
              <a:gd name="connsiteX10" fmla="*/ 352405 w 881402"/>
              <a:gd name="connsiteY10" fmla="*/ 545733 h 901584"/>
              <a:gd name="connsiteX11" fmla="*/ 611280 w 881402"/>
              <a:gd name="connsiteY11" fmla="*/ 686360 h 901584"/>
              <a:gd name="connsiteX12" fmla="*/ 470115 w 881402"/>
              <a:gd name="connsiteY12" fmla="*/ 427778 h 901584"/>
              <a:gd name="connsiteX13" fmla="*/ 227166 w 881402"/>
              <a:gd name="connsiteY13" fmla="*/ 279322 h 901584"/>
              <a:gd name="connsiteX14" fmla="*/ 225012 w 881402"/>
              <a:gd name="connsiteY14" fmla="*/ 200693 h 901584"/>
              <a:gd name="connsiteX15" fmla="*/ 522141 w 881402"/>
              <a:gd name="connsiteY15" fmla="*/ 377363 h 901584"/>
              <a:gd name="connsiteX16" fmla="*/ 681470 w 881402"/>
              <a:gd name="connsiteY16" fmla="*/ 732581 h 901584"/>
              <a:gd name="connsiteX17" fmla="*/ 672483 w 881402"/>
              <a:gd name="connsiteY17" fmla="*/ 737828 h 901584"/>
              <a:gd name="connsiteX18" fmla="*/ 673703 w 881402"/>
              <a:gd name="connsiteY18" fmla="*/ 739049 h 901584"/>
              <a:gd name="connsiteX19" fmla="*/ 90512 w 881402"/>
              <a:gd name="connsiteY19" fmla="*/ 843054 h 901584"/>
              <a:gd name="connsiteX20" fmla="*/ 161332 w 881402"/>
              <a:gd name="connsiteY20" fmla="*/ 226602 h 901584"/>
              <a:gd name="connsiteX21" fmla="*/ 225012 w 881402"/>
              <a:gd name="connsiteY21" fmla="*/ 200693 h 901584"/>
              <a:gd name="connsiteX22" fmla="*/ 713540 w 881402"/>
              <a:gd name="connsiteY22" fmla="*/ 115621 h 901584"/>
              <a:gd name="connsiteX23" fmla="*/ 749381 w 881402"/>
              <a:gd name="connsiteY23" fmla="*/ 130644 h 901584"/>
              <a:gd name="connsiteX24" fmla="*/ 749080 w 881402"/>
              <a:gd name="connsiteY24" fmla="*/ 202451 h 901584"/>
              <a:gd name="connsiteX25" fmla="*/ 658578 w 881402"/>
              <a:gd name="connsiteY25" fmla="*/ 292195 h 901584"/>
              <a:gd name="connsiteX26" fmla="*/ 586771 w 881402"/>
              <a:gd name="connsiteY26" fmla="*/ 291894 h 901584"/>
              <a:gd name="connsiteX27" fmla="*/ 587072 w 881402"/>
              <a:gd name="connsiteY27" fmla="*/ 220087 h 901584"/>
              <a:gd name="connsiteX28" fmla="*/ 677573 w 881402"/>
              <a:gd name="connsiteY28" fmla="*/ 130342 h 901584"/>
              <a:gd name="connsiteX29" fmla="*/ 713540 w 881402"/>
              <a:gd name="connsiteY29" fmla="*/ 115621 h 901584"/>
              <a:gd name="connsiteX30" fmla="*/ 529036 w 881402"/>
              <a:gd name="connsiteY30" fmla="*/ 283 h 901584"/>
              <a:gd name="connsiteX31" fmla="*/ 548256 w 881402"/>
              <a:gd name="connsiteY31" fmla="*/ 6375 h 901584"/>
              <a:gd name="connsiteX32" fmla="*/ 568049 w 881402"/>
              <a:gd name="connsiteY32" fmla="*/ 75401 h 901584"/>
              <a:gd name="connsiteX33" fmla="*/ 516874 w 881402"/>
              <a:gd name="connsiteY33" fmla="*/ 167724 h 901584"/>
              <a:gd name="connsiteX34" fmla="*/ 447848 w 881402"/>
              <a:gd name="connsiteY34" fmla="*/ 187517 h 901584"/>
              <a:gd name="connsiteX35" fmla="*/ 428055 w 881402"/>
              <a:gd name="connsiteY35" fmla="*/ 118490 h 901584"/>
              <a:gd name="connsiteX36" fmla="*/ 479230 w 881402"/>
              <a:gd name="connsiteY36" fmla="*/ 26168 h 901584"/>
              <a:gd name="connsiteX37" fmla="*/ 529036 w 881402"/>
              <a:gd name="connsiteY37" fmla="*/ 283 h 901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881402" h="901584">
                <a:moveTo>
                  <a:pt x="823920" y="307661"/>
                </a:moveTo>
                <a:cubicBezTo>
                  <a:pt x="843536" y="305060"/>
                  <a:pt x="863709" y="314126"/>
                  <a:pt x="874377" y="332251"/>
                </a:cubicBezTo>
                <a:cubicBezTo>
                  <a:pt x="888602" y="356419"/>
                  <a:pt x="880541" y="387542"/>
                  <a:pt x="856373" y="401765"/>
                </a:cubicBezTo>
                <a:lnTo>
                  <a:pt x="765403" y="455307"/>
                </a:lnTo>
                <a:cubicBezTo>
                  <a:pt x="741235" y="469532"/>
                  <a:pt x="710113" y="461471"/>
                  <a:pt x="695888" y="437302"/>
                </a:cubicBezTo>
                <a:cubicBezTo>
                  <a:pt x="681664" y="413135"/>
                  <a:pt x="689724" y="382013"/>
                  <a:pt x="713893" y="367788"/>
                </a:cubicBezTo>
                <a:lnTo>
                  <a:pt x="804863" y="314247"/>
                </a:lnTo>
                <a:cubicBezTo>
                  <a:pt x="810905" y="310691"/>
                  <a:pt x="817382" y="308528"/>
                  <a:pt x="823920" y="307661"/>
                </a:cubicBezTo>
                <a:close/>
                <a:moveTo>
                  <a:pt x="227166" y="279322"/>
                </a:moveTo>
                <a:cubicBezTo>
                  <a:pt x="220671" y="280503"/>
                  <a:pt x="215305" y="283080"/>
                  <a:pt x="211242" y="287152"/>
                </a:cubicBezTo>
                <a:cubicBezTo>
                  <a:pt x="178737" y="319724"/>
                  <a:pt x="241939" y="435496"/>
                  <a:pt x="352405" y="545733"/>
                </a:cubicBezTo>
                <a:cubicBezTo>
                  <a:pt x="462873" y="655972"/>
                  <a:pt x="578775" y="718933"/>
                  <a:pt x="611280" y="686360"/>
                </a:cubicBezTo>
                <a:cubicBezTo>
                  <a:pt x="643783" y="653788"/>
                  <a:pt x="580583" y="538018"/>
                  <a:pt x="470115" y="427778"/>
                </a:cubicBezTo>
                <a:cubicBezTo>
                  <a:pt x="373457" y="331320"/>
                  <a:pt x="272636" y="271059"/>
                  <a:pt x="227166" y="279322"/>
                </a:cubicBezTo>
                <a:close/>
                <a:moveTo>
                  <a:pt x="225012" y="200693"/>
                </a:moveTo>
                <a:cubicBezTo>
                  <a:pt x="299306" y="204406"/>
                  <a:pt x="415506" y="270949"/>
                  <a:pt x="522141" y="377363"/>
                </a:cubicBezTo>
                <a:cubicBezTo>
                  <a:pt x="664321" y="519247"/>
                  <a:pt x="735655" y="678285"/>
                  <a:pt x="681470" y="732581"/>
                </a:cubicBezTo>
                <a:lnTo>
                  <a:pt x="672483" y="737828"/>
                </a:lnTo>
                <a:lnTo>
                  <a:pt x="673703" y="739049"/>
                </a:lnTo>
                <a:cubicBezTo>
                  <a:pt x="473700" y="900775"/>
                  <a:pt x="229850" y="953868"/>
                  <a:pt x="90512" y="843054"/>
                </a:cubicBezTo>
                <a:cubicBezTo>
                  <a:pt x="-57935" y="724996"/>
                  <a:pt x="-16437" y="447245"/>
                  <a:pt x="161332" y="226602"/>
                </a:cubicBezTo>
                <a:cubicBezTo>
                  <a:pt x="188509" y="202886"/>
                  <a:pt x="210122" y="201758"/>
                  <a:pt x="225012" y="200693"/>
                </a:cubicBezTo>
                <a:close/>
                <a:moveTo>
                  <a:pt x="713540" y="115621"/>
                </a:moveTo>
                <a:cubicBezTo>
                  <a:pt x="726535" y="115675"/>
                  <a:pt x="739508" y="120687"/>
                  <a:pt x="749381" y="130644"/>
                </a:cubicBezTo>
                <a:cubicBezTo>
                  <a:pt x="769126" y="150556"/>
                  <a:pt x="768991" y="182705"/>
                  <a:pt x="749080" y="202451"/>
                </a:cubicBezTo>
                <a:lnTo>
                  <a:pt x="658578" y="292195"/>
                </a:lnTo>
                <a:cubicBezTo>
                  <a:pt x="638666" y="311942"/>
                  <a:pt x="606517" y="311806"/>
                  <a:pt x="586771" y="291894"/>
                </a:cubicBezTo>
                <a:cubicBezTo>
                  <a:pt x="567024" y="271982"/>
                  <a:pt x="567160" y="239833"/>
                  <a:pt x="587072" y="220087"/>
                </a:cubicBezTo>
                <a:lnTo>
                  <a:pt x="677573" y="130342"/>
                </a:lnTo>
                <a:cubicBezTo>
                  <a:pt x="687529" y="120469"/>
                  <a:pt x="700545" y="115567"/>
                  <a:pt x="713540" y="115621"/>
                </a:cubicBezTo>
                <a:close/>
                <a:moveTo>
                  <a:pt x="529036" y="283"/>
                </a:moveTo>
                <a:cubicBezTo>
                  <a:pt x="535594" y="981"/>
                  <a:pt x="542125" y="2976"/>
                  <a:pt x="548256" y="6375"/>
                </a:cubicBezTo>
                <a:cubicBezTo>
                  <a:pt x="572783" y="19970"/>
                  <a:pt x="581644" y="50874"/>
                  <a:pt x="568049" y="75401"/>
                </a:cubicBezTo>
                <a:lnTo>
                  <a:pt x="516874" y="167724"/>
                </a:lnTo>
                <a:cubicBezTo>
                  <a:pt x="503278" y="192250"/>
                  <a:pt x="472375" y="201112"/>
                  <a:pt x="447848" y="187517"/>
                </a:cubicBezTo>
                <a:cubicBezTo>
                  <a:pt x="423321" y="173921"/>
                  <a:pt x="414459" y="143017"/>
                  <a:pt x="428055" y="118490"/>
                </a:cubicBezTo>
                <a:lnTo>
                  <a:pt x="479230" y="26168"/>
                </a:lnTo>
                <a:cubicBezTo>
                  <a:pt x="489426" y="7773"/>
                  <a:pt x="509360" y="-1811"/>
                  <a:pt x="529036" y="283"/>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72" name="円/楕円 71"/>
          <p:cNvSpPr>
            <a:spLocks noChangeAspect="1"/>
          </p:cNvSpPr>
          <p:nvPr/>
        </p:nvSpPr>
        <p:spPr bwMode="gray">
          <a:xfrm>
            <a:off x="8212107" y="1626644"/>
            <a:ext cx="830769" cy="830769"/>
          </a:xfrm>
          <a:custGeom>
            <a:avLst/>
            <a:gdLst/>
            <a:ahLst/>
            <a:cxnLst/>
            <a:rect l="l" t="t" r="r" b="b"/>
            <a:pathLst>
              <a:path w="900000" h="900000">
                <a:moveTo>
                  <a:pt x="709778" y="358042"/>
                </a:moveTo>
                <a:cubicBezTo>
                  <a:pt x="810288" y="482066"/>
                  <a:pt x="853111" y="603262"/>
                  <a:pt x="806583" y="649854"/>
                </a:cubicBezTo>
                <a:lnTo>
                  <a:pt x="797202" y="655307"/>
                </a:lnTo>
                <a:cubicBezTo>
                  <a:pt x="797629" y="655734"/>
                  <a:pt x="798055" y="656159"/>
                  <a:pt x="798483" y="656587"/>
                </a:cubicBezTo>
                <a:cubicBezTo>
                  <a:pt x="621062" y="814612"/>
                  <a:pt x="406505" y="874116"/>
                  <a:pt x="260015" y="807804"/>
                </a:cubicBezTo>
                <a:lnTo>
                  <a:pt x="542706" y="525113"/>
                </a:lnTo>
                <a:cubicBezTo>
                  <a:pt x="629475" y="594396"/>
                  <a:pt x="707001" y="627308"/>
                  <a:pt x="732991" y="601280"/>
                </a:cubicBezTo>
                <a:cubicBezTo>
                  <a:pt x="758972" y="575260"/>
                  <a:pt x="725911" y="497897"/>
                  <a:pt x="656459" y="411360"/>
                </a:cubicBezTo>
                <a:close/>
                <a:moveTo>
                  <a:pt x="327160" y="92157"/>
                </a:moveTo>
                <a:cubicBezTo>
                  <a:pt x="381311" y="95050"/>
                  <a:pt x="456849" y="129895"/>
                  <a:pt x="534863" y="189425"/>
                </a:cubicBezTo>
                <a:lnTo>
                  <a:pt x="481365" y="242924"/>
                </a:lnTo>
                <a:cubicBezTo>
                  <a:pt x="417928" y="194542"/>
                  <a:pt x="361114" y="168764"/>
                  <a:pt x="329699" y="174363"/>
                </a:cubicBezTo>
                <a:cubicBezTo>
                  <a:pt x="322908" y="175573"/>
                  <a:pt x="317305" y="178250"/>
                  <a:pt x="313070" y="182491"/>
                </a:cubicBezTo>
                <a:cubicBezTo>
                  <a:pt x="289247" y="206348"/>
                  <a:pt x="315061" y="273369"/>
                  <a:pt x="373728" y="350560"/>
                </a:cubicBezTo>
                <a:lnTo>
                  <a:pt x="107994" y="616294"/>
                </a:lnTo>
                <a:cubicBezTo>
                  <a:pt x="73475" y="472801"/>
                  <a:pt x="128502" y="283162"/>
                  <a:pt x="260641" y="119009"/>
                </a:cubicBezTo>
                <a:cubicBezTo>
                  <a:pt x="288984" y="94316"/>
                  <a:pt x="311587" y="93218"/>
                  <a:pt x="327160" y="92157"/>
                </a:cubicBezTo>
                <a:close/>
                <a:moveTo>
                  <a:pt x="860869" y="0"/>
                </a:moveTo>
                <a:cubicBezTo>
                  <a:pt x="875032" y="0"/>
                  <a:pt x="889195" y="5307"/>
                  <a:pt x="900000" y="15921"/>
                </a:cubicBezTo>
                <a:cubicBezTo>
                  <a:pt x="921611" y="37150"/>
                  <a:pt x="921611" y="71569"/>
                  <a:pt x="900000" y="92797"/>
                </a:cubicBezTo>
                <a:lnTo>
                  <a:pt x="78260" y="900000"/>
                </a:lnTo>
                <a:cubicBezTo>
                  <a:pt x="56650" y="921229"/>
                  <a:pt x="21611" y="921229"/>
                  <a:pt x="0" y="900000"/>
                </a:cubicBezTo>
                <a:cubicBezTo>
                  <a:pt x="-21612" y="878772"/>
                  <a:pt x="-21612" y="844353"/>
                  <a:pt x="0" y="823124"/>
                </a:cubicBezTo>
                <a:lnTo>
                  <a:pt x="821740" y="15921"/>
                </a:lnTo>
                <a:cubicBezTo>
                  <a:pt x="832545" y="5307"/>
                  <a:pt x="846708" y="0"/>
                  <a:pt x="86086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円/楕円 86"/>
          <p:cNvSpPr>
            <a:spLocks noChangeAspect="1"/>
          </p:cNvSpPr>
          <p:nvPr/>
        </p:nvSpPr>
        <p:spPr bwMode="gray">
          <a:xfrm>
            <a:off x="5015501" y="2797495"/>
            <a:ext cx="831821" cy="814394"/>
          </a:xfrm>
          <a:custGeom>
            <a:avLst/>
            <a:gdLst/>
            <a:ahLst/>
            <a:cxnLst/>
            <a:rect l="l" t="t" r="r" b="b"/>
            <a:pathLst>
              <a:path w="901139" h="882260">
                <a:moveTo>
                  <a:pt x="725839" y="401443"/>
                </a:moveTo>
                <a:lnTo>
                  <a:pt x="659952" y="474493"/>
                </a:lnTo>
                <a:lnTo>
                  <a:pt x="758370" y="474493"/>
                </a:lnTo>
                <a:lnTo>
                  <a:pt x="824258" y="401443"/>
                </a:lnTo>
                <a:close/>
                <a:moveTo>
                  <a:pt x="498430" y="401443"/>
                </a:moveTo>
                <a:lnTo>
                  <a:pt x="432542" y="474493"/>
                </a:lnTo>
                <a:lnTo>
                  <a:pt x="530961" y="474493"/>
                </a:lnTo>
                <a:lnTo>
                  <a:pt x="596850" y="401443"/>
                </a:lnTo>
                <a:close/>
                <a:moveTo>
                  <a:pt x="369439" y="401443"/>
                </a:moveTo>
                <a:lnTo>
                  <a:pt x="271020" y="401443"/>
                </a:lnTo>
                <a:lnTo>
                  <a:pt x="205132" y="474493"/>
                </a:lnTo>
                <a:lnTo>
                  <a:pt x="303551" y="474493"/>
                </a:lnTo>
                <a:close/>
                <a:moveTo>
                  <a:pt x="79289" y="284108"/>
                </a:moveTo>
                <a:cubicBezTo>
                  <a:pt x="51497" y="284108"/>
                  <a:pt x="28967" y="306638"/>
                  <a:pt x="28967" y="334430"/>
                </a:cubicBezTo>
                <a:cubicBezTo>
                  <a:pt x="28967" y="362222"/>
                  <a:pt x="51497" y="384752"/>
                  <a:pt x="79289" y="384752"/>
                </a:cubicBezTo>
                <a:cubicBezTo>
                  <a:pt x="107080" y="384752"/>
                  <a:pt x="129610" y="362222"/>
                  <a:pt x="129611" y="334430"/>
                </a:cubicBezTo>
                <a:cubicBezTo>
                  <a:pt x="129611" y="306638"/>
                  <a:pt x="107081" y="284108"/>
                  <a:pt x="79289" y="284108"/>
                </a:cubicBezTo>
                <a:close/>
                <a:moveTo>
                  <a:pt x="298064" y="156956"/>
                </a:moveTo>
                <a:lnTo>
                  <a:pt x="204521" y="175139"/>
                </a:lnTo>
                <a:lnTo>
                  <a:pt x="262636" y="218852"/>
                </a:lnTo>
                <a:lnTo>
                  <a:pt x="356179" y="200669"/>
                </a:lnTo>
                <a:close/>
                <a:moveTo>
                  <a:pt x="527178" y="116586"/>
                </a:moveTo>
                <a:lnTo>
                  <a:pt x="433634" y="134769"/>
                </a:lnTo>
                <a:lnTo>
                  <a:pt x="491749" y="178484"/>
                </a:lnTo>
                <a:lnTo>
                  <a:pt x="585293" y="160301"/>
                </a:lnTo>
                <a:close/>
                <a:moveTo>
                  <a:pt x="756291" y="76219"/>
                </a:moveTo>
                <a:lnTo>
                  <a:pt x="662747" y="94401"/>
                </a:lnTo>
                <a:lnTo>
                  <a:pt x="720863" y="138115"/>
                </a:lnTo>
                <a:lnTo>
                  <a:pt x="814405" y="119932"/>
                </a:lnTo>
                <a:close/>
                <a:moveTo>
                  <a:pt x="781764" y="2065"/>
                </a:moveTo>
                <a:cubicBezTo>
                  <a:pt x="825671" y="10542"/>
                  <a:pt x="862418" y="44424"/>
                  <a:pt x="872300" y="90916"/>
                </a:cubicBezTo>
                <a:lnTo>
                  <a:pt x="886045" y="155582"/>
                </a:lnTo>
                <a:lnTo>
                  <a:pt x="152798" y="311438"/>
                </a:lnTo>
                <a:cubicBezTo>
                  <a:pt x="156198" y="318463"/>
                  <a:pt x="157438" y="326302"/>
                  <a:pt x="157439" y="334429"/>
                </a:cubicBezTo>
                <a:lnTo>
                  <a:pt x="155603" y="343523"/>
                </a:lnTo>
                <a:lnTo>
                  <a:pt x="901139" y="343523"/>
                </a:lnTo>
                <a:lnTo>
                  <a:pt x="901139" y="755468"/>
                </a:lnTo>
                <a:cubicBezTo>
                  <a:pt x="901139" y="825493"/>
                  <a:pt x="844372" y="882260"/>
                  <a:pt x="774347" y="882260"/>
                </a:cubicBezTo>
                <a:lnTo>
                  <a:pt x="155712" y="882259"/>
                </a:lnTo>
                <a:cubicBezTo>
                  <a:pt x="85686" y="882259"/>
                  <a:pt x="28919" y="825492"/>
                  <a:pt x="28919" y="755468"/>
                </a:cubicBezTo>
                <a:lnTo>
                  <a:pt x="28920" y="392988"/>
                </a:lnTo>
                <a:cubicBezTo>
                  <a:pt x="11679" y="379346"/>
                  <a:pt x="1139" y="358119"/>
                  <a:pt x="1139" y="334429"/>
                </a:cubicBezTo>
                <a:cubicBezTo>
                  <a:pt x="1139" y="323045"/>
                  <a:pt x="3572" y="312231"/>
                  <a:pt x="8229" y="302601"/>
                </a:cubicBezTo>
                <a:lnTo>
                  <a:pt x="2530" y="275791"/>
                </a:lnTo>
                <a:cubicBezTo>
                  <a:pt x="-10646" y="213801"/>
                  <a:pt x="28926" y="152866"/>
                  <a:pt x="90916" y="139690"/>
                </a:cubicBezTo>
                <a:lnTo>
                  <a:pt x="736198" y="2531"/>
                </a:lnTo>
                <a:cubicBezTo>
                  <a:pt x="751696" y="-763"/>
                  <a:pt x="767128" y="-761"/>
                  <a:pt x="781764" y="2065"/>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円/楕円 19"/>
          <p:cNvSpPr>
            <a:spLocks noChangeAspect="1"/>
          </p:cNvSpPr>
          <p:nvPr/>
        </p:nvSpPr>
        <p:spPr bwMode="gray">
          <a:xfrm>
            <a:off x="2011505" y="1626644"/>
            <a:ext cx="796508" cy="830769"/>
          </a:xfrm>
          <a:custGeom>
            <a:avLst/>
            <a:gdLst/>
            <a:ahLst/>
            <a:cxnLst/>
            <a:rect l="l" t="t" r="r" b="b"/>
            <a:pathLst>
              <a:path w="862884" h="902408">
                <a:moveTo>
                  <a:pt x="550491" y="105916"/>
                </a:moveTo>
                <a:lnTo>
                  <a:pt x="542988" y="180340"/>
                </a:lnTo>
                <a:cubicBezTo>
                  <a:pt x="542988" y="357659"/>
                  <a:pt x="631388" y="514331"/>
                  <a:pt x="766929" y="608108"/>
                </a:cubicBezTo>
                <a:lnTo>
                  <a:pt x="769538" y="582230"/>
                </a:lnTo>
                <a:cubicBezTo>
                  <a:pt x="769538" y="391455"/>
                  <a:pt x="685415" y="220325"/>
                  <a:pt x="550491" y="105916"/>
                </a:cubicBezTo>
                <a:close/>
                <a:moveTo>
                  <a:pt x="547770" y="454"/>
                </a:moveTo>
                <a:cubicBezTo>
                  <a:pt x="618909" y="8818"/>
                  <a:pt x="721958" y="131809"/>
                  <a:pt x="793834" y="301139"/>
                </a:cubicBezTo>
                <a:cubicBezTo>
                  <a:pt x="875979" y="494660"/>
                  <a:pt x="886302" y="675424"/>
                  <a:pt x="816892" y="704887"/>
                </a:cubicBezTo>
                <a:cubicBezTo>
                  <a:pt x="802042" y="711191"/>
                  <a:pt x="784747" y="710058"/>
                  <a:pt x="766376" y="701372"/>
                </a:cubicBezTo>
                <a:lnTo>
                  <a:pt x="765014" y="701993"/>
                </a:lnTo>
                <a:lnTo>
                  <a:pt x="761864" y="699916"/>
                </a:lnTo>
                <a:cubicBezTo>
                  <a:pt x="746711" y="693959"/>
                  <a:pt x="730994" y="683438"/>
                  <a:pt x="715175" y="669131"/>
                </a:cubicBezTo>
                <a:cubicBezTo>
                  <a:pt x="649489" y="629777"/>
                  <a:pt x="540668" y="603855"/>
                  <a:pt x="490234" y="608106"/>
                </a:cubicBezTo>
                <a:cubicBezTo>
                  <a:pt x="439799" y="612357"/>
                  <a:pt x="369248" y="615228"/>
                  <a:pt x="412571" y="694639"/>
                </a:cubicBezTo>
                <a:cubicBezTo>
                  <a:pt x="439782" y="790809"/>
                  <a:pt x="482375" y="793816"/>
                  <a:pt x="496335" y="813651"/>
                </a:cubicBezTo>
                <a:lnTo>
                  <a:pt x="496334" y="813651"/>
                </a:lnTo>
                <a:cubicBezTo>
                  <a:pt x="503868" y="832373"/>
                  <a:pt x="494796" y="853658"/>
                  <a:pt x="476074" y="861191"/>
                </a:cubicBezTo>
                <a:lnTo>
                  <a:pt x="429417" y="879961"/>
                </a:lnTo>
                <a:lnTo>
                  <a:pt x="424977" y="879915"/>
                </a:lnTo>
                <a:lnTo>
                  <a:pt x="383415" y="898579"/>
                </a:lnTo>
                <a:cubicBezTo>
                  <a:pt x="361492" y="908423"/>
                  <a:pt x="335740" y="898632"/>
                  <a:pt x="325896" y="876709"/>
                </a:cubicBezTo>
                <a:cubicBezTo>
                  <a:pt x="301056" y="821392"/>
                  <a:pt x="276217" y="766074"/>
                  <a:pt x="251377" y="710757"/>
                </a:cubicBezTo>
                <a:cubicBezTo>
                  <a:pt x="222699" y="711957"/>
                  <a:pt x="195017" y="701365"/>
                  <a:pt x="174064" y="681989"/>
                </a:cubicBezTo>
                <a:lnTo>
                  <a:pt x="170529" y="683789"/>
                </a:lnTo>
                <a:cubicBezTo>
                  <a:pt x="112823" y="713192"/>
                  <a:pt x="42209" y="690247"/>
                  <a:pt x="12806" y="632541"/>
                </a:cubicBezTo>
                <a:cubicBezTo>
                  <a:pt x="-16597" y="574836"/>
                  <a:pt x="6348" y="504221"/>
                  <a:pt x="64053" y="474818"/>
                </a:cubicBezTo>
                <a:cubicBezTo>
                  <a:pt x="440402" y="324363"/>
                  <a:pt x="452418" y="159622"/>
                  <a:pt x="485867" y="44886"/>
                </a:cubicBezTo>
                <a:cubicBezTo>
                  <a:pt x="492547" y="24604"/>
                  <a:pt x="504021" y="10623"/>
                  <a:pt x="519420" y="4086"/>
                </a:cubicBezTo>
                <a:cubicBezTo>
                  <a:pt x="528095" y="404"/>
                  <a:pt x="537607" y="-741"/>
                  <a:pt x="547770" y="454"/>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3" name="円/楕円 20"/>
          <p:cNvSpPr>
            <a:spLocks noChangeAspect="1"/>
          </p:cNvSpPr>
          <p:nvPr/>
        </p:nvSpPr>
        <p:spPr bwMode="gray">
          <a:xfrm>
            <a:off x="800978" y="2789883"/>
            <a:ext cx="752812" cy="829620"/>
          </a:xfrm>
          <a:custGeom>
            <a:avLst/>
            <a:gdLst>
              <a:gd name="connsiteX0" fmla="*/ 437827 w 815546"/>
              <a:gd name="connsiteY0" fmla="*/ 586020 h 898755"/>
              <a:gd name="connsiteX1" fmla="*/ 263581 w 815546"/>
              <a:gd name="connsiteY1" fmla="*/ 751751 h 898755"/>
              <a:gd name="connsiteX2" fmla="*/ 169708 w 815546"/>
              <a:gd name="connsiteY2" fmla="*/ 720891 h 898755"/>
              <a:gd name="connsiteX3" fmla="*/ 359116 w 815546"/>
              <a:gd name="connsiteY3" fmla="*/ 613740 h 898755"/>
              <a:gd name="connsiteX4" fmla="*/ 437827 w 815546"/>
              <a:gd name="connsiteY4" fmla="*/ 586020 h 898755"/>
              <a:gd name="connsiteX5" fmla="*/ 614776 w 815546"/>
              <a:gd name="connsiteY5" fmla="*/ 517576 h 898755"/>
              <a:gd name="connsiteX6" fmla="*/ 377428 w 815546"/>
              <a:gd name="connsiteY6" fmla="*/ 574008 h 898755"/>
              <a:gd name="connsiteX7" fmla="*/ 97389 w 815546"/>
              <a:gd name="connsiteY7" fmla="*/ 799025 h 898755"/>
              <a:gd name="connsiteX8" fmla="*/ 456091 w 815546"/>
              <a:gd name="connsiteY8" fmla="*/ 779364 h 898755"/>
              <a:gd name="connsiteX9" fmla="*/ 736130 w 815546"/>
              <a:gd name="connsiteY9" fmla="*/ 554347 h 898755"/>
              <a:gd name="connsiteX10" fmla="*/ 614776 w 815546"/>
              <a:gd name="connsiteY10" fmla="*/ 517576 h 898755"/>
              <a:gd name="connsiteX11" fmla="*/ 210609 w 815546"/>
              <a:gd name="connsiteY11" fmla="*/ 1488 h 898755"/>
              <a:gd name="connsiteX12" fmla="*/ 231486 w 815546"/>
              <a:gd name="connsiteY12" fmla="*/ 18462 h 898755"/>
              <a:gd name="connsiteX13" fmla="*/ 299418 w 815546"/>
              <a:gd name="connsiteY13" fmla="*/ 29883 h 898755"/>
              <a:gd name="connsiteX14" fmla="*/ 573465 w 815546"/>
              <a:gd name="connsiteY14" fmla="*/ 224252 h 898755"/>
              <a:gd name="connsiteX15" fmla="*/ 658705 w 815546"/>
              <a:gd name="connsiteY15" fmla="*/ 390899 h 898755"/>
              <a:gd name="connsiteX16" fmla="*/ 807986 w 815546"/>
              <a:gd name="connsiteY16" fmla="*/ 515564 h 898755"/>
              <a:gd name="connsiteX17" fmla="*/ 482477 w 815546"/>
              <a:gd name="connsiteY17" fmla="*/ 852445 h 898755"/>
              <a:gd name="connsiteX18" fmla="*/ 15205 w 815546"/>
              <a:gd name="connsiteY18" fmla="*/ 819249 h 898755"/>
              <a:gd name="connsiteX19" fmla="*/ 58243 w 815546"/>
              <a:gd name="connsiteY19" fmla="*/ 625275 h 898755"/>
              <a:gd name="connsiteX20" fmla="*/ 19354 w 815546"/>
              <a:gd name="connsiteY20" fmla="*/ 445918 h 898755"/>
              <a:gd name="connsiteX21" fmla="*/ 149192 w 815546"/>
              <a:gd name="connsiteY21" fmla="*/ 51711 h 898755"/>
              <a:gd name="connsiteX22" fmla="*/ 177858 w 815546"/>
              <a:gd name="connsiteY22" fmla="*/ 4195 h 898755"/>
              <a:gd name="connsiteX23" fmla="*/ 210609 w 815546"/>
              <a:gd name="connsiteY23" fmla="*/ 1488 h 898755"/>
              <a:gd name="connsiteX0" fmla="*/ 437827 w 815546"/>
              <a:gd name="connsiteY0" fmla="*/ 586020 h 898755"/>
              <a:gd name="connsiteX1" fmla="*/ 263581 w 815546"/>
              <a:gd name="connsiteY1" fmla="*/ 751751 h 898755"/>
              <a:gd name="connsiteX2" fmla="*/ 169708 w 815546"/>
              <a:gd name="connsiteY2" fmla="*/ 720891 h 898755"/>
              <a:gd name="connsiteX3" fmla="*/ 359116 w 815546"/>
              <a:gd name="connsiteY3" fmla="*/ 613740 h 898755"/>
              <a:gd name="connsiteX4" fmla="*/ 437827 w 815546"/>
              <a:gd name="connsiteY4" fmla="*/ 586020 h 898755"/>
              <a:gd name="connsiteX5" fmla="*/ 614776 w 815546"/>
              <a:gd name="connsiteY5" fmla="*/ 517576 h 898755"/>
              <a:gd name="connsiteX6" fmla="*/ 377428 w 815546"/>
              <a:gd name="connsiteY6" fmla="*/ 574008 h 898755"/>
              <a:gd name="connsiteX7" fmla="*/ 97389 w 815546"/>
              <a:gd name="connsiteY7" fmla="*/ 799025 h 898755"/>
              <a:gd name="connsiteX8" fmla="*/ 456091 w 815546"/>
              <a:gd name="connsiteY8" fmla="*/ 779364 h 898755"/>
              <a:gd name="connsiteX9" fmla="*/ 736130 w 815546"/>
              <a:gd name="connsiteY9" fmla="*/ 554347 h 898755"/>
              <a:gd name="connsiteX10" fmla="*/ 614776 w 815546"/>
              <a:gd name="connsiteY10" fmla="*/ 517576 h 898755"/>
              <a:gd name="connsiteX11" fmla="*/ 210609 w 815546"/>
              <a:gd name="connsiteY11" fmla="*/ 1488 h 898755"/>
              <a:gd name="connsiteX12" fmla="*/ 231486 w 815546"/>
              <a:gd name="connsiteY12" fmla="*/ 18462 h 898755"/>
              <a:gd name="connsiteX13" fmla="*/ 299418 w 815546"/>
              <a:gd name="connsiteY13" fmla="*/ 29883 h 898755"/>
              <a:gd name="connsiteX14" fmla="*/ 573465 w 815546"/>
              <a:gd name="connsiteY14" fmla="*/ 224252 h 898755"/>
              <a:gd name="connsiteX15" fmla="*/ 658705 w 815546"/>
              <a:gd name="connsiteY15" fmla="*/ 390899 h 898755"/>
              <a:gd name="connsiteX16" fmla="*/ 807986 w 815546"/>
              <a:gd name="connsiteY16" fmla="*/ 515564 h 898755"/>
              <a:gd name="connsiteX17" fmla="*/ 482477 w 815546"/>
              <a:gd name="connsiteY17" fmla="*/ 852445 h 898755"/>
              <a:gd name="connsiteX18" fmla="*/ 15205 w 815546"/>
              <a:gd name="connsiteY18" fmla="*/ 819249 h 898755"/>
              <a:gd name="connsiteX19" fmla="*/ 58243 w 815546"/>
              <a:gd name="connsiteY19" fmla="*/ 625275 h 898755"/>
              <a:gd name="connsiteX20" fmla="*/ 19354 w 815546"/>
              <a:gd name="connsiteY20" fmla="*/ 445918 h 898755"/>
              <a:gd name="connsiteX21" fmla="*/ 149192 w 815546"/>
              <a:gd name="connsiteY21" fmla="*/ 51711 h 898755"/>
              <a:gd name="connsiteX22" fmla="*/ 177858 w 815546"/>
              <a:gd name="connsiteY22" fmla="*/ 4195 h 898755"/>
              <a:gd name="connsiteX23" fmla="*/ 210609 w 815546"/>
              <a:gd name="connsiteY23" fmla="*/ 1488 h 898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15546" h="898755">
                <a:moveTo>
                  <a:pt x="437827" y="586020"/>
                </a:moveTo>
                <a:cubicBezTo>
                  <a:pt x="434087" y="678534"/>
                  <a:pt x="357384" y="751751"/>
                  <a:pt x="263581" y="751751"/>
                </a:cubicBezTo>
                <a:cubicBezTo>
                  <a:pt x="228335" y="751751"/>
                  <a:pt x="195504" y="741414"/>
                  <a:pt x="169708" y="720891"/>
                </a:cubicBezTo>
                <a:cubicBezTo>
                  <a:pt x="217727" y="683545"/>
                  <a:pt x="283552" y="645815"/>
                  <a:pt x="359116" y="613740"/>
                </a:cubicBezTo>
                <a:lnTo>
                  <a:pt x="437827" y="586020"/>
                </a:lnTo>
                <a:close/>
                <a:moveTo>
                  <a:pt x="614776" y="517576"/>
                </a:moveTo>
                <a:cubicBezTo>
                  <a:pt x="549864" y="521133"/>
                  <a:pt x="465619" y="540225"/>
                  <a:pt x="377428" y="574008"/>
                </a:cubicBezTo>
                <a:cubicBezTo>
                  <a:pt x="201044" y="641574"/>
                  <a:pt x="75667" y="742318"/>
                  <a:pt x="97389" y="799025"/>
                </a:cubicBezTo>
                <a:cubicBezTo>
                  <a:pt x="119111" y="855731"/>
                  <a:pt x="279708" y="846929"/>
                  <a:pt x="456091" y="779364"/>
                </a:cubicBezTo>
                <a:cubicBezTo>
                  <a:pt x="632474" y="711798"/>
                  <a:pt x="757851" y="611054"/>
                  <a:pt x="736130" y="554347"/>
                </a:cubicBezTo>
                <a:cubicBezTo>
                  <a:pt x="725268" y="525994"/>
                  <a:pt x="679688" y="514017"/>
                  <a:pt x="614776" y="517576"/>
                </a:cubicBezTo>
                <a:close/>
                <a:moveTo>
                  <a:pt x="210609" y="1488"/>
                </a:moveTo>
                <a:cubicBezTo>
                  <a:pt x="220313" y="4070"/>
                  <a:pt x="228039" y="9932"/>
                  <a:pt x="231486" y="18462"/>
                </a:cubicBezTo>
                <a:cubicBezTo>
                  <a:pt x="254129" y="34175"/>
                  <a:pt x="276775" y="26076"/>
                  <a:pt x="299418" y="29883"/>
                </a:cubicBezTo>
                <a:cubicBezTo>
                  <a:pt x="416129" y="33280"/>
                  <a:pt x="526337" y="106445"/>
                  <a:pt x="573465" y="224252"/>
                </a:cubicBezTo>
                <a:lnTo>
                  <a:pt x="658705" y="390899"/>
                </a:lnTo>
                <a:cubicBezTo>
                  <a:pt x="678698" y="441094"/>
                  <a:pt x="797671" y="463246"/>
                  <a:pt x="807986" y="515564"/>
                </a:cubicBezTo>
                <a:cubicBezTo>
                  <a:pt x="851639" y="613125"/>
                  <a:pt x="701398" y="768586"/>
                  <a:pt x="482477" y="852445"/>
                </a:cubicBezTo>
                <a:cubicBezTo>
                  <a:pt x="263556" y="924400"/>
                  <a:pt x="54954" y="911879"/>
                  <a:pt x="15205" y="819249"/>
                </a:cubicBezTo>
                <a:cubicBezTo>
                  <a:pt x="-17401" y="731381"/>
                  <a:pt x="56987" y="722619"/>
                  <a:pt x="58243" y="625275"/>
                </a:cubicBezTo>
                <a:lnTo>
                  <a:pt x="19354" y="445918"/>
                </a:lnTo>
                <a:cubicBezTo>
                  <a:pt x="-57166" y="206259"/>
                  <a:pt x="115631" y="101520"/>
                  <a:pt x="149192" y="51711"/>
                </a:cubicBezTo>
                <a:cubicBezTo>
                  <a:pt x="142299" y="34650"/>
                  <a:pt x="155133" y="13376"/>
                  <a:pt x="177858" y="4195"/>
                </a:cubicBezTo>
                <a:cubicBezTo>
                  <a:pt x="189221" y="-396"/>
                  <a:pt x="200904" y="-1094"/>
                  <a:pt x="210609" y="1488"/>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8" name="角丸四角形 24"/>
          <p:cNvSpPr>
            <a:spLocks noChangeAspect="1"/>
          </p:cNvSpPr>
          <p:nvPr/>
        </p:nvSpPr>
        <p:spPr bwMode="gray">
          <a:xfrm>
            <a:off x="6725742" y="5284609"/>
            <a:ext cx="830769" cy="693606"/>
          </a:xfrm>
          <a:custGeom>
            <a:avLst/>
            <a:gdLst/>
            <a:ahLst/>
            <a:cxnLst/>
            <a:rect l="l" t="t" r="r" b="b"/>
            <a:pathLst>
              <a:path w="902421" h="751406">
                <a:moveTo>
                  <a:pt x="115057" y="499785"/>
                </a:moveTo>
                <a:cubicBezTo>
                  <a:pt x="98837" y="499785"/>
                  <a:pt x="85688" y="512934"/>
                  <a:pt x="85688" y="529154"/>
                </a:cubicBezTo>
                <a:lnTo>
                  <a:pt x="102357" y="644248"/>
                </a:lnTo>
                <a:cubicBezTo>
                  <a:pt x="116644" y="672375"/>
                  <a:pt x="148843" y="675998"/>
                  <a:pt x="165063" y="675998"/>
                </a:cubicBezTo>
                <a:lnTo>
                  <a:pt x="732594" y="675998"/>
                </a:lnTo>
                <a:cubicBezTo>
                  <a:pt x="748814" y="675998"/>
                  <a:pt x="788157" y="674755"/>
                  <a:pt x="800063" y="646629"/>
                </a:cubicBezTo>
                <a:lnTo>
                  <a:pt x="816732" y="529154"/>
                </a:lnTo>
                <a:cubicBezTo>
                  <a:pt x="816732" y="512934"/>
                  <a:pt x="803583" y="499785"/>
                  <a:pt x="787363" y="499785"/>
                </a:cubicBezTo>
                <a:close/>
                <a:moveTo>
                  <a:pt x="246828" y="0"/>
                </a:moveTo>
                <a:lnTo>
                  <a:pt x="351936" y="0"/>
                </a:lnTo>
                <a:lnTo>
                  <a:pt x="331943" y="202128"/>
                </a:lnTo>
                <a:lnTo>
                  <a:pt x="203388" y="202128"/>
                </a:lnTo>
                <a:lnTo>
                  <a:pt x="451211" y="413827"/>
                </a:lnTo>
                <a:lnTo>
                  <a:pt x="699034" y="202128"/>
                </a:lnTo>
                <a:lnTo>
                  <a:pt x="570478" y="202128"/>
                </a:lnTo>
                <a:lnTo>
                  <a:pt x="550484" y="0"/>
                </a:lnTo>
                <a:lnTo>
                  <a:pt x="656389" y="0"/>
                </a:lnTo>
                <a:cubicBezTo>
                  <a:pt x="675536" y="0"/>
                  <a:pt x="693200" y="6350"/>
                  <a:pt x="706516" y="18217"/>
                </a:cubicBezTo>
                <a:cubicBezTo>
                  <a:pt x="707814" y="18317"/>
                  <a:pt x="708960" y="18827"/>
                  <a:pt x="709602" y="20297"/>
                </a:cubicBezTo>
                <a:cubicBezTo>
                  <a:pt x="714314" y="22675"/>
                  <a:pt x="717976" y="26308"/>
                  <a:pt x="720446" y="30953"/>
                </a:cubicBezTo>
                <a:lnTo>
                  <a:pt x="722772" y="33239"/>
                </a:lnTo>
                <a:lnTo>
                  <a:pt x="724106" y="36382"/>
                </a:lnTo>
                <a:cubicBezTo>
                  <a:pt x="753278" y="105107"/>
                  <a:pt x="868841" y="375820"/>
                  <a:pt x="897804" y="445589"/>
                </a:cubicBezTo>
                <a:cubicBezTo>
                  <a:pt x="897831" y="448724"/>
                  <a:pt x="897859" y="451860"/>
                  <a:pt x="897886" y="454995"/>
                </a:cubicBezTo>
                <a:lnTo>
                  <a:pt x="902421" y="472083"/>
                </a:lnTo>
                <a:lnTo>
                  <a:pt x="854399" y="723268"/>
                </a:lnTo>
                <a:cubicBezTo>
                  <a:pt x="843064" y="740614"/>
                  <a:pt x="823309" y="751406"/>
                  <a:pt x="801033" y="751406"/>
                </a:cubicBezTo>
                <a:lnTo>
                  <a:pt x="102183" y="751406"/>
                </a:lnTo>
                <a:cubicBezTo>
                  <a:pt x="80020" y="751406"/>
                  <a:pt x="60353" y="740724"/>
                  <a:pt x="48990" y="723525"/>
                </a:cubicBezTo>
                <a:cubicBezTo>
                  <a:pt x="31959" y="676971"/>
                  <a:pt x="7436" y="516737"/>
                  <a:pt x="0" y="472083"/>
                </a:cubicBezTo>
                <a:lnTo>
                  <a:pt x="4375" y="455599"/>
                </a:lnTo>
                <a:cubicBezTo>
                  <a:pt x="2365" y="452196"/>
                  <a:pt x="3084" y="448835"/>
                  <a:pt x="4462" y="445588"/>
                </a:cubicBezTo>
                <a:lnTo>
                  <a:pt x="176543" y="40192"/>
                </a:lnTo>
                <a:lnTo>
                  <a:pt x="179494" y="33238"/>
                </a:lnTo>
                <a:lnTo>
                  <a:pt x="184640" y="28181"/>
                </a:lnTo>
                <a:cubicBezTo>
                  <a:pt x="186023" y="25651"/>
                  <a:pt x="188010" y="23673"/>
                  <a:pt x="190582" y="22342"/>
                </a:cubicBezTo>
                <a:cubicBezTo>
                  <a:pt x="191760" y="19514"/>
                  <a:pt x="194064" y="18387"/>
                  <a:pt x="196691" y="18224"/>
                </a:cubicBezTo>
                <a:cubicBezTo>
                  <a:pt x="210009" y="6353"/>
                  <a:pt x="227677" y="0"/>
                  <a:pt x="24682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4" name="角丸四角形 18"/>
          <p:cNvSpPr>
            <a:spLocks noChangeAspect="1"/>
          </p:cNvSpPr>
          <p:nvPr/>
        </p:nvSpPr>
        <p:spPr bwMode="gray">
          <a:xfrm>
            <a:off x="5103859" y="1626644"/>
            <a:ext cx="829568" cy="830769"/>
          </a:xfrm>
          <a:custGeom>
            <a:avLst/>
            <a:gdLst/>
            <a:ahLst/>
            <a:cxnLst/>
            <a:rect l="l" t="t" r="r" b="b"/>
            <a:pathLst>
              <a:path w="898699" h="903967">
                <a:moveTo>
                  <a:pt x="752930" y="113"/>
                </a:moveTo>
                <a:cubicBezTo>
                  <a:pt x="804775" y="3103"/>
                  <a:pt x="853141" y="64663"/>
                  <a:pt x="896011" y="107533"/>
                </a:cubicBezTo>
                <a:cubicBezTo>
                  <a:pt x="916149" y="256983"/>
                  <a:pt x="822313" y="469855"/>
                  <a:pt x="643450" y="648717"/>
                </a:cubicBezTo>
                <a:cubicBezTo>
                  <a:pt x="464589" y="827578"/>
                  <a:pt x="251717" y="921415"/>
                  <a:pt x="102267" y="901279"/>
                </a:cubicBezTo>
                <a:cubicBezTo>
                  <a:pt x="53272" y="852283"/>
                  <a:pt x="-17893" y="783195"/>
                  <a:pt x="4111" y="729035"/>
                </a:cubicBezTo>
                <a:cubicBezTo>
                  <a:pt x="12644" y="678242"/>
                  <a:pt x="112298" y="614678"/>
                  <a:pt x="153467" y="596521"/>
                </a:cubicBezTo>
                <a:cubicBezTo>
                  <a:pt x="194636" y="578363"/>
                  <a:pt x="230359" y="599325"/>
                  <a:pt x="251126" y="620092"/>
                </a:cubicBezTo>
                <a:lnTo>
                  <a:pt x="294906" y="663872"/>
                </a:lnTo>
                <a:cubicBezTo>
                  <a:pt x="319085" y="688051"/>
                  <a:pt x="420103" y="626235"/>
                  <a:pt x="520536" y="525801"/>
                </a:cubicBezTo>
                <a:cubicBezTo>
                  <a:pt x="620969" y="425368"/>
                  <a:pt x="682785" y="324350"/>
                  <a:pt x="658606" y="300171"/>
                </a:cubicBezTo>
                <a:lnTo>
                  <a:pt x="614826" y="256392"/>
                </a:lnTo>
                <a:lnTo>
                  <a:pt x="614826" y="256392"/>
                </a:lnTo>
                <a:cubicBezTo>
                  <a:pt x="601355" y="242922"/>
                  <a:pt x="575342" y="194290"/>
                  <a:pt x="594622" y="151999"/>
                </a:cubicBezTo>
                <a:cubicBezTo>
                  <a:pt x="613901" y="109707"/>
                  <a:pt x="680272" y="10054"/>
                  <a:pt x="730504" y="2643"/>
                </a:cubicBezTo>
                <a:cubicBezTo>
                  <a:pt x="738046" y="455"/>
                  <a:pt x="745524" y="-314"/>
                  <a:pt x="752930" y="113"/>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4021601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Technology, media and telecommunications</a:t>
            </a:r>
            <a:endParaRPr kumimoji="1" lang="ja-JP" altLang="en-US"/>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25</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4" name="二等辺三角形 268"/>
          <p:cNvSpPr>
            <a:spLocks noChangeAspect="1"/>
          </p:cNvSpPr>
          <p:nvPr/>
        </p:nvSpPr>
        <p:spPr bwMode="gray">
          <a:xfrm>
            <a:off x="3776733" y="1730809"/>
            <a:ext cx="571956" cy="831438"/>
          </a:xfrm>
          <a:custGeom>
            <a:avLst/>
            <a:gdLst/>
            <a:ahLst/>
            <a:cxnLst/>
            <a:rect l="l" t="t" r="r" b="b"/>
            <a:pathLst>
              <a:path w="619619" h="900724">
                <a:moveTo>
                  <a:pt x="58231" y="144184"/>
                </a:moveTo>
                <a:cubicBezTo>
                  <a:pt x="47874" y="228771"/>
                  <a:pt x="95152" y="340909"/>
                  <a:pt x="187392" y="433148"/>
                </a:cubicBezTo>
                <a:cubicBezTo>
                  <a:pt x="272901" y="518657"/>
                  <a:pt x="375510" y="565527"/>
                  <a:pt x="457491" y="563323"/>
                </a:cubicBezTo>
                <a:cubicBezTo>
                  <a:pt x="368687" y="618540"/>
                  <a:pt x="256406" y="619321"/>
                  <a:pt x="165306" y="567647"/>
                </a:cubicBezTo>
                <a:lnTo>
                  <a:pt x="239792" y="900724"/>
                </a:lnTo>
                <a:lnTo>
                  <a:pt x="0" y="900724"/>
                </a:lnTo>
                <a:lnTo>
                  <a:pt x="77587" y="493902"/>
                </a:lnTo>
                <a:cubicBezTo>
                  <a:pt x="-5773" y="393261"/>
                  <a:pt x="-12149" y="250865"/>
                  <a:pt x="58231" y="144184"/>
                </a:cubicBezTo>
                <a:close/>
                <a:moveTo>
                  <a:pt x="569029" y="82973"/>
                </a:moveTo>
                <a:lnTo>
                  <a:pt x="330365" y="313438"/>
                </a:lnTo>
                <a:lnTo>
                  <a:pt x="290163" y="265527"/>
                </a:lnTo>
                <a:close/>
                <a:moveTo>
                  <a:pt x="246847" y="159"/>
                </a:moveTo>
                <a:cubicBezTo>
                  <a:pt x="318001" y="2861"/>
                  <a:pt x="401853" y="39703"/>
                  <a:pt x="474029" y="106374"/>
                </a:cubicBezTo>
                <a:lnTo>
                  <a:pt x="242536" y="258384"/>
                </a:lnTo>
                <a:lnTo>
                  <a:pt x="329021" y="361453"/>
                </a:lnTo>
                <a:lnTo>
                  <a:pt x="531793" y="165975"/>
                </a:lnTo>
                <a:cubicBezTo>
                  <a:pt x="626042" y="282711"/>
                  <a:pt x="648546" y="420480"/>
                  <a:pt x="579193" y="489833"/>
                </a:cubicBezTo>
                <a:cubicBezTo>
                  <a:pt x="501489" y="567537"/>
                  <a:pt x="337900" y="529931"/>
                  <a:pt x="213806" y="405837"/>
                </a:cubicBezTo>
                <a:cubicBezTo>
                  <a:pt x="89712" y="281743"/>
                  <a:pt x="52105" y="118154"/>
                  <a:pt x="129809" y="40450"/>
                </a:cubicBezTo>
                <a:cubicBezTo>
                  <a:pt x="158948" y="11311"/>
                  <a:pt x="200165" y="-1613"/>
                  <a:pt x="246847" y="159"/>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角丸四角形 24"/>
          <p:cNvSpPr>
            <a:spLocks noChangeAspect="1"/>
          </p:cNvSpPr>
          <p:nvPr/>
        </p:nvSpPr>
        <p:spPr bwMode="gray">
          <a:xfrm>
            <a:off x="7978285" y="1764374"/>
            <a:ext cx="764308" cy="764308"/>
          </a:xfrm>
          <a:custGeom>
            <a:avLst/>
            <a:gdLst/>
            <a:ahLst/>
            <a:cxnLst/>
            <a:rect l="l" t="t" r="r" b="b"/>
            <a:pathLst>
              <a:path w="900000" h="900000">
                <a:moveTo>
                  <a:pt x="615308" y="526689"/>
                </a:moveTo>
                <a:lnTo>
                  <a:pt x="811629" y="526689"/>
                </a:lnTo>
                <a:cubicBezTo>
                  <a:pt x="860435" y="526689"/>
                  <a:pt x="900000" y="566254"/>
                  <a:pt x="900000" y="615060"/>
                </a:cubicBezTo>
                <a:lnTo>
                  <a:pt x="900000" y="811629"/>
                </a:lnTo>
                <a:cubicBezTo>
                  <a:pt x="900000" y="860435"/>
                  <a:pt x="860435" y="900000"/>
                  <a:pt x="811629" y="900000"/>
                </a:cubicBezTo>
                <a:lnTo>
                  <a:pt x="615308" y="900000"/>
                </a:lnTo>
                <a:cubicBezTo>
                  <a:pt x="566502" y="900000"/>
                  <a:pt x="526937" y="860435"/>
                  <a:pt x="526937" y="811629"/>
                </a:cubicBezTo>
                <a:lnTo>
                  <a:pt x="526937" y="615060"/>
                </a:lnTo>
                <a:cubicBezTo>
                  <a:pt x="526937" y="566254"/>
                  <a:pt x="566502" y="526689"/>
                  <a:pt x="615308" y="526689"/>
                </a:cubicBezTo>
                <a:close/>
                <a:moveTo>
                  <a:pt x="88371" y="526689"/>
                </a:moveTo>
                <a:lnTo>
                  <a:pt x="284692" y="526689"/>
                </a:lnTo>
                <a:cubicBezTo>
                  <a:pt x="333498" y="526689"/>
                  <a:pt x="373063" y="566254"/>
                  <a:pt x="373063" y="615060"/>
                </a:cubicBezTo>
                <a:lnTo>
                  <a:pt x="373063" y="811629"/>
                </a:lnTo>
                <a:cubicBezTo>
                  <a:pt x="373063" y="860435"/>
                  <a:pt x="333498" y="900000"/>
                  <a:pt x="284692" y="900000"/>
                </a:cubicBezTo>
                <a:lnTo>
                  <a:pt x="88371" y="900000"/>
                </a:lnTo>
                <a:cubicBezTo>
                  <a:pt x="39565" y="900000"/>
                  <a:pt x="0" y="860435"/>
                  <a:pt x="0" y="811629"/>
                </a:cubicBezTo>
                <a:lnTo>
                  <a:pt x="0" y="615060"/>
                </a:lnTo>
                <a:cubicBezTo>
                  <a:pt x="0" y="566254"/>
                  <a:pt x="39565" y="526689"/>
                  <a:pt x="88371" y="526689"/>
                </a:cubicBezTo>
                <a:close/>
                <a:moveTo>
                  <a:pt x="615308" y="0"/>
                </a:moveTo>
                <a:lnTo>
                  <a:pt x="811629" y="0"/>
                </a:lnTo>
                <a:cubicBezTo>
                  <a:pt x="860435" y="0"/>
                  <a:pt x="900000" y="39565"/>
                  <a:pt x="900000" y="88371"/>
                </a:cubicBezTo>
                <a:lnTo>
                  <a:pt x="900000" y="284940"/>
                </a:lnTo>
                <a:cubicBezTo>
                  <a:pt x="900000" y="333746"/>
                  <a:pt x="860435" y="373311"/>
                  <a:pt x="811629" y="373311"/>
                </a:cubicBezTo>
                <a:lnTo>
                  <a:pt x="615308" y="373311"/>
                </a:lnTo>
                <a:cubicBezTo>
                  <a:pt x="566502" y="373311"/>
                  <a:pt x="526937" y="333746"/>
                  <a:pt x="526937" y="284940"/>
                </a:cubicBezTo>
                <a:lnTo>
                  <a:pt x="526937" y="88371"/>
                </a:lnTo>
                <a:cubicBezTo>
                  <a:pt x="526937" y="39565"/>
                  <a:pt x="566502" y="0"/>
                  <a:pt x="615308" y="0"/>
                </a:cubicBezTo>
                <a:close/>
                <a:moveTo>
                  <a:pt x="88371" y="0"/>
                </a:moveTo>
                <a:lnTo>
                  <a:pt x="284692" y="0"/>
                </a:lnTo>
                <a:cubicBezTo>
                  <a:pt x="333498" y="0"/>
                  <a:pt x="373063" y="39565"/>
                  <a:pt x="373063" y="88371"/>
                </a:cubicBezTo>
                <a:lnTo>
                  <a:pt x="373063" y="284940"/>
                </a:lnTo>
                <a:cubicBezTo>
                  <a:pt x="373063" y="333746"/>
                  <a:pt x="333498" y="373311"/>
                  <a:pt x="284692" y="373311"/>
                </a:cubicBezTo>
                <a:lnTo>
                  <a:pt x="88371" y="373311"/>
                </a:lnTo>
                <a:cubicBezTo>
                  <a:pt x="39565" y="373311"/>
                  <a:pt x="0" y="333746"/>
                  <a:pt x="0" y="284940"/>
                </a:cubicBezTo>
                <a:lnTo>
                  <a:pt x="0" y="88371"/>
                </a:lnTo>
                <a:cubicBezTo>
                  <a:pt x="0" y="39565"/>
                  <a:pt x="39565" y="0"/>
                  <a:pt x="88371"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9" name="円/楕円 28"/>
          <p:cNvSpPr>
            <a:spLocks noChangeAspect="1"/>
          </p:cNvSpPr>
          <p:nvPr/>
        </p:nvSpPr>
        <p:spPr bwMode="gray">
          <a:xfrm>
            <a:off x="6491496" y="1876635"/>
            <a:ext cx="830769" cy="539789"/>
          </a:xfrm>
          <a:custGeom>
            <a:avLst/>
            <a:gdLst/>
            <a:ahLst/>
            <a:cxnLst/>
            <a:rect l="l" t="t" r="r" b="b"/>
            <a:pathLst>
              <a:path w="900000" h="584771">
                <a:moveTo>
                  <a:pt x="417116" y="0"/>
                </a:moveTo>
                <a:cubicBezTo>
                  <a:pt x="523792" y="0"/>
                  <a:pt x="614639" y="67774"/>
                  <a:pt x="648060" y="162934"/>
                </a:cubicBezTo>
                <a:cubicBezTo>
                  <a:pt x="660675" y="160228"/>
                  <a:pt x="673750" y="158997"/>
                  <a:pt x="687113" y="158997"/>
                </a:cubicBezTo>
                <a:cubicBezTo>
                  <a:pt x="804687" y="158997"/>
                  <a:pt x="900000" y="254310"/>
                  <a:pt x="900000" y="371884"/>
                </a:cubicBezTo>
                <a:cubicBezTo>
                  <a:pt x="900000" y="489458"/>
                  <a:pt x="804687" y="584771"/>
                  <a:pt x="687113" y="584771"/>
                </a:cubicBezTo>
                <a:lnTo>
                  <a:pt x="676110" y="583273"/>
                </a:lnTo>
                <a:cubicBezTo>
                  <a:pt x="673692" y="584713"/>
                  <a:pt x="671199" y="584771"/>
                  <a:pt x="668691" y="584771"/>
                </a:cubicBezTo>
                <a:lnTo>
                  <a:pt x="159309" y="584771"/>
                </a:lnTo>
                <a:cubicBezTo>
                  <a:pt x="71325" y="584771"/>
                  <a:pt x="0" y="513446"/>
                  <a:pt x="0" y="425462"/>
                </a:cubicBezTo>
                <a:cubicBezTo>
                  <a:pt x="0" y="337478"/>
                  <a:pt x="71325" y="266153"/>
                  <a:pt x="159309" y="266153"/>
                </a:cubicBezTo>
                <a:lnTo>
                  <a:pt x="172641" y="266153"/>
                </a:lnTo>
                <a:cubicBezTo>
                  <a:pt x="170920" y="259721"/>
                  <a:pt x="170656" y="253121"/>
                  <a:pt x="170656" y="246460"/>
                </a:cubicBezTo>
                <a:cubicBezTo>
                  <a:pt x="170656" y="110344"/>
                  <a:pt x="281000" y="0"/>
                  <a:pt x="41711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円/楕円 28"/>
          <p:cNvSpPr>
            <a:spLocks noChangeAspect="1"/>
          </p:cNvSpPr>
          <p:nvPr/>
        </p:nvSpPr>
        <p:spPr bwMode="gray">
          <a:xfrm>
            <a:off x="5004708" y="1876635"/>
            <a:ext cx="830769" cy="539789"/>
          </a:xfrm>
          <a:custGeom>
            <a:avLst/>
            <a:gdLst/>
            <a:ahLst/>
            <a:cxnLst/>
            <a:rect l="l" t="t" r="r" b="b"/>
            <a:pathLst>
              <a:path w="900000" h="584771">
                <a:moveTo>
                  <a:pt x="417116" y="0"/>
                </a:moveTo>
                <a:cubicBezTo>
                  <a:pt x="523792" y="0"/>
                  <a:pt x="614639" y="67774"/>
                  <a:pt x="648060" y="162934"/>
                </a:cubicBezTo>
                <a:cubicBezTo>
                  <a:pt x="660675" y="160228"/>
                  <a:pt x="673750" y="158997"/>
                  <a:pt x="687113" y="158997"/>
                </a:cubicBezTo>
                <a:cubicBezTo>
                  <a:pt x="804687" y="158997"/>
                  <a:pt x="900000" y="254310"/>
                  <a:pt x="900000" y="371884"/>
                </a:cubicBezTo>
                <a:cubicBezTo>
                  <a:pt x="900000" y="489458"/>
                  <a:pt x="804687" y="584771"/>
                  <a:pt x="687113" y="584771"/>
                </a:cubicBezTo>
                <a:lnTo>
                  <a:pt x="676110" y="583273"/>
                </a:lnTo>
                <a:cubicBezTo>
                  <a:pt x="673692" y="584713"/>
                  <a:pt x="671199" y="584771"/>
                  <a:pt x="668691" y="584771"/>
                </a:cubicBezTo>
                <a:lnTo>
                  <a:pt x="510368" y="584771"/>
                </a:lnTo>
                <a:lnTo>
                  <a:pt x="510368" y="414495"/>
                </a:lnTo>
                <a:lnTo>
                  <a:pt x="602400" y="414495"/>
                </a:lnTo>
                <a:lnTo>
                  <a:pt x="446915" y="204242"/>
                </a:lnTo>
                <a:lnTo>
                  <a:pt x="291430" y="414495"/>
                </a:lnTo>
                <a:lnTo>
                  <a:pt x="383462" y="414495"/>
                </a:lnTo>
                <a:lnTo>
                  <a:pt x="383462" y="584771"/>
                </a:lnTo>
                <a:lnTo>
                  <a:pt x="159309" y="584771"/>
                </a:lnTo>
                <a:cubicBezTo>
                  <a:pt x="71325" y="584771"/>
                  <a:pt x="0" y="513446"/>
                  <a:pt x="0" y="425462"/>
                </a:cubicBezTo>
                <a:cubicBezTo>
                  <a:pt x="0" y="337478"/>
                  <a:pt x="71325" y="266153"/>
                  <a:pt x="159309" y="266153"/>
                </a:cubicBezTo>
                <a:lnTo>
                  <a:pt x="172641" y="266153"/>
                </a:lnTo>
                <a:cubicBezTo>
                  <a:pt x="170920" y="259721"/>
                  <a:pt x="170656" y="253121"/>
                  <a:pt x="170656" y="246460"/>
                </a:cubicBezTo>
                <a:cubicBezTo>
                  <a:pt x="170656" y="110344"/>
                  <a:pt x="281000" y="0"/>
                  <a:pt x="41711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6" name="正方形/長方形 35"/>
          <p:cNvSpPr>
            <a:spLocks noChangeAspect="1"/>
          </p:cNvSpPr>
          <p:nvPr/>
        </p:nvSpPr>
        <p:spPr bwMode="gray">
          <a:xfrm>
            <a:off x="2290280" y="1731144"/>
            <a:ext cx="830435" cy="830770"/>
          </a:xfrm>
          <a:custGeom>
            <a:avLst/>
            <a:gdLst/>
            <a:ahLst/>
            <a:cxnLst/>
            <a:rect l="l" t="t" r="r" b="b"/>
            <a:pathLst>
              <a:path w="899638" h="900001">
                <a:moveTo>
                  <a:pt x="134758" y="630121"/>
                </a:moveTo>
                <a:cubicBezTo>
                  <a:pt x="209183" y="630121"/>
                  <a:pt x="269516" y="690454"/>
                  <a:pt x="269516" y="764879"/>
                </a:cubicBezTo>
                <a:cubicBezTo>
                  <a:pt x="269516" y="839304"/>
                  <a:pt x="209183" y="899637"/>
                  <a:pt x="134758" y="899637"/>
                </a:cubicBezTo>
                <a:cubicBezTo>
                  <a:pt x="60333" y="899637"/>
                  <a:pt x="0" y="839304"/>
                  <a:pt x="0" y="764879"/>
                </a:cubicBezTo>
                <a:cubicBezTo>
                  <a:pt x="0" y="690454"/>
                  <a:pt x="60333" y="630121"/>
                  <a:pt x="134758" y="630121"/>
                </a:cubicBezTo>
                <a:close/>
                <a:moveTo>
                  <a:pt x="2" y="288438"/>
                </a:moveTo>
                <a:cubicBezTo>
                  <a:pt x="336344" y="291590"/>
                  <a:pt x="608246" y="563614"/>
                  <a:pt x="611237" y="900001"/>
                </a:cubicBezTo>
                <a:lnTo>
                  <a:pt x="467993" y="900001"/>
                </a:lnTo>
                <a:cubicBezTo>
                  <a:pt x="465007" y="642726"/>
                  <a:pt x="257232" y="434830"/>
                  <a:pt x="2" y="431682"/>
                </a:cubicBezTo>
                <a:close/>
                <a:moveTo>
                  <a:pt x="1" y="0"/>
                </a:moveTo>
                <a:cubicBezTo>
                  <a:pt x="495322" y="3516"/>
                  <a:pt x="896121" y="404315"/>
                  <a:pt x="899638" y="899636"/>
                </a:cubicBezTo>
                <a:lnTo>
                  <a:pt x="755638" y="899636"/>
                </a:lnTo>
                <a:cubicBezTo>
                  <a:pt x="752124" y="483845"/>
                  <a:pt x="415793" y="147514"/>
                  <a:pt x="1" y="14400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3" name="円/楕円 42"/>
          <p:cNvSpPr>
            <a:spLocks noChangeAspect="1"/>
          </p:cNvSpPr>
          <p:nvPr/>
        </p:nvSpPr>
        <p:spPr bwMode="gray">
          <a:xfrm>
            <a:off x="802560" y="1806852"/>
            <a:ext cx="831701" cy="679354"/>
          </a:xfrm>
          <a:custGeom>
            <a:avLst/>
            <a:gdLst/>
            <a:ahLst/>
            <a:cxnLst/>
            <a:rect l="l" t="t" r="r" b="b"/>
            <a:pathLst>
              <a:path w="901009" h="735967">
                <a:moveTo>
                  <a:pt x="450504" y="555967"/>
                </a:moveTo>
                <a:cubicBezTo>
                  <a:pt x="500210" y="555967"/>
                  <a:pt x="540504" y="596261"/>
                  <a:pt x="540504" y="645967"/>
                </a:cubicBezTo>
                <a:cubicBezTo>
                  <a:pt x="540504" y="695673"/>
                  <a:pt x="500210" y="735967"/>
                  <a:pt x="450504" y="735967"/>
                </a:cubicBezTo>
                <a:cubicBezTo>
                  <a:pt x="400798" y="735967"/>
                  <a:pt x="360504" y="695673"/>
                  <a:pt x="360504" y="645967"/>
                </a:cubicBezTo>
                <a:cubicBezTo>
                  <a:pt x="360504" y="596261"/>
                  <a:pt x="400798" y="555967"/>
                  <a:pt x="450504" y="555967"/>
                </a:cubicBezTo>
                <a:close/>
                <a:moveTo>
                  <a:pt x="450566" y="360758"/>
                </a:moveTo>
                <a:cubicBezTo>
                  <a:pt x="528197" y="360758"/>
                  <a:pt x="598175" y="393521"/>
                  <a:pt x="646932" y="446441"/>
                </a:cubicBezTo>
                <a:lnTo>
                  <a:pt x="582925" y="511014"/>
                </a:lnTo>
                <a:cubicBezTo>
                  <a:pt x="551112" y="473614"/>
                  <a:pt x="503508" y="450758"/>
                  <a:pt x="450566" y="450758"/>
                </a:cubicBezTo>
                <a:cubicBezTo>
                  <a:pt x="397553" y="450758"/>
                  <a:pt x="349892" y="473676"/>
                  <a:pt x="318096" y="511178"/>
                </a:cubicBezTo>
                <a:lnTo>
                  <a:pt x="254076" y="446591"/>
                </a:lnTo>
                <a:cubicBezTo>
                  <a:pt x="302830" y="393580"/>
                  <a:pt x="372865" y="360758"/>
                  <a:pt x="450566" y="360758"/>
                </a:cubicBezTo>
                <a:close/>
                <a:moveTo>
                  <a:pt x="450567" y="180758"/>
                </a:moveTo>
                <a:cubicBezTo>
                  <a:pt x="577614" y="180758"/>
                  <a:pt x="692364" y="233407"/>
                  <a:pt x="773704" y="318546"/>
                </a:cubicBezTo>
                <a:lnTo>
                  <a:pt x="710319" y="382493"/>
                </a:lnTo>
                <a:cubicBezTo>
                  <a:pt x="645270" y="313460"/>
                  <a:pt x="552906" y="270758"/>
                  <a:pt x="450567" y="270758"/>
                </a:cubicBezTo>
                <a:cubicBezTo>
                  <a:pt x="348158" y="270758"/>
                  <a:pt x="255736" y="313519"/>
                  <a:pt x="190690" y="382645"/>
                </a:cubicBezTo>
                <a:lnTo>
                  <a:pt x="127305" y="318698"/>
                </a:lnTo>
                <a:cubicBezTo>
                  <a:pt x="208643" y="233466"/>
                  <a:pt x="323450" y="180758"/>
                  <a:pt x="450567" y="180758"/>
                </a:cubicBezTo>
                <a:close/>
                <a:moveTo>
                  <a:pt x="450567" y="0"/>
                </a:moveTo>
                <a:cubicBezTo>
                  <a:pt x="627240" y="0"/>
                  <a:pt x="786948" y="72636"/>
                  <a:pt x="901009" y="190113"/>
                </a:cubicBezTo>
                <a:lnTo>
                  <a:pt x="837090" y="254599"/>
                </a:lnTo>
                <a:cubicBezTo>
                  <a:pt x="739458" y="153357"/>
                  <a:pt x="602323" y="90757"/>
                  <a:pt x="450566" y="90757"/>
                </a:cubicBezTo>
                <a:cubicBezTo>
                  <a:pt x="298740" y="90757"/>
                  <a:pt x="161548" y="153415"/>
                  <a:pt x="63918" y="254749"/>
                </a:cubicBezTo>
                <a:lnTo>
                  <a:pt x="0" y="190264"/>
                </a:lnTo>
                <a:cubicBezTo>
                  <a:pt x="114059" y="72694"/>
                  <a:pt x="273824" y="0"/>
                  <a:pt x="45056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6" name="角丸四角形 55"/>
          <p:cNvSpPr>
            <a:spLocks noChangeAspect="1"/>
          </p:cNvSpPr>
          <p:nvPr/>
        </p:nvSpPr>
        <p:spPr bwMode="gray">
          <a:xfrm>
            <a:off x="6552216" y="3195018"/>
            <a:ext cx="830770" cy="416089"/>
          </a:xfrm>
          <a:custGeom>
            <a:avLst/>
            <a:gdLst/>
            <a:ahLst/>
            <a:cxnLst/>
            <a:rect l="l" t="t" r="r" b="b"/>
            <a:pathLst>
              <a:path w="900001" h="450763">
                <a:moveTo>
                  <a:pt x="44587" y="361589"/>
                </a:moveTo>
                <a:lnTo>
                  <a:pt x="314189" y="361589"/>
                </a:lnTo>
                <a:cubicBezTo>
                  <a:pt x="338814" y="361589"/>
                  <a:pt x="358776" y="381551"/>
                  <a:pt x="358776" y="406176"/>
                </a:cubicBezTo>
                <a:lnTo>
                  <a:pt x="358775" y="406176"/>
                </a:lnTo>
                <a:cubicBezTo>
                  <a:pt x="358775" y="430801"/>
                  <a:pt x="338813" y="450763"/>
                  <a:pt x="314188" y="450763"/>
                </a:cubicBezTo>
                <a:lnTo>
                  <a:pt x="44587" y="450762"/>
                </a:lnTo>
                <a:cubicBezTo>
                  <a:pt x="19962" y="450762"/>
                  <a:pt x="1" y="430800"/>
                  <a:pt x="0" y="406176"/>
                </a:cubicBezTo>
                <a:cubicBezTo>
                  <a:pt x="1" y="381551"/>
                  <a:pt x="19962" y="361589"/>
                  <a:pt x="44587" y="361589"/>
                </a:cubicBezTo>
                <a:close/>
                <a:moveTo>
                  <a:pt x="44587" y="180795"/>
                </a:moveTo>
                <a:lnTo>
                  <a:pt x="314189" y="180795"/>
                </a:lnTo>
                <a:cubicBezTo>
                  <a:pt x="338814" y="180795"/>
                  <a:pt x="358776" y="200757"/>
                  <a:pt x="358776" y="225382"/>
                </a:cubicBezTo>
                <a:lnTo>
                  <a:pt x="358775" y="225382"/>
                </a:lnTo>
                <a:cubicBezTo>
                  <a:pt x="358775" y="250007"/>
                  <a:pt x="338813" y="269969"/>
                  <a:pt x="314188" y="269969"/>
                </a:cubicBezTo>
                <a:lnTo>
                  <a:pt x="44587" y="269968"/>
                </a:lnTo>
                <a:cubicBezTo>
                  <a:pt x="19962" y="269968"/>
                  <a:pt x="1" y="250006"/>
                  <a:pt x="0" y="225382"/>
                </a:cubicBezTo>
                <a:cubicBezTo>
                  <a:pt x="1" y="200757"/>
                  <a:pt x="19962" y="180795"/>
                  <a:pt x="44587" y="180795"/>
                </a:cubicBezTo>
                <a:close/>
                <a:moveTo>
                  <a:pt x="647834" y="1"/>
                </a:moveTo>
                <a:lnTo>
                  <a:pt x="702168" y="1"/>
                </a:lnTo>
                <a:cubicBezTo>
                  <a:pt x="713467" y="1"/>
                  <a:pt x="722626" y="9160"/>
                  <a:pt x="722626" y="20459"/>
                </a:cubicBezTo>
                <a:lnTo>
                  <a:pt x="722626" y="180795"/>
                </a:lnTo>
                <a:lnTo>
                  <a:pt x="869702" y="180795"/>
                </a:lnTo>
                <a:cubicBezTo>
                  <a:pt x="886436" y="180795"/>
                  <a:pt x="900001" y="194360"/>
                  <a:pt x="900001" y="211094"/>
                </a:cubicBezTo>
                <a:lnTo>
                  <a:pt x="900001" y="239669"/>
                </a:lnTo>
                <a:cubicBezTo>
                  <a:pt x="900001" y="256403"/>
                  <a:pt x="886436" y="269968"/>
                  <a:pt x="869702" y="269968"/>
                </a:cubicBezTo>
                <a:lnTo>
                  <a:pt x="722626" y="269968"/>
                </a:lnTo>
                <a:lnTo>
                  <a:pt x="722626" y="430304"/>
                </a:lnTo>
                <a:cubicBezTo>
                  <a:pt x="722626" y="441603"/>
                  <a:pt x="713467" y="450762"/>
                  <a:pt x="702168" y="450762"/>
                </a:cubicBezTo>
                <a:lnTo>
                  <a:pt x="647834" y="450762"/>
                </a:lnTo>
                <a:cubicBezTo>
                  <a:pt x="636535" y="450762"/>
                  <a:pt x="627376" y="441603"/>
                  <a:pt x="627376" y="430304"/>
                </a:cubicBezTo>
                <a:lnTo>
                  <a:pt x="627376" y="269968"/>
                </a:lnTo>
                <a:lnTo>
                  <a:pt x="480300" y="269968"/>
                </a:lnTo>
                <a:cubicBezTo>
                  <a:pt x="463566" y="269968"/>
                  <a:pt x="450001" y="256403"/>
                  <a:pt x="450001" y="239669"/>
                </a:cubicBezTo>
                <a:lnTo>
                  <a:pt x="450001" y="211094"/>
                </a:lnTo>
                <a:cubicBezTo>
                  <a:pt x="450001" y="194360"/>
                  <a:pt x="463566" y="180795"/>
                  <a:pt x="480300" y="180795"/>
                </a:cubicBezTo>
                <a:lnTo>
                  <a:pt x="627376" y="180795"/>
                </a:lnTo>
                <a:lnTo>
                  <a:pt x="627376" y="20459"/>
                </a:lnTo>
                <a:cubicBezTo>
                  <a:pt x="627376" y="9160"/>
                  <a:pt x="636535" y="1"/>
                  <a:pt x="647834" y="1"/>
                </a:cubicBezTo>
                <a:close/>
                <a:moveTo>
                  <a:pt x="44587" y="0"/>
                </a:moveTo>
                <a:lnTo>
                  <a:pt x="314189" y="0"/>
                </a:lnTo>
                <a:cubicBezTo>
                  <a:pt x="338814" y="0"/>
                  <a:pt x="358776" y="19962"/>
                  <a:pt x="358776" y="44587"/>
                </a:cubicBezTo>
                <a:lnTo>
                  <a:pt x="358775" y="44587"/>
                </a:lnTo>
                <a:cubicBezTo>
                  <a:pt x="358775" y="69212"/>
                  <a:pt x="338813" y="89174"/>
                  <a:pt x="314188" y="89174"/>
                </a:cubicBezTo>
                <a:lnTo>
                  <a:pt x="44587" y="89173"/>
                </a:lnTo>
                <a:cubicBezTo>
                  <a:pt x="19962" y="89173"/>
                  <a:pt x="1" y="69211"/>
                  <a:pt x="0" y="44587"/>
                </a:cubicBezTo>
                <a:cubicBezTo>
                  <a:pt x="1" y="19962"/>
                  <a:pt x="19962" y="0"/>
                  <a:pt x="4458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2" name="角丸四角形 61"/>
          <p:cNvSpPr>
            <a:spLocks noChangeAspect="1"/>
          </p:cNvSpPr>
          <p:nvPr/>
        </p:nvSpPr>
        <p:spPr bwMode="gray">
          <a:xfrm>
            <a:off x="7978287" y="3104196"/>
            <a:ext cx="830769" cy="597732"/>
          </a:xfrm>
          <a:custGeom>
            <a:avLst/>
            <a:gdLst/>
            <a:ahLst/>
            <a:cxnLst/>
            <a:rect l="l" t="t" r="r" b="b"/>
            <a:pathLst>
              <a:path w="900000" h="647543">
                <a:moveTo>
                  <a:pt x="374028" y="516958"/>
                </a:moveTo>
                <a:lnTo>
                  <a:pt x="849659" y="516958"/>
                </a:lnTo>
                <a:cubicBezTo>
                  <a:pt x="877462" y="516958"/>
                  <a:pt x="900000" y="539496"/>
                  <a:pt x="900000" y="567299"/>
                </a:cubicBezTo>
                <a:lnTo>
                  <a:pt x="900000" y="597202"/>
                </a:lnTo>
                <a:cubicBezTo>
                  <a:pt x="900000" y="625005"/>
                  <a:pt x="877462" y="647543"/>
                  <a:pt x="849659" y="647543"/>
                </a:cubicBezTo>
                <a:lnTo>
                  <a:pt x="374028" y="647543"/>
                </a:lnTo>
                <a:cubicBezTo>
                  <a:pt x="346225" y="647543"/>
                  <a:pt x="323687" y="625005"/>
                  <a:pt x="323687" y="597202"/>
                </a:cubicBezTo>
                <a:lnTo>
                  <a:pt x="323687" y="567299"/>
                </a:lnTo>
                <a:cubicBezTo>
                  <a:pt x="323687" y="539496"/>
                  <a:pt x="346225" y="516958"/>
                  <a:pt x="374028" y="516958"/>
                </a:cubicBezTo>
                <a:close/>
                <a:moveTo>
                  <a:pt x="50341" y="516957"/>
                </a:moveTo>
                <a:lnTo>
                  <a:pt x="139365" y="516957"/>
                </a:lnTo>
                <a:cubicBezTo>
                  <a:pt x="167168" y="516957"/>
                  <a:pt x="189706" y="539495"/>
                  <a:pt x="189706" y="567298"/>
                </a:cubicBezTo>
                <a:lnTo>
                  <a:pt x="189706" y="597201"/>
                </a:lnTo>
                <a:cubicBezTo>
                  <a:pt x="189706" y="625004"/>
                  <a:pt x="167168" y="647542"/>
                  <a:pt x="139365" y="647542"/>
                </a:cubicBezTo>
                <a:lnTo>
                  <a:pt x="50341" y="647542"/>
                </a:lnTo>
                <a:cubicBezTo>
                  <a:pt x="22538" y="647542"/>
                  <a:pt x="0" y="625004"/>
                  <a:pt x="0" y="597201"/>
                </a:cubicBezTo>
                <a:lnTo>
                  <a:pt x="0" y="567298"/>
                </a:lnTo>
                <a:cubicBezTo>
                  <a:pt x="0" y="539495"/>
                  <a:pt x="22538" y="516957"/>
                  <a:pt x="50341" y="516957"/>
                </a:cubicBezTo>
                <a:close/>
                <a:moveTo>
                  <a:pt x="374028" y="259751"/>
                </a:moveTo>
                <a:lnTo>
                  <a:pt x="849659" y="259751"/>
                </a:lnTo>
                <a:cubicBezTo>
                  <a:pt x="877462" y="259751"/>
                  <a:pt x="900000" y="282289"/>
                  <a:pt x="900000" y="310092"/>
                </a:cubicBezTo>
                <a:lnTo>
                  <a:pt x="900000" y="339995"/>
                </a:lnTo>
                <a:cubicBezTo>
                  <a:pt x="900000" y="367798"/>
                  <a:pt x="877462" y="390336"/>
                  <a:pt x="849659" y="390336"/>
                </a:cubicBezTo>
                <a:lnTo>
                  <a:pt x="374028" y="390336"/>
                </a:lnTo>
                <a:cubicBezTo>
                  <a:pt x="346225" y="390336"/>
                  <a:pt x="323687" y="367798"/>
                  <a:pt x="323687" y="339995"/>
                </a:cubicBezTo>
                <a:lnTo>
                  <a:pt x="323687" y="310092"/>
                </a:lnTo>
                <a:cubicBezTo>
                  <a:pt x="323687" y="282289"/>
                  <a:pt x="346225" y="259751"/>
                  <a:pt x="374028" y="259751"/>
                </a:cubicBezTo>
                <a:close/>
                <a:moveTo>
                  <a:pt x="50341" y="259751"/>
                </a:moveTo>
                <a:lnTo>
                  <a:pt x="139365" y="259751"/>
                </a:lnTo>
                <a:cubicBezTo>
                  <a:pt x="167168" y="259751"/>
                  <a:pt x="189706" y="282289"/>
                  <a:pt x="189706" y="310092"/>
                </a:cubicBezTo>
                <a:lnTo>
                  <a:pt x="189706" y="339995"/>
                </a:lnTo>
                <a:cubicBezTo>
                  <a:pt x="189706" y="367798"/>
                  <a:pt x="167168" y="390336"/>
                  <a:pt x="139365" y="390336"/>
                </a:cubicBezTo>
                <a:lnTo>
                  <a:pt x="50341" y="390336"/>
                </a:lnTo>
                <a:cubicBezTo>
                  <a:pt x="22538" y="390336"/>
                  <a:pt x="0" y="367798"/>
                  <a:pt x="0" y="339995"/>
                </a:cubicBezTo>
                <a:lnTo>
                  <a:pt x="0" y="310092"/>
                </a:lnTo>
                <a:cubicBezTo>
                  <a:pt x="0" y="282289"/>
                  <a:pt x="22538" y="259751"/>
                  <a:pt x="50341" y="259751"/>
                </a:cubicBezTo>
                <a:close/>
                <a:moveTo>
                  <a:pt x="50341" y="2543"/>
                </a:moveTo>
                <a:lnTo>
                  <a:pt x="139365" y="2543"/>
                </a:lnTo>
                <a:cubicBezTo>
                  <a:pt x="167168" y="2543"/>
                  <a:pt x="189706" y="25081"/>
                  <a:pt x="189706" y="52884"/>
                </a:cubicBezTo>
                <a:lnTo>
                  <a:pt x="189706" y="82787"/>
                </a:lnTo>
                <a:cubicBezTo>
                  <a:pt x="189706" y="110590"/>
                  <a:pt x="167168" y="133128"/>
                  <a:pt x="139365" y="133128"/>
                </a:cubicBezTo>
                <a:lnTo>
                  <a:pt x="50341" y="133128"/>
                </a:lnTo>
                <a:cubicBezTo>
                  <a:pt x="22538" y="133128"/>
                  <a:pt x="0" y="110590"/>
                  <a:pt x="0" y="82787"/>
                </a:cubicBezTo>
                <a:lnTo>
                  <a:pt x="0" y="52884"/>
                </a:lnTo>
                <a:cubicBezTo>
                  <a:pt x="0" y="25081"/>
                  <a:pt x="22538" y="2543"/>
                  <a:pt x="50341" y="2543"/>
                </a:cubicBezTo>
                <a:close/>
                <a:moveTo>
                  <a:pt x="373347" y="0"/>
                </a:moveTo>
                <a:lnTo>
                  <a:pt x="848978" y="0"/>
                </a:lnTo>
                <a:cubicBezTo>
                  <a:pt x="876781" y="0"/>
                  <a:pt x="899319" y="22538"/>
                  <a:pt x="899319" y="50341"/>
                </a:cubicBezTo>
                <a:lnTo>
                  <a:pt x="899319" y="80244"/>
                </a:lnTo>
                <a:cubicBezTo>
                  <a:pt x="899319" y="108047"/>
                  <a:pt x="876781" y="130585"/>
                  <a:pt x="848978" y="130585"/>
                </a:cubicBezTo>
                <a:lnTo>
                  <a:pt x="373347" y="130585"/>
                </a:lnTo>
                <a:cubicBezTo>
                  <a:pt x="345544" y="130585"/>
                  <a:pt x="323006" y="108047"/>
                  <a:pt x="323006" y="80244"/>
                </a:cubicBezTo>
                <a:lnTo>
                  <a:pt x="323006" y="50341"/>
                </a:lnTo>
                <a:cubicBezTo>
                  <a:pt x="323006" y="22538"/>
                  <a:pt x="345544" y="0"/>
                  <a:pt x="37334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角丸四角形 25"/>
          <p:cNvSpPr>
            <a:spLocks noChangeAspect="1"/>
          </p:cNvSpPr>
          <p:nvPr/>
        </p:nvSpPr>
        <p:spPr bwMode="gray">
          <a:xfrm>
            <a:off x="913993" y="4299861"/>
            <a:ext cx="644938" cy="831136"/>
          </a:xfrm>
          <a:custGeom>
            <a:avLst/>
            <a:gdLst/>
            <a:ahLst/>
            <a:cxnLst/>
            <a:rect l="l" t="t" r="r" b="b"/>
            <a:pathLst>
              <a:path w="698683" h="900397">
                <a:moveTo>
                  <a:pt x="103142" y="100753"/>
                </a:moveTo>
                <a:lnTo>
                  <a:pt x="103142" y="799643"/>
                </a:lnTo>
                <a:lnTo>
                  <a:pt x="595540" y="799643"/>
                </a:lnTo>
                <a:lnTo>
                  <a:pt x="595540" y="100753"/>
                </a:lnTo>
                <a:close/>
                <a:moveTo>
                  <a:pt x="92638" y="0"/>
                </a:moveTo>
                <a:lnTo>
                  <a:pt x="606045" y="0"/>
                </a:lnTo>
                <a:cubicBezTo>
                  <a:pt x="657208" y="0"/>
                  <a:pt x="698683" y="41475"/>
                  <a:pt x="698683" y="92638"/>
                </a:cubicBezTo>
                <a:lnTo>
                  <a:pt x="698683" y="807759"/>
                </a:lnTo>
                <a:cubicBezTo>
                  <a:pt x="698683" y="858922"/>
                  <a:pt x="657208" y="900397"/>
                  <a:pt x="606045" y="900397"/>
                </a:cubicBezTo>
                <a:lnTo>
                  <a:pt x="92638" y="900397"/>
                </a:lnTo>
                <a:cubicBezTo>
                  <a:pt x="41475" y="900397"/>
                  <a:pt x="0" y="858922"/>
                  <a:pt x="0" y="807759"/>
                </a:cubicBezTo>
                <a:lnTo>
                  <a:pt x="0" y="92638"/>
                </a:lnTo>
                <a:cubicBezTo>
                  <a:pt x="0" y="41475"/>
                  <a:pt x="41475" y="0"/>
                  <a:pt x="9263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8" name="角丸四角形 27"/>
          <p:cNvSpPr>
            <a:spLocks noChangeAspect="1"/>
          </p:cNvSpPr>
          <p:nvPr/>
        </p:nvSpPr>
        <p:spPr bwMode="gray">
          <a:xfrm>
            <a:off x="3638583" y="4425152"/>
            <a:ext cx="830768" cy="580555"/>
          </a:xfrm>
          <a:custGeom>
            <a:avLst/>
            <a:gdLst/>
            <a:ahLst/>
            <a:cxnLst/>
            <a:rect l="l" t="t" r="r" b="b"/>
            <a:pathLst>
              <a:path w="899999" h="628935">
                <a:moveTo>
                  <a:pt x="92812" y="89439"/>
                </a:moveTo>
                <a:lnTo>
                  <a:pt x="92812" y="539495"/>
                </a:lnTo>
                <a:lnTo>
                  <a:pt x="807187" y="539495"/>
                </a:lnTo>
                <a:lnTo>
                  <a:pt x="807187" y="89439"/>
                </a:lnTo>
                <a:close/>
                <a:moveTo>
                  <a:pt x="83397" y="0"/>
                </a:moveTo>
                <a:lnTo>
                  <a:pt x="816602" y="0"/>
                </a:lnTo>
                <a:cubicBezTo>
                  <a:pt x="862661" y="0"/>
                  <a:pt x="899999" y="37338"/>
                  <a:pt x="899999" y="83397"/>
                </a:cubicBezTo>
                <a:lnTo>
                  <a:pt x="899999" y="545538"/>
                </a:lnTo>
                <a:cubicBezTo>
                  <a:pt x="899999" y="591597"/>
                  <a:pt x="862661" y="628935"/>
                  <a:pt x="816602" y="628935"/>
                </a:cubicBezTo>
                <a:lnTo>
                  <a:pt x="83397" y="628935"/>
                </a:lnTo>
                <a:cubicBezTo>
                  <a:pt x="37338" y="628935"/>
                  <a:pt x="0" y="591597"/>
                  <a:pt x="0" y="545538"/>
                </a:cubicBezTo>
                <a:lnTo>
                  <a:pt x="0" y="83397"/>
                </a:lnTo>
                <a:cubicBezTo>
                  <a:pt x="0" y="37338"/>
                  <a:pt x="37338" y="0"/>
                  <a:pt x="83397"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6" name="円/楕円 45"/>
          <p:cNvSpPr>
            <a:spLocks noChangeAspect="1"/>
          </p:cNvSpPr>
          <p:nvPr/>
        </p:nvSpPr>
        <p:spPr bwMode="gray">
          <a:xfrm>
            <a:off x="2183990" y="4300619"/>
            <a:ext cx="829534" cy="829619"/>
          </a:xfrm>
          <a:custGeom>
            <a:avLst/>
            <a:gdLst/>
            <a:ahLst/>
            <a:cxnLst/>
            <a:rect l="l" t="t" r="r" b="b"/>
            <a:pathLst>
              <a:path w="898662" h="898754">
                <a:moveTo>
                  <a:pt x="552328" y="309883"/>
                </a:moveTo>
                <a:lnTo>
                  <a:pt x="621433" y="567786"/>
                </a:lnTo>
                <a:cubicBezTo>
                  <a:pt x="626711" y="587484"/>
                  <a:pt x="615021" y="607732"/>
                  <a:pt x="595323" y="613010"/>
                </a:cubicBezTo>
                <a:lnTo>
                  <a:pt x="422544" y="659306"/>
                </a:lnTo>
                <a:lnTo>
                  <a:pt x="399885" y="743867"/>
                </a:lnTo>
                <a:lnTo>
                  <a:pt x="707796" y="826372"/>
                </a:lnTo>
                <a:lnTo>
                  <a:pt x="826504" y="383348"/>
                </a:lnTo>
                <a:close/>
                <a:moveTo>
                  <a:pt x="423660" y="71103"/>
                </a:moveTo>
                <a:lnTo>
                  <a:pt x="69005" y="166133"/>
                </a:lnTo>
                <a:lnTo>
                  <a:pt x="199040" y="651432"/>
                </a:lnTo>
                <a:lnTo>
                  <a:pt x="553695" y="556402"/>
                </a:lnTo>
                <a:close/>
                <a:moveTo>
                  <a:pt x="431407" y="1267"/>
                </a:moveTo>
                <a:cubicBezTo>
                  <a:pt x="451105" y="-4012"/>
                  <a:pt x="471352" y="7678"/>
                  <a:pt x="476630" y="27376"/>
                </a:cubicBezTo>
                <a:lnTo>
                  <a:pt x="532800" y="237003"/>
                </a:lnTo>
                <a:lnTo>
                  <a:pt x="873695" y="328347"/>
                </a:lnTo>
                <a:cubicBezTo>
                  <a:pt x="891659" y="333161"/>
                  <a:pt x="902321" y="351627"/>
                  <a:pt x="897507" y="369591"/>
                </a:cubicBezTo>
                <a:lnTo>
                  <a:pt x="762408" y="873787"/>
                </a:lnTo>
                <a:cubicBezTo>
                  <a:pt x="757595" y="891751"/>
                  <a:pt x="739129" y="902412"/>
                  <a:pt x="721165" y="897599"/>
                </a:cubicBezTo>
                <a:lnTo>
                  <a:pt x="352695" y="798867"/>
                </a:lnTo>
                <a:cubicBezTo>
                  <a:pt x="334731" y="794053"/>
                  <a:pt x="324069" y="775588"/>
                  <a:pt x="328883" y="757624"/>
                </a:cubicBezTo>
                <a:lnTo>
                  <a:pt x="350020" y="678739"/>
                </a:lnTo>
                <a:lnTo>
                  <a:pt x="354623" y="677505"/>
                </a:lnTo>
                <a:lnTo>
                  <a:pt x="191293" y="721269"/>
                </a:lnTo>
                <a:cubicBezTo>
                  <a:pt x="171595" y="726547"/>
                  <a:pt x="151348" y="714858"/>
                  <a:pt x="146070" y="695159"/>
                </a:cubicBezTo>
                <a:lnTo>
                  <a:pt x="1267" y="154750"/>
                </a:lnTo>
                <a:cubicBezTo>
                  <a:pt x="-4011" y="135051"/>
                  <a:pt x="7679" y="114804"/>
                  <a:pt x="27377" y="10952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1" name="角丸四角形 50"/>
          <p:cNvSpPr>
            <a:spLocks noChangeAspect="1"/>
          </p:cNvSpPr>
          <p:nvPr/>
        </p:nvSpPr>
        <p:spPr bwMode="gray">
          <a:xfrm>
            <a:off x="5094411" y="4300044"/>
            <a:ext cx="830769" cy="830770"/>
          </a:xfrm>
          <a:custGeom>
            <a:avLst/>
            <a:gdLst/>
            <a:ahLst/>
            <a:cxnLst/>
            <a:rect l="l" t="t" r="r" b="b"/>
            <a:pathLst>
              <a:path w="900000" h="900001">
                <a:moveTo>
                  <a:pt x="0" y="450001"/>
                </a:moveTo>
                <a:lnTo>
                  <a:pt x="115326" y="450001"/>
                </a:lnTo>
                <a:lnTo>
                  <a:pt x="115326" y="785413"/>
                </a:lnTo>
                <a:lnTo>
                  <a:pt x="450000" y="785413"/>
                </a:lnTo>
                <a:lnTo>
                  <a:pt x="450000" y="900001"/>
                </a:lnTo>
                <a:lnTo>
                  <a:pt x="112624" y="900001"/>
                </a:lnTo>
                <a:cubicBezTo>
                  <a:pt x="50423" y="900001"/>
                  <a:pt x="0" y="849578"/>
                  <a:pt x="0" y="787377"/>
                </a:cubicBezTo>
                <a:close/>
                <a:moveTo>
                  <a:pt x="336726" y="114587"/>
                </a:moveTo>
                <a:lnTo>
                  <a:pt x="336726" y="561141"/>
                </a:lnTo>
                <a:lnTo>
                  <a:pt x="784674" y="561141"/>
                </a:lnTo>
                <a:lnTo>
                  <a:pt x="784674" y="114587"/>
                </a:lnTo>
                <a:close/>
                <a:moveTo>
                  <a:pt x="334024" y="0"/>
                </a:moveTo>
                <a:lnTo>
                  <a:pt x="787376" y="0"/>
                </a:lnTo>
                <a:cubicBezTo>
                  <a:pt x="849577" y="0"/>
                  <a:pt x="900000" y="50423"/>
                  <a:pt x="900000" y="112624"/>
                </a:cubicBezTo>
                <a:lnTo>
                  <a:pt x="900000" y="563105"/>
                </a:lnTo>
                <a:cubicBezTo>
                  <a:pt x="900000" y="625306"/>
                  <a:pt x="849577" y="675729"/>
                  <a:pt x="787376" y="675729"/>
                </a:cubicBezTo>
                <a:lnTo>
                  <a:pt x="334024" y="675729"/>
                </a:lnTo>
                <a:cubicBezTo>
                  <a:pt x="271823" y="675729"/>
                  <a:pt x="221400" y="625306"/>
                  <a:pt x="221400" y="563105"/>
                </a:cubicBezTo>
                <a:lnTo>
                  <a:pt x="221400" y="112624"/>
                </a:lnTo>
                <a:cubicBezTo>
                  <a:pt x="221400" y="50423"/>
                  <a:pt x="271823" y="0"/>
                  <a:pt x="334024"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0" name="角丸四角形 53"/>
          <p:cNvSpPr>
            <a:spLocks noChangeAspect="1"/>
          </p:cNvSpPr>
          <p:nvPr/>
        </p:nvSpPr>
        <p:spPr bwMode="gray">
          <a:xfrm>
            <a:off x="5125413" y="3071241"/>
            <a:ext cx="831502" cy="663641"/>
          </a:xfrm>
          <a:custGeom>
            <a:avLst/>
            <a:gdLst/>
            <a:ahLst/>
            <a:cxnLst/>
            <a:rect l="l" t="t" r="r" b="b"/>
            <a:pathLst>
              <a:path w="900794" h="718944">
                <a:moveTo>
                  <a:pt x="450397" y="261885"/>
                </a:moveTo>
                <a:cubicBezTo>
                  <a:pt x="526781" y="261885"/>
                  <a:pt x="588703" y="323807"/>
                  <a:pt x="588703" y="400191"/>
                </a:cubicBezTo>
                <a:cubicBezTo>
                  <a:pt x="588703" y="476575"/>
                  <a:pt x="526781" y="538497"/>
                  <a:pt x="450397" y="538497"/>
                </a:cubicBezTo>
                <a:cubicBezTo>
                  <a:pt x="374013" y="538497"/>
                  <a:pt x="312091" y="476575"/>
                  <a:pt x="312091" y="400191"/>
                </a:cubicBezTo>
                <a:cubicBezTo>
                  <a:pt x="312091" y="323807"/>
                  <a:pt x="374013" y="261885"/>
                  <a:pt x="450397" y="261885"/>
                </a:cubicBezTo>
                <a:close/>
                <a:moveTo>
                  <a:pt x="776182" y="225832"/>
                </a:moveTo>
                <a:cubicBezTo>
                  <a:pt x="760558" y="225832"/>
                  <a:pt x="747892" y="238498"/>
                  <a:pt x="747892" y="254122"/>
                </a:cubicBezTo>
                <a:cubicBezTo>
                  <a:pt x="747892" y="269746"/>
                  <a:pt x="760558" y="282412"/>
                  <a:pt x="776182" y="282412"/>
                </a:cubicBezTo>
                <a:cubicBezTo>
                  <a:pt x="791806" y="282412"/>
                  <a:pt x="804472" y="269746"/>
                  <a:pt x="804472" y="254122"/>
                </a:cubicBezTo>
                <a:cubicBezTo>
                  <a:pt x="804472" y="238498"/>
                  <a:pt x="791806" y="225832"/>
                  <a:pt x="776182" y="225832"/>
                </a:cubicBezTo>
                <a:close/>
                <a:moveTo>
                  <a:pt x="450397" y="177664"/>
                </a:moveTo>
                <a:cubicBezTo>
                  <a:pt x="327499" y="177664"/>
                  <a:pt x="227870" y="277293"/>
                  <a:pt x="227870" y="400191"/>
                </a:cubicBezTo>
                <a:cubicBezTo>
                  <a:pt x="227870" y="523089"/>
                  <a:pt x="327499" y="622718"/>
                  <a:pt x="450397" y="622718"/>
                </a:cubicBezTo>
                <a:cubicBezTo>
                  <a:pt x="573295" y="622718"/>
                  <a:pt x="672924" y="523089"/>
                  <a:pt x="672924" y="400191"/>
                </a:cubicBezTo>
                <a:cubicBezTo>
                  <a:pt x="672924" y="277293"/>
                  <a:pt x="573295" y="177664"/>
                  <a:pt x="450397" y="177664"/>
                </a:cubicBezTo>
                <a:close/>
                <a:moveTo>
                  <a:pt x="449752" y="17"/>
                </a:moveTo>
                <a:cubicBezTo>
                  <a:pt x="515434" y="-63"/>
                  <a:pt x="580727" y="155"/>
                  <a:pt x="607538" y="161"/>
                </a:cubicBezTo>
                <a:lnTo>
                  <a:pt x="620318" y="5454"/>
                </a:lnTo>
                <a:cubicBezTo>
                  <a:pt x="623000" y="6001"/>
                  <a:pt x="624763" y="7787"/>
                  <a:pt x="625219" y="10517"/>
                </a:cubicBezTo>
                <a:lnTo>
                  <a:pt x="628981" y="14403"/>
                </a:lnTo>
                <a:lnTo>
                  <a:pt x="671093" y="111533"/>
                </a:lnTo>
                <a:cubicBezTo>
                  <a:pt x="674650" y="148045"/>
                  <a:pt x="771074" y="127408"/>
                  <a:pt x="822255" y="132964"/>
                </a:cubicBezTo>
                <a:cubicBezTo>
                  <a:pt x="865631" y="132964"/>
                  <a:pt x="900794" y="168127"/>
                  <a:pt x="900794" y="211503"/>
                </a:cubicBezTo>
                <a:lnTo>
                  <a:pt x="900794" y="640405"/>
                </a:lnTo>
                <a:cubicBezTo>
                  <a:pt x="900794" y="683781"/>
                  <a:pt x="865631" y="718944"/>
                  <a:pt x="822255" y="718944"/>
                </a:cubicBezTo>
                <a:lnTo>
                  <a:pt x="78539" y="718944"/>
                </a:lnTo>
                <a:cubicBezTo>
                  <a:pt x="35163" y="718944"/>
                  <a:pt x="0" y="683781"/>
                  <a:pt x="0" y="640405"/>
                </a:cubicBezTo>
                <a:lnTo>
                  <a:pt x="0" y="211503"/>
                </a:lnTo>
                <a:cubicBezTo>
                  <a:pt x="0" y="168127"/>
                  <a:pt x="35163" y="132964"/>
                  <a:pt x="78539" y="132964"/>
                </a:cubicBezTo>
                <a:cubicBezTo>
                  <a:pt x="128944" y="126614"/>
                  <a:pt x="215068" y="144076"/>
                  <a:pt x="229754" y="113914"/>
                </a:cubicBezTo>
                <a:lnTo>
                  <a:pt x="267104" y="14403"/>
                </a:lnTo>
                <a:cubicBezTo>
                  <a:pt x="270831" y="4974"/>
                  <a:pt x="280130" y="-594"/>
                  <a:pt x="289628" y="1664"/>
                </a:cubicBezTo>
                <a:cubicBezTo>
                  <a:pt x="317998" y="477"/>
                  <a:pt x="384070" y="98"/>
                  <a:pt x="449752" y="17"/>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角丸四角形 33"/>
          <p:cNvSpPr>
            <a:spLocks noChangeAspect="1"/>
          </p:cNvSpPr>
          <p:nvPr/>
        </p:nvSpPr>
        <p:spPr bwMode="gray">
          <a:xfrm>
            <a:off x="3700024" y="3216364"/>
            <a:ext cx="830090" cy="373397"/>
          </a:xfrm>
          <a:custGeom>
            <a:avLst/>
            <a:gdLst/>
            <a:ahLst/>
            <a:cxnLst/>
            <a:rect l="l" t="t" r="r" b="b"/>
            <a:pathLst>
              <a:path w="899264" h="404513">
                <a:moveTo>
                  <a:pt x="202523" y="85595"/>
                </a:moveTo>
                <a:lnTo>
                  <a:pt x="114875" y="188533"/>
                </a:lnTo>
                <a:lnTo>
                  <a:pt x="279555" y="188533"/>
                </a:lnTo>
                <a:lnTo>
                  <a:pt x="318735" y="286163"/>
                </a:lnTo>
                <a:lnTo>
                  <a:pt x="584910" y="286163"/>
                </a:lnTo>
                <a:lnTo>
                  <a:pt x="624090" y="188533"/>
                </a:lnTo>
                <a:lnTo>
                  <a:pt x="788769" y="188533"/>
                </a:lnTo>
                <a:lnTo>
                  <a:pt x="701121" y="85595"/>
                </a:lnTo>
                <a:close/>
                <a:moveTo>
                  <a:pt x="203101" y="0"/>
                </a:moveTo>
                <a:lnTo>
                  <a:pt x="704399" y="0"/>
                </a:lnTo>
                <a:cubicBezTo>
                  <a:pt x="713246" y="0"/>
                  <a:pt x="721054" y="4447"/>
                  <a:pt x="724520" y="12045"/>
                </a:cubicBezTo>
                <a:cubicBezTo>
                  <a:pt x="724677" y="12027"/>
                  <a:pt x="724749" y="12098"/>
                  <a:pt x="724820" y="12169"/>
                </a:cubicBezTo>
                <a:lnTo>
                  <a:pt x="891937" y="179286"/>
                </a:lnTo>
                <a:cubicBezTo>
                  <a:pt x="897940" y="185289"/>
                  <a:pt x="900371" y="193512"/>
                  <a:pt x="898018" y="201135"/>
                </a:cubicBezTo>
                <a:lnTo>
                  <a:pt x="899264" y="206759"/>
                </a:lnTo>
                <a:lnTo>
                  <a:pt x="877110" y="350513"/>
                </a:lnTo>
                <a:cubicBezTo>
                  <a:pt x="877110" y="380336"/>
                  <a:pt x="852933" y="404513"/>
                  <a:pt x="823110" y="404513"/>
                </a:cubicBezTo>
                <a:lnTo>
                  <a:pt x="80070" y="404513"/>
                </a:lnTo>
                <a:cubicBezTo>
                  <a:pt x="63686" y="404513"/>
                  <a:pt x="49006" y="397216"/>
                  <a:pt x="39584" y="385281"/>
                </a:cubicBezTo>
                <a:cubicBezTo>
                  <a:pt x="39345" y="385130"/>
                  <a:pt x="39115" y="384964"/>
                  <a:pt x="39081" y="384536"/>
                </a:cubicBezTo>
                <a:cubicBezTo>
                  <a:pt x="34931" y="380686"/>
                  <a:pt x="32003" y="375801"/>
                  <a:pt x="30090" y="370423"/>
                </a:cubicBezTo>
                <a:cubicBezTo>
                  <a:pt x="29195" y="369952"/>
                  <a:pt x="29049" y="369281"/>
                  <a:pt x="28929" y="368600"/>
                </a:cubicBezTo>
                <a:lnTo>
                  <a:pt x="392" y="206759"/>
                </a:lnTo>
                <a:cubicBezTo>
                  <a:pt x="-1047" y="198602"/>
                  <a:pt x="1512" y="190665"/>
                  <a:pt x="7461" y="185679"/>
                </a:cubicBezTo>
                <a:cubicBezTo>
                  <a:pt x="7027" y="182823"/>
                  <a:pt x="8428" y="180968"/>
                  <a:pt x="10109" y="179287"/>
                </a:cubicBezTo>
                <a:lnTo>
                  <a:pt x="177226" y="12170"/>
                </a:lnTo>
                <a:lnTo>
                  <a:pt x="184110" y="9319"/>
                </a:lnTo>
                <a:cubicBezTo>
                  <a:pt x="188343" y="3440"/>
                  <a:pt x="195320" y="0"/>
                  <a:pt x="203101"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正方形/長方形 26"/>
          <p:cNvSpPr>
            <a:spLocks noChangeAspect="1"/>
          </p:cNvSpPr>
          <p:nvPr/>
        </p:nvSpPr>
        <p:spPr bwMode="gray">
          <a:xfrm>
            <a:off x="2274634" y="3050933"/>
            <a:ext cx="830090" cy="704256"/>
          </a:xfrm>
          <a:custGeom>
            <a:avLst/>
            <a:gdLst/>
            <a:ahLst/>
            <a:cxnLst/>
            <a:rect l="l" t="t" r="r" b="b"/>
            <a:pathLst>
              <a:path w="899264" h="762944">
                <a:moveTo>
                  <a:pt x="161561" y="420935"/>
                </a:moveTo>
                <a:lnTo>
                  <a:pt x="191294" y="420935"/>
                </a:lnTo>
                <a:lnTo>
                  <a:pt x="266307" y="420935"/>
                </a:lnTo>
                <a:lnTo>
                  <a:pt x="138572" y="519133"/>
                </a:lnTo>
                <a:lnTo>
                  <a:pt x="122834" y="537617"/>
                </a:lnTo>
                <a:lnTo>
                  <a:pt x="276072" y="537617"/>
                </a:lnTo>
                <a:lnTo>
                  <a:pt x="324509" y="647150"/>
                </a:lnTo>
                <a:lnTo>
                  <a:pt x="574757" y="647150"/>
                </a:lnTo>
                <a:lnTo>
                  <a:pt x="623194" y="537617"/>
                </a:lnTo>
                <a:lnTo>
                  <a:pt x="778844" y="537617"/>
                </a:lnTo>
                <a:lnTo>
                  <a:pt x="653240" y="441057"/>
                </a:lnTo>
                <a:lnTo>
                  <a:pt x="653620" y="440562"/>
                </a:lnTo>
                <a:lnTo>
                  <a:pt x="630229" y="420935"/>
                </a:lnTo>
                <a:lnTo>
                  <a:pt x="668709" y="420935"/>
                </a:lnTo>
                <a:lnTo>
                  <a:pt x="702079" y="420935"/>
                </a:lnTo>
                <a:lnTo>
                  <a:pt x="735828" y="420935"/>
                </a:lnTo>
                <a:lnTo>
                  <a:pt x="892126" y="538394"/>
                </a:lnTo>
                <a:cubicBezTo>
                  <a:pt x="898056" y="544121"/>
                  <a:pt x="900314" y="552129"/>
                  <a:pt x="898018" y="559566"/>
                </a:cubicBezTo>
                <a:lnTo>
                  <a:pt x="899264" y="565190"/>
                </a:lnTo>
                <a:lnTo>
                  <a:pt x="877110" y="708944"/>
                </a:lnTo>
                <a:cubicBezTo>
                  <a:pt x="877110" y="738767"/>
                  <a:pt x="852933" y="762944"/>
                  <a:pt x="823110" y="762944"/>
                </a:cubicBezTo>
                <a:lnTo>
                  <a:pt x="80070" y="762944"/>
                </a:lnTo>
                <a:cubicBezTo>
                  <a:pt x="63686" y="762944"/>
                  <a:pt x="49006" y="755647"/>
                  <a:pt x="39584" y="743712"/>
                </a:cubicBezTo>
                <a:cubicBezTo>
                  <a:pt x="39345" y="743561"/>
                  <a:pt x="39115" y="743395"/>
                  <a:pt x="39081" y="742967"/>
                </a:cubicBezTo>
                <a:cubicBezTo>
                  <a:pt x="34931" y="739117"/>
                  <a:pt x="32003" y="734232"/>
                  <a:pt x="30090" y="728854"/>
                </a:cubicBezTo>
                <a:cubicBezTo>
                  <a:pt x="29195" y="728383"/>
                  <a:pt x="29049" y="727712"/>
                  <a:pt x="28929" y="727031"/>
                </a:cubicBezTo>
                <a:lnTo>
                  <a:pt x="392" y="565190"/>
                </a:lnTo>
                <a:cubicBezTo>
                  <a:pt x="-1047" y="557033"/>
                  <a:pt x="1512" y="549096"/>
                  <a:pt x="7461" y="544110"/>
                </a:cubicBezTo>
                <a:cubicBezTo>
                  <a:pt x="7027" y="541254"/>
                  <a:pt x="8428" y="539399"/>
                  <a:pt x="10109" y="537718"/>
                </a:cubicBezTo>
                <a:lnTo>
                  <a:pt x="22045" y="525782"/>
                </a:lnTo>
                <a:close/>
                <a:moveTo>
                  <a:pt x="363907" y="0"/>
                </a:moveTo>
                <a:lnTo>
                  <a:pt x="535357" y="0"/>
                </a:lnTo>
                <a:lnTo>
                  <a:pt x="535357" y="230662"/>
                </a:lnTo>
                <a:lnTo>
                  <a:pt x="684473" y="230662"/>
                </a:lnTo>
                <a:lnTo>
                  <a:pt x="449632" y="449510"/>
                </a:lnTo>
                <a:lnTo>
                  <a:pt x="214792" y="230662"/>
                </a:lnTo>
                <a:lnTo>
                  <a:pt x="363907" y="23066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正方形/長方形 26"/>
          <p:cNvSpPr>
            <a:spLocks noChangeAspect="1"/>
          </p:cNvSpPr>
          <p:nvPr/>
        </p:nvSpPr>
        <p:spPr bwMode="gray">
          <a:xfrm>
            <a:off x="849245" y="3050933"/>
            <a:ext cx="830090" cy="704256"/>
          </a:xfrm>
          <a:custGeom>
            <a:avLst/>
            <a:gdLst/>
            <a:ahLst/>
            <a:cxnLst/>
            <a:rect l="l" t="t" r="r" b="b"/>
            <a:pathLst>
              <a:path w="899264" h="762944">
                <a:moveTo>
                  <a:pt x="161561" y="420935"/>
                </a:moveTo>
                <a:lnTo>
                  <a:pt x="191294" y="420935"/>
                </a:lnTo>
                <a:lnTo>
                  <a:pt x="266307" y="420935"/>
                </a:lnTo>
                <a:lnTo>
                  <a:pt x="138572" y="519133"/>
                </a:lnTo>
                <a:lnTo>
                  <a:pt x="122834" y="537617"/>
                </a:lnTo>
                <a:lnTo>
                  <a:pt x="276072" y="537617"/>
                </a:lnTo>
                <a:lnTo>
                  <a:pt x="324509" y="647150"/>
                </a:lnTo>
                <a:lnTo>
                  <a:pt x="574757" y="647150"/>
                </a:lnTo>
                <a:lnTo>
                  <a:pt x="623194" y="537617"/>
                </a:lnTo>
                <a:lnTo>
                  <a:pt x="778844" y="537617"/>
                </a:lnTo>
                <a:lnTo>
                  <a:pt x="653240" y="441057"/>
                </a:lnTo>
                <a:lnTo>
                  <a:pt x="653620" y="440562"/>
                </a:lnTo>
                <a:lnTo>
                  <a:pt x="630229" y="420935"/>
                </a:lnTo>
                <a:lnTo>
                  <a:pt x="668709" y="420935"/>
                </a:lnTo>
                <a:lnTo>
                  <a:pt x="702079" y="420935"/>
                </a:lnTo>
                <a:lnTo>
                  <a:pt x="735828" y="420935"/>
                </a:lnTo>
                <a:lnTo>
                  <a:pt x="892126" y="538394"/>
                </a:lnTo>
                <a:cubicBezTo>
                  <a:pt x="898056" y="544121"/>
                  <a:pt x="900314" y="552129"/>
                  <a:pt x="898018" y="559566"/>
                </a:cubicBezTo>
                <a:lnTo>
                  <a:pt x="899264" y="565190"/>
                </a:lnTo>
                <a:lnTo>
                  <a:pt x="877110" y="708944"/>
                </a:lnTo>
                <a:cubicBezTo>
                  <a:pt x="877110" y="738767"/>
                  <a:pt x="852933" y="762944"/>
                  <a:pt x="823110" y="762944"/>
                </a:cubicBezTo>
                <a:lnTo>
                  <a:pt x="80070" y="762944"/>
                </a:lnTo>
                <a:cubicBezTo>
                  <a:pt x="63686" y="762944"/>
                  <a:pt x="49006" y="755647"/>
                  <a:pt x="39584" y="743712"/>
                </a:cubicBezTo>
                <a:cubicBezTo>
                  <a:pt x="39345" y="743561"/>
                  <a:pt x="39115" y="743395"/>
                  <a:pt x="39081" y="742967"/>
                </a:cubicBezTo>
                <a:cubicBezTo>
                  <a:pt x="34931" y="739117"/>
                  <a:pt x="32003" y="734232"/>
                  <a:pt x="30090" y="728854"/>
                </a:cubicBezTo>
                <a:cubicBezTo>
                  <a:pt x="29195" y="728383"/>
                  <a:pt x="29049" y="727712"/>
                  <a:pt x="28929" y="727031"/>
                </a:cubicBezTo>
                <a:lnTo>
                  <a:pt x="392" y="565190"/>
                </a:lnTo>
                <a:cubicBezTo>
                  <a:pt x="-1047" y="557033"/>
                  <a:pt x="1512" y="549096"/>
                  <a:pt x="7461" y="544110"/>
                </a:cubicBezTo>
                <a:cubicBezTo>
                  <a:pt x="7027" y="541254"/>
                  <a:pt x="8428" y="539399"/>
                  <a:pt x="10109" y="537718"/>
                </a:cubicBezTo>
                <a:lnTo>
                  <a:pt x="22045" y="525782"/>
                </a:lnTo>
                <a:close/>
                <a:moveTo>
                  <a:pt x="449633" y="0"/>
                </a:moveTo>
                <a:lnTo>
                  <a:pt x="684473" y="218848"/>
                </a:lnTo>
                <a:lnTo>
                  <a:pt x="535358" y="218848"/>
                </a:lnTo>
                <a:lnTo>
                  <a:pt x="535358" y="449510"/>
                </a:lnTo>
                <a:lnTo>
                  <a:pt x="363908" y="449510"/>
                </a:lnTo>
                <a:lnTo>
                  <a:pt x="363908" y="218848"/>
                </a:lnTo>
                <a:lnTo>
                  <a:pt x="214792" y="218848"/>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14701041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US" altLang="ja-JP"/>
              <a:t>Transportation / Journey</a:t>
            </a:r>
            <a:endParaRPr kumimoji="1" lang="ja-JP" altLang="en-US"/>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26</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8" name="角丸四角形 16"/>
          <p:cNvSpPr>
            <a:spLocks noChangeAspect="1"/>
          </p:cNvSpPr>
          <p:nvPr/>
        </p:nvSpPr>
        <p:spPr bwMode="gray">
          <a:xfrm>
            <a:off x="901435" y="1685338"/>
            <a:ext cx="645288" cy="831454"/>
          </a:xfrm>
          <a:custGeom>
            <a:avLst/>
            <a:gdLst/>
            <a:ahLst/>
            <a:cxnLst/>
            <a:rect l="l" t="t" r="r" b="b"/>
            <a:pathLst>
              <a:path w="699062" h="900742">
                <a:moveTo>
                  <a:pt x="420894" y="575868"/>
                </a:moveTo>
                <a:cubicBezTo>
                  <a:pt x="434782" y="575868"/>
                  <a:pt x="446040" y="598542"/>
                  <a:pt x="446040" y="626512"/>
                </a:cubicBezTo>
                <a:cubicBezTo>
                  <a:pt x="446040" y="654482"/>
                  <a:pt x="434782" y="677156"/>
                  <a:pt x="420894" y="677156"/>
                </a:cubicBezTo>
                <a:cubicBezTo>
                  <a:pt x="407006" y="677156"/>
                  <a:pt x="395748" y="654482"/>
                  <a:pt x="395748" y="626512"/>
                </a:cubicBezTo>
                <a:cubicBezTo>
                  <a:pt x="395748" y="598542"/>
                  <a:pt x="407006" y="575868"/>
                  <a:pt x="420894" y="575868"/>
                </a:cubicBezTo>
                <a:close/>
                <a:moveTo>
                  <a:pt x="362117" y="397622"/>
                </a:moveTo>
                <a:cubicBezTo>
                  <a:pt x="318133" y="442866"/>
                  <a:pt x="258592" y="569165"/>
                  <a:pt x="258989" y="624575"/>
                </a:cubicBezTo>
                <a:cubicBezTo>
                  <a:pt x="259386" y="679985"/>
                  <a:pt x="306227" y="730084"/>
                  <a:pt x="364498" y="730084"/>
                </a:cubicBezTo>
                <a:cubicBezTo>
                  <a:pt x="422769" y="730084"/>
                  <a:pt x="470007" y="682846"/>
                  <a:pt x="470007" y="624575"/>
                </a:cubicBezTo>
                <a:cubicBezTo>
                  <a:pt x="470007" y="566304"/>
                  <a:pt x="408482" y="445246"/>
                  <a:pt x="362117" y="397622"/>
                </a:cubicBezTo>
                <a:close/>
                <a:moveTo>
                  <a:pt x="356563" y="74762"/>
                </a:moveTo>
                <a:cubicBezTo>
                  <a:pt x="339903" y="74762"/>
                  <a:pt x="326397" y="88268"/>
                  <a:pt x="326397" y="104928"/>
                </a:cubicBezTo>
                <a:lnTo>
                  <a:pt x="326397" y="150176"/>
                </a:lnTo>
                <a:cubicBezTo>
                  <a:pt x="326397" y="166836"/>
                  <a:pt x="339903" y="180342"/>
                  <a:pt x="356563" y="180342"/>
                </a:cubicBezTo>
                <a:lnTo>
                  <a:pt x="592644" y="180342"/>
                </a:lnTo>
                <a:cubicBezTo>
                  <a:pt x="609304" y="180342"/>
                  <a:pt x="622810" y="166836"/>
                  <a:pt x="622810" y="150176"/>
                </a:cubicBezTo>
                <a:lnTo>
                  <a:pt x="622810" y="104928"/>
                </a:lnTo>
                <a:cubicBezTo>
                  <a:pt x="622810" y="88268"/>
                  <a:pt x="609304" y="74762"/>
                  <a:pt x="592644" y="74762"/>
                </a:cubicBezTo>
                <a:close/>
                <a:moveTo>
                  <a:pt x="274576" y="742"/>
                </a:moveTo>
                <a:lnTo>
                  <a:pt x="666121" y="742"/>
                </a:lnTo>
                <a:cubicBezTo>
                  <a:pt x="684314" y="742"/>
                  <a:pt x="699062" y="15490"/>
                  <a:pt x="699062" y="33683"/>
                </a:cubicBezTo>
                <a:lnTo>
                  <a:pt x="699062" y="867801"/>
                </a:lnTo>
                <a:cubicBezTo>
                  <a:pt x="699062" y="885994"/>
                  <a:pt x="684314" y="900742"/>
                  <a:pt x="666121" y="900742"/>
                </a:cubicBezTo>
                <a:lnTo>
                  <a:pt x="62873" y="900742"/>
                </a:lnTo>
                <a:cubicBezTo>
                  <a:pt x="44680" y="900742"/>
                  <a:pt x="29932" y="885994"/>
                  <a:pt x="29932" y="867801"/>
                </a:cubicBezTo>
                <a:lnTo>
                  <a:pt x="29932" y="254078"/>
                </a:lnTo>
                <a:close/>
                <a:moveTo>
                  <a:pt x="136770" y="4"/>
                </a:moveTo>
                <a:cubicBezTo>
                  <a:pt x="144133" y="-124"/>
                  <a:pt x="151544" y="2556"/>
                  <a:pt x="157260" y="8075"/>
                </a:cubicBezTo>
                <a:lnTo>
                  <a:pt x="167823" y="18276"/>
                </a:lnTo>
                <a:cubicBezTo>
                  <a:pt x="179254" y="29315"/>
                  <a:pt x="179572" y="47532"/>
                  <a:pt x="168534" y="58963"/>
                </a:cubicBezTo>
                <a:lnTo>
                  <a:pt x="60036" y="171316"/>
                </a:lnTo>
                <a:cubicBezTo>
                  <a:pt x="48997" y="182747"/>
                  <a:pt x="30780" y="183065"/>
                  <a:pt x="19349" y="172026"/>
                </a:cubicBezTo>
                <a:lnTo>
                  <a:pt x="8785" y="161825"/>
                </a:lnTo>
                <a:cubicBezTo>
                  <a:pt x="-2646" y="150786"/>
                  <a:pt x="-2964" y="132569"/>
                  <a:pt x="8075" y="121138"/>
                </a:cubicBezTo>
                <a:lnTo>
                  <a:pt x="116573" y="8785"/>
                </a:lnTo>
                <a:cubicBezTo>
                  <a:pt x="122093" y="3070"/>
                  <a:pt x="129407" y="133"/>
                  <a:pt x="136770" y="4"/>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角丸四角形 172"/>
          <p:cNvSpPr>
            <a:spLocks noChangeAspect="1"/>
          </p:cNvSpPr>
          <p:nvPr/>
        </p:nvSpPr>
        <p:spPr bwMode="gray">
          <a:xfrm>
            <a:off x="2354395" y="3031591"/>
            <a:ext cx="830769" cy="695957"/>
          </a:xfrm>
          <a:custGeom>
            <a:avLst/>
            <a:gdLst/>
            <a:ahLst/>
            <a:cxnLst/>
            <a:rect l="l" t="t" r="r" b="b"/>
            <a:pathLst>
              <a:path w="900000" h="753953">
                <a:moveTo>
                  <a:pt x="763563" y="186115"/>
                </a:moveTo>
                <a:lnTo>
                  <a:pt x="826783" y="186115"/>
                </a:lnTo>
                <a:cubicBezTo>
                  <a:pt x="867220" y="186115"/>
                  <a:pt x="900000" y="218895"/>
                  <a:pt x="900000" y="259332"/>
                </a:cubicBezTo>
                <a:lnTo>
                  <a:pt x="900000" y="680736"/>
                </a:lnTo>
                <a:cubicBezTo>
                  <a:pt x="900000" y="721173"/>
                  <a:pt x="867220" y="753953"/>
                  <a:pt x="826783" y="753953"/>
                </a:cubicBezTo>
                <a:lnTo>
                  <a:pt x="763563" y="753953"/>
                </a:lnTo>
                <a:close/>
                <a:moveTo>
                  <a:pt x="173013" y="186115"/>
                </a:moveTo>
                <a:lnTo>
                  <a:pt x="726987" y="186115"/>
                </a:lnTo>
                <a:lnTo>
                  <a:pt x="726987" y="753953"/>
                </a:lnTo>
                <a:lnTo>
                  <a:pt x="173013" y="753953"/>
                </a:lnTo>
                <a:close/>
                <a:moveTo>
                  <a:pt x="73217" y="186115"/>
                </a:moveTo>
                <a:lnTo>
                  <a:pt x="136437" y="186115"/>
                </a:lnTo>
                <a:lnTo>
                  <a:pt x="136437" y="753953"/>
                </a:lnTo>
                <a:lnTo>
                  <a:pt x="73217" y="753953"/>
                </a:lnTo>
                <a:cubicBezTo>
                  <a:pt x="32780" y="753953"/>
                  <a:pt x="0" y="721173"/>
                  <a:pt x="0" y="680736"/>
                </a:cubicBezTo>
                <a:lnTo>
                  <a:pt x="0" y="259332"/>
                </a:lnTo>
                <a:cubicBezTo>
                  <a:pt x="0" y="218895"/>
                  <a:pt x="32780" y="186115"/>
                  <a:pt x="73217" y="186115"/>
                </a:cubicBezTo>
                <a:close/>
                <a:moveTo>
                  <a:pt x="275440" y="0"/>
                </a:moveTo>
                <a:lnTo>
                  <a:pt x="624560" y="0"/>
                </a:lnTo>
                <a:lnTo>
                  <a:pt x="624572" y="5"/>
                </a:lnTo>
                <a:lnTo>
                  <a:pt x="625258" y="5"/>
                </a:lnTo>
                <a:cubicBezTo>
                  <a:pt x="633842" y="5"/>
                  <a:pt x="640800" y="6963"/>
                  <a:pt x="640800" y="15547"/>
                </a:cubicBezTo>
                <a:lnTo>
                  <a:pt x="640800" y="16240"/>
                </a:lnTo>
                <a:lnTo>
                  <a:pt x="640800" y="109713"/>
                </a:lnTo>
                <a:lnTo>
                  <a:pt x="640800" y="138064"/>
                </a:lnTo>
                <a:cubicBezTo>
                  <a:pt x="640800" y="146648"/>
                  <a:pt x="633842" y="153606"/>
                  <a:pt x="625258" y="153606"/>
                </a:cubicBezTo>
                <a:lnTo>
                  <a:pt x="616742" y="153606"/>
                </a:lnTo>
                <a:cubicBezTo>
                  <a:pt x="608158" y="153606"/>
                  <a:pt x="601200" y="146648"/>
                  <a:pt x="601200" y="138064"/>
                </a:cubicBezTo>
                <a:lnTo>
                  <a:pt x="601200" y="125953"/>
                </a:lnTo>
                <a:lnTo>
                  <a:pt x="601200" y="64895"/>
                </a:lnTo>
                <a:cubicBezTo>
                  <a:pt x="601200" y="54042"/>
                  <a:pt x="592401" y="45243"/>
                  <a:pt x="581548" y="45243"/>
                </a:cubicBezTo>
                <a:lnTo>
                  <a:pt x="318452" y="45243"/>
                </a:lnTo>
                <a:cubicBezTo>
                  <a:pt x="307599" y="45243"/>
                  <a:pt x="298800" y="54042"/>
                  <a:pt x="298800" y="64895"/>
                </a:cubicBezTo>
                <a:lnTo>
                  <a:pt x="298800" y="125953"/>
                </a:lnTo>
                <a:lnTo>
                  <a:pt x="298800" y="138064"/>
                </a:lnTo>
                <a:cubicBezTo>
                  <a:pt x="298800" y="146648"/>
                  <a:pt x="291842" y="153606"/>
                  <a:pt x="283258" y="153606"/>
                </a:cubicBezTo>
                <a:lnTo>
                  <a:pt x="274742" y="153606"/>
                </a:lnTo>
                <a:cubicBezTo>
                  <a:pt x="266158" y="153606"/>
                  <a:pt x="259200" y="146648"/>
                  <a:pt x="259200" y="138064"/>
                </a:cubicBezTo>
                <a:lnTo>
                  <a:pt x="259200" y="109713"/>
                </a:lnTo>
                <a:lnTo>
                  <a:pt x="259200" y="16240"/>
                </a:lnTo>
                <a:lnTo>
                  <a:pt x="259200" y="15547"/>
                </a:lnTo>
                <a:cubicBezTo>
                  <a:pt x="259200" y="6963"/>
                  <a:pt x="266158" y="5"/>
                  <a:pt x="274742" y="5"/>
                </a:cubicBezTo>
                <a:lnTo>
                  <a:pt x="275428" y="5"/>
                </a:lnTo>
                <a:cubicBezTo>
                  <a:pt x="275432" y="0"/>
                  <a:pt x="275436" y="0"/>
                  <a:pt x="27544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円/楕円 12"/>
          <p:cNvSpPr>
            <a:spLocks noChangeAspect="1"/>
          </p:cNvSpPr>
          <p:nvPr/>
        </p:nvSpPr>
        <p:spPr bwMode="gray">
          <a:xfrm>
            <a:off x="808696" y="2967507"/>
            <a:ext cx="830769" cy="824123"/>
          </a:xfrm>
          <a:custGeom>
            <a:avLst/>
            <a:gdLst/>
            <a:ahLst/>
            <a:cxnLst/>
            <a:rect l="l" t="t" r="r" b="b"/>
            <a:pathLst>
              <a:path w="900002" h="802850">
                <a:moveTo>
                  <a:pt x="278602" y="0"/>
                </a:moveTo>
                <a:cubicBezTo>
                  <a:pt x="304896" y="3175"/>
                  <a:pt x="352621" y="1588"/>
                  <a:pt x="364628" y="19051"/>
                </a:cubicBezTo>
                <a:cubicBezTo>
                  <a:pt x="371774" y="22263"/>
                  <a:pt x="409461" y="66746"/>
                  <a:pt x="458568" y="127110"/>
                </a:cubicBezTo>
                <a:lnTo>
                  <a:pt x="503911" y="127110"/>
                </a:lnTo>
                <a:cubicBezTo>
                  <a:pt x="516533" y="127110"/>
                  <a:pt x="526765" y="137342"/>
                  <a:pt x="526765" y="149964"/>
                </a:cubicBezTo>
                <a:lnTo>
                  <a:pt x="526764" y="149964"/>
                </a:lnTo>
                <a:cubicBezTo>
                  <a:pt x="526764" y="162586"/>
                  <a:pt x="516532" y="172818"/>
                  <a:pt x="503910" y="172818"/>
                </a:cubicBezTo>
                <a:lnTo>
                  <a:pt x="495624" y="172818"/>
                </a:lnTo>
                <a:lnTo>
                  <a:pt x="554344" y="246173"/>
                </a:lnTo>
                <a:lnTo>
                  <a:pt x="599851" y="246173"/>
                </a:lnTo>
                <a:cubicBezTo>
                  <a:pt x="612473" y="246173"/>
                  <a:pt x="622705" y="256405"/>
                  <a:pt x="622705" y="269027"/>
                </a:cubicBezTo>
                <a:lnTo>
                  <a:pt x="622704" y="269027"/>
                </a:lnTo>
                <a:cubicBezTo>
                  <a:pt x="622704" y="281649"/>
                  <a:pt x="612472" y="291881"/>
                  <a:pt x="599850" y="291881"/>
                </a:cubicBezTo>
                <a:lnTo>
                  <a:pt x="590933" y="291881"/>
                </a:lnTo>
                <a:lnTo>
                  <a:pt x="646835" y="362001"/>
                </a:lnTo>
                <a:cubicBezTo>
                  <a:pt x="663796" y="360278"/>
                  <a:pt x="681710" y="359753"/>
                  <a:pt x="700212" y="359753"/>
                </a:cubicBezTo>
                <a:cubicBezTo>
                  <a:pt x="810553" y="359753"/>
                  <a:pt x="900002" y="378410"/>
                  <a:pt x="900002" y="401425"/>
                </a:cubicBezTo>
                <a:cubicBezTo>
                  <a:pt x="900002" y="424440"/>
                  <a:pt x="810553" y="443097"/>
                  <a:pt x="700212" y="443097"/>
                </a:cubicBezTo>
                <a:lnTo>
                  <a:pt x="646835" y="440849"/>
                </a:lnTo>
                <a:cubicBezTo>
                  <a:pt x="629237" y="462881"/>
                  <a:pt x="610335" y="486628"/>
                  <a:pt x="590933" y="510969"/>
                </a:cubicBezTo>
                <a:lnTo>
                  <a:pt x="599850" y="510969"/>
                </a:lnTo>
                <a:cubicBezTo>
                  <a:pt x="612472" y="510969"/>
                  <a:pt x="622704" y="521201"/>
                  <a:pt x="622704" y="533823"/>
                </a:cubicBezTo>
                <a:lnTo>
                  <a:pt x="622705" y="533823"/>
                </a:lnTo>
                <a:cubicBezTo>
                  <a:pt x="622705" y="546445"/>
                  <a:pt x="612473" y="556677"/>
                  <a:pt x="599851" y="556677"/>
                </a:cubicBezTo>
                <a:lnTo>
                  <a:pt x="554344" y="556677"/>
                </a:lnTo>
                <a:lnTo>
                  <a:pt x="495624" y="630032"/>
                </a:lnTo>
                <a:lnTo>
                  <a:pt x="503910" y="630032"/>
                </a:lnTo>
                <a:cubicBezTo>
                  <a:pt x="516532" y="630032"/>
                  <a:pt x="526764" y="640264"/>
                  <a:pt x="526764" y="652886"/>
                </a:cubicBezTo>
                <a:lnTo>
                  <a:pt x="526765" y="652886"/>
                </a:lnTo>
                <a:cubicBezTo>
                  <a:pt x="526765" y="665508"/>
                  <a:pt x="516533" y="675740"/>
                  <a:pt x="503911" y="675740"/>
                </a:cubicBezTo>
                <a:lnTo>
                  <a:pt x="458568" y="675740"/>
                </a:lnTo>
                <a:cubicBezTo>
                  <a:pt x="409461" y="736104"/>
                  <a:pt x="371774" y="780587"/>
                  <a:pt x="364628" y="783799"/>
                </a:cubicBezTo>
                <a:cubicBezTo>
                  <a:pt x="352621" y="801262"/>
                  <a:pt x="304896" y="799675"/>
                  <a:pt x="278602" y="802850"/>
                </a:cubicBezTo>
                <a:cubicBezTo>
                  <a:pt x="324989" y="698663"/>
                  <a:pt x="411858" y="544467"/>
                  <a:pt x="420145" y="471236"/>
                </a:cubicBezTo>
                <a:cubicBezTo>
                  <a:pt x="424919" y="427702"/>
                  <a:pt x="243022" y="432033"/>
                  <a:pt x="152640" y="426515"/>
                </a:cubicBezTo>
                <a:lnTo>
                  <a:pt x="152640" y="427548"/>
                </a:lnTo>
                <a:lnTo>
                  <a:pt x="59794" y="538027"/>
                </a:lnTo>
                <a:lnTo>
                  <a:pt x="0" y="546431"/>
                </a:lnTo>
                <a:lnTo>
                  <a:pt x="0" y="542936"/>
                </a:lnTo>
                <a:lnTo>
                  <a:pt x="35433" y="419425"/>
                </a:lnTo>
                <a:lnTo>
                  <a:pt x="30638" y="419425"/>
                </a:lnTo>
                <a:cubicBezTo>
                  <a:pt x="20697" y="419425"/>
                  <a:pt x="12638" y="411366"/>
                  <a:pt x="12638" y="401425"/>
                </a:cubicBezTo>
                <a:cubicBezTo>
                  <a:pt x="12638" y="391484"/>
                  <a:pt x="20697" y="383425"/>
                  <a:pt x="30638" y="383425"/>
                </a:cubicBezTo>
                <a:lnTo>
                  <a:pt x="35433" y="383425"/>
                </a:lnTo>
                <a:lnTo>
                  <a:pt x="0" y="259914"/>
                </a:lnTo>
                <a:lnTo>
                  <a:pt x="0" y="256419"/>
                </a:lnTo>
                <a:lnTo>
                  <a:pt x="59794" y="264823"/>
                </a:lnTo>
                <a:lnTo>
                  <a:pt x="152640" y="375302"/>
                </a:lnTo>
                <a:lnTo>
                  <a:pt x="152640" y="376335"/>
                </a:lnTo>
                <a:cubicBezTo>
                  <a:pt x="243022" y="370817"/>
                  <a:pt x="424919" y="375148"/>
                  <a:pt x="420145" y="331614"/>
                </a:cubicBezTo>
                <a:cubicBezTo>
                  <a:pt x="411858" y="258383"/>
                  <a:pt x="324989" y="104187"/>
                  <a:pt x="27860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lang="ja-JP" altLang="en-US" sz="1108">
              <a:solidFill>
                <a:schemeClr val="tx1"/>
              </a:solidFill>
              <a:latin typeface="+mj-lt"/>
            </a:endParaRPr>
          </a:p>
        </p:txBody>
      </p:sp>
      <p:sp>
        <p:nvSpPr>
          <p:cNvPr id="31" name="角丸四角形 6"/>
          <p:cNvSpPr>
            <a:spLocks noChangeAspect="1"/>
          </p:cNvSpPr>
          <p:nvPr/>
        </p:nvSpPr>
        <p:spPr bwMode="gray">
          <a:xfrm>
            <a:off x="2323411" y="1722589"/>
            <a:ext cx="832002" cy="540709"/>
          </a:xfrm>
          <a:custGeom>
            <a:avLst/>
            <a:gdLst/>
            <a:ahLst/>
            <a:cxnLst/>
            <a:rect l="l" t="t" r="r" b="b"/>
            <a:pathLst>
              <a:path w="901335" h="585768">
                <a:moveTo>
                  <a:pt x="119779" y="477404"/>
                </a:moveTo>
                <a:cubicBezTo>
                  <a:pt x="125660" y="498408"/>
                  <a:pt x="145102" y="513470"/>
                  <a:pt x="168062" y="513470"/>
                </a:cubicBezTo>
                <a:cubicBezTo>
                  <a:pt x="191022" y="513470"/>
                  <a:pt x="210464" y="498408"/>
                  <a:pt x="216345" y="477404"/>
                </a:cubicBezTo>
                <a:close/>
                <a:moveTo>
                  <a:pt x="90152" y="477404"/>
                </a:moveTo>
                <a:cubicBezTo>
                  <a:pt x="95844" y="514976"/>
                  <a:pt x="128669" y="543095"/>
                  <a:pt x="168061" y="543095"/>
                </a:cubicBezTo>
                <a:cubicBezTo>
                  <a:pt x="207453" y="543095"/>
                  <a:pt x="240278" y="514976"/>
                  <a:pt x="245970" y="477404"/>
                </a:cubicBezTo>
                <a:lnTo>
                  <a:pt x="227409" y="477404"/>
                </a:lnTo>
                <a:cubicBezTo>
                  <a:pt x="221608" y="504630"/>
                  <a:pt x="197159" y="524534"/>
                  <a:pt x="168061" y="524534"/>
                </a:cubicBezTo>
                <a:cubicBezTo>
                  <a:pt x="138963" y="524534"/>
                  <a:pt x="114514" y="504630"/>
                  <a:pt x="108713" y="477404"/>
                </a:cubicBezTo>
                <a:close/>
                <a:moveTo>
                  <a:pt x="837169" y="408129"/>
                </a:moveTo>
                <a:cubicBezTo>
                  <a:pt x="855660" y="407043"/>
                  <a:pt x="874071" y="410146"/>
                  <a:pt x="892117" y="416437"/>
                </a:cubicBezTo>
                <a:cubicBezTo>
                  <a:pt x="898223" y="430434"/>
                  <a:pt x="901335" y="445901"/>
                  <a:pt x="901335" y="462095"/>
                </a:cubicBezTo>
                <a:cubicBezTo>
                  <a:pt x="901335" y="530398"/>
                  <a:pt x="845965" y="585768"/>
                  <a:pt x="777662" y="585768"/>
                </a:cubicBezTo>
                <a:cubicBezTo>
                  <a:pt x="719376" y="585768"/>
                  <a:pt x="670508" y="545448"/>
                  <a:pt x="659748" y="490620"/>
                </a:cubicBezTo>
                <a:cubicBezTo>
                  <a:pt x="671417" y="475099"/>
                  <a:pt x="684636" y="463074"/>
                  <a:pt x="698380" y="453587"/>
                </a:cubicBezTo>
                <a:cubicBezTo>
                  <a:pt x="696817" y="456293"/>
                  <a:pt x="696662" y="459176"/>
                  <a:pt x="696662" y="462095"/>
                </a:cubicBezTo>
                <a:cubicBezTo>
                  <a:pt x="696662" y="506830"/>
                  <a:pt x="732927" y="543095"/>
                  <a:pt x="777662" y="543095"/>
                </a:cubicBezTo>
                <a:cubicBezTo>
                  <a:pt x="822397" y="543095"/>
                  <a:pt x="858662" y="506830"/>
                  <a:pt x="858662" y="462095"/>
                </a:cubicBezTo>
                <a:cubicBezTo>
                  <a:pt x="858662" y="441149"/>
                  <a:pt x="850711" y="422060"/>
                  <a:pt x="837169" y="408129"/>
                </a:cubicBezTo>
                <a:close/>
                <a:moveTo>
                  <a:pt x="806051" y="407317"/>
                </a:moveTo>
                <a:cubicBezTo>
                  <a:pt x="826422" y="417046"/>
                  <a:pt x="840101" y="437973"/>
                  <a:pt x="840101" y="462095"/>
                </a:cubicBezTo>
                <a:cubicBezTo>
                  <a:pt x="840101" y="496579"/>
                  <a:pt x="812146" y="524534"/>
                  <a:pt x="777662" y="524534"/>
                </a:cubicBezTo>
                <a:cubicBezTo>
                  <a:pt x="743178" y="524534"/>
                  <a:pt x="715223" y="496579"/>
                  <a:pt x="715223" y="462095"/>
                </a:cubicBezTo>
                <a:lnTo>
                  <a:pt x="719573" y="440548"/>
                </a:lnTo>
                <a:lnTo>
                  <a:pt x="739736" y="428143"/>
                </a:lnTo>
                <a:cubicBezTo>
                  <a:pt x="731242" y="436921"/>
                  <a:pt x="726289" y="448930"/>
                  <a:pt x="726289" y="462096"/>
                </a:cubicBezTo>
                <a:cubicBezTo>
                  <a:pt x="726289" y="490469"/>
                  <a:pt x="749290" y="513470"/>
                  <a:pt x="777663" y="513470"/>
                </a:cubicBezTo>
                <a:cubicBezTo>
                  <a:pt x="806036" y="513470"/>
                  <a:pt x="829037" y="490469"/>
                  <a:pt x="829037" y="462096"/>
                </a:cubicBezTo>
                <a:cubicBezTo>
                  <a:pt x="829037" y="436772"/>
                  <a:pt x="810713" y="415727"/>
                  <a:pt x="786426" y="412491"/>
                </a:cubicBezTo>
                <a:close/>
                <a:moveTo>
                  <a:pt x="781862" y="309711"/>
                </a:moveTo>
                <a:cubicBezTo>
                  <a:pt x="822710" y="309711"/>
                  <a:pt x="860860" y="327055"/>
                  <a:pt x="892639" y="369632"/>
                </a:cubicBezTo>
                <a:cubicBezTo>
                  <a:pt x="896974" y="380176"/>
                  <a:pt x="898501" y="392308"/>
                  <a:pt x="893289" y="394034"/>
                </a:cubicBezTo>
                <a:cubicBezTo>
                  <a:pt x="817632" y="370028"/>
                  <a:pt x="728032" y="401274"/>
                  <a:pt x="667182" y="453537"/>
                </a:cubicBezTo>
                <a:cubicBezTo>
                  <a:pt x="623779" y="484205"/>
                  <a:pt x="587438" y="511774"/>
                  <a:pt x="603210" y="461510"/>
                </a:cubicBezTo>
                <a:cubicBezTo>
                  <a:pt x="636242" y="372098"/>
                  <a:pt x="697322" y="309711"/>
                  <a:pt x="781862" y="309711"/>
                </a:cubicBezTo>
                <a:close/>
                <a:moveTo>
                  <a:pt x="225458" y="148804"/>
                </a:moveTo>
                <a:lnTo>
                  <a:pt x="416799" y="148804"/>
                </a:lnTo>
                <a:cubicBezTo>
                  <a:pt x="424755" y="148804"/>
                  <a:pt x="431205" y="155254"/>
                  <a:pt x="431205" y="163210"/>
                </a:cubicBezTo>
                <a:lnTo>
                  <a:pt x="431205" y="183575"/>
                </a:lnTo>
                <a:cubicBezTo>
                  <a:pt x="431205" y="191531"/>
                  <a:pt x="424755" y="197981"/>
                  <a:pt x="416799" y="197981"/>
                </a:cubicBezTo>
                <a:lnTo>
                  <a:pt x="225458" y="197981"/>
                </a:lnTo>
                <a:cubicBezTo>
                  <a:pt x="217502" y="197981"/>
                  <a:pt x="211052" y="191531"/>
                  <a:pt x="211052" y="183575"/>
                </a:cubicBezTo>
                <a:lnTo>
                  <a:pt x="211052" y="163210"/>
                </a:lnTo>
                <a:cubicBezTo>
                  <a:pt x="211052" y="155254"/>
                  <a:pt x="217502" y="148804"/>
                  <a:pt x="225458" y="148804"/>
                </a:cubicBezTo>
                <a:close/>
                <a:moveTo>
                  <a:pt x="575075" y="80373"/>
                </a:moveTo>
                <a:cubicBezTo>
                  <a:pt x="578756" y="82774"/>
                  <a:pt x="585108" y="92819"/>
                  <a:pt x="587135" y="95567"/>
                </a:cubicBezTo>
                <a:lnTo>
                  <a:pt x="587237" y="96863"/>
                </a:lnTo>
                <a:lnTo>
                  <a:pt x="668164" y="221479"/>
                </a:lnTo>
                <a:lnTo>
                  <a:pt x="668412" y="221538"/>
                </a:lnTo>
                <a:lnTo>
                  <a:pt x="694599" y="261862"/>
                </a:lnTo>
                <a:lnTo>
                  <a:pt x="695525" y="260620"/>
                </a:lnTo>
                <a:lnTo>
                  <a:pt x="703830" y="279315"/>
                </a:lnTo>
                <a:cubicBezTo>
                  <a:pt x="709367" y="290769"/>
                  <a:pt x="704793" y="304192"/>
                  <a:pt x="693727" y="311378"/>
                </a:cubicBezTo>
                <a:cubicBezTo>
                  <a:pt x="650065" y="340425"/>
                  <a:pt x="592115" y="419478"/>
                  <a:pt x="569884" y="462812"/>
                </a:cubicBezTo>
                <a:cubicBezTo>
                  <a:pt x="560987" y="486140"/>
                  <a:pt x="524404" y="474802"/>
                  <a:pt x="515287" y="477234"/>
                </a:cubicBezTo>
                <a:cubicBezTo>
                  <a:pt x="515214" y="477275"/>
                  <a:pt x="515195" y="477338"/>
                  <a:pt x="515180" y="477404"/>
                </a:cubicBezTo>
                <a:lnTo>
                  <a:pt x="288643" y="477404"/>
                </a:lnTo>
                <a:cubicBezTo>
                  <a:pt x="283104" y="538621"/>
                  <a:pt x="231089" y="585768"/>
                  <a:pt x="168061" y="585768"/>
                </a:cubicBezTo>
                <a:cubicBezTo>
                  <a:pt x="100531" y="585768"/>
                  <a:pt x="45642" y="531644"/>
                  <a:pt x="44853" y="464400"/>
                </a:cubicBezTo>
                <a:lnTo>
                  <a:pt x="0" y="464400"/>
                </a:lnTo>
                <a:cubicBezTo>
                  <a:pt x="871" y="411771"/>
                  <a:pt x="19157" y="363851"/>
                  <a:pt x="50178" y="325748"/>
                </a:cubicBezTo>
                <a:lnTo>
                  <a:pt x="46114" y="325748"/>
                </a:lnTo>
                <a:cubicBezTo>
                  <a:pt x="39156" y="325748"/>
                  <a:pt x="33515" y="320107"/>
                  <a:pt x="33515" y="313149"/>
                </a:cubicBezTo>
                <a:lnTo>
                  <a:pt x="33515" y="302347"/>
                </a:lnTo>
                <a:cubicBezTo>
                  <a:pt x="33515" y="295389"/>
                  <a:pt x="39156" y="289748"/>
                  <a:pt x="46114" y="289748"/>
                </a:cubicBezTo>
                <a:lnTo>
                  <a:pt x="53891" y="289748"/>
                </a:lnTo>
                <a:lnTo>
                  <a:pt x="53891" y="288971"/>
                </a:lnTo>
                <a:cubicBezTo>
                  <a:pt x="53891" y="280205"/>
                  <a:pt x="60998" y="273098"/>
                  <a:pt x="69764" y="273098"/>
                </a:cubicBezTo>
                <a:lnTo>
                  <a:pt x="102059" y="273098"/>
                </a:lnTo>
                <a:cubicBezTo>
                  <a:pt x="143838" y="240807"/>
                  <a:pt x="195640" y="221584"/>
                  <a:pt x="249380" y="219602"/>
                </a:cubicBezTo>
                <a:lnTo>
                  <a:pt x="304483" y="219602"/>
                </a:lnTo>
                <a:lnTo>
                  <a:pt x="415308" y="219602"/>
                </a:lnTo>
                <a:lnTo>
                  <a:pt x="419683" y="219602"/>
                </a:lnTo>
                <a:cubicBezTo>
                  <a:pt x="427636" y="219602"/>
                  <a:pt x="434083" y="226049"/>
                  <a:pt x="434083" y="234002"/>
                </a:cubicBezTo>
                <a:cubicBezTo>
                  <a:pt x="434083" y="240547"/>
                  <a:pt x="429717" y="246071"/>
                  <a:pt x="423452" y="246841"/>
                </a:cubicBezTo>
                <a:lnTo>
                  <a:pt x="424130" y="249110"/>
                </a:lnTo>
                <a:cubicBezTo>
                  <a:pt x="385405" y="257019"/>
                  <a:pt x="356985" y="292132"/>
                  <a:pt x="356985" y="333986"/>
                </a:cubicBezTo>
                <a:cubicBezTo>
                  <a:pt x="356985" y="383195"/>
                  <a:pt x="396271" y="423086"/>
                  <a:pt x="444733" y="423086"/>
                </a:cubicBezTo>
                <a:lnTo>
                  <a:pt x="532481" y="423086"/>
                </a:lnTo>
                <a:lnTo>
                  <a:pt x="532481" y="423085"/>
                </a:lnTo>
                <a:lnTo>
                  <a:pt x="540393" y="423085"/>
                </a:lnTo>
                <a:lnTo>
                  <a:pt x="597330" y="341773"/>
                </a:lnTo>
                <a:lnTo>
                  <a:pt x="618451" y="311608"/>
                </a:lnTo>
                <a:cubicBezTo>
                  <a:pt x="623378" y="304571"/>
                  <a:pt x="626931" y="296984"/>
                  <a:pt x="628350" y="288931"/>
                </a:cubicBezTo>
                <a:cubicBezTo>
                  <a:pt x="637633" y="269302"/>
                  <a:pt x="637253" y="245847"/>
                  <a:pt x="626277" y="225202"/>
                </a:cubicBezTo>
                <a:lnTo>
                  <a:pt x="623299" y="219602"/>
                </a:lnTo>
                <a:lnTo>
                  <a:pt x="623300" y="219602"/>
                </a:lnTo>
                <a:lnTo>
                  <a:pt x="560478" y="101451"/>
                </a:lnTo>
                <a:lnTo>
                  <a:pt x="560608" y="101385"/>
                </a:lnTo>
                <a:lnTo>
                  <a:pt x="559308" y="98834"/>
                </a:lnTo>
                <a:cubicBezTo>
                  <a:pt x="556014" y="92369"/>
                  <a:pt x="558585" y="84455"/>
                  <a:pt x="565050" y="81161"/>
                </a:cubicBezTo>
                <a:cubicBezTo>
                  <a:pt x="568283" y="79514"/>
                  <a:pt x="571877" y="79334"/>
                  <a:pt x="575075" y="80373"/>
                </a:cubicBezTo>
                <a:close/>
                <a:moveTo>
                  <a:pt x="594876" y="479"/>
                </a:moveTo>
                <a:lnTo>
                  <a:pt x="619025" y="1292"/>
                </a:lnTo>
                <a:lnTo>
                  <a:pt x="619025" y="57320"/>
                </a:lnTo>
                <a:cubicBezTo>
                  <a:pt x="615254" y="60678"/>
                  <a:pt x="610634" y="61784"/>
                  <a:pt x="605835" y="62631"/>
                </a:cubicBezTo>
                <a:cubicBezTo>
                  <a:pt x="588861" y="65624"/>
                  <a:pt x="572883" y="64791"/>
                  <a:pt x="560845" y="60972"/>
                </a:cubicBezTo>
                <a:cubicBezTo>
                  <a:pt x="559117" y="64602"/>
                  <a:pt x="555347" y="66720"/>
                  <a:pt x="551083" y="66720"/>
                </a:cubicBezTo>
                <a:cubicBezTo>
                  <a:pt x="544124" y="66720"/>
                  <a:pt x="538483" y="61079"/>
                  <a:pt x="538483" y="54120"/>
                </a:cubicBezTo>
                <a:lnTo>
                  <a:pt x="541788" y="46142"/>
                </a:lnTo>
                <a:cubicBezTo>
                  <a:pt x="540156" y="45237"/>
                  <a:pt x="539688" y="43798"/>
                  <a:pt x="539423" y="42299"/>
                </a:cubicBezTo>
                <a:cubicBezTo>
                  <a:pt x="536397" y="25136"/>
                  <a:pt x="561224" y="6414"/>
                  <a:pt x="594876" y="479"/>
                </a:cubicBezTo>
                <a:close/>
                <a:moveTo>
                  <a:pt x="637525" y="0"/>
                </a:moveTo>
                <a:cubicBezTo>
                  <a:pt x="647766" y="6038"/>
                  <a:pt x="653684" y="16775"/>
                  <a:pt x="653684" y="28799"/>
                </a:cubicBezTo>
                <a:cubicBezTo>
                  <a:pt x="653684" y="40823"/>
                  <a:pt x="647766" y="51561"/>
                  <a:pt x="637525" y="5760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2" name="角丸四角形 2"/>
          <p:cNvSpPr>
            <a:spLocks noChangeAspect="1"/>
          </p:cNvSpPr>
          <p:nvPr/>
        </p:nvSpPr>
        <p:spPr bwMode="gray">
          <a:xfrm>
            <a:off x="7147658" y="1600933"/>
            <a:ext cx="199385" cy="830769"/>
          </a:xfrm>
          <a:custGeom>
            <a:avLst/>
            <a:gdLst/>
            <a:ahLst/>
            <a:cxnLst/>
            <a:rect l="l" t="t" r="r" b="b"/>
            <a:pathLst>
              <a:path w="216000" h="900000">
                <a:moveTo>
                  <a:pt x="108000" y="383712"/>
                </a:moveTo>
                <a:cubicBezTo>
                  <a:pt x="68231" y="383712"/>
                  <a:pt x="35992" y="415951"/>
                  <a:pt x="35992" y="455720"/>
                </a:cubicBezTo>
                <a:cubicBezTo>
                  <a:pt x="35992" y="495489"/>
                  <a:pt x="68231" y="527728"/>
                  <a:pt x="108000" y="527728"/>
                </a:cubicBezTo>
                <a:cubicBezTo>
                  <a:pt x="147769" y="527728"/>
                  <a:pt x="180008" y="495489"/>
                  <a:pt x="180008" y="455720"/>
                </a:cubicBezTo>
                <a:cubicBezTo>
                  <a:pt x="180008" y="415951"/>
                  <a:pt x="147769" y="383712"/>
                  <a:pt x="108000" y="383712"/>
                </a:cubicBezTo>
                <a:close/>
                <a:moveTo>
                  <a:pt x="108000" y="206999"/>
                </a:moveTo>
                <a:cubicBezTo>
                  <a:pt x="68231" y="206999"/>
                  <a:pt x="35992" y="239238"/>
                  <a:pt x="35992" y="279007"/>
                </a:cubicBezTo>
                <a:cubicBezTo>
                  <a:pt x="35992" y="318776"/>
                  <a:pt x="68231" y="351015"/>
                  <a:pt x="108000" y="351015"/>
                </a:cubicBezTo>
                <a:cubicBezTo>
                  <a:pt x="147769" y="351015"/>
                  <a:pt x="180008" y="318776"/>
                  <a:pt x="180008" y="279007"/>
                </a:cubicBezTo>
                <a:cubicBezTo>
                  <a:pt x="180008" y="239238"/>
                  <a:pt x="147769" y="206999"/>
                  <a:pt x="108000" y="206999"/>
                </a:cubicBezTo>
                <a:close/>
                <a:moveTo>
                  <a:pt x="108000" y="30285"/>
                </a:moveTo>
                <a:cubicBezTo>
                  <a:pt x="68231" y="30285"/>
                  <a:pt x="35992" y="62524"/>
                  <a:pt x="35992" y="102293"/>
                </a:cubicBezTo>
                <a:cubicBezTo>
                  <a:pt x="35992" y="142062"/>
                  <a:pt x="68231" y="174301"/>
                  <a:pt x="108000" y="174301"/>
                </a:cubicBezTo>
                <a:cubicBezTo>
                  <a:pt x="147769" y="174301"/>
                  <a:pt x="180008" y="142062"/>
                  <a:pt x="180008" y="102293"/>
                </a:cubicBezTo>
                <a:cubicBezTo>
                  <a:pt x="180008" y="62524"/>
                  <a:pt x="147769" y="30285"/>
                  <a:pt x="108000" y="30285"/>
                </a:cubicBezTo>
                <a:close/>
                <a:moveTo>
                  <a:pt x="36001" y="0"/>
                </a:moveTo>
                <a:lnTo>
                  <a:pt x="179999" y="0"/>
                </a:lnTo>
                <a:cubicBezTo>
                  <a:pt x="199882" y="0"/>
                  <a:pt x="216000" y="16118"/>
                  <a:pt x="216000" y="36001"/>
                </a:cubicBezTo>
                <a:lnTo>
                  <a:pt x="216000" y="525817"/>
                </a:lnTo>
                <a:cubicBezTo>
                  <a:pt x="216000" y="545700"/>
                  <a:pt x="199882" y="561818"/>
                  <a:pt x="179999" y="561818"/>
                </a:cubicBezTo>
                <a:lnTo>
                  <a:pt x="144000" y="561818"/>
                </a:lnTo>
                <a:lnTo>
                  <a:pt x="144000" y="900000"/>
                </a:lnTo>
                <a:lnTo>
                  <a:pt x="72000" y="900000"/>
                </a:lnTo>
                <a:lnTo>
                  <a:pt x="72000" y="561818"/>
                </a:lnTo>
                <a:lnTo>
                  <a:pt x="36001" y="561818"/>
                </a:lnTo>
                <a:cubicBezTo>
                  <a:pt x="16118" y="561818"/>
                  <a:pt x="0" y="545700"/>
                  <a:pt x="0" y="525817"/>
                </a:cubicBezTo>
                <a:lnTo>
                  <a:pt x="0" y="36001"/>
                </a:lnTo>
                <a:cubicBezTo>
                  <a:pt x="0" y="16118"/>
                  <a:pt x="16118" y="0"/>
                  <a:pt x="36001"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角丸四角形 4"/>
          <p:cNvSpPr>
            <a:spLocks noChangeAspect="1"/>
          </p:cNvSpPr>
          <p:nvPr/>
        </p:nvSpPr>
        <p:spPr bwMode="gray">
          <a:xfrm>
            <a:off x="3932100" y="1766567"/>
            <a:ext cx="831415" cy="447393"/>
          </a:xfrm>
          <a:custGeom>
            <a:avLst/>
            <a:gdLst>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00700" h="484676">
                <a:moveTo>
                  <a:pt x="743637" y="315146"/>
                </a:moveTo>
                <a:cubicBezTo>
                  <a:pt x="790451" y="315146"/>
                  <a:pt x="828402" y="353097"/>
                  <a:pt x="828402" y="399911"/>
                </a:cubicBezTo>
                <a:cubicBezTo>
                  <a:pt x="828402" y="446725"/>
                  <a:pt x="790451" y="484676"/>
                  <a:pt x="743637" y="484676"/>
                </a:cubicBezTo>
                <a:cubicBezTo>
                  <a:pt x="696823" y="484676"/>
                  <a:pt x="658872" y="446725"/>
                  <a:pt x="658872" y="399911"/>
                </a:cubicBezTo>
                <a:cubicBezTo>
                  <a:pt x="658872" y="353097"/>
                  <a:pt x="696823" y="315146"/>
                  <a:pt x="743637" y="315146"/>
                </a:cubicBezTo>
                <a:close/>
                <a:moveTo>
                  <a:pt x="255025" y="314851"/>
                </a:moveTo>
                <a:cubicBezTo>
                  <a:pt x="301839" y="314851"/>
                  <a:pt x="339790" y="352802"/>
                  <a:pt x="339790" y="399616"/>
                </a:cubicBezTo>
                <a:cubicBezTo>
                  <a:pt x="339790" y="446430"/>
                  <a:pt x="301839" y="484381"/>
                  <a:pt x="255025" y="484381"/>
                </a:cubicBezTo>
                <a:cubicBezTo>
                  <a:pt x="208211" y="484381"/>
                  <a:pt x="170260" y="446430"/>
                  <a:pt x="170260" y="399616"/>
                </a:cubicBezTo>
                <a:cubicBezTo>
                  <a:pt x="170260" y="352802"/>
                  <a:pt x="208211" y="314851"/>
                  <a:pt x="255025" y="314851"/>
                </a:cubicBezTo>
                <a:close/>
                <a:moveTo>
                  <a:pt x="725623" y="47194"/>
                </a:moveTo>
                <a:cubicBezTo>
                  <a:pt x="719669" y="47194"/>
                  <a:pt x="714843" y="52020"/>
                  <a:pt x="714843" y="57974"/>
                </a:cubicBezTo>
                <a:lnTo>
                  <a:pt x="714843" y="157857"/>
                </a:lnTo>
                <a:cubicBezTo>
                  <a:pt x="714843" y="163811"/>
                  <a:pt x="719669" y="168637"/>
                  <a:pt x="725623" y="168637"/>
                </a:cubicBezTo>
                <a:lnTo>
                  <a:pt x="742696" y="168637"/>
                </a:lnTo>
                <a:lnTo>
                  <a:pt x="754767" y="168637"/>
                </a:lnTo>
                <a:lnTo>
                  <a:pt x="778696" y="168637"/>
                </a:lnTo>
                <a:lnTo>
                  <a:pt x="778696" y="166445"/>
                </a:lnTo>
                <a:lnTo>
                  <a:pt x="780237" y="167053"/>
                </a:lnTo>
                <a:cubicBezTo>
                  <a:pt x="789883" y="164648"/>
                  <a:pt x="795753" y="154879"/>
                  <a:pt x="793348" y="145233"/>
                </a:cubicBezTo>
                <a:lnTo>
                  <a:pt x="772677" y="62328"/>
                </a:lnTo>
                <a:cubicBezTo>
                  <a:pt x="771712" y="58457"/>
                  <a:pt x="769561" y="55194"/>
                  <a:pt x="766522" y="53243"/>
                </a:cubicBezTo>
                <a:cubicBezTo>
                  <a:pt x="763946" y="49981"/>
                  <a:pt x="760103" y="47895"/>
                  <a:pt x="755683" y="48110"/>
                </a:cubicBezTo>
                <a:lnTo>
                  <a:pt x="754767" y="47194"/>
                </a:lnTo>
                <a:lnTo>
                  <a:pt x="753472" y="47194"/>
                </a:lnTo>
                <a:lnTo>
                  <a:pt x="725623" y="47194"/>
                </a:lnTo>
                <a:close/>
                <a:moveTo>
                  <a:pt x="570294" y="47194"/>
                </a:moveTo>
                <a:cubicBezTo>
                  <a:pt x="557800" y="47194"/>
                  <a:pt x="547672" y="57322"/>
                  <a:pt x="547672" y="69816"/>
                </a:cubicBezTo>
                <a:lnTo>
                  <a:pt x="547672" y="346040"/>
                </a:lnTo>
                <a:cubicBezTo>
                  <a:pt x="547672" y="358534"/>
                  <a:pt x="557800" y="368662"/>
                  <a:pt x="570294" y="368662"/>
                </a:cubicBezTo>
                <a:lnTo>
                  <a:pt x="610325" y="368662"/>
                </a:lnTo>
                <a:cubicBezTo>
                  <a:pt x="615374" y="324618"/>
                  <a:pt x="644119" y="288290"/>
                  <a:pt x="683403" y="270915"/>
                </a:cubicBezTo>
                <a:lnTo>
                  <a:pt x="683403" y="69816"/>
                </a:lnTo>
                <a:cubicBezTo>
                  <a:pt x="683403" y="57322"/>
                  <a:pt x="673275" y="47194"/>
                  <a:pt x="660781" y="47194"/>
                </a:cubicBezTo>
                <a:lnTo>
                  <a:pt x="570294" y="47194"/>
                </a:lnTo>
                <a:close/>
                <a:moveTo>
                  <a:pt x="24976" y="0"/>
                </a:moveTo>
                <a:lnTo>
                  <a:pt x="776289" y="0"/>
                </a:lnTo>
                <a:lnTo>
                  <a:pt x="776765" y="0"/>
                </a:lnTo>
                <a:lnTo>
                  <a:pt x="776909" y="257"/>
                </a:lnTo>
                <a:cubicBezTo>
                  <a:pt x="787946" y="332"/>
                  <a:pt x="797024" y="8435"/>
                  <a:pt x="797642" y="19225"/>
                </a:cubicBezTo>
                <a:cubicBezTo>
                  <a:pt x="798919" y="19705"/>
                  <a:pt x="799234" y="20588"/>
                  <a:pt x="799511" y="21493"/>
                </a:cubicBezTo>
                <a:lnTo>
                  <a:pt x="811819" y="61751"/>
                </a:lnTo>
                <a:lnTo>
                  <a:pt x="811996" y="65684"/>
                </a:lnTo>
                <a:cubicBezTo>
                  <a:pt x="817322" y="83604"/>
                  <a:pt x="829106" y="143193"/>
                  <a:pt x="843773" y="169271"/>
                </a:cubicBezTo>
                <a:cubicBezTo>
                  <a:pt x="858440" y="195349"/>
                  <a:pt x="890629" y="198177"/>
                  <a:pt x="900000" y="222150"/>
                </a:cubicBezTo>
                <a:lnTo>
                  <a:pt x="900000" y="313110"/>
                </a:lnTo>
                <a:cubicBezTo>
                  <a:pt x="900678" y="313635"/>
                  <a:pt x="900700" y="314215"/>
                  <a:pt x="900700" y="314800"/>
                </a:cubicBezTo>
                <a:lnTo>
                  <a:pt x="900700" y="378474"/>
                </a:lnTo>
                <a:lnTo>
                  <a:pt x="900000" y="380164"/>
                </a:lnTo>
                <a:lnTo>
                  <a:pt x="900000" y="383399"/>
                </a:lnTo>
                <a:lnTo>
                  <a:pt x="898660" y="383399"/>
                </a:lnTo>
                <a:cubicBezTo>
                  <a:pt x="897706" y="393440"/>
                  <a:pt x="888962" y="400637"/>
                  <a:pt x="878537" y="400637"/>
                </a:cubicBezTo>
                <a:lnTo>
                  <a:pt x="870388" y="400637"/>
                </a:lnTo>
                <a:cubicBezTo>
                  <a:pt x="859964" y="400637"/>
                  <a:pt x="851220" y="393440"/>
                  <a:pt x="850265" y="383399"/>
                </a:cubicBezTo>
                <a:lnTo>
                  <a:pt x="848228" y="383399"/>
                </a:lnTo>
                <a:lnTo>
                  <a:pt x="848228" y="384867"/>
                </a:lnTo>
                <a:cubicBezTo>
                  <a:pt x="842771" y="332394"/>
                  <a:pt x="797891" y="292260"/>
                  <a:pt x="743637" y="292260"/>
                </a:cubicBezTo>
                <a:cubicBezTo>
                  <a:pt x="684280" y="292260"/>
                  <a:pt x="636144" y="340298"/>
                  <a:pt x="636044" y="399618"/>
                </a:cubicBezTo>
                <a:lnTo>
                  <a:pt x="362677" y="399618"/>
                </a:lnTo>
                <a:lnTo>
                  <a:pt x="362677" y="399617"/>
                </a:lnTo>
                <a:cubicBezTo>
                  <a:pt x="362677" y="340162"/>
                  <a:pt x="314480" y="291965"/>
                  <a:pt x="255025" y="291965"/>
                </a:cubicBezTo>
                <a:cubicBezTo>
                  <a:pt x="200139" y="291965"/>
                  <a:pt x="154847" y="333040"/>
                  <a:pt x="150050" y="386357"/>
                </a:cubicBezTo>
                <a:lnTo>
                  <a:pt x="148582" y="386357"/>
                </a:lnTo>
                <a:cubicBezTo>
                  <a:pt x="147933" y="394044"/>
                  <a:pt x="141273" y="399619"/>
                  <a:pt x="133311" y="399619"/>
                </a:cubicBezTo>
                <a:lnTo>
                  <a:pt x="0" y="399619"/>
                </a:lnTo>
                <a:lnTo>
                  <a:pt x="0" y="363384"/>
                </a:lnTo>
                <a:lnTo>
                  <a:pt x="13457" y="363384"/>
                </a:lnTo>
                <a:lnTo>
                  <a:pt x="13457" y="353900"/>
                </a:lnTo>
                <a:lnTo>
                  <a:pt x="13527" y="353900"/>
                </a:lnTo>
                <a:lnTo>
                  <a:pt x="13527" y="11449"/>
                </a:lnTo>
                <a:cubicBezTo>
                  <a:pt x="13527" y="5126"/>
                  <a:pt x="18653" y="0"/>
                  <a:pt x="2497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5" name="円/楕円 34"/>
          <p:cNvSpPr>
            <a:spLocks noChangeAspect="1"/>
          </p:cNvSpPr>
          <p:nvPr/>
        </p:nvSpPr>
        <p:spPr bwMode="gray">
          <a:xfrm>
            <a:off x="6971979" y="3080077"/>
            <a:ext cx="436823" cy="697846"/>
          </a:xfrm>
          <a:custGeom>
            <a:avLst/>
            <a:gdLst/>
            <a:ahLst/>
            <a:cxnLst/>
            <a:rect l="l" t="t" r="r" b="b"/>
            <a:pathLst>
              <a:path w="563196" h="899736">
                <a:moveTo>
                  <a:pt x="281598" y="132942"/>
                </a:moveTo>
                <a:cubicBezTo>
                  <a:pt x="198093" y="132942"/>
                  <a:pt x="130398" y="200459"/>
                  <a:pt x="130398" y="283746"/>
                </a:cubicBezTo>
                <a:cubicBezTo>
                  <a:pt x="130398" y="367033"/>
                  <a:pt x="198093" y="434550"/>
                  <a:pt x="281598" y="434550"/>
                </a:cubicBezTo>
                <a:cubicBezTo>
                  <a:pt x="365103" y="434550"/>
                  <a:pt x="432798" y="367033"/>
                  <a:pt x="432798" y="283746"/>
                </a:cubicBezTo>
                <a:cubicBezTo>
                  <a:pt x="432798" y="200459"/>
                  <a:pt x="365103" y="132942"/>
                  <a:pt x="281598" y="132942"/>
                </a:cubicBezTo>
                <a:close/>
                <a:moveTo>
                  <a:pt x="281721" y="0"/>
                </a:moveTo>
                <a:cubicBezTo>
                  <a:pt x="436803" y="0"/>
                  <a:pt x="562521" y="125718"/>
                  <a:pt x="562521" y="280800"/>
                </a:cubicBezTo>
                <a:cubicBezTo>
                  <a:pt x="576808" y="438263"/>
                  <a:pt x="360602" y="818773"/>
                  <a:pt x="281720" y="899736"/>
                </a:cubicBezTo>
                <a:cubicBezTo>
                  <a:pt x="198076" y="818773"/>
                  <a:pt x="-15748" y="456950"/>
                  <a:pt x="921" y="280800"/>
                </a:cubicBezTo>
                <a:cubicBezTo>
                  <a:pt x="921" y="130844"/>
                  <a:pt x="126639" y="0"/>
                  <a:pt x="281721"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en-US" altLang="ja-JP" sz="1108">
              <a:solidFill>
                <a:schemeClr val="tx1"/>
              </a:solidFill>
              <a:latin typeface="+mj-lt"/>
            </a:endParaRPr>
          </a:p>
          <a:p>
            <a:pPr algn="ctr"/>
            <a:endParaRPr kumimoji="1" lang="ja-JP" altLang="en-US" sz="1108">
              <a:solidFill>
                <a:schemeClr val="tx1"/>
              </a:solidFill>
              <a:latin typeface="+mj-lt"/>
            </a:endParaRPr>
          </a:p>
        </p:txBody>
      </p:sp>
      <p:sp>
        <p:nvSpPr>
          <p:cNvPr id="39" name="円/楕円 38"/>
          <p:cNvSpPr>
            <a:spLocks noChangeAspect="1"/>
          </p:cNvSpPr>
          <p:nvPr/>
        </p:nvSpPr>
        <p:spPr bwMode="gray">
          <a:xfrm>
            <a:off x="3845898" y="4330281"/>
            <a:ext cx="697846" cy="697846"/>
          </a:xfrm>
          <a:custGeom>
            <a:avLst/>
            <a:gdLst/>
            <a:ahLst/>
            <a:cxnLst/>
            <a:rect l="l" t="t" r="r" b="b"/>
            <a:pathLst>
              <a:path w="900000" h="900000">
                <a:moveTo>
                  <a:pt x="411900" y="93841"/>
                </a:moveTo>
                <a:cubicBezTo>
                  <a:pt x="243374" y="109939"/>
                  <a:pt x="109629" y="243652"/>
                  <a:pt x="93564" y="412200"/>
                </a:cubicBezTo>
                <a:lnTo>
                  <a:pt x="287982" y="412200"/>
                </a:lnTo>
                <a:lnTo>
                  <a:pt x="287982" y="487800"/>
                </a:lnTo>
                <a:lnTo>
                  <a:pt x="93564" y="487800"/>
                </a:lnTo>
                <a:cubicBezTo>
                  <a:pt x="109629" y="656349"/>
                  <a:pt x="243374" y="790062"/>
                  <a:pt x="411900" y="806159"/>
                </a:cubicBezTo>
                <a:lnTo>
                  <a:pt x="411900" y="612000"/>
                </a:lnTo>
                <a:lnTo>
                  <a:pt x="488100" y="612000"/>
                </a:lnTo>
                <a:lnTo>
                  <a:pt x="488100" y="806159"/>
                </a:lnTo>
                <a:cubicBezTo>
                  <a:pt x="656626" y="790062"/>
                  <a:pt x="790371" y="656349"/>
                  <a:pt x="806437" y="487800"/>
                </a:cubicBezTo>
                <a:lnTo>
                  <a:pt x="612018" y="487800"/>
                </a:lnTo>
                <a:lnTo>
                  <a:pt x="612018" y="412200"/>
                </a:lnTo>
                <a:lnTo>
                  <a:pt x="806437" y="412200"/>
                </a:lnTo>
                <a:cubicBezTo>
                  <a:pt x="790371" y="243652"/>
                  <a:pt x="656626" y="109939"/>
                  <a:pt x="488100" y="93841"/>
                </a:cubicBezTo>
                <a:lnTo>
                  <a:pt x="488100" y="288000"/>
                </a:lnTo>
                <a:lnTo>
                  <a:pt x="411900" y="288000"/>
                </a:lnTo>
                <a:close/>
                <a:moveTo>
                  <a:pt x="450000" y="0"/>
                </a:moveTo>
                <a:cubicBezTo>
                  <a:pt x="698528" y="0"/>
                  <a:pt x="900000" y="201472"/>
                  <a:pt x="900000" y="450000"/>
                </a:cubicBezTo>
                <a:cubicBezTo>
                  <a:pt x="900000" y="698528"/>
                  <a:pt x="698528" y="900000"/>
                  <a:pt x="450000" y="900000"/>
                </a:cubicBezTo>
                <a:cubicBezTo>
                  <a:pt x="201472" y="900000"/>
                  <a:pt x="0" y="698528"/>
                  <a:pt x="0" y="450000"/>
                </a:cubicBezTo>
                <a:cubicBezTo>
                  <a:pt x="0" y="201472"/>
                  <a:pt x="201472" y="0"/>
                  <a:pt x="4500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4" name="角丸四角形 43"/>
          <p:cNvSpPr>
            <a:spLocks noChangeAspect="1"/>
          </p:cNvSpPr>
          <p:nvPr/>
        </p:nvSpPr>
        <p:spPr bwMode="gray">
          <a:xfrm>
            <a:off x="808421" y="4305532"/>
            <a:ext cx="831316" cy="747347"/>
          </a:xfrm>
          <a:custGeom>
            <a:avLst/>
            <a:gdLst/>
            <a:ahLst/>
            <a:cxnLst/>
            <a:rect l="l" t="t" r="r" b="b"/>
            <a:pathLst>
              <a:path w="900592" h="809626">
                <a:moveTo>
                  <a:pt x="427247" y="96093"/>
                </a:moveTo>
                <a:lnTo>
                  <a:pt x="763803" y="96093"/>
                </a:lnTo>
                <a:lnTo>
                  <a:pt x="900592" y="199546"/>
                </a:lnTo>
                <a:lnTo>
                  <a:pt x="763803" y="302998"/>
                </a:lnTo>
                <a:lnTo>
                  <a:pt x="464695" y="302998"/>
                </a:lnTo>
                <a:close/>
                <a:moveTo>
                  <a:pt x="334772" y="0"/>
                </a:moveTo>
                <a:lnTo>
                  <a:pt x="382231" y="0"/>
                </a:lnTo>
                <a:cubicBezTo>
                  <a:pt x="390757" y="0"/>
                  <a:pt x="397668" y="6911"/>
                  <a:pt x="397668" y="15437"/>
                </a:cubicBezTo>
                <a:lnTo>
                  <a:pt x="397668" y="794189"/>
                </a:lnTo>
                <a:cubicBezTo>
                  <a:pt x="397668" y="802715"/>
                  <a:pt x="390757" y="809626"/>
                  <a:pt x="382231" y="809626"/>
                </a:cubicBezTo>
                <a:lnTo>
                  <a:pt x="334772" y="809626"/>
                </a:lnTo>
                <a:cubicBezTo>
                  <a:pt x="326246" y="809626"/>
                  <a:pt x="319335" y="802715"/>
                  <a:pt x="319335" y="794189"/>
                </a:cubicBezTo>
                <a:lnTo>
                  <a:pt x="319335" y="395287"/>
                </a:lnTo>
                <a:lnTo>
                  <a:pt x="127265" y="395287"/>
                </a:lnTo>
                <a:lnTo>
                  <a:pt x="0" y="291835"/>
                </a:lnTo>
                <a:lnTo>
                  <a:pt x="127265" y="188382"/>
                </a:lnTo>
                <a:lnTo>
                  <a:pt x="319335" y="188382"/>
                </a:lnTo>
                <a:lnTo>
                  <a:pt x="319335" y="15437"/>
                </a:lnTo>
                <a:cubicBezTo>
                  <a:pt x="319335" y="6911"/>
                  <a:pt x="326246" y="0"/>
                  <a:pt x="33477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33"/>
          <p:cNvSpPr>
            <a:spLocks noChangeAspect="1"/>
          </p:cNvSpPr>
          <p:nvPr/>
        </p:nvSpPr>
        <p:spPr bwMode="gray">
          <a:xfrm>
            <a:off x="6605367" y="4263821"/>
            <a:ext cx="830769" cy="830769"/>
          </a:xfrm>
          <a:custGeom>
            <a:avLst/>
            <a:gdLst/>
            <a:ahLst/>
            <a:cxnLst/>
            <a:rect l="l" t="t" r="r" b="b"/>
            <a:pathLst>
              <a:path w="900000" h="900000">
                <a:moveTo>
                  <a:pt x="626201" y="648862"/>
                </a:moveTo>
                <a:cubicBezTo>
                  <a:pt x="631875" y="655082"/>
                  <a:pt x="639204" y="659068"/>
                  <a:pt x="647249" y="661474"/>
                </a:cubicBezTo>
                <a:cubicBezTo>
                  <a:pt x="652311" y="684357"/>
                  <a:pt x="653443" y="707950"/>
                  <a:pt x="653443" y="731808"/>
                </a:cubicBezTo>
                <a:cubicBezTo>
                  <a:pt x="653443" y="774010"/>
                  <a:pt x="649901" y="815384"/>
                  <a:pt x="642057" y="855466"/>
                </a:cubicBezTo>
                <a:cubicBezTo>
                  <a:pt x="584274" y="884494"/>
                  <a:pt x="518948" y="900000"/>
                  <a:pt x="450000" y="900000"/>
                </a:cubicBezTo>
                <a:cubicBezTo>
                  <a:pt x="409916" y="900000"/>
                  <a:pt x="371055" y="894759"/>
                  <a:pt x="334493" y="883439"/>
                </a:cubicBezTo>
                <a:cubicBezTo>
                  <a:pt x="366105" y="837093"/>
                  <a:pt x="404865" y="794834"/>
                  <a:pt x="449272" y="756707"/>
                </a:cubicBezTo>
                <a:cubicBezTo>
                  <a:pt x="503505" y="710143"/>
                  <a:pt x="562557" y="672834"/>
                  <a:pt x="626201" y="648862"/>
                </a:cubicBezTo>
                <a:close/>
                <a:moveTo>
                  <a:pt x="879501" y="577942"/>
                </a:moveTo>
                <a:cubicBezTo>
                  <a:pt x="852520" y="675289"/>
                  <a:pt x="791865" y="758300"/>
                  <a:pt x="711242" y="815192"/>
                </a:cubicBezTo>
                <a:lnTo>
                  <a:pt x="720118" y="701192"/>
                </a:lnTo>
                <a:lnTo>
                  <a:pt x="716413" y="661157"/>
                </a:lnTo>
                <a:cubicBezTo>
                  <a:pt x="743864" y="650522"/>
                  <a:pt x="764943" y="627295"/>
                  <a:pt x="771364" y="598169"/>
                </a:cubicBezTo>
                <a:cubicBezTo>
                  <a:pt x="808429" y="595527"/>
                  <a:pt x="844510" y="588129"/>
                  <a:pt x="879501" y="577942"/>
                </a:cubicBezTo>
                <a:close/>
                <a:moveTo>
                  <a:pt x="265291" y="474632"/>
                </a:moveTo>
                <a:cubicBezTo>
                  <a:pt x="353070" y="537213"/>
                  <a:pt x="456008" y="579635"/>
                  <a:pt x="568096" y="595367"/>
                </a:cubicBezTo>
                <a:cubicBezTo>
                  <a:pt x="518436" y="617925"/>
                  <a:pt x="472225" y="649119"/>
                  <a:pt x="429066" y="686175"/>
                </a:cubicBezTo>
                <a:cubicBezTo>
                  <a:pt x="368102" y="738518"/>
                  <a:pt x="317779" y="798650"/>
                  <a:pt x="278640" y="864007"/>
                </a:cubicBezTo>
                <a:cubicBezTo>
                  <a:pt x="211439" y="837980"/>
                  <a:pt x="153256" y="794476"/>
                  <a:pt x="108157" y="739540"/>
                </a:cubicBezTo>
                <a:cubicBezTo>
                  <a:pt x="118659" y="655491"/>
                  <a:pt x="145767" y="572366"/>
                  <a:pt x="188713" y="493622"/>
                </a:cubicBezTo>
                <a:lnTo>
                  <a:pt x="193760" y="486376"/>
                </a:lnTo>
                <a:lnTo>
                  <a:pt x="215379" y="490740"/>
                </a:lnTo>
                <a:cubicBezTo>
                  <a:pt x="234063" y="490740"/>
                  <a:pt x="251493" y="485370"/>
                  <a:pt x="265291" y="474632"/>
                </a:cubicBezTo>
                <a:close/>
                <a:moveTo>
                  <a:pt x="395399" y="256937"/>
                </a:moveTo>
                <a:cubicBezTo>
                  <a:pt x="409511" y="268401"/>
                  <a:pt x="427604" y="274221"/>
                  <a:pt x="447055" y="274221"/>
                </a:cubicBezTo>
                <a:lnTo>
                  <a:pt x="484130" y="266736"/>
                </a:lnTo>
                <a:cubicBezTo>
                  <a:pt x="543002" y="335696"/>
                  <a:pt x="588416" y="416076"/>
                  <a:pt x="614315" y="504898"/>
                </a:cubicBezTo>
                <a:cubicBezTo>
                  <a:pt x="607061" y="511786"/>
                  <a:pt x="601021" y="519906"/>
                  <a:pt x="597393" y="529396"/>
                </a:cubicBezTo>
                <a:cubicBezTo>
                  <a:pt x="490190" y="513952"/>
                  <a:pt x="391443" y="473851"/>
                  <a:pt x="306970" y="414302"/>
                </a:cubicBezTo>
                <a:cubicBezTo>
                  <a:pt x="310126" y="408432"/>
                  <a:pt x="310803" y="401953"/>
                  <a:pt x="310803" y="395316"/>
                </a:cubicBezTo>
                <a:cubicBezTo>
                  <a:pt x="310803" y="377575"/>
                  <a:pt x="305962" y="360965"/>
                  <a:pt x="296145" y="347555"/>
                </a:cubicBezTo>
                <a:cubicBezTo>
                  <a:pt x="325586" y="312936"/>
                  <a:pt x="359327" y="283106"/>
                  <a:pt x="395399" y="256937"/>
                </a:cubicBezTo>
                <a:close/>
                <a:moveTo>
                  <a:pt x="50010" y="250309"/>
                </a:moveTo>
                <a:lnTo>
                  <a:pt x="128856" y="356094"/>
                </a:lnTo>
                <a:cubicBezTo>
                  <a:pt x="122993" y="367921"/>
                  <a:pt x="119955" y="381264"/>
                  <a:pt x="119955" y="395316"/>
                </a:cubicBezTo>
                <a:cubicBezTo>
                  <a:pt x="119955" y="415687"/>
                  <a:pt x="126339" y="434568"/>
                  <a:pt x="138647" y="449060"/>
                </a:cubicBezTo>
                <a:cubicBezTo>
                  <a:pt x="99157" y="522504"/>
                  <a:pt x="74602" y="600160"/>
                  <a:pt x="64401" y="678657"/>
                </a:cubicBezTo>
                <a:cubicBezTo>
                  <a:pt x="22936" y="612353"/>
                  <a:pt x="0" y="533855"/>
                  <a:pt x="0" y="450000"/>
                </a:cubicBezTo>
                <a:cubicBezTo>
                  <a:pt x="0" y="377709"/>
                  <a:pt x="17047" y="309399"/>
                  <a:pt x="50010" y="250309"/>
                </a:cubicBezTo>
                <a:close/>
                <a:moveTo>
                  <a:pt x="748743" y="115750"/>
                </a:moveTo>
                <a:cubicBezTo>
                  <a:pt x="842013" y="196879"/>
                  <a:pt x="900000" y="316668"/>
                  <a:pt x="900000" y="450000"/>
                </a:cubicBezTo>
                <a:lnTo>
                  <a:pt x="891566" y="518877"/>
                </a:lnTo>
                <a:cubicBezTo>
                  <a:pt x="851941" y="528859"/>
                  <a:pt x="811060" y="535481"/>
                  <a:pt x="769175" y="536733"/>
                </a:cubicBezTo>
                <a:cubicBezTo>
                  <a:pt x="755316" y="502451"/>
                  <a:pt x="721978" y="478206"/>
                  <a:pt x="682881" y="477819"/>
                </a:cubicBezTo>
                <a:cubicBezTo>
                  <a:pt x="653854" y="379396"/>
                  <a:pt x="602193" y="290789"/>
                  <a:pt x="534609" y="216491"/>
                </a:cubicBezTo>
                <a:cubicBezTo>
                  <a:pt x="539715" y="204965"/>
                  <a:pt x="542479" y="192204"/>
                  <a:pt x="542479" y="178797"/>
                </a:cubicBezTo>
                <a:cubicBezTo>
                  <a:pt x="542479" y="176676"/>
                  <a:pt x="542410" y="174571"/>
                  <a:pt x="541219" y="172553"/>
                </a:cubicBezTo>
                <a:cubicBezTo>
                  <a:pt x="606850" y="142736"/>
                  <a:pt x="676985" y="123940"/>
                  <a:pt x="748743" y="115750"/>
                </a:cubicBezTo>
                <a:close/>
                <a:moveTo>
                  <a:pt x="223628" y="63160"/>
                </a:moveTo>
                <a:cubicBezTo>
                  <a:pt x="272702" y="83696"/>
                  <a:pt x="318154" y="111039"/>
                  <a:pt x="358468" y="144931"/>
                </a:cubicBezTo>
                <a:cubicBezTo>
                  <a:pt x="353849" y="155298"/>
                  <a:pt x="351631" y="166789"/>
                  <a:pt x="351631" y="178797"/>
                </a:cubicBezTo>
                <a:cubicBezTo>
                  <a:pt x="351631" y="184534"/>
                  <a:pt x="352138" y="190153"/>
                  <a:pt x="354959" y="195282"/>
                </a:cubicBezTo>
                <a:cubicBezTo>
                  <a:pt x="311730" y="226402"/>
                  <a:pt x="271750" y="262724"/>
                  <a:pt x="236162" y="304088"/>
                </a:cubicBezTo>
                <a:lnTo>
                  <a:pt x="215379" y="299892"/>
                </a:lnTo>
                <a:lnTo>
                  <a:pt x="178244" y="307389"/>
                </a:lnTo>
                <a:cubicBezTo>
                  <a:pt x="143388" y="272092"/>
                  <a:pt x="113038" y="232578"/>
                  <a:pt x="87395" y="189944"/>
                </a:cubicBezTo>
                <a:cubicBezTo>
                  <a:pt x="121434" y="137092"/>
                  <a:pt x="168797" y="94432"/>
                  <a:pt x="223628" y="63160"/>
                </a:cubicBezTo>
                <a:close/>
                <a:moveTo>
                  <a:pt x="450000" y="0"/>
                </a:moveTo>
                <a:cubicBezTo>
                  <a:pt x="532525" y="0"/>
                  <a:pt x="609862" y="22215"/>
                  <a:pt x="675399" y="62632"/>
                </a:cubicBezTo>
                <a:cubicBezTo>
                  <a:pt x="618528" y="71060"/>
                  <a:pt x="562919" y="86271"/>
                  <a:pt x="509913" y="108209"/>
                </a:cubicBezTo>
                <a:cubicBezTo>
                  <a:pt x="493652" y="92505"/>
                  <a:pt x="471420" y="83373"/>
                  <a:pt x="447055" y="83373"/>
                </a:cubicBezTo>
                <a:cubicBezTo>
                  <a:pt x="430781" y="83373"/>
                  <a:pt x="415458" y="87447"/>
                  <a:pt x="402658" y="95763"/>
                </a:cubicBezTo>
                <a:cubicBezTo>
                  <a:pt x="367223" y="69994"/>
                  <a:pt x="328936" y="48090"/>
                  <a:pt x="287982" y="31284"/>
                </a:cubicBezTo>
                <a:cubicBezTo>
                  <a:pt x="337952" y="10700"/>
                  <a:pt x="392726" y="0"/>
                  <a:pt x="4500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2" name="円/楕円 51"/>
          <p:cNvSpPr>
            <a:spLocks noChangeAspect="1"/>
          </p:cNvSpPr>
          <p:nvPr/>
        </p:nvSpPr>
        <p:spPr bwMode="gray">
          <a:xfrm>
            <a:off x="5231341" y="4263820"/>
            <a:ext cx="686428" cy="830771"/>
          </a:xfrm>
          <a:custGeom>
            <a:avLst/>
            <a:gdLst/>
            <a:ahLst/>
            <a:cxnLst/>
            <a:rect l="l" t="t" r="r" b="b"/>
            <a:pathLst>
              <a:path w="743630" h="900002">
                <a:moveTo>
                  <a:pt x="371815" y="505328"/>
                </a:moveTo>
                <a:cubicBezTo>
                  <a:pt x="384440" y="505328"/>
                  <a:pt x="394675" y="515563"/>
                  <a:pt x="394675" y="528188"/>
                </a:cubicBezTo>
                <a:cubicBezTo>
                  <a:pt x="394675" y="540813"/>
                  <a:pt x="384440" y="551048"/>
                  <a:pt x="371815" y="551048"/>
                </a:cubicBezTo>
                <a:cubicBezTo>
                  <a:pt x="359190" y="551048"/>
                  <a:pt x="348955" y="540813"/>
                  <a:pt x="348955" y="528188"/>
                </a:cubicBezTo>
                <a:cubicBezTo>
                  <a:pt x="348955" y="515563"/>
                  <a:pt x="359190" y="505328"/>
                  <a:pt x="371815" y="505328"/>
                </a:cubicBezTo>
                <a:close/>
                <a:moveTo>
                  <a:pt x="498579" y="400680"/>
                </a:moveTo>
                <a:lnTo>
                  <a:pt x="375412" y="447968"/>
                </a:lnTo>
                <a:lnTo>
                  <a:pt x="371815" y="447242"/>
                </a:lnTo>
                <a:cubicBezTo>
                  <a:pt x="326952" y="447242"/>
                  <a:pt x="290584" y="483610"/>
                  <a:pt x="290584" y="528473"/>
                </a:cubicBezTo>
                <a:cubicBezTo>
                  <a:pt x="290584" y="529852"/>
                  <a:pt x="290619" y="531222"/>
                  <a:pt x="291407" y="532547"/>
                </a:cubicBezTo>
                <a:lnTo>
                  <a:pt x="245050" y="656264"/>
                </a:lnTo>
                <a:lnTo>
                  <a:pt x="368214" y="608977"/>
                </a:lnTo>
                <a:lnTo>
                  <a:pt x="371815" y="609704"/>
                </a:lnTo>
                <a:cubicBezTo>
                  <a:pt x="416678" y="609704"/>
                  <a:pt x="453046" y="573336"/>
                  <a:pt x="453046" y="528473"/>
                </a:cubicBezTo>
                <a:cubicBezTo>
                  <a:pt x="453046" y="527094"/>
                  <a:pt x="453012" y="525722"/>
                  <a:pt x="452223" y="524395"/>
                </a:cubicBezTo>
                <a:close/>
                <a:moveTo>
                  <a:pt x="334746" y="279148"/>
                </a:moveTo>
                <a:lnTo>
                  <a:pt x="371815" y="323900"/>
                </a:lnTo>
                <a:lnTo>
                  <a:pt x="408884" y="279148"/>
                </a:lnTo>
                <a:cubicBezTo>
                  <a:pt x="518833" y="294438"/>
                  <a:pt x="605668" y="381170"/>
                  <a:pt x="621189" y="491077"/>
                </a:cubicBezTo>
                <a:lnTo>
                  <a:pt x="576385" y="528188"/>
                </a:lnTo>
                <a:lnTo>
                  <a:pt x="620877" y="565042"/>
                </a:lnTo>
                <a:cubicBezTo>
                  <a:pt x="605667" y="675166"/>
                  <a:pt x="518789" y="762147"/>
                  <a:pt x="408705" y="777580"/>
                </a:cubicBezTo>
                <a:lnTo>
                  <a:pt x="371814" y="733043"/>
                </a:lnTo>
                <a:lnTo>
                  <a:pt x="335179" y="777272"/>
                </a:lnTo>
                <a:cubicBezTo>
                  <a:pt x="225023" y="762164"/>
                  <a:pt x="137981" y="675347"/>
                  <a:pt x="122445" y="565294"/>
                </a:cubicBezTo>
                <a:lnTo>
                  <a:pt x="167242" y="528187"/>
                </a:lnTo>
                <a:lnTo>
                  <a:pt x="122442" y="491078"/>
                </a:lnTo>
                <a:cubicBezTo>
                  <a:pt x="137962" y="381171"/>
                  <a:pt x="224797" y="294438"/>
                  <a:pt x="334746" y="279148"/>
                </a:cubicBezTo>
                <a:close/>
                <a:moveTo>
                  <a:pt x="371816" y="223832"/>
                </a:moveTo>
                <a:cubicBezTo>
                  <a:pt x="203725" y="223832"/>
                  <a:pt x="67460" y="360097"/>
                  <a:pt x="67460" y="528188"/>
                </a:cubicBezTo>
                <a:cubicBezTo>
                  <a:pt x="67460" y="696279"/>
                  <a:pt x="203725" y="832544"/>
                  <a:pt x="371816" y="832544"/>
                </a:cubicBezTo>
                <a:cubicBezTo>
                  <a:pt x="539907" y="832544"/>
                  <a:pt x="676172" y="696279"/>
                  <a:pt x="676172" y="528188"/>
                </a:cubicBezTo>
                <a:cubicBezTo>
                  <a:pt x="676172" y="360097"/>
                  <a:pt x="539907" y="223832"/>
                  <a:pt x="371816" y="223832"/>
                </a:cubicBezTo>
                <a:close/>
                <a:moveTo>
                  <a:pt x="371815" y="50995"/>
                </a:moveTo>
                <a:cubicBezTo>
                  <a:pt x="343651" y="50995"/>
                  <a:pt x="320820" y="73826"/>
                  <a:pt x="320820" y="101990"/>
                </a:cubicBezTo>
                <a:cubicBezTo>
                  <a:pt x="320820" y="130154"/>
                  <a:pt x="343651" y="152985"/>
                  <a:pt x="371815" y="152985"/>
                </a:cubicBezTo>
                <a:cubicBezTo>
                  <a:pt x="399979" y="152985"/>
                  <a:pt x="422810" y="130154"/>
                  <a:pt x="422810" y="101990"/>
                </a:cubicBezTo>
                <a:cubicBezTo>
                  <a:pt x="422810" y="73826"/>
                  <a:pt x="399979" y="50995"/>
                  <a:pt x="371815" y="50995"/>
                </a:cubicBezTo>
                <a:close/>
                <a:moveTo>
                  <a:pt x="371815" y="0"/>
                </a:moveTo>
                <a:cubicBezTo>
                  <a:pt x="428143" y="0"/>
                  <a:pt x="473805" y="45662"/>
                  <a:pt x="473805" y="101990"/>
                </a:cubicBezTo>
                <a:cubicBezTo>
                  <a:pt x="473805" y="126196"/>
                  <a:pt x="465373" y="148433"/>
                  <a:pt x="450097" y="164966"/>
                </a:cubicBezTo>
                <a:cubicBezTo>
                  <a:pt x="617890" y="200617"/>
                  <a:pt x="743630" y="349718"/>
                  <a:pt x="743630" y="528187"/>
                </a:cubicBezTo>
                <a:cubicBezTo>
                  <a:pt x="743630" y="733535"/>
                  <a:pt x="577163" y="900002"/>
                  <a:pt x="371815" y="900002"/>
                </a:cubicBezTo>
                <a:cubicBezTo>
                  <a:pt x="166467" y="900002"/>
                  <a:pt x="0" y="733535"/>
                  <a:pt x="0" y="528187"/>
                </a:cubicBezTo>
                <a:cubicBezTo>
                  <a:pt x="0" y="349718"/>
                  <a:pt x="125740" y="200617"/>
                  <a:pt x="293533" y="164966"/>
                </a:cubicBezTo>
                <a:cubicBezTo>
                  <a:pt x="278258" y="148433"/>
                  <a:pt x="269825" y="126196"/>
                  <a:pt x="269825" y="101990"/>
                </a:cubicBezTo>
                <a:cubicBezTo>
                  <a:pt x="269825" y="45662"/>
                  <a:pt x="315487" y="0"/>
                  <a:pt x="37181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71" name="円/楕円 70"/>
          <p:cNvSpPr>
            <a:spLocks noChangeAspect="1"/>
          </p:cNvSpPr>
          <p:nvPr/>
        </p:nvSpPr>
        <p:spPr bwMode="gray">
          <a:xfrm>
            <a:off x="8123732" y="1599682"/>
            <a:ext cx="830771" cy="830770"/>
          </a:xfrm>
          <a:custGeom>
            <a:avLst/>
            <a:gdLst/>
            <a:ahLst/>
            <a:cxnLst/>
            <a:rect l="l" t="t" r="r" b="b"/>
            <a:pathLst>
              <a:path w="900002" h="900001">
                <a:moveTo>
                  <a:pt x="706581" y="533034"/>
                </a:moveTo>
                <a:cubicBezTo>
                  <a:pt x="691486" y="533424"/>
                  <a:pt x="676388" y="534934"/>
                  <a:pt x="661305" y="537391"/>
                </a:cubicBezTo>
                <a:cubicBezTo>
                  <a:pt x="638363" y="593092"/>
                  <a:pt x="594016" y="637692"/>
                  <a:pt x="537678" y="659033"/>
                </a:cubicBezTo>
                <a:cubicBezTo>
                  <a:pt x="527350" y="720682"/>
                  <a:pt x="532602" y="782554"/>
                  <a:pt x="565240" y="843649"/>
                </a:cubicBezTo>
                <a:cubicBezTo>
                  <a:pt x="699418" y="805009"/>
                  <a:pt x="804766" y="699084"/>
                  <a:pt x="841953" y="564463"/>
                </a:cubicBezTo>
                <a:cubicBezTo>
                  <a:pt x="797132" y="540781"/>
                  <a:pt x="751866" y="531866"/>
                  <a:pt x="706581" y="533034"/>
                </a:cubicBezTo>
                <a:close/>
                <a:moveTo>
                  <a:pt x="203748" y="533003"/>
                </a:moveTo>
                <a:cubicBezTo>
                  <a:pt x="154400" y="530534"/>
                  <a:pt x="105032" y="538965"/>
                  <a:pt x="56355" y="565238"/>
                </a:cubicBezTo>
                <a:cubicBezTo>
                  <a:pt x="94995" y="699416"/>
                  <a:pt x="200919" y="804764"/>
                  <a:pt x="335539" y="841951"/>
                </a:cubicBezTo>
                <a:cubicBezTo>
                  <a:pt x="367115" y="782190"/>
                  <a:pt x="372440" y="721637"/>
                  <a:pt x="362612" y="661304"/>
                </a:cubicBezTo>
                <a:cubicBezTo>
                  <a:pt x="306911" y="638361"/>
                  <a:pt x="262310" y="594015"/>
                  <a:pt x="240969" y="537677"/>
                </a:cubicBezTo>
                <a:cubicBezTo>
                  <a:pt x="228649" y="534943"/>
                  <a:pt x="216199" y="533626"/>
                  <a:pt x="203748" y="533003"/>
                </a:cubicBezTo>
                <a:close/>
                <a:moveTo>
                  <a:pt x="450001" y="239399"/>
                </a:moveTo>
                <a:cubicBezTo>
                  <a:pt x="333690" y="239399"/>
                  <a:pt x="239401" y="333688"/>
                  <a:pt x="239401" y="449999"/>
                </a:cubicBezTo>
                <a:cubicBezTo>
                  <a:pt x="239401" y="566310"/>
                  <a:pt x="333690" y="660599"/>
                  <a:pt x="450001" y="660599"/>
                </a:cubicBezTo>
                <a:cubicBezTo>
                  <a:pt x="566312" y="660599"/>
                  <a:pt x="660601" y="566310"/>
                  <a:pt x="660601" y="449999"/>
                </a:cubicBezTo>
                <a:cubicBezTo>
                  <a:pt x="660601" y="333688"/>
                  <a:pt x="566312" y="239399"/>
                  <a:pt x="450001" y="239399"/>
                </a:cubicBezTo>
                <a:close/>
                <a:moveTo>
                  <a:pt x="335540" y="58051"/>
                </a:moveTo>
                <a:cubicBezTo>
                  <a:pt x="200920" y="95238"/>
                  <a:pt x="94995" y="200586"/>
                  <a:pt x="56355" y="334764"/>
                </a:cubicBezTo>
                <a:cubicBezTo>
                  <a:pt x="117450" y="367400"/>
                  <a:pt x="179321" y="372653"/>
                  <a:pt x="240968" y="362325"/>
                </a:cubicBezTo>
                <a:cubicBezTo>
                  <a:pt x="262309" y="305987"/>
                  <a:pt x="306909" y="261640"/>
                  <a:pt x="362611" y="238697"/>
                </a:cubicBezTo>
                <a:cubicBezTo>
                  <a:pt x="372439" y="178364"/>
                  <a:pt x="367115" y="117811"/>
                  <a:pt x="335540" y="58051"/>
                </a:cubicBezTo>
                <a:close/>
                <a:moveTo>
                  <a:pt x="564464" y="58050"/>
                </a:moveTo>
                <a:cubicBezTo>
                  <a:pt x="532889" y="117811"/>
                  <a:pt x="527564" y="178364"/>
                  <a:pt x="537392" y="238696"/>
                </a:cubicBezTo>
                <a:cubicBezTo>
                  <a:pt x="593094" y="261639"/>
                  <a:pt x="637694" y="305986"/>
                  <a:pt x="659035" y="362324"/>
                </a:cubicBezTo>
                <a:cubicBezTo>
                  <a:pt x="720684" y="372652"/>
                  <a:pt x="782555" y="367400"/>
                  <a:pt x="843651" y="334763"/>
                </a:cubicBezTo>
                <a:cubicBezTo>
                  <a:pt x="805011" y="200585"/>
                  <a:pt x="699085" y="95237"/>
                  <a:pt x="564464" y="58050"/>
                </a:cubicBezTo>
                <a:close/>
                <a:moveTo>
                  <a:pt x="450002" y="0"/>
                </a:moveTo>
                <a:cubicBezTo>
                  <a:pt x="468839" y="0"/>
                  <a:pt x="485657" y="9486"/>
                  <a:pt x="495617" y="25101"/>
                </a:cubicBezTo>
                <a:cubicBezTo>
                  <a:pt x="519901" y="26833"/>
                  <a:pt x="543397" y="31819"/>
                  <a:pt x="565759" y="39803"/>
                </a:cubicBezTo>
                <a:cubicBezTo>
                  <a:pt x="717863" y="80534"/>
                  <a:pt x="835582" y="204414"/>
                  <a:pt x="866744" y="360183"/>
                </a:cubicBezTo>
                <a:cubicBezTo>
                  <a:pt x="871581" y="374231"/>
                  <a:pt x="874150" y="388934"/>
                  <a:pt x="874873" y="404009"/>
                </a:cubicBezTo>
                <a:cubicBezTo>
                  <a:pt x="890442" y="414213"/>
                  <a:pt x="900002" y="431089"/>
                  <a:pt x="900002" y="450001"/>
                </a:cubicBezTo>
                <a:cubicBezTo>
                  <a:pt x="900002" y="468837"/>
                  <a:pt x="890517" y="485655"/>
                  <a:pt x="874902" y="495615"/>
                </a:cubicBezTo>
                <a:cubicBezTo>
                  <a:pt x="873169" y="519907"/>
                  <a:pt x="868181" y="543411"/>
                  <a:pt x="860194" y="565780"/>
                </a:cubicBezTo>
                <a:cubicBezTo>
                  <a:pt x="819454" y="717881"/>
                  <a:pt x="695568" y="835593"/>
                  <a:pt x="539797" y="866746"/>
                </a:cubicBezTo>
                <a:cubicBezTo>
                  <a:pt x="525757" y="871581"/>
                  <a:pt x="511062" y="874148"/>
                  <a:pt x="495996" y="874870"/>
                </a:cubicBezTo>
                <a:cubicBezTo>
                  <a:pt x="485792" y="890439"/>
                  <a:pt x="468914" y="900001"/>
                  <a:pt x="450002" y="900001"/>
                </a:cubicBezTo>
                <a:cubicBezTo>
                  <a:pt x="431165" y="900001"/>
                  <a:pt x="414346" y="890515"/>
                  <a:pt x="404386" y="874899"/>
                </a:cubicBezTo>
                <a:cubicBezTo>
                  <a:pt x="380102" y="873167"/>
                  <a:pt x="356606" y="868181"/>
                  <a:pt x="334244" y="860196"/>
                </a:cubicBezTo>
                <a:cubicBezTo>
                  <a:pt x="182132" y="819464"/>
                  <a:pt x="64409" y="695572"/>
                  <a:pt x="33256" y="539792"/>
                </a:cubicBezTo>
                <a:cubicBezTo>
                  <a:pt x="28422" y="525753"/>
                  <a:pt x="25855" y="511060"/>
                  <a:pt x="25133" y="495996"/>
                </a:cubicBezTo>
                <a:cubicBezTo>
                  <a:pt x="9563" y="485792"/>
                  <a:pt x="0" y="468913"/>
                  <a:pt x="0" y="450001"/>
                </a:cubicBezTo>
                <a:cubicBezTo>
                  <a:pt x="0" y="431088"/>
                  <a:pt x="9563" y="414210"/>
                  <a:pt x="25133" y="404005"/>
                </a:cubicBezTo>
                <a:cubicBezTo>
                  <a:pt x="25855" y="388942"/>
                  <a:pt x="28421" y="374250"/>
                  <a:pt x="33255" y="360212"/>
                </a:cubicBezTo>
                <a:cubicBezTo>
                  <a:pt x="64407" y="204430"/>
                  <a:pt x="182131" y="80537"/>
                  <a:pt x="334244" y="39804"/>
                </a:cubicBezTo>
                <a:cubicBezTo>
                  <a:pt x="356606" y="31819"/>
                  <a:pt x="380103" y="26833"/>
                  <a:pt x="404387" y="25101"/>
                </a:cubicBezTo>
                <a:cubicBezTo>
                  <a:pt x="414347" y="9486"/>
                  <a:pt x="431165" y="0"/>
                  <a:pt x="45000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03" name="正方形/長方形 102"/>
          <p:cNvSpPr>
            <a:spLocks noChangeAspect="1"/>
          </p:cNvSpPr>
          <p:nvPr/>
        </p:nvSpPr>
        <p:spPr bwMode="gray">
          <a:xfrm>
            <a:off x="808421" y="5469549"/>
            <a:ext cx="831316" cy="663491"/>
          </a:xfrm>
          <a:custGeom>
            <a:avLst/>
            <a:gdLst/>
            <a:ahLst/>
            <a:cxnLst/>
            <a:rect l="l" t="t" r="r" b="b"/>
            <a:pathLst>
              <a:path w="900592" h="718782">
                <a:moveTo>
                  <a:pt x="626053" y="85549"/>
                </a:moveTo>
                <a:lnTo>
                  <a:pt x="478172" y="177123"/>
                </a:lnTo>
                <a:lnTo>
                  <a:pt x="478172" y="633237"/>
                </a:lnTo>
                <a:lnTo>
                  <a:pt x="626053" y="541663"/>
                </a:lnTo>
                <a:close/>
                <a:moveTo>
                  <a:pt x="268838" y="85549"/>
                </a:moveTo>
                <a:lnTo>
                  <a:pt x="268838" y="541663"/>
                </a:lnTo>
                <a:lnTo>
                  <a:pt x="416719" y="633237"/>
                </a:lnTo>
                <a:lnTo>
                  <a:pt x="416719" y="177123"/>
                </a:lnTo>
                <a:close/>
                <a:moveTo>
                  <a:pt x="685801" y="84934"/>
                </a:moveTo>
                <a:lnTo>
                  <a:pt x="685801" y="536775"/>
                </a:lnTo>
                <a:lnTo>
                  <a:pt x="840582" y="632622"/>
                </a:lnTo>
                <a:lnTo>
                  <a:pt x="840582" y="180781"/>
                </a:lnTo>
                <a:close/>
                <a:moveTo>
                  <a:pt x="209554" y="82561"/>
                </a:moveTo>
                <a:lnTo>
                  <a:pt x="62497" y="173625"/>
                </a:lnTo>
                <a:lnTo>
                  <a:pt x="62497" y="630249"/>
                </a:lnTo>
                <a:lnTo>
                  <a:pt x="209554" y="539185"/>
                </a:lnTo>
                <a:close/>
                <a:moveTo>
                  <a:pt x="221194" y="0"/>
                </a:moveTo>
                <a:lnTo>
                  <a:pt x="254139" y="0"/>
                </a:lnTo>
                <a:lnTo>
                  <a:pt x="450494" y="120437"/>
                </a:lnTo>
                <a:lnTo>
                  <a:pt x="646849" y="0"/>
                </a:lnTo>
                <a:lnTo>
                  <a:pt x="673123" y="0"/>
                </a:lnTo>
                <a:lnTo>
                  <a:pt x="900592" y="142139"/>
                </a:lnTo>
                <a:lnTo>
                  <a:pt x="900592" y="695205"/>
                </a:lnTo>
                <a:lnTo>
                  <a:pt x="877015" y="718782"/>
                </a:lnTo>
                <a:lnTo>
                  <a:pt x="864737" y="718782"/>
                </a:lnTo>
                <a:lnTo>
                  <a:pt x="663916" y="595606"/>
                </a:lnTo>
                <a:lnTo>
                  <a:pt x="463095" y="718782"/>
                </a:lnTo>
                <a:lnTo>
                  <a:pt x="438493" y="718782"/>
                </a:lnTo>
                <a:lnTo>
                  <a:pt x="237672" y="595606"/>
                </a:lnTo>
                <a:lnTo>
                  <a:pt x="36851" y="718782"/>
                </a:lnTo>
                <a:lnTo>
                  <a:pt x="15496" y="718782"/>
                </a:lnTo>
                <a:lnTo>
                  <a:pt x="0" y="703286"/>
                </a:lnTo>
                <a:lnTo>
                  <a:pt x="0" y="138217"/>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平行四辺形 118"/>
          <p:cNvSpPr>
            <a:spLocks noChangeAspect="1"/>
          </p:cNvSpPr>
          <p:nvPr/>
        </p:nvSpPr>
        <p:spPr bwMode="gray">
          <a:xfrm flipH="1">
            <a:off x="2327335" y="4286197"/>
            <a:ext cx="830966" cy="786019"/>
          </a:xfrm>
          <a:custGeom>
            <a:avLst/>
            <a:gdLst>
              <a:gd name="connsiteX0" fmla="*/ 575245 w 900213"/>
              <a:gd name="connsiteY0" fmla="*/ 367 h 851521"/>
              <a:gd name="connsiteX1" fmla="*/ 5193 w 900213"/>
              <a:gd name="connsiteY1" fmla="*/ 156214 h 851521"/>
              <a:gd name="connsiteX2" fmla="*/ 188656 w 900213"/>
              <a:gd name="connsiteY2" fmla="*/ 417376 h 851521"/>
              <a:gd name="connsiteX3" fmla="*/ 702489 w 900213"/>
              <a:gd name="connsiteY3" fmla="*/ 503381 h 851521"/>
              <a:gd name="connsiteX4" fmla="*/ 617739 w 900213"/>
              <a:gd name="connsiteY4" fmla="*/ 851521 h 851521"/>
              <a:gd name="connsiteX5" fmla="*/ 720642 w 900213"/>
              <a:gd name="connsiteY5" fmla="*/ 851521 h 851521"/>
              <a:gd name="connsiteX6" fmla="*/ 900213 w 900213"/>
              <a:gd name="connsiteY6" fmla="*/ 134053 h 851521"/>
              <a:gd name="connsiteX7" fmla="*/ 861074 w 900213"/>
              <a:gd name="connsiteY7" fmla="*/ 111456 h 851521"/>
              <a:gd name="connsiteX8" fmla="*/ 843867 w 900213"/>
              <a:gd name="connsiteY8" fmla="*/ 111456 h 851521"/>
              <a:gd name="connsiteX9" fmla="*/ 575245 w 900213"/>
              <a:gd name="connsiteY9" fmla="*/ 367 h 851521"/>
              <a:gd name="connsiteX0" fmla="*/ 575245 w 900213"/>
              <a:gd name="connsiteY0" fmla="*/ 367 h 851521"/>
              <a:gd name="connsiteX1" fmla="*/ 5193 w 900213"/>
              <a:gd name="connsiteY1" fmla="*/ 156214 h 851521"/>
              <a:gd name="connsiteX2" fmla="*/ 188656 w 900213"/>
              <a:gd name="connsiteY2" fmla="*/ 417376 h 851521"/>
              <a:gd name="connsiteX3" fmla="*/ 702489 w 900213"/>
              <a:gd name="connsiteY3" fmla="*/ 503381 h 851521"/>
              <a:gd name="connsiteX4" fmla="*/ 617739 w 900213"/>
              <a:gd name="connsiteY4" fmla="*/ 851521 h 851521"/>
              <a:gd name="connsiteX5" fmla="*/ 720642 w 900213"/>
              <a:gd name="connsiteY5" fmla="*/ 851521 h 851521"/>
              <a:gd name="connsiteX6" fmla="*/ 900213 w 900213"/>
              <a:gd name="connsiteY6" fmla="*/ 134053 h 851521"/>
              <a:gd name="connsiteX7" fmla="*/ 861074 w 900213"/>
              <a:gd name="connsiteY7" fmla="*/ 111456 h 851521"/>
              <a:gd name="connsiteX8" fmla="*/ 843867 w 900213"/>
              <a:gd name="connsiteY8" fmla="*/ 111456 h 851521"/>
              <a:gd name="connsiteX9" fmla="*/ 575245 w 900213"/>
              <a:gd name="connsiteY9" fmla="*/ 367 h 851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00213" h="851521">
                <a:moveTo>
                  <a:pt x="575245" y="367"/>
                </a:moveTo>
                <a:cubicBezTo>
                  <a:pt x="407998" y="12802"/>
                  <a:pt x="499813" y="335376"/>
                  <a:pt x="5193" y="156214"/>
                </a:cubicBezTo>
                <a:cubicBezTo>
                  <a:pt x="-28904" y="175799"/>
                  <a:pt x="113213" y="319210"/>
                  <a:pt x="188656" y="417376"/>
                </a:cubicBezTo>
                <a:cubicBezTo>
                  <a:pt x="417120" y="667032"/>
                  <a:pt x="382739" y="224047"/>
                  <a:pt x="702489" y="503381"/>
                </a:cubicBezTo>
                <a:lnTo>
                  <a:pt x="617739" y="851521"/>
                </a:lnTo>
                <a:lnTo>
                  <a:pt x="720642" y="851521"/>
                </a:lnTo>
                <a:lnTo>
                  <a:pt x="900213" y="134053"/>
                </a:lnTo>
                <a:lnTo>
                  <a:pt x="861074" y="111456"/>
                </a:lnTo>
                <a:lnTo>
                  <a:pt x="843867" y="111456"/>
                </a:lnTo>
                <a:cubicBezTo>
                  <a:pt x="709237" y="24314"/>
                  <a:pt x="628906" y="-3623"/>
                  <a:pt x="575245" y="367"/>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角丸四角形 37"/>
          <p:cNvSpPr>
            <a:spLocks noChangeAspect="1"/>
          </p:cNvSpPr>
          <p:nvPr/>
        </p:nvSpPr>
        <p:spPr bwMode="gray">
          <a:xfrm>
            <a:off x="2349114" y="5510589"/>
            <a:ext cx="830769" cy="581412"/>
          </a:xfrm>
          <a:custGeom>
            <a:avLst/>
            <a:gdLst/>
            <a:ahLst/>
            <a:cxnLst/>
            <a:rect l="l" t="t" r="r" b="b"/>
            <a:pathLst>
              <a:path w="900000" h="629863">
                <a:moveTo>
                  <a:pt x="607311" y="396965"/>
                </a:moveTo>
                <a:cubicBezTo>
                  <a:pt x="608801" y="484267"/>
                  <a:pt x="678806" y="554673"/>
                  <a:pt x="765960" y="556593"/>
                </a:cubicBezTo>
                <a:cubicBezTo>
                  <a:pt x="764118" y="557681"/>
                  <a:pt x="762196" y="557744"/>
                  <a:pt x="760259" y="557744"/>
                </a:cubicBezTo>
                <a:lnTo>
                  <a:pt x="692919" y="557744"/>
                </a:lnTo>
                <a:cubicBezTo>
                  <a:pt x="645140" y="557744"/>
                  <a:pt x="606407" y="519011"/>
                  <a:pt x="606407" y="471232"/>
                </a:cubicBezTo>
                <a:lnTo>
                  <a:pt x="606407" y="401444"/>
                </a:lnTo>
                <a:close/>
                <a:moveTo>
                  <a:pt x="67575" y="396965"/>
                </a:moveTo>
                <a:cubicBezTo>
                  <a:pt x="69065" y="484267"/>
                  <a:pt x="139070" y="554673"/>
                  <a:pt x="226224" y="556593"/>
                </a:cubicBezTo>
                <a:cubicBezTo>
                  <a:pt x="224382" y="557681"/>
                  <a:pt x="222460" y="557744"/>
                  <a:pt x="220523" y="557744"/>
                </a:cubicBezTo>
                <a:lnTo>
                  <a:pt x="153183" y="557744"/>
                </a:lnTo>
                <a:cubicBezTo>
                  <a:pt x="105404" y="557744"/>
                  <a:pt x="66671" y="519011"/>
                  <a:pt x="66671" y="471232"/>
                </a:cubicBezTo>
                <a:lnTo>
                  <a:pt x="66671" y="401444"/>
                </a:lnTo>
                <a:close/>
                <a:moveTo>
                  <a:pt x="450001" y="296807"/>
                </a:moveTo>
                <a:cubicBezTo>
                  <a:pt x="414471" y="296807"/>
                  <a:pt x="385668" y="325610"/>
                  <a:pt x="385668" y="361140"/>
                </a:cubicBezTo>
                <a:cubicBezTo>
                  <a:pt x="385668" y="396670"/>
                  <a:pt x="414471" y="425473"/>
                  <a:pt x="450001" y="425473"/>
                </a:cubicBezTo>
                <a:cubicBezTo>
                  <a:pt x="485531" y="425473"/>
                  <a:pt x="514334" y="396670"/>
                  <a:pt x="514334" y="361140"/>
                </a:cubicBezTo>
                <a:cubicBezTo>
                  <a:pt x="514334" y="325610"/>
                  <a:pt x="485531" y="296807"/>
                  <a:pt x="450001" y="296807"/>
                </a:cubicBezTo>
                <a:close/>
                <a:moveTo>
                  <a:pt x="719869" y="284473"/>
                </a:moveTo>
                <a:cubicBezTo>
                  <a:pt x="628599" y="284473"/>
                  <a:pt x="554610" y="358462"/>
                  <a:pt x="554610" y="449732"/>
                </a:cubicBezTo>
                <a:cubicBezTo>
                  <a:pt x="554610" y="541002"/>
                  <a:pt x="628599" y="614991"/>
                  <a:pt x="719869" y="614991"/>
                </a:cubicBezTo>
                <a:cubicBezTo>
                  <a:pt x="811139" y="614991"/>
                  <a:pt x="885128" y="541002"/>
                  <a:pt x="885128" y="449732"/>
                </a:cubicBezTo>
                <a:cubicBezTo>
                  <a:pt x="885128" y="358462"/>
                  <a:pt x="811139" y="284473"/>
                  <a:pt x="719869" y="284473"/>
                </a:cubicBezTo>
                <a:close/>
                <a:moveTo>
                  <a:pt x="180133" y="284473"/>
                </a:moveTo>
                <a:cubicBezTo>
                  <a:pt x="88863" y="284473"/>
                  <a:pt x="14874" y="358462"/>
                  <a:pt x="14874" y="449732"/>
                </a:cubicBezTo>
                <a:cubicBezTo>
                  <a:pt x="14874" y="541002"/>
                  <a:pt x="88863" y="614991"/>
                  <a:pt x="180133" y="614991"/>
                </a:cubicBezTo>
                <a:cubicBezTo>
                  <a:pt x="271403" y="614991"/>
                  <a:pt x="345392" y="541002"/>
                  <a:pt x="345392" y="449732"/>
                </a:cubicBezTo>
                <a:cubicBezTo>
                  <a:pt x="345392" y="358462"/>
                  <a:pt x="271403" y="284473"/>
                  <a:pt x="180133" y="284473"/>
                </a:cubicBezTo>
                <a:close/>
                <a:moveTo>
                  <a:pt x="334962" y="0"/>
                </a:moveTo>
                <a:cubicBezTo>
                  <a:pt x="387222" y="0"/>
                  <a:pt x="430744" y="37410"/>
                  <a:pt x="438112" y="87312"/>
                </a:cubicBezTo>
                <a:lnTo>
                  <a:pt x="467556" y="87312"/>
                </a:lnTo>
                <a:cubicBezTo>
                  <a:pt x="474925" y="37410"/>
                  <a:pt x="518446" y="0"/>
                  <a:pt x="570706" y="0"/>
                </a:cubicBezTo>
                <a:cubicBezTo>
                  <a:pt x="629887" y="0"/>
                  <a:pt x="677862" y="47975"/>
                  <a:pt x="677862" y="107156"/>
                </a:cubicBezTo>
                <a:lnTo>
                  <a:pt x="677862" y="115454"/>
                </a:lnTo>
                <a:cubicBezTo>
                  <a:pt x="754781" y="176493"/>
                  <a:pt x="817657" y="254020"/>
                  <a:pt x="861176" y="343028"/>
                </a:cubicBezTo>
                <a:cubicBezTo>
                  <a:pt x="886458" y="371362"/>
                  <a:pt x="900000" y="408965"/>
                  <a:pt x="900000" y="449731"/>
                </a:cubicBezTo>
                <a:cubicBezTo>
                  <a:pt x="900000" y="549215"/>
                  <a:pt x="819352" y="629863"/>
                  <a:pt x="719868" y="629863"/>
                </a:cubicBezTo>
                <a:cubicBezTo>
                  <a:pt x="620384" y="629863"/>
                  <a:pt x="539736" y="549215"/>
                  <a:pt x="539736" y="449731"/>
                </a:cubicBezTo>
                <a:lnTo>
                  <a:pt x="543144" y="415925"/>
                </a:lnTo>
                <a:lnTo>
                  <a:pt x="540124" y="415925"/>
                </a:lnTo>
                <a:cubicBezTo>
                  <a:pt x="522867" y="447794"/>
                  <a:pt x="488841" y="468412"/>
                  <a:pt x="450000" y="468412"/>
                </a:cubicBezTo>
                <a:cubicBezTo>
                  <a:pt x="411159" y="468412"/>
                  <a:pt x="377133" y="447794"/>
                  <a:pt x="359876" y="415925"/>
                </a:cubicBezTo>
                <a:lnTo>
                  <a:pt x="356856" y="415925"/>
                </a:lnTo>
                <a:cubicBezTo>
                  <a:pt x="359173" y="426845"/>
                  <a:pt x="360264" y="438161"/>
                  <a:pt x="360264" y="449731"/>
                </a:cubicBezTo>
                <a:cubicBezTo>
                  <a:pt x="360264" y="549215"/>
                  <a:pt x="279616" y="629863"/>
                  <a:pt x="180132" y="629863"/>
                </a:cubicBezTo>
                <a:cubicBezTo>
                  <a:pt x="80648" y="629863"/>
                  <a:pt x="0" y="549215"/>
                  <a:pt x="0" y="449731"/>
                </a:cubicBezTo>
                <a:cubicBezTo>
                  <a:pt x="0" y="408743"/>
                  <a:pt x="13690" y="370952"/>
                  <a:pt x="39164" y="342523"/>
                </a:cubicBezTo>
                <a:cubicBezTo>
                  <a:pt x="83708" y="251469"/>
                  <a:pt x="148519" y="172440"/>
                  <a:pt x="227806" y="110704"/>
                </a:cubicBezTo>
                <a:lnTo>
                  <a:pt x="227806" y="107156"/>
                </a:lnTo>
                <a:cubicBezTo>
                  <a:pt x="227806" y="47975"/>
                  <a:pt x="275781" y="0"/>
                  <a:pt x="334962"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角丸四角形 24"/>
          <p:cNvSpPr>
            <a:spLocks noChangeAspect="1"/>
          </p:cNvSpPr>
          <p:nvPr/>
        </p:nvSpPr>
        <p:spPr bwMode="gray">
          <a:xfrm>
            <a:off x="3900093" y="3103565"/>
            <a:ext cx="830769" cy="552007"/>
          </a:xfrm>
          <a:custGeom>
            <a:avLst/>
            <a:gdLst/>
            <a:ahLst/>
            <a:cxnLst/>
            <a:rect l="l" t="t" r="r" b="b"/>
            <a:pathLst>
              <a:path w="900000" h="598008">
                <a:moveTo>
                  <a:pt x="767316" y="152686"/>
                </a:moveTo>
                <a:cubicBezTo>
                  <a:pt x="849300" y="234107"/>
                  <a:pt x="900000" y="346939"/>
                  <a:pt x="900000" y="471612"/>
                </a:cubicBezTo>
                <a:lnTo>
                  <a:pt x="900000" y="503888"/>
                </a:lnTo>
                <a:lnTo>
                  <a:pt x="900000" y="507612"/>
                </a:lnTo>
                <a:lnTo>
                  <a:pt x="900000" y="551208"/>
                </a:lnTo>
                <a:cubicBezTo>
                  <a:pt x="900000" y="577055"/>
                  <a:pt x="879047" y="598008"/>
                  <a:pt x="853200" y="598008"/>
                </a:cubicBezTo>
                <a:cubicBezTo>
                  <a:pt x="827353" y="598008"/>
                  <a:pt x="806400" y="577055"/>
                  <a:pt x="806400" y="551208"/>
                </a:cubicBezTo>
                <a:lnTo>
                  <a:pt x="806400" y="537630"/>
                </a:lnTo>
                <a:lnTo>
                  <a:pt x="806400" y="503888"/>
                </a:lnTo>
                <a:lnTo>
                  <a:pt x="806400" y="471611"/>
                </a:lnTo>
                <a:cubicBezTo>
                  <a:pt x="806400" y="396367"/>
                  <a:pt x="783083" y="326569"/>
                  <a:pt x="742983" y="269254"/>
                </a:cubicBezTo>
                <a:close/>
                <a:moveTo>
                  <a:pt x="450000" y="21612"/>
                </a:moveTo>
                <a:cubicBezTo>
                  <a:pt x="494860" y="21612"/>
                  <a:pt x="538186" y="28176"/>
                  <a:pt x="578449" y="42475"/>
                </a:cubicBezTo>
                <a:lnTo>
                  <a:pt x="511695" y="121431"/>
                </a:lnTo>
                <a:cubicBezTo>
                  <a:pt x="491760" y="117044"/>
                  <a:pt x="471094" y="115211"/>
                  <a:pt x="450000" y="115211"/>
                </a:cubicBezTo>
                <a:cubicBezTo>
                  <a:pt x="253166" y="115211"/>
                  <a:pt x="93600" y="274777"/>
                  <a:pt x="93600" y="471611"/>
                </a:cubicBezTo>
                <a:lnTo>
                  <a:pt x="93600" y="503888"/>
                </a:lnTo>
                <a:lnTo>
                  <a:pt x="93600" y="537630"/>
                </a:lnTo>
                <a:lnTo>
                  <a:pt x="93600" y="551208"/>
                </a:lnTo>
                <a:cubicBezTo>
                  <a:pt x="93600" y="577055"/>
                  <a:pt x="72647" y="598008"/>
                  <a:pt x="46800" y="598008"/>
                </a:cubicBezTo>
                <a:cubicBezTo>
                  <a:pt x="20953" y="598008"/>
                  <a:pt x="0" y="577055"/>
                  <a:pt x="0" y="551208"/>
                </a:cubicBezTo>
                <a:lnTo>
                  <a:pt x="0" y="507612"/>
                </a:lnTo>
                <a:lnTo>
                  <a:pt x="0" y="503888"/>
                </a:lnTo>
                <a:lnTo>
                  <a:pt x="0" y="471612"/>
                </a:lnTo>
                <a:cubicBezTo>
                  <a:pt x="0" y="223084"/>
                  <a:pt x="201472" y="21612"/>
                  <a:pt x="450000" y="21612"/>
                </a:cubicBezTo>
                <a:close/>
                <a:moveTo>
                  <a:pt x="731851" y="0"/>
                </a:moveTo>
                <a:cubicBezTo>
                  <a:pt x="742571" y="39683"/>
                  <a:pt x="543081" y="498586"/>
                  <a:pt x="520247" y="542296"/>
                </a:cubicBezTo>
                <a:cubicBezTo>
                  <a:pt x="497414" y="586006"/>
                  <a:pt x="459857" y="612309"/>
                  <a:pt x="399132" y="579770"/>
                </a:cubicBezTo>
                <a:cubicBezTo>
                  <a:pt x="355075" y="556756"/>
                  <a:pt x="338587" y="524626"/>
                  <a:pt x="360704" y="458954"/>
                </a:cubicBezTo>
                <a:cubicBezTo>
                  <a:pt x="416157" y="362326"/>
                  <a:pt x="687794" y="17466"/>
                  <a:pt x="731851"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4" name="円/楕円 49"/>
          <p:cNvSpPr>
            <a:spLocks noChangeAspect="1"/>
          </p:cNvSpPr>
          <p:nvPr/>
        </p:nvSpPr>
        <p:spPr bwMode="gray">
          <a:xfrm>
            <a:off x="8123733" y="4263821"/>
            <a:ext cx="830769" cy="830769"/>
          </a:xfrm>
          <a:custGeom>
            <a:avLst/>
            <a:gdLst/>
            <a:ahLst/>
            <a:cxnLst/>
            <a:rect l="l" t="t" r="r" b="b"/>
            <a:pathLst>
              <a:path w="900000" h="900000">
                <a:moveTo>
                  <a:pt x="579326" y="735013"/>
                </a:moveTo>
                <a:cubicBezTo>
                  <a:pt x="557498" y="733426"/>
                  <a:pt x="542416" y="736997"/>
                  <a:pt x="515032" y="744538"/>
                </a:cubicBezTo>
                <a:cubicBezTo>
                  <a:pt x="487648" y="752079"/>
                  <a:pt x="437642" y="773907"/>
                  <a:pt x="415020" y="780257"/>
                </a:cubicBezTo>
                <a:cubicBezTo>
                  <a:pt x="392398" y="786607"/>
                  <a:pt x="391207" y="777479"/>
                  <a:pt x="379301" y="782638"/>
                </a:cubicBezTo>
                <a:cubicBezTo>
                  <a:pt x="367583" y="787716"/>
                  <a:pt x="359709" y="788950"/>
                  <a:pt x="344387" y="810217"/>
                </a:cubicBezTo>
                <a:cubicBezTo>
                  <a:pt x="377763" y="821914"/>
                  <a:pt x="413626" y="827262"/>
                  <a:pt x="450738" y="827262"/>
                </a:cubicBezTo>
                <a:cubicBezTo>
                  <a:pt x="529235" y="827262"/>
                  <a:pt x="602143" y="803335"/>
                  <a:pt x="662536" y="762331"/>
                </a:cubicBezTo>
                <a:lnTo>
                  <a:pt x="646001" y="754063"/>
                </a:lnTo>
                <a:cubicBezTo>
                  <a:pt x="631714" y="746522"/>
                  <a:pt x="601154" y="736600"/>
                  <a:pt x="579326" y="735013"/>
                </a:cubicBezTo>
                <a:close/>
                <a:moveTo>
                  <a:pt x="569372" y="92121"/>
                </a:moveTo>
                <a:cubicBezTo>
                  <a:pt x="550846" y="112154"/>
                  <a:pt x="560703" y="149067"/>
                  <a:pt x="572181" y="158751"/>
                </a:cubicBezTo>
                <a:cubicBezTo>
                  <a:pt x="584881" y="169467"/>
                  <a:pt x="635681" y="144464"/>
                  <a:pt x="650762" y="149226"/>
                </a:cubicBezTo>
                <a:cubicBezTo>
                  <a:pt x="665843" y="153989"/>
                  <a:pt x="665844" y="174626"/>
                  <a:pt x="662669" y="187326"/>
                </a:cubicBezTo>
                <a:cubicBezTo>
                  <a:pt x="659494" y="200026"/>
                  <a:pt x="640840" y="214710"/>
                  <a:pt x="631712" y="225426"/>
                </a:cubicBezTo>
                <a:cubicBezTo>
                  <a:pt x="622584" y="236142"/>
                  <a:pt x="613059" y="239714"/>
                  <a:pt x="607900" y="251620"/>
                </a:cubicBezTo>
                <a:cubicBezTo>
                  <a:pt x="602741" y="263526"/>
                  <a:pt x="596390" y="278210"/>
                  <a:pt x="600756" y="296863"/>
                </a:cubicBezTo>
                <a:cubicBezTo>
                  <a:pt x="605122" y="315516"/>
                  <a:pt x="617028" y="349251"/>
                  <a:pt x="634094" y="363538"/>
                </a:cubicBezTo>
                <a:cubicBezTo>
                  <a:pt x="651160" y="377826"/>
                  <a:pt x="686481" y="376635"/>
                  <a:pt x="703150" y="382588"/>
                </a:cubicBezTo>
                <a:cubicBezTo>
                  <a:pt x="719819" y="388541"/>
                  <a:pt x="725375" y="384970"/>
                  <a:pt x="734106" y="399257"/>
                </a:cubicBezTo>
                <a:cubicBezTo>
                  <a:pt x="742837" y="413544"/>
                  <a:pt x="751568" y="442119"/>
                  <a:pt x="755537" y="468313"/>
                </a:cubicBezTo>
                <a:cubicBezTo>
                  <a:pt x="759506" y="494507"/>
                  <a:pt x="760300" y="531814"/>
                  <a:pt x="757919" y="556420"/>
                </a:cubicBezTo>
                <a:cubicBezTo>
                  <a:pt x="755538" y="581026"/>
                  <a:pt x="744425" y="600076"/>
                  <a:pt x="741250" y="615951"/>
                </a:cubicBezTo>
                <a:cubicBezTo>
                  <a:pt x="738075" y="631826"/>
                  <a:pt x="732519" y="637779"/>
                  <a:pt x="738869" y="651670"/>
                </a:cubicBezTo>
                <a:cubicBezTo>
                  <a:pt x="741148" y="656657"/>
                  <a:pt x="742712" y="670030"/>
                  <a:pt x="745746" y="682949"/>
                </a:cubicBezTo>
                <a:cubicBezTo>
                  <a:pt x="798193" y="619507"/>
                  <a:pt x="828737" y="537952"/>
                  <a:pt x="828737" y="449262"/>
                </a:cubicBezTo>
                <a:cubicBezTo>
                  <a:pt x="828737" y="282146"/>
                  <a:pt x="720290" y="140360"/>
                  <a:pt x="569372" y="92121"/>
                </a:cubicBezTo>
                <a:close/>
                <a:moveTo>
                  <a:pt x="385042" y="77885"/>
                </a:moveTo>
                <a:cubicBezTo>
                  <a:pt x="253325" y="100091"/>
                  <a:pt x="145200" y="191234"/>
                  <a:pt x="99023" y="313143"/>
                </a:cubicBezTo>
                <a:cubicBezTo>
                  <a:pt x="128174" y="315792"/>
                  <a:pt x="159350" y="318062"/>
                  <a:pt x="174512" y="320676"/>
                </a:cubicBezTo>
                <a:cubicBezTo>
                  <a:pt x="197531" y="324645"/>
                  <a:pt x="191975" y="325439"/>
                  <a:pt x="195944" y="332582"/>
                </a:cubicBezTo>
                <a:cubicBezTo>
                  <a:pt x="199913" y="339725"/>
                  <a:pt x="201500" y="353219"/>
                  <a:pt x="198325" y="363538"/>
                </a:cubicBezTo>
                <a:cubicBezTo>
                  <a:pt x="195150" y="373857"/>
                  <a:pt x="182053" y="379811"/>
                  <a:pt x="176894" y="394495"/>
                </a:cubicBezTo>
                <a:cubicBezTo>
                  <a:pt x="171735" y="409180"/>
                  <a:pt x="163400" y="435373"/>
                  <a:pt x="167369" y="451645"/>
                </a:cubicBezTo>
                <a:cubicBezTo>
                  <a:pt x="171338" y="467917"/>
                  <a:pt x="189197" y="480617"/>
                  <a:pt x="200706" y="492126"/>
                </a:cubicBezTo>
                <a:cubicBezTo>
                  <a:pt x="212215" y="503635"/>
                  <a:pt x="226503" y="493714"/>
                  <a:pt x="236425" y="520701"/>
                </a:cubicBezTo>
                <a:cubicBezTo>
                  <a:pt x="246347" y="547688"/>
                  <a:pt x="247537" y="621110"/>
                  <a:pt x="260237" y="654051"/>
                </a:cubicBezTo>
                <a:cubicBezTo>
                  <a:pt x="272937" y="686992"/>
                  <a:pt x="298734" y="707233"/>
                  <a:pt x="312625" y="718345"/>
                </a:cubicBezTo>
                <a:cubicBezTo>
                  <a:pt x="326516" y="729457"/>
                  <a:pt x="338819" y="729457"/>
                  <a:pt x="343581" y="720726"/>
                </a:cubicBezTo>
                <a:cubicBezTo>
                  <a:pt x="348343" y="711995"/>
                  <a:pt x="341200" y="688579"/>
                  <a:pt x="341200" y="665957"/>
                </a:cubicBezTo>
                <a:cubicBezTo>
                  <a:pt x="341200" y="643335"/>
                  <a:pt x="341200" y="606823"/>
                  <a:pt x="343581" y="584995"/>
                </a:cubicBezTo>
                <a:cubicBezTo>
                  <a:pt x="345962" y="563167"/>
                  <a:pt x="348740" y="550069"/>
                  <a:pt x="355487" y="534988"/>
                </a:cubicBezTo>
                <a:cubicBezTo>
                  <a:pt x="362234" y="519907"/>
                  <a:pt x="372949" y="503635"/>
                  <a:pt x="384062" y="494507"/>
                </a:cubicBezTo>
                <a:cubicBezTo>
                  <a:pt x="395174" y="485379"/>
                  <a:pt x="409065" y="489745"/>
                  <a:pt x="422162" y="480220"/>
                </a:cubicBezTo>
                <a:cubicBezTo>
                  <a:pt x="435259" y="470695"/>
                  <a:pt x="455103" y="454819"/>
                  <a:pt x="462644" y="437357"/>
                </a:cubicBezTo>
                <a:cubicBezTo>
                  <a:pt x="470185" y="419895"/>
                  <a:pt x="470978" y="393304"/>
                  <a:pt x="467406" y="375445"/>
                </a:cubicBezTo>
                <a:cubicBezTo>
                  <a:pt x="463834" y="357586"/>
                  <a:pt x="455896" y="342107"/>
                  <a:pt x="441212" y="330201"/>
                </a:cubicBezTo>
                <a:cubicBezTo>
                  <a:pt x="426528" y="318295"/>
                  <a:pt x="405890" y="311944"/>
                  <a:pt x="379300" y="304007"/>
                </a:cubicBezTo>
                <a:cubicBezTo>
                  <a:pt x="352710" y="296070"/>
                  <a:pt x="305878" y="285354"/>
                  <a:pt x="281669" y="282576"/>
                </a:cubicBezTo>
                <a:cubicBezTo>
                  <a:pt x="257460" y="279798"/>
                  <a:pt x="245553" y="293291"/>
                  <a:pt x="234044" y="287338"/>
                </a:cubicBezTo>
                <a:cubicBezTo>
                  <a:pt x="222534" y="281385"/>
                  <a:pt x="213803" y="258366"/>
                  <a:pt x="212612" y="246857"/>
                </a:cubicBezTo>
                <a:cubicBezTo>
                  <a:pt x="211421" y="235348"/>
                  <a:pt x="216978" y="229791"/>
                  <a:pt x="226900" y="218282"/>
                </a:cubicBezTo>
                <a:cubicBezTo>
                  <a:pt x="236822" y="206773"/>
                  <a:pt x="259841" y="190898"/>
                  <a:pt x="272144" y="177801"/>
                </a:cubicBezTo>
                <a:cubicBezTo>
                  <a:pt x="284447" y="164704"/>
                  <a:pt x="284447" y="154782"/>
                  <a:pt x="300719" y="139701"/>
                </a:cubicBezTo>
                <a:cubicBezTo>
                  <a:pt x="316991" y="124620"/>
                  <a:pt x="347550" y="105172"/>
                  <a:pt x="369775" y="87313"/>
                </a:cubicBezTo>
                <a:cubicBezTo>
                  <a:pt x="374073" y="83859"/>
                  <a:pt x="379291" y="80673"/>
                  <a:pt x="385042" y="77885"/>
                </a:cubicBezTo>
                <a:close/>
                <a:moveTo>
                  <a:pt x="450000" y="0"/>
                </a:moveTo>
                <a:cubicBezTo>
                  <a:pt x="698528" y="0"/>
                  <a:pt x="900000" y="201472"/>
                  <a:pt x="900000" y="450000"/>
                </a:cubicBezTo>
                <a:cubicBezTo>
                  <a:pt x="900000" y="698528"/>
                  <a:pt x="698528" y="900000"/>
                  <a:pt x="450000" y="900000"/>
                </a:cubicBezTo>
                <a:cubicBezTo>
                  <a:pt x="201472" y="900000"/>
                  <a:pt x="0" y="698528"/>
                  <a:pt x="0" y="450000"/>
                </a:cubicBezTo>
                <a:cubicBezTo>
                  <a:pt x="0" y="201472"/>
                  <a:pt x="201472" y="0"/>
                  <a:pt x="4500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正方形/長方形 82"/>
          <p:cNvSpPr>
            <a:spLocks noChangeAspect="1"/>
          </p:cNvSpPr>
          <p:nvPr/>
        </p:nvSpPr>
        <p:spPr bwMode="gray">
          <a:xfrm>
            <a:off x="5445792" y="2964365"/>
            <a:ext cx="811256" cy="830404"/>
          </a:xfrm>
          <a:custGeom>
            <a:avLst/>
            <a:gdLst>
              <a:gd name="connsiteX0" fmla="*/ 680094 w 901311"/>
              <a:gd name="connsiteY0" fmla="*/ 147127 h 922990"/>
              <a:gd name="connsiteX1" fmla="*/ 599133 w 901311"/>
              <a:gd name="connsiteY1" fmla="*/ 228088 h 922990"/>
              <a:gd name="connsiteX2" fmla="*/ 680094 w 901311"/>
              <a:gd name="connsiteY2" fmla="*/ 309049 h 922990"/>
              <a:gd name="connsiteX3" fmla="*/ 761055 w 901311"/>
              <a:gd name="connsiteY3" fmla="*/ 228088 h 922990"/>
              <a:gd name="connsiteX4" fmla="*/ 680094 w 901311"/>
              <a:gd name="connsiteY4" fmla="*/ 147127 h 922990"/>
              <a:gd name="connsiteX5" fmla="*/ 824858 w 901311"/>
              <a:gd name="connsiteY5" fmla="*/ 0 h 922990"/>
              <a:gd name="connsiteX6" fmla="*/ 898236 w 901311"/>
              <a:gd name="connsiteY6" fmla="*/ 8895 h 922990"/>
              <a:gd name="connsiteX7" fmla="*/ 901311 w 901311"/>
              <a:gd name="connsiteY7" fmla="*/ 69791 h 922990"/>
              <a:gd name="connsiteX8" fmla="*/ 898272 w 901311"/>
              <a:gd name="connsiteY8" fmla="*/ 129972 h 922990"/>
              <a:gd name="connsiteX9" fmla="*/ 575391 w 901311"/>
              <a:gd name="connsiteY9" fmla="*/ 593892 h 922990"/>
              <a:gd name="connsiteX10" fmla="*/ 577188 w 901311"/>
              <a:gd name="connsiteY10" fmla="*/ 595713 h 922990"/>
              <a:gd name="connsiteX11" fmla="*/ 586228 w 901311"/>
              <a:gd name="connsiteY11" fmla="*/ 683237 h 922990"/>
              <a:gd name="connsiteX12" fmla="*/ 509565 w 901311"/>
              <a:gd name="connsiteY12" fmla="*/ 832811 h 922990"/>
              <a:gd name="connsiteX13" fmla="*/ 259323 w 901311"/>
              <a:gd name="connsiteY13" fmla="*/ 910993 h 922990"/>
              <a:gd name="connsiteX14" fmla="*/ 300689 w 901311"/>
              <a:gd name="connsiteY14" fmla="*/ 751671 h 922990"/>
              <a:gd name="connsiteX15" fmla="*/ 256830 w 901311"/>
              <a:gd name="connsiteY15" fmla="*/ 707207 h 922990"/>
              <a:gd name="connsiteX16" fmla="*/ 213515 w 901311"/>
              <a:gd name="connsiteY16" fmla="*/ 663294 h 922990"/>
              <a:gd name="connsiteX17" fmla="*/ 167621 w 901311"/>
              <a:gd name="connsiteY17" fmla="*/ 616766 h 922990"/>
              <a:gd name="connsiteX18" fmla="*/ 12163 w 901311"/>
              <a:gd name="connsiteY18" fmla="*/ 658164 h 922990"/>
              <a:gd name="connsiteX19" fmla="*/ 88057 w 901311"/>
              <a:gd name="connsiteY19" fmla="*/ 407218 h 922990"/>
              <a:gd name="connsiteX20" fmla="*/ 236925 w 901311"/>
              <a:gd name="connsiteY20" fmla="*/ 329193 h 922990"/>
              <a:gd name="connsiteX21" fmla="*/ 316050 w 901311"/>
              <a:gd name="connsiteY21" fmla="*/ 344893 h 922990"/>
              <a:gd name="connsiteX22" fmla="*/ 323012 w 901311"/>
              <a:gd name="connsiteY22" fmla="*/ 338026 h 922990"/>
              <a:gd name="connsiteX23" fmla="*/ 324763 w 901311"/>
              <a:gd name="connsiteY23" fmla="*/ 339801 h 922990"/>
              <a:gd name="connsiteX24" fmla="*/ 746121 w 901311"/>
              <a:gd name="connsiteY24" fmla="*/ 7178 h 922990"/>
              <a:gd name="connsiteX25" fmla="*/ 824858 w 901311"/>
              <a:gd name="connsiteY25" fmla="*/ 0 h 922990"/>
              <a:gd name="connsiteX0" fmla="*/ 680094 w 901311"/>
              <a:gd name="connsiteY0" fmla="*/ 147127 h 923665"/>
              <a:gd name="connsiteX1" fmla="*/ 599133 w 901311"/>
              <a:gd name="connsiteY1" fmla="*/ 228088 h 923665"/>
              <a:gd name="connsiteX2" fmla="*/ 680094 w 901311"/>
              <a:gd name="connsiteY2" fmla="*/ 309049 h 923665"/>
              <a:gd name="connsiteX3" fmla="*/ 761055 w 901311"/>
              <a:gd name="connsiteY3" fmla="*/ 228088 h 923665"/>
              <a:gd name="connsiteX4" fmla="*/ 680094 w 901311"/>
              <a:gd name="connsiteY4" fmla="*/ 147127 h 923665"/>
              <a:gd name="connsiteX5" fmla="*/ 824858 w 901311"/>
              <a:gd name="connsiteY5" fmla="*/ 0 h 923665"/>
              <a:gd name="connsiteX6" fmla="*/ 898236 w 901311"/>
              <a:gd name="connsiteY6" fmla="*/ 8895 h 923665"/>
              <a:gd name="connsiteX7" fmla="*/ 901311 w 901311"/>
              <a:gd name="connsiteY7" fmla="*/ 69791 h 923665"/>
              <a:gd name="connsiteX8" fmla="*/ 898272 w 901311"/>
              <a:gd name="connsiteY8" fmla="*/ 129972 h 923665"/>
              <a:gd name="connsiteX9" fmla="*/ 575391 w 901311"/>
              <a:gd name="connsiteY9" fmla="*/ 593892 h 923665"/>
              <a:gd name="connsiteX10" fmla="*/ 577188 w 901311"/>
              <a:gd name="connsiteY10" fmla="*/ 595713 h 923665"/>
              <a:gd name="connsiteX11" fmla="*/ 578901 w 901311"/>
              <a:gd name="connsiteY11" fmla="*/ 683237 h 923665"/>
              <a:gd name="connsiteX12" fmla="*/ 509565 w 901311"/>
              <a:gd name="connsiteY12" fmla="*/ 832811 h 923665"/>
              <a:gd name="connsiteX13" fmla="*/ 259323 w 901311"/>
              <a:gd name="connsiteY13" fmla="*/ 910993 h 923665"/>
              <a:gd name="connsiteX14" fmla="*/ 300689 w 901311"/>
              <a:gd name="connsiteY14" fmla="*/ 751671 h 923665"/>
              <a:gd name="connsiteX15" fmla="*/ 256830 w 901311"/>
              <a:gd name="connsiteY15" fmla="*/ 707207 h 923665"/>
              <a:gd name="connsiteX16" fmla="*/ 213515 w 901311"/>
              <a:gd name="connsiteY16" fmla="*/ 663294 h 923665"/>
              <a:gd name="connsiteX17" fmla="*/ 167621 w 901311"/>
              <a:gd name="connsiteY17" fmla="*/ 616766 h 923665"/>
              <a:gd name="connsiteX18" fmla="*/ 12163 w 901311"/>
              <a:gd name="connsiteY18" fmla="*/ 658164 h 923665"/>
              <a:gd name="connsiteX19" fmla="*/ 88057 w 901311"/>
              <a:gd name="connsiteY19" fmla="*/ 407218 h 923665"/>
              <a:gd name="connsiteX20" fmla="*/ 236925 w 901311"/>
              <a:gd name="connsiteY20" fmla="*/ 329193 h 923665"/>
              <a:gd name="connsiteX21" fmla="*/ 316050 w 901311"/>
              <a:gd name="connsiteY21" fmla="*/ 344893 h 923665"/>
              <a:gd name="connsiteX22" fmla="*/ 323012 w 901311"/>
              <a:gd name="connsiteY22" fmla="*/ 338026 h 923665"/>
              <a:gd name="connsiteX23" fmla="*/ 324763 w 901311"/>
              <a:gd name="connsiteY23" fmla="*/ 339801 h 923665"/>
              <a:gd name="connsiteX24" fmla="*/ 746121 w 901311"/>
              <a:gd name="connsiteY24" fmla="*/ 7178 h 923665"/>
              <a:gd name="connsiteX25" fmla="*/ 824858 w 901311"/>
              <a:gd name="connsiteY25" fmla="*/ 0 h 923665"/>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7188 w 901311"/>
              <a:gd name="connsiteY10" fmla="*/ 595713 h 922584"/>
              <a:gd name="connsiteX11" fmla="*/ 578901 w 901311"/>
              <a:gd name="connsiteY11" fmla="*/ 683237 h 922584"/>
              <a:gd name="connsiteX12" fmla="*/ 509565 w 901311"/>
              <a:gd name="connsiteY12" fmla="*/ 832811 h 922584"/>
              <a:gd name="connsiteX13" fmla="*/ 259323 w 901311"/>
              <a:gd name="connsiteY13" fmla="*/ 910993 h 922584"/>
              <a:gd name="connsiteX14" fmla="*/ 300689 w 901311"/>
              <a:gd name="connsiteY14" fmla="*/ 751671 h 922584"/>
              <a:gd name="connsiteX15" fmla="*/ 256830 w 901311"/>
              <a:gd name="connsiteY15" fmla="*/ 707207 h 922584"/>
              <a:gd name="connsiteX16" fmla="*/ 213515 w 901311"/>
              <a:gd name="connsiteY16" fmla="*/ 663294 h 922584"/>
              <a:gd name="connsiteX17" fmla="*/ 167621 w 901311"/>
              <a:gd name="connsiteY17" fmla="*/ 616766 h 922584"/>
              <a:gd name="connsiteX18" fmla="*/ 12163 w 901311"/>
              <a:gd name="connsiteY18" fmla="*/ 658164 h 922584"/>
              <a:gd name="connsiteX19" fmla="*/ 88057 w 901311"/>
              <a:gd name="connsiteY19" fmla="*/ 407218 h 922584"/>
              <a:gd name="connsiteX20" fmla="*/ 236925 w 901311"/>
              <a:gd name="connsiteY20" fmla="*/ 329193 h 922584"/>
              <a:gd name="connsiteX21" fmla="*/ 316050 w 901311"/>
              <a:gd name="connsiteY21" fmla="*/ 344893 h 922584"/>
              <a:gd name="connsiteX22" fmla="*/ 323012 w 901311"/>
              <a:gd name="connsiteY22" fmla="*/ 338026 h 922584"/>
              <a:gd name="connsiteX23" fmla="*/ 324763 w 901311"/>
              <a:gd name="connsiteY23" fmla="*/ 339801 h 922584"/>
              <a:gd name="connsiteX24" fmla="*/ 746121 w 901311"/>
              <a:gd name="connsiteY24" fmla="*/ 7178 h 922584"/>
              <a:gd name="connsiteX25" fmla="*/ 824858 w 901311"/>
              <a:gd name="connsiteY25"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16050 w 901311"/>
              <a:gd name="connsiteY20" fmla="*/ 344893 h 922584"/>
              <a:gd name="connsiteX21" fmla="*/ 323012 w 901311"/>
              <a:gd name="connsiteY21" fmla="*/ 338026 h 922584"/>
              <a:gd name="connsiteX22" fmla="*/ 324763 w 901311"/>
              <a:gd name="connsiteY22" fmla="*/ 339801 h 922584"/>
              <a:gd name="connsiteX23" fmla="*/ 746121 w 901311"/>
              <a:gd name="connsiteY23" fmla="*/ 7178 h 922584"/>
              <a:gd name="connsiteX24" fmla="*/ 824858 w 901311"/>
              <a:gd name="connsiteY24"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324763 w 901311"/>
              <a:gd name="connsiteY21" fmla="*/ 339801 h 922584"/>
              <a:gd name="connsiteX22" fmla="*/ 746121 w 901311"/>
              <a:gd name="connsiteY22" fmla="*/ 7178 h 922584"/>
              <a:gd name="connsiteX23" fmla="*/ 824858 w 901311"/>
              <a:gd name="connsiteY23"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1311" h="922584">
                <a:moveTo>
                  <a:pt x="680094" y="147127"/>
                </a:moveTo>
                <a:cubicBezTo>
                  <a:pt x="635380" y="147127"/>
                  <a:pt x="599133" y="183374"/>
                  <a:pt x="599133" y="228088"/>
                </a:cubicBezTo>
                <a:cubicBezTo>
                  <a:pt x="599133" y="272802"/>
                  <a:pt x="635380" y="309049"/>
                  <a:pt x="680094" y="309049"/>
                </a:cubicBezTo>
                <a:cubicBezTo>
                  <a:pt x="724808" y="309049"/>
                  <a:pt x="761055" y="272802"/>
                  <a:pt x="761055" y="228088"/>
                </a:cubicBezTo>
                <a:cubicBezTo>
                  <a:pt x="761055" y="183374"/>
                  <a:pt x="724808" y="147127"/>
                  <a:pt x="680094" y="147127"/>
                </a:cubicBezTo>
                <a:close/>
                <a:moveTo>
                  <a:pt x="824858" y="0"/>
                </a:moveTo>
                <a:cubicBezTo>
                  <a:pt x="851103" y="-12"/>
                  <a:pt x="876456" y="2656"/>
                  <a:pt x="898236" y="8895"/>
                </a:cubicBezTo>
                <a:cubicBezTo>
                  <a:pt x="900532" y="28948"/>
                  <a:pt x="901311" y="49278"/>
                  <a:pt x="901311" y="69791"/>
                </a:cubicBezTo>
                <a:lnTo>
                  <a:pt x="898272" y="129972"/>
                </a:lnTo>
                <a:cubicBezTo>
                  <a:pt x="888637" y="262237"/>
                  <a:pt x="753597" y="468669"/>
                  <a:pt x="575391" y="593892"/>
                </a:cubicBezTo>
                <a:lnTo>
                  <a:pt x="578901" y="683237"/>
                </a:lnTo>
                <a:cubicBezTo>
                  <a:pt x="578756" y="742628"/>
                  <a:pt x="569369" y="806330"/>
                  <a:pt x="509565" y="832811"/>
                </a:cubicBezTo>
                <a:cubicBezTo>
                  <a:pt x="451417" y="858559"/>
                  <a:pt x="260984" y="955678"/>
                  <a:pt x="259323" y="910993"/>
                </a:cubicBezTo>
                <a:cubicBezTo>
                  <a:pt x="247758" y="898593"/>
                  <a:pt x="268594" y="834561"/>
                  <a:pt x="300689" y="751671"/>
                </a:cubicBezTo>
                <a:lnTo>
                  <a:pt x="256830" y="707207"/>
                </a:lnTo>
                <a:lnTo>
                  <a:pt x="213515" y="663294"/>
                </a:lnTo>
                <a:lnTo>
                  <a:pt x="167621" y="616766"/>
                </a:lnTo>
                <a:cubicBezTo>
                  <a:pt x="86711" y="648795"/>
                  <a:pt x="24490" y="669453"/>
                  <a:pt x="12163" y="658164"/>
                </a:cubicBezTo>
                <a:cubicBezTo>
                  <a:pt x="-32536" y="656910"/>
                  <a:pt x="58137" y="477127"/>
                  <a:pt x="88057" y="407218"/>
                </a:cubicBezTo>
                <a:cubicBezTo>
                  <a:pt x="111973" y="348796"/>
                  <a:pt x="178229" y="326072"/>
                  <a:pt x="236925" y="329193"/>
                </a:cubicBezTo>
                <a:cubicBezTo>
                  <a:pt x="277689" y="331361"/>
                  <a:pt x="308372" y="336258"/>
                  <a:pt x="323012" y="338026"/>
                </a:cubicBezTo>
                <a:cubicBezTo>
                  <a:pt x="500679" y="78776"/>
                  <a:pt x="675906" y="34430"/>
                  <a:pt x="746121" y="7178"/>
                </a:cubicBezTo>
                <a:cubicBezTo>
                  <a:pt x="771474" y="2702"/>
                  <a:pt x="798612" y="11"/>
                  <a:pt x="824858"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円/楕円 39"/>
          <p:cNvSpPr>
            <a:spLocks noChangeAspect="1"/>
          </p:cNvSpPr>
          <p:nvPr/>
        </p:nvSpPr>
        <p:spPr bwMode="gray">
          <a:xfrm>
            <a:off x="5540202" y="1671178"/>
            <a:ext cx="830768" cy="723727"/>
          </a:xfrm>
          <a:custGeom>
            <a:avLst/>
            <a:gdLst/>
            <a:ahLst/>
            <a:cxnLst/>
            <a:rect l="l" t="t" r="r" b="b"/>
            <a:pathLst>
              <a:path w="899999" h="784038">
                <a:moveTo>
                  <a:pt x="435018" y="478995"/>
                </a:moveTo>
                <a:lnTo>
                  <a:pt x="413862" y="494253"/>
                </a:lnTo>
                <a:lnTo>
                  <a:pt x="409276" y="491605"/>
                </a:lnTo>
                <a:cubicBezTo>
                  <a:pt x="413915" y="499582"/>
                  <a:pt x="412991" y="510224"/>
                  <a:pt x="407492" y="519748"/>
                </a:cubicBezTo>
                <a:cubicBezTo>
                  <a:pt x="402578" y="528259"/>
                  <a:pt x="389647" y="538339"/>
                  <a:pt x="376316" y="548322"/>
                </a:cubicBezTo>
                <a:lnTo>
                  <a:pt x="351470" y="591355"/>
                </a:lnTo>
                <a:cubicBezTo>
                  <a:pt x="358063" y="599238"/>
                  <a:pt x="358328" y="610331"/>
                  <a:pt x="352917" y="619703"/>
                </a:cubicBezTo>
                <a:lnTo>
                  <a:pt x="352784" y="619934"/>
                </a:lnTo>
                <a:cubicBezTo>
                  <a:pt x="382610" y="632762"/>
                  <a:pt x="415481" y="639820"/>
                  <a:pt x="450000" y="639820"/>
                </a:cubicBezTo>
                <a:cubicBezTo>
                  <a:pt x="484571" y="639820"/>
                  <a:pt x="517488" y="632741"/>
                  <a:pt x="546832" y="618725"/>
                </a:cubicBezTo>
                <a:cubicBezTo>
                  <a:pt x="541693" y="609661"/>
                  <a:pt x="542136" y="598999"/>
                  <a:pt x="548529" y="591355"/>
                </a:cubicBezTo>
                <a:lnTo>
                  <a:pt x="523684" y="548322"/>
                </a:lnTo>
                <a:cubicBezTo>
                  <a:pt x="510352" y="538339"/>
                  <a:pt x="497421" y="528259"/>
                  <a:pt x="492507" y="519748"/>
                </a:cubicBezTo>
                <a:cubicBezTo>
                  <a:pt x="487009" y="510224"/>
                  <a:pt x="486085" y="499582"/>
                  <a:pt x="490724" y="491605"/>
                </a:cubicBezTo>
                <a:lnTo>
                  <a:pt x="486137" y="494253"/>
                </a:lnTo>
                <a:lnTo>
                  <a:pt x="465717" y="479526"/>
                </a:lnTo>
                <a:cubicBezTo>
                  <a:pt x="460749" y="481539"/>
                  <a:pt x="455431" y="482020"/>
                  <a:pt x="450000" y="482020"/>
                </a:cubicBezTo>
                <a:close/>
                <a:moveTo>
                  <a:pt x="622203" y="406358"/>
                </a:moveTo>
                <a:cubicBezTo>
                  <a:pt x="606892" y="412912"/>
                  <a:pt x="591697" y="419071"/>
                  <a:pt x="581869" y="419071"/>
                </a:cubicBezTo>
                <a:cubicBezTo>
                  <a:pt x="570872" y="419071"/>
                  <a:pt x="561194" y="414550"/>
                  <a:pt x="556605" y="406544"/>
                </a:cubicBezTo>
                <a:lnTo>
                  <a:pt x="556605" y="411840"/>
                </a:lnTo>
                <a:lnTo>
                  <a:pt x="533943" y="422025"/>
                </a:lnTo>
                <a:cubicBezTo>
                  <a:pt x="530518" y="432376"/>
                  <a:pt x="525211" y="441840"/>
                  <a:pt x="517951" y="449646"/>
                </a:cubicBezTo>
                <a:lnTo>
                  <a:pt x="520468" y="474432"/>
                </a:lnTo>
                <a:lnTo>
                  <a:pt x="515881" y="477081"/>
                </a:lnTo>
                <a:cubicBezTo>
                  <a:pt x="525109" y="477052"/>
                  <a:pt x="533863" y="483173"/>
                  <a:pt x="539362" y="492696"/>
                </a:cubicBezTo>
                <a:cubicBezTo>
                  <a:pt x="544444" y="501499"/>
                  <a:pt x="546837" y="517725"/>
                  <a:pt x="548867" y="534586"/>
                </a:cubicBezTo>
                <a:lnTo>
                  <a:pt x="573364" y="577017"/>
                </a:lnTo>
                <a:cubicBezTo>
                  <a:pt x="582644" y="575396"/>
                  <a:pt x="591601" y="579728"/>
                  <a:pt x="596693" y="588034"/>
                </a:cubicBezTo>
                <a:cubicBezTo>
                  <a:pt x="651121" y="550738"/>
                  <a:pt x="687292" y="490497"/>
                  <a:pt x="694825" y="421535"/>
                </a:cubicBezTo>
                <a:cubicBezTo>
                  <a:pt x="684374" y="421460"/>
                  <a:pt x="675326" y="415740"/>
                  <a:pt x="671894" y="406358"/>
                </a:cubicBezTo>
                <a:close/>
                <a:moveTo>
                  <a:pt x="228105" y="406358"/>
                </a:moveTo>
                <a:cubicBezTo>
                  <a:pt x="224734" y="415576"/>
                  <a:pt x="215940" y="421259"/>
                  <a:pt x="205710" y="421385"/>
                </a:cubicBezTo>
                <a:cubicBezTo>
                  <a:pt x="212141" y="490415"/>
                  <a:pt x="248598" y="550513"/>
                  <a:pt x="301785" y="589523"/>
                </a:cubicBezTo>
                <a:cubicBezTo>
                  <a:pt x="307118" y="580379"/>
                  <a:pt x="316691" y="575280"/>
                  <a:pt x="326635" y="577017"/>
                </a:cubicBezTo>
                <a:lnTo>
                  <a:pt x="351133" y="534586"/>
                </a:lnTo>
                <a:cubicBezTo>
                  <a:pt x="353163" y="517725"/>
                  <a:pt x="355556" y="501499"/>
                  <a:pt x="360638" y="492696"/>
                </a:cubicBezTo>
                <a:cubicBezTo>
                  <a:pt x="366136" y="483173"/>
                  <a:pt x="374891" y="477052"/>
                  <a:pt x="384119" y="477081"/>
                </a:cubicBezTo>
                <a:lnTo>
                  <a:pt x="379531" y="474432"/>
                </a:lnTo>
                <a:lnTo>
                  <a:pt x="382083" y="449315"/>
                </a:lnTo>
                <a:cubicBezTo>
                  <a:pt x="374665" y="441465"/>
                  <a:pt x="368943" y="432144"/>
                  <a:pt x="365457" y="421755"/>
                </a:cubicBezTo>
                <a:lnTo>
                  <a:pt x="343394" y="411840"/>
                </a:lnTo>
                <a:lnTo>
                  <a:pt x="343394" y="406544"/>
                </a:lnTo>
                <a:cubicBezTo>
                  <a:pt x="338805" y="414550"/>
                  <a:pt x="329127" y="419071"/>
                  <a:pt x="318130" y="419071"/>
                </a:cubicBezTo>
                <a:cubicBezTo>
                  <a:pt x="308302" y="419071"/>
                  <a:pt x="293107" y="412912"/>
                  <a:pt x="277796" y="406358"/>
                </a:cubicBezTo>
                <a:close/>
                <a:moveTo>
                  <a:pt x="450000" y="356020"/>
                </a:moveTo>
                <a:cubicBezTo>
                  <a:pt x="469882" y="356020"/>
                  <a:pt x="486000" y="372138"/>
                  <a:pt x="486000" y="392020"/>
                </a:cubicBezTo>
                <a:cubicBezTo>
                  <a:pt x="486000" y="411902"/>
                  <a:pt x="469882" y="428020"/>
                  <a:pt x="450000" y="428020"/>
                </a:cubicBezTo>
                <a:cubicBezTo>
                  <a:pt x="430118" y="428020"/>
                  <a:pt x="414000" y="411902"/>
                  <a:pt x="414000" y="392020"/>
                </a:cubicBezTo>
                <a:cubicBezTo>
                  <a:pt x="414000" y="372138"/>
                  <a:pt x="430118" y="356020"/>
                  <a:pt x="450000" y="356020"/>
                </a:cubicBezTo>
                <a:close/>
                <a:moveTo>
                  <a:pt x="450000" y="349900"/>
                </a:moveTo>
                <a:cubicBezTo>
                  <a:pt x="426738" y="349900"/>
                  <a:pt x="407880" y="368758"/>
                  <a:pt x="407880" y="392020"/>
                </a:cubicBezTo>
                <a:cubicBezTo>
                  <a:pt x="407880" y="415282"/>
                  <a:pt x="426738" y="434140"/>
                  <a:pt x="450000" y="434140"/>
                </a:cubicBezTo>
                <a:cubicBezTo>
                  <a:pt x="473262" y="434140"/>
                  <a:pt x="492120" y="415282"/>
                  <a:pt x="492120" y="392020"/>
                </a:cubicBezTo>
                <a:cubicBezTo>
                  <a:pt x="492120" y="368758"/>
                  <a:pt x="473262" y="349900"/>
                  <a:pt x="450000" y="349900"/>
                </a:cubicBezTo>
                <a:close/>
                <a:moveTo>
                  <a:pt x="303307" y="196006"/>
                </a:moveTo>
                <a:cubicBezTo>
                  <a:pt x="248880" y="233302"/>
                  <a:pt x="212709" y="293543"/>
                  <a:pt x="205176" y="362505"/>
                </a:cubicBezTo>
                <a:cubicBezTo>
                  <a:pt x="215626" y="362580"/>
                  <a:pt x="224674" y="368300"/>
                  <a:pt x="228105" y="377681"/>
                </a:cubicBezTo>
                <a:lnTo>
                  <a:pt x="277100" y="377681"/>
                </a:lnTo>
                <a:cubicBezTo>
                  <a:pt x="292717" y="371009"/>
                  <a:pt x="307966" y="364968"/>
                  <a:pt x="318130" y="364968"/>
                </a:cubicBezTo>
                <a:cubicBezTo>
                  <a:pt x="329127" y="364968"/>
                  <a:pt x="338805" y="369489"/>
                  <a:pt x="343394" y="377495"/>
                </a:cubicBezTo>
                <a:lnTo>
                  <a:pt x="343394" y="372198"/>
                </a:lnTo>
                <a:lnTo>
                  <a:pt x="366058" y="362012"/>
                </a:lnTo>
                <a:cubicBezTo>
                  <a:pt x="369483" y="351663"/>
                  <a:pt x="374790" y="342200"/>
                  <a:pt x="382049" y="334394"/>
                </a:cubicBezTo>
                <a:lnTo>
                  <a:pt x="379531" y="309606"/>
                </a:lnTo>
                <a:lnTo>
                  <a:pt x="384118" y="306958"/>
                </a:lnTo>
                <a:cubicBezTo>
                  <a:pt x="374890" y="306987"/>
                  <a:pt x="366136" y="300866"/>
                  <a:pt x="360637" y="291342"/>
                </a:cubicBezTo>
                <a:cubicBezTo>
                  <a:pt x="355723" y="282831"/>
                  <a:pt x="353459" y="266592"/>
                  <a:pt x="351480" y="250055"/>
                </a:cubicBezTo>
                <a:lnTo>
                  <a:pt x="326634" y="207022"/>
                </a:lnTo>
                <a:cubicBezTo>
                  <a:pt x="317356" y="208643"/>
                  <a:pt x="308400" y="204311"/>
                  <a:pt x="303307" y="196006"/>
                </a:cubicBezTo>
                <a:close/>
                <a:moveTo>
                  <a:pt x="598214" y="194516"/>
                </a:moveTo>
                <a:cubicBezTo>
                  <a:pt x="592882" y="203660"/>
                  <a:pt x="583309" y="208759"/>
                  <a:pt x="573365" y="207022"/>
                </a:cubicBezTo>
                <a:lnTo>
                  <a:pt x="548520" y="250055"/>
                </a:lnTo>
                <a:cubicBezTo>
                  <a:pt x="546540" y="266592"/>
                  <a:pt x="544276" y="282831"/>
                  <a:pt x="539362" y="291342"/>
                </a:cubicBezTo>
                <a:cubicBezTo>
                  <a:pt x="533864" y="300866"/>
                  <a:pt x="525110" y="306987"/>
                  <a:pt x="515882" y="306958"/>
                </a:cubicBezTo>
                <a:lnTo>
                  <a:pt x="520468" y="309606"/>
                </a:lnTo>
                <a:lnTo>
                  <a:pt x="517917" y="334724"/>
                </a:lnTo>
                <a:cubicBezTo>
                  <a:pt x="525334" y="342574"/>
                  <a:pt x="531056" y="351894"/>
                  <a:pt x="534543" y="362283"/>
                </a:cubicBezTo>
                <a:lnTo>
                  <a:pt x="556605" y="372198"/>
                </a:lnTo>
                <a:lnTo>
                  <a:pt x="556605" y="377495"/>
                </a:lnTo>
                <a:cubicBezTo>
                  <a:pt x="561194" y="369489"/>
                  <a:pt x="570872" y="364968"/>
                  <a:pt x="581869" y="364968"/>
                </a:cubicBezTo>
                <a:cubicBezTo>
                  <a:pt x="592033" y="364968"/>
                  <a:pt x="607282" y="371009"/>
                  <a:pt x="622899" y="377681"/>
                </a:cubicBezTo>
                <a:lnTo>
                  <a:pt x="671894" y="377681"/>
                </a:lnTo>
                <a:cubicBezTo>
                  <a:pt x="675266" y="368463"/>
                  <a:pt x="684060" y="362780"/>
                  <a:pt x="694290" y="362654"/>
                </a:cubicBezTo>
                <a:cubicBezTo>
                  <a:pt x="687859" y="293623"/>
                  <a:pt x="651402" y="233526"/>
                  <a:pt x="598214" y="194516"/>
                </a:cubicBezTo>
                <a:close/>
                <a:moveTo>
                  <a:pt x="450000" y="144220"/>
                </a:moveTo>
                <a:cubicBezTo>
                  <a:pt x="415429" y="144220"/>
                  <a:pt x="382512" y="151299"/>
                  <a:pt x="353168" y="165316"/>
                </a:cubicBezTo>
                <a:cubicBezTo>
                  <a:pt x="358306" y="174379"/>
                  <a:pt x="357862" y="185040"/>
                  <a:pt x="351469" y="192683"/>
                </a:cubicBezTo>
                <a:lnTo>
                  <a:pt x="375967" y="235114"/>
                </a:lnTo>
                <a:cubicBezTo>
                  <a:pt x="389554" y="245303"/>
                  <a:pt x="402410" y="255488"/>
                  <a:pt x="407492" y="264291"/>
                </a:cubicBezTo>
                <a:cubicBezTo>
                  <a:pt x="412990" y="273814"/>
                  <a:pt x="413914" y="284456"/>
                  <a:pt x="409275" y="292434"/>
                </a:cubicBezTo>
                <a:lnTo>
                  <a:pt x="413862" y="289785"/>
                </a:lnTo>
                <a:lnTo>
                  <a:pt x="434285" y="304514"/>
                </a:lnTo>
                <a:cubicBezTo>
                  <a:pt x="439253" y="302501"/>
                  <a:pt x="444570" y="302020"/>
                  <a:pt x="450000" y="302020"/>
                </a:cubicBezTo>
                <a:lnTo>
                  <a:pt x="464980" y="305044"/>
                </a:lnTo>
                <a:lnTo>
                  <a:pt x="486137" y="289785"/>
                </a:lnTo>
                <a:lnTo>
                  <a:pt x="490725" y="292434"/>
                </a:lnTo>
                <a:cubicBezTo>
                  <a:pt x="486086" y="284456"/>
                  <a:pt x="487009" y="273814"/>
                  <a:pt x="492508" y="264291"/>
                </a:cubicBezTo>
                <a:cubicBezTo>
                  <a:pt x="497590" y="255488"/>
                  <a:pt x="510446" y="245303"/>
                  <a:pt x="524033" y="235114"/>
                </a:cubicBezTo>
                <a:lnTo>
                  <a:pt x="548530" y="192683"/>
                </a:lnTo>
                <a:cubicBezTo>
                  <a:pt x="541937" y="184801"/>
                  <a:pt x="541672" y="173708"/>
                  <a:pt x="547083" y="164336"/>
                </a:cubicBezTo>
                <a:lnTo>
                  <a:pt x="547215" y="164106"/>
                </a:lnTo>
                <a:cubicBezTo>
                  <a:pt x="517390" y="151278"/>
                  <a:pt x="484519" y="144220"/>
                  <a:pt x="450000" y="144220"/>
                </a:cubicBezTo>
                <a:close/>
                <a:moveTo>
                  <a:pt x="242905" y="1963"/>
                </a:moveTo>
                <a:cubicBezTo>
                  <a:pt x="249057" y="4594"/>
                  <a:pt x="254910" y="9768"/>
                  <a:pt x="259017" y="16881"/>
                </a:cubicBezTo>
                <a:cubicBezTo>
                  <a:pt x="263520" y="24681"/>
                  <a:pt x="266169" y="38603"/>
                  <a:pt x="268496" y="53204"/>
                </a:cubicBezTo>
                <a:lnTo>
                  <a:pt x="286079" y="83660"/>
                </a:lnTo>
                <a:cubicBezTo>
                  <a:pt x="296872" y="80760"/>
                  <a:pt x="307777" y="86151"/>
                  <a:pt x="313626" y="96282"/>
                </a:cubicBezTo>
                <a:lnTo>
                  <a:pt x="315001" y="98665"/>
                </a:lnTo>
                <a:cubicBezTo>
                  <a:pt x="355718" y="78624"/>
                  <a:pt x="401621" y="68020"/>
                  <a:pt x="450000" y="68020"/>
                </a:cubicBezTo>
                <a:cubicBezTo>
                  <a:pt x="498378" y="68020"/>
                  <a:pt x="544279" y="78623"/>
                  <a:pt x="585157" y="98389"/>
                </a:cubicBezTo>
                <a:lnTo>
                  <a:pt x="586374" y="96282"/>
                </a:lnTo>
                <a:cubicBezTo>
                  <a:pt x="592223" y="86151"/>
                  <a:pt x="603127" y="80760"/>
                  <a:pt x="613920" y="83660"/>
                </a:cubicBezTo>
                <a:lnTo>
                  <a:pt x="631504" y="53204"/>
                </a:lnTo>
                <a:cubicBezTo>
                  <a:pt x="633831" y="38603"/>
                  <a:pt x="636479" y="24681"/>
                  <a:pt x="640982" y="16881"/>
                </a:cubicBezTo>
                <a:cubicBezTo>
                  <a:pt x="645089" y="9768"/>
                  <a:pt x="650942" y="4594"/>
                  <a:pt x="657094" y="1963"/>
                </a:cubicBezTo>
                <a:cubicBezTo>
                  <a:pt x="663246" y="-667"/>
                  <a:pt x="669697" y="-754"/>
                  <a:pt x="675001" y="2308"/>
                </a:cubicBezTo>
                <a:cubicBezTo>
                  <a:pt x="685606" y="8431"/>
                  <a:pt x="687602" y="24828"/>
                  <a:pt x="679388" y="39055"/>
                </a:cubicBezTo>
                <a:cubicBezTo>
                  <a:pt x="675038" y="46589"/>
                  <a:pt x="664272" y="55740"/>
                  <a:pt x="652998" y="64855"/>
                </a:cubicBezTo>
                <a:lnTo>
                  <a:pt x="635086" y="95880"/>
                </a:lnTo>
                <a:cubicBezTo>
                  <a:pt x="642995" y="103777"/>
                  <a:pt x="643779" y="115918"/>
                  <a:pt x="637930" y="126049"/>
                </a:cubicBezTo>
                <a:lnTo>
                  <a:pt x="636796" y="128012"/>
                </a:lnTo>
                <a:cubicBezTo>
                  <a:pt x="712262" y="180817"/>
                  <a:pt x="763749" y="265251"/>
                  <a:pt x="770336" y="362254"/>
                </a:cubicBezTo>
                <a:lnTo>
                  <a:pt x="774302" y="362254"/>
                </a:lnTo>
                <a:cubicBezTo>
                  <a:pt x="786000" y="362254"/>
                  <a:pt x="796121" y="369002"/>
                  <a:pt x="799006" y="379799"/>
                </a:cubicBezTo>
                <a:lnTo>
                  <a:pt x="834173" y="379799"/>
                </a:lnTo>
                <a:cubicBezTo>
                  <a:pt x="847982" y="374513"/>
                  <a:pt x="861363" y="369846"/>
                  <a:pt x="870369" y="369846"/>
                </a:cubicBezTo>
                <a:cubicBezTo>
                  <a:pt x="886797" y="369846"/>
                  <a:pt x="899999" y="379773"/>
                  <a:pt x="899999" y="392020"/>
                </a:cubicBezTo>
                <a:cubicBezTo>
                  <a:pt x="899999" y="404266"/>
                  <a:pt x="886797" y="414193"/>
                  <a:pt x="870369" y="414193"/>
                </a:cubicBezTo>
                <a:cubicBezTo>
                  <a:pt x="861669" y="414193"/>
                  <a:pt x="848361" y="409445"/>
                  <a:pt x="834831" y="404239"/>
                </a:cubicBezTo>
                <a:lnTo>
                  <a:pt x="799006" y="404239"/>
                </a:lnTo>
                <a:cubicBezTo>
                  <a:pt x="796122" y="415037"/>
                  <a:pt x="785999" y="421786"/>
                  <a:pt x="774301" y="421786"/>
                </a:cubicBezTo>
                <a:lnTo>
                  <a:pt x="771000" y="421786"/>
                </a:lnTo>
                <a:cubicBezTo>
                  <a:pt x="763102" y="518646"/>
                  <a:pt x="712085" y="603145"/>
                  <a:pt x="636499" y="655514"/>
                </a:cubicBezTo>
                <a:lnTo>
                  <a:pt x="637929" y="657991"/>
                </a:lnTo>
                <a:cubicBezTo>
                  <a:pt x="643778" y="668122"/>
                  <a:pt x="642994" y="680261"/>
                  <a:pt x="635086" y="688158"/>
                </a:cubicBezTo>
                <a:lnTo>
                  <a:pt x="652670" y="718614"/>
                </a:lnTo>
                <a:cubicBezTo>
                  <a:pt x="664152" y="727930"/>
                  <a:pt x="674884" y="737184"/>
                  <a:pt x="679387" y="744984"/>
                </a:cubicBezTo>
                <a:cubicBezTo>
                  <a:pt x="687601" y="759211"/>
                  <a:pt x="685605" y="775608"/>
                  <a:pt x="674999" y="781731"/>
                </a:cubicBezTo>
                <a:cubicBezTo>
                  <a:pt x="664394" y="787854"/>
                  <a:pt x="649196" y="781384"/>
                  <a:pt x="640982" y="767157"/>
                </a:cubicBezTo>
                <a:cubicBezTo>
                  <a:pt x="636632" y="759623"/>
                  <a:pt x="634089" y="745724"/>
                  <a:pt x="631833" y="731403"/>
                </a:cubicBezTo>
                <a:lnTo>
                  <a:pt x="613921" y="700378"/>
                </a:lnTo>
                <a:cubicBezTo>
                  <a:pt x="603127" y="703279"/>
                  <a:pt x="592221" y="697887"/>
                  <a:pt x="586372" y="687756"/>
                </a:cubicBezTo>
                <a:lnTo>
                  <a:pt x="584998" y="685376"/>
                </a:lnTo>
                <a:cubicBezTo>
                  <a:pt x="544282" y="705417"/>
                  <a:pt x="498379" y="716020"/>
                  <a:pt x="450000" y="716020"/>
                </a:cubicBezTo>
                <a:cubicBezTo>
                  <a:pt x="401623" y="716020"/>
                  <a:pt x="355722" y="705417"/>
                  <a:pt x="314843" y="685651"/>
                </a:cubicBezTo>
                <a:lnTo>
                  <a:pt x="313628" y="687756"/>
                </a:lnTo>
                <a:cubicBezTo>
                  <a:pt x="307779" y="697887"/>
                  <a:pt x="296872" y="703279"/>
                  <a:pt x="286079" y="700378"/>
                </a:cubicBezTo>
                <a:lnTo>
                  <a:pt x="268166" y="731403"/>
                </a:lnTo>
                <a:cubicBezTo>
                  <a:pt x="265910" y="745724"/>
                  <a:pt x="263368" y="759623"/>
                  <a:pt x="259018" y="767157"/>
                </a:cubicBezTo>
                <a:cubicBezTo>
                  <a:pt x="250804" y="781384"/>
                  <a:pt x="235606" y="787854"/>
                  <a:pt x="225001" y="781731"/>
                </a:cubicBezTo>
                <a:cubicBezTo>
                  <a:pt x="214394" y="775608"/>
                  <a:pt x="212398" y="759211"/>
                  <a:pt x="220612" y="744984"/>
                </a:cubicBezTo>
                <a:cubicBezTo>
                  <a:pt x="225115" y="737184"/>
                  <a:pt x="235848" y="727930"/>
                  <a:pt x="247330" y="718614"/>
                </a:cubicBezTo>
                <a:lnTo>
                  <a:pt x="264913" y="688158"/>
                </a:lnTo>
                <a:cubicBezTo>
                  <a:pt x="257005" y="680261"/>
                  <a:pt x="256222" y="668122"/>
                  <a:pt x="262071" y="657991"/>
                </a:cubicBezTo>
                <a:lnTo>
                  <a:pt x="263204" y="656029"/>
                </a:lnTo>
                <a:cubicBezTo>
                  <a:pt x="187739" y="603223"/>
                  <a:pt x="136252" y="518790"/>
                  <a:pt x="129665" y="421786"/>
                </a:cubicBezTo>
                <a:lnTo>
                  <a:pt x="125698" y="421786"/>
                </a:lnTo>
                <a:cubicBezTo>
                  <a:pt x="114000" y="421786"/>
                  <a:pt x="103877" y="415037"/>
                  <a:pt x="100993" y="404239"/>
                </a:cubicBezTo>
                <a:lnTo>
                  <a:pt x="65168" y="404239"/>
                </a:lnTo>
                <a:cubicBezTo>
                  <a:pt x="51638" y="409445"/>
                  <a:pt x="38330" y="414193"/>
                  <a:pt x="29630" y="414193"/>
                </a:cubicBezTo>
                <a:cubicBezTo>
                  <a:pt x="13202" y="414193"/>
                  <a:pt x="0" y="404266"/>
                  <a:pt x="0" y="392020"/>
                </a:cubicBezTo>
                <a:cubicBezTo>
                  <a:pt x="0" y="379773"/>
                  <a:pt x="13202" y="369846"/>
                  <a:pt x="29630" y="369846"/>
                </a:cubicBezTo>
                <a:cubicBezTo>
                  <a:pt x="38636" y="369846"/>
                  <a:pt x="52017" y="374513"/>
                  <a:pt x="65826" y="379799"/>
                </a:cubicBezTo>
                <a:lnTo>
                  <a:pt x="100993" y="379799"/>
                </a:lnTo>
                <a:cubicBezTo>
                  <a:pt x="103878" y="369002"/>
                  <a:pt x="113999" y="362254"/>
                  <a:pt x="125697" y="362254"/>
                </a:cubicBezTo>
                <a:lnTo>
                  <a:pt x="129001" y="362254"/>
                </a:lnTo>
                <a:cubicBezTo>
                  <a:pt x="136899" y="265395"/>
                  <a:pt x="187915" y="180897"/>
                  <a:pt x="263501" y="128527"/>
                </a:cubicBezTo>
                <a:lnTo>
                  <a:pt x="262070" y="126049"/>
                </a:lnTo>
                <a:cubicBezTo>
                  <a:pt x="256221" y="115918"/>
                  <a:pt x="257004" y="103777"/>
                  <a:pt x="264914" y="95880"/>
                </a:cubicBezTo>
                <a:lnTo>
                  <a:pt x="247001" y="64855"/>
                </a:lnTo>
                <a:cubicBezTo>
                  <a:pt x="235727" y="55740"/>
                  <a:pt x="224962" y="46589"/>
                  <a:pt x="220612" y="39055"/>
                </a:cubicBezTo>
                <a:cubicBezTo>
                  <a:pt x="212398" y="24828"/>
                  <a:pt x="214394" y="8431"/>
                  <a:pt x="224999" y="2308"/>
                </a:cubicBezTo>
                <a:cubicBezTo>
                  <a:pt x="230302" y="-754"/>
                  <a:pt x="236753" y="-667"/>
                  <a:pt x="242905" y="1963"/>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7" name="円/楕円 15"/>
          <p:cNvSpPr>
            <a:spLocks noChangeAspect="1"/>
          </p:cNvSpPr>
          <p:nvPr/>
        </p:nvSpPr>
        <p:spPr bwMode="gray">
          <a:xfrm>
            <a:off x="8123733" y="2964184"/>
            <a:ext cx="830769" cy="830769"/>
          </a:xfrm>
          <a:custGeom>
            <a:avLst/>
            <a:gdLst/>
            <a:ahLst/>
            <a:cxnLst/>
            <a:rect l="l" t="t" r="r" b="b"/>
            <a:pathLst>
              <a:path w="935452" h="905896">
                <a:moveTo>
                  <a:pt x="817753" y="130352"/>
                </a:moveTo>
                <a:lnTo>
                  <a:pt x="505523" y="410924"/>
                </a:lnTo>
                <a:lnTo>
                  <a:pt x="540221" y="652312"/>
                </a:lnTo>
                <a:close/>
                <a:moveTo>
                  <a:pt x="893162" y="189"/>
                </a:moveTo>
                <a:cubicBezTo>
                  <a:pt x="899212" y="749"/>
                  <a:pt x="905259" y="2510"/>
                  <a:pt x="910965" y="5574"/>
                </a:cubicBezTo>
                <a:cubicBezTo>
                  <a:pt x="930393" y="16004"/>
                  <a:pt x="939623" y="38175"/>
                  <a:pt x="933656" y="58414"/>
                </a:cubicBezTo>
                <a:cubicBezTo>
                  <a:pt x="933923" y="61499"/>
                  <a:pt x="933131" y="64382"/>
                  <a:pt x="931191" y="66822"/>
                </a:cubicBezTo>
                <a:cubicBezTo>
                  <a:pt x="931237" y="67725"/>
                  <a:pt x="930882" y="68442"/>
                  <a:pt x="930507" y="69156"/>
                </a:cubicBezTo>
                <a:lnTo>
                  <a:pt x="489927" y="905896"/>
                </a:lnTo>
                <a:lnTo>
                  <a:pt x="430977" y="512695"/>
                </a:lnTo>
                <a:lnTo>
                  <a:pt x="0" y="450008"/>
                </a:lnTo>
                <a:lnTo>
                  <a:pt x="867048" y="8225"/>
                </a:lnTo>
                <a:lnTo>
                  <a:pt x="868235" y="7896"/>
                </a:lnTo>
                <a:cubicBezTo>
                  <a:pt x="874917" y="1229"/>
                  <a:pt x="884041" y="-657"/>
                  <a:pt x="893162" y="189"/>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35166040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8" name="オブジェクト 37"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8" name="オブジェクト 37"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52" name="円/楕円 28"/>
          <p:cNvSpPr>
            <a:spLocks noChangeAspect="1"/>
          </p:cNvSpPr>
          <p:nvPr/>
        </p:nvSpPr>
        <p:spPr bwMode="gray">
          <a:xfrm>
            <a:off x="2369925" y="4084812"/>
            <a:ext cx="830769" cy="539789"/>
          </a:xfrm>
          <a:custGeom>
            <a:avLst/>
            <a:gdLst/>
            <a:ahLst/>
            <a:cxnLst/>
            <a:rect l="l" t="t" r="r" b="b"/>
            <a:pathLst>
              <a:path w="900000" h="584771">
                <a:moveTo>
                  <a:pt x="508315" y="151605"/>
                </a:moveTo>
                <a:lnTo>
                  <a:pt x="332712" y="313118"/>
                </a:lnTo>
                <a:lnTo>
                  <a:pt x="353811" y="320565"/>
                </a:lnTo>
                <a:lnTo>
                  <a:pt x="353808" y="320570"/>
                </a:lnTo>
                <a:lnTo>
                  <a:pt x="427018" y="346583"/>
                </a:lnTo>
                <a:lnTo>
                  <a:pt x="351764" y="485173"/>
                </a:lnTo>
                <a:lnTo>
                  <a:pt x="527367" y="323660"/>
                </a:lnTo>
                <a:lnTo>
                  <a:pt x="506569" y="316320"/>
                </a:lnTo>
                <a:lnTo>
                  <a:pt x="506751" y="316024"/>
                </a:lnTo>
                <a:lnTo>
                  <a:pt x="433223" y="289898"/>
                </a:lnTo>
                <a:close/>
                <a:moveTo>
                  <a:pt x="417116" y="0"/>
                </a:moveTo>
                <a:cubicBezTo>
                  <a:pt x="523792" y="0"/>
                  <a:pt x="614639" y="67774"/>
                  <a:pt x="648060" y="162934"/>
                </a:cubicBezTo>
                <a:cubicBezTo>
                  <a:pt x="660675" y="160228"/>
                  <a:pt x="673750" y="158997"/>
                  <a:pt x="687113" y="158997"/>
                </a:cubicBezTo>
                <a:cubicBezTo>
                  <a:pt x="804687" y="158997"/>
                  <a:pt x="900000" y="254310"/>
                  <a:pt x="900000" y="371884"/>
                </a:cubicBezTo>
                <a:cubicBezTo>
                  <a:pt x="900000" y="489458"/>
                  <a:pt x="804687" y="584771"/>
                  <a:pt x="687113" y="584771"/>
                </a:cubicBezTo>
                <a:lnTo>
                  <a:pt x="676110" y="583273"/>
                </a:lnTo>
                <a:cubicBezTo>
                  <a:pt x="673692" y="584713"/>
                  <a:pt x="671199" y="584771"/>
                  <a:pt x="668691" y="584771"/>
                </a:cubicBezTo>
                <a:lnTo>
                  <a:pt x="159309" y="584771"/>
                </a:lnTo>
                <a:cubicBezTo>
                  <a:pt x="71325" y="584771"/>
                  <a:pt x="0" y="513446"/>
                  <a:pt x="0" y="425462"/>
                </a:cubicBezTo>
                <a:cubicBezTo>
                  <a:pt x="0" y="337478"/>
                  <a:pt x="71325" y="266153"/>
                  <a:pt x="159309" y="266153"/>
                </a:cubicBezTo>
                <a:lnTo>
                  <a:pt x="172641" y="266153"/>
                </a:lnTo>
                <a:cubicBezTo>
                  <a:pt x="170920" y="259721"/>
                  <a:pt x="170656" y="253121"/>
                  <a:pt x="170656" y="246460"/>
                </a:cubicBezTo>
                <a:cubicBezTo>
                  <a:pt x="170656" y="110344"/>
                  <a:pt x="281000" y="0"/>
                  <a:pt x="41711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 name="タイトル 1"/>
          <p:cNvSpPr>
            <a:spLocks noGrp="1"/>
          </p:cNvSpPr>
          <p:nvPr>
            <p:ph type="title"/>
          </p:nvPr>
        </p:nvSpPr>
        <p:spPr bwMode="gray"/>
        <p:txBody>
          <a:bodyPr/>
          <a:lstStyle/>
          <a:p>
            <a:r>
              <a:rPr lang="en-US" altLang="ja-JP"/>
              <a:t>Energy / Environment</a:t>
            </a:r>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27</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8" name="角丸四角形 159"/>
          <p:cNvSpPr>
            <a:spLocks noChangeAspect="1"/>
          </p:cNvSpPr>
          <p:nvPr/>
        </p:nvSpPr>
        <p:spPr bwMode="gray">
          <a:xfrm>
            <a:off x="5999404" y="1626813"/>
            <a:ext cx="392728" cy="830769"/>
          </a:xfrm>
          <a:custGeom>
            <a:avLst/>
            <a:gdLst/>
            <a:ahLst/>
            <a:cxnLst/>
            <a:rect l="l" t="t" r="r" b="b"/>
            <a:pathLst>
              <a:path w="425455" h="900000">
                <a:moveTo>
                  <a:pt x="338732" y="425617"/>
                </a:moveTo>
                <a:lnTo>
                  <a:pt x="338732" y="740556"/>
                </a:lnTo>
                <a:cubicBezTo>
                  <a:pt x="338732" y="758388"/>
                  <a:pt x="324276" y="772844"/>
                  <a:pt x="306444" y="772844"/>
                </a:cubicBezTo>
                <a:lnTo>
                  <a:pt x="119010" y="772844"/>
                </a:lnTo>
                <a:cubicBezTo>
                  <a:pt x="101178" y="772844"/>
                  <a:pt x="86722" y="758388"/>
                  <a:pt x="86722" y="740556"/>
                </a:cubicBezTo>
                <a:lnTo>
                  <a:pt x="86722" y="465423"/>
                </a:lnTo>
                <a:lnTo>
                  <a:pt x="180679" y="465423"/>
                </a:lnTo>
                <a:lnTo>
                  <a:pt x="199692" y="465423"/>
                </a:lnTo>
                <a:lnTo>
                  <a:pt x="213976" y="465423"/>
                </a:lnTo>
                <a:lnTo>
                  <a:pt x="168871" y="699021"/>
                </a:lnTo>
                <a:lnTo>
                  <a:pt x="170741" y="699021"/>
                </a:lnTo>
                <a:close/>
                <a:moveTo>
                  <a:pt x="119010" y="164142"/>
                </a:moveTo>
                <a:lnTo>
                  <a:pt x="306444" y="164142"/>
                </a:lnTo>
                <a:cubicBezTo>
                  <a:pt x="324276" y="164142"/>
                  <a:pt x="338732" y="178598"/>
                  <a:pt x="338732" y="196430"/>
                </a:cubicBezTo>
                <a:lnTo>
                  <a:pt x="338732" y="385337"/>
                </a:lnTo>
                <a:lnTo>
                  <a:pt x="219174" y="385337"/>
                </a:lnTo>
                <a:lnTo>
                  <a:pt x="255559" y="235758"/>
                </a:lnTo>
                <a:lnTo>
                  <a:pt x="253819" y="235758"/>
                </a:lnTo>
                <a:lnTo>
                  <a:pt x="86722" y="451622"/>
                </a:lnTo>
                <a:lnTo>
                  <a:pt x="86722" y="196430"/>
                </a:lnTo>
                <a:cubicBezTo>
                  <a:pt x="86722" y="178598"/>
                  <a:pt x="101178" y="164142"/>
                  <a:pt x="119010" y="164142"/>
                </a:cubicBezTo>
                <a:close/>
                <a:moveTo>
                  <a:pt x="94736" y="125144"/>
                </a:moveTo>
                <a:cubicBezTo>
                  <a:pt x="65212" y="125144"/>
                  <a:pt x="41278" y="149078"/>
                  <a:pt x="41278" y="178602"/>
                </a:cubicBezTo>
                <a:lnTo>
                  <a:pt x="41278" y="762249"/>
                </a:lnTo>
                <a:cubicBezTo>
                  <a:pt x="41278" y="791773"/>
                  <a:pt x="65212" y="815707"/>
                  <a:pt x="94736" y="815707"/>
                </a:cubicBezTo>
                <a:lnTo>
                  <a:pt x="330719" y="815707"/>
                </a:lnTo>
                <a:cubicBezTo>
                  <a:pt x="360243" y="815707"/>
                  <a:pt x="384177" y="791773"/>
                  <a:pt x="384177" y="762249"/>
                </a:cubicBezTo>
                <a:lnTo>
                  <a:pt x="384177" y="178602"/>
                </a:lnTo>
                <a:cubicBezTo>
                  <a:pt x="384177" y="149078"/>
                  <a:pt x="360243" y="125144"/>
                  <a:pt x="330719" y="125144"/>
                </a:cubicBezTo>
                <a:close/>
                <a:moveTo>
                  <a:pt x="141290" y="0"/>
                </a:moveTo>
                <a:lnTo>
                  <a:pt x="284164" y="0"/>
                </a:lnTo>
                <a:cubicBezTo>
                  <a:pt x="330017" y="0"/>
                  <a:pt x="367689" y="35027"/>
                  <a:pt x="370615" y="79902"/>
                </a:cubicBezTo>
                <a:lnTo>
                  <a:pt x="370946" y="79902"/>
                </a:lnTo>
                <a:cubicBezTo>
                  <a:pt x="401050" y="79902"/>
                  <a:pt x="425455" y="104307"/>
                  <a:pt x="425455" y="134411"/>
                </a:cubicBezTo>
                <a:lnTo>
                  <a:pt x="425455" y="796917"/>
                </a:lnTo>
                <a:cubicBezTo>
                  <a:pt x="425455" y="827021"/>
                  <a:pt x="401050" y="851426"/>
                  <a:pt x="370946" y="851426"/>
                </a:cubicBezTo>
                <a:lnTo>
                  <a:pt x="367072" y="851426"/>
                </a:lnTo>
                <a:cubicBezTo>
                  <a:pt x="364132" y="878964"/>
                  <a:pt x="340556" y="900000"/>
                  <a:pt x="312066" y="900000"/>
                </a:cubicBezTo>
                <a:lnTo>
                  <a:pt x="113389" y="900000"/>
                </a:lnTo>
                <a:cubicBezTo>
                  <a:pt x="84899" y="900000"/>
                  <a:pt x="61323" y="878964"/>
                  <a:pt x="58383" y="851426"/>
                </a:cubicBezTo>
                <a:lnTo>
                  <a:pt x="54509" y="851426"/>
                </a:lnTo>
                <a:cubicBezTo>
                  <a:pt x="24405" y="851426"/>
                  <a:pt x="0" y="827021"/>
                  <a:pt x="0" y="796917"/>
                </a:cubicBezTo>
                <a:lnTo>
                  <a:pt x="0" y="134411"/>
                </a:lnTo>
                <a:cubicBezTo>
                  <a:pt x="0" y="104307"/>
                  <a:pt x="24405" y="79902"/>
                  <a:pt x="54509" y="79902"/>
                </a:cubicBezTo>
                <a:lnTo>
                  <a:pt x="54839" y="79902"/>
                </a:lnTo>
                <a:cubicBezTo>
                  <a:pt x="57765" y="35027"/>
                  <a:pt x="95437" y="0"/>
                  <a:pt x="14129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円/楕円 163"/>
          <p:cNvSpPr>
            <a:spLocks noChangeAspect="1"/>
          </p:cNvSpPr>
          <p:nvPr/>
        </p:nvSpPr>
        <p:spPr bwMode="gray">
          <a:xfrm>
            <a:off x="7121596" y="1626232"/>
            <a:ext cx="498462" cy="831933"/>
          </a:xfrm>
          <a:custGeom>
            <a:avLst/>
            <a:gdLst/>
            <a:ahLst/>
            <a:cxnLst/>
            <a:rect l="l" t="t" r="r" b="b"/>
            <a:pathLst>
              <a:path w="540000" h="901261">
                <a:moveTo>
                  <a:pt x="24272" y="603348"/>
                </a:moveTo>
                <a:cubicBezTo>
                  <a:pt x="66533" y="634122"/>
                  <a:pt x="160679" y="655323"/>
                  <a:pt x="270000" y="655323"/>
                </a:cubicBezTo>
                <a:cubicBezTo>
                  <a:pt x="379320" y="655323"/>
                  <a:pt x="473466" y="634122"/>
                  <a:pt x="515727" y="603349"/>
                </a:cubicBezTo>
                <a:lnTo>
                  <a:pt x="515727" y="759802"/>
                </a:lnTo>
                <a:cubicBezTo>
                  <a:pt x="531404" y="772138"/>
                  <a:pt x="540000" y="786167"/>
                  <a:pt x="540000" y="800942"/>
                </a:cubicBezTo>
                <a:cubicBezTo>
                  <a:pt x="540000" y="856347"/>
                  <a:pt x="419117" y="901261"/>
                  <a:pt x="270000" y="901261"/>
                </a:cubicBezTo>
                <a:cubicBezTo>
                  <a:pt x="120883" y="901261"/>
                  <a:pt x="0" y="856347"/>
                  <a:pt x="0" y="800942"/>
                </a:cubicBezTo>
                <a:cubicBezTo>
                  <a:pt x="0" y="786167"/>
                  <a:pt x="8596" y="772139"/>
                  <a:pt x="24272" y="759803"/>
                </a:cubicBezTo>
                <a:close/>
                <a:moveTo>
                  <a:pt x="24272" y="377135"/>
                </a:moveTo>
                <a:cubicBezTo>
                  <a:pt x="66533" y="407909"/>
                  <a:pt x="160679" y="429110"/>
                  <a:pt x="270000" y="429110"/>
                </a:cubicBezTo>
                <a:cubicBezTo>
                  <a:pt x="379320" y="429110"/>
                  <a:pt x="473466" y="407909"/>
                  <a:pt x="515727" y="377136"/>
                </a:cubicBezTo>
                <a:lnTo>
                  <a:pt x="515727" y="499272"/>
                </a:lnTo>
                <a:cubicBezTo>
                  <a:pt x="531390" y="510087"/>
                  <a:pt x="540000" y="522418"/>
                  <a:pt x="540000" y="535404"/>
                </a:cubicBezTo>
                <a:cubicBezTo>
                  <a:pt x="540000" y="584064"/>
                  <a:pt x="419117" y="623510"/>
                  <a:pt x="270000" y="623510"/>
                </a:cubicBezTo>
                <a:cubicBezTo>
                  <a:pt x="120883" y="623510"/>
                  <a:pt x="0" y="584064"/>
                  <a:pt x="0" y="535404"/>
                </a:cubicBezTo>
                <a:cubicBezTo>
                  <a:pt x="0" y="522418"/>
                  <a:pt x="8610" y="510088"/>
                  <a:pt x="24272" y="499273"/>
                </a:cubicBezTo>
                <a:close/>
                <a:moveTo>
                  <a:pt x="270001" y="23941"/>
                </a:moveTo>
                <a:cubicBezTo>
                  <a:pt x="145064" y="23941"/>
                  <a:pt x="43782" y="53260"/>
                  <a:pt x="43782" y="89426"/>
                </a:cubicBezTo>
                <a:cubicBezTo>
                  <a:pt x="43782" y="125592"/>
                  <a:pt x="145064" y="154911"/>
                  <a:pt x="270001" y="154911"/>
                </a:cubicBezTo>
                <a:cubicBezTo>
                  <a:pt x="394938" y="154911"/>
                  <a:pt x="496220" y="125592"/>
                  <a:pt x="496220" y="89426"/>
                </a:cubicBezTo>
                <a:cubicBezTo>
                  <a:pt x="496220" y="53260"/>
                  <a:pt x="394938" y="23941"/>
                  <a:pt x="270001" y="23941"/>
                </a:cubicBezTo>
                <a:close/>
                <a:moveTo>
                  <a:pt x="270000" y="0"/>
                </a:moveTo>
                <a:cubicBezTo>
                  <a:pt x="419117" y="0"/>
                  <a:pt x="540000" y="44914"/>
                  <a:pt x="540000" y="100319"/>
                </a:cubicBezTo>
                <a:cubicBezTo>
                  <a:pt x="540000" y="115094"/>
                  <a:pt x="531404" y="129123"/>
                  <a:pt x="515727" y="141459"/>
                </a:cubicBezTo>
                <a:lnTo>
                  <a:pt x="515727" y="271179"/>
                </a:lnTo>
                <a:cubicBezTo>
                  <a:pt x="531390" y="281994"/>
                  <a:pt x="540000" y="294325"/>
                  <a:pt x="540000" y="307311"/>
                </a:cubicBezTo>
                <a:cubicBezTo>
                  <a:pt x="540000" y="355971"/>
                  <a:pt x="419117" y="395417"/>
                  <a:pt x="270000" y="395417"/>
                </a:cubicBezTo>
                <a:cubicBezTo>
                  <a:pt x="120883" y="395417"/>
                  <a:pt x="0" y="355971"/>
                  <a:pt x="0" y="307311"/>
                </a:cubicBezTo>
                <a:cubicBezTo>
                  <a:pt x="0" y="294325"/>
                  <a:pt x="8610" y="281995"/>
                  <a:pt x="24272" y="271180"/>
                </a:cubicBezTo>
                <a:lnTo>
                  <a:pt x="24272" y="141459"/>
                </a:lnTo>
                <a:cubicBezTo>
                  <a:pt x="8596" y="129123"/>
                  <a:pt x="0" y="115094"/>
                  <a:pt x="0" y="100319"/>
                </a:cubicBezTo>
                <a:cubicBezTo>
                  <a:pt x="0" y="44914"/>
                  <a:pt x="120883" y="0"/>
                  <a:pt x="2700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1" name="円/楕円 8"/>
          <p:cNvSpPr>
            <a:spLocks noChangeAspect="1"/>
          </p:cNvSpPr>
          <p:nvPr/>
        </p:nvSpPr>
        <p:spPr bwMode="gray">
          <a:xfrm>
            <a:off x="8349521" y="1627697"/>
            <a:ext cx="505108" cy="829001"/>
          </a:xfrm>
          <a:custGeom>
            <a:avLst/>
            <a:gdLst/>
            <a:ahLst/>
            <a:cxnLst/>
            <a:rect l="l" t="t" r="r" b="b"/>
            <a:pathLst>
              <a:path w="612000" h="898084">
                <a:moveTo>
                  <a:pt x="305887" y="0"/>
                </a:moveTo>
                <a:cubicBezTo>
                  <a:pt x="366371" y="197595"/>
                  <a:pt x="514650" y="381685"/>
                  <a:pt x="579714" y="509600"/>
                </a:cubicBezTo>
                <a:cubicBezTo>
                  <a:pt x="589100" y="524058"/>
                  <a:pt x="595941" y="539866"/>
                  <a:pt x="599809" y="556693"/>
                </a:cubicBezTo>
                <a:cubicBezTo>
                  <a:pt x="602378" y="561223"/>
                  <a:pt x="603931" y="565937"/>
                  <a:pt x="604734" y="570693"/>
                </a:cubicBezTo>
                <a:cubicBezTo>
                  <a:pt x="607109" y="578986"/>
                  <a:pt x="608726" y="587502"/>
                  <a:pt x="608373" y="596344"/>
                </a:cubicBezTo>
                <a:cubicBezTo>
                  <a:pt x="611496" y="602943"/>
                  <a:pt x="611659" y="609472"/>
                  <a:pt x="611111" y="615643"/>
                </a:cubicBezTo>
                <a:lnTo>
                  <a:pt x="610578" y="615643"/>
                </a:lnTo>
                <a:cubicBezTo>
                  <a:pt x="611892" y="619730"/>
                  <a:pt x="612000" y="623898"/>
                  <a:pt x="612000" y="628088"/>
                </a:cubicBezTo>
                <a:cubicBezTo>
                  <a:pt x="612000" y="777203"/>
                  <a:pt x="474999" y="898084"/>
                  <a:pt x="306000" y="898084"/>
                </a:cubicBezTo>
                <a:cubicBezTo>
                  <a:pt x="137001" y="898084"/>
                  <a:pt x="0" y="777203"/>
                  <a:pt x="0" y="628088"/>
                </a:cubicBezTo>
                <a:lnTo>
                  <a:pt x="1422" y="615643"/>
                </a:lnTo>
                <a:lnTo>
                  <a:pt x="662" y="615643"/>
                </a:lnTo>
                <a:lnTo>
                  <a:pt x="3674" y="595932"/>
                </a:lnTo>
                <a:cubicBezTo>
                  <a:pt x="3389" y="586761"/>
                  <a:pt x="5102" y="577927"/>
                  <a:pt x="7734" y="569363"/>
                </a:cubicBezTo>
                <a:cubicBezTo>
                  <a:pt x="9461" y="559074"/>
                  <a:pt x="13025" y="548701"/>
                  <a:pt x="18592" y="538498"/>
                </a:cubicBezTo>
                <a:cubicBezTo>
                  <a:pt x="20249" y="531012"/>
                  <a:pt x="23384" y="524124"/>
                  <a:pt x="27337" y="517645"/>
                </a:cubicBezTo>
                <a:cubicBezTo>
                  <a:pt x="87907" y="384861"/>
                  <a:pt x="242955" y="205590"/>
                  <a:pt x="305887"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台形 22"/>
          <p:cNvSpPr>
            <a:spLocks noChangeAspect="1"/>
          </p:cNvSpPr>
          <p:nvPr/>
        </p:nvSpPr>
        <p:spPr bwMode="gray">
          <a:xfrm>
            <a:off x="2320066" y="1626813"/>
            <a:ext cx="398769" cy="830769"/>
          </a:xfrm>
          <a:custGeom>
            <a:avLst/>
            <a:gdLst/>
            <a:ahLst/>
            <a:cxnLst/>
            <a:rect l="l" t="t" r="r" b="b"/>
            <a:pathLst>
              <a:path w="432000" h="900000">
                <a:moveTo>
                  <a:pt x="212984" y="225350"/>
                </a:moveTo>
                <a:cubicBezTo>
                  <a:pt x="200637" y="225350"/>
                  <a:pt x="190628" y="235359"/>
                  <a:pt x="190628" y="247706"/>
                </a:cubicBezTo>
                <a:cubicBezTo>
                  <a:pt x="190628" y="260053"/>
                  <a:pt x="200637" y="270062"/>
                  <a:pt x="212984" y="270062"/>
                </a:cubicBezTo>
                <a:cubicBezTo>
                  <a:pt x="225331" y="270062"/>
                  <a:pt x="235340" y="260053"/>
                  <a:pt x="235340" y="247706"/>
                </a:cubicBezTo>
                <a:cubicBezTo>
                  <a:pt x="235340" y="235359"/>
                  <a:pt x="225331" y="225350"/>
                  <a:pt x="212984" y="225350"/>
                </a:cubicBezTo>
                <a:close/>
                <a:moveTo>
                  <a:pt x="215999" y="0"/>
                </a:moveTo>
                <a:lnTo>
                  <a:pt x="247342" y="191111"/>
                </a:lnTo>
                <a:lnTo>
                  <a:pt x="247670" y="191838"/>
                </a:lnTo>
                <a:lnTo>
                  <a:pt x="247516" y="192178"/>
                </a:lnTo>
                <a:lnTo>
                  <a:pt x="247670" y="193115"/>
                </a:lnTo>
                <a:lnTo>
                  <a:pt x="247093" y="193115"/>
                </a:lnTo>
                <a:lnTo>
                  <a:pt x="236661" y="216207"/>
                </a:lnTo>
                <a:lnTo>
                  <a:pt x="248994" y="216207"/>
                </a:lnTo>
                <a:lnTo>
                  <a:pt x="248994" y="216260"/>
                </a:lnTo>
                <a:cubicBezTo>
                  <a:pt x="248998" y="216255"/>
                  <a:pt x="249001" y="216255"/>
                  <a:pt x="249005" y="216255"/>
                </a:cubicBezTo>
                <a:cubicBezTo>
                  <a:pt x="266401" y="216255"/>
                  <a:pt x="280504" y="230358"/>
                  <a:pt x="280504" y="247754"/>
                </a:cubicBezTo>
                <a:lnTo>
                  <a:pt x="277424" y="255191"/>
                </a:lnTo>
                <a:lnTo>
                  <a:pt x="280305" y="255478"/>
                </a:lnTo>
                <a:lnTo>
                  <a:pt x="280594" y="254978"/>
                </a:lnTo>
                <a:lnTo>
                  <a:pt x="281328" y="255579"/>
                </a:lnTo>
                <a:lnTo>
                  <a:pt x="281699" y="255616"/>
                </a:lnTo>
                <a:lnTo>
                  <a:pt x="282164" y="256264"/>
                </a:lnTo>
                <a:lnTo>
                  <a:pt x="432000" y="378963"/>
                </a:lnTo>
                <a:lnTo>
                  <a:pt x="250822" y="310551"/>
                </a:lnTo>
                <a:lnTo>
                  <a:pt x="250028" y="310472"/>
                </a:lnTo>
                <a:lnTo>
                  <a:pt x="249810" y="310169"/>
                </a:lnTo>
                <a:lnTo>
                  <a:pt x="248923" y="309833"/>
                </a:lnTo>
                <a:lnTo>
                  <a:pt x="249212" y="309333"/>
                </a:lnTo>
                <a:lnTo>
                  <a:pt x="236615" y="291797"/>
                </a:lnTo>
                <a:lnTo>
                  <a:pt x="255851" y="900000"/>
                </a:lnTo>
                <a:lnTo>
                  <a:pt x="176149" y="900000"/>
                </a:lnTo>
                <a:lnTo>
                  <a:pt x="195386" y="291795"/>
                </a:lnTo>
                <a:lnTo>
                  <a:pt x="182789" y="309333"/>
                </a:lnTo>
                <a:lnTo>
                  <a:pt x="183077" y="309833"/>
                </a:lnTo>
                <a:lnTo>
                  <a:pt x="182190" y="310169"/>
                </a:lnTo>
                <a:lnTo>
                  <a:pt x="181972" y="310472"/>
                </a:lnTo>
                <a:lnTo>
                  <a:pt x="181177" y="310551"/>
                </a:lnTo>
                <a:lnTo>
                  <a:pt x="0" y="378963"/>
                </a:lnTo>
                <a:lnTo>
                  <a:pt x="149834" y="256264"/>
                </a:lnTo>
                <a:lnTo>
                  <a:pt x="150301" y="255616"/>
                </a:lnTo>
                <a:lnTo>
                  <a:pt x="150672" y="255579"/>
                </a:lnTo>
                <a:lnTo>
                  <a:pt x="151406" y="254978"/>
                </a:lnTo>
                <a:lnTo>
                  <a:pt x="151695" y="255478"/>
                </a:lnTo>
                <a:lnTo>
                  <a:pt x="183377" y="252322"/>
                </a:lnTo>
                <a:cubicBezTo>
                  <a:pt x="181609" y="250990"/>
                  <a:pt x="181485" y="249387"/>
                  <a:pt x="181485" y="247754"/>
                </a:cubicBezTo>
                <a:cubicBezTo>
                  <a:pt x="181485" y="236167"/>
                  <a:pt x="187742" y="226041"/>
                  <a:pt x="198138" y="222405"/>
                </a:cubicBezTo>
                <a:lnTo>
                  <a:pt x="184905" y="193115"/>
                </a:lnTo>
                <a:lnTo>
                  <a:pt x="184328" y="193115"/>
                </a:lnTo>
                <a:lnTo>
                  <a:pt x="184482" y="192178"/>
                </a:lnTo>
                <a:lnTo>
                  <a:pt x="184328" y="191838"/>
                </a:lnTo>
                <a:lnTo>
                  <a:pt x="184656" y="191111"/>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3" name="円/楕円 36"/>
          <p:cNvSpPr>
            <a:spLocks noChangeAspect="1"/>
          </p:cNvSpPr>
          <p:nvPr/>
        </p:nvSpPr>
        <p:spPr bwMode="gray">
          <a:xfrm>
            <a:off x="4784770" y="1626813"/>
            <a:ext cx="485169" cy="830769"/>
          </a:xfrm>
          <a:custGeom>
            <a:avLst/>
            <a:gdLst/>
            <a:ahLst/>
            <a:cxnLst/>
            <a:rect l="l" t="t" r="r" b="b"/>
            <a:pathLst>
              <a:path w="612000" h="899000">
                <a:moveTo>
                  <a:pt x="305886" y="0"/>
                </a:moveTo>
                <a:cubicBezTo>
                  <a:pt x="369540" y="87138"/>
                  <a:pt x="522951" y="304695"/>
                  <a:pt x="583801" y="449072"/>
                </a:cubicBezTo>
                <a:cubicBezTo>
                  <a:pt x="589936" y="459380"/>
                  <a:pt x="594687" y="470382"/>
                  <a:pt x="597228" y="482183"/>
                </a:cubicBezTo>
                <a:cubicBezTo>
                  <a:pt x="599198" y="486069"/>
                  <a:pt x="600521" y="490057"/>
                  <a:pt x="601404" y="494055"/>
                </a:cubicBezTo>
                <a:cubicBezTo>
                  <a:pt x="605781" y="505206"/>
                  <a:pt x="608274" y="516956"/>
                  <a:pt x="608371" y="529148"/>
                </a:cubicBezTo>
                <a:cubicBezTo>
                  <a:pt x="610659" y="533877"/>
                  <a:pt x="611045" y="538559"/>
                  <a:pt x="611110" y="542948"/>
                </a:cubicBezTo>
                <a:lnTo>
                  <a:pt x="609947" y="542948"/>
                </a:lnTo>
                <a:cubicBezTo>
                  <a:pt x="611773" y="548818"/>
                  <a:pt x="612000" y="554844"/>
                  <a:pt x="612000" y="560916"/>
                </a:cubicBezTo>
                <a:cubicBezTo>
                  <a:pt x="612000" y="695398"/>
                  <a:pt x="500568" y="806916"/>
                  <a:pt x="354599" y="826590"/>
                </a:cubicBezTo>
                <a:lnTo>
                  <a:pt x="354599" y="899000"/>
                </a:lnTo>
                <a:lnTo>
                  <a:pt x="316841" y="899000"/>
                </a:lnTo>
                <a:lnTo>
                  <a:pt x="316841" y="701298"/>
                </a:lnTo>
                <a:lnTo>
                  <a:pt x="330066" y="691637"/>
                </a:lnTo>
                <a:cubicBezTo>
                  <a:pt x="392805" y="631569"/>
                  <a:pt x="454666" y="580718"/>
                  <a:pt x="499777" y="551180"/>
                </a:cubicBezTo>
                <a:cubicBezTo>
                  <a:pt x="498051" y="549392"/>
                  <a:pt x="495097" y="548871"/>
                  <a:pt x="491054" y="549518"/>
                </a:cubicBezTo>
                <a:cubicBezTo>
                  <a:pt x="465240" y="553644"/>
                  <a:pt x="395019" y="605352"/>
                  <a:pt x="316841" y="679094"/>
                </a:cubicBezTo>
                <a:lnTo>
                  <a:pt x="316841" y="543043"/>
                </a:lnTo>
                <a:lnTo>
                  <a:pt x="319886" y="540818"/>
                </a:lnTo>
                <a:lnTo>
                  <a:pt x="319492" y="540409"/>
                </a:lnTo>
                <a:cubicBezTo>
                  <a:pt x="370826" y="491202"/>
                  <a:pt x="422651" y="450173"/>
                  <a:pt x="460934" y="427735"/>
                </a:cubicBezTo>
                <a:cubicBezTo>
                  <a:pt x="457775" y="424465"/>
                  <a:pt x="451418" y="424557"/>
                  <a:pt x="442555" y="427560"/>
                </a:cubicBezTo>
                <a:cubicBezTo>
                  <a:pt x="416443" y="436412"/>
                  <a:pt x="368587" y="470547"/>
                  <a:pt x="316841" y="518530"/>
                </a:cubicBezTo>
                <a:lnTo>
                  <a:pt x="316841" y="368756"/>
                </a:lnTo>
                <a:lnTo>
                  <a:pt x="324520" y="363147"/>
                </a:lnTo>
                <a:cubicBezTo>
                  <a:pt x="348969" y="340433"/>
                  <a:pt x="374947" y="323855"/>
                  <a:pt x="396192" y="316106"/>
                </a:cubicBezTo>
                <a:cubicBezTo>
                  <a:pt x="392740" y="312530"/>
                  <a:pt x="387276" y="311223"/>
                  <a:pt x="380353" y="311921"/>
                </a:cubicBezTo>
                <a:cubicBezTo>
                  <a:pt x="364459" y="313525"/>
                  <a:pt x="340870" y="325697"/>
                  <a:pt x="316841" y="345970"/>
                </a:cubicBezTo>
                <a:lnTo>
                  <a:pt x="316841" y="194102"/>
                </a:lnTo>
                <a:lnTo>
                  <a:pt x="315900" y="194102"/>
                </a:lnTo>
                <a:lnTo>
                  <a:pt x="296100" y="194102"/>
                </a:lnTo>
                <a:lnTo>
                  <a:pt x="295159" y="194102"/>
                </a:lnTo>
                <a:lnTo>
                  <a:pt x="295159" y="345970"/>
                </a:lnTo>
                <a:cubicBezTo>
                  <a:pt x="271131" y="325695"/>
                  <a:pt x="247541" y="313524"/>
                  <a:pt x="231646" y="311920"/>
                </a:cubicBezTo>
                <a:cubicBezTo>
                  <a:pt x="224723" y="311222"/>
                  <a:pt x="219260" y="312529"/>
                  <a:pt x="215807" y="316105"/>
                </a:cubicBezTo>
                <a:cubicBezTo>
                  <a:pt x="235456" y="323272"/>
                  <a:pt x="259156" y="337990"/>
                  <a:pt x="281641" y="358496"/>
                </a:cubicBezTo>
                <a:lnTo>
                  <a:pt x="295159" y="368370"/>
                </a:lnTo>
                <a:lnTo>
                  <a:pt x="295159" y="518529"/>
                </a:lnTo>
                <a:cubicBezTo>
                  <a:pt x="243413" y="470545"/>
                  <a:pt x="195557" y="436412"/>
                  <a:pt x="169445" y="427560"/>
                </a:cubicBezTo>
                <a:cubicBezTo>
                  <a:pt x="160583" y="424556"/>
                  <a:pt x="154225" y="424465"/>
                  <a:pt x="151066" y="427735"/>
                </a:cubicBezTo>
                <a:cubicBezTo>
                  <a:pt x="189350" y="450172"/>
                  <a:pt x="241175" y="491202"/>
                  <a:pt x="292510" y="540408"/>
                </a:cubicBezTo>
                <a:lnTo>
                  <a:pt x="292333" y="540592"/>
                </a:lnTo>
                <a:lnTo>
                  <a:pt x="295159" y="542657"/>
                </a:lnTo>
                <a:lnTo>
                  <a:pt x="295159" y="679094"/>
                </a:lnTo>
                <a:cubicBezTo>
                  <a:pt x="216981" y="605351"/>
                  <a:pt x="146761" y="553643"/>
                  <a:pt x="120947" y="549517"/>
                </a:cubicBezTo>
                <a:cubicBezTo>
                  <a:pt x="116904" y="548871"/>
                  <a:pt x="113949" y="549392"/>
                  <a:pt x="112223" y="551180"/>
                </a:cubicBezTo>
                <a:cubicBezTo>
                  <a:pt x="156797" y="580366"/>
                  <a:pt x="217724" y="630360"/>
                  <a:pt x="279625" y="689565"/>
                </a:cubicBezTo>
                <a:lnTo>
                  <a:pt x="295159" y="700912"/>
                </a:lnTo>
                <a:lnTo>
                  <a:pt x="295159" y="829948"/>
                </a:lnTo>
                <a:cubicBezTo>
                  <a:pt x="131168" y="825696"/>
                  <a:pt x="0" y="706822"/>
                  <a:pt x="0" y="560916"/>
                </a:cubicBezTo>
                <a:lnTo>
                  <a:pt x="2053" y="542948"/>
                </a:lnTo>
                <a:lnTo>
                  <a:pt x="661" y="542948"/>
                </a:lnTo>
                <a:lnTo>
                  <a:pt x="5463" y="513102"/>
                </a:lnTo>
                <a:cubicBezTo>
                  <a:pt x="5363" y="510248"/>
                  <a:pt x="5962" y="507541"/>
                  <a:pt x="6784" y="504890"/>
                </a:cubicBezTo>
                <a:cubicBezTo>
                  <a:pt x="38349" y="367540"/>
                  <a:pt x="237493" y="101683"/>
                  <a:pt x="305886"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2"/>
          <p:cNvSpPr>
            <a:spLocks noChangeAspect="1"/>
          </p:cNvSpPr>
          <p:nvPr/>
        </p:nvSpPr>
        <p:spPr bwMode="gray">
          <a:xfrm>
            <a:off x="745236" y="1626813"/>
            <a:ext cx="830769" cy="830769"/>
          </a:xfrm>
          <a:custGeom>
            <a:avLst/>
            <a:gdLst/>
            <a:ahLst/>
            <a:cxnLst/>
            <a:rect l="l" t="t" r="r" b="b"/>
            <a:pathLst>
              <a:path w="900000" h="900000">
                <a:moveTo>
                  <a:pt x="450001" y="364388"/>
                </a:moveTo>
                <a:cubicBezTo>
                  <a:pt x="402718" y="364388"/>
                  <a:pt x="364388" y="402718"/>
                  <a:pt x="364388" y="450001"/>
                </a:cubicBezTo>
                <a:cubicBezTo>
                  <a:pt x="364388" y="497284"/>
                  <a:pt x="402718" y="535614"/>
                  <a:pt x="450001" y="535614"/>
                </a:cubicBezTo>
                <a:cubicBezTo>
                  <a:pt x="497284" y="535614"/>
                  <a:pt x="535614" y="497284"/>
                  <a:pt x="535614" y="450001"/>
                </a:cubicBezTo>
                <a:cubicBezTo>
                  <a:pt x="535614" y="402718"/>
                  <a:pt x="497284" y="364388"/>
                  <a:pt x="450001" y="364388"/>
                </a:cubicBezTo>
                <a:close/>
                <a:moveTo>
                  <a:pt x="450000" y="0"/>
                </a:moveTo>
                <a:cubicBezTo>
                  <a:pt x="484914" y="0"/>
                  <a:pt x="516776" y="42948"/>
                  <a:pt x="539851" y="113878"/>
                </a:cubicBezTo>
                <a:cubicBezTo>
                  <a:pt x="595657" y="64112"/>
                  <a:pt x="644752" y="42825"/>
                  <a:pt x="675000" y="60289"/>
                </a:cubicBezTo>
                <a:cubicBezTo>
                  <a:pt x="705261" y="77760"/>
                  <a:pt x="711366" y="130958"/>
                  <a:pt x="695087" y="203971"/>
                </a:cubicBezTo>
                <a:cubicBezTo>
                  <a:pt x="768708" y="188596"/>
                  <a:pt x="822185" y="194644"/>
                  <a:pt x="839711" y="225000"/>
                </a:cubicBezTo>
                <a:cubicBezTo>
                  <a:pt x="857275" y="255421"/>
                  <a:pt x="835644" y="304905"/>
                  <a:pt x="785302" y="361135"/>
                </a:cubicBezTo>
                <a:cubicBezTo>
                  <a:pt x="856877" y="383095"/>
                  <a:pt x="900000" y="415015"/>
                  <a:pt x="900000" y="450000"/>
                </a:cubicBezTo>
                <a:cubicBezTo>
                  <a:pt x="900000" y="484796"/>
                  <a:pt x="857342" y="516560"/>
                  <a:pt x="786810" y="539955"/>
                </a:cubicBezTo>
                <a:cubicBezTo>
                  <a:pt x="835986" y="595884"/>
                  <a:pt x="857135" y="644821"/>
                  <a:pt x="839711" y="675000"/>
                </a:cubicBezTo>
                <a:cubicBezTo>
                  <a:pt x="822304" y="705150"/>
                  <a:pt x="769434" y="711321"/>
                  <a:pt x="696594" y="696289"/>
                </a:cubicBezTo>
                <a:cubicBezTo>
                  <a:pt x="711335" y="769308"/>
                  <a:pt x="705186" y="822284"/>
                  <a:pt x="675000" y="839712"/>
                </a:cubicBezTo>
                <a:cubicBezTo>
                  <a:pt x="644800" y="857148"/>
                  <a:pt x="595813" y="835956"/>
                  <a:pt x="540125" y="786350"/>
                </a:cubicBezTo>
                <a:cubicBezTo>
                  <a:pt x="516700" y="857155"/>
                  <a:pt x="484873" y="900000"/>
                  <a:pt x="450000" y="900000"/>
                </a:cubicBezTo>
                <a:cubicBezTo>
                  <a:pt x="415086" y="900000"/>
                  <a:pt x="383224" y="857052"/>
                  <a:pt x="360149" y="786122"/>
                </a:cubicBezTo>
                <a:cubicBezTo>
                  <a:pt x="304343" y="835889"/>
                  <a:pt x="255248" y="857176"/>
                  <a:pt x="225000" y="839712"/>
                </a:cubicBezTo>
                <a:cubicBezTo>
                  <a:pt x="194739" y="822240"/>
                  <a:pt x="188634" y="769042"/>
                  <a:pt x="204913" y="696030"/>
                </a:cubicBezTo>
                <a:cubicBezTo>
                  <a:pt x="131292" y="711404"/>
                  <a:pt x="77815" y="705357"/>
                  <a:pt x="60289" y="675000"/>
                </a:cubicBezTo>
                <a:cubicBezTo>
                  <a:pt x="42725" y="644579"/>
                  <a:pt x="64356" y="595096"/>
                  <a:pt x="114698" y="538865"/>
                </a:cubicBezTo>
                <a:cubicBezTo>
                  <a:pt x="43123" y="516906"/>
                  <a:pt x="0" y="484985"/>
                  <a:pt x="0" y="450000"/>
                </a:cubicBezTo>
                <a:cubicBezTo>
                  <a:pt x="0" y="415204"/>
                  <a:pt x="42658" y="383440"/>
                  <a:pt x="113190" y="360045"/>
                </a:cubicBezTo>
                <a:cubicBezTo>
                  <a:pt x="64014" y="304117"/>
                  <a:pt x="42865" y="255179"/>
                  <a:pt x="60289" y="225000"/>
                </a:cubicBezTo>
                <a:cubicBezTo>
                  <a:pt x="77696" y="194850"/>
                  <a:pt x="130566" y="188680"/>
                  <a:pt x="203406" y="203712"/>
                </a:cubicBezTo>
                <a:cubicBezTo>
                  <a:pt x="188665" y="130692"/>
                  <a:pt x="194814" y="77716"/>
                  <a:pt x="225000" y="60289"/>
                </a:cubicBezTo>
                <a:cubicBezTo>
                  <a:pt x="255200" y="42852"/>
                  <a:pt x="304187" y="64044"/>
                  <a:pt x="359875" y="113651"/>
                </a:cubicBezTo>
                <a:cubicBezTo>
                  <a:pt x="383300" y="42846"/>
                  <a:pt x="415128" y="0"/>
                  <a:pt x="450000"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5" name="正方形/長方形 9"/>
          <p:cNvSpPr>
            <a:spLocks noChangeAspect="1"/>
          </p:cNvSpPr>
          <p:nvPr/>
        </p:nvSpPr>
        <p:spPr bwMode="gray">
          <a:xfrm>
            <a:off x="3448300" y="1626668"/>
            <a:ext cx="607004" cy="831060"/>
          </a:xfrm>
          <a:custGeom>
            <a:avLst/>
            <a:gdLst/>
            <a:ahLst/>
            <a:cxnLst/>
            <a:rect l="l" t="t" r="r" b="b"/>
            <a:pathLst>
              <a:path w="657588" h="900315">
                <a:moveTo>
                  <a:pt x="84596" y="62337"/>
                </a:moveTo>
                <a:cubicBezTo>
                  <a:pt x="126506" y="90723"/>
                  <a:pt x="155253" y="107036"/>
                  <a:pt x="189212" y="136568"/>
                </a:cubicBezTo>
                <a:cubicBezTo>
                  <a:pt x="223284" y="165831"/>
                  <a:pt x="281792" y="213611"/>
                  <a:pt x="289027" y="237916"/>
                </a:cubicBezTo>
                <a:cubicBezTo>
                  <a:pt x="306039" y="203388"/>
                  <a:pt x="348876" y="170199"/>
                  <a:pt x="391295" y="143713"/>
                </a:cubicBezTo>
                <a:cubicBezTo>
                  <a:pt x="433713" y="117228"/>
                  <a:pt x="494481" y="97866"/>
                  <a:pt x="543535" y="79006"/>
                </a:cubicBezTo>
                <a:cubicBezTo>
                  <a:pt x="493193" y="73907"/>
                  <a:pt x="398394" y="94295"/>
                  <a:pt x="356100" y="121049"/>
                </a:cubicBezTo>
                <a:cubicBezTo>
                  <a:pt x="313807" y="147803"/>
                  <a:pt x="296759" y="160524"/>
                  <a:pt x="286753" y="188532"/>
                </a:cubicBezTo>
                <a:cubicBezTo>
                  <a:pt x="272228" y="159263"/>
                  <a:pt x="234015" y="134998"/>
                  <a:pt x="212500" y="116288"/>
                </a:cubicBezTo>
                <a:cubicBezTo>
                  <a:pt x="190985" y="97577"/>
                  <a:pt x="101601" y="54858"/>
                  <a:pt x="84596" y="62337"/>
                </a:cubicBezTo>
                <a:close/>
                <a:moveTo>
                  <a:pt x="517392" y="187"/>
                </a:moveTo>
                <a:cubicBezTo>
                  <a:pt x="567398" y="1520"/>
                  <a:pt x="619488" y="9954"/>
                  <a:pt x="657588" y="25062"/>
                </a:cubicBezTo>
                <a:cubicBezTo>
                  <a:pt x="593294" y="267210"/>
                  <a:pt x="498836" y="288586"/>
                  <a:pt x="453990" y="306049"/>
                </a:cubicBezTo>
                <a:cubicBezTo>
                  <a:pt x="399426" y="318068"/>
                  <a:pt x="345445" y="298350"/>
                  <a:pt x="312306" y="265554"/>
                </a:cubicBezTo>
                <a:lnTo>
                  <a:pt x="312306" y="900315"/>
                </a:lnTo>
                <a:lnTo>
                  <a:pt x="252773" y="900315"/>
                </a:lnTo>
                <a:lnTo>
                  <a:pt x="252773" y="235985"/>
                </a:lnTo>
                <a:cubicBezTo>
                  <a:pt x="222028" y="255935"/>
                  <a:pt x="177378" y="263700"/>
                  <a:pt x="139278" y="254098"/>
                </a:cubicBezTo>
                <a:cubicBezTo>
                  <a:pt x="107551" y="232254"/>
                  <a:pt x="45486" y="210755"/>
                  <a:pt x="0" y="14761"/>
                </a:cubicBezTo>
                <a:cubicBezTo>
                  <a:pt x="44814" y="1342"/>
                  <a:pt x="82262" y="-1317"/>
                  <a:pt x="113771" y="2069"/>
                </a:cubicBezTo>
                <a:cubicBezTo>
                  <a:pt x="145280" y="5456"/>
                  <a:pt x="170850" y="14887"/>
                  <a:pt x="191908" y="25648"/>
                </a:cubicBezTo>
                <a:cubicBezTo>
                  <a:pt x="229246" y="41548"/>
                  <a:pt x="268704" y="94245"/>
                  <a:pt x="285508" y="142021"/>
                </a:cubicBezTo>
                <a:cubicBezTo>
                  <a:pt x="301005" y="91985"/>
                  <a:pt x="334136" y="32896"/>
                  <a:pt x="389697" y="17917"/>
                </a:cubicBezTo>
                <a:cubicBezTo>
                  <a:pt x="419462" y="4621"/>
                  <a:pt x="467385" y="-1146"/>
                  <a:pt x="517392" y="187"/>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6" name="角丸四角形 16"/>
          <p:cNvSpPr>
            <a:spLocks noChangeAspect="1"/>
          </p:cNvSpPr>
          <p:nvPr/>
        </p:nvSpPr>
        <p:spPr bwMode="gray">
          <a:xfrm>
            <a:off x="837976" y="2828639"/>
            <a:ext cx="645288" cy="831454"/>
          </a:xfrm>
          <a:custGeom>
            <a:avLst/>
            <a:gdLst/>
            <a:ahLst/>
            <a:cxnLst/>
            <a:rect l="l" t="t" r="r" b="b"/>
            <a:pathLst>
              <a:path w="699062" h="900742">
                <a:moveTo>
                  <a:pt x="420894" y="575868"/>
                </a:moveTo>
                <a:cubicBezTo>
                  <a:pt x="434782" y="575868"/>
                  <a:pt x="446040" y="598542"/>
                  <a:pt x="446040" y="626512"/>
                </a:cubicBezTo>
                <a:cubicBezTo>
                  <a:pt x="446040" y="654482"/>
                  <a:pt x="434782" y="677156"/>
                  <a:pt x="420894" y="677156"/>
                </a:cubicBezTo>
                <a:cubicBezTo>
                  <a:pt x="407006" y="677156"/>
                  <a:pt x="395748" y="654482"/>
                  <a:pt x="395748" y="626512"/>
                </a:cubicBezTo>
                <a:cubicBezTo>
                  <a:pt x="395748" y="598542"/>
                  <a:pt x="407006" y="575868"/>
                  <a:pt x="420894" y="575868"/>
                </a:cubicBezTo>
                <a:close/>
                <a:moveTo>
                  <a:pt x="362117" y="397622"/>
                </a:moveTo>
                <a:cubicBezTo>
                  <a:pt x="318133" y="442866"/>
                  <a:pt x="258592" y="569165"/>
                  <a:pt x="258989" y="624575"/>
                </a:cubicBezTo>
                <a:cubicBezTo>
                  <a:pt x="259386" y="679985"/>
                  <a:pt x="306227" y="730084"/>
                  <a:pt x="364498" y="730084"/>
                </a:cubicBezTo>
                <a:cubicBezTo>
                  <a:pt x="422769" y="730084"/>
                  <a:pt x="470007" y="682846"/>
                  <a:pt x="470007" y="624575"/>
                </a:cubicBezTo>
                <a:cubicBezTo>
                  <a:pt x="470007" y="566304"/>
                  <a:pt x="408482" y="445246"/>
                  <a:pt x="362117" y="397622"/>
                </a:cubicBezTo>
                <a:close/>
                <a:moveTo>
                  <a:pt x="356563" y="74762"/>
                </a:moveTo>
                <a:cubicBezTo>
                  <a:pt x="339903" y="74762"/>
                  <a:pt x="326397" y="88268"/>
                  <a:pt x="326397" y="104928"/>
                </a:cubicBezTo>
                <a:lnTo>
                  <a:pt x="326397" y="150176"/>
                </a:lnTo>
                <a:cubicBezTo>
                  <a:pt x="326397" y="166836"/>
                  <a:pt x="339903" y="180342"/>
                  <a:pt x="356563" y="180342"/>
                </a:cubicBezTo>
                <a:lnTo>
                  <a:pt x="592644" y="180342"/>
                </a:lnTo>
                <a:cubicBezTo>
                  <a:pt x="609304" y="180342"/>
                  <a:pt x="622810" y="166836"/>
                  <a:pt x="622810" y="150176"/>
                </a:cubicBezTo>
                <a:lnTo>
                  <a:pt x="622810" y="104928"/>
                </a:lnTo>
                <a:cubicBezTo>
                  <a:pt x="622810" y="88268"/>
                  <a:pt x="609304" y="74762"/>
                  <a:pt x="592644" y="74762"/>
                </a:cubicBezTo>
                <a:close/>
                <a:moveTo>
                  <a:pt x="274576" y="742"/>
                </a:moveTo>
                <a:lnTo>
                  <a:pt x="666121" y="742"/>
                </a:lnTo>
                <a:cubicBezTo>
                  <a:pt x="684314" y="742"/>
                  <a:pt x="699062" y="15490"/>
                  <a:pt x="699062" y="33683"/>
                </a:cubicBezTo>
                <a:lnTo>
                  <a:pt x="699062" y="867801"/>
                </a:lnTo>
                <a:cubicBezTo>
                  <a:pt x="699062" y="885994"/>
                  <a:pt x="684314" y="900742"/>
                  <a:pt x="666121" y="900742"/>
                </a:cubicBezTo>
                <a:lnTo>
                  <a:pt x="62873" y="900742"/>
                </a:lnTo>
                <a:cubicBezTo>
                  <a:pt x="44680" y="900742"/>
                  <a:pt x="29932" y="885994"/>
                  <a:pt x="29932" y="867801"/>
                </a:cubicBezTo>
                <a:lnTo>
                  <a:pt x="29932" y="254078"/>
                </a:lnTo>
                <a:close/>
                <a:moveTo>
                  <a:pt x="136770" y="4"/>
                </a:moveTo>
                <a:cubicBezTo>
                  <a:pt x="144133" y="-124"/>
                  <a:pt x="151544" y="2556"/>
                  <a:pt x="157260" y="8075"/>
                </a:cubicBezTo>
                <a:lnTo>
                  <a:pt x="167823" y="18276"/>
                </a:lnTo>
                <a:cubicBezTo>
                  <a:pt x="179254" y="29315"/>
                  <a:pt x="179572" y="47532"/>
                  <a:pt x="168534" y="58963"/>
                </a:cubicBezTo>
                <a:lnTo>
                  <a:pt x="60036" y="171316"/>
                </a:lnTo>
                <a:cubicBezTo>
                  <a:pt x="48997" y="182747"/>
                  <a:pt x="30780" y="183065"/>
                  <a:pt x="19349" y="172026"/>
                </a:cubicBezTo>
                <a:lnTo>
                  <a:pt x="8785" y="161825"/>
                </a:lnTo>
                <a:cubicBezTo>
                  <a:pt x="-2646" y="150786"/>
                  <a:pt x="-2964" y="132569"/>
                  <a:pt x="8075" y="121138"/>
                </a:cubicBezTo>
                <a:lnTo>
                  <a:pt x="116573" y="8785"/>
                </a:lnTo>
                <a:cubicBezTo>
                  <a:pt x="122093" y="3070"/>
                  <a:pt x="129407" y="133"/>
                  <a:pt x="136770" y="4"/>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9" name="正方形/長方形 38"/>
          <p:cNvSpPr>
            <a:spLocks noChangeAspect="1"/>
          </p:cNvSpPr>
          <p:nvPr/>
        </p:nvSpPr>
        <p:spPr bwMode="gray">
          <a:xfrm>
            <a:off x="5282810" y="3036324"/>
            <a:ext cx="829890" cy="416089"/>
          </a:xfrm>
          <a:custGeom>
            <a:avLst/>
            <a:gdLst/>
            <a:ahLst/>
            <a:cxnLst/>
            <a:rect l="l" t="t" r="r" b="b"/>
            <a:pathLst>
              <a:path w="899048" h="450763">
                <a:moveTo>
                  <a:pt x="582998" y="136370"/>
                </a:moveTo>
                <a:lnTo>
                  <a:pt x="761344" y="136370"/>
                </a:lnTo>
                <a:lnTo>
                  <a:pt x="761344" y="314393"/>
                </a:lnTo>
                <a:lnTo>
                  <a:pt x="582998" y="314393"/>
                </a:lnTo>
                <a:close/>
                <a:moveTo>
                  <a:pt x="360351" y="136370"/>
                </a:moveTo>
                <a:lnTo>
                  <a:pt x="538697" y="136370"/>
                </a:lnTo>
                <a:lnTo>
                  <a:pt x="538697" y="314393"/>
                </a:lnTo>
                <a:lnTo>
                  <a:pt x="360351" y="314393"/>
                </a:lnTo>
                <a:close/>
                <a:moveTo>
                  <a:pt x="137704" y="136370"/>
                </a:moveTo>
                <a:lnTo>
                  <a:pt x="316050" y="136370"/>
                </a:lnTo>
                <a:lnTo>
                  <a:pt x="316050" y="314393"/>
                </a:lnTo>
                <a:lnTo>
                  <a:pt x="137704" y="314393"/>
                </a:lnTo>
                <a:close/>
                <a:moveTo>
                  <a:pt x="90920" y="88093"/>
                </a:moveTo>
                <a:lnTo>
                  <a:pt x="90920" y="359556"/>
                </a:lnTo>
                <a:lnTo>
                  <a:pt x="808129" y="359556"/>
                </a:lnTo>
                <a:lnTo>
                  <a:pt x="808129" y="88093"/>
                </a:lnTo>
                <a:close/>
                <a:moveTo>
                  <a:pt x="75129" y="0"/>
                </a:moveTo>
                <a:lnTo>
                  <a:pt x="823919" y="0"/>
                </a:lnTo>
                <a:cubicBezTo>
                  <a:pt x="865412" y="0"/>
                  <a:pt x="899048" y="33636"/>
                  <a:pt x="899048" y="75129"/>
                </a:cubicBezTo>
                <a:lnTo>
                  <a:pt x="899048" y="375634"/>
                </a:lnTo>
                <a:cubicBezTo>
                  <a:pt x="899048" y="417127"/>
                  <a:pt x="865412" y="450763"/>
                  <a:pt x="823919" y="450763"/>
                </a:cubicBezTo>
                <a:lnTo>
                  <a:pt x="75129" y="450763"/>
                </a:lnTo>
                <a:cubicBezTo>
                  <a:pt x="33636" y="450763"/>
                  <a:pt x="0" y="417127"/>
                  <a:pt x="0" y="375634"/>
                </a:cubicBezTo>
                <a:lnTo>
                  <a:pt x="0" y="75129"/>
                </a:lnTo>
                <a:cubicBezTo>
                  <a:pt x="0" y="33636"/>
                  <a:pt x="33636" y="0"/>
                  <a:pt x="7512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4" name="角丸四角形 39"/>
          <p:cNvSpPr>
            <a:spLocks noChangeAspect="1"/>
          </p:cNvSpPr>
          <p:nvPr/>
        </p:nvSpPr>
        <p:spPr bwMode="gray">
          <a:xfrm>
            <a:off x="3728261" y="3036324"/>
            <a:ext cx="829890" cy="416089"/>
          </a:xfrm>
          <a:custGeom>
            <a:avLst/>
            <a:gdLst/>
            <a:ahLst/>
            <a:cxnLst/>
            <a:rect l="l" t="t" r="r" b="b"/>
            <a:pathLst>
              <a:path w="899048" h="450763">
                <a:moveTo>
                  <a:pt x="360351" y="136370"/>
                </a:moveTo>
                <a:lnTo>
                  <a:pt x="538697" y="136370"/>
                </a:lnTo>
                <a:lnTo>
                  <a:pt x="538697" y="314393"/>
                </a:lnTo>
                <a:lnTo>
                  <a:pt x="360351" y="314393"/>
                </a:lnTo>
                <a:close/>
                <a:moveTo>
                  <a:pt x="137704" y="136370"/>
                </a:moveTo>
                <a:lnTo>
                  <a:pt x="316050" y="136370"/>
                </a:lnTo>
                <a:lnTo>
                  <a:pt x="316050" y="314393"/>
                </a:lnTo>
                <a:lnTo>
                  <a:pt x="137704" y="314393"/>
                </a:lnTo>
                <a:close/>
                <a:moveTo>
                  <a:pt x="90920" y="88093"/>
                </a:moveTo>
                <a:lnTo>
                  <a:pt x="90920" y="359556"/>
                </a:lnTo>
                <a:lnTo>
                  <a:pt x="808129" y="359556"/>
                </a:lnTo>
                <a:lnTo>
                  <a:pt x="808129" y="88093"/>
                </a:lnTo>
                <a:close/>
                <a:moveTo>
                  <a:pt x="75129" y="0"/>
                </a:moveTo>
                <a:lnTo>
                  <a:pt x="823919" y="0"/>
                </a:lnTo>
                <a:cubicBezTo>
                  <a:pt x="865412" y="0"/>
                  <a:pt x="899048" y="33636"/>
                  <a:pt x="899048" y="75129"/>
                </a:cubicBezTo>
                <a:lnTo>
                  <a:pt x="899048" y="375634"/>
                </a:lnTo>
                <a:cubicBezTo>
                  <a:pt x="899048" y="417127"/>
                  <a:pt x="865412" y="450763"/>
                  <a:pt x="823919" y="450763"/>
                </a:cubicBezTo>
                <a:lnTo>
                  <a:pt x="75129" y="450763"/>
                </a:lnTo>
                <a:cubicBezTo>
                  <a:pt x="33636" y="450763"/>
                  <a:pt x="0" y="417127"/>
                  <a:pt x="0" y="375634"/>
                </a:cubicBezTo>
                <a:lnTo>
                  <a:pt x="0" y="75129"/>
                </a:lnTo>
                <a:cubicBezTo>
                  <a:pt x="0" y="33636"/>
                  <a:pt x="33636" y="0"/>
                  <a:pt x="7512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8" name="角丸四角形 39"/>
          <p:cNvSpPr>
            <a:spLocks noChangeAspect="1"/>
          </p:cNvSpPr>
          <p:nvPr/>
        </p:nvSpPr>
        <p:spPr bwMode="gray">
          <a:xfrm>
            <a:off x="2173712" y="3036324"/>
            <a:ext cx="829890" cy="416089"/>
          </a:xfrm>
          <a:custGeom>
            <a:avLst/>
            <a:gdLst/>
            <a:ahLst/>
            <a:cxnLst/>
            <a:rect l="l" t="t" r="r" b="b"/>
            <a:pathLst>
              <a:path w="899048" h="450763">
                <a:moveTo>
                  <a:pt x="137704" y="136370"/>
                </a:moveTo>
                <a:lnTo>
                  <a:pt x="316050" y="136370"/>
                </a:lnTo>
                <a:lnTo>
                  <a:pt x="316050" y="314393"/>
                </a:lnTo>
                <a:lnTo>
                  <a:pt x="137704" y="314393"/>
                </a:lnTo>
                <a:close/>
                <a:moveTo>
                  <a:pt x="90920" y="88093"/>
                </a:moveTo>
                <a:lnTo>
                  <a:pt x="90920" y="359556"/>
                </a:lnTo>
                <a:lnTo>
                  <a:pt x="808129" y="359556"/>
                </a:lnTo>
                <a:lnTo>
                  <a:pt x="808129" y="88093"/>
                </a:lnTo>
                <a:close/>
                <a:moveTo>
                  <a:pt x="75129" y="0"/>
                </a:moveTo>
                <a:lnTo>
                  <a:pt x="823919" y="0"/>
                </a:lnTo>
                <a:cubicBezTo>
                  <a:pt x="865412" y="0"/>
                  <a:pt x="899048" y="33636"/>
                  <a:pt x="899048" y="75129"/>
                </a:cubicBezTo>
                <a:lnTo>
                  <a:pt x="899048" y="375634"/>
                </a:lnTo>
                <a:cubicBezTo>
                  <a:pt x="899048" y="417127"/>
                  <a:pt x="865412" y="450763"/>
                  <a:pt x="823919" y="450763"/>
                </a:cubicBezTo>
                <a:lnTo>
                  <a:pt x="75129" y="450763"/>
                </a:lnTo>
                <a:cubicBezTo>
                  <a:pt x="33636" y="450763"/>
                  <a:pt x="0" y="417127"/>
                  <a:pt x="0" y="375634"/>
                </a:cubicBezTo>
                <a:lnTo>
                  <a:pt x="0" y="75129"/>
                </a:lnTo>
                <a:cubicBezTo>
                  <a:pt x="0" y="33636"/>
                  <a:pt x="33636" y="0"/>
                  <a:pt x="7512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3" name="円/楕円 52"/>
          <p:cNvSpPr>
            <a:spLocks noChangeAspect="1"/>
          </p:cNvSpPr>
          <p:nvPr/>
        </p:nvSpPr>
        <p:spPr bwMode="gray">
          <a:xfrm>
            <a:off x="8186545" y="3939304"/>
            <a:ext cx="831063" cy="830802"/>
          </a:xfrm>
          <a:custGeom>
            <a:avLst/>
            <a:gdLst/>
            <a:ahLst/>
            <a:cxnLst/>
            <a:rect l="l" t="t" r="r" b="b"/>
            <a:pathLst>
              <a:path w="900318" h="900036">
                <a:moveTo>
                  <a:pt x="654295" y="0"/>
                </a:moveTo>
                <a:cubicBezTo>
                  <a:pt x="801624" y="80920"/>
                  <a:pt x="900318" y="237885"/>
                  <a:pt x="900318" y="417889"/>
                </a:cubicBezTo>
                <a:cubicBezTo>
                  <a:pt x="900318" y="684171"/>
                  <a:pt x="684340" y="900036"/>
                  <a:pt x="417918" y="900036"/>
                </a:cubicBezTo>
                <a:cubicBezTo>
                  <a:pt x="237963" y="900036"/>
                  <a:pt x="81023" y="801552"/>
                  <a:pt x="0" y="654493"/>
                </a:cubicBezTo>
                <a:cubicBezTo>
                  <a:pt x="66991" y="692765"/>
                  <a:pt x="144692" y="713322"/>
                  <a:pt x="227194" y="713322"/>
                </a:cubicBezTo>
                <a:cubicBezTo>
                  <a:pt x="495604" y="713322"/>
                  <a:pt x="713194" y="495732"/>
                  <a:pt x="713194" y="227322"/>
                </a:cubicBezTo>
                <a:cubicBezTo>
                  <a:pt x="713194" y="144767"/>
                  <a:pt x="692610" y="67020"/>
                  <a:pt x="65429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5" name="円/楕円 54"/>
          <p:cNvSpPr>
            <a:spLocks noChangeAspect="1"/>
          </p:cNvSpPr>
          <p:nvPr/>
        </p:nvSpPr>
        <p:spPr bwMode="gray">
          <a:xfrm>
            <a:off x="5047575" y="3939321"/>
            <a:ext cx="830770" cy="830770"/>
          </a:xfrm>
          <a:custGeom>
            <a:avLst/>
            <a:gdLst/>
            <a:ahLst/>
            <a:cxnLst/>
            <a:rect l="l" t="t" r="r" b="b"/>
            <a:pathLst>
              <a:path w="900001" h="900001">
                <a:moveTo>
                  <a:pt x="449999" y="763201"/>
                </a:moveTo>
                <a:cubicBezTo>
                  <a:pt x="469881" y="763201"/>
                  <a:pt x="485999" y="779319"/>
                  <a:pt x="485999" y="799201"/>
                </a:cubicBezTo>
                <a:lnTo>
                  <a:pt x="485999" y="864001"/>
                </a:lnTo>
                <a:cubicBezTo>
                  <a:pt x="485999" y="883883"/>
                  <a:pt x="469881" y="900001"/>
                  <a:pt x="449999" y="900001"/>
                </a:cubicBezTo>
                <a:cubicBezTo>
                  <a:pt x="430117" y="900001"/>
                  <a:pt x="413999" y="883883"/>
                  <a:pt x="413999" y="864001"/>
                </a:cubicBezTo>
                <a:lnTo>
                  <a:pt x="413999" y="799201"/>
                </a:lnTo>
                <a:cubicBezTo>
                  <a:pt x="413999" y="779319"/>
                  <a:pt x="430117" y="763201"/>
                  <a:pt x="449999" y="763201"/>
                </a:cubicBezTo>
                <a:close/>
                <a:moveTo>
                  <a:pt x="717142" y="679993"/>
                </a:moveTo>
                <a:cubicBezTo>
                  <a:pt x="726355" y="679993"/>
                  <a:pt x="735568" y="683508"/>
                  <a:pt x="742598" y="690537"/>
                </a:cubicBezTo>
                <a:lnTo>
                  <a:pt x="788418" y="736358"/>
                </a:lnTo>
                <a:cubicBezTo>
                  <a:pt x="802477" y="750416"/>
                  <a:pt x="802477" y="773211"/>
                  <a:pt x="788418" y="787269"/>
                </a:cubicBezTo>
                <a:cubicBezTo>
                  <a:pt x="774359" y="801328"/>
                  <a:pt x="751565" y="801328"/>
                  <a:pt x="737506" y="787269"/>
                </a:cubicBezTo>
                <a:lnTo>
                  <a:pt x="691686" y="741449"/>
                </a:lnTo>
                <a:cubicBezTo>
                  <a:pt x="677627" y="727390"/>
                  <a:pt x="677627" y="704596"/>
                  <a:pt x="691686" y="690537"/>
                </a:cubicBezTo>
                <a:cubicBezTo>
                  <a:pt x="698715" y="683508"/>
                  <a:pt x="707928" y="679993"/>
                  <a:pt x="717142" y="679993"/>
                </a:cubicBezTo>
                <a:close/>
                <a:moveTo>
                  <a:pt x="183750" y="679993"/>
                </a:moveTo>
                <a:cubicBezTo>
                  <a:pt x="192964" y="679993"/>
                  <a:pt x="202177" y="683508"/>
                  <a:pt x="209207" y="690537"/>
                </a:cubicBezTo>
                <a:cubicBezTo>
                  <a:pt x="223265" y="704596"/>
                  <a:pt x="223265" y="727390"/>
                  <a:pt x="209207" y="741449"/>
                </a:cubicBezTo>
                <a:lnTo>
                  <a:pt x="163386" y="787269"/>
                </a:lnTo>
                <a:cubicBezTo>
                  <a:pt x="149327" y="801328"/>
                  <a:pt x="126533" y="801328"/>
                  <a:pt x="112474" y="787269"/>
                </a:cubicBezTo>
                <a:cubicBezTo>
                  <a:pt x="98415" y="773211"/>
                  <a:pt x="98415" y="750416"/>
                  <a:pt x="112474" y="736358"/>
                </a:cubicBezTo>
                <a:lnTo>
                  <a:pt x="158294" y="690537"/>
                </a:lnTo>
                <a:cubicBezTo>
                  <a:pt x="165324" y="683508"/>
                  <a:pt x="174537" y="679993"/>
                  <a:pt x="183750" y="679993"/>
                </a:cubicBezTo>
                <a:close/>
                <a:moveTo>
                  <a:pt x="799201" y="414002"/>
                </a:moveTo>
                <a:lnTo>
                  <a:pt x="864001" y="414002"/>
                </a:lnTo>
                <a:cubicBezTo>
                  <a:pt x="883883" y="414002"/>
                  <a:pt x="900001" y="430120"/>
                  <a:pt x="900001" y="450002"/>
                </a:cubicBezTo>
                <a:cubicBezTo>
                  <a:pt x="900001" y="469884"/>
                  <a:pt x="883883" y="486002"/>
                  <a:pt x="864001" y="486002"/>
                </a:cubicBezTo>
                <a:lnTo>
                  <a:pt x="799201" y="486002"/>
                </a:lnTo>
                <a:cubicBezTo>
                  <a:pt x="779319" y="486002"/>
                  <a:pt x="763201" y="469884"/>
                  <a:pt x="763201" y="450002"/>
                </a:cubicBezTo>
                <a:cubicBezTo>
                  <a:pt x="763201" y="430120"/>
                  <a:pt x="779319" y="414002"/>
                  <a:pt x="799201" y="414002"/>
                </a:cubicBezTo>
                <a:close/>
                <a:moveTo>
                  <a:pt x="36000" y="414002"/>
                </a:moveTo>
                <a:lnTo>
                  <a:pt x="100800" y="414002"/>
                </a:lnTo>
                <a:cubicBezTo>
                  <a:pt x="120682" y="414002"/>
                  <a:pt x="136800" y="430120"/>
                  <a:pt x="136800" y="450002"/>
                </a:cubicBezTo>
                <a:cubicBezTo>
                  <a:pt x="136800" y="469884"/>
                  <a:pt x="120682" y="486002"/>
                  <a:pt x="100800" y="486002"/>
                </a:cubicBezTo>
                <a:lnTo>
                  <a:pt x="36000" y="486002"/>
                </a:lnTo>
                <a:cubicBezTo>
                  <a:pt x="16118" y="486002"/>
                  <a:pt x="0" y="469884"/>
                  <a:pt x="0" y="450002"/>
                </a:cubicBezTo>
                <a:cubicBezTo>
                  <a:pt x="0" y="430120"/>
                  <a:pt x="16118" y="414002"/>
                  <a:pt x="36000" y="414002"/>
                </a:cubicBezTo>
                <a:close/>
                <a:moveTo>
                  <a:pt x="449999" y="270002"/>
                </a:moveTo>
                <a:cubicBezTo>
                  <a:pt x="350588" y="270002"/>
                  <a:pt x="269999" y="350591"/>
                  <a:pt x="269999" y="450002"/>
                </a:cubicBezTo>
                <a:cubicBezTo>
                  <a:pt x="269999" y="549413"/>
                  <a:pt x="350588" y="630002"/>
                  <a:pt x="449999" y="630002"/>
                </a:cubicBezTo>
                <a:cubicBezTo>
                  <a:pt x="549410" y="630002"/>
                  <a:pt x="629999" y="549413"/>
                  <a:pt x="629999" y="450002"/>
                </a:cubicBezTo>
                <a:cubicBezTo>
                  <a:pt x="629999" y="350591"/>
                  <a:pt x="549410" y="270002"/>
                  <a:pt x="449999" y="270002"/>
                </a:cubicBezTo>
                <a:close/>
                <a:moveTo>
                  <a:pt x="449999" y="201602"/>
                </a:moveTo>
                <a:cubicBezTo>
                  <a:pt x="587187" y="201602"/>
                  <a:pt x="698399" y="312814"/>
                  <a:pt x="698399" y="450002"/>
                </a:cubicBezTo>
                <a:cubicBezTo>
                  <a:pt x="698399" y="587190"/>
                  <a:pt x="587187" y="698402"/>
                  <a:pt x="449999" y="698402"/>
                </a:cubicBezTo>
                <a:cubicBezTo>
                  <a:pt x="312811" y="698402"/>
                  <a:pt x="201599" y="587190"/>
                  <a:pt x="201599" y="450002"/>
                </a:cubicBezTo>
                <a:cubicBezTo>
                  <a:pt x="201599" y="312814"/>
                  <a:pt x="312811" y="201602"/>
                  <a:pt x="449999" y="201602"/>
                </a:cubicBezTo>
                <a:close/>
                <a:moveTo>
                  <a:pt x="139377" y="99846"/>
                </a:moveTo>
                <a:cubicBezTo>
                  <a:pt x="148591" y="99846"/>
                  <a:pt x="157804" y="103360"/>
                  <a:pt x="164833" y="110390"/>
                </a:cubicBezTo>
                <a:lnTo>
                  <a:pt x="210654" y="156210"/>
                </a:lnTo>
                <a:cubicBezTo>
                  <a:pt x="224713" y="170269"/>
                  <a:pt x="224713" y="193063"/>
                  <a:pt x="210654" y="207122"/>
                </a:cubicBezTo>
                <a:cubicBezTo>
                  <a:pt x="196595" y="221181"/>
                  <a:pt x="173801" y="221181"/>
                  <a:pt x="159742" y="207122"/>
                </a:cubicBezTo>
                <a:lnTo>
                  <a:pt x="113921" y="161301"/>
                </a:lnTo>
                <a:cubicBezTo>
                  <a:pt x="99863" y="147243"/>
                  <a:pt x="99863" y="124448"/>
                  <a:pt x="113921" y="110390"/>
                </a:cubicBezTo>
                <a:cubicBezTo>
                  <a:pt x="120951" y="103360"/>
                  <a:pt x="130164" y="99846"/>
                  <a:pt x="139377" y="99846"/>
                </a:cubicBezTo>
                <a:close/>
                <a:moveTo>
                  <a:pt x="761515" y="99846"/>
                </a:moveTo>
                <a:cubicBezTo>
                  <a:pt x="770728" y="99846"/>
                  <a:pt x="779941" y="103360"/>
                  <a:pt x="786971" y="110390"/>
                </a:cubicBezTo>
                <a:cubicBezTo>
                  <a:pt x="801029" y="124448"/>
                  <a:pt x="801029" y="147243"/>
                  <a:pt x="786971" y="161301"/>
                </a:cubicBezTo>
                <a:lnTo>
                  <a:pt x="741150" y="207122"/>
                </a:lnTo>
                <a:cubicBezTo>
                  <a:pt x="727091" y="221181"/>
                  <a:pt x="704297" y="221181"/>
                  <a:pt x="690238" y="207122"/>
                </a:cubicBezTo>
                <a:cubicBezTo>
                  <a:pt x="676180" y="193063"/>
                  <a:pt x="676180" y="170269"/>
                  <a:pt x="690238" y="156210"/>
                </a:cubicBezTo>
                <a:lnTo>
                  <a:pt x="736059" y="110390"/>
                </a:lnTo>
                <a:cubicBezTo>
                  <a:pt x="743088" y="103360"/>
                  <a:pt x="752301" y="99846"/>
                  <a:pt x="761515" y="99846"/>
                </a:cubicBezTo>
                <a:close/>
                <a:moveTo>
                  <a:pt x="449999" y="0"/>
                </a:moveTo>
                <a:cubicBezTo>
                  <a:pt x="469881" y="0"/>
                  <a:pt x="485999" y="16118"/>
                  <a:pt x="485999" y="36000"/>
                </a:cubicBezTo>
                <a:lnTo>
                  <a:pt x="485999" y="100800"/>
                </a:lnTo>
                <a:cubicBezTo>
                  <a:pt x="485999" y="120682"/>
                  <a:pt x="469881" y="136800"/>
                  <a:pt x="449999" y="136800"/>
                </a:cubicBezTo>
                <a:cubicBezTo>
                  <a:pt x="430117" y="136800"/>
                  <a:pt x="413999" y="120682"/>
                  <a:pt x="413999" y="100800"/>
                </a:cubicBezTo>
                <a:lnTo>
                  <a:pt x="413999" y="36000"/>
                </a:lnTo>
                <a:cubicBezTo>
                  <a:pt x="413999" y="16118"/>
                  <a:pt x="430117" y="0"/>
                  <a:pt x="44999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8" name="円/楕円 54"/>
          <p:cNvSpPr>
            <a:spLocks noChangeAspect="1"/>
          </p:cNvSpPr>
          <p:nvPr/>
        </p:nvSpPr>
        <p:spPr bwMode="gray">
          <a:xfrm>
            <a:off x="6617061" y="3939321"/>
            <a:ext cx="830770" cy="830770"/>
          </a:xfrm>
          <a:custGeom>
            <a:avLst/>
            <a:gdLst/>
            <a:ahLst/>
            <a:cxnLst/>
            <a:rect l="l" t="t" r="r" b="b"/>
            <a:pathLst>
              <a:path w="900001" h="900001">
                <a:moveTo>
                  <a:pt x="449999" y="763201"/>
                </a:moveTo>
                <a:cubicBezTo>
                  <a:pt x="469881" y="763201"/>
                  <a:pt x="485999" y="779319"/>
                  <a:pt x="485999" y="799201"/>
                </a:cubicBezTo>
                <a:lnTo>
                  <a:pt x="485999" y="864001"/>
                </a:lnTo>
                <a:cubicBezTo>
                  <a:pt x="485999" y="883883"/>
                  <a:pt x="469881" y="900001"/>
                  <a:pt x="449999" y="900001"/>
                </a:cubicBezTo>
                <a:cubicBezTo>
                  <a:pt x="430117" y="900001"/>
                  <a:pt x="413999" y="883883"/>
                  <a:pt x="413999" y="864001"/>
                </a:cubicBezTo>
                <a:lnTo>
                  <a:pt x="413999" y="799201"/>
                </a:lnTo>
                <a:cubicBezTo>
                  <a:pt x="413999" y="779319"/>
                  <a:pt x="430117" y="763201"/>
                  <a:pt x="449999" y="763201"/>
                </a:cubicBezTo>
                <a:close/>
                <a:moveTo>
                  <a:pt x="717142" y="679993"/>
                </a:moveTo>
                <a:cubicBezTo>
                  <a:pt x="726355" y="679993"/>
                  <a:pt x="735568" y="683508"/>
                  <a:pt x="742598" y="690537"/>
                </a:cubicBezTo>
                <a:lnTo>
                  <a:pt x="788418" y="736358"/>
                </a:lnTo>
                <a:cubicBezTo>
                  <a:pt x="802477" y="750416"/>
                  <a:pt x="802477" y="773211"/>
                  <a:pt x="788418" y="787269"/>
                </a:cubicBezTo>
                <a:cubicBezTo>
                  <a:pt x="774359" y="801328"/>
                  <a:pt x="751565" y="801328"/>
                  <a:pt x="737506" y="787269"/>
                </a:cubicBezTo>
                <a:lnTo>
                  <a:pt x="691686" y="741449"/>
                </a:lnTo>
                <a:cubicBezTo>
                  <a:pt x="677627" y="727390"/>
                  <a:pt x="677627" y="704596"/>
                  <a:pt x="691686" y="690537"/>
                </a:cubicBezTo>
                <a:cubicBezTo>
                  <a:pt x="698715" y="683508"/>
                  <a:pt x="707928" y="679993"/>
                  <a:pt x="717142" y="679993"/>
                </a:cubicBezTo>
                <a:close/>
                <a:moveTo>
                  <a:pt x="183750" y="679993"/>
                </a:moveTo>
                <a:cubicBezTo>
                  <a:pt x="192964" y="679993"/>
                  <a:pt x="202177" y="683508"/>
                  <a:pt x="209207" y="690537"/>
                </a:cubicBezTo>
                <a:cubicBezTo>
                  <a:pt x="223265" y="704596"/>
                  <a:pt x="223265" y="727390"/>
                  <a:pt x="209207" y="741449"/>
                </a:cubicBezTo>
                <a:lnTo>
                  <a:pt x="163386" y="787269"/>
                </a:lnTo>
                <a:cubicBezTo>
                  <a:pt x="149327" y="801328"/>
                  <a:pt x="126533" y="801328"/>
                  <a:pt x="112474" y="787269"/>
                </a:cubicBezTo>
                <a:cubicBezTo>
                  <a:pt x="98415" y="773211"/>
                  <a:pt x="98415" y="750416"/>
                  <a:pt x="112474" y="736358"/>
                </a:cubicBezTo>
                <a:lnTo>
                  <a:pt x="158294" y="690537"/>
                </a:lnTo>
                <a:cubicBezTo>
                  <a:pt x="165324" y="683508"/>
                  <a:pt x="174537" y="679993"/>
                  <a:pt x="183750" y="679993"/>
                </a:cubicBezTo>
                <a:close/>
                <a:moveTo>
                  <a:pt x="799201" y="414002"/>
                </a:moveTo>
                <a:lnTo>
                  <a:pt x="864001" y="414002"/>
                </a:lnTo>
                <a:cubicBezTo>
                  <a:pt x="883883" y="414002"/>
                  <a:pt x="900001" y="430120"/>
                  <a:pt x="900001" y="450002"/>
                </a:cubicBezTo>
                <a:cubicBezTo>
                  <a:pt x="900001" y="469884"/>
                  <a:pt x="883883" y="486002"/>
                  <a:pt x="864001" y="486002"/>
                </a:cubicBezTo>
                <a:lnTo>
                  <a:pt x="799201" y="486002"/>
                </a:lnTo>
                <a:cubicBezTo>
                  <a:pt x="779319" y="486002"/>
                  <a:pt x="763201" y="469884"/>
                  <a:pt x="763201" y="450002"/>
                </a:cubicBezTo>
                <a:cubicBezTo>
                  <a:pt x="763201" y="430120"/>
                  <a:pt x="779319" y="414002"/>
                  <a:pt x="799201" y="414002"/>
                </a:cubicBezTo>
                <a:close/>
                <a:moveTo>
                  <a:pt x="36000" y="414002"/>
                </a:moveTo>
                <a:lnTo>
                  <a:pt x="100800" y="414002"/>
                </a:lnTo>
                <a:cubicBezTo>
                  <a:pt x="120682" y="414002"/>
                  <a:pt x="136800" y="430120"/>
                  <a:pt x="136800" y="450002"/>
                </a:cubicBezTo>
                <a:cubicBezTo>
                  <a:pt x="136800" y="469884"/>
                  <a:pt x="120682" y="486002"/>
                  <a:pt x="100800" y="486002"/>
                </a:cubicBezTo>
                <a:lnTo>
                  <a:pt x="36000" y="486002"/>
                </a:lnTo>
                <a:cubicBezTo>
                  <a:pt x="16118" y="486002"/>
                  <a:pt x="0" y="469884"/>
                  <a:pt x="0" y="450002"/>
                </a:cubicBezTo>
                <a:cubicBezTo>
                  <a:pt x="0" y="430120"/>
                  <a:pt x="16118" y="414002"/>
                  <a:pt x="36000" y="414002"/>
                </a:cubicBezTo>
                <a:close/>
                <a:moveTo>
                  <a:pt x="449999" y="270002"/>
                </a:moveTo>
                <a:cubicBezTo>
                  <a:pt x="350588" y="270002"/>
                  <a:pt x="269999" y="350591"/>
                  <a:pt x="269999" y="450002"/>
                </a:cubicBezTo>
                <a:cubicBezTo>
                  <a:pt x="269999" y="549413"/>
                  <a:pt x="350588" y="630002"/>
                  <a:pt x="449999" y="630002"/>
                </a:cubicBezTo>
                <a:lnTo>
                  <a:pt x="450000" y="630002"/>
                </a:lnTo>
                <a:lnTo>
                  <a:pt x="450000" y="270002"/>
                </a:lnTo>
                <a:cubicBezTo>
                  <a:pt x="450000" y="270002"/>
                  <a:pt x="450000" y="270002"/>
                  <a:pt x="449999" y="270002"/>
                </a:cubicBezTo>
                <a:close/>
                <a:moveTo>
                  <a:pt x="449999" y="201602"/>
                </a:moveTo>
                <a:cubicBezTo>
                  <a:pt x="587187" y="201602"/>
                  <a:pt x="698399" y="312814"/>
                  <a:pt x="698399" y="450002"/>
                </a:cubicBezTo>
                <a:cubicBezTo>
                  <a:pt x="698399" y="587190"/>
                  <a:pt x="587187" y="698402"/>
                  <a:pt x="449999" y="698402"/>
                </a:cubicBezTo>
                <a:cubicBezTo>
                  <a:pt x="312811" y="698402"/>
                  <a:pt x="201599" y="587190"/>
                  <a:pt x="201599" y="450002"/>
                </a:cubicBezTo>
                <a:cubicBezTo>
                  <a:pt x="201599" y="312814"/>
                  <a:pt x="312811" y="201602"/>
                  <a:pt x="449999" y="201602"/>
                </a:cubicBezTo>
                <a:close/>
                <a:moveTo>
                  <a:pt x="761515" y="99846"/>
                </a:moveTo>
                <a:cubicBezTo>
                  <a:pt x="770728" y="99846"/>
                  <a:pt x="779941" y="103360"/>
                  <a:pt x="786971" y="110390"/>
                </a:cubicBezTo>
                <a:cubicBezTo>
                  <a:pt x="801029" y="124448"/>
                  <a:pt x="801029" y="147243"/>
                  <a:pt x="786971" y="161301"/>
                </a:cubicBezTo>
                <a:lnTo>
                  <a:pt x="741150" y="207122"/>
                </a:lnTo>
                <a:cubicBezTo>
                  <a:pt x="727091" y="221181"/>
                  <a:pt x="704297" y="221181"/>
                  <a:pt x="690238" y="207122"/>
                </a:cubicBezTo>
                <a:cubicBezTo>
                  <a:pt x="676180" y="193063"/>
                  <a:pt x="676180" y="170269"/>
                  <a:pt x="690238" y="156210"/>
                </a:cubicBezTo>
                <a:lnTo>
                  <a:pt x="736059" y="110390"/>
                </a:lnTo>
                <a:cubicBezTo>
                  <a:pt x="743088" y="103360"/>
                  <a:pt x="752301" y="99846"/>
                  <a:pt x="761515" y="99846"/>
                </a:cubicBezTo>
                <a:close/>
                <a:moveTo>
                  <a:pt x="139377" y="99846"/>
                </a:moveTo>
                <a:cubicBezTo>
                  <a:pt x="148591" y="99846"/>
                  <a:pt x="157804" y="103360"/>
                  <a:pt x="164833" y="110390"/>
                </a:cubicBezTo>
                <a:lnTo>
                  <a:pt x="210654" y="156210"/>
                </a:lnTo>
                <a:cubicBezTo>
                  <a:pt x="224713" y="170269"/>
                  <a:pt x="224713" y="193063"/>
                  <a:pt x="210654" y="207122"/>
                </a:cubicBezTo>
                <a:cubicBezTo>
                  <a:pt x="196595" y="221181"/>
                  <a:pt x="173801" y="221181"/>
                  <a:pt x="159742" y="207122"/>
                </a:cubicBezTo>
                <a:lnTo>
                  <a:pt x="113921" y="161301"/>
                </a:lnTo>
                <a:cubicBezTo>
                  <a:pt x="99863" y="147243"/>
                  <a:pt x="99863" y="124448"/>
                  <a:pt x="113921" y="110390"/>
                </a:cubicBezTo>
                <a:cubicBezTo>
                  <a:pt x="120951" y="103360"/>
                  <a:pt x="130164" y="99846"/>
                  <a:pt x="139377" y="99846"/>
                </a:cubicBezTo>
                <a:close/>
                <a:moveTo>
                  <a:pt x="449999" y="0"/>
                </a:moveTo>
                <a:cubicBezTo>
                  <a:pt x="469881" y="0"/>
                  <a:pt x="485999" y="16118"/>
                  <a:pt x="485999" y="36000"/>
                </a:cubicBezTo>
                <a:lnTo>
                  <a:pt x="485999" y="100800"/>
                </a:lnTo>
                <a:cubicBezTo>
                  <a:pt x="485999" y="120682"/>
                  <a:pt x="469881" y="136800"/>
                  <a:pt x="449999" y="136800"/>
                </a:cubicBezTo>
                <a:cubicBezTo>
                  <a:pt x="430117" y="136800"/>
                  <a:pt x="413999" y="120682"/>
                  <a:pt x="413999" y="100800"/>
                </a:cubicBezTo>
                <a:lnTo>
                  <a:pt x="413999" y="36000"/>
                </a:lnTo>
                <a:cubicBezTo>
                  <a:pt x="413999" y="16118"/>
                  <a:pt x="430117" y="0"/>
                  <a:pt x="44999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6" name="正方形/長方形 45"/>
          <p:cNvSpPr>
            <a:spLocks noChangeAspect="1"/>
          </p:cNvSpPr>
          <p:nvPr/>
        </p:nvSpPr>
        <p:spPr bwMode="gray">
          <a:xfrm>
            <a:off x="3939409" y="3939289"/>
            <a:ext cx="369450" cy="830832"/>
          </a:xfrm>
          <a:custGeom>
            <a:avLst/>
            <a:gdLst/>
            <a:ahLst/>
            <a:cxnLst/>
            <a:rect l="l" t="t" r="r" b="b"/>
            <a:pathLst>
              <a:path w="400238" h="900068">
                <a:moveTo>
                  <a:pt x="361065" y="0"/>
                </a:moveTo>
                <a:lnTo>
                  <a:pt x="206665" y="373155"/>
                </a:lnTo>
                <a:lnTo>
                  <a:pt x="357848" y="443653"/>
                </a:lnTo>
                <a:lnTo>
                  <a:pt x="357475" y="444451"/>
                </a:lnTo>
                <a:lnTo>
                  <a:pt x="400238" y="464257"/>
                </a:lnTo>
                <a:lnTo>
                  <a:pt x="39173" y="900068"/>
                </a:lnTo>
                <a:lnTo>
                  <a:pt x="193906" y="526110"/>
                </a:lnTo>
                <a:lnTo>
                  <a:pt x="43377" y="455918"/>
                </a:lnTo>
                <a:lnTo>
                  <a:pt x="43383" y="455905"/>
                </a:lnTo>
                <a:lnTo>
                  <a:pt x="0" y="435811"/>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3" name="正方形/長方形 62"/>
          <p:cNvSpPr>
            <a:spLocks noChangeAspect="1"/>
          </p:cNvSpPr>
          <p:nvPr/>
        </p:nvSpPr>
        <p:spPr bwMode="gray">
          <a:xfrm>
            <a:off x="745237" y="3939322"/>
            <a:ext cx="830767" cy="830767"/>
          </a:xfrm>
          <a:custGeom>
            <a:avLst/>
            <a:gdLst/>
            <a:ahLst/>
            <a:cxnLst/>
            <a:rect l="l" t="t" r="r" b="b"/>
            <a:pathLst>
              <a:path w="899998" h="899998">
                <a:moveTo>
                  <a:pt x="449999" y="0"/>
                </a:moveTo>
                <a:lnTo>
                  <a:pt x="556228" y="343771"/>
                </a:lnTo>
                <a:lnTo>
                  <a:pt x="899998" y="343769"/>
                </a:lnTo>
                <a:lnTo>
                  <a:pt x="621881" y="556228"/>
                </a:lnTo>
                <a:lnTo>
                  <a:pt x="728114" y="899998"/>
                </a:lnTo>
                <a:lnTo>
                  <a:pt x="449999" y="687534"/>
                </a:lnTo>
                <a:lnTo>
                  <a:pt x="171884" y="899998"/>
                </a:lnTo>
                <a:lnTo>
                  <a:pt x="278117" y="556228"/>
                </a:lnTo>
                <a:lnTo>
                  <a:pt x="0" y="343769"/>
                </a:lnTo>
                <a:lnTo>
                  <a:pt x="343770" y="343771"/>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5" name="二等辺三角形 64"/>
          <p:cNvSpPr>
            <a:spLocks noChangeAspect="1"/>
          </p:cNvSpPr>
          <p:nvPr/>
        </p:nvSpPr>
        <p:spPr bwMode="gray">
          <a:xfrm>
            <a:off x="745236" y="5227761"/>
            <a:ext cx="830769" cy="694634"/>
          </a:xfrm>
          <a:custGeom>
            <a:avLst/>
            <a:gdLst/>
            <a:ahLst/>
            <a:cxnLst/>
            <a:rect l="l" t="t" r="r" b="b"/>
            <a:pathLst>
              <a:path w="900000" h="752520">
                <a:moveTo>
                  <a:pt x="432216" y="378551"/>
                </a:moveTo>
                <a:lnTo>
                  <a:pt x="462935" y="378551"/>
                </a:lnTo>
                <a:lnTo>
                  <a:pt x="462935" y="677987"/>
                </a:lnTo>
                <a:cubicBezTo>
                  <a:pt x="462935" y="719150"/>
                  <a:pt x="429565" y="752520"/>
                  <a:pt x="388402" y="752520"/>
                </a:cubicBezTo>
                <a:lnTo>
                  <a:pt x="361254" y="752520"/>
                </a:lnTo>
                <a:cubicBezTo>
                  <a:pt x="324073" y="752520"/>
                  <a:pt x="293251" y="725294"/>
                  <a:pt x="289039" y="689470"/>
                </a:cubicBezTo>
                <a:cubicBezTo>
                  <a:pt x="286932" y="689242"/>
                  <a:pt x="286723" y="688222"/>
                  <a:pt x="286723" y="687154"/>
                </a:cubicBezTo>
                <a:lnTo>
                  <a:pt x="286723" y="677997"/>
                </a:lnTo>
                <a:cubicBezTo>
                  <a:pt x="286721" y="677993"/>
                  <a:pt x="286721" y="677990"/>
                  <a:pt x="286721" y="677987"/>
                </a:cubicBezTo>
                <a:lnTo>
                  <a:pt x="286721" y="659167"/>
                </a:lnTo>
                <a:lnTo>
                  <a:pt x="286723" y="659167"/>
                </a:lnTo>
                <a:lnTo>
                  <a:pt x="286723" y="631180"/>
                </a:lnTo>
                <a:cubicBezTo>
                  <a:pt x="286723" y="626755"/>
                  <a:pt x="290311" y="623167"/>
                  <a:pt x="294736" y="623167"/>
                </a:cubicBezTo>
                <a:lnTo>
                  <a:pt x="308849" y="623167"/>
                </a:lnTo>
                <a:cubicBezTo>
                  <a:pt x="313274" y="623167"/>
                  <a:pt x="316862" y="626755"/>
                  <a:pt x="316862" y="631180"/>
                </a:cubicBezTo>
                <a:lnTo>
                  <a:pt x="316862" y="659167"/>
                </a:lnTo>
                <a:lnTo>
                  <a:pt x="317441" y="659167"/>
                </a:lnTo>
                <a:lnTo>
                  <a:pt x="317441" y="670317"/>
                </a:lnTo>
                <a:cubicBezTo>
                  <a:pt x="317441" y="697128"/>
                  <a:pt x="339176" y="718863"/>
                  <a:pt x="365987" y="718863"/>
                </a:cubicBezTo>
                <a:lnTo>
                  <a:pt x="383670" y="718863"/>
                </a:lnTo>
                <a:cubicBezTo>
                  <a:pt x="410481" y="718863"/>
                  <a:pt x="432216" y="697128"/>
                  <a:pt x="432216" y="670317"/>
                </a:cubicBezTo>
                <a:close/>
                <a:moveTo>
                  <a:pt x="449165" y="58342"/>
                </a:moveTo>
                <a:cubicBezTo>
                  <a:pt x="659526" y="58342"/>
                  <a:pt x="838152" y="194614"/>
                  <a:pt x="900000" y="384638"/>
                </a:cubicBezTo>
                <a:lnTo>
                  <a:pt x="894338" y="382252"/>
                </a:lnTo>
                <a:cubicBezTo>
                  <a:pt x="864459" y="358691"/>
                  <a:pt x="826572" y="346867"/>
                  <a:pt x="785926" y="346867"/>
                </a:cubicBezTo>
                <a:cubicBezTo>
                  <a:pt x="718372" y="346867"/>
                  <a:pt x="658435" y="379530"/>
                  <a:pt x="623878" y="432094"/>
                </a:cubicBezTo>
                <a:cubicBezTo>
                  <a:pt x="619666" y="435093"/>
                  <a:pt x="616485" y="439001"/>
                  <a:pt x="613436" y="443018"/>
                </a:cubicBezTo>
                <a:cubicBezTo>
                  <a:pt x="572694" y="393496"/>
                  <a:pt x="510885" y="362505"/>
                  <a:pt x="441860" y="362505"/>
                </a:cubicBezTo>
                <a:cubicBezTo>
                  <a:pt x="371049" y="362505"/>
                  <a:pt x="307835" y="395119"/>
                  <a:pt x="267137" y="446842"/>
                </a:cubicBezTo>
                <a:cubicBezTo>
                  <a:pt x="226461" y="393769"/>
                  <a:pt x="162376" y="360124"/>
                  <a:pt x="90455" y="360124"/>
                </a:cubicBezTo>
                <a:cubicBezTo>
                  <a:pt x="58258" y="360124"/>
                  <a:pt x="27631" y="366867"/>
                  <a:pt x="0" y="379247"/>
                </a:cubicBezTo>
                <a:cubicBezTo>
                  <a:pt x="63560" y="192048"/>
                  <a:pt x="240794" y="58342"/>
                  <a:pt x="449165" y="58342"/>
                </a:cubicBezTo>
                <a:close/>
                <a:moveTo>
                  <a:pt x="450000" y="0"/>
                </a:moveTo>
                <a:cubicBezTo>
                  <a:pt x="456000" y="0"/>
                  <a:pt x="471000" y="45422"/>
                  <a:pt x="468000" y="54506"/>
                </a:cubicBezTo>
                <a:lnTo>
                  <a:pt x="432000" y="54506"/>
                </a:lnTo>
                <a:cubicBezTo>
                  <a:pt x="429000" y="45422"/>
                  <a:pt x="444000" y="0"/>
                  <a:pt x="45000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80" name="片側の 2 つの角を丸めた四角形 79"/>
          <p:cNvSpPr>
            <a:spLocks noChangeAspect="1"/>
          </p:cNvSpPr>
          <p:nvPr/>
        </p:nvSpPr>
        <p:spPr bwMode="gray">
          <a:xfrm>
            <a:off x="6837360" y="2828935"/>
            <a:ext cx="787232" cy="830862"/>
          </a:xfrm>
          <a:custGeom>
            <a:avLst/>
            <a:gdLst/>
            <a:ahLst/>
            <a:cxnLst/>
            <a:rect l="l" t="t" r="r" b="b"/>
            <a:pathLst>
              <a:path w="852835" h="900100">
                <a:moveTo>
                  <a:pt x="385564" y="194209"/>
                </a:moveTo>
                <a:lnTo>
                  <a:pt x="421791" y="194209"/>
                </a:lnTo>
                <a:cubicBezTo>
                  <a:pt x="424603" y="194209"/>
                  <a:pt x="426882" y="196488"/>
                  <a:pt x="426882" y="199300"/>
                </a:cubicBezTo>
                <a:lnTo>
                  <a:pt x="426882" y="261118"/>
                </a:lnTo>
                <a:cubicBezTo>
                  <a:pt x="426882" y="263930"/>
                  <a:pt x="424603" y="266209"/>
                  <a:pt x="421791" y="266209"/>
                </a:cubicBezTo>
                <a:lnTo>
                  <a:pt x="385564" y="266209"/>
                </a:lnTo>
                <a:cubicBezTo>
                  <a:pt x="382752" y="266209"/>
                  <a:pt x="380473" y="263930"/>
                  <a:pt x="380473" y="261118"/>
                </a:cubicBezTo>
                <a:lnTo>
                  <a:pt x="380473" y="199300"/>
                </a:lnTo>
                <a:cubicBezTo>
                  <a:pt x="380473" y="196488"/>
                  <a:pt x="382752" y="194209"/>
                  <a:pt x="385564" y="194209"/>
                </a:cubicBezTo>
                <a:close/>
                <a:moveTo>
                  <a:pt x="303938" y="194209"/>
                </a:moveTo>
                <a:lnTo>
                  <a:pt x="340165" y="194209"/>
                </a:lnTo>
                <a:cubicBezTo>
                  <a:pt x="342977" y="194209"/>
                  <a:pt x="345256" y="196488"/>
                  <a:pt x="345256" y="199300"/>
                </a:cubicBezTo>
                <a:lnTo>
                  <a:pt x="345256" y="261118"/>
                </a:lnTo>
                <a:cubicBezTo>
                  <a:pt x="345256" y="263930"/>
                  <a:pt x="342977" y="266209"/>
                  <a:pt x="340165" y="266209"/>
                </a:cubicBezTo>
                <a:lnTo>
                  <a:pt x="303938" y="266209"/>
                </a:lnTo>
                <a:cubicBezTo>
                  <a:pt x="301126" y="266209"/>
                  <a:pt x="298847" y="263930"/>
                  <a:pt x="298847" y="261118"/>
                </a:cubicBezTo>
                <a:lnTo>
                  <a:pt x="298847" y="199300"/>
                </a:lnTo>
                <a:cubicBezTo>
                  <a:pt x="298847" y="196488"/>
                  <a:pt x="301126" y="194209"/>
                  <a:pt x="303938" y="194209"/>
                </a:cubicBezTo>
                <a:close/>
                <a:moveTo>
                  <a:pt x="222312" y="194209"/>
                </a:moveTo>
                <a:lnTo>
                  <a:pt x="258539" y="194209"/>
                </a:lnTo>
                <a:cubicBezTo>
                  <a:pt x="261351" y="194209"/>
                  <a:pt x="263630" y="196488"/>
                  <a:pt x="263630" y="199300"/>
                </a:cubicBezTo>
                <a:lnTo>
                  <a:pt x="263630" y="261118"/>
                </a:lnTo>
                <a:cubicBezTo>
                  <a:pt x="263630" y="263930"/>
                  <a:pt x="261351" y="266209"/>
                  <a:pt x="258539" y="266209"/>
                </a:cubicBezTo>
                <a:lnTo>
                  <a:pt x="222312" y="266209"/>
                </a:lnTo>
                <a:cubicBezTo>
                  <a:pt x="219500" y="266209"/>
                  <a:pt x="217221" y="263930"/>
                  <a:pt x="217221" y="261118"/>
                </a:cubicBezTo>
                <a:lnTo>
                  <a:pt x="217221" y="199300"/>
                </a:lnTo>
                <a:cubicBezTo>
                  <a:pt x="217221" y="196488"/>
                  <a:pt x="219500" y="194209"/>
                  <a:pt x="222312" y="194209"/>
                </a:cubicBezTo>
                <a:close/>
                <a:moveTo>
                  <a:pt x="180751" y="82291"/>
                </a:moveTo>
                <a:cubicBezTo>
                  <a:pt x="160490" y="82291"/>
                  <a:pt x="144065" y="98716"/>
                  <a:pt x="144065" y="118977"/>
                </a:cubicBezTo>
                <a:lnTo>
                  <a:pt x="144065" y="380022"/>
                </a:lnTo>
                <a:cubicBezTo>
                  <a:pt x="144065" y="400283"/>
                  <a:pt x="160490" y="416708"/>
                  <a:pt x="180751" y="416708"/>
                </a:cubicBezTo>
                <a:lnTo>
                  <a:pt x="463351" y="416708"/>
                </a:lnTo>
                <a:cubicBezTo>
                  <a:pt x="483612" y="416708"/>
                  <a:pt x="500037" y="400283"/>
                  <a:pt x="500037" y="380022"/>
                </a:cubicBezTo>
                <a:lnTo>
                  <a:pt x="500037" y="118977"/>
                </a:lnTo>
                <a:cubicBezTo>
                  <a:pt x="500037" y="98716"/>
                  <a:pt x="483612" y="82291"/>
                  <a:pt x="463351" y="82291"/>
                </a:cubicBezTo>
                <a:close/>
                <a:moveTo>
                  <a:pt x="629145" y="0"/>
                </a:moveTo>
                <a:lnTo>
                  <a:pt x="786070" y="146335"/>
                </a:lnTo>
                <a:lnTo>
                  <a:pt x="852835" y="206757"/>
                </a:lnTo>
                <a:lnTo>
                  <a:pt x="852835" y="290464"/>
                </a:lnTo>
                <a:lnTo>
                  <a:pt x="852835" y="373801"/>
                </a:lnTo>
                <a:lnTo>
                  <a:pt x="852835" y="676792"/>
                </a:lnTo>
                <a:cubicBezTo>
                  <a:pt x="852835" y="725158"/>
                  <a:pt x="813626" y="764367"/>
                  <a:pt x="765260" y="764367"/>
                </a:cubicBezTo>
                <a:lnTo>
                  <a:pt x="715010" y="764367"/>
                </a:lnTo>
                <a:cubicBezTo>
                  <a:pt x="666644" y="764367"/>
                  <a:pt x="627435" y="725158"/>
                  <a:pt x="627435" y="676792"/>
                </a:cubicBezTo>
                <a:lnTo>
                  <a:pt x="627435" y="647972"/>
                </a:lnTo>
                <a:lnTo>
                  <a:pt x="627026" y="647972"/>
                </a:lnTo>
                <a:lnTo>
                  <a:pt x="627026" y="404853"/>
                </a:lnTo>
                <a:cubicBezTo>
                  <a:pt x="627026" y="379816"/>
                  <a:pt x="606729" y="359519"/>
                  <a:pt x="581692" y="359519"/>
                </a:cubicBezTo>
                <a:lnTo>
                  <a:pt x="581570" y="359519"/>
                </a:lnTo>
                <a:lnTo>
                  <a:pt x="581570" y="804280"/>
                </a:lnTo>
                <a:lnTo>
                  <a:pt x="644103" y="804280"/>
                </a:lnTo>
                <a:lnTo>
                  <a:pt x="644103" y="900100"/>
                </a:lnTo>
                <a:lnTo>
                  <a:pt x="0" y="900100"/>
                </a:lnTo>
                <a:lnTo>
                  <a:pt x="0" y="804280"/>
                </a:lnTo>
                <a:lnTo>
                  <a:pt x="62532" y="804280"/>
                </a:lnTo>
                <a:lnTo>
                  <a:pt x="62532" y="108026"/>
                </a:lnTo>
                <a:cubicBezTo>
                  <a:pt x="62532" y="60249"/>
                  <a:pt x="101263" y="21518"/>
                  <a:pt x="149040" y="21518"/>
                </a:cubicBezTo>
                <a:lnTo>
                  <a:pt x="495062" y="21518"/>
                </a:lnTo>
                <a:cubicBezTo>
                  <a:pt x="542839" y="21518"/>
                  <a:pt x="581570" y="60249"/>
                  <a:pt x="581570" y="108026"/>
                </a:cubicBezTo>
                <a:lnTo>
                  <a:pt x="581570" y="311895"/>
                </a:lnTo>
                <a:lnTo>
                  <a:pt x="593810" y="311895"/>
                </a:lnTo>
                <a:cubicBezTo>
                  <a:pt x="642176" y="311895"/>
                  <a:pt x="681385" y="351104"/>
                  <a:pt x="681385" y="399470"/>
                </a:cubicBezTo>
                <a:lnTo>
                  <a:pt x="681385" y="453981"/>
                </a:lnTo>
                <a:lnTo>
                  <a:pt x="681794" y="453981"/>
                </a:lnTo>
                <a:lnTo>
                  <a:pt x="681794" y="671409"/>
                </a:lnTo>
                <a:cubicBezTo>
                  <a:pt x="681794" y="696446"/>
                  <a:pt x="702091" y="716743"/>
                  <a:pt x="727128" y="716743"/>
                </a:cubicBezTo>
                <a:lnTo>
                  <a:pt x="753142" y="716743"/>
                </a:lnTo>
                <a:cubicBezTo>
                  <a:pt x="778179" y="716743"/>
                  <a:pt x="798476" y="696446"/>
                  <a:pt x="798476" y="671409"/>
                </a:cubicBezTo>
                <a:lnTo>
                  <a:pt x="798476" y="324607"/>
                </a:lnTo>
                <a:lnTo>
                  <a:pt x="740134" y="271808"/>
                </a:lnTo>
                <a:lnTo>
                  <a:pt x="740134" y="152723"/>
                </a:lnTo>
                <a:lnTo>
                  <a:pt x="604593" y="26329"/>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1" name="円/楕円 7"/>
          <p:cNvSpPr>
            <a:spLocks noChangeAspect="1"/>
          </p:cNvSpPr>
          <p:nvPr/>
        </p:nvSpPr>
        <p:spPr bwMode="gray">
          <a:xfrm>
            <a:off x="8349252" y="2828982"/>
            <a:ext cx="505651" cy="830770"/>
          </a:xfrm>
          <a:custGeom>
            <a:avLst/>
            <a:gdLst/>
            <a:ahLst/>
            <a:cxnLst/>
            <a:rect l="l" t="t" r="r" b="b"/>
            <a:pathLst>
              <a:path w="547789" h="900001">
                <a:moveTo>
                  <a:pt x="216821" y="864381"/>
                </a:moveTo>
                <a:lnTo>
                  <a:pt x="331259" y="864381"/>
                </a:lnTo>
                <a:cubicBezTo>
                  <a:pt x="321114" y="885684"/>
                  <a:pt x="299249" y="900001"/>
                  <a:pt x="274040" y="900001"/>
                </a:cubicBezTo>
                <a:cubicBezTo>
                  <a:pt x="248831" y="900001"/>
                  <a:pt x="226966" y="885684"/>
                  <a:pt x="216821" y="864381"/>
                </a:cubicBezTo>
                <a:close/>
                <a:moveTo>
                  <a:pt x="165694" y="700075"/>
                </a:moveTo>
                <a:lnTo>
                  <a:pt x="382387" y="700075"/>
                </a:lnTo>
                <a:lnTo>
                  <a:pt x="382387" y="725473"/>
                </a:lnTo>
                <a:lnTo>
                  <a:pt x="394784" y="733077"/>
                </a:lnTo>
                <a:cubicBezTo>
                  <a:pt x="394784" y="736056"/>
                  <a:pt x="390262" y="738823"/>
                  <a:pt x="382387" y="740681"/>
                </a:cubicBezTo>
                <a:lnTo>
                  <a:pt x="382387" y="761473"/>
                </a:lnTo>
                <a:lnTo>
                  <a:pt x="394784" y="769077"/>
                </a:lnTo>
                <a:cubicBezTo>
                  <a:pt x="394784" y="772056"/>
                  <a:pt x="390262" y="774823"/>
                  <a:pt x="382387" y="776681"/>
                </a:cubicBezTo>
                <a:lnTo>
                  <a:pt x="382387" y="797473"/>
                </a:lnTo>
                <a:lnTo>
                  <a:pt x="394784" y="805077"/>
                </a:lnTo>
                <a:cubicBezTo>
                  <a:pt x="394784" y="808056"/>
                  <a:pt x="390262" y="810823"/>
                  <a:pt x="382387" y="812681"/>
                </a:cubicBezTo>
                <a:lnTo>
                  <a:pt x="382387" y="821518"/>
                </a:lnTo>
                <a:cubicBezTo>
                  <a:pt x="382387" y="838615"/>
                  <a:pt x="368527" y="852475"/>
                  <a:pt x="351430" y="852475"/>
                </a:cubicBezTo>
                <a:lnTo>
                  <a:pt x="196651" y="852475"/>
                </a:lnTo>
                <a:cubicBezTo>
                  <a:pt x="179554" y="852475"/>
                  <a:pt x="165694" y="838615"/>
                  <a:pt x="165694" y="821518"/>
                </a:cubicBezTo>
                <a:lnTo>
                  <a:pt x="165694" y="816868"/>
                </a:lnTo>
                <a:cubicBezTo>
                  <a:pt x="154130" y="813931"/>
                  <a:pt x="147134" y="809708"/>
                  <a:pt x="147134" y="805077"/>
                </a:cubicBezTo>
                <a:cubicBezTo>
                  <a:pt x="147134" y="800446"/>
                  <a:pt x="154130" y="796223"/>
                  <a:pt x="165694" y="793287"/>
                </a:cubicBezTo>
                <a:lnTo>
                  <a:pt x="165694" y="780868"/>
                </a:lnTo>
                <a:cubicBezTo>
                  <a:pt x="154130" y="777931"/>
                  <a:pt x="147134" y="773708"/>
                  <a:pt x="147134" y="769077"/>
                </a:cubicBezTo>
                <a:cubicBezTo>
                  <a:pt x="147134" y="764446"/>
                  <a:pt x="154130" y="760223"/>
                  <a:pt x="165694" y="757287"/>
                </a:cubicBezTo>
                <a:lnTo>
                  <a:pt x="165694" y="744868"/>
                </a:lnTo>
                <a:cubicBezTo>
                  <a:pt x="154130" y="741931"/>
                  <a:pt x="147134" y="737708"/>
                  <a:pt x="147134" y="733077"/>
                </a:cubicBezTo>
                <a:cubicBezTo>
                  <a:pt x="147134" y="728446"/>
                  <a:pt x="154130" y="724223"/>
                  <a:pt x="165694" y="721287"/>
                </a:cubicBezTo>
                <a:close/>
                <a:moveTo>
                  <a:pt x="143260" y="120766"/>
                </a:moveTo>
                <a:cubicBezTo>
                  <a:pt x="136457" y="118427"/>
                  <a:pt x="123975" y="121757"/>
                  <a:pt x="110085" y="135917"/>
                </a:cubicBezTo>
                <a:cubicBezTo>
                  <a:pt x="63253" y="171382"/>
                  <a:pt x="67935" y="268450"/>
                  <a:pt x="70935" y="271450"/>
                </a:cubicBezTo>
                <a:cubicBezTo>
                  <a:pt x="76935" y="271450"/>
                  <a:pt x="67584" y="185238"/>
                  <a:pt x="142372" y="139630"/>
                </a:cubicBezTo>
                <a:cubicBezTo>
                  <a:pt x="151191" y="131114"/>
                  <a:pt x="150064" y="123105"/>
                  <a:pt x="143260" y="120766"/>
                </a:cubicBezTo>
                <a:close/>
                <a:moveTo>
                  <a:pt x="274039" y="0"/>
                </a:moveTo>
                <a:cubicBezTo>
                  <a:pt x="425227" y="0"/>
                  <a:pt x="539058" y="106033"/>
                  <a:pt x="547789" y="236073"/>
                </a:cubicBezTo>
                <a:cubicBezTo>
                  <a:pt x="536415" y="448892"/>
                  <a:pt x="418617" y="491375"/>
                  <a:pt x="397864" y="651656"/>
                </a:cubicBezTo>
                <a:cubicBezTo>
                  <a:pt x="397864" y="669192"/>
                  <a:pt x="383649" y="683407"/>
                  <a:pt x="366113" y="683407"/>
                </a:cubicBezTo>
                <a:lnTo>
                  <a:pt x="181965" y="683407"/>
                </a:lnTo>
                <a:cubicBezTo>
                  <a:pt x="164429" y="683407"/>
                  <a:pt x="150214" y="669192"/>
                  <a:pt x="150214" y="651656"/>
                </a:cubicBezTo>
                <a:cubicBezTo>
                  <a:pt x="121670" y="501222"/>
                  <a:pt x="-6886" y="379364"/>
                  <a:pt x="289" y="236073"/>
                </a:cubicBezTo>
                <a:cubicBezTo>
                  <a:pt x="289" y="105693"/>
                  <a:pt x="122851" y="0"/>
                  <a:pt x="27403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pic>
        <p:nvPicPr>
          <p:cNvPr id="6" name="グラフィックス 5">
            <a:extLst>
              <a:ext uri="{FF2B5EF4-FFF2-40B4-BE49-F238E27FC236}">
                <a16:creationId xmlns:a16="http://schemas.microsoft.com/office/drawing/2014/main" id="{55514DF3-53E9-4AD4-8FA0-C7565AAA84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965409" y="5298058"/>
            <a:ext cx="554040" cy="554040"/>
          </a:xfrm>
          <a:prstGeom prst="rect">
            <a:avLst/>
          </a:prstGeom>
        </p:spPr>
      </p:pic>
    </p:spTree>
    <p:extLst>
      <p:ext uri="{BB962C8B-B14F-4D97-AF65-F5344CB8AC3E}">
        <p14:creationId xmlns:p14="http://schemas.microsoft.com/office/powerpoint/2010/main" val="11400849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2" name="オブジェクト 31"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2" name="オブジェクト 31"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US" altLang="ja-JP"/>
              <a:t>Education / Talent</a:t>
            </a:r>
          </a:p>
        </p:txBody>
      </p:sp>
      <p:sp>
        <p:nvSpPr>
          <p:cNvPr id="3" name="フッター プレースホルダー 2"/>
          <p:cNvSpPr>
            <a:spLocks noGrp="1"/>
          </p:cNvSpPr>
          <p:nvPr>
            <p:ph type="ftr" sz="quarter" idx="4294967295"/>
          </p:nvPr>
        </p:nvSpPr>
        <p:spPr bwMode="gray"/>
        <p:txBody>
          <a:bodyPr/>
          <a:lstStyle/>
          <a:p>
            <a:r>
              <a:rPr lang="en-GB" altLang="en-GB"/>
              <a:t>Icons</a:t>
            </a:r>
          </a:p>
        </p:txBody>
      </p:sp>
      <p:sp>
        <p:nvSpPr>
          <p:cNvPr id="4" name="スライド番号プレースホルダー 3"/>
          <p:cNvSpPr>
            <a:spLocks noGrp="1"/>
          </p:cNvSpPr>
          <p:nvPr>
            <p:ph type="sldNum" sz="quarter" idx="4294967295"/>
          </p:nvPr>
        </p:nvSpPr>
        <p:spPr bwMode="gray"/>
        <p:txBody>
          <a:bodyPr/>
          <a:lstStyle/>
          <a:p>
            <a:fld id="{AA5FCFE5-FE56-4EF1-80A8-07776887C2A1}" type="slidenum">
              <a:rPr lang="ja-JP" altLang="en-US" smtClean="0"/>
              <a:pPr/>
              <a:t>28</a:t>
            </a:fld>
            <a:endParaRPr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2" name="角丸四角形 1"/>
          <p:cNvSpPr>
            <a:spLocks noChangeAspect="1"/>
          </p:cNvSpPr>
          <p:nvPr/>
        </p:nvSpPr>
        <p:spPr bwMode="gray">
          <a:xfrm>
            <a:off x="3977050" y="3012721"/>
            <a:ext cx="339860" cy="830769"/>
          </a:xfrm>
          <a:custGeom>
            <a:avLst/>
            <a:gdLst/>
            <a:ahLst/>
            <a:cxnLst/>
            <a:rect l="l" t="t" r="r" b="b"/>
            <a:pathLst>
              <a:path w="431603" h="900000">
                <a:moveTo>
                  <a:pt x="54720" y="696168"/>
                </a:moveTo>
                <a:lnTo>
                  <a:pt x="54720" y="790860"/>
                </a:lnTo>
                <a:lnTo>
                  <a:pt x="376883" y="790860"/>
                </a:lnTo>
                <a:lnTo>
                  <a:pt x="376883" y="696168"/>
                </a:lnTo>
                <a:close/>
                <a:moveTo>
                  <a:pt x="54720" y="552512"/>
                </a:moveTo>
                <a:lnTo>
                  <a:pt x="54720" y="647203"/>
                </a:lnTo>
                <a:lnTo>
                  <a:pt x="376883" y="647203"/>
                </a:lnTo>
                <a:lnTo>
                  <a:pt x="376883" y="552512"/>
                </a:lnTo>
                <a:close/>
                <a:moveTo>
                  <a:pt x="54720" y="408856"/>
                </a:moveTo>
                <a:lnTo>
                  <a:pt x="54720" y="503547"/>
                </a:lnTo>
                <a:lnTo>
                  <a:pt x="376883" y="503547"/>
                </a:lnTo>
                <a:lnTo>
                  <a:pt x="376883" y="408856"/>
                </a:lnTo>
                <a:close/>
                <a:moveTo>
                  <a:pt x="54720" y="265200"/>
                </a:moveTo>
                <a:lnTo>
                  <a:pt x="54720" y="359891"/>
                </a:lnTo>
                <a:lnTo>
                  <a:pt x="376883" y="359891"/>
                </a:lnTo>
                <a:lnTo>
                  <a:pt x="376883" y="265200"/>
                </a:lnTo>
                <a:close/>
                <a:moveTo>
                  <a:pt x="54720" y="121544"/>
                </a:moveTo>
                <a:lnTo>
                  <a:pt x="54720" y="216235"/>
                </a:lnTo>
                <a:lnTo>
                  <a:pt x="376883" y="216235"/>
                </a:lnTo>
                <a:lnTo>
                  <a:pt x="376883" y="121544"/>
                </a:lnTo>
                <a:close/>
                <a:moveTo>
                  <a:pt x="27360" y="0"/>
                </a:moveTo>
                <a:cubicBezTo>
                  <a:pt x="42471" y="0"/>
                  <a:pt x="54720" y="12249"/>
                  <a:pt x="54720" y="27360"/>
                </a:cubicBezTo>
                <a:lnTo>
                  <a:pt x="54720" y="72579"/>
                </a:lnTo>
                <a:lnTo>
                  <a:pt x="376883" y="72579"/>
                </a:lnTo>
                <a:lnTo>
                  <a:pt x="376883" y="27360"/>
                </a:lnTo>
                <a:cubicBezTo>
                  <a:pt x="376883" y="12249"/>
                  <a:pt x="389132" y="0"/>
                  <a:pt x="404243" y="0"/>
                </a:cubicBezTo>
                <a:cubicBezTo>
                  <a:pt x="419354" y="0"/>
                  <a:pt x="431603" y="12249"/>
                  <a:pt x="431603" y="27360"/>
                </a:cubicBezTo>
                <a:lnTo>
                  <a:pt x="431603" y="872640"/>
                </a:lnTo>
                <a:cubicBezTo>
                  <a:pt x="431603" y="887751"/>
                  <a:pt x="419354" y="900000"/>
                  <a:pt x="404243" y="900000"/>
                </a:cubicBezTo>
                <a:cubicBezTo>
                  <a:pt x="389132" y="900000"/>
                  <a:pt x="376883" y="887751"/>
                  <a:pt x="376883" y="872640"/>
                </a:cubicBezTo>
                <a:lnTo>
                  <a:pt x="376883" y="839825"/>
                </a:lnTo>
                <a:lnTo>
                  <a:pt x="54720" y="839825"/>
                </a:lnTo>
                <a:lnTo>
                  <a:pt x="54720" y="872640"/>
                </a:lnTo>
                <a:cubicBezTo>
                  <a:pt x="54720" y="887751"/>
                  <a:pt x="42471" y="900000"/>
                  <a:pt x="27360" y="900000"/>
                </a:cubicBezTo>
                <a:cubicBezTo>
                  <a:pt x="12249" y="900000"/>
                  <a:pt x="0" y="887751"/>
                  <a:pt x="0" y="872640"/>
                </a:cubicBezTo>
                <a:lnTo>
                  <a:pt x="0" y="27360"/>
                </a:lnTo>
                <a:cubicBezTo>
                  <a:pt x="0" y="12249"/>
                  <a:pt x="12249" y="0"/>
                  <a:pt x="27360" y="0"/>
                </a:cubicBez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4" name="角丸四角形 6"/>
          <p:cNvSpPr>
            <a:spLocks noChangeAspect="1"/>
          </p:cNvSpPr>
          <p:nvPr/>
        </p:nvSpPr>
        <p:spPr bwMode="gray">
          <a:xfrm>
            <a:off x="5161430" y="1708157"/>
            <a:ext cx="578215" cy="829626"/>
          </a:xfrm>
          <a:custGeom>
            <a:avLst/>
            <a:gdLst>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9146 w 699317"/>
              <a:gd name="connsiteY18" fmla="*/ 478026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3828 w 699317"/>
              <a:gd name="connsiteY18" fmla="*/ 480407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9144 w 699317"/>
              <a:gd name="connsiteY18" fmla="*/ 480407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1169 w 699317"/>
              <a:gd name="connsiteY18" fmla="*/ 406589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574028 w 699317"/>
              <a:gd name="connsiteY16" fmla="*/ 183090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99317" h="898762">
                <a:moveTo>
                  <a:pt x="158188" y="842763"/>
                </a:moveTo>
                <a:lnTo>
                  <a:pt x="399368" y="842763"/>
                </a:lnTo>
                <a:lnTo>
                  <a:pt x="399254" y="843139"/>
                </a:lnTo>
                <a:lnTo>
                  <a:pt x="533790" y="843139"/>
                </a:lnTo>
                <a:cubicBezTo>
                  <a:pt x="549149" y="843139"/>
                  <a:pt x="561600" y="855590"/>
                  <a:pt x="561600" y="870949"/>
                </a:cubicBezTo>
                <a:cubicBezTo>
                  <a:pt x="561600" y="886308"/>
                  <a:pt x="549149" y="898759"/>
                  <a:pt x="533790" y="898759"/>
                </a:cubicBezTo>
                <a:lnTo>
                  <a:pt x="278801" y="898759"/>
                </a:lnTo>
                <a:cubicBezTo>
                  <a:pt x="278793" y="898762"/>
                  <a:pt x="278786" y="898762"/>
                  <a:pt x="278778" y="898762"/>
                </a:cubicBezTo>
                <a:lnTo>
                  <a:pt x="278756" y="898759"/>
                </a:lnTo>
                <a:lnTo>
                  <a:pt x="27810" y="898759"/>
                </a:lnTo>
                <a:cubicBezTo>
                  <a:pt x="12451" y="898759"/>
                  <a:pt x="0" y="886308"/>
                  <a:pt x="0" y="870949"/>
                </a:cubicBezTo>
                <a:cubicBezTo>
                  <a:pt x="0" y="855590"/>
                  <a:pt x="12451" y="843139"/>
                  <a:pt x="27810" y="843139"/>
                </a:cubicBezTo>
                <a:lnTo>
                  <a:pt x="158302" y="843139"/>
                </a:lnTo>
                <a:lnTo>
                  <a:pt x="158188" y="842763"/>
                </a:lnTo>
                <a:close/>
                <a:moveTo>
                  <a:pt x="291874" y="0"/>
                </a:moveTo>
                <a:lnTo>
                  <a:pt x="449022" y="122705"/>
                </a:lnTo>
                <a:cubicBezTo>
                  <a:pt x="516374" y="84519"/>
                  <a:pt x="598491" y="116728"/>
                  <a:pt x="608589" y="121178"/>
                </a:cubicBezTo>
                <a:cubicBezTo>
                  <a:pt x="638832" y="142893"/>
                  <a:pt x="669074" y="178893"/>
                  <a:pt x="699317" y="207751"/>
                </a:cubicBezTo>
                <a:lnTo>
                  <a:pt x="391169" y="478026"/>
                </a:lnTo>
                <a:cubicBezTo>
                  <a:pt x="364471" y="448374"/>
                  <a:pt x="321823" y="416342"/>
                  <a:pt x="295125" y="386690"/>
                </a:cubicBezTo>
                <a:cubicBezTo>
                  <a:pt x="266132" y="326486"/>
                  <a:pt x="301141" y="283853"/>
                  <a:pt x="298856" y="245019"/>
                </a:cubicBezTo>
                <a:lnTo>
                  <a:pt x="292597" y="239901"/>
                </a:lnTo>
                <a:lnTo>
                  <a:pt x="96546" y="393073"/>
                </a:lnTo>
                <a:lnTo>
                  <a:pt x="307136" y="730086"/>
                </a:lnTo>
                <a:cubicBezTo>
                  <a:pt x="365299" y="737043"/>
                  <a:pt x="408556" y="771426"/>
                  <a:pt x="408556" y="812522"/>
                </a:cubicBezTo>
                <a:cubicBezTo>
                  <a:pt x="408520" y="812642"/>
                  <a:pt x="408483" y="812763"/>
                  <a:pt x="408447" y="812883"/>
                </a:cubicBezTo>
                <a:lnTo>
                  <a:pt x="149110" y="812883"/>
                </a:lnTo>
                <a:cubicBezTo>
                  <a:pt x="149001" y="812763"/>
                  <a:pt x="149000" y="812643"/>
                  <a:pt x="149000" y="812522"/>
                </a:cubicBezTo>
                <a:cubicBezTo>
                  <a:pt x="149000" y="773390"/>
                  <a:pt x="188221" y="740346"/>
                  <a:pt x="242236" y="731184"/>
                </a:cubicBezTo>
                <a:lnTo>
                  <a:pt x="43899" y="413778"/>
                </a:lnTo>
                <a:lnTo>
                  <a:pt x="42763" y="406991"/>
                </a:lnTo>
                <a:cubicBezTo>
                  <a:pt x="40126" y="407059"/>
                  <a:pt x="38703" y="405606"/>
                  <a:pt x="37426" y="403972"/>
                </a:cubicBezTo>
                <a:cubicBezTo>
                  <a:pt x="27970" y="391869"/>
                  <a:pt x="30116" y="374392"/>
                  <a:pt x="42219" y="364936"/>
                </a:cubicBezTo>
                <a:lnTo>
                  <a:pt x="252336" y="200774"/>
                </a:lnTo>
                <a:lnTo>
                  <a:pt x="160905" y="111919"/>
                </a:lnTo>
                <a:lnTo>
                  <a:pt x="291874" y="0"/>
                </a:ln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角丸四角形 13"/>
          <p:cNvSpPr>
            <a:spLocks noChangeAspect="1"/>
          </p:cNvSpPr>
          <p:nvPr/>
        </p:nvSpPr>
        <p:spPr bwMode="gray">
          <a:xfrm>
            <a:off x="2374657" y="4425505"/>
            <a:ext cx="830291" cy="768097"/>
          </a:xfrm>
          <a:custGeom>
            <a:avLst/>
            <a:gdLst/>
            <a:ahLst/>
            <a:cxnLst/>
            <a:rect l="l" t="t" r="r" b="b"/>
            <a:pathLst>
              <a:path w="899482" h="832105">
                <a:moveTo>
                  <a:pt x="12954" y="768097"/>
                </a:moveTo>
                <a:lnTo>
                  <a:pt x="513466" y="768097"/>
                </a:lnTo>
                <a:cubicBezTo>
                  <a:pt x="520620" y="768097"/>
                  <a:pt x="526420" y="773897"/>
                  <a:pt x="526420" y="781051"/>
                </a:cubicBezTo>
                <a:lnTo>
                  <a:pt x="526420" y="819151"/>
                </a:lnTo>
                <a:cubicBezTo>
                  <a:pt x="526420" y="826305"/>
                  <a:pt x="520620" y="832105"/>
                  <a:pt x="513466" y="832105"/>
                </a:cubicBezTo>
                <a:lnTo>
                  <a:pt x="12954" y="832105"/>
                </a:lnTo>
                <a:cubicBezTo>
                  <a:pt x="5800" y="832105"/>
                  <a:pt x="0" y="826305"/>
                  <a:pt x="0" y="819151"/>
                </a:cubicBezTo>
                <a:lnTo>
                  <a:pt x="0" y="781051"/>
                </a:lnTo>
                <a:cubicBezTo>
                  <a:pt x="0" y="773897"/>
                  <a:pt x="5800" y="768097"/>
                  <a:pt x="12954" y="768097"/>
                </a:cubicBezTo>
                <a:close/>
                <a:moveTo>
                  <a:pt x="105734" y="684136"/>
                </a:moveTo>
                <a:lnTo>
                  <a:pt x="420687" y="684136"/>
                </a:lnTo>
                <a:cubicBezTo>
                  <a:pt x="435115" y="684136"/>
                  <a:pt x="446811" y="695832"/>
                  <a:pt x="446811" y="710260"/>
                </a:cubicBezTo>
                <a:cubicBezTo>
                  <a:pt x="446811" y="718968"/>
                  <a:pt x="446810" y="727675"/>
                  <a:pt x="446810" y="736383"/>
                </a:cubicBezTo>
                <a:lnTo>
                  <a:pt x="79610" y="736383"/>
                </a:lnTo>
                <a:lnTo>
                  <a:pt x="79610" y="710260"/>
                </a:lnTo>
                <a:cubicBezTo>
                  <a:pt x="79610" y="695832"/>
                  <a:pt x="91306" y="684136"/>
                  <a:pt x="105734" y="684136"/>
                </a:cubicBezTo>
                <a:close/>
                <a:moveTo>
                  <a:pt x="112107" y="292505"/>
                </a:moveTo>
                <a:cubicBezTo>
                  <a:pt x="119101" y="292261"/>
                  <a:pt x="126188" y="294685"/>
                  <a:pt x="131711" y="299835"/>
                </a:cubicBezTo>
                <a:lnTo>
                  <a:pt x="266194" y="425242"/>
                </a:lnTo>
                <a:cubicBezTo>
                  <a:pt x="277240" y="435542"/>
                  <a:pt x="277844" y="452846"/>
                  <a:pt x="267544" y="463891"/>
                </a:cubicBezTo>
                <a:lnTo>
                  <a:pt x="256825" y="475386"/>
                </a:lnTo>
                <a:cubicBezTo>
                  <a:pt x="246525" y="486432"/>
                  <a:pt x="229221" y="487036"/>
                  <a:pt x="218175" y="476736"/>
                </a:cubicBezTo>
                <a:lnTo>
                  <a:pt x="83693" y="351329"/>
                </a:lnTo>
                <a:cubicBezTo>
                  <a:pt x="72647" y="341028"/>
                  <a:pt x="72043" y="323725"/>
                  <a:pt x="82343" y="312679"/>
                </a:cubicBezTo>
                <a:lnTo>
                  <a:pt x="93062" y="301184"/>
                </a:lnTo>
                <a:cubicBezTo>
                  <a:pt x="98212" y="295662"/>
                  <a:pt x="105113" y="292749"/>
                  <a:pt x="112107" y="292505"/>
                </a:cubicBezTo>
                <a:close/>
                <a:moveTo>
                  <a:pt x="424478" y="291528"/>
                </a:moveTo>
                <a:lnTo>
                  <a:pt x="890191" y="725812"/>
                </a:lnTo>
                <a:cubicBezTo>
                  <a:pt x="901993" y="736817"/>
                  <a:pt x="902638" y="755305"/>
                  <a:pt x="891633" y="767107"/>
                </a:cubicBezTo>
                <a:lnTo>
                  <a:pt x="873887" y="786137"/>
                </a:lnTo>
                <a:cubicBezTo>
                  <a:pt x="862882" y="797939"/>
                  <a:pt x="844394" y="798585"/>
                  <a:pt x="832592" y="787580"/>
                </a:cubicBezTo>
                <a:lnTo>
                  <a:pt x="366879" y="353295"/>
                </a:lnTo>
                <a:close/>
                <a:moveTo>
                  <a:pt x="340084" y="80002"/>
                </a:moveTo>
                <a:lnTo>
                  <a:pt x="472070" y="203081"/>
                </a:lnTo>
                <a:lnTo>
                  <a:pt x="283114" y="405712"/>
                </a:lnTo>
                <a:lnTo>
                  <a:pt x="151128" y="282633"/>
                </a:lnTo>
                <a:close/>
                <a:moveTo>
                  <a:pt x="385952" y="16"/>
                </a:moveTo>
                <a:cubicBezTo>
                  <a:pt x="392946" y="-228"/>
                  <a:pt x="400033" y="2196"/>
                  <a:pt x="405556" y="7346"/>
                </a:cubicBezTo>
                <a:lnTo>
                  <a:pt x="540039" y="132753"/>
                </a:lnTo>
                <a:cubicBezTo>
                  <a:pt x="551085" y="143053"/>
                  <a:pt x="551689" y="160357"/>
                  <a:pt x="541389" y="171402"/>
                </a:cubicBezTo>
                <a:lnTo>
                  <a:pt x="530670" y="182897"/>
                </a:lnTo>
                <a:cubicBezTo>
                  <a:pt x="520370" y="193943"/>
                  <a:pt x="503066" y="194547"/>
                  <a:pt x="492020" y="184247"/>
                </a:cubicBezTo>
                <a:lnTo>
                  <a:pt x="357538" y="58840"/>
                </a:lnTo>
                <a:cubicBezTo>
                  <a:pt x="346492" y="48539"/>
                  <a:pt x="345888" y="31236"/>
                  <a:pt x="356188" y="20190"/>
                </a:cubicBezTo>
                <a:lnTo>
                  <a:pt x="366907" y="8695"/>
                </a:lnTo>
                <a:cubicBezTo>
                  <a:pt x="372057" y="3173"/>
                  <a:pt x="378958" y="260"/>
                  <a:pt x="385952" y="16"/>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6" name="正方形/長方形 26"/>
          <p:cNvSpPr>
            <a:spLocks noChangeAspect="1"/>
          </p:cNvSpPr>
          <p:nvPr/>
        </p:nvSpPr>
        <p:spPr bwMode="gray">
          <a:xfrm>
            <a:off x="799254" y="1931893"/>
            <a:ext cx="830769" cy="382154"/>
          </a:xfrm>
          <a:custGeom>
            <a:avLst/>
            <a:gdLst/>
            <a:ahLst/>
            <a:cxnLst/>
            <a:rect l="l" t="t" r="r" b="b"/>
            <a:pathLst>
              <a:path w="1152000" h="459304">
                <a:moveTo>
                  <a:pt x="576000" y="0"/>
                </a:moveTo>
                <a:lnTo>
                  <a:pt x="1152000" y="180000"/>
                </a:lnTo>
                <a:lnTo>
                  <a:pt x="1019254" y="221483"/>
                </a:lnTo>
                <a:lnTo>
                  <a:pt x="1019254" y="272522"/>
                </a:lnTo>
                <a:cubicBezTo>
                  <a:pt x="1031138" y="275134"/>
                  <a:pt x="1038784" y="286047"/>
                  <a:pt x="1038784" y="298747"/>
                </a:cubicBezTo>
                <a:cubicBezTo>
                  <a:pt x="1038784" y="308235"/>
                  <a:pt x="1034517" y="316726"/>
                  <a:pt x="1027189" y="321686"/>
                </a:cubicBezTo>
                <a:lnTo>
                  <a:pt x="1050925" y="459304"/>
                </a:lnTo>
                <a:lnTo>
                  <a:pt x="964724" y="459304"/>
                </a:lnTo>
                <a:lnTo>
                  <a:pt x="988460" y="321686"/>
                </a:lnTo>
                <a:cubicBezTo>
                  <a:pt x="981132" y="316726"/>
                  <a:pt x="976864" y="308235"/>
                  <a:pt x="976864" y="298747"/>
                </a:cubicBezTo>
                <a:cubicBezTo>
                  <a:pt x="976864" y="286047"/>
                  <a:pt x="984510" y="275134"/>
                  <a:pt x="996394" y="272522"/>
                </a:cubicBezTo>
                <a:lnTo>
                  <a:pt x="996394" y="228627"/>
                </a:lnTo>
                <a:lnTo>
                  <a:pt x="911755" y="255077"/>
                </a:lnTo>
                <a:lnTo>
                  <a:pt x="911755" y="371110"/>
                </a:lnTo>
                <a:lnTo>
                  <a:pt x="829276" y="361329"/>
                </a:lnTo>
                <a:cubicBezTo>
                  <a:pt x="723263" y="361329"/>
                  <a:pt x="631454" y="397046"/>
                  <a:pt x="587552" y="449732"/>
                </a:cubicBezTo>
                <a:lnTo>
                  <a:pt x="564449" y="449732"/>
                </a:lnTo>
                <a:cubicBezTo>
                  <a:pt x="520548" y="397046"/>
                  <a:pt x="428738" y="361328"/>
                  <a:pt x="322724" y="361328"/>
                </a:cubicBezTo>
                <a:cubicBezTo>
                  <a:pt x="293813" y="361328"/>
                  <a:pt x="265958" y="363984"/>
                  <a:pt x="240244" y="371109"/>
                </a:cubicBezTo>
                <a:lnTo>
                  <a:pt x="240244" y="255076"/>
                </a:lnTo>
                <a:lnTo>
                  <a:pt x="0" y="180000"/>
                </a:lnTo>
                <a:close/>
              </a:path>
            </a:pathLst>
          </a:custGeom>
          <a:solidFill>
            <a:schemeClr val="accent5"/>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7" name="円/楕円 49"/>
          <p:cNvSpPr>
            <a:spLocks noChangeAspect="1"/>
          </p:cNvSpPr>
          <p:nvPr/>
        </p:nvSpPr>
        <p:spPr bwMode="gray">
          <a:xfrm>
            <a:off x="6454778" y="1707694"/>
            <a:ext cx="830349" cy="830554"/>
          </a:xfrm>
          <a:custGeom>
            <a:avLst/>
            <a:gdLst/>
            <a:ahLst/>
            <a:cxnLst/>
            <a:rect l="l" t="t" r="r" b="b"/>
            <a:pathLst>
              <a:path w="899545" h="899767">
                <a:moveTo>
                  <a:pt x="288179" y="81232"/>
                </a:moveTo>
                <a:cubicBezTo>
                  <a:pt x="172986" y="81232"/>
                  <a:pt x="79603" y="174615"/>
                  <a:pt x="79603" y="289808"/>
                </a:cubicBezTo>
                <a:cubicBezTo>
                  <a:pt x="79603" y="405001"/>
                  <a:pt x="172986" y="498384"/>
                  <a:pt x="288179" y="498384"/>
                </a:cubicBezTo>
                <a:cubicBezTo>
                  <a:pt x="403372" y="498384"/>
                  <a:pt x="496755" y="405001"/>
                  <a:pt x="496755" y="289808"/>
                </a:cubicBezTo>
                <a:cubicBezTo>
                  <a:pt x="496755" y="174615"/>
                  <a:pt x="403372" y="81232"/>
                  <a:pt x="288179" y="81232"/>
                </a:cubicBezTo>
                <a:close/>
                <a:moveTo>
                  <a:pt x="289846" y="0"/>
                </a:moveTo>
                <a:cubicBezTo>
                  <a:pt x="449924" y="0"/>
                  <a:pt x="579692" y="129768"/>
                  <a:pt x="579692" y="289846"/>
                </a:cubicBezTo>
                <a:cubicBezTo>
                  <a:pt x="579692" y="336962"/>
                  <a:pt x="568450" y="381452"/>
                  <a:pt x="547389" y="420216"/>
                </a:cubicBezTo>
                <a:lnTo>
                  <a:pt x="899545" y="772371"/>
                </a:lnTo>
                <a:cubicBezTo>
                  <a:pt x="925670" y="798497"/>
                  <a:pt x="925670" y="840855"/>
                  <a:pt x="899545" y="866981"/>
                </a:cubicBezTo>
                <a:lnTo>
                  <a:pt x="866758" y="899767"/>
                </a:lnTo>
                <a:cubicBezTo>
                  <a:pt x="840633" y="925893"/>
                  <a:pt x="798274" y="925893"/>
                  <a:pt x="772149" y="899767"/>
                </a:cubicBezTo>
                <a:lnTo>
                  <a:pt x="419928" y="547546"/>
                </a:lnTo>
                <a:cubicBezTo>
                  <a:pt x="381230" y="568506"/>
                  <a:pt x="336845" y="579692"/>
                  <a:pt x="289846" y="579692"/>
                </a:cubicBezTo>
                <a:cubicBezTo>
                  <a:pt x="129768" y="579692"/>
                  <a:pt x="0" y="449924"/>
                  <a:pt x="0" y="289846"/>
                </a:cubicBezTo>
                <a:cubicBezTo>
                  <a:pt x="0" y="129768"/>
                  <a:pt x="129768" y="0"/>
                  <a:pt x="289846"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8" name="正方形/長方形 228"/>
          <p:cNvSpPr>
            <a:spLocks noChangeAspect="1"/>
          </p:cNvSpPr>
          <p:nvPr/>
        </p:nvSpPr>
        <p:spPr bwMode="gray">
          <a:xfrm>
            <a:off x="8000259" y="1965570"/>
            <a:ext cx="830922" cy="314803"/>
          </a:xfrm>
          <a:custGeom>
            <a:avLst/>
            <a:gdLst/>
            <a:ahLst/>
            <a:cxnLst/>
            <a:rect l="l" t="t" r="r" b="b"/>
            <a:pathLst>
              <a:path w="900165" h="341037">
                <a:moveTo>
                  <a:pt x="434204" y="35467"/>
                </a:moveTo>
                <a:cubicBezTo>
                  <a:pt x="395424" y="35467"/>
                  <a:pt x="363987" y="66904"/>
                  <a:pt x="363987" y="105684"/>
                </a:cubicBezTo>
                <a:cubicBezTo>
                  <a:pt x="363987" y="144464"/>
                  <a:pt x="395424" y="175901"/>
                  <a:pt x="434204" y="175901"/>
                </a:cubicBezTo>
                <a:cubicBezTo>
                  <a:pt x="472984" y="175901"/>
                  <a:pt x="504421" y="144464"/>
                  <a:pt x="504421" y="105684"/>
                </a:cubicBezTo>
                <a:cubicBezTo>
                  <a:pt x="504421" y="66904"/>
                  <a:pt x="472984" y="35467"/>
                  <a:pt x="434204" y="35467"/>
                </a:cubicBezTo>
                <a:close/>
                <a:moveTo>
                  <a:pt x="857683" y="14875"/>
                </a:moveTo>
                <a:cubicBezTo>
                  <a:pt x="881145" y="14875"/>
                  <a:pt x="900165" y="56628"/>
                  <a:pt x="900165" y="108134"/>
                </a:cubicBezTo>
                <a:cubicBezTo>
                  <a:pt x="900165" y="159640"/>
                  <a:pt x="881145" y="201393"/>
                  <a:pt x="857683" y="201393"/>
                </a:cubicBezTo>
                <a:cubicBezTo>
                  <a:pt x="834221" y="201393"/>
                  <a:pt x="815201" y="159640"/>
                  <a:pt x="815201" y="108134"/>
                </a:cubicBezTo>
                <a:cubicBezTo>
                  <a:pt x="815201" y="56628"/>
                  <a:pt x="834221" y="14875"/>
                  <a:pt x="857683" y="14875"/>
                </a:cubicBezTo>
                <a:close/>
                <a:moveTo>
                  <a:pt x="515114" y="10111"/>
                </a:moveTo>
                <a:lnTo>
                  <a:pt x="818042" y="10111"/>
                </a:lnTo>
                <a:lnTo>
                  <a:pt x="818042" y="13912"/>
                </a:lnTo>
                <a:cubicBezTo>
                  <a:pt x="800081" y="34591"/>
                  <a:pt x="789282" y="69173"/>
                  <a:pt x="789282" y="108134"/>
                </a:cubicBezTo>
                <a:cubicBezTo>
                  <a:pt x="789282" y="147096"/>
                  <a:pt x="800081" y="181677"/>
                  <a:pt x="818042" y="202357"/>
                </a:cubicBezTo>
                <a:lnTo>
                  <a:pt x="818042" y="204212"/>
                </a:lnTo>
                <a:lnTo>
                  <a:pt x="510734" y="204212"/>
                </a:lnTo>
                <a:cubicBezTo>
                  <a:pt x="541826" y="182635"/>
                  <a:pt x="561015" y="146401"/>
                  <a:pt x="561015" y="105685"/>
                </a:cubicBezTo>
                <a:cubicBezTo>
                  <a:pt x="561015" y="66887"/>
                  <a:pt x="543591" y="32159"/>
                  <a:pt x="515114" y="10111"/>
                </a:cubicBezTo>
                <a:close/>
                <a:moveTo>
                  <a:pt x="42481" y="10111"/>
                </a:moveTo>
                <a:lnTo>
                  <a:pt x="42482" y="10111"/>
                </a:lnTo>
                <a:lnTo>
                  <a:pt x="353297" y="10111"/>
                </a:lnTo>
                <a:cubicBezTo>
                  <a:pt x="324819" y="32159"/>
                  <a:pt x="307395" y="66887"/>
                  <a:pt x="307395" y="105685"/>
                </a:cubicBezTo>
                <a:cubicBezTo>
                  <a:pt x="307395" y="146401"/>
                  <a:pt x="326584" y="182635"/>
                  <a:pt x="357676" y="204212"/>
                </a:cubicBezTo>
                <a:lnTo>
                  <a:pt x="43129" y="204212"/>
                </a:lnTo>
                <a:cubicBezTo>
                  <a:pt x="42921" y="204507"/>
                  <a:pt x="42702" y="204511"/>
                  <a:pt x="42482" y="204511"/>
                </a:cubicBezTo>
                <a:cubicBezTo>
                  <a:pt x="19020" y="204511"/>
                  <a:pt x="0" y="160993"/>
                  <a:pt x="0" y="107311"/>
                </a:cubicBezTo>
                <a:cubicBezTo>
                  <a:pt x="0" y="53630"/>
                  <a:pt x="19019" y="10112"/>
                  <a:pt x="42481" y="10112"/>
                </a:cubicBezTo>
                <a:close/>
                <a:moveTo>
                  <a:pt x="434205" y="0"/>
                </a:moveTo>
                <a:cubicBezTo>
                  <a:pt x="492573" y="0"/>
                  <a:pt x="539890" y="47317"/>
                  <a:pt x="539890" y="105685"/>
                </a:cubicBezTo>
                <a:cubicBezTo>
                  <a:pt x="539890" y="143895"/>
                  <a:pt x="519613" y="177368"/>
                  <a:pt x="488266" y="194352"/>
                </a:cubicBezTo>
                <a:lnTo>
                  <a:pt x="488266" y="341037"/>
                </a:lnTo>
                <a:lnTo>
                  <a:pt x="484793" y="341037"/>
                </a:lnTo>
                <a:lnTo>
                  <a:pt x="434205" y="288114"/>
                </a:lnTo>
                <a:lnTo>
                  <a:pt x="383617" y="341037"/>
                </a:lnTo>
                <a:lnTo>
                  <a:pt x="380143" y="341037"/>
                </a:lnTo>
                <a:lnTo>
                  <a:pt x="380143" y="194351"/>
                </a:lnTo>
                <a:cubicBezTo>
                  <a:pt x="348797" y="177368"/>
                  <a:pt x="328520" y="143894"/>
                  <a:pt x="328520" y="105685"/>
                </a:cubicBezTo>
                <a:cubicBezTo>
                  <a:pt x="328520" y="47317"/>
                  <a:pt x="375837" y="0"/>
                  <a:pt x="434205"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片側の 2 つの角を丸めた四角形 28"/>
          <p:cNvSpPr>
            <a:spLocks noChangeAspect="1"/>
          </p:cNvSpPr>
          <p:nvPr/>
        </p:nvSpPr>
        <p:spPr bwMode="gray">
          <a:xfrm>
            <a:off x="8249565" y="3012721"/>
            <a:ext cx="332308" cy="830769"/>
          </a:xfrm>
          <a:custGeom>
            <a:avLst/>
            <a:gdLst/>
            <a:ahLst/>
            <a:cxnLst/>
            <a:rect l="l" t="t" r="r" b="b"/>
            <a:pathLst>
              <a:path w="360000" h="900000">
                <a:moveTo>
                  <a:pt x="40950" y="0"/>
                </a:moveTo>
                <a:lnTo>
                  <a:pt x="319050" y="0"/>
                </a:lnTo>
                <a:cubicBezTo>
                  <a:pt x="341666" y="0"/>
                  <a:pt x="360000" y="18334"/>
                  <a:pt x="360000" y="40950"/>
                </a:cubicBezTo>
                <a:lnTo>
                  <a:pt x="360000" y="900000"/>
                </a:lnTo>
                <a:lnTo>
                  <a:pt x="357607" y="900000"/>
                </a:lnTo>
                <a:lnTo>
                  <a:pt x="180000" y="720861"/>
                </a:lnTo>
                <a:lnTo>
                  <a:pt x="2393" y="900000"/>
                </a:lnTo>
                <a:lnTo>
                  <a:pt x="0" y="900000"/>
                </a:lnTo>
                <a:lnTo>
                  <a:pt x="0" y="40950"/>
                </a:lnTo>
                <a:cubicBezTo>
                  <a:pt x="0" y="18334"/>
                  <a:pt x="18334" y="0"/>
                  <a:pt x="4095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1" name="片側の 2 つの角を丸めた四角形 28"/>
          <p:cNvSpPr>
            <a:spLocks noChangeAspect="1"/>
          </p:cNvSpPr>
          <p:nvPr/>
        </p:nvSpPr>
        <p:spPr bwMode="gray">
          <a:xfrm>
            <a:off x="6911485" y="3012267"/>
            <a:ext cx="456181" cy="831676"/>
          </a:xfrm>
          <a:custGeom>
            <a:avLst/>
            <a:gdLst/>
            <a:ahLst/>
            <a:cxnLst/>
            <a:rect l="l" t="t" r="r" b="b"/>
            <a:pathLst>
              <a:path w="494196" h="900982">
                <a:moveTo>
                  <a:pt x="31024" y="133350"/>
                </a:moveTo>
                <a:lnTo>
                  <a:pt x="241716" y="133350"/>
                </a:lnTo>
                <a:cubicBezTo>
                  <a:pt x="258850" y="133350"/>
                  <a:pt x="272740" y="148988"/>
                  <a:pt x="272740" y="168277"/>
                </a:cubicBezTo>
                <a:lnTo>
                  <a:pt x="272740" y="900982"/>
                </a:lnTo>
                <a:lnTo>
                  <a:pt x="270927" y="900982"/>
                </a:lnTo>
                <a:lnTo>
                  <a:pt x="136370" y="748190"/>
                </a:lnTo>
                <a:lnTo>
                  <a:pt x="1813" y="900982"/>
                </a:lnTo>
                <a:lnTo>
                  <a:pt x="0" y="900982"/>
                </a:lnTo>
                <a:lnTo>
                  <a:pt x="0" y="168277"/>
                </a:lnTo>
                <a:cubicBezTo>
                  <a:pt x="0" y="148988"/>
                  <a:pt x="13890" y="133350"/>
                  <a:pt x="31024" y="133350"/>
                </a:cubicBezTo>
                <a:close/>
                <a:moveTo>
                  <a:pt x="252480" y="0"/>
                </a:moveTo>
                <a:lnTo>
                  <a:pt x="463172" y="0"/>
                </a:lnTo>
                <a:cubicBezTo>
                  <a:pt x="480306" y="0"/>
                  <a:pt x="494196" y="16511"/>
                  <a:pt x="494196" y="36878"/>
                </a:cubicBezTo>
                <a:lnTo>
                  <a:pt x="494196" y="810493"/>
                </a:lnTo>
                <a:lnTo>
                  <a:pt x="492383" y="810493"/>
                </a:lnTo>
                <a:lnTo>
                  <a:pt x="357826" y="649170"/>
                </a:lnTo>
                <a:lnTo>
                  <a:pt x="353703" y="654113"/>
                </a:lnTo>
                <a:lnTo>
                  <a:pt x="353703" y="84504"/>
                </a:lnTo>
                <a:cubicBezTo>
                  <a:pt x="353703" y="64137"/>
                  <a:pt x="339813" y="47626"/>
                  <a:pt x="322679" y="47626"/>
                </a:cubicBezTo>
                <a:lnTo>
                  <a:pt x="221456" y="47626"/>
                </a:lnTo>
                <a:lnTo>
                  <a:pt x="221456" y="36878"/>
                </a:lnTo>
                <a:cubicBezTo>
                  <a:pt x="221456" y="16511"/>
                  <a:pt x="235346" y="0"/>
                  <a:pt x="25248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5" name="正方形/長方形 34"/>
          <p:cNvSpPr>
            <a:spLocks noChangeAspect="1"/>
          </p:cNvSpPr>
          <p:nvPr/>
        </p:nvSpPr>
        <p:spPr bwMode="gray">
          <a:xfrm>
            <a:off x="3891056" y="1708157"/>
            <a:ext cx="555243" cy="829626"/>
          </a:xfrm>
          <a:custGeom>
            <a:avLst/>
            <a:gdLst/>
            <a:ahLst/>
            <a:cxnLst/>
            <a:rect l="l" t="t" r="r" b="b"/>
            <a:pathLst>
              <a:path w="601513" h="898762">
                <a:moveTo>
                  <a:pt x="424730" y="643504"/>
                </a:moveTo>
                <a:lnTo>
                  <a:pt x="460730" y="643504"/>
                </a:lnTo>
                <a:lnTo>
                  <a:pt x="460730" y="709484"/>
                </a:lnTo>
                <a:lnTo>
                  <a:pt x="442730" y="684388"/>
                </a:lnTo>
                <a:lnTo>
                  <a:pt x="424730" y="709484"/>
                </a:lnTo>
                <a:close/>
                <a:moveTo>
                  <a:pt x="442730" y="530928"/>
                </a:moveTo>
                <a:cubicBezTo>
                  <a:pt x="465140" y="530928"/>
                  <a:pt x="483306" y="549094"/>
                  <a:pt x="483306" y="571504"/>
                </a:cubicBezTo>
                <a:cubicBezTo>
                  <a:pt x="483306" y="593914"/>
                  <a:pt x="465140" y="612080"/>
                  <a:pt x="442730" y="612080"/>
                </a:cubicBezTo>
                <a:cubicBezTo>
                  <a:pt x="420320" y="612080"/>
                  <a:pt x="402154" y="593914"/>
                  <a:pt x="402154" y="571504"/>
                </a:cubicBezTo>
                <a:cubicBezTo>
                  <a:pt x="402154" y="549094"/>
                  <a:pt x="420320" y="530928"/>
                  <a:pt x="442730" y="530928"/>
                </a:cubicBezTo>
                <a:close/>
                <a:moveTo>
                  <a:pt x="442730" y="499504"/>
                </a:moveTo>
                <a:cubicBezTo>
                  <a:pt x="402965" y="499504"/>
                  <a:pt x="370730" y="531739"/>
                  <a:pt x="370730" y="571504"/>
                </a:cubicBezTo>
                <a:cubicBezTo>
                  <a:pt x="370730" y="591286"/>
                  <a:pt x="378708" y="609204"/>
                  <a:pt x="391659" y="622180"/>
                </a:cubicBezTo>
                <a:lnTo>
                  <a:pt x="391659" y="784241"/>
                </a:lnTo>
                <a:lnTo>
                  <a:pt x="442730" y="720949"/>
                </a:lnTo>
                <a:lnTo>
                  <a:pt x="493802" y="784242"/>
                </a:lnTo>
                <a:lnTo>
                  <a:pt x="493802" y="622178"/>
                </a:lnTo>
                <a:cubicBezTo>
                  <a:pt x="506753" y="609203"/>
                  <a:pt x="514730" y="591285"/>
                  <a:pt x="514730" y="571504"/>
                </a:cubicBezTo>
                <a:cubicBezTo>
                  <a:pt x="514730" y="531739"/>
                  <a:pt x="482495" y="499504"/>
                  <a:pt x="442730" y="499504"/>
                </a:cubicBezTo>
                <a:close/>
                <a:moveTo>
                  <a:pt x="102756" y="367776"/>
                </a:moveTo>
                <a:cubicBezTo>
                  <a:pt x="92815" y="367776"/>
                  <a:pt x="84756" y="375835"/>
                  <a:pt x="84756" y="385776"/>
                </a:cubicBezTo>
                <a:cubicBezTo>
                  <a:pt x="84756" y="395717"/>
                  <a:pt x="92815" y="403776"/>
                  <a:pt x="102756" y="403776"/>
                </a:cubicBezTo>
                <a:lnTo>
                  <a:pt x="498756" y="403776"/>
                </a:lnTo>
                <a:cubicBezTo>
                  <a:pt x="508697" y="403776"/>
                  <a:pt x="516756" y="395717"/>
                  <a:pt x="516756" y="385776"/>
                </a:cubicBezTo>
                <a:cubicBezTo>
                  <a:pt x="516756" y="375835"/>
                  <a:pt x="508697" y="367776"/>
                  <a:pt x="498756" y="367776"/>
                </a:cubicBezTo>
                <a:close/>
                <a:moveTo>
                  <a:pt x="102756" y="279474"/>
                </a:moveTo>
                <a:cubicBezTo>
                  <a:pt x="92815" y="279474"/>
                  <a:pt x="84756" y="287533"/>
                  <a:pt x="84756" y="297474"/>
                </a:cubicBezTo>
                <a:cubicBezTo>
                  <a:pt x="84756" y="307415"/>
                  <a:pt x="92815" y="315474"/>
                  <a:pt x="102756" y="315474"/>
                </a:cubicBezTo>
                <a:lnTo>
                  <a:pt x="498756" y="315474"/>
                </a:lnTo>
                <a:cubicBezTo>
                  <a:pt x="508697" y="315474"/>
                  <a:pt x="516756" y="307415"/>
                  <a:pt x="516756" y="297474"/>
                </a:cubicBezTo>
                <a:cubicBezTo>
                  <a:pt x="516756" y="287533"/>
                  <a:pt x="508697" y="279474"/>
                  <a:pt x="498756" y="279474"/>
                </a:cubicBezTo>
                <a:close/>
                <a:moveTo>
                  <a:pt x="442708" y="999"/>
                </a:moveTo>
                <a:lnTo>
                  <a:pt x="598915" y="157206"/>
                </a:lnTo>
                <a:lnTo>
                  <a:pt x="495305" y="157206"/>
                </a:lnTo>
                <a:cubicBezTo>
                  <a:pt x="466256" y="157206"/>
                  <a:pt x="442708" y="133658"/>
                  <a:pt x="442708" y="104609"/>
                </a:cubicBezTo>
                <a:close/>
                <a:moveTo>
                  <a:pt x="0" y="0"/>
                </a:moveTo>
                <a:lnTo>
                  <a:pt x="405414" y="0"/>
                </a:lnTo>
                <a:lnTo>
                  <a:pt x="405414" y="96469"/>
                </a:lnTo>
                <a:cubicBezTo>
                  <a:pt x="405414" y="149191"/>
                  <a:pt x="448153" y="191930"/>
                  <a:pt x="500875" y="191930"/>
                </a:cubicBezTo>
                <a:lnTo>
                  <a:pt x="601513" y="191930"/>
                </a:lnTo>
                <a:lnTo>
                  <a:pt x="601513" y="898762"/>
                </a:lnTo>
                <a:lnTo>
                  <a:pt x="0" y="898762"/>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33"/>
          <p:cNvSpPr>
            <a:spLocks noChangeAspect="1"/>
          </p:cNvSpPr>
          <p:nvPr/>
        </p:nvSpPr>
        <p:spPr bwMode="gray">
          <a:xfrm>
            <a:off x="798187" y="3105605"/>
            <a:ext cx="832903" cy="645000"/>
          </a:xfrm>
          <a:custGeom>
            <a:avLst/>
            <a:gdLst/>
            <a:ahLst/>
            <a:cxnLst/>
            <a:rect l="l" t="t" r="r" b="b"/>
            <a:pathLst>
              <a:path w="902312" h="698750">
                <a:moveTo>
                  <a:pt x="493405" y="393441"/>
                </a:moveTo>
                <a:cubicBezTo>
                  <a:pt x="456920" y="393441"/>
                  <a:pt x="427343" y="423018"/>
                  <a:pt x="427343" y="459503"/>
                </a:cubicBezTo>
                <a:cubicBezTo>
                  <a:pt x="427343" y="495988"/>
                  <a:pt x="456920" y="525565"/>
                  <a:pt x="493405" y="525565"/>
                </a:cubicBezTo>
                <a:cubicBezTo>
                  <a:pt x="529890" y="525565"/>
                  <a:pt x="559467" y="495988"/>
                  <a:pt x="559467" y="459503"/>
                </a:cubicBezTo>
                <a:cubicBezTo>
                  <a:pt x="559467" y="423018"/>
                  <a:pt x="529890" y="393441"/>
                  <a:pt x="493405" y="393441"/>
                </a:cubicBezTo>
                <a:close/>
                <a:moveTo>
                  <a:pt x="443868" y="825"/>
                </a:moveTo>
                <a:cubicBezTo>
                  <a:pt x="634268" y="-11439"/>
                  <a:pt x="887032" y="115240"/>
                  <a:pt x="895083" y="238460"/>
                </a:cubicBezTo>
                <a:cubicBezTo>
                  <a:pt x="904779" y="296075"/>
                  <a:pt x="912118" y="319486"/>
                  <a:pt x="865866" y="344152"/>
                </a:cubicBezTo>
                <a:cubicBezTo>
                  <a:pt x="819688" y="366426"/>
                  <a:pt x="777110" y="279778"/>
                  <a:pt x="674714" y="357893"/>
                </a:cubicBezTo>
                <a:cubicBezTo>
                  <a:pt x="617352" y="454890"/>
                  <a:pt x="708515" y="486853"/>
                  <a:pt x="702409" y="533020"/>
                </a:cubicBezTo>
                <a:cubicBezTo>
                  <a:pt x="719982" y="562713"/>
                  <a:pt x="638887" y="644631"/>
                  <a:pt x="524675" y="677528"/>
                </a:cubicBezTo>
                <a:cubicBezTo>
                  <a:pt x="272539" y="746082"/>
                  <a:pt x="34237" y="642764"/>
                  <a:pt x="2962" y="450941"/>
                </a:cubicBezTo>
                <a:cubicBezTo>
                  <a:pt x="-23586" y="270959"/>
                  <a:pt x="130685" y="47271"/>
                  <a:pt x="368647" y="9504"/>
                </a:cubicBezTo>
                <a:cubicBezTo>
                  <a:pt x="392781" y="4783"/>
                  <a:pt x="418028" y="1897"/>
                  <a:pt x="443868" y="825"/>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2" name="円/楕円 41"/>
          <p:cNvSpPr>
            <a:spLocks noChangeAspect="1"/>
          </p:cNvSpPr>
          <p:nvPr/>
        </p:nvSpPr>
        <p:spPr bwMode="gray">
          <a:xfrm>
            <a:off x="5198814" y="3021028"/>
            <a:ext cx="830769" cy="814154"/>
          </a:xfrm>
          <a:custGeom>
            <a:avLst/>
            <a:gdLst/>
            <a:ahLst/>
            <a:cxnLst/>
            <a:rect l="l" t="t" r="r" b="b"/>
            <a:pathLst>
              <a:path w="909554" h="893043">
                <a:moveTo>
                  <a:pt x="187675" y="587136"/>
                </a:moveTo>
                <a:cubicBezTo>
                  <a:pt x="228696" y="587136"/>
                  <a:pt x="313690" y="645735"/>
                  <a:pt x="313690" y="718021"/>
                </a:cubicBezTo>
                <a:lnTo>
                  <a:pt x="313689" y="718021"/>
                </a:lnTo>
                <a:cubicBezTo>
                  <a:pt x="327977" y="792688"/>
                  <a:pt x="232821" y="836404"/>
                  <a:pt x="182911" y="865574"/>
                </a:cubicBezTo>
                <a:cubicBezTo>
                  <a:pt x="130619" y="882838"/>
                  <a:pt x="66485" y="890607"/>
                  <a:pt x="14225" y="893043"/>
                </a:cubicBezTo>
                <a:cubicBezTo>
                  <a:pt x="-39083" y="886296"/>
                  <a:pt x="75613" y="809487"/>
                  <a:pt x="61660" y="741834"/>
                </a:cubicBezTo>
                <a:cubicBezTo>
                  <a:pt x="71518" y="631319"/>
                  <a:pt x="118079" y="587136"/>
                  <a:pt x="187675" y="587136"/>
                </a:cubicBezTo>
                <a:close/>
                <a:moveTo>
                  <a:pt x="909554" y="0"/>
                </a:moveTo>
                <a:cubicBezTo>
                  <a:pt x="841362" y="181945"/>
                  <a:pt x="649821" y="428644"/>
                  <a:pt x="386007" y="657713"/>
                </a:cubicBezTo>
                <a:lnTo>
                  <a:pt x="363185" y="676514"/>
                </a:lnTo>
                <a:cubicBezTo>
                  <a:pt x="351140" y="649095"/>
                  <a:pt x="333625" y="623121"/>
                  <a:pt x="310790" y="600286"/>
                </a:cubicBezTo>
                <a:cubicBezTo>
                  <a:pt x="286010" y="575506"/>
                  <a:pt x="257534" y="556990"/>
                  <a:pt x="227325" y="545425"/>
                </a:cubicBezTo>
                <a:cubicBezTo>
                  <a:pt x="233877" y="536766"/>
                  <a:pt x="241011" y="528547"/>
                  <a:pt x="248217" y="520337"/>
                </a:cubicBezTo>
                <a:cubicBezTo>
                  <a:pt x="479036" y="257327"/>
                  <a:pt x="727158" y="66908"/>
                  <a:pt x="909554"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5" name="角丸四角形 44"/>
          <p:cNvSpPr>
            <a:spLocks noChangeAspect="1"/>
          </p:cNvSpPr>
          <p:nvPr/>
        </p:nvSpPr>
        <p:spPr bwMode="gray">
          <a:xfrm>
            <a:off x="2345155" y="1707132"/>
            <a:ext cx="830769" cy="831676"/>
          </a:xfrm>
          <a:custGeom>
            <a:avLst/>
            <a:gdLst/>
            <a:ahLst/>
            <a:cxnLst/>
            <a:rect l="l" t="t" r="r" b="b"/>
            <a:pathLst>
              <a:path w="900000" h="900982">
                <a:moveTo>
                  <a:pt x="0" y="872406"/>
                </a:moveTo>
                <a:lnTo>
                  <a:pt x="0" y="872407"/>
                </a:lnTo>
                <a:lnTo>
                  <a:pt x="0" y="872407"/>
                </a:lnTo>
                <a:close/>
                <a:moveTo>
                  <a:pt x="28575" y="843832"/>
                </a:moveTo>
                <a:lnTo>
                  <a:pt x="446233" y="843832"/>
                </a:lnTo>
                <a:cubicBezTo>
                  <a:pt x="462015" y="843832"/>
                  <a:pt x="474808" y="856625"/>
                  <a:pt x="474808" y="872407"/>
                </a:cubicBezTo>
                <a:lnTo>
                  <a:pt x="474807" y="872407"/>
                </a:lnTo>
                <a:cubicBezTo>
                  <a:pt x="474807" y="888189"/>
                  <a:pt x="462014" y="900982"/>
                  <a:pt x="446232" y="900982"/>
                </a:cubicBezTo>
                <a:lnTo>
                  <a:pt x="28575" y="900981"/>
                </a:lnTo>
                <a:cubicBezTo>
                  <a:pt x="12793" y="900981"/>
                  <a:pt x="0" y="888188"/>
                  <a:pt x="0" y="872407"/>
                </a:cubicBezTo>
                <a:cubicBezTo>
                  <a:pt x="0" y="856625"/>
                  <a:pt x="12793" y="843832"/>
                  <a:pt x="28575" y="843832"/>
                </a:cubicBezTo>
                <a:close/>
                <a:moveTo>
                  <a:pt x="443063" y="0"/>
                </a:moveTo>
                <a:cubicBezTo>
                  <a:pt x="520632" y="0"/>
                  <a:pt x="589224" y="38434"/>
                  <a:pt x="629118" y="98501"/>
                </a:cubicBezTo>
                <a:lnTo>
                  <a:pt x="771899" y="98501"/>
                </a:lnTo>
                <a:cubicBezTo>
                  <a:pt x="842647" y="98501"/>
                  <a:pt x="900000" y="155854"/>
                  <a:pt x="900000" y="226602"/>
                </a:cubicBezTo>
                <a:lnTo>
                  <a:pt x="900000" y="232446"/>
                </a:lnTo>
                <a:lnTo>
                  <a:pt x="302878" y="232446"/>
                </a:lnTo>
                <a:lnTo>
                  <a:pt x="302878" y="226602"/>
                </a:lnTo>
                <a:cubicBezTo>
                  <a:pt x="302878" y="155854"/>
                  <a:pt x="360231" y="98501"/>
                  <a:pt x="430979" y="98501"/>
                </a:cubicBezTo>
                <a:lnTo>
                  <a:pt x="568560" y="98501"/>
                </a:lnTo>
                <a:cubicBezTo>
                  <a:pt x="537143" y="65345"/>
                  <a:pt x="492373" y="45906"/>
                  <a:pt x="443062" y="45906"/>
                </a:cubicBezTo>
                <a:cubicBezTo>
                  <a:pt x="341663" y="45906"/>
                  <a:pt x="259462" y="128107"/>
                  <a:pt x="259462" y="229506"/>
                </a:cubicBezTo>
                <a:lnTo>
                  <a:pt x="259462" y="737163"/>
                </a:lnTo>
                <a:cubicBezTo>
                  <a:pt x="302661" y="743960"/>
                  <a:pt x="337003" y="775810"/>
                  <a:pt x="347767" y="817636"/>
                </a:cubicBezTo>
                <a:lnTo>
                  <a:pt x="127039" y="817636"/>
                </a:lnTo>
                <a:cubicBezTo>
                  <a:pt x="137628" y="776490"/>
                  <a:pt x="171036" y="744998"/>
                  <a:pt x="213272" y="737506"/>
                </a:cubicBezTo>
                <a:lnTo>
                  <a:pt x="213272" y="229791"/>
                </a:lnTo>
                <a:cubicBezTo>
                  <a:pt x="213272" y="102881"/>
                  <a:pt x="316153" y="0"/>
                  <a:pt x="443063"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77" name="円/楕円 76"/>
          <p:cNvSpPr>
            <a:spLocks noChangeAspect="1"/>
          </p:cNvSpPr>
          <p:nvPr/>
        </p:nvSpPr>
        <p:spPr bwMode="gray">
          <a:xfrm>
            <a:off x="800137" y="4413543"/>
            <a:ext cx="829002" cy="792018"/>
          </a:xfrm>
          <a:custGeom>
            <a:avLst/>
            <a:gdLst/>
            <a:ahLst/>
            <a:cxnLst/>
            <a:rect l="l" t="t" r="r" b="b"/>
            <a:pathLst>
              <a:path w="898085" h="858020">
                <a:moveTo>
                  <a:pt x="263461" y="747267"/>
                </a:moveTo>
                <a:lnTo>
                  <a:pt x="634624" y="747267"/>
                </a:lnTo>
                <a:cubicBezTo>
                  <a:pt x="651139" y="747267"/>
                  <a:pt x="664527" y="760655"/>
                  <a:pt x="664527" y="777170"/>
                </a:cubicBezTo>
                <a:lnTo>
                  <a:pt x="664527" y="858020"/>
                </a:lnTo>
                <a:lnTo>
                  <a:pt x="233557" y="858020"/>
                </a:lnTo>
                <a:lnTo>
                  <a:pt x="233557" y="777170"/>
                </a:lnTo>
                <a:cubicBezTo>
                  <a:pt x="233557" y="760655"/>
                  <a:pt x="246946" y="747267"/>
                  <a:pt x="263461" y="747267"/>
                </a:cubicBezTo>
                <a:close/>
                <a:moveTo>
                  <a:pt x="741593" y="141957"/>
                </a:moveTo>
                <a:lnTo>
                  <a:pt x="729279" y="145751"/>
                </a:lnTo>
                <a:cubicBezTo>
                  <a:pt x="718301" y="250737"/>
                  <a:pt x="693520" y="341308"/>
                  <a:pt x="659251" y="415628"/>
                </a:cubicBezTo>
                <a:cubicBezTo>
                  <a:pt x="686512" y="406769"/>
                  <a:pt x="714217" y="391371"/>
                  <a:pt x="740754" y="371236"/>
                </a:cubicBezTo>
                <a:cubicBezTo>
                  <a:pt x="827402" y="305491"/>
                  <a:pt x="868769" y="214139"/>
                  <a:pt x="833149" y="167195"/>
                </a:cubicBezTo>
                <a:cubicBezTo>
                  <a:pt x="815340" y="143723"/>
                  <a:pt x="781655" y="135797"/>
                  <a:pt x="741593" y="141957"/>
                </a:cubicBezTo>
                <a:close/>
                <a:moveTo>
                  <a:pt x="156492" y="141957"/>
                </a:moveTo>
                <a:cubicBezTo>
                  <a:pt x="116430" y="135797"/>
                  <a:pt x="82746" y="143723"/>
                  <a:pt x="64936" y="167195"/>
                </a:cubicBezTo>
                <a:cubicBezTo>
                  <a:pt x="29316" y="214139"/>
                  <a:pt x="70683" y="305491"/>
                  <a:pt x="157331" y="371236"/>
                </a:cubicBezTo>
                <a:cubicBezTo>
                  <a:pt x="183984" y="391460"/>
                  <a:pt x="211816" y="406904"/>
                  <a:pt x="239193" y="415738"/>
                </a:cubicBezTo>
                <a:cubicBezTo>
                  <a:pt x="205082" y="341121"/>
                  <a:pt x="180152" y="250223"/>
                  <a:pt x="169021" y="145817"/>
                </a:cubicBezTo>
                <a:close/>
                <a:moveTo>
                  <a:pt x="225491" y="41444"/>
                </a:moveTo>
                <a:cubicBezTo>
                  <a:pt x="218744" y="40044"/>
                  <a:pt x="210301" y="46959"/>
                  <a:pt x="203517" y="75248"/>
                </a:cubicBezTo>
                <a:cubicBezTo>
                  <a:pt x="166139" y="236600"/>
                  <a:pt x="353463" y="527348"/>
                  <a:pt x="355917" y="530348"/>
                </a:cubicBezTo>
                <a:cubicBezTo>
                  <a:pt x="214028" y="258886"/>
                  <a:pt x="225382" y="98426"/>
                  <a:pt x="237289" y="57529"/>
                </a:cubicBezTo>
                <a:cubicBezTo>
                  <a:pt x="237289" y="52559"/>
                  <a:pt x="232238" y="42844"/>
                  <a:pt x="225491" y="41444"/>
                </a:cubicBezTo>
                <a:close/>
                <a:moveTo>
                  <a:pt x="159720" y="0"/>
                </a:moveTo>
                <a:lnTo>
                  <a:pt x="738365" y="0"/>
                </a:lnTo>
                <a:lnTo>
                  <a:pt x="734492" y="92174"/>
                </a:lnTo>
                <a:cubicBezTo>
                  <a:pt x="739046" y="89620"/>
                  <a:pt x="743815" y="89102"/>
                  <a:pt x="748530" y="88733"/>
                </a:cubicBezTo>
                <a:cubicBezTo>
                  <a:pt x="802189" y="84530"/>
                  <a:pt x="848792" y="99610"/>
                  <a:pt x="875621" y="134969"/>
                </a:cubicBezTo>
                <a:cubicBezTo>
                  <a:pt x="929279" y="205686"/>
                  <a:pt x="883519" y="330739"/>
                  <a:pt x="773415" y="414282"/>
                </a:cubicBezTo>
                <a:cubicBezTo>
                  <a:pt x="726496" y="449882"/>
                  <a:pt x="675464" y="472200"/>
                  <a:pt x="627712" y="477925"/>
                </a:cubicBezTo>
                <a:cubicBezTo>
                  <a:pt x="592769" y="539369"/>
                  <a:pt x="550756" y="586143"/>
                  <a:pt x="505811" y="617376"/>
                </a:cubicBezTo>
                <a:cubicBezTo>
                  <a:pt x="497308" y="631882"/>
                  <a:pt x="490635" y="646578"/>
                  <a:pt x="496694" y="661218"/>
                </a:cubicBezTo>
                <a:cubicBezTo>
                  <a:pt x="547292" y="695113"/>
                  <a:pt x="602740" y="738953"/>
                  <a:pt x="539588" y="737219"/>
                </a:cubicBezTo>
                <a:lnTo>
                  <a:pt x="358014" y="737219"/>
                </a:lnTo>
                <a:cubicBezTo>
                  <a:pt x="297744" y="737219"/>
                  <a:pt x="347230" y="695763"/>
                  <a:pt x="396856" y="662864"/>
                </a:cubicBezTo>
                <a:cubicBezTo>
                  <a:pt x="403403" y="647058"/>
                  <a:pt x="404577" y="631252"/>
                  <a:pt x="386979" y="615447"/>
                </a:cubicBezTo>
                <a:lnTo>
                  <a:pt x="388110" y="615447"/>
                </a:lnTo>
                <a:cubicBezTo>
                  <a:pt x="345097" y="585235"/>
                  <a:pt x="304401" y="538874"/>
                  <a:pt x="270321" y="477912"/>
                </a:cubicBezTo>
                <a:cubicBezTo>
                  <a:pt x="222582" y="472183"/>
                  <a:pt x="171571" y="449869"/>
                  <a:pt x="124670" y="414282"/>
                </a:cubicBezTo>
                <a:cubicBezTo>
                  <a:pt x="14566" y="330739"/>
                  <a:pt x="-31194" y="205686"/>
                  <a:pt x="22464" y="134969"/>
                </a:cubicBezTo>
                <a:cubicBezTo>
                  <a:pt x="49293" y="99610"/>
                  <a:pt x="95896" y="84530"/>
                  <a:pt x="149555" y="88733"/>
                </a:cubicBezTo>
                <a:lnTo>
                  <a:pt x="163645" y="92187"/>
                </a:lnTo>
                <a:cubicBezTo>
                  <a:pt x="160828" y="62447"/>
                  <a:pt x="159720" y="31685"/>
                  <a:pt x="159720"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円/楕円 10"/>
          <p:cNvSpPr>
            <a:spLocks noChangeAspect="1"/>
          </p:cNvSpPr>
          <p:nvPr/>
        </p:nvSpPr>
        <p:spPr bwMode="gray">
          <a:xfrm>
            <a:off x="2512992" y="3012601"/>
            <a:ext cx="582157" cy="831010"/>
          </a:xfrm>
          <a:custGeom>
            <a:avLst/>
            <a:gdLst/>
            <a:ahLst/>
            <a:cxnLst/>
            <a:rect l="l" t="t" r="r" b="b"/>
            <a:pathLst>
              <a:path w="630670" h="900261">
                <a:moveTo>
                  <a:pt x="445749" y="0"/>
                </a:moveTo>
                <a:cubicBezTo>
                  <a:pt x="482275" y="-18"/>
                  <a:pt x="555543" y="4380"/>
                  <a:pt x="619685" y="72236"/>
                </a:cubicBezTo>
                <a:cubicBezTo>
                  <a:pt x="648109" y="147235"/>
                  <a:pt x="617347" y="209237"/>
                  <a:pt x="573425" y="249971"/>
                </a:cubicBezTo>
                <a:cubicBezTo>
                  <a:pt x="529503" y="290705"/>
                  <a:pt x="348781" y="288066"/>
                  <a:pt x="356151" y="316644"/>
                </a:cubicBezTo>
                <a:cubicBezTo>
                  <a:pt x="368284" y="373798"/>
                  <a:pt x="451326" y="361919"/>
                  <a:pt x="529540" y="359529"/>
                </a:cubicBezTo>
                <a:cubicBezTo>
                  <a:pt x="502361" y="398009"/>
                  <a:pt x="474788" y="422277"/>
                  <a:pt x="433189" y="451641"/>
                </a:cubicBezTo>
                <a:cubicBezTo>
                  <a:pt x="384448" y="476243"/>
                  <a:pt x="251263" y="496615"/>
                  <a:pt x="246613" y="502381"/>
                </a:cubicBezTo>
                <a:cubicBezTo>
                  <a:pt x="199103" y="515291"/>
                  <a:pt x="334620" y="588534"/>
                  <a:pt x="371969" y="564820"/>
                </a:cubicBezTo>
                <a:cubicBezTo>
                  <a:pt x="326700" y="644062"/>
                  <a:pt x="299222" y="692706"/>
                  <a:pt x="125022" y="687316"/>
                </a:cubicBezTo>
                <a:cubicBezTo>
                  <a:pt x="92993" y="741465"/>
                  <a:pt x="55657" y="996491"/>
                  <a:pt x="17867" y="861148"/>
                </a:cubicBezTo>
                <a:cubicBezTo>
                  <a:pt x="51515" y="632935"/>
                  <a:pt x="61254" y="702835"/>
                  <a:pt x="60209" y="653923"/>
                </a:cubicBezTo>
                <a:cubicBezTo>
                  <a:pt x="23166" y="614709"/>
                  <a:pt x="-26050" y="497285"/>
                  <a:pt x="16358" y="367642"/>
                </a:cubicBezTo>
                <a:cubicBezTo>
                  <a:pt x="54049" y="481942"/>
                  <a:pt x="96168" y="549560"/>
                  <a:pt x="109159" y="537215"/>
                </a:cubicBezTo>
                <a:cubicBezTo>
                  <a:pt x="117388" y="505820"/>
                  <a:pt x="90781" y="264886"/>
                  <a:pt x="122882" y="179270"/>
                </a:cubicBezTo>
                <a:cubicBezTo>
                  <a:pt x="176413" y="103180"/>
                  <a:pt x="222820" y="73154"/>
                  <a:pt x="297002" y="28283"/>
                </a:cubicBezTo>
                <a:cubicBezTo>
                  <a:pt x="256427" y="130406"/>
                  <a:pt x="255275" y="204632"/>
                  <a:pt x="273239" y="211637"/>
                </a:cubicBezTo>
                <a:cubicBezTo>
                  <a:pt x="300809" y="226767"/>
                  <a:pt x="395549" y="12915"/>
                  <a:pt x="445749" y="0"/>
                </a:cubicBez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938099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AFC1FE1-558E-C6AA-73A1-79D679554CB3}"/>
              </a:ext>
            </a:extLst>
          </p:cNvPr>
          <p:cNvPicPr>
            <a:picLocks noChangeAspect="1"/>
          </p:cNvPicPr>
          <p:nvPr/>
        </p:nvPicPr>
        <p:blipFill>
          <a:blip r:embed="rId2"/>
          <a:stretch>
            <a:fillRect/>
          </a:stretch>
        </p:blipFill>
        <p:spPr>
          <a:xfrm>
            <a:off x="992560" y="1628800"/>
            <a:ext cx="854224" cy="854224"/>
          </a:xfrm>
          <a:prstGeom prst="rect">
            <a:avLst/>
          </a:prstGeom>
          <a:effectLst>
            <a:outerShdw blurRad="50800" dist="38100" dir="2700000" algn="tl" rotWithShape="0">
              <a:prstClr val="black">
                <a:alpha val="40000"/>
              </a:prstClr>
            </a:outerShdw>
          </a:effectLst>
        </p:spPr>
      </p:pic>
      <p:pic>
        <p:nvPicPr>
          <p:cNvPr id="3" name="図 2">
            <a:extLst>
              <a:ext uri="{FF2B5EF4-FFF2-40B4-BE49-F238E27FC236}">
                <a16:creationId xmlns:a16="http://schemas.microsoft.com/office/drawing/2014/main" id="{448DED9B-CF7F-ACF4-B4E5-D5B7C664E248}"/>
              </a:ext>
            </a:extLst>
          </p:cNvPr>
          <p:cNvPicPr>
            <a:picLocks noChangeAspect="1"/>
          </p:cNvPicPr>
          <p:nvPr/>
        </p:nvPicPr>
        <p:blipFill>
          <a:blip r:embed="rId3"/>
          <a:stretch>
            <a:fillRect/>
          </a:stretch>
        </p:blipFill>
        <p:spPr>
          <a:xfrm>
            <a:off x="1568624" y="3573015"/>
            <a:ext cx="801961" cy="801961"/>
          </a:xfrm>
          <a:prstGeom prst="rect">
            <a:avLst/>
          </a:prstGeom>
          <a:effectLst>
            <a:outerShdw blurRad="50800" dist="38100" dir="2700000" algn="tl" rotWithShape="0">
              <a:prstClr val="black">
                <a:alpha val="40000"/>
              </a:prstClr>
            </a:outerShdw>
          </a:effectLst>
        </p:spPr>
      </p:pic>
      <p:pic>
        <p:nvPicPr>
          <p:cNvPr id="4" name="図 3">
            <a:extLst>
              <a:ext uri="{FF2B5EF4-FFF2-40B4-BE49-F238E27FC236}">
                <a16:creationId xmlns:a16="http://schemas.microsoft.com/office/drawing/2014/main" id="{018076D4-D2D8-1665-CCE8-2155C533B17E}"/>
              </a:ext>
            </a:extLst>
          </p:cNvPr>
          <p:cNvPicPr>
            <a:picLocks noChangeAspect="1"/>
          </p:cNvPicPr>
          <p:nvPr/>
        </p:nvPicPr>
        <p:blipFill>
          <a:blip r:embed="rId4"/>
          <a:stretch>
            <a:fillRect/>
          </a:stretch>
        </p:blipFill>
        <p:spPr>
          <a:xfrm>
            <a:off x="3090664" y="3573015"/>
            <a:ext cx="801961" cy="801961"/>
          </a:xfrm>
          <a:prstGeom prst="rect">
            <a:avLst/>
          </a:prstGeom>
          <a:effectLst>
            <a:outerShdw blurRad="50800" dist="38100" dir="2700000" algn="tl" rotWithShape="0">
              <a:prstClr val="black">
                <a:alpha val="40000"/>
              </a:prstClr>
            </a:outerShdw>
          </a:effectLst>
        </p:spPr>
      </p:pic>
      <p:pic>
        <p:nvPicPr>
          <p:cNvPr id="6" name="図 5">
            <a:extLst>
              <a:ext uri="{FF2B5EF4-FFF2-40B4-BE49-F238E27FC236}">
                <a16:creationId xmlns:a16="http://schemas.microsoft.com/office/drawing/2014/main" id="{C81CF5B5-7FD9-3E20-C984-8BE585BBA94C}"/>
              </a:ext>
            </a:extLst>
          </p:cNvPr>
          <p:cNvPicPr>
            <a:picLocks noChangeAspect="1"/>
          </p:cNvPicPr>
          <p:nvPr/>
        </p:nvPicPr>
        <p:blipFill>
          <a:blip r:embed="rId5"/>
          <a:stretch>
            <a:fillRect/>
          </a:stretch>
        </p:blipFill>
        <p:spPr>
          <a:xfrm>
            <a:off x="4612704" y="3573015"/>
            <a:ext cx="801961" cy="801961"/>
          </a:xfrm>
          <a:prstGeom prst="rect">
            <a:avLst/>
          </a:prstGeom>
          <a:effectLst>
            <a:outerShdw blurRad="50800" dist="38100" dir="2700000" algn="tl" rotWithShape="0">
              <a:prstClr val="black">
                <a:alpha val="40000"/>
              </a:prstClr>
            </a:outerShdw>
          </a:effectLst>
        </p:spPr>
      </p:pic>
      <p:pic>
        <p:nvPicPr>
          <p:cNvPr id="7" name="図 6">
            <a:extLst>
              <a:ext uri="{FF2B5EF4-FFF2-40B4-BE49-F238E27FC236}">
                <a16:creationId xmlns:a16="http://schemas.microsoft.com/office/drawing/2014/main" id="{73D0DFC6-2C94-72D7-DF35-28E2C7893285}"/>
              </a:ext>
            </a:extLst>
          </p:cNvPr>
          <p:cNvPicPr>
            <a:picLocks noChangeAspect="1"/>
          </p:cNvPicPr>
          <p:nvPr/>
        </p:nvPicPr>
        <p:blipFill>
          <a:blip r:embed="rId6"/>
          <a:stretch>
            <a:fillRect/>
          </a:stretch>
        </p:blipFill>
        <p:spPr>
          <a:xfrm>
            <a:off x="5754960" y="3573015"/>
            <a:ext cx="801961" cy="801961"/>
          </a:xfrm>
          <a:prstGeom prst="rect">
            <a:avLst/>
          </a:prstGeom>
          <a:effectLst>
            <a:outerShdw blurRad="50800" dist="38100" dir="2700000" algn="tl" rotWithShape="0">
              <a:prstClr val="black">
                <a:alpha val="40000"/>
              </a:prstClr>
            </a:outerShdw>
          </a:effectLst>
        </p:spPr>
      </p:pic>
      <p:pic>
        <p:nvPicPr>
          <p:cNvPr id="8" name="図 7">
            <a:extLst>
              <a:ext uri="{FF2B5EF4-FFF2-40B4-BE49-F238E27FC236}">
                <a16:creationId xmlns:a16="http://schemas.microsoft.com/office/drawing/2014/main" id="{2C1C37D3-262B-A2A4-68C4-8417EA85E318}"/>
              </a:ext>
            </a:extLst>
          </p:cNvPr>
          <p:cNvPicPr>
            <a:picLocks noChangeAspect="1"/>
          </p:cNvPicPr>
          <p:nvPr/>
        </p:nvPicPr>
        <p:blipFill>
          <a:blip r:embed="rId7"/>
          <a:stretch>
            <a:fillRect/>
          </a:stretch>
        </p:blipFill>
        <p:spPr>
          <a:xfrm>
            <a:off x="7401272" y="3573015"/>
            <a:ext cx="801961" cy="801961"/>
          </a:xfrm>
          <a:prstGeom prst="rect">
            <a:avLst/>
          </a:prstGeom>
          <a:effectLst>
            <a:outerShdw blurRad="50800" dist="38100" dir="2700000" algn="tl" rotWithShape="0">
              <a:prstClr val="black">
                <a:alpha val="40000"/>
              </a:prstClr>
            </a:outerShdw>
          </a:effectLst>
        </p:spPr>
      </p:pic>
      <p:pic>
        <p:nvPicPr>
          <p:cNvPr id="5" name="図 4">
            <a:extLst>
              <a:ext uri="{FF2B5EF4-FFF2-40B4-BE49-F238E27FC236}">
                <a16:creationId xmlns:a16="http://schemas.microsoft.com/office/drawing/2014/main" id="{CB407700-C080-857E-4593-4E926653A940}"/>
              </a:ext>
            </a:extLst>
          </p:cNvPr>
          <p:cNvPicPr>
            <a:picLocks noChangeAspect="1"/>
          </p:cNvPicPr>
          <p:nvPr/>
        </p:nvPicPr>
        <p:blipFill>
          <a:blip r:embed="rId8"/>
          <a:stretch>
            <a:fillRect/>
          </a:stretch>
        </p:blipFill>
        <p:spPr>
          <a:xfrm>
            <a:off x="2504728" y="1654931"/>
            <a:ext cx="801961" cy="801961"/>
          </a:xfrm>
          <a:prstGeom prst="rect">
            <a:avLst/>
          </a:prstGeom>
        </p:spPr>
      </p:pic>
    </p:spTree>
    <p:extLst>
      <p:ext uri="{BB962C8B-B14F-4D97-AF65-F5344CB8AC3E}">
        <p14:creationId xmlns:p14="http://schemas.microsoft.com/office/powerpoint/2010/main" val="26357184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FDB573-4E7C-4D9E-FB75-D13D38B5A543}"/>
              </a:ext>
            </a:extLst>
          </p:cNvPr>
          <p:cNvSpPr>
            <a:spLocks noGrp="1"/>
          </p:cNvSpPr>
          <p:nvPr>
            <p:ph type="title"/>
          </p:nvPr>
        </p:nvSpPr>
        <p:spPr/>
        <p:txBody>
          <a:bodyPr/>
          <a:lstStyle/>
          <a:p>
            <a:endParaRPr/>
          </a:p>
        </p:txBody>
      </p:sp>
      <p:sp>
        <p:nvSpPr>
          <p:cNvPr id="3" name="テキスト プレースホルダー 2">
            <a:extLst>
              <a:ext uri="{FF2B5EF4-FFF2-40B4-BE49-F238E27FC236}">
                <a16:creationId xmlns:a16="http://schemas.microsoft.com/office/drawing/2014/main" id="{E68C9DC2-C34E-F9A7-3641-6CFC45E14BD3}"/>
              </a:ext>
            </a:extLst>
          </p:cNvPr>
          <p:cNvSpPr>
            <a:spLocks noGrp="1"/>
          </p:cNvSpPr>
          <p:nvPr>
            <p:ph type="body" sz="quarter" idx="15"/>
          </p:nvPr>
        </p:nvSpPr>
        <p:spPr/>
        <p:txBody>
          <a:bodyPr/>
          <a:lstStyle/>
          <a:p>
            <a:endParaRPr/>
          </a:p>
        </p:txBody>
      </p:sp>
      <p:pic>
        <p:nvPicPr>
          <p:cNvPr id="5" name="グラフィックス 4">
            <a:extLst>
              <a:ext uri="{FF2B5EF4-FFF2-40B4-BE49-F238E27FC236}">
                <a16:creationId xmlns:a16="http://schemas.microsoft.com/office/drawing/2014/main" id="{4A0E4F8D-961D-E8EF-99CA-A3C24EF3D96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4528" y="1677696"/>
            <a:ext cx="1286272" cy="1286272"/>
          </a:xfrm>
          <a:prstGeom prst="rect">
            <a:avLst/>
          </a:prstGeom>
        </p:spPr>
      </p:pic>
    </p:spTree>
    <p:extLst>
      <p:ext uri="{BB962C8B-B14F-4D97-AF65-F5344CB8AC3E}">
        <p14:creationId xmlns:p14="http://schemas.microsoft.com/office/powerpoint/2010/main" val="6245190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15C26-C499-ACDD-E506-2428F04D85A1}"/>
            </a:ext>
          </a:extLst>
        </p:cNvPr>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3AFEF2B1-8133-38BF-E6D1-8B6DB4F2ABC2}"/>
              </a:ext>
            </a:extLst>
          </p:cNvPr>
          <p:cNvSpPr>
            <a:spLocks noGrp="1"/>
          </p:cNvSpPr>
          <p:nvPr>
            <p:ph type="body" sz="quarter" idx="17"/>
          </p:nvPr>
        </p:nvSpPr>
        <p:spPr>
          <a:xfrm>
            <a:off x="776537" y="5478095"/>
            <a:ext cx="8711388" cy="288925"/>
          </a:xfrm>
        </p:spPr>
        <p:txBody>
          <a:bodyPr>
            <a:normAutofit/>
          </a:bodyPr>
          <a:lstStyle/>
          <a:p>
            <a:r>
              <a:rPr kumimoji="1" lang="ja-JP" altLang="en-US" sz="1400"/>
              <a:t>出所：</a:t>
            </a:r>
            <a:r>
              <a:rPr kumimoji="1" lang="ja-JP" altLang="en-US" sz="1400">
                <a:highlight>
                  <a:srgbClr val="FFFF00"/>
                </a:highlight>
              </a:rPr>
              <a:t>○○○</a:t>
            </a:r>
            <a:r>
              <a:rPr kumimoji="1" lang="ja-JP" altLang="en-US" sz="1400"/>
              <a:t>より</a:t>
            </a:r>
            <a:r>
              <a:rPr kumimoji="1" lang="en-US" altLang="ja-JP" sz="1400" dirty="0"/>
              <a:t>InfoBase</a:t>
            </a:r>
            <a:r>
              <a:rPr kumimoji="1" lang="ja-JP" altLang="en-US" sz="1400"/>
              <a:t>作成</a:t>
            </a:r>
          </a:p>
        </p:txBody>
      </p:sp>
      <p:pic>
        <p:nvPicPr>
          <p:cNvPr id="15" name="図 14" descr="挿絵 が含まれている画像&#10;&#10;AI 生成コンテンツは誤りを含む可能性があります。">
            <a:extLst>
              <a:ext uri="{FF2B5EF4-FFF2-40B4-BE49-F238E27FC236}">
                <a16:creationId xmlns:a16="http://schemas.microsoft.com/office/drawing/2014/main" id="{7616F0E3-BC1A-C5EC-D58A-CA5E917EC99E}"/>
              </a:ext>
            </a:extLst>
          </p:cNvPr>
          <p:cNvPicPr>
            <a:picLocks noChangeAspect="1"/>
          </p:cNvPicPr>
          <p:nvPr/>
        </p:nvPicPr>
        <p:blipFill>
          <a:blip r:embed="rId3"/>
          <a:stretch>
            <a:fillRect/>
          </a:stretch>
        </p:blipFill>
        <p:spPr>
          <a:xfrm>
            <a:off x="6177136" y="5301208"/>
            <a:ext cx="2216696" cy="475426"/>
          </a:xfrm>
          <a:prstGeom prst="rect">
            <a:avLst/>
          </a:prstGeom>
        </p:spPr>
      </p:pic>
      <p:sp>
        <p:nvSpPr>
          <p:cNvPr id="11" name="テキスト プレースホルダー 1">
            <a:extLst>
              <a:ext uri="{FF2B5EF4-FFF2-40B4-BE49-F238E27FC236}">
                <a16:creationId xmlns:a16="http://schemas.microsoft.com/office/drawing/2014/main" id="{E81D0FC4-88DA-FB65-DD75-7BE084B6E829}"/>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800">
                <a:solidFill>
                  <a:schemeClr val="tx1"/>
                </a:solidFill>
              </a:rPr>
              <a:t>キーメッセージ２８文字以内</a:t>
            </a:r>
          </a:p>
        </p:txBody>
      </p:sp>
      <p:sp>
        <p:nvSpPr>
          <p:cNvPr id="12" name="テキスト ボックス 11">
            <a:extLst>
              <a:ext uri="{FF2B5EF4-FFF2-40B4-BE49-F238E27FC236}">
                <a16:creationId xmlns:a16="http://schemas.microsoft.com/office/drawing/2014/main" id="{8C4CB3EA-B78A-5DCE-81DF-FC4C0E8E8206}"/>
              </a:ext>
            </a:extLst>
          </p:cNvPr>
          <p:cNvSpPr txBox="1"/>
          <p:nvPr/>
        </p:nvSpPr>
        <p:spPr>
          <a:xfrm>
            <a:off x="422635" y="1567699"/>
            <a:ext cx="9046689" cy="380480"/>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000" b="1">
                <a:solidFill>
                  <a:srgbClr val="004CA0"/>
                </a:solidFill>
              </a:rPr>
              <a:t>図表タイトル（１行以内）</a:t>
            </a:r>
          </a:p>
        </p:txBody>
      </p:sp>
      <p:sp>
        <p:nvSpPr>
          <p:cNvPr id="13" name="テキスト プレースホルダー 2">
            <a:extLst>
              <a:ext uri="{FF2B5EF4-FFF2-40B4-BE49-F238E27FC236}">
                <a16:creationId xmlns:a16="http://schemas.microsoft.com/office/drawing/2014/main" id="{2DFA0C13-83B3-3AA0-EBA5-290987661428}"/>
              </a:ext>
            </a:extLst>
          </p:cNvPr>
          <p:cNvSpPr>
            <a:spLocks noGrp="1"/>
          </p:cNvSpPr>
          <p:nvPr>
            <p:ph type="body" sz="quarter" idx="16"/>
          </p:nvPr>
        </p:nvSpPr>
        <p:spPr>
          <a:xfrm>
            <a:off x="415925" y="44624"/>
            <a:ext cx="7705427" cy="240701"/>
          </a:xfrm>
        </p:spPr>
        <p:txBody>
          <a:bodyPr/>
          <a:lstStyle/>
          <a:p>
            <a:r>
              <a:rPr kumimoji="1" lang="ja-JP" altLang="en-US"/>
              <a:t>基本的な図表の構成</a:t>
            </a:r>
          </a:p>
        </p:txBody>
      </p:sp>
      <p:sp>
        <p:nvSpPr>
          <p:cNvPr id="14" name="正方形/長方形 13">
            <a:extLst>
              <a:ext uri="{FF2B5EF4-FFF2-40B4-BE49-F238E27FC236}">
                <a16:creationId xmlns:a16="http://schemas.microsoft.com/office/drawing/2014/main" id="{61E1073C-9A54-B1A3-3AB4-B881A8A2D395}"/>
              </a:ext>
            </a:extLst>
          </p:cNvPr>
          <p:cNvSpPr/>
          <p:nvPr/>
        </p:nvSpPr>
        <p:spPr bwMode="gray">
          <a:xfrm>
            <a:off x="422635" y="2276872"/>
            <a:ext cx="9065290" cy="2952328"/>
          </a:xfrm>
          <a:prstGeom prst="rect">
            <a:avLst/>
          </a:prstGeom>
          <a:solidFill>
            <a:schemeClr val="bg1">
              <a:lumMod val="8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accent5"/>
                </a:solidFill>
              </a:rPr>
              <a:t>図表・グラフ・オブジェクトなどのコンテンツ</a:t>
            </a:r>
            <a:endParaRPr kumimoji="1" lang="ja-JP" altLang="en-US" sz="1200" dirty="0">
              <a:solidFill>
                <a:schemeClr val="accent5"/>
              </a:solidFill>
            </a:endParaRPr>
          </a:p>
        </p:txBody>
      </p:sp>
      <p:sp>
        <p:nvSpPr>
          <p:cNvPr id="16" name="テキスト ボックス 15">
            <a:extLst>
              <a:ext uri="{FF2B5EF4-FFF2-40B4-BE49-F238E27FC236}">
                <a16:creationId xmlns:a16="http://schemas.microsoft.com/office/drawing/2014/main" id="{118F67AC-1637-E257-1C99-BDA1B9BD8819}"/>
              </a:ext>
            </a:extLst>
          </p:cNvPr>
          <p:cNvSpPr txBox="1"/>
          <p:nvPr/>
        </p:nvSpPr>
        <p:spPr>
          <a:xfrm>
            <a:off x="5385048" y="6309503"/>
            <a:ext cx="4246923" cy="288147"/>
          </a:xfrm>
          <a:prstGeom prst="rect">
            <a:avLst/>
          </a:prstGeom>
          <a:noFill/>
        </p:spPr>
        <p:txBody>
          <a:bodyPr wrap="none" lIns="36000" tIns="36000" rIns="36000" bIns="36000" rtlCol="0" anchor="ctr">
            <a:spAutoFit/>
          </a:bodyPr>
          <a:lstStyle/>
          <a:p>
            <a:pPr>
              <a:spcBef>
                <a:spcPts val="600"/>
              </a:spcBef>
              <a:buSzPct val="100000"/>
            </a:pPr>
            <a:r>
              <a:rPr kumimoji="1" lang="ja-JP" altLang="en-US" sz="1400"/>
              <a:t>フォント：</a:t>
            </a:r>
            <a:r>
              <a:rPr kumimoji="1" lang="en-US" altLang="ja-JP" sz="1400" dirty="0"/>
              <a:t> </a:t>
            </a:r>
            <a:r>
              <a:rPr kumimoji="1" lang="en-US" altLang="ja-JP" sz="1400" dirty="0" err="1"/>
              <a:t>Meiryo</a:t>
            </a:r>
            <a:r>
              <a:rPr kumimoji="1" lang="en-US" altLang="ja-JP" sz="1400" dirty="0"/>
              <a:t> UI </a:t>
            </a:r>
            <a:r>
              <a:rPr kumimoji="1" lang="ja-JP" altLang="en-US" sz="1400"/>
              <a:t>　</a:t>
            </a:r>
            <a:r>
              <a:rPr kumimoji="1" lang="en-US" altLang="ja-JP" sz="1400" dirty="0"/>
              <a:t> </a:t>
            </a:r>
            <a:r>
              <a:rPr kumimoji="1" lang="ja-JP" altLang="en-US" sz="1400"/>
              <a:t>文字サイズ（タイトル以外）：</a:t>
            </a:r>
            <a:r>
              <a:rPr kumimoji="1" lang="en-US" altLang="ja-JP" sz="1400" dirty="0"/>
              <a:t>14pt</a:t>
            </a:r>
            <a:endParaRPr kumimoji="1" lang="ja-JP" altLang="en-US" sz="1400" dirty="0" err="1"/>
          </a:p>
        </p:txBody>
      </p:sp>
    </p:spTree>
    <p:extLst>
      <p:ext uri="{BB962C8B-B14F-4D97-AF65-F5344CB8AC3E}">
        <p14:creationId xmlns:p14="http://schemas.microsoft.com/office/powerpoint/2010/main" val="2051651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B378C673-9247-DC30-B623-957A8D573F53}"/>
              </a:ext>
            </a:extLst>
          </p:cNvPr>
          <p:cNvSpPr>
            <a:spLocks noGrp="1"/>
          </p:cNvSpPr>
          <p:nvPr>
            <p:ph type="body" sz="quarter" idx="16"/>
          </p:nvPr>
        </p:nvSpPr>
        <p:spPr/>
        <p:txBody>
          <a:bodyPr/>
          <a:lstStyle/>
          <a:p>
            <a:r>
              <a:rPr lang="ja-JP" altLang="en-US"/>
              <a:t>画像の引用の記載方法</a:t>
            </a:r>
          </a:p>
        </p:txBody>
      </p:sp>
      <p:grpSp>
        <p:nvGrpSpPr>
          <p:cNvPr id="19" name="グループ化 18">
            <a:extLst>
              <a:ext uri="{FF2B5EF4-FFF2-40B4-BE49-F238E27FC236}">
                <a16:creationId xmlns:a16="http://schemas.microsoft.com/office/drawing/2014/main" id="{898533AB-8255-0E9B-9CA7-6C65B652BAD8}"/>
              </a:ext>
            </a:extLst>
          </p:cNvPr>
          <p:cNvGrpSpPr/>
          <p:nvPr/>
        </p:nvGrpSpPr>
        <p:grpSpPr>
          <a:xfrm>
            <a:off x="2126054" y="1268760"/>
            <a:ext cx="6012668" cy="4808300"/>
            <a:chOff x="1676636" y="404664"/>
            <a:chExt cx="7579033" cy="5672396"/>
          </a:xfrm>
        </p:grpSpPr>
        <p:pic>
          <p:nvPicPr>
            <p:cNvPr id="9" name="図 8" descr="グラフィカル ユーザー インターフェイス&#10;&#10;AI 生成コンテンツは誤りを含む可能性があります。">
              <a:extLst>
                <a:ext uri="{FF2B5EF4-FFF2-40B4-BE49-F238E27FC236}">
                  <a16:creationId xmlns:a16="http://schemas.microsoft.com/office/drawing/2014/main" id="{C9C8C5EC-5544-C181-79D9-90A89C9F3CBB}"/>
                </a:ext>
              </a:extLst>
            </p:cNvPr>
            <p:cNvPicPr>
              <a:picLocks noChangeAspect="1"/>
            </p:cNvPicPr>
            <p:nvPr/>
          </p:nvPicPr>
          <p:blipFill>
            <a:blip r:embed="rId2"/>
            <a:stretch>
              <a:fillRect/>
            </a:stretch>
          </p:blipFill>
          <p:spPr>
            <a:xfrm>
              <a:off x="1676636" y="404664"/>
              <a:ext cx="6552728" cy="5672396"/>
            </a:xfrm>
            <a:prstGeom prst="rect">
              <a:avLst/>
            </a:prstGeom>
          </p:spPr>
        </p:pic>
        <p:grpSp>
          <p:nvGrpSpPr>
            <p:cNvPr id="18" name="グループ化 17">
              <a:extLst>
                <a:ext uri="{FF2B5EF4-FFF2-40B4-BE49-F238E27FC236}">
                  <a16:creationId xmlns:a16="http://schemas.microsoft.com/office/drawing/2014/main" id="{57C35CBD-2B34-DAFE-90B2-E4DFAD5AE3DD}"/>
                </a:ext>
              </a:extLst>
            </p:cNvPr>
            <p:cNvGrpSpPr/>
            <p:nvPr/>
          </p:nvGrpSpPr>
          <p:grpSpPr>
            <a:xfrm>
              <a:off x="2432720" y="5373216"/>
              <a:ext cx="6822949" cy="351922"/>
              <a:chOff x="2432720" y="5373216"/>
              <a:chExt cx="6822949" cy="351922"/>
            </a:xfrm>
          </p:grpSpPr>
          <p:cxnSp>
            <p:nvCxnSpPr>
              <p:cNvPr id="13" name="直線コネクタ 12">
                <a:extLst>
                  <a:ext uri="{FF2B5EF4-FFF2-40B4-BE49-F238E27FC236}">
                    <a16:creationId xmlns:a16="http://schemas.microsoft.com/office/drawing/2014/main" id="{1DB4DCAF-AADE-328A-E960-4004EA128D8E}"/>
                  </a:ext>
                </a:extLst>
              </p:cNvPr>
              <p:cNvCxnSpPr>
                <a:cxnSpLocks/>
              </p:cNvCxnSpPr>
              <p:nvPr/>
            </p:nvCxnSpPr>
            <p:spPr>
              <a:xfrm>
                <a:off x="3398839" y="5373216"/>
                <a:ext cx="3108321"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a16:creationId xmlns:a16="http://schemas.microsoft.com/office/drawing/2014/main" id="{003BCEBF-C240-A8EC-65FD-039AB4C006A3}"/>
                  </a:ext>
                </a:extLst>
              </p:cNvPr>
              <p:cNvSpPr txBox="1"/>
              <p:nvPr/>
            </p:nvSpPr>
            <p:spPr>
              <a:xfrm>
                <a:off x="2432720" y="5467769"/>
                <a:ext cx="6822949" cy="257369"/>
              </a:xfrm>
              <a:prstGeom prst="rect">
                <a:avLst/>
              </a:prstGeom>
              <a:noFill/>
            </p:spPr>
            <p:txBody>
              <a:bodyPr wrap="none" lIns="36000" tIns="36000" rIns="36000" bIns="36000" rtlCol="0" anchor="ctr">
                <a:spAutoFit/>
              </a:bodyPr>
              <a:lstStyle/>
              <a:p>
                <a:pPr>
                  <a:spcBef>
                    <a:spcPts val="600"/>
                  </a:spcBef>
                  <a:buSzPct val="100000"/>
                </a:pPr>
                <a:r>
                  <a:rPr kumimoji="1" lang="ja-JP" altLang="en-US" sz="1200">
                    <a:solidFill>
                      <a:schemeClr val="accent5"/>
                    </a:solidFill>
                  </a:rPr>
                  <a:t>記事には必ずキャプションを付ける。画像をそのまま引用する場合は引用先を記載し、リンクを埋め込む。</a:t>
                </a:r>
                <a:endParaRPr kumimoji="1" lang="ja-JP" altLang="en-US" sz="1200" dirty="0" err="1">
                  <a:solidFill>
                    <a:schemeClr val="accent5"/>
                  </a:solidFill>
                </a:endParaRPr>
              </a:p>
            </p:txBody>
          </p:sp>
        </p:grpSp>
      </p:grpSp>
      <p:sp>
        <p:nvSpPr>
          <p:cNvPr id="20" name="テキスト ボックス 19">
            <a:extLst>
              <a:ext uri="{FF2B5EF4-FFF2-40B4-BE49-F238E27FC236}">
                <a16:creationId xmlns:a16="http://schemas.microsoft.com/office/drawing/2014/main" id="{474640F1-DBCE-1320-C18B-7C35021D64BD}"/>
              </a:ext>
            </a:extLst>
          </p:cNvPr>
          <p:cNvSpPr txBox="1"/>
          <p:nvPr/>
        </p:nvSpPr>
        <p:spPr>
          <a:xfrm>
            <a:off x="560512" y="586802"/>
            <a:ext cx="1797534"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引用パターン</a:t>
            </a:r>
            <a:r>
              <a:rPr kumimoji="1" lang="en-US" altLang="ja-JP" sz="2000" b="1" dirty="0"/>
              <a:t>①</a:t>
            </a:r>
            <a:endParaRPr kumimoji="1" lang="ja-JP" altLang="en-US" sz="2000" b="1" dirty="0" err="1"/>
          </a:p>
        </p:txBody>
      </p:sp>
    </p:spTree>
    <p:extLst>
      <p:ext uri="{BB962C8B-B14F-4D97-AF65-F5344CB8AC3E}">
        <p14:creationId xmlns:p14="http://schemas.microsoft.com/office/powerpoint/2010/main" val="39728078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801FEB6B-90BC-DDF4-7FC2-32EBFCA493A2}"/>
              </a:ext>
            </a:extLst>
          </p:cNvPr>
          <p:cNvSpPr>
            <a:spLocks noGrp="1"/>
          </p:cNvSpPr>
          <p:nvPr>
            <p:ph type="body" sz="quarter" idx="16"/>
          </p:nvPr>
        </p:nvSpPr>
        <p:spPr/>
        <p:txBody>
          <a:bodyPr/>
          <a:lstStyle/>
          <a:p>
            <a:endParaRPr kumimoji="1" lang="ja-JP" altLang="en-US"/>
          </a:p>
        </p:txBody>
      </p:sp>
      <p:grpSp>
        <p:nvGrpSpPr>
          <p:cNvPr id="35" name="グループ化 34">
            <a:extLst>
              <a:ext uri="{FF2B5EF4-FFF2-40B4-BE49-F238E27FC236}">
                <a16:creationId xmlns:a16="http://schemas.microsoft.com/office/drawing/2014/main" id="{FBA6A381-1B62-A46A-E521-878690A2FAFE}"/>
              </a:ext>
            </a:extLst>
          </p:cNvPr>
          <p:cNvGrpSpPr/>
          <p:nvPr/>
        </p:nvGrpSpPr>
        <p:grpSpPr>
          <a:xfrm>
            <a:off x="415925" y="3014970"/>
            <a:ext cx="9065819" cy="1646877"/>
            <a:chOff x="415925" y="3014970"/>
            <a:chExt cx="9065819" cy="1646877"/>
          </a:xfrm>
        </p:grpSpPr>
        <p:grpSp>
          <p:nvGrpSpPr>
            <p:cNvPr id="9" name="グループ化 8">
              <a:extLst>
                <a:ext uri="{FF2B5EF4-FFF2-40B4-BE49-F238E27FC236}">
                  <a16:creationId xmlns:a16="http://schemas.microsoft.com/office/drawing/2014/main" id="{3DAEDE56-4F9A-54E9-62B2-783975198DD0}"/>
                </a:ext>
              </a:extLst>
            </p:cNvPr>
            <p:cNvGrpSpPr/>
            <p:nvPr/>
          </p:nvGrpSpPr>
          <p:grpSpPr>
            <a:xfrm>
              <a:off x="415925" y="3014970"/>
              <a:ext cx="9065819" cy="1646877"/>
              <a:chOff x="1785032" y="2778184"/>
              <a:chExt cx="5184000" cy="1484842"/>
            </a:xfrm>
            <a:solidFill>
              <a:schemeClr val="bg1"/>
            </a:solidFill>
          </p:grpSpPr>
          <p:sp>
            <p:nvSpPr>
              <p:cNvPr id="6" name="正方形/長方形 5">
                <a:extLst>
                  <a:ext uri="{FF2B5EF4-FFF2-40B4-BE49-F238E27FC236}">
                    <a16:creationId xmlns:a16="http://schemas.microsoft.com/office/drawing/2014/main" id="{B947E4A6-14EF-C5C7-830E-7D03D7C992F0}"/>
                  </a:ext>
                </a:extLst>
              </p:cNvPr>
              <p:cNvSpPr>
                <a:spLocks noChangeAspect="1"/>
              </p:cNvSpPr>
              <p:nvPr/>
            </p:nvSpPr>
            <p:spPr bwMode="gray">
              <a:xfrm>
                <a:off x="3513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7" name="正方形/長方形 6">
                <a:extLst>
                  <a:ext uri="{FF2B5EF4-FFF2-40B4-BE49-F238E27FC236}">
                    <a16:creationId xmlns:a16="http://schemas.microsoft.com/office/drawing/2014/main" id="{8FDAB569-82C4-19FF-2286-F048484592AF}"/>
                  </a:ext>
                </a:extLst>
              </p:cNvPr>
              <p:cNvSpPr>
                <a:spLocks noChangeAspect="1"/>
              </p:cNvSpPr>
              <p:nvPr/>
            </p:nvSpPr>
            <p:spPr bwMode="gray">
              <a:xfrm>
                <a:off x="5241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8" name="正方形/長方形 7">
                <a:extLst>
                  <a:ext uri="{FF2B5EF4-FFF2-40B4-BE49-F238E27FC236}">
                    <a16:creationId xmlns:a16="http://schemas.microsoft.com/office/drawing/2014/main" id="{28225162-544A-B45E-81A0-53589048C32D}"/>
                  </a:ext>
                </a:extLst>
              </p:cNvPr>
              <p:cNvSpPr>
                <a:spLocks noChangeAspect="1"/>
              </p:cNvSpPr>
              <p:nvPr/>
            </p:nvSpPr>
            <p:spPr bwMode="gray">
              <a:xfrm>
                <a:off x="1785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grpSp>
        <p:grpSp>
          <p:nvGrpSpPr>
            <p:cNvPr id="26" name="グループ化 25">
              <a:extLst>
                <a:ext uri="{FF2B5EF4-FFF2-40B4-BE49-F238E27FC236}">
                  <a16:creationId xmlns:a16="http://schemas.microsoft.com/office/drawing/2014/main" id="{DCD989C4-E030-6D3E-F2A6-B1CAC7F10687}"/>
                </a:ext>
              </a:extLst>
            </p:cNvPr>
            <p:cNvGrpSpPr/>
            <p:nvPr/>
          </p:nvGrpSpPr>
          <p:grpSpPr>
            <a:xfrm>
              <a:off x="424257" y="3024796"/>
              <a:ext cx="3005278" cy="1619969"/>
              <a:chOff x="424257" y="3033167"/>
              <a:chExt cx="3005278" cy="1619969"/>
            </a:xfrm>
          </p:grpSpPr>
          <p:sp>
            <p:nvSpPr>
              <p:cNvPr id="23" name="正方形/長方形 22">
                <a:extLst>
                  <a:ext uri="{FF2B5EF4-FFF2-40B4-BE49-F238E27FC236}">
                    <a16:creationId xmlns:a16="http://schemas.microsoft.com/office/drawing/2014/main" id="{8344F579-AAC9-C6EE-D4E8-9592C0C051E1}"/>
                  </a:ext>
                </a:extLst>
              </p:cNvPr>
              <p:cNvSpPr/>
              <p:nvPr/>
            </p:nvSpPr>
            <p:spPr bwMode="gray">
              <a:xfrm>
                <a:off x="424257" y="3033167"/>
                <a:ext cx="280272"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D</a:t>
                </a:r>
                <a:endParaRPr kumimoji="1" lang="ja-JP" altLang="en-US" sz="1600" dirty="0">
                  <a:solidFill>
                    <a:schemeClr val="bg1"/>
                  </a:solidFill>
                </a:endParaRPr>
              </a:p>
            </p:txBody>
          </p:sp>
          <p:sp>
            <p:nvSpPr>
              <p:cNvPr id="24" name="正方形/長方形 23">
                <a:extLst>
                  <a:ext uri="{FF2B5EF4-FFF2-40B4-BE49-F238E27FC236}">
                    <a16:creationId xmlns:a16="http://schemas.microsoft.com/office/drawing/2014/main" id="{9538E715-3059-F9D3-6F43-10E3C6C91DB4}"/>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25" name="正方形/長方形 24">
                <a:extLst>
                  <a:ext uri="{FF2B5EF4-FFF2-40B4-BE49-F238E27FC236}">
                    <a16:creationId xmlns:a16="http://schemas.microsoft.com/office/drawing/2014/main" id="{E4F4A97A-CD46-1909-5F6C-4C25C3E5889C}"/>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nvGrpSpPr>
            <p:cNvPr id="27" name="グループ化 26">
              <a:extLst>
                <a:ext uri="{FF2B5EF4-FFF2-40B4-BE49-F238E27FC236}">
                  <a16:creationId xmlns:a16="http://schemas.microsoft.com/office/drawing/2014/main" id="{D57BC96C-C9D9-D6E3-40E3-57BB6C61D021}"/>
                </a:ext>
              </a:extLst>
            </p:cNvPr>
            <p:cNvGrpSpPr/>
            <p:nvPr/>
          </p:nvGrpSpPr>
          <p:grpSpPr>
            <a:xfrm>
              <a:off x="3443774" y="3024796"/>
              <a:ext cx="3003535" cy="1619969"/>
              <a:chOff x="426000" y="3033167"/>
              <a:chExt cx="3003535" cy="1619969"/>
            </a:xfrm>
          </p:grpSpPr>
          <p:sp>
            <p:nvSpPr>
              <p:cNvPr id="29" name="正方形/長方形 28">
                <a:extLst>
                  <a:ext uri="{FF2B5EF4-FFF2-40B4-BE49-F238E27FC236}">
                    <a16:creationId xmlns:a16="http://schemas.microsoft.com/office/drawing/2014/main" id="{D2CB6C56-AE7D-D682-B15D-005EA9E3BC35}"/>
                  </a:ext>
                </a:extLst>
              </p:cNvPr>
              <p:cNvSpPr/>
              <p:nvPr/>
            </p:nvSpPr>
            <p:spPr bwMode="gray">
              <a:xfrm>
                <a:off x="426000" y="3033167"/>
                <a:ext cx="3003535" cy="323825"/>
              </a:xfrm>
              <a:prstGeom prst="rect">
                <a:avLst/>
              </a:prstGeom>
              <a:solidFill>
                <a:schemeClr val="accent5"/>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600" dirty="0">
                  <a:solidFill>
                    <a:schemeClr val="bg1"/>
                  </a:solidFill>
                </a:endParaRPr>
              </a:p>
            </p:txBody>
          </p:sp>
          <p:sp>
            <p:nvSpPr>
              <p:cNvPr id="30" name="正方形/長方形 29">
                <a:extLst>
                  <a:ext uri="{FF2B5EF4-FFF2-40B4-BE49-F238E27FC236}">
                    <a16:creationId xmlns:a16="http://schemas.microsoft.com/office/drawing/2014/main" id="{8CD16E91-5574-A551-BD27-7AB363CFB773}"/>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nvGrpSpPr>
            <p:cNvPr id="31" name="グループ化 30">
              <a:extLst>
                <a:ext uri="{FF2B5EF4-FFF2-40B4-BE49-F238E27FC236}">
                  <a16:creationId xmlns:a16="http://schemas.microsoft.com/office/drawing/2014/main" id="{383E8F6A-B110-3051-9168-E699AF0EFCE6}"/>
                </a:ext>
              </a:extLst>
            </p:cNvPr>
            <p:cNvGrpSpPr/>
            <p:nvPr/>
          </p:nvGrpSpPr>
          <p:grpSpPr>
            <a:xfrm>
              <a:off x="6470217" y="3024796"/>
              <a:ext cx="3001114" cy="1619969"/>
              <a:chOff x="428421" y="3033167"/>
              <a:chExt cx="3001114" cy="1619969"/>
            </a:xfrm>
          </p:grpSpPr>
          <p:sp>
            <p:nvSpPr>
              <p:cNvPr id="32" name="正方形/長方形 31">
                <a:extLst>
                  <a:ext uri="{FF2B5EF4-FFF2-40B4-BE49-F238E27FC236}">
                    <a16:creationId xmlns:a16="http://schemas.microsoft.com/office/drawing/2014/main" id="{3EFCE479-44A5-BAAB-6E2B-CEF271257DFA}"/>
                  </a:ext>
                </a:extLst>
              </p:cNvPr>
              <p:cNvSpPr/>
              <p:nvPr/>
            </p:nvSpPr>
            <p:spPr bwMode="gray">
              <a:xfrm>
                <a:off x="428421" y="3033167"/>
                <a:ext cx="276107"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E</a:t>
                </a:r>
                <a:endParaRPr kumimoji="1" lang="ja-JP" altLang="en-US" sz="1600" dirty="0">
                  <a:solidFill>
                    <a:schemeClr val="bg1"/>
                  </a:solidFill>
                </a:endParaRPr>
              </a:p>
            </p:txBody>
          </p:sp>
          <p:sp>
            <p:nvSpPr>
              <p:cNvPr id="33" name="正方形/長方形 32">
                <a:extLst>
                  <a:ext uri="{FF2B5EF4-FFF2-40B4-BE49-F238E27FC236}">
                    <a16:creationId xmlns:a16="http://schemas.microsoft.com/office/drawing/2014/main" id="{475DEA22-09C0-E4F5-341E-E23A5E73426B}"/>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34" name="正方形/長方形 33">
                <a:extLst>
                  <a:ext uri="{FF2B5EF4-FFF2-40B4-BE49-F238E27FC236}">
                    <a16:creationId xmlns:a16="http://schemas.microsoft.com/office/drawing/2014/main" id="{5C913990-25AC-4E53-2F84-7328C35945CD}"/>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grpSp>
        <p:nvGrpSpPr>
          <p:cNvPr id="36" name="グループ化 35">
            <a:extLst>
              <a:ext uri="{FF2B5EF4-FFF2-40B4-BE49-F238E27FC236}">
                <a16:creationId xmlns:a16="http://schemas.microsoft.com/office/drawing/2014/main" id="{46E88BAB-5BDD-4A1B-FD77-B597A40B11F1}"/>
              </a:ext>
            </a:extLst>
          </p:cNvPr>
          <p:cNvGrpSpPr/>
          <p:nvPr/>
        </p:nvGrpSpPr>
        <p:grpSpPr>
          <a:xfrm>
            <a:off x="415925" y="4671673"/>
            <a:ext cx="9065819" cy="1646877"/>
            <a:chOff x="415925" y="3014970"/>
            <a:chExt cx="9065819" cy="1646877"/>
          </a:xfrm>
        </p:grpSpPr>
        <p:grpSp>
          <p:nvGrpSpPr>
            <p:cNvPr id="37" name="グループ化 36">
              <a:extLst>
                <a:ext uri="{FF2B5EF4-FFF2-40B4-BE49-F238E27FC236}">
                  <a16:creationId xmlns:a16="http://schemas.microsoft.com/office/drawing/2014/main" id="{316B1BB7-DD47-19F4-FBBC-1DF9AFBFA53B}"/>
                </a:ext>
              </a:extLst>
            </p:cNvPr>
            <p:cNvGrpSpPr/>
            <p:nvPr/>
          </p:nvGrpSpPr>
          <p:grpSpPr>
            <a:xfrm>
              <a:off x="415925" y="3014970"/>
              <a:ext cx="9065819" cy="1646877"/>
              <a:chOff x="1785032" y="2778184"/>
              <a:chExt cx="5184000" cy="1484842"/>
            </a:xfrm>
            <a:solidFill>
              <a:schemeClr val="bg1"/>
            </a:solidFill>
          </p:grpSpPr>
          <p:sp>
            <p:nvSpPr>
              <p:cNvPr id="50" name="正方形/長方形 49">
                <a:extLst>
                  <a:ext uri="{FF2B5EF4-FFF2-40B4-BE49-F238E27FC236}">
                    <a16:creationId xmlns:a16="http://schemas.microsoft.com/office/drawing/2014/main" id="{37038076-5524-AA80-04FC-510CC5358287}"/>
                  </a:ext>
                </a:extLst>
              </p:cNvPr>
              <p:cNvSpPr>
                <a:spLocks noChangeAspect="1"/>
              </p:cNvSpPr>
              <p:nvPr/>
            </p:nvSpPr>
            <p:spPr bwMode="gray">
              <a:xfrm>
                <a:off x="3513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51" name="正方形/長方形 50">
                <a:extLst>
                  <a:ext uri="{FF2B5EF4-FFF2-40B4-BE49-F238E27FC236}">
                    <a16:creationId xmlns:a16="http://schemas.microsoft.com/office/drawing/2014/main" id="{96D08E23-D688-DC6C-20EC-8D10E4A204C6}"/>
                  </a:ext>
                </a:extLst>
              </p:cNvPr>
              <p:cNvSpPr>
                <a:spLocks noChangeAspect="1"/>
              </p:cNvSpPr>
              <p:nvPr/>
            </p:nvSpPr>
            <p:spPr bwMode="gray">
              <a:xfrm>
                <a:off x="5241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52" name="正方形/長方形 51">
                <a:extLst>
                  <a:ext uri="{FF2B5EF4-FFF2-40B4-BE49-F238E27FC236}">
                    <a16:creationId xmlns:a16="http://schemas.microsoft.com/office/drawing/2014/main" id="{09272870-4381-D736-EA74-38EE10762DC4}"/>
                  </a:ext>
                </a:extLst>
              </p:cNvPr>
              <p:cNvSpPr>
                <a:spLocks noChangeAspect="1"/>
              </p:cNvSpPr>
              <p:nvPr/>
            </p:nvSpPr>
            <p:spPr bwMode="gray">
              <a:xfrm>
                <a:off x="1785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grpSp>
        <p:grpSp>
          <p:nvGrpSpPr>
            <p:cNvPr id="38" name="グループ化 37">
              <a:extLst>
                <a:ext uri="{FF2B5EF4-FFF2-40B4-BE49-F238E27FC236}">
                  <a16:creationId xmlns:a16="http://schemas.microsoft.com/office/drawing/2014/main" id="{CEF9775D-0BB4-D0BB-6546-DF100F63809C}"/>
                </a:ext>
              </a:extLst>
            </p:cNvPr>
            <p:cNvGrpSpPr/>
            <p:nvPr/>
          </p:nvGrpSpPr>
          <p:grpSpPr>
            <a:xfrm>
              <a:off x="415925" y="3024796"/>
              <a:ext cx="3013610" cy="1619969"/>
              <a:chOff x="415925" y="3033167"/>
              <a:chExt cx="3013610" cy="1619969"/>
            </a:xfrm>
          </p:grpSpPr>
          <p:sp>
            <p:nvSpPr>
              <p:cNvPr id="47" name="正方形/長方形 46">
                <a:extLst>
                  <a:ext uri="{FF2B5EF4-FFF2-40B4-BE49-F238E27FC236}">
                    <a16:creationId xmlns:a16="http://schemas.microsoft.com/office/drawing/2014/main" id="{78CE3229-438E-DA73-A76A-E36759FA3AC0}"/>
                  </a:ext>
                </a:extLst>
              </p:cNvPr>
              <p:cNvSpPr/>
              <p:nvPr/>
            </p:nvSpPr>
            <p:spPr bwMode="gray">
              <a:xfrm>
                <a:off x="415925" y="3033167"/>
                <a:ext cx="288603"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F</a:t>
                </a:r>
                <a:endParaRPr kumimoji="1" lang="ja-JP" altLang="en-US" sz="1600" dirty="0">
                  <a:solidFill>
                    <a:schemeClr val="bg1"/>
                  </a:solidFill>
                </a:endParaRPr>
              </a:p>
            </p:txBody>
          </p:sp>
          <p:sp>
            <p:nvSpPr>
              <p:cNvPr id="48" name="正方形/長方形 47">
                <a:extLst>
                  <a:ext uri="{FF2B5EF4-FFF2-40B4-BE49-F238E27FC236}">
                    <a16:creationId xmlns:a16="http://schemas.microsoft.com/office/drawing/2014/main" id="{F1B6EA45-109B-437E-655A-402DC5D6A68F}"/>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49" name="正方形/長方形 48">
                <a:extLst>
                  <a:ext uri="{FF2B5EF4-FFF2-40B4-BE49-F238E27FC236}">
                    <a16:creationId xmlns:a16="http://schemas.microsoft.com/office/drawing/2014/main" id="{82ED97B1-CCD1-3FDC-99EA-B1DB6038919F}"/>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nvGrpSpPr>
            <p:cNvPr id="39" name="グループ化 38">
              <a:extLst>
                <a:ext uri="{FF2B5EF4-FFF2-40B4-BE49-F238E27FC236}">
                  <a16:creationId xmlns:a16="http://schemas.microsoft.com/office/drawing/2014/main" id="{F0747231-4768-DEBF-B2F2-6C8D3F4ACF86}"/>
                </a:ext>
              </a:extLst>
            </p:cNvPr>
            <p:cNvGrpSpPr/>
            <p:nvPr/>
          </p:nvGrpSpPr>
          <p:grpSpPr>
            <a:xfrm>
              <a:off x="3446195" y="3024796"/>
              <a:ext cx="3001114" cy="1619969"/>
              <a:chOff x="428421" y="3033167"/>
              <a:chExt cx="3001114" cy="1619969"/>
            </a:xfrm>
          </p:grpSpPr>
          <p:sp>
            <p:nvSpPr>
              <p:cNvPr id="44" name="正方形/長方形 43">
                <a:extLst>
                  <a:ext uri="{FF2B5EF4-FFF2-40B4-BE49-F238E27FC236}">
                    <a16:creationId xmlns:a16="http://schemas.microsoft.com/office/drawing/2014/main" id="{8D6D249B-980B-06E2-B0A2-1EC9D01197DC}"/>
                  </a:ext>
                </a:extLst>
              </p:cNvPr>
              <p:cNvSpPr/>
              <p:nvPr/>
            </p:nvSpPr>
            <p:spPr bwMode="gray">
              <a:xfrm>
                <a:off x="428421" y="3033167"/>
                <a:ext cx="276107"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G</a:t>
                </a:r>
                <a:endParaRPr kumimoji="1" lang="ja-JP" altLang="en-US" sz="1600" dirty="0">
                  <a:solidFill>
                    <a:schemeClr val="bg1"/>
                  </a:solidFill>
                </a:endParaRPr>
              </a:p>
            </p:txBody>
          </p:sp>
          <p:sp>
            <p:nvSpPr>
              <p:cNvPr id="45" name="正方形/長方形 44">
                <a:extLst>
                  <a:ext uri="{FF2B5EF4-FFF2-40B4-BE49-F238E27FC236}">
                    <a16:creationId xmlns:a16="http://schemas.microsoft.com/office/drawing/2014/main" id="{54A7B275-B1B7-C91A-F39D-F90EE4084BA1}"/>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46" name="正方形/長方形 45">
                <a:extLst>
                  <a:ext uri="{FF2B5EF4-FFF2-40B4-BE49-F238E27FC236}">
                    <a16:creationId xmlns:a16="http://schemas.microsoft.com/office/drawing/2014/main" id="{5FF6D19B-BCA5-3816-82B6-5ADEA893025C}"/>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nvGrpSpPr>
            <p:cNvPr id="40" name="グループ化 39">
              <a:extLst>
                <a:ext uri="{FF2B5EF4-FFF2-40B4-BE49-F238E27FC236}">
                  <a16:creationId xmlns:a16="http://schemas.microsoft.com/office/drawing/2014/main" id="{F6C38207-1C84-7B89-974F-6B2C7F3CF549}"/>
                </a:ext>
              </a:extLst>
            </p:cNvPr>
            <p:cNvGrpSpPr/>
            <p:nvPr/>
          </p:nvGrpSpPr>
          <p:grpSpPr>
            <a:xfrm>
              <a:off x="6470217" y="3024796"/>
              <a:ext cx="3001114" cy="1619969"/>
              <a:chOff x="428421" y="3033167"/>
              <a:chExt cx="3001114" cy="1619969"/>
            </a:xfrm>
          </p:grpSpPr>
          <p:sp>
            <p:nvSpPr>
              <p:cNvPr id="41" name="正方形/長方形 40">
                <a:extLst>
                  <a:ext uri="{FF2B5EF4-FFF2-40B4-BE49-F238E27FC236}">
                    <a16:creationId xmlns:a16="http://schemas.microsoft.com/office/drawing/2014/main" id="{3BA6CFA8-104B-56D6-AE44-0329A54DC165}"/>
                  </a:ext>
                </a:extLst>
              </p:cNvPr>
              <p:cNvSpPr/>
              <p:nvPr/>
            </p:nvSpPr>
            <p:spPr bwMode="gray">
              <a:xfrm>
                <a:off x="428421" y="3033167"/>
                <a:ext cx="276107"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H</a:t>
                </a:r>
                <a:endParaRPr kumimoji="1" lang="ja-JP" altLang="en-US" sz="1600" dirty="0">
                  <a:solidFill>
                    <a:schemeClr val="bg1"/>
                  </a:solidFill>
                </a:endParaRPr>
              </a:p>
            </p:txBody>
          </p:sp>
          <p:sp>
            <p:nvSpPr>
              <p:cNvPr id="42" name="正方形/長方形 41">
                <a:extLst>
                  <a:ext uri="{FF2B5EF4-FFF2-40B4-BE49-F238E27FC236}">
                    <a16:creationId xmlns:a16="http://schemas.microsoft.com/office/drawing/2014/main" id="{E3D5BDCB-6AE3-86C6-4432-D522E63E18BD}"/>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43" name="正方形/長方形 42">
                <a:extLst>
                  <a:ext uri="{FF2B5EF4-FFF2-40B4-BE49-F238E27FC236}">
                    <a16:creationId xmlns:a16="http://schemas.microsoft.com/office/drawing/2014/main" id="{5D226AEB-BD73-95E3-1262-A38A87B47ADB}"/>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grpSp>
        <p:nvGrpSpPr>
          <p:cNvPr id="53" name="グループ化 52">
            <a:extLst>
              <a:ext uri="{FF2B5EF4-FFF2-40B4-BE49-F238E27FC236}">
                <a16:creationId xmlns:a16="http://schemas.microsoft.com/office/drawing/2014/main" id="{A6757FE2-0517-D52B-6352-80BA57539369}"/>
              </a:ext>
            </a:extLst>
          </p:cNvPr>
          <p:cNvGrpSpPr/>
          <p:nvPr/>
        </p:nvGrpSpPr>
        <p:grpSpPr>
          <a:xfrm>
            <a:off x="403431" y="1351011"/>
            <a:ext cx="9078313" cy="1646877"/>
            <a:chOff x="403431" y="3014970"/>
            <a:chExt cx="9078313" cy="1646877"/>
          </a:xfrm>
        </p:grpSpPr>
        <p:grpSp>
          <p:nvGrpSpPr>
            <p:cNvPr id="54" name="グループ化 53">
              <a:extLst>
                <a:ext uri="{FF2B5EF4-FFF2-40B4-BE49-F238E27FC236}">
                  <a16:creationId xmlns:a16="http://schemas.microsoft.com/office/drawing/2014/main" id="{659DFC5B-4833-C3CE-2B68-DF4030838D18}"/>
                </a:ext>
              </a:extLst>
            </p:cNvPr>
            <p:cNvGrpSpPr/>
            <p:nvPr/>
          </p:nvGrpSpPr>
          <p:grpSpPr>
            <a:xfrm>
              <a:off x="415925" y="3014970"/>
              <a:ext cx="9065819" cy="1646877"/>
              <a:chOff x="1785032" y="2778184"/>
              <a:chExt cx="5184000" cy="1484842"/>
            </a:xfrm>
            <a:solidFill>
              <a:schemeClr val="bg1"/>
            </a:solidFill>
          </p:grpSpPr>
          <p:sp>
            <p:nvSpPr>
              <p:cNvPr id="67" name="正方形/長方形 66">
                <a:extLst>
                  <a:ext uri="{FF2B5EF4-FFF2-40B4-BE49-F238E27FC236}">
                    <a16:creationId xmlns:a16="http://schemas.microsoft.com/office/drawing/2014/main" id="{02F03575-B308-6123-A7A2-9554AAC366D6}"/>
                  </a:ext>
                </a:extLst>
              </p:cNvPr>
              <p:cNvSpPr>
                <a:spLocks noChangeAspect="1"/>
              </p:cNvSpPr>
              <p:nvPr/>
            </p:nvSpPr>
            <p:spPr bwMode="gray">
              <a:xfrm>
                <a:off x="3513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68" name="正方形/長方形 67">
                <a:extLst>
                  <a:ext uri="{FF2B5EF4-FFF2-40B4-BE49-F238E27FC236}">
                    <a16:creationId xmlns:a16="http://schemas.microsoft.com/office/drawing/2014/main" id="{52B9A68E-5A67-927F-B238-746FA496B05D}"/>
                  </a:ext>
                </a:extLst>
              </p:cNvPr>
              <p:cNvSpPr>
                <a:spLocks noChangeAspect="1"/>
              </p:cNvSpPr>
              <p:nvPr/>
            </p:nvSpPr>
            <p:spPr bwMode="gray">
              <a:xfrm>
                <a:off x="5241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69" name="正方形/長方形 68">
                <a:extLst>
                  <a:ext uri="{FF2B5EF4-FFF2-40B4-BE49-F238E27FC236}">
                    <a16:creationId xmlns:a16="http://schemas.microsoft.com/office/drawing/2014/main" id="{3E4381A6-BE36-14C7-65EF-316AE512194C}"/>
                  </a:ext>
                </a:extLst>
              </p:cNvPr>
              <p:cNvSpPr>
                <a:spLocks noChangeAspect="1"/>
              </p:cNvSpPr>
              <p:nvPr/>
            </p:nvSpPr>
            <p:spPr bwMode="gray">
              <a:xfrm>
                <a:off x="1785032" y="2778184"/>
                <a:ext cx="1728000" cy="1484842"/>
              </a:xfrm>
              <a:prstGeom prst="rect">
                <a:avLst/>
              </a:prstGeom>
              <a:grpFill/>
              <a:ln w="19050" algn="ctr">
                <a:solidFill>
                  <a:schemeClr val="tx1">
                    <a:lumMod val="65000"/>
                    <a:lumOff val="35000"/>
                  </a:schemeClr>
                </a:solid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grpSp>
        <p:grpSp>
          <p:nvGrpSpPr>
            <p:cNvPr id="55" name="グループ化 54">
              <a:extLst>
                <a:ext uri="{FF2B5EF4-FFF2-40B4-BE49-F238E27FC236}">
                  <a16:creationId xmlns:a16="http://schemas.microsoft.com/office/drawing/2014/main" id="{C0F71019-0BFC-B2C5-9AEE-95376A55D4B1}"/>
                </a:ext>
              </a:extLst>
            </p:cNvPr>
            <p:cNvGrpSpPr/>
            <p:nvPr/>
          </p:nvGrpSpPr>
          <p:grpSpPr>
            <a:xfrm>
              <a:off x="403431" y="3024796"/>
              <a:ext cx="3026104" cy="1619969"/>
              <a:chOff x="403431" y="3033167"/>
              <a:chExt cx="3026104" cy="1619969"/>
            </a:xfrm>
          </p:grpSpPr>
          <p:sp>
            <p:nvSpPr>
              <p:cNvPr id="64" name="正方形/長方形 63">
                <a:extLst>
                  <a:ext uri="{FF2B5EF4-FFF2-40B4-BE49-F238E27FC236}">
                    <a16:creationId xmlns:a16="http://schemas.microsoft.com/office/drawing/2014/main" id="{D048F83B-DC43-8719-CCD3-A42B61129890}"/>
                  </a:ext>
                </a:extLst>
              </p:cNvPr>
              <p:cNvSpPr/>
              <p:nvPr/>
            </p:nvSpPr>
            <p:spPr bwMode="gray">
              <a:xfrm>
                <a:off x="403431" y="3033167"/>
                <a:ext cx="301098"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A</a:t>
                </a:r>
                <a:endParaRPr kumimoji="1" lang="ja-JP" altLang="en-US" sz="1600" dirty="0">
                  <a:solidFill>
                    <a:schemeClr val="bg1"/>
                  </a:solidFill>
                </a:endParaRPr>
              </a:p>
            </p:txBody>
          </p:sp>
          <p:sp>
            <p:nvSpPr>
              <p:cNvPr id="65" name="正方形/長方形 64">
                <a:extLst>
                  <a:ext uri="{FF2B5EF4-FFF2-40B4-BE49-F238E27FC236}">
                    <a16:creationId xmlns:a16="http://schemas.microsoft.com/office/drawing/2014/main" id="{6F39E6C7-C78C-1536-273F-5A59B347059C}"/>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66" name="正方形/長方形 65">
                <a:extLst>
                  <a:ext uri="{FF2B5EF4-FFF2-40B4-BE49-F238E27FC236}">
                    <a16:creationId xmlns:a16="http://schemas.microsoft.com/office/drawing/2014/main" id="{D5FF8666-0AD0-6B23-0B97-28F77ABCD15F}"/>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nvGrpSpPr>
            <p:cNvPr id="56" name="グループ化 55">
              <a:extLst>
                <a:ext uri="{FF2B5EF4-FFF2-40B4-BE49-F238E27FC236}">
                  <a16:creationId xmlns:a16="http://schemas.microsoft.com/office/drawing/2014/main" id="{D82A4CF6-618C-86A8-F54D-88447B1C05F9}"/>
                </a:ext>
              </a:extLst>
            </p:cNvPr>
            <p:cNvGrpSpPr/>
            <p:nvPr/>
          </p:nvGrpSpPr>
          <p:grpSpPr>
            <a:xfrm>
              <a:off x="3446195" y="3024796"/>
              <a:ext cx="3001114" cy="1619969"/>
              <a:chOff x="428421" y="3033167"/>
              <a:chExt cx="3001114" cy="1619969"/>
            </a:xfrm>
          </p:grpSpPr>
          <p:sp>
            <p:nvSpPr>
              <p:cNvPr id="61" name="正方形/長方形 60">
                <a:extLst>
                  <a:ext uri="{FF2B5EF4-FFF2-40B4-BE49-F238E27FC236}">
                    <a16:creationId xmlns:a16="http://schemas.microsoft.com/office/drawing/2014/main" id="{B51F04BD-7434-F5BA-AAF1-A3752855373A}"/>
                  </a:ext>
                </a:extLst>
              </p:cNvPr>
              <p:cNvSpPr/>
              <p:nvPr/>
            </p:nvSpPr>
            <p:spPr bwMode="gray">
              <a:xfrm>
                <a:off x="428421" y="3033167"/>
                <a:ext cx="276107"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B</a:t>
                </a:r>
                <a:endParaRPr kumimoji="1" lang="ja-JP" altLang="en-US" sz="1600" dirty="0">
                  <a:solidFill>
                    <a:schemeClr val="bg1"/>
                  </a:solidFill>
                </a:endParaRPr>
              </a:p>
            </p:txBody>
          </p:sp>
          <p:sp>
            <p:nvSpPr>
              <p:cNvPr id="62" name="正方形/長方形 61">
                <a:extLst>
                  <a:ext uri="{FF2B5EF4-FFF2-40B4-BE49-F238E27FC236}">
                    <a16:creationId xmlns:a16="http://schemas.microsoft.com/office/drawing/2014/main" id="{8A1B8333-F461-ABD2-DA7F-7661958CDD49}"/>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63" name="正方形/長方形 62">
                <a:extLst>
                  <a:ext uri="{FF2B5EF4-FFF2-40B4-BE49-F238E27FC236}">
                    <a16:creationId xmlns:a16="http://schemas.microsoft.com/office/drawing/2014/main" id="{C98558D6-7605-183B-EE78-C93E9AB53CD8}"/>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nvGrpSpPr>
            <p:cNvPr id="57" name="グループ化 56">
              <a:extLst>
                <a:ext uri="{FF2B5EF4-FFF2-40B4-BE49-F238E27FC236}">
                  <a16:creationId xmlns:a16="http://schemas.microsoft.com/office/drawing/2014/main" id="{982B15EF-8E40-536D-BFF1-C6AD7464B343}"/>
                </a:ext>
              </a:extLst>
            </p:cNvPr>
            <p:cNvGrpSpPr/>
            <p:nvPr/>
          </p:nvGrpSpPr>
          <p:grpSpPr>
            <a:xfrm>
              <a:off x="6470217" y="3024796"/>
              <a:ext cx="3001114" cy="1619969"/>
              <a:chOff x="428421" y="3033167"/>
              <a:chExt cx="3001114" cy="1619969"/>
            </a:xfrm>
          </p:grpSpPr>
          <p:sp>
            <p:nvSpPr>
              <p:cNvPr id="58" name="正方形/長方形 57">
                <a:extLst>
                  <a:ext uri="{FF2B5EF4-FFF2-40B4-BE49-F238E27FC236}">
                    <a16:creationId xmlns:a16="http://schemas.microsoft.com/office/drawing/2014/main" id="{D0FD6115-FB26-3E78-A6FC-0A070C354871}"/>
                  </a:ext>
                </a:extLst>
              </p:cNvPr>
              <p:cNvSpPr/>
              <p:nvPr/>
            </p:nvSpPr>
            <p:spPr bwMode="gray">
              <a:xfrm>
                <a:off x="428421" y="3033167"/>
                <a:ext cx="276107" cy="323825"/>
              </a:xfrm>
              <a:prstGeom prst="rect">
                <a:avLst/>
              </a:prstGeom>
              <a:solidFill>
                <a:schemeClr val="tx1">
                  <a:lumMod val="65000"/>
                  <a:lumOff val="35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C</a:t>
                </a:r>
                <a:endParaRPr kumimoji="1" lang="ja-JP" altLang="en-US" sz="1600" dirty="0">
                  <a:solidFill>
                    <a:schemeClr val="bg1"/>
                  </a:solidFill>
                </a:endParaRPr>
              </a:p>
            </p:txBody>
          </p:sp>
          <p:sp>
            <p:nvSpPr>
              <p:cNvPr id="59" name="正方形/長方形 58">
                <a:extLst>
                  <a:ext uri="{FF2B5EF4-FFF2-40B4-BE49-F238E27FC236}">
                    <a16:creationId xmlns:a16="http://schemas.microsoft.com/office/drawing/2014/main" id="{3DFE8EB9-5089-83D1-48AF-E8A6D7A577D9}"/>
                  </a:ext>
                </a:extLst>
              </p:cNvPr>
              <p:cNvSpPr/>
              <p:nvPr/>
            </p:nvSpPr>
            <p:spPr bwMode="gray">
              <a:xfrm>
                <a:off x="704528" y="3033167"/>
                <a:ext cx="2725007" cy="323825"/>
              </a:xfrm>
              <a:prstGeom prst="rect">
                <a:avLst/>
              </a:prstGeom>
              <a:solidFill>
                <a:schemeClr val="accent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600" dirty="0">
                    <a:solidFill>
                      <a:schemeClr val="bg1"/>
                    </a:solidFill>
                  </a:rPr>
                  <a:t>XXX</a:t>
                </a:r>
                <a:endParaRPr kumimoji="1" lang="ja-JP" altLang="en-US" sz="1600" dirty="0">
                  <a:solidFill>
                    <a:schemeClr val="bg1"/>
                  </a:solidFill>
                </a:endParaRPr>
              </a:p>
            </p:txBody>
          </p:sp>
          <p:sp>
            <p:nvSpPr>
              <p:cNvPr id="60" name="正方形/長方形 59">
                <a:extLst>
                  <a:ext uri="{FF2B5EF4-FFF2-40B4-BE49-F238E27FC236}">
                    <a16:creationId xmlns:a16="http://schemas.microsoft.com/office/drawing/2014/main" id="{490DF772-BC17-819E-11E5-26293F8294DC}"/>
                  </a:ext>
                </a:extLst>
              </p:cNvPr>
              <p:cNvSpPr/>
              <p:nvPr/>
            </p:nvSpPr>
            <p:spPr bwMode="gray">
              <a:xfrm>
                <a:off x="430166" y="3356992"/>
                <a:ext cx="2999369" cy="1296144"/>
              </a:xfrm>
              <a:prstGeom prst="rect">
                <a:avLst/>
              </a:prstGeom>
              <a:solidFill>
                <a:schemeClr val="bg1"/>
              </a:solidFill>
              <a:ln w="12700" algn="ctr">
                <a:noFill/>
                <a:miter lim="800000"/>
                <a:headEnd/>
                <a:tailEnd/>
              </a:ln>
            </p:spPr>
            <p:txBody>
              <a:bodyPr wrap="square" lIns="88900" tIns="88900" rIns="88900" bIns="88900" rtlCol="0" anchor="ctr"/>
              <a:lstStyle/>
              <a:p>
                <a:pPr marL="134938" indent="-134938">
                  <a:buFont typeface="Arial" panose="020B0604020202020204" pitchFamily="34" charset="0"/>
                  <a:buChar char="•"/>
                </a:pPr>
                <a:r>
                  <a:rPr kumimoji="1" lang="en-US" altLang="ja-JP" sz="1600" dirty="0"/>
                  <a:t>A</a:t>
                </a:r>
                <a:endParaRPr kumimoji="1" lang="ja-JP" altLang="en-US" sz="1600" dirty="0"/>
              </a:p>
            </p:txBody>
          </p:sp>
        </p:grpSp>
      </p:grpSp>
    </p:spTree>
    <p:extLst>
      <p:ext uri="{BB962C8B-B14F-4D97-AF65-F5344CB8AC3E}">
        <p14:creationId xmlns:p14="http://schemas.microsoft.com/office/powerpoint/2010/main" val="1159534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9D5B6-1583-B299-63C0-B0E8840EF952}"/>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3F62353-14E5-A984-740E-4CCD6526D725}"/>
              </a:ext>
            </a:extLst>
          </p:cNvPr>
          <p:cNvSpPr>
            <a:spLocks noGrp="1"/>
          </p:cNvSpPr>
          <p:nvPr>
            <p:ph type="body" sz="quarter" idx="16"/>
          </p:nvPr>
        </p:nvSpPr>
        <p:spPr/>
        <p:txBody>
          <a:bodyPr/>
          <a:lstStyle/>
          <a:p>
            <a:r>
              <a:rPr lang="ja-JP" altLang="en-US"/>
              <a:t>画像の引用の記載方法</a:t>
            </a:r>
          </a:p>
        </p:txBody>
      </p:sp>
      <p:grpSp>
        <p:nvGrpSpPr>
          <p:cNvPr id="17" name="グループ化 16">
            <a:extLst>
              <a:ext uri="{FF2B5EF4-FFF2-40B4-BE49-F238E27FC236}">
                <a16:creationId xmlns:a16="http://schemas.microsoft.com/office/drawing/2014/main" id="{F1C4DCFC-2891-1141-8597-FD163FC95F2A}"/>
              </a:ext>
            </a:extLst>
          </p:cNvPr>
          <p:cNvGrpSpPr/>
          <p:nvPr/>
        </p:nvGrpSpPr>
        <p:grpSpPr>
          <a:xfrm>
            <a:off x="2216696" y="692696"/>
            <a:ext cx="6012668" cy="5328468"/>
            <a:chOff x="1784648" y="1484313"/>
            <a:chExt cx="4383842" cy="4018058"/>
          </a:xfrm>
        </p:grpSpPr>
        <p:cxnSp>
          <p:nvCxnSpPr>
            <p:cNvPr id="7" name="直線コネクタ 6">
              <a:extLst>
                <a:ext uri="{FF2B5EF4-FFF2-40B4-BE49-F238E27FC236}">
                  <a16:creationId xmlns:a16="http://schemas.microsoft.com/office/drawing/2014/main" id="{6AEEE9B1-F5F8-D2EA-77F1-31DF0C740F31}"/>
                </a:ext>
              </a:extLst>
            </p:cNvPr>
            <p:cNvCxnSpPr>
              <a:cxnSpLocks/>
            </p:cNvCxnSpPr>
            <p:nvPr/>
          </p:nvCxnSpPr>
          <p:spPr>
            <a:xfrm>
              <a:off x="2167473" y="5074654"/>
              <a:ext cx="324036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C2E584DD-14E2-78F8-08D8-D64A34E15138}"/>
                </a:ext>
              </a:extLst>
            </p:cNvPr>
            <p:cNvSpPr txBox="1"/>
            <p:nvPr/>
          </p:nvSpPr>
          <p:spPr>
            <a:xfrm>
              <a:off x="3224808" y="5245002"/>
              <a:ext cx="2943682" cy="257369"/>
            </a:xfrm>
            <a:prstGeom prst="rect">
              <a:avLst/>
            </a:prstGeom>
            <a:noFill/>
          </p:spPr>
          <p:txBody>
            <a:bodyPr wrap="square" lIns="36000" tIns="36000" rIns="36000" bIns="36000" rtlCol="0" anchor="ctr">
              <a:spAutoFit/>
            </a:bodyPr>
            <a:lstStyle/>
            <a:p>
              <a:pPr>
                <a:spcBef>
                  <a:spcPts val="600"/>
                </a:spcBef>
                <a:buSzPct val="100000"/>
              </a:pPr>
              <a:r>
                <a:rPr kumimoji="1" lang="ja-JP" altLang="en-US" sz="1200">
                  <a:solidFill>
                    <a:schemeClr val="accent5"/>
                  </a:solidFill>
                </a:rPr>
                <a:t>グラフやデータを引用した場合も同様。</a:t>
              </a:r>
              <a:endParaRPr kumimoji="1" lang="ja-JP" altLang="en-US" sz="1200" dirty="0" err="1">
                <a:solidFill>
                  <a:schemeClr val="accent5"/>
                </a:solidFill>
              </a:endParaRPr>
            </a:p>
          </p:txBody>
        </p:sp>
        <p:grpSp>
          <p:nvGrpSpPr>
            <p:cNvPr id="16" name="グループ化 15">
              <a:extLst>
                <a:ext uri="{FF2B5EF4-FFF2-40B4-BE49-F238E27FC236}">
                  <a16:creationId xmlns:a16="http://schemas.microsoft.com/office/drawing/2014/main" id="{BE0884A5-51DA-B851-751D-3A41C9188C6B}"/>
                </a:ext>
              </a:extLst>
            </p:cNvPr>
            <p:cNvGrpSpPr/>
            <p:nvPr/>
          </p:nvGrpSpPr>
          <p:grpSpPr>
            <a:xfrm>
              <a:off x="1784648" y="1484313"/>
              <a:ext cx="4176464" cy="3590341"/>
              <a:chOff x="1784648" y="1484313"/>
              <a:chExt cx="4176464" cy="3590341"/>
            </a:xfrm>
          </p:grpSpPr>
          <p:pic>
            <p:nvPicPr>
              <p:cNvPr id="12" name="図 11" descr="グラフ&#10;&#10;AI 生成コンテンツは誤りを含む可能性があります。">
                <a:extLst>
                  <a:ext uri="{FF2B5EF4-FFF2-40B4-BE49-F238E27FC236}">
                    <a16:creationId xmlns:a16="http://schemas.microsoft.com/office/drawing/2014/main" id="{37ACB0C0-6070-ACBE-670B-72ABC3A61AEA}"/>
                  </a:ext>
                </a:extLst>
              </p:cNvPr>
              <p:cNvPicPr>
                <a:picLocks noChangeAspect="1"/>
              </p:cNvPicPr>
              <p:nvPr/>
            </p:nvPicPr>
            <p:blipFill>
              <a:blip r:embed="rId2"/>
              <a:stretch>
                <a:fillRect/>
              </a:stretch>
            </p:blipFill>
            <p:spPr>
              <a:xfrm>
                <a:off x="1784648" y="1484313"/>
                <a:ext cx="4006010" cy="3590341"/>
              </a:xfrm>
              <a:prstGeom prst="rect">
                <a:avLst/>
              </a:prstGeom>
            </p:spPr>
          </p:pic>
          <p:sp>
            <p:nvSpPr>
              <p:cNvPr id="14" name="正方形/長方形 13">
                <a:extLst>
                  <a:ext uri="{FF2B5EF4-FFF2-40B4-BE49-F238E27FC236}">
                    <a16:creationId xmlns:a16="http://schemas.microsoft.com/office/drawing/2014/main" id="{55F8C621-7897-5C7A-6C0A-6E1D804BE9FD}"/>
                  </a:ext>
                </a:extLst>
              </p:cNvPr>
              <p:cNvSpPr/>
              <p:nvPr/>
            </p:nvSpPr>
            <p:spPr bwMode="gray">
              <a:xfrm>
                <a:off x="4520952" y="4611790"/>
                <a:ext cx="1440160" cy="257369"/>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grpSp>
      </p:grpSp>
      <p:sp>
        <p:nvSpPr>
          <p:cNvPr id="20" name="テキスト ボックス 19">
            <a:extLst>
              <a:ext uri="{FF2B5EF4-FFF2-40B4-BE49-F238E27FC236}">
                <a16:creationId xmlns:a16="http://schemas.microsoft.com/office/drawing/2014/main" id="{0E1E586F-865E-77E7-C71D-89143649A6F8}"/>
              </a:ext>
            </a:extLst>
          </p:cNvPr>
          <p:cNvSpPr txBox="1"/>
          <p:nvPr/>
        </p:nvSpPr>
        <p:spPr>
          <a:xfrm>
            <a:off x="560512" y="586802"/>
            <a:ext cx="1797534"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引用パターン</a:t>
            </a:r>
            <a:r>
              <a:rPr kumimoji="1" lang="en-US" altLang="ja-JP" sz="2000" b="1" dirty="0"/>
              <a:t>②</a:t>
            </a:r>
            <a:endParaRPr kumimoji="1" lang="ja-JP" altLang="en-US" sz="2000" b="1" dirty="0" err="1"/>
          </a:p>
        </p:txBody>
      </p:sp>
    </p:spTree>
    <p:extLst>
      <p:ext uri="{BB962C8B-B14F-4D97-AF65-F5344CB8AC3E}">
        <p14:creationId xmlns:p14="http://schemas.microsoft.com/office/powerpoint/2010/main" val="28944086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D9245227-B663-493E-1819-AB370852FC27}"/>
              </a:ext>
            </a:extLst>
          </p:cNvPr>
          <p:cNvPicPr>
            <a:picLocks noChangeAspect="1"/>
          </p:cNvPicPr>
          <p:nvPr/>
        </p:nvPicPr>
        <p:blipFill>
          <a:blip r:embed="rId2"/>
          <a:stretch>
            <a:fillRect/>
          </a:stretch>
        </p:blipFill>
        <p:spPr>
          <a:xfrm>
            <a:off x="704528" y="1573380"/>
            <a:ext cx="7772400" cy="4110403"/>
          </a:xfrm>
          <a:prstGeom prst="rect">
            <a:avLst/>
          </a:prstGeom>
        </p:spPr>
      </p:pic>
      <p:sp>
        <p:nvSpPr>
          <p:cNvPr id="7" name="テキスト プレースホルダー 2">
            <a:extLst>
              <a:ext uri="{FF2B5EF4-FFF2-40B4-BE49-F238E27FC236}">
                <a16:creationId xmlns:a16="http://schemas.microsoft.com/office/drawing/2014/main" id="{6C54699F-A95F-FA36-4ED9-D6FB42D4A14C}"/>
              </a:ext>
            </a:extLst>
          </p:cNvPr>
          <p:cNvSpPr txBox="1">
            <a:spLocks/>
          </p:cNvSpPr>
          <p:nvPr/>
        </p:nvSpPr>
        <p:spPr bwMode="gray">
          <a:xfrm>
            <a:off x="415925" y="44624"/>
            <a:ext cx="7705427" cy="240701"/>
          </a:xfrm>
          <a:prstGeom prst="rect">
            <a:avLst/>
          </a:prstGeom>
        </p:spPr>
        <p:txBody>
          <a:bodyPr vert="horz" lIns="108000" tIns="0" rIns="0" bIns="0" rtlCol="0">
            <a:noAutofit/>
          </a:bodyPr>
          <a:lstStyle>
            <a:lvl1pPr marL="0" indent="0" algn="l" defTabSz="990564" rtl="0" eaLnBrk="1" latinLnBrk="0" hangingPunct="1">
              <a:lnSpc>
                <a:spcPct val="106000"/>
              </a:lnSpc>
              <a:spcBef>
                <a:spcPts val="1056"/>
              </a:spcBef>
              <a:spcAft>
                <a:spcPts val="0"/>
              </a:spcAft>
              <a:buSzPct val="100000"/>
              <a:buFont typeface="Arial" panose="020B0604020202020204" pitchFamily="34" charset="0"/>
              <a:buNone/>
              <a:defRPr kumimoji="1" sz="1400" b="1" u="none" kern="1200">
                <a:solidFill>
                  <a:schemeClr val="bg1"/>
                </a:solidFill>
                <a:latin typeface="+mj-ea"/>
                <a:ea typeface="+mj-ea"/>
                <a:cs typeface="+mn-cs"/>
              </a:defRPr>
            </a:lvl1pPr>
            <a:lvl2pPr marL="0" indent="0" algn="l" defTabSz="990564" rtl="0" eaLnBrk="1" latinLnBrk="0" hangingPunct="1">
              <a:lnSpc>
                <a:spcPct val="106000"/>
              </a:lnSpc>
              <a:spcBef>
                <a:spcPts val="1056"/>
              </a:spcBef>
              <a:spcAft>
                <a:spcPts val="0"/>
              </a:spcAft>
              <a:buClrTx/>
              <a:buSzPct val="100000"/>
              <a:buFont typeface="Wingdings" panose="05000000000000000000" pitchFamily="2" charset="2"/>
              <a:buNone/>
              <a:defRPr kumimoji="1" lang="en-US" sz="1200" b="0" kern="120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fontAlgn="auto"/>
            <a:r>
              <a:rPr lang="ja-JP" altLang="en-US"/>
              <a:t>画像の引用の記載方法</a:t>
            </a:r>
          </a:p>
        </p:txBody>
      </p:sp>
      <p:sp>
        <p:nvSpPr>
          <p:cNvPr id="8" name="テキスト ボックス 7">
            <a:extLst>
              <a:ext uri="{FF2B5EF4-FFF2-40B4-BE49-F238E27FC236}">
                <a16:creationId xmlns:a16="http://schemas.microsoft.com/office/drawing/2014/main" id="{38AC52BD-5509-BCA2-3E90-2556FF7E3C6F}"/>
              </a:ext>
            </a:extLst>
          </p:cNvPr>
          <p:cNvSpPr txBox="1"/>
          <p:nvPr/>
        </p:nvSpPr>
        <p:spPr>
          <a:xfrm>
            <a:off x="4191951" y="5721827"/>
            <a:ext cx="5009521" cy="257369"/>
          </a:xfrm>
          <a:prstGeom prst="rect">
            <a:avLst/>
          </a:prstGeom>
          <a:noFill/>
        </p:spPr>
        <p:txBody>
          <a:bodyPr wrap="square" lIns="36000" tIns="36000" rIns="36000" bIns="36000" rtlCol="0" anchor="ctr">
            <a:spAutoFit/>
          </a:bodyPr>
          <a:lstStyle/>
          <a:p>
            <a:pPr>
              <a:spcBef>
                <a:spcPts val="600"/>
              </a:spcBef>
              <a:buSzPct val="100000"/>
            </a:pPr>
            <a:r>
              <a:rPr kumimoji="1" lang="ja-JP" altLang="en-US" sz="1200">
                <a:solidFill>
                  <a:schemeClr val="accent5"/>
                </a:solidFill>
              </a:rPr>
              <a:t>独自に作成した場合は、「</a:t>
            </a:r>
            <a:r>
              <a:rPr kumimoji="1" lang="en-US" altLang="ja-JP" sz="1200" dirty="0" err="1">
                <a:solidFill>
                  <a:schemeClr val="accent5"/>
                </a:solidFill>
              </a:rPr>
              <a:t>InfoBank</a:t>
            </a:r>
            <a:r>
              <a:rPr kumimoji="1" lang="ja-JP" altLang="en-US" sz="1200">
                <a:solidFill>
                  <a:schemeClr val="accent5"/>
                </a:solidFill>
              </a:rPr>
              <a:t>作成」と記載。右下にロゴも入れる。</a:t>
            </a:r>
            <a:endParaRPr kumimoji="1" lang="en-US" altLang="ja-JP" sz="1200" dirty="0">
              <a:solidFill>
                <a:schemeClr val="accent5"/>
              </a:solidFill>
            </a:endParaRPr>
          </a:p>
        </p:txBody>
      </p:sp>
      <p:sp>
        <p:nvSpPr>
          <p:cNvPr id="9" name="正方形/長方形 8">
            <a:extLst>
              <a:ext uri="{FF2B5EF4-FFF2-40B4-BE49-F238E27FC236}">
                <a16:creationId xmlns:a16="http://schemas.microsoft.com/office/drawing/2014/main" id="{E9A75DB4-C2E6-0935-B1A1-B612ABA0C455}"/>
              </a:ext>
            </a:extLst>
          </p:cNvPr>
          <p:cNvSpPr/>
          <p:nvPr/>
        </p:nvSpPr>
        <p:spPr bwMode="gray">
          <a:xfrm>
            <a:off x="5025008" y="5229200"/>
            <a:ext cx="936104" cy="216024"/>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en-US" altLang="ja-JP" sz="900" dirty="0" err="1">
                <a:solidFill>
                  <a:schemeClr val="tx1">
                    <a:lumMod val="50000"/>
                    <a:lumOff val="50000"/>
                  </a:schemeClr>
                </a:solidFill>
              </a:rPr>
              <a:t>Infobank</a:t>
            </a:r>
            <a:r>
              <a:rPr kumimoji="1" lang="ja-JP" altLang="en-US" sz="900">
                <a:solidFill>
                  <a:schemeClr val="tx1">
                    <a:lumMod val="50000"/>
                    <a:lumOff val="50000"/>
                  </a:schemeClr>
                </a:solidFill>
              </a:rPr>
              <a:t>作成</a:t>
            </a:r>
            <a:endParaRPr kumimoji="1" lang="ja-JP" altLang="en-US" sz="900" dirty="0">
              <a:solidFill>
                <a:schemeClr val="tx1">
                  <a:lumMod val="50000"/>
                  <a:lumOff val="50000"/>
                </a:schemeClr>
              </a:solidFill>
            </a:endParaRPr>
          </a:p>
        </p:txBody>
      </p:sp>
      <p:sp>
        <p:nvSpPr>
          <p:cNvPr id="10" name="正方形/長方形 9">
            <a:extLst>
              <a:ext uri="{FF2B5EF4-FFF2-40B4-BE49-F238E27FC236}">
                <a16:creationId xmlns:a16="http://schemas.microsoft.com/office/drawing/2014/main" id="{322A96EB-0878-9719-46EE-087DFF06146C}"/>
              </a:ext>
            </a:extLst>
          </p:cNvPr>
          <p:cNvSpPr/>
          <p:nvPr/>
        </p:nvSpPr>
        <p:spPr bwMode="gray">
          <a:xfrm>
            <a:off x="961020" y="4973716"/>
            <a:ext cx="1399692" cy="216024"/>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900">
                <a:solidFill>
                  <a:schemeClr val="tx1">
                    <a:lumMod val="50000"/>
                    <a:lumOff val="50000"/>
                  </a:schemeClr>
                </a:solidFill>
              </a:rPr>
              <a:t>出所：</a:t>
            </a:r>
            <a:r>
              <a:rPr kumimoji="1" lang="en-US" altLang="ja-JP" sz="900" dirty="0" err="1">
                <a:solidFill>
                  <a:schemeClr val="tx1">
                    <a:lumMod val="50000"/>
                    <a:lumOff val="50000"/>
                  </a:schemeClr>
                </a:solidFill>
              </a:rPr>
              <a:t>Infobank</a:t>
            </a:r>
            <a:r>
              <a:rPr kumimoji="1" lang="ja-JP" altLang="en-US" sz="900">
                <a:solidFill>
                  <a:schemeClr val="tx1">
                    <a:lumMod val="50000"/>
                    <a:lumOff val="50000"/>
                  </a:schemeClr>
                </a:solidFill>
              </a:rPr>
              <a:t>作成</a:t>
            </a:r>
            <a:endParaRPr kumimoji="1" lang="ja-JP" altLang="en-US" sz="900" dirty="0">
              <a:solidFill>
                <a:schemeClr val="tx1">
                  <a:lumMod val="50000"/>
                  <a:lumOff val="50000"/>
                </a:schemeClr>
              </a:solidFill>
            </a:endParaRPr>
          </a:p>
        </p:txBody>
      </p:sp>
      <p:sp>
        <p:nvSpPr>
          <p:cNvPr id="13" name="テキスト ボックス 12">
            <a:extLst>
              <a:ext uri="{FF2B5EF4-FFF2-40B4-BE49-F238E27FC236}">
                <a16:creationId xmlns:a16="http://schemas.microsoft.com/office/drawing/2014/main" id="{44ED6F07-AF9C-7259-33AC-E2025BCDBC25}"/>
              </a:ext>
            </a:extLst>
          </p:cNvPr>
          <p:cNvSpPr txBox="1"/>
          <p:nvPr/>
        </p:nvSpPr>
        <p:spPr>
          <a:xfrm>
            <a:off x="560512" y="586802"/>
            <a:ext cx="1797534"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引用パターン</a:t>
            </a:r>
            <a:r>
              <a:rPr kumimoji="1" lang="en-US" altLang="ja-JP" sz="2000" b="1" dirty="0"/>
              <a:t>③</a:t>
            </a:r>
            <a:endParaRPr kumimoji="1" lang="ja-JP" altLang="en-US" sz="2000" b="1" dirty="0" err="1"/>
          </a:p>
        </p:txBody>
      </p:sp>
    </p:spTree>
    <p:extLst>
      <p:ext uri="{BB962C8B-B14F-4D97-AF65-F5344CB8AC3E}">
        <p14:creationId xmlns:p14="http://schemas.microsoft.com/office/powerpoint/2010/main" val="29369298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2C96633E-876A-2D7A-F6FC-F41DFA4D1113}"/>
              </a:ext>
            </a:extLst>
          </p:cNvPr>
          <p:cNvSpPr>
            <a:spLocks noGrp="1"/>
          </p:cNvSpPr>
          <p:nvPr>
            <p:ph type="body" sz="quarter" idx="16"/>
          </p:nvPr>
        </p:nvSpPr>
        <p:spPr/>
        <p:txBody>
          <a:bodyPr/>
          <a:lstStyle/>
          <a:p>
            <a:r>
              <a:rPr lang="ja-JP" altLang="en-US"/>
              <a:t>画像の引用の記載方法</a:t>
            </a:r>
          </a:p>
        </p:txBody>
      </p:sp>
      <p:pic>
        <p:nvPicPr>
          <p:cNvPr id="6" name="図 5"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B3D538CB-AB97-89E1-C7BA-CC79248DB82A}"/>
              </a:ext>
            </a:extLst>
          </p:cNvPr>
          <p:cNvPicPr>
            <a:picLocks noChangeAspect="1"/>
          </p:cNvPicPr>
          <p:nvPr/>
        </p:nvPicPr>
        <p:blipFill>
          <a:blip r:embed="rId2"/>
          <a:stretch>
            <a:fillRect/>
          </a:stretch>
        </p:blipFill>
        <p:spPr>
          <a:xfrm>
            <a:off x="887413" y="800100"/>
            <a:ext cx="7772400" cy="4363935"/>
          </a:xfrm>
          <a:prstGeom prst="rect">
            <a:avLst/>
          </a:prstGeom>
        </p:spPr>
      </p:pic>
      <p:sp>
        <p:nvSpPr>
          <p:cNvPr id="7" name="テキスト ボックス 6">
            <a:extLst>
              <a:ext uri="{FF2B5EF4-FFF2-40B4-BE49-F238E27FC236}">
                <a16:creationId xmlns:a16="http://schemas.microsoft.com/office/drawing/2014/main" id="{8519CA97-C3F0-9F63-848A-7E64FC5FCB1B}"/>
              </a:ext>
            </a:extLst>
          </p:cNvPr>
          <p:cNvSpPr txBox="1"/>
          <p:nvPr/>
        </p:nvSpPr>
        <p:spPr>
          <a:xfrm>
            <a:off x="2448239" y="5179663"/>
            <a:ext cx="5009521" cy="626701"/>
          </a:xfrm>
          <a:prstGeom prst="rect">
            <a:avLst/>
          </a:prstGeom>
          <a:noFill/>
        </p:spPr>
        <p:txBody>
          <a:bodyPr wrap="square" lIns="36000" tIns="36000" rIns="36000" bIns="36000" rtlCol="0" anchor="ctr">
            <a:spAutoFit/>
          </a:bodyPr>
          <a:lstStyle/>
          <a:p>
            <a:pPr>
              <a:spcBef>
                <a:spcPts val="600"/>
              </a:spcBef>
              <a:buSzPct val="100000"/>
            </a:pPr>
            <a:r>
              <a:rPr kumimoji="1" lang="ja-JP" altLang="en-US" sz="1200">
                <a:solidFill>
                  <a:schemeClr val="accent5"/>
                </a:solidFill>
              </a:rPr>
              <a:t>元データを活用して、独自のグラフや図表を作成した場合は</a:t>
            </a:r>
            <a:br>
              <a:rPr kumimoji="1" lang="en-US" altLang="ja-JP" sz="1200" dirty="0">
                <a:solidFill>
                  <a:schemeClr val="accent5"/>
                </a:solidFill>
              </a:rPr>
            </a:br>
            <a:r>
              <a:rPr kumimoji="1" lang="ja-JP" altLang="en-US" sz="1200">
                <a:solidFill>
                  <a:schemeClr val="accent5"/>
                </a:solidFill>
              </a:rPr>
              <a:t>「</a:t>
            </a:r>
            <a:r>
              <a:rPr kumimoji="1" lang="en-US" altLang="ja-JP" sz="1200" dirty="0">
                <a:solidFill>
                  <a:schemeClr val="accent5"/>
                </a:solidFill>
              </a:rPr>
              <a:t>〜</a:t>
            </a:r>
            <a:r>
              <a:rPr kumimoji="1" lang="ja-JP" altLang="en-US" sz="1200">
                <a:solidFill>
                  <a:schemeClr val="accent5"/>
                </a:solidFill>
              </a:rPr>
              <a:t>をもとに</a:t>
            </a:r>
            <a:r>
              <a:rPr kumimoji="1" lang="en-US" altLang="ja-JP" sz="1200" dirty="0" err="1">
                <a:solidFill>
                  <a:schemeClr val="accent5"/>
                </a:solidFill>
              </a:rPr>
              <a:t>InfoBank</a:t>
            </a:r>
            <a:r>
              <a:rPr kumimoji="1" lang="ja-JP" altLang="en-US" sz="1200">
                <a:solidFill>
                  <a:schemeClr val="accent5"/>
                </a:solidFill>
              </a:rPr>
              <a:t>作成」と記載する。</a:t>
            </a:r>
            <a:br>
              <a:rPr kumimoji="1" lang="en-US" altLang="ja-JP" sz="1200" dirty="0">
                <a:solidFill>
                  <a:schemeClr val="accent5"/>
                </a:solidFill>
              </a:rPr>
            </a:br>
            <a:r>
              <a:rPr kumimoji="1" lang="ja-JP" altLang="en-US" sz="1200">
                <a:solidFill>
                  <a:schemeClr val="accent5"/>
                </a:solidFill>
              </a:rPr>
              <a:t>元データへのリンクもタイトルに埋め込む。</a:t>
            </a:r>
            <a:endParaRPr kumimoji="1" lang="en-US" altLang="ja-JP" sz="1200" dirty="0">
              <a:solidFill>
                <a:schemeClr val="accent5"/>
              </a:solidFill>
            </a:endParaRPr>
          </a:p>
        </p:txBody>
      </p:sp>
      <p:sp>
        <p:nvSpPr>
          <p:cNvPr id="8" name="テキスト ボックス 7">
            <a:extLst>
              <a:ext uri="{FF2B5EF4-FFF2-40B4-BE49-F238E27FC236}">
                <a16:creationId xmlns:a16="http://schemas.microsoft.com/office/drawing/2014/main" id="{BD917E31-DEA3-41F8-B21E-C23C4A57B68D}"/>
              </a:ext>
            </a:extLst>
          </p:cNvPr>
          <p:cNvSpPr txBox="1"/>
          <p:nvPr/>
        </p:nvSpPr>
        <p:spPr>
          <a:xfrm>
            <a:off x="560512" y="586802"/>
            <a:ext cx="1797534"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引用パターン</a:t>
            </a:r>
            <a:r>
              <a:rPr kumimoji="1" lang="en-US" altLang="ja-JP" sz="2000" b="1" dirty="0"/>
              <a:t>④</a:t>
            </a:r>
            <a:endParaRPr kumimoji="1" lang="ja-JP" altLang="en-US" sz="2000" b="1" dirty="0" err="1"/>
          </a:p>
        </p:txBody>
      </p:sp>
    </p:spTree>
    <p:extLst>
      <p:ext uri="{BB962C8B-B14F-4D97-AF65-F5344CB8AC3E}">
        <p14:creationId xmlns:p14="http://schemas.microsoft.com/office/powerpoint/2010/main" val="21646006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C81C60DA-6525-25C7-4735-6CBD46F21B12}"/>
              </a:ext>
            </a:extLst>
          </p:cNvPr>
          <p:cNvSpPr>
            <a:spLocks noGrp="1"/>
          </p:cNvSpPr>
          <p:nvPr>
            <p:ph type="body" sz="quarter" idx="16"/>
          </p:nvPr>
        </p:nvSpPr>
        <p:spPr/>
        <p:txBody>
          <a:bodyPr/>
          <a:lstStyle/>
          <a:p>
            <a:r>
              <a:rPr kumimoji="1" lang="ja-JP" altLang="en-US"/>
              <a:t>棒グラフ</a:t>
            </a:r>
          </a:p>
        </p:txBody>
      </p:sp>
      <p:sp>
        <p:nvSpPr>
          <p:cNvPr id="4" name="テキスト プレースホルダー 3">
            <a:extLst>
              <a:ext uri="{FF2B5EF4-FFF2-40B4-BE49-F238E27FC236}">
                <a16:creationId xmlns:a16="http://schemas.microsoft.com/office/drawing/2014/main" id="{9E669F87-C420-6B5A-5E1F-C32C0537FCD9}"/>
              </a:ext>
            </a:extLst>
          </p:cNvPr>
          <p:cNvSpPr>
            <a:spLocks noGrp="1"/>
          </p:cNvSpPr>
          <p:nvPr>
            <p:ph type="body" sz="quarter" idx="17"/>
          </p:nvPr>
        </p:nvSpPr>
        <p:spPr/>
        <p:txBody>
          <a:bodyPr/>
          <a:lstStyle/>
          <a:p>
            <a:endParaRPr kumimoji="1" lang="ja-JP" altLang="en-US"/>
          </a:p>
        </p:txBody>
      </p:sp>
      <p:graphicFrame>
        <p:nvGraphicFramePr>
          <p:cNvPr id="6" name="グラフ 5">
            <a:extLst>
              <a:ext uri="{FF2B5EF4-FFF2-40B4-BE49-F238E27FC236}">
                <a16:creationId xmlns:a16="http://schemas.microsoft.com/office/drawing/2014/main" id="{72697EC0-708E-B7F1-9281-6150CD515690}"/>
              </a:ext>
            </a:extLst>
          </p:cNvPr>
          <p:cNvGraphicFramePr/>
          <p:nvPr>
            <p:extLst>
              <p:ext uri="{D42A27DB-BD31-4B8C-83A1-F6EECF244321}">
                <p14:modId xmlns:p14="http://schemas.microsoft.com/office/powerpoint/2010/main" val="2735582743"/>
              </p:ext>
            </p:extLst>
          </p:nvPr>
        </p:nvGraphicFramePr>
        <p:xfrm>
          <a:off x="422635" y="1556792"/>
          <a:ext cx="9065289" cy="4277647"/>
        </p:xfrm>
        <a:graphic>
          <a:graphicData uri="http://schemas.openxmlformats.org/drawingml/2006/chart">
            <c:chart xmlns:c="http://schemas.openxmlformats.org/drawingml/2006/chart" xmlns:r="http://schemas.openxmlformats.org/officeDocument/2006/relationships" r:id="rId2"/>
          </a:graphicData>
        </a:graphic>
      </p:graphicFrame>
      <p:sp>
        <p:nvSpPr>
          <p:cNvPr id="2" name="テキスト ボックス 1">
            <a:extLst>
              <a:ext uri="{FF2B5EF4-FFF2-40B4-BE49-F238E27FC236}">
                <a16:creationId xmlns:a16="http://schemas.microsoft.com/office/drawing/2014/main" id="{A7D869CE-F033-4144-E43B-EF9F2E8919B4}"/>
              </a:ext>
            </a:extLst>
          </p:cNvPr>
          <p:cNvSpPr txBox="1"/>
          <p:nvPr/>
        </p:nvSpPr>
        <p:spPr>
          <a:xfrm>
            <a:off x="560512" y="586802"/>
            <a:ext cx="2078060"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グラフテンプレート</a:t>
            </a:r>
            <a:endParaRPr kumimoji="1" lang="ja-JP" altLang="en-US" sz="2000" b="1" dirty="0" err="1"/>
          </a:p>
        </p:txBody>
      </p:sp>
    </p:spTree>
    <p:extLst>
      <p:ext uri="{BB962C8B-B14F-4D97-AF65-F5344CB8AC3E}">
        <p14:creationId xmlns:p14="http://schemas.microsoft.com/office/powerpoint/2010/main" val="28344660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14F55-3846-CC79-D794-F4CD91A1B0E3}"/>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B7C7F2EF-F399-1D65-A8F0-5A7978D2886E}"/>
              </a:ext>
            </a:extLst>
          </p:cNvPr>
          <p:cNvSpPr>
            <a:spLocks noGrp="1"/>
          </p:cNvSpPr>
          <p:nvPr>
            <p:ph type="body" sz="quarter" idx="16"/>
          </p:nvPr>
        </p:nvSpPr>
        <p:spPr/>
        <p:txBody>
          <a:bodyPr/>
          <a:lstStyle/>
          <a:p>
            <a:r>
              <a:rPr kumimoji="1" lang="ja-JP" altLang="en-US"/>
              <a:t>棒グラフ</a:t>
            </a:r>
          </a:p>
        </p:txBody>
      </p:sp>
      <p:sp>
        <p:nvSpPr>
          <p:cNvPr id="4" name="テキスト プレースホルダー 3">
            <a:extLst>
              <a:ext uri="{FF2B5EF4-FFF2-40B4-BE49-F238E27FC236}">
                <a16:creationId xmlns:a16="http://schemas.microsoft.com/office/drawing/2014/main" id="{8177CA5A-33DF-B700-81A0-AE7BA2045F93}"/>
              </a:ext>
            </a:extLst>
          </p:cNvPr>
          <p:cNvSpPr>
            <a:spLocks noGrp="1"/>
          </p:cNvSpPr>
          <p:nvPr>
            <p:ph type="body" sz="quarter" idx="17"/>
          </p:nvPr>
        </p:nvSpPr>
        <p:spPr/>
        <p:txBody>
          <a:bodyPr/>
          <a:lstStyle/>
          <a:p>
            <a:endParaRPr kumimoji="1" lang="ja-JP" altLang="en-US"/>
          </a:p>
        </p:txBody>
      </p:sp>
      <p:graphicFrame>
        <p:nvGraphicFramePr>
          <p:cNvPr id="6" name="グラフ 5">
            <a:extLst>
              <a:ext uri="{FF2B5EF4-FFF2-40B4-BE49-F238E27FC236}">
                <a16:creationId xmlns:a16="http://schemas.microsoft.com/office/drawing/2014/main" id="{781CD6DB-35CC-B212-7058-B1C0BD5FB44E}"/>
              </a:ext>
            </a:extLst>
          </p:cNvPr>
          <p:cNvGraphicFramePr/>
          <p:nvPr>
            <p:extLst>
              <p:ext uri="{D42A27DB-BD31-4B8C-83A1-F6EECF244321}">
                <p14:modId xmlns:p14="http://schemas.microsoft.com/office/powerpoint/2010/main" val="3124782574"/>
              </p:ext>
            </p:extLst>
          </p:nvPr>
        </p:nvGraphicFramePr>
        <p:xfrm>
          <a:off x="422635" y="1556792"/>
          <a:ext cx="9065289" cy="4277647"/>
        </p:xfrm>
        <a:graphic>
          <a:graphicData uri="http://schemas.openxmlformats.org/drawingml/2006/chart">
            <c:chart xmlns:c="http://schemas.openxmlformats.org/drawingml/2006/chart" xmlns:r="http://schemas.openxmlformats.org/officeDocument/2006/relationships" r:id="rId2"/>
          </a:graphicData>
        </a:graphic>
      </p:graphicFrame>
      <p:sp>
        <p:nvSpPr>
          <p:cNvPr id="2" name="テキスト ボックス 1">
            <a:extLst>
              <a:ext uri="{FF2B5EF4-FFF2-40B4-BE49-F238E27FC236}">
                <a16:creationId xmlns:a16="http://schemas.microsoft.com/office/drawing/2014/main" id="{0E3DC2E2-47DF-879A-38F9-AAD3AADE4A62}"/>
              </a:ext>
            </a:extLst>
          </p:cNvPr>
          <p:cNvSpPr txBox="1"/>
          <p:nvPr/>
        </p:nvSpPr>
        <p:spPr>
          <a:xfrm>
            <a:off x="560512" y="586802"/>
            <a:ext cx="2078060"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グラフテンプレート</a:t>
            </a:r>
            <a:endParaRPr kumimoji="1" lang="ja-JP" altLang="en-US" sz="2000" b="1" dirty="0" err="1"/>
          </a:p>
        </p:txBody>
      </p:sp>
    </p:spTree>
    <p:extLst>
      <p:ext uri="{BB962C8B-B14F-4D97-AF65-F5344CB8AC3E}">
        <p14:creationId xmlns:p14="http://schemas.microsoft.com/office/powerpoint/2010/main" val="22789027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381C3549-86AE-2B57-0743-F5F33155FE78}"/>
              </a:ext>
            </a:extLst>
          </p:cNvPr>
          <p:cNvSpPr>
            <a:spLocks noGrp="1"/>
          </p:cNvSpPr>
          <p:nvPr>
            <p:ph type="body" sz="quarter" idx="16"/>
          </p:nvPr>
        </p:nvSpPr>
        <p:spPr/>
        <p:txBody>
          <a:bodyPr/>
          <a:lstStyle/>
          <a:p>
            <a:r>
              <a:rPr kumimoji="1" lang="ja-JP" altLang="en-US"/>
              <a:t>表</a:t>
            </a:r>
          </a:p>
        </p:txBody>
      </p:sp>
      <p:sp>
        <p:nvSpPr>
          <p:cNvPr id="4" name="テキスト プレースホルダー 3">
            <a:extLst>
              <a:ext uri="{FF2B5EF4-FFF2-40B4-BE49-F238E27FC236}">
                <a16:creationId xmlns:a16="http://schemas.microsoft.com/office/drawing/2014/main" id="{650072F3-1B3A-5409-A89A-E4C9B37D2950}"/>
              </a:ext>
            </a:extLst>
          </p:cNvPr>
          <p:cNvSpPr>
            <a:spLocks noGrp="1"/>
          </p:cNvSpPr>
          <p:nvPr>
            <p:ph type="body" sz="quarter" idx="17"/>
          </p:nvPr>
        </p:nvSpPr>
        <p:spPr/>
        <p:txBody>
          <a:bodyPr/>
          <a:lstStyle/>
          <a:p>
            <a:endParaRPr kumimoji="1" lang="ja-JP" altLang="en-US"/>
          </a:p>
        </p:txBody>
      </p:sp>
      <p:graphicFrame>
        <p:nvGraphicFramePr>
          <p:cNvPr id="6" name="表 5">
            <a:extLst>
              <a:ext uri="{FF2B5EF4-FFF2-40B4-BE49-F238E27FC236}">
                <a16:creationId xmlns:a16="http://schemas.microsoft.com/office/drawing/2014/main" id="{39FD2147-8E59-34DF-005D-01BEC20FC5F5}"/>
              </a:ext>
            </a:extLst>
          </p:cNvPr>
          <p:cNvGraphicFramePr>
            <a:graphicFrameLocks noGrp="1"/>
          </p:cNvGraphicFramePr>
          <p:nvPr>
            <p:extLst>
              <p:ext uri="{D42A27DB-BD31-4B8C-83A1-F6EECF244321}">
                <p14:modId xmlns:p14="http://schemas.microsoft.com/office/powerpoint/2010/main" val="1965295957"/>
              </p:ext>
            </p:extLst>
          </p:nvPr>
        </p:nvGraphicFramePr>
        <p:xfrm>
          <a:off x="488503" y="1628800"/>
          <a:ext cx="8999424" cy="3631080"/>
        </p:xfrm>
        <a:graphic>
          <a:graphicData uri="http://schemas.openxmlformats.org/drawingml/2006/table">
            <a:tbl>
              <a:tblPr>
                <a:tableStyleId>{5C22544A-7EE6-4342-B048-85BDC9FD1C3A}</a:tableStyleId>
              </a:tblPr>
              <a:tblGrid>
                <a:gridCol w="1499904">
                  <a:extLst>
                    <a:ext uri="{9D8B030D-6E8A-4147-A177-3AD203B41FA5}">
                      <a16:colId xmlns:a16="http://schemas.microsoft.com/office/drawing/2014/main" val="3365772865"/>
                    </a:ext>
                  </a:extLst>
                </a:gridCol>
                <a:gridCol w="1499904">
                  <a:extLst>
                    <a:ext uri="{9D8B030D-6E8A-4147-A177-3AD203B41FA5}">
                      <a16:colId xmlns:a16="http://schemas.microsoft.com/office/drawing/2014/main" val="2053651886"/>
                    </a:ext>
                  </a:extLst>
                </a:gridCol>
                <a:gridCol w="1499904">
                  <a:extLst>
                    <a:ext uri="{9D8B030D-6E8A-4147-A177-3AD203B41FA5}">
                      <a16:colId xmlns:a16="http://schemas.microsoft.com/office/drawing/2014/main" val="2364279396"/>
                    </a:ext>
                  </a:extLst>
                </a:gridCol>
                <a:gridCol w="1499904">
                  <a:extLst>
                    <a:ext uri="{9D8B030D-6E8A-4147-A177-3AD203B41FA5}">
                      <a16:colId xmlns:a16="http://schemas.microsoft.com/office/drawing/2014/main" val="3628141747"/>
                    </a:ext>
                  </a:extLst>
                </a:gridCol>
                <a:gridCol w="1499904">
                  <a:extLst>
                    <a:ext uri="{9D8B030D-6E8A-4147-A177-3AD203B41FA5}">
                      <a16:colId xmlns:a16="http://schemas.microsoft.com/office/drawing/2014/main" val="266160152"/>
                    </a:ext>
                  </a:extLst>
                </a:gridCol>
                <a:gridCol w="1499904">
                  <a:extLst>
                    <a:ext uri="{9D8B030D-6E8A-4147-A177-3AD203B41FA5}">
                      <a16:colId xmlns:a16="http://schemas.microsoft.com/office/drawing/2014/main" val="3418469727"/>
                    </a:ext>
                  </a:extLst>
                </a:gridCol>
              </a:tblGrid>
              <a:tr h="363108">
                <a:tc>
                  <a:txBody>
                    <a:bodyPr/>
                    <a:lstStyle/>
                    <a:p>
                      <a:pPr algn="l" fontAlgn="ctr"/>
                      <a:r>
                        <a:rPr lang="ja-JP" altLang="en-US" sz="1400" b="0" i="0" u="none" strike="noStrike">
                          <a:solidFill>
                            <a:schemeClr val="bg1"/>
                          </a:solidFill>
                          <a:effectLst/>
                          <a:latin typeface="Meiryo UI" panose="020B0604030504040204" pitchFamily="34" charset="-128"/>
                          <a:ea typeface="Meiryo UI" panose="020B0604030504040204" pitchFamily="34" charset="-128"/>
                        </a:rPr>
                        <a:t>項目</a:t>
                      </a:r>
                    </a:p>
                  </a:txBody>
                  <a:tcPr anchor="ctr">
                    <a:solidFill>
                      <a:schemeClr val="accent1"/>
                    </a:solidFill>
                  </a:tcPr>
                </a:tc>
                <a:tc>
                  <a:txBody>
                    <a:bodyPr/>
                    <a:lstStyle/>
                    <a:p>
                      <a:pPr algn="l" fontAlgn="ctr"/>
                      <a:r>
                        <a:rPr lang="vi-VN" sz="1400" u="none" strike="noStrike" dirty="0">
                          <a:solidFill>
                            <a:schemeClr val="bg1"/>
                          </a:solidFill>
                          <a:effectLst/>
                          <a:ea typeface="Meiryo UI" panose="020B0604030504040204" pitchFamily="34" charset="-128"/>
                        </a:rPr>
                        <a:t>A</a:t>
                      </a:r>
                      <a:endParaRPr lang="vi-VN" sz="1400" b="0" i="0" u="none" strike="noStrike" dirty="0">
                        <a:solidFill>
                          <a:schemeClr val="bg1"/>
                        </a:solidFill>
                        <a:effectLst/>
                        <a:latin typeface="游ゴシック" panose="020B0400000000000000" pitchFamily="34" charset="-128"/>
                        <a:ea typeface="Meiryo UI" panose="020B0604030504040204" pitchFamily="34" charset="-128"/>
                      </a:endParaRPr>
                    </a:p>
                  </a:txBody>
                  <a:tcPr anchor="ctr">
                    <a:solidFill>
                      <a:schemeClr val="accent1"/>
                    </a:solidFill>
                  </a:tcPr>
                </a:tc>
                <a:tc>
                  <a:txBody>
                    <a:bodyPr/>
                    <a:lstStyle/>
                    <a:p>
                      <a:pPr algn="l" fontAlgn="ctr"/>
                      <a:r>
                        <a:rPr lang="vi-VN" sz="1400" u="none" strike="noStrike" dirty="0">
                          <a:solidFill>
                            <a:schemeClr val="bg1"/>
                          </a:solidFill>
                          <a:effectLst/>
                          <a:ea typeface="Meiryo UI" panose="020B0604030504040204" pitchFamily="34" charset="-128"/>
                        </a:rPr>
                        <a:t>B</a:t>
                      </a:r>
                      <a:endParaRPr lang="vi-VN" sz="1400" b="0" i="0" u="none" strike="noStrike" dirty="0">
                        <a:solidFill>
                          <a:schemeClr val="bg1"/>
                        </a:solidFill>
                        <a:effectLst/>
                        <a:latin typeface="游ゴシック" panose="020B0400000000000000" pitchFamily="34" charset="-128"/>
                        <a:ea typeface="Meiryo UI" panose="020B0604030504040204" pitchFamily="34" charset="-128"/>
                      </a:endParaRPr>
                    </a:p>
                  </a:txBody>
                  <a:tcPr anchor="ctr">
                    <a:solidFill>
                      <a:schemeClr val="accent1"/>
                    </a:solidFill>
                  </a:tcPr>
                </a:tc>
                <a:tc>
                  <a:txBody>
                    <a:bodyPr/>
                    <a:lstStyle/>
                    <a:p>
                      <a:pPr algn="l" fontAlgn="ctr"/>
                      <a:r>
                        <a:rPr lang="vi-VN" sz="1400" u="none" strike="noStrike" dirty="0">
                          <a:solidFill>
                            <a:schemeClr val="bg1"/>
                          </a:solidFill>
                          <a:effectLst/>
                          <a:ea typeface="Meiryo UI" panose="020B0604030504040204" pitchFamily="34" charset="-128"/>
                        </a:rPr>
                        <a:t>C</a:t>
                      </a:r>
                      <a:endParaRPr lang="vi-VN" sz="1400" b="0" i="0" u="none" strike="noStrike" dirty="0">
                        <a:solidFill>
                          <a:schemeClr val="bg1"/>
                        </a:solidFill>
                        <a:effectLst/>
                        <a:latin typeface="游ゴシック" panose="020B0400000000000000" pitchFamily="34" charset="-128"/>
                        <a:ea typeface="Meiryo UI" panose="020B0604030504040204" pitchFamily="34" charset="-128"/>
                      </a:endParaRPr>
                    </a:p>
                  </a:txBody>
                  <a:tcPr anchor="ctr">
                    <a:solidFill>
                      <a:schemeClr val="accent1"/>
                    </a:solidFill>
                  </a:tcPr>
                </a:tc>
                <a:tc>
                  <a:txBody>
                    <a:bodyPr/>
                    <a:lstStyle/>
                    <a:p>
                      <a:pPr algn="l" fontAlgn="ctr"/>
                      <a:r>
                        <a:rPr lang="vi-VN" sz="1400" u="none" strike="noStrike" dirty="0">
                          <a:solidFill>
                            <a:schemeClr val="bg1"/>
                          </a:solidFill>
                          <a:effectLst/>
                          <a:ea typeface="Meiryo UI" panose="020B0604030504040204" pitchFamily="34" charset="-128"/>
                        </a:rPr>
                        <a:t>D</a:t>
                      </a:r>
                      <a:endParaRPr lang="vi-VN" sz="1400" b="0" i="0" u="none" strike="noStrike" dirty="0">
                        <a:solidFill>
                          <a:schemeClr val="bg1"/>
                        </a:solidFill>
                        <a:effectLst/>
                        <a:latin typeface="游ゴシック" panose="020B0400000000000000" pitchFamily="34" charset="-128"/>
                        <a:ea typeface="Meiryo UI" panose="020B0604030504040204" pitchFamily="34" charset="-128"/>
                      </a:endParaRPr>
                    </a:p>
                  </a:txBody>
                  <a:tcPr anchor="ctr">
                    <a:solidFill>
                      <a:schemeClr val="accent1"/>
                    </a:solidFill>
                  </a:tcPr>
                </a:tc>
                <a:tc>
                  <a:txBody>
                    <a:bodyPr/>
                    <a:lstStyle/>
                    <a:p>
                      <a:pPr algn="l" fontAlgn="ctr"/>
                      <a:r>
                        <a:rPr lang="vi-VN" sz="1400" u="none" strike="noStrike" dirty="0">
                          <a:solidFill>
                            <a:schemeClr val="bg1"/>
                          </a:solidFill>
                          <a:effectLst/>
                          <a:ea typeface="Meiryo UI" panose="020B0604030504040204" pitchFamily="34" charset="-128"/>
                        </a:rPr>
                        <a:t>E</a:t>
                      </a:r>
                      <a:endParaRPr lang="vi-VN" sz="1400" b="0" i="0" u="none" strike="noStrike" dirty="0">
                        <a:solidFill>
                          <a:schemeClr val="bg1"/>
                        </a:solidFill>
                        <a:effectLst/>
                        <a:latin typeface="游ゴシック" panose="020B0400000000000000" pitchFamily="34" charset="-128"/>
                        <a:ea typeface="Meiryo UI" panose="020B0604030504040204" pitchFamily="34" charset="-128"/>
                      </a:endParaRPr>
                    </a:p>
                  </a:txBody>
                  <a:tcPr anchor="ctr">
                    <a:solidFill>
                      <a:schemeClr val="accent1"/>
                    </a:solidFill>
                  </a:tcPr>
                </a:tc>
                <a:extLst>
                  <a:ext uri="{0D108BD9-81ED-4DB2-BD59-A6C34878D82A}">
                    <a16:rowId xmlns:a16="http://schemas.microsoft.com/office/drawing/2014/main" val="1940262491"/>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1</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730571614"/>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2</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80437280"/>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3</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4055122387"/>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4</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776332824"/>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5</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285038799"/>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6</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2379178394"/>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7</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1803546240"/>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8</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ysDash"/>
                      <a:round/>
                      <a:headEnd type="none" w="med" len="med"/>
                      <a:tailEnd type="none" w="med" len="med"/>
                    </a:lnB>
                    <a:solidFill>
                      <a:schemeClr val="bg1"/>
                    </a:solidFill>
                  </a:tcPr>
                </a:tc>
                <a:extLst>
                  <a:ext uri="{0D108BD9-81ED-4DB2-BD59-A6C34878D82A}">
                    <a16:rowId xmlns:a16="http://schemas.microsoft.com/office/drawing/2014/main" val="3828614708"/>
                  </a:ext>
                </a:extLst>
              </a:tr>
              <a:tr h="363108">
                <a:tc>
                  <a:txBody>
                    <a:bodyPr/>
                    <a:lstStyle/>
                    <a:p>
                      <a:pPr algn="r" fontAlgn="ctr"/>
                      <a:r>
                        <a:rPr lang="en-US" altLang="ja-JP" sz="1400" u="none" strike="noStrike" dirty="0">
                          <a:effectLst/>
                          <a:latin typeface="Meiryo UI" panose="020B0604030504040204" pitchFamily="34" charset="-128"/>
                          <a:ea typeface="Meiryo UI" panose="020B0604030504040204" pitchFamily="34" charset="-128"/>
                        </a:rPr>
                        <a:t>9</a:t>
                      </a:r>
                      <a:endParaRPr lang="en-US" altLang="ja-JP" sz="1400" b="0" i="0" u="none" strike="noStrike" dirty="0">
                        <a:solidFill>
                          <a:srgbClr val="000000"/>
                        </a:solidFill>
                        <a:effectLst/>
                        <a:latin typeface="Meiryo UI" panose="020B0604030504040204" pitchFamily="34" charset="-128"/>
                        <a:ea typeface="Meiryo UI" panose="020B0604030504040204" pitchFamily="34" charset="-128"/>
                      </a:endParaRPr>
                    </a:p>
                  </a:txBody>
                  <a:tcPr anchor="ctr">
                    <a:lnL w="6350" cap="flat" cmpd="sng" algn="ctr">
                      <a:solidFill>
                        <a:schemeClr val="tx1">
                          <a:lumMod val="65000"/>
                          <a:lumOff val="35000"/>
                        </a:schemeClr>
                      </a:solidFill>
                      <a:prstDash val="solid"/>
                      <a:round/>
                      <a:headEnd type="none" w="med" len="med"/>
                      <a:tailEnd type="none" w="med" len="med"/>
                    </a:lnL>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olid"/>
                      <a:round/>
                      <a:headEnd type="none" w="med" len="med"/>
                      <a:tailEnd type="none" w="med" len="med"/>
                    </a:lnB>
                    <a:solidFill>
                      <a:schemeClr val="bg1"/>
                    </a:solidFill>
                  </a:tcPr>
                </a:tc>
                <a:tc>
                  <a:txBody>
                    <a:bodyPr/>
                    <a:lstStyle/>
                    <a:p>
                      <a:pPr algn="l" fontAlgn="ctr"/>
                      <a:endParaRPr lang="ja-JP" altLang="en-US" sz="1400" b="0" i="0" u="none" strike="noStrike">
                        <a:solidFill>
                          <a:srgbClr val="000000"/>
                        </a:solidFill>
                        <a:effectLst/>
                        <a:latin typeface="Meiryo UI" panose="020B0604030504040204" pitchFamily="34" charset="-128"/>
                        <a:ea typeface="Meiryo UI" panose="020B0604030504040204" pitchFamily="34" charset="-128"/>
                      </a:endParaRPr>
                    </a:p>
                  </a:txBody>
                  <a:tcPr anchor="ctr">
                    <a:lnR w="6350" cap="flat" cmpd="sng" algn="ctr">
                      <a:solidFill>
                        <a:schemeClr val="tx1">
                          <a:lumMod val="65000"/>
                          <a:lumOff val="35000"/>
                        </a:schemeClr>
                      </a:solidFill>
                      <a:prstDash val="solid"/>
                      <a:round/>
                      <a:headEnd type="none" w="med" len="med"/>
                      <a:tailEnd type="none" w="med" len="med"/>
                    </a:lnR>
                    <a:lnT w="6350" cap="flat" cmpd="sng" algn="ctr">
                      <a:solidFill>
                        <a:schemeClr val="tx1">
                          <a:lumMod val="65000"/>
                          <a:lumOff val="35000"/>
                        </a:schemeClr>
                      </a:solidFill>
                      <a:prstDash val="sysDash"/>
                      <a:round/>
                      <a:headEnd type="none" w="med" len="med"/>
                      <a:tailEnd type="none" w="med" len="med"/>
                    </a:lnT>
                    <a:lnB w="6350" cap="flat" cmpd="sng" algn="ctr">
                      <a:solidFill>
                        <a:schemeClr val="tx1">
                          <a:lumMod val="65000"/>
                          <a:lumOff val="3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6966937"/>
                  </a:ext>
                </a:extLst>
              </a:tr>
            </a:tbl>
          </a:graphicData>
        </a:graphic>
      </p:graphicFrame>
      <p:sp>
        <p:nvSpPr>
          <p:cNvPr id="2" name="テキスト ボックス 1">
            <a:extLst>
              <a:ext uri="{FF2B5EF4-FFF2-40B4-BE49-F238E27FC236}">
                <a16:creationId xmlns:a16="http://schemas.microsoft.com/office/drawing/2014/main" id="{D6671451-87D0-3A89-AED8-240FBCB82630}"/>
              </a:ext>
            </a:extLst>
          </p:cNvPr>
          <p:cNvSpPr txBox="1"/>
          <p:nvPr/>
        </p:nvSpPr>
        <p:spPr>
          <a:xfrm>
            <a:off x="560512" y="586802"/>
            <a:ext cx="2078060"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グラフテンプレート</a:t>
            </a:r>
            <a:endParaRPr kumimoji="1" lang="ja-JP" altLang="en-US" sz="2000" b="1" dirty="0" err="1"/>
          </a:p>
        </p:txBody>
      </p:sp>
    </p:spTree>
    <p:extLst>
      <p:ext uri="{BB962C8B-B14F-4D97-AF65-F5344CB8AC3E}">
        <p14:creationId xmlns:p14="http://schemas.microsoft.com/office/powerpoint/2010/main" val="14444359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B7760-E603-FBDE-0DE6-3A4C8E98F887}"/>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178783B9-35BF-12DF-6C23-ABE37CC097CE}"/>
              </a:ext>
            </a:extLst>
          </p:cNvPr>
          <p:cNvSpPr>
            <a:spLocks noGrp="1"/>
          </p:cNvSpPr>
          <p:nvPr>
            <p:ph type="body" sz="quarter" idx="16"/>
          </p:nvPr>
        </p:nvSpPr>
        <p:spPr/>
        <p:txBody>
          <a:bodyPr/>
          <a:lstStyle/>
          <a:p>
            <a:r>
              <a:rPr kumimoji="1" lang="ja-JP" altLang="en-US"/>
              <a:t>折れ線グラフ</a:t>
            </a:r>
          </a:p>
        </p:txBody>
      </p:sp>
      <p:sp>
        <p:nvSpPr>
          <p:cNvPr id="4" name="テキスト プレースホルダー 3">
            <a:extLst>
              <a:ext uri="{FF2B5EF4-FFF2-40B4-BE49-F238E27FC236}">
                <a16:creationId xmlns:a16="http://schemas.microsoft.com/office/drawing/2014/main" id="{617C7830-3A1F-D9E5-0D44-E2C7DE014706}"/>
              </a:ext>
            </a:extLst>
          </p:cNvPr>
          <p:cNvSpPr>
            <a:spLocks noGrp="1"/>
          </p:cNvSpPr>
          <p:nvPr>
            <p:ph type="body" sz="quarter" idx="17"/>
          </p:nvPr>
        </p:nvSpPr>
        <p:spPr/>
        <p:txBody>
          <a:bodyPr/>
          <a:lstStyle/>
          <a:p>
            <a:endParaRPr kumimoji="1" lang="ja-JP" altLang="en-US"/>
          </a:p>
        </p:txBody>
      </p:sp>
      <p:graphicFrame>
        <p:nvGraphicFramePr>
          <p:cNvPr id="6" name="グラフ 5">
            <a:extLst>
              <a:ext uri="{FF2B5EF4-FFF2-40B4-BE49-F238E27FC236}">
                <a16:creationId xmlns:a16="http://schemas.microsoft.com/office/drawing/2014/main" id="{BC63048E-4AFC-9972-F4DD-08432B321DBA}"/>
              </a:ext>
            </a:extLst>
          </p:cNvPr>
          <p:cNvGraphicFramePr/>
          <p:nvPr>
            <p:extLst>
              <p:ext uri="{D42A27DB-BD31-4B8C-83A1-F6EECF244321}">
                <p14:modId xmlns:p14="http://schemas.microsoft.com/office/powerpoint/2010/main" val="4252808535"/>
              </p:ext>
            </p:extLst>
          </p:nvPr>
        </p:nvGraphicFramePr>
        <p:xfrm>
          <a:off x="422635" y="1556792"/>
          <a:ext cx="9065289" cy="4277647"/>
        </p:xfrm>
        <a:graphic>
          <a:graphicData uri="http://schemas.openxmlformats.org/drawingml/2006/chart">
            <c:chart xmlns:c="http://schemas.openxmlformats.org/drawingml/2006/chart" xmlns:r="http://schemas.openxmlformats.org/officeDocument/2006/relationships" r:id="rId2"/>
          </a:graphicData>
        </a:graphic>
      </p:graphicFrame>
      <p:sp>
        <p:nvSpPr>
          <p:cNvPr id="2" name="テキスト ボックス 1">
            <a:extLst>
              <a:ext uri="{FF2B5EF4-FFF2-40B4-BE49-F238E27FC236}">
                <a16:creationId xmlns:a16="http://schemas.microsoft.com/office/drawing/2014/main" id="{AC731BB4-6BAC-67B3-C47F-831A63C69DBA}"/>
              </a:ext>
            </a:extLst>
          </p:cNvPr>
          <p:cNvSpPr txBox="1"/>
          <p:nvPr/>
        </p:nvSpPr>
        <p:spPr>
          <a:xfrm>
            <a:off x="560512" y="586802"/>
            <a:ext cx="2078060"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t>グラフテンプレート</a:t>
            </a:r>
            <a:endParaRPr kumimoji="1" lang="ja-JP" altLang="en-US" sz="2000" b="1" dirty="0" err="1"/>
          </a:p>
        </p:txBody>
      </p:sp>
    </p:spTree>
    <p:extLst>
      <p:ext uri="{BB962C8B-B14F-4D97-AF65-F5344CB8AC3E}">
        <p14:creationId xmlns:p14="http://schemas.microsoft.com/office/powerpoint/2010/main" val="25842834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D26AF83C-9CED-2B30-1E87-1FC1A4329388}"/>
              </a:ext>
            </a:extLst>
          </p:cNvPr>
          <p:cNvSpPr>
            <a:spLocks noGrp="1"/>
          </p:cNvSpPr>
          <p:nvPr>
            <p:ph type="body" sz="quarter" idx="12"/>
          </p:nvPr>
        </p:nvSpPr>
        <p:spPr/>
        <p:txBody>
          <a:bodyPr/>
          <a:lstStyle/>
          <a:p>
            <a:r>
              <a:rPr kumimoji="1" lang="ja-JP" altLang="en-US"/>
              <a:t>テンプレート集</a:t>
            </a:r>
          </a:p>
        </p:txBody>
      </p:sp>
    </p:spTree>
    <p:extLst>
      <p:ext uri="{BB962C8B-B14F-4D97-AF65-F5344CB8AC3E}">
        <p14:creationId xmlns:p14="http://schemas.microsoft.com/office/powerpoint/2010/main" val="42221269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5"/>
          </p:nvPr>
        </p:nvSpPr>
        <p:spPr bwMode="gray"/>
        <p:txBody>
          <a:bodyPr/>
          <a:lstStyle/>
          <a:p>
            <a:r>
              <a:rPr lang="en-US" altLang="ja-JP"/>
              <a:t>Header</a:t>
            </a:r>
            <a:endParaRPr lang="en-US" altLang="ja-JP" dirty="0"/>
          </a:p>
        </p:txBody>
      </p:sp>
      <p:sp>
        <p:nvSpPr>
          <p:cNvPr id="5" name="タイトル 4"/>
          <p:cNvSpPr>
            <a:spLocks noGrp="1"/>
          </p:cNvSpPr>
          <p:nvPr>
            <p:ph type="title"/>
          </p:nvPr>
        </p:nvSpPr>
        <p:spPr bwMode="gray"/>
        <p:txBody>
          <a:bodyPr/>
          <a:lstStyle/>
          <a:p>
            <a:r>
              <a:rPr lang="ja-JP" altLang="en-US"/>
              <a:t>シェブロン</a:t>
            </a:r>
            <a:endParaRPr lang="ja-JP" altLang="en-US" dirty="0"/>
          </a:p>
        </p:txBody>
      </p:sp>
      <p:sp>
        <p:nvSpPr>
          <p:cNvPr id="7" name="AutoShape 6"/>
          <p:cNvSpPr>
            <a:spLocks noChangeArrowheads="1"/>
          </p:cNvSpPr>
          <p:nvPr/>
        </p:nvSpPr>
        <p:spPr bwMode="gray">
          <a:xfrm>
            <a:off x="417600" y="1476000"/>
            <a:ext cx="9072000" cy="576000"/>
          </a:xfrm>
          <a:prstGeom prst="chevron">
            <a:avLst>
              <a:gd name="adj" fmla="val 32576"/>
            </a:avLst>
          </a:prstGeom>
          <a:solidFill>
            <a:schemeClr val="accent1"/>
          </a:solidFill>
          <a:ln w="12700" cap="rnd" algn="ctr">
            <a:no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nvGrpSpPr>
          <p:cNvPr id="8" name="グループ化 7"/>
          <p:cNvGrpSpPr/>
          <p:nvPr/>
        </p:nvGrpSpPr>
        <p:grpSpPr bwMode="gray">
          <a:xfrm>
            <a:off x="417600" y="2160000"/>
            <a:ext cx="9072000" cy="576000"/>
            <a:chOff x="417600" y="2160000"/>
            <a:chExt cx="9072000" cy="576000"/>
          </a:xfrm>
          <a:solidFill>
            <a:schemeClr val="accent1"/>
          </a:solidFill>
        </p:grpSpPr>
        <p:sp>
          <p:nvSpPr>
            <p:cNvPr id="9" name="AutoShape 12"/>
            <p:cNvSpPr>
              <a:spLocks noChangeArrowheads="1"/>
            </p:cNvSpPr>
            <p:nvPr/>
          </p:nvSpPr>
          <p:spPr bwMode="gray">
            <a:xfrm>
              <a:off x="417600" y="2160000"/>
              <a:ext cx="4608000" cy="576000"/>
            </a:xfrm>
            <a:prstGeom prst="chevron">
              <a:avLst>
                <a:gd name="adj" fmla="val 32565"/>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10" name="AutoShape 13"/>
            <p:cNvSpPr>
              <a:spLocks noChangeArrowheads="1"/>
            </p:cNvSpPr>
            <p:nvPr/>
          </p:nvSpPr>
          <p:spPr bwMode="gray">
            <a:xfrm>
              <a:off x="4881600" y="2160000"/>
              <a:ext cx="4608000" cy="576000"/>
            </a:xfrm>
            <a:prstGeom prst="chevron">
              <a:avLst>
                <a:gd name="adj" fmla="val 32435"/>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grpSp>
        <p:nvGrpSpPr>
          <p:cNvPr id="11" name="グループ化 10"/>
          <p:cNvGrpSpPr/>
          <p:nvPr/>
        </p:nvGrpSpPr>
        <p:grpSpPr bwMode="gray">
          <a:xfrm>
            <a:off x="417600" y="2844000"/>
            <a:ext cx="9072000" cy="576000"/>
            <a:chOff x="417600" y="2844000"/>
            <a:chExt cx="9072000" cy="576000"/>
          </a:xfrm>
          <a:solidFill>
            <a:schemeClr val="accent1"/>
          </a:solidFill>
        </p:grpSpPr>
        <p:sp>
          <p:nvSpPr>
            <p:cNvPr id="12" name="AutoShape 8"/>
            <p:cNvSpPr>
              <a:spLocks noChangeArrowheads="1"/>
            </p:cNvSpPr>
            <p:nvPr/>
          </p:nvSpPr>
          <p:spPr bwMode="gray">
            <a:xfrm>
              <a:off x="417600" y="2844000"/>
              <a:ext cx="3132000" cy="576000"/>
            </a:xfrm>
            <a:prstGeom prst="chevron">
              <a:avLst>
                <a:gd name="adj" fmla="val 32411"/>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13" name="AutoShape 9"/>
            <p:cNvSpPr>
              <a:spLocks noChangeArrowheads="1"/>
            </p:cNvSpPr>
            <p:nvPr/>
          </p:nvSpPr>
          <p:spPr bwMode="gray">
            <a:xfrm>
              <a:off x="3387000" y="2844000"/>
              <a:ext cx="3132000" cy="576000"/>
            </a:xfrm>
            <a:prstGeom prst="chevron">
              <a:avLst>
                <a:gd name="adj" fmla="val 3255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14" name="AutoShape 10"/>
            <p:cNvSpPr>
              <a:spLocks noChangeArrowheads="1"/>
            </p:cNvSpPr>
            <p:nvPr/>
          </p:nvSpPr>
          <p:spPr bwMode="gray">
            <a:xfrm>
              <a:off x="6357600" y="2844000"/>
              <a:ext cx="3132000" cy="576000"/>
            </a:xfrm>
            <a:prstGeom prst="chevron">
              <a:avLst>
                <a:gd name="adj" fmla="val 32406"/>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grpSp>
        <p:nvGrpSpPr>
          <p:cNvPr id="15" name="グループ化 14"/>
          <p:cNvGrpSpPr/>
          <p:nvPr/>
        </p:nvGrpSpPr>
        <p:grpSpPr bwMode="gray">
          <a:xfrm>
            <a:off x="417600" y="3528000"/>
            <a:ext cx="9072000" cy="576000"/>
            <a:chOff x="417600" y="3528000"/>
            <a:chExt cx="9072000" cy="576000"/>
          </a:xfrm>
          <a:solidFill>
            <a:schemeClr val="accent1"/>
          </a:solidFill>
        </p:grpSpPr>
        <p:sp>
          <p:nvSpPr>
            <p:cNvPr id="16" name="AutoShape 9"/>
            <p:cNvSpPr>
              <a:spLocks noChangeArrowheads="1"/>
            </p:cNvSpPr>
            <p:nvPr/>
          </p:nvSpPr>
          <p:spPr bwMode="gray">
            <a:xfrm>
              <a:off x="417600" y="3528000"/>
              <a:ext cx="2376000" cy="576000"/>
            </a:xfrm>
            <a:prstGeom prst="chevron">
              <a:avLst>
                <a:gd name="adj" fmla="val 3237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17" name="AutoShape 10"/>
            <p:cNvSpPr>
              <a:spLocks noChangeArrowheads="1"/>
            </p:cNvSpPr>
            <p:nvPr/>
          </p:nvSpPr>
          <p:spPr bwMode="gray">
            <a:xfrm>
              <a:off x="2649600" y="3528000"/>
              <a:ext cx="2376000" cy="576000"/>
            </a:xfrm>
            <a:prstGeom prst="chevron">
              <a:avLst>
                <a:gd name="adj" fmla="val 3237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18" name="AutoShape 11"/>
            <p:cNvSpPr>
              <a:spLocks noChangeArrowheads="1"/>
            </p:cNvSpPr>
            <p:nvPr/>
          </p:nvSpPr>
          <p:spPr bwMode="gray">
            <a:xfrm>
              <a:off x="4881600" y="3528000"/>
              <a:ext cx="2376000" cy="576000"/>
            </a:xfrm>
            <a:prstGeom prst="chevron">
              <a:avLst>
                <a:gd name="adj" fmla="val 3237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19" name="AutoShape 12"/>
            <p:cNvSpPr>
              <a:spLocks noChangeArrowheads="1"/>
            </p:cNvSpPr>
            <p:nvPr/>
          </p:nvSpPr>
          <p:spPr bwMode="gray">
            <a:xfrm>
              <a:off x="7113600" y="3528000"/>
              <a:ext cx="2376000" cy="576000"/>
            </a:xfrm>
            <a:prstGeom prst="chevron">
              <a:avLst>
                <a:gd name="adj" fmla="val 32560"/>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grpSp>
        <p:nvGrpSpPr>
          <p:cNvPr id="20" name="グループ化 19"/>
          <p:cNvGrpSpPr/>
          <p:nvPr/>
        </p:nvGrpSpPr>
        <p:grpSpPr bwMode="gray">
          <a:xfrm>
            <a:off x="417600" y="4212000"/>
            <a:ext cx="9072000" cy="576000"/>
            <a:chOff x="417600" y="4212000"/>
            <a:chExt cx="9072000" cy="576000"/>
          </a:xfrm>
          <a:solidFill>
            <a:schemeClr val="accent1"/>
          </a:solidFill>
        </p:grpSpPr>
        <p:sp>
          <p:nvSpPr>
            <p:cNvPr id="21" name="AutoShape 10"/>
            <p:cNvSpPr>
              <a:spLocks noChangeArrowheads="1"/>
            </p:cNvSpPr>
            <p:nvPr/>
          </p:nvSpPr>
          <p:spPr bwMode="gray">
            <a:xfrm>
              <a:off x="417600" y="4212000"/>
              <a:ext cx="1944000" cy="576000"/>
            </a:xfrm>
            <a:prstGeom prst="chevron">
              <a:avLst>
                <a:gd name="adj" fmla="val 32555"/>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22" name="AutoShape 11"/>
            <p:cNvSpPr>
              <a:spLocks noChangeArrowheads="1"/>
            </p:cNvSpPr>
            <p:nvPr/>
          </p:nvSpPr>
          <p:spPr bwMode="gray">
            <a:xfrm>
              <a:off x="2199600" y="4212000"/>
              <a:ext cx="1944000" cy="576000"/>
            </a:xfrm>
            <a:prstGeom prst="chevron">
              <a:avLst>
                <a:gd name="adj" fmla="val 3238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23" name="AutoShape 12"/>
            <p:cNvSpPr>
              <a:spLocks noChangeArrowheads="1"/>
            </p:cNvSpPr>
            <p:nvPr/>
          </p:nvSpPr>
          <p:spPr bwMode="gray">
            <a:xfrm>
              <a:off x="3981600" y="4212000"/>
              <a:ext cx="1944000" cy="576000"/>
            </a:xfrm>
            <a:prstGeom prst="chevron">
              <a:avLst>
                <a:gd name="adj" fmla="val 32413"/>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24" name="AutoShape 13"/>
            <p:cNvSpPr>
              <a:spLocks noChangeArrowheads="1"/>
            </p:cNvSpPr>
            <p:nvPr/>
          </p:nvSpPr>
          <p:spPr bwMode="gray">
            <a:xfrm>
              <a:off x="5763600" y="4212000"/>
              <a:ext cx="1944000" cy="576000"/>
            </a:xfrm>
            <a:prstGeom prst="chevron">
              <a:avLst>
                <a:gd name="adj" fmla="val 3238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25" name="AutoShape 14"/>
            <p:cNvSpPr>
              <a:spLocks noChangeArrowheads="1"/>
            </p:cNvSpPr>
            <p:nvPr/>
          </p:nvSpPr>
          <p:spPr bwMode="gray">
            <a:xfrm>
              <a:off x="7545600" y="4212000"/>
              <a:ext cx="1944000" cy="576000"/>
            </a:xfrm>
            <a:prstGeom prst="chevron">
              <a:avLst>
                <a:gd name="adj" fmla="val 32299"/>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grpSp>
        <p:nvGrpSpPr>
          <p:cNvPr id="26" name="グループ化 25"/>
          <p:cNvGrpSpPr/>
          <p:nvPr/>
        </p:nvGrpSpPr>
        <p:grpSpPr bwMode="gray">
          <a:xfrm>
            <a:off x="417600" y="4896000"/>
            <a:ext cx="9072000" cy="576000"/>
            <a:chOff x="417600" y="4896000"/>
            <a:chExt cx="9072000" cy="576000"/>
          </a:xfrm>
          <a:solidFill>
            <a:schemeClr val="accent1"/>
          </a:solidFill>
        </p:grpSpPr>
        <p:sp>
          <p:nvSpPr>
            <p:cNvPr id="27" name="AutoShape 10"/>
            <p:cNvSpPr>
              <a:spLocks noChangeArrowheads="1"/>
            </p:cNvSpPr>
            <p:nvPr/>
          </p:nvSpPr>
          <p:spPr bwMode="gray">
            <a:xfrm>
              <a:off x="417600" y="4896000"/>
              <a:ext cx="1656000" cy="576000"/>
            </a:xfrm>
            <a:prstGeom prst="chevron">
              <a:avLst>
                <a:gd name="adj" fmla="val 32555"/>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28" name="AutoShape 11"/>
            <p:cNvSpPr>
              <a:spLocks noChangeArrowheads="1"/>
            </p:cNvSpPr>
            <p:nvPr/>
          </p:nvSpPr>
          <p:spPr bwMode="gray">
            <a:xfrm>
              <a:off x="1900800" y="4896000"/>
              <a:ext cx="1656000" cy="576000"/>
            </a:xfrm>
            <a:prstGeom prst="chevron">
              <a:avLst>
                <a:gd name="adj" fmla="val 3238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29" name="AutoShape 12"/>
            <p:cNvSpPr>
              <a:spLocks noChangeArrowheads="1"/>
            </p:cNvSpPr>
            <p:nvPr/>
          </p:nvSpPr>
          <p:spPr bwMode="gray">
            <a:xfrm>
              <a:off x="3384000" y="4896000"/>
              <a:ext cx="1656000" cy="576000"/>
            </a:xfrm>
            <a:prstGeom prst="chevron">
              <a:avLst>
                <a:gd name="adj" fmla="val 32413"/>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0" name="AutoShape 13"/>
            <p:cNvSpPr>
              <a:spLocks noChangeArrowheads="1"/>
            </p:cNvSpPr>
            <p:nvPr/>
          </p:nvSpPr>
          <p:spPr bwMode="gray">
            <a:xfrm>
              <a:off x="4867200" y="4896000"/>
              <a:ext cx="1656000" cy="576000"/>
            </a:xfrm>
            <a:prstGeom prst="chevron">
              <a:avLst>
                <a:gd name="adj" fmla="val 3238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1" name="AutoShape 14"/>
            <p:cNvSpPr>
              <a:spLocks noChangeArrowheads="1"/>
            </p:cNvSpPr>
            <p:nvPr/>
          </p:nvSpPr>
          <p:spPr bwMode="gray">
            <a:xfrm>
              <a:off x="6350400" y="4896000"/>
              <a:ext cx="1656000" cy="576000"/>
            </a:xfrm>
            <a:prstGeom prst="chevron">
              <a:avLst>
                <a:gd name="adj" fmla="val 32299"/>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7" name="AutoShape 14"/>
            <p:cNvSpPr>
              <a:spLocks noChangeArrowheads="1"/>
            </p:cNvSpPr>
            <p:nvPr/>
          </p:nvSpPr>
          <p:spPr bwMode="gray">
            <a:xfrm>
              <a:off x="7833600" y="4896000"/>
              <a:ext cx="1656000" cy="576000"/>
            </a:xfrm>
            <a:prstGeom prst="chevron">
              <a:avLst>
                <a:gd name="adj" fmla="val 32299"/>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grpSp>
        <p:nvGrpSpPr>
          <p:cNvPr id="32" name="グループ化 31"/>
          <p:cNvGrpSpPr/>
          <p:nvPr/>
        </p:nvGrpSpPr>
        <p:grpSpPr bwMode="gray">
          <a:xfrm>
            <a:off x="417600" y="5580000"/>
            <a:ext cx="9072000" cy="576000"/>
            <a:chOff x="417600" y="5580000"/>
            <a:chExt cx="9072000" cy="576000"/>
          </a:xfrm>
          <a:solidFill>
            <a:schemeClr val="accent1"/>
          </a:solidFill>
        </p:grpSpPr>
        <p:sp>
          <p:nvSpPr>
            <p:cNvPr id="43" name="AutoShape 10"/>
            <p:cNvSpPr>
              <a:spLocks noChangeArrowheads="1"/>
            </p:cNvSpPr>
            <p:nvPr/>
          </p:nvSpPr>
          <p:spPr bwMode="gray">
            <a:xfrm>
              <a:off x="417600" y="5580000"/>
              <a:ext cx="1440000" cy="576000"/>
            </a:xfrm>
            <a:prstGeom prst="chevron">
              <a:avLst>
                <a:gd name="adj" fmla="val 32555"/>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44" name="AutoShape 11"/>
            <p:cNvSpPr>
              <a:spLocks noChangeArrowheads="1"/>
            </p:cNvSpPr>
            <p:nvPr/>
          </p:nvSpPr>
          <p:spPr bwMode="gray">
            <a:xfrm>
              <a:off x="1689600" y="5580000"/>
              <a:ext cx="1440000" cy="576000"/>
            </a:xfrm>
            <a:prstGeom prst="chevron">
              <a:avLst>
                <a:gd name="adj" fmla="val 3238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45" name="AutoShape 12"/>
            <p:cNvSpPr>
              <a:spLocks noChangeArrowheads="1"/>
            </p:cNvSpPr>
            <p:nvPr/>
          </p:nvSpPr>
          <p:spPr bwMode="gray">
            <a:xfrm>
              <a:off x="2961600" y="5580000"/>
              <a:ext cx="1440000" cy="576000"/>
            </a:xfrm>
            <a:prstGeom prst="chevron">
              <a:avLst>
                <a:gd name="adj" fmla="val 32413"/>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46" name="AutoShape 13"/>
            <p:cNvSpPr>
              <a:spLocks noChangeArrowheads="1"/>
            </p:cNvSpPr>
            <p:nvPr/>
          </p:nvSpPr>
          <p:spPr bwMode="gray">
            <a:xfrm>
              <a:off x="4233600" y="5580000"/>
              <a:ext cx="1440000" cy="576000"/>
            </a:xfrm>
            <a:prstGeom prst="chevron">
              <a:avLst>
                <a:gd name="adj" fmla="val 32384"/>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47" name="AutoShape 14"/>
            <p:cNvSpPr>
              <a:spLocks noChangeArrowheads="1"/>
            </p:cNvSpPr>
            <p:nvPr/>
          </p:nvSpPr>
          <p:spPr bwMode="gray">
            <a:xfrm>
              <a:off x="5505600" y="5580000"/>
              <a:ext cx="1440000" cy="576000"/>
            </a:xfrm>
            <a:prstGeom prst="chevron">
              <a:avLst>
                <a:gd name="adj" fmla="val 32299"/>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48" name="AutoShape 14"/>
            <p:cNvSpPr>
              <a:spLocks noChangeArrowheads="1"/>
            </p:cNvSpPr>
            <p:nvPr/>
          </p:nvSpPr>
          <p:spPr bwMode="gray">
            <a:xfrm>
              <a:off x="6777600" y="5580000"/>
              <a:ext cx="1440000" cy="576000"/>
            </a:xfrm>
            <a:prstGeom prst="chevron">
              <a:avLst>
                <a:gd name="adj" fmla="val 32299"/>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49" name="AutoShape 14"/>
            <p:cNvSpPr>
              <a:spLocks noChangeArrowheads="1"/>
            </p:cNvSpPr>
            <p:nvPr/>
          </p:nvSpPr>
          <p:spPr bwMode="gray">
            <a:xfrm>
              <a:off x="8049600" y="5580000"/>
              <a:ext cx="1440000" cy="576000"/>
            </a:xfrm>
            <a:prstGeom prst="chevron">
              <a:avLst>
                <a:gd name="adj" fmla="val 32299"/>
              </a:avLst>
            </a:prstGeom>
            <a:grpFill/>
            <a:ln w="12700" cap="rnd" algn="ctr">
              <a:solidFill>
                <a:schemeClr val="bg1"/>
              </a:solidFill>
              <a:miter lim="800000"/>
              <a:headEnd/>
              <a:tailEnd/>
            </a:ln>
            <a:effectLst/>
          </p:spPr>
          <p:txBody>
            <a:bodyPr wrap="none" lIns="72000" tIns="72000" rIns="72000" bIns="72000" anchor="ctr"/>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grpSp>
    </p:spTree>
    <p:extLst>
      <p:ext uri="{BB962C8B-B14F-4D97-AF65-F5344CB8AC3E}">
        <p14:creationId xmlns:p14="http://schemas.microsoft.com/office/powerpoint/2010/main" val="35053532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プレースホルダー 2"/>
          <p:cNvSpPr>
            <a:spLocks noGrp="1"/>
          </p:cNvSpPr>
          <p:nvPr>
            <p:ph type="body" sz="quarter" idx="15"/>
          </p:nvPr>
        </p:nvSpPr>
        <p:spPr bwMode="gray"/>
        <p:txBody>
          <a:bodyPr/>
          <a:lstStyle/>
          <a:p>
            <a:r>
              <a:rPr lang="en-US" altLang="ja-JP"/>
              <a:t>Header</a:t>
            </a:r>
            <a:endParaRPr lang="en-US" altLang="ja-JP" dirty="0"/>
          </a:p>
        </p:txBody>
      </p:sp>
      <p:sp>
        <p:nvSpPr>
          <p:cNvPr id="3913730" name="Rectangle 2"/>
          <p:cNvSpPr>
            <a:spLocks noGrp="1" noChangeArrowheads="1"/>
          </p:cNvSpPr>
          <p:nvPr>
            <p:ph type="title"/>
          </p:nvPr>
        </p:nvSpPr>
        <p:spPr bwMode="gray"/>
        <p:txBody>
          <a:bodyPr/>
          <a:lstStyle/>
          <a:p>
            <a:r>
              <a:rPr lang="ja-JP" altLang="en-US"/>
              <a:t>主旨</a:t>
            </a:r>
            <a:r>
              <a:rPr lang="en-US" altLang="ja-JP"/>
              <a:t> – 4</a:t>
            </a:r>
            <a:r>
              <a:rPr lang="ja-JP" altLang="en-US"/>
              <a:t>行</a:t>
            </a:r>
            <a:r>
              <a:rPr lang="en-US" altLang="ja-JP"/>
              <a:t> x 1</a:t>
            </a:r>
            <a:r>
              <a:rPr lang="ja-JP" altLang="en-US"/>
              <a:t>列</a:t>
            </a:r>
            <a:r>
              <a:rPr lang="en-US" altLang="ja-JP"/>
              <a:t> </a:t>
            </a:r>
            <a:endParaRPr lang="en-US" altLang="ja-JP" dirty="0"/>
          </a:p>
        </p:txBody>
      </p:sp>
      <p:sp>
        <p:nvSpPr>
          <p:cNvPr id="3913731" name="Rectangle 3"/>
          <p:cNvSpPr>
            <a:spLocks noChangeArrowheads="1"/>
          </p:cNvSpPr>
          <p:nvPr/>
        </p:nvSpPr>
        <p:spPr bwMode="gray">
          <a:xfrm>
            <a:off x="416496" y="1477467"/>
            <a:ext cx="1872000" cy="1080000"/>
          </a:xfrm>
          <a:prstGeom prst="rect">
            <a:avLst/>
          </a:prstGeom>
          <a:solidFill>
            <a:schemeClr val="accent1"/>
          </a:solidFill>
          <a:ln w="12700" algn="ctr">
            <a:noFill/>
            <a:miter lim="800000"/>
            <a:headEnd/>
            <a:tailEnd/>
          </a:ln>
          <a:effectLst/>
        </p:spPr>
        <p:txBody>
          <a:bodyPr lIns="72000" tIns="72000" rIns="72000" bIns="72000" anchor="ctr" anchorCtr="1"/>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913732" name="Rectangle 4"/>
          <p:cNvSpPr>
            <a:spLocks noChangeArrowheads="1"/>
          </p:cNvSpPr>
          <p:nvPr/>
        </p:nvSpPr>
        <p:spPr bwMode="gray">
          <a:xfrm>
            <a:off x="2397210" y="1477467"/>
            <a:ext cx="7091789" cy="1080000"/>
          </a:xfrm>
          <a:prstGeom prst="rect">
            <a:avLst/>
          </a:prstGeom>
          <a:noFill/>
          <a:ln w="9525" algn="ctr">
            <a:noFill/>
            <a:miter lim="800000"/>
            <a:headEnd/>
            <a:tailEnd/>
          </a:ln>
          <a:effectLst/>
        </p:spPr>
        <p:txBody>
          <a:bodyPr lIns="72000" tIns="0" rIns="0" bIns="0"/>
          <a:lstStyle/>
          <a:p>
            <a:pPr algn="l" eaLnBrk="1" hangingPunct="1">
              <a:spcBef>
                <a:spcPts val="600"/>
              </a:spcBef>
              <a:buClr>
                <a:schemeClr val="tx1"/>
              </a:buClr>
              <a:buSzPct val="80000"/>
              <a:buFont typeface="Wingdings" pitchFamily="2" charset="2"/>
              <a:buNone/>
            </a:pPr>
            <a:r>
              <a:rPr lang="ja-JP" altLang="en-US" sz="1200" b="1" dirty="0">
                <a:ea typeface="ＭＳ Ｐゴシック" charset="-128"/>
              </a:rPr>
              <a:t>テキスト</a:t>
            </a:r>
            <a:endParaRPr lang="en-US" altLang="ja-JP" sz="1200" b="1" dirty="0">
              <a:solidFill>
                <a:schemeClr val="tx1"/>
              </a:solidFill>
              <a:ea typeface="ＭＳ Ｐゴシック" charset="-128"/>
            </a:endParaRPr>
          </a:p>
          <a:p>
            <a:pPr marL="169863" lvl="1" indent="-168275"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sp>
        <p:nvSpPr>
          <p:cNvPr id="3913734" name="Rectangle 6"/>
          <p:cNvSpPr>
            <a:spLocks noChangeArrowheads="1"/>
          </p:cNvSpPr>
          <p:nvPr/>
        </p:nvSpPr>
        <p:spPr bwMode="gray">
          <a:xfrm>
            <a:off x="416496" y="2700000"/>
            <a:ext cx="1872000" cy="1080000"/>
          </a:xfrm>
          <a:prstGeom prst="rect">
            <a:avLst/>
          </a:prstGeom>
          <a:solidFill>
            <a:schemeClr val="accent1"/>
          </a:solidFill>
          <a:ln w="12700" algn="ctr">
            <a:noFill/>
            <a:miter lim="800000"/>
            <a:headEnd/>
            <a:tailEnd/>
          </a:ln>
          <a:effectLst/>
        </p:spPr>
        <p:txBody>
          <a:bodyPr lIns="72000" tIns="72000" rIns="72000" bIns="72000" anchor="ctr" anchorCtr="1"/>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913735" name="Rectangle 7"/>
          <p:cNvSpPr>
            <a:spLocks noChangeArrowheads="1"/>
          </p:cNvSpPr>
          <p:nvPr/>
        </p:nvSpPr>
        <p:spPr bwMode="gray">
          <a:xfrm>
            <a:off x="2397210" y="2700000"/>
            <a:ext cx="7091789" cy="1080000"/>
          </a:xfrm>
          <a:prstGeom prst="rect">
            <a:avLst/>
          </a:prstGeom>
          <a:noFill/>
          <a:ln w="9525" algn="ctr">
            <a:noFill/>
            <a:miter lim="800000"/>
            <a:headEnd/>
            <a:tailEnd/>
          </a:ln>
          <a:effectLst/>
        </p:spPr>
        <p:txBody>
          <a:bodyPr lIns="72000" tIns="0" rIns="0" bIns="0"/>
          <a:lstStyle/>
          <a:p>
            <a:pPr algn="l" eaLnBrk="1" hangingPunct="1">
              <a:spcBef>
                <a:spcPts val="600"/>
              </a:spcBef>
              <a:buClr>
                <a:schemeClr val="tx1"/>
              </a:buClr>
              <a:buSzPct val="80000"/>
              <a:buFont typeface="Wingdings" pitchFamily="2" charset="2"/>
              <a:buNone/>
            </a:pPr>
            <a:r>
              <a:rPr lang="ja-JP" altLang="en-US" sz="1200" b="1" dirty="0">
                <a:ea typeface="ＭＳ Ｐゴシック" charset="-128"/>
              </a:rPr>
              <a:t>テキスト</a:t>
            </a:r>
            <a:endParaRPr lang="en-US" altLang="ja-JP" sz="1200" b="1" dirty="0">
              <a:solidFill>
                <a:schemeClr val="tx1"/>
              </a:solidFill>
              <a:ea typeface="ＭＳ Ｐゴシック" charset="-128"/>
            </a:endParaRPr>
          </a:p>
          <a:p>
            <a:pPr marL="169863" lvl="1" indent="-168275"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sp>
        <p:nvSpPr>
          <p:cNvPr id="3913736" name="Rectangle 8"/>
          <p:cNvSpPr>
            <a:spLocks noChangeArrowheads="1"/>
          </p:cNvSpPr>
          <p:nvPr/>
        </p:nvSpPr>
        <p:spPr bwMode="gray">
          <a:xfrm>
            <a:off x="416496" y="3924000"/>
            <a:ext cx="1872000" cy="1080000"/>
          </a:xfrm>
          <a:prstGeom prst="rect">
            <a:avLst/>
          </a:prstGeom>
          <a:solidFill>
            <a:schemeClr val="accent1"/>
          </a:solidFill>
          <a:ln w="12700" algn="ctr">
            <a:noFill/>
            <a:miter lim="800000"/>
            <a:headEnd/>
            <a:tailEnd/>
          </a:ln>
          <a:effectLst/>
        </p:spPr>
        <p:txBody>
          <a:bodyPr lIns="72000" tIns="72000" rIns="72000" bIns="72000" anchor="ctr" anchorCtr="1"/>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913737" name="Rectangle 9"/>
          <p:cNvSpPr>
            <a:spLocks noChangeArrowheads="1"/>
          </p:cNvSpPr>
          <p:nvPr/>
        </p:nvSpPr>
        <p:spPr bwMode="gray">
          <a:xfrm>
            <a:off x="2397210" y="3924000"/>
            <a:ext cx="7091789" cy="1080000"/>
          </a:xfrm>
          <a:prstGeom prst="rect">
            <a:avLst/>
          </a:prstGeom>
          <a:noFill/>
          <a:ln w="9525" algn="ctr">
            <a:noFill/>
            <a:miter lim="800000"/>
            <a:headEnd/>
            <a:tailEnd/>
          </a:ln>
          <a:effectLst/>
        </p:spPr>
        <p:txBody>
          <a:bodyPr lIns="72000" tIns="0" rIns="0" bIns="0"/>
          <a:lstStyle/>
          <a:p>
            <a:pPr algn="l" eaLnBrk="1" hangingPunct="1">
              <a:spcBef>
                <a:spcPts val="600"/>
              </a:spcBef>
              <a:buClr>
                <a:schemeClr val="tx1"/>
              </a:buClr>
              <a:buSzPct val="80000"/>
              <a:buFont typeface="Wingdings" pitchFamily="2" charset="2"/>
              <a:buNone/>
            </a:pPr>
            <a:r>
              <a:rPr lang="ja-JP" altLang="en-US" sz="1200" b="1" dirty="0">
                <a:ea typeface="ＭＳ Ｐゴシック" charset="-128"/>
              </a:rPr>
              <a:t>テキスト</a:t>
            </a:r>
            <a:endParaRPr lang="en-US" altLang="ja-JP" sz="1200" b="1" dirty="0">
              <a:solidFill>
                <a:schemeClr val="tx1"/>
              </a:solidFill>
              <a:ea typeface="ＭＳ Ｐゴシック" charset="-128"/>
            </a:endParaRPr>
          </a:p>
          <a:p>
            <a:pPr marL="169863" lvl="1" indent="-168275"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sp>
        <p:nvSpPr>
          <p:cNvPr id="3913738" name="Rectangle 10"/>
          <p:cNvSpPr>
            <a:spLocks noChangeArrowheads="1"/>
          </p:cNvSpPr>
          <p:nvPr/>
        </p:nvSpPr>
        <p:spPr bwMode="gray">
          <a:xfrm>
            <a:off x="416496" y="5148000"/>
            <a:ext cx="1872000" cy="1080000"/>
          </a:xfrm>
          <a:prstGeom prst="rect">
            <a:avLst/>
          </a:prstGeom>
          <a:solidFill>
            <a:schemeClr val="accent1"/>
          </a:solidFill>
          <a:ln w="12700" algn="ctr">
            <a:noFill/>
            <a:miter lim="800000"/>
            <a:headEnd/>
            <a:tailEnd/>
          </a:ln>
          <a:effectLst/>
        </p:spPr>
        <p:txBody>
          <a:bodyPr lIns="72000" tIns="72000" rIns="72000" bIns="72000" anchor="ctr" anchorCtr="1"/>
          <a:lstStyle/>
          <a:p>
            <a:pPr algn="ctr">
              <a:spcBef>
                <a:spcPct val="0"/>
              </a:spcBef>
            </a:pPr>
            <a:r>
              <a:rPr lang="ja-JP" altLang="en-US" sz="1200" b="1" dirty="0">
                <a:solidFill>
                  <a:schemeClr val="bg1"/>
                </a:solidFill>
                <a:ea typeface="ＭＳ Ｐゴシック" charset="-128"/>
              </a:rPr>
              <a:t>項目</a:t>
            </a:r>
            <a:endParaRPr lang="en-US" altLang="ja-JP" sz="1200" b="1" dirty="0">
              <a:solidFill>
                <a:schemeClr val="bg1"/>
              </a:solidFill>
              <a:ea typeface="ＭＳ Ｐゴシック" charset="-128"/>
            </a:endParaRPr>
          </a:p>
        </p:txBody>
      </p:sp>
      <p:sp>
        <p:nvSpPr>
          <p:cNvPr id="3913739" name="Rectangle 11"/>
          <p:cNvSpPr>
            <a:spLocks noChangeArrowheads="1"/>
          </p:cNvSpPr>
          <p:nvPr/>
        </p:nvSpPr>
        <p:spPr bwMode="gray">
          <a:xfrm>
            <a:off x="2397210" y="5148000"/>
            <a:ext cx="7091789" cy="1080000"/>
          </a:xfrm>
          <a:prstGeom prst="rect">
            <a:avLst/>
          </a:prstGeom>
          <a:noFill/>
          <a:ln w="9525" algn="ctr">
            <a:noFill/>
            <a:miter lim="800000"/>
            <a:headEnd/>
            <a:tailEnd/>
          </a:ln>
          <a:effectLst/>
        </p:spPr>
        <p:txBody>
          <a:bodyPr lIns="72000" tIns="0" rIns="0" bIns="0"/>
          <a:lstStyle/>
          <a:p>
            <a:pPr algn="l" eaLnBrk="1" hangingPunct="1">
              <a:spcBef>
                <a:spcPts val="600"/>
              </a:spcBef>
              <a:buClr>
                <a:schemeClr val="tx1"/>
              </a:buClr>
              <a:buSzPct val="80000"/>
              <a:buFont typeface="Wingdings" pitchFamily="2" charset="2"/>
              <a:buNone/>
            </a:pPr>
            <a:r>
              <a:rPr lang="ja-JP" altLang="en-US" sz="1200" b="1" dirty="0">
                <a:ea typeface="ＭＳ Ｐゴシック" charset="-128"/>
              </a:rPr>
              <a:t>テキスト</a:t>
            </a:r>
            <a:endParaRPr lang="en-US" altLang="ja-JP" sz="1200" b="1" dirty="0">
              <a:solidFill>
                <a:schemeClr val="tx1"/>
              </a:solidFill>
              <a:ea typeface="ＭＳ Ｐゴシック" charset="-128"/>
            </a:endParaRPr>
          </a:p>
          <a:p>
            <a:pPr marL="169863" lvl="1" indent="-168275"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spTree>
    <p:extLst>
      <p:ext uri="{BB962C8B-B14F-4D97-AF65-F5344CB8AC3E}">
        <p14:creationId xmlns:p14="http://schemas.microsoft.com/office/powerpoint/2010/main" val="3448474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テキスト プレースホルダー 2"/>
          <p:cNvSpPr>
            <a:spLocks noGrp="1"/>
          </p:cNvSpPr>
          <p:nvPr>
            <p:ph type="body" sz="quarter" idx="15"/>
          </p:nvPr>
        </p:nvSpPr>
        <p:spPr bwMode="gray"/>
        <p:txBody>
          <a:bodyPr/>
          <a:lstStyle/>
          <a:p>
            <a:r>
              <a:rPr lang="en-US" altLang="ja-JP"/>
              <a:t>Header</a:t>
            </a:r>
            <a:endParaRPr lang="en-US" altLang="ja-JP" dirty="0"/>
          </a:p>
        </p:txBody>
      </p:sp>
      <p:sp>
        <p:nvSpPr>
          <p:cNvPr id="3923970" name="Rectangle 2"/>
          <p:cNvSpPr>
            <a:spLocks noGrp="1" noChangeArrowheads="1"/>
          </p:cNvSpPr>
          <p:nvPr>
            <p:ph type="title"/>
          </p:nvPr>
        </p:nvSpPr>
        <p:spPr bwMode="gray"/>
        <p:txBody>
          <a:bodyPr/>
          <a:lstStyle/>
          <a:p>
            <a:r>
              <a:rPr lang="ja-JP" altLang="en-US"/>
              <a:t>要点</a:t>
            </a:r>
            <a:r>
              <a:rPr lang="en-US" altLang="ja-JP"/>
              <a:t> – 5</a:t>
            </a:r>
            <a:r>
              <a:rPr lang="ja-JP" altLang="en-US"/>
              <a:t>行 </a:t>
            </a:r>
            <a:r>
              <a:rPr lang="en-US" altLang="ja-JP"/>
              <a:t>x 2</a:t>
            </a:r>
            <a:r>
              <a:rPr lang="ja-JP" altLang="en-US"/>
              <a:t>列</a:t>
            </a:r>
            <a:r>
              <a:rPr lang="en-US" altLang="ja-JP"/>
              <a:t> </a:t>
            </a:r>
            <a:endParaRPr lang="en-US" altLang="ja-JP" dirty="0"/>
          </a:p>
        </p:txBody>
      </p:sp>
      <p:grpSp>
        <p:nvGrpSpPr>
          <p:cNvPr id="16" name="グループ化 15"/>
          <p:cNvGrpSpPr/>
          <p:nvPr/>
        </p:nvGrpSpPr>
        <p:grpSpPr bwMode="gray">
          <a:xfrm>
            <a:off x="416496" y="1476000"/>
            <a:ext cx="4356000" cy="216000"/>
            <a:chOff x="416496" y="1476000"/>
            <a:chExt cx="4356000" cy="216000"/>
          </a:xfrm>
        </p:grpSpPr>
        <p:sp>
          <p:nvSpPr>
            <p:cNvPr id="48" name="Line 7"/>
            <p:cNvSpPr>
              <a:spLocks noChangeShapeType="1"/>
            </p:cNvSpPr>
            <p:nvPr/>
          </p:nvSpPr>
          <p:spPr bwMode="gray">
            <a:xfrm>
              <a:off x="416496" y="1584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50" name="Rectangle 8"/>
            <p:cNvSpPr>
              <a:spLocks noChangeArrowheads="1"/>
            </p:cNvSpPr>
            <p:nvPr/>
          </p:nvSpPr>
          <p:spPr bwMode="gray">
            <a:xfrm>
              <a:off x="524496" y="1476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1</a:t>
              </a:r>
            </a:p>
          </p:txBody>
        </p:sp>
      </p:grpSp>
      <p:sp>
        <p:nvSpPr>
          <p:cNvPr id="51" name="Rectangle 41"/>
          <p:cNvSpPr>
            <a:spLocks noChangeArrowheads="1"/>
          </p:cNvSpPr>
          <p:nvPr/>
        </p:nvSpPr>
        <p:spPr bwMode="gray">
          <a:xfrm>
            <a:off x="776496" y="1620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18" name="グループ化 17"/>
          <p:cNvGrpSpPr/>
          <p:nvPr/>
        </p:nvGrpSpPr>
        <p:grpSpPr bwMode="gray">
          <a:xfrm>
            <a:off x="416496" y="2448000"/>
            <a:ext cx="4356000" cy="216000"/>
            <a:chOff x="416496" y="2448000"/>
            <a:chExt cx="4356000" cy="216000"/>
          </a:xfrm>
        </p:grpSpPr>
        <p:sp>
          <p:nvSpPr>
            <p:cNvPr id="53" name="Line 7"/>
            <p:cNvSpPr>
              <a:spLocks noChangeShapeType="1"/>
            </p:cNvSpPr>
            <p:nvPr/>
          </p:nvSpPr>
          <p:spPr bwMode="gray">
            <a:xfrm>
              <a:off x="416496" y="2556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54" name="Rectangle 8"/>
            <p:cNvSpPr>
              <a:spLocks noChangeArrowheads="1"/>
            </p:cNvSpPr>
            <p:nvPr/>
          </p:nvSpPr>
          <p:spPr bwMode="gray">
            <a:xfrm>
              <a:off x="524496" y="2448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2</a:t>
              </a:r>
            </a:p>
          </p:txBody>
        </p:sp>
      </p:grpSp>
      <p:sp>
        <p:nvSpPr>
          <p:cNvPr id="55" name="Rectangle 41"/>
          <p:cNvSpPr>
            <a:spLocks noChangeArrowheads="1"/>
          </p:cNvSpPr>
          <p:nvPr/>
        </p:nvSpPr>
        <p:spPr bwMode="gray">
          <a:xfrm>
            <a:off x="776496" y="2592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19" name="グループ化 18"/>
          <p:cNvGrpSpPr/>
          <p:nvPr/>
        </p:nvGrpSpPr>
        <p:grpSpPr bwMode="gray">
          <a:xfrm>
            <a:off x="416496" y="3420000"/>
            <a:ext cx="4356000" cy="216000"/>
            <a:chOff x="416496" y="3420000"/>
            <a:chExt cx="4356000" cy="216000"/>
          </a:xfrm>
        </p:grpSpPr>
        <p:sp>
          <p:nvSpPr>
            <p:cNvPr id="57" name="Line 7"/>
            <p:cNvSpPr>
              <a:spLocks noChangeShapeType="1"/>
            </p:cNvSpPr>
            <p:nvPr/>
          </p:nvSpPr>
          <p:spPr bwMode="gray">
            <a:xfrm>
              <a:off x="416496" y="3528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58" name="Rectangle 8"/>
            <p:cNvSpPr>
              <a:spLocks noChangeArrowheads="1"/>
            </p:cNvSpPr>
            <p:nvPr/>
          </p:nvSpPr>
          <p:spPr bwMode="gray">
            <a:xfrm>
              <a:off x="524496" y="3420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3</a:t>
              </a:r>
            </a:p>
          </p:txBody>
        </p:sp>
      </p:grpSp>
      <p:sp>
        <p:nvSpPr>
          <p:cNvPr id="59" name="Rectangle 41"/>
          <p:cNvSpPr>
            <a:spLocks noChangeArrowheads="1"/>
          </p:cNvSpPr>
          <p:nvPr/>
        </p:nvSpPr>
        <p:spPr bwMode="gray">
          <a:xfrm>
            <a:off x="776496" y="3564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0" name="グループ化 19"/>
          <p:cNvGrpSpPr/>
          <p:nvPr/>
        </p:nvGrpSpPr>
        <p:grpSpPr bwMode="gray">
          <a:xfrm>
            <a:off x="416496" y="4392000"/>
            <a:ext cx="4356000" cy="216000"/>
            <a:chOff x="416496" y="4392000"/>
            <a:chExt cx="4356000" cy="216000"/>
          </a:xfrm>
        </p:grpSpPr>
        <p:sp>
          <p:nvSpPr>
            <p:cNvPr id="61" name="Line 7"/>
            <p:cNvSpPr>
              <a:spLocks noChangeShapeType="1"/>
            </p:cNvSpPr>
            <p:nvPr/>
          </p:nvSpPr>
          <p:spPr bwMode="gray">
            <a:xfrm>
              <a:off x="416496" y="4500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62" name="Rectangle 8"/>
            <p:cNvSpPr>
              <a:spLocks noChangeArrowheads="1"/>
            </p:cNvSpPr>
            <p:nvPr/>
          </p:nvSpPr>
          <p:spPr bwMode="gray">
            <a:xfrm>
              <a:off x="524496" y="4392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4</a:t>
              </a:r>
            </a:p>
          </p:txBody>
        </p:sp>
      </p:grpSp>
      <p:sp>
        <p:nvSpPr>
          <p:cNvPr id="63" name="Rectangle 41"/>
          <p:cNvSpPr>
            <a:spLocks noChangeArrowheads="1"/>
          </p:cNvSpPr>
          <p:nvPr/>
        </p:nvSpPr>
        <p:spPr bwMode="gray">
          <a:xfrm>
            <a:off x="776496" y="4536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1" name="グループ化 20"/>
          <p:cNvGrpSpPr/>
          <p:nvPr/>
        </p:nvGrpSpPr>
        <p:grpSpPr bwMode="gray">
          <a:xfrm>
            <a:off x="416496" y="5364000"/>
            <a:ext cx="4356000" cy="216000"/>
            <a:chOff x="416496" y="5364000"/>
            <a:chExt cx="4356000" cy="216000"/>
          </a:xfrm>
        </p:grpSpPr>
        <p:sp>
          <p:nvSpPr>
            <p:cNvPr id="65" name="Line 7"/>
            <p:cNvSpPr>
              <a:spLocks noChangeShapeType="1"/>
            </p:cNvSpPr>
            <p:nvPr/>
          </p:nvSpPr>
          <p:spPr bwMode="gray">
            <a:xfrm>
              <a:off x="416496" y="5472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66" name="Rectangle 8"/>
            <p:cNvSpPr>
              <a:spLocks noChangeArrowheads="1"/>
            </p:cNvSpPr>
            <p:nvPr/>
          </p:nvSpPr>
          <p:spPr bwMode="gray">
            <a:xfrm>
              <a:off x="524496" y="5364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5</a:t>
              </a:r>
            </a:p>
          </p:txBody>
        </p:sp>
      </p:grpSp>
      <p:sp>
        <p:nvSpPr>
          <p:cNvPr id="67" name="Rectangle 41"/>
          <p:cNvSpPr>
            <a:spLocks noChangeArrowheads="1"/>
          </p:cNvSpPr>
          <p:nvPr/>
        </p:nvSpPr>
        <p:spPr bwMode="gray">
          <a:xfrm>
            <a:off x="776496" y="5508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2" name="グループ化 21"/>
          <p:cNvGrpSpPr/>
          <p:nvPr/>
        </p:nvGrpSpPr>
        <p:grpSpPr bwMode="gray">
          <a:xfrm>
            <a:off x="5133000" y="1476000"/>
            <a:ext cx="4356000" cy="216000"/>
            <a:chOff x="5133000" y="1476000"/>
            <a:chExt cx="4356000" cy="216000"/>
          </a:xfrm>
        </p:grpSpPr>
        <p:sp>
          <p:nvSpPr>
            <p:cNvPr id="69" name="Line 7"/>
            <p:cNvSpPr>
              <a:spLocks noChangeShapeType="1"/>
            </p:cNvSpPr>
            <p:nvPr/>
          </p:nvSpPr>
          <p:spPr bwMode="gray">
            <a:xfrm>
              <a:off x="5133000" y="1584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70" name="Rectangle 8"/>
            <p:cNvSpPr>
              <a:spLocks noChangeArrowheads="1"/>
            </p:cNvSpPr>
            <p:nvPr/>
          </p:nvSpPr>
          <p:spPr bwMode="gray">
            <a:xfrm>
              <a:off x="5241000" y="1476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6</a:t>
              </a:r>
            </a:p>
          </p:txBody>
        </p:sp>
      </p:grpSp>
      <p:sp>
        <p:nvSpPr>
          <p:cNvPr id="71" name="Rectangle 41"/>
          <p:cNvSpPr>
            <a:spLocks noChangeArrowheads="1"/>
          </p:cNvSpPr>
          <p:nvPr/>
        </p:nvSpPr>
        <p:spPr bwMode="gray">
          <a:xfrm>
            <a:off x="5493000" y="1620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3" name="グループ化 22"/>
          <p:cNvGrpSpPr/>
          <p:nvPr/>
        </p:nvGrpSpPr>
        <p:grpSpPr bwMode="gray">
          <a:xfrm>
            <a:off x="5133000" y="2448000"/>
            <a:ext cx="4356000" cy="216000"/>
            <a:chOff x="5133000" y="2448000"/>
            <a:chExt cx="4356000" cy="216000"/>
          </a:xfrm>
        </p:grpSpPr>
        <p:sp>
          <p:nvSpPr>
            <p:cNvPr id="73" name="Line 7"/>
            <p:cNvSpPr>
              <a:spLocks noChangeShapeType="1"/>
            </p:cNvSpPr>
            <p:nvPr/>
          </p:nvSpPr>
          <p:spPr bwMode="gray">
            <a:xfrm>
              <a:off x="5133000" y="2556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74" name="Rectangle 8"/>
            <p:cNvSpPr>
              <a:spLocks noChangeArrowheads="1"/>
            </p:cNvSpPr>
            <p:nvPr/>
          </p:nvSpPr>
          <p:spPr bwMode="gray">
            <a:xfrm>
              <a:off x="5241000" y="2448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solidFill>
                    <a:schemeClr val="tx1"/>
                  </a:solidFill>
                  <a:ea typeface="ＭＳ Ｐゴシック" charset="-128"/>
                </a:rPr>
                <a:t>7</a:t>
              </a:r>
            </a:p>
          </p:txBody>
        </p:sp>
      </p:grpSp>
      <p:sp>
        <p:nvSpPr>
          <p:cNvPr id="75" name="Rectangle 41"/>
          <p:cNvSpPr>
            <a:spLocks noChangeArrowheads="1"/>
          </p:cNvSpPr>
          <p:nvPr/>
        </p:nvSpPr>
        <p:spPr bwMode="gray">
          <a:xfrm>
            <a:off x="5493000" y="2592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4" name="グループ化 23"/>
          <p:cNvGrpSpPr/>
          <p:nvPr/>
        </p:nvGrpSpPr>
        <p:grpSpPr bwMode="gray">
          <a:xfrm>
            <a:off x="5133000" y="3420000"/>
            <a:ext cx="4356000" cy="216000"/>
            <a:chOff x="5133000" y="3420000"/>
            <a:chExt cx="4356000" cy="216000"/>
          </a:xfrm>
        </p:grpSpPr>
        <p:sp>
          <p:nvSpPr>
            <p:cNvPr id="77" name="Line 7"/>
            <p:cNvSpPr>
              <a:spLocks noChangeShapeType="1"/>
            </p:cNvSpPr>
            <p:nvPr/>
          </p:nvSpPr>
          <p:spPr bwMode="gray">
            <a:xfrm>
              <a:off x="5133000" y="3528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78" name="Rectangle 8"/>
            <p:cNvSpPr>
              <a:spLocks noChangeArrowheads="1"/>
            </p:cNvSpPr>
            <p:nvPr/>
          </p:nvSpPr>
          <p:spPr bwMode="gray">
            <a:xfrm>
              <a:off x="5241000" y="3420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ea typeface="ＭＳ Ｐゴシック" charset="-128"/>
                </a:rPr>
                <a:t>8</a:t>
              </a:r>
              <a:endParaRPr lang="en-US" altLang="ja-JP" sz="1200" b="1" dirty="0">
                <a:solidFill>
                  <a:schemeClr val="tx1"/>
                </a:solidFill>
                <a:ea typeface="ＭＳ Ｐゴシック" charset="-128"/>
              </a:endParaRPr>
            </a:p>
          </p:txBody>
        </p:sp>
      </p:grpSp>
      <p:sp>
        <p:nvSpPr>
          <p:cNvPr id="79" name="Rectangle 41"/>
          <p:cNvSpPr>
            <a:spLocks noChangeArrowheads="1"/>
          </p:cNvSpPr>
          <p:nvPr/>
        </p:nvSpPr>
        <p:spPr bwMode="gray">
          <a:xfrm>
            <a:off x="5493000" y="3564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5" name="グループ化 24"/>
          <p:cNvGrpSpPr/>
          <p:nvPr/>
        </p:nvGrpSpPr>
        <p:grpSpPr bwMode="gray">
          <a:xfrm>
            <a:off x="5133000" y="4392000"/>
            <a:ext cx="4356000" cy="216000"/>
            <a:chOff x="5133000" y="4392000"/>
            <a:chExt cx="4356000" cy="216000"/>
          </a:xfrm>
        </p:grpSpPr>
        <p:sp>
          <p:nvSpPr>
            <p:cNvPr id="81" name="Line 7"/>
            <p:cNvSpPr>
              <a:spLocks noChangeShapeType="1"/>
            </p:cNvSpPr>
            <p:nvPr/>
          </p:nvSpPr>
          <p:spPr bwMode="gray">
            <a:xfrm>
              <a:off x="5133000" y="4500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82" name="Rectangle 8"/>
            <p:cNvSpPr>
              <a:spLocks noChangeArrowheads="1"/>
            </p:cNvSpPr>
            <p:nvPr/>
          </p:nvSpPr>
          <p:spPr bwMode="gray">
            <a:xfrm>
              <a:off x="5241000" y="4392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ea typeface="ＭＳ Ｐゴシック" charset="-128"/>
                </a:rPr>
                <a:t>9</a:t>
              </a:r>
              <a:endParaRPr lang="en-US" altLang="ja-JP" sz="1200" b="1" dirty="0">
                <a:solidFill>
                  <a:schemeClr val="tx1"/>
                </a:solidFill>
                <a:ea typeface="ＭＳ Ｐゴシック" charset="-128"/>
              </a:endParaRPr>
            </a:p>
          </p:txBody>
        </p:sp>
      </p:grpSp>
      <p:sp>
        <p:nvSpPr>
          <p:cNvPr id="83" name="Rectangle 41"/>
          <p:cNvSpPr>
            <a:spLocks noChangeArrowheads="1"/>
          </p:cNvSpPr>
          <p:nvPr/>
        </p:nvSpPr>
        <p:spPr bwMode="gray">
          <a:xfrm>
            <a:off x="5493000" y="4536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grpSp>
        <p:nvGrpSpPr>
          <p:cNvPr id="26" name="グループ化 25"/>
          <p:cNvGrpSpPr/>
          <p:nvPr/>
        </p:nvGrpSpPr>
        <p:grpSpPr bwMode="gray">
          <a:xfrm>
            <a:off x="5133000" y="5364000"/>
            <a:ext cx="4356000" cy="216000"/>
            <a:chOff x="5133000" y="5364000"/>
            <a:chExt cx="4356000" cy="216000"/>
          </a:xfrm>
        </p:grpSpPr>
        <p:sp>
          <p:nvSpPr>
            <p:cNvPr id="85" name="Line 7"/>
            <p:cNvSpPr>
              <a:spLocks noChangeShapeType="1"/>
            </p:cNvSpPr>
            <p:nvPr/>
          </p:nvSpPr>
          <p:spPr bwMode="gray">
            <a:xfrm>
              <a:off x="5133000" y="5472000"/>
              <a:ext cx="4356000" cy="0"/>
            </a:xfrm>
            <a:prstGeom prst="line">
              <a:avLst/>
            </a:prstGeom>
            <a:noFill/>
            <a:ln w="12700" cap="rnd">
              <a:solidFill>
                <a:schemeClr val="tx2"/>
              </a:solidFill>
              <a:round/>
              <a:headEnd/>
              <a:tailEnd/>
            </a:ln>
            <a:effectLst/>
          </p:spPr>
          <p:txBody>
            <a:bodyPr wrap="none" lIns="0" tIns="0" rIns="0" bIns="0" anchor="ctr"/>
            <a:lstStyle/>
            <a:p>
              <a:endParaRPr lang="ja-JP" altLang="en-US" sz="1200"/>
            </a:p>
          </p:txBody>
        </p:sp>
        <p:sp>
          <p:nvSpPr>
            <p:cNvPr id="86" name="Rectangle 8"/>
            <p:cNvSpPr>
              <a:spLocks noChangeArrowheads="1"/>
            </p:cNvSpPr>
            <p:nvPr/>
          </p:nvSpPr>
          <p:spPr bwMode="gray">
            <a:xfrm>
              <a:off x="5241000" y="5364000"/>
              <a:ext cx="216000" cy="216000"/>
            </a:xfrm>
            <a:prstGeom prst="rect">
              <a:avLst/>
            </a:prstGeom>
            <a:solidFill>
              <a:schemeClr val="bg1"/>
            </a:solidFill>
            <a:ln w="12700" cap="rnd" algn="ctr">
              <a:noFill/>
              <a:miter lim="800000"/>
              <a:headEnd/>
              <a:tailEnd/>
            </a:ln>
            <a:effectLst/>
          </p:spPr>
          <p:txBody>
            <a:bodyPr wrap="square" lIns="0" tIns="0" rIns="0" bIns="0" anchor="ctr" anchorCtr="0">
              <a:noAutofit/>
            </a:bodyPr>
            <a:lstStyle/>
            <a:p>
              <a:pPr algn="ctr">
                <a:spcBef>
                  <a:spcPct val="0"/>
                </a:spcBef>
              </a:pPr>
              <a:r>
                <a:rPr lang="en-US" altLang="ja-JP" sz="1200" b="1" dirty="0">
                  <a:ea typeface="ＭＳ Ｐゴシック" charset="-128"/>
                </a:rPr>
                <a:t>10</a:t>
              </a:r>
              <a:endParaRPr lang="en-US" altLang="ja-JP" sz="1200" b="1" dirty="0">
                <a:solidFill>
                  <a:schemeClr val="tx1"/>
                </a:solidFill>
                <a:ea typeface="ＭＳ Ｐゴシック" charset="-128"/>
              </a:endParaRPr>
            </a:p>
          </p:txBody>
        </p:sp>
      </p:grpSp>
      <p:sp>
        <p:nvSpPr>
          <p:cNvPr id="87" name="Rectangle 41"/>
          <p:cNvSpPr>
            <a:spLocks noChangeArrowheads="1"/>
          </p:cNvSpPr>
          <p:nvPr/>
        </p:nvSpPr>
        <p:spPr bwMode="gray">
          <a:xfrm>
            <a:off x="5493000" y="5508000"/>
            <a:ext cx="3996000" cy="792000"/>
          </a:xfrm>
          <a:prstGeom prst="rect">
            <a:avLst/>
          </a:prstGeom>
          <a:noFill/>
          <a:ln w="9525" algn="ctr">
            <a:noFill/>
            <a:miter lim="800000"/>
            <a:headEnd/>
            <a:tailEnd/>
          </a:ln>
          <a:effectLst/>
        </p:spPr>
        <p:txBody>
          <a:bodyPr lIns="72000" tIns="72000" rIns="0" bIns="0"/>
          <a:lstStyle/>
          <a:p>
            <a:pPr marL="172800" lvl="1" indent="-172800" algn="l" eaLnBrk="1" hangingPunct="1">
              <a:spcBef>
                <a:spcPts val="600"/>
              </a:spcBef>
              <a:buClr>
                <a:schemeClr val="tx1"/>
              </a:buClr>
              <a:buFont typeface="Wingdings" pitchFamily="2" charset="2"/>
              <a:buChar char="n"/>
            </a:pPr>
            <a:r>
              <a:rPr lang="ja-JP" altLang="en-US" sz="1200" dirty="0">
                <a:ea typeface="ＭＳ Ｐゴシック" charset="-128"/>
              </a:rPr>
              <a:t>第一レベル</a:t>
            </a:r>
            <a:endParaRPr lang="en-US" altLang="ja-JP" sz="1200" dirty="0">
              <a:solidFill>
                <a:schemeClr val="tx1"/>
              </a:solidFill>
              <a:ea typeface="ＭＳ Ｐゴシック" charset="-128"/>
            </a:endParaRPr>
          </a:p>
          <a:p>
            <a:pPr marL="344488" lvl="2" indent="-173038" algn="l" eaLnBrk="1" hangingPunct="1">
              <a:spcBef>
                <a:spcPts val="600"/>
              </a:spcBef>
              <a:buClr>
                <a:schemeClr val="tx1"/>
              </a:buClr>
              <a:buFont typeface="Wingdings" pitchFamily="2" charset="2"/>
              <a:buChar char="Ø"/>
            </a:pPr>
            <a:r>
              <a:rPr lang="ja-JP" altLang="en-US" sz="1200" dirty="0">
                <a:ea typeface="ＭＳ Ｐゴシック" charset="-128"/>
              </a:rPr>
              <a:t>第二レベル</a:t>
            </a:r>
            <a:endParaRPr lang="en-US" altLang="ja-JP" sz="1200" dirty="0">
              <a:solidFill>
                <a:schemeClr val="tx1"/>
              </a:solidFill>
              <a:ea typeface="ＭＳ Ｐゴシック" charset="-128"/>
            </a:endParaRPr>
          </a:p>
          <a:p>
            <a:pPr marL="517525" lvl="3" indent="-171450" algn="l" eaLnBrk="1" hangingPunct="1">
              <a:spcBef>
                <a:spcPts val="600"/>
              </a:spcBef>
              <a:buClr>
                <a:schemeClr val="tx1"/>
              </a:buClr>
              <a:buFontTx/>
              <a:buChar char="•"/>
            </a:pPr>
            <a:r>
              <a:rPr lang="ja-JP" altLang="en-US" sz="1200" dirty="0">
                <a:ea typeface="ＭＳ Ｐゴシック" charset="-128"/>
              </a:rPr>
              <a:t>第三レベル</a:t>
            </a:r>
            <a:endParaRPr lang="en-US" altLang="ja-JP" sz="1200" dirty="0">
              <a:solidFill>
                <a:schemeClr val="tx1"/>
              </a:solidFill>
              <a:ea typeface="ＭＳ Ｐゴシック" charset="-128"/>
            </a:endParaRPr>
          </a:p>
        </p:txBody>
      </p:sp>
    </p:spTree>
    <p:extLst>
      <p:ext uri="{BB962C8B-B14F-4D97-AF65-F5344CB8AC3E}">
        <p14:creationId xmlns:p14="http://schemas.microsoft.com/office/powerpoint/2010/main" val="2726713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テキスト プレースホルダー 9"/>
          <p:cNvSpPr>
            <a:spLocks noGrp="1"/>
          </p:cNvSpPr>
          <p:nvPr>
            <p:ph type="body" sz="quarter" idx="15"/>
          </p:nvPr>
        </p:nvSpPr>
        <p:spPr bwMode="gray"/>
        <p:txBody>
          <a:bodyPr/>
          <a:lstStyle/>
          <a:p>
            <a:r>
              <a:rPr kumimoji="1" lang="en-US" altLang="ja-JP" dirty="0"/>
              <a:t>Header</a:t>
            </a:r>
            <a:endParaRPr kumimoji="1" lang="ja-JP" altLang="en-US" dirty="0"/>
          </a:p>
        </p:txBody>
      </p:sp>
      <p:sp>
        <p:nvSpPr>
          <p:cNvPr id="3904514" name="Rectangle 2"/>
          <p:cNvSpPr>
            <a:spLocks noGrp="1" noChangeArrowheads="1"/>
          </p:cNvSpPr>
          <p:nvPr>
            <p:ph type="title"/>
          </p:nvPr>
        </p:nvSpPr>
        <p:spPr bwMode="gray"/>
        <p:txBody>
          <a:bodyPr/>
          <a:lstStyle/>
          <a:p>
            <a:br>
              <a:rPr lang="en-US" altLang="ja-JP" dirty="0"/>
            </a:br>
            <a:r>
              <a:rPr lang="ja-JP" altLang="en-US" dirty="0"/>
              <a:t>レジュメ （</a:t>
            </a:r>
            <a:r>
              <a:rPr lang="en-US" altLang="ja-JP" dirty="0">
                <a:latin typeface="+mj-lt"/>
              </a:rPr>
              <a:t>2</a:t>
            </a:r>
            <a:r>
              <a:rPr lang="en-US" altLang="ja-JP" dirty="0"/>
              <a:t>X</a:t>
            </a:r>
            <a:r>
              <a:rPr lang="ja-JP" altLang="en-US" dirty="0"/>
              <a:t>）</a:t>
            </a:r>
            <a:endParaRPr lang="en-US" altLang="ja-JP" dirty="0"/>
          </a:p>
        </p:txBody>
      </p:sp>
      <p:sp>
        <p:nvSpPr>
          <p:cNvPr id="15" name="Rectangle 3"/>
          <p:cNvSpPr/>
          <p:nvPr/>
        </p:nvSpPr>
        <p:spPr bwMode="gray">
          <a:xfrm>
            <a:off x="417000" y="1476000"/>
            <a:ext cx="4356000" cy="7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1081" dirty="0">
              <a:solidFill>
                <a:schemeClr val="bg1"/>
              </a:solidFill>
            </a:endParaRPr>
          </a:p>
        </p:txBody>
      </p:sp>
      <p:sp>
        <p:nvSpPr>
          <p:cNvPr id="16" name="正方形/長方形 15"/>
          <p:cNvSpPr/>
          <p:nvPr/>
        </p:nvSpPr>
        <p:spPr bwMode="gray">
          <a:xfrm>
            <a:off x="417000" y="1620000"/>
            <a:ext cx="975600" cy="1152000"/>
          </a:xfrm>
          <a:prstGeom prst="rect">
            <a:avLst/>
          </a:prstGeom>
          <a:solidFill>
            <a:schemeClr val="bg2"/>
          </a:solidFill>
          <a:ln w="1270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kumimoji="1" lang="ja-JP" altLang="en-US" sz="1200" dirty="0">
              <a:solidFill>
                <a:schemeClr val="bg1"/>
              </a:solidFill>
            </a:endParaRPr>
          </a:p>
        </p:txBody>
      </p:sp>
      <p:sp>
        <p:nvSpPr>
          <p:cNvPr id="14" name="Text Placeholder 2"/>
          <p:cNvSpPr txBox="1">
            <a:spLocks/>
          </p:cNvSpPr>
          <p:nvPr/>
        </p:nvSpPr>
        <p:spPr bwMode="gray">
          <a:xfrm>
            <a:off x="1461000" y="1620000"/>
            <a:ext cx="3312000" cy="1224000"/>
          </a:xfrm>
          <a:prstGeom prst="rect">
            <a:avLst/>
          </a:prstGeom>
        </p:spPr>
        <p:txBody>
          <a:bodyPr vert="horz" lIns="0" tIns="0" rIns="0" bIns="0" rtlCol="0">
            <a:noAutofit/>
          </a:bodyPr>
          <a:lstStyle>
            <a:lvl1pPr marL="0" indent="0" algn="l" defTabSz="990571" rtl="0" eaLnBrk="1" latinLnBrk="0" hangingPunct="1">
              <a:spcBef>
                <a:spcPts val="0"/>
              </a:spcBef>
              <a:spcAft>
                <a:spcPts val="0"/>
              </a:spcAft>
              <a:buSzPct val="100000"/>
              <a:buFont typeface="Arial" panose="020B0604020202020204" pitchFamily="34" charset="0"/>
              <a:buNone/>
              <a:defRPr kumimoji="1" sz="1000" b="1" kern="1200">
                <a:solidFill>
                  <a:schemeClr val="tx1"/>
                </a:solidFill>
                <a:latin typeface="+mn-lt"/>
                <a:ea typeface="+mn-ea"/>
                <a:cs typeface="+mn-cs"/>
              </a:defRPr>
            </a:lvl1pPr>
            <a:lvl2pPr marL="0" indent="0" algn="l" defTabSz="990571" rtl="0" eaLnBrk="1" latinLnBrk="0" hangingPunct="1">
              <a:spcBef>
                <a:spcPts val="0"/>
              </a:spcBef>
              <a:spcAft>
                <a:spcPts val="0"/>
              </a:spcAft>
              <a:buClrTx/>
              <a:buSzPct val="100000"/>
              <a:buFont typeface="Arial"/>
              <a:buNone/>
              <a:defRPr kumimoji="1" lang="en-US" sz="1000" b="0" kern="1200">
                <a:solidFill>
                  <a:schemeClr val="tx1"/>
                </a:solidFill>
                <a:latin typeface="+mn-lt"/>
                <a:ea typeface="+mn-ea"/>
                <a:cs typeface="+mn-cs"/>
              </a:defRPr>
            </a:lvl2pPr>
            <a:lvl3pPr marL="191094" indent="-191094" algn="l" defTabSz="990571" rtl="0" eaLnBrk="1" latinLnBrk="0" hangingPunct="1">
              <a:spcBef>
                <a:spcPts val="0"/>
              </a:spcBef>
              <a:spcAft>
                <a:spcPts val="1083"/>
              </a:spcAft>
              <a:buClrTx/>
              <a:buSzPct val="100000"/>
              <a:buFont typeface="Arial" panose="020B0604020202020204" pitchFamily="34" charset="0"/>
              <a:buChar char="•"/>
              <a:defRPr kumimoji="1" lang="en-US" sz="1000" kern="1200" dirty="0" smtClean="0">
                <a:solidFill>
                  <a:schemeClr val="tx1"/>
                </a:solidFill>
                <a:latin typeface="+mn-lt"/>
                <a:ea typeface="+mn-ea"/>
                <a:cs typeface="+mn-cs"/>
              </a:defRPr>
            </a:lvl3pPr>
            <a:lvl4pPr marL="386089" indent="-191094" algn="l" defTabSz="990571" rtl="0" eaLnBrk="1" latinLnBrk="0" hangingPunct="1">
              <a:spcBef>
                <a:spcPts val="0"/>
              </a:spcBef>
              <a:spcAft>
                <a:spcPts val="1083"/>
              </a:spcAft>
              <a:buClrTx/>
              <a:buSzPct val="100000"/>
              <a:buFont typeface="Verdana" panose="020B0604030504040204" pitchFamily="34" charset="0"/>
              <a:buChar char="−"/>
              <a:defRPr kumimoji="1" lang="en-US" sz="1000" kern="1200" baseline="0" dirty="0" smtClean="0">
                <a:solidFill>
                  <a:schemeClr val="tx1"/>
                </a:solidFill>
                <a:latin typeface="+mn-lt"/>
                <a:ea typeface="+mn-ea"/>
                <a:cs typeface="+mn-cs"/>
              </a:defRPr>
            </a:lvl4pPr>
            <a:lvl5pPr marL="577182" indent="-191094" algn="l" defTabSz="865030" rtl="0" eaLnBrk="1" latinLnBrk="0" hangingPunct="1">
              <a:spcBef>
                <a:spcPts val="0"/>
              </a:spcBef>
              <a:spcAft>
                <a:spcPts val="1083"/>
              </a:spcAft>
              <a:buClrTx/>
              <a:buSzPct val="100000"/>
              <a:buFont typeface="Verdana" panose="020B0604030504040204" pitchFamily="34" charset="0"/>
              <a:buChar char="−"/>
              <a:tabLst/>
              <a:defRPr kumimoji="1" lang="en-US" sz="1000" kern="1200" baseline="0" dirty="0" smtClean="0">
                <a:solidFill>
                  <a:schemeClr val="tx1"/>
                </a:solidFill>
                <a:latin typeface="+mn-lt"/>
                <a:ea typeface="+mn-ea"/>
                <a:cs typeface="+mn-cs"/>
              </a:defRPr>
            </a:lvl5pPr>
            <a:lvl6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82" indent="-191094" algn="l" defTabSz="990571"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marL="363538" lvl="1" indent="-363538"/>
            <a:r>
              <a:rPr lang="ja-JP" altLang="en-US" sz="1200" dirty="0"/>
              <a:t>氏名</a:t>
            </a:r>
            <a:r>
              <a:rPr lang="en-US" altLang="ja-JP" sz="1200" dirty="0"/>
              <a:t>	</a:t>
            </a:r>
            <a:endParaRPr lang="en-US" sz="1200" dirty="0"/>
          </a:p>
          <a:p>
            <a:pPr marL="363538" lvl="1" indent="-363538"/>
            <a:r>
              <a:rPr lang="ja-JP" altLang="en-US" sz="1200" dirty="0"/>
              <a:t>役職</a:t>
            </a:r>
            <a:r>
              <a:rPr lang="en-US" altLang="ja-JP" sz="1200" dirty="0"/>
              <a:t>	</a:t>
            </a:r>
          </a:p>
          <a:p>
            <a:pPr marL="363538" lvl="1" indent="-363538"/>
            <a:endParaRPr lang="en-US" sz="1200" dirty="0"/>
          </a:p>
          <a:p>
            <a:pPr marL="363538" lvl="1" indent="-363538"/>
            <a:r>
              <a:rPr lang="ja-JP" altLang="en-US" sz="1200" dirty="0"/>
              <a:t>要旨</a:t>
            </a:r>
            <a:r>
              <a:rPr lang="en-US" altLang="ja-JP" sz="1200" dirty="0"/>
              <a:t>	</a:t>
            </a:r>
            <a:endParaRPr lang="en-US" sz="1200" dirty="0"/>
          </a:p>
        </p:txBody>
      </p:sp>
      <p:sp>
        <p:nvSpPr>
          <p:cNvPr id="20" name="Text Placeholder 2"/>
          <p:cNvSpPr txBox="1">
            <a:spLocks/>
          </p:cNvSpPr>
          <p:nvPr/>
        </p:nvSpPr>
        <p:spPr bwMode="gray">
          <a:xfrm>
            <a:off x="6177000" y="1620000"/>
            <a:ext cx="3312000" cy="1224000"/>
          </a:xfrm>
          <a:prstGeom prst="rect">
            <a:avLst/>
          </a:prstGeom>
        </p:spPr>
        <p:txBody>
          <a:bodyPr vert="horz" lIns="0" tIns="0" rIns="0" bIns="0" rtlCol="0">
            <a:noAutofit/>
          </a:bodyPr>
          <a:lstStyle>
            <a:lvl1pPr marL="0" indent="0" algn="l" defTabSz="990571" rtl="0" eaLnBrk="1" latinLnBrk="0" hangingPunct="1">
              <a:spcBef>
                <a:spcPts val="0"/>
              </a:spcBef>
              <a:spcAft>
                <a:spcPts val="0"/>
              </a:spcAft>
              <a:buSzPct val="100000"/>
              <a:buFont typeface="Arial" panose="020B0604020202020204" pitchFamily="34" charset="0"/>
              <a:buNone/>
              <a:defRPr kumimoji="1" sz="1000" b="1" kern="1200">
                <a:solidFill>
                  <a:schemeClr val="tx1"/>
                </a:solidFill>
                <a:latin typeface="+mn-lt"/>
                <a:ea typeface="+mn-ea"/>
                <a:cs typeface="+mn-cs"/>
              </a:defRPr>
            </a:lvl1pPr>
            <a:lvl2pPr marL="0" indent="0" algn="l" defTabSz="990571" rtl="0" eaLnBrk="1" latinLnBrk="0" hangingPunct="1">
              <a:spcBef>
                <a:spcPts val="0"/>
              </a:spcBef>
              <a:spcAft>
                <a:spcPts val="0"/>
              </a:spcAft>
              <a:buClrTx/>
              <a:buSzPct val="100000"/>
              <a:buFont typeface="Arial"/>
              <a:buNone/>
              <a:defRPr kumimoji="1" lang="en-US" sz="1000" b="0" kern="1200">
                <a:solidFill>
                  <a:schemeClr val="tx1"/>
                </a:solidFill>
                <a:latin typeface="+mn-lt"/>
                <a:ea typeface="+mn-ea"/>
                <a:cs typeface="+mn-cs"/>
              </a:defRPr>
            </a:lvl2pPr>
            <a:lvl3pPr marL="191094" indent="-191094" algn="l" defTabSz="990571" rtl="0" eaLnBrk="1" latinLnBrk="0" hangingPunct="1">
              <a:spcBef>
                <a:spcPts val="0"/>
              </a:spcBef>
              <a:spcAft>
                <a:spcPts val="1083"/>
              </a:spcAft>
              <a:buClrTx/>
              <a:buSzPct val="100000"/>
              <a:buFont typeface="Arial" panose="020B0604020202020204" pitchFamily="34" charset="0"/>
              <a:buChar char="•"/>
              <a:defRPr kumimoji="1" lang="en-US" sz="1000" kern="1200" dirty="0" smtClean="0">
                <a:solidFill>
                  <a:schemeClr val="tx1"/>
                </a:solidFill>
                <a:latin typeface="+mn-lt"/>
                <a:ea typeface="+mn-ea"/>
                <a:cs typeface="+mn-cs"/>
              </a:defRPr>
            </a:lvl3pPr>
            <a:lvl4pPr marL="386089" indent="-191094" algn="l" defTabSz="990571" rtl="0" eaLnBrk="1" latinLnBrk="0" hangingPunct="1">
              <a:spcBef>
                <a:spcPts val="0"/>
              </a:spcBef>
              <a:spcAft>
                <a:spcPts val="1083"/>
              </a:spcAft>
              <a:buClrTx/>
              <a:buSzPct val="100000"/>
              <a:buFont typeface="Verdana" panose="020B0604030504040204" pitchFamily="34" charset="0"/>
              <a:buChar char="−"/>
              <a:defRPr kumimoji="1" lang="en-US" sz="1000" kern="1200" baseline="0" dirty="0" smtClean="0">
                <a:solidFill>
                  <a:schemeClr val="tx1"/>
                </a:solidFill>
                <a:latin typeface="+mn-lt"/>
                <a:ea typeface="+mn-ea"/>
                <a:cs typeface="+mn-cs"/>
              </a:defRPr>
            </a:lvl4pPr>
            <a:lvl5pPr marL="577182" indent="-191094" algn="l" defTabSz="865030" rtl="0" eaLnBrk="1" latinLnBrk="0" hangingPunct="1">
              <a:spcBef>
                <a:spcPts val="0"/>
              </a:spcBef>
              <a:spcAft>
                <a:spcPts val="1083"/>
              </a:spcAft>
              <a:buClrTx/>
              <a:buSzPct val="100000"/>
              <a:buFont typeface="Verdana" panose="020B0604030504040204" pitchFamily="34" charset="0"/>
              <a:buChar char="−"/>
              <a:tabLst/>
              <a:defRPr kumimoji="1" lang="en-US" sz="1000" kern="1200" baseline="0" dirty="0" smtClean="0">
                <a:solidFill>
                  <a:schemeClr val="tx1"/>
                </a:solidFill>
                <a:latin typeface="+mn-lt"/>
                <a:ea typeface="+mn-ea"/>
                <a:cs typeface="+mn-cs"/>
              </a:defRPr>
            </a:lvl5pPr>
            <a:lvl6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82" indent="-191094" algn="l" defTabSz="990571"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marL="363538" lvl="1" indent="-363538"/>
            <a:r>
              <a:rPr lang="ja-JP" altLang="en-US" sz="1200" dirty="0"/>
              <a:t>氏名</a:t>
            </a:r>
            <a:r>
              <a:rPr lang="en-US" altLang="ja-JP" sz="1200" dirty="0"/>
              <a:t>	</a:t>
            </a:r>
            <a:endParaRPr lang="en-US" sz="1200" dirty="0"/>
          </a:p>
          <a:p>
            <a:pPr marL="363538" lvl="1" indent="-363538"/>
            <a:r>
              <a:rPr lang="ja-JP" altLang="en-US" sz="1200" dirty="0"/>
              <a:t>役職</a:t>
            </a:r>
            <a:r>
              <a:rPr lang="en-US" altLang="ja-JP" sz="1200" dirty="0"/>
              <a:t>	</a:t>
            </a:r>
          </a:p>
          <a:p>
            <a:pPr marL="363538" lvl="1" indent="-363538"/>
            <a:endParaRPr lang="en-US" sz="1200" dirty="0"/>
          </a:p>
          <a:p>
            <a:pPr marL="363538" lvl="1" indent="-363538"/>
            <a:r>
              <a:rPr lang="ja-JP" altLang="en-US" sz="1200" dirty="0"/>
              <a:t>要旨</a:t>
            </a:r>
            <a:r>
              <a:rPr lang="en-US" altLang="ja-JP" sz="1200" dirty="0"/>
              <a:t>	</a:t>
            </a:r>
            <a:endParaRPr lang="en-US" sz="1200" dirty="0"/>
          </a:p>
        </p:txBody>
      </p:sp>
      <p:sp>
        <p:nvSpPr>
          <p:cNvPr id="21" name="Rectangle 3"/>
          <p:cNvSpPr/>
          <p:nvPr/>
        </p:nvSpPr>
        <p:spPr bwMode="gray">
          <a:xfrm>
            <a:off x="5133000" y="1476000"/>
            <a:ext cx="4356000" cy="7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1081" dirty="0">
              <a:solidFill>
                <a:schemeClr val="bg1"/>
              </a:solidFill>
            </a:endParaRPr>
          </a:p>
        </p:txBody>
      </p:sp>
      <p:sp>
        <p:nvSpPr>
          <p:cNvPr id="22" name="正方形/長方形 21"/>
          <p:cNvSpPr/>
          <p:nvPr/>
        </p:nvSpPr>
        <p:spPr bwMode="gray">
          <a:xfrm>
            <a:off x="5133000" y="1620000"/>
            <a:ext cx="975600" cy="1152000"/>
          </a:xfrm>
          <a:prstGeom prst="rect">
            <a:avLst/>
          </a:prstGeom>
          <a:solidFill>
            <a:schemeClr val="bg2"/>
          </a:solidFill>
          <a:ln w="1270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kumimoji="1" lang="ja-JP" altLang="en-US" sz="1200" dirty="0">
              <a:solidFill>
                <a:schemeClr val="bg1"/>
              </a:solidFill>
            </a:endParaRPr>
          </a:p>
        </p:txBody>
      </p:sp>
      <p:sp>
        <p:nvSpPr>
          <p:cNvPr id="17" name="Text Placeholder 2"/>
          <p:cNvSpPr txBox="1">
            <a:spLocks/>
          </p:cNvSpPr>
          <p:nvPr/>
        </p:nvSpPr>
        <p:spPr bwMode="gray">
          <a:xfrm>
            <a:off x="416999" y="2843999"/>
            <a:ext cx="4356613" cy="3456000"/>
          </a:xfrm>
          <a:prstGeom prst="rect">
            <a:avLst/>
          </a:prstGeom>
        </p:spPr>
        <p:txBody>
          <a:bodyPr vert="horz" lIns="0" tIns="0" rIns="0" bIns="0" rtlCol="0">
            <a:noAutofit/>
          </a:bodyPr>
          <a:lstStyle>
            <a:lvl1pPr marL="0" indent="0" algn="l" defTabSz="990571" rtl="0" eaLnBrk="1" latinLnBrk="0" hangingPunct="1">
              <a:spcBef>
                <a:spcPts val="0"/>
              </a:spcBef>
              <a:spcAft>
                <a:spcPts val="0"/>
              </a:spcAft>
              <a:buSzPct val="100000"/>
              <a:buFont typeface="Arial" panose="020B0604020202020204" pitchFamily="34" charset="0"/>
              <a:buNone/>
              <a:defRPr kumimoji="1" sz="1000" b="1" kern="1200">
                <a:solidFill>
                  <a:schemeClr val="tx1"/>
                </a:solidFill>
                <a:latin typeface="+mn-lt"/>
                <a:ea typeface="+mn-ea"/>
                <a:cs typeface="+mn-cs"/>
              </a:defRPr>
            </a:lvl1pPr>
            <a:lvl2pPr marL="0" indent="0" algn="l" defTabSz="990571" rtl="0" eaLnBrk="1" latinLnBrk="0" hangingPunct="1">
              <a:spcBef>
                <a:spcPts val="0"/>
              </a:spcBef>
              <a:spcAft>
                <a:spcPts val="0"/>
              </a:spcAft>
              <a:buClrTx/>
              <a:buSzPct val="100000"/>
              <a:buFont typeface="Arial"/>
              <a:buNone/>
              <a:defRPr kumimoji="1" lang="en-US" sz="1000" b="0" kern="1200">
                <a:solidFill>
                  <a:schemeClr val="tx1"/>
                </a:solidFill>
                <a:latin typeface="+mn-lt"/>
                <a:ea typeface="+mn-ea"/>
                <a:cs typeface="+mn-cs"/>
              </a:defRPr>
            </a:lvl2pPr>
            <a:lvl3pPr marL="191094" indent="-191094" algn="l" defTabSz="990571" rtl="0" eaLnBrk="1" latinLnBrk="0" hangingPunct="1">
              <a:spcBef>
                <a:spcPts val="0"/>
              </a:spcBef>
              <a:spcAft>
                <a:spcPts val="1083"/>
              </a:spcAft>
              <a:buClrTx/>
              <a:buSzPct val="100000"/>
              <a:buFont typeface="Arial" panose="020B0604020202020204" pitchFamily="34" charset="0"/>
              <a:buChar char="•"/>
              <a:defRPr kumimoji="1" lang="en-US" sz="1000" kern="1200" dirty="0" smtClean="0">
                <a:solidFill>
                  <a:schemeClr val="tx1"/>
                </a:solidFill>
                <a:latin typeface="+mn-lt"/>
                <a:ea typeface="+mn-ea"/>
                <a:cs typeface="+mn-cs"/>
              </a:defRPr>
            </a:lvl3pPr>
            <a:lvl4pPr marL="386089" indent="-191094" algn="l" defTabSz="990571" rtl="0" eaLnBrk="1" latinLnBrk="0" hangingPunct="1">
              <a:spcBef>
                <a:spcPts val="0"/>
              </a:spcBef>
              <a:spcAft>
                <a:spcPts val="1083"/>
              </a:spcAft>
              <a:buClrTx/>
              <a:buSzPct val="100000"/>
              <a:buFont typeface="Verdana" panose="020B0604030504040204" pitchFamily="34" charset="0"/>
              <a:buChar char="−"/>
              <a:defRPr kumimoji="1" lang="en-US" sz="1000" kern="1200" baseline="0" dirty="0" smtClean="0">
                <a:solidFill>
                  <a:schemeClr val="tx1"/>
                </a:solidFill>
                <a:latin typeface="+mn-lt"/>
                <a:ea typeface="+mn-ea"/>
                <a:cs typeface="+mn-cs"/>
              </a:defRPr>
            </a:lvl4pPr>
            <a:lvl5pPr marL="577182" indent="-191094" algn="l" defTabSz="865030" rtl="0" eaLnBrk="1" latinLnBrk="0" hangingPunct="1">
              <a:spcBef>
                <a:spcPts val="0"/>
              </a:spcBef>
              <a:spcAft>
                <a:spcPts val="1083"/>
              </a:spcAft>
              <a:buClrTx/>
              <a:buSzPct val="100000"/>
              <a:buFont typeface="Verdana" panose="020B0604030504040204" pitchFamily="34" charset="0"/>
              <a:buChar char="−"/>
              <a:tabLst/>
              <a:defRPr kumimoji="1" lang="en-US" sz="1000" kern="1200" baseline="0" dirty="0" smtClean="0">
                <a:solidFill>
                  <a:schemeClr val="tx1"/>
                </a:solidFill>
                <a:latin typeface="+mn-lt"/>
                <a:ea typeface="+mn-ea"/>
                <a:cs typeface="+mn-cs"/>
              </a:defRPr>
            </a:lvl5pPr>
            <a:lvl6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82" indent="-191094" algn="l" defTabSz="990571"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marL="171450" lvl="1" indent="-171450">
              <a:buFont typeface="Wingdings" panose="05000000000000000000" pitchFamily="2" charset="2"/>
              <a:buChar char="n"/>
            </a:pPr>
            <a:r>
              <a:rPr lang="ja-JP" altLang="en-US" sz="1200" dirty="0"/>
              <a:t>・・・</a:t>
            </a:r>
            <a:endParaRPr lang="en-US" sz="1200" dirty="0"/>
          </a:p>
        </p:txBody>
      </p:sp>
      <p:sp>
        <p:nvSpPr>
          <p:cNvPr id="18" name="Text Placeholder 2"/>
          <p:cNvSpPr txBox="1">
            <a:spLocks/>
          </p:cNvSpPr>
          <p:nvPr/>
        </p:nvSpPr>
        <p:spPr bwMode="gray">
          <a:xfrm>
            <a:off x="5132387" y="2843999"/>
            <a:ext cx="4356613" cy="3456000"/>
          </a:xfrm>
          <a:prstGeom prst="rect">
            <a:avLst/>
          </a:prstGeom>
        </p:spPr>
        <p:txBody>
          <a:bodyPr vert="horz" lIns="0" tIns="0" rIns="0" bIns="0" rtlCol="0">
            <a:noAutofit/>
          </a:bodyPr>
          <a:lstStyle>
            <a:lvl1pPr marL="0" indent="0" algn="l" defTabSz="990571" rtl="0" eaLnBrk="1" latinLnBrk="0" hangingPunct="1">
              <a:spcBef>
                <a:spcPts val="0"/>
              </a:spcBef>
              <a:spcAft>
                <a:spcPts val="0"/>
              </a:spcAft>
              <a:buSzPct val="100000"/>
              <a:buFont typeface="Arial" panose="020B0604020202020204" pitchFamily="34" charset="0"/>
              <a:buNone/>
              <a:defRPr kumimoji="1" sz="1000" b="1" kern="1200">
                <a:solidFill>
                  <a:schemeClr val="tx1"/>
                </a:solidFill>
                <a:latin typeface="+mn-lt"/>
                <a:ea typeface="+mn-ea"/>
                <a:cs typeface="+mn-cs"/>
              </a:defRPr>
            </a:lvl1pPr>
            <a:lvl2pPr marL="0" indent="0" algn="l" defTabSz="990571" rtl="0" eaLnBrk="1" latinLnBrk="0" hangingPunct="1">
              <a:spcBef>
                <a:spcPts val="0"/>
              </a:spcBef>
              <a:spcAft>
                <a:spcPts val="0"/>
              </a:spcAft>
              <a:buClrTx/>
              <a:buSzPct val="100000"/>
              <a:buFont typeface="Arial"/>
              <a:buNone/>
              <a:defRPr kumimoji="1" lang="en-US" sz="1000" b="0" kern="1200">
                <a:solidFill>
                  <a:schemeClr val="tx1"/>
                </a:solidFill>
                <a:latin typeface="+mn-lt"/>
                <a:ea typeface="+mn-ea"/>
                <a:cs typeface="+mn-cs"/>
              </a:defRPr>
            </a:lvl2pPr>
            <a:lvl3pPr marL="191094" indent="-191094" algn="l" defTabSz="990571" rtl="0" eaLnBrk="1" latinLnBrk="0" hangingPunct="1">
              <a:spcBef>
                <a:spcPts val="0"/>
              </a:spcBef>
              <a:spcAft>
                <a:spcPts val="1083"/>
              </a:spcAft>
              <a:buClrTx/>
              <a:buSzPct val="100000"/>
              <a:buFont typeface="Arial" panose="020B0604020202020204" pitchFamily="34" charset="0"/>
              <a:buChar char="•"/>
              <a:defRPr kumimoji="1" lang="en-US" sz="1000" kern="1200" dirty="0" smtClean="0">
                <a:solidFill>
                  <a:schemeClr val="tx1"/>
                </a:solidFill>
                <a:latin typeface="+mn-lt"/>
                <a:ea typeface="+mn-ea"/>
                <a:cs typeface="+mn-cs"/>
              </a:defRPr>
            </a:lvl3pPr>
            <a:lvl4pPr marL="386089" indent="-191094" algn="l" defTabSz="990571" rtl="0" eaLnBrk="1" latinLnBrk="0" hangingPunct="1">
              <a:spcBef>
                <a:spcPts val="0"/>
              </a:spcBef>
              <a:spcAft>
                <a:spcPts val="1083"/>
              </a:spcAft>
              <a:buClrTx/>
              <a:buSzPct val="100000"/>
              <a:buFont typeface="Verdana" panose="020B0604030504040204" pitchFamily="34" charset="0"/>
              <a:buChar char="−"/>
              <a:defRPr kumimoji="1" lang="en-US" sz="1000" kern="1200" baseline="0" dirty="0" smtClean="0">
                <a:solidFill>
                  <a:schemeClr val="tx1"/>
                </a:solidFill>
                <a:latin typeface="+mn-lt"/>
                <a:ea typeface="+mn-ea"/>
                <a:cs typeface="+mn-cs"/>
              </a:defRPr>
            </a:lvl4pPr>
            <a:lvl5pPr marL="577182" indent="-191094" algn="l" defTabSz="865030" rtl="0" eaLnBrk="1" latinLnBrk="0" hangingPunct="1">
              <a:spcBef>
                <a:spcPts val="0"/>
              </a:spcBef>
              <a:spcAft>
                <a:spcPts val="1083"/>
              </a:spcAft>
              <a:buClrTx/>
              <a:buSzPct val="100000"/>
              <a:buFont typeface="Verdana" panose="020B0604030504040204" pitchFamily="34" charset="0"/>
              <a:buChar char="−"/>
              <a:tabLst/>
              <a:defRPr kumimoji="1" lang="en-US" sz="1000" kern="1200" baseline="0" dirty="0" smtClean="0">
                <a:solidFill>
                  <a:schemeClr val="tx1"/>
                </a:solidFill>
                <a:latin typeface="+mn-lt"/>
                <a:ea typeface="+mn-ea"/>
                <a:cs typeface="+mn-cs"/>
              </a:defRPr>
            </a:lvl5pPr>
            <a:lvl6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82" indent="-191094" algn="l" defTabSz="990571"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82" indent="-191094" algn="l" defTabSz="990571"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marL="171450" lvl="1" indent="-171450">
              <a:buFont typeface="Wingdings" panose="05000000000000000000" pitchFamily="2" charset="2"/>
              <a:buChar char="n"/>
            </a:pPr>
            <a:r>
              <a:rPr lang="ja-JP" altLang="en-US" sz="1200" dirty="0"/>
              <a:t>・・・</a:t>
            </a:r>
            <a:endParaRPr lang="en-US" sz="1200" dirty="0"/>
          </a:p>
        </p:txBody>
      </p:sp>
    </p:spTree>
    <p:extLst>
      <p:ext uri="{BB962C8B-B14F-4D97-AF65-F5344CB8AC3E}">
        <p14:creationId xmlns:p14="http://schemas.microsoft.com/office/powerpoint/2010/main" val="3988883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プレースホルダー 2"/>
          <p:cNvSpPr>
            <a:spLocks noGrp="1"/>
          </p:cNvSpPr>
          <p:nvPr>
            <p:ph type="body" sz="quarter" idx="15"/>
          </p:nvPr>
        </p:nvSpPr>
        <p:spPr bwMode="gray"/>
        <p:txBody>
          <a:bodyPr/>
          <a:lstStyle/>
          <a:p>
            <a:r>
              <a:rPr lang="en-US" altLang="ja-JP"/>
              <a:t>Header</a:t>
            </a:r>
            <a:endParaRPr lang="en-US" altLang="ja-JP" dirty="0"/>
          </a:p>
        </p:txBody>
      </p:sp>
      <p:sp>
        <p:nvSpPr>
          <p:cNvPr id="21506" name="Rectangle 2"/>
          <p:cNvSpPr>
            <a:spLocks noGrp="1" noChangeArrowheads="1"/>
          </p:cNvSpPr>
          <p:nvPr>
            <p:ph type="title"/>
          </p:nvPr>
        </p:nvSpPr>
        <p:spPr bwMode="gray"/>
        <p:txBody>
          <a:bodyPr/>
          <a:lstStyle/>
          <a:p>
            <a:r>
              <a:rPr lang="ja-JP" altLang="en-US"/>
              <a:t>テキストブロック</a:t>
            </a:r>
            <a:r>
              <a:rPr lang="nl-NL" altLang="ja-JP" dirty="0"/>
              <a:t> </a:t>
            </a:r>
            <a:r>
              <a:rPr lang="en-US" altLang="ja-JP" dirty="0"/>
              <a:t>–</a:t>
            </a:r>
            <a:r>
              <a:rPr lang="nl-NL" altLang="ja-JP" dirty="0"/>
              <a:t> 3</a:t>
            </a:r>
            <a:r>
              <a:rPr lang="ja-JP" altLang="en-US"/>
              <a:t>パレット</a:t>
            </a:r>
            <a:endParaRPr lang="nl-NL" altLang="ja-JP" dirty="0"/>
          </a:p>
        </p:txBody>
      </p:sp>
      <p:sp>
        <p:nvSpPr>
          <p:cNvPr id="21509" name="Rectangle 16"/>
          <p:cNvSpPr>
            <a:spLocks noChangeArrowheads="1"/>
          </p:cNvSpPr>
          <p:nvPr/>
        </p:nvSpPr>
        <p:spPr bwMode="gray">
          <a:xfrm>
            <a:off x="777600" y="2340000"/>
            <a:ext cx="2447925" cy="3311525"/>
          </a:xfrm>
          <a:prstGeom prst="rect">
            <a:avLst/>
          </a:prstGeom>
          <a:solidFill>
            <a:schemeClr val="bg1"/>
          </a:solid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21512" name="Rectangle 3"/>
          <p:cNvSpPr>
            <a:spLocks noChangeArrowheads="1"/>
          </p:cNvSpPr>
          <p:nvPr/>
        </p:nvSpPr>
        <p:spPr bwMode="gray">
          <a:xfrm>
            <a:off x="777600" y="1872000"/>
            <a:ext cx="2447925" cy="468000"/>
          </a:xfrm>
          <a:prstGeom prst="rect">
            <a:avLst/>
          </a:prstGeom>
          <a:solidFill>
            <a:schemeClr val="accent1"/>
          </a:solidFill>
          <a:ln w="12700" algn="ctr">
            <a:solidFill>
              <a:schemeClr val="accent1"/>
            </a:solidFill>
            <a:miter lim="800000"/>
            <a:headEnd type="none" w="sm" len="sm"/>
            <a:tailEnd type="none" w="sm" len="sm"/>
          </a:ln>
        </p:spPr>
        <p:txBody>
          <a:bodyPr lIns="72000" tIns="72000" rIns="72000" bIns="72000" anchor="ctr"/>
          <a:lstStyle/>
          <a:p>
            <a:pPr algn="ctr" eaLnBrk="0" hangingPunct="0"/>
            <a:r>
              <a:rPr kumimoji="0" lang="en-GB" altLang="ja-JP" sz="1200" dirty="0">
                <a:solidFill>
                  <a:schemeClr val="bg1"/>
                </a:solidFill>
              </a:rPr>
              <a:t>.....</a:t>
            </a:r>
          </a:p>
        </p:txBody>
      </p:sp>
      <p:sp>
        <p:nvSpPr>
          <p:cNvPr id="16" name="Rectangle 16"/>
          <p:cNvSpPr>
            <a:spLocks noChangeArrowheads="1"/>
          </p:cNvSpPr>
          <p:nvPr/>
        </p:nvSpPr>
        <p:spPr bwMode="gray">
          <a:xfrm>
            <a:off x="3729038" y="2340000"/>
            <a:ext cx="2447925" cy="3311525"/>
          </a:xfrm>
          <a:prstGeom prst="rect">
            <a:avLst/>
          </a:prstGeom>
          <a:solidFill>
            <a:schemeClr val="bg1"/>
          </a:solid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18" name="Rectangle 3"/>
          <p:cNvSpPr>
            <a:spLocks noChangeArrowheads="1"/>
          </p:cNvSpPr>
          <p:nvPr/>
        </p:nvSpPr>
        <p:spPr bwMode="gray">
          <a:xfrm>
            <a:off x="3729038" y="1872000"/>
            <a:ext cx="2447925" cy="468000"/>
          </a:xfrm>
          <a:prstGeom prst="rect">
            <a:avLst/>
          </a:prstGeom>
          <a:solidFill>
            <a:schemeClr val="accent1"/>
          </a:solidFill>
          <a:ln w="12700" algn="ctr">
            <a:solidFill>
              <a:schemeClr val="accent1"/>
            </a:solidFill>
            <a:miter lim="800000"/>
            <a:headEnd type="none" w="sm" len="sm"/>
            <a:tailEnd type="none" w="sm" len="sm"/>
          </a:ln>
        </p:spPr>
        <p:txBody>
          <a:bodyPr lIns="72000" tIns="72000" rIns="72000" bIns="72000" anchor="ctr"/>
          <a:lstStyle/>
          <a:p>
            <a:pPr algn="ctr" eaLnBrk="0" hangingPunct="0"/>
            <a:r>
              <a:rPr kumimoji="0" lang="en-GB" altLang="ja-JP" sz="1200" dirty="0">
                <a:solidFill>
                  <a:schemeClr val="bg1"/>
                </a:solidFill>
              </a:rPr>
              <a:t>.....</a:t>
            </a:r>
          </a:p>
        </p:txBody>
      </p:sp>
      <p:sp>
        <p:nvSpPr>
          <p:cNvPr id="20" name="Rectangle 16"/>
          <p:cNvSpPr>
            <a:spLocks noChangeArrowheads="1"/>
          </p:cNvSpPr>
          <p:nvPr/>
        </p:nvSpPr>
        <p:spPr bwMode="gray">
          <a:xfrm>
            <a:off x="6680476" y="2340000"/>
            <a:ext cx="2447925" cy="3311525"/>
          </a:xfrm>
          <a:prstGeom prst="rect">
            <a:avLst/>
          </a:prstGeom>
          <a:solidFill>
            <a:schemeClr val="bg1"/>
          </a:solid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21" name="Rectangle 3"/>
          <p:cNvSpPr>
            <a:spLocks noChangeArrowheads="1"/>
          </p:cNvSpPr>
          <p:nvPr/>
        </p:nvSpPr>
        <p:spPr bwMode="gray">
          <a:xfrm>
            <a:off x="6680476" y="1872000"/>
            <a:ext cx="2447925" cy="468000"/>
          </a:xfrm>
          <a:prstGeom prst="rect">
            <a:avLst/>
          </a:prstGeom>
          <a:solidFill>
            <a:schemeClr val="accent1"/>
          </a:solidFill>
          <a:ln w="12700" algn="ctr">
            <a:solidFill>
              <a:schemeClr val="accent1"/>
            </a:solidFill>
            <a:miter lim="800000"/>
            <a:headEnd type="none" w="sm" len="sm"/>
            <a:tailEnd type="none" w="sm" len="sm"/>
          </a:ln>
        </p:spPr>
        <p:txBody>
          <a:bodyPr lIns="72000" tIns="72000" rIns="72000" bIns="72000" anchor="ctr"/>
          <a:lstStyle/>
          <a:p>
            <a:pPr algn="ctr" eaLnBrk="0" hangingPunct="0"/>
            <a:r>
              <a:rPr kumimoji="0" lang="en-GB" altLang="ja-JP" sz="1200" dirty="0">
                <a:solidFill>
                  <a:schemeClr val="bg1"/>
                </a:solidFill>
              </a:rPr>
              <a:t>.....</a:t>
            </a:r>
          </a:p>
        </p:txBody>
      </p:sp>
    </p:spTree>
    <p:extLst>
      <p:ext uri="{BB962C8B-B14F-4D97-AF65-F5344CB8AC3E}">
        <p14:creationId xmlns:p14="http://schemas.microsoft.com/office/powerpoint/2010/main" val="6401961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テキスト プレースホルダー 2"/>
          <p:cNvSpPr>
            <a:spLocks noGrp="1"/>
          </p:cNvSpPr>
          <p:nvPr>
            <p:ph type="body" sz="quarter" idx="15"/>
          </p:nvPr>
        </p:nvSpPr>
        <p:spPr bwMode="gray"/>
        <p:txBody>
          <a:bodyPr/>
          <a:lstStyle/>
          <a:p>
            <a:r>
              <a:rPr lang="en-US" altLang="ja-JP"/>
              <a:t>Header</a:t>
            </a:r>
            <a:endParaRPr lang="en-US" altLang="ja-JP" dirty="0"/>
          </a:p>
        </p:txBody>
      </p:sp>
      <p:sp>
        <p:nvSpPr>
          <p:cNvPr id="22530" name="Rectangle 2"/>
          <p:cNvSpPr>
            <a:spLocks noGrp="1" noChangeArrowheads="1"/>
          </p:cNvSpPr>
          <p:nvPr>
            <p:ph type="title"/>
          </p:nvPr>
        </p:nvSpPr>
        <p:spPr bwMode="gray"/>
        <p:txBody>
          <a:bodyPr/>
          <a:lstStyle/>
          <a:p>
            <a:r>
              <a:rPr lang="ja-JP" altLang="en-US"/>
              <a:t>テキストブロック</a:t>
            </a:r>
            <a:r>
              <a:rPr lang="nl-NL" altLang="ja-JP"/>
              <a:t> </a:t>
            </a:r>
            <a:r>
              <a:rPr lang="en-US" altLang="ja-JP"/>
              <a:t>–</a:t>
            </a:r>
            <a:r>
              <a:rPr lang="nl-NL" altLang="ja-JP"/>
              <a:t> 4</a:t>
            </a:r>
            <a:r>
              <a:rPr lang="ja-JP" altLang="en-US"/>
              <a:t>パレット</a:t>
            </a:r>
            <a:endParaRPr lang="nl-NL" altLang="ja-JP" dirty="0"/>
          </a:p>
        </p:txBody>
      </p:sp>
      <p:grpSp>
        <p:nvGrpSpPr>
          <p:cNvPr id="4" name="グループ化 3"/>
          <p:cNvGrpSpPr/>
          <p:nvPr/>
        </p:nvGrpSpPr>
        <p:grpSpPr bwMode="gray">
          <a:xfrm>
            <a:off x="1173600" y="1548000"/>
            <a:ext cx="3600000" cy="2158775"/>
            <a:chOff x="1173600" y="1558925"/>
            <a:chExt cx="3600000" cy="2158775"/>
          </a:xfrm>
        </p:grpSpPr>
        <p:sp>
          <p:nvSpPr>
            <p:cNvPr id="22533" name="Rectangle 12"/>
            <p:cNvSpPr>
              <a:spLocks noChangeArrowheads="1"/>
            </p:cNvSpPr>
            <p:nvPr/>
          </p:nvSpPr>
          <p:spPr bwMode="gray">
            <a:xfrm>
              <a:off x="1173600" y="1917700"/>
              <a:ext cx="3600000" cy="1800000"/>
            </a:xfrm>
            <a:prstGeom prst="rect">
              <a:avLst/>
            </a:prstGeom>
            <a:no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22538" name="Rectangle 4"/>
            <p:cNvSpPr>
              <a:spLocks noChangeArrowheads="1"/>
            </p:cNvSpPr>
            <p:nvPr/>
          </p:nvSpPr>
          <p:spPr bwMode="gray">
            <a:xfrm>
              <a:off x="1173600" y="1558925"/>
              <a:ext cx="3600000" cy="360363"/>
            </a:xfrm>
            <a:prstGeom prst="rect">
              <a:avLst/>
            </a:prstGeom>
            <a:solidFill>
              <a:schemeClr val="accent1"/>
            </a:solidFill>
            <a:ln w="12700" algn="ctr">
              <a:solidFill>
                <a:schemeClr val="accent1"/>
              </a:solidFill>
              <a:miter lim="800000"/>
              <a:headEnd type="none" w="sm" len="sm"/>
              <a:tailEnd/>
            </a:ln>
          </p:spPr>
          <p:txBody>
            <a:bodyPr lIns="72000" tIns="72000" rIns="72000" bIns="72000" anchor="ctr"/>
            <a:lstStyle/>
            <a:p>
              <a:pPr algn="ctr" eaLnBrk="0" hangingPunct="0"/>
              <a:r>
                <a:rPr kumimoji="0" lang="en-GB" altLang="ja-JP" sz="1200" dirty="0">
                  <a:solidFill>
                    <a:schemeClr val="bg1"/>
                  </a:solidFill>
                </a:rPr>
                <a:t>.....</a:t>
              </a:r>
            </a:p>
          </p:txBody>
        </p:sp>
      </p:grpSp>
      <p:grpSp>
        <p:nvGrpSpPr>
          <p:cNvPr id="18" name="グループ化 17"/>
          <p:cNvGrpSpPr/>
          <p:nvPr/>
        </p:nvGrpSpPr>
        <p:grpSpPr bwMode="gray">
          <a:xfrm>
            <a:off x="1173600" y="4068000"/>
            <a:ext cx="3600000" cy="2158775"/>
            <a:chOff x="1173600" y="1558925"/>
            <a:chExt cx="3600000" cy="2158775"/>
          </a:xfrm>
        </p:grpSpPr>
        <p:sp>
          <p:nvSpPr>
            <p:cNvPr id="20" name="Rectangle 12"/>
            <p:cNvSpPr>
              <a:spLocks noChangeArrowheads="1"/>
            </p:cNvSpPr>
            <p:nvPr/>
          </p:nvSpPr>
          <p:spPr bwMode="gray">
            <a:xfrm>
              <a:off x="1173600" y="1917700"/>
              <a:ext cx="3600000" cy="1800000"/>
            </a:xfrm>
            <a:prstGeom prst="rect">
              <a:avLst/>
            </a:prstGeom>
            <a:no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21" name="Rectangle 4"/>
            <p:cNvSpPr>
              <a:spLocks noChangeArrowheads="1"/>
            </p:cNvSpPr>
            <p:nvPr/>
          </p:nvSpPr>
          <p:spPr bwMode="gray">
            <a:xfrm>
              <a:off x="1173600" y="1558925"/>
              <a:ext cx="3600000" cy="360363"/>
            </a:xfrm>
            <a:prstGeom prst="rect">
              <a:avLst/>
            </a:prstGeom>
            <a:solidFill>
              <a:schemeClr val="accent1"/>
            </a:solidFill>
            <a:ln w="12700" algn="ctr">
              <a:solidFill>
                <a:schemeClr val="accent1"/>
              </a:solidFill>
              <a:miter lim="800000"/>
              <a:headEnd type="none" w="sm" len="sm"/>
              <a:tailEnd/>
            </a:ln>
          </p:spPr>
          <p:txBody>
            <a:bodyPr lIns="72000" tIns="72000" rIns="72000" bIns="72000" anchor="ctr"/>
            <a:lstStyle/>
            <a:p>
              <a:pPr algn="ctr" eaLnBrk="0" hangingPunct="0"/>
              <a:r>
                <a:rPr kumimoji="0" lang="en-GB" altLang="ja-JP" sz="1200" dirty="0">
                  <a:solidFill>
                    <a:schemeClr val="bg1"/>
                  </a:solidFill>
                </a:rPr>
                <a:t>.....</a:t>
              </a:r>
            </a:p>
          </p:txBody>
        </p:sp>
      </p:grpSp>
      <p:grpSp>
        <p:nvGrpSpPr>
          <p:cNvPr id="22" name="グループ化 21"/>
          <p:cNvGrpSpPr/>
          <p:nvPr/>
        </p:nvGrpSpPr>
        <p:grpSpPr bwMode="gray">
          <a:xfrm>
            <a:off x="5132388" y="1548000"/>
            <a:ext cx="3600000" cy="2158775"/>
            <a:chOff x="1173600" y="1558925"/>
            <a:chExt cx="3600000" cy="2158775"/>
          </a:xfrm>
        </p:grpSpPr>
        <p:sp>
          <p:nvSpPr>
            <p:cNvPr id="23" name="Rectangle 12"/>
            <p:cNvSpPr>
              <a:spLocks noChangeArrowheads="1"/>
            </p:cNvSpPr>
            <p:nvPr/>
          </p:nvSpPr>
          <p:spPr bwMode="gray">
            <a:xfrm>
              <a:off x="1173600" y="1917700"/>
              <a:ext cx="3600000" cy="1800000"/>
            </a:xfrm>
            <a:prstGeom prst="rect">
              <a:avLst/>
            </a:prstGeom>
            <a:no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24" name="Rectangle 4"/>
            <p:cNvSpPr>
              <a:spLocks noChangeArrowheads="1"/>
            </p:cNvSpPr>
            <p:nvPr/>
          </p:nvSpPr>
          <p:spPr bwMode="gray">
            <a:xfrm>
              <a:off x="1173600" y="1558925"/>
              <a:ext cx="3600000" cy="360363"/>
            </a:xfrm>
            <a:prstGeom prst="rect">
              <a:avLst/>
            </a:prstGeom>
            <a:solidFill>
              <a:schemeClr val="accent1"/>
            </a:solidFill>
            <a:ln w="12700" algn="ctr">
              <a:solidFill>
                <a:schemeClr val="accent1"/>
              </a:solidFill>
              <a:miter lim="800000"/>
              <a:headEnd type="none" w="sm" len="sm"/>
              <a:tailEnd/>
            </a:ln>
          </p:spPr>
          <p:txBody>
            <a:bodyPr lIns="72000" tIns="72000" rIns="72000" bIns="72000" anchor="ctr"/>
            <a:lstStyle/>
            <a:p>
              <a:pPr algn="ctr" eaLnBrk="0" hangingPunct="0"/>
              <a:r>
                <a:rPr kumimoji="0" lang="en-GB" altLang="ja-JP" sz="1200" dirty="0">
                  <a:solidFill>
                    <a:schemeClr val="bg1"/>
                  </a:solidFill>
                </a:rPr>
                <a:t>.....</a:t>
              </a:r>
            </a:p>
          </p:txBody>
        </p:sp>
      </p:grpSp>
      <p:grpSp>
        <p:nvGrpSpPr>
          <p:cNvPr id="25" name="グループ化 24"/>
          <p:cNvGrpSpPr/>
          <p:nvPr/>
        </p:nvGrpSpPr>
        <p:grpSpPr bwMode="gray">
          <a:xfrm>
            <a:off x="5132388" y="4068000"/>
            <a:ext cx="3600000" cy="2158775"/>
            <a:chOff x="1173600" y="1558925"/>
            <a:chExt cx="3600000" cy="2158775"/>
          </a:xfrm>
        </p:grpSpPr>
        <p:sp>
          <p:nvSpPr>
            <p:cNvPr id="26" name="Rectangle 12"/>
            <p:cNvSpPr>
              <a:spLocks noChangeArrowheads="1"/>
            </p:cNvSpPr>
            <p:nvPr/>
          </p:nvSpPr>
          <p:spPr bwMode="gray">
            <a:xfrm>
              <a:off x="1173600" y="1917700"/>
              <a:ext cx="3600000" cy="1800000"/>
            </a:xfrm>
            <a:prstGeom prst="rect">
              <a:avLst/>
            </a:prstGeom>
            <a:noFill/>
            <a:ln w="12700" algn="ctr">
              <a:solidFill>
                <a:schemeClr val="accent1"/>
              </a:solid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72800" lvl="1" indent="-172800"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a:p>
              <a:pPr marL="517525" lvl="3" indent="-171450" algn="l">
                <a:lnSpc>
                  <a:spcPct val="106000"/>
                </a:lnSpc>
                <a:spcBef>
                  <a:spcPts val="240"/>
                </a:spcBef>
                <a:buClr>
                  <a:schemeClr val="tx1"/>
                </a:buClr>
                <a:buFontTx/>
                <a:buChar char="•"/>
              </a:pPr>
              <a:r>
                <a:rPr lang="ja-JP" altLang="en-US" sz="1200" dirty="0"/>
                <a:t>第三レベル</a:t>
              </a:r>
              <a:endParaRPr kumimoji="0" lang="en-US" altLang="ja-JP" sz="1200" dirty="0"/>
            </a:p>
          </p:txBody>
        </p:sp>
        <p:sp>
          <p:nvSpPr>
            <p:cNvPr id="27" name="Rectangle 4"/>
            <p:cNvSpPr>
              <a:spLocks noChangeArrowheads="1"/>
            </p:cNvSpPr>
            <p:nvPr/>
          </p:nvSpPr>
          <p:spPr bwMode="gray">
            <a:xfrm>
              <a:off x="1173600" y="1558925"/>
              <a:ext cx="3600000" cy="360363"/>
            </a:xfrm>
            <a:prstGeom prst="rect">
              <a:avLst/>
            </a:prstGeom>
            <a:solidFill>
              <a:schemeClr val="accent1"/>
            </a:solidFill>
            <a:ln w="12700" algn="ctr">
              <a:solidFill>
                <a:schemeClr val="accent1"/>
              </a:solidFill>
              <a:miter lim="800000"/>
              <a:headEnd type="none" w="sm" len="sm"/>
              <a:tailEnd/>
            </a:ln>
          </p:spPr>
          <p:txBody>
            <a:bodyPr lIns="72000" tIns="72000" rIns="72000" bIns="72000" anchor="ctr"/>
            <a:lstStyle/>
            <a:p>
              <a:pPr algn="ctr" eaLnBrk="0" hangingPunct="0"/>
              <a:r>
                <a:rPr kumimoji="0" lang="en-GB" altLang="ja-JP" sz="1200" dirty="0">
                  <a:solidFill>
                    <a:schemeClr val="bg1"/>
                  </a:solidFill>
                </a:rPr>
                <a:t>.....</a:t>
              </a:r>
            </a:p>
          </p:txBody>
        </p:sp>
      </p:grpSp>
    </p:spTree>
    <p:extLst>
      <p:ext uri="{BB962C8B-B14F-4D97-AF65-F5344CB8AC3E}">
        <p14:creationId xmlns:p14="http://schemas.microsoft.com/office/powerpoint/2010/main" val="22835379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p:cNvSpPr>
            <a:spLocks noGrp="1"/>
          </p:cNvSpPr>
          <p:nvPr>
            <p:ph type="body" sz="quarter" idx="15"/>
          </p:nvPr>
        </p:nvSpPr>
        <p:spPr bwMode="gray"/>
        <p:txBody>
          <a:bodyPr/>
          <a:lstStyle/>
          <a:p>
            <a:r>
              <a:rPr lang="en-US" altLang="ja-JP"/>
              <a:t>Header</a:t>
            </a:r>
            <a:endParaRPr lang="en-US" altLang="ja-JP" dirty="0"/>
          </a:p>
        </p:txBody>
      </p:sp>
      <p:sp>
        <p:nvSpPr>
          <p:cNvPr id="45058" name="Rectangle 2"/>
          <p:cNvSpPr>
            <a:spLocks noGrp="1" noChangeArrowheads="1"/>
          </p:cNvSpPr>
          <p:nvPr>
            <p:ph type="title"/>
          </p:nvPr>
        </p:nvSpPr>
        <p:spPr bwMode="gray"/>
        <p:txBody>
          <a:bodyPr/>
          <a:lstStyle/>
          <a:p>
            <a:r>
              <a:rPr lang="ja-JP" altLang="en-US"/>
              <a:t>ロジックツリー</a:t>
            </a:r>
            <a:r>
              <a:rPr lang="nl-NL" altLang="ja-JP"/>
              <a:t> </a:t>
            </a:r>
            <a:r>
              <a:rPr lang="en-US" altLang="ja-JP"/>
              <a:t>–</a:t>
            </a:r>
            <a:r>
              <a:rPr lang="nl-NL" altLang="ja-JP"/>
              <a:t> </a:t>
            </a:r>
            <a:r>
              <a:rPr lang="en-US" altLang="ja-JP"/>
              <a:t>2</a:t>
            </a:r>
            <a:r>
              <a:rPr lang="ja-JP" altLang="en-US"/>
              <a:t>階層</a:t>
            </a:r>
            <a:endParaRPr lang="nl-NL" altLang="ja-JP" dirty="0"/>
          </a:p>
        </p:txBody>
      </p:sp>
      <p:sp>
        <p:nvSpPr>
          <p:cNvPr id="45061" name="Rectangle 3"/>
          <p:cNvSpPr>
            <a:spLocks noChangeArrowheads="1"/>
          </p:cNvSpPr>
          <p:nvPr/>
        </p:nvSpPr>
        <p:spPr bwMode="gray">
          <a:xfrm>
            <a:off x="631825" y="3482975"/>
            <a:ext cx="1655763" cy="647700"/>
          </a:xfrm>
          <a:prstGeom prst="rect">
            <a:avLst/>
          </a:prstGeom>
          <a:solidFill>
            <a:schemeClr val="accent1"/>
          </a:solidFill>
          <a:ln w="12700" algn="ctr">
            <a:solidFill>
              <a:schemeClr val="accent1"/>
            </a:solidFill>
            <a:miter lim="800000"/>
            <a:headEnd type="none" w="sm" len="sm"/>
            <a:tailEnd type="none" w="med" len="lg"/>
          </a:ln>
        </p:spPr>
        <p:txBody>
          <a:bodyPr lIns="72000" tIns="72000" rIns="72000" bIns="72000" anchor="ctr"/>
          <a:lstStyle/>
          <a:p>
            <a:pPr algn="ctr"/>
            <a:r>
              <a:rPr kumimoji="0" lang="nl-NL" altLang="ja-JP" sz="1200" dirty="0">
                <a:solidFill>
                  <a:schemeClr val="bg1"/>
                </a:solidFill>
              </a:rPr>
              <a:t>.....</a:t>
            </a:r>
          </a:p>
        </p:txBody>
      </p:sp>
      <p:sp>
        <p:nvSpPr>
          <p:cNvPr id="45062" name="Rectangle 4"/>
          <p:cNvSpPr>
            <a:spLocks noChangeArrowheads="1"/>
          </p:cNvSpPr>
          <p:nvPr/>
        </p:nvSpPr>
        <p:spPr bwMode="gray">
          <a:xfrm>
            <a:off x="3438525" y="1574800"/>
            <a:ext cx="1655762" cy="647700"/>
          </a:xfrm>
          <a:prstGeom prst="rect">
            <a:avLst/>
          </a:prstGeom>
          <a:solidFill>
            <a:schemeClr val="bg1"/>
          </a:solidFill>
          <a:ln w="12700" algn="ctr">
            <a:solidFill>
              <a:schemeClr val="accent1"/>
            </a:solidFill>
            <a:miter lim="800000"/>
            <a:headEnd type="none" w="sm" len="sm"/>
            <a:tailEnd type="none" w="med" len="lg"/>
          </a:ln>
        </p:spPr>
        <p:txBody>
          <a:bodyPr lIns="72000" tIns="72000" rIns="72000" bIns="72000" anchor="ctr"/>
          <a:lstStyle/>
          <a:p>
            <a:pPr algn="ctr"/>
            <a:r>
              <a:rPr kumimoji="0" lang="nl-NL" altLang="ja-JP" sz="1200" dirty="0"/>
              <a:t>....</a:t>
            </a:r>
          </a:p>
        </p:txBody>
      </p:sp>
      <p:sp>
        <p:nvSpPr>
          <p:cNvPr id="45063" name="Rectangle 5"/>
          <p:cNvSpPr>
            <a:spLocks noChangeArrowheads="1"/>
          </p:cNvSpPr>
          <p:nvPr/>
        </p:nvSpPr>
        <p:spPr bwMode="gray">
          <a:xfrm>
            <a:off x="3438525" y="2846917"/>
            <a:ext cx="1655763" cy="647700"/>
          </a:xfrm>
          <a:prstGeom prst="rect">
            <a:avLst/>
          </a:prstGeom>
          <a:solidFill>
            <a:schemeClr val="bg1"/>
          </a:solidFill>
          <a:ln w="12700" algn="ctr">
            <a:solidFill>
              <a:schemeClr val="accent1"/>
            </a:solidFill>
            <a:miter lim="800000"/>
            <a:headEnd type="none" w="sm" len="sm"/>
            <a:tailEnd type="none" w="med" len="lg"/>
          </a:ln>
        </p:spPr>
        <p:txBody>
          <a:bodyPr lIns="72000" tIns="72000" rIns="72000" bIns="72000" anchor="ctr"/>
          <a:lstStyle/>
          <a:p>
            <a:pPr algn="ctr"/>
            <a:r>
              <a:rPr kumimoji="0" lang="nl-NL" altLang="ja-JP" sz="1200"/>
              <a:t>.....</a:t>
            </a:r>
          </a:p>
        </p:txBody>
      </p:sp>
      <p:sp>
        <p:nvSpPr>
          <p:cNvPr id="45064" name="Rectangle 6"/>
          <p:cNvSpPr>
            <a:spLocks noChangeArrowheads="1"/>
          </p:cNvSpPr>
          <p:nvPr/>
        </p:nvSpPr>
        <p:spPr bwMode="gray">
          <a:xfrm>
            <a:off x="3438525" y="4119034"/>
            <a:ext cx="1655762" cy="647700"/>
          </a:xfrm>
          <a:prstGeom prst="rect">
            <a:avLst/>
          </a:prstGeom>
          <a:solidFill>
            <a:schemeClr val="bg1"/>
          </a:solidFill>
          <a:ln w="12700" algn="ctr">
            <a:solidFill>
              <a:schemeClr val="accent1"/>
            </a:solidFill>
            <a:miter lim="800000"/>
            <a:headEnd type="none" w="sm" len="sm"/>
            <a:tailEnd type="none" w="med" len="lg"/>
          </a:ln>
        </p:spPr>
        <p:txBody>
          <a:bodyPr lIns="72000" tIns="72000" rIns="72000" bIns="72000" anchor="ctr"/>
          <a:lstStyle/>
          <a:p>
            <a:pPr algn="ctr"/>
            <a:r>
              <a:rPr kumimoji="0" lang="nl-NL" altLang="ja-JP" sz="1200"/>
              <a:t>.....</a:t>
            </a:r>
          </a:p>
        </p:txBody>
      </p:sp>
      <p:sp>
        <p:nvSpPr>
          <p:cNvPr id="45065" name="Rectangle 7"/>
          <p:cNvSpPr>
            <a:spLocks noChangeArrowheads="1"/>
          </p:cNvSpPr>
          <p:nvPr/>
        </p:nvSpPr>
        <p:spPr bwMode="gray">
          <a:xfrm>
            <a:off x="3438525" y="5391150"/>
            <a:ext cx="1655762" cy="647700"/>
          </a:xfrm>
          <a:prstGeom prst="rect">
            <a:avLst/>
          </a:prstGeom>
          <a:solidFill>
            <a:schemeClr val="bg1"/>
          </a:solidFill>
          <a:ln w="12700" algn="ctr">
            <a:solidFill>
              <a:schemeClr val="accent1"/>
            </a:solidFill>
            <a:miter lim="800000"/>
            <a:headEnd type="none" w="sm" len="sm"/>
            <a:tailEnd type="none" w="med" len="lg"/>
          </a:ln>
        </p:spPr>
        <p:txBody>
          <a:bodyPr lIns="72000" tIns="72000" rIns="72000" bIns="72000" anchor="ctr"/>
          <a:lstStyle/>
          <a:p>
            <a:pPr algn="ctr"/>
            <a:r>
              <a:rPr kumimoji="0" lang="nl-NL" altLang="ja-JP" sz="1200"/>
              <a:t>.....</a:t>
            </a:r>
          </a:p>
        </p:txBody>
      </p:sp>
      <p:cxnSp>
        <p:nvCxnSpPr>
          <p:cNvPr id="45066" name="AutoShape 8"/>
          <p:cNvCxnSpPr>
            <a:cxnSpLocks noChangeShapeType="1"/>
            <a:stCxn id="45062" idx="1"/>
            <a:endCxn id="45061" idx="3"/>
          </p:cNvCxnSpPr>
          <p:nvPr/>
        </p:nvCxnSpPr>
        <p:spPr bwMode="gray">
          <a:xfrm rot="10800000" flipV="1">
            <a:off x="2287589" y="1898649"/>
            <a:ext cx="1150937" cy="1908175"/>
          </a:xfrm>
          <a:prstGeom prst="bentConnector3">
            <a:avLst>
              <a:gd name="adj1" fmla="val 50000"/>
            </a:avLst>
          </a:prstGeom>
          <a:noFill/>
          <a:ln w="12700">
            <a:solidFill>
              <a:schemeClr val="accent1"/>
            </a:solidFill>
            <a:miter lim="800000"/>
            <a:headEnd type="none" w="sm" len="sm"/>
            <a:tailEnd type="none" w="med" len="lg"/>
          </a:ln>
        </p:spPr>
      </p:cxnSp>
      <p:cxnSp>
        <p:nvCxnSpPr>
          <p:cNvPr id="45067" name="AutoShape 9"/>
          <p:cNvCxnSpPr>
            <a:cxnSpLocks noChangeShapeType="1"/>
            <a:stCxn id="45061" idx="3"/>
            <a:endCxn id="45063" idx="1"/>
          </p:cNvCxnSpPr>
          <p:nvPr/>
        </p:nvCxnSpPr>
        <p:spPr bwMode="gray">
          <a:xfrm flipV="1">
            <a:off x="2287588" y="3170767"/>
            <a:ext cx="1150937" cy="636058"/>
          </a:xfrm>
          <a:prstGeom prst="bentConnector3">
            <a:avLst>
              <a:gd name="adj1" fmla="val 50000"/>
            </a:avLst>
          </a:prstGeom>
          <a:noFill/>
          <a:ln w="12700">
            <a:solidFill>
              <a:schemeClr val="accent1"/>
            </a:solidFill>
            <a:miter lim="800000"/>
            <a:headEnd type="none" w="sm" len="sm"/>
            <a:tailEnd type="none" w="med" len="lg"/>
          </a:ln>
        </p:spPr>
      </p:cxnSp>
      <p:cxnSp>
        <p:nvCxnSpPr>
          <p:cNvPr id="45068" name="AutoShape 10"/>
          <p:cNvCxnSpPr>
            <a:cxnSpLocks noChangeShapeType="1"/>
            <a:stCxn id="45061" idx="3"/>
            <a:endCxn id="45064" idx="1"/>
          </p:cNvCxnSpPr>
          <p:nvPr/>
        </p:nvCxnSpPr>
        <p:spPr bwMode="gray">
          <a:xfrm>
            <a:off x="2287588" y="3806825"/>
            <a:ext cx="1150937" cy="636059"/>
          </a:xfrm>
          <a:prstGeom prst="bentConnector3">
            <a:avLst>
              <a:gd name="adj1" fmla="val 50000"/>
            </a:avLst>
          </a:prstGeom>
          <a:noFill/>
          <a:ln w="12700">
            <a:solidFill>
              <a:schemeClr val="accent1"/>
            </a:solidFill>
            <a:miter lim="800000"/>
            <a:headEnd type="none" w="sm" len="sm"/>
            <a:tailEnd type="none" w="med" len="lg"/>
          </a:ln>
        </p:spPr>
      </p:cxnSp>
      <p:cxnSp>
        <p:nvCxnSpPr>
          <p:cNvPr id="45069" name="AutoShape 11"/>
          <p:cNvCxnSpPr>
            <a:cxnSpLocks noChangeShapeType="1"/>
            <a:stCxn id="45061" idx="3"/>
            <a:endCxn id="45065" idx="1"/>
          </p:cNvCxnSpPr>
          <p:nvPr/>
        </p:nvCxnSpPr>
        <p:spPr bwMode="gray">
          <a:xfrm>
            <a:off x="2287588" y="3806825"/>
            <a:ext cx="1150937" cy="1908175"/>
          </a:xfrm>
          <a:prstGeom prst="bentConnector3">
            <a:avLst>
              <a:gd name="adj1" fmla="val 50000"/>
            </a:avLst>
          </a:prstGeom>
          <a:noFill/>
          <a:ln w="12700">
            <a:solidFill>
              <a:schemeClr val="accent1"/>
            </a:solidFill>
            <a:miter lim="800000"/>
            <a:headEnd type="none" w="sm" len="sm"/>
            <a:tailEnd type="none" w="med" len="lg"/>
          </a:ln>
        </p:spPr>
      </p:cxnSp>
      <p:sp>
        <p:nvSpPr>
          <p:cNvPr id="45070" name="Text Box 16"/>
          <p:cNvSpPr txBox="1">
            <a:spLocks noChangeArrowheads="1"/>
          </p:cNvSpPr>
          <p:nvPr/>
        </p:nvSpPr>
        <p:spPr bwMode="gray">
          <a:xfrm>
            <a:off x="4485000" y="136800"/>
            <a:ext cx="5004000" cy="684000"/>
          </a:xfrm>
          <a:prstGeom prst="rect">
            <a:avLst/>
          </a:prstGeom>
          <a:solidFill>
            <a:schemeClr val="bg2"/>
          </a:solidFill>
          <a:ln w="6350" algn="ctr">
            <a:noFill/>
            <a:miter lim="800000"/>
            <a:headEnd/>
            <a:tailEnd/>
          </a:ln>
        </p:spPr>
        <p:txBody>
          <a:bodyPr wrap="square" lIns="72000" tIns="72000" rIns="72000" bIns="72000" anchor="t" anchorCtr="0">
            <a:noAutofit/>
          </a:bodyPr>
          <a:lstStyle>
            <a:defPPr>
              <a:defRPr lang="en-US"/>
            </a:defPPr>
            <a:lvl1pPr marL="172800" indent="-172800">
              <a:buFont typeface="Wingdings" panose="05000000000000000000" pitchFamily="2" charset="2"/>
              <a:buChar char="n"/>
              <a:defRPr sz="1200"/>
            </a:lvl1pPr>
          </a:lstStyle>
          <a:p>
            <a:r>
              <a:rPr lang="ja-JP" altLang="de-DE" dirty="0"/>
              <a:t>箱を追加し</a:t>
            </a:r>
            <a:r>
              <a:rPr lang="de-DE" altLang="ja-JP" dirty="0"/>
              <a:t>Tree</a:t>
            </a:r>
            <a:r>
              <a:rPr lang="ja-JP" altLang="de-DE" dirty="0"/>
              <a:t>につなげる際は、オートシェイプのコネクタを使用</a:t>
            </a:r>
            <a:r>
              <a:rPr lang="ja-JP" altLang="en-US" dirty="0"/>
              <a:t>する</a:t>
            </a:r>
            <a:endParaRPr lang="ja-JP" altLang="de-DE" dirty="0"/>
          </a:p>
          <a:p>
            <a:r>
              <a:rPr lang="ja-JP" altLang="en-GB" dirty="0"/>
              <a:t>ツールバー上の「</a:t>
            </a:r>
            <a:r>
              <a:rPr lang="ja-JP" altLang="en-US" dirty="0"/>
              <a:t>書式</a:t>
            </a:r>
            <a:r>
              <a:rPr lang="ja-JP" altLang="en-GB" dirty="0"/>
              <a:t>」の「配置」を使用し、適切な位置に配置</a:t>
            </a:r>
            <a:r>
              <a:rPr lang="ja-JP" altLang="en-US" dirty="0"/>
              <a:t>する</a:t>
            </a:r>
            <a:endParaRPr lang="ja-JP" altLang="en-GB" dirty="0"/>
          </a:p>
          <a:p>
            <a:r>
              <a:rPr lang="ja-JP" altLang="en-GB" dirty="0"/>
              <a:t>右から左に向かって、まず整列</a:t>
            </a:r>
            <a:r>
              <a:rPr lang="ja-JP" altLang="en-US" dirty="0"/>
              <a:t>。</a:t>
            </a:r>
            <a:r>
              <a:rPr lang="ja-JP" altLang="en-GB" dirty="0"/>
              <a:t>次に配置</a:t>
            </a:r>
            <a:r>
              <a:rPr lang="ja-JP" altLang="en-US" dirty="0"/>
              <a:t>（中央揃え等）</a:t>
            </a:r>
            <a:r>
              <a:rPr lang="ja-JP" altLang="en-GB" dirty="0"/>
              <a:t>という順番で</a:t>
            </a:r>
            <a:r>
              <a:rPr lang="ja-JP" altLang="en-US" dirty="0"/>
              <a:t>行う</a:t>
            </a:r>
            <a:endParaRPr lang="en-GB" dirty="0"/>
          </a:p>
        </p:txBody>
      </p:sp>
      <p:sp>
        <p:nvSpPr>
          <p:cNvPr id="45071" name="Rectangle 18"/>
          <p:cNvSpPr>
            <a:spLocks noChangeArrowheads="1"/>
          </p:cNvSpPr>
          <p:nvPr/>
        </p:nvSpPr>
        <p:spPr bwMode="gray">
          <a:xfrm>
            <a:off x="5202238" y="1574800"/>
            <a:ext cx="4284662" cy="827088"/>
          </a:xfrm>
          <a:prstGeom prst="rect">
            <a:avLst/>
          </a:prstGeom>
          <a:noFill/>
          <a:ln w="9525" algn="ctr">
            <a:no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69863" lvl="1" indent="-168275"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
        <p:nvSpPr>
          <p:cNvPr id="45072" name="Rectangle 19"/>
          <p:cNvSpPr>
            <a:spLocks noChangeArrowheads="1"/>
          </p:cNvSpPr>
          <p:nvPr/>
        </p:nvSpPr>
        <p:spPr bwMode="gray">
          <a:xfrm>
            <a:off x="5202238" y="2846388"/>
            <a:ext cx="4284662" cy="827087"/>
          </a:xfrm>
          <a:prstGeom prst="rect">
            <a:avLst/>
          </a:prstGeom>
          <a:noFill/>
          <a:ln w="9525" algn="ctr">
            <a:no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69863" lvl="1" indent="-168275"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
        <p:nvSpPr>
          <p:cNvPr id="45073" name="Rectangle 20"/>
          <p:cNvSpPr>
            <a:spLocks noChangeArrowheads="1"/>
          </p:cNvSpPr>
          <p:nvPr/>
        </p:nvSpPr>
        <p:spPr bwMode="gray">
          <a:xfrm>
            <a:off x="5202238" y="4117975"/>
            <a:ext cx="4284662" cy="827088"/>
          </a:xfrm>
          <a:prstGeom prst="rect">
            <a:avLst/>
          </a:prstGeom>
          <a:noFill/>
          <a:ln w="9525" algn="ctr">
            <a:no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69863" lvl="1" indent="-168275"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
        <p:nvSpPr>
          <p:cNvPr id="45074" name="Rectangle 22"/>
          <p:cNvSpPr>
            <a:spLocks noChangeArrowheads="1"/>
          </p:cNvSpPr>
          <p:nvPr/>
        </p:nvSpPr>
        <p:spPr bwMode="gray">
          <a:xfrm>
            <a:off x="5202238" y="5391150"/>
            <a:ext cx="4284662" cy="827088"/>
          </a:xfrm>
          <a:prstGeom prst="rect">
            <a:avLst/>
          </a:prstGeom>
          <a:noFill/>
          <a:ln w="9525" algn="ctr">
            <a:noFill/>
            <a:miter lim="800000"/>
            <a:headEnd/>
            <a:tailEnd/>
          </a:ln>
        </p:spPr>
        <p:txBody>
          <a:bodyPr lIns="72000" tIns="72000" rIns="72000" bIns="72000"/>
          <a:lstStyle/>
          <a:p>
            <a:pPr algn="l">
              <a:lnSpc>
                <a:spcPct val="106000"/>
              </a:lnSpc>
              <a:spcBef>
                <a:spcPct val="80000"/>
              </a:spcBef>
              <a:buClr>
                <a:schemeClr val="tx1"/>
              </a:buClr>
              <a:buSzPct val="80000"/>
              <a:buFont typeface="Wingdings" pitchFamily="2" charset="2"/>
              <a:buNone/>
            </a:pPr>
            <a:r>
              <a:rPr lang="ja-JP" altLang="en-US" sz="1200" dirty="0"/>
              <a:t>テキスト</a:t>
            </a:r>
            <a:endParaRPr kumimoji="0" lang="en-US" altLang="ja-JP" sz="1200" dirty="0"/>
          </a:p>
          <a:p>
            <a:pPr marL="169863" lvl="1" indent="-168275"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Tree>
    <p:extLst>
      <p:ext uri="{BB962C8B-B14F-4D97-AF65-F5344CB8AC3E}">
        <p14:creationId xmlns:p14="http://schemas.microsoft.com/office/powerpoint/2010/main" val="29239232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テキスト プレースホルダー 2"/>
          <p:cNvSpPr>
            <a:spLocks noGrp="1"/>
          </p:cNvSpPr>
          <p:nvPr>
            <p:ph type="body" sz="quarter" idx="15"/>
          </p:nvPr>
        </p:nvSpPr>
        <p:spPr bwMode="gray"/>
        <p:txBody>
          <a:bodyPr/>
          <a:lstStyle/>
          <a:p>
            <a:r>
              <a:rPr lang="en-US" altLang="ja-JP"/>
              <a:t>Header</a:t>
            </a:r>
            <a:endParaRPr lang="en-US" altLang="ja-JP" dirty="0"/>
          </a:p>
        </p:txBody>
      </p:sp>
      <p:cxnSp>
        <p:nvCxnSpPr>
          <p:cNvPr id="46088" name="AutoShape 6"/>
          <p:cNvCxnSpPr>
            <a:cxnSpLocks noChangeShapeType="1"/>
            <a:stCxn id="46085" idx="3"/>
            <a:endCxn id="46086" idx="1"/>
          </p:cNvCxnSpPr>
          <p:nvPr/>
        </p:nvCxnSpPr>
        <p:spPr bwMode="gray">
          <a:xfrm flipV="1">
            <a:off x="5244306" y="1862138"/>
            <a:ext cx="1150144" cy="378142"/>
          </a:xfrm>
          <a:prstGeom prst="bentConnector3">
            <a:avLst>
              <a:gd name="adj1" fmla="val 50000"/>
            </a:avLst>
          </a:prstGeom>
          <a:noFill/>
          <a:ln w="12700">
            <a:solidFill>
              <a:schemeClr val="accent1"/>
            </a:solidFill>
            <a:miter lim="800000"/>
            <a:headEnd/>
            <a:tailEnd/>
          </a:ln>
        </p:spPr>
      </p:cxnSp>
      <p:cxnSp>
        <p:nvCxnSpPr>
          <p:cNvPr id="46089" name="AutoShape 7"/>
          <p:cNvCxnSpPr>
            <a:cxnSpLocks noChangeShapeType="1"/>
            <a:stCxn id="46085" idx="3"/>
            <a:endCxn id="46087" idx="1"/>
          </p:cNvCxnSpPr>
          <p:nvPr/>
        </p:nvCxnSpPr>
        <p:spPr bwMode="gray">
          <a:xfrm>
            <a:off x="5244306" y="2240280"/>
            <a:ext cx="1150144" cy="378143"/>
          </a:xfrm>
          <a:prstGeom prst="bentConnector3">
            <a:avLst>
              <a:gd name="adj1" fmla="val 50000"/>
            </a:avLst>
          </a:prstGeom>
          <a:noFill/>
          <a:ln w="12700">
            <a:solidFill>
              <a:schemeClr val="accent1"/>
            </a:solidFill>
            <a:miter lim="800000"/>
            <a:headEnd/>
            <a:tailEnd/>
          </a:ln>
        </p:spPr>
      </p:cxnSp>
      <p:cxnSp>
        <p:nvCxnSpPr>
          <p:cNvPr id="46093" name="AutoShape 11"/>
          <p:cNvCxnSpPr>
            <a:cxnSpLocks noChangeShapeType="1"/>
            <a:stCxn id="46092" idx="3"/>
            <a:endCxn id="46090" idx="1"/>
          </p:cNvCxnSpPr>
          <p:nvPr/>
        </p:nvCxnSpPr>
        <p:spPr bwMode="gray">
          <a:xfrm flipV="1">
            <a:off x="5244306" y="4887278"/>
            <a:ext cx="1150144" cy="378143"/>
          </a:xfrm>
          <a:prstGeom prst="bentConnector3">
            <a:avLst>
              <a:gd name="adj1" fmla="val 50000"/>
            </a:avLst>
          </a:prstGeom>
          <a:noFill/>
          <a:ln w="12700">
            <a:solidFill>
              <a:schemeClr val="accent1"/>
            </a:solidFill>
            <a:miter lim="800000"/>
            <a:headEnd/>
            <a:tailEnd/>
          </a:ln>
        </p:spPr>
      </p:cxnSp>
      <p:cxnSp>
        <p:nvCxnSpPr>
          <p:cNvPr id="46094" name="AutoShape 12"/>
          <p:cNvCxnSpPr>
            <a:cxnSpLocks noChangeShapeType="1"/>
            <a:stCxn id="46092" idx="3"/>
            <a:endCxn id="46091" idx="1"/>
          </p:cNvCxnSpPr>
          <p:nvPr/>
        </p:nvCxnSpPr>
        <p:spPr bwMode="gray">
          <a:xfrm>
            <a:off x="5244306" y="5265421"/>
            <a:ext cx="1150144" cy="378142"/>
          </a:xfrm>
          <a:prstGeom prst="bentConnector3">
            <a:avLst>
              <a:gd name="adj1" fmla="val 50000"/>
            </a:avLst>
          </a:prstGeom>
          <a:noFill/>
          <a:ln w="12700">
            <a:solidFill>
              <a:schemeClr val="accent1"/>
            </a:solidFill>
            <a:miter lim="800000"/>
            <a:headEnd/>
            <a:tailEnd/>
          </a:ln>
        </p:spPr>
      </p:cxnSp>
      <p:sp>
        <p:nvSpPr>
          <p:cNvPr id="46095" name="Rectangle 13"/>
          <p:cNvSpPr>
            <a:spLocks noChangeArrowheads="1"/>
          </p:cNvSpPr>
          <p:nvPr/>
        </p:nvSpPr>
        <p:spPr bwMode="gray">
          <a:xfrm>
            <a:off x="920750" y="3446463"/>
            <a:ext cx="1585913" cy="612775"/>
          </a:xfrm>
          <a:prstGeom prst="rect">
            <a:avLst/>
          </a:prstGeom>
          <a:solidFill>
            <a:schemeClr val="accent1"/>
          </a:solidFill>
          <a:ln w="12700" algn="ctr">
            <a:solidFill>
              <a:schemeClr val="accent1"/>
            </a:solidFill>
            <a:miter lim="800000"/>
            <a:headEnd/>
            <a:tailEnd/>
          </a:ln>
        </p:spPr>
        <p:txBody>
          <a:bodyPr lIns="72000" tIns="72000" rIns="72000" bIns="72000" anchor="ctr"/>
          <a:lstStyle/>
          <a:p>
            <a:pPr algn="ctr"/>
            <a:r>
              <a:rPr kumimoji="0" lang="en-US" altLang="ja-JP" sz="1200" dirty="0">
                <a:solidFill>
                  <a:schemeClr val="bg1"/>
                </a:solidFill>
              </a:rPr>
              <a:t>.....</a:t>
            </a:r>
            <a:endParaRPr kumimoji="0" lang="nl-NL" altLang="ja-JP" sz="1200">
              <a:solidFill>
                <a:schemeClr val="bg1"/>
              </a:solidFill>
            </a:endParaRPr>
          </a:p>
        </p:txBody>
      </p:sp>
      <p:cxnSp>
        <p:nvCxnSpPr>
          <p:cNvPr id="46096" name="AutoShape 14"/>
          <p:cNvCxnSpPr>
            <a:cxnSpLocks noChangeShapeType="1"/>
            <a:stCxn id="46085" idx="1"/>
            <a:endCxn id="46095" idx="3"/>
          </p:cNvCxnSpPr>
          <p:nvPr/>
        </p:nvCxnSpPr>
        <p:spPr bwMode="gray">
          <a:xfrm rot="10800000" flipV="1">
            <a:off x="2506664" y="2240279"/>
            <a:ext cx="1150143" cy="1512571"/>
          </a:xfrm>
          <a:prstGeom prst="bentConnector3">
            <a:avLst>
              <a:gd name="adj1" fmla="val 50000"/>
            </a:avLst>
          </a:prstGeom>
          <a:noFill/>
          <a:ln w="12700">
            <a:solidFill>
              <a:schemeClr val="accent1"/>
            </a:solidFill>
            <a:miter lim="800000"/>
            <a:headEnd/>
            <a:tailEnd/>
          </a:ln>
        </p:spPr>
      </p:cxnSp>
      <p:cxnSp>
        <p:nvCxnSpPr>
          <p:cNvPr id="46097" name="AutoShape 15"/>
          <p:cNvCxnSpPr>
            <a:cxnSpLocks noChangeShapeType="1"/>
            <a:stCxn id="46095" idx="3"/>
            <a:endCxn id="46092" idx="1"/>
          </p:cNvCxnSpPr>
          <p:nvPr/>
        </p:nvCxnSpPr>
        <p:spPr bwMode="gray">
          <a:xfrm>
            <a:off x="2506663" y="3752851"/>
            <a:ext cx="1150143" cy="1512570"/>
          </a:xfrm>
          <a:prstGeom prst="bentConnector3">
            <a:avLst>
              <a:gd name="adj1" fmla="val 50000"/>
            </a:avLst>
          </a:prstGeom>
          <a:noFill/>
          <a:ln w="12700">
            <a:solidFill>
              <a:schemeClr val="accent1"/>
            </a:solidFill>
            <a:miter lim="800000"/>
            <a:headEnd/>
            <a:tailEnd/>
          </a:ln>
        </p:spPr>
      </p:cxnSp>
      <p:sp>
        <p:nvSpPr>
          <p:cNvPr id="46086" name="Rectangle 4"/>
          <p:cNvSpPr>
            <a:spLocks noChangeArrowheads="1"/>
          </p:cNvSpPr>
          <p:nvPr/>
        </p:nvSpPr>
        <p:spPr bwMode="gray">
          <a:xfrm>
            <a:off x="6394450" y="1555750"/>
            <a:ext cx="1587500" cy="612775"/>
          </a:xfrm>
          <a:prstGeom prst="rect">
            <a:avLst/>
          </a:prstGeom>
          <a:solidFill>
            <a:schemeClr val="bg1"/>
          </a:solidFill>
          <a:ln w="12700" algn="ctr">
            <a:solidFill>
              <a:schemeClr val="accent1"/>
            </a:solidFill>
            <a:miter lim="800000"/>
            <a:headEnd/>
            <a:tailEnd/>
          </a:ln>
        </p:spPr>
        <p:txBody>
          <a:bodyPr lIns="72000" tIns="72000" rIns="72000" bIns="72000" anchor="ctr"/>
          <a:lstStyle/>
          <a:p>
            <a:pPr algn="ctr"/>
            <a:r>
              <a:rPr kumimoji="0" lang="en-US" altLang="ja-JP" sz="1200" dirty="0"/>
              <a:t>.....</a:t>
            </a:r>
            <a:endParaRPr kumimoji="0" lang="nl-NL" altLang="ja-JP" sz="1200"/>
          </a:p>
        </p:txBody>
      </p:sp>
      <p:sp>
        <p:nvSpPr>
          <p:cNvPr id="46087" name="Rectangle 5"/>
          <p:cNvSpPr>
            <a:spLocks noChangeArrowheads="1"/>
          </p:cNvSpPr>
          <p:nvPr/>
        </p:nvSpPr>
        <p:spPr bwMode="gray">
          <a:xfrm>
            <a:off x="6394450" y="2312035"/>
            <a:ext cx="1587500" cy="612775"/>
          </a:xfrm>
          <a:prstGeom prst="rect">
            <a:avLst/>
          </a:prstGeom>
          <a:solidFill>
            <a:schemeClr val="bg1"/>
          </a:solidFill>
          <a:ln w="12700" algn="ctr">
            <a:solidFill>
              <a:schemeClr val="accent1"/>
            </a:solidFill>
            <a:miter lim="800000"/>
            <a:headEnd/>
            <a:tailEnd/>
          </a:ln>
        </p:spPr>
        <p:txBody>
          <a:bodyPr lIns="72000" tIns="72000" rIns="72000" bIns="72000" anchor="ctr"/>
          <a:lstStyle/>
          <a:p>
            <a:pPr algn="ctr"/>
            <a:r>
              <a:rPr kumimoji="0" lang="en-US" altLang="ja-JP" sz="1200" dirty="0"/>
              <a:t>.....</a:t>
            </a:r>
            <a:endParaRPr kumimoji="0" lang="nl-NL" altLang="ja-JP" sz="1200"/>
          </a:p>
        </p:txBody>
      </p:sp>
      <p:sp>
        <p:nvSpPr>
          <p:cNvPr id="46090" name="Rectangle 8"/>
          <p:cNvSpPr>
            <a:spLocks noChangeArrowheads="1"/>
          </p:cNvSpPr>
          <p:nvPr/>
        </p:nvSpPr>
        <p:spPr bwMode="gray">
          <a:xfrm>
            <a:off x="6394450" y="4580890"/>
            <a:ext cx="1587500" cy="612775"/>
          </a:xfrm>
          <a:prstGeom prst="rect">
            <a:avLst/>
          </a:prstGeom>
          <a:solidFill>
            <a:schemeClr val="bg1"/>
          </a:solidFill>
          <a:ln w="12700" algn="ctr">
            <a:solidFill>
              <a:schemeClr val="accent1"/>
            </a:solidFill>
            <a:miter lim="800000"/>
            <a:headEnd/>
            <a:tailEnd/>
          </a:ln>
        </p:spPr>
        <p:txBody>
          <a:bodyPr lIns="72000" tIns="72000" rIns="72000" bIns="72000" anchor="ctr"/>
          <a:lstStyle/>
          <a:p>
            <a:pPr algn="ctr"/>
            <a:r>
              <a:rPr kumimoji="0" lang="en-US" altLang="ja-JP" sz="1200" dirty="0"/>
              <a:t>.....</a:t>
            </a:r>
            <a:endParaRPr kumimoji="0" lang="nl-NL" altLang="ja-JP" sz="1200"/>
          </a:p>
        </p:txBody>
      </p:sp>
      <p:sp>
        <p:nvSpPr>
          <p:cNvPr id="46091" name="Rectangle 9"/>
          <p:cNvSpPr>
            <a:spLocks noChangeArrowheads="1"/>
          </p:cNvSpPr>
          <p:nvPr/>
        </p:nvSpPr>
        <p:spPr bwMode="gray">
          <a:xfrm>
            <a:off x="6394450" y="5337175"/>
            <a:ext cx="1587500" cy="612775"/>
          </a:xfrm>
          <a:prstGeom prst="rect">
            <a:avLst/>
          </a:prstGeom>
          <a:solidFill>
            <a:schemeClr val="bg1"/>
          </a:solidFill>
          <a:ln w="12700" algn="ctr">
            <a:solidFill>
              <a:schemeClr val="accent1"/>
            </a:solidFill>
            <a:miter lim="800000"/>
            <a:headEnd/>
            <a:tailEnd/>
          </a:ln>
        </p:spPr>
        <p:txBody>
          <a:bodyPr lIns="72000" tIns="72000" rIns="72000" bIns="72000" anchor="ctr"/>
          <a:lstStyle/>
          <a:p>
            <a:pPr algn="ctr"/>
            <a:r>
              <a:rPr kumimoji="0" lang="en-US" altLang="ja-JP" sz="1200" dirty="0"/>
              <a:t>.....</a:t>
            </a:r>
            <a:endParaRPr kumimoji="0" lang="nl-NL" altLang="ja-JP" sz="1200"/>
          </a:p>
        </p:txBody>
      </p:sp>
      <p:sp>
        <p:nvSpPr>
          <p:cNvPr id="46098" name="Rectangle 16"/>
          <p:cNvSpPr>
            <a:spLocks noChangeArrowheads="1"/>
          </p:cNvSpPr>
          <p:nvPr/>
        </p:nvSpPr>
        <p:spPr bwMode="gray">
          <a:xfrm>
            <a:off x="6394450" y="3068320"/>
            <a:ext cx="1587500" cy="612775"/>
          </a:xfrm>
          <a:prstGeom prst="rect">
            <a:avLst/>
          </a:prstGeom>
          <a:solidFill>
            <a:schemeClr val="bg1"/>
          </a:solidFill>
          <a:ln w="12700" algn="ctr">
            <a:solidFill>
              <a:schemeClr val="accent1"/>
            </a:solidFill>
            <a:miter lim="800000"/>
            <a:headEnd/>
            <a:tailEnd/>
          </a:ln>
        </p:spPr>
        <p:txBody>
          <a:bodyPr lIns="72000" tIns="72000" rIns="72000" bIns="72000" anchor="ctr"/>
          <a:lstStyle/>
          <a:p>
            <a:pPr algn="ctr"/>
            <a:r>
              <a:rPr kumimoji="0" lang="en-US" altLang="ja-JP" sz="1200" dirty="0"/>
              <a:t>.....</a:t>
            </a:r>
            <a:endParaRPr kumimoji="0" lang="nl-NL" altLang="ja-JP" sz="1200" dirty="0"/>
          </a:p>
        </p:txBody>
      </p:sp>
      <p:sp>
        <p:nvSpPr>
          <p:cNvPr id="46099" name="Rectangle 17"/>
          <p:cNvSpPr>
            <a:spLocks noChangeArrowheads="1"/>
          </p:cNvSpPr>
          <p:nvPr/>
        </p:nvSpPr>
        <p:spPr bwMode="gray">
          <a:xfrm>
            <a:off x="6394450" y="3824605"/>
            <a:ext cx="1587500" cy="612775"/>
          </a:xfrm>
          <a:prstGeom prst="rect">
            <a:avLst/>
          </a:prstGeom>
          <a:solidFill>
            <a:schemeClr val="bg1"/>
          </a:solidFill>
          <a:ln w="12700" algn="ctr">
            <a:solidFill>
              <a:schemeClr val="accent1"/>
            </a:solidFill>
            <a:miter lim="800000"/>
            <a:headEnd/>
            <a:tailEnd/>
          </a:ln>
        </p:spPr>
        <p:txBody>
          <a:bodyPr lIns="72000" tIns="72000" rIns="72000" bIns="72000" anchor="ctr"/>
          <a:lstStyle/>
          <a:p>
            <a:pPr algn="ctr"/>
            <a:r>
              <a:rPr kumimoji="0" lang="en-US" altLang="ja-JP" sz="1200" dirty="0"/>
              <a:t>.....</a:t>
            </a:r>
            <a:endParaRPr kumimoji="0" lang="nl-NL" altLang="ja-JP" sz="1200"/>
          </a:p>
        </p:txBody>
      </p:sp>
      <p:sp>
        <p:nvSpPr>
          <p:cNvPr id="46085" name="Rectangle 3"/>
          <p:cNvSpPr>
            <a:spLocks noChangeArrowheads="1"/>
          </p:cNvSpPr>
          <p:nvPr/>
        </p:nvSpPr>
        <p:spPr bwMode="gray">
          <a:xfrm>
            <a:off x="3656806" y="1933892"/>
            <a:ext cx="1587500" cy="612775"/>
          </a:xfrm>
          <a:prstGeom prst="rect">
            <a:avLst/>
          </a:prstGeom>
          <a:solidFill>
            <a:srgbClr val="BBBCBC"/>
          </a:solidFill>
          <a:ln w="12700" algn="ctr">
            <a:solidFill>
              <a:srgbClr val="BBBCBC"/>
            </a:solidFill>
            <a:miter lim="800000"/>
            <a:headEnd/>
            <a:tailEnd/>
          </a:ln>
        </p:spPr>
        <p:txBody>
          <a:bodyPr lIns="72000" tIns="72000" rIns="72000" bIns="72000" anchor="ctr"/>
          <a:lstStyle/>
          <a:p>
            <a:pPr algn="ctr"/>
            <a:r>
              <a:rPr kumimoji="0" lang="en-US" altLang="ja-JP" sz="1200" dirty="0"/>
              <a:t>.....</a:t>
            </a:r>
            <a:endParaRPr kumimoji="0" lang="nl-NL" altLang="ja-JP" sz="1200" dirty="0"/>
          </a:p>
        </p:txBody>
      </p:sp>
      <p:sp>
        <p:nvSpPr>
          <p:cNvPr id="46092" name="Rectangle 10"/>
          <p:cNvSpPr>
            <a:spLocks noChangeArrowheads="1"/>
          </p:cNvSpPr>
          <p:nvPr/>
        </p:nvSpPr>
        <p:spPr bwMode="gray">
          <a:xfrm>
            <a:off x="3656806" y="4959033"/>
            <a:ext cx="1587500" cy="612775"/>
          </a:xfrm>
          <a:prstGeom prst="rect">
            <a:avLst/>
          </a:prstGeom>
          <a:solidFill>
            <a:srgbClr val="BBBCBC"/>
          </a:solidFill>
          <a:ln w="12700" algn="ctr">
            <a:solidFill>
              <a:srgbClr val="BBBCBC"/>
            </a:solidFill>
            <a:miter lim="800000"/>
            <a:headEnd/>
            <a:tailEnd/>
          </a:ln>
        </p:spPr>
        <p:txBody>
          <a:bodyPr lIns="72000" tIns="72000" rIns="72000" bIns="72000" anchor="ctr"/>
          <a:lstStyle/>
          <a:p>
            <a:pPr algn="ctr"/>
            <a:r>
              <a:rPr kumimoji="0" lang="en-US" altLang="ja-JP" sz="1200" dirty="0"/>
              <a:t>.....</a:t>
            </a:r>
            <a:endParaRPr kumimoji="0" lang="nl-NL" altLang="ja-JP" sz="1200"/>
          </a:p>
        </p:txBody>
      </p:sp>
      <p:sp>
        <p:nvSpPr>
          <p:cNvPr id="46100" name="Rectangle 18"/>
          <p:cNvSpPr>
            <a:spLocks noChangeArrowheads="1"/>
          </p:cNvSpPr>
          <p:nvPr/>
        </p:nvSpPr>
        <p:spPr bwMode="gray">
          <a:xfrm>
            <a:off x="3656806" y="3446462"/>
            <a:ext cx="1587500" cy="612775"/>
          </a:xfrm>
          <a:prstGeom prst="rect">
            <a:avLst/>
          </a:prstGeom>
          <a:solidFill>
            <a:srgbClr val="BBBCBC"/>
          </a:solidFill>
          <a:ln w="12700" algn="ctr">
            <a:solidFill>
              <a:srgbClr val="BBBCBC"/>
            </a:solidFill>
            <a:miter lim="800000"/>
            <a:headEnd/>
            <a:tailEnd/>
          </a:ln>
        </p:spPr>
        <p:txBody>
          <a:bodyPr lIns="72000" tIns="72000" rIns="72000" bIns="72000" anchor="ctr"/>
          <a:lstStyle/>
          <a:p>
            <a:pPr algn="ctr"/>
            <a:r>
              <a:rPr kumimoji="0" lang="en-US" altLang="ja-JP" sz="1200" dirty="0"/>
              <a:t>.....</a:t>
            </a:r>
            <a:endParaRPr kumimoji="0" lang="nl-NL" altLang="ja-JP" sz="1200"/>
          </a:p>
        </p:txBody>
      </p:sp>
      <p:cxnSp>
        <p:nvCxnSpPr>
          <p:cNvPr id="46101" name="AutoShape 19"/>
          <p:cNvCxnSpPr>
            <a:cxnSpLocks noChangeShapeType="1"/>
            <a:stCxn id="46100" idx="3"/>
            <a:endCxn id="46098" idx="1"/>
          </p:cNvCxnSpPr>
          <p:nvPr/>
        </p:nvCxnSpPr>
        <p:spPr bwMode="gray">
          <a:xfrm flipV="1">
            <a:off x="5244306" y="3374708"/>
            <a:ext cx="1150144" cy="378142"/>
          </a:xfrm>
          <a:prstGeom prst="bentConnector3">
            <a:avLst>
              <a:gd name="adj1" fmla="val 50000"/>
            </a:avLst>
          </a:prstGeom>
          <a:noFill/>
          <a:ln w="12700">
            <a:solidFill>
              <a:schemeClr val="accent1"/>
            </a:solidFill>
            <a:miter lim="800000"/>
            <a:headEnd/>
            <a:tailEnd/>
          </a:ln>
        </p:spPr>
      </p:cxnSp>
      <p:cxnSp>
        <p:nvCxnSpPr>
          <p:cNvPr id="46102" name="AutoShape 20"/>
          <p:cNvCxnSpPr>
            <a:cxnSpLocks noChangeShapeType="1"/>
            <a:stCxn id="46100" idx="3"/>
            <a:endCxn id="46099" idx="1"/>
          </p:cNvCxnSpPr>
          <p:nvPr/>
        </p:nvCxnSpPr>
        <p:spPr bwMode="gray">
          <a:xfrm>
            <a:off x="5244306" y="3752850"/>
            <a:ext cx="1150144" cy="378143"/>
          </a:xfrm>
          <a:prstGeom prst="bentConnector3">
            <a:avLst>
              <a:gd name="adj1" fmla="val 50000"/>
            </a:avLst>
          </a:prstGeom>
          <a:noFill/>
          <a:ln w="12700">
            <a:solidFill>
              <a:schemeClr val="accent1"/>
            </a:solidFill>
            <a:miter lim="800000"/>
            <a:headEnd/>
            <a:tailEnd/>
          </a:ln>
        </p:spPr>
      </p:cxnSp>
      <p:cxnSp>
        <p:nvCxnSpPr>
          <p:cNvPr id="46103" name="AutoShape 21"/>
          <p:cNvCxnSpPr>
            <a:cxnSpLocks noChangeShapeType="1"/>
            <a:stCxn id="46095" idx="3"/>
            <a:endCxn id="46100" idx="1"/>
          </p:cNvCxnSpPr>
          <p:nvPr/>
        </p:nvCxnSpPr>
        <p:spPr bwMode="gray">
          <a:xfrm flipV="1">
            <a:off x="2506663" y="3752850"/>
            <a:ext cx="1150143" cy="1"/>
          </a:xfrm>
          <a:prstGeom prst="straightConnector1">
            <a:avLst/>
          </a:prstGeom>
          <a:noFill/>
          <a:ln w="12700">
            <a:solidFill>
              <a:schemeClr val="accent1"/>
            </a:solidFill>
            <a:miter lim="800000"/>
            <a:headEnd/>
            <a:tailEnd/>
          </a:ln>
        </p:spPr>
      </p:cxnSp>
      <p:sp>
        <p:nvSpPr>
          <p:cNvPr id="4" name="タイトル 3">
            <a:extLst>
              <a:ext uri="{FF2B5EF4-FFF2-40B4-BE49-F238E27FC236}">
                <a16:creationId xmlns:a16="http://schemas.microsoft.com/office/drawing/2014/main" id="{7C5C7476-F5E1-C219-19B5-AB6A993623CE}"/>
              </a:ext>
            </a:extLst>
          </p:cNvPr>
          <p:cNvSpPr>
            <a:spLocks noGrp="1"/>
          </p:cNvSpPr>
          <p:nvPr>
            <p:ph type="title"/>
          </p:nvPr>
        </p:nvSpPr>
        <p:spPr/>
        <p:txBody>
          <a:bodyPr/>
          <a:lstStyle/>
          <a:p>
            <a:endParaRPr lang="ja-JP" altLang="en-US"/>
          </a:p>
        </p:txBody>
      </p:sp>
    </p:spTree>
    <p:extLst>
      <p:ext uri="{BB962C8B-B14F-4D97-AF65-F5344CB8AC3E}">
        <p14:creationId xmlns:p14="http://schemas.microsoft.com/office/powerpoint/2010/main" val="19086641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テキスト プレースホルダー 2"/>
          <p:cNvSpPr>
            <a:spLocks noGrp="1"/>
          </p:cNvSpPr>
          <p:nvPr>
            <p:ph type="body" sz="quarter" idx="15"/>
          </p:nvPr>
        </p:nvSpPr>
        <p:spPr bwMode="gray"/>
        <p:txBody>
          <a:bodyPr/>
          <a:lstStyle/>
          <a:p>
            <a:r>
              <a:rPr lang="en-US" altLang="ja-JP"/>
              <a:t>Header</a:t>
            </a:r>
            <a:endParaRPr lang="en-US" altLang="ja-JP" dirty="0"/>
          </a:p>
        </p:txBody>
      </p:sp>
      <p:sp>
        <p:nvSpPr>
          <p:cNvPr id="47106" name="Rectangle 2"/>
          <p:cNvSpPr>
            <a:spLocks noGrp="1" noChangeArrowheads="1"/>
          </p:cNvSpPr>
          <p:nvPr>
            <p:ph type="title"/>
          </p:nvPr>
        </p:nvSpPr>
        <p:spPr bwMode="gray"/>
        <p:txBody>
          <a:bodyPr/>
          <a:lstStyle/>
          <a:p>
            <a:r>
              <a:rPr lang="ja-JP" altLang="en-US"/>
              <a:t>ロジックツリー</a:t>
            </a:r>
            <a:r>
              <a:rPr lang="nl-NL" altLang="ja-JP"/>
              <a:t> </a:t>
            </a:r>
            <a:r>
              <a:rPr lang="en-US" altLang="ja-JP"/>
              <a:t>–</a:t>
            </a:r>
            <a:r>
              <a:rPr lang="nl-NL" altLang="ja-JP"/>
              <a:t> </a:t>
            </a:r>
            <a:r>
              <a:rPr lang="ja-JP" altLang="en-US"/>
              <a:t>縦型</a:t>
            </a:r>
            <a:endParaRPr lang="nl-NL" altLang="ja-JP" dirty="0"/>
          </a:p>
        </p:txBody>
      </p:sp>
      <p:sp>
        <p:nvSpPr>
          <p:cNvPr id="47109" name="Rectangle 3"/>
          <p:cNvSpPr>
            <a:spLocks noChangeArrowheads="1"/>
          </p:cNvSpPr>
          <p:nvPr/>
        </p:nvSpPr>
        <p:spPr bwMode="gray">
          <a:xfrm>
            <a:off x="4267200" y="1773238"/>
            <a:ext cx="1370013" cy="792162"/>
          </a:xfrm>
          <a:prstGeom prst="rect">
            <a:avLst/>
          </a:prstGeom>
          <a:solidFill>
            <a:schemeClr val="accent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solidFill>
                  <a:schemeClr val="bg1"/>
                </a:solidFill>
              </a:rPr>
              <a:t>.....</a:t>
            </a:r>
          </a:p>
        </p:txBody>
      </p:sp>
      <p:sp>
        <p:nvSpPr>
          <p:cNvPr id="47110" name="Rectangle 4"/>
          <p:cNvSpPr>
            <a:spLocks noChangeArrowheads="1"/>
          </p:cNvSpPr>
          <p:nvPr/>
        </p:nvSpPr>
        <p:spPr bwMode="gray">
          <a:xfrm>
            <a:off x="527050" y="4941888"/>
            <a:ext cx="836613"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1" name="Rectangle 5"/>
          <p:cNvSpPr>
            <a:spLocks noChangeArrowheads="1"/>
          </p:cNvSpPr>
          <p:nvPr/>
        </p:nvSpPr>
        <p:spPr bwMode="gray">
          <a:xfrm>
            <a:off x="1527969" y="4941888"/>
            <a:ext cx="838200"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2" name="Rectangle 6"/>
          <p:cNvSpPr>
            <a:spLocks noChangeArrowheads="1"/>
          </p:cNvSpPr>
          <p:nvPr/>
        </p:nvSpPr>
        <p:spPr bwMode="gray">
          <a:xfrm>
            <a:off x="2530475" y="4941888"/>
            <a:ext cx="836613"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3" name="Rectangle 7"/>
          <p:cNvSpPr>
            <a:spLocks noChangeArrowheads="1"/>
          </p:cNvSpPr>
          <p:nvPr/>
        </p:nvSpPr>
        <p:spPr bwMode="gray">
          <a:xfrm>
            <a:off x="3531394" y="4941888"/>
            <a:ext cx="838200"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4" name="Rectangle 8"/>
          <p:cNvSpPr>
            <a:spLocks noChangeArrowheads="1"/>
          </p:cNvSpPr>
          <p:nvPr/>
        </p:nvSpPr>
        <p:spPr bwMode="gray">
          <a:xfrm>
            <a:off x="4533900" y="4941888"/>
            <a:ext cx="836613"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5" name="Rectangle 9"/>
          <p:cNvSpPr>
            <a:spLocks noChangeArrowheads="1"/>
          </p:cNvSpPr>
          <p:nvPr/>
        </p:nvSpPr>
        <p:spPr bwMode="gray">
          <a:xfrm>
            <a:off x="5534819" y="4941888"/>
            <a:ext cx="838200"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6" name="Rectangle 10"/>
          <p:cNvSpPr>
            <a:spLocks noChangeArrowheads="1"/>
          </p:cNvSpPr>
          <p:nvPr/>
        </p:nvSpPr>
        <p:spPr bwMode="gray">
          <a:xfrm>
            <a:off x="6537325" y="4941888"/>
            <a:ext cx="836612"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7" name="Rectangle 11"/>
          <p:cNvSpPr>
            <a:spLocks noChangeArrowheads="1"/>
          </p:cNvSpPr>
          <p:nvPr/>
        </p:nvSpPr>
        <p:spPr bwMode="gray">
          <a:xfrm>
            <a:off x="7538243" y="4941888"/>
            <a:ext cx="838200"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8" name="Rectangle 12"/>
          <p:cNvSpPr>
            <a:spLocks noChangeArrowheads="1"/>
          </p:cNvSpPr>
          <p:nvPr/>
        </p:nvSpPr>
        <p:spPr bwMode="gray">
          <a:xfrm>
            <a:off x="1260475" y="3357563"/>
            <a:ext cx="1373188" cy="790575"/>
          </a:xfrm>
          <a:prstGeom prst="rect">
            <a:avLst/>
          </a:prstGeom>
          <a:solidFill>
            <a:srgbClr val="BBBCBC"/>
          </a:solidFill>
          <a:ln w="12700" algn="ctr">
            <a:solidFill>
              <a:srgbClr val="BBBCBC"/>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19" name="Rectangle 13"/>
          <p:cNvSpPr>
            <a:spLocks noChangeArrowheads="1"/>
          </p:cNvSpPr>
          <p:nvPr/>
        </p:nvSpPr>
        <p:spPr bwMode="gray">
          <a:xfrm>
            <a:off x="4266406" y="3357563"/>
            <a:ext cx="1371600" cy="790575"/>
          </a:xfrm>
          <a:prstGeom prst="rect">
            <a:avLst/>
          </a:prstGeom>
          <a:solidFill>
            <a:srgbClr val="BBBCBC"/>
          </a:solidFill>
          <a:ln w="12700" algn="ctr">
            <a:solidFill>
              <a:srgbClr val="BBBCBC"/>
            </a:solidFill>
            <a:miter lim="800000"/>
            <a:headEnd type="none" w="sm" len="sm"/>
            <a:tailEnd type="none" w="sm" len="sm"/>
          </a:ln>
        </p:spPr>
        <p:txBody>
          <a:bodyPr wrap="none" lIns="72000" tIns="72000" rIns="72000" bIns="72000" anchor="ctr"/>
          <a:lstStyle/>
          <a:p>
            <a:pPr algn="ctr"/>
            <a:r>
              <a:rPr kumimoji="0" lang="en-US" altLang="ja-JP" sz="1200" dirty="0"/>
              <a:t>.....</a:t>
            </a:r>
          </a:p>
        </p:txBody>
      </p:sp>
      <p:sp>
        <p:nvSpPr>
          <p:cNvPr id="47120" name="Rectangle 14"/>
          <p:cNvSpPr>
            <a:spLocks noChangeArrowheads="1"/>
          </p:cNvSpPr>
          <p:nvPr/>
        </p:nvSpPr>
        <p:spPr bwMode="gray">
          <a:xfrm>
            <a:off x="7270750" y="3357563"/>
            <a:ext cx="1373187" cy="790575"/>
          </a:xfrm>
          <a:prstGeom prst="rect">
            <a:avLst/>
          </a:prstGeom>
          <a:solidFill>
            <a:srgbClr val="BBBCBC"/>
          </a:solidFill>
          <a:ln w="12700" algn="ctr">
            <a:solidFill>
              <a:srgbClr val="BBBCBC"/>
            </a:solidFill>
            <a:miter lim="800000"/>
            <a:headEnd type="none" w="sm" len="sm"/>
            <a:tailEnd type="none" w="sm" len="sm"/>
          </a:ln>
        </p:spPr>
        <p:txBody>
          <a:bodyPr wrap="none" lIns="72000" tIns="72000" rIns="72000" bIns="72000" anchor="ctr"/>
          <a:lstStyle/>
          <a:p>
            <a:pPr algn="ctr"/>
            <a:r>
              <a:rPr kumimoji="0" lang="en-US" altLang="ja-JP" sz="1200" dirty="0"/>
              <a:t>.....</a:t>
            </a:r>
          </a:p>
        </p:txBody>
      </p:sp>
      <p:cxnSp>
        <p:nvCxnSpPr>
          <p:cNvPr id="47121" name="AutoShape 15"/>
          <p:cNvCxnSpPr>
            <a:cxnSpLocks noChangeShapeType="1"/>
            <a:stCxn id="47109" idx="2"/>
            <a:endCxn id="47118" idx="0"/>
          </p:cNvCxnSpPr>
          <p:nvPr/>
        </p:nvCxnSpPr>
        <p:spPr bwMode="gray">
          <a:xfrm rot="5400000">
            <a:off x="3053557" y="1458912"/>
            <a:ext cx="792163" cy="3005138"/>
          </a:xfrm>
          <a:prstGeom prst="bentConnector3">
            <a:avLst>
              <a:gd name="adj1" fmla="val 50000"/>
            </a:avLst>
          </a:prstGeom>
          <a:noFill/>
          <a:ln w="12700">
            <a:solidFill>
              <a:schemeClr val="accent1"/>
            </a:solidFill>
            <a:miter lim="800000"/>
            <a:headEnd/>
            <a:tailEnd/>
          </a:ln>
        </p:spPr>
      </p:cxnSp>
      <p:cxnSp>
        <p:nvCxnSpPr>
          <p:cNvPr id="47122" name="AutoShape 16"/>
          <p:cNvCxnSpPr>
            <a:cxnSpLocks noChangeShapeType="1"/>
            <a:stCxn id="47109" idx="2"/>
            <a:endCxn id="47120" idx="0"/>
          </p:cNvCxnSpPr>
          <p:nvPr/>
        </p:nvCxnSpPr>
        <p:spPr bwMode="gray">
          <a:xfrm rot="16200000" flipH="1">
            <a:off x="6058694" y="1458912"/>
            <a:ext cx="792163" cy="3005137"/>
          </a:xfrm>
          <a:prstGeom prst="bentConnector3">
            <a:avLst>
              <a:gd name="adj1" fmla="val 50000"/>
            </a:avLst>
          </a:prstGeom>
          <a:noFill/>
          <a:ln w="12700">
            <a:solidFill>
              <a:schemeClr val="accent1"/>
            </a:solidFill>
            <a:miter lim="800000"/>
            <a:headEnd/>
            <a:tailEnd/>
          </a:ln>
        </p:spPr>
      </p:cxnSp>
      <p:cxnSp>
        <p:nvCxnSpPr>
          <p:cNvPr id="47123" name="AutoShape 17"/>
          <p:cNvCxnSpPr>
            <a:cxnSpLocks noChangeShapeType="1"/>
            <a:stCxn id="47119" idx="0"/>
            <a:endCxn id="47109" idx="2"/>
          </p:cNvCxnSpPr>
          <p:nvPr/>
        </p:nvCxnSpPr>
        <p:spPr bwMode="gray">
          <a:xfrm flipV="1">
            <a:off x="4952206" y="2565400"/>
            <a:ext cx="1" cy="792163"/>
          </a:xfrm>
          <a:prstGeom prst="straightConnector1">
            <a:avLst/>
          </a:prstGeom>
          <a:noFill/>
          <a:ln w="12700">
            <a:solidFill>
              <a:schemeClr val="accent1"/>
            </a:solidFill>
            <a:round/>
            <a:headEnd/>
            <a:tailEnd/>
          </a:ln>
        </p:spPr>
      </p:cxnSp>
      <p:cxnSp>
        <p:nvCxnSpPr>
          <p:cNvPr id="47124" name="AutoShape 18"/>
          <p:cNvCxnSpPr>
            <a:cxnSpLocks noChangeShapeType="1"/>
            <a:stCxn id="47110" idx="0"/>
            <a:endCxn id="47118" idx="2"/>
          </p:cNvCxnSpPr>
          <p:nvPr/>
        </p:nvCxnSpPr>
        <p:spPr bwMode="gray">
          <a:xfrm rot="5400000" flipH="1" flipV="1">
            <a:off x="1049338" y="4044157"/>
            <a:ext cx="793750" cy="1001712"/>
          </a:xfrm>
          <a:prstGeom prst="bentConnector3">
            <a:avLst>
              <a:gd name="adj1" fmla="val 50000"/>
            </a:avLst>
          </a:prstGeom>
          <a:noFill/>
          <a:ln w="12700">
            <a:solidFill>
              <a:schemeClr val="accent1"/>
            </a:solidFill>
            <a:miter lim="800000"/>
            <a:headEnd/>
            <a:tailEnd/>
          </a:ln>
        </p:spPr>
      </p:cxnSp>
      <p:cxnSp>
        <p:nvCxnSpPr>
          <p:cNvPr id="47125" name="AutoShape 19"/>
          <p:cNvCxnSpPr>
            <a:cxnSpLocks noChangeShapeType="1"/>
            <a:stCxn id="47118" idx="2"/>
            <a:endCxn id="47112" idx="0"/>
          </p:cNvCxnSpPr>
          <p:nvPr/>
        </p:nvCxnSpPr>
        <p:spPr bwMode="gray">
          <a:xfrm rot="16200000" flipH="1">
            <a:off x="2051050" y="4044156"/>
            <a:ext cx="793750" cy="1001713"/>
          </a:xfrm>
          <a:prstGeom prst="bentConnector3">
            <a:avLst>
              <a:gd name="adj1" fmla="val 50000"/>
            </a:avLst>
          </a:prstGeom>
          <a:noFill/>
          <a:ln w="12700">
            <a:solidFill>
              <a:schemeClr val="accent1"/>
            </a:solidFill>
            <a:miter lim="800000"/>
            <a:headEnd/>
            <a:tailEnd/>
          </a:ln>
        </p:spPr>
      </p:cxnSp>
      <p:cxnSp>
        <p:nvCxnSpPr>
          <p:cNvPr id="47126" name="AutoShape 20"/>
          <p:cNvCxnSpPr>
            <a:cxnSpLocks noChangeShapeType="1"/>
            <a:stCxn id="47113" idx="0"/>
            <a:endCxn id="47119" idx="2"/>
          </p:cNvCxnSpPr>
          <p:nvPr/>
        </p:nvCxnSpPr>
        <p:spPr bwMode="gray">
          <a:xfrm rot="5400000" flipH="1" flipV="1">
            <a:off x="4054475" y="4044157"/>
            <a:ext cx="793750" cy="1001712"/>
          </a:xfrm>
          <a:prstGeom prst="bentConnector3">
            <a:avLst>
              <a:gd name="adj1" fmla="val 50000"/>
            </a:avLst>
          </a:prstGeom>
          <a:noFill/>
          <a:ln w="12700">
            <a:solidFill>
              <a:schemeClr val="accent1"/>
            </a:solidFill>
            <a:miter lim="800000"/>
            <a:headEnd/>
            <a:tailEnd/>
          </a:ln>
        </p:spPr>
      </p:cxnSp>
      <p:cxnSp>
        <p:nvCxnSpPr>
          <p:cNvPr id="47127" name="AutoShape 21"/>
          <p:cNvCxnSpPr>
            <a:cxnSpLocks noChangeShapeType="1"/>
            <a:stCxn id="47119" idx="2"/>
            <a:endCxn id="47115" idx="0"/>
          </p:cNvCxnSpPr>
          <p:nvPr/>
        </p:nvCxnSpPr>
        <p:spPr bwMode="gray">
          <a:xfrm rot="16200000" flipH="1">
            <a:off x="5056187" y="4044156"/>
            <a:ext cx="793750" cy="1001713"/>
          </a:xfrm>
          <a:prstGeom prst="bentConnector3">
            <a:avLst>
              <a:gd name="adj1" fmla="val 50000"/>
            </a:avLst>
          </a:prstGeom>
          <a:noFill/>
          <a:ln w="12700">
            <a:solidFill>
              <a:schemeClr val="accent1"/>
            </a:solidFill>
            <a:miter lim="800000"/>
            <a:headEnd/>
            <a:tailEnd/>
          </a:ln>
        </p:spPr>
      </p:cxnSp>
      <p:cxnSp>
        <p:nvCxnSpPr>
          <p:cNvPr id="47128" name="AutoShape 22"/>
          <p:cNvCxnSpPr>
            <a:cxnSpLocks noChangeShapeType="1"/>
            <a:stCxn id="47116" idx="0"/>
            <a:endCxn id="47120" idx="2"/>
          </p:cNvCxnSpPr>
          <p:nvPr/>
        </p:nvCxnSpPr>
        <p:spPr bwMode="gray">
          <a:xfrm rot="5400000" flipH="1" flipV="1">
            <a:off x="7059612" y="4044157"/>
            <a:ext cx="793750" cy="1001713"/>
          </a:xfrm>
          <a:prstGeom prst="bentConnector3">
            <a:avLst>
              <a:gd name="adj1" fmla="val 50000"/>
            </a:avLst>
          </a:prstGeom>
          <a:noFill/>
          <a:ln w="12700">
            <a:solidFill>
              <a:schemeClr val="accent1"/>
            </a:solidFill>
            <a:miter lim="800000"/>
            <a:headEnd/>
            <a:tailEnd/>
          </a:ln>
        </p:spPr>
      </p:cxnSp>
      <p:cxnSp>
        <p:nvCxnSpPr>
          <p:cNvPr id="47129" name="AutoShape 23"/>
          <p:cNvCxnSpPr>
            <a:cxnSpLocks noChangeShapeType="1"/>
            <a:stCxn id="47120" idx="2"/>
            <a:endCxn id="47133" idx="0"/>
          </p:cNvCxnSpPr>
          <p:nvPr/>
        </p:nvCxnSpPr>
        <p:spPr bwMode="gray">
          <a:xfrm rot="16200000" flipH="1">
            <a:off x="8061325" y="4044156"/>
            <a:ext cx="793750" cy="1001713"/>
          </a:xfrm>
          <a:prstGeom prst="bentConnector3">
            <a:avLst>
              <a:gd name="adj1" fmla="val 50000"/>
            </a:avLst>
          </a:prstGeom>
          <a:noFill/>
          <a:ln w="12700">
            <a:solidFill>
              <a:schemeClr val="accent1"/>
            </a:solidFill>
            <a:miter lim="800000"/>
            <a:headEnd/>
            <a:tailEnd/>
          </a:ln>
        </p:spPr>
      </p:cxnSp>
      <p:cxnSp>
        <p:nvCxnSpPr>
          <p:cNvPr id="47130" name="AutoShape 24"/>
          <p:cNvCxnSpPr>
            <a:cxnSpLocks noChangeShapeType="1"/>
            <a:stCxn id="47111" idx="0"/>
            <a:endCxn id="47118" idx="2"/>
          </p:cNvCxnSpPr>
          <p:nvPr/>
        </p:nvCxnSpPr>
        <p:spPr bwMode="gray">
          <a:xfrm flipV="1">
            <a:off x="1947069" y="4148138"/>
            <a:ext cx="0" cy="793750"/>
          </a:xfrm>
          <a:prstGeom prst="straightConnector1">
            <a:avLst/>
          </a:prstGeom>
          <a:noFill/>
          <a:ln w="12700">
            <a:solidFill>
              <a:schemeClr val="accent1"/>
            </a:solidFill>
            <a:round/>
            <a:headEnd/>
            <a:tailEnd/>
          </a:ln>
        </p:spPr>
      </p:cxnSp>
      <p:cxnSp>
        <p:nvCxnSpPr>
          <p:cNvPr id="47131" name="AutoShape 25"/>
          <p:cNvCxnSpPr>
            <a:cxnSpLocks noChangeShapeType="1"/>
            <a:stCxn id="47114" idx="0"/>
            <a:endCxn id="47119" idx="2"/>
          </p:cNvCxnSpPr>
          <p:nvPr/>
        </p:nvCxnSpPr>
        <p:spPr bwMode="gray">
          <a:xfrm flipH="1" flipV="1">
            <a:off x="4952206" y="4148138"/>
            <a:ext cx="1" cy="793750"/>
          </a:xfrm>
          <a:prstGeom prst="straightConnector1">
            <a:avLst/>
          </a:prstGeom>
          <a:noFill/>
          <a:ln w="12700">
            <a:solidFill>
              <a:schemeClr val="accent1"/>
            </a:solidFill>
            <a:round/>
            <a:headEnd/>
            <a:tailEnd/>
          </a:ln>
        </p:spPr>
      </p:cxnSp>
      <p:cxnSp>
        <p:nvCxnSpPr>
          <p:cNvPr id="47132" name="AutoShape 26"/>
          <p:cNvCxnSpPr>
            <a:cxnSpLocks noChangeShapeType="1"/>
            <a:stCxn id="47117" idx="0"/>
            <a:endCxn id="47120" idx="2"/>
          </p:cNvCxnSpPr>
          <p:nvPr/>
        </p:nvCxnSpPr>
        <p:spPr bwMode="gray">
          <a:xfrm flipV="1">
            <a:off x="7957343" y="4148138"/>
            <a:ext cx="1" cy="793750"/>
          </a:xfrm>
          <a:prstGeom prst="straightConnector1">
            <a:avLst/>
          </a:prstGeom>
          <a:noFill/>
          <a:ln w="12700">
            <a:solidFill>
              <a:schemeClr val="accent1"/>
            </a:solidFill>
            <a:miter lim="800000"/>
            <a:headEnd/>
            <a:tailEnd/>
          </a:ln>
        </p:spPr>
      </p:cxnSp>
      <p:sp>
        <p:nvSpPr>
          <p:cNvPr id="47133" name="Rectangle 27"/>
          <p:cNvSpPr>
            <a:spLocks noChangeArrowheads="1"/>
          </p:cNvSpPr>
          <p:nvPr/>
        </p:nvSpPr>
        <p:spPr bwMode="gray">
          <a:xfrm>
            <a:off x="8540750" y="4941888"/>
            <a:ext cx="836613" cy="776287"/>
          </a:xfrm>
          <a:prstGeom prst="rect">
            <a:avLst/>
          </a:prstGeom>
          <a:solidFill>
            <a:schemeClr val="bg1"/>
          </a:solidFill>
          <a:ln w="12700" algn="ctr">
            <a:solidFill>
              <a:schemeClr val="accent1"/>
            </a:solidFill>
            <a:miter lim="800000"/>
            <a:headEnd type="none" w="sm" len="sm"/>
            <a:tailEnd type="none" w="sm" len="sm"/>
          </a:ln>
        </p:spPr>
        <p:txBody>
          <a:bodyPr wrap="none" lIns="72000" tIns="72000" rIns="72000" bIns="72000" anchor="ctr"/>
          <a:lstStyle/>
          <a:p>
            <a:pPr algn="ctr"/>
            <a:r>
              <a:rPr kumimoji="0" lang="en-US" altLang="ja-JP" sz="1200" dirty="0"/>
              <a:t>.....</a:t>
            </a:r>
          </a:p>
        </p:txBody>
      </p:sp>
    </p:spTree>
    <p:extLst>
      <p:ext uri="{BB962C8B-B14F-4D97-AF65-F5344CB8AC3E}">
        <p14:creationId xmlns:p14="http://schemas.microsoft.com/office/powerpoint/2010/main" val="27218091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コンテンツ プレースホルダ 16"/>
          <p:cNvGraphicFramePr>
            <a:graphicFrameLocks noGrp="1"/>
          </p:cNvGraphicFramePr>
          <p:nvPr>
            <p:ph idx="1"/>
            <p:extLst>
              <p:ext uri="{D42A27DB-BD31-4B8C-83A1-F6EECF244321}">
                <p14:modId xmlns:p14="http://schemas.microsoft.com/office/powerpoint/2010/main" val="3175494661"/>
              </p:ext>
            </p:extLst>
          </p:nvPr>
        </p:nvGraphicFramePr>
        <p:xfrm>
          <a:off x="417513" y="1476375"/>
          <a:ext cx="9070975" cy="4824413"/>
        </p:xfrm>
        <a:graphic>
          <a:graphicData uri="http://schemas.openxmlformats.org/drawingml/2006/chart">
            <c:chart xmlns:c="http://schemas.openxmlformats.org/drawingml/2006/chart" xmlns:r="http://schemas.openxmlformats.org/officeDocument/2006/relationships" r:id="rId3"/>
          </a:graphicData>
        </a:graphic>
      </p:graphicFrame>
      <p:sp>
        <p:nvSpPr>
          <p:cNvPr id="40" name="テキスト プレースホルダー 1"/>
          <p:cNvSpPr>
            <a:spLocks noGrp="1"/>
          </p:cNvSpPr>
          <p:nvPr>
            <p:ph type="body" sz="quarter" idx="15"/>
          </p:nvPr>
        </p:nvSpPr>
        <p:spPr bwMode="gray"/>
        <p:txBody>
          <a:bodyPr/>
          <a:lstStyle/>
          <a:p>
            <a:r>
              <a:rPr lang="en-US" altLang="ja-JP"/>
              <a:t>Header</a:t>
            </a:r>
            <a:endParaRPr lang="en-US" altLang="ja-JP" dirty="0"/>
          </a:p>
        </p:txBody>
      </p:sp>
      <p:sp>
        <p:nvSpPr>
          <p:cNvPr id="25605" name="Rectangle 2"/>
          <p:cNvSpPr>
            <a:spLocks noGrp="1" noChangeArrowheads="1"/>
          </p:cNvSpPr>
          <p:nvPr>
            <p:ph type="title"/>
          </p:nvPr>
        </p:nvSpPr>
        <p:spPr bwMode="gray"/>
        <p:txBody>
          <a:bodyPr/>
          <a:lstStyle/>
          <a:p>
            <a:r>
              <a:rPr lang="ja-JP" altLang="en-US"/>
              <a:t>積み上げ縦棒グラフ</a:t>
            </a:r>
            <a:r>
              <a:rPr lang="en-GB" altLang="ja-JP"/>
              <a:t> </a:t>
            </a:r>
            <a:r>
              <a:rPr lang="en-US" altLang="ja-JP"/>
              <a:t>–</a:t>
            </a:r>
            <a:r>
              <a:rPr lang="en-GB" altLang="ja-JP"/>
              <a:t> </a:t>
            </a:r>
            <a:r>
              <a:rPr lang="en-US" altLang="ja-JP"/>
              <a:t>3</a:t>
            </a:r>
            <a:r>
              <a:rPr lang="ja-JP" altLang="en-US"/>
              <a:t>系列</a:t>
            </a:r>
            <a:endParaRPr lang="en-GB" altLang="ja-JP" dirty="0"/>
          </a:p>
        </p:txBody>
      </p:sp>
      <p:sp>
        <p:nvSpPr>
          <p:cNvPr id="25606" name="Text Box 4"/>
          <p:cNvSpPr txBox="1">
            <a:spLocks noChangeArrowheads="1"/>
          </p:cNvSpPr>
          <p:nvPr/>
        </p:nvSpPr>
        <p:spPr bwMode="gray">
          <a:xfrm>
            <a:off x="1678097" y="5597199"/>
            <a:ext cx="1258679" cy="276999"/>
          </a:xfrm>
          <a:prstGeom prst="rect">
            <a:avLst/>
          </a:prstGeom>
          <a:noFill/>
          <a:ln w="9525">
            <a:noFill/>
            <a:miter lim="800000"/>
            <a:headEnd/>
            <a:tailEnd/>
          </a:ln>
        </p:spPr>
        <p:txBody>
          <a:bodyPr wrap="none">
            <a:spAutoFit/>
          </a:bodyPr>
          <a:lstStyle/>
          <a:p>
            <a:pPr algn="ctr" eaLnBrk="1" hangingPunct="1">
              <a:lnSpc>
                <a:spcPct val="100000"/>
              </a:lnSpc>
            </a:pPr>
            <a:r>
              <a:rPr lang="en-GB" altLang="ja-JP" sz="1200" dirty="0"/>
              <a:t>Category Name</a:t>
            </a:r>
          </a:p>
        </p:txBody>
      </p:sp>
      <p:sp>
        <p:nvSpPr>
          <p:cNvPr id="25607" name="Text Box 5"/>
          <p:cNvSpPr txBox="1">
            <a:spLocks noChangeArrowheads="1"/>
          </p:cNvSpPr>
          <p:nvPr/>
        </p:nvSpPr>
        <p:spPr bwMode="gray">
          <a:xfrm rot="-5400000">
            <a:off x="512209" y="3345379"/>
            <a:ext cx="534121" cy="276999"/>
          </a:xfrm>
          <a:prstGeom prst="rect">
            <a:avLst/>
          </a:prstGeom>
          <a:noFill/>
          <a:ln w="9525">
            <a:noFill/>
            <a:miter lim="800000"/>
            <a:headEnd/>
            <a:tailEnd/>
          </a:ln>
        </p:spPr>
        <p:txBody>
          <a:bodyPr wrap="none">
            <a:spAutoFit/>
          </a:bodyPr>
          <a:lstStyle/>
          <a:p>
            <a:pPr algn="l" eaLnBrk="1" hangingPunct="1">
              <a:lnSpc>
                <a:spcPct val="100000"/>
              </a:lnSpc>
            </a:pPr>
            <a:r>
              <a:rPr lang="nl-NL" altLang="ja-JP" sz="1200" dirty="0"/>
              <a:t>Units</a:t>
            </a:r>
          </a:p>
        </p:txBody>
      </p:sp>
      <p:sp>
        <p:nvSpPr>
          <p:cNvPr id="25608" name="Text Box 6"/>
          <p:cNvSpPr txBox="1">
            <a:spLocks noChangeArrowheads="1"/>
          </p:cNvSpPr>
          <p:nvPr/>
        </p:nvSpPr>
        <p:spPr bwMode="gray">
          <a:xfrm>
            <a:off x="3154261" y="5597199"/>
            <a:ext cx="1258679" cy="276999"/>
          </a:xfrm>
          <a:prstGeom prst="rect">
            <a:avLst/>
          </a:prstGeom>
          <a:noFill/>
          <a:ln w="9525">
            <a:noFill/>
            <a:miter lim="800000"/>
            <a:headEnd/>
            <a:tailEnd/>
          </a:ln>
        </p:spPr>
        <p:txBody>
          <a:bodyPr wrap="none">
            <a:spAutoFit/>
          </a:bodyPr>
          <a:lstStyle/>
          <a:p>
            <a:pPr algn="ctr" eaLnBrk="1" hangingPunct="1">
              <a:lnSpc>
                <a:spcPct val="100000"/>
              </a:lnSpc>
            </a:pPr>
            <a:r>
              <a:rPr lang="en-GB" altLang="ja-JP" sz="1200" dirty="0"/>
              <a:t>Category Name</a:t>
            </a:r>
          </a:p>
        </p:txBody>
      </p:sp>
      <p:sp>
        <p:nvSpPr>
          <p:cNvPr id="25609" name="Text Box 7"/>
          <p:cNvSpPr txBox="1">
            <a:spLocks noChangeArrowheads="1"/>
          </p:cNvSpPr>
          <p:nvPr/>
        </p:nvSpPr>
        <p:spPr bwMode="gray">
          <a:xfrm>
            <a:off x="4666429" y="5597199"/>
            <a:ext cx="1258679" cy="276999"/>
          </a:xfrm>
          <a:prstGeom prst="rect">
            <a:avLst/>
          </a:prstGeom>
          <a:noFill/>
          <a:ln w="9525">
            <a:noFill/>
            <a:miter lim="800000"/>
            <a:headEnd/>
            <a:tailEnd/>
          </a:ln>
        </p:spPr>
        <p:txBody>
          <a:bodyPr wrap="none">
            <a:spAutoFit/>
          </a:bodyPr>
          <a:lstStyle/>
          <a:p>
            <a:pPr algn="ctr" eaLnBrk="1" hangingPunct="1">
              <a:lnSpc>
                <a:spcPct val="100000"/>
              </a:lnSpc>
            </a:pPr>
            <a:r>
              <a:rPr lang="en-GB" altLang="ja-JP" sz="1200" dirty="0"/>
              <a:t>Category Name</a:t>
            </a:r>
          </a:p>
        </p:txBody>
      </p:sp>
      <p:sp>
        <p:nvSpPr>
          <p:cNvPr id="25610" name="Text Box 8"/>
          <p:cNvSpPr txBox="1">
            <a:spLocks noChangeArrowheads="1"/>
          </p:cNvSpPr>
          <p:nvPr/>
        </p:nvSpPr>
        <p:spPr bwMode="gray">
          <a:xfrm>
            <a:off x="6250605" y="5597199"/>
            <a:ext cx="1258679" cy="276999"/>
          </a:xfrm>
          <a:prstGeom prst="rect">
            <a:avLst/>
          </a:prstGeom>
          <a:noFill/>
          <a:ln w="9525">
            <a:noFill/>
            <a:miter lim="800000"/>
            <a:headEnd/>
            <a:tailEnd/>
          </a:ln>
        </p:spPr>
        <p:txBody>
          <a:bodyPr wrap="none">
            <a:spAutoFit/>
          </a:bodyPr>
          <a:lstStyle/>
          <a:p>
            <a:pPr algn="ctr" eaLnBrk="1" hangingPunct="1">
              <a:lnSpc>
                <a:spcPct val="100000"/>
              </a:lnSpc>
            </a:pPr>
            <a:r>
              <a:rPr lang="en-GB" altLang="ja-JP" sz="1200" dirty="0"/>
              <a:t>Category Name</a:t>
            </a:r>
          </a:p>
        </p:txBody>
      </p:sp>
      <p:sp>
        <p:nvSpPr>
          <p:cNvPr id="25611" name="Text Box 9"/>
          <p:cNvSpPr txBox="1">
            <a:spLocks noChangeArrowheads="1"/>
          </p:cNvSpPr>
          <p:nvPr/>
        </p:nvSpPr>
        <p:spPr bwMode="gray">
          <a:xfrm>
            <a:off x="7690765" y="5597199"/>
            <a:ext cx="1258679" cy="276999"/>
          </a:xfrm>
          <a:prstGeom prst="rect">
            <a:avLst/>
          </a:prstGeom>
          <a:noFill/>
          <a:ln w="9525">
            <a:noFill/>
            <a:miter lim="800000"/>
            <a:headEnd/>
            <a:tailEnd/>
          </a:ln>
        </p:spPr>
        <p:txBody>
          <a:bodyPr wrap="none">
            <a:spAutoFit/>
          </a:bodyPr>
          <a:lstStyle/>
          <a:p>
            <a:pPr algn="ctr" eaLnBrk="1" hangingPunct="1">
              <a:lnSpc>
                <a:spcPct val="100000"/>
              </a:lnSpc>
            </a:pPr>
            <a:r>
              <a:rPr lang="en-GB" altLang="ja-JP" sz="1200" dirty="0"/>
              <a:t>Category Name</a:t>
            </a:r>
          </a:p>
        </p:txBody>
      </p:sp>
      <p:sp>
        <p:nvSpPr>
          <p:cNvPr id="16" name="Text Box 4"/>
          <p:cNvSpPr txBox="1">
            <a:spLocks noChangeArrowheads="1"/>
          </p:cNvSpPr>
          <p:nvPr/>
        </p:nvSpPr>
        <p:spPr bwMode="gray">
          <a:xfrm>
            <a:off x="1754100"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05</a:t>
            </a:r>
          </a:p>
        </p:txBody>
      </p:sp>
      <p:sp>
        <p:nvSpPr>
          <p:cNvPr id="18" name="Text Box 4"/>
          <p:cNvSpPr txBox="1">
            <a:spLocks noChangeArrowheads="1"/>
          </p:cNvSpPr>
          <p:nvPr/>
        </p:nvSpPr>
        <p:spPr bwMode="gray">
          <a:xfrm>
            <a:off x="2114140"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06</a:t>
            </a:r>
          </a:p>
        </p:txBody>
      </p:sp>
      <p:sp>
        <p:nvSpPr>
          <p:cNvPr id="19" name="Text Box 4"/>
          <p:cNvSpPr txBox="1">
            <a:spLocks noChangeArrowheads="1"/>
          </p:cNvSpPr>
          <p:nvPr/>
        </p:nvSpPr>
        <p:spPr bwMode="gray">
          <a:xfrm>
            <a:off x="2510184"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07</a:t>
            </a:r>
          </a:p>
        </p:txBody>
      </p:sp>
      <p:sp>
        <p:nvSpPr>
          <p:cNvPr id="20" name="Text Box 4"/>
          <p:cNvSpPr txBox="1">
            <a:spLocks noChangeArrowheads="1"/>
          </p:cNvSpPr>
          <p:nvPr/>
        </p:nvSpPr>
        <p:spPr bwMode="gray">
          <a:xfrm>
            <a:off x="3266268"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05</a:t>
            </a:r>
          </a:p>
        </p:txBody>
      </p:sp>
      <p:sp>
        <p:nvSpPr>
          <p:cNvPr id="21" name="Text Box 4"/>
          <p:cNvSpPr txBox="1">
            <a:spLocks noChangeArrowheads="1"/>
          </p:cNvSpPr>
          <p:nvPr/>
        </p:nvSpPr>
        <p:spPr bwMode="gray">
          <a:xfrm>
            <a:off x="3626308"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06</a:t>
            </a:r>
          </a:p>
        </p:txBody>
      </p:sp>
      <p:sp>
        <p:nvSpPr>
          <p:cNvPr id="22" name="Text Box 4"/>
          <p:cNvSpPr txBox="1">
            <a:spLocks noChangeArrowheads="1"/>
          </p:cNvSpPr>
          <p:nvPr/>
        </p:nvSpPr>
        <p:spPr bwMode="gray">
          <a:xfrm>
            <a:off x="4022352"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07</a:t>
            </a:r>
          </a:p>
        </p:txBody>
      </p:sp>
      <p:sp>
        <p:nvSpPr>
          <p:cNvPr id="23" name="Text Box 4"/>
          <p:cNvSpPr txBox="1">
            <a:spLocks noChangeArrowheads="1"/>
          </p:cNvSpPr>
          <p:nvPr/>
        </p:nvSpPr>
        <p:spPr bwMode="gray">
          <a:xfrm>
            <a:off x="4773613"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05</a:t>
            </a:r>
          </a:p>
        </p:txBody>
      </p:sp>
      <p:sp>
        <p:nvSpPr>
          <p:cNvPr id="24" name="Text Box 4"/>
          <p:cNvSpPr txBox="1">
            <a:spLocks noChangeArrowheads="1"/>
          </p:cNvSpPr>
          <p:nvPr/>
        </p:nvSpPr>
        <p:spPr bwMode="gray">
          <a:xfrm>
            <a:off x="5133653"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06</a:t>
            </a:r>
          </a:p>
        </p:txBody>
      </p:sp>
      <p:sp>
        <p:nvSpPr>
          <p:cNvPr id="25" name="Text Box 4"/>
          <p:cNvSpPr txBox="1">
            <a:spLocks noChangeArrowheads="1"/>
          </p:cNvSpPr>
          <p:nvPr/>
        </p:nvSpPr>
        <p:spPr bwMode="gray">
          <a:xfrm>
            <a:off x="5529697"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07</a:t>
            </a:r>
          </a:p>
        </p:txBody>
      </p:sp>
      <p:sp>
        <p:nvSpPr>
          <p:cNvPr id="30" name="Text Box 4"/>
          <p:cNvSpPr txBox="1">
            <a:spLocks noChangeArrowheads="1"/>
          </p:cNvSpPr>
          <p:nvPr/>
        </p:nvSpPr>
        <p:spPr bwMode="gray">
          <a:xfrm>
            <a:off x="6326608"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05</a:t>
            </a:r>
          </a:p>
        </p:txBody>
      </p:sp>
      <p:sp>
        <p:nvSpPr>
          <p:cNvPr id="31" name="Text Box 4"/>
          <p:cNvSpPr txBox="1">
            <a:spLocks noChangeArrowheads="1"/>
          </p:cNvSpPr>
          <p:nvPr/>
        </p:nvSpPr>
        <p:spPr bwMode="gray">
          <a:xfrm>
            <a:off x="6686648"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06</a:t>
            </a:r>
          </a:p>
        </p:txBody>
      </p:sp>
      <p:sp>
        <p:nvSpPr>
          <p:cNvPr id="32" name="Text Box 4"/>
          <p:cNvSpPr txBox="1">
            <a:spLocks noChangeArrowheads="1"/>
          </p:cNvSpPr>
          <p:nvPr/>
        </p:nvSpPr>
        <p:spPr bwMode="gray">
          <a:xfrm>
            <a:off x="7082692"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07</a:t>
            </a:r>
          </a:p>
        </p:txBody>
      </p:sp>
      <p:sp>
        <p:nvSpPr>
          <p:cNvPr id="33" name="Text Box 4"/>
          <p:cNvSpPr txBox="1">
            <a:spLocks noChangeArrowheads="1"/>
          </p:cNvSpPr>
          <p:nvPr/>
        </p:nvSpPr>
        <p:spPr bwMode="gray">
          <a:xfrm>
            <a:off x="7761312"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05</a:t>
            </a:r>
          </a:p>
        </p:txBody>
      </p:sp>
      <p:sp>
        <p:nvSpPr>
          <p:cNvPr id="34" name="Text Box 4"/>
          <p:cNvSpPr txBox="1">
            <a:spLocks noChangeArrowheads="1"/>
          </p:cNvSpPr>
          <p:nvPr/>
        </p:nvSpPr>
        <p:spPr bwMode="gray">
          <a:xfrm>
            <a:off x="8121352"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06</a:t>
            </a:r>
          </a:p>
        </p:txBody>
      </p:sp>
      <p:sp>
        <p:nvSpPr>
          <p:cNvPr id="35" name="Text Box 4"/>
          <p:cNvSpPr txBox="1">
            <a:spLocks noChangeArrowheads="1"/>
          </p:cNvSpPr>
          <p:nvPr/>
        </p:nvSpPr>
        <p:spPr bwMode="gray">
          <a:xfrm>
            <a:off x="8517396" y="5409220"/>
            <a:ext cx="354584" cy="276999"/>
          </a:xfrm>
          <a:prstGeom prst="rect">
            <a:avLst/>
          </a:prstGeom>
          <a:noFill/>
          <a:ln w="9525">
            <a:noFill/>
            <a:miter lim="800000"/>
            <a:headEnd/>
            <a:tailEnd/>
          </a:ln>
        </p:spPr>
        <p:txBody>
          <a:bodyPr wrap="none">
            <a:spAutoFit/>
          </a:bodyPr>
          <a:lstStyle/>
          <a:p>
            <a:pPr eaLnBrk="1" hangingPunct="1">
              <a:lnSpc>
                <a:spcPct val="100000"/>
              </a:lnSpc>
            </a:pPr>
            <a:r>
              <a:rPr lang="en-GB" altLang="ja-JP" sz="1200" dirty="0"/>
              <a:t>07</a:t>
            </a:r>
          </a:p>
        </p:txBody>
      </p:sp>
    </p:spTree>
    <p:extLst>
      <p:ext uri="{BB962C8B-B14F-4D97-AF65-F5344CB8AC3E}">
        <p14:creationId xmlns:p14="http://schemas.microsoft.com/office/powerpoint/2010/main" val="41876850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コンテンツ プレースホルダ 12"/>
          <p:cNvGraphicFramePr>
            <a:graphicFrameLocks noGrp="1"/>
          </p:cNvGraphicFramePr>
          <p:nvPr>
            <p:ph idx="1"/>
            <p:extLst>
              <p:ext uri="{D42A27DB-BD31-4B8C-83A1-F6EECF244321}">
                <p14:modId xmlns:p14="http://schemas.microsoft.com/office/powerpoint/2010/main" val="2089766533"/>
              </p:ext>
            </p:extLst>
          </p:nvPr>
        </p:nvGraphicFramePr>
        <p:xfrm>
          <a:off x="417513" y="1476375"/>
          <a:ext cx="9070975" cy="4824413"/>
        </p:xfrm>
        <a:graphic>
          <a:graphicData uri="http://schemas.openxmlformats.org/drawingml/2006/chart">
            <c:chart xmlns:c="http://schemas.openxmlformats.org/drawingml/2006/chart" xmlns:r="http://schemas.openxmlformats.org/officeDocument/2006/relationships" r:id="rId3"/>
          </a:graphicData>
        </a:graphic>
      </p:graphicFrame>
      <p:sp>
        <p:nvSpPr>
          <p:cNvPr id="16" name="テキスト プレースホルダー 1"/>
          <p:cNvSpPr>
            <a:spLocks noGrp="1"/>
          </p:cNvSpPr>
          <p:nvPr>
            <p:ph type="body" sz="quarter" idx="15"/>
          </p:nvPr>
        </p:nvSpPr>
        <p:spPr bwMode="gray"/>
        <p:txBody>
          <a:bodyPr/>
          <a:lstStyle/>
          <a:p>
            <a:r>
              <a:rPr lang="en-US" altLang="ja-JP"/>
              <a:t>Header</a:t>
            </a:r>
            <a:endParaRPr lang="en-US" altLang="ja-JP" dirty="0"/>
          </a:p>
        </p:txBody>
      </p:sp>
      <p:sp>
        <p:nvSpPr>
          <p:cNvPr id="26629" name="Rectangle 2"/>
          <p:cNvSpPr>
            <a:spLocks noGrp="1" noChangeArrowheads="1"/>
          </p:cNvSpPr>
          <p:nvPr>
            <p:ph type="title"/>
          </p:nvPr>
        </p:nvSpPr>
        <p:spPr bwMode="gray"/>
        <p:txBody>
          <a:bodyPr/>
          <a:lstStyle/>
          <a:p>
            <a:r>
              <a:rPr lang="ja-JP" altLang="en-US"/>
              <a:t>集合縦棒グラフ</a:t>
            </a:r>
            <a:r>
              <a:rPr lang="en-GB" altLang="ja-JP"/>
              <a:t> </a:t>
            </a:r>
            <a:r>
              <a:rPr lang="en-US" altLang="ja-JP"/>
              <a:t>–</a:t>
            </a:r>
            <a:r>
              <a:rPr lang="en-GB" altLang="ja-JP"/>
              <a:t> </a:t>
            </a:r>
            <a:r>
              <a:rPr lang="en-US" altLang="ja-JP"/>
              <a:t>3</a:t>
            </a:r>
            <a:r>
              <a:rPr lang="ja-JP" altLang="en-US"/>
              <a:t>系列</a:t>
            </a:r>
            <a:endParaRPr lang="en-GB" altLang="ja-JP" dirty="0"/>
          </a:p>
        </p:txBody>
      </p:sp>
      <p:sp>
        <p:nvSpPr>
          <p:cNvPr id="26630" name="Text Box 3"/>
          <p:cNvSpPr txBox="1">
            <a:spLocks noChangeArrowheads="1"/>
          </p:cNvSpPr>
          <p:nvPr/>
        </p:nvSpPr>
        <p:spPr bwMode="gray">
          <a:xfrm>
            <a:off x="4598737" y="5246689"/>
            <a:ext cx="708527" cy="184666"/>
          </a:xfrm>
          <a:prstGeom prst="rect">
            <a:avLst/>
          </a:prstGeom>
          <a:noFill/>
          <a:ln w="12700">
            <a:noFill/>
            <a:miter lim="800000"/>
            <a:headEnd/>
            <a:tailEnd/>
          </a:ln>
        </p:spPr>
        <p:txBody>
          <a:bodyPr wrap="none" lIns="0" tIns="0" rIns="0" bIns="0">
            <a:spAutoFit/>
          </a:bodyPr>
          <a:lstStyle/>
          <a:p>
            <a:pPr algn="ctr"/>
            <a:r>
              <a:rPr lang="de-DE" altLang="ja-JP" sz="1200" dirty="0"/>
              <a:t>X-axis title</a:t>
            </a:r>
          </a:p>
        </p:txBody>
      </p:sp>
      <p:sp>
        <p:nvSpPr>
          <p:cNvPr id="26631" name="Text Box 5"/>
          <p:cNvSpPr txBox="1">
            <a:spLocks noChangeArrowheads="1"/>
          </p:cNvSpPr>
          <p:nvPr/>
        </p:nvSpPr>
        <p:spPr bwMode="gray">
          <a:xfrm>
            <a:off x="884668" y="1736812"/>
            <a:ext cx="1080000" cy="184666"/>
          </a:xfrm>
          <a:prstGeom prst="rect">
            <a:avLst/>
          </a:prstGeom>
          <a:noFill/>
          <a:ln w="12700">
            <a:noFill/>
            <a:miter lim="800000"/>
            <a:headEnd/>
            <a:tailEnd/>
          </a:ln>
        </p:spPr>
        <p:txBody>
          <a:bodyPr lIns="0" tIns="0" rIns="0" bIns="0">
            <a:spAutoFit/>
          </a:bodyPr>
          <a:lstStyle/>
          <a:p>
            <a:pPr algn="ctr"/>
            <a:r>
              <a:rPr lang="de-DE" altLang="ja-JP" sz="1200" dirty="0"/>
              <a:t>Y-axis title</a:t>
            </a:r>
          </a:p>
        </p:txBody>
      </p:sp>
    </p:spTree>
    <p:extLst>
      <p:ext uri="{BB962C8B-B14F-4D97-AF65-F5344CB8AC3E}">
        <p14:creationId xmlns:p14="http://schemas.microsoft.com/office/powerpoint/2010/main" val="16697914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コンテンツ プレースホルダ 19"/>
          <p:cNvGraphicFramePr>
            <a:graphicFrameLocks noGrp="1"/>
          </p:cNvGraphicFramePr>
          <p:nvPr>
            <p:ph idx="1"/>
          </p:nvPr>
        </p:nvGraphicFramePr>
        <p:xfrm>
          <a:off x="417513" y="1476375"/>
          <a:ext cx="9070975" cy="4824413"/>
        </p:xfrm>
        <a:graphic>
          <a:graphicData uri="http://schemas.openxmlformats.org/drawingml/2006/chart">
            <c:chart xmlns:c="http://schemas.openxmlformats.org/drawingml/2006/chart" xmlns:r="http://schemas.openxmlformats.org/officeDocument/2006/relationships" r:id="rId3"/>
          </a:graphicData>
        </a:graphic>
      </p:graphicFrame>
      <p:sp>
        <p:nvSpPr>
          <p:cNvPr id="17" name="テキスト プレースホルダー 1"/>
          <p:cNvSpPr>
            <a:spLocks noGrp="1"/>
          </p:cNvSpPr>
          <p:nvPr>
            <p:ph type="body" sz="quarter" idx="15"/>
          </p:nvPr>
        </p:nvSpPr>
        <p:spPr bwMode="gray"/>
        <p:txBody>
          <a:bodyPr/>
          <a:lstStyle/>
          <a:p>
            <a:r>
              <a:rPr lang="en-US" altLang="ja-JP"/>
              <a:t>Header</a:t>
            </a:r>
            <a:endParaRPr lang="en-US" altLang="ja-JP" dirty="0"/>
          </a:p>
        </p:txBody>
      </p:sp>
      <p:sp>
        <p:nvSpPr>
          <p:cNvPr id="40965" name="Rectangle 2"/>
          <p:cNvSpPr>
            <a:spLocks noGrp="1" noChangeArrowheads="1"/>
          </p:cNvSpPr>
          <p:nvPr>
            <p:ph type="title"/>
          </p:nvPr>
        </p:nvSpPr>
        <p:spPr bwMode="gray"/>
        <p:txBody>
          <a:bodyPr/>
          <a:lstStyle/>
          <a:p>
            <a:r>
              <a:rPr lang="de-DE" altLang="ja-JP"/>
              <a:t>100%</a:t>
            </a:r>
            <a:r>
              <a:rPr lang="ja-JP" altLang="en-US"/>
              <a:t>積み上げ面グラフ</a:t>
            </a:r>
            <a:r>
              <a:rPr lang="de-DE" altLang="ja-JP"/>
              <a:t> </a:t>
            </a:r>
            <a:endParaRPr lang="en-GB" altLang="ja-JP" dirty="0"/>
          </a:p>
        </p:txBody>
      </p:sp>
      <p:sp>
        <p:nvSpPr>
          <p:cNvPr id="40970" name="Text Box 8"/>
          <p:cNvSpPr txBox="1">
            <a:spLocks noChangeArrowheads="1"/>
          </p:cNvSpPr>
          <p:nvPr/>
        </p:nvSpPr>
        <p:spPr bwMode="gray">
          <a:xfrm>
            <a:off x="7833320" y="2066733"/>
            <a:ext cx="894797" cy="369332"/>
          </a:xfrm>
          <a:prstGeom prst="rect">
            <a:avLst/>
          </a:prstGeom>
          <a:noFill/>
          <a:ln w="6350" algn="ctr">
            <a:noFill/>
            <a:miter lim="800000"/>
            <a:headEnd/>
            <a:tailEnd/>
          </a:ln>
        </p:spPr>
        <p:txBody>
          <a:bodyPr wrap="none" tIns="91440" bIns="91440">
            <a:spAutoFit/>
          </a:bodyPr>
          <a:lstStyle/>
          <a:p>
            <a:pPr algn="l">
              <a:lnSpc>
                <a:spcPct val="100000"/>
              </a:lnSpc>
            </a:pPr>
            <a:r>
              <a:rPr lang="en-GB" altLang="ja-JP" sz="1200" b="0" dirty="0"/>
              <a:t>CAGR: .%</a:t>
            </a:r>
          </a:p>
        </p:txBody>
      </p:sp>
      <p:sp>
        <p:nvSpPr>
          <p:cNvPr id="40971" name="Text Box 9"/>
          <p:cNvSpPr txBox="1">
            <a:spLocks noChangeArrowheads="1"/>
          </p:cNvSpPr>
          <p:nvPr/>
        </p:nvSpPr>
        <p:spPr bwMode="gray">
          <a:xfrm>
            <a:off x="7833320" y="3423685"/>
            <a:ext cx="894797" cy="369332"/>
          </a:xfrm>
          <a:prstGeom prst="rect">
            <a:avLst/>
          </a:prstGeom>
          <a:noFill/>
          <a:ln w="6350" algn="ctr">
            <a:noFill/>
            <a:miter lim="800000"/>
            <a:headEnd/>
            <a:tailEnd/>
          </a:ln>
        </p:spPr>
        <p:txBody>
          <a:bodyPr wrap="none" tIns="91440" bIns="91440">
            <a:spAutoFit/>
          </a:bodyPr>
          <a:lstStyle/>
          <a:p>
            <a:pPr algn="l">
              <a:lnSpc>
                <a:spcPct val="100000"/>
              </a:lnSpc>
            </a:pPr>
            <a:r>
              <a:rPr lang="en-GB" altLang="ja-JP" sz="1200" b="0" dirty="0"/>
              <a:t>CAGR: .%</a:t>
            </a:r>
          </a:p>
        </p:txBody>
      </p:sp>
      <p:sp>
        <p:nvSpPr>
          <p:cNvPr id="40972" name="Text Box 10"/>
          <p:cNvSpPr txBox="1">
            <a:spLocks noChangeArrowheads="1"/>
          </p:cNvSpPr>
          <p:nvPr/>
        </p:nvSpPr>
        <p:spPr bwMode="gray">
          <a:xfrm>
            <a:off x="7833320" y="4752228"/>
            <a:ext cx="894797" cy="369332"/>
          </a:xfrm>
          <a:prstGeom prst="rect">
            <a:avLst/>
          </a:prstGeom>
          <a:noFill/>
          <a:ln w="6350" algn="ctr">
            <a:noFill/>
            <a:miter lim="800000"/>
            <a:headEnd/>
            <a:tailEnd/>
          </a:ln>
        </p:spPr>
        <p:txBody>
          <a:bodyPr wrap="none" tIns="91440" bIns="91440">
            <a:spAutoFit/>
          </a:bodyPr>
          <a:lstStyle/>
          <a:p>
            <a:pPr algn="l">
              <a:lnSpc>
                <a:spcPct val="100000"/>
              </a:lnSpc>
            </a:pPr>
            <a:r>
              <a:rPr lang="en-GB" altLang="ja-JP" sz="1200" b="0" dirty="0"/>
              <a:t>CAGR: .%</a:t>
            </a:r>
          </a:p>
        </p:txBody>
      </p:sp>
      <p:sp>
        <p:nvSpPr>
          <p:cNvPr id="40973" name="Text Box 11"/>
          <p:cNvSpPr txBox="1">
            <a:spLocks noChangeArrowheads="1"/>
          </p:cNvSpPr>
          <p:nvPr/>
        </p:nvSpPr>
        <p:spPr bwMode="gray">
          <a:xfrm>
            <a:off x="7833320" y="5399928"/>
            <a:ext cx="894797" cy="369332"/>
          </a:xfrm>
          <a:prstGeom prst="rect">
            <a:avLst/>
          </a:prstGeom>
          <a:noFill/>
          <a:ln w="6350" algn="ctr">
            <a:noFill/>
            <a:miter lim="800000"/>
            <a:headEnd/>
            <a:tailEnd/>
          </a:ln>
        </p:spPr>
        <p:txBody>
          <a:bodyPr wrap="none" tIns="91440" bIns="91440">
            <a:spAutoFit/>
          </a:bodyPr>
          <a:lstStyle/>
          <a:p>
            <a:pPr algn="l">
              <a:lnSpc>
                <a:spcPct val="100000"/>
              </a:lnSpc>
            </a:pPr>
            <a:r>
              <a:rPr lang="en-GB" altLang="ja-JP" sz="1200" b="0" dirty="0"/>
              <a:t>CAGR: .%</a:t>
            </a:r>
          </a:p>
        </p:txBody>
      </p:sp>
      <p:sp>
        <p:nvSpPr>
          <p:cNvPr id="40974" name="Text Box 12"/>
          <p:cNvSpPr txBox="1">
            <a:spLocks noChangeArrowheads="1"/>
          </p:cNvSpPr>
          <p:nvPr/>
        </p:nvSpPr>
        <p:spPr bwMode="gray">
          <a:xfrm rot="-5400000">
            <a:off x="529204" y="3750082"/>
            <a:ext cx="534121" cy="276999"/>
          </a:xfrm>
          <a:prstGeom prst="rect">
            <a:avLst/>
          </a:prstGeom>
          <a:noFill/>
          <a:ln w="9525">
            <a:noFill/>
            <a:miter lim="800000"/>
            <a:headEnd/>
            <a:tailEnd/>
          </a:ln>
        </p:spPr>
        <p:txBody>
          <a:bodyPr wrap="none">
            <a:spAutoFit/>
          </a:bodyPr>
          <a:lstStyle/>
          <a:p>
            <a:pPr algn="l" eaLnBrk="1" hangingPunct="1">
              <a:lnSpc>
                <a:spcPct val="100000"/>
              </a:lnSpc>
            </a:pPr>
            <a:r>
              <a:rPr lang="nl-NL" altLang="ja-JP" sz="1200" dirty="0"/>
              <a:t>Units</a:t>
            </a:r>
          </a:p>
        </p:txBody>
      </p:sp>
    </p:spTree>
    <p:extLst>
      <p:ext uri="{BB962C8B-B14F-4D97-AF65-F5344CB8AC3E}">
        <p14:creationId xmlns:p14="http://schemas.microsoft.com/office/powerpoint/2010/main" val="15924017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コンテンツ プレースホルダ 12"/>
          <p:cNvGraphicFramePr>
            <a:graphicFrameLocks noGrp="1"/>
          </p:cNvGraphicFramePr>
          <p:nvPr>
            <p:ph idx="1"/>
          </p:nvPr>
        </p:nvGraphicFramePr>
        <p:xfrm>
          <a:off x="417513" y="1476375"/>
          <a:ext cx="9070975" cy="4824413"/>
        </p:xfrm>
        <a:graphic>
          <a:graphicData uri="http://schemas.openxmlformats.org/drawingml/2006/chart">
            <c:chart xmlns:c="http://schemas.openxmlformats.org/drawingml/2006/chart" xmlns:r="http://schemas.openxmlformats.org/officeDocument/2006/relationships" r:id="rId3"/>
          </a:graphicData>
        </a:graphic>
      </p:graphicFrame>
      <p:sp>
        <p:nvSpPr>
          <p:cNvPr id="18" name="テキスト プレースホルダー 1"/>
          <p:cNvSpPr>
            <a:spLocks noGrp="1"/>
          </p:cNvSpPr>
          <p:nvPr>
            <p:ph type="body" sz="quarter" idx="15"/>
          </p:nvPr>
        </p:nvSpPr>
        <p:spPr bwMode="gray"/>
        <p:txBody>
          <a:bodyPr/>
          <a:lstStyle/>
          <a:p>
            <a:r>
              <a:rPr lang="en-US" altLang="ja-JP"/>
              <a:t>Header</a:t>
            </a:r>
            <a:endParaRPr lang="en-US" altLang="ja-JP" dirty="0"/>
          </a:p>
        </p:txBody>
      </p:sp>
      <p:sp>
        <p:nvSpPr>
          <p:cNvPr id="63493" name="Rectangle 2"/>
          <p:cNvSpPr>
            <a:spLocks noGrp="1" noChangeArrowheads="1"/>
          </p:cNvSpPr>
          <p:nvPr>
            <p:ph type="title"/>
          </p:nvPr>
        </p:nvSpPr>
        <p:spPr bwMode="gray"/>
        <p:txBody>
          <a:bodyPr/>
          <a:lstStyle/>
          <a:p>
            <a:r>
              <a:rPr lang="ja-JP" altLang="en-US"/>
              <a:t>ウォーターフォールチャート</a:t>
            </a:r>
            <a:r>
              <a:rPr lang="nl-NL" altLang="ja-JP"/>
              <a:t> </a:t>
            </a:r>
            <a:r>
              <a:rPr lang="en-US" altLang="ja-JP"/>
              <a:t>–</a:t>
            </a:r>
            <a:r>
              <a:rPr lang="nl-NL" altLang="ja-JP"/>
              <a:t> </a:t>
            </a:r>
            <a:r>
              <a:rPr lang="ja-JP" altLang="en-US"/>
              <a:t>要素の間隔有り</a:t>
            </a:r>
            <a:endParaRPr lang="nl-NL" altLang="ja-JP" dirty="0"/>
          </a:p>
        </p:txBody>
      </p:sp>
      <p:sp>
        <p:nvSpPr>
          <p:cNvPr id="14" name="Text Box 5"/>
          <p:cNvSpPr txBox="1">
            <a:spLocks noChangeArrowheads="1"/>
          </p:cNvSpPr>
          <p:nvPr/>
        </p:nvSpPr>
        <p:spPr bwMode="gray">
          <a:xfrm>
            <a:off x="4592960" y="5944634"/>
            <a:ext cx="708527" cy="184666"/>
          </a:xfrm>
          <a:prstGeom prst="rect">
            <a:avLst/>
          </a:prstGeom>
          <a:noFill/>
          <a:ln w="12700">
            <a:noFill/>
            <a:miter lim="800000"/>
            <a:headEnd/>
            <a:tailEnd/>
          </a:ln>
        </p:spPr>
        <p:txBody>
          <a:bodyPr wrap="none" lIns="0" tIns="0" rIns="0" bIns="0">
            <a:spAutoFit/>
          </a:bodyPr>
          <a:lstStyle/>
          <a:p>
            <a:pPr algn="ctr"/>
            <a:r>
              <a:rPr lang="de-DE" altLang="ja-JP" sz="1200" dirty="0"/>
              <a:t>X-axis title</a:t>
            </a:r>
          </a:p>
        </p:txBody>
      </p:sp>
      <p:sp>
        <p:nvSpPr>
          <p:cNvPr id="9" name="Text Box 4"/>
          <p:cNvSpPr txBox="1">
            <a:spLocks noChangeArrowheads="1"/>
          </p:cNvSpPr>
          <p:nvPr/>
        </p:nvSpPr>
        <p:spPr bwMode="gray">
          <a:xfrm>
            <a:off x="812540" y="1664804"/>
            <a:ext cx="1188000" cy="184666"/>
          </a:xfrm>
          <a:prstGeom prst="rect">
            <a:avLst/>
          </a:prstGeom>
          <a:noFill/>
          <a:ln w="12700">
            <a:noFill/>
            <a:miter lim="800000"/>
            <a:headEnd/>
            <a:tailEnd/>
          </a:ln>
        </p:spPr>
        <p:txBody>
          <a:bodyPr lIns="0" tIns="0" rIns="0" bIns="0">
            <a:spAutoFit/>
          </a:bodyPr>
          <a:lstStyle/>
          <a:p>
            <a:pPr algn="ctr"/>
            <a:r>
              <a:rPr lang="de-DE" altLang="ja-JP" sz="1200" dirty="0"/>
              <a:t>Y-axis title</a:t>
            </a:r>
          </a:p>
        </p:txBody>
      </p:sp>
    </p:spTree>
    <p:extLst>
      <p:ext uri="{BB962C8B-B14F-4D97-AF65-F5344CB8AC3E}">
        <p14:creationId xmlns:p14="http://schemas.microsoft.com/office/powerpoint/2010/main" val="31675703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コンテンツ プレースホルダ 12"/>
          <p:cNvGraphicFramePr>
            <a:graphicFrameLocks noGrp="1"/>
          </p:cNvGraphicFramePr>
          <p:nvPr>
            <p:ph idx="1"/>
            <p:extLst>
              <p:ext uri="{D42A27DB-BD31-4B8C-83A1-F6EECF244321}">
                <p14:modId xmlns:p14="http://schemas.microsoft.com/office/powerpoint/2010/main" val="2297322055"/>
              </p:ext>
            </p:extLst>
          </p:nvPr>
        </p:nvGraphicFramePr>
        <p:xfrm>
          <a:off x="417513" y="1476375"/>
          <a:ext cx="9070975" cy="4824413"/>
        </p:xfrm>
        <a:graphic>
          <a:graphicData uri="http://schemas.openxmlformats.org/drawingml/2006/chart">
            <c:chart xmlns:c="http://schemas.openxmlformats.org/drawingml/2006/chart" xmlns:r="http://schemas.openxmlformats.org/officeDocument/2006/relationships" r:id="rId3"/>
          </a:graphicData>
        </a:graphic>
      </p:graphicFrame>
      <p:sp>
        <p:nvSpPr>
          <p:cNvPr id="18" name="テキスト プレースホルダー 1"/>
          <p:cNvSpPr>
            <a:spLocks noGrp="1"/>
          </p:cNvSpPr>
          <p:nvPr>
            <p:ph type="body" sz="quarter" idx="15"/>
          </p:nvPr>
        </p:nvSpPr>
        <p:spPr bwMode="gray"/>
        <p:txBody>
          <a:bodyPr/>
          <a:lstStyle/>
          <a:p>
            <a:r>
              <a:rPr lang="en-US" altLang="ja-JP"/>
              <a:t>Header</a:t>
            </a:r>
            <a:endParaRPr lang="en-US" altLang="ja-JP" dirty="0"/>
          </a:p>
        </p:txBody>
      </p:sp>
      <p:sp>
        <p:nvSpPr>
          <p:cNvPr id="72709" name="Rectangle 2"/>
          <p:cNvSpPr>
            <a:spLocks noGrp="1" noChangeArrowheads="1"/>
          </p:cNvSpPr>
          <p:nvPr>
            <p:ph type="title"/>
          </p:nvPr>
        </p:nvSpPr>
        <p:spPr bwMode="gray"/>
        <p:txBody>
          <a:bodyPr/>
          <a:lstStyle/>
          <a:p>
            <a:r>
              <a:rPr lang="ja-JP" altLang="en-US"/>
              <a:t>その他のグラフ</a:t>
            </a:r>
            <a:r>
              <a:rPr lang="de-DE" altLang="ja-JP"/>
              <a:t> </a:t>
            </a:r>
            <a:r>
              <a:rPr lang="en-US" altLang="ja-JP"/>
              <a:t>–</a:t>
            </a:r>
            <a:r>
              <a:rPr lang="de-DE" altLang="ja-JP"/>
              <a:t> </a:t>
            </a:r>
            <a:r>
              <a:rPr lang="ja-JP" altLang="en-US"/>
              <a:t>バブルチャート</a:t>
            </a:r>
            <a:r>
              <a:rPr lang="en-US" altLang="ja-JP"/>
              <a:t>1</a:t>
            </a:r>
            <a:endParaRPr lang="nl-NL" altLang="ja-JP" dirty="0"/>
          </a:p>
        </p:txBody>
      </p:sp>
      <p:sp>
        <p:nvSpPr>
          <p:cNvPr id="14" name="Text Box 4"/>
          <p:cNvSpPr txBox="1">
            <a:spLocks noChangeArrowheads="1"/>
          </p:cNvSpPr>
          <p:nvPr/>
        </p:nvSpPr>
        <p:spPr bwMode="gray">
          <a:xfrm>
            <a:off x="812540" y="1664804"/>
            <a:ext cx="1188000" cy="184666"/>
          </a:xfrm>
          <a:prstGeom prst="rect">
            <a:avLst/>
          </a:prstGeom>
          <a:noFill/>
          <a:ln w="12700">
            <a:noFill/>
            <a:miter lim="800000"/>
            <a:headEnd/>
            <a:tailEnd/>
          </a:ln>
        </p:spPr>
        <p:txBody>
          <a:bodyPr lIns="0" tIns="0" rIns="0" bIns="0">
            <a:spAutoFit/>
          </a:bodyPr>
          <a:lstStyle/>
          <a:p>
            <a:pPr algn="ctr"/>
            <a:r>
              <a:rPr lang="de-DE" altLang="ja-JP" sz="1200" dirty="0"/>
              <a:t>Y-axis title</a:t>
            </a:r>
          </a:p>
        </p:txBody>
      </p:sp>
      <p:sp>
        <p:nvSpPr>
          <p:cNvPr id="16" name="Text Box 5"/>
          <p:cNvSpPr txBox="1">
            <a:spLocks noChangeArrowheads="1"/>
          </p:cNvSpPr>
          <p:nvPr/>
        </p:nvSpPr>
        <p:spPr bwMode="gray">
          <a:xfrm>
            <a:off x="4395000" y="6111359"/>
            <a:ext cx="1116000" cy="184666"/>
          </a:xfrm>
          <a:prstGeom prst="rect">
            <a:avLst/>
          </a:prstGeom>
          <a:noFill/>
          <a:ln w="12700" algn="ctr">
            <a:noFill/>
            <a:miter lim="800000"/>
            <a:headEnd/>
            <a:tailEnd/>
          </a:ln>
        </p:spPr>
        <p:txBody>
          <a:bodyPr lIns="0" tIns="0" rIns="0" bIns="0">
            <a:spAutoFit/>
          </a:bodyPr>
          <a:lstStyle/>
          <a:p>
            <a:pPr algn="ctr"/>
            <a:r>
              <a:rPr lang="de-DE" altLang="ja-JP" sz="1200" dirty="0"/>
              <a:t>X-axis title</a:t>
            </a:r>
          </a:p>
        </p:txBody>
      </p:sp>
    </p:spTree>
    <p:extLst>
      <p:ext uri="{BB962C8B-B14F-4D97-AF65-F5344CB8AC3E}">
        <p14:creationId xmlns:p14="http://schemas.microsoft.com/office/powerpoint/2010/main" val="38808605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プレースホルダー 3"/>
          <p:cNvSpPr>
            <a:spLocks noGrp="1"/>
          </p:cNvSpPr>
          <p:nvPr>
            <p:ph type="body" sz="quarter" idx="15"/>
          </p:nvPr>
        </p:nvSpPr>
        <p:spPr bwMode="gray">
          <a:xfrm>
            <a:off x="416496" y="1016000"/>
            <a:ext cx="4356000" cy="432000"/>
          </a:xfrm>
        </p:spPr>
        <p:txBody>
          <a:bodyPr/>
          <a:lstStyle/>
          <a:p>
            <a:r>
              <a:rPr lang="en-US" altLang="ja-JP" dirty="0"/>
              <a:t>Header</a:t>
            </a:r>
          </a:p>
        </p:txBody>
      </p:sp>
      <p:sp>
        <p:nvSpPr>
          <p:cNvPr id="53250" name="Rectangle 2"/>
          <p:cNvSpPr>
            <a:spLocks noGrp="1" noChangeArrowheads="1"/>
          </p:cNvSpPr>
          <p:nvPr>
            <p:ph type="title"/>
          </p:nvPr>
        </p:nvSpPr>
        <p:spPr bwMode="gray"/>
        <p:txBody>
          <a:bodyPr/>
          <a:lstStyle/>
          <a:p>
            <a:r>
              <a:rPr lang="ja-JP" altLang="en-US" dirty="0"/>
              <a:t>円</a:t>
            </a:r>
            <a:r>
              <a:rPr lang="nl-NL" altLang="ja-JP" dirty="0"/>
              <a:t> – </a:t>
            </a:r>
            <a:r>
              <a:rPr lang="ja-JP" altLang="en-US" dirty="0"/>
              <a:t>循環（要素塗り分け）</a:t>
            </a:r>
            <a:endParaRPr lang="nl-NL" altLang="ja-JP" dirty="0"/>
          </a:p>
        </p:txBody>
      </p:sp>
      <p:sp>
        <p:nvSpPr>
          <p:cNvPr id="53255" name="Text Box 17"/>
          <p:cNvSpPr txBox="1">
            <a:spLocks noChangeArrowheads="1"/>
          </p:cNvSpPr>
          <p:nvPr/>
        </p:nvSpPr>
        <p:spPr bwMode="gray">
          <a:xfrm>
            <a:off x="2210586" y="1612901"/>
            <a:ext cx="767821" cy="341165"/>
          </a:xfrm>
          <a:prstGeom prst="rect">
            <a:avLst/>
          </a:prstGeom>
          <a:noFill/>
          <a:ln w="9525">
            <a:noFill/>
            <a:miter lim="800000"/>
            <a:headEnd type="none" w="sm" len="sm"/>
            <a:tailEnd type="none" w="med" len="lg"/>
          </a:ln>
        </p:spPr>
        <p:txBody>
          <a:bodyPr wrap="none" lIns="72000" tIns="72000" rIns="72000" bIns="72000">
            <a:spAutoFit/>
          </a:bodyPr>
          <a:lstStyle/>
          <a:p>
            <a:pPr algn="ctr" eaLnBrk="0" hangingPunct="0"/>
            <a:r>
              <a:rPr kumimoji="0" lang="nl-NL" altLang="ja-JP" sz="1200" b="1" dirty="0"/>
              <a:t>Virtuous</a:t>
            </a:r>
          </a:p>
        </p:txBody>
      </p:sp>
      <p:sp>
        <p:nvSpPr>
          <p:cNvPr id="53256" name="Text Box 18"/>
          <p:cNvSpPr txBox="1">
            <a:spLocks noChangeArrowheads="1"/>
          </p:cNvSpPr>
          <p:nvPr/>
        </p:nvSpPr>
        <p:spPr bwMode="gray">
          <a:xfrm>
            <a:off x="6965562" y="1612901"/>
            <a:ext cx="690877" cy="341165"/>
          </a:xfrm>
          <a:prstGeom prst="rect">
            <a:avLst/>
          </a:prstGeom>
          <a:noFill/>
          <a:ln w="9525">
            <a:noFill/>
            <a:miter lim="800000"/>
            <a:headEnd type="none" w="sm" len="sm"/>
            <a:tailEnd type="none" w="med" len="lg"/>
          </a:ln>
        </p:spPr>
        <p:txBody>
          <a:bodyPr wrap="none" lIns="72000" tIns="72000" rIns="72000" bIns="72000">
            <a:spAutoFit/>
          </a:bodyPr>
          <a:lstStyle/>
          <a:p>
            <a:pPr algn="ctr" eaLnBrk="0" hangingPunct="0"/>
            <a:r>
              <a:rPr kumimoji="0" lang="nl-NL" altLang="ja-JP" sz="1200" b="1" dirty="0"/>
              <a:t>Vicious</a:t>
            </a:r>
          </a:p>
        </p:txBody>
      </p:sp>
      <p:sp>
        <p:nvSpPr>
          <p:cNvPr id="2" name="正方形/長方形 1"/>
          <p:cNvSpPr/>
          <p:nvPr/>
        </p:nvSpPr>
        <p:spPr bwMode="gray">
          <a:xfrm>
            <a:off x="5834258" y="2368840"/>
            <a:ext cx="2183397" cy="1707858"/>
          </a:xfrm>
          <a:custGeom>
            <a:avLst/>
            <a:gdLst>
              <a:gd name="connsiteX0" fmla="*/ 0 w 2366962"/>
              <a:gd name="connsiteY0" fmla="*/ 0 h 785812"/>
              <a:gd name="connsiteX1" fmla="*/ 2366962 w 2366962"/>
              <a:gd name="connsiteY1" fmla="*/ 0 h 785812"/>
              <a:gd name="connsiteX2" fmla="*/ 2366962 w 2366962"/>
              <a:gd name="connsiteY2" fmla="*/ 785812 h 785812"/>
              <a:gd name="connsiteX3" fmla="*/ 0 w 2366962"/>
              <a:gd name="connsiteY3" fmla="*/ 785812 h 785812"/>
              <a:gd name="connsiteX4" fmla="*/ 0 w 2366962"/>
              <a:gd name="connsiteY4" fmla="*/ 0 h 785812"/>
              <a:gd name="connsiteX0" fmla="*/ 0 w 2366962"/>
              <a:gd name="connsiteY0" fmla="*/ 90487 h 876299"/>
              <a:gd name="connsiteX1" fmla="*/ 2366962 w 2366962"/>
              <a:gd name="connsiteY1" fmla="*/ 0 h 876299"/>
              <a:gd name="connsiteX2" fmla="*/ 2366962 w 2366962"/>
              <a:gd name="connsiteY2" fmla="*/ 876299 h 876299"/>
              <a:gd name="connsiteX3" fmla="*/ 0 w 2366962"/>
              <a:gd name="connsiteY3" fmla="*/ 876299 h 876299"/>
              <a:gd name="connsiteX4" fmla="*/ 0 w 2366962"/>
              <a:gd name="connsiteY4" fmla="*/ 90487 h 876299"/>
              <a:gd name="connsiteX0" fmla="*/ 0 w 2366962"/>
              <a:gd name="connsiteY0" fmla="*/ 162676 h 948488"/>
              <a:gd name="connsiteX1" fmla="*/ 2366962 w 2366962"/>
              <a:gd name="connsiteY1" fmla="*/ 72189 h 948488"/>
              <a:gd name="connsiteX2" fmla="*/ 2366962 w 2366962"/>
              <a:gd name="connsiteY2" fmla="*/ 948488 h 948488"/>
              <a:gd name="connsiteX3" fmla="*/ 0 w 2366962"/>
              <a:gd name="connsiteY3" fmla="*/ 948488 h 948488"/>
              <a:gd name="connsiteX4" fmla="*/ 0 w 2366962"/>
              <a:gd name="connsiteY4" fmla="*/ 162676 h 948488"/>
              <a:gd name="connsiteX0" fmla="*/ 0 w 2366962"/>
              <a:gd name="connsiteY0" fmla="*/ 162676 h 1629525"/>
              <a:gd name="connsiteX1" fmla="*/ 2366962 w 2366962"/>
              <a:gd name="connsiteY1" fmla="*/ 72189 h 1629525"/>
              <a:gd name="connsiteX2" fmla="*/ 2366962 w 2366962"/>
              <a:gd name="connsiteY2" fmla="*/ 948488 h 1629525"/>
              <a:gd name="connsiteX3" fmla="*/ 957262 w 2366962"/>
              <a:gd name="connsiteY3" fmla="*/ 1629525 h 1629525"/>
              <a:gd name="connsiteX4" fmla="*/ 0 w 2366962"/>
              <a:gd name="connsiteY4" fmla="*/ 162676 h 1629525"/>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985837 w 2138362"/>
              <a:gd name="connsiteY3" fmla="*/ 266866 h 1667042"/>
              <a:gd name="connsiteX4" fmla="*/ 0 w 2138362"/>
              <a:gd name="connsiteY4" fmla="*/ 1667042 h 1667042"/>
              <a:gd name="connsiteX0" fmla="*/ 0 w 2138362"/>
              <a:gd name="connsiteY0" fmla="*/ 1400176 h 1400176"/>
              <a:gd name="connsiteX1" fmla="*/ 2024062 w 2138362"/>
              <a:gd name="connsiteY1" fmla="*/ 804864 h 1400176"/>
              <a:gd name="connsiteX2" fmla="*/ 2138362 w 2138362"/>
              <a:gd name="connsiteY2" fmla="*/ 623888 h 1400176"/>
              <a:gd name="connsiteX3" fmla="*/ 985837 w 2138362"/>
              <a:gd name="connsiteY3" fmla="*/ 0 h 1400176"/>
              <a:gd name="connsiteX4" fmla="*/ 0 w 2138362"/>
              <a:gd name="connsiteY4" fmla="*/ 1400176 h 14001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0 w 2185987"/>
              <a:gd name="connsiteY3" fmla="*/ 1628776 h 1628776"/>
              <a:gd name="connsiteX0" fmla="*/ 0 w 2185987"/>
              <a:gd name="connsiteY0" fmla="*/ 1720858 h 1720858"/>
              <a:gd name="connsiteX1" fmla="*/ 2024062 w 2185987"/>
              <a:gd name="connsiteY1" fmla="*/ 1125546 h 1720858"/>
              <a:gd name="connsiteX2" fmla="*/ 2185987 w 2185987"/>
              <a:gd name="connsiteY2" fmla="*/ 92082 h 1720858"/>
              <a:gd name="connsiteX3" fmla="*/ 0 w 2185987"/>
              <a:gd name="connsiteY3" fmla="*/ 1720858 h 1720858"/>
              <a:gd name="connsiteX0" fmla="*/ 0 w 2171700"/>
              <a:gd name="connsiteY0" fmla="*/ 1716280 h 1716280"/>
              <a:gd name="connsiteX1" fmla="*/ 2009775 w 2171700"/>
              <a:gd name="connsiteY1" fmla="*/ 1125731 h 1716280"/>
              <a:gd name="connsiteX2" fmla="*/ 2171700 w 2171700"/>
              <a:gd name="connsiteY2" fmla="*/ 92267 h 1716280"/>
              <a:gd name="connsiteX3" fmla="*/ 0 w 2171700"/>
              <a:gd name="connsiteY3" fmla="*/ 1716280 h 1716280"/>
              <a:gd name="connsiteX0" fmla="*/ 15291 w 2186991"/>
              <a:gd name="connsiteY0" fmla="*/ 1722098 h 1722098"/>
              <a:gd name="connsiteX1" fmla="*/ 2025066 w 2186991"/>
              <a:gd name="connsiteY1" fmla="*/ 1131549 h 1722098"/>
              <a:gd name="connsiteX2" fmla="*/ 2186991 w 2186991"/>
              <a:gd name="connsiteY2" fmla="*/ 98085 h 1722098"/>
              <a:gd name="connsiteX3" fmla="*/ 15291 w 2186991"/>
              <a:gd name="connsiteY3" fmla="*/ 1722098 h 1722098"/>
              <a:gd name="connsiteX0" fmla="*/ 14560 w 2186260"/>
              <a:gd name="connsiteY0" fmla="*/ 1691971 h 1691971"/>
              <a:gd name="connsiteX1" fmla="*/ 2024335 w 2186260"/>
              <a:gd name="connsiteY1" fmla="*/ 1101422 h 1691971"/>
              <a:gd name="connsiteX2" fmla="*/ 2186260 w 2186260"/>
              <a:gd name="connsiteY2" fmla="*/ 67958 h 1691971"/>
              <a:gd name="connsiteX3" fmla="*/ 14560 w 2186260"/>
              <a:gd name="connsiteY3" fmla="*/ 1691971 h 1691971"/>
              <a:gd name="connsiteX0" fmla="*/ 14147 w 2185847"/>
              <a:gd name="connsiteY0" fmla="*/ 1709932 h 1709932"/>
              <a:gd name="connsiteX1" fmla="*/ 2023922 w 2185847"/>
              <a:gd name="connsiteY1" fmla="*/ 1119383 h 1709932"/>
              <a:gd name="connsiteX2" fmla="*/ 2185847 w 2185847"/>
              <a:gd name="connsiteY2" fmla="*/ 85919 h 1709932"/>
              <a:gd name="connsiteX3" fmla="*/ 14147 w 2185847"/>
              <a:gd name="connsiteY3" fmla="*/ 1709932 h 1709932"/>
              <a:gd name="connsiteX0" fmla="*/ 12982 w 2184682"/>
              <a:gd name="connsiteY0" fmla="*/ 1712151 h 1712151"/>
              <a:gd name="connsiteX1" fmla="*/ 2022757 w 2184682"/>
              <a:gd name="connsiteY1" fmla="*/ 1121602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2027519 w 2184682"/>
              <a:gd name="connsiteY1" fmla="*/ 9215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94181 w 2184682"/>
              <a:gd name="connsiteY1" fmla="*/ 7691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66181 w 2237881"/>
              <a:gd name="connsiteY0" fmla="*/ 1712151 h 1774275"/>
              <a:gd name="connsiteX1" fmla="*/ 690067 w 2237881"/>
              <a:gd name="connsiteY1" fmla="*/ 1378778 h 1774275"/>
              <a:gd name="connsiteX2" fmla="*/ 2014042 w 2237881"/>
              <a:gd name="connsiteY2" fmla="*/ 826327 h 1774275"/>
              <a:gd name="connsiteX3" fmla="*/ 2237881 w 2237881"/>
              <a:gd name="connsiteY3" fmla="*/ 88138 h 1774275"/>
              <a:gd name="connsiteX4" fmla="*/ 66181 w 2237881"/>
              <a:gd name="connsiteY4" fmla="*/ 1712151 h 1774275"/>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731 w 2184431"/>
              <a:gd name="connsiteY0" fmla="*/ 1705470 h 1705470"/>
              <a:gd name="connsiteX1" fmla="*/ 722342 w 2184431"/>
              <a:gd name="connsiteY1" fmla="*/ 1600697 h 1705470"/>
              <a:gd name="connsiteX2" fmla="*/ 1960592 w 2184431"/>
              <a:gd name="connsiteY2" fmla="*/ 819646 h 1705470"/>
              <a:gd name="connsiteX3" fmla="*/ 2184431 w 2184431"/>
              <a:gd name="connsiteY3" fmla="*/ 81457 h 1705470"/>
              <a:gd name="connsiteX4" fmla="*/ 12731 w 2184431"/>
              <a:gd name="connsiteY4" fmla="*/ 1705470 h 1705470"/>
              <a:gd name="connsiteX0" fmla="*/ 12026 w 2183726"/>
              <a:gd name="connsiteY0" fmla="*/ 1712151 h 1712151"/>
              <a:gd name="connsiteX1" fmla="*/ 721637 w 2183726"/>
              <a:gd name="connsiteY1" fmla="*/ 1607378 h 1712151"/>
              <a:gd name="connsiteX2" fmla="*/ 1959887 w 2183726"/>
              <a:gd name="connsiteY2" fmla="*/ 826327 h 1712151"/>
              <a:gd name="connsiteX3" fmla="*/ 2183726 w 2183726"/>
              <a:gd name="connsiteY3" fmla="*/ 88138 h 1712151"/>
              <a:gd name="connsiteX4" fmla="*/ 12026 w 2183726"/>
              <a:gd name="connsiteY4" fmla="*/ 1712151 h 1712151"/>
              <a:gd name="connsiteX0" fmla="*/ 11487 w 2183187"/>
              <a:gd name="connsiteY0" fmla="*/ 1701534 h 1701534"/>
              <a:gd name="connsiteX1" fmla="*/ 721098 w 2183187"/>
              <a:gd name="connsiteY1" fmla="*/ 1596761 h 1701534"/>
              <a:gd name="connsiteX2" fmla="*/ 1959348 w 2183187"/>
              <a:gd name="connsiteY2" fmla="*/ 815710 h 1701534"/>
              <a:gd name="connsiteX3" fmla="*/ 2183187 w 2183187"/>
              <a:gd name="connsiteY3" fmla="*/ 77521 h 1701534"/>
              <a:gd name="connsiteX4" fmla="*/ 11487 w 2183187"/>
              <a:gd name="connsiteY4" fmla="*/ 1701534 h 1701534"/>
              <a:gd name="connsiteX0" fmla="*/ 11697 w 2183397"/>
              <a:gd name="connsiteY0" fmla="*/ 1705469 h 1705469"/>
              <a:gd name="connsiteX1" fmla="*/ 721308 w 2183397"/>
              <a:gd name="connsiteY1" fmla="*/ 1600696 h 1705469"/>
              <a:gd name="connsiteX2" fmla="*/ 1959558 w 2183397"/>
              <a:gd name="connsiteY2" fmla="*/ 819645 h 1705469"/>
              <a:gd name="connsiteX3" fmla="*/ 2183397 w 2183397"/>
              <a:gd name="connsiteY3" fmla="*/ 81456 h 1705469"/>
              <a:gd name="connsiteX4" fmla="*/ 11697 w 2183397"/>
              <a:gd name="connsiteY4" fmla="*/ 1705469 h 1705469"/>
              <a:gd name="connsiteX0" fmla="*/ 11697 w 2183397"/>
              <a:gd name="connsiteY0" fmla="*/ 1707858 h 1707858"/>
              <a:gd name="connsiteX1" fmla="*/ 721308 w 2183397"/>
              <a:gd name="connsiteY1" fmla="*/ 1603085 h 1707858"/>
              <a:gd name="connsiteX2" fmla="*/ 1959558 w 2183397"/>
              <a:gd name="connsiteY2" fmla="*/ 822034 h 1707858"/>
              <a:gd name="connsiteX3" fmla="*/ 2183397 w 2183397"/>
              <a:gd name="connsiteY3" fmla="*/ 83845 h 1707858"/>
              <a:gd name="connsiteX4" fmla="*/ 11697 w 2183397"/>
              <a:gd name="connsiteY4" fmla="*/ 1707858 h 1707858"/>
              <a:gd name="connsiteX0" fmla="*/ 11697 w 2183397"/>
              <a:gd name="connsiteY0" fmla="*/ 1707858 h 1707858"/>
              <a:gd name="connsiteX1" fmla="*/ 721308 w 2183397"/>
              <a:gd name="connsiteY1" fmla="*/ 1603085 h 1707858"/>
              <a:gd name="connsiteX2" fmla="*/ 1959558 w 2183397"/>
              <a:gd name="connsiteY2" fmla="*/ 822034 h 1707858"/>
              <a:gd name="connsiteX3" fmla="*/ 2183397 w 2183397"/>
              <a:gd name="connsiteY3" fmla="*/ 83845 h 1707858"/>
              <a:gd name="connsiteX4" fmla="*/ 11697 w 2183397"/>
              <a:gd name="connsiteY4" fmla="*/ 1707858 h 1707858"/>
              <a:gd name="connsiteX0" fmla="*/ 11697 w 2183397"/>
              <a:gd name="connsiteY0" fmla="*/ 1707858 h 1707858"/>
              <a:gd name="connsiteX1" fmla="*/ 721308 w 2183397"/>
              <a:gd name="connsiteY1" fmla="*/ 1603085 h 1707858"/>
              <a:gd name="connsiteX2" fmla="*/ 1959558 w 2183397"/>
              <a:gd name="connsiteY2" fmla="*/ 822034 h 1707858"/>
              <a:gd name="connsiteX3" fmla="*/ 2183397 w 2183397"/>
              <a:gd name="connsiteY3" fmla="*/ 83845 h 1707858"/>
              <a:gd name="connsiteX4" fmla="*/ 11697 w 2183397"/>
              <a:gd name="connsiteY4" fmla="*/ 1707858 h 17078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3397" h="1707858">
                <a:moveTo>
                  <a:pt x="11697" y="1707858"/>
                </a:moveTo>
                <a:cubicBezTo>
                  <a:pt x="530016" y="1656265"/>
                  <a:pt x="301415" y="1703097"/>
                  <a:pt x="721308" y="1603085"/>
                </a:cubicBezTo>
                <a:cubicBezTo>
                  <a:pt x="669713" y="1031585"/>
                  <a:pt x="1239627" y="489452"/>
                  <a:pt x="1959558" y="822034"/>
                </a:cubicBezTo>
                <a:lnTo>
                  <a:pt x="2183397" y="83845"/>
                </a:lnTo>
                <a:cubicBezTo>
                  <a:pt x="245852" y="-388437"/>
                  <a:pt x="-70854" y="1268915"/>
                  <a:pt x="11697" y="1707858"/>
                </a:cubicBezTo>
                <a:close/>
              </a:path>
            </a:pathLst>
          </a:custGeom>
          <a:solidFill>
            <a:schemeClr val="accent1"/>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28" name="正方形/長方形 1"/>
          <p:cNvSpPr/>
          <p:nvPr/>
        </p:nvSpPr>
        <p:spPr bwMode="gray">
          <a:xfrm rot="14480505">
            <a:off x="5982493" y="3801164"/>
            <a:ext cx="2079187" cy="1717687"/>
          </a:xfrm>
          <a:custGeom>
            <a:avLst/>
            <a:gdLst>
              <a:gd name="connsiteX0" fmla="*/ 0 w 2366962"/>
              <a:gd name="connsiteY0" fmla="*/ 0 h 785812"/>
              <a:gd name="connsiteX1" fmla="*/ 2366962 w 2366962"/>
              <a:gd name="connsiteY1" fmla="*/ 0 h 785812"/>
              <a:gd name="connsiteX2" fmla="*/ 2366962 w 2366962"/>
              <a:gd name="connsiteY2" fmla="*/ 785812 h 785812"/>
              <a:gd name="connsiteX3" fmla="*/ 0 w 2366962"/>
              <a:gd name="connsiteY3" fmla="*/ 785812 h 785812"/>
              <a:gd name="connsiteX4" fmla="*/ 0 w 2366962"/>
              <a:gd name="connsiteY4" fmla="*/ 0 h 785812"/>
              <a:gd name="connsiteX0" fmla="*/ 0 w 2366962"/>
              <a:gd name="connsiteY0" fmla="*/ 90487 h 876299"/>
              <a:gd name="connsiteX1" fmla="*/ 2366962 w 2366962"/>
              <a:gd name="connsiteY1" fmla="*/ 0 h 876299"/>
              <a:gd name="connsiteX2" fmla="*/ 2366962 w 2366962"/>
              <a:gd name="connsiteY2" fmla="*/ 876299 h 876299"/>
              <a:gd name="connsiteX3" fmla="*/ 0 w 2366962"/>
              <a:gd name="connsiteY3" fmla="*/ 876299 h 876299"/>
              <a:gd name="connsiteX4" fmla="*/ 0 w 2366962"/>
              <a:gd name="connsiteY4" fmla="*/ 90487 h 876299"/>
              <a:gd name="connsiteX0" fmla="*/ 0 w 2366962"/>
              <a:gd name="connsiteY0" fmla="*/ 162676 h 948488"/>
              <a:gd name="connsiteX1" fmla="*/ 2366962 w 2366962"/>
              <a:gd name="connsiteY1" fmla="*/ 72189 h 948488"/>
              <a:gd name="connsiteX2" fmla="*/ 2366962 w 2366962"/>
              <a:gd name="connsiteY2" fmla="*/ 948488 h 948488"/>
              <a:gd name="connsiteX3" fmla="*/ 0 w 2366962"/>
              <a:gd name="connsiteY3" fmla="*/ 948488 h 948488"/>
              <a:gd name="connsiteX4" fmla="*/ 0 w 2366962"/>
              <a:gd name="connsiteY4" fmla="*/ 162676 h 948488"/>
              <a:gd name="connsiteX0" fmla="*/ 0 w 2366962"/>
              <a:gd name="connsiteY0" fmla="*/ 162676 h 1629525"/>
              <a:gd name="connsiteX1" fmla="*/ 2366962 w 2366962"/>
              <a:gd name="connsiteY1" fmla="*/ 72189 h 1629525"/>
              <a:gd name="connsiteX2" fmla="*/ 2366962 w 2366962"/>
              <a:gd name="connsiteY2" fmla="*/ 948488 h 1629525"/>
              <a:gd name="connsiteX3" fmla="*/ 957262 w 2366962"/>
              <a:gd name="connsiteY3" fmla="*/ 1629525 h 1629525"/>
              <a:gd name="connsiteX4" fmla="*/ 0 w 2366962"/>
              <a:gd name="connsiteY4" fmla="*/ 162676 h 1629525"/>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985837 w 2138362"/>
              <a:gd name="connsiteY3" fmla="*/ 266866 h 1667042"/>
              <a:gd name="connsiteX4" fmla="*/ 0 w 2138362"/>
              <a:gd name="connsiteY4" fmla="*/ 1667042 h 1667042"/>
              <a:gd name="connsiteX0" fmla="*/ 0 w 2138362"/>
              <a:gd name="connsiteY0" fmla="*/ 1400176 h 1400176"/>
              <a:gd name="connsiteX1" fmla="*/ 2024062 w 2138362"/>
              <a:gd name="connsiteY1" fmla="*/ 804864 h 1400176"/>
              <a:gd name="connsiteX2" fmla="*/ 2138362 w 2138362"/>
              <a:gd name="connsiteY2" fmla="*/ 623888 h 1400176"/>
              <a:gd name="connsiteX3" fmla="*/ 985837 w 2138362"/>
              <a:gd name="connsiteY3" fmla="*/ 0 h 1400176"/>
              <a:gd name="connsiteX4" fmla="*/ 0 w 2138362"/>
              <a:gd name="connsiteY4" fmla="*/ 1400176 h 14001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0 w 2185987"/>
              <a:gd name="connsiteY3" fmla="*/ 1628776 h 1628776"/>
              <a:gd name="connsiteX0" fmla="*/ 0 w 2185987"/>
              <a:gd name="connsiteY0" fmla="*/ 1720858 h 1720858"/>
              <a:gd name="connsiteX1" fmla="*/ 2024062 w 2185987"/>
              <a:gd name="connsiteY1" fmla="*/ 1125546 h 1720858"/>
              <a:gd name="connsiteX2" fmla="*/ 2185987 w 2185987"/>
              <a:gd name="connsiteY2" fmla="*/ 92082 h 1720858"/>
              <a:gd name="connsiteX3" fmla="*/ 0 w 2185987"/>
              <a:gd name="connsiteY3" fmla="*/ 1720858 h 1720858"/>
              <a:gd name="connsiteX0" fmla="*/ 0 w 2171700"/>
              <a:gd name="connsiteY0" fmla="*/ 1716280 h 1716280"/>
              <a:gd name="connsiteX1" fmla="*/ 2009775 w 2171700"/>
              <a:gd name="connsiteY1" fmla="*/ 1125731 h 1716280"/>
              <a:gd name="connsiteX2" fmla="*/ 2171700 w 2171700"/>
              <a:gd name="connsiteY2" fmla="*/ 92267 h 1716280"/>
              <a:gd name="connsiteX3" fmla="*/ 0 w 2171700"/>
              <a:gd name="connsiteY3" fmla="*/ 1716280 h 1716280"/>
              <a:gd name="connsiteX0" fmla="*/ 15291 w 2186991"/>
              <a:gd name="connsiteY0" fmla="*/ 1722098 h 1722098"/>
              <a:gd name="connsiteX1" fmla="*/ 2025066 w 2186991"/>
              <a:gd name="connsiteY1" fmla="*/ 1131549 h 1722098"/>
              <a:gd name="connsiteX2" fmla="*/ 2186991 w 2186991"/>
              <a:gd name="connsiteY2" fmla="*/ 98085 h 1722098"/>
              <a:gd name="connsiteX3" fmla="*/ 15291 w 2186991"/>
              <a:gd name="connsiteY3" fmla="*/ 1722098 h 1722098"/>
              <a:gd name="connsiteX0" fmla="*/ 14560 w 2186260"/>
              <a:gd name="connsiteY0" fmla="*/ 1691971 h 1691971"/>
              <a:gd name="connsiteX1" fmla="*/ 2024335 w 2186260"/>
              <a:gd name="connsiteY1" fmla="*/ 1101422 h 1691971"/>
              <a:gd name="connsiteX2" fmla="*/ 2186260 w 2186260"/>
              <a:gd name="connsiteY2" fmla="*/ 67958 h 1691971"/>
              <a:gd name="connsiteX3" fmla="*/ 14560 w 2186260"/>
              <a:gd name="connsiteY3" fmla="*/ 1691971 h 1691971"/>
              <a:gd name="connsiteX0" fmla="*/ 14147 w 2185847"/>
              <a:gd name="connsiteY0" fmla="*/ 1709932 h 1709932"/>
              <a:gd name="connsiteX1" fmla="*/ 2023922 w 2185847"/>
              <a:gd name="connsiteY1" fmla="*/ 1119383 h 1709932"/>
              <a:gd name="connsiteX2" fmla="*/ 2185847 w 2185847"/>
              <a:gd name="connsiteY2" fmla="*/ 85919 h 1709932"/>
              <a:gd name="connsiteX3" fmla="*/ 14147 w 2185847"/>
              <a:gd name="connsiteY3" fmla="*/ 1709932 h 1709932"/>
              <a:gd name="connsiteX0" fmla="*/ 12982 w 2184682"/>
              <a:gd name="connsiteY0" fmla="*/ 1712151 h 1712151"/>
              <a:gd name="connsiteX1" fmla="*/ 2022757 w 2184682"/>
              <a:gd name="connsiteY1" fmla="*/ 1121602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2027519 w 2184682"/>
              <a:gd name="connsiteY1" fmla="*/ 9215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94181 w 2184682"/>
              <a:gd name="connsiteY1" fmla="*/ 7691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66181 w 2237881"/>
              <a:gd name="connsiteY0" fmla="*/ 1712151 h 1774275"/>
              <a:gd name="connsiteX1" fmla="*/ 690067 w 2237881"/>
              <a:gd name="connsiteY1" fmla="*/ 1378778 h 1774275"/>
              <a:gd name="connsiteX2" fmla="*/ 2014042 w 2237881"/>
              <a:gd name="connsiteY2" fmla="*/ 826327 h 1774275"/>
              <a:gd name="connsiteX3" fmla="*/ 2237881 w 2237881"/>
              <a:gd name="connsiteY3" fmla="*/ 88138 h 1774275"/>
              <a:gd name="connsiteX4" fmla="*/ 66181 w 2237881"/>
              <a:gd name="connsiteY4" fmla="*/ 1712151 h 1774275"/>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51470 w 2184682"/>
              <a:gd name="connsiteY2" fmla="*/ 772728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51470 w 2184682"/>
              <a:gd name="connsiteY2" fmla="*/ 772728 h 1712151"/>
              <a:gd name="connsiteX3" fmla="*/ 2184682 w 2184682"/>
              <a:gd name="connsiteY3" fmla="*/ 88138 h 1712151"/>
              <a:gd name="connsiteX4" fmla="*/ 12982 w 2184682"/>
              <a:gd name="connsiteY4" fmla="*/ 1712151 h 1712151"/>
              <a:gd name="connsiteX0" fmla="*/ 12298 w 2209819"/>
              <a:gd name="connsiteY0" fmla="*/ 1725614 h 1725614"/>
              <a:gd name="connsiteX1" fmla="*/ 747730 w 2209819"/>
              <a:gd name="connsiteY1" fmla="*/ 1606798 h 1725614"/>
              <a:gd name="connsiteX2" fmla="*/ 1976607 w 2209819"/>
              <a:gd name="connsiteY2" fmla="*/ 772148 h 1725614"/>
              <a:gd name="connsiteX3" fmla="*/ 2209819 w 2209819"/>
              <a:gd name="connsiteY3" fmla="*/ 87558 h 1725614"/>
              <a:gd name="connsiteX4" fmla="*/ 12298 w 2209819"/>
              <a:gd name="connsiteY4" fmla="*/ 1725614 h 1725614"/>
              <a:gd name="connsiteX0" fmla="*/ 8773 w 2206294"/>
              <a:gd name="connsiteY0" fmla="*/ 1721057 h 1721057"/>
              <a:gd name="connsiteX1" fmla="*/ 744205 w 2206294"/>
              <a:gd name="connsiteY1" fmla="*/ 1602241 h 1721057"/>
              <a:gd name="connsiteX2" fmla="*/ 1973082 w 2206294"/>
              <a:gd name="connsiteY2" fmla="*/ 767591 h 1721057"/>
              <a:gd name="connsiteX3" fmla="*/ 2206294 w 2206294"/>
              <a:gd name="connsiteY3" fmla="*/ 83001 h 1721057"/>
              <a:gd name="connsiteX4" fmla="*/ 8773 w 2206294"/>
              <a:gd name="connsiteY4" fmla="*/ 1721057 h 1721057"/>
              <a:gd name="connsiteX0" fmla="*/ 35139 w 2232660"/>
              <a:gd name="connsiteY0" fmla="*/ 1722485 h 1722485"/>
              <a:gd name="connsiteX1" fmla="*/ 770571 w 2232660"/>
              <a:gd name="connsiteY1" fmla="*/ 1603669 h 1722485"/>
              <a:gd name="connsiteX2" fmla="*/ 1999448 w 2232660"/>
              <a:gd name="connsiteY2" fmla="*/ 769019 h 1722485"/>
              <a:gd name="connsiteX3" fmla="*/ 2232660 w 2232660"/>
              <a:gd name="connsiteY3" fmla="*/ 84429 h 1722485"/>
              <a:gd name="connsiteX4" fmla="*/ 35139 w 2232660"/>
              <a:gd name="connsiteY4" fmla="*/ 1722485 h 1722485"/>
              <a:gd name="connsiteX0" fmla="*/ 31236 w 2228757"/>
              <a:gd name="connsiteY0" fmla="*/ 1681180 h 1681180"/>
              <a:gd name="connsiteX1" fmla="*/ 766668 w 2228757"/>
              <a:gd name="connsiteY1" fmla="*/ 1562364 h 1681180"/>
              <a:gd name="connsiteX2" fmla="*/ 1995545 w 2228757"/>
              <a:gd name="connsiteY2" fmla="*/ 727714 h 1681180"/>
              <a:gd name="connsiteX3" fmla="*/ 2228757 w 2228757"/>
              <a:gd name="connsiteY3" fmla="*/ 43124 h 1681180"/>
              <a:gd name="connsiteX4" fmla="*/ 31236 w 2228757"/>
              <a:gd name="connsiteY4" fmla="*/ 1681180 h 1681180"/>
              <a:gd name="connsiteX0" fmla="*/ 32021 w 2229542"/>
              <a:gd name="connsiteY0" fmla="*/ 1717191 h 1717191"/>
              <a:gd name="connsiteX1" fmla="*/ 767453 w 2229542"/>
              <a:gd name="connsiteY1" fmla="*/ 1598375 h 1717191"/>
              <a:gd name="connsiteX2" fmla="*/ 1996330 w 2229542"/>
              <a:gd name="connsiteY2" fmla="*/ 763725 h 1717191"/>
              <a:gd name="connsiteX3" fmla="*/ 2229542 w 2229542"/>
              <a:gd name="connsiteY3" fmla="*/ 79135 h 1717191"/>
              <a:gd name="connsiteX4" fmla="*/ 32021 w 2229542"/>
              <a:gd name="connsiteY4" fmla="*/ 1717191 h 1717191"/>
              <a:gd name="connsiteX0" fmla="*/ 43500 w 2241021"/>
              <a:gd name="connsiteY0" fmla="*/ 1717687 h 1717687"/>
              <a:gd name="connsiteX1" fmla="*/ 778932 w 2241021"/>
              <a:gd name="connsiteY1" fmla="*/ 1598871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1021" h="1717687">
                <a:moveTo>
                  <a:pt x="43500" y="1717687"/>
                </a:moveTo>
                <a:cubicBezTo>
                  <a:pt x="561819" y="1666094"/>
                  <a:pt x="377477" y="1697377"/>
                  <a:pt x="797370" y="1597365"/>
                </a:cubicBezTo>
                <a:cubicBezTo>
                  <a:pt x="706439" y="1033056"/>
                  <a:pt x="1272334" y="504724"/>
                  <a:pt x="2007809" y="764221"/>
                </a:cubicBezTo>
                <a:lnTo>
                  <a:pt x="2241021" y="79631"/>
                </a:lnTo>
                <a:cubicBezTo>
                  <a:pt x="321538" y="-397024"/>
                  <a:pt x="-161195" y="1408980"/>
                  <a:pt x="43500" y="1717687"/>
                </a:cubicBezTo>
                <a:close/>
              </a:path>
            </a:pathLst>
          </a:custGeom>
          <a:solidFill>
            <a:schemeClr val="accent6"/>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31" name="正方形/長方形 1"/>
          <p:cNvSpPr/>
          <p:nvPr/>
        </p:nvSpPr>
        <p:spPr bwMode="gray">
          <a:xfrm rot="7320705">
            <a:off x="7168439" y="2914190"/>
            <a:ext cx="2101100" cy="1775331"/>
          </a:xfrm>
          <a:custGeom>
            <a:avLst/>
            <a:gdLst>
              <a:gd name="connsiteX0" fmla="*/ 0 w 2366962"/>
              <a:gd name="connsiteY0" fmla="*/ 0 h 785812"/>
              <a:gd name="connsiteX1" fmla="*/ 2366962 w 2366962"/>
              <a:gd name="connsiteY1" fmla="*/ 0 h 785812"/>
              <a:gd name="connsiteX2" fmla="*/ 2366962 w 2366962"/>
              <a:gd name="connsiteY2" fmla="*/ 785812 h 785812"/>
              <a:gd name="connsiteX3" fmla="*/ 0 w 2366962"/>
              <a:gd name="connsiteY3" fmla="*/ 785812 h 785812"/>
              <a:gd name="connsiteX4" fmla="*/ 0 w 2366962"/>
              <a:gd name="connsiteY4" fmla="*/ 0 h 785812"/>
              <a:gd name="connsiteX0" fmla="*/ 0 w 2366962"/>
              <a:gd name="connsiteY0" fmla="*/ 90487 h 876299"/>
              <a:gd name="connsiteX1" fmla="*/ 2366962 w 2366962"/>
              <a:gd name="connsiteY1" fmla="*/ 0 h 876299"/>
              <a:gd name="connsiteX2" fmla="*/ 2366962 w 2366962"/>
              <a:gd name="connsiteY2" fmla="*/ 876299 h 876299"/>
              <a:gd name="connsiteX3" fmla="*/ 0 w 2366962"/>
              <a:gd name="connsiteY3" fmla="*/ 876299 h 876299"/>
              <a:gd name="connsiteX4" fmla="*/ 0 w 2366962"/>
              <a:gd name="connsiteY4" fmla="*/ 90487 h 876299"/>
              <a:gd name="connsiteX0" fmla="*/ 0 w 2366962"/>
              <a:gd name="connsiteY0" fmla="*/ 162676 h 948488"/>
              <a:gd name="connsiteX1" fmla="*/ 2366962 w 2366962"/>
              <a:gd name="connsiteY1" fmla="*/ 72189 h 948488"/>
              <a:gd name="connsiteX2" fmla="*/ 2366962 w 2366962"/>
              <a:gd name="connsiteY2" fmla="*/ 948488 h 948488"/>
              <a:gd name="connsiteX3" fmla="*/ 0 w 2366962"/>
              <a:gd name="connsiteY3" fmla="*/ 948488 h 948488"/>
              <a:gd name="connsiteX4" fmla="*/ 0 w 2366962"/>
              <a:gd name="connsiteY4" fmla="*/ 162676 h 948488"/>
              <a:gd name="connsiteX0" fmla="*/ 0 w 2366962"/>
              <a:gd name="connsiteY0" fmla="*/ 162676 h 1629525"/>
              <a:gd name="connsiteX1" fmla="*/ 2366962 w 2366962"/>
              <a:gd name="connsiteY1" fmla="*/ 72189 h 1629525"/>
              <a:gd name="connsiteX2" fmla="*/ 2366962 w 2366962"/>
              <a:gd name="connsiteY2" fmla="*/ 948488 h 1629525"/>
              <a:gd name="connsiteX3" fmla="*/ 957262 w 2366962"/>
              <a:gd name="connsiteY3" fmla="*/ 1629525 h 1629525"/>
              <a:gd name="connsiteX4" fmla="*/ 0 w 2366962"/>
              <a:gd name="connsiteY4" fmla="*/ 162676 h 1629525"/>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985837 w 2138362"/>
              <a:gd name="connsiteY3" fmla="*/ 266866 h 1667042"/>
              <a:gd name="connsiteX4" fmla="*/ 0 w 2138362"/>
              <a:gd name="connsiteY4" fmla="*/ 1667042 h 1667042"/>
              <a:gd name="connsiteX0" fmla="*/ 0 w 2138362"/>
              <a:gd name="connsiteY0" fmla="*/ 1400176 h 1400176"/>
              <a:gd name="connsiteX1" fmla="*/ 2024062 w 2138362"/>
              <a:gd name="connsiteY1" fmla="*/ 804864 h 1400176"/>
              <a:gd name="connsiteX2" fmla="*/ 2138362 w 2138362"/>
              <a:gd name="connsiteY2" fmla="*/ 623888 h 1400176"/>
              <a:gd name="connsiteX3" fmla="*/ 985837 w 2138362"/>
              <a:gd name="connsiteY3" fmla="*/ 0 h 1400176"/>
              <a:gd name="connsiteX4" fmla="*/ 0 w 2138362"/>
              <a:gd name="connsiteY4" fmla="*/ 1400176 h 14001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0 w 2185987"/>
              <a:gd name="connsiteY3" fmla="*/ 1628776 h 1628776"/>
              <a:gd name="connsiteX0" fmla="*/ 0 w 2185987"/>
              <a:gd name="connsiteY0" fmla="*/ 1720858 h 1720858"/>
              <a:gd name="connsiteX1" fmla="*/ 2024062 w 2185987"/>
              <a:gd name="connsiteY1" fmla="*/ 1125546 h 1720858"/>
              <a:gd name="connsiteX2" fmla="*/ 2185987 w 2185987"/>
              <a:gd name="connsiteY2" fmla="*/ 92082 h 1720858"/>
              <a:gd name="connsiteX3" fmla="*/ 0 w 2185987"/>
              <a:gd name="connsiteY3" fmla="*/ 1720858 h 1720858"/>
              <a:gd name="connsiteX0" fmla="*/ 0 w 2171700"/>
              <a:gd name="connsiteY0" fmla="*/ 1716280 h 1716280"/>
              <a:gd name="connsiteX1" fmla="*/ 2009775 w 2171700"/>
              <a:gd name="connsiteY1" fmla="*/ 1125731 h 1716280"/>
              <a:gd name="connsiteX2" fmla="*/ 2171700 w 2171700"/>
              <a:gd name="connsiteY2" fmla="*/ 92267 h 1716280"/>
              <a:gd name="connsiteX3" fmla="*/ 0 w 2171700"/>
              <a:gd name="connsiteY3" fmla="*/ 1716280 h 1716280"/>
              <a:gd name="connsiteX0" fmla="*/ 15291 w 2186991"/>
              <a:gd name="connsiteY0" fmla="*/ 1722098 h 1722098"/>
              <a:gd name="connsiteX1" fmla="*/ 2025066 w 2186991"/>
              <a:gd name="connsiteY1" fmla="*/ 1131549 h 1722098"/>
              <a:gd name="connsiteX2" fmla="*/ 2186991 w 2186991"/>
              <a:gd name="connsiteY2" fmla="*/ 98085 h 1722098"/>
              <a:gd name="connsiteX3" fmla="*/ 15291 w 2186991"/>
              <a:gd name="connsiteY3" fmla="*/ 1722098 h 1722098"/>
              <a:gd name="connsiteX0" fmla="*/ 14560 w 2186260"/>
              <a:gd name="connsiteY0" fmla="*/ 1691971 h 1691971"/>
              <a:gd name="connsiteX1" fmla="*/ 2024335 w 2186260"/>
              <a:gd name="connsiteY1" fmla="*/ 1101422 h 1691971"/>
              <a:gd name="connsiteX2" fmla="*/ 2186260 w 2186260"/>
              <a:gd name="connsiteY2" fmla="*/ 67958 h 1691971"/>
              <a:gd name="connsiteX3" fmla="*/ 14560 w 2186260"/>
              <a:gd name="connsiteY3" fmla="*/ 1691971 h 1691971"/>
              <a:gd name="connsiteX0" fmla="*/ 14147 w 2185847"/>
              <a:gd name="connsiteY0" fmla="*/ 1709932 h 1709932"/>
              <a:gd name="connsiteX1" fmla="*/ 2023922 w 2185847"/>
              <a:gd name="connsiteY1" fmla="*/ 1119383 h 1709932"/>
              <a:gd name="connsiteX2" fmla="*/ 2185847 w 2185847"/>
              <a:gd name="connsiteY2" fmla="*/ 85919 h 1709932"/>
              <a:gd name="connsiteX3" fmla="*/ 14147 w 2185847"/>
              <a:gd name="connsiteY3" fmla="*/ 1709932 h 1709932"/>
              <a:gd name="connsiteX0" fmla="*/ 12982 w 2184682"/>
              <a:gd name="connsiteY0" fmla="*/ 1712151 h 1712151"/>
              <a:gd name="connsiteX1" fmla="*/ 2022757 w 2184682"/>
              <a:gd name="connsiteY1" fmla="*/ 1121602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2027519 w 2184682"/>
              <a:gd name="connsiteY1" fmla="*/ 9215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94181 w 2184682"/>
              <a:gd name="connsiteY1" fmla="*/ 7691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66181 w 2237881"/>
              <a:gd name="connsiteY0" fmla="*/ 1712151 h 1774275"/>
              <a:gd name="connsiteX1" fmla="*/ 690067 w 2237881"/>
              <a:gd name="connsiteY1" fmla="*/ 1378778 h 1774275"/>
              <a:gd name="connsiteX2" fmla="*/ 2014042 w 2237881"/>
              <a:gd name="connsiteY2" fmla="*/ 826327 h 1774275"/>
              <a:gd name="connsiteX3" fmla="*/ 2237881 w 2237881"/>
              <a:gd name="connsiteY3" fmla="*/ 88138 h 1774275"/>
              <a:gd name="connsiteX4" fmla="*/ 66181 w 2237881"/>
              <a:gd name="connsiteY4" fmla="*/ 1712151 h 1774275"/>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620 w 2184320"/>
              <a:gd name="connsiteY0" fmla="*/ 1716015 h 1716015"/>
              <a:gd name="connsiteX1" fmla="*/ 722231 w 2184320"/>
              <a:gd name="connsiteY1" fmla="*/ 1611242 h 1716015"/>
              <a:gd name="connsiteX2" fmla="*/ 1960481 w 2184320"/>
              <a:gd name="connsiteY2" fmla="*/ 830191 h 1716015"/>
              <a:gd name="connsiteX3" fmla="*/ 2184320 w 2184320"/>
              <a:gd name="connsiteY3" fmla="*/ 92002 h 1716015"/>
              <a:gd name="connsiteX4" fmla="*/ 12620 w 2184320"/>
              <a:gd name="connsiteY4" fmla="*/ 1716015 h 1716015"/>
              <a:gd name="connsiteX0" fmla="*/ 12620 w 2184320"/>
              <a:gd name="connsiteY0" fmla="*/ 1716015 h 1716015"/>
              <a:gd name="connsiteX1" fmla="*/ 786137 w 2184320"/>
              <a:gd name="connsiteY1" fmla="*/ 1545260 h 1716015"/>
              <a:gd name="connsiteX2" fmla="*/ 1960481 w 2184320"/>
              <a:gd name="connsiteY2" fmla="*/ 830191 h 1716015"/>
              <a:gd name="connsiteX3" fmla="*/ 2184320 w 2184320"/>
              <a:gd name="connsiteY3" fmla="*/ 92002 h 1716015"/>
              <a:gd name="connsiteX4" fmla="*/ 12620 w 2184320"/>
              <a:gd name="connsiteY4" fmla="*/ 1716015 h 1716015"/>
              <a:gd name="connsiteX0" fmla="*/ 6447 w 2178147"/>
              <a:gd name="connsiteY0" fmla="*/ 1748659 h 1748659"/>
              <a:gd name="connsiteX1" fmla="*/ 779964 w 2178147"/>
              <a:gd name="connsiteY1" fmla="*/ 1577904 h 1748659"/>
              <a:gd name="connsiteX2" fmla="*/ 1954308 w 2178147"/>
              <a:gd name="connsiteY2" fmla="*/ 862835 h 1748659"/>
              <a:gd name="connsiteX3" fmla="*/ 2178147 w 2178147"/>
              <a:gd name="connsiteY3" fmla="*/ 124646 h 1748659"/>
              <a:gd name="connsiteX4" fmla="*/ 6447 w 2178147"/>
              <a:gd name="connsiteY4" fmla="*/ 1748659 h 1748659"/>
              <a:gd name="connsiteX0" fmla="*/ 34089 w 2205789"/>
              <a:gd name="connsiteY0" fmla="*/ 1758563 h 1758563"/>
              <a:gd name="connsiteX1" fmla="*/ 807606 w 2205789"/>
              <a:gd name="connsiteY1" fmla="*/ 1587808 h 1758563"/>
              <a:gd name="connsiteX2" fmla="*/ 1981950 w 2205789"/>
              <a:gd name="connsiteY2" fmla="*/ 872739 h 1758563"/>
              <a:gd name="connsiteX3" fmla="*/ 2205789 w 2205789"/>
              <a:gd name="connsiteY3" fmla="*/ 134550 h 1758563"/>
              <a:gd name="connsiteX4" fmla="*/ 34089 w 2205789"/>
              <a:gd name="connsiteY4" fmla="*/ 1758563 h 1758563"/>
              <a:gd name="connsiteX0" fmla="*/ 34026 w 2207747"/>
              <a:gd name="connsiteY0" fmla="*/ 1698817 h 1698817"/>
              <a:gd name="connsiteX1" fmla="*/ 809564 w 2207747"/>
              <a:gd name="connsiteY1" fmla="*/ 1592082 h 1698817"/>
              <a:gd name="connsiteX2" fmla="*/ 1983908 w 2207747"/>
              <a:gd name="connsiteY2" fmla="*/ 877013 h 1698817"/>
              <a:gd name="connsiteX3" fmla="*/ 2207747 w 2207747"/>
              <a:gd name="connsiteY3" fmla="*/ 138824 h 1698817"/>
              <a:gd name="connsiteX4" fmla="*/ 34026 w 2207747"/>
              <a:gd name="connsiteY4" fmla="*/ 1698817 h 1698817"/>
              <a:gd name="connsiteX0" fmla="*/ 15282 w 2189003"/>
              <a:gd name="connsiteY0" fmla="*/ 1700673 h 1700673"/>
              <a:gd name="connsiteX1" fmla="*/ 790820 w 2189003"/>
              <a:gd name="connsiteY1" fmla="*/ 1593938 h 1700673"/>
              <a:gd name="connsiteX2" fmla="*/ 1965164 w 2189003"/>
              <a:gd name="connsiteY2" fmla="*/ 878869 h 1700673"/>
              <a:gd name="connsiteX3" fmla="*/ 2189003 w 2189003"/>
              <a:gd name="connsiteY3" fmla="*/ 140680 h 1700673"/>
              <a:gd name="connsiteX4" fmla="*/ 15282 w 2189003"/>
              <a:gd name="connsiteY4" fmla="*/ 1700673 h 1700673"/>
              <a:gd name="connsiteX0" fmla="*/ 22361 w 2196082"/>
              <a:gd name="connsiteY0" fmla="*/ 1704613 h 1704613"/>
              <a:gd name="connsiteX1" fmla="*/ 797899 w 2196082"/>
              <a:gd name="connsiteY1" fmla="*/ 1597878 h 1704613"/>
              <a:gd name="connsiteX2" fmla="*/ 1972243 w 2196082"/>
              <a:gd name="connsiteY2" fmla="*/ 882809 h 1704613"/>
              <a:gd name="connsiteX3" fmla="*/ 2196082 w 2196082"/>
              <a:gd name="connsiteY3" fmla="*/ 144620 h 1704613"/>
              <a:gd name="connsiteX4" fmla="*/ 22361 w 2196082"/>
              <a:gd name="connsiteY4" fmla="*/ 1704613 h 1704613"/>
              <a:gd name="connsiteX0" fmla="*/ 22416 w 2196137"/>
              <a:gd name="connsiteY0" fmla="*/ 1677747 h 1677747"/>
              <a:gd name="connsiteX1" fmla="*/ 797954 w 2196137"/>
              <a:gd name="connsiteY1" fmla="*/ 1571012 h 1677747"/>
              <a:gd name="connsiteX2" fmla="*/ 1972298 w 2196137"/>
              <a:gd name="connsiteY2" fmla="*/ 855943 h 1677747"/>
              <a:gd name="connsiteX3" fmla="*/ 2196137 w 2196137"/>
              <a:gd name="connsiteY3" fmla="*/ 117754 h 1677747"/>
              <a:gd name="connsiteX4" fmla="*/ 22416 w 2196137"/>
              <a:gd name="connsiteY4" fmla="*/ 1677747 h 1677747"/>
              <a:gd name="connsiteX0" fmla="*/ 22295 w 2196016"/>
              <a:gd name="connsiteY0" fmla="*/ 1653622 h 1653622"/>
              <a:gd name="connsiteX1" fmla="*/ 797833 w 2196016"/>
              <a:gd name="connsiteY1" fmla="*/ 1546887 h 1653622"/>
              <a:gd name="connsiteX2" fmla="*/ 1972177 w 2196016"/>
              <a:gd name="connsiteY2" fmla="*/ 831818 h 1653622"/>
              <a:gd name="connsiteX3" fmla="*/ 2196016 w 2196016"/>
              <a:gd name="connsiteY3" fmla="*/ 93629 h 1653622"/>
              <a:gd name="connsiteX4" fmla="*/ 22295 w 2196016"/>
              <a:gd name="connsiteY4" fmla="*/ 1653622 h 1653622"/>
              <a:gd name="connsiteX0" fmla="*/ 24353 w 2198074"/>
              <a:gd name="connsiteY0" fmla="*/ 1665675 h 1665675"/>
              <a:gd name="connsiteX1" fmla="*/ 799891 w 2198074"/>
              <a:gd name="connsiteY1" fmla="*/ 1558940 h 1665675"/>
              <a:gd name="connsiteX2" fmla="*/ 1974235 w 2198074"/>
              <a:gd name="connsiteY2" fmla="*/ 843871 h 1665675"/>
              <a:gd name="connsiteX3" fmla="*/ 2198074 w 2198074"/>
              <a:gd name="connsiteY3" fmla="*/ 105682 h 1665675"/>
              <a:gd name="connsiteX4" fmla="*/ 24353 w 2198074"/>
              <a:gd name="connsiteY4" fmla="*/ 1665675 h 1665675"/>
              <a:gd name="connsiteX0" fmla="*/ 24367 w 2197581"/>
              <a:gd name="connsiteY0" fmla="*/ 1689672 h 1689672"/>
              <a:gd name="connsiteX1" fmla="*/ 799905 w 2197581"/>
              <a:gd name="connsiteY1" fmla="*/ 1582937 h 1689672"/>
              <a:gd name="connsiteX2" fmla="*/ 1974249 w 2197581"/>
              <a:gd name="connsiteY2" fmla="*/ 867868 h 1689672"/>
              <a:gd name="connsiteX3" fmla="*/ 2197581 w 2197581"/>
              <a:gd name="connsiteY3" fmla="*/ 104153 h 1689672"/>
              <a:gd name="connsiteX4" fmla="*/ 24367 w 2197581"/>
              <a:gd name="connsiteY4" fmla="*/ 1689672 h 1689672"/>
              <a:gd name="connsiteX0" fmla="*/ 24341 w 2198563"/>
              <a:gd name="connsiteY0" fmla="*/ 1680506 h 1680506"/>
              <a:gd name="connsiteX1" fmla="*/ 799879 w 2198563"/>
              <a:gd name="connsiteY1" fmla="*/ 1573771 h 1680506"/>
              <a:gd name="connsiteX2" fmla="*/ 1974223 w 2198563"/>
              <a:gd name="connsiteY2" fmla="*/ 858702 h 1680506"/>
              <a:gd name="connsiteX3" fmla="*/ 2198563 w 2198563"/>
              <a:gd name="connsiteY3" fmla="*/ 104733 h 1680506"/>
              <a:gd name="connsiteX4" fmla="*/ 24341 w 2198563"/>
              <a:gd name="connsiteY4" fmla="*/ 1680506 h 1680506"/>
              <a:gd name="connsiteX0" fmla="*/ 24248 w 2201994"/>
              <a:gd name="connsiteY0" fmla="*/ 1667857 h 1667857"/>
              <a:gd name="connsiteX1" fmla="*/ 799786 w 2201994"/>
              <a:gd name="connsiteY1" fmla="*/ 1561122 h 1667857"/>
              <a:gd name="connsiteX2" fmla="*/ 1974130 w 2201994"/>
              <a:gd name="connsiteY2" fmla="*/ 846053 h 1667857"/>
              <a:gd name="connsiteX3" fmla="*/ 2201994 w 2201994"/>
              <a:gd name="connsiteY3" fmla="*/ 105543 h 1667857"/>
              <a:gd name="connsiteX4" fmla="*/ 24248 w 2201994"/>
              <a:gd name="connsiteY4" fmla="*/ 1667857 h 1667857"/>
              <a:gd name="connsiteX0" fmla="*/ 24434 w 2195137"/>
              <a:gd name="connsiteY0" fmla="*/ 1654347 h 1654347"/>
              <a:gd name="connsiteX1" fmla="*/ 799972 w 2195137"/>
              <a:gd name="connsiteY1" fmla="*/ 1547612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66067 w 2195137"/>
              <a:gd name="connsiteY2" fmla="*/ 795878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62973 w 2195137"/>
              <a:gd name="connsiteY2" fmla="*/ 766640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62973 w 2195137"/>
              <a:gd name="connsiteY2" fmla="*/ 766640 h 1654347"/>
              <a:gd name="connsiteX3" fmla="*/ 2195137 w 2195137"/>
              <a:gd name="connsiteY3" fmla="*/ 106422 h 1654347"/>
              <a:gd name="connsiteX4" fmla="*/ 24434 w 2195137"/>
              <a:gd name="connsiteY4" fmla="*/ 1654347 h 1654347"/>
              <a:gd name="connsiteX0" fmla="*/ 25141 w 2170083"/>
              <a:gd name="connsiteY0" fmla="*/ 1650424 h 1650424"/>
              <a:gd name="connsiteX1" fmla="*/ 807891 w 2170083"/>
              <a:gd name="connsiteY1" fmla="*/ 1529302 h 1650424"/>
              <a:gd name="connsiteX2" fmla="*/ 1937919 w 2170083"/>
              <a:gd name="connsiteY2" fmla="*/ 766897 h 1650424"/>
              <a:gd name="connsiteX3" fmla="*/ 2170083 w 2170083"/>
              <a:gd name="connsiteY3" fmla="*/ 106679 h 1650424"/>
              <a:gd name="connsiteX4" fmla="*/ 25141 w 2170083"/>
              <a:gd name="connsiteY4" fmla="*/ 1650424 h 1650424"/>
              <a:gd name="connsiteX0" fmla="*/ 24697 w 2185612"/>
              <a:gd name="connsiteY0" fmla="*/ 1644332 h 1644331"/>
              <a:gd name="connsiteX1" fmla="*/ 823420 w 2185612"/>
              <a:gd name="connsiteY1" fmla="*/ 1529705 h 1644331"/>
              <a:gd name="connsiteX2" fmla="*/ 1953448 w 2185612"/>
              <a:gd name="connsiteY2" fmla="*/ 767300 h 1644331"/>
              <a:gd name="connsiteX3" fmla="*/ 2185612 w 2185612"/>
              <a:gd name="connsiteY3" fmla="*/ 107082 h 1644331"/>
              <a:gd name="connsiteX4" fmla="*/ 24697 w 2185612"/>
              <a:gd name="connsiteY4" fmla="*/ 1644332 h 1644331"/>
              <a:gd name="connsiteX0" fmla="*/ 24697 w 2185612"/>
              <a:gd name="connsiteY0" fmla="*/ 1644332 h 1644332"/>
              <a:gd name="connsiteX1" fmla="*/ 819305 w 2185612"/>
              <a:gd name="connsiteY1" fmla="*/ 1573333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16751 w 2177666"/>
              <a:gd name="connsiteY0" fmla="*/ 1644279 h 1644279"/>
              <a:gd name="connsiteX1" fmla="*/ 789206 w 2177666"/>
              <a:gd name="connsiteY1" fmla="*/ 1590919 h 1644279"/>
              <a:gd name="connsiteX2" fmla="*/ 1945502 w 2177666"/>
              <a:gd name="connsiteY2" fmla="*/ 767247 h 1644279"/>
              <a:gd name="connsiteX3" fmla="*/ 2177666 w 2177666"/>
              <a:gd name="connsiteY3" fmla="*/ 107029 h 1644279"/>
              <a:gd name="connsiteX4" fmla="*/ 16751 w 2177666"/>
              <a:gd name="connsiteY4" fmla="*/ 1644279 h 1644279"/>
              <a:gd name="connsiteX0" fmla="*/ 21425 w 2182340"/>
              <a:gd name="connsiteY0" fmla="*/ 1645101 h 1645101"/>
              <a:gd name="connsiteX1" fmla="*/ 793880 w 2182340"/>
              <a:gd name="connsiteY1" fmla="*/ 1591741 h 1645101"/>
              <a:gd name="connsiteX2" fmla="*/ 1950176 w 2182340"/>
              <a:gd name="connsiteY2" fmla="*/ 768069 h 1645101"/>
              <a:gd name="connsiteX3" fmla="*/ 2182340 w 2182340"/>
              <a:gd name="connsiteY3" fmla="*/ 107851 h 1645101"/>
              <a:gd name="connsiteX4" fmla="*/ 21425 w 2182340"/>
              <a:gd name="connsiteY4" fmla="*/ 1645101 h 1645101"/>
              <a:gd name="connsiteX0" fmla="*/ 21282 w 2182197"/>
              <a:gd name="connsiteY0" fmla="*/ 1639478 h 1639478"/>
              <a:gd name="connsiteX1" fmla="*/ 793737 w 2182197"/>
              <a:gd name="connsiteY1" fmla="*/ 1586118 h 1639478"/>
              <a:gd name="connsiteX2" fmla="*/ 1950033 w 2182197"/>
              <a:gd name="connsiteY2" fmla="*/ 762446 h 1639478"/>
              <a:gd name="connsiteX3" fmla="*/ 2182197 w 2182197"/>
              <a:gd name="connsiteY3" fmla="*/ 102228 h 1639478"/>
              <a:gd name="connsiteX4" fmla="*/ 21282 w 2182197"/>
              <a:gd name="connsiteY4" fmla="*/ 1639478 h 1639478"/>
              <a:gd name="connsiteX0" fmla="*/ 20997 w 2181912"/>
              <a:gd name="connsiteY0" fmla="*/ 1628441 h 1628441"/>
              <a:gd name="connsiteX1" fmla="*/ 793452 w 2181912"/>
              <a:gd name="connsiteY1" fmla="*/ 1575081 h 1628441"/>
              <a:gd name="connsiteX2" fmla="*/ 1949748 w 2181912"/>
              <a:gd name="connsiteY2" fmla="*/ 751409 h 1628441"/>
              <a:gd name="connsiteX3" fmla="*/ 2181912 w 2181912"/>
              <a:gd name="connsiteY3" fmla="*/ 91191 h 1628441"/>
              <a:gd name="connsiteX4" fmla="*/ 20997 w 2181912"/>
              <a:gd name="connsiteY4" fmla="*/ 1628441 h 1628441"/>
              <a:gd name="connsiteX0" fmla="*/ 20536 w 2181451"/>
              <a:gd name="connsiteY0" fmla="*/ 1619143 h 1619143"/>
              <a:gd name="connsiteX1" fmla="*/ 792991 w 2181451"/>
              <a:gd name="connsiteY1" fmla="*/ 1565783 h 1619143"/>
              <a:gd name="connsiteX2" fmla="*/ 1949287 w 2181451"/>
              <a:gd name="connsiteY2" fmla="*/ 742111 h 1619143"/>
              <a:gd name="connsiteX3" fmla="*/ 2181451 w 2181451"/>
              <a:gd name="connsiteY3" fmla="*/ 81893 h 1619143"/>
              <a:gd name="connsiteX4" fmla="*/ 20536 w 2181451"/>
              <a:gd name="connsiteY4" fmla="*/ 1619143 h 1619143"/>
              <a:gd name="connsiteX0" fmla="*/ 20148 w 2181063"/>
              <a:gd name="connsiteY0" fmla="*/ 1611214 h 1611214"/>
              <a:gd name="connsiteX1" fmla="*/ 792603 w 2181063"/>
              <a:gd name="connsiteY1" fmla="*/ 1557854 h 1611214"/>
              <a:gd name="connsiteX2" fmla="*/ 1948899 w 2181063"/>
              <a:gd name="connsiteY2" fmla="*/ 734182 h 1611214"/>
              <a:gd name="connsiteX3" fmla="*/ 2181063 w 2181063"/>
              <a:gd name="connsiteY3" fmla="*/ 73964 h 1611214"/>
              <a:gd name="connsiteX4" fmla="*/ 20148 w 2181063"/>
              <a:gd name="connsiteY4" fmla="*/ 1611214 h 1611214"/>
              <a:gd name="connsiteX0" fmla="*/ 20479 w 2181394"/>
              <a:gd name="connsiteY0" fmla="*/ 1617997 h 1617997"/>
              <a:gd name="connsiteX1" fmla="*/ 792934 w 2181394"/>
              <a:gd name="connsiteY1" fmla="*/ 1564637 h 1617997"/>
              <a:gd name="connsiteX2" fmla="*/ 1949230 w 2181394"/>
              <a:gd name="connsiteY2" fmla="*/ 740965 h 1617997"/>
              <a:gd name="connsiteX3" fmla="*/ 2181394 w 2181394"/>
              <a:gd name="connsiteY3" fmla="*/ 80747 h 1617997"/>
              <a:gd name="connsiteX4" fmla="*/ 20479 w 2181394"/>
              <a:gd name="connsiteY4" fmla="*/ 1617997 h 1617997"/>
              <a:gd name="connsiteX0" fmla="*/ 21575 w 2136115"/>
              <a:gd name="connsiteY0" fmla="*/ 1642213 h 1642213"/>
              <a:gd name="connsiteX1" fmla="*/ 794030 w 2136115"/>
              <a:gd name="connsiteY1" fmla="*/ 1588853 h 1642213"/>
              <a:gd name="connsiteX2" fmla="*/ 1950326 w 2136115"/>
              <a:gd name="connsiteY2" fmla="*/ 765181 h 1642213"/>
              <a:gd name="connsiteX3" fmla="*/ 2136115 w 2136115"/>
              <a:gd name="connsiteY3" fmla="*/ 79441 h 1642213"/>
              <a:gd name="connsiteX4" fmla="*/ 21575 w 2136115"/>
              <a:gd name="connsiteY4" fmla="*/ 1642213 h 1642213"/>
              <a:gd name="connsiteX0" fmla="*/ 20345 w 2134885"/>
              <a:gd name="connsiteY0" fmla="*/ 1619456 h 1619456"/>
              <a:gd name="connsiteX1" fmla="*/ 792800 w 2134885"/>
              <a:gd name="connsiteY1" fmla="*/ 1566096 h 1619456"/>
              <a:gd name="connsiteX2" fmla="*/ 1949096 w 2134885"/>
              <a:gd name="connsiteY2" fmla="*/ 742424 h 1619456"/>
              <a:gd name="connsiteX3" fmla="*/ 2134885 w 2134885"/>
              <a:gd name="connsiteY3" fmla="*/ 56684 h 1619456"/>
              <a:gd name="connsiteX4" fmla="*/ 20345 w 2134885"/>
              <a:gd name="connsiteY4" fmla="*/ 1619456 h 1619456"/>
              <a:gd name="connsiteX0" fmla="*/ 21366 w 2135906"/>
              <a:gd name="connsiteY0" fmla="*/ 1612481 h 1612481"/>
              <a:gd name="connsiteX1" fmla="*/ 793821 w 2135906"/>
              <a:gd name="connsiteY1" fmla="*/ 1559121 h 1612481"/>
              <a:gd name="connsiteX2" fmla="*/ 1950117 w 2135906"/>
              <a:gd name="connsiteY2" fmla="*/ 735449 h 1612481"/>
              <a:gd name="connsiteX3" fmla="*/ 2135906 w 2135906"/>
              <a:gd name="connsiteY3" fmla="*/ 49709 h 1612481"/>
              <a:gd name="connsiteX4" fmla="*/ 21366 w 2135906"/>
              <a:gd name="connsiteY4" fmla="*/ 1612481 h 1612481"/>
              <a:gd name="connsiteX0" fmla="*/ 21366 w 2135906"/>
              <a:gd name="connsiteY0" fmla="*/ 1612481 h 1612481"/>
              <a:gd name="connsiteX1" fmla="*/ 793821 w 2135906"/>
              <a:gd name="connsiteY1" fmla="*/ 1559121 h 1612481"/>
              <a:gd name="connsiteX2" fmla="*/ 1950117 w 2135906"/>
              <a:gd name="connsiteY2" fmla="*/ 735449 h 1612481"/>
              <a:gd name="connsiteX3" fmla="*/ 2135906 w 2135906"/>
              <a:gd name="connsiteY3" fmla="*/ 49709 h 1612481"/>
              <a:gd name="connsiteX4" fmla="*/ 21366 w 2135906"/>
              <a:gd name="connsiteY4" fmla="*/ 1612481 h 1612481"/>
              <a:gd name="connsiteX0" fmla="*/ 21366 w 2135906"/>
              <a:gd name="connsiteY0" fmla="*/ 1612481 h 1612481"/>
              <a:gd name="connsiteX1" fmla="*/ 793821 w 2135906"/>
              <a:gd name="connsiteY1" fmla="*/ 1559121 h 1612481"/>
              <a:gd name="connsiteX2" fmla="*/ 1950117 w 2135906"/>
              <a:gd name="connsiteY2" fmla="*/ 735449 h 1612481"/>
              <a:gd name="connsiteX3" fmla="*/ 2135906 w 2135906"/>
              <a:gd name="connsiteY3" fmla="*/ 49709 h 1612481"/>
              <a:gd name="connsiteX4" fmla="*/ 21366 w 2135906"/>
              <a:gd name="connsiteY4" fmla="*/ 1612481 h 1612481"/>
              <a:gd name="connsiteX0" fmla="*/ 21155 w 2144451"/>
              <a:gd name="connsiteY0" fmla="*/ 1632181 h 1632181"/>
              <a:gd name="connsiteX1" fmla="*/ 802366 w 2144451"/>
              <a:gd name="connsiteY1" fmla="*/ 1558399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14731 w 2144451"/>
              <a:gd name="connsiteY1" fmla="*/ 1551436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14731 w 2144451"/>
              <a:gd name="connsiteY1" fmla="*/ 1551436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14731 w 2144451"/>
              <a:gd name="connsiteY1" fmla="*/ 1551436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797212 w 2144451"/>
              <a:gd name="connsiteY1" fmla="*/ 1550974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797212 w 2144451"/>
              <a:gd name="connsiteY1" fmla="*/ 1550974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09577 w 2144451"/>
              <a:gd name="connsiteY1" fmla="*/ 1544011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09577 w 2144451"/>
              <a:gd name="connsiteY1" fmla="*/ 1544011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09577 w 2144451"/>
              <a:gd name="connsiteY1" fmla="*/ 1544011 h 1632181"/>
              <a:gd name="connsiteX2" fmla="*/ 1958662 w 2144451"/>
              <a:gd name="connsiteY2" fmla="*/ 734727 h 1632181"/>
              <a:gd name="connsiteX3" fmla="*/ 2144451 w 2144451"/>
              <a:gd name="connsiteY3" fmla="*/ 48987 h 1632181"/>
              <a:gd name="connsiteX4" fmla="*/ 21155 w 2144451"/>
              <a:gd name="connsiteY4" fmla="*/ 1632181 h 16321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4451" h="1632181">
                <a:moveTo>
                  <a:pt x="21155" y="1632181"/>
                </a:moveTo>
                <a:cubicBezTo>
                  <a:pt x="539474" y="1580588"/>
                  <a:pt x="389684" y="1644023"/>
                  <a:pt x="809577" y="1544011"/>
                </a:cubicBezTo>
                <a:cubicBezTo>
                  <a:pt x="652360" y="985519"/>
                  <a:pt x="1341497" y="475571"/>
                  <a:pt x="1958662" y="734727"/>
                </a:cubicBezTo>
                <a:lnTo>
                  <a:pt x="2144451" y="48987"/>
                </a:lnTo>
                <a:cubicBezTo>
                  <a:pt x="539200" y="-250180"/>
                  <a:pt x="-131569" y="888479"/>
                  <a:pt x="21155" y="1632181"/>
                </a:cubicBezTo>
                <a:close/>
              </a:path>
            </a:pathLst>
          </a:custGeom>
          <a:solidFill>
            <a:schemeClr val="accent3"/>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32" name="二等辺三角形 31"/>
          <p:cNvSpPr/>
          <p:nvPr/>
        </p:nvSpPr>
        <p:spPr bwMode="gray">
          <a:xfrm rot="17681054">
            <a:off x="6740447" y="2413248"/>
            <a:ext cx="1606568" cy="630954"/>
          </a:xfrm>
          <a:prstGeom prst="triangle">
            <a:avLst>
              <a:gd name="adj" fmla="val 50375"/>
            </a:avLst>
          </a:prstGeom>
          <a:solidFill>
            <a:schemeClr val="accent3"/>
          </a:solidFill>
          <a:ln w="12700" algn="ctr">
            <a:solidFill>
              <a:srgbClr val="BBBCBC"/>
            </a:solid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6" name="二等辺三角形 5"/>
          <p:cNvSpPr/>
          <p:nvPr/>
        </p:nvSpPr>
        <p:spPr bwMode="gray">
          <a:xfrm rot="10413705">
            <a:off x="5515345" y="4013112"/>
            <a:ext cx="1475153" cy="630954"/>
          </a:xfrm>
          <a:prstGeom prst="triangle">
            <a:avLst>
              <a:gd name="adj" fmla="val 50375"/>
            </a:avLst>
          </a:prstGeom>
          <a:solidFill>
            <a:schemeClr val="accent1"/>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29" name="二等辺三角形 28"/>
          <p:cNvSpPr/>
          <p:nvPr/>
        </p:nvSpPr>
        <p:spPr bwMode="gray">
          <a:xfrm rot="3131112">
            <a:off x="7535576" y="4328881"/>
            <a:ext cx="1435723" cy="630954"/>
          </a:xfrm>
          <a:prstGeom prst="triangle">
            <a:avLst>
              <a:gd name="adj" fmla="val 50375"/>
            </a:avLst>
          </a:prstGeom>
          <a:solidFill>
            <a:schemeClr val="accent6"/>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44" name="Text Box 16"/>
          <p:cNvSpPr txBox="1">
            <a:spLocks noChangeArrowheads="1"/>
          </p:cNvSpPr>
          <p:nvPr/>
        </p:nvSpPr>
        <p:spPr bwMode="gray">
          <a:xfrm flipH="1">
            <a:off x="7188018" y="4914960"/>
            <a:ext cx="405156" cy="330153"/>
          </a:xfrm>
          <a:prstGeom prst="rect">
            <a:avLst/>
          </a:prstGeom>
          <a:noFill/>
          <a:ln w="9525">
            <a:noFill/>
            <a:miter lim="800000"/>
            <a:headEnd/>
            <a:tailEnd/>
          </a:ln>
        </p:spPr>
        <p:txBody>
          <a:bodyPr wrap="none" lIns="72000" tIns="72000" rIns="72000" bIns="72000">
            <a:spAutoFit/>
          </a:bodyPr>
          <a:lstStyle/>
          <a:p>
            <a:pPr algn="ctr">
              <a:lnSpc>
                <a:spcPct val="100000"/>
              </a:lnSpc>
              <a:spcBef>
                <a:spcPct val="50000"/>
              </a:spcBef>
            </a:pPr>
            <a:r>
              <a:rPr lang="en-US" altLang="ja-JP" sz="1200" dirty="0">
                <a:solidFill>
                  <a:schemeClr val="bg1"/>
                </a:solidFill>
              </a:rPr>
              <a:t>......</a:t>
            </a:r>
          </a:p>
        </p:txBody>
      </p:sp>
      <p:sp>
        <p:nvSpPr>
          <p:cNvPr id="43" name="Text Box 15"/>
          <p:cNvSpPr txBox="1">
            <a:spLocks noChangeArrowheads="1"/>
          </p:cNvSpPr>
          <p:nvPr/>
        </p:nvSpPr>
        <p:spPr bwMode="gray">
          <a:xfrm rot="18249672" flipH="1">
            <a:off x="6340106" y="3140362"/>
            <a:ext cx="362051" cy="330607"/>
          </a:xfrm>
          <a:prstGeom prst="rect">
            <a:avLst/>
          </a:prstGeom>
          <a:noFill/>
          <a:ln w="9525">
            <a:noFill/>
            <a:miter lim="800000"/>
            <a:headEnd/>
            <a:tailEnd/>
          </a:ln>
        </p:spPr>
        <p:txBody>
          <a:bodyPr wrap="none" lIns="72000" tIns="72000" rIns="72000" bIns="72000">
            <a:spAutoFit/>
          </a:bodyPr>
          <a:lstStyle/>
          <a:p>
            <a:pPr algn="ctr">
              <a:lnSpc>
                <a:spcPct val="100000"/>
              </a:lnSpc>
              <a:spcBef>
                <a:spcPct val="50000"/>
              </a:spcBef>
            </a:pPr>
            <a:r>
              <a:rPr lang="en-US" altLang="ja-JP" sz="1200" dirty="0">
                <a:solidFill>
                  <a:schemeClr val="bg1"/>
                </a:solidFill>
              </a:rPr>
              <a:t>.....</a:t>
            </a:r>
          </a:p>
        </p:txBody>
      </p:sp>
      <p:sp>
        <p:nvSpPr>
          <p:cNvPr id="41" name="Text Box 13"/>
          <p:cNvSpPr txBox="1">
            <a:spLocks noChangeArrowheads="1"/>
          </p:cNvSpPr>
          <p:nvPr/>
        </p:nvSpPr>
        <p:spPr bwMode="gray">
          <a:xfrm rot="3359235" flipH="1">
            <a:off x="8181481" y="3102084"/>
            <a:ext cx="405115" cy="330607"/>
          </a:xfrm>
          <a:prstGeom prst="rect">
            <a:avLst/>
          </a:prstGeom>
          <a:noFill/>
          <a:ln w="9525">
            <a:noFill/>
            <a:miter lim="800000"/>
            <a:headEnd/>
            <a:tailEnd/>
          </a:ln>
        </p:spPr>
        <p:txBody>
          <a:bodyPr wrap="none" lIns="72000" tIns="72000" rIns="72000" bIns="72000">
            <a:spAutoFit/>
          </a:bodyPr>
          <a:lstStyle/>
          <a:p>
            <a:pPr algn="ctr">
              <a:lnSpc>
                <a:spcPct val="100000"/>
              </a:lnSpc>
              <a:spcBef>
                <a:spcPct val="50000"/>
              </a:spcBef>
            </a:pPr>
            <a:r>
              <a:rPr lang="en-US" altLang="ja-JP" sz="1200" dirty="0"/>
              <a:t>......</a:t>
            </a:r>
          </a:p>
        </p:txBody>
      </p:sp>
      <p:sp>
        <p:nvSpPr>
          <p:cNvPr id="39" name="正方形/長方形 1"/>
          <p:cNvSpPr/>
          <p:nvPr/>
        </p:nvSpPr>
        <p:spPr bwMode="gray">
          <a:xfrm flipH="1">
            <a:off x="1887840" y="2368840"/>
            <a:ext cx="2183397" cy="1707858"/>
          </a:xfrm>
          <a:custGeom>
            <a:avLst/>
            <a:gdLst>
              <a:gd name="connsiteX0" fmla="*/ 0 w 2366962"/>
              <a:gd name="connsiteY0" fmla="*/ 0 h 785812"/>
              <a:gd name="connsiteX1" fmla="*/ 2366962 w 2366962"/>
              <a:gd name="connsiteY1" fmla="*/ 0 h 785812"/>
              <a:gd name="connsiteX2" fmla="*/ 2366962 w 2366962"/>
              <a:gd name="connsiteY2" fmla="*/ 785812 h 785812"/>
              <a:gd name="connsiteX3" fmla="*/ 0 w 2366962"/>
              <a:gd name="connsiteY3" fmla="*/ 785812 h 785812"/>
              <a:gd name="connsiteX4" fmla="*/ 0 w 2366962"/>
              <a:gd name="connsiteY4" fmla="*/ 0 h 785812"/>
              <a:gd name="connsiteX0" fmla="*/ 0 w 2366962"/>
              <a:gd name="connsiteY0" fmla="*/ 90487 h 876299"/>
              <a:gd name="connsiteX1" fmla="*/ 2366962 w 2366962"/>
              <a:gd name="connsiteY1" fmla="*/ 0 h 876299"/>
              <a:gd name="connsiteX2" fmla="*/ 2366962 w 2366962"/>
              <a:gd name="connsiteY2" fmla="*/ 876299 h 876299"/>
              <a:gd name="connsiteX3" fmla="*/ 0 w 2366962"/>
              <a:gd name="connsiteY3" fmla="*/ 876299 h 876299"/>
              <a:gd name="connsiteX4" fmla="*/ 0 w 2366962"/>
              <a:gd name="connsiteY4" fmla="*/ 90487 h 876299"/>
              <a:gd name="connsiteX0" fmla="*/ 0 w 2366962"/>
              <a:gd name="connsiteY0" fmla="*/ 162676 h 948488"/>
              <a:gd name="connsiteX1" fmla="*/ 2366962 w 2366962"/>
              <a:gd name="connsiteY1" fmla="*/ 72189 h 948488"/>
              <a:gd name="connsiteX2" fmla="*/ 2366962 w 2366962"/>
              <a:gd name="connsiteY2" fmla="*/ 948488 h 948488"/>
              <a:gd name="connsiteX3" fmla="*/ 0 w 2366962"/>
              <a:gd name="connsiteY3" fmla="*/ 948488 h 948488"/>
              <a:gd name="connsiteX4" fmla="*/ 0 w 2366962"/>
              <a:gd name="connsiteY4" fmla="*/ 162676 h 948488"/>
              <a:gd name="connsiteX0" fmla="*/ 0 w 2366962"/>
              <a:gd name="connsiteY0" fmla="*/ 162676 h 1629525"/>
              <a:gd name="connsiteX1" fmla="*/ 2366962 w 2366962"/>
              <a:gd name="connsiteY1" fmla="*/ 72189 h 1629525"/>
              <a:gd name="connsiteX2" fmla="*/ 2366962 w 2366962"/>
              <a:gd name="connsiteY2" fmla="*/ 948488 h 1629525"/>
              <a:gd name="connsiteX3" fmla="*/ 957262 w 2366962"/>
              <a:gd name="connsiteY3" fmla="*/ 1629525 h 1629525"/>
              <a:gd name="connsiteX4" fmla="*/ 0 w 2366962"/>
              <a:gd name="connsiteY4" fmla="*/ 162676 h 1629525"/>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985837 w 2138362"/>
              <a:gd name="connsiteY3" fmla="*/ 266866 h 1667042"/>
              <a:gd name="connsiteX4" fmla="*/ 0 w 2138362"/>
              <a:gd name="connsiteY4" fmla="*/ 1667042 h 1667042"/>
              <a:gd name="connsiteX0" fmla="*/ 0 w 2138362"/>
              <a:gd name="connsiteY0" fmla="*/ 1400176 h 1400176"/>
              <a:gd name="connsiteX1" fmla="*/ 2024062 w 2138362"/>
              <a:gd name="connsiteY1" fmla="*/ 804864 h 1400176"/>
              <a:gd name="connsiteX2" fmla="*/ 2138362 w 2138362"/>
              <a:gd name="connsiteY2" fmla="*/ 623888 h 1400176"/>
              <a:gd name="connsiteX3" fmla="*/ 985837 w 2138362"/>
              <a:gd name="connsiteY3" fmla="*/ 0 h 1400176"/>
              <a:gd name="connsiteX4" fmla="*/ 0 w 2138362"/>
              <a:gd name="connsiteY4" fmla="*/ 1400176 h 14001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0 w 2185987"/>
              <a:gd name="connsiteY3" fmla="*/ 1628776 h 1628776"/>
              <a:gd name="connsiteX0" fmla="*/ 0 w 2185987"/>
              <a:gd name="connsiteY0" fmla="*/ 1720858 h 1720858"/>
              <a:gd name="connsiteX1" fmla="*/ 2024062 w 2185987"/>
              <a:gd name="connsiteY1" fmla="*/ 1125546 h 1720858"/>
              <a:gd name="connsiteX2" fmla="*/ 2185987 w 2185987"/>
              <a:gd name="connsiteY2" fmla="*/ 92082 h 1720858"/>
              <a:gd name="connsiteX3" fmla="*/ 0 w 2185987"/>
              <a:gd name="connsiteY3" fmla="*/ 1720858 h 1720858"/>
              <a:gd name="connsiteX0" fmla="*/ 0 w 2171700"/>
              <a:gd name="connsiteY0" fmla="*/ 1716280 h 1716280"/>
              <a:gd name="connsiteX1" fmla="*/ 2009775 w 2171700"/>
              <a:gd name="connsiteY1" fmla="*/ 1125731 h 1716280"/>
              <a:gd name="connsiteX2" fmla="*/ 2171700 w 2171700"/>
              <a:gd name="connsiteY2" fmla="*/ 92267 h 1716280"/>
              <a:gd name="connsiteX3" fmla="*/ 0 w 2171700"/>
              <a:gd name="connsiteY3" fmla="*/ 1716280 h 1716280"/>
              <a:gd name="connsiteX0" fmla="*/ 15291 w 2186991"/>
              <a:gd name="connsiteY0" fmla="*/ 1722098 h 1722098"/>
              <a:gd name="connsiteX1" fmla="*/ 2025066 w 2186991"/>
              <a:gd name="connsiteY1" fmla="*/ 1131549 h 1722098"/>
              <a:gd name="connsiteX2" fmla="*/ 2186991 w 2186991"/>
              <a:gd name="connsiteY2" fmla="*/ 98085 h 1722098"/>
              <a:gd name="connsiteX3" fmla="*/ 15291 w 2186991"/>
              <a:gd name="connsiteY3" fmla="*/ 1722098 h 1722098"/>
              <a:gd name="connsiteX0" fmla="*/ 14560 w 2186260"/>
              <a:gd name="connsiteY0" fmla="*/ 1691971 h 1691971"/>
              <a:gd name="connsiteX1" fmla="*/ 2024335 w 2186260"/>
              <a:gd name="connsiteY1" fmla="*/ 1101422 h 1691971"/>
              <a:gd name="connsiteX2" fmla="*/ 2186260 w 2186260"/>
              <a:gd name="connsiteY2" fmla="*/ 67958 h 1691971"/>
              <a:gd name="connsiteX3" fmla="*/ 14560 w 2186260"/>
              <a:gd name="connsiteY3" fmla="*/ 1691971 h 1691971"/>
              <a:gd name="connsiteX0" fmla="*/ 14147 w 2185847"/>
              <a:gd name="connsiteY0" fmla="*/ 1709932 h 1709932"/>
              <a:gd name="connsiteX1" fmla="*/ 2023922 w 2185847"/>
              <a:gd name="connsiteY1" fmla="*/ 1119383 h 1709932"/>
              <a:gd name="connsiteX2" fmla="*/ 2185847 w 2185847"/>
              <a:gd name="connsiteY2" fmla="*/ 85919 h 1709932"/>
              <a:gd name="connsiteX3" fmla="*/ 14147 w 2185847"/>
              <a:gd name="connsiteY3" fmla="*/ 1709932 h 1709932"/>
              <a:gd name="connsiteX0" fmla="*/ 12982 w 2184682"/>
              <a:gd name="connsiteY0" fmla="*/ 1712151 h 1712151"/>
              <a:gd name="connsiteX1" fmla="*/ 2022757 w 2184682"/>
              <a:gd name="connsiteY1" fmla="*/ 1121602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2027519 w 2184682"/>
              <a:gd name="connsiteY1" fmla="*/ 9215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94181 w 2184682"/>
              <a:gd name="connsiteY1" fmla="*/ 7691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66181 w 2237881"/>
              <a:gd name="connsiteY0" fmla="*/ 1712151 h 1774275"/>
              <a:gd name="connsiteX1" fmla="*/ 690067 w 2237881"/>
              <a:gd name="connsiteY1" fmla="*/ 1378778 h 1774275"/>
              <a:gd name="connsiteX2" fmla="*/ 2014042 w 2237881"/>
              <a:gd name="connsiteY2" fmla="*/ 826327 h 1774275"/>
              <a:gd name="connsiteX3" fmla="*/ 2237881 w 2237881"/>
              <a:gd name="connsiteY3" fmla="*/ 88138 h 1774275"/>
              <a:gd name="connsiteX4" fmla="*/ 66181 w 2237881"/>
              <a:gd name="connsiteY4" fmla="*/ 1712151 h 1774275"/>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731 w 2184431"/>
              <a:gd name="connsiteY0" fmla="*/ 1705470 h 1705470"/>
              <a:gd name="connsiteX1" fmla="*/ 722342 w 2184431"/>
              <a:gd name="connsiteY1" fmla="*/ 1600697 h 1705470"/>
              <a:gd name="connsiteX2" fmla="*/ 1960592 w 2184431"/>
              <a:gd name="connsiteY2" fmla="*/ 819646 h 1705470"/>
              <a:gd name="connsiteX3" fmla="*/ 2184431 w 2184431"/>
              <a:gd name="connsiteY3" fmla="*/ 81457 h 1705470"/>
              <a:gd name="connsiteX4" fmla="*/ 12731 w 2184431"/>
              <a:gd name="connsiteY4" fmla="*/ 1705470 h 1705470"/>
              <a:gd name="connsiteX0" fmla="*/ 12026 w 2183726"/>
              <a:gd name="connsiteY0" fmla="*/ 1712151 h 1712151"/>
              <a:gd name="connsiteX1" fmla="*/ 721637 w 2183726"/>
              <a:gd name="connsiteY1" fmla="*/ 1607378 h 1712151"/>
              <a:gd name="connsiteX2" fmla="*/ 1959887 w 2183726"/>
              <a:gd name="connsiteY2" fmla="*/ 826327 h 1712151"/>
              <a:gd name="connsiteX3" fmla="*/ 2183726 w 2183726"/>
              <a:gd name="connsiteY3" fmla="*/ 88138 h 1712151"/>
              <a:gd name="connsiteX4" fmla="*/ 12026 w 2183726"/>
              <a:gd name="connsiteY4" fmla="*/ 1712151 h 1712151"/>
              <a:gd name="connsiteX0" fmla="*/ 11487 w 2183187"/>
              <a:gd name="connsiteY0" fmla="*/ 1701534 h 1701534"/>
              <a:gd name="connsiteX1" fmla="*/ 721098 w 2183187"/>
              <a:gd name="connsiteY1" fmla="*/ 1596761 h 1701534"/>
              <a:gd name="connsiteX2" fmla="*/ 1959348 w 2183187"/>
              <a:gd name="connsiteY2" fmla="*/ 815710 h 1701534"/>
              <a:gd name="connsiteX3" fmla="*/ 2183187 w 2183187"/>
              <a:gd name="connsiteY3" fmla="*/ 77521 h 1701534"/>
              <a:gd name="connsiteX4" fmla="*/ 11487 w 2183187"/>
              <a:gd name="connsiteY4" fmla="*/ 1701534 h 1701534"/>
              <a:gd name="connsiteX0" fmla="*/ 11697 w 2183397"/>
              <a:gd name="connsiteY0" fmla="*/ 1705469 h 1705469"/>
              <a:gd name="connsiteX1" fmla="*/ 721308 w 2183397"/>
              <a:gd name="connsiteY1" fmla="*/ 1600696 h 1705469"/>
              <a:gd name="connsiteX2" fmla="*/ 1959558 w 2183397"/>
              <a:gd name="connsiteY2" fmla="*/ 819645 h 1705469"/>
              <a:gd name="connsiteX3" fmla="*/ 2183397 w 2183397"/>
              <a:gd name="connsiteY3" fmla="*/ 81456 h 1705469"/>
              <a:gd name="connsiteX4" fmla="*/ 11697 w 2183397"/>
              <a:gd name="connsiteY4" fmla="*/ 1705469 h 1705469"/>
              <a:gd name="connsiteX0" fmla="*/ 11697 w 2183397"/>
              <a:gd name="connsiteY0" fmla="*/ 1707858 h 1707858"/>
              <a:gd name="connsiteX1" fmla="*/ 721308 w 2183397"/>
              <a:gd name="connsiteY1" fmla="*/ 1603085 h 1707858"/>
              <a:gd name="connsiteX2" fmla="*/ 1959558 w 2183397"/>
              <a:gd name="connsiteY2" fmla="*/ 822034 h 1707858"/>
              <a:gd name="connsiteX3" fmla="*/ 2183397 w 2183397"/>
              <a:gd name="connsiteY3" fmla="*/ 83845 h 1707858"/>
              <a:gd name="connsiteX4" fmla="*/ 11697 w 2183397"/>
              <a:gd name="connsiteY4" fmla="*/ 1707858 h 1707858"/>
              <a:gd name="connsiteX0" fmla="*/ 11697 w 2183397"/>
              <a:gd name="connsiteY0" fmla="*/ 1707858 h 1707858"/>
              <a:gd name="connsiteX1" fmla="*/ 721308 w 2183397"/>
              <a:gd name="connsiteY1" fmla="*/ 1603085 h 1707858"/>
              <a:gd name="connsiteX2" fmla="*/ 1959558 w 2183397"/>
              <a:gd name="connsiteY2" fmla="*/ 822034 h 1707858"/>
              <a:gd name="connsiteX3" fmla="*/ 2183397 w 2183397"/>
              <a:gd name="connsiteY3" fmla="*/ 83845 h 1707858"/>
              <a:gd name="connsiteX4" fmla="*/ 11697 w 2183397"/>
              <a:gd name="connsiteY4" fmla="*/ 1707858 h 1707858"/>
              <a:gd name="connsiteX0" fmla="*/ 11697 w 2183397"/>
              <a:gd name="connsiteY0" fmla="*/ 1707858 h 1707858"/>
              <a:gd name="connsiteX1" fmla="*/ 721308 w 2183397"/>
              <a:gd name="connsiteY1" fmla="*/ 1603085 h 1707858"/>
              <a:gd name="connsiteX2" fmla="*/ 1959558 w 2183397"/>
              <a:gd name="connsiteY2" fmla="*/ 822034 h 1707858"/>
              <a:gd name="connsiteX3" fmla="*/ 2183397 w 2183397"/>
              <a:gd name="connsiteY3" fmla="*/ 83845 h 1707858"/>
              <a:gd name="connsiteX4" fmla="*/ 11697 w 2183397"/>
              <a:gd name="connsiteY4" fmla="*/ 1707858 h 17078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3397" h="1707858">
                <a:moveTo>
                  <a:pt x="11697" y="1707858"/>
                </a:moveTo>
                <a:cubicBezTo>
                  <a:pt x="530016" y="1656265"/>
                  <a:pt x="301415" y="1703097"/>
                  <a:pt x="721308" y="1603085"/>
                </a:cubicBezTo>
                <a:cubicBezTo>
                  <a:pt x="669713" y="1031585"/>
                  <a:pt x="1239627" y="489452"/>
                  <a:pt x="1959558" y="822034"/>
                </a:cubicBezTo>
                <a:lnTo>
                  <a:pt x="2183397" y="83845"/>
                </a:lnTo>
                <a:cubicBezTo>
                  <a:pt x="245852" y="-388437"/>
                  <a:pt x="-70854" y="1268915"/>
                  <a:pt x="11697" y="1707858"/>
                </a:cubicBezTo>
                <a:close/>
              </a:path>
            </a:pathLst>
          </a:custGeom>
          <a:solidFill>
            <a:schemeClr val="accent1"/>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40" name="正方形/長方形 1"/>
          <p:cNvSpPr/>
          <p:nvPr/>
        </p:nvSpPr>
        <p:spPr bwMode="gray">
          <a:xfrm rot="7119495" flipH="1">
            <a:off x="1843815" y="3801164"/>
            <a:ext cx="2079187" cy="1717687"/>
          </a:xfrm>
          <a:custGeom>
            <a:avLst/>
            <a:gdLst>
              <a:gd name="connsiteX0" fmla="*/ 0 w 2366962"/>
              <a:gd name="connsiteY0" fmla="*/ 0 h 785812"/>
              <a:gd name="connsiteX1" fmla="*/ 2366962 w 2366962"/>
              <a:gd name="connsiteY1" fmla="*/ 0 h 785812"/>
              <a:gd name="connsiteX2" fmla="*/ 2366962 w 2366962"/>
              <a:gd name="connsiteY2" fmla="*/ 785812 h 785812"/>
              <a:gd name="connsiteX3" fmla="*/ 0 w 2366962"/>
              <a:gd name="connsiteY3" fmla="*/ 785812 h 785812"/>
              <a:gd name="connsiteX4" fmla="*/ 0 w 2366962"/>
              <a:gd name="connsiteY4" fmla="*/ 0 h 785812"/>
              <a:gd name="connsiteX0" fmla="*/ 0 w 2366962"/>
              <a:gd name="connsiteY0" fmla="*/ 90487 h 876299"/>
              <a:gd name="connsiteX1" fmla="*/ 2366962 w 2366962"/>
              <a:gd name="connsiteY1" fmla="*/ 0 h 876299"/>
              <a:gd name="connsiteX2" fmla="*/ 2366962 w 2366962"/>
              <a:gd name="connsiteY2" fmla="*/ 876299 h 876299"/>
              <a:gd name="connsiteX3" fmla="*/ 0 w 2366962"/>
              <a:gd name="connsiteY3" fmla="*/ 876299 h 876299"/>
              <a:gd name="connsiteX4" fmla="*/ 0 w 2366962"/>
              <a:gd name="connsiteY4" fmla="*/ 90487 h 876299"/>
              <a:gd name="connsiteX0" fmla="*/ 0 w 2366962"/>
              <a:gd name="connsiteY0" fmla="*/ 162676 h 948488"/>
              <a:gd name="connsiteX1" fmla="*/ 2366962 w 2366962"/>
              <a:gd name="connsiteY1" fmla="*/ 72189 h 948488"/>
              <a:gd name="connsiteX2" fmla="*/ 2366962 w 2366962"/>
              <a:gd name="connsiteY2" fmla="*/ 948488 h 948488"/>
              <a:gd name="connsiteX3" fmla="*/ 0 w 2366962"/>
              <a:gd name="connsiteY3" fmla="*/ 948488 h 948488"/>
              <a:gd name="connsiteX4" fmla="*/ 0 w 2366962"/>
              <a:gd name="connsiteY4" fmla="*/ 162676 h 948488"/>
              <a:gd name="connsiteX0" fmla="*/ 0 w 2366962"/>
              <a:gd name="connsiteY0" fmla="*/ 162676 h 1629525"/>
              <a:gd name="connsiteX1" fmla="*/ 2366962 w 2366962"/>
              <a:gd name="connsiteY1" fmla="*/ 72189 h 1629525"/>
              <a:gd name="connsiteX2" fmla="*/ 2366962 w 2366962"/>
              <a:gd name="connsiteY2" fmla="*/ 948488 h 1629525"/>
              <a:gd name="connsiteX3" fmla="*/ 957262 w 2366962"/>
              <a:gd name="connsiteY3" fmla="*/ 1629525 h 1629525"/>
              <a:gd name="connsiteX4" fmla="*/ 0 w 2366962"/>
              <a:gd name="connsiteY4" fmla="*/ 162676 h 1629525"/>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985837 w 2138362"/>
              <a:gd name="connsiteY3" fmla="*/ 266866 h 1667042"/>
              <a:gd name="connsiteX4" fmla="*/ 0 w 2138362"/>
              <a:gd name="connsiteY4" fmla="*/ 1667042 h 1667042"/>
              <a:gd name="connsiteX0" fmla="*/ 0 w 2138362"/>
              <a:gd name="connsiteY0" fmla="*/ 1400176 h 1400176"/>
              <a:gd name="connsiteX1" fmla="*/ 2024062 w 2138362"/>
              <a:gd name="connsiteY1" fmla="*/ 804864 h 1400176"/>
              <a:gd name="connsiteX2" fmla="*/ 2138362 w 2138362"/>
              <a:gd name="connsiteY2" fmla="*/ 623888 h 1400176"/>
              <a:gd name="connsiteX3" fmla="*/ 985837 w 2138362"/>
              <a:gd name="connsiteY3" fmla="*/ 0 h 1400176"/>
              <a:gd name="connsiteX4" fmla="*/ 0 w 2138362"/>
              <a:gd name="connsiteY4" fmla="*/ 1400176 h 14001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0 w 2185987"/>
              <a:gd name="connsiteY3" fmla="*/ 1628776 h 1628776"/>
              <a:gd name="connsiteX0" fmla="*/ 0 w 2185987"/>
              <a:gd name="connsiteY0" fmla="*/ 1720858 h 1720858"/>
              <a:gd name="connsiteX1" fmla="*/ 2024062 w 2185987"/>
              <a:gd name="connsiteY1" fmla="*/ 1125546 h 1720858"/>
              <a:gd name="connsiteX2" fmla="*/ 2185987 w 2185987"/>
              <a:gd name="connsiteY2" fmla="*/ 92082 h 1720858"/>
              <a:gd name="connsiteX3" fmla="*/ 0 w 2185987"/>
              <a:gd name="connsiteY3" fmla="*/ 1720858 h 1720858"/>
              <a:gd name="connsiteX0" fmla="*/ 0 w 2171700"/>
              <a:gd name="connsiteY0" fmla="*/ 1716280 h 1716280"/>
              <a:gd name="connsiteX1" fmla="*/ 2009775 w 2171700"/>
              <a:gd name="connsiteY1" fmla="*/ 1125731 h 1716280"/>
              <a:gd name="connsiteX2" fmla="*/ 2171700 w 2171700"/>
              <a:gd name="connsiteY2" fmla="*/ 92267 h 1716280"/>
              <a:gd name="connsiteX3" fmla="*/ 0 w 2171700"/>
              <a:gd name="connsiteY3" fmla="*/ 1716280 h 1716280"/>
              <a:gd name="connsiteX0" fmla="*/ 15291 w 2186991"/>
              <a:gd name="connsiteY0" fmla="*/ 1722098 h 1722098"/>
              <a:gd name="connsiteX1" fmla="*/ 2025066 w 2186991"/>
              <a:gd name="connsiteY1" fmla="*/ 1131549 h 1722098"/>
              <a:gd name="connsiteX2" fmla="*/ 2186991 w 2186991"/>
              <a:gd name="connsiteY2" fmla="*/ 98085 h 1722098"/>
              <a:gd name="connsiteX3" fmla="*/ 15291 w 2186991"/>
              <a:gd name="connsiteY3" fmla="*/ 1722098 h 1722098"/>
              <a:gd name="connsiteX0" fmla="*/ 14560 w 2186260"/>
              <a:gd name="connsiteY0" fmla="*/ 1691971 h 1691971"/>
              <a:gd name="connsiteX1" fmla="*/ 2024335 w 2186260"/>
              <a:gd name="connsiteY1" fmla="*/ 1101422 h 1691971"/>
              <a:gd name="connsiteX2" fmla="*/ 2186260 w 2186260"/>
              <a:gd name="connsiteY2" fmla="*/ 67958 h 1691971"/>
              <a:gd name="connsiteX3" fmla="*/ 14560 w 2186260"/>
              <a:gd name="connsiteY3" fmla="*/ 1691971 h 1691971"/>
              <a:gd name="connsiteX0" fmla="*/ 14147 w 2185847"/>
              <a:gd name="connsiteY0" fmla="*/ 1709932 h 1709932"/>
              <a:gd name="connsiteX1" fmla="*/ 2023922 w 2185847"/>
              <a:gd name="connsiteY1" fmla="*/ 1119383 h 1709932"/>
              <a:gd name="connsiteX2" fmla="*/ 2185847 w 2185847"/>
              <a:gd name="connsiteY2" fmla="*/ 85919 h 1709932"/>
              <a:gd name="connsiteX3" fmla="*/ 14147 w 2185847"/>
              <a:gd name="connsiteY3" fmla="*/ 1709932 h 1709932"/>
              <a:gd name="connsiteX0" fmla="*/ 12982 w 2184682"/>
              <a:gd name="connsiteY0" fmla="*/ 1712151 h 1712151"/>
              <a:gd name="connsiteX1" fmla="*/ 2022757 w 2184682"/>
              <a:gd name="connsiteY1" fmla="*/ 1121602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2027519 w 2184682"/>
              <a:gd name="connsiteY1" fmla="*/ 9215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94181 w 2184682"/>
              <a:gd name="connsiteY1" fmla="*/ 7691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66181 w 2237881"/>
              <a:gd name="connsiteY0" fmla="*/ 1712151 h 1774275"/>
              <a:gd name="connsiteX1" fmla="*/ 690067 w 2237881"/>
              <a:gd name="connsiteY1" fmla="*/ 1378778 h 1774275"/>
              <a:gd name="connsiteX2" fmla="*/ 2014042 w 2237881"/>
              <a:gd name="connsiteY2" fmla="*/ 826327 h 1774275"/>
              <a:gd name="connsiteX3" fmla="*/ 2237881 w 2237881"/>
              <a:gd name="connsiteY3" fmla="*/ 88138 h 1774275"/>
              <a:gd name="connsiteX4" fmla="*/ 66181 w 2237881"/>
              <a:gd name="connsiteY4" fmla="*/ 1712151 h 1774275"/>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51470 w 2184682"/>
              <a:gd name="connsiteY2" fmla="*/ 772728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51470 w 2184682"/>
              <a:gd name="connsiteY2" fmla="*/ 772728 h 1712151"/>
              <a:gd name="connsiteX3" fmla="*/ 2184682 w 2184682"/>
              <a:gd name="connsiteY3" fmla="*/ 88138 h 1712151"/>
              <a:gd name="connsiteX4" fmla="*/ 12982 w 2184682"/>
              <a:gd name="connsiteY4" fmla="*/ 1712151 h 1712151"/>
              <a:gd name="connsiteX0" fmla="*/ 12298 w 2209819"/>
              <a:gd name="connsiteY0" fmla="*/ 1725614 h 1725614"/>
              <a:gd name="connsiteX1" fmla="*/ 747730 w 2209819"/>
              <a:gd name="connsiteY1" fmla="*/ 1606798 h 1725614"/>
              <a:gd name="connsiteX2" fmla="*/ 1976607 w 2209819"/>
              <a:gd name="connsiteY2" fmla="*/ 772148 h 1725614"/>
              <a:gd name="connsiteX3" fmla="*/ 2209819 w 2209819"/>
              <a:gd name="connsiteY3" fmla="*/ 87558 h 1725614"/>
              <a:gd name="connsiteX4" fmla="*/ 12298 w 2209819"/>
              <a:gd name="connsiteY4" fmla="*/ 1725614 h 1725614"/>
              <a:gd name="connsiteX0" fmla="*/ 8773 w 2206294"/>
              <a:gd name="connsiteY0" fmla="*/ 1721057 h 1721057"/>
              <a:gd name="connsiteX1" fmla="*/ 744205 w 2206294"/>
              <a:gd name="connsiteY1" fmla="*/ 1602241 h 1721057"/>
              <a:gd name="connsiteX2" fmla="*/ 1973082 w 2206294"/>
              <a:gd name="connsiteY2" fmla="*/ 767591 h 1721057"/>
              <a:gd name="connsiteX3" fmla="*/ 2206294 w 2206294"/>
              <a:gd name="connsiteY3" fmla="*/ 83001 h 1721057"/>
              <a:gd name="connsiteX4" fmla="*/ 8773 w 2206294"/>
              <a:gd name="connsiteY4" fmla="*/ 1721057 h 1721057"/>
              <a:gd name="connsiteX0" fmla="*/ 35139 w 2232660"/>
              <a:gd name="connsiteY0" fmla="*/ 1722485 h 1722485"/>
              <a:gd name="connsiteX1" fmla="*/ 770571 w 2232660"/>
              <a:gd name="connsiteY1" fmla="*/ 1603669 h 1722485"/>
              <a:gd name="connsiteX2" fmla="*/ 1999448 w 2232660"/>
              <a:gd name="connsiteY2" fmla="*/ 769019 h 1722485"/>
              <a:gd name="connsiteX3" fmla="*/ 2232660 w 2232660"/>
              <a:gd name="connsiteY3" fmla="*/ 84429 h 1722485"/>
              <a:gd name="connsiteX4" fmla="*/ 35139 w 2232660"/>
              <a:gd name="connsiteY4" fmla="*/ 1722485 h 1722485"/>
              <a:gd name="connsiteX0" fmla="*/ 31236 w 2228757"/>
              <a:gd name="connsiteY0" fmla="*/ 1681180 h 1681180"/>
              <a:gd name="connsiteX1" fmla="*/ 766668 w 2228757"/>
              <a:gd name="connsiteY1" fmla="*/ 1562364 h 1681180"/>
              <a:gd name="connsiteX2" fmla="*/ 1995545 w 2228757"/>
              <a:gd name="connsiteY2" fmla="*/ 727714 h 1681180"/>
              <a:gd name="connsiteX3" fmla="*/ 2228757 w 2228757"/>
              <a:gd name="connsiteY3" fmla="*/ 43124 h 1681180"/>
              <a:gd name="connsiteX4" fmla="*/ 31236 w 2228757"/>
              <a:gd name="connsiteY4" fmla="*/ 1681180 h 1681180"/>
              <a:gd name="connsiteX0" fmla="*/ 32021 w 2229542"/>
              <a:gd name="connsiteY0" fmla="*/ 1717191 h 1717191"/>
              <a:gd name="connsiteX1" fmla="*/ 767453 w 2229542"/>
              <a:gd name="connsiteY1" fmla="*/ 1598375 h 1717191"/>
              <a:gd name="connsiteX2" fmla="*/ 1996330 w 2229542"/>
              <a:gd name="connsiteY2" fmla="*/ 763725 h 1717191"/>
              <a:gd name="connsiteX3" fmla="*/ 2229542 w 2229542"/>
              <a:gd name="connsiteY3" fmla="*/ 79135 h 1717191"/>
              <a:gd name="connsiteX4" fmla="*/ 32021 w 2229542"/>
              <a:gd name="connsiteY4" fmla="*/ 1717191 h 1717191"/>
              <a:gd name="connsiteX0" fmla="*/ 43500 w 2241021"/>
              <a:gd name="connsiteY0" fmla="*/ 1717687 h 1717687"/>
              <a:gd name="connsiteX1" fmla="*/ 778932 w 2241021"/>
              <a:gd name="connsiteY1" fmla="*/ 1598871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 name="connsiteX0" fmla="*/ 43500 w 2241021"/>
              <a:gd name="connsiteY0" fmla="*/ 1717687 h 1717687"/>
              <a:gd name="connsiteX1" fmla="*/ 797370 w 2241021"/>
              <a:gd name="connsiteY1" fmla="*/ 1597365 h 1717687"/>
              <a:gd name="connsiteX2" fmla="*/ 2007809 w 2241021"/>
              <a:gd name="connsiteY2" fmla="*/ 764221 h 1717687"/>
              <a:gd name="connsiteX3" fmla="*/ 2241021 w 2241021"/>
              <a:gd name="connsiteY3" fmla="*/ 79631 h 1717687"/>
              <a:gd name="connsiteX4" fmla="*/ 43500 w 2241021"/>
              <a:gd name="connsiteY4" fmla="*/ 1717687 h 17176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1021" h="1717687">
                <a:moveTo>
                  <a:pt x="43500" y="1717687"/>
                </a:moveTo>
                <a:cubicBezTo>
                  <a:pt x="561819" y="1666094"/>
                  <a:pt x="377477" y="1697377"/>
                  <a:pt x="797370" y="1597365"/>
                </a:cubicBezTo>
                <a:cubicBezTo>
                  <a:pt x="706439" y="1033056"/>
                  <a:pt x="1272334" y="504724"/>
                  <a:pt x="2007809" y="764221"/>
                </a:cubicBezTo>
                <a:lnTo>
                  <a:pt x="2241021" y="79631"/>
                </a:lnTo>
                <a:cubicBezTo>
                  <a:pt x="321538" y="-397024"/>
                  <a:pt x="-161195" y="1408980"/>
                  <a:pt x="43500" y="1717687"/>
                </a:cubicBezTo>
                <a:close/>
              </a:path>
            </a:pathLst>
          </a:custGeom>
          <a:solidFill>
            <a:schemeClr val="accent6"/>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52" name="正方形/長方形 1"/>
          <p:cNvSpPr/>
          <p:nvPr/>
        </p:nvSpPr>
        <p:spPr bwMode="gray">
          <a:xfrm rot="14279295" flipH="1">
            <a:off x="635956" y="2914190"/>
            <a:ext cx="2101100" cy="1775331"/>
          </a:xfrm>
          <a:custGeom>
            <a:avLst/>
            <a:gdLst>
              <a:gd name="connsiteX0" fmla="*/ 0 w 2366962"/>
              <a:gd name="connsiteY0" fmla="*/ 0 h 785812"/>
              <a:gd name="connsiteX1" fmla="*/ 2366962 w 2366962"/>
              <a:gd name="connsiteY1" fmla="*/ 0 h 785812"/>
              <a:gd name="connsiteX2" fmla="*/ 2366962 w 2366962"/>
              <a:gd name="connsiteY2" fmla="*/ 785812 h 785812"/>
              <a:gd name="connsiteX3" fmla="*/ 0 w 2366962"/>
              <a:gd name="connsiteY3" fmla="*/ 785812 h 785812"/>
              <a:gd name="connsiteX4" fmla="*/ 0 w 2366962"/>
              <a:gd name="connsiteY4" fmla="*/ 0 h 785812"/>
              <a:gd name="connsiteX0" fmla="*/ 0 w 2366962"/>
              <a:gd name="connsiteY0" fmla="*/ 90487 h 876299"/>
              <a:gd name="connsiteX1" fmla="*/ 2366962 w 2366962"/>
              <a:gd name="connsiteY1" fmla="*/ 0 h 876299"/>
              <a:gd name="connsiteX2" fmla="*/ 2366962 w 2366962"/>
              <a:gd name="connsiteY2" fmla="*/ 876299 h 876299"/>
              <a:gd name="connsiteX3" fmla="*/ 0 w 2366962"/>
              <a:gd name="connsiteY3" fmla="*/ 876299 h 876299"/>
              <a:gd name="connsiteX4" fmla="*/ 0 w 2366962"/>
              <a:gd name="connsiteY4" fmla="*/ 90487 h 876299"/>
              <a:gd name="connsiteX0" fmla="*/ 0 w 2366962"/>
              <a:gd name="connsiteY0" fmla="*/ 162676 h 948488"/>
              <a:gd name="connsiteX1" fmla="*/ 2366962 w 2366962"/>
              <a:gd name="connsiteY1" fmla="*/ 72189 h 948488"/>
              <a:gd name="connsiteX2" fmla="*/ 2366962 w 2366962"/>
              <a:gd name="connsiteY2" fmla="*/ 948488 h 948488"/>
              <a:gd name="connsiteX3" fmla="*/ 0 w 2366962"/>
              <a:gd name="connsiteY3" fmla="*/ 948488 h 948488"/>
              <a:gd name="connsiteX4" fmla="*/ 0 w 2366962"/>
              <a:gd name="connsiteY4" fmla="*/ 162676 h 948488"/>
              <a:gd name="connsiteX0" fmla="*/ 0 w 2366962"/>
              <a:gd name="connsiteY0" fmla="*/ 162676 h 1629525"/>
              <a:gd name="connsiteX1" fmla="*/ 2366962 w 2366962"/>
              <a:gd name="connsiteY1" fmla="*/ 72189 h 1629525"/>
              <a:gd name="connsiteX2" fmla="*/ 2366962 w 2366962"/>
              <a:gd name="connsiteY2" fmla="*/ 948488 h 1629525"/>
              <a:gd name="connsiteX3" fmla="*/ 957262 w 2366962"/>
              <a:gd name="connsiteY3" fmla="*/ 1629525 h 1629525"/>
              <a:gd name="connsiteX4" fmla="*/ 0 w 2366962"/>
              <a:gd name="connsiteY4" fmla="*/ 162676 h 1629525"/>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728662 w 2138362"/>
              <a:gd name="connsiteY3" fmla="*/ 1571791 h 1667042"/>
              <a:gd name="connsiteX4" fmla="*/ 0 w 2138362"/>
              <a:gd name="connsiteY4" fmla="*/ 1667042 h 1667042"/>
              <a:gd name="connsiteX0" fmla="*/ 0 w 2138362"/>
              <a:gd name="connsiteY0" fmla="*/ 1667042 h 1667042"/>
              <a:gd name="connsiteX1" fmla="*/ 2138362 w 2138362"/>
              <a:gd name="connsiteY1" fmla="*/ 14455 h 1667042"/>
              <a:gd name="connsiteX2" fmla="*/ 2138362 w 2138362"/>
              <a:gd name="connsiteY2" fmla="*/ 890754 h 1667042"/>
              <a:gd name="connsiteX3" fmla="*/ 985837 w 2138362"/>
              <a:gd name="connsiteY3" fmla="*/ 266866 h 1667042"/>
              <a:gd name="connsiteX4" fmla="*/ 0 w 2138362"/>
              <a:gd name="connsiteY4" fmla="*/ 1667042 h 1667042"/>
              <a:gd name="connsiteX0" fmla="*/ 0 w 2138362"/>
              <a:gd name="connsiteY0" fmla="*/ 1400176 h 1400176"/>
              <a:gd name="connsiteX1" fmla="*/ 2024062 w 2138362"/>
              <a:gd name="connsiteY1" fmla="*/ 804864 h 1400176"/>
              <a:gd name="connsiteX2" fmla="*/ 2138362 w 2138362"/>
              <a:gd name="connsiteY2" fmla="*/ 623888 h 1400176"/>
              <a:gd name="connsiteX3" fmla="*/ 985837 w 2138362"/>
              <a:gd name="connsiteY3" fmla="*/ 0 h 1400176"/>
              <a:gd name="connsiteX4" fmla="*/ 0 w 2138362"/>
              <a:gd name="connsiteY4" fmla="*/ 1400176 h 14001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985837 w 2185987"/>
              <a:gd name="connsiteY3" fmla="*/ 228600 h 1628776"/>
              <a:gd name="connsiteX4" fmla="*/ 0 w 2185987"/>
              <a:gd name="connsiteY4" fmla="*/ 1628776 h 1628776"/>
              <a:gd name="connsiteX0" fmla="*/ 0 w 2185987"/>
              <a:gd name="connsiteY0" fmla="*/ 1628776 h 1628776"/>
              <a:gd name="connsiteX1" fmla="*/ 2024062 w 2185987"/>
              <a:gd name="connsiteY1" fmla="*/ 1033464 h 1628776"/>
              <a:gd name="connsiteX2" fmla="*/ 2185987 w 2185987"/>
              <a:gd name="connsiteY2" fmla="*/ 0 h 1628776"/>
              <a:gd name="connsiteX3" fmla="*/ 0 w 2185987"/>
              <a:gd name="connsiteY3" fmla="*/ 1628776 h 1628776"/>
              <a:gd name="connsiteX0" fmla="*/ 0 w 2185987"/>
              <a:gd name="connsiteY0" fmla="*/ 1720858 h 1720858"/>
              <a:gd name="connsiteX1" fmla="*/ 2024062 w 2185987"/>
              <a:gd name="connsiteY1" fmla="*/ 1125546 h 1720858"/>
              <a:gd name="connsiteX2" fmla="*/ 2185987 w 2185987"/>
              <a:gd name="connsiteY2" fmla="*/ 92082 h 1720858"/>
              <a:gd name="connsiteX3" fmla="*/ 0 w 2185987"/>
              <a:gd name="connsiteY3" fmla="*/ 1720858 h 1720858"/>
              <a:gd name="connsiteX0" fmla="*/ 0 w 2171700"/>
              <a:gd name="connsiteY0" fmla="*/ 1716280 h 1716280"/>
              <a:gd name="connsiteX1" fmla="*/ 2009775 w 2171700"/>
              <a:gd name="connsiteY1" fmla="*/ 1125731 h 1716280"/>
              <a:gd name="connsiteX2" fmla="*/ 2171700 w 2171700"/>
              <a:gd name="connsiteY2" fmla="*/ 92267 h 1716280"/>
              <a:gd name="connsiteX3" fmla="*/ 0 w 2171700"/>
              <a:gd name="connsiteY3" fmla="*/ 1716280 h 1716280"/>
              <a:gd name="connsiteX0" fmla="*/ 15291 w 2186991"/>
              <a:gd name="connsiteY0" fmla="*/ 1722098 h 1722098"/>
              <a:gd name="connsiteX1" fmla="*/ 2025066 w 2186991"/>
              <a:gd name="connsiteY1" fmla="*/ 1131549 h 1722098"/>
              <a:gd name="connsiteX2" fmla="*/ 2186991 w 2186991"/>
              <a:gd name="connsiteY2" fmla="*/ 98085 h 1722098"/>
              <a:gd name="connsiteX3" fmla="*/ 15291 w 2186991"/>
              <a:gd name="connsiteY3" fmla="*/ 1722098 h 1722098"/>
              <a:gd name="connsiteX0" fmla="*/ 14560 w 2186260"/>
              <a:gd name="connsiteY0" fmla="*/ 1691971 h 1691971"/>
              <a:gd name="connsiteX1" fmla="*/ 2024335 w 2186260"/>
              <a:gd name="connsiteY1" fmla="*/ 1101422 h 1691971"/>
              <a:gd name="connsiteX2" fmla="*/ 2186260 w 2186260"/>
              <a:gd name="connsiteY2" fmla="*/ 67958 h 1691971"/>
              <a:gd name="connsiteX3" fmla="*/ 14560 w 2186260"/>
              <a:gd name="connsiteY3" fmla="*/ 1691971 h 1691971"/>
              <a:gd name="connsiteX0" fmla="*/ 14147 w 2185847"/>
              <a:gd name="connsiteY0" fmla="*/ 1709932 h 1709932"/>
              <a:gd name="connsiteX1" fmla="*/ 2023922 w 2185847"/>
              <a:gd name="connsiteY1" fmla="*/ 1119383 h 1709932"/>
              <a:gd name="connsiteX2" fmla="*/ 2185847 w 2185847"/>
              <a:gd name="connsiteY2" fmla="*/ 85919 h 1709932"/>
              <a:gd name="connsiteX3" fmla="*/ 14147 w 2185847"/>
              <a:gd name="connsiteY3" fmla="*/ 1709932 h 1709932"/>
              <a:gd name="connsiteX0" fmla="*/ 12982 w 2184682"/>
              <a:gd name="connsiteY0" fmla="*/ 1712151 h 1712151"/>
              <a:gd name="connsiteX1" fmla="*/ 2022757 w 2184682"/>
              <a:gd name="connsiteY1" fmla="*/ 1121602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2027519 w 2184682"/>
              <a:gd name="connsiteY1" fmla="*/ 9215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94181 w 2184682"/>
              <a:gd name="connsiteY1" fmla="*/ 76917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12982 w 2184682"/>
              <a:gd name="connsiteY0" fmla="*/ 1712151 h 1712151"/>
              <a:gd name="connsiteX1" fmla="*/ 1960843 w 2184682"/>
              <a:gd name="connsiteY1" fmla="*/ 826327 h 1712151"/>
              <a:gd name="connsiteX2" fmla="*/ 2184682 w 2184682"/>
              <a:gd name="connsiteY2" fmla="*/ 88138 h 1712151"/>
              <a:gd name="connsiteX3" fmla="*/ 12982 w 2184682"/>
              <a:gd name="connsiteY3" fmla="*/ 1712151 h 1712151"/>
              <a:gd name="connsiteX0" fmla="*/ 66181 w 2237881"/>
              <a:gd name="connsiteY0" fmla="*/ 1712151 h 1774275"/>
              <a:gd name="connsiteX1" fmla="*/ 690067 w 2237881"/>
              <a:gd name="connsiteY1" fmla="*/ 1378778 h 1774275"/>
              <a:gd name="connsiteX2" fmla="*/ 2014042 w 2237881"/>
              <a:gd name="connsiteY2" fmla="*/ 826327 h 1774275"/>
              <a:gd name="connsiteX3" fmla="*/ 2237881 w 2237881"/>
              <a:gd name="connsiteY3" fmla="*/ 88138 h 1774275"/>
              <a:gd name="connsiteX4" fmla="*/ 66181 w 2237881"/>
              <a:gd name="connsiteY4" fmla="*/ 1712151 h 1774275"/>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59631 w 2231331"/>
              <a:gd name="connsiteY0" fmla="*/ 1712151 h 1813420"/>
              <a:gd name="connsiteX1" fmla="*/ 769242 w 2231331"/>
              <a:gd name="connsiteY1" fmla="*/ 1607378 h 1813420"/>
              <a:gd name="connsiteX2" fmla="*/ 2007492 w 2231331"/>
              <a:gd name="connsiteY2" fmla="*/ 826327 h 1813420"/>
              <a:gd name="connsiteX3" fmla="*/ 2231331 w 2231331"/>
              <a:gd name="connsiteY3" fmla="*/ 88138 h 1813420"/>
              <a:gd name="connsiteX4" fmla="*/ 59631 w 2231331"/>
              <a:gd name="connsiteY4" fmla="*/ 1712151 h 1813420"/>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982 w 2184682"/>
              <a:gd name="connsiteY0" fmla="*/ 1712151 h 1712151"/>
              <a:gd name="connsiteX1" fmla="*/ 722593 w 2184682"/>
              <a:gd name="connsiteY1" fmla="*/ 1607378 h 1712151"/>
              <a:gd name="connsiteX2" fmla="*/ 1960843 w 2184682"/>
              <a:gd name="connsiteY2" fmla="*/ 826327 h 1712151"/>
              <a:gd name="connsiteX3" fmla="*/ 2184682 w 2184682"/>
              <a:gd name="connsiteY3" fmla="*/ 88138 h 1712151"/>
              <a:gd name="connsiteX4" fmla="*/ 12982 w 2184682"/>
              <a:gd name="connsiteY4" fmla="*/ 1712151 h 1712151"/>
              <a:gd name="connsiteX0" fmla="*/ 12620 w 2184320"/>
              <a:gd name="connsiteY0" fmla="*/ 1716015 h 1716015"/>
              <a:gd name="connsiteX1" fmla="*/ 722231 w 2184320"/>
              <a:gd name="connsiteY1" fmla="*/ 1611242 h 1716015"/>
              <a:gd name="connsiteX2" fmla="*/ 1960481 w 2184320"/>
              <a:gd name="connsiteY2" fmla="*/ 830191 h 1716015"/>
              <a:gd name="connsiteX3" fmla="*/ 2184320 w 2184320"/>
              <a:gd name="connsiteY3" fmla="*/ 92002 h 1716015"/>
              <a:gd name="connsiteX4" fmla="*/ 12620 w 2184320"/>
              <a:gd name="connsiteY4" fmla="*/ 1716015 h 1716015"/>
              <a:gd name="connsiteX0" fmla="*/ 12620 w 2184320"/>
              <a:gd name="connsiteY0" fmla="*/ 1716015 h 1716015"/>
              <a:gd name="connsiteX1" fmla="*/ 786137 w 2184320"/>
              <a:gd name="connsiteY1" fmla="*/ 1545260 h 1716015"/>
              <a:gd name="connsiteX2" fmla="*/ 1960481 w 2184320"/>
              <a:gd name="connsiteY2" fmla="*/ 830191 h 1716015"/>
              <a:gd name="connsiteX3" fmla="*/ 2184320 w 2184320"/>
              <a:gd name="connsiteY3" fmla="*/ 92002 h 1716015"/>
              <a:gd name="connsiteX4" fmla="*/ 12620 w 2184320"/>
              <a:gd name="connsiteY4" fmla="*/ 1716015 h 1716015"/>
              <a:gd name="connsiteX0" fmla="*/ 6447 w 2178147"/>
              <a:gd name="connsiteY0" fmla="*/ 1748659 h 1748659"/>
              <a:gd name="connsiteX1" fmla="*/ 779964 w 2178147"/>
              <a:gd name="connsiteY1" fmla="*/ 1577904 h 1748659"/>
              <a:gd name="connsiteX2" fmla="*/ 1954308 w 2178147"/>
              <a:gd name="connsiteY2" fmla="*/ 862835 h 1748659"/>
              <a:gd name="connsiteX3" fmla="*/ 2178147 w 2178147"/>
              <a:gd name="connsiteY3" fmla="*/ 124646 h 1748659"/>
              <a:gd name="connsiteX4" fmla="*/ 6447 w 2178147"/>
              <a:gd name="connsiteY4" fmla="*/ 1748659 h 1748659"/>
              <a:gd name="connsiteX0" fmla="*/ 34089 w 2205789"/>
              <a:gd name="connsiteY0" fmla="*/ 1758563 h 1758563"/>
              <a:gd name="connsiteX1" fmla="*/ 807606 w 2205789"/>
              <a:gd name="connsiteY1" fmla="*/ 1587808 h 1758563"/>
              <a:gd name="connsiteX2" fmla="*/ 1981950 w 2205789"/>
              <a:gd name="connsiteY2" fmla="*/ 872739 h 1758563"/>
              <a:gd name="connsiteX3" fmla="*/ 2205789 w 2205789"/>
              <a:gd name="connsiteY3" fmla="*/ 134550 h 1758563"/>
              <a:gd name="connsiteX4" fmla="*/ 34089 w 2205789"/>
              <a:gd name="connsiteY4" fmla="*/ 1758563 h 1758563"/>
              <a:gd name="connsiteX0" fmla="*/ 34026 w 2207747"/>
              <a:gd name="connsiteY0" fmla="*/ 1698817 h 1698817"/>
              <a:gd name="connsiteX1" fmla="*/ 809564 w 2207747"/>
              <a:gd name="connsiteY1" fmla="*/ 1592082 h 1698817"/>
              <a:gd name="connsiteX2" fmla="*/ 1983908 w 2207747"/>
              <a:gd name="connsiteY2" fmla="*/ 877013 h 1698817"/>
              <a:gd name="connsiteX3" fmla="*/ 2207747 w 2207747"/>
              <a:gd name="connsiteY3" fmla="*/ 138824 h 1698817"/>
              <a:gd name="connsiteX4" fmla="*/ 34026 w 2207747"/>
              <a:gd name="connsiteY4" fmla="*/ 1698817 h 1698817"/>
              <a:gd name="connsiteX0" fmla="*/ 15282 w 2189003"/>
              <a:gd name="connsiteY0" fmla="*/ 1700673 h 1700673"/>
              <a:gd name="connsiteX1" fmla="*/ 790820 w 2189003"/>
              <a:gd name="connsiteY1" fmla="*/ 1593938 h 1700673"/>
              <a:gd name="connsiteX2" fmla="*/ 1965164 w 2189003"/>
              <a:gd name="connsiteY2" fmla="*/ 878869 h 1700673"/>
              <a:gd name="connsiteX3" fmla="*/ 2189003 w 2189003"/>
              <a:gd name="connsiteY3" fmla="*/ 140680 h 1700673"/>
              <a:gd name="connsiteX4" fmla="*/ 15282 w 2189003"/>
              <a:gd name="connsiteY4" fmla="*/ 1700673 h 1700673"/>
              <a:gd name="connsiteX0" fmla="*/ 22361 w 2196082"/>
              <a:gd name="connsiteY0" fmla="*/ 1704613 h 1704613"/>
              <a:gd name="connsiteX1" fmla="*/ 797899 w 2196082"/>
              <a:gd name="connsiteY1" fmla="*/ 1597878 h 1704613"/>
              <a:gd name="connsiteX2" fmla="*/ 1972243 w 2196082"/>
              <a:gd name="connsiteY2" fmla="*/ 882809 h 1704613"/>
              <a:gd name="connsiteX3" fmla="*/ 2196082 w 2196082"/>
              <a:gd name="connsiteY3" fmla="*/ 144620 h 1704613"/>
              <a:gd name="connsiteX4" fmla="*/ 22361 w 2196082"/>
              <a:gd name="connsiteY4" fmla="*/ 1704613 h 1704613"/>
              <a:gd name="connsiteX0" fmla="*/ 22416 w 2196137"/>
              <a:gd name="connsiteY0" fmla="*/ 1677747 h 1677747"/>
              <a:gd name="connsiteX1" fmla="*/ 797954 w 2196137"/>
              <a:gd name="connsiteY1" fmla="*/ 1571012 h 1677747"/>
              <a:gd name="connsiteX2" fmla="*/ 1972298 w 2196137"/>
              <a:gd name="connsiteY2" fmla="*/ 855943 h 1677747"/>
              <a:gd name="connsiteX3" fmla="*/ 2196137 w 2196137"/>
              <a:gd name="connsiteY3" fmla="*/ 117754 h 1677747"/>
              <a:gd name="connsiteX4" fmla="*/ 22416 w 2196137"/>
              <a:gd name="connsiteY4" fmla="*/ 1677747 h 1677747"/>
              <a:gd name="connsiteX0" fmla="*/ 22295 w 2196016"/>
              <a:gd name="connsiteY0" fmla="*/ 1653622 h 1653622"/>
              <a:gd name="connsiteX1" fmla="*/ 797833 w 2196016"/>
              <a:gd name="connsiteY1" fmla="*/ 1546887 h 1653622"/>
              <a:gd name="connsiteX2" fmla="*/ 1972177 w 2196016"/>
              <a:gd name="connsiteY2" fmla="*/ 831818 h 1653622"/>
              <a:gd name="connsiteX3" fmla="*/ 2196016 w 2196016"/>
              <a:gd name="connsiteY3" fmla="*/ 93629 h 1653622"/>
              <a:gd name="connsiteX4" fmla="*/ 22295 w 2196016"/>
              <a:gd name="connsiteY4" fmla="*/ 1653622 h 1653622"/>
              <a:gd name="connsiteX0" fmla="*/ 24353 w 2198074"/>
              <a:gd name="connsiteY0" fmla="*/ 1665675 h 1665675"/>
              <a:gd name="connsiteX1" fmla="*/ 799891 w 2198074"/>
              <a:gd name="connsiteY1" fmla="*/ 1558940 h 1665675"/>
              <a:gd name="connsiteX2" fmla="*/ 1974235 w 2198074"/>
              <a:gd name="connsiteY2" fmla="*/ 843871 h 1665675"/>
              <a:gd name="connsiteX3" fmla="*/ 2198074 w 2198074"/>
              <a:gd name="connsiteY3" fmla="*/ 105682 h 1665675"/>
              <a:gd name="connsiteX4" fmla="*/ 24353 w 2198074"/>
              <a:gd name="connsiteY4" fmla="*/ 1665675 h 1665675"/>
              <a:gd name="connsiteX0" fmla="*/ 24367 w 2197581"/>
              <a:gd name="connsiteY0" fmla="*/ 1689672 h 1689672"/>
              <a:gd name="connsiteX1" fmla="*/ 799905 w 2197581"/>
              <a:gd name="connsiteY1" fmla="*/ 1582937 h 1689672"/>
              <a:gd name="connsiteX2" fmla="*/ 1974249 w 2197581"/>
              <a:gd name="connsiteY2" fmla="*/ 867868 h 1689672"/>
              <a:gd name="connsiteX3" fmla="*/ 2197581 w 2197581"/>
              <a:gd name="connsiteY3" fmla="*/ 104153 h 1689672"/>
              <a:gd name="connsiteX4" fmla="*/ 24367 w 2197581"/>
              <a:gd name="connsiteY4" fmla="*/ 1689672 h 1689672"/>
              <a:gd name="connsiteX0" fmla="*/ 24341 w 2198563"/>
              <a:gd name="connsiteY0" fmla="*/ 1680506 h 1680506"/>
              <a:gd name="connsiteX1" fmla="*/ 799879 w 2198563"/>
              <a:gd name="connsiteY1" fmla="*/ 1573771 h 1680506"/>
              <a:gd name="connsiteX2" fmla="*/ 1974223 w 2198563"/>
              <a:gd name="connsiteY2" fmla="*/ 858702 h 1680506"/>
              <a:gd name="connsiteX3" fmla="*/ 2198563 w 2198563"/>
              <a:gd name="connsiteY3" fmla="*/ 104733 h 1680506"/>
              <a:gd name="connsiteX4" fmla="*/ 24341 w 2198563"/>
              <a:gd name="connsiteY4" fmla="*/ 1680506 h 1680506"/>
              <a:gd name="connsiteX0" fmla="*/ 24248 w 2201994"/>
              <a:gd name="connsiteY0" fmla="*/ 1667857 h 1667857"/>
              <a:gd name="connsiteX1" fmla="*/ 799786 w 2201994"/>
              <a:gd name="connsiteY1" fmla="*/ 1561122 h 1667857"/>
              <a:gd name="connsiteX2" fmla="*/ 1974130 w 2201994"/>
              <a:gd name="connsiteY2" fmla="*/ 846053 h 1667857"/>
              <a:gd name="connsiteX3" fmla="*/ 2201994 w 2201994"/>
              <a:gd name="connsiteY3" fmla="*/ 105543 h 1667857"/>
              <a:gd name="connsiteX4" fmla="*/ 24248 w 2201994"/>
              <a:gd name="connsiteY4" fmla="*/ 1667857 h 1667857"/>
              <a:gd name="connsiteX0" fmla="*/ 24434 w 2195137"/>
              <a:gd name="connsiteY0" fmla="*/ 1654347 h 1654347"/>
              <a:gd name="connsiteX1" fmla="*/ 799972 w 2195137"/>
              <a:gd name="connsiteY1" fmla="*/ 1547612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74316 w 2195137"/>
              <a:gd name="connsiteY2" fmla="*/ 832543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66067 w 2195137"/>
              <a:gd name="connsiteY2" fmla="*/ 795878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62973 w 2195137"/>
              <a:gd name="connsiteY2" fmla="*/ 766640 h 1654347"/>
              <a:gd name="connsiteX3" fmla="*/ 2195137 w 2195137"/>
              <a:gd name="connsiteY3" fmla="*/ 106422 h 1654347"/>
              <a:gd name="connsiteX4" fmla="*/ 24434 w 2195137"/>
              <a:gd name="connsiteY4" fmla="*/ 1654347 h 1654347"/>
              <a:gd name="connsiteX0" fmla="*/ 24434 w 2195137"/>
              <a:gd name="connsiteY0" fmla="*/ 1654347 h 1654347"/>
              <a:gd name="connsiteX1" fmla="*/ 832945 w 2195137"/>
              <a:gd name="connsiteY1" fmla="*/ 1529045 h 1654347"/>
              <a:gd name="connsiteX2" fmla="*/ 1962973 w 2195137"/>
              <a:gd name="connsiteY2" fmla="*/ 766640 h 1654347"/>
              <a:gd name="connsiteX3" fmla="*/ 2195137 w 2195137"/>
              <a:gd name="connsiteY3" fmla="*/ 106422 h 1654347"/>
              <a:gd name="connsiteX4" fmla="*/ 24434 w 2195137"/>
              <a:gd name="connsiteY4" fmla="*/ 1654347 h 1654347"/>
              <a:gd name="connsiteX0" fmla="*/ 25141 w 2170083"/>
              <a:gd name="connsiteY0" fmla="*/ 1650424 h 1650424"/>
              <a:gd name="connsiteX1" fmla="*/ 807891 w 2170083"/>
              <a:gd name="connsiteY1" fmla="*/ 1529302 h 1650424"/>
              <a:gd name="connsiteX2" fmla="*/ 1937919 w 2170083"/>
              <a:gd name="connsiteY2" fmla="*/ 766897 h 1650424"/>
              <a:gd name="connsiteX3" fmla="*/ 2170083 w 2170083"/>
              <a:gd name="connsiteY3" fmla="*/ 106679 h 1650424"/>
              <a:gd name="connsiteX4" fmla="*/ 25141 w 2170083"/>
              <a:gd name="connsiteY4" fmla="*/ 1650424 h 1650424"/>
              <a:gd name="connsiteX0" fmla="*/ 24697 w 2185612"/>
              <a:gd name="connsiteY0" fmla="*/ 1644332 h 1644331"/>
              <a:gd name="connsiteX1" fmla="*/ 823420 w 2185612"/>
              <a:gd name="connsiteY1" fmla="*/ 1529705 h 1644331"/>
              <a:gd name="connsiteX2" fmla="*/ 1953448 w 2185612"/>
              <a:gd name="connsiteY2" fmla="*/ 767300 h 1644331"/>
              <a:gd name="connsiteX3" fmla="*/ 2185612 w 2185612"/>
              <a:gd name="connsiteY3" fmla="*/ 107082 h 1644331"/>
              <a:gd name="connsiteX4" fmla="*/ 24697 w 2185612"/>
              <a:gd name="connsiteY4" fmla="*/ 1644332 h 1644331"/>
              <a:gd name="connsiteX0" fmla="*/ 24697 w 2185612"/>
              <a:gd name="connsiteY0" fmla="*/ 1644332 h 1644332"/>
              <a:gd name="connsiteX1" fmla="*/ 819305 w 2185612"/>
              <a:gd name="connsiteY1" fmla="*/ 1573333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24697 w 2185612"/>
              <a:gd name="connsiteY0" fmla="*/ 1644332 h 1644332"/>
              <a:gd name="connsiteX1" fmla="*/ 797152 w 2185612"/>
              <a:gd name="connsiteY1" fmla="*/ 1590972 h 1644332"/>
              <a:gd name="connsiteX2" fmla="*/ 1953448 w 2185612"/>
              <a:gd name="connsiteY2" fmla="*/ 767300 h 1644332"/>
              <a:gd name="connsiteX3" fmla="*/ 2185612 w 2185612"/>
              <a:gd name="connsiteY3" fmla="*/ 107082 h 1644332"/>
              <a:gd name="connsiteX4" fmla="*/ 24697 w 2185612"/>
              <a:gd name="connsiteY4" fmla="*/ 1644332 h 1644332"/>
              <a:gd name="connsiteX0" fmla="*/ 16751 w 2177666"/>
              <a:gd name="connsiteY0" fmla="*/ 1644279 h 1644279"/>
              <a:gd name="connsiteX1" fmla="*/ 789206 w 2177666"/>
              <a:gd name="connsiteY1" fmla="*/ 1590919 h 1644279"/>
              <a:gd name="connsiteX2" fmla="*/ 1945502 w 2177666"/>
              <a:gd name="connsiteY2" fmla="*/ 767247 h 1644279"/>
              <a:gd name="connsiteX3" fmla="*/ 2177666 w 2177666"/>
              <a:gd name="connsiteY3" fmla="*/ 107029 h 1644279"/>
              <a:gd name="connsiteX4" fmla="*/ 16751 w 2177666"/>
              <a:gd name="connsiteY4" fmla="*/ 1644279 h 1644279"/>
              <a:gd name="connsiteX0" fmla="*/ 21425 w 2182340"/>
              <a:gd name="connsiteY0" fmla="*/ 1645101 h 1645101"/>
              <a:gd name="connsiteX1" fmla="*/ 793880 w 2182340"/>
              <a:gd name="connsiteY1" fmla="*/ 1591741 h 1645101"/>
              <a:gd name="connsiteX2" fmla="*/ 1950176 w 2182340"/>
              <a:gd name="connsiteY2" fmla="*/ 768069 h 1645101"/>
              <a:gd name="connsiteX3" fmla="*/ 2182340 w 2182340"/>
              <a:gd name="connsiteY3" fmla="*/ 107851 h 1645101"/>
              <a:gd name="connsiteX4" fmla="*/ 21425 w 2182340"/>
              <a:gd name="connsiteY4" fmla="*/ 1645101 h 1645101"/>
              <a:gd name="connsiteX0" fmla="*/ 21282 w 2182197"/>
              <a:gd name="connsiteY0" fmla="*/ 1639478 h 1639478"/>
              <a:gd name="connsiteX1" fmla="*/ 793737 w 2182197"/>
              <a:gd name="connsiteY1" fmla="*/ 1586118 h 1639478"/>
              <a:gd name="connsiteX2" fmla="*/ 1950033 w 2182197"/>
              <a:gd name="connsiteY2" fmla="*/ 762446 h 1639478"/>
              <a:gd name="connsiteX3" fmla="*/ 2182197 w 2182197"/>
              <a:gd name="connsiteY3" fmla="*/ 102228 h 1639478"/>
              <a:gd name="connsiteX4" fmla="*/ 21282 w 2182197"/>
              <a:gd name="connsiteY4" fmla="*/ 1639478 h 1639478"/>
              <a:gd name="connsiteX0" fmla="*/ 20997 w 2181912"/>
              <a:gd name="connsiteY0" fmla="*/ 1628441 h 1628441"/>
              <a:gd name="connsiteX1" fmla="*/ 793452 w 2181912"/>
              <a:gd name="connsiteY1" fmla="*/ 1575081 h 1628441"/>
              <a:gd name="connsiteX2" fmla="*/ 1949748 w 2181912"/>
              <a:gd name="connsiteY2" fmla="*/ 751409 h 1628441"/>
              <a:gd name="connsiteX3" fmla="*/ 2181912 w 2181912"/>
              <a:gd name="connsiteY3" fmla="*/ 91191 h 1628441"/>
              <a:gd name="connsiteX4" fmla="*/ 20997 w 2181912"/>
              <a:gd name="connsiteY4" fmla="*/ 1628441 h 1628441"/>
              <a:gd name="connsiteX0" fmla="*/ 20536 w 2181451"/>
              <a:gd name="connsiteY0" fmla="*/ 1619143 h 1619143"/>
              <a:gd name="connsiteX1" fmla="*/ 792991 w 2181451"/>
              <a:gd name="connsiteY1" fmla="*/ 1565783 h 1619143"/>
              <a:gd name="connsiteX2" fmla="*/ 1949287 w 2181451"/>
              <a:gd name="connsiteY2" fmla="*/ 742111 h 1619143"/>
              <a:gd name="connsiteX3" fmla="*/ 2181451 w 2181451"/>
              <a:gd name="connsiteY3" fmla="*/ 81893 h 1619143"/>
              <a:gd name="connsiteX4" fmla="*/ 20536 w 2181451"/>
              <a:gd name="connsiteY4" fmla="*/ 1619143 h 1619143"/>
              <a:gd name="connsiteX0" fmla="*/ 20148 w 2181063"/>
              <a:gd name="connsiteY0" fmla="*/ 1611214 h 1611214"/>
              <a:gd name="connsiteX1" fmla="*/ 792603 w 2181063"/>
              <a:gd name="connsiteY1" fmla="*/ 1557854 h 1611214"/>
              <a:gd name="connsiteX2" fmla="*/ 1948899 w 2181063"/>
              <a:gd name="connsiteY2" fmla="*/ 734182 h 1611214"/>
              <a:gd name="connsiteX3" fmla="*/ 2181063 w 2181063"/>
              <a:gd name="connsiteY3" fmla="*/ 73964 h 1611214"/>
              <a:gd name="connsiteX4" fmla="*/ 20148 w 2181063"/>
              <a:gd name="connsiteY4" fmla="*/ 1611214 h 1611214"/>
              <a:gd name="connsiteX0" fmla="*/ 20479 w 2181394"/>
              <a:gd name="connsiteY0" fmla="*/ 1617997 h 1617997"/>
              <a:gd name="connsiteX1" fmla="*/ 792934 w 2181394"/>
              <a:gd name="connsiteY1" fmla="*/ 1564637 h 1617997"/>
              <a:gd name="connsiteX2" fmla="*/ 1949230 w 2181394"/>
              <a:gd name="connsiteY2" fmla="*/ 740965 h 1617997"/>
              <a:gd name="connsiteX3" fmla="*/ 2181394 w 2181394"/>
              <a:gd name="connsiteY3" fmla="*/ 80747 h 1617997"/>
              <a:gd name="connsiteX4" fmla="*/ 20479 w 2181394"/>
              <a:gd name="connsiteY4" fmla="*/ 1617997 h 1617997"/>
              <a:gd name="connsiteX0" fmla="*/ 21575 w 2136115"/>
              <a:gd name="connsiteY0" fmla="*/ 1642213 h 1642213"/>
              <a:gd name="connsiteX1" fmla="*/ 794030 w 2136115"/>
              <a:gd name="connsiteY1" fmla="*/ 1588853 h 1642213"/>
              <a:gd name="connsiteX2" fmla="*/ 1950326 w 2136115"/>
              <a:gd name="connsiteY2" fmla="*/ 765181 h 1642213"/>
              <a:gd name="connsiteX3" fmla="*/ 2136115 w 2136115"/>
              <a:gd name="connsiteY3" fmla="*/ 79441 h 1642213"/>
              <a:gd name="connsiteX4" fmla="*/ 21575 w 2136115"/>
              <a:gd name="connsiteY4" fmla="*/ 1642213 h 1642213"/>
              <a:gd name="connsiteX0" fmla="*/ 20345 w 2134885"/>
              <a:gd name="connsiteY0" fmla="*/ 1619456 h 1619456"/>
              <a:gd name="connsiteX1" fmla="*/ 792800 w 2134885"/>
              <a:gd name="connsiteY1" fmla="*/ 1566096 h 1619456"/>
              <a:gd name="connsiteX2" fmla="*/ 1949096 w 2134885"/>
              <a:gd name="connsiteY2" fmla="*/ 742424 h 1619456"/>
              <a:gd name="connsiteX3" fmla="*/ 2134885 w 2134885"/>
              <a:gd name="connsiteY3" fmla="*/ 56684 h 1619456"/>
              <a:gd name="connsiteX4" fmla="*/ 20345 w 2134885"/>
              <a:gd name="connsiteY4" fmla="*/ 1619456 h 1619456"/>
              <a:gd name="connsiteX0" fmla="*/ 21366 w 2135906"/>
              <a:gd name="connsiteY0" fmla="*/ 1612481 h 1612481"/>
              <a:gd name="connsiteX1" fmla="*/ 793821 w 2135906"/>
              <a:gd name="connsiteY1" fmla="*/ 1559121 h 1612481"/>
              <a:gd name="connsiteX2" fmla="*/ 1950117 w 2135906"/>
              <a:gd name="connsiteY2" fmla="*/ 735449 h 1612481"/>
              <a:gd name="connsiteX3" fmla="*/ 2135906 w 2135906"/>
              <a:gd name="connsiteY3" fmla="*/ 49709 h 1612481"/>
              <a:gd name="connsiteX4" fmla="*/ 21366 w 2135906"/>
              <a:gd name="connsiteY4" fmla="*/ 1612481 h 1612481"/>
              <a:gd name="connsiteX0" fmla="*/ 21366 w 2135906"/>
              <a:gd name="connsiteY0" fmla="*/ 1612481 h 1612481"/>
              <a:gd name="connsiteX1" fmla="*/ 793821 w 2135906"/>
              <a:gd name="connsiteY1" fmla="*/ 1559121 h 1612481"/>
              <a:gd name="connsiteX2" fmla="*/ 1950117 w 2135906"/>
              <a:gd name="connsiteY2" fmla="*/ 735449 h 1612481"/>
              <a:gd name="connsiteX3" fmla="*/ 2135906 w 2135906"/>
              <a:gd name="connsiteY3" fmla="*/ 49709 h 1612481"/>
              <a:gd name="connsiteX4" fmla="*/ 21366 w 2135906"/>
              <a:gd name="connsiteY4" fmla="*/ 1612481 h 1612481"/>
              <a:gd name="connsiteX0" fmla="*/ 21366 w 2135906"/>
              <a:gd name="connsiteY0" fmla="*/ 1612481 h 1612481"/>
              <a:gd name="connsiteX1" fmla="*/ 793821 w 2135906"/>
              <a:gd name="connsiteY1" fmla="*/ 1559121 h 1612481"/>
              <a:gd name="connsiteX2" fmla="*/ 1950117 w 2135906"/>
              <a:gd name="connsiteY2" fmla="*/ 735449 h 1612481"/>
              <a:gd name="connsiteX3" fmla="*/ 2135906 w 2135906"/>
              <a:gd name="connsiteY3" fmla="*/ 49709 h 1612481"/>
              <a:gd name="connsiteX4" fmla="*/ 21366 w 2135906"/>
              <a:gd name="connsiteY4" fmla="*/ 1612481 h 1612481"/>
              <a:gd name="connsiteX0" fmla="*/ 21155 w 2144451"/>
              <a:gd name="connsiteY0" fmla="*/ 1632181 h 1632181"/>
              <a:gd name="connsiteX1" fmla="*/ 802366 w 2144451"/>
              <a:gd name="connsiteY1" fmla="*/ 1558399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14731 w 2144451"/>
              <a:gd name="connsiteY1" fmla="*/ 1551436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14731 w 2144451"/>
              <a:gd name="connsiteY1" fmla="*/ 1551436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14731 w 2144451"/>
              <a:gd name="connsiteY1" fmla="*/ 1551436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797212 w 2144451"/>
              <a:gd name="connsiteY1" fmla="*/ 1550974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797212 w 2144451"/>
              <a:gd name="connsiteY1" fmla="*/ 1550974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09577 w 2144451"/>
              <a:gd name="connsiteY1" fmla="*/ 1544011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09577 w 2144451"/>
              <a:gd name="connsiteY1" fmla="*/ 1544011 h 1632181"/>
              <a:gd name="connsiteX2" fmla="*/ 1958662 w 2144451"/>
              <a:gd name="connsiteY2" fmla="*/ 734727 h 1632181"/>
              <a:gd name="connsiteX3" fmla="*/ 2144451 w 2144451"/>
              <a:gd name="connsiteY3" fmla="*/ 48987 h 1632181"/>
              <a:gd name="connsiteX4" fmla="*/ 21155 w 2144451"/>
              <a:gd name="connsiteY4" fmla="*/ 1632181 h 1632181"/>
              <a:gd name="connsiteX0" fmla="*/ 21155 w 2144451"/>
              <a:gd name="connsiteY0" fmla="*/ 1632181 h 1632181"/>
              <a:gd name="connsiteX1" fmla="*/ 809577 w 2144451"/>
              <a:gd name="connsiteY1" fmla="*/ 1544011 h 1632181"/>
              <a:gd name="connsiteX2" fmla="*/ 1958662 w 2144451"/>
              <a:gd name="connsiteY2" fmla="*/ 734727 h 1632181"/>
              <a:gd name="connsiteX3" fmla="*/ 2144451 w 2144451"/>
              <a:gd name="connsiteY3" fmla="*/ 48987 h 1632181"/>
              <a:gd name="connsiteX4" fmla="*/ 21155 w 2144451"/>
              <a:gd name="connsiteY4" fmla="*/ 1632181 h 16321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4451" h="1632181">
                <a:moveTo>
                  <a:pt x="21155" y="1632181"/>
                </a:moveTo>
                <a:cubicBezTo>
                  <a:pt x="539474" y="1580588"/>
                  <a:pt x="389684" y="1644023"/>
                  <a:pt x="809577" y="1544011"/>
                </a:cubicBezTo>
                <a:cubicBezTo>
                  <a:pt x="652360" y="985519"/>
                  <a:pt x="1341497" y="475571"/>
                  <a:pt x="1958662" y="734727"/>
                </a:cubicBezTo>
                <a:lnTo>
                  <a:pt x="2144451" y="48987"/>
                </a:lnTo>
                <a:cubicBezTo>
                  <a:pt x="539200" y="-250180"/>
                  <a:pt x="-131569" y="888479"/>
                  <a:pt x="21155" y="1632181"/>
                </a:cubicBezTo>
                <a:close/>
              </a:path>
            </a:pathLst>
          </a:custGeom>
          <a:solidFill>
            <a:schemeClr val="accent3"/>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53" name="二等辺三角形 52"/>
          <p:cNvSpPr/>
          <p:nvPr/>
        </p:nvSpPr>
        <p:spPr bwMode="gray">
          <a:xfrm rot="3918946" flipH="1">
            <a:off x="1558480" y="2413248"/>
            <a:ext cx="1606568" cy="630954"/>
          </a:xfrm>
          <a:prstGeom prst="triangle">
            <a:avLst>
              <a:gd name="adj" fmla="val 50375"/>
            </a:avLst>
          </a:prstGeom>
          <a:solidFill>
            <a:schemeClr val="accent3"/>
          </a:solidFill>
          <a:ln w="12700" algn="ctr">
            <a:solidFill>
              <a:srgbClr val="BBBCBC"/>
            </a:solid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54" name="二等辺三角形 53"/>
          <p:cNvSpPr/>
          <p:nvPr/>
        </p:nvSpPr>
        <p:spPr bwMode="gray">
          <a:xfrm rot="11186295" flipH="1">
            <a:off x="2914997" y="4013112"/>
            <a:ext cx="1475153" cy="630954"/>
          </a:xfrm>
          <a:prstGeom prst="triangle">
            <a:avLst>
              <a:gd name="adj" fmla="val 50375"/>
            </a:avLst>
          </a:prstGeom>
          <a:solidFill>
            <a:schemeClr val="accent1"/>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55" name="二等辺三角形 54"/>
          <p:cNvSpPr/>
          <p:nvPr/>
        </p:nvSpPr>
        <p:spPr bwMode="gray">
          <a:xfrm rot="18468888" flipH="1">
            <a:off x="934196" y="4328881"/>
            <a:ext cx="1435723" cy="630954"/>
          </a:xfrm>
          <a:prstGeom prst="triangle">
            <a:avLst>
              <a:gd name="adj" fmla="val 50375"/>
            </a:avLst>
          </a:prstGeom>
          <a:solidFill>
            <a:schemeClr val="accent6"/>
          </a:solidFill>
          <a:ln w="12700" algn="ctr">
            <a:noFill/>
            <a:miter lim="800000"/>
            <a:headEnd/>
            <a:tailEnd/>
          </a:ln>
        </p:spPr>
        <p:txBody>
          <a:bodyPr wrap="square" lIns="0" tIns="0" rIns="0" bIns="0" rtlCol="0" anchor="ctr"/>
          <a:lstStyle/>
          <a:p>
            <a:pPr algn="ctr">
              <a:buFont typeface="Wingdings 2" pitchFamily="18" charset="2"/>
              <a:buNone/>
            </a:pPr>
            <a:endParaRPr kumimoji="1" lang="ja-JP" altLang="en-US" sz="1200" dirty="0"/>
          </a:p>
        </p:txBody>
      </p:sp>
      <p:sp>
        <p:nvSpPr>
          <p:cNvPr id="56" name="Text Box 16"/>
          <p:cNvSpPr txBox="1">
            <a:spLocks noChangeArrowheads="1"/>
          </p:cNvSpPr>
          <p:nvPr/>
        </p:nvSpPr>
        <p:spPr bwMode="gray">
          <a:xfrm>
            <a:off x="2312321" y="4914960"/>
            <a:ext cx="405156" cy="330153"/>
          </a:xfrm>
          <a:prstGeom prst="rect">
            <a:avLst/>
          </a:prstGeom>
          <a:noFill/>
          <a:ln w="9525">
            <a:noFill/>
            <a:miter lim="800000"/>
            <a:headEnd/>
            <a:tailEnd/>
          </a:ln>
        </p:spPr>
        <p:txBody>
          <a:bodyPr wrap="none" lIns="72000" tIns="72000" rIns="72000" bIns="72000">
            <a:spAutoFit/>
          </a:bodyPr>
          <a:lstStyle/>
          <a:p>
            <a:pPr algn="ctr">
              <a:lnSpc>
                <a:spcPct val="100000"/>
              </a:lnSpc>
              <a:spcBef>
                <a:spcPct val="50000"/>
              </a:spcBef>
            </a:pPr>
            <a:r>
              <a:rPr lang="en-US" altLang="ja-JP" sz="1200" dirty="0">
                <a:solidFill>
                  <a:schemeClr val="bg1"/>
                </a:solidFill>
              </a:rPr>
              <a:t>......</a:t>
            </a:r>
          </a:p>
        </p:txBody>
      </p:sp>
      <p:sp>
        <p:nvSpPr>
          <p:cNvPr id="57" name="Text Box 15"/>
          <p:cNvSpPr txBox="1">
            <a:spLocks noChangeArrowheads="1"/>
          </p:cNvSpPr>
          <p:nvPr/>
        </p:nvSpPr>
        <p:spPr bwMode="gray">
          <a:xfrm rot="3350328">
            <a:off x="3203338" y="3140362"/>
            <a:ext cx="362051" cy="330607"/>
          </a:xfrm>
          <a:prstGeom prst="rect">
            <a:avLst/>
          </a:prstGeom>
          <a:noFill/>
          <a:ln w="9525">
            <a:noFill/>
            <a:miter lim="800000"/>
            <a:headEnd/>
            <a:tailEnd/>
          </a:ln>
        </p:spPr>
        <p:txBody>
          <a:bodyPr wrap="none" lIns="72000" tIns="72000" rIns="72000" bIns="72000">
            <a:spAutoFit/>
          </a:bodyPr>
          <a:lstStyle/>
          <a:p>
            <a:pPr algn="ctr">
              <a:lnSpc>
                <a:spcPct val="100000"/>
              </a:lnSpc>
              <a:spcBef>
                <a:spcPct val="50000"/>
              </a:spcBef>
            </a:pPr>
            <a:r>
              <a:rPr lang="en-US" altLang="ja-JP" sz="1200" dirty="0">
                <a:solidFill>
                  <a:schemeClr val="bg1"/>
                </a:solidFill>
              </a:rPr>
              <a:t>.....</a:t>
            </a:r>
          </a:p>
        </p:txBody>
      </p:sp>
      <p:sp>
        <p:nvSpPr>
          <p:cNvPr id="58" name="Text Box 13"/>
          <p:cNvSpPr txBox="1">
            <a:spLocks noChangeArrowheads="1"/>
          </p:cNvSpPr>
          <p:nvPr/>
        </p:nvSpPr>
        <p:spPr bwMode="gray">
          <a:xfrm rot="18240765">
            <a:off x="1318899" y="3102084"/>
            <a:ext cx="405115" cy="330607"/>
          </a:xfrm>
          <a:prstGeom prst="rect">
            <a:avLst/>
          </a:prstGeom>
          <a:noFill/>
          <a:ln w="9525">
            <a:noFill/>
            <a:miter lim="800000"/>
            <a:headEnd/>
            <a:tailEnd/>
          </a:ln>
        </p:spPr>
        <p:txBody>
          <a:bodyPr wrap="none" lIns="72000" tIns="72000" rIns="72000" bIns="72000">
            <a:spAutoFit/>
          </a:bodyPr>
          <a:lstStyle/>
          <a:p>
            <a:pPr algn="ctr">
              <a:lnSpc>
                <a:spcPct val="100000"/>
              </a:lnSpc>
              <a:spcBef>
                <a:spcPct val="50000"/>
              </a:spcBef>
            </a:pPr>
            <a:r>
              <a:rPr lang="en-US" altLang="ja-JP" sz="1200" dirty="0"/>
              <a:t>......</a:t>
            </a:r>
          </a:p>
        </p:txBody>
      </p:sp>
    </p:spTree>
    <p:extLst>
      <p:ext uri="{BB962C8B-B14F-4D97-AF65-F5344CB8AC3E}">
        <p14:creationId xmlns:p14="http://schemas.microsoft.com/office/powerpoint/2010/main" val="8048526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54274" name="Rectangle 2"/>
          <p:cNvSpPr>
            <a:spLocks noGrp="1" noChangeArrowheads="1"/>
          </p:cNvSpPr>
          <p:nvPr>
            <p:ph type="title"/>
          </p:nvPr>
        </p:nvSpPr>
        <p:spPr bwMode="gray"/>
        <p:txBody>
          <a:bodyPr/>
          <a:lstStyle/>
          <a:p>
            <a:r>
              <a:rPr lang="ja-JP" altLang="en-US"/>
              <a:t>円</a:t>
            </a:r>
            <a:r>
              <a:rPr lang="en-GB" altLang="ja-JP"/>
              <a:t> </a:t>
            </a:r>
            <a:r>
              <a:rPr lang="nl-NL" altLang="ja-JP"/>
              <a:t>–</a:t>
            </a:r>
            <a:r>
              <a:rPr lang="en-GB" altLang="ja-JP"/>
              <a:t> </a:t>
            </a:r>
            <a:r>
              <a:rPr lang="ja-JP" altLang="en-US"/>
              <a:t>循環</a:t>
            </a:r>
            <a:endParaRPr lang="en-GB" altLang="ja-JP" dirty="0"/>
          </a:p>
        </p:txBody>
      </p:sp>
      <p:grpSp>
        <p:nvGrpSpPr>
          <p:cNvPr id="88" name="グループ化 87"/>
          <p:cNvGrpSpPr>
            <a:grpSpLocks noChangeAspect="1"/>
          </p:cNvGrpSpPr>
          <p:nvPr/>
        </p:nvGrpSpPr>
        <p:grpSpPr bwMode="gray">
          <a:xfrm>
            <a:off x="824950" y="1589671"/>
            <a:ext cx="2160000" cy="2160000"/>
            <a:chOff x="836386" y="1634125"/>
            <a:chExt cx="2160000" cy="2160000"/>
          </a:xfrm>
        </p:grpSpPr>
        <p:sp>
          <p:nvSpPr>
            <p:cNvPr id="64" name="Freeform 8"/>
            <p:cNvSpPr>
              <a:spLocks/>
            </p:cNvSpPr>
            <p:nvPr>
              <p:custDataLst>
                <p:tags r:id="rId5"/>
              </p:custDataLst>
            </p:nvPr>
          </p:nvSpPr>
          <p:spPr bwMode="gray">
            <a:xfrm>
              <a:off x="836386" y="1634125"/>
              <a:ext cx="2160000" cy="2160000"/>
            </a:xfrm>
            <a:custGeom>
              <a:avLst/>
              <a:gdLst/>
              <a:ahLst/>
              <a:cxnLst>
                <a:cxn ang="0">
                  <a:pos x="292" y="290"/>
                </a:cxn>
                <a:cxn ang="0">
                  <a:pos x="261" y="258"/>
                </a:cxn>
                <a:cxn ang="0">
                  <a:pos x="200" y="197"/>
                </a:cxn>
                <a:cxn ang="0">
                  <a:pos x="307" y="224"/>
                </a:cxn>
                <a:cxn ang="0">
                  <a:pos x="632" y="312"/>
                </a:cxn>
                <a:cxn ang="0">
                  <a:pos x="685" y="395"/>
                </a:cxn>
                <a:cxn ang="0">
                  <a:pos x="776" y="732"/>
                </a:cxn>
                <a:cxn ang="0">
                  <a:pos x="782" y="781"/>
                </a:cxn>
                <a:cxn ang="0">
                  <a:pos x="708" y="709"/>
                </a:cxn>
                <a:cxn ang="0">
                  <a:pos x="685" y="693"/>
                </a:cxn>
                <a:cxn ang="0">
                  <a:pos x="640" y="748"/>
                </a:cxn>
                <a:cxn ang="0">
                  <a:pos x="588" y="852"/>
                </a:cxn>
                <a:cxn ang="0">
                  <a:pos x="562" y="959"/>
                </a:cxn>
                <a:cxn ang="0">
                  <a:pos x="572" y="1091"/>
                </a:cxn>
                <a:cxn ang="0">
                  <a:pos x="631" y="1235"/>
                </a:cxn>
                <a:cxn ang="0">
                  <a:pos x="742" y="1351"/>
                </a:cxn>
                <a:cxn ang="0">
                  <a:pos x="891" y="1421"/>
                </a:cxn>
                <a:cxn ang="0">
                  <a:pos x="1051" y="1432"/>
                </a:cxn>
                <a:cxn ang="0">
                  <a:pos x="1205" y="1382"/>
                </a:cxn>
                <a:cxn ang="0">
                  <a:pos x="1337" y="1275"/>
                </a:cxn>
                <a:cxn ang="0">
                  <a:pos x="1413" y="1137"/>
                </a:cxn>
                <a:cxn ang="0">
                  <a:pos x="1434" y="987"/>
                </a:cxn>
                <a:cxn ang="0">
                  <a:pos x="1400" y="829"/>
                </a:cxn>
                <a:cxn ang="0">
                  <a:pos x="1315" y="696"/>
                </a:cxn>
                <a:cxn ang="0">
                  <a:pos x="1183" y="600"/>
                </a:cxn>
                <a:cxn ang="0">
                  <a:pos x="1034" y="564"/>
                </a:cxn>
                <a:cxn ang="0">
                  <a:pos x="933" y="566"/>
                </a:cxn>
                <a:cxn ang="0">
                  <a:pos x="869" y="580"/>
                </a:cxn>
                <a:cxn ang="0">
                  <a:pos x="847" y="584"/>
                </a:cxn>
                <a:cxn ang="0">
                  <a:pos x="796" y="389"/>
                </a:cxn>
                <a:cxn ang="0">
                  <a:pos x="754" y="235"/>
                </a:cxn>
                <a:cxn ang="0">
                  <a:pos x="627" y="199"/>
                </a:cxn>
                <a:cxn ang="0">
                  <a:pos x="466" y="154"/>
                </a:cxn>
                <a:cxn ang="0">
                  <a:pos x="498" y="133"/>
                </a:cxn>
                <a:cxn ang="0">
                  <a:pos x="609" y="78"/>
                </a:cxn>
                <a:cxn ang="0">
                  <a:pos x="757" y="29"/>
                </a:cxn>
                <a:cxn ang="0">
                  <a:pos x="893" y="6"/>
                </a:cxn>
                <a:cxn ang="0">
                  <a:pos x="1012" y="0"/>
                </a:cxn>
                <a:cxn ang="0">
                  <a:pos x="1158" y="12"/>
                </a:cxn>
                <a:cxn ang="0">
                  <a:pos x="1317" y="50"/>
                </a:cxn>
                <a:cxn ang="0">
                  <a:pos x="1491" y="128"/>
                </a:cxn>
                <a:cxn ang="0">
                  <a:pos x="1662" y="250"/>
                </a:cxn>
                <a:cxn ang="0">
                  <a:pos x="1806" y="411"/>
                </a:cxn>
                <a:cxn ang="0">
                  <a:pos x="1926" y="627"/>
                </a:cxn>
                <a:cxn ang="0">
                  <a:pos x="1989" y="887"/>
                </a:cxn>
                <a:cxn ang="0">
                  <a:pos x="1990" y="1120"/>
                </a:cxn>
                <a:cxn ang="0">
                  <a:pos x="1941" y="1328"/>
                </a:cxn>
                <a:cxn ang="0">
                  <a:pos x="1835" y="1544"/>
                </a:cxn>
                <a:cxn ang="0">
                  <a:pos x="1663" y="1742"/>
                </a:cxn>
                <a:cxn ang="0">
                  <a:pos x="1446" y="1889"/>
                </a:cxn>
                <a:cxn ang="0">
                  <a:pos x="1205" y="1974"/>
                </a:cxn>
                <a:cxn ang="0">
                  <a:pos x="946" y="1995"/>
                </a:cxn>
                <a:cxn ang="0">
                  <a:pos x="687" y="1947"/>
                </a:cxn>
                <a:cxn ang="0">
                  <a:pos x="438" y="1824"/>
                </a:cxn>
                <a:cxn ang="0">
                  <a:pos x="231" y="1639"/>
                </a:cxn>
                <a:cxn ang="0">
                  <a:pos x="94" y="1422"/>
                </a:cxn>
                <a:cxn ang="0">
                  <a:pos x="23" y="1212"/>
                </a:cxn>
                <a:cxn ang="0">
                  <a:pos x="0" y="1033"/>
                </a:cxn>
                <a:cxn ang="0">
                  <a:pos x="8" y="875"/>
                </a:cxn>
                <a:cxn ang="0">
                  <a:pos x="40" y="715"/>
                </a:cxn>
                <a:cxn ang="0">
                  <a:pos x="106" y="550"/>
                </a:cxn>
                <a:cxn ang="0">
                  <a:pos x="187" y="416"/>
                </a:cxn>
                <a:cxn ang="0">
                  <a:pos x="259" y="327"/>
                </a:cxn>
              </a:cxnLst>
              <a:rect l="0" t="0" r="r" b="b"/>
              <a:pathLst>
                <a:path w="1998" h="1997">
                  <a:moveTo>
                    <a:pt x="259" y="327"/>
                  </a:moveTo>
                  <a:lnTo>
                    <a:pt x="263" y="322"/>
                  </a:lnTo>
                  <a:lnTo>
                    <a:pt x="267" y="318"/>
                  </a:lnTo>
                  <a:lnTo>
                    <a:pt x="270" y="314"/>
                  </a:lnTo>
                  <a:lnTo>
                    <a:pt x="274" y="311"/>
                  </a:lnTo>
                  <a:lnTo>
                    <a:pt x="277" y="307"/>
                  </a:lnTo>
                  <a:lnTo>
                    <a:pt x="279" y="304"/>
                  </a:lnTo>
                  <a:lnTo>
                    <a:pt x="282" y="302"/>
                  </a:lnTo>
                  <a:lnTo>
                    <a:pt x="284" y="299"/>
                  </a:lnTo>
                  <a:lnTo>
                    <a:pt x="286" y="297"/>
                  </a:lnTo>
                  <a:lnTo>
                    <a:pt x="288" y="295"/>
                  </a:lnTo>
                  <a:lnTo>
                    <a:pt x="289" y="293"/>
                  </a:lnTo>
                  <a:lnTo>
                    <a:pt x="290" y="292"/>
                  </a:lnTo>
                  <a:lnTo>
                    <a:pt x="291" y="291"/>
                  </a:lnTo>
                  <a:lnTo>
                    <a:pt x="292" y="290"/>
                  </a:lnTo>
                  <a:lnTo>
                    <a:pt x="291" y="289"/>
                  </a:lnTo>
                  <a:lnTo>
                    <a:pt x="291" y="288"/>
                  </a:lnTo>
                  <a:lnTo>
                    <a:pt x="289" y="287"/>
                  </a:lnTo>
                  <a:lnTo>
                    <a:pt x="288" y="285"/>
                  </a:lnTo>
                  <a:lnTo>
                    <a:pt x="285" y="283"/>
                  </a:lnTo>
                  <a:lnTo>
                    <a:pt x="283" y="281"/>
                  </a:lnTo>
                  <a:lnTo>
                    <a:pt x="280" y="278"/>
                  </a:lnTo>
                  <a:lnTo>
                    <a:pt x="277" y="275"/>
                  </a:lnTo>
                  <a:lnTo>
                    <a:pt x="274" y="271"/>
                  </a:lnTo>
                  <a:lnTo>
                    <a:pt x="270" y="267"/>
                  </a:lnTo>
                  <a:lnTo>
                    <a:pt x="265" y="263"/>
                  </a:lnTo>
                  <a:lnTo>
                    <a:pt x="261" y="258"/>
                  </a:lnTo>
                  <a:lnTo>
                    <a:pt x="256" y="253"/>
                  </a:lnTo>
                  <a:lnTo>
                    <a:pt x="250" y="248"/>
                  </a:lnTo>
                  <a:lnTo>
                    <a:pt x="244" y="242"/>
                  </a:lnTo>
                  <a:lnTo>
                    <a:pt x="239" y="236"/>
                  </a:lnTo>
                  <a:lnTo>
                    <a:pt x="233" y="231"/>
                  </a:lnTo>
                  <a:lnTo>
                    <a:pt x="228" y="226"/>
                  </a:lnTo>
                  <a:lnTo>
                    <a:pt x="224" y="221"/>
                  </a:lnTo>
                  <a:lnTo>
                    <a:pt x="219" y="217"/>
                  </a:lnTo>
                  <a:lnTo>
                    <a:pt x="215" y="213"/>
                  </a:lnTo>
                  <a:lnTo>
                    <a:pt x="212" y="209"/>
                  </a:lnTo>
                  <a:lnTo>
                    <a:pt x="209" y="206"/>
                  </a:lnTo>
                  <a:lnTo>
                    <a:pt x="206" y="203"/>
                  </a:lnTo>
                  <a:lnTo>
                    <a:pt x="203" y="201"/>
                  </a:lnTo>
                  <a:lnTo>
                    <a:pt x="201" y="199"/>
                  </a:lnTo>
                  <a:lnTo>
                    <a:pt x="200" y="197"/>
                  </a:lnTo>
                  <a:lnTo>
                    <a:pt x="198" y="196"/>
                  </a:lnTo>
                  <a:lnTo>
                    <a:pt x="197" y="195"/>
                  </a:lnTo>
                  <a:lnTo>
                    <a:pt x="197" y="194"/>
                  </a:lnTo>
                  <a:lnTo>
                    <a:pt x="198" y="195"/>
                  </a:lnTo>
                  <a:lnTo>
                    <a:pt x="200" y="195"/>
                  </a:lnTo>
                  <a:lnTo>
                    <a:pt x="205" y="197"/>
                  </a:lnTo>
                  <a:lnTo>
                    <a:pt x="211" y="198"/>
                  </a:lnTo>
                  <a:lnTo>
                    <a:pt x="219" y="200"/>
                  </a:lnTo>
                  <a:lnTo>
                    <a:pt x="230" y="203"/>
                  </a:lnTo>
                  <a:lnTo>
                    <a:pt x="241" y="206"/>
                  </a:lnTo>
                  <a:lnTo>
                    <a:pt x="255" y="210"/>
                  </a:lnTo>
                  <a:lnTo>
                    <a:pt x="271" y="214"/>
                  </a:lnTo>
                  <a:lnTo>
                    <a:pt x="288" y="219"/>
                  </a:lnTo>
                  <a:lnTo>
                    <a:pt x="307" y="224"/>
                  </a:lnTo>
                  <a:lnTo>
                    <a:pt x="328" y="230"/>
                  </a:lnTo>
                  <a:lnTo>
                    <a:pt x="351" y="236"/>
                  </a:lnTo>
                  <a:lnTo>
                    <a:pt x="376" y="243"/>
                  </a:lnTo>
                  <a:lnTo>
                    <a:pt x="402" y="250"/>
                  </a:lnTo>
                  <a:lnTo>
                    <a:pt x="431" y="258"/>
                  </a:lnTo>
                  <a:lnTo>
                    <a:pt x="459" y="265"/>
                  </a:lnTo>
                  <a:lnTo>
                    <a:pt x="486" y="273"/>
                  </a:lnTo>
                  <a:lnTo>
                    <a:pt x="510" y="279"/>
                  </a:lnTo>
                  <a:lnTo>
                    <a:pt x="533" y="285"/>
                  </a:lnTo>
                  <a:lnTo>
                    <a:pt x="554" y="291"/>
                  </a:lnTo>
                  <a:lnTo>
                    <a:pt x="573" y="296"/>
                  </a:lnTo>
                  <a:lnTo>
                    <a:pt x="591" y="301"/>
                  </a:lnTo>
                  <a:lnTo>
                    <a:pt x="606" y="305"/>
                  </a:lnTo>
                  <a:lnTo>
                    <a:pt x="620" y="309"/>
                  </a:lnTo>
                  <a:lnTo>
                    <a:pt x="632" y="312"/>
                  </a:lnTo>
                  <a:lnTo>
                    <a:pt x="642" y="315"/>
                  </a:lnTo>
                  <a:lnTo>
                    <a:pt x="650" y="317"/>
                  </a:lnTo>
                  <a:lnTo>
                    <a:pt x="656" y="319"/>
                  </a:lnTo>
                  <a:lnTo>
                    <a:pt x="661" y="320"/>
                  </a:lnTo>
                  <a:lnTo>
                    <a:pt x="664" y="321"/>
                  </a:lnTo>
                  <a:lnTo>
                    <a:pt x="665" y="321"/>
                  </a:lnTo>
                  <a:lnTo>
                    <a:pt x="665" y="322"/>
                  </a:lnTo>
                  <a:lnTo>
                    <a:pt x="666" y="325"/>
                  </a:lnTo>
                  <a:lnTo>
                    <a:pt x="667" y="329"/>
                  </a:lnTo>
                  <a:lnTo>
                    <a:pt x="669" y="336"/>
                  </a:lnTo>
                  <a:lnTo>
                    <a:pt x="671" y="344"/>
                  </a:lnTo>
                  <a:lnTo>
                    <a:pt x="674" y="354"/>
                  </a:lnTo>
                  <a:lnTo>
                    <a:pt x="677" y="366"/>
                  </a:lnTo>
                  <a:lnTo>
                    <a:pt x="681" y="380"/>
                  </a:lnTo>
                  <a:lnTo>
                    <a:pt x="685" y="395"/>
                  </a:lnTo>
                  <a:lnTo>
                    <a:pt x="689" y="413"/>
                  </a:lnTo>
                  <a:lnTo>
                    <a:pt x="695" y="432"/>
                  </a:lnTo>
                  <a:lnTo>
                    <a:pt x="700" y="453"/>
                  </a:lnTo>
                  <a:lnTo>
                    <a:pt x="707" y="476"/>
                  </a:lnTo>
                  <a:lnTo>
                    <a:pt x="713" y="501"/>
                  </a:lnTo>
                  <a:lnTo>
                    <a:pt x="720" y="528"/>
                  </a:lnTo>
                  <a:lnTo>
                    <a:pt x="728" y="556"/>
                  </a:lnTo>
                  <a:lnTo>
                    <a:pt x="736" y="584"/>
                  </a:lnTo>
                  <a:lnTo>
                    <a:pt x="743" y="611"/>
                  </a:lnTo>
                  <a:lnTo>
                    <a:pt x="750" y="636"/>
                  </a:lnTo>
                  <a:lnTo>
                    <a:pt x="756" y="659"/>
                  </a:lnTo>
                  <a:lnTo>
                    <a:pt x="761" y="680"/>
                  </a:lnTo>
                  <a:lnTo>
                    <a:pt x="767" y="699"/>
                  </a:lnTo>
                  <a:lnTo>
                    <a:pt x="771" y="717"/>
                  </a:lnTo>
                  <a:lnTo>
                    <a:pt x="776" y="732"/>
                  </a:lnTo>
                  <a:lnTo>
                    <a:pt x="779" y="746"/>
                  </a:lnTo>
                  <a:lnTo>
                    <a:pt x="783" y="758"/>
                  </a:lnTo>
                  <a:lnTo>
                    <a:pt x="785" y="768"/>
                  </a:lnTo>
                  <a:lnTo>
                    <a:pt x="787" y="776"/>
                  </a:lnTo>
                  <a:lnTo>
                    <a:pt x="789" y="783"/>
                  </a:lnTo>
                  <a:lnTo>
                    <a:pt x="790" y="787"/>
                  </a:lnTo>
                  <a:lnTo>
                    <a:pt x="791" y="790"/>
                  </a:lnTo>
                  <a:lnTo>
                    <a:pt x="791" y="791"/>
                  </a:lnTo>
                  <a:lnTo>
                    <a:pt x="791" y="790"/>
                  </a:lnTo>
                  <a:lnTo>
                    <a:pt x="790" y="789"/>
                  </a:lnTo>
                  <a:lnTo>
                    <a:pt x="788" y="788"/>
                  </a:lnTo>
                  <a:lnTo>
                    <a:pt x="786" y="786"/>
                  </a:lnTo>
                  <a:lnTo>
                    <a:pt x="784" y="784"/>
                  </a:lnTo>
                  <a:lnTo>
                    <a:pt x="782" y="781"/>
                  </a:lnTo>
                  <a:lnTo>
                    <a:pt x="779" y="778"/>
                  </a:lnTo>
                  <a:lnTo>
                    <a:pt x="775" y="775"/>
                  </a:lnTo>
                  <a:lnTo>
                    <a:pt x="771" y="771"/>
                  </a:lnTo>
                  <a:lnTo>
                    <a:pt x="767" y="767"/>
                  </a:lnTo>
                  <a:lnTo>
                    <a:pt x="762" y="763"/>
                  </a:lnTo>
                  <a:lnTo>
                    <a:pt x="757" y="758"/>
                  </a:lnTo>
                  <a:lnTo>
                    <a:pt x="752" y="752"/>
                  </a:lnTo>
                  <a:lnTo>
                    <a:pt x="746" y="746"/>
                  </a:lnTo>
                  <a:lnTo>
                    <a:pt x="740" y="740"/>
                  </a:lnTo>
                  <a:lnTo>
                    <a:pt x="734" y="734"/>
                  </a:lnTo>
                  <a:lnTo>
                    <a:pt x="728" y="728"/>
                  </a:lnTo>
                  <a:lnTo>
                    <a:pt x="722" y="723"/>
                  </a:lnTo>
                  <a:lnTo>
                    <a:pt x="717" y="718"/>
                  </a:lnTo>
                  <a:lnTo>
                    <a:pt x="713" y="714"/>
                  </a:lnTo>
                  <a:lnTo>
                    <a:pt x="708" y="709"/>
                  </a:lnTo>
                  <a:lnTo>
                    <a:pt x="704" y="706"/>
                  </a:lnTo>
                  <a:lnTo>
                    <a:pt x="701" y="702"/>
                  </a:lnTo>
                  <a:lnTo>
                    <a:pt x="698" y="699"/>
                  </a:lnTo>
                  <a:lnTo>
                    <a:pt x="695" y="697"/>
                  </a:lnTo>
                  <a:lnTo>
                    <a:pt x="693" y="695"/>
                  </a:lnTo>
                  <a:lnTo>
                    <a:pt x="691" y="693"/>
                  </a:lnTo>
                  <a:lnTo>
                    <a:pt x="690" y="691"/>
                  </a:lnTo>
                  <a:lnTo>
                    <a:pt x="689" y="690"/>
                  </a:lnTo>
                  <a:lnTo>
                    <a:pt x="688" y="690"/>
                  </a:lnTo>
                  <a:lnTo>
                    <a:pt x="687" y="691"/>
                  </a:lnTo>
                  <a:lnTo>
                    <a:pt x="686" y="692"/>
                  </a:lnTo>
                  <a:lnTo>
                    <a:pt x="685" y="693"/>
                  </a:lnTo>
                  <a:lnTo>
                    <a:pt x="684" y="695"/>
                  </a:lnTo>
                  <a:lnTo>
                    <a:pt x="682" y="697"/>
                  </a:lnTo>
                  <a:lnTo>
                    <a:pt x="680" y="699"/>
                  </a:lnTo>
                  <a:lnTo>
                    <a:pt x="678" y="702"/>
                  </a:lnTo>
                  <a:lnTo>
                    <a:pt x="676" y="704"/>
                  </a:lnTo>
                  <a:lnTo>
                    <a:pt x="673" y="708"/>
                  </a:lnTo>
                  <a:lnTo>
                    <a:pt x="670" y="711"/>
                  </a:lnTo>
                  <a:lnTo>
                    <a:pt x="667" y="715"/>
                  </a:lnTo>
                  <a:lnTo>
                    <a:pt x="663" y="719"/>
                  </a:lnTo>
                  <a:lnTo>
                    <a:pt x="660" y="723"/>
                  </a:lnTo>
                  <a:lnTo>
                    <a:pt x="656" y="728"/>
                  </a:lnTo>
                  <a:lnTo>
                    <a:pt x="652" y="733"/>
                  </a:lnTo>
                  <a:lnTo>
                    <a:pt x="648" y="738"/>
                  </a:lnTo>
                  <a:lnTo>
                    <a:pt x="644" y="743"/>
                  </a:lnTo>
                  <a:lnTo>
                    <a:pt x="640" y="748"/>
                  </a:lnTo>
                  <a:lnTo>
                    <a:pt x="636" y="754"/>
                  </a:lnTo>
                  <a:lnTo>
                    <a:pt x="633" y="760"/>
                  </a:lnTo>
                  <a:lnTo>
                    <a:pt x="629" y="766"/>
                  </a:lnTo>
                  <a:lnTo>
                    <a:pt x="625" y="772"/>
                  </a:lnTo>
                  <a:lnTo>
                    <a:pt x="622" y="778"/>
                  </a:lnTo>
                  <a:lnTo>
                    <a:pt x="618" y="785"/>
                  </a:lnTo>
                  <a:lnTo>
                    <a:pt x="614" y="792"/>
                  </a:lnTo>
                  <a:lnTo>
                    <a:pt x="611" y="799"/>
                  </a:lnTo>
                  <a:lnTo>
                    <a:pt x="607" y="806"/>
                  </a:lnTo>
                  <a:lnTo>
                    <a:pt x="604" y="814"/>
                  </a:lnTo>
                  <a:lnTo>
                    <a:pt x="601" y="821"/>
                  </a:lnTo>
                  <a:lnTo>
                    <a:pt x="597" y="829"/>
                  </a:lnTo>
                  <a:lnTo>
                    <a:pt x="594" y="837"/>
                  </a:lnTo>
                  <a:lnTo>
                    <a:pt x="591" y="845"/>
                  </a:lnTo>
                  <a:lnTo>
                    <a:pt x="588" y="852"/>
                  </a:lnTo>
                  <a:lnTo>
                    <a:pt x="585" y="860"/>
                  </a:lnTo>
                  <a:lnTo>
                    <a:pt x="583" y="868"/>
                  </a:lnTo>
                  <a:lnTo>
                    <a:pt x="580" y="875"/>
                  </a:lnTo>
                  <a:lnTo>
                    <a:pt x="578" y="882"/>
                  </a:lnTo>
                  <a:lnTo>
                    <a:pt x="576" y="890"/>
                  </a:lnTo>
                  <a:lnTo>
                    <a:pt x="574" y="897"/>
                  </a:lnTo>
                  <a:lnTo>
                    <a:pt x="572" y="904"/>
                  </a:lnTo>
                  <a:lnTo>
                    <a:pt x="570" y="911"/>
                  </a:lnTo>
                  <a:lnTo>
                    <a:pt x="568" y="918"/>
                  </a:lnTo>
                  <a:lnTo>
                    <a:pt x="567" y="925"/>
                  </a:lnTo>
                  <a:lnTo>
                    <a:pt x="566" y="932"/>
                  </a:lnTo>
                  <a:lnTo>
                    <a:pt x="564" y="938"/>
                  </a:lnTo>
                  <a:lnTo>
                    <a:pt x="563" y="945"/>
                  </a:lnTo>
                  <a:lnTo>
                    <a:pt x="562" y="952"/>
                  </a:lnTo>
                  <a:lnTo>
                    <a:pt x="562" y="959"/>
                  </a:lnTo>
                  <a:lnTo>
                    <a:pt x="561" y="966"/>
                  </a:lnTo>
                  <a:lnTo>
                    <a:pt x="561" y="973"/>
                  </a:lnTo>
                  <a:lnTo>
                    <a:pt x="561" y="981"/>
                  </a:lnTo>
                  <a:lnTo>
                    <a:pt x="561" y="989"/>
                  </a:lnTo>
                  <a:lnTo>
                    <a:pt x="561" y="997"/>
                  </a:lnTo>
                  <a:lnTo>
                    <a:pt x="561" y="1005"/>
                  </a:lnTo>
                  <a:lnTo>
                    <a:pt x="562" y="1014"/>
                  </a:lnTo>
                  <a:lnTo>
                    <a:pt x="562" y="1023"/>
                  </a:lnTo>
                  <a:lnTo>
                    <a:pt x="563" y="1032"/>
                  </a:lnTo>
                  <a:lnTo>
                    <a:pt x="564" y="1041"/>
                  </a:lnTo>
                  <a:lnTo>
                    <a:pt x="565" y="1051"/>
                  </a:lnTo>
                  <a:lnTo>
                    <a:pt x="567" y="1060"/>
                  </a:lnTo>
                  <a:lnTo>
                    <a:pt x="568" y="1070"/>
                  </a:lnTo>
                  <a:lnTo>
                    <a:pt x="570" y="1081"/>
                  </a:lnTo>
                  <a:lnTo>
                    <a:pt x="572" y="1091"/>
                  </a:lnTo>
                  <a:lnTo>
                    <a:pt x="574" y="1101"/>
                  </a:lnTo>
                  <a:lnTo>
                    <a:pt x="577" y="1111"/>
                  </a:lnTo>
                  <a:lnTo>
                    <a:pt x="579" y="1121"/>
                  </a:lnTo>
                  <a:lnTo>
                    <a:pt x="582" y="1131"/>
                  </a:lnTo>
                  <a:lnTo>
                    <a:pt x="585" y="1141"/>
                  </a:lnTo>
                  <a:lnTo>
                    <a:pt x="589" y="1151"/>
                  </a:lnTo>
                  <a:lnTo>
                    <a:pt x="593" y="1161"/>
                  </a:lnTo>
                  <a:lnTo>
                    <a:pt x="596" y="1170"/>
                  </a:lnTo>
                  <a:lnTo>
                    <a:pt x="601" y="1180"/>
                  </a:lnTo>
                  <a:lnTo>
                    <a:pt x="605" y="1189"/>
                  </a:lnTo>
                  <a:lnTo>
                    <a:pt x="610" y="1198"/>
                  </a:lnTo>
                  <a:lnTo>
                    <a:pt x="614" y="1208"/>
                  </a:lnTo>
                  <a:lnTo>
                    <a:pt x="620" y="1217"/>
                  </a:lnTo>
                  <a:lnTo>
                    <a:pt x="625" y="1226"/>
                  </a:lnTo>
                  <a:lnTo>
                    <a:pt x="631" y="1235"/>
                  </a:lnTo>
                  <a:lnTo>
                    <a:pt x="636" y="1244"/>
                  </a:lnTo>
                  <a:lnTo>
                    <a:pt x="642" y="1252"/>
                  </a:lnTo>
                  <a:lnTo>
                    <a:pt x="649" y="1261"/>
                  </a:lnTo>
                  <a:lnTo>
                    <a:pt x="655" y="1269"/>
                  </a:lnTo>
                  <a:lnTo>
                    <a:pt x="662" y="1277"/>
                  </a:lnTo>
                  <a:lnTo>
                    <a:pt x="669" y="1285"/>
                  </a:lnTo>
                  <a:lnTo>
                    <a:pt x="676" y="1293"/>
                  </a:lnTo>
                  <a:lnTo>
                    <a:pt x="684" y="1301"/>
                  </a:lnTo>
                  <a:lnTo>
                    <a:pt x="691" y="1309"/>
                  </a:lnTo>
                  <a:lnTo>
                    <a:pt x="699" y="1316"/>
                  </a:lnTo>
                  <a:lnTo>
                    <a:pt x="707" y="1323"/>
                  </a:lnTo>
                  <a:lnTo>
                    <a:pt x="716" y="1331"/>
                  </a:lnTo>
                  <a:lnTo>
                    <a:pt x="724" y="1337"/>
                  </a:lnTo>
                  <a:lnTo>
                    <a:pt x="733" y="1344"/>
                  </a:lnTo>
                  <a:lnTo>
                    <a:pt x="742" y="1351"/>
                  </a:lnTo>
                  <a:lnTo>
                    <a:pt x="751" y="1358"/>
                  </a:lnTo>
                  <a:lnTo>
                    <a:pt x="761" y="1364"/>
                  </a:lnTo>
                  <a:lnTo>
                    <a:pt x="770" y="1370"/>
                  </a:lnTo>
                  <a:lnTo>
                    <a:pt x="780" y="1376"/>
                  </a:lnTo>
                  <a:lnTo>
                    <a:pt x="790" y="1381"/>
                  </a:lnTo>
                  <a:lnTo>
                    <a:pt x="799" y="1386"/>
                  </a:lnTo>
                  <a:lnTo>
                    <a:pt x="809" y="1391"/>
                  </a:lnTo>
                  <a:lnTo>
                    <a:pt x="819" y="1396"/>
                  </a:lnTo>
                  <a:lnTo>
                    <a:pt x="829" y="1400"/>
                  </a:lnTo>
                  <a:lnTo>
                    <a:pt x="839" y="1405"/>
                  </a:lnTo>
                  <a:lnTo>
                    <a:pt x="850" y="1408"/>
                  </a:lnTo>
                  <a:lnTo>
                    <a:pt x="860" y="1412"/>
                  </a:lnTo>
                  <a:lnTo>
                    <a:pt x="870" y="1415"/>
                  </a:lnTo>
                  <a:lnTo>
                    <a:pt x="881" y="1418"/>
                  </a:lnTo>
                  <a:lnTo>
                    <a:pt x="891" y="1421"/>
                  </a:lnTo>
                  <a:lnTo>
                    <a:pt x="902" y="1424"/>
                  </a:lnTo>
                  <a:lnTo>
                    <a:pt x="912" y="1426"/>
                  </a:lnTo>
                  <a:lnTo>
                    <a:pt x="923" y="1428"/>
                  </a:lnTo>
                  <a:lnTo>
                    <a:pt x="934" y="1429"/>
                  </a:lnTo>
                  <a:lnTo>
                    <a:pt x="944" y="1431"/>
                  </a:lnTo>
                  <a:lnTo>
                    <a:pt x="955" y="1432"/>
                  </a:lnTo>
                  <a:lnTo>
                    <a:pt x="966" y="1433"/>
                  </a:lnTo>
                  <a:lnTo>
                    <a:pt x="976" y="1434"/>
                  </a:lnTo>
                  <a:lnTo>
                    <a:pt x="987" y="1434"/>
                  </a:lnTo>
                  <a:lnTo>
                    <a:pt x="998" y="1434"/>
                  </a:lnTo>
                  <a:lnTo>
                    <a:pt x="1008" y="1434"/>
                  </a:lnTo>
                  <a:lnTo>
                    <a:pt x="1019" y="1434"/>
                  </a:lnTo>
                  <a:lnTo>
                    <a:pt x="1029" y="1433"/>
                  </a:lnTo>
                  <a:lnTo>
                    <a:pt x="1040" y="1433"/>
                  </a:lnTo>
                  <a:lnTo>
                    <a:pt x="1051" y="1432"/>
                  </a:lnTo>
                  <a:lnTo>
                    <a:pt x="1061" y="1430"/>
                  </a:lnTo>
                  <a:lnTo>
                    <a:pt x="1072" y="1429"/>
                  </a:lnTo>
                  <a:lnTo>
                    <a:pt x="1082" y="1427"/>
                  </a:lnTo>
                  <a:lnTo>
                    <a:pt x="1092" y="1425"/>
                  </a:lnTo>
                  <a:lnTo>
                    <a:pt x="1103" y="1422"/>
                  </a:lnTo>
                  <a:lnTo>
                    <a:pt x="1113" y="1420"/>
                  </a:lnTo>
                  <a:lnTo>
                    <a:pt x="1124" y="1417"/>
                  </a:lnTo>
                  <a:lnTo>
                    <a:pt x="1134" y="1413"/>
                  </a:lnTo>
                  <a:lnTo>
                    <a:pt x="1144" y="1410"/>
                  </a:lnTo>
                  <a:lnTo>
                    <a:pt x="1154" y="1406"/>
                  </a:lnTo>
                  <a:lnTo>
                    <a:pt x="1165" y="1402"/>
                  </a:lnTo>
                  <a:lnTo>
                    <a:pt x="1175" y="1397"/>
                  </a:lnTo>
                  <a:lnTo>
                    <a:pt x="1185" y="1392"/>
                  </a:lnTo>
                  <a:lnTo>
                    <a:pt x="1195" y="1387"/>
                  </a:lnTo>
                  <a:lnTo>
                    <a:pt x="1205" y="1382"/>
                  </a:lnTo>
                  <a:lnTo>
                    <a:pt x="1215" y="1376"/>
                  </a:lnTo>
                  <a:lnTo>
                    <a:pt x="1225" y="1370"/>
                  </a:lnTo>
                  <a:lnTo>
                    <a:pt x="1235" y="1364"/>
                  </a:lnTo>
                  <a:lnTo>
                    <a:pt x="1245" y="1358"/>
                  </a:lnTo>
                  <a:lnTo>
                    <a:pt x="1255" y="1351"/>
                  </a:lnTo>
                  <a:lnTo>
                    <a:pt x="1264" y="1344"/>
                  </a:lnTo>
                  <a:lnTo>
                    <a:pt x="1273" y="1337"/>
                  </a:lnTo>
                  <a:lnTo>
                    <a:pt x="1282" y="1330"/>
                  </a:lnTo>
                  <a:lnTo>
                    <a:pt x="1291" y="1322"/>
                  </a:lnTo>
                  <a:lnTo>
                    <a:pt x="1299" y="1315"/>
                  </a:lnTo>
                  <a:lnTo>
                    <a:pt x="1307" y="1307"/>
                  </a:lnTo>
                  <a:lnTo>
                    <a:pt x="1315" y="1299"/>
                  </a:lnTo>
                  <a:lnTo>
                    <a:pt x="1323" y="1291"/>
                  </a:lnTo>
                  <a:lnTo>
                    <a:pt x="1330" y="1283"/>
                  </a:lnTo>
                  <a:lnTo>
                    <a:pt x="1337" y="1275"/>
                  </a:lnTo>
                  <a:lnTo>
                    <a:pt x="1344" y="1266"/>
                  </a:lnTo>
                  <a:lnTo>
                    <a:pt x="1351" y="1258"/>
                  </a:lnTo>
                  <a:lnTo>
                    <a:pt x="1357" y="1249"/>
                  </a:lnTo>
                  <a:lnTo>
                    <a:pt x="1363" y="1240"/>
                  </a:lnTo>
                  <a:lnTo>
                    <a:pt x="1369" y="1231"/>
                  </a:lnTo>
                  <a:lnTo>
                    <a:pt x="1374" y="1222"/>
                  </a:lnTo>
                  <a:lnTo>
                    <a:pt x="1379" y="1212"/>
                  </a:lnTo>
                  <a:lnTo>
                    <a:pt x="1384" y="1203"/>
                  </a:lnTo>
                  <a:lnTo>
                    <a:pt x="1389" y="1194"/>
                  </a:lnTo>
                  <a:lnTo>
                    <a:pt x="1394" y="1185"/>
                  </a:lnTo>
                  <a:lnTo>
                    <a:pt x="1398" y="1175"/>
                  </a:lnTo>
                  <a:lnTo>
                    <a:pt x="1402" y="1166"/>
                  </a:lnTo>
                  <a:lnTo>
                    <a:pt x="1406" y="1156"/>
                  </a:lnTo>
                  <a:lnTo>
                    <a:pt x="1410" y="1147"/>
                  </a:lnTo>
                  <a:lnTo>
                    <a:pt x="1413" y="1137"/>
                  </a:lnTo>
                  <a:lnTo>
                    <a:pt x="1416" y="1127"/>
                  </a:lnTo>
                  <a:lnTo>
                    <a:pt x="1419" y="1118"/>
                  </a:lnTo>
                  <a:lnTo>
                    <a:pt x="1422" y="1108"/>
                  </a:lnTo>
                  <a:lnTo>
                    <a:pt x="1424" y="1098"/>
                  </a:lnTo>
                  <a:lnTo>
                    <a:pt x="1426" y="1089"/>
                  </a:lnTo>
                  <a:lnTo>
                    <a:pt x="1428" y="1079"/>
                  </a:lnTo>
                  <a:lnTo>
                    <a:pt x="1430" y="1069"/>
                  </a:lnTo>
                  <a:lnTo>
                    <a:pt x="1431" y="1059"/>
                  </a:lnTo>
                  <a:lnTo>
                    <a:pt x="1433" y="1049"/>
                  </a:lnTo>
                  <a:lnTo>
                    <a:pt x="1433" y="1039"/>
                  </a:lnTo>
                  <a:lnTo>
                    <a:pt x="1434" y="1028"/>
                  </a:lnTo>
                  <a:lnTo>
                    <a:pt x="1435" y="1018"/>
                  </a:lnTo>
                  <a:lnTo>
                    <a:pt x="1435" y="1008"/>
                  </a:lnTo>
                  <a:lnTo>
                    <a:pt x="1435" y="998"/>
                  </a:lnTo>
                  <a:lnTo>
                    <a:pt x="1434" y="987"/>
                  </a:lnTo>
                  <a:lnTo>
                    <a:pt x="1434" y="977"/>
                  </a:lnTo>
                  <a:lnTo>
                    <a:pt x="1433" y="966"/>
                  </a:lnTo>
                  <a:lnTo>
                    <a:pt x="1432" y="955"/>
                  </a:lnTo>
                  <a:lnTo>
                    <a:pt x="1431" y="945"/>
                  </a:lnTo>
                  <a:lnTo>
                    <a:pt x="1429" y="934"/>
                  </a:lnTo>
                  <a:lnTo>
                    <a:pt x="1427" y="923"/>
                  </a:lnTo>
                  <a:lnTo>
                    <a:pt x="1425" y="912"/>
                  </a:lnTo>
                  <a:lnTo>
                    <a:pt x="1423" y="901"/>
                  </a:lnTo>
                  <a:lnTo>
                    <a:pt x="1420" y="890"/>
                  </a:lnTo>
                  <a:lnTo>
                    <a:pt x="1418" y="880"/>
                  </a:lnTo>
                  <a:lnTo>
                    <a:pt x="1415" y="869"/>
                  </a:lnTo>
                  <a:lnTo>
                    <a:pt x="1411" y="859"/>
                  </a:lnTo>
                  <a:lnTo>
                    <a:pt x="1408" y="849"/>
                  </a:lnTo>
                  <a:lnTo>
                    <a:pt x="1404" y="839"/>
                  </a:lnTo>
                  <a:lnTo>
                    <a:pt x="1400" y="829"/>
                  </a:lnTo>
                  <a:lnTo>
                    <a:pt x="1396" y="819"/>
                  </a:lnTo>
                  <a:lnTo>
                    <a:pt x="1392" y="809"/>
                  </a:lnTo>
                  <a:lnTo>
                    <a:pt x="1387" y="800"/>
                  </a:lnTo>
                  <a:lnTo>
                    <a:pt x="1382" y="790"/>
                  </a:lnTo>
                  <a:lnTo>
                    <a:pt x="1377" y="781"/>
                  </a:lnTo>
                  <a:lnTo>
                    <a:pt x="1372" y="772"/>
                  </a:lnTo>
                  <a:lnTo>
                    <a:pt x="1367" y="763"/>
                  </a:lnTo>
                  <a:lnTo>
                    <a:pt x="1361" y="754"/>
                  </a:lnTo>
                  <a:lnTo>
                    <a:pt x="1355" y="745"/>
                  </a:lnTo>
                  <a:lnTo>
                    <a:pt x="1349" y="737"/>
                  </a:lnTo>
                  <a:lnTo>
                    <a:pt x="1342" y="728"/>
                  </a:lnTo>
                  <a:lnTo>
                    <a:pt x="1336" y="720"/>
                  </a:lnTo>
                  <a:lnTo>
                    <a:pt x="1329" y="712"/>
                  </a:lnTo>
                  <a:lnTo>
                    <a:pt x="1322" y="704"/>
                  </a:lnTo>
                  <a:lnTo>
                    <a:pt x="1315" y="696"/>
                  </a:lnTo>
                  <a:lnTo>
                    <a:pt x="1307" y="689"/>
                  </a:lnTo>
                  <a:lnTo>
                    <a:pt x="1300" y="681"/>
                  </a:lnTo>
                  <a:lnTo>
                    <a:pt x="1292" y="674"/>
                  </a:lnTo>
                  <a:lnTo>
                    <a:pt x="1284" y="667"/>
                  </a:lnTo>
                  <a:lnTo>
                    <a:pt x="1275" y="660"/>
                  </a:lnTo>
                  <a:lnTo>
                    <a:pt x="1267" y="653"/>
                  </a:lnTo>
                  <a:lnTo>
                    <a:pt x="1258" y="646"/>
                  </a:lnTo>
                  <a:lnTo>
                    <a:pt x="1249" y="639"/>
                  </a:lnTo>
                  <a:lnTo>
                    <a:pt x="1240" y="633"/>
                  </a:lnTo>
                  <a:lnTo>
                    <a:pt x="1231" y="627"/>
                  </a:lnTo>
                  <a:lnTo>
                    <a:pt x="1221" y="621"/>
                  </a:lnTo>
                  <a:lnTo>
                    <a:pt x="1212" y="615"/>
                  </a:lnTo>
                  <a:lnTo>
                    <a:pt x="1202" y="610"/>
                  </a:lnTo>
                  <a:lnTo>
                    <a:pt x="1193" y="605"/>
                  </a:lnTo>
                  <a:lnTo>
                    <a:pt x="1183" y="600"/>
                  </a:lnTo>
                  <a:lnTo>
                    <a:pt x="1173" y="596"/>
                  </a:lnTo>
                  <a:lnTo>
                    <a:pt x="1163" y="592"/>
                  </a:lnTo>
                  <a:lnTo>
                    <a:pt x="1154" y="588"/>
                  </a:lnTo>
                  <a:lnTo>
                    <a:pt x="1144" y="585"/>
                  </a:lnTo>
                  <a:lnTo>
                    <a:pt x="1133" y="581"/>
                  </a:lnTo>
                  <a:lnTo>
                    <a:pt x="1123" y="578"/>
                  </a:lnTo>
                  <a:lnTo>
                    <a:pt x="1113" y="576"/>
                  </a:lnTo>
                  <a:lnTo>
                    <a:pt x="1103" y="573"/>
                  </a:lnTo>
                  <a:lnTo>
                    <a:pt x="1092" y="571"/>
                  </a:lnTo>
                  <a:lnTo>
                    <a:pt x="1082" y="570"/>
                  </a:lnTo>
                  <a:lnTo>
                    <a:pt x="1072" y="568"/>
                  </a:lnTo>
                  <a:lnTo>
                    <a:pt x="1062" y="567"/>
                  </a:lnTo>
                  <a:lnTo>
                    <a:pt x="1052" y="566"/>
                  </a:lnTo>
                  <a:lnTo>
                    <a:pt x="1043" y="565"/>
                  </a:lnTo>
                  <a:lnTo>
                    <a:pt x="1034" y="564"/>
                  </a:lnTo>
                  <a:lnTo>
                    <a:pt x="1025" y="563"/>
                  </a:lnTo>
                  <a:lnTo>
                    <a:pt x="1016" y="562"/>
                  </a:lnTo>
                  <a:lnTo>
                    <a:pt x="1008" y="562"/>
                  </a:lnTo>
                  <a:lnTo>
                    <a:pt x="1000" y="561"/>
                  </a:lnTo>
                  <a:lnTo>
                    <a:pt x="993" y="561"/>
                  </a:lnTo>
                  <a:lnTo>
                    <a:pt x="986" y="561"/>
                  </a:lnTo>
                  <a:lnTo>
                    <a:pt x="979" y="561"/>
                  </a:lnTo>
                  <a:lnTo>
                    <a:pt x="972" y="561"/>
                  </a:lnTo>
                  <a:lnTo>
                    <a:pt x="966" y="562"/>
                  </a:lnTo>
                  <a:lnTo>
                    <a:pt x="960" y="562"/>
                  </a:lnTo>
                  <a:lnTo>
                    <a:pt x="954" y="563"/>
                  </a:lnTo>
                  <a:lnTo>
                    <a:pt x="949" y="564"/>
                  </a:lnTo>
                  <a:lnTo>
                    <a:pt x="944" y="564"/>
                  </a:lnTo>
                  <a:lnTo>
                    <a:pt x="938" y="565"/>
                  </a:lnTo>
                  <a:lnTo>
                    <a:pt x="933" y="566"/>
                  </a:lnTo>
                  <a:lnTo>
                    <a:pt x="928" y="567"/>
                  </a:lnTo>
                  <a:lnTo>
                    <a:pt x="923" y="568"/>
                  </a:lnTo>
                  <a:lnTo>
                    <a:pt x="918" y="569"/>
                  </a:lnTo>
                  <a:lnTo>
                    <a:pt x="914" y="569"/>
                  </a:lnTo>
                  <a:lnTo>
                    <a:pt x="909" y="570"/>
                  </a:lnTo>
                  <a:lnTo>
                    <a:pt x="904" y="571"/>
                  </a:lnTo>
                  <a:lnTo>
                    <a:pt x="900" y="572"/>
                  </a:lnTo>
                  <a:lnTo>
                    <a:pt x="896" y="573"/>
                  </a:lnTo>
                  <a:lnTo>
                    <a:pt x="891" y="574"/>
                  </a:lnTo>
                  <a:lnTo>
                    <a:pt x="887" y="575"/>
                  </a:lnTo>
                  <a:lnTo>
                    <a:pt x="883" y="576"/>
                  </a:lnTo>
                  <a:lnTo>
                    <a:pt x="879" y="577"/>
                  </a:lnTo>
                  <a:lnTo>
                    <a:pt x="875" y="579"/>
                  </a:lnTo>
                  <a:lnTo>
                    <a:pt x="872" y="580"/>
                  </a:lnTo>
                  <a:lnTo>
                    <a:pt x="869" y="580"/>
                  </a:lnTo>
                  <a:lnTo>
                    <a:pt x="866" y="581"/>
                  </a:lnTo>
                  <a:lnTo>
                    <a:pt x="863" y="582"/>
                  </a:lnTo>
                  <a:lnTo>
                    <a:pt x="860" y="583"/>
                  </a:lnTo>
                  <a:lnTo>
                    <a:pt x="858" y="583"/>
                  </a:lnTo>
                  <a:lnTo>
                    <a:pt x="856" y="584"/>
                  </a:lnTo>
                  <a:lnTo>
                    <a:pt x="854" y="585"/>
                  </a:lnTo>
                  <a:lnTo>
                    <a:pt x="852" y="585"/>
                  </a:lnTo>
                  <a:lnTo>
                    <a:pt x="851" y="585"/>
                  </a:lnTo>
                  <a:lnTo>
                    <a:pt x="850" y="586"/>
                  </a:lnTo>
                  <a:lnTo>
                    <a:pt x="849" y="586"/>
                  </a:lnTo>
                  <a:lnTo>
                    <a:pt x="848" y="586"/>
                  </a:lnTo>
                  <a:lnTo>
                    <a:pt x="847" y="584"/>
                  </a:lnTo>
                  <a:lnTo>
                    <a:pt x="846" y="580"/>
                  </a:lnTo>
                  <a:lnTo>
                    <a:pt x="845" y="575"/>
                  </a:lnTo>
                  <a:lnTo>
                    <a:pt x="843" y="569"/>
                  </a:lnTo>
                  <a:lnTo>
                    <a:pt x="841" y="562"/>
                  </a:lnTo>
                  <a:lnTo>
                    <a:pt x="839" y="553"/>
                  </a:lnTo>
                  <a:lnTo>
                    <a:pt x="836" y="542"/>
                  </a:lnTo>
                  <a:lnTo>
                    <a:pt x="833" y="531"/>
                  </a:lnTo>
                  <a:lnTo>
                    <a:pt x="830" y="518"/>
                  </a:lnTo>
                  <a:lnTo>
                    <a:pt x="826" y="503"/>
                  </a:lnTo>
                  <a:lnTo>
                    <a:pt x="822" y="488"/>
                  </a:lnTo>
                  <a:lnTo>
                    <a:pt x="817" y="470"/>
                  </a:lnTo>
                  <a:lnTo>
                    <a:pt x="812" y="452"/>
                  </a:lnTo>
                  <a:lnTo>
                    <a:pt x="807" y="432"/>
                  </a:lnTo>
                  <a:lnTo>
                    <a:pt x="801" y="411"/>
                  </a:lnTo>
                  <a:lnTo>
                    <a:pt x="796" y="389"/>
                  </a:lnTo>
                  <a:lnTo>
                    <a:pt x="790" y="370"/>
                  </a:lnTo>
                  <a:lnTo>
                    <a:pt x="785" y="351"/>
                  </a:lnTo>
                  <a:lnTo>
                    <a:pt x="781" y="334"/>
                  </a:lnTo>
                  <a:lnTo>
                    <a:pt x="777" y="318"/>
                  </a:lnTo>
                  <a:lnTo>
                    <a:pt x="773" y="304"/>
                  </a:lnTo>
                  <a:lnTo>
                    <a:pt x="769" y="291"/>
                  </a:lnTo>
                  <a:lnTo>
                    <a:pt x="766" y="279"/>
                  </a:lnTo>
                  <a:lnTo>
                    <a:pt x="763" y="269"/>
                  </a:lnTo>
                  <a:lnTo>
                    <a:pt x="761" y="260"/>
                  </a:lnTo>
                  <a:lnTo>
                    <a:pt x="759" y="252"/>
                  </a:lnTo>
                  <a:lnTo>
                    <a:pt x="757" y="246"/>
                  </a:lnTo>
                  <a:lnTo>
                    <a:pt x="756" y="241"/>
                  </a:lnTo>
                  <a:lnTo>
                    <a:pt x="755" y="238"/>
                  </a:lnTo>
                  <a:lnTo>
                    <a:pt x="755" y="236"/>
                  </a:lnTo>
                  <a:lnTo>
                    <a:pt x="754" y="235"/>
                  </a:lnTo>
                  <a:lnTo>
                    <a:pt x="752" y="235"/>
                  </a:lnTo>
                  <a:lnTo>
                    <a:pt x="749" y="234"/>
                  </a:lnTo>
                  <a:lnTo>
                    <a:pt x="745" y="233"/>
                  </a:lnTo>
                  <a:lnTo>
                    <a:pt x="740" y="231"/>
                  </a:lnTo>
                  <a:lnTo>
                    <a:pt x="734" y="229"/>
                  </a:lnTo>
                  <a:lnTo>
                    <a:pt x="727" y="227"/>
                  </a:lnTo>
                  <a:lnTo>
                    <a:pt x="718" y="225"/>
                  </a:lnTo>
                  <a:lnTo>
                    <a:pt x="708" y="222"/>
                  </a:lnTo>
                  <a:lnTo>
                    <a:pt x="698" y="219"/>
                  </a:lnTo>
                  <a:lnTo>
                    <a:pt x="686" y="216"/>
                  </a:lnTo>
                  <a:lnTo>
                    <a:pt x="673" y="212"/>
                  </a:lnTo>
                  <a:lnTo>
                    <a:pt x="658" y="208"/>
                  </a:lnTo>
                  <a:lnTo>
                    <a:pt x="643" y="204"/>
                  </a:lnTo>
                  <a:lnTo>
                    <a:pt x="627" y="199"/>
                  </a:lnTo>
                  <a:lnTo>
                    <a:pt x="609" y="194"/>
                  </a:lnTo>
                  <a:lnTo>
                    <a:pt x="592" y="189"/>
                  </a:lnTo>
                  <a:lnTo>
                    <a:pt x="575" y="185"/>
                  </a:lnTo>
                  <a:lnTo>
                    <a:pt x="560" y="180"/>
                  </a:lnTo>
                  <a:lnTo>
                    <a:pt x="546" y="176"/>
                  </a:lnTo>
                  <a:lnTo>
                    <a:pt x="532" y="173"/>
                  </a:lnTo>
                  <a:lnTo>
                    <a:pt x="521" y="169"/>
                  </a:lnTo>
                  <a:lnTo>
                    <a:pt x="510" y="166"/>
                  </a:lnTo>
                  <a:lnTo>
                    <a:pt x="500" y="164"/>
                  </a:lnTo>
                  <a:lnTo>
                    <a:pt x="492" y="161"/>
                  </a:lnTo>
                  <a:lnTo>
                    <a:pt x="484" y="159"/>
                  </a:lnTo>
                  <a:lnTo>
                    <a:pt x="478" y="157"/>
                  </a:lnTo>
                  <a:lnTo>
                    <a:pt x="473" y="156"/>
                  </a:lnTo>
                  <a:lnTo>
                    <a:pt x="469" y="155"/>
                  </a:lnTo>
                  <a:lnTo>
                    <a:pt x="466" y="154"/>
                  </a:lnTo>
                  <a:lnTo>
                    <a:pt x="464" y="153"/>
                  </a:lnTo>
                  <a:lnTo>
                    <a:pt x="465" y="153"/>
                  </a:lnTo>
                  <a:lnTo>
                    <a:pt x="466" y="152"/>
                  </a:lnTo>
                  <a:lnTo>
                    <a:pt x="467" y="151"/>
                  </a:lnTo>
                  <a:lnTo>
                    <a:pt x="469" y="150"/>
                  </a:lnTo>
                  <a:lnTo>
                    <a:pt x="471" y="149"/>
                  </a:lnTo>
                  <a:lnTo>
                    <a:pt x="474" y="148"/>
                  </a:lnTo>
                  <a:lnTo>
                    <a:pt x="477" y="146"/>
                  </a:lnTo>
                  <a:lnTo>
                    <a:pt x="480" y="144"/>
                  </a:lnTo>
                  <a:lnTo>
                    <a:pt x="484" y="142"/>
                  </a:lnTo>
                  <a:lnTo>
                    <a:pt x="488" y="139"/>
                  </a:lnTo>
                  <a:lnTo>
                    <a:pt x="493" y="136"/>
                  </a:lnTo>
                  <a:lnTo>
                    <a:pt x="498" y="133"/>
                  </a:lnTo>
                  <a:lnTo>
                    <a:pt x="503" y="130"/>
                  </a:lnTo>
                  <a:lnTo>
                    <a:pt x="509" y="127"/>
                  </a:lnTo>
                  <a:lnTo>
                    <a:pt x="515" y="123"/>
                  </a:lnTo>
                  <a:lnTo>
                    <a:pt x="522" y="119"/>
                  </a:lnTo>
                  <a:lnTo>
                    <a:pt x="529" y="116"/>
                  </a:lnTo>
                  <a:lnTo>
                    <a:pt x="536" y="112"/>
                  </a:lnTo>
                  <a:lnTo>
                    <a:pt x="543" y="108"/>
                  </a:lnTo>
                  <a:lnTo>
                    <a:pt x="551" y="104"/>
                  </a:lnTo>
                  <a:lnTo>
                    <a:pt x="558" y="100"/>
                  </a:lnTo>
                  <a:lnTo>
                    <a:pt x="566" y="97"/>
                  </a:lnTo>
                  <a:lnTo>
                    <a:pt x="574" y="93"/>
                  </a:lnTo>
                  <a:lnTo>
                    <a:pt x="583" y="89"/>
                  </a:lnTo>
                  <a:lnTo>
                    <a:pt x="592" y="85"/>
                  </a:lnTo>
                  <a:lnTo>
                    <a:pt x="600" y="82"/>
                  </a:lnTo>
                  <a:lnTo>
                    <a:pt x="609" y="78"/>
                  </a:lnTo>
                  <a:lnTo>
                    <a:pt x="619" y="74"/>
                  </a:lnTo>
                  <a:lnTo>
                    <a:pt x="628" y="70"/>
                  </a:lnTo>
                  <a:lnTo>
                    <a:pt x="638" y="66"/>
                  </a:lnTo>
                  <a:lnTo>
                    <a:pt x="648" y="63"/>
                  </a:lnTo>
                  <a:lnTo>
                    <a:pt x="658" y="59"/>
                  </a:lnTo>
                  <a:lnTo>
                    <a:pt x="668" y="55"/>
                  </a:lnTo>
                  <a:lnTo>
                    <a:pt x="678" y="52"/>
                  </a:lnTo>
                  <a:lnTo>
                    <a:pt x="688" y="49"/>
                  </a:lnTo>
                  <a:lnTo>
                    <a:pt x="698" y="45"/>
                  </a:lnTo>
                  <a:lnTo>
                    <a:pt x="708" y="42"/>
                  </a:lnTo>
                  <a:lnTo>
                    <a:pt x="718" y="39"/>
                  </a:lnTo>
                  <a:lnTo>
                    <a:pt x="728" y="37"/>
                  </a:lnTo>
                  <a:lnTo>
                    <a:pt x="738" y="34"/>
                  </a:lnTo>
                  <a:lnTo>
                    <a:pt x="747" y="31"/>
                  </a:lnTo>
                  <a:lnTo>
                    <a:pt x="757" y="29"/>
                  </a:lnTo>
                  <a:lnTo>
                    <a:pt x="767" y="27"/>
                  </a:lnTo>
                  <a:lnTo>
                    <a:pt x="776" y="24"/>
                  </a:lnTo>
                  <a:lnTo>
                    <a:pt x="786" y="22"/>
                  </a:lnTo>
                  <a:lnTo>
                    <a:pt x="796" y="21"/>
                  </a:lnTo>
                  <a:lnTo>
                    <a:pt x="805" y="19"/>
                  </a:lnTo>
                  <a:lnTo>
                    <a:pt x="815" y="17"/>
                  </a:lnTo>
                  <a:lnTo>
                    <a:pt x="824" y="16"/>
                  </a:lnTo>
                  <a:lnTo>
                    <a:pt x="833" y="14"/>
                  </a:lnTo>
                  <a:lnTo>
                    <a:pt x="842" y="13"/>
                  </a:lnTo>
                  <a:lnTo>
                    <a:pt x="851" y="11"/>
                  </a:lnTo>
                  <a:lnTo>
                    <a:pt x="860" y="10"/>
                  </a:lnTo>
                  <a:lnTo>
                    <a:pt x="868" y="9"/>
                  </a:lnTo>
                  <a:lnTo>
                    <a:pt x="877" y="8"/>
                  </a:lnTo>
                  <a:lnTo>
                    <a:pt x="885" y="6"/>
                  </a:lnTo>
                  <a:lnTo>
                    <a:pt x="893" y="6"/>
                  </a:lnTo>
                  <a:lnTo>
                    <a:pt x="901" y="5"/>
                  </a:lnTo>
                  <a:lnTo>
                    <a:pt x="909" y="4"/>
                  </a:lnTo>
                  <a:lnTo>
                    <a:pt x="917" y="3"/>
                  </a:lnTo>
                  <a:lnTo>
                    <a:pt x="925" y="2"/>
                  </a:lnTo>
                  <a:lnTo>
                    <a:pt x="932" y="2"/>
                  </a:lnTo>
                  <a:lnTo>
                    <a:pt x="940" y="1"/>
                  </a:lnTo>
                  <a:lnTo>
                    <a:pt x="947" y="1"/>
                  </a:lnTo>
                  <a:lnTo>
                    <a:pt x="955" y="0"/>
                  </a:lnTo>
                  <a:lnTo>
                    <a:pt x="962" y="0"/>
                  </a:lnTo>
                  <a:lnTo>
                    <a:pt x="970" y="0"/>
                  </a:lnTo>
                  <a:lnTo>
                    <a:pt x="978" y="0"/>
                  </a:lnTo>
                  <a:lnTo>
                    <a:pt x="986" y="0"/>
                  </a:lnTo>
                  <a:lnTo>
                    <a:pt x="995" y="0"/>
                  </a:lnTo>
                  <a:lnTo>
                    <a:pt x="1003" y="0"/>
                  </a:lnTo>
                  <a:lnTo>
                    <a:pt x="1012" y="0"/>
                  </a:lnTo>
                  <a:lnTo>
                    <a:pt x="1021" y="0"/>
                  </a:lnTo>
                  <a:lnTo>
                    <a:pt x="1030" y="0"/>
                  </a:lnTo>
                  <a:lnTo>
                    <a:pt x="1039" y="1"/>
                  </a:lnTo>
                  <a:lnTo>
                    <a:pt x="1048" y="1"/>
                  </a:lnTo>
                  <a:lnTo>
                    <a:pt x="1058" y="2"/>
                  </a:lnTo>
                  <a:lnTo>
                    <a:pt x="1067" y="2"/>
                  </a:lnTo>
                  <a:lnTo>
                    <a:pt x="1077" y="3"/>
                  </a:lnTo>
                  <a:lnTo>
                    <a:pt x="1087" y="4"/>
                  </a:lnTo>
                  <a:lnTo>
                    <a:pt x="1097" y="5"/>
                  </a:lnTo>
                  <a:lnTo>
                    <a:pt x="1107" y="6"/>
                  </a:lnTo>
                  <a:lnTo>
                    <a:pt x="1117" y="7"/>
                  </a:lnTo>
                  <a:lnTo>
                    <a:pt x="1127" y="8"/>
                  </a:lnTo>
                  <a:lnTo>
                    <a:pt x="1137" y="9"/>
                  </a:lnTo>
                  <a:lnTo>
                    <a:pt x="1147" y="11"/>
                  </a:lnTo>
                  <a:lnTo>
                    <a:pt x="1158" y="12"/>
                  </a:lnTo>
                  <a:lnTo>
                    <a:pt x="1168" y="14"/>
                  </a:lnTo>
                  <a:lnTo>
                    <a:pt x="1178" y="16"/>
                  </a:lnTo>
                  <a:lnTo>
                    <a:pt x="1189" y="18"/>
                  </a:lnTo>
                  <a:lnTo>
                    <a:pt x="1199" y="20"/>
                  </a:lnTo>
                  <a:lnTo>
                    <a:pt x="1209" y="22"/>
                  </a:lnTo>
                  <a:lnTo>
                    <a:pt x="1220" y="24"/>
                  </a:lnTo>
                  <a:lnTo>
                    <a:pt x="1230" y="26"/>
                  </a:lnTo>
                  <a:lnTo>
                    <a:pt x="1241" y="29"/>
                  </a:lnTo>
                  <a:lnTo>
                    <a:pt x="1252" y="31"/>
                  </a:lnTo>
                  <a:lnTo>
                    <a:pt x="1262" y="34"/>
                  </a:lnTo>
                  <a:lnTo>
                    <a:pt x="1273" y="37"/>
                  </a:lnTo>
                  <a:lnTo>
                    <a:pt x="1284" y="40"/>
                  </a:lnTo>
                  <a:lnTo>
                    <a:pt x="1295" y="43"/>
                  </a:lnTo>
                  <a:lnTo>
                    <a:pt x="1306" y="47"/>
                  </a:lnTo>
                  <a:lnTo>
                    <a:pt x="1317" y="50"/>
                  </a:lnTo>
                  <a:lnTo>
                    <a:pt x="1328" y="54"/>
                  </a:lnTo>
                  <a:lnTo>
                    <a:pt x="1339" y="58"/>
                  </a:lnTo>
                  <a:lnTo>
                    <a:pt x="1351" y="62"/>
                  </a:lnTo>
                  <a:lnTo>
                    <a:pt x="1362" y="67"/>
                  </a:lnTo>
                  <a:lnTo>
                    <a:pt x="1374" y="71"/>
                  </a:lnTo>
                  <a:lnTo>
                    <a:pt x="1385" y="76"/>
                  </a:lnTo>
                  <a:lnTo>
                    <a:pt x="1397" y="81"/>
                  </a:lnTo>
                  <a:lnTo>
                    <a:pt x="1409" y="87"/>
                  </a:lnTo>
                  <a:lnTo>
                    <a:pt x="1420" y="92"/>
                  </a:lnTo>
                  <a:lnTo>
                    <a:pt x="1432" y="97"/>
                  </a:lnTo>
                  <a:lnTo>
                    <a:pt x="1444" y="103"/>
                  </a:lnTo>
                  <a:lnTo>
                    <a:pt x="1456" y="109"/>
                  </a:lnTo>
                  <a:lnTo>
                    <a:pt x="1467" y="115"/>
                  </a:lnTo>
                  <a:lnTo>
                    <a:pt x="1479" y="122"/>
                  </a:lnTo>
                  <a:lnTo>
                    <a:pt x="1491" y="128"/>
                  </a:lnTo>
                  <a:lnTo>
                    <a:pt x="1503" y="135"/>
                  </a:lnTo>
                  <a:lnTo>
                    <a:pt x="1514" y="142"/>
                  </a:lnTo>
                  <a:lnTo>
                    <a:pt x="1526" y="149"/>
                  </a:lnTo>
                  <a:lnTo>
                    <a:pt x="1537" y="157"/>
                  </a:lnTo>
                  <a:lnTo>
                    <a:pt x="1549" y="164"/>
                  </a:lnTo>
                  <a:lnTo>
                    <a:pt x="1561" y="172"/>
                  </a:lnTo>
                  <a:lnTo>
                    <a:pt x="1572" y="180"/>
                  </a:lnTo>
                  <a:lnTo>
                    <a:pt x="1584" y="188"/>
                  </a:lnTo>
                  <a:lnTo>
                    <a:pt x="1595" y="196"/>
                  </a:lnTo>
                  <a:lnTo>
                    <a:pt x="1607" y="205"/>
                  </a:lnTo>
                  <a:lnTo>
                    <a:pt x="1618" y="214"/>
                  </a:lnTo>
                  <a:lnTo>
                    <a:pt x="1629" y="223"/>
                  </a:lnTo>
                  <a:lnTo>
                    <a:pt x="1640" y="232"/>
                  </a:lnTo>
                  <a:lnTo>
                    <a:pt x="1651" y="241"/>
                  </a:lnTo>
                  <a:lnTo>
                    <a:pt x="1662" y="250"/>
                  </a:lnTo>
                  <a:lnTo>
                    <a:pt x="1673" y="260"/>
                  </a:lnTo>
                  <a:lnTo>
                    <a:pt x="1683" y="270"/>
                  </a:lnTo>
                  <a:lnTo>
                    <a:pt x="1693" y="279"/>
                  </a:lnTo>
                  <a:lnTo>
                    <a:pt x="1704" y="289"/>
                  </a:lnTo>
                  <a:lnTo>
                    <a:pt x="1714" y="300"/>
                  </a:lnTo>
                  <a:lnTo>
                    <a:pt x="1723" y="310"/>
                  </a:lnTo>
                  <a:lnTo>
                    <a:pt x="1733" y="320"/>
                  </a:lnTo>
                  <a:lnTo>
                    <a:pt x="1743" y="331"/>
                  </a:lnTo>
                  <a:lnTo>
                    <a:pt x="1752" y="342"/>
                  </a:lnTo>
                  <a:lnTo>
                    <a:pt x="1761" y="353"/>
                  </a:lnTo>
                  <a:lnTo>
                    <a:pt x="1770" y="364"/>
                  </a:lnTo>
                  <a:lnTo>
                    <a:pt x="1779" y="375"/>
                  </a:lnTo>
                  <a:lnTo>
                    <a:pt x="1788" y="387"/>
                  </a:lnTo>
                  <a:lnTo>
                    <a:pt x="1797" y="399"/>
                  </a:lnTo>
                  <a:lnTo>
                    <a:pt x="1806" y="411"/>
                  </a:lnTo>
                  <a:lnTo>
                    <a:pt x="1814" y="424"/>
                  </a:lnTo>
                  <a:lnTo>
                    <a:pt x="1823" y="436"/>
                  </a:lnTo>
                  <a:lnTo>
                    <a:pt x="1832" y="449"/>
                  </a:lnTo>
                  <a:lnTo>
                    <a:pt x="1840" y="463"/>
                  </a:lnTo>
                  <a:lnTo>
                    <a:pt x="1848" y="476"/>
                  </a:lnTo>
                  <a:lnTo>
                    <a:pt x="1856" y="490"/>
                  </a:lnTo>
                  <a:lnTo>
                    <a:pt x="1865" y="504"/>
                  </a:lnTo>
                  <a:lnTo>
                    <a:pt x="1873" y="519"/>
                  </a:lnTo>
                  <a:lnTo>
                    <a:pt x="1881" y="534"/>
                  </a:lnTo>
                  <a:lnTo>
                    <a:pt x="1888" y="549"/>
                  </a:lnTo>
                  <a:lnTo>
                    <a:pt x="1896" y="564"/>
                  </a:lnTo>
                  <a:lnTo>
                    <a:pt x="1904" y="579"/>
                  </a:lnTo>
                  <a:lnTo>
                    <a:pt x="1912" y="595"/>
                  </a:lnTo>
                  <a:lnTo>
                    <a:pt x="1919" y="611"/>
                  </a:lnTo>
                  <a:lnTo>
                    <a:pt x="1926" y="627"/>
                  </a:lnTo>
                  <a:lnTo>
                    <a:pt x="1932" y="644"/>
                  </a:lnTo>
                  <a:lnTo>
                    <a:pt x="1938" y="660"/>
                  </a:lnTo>
                  <a:lnTo>
                    <a:pt x="1944" y="677"/>
                  </a:lnTo>
                  <a:lnTo>
                    <a:pt x="1950" y="693"/>
                  </a:lnTo>
                  <a:lnTo>
                    <a:pt x="1955" y="710"/>
                  </a:lnTo>
                  <a:lnTo>
                    <a:pt x="1960" y="727"/>
                  </a:lnTo>
                  <a:lnTo>
                    <a:pt x="1964" y="745"/>
                  </a:lnTo>
                  <a:lnTo>
                    <a:pt x="1969" y="762"/>
                  </a:lnTo>
                  <a:lnTo>
                    <a:pt x="1973" y="780"/>
                  </a:lnTo>
                  <a:lnTo>
                    <a:pt x="1976" y="797"/>
                  </a:lnTo>
                  <a:lnTo>
                    <a:pt x="1979" y="815"/>
                  </a:lnTo>
                  <a:lnTo>
                    <a:pt x="1982" y="833"/>
                  </a:lnTo>
                  <a:lnTo>
                    <a:pt x="1985" y="851"/>
                  </a:lnTo>
                  <a:lnTo>
                    <a:pt x="1987" y="870"/>
                  </a:lnTo>
                  <a:lnTo>
                    <a:pt x="1989" y="887"/>
                  </a:lnTo>
                  <a:lnTo>
                    <a:pt x="1991" y="905"/>
                  </a:lnTo>
                  <a:lnTo>
                    <a:pt x="1993" y="922"/>
                  </a:lnTo>
                  <a:lnTo>
                    <a:pt x="1994" y="939"/>
                  </a:lnTo>
                  <a:lnTo>
                    <a:pt x="1995" y="956"/>
                  </a:lnTo>
                  <a:lnTo>
                    <a:pt x="1996" y="972"/>
                  </a:lnTo>
                  <a:lnTo>
                    <a:pt x="1996" y="988"/>
                  </a:lnTo>
                  <a:lnTo>
                    <a:pt x="1997" y="1004"/>
                  </a:lnTo>
                  <a:lnTo>
                    <a:pt x="1997" y="1019"/>
                  </a:lnTo>
                  <a:lnTo>
                    <a:pt x="1997" y="1035"/>
                  </a:lnTo>
                  <a:lnTo>
                    <a:pt x="1996" y="1049"/>
                  </a:lnTo>
                  <a:lnTo>
                    <a:pt x="1995" y="1064"/>
                  </a:lnTo>
                  <a:lnTo>
                    <a:pt x="1994" y="1078"/>
                  </a:lnTo>
                  <a:lnTo>
                    <a:pt x="1993" y="1092"/>
                  </a:lnTo>
                  <a:lnTo>
                    <a:pt x="1992" y="1106"/>
                  </a:lnTo>
                  <a:lnTo>
                    <a:pt x="1990" y="1120"/>
                  </a:lnTo>
                  <a:lnTo>
                    <a:pt x="1988" y="1133"/>
                  </a:lnTo>
                  <a:lnTo>
                    <a:pt x="1986" y="1147"/>
                  </a:lnTo>
                  <a:lnTo>
                    <a:pt x="1984" y="1160"/>
                  </a:lnTo>
                  <a:lnTo>
                    <a:pt x="1981" y="1174"/>
                  </a:lnTo>
                  <a:lnTo>
                    <a:pt x="1979" y="1188"/>
                  </a:lnTo>
                  <a:lnTo>
                    <a:pt x="1976" y="1202"/>
                  </a:lnTo>
                  <a:lnTo>
                    <a:pt x="1973" y="1216"/>
                  </a:lnTo>
                  <a:lnTo>
                    <a:pt x="1969" y="1230"/>
                  </a:lnTo>
                  <a:lnTo>
                    <a:pt x="1966" y="1244"/>
                  </a:lnTo>
                  <a:lnTo>
                    <a:pt x="1962" y="1258"/>
                  </a:lnTo>
                  <a:lnTo>
                    <a:pt x="1958" y="1272"/>
                  </a:lnTo>
                  <a:lnTo>
                    <a:pt x="1954" y="1286"/>
                  </a:lnTo>
                  <a:lnTo>
                    <a:pt x="1950" y="1300"/>
                  </a:lnTo>
                  <a:lnTo>
                    <a:pt x="1946" y="1314"/>
                  </a:lnTo>
                  <a:lnTo>
                    <a:pt x="1941" y="1328"/>
                  </a:lnTo>
                  <a:lnTo>
                    <a:pt x="1936" y="1343"/>
                  </a:lnTo>
                  <a:lnTo>
                    <a:pt x="1931" y="1357"/>
                  </a:lnTo>
                  <a:lnTo>
                    <a:pt x="1925" y="1371"/>
                  </a:lnTo>
                  <a:lnTo>
                    <a:pt x="1920" y="1385"/>
                  </a:lnTo>
                  <a:lnTo>
                    <a:pt x="1913" y="1400"/>
                  </a:lnTo>
                  <a:lnTo>
                    <a:pt x="1907" y="1414"/>
                  </a:lnTo>
                  <a:lnTo>
                    <a:pt x="1900" y="1429"/>
                  </a:lnTo>
                  <a:lnTo>
                    <a:pt x="1893" y="1443"/>
                  </a:lnTo>
                  <a:lnTo>
                    <a:pt x="1886" y="1457"/>
                  </a:lnTo>
                  <a:lnTo>
                    <a:pt x="1878" y="1472"/>
                  </a:lnTo>
                  <a:lnTo>
                    <a:pt x="1870" y="1486"/>
                  </a:lnTo>
                  <a:lnTo>
                    <a:pt x="1862" y="1501"/>
                  </a:lnTo>
                  <a:lnTo>
                    <a:pt x="1853" y="1515"/>
                  </a:lnTo>
                  <a:lnTo>
                    <a:pt x="1844" y="1529"/>
                  </a:lnTo>
                  <a:lnTo>
                    <a:pt x="1835" y="1544"/>
                  </a:lnTo>
                  <a:lnTo>
                    <a:pt x="1825" y="1558"/>
                  </a:lnTo>
                  <a:lnTo>
                    <a:pt x="1815" y="1573"/>
                  </a:lnTo>
                  <a:lnTo>
                    <a:pt x="1805" y="1587"/>
                  </a:lnTo>
                  <a:lnTo>
                    <a:pt x="1795" y="1601"/>
                  </a:lnTo>
                  <a:lnTo>
                    <a:pt x="1784" y="1615"/>
                  </a:lnTo>
                  <a:lnTo>
                    <a:pt x="1773" y="1628"/>
                  </a:lnTo>
                  <a:lnTo>
                    <a:pt x="1762" y="1642"/>
                  </a:lnTo>
                  <a:lnTo>
                    <a:pt x="1750" y="1655"/>
                  </a:lnTo>
                  <a:lnTo>
                    <a:pt x="1739" y="1668"/>
                  </a:lnTo>
                  <a:lnTo>
                    <a:pt x="1727" y="1681"/>
                  </a:lnTo>
                  <a:lnTo>
                    <a:pt x="1715" y="1694"/>
                  </a:lnTo>
                  <a:lnTo>
                    <a:pt x="1702" y="1706"/>
                  </a:lnTo>
                  <a:lnTo>
                    <a:pt x="1689" y="1718"/>
                  </a:lnTo>
                  <a:lnTo>
                    <a:pt x="1676" y="1730"/>
                  </a:lnTo>
                  <a:lnTo>
                    <a:pt x="1663" y="1742"/>
                  </a:lnTo>
                  <a:lnTo>
                    <a:pt x="1650" y="1754"/>
                  </a:lnTo>
                  <a:lnTo>
                    <a:pt x="1636" y="1765"/>
                  </a:lnTo>
                  <a:lnTo>
                    <a:pt x="1622" y="1776"/>
                  </a:lnTo>
                  <a:lnTo>
                    <a:pt x="1608" y="1787"/>
                  </a:lnTo>
                  <a:lnTo>
                    <a:pt x="1594" y="1798"/>
                  </a:lnTo>
                  <a:lnTo>
                    <a:pt x="1579" y="1808"/>
                  </a:lnTo>
                  <a:lnTo>
                    <a:pt x="1565" y="1818"/>
                  </a:lnTo>
                  <a:lnTo>
                    <a:pt x="1551" y="1828"/>
                  </a:lnTo>
                  <a:lnTo>
                    <a:pt x="1536" y="1838"/>
                  </a:lnTo>
                  <a:lnTo>
                    <a:pt x="1521" y="1847"/>
                  </a:lnTo>
                  <a:lnTo>
                    <a:pt x="1506" y="1856"/>
                  </a:lnTo>
                  <a:lnTo>
                    <a:pt x="1492" y="1865"/>
                  </a:lnTo>
                  <a:lnTo>
                    <a:pt x="1477" y="1873"/>
                  </a:lnTo>
                  <a:lnTo>
                    <a:pt x="1461" y="1881"/>
                  </a:lnTo>
                  <a:lnTo>
                    <a:pt x="1446" y="1889"/>
                  </a:lnTo>
                  <a:lnTo>
                    <a:pt x="1431" y="1897"/>
                  </a:lnTo>
                  <a:lnTo>
                    <a:pt x="1415" y="1904"/>
                  </a:lnTo>
                  <a:lnTo>
                    <a:pt x="1400" y="1911"/>
                  </a:lnTo>
                  <a:lnTo>
                    <a:pt x="1384" y="1918"/>
                  </a:lnTo>
                  <a:lnTo>
                    <a:pt x="1368" y="1925"/>
                  </a:lnTo>
                  <a:lnTo>
                    <a:pt x="1353" y="1931"/>
                  </a:lnTo>
                  <a:lnTo>
                    <a:pt x="1337" y="1937"/>
                  </a:lnTo>
                  <a:lnTo>
                    <a:pt x="1321" y="1943"/>
                  </a:lnTo>
                  <a:lnTo>
                    <a:pt x="1304" y="1948"/>
                  </a:lnTo>
                  <a:lnTo>
                    <a:pt x="1288" y="1953"/>
                  </a:lnTo>
                  <a:lnTo>
                    <a:pt x="1272" y="1958"/>
                  </a:lnTo>
                  <a:lnTo>
                    <a:pt x="1255" y="1963"/>
                  </a:lnTo>
                  <a:lnTo>
                    <a:pt x="1239" y="1967"/>
                  </a:lnTo>
                  <a:lnTo>
                    <a:pt x="1222" y="1971"/>
                  </a:lnTo>
                  <a:lnTo>
                    <a:pt x="1205" y="1974"/>
                  </a:lnTo>
                  <a:lnTo>
                    <a:pt x="1188" y="1978"/>
                  </a:lnTo>
                  <a:lnTo>
                    <a:pt x="1171" y="1981"/>
                  </a:lnTo>
                  <a:lnTo>
                    <a:pt x="1154" y="1984"/>
                  </a:lnTo>
                  <a:lnTo>
                    <a:pt x="1137" y="1986"/>
                  </a:lnTo>
                  <a:lnTo>
                    <a:pt x="1119" y="1989"/>
                  </a:lnTo>
                  <a:lnTo>
                    <a:pt x="1102" y="1991"/>
                  </a:lnTo>
                  <a:lnTo>
                    <a:pt x="1085" y="1992"/>
                  </a:lnTo>
                  <a:lnTo>
                    <a:pt x="1067" y="1994"/>
                  </a:lnTo>
                  <a:lnTo>
                    <a:pt x="1050" y="1995"/>
                  </a:lnTo>
                  <a:lnTo>
                    <a:pt x="1033" y="1996"/>
                  </a:lnTo>
                  <a:lnTo>
                    <a:pt x="1015" y="1996"/>
                  </a:lnTo>
                  <a:lnTo>
                    <a:pt x="998" y="1996"/>
                  </a:lnTo>
                  <a:lnTo>
                    <a:pt x="981" y="1996"/>
                  </a:lnTo>
                  <a:lnTo>
                    <a:pt x="964" y="1996"/>
                  </a:lnTo>
                  <a:lnTo>
                    <a:pt x="946" y="1995"/>
                  </a:lnTo>
                  <a:lnTo>
                    <a:pt x="929" y="1994"/>
                  </a:lnTo>
                  <a:lnTo>
                    <a:pt x="912" y="1993"/>
                  </a:lnTo>
                  <a:lnTo>
                    <a:pt x="894" y="1992"/>
                  </a:lnTo>
                  <a:lnTo>
                    <a:pt x="877" y="1990"/>
                  </a:lnTo>
                  <a:lnTo>
                    <a:pt x="860" y="1987"/>
                  </a:lnTo>
                  <a:lnTo>
                    <a:pt x="842" y="1985"/>
                  </a:lnTo>
                  <a:lnTo>
                    <a:pt x="825" y="1982"/>
                  </a:lnTo>
                  <a:lnTo>
                    <a:pt x="808" y="1979"/>
                  </a:lnTo>
                  <a:lnTo>
                    <a:pt x="791" y="1975"/>
                  </a:lnTo>
                  <a:lnTo>
                    <a:pt x="773" y="1972"/>
                  </a:lnTo>
                  <a:lnTo>
                    <a:pt x="756" y="1967"/>
                  </a:lnTo>
                  <a:lnTo>
                    <a:pt x="739" y="1963"/>
                  </a:lnTo>
                  <a:lnTo>
                    <a:pt x="722" y="1958"/>
                  </a:lnTo>
                  <a:lnTo>
                    <a:pt x="705" y="1953"/>
                  </a:lnTo>
                  <a:lnTo>
                    <a:pt x="687" y="1947"/>
                  </a:lnTo>
                  <a:lnTo>
                    <a:pt x="670" y="1941"/>
                  </a:lnTo>
                  <a:lnTo>
                    <a:pt x="653" y="1935"/>
                  </a:lnTo>
                  <a:lnTo>
                    <a:pt x="636" y="1928"/>
                  </a:lnTo>
                  <a:lnTo>
                    <a:pt x="619" y="1921"/>
                  </a:lnTo>
                  <a:lnTo>
                    <a:pt x="602" y="1914"/>
                  </a:lnTo>
                  <a:lnTo>
                    <a:pt x="585" y="1907"/>
                  </a:lnTo>
                  <a:lnTo>
                    <a:pt x="568" y="1899"/>
                  </a:lnTo>
                  <a:lnTo>
                    <a:pt x="551" y="1890"/>
                  </a:lnTo>
                  <a:lnTo>
                    <a:pt x="534" y="1882"/>
                  </a:lnTo>
                  <a:lnTo>
                    <a:pt x="518" y="1873"/>
                  </a:lnTo>
                  <a:lnTo>
                    <a:pt x="502" y="1864"/>
                  </a:lnTo>
                  <a:lnTo>
                    <a:pt x="485" y="1854"/>
                  </a:lnTo>
                  <a:lnTo>
                    <a:pt x="470" y="1845"/>
                  </a:lnTo>
                  <a:lnTo>
                    <a:pt x="454" y="1835"/>
                  </a:lnTo>
                  <a:lnTo>
                    <a:pt x="438" y="1824"/>
                  </a:lnTo>
                  <a:lnTo>
                    <a:pt x="423" y="1814"/>
                  </a:lnTo>
                  <a:lnTo>
                    <a:pt x="408" y="1803"/>
                  </a:lnTo>
                  <a:lnTo>
                    <a:pt x="393" y="1792"/>
                  </a:lnTo>
                  <a:lnTo>
                    <a:pt x="378" y="1780"/>
                  </a:lnTo>
                  <a:lnTo>
                    <a:pt x="363" y="1768"/>
                  </a:lnTo>
                  <a:lnTo>
                    <a:pt x="348" y="1756"/>
                  </a:lnTo>
                  <a:lnTo>
                    <a:pt x="334" y="1744"/>
                  </a:lnTo>
                  <a:lnTo>
                    <a:pt x="320" y="1731"/>
                  </a:lnTo>
                  <a:lnTo>
                    <a:pt x="306" y="1718"/>
                  </a:lnTo>
                  <a:lnTo>
                    <a:pt x="293" y="1705"/>
                  </a:lnTo>
                  <a:lnTo>
                    <a:pt x="280" y="1692"/>
                  </a:lnTo>
                  <a:lnTo>
                    <a:pt x="267" y="1679"/>
                  </a:lnTo>
                  <a:lnTo>
                    <a:pt x="255" y="1666"/>
                  </a:lnTo>
                  <a:lnTo>
                    <a:pt x="243" y="1652"/>
                  </a:lnTo>
                  <a:lnTo>
                    <a:pt x="231" y="1639"/>
                  </a:lnTo>
                  <a:lnTo>
                    <a:pt x="219" y="1625"/>
                  </a:lnTo>
                  <a:lnTo>
                    <a:pt x="208" y="1611"/>
                  </a:lnTo>
                  <a:lnTo>
                    <a:pt x="198" y="1597"/>
                  </a:lnTo>
                  <a:lnTo>
                    <a:pt x="187" y="1583"/>
                  </a:lnTo>
                  <a:lnTo>
                    <a:pt x="177" y="1568"/>
                  </a:lnTo>
                  <a:lnTo>
                    <a:pt x="167" y="1554"/>
                  </a:lnTo>
                  <a:lnTo>
                    <a:pt x="158" y="1539"/>
                  </a:lnTo>
                  <a:lnTo>
                    <a:pt x="149" y="1524"/>
                  </a:lnTo>
                  <a:lnTo>
                    <a:pt x="140" y="1509"/>
                  </a:lnTo>
                  <a:lnTo>
                    <a:pt x="132" y="1495"/>
                  </a:lnTo>
                  <a:lnTo>
                    <a:pt x="124" y="1480"/>
                  </a:lnTo>
                  <a:lnTo>
                    <a:pt x="116" y="1465"/>
                  </a:lnTo>
                  <a:lnTo>
                    <a:pt x="108" y="1451"/>
                  </a:lnTo>
                  <a:lnTo>
                    <a:pt x="101" y="1436"/>
                  </a:lnTo>
                  <a:lnTo>
                    <a:pt x="94" y="1422"/>
                  </a:lnTo>
                  <a:lnTo>
                    <a:pt x="87" y="1407"/>
                  </a:lnTo>
                  <a:lnTo>
                    <a:pt x="81" y="1393"/>
                  </a:lnTo>
                  <a:lnTo>
                    <a:pt x="75" y="1378"/>
                  </a:lnTo>
                  <a:lnTo>
                    <a:pt x="69" y="1364"/>
                  </a:lnTo>
                  <a:lnTo>
                    <a:pt x="63" y="1350"/>
                  </a:lnTo>
                  <a:lnTo>
                    <a:pt x="58" y="1335"/>
                  </a:lnTo>
                  <a:lnTo>
                    <a:pt x="53" y="1321"/>
                  </a:lnTo>
                  <a:lnTo>
                    <a:pt x="49" y="1307"/>
                  </a:lnTo>
                  <a:lnTo>
                    <a:pt x="45" y="1293"/>
                  </a:lnTo>
                  <a:lnTo>
                    <a:pt x="40" y="1279"/>
                  </a:lnTo>
                  <a:lnTo>
                    <a:pt x="37" y="1265"/>
                  </a:lnTo>
                  <a:lnTo>
                    <a:pt x="33" y="1252"/>
                  </a:lnTo>
                  <a:lnTo>
                    <a:pt x="30" y="1238"/>
                  </a:lnTo>
                  <a:lnTo>
                    <a:pt x="26" y="1225"/>
                  </a:lnTo>
                  <a:lnTo>
                    <a:pt x="23" y="1212"/>
                  </a:lnTo>
                  <a:lnTo>
                    <a:pt x="20" y="1199"/>
                  </a:lnTo>
                  <a:lnTo>
                    <a:pt x="18" y="1186"/>
                  </a:lnTo>
                  <a:lnTo>
                    <a:pt x="15" y="1174"/>
                  </a:lnTo>
                  <a:lnTo>
                    <a:pt x="13" y="1161"/>
                  </a:lnTo>
                  <a:lnTo>
                    <a:pt x="11" y="1149"/>
                  </a:lnTo>
                  <a:lnTo>
                    <a:pt x="9" y="1137"/>
                  </a:lnTo>
                  <a:lnTo>
                    <a:pt x="7" y="1125"/>
                  </a:lnTo>
                  <a:lnTo>
                    <a:pt x="6" y="1113"/>
                  </a:lnTo>
                  <a:lnTo>
                    <a:pt x="5" y="1101"/>
                  </a:lnTo>
                  <a:lnTo>
                    <a:pt x="4" y="1089"/>
                  </a:lnTo>
                  <a:lnTo>
                    <a:pt x="3" y="1078"/>
                  </a:lnTo>
                  <a:lnTo>
                    <a:pt x="2" y="1067"/>
                  </a:lnTo>
                  <a:lnTo>
                    <a:pt x="1" y="1055"/>
                  </a:lnTo>
                  <a:lnTo>
                    <a:pt x="1" y="1044"/>
                  </a:lnTo>
                  <a:lnTo>
                    <a:pt x="0" y="1033"/>
                  </a:lnTo>
                  <a:lnTo>
                    <a:pt x="0" y="1022"/>
                  </a:lnTo>
                  <a:lnTo>
                    <a:pt x="0" y="1011"/>
                  </a:lnTo>
                  <a:lnTo>
                    <a:pt x="0" y="1000"/>
                  </a:lnTo>
                  <a:lnTo>
                    <a:pt x="0" y="989"/>
                  </a:lnTo>
                  <a:lnTo>
                    <a:pt x="0" y="979"/>
                  </a:lnTo>
                  <a:lnTo>
                    <a:pt x="0" y="968"/>
                  </a:lnTo>
                  <a:lnTo>
                    <a:pt x="1" y="957"/>
                  </a:lnTo>
                  <a:lnTo>
                    <a:pt x="1" y="947"/>
                  </a:lnTo>
                  <a:lnTo>
                    <a:pt x="2" y="936"/>
                  </a:lnTo>
                  <a:lnTo>
                    <a:pt x="3" y="926"/>
                  </a:lnTo>
                  <a:lnTo>
                    <a:pt x="4" y="916"/>
                  </a:lnTo>
                  <a:lnTo>
                    <a:pt x="5" y="906"/>
                  </a:lnTo>
                  <a:lnTo>
                    <a:pt x="6" y="895"/>
                  </a:lnTo>
                  <a:lnTo>
                    <a:pt x="7" y="885"/>
                  </a:lnTo>
                  <a:lnTo>
                    <a:pt x="8" y="875"/>
                  </a:lnTo>
                  <a:lnTo>
                    <a:pt x="10" y="864"/>
                  </a:lnTo>
                  <a:lnTo>
                    <a:pt x="11" y="854"/>
                  </a:lnTo>
                  <a:lnTo>
                    <a:pt x="13" y="843"/>
                  </a:lnTo>
                  <a:lnTo>
                    <a:pt x="15" y="833"/>
                  </a:lnTo>
                  <a:lnTo>
                    <a:pt x="16" y="822"/>
                  </a:lnTo>
                  <a:lnTo>
                    <a:pt x="18" y="812"/>
                  </a:lnTo>
                  <a:lnTo>
                    <a:pt x="20" y="801"/>
                  </a:lnTo>
                  <a:lnTo>
                    <a:pt x="22" y="790"/>
                  </a:lnTo>
                  <a:lnTo>
                    <a:pt x="25" y="780"/>
                  </a:lnTo>
                  <a:lnTo>
                    <a:pt x="27" y="769"/>
                  </a:lnTo>
                  <a:lnTo>
                    <a:pt x="29" y="758"/>
                  </a:lnTo>
                  <a:lnTo>
                    <a:pt x="32" y="747"/>
                  </a:lnTo>
                  <a:lnTo>
                    <a:pt x="34" y="736"/>
                  </a:lnTo>
                  <a:lnTo>
                    <a:pt x="37" y="725"/>
                  </a:lnTo>
                  <a:lnTo>
                    <a:pt x="40" y="715"/>
                  </a:lnTo>
                  <a:lnTo>
                    <a:pt x="43" y="704"/>
                  </a:lnTo>
                  <a:lnTo>
                    <a:pt x="47" y="693"/>
                  </a:lnTo>
                  <a:lnTo>
                    <a:pt x="50" y="682"/>
                  </a:lnTo>
                  <a:lnTo>
                    <a:pt x="54" y="671"/>
                  </a:lnTo>
                  <a:lnTo>
                    <a:pt x="58" y="660"/>
                  </a:lnTo>
                  <a:lnTo>
                    <a:pt x="62" y="649"/>
                  </a:lnTo>
                  <a:lnTo>
                    <a:pt x="66" y="638"/>
                  </a:lnTo>
                  <a:lnTo>
                    <a:pt x="71" y="627"/>
                  </a:lnTo>
                  <a:lnTo>
                    <a:pt x="75" y="616"/>
                  </a:lnTo>
                  <a:lnTo>
                    <a:pt x="80" y="605"/>
                  </a:lnTo>
                  <a:lnTo>
                    <a:pt x="85" y="594"/>
                  </a:lnTo>
                  <a:lnTo>
                    <a:pt x="90" y="583"/>
                  </a:lnTo>
                  <a:lnTo>
                    <a:pt x="95" y="572"/>
                  </a:lnTo>
                  <a:lnTo>
                    <a:pt x="101" y="561"/>
                  </a:lnTo>
                  <a:lnTo>
                    <a:pt x="106" y="550"/>
                  </a:lnTo>
                  <a:lnTo>
                    <a:pt x="111" y="539"/>
                  </a:lnTo>
                  <a:lnTo>
                    <a:pt x="117" y="529"/>
                  </a:lnTo>
                  <a:lnTo>
                    <a:pt x="122" y="519"/>
                  </a:lnTo>
                  <a:lnTo>
                    <a:pt x="128" y="509"/>
                  </a:lnTo>
                  <a:lnTo>
                    <a:pt x="133" y="500"/>
                  </a:lnTo>
                  <a:lnTo>
                    <a:pt x="138" y="490"/>
                  </a:lnTo>
                  <a:lnTo>
                    <a:pt x="144" y="481"/>
                  </a:lnTo>
                  <a:lnTo>
                    <a:pt x="149" y="472"/>
                  </a:lnTo>
                  <a:lnTo>
                    <a:pt x="155" y="463"/>
                  </a:lnTo>
                  <a:lnTo>
                    <a:pt x="160" y="455"/>
                  </a:lnTo>
                  <a:lnTo>
                    <a:pt x="166" y="447"/>
                  </a:lnTo>
                  <a:lnTo>
                    <a:pt x="171" y="439"/>
                  </a:lnTo>
                  <a:lnTo>
                    <a:pt x="177" y="431"/>
                  </a:lnTo>
                  <a:lnTo>
                    <a:pt x="182" y="423"/>
                  </a:lnTo>
                  <a:lnTo>
                    <a:pt x="187" y="416"/>
                  </a:lnTo>
                  <a:lnTo>
                    <a:pt x="193" y="409"/>
                  </a:lnTo>
                  <a:lnTo>
                    <a:pt x="198" y="402"/>
                  </a:lnTo>
                  <a:lnTo>
                    <a:pt x="203" y="395"/>
                  </a:lnTo>
                  <a:lnTo>
                    <a:pt x="208" y="388"/>
                  </a:lnTo>
                  <a:lnTo>
                    <a:pt x="213" y="382"/>
                  </a:lnTo>
                  <a:lnTo>
                    <a:pt x="218" y="376"/>
                  </a:lnTo>
                  <a:lnTo>
                    <a:pt x="223" y="370"/>
                  </a:lnTo>
                  <a:lnTo>
                    <a:pt x="228" y="364"/>
                  </a:lnTo>
                  <a:lnTo>
                    <a:pt x="233" y="358"/>
                  </a:lnTo>
                  <a:lnTo>
                    <a:pt x="237" y="352"/>
                  </a:lnTo>
                  <a:lnTo>
                    <a:pt x="242" y="347"/>
                  </a:lnTo>
                  <a:lnTo>
                    <a:pt x="246" y="342"/>
                  </a:lnTo>
                  <a:lnTo>
                    <a:pt x="251" y="337"/>
                  </a:lnTo>
                  <a:lnTo>
                    <a:pt x="255" y="332"/>
                  </a:lnTo>
                  <a:lnTo>
                    <a:pt x="259" y="327"/>
                  </a:lnTo>
                  <a:close/>
                </a:path>
              </a:pathLst>
            </a:custGeom>
            <a:solidFill>
              <a:schemeClr val="bg1"/>
            </a:solid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sp>
          <p:nvSpPr>
            <p:cNvPr id="54332" name="Rectangle 5"/>
            <p:cNvSpPr>
              <a:spLocks noChangeArrowheads="1"/>
            </p:cNvSpPr>
            <p:nvPr/>
          </p:nvSpPr>
          <p:spPr bwMode="gray">
            <a:xfrm>
              <a:off x="880136" y="2444751"/>
              <a:ext cx="454013" cy="341313"/>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33" name="Rectangle 6"/>
            <p:cNvSpPr>
              <a:spLocks noChangeArrowheads="1"/>
            </p:cNvSpPr>
            <p:nvPr/>
          </p:nvSpPr>
          <p:spPr bwMode="gray">
            <a:xfrm>
              <a:off x="1678097" y="1733551"/>
              <a:ext cx="454013" cy="341313"/>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34" name="Rectangle 7"/>
            <p:cNvSpPr>
              <a:spLocks noChangeArrowheads="1"/>
            </p:cNvSpPr>
            <p:nvPr/>
          </p:nvSpPr>
          <p:spPr bwMode="gray">
            <a:xfrm>
              <a:off x="1678097" y="3348038"/>
              <a:ext cx="454013" cy="341313"/>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grpSp>
      <p:grpSp>
        <p:nvGrpSpPr>
          <p:cNvPr id="89" name="グループ化 88"/>
          <p:cNvGrpSpPr>
            <a:grpSpLocks noChangeAspect="1"/>
          </p:cNvGrpSpPr>
          <p:nvPr/>
        </p:nvGrpSpPr>
        <p:grpSpPr bwMode="gray">
          <a:xfrm>
            <a:off x="6842366" y="1517470"/>
            <a:ext cx="2185942" cy="2304403"/>
            <a:chOff x="6900482" y="1681092"/>
            <a:chExt cx="2048962" cy="2160000"/>
          </a:xfrm>
        </p:grpSpPr>
        <p:grpSp>
          <p:nvGrpSpPr>
            <p:cNvPr id="70" name="グループ化 69"/>
            <p:cNvGrpSpPr>
              <a:grpSpLocks noChangeAspect="1"/>
            </p:cNvGrpSpPr>
            <p:nvPr>
              <p:custDataLst>
                <p:tags r:id="rId4"/>
              </p:custDataLst>
            </p:nvPr>
          </p:nvGrpSpPr>
          <p:grpSpPr bwMode="gray">
            <a:xfrm>
              <a:off x="6900482" y="1681092"/>
              <a:ext cx="2048962" cy="2160000"/>
              <a:chOff x="4016394" y="4308479"/>
              <a:chExt cx="1552575" cy="1636713"/>
            </a:xfrm>
            <a:solidFill>
              <a:schemeClr val="bg1"/>
            </a:solidFill>
          </p:grpSpPr>
          <p:sp>
            <p:nvSpPr>
              <p:cNvPr id="71" name="Freeform 13"/>
              <p:cNvSpPr>
                <a:spLocks/>
              </p:cNvSpPr>
              <p:nvPr/>
            </p:nvSpPr>
            <p:spPr bwMode="gray">
              <a:xfrm>
                <a:off x="4167207" y="4308479"/>
                <a:ext cx="1379538" cy="658813"/>
              </a:xfrm>
              <a:custGeom>
                <a:avLst/>
                <a:gdLst/>
                <a:ahLst/>
                <a:cxnLst>
                  <a:cxn ang="0">
                    <a:pos x="1557" y="777"/>
                  </a:cxn>
                  <a:cxn ang="0">
                    <a:pos x="1515" y="852"/>
                  </a:cxn>
                  <a:cxn ang="0">
                    <a:pos x="1496" y="859"/>
                  </a:cxn>
                  <a:cxn ang="0">
                    <a:pos x="1396" y="859"/>
                  </a:cxn>
                  <a:cxn ang="0">
                    <a:pos x="1211" y="859"/>
                  </a:cxn>
                  <a:cxn ang="0">
                    <a:pos x="1072" y="859"/>
                  </a:cxn>
                  <a:cxn ang="0">
                    <a:pos x="1025" y="859"/>
                  </a:cxn>
                  <a:cxn ang="0">
                    <a:pos x="1038" y="852"/>
                  </a:cxn>
                  <a:cxn ang="0">
                    <a:pos x="1075" y="831"/>
                  </a:cxn>
                  <a:cxn ang="0">
                    <a:pos x="1124" y="802"/>
                  </a:cxn>
                  <a:cxn ang="0">
                    <a:pos x="1150" y="787"/>
                  </a:cxn>
                  <a:cxn ang="0">
                    <a:pos x="1153" y="783"/>
                  </a:cxn>
                  <a:cxn ang="0">
                    <a:pos x="1137" y="761"/>
                  </a:cxn>
                  <a:cxn ang="0">
                    <a:pos x="1103" y="716"/>
                  </a:cxn>
                  <a:cxn ang="0">
                    <a:pos x="1053" y="665"/>
                  </a:cxn>
                  <a:cxn ang="0">
                    <a:pos x="984" y="619"/>
                  </a:cxn>
                  <a:cxn ang="0">
                    <a:pos x="901" y="583"/>
                  </a:cxn>
                  <a:cxn ang="0">
                    <a:pos x="809" y="567"/>
                  </a:cxn>
                  <a:cxn ang="0">
                    <a:pos x="713" y="570"/>
                  </a:cxn>
                  <a:cxn ang="0">
                    <a:pos x="630" y="590"/>
                  </a:cxn>
                  <a:cxn ang="0">
                    <a:pos x="564" y="623"/>
                  </a:cxn>
                  <a:cxn ang="0">
                    <a:pos x="523" y="647"/>
                  </a:cxn>
                  <a:cxn ang="0">
                    <a:pos x="509" y="656"/>
                  </a:cxn>
                  <a:cxn ang="0">
                    <a:pos x="493" y="629"/>
                  </a:cxn>
                  <a:cxn ang="0">
                    <a:pos x="446" y="548"/>
                  </a:cxn>
                  <a:cxn ang="0">
                    <a:pos x="384" y="440"/>
                  </a:cxn>
                  <a:cxn ang="0">
                    <a:pos x="350" y="382"/>
                  </a:cxn>
                  <a:cxn ang="0">
                    <a:pos x="339" y="374"/>
                  </a:cxn>
                  <a:cxn ang="0">
                    <a:pos x="278" y="374"/>
                  </a:cxn>
                  <a:cxn ang="0">
                    <a:pos x="152" y="374"/>
                  </a:cxn>
                  <a:cxn ang="0">
                    <a:pos x="43" y="374"/>
                  </a:cxn>
                  <a:cxn ang="0">
                    <a:pos x="1" y="374"/>
                  </a:cxn>
                  <a:cxn ang="0">
                    <a:pos x="8" y="364"/>
                  </a:cxn>
                  <a:cxn ang="0">
                    <a:pos x="40" y="326"/>
                  </a:cxn>
                  <a:cxn ang="0">
                    <a:pos x="97" y="265"/>
                  </a:cxn>
                  <a:cxn ang="0">
                    <a:pos x="186" y="195"/>
                  </a:cxn>
                  <a:cxn ang="0">
                    <a:pos x="306" y="119"/>
                  </a:cxn>
                  <a:cxn ang="0">
                    <a:pos x="447" y="57"/>
                  </a:cxn>
                  <a:cxn ang="0">
                    <a:pos x="605" y="15"/>
                  </a:cxn>
                  <a:cxn ang="0">
                    <a:pos x="773" y="0"/>
                  </a:cxn>
                  <a:cxn ang="0">
                    <a:pos x="945" y="17"/>
                  </a:cxn>
                  <a:cxn ang="0">
                    <a:pos x="1115" y="62"/>
                  </a:cxn>
                  <a:cxn ang="0">
                    <a:pos x="1266" y="131"/>
                  </a:cxn>
                  <a:cxn ang="0">
                    <a:pos x="1396" y="220"/>
                  </a:cxn>
                  <a:cxn ang="0">
                    <a:pos x="1500" y="313"/>
                  </a:cxn>
                  <a:cxn ang="0">
                    <a:pos x="1576" y="408"/>
                  </a:cxn>
                  <a:cxn ang="0">
                    <a:pos x="1623" y="477"/>
                  </a:cxn>
                  <a:cxn ang="0">
                    <a:pos x="1641" y="504"/>
                  </a:cxn>
                  <a:cxn ang="0">
                    <a:pos x="1649" y="500"/>
                  </a:cxn>
                  <a:cxn ang="0">
                    <a:pos x="1677" y="483"/>
                  </a:cxn>
                  <a:cxn ang="0">
                    <a:pos x="1719" y="458"/>
                  </a:cxn>
                  <a:cxn ang="0">
                    <a:pos x="1744" y="443"/>
                  </a:cxn>
                  <a:cxn ang="0">
                    <a:pos x="1747" y="443"/>
                  </a:cxn>
                  <a:cxn ang="0">
                    <a:pos x="1711" y="506"/>
                  </a:cxn>
                  <a:cxn ang="0">
                    <a:pos x="1630" y="650"/>
                  </a:cxn>
                </a:cxnLst>
                <a:rect l="0" t="0" r="r" b="b"/>
                <a:pathLst>
                  <a:path w="1750" h="860">
                    <a:moveTo>
                      <a:pt x="1630" y="650"/>
                    </a:moveTo>
                    <a:lnTo>
                      <a:pt x="1615" y="675"/>
                    </a:lnTo>
                    <a:lnTo>
                      <a:pt x="1602" y="699"/>
                    </a:lnTo>
                    <a:lnTo>
                      <a:pt x="1589" y="721"/>
                    </a:lnTo>
                    <a:lnTo>
                      <a:pt x="1578" y="741"/>
                    </a:lnTo>
                    <a:lnTo>
                      <a:pt x="1567" y="760"/>
                    </a:lnTo>
                    <a:lnTo>
                      <a:pt x="1557" y="777"/>
                    </a:lnTo>
                    <a:lnTo>
                      <a:pt x="1549" y="793"/>
                    </a:lnTo>
                    <a:lnTo>
                      <a:pt x="1541" y="807"/>
                    </a:lnTo>
                    <a:lnTo>
                      <a:pt x="1534" y="819"/>
                    </a:lnTo>
                    <a:lnTo>
                      <a:pt x="1528" y="830"/>
                    </a:lnTo>
                    <a:lnTo>
                      <a:pt x="1523" y="839"/>
                    </a:lnTo>
                    <a:lnTo>
                      <a:pt x="1518" y="846"/>
                    </a:lnTo>
                    <a:lnTo>
                      <a:pt x="1515" y="852"/>
                    </a:lnTo>
                    <a:lnTo>
                      <a:pt x="1513" y="856"/>
                    </a:lnTo>
                    <a:lnTo>
                      <a:pt x="1511" y="858"/>
                    </a:lnTo>
                    <a:lnTo>
                      <a:pt x="1511" y="859"/>
                    </a:lnTo>
                    <a:lnTo>
                      <a:pt x="1510" y="859"/>
                    </a:lnTo>
                    <a:lnTo>
                      <a:pt x="1507" y="859"/>
                    </a:lnTo>
                    <a:lnTo>
                      <a:pt x="1502" y="859"/>
                    </a:lnTo>
                    <a:lnTo>
                      <a:pt x="1496" y="859"/>
                    </a:lnTo>
                    <a:lnTo>
                      <a:pt x="1487" y="859"/>
                    </a:lnTo>
                    <a:lnTo>
                      <a:pt x="1477" y="859"/>
                    </a:lnTo>
                    <a:lnTo>
                      <a:pt x="1464" y="859"/>
                    </a:lnTo>
                    <a:lnTo>
                      <a:pt x="1450" y="859"/>
                    </a:lnTo>
                    <a:lnTo>
                      <a:pt x="1434" y="859"/>
                    </a:lnTo>
                    <a:lnTo>
                      <a:pt x="1416" y="859"/>
                    </a:lnTo>
                    <a:lnTo>
                      <a:pt x="1396" y="859"/>
                    </a:lnTo>
                    <a:lnTo>
                      <a:pt x="1374" y="859"/>
                    </a:lnTo>
                    <a:lnTo>
                      <a:pt x="1351" y="859"/>
                    </a:lnTo>
                    <a:lnTo>
                      <a:pt x="1325" y="859"/>
                    </a:lnTo>
                    <a:lnTo>
                      <a:pt x="1298" y="859"/>
                    </a:lnTo>
                    <a:lnTo>
                      <a:pt x="1268" y="859"/>
                    </a:lnTo>
                    <a:lnTo>
                      <a:pt x="1239" y="859"/>
                    </a:lnTo>
                    <a:lnTo>
                      <a:pt x="1211" y="859"/>
                    </a:lnTo>
                    <a:lnTo>
                      <a:pt x="1186" y="859"/>
                    </a:lnTo>
                    <a:lnTo>
                      <a:pt x="1162" y="859"/>
                    </a:lnTo>
                    <a:lnTo>
                      <a:pt x="1140" y="859"/>
                    </a:lnTo>
                    <a:lnTo>
                      <a:pt x="1120" y="859"/>
                    </a:lnTo>
                    <a:lnTo>
                      <a:pt x="1102" y="859"/>
                    </a:lnTo>
                    <a:lnTo>
                      <a:pt x="1086" y="859"/>
                    </a:lnTo>
                    <a:lnTo>
                      <a:pt x="1072" y="859"/>
                    </a:lnTo>
                    <a:lnTo>
                      <a:pt x="1060" y="859"/>
                    </a:lnTo>
                    <a:lnTo>
                      <a:pt x="1049" y="859"/>
                    </a:lnTo>
                    <a:lnTo>
                      <a:pt x="1041" y="859"/>
                    </a:lnTo>
                    <a:lnTo>
                      <a:pt x="1034" y="859"/>
                    </a:lnTo>
                    <a:lnTo>
                      <a:pt x="1029" y="859"/>
                    </a:lnTo>
                    <a:lnTo>
                      <a:pt x="1026" y="859"/>
                    </a:lnTo>
                    <a:lnTo>
                      <a:pt x="1025" y="859"/>
                    </a:lnTo>
                    <a:lnTo>
                      <a:pt x="1026" y="859"/>
                    </a:lnTo>
                    <a:lnTo>
                      <a:pt x="1028" y="858"/>
                    </a:lnTo>
                    <a:lnTo>
                      <a:pt x="1029" y="857"/>
                    </a:lnTo>
                    <a:lnTo>
                      <a:pt x="1032" y="856"/>
                    </a:lnTo>
                    <a:lnTo>
                      <a:pt x="1034" y="854"/>
                    </a:lnTo>
                    <a:lnTo>
                      <a:pt x="1038" y="852"/>
                    </a:lnTo>
                    <a:lnTo>
                      <a:pt x="1041" y="850"/>
                    </a:lnTo>
                    <a:lnTo>
                      <a:pt x="1046" y="847"/>
                    </a:lnTo>
                    <a:lnTo>
                      <a:pt x="1051" y="845"/>
                    </a:lnTo>
                    <a:lnTo>
                      <a:pt x="1056" y="842"/>
                    </a:lnTo>
                    <a:lnTo>
                      <a:pt x="1062" y="838"/>
                    </a:lnTo>
                    <a:lnTo>
                      <a:pt x="1068" y="835"/>
                    </a:lnTo>
                    <a:lnTo>
                      <a:pt x="1075" y="831"/>
                    </a:lnTo>
                    <a:lnTo>
                      <a:pt x="1082" y="827"/>
                    </a:lnTo>
                    <a:lnTo>
                      <a:pt x="1090" y="822"/>
                    </a:lnTo>
                    <a:lnTo>
                      <a:pt x="1098" y="818"/>
                    </a:lnTo>
                    <a:lnTo>
                      <a:pt x="1105" y="813"/>
                    </a:lnTo>
                    <a:lnTo>
                      <a:pt x="1112" y="809"/>
                    </a:lnTo>
                    <a:lnTo>
                      <a:pt x="1118" y="806"/>
                    </a:lnTo>
                    <a:lnTo>
                      <a:pt x="1124" y="802"/>
                    </a:lnTo>
                    <a:lnTo>
                      <a:pt x="1129" y="799"/>
                    </a:lnTo>
                    <a:lnTo>
                      <a:pt x="1134" y="797"/>
                    </a:lnTo>
                    <a:lnTo>
                      <a:pt x="1138" y="794"/>
                    </a:lnTo>
                    <a:lnTo>
                      <a:pt x="1142" y="792"/>
                    </a:lnTo>
                    <a:lnTo>
                      <a:pt x="1145" y="790"/>
                    </a:lnTo>
                    <a:lnTo>
                      <a:pt x="1148" y="788"/>
                    </a:lnTo>
                    <a:lnTo>
                      <a:pt x="1150" y="787"/>
                    </a:lnTo>
                    <a:lnTo>
                      <a:pt x="1152" y="786"/>
                    </a:lnTo>
                    <a:lnTo>
                      <a:pt x="1153" y="785"/>
                    </a:lnTo>
                    <a:lnTo>
                      <a:pt x="1154" y="785"/>
                    </a:lnTo>
                    <a:lnTo>
                      <a:pt x="1153" y="784"/>
                    </a:lnTo>
                    <a:lnTo>
                      <a:pt x="1153" y="783"/>
                    </a:lnTo>
                    <a:lnTo>
                      <a:pt x="1151" y="781"/>
                    </a:lnTo>
                    <a:lnTo>
                      <a:pt x="1150" y="779"/>
                    </a:lnTo>
                    <a:lnTo>
                      <a:pt x="1148" y="776"/>
                    </a:lnTo>
                    <a:lnTo>
                      <a:pt x="1146" y="773"/>
                    </a:lnTo>
                    <a:lnTo>
                      <a:pt x="1143" y="769"/>
                    </a:lnTo>
                    <a:lnTo>
                      <a:pt x="1140" y="765"/>
                    </a:lnTo>
                    <a:lnTo>
                      <a:pt x="1137" y="761"/>
                    </a:lnTo>
                    <a:lnTo>
                      <a:pt x="1133" y="756"/>
                    </a:lnTo>
                    <a:lnTo>
                      <a:pt x="1129" y="750"/>
                    </a:lnTo>
                    <a:lnTo>
                      <a:pt x="1124" y="744"/>
                    </a:lnTo>
                    <a:lnTo>
                      <a:pt x="1120" y="738"/>
                    </a:lnTo>
                    <a:lnTo>
                      <a:pt x="1115" y="731"/>
                    </a:lnTo>
                    <a:lnTo>
                      <a:pt x="1109" y="723"/>
                    </a:lnTo>
                    <a:lnTo>
                      <a:pt x="1103" y="716"/>
                    </a:lnTo>
                    <a:lnTo>
                      <a:pt x="1097" y="708"/>
                    </a:lnTo>
                    <a:lnTo>
                      <a:pt x="1091" y="700"/>
                    </a:lnTo>
                    <a:lnTo>
                      <a:pt x="1084" y="693"/>
                    </a:lnTo>
                    <a:lnTo>
                      <a:pt x="1077" y="686"/>
                    </a:lnTo>
                    <a:lnTo>
                      <a:pt x="1069" y="679"/>
                    </a:lnTo>
                    <a:lnTo>
                      <a:pt x="1061" y="672"/>
                    </a:lnTo>
                    <a:lnTo>
                      <a:pt x="1053" y="665"/>
                    </a:lnTo>
                    <a:lnTo>
                      <a:pt x="1044" y="658"/>
                    </a:lnTo>
                    <a:lnTo>
                      <a:pt x="1035" y="651"/>
                    </a:lnTo>
                    <a:lnTo>
                      <a:pt x="1025" y="644"/>
                    </a:lnTo>
                    <a:lnTo>
                      <a:pt x="1016" y="638"/>
                    </a:lnTo>
                    <a:lnTo>
                      <a:pt x="1005" y="631"/>
                    </a:lnTo>
                    <a:lnTo>
                      <a:pt x="995" y="625"/>
                    </a:lnTo>
                    <a:lnTo>
                      <a:pt x="984" y="619"/>
                    </a:lnTo>
                    <a:lnTo>
                      <a:pt x="973" y="613"/>
                    </a:lnTo>
                    <a:lnTo>
                      <a:pt x="961" y="607"/>
                    </a:lnTo>
                    <a:lnTo>
                      <a:pt x="950" y="601"/>
                    </a:lnTo>
                    <a:lnTo>
                      <a:pt x="938" y="596"/>
                    </a:lnTo>
                    <a:lnTo>
                      <a:pt x="926" y="591"/>
                    </a:lnTo>
                    <a:lnTo>
                      <a:pt x="913" y="587"/>
                    </a:lnTo>
                    <a:lnTo>
                      <a:pt x="901" y="583"/>
                    </a:lnTo>
                    <a:lnTo>
                      <a:pt x="888" y="580"/>
                    </a:lnTo>
                    <a:lnTo>
                      <a:pt x="876" y="577"/>
                    </a:lnTo>
                    <a:lnTo>
                      <a:pt x="863" y="574"/>
                    </a:lnTo>
                    <a:lnTo>
                      <a:pt x="849" y="572"/>
                    </a:lnTo>
                    <a:lnTo>
                      <a:pt x="836" y="570"/>
                    </a:lnTo>
                    <a:lnTo>
                      <a:pt x="823" y="568"/>
                    </a:lnTo>
                    <a:lnTo>
                      <a:pt x="809" y="567"/>
                    </a:lnTo>
                    <a:lnTo>
                      <a:pt x="795" y="567"/>
                    </a:lnTo>
                    <a:lnTo>
                      <a:pt x="781" y="566"/>
                    </a:lnTo>
                    <a:lnTo>
                      <a:pt x="767" y="567"/>
                    </a:lnTo>
                    <a:lnTo>
                      <a:pt x="753" y="567"/>
                    </a:lnTo>
                    <a:lnTo>
                      <a:pt x="739" y="568"/>
                    </a:lnTo>
                    <a:lnTo>
                      <a:pt x="726" y="569"/>
                    </a:lnTo>
                    <a:lnTo>
                      <a:pt x="713" y="570"/>
                    </a:lnTo>
                    <a:lnTo>
                      <a:pt x="700" y="572"/>
                    </a:lnTo>
                    <a:lnTo>
                      <a:pt x="687" y="574"/>
                    </a:lnTo>
                    <a:lnTo>
                      <a:pt x="675" y="577"/>
                    </a:lnTo>
                    <a:lnTo>
                      <a:pt x="663" y="579"/>
                    </a:lnTo>
                    <a:lnTo>
                      <a:pt x="652" y="583"/>
                    </a:lnTo>
                    <a:lnTo>
                      <a:pt x="641" y="586"/>
                    </a:lnTo>
                    <a:lnTo>
                      <a:pt x="630" y="590"/>
                    </a:lnTo>
                    <a:lnTo>
                      <a:pt x="620" y="593"/>
                    </a:lnTo>
                    <a:lnTo>
                      <a:pt x="609" y="598"/>
                    </a:lnTo>
                    <a:lnTo>
                      <a:pt x="600" y="602"/>
                    </a:lnTo>
                    <a:lnTo>
                      <a:pt x="590" y="607"/>
                    </a:lnTo>
                    <a:lnTo>
                      <a:pt x="581" y="613"/>
                    </a:lnTo>
                    <a:lnTo>
                      <a:pt x="572" y="618"/>
                    </a:lnTo>
                    <a:lnTo>
                      <a:pt x="564" y="623"/>
                    </a:lnTo>
                    <a:lnTo>
                      <a:pt x="556" y="627"/>
                    </a:lnTo>
                    <a:lnTo>
                      <a:pt x="549" y="631"/>
                    </a:lnTo>
                    <a:lnTo>
                      <a:pt x="543" y="635"/>
                    </a:lnTo>
                    <a:lnTo>
                      <a:pt x="537" y="639"/>
                    </a:lnTo>
                    <a:lnTo>
                      <a:pt x="532" y="642"/>
                    </a:lnTo>
                    <a:lnTo>
                      <a:pt x="527" y="645"/>
                    </a:lnTo>
                    <a:lnTo>
                      <a:pt x="523" y="647"/>
                    </a:lnTo>
                    <a:lnTo>
                      <a:pt x="519" y="650"/>
                    </a:lnTo>
                    <a:lnTo>
                      <a:pt x="516" y="651"/>
                    </a:lnTo>
                    <a:lnTo>
                      <a:pt x="513" y="653"/>
                    </a:lnTo>
                    <a:lnTo>
                      <a:pt x="511" y="654"/>
                    </a:lnTo>
                    <a:lnTo>
                      <a:pt x="510" y="655"/>
                    </a:lnTo>
                    <a:lnTo>
                      <a:pt x="509" y="655"/>
                    </a:lnTo>
                    <a:lnTo>
                      <a:pt x="509" y="656"/>
                    </a:lnTo>
                    <a:lnTo>
                      <a:pt x="508" y="655"/>
                    </a:lnTo>
                    <a:lnTo>
                      <a:pt x="507" y="653"/>
                    </a:lnTo>
                    <a:lnTo>
                      <a:pt x="506" y="651"/>
                    </a:lnTo>
                    <a:lnTo>
                      <a:pt x="504" y="647"/>
                    </a:lnTo>
                    <a:lnTo>
                      <a:pt x="501" y="642"/>
                    </a:lnTo>
                    <a:lnTo>
                      <a:pt x="497" y="636"/>
                    </a:lnTo>
                    <a:lnTo>
                      <a:pt x="493" y="629"/>
                    </a:lnTo>
                    <a:lnTo>
                      <a:pt x="488" y="620"/>
                    </a:lnTo>
                    <a:lnTo>
                      <a:pt x="483" y="611"/>
                    </a:lnTo>
                    <a:lnTo>
                      <a:pt x="477" y="601"/>
                    </a:lnTo>
                    <a:lnTo>
                      <a:pt x="470" y="589"/>
                    </a:lnTo>
                    <a:lnTo>
                      <a:pt x="463" y="576"/>
                    </a:lnTo>
                    <a:lnTo>
                      <a:pt x="455" y="563"/>
                    </a:lnTo>
                    <a:lnTo>
                      <a:pt x="446" y="548"/>
                    </a:lnTo>
                    <a:lnTo>
                      <a:pt x="437" y="532"/>
                    </a:lnTo>
                    <a:lnTo>
                      <a:pt x="427" y="515"/>
                    </a:lnTo>
                    <a:lnTo>
                      <a:pt x="417" y="498"/>
                    </a:lnTo>
                    <a:lnTo>
                      <a:pt x="408" y="482"/>
                    </a:lnTo>
                    <a:lnTo>
                      <a:pt x="399" y="467"/>
                    </a:lnTo>
                    <a:lnTo>
                      <a:pt x="391" y="453"/>
                    </a:lnTo>
                    <a:lnTo>
                      <a:pt x="384" y="440"/>
                    </a:lnTo>
                    <a:lnTo>
                      <a:pt x="377" y="429"/>
                    </a:lnTo>
                    <a:lnTo>
                      <a:pt x="371" y="418"/>
                    </a:lnTo>
                    <a:lnTo>
                      <a:pt x="365" y="409"/>
                    </a:lnTo>
                    <a:lnTo>
                      <a:pt x="361" y="401"/>
                    </a:lnTo>
                    <a:lnTo>
                      <a:pt x="356" y="393"/>
                    </a:lnTo>
                    <a:lnTo>
                      <a:pt x="353" y="387"/>
                    </a:lnTo>
                    <a:lnTo>
                      <a:pt x="350" y="382"/>
                    </a:lnTo>
                    <a:lnTo>
                      <a:pt x="348" y="379"/>
                    </a:lnTo>
                    <a:lnTo>
                      <a:pt x="346" y="376"/>
                    </a:lnTo>
                    <a:lnTo>
                      <a:pt x="345" y="374"/>
                    </a:lnTo>
                    <a:lnTo>
                      <a:pt x="344" y="374"/>
                    </a:lnTo>
                    <a:lnTo>
                      <a:pt x="342" y="374"/>
                    </a:lnTo>
                    <a:lnTo>
                      <a:pt x="339" y="374"/>
                    </a:lnTo>
                    <a:lnTo>
                      <a:pt x="334" y="374"/>
                    </a:lnTo>
                    <a:lnTo>
                      <a:pt x="328" y="374"/>
                    </a:lnTo>
                    <a:lnTo>
                      <a:pt x="321" y="374"/>
                    </a:lnTo>
                    <a:lnTo>
                      <a:pt x="312" y="374"/>
                    </a:lnTo>
                    <a:lnTo>
                      <a:pt x="302" y="374"/>
                    </a:lnTo>
                    <a:lnTo>
                      <a:pt x="290" y="374"/>
                    </a:lnTo>
                    <a:lnTo>
                      <a:pt x="278" y="374"/>
                    </a:lnTo>
                    <a:lnTo>
                      <a:pt x="263" y="374"/>
                    </a:lnTo>
                    <a:lnTo>
                      <a:pt x="248" y="374"/>
                    </a:lnTo>
                    <a:lnTo>
                      <a:pt x="231" y="374"/>
                    </a:lnTo>
                    <a:lnTo>
                      <a:pt x="213" y="374"/>
                    </a:lnTo>
                    <a:lnTo>
                      <a:pt x="193" y="374"/>
                    </a:lnTo>
                    <a:lnTo>
                      <a:pt x="172" y="374"/>
                    </a:lnTo>
                    <a:lnTo>
                      <a:pt x="152" y="374"/>
                    </a:lnTo>
                    <a:lnTo>
                      <a:pt x="132" y="374"/>
                    </a:lnTo>
                    <a:lnTo>
                      <a:pt x="114" y="374"/>
                    </a:lnTo>
                    <a:lnTo>
                      <a:pt x="97" y="374"/>
                    </a:lnTo>
                    <a:lnTo>
                      <a:pt x="81" y="374"/>
                    </a:lnTo>
                    <a:lnTo>
                      <a:pt x="67" y="374"/>
                    </a:lnTo>
                    <a:lnTo>
                      <a:pt x="54" y="374"/>
                    </a:lnTo>
                    <a:lnTo>
                      <a:pt x="43" y="374"/>
                    </a:lnTo>
                    <a:lnTo>
                      <a:pt x="33" y="374"/>
                    </a:lnTo>
                    <a:lnTo>
                      <a:pt x="24" y="374"/>
                    </a:lnTo>
                    <a:lnTo>
                      <a:pt x="17" y="374"/>
                    </a:lnTo>
                    <a:lnTo>
                      <a:pt x="11" y="374"/>
                    </a:lnTo>
                    <a:lnTo>
                      <a:pt x="6" y="374"/>
                    </a:lnTo>
                    <a:lnTo>
                      <a:pt x="3" y="374"/>
                    </a:lnTo>
                    <a:lnTo>
                      <a:pt x="1" y="374"/>
                    </a:lnTo>
                    <a:lnTo>
                      <a:pt x="0" y="374"/>
                    </a:lnTo>
                    <a:lnTo>
                      <a:pt x="0" y="373"/>
                    </a:lnTo>
                    <a:lnTo>
                      <a:pt x="1" y="372"/>
                    </a:lnTo>
                    <a:lnTo>
                      <a:pt x="2" y="371"/>
                    </a:lnTo>
                    <a:lnTo>
                      <a:pt x="4" y="369"/>
                    </a:lnTo>
                    <a:lnTo>
                      <a:pt x="6" y="367"/>
                    </a:lnTo>
                    <a:lnTo>
                      <a:pt x="8" y="364"/>
                    </a:lnTo>
                    <a:lnTo>
                      <a:pt x="12" y="360"/>
                    </a:lnTo>
                    <a:lnTo>
                      <a:pt x="15" y="356"/>
                    </a:lnTo>
                    <a:lnTo>
                      <a:pt x="19" y="351"/>
                    </a:lnTo>
                    <a:lnTo>
                      <a:pt x="24" y="346"/>
                    </a:lnTo>
                    <a:lnTo>
                      <a:pt x="29" y="340"/>
                    </a:lnTo>
                    <a:lnTo>
                      <a:pt x="34" y="333"/>
                    </a:lnTo>
                    <a:lnTo>
                      <a:pt x="40" y="326"/>
                    </a:lnTo>
                    <a:lnTo>
                      <a:pt x="47" y="319"/>
                    </a:lnTo>
                    <a:lnTo>
                      <a:pt x="54" y="311"/>
                    </a:lnTo>
                    <a:lnTo>
                      <a:pt x="61" y="302"/>
                    </a:lnTo>
                    <a:lnTo>
                      <a:pt x="69" y="293"/>
                    </a:lnTo>
                    <a:lnTo>
                      <a:pt x="78" y="284"/>
                    </a:lnTo>
                    <a:lnTo>
                      <a:pt x="87" y="275"/>
                    </a:lnTo>
                    <a:lnTo>
                      <a:pt x="97" y="265"/>
                    </a:lnTo>
                    <a:lnTo>
                      <a:pt x="108" y="256"/>
                    </a:lnTo>
                    <a:lnTo>
                      <a:pt x="119" y="246"/>
                    </a:lnTo>
                    <a:lnTo>
                      <a:pt x="131" y="236"/>
                    </a:lnTo>
                    <a:lnTo>
                      <a:pt x="144" y="226"/>
                    </a:lnTo>
                    <a:lnTo>
                      <a:pt x="157" y="216"/>
                    </a:lnTo>
                    <a:lnTo>
                      <a:pt x="171" y="206"/>
                    </a:lnTo>
                    <a:lnTo>
                      <a:pt x="186" y="195"/>
                    </a:lnTo>
                    <a:lnTo>
                      <a:pt x="201" y="184"/>
                    </a:lnTo>
                    <a:lnTo>
                      <a:pt x="217" y="174"/>
                    </a:lnTo>
                    <a:lnTo>
                      <a:pt x="234" y="163"/>
                    </a:lnTo>
                    <a:lnTo>
                      <a:pt x="251" y="152"/>
                    </a:lnTo>
                    <a:lnTo>
                      <a:pt x="269" y="141"/>
                    </a:lnTo>
                    <a:lnTo>
                      <a:pt x="287" y="130"/>
                    </a:lnTo>
                    <a:lnTo>
                      <a:pt x="306" y="119"/>
                    </a:lnTo>
                    <a:lnTo>
                      <a:pt x="325" y="109"/>
                    </a:lnTo>
                    <a:lnTo>
                      <a:pt x="345" y="99"/>
                    </a:lnTo>
                    <a:lnTo>
                      <a:pt x="365" y="90"/>
                    </a:lnTo>
                    <a:lnTo>
                      <a:pt x="385" y="81"/>
                    </a:lnTo>
                    <a:lnTo>
                      <a:pt x="405" y="72"/>
                    </a:lnTo>
                    <a:lnTo>
                      <a:pt x="426" y="64"/>
                    </a:lnTo>
                    <a:lnTo>
                      <a:pt x="447" y="57"/>
                    </a:lnTo>
                    <a:lnTo>
                      <a:pt x="469" y="49"/>
                    </a:lnTo>
                    <a:lnTo>
                      <a:pt x="491" y="43"/>
                    </a:lnTo>
                    <a:lnTo>
                      <a:pt x="513" y="36"/>
                    </a:lnTo>
                    <a:lnTo>
                      <a:pt x="536" y="30"/>
                    </a:lnTo>
                    <a:lnTo>
                      <a:pt x="558" y="25"/>
                    </a:lnTo>
                    <a:lnTo>
                      <a:pt x="582" y="20"/>
                    </a:lnTo>
                    <a:lnTo>
                      <a:pt x="605" y="15"/>
                    </a:lnTo>
                    <a:lnTo>
                      <a:pt x="629" y="11"/>
                    </a:lnTo>
                    <a:lnTo>
                      <a:pt x="653" y="8"/>
                    </a:lnTo>
                    <a:lnTo>
                      <a:pt x="677" y="5"/>
                    </a:lnTo>
                    <a:lnTo>
                      <a:pt x="701" y="3"/>
                    </a:lnTo>
                    <a:lnTo>
                      <a:pt x="725" y="1"/>
                    </a:lnTo>
                    <a:lnTo>
                      <a:pt x="749" y="0"/>
                    </a:lnTo>
                    <a:lnTo>
                      <a:pt x="773" y="0"/>
                    </a:lnTo>
                    <a:lnTo>
                      <a:pt x="798" y="1"/>
                    </a:lnTo>
                    <a:lnTo>
                      <a:pt x="822" y="2"/>
                    </a:lnTo>
                    <a:lnTo>
                      <a:pt x="847" y="3"/>
                    </a:lnTo>
                    <a:lnTo>
                      <a:pt x="871" y="6"/>
                    </a:lnTo>
                    <a:lnTo>
                      <a:pt x="896" y="9"/>
                    </a:lnTo>
                    <a:lnTo>
                      <a:pt x="921" y="12"/>
                    </a:lnTo>
                    <a:lnTo>
                      <a:pt x="945" y="17"/>
                    </a:lnTo>
                    <a:lnTo>
                      <a:pt x="970" y="21"/>
                    </a:lnTo>
                    <a:lnTo>
                      <a:pt x="995" y="27"/>
                    </a:lnTo>
                    <a:lnTo>
                      <a:pt x="1020" y="33"/>
                    </a:lnTo>
                    <a:lnTo>
                      <a:pt x="1044" y="40"/>
                    </a:lnTo>
                    <a:lnTo>
                      <a:pt x="1068" y="47"/>
                    </a:lnTo>
                    <a:lnTo>
                      <a:pt x="1092" y="54"/>
                    </a:lnTo>
                    <a:lnTo>
                      <a:pt x="1115" y="62"/>
                    </a:lnTo>
                    <a:lnTo>
                      <a:pt x="1138" y="71"/>
                    </a:lnTo>
                    <a:lnTo>
                      <a:pt x="1160" y="79"/>
                    </a:lnTo>
                    <a:lnTo>
                      <a:pt x="1182" y="89"/>
                    </a:lnTo>
                    <a:lnTo>
                      <a:pt x="1204" y="98"/>
                    </a:lnTo>
                    <a:lnTo>
                      <a:pt x="1225" y="109"/>
                    </a:lnTo>
                    <a:lnTo>
                      <a:pt x="1246" y="119"/>
                    </a:lnTo>
                    <a:lnTo>
                      <a:pt x="1266" y="131"/>
                    </a:lnTo>
                    <a:lnTo>
                      <a:pt x="1286" y="142"/>
                    </a:lnTo>
                    <a:lnTo>
                      <a:pt x="1305" y="154"/>
                    </a:lnTo>
                    <a:lnTo>
                      <a:pt x="1324" y="167"/>
                    </a:lnTo>
                    <a:lnTo>
                      <a:pt x="1343" y="180"/>
                    </a:lnTo>
                    <a:lnTo>
                      <a:pt x="1361" y="193"/>
                    </a:lnTo>
                    <a:lnTo>
                      <a:pt x="1379" y="206"/>
                    </a:lnTo>
                    <a:lnTo>
                      <a:pt x="1396" y="220"/>
                    </a:lnTo>
                    <a:lnTo>
                      <a:pt x="1413" y="233"/>
                    </a:lnTo>
                    <a:lnTo>
                      <a:pt x="1429" y="246"/>
                    </a:lnTo>
                    <a:lnTo>
                      <a:pt x="1444" y="260"/>
                    </a:lnTo>
                    <a:lnTo>
                      <a:pt x="1459" y="273"/>
                    </a:lnTo>
                    <a:lnTo>
                      <a:pt x="1473" y="286"/>
                    </a:lnTo>
                    <a:lnTo>
                      <a:pt x="1487" y="300"/>
                    </a:lnTo>
                    <a:lnTo>
                      <a:pt x="1500" y="313"/>
                    </a:lnTo>
                    <a:lnTo>
                      <a:pt x="1512" y="327"/>
                    </a:lnTo>
                    <a:lnTo>
                      <a:pt x="1524" y="341"/>
                    </a:lnTo>
                    <a:lnTo>
                      <a:pt x="1536" y="354"/>
                    </a:lnTo>
                    <a:lnTo>
                      <a:pt x="1547" y="368"/>
                    </a:lnTo>
                    <a:lnTo>
                      <a:pt x="1557" y="381"/>
                    </a:lnTo>
                    <a:lnTo>
                      <a:pt x="1566" y="395"/>
                    </a:lnTo>
                    <a:lnTo>
                      <a:pt x="1576" y="408"/>
                    </a:lnTo>
                    <a:lnTo>
                      <a:pt x="1584" y="421"/>
                    </a:lnTo>
                    <a:lnTo>
                      <a:pt x="1592" y="432"/>
                    </a:lnTo>
                    <a:lnTo>
                      <a:pt x="1599" y="443"/>
                    </a:lnTo>
                    <a:lnTo>
                      <a:pt x="1606" y="453"/>
                    </a:lnTo>
                    <a:lnTo>
                      <a:pt x="1612" y="462"/>
                    </a:lnTo>
                    <a:lnTo>
                      <a:pt x="1618" y="470"/>
                    </a:lnTo>
                    <a:lnTo>
                      <a:pt x="1623" y="477"/>
                    </a:lnTo>
                    <a:lnTo>
                      <a:pt x="1627" y="484"/>
                    </a:lnTo>
                    <a:lnTo>
                      <a:pt x="1631" y="489"/>
                    </a:lnTo>
                    <a:lnTo>
                      <a:pt x="1634" y="494"/>
                    </a:lnTo>
                    <a:lnTo>
                      <a:pt x="1637" y="498"/>
                    </a:lnTo>
                    <a:lnTo>
                      <a:pt x="1639" y="501"/>
                    </a:lnTo>
                    <a:lnTo>
                      <a:pt x="1640" y="503"/>
                    </a:lnTo>
                    <a:lnTo>
                      <a:pt x="1641" y="504"/>
                    </a:lnTo>
                    <a:lnTo>
                      <a:pt x="1642" y="505"/>
                    </a:lnTo>
                    <a:lnTo>
                      <a:pt x="1642" y="504"/>
                    </a:lnTo>
                    <a:lnTo>
                      <a:pt x="1643" y="504"/>
                    </a:lnTo>
                    <a:lnTo>
                      <a:pt x="1645" y="503"/>
                    </a:lnTo>
                    <a:lnTo>
                      <a:pt x="1647" y="502"/>
                    </a:lnTo>
                    <a:lnTo>
                      <a:pt x="1649" y="500"/>
                    </a:lnTo>
                    <a:lnTo>
                      <a:pt x="1652" y="499"/>
                    </a:lnTo>
                    <a:lnTo>
                      <a:pt x="1655" y="497"/>
                    </a:lnTo>
                    <a:lnTo>
                      <a:pt x="1658" y="495"/>
                    </a:lnTo>
                    <a:lnTo>
                      <a:pt x="1662" y="492"/>
                    </a:lnTo>
                    <a:lnTo>
                      <a:pt x="1667" y="490"/>
                    </a:lnTo>
                    <a:lnTo>
                      <a:pt x="1672" y="487"/>
                    </a:lnTo>
                    <a:lnTo>
                      <a:pt x="1677" y="483"/>
                    </a:lnTo>
                    <a:lnTo>
                      <a:pt x="1683" y="480"/>
                    </a:lnTo>
                    <a:lnTo>
                      <a:pt x="1689" y="476"/>
                    </a:lnTo>
                    <a:lnTo>
                      <a:pt x="1695" y="473"/>
                    </a:lnTo>
                    <a:lnTo>
                      <a:pt x="1702" y="469"/>
                    </a:lnTo>
                    <a:lnTo>
                      <a:pt x="1708" y="465"/>
                    </a:lnTo>
                    <a:lnTo>
                      <a:pt x="1713" y="462"/>
                    </a:lnTo>
                    <a:lnTo>
                      <a:pt x="1719" y="458"/>
                    </a:lnTo>
                    <a:lnTo>
                      <a:pt x="1723" y="455"/>
                    </a:lnTo>
                    <a:lnTo>
                      <a:pt x="1728" y="453"/>
                    </a:lnTo>
                    <a:lnTo>
                      <a:pt x="1732" y="450"/>
                    </a:lnTo>
                    <a:lnTo>
                      <a:pt x="1735" y="448"/>
                    </a:lnTo>
                    <a:lnTo>
                      <a:pt x="1738" y="446"/>
                    </a:lnTo>
                    <a:lnTo>
                      <a:pt x="1741" y="445"/>
                    </a:lnTo>
                    <a:lnTo>
                      <a:pt x="1744" y="443"/>
                    </a:lnTo>
                    <a:lnTo>
                      <a:pt x="1745" y="442"/>
                    </a:lnTo>
                    <a:lnTo>
                      <a:pt x="1747" y="441"/>
                    </a:lnTo>
                    <a:lnTo>
                      <a:pt x="1748" y="441"/>
                    </a:lnTo>
                    <a:lnTo>
                      <a:pt x="1749" y="440"/>
                    </a:lnTo>
                    <a:lnTo>
                      <a:pt x="1748" y="441"/>
                    </a:lnTo>
                    <a:lnTo>
                      <a:pt x="1747" y="443"/>
                    </a:lnTo>
                    <a:lnTo>
                      <a:pt x="1745" y="448"/>
                    </a:lnTo>
                    <a:lnTo>
                      <a:pt x="1741" y="453"/>
                    </a:lnTo>
                    <a:lnTo>
                      <a:pt x="1737" y="461"/>
                    </a:lnTo>
                    <a:lnTo>
                      <a:pt x="1732" y="470"/>
                    </a:lnTo>
                    <a:lnTo>
                      <a:pt x="1726" y="480"/>
                    </a:lnTo>
                    <a:lnTo>
                      <a:pt x="1719" y="493"/>
                    </a:lnTo>
                    <a:lnTo>
                      <a:pt x="1711" y="506"/>
                    </a:lnTo>
                    <a:lnTo>
                      <a:pt x="1702" y="522"/>
                    </a:lnTo>
                    <a:lnTo>
                      <a:pt x="1693" y="539"/>
                    </a:lnTo>
                    <a:lnTo>
                      <a:pt x="1682" y="558"/>
                    </a:lnTo>
                    <a:lnTo>
                      <a:pt x="1670" y="579"/>
                    </a:lnTo>
                    <a:lnTo>
                      <a:pt x="1658" y="601"/>
                    </a:lnTo>
                    <a:lnTo>
                      <a:pt x="1644" y="624"/>
                    </a:lnTo>
                    <a:lnTo>
                      <a:pt x="1630" y="650"/>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sp>
            <p:nvSpPr>
              <p:cNvPr id="72" name="Freeform 14"/>
              <p:cNvSpPr>
                <a:spLocks/>
              </p:cNvSpPr>
              <p:nvPr/>
            </p:nvSpPr>
            <p:spPr bwMode="gray">
              <a:xfrm>
                <a:off x="4591069" y="4795842"/>
                <a:ext cx="977900" cy="1149350"/>
              </a:xfrm>
              <a:custGeom>
                <a:avLst/>
                <a:gdLst/>
                <a:ahLst/>
                <a:cxnLst>
                  <a:cxn ang="0">
                    <a:pos x="225" y="683"/>
                  </a:cxn>
                  <a:cxn ang="0">
                    <a:pos x="162" y="793"/>
                  </a:cxn>
                  <a:cxn ang="0">
                    <a:pos x="68" y="957"/>
                  </a:cxn>
                  <a:cxn ang="0">
                    <a:pos x="12" y="1055"/>
                  </a:cxn>
                  <a:cxn ang="0">
                    <a:pos x="2" y="1079"/>
                  </a:cxn>
                  <a:cxn ang="0">
                    <a:pos x="38" y="1143"/>
                  </a:cxn>
                  <a:cxn ang="0">
                    <a:pos x="121" y="1287"/>
                  </a:cxn>
                  <a:cxn ang="0">
                    <a:pos x="204" y="1432"/>
                  </a:cxn>
                  <a:cxn ang="0">
                    <a:pos x="240" y="1496"/>
                  </a:cxn>
                  <a:cxn ang="0">
                    <a:pos x="242" y="1492"/>
                  </a:cxn>
                  <a:cxn ang="0">
                    <a:pos x="242" y="1462"/>
                  </a:cxn>
                  <a:cxn ang="0">
                    <a:pos x="242" y="1410"/>
                  </a:cxn>
                  <a:cxn ang="0">
                    <a:pos x="242" y="1375"/>
                  </a:cxn>
                  <a:cxn ang="0">
                    <a:pos x="242" y="1366"/>
                  </a:cxn>
                  <a:cxn ang="0">
                    <a:pos x="265" y="1365"/>
                  </a:cxn>
                  <a:cxn ang="0">
                    <a:pos x="324" y="1362"/>
                  </a:cxn>
                  <a:cxn ang="0">
                    <a:pos x="417" y="1351"/>
                  </a:cxn>
                  <a:cxn ang="0">
                    <a:pos x="542" y="1317"/>
                  </a:cxn>
                  <a:cxn ang="0">
                    <a:pos x="692" y="1258"/>
                  </a:cxn>
                  <a:cxn ang="0">
                    <a:pos x="839" y="1167"/>
                  </a:cxn>
                  <a:cxn ang="0">
                    <a:pos x="977" y="1042"/>
                  </a:cxn>
                  <a:cxn ang="0">
                    <a:pos x="1089" y="895"/>
                  </a:cxn>
                  <a:cxn ang="0">
                    <a:pos x="1170" y="728"/>
                  </a:cxn>
                  <a:cxn ang="0">
                    <a:pos x="1220" y="560"/>
                  </a:cxn>
                  <a:cxn ang="0">
                    <a:pos x="1240" y="406"/>
                  </a:cxn>
                  <a:cxn ang="0">
                    <a:pos x="1235" y="268"/>
                  </a:cxn>
                  <a:cxn ang="0">
                    <a:pos x="1219" y="155"/>
                  </a:cxn>
                  <a:cxn ang="0">
                    <a:pos x="1194" y="66"/>
                  </a:cxn>
                  <a:cxn ang="0">
                    <a:pos x="1177" y="14"/>
                  </a:cxn>
                  <a:cxn ang="0">
                    <a:pos x="1172" y="1"/>
                  </a:cxn>
                  <a:cxn ang="0">
                    <a:pos x="1152" y="35"/>
                  </a:cxn>
                  <a:cxn ang="0">
                    <a:pos x="1101" y="124"/>
                  </a:cxn>
                  <a:cxn ang="0">
                    <a:pos x="1041" y="227"/>
                  </a:cxn>
                  <a:cxn ang="0">
                    <a:pos x="1012" y="277"/>
                  </a:cxn>
                  <a:cxn ang="0">
                    <a:pos x="998" y="282"/>
                  </a:cxn>
                  <a:cxn ang="0">
                    <a:pos x="929" y="282"/>
                  </a:cxn>
                  <a:cxn ang="0">
                    <a:pos x="802" y="282"/>
                  </a:cxn>
                  <a:cxn ang="0">
                    <a:pos x="705" y="282"/>
                  </a:cxn>
                  <a:cxn ang="0">
                    <a:pos x="673" y="282"/>
                  </a:cxn>
                  <a:cxn ang="0">
                    <a:pos x="674" y="294"/>
                  </a:cxn>
                  <a:cxn ang="0">
                    <a:pos x="678" y="330"/>
                  </a:cxn>
                  <a:cxn ang="0">
                    <a:pos x="679" y="388"/>
                  </a:cxn>
                  <a:cxn ang="0">
                    <a:pos x="668" y="457"/>
                  </a:cxn>
                  <a:cxn ang="0">
                    <a:pos x="643" y="536"/>
                  </a:cxn>
                  <a:cxn ang="0">
                    <a:pos x="606" y="608"/>
                  </a:cxn>
                  <a:cxn ang="0">
                    <a:pos x="557" y="669"/>
                  </a:cxn>
                  <a:cxn ang="0">
                    <a:pos x="499" y="718"/>
                  </a:cxn>
                  <a:cxn ang="0">
                    <a:pos x="437" y="755"/>
                  </a:cxn>
                  <a:cxn ang="0">
                    <a:pos x="373" y="781"/>
                  </a:cxn>
                  <a:cxn ang="0">
                    <a:pos x="318" y="795"/>
                  </a:cxn>
                  <a:cxn ang="0">
                    <a:pos x="273" y="800"/>
                  </a:cxn>
                  <a:cxn ang="0">
                    <a:pos x="247" y="801"/>
                  </a:cxn>
                  <a:cxn ang="0">
                    <a:pos x="242" y="801"/>
                  </a:cxn>
                  <a:cxn ang="0">
                    <a:pos x="242" y="778"/>
                  </a:cxn>
                  <a:cxn ang="0">
                    <a:pos x="242" y="727"/>
                  </a:cxn>
                  <a:cxn ang="0">
                    <a:pos x="242" y="677"/>
                  </a:cxn>
                  <a:cxn ang="0">
                    <a:pos x="242" y="654"/>
                  </a:cxn>
                </a:cxnLst>
                <a:rect l="0" t="0" r="r" b="b"/>
                <a:pathLst>
                  <a:path w="1241" h="1500">
                    <a:moveTo>
                      <a:pt x="242" y="653"/>
                    </a:moveTo>
                    <a:lnTo>
                      <a:pt x="241" y="654"/>
                    </a:lnTo>
                    <a:lnTo>
                      <a:pt x="240" y="656"/>
                    </a:lnTo>
                    <a:lnTo>
                      <a:pt x="238" y="660"/>
                    </a:lnTo>
                    <a:lnTo>
                      <a:pt x="234" y="666"/>
                    </a:lnTo>
                    <a:lnTo>
                      <a:pt x="230" y="674"/>
                    </a:lnTo>
                    <a:lnTo>
                      <a:pt x="225" y="683"/>
                    </a:lnTo>
                    <a:lnTo>
                      <a:pt x="219" y="693"/>
                    </a:lnTo>
                    <a:lnTo>
                      <a:pt x="212" y="706"/>
                    </a:lnTo>
                    <a:lnTo>
                      <a:pt x="204" y="720"/>
                    </a:lnTo>
                    <a:lnTo>
                      <a:pt x="195" y="736"/>
                    </a:lnTo>
                    <a:lnTo>
                      <a:pt x="185" y="753"/>
                    </a:lnTo>
                    <a:lnTo>
                      <a:pt x="174" y="772"/>
                    </a:lnTo>
                    <a:lnTo>
                      <a:pt x="162" y="793"/>
                    </a:lnTo>
                    <a:lnTo>
                      <a:pt x="149" y="815"/>
                    </a:lnTo>
                    <a:lnTo>
                      <a:pt x="136" y="839"/>
                    </a:lnTo>
                    <a:lnTo>
                      <a:pt x="121" y="865"/>
                    </a:lnTo>
                    <a:lnTo>
                      <a:pt x="106" y="890"/>
                    </a:lnTo>
                    <a:lnTo>
                      <a:pt x="93" y="914"/>
                    </a:lnTo>
                    <a:lnTo>
                      <a:pt x="80" y="936"/>
                    </a:lnTo>
                    <a:lnTo>
                      <a:pt x="68" y="957"/>
                    </a:lnTo>
                    <a:lnTo>
                      <a:pt x="57" y="976"/>
                    </a:lnTo>
                    <a:lnTo>
                      <a:pt x="47" y="993"/>
                    </a:lnTo>
                    <a:lnTo>
                      <a:pt x="38" y="1009"/>
                    </a:lnTo>
                    <a:lnTo>
                      <a:pt x="30" y="1023"/>
                    </a:lnTo>
                    <a:lnTo>
                      <a:pt x="23" y="1036"/>
                    </a:lnTo>
                    <a:lnTo>
                      <a:pt x="17" y="1046"/>
                    </a:lnTo>
                    <a:lnTo>
                      <a:pt x="12" y="1055"/>
                    </a:lnTo>
                    <a:lnTo>
                      <a:pt x="8" y="1063"/>
                    </a:lnTo>
                    <a:lnTo>
                      <a:pt x="4" y="1069"/>
                    </a:lnTo>
                    <a:lnTo>
                      <a:pt x="2" y="1073"/>
                    </a:lnTo>
                    <a:lnTo>
                      <a:pt x="1" y="1075"/>
                    </a:lnTo>
                    <a:lnTo>
                      <a:pt x="0" y="1076"/>
                    </a:lnTo>
                    <a:lnTo>
                      <a:pt x="1" y="1077"/>
                    </a:lnTo>
                    <a:lnTo>
                      <a:pt x="2" y="1079"/>
                    </a:lnTo>
                    <a:lnTo>
                      <a:pt x="4" y="1083"/>
                    </a:lnTo>
                    <a:lnTo>
                      <a:pt x="8" y="1089"/>
                    </a:lnTo>
                    <a:lnTo>
                      <a:pt x="12" y="1097"/>
                    </a:lnTo>
                    <a:lnTo>
                      <a:pt x="17" y="1106"/>
                    </a:lnTo>
                    <a:lnTo>
                      <a:pt x="23" y="1116"/>
                    </a:lnTo>
                    <a:lnTo>
                      <a:pt x="30" y="1129"/>
                    </a:lnTo>
                    <a:lnTo>
                      <a:pt x="38" y="1143"/>
                    </a:lnTo>
                    <a:lnTo>
                      <a:pt x="47" y="1159"/>
                    </a:lnTo>
                    <a:lnTo>
                      <a:pt x="57" y="1176"/>
                    </a:lnTo>
                    <a:lnTo>
                      <a:pt x="68" y="1195"/>
                    </a:lnTo>
                    <a:lnTo>
                      <a:pt x="80" y="1216"/>
                    </a:lnTo>
                    <a:lnTo>
                      <a:pt x="93" y="1238"/>
                    </a:lnTo>
                    <a:lnTo>
                      <a:pt x="106" y="1262"/>
                    </a:lnTo>
                    <a:lnTo>
                      <a:pt x="121" y="1287"/>
                    </a:lnTo>
                    <a:lnTo>
                      <a:pt x="136" y="1313"/>
                    </a:lnTo>
                    <a:lnTo>
                      <a:pt x="149" y="1337"/>
                    </a:lnTo>
                    <a:lnTo>
                      <a:pt x="162" y="1359"/>
                    </a:lnTo>
                    <a:lnTo>
                      <a:pt x="174" y="1380"/>
                    </a:lnTo>
                    <a:lnTo>
                      <a:pt x="185" y="1399"/>
                    </a:lnTo>
                    <a:lnTo>
                      <a:pt x="195" y="1416"/>
                    </a:lnTo>
                    <a:lnTo>
                      <a:pt x="204" y="1432"/>
                    </a:lnTo>
                    <a:lnTo>
                      <a:pt x="212" y="1446"/>
                    </a:lnTo>
                    <a:lnTo>
                      <a:pt x="219" y="1459"/>
                    </a:lnTo>
                    <a:lnTo>
                      <a:pt x="225" y="1469"/>
                    </a:lnTo>
                    <a:lnTo>
                      <a:pt x="230" y="1478"/>
                    </a:lnTo>
                    <a:lnTo>
                      <a:pt x="234" y="1486"/>
                    </a:lnTo>
                    <a:lnTo>
                      <a:pt x="238" y="1492"/>
                    </a:lnTo>
                    <a:lnTo>
                      <a:pt x="240" y="1496"/>
                    </a:lnTo>
                    <a:lnTo>
                      <a:pt x="241" y="1498"/>
                    </a:lnTo>
                    <a:lnTo>
                      <a:pt x="242" y="1499"/>
                    </a:lnTo>
                    <a:lnTo>
                      <a:pt x="242" y="1498"/>
                    </a:lnTo>
                    <a:lnTo>
                      <a:pt x="242" y="1497"/>
                    </a:lnTo>
                    <a:lnTo>
                      <a:pt x="242" y="1495"/>
                    </a:lnTo>
                    <a:lnTo>
                      <a:pt x="242" y="1492"/>
                    </a:lnTo>
                    <a:lnTo>
                      <a:pt x="242" y="1490"/>
                    </a:lnTo>
                    <a:lnTo>
                      <a:pt x="242" y="1486"/>
                    </a:lnTo>
                    <a:lnTo>
                      <a:pt x="242" y="1482"/>
                    </a:lnTo>
                    <a:lnTo>
                      <a:pt x="242" y="1478"/>
                    </a:lnTo>
                    <a:lnTo>
                      <a:pt x="242" y="1473"/>
                    </a:lnTo>
                    <a:lnTo>
                      <a:pt x="242" y="1468"/>
                    </a:lnTo>
                    <a:lnTo>
                      <a:pt x="242" y="1462"/>
                    </a:lnTo>
                    <a:lnTo>
                      <a:pt x="242" y="1455"/>
                    </a:lnTo>
                    <a:lnTo>
                      <a:pt x="242" y="1448"/>
                    </a:lnTo>
                    <a:lnTo>
                      <a:pt x="242" y="1440"/>
                    </a:lnTo>
                    <a:lnTo>
                      <a:pt x="242" y="1432"/>
                    </a:lnTo>
                    <a:lnTo>
                      <a:pt x="242" y="1424"/>
                    </a:lnTo>
                    <a:lnTo>
                      <a:pt x="242" y="1417"/>
                    </a:lnTo>
                    <a:lnTo>
                      <a:pt x="242" y="1410"/>
                    </a:lnTo>
                    <a:lnTo>
                      <a:pt x="242" y="1403"/>
                    </a:lnTo>
                    <a:lnTo>
                      <a:pt x="242" y="1397"/>
                    </a:lnTo>
                    <a:lnTo>
                      <a:pt x="242" y="1392"/>
                    </a:lnTo>
                    <a:lnTo>
                      <a:pt x="242" y="1387"/>
                    </a:lnTo>
                    <a:lnTo>
                      <a:pt x="242" y="1382"/>
                    </a:lnTo>
                    <a:lnTo>
                      <a:pt x="242" y="1379"/>
                    </a:lnTo>
                    <a:lnTo>
                      <a:pt x="242" y="1375"/>
                    </a:lnTo>
                    <a:lnTo>
                      <a:pt x="242" y="1372"/>
                    </a:lnTo>
                    <a:lnTo>
                      <a:pt x="242" y="1370"/>
                    </a:lnTo>
                    <a:lnTo>
                      <a:pt x="242" y="1368"/>
                    </a:lnTo>
                    <a:lnTo>
                      <a:pt x="242" y="1367"/>
                    </a:lnTo>
                    <a:lnTo>
                      <a:pt x="242" y="1366"/>
                    </a:lnTo>
                    <a:lnTo>
                      <a:pt x="243" y="1366"/>
                    </a:lnTo>
                    <a:lnTo>
                      <a:pt x="245" y="1366"/>
                    </a:lnTo>
                    <a:lnTo>
                      <a:pt x="248" y="1366"/>
                    </a:lnTo>
                    <a:lnTo>
                      <a:pt x="251" y="1365"/>
                    </a:lnTo>
                    <a:lnTo>
                      <a:pt x="255" y="1365"/>
                    </a:lnTo>
                    <a:lnTo>
                      <a:pt x="260" y="1365"/>
                    </a:lnTo>
                    <a:lnTo>
                      <a:pt x="265" y="1365"/>
                    </a:lnTo>
                    <a:lnTo>
                      <a:pt x="271" y="1365"/>
                    </a:lnTo>
                    <a:lnTo>
                      <a:pt x="278" y="1364"/>
                    </a:lnTo>
                    <a:lnTo>
                      <a:pt x="286" y="1364"/>
                    </a:lnTo>
                    <a:lnTo>
                      <a:pt x="294" y="1364"/>
                    </a:lnTo>
                    <a:lnTo>
                      <a:pt x="304" y="1363"/>
                    </a:lnTo>
                    <a:lnTo>
                      <a:pt x="313" y="1363"/>
                    </a:lnTo>
                    <a:lnTo>
                      <a:pt x="324" y="1362"/>
                    </a:lnTo>
                    <a:lnTo>
                      <a:pt x="335" y="1362"/>
                    </a:lnTo>
                    <a:lnTo>
                      <a:pt x="347" y="1361"/>
                    </a:lnTo>
                    <a:lnTo>
                      <a:pt x="360" y="1360"/>
                    </a:lnTo>
                    <a:lnTo>
                      <a:pt x="373" y="1358"/>
                    </a:lnTo>
                    <a:lnTo>
                      <a:pt x="387" y="1356"/>
                    </a:lnTo>
                    <a:lnTo>
                      <a:pt x="402" y="1354"/>
                    </a:lnTo>
                    <a:lnTo>
                      <a:pt x="417" y="1351"/>
                    </a:lnTo>
                    <a:lnTo>
                      <a:pt x="433" y="1347"/>
                    </a:lnTo>
                    <a:lnTo>
                      <a:pt x="450" y="1343"/>
                    </a:lnTo>
                    <a:lnTo>
                      <a:pt x="467" y="1339"/>
                    </a:lnTo>
                    <a:lnTo>
                      <a:pt x="485" y="1334"/>
                    </a:lnTo>
                    <a:lnTo>
                      <a:pt x="503" y="1329"/>
                    </a:lnTo>
                    <a:lnTo>
                      <a:pt x="522" y="1323"/>
                    </a:lnTo>
                    <a:lnTo>
                      <a:pt x="542" y="1317"/>
                    </a:lnTo>
                    <a:lnTo>
                      <a:pt x="563" y="1310"/>
                    </a:lnTo>
                    <a:lnTo>
                      <a:pt x="584" y="1303"/>
                    </a:lnTo>
                    <a:lnTo>
                      <a:pt x="605" y="1295"/>
                    </a:lnTo>
                    <a:lnTo>
                      <a:pt x="627" y="1287"/>
                    </a:lnTo>
                    <a:lnTo>
                      <a:pt x="649" y="1278"/>
                    </a:lnTo>
                    <a:lnTo>
                      <a:pt x="671" y="1269"/>
                    </a:lnTo>
                    <a:lnTo>
                      <a:pt x="692" y="1258"/>
                    </a:lnTo>
                    <a:lnTo>
                      <a:pt x="714" y="1247"/>
                    </a:lnTo>
                    <a:lnTo>
                      <a:pt x="735" y="1236"/>
                    </a:lnTo>
                    <a:lnTo>
                      <a:pt x="756" y="1223"/>
                    </a:lnTo>
                    <a:lnTo>
                      <a:pt x="777" y="1210"/>
                    </a:lnTo>
                    <a:lnTo>
                      <a:pt x="798" y="1197"/>
                    </a:lnTo>
                    <a:lnTo>
                      <a:pt x="818" y="1182"/>
                    </a:lnTo>
                    <a:lnTo>
                      <a:pt x="839" y="1167"/>
                    </a:lnTo>
                    <a:lnTo>
                      <a:pt x="859" y="1151"/>
                    </a:lnTo>
                    <a:lnTo>
                      <a:pt x="879" y="1135"/>
                    </a:lnTo>
                    <a:lnTo>
                      <a:pt x="899" y="1117"/>
                    </a:lnTo>
                    <a:lnTo>
                      <a:pt x="919" y="1100"/>
                    </a:lnTo>
                    <a:lnTo>
                      <a:pt x="939" y="1081"/>
                    </a:lnTo>
                    <a:lnTo>
                      <a:pt x="958" y="1062"/>
                    </a:lnTo>
                    <a:lnTo>
                      <a:pt x="977" y="1042"/>
                    </a:lnTo>
                    <a:lnTo>
                      <a:pt x="995" y="1022"/>
                    </a:lnTo>
                    <a:lnTo>
                      <a:pt x="1012" y="1002"/>
                    </a:lnTo>
                    <a:lnTo>
                      <a:pt x="1029" y="981"/>
                    </a:lnTo>
                    <a:lnTo>
                      <a:pt x="1045" y="960"/>
                    </a:lnTo>
                    <a:lnTo>
                      <a:pt x="1060" y="939"/>
                    </a:lnTo>
                    <a:lnTo>
                      <a:pt x="1075" y="917"/>
                    </a:lnTo>
                    <a:lnTo>
                      <a:pt x="1089" y="895"/>
                    </a:lnTo>
                    <a:lnTo>
                      <a:pt x="1103" y="872"/>
                    </a:lnTo>
                    <a:lnTo>
                      <a:pt x="1116" y="849"/>
                    </a:lnTo>
                    <a:lnTo>
                      <a:pt x="1128" y="826"/>
                    </a:lnTo>
                    <a:lnTo>
                      <a:pt x="1139" y="802"/>
                    </a:lnTo>
                    <a:lnTo>
                      <a:pt x="1150" y="778"/>
                    </a:lnTo>
                    <a:lnTo>
                      <a:pt x="1160" y="753"/>
                    </a:lnTo>
                    <a:lnTo>
                      <a:pt x="1170" y="728"/>
                    </a:lnTo>
                    <a:lnTo>
                      <a:pt x="1179" y="703"/>
                    </a:lnTo>
                    <a:lnTo>
                      <a:pt x="1187" y="679"/>
                    </a:lnTo>
                    <a:lnTo>
                      <a:pt x="1195" y="654"/>
                    </a:lnTo>
                    <a:lnTo>
                      <a:pt x="1202" y="630"/>
                    </a:lnTo>
                    <a:lnTo>
                      <a:pt x="1209" y="607"/>
                    </a:lnTo>
                    <a:lnTo>
                      <a:pt x="1215" y="583"/>
                    </a:lnTo>
                    <a:lnTo>
                      <a:pt x="1220" y="560"/>
                    </a:lnTo>
                    <a:lnTo>
                      <a:pt x="1225" y="537"/>
                    </a:lnTo>
                    <a:lnTo>
                      <a:pt x="1229" y="514"/>
                    </a:lnTo>
                    <a:lnTo>
                      <a:pt x="1232" y="492"/>
                    </a:lnTo>
                    <a:lnTo>
                      <a:pt x="1235" y="470"/>
                    </a:lnTo>
                    <a:lnTo>
                      <a:pt x="1237" y="448"/>
                    </a:lnTo>
                    <a:lnTo>
                      <a:pt x="1239" y="427"/>
                    </a:lnTo>
                    <a:lnTo>
                      <a:pt x="1240" y="406"/>
                    </a:lnTo>
                    <a:lnTo>
                      <a:pt x="1240" y="385"/>
                    </a:lnTo>
                    <a:lnTo>
                      <a:pt x="1240" y="364"/>
                    </a:lnTo>
                    <a:lnTo>
                      <a:pt x="1240" y="344"/>
                    </a:lnTo>
                    <a:lnTo>
                      <a:pt x="1239" y="324"/>
                    </a:lnTo>
                    <a:lnTo>
                      <a:pt x="1238" y="305"/>
                    </a:lnTo>
                    <a:lnTo>
                      <a:pt x="1236" y="286"/>
                    </a:lnTo>
                    <a:lnTo>
                      <a:pt x="1235" y="268"/>
                    </a:lnTo>
                    <a:lnTo>
                      <a:pt x="1233" y="250"/>
                    </a:lnTo>
                    <a:lnTo>
                      <a:pt x="1231" y="233"/>
                    </a:lnTo>
                    <a:lnTo>
                      <a:pt x="1229" y="216"/>
                    </a:lnTo>
                    <a:lnTo>
                      <a:pt x="1227" y="200"/>
                    </a:lnTo>
                    <a:lnTo>
                      <a:pt x="1224" y="184"/>
                    </a:lnTo>
                    <a:lnTo>
                      <a:pt x="1222" y="169"/>
                    </a:lnTo>
                    <a:lnTo>
                      <a:pt x="1219" y="155"/>
                    </a:lnTo>
                    <a:lnTo>
                      <a:pt x="1215" y="140"/>
                    </a:lnTo>
                    <a:lnTo>
                      <a:pt x="1212" y="126"/>
                    </a:lnTo>
                    <a:lnTo>
                      <a:pt x="1208" y="113"/>
                    </a:lnTo>
                    <a:lnTo>
                      <a:pt x="1204" y="100"/>
                    </a:lnTo>
                    <a:lnTo>
                      <a:pt x="1200" y="88"/>
                    </a:lnTo>
                    <a:lnTo>
                      <a:pt x="1197" y="77"/>
                    </a:lnTo>
                    <a:lnTo>
                      <a:pt x="1194" y="66"/>
                    </a:lnTo>
                    <a:lnTo>
                      <a:pt x="1190" y="57"/>
                    </a:lnTo>
                    <a:lnTo>
                      <a:pt x="1188" y="48"/>
                    </a:lnTo>
                    <a:lnTo>
                      <a:pt x="1185" y="39"/>
                    </a:lnTo>
                    <a:lnTo>
                      <a:pt x="1183" y="32"/>
                    </a:lnTo>
                    <a:lnTo>
                      <a:pt x="1180" y="25"/>
                    </a:lnTo>
                    <a:lnTo>
                      <a:pt x="1179" y="19"/>
                    </a:lnTo>
                    <a:lnTo>
                      <a:pt x="1177" y="14"/>
                    </a:lnTo>
                    <a:lnTo>
                      <a:pt x="1176" y="10"/>
                    </a:lnTo>
                    <a:lnTo>
                      <a:pt x="1174" y="7"/>
                    </a:lnTo>
                    <a:lnTo>
                      <a:pt x="1174" y="4"/>
                    </a:lnTo>
                    <a:lnTo>
                      <a:pt x="1173" y="2"/>
                    </a:lnTo>
                    <a:lnTo>
                      <a:pt x="1173" y="1"/>
                    </a:lnTo>
                    <a:lnTo>
                      <a:pt x="1173" y="0"/>
                    </a:lnTo>
                    <a:lnTo>
                      <a:pt x="1172" y="1"/>
                    </a:lnTo>
                    <a:lnTo>
                      <a:pt x="1171" y="2"/>
                    </a:lnTo>
                    <a:lnTo>
                      <a:pt x="1170" y="5"/>
                    </a:lnTo>
                    <a:lnTo>
                      <a:pt x="1167" y="9"/>
                    </a:lnTo>
                    <a:lnTo>
                      <a:pt x="1165" y="14"/>
                    </a:lnTo>
                    <a:lnTo>
                      <a:pt x="1161" y="20"/>
                    </a:lnTo>
                    <a:lnTo>
                      <a:pt x="1157" y="27"/>
                    </a:lnTo>
                    <a:lnTo>
                      <a:pt x="1152" y="35"/>
                    </a:lnTo>
                    <a:lnTo>
                      <a:pt x="1147" y="45"/>
                    </a:lnTo>
                    <a:lnTo>
                      <a:pt x="1141" y="55"/>
                    </a:lnTo>
                    <a:lnTo>
                      <a:pt x="1134" y="67"/>
                    </a:lnTo>
                    <a:lnTo>
                      <a:pt x="1126" y="80"/>
                    </a:lnTo>
                    <a:lnTo>
                      <a:pt x="1118" y="93"/>
                    </a:lnTo>
                    <a:lnTo>
                      <a:pt x="1110" y="108"/>
                    </a:lnTo>
                    <a:lnTo>
                      <a:pt x="1101" y="124"/>
                    </a:lnTo>
                    <a:lnTo>
                      <a:pt x="1091" y="141"/>
                    </a:lnTo>
                    <a:lnTo>
                      <a:pt x="1081" y="158"/>
                    </a:lnTo>
                    <a:lnTo>
                      <a:pt x="1071" y="174"/>
                    </a:lnTo>
                    <a:lnTo>
                      <a:pt x="1063" y="189"/>
                    </a:lnTo>
                    <a:lnTo>
                      <a:pt x="1055" y="203"/>
                    </a:lnTo>
                    <a:lnTo>
                      <a:pt x="1047" y="216"/>
                    </a:lnTo>
                    <a:lnTo>
                      <a:pt x="1041" y="227"/>
                    </a:lnTo>
                    <a:lnTo>
                      <a:pt x="1035" y="238"/>
                    </a:lnTo>
                    <a:lnTo>
                      <a:pt x="1029" y="247"/>
                    </a:lnTo>
                    <a:lnTo>
                      <a:pt x="1024" y="255"/>
                    </a:lnTo>
                    <a:lnTo>
                      <a:pt x="1020" y="262"/>
                    </a:lnTo>
                    <a:lnTo>
                      <a:pt x="1017" y="268"/>
                    </a:lnTo>
                    <a:lnTo>
                      <a:pt x="1014" y="273"/>
                    </a:lnTo>
                    <a:lnTo>
                      <a:pt x="1012" y="277"/>
                    </a:lnTo>
                    <a:lnTo>
                      <a:pt x="1010" y="280"/>
                    </a:lnTo>
                    <a:lnTo>
                      <a:pt x="1009" y="282"/>
                    </a:lnTo>
                    <a:lnTo>
                      <a:pt x="1008" y="282"/>
                    </a:lnTo>
                    <a:lnTo>
                      <a:pt x="1006" y="282"/>
                    </a:lnTo>
                    <a:lnTo>
                      <a:pt x="1003" y="282"/>
                    </a:lnTo>
                    <a:lnTo>
                      <a:pt x="998" y="282"/>
                    </a:lnTo>
                    <a:lnTo>
                      <a:pt x="992" y="282"/>
                    </a:lnTo>
                    <a:lnTo>
                      <a:pt x="985" y="282"/>
                    </a:lnTo>
                    <a:lnTo>
                      <a:pt x="977" y="282"/>
                    </a:lnTo>
                    <a:lnTo>
                      <a:pt x="967" y="282"/>
                    </a:lnTo>
                    <a:lnTo>
                      <a:pt x="956" y="282"/>
                    </a:lnTo>
                    <a:lnTo>
                      <a:pt x="943" y="282"/>
                    </a:lnTo>
                    <a:lnTo>
                      <a:pt x="929" y="282"/>
                    </a:lnTo>
                    <a:lnTo>
                      <a:pt x="914" y="282"/>
                    </a:lnTo>
                    <a:lnTo>
                      <a:pt x="898" y="282"/>
                    </a:lnTo>
                    <a:lnTo>
                      <a:pt x="880" y="282"/>
                    </a:lnTo>
                    <a:lnTo>
                      <a:pt x="861" y="282"/>
                    </a:lnTo>
                    <a:lnTo>
                      <a:pt x="841" y="282"/>
                    </a:lnTo>
                    <a:lnTo>
                      <a:pt x="821" y="282"/>
                    </a:lnTo>
                    <a:lnTo>
                      <a:pt x="802" y="282"/>
                    </a:lnTo>
                    <a:lnTo>
                      <a:pt x="784" y="282"/>
                    </a:lnTo>
                    <a:lnTo>
                      <a:pt x="768" y="282"/>
                    </a:lnTo>
                    <a:lnTo>
                      <a:pt x="753" y="282"/>
                    </a:lnTo>
                    <a:lnTo>
                      <a:pt x="739" y="282"/>
                    </a:lnTo>
                    <a:lnTo>
                      <a:pt x="726" y="282"/>
                    </a:lnTo>
                    <a:lnTo>
                      <a:pt x="715" y="282"/>
                    </a:lnTo>
                    <a:lnTo>
                      <a:pt x="705" y="282"/>
                    </a:lnTo>
                    <a:lnTo>
                      <a:pt x="697" y="282"/>
                    </a:lnTo>
                    <a:lnTo>
                      <a:pt x="690" y="282"/>
                    </a:lnTo>
                    <a:lnTo>
                      <a:pt x="684" y="282"/>
                    </a:lnTo>
                    <a:lnTo>
                      <a:pt x="679" y="282"/>
                    </a:lnTo>
                    <a:lnTo>
                      <a:pt x="676" y="282"/>
                    </a:lnTo>
                    <a:lnTo>
                      <a:pt x="674" y="282"/>
                    </a:lnTo>
                    <a:lnTo>
                      <a:pt x="673" y="282"/>
                    </a:lnTo>
                    <a:lnTo>
                      <a:pt x="673" y="283"/>
                    </a:lnTo>
                    <a:lnTo>
                      <a:pt x="674" y="284"/>
                    </a:lnTo>
                    <a:lnTo>
                      <a:pt x="674" y="286"/>
                    </a:lnTo>
                    <a:lnTo>
                      <a:pt x="674" y="288"/>
                    </a:lnTo>
                    <a:lnTo>
                      <a:pt x="674" y="291"/>
                    </a:lnTo>
                    <a:lnTo>
                      <a:pt x="674" y="294"/>
                    </a:lnTo>
                    <a:lnTo>
                      <a:pt x="675" y="298"/>
                    </a:lnTo>
                    <a:lnTo>
                      <a:pt x="675" y="302"/>
                    </a:lnTo>
                    <a:lnTo>
                      <a:pt x="676" y="307"/>
                    </a:lnTo>
                    <a:lnTo>
                      <a:pt x="676" y="312"/>
                    </a:lnTo>
                    <a:lnTo>
                      <a:pt x="676" y="318"/>
                    </a:lnTo>
                    <a:lnTo>
                      <a:pt x="677" y="324"/>
                    </a:lnTo>
                    <a:lnTo>
                      <a:pt x="678" y="330"/>
                    </a:lnTo>
                    <a:lnTo>
                      <a:pt x="678" y="338"/>
                    </a:lnTo>
                    <a:lnTo>
                      <a:pt x="679" y="345"/>
                    </a:lnTo>
                    <a:lnTo>
                      <a:pt x="679" y="353"/>
                    </a:lnTo>
                    <a:lnTo>
                      <a:pt x="680" y="361"/>
                    </a:lnTo>
                    <a:lnTo>
                      <a:pt x="680" y="370"/>
                    </a:lnTo>
                    <a:lnTo>
                      <a:pt x="679" y="379"/>
                    </a:lnTo>
                    <a:lnTo>
                      <a:pt x="679" y="388"/>
                    </a:lnTo>
                    <a:lnTo>
                      <a:pt x="678" y="397"/>
                    </a:lnTo>
                    <a:lnTo>
                      <a:pt x="677" y="406"/>
                    </a:lnTo>
                    <a:lnTo>
                      <a:pt x="676" y="416"/>
                    </a:lnTo>
                    <a:lnTo>
                      <a:pt x="674" y="426"/>
                    </a:lnTo>
                    <a:lnTo>
                      <a:pt x="672" y="436"/>
                    </a:lnTo>
                    <a:lnTo>
                      <a:pt x="670" y="446"/>
                    </a:lnTo>
                    <a:lnTo>
                      <a:pt x="668" y="457"/>
                    </a:lnTo>
                    <a:lnTo>
                      <a:pt x="665" y="468"/>
                    </a:lnTo>
                    <a:lnTo>
                      <a:pt x="662" y="479"/>
                    </a:lnTo>
                    <a:lnTo>
                      <a:pt x="659" y="491"/>
                    </a:lnTo>
                    <a:lnTo>
                      <a:pt x="655" y="502"/>
                    </a:lnTo>
                    <a:lnTo>
                      <a:pt x="651" y="514"/>
                    </a:lnTo>
                    <a:lnTo>
                      <a:pt x="647" y="525"/>
                    </a:lnTo>
                    <a:lnTo>
                      <a:pt x="643" y="536"/>
                    </a:lnTo>
                    <a:lnTo>
                      <a:pt x="639" y="547"/>
                    </a:lnTo>
                    <a:lnTo>
                      <a:pt x="634" y="558"/>
                    </a:lnTo>
                    <a:lnTo>
                      <a:pt x="629" y="569"/>
                    </a:lnTo>
                    <a:lnTo>
                      <a:pt x="623" y="579"/>
                    </a:lnTo>
                    <a:lnTo>
                      <a:pt x="618" y="589"/>
                    </a:lnTo>
                    <a:lnTo>
                      <a:pt x="612" y="599"/>
                    </a:lnTo>
                    <a:lnTo>
                      <a:pt x="606" y="608"/>
                    </a:lnTo>
                    <a:lnTo>
                      <a:pt x="600" y="618"/>
                    </a:lnTo>
                    <a:lnTo>
                      <a:pt x="593" y="627"/>
                    </a:lnTo>
                    <a:lnTo>
                      <a:pt x="586" y="636"/>
                    </a:lnTo>
                    <a:lnTo>
                      <a:pt x="579" y="644"/>
                    </a:lnTo>
                    <a:lnTo>
                      <a:pt x="572" y="653"/>
                    </a:lnTo>
                    <a:lnTo>
                      <a:pt x="565" y="661"/>
                    </a:lnTo>
                    <a:lnTo>
                      <a:pt x="557" y="669"/>
                    </a:lnTo>
                    <a:lnTo>
                      <a:pt x="549" y="677"/>
                    </a:lnTo>
                    <a:lnTo>
                      <a:pt x="541" y="684"/>
                    </a:lnTo>
                    <a:lnTo>
                      <a:pt x="533" y="691"/>
                    </a:lnTo>
                    <a:lnTo>
                      <a:pt x="525" y="698"/>
                    </a:lnTo>
                    <a:lnTo>
                      <a:pt x="516" y="705"/>
                    </a:lnTo>
                    <a:lnTo>
                      <a:pt x="508" y="712"/>
                    </a:lnTo>
                    <a:lnTo>
                      <a:pt x="499" y="718"/>
                    </a:lnTo>
                    <a:lnTo>
                      <a:pt x="491" y="724"/>
                    </a:lnTo>
                    <a:lnTo>
                      <a:pt x="482" y="730"/>
                    </a:lnTo>
                    <a:lnTo>
                      <a:pt x="473" y="735"/>
                    </a:lnTo>
                    <a:lnTo>
                      <a:pt x="464" y="741"/>
                    </a:lnTo>
                    <a:lnTo>
                      <a:pt x="455" y="746"/>
                    </a:lnTo>
                    <a:lnTo>
                      <a:pt x="446" y="751"/>
                    </a:lnTo>
                    <a:lnTo>
                      <a:pt x="437" y="755"/>
                    </a:lnTo>
                    <a:lnTo>
                      <a:pt x="427" y="760"/>
                    </a:lnTo>
                    <a:lnTo>
                      <a:pt x="418" y="764"/>
                    </a:lnTo>
                    <a:lnTo>
                      <a:pt x="408" y="768"/>
                    </a:lnTo>
                    <a:lnTo>
                      <a:pt x="399" y="772"/>
                    </a:lnTo>
                    <a:lnTo>
                      <a:pt x="390" y="775"/>
                    </a:lnTo>
                    <a:lnTo>
                      <a:pt x="382" y="778"/>
                    </a:lnTo>
                    <a:lnTo>
                      <a:pt x="373" y="781"/>
                    </a:lnTo>
                    <a:lnTo>
                      <a:pt x="365" y="784"/>
                    </a:lnTo>
                    <a:lnTo>
                      <a:pt x="356" y="786"/>
                    </a:lnTo>
                    <a:lnTo>
                      <a:pt x="348" y="789"/>
                    </a:lnTo>
                    <a:lnTo>
                      <a:pt x="340" y="791"/>
                    </a:lnTo>
                    <a:lnTo>
                      <a:pt x="333" y="793"/>
                    </a:lnTo>
                    <a:lnTo>
                      <a:pt x="325" y="794"/>
                    </a:lnTo>
                    <a:lnTo>
                      <a:pt x="318" y="795"/>
                    </a:lnTo>
                    <a:lnTo>
                      <a:pt x="310" y="796"/>
                    </a:lnTo>
                    <a:lnTo>
                      <a:pt x="303" y="797"/>
                    </a:lnTo>
                    <a:lnTo>
                      <a:pt x="296" y="798"/>
                    </a:lnTo>
                    <a:lnTo>
                      <a:pt x="290" y="798"/>
                    </a:lnTo>
                    <a:lnTo>
                      <a:pt x="284" y="799"/>
                    </a:lnTo>
                    <a:lnTo>
                      <a:pt x="278" y="799"/>
                    </a:lnTo>
                    <a:lnTo>
                      <a:pt x="273" y="800"/>
                    </a:lnTo>
                    <a:lnTo>
                      <a:pt x="268" y="800"/>
                    </a:lnTo>
                    <a:lnTo>
                      <a:pt x="263" y="800"/>
                    </a:lnTo>
                    <a:lnTo>
                      <a:pt x="259" y="801"/>
                    </a:lnTo>
                    <a:lnTo>
                      <a:pt x="255" y="801"/>
                    </a:lnTo>
                    <a:lnTo>
                      <a:pt x="252" y="801"/>
                    </a:lnTo>
                    <a:lnTo>
                      <a:pt x="250" y="801"/>
                    </a:lnTo>
                    <a:lnTo>
                      <a:pt x="247" y="801"/>
                    </a:lnTo>
                    <a:lnTo>
                      <a:pt x="245" y="802"/>
                    </a:lnTo>
                    <a:lnTo>
                      <a:pt x="244" y="802"/>
                    </a:lnTo>
                    <a:lnTo>
                      <a:pt x="243" y="802"/>
                    </a:lnTo>
                    <a:lnTo>
                      <a:pt x="242" y="802"/>
                    </a:lnTo>
                    <a:lnTo>
                      <a:pt x="242" y="801"/>
                    </a:lnTo>
                    <a:lnTo>
                      <a:pt x="242" y="799"/>
                    </a:lnTo>
                    <a:lnTo>
                      <a:pt x="242" y="797"/>
                    </a:lnTo>
                    <a:lnTo>
                      <a:pt x="242" y="795"/>
                    </a:lnTo>
                    <a:lnTo>
                      <a:pt x="242" y="791"/>
                    </a:lnTo>
                    <a:lnTo>
                      <a:pt x="242" y="788"/>
                    </a:lnTo>
                    <a:lnTo>
                      <a:pt x="242" y="783"/>
                    </a:lnTo>
                    <a:lnTo>
                      <a:pt x="242" y="778"/>
                    </a:lnTo>
                    <a:lnTo>
                      <a:pt x="242" y="773"/>
                    </a:lnTo>
                    <a:lnTo>
                      <a:pt x="242" y="767"/>
                    </a:lnTo>
                    <a:lnTo>
                      <a:pt x="242" y="760"/>
                    </a:lnTo>
                    <a:lnTo>
                      <a:pt x="242" y="753"/>
                    </a:lnTo>
                    <a:lnTo>
                      <a:pt x="242" y="745"/>
                    </a:lnTo>
                    <a:lnTo>
                      <a:pt x="242" y="736"/>
                    </a:lnTo>
                    <a:lnTo>
                      <a:pt x="242" y="727"/>
                    </a:lnTo>
                    <a:lnTo>
                      <a:pt x="242" y="718"/>
                    </a:lnTo>
                    <a:lnTo>
                      <a:pt x="242" y="710"/>
                    </a:lnTo>
                    <a:lnTo>
                      <a:pt x="242" y="702"/>
                    </a:lnTo>
                    <a:lnTo>
                      <a:pt x="242" y="695"/>
                    </a:lnTo>
                    <a:lnTo>
                      <a:pt x="242" y="688"/>
                    </a:lnTo>
                    <a:lnTo>
                      <a:pt x="242" y="682"/>
                    </a:lnTo>
                    <a:lnTo>
                      <a:pt x="242" y="677"/>
                    </a:lnTo>
                    <a:lnTo>
                      <a:pt x="242" y="672"/>
                    </a:lnTo>
                    <a:lnTo>
                      <a:pt x="242" y="667"/>
                    </a:lnTo>
                    <a:lnTo>
                      <a:pt x="242" y="663"/>
                    </a:lnTo>
                    <a:lnTo>
                      <a:pt x="242" y="660"/>
                    </a:lnTo>
                    <a:lnTo>
                      <a:pt x="242" y="658"/>
                    </a:lnTo>
                    <a:lnTo>
                      <a:pt x="242" y="656"/>
                    </a:lnTo>
                    <a:lnTo>
                      <a:pt x="242" y="654"/>
                    </a:lnTo>
                    <a:lnTo>
                      <a:pt x="242" y="653"/>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dirty="0"/>
              </a:p>
            </p:txBody>
          </p:sp>
          <p:sp>
            <p:nvSpPr>
              <p:cNvPr id="73" name="Freeform 15"/>
              <p:cNvSpPr>
                <a:spLocks/>
              </p:cNvSpPr>
              <p:nvPr/>
            </p:nvSpPr>
            <p:spPr bwMode="gray">
              <a:xfrm>
                <a:off x="4016394" y="4638679"/>
                <a:ext cx="660400" cy="1189038"/>
              </a:xfrm>
              <a:custGeom>
                <a:avLst/>
                <a:gdLst/>
                <a:ahLst/>
                <a:cxnLst>
                  <a:cxn ang="0">
                    <a:pos x="564" y="99"/>
                  </a:cxn>
                  <a:cxn ang="0">
                    <a:pos x="519" y="20"/>
                  </a:cxn>
                  <a:cxn ang="0">
                    <a:pos x="507" y="0"/>
                  </a:cxn>
                  <a:cxn ang="0">
                    <a:pos x="461" y="0"/>
                  </a:cxn>
                  <a:cxn ang="0">
                    <a:pos x="347" y="0"/>
                  </a:cxn>
                  <a:cxn ang="0">
                    <a:pos x="182" y="0"/>
                  </a:cxn>
                  <a:cxn ang="0">
                    <a:pos x="68" y="0"/>
                  </a:cxn>
                  <a:cxn ang="0">
                    <a:pos x="22" y="0"/>
                  </a:cxn>
                  <a:cxn ang="0">
                    <a:pos x="27" y="3"/>
                  </a:cxn>
                  <a:cxn ang="0">
                    <a:pos x="48" y="15"/>
                  </a:cxn>
                  <a:cxn ang="0">
                    <a:pos x="84" y="36"/>
                  </a:cxn>
                  <a:cxn ang="0">
                    <a:pos x="115" y="55"/>
                  </a:cxn>
                  <a:cxn ang="0">
                    <a:pos x="131" y="64"/>
                  </a:cxn>
                  <a:cxn ang="0">
                    <a:pos x="131" y="69"/>
                  </a:cxn>
                  <a:cxn ang="0">
                    <a:pos x="115" y="103"/>
                  </a:cxn>
                  <a:cxn ang="0">
                    <a:pos x="83" y="170"/>
                  </a:cxn>
                  <a:cxn ang="0">
                    <a:pos x="45" y="269"/>
                  </a:cxn>
                  <a:cxn ang="0">
                    <a:pos x="17" y="397"/>
                  </a:cxn>
                  <a:cxn ang="0">
                    <a:pos x="1" y="553"/>
                  </a:cxn>
                  <a:cxn ang="0">
                    <a:pos x="11" y="722"/>
                  </a:cxn>
                  <a:cxn ang="0">
                    <a:pos x="56" y="898"/>
                  </a:cxn>
                  <a:cxn ang="0">
                    <a:pos x="135" y="1074"/>
                  </a:cxn>
                  <a:cxn ang="0">
                    <a:pos x="240" y="1224"/>
                  </a:cxn>
                  <a:cxn ang="0">
                    <a:pos x="369" y="1344"/>
                  </a:cxn>
                  <a:cxn ang="0">
                    <a:pos x="506" y="1434"/>
                  </a:cxn>
                  <a:cxn ang="0">
                    <a:pos x="622" y="1495"/>
                  </a:cxn>
                  <a:cxn ang="0">
                    <a:pos x="717" y="1527"/>
                  </a:cxn>
                  <a:cxn ang="0">
                    <a:pos x="782" y="1544"/>
                  </a:cxn>
                  <a:cxn ang="0">
                    <a:pos x="815" y="1552"/>
                  </a:cxn>
                  <a:cxn ang="0">
                    <a:pos x="817" y="1548"/>
                  </a:cxn>
                  <a:cxn ang="0">
                    <a:pos x="795" y="1509"/>
                  </a:cxn>
                  <a:cxn ang="0">
                    <a:pos x="751" y="1432"/>
                  </a:cxn>
                  <a:cxn ang="0">
                    <a:pos x="700" y="1342"/>
                  </a:cxn>
                  <a:cxn ang="0">
                    <a:pos x="671" y="1290"/>
                  </a:cxn>
                  <a:cxn ang="0">
                    <a:pos x="664" y="1276"/>
                  </a:cxn>
                  <a:cxn ang="0">
                    <a:pos x="680" y="1247"/>
                  </a:cxn>
                  <a:cxn ang="0">
                    <a:pos x="721" y="1176"/>
                  </a:cxn>
                  <a:cxn ang="0">
                    <a:pos x="780" y="1073"/>
                  </a:cxn>
                  <a:cxn ang="0">
                    <a:pos x="821" y="1002"/>
                  </a:cxn>
                  <a:cxn ang="0">
                    <a:pos x="837" y="974"/>
                  </a:cxn>
                  <a:cxn ang="0">
                    <a:pos x="831" y="970"/>
                  </a:cxn>
                  <a:cxn ang="0">
                    <a:pos x="806" y="957"/>
                  </a:cxn>
                  <a:cxn ang="0">
                    <a:pos x="762" y="934"/>
                  </a:cxn>
                  <a:cxn ang="0">
                    <a:pos x="711" y="896"/>
                  </a:cxn>
                  <a:cxn ang="0">
                    <a:pos x="662" y="843"/>
                  </a:cxn>
                  <a:cxn ang="0">
                    <a:pos x="615" y="775"/>
                  </a:cxn>
                  <a:cxn ang="0">
                    <a:pos x="582" y="701"/>
                  </a:cxn>
                  <a:cxn ang="0">
                    <a:pos x="565" y="622"/>
                  </a:cxn>
                  <a:cxn ang="0">
                    <a:pos x="562" y="543"/>
                  </a:cxn>
                  <a:cxn ang="0">
                    <a:pos x="571" y="473"/>
                  </a:cxn>
                  <a:cxn ang="0">
                    <a:pos x="591" y="413"/>
                  </a:cxn>
                  <a:cxn ang="0">
                    <a:pos x="609" y="371"/>
                  </a:cxn>
                  <a:cxn ang="0">
                    <a:pos x="618" y="350"/>
                  </a:cxn>
                  <a:cxn ang="0">
                    <a:pos x="622" y="348"/>
                  </a:cxn>
                  <a:cxn ang="0">
                    <a:pos x="639" y="358"/>
                  </a:cxn>
                  <a:cxn ang="0">
                    <a:pos x="675" y="379"/>
                  </a:cxn>
                  <a:cxn ang="0">
                    <a:pos x="717" y="403"/>
                  </a:cxn>
                  <a:cxn ang="0">
                    <a:pos x="740" y="416"/>
                  </a:cxn>
                  <a:cxn ang="0">
                    <a:pos x="746" y="419"/>
                  </a:cxn>
                  <a:cxn ang="0">
                    <a:pos x="724" y="380"/>
                  </a:cxn>
                  <a:cxn ang="0">
                    <a:pos x="668" y="281"/>
                  </a:cxn>
                </a:cxnLst>
                <a:rect l="0" t="0" r="r" b="b"/>
                <a:pathLst>
                  <a:path w="839" h="1554">
                    <a:moveTo>
                      <a:pt x="627" y="210"/>
                    </a:moveTo>
                    <a:lnTo>
                      <a:pt x="613" y="184"/>
                    </a:lnTo>
                    <a:lnTo>
                      <a:pt x="599" y="161"/>
                    </a:lnTo>
                    <a:lnTo>
                      <a:pt x="586" y="138"/>
                    </a:lnTo>
                    <a:lnTo>
                      <a:pt x="575" y="118"/>
                    </a:lnTo>
                    <a:lnTo>
                      <a:pt x="564" y="99"/>
                    </a:lnTo>
                    <a:lnTo>
                      <a:pt x="554" y="82"/>
                    </a:lnTo>
                    <a:lnTo>
                      <a:pt x="545" y="66"/>
                    </a:lnTo>
                    <a:lnTo>
                      <a:pt x="537" y="52"/>
                    </a:lnTo>
                    <a:lnTo>
                      <a:pt x="530" y="40"/>
                    </a:lnTo>
                    <a:lnTo>
                      <a:pt x="524" y="29"/>
                    </a:lnTo>
                    <a:lnTo>
                      <a:pt x="519" y="20"/>
                    </a:lnTo>
                    <a:lnTo>
                      <a:pt x="515" y="13"/>
                    </a:lnTo>
                    <a:lnTo>
                      <a:pt x="512" y="7"/>
                    </a:lnTo>
                    <a:lnTo>
                      <a:pt x="509" y="3"/>
                    </a:lnTo>
                    <a:lnTo>
                      <a:pt x="508" y="0"/>
                    </a:lnTo>
                    <a:lnTo>
                      <a:pt x="507" y="0"/>
                    </a:lnTo>
                    <a:lnTo>
                      <a:pt x="504" y="0"/>
                    </a:lnTo>
                    <a:lnTo>
                      <a:pt x="499" y="0"/>
                    </a:lnTo>
                    <a:lnTo>
                      <a:pt x="492" y="0"/>
                    </a:lnTo>
                    <a:lnTo>
                      <a:pt x="484" y="0"/>
                    </a:lnTo>
                    <a:lnTo>
                      <a:pt x="473" y="0"/>
                    </a:lnTo>
                    <a:lnTo>
                      <a:pt x="461" y="0"/>
                    </a:lnTo>
                    <a:lnTo>
                      <a:pt x="447" y="0"/>
                    </a:lnTo>
                    <a:lnTo>
                      <a:pt x="431" y="0"/>
                    </a:lnTo>
                    <a:lnTo>
                      <a:pt x="413" y="0"/>
                    </a:lnTo>
                    <a:lnTo>
                      <a:pt x="393" y="0"/>
                    </a:lnTo>
                    <a:lnTo>
                      <a:pt x="371" y="0"/>
                    </a:lnTo>
                    <a:lnTo>
                      <a:pt x="347" y="0"/>
                    </a:lnTo>
                    <a:lnTo>
                      <a:pt x="321" y="0"/>
                    </a:lnTo>
                    <a:lnTo>
                      <a:pt x="294" y="0"/>
                    </a:lnTo>
                    <a:lnTo>
                      <a:pt x="264" y="0"/>
                    </a:lnTo>
                    <a:lnTo>
                      <a:pt x="235" y="0"/>
                    </a:lnTo>
                    <a:lnTo>
                      <a:pt x="207" y="0"/>
                    </a:lnTo>
                    <a:lnTo>
                      <a:pt x="182" y="0"/>
                    </a:lnTo>
                    <a:lnTo>
                      <a:pt x="158" y="0"/>
                    </a:lnTo>
                    <a:lnTo>
                      <a:pt x="136" y="0"/>
                    </a:lnTo>
                    <a:lnTo>
                      <a:pt x="116" y="0"/>
                    </a:lnTo>
                    <a:lnTo>
                      <a:pt x="98" y="0"/>
                    </a:lnTo>
                    <a:lnTo>
                      <a:pt x="82" y="0"/>
                    </a:lnTo>
                    <a:lnTo>
                      <a:pt x="68" y="0"/>
                    </a:lnTo>
                    <a:lnTo>
                      <a:pt x="56" y="0"/>
                    </a:lnTo>
                    <a:lnTo>
                      <a:pt x="45" y="0"/>
                    </a:lnTo>
                    <a:lnTo>
                      <a:pt x="37" y="0"/>
                    </a:lnTo>
                    <a:lnTo>
                      <a:pt x="30" y="0"/>
                    </a:lnTo>
                    <a:lnTo>
                      <a:pt x="25" y="0"/>
                    </a:lnTo>
                    <a:lnTo>
                      <a:pt x="22" y="0"/>
                    </a:lnTo>
                    <a:lnTo>
                      <a:pt x="21" y="0"/>
                    </a:lnTo>
                    <a:lnTo>
                      <a:pt x="22" y="0"/>
                    </a:lnTo>
                    <a:lnTo>
                      <a:pt x="23" y="1"/>
                    </a:lnTo>
                    <a:lnTo>
                      <a:pt x="25" y="2"/>
                    </a:lnTo>
                    <a:lnTo>
                      <a:pt x="27" y="3"/>
                    </a:lnTo>
                    <a:lnTo>
                      <a:pt x="29" y="4"/>
                    </a:lnTo>
                    <a:lnTo>
                      <a:pt x="32" y="6"/>
                    </a:lnTo>
                    <a:lnTo>
                      <a:pt x="35" y="8"/>
                    </a:lnTo>
                    <a:lnTo>
                      <a:pt x="39" y="10"/>
                    </a:lnTo>
                    <a:lnTo>
                      <a:pt x="43" y="12"/>
                    </a:lnTo>
                    <a:lnTo>
                      <a:pt x="48" y="15"/>
                    </a:lnTo>
                    <a:lnTo>
                      <a:pt x="53" y="18"/>
                    </a:lnTo>
                    <a:lnTo>
                      <a:pt x="58" y="21"/>
                    </a:lnTo>
                    <a:lnTo>
                      <a:pt x="64" y="25"/>
                    </a:lnTo>
                    <a:lnTo>
                      <a:pt x="71" y="28"/>
                    </a:lnTo>
                    <a:lnTo>
                      <a:pt x="77" y="32"/>
                    </a:lnTo>
                    <a:lnTo>
                      <a:pt x="84" y="36"/>
                    </a:lnTo>
                    <a:lnTo>
                      <a:pt x="90" y="40"/>
                    </a:lnTo>
                    <a:lnTo>
                      <a:pt x="96" y="43"/>
                    </a:lnTo>
                    <a:lnTo>
                      <a:pt x="102" y="47"/>
                    </a:lnTo>
                    <a:lnTo>
                      <a:pt x="107" y="49"/>
                    </a:lnTo>
                    <a:lnTo>
                      <a:pt x="111" y="52"/>
                    </a:lnTo>
                    <a:lnTo>
                      <a:pt x="115" y="55"/>
                    </a:lnTo>
                    <a:lnTo>
                      <a:pt x="119" y="57"/>
                    </a:lnTo>
                    <a:lnTo>
                      <a:pt x="122" y="59"/>
                    </a:lnTo>
                    <a:lnTo>
                      <a:pt x="125" y="60"/>
                    </a:lnTo>
                    <a:lnTo>
                      <a:pt x="128" y="62"/>
                    </a:lnTo>
                    <a:lnTo>
                      <a:pt x="130" y="63"/>
                    </a:lnTo>
                    <a:lnTo>
                      <a:pt x="131" y="64"/>
                    </a:lnTo>
                    <a:lnTo>
                      <a:pt x="132" y="64"/>
                    </a:lnTo>
                    <a:lnTo>
                      <a:pt x="133" y="65"/>
                    </a:lnTo>
                    <a:lnTo>
                      <a:pt x="132" y="67"/>
                    </a:lnTo>
                    <a:lnTo>
                      <a:pt x="131" y="69"/>
                    </a:lnTo>
                    <a:lnTo>
                      <a:pt x="130" y="72"/>
                    </a:lnTo>
                    <a:lnTo>
                      <a:pt x="128" y="77"/>
                    </a:lnTo>
                    <a:lnTo>
                      <a:pt x="125" y="82"/>
                    </a:lnTo>
                    <a:lnTo>
                      <a:pt x="122" y="88"/>
                    </a:lnTo>
                    <a:lnTo>
                      <a:pt x="119" y="95"/>
                    </a:lnTo>
                    <a:lnTo>
                      <a:pt x="115" y="103"/>
                    </a:lnTo>
                    <a:lnTo>
                      <a:pt x="111" y="112"/>
                    </a:lnTo>
                    <a:lnTo>
                      <a:pt x="106" y="121"/>
                    </a:lnTo>
                    <a:lnTo>
                      <a:pt x="101" y="132"/>
                    </a:lnTo>
                    <a:lnTo>
                      <a:pt x="96" y="144"/>
                    </a:lnTo>
                    <a:lnTo>
                      <a:pt x="90" y="156"/>
                    </a:lnTo>
                    <a:lnTo>
                      <a:pt x="83" y="170"/>
                    </a:lnTo>
                    <a:lnTo>
                      <a:pt x="77" y="184"/>
                    </a:lnTo>
                    <a:lnTo>
                      <a:pt x="70" y="200"/>
                    </a:lnTo>
                    <a:lnTo>
                      <a:pt x="63" y="216"/>
                    </a:lnTo>
                    <a:lnTo>
                      <a:pt x="57" y="233"/>
                    </a:lnTo>
                    <a:lnTo>
                      <a:pt x="51" y="250"/>
                    </a:lnTo>
                    <a:lnTo>
                      <a:pt x="45" y="269"/>
                    </a:lnTo>
                    <a:lnTo>
                      <a:pt x="40" y="288"/>
                    </a:lnTo>
                    <a:lnTo>
                      <a:pt x="35" y="308"/>
                    </a:lnTo>
                    <a:lnTo>
                      <a:pt x="30" y="329"/>
                    </a:lnTo>
                    <a:lnTo>
                      <a:pt x="25" y="351"/>
                    </a:lnTo>
                    <a:lnTo>
                      <a:pt x="21" y="373"/>
                    </a:lnTo>
                    <a:lnTo>
                      <a:pt x="17" y="397"/>
                    </a:lnTo>
                    <a:lnTo>
                      <a:pt x="14" y="421"/>
                    </a:lnTo>
                    <a:lnTo>
                      <a:pt x="10" y="446"/>
                    </a:lnTo>
                    <a:lnTo>
                      <a:pt x="8" y="471"/>
                    </a:lnTo>
                    <a:lnTo>
                      <a:pt x="5" y="498"/>
                    </a:lnTo>
                    <a:lnTo>
                      <a:pt x="3" y="525"/>
                    </a:lnTo>
                    <a:lnTo>
                      <a:pt x="1" y="553"/>
                    </a:lnTo>
                    <a:lnTo>
                      <a:pt x="0" y="581"/>
                    </a:lnTo>
                    <a:lnTo>
                      <a:pt x="0" y="609"/>
                    </a:lnTo>
                    <a:lnTo>
                      <a:pt x="2" y="637"/>
                    </a:lnTo>
                    <a:lnTo>
                      <a:pt x="4" y="665"/>
                    </a:lnTo>
                    <a:lnTo>
                      <a:pt x="7" y="694"/>
                    </a:lnTo>
                    <a:lnTo>
                      <a:pt x="11" y="722"/>
                    </a:lnTo>
                    <a:lnTo>
                      <a:pt x="16" y="751"/>
                    </a:lnTo>
                    <a:lnTo>
                      <a:pt x="22" y="780"/>
                    </a:lnTo>
                    <a:lnTo>
                      <a:pt x="29" y="809"/>
                    </a:lnTo>
                    <a:lnTo>
                      <a:pt x="37" y="839"/>
                    </a:lnTo>
                    <a:lnTo>
                      <a:pt x="46" y="868"/>
                    </a:lnTo>
                    <a:lnTo>
                      <a:pt x="56" y="898"/>
                    </a:lnTo>
                    <a:lnTo>
                      <a:pt x="67" y="927"/>
                    </a:lnTo>
                    <a:lnTo>
                      <a:pt x="79" y="957"/>
                    </a:lnTo>
                    <a:lnTo>
                      <a:pt x="92" y="987"/>
                    </a:lnTo>
                    <a:lnTo>
                      <a:pt x="106" y="1017"/>
                    </a:lnTo>
                    <a:lnTo>
                      <a:pt x="120" y="1046"/>
                    </a:lnTo>
                    <a:lnTo>
                      <a:pt x="135" y="1074"/>
                    </a:lnTo>
                    <a:lnTo>
                      <a:pt x="151" y="1101"/>
                    </a:lnTo>
                    <a:lnTo>
                      <a:pt x="168" y="1127"/>
                    </a:lnTo>
                    <a:lnTo>
                      <a:pt x="185" y="1153"/>
                    </a:lnTo>
                    <a:lnTo>
                      <a:pt x="202" y="1177"/>
                    </a:lnTo>
                    <a:lnTo>
                      <a:pt x="221" y="1201"/>
                    </a:lnTo>
                    <a:lnTo>
                      <a:pt x="240" y="1224"/>
                    </a:lnTo>
                    <a:lnTo>
                      <a:pt x="260" y="1246"/>
                    </a:lnTo>
                    <a:lnTo>
                      <a:pt x="280" y="1267"/>
                    </a:lnTo>
                    <a:lnTo>
                      <a:pt x="301" y="1288"/>
                    </a:lnTo>
                    <a:lnTo>
                      <a:pt x="323" y="1308"/>
                    </a:lnTo>
                    <a:lnTo>
                      <a:pt x="346" y="1326"/>
                    </a:lnTo>
                    <a:lnTo>
                      <a:pt x="369" y="1344"/>
                    </a:lnTo>
                    <a:lnTo>
                      <a:pt x="392" y="1361"/>
                    </a:lnTo>
                    <a:lnTo>
                      <a:pt x="416" y="1377"/>
                    </a:lnTo>
                    <a:lnTo>
                      <a:pt x="440" y="1393"/>
                    </a:lnTo>
                    <a:lnTo>
                      <a:pt x="462" y="1408"/>
                    </a:lnTo>
                    <a:lnTo>
                      <a:pt x="484" y="1421"/>
                    </a:lnTo>
                    <a:lnTo>
                      <a:pt x="506" y="1434"/>
                    </a:lnTo>
                    <a:lnTo>
                      <a:pt x="527" y="1447"/>
                    </a:lnTo>
                    <a:lnTo>
                      <a:pt x="547" y="1458"/>
                    </a:lnTo>
                    <a:lnTo>
                      <a:pt x="567" y="1468"/>
                    </a:lnTo>
                    <a:lnTo>
                      <a:pt x="586" y="1478"/>
                    </a:lnTo>
                    <a:lnTo>
                      <a:pt x="604" y="1487"/>
                    </a:lnTo>
                    <a:lnTo>
                      <a:pt x="622" y="1495"/>
                    </a:lnTo>
                    <a:lnTo>
                      <a:pt x="639" y="1503"/>
                    </a:lnTo>
                    <a:lnTo>
                      <a:pt x="656" y="1509"/>
                    </a:lnTo>
                    <a:lnTo>
                      <a:pt x="672" y="1515"/>
                    </a:lnTo>
                    <a:lnTo>
                      <a:pt x="688" y="1520"/>
                    </a:lnTo>
                    <a:lnTo>
                      <a:pt x="702" y="1524"/>
                    </a:lnTo>
                    <a:lnTo>
                      <a:pt x="717" y="1527"/>
                    </a:lnTo>
                    <a:lnTo>
                      <a:pt x="730" y="1531"/>
                    </a:lnTo>
                    <a:lnTo>
                      <a:pt x="742" y="1534"/>
                    </a:lnTo>
                    <a:lnTo>
                      <a:pt x="754" y="1537"/>
                    </a:lnTo>
                    <a:lnTo>
                      <a:pt x="764" y="1539"/>
                    </a:lnTo>
                    <a:lnTo>
                      <a:pt x="774" y="1542"/>
                    </a:lnTo>
                    <a:lnTo>
                      <a:pt x="782" y="1544"/>
                    </a:lnTo>
                    <a:lnTo>
                      <a:pt x="790" y="1546"/>
                    </a:lnTo>
                    <a:lnTo>
                      <a:pt x="797" y="1548"/>
                    </a:lnTo>
                    <a:lnTo>
                      <a:pt x="803" y="1549"/>
                    </a:lnTo>
                    <a:lnTo>
                      <a:pt x="808" y="1550"/>
                    </a:lnTo>
                    <a:lnTo>
                      <a:pt x="812" y="1551"/>
                    </a:lnTo>
                    <a:lnTo>
                      <a:pt x="815" y="1552"/>
                    </a:lnTo>
                    <a:lnTo>
                      <a:pt x="818" y="1553"/>
                    </a:lnTo>
                    <a:lnTo>
                      <a:pt x="819" y="1553"/>
                    </a:lnTo>
                    <a:lnTo>
                      <a:pt x="818" y="1551"/>
                    </a:lnTo>
                    <a:lnTo>
                      <a:pt x="817" y="1548"/>
                    </a:lnTo>
                    <a:lnTo>
                      <a:pt x="815" y="1545"/>
                    </a:lnTo>
                    <a:lnTo>
                      <a:pt x="812" y="1540"/>
                    </a:lnTo>
                    <a:lnTo>
                      <a:pt x="809" y="1534"/>
                    </a:lnTo>
                    <a:lnTo>
                      <a:pt x="805" y="1527"/>
                    </a:lnTo>
                    <a:lnTo>
                      <a:pt x="800" y="1519"/>
                    </a:lnTo>
                    <a:lnTo>
                      <a:pt x="795" y="1509"/>
                    </a:lnTo>
                    <a:lnTo>
                      <a:pt x="789" y="1499"/>
                    </a:lnTo>
                    <a:lnTo>
                      <a:pt x="783" y="1488"/>
                    </a:lnTo>
                    <a:lnTo>
                      <a:pt x="776" y="1475"/>
                    </a:lnTo>
                    <a:lnTo>
                      <a:pt x="768" y="1462"/>
                    </a:lnTo>
                    <a:lnTo>
                      <a:pt x="760" y="1447"/>
                    </a:lnTo>
                    <a:lnTo>
                      <a:pt x="751" y="1432"/>
                    </a:lnTo>
                    <a:lnTo>
                      <a:pt x="741" y="1415"/>
                    </a:lnTo>
                    <a:lnTo>
                      <a:pt x="732" y="1398"/>
                    </a:lnTo>
                    <a:lnTo>
                      <a:pt x="723" y="1382"/>
                    </a:lnTo>
                    <a:lnTo>
                      <a:pt x="715" y="1368"/>
                    </a:lnTo>
                    <a:lnTo>
                      <a:pt x="707" y="1354"/>
                    </a:lnTo>
                    <a:lnTo>
                      <a:pt x="700" y="1342"/>
                    </a:lnTo>
                    <a:lnTo>
                      <a:pt x="694" y="1330"/>
                    </a:lnTo>
                    <a:lnTo>
                      <a:pt x="688" y="1320"/>
                    </a:lnTo>
                    <a:lnTo>
                      <a:pt x="683" y="1311"/>
                    </a:lnTo>
                    <a:lnTo>
                      <a:pt x="678" y="1303"/>
                    </a:lnTo>
                    <a:lnTo>
                      <a:pt x="674" y="1296"/>
                    </a:lnTo>
                    <a:lnTo>
                      <a:pt x="671" y="1290"/>
                    </a:lnTo>
                    <a:lnTo>
                      <a:pt x="668" y="1285"/>
                    </a:lnTo>
                    <a:lnTo>
                      <a:pt x="666" y="1281"/>
                    </a:lnTo>
                    <a:lnTo>
                      <a:pt x="665" y="1279"/>
                    </a:lnTo>
                    <a:lnTo>
                      <a:pt x="664" y="1277"/>
                    </a:lnTo>
                    <a:lnTo>
                      <a:pt x="663" y="1276"/>
                    </a:lnTo>
                    <a:lnTo>
                      <a:pt x="664" y="1276"/>
                    </a:lnTo>
                    <a:lnTo>
                      <a:pt x="665" y="1274"/>
                    </a:lnTo>
                    <a:lnTo>
                      <a:pt x="667" y="1271"/>
                    </a:lnTo>
                    <a:lnTo>
                      <a:pt x="669" y="1267"/>
                    </a:lnTo>
                    <a:lnTo>
                      <a:pt x="672" y="1262"/>
                    </a:lnTo>
                    <a:lnTo>
                      <a:pt x="676" y="1255"/>
                    </a:lnTo>
                    <a:lnTo>
                      <a:pt x="680" y="1247"/>
                    </a:lnTo>
                    <a:lnTo>
                      <a:pt x="685" y="1239"/>
                    </a:lnTo>
                    <a:lnTo>
                      <a:pt x="691" y="1228"/>
                    </a:lnTo>
                    <a:lnTo>
                      <a:pt x="698" y="1217"/>
                    </a:lnTo>
                    <a:lnTo>
                      <a:pt x="705" y="1205"/>
                    </a:lnTo>
                    <a:lnTo>
                      <a:pt x="712" y="1191"/>
                    </a:lnTo>
                    <a:lnTo>
                      <a:pt x="721" y="1176"/>
                    </a:lnTo>
                    <a:lnTo>
                      <a:pt x="730" y="1160"/>
                    </a:lnTo>
                    <a:lnTo>
                      <a:pt x="740" y="1143"/>
                    </a:lnTo>
                    <a:lnTo>
                      <a:pt x="751" y="1125"/>
                    </a:lnTo>
                    <a:lnTo>
                      <a:pt x="761" y="1107"/>
                    </a:lnTo>
                    <a:lnTo>
                      <a:pt x="771" y="1089"/>
                    </a:lnTo>
                    <a:lnTo>
                      <a:pt x="780" y="1073"/>
                    </a:lnTo>
                    <a:lnTo>
                      <a:pt x="789" y="1059"/>
                    </a:lnTo>
                    <a:lnTo>
                      <a:pt x="797" y="1045"/>
                    </a:lnTo>
                    <a:lnTo>
                      <a:pt x="804" y="1033"/>
                    </a:lnTo>
                    <a:lnTo>
                      <a:pt x="810" y="1021"/>
                    </a:lnTo>
                    <a:lnTo>
                      <a:pt x="816" y="1011"/>
                    </a:lnTo>
                    <a:lnTo>
                      <a:pt x="821" y="1002"/>
                    </a:lnTo>
                    <a:lnTo>
                      <a:pt x="825" y="995"/>
                    </a:lnTo>
                    <a:lnTo>
                      <a:pt x="829" y="988"/>
                    </a:lnTo>
                    <a:lnTo>
                      <a:pt x="832" y="983"/>
                    </a:lnTo>
                    <a:lnTo>
                      <a:pt x="835" y="979"/>
                    </a:lnTo>
                    <a:lnTo>
                      <a:pt x="836" y="976"/>
                    </a:lnTo>
                    <a:lnTo>
                      <a:pt x="837" y="974"/>
                    </a:lnTo>
                    <a:lnTo>
                      <a:pt x="838" y="974"/>
                    </a:lnTo>
                    <a:lnTo>
                      <a:pt x="837" y="973"/>
                    </a:lnTo>
                    <a:lnTo>
                      <a:pt x="835" y="972"/>
                    </a:lnTo>
                    <a:lnTo>
                      <a:pt x="833" y="971"/>
                    </a:lnTo>
                    <a:lnTo>
                      <a:pt x="831" y="970"/>
                    </a:lnTo>
                    <a:lnTo>
                      <a:pt x="828" y="969"/>
                    </a:lnTo>
                    <a:lnTo>
                      <a:pt x="825" y="967"/>
                    </a:lnTo>
                    <a:lnTo>
                      <a:pt x="821" y="965"/>
                    </a:lnTo>
                    <a:lnTo>
                      <a:pt x="816" y="962"/>
                    </a:lnTo>
                    <a:lnTo>
                      <a:pt x="811" y="960"/>
                    </a:lnTo>
                    <a:lnTo>
                      <a:pt x="806" y="957"/>
                    </a:lnTo>
                    <a:lnTo>
                      <a:pt x="800" y="954"/>
                    </a:lnTo>
                    <a:lnTo>
                      <a:pt x="793" y="950"/>
                    </a:lnTo>
                    <a:lnTo>
                      <a:pt x="786" y="947"/>
                    </a:lnTo>
                    <a:lnTo>
                      <a:pt x="778" y="943"/>
                    </a:lnTo>
                    <a:lnTo>
                      <a:pt x="770" y="938"/>
                    </a:lnTo>
                    <a:lnTo>
                      <a:pt x="762" y="934"/>
                    </a:lnTo>
                    <a:lnTo>
                      <a:pt x="753" y="929"/>
                    </a:lnTo>
                    <a:lnTo>
                      <a:pt x="745" y="923"/>
                    </a:lnTo>
                    <a:lnTo>
                      <a:pt x="736" y="917"/>
                    </a:lnTo>
                    <a:lnTo>
                      <a:pt x="728" y="911"/>
                    </a:lnTo>
                    <a:lnTo>
                      <a:pt x="720" y="904"/>
                    </a:lnTo>
                    <a:lnTo>
                      <a:pt x="711" y="896"/>
                    </a:lnTo>
                    <a:lnTo>
                      <a:pt x="703" y="889"/>
                    </a:lnTo>
                    <a:lnTo>
                      <a:pt x="695" y="880"/>
                    </a:lnTo>
                    <a:lnTo>
                      <a:pt x="687" y="872"/>
                    </a:lnTo>
                    <a:lnTo>
                      <a:pt x="678" y="863"/>
                    </a:lnTo>
                    <a:lnTo>
                      <a:pt x="670" y="853"/>
                    </a:lnTo>
                    <a:lnTo>
                      <a:pt x="662" y="843"/>
                    </a:lnTo>
                    <a:lnTo>
                      <a:pt x="654" y="833"/>
                    </a:lnTo>
                    <a:lnTo>
                      <a:pt x="646" y="822"/>
                    </a:lnTo>
                    <a:lnTo>
                      <a:pt x="638" y="810"/>
                    </a:lnTo>
                    <a:lnTo>
                      <a:pt x="630" y="799"/>
                    </a:lnTo>
                    <a:lnTo>
                      <a:pt x="622" y="787"/>
                    </a:lnTo>
                    <a:lnTo>
                      <a:pt x="615" y="775"/>
                    </a:lnTo>
                    <a:lnTo>
                      <a:pt x="609" y="763"/>
                    </a:lnTo>
                    <a:lnTo>
                      <a:pt x="602" y="751"/>
                    </a:lnTo>
                    <a:lnTo>
                      <a:pt x="597" y="738"/>
                    </a:lnTo>
                    <a:lnTo>
                      <a:pt x="591" y="726"/>
                    </a:lnTo>
                    <a:lnTo>
                      <a:pt x="586" y="713"/>
                    </a:lnTo>
                    <a:lnTo>
                      <a:pt x="582" y="701"/>
                    </a:lnTo>
                    <a:lnTo>
                      <a:pt x="578" y="688"/>
                    </a:lnTo>
                    <a:lnTo>
                      <a:pt x="575" y="675"/>
                    </a:lnTo>
                    <a:lnTo>
                      <a:pt x="571" y="662"/>
                    </a:lnTo>
                    <a:lnTo>
                      <a:pt x="569" y="648"/>
                    </a:lnTo>
                    <a:lnTo>
                      <a:pt x="567" y="635"/>
                    </a:lnTo>
                    <a:lnTo>
                      <a:pt x="565" y="622"/>
                    </a:lnTo>
                    <a:lnTo>
                      <a:pt x="563" y="608"/>
                    </a:lnTo>
                    <a:lnTo>
                      <a:pt x="562" y="594"/>
                    </a:lnTo>
                    <a:lnTo>
                      <a:pt x="562" y="581"/>
                    </a:lnTo>
                    <a:lnTo>
                      <a:pt x="561" y="568"/>
                    </a:lnTo>
                    <a:lnTo>
                      <a:pt x="561" y="555"/>
                    </a:lnTo>
                    <a:lnTo>
                      <a:pt x="562" y="543"/>
                    </a:lnTo>
                    <a:lnTo>
                      <a:pt x="562" y="530"/>
                    </a:lnTo>
                    <a:lnTo>
                      <a:pt x="563" y="518"/>
                    </a:lnTo>
                    <a:lnTo>
                      <a:pt x="565" y="507"/>
                    </a:lnTo>
                    <a:lnTo>
                      <a:pt x="566" y="495"/>
                    </a:lnTo>
                    <a:lnTo>
                      <a:pt x="568" y="484"/>
                    </a:lnTo>
                    <a:lnTo>
                      <a:pt x="571" y="473"/>
                    </a:lnTo>
                    <a:lnTo>
                      <a:pt x="573" y="463"/>
                    </a:lnTo>
                    <a:lnTo>
                      <a:pt x="576" y="452"/>
                    </a:lnTo>
                    <a:lnTo>
                      <a:pt x="579" y="442"/>
                    </a:lnTo>
                    <a:lnTo>
                      <a:pt x="583" y="432"/>
                    </a:lnTo>
                    <a:lnTo>
                      <a:pt x="587" y="423"/>
                    </a:lnTo>
                    <a:lnTo>
                      <a:pt x="591" y="413"/>
                    </a:lnTo>
                    <a:lnTo>
                      <a:pt x="594" y="405"/>
                    </a:lnTo>
                    <a:lnTo>
                      <a:pt x="598" y="397"/>
                    </a:lnTo>
                    <a:lnTo>
                      <a:pt x="601" y="389"/>
                    </a:lnTo>
                    <a:lnTo>
                      <a:pt x="604" y="383"/>
                    </a:lnTo>
                    <a:lnTo>
                      <a:pt x="607" y="376"/>
                    </a:lnTo>
                    <a:lnTo>
                      <a:pt x="609" y="371"/>
                    </a:lnTo>
                    <a:lnTo>
                      <a:pt x="611" y="366"/>
                    </a:lnTo>
                    <a:lnTo>
                      <a:pt x="613" y="361"/>
                    </a:lnTo>
                    <a:lnTo>
                      <a:pt x="615" y="358"/>
                    </a:lnTo>
                    <a:lnTo>
                      <a:pt x="616" y="354"/>
                    </a:lnTo>
                    <a:lnTo>
                      <a:pt x="617" y="352"/>
                    </a:lnTo>
                    <a:lnTo>
                      <a:pt x="618" y="350"/>
                    </a:lnTo>
                    <a:lnTo>
                      <a:pt x="619" y="348"/>
                    </a:lnTo>
                    <a:lnTo>
                      <a:pt x="619" y="347"/>
                    </a:lnTo>
                    <a:lnTo>
                      <a:pt x="620" y="347"/>
                    </a:lnTo>
                    <a:lnTo>
                      <a:pt x="622" y="348"/>
                    </a:lnTo>
                    <a:lnTo>
                      <a:pt x="623" y="349"/>
                    </a:lnTo>
                    <a:lnTo>
                      <a:pt x="626" y="350"/>
                    </a:lnTo>
                    <a:lnTo>
                      <a:pt x="628" y="352"/>
                    </a:lnTo>
                    <a:lnTo>
                      <a:pt x="631" y="354"/>
                    </a:lnTo>
                    <a:lnTo>
                      <a:pt x="635" y="356"/>
                    </a:lnTo>
                    <a:lnTo>
                      <a:pt x="639" y="358"/>
                    </a:lnTo>
                    <a:lnTo>
                      <a:pt x="644" y="361"/>
                    </a:lnTo>
                    <a:lnTo>
                      <a:pt x="649" y="364"/>
                    </a:lnTo>
                    <a:lnTo>
                      <a:pt x="655" y="367"/>
                    </a:lnTo>
                    <a:lnTo>
                      <a:pt x="661" y="371"/>
                    </a:lnTo>
                    <a:lnTo>
                      <a:pt x="668" y="375"/>
                    </a:lnTo>
                    <a:lnTo>
                      <a:pt x="675" y="379"/>
                    </a:lnTo>
                    <a:lnTo>
                      <a:pt x="683" y="383"/>
                    </a:lnTo>
                    <a:lnTo>
                      <a:pt x="691" y="388"/>
                    </a:lnTo>
                    <a:lnTo>
                      <a:pt x="698" y="392"/>
                    </a:lnTo>
                    <a:lnTo>
                      <a:pt x="705" y="396"/>
                    </a:lnTo>
                    <a:lnTo>
                      <a:pt x="711" y="399"/>
                    </a:lnTo>
                    <a:lnTo>
                      <a:pt x="717" y="403"/>
                    </a:lnTo>
                    <a:lnTo>
                      <a:pt x="722" y="406"/>
                    </a:lnTo>
                    <a:lnTo>
                      <a:pt x="727" y="408"/>
                    </a:lnTo>
                    <a:lnTo>
                      <a:pt x="731" y="411"/>
                    </a:lnTo>
                    <a:lnTo>
                      <a:pt x="734" y="413"/>
                    </a:lnTo>
                    <a:lnTo>
                      <a:pt x="738" y="415"/>
                    </a:lnTo>
                    <a:lnTo>
                      <a:pt x="740" y="416"/>
                    </a:lnTo>
                    <a:lnTo>
                      <a:pt x="743" y="418"/>
                    </a:lnTo>
                    <a:lnTo>
                      <a:pt x="744" y="419"/>
                    </a:lnTo>
                    <a:lnTo>
                      <a:pt x="746" y="419"/>
                    </a:lnTo>
                    <a:lnTo>
                      <a:pt x="746" y="420"/>
                    </a:lnTo>
                    <a:lnTo>
                      <a:pt x="747" y="420"/>
                    </a:lnTo>
                    <a:lnTo>
                      <a:pt x="746" y="419"/>
                    </a:lnTo>
                    <a:lnTo>
                      <a:pt x="745" y="417"/>
                    </a:lnTo>
                    <a:lnTo>
                      <a:pt x="742" y="413"/>
                    </a:lnTo>
                    <a:lnTo>
                      <a:pt x="739" y="407"/>
                    </a:lnTo>
                    <a:lnTo>
                      <a:pt x="735" y="399"/>
                    </a:lnTo>
                    <a:lnTo>
                      <a:pt x="730" y="390"/>
                    </a:lnTo>
                    <a:lnTo>
                      <a:pt x="724" y="380"/>
                    </a:lnTo>
                    <a:lnTo>
                      <a:pt x="717" y="367"/>
                    </a:lnTo>
                    <a:lnTo>
                      <a:pt x="709" y="353"/>
                    </a:lnTo>
                    <a:lnTo>
                      <a:pt x="700" y="338"/>
                    </a:lnTo>
                    <a:lnTo>
                      <a:pt x="690" y="321"/>
                    </a:lnTo>
                    <a:lnTo>
                      <a:pt x="679" y="302"/>
                    </a:lnTo>
                    <a:lnTo>
                      <a:pt x="668" y="281"/>
                    </a:lnTo>
                    <a:lnTo>
                      <a:pt x="655" y="259"/>
                    </a:lnTo>
                    <a:lnTo>
                      <a:pt x="642" y="235"/>
                    </a:lnTo>
                    <a:lnTo>
                      <a:pt x="627" y="210"/>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dirty="0"/>
              </a:p>
            </p:txBody>
          </p:sp>
        </p:grpSp>
        <p:sp>
          <p:nvSpPr>
            <p:cNvPr id="54323" name="Rectangle 18"/>
            <p:cNvSpPr>
              <a:spLocks noChangeArrowheads="1"/>
            </p:cNvSpPr>
            <p:nvPr/>
          </p:nvSpPr>
          <p:spPr bwMode="gray">
            <a:xfrm>
              <a:off x="7397163" y="1802428"/>
              <a:ext cx="1336257" cy="319786"/>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24" name="Rectangle 19"/>
            <p:cNvSpPr>
              <a:spLocks noChangeArrowheads="1"/>
            </p:cNvSpPr>
            <p:nvPr/>
          </p:nvSpPr>
          <p:spPr bwMode="gray">
            <a:xfrm>
              <a:off x="8121352" y="2990561"/>
              <a:ext cx="597704" cy="319786"/>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25" name="Rectangle 20"/>
            <p:cNvSpPr>
              <a:spLocks noChangeArrowheads="1"/>
            </p:cNvSpPr>
            <p:nvPr/>
          </p:nvSpPr>
          <p:spPr bwMode="gray">
            <a:xfrm>
              <a:off x="6969224" y="2683557"/>
              <a:ext cx="588675" cy="319786"/>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grpSp>
      <p:grpSp>
        <p:nvGrpSpPr>
          <p:cNvPr id="90" name="グループ化 89"/>
          <p:cNvGrpSpPr>
            <a:grpSpLocks noChangeAspect="1"/>
          </p:cNvGrpSpPr>
          <p:nvPr/>
        </p:nvGrpSpPr>
        <p:grpSpPr bwMode="gray">
          <a:xfrm>
            <a:off x="632520" y="3837430"/>
            <a:ext cx="2544860" cy="2471890"/>
            <a:chOff x="632520" y="3794125"/>
            <a:chExt cx="2544860" cy="2471890"/>
          </a:xfrm>
        </p:grpSpPr>
        <p:grpSp>
          <p:nvGrpSpPr>
            <p:cNvPr id="74" name="Group 16"/>
            <p:cNvGrpSpPr>
              <a:grpSpLocks/>
            </p:cNvGrpSpPr>
            <p:nvPr>
              <p:custDataLst>
                <p:tags r:id="rId3"/>
              </p:custDataLst>
            </p:nvPr>
          </p:nvGrpSpPr>
          <p:grpSpPr bwMode="gray">
            <a:xfrm>
              <a:off x="632520" y="3794125"/>
              <a:ext cx="2544860" cy="2471890"/>
              <a:chOff x="653" y="2793"/>
              <a:chExt cx="1116" cy="1084"/>
            </a:xfrm>
            <a:solidFill>
              <a:schemeClr val="bg1"/>
            </a:solidFill>
          </p:grpSpPr>
          <p:sp>
            <p:nvSpPr>
              <p:cNvPr id="75" name="Freeform 17"/>
              <p:cNvSpPr>
                <a:spLocks/>
              </p:cNvSpPr>
              <p:nvPr/>
            </p:nvSpPr>
            <p:spPr bwMode="gray">
              <a:xfrm>
                <a:off x="1274" y="2866"/>
                <a:ext cx="495" cy="586"/>
              </a:xfrm>
              <a:custGeom>
                <a:avLst/>
                <a:gdLst/>
                <a:ahLst/>
                <a:cxnLst>
                  <a:cxn ang="0">
                    <a:pos x="297" y="935"/>
                  </a:cxn>
                  <a:cxn ang="0">
                    <a:pos x="299" y="961"/>
                  </a:cxn>
                  <a:cxn ang="0">
                    <a:pos x="300" y="967"/>
                  </a:cxn>
                  <a:cxn ang="0">
                    <a:pos x="287" y="967"/>
                  </a:cxn>
                  <a:cxn ang="0">
                    <a:pos x="255" y="967"/>
                  </a:cxn>
                  <a:cxn ang="0">
                    <a:pos x="209" y="967"/>
                  </a:cxn>
                  <a:cxn ang="0">
                    <a:pos x="177" y="967"/>
                  </a:cxn>
                  <a:cxn ang="0">
                    <a:pos x="165" y="967"/>
                  </a:cxn>
                  <a:cxn ang="0">
                    <a:pos x="184" y="979"/>
                  </a:cxn>
                  <a:cxn ang="0">
                    <a:pos x="261" y="1024"/>
                  </a:cxn>
                  <a:cxn ang="0">
                    <a:pos x="394" y="1101"/>
                  </a:cxn>
                  <a:cxn ang="0">
                    <a:pos x="509" y="1168"/>
                  </a:cxn>
                  <a:cxn ang="0">
                    <a:pos x="566" y="1202"/>
                  </a:cxn>
                  <a:cxn ang="0">
                    <a:pos x="581" y="1202"/>
                  </a:cxn>
                  <a:cxn ang="0">
                    <a:pos x="639" y="1168"/>
                  </a:cxn>
                  <a:cxn ang="0">
                    <a:pos x="756" y="1101"/>
                  </a:cxn>
                  <a:cxn ang="0">
                    <a:pos x="890" y="1024"/>
                  </a:cxn>
                  <a:cxn ang="0">
                    <a:pos x="968" y="979"/>
                  </a:cxn>
                  <a:cxn ang="0">
                    <a:pos x="988" y="967"/>
                  </a:cxn>
                  <a:cxn ang="0">
                    <a:pos x="975" y="967"/>
                  </a:cxn>
                  <a:cxn ang="0">
                    <a:pos x="943" y="967"/>
                  </a:cxn>
                  <a:cxn ang="0">
                    <a:pos x="896" y="967"/>
                  </a:cxn>
                  <a:cxn ang="0">
                    <a:pos x="864" y="967"/>
                  </a:cxn>
                  <a:cxn ang="0">
                    <a:pos x="851" y="967"/>
                  </a:cxn>
                  <a:cxn ang="0">
                    <a:pos x="850" y="959"/>
                  </a:cxn>
                  <a:cxn ang="0">
                    <a:pos x="849" y="928"/>
                  </a:cxn>
                  <a:cxn ang="0">
                    <a:pos x="847" y="874"/>
                  </a:cxn>
                  <a:cxn ang="0">
                    <a:pos x="837" y="800"/>
                  </a:cxn>
                  <a:cxn ang="0">
                    <a:pos x="814" y="707"/>
                  </a:cxn>
                  <a:cxn ang="0">
                    <a:pos x="778" y="597"/>
                  </a:cxn>
                  <a:cxn ang="0">
                    <a:pos x="723" y="485"/>
                  </a:cxn>
                  <a:cxn ang="0">
                    <a:pos x="649" y="374"/>
                  </a:cxn>
                  <a:cxn ang="0">
                    <a:pos x="558" y="270"/>
                  </a:cxn>
                  <a:cxn ang="0">
                    <a:pos x="457" y="183"/>
                  </a:cxn>
                  <a:cxn ang="0">
                    <a:pos x="347" y="113"/>
                  </a:cxn>
                  <a:cxn ang="0">
                    <a:pos x="243" y="62"/>
                  </a:cxn>
                  <a:cxn ang="0">
                    <a:pos x="155" y="29"/>
                  </a:cxn>
                  <a:cxn ang="0">
                    <a:pos x="83" y="13"/>
                  </a:cxn>
                  <a:cxn ang="0">
                    <a:pos x="38" y="4"/>
                  </a:cxn>
                  <a:cxn ang="0">
                    <a:pos x="20" y="0"/>
                  </a:cxn>
                  <a:cxn ang="0">
                    <a:pos x="27" y="13"/>
                  </a:cxn>
                  <a:cxn ang="0">
                    <a:pos x="55" y="62"/>
                  </a:cxn>
                  <a:cxn ang="0">
                    <a:pos x="105" y="148"/>
                  </a:cxn>
                  <a:cxn ang="0">
                    <a:pos x="148" y="222"/>
                  </a:cxn>
                  <a:cxn ang="0">
                    <a:pos x="169" y="259"/>
                  </a:cxn>
                  <a:cxn ang="0">
                    <a:pos x="169" y="269"/>
                  </a:cxn>
                  <a:cxn ang="0">
                    <a:pos x="145" y="311"/>
                  </a:cxn>
                  <a:cxn ang="0">
                    <a:pos x="96" y="394"/>
                  </a:cxn>
                  <a:cxn ang="0">
                    <a:pos x="41" y="490"/>
                  </a:cxn>
                  <a:cxn ang="0">
                    <a:pos x="8" y="546"/>
                  </a:cxn>
                  <a:cxn ang="0">
                    <a:pos x="0" y="560"/>
                  </a:cxn>
                  <a:cxn ang="0">
                    <a:pos x="7" y="562"/>
                  </a:cxn>
                  <a:cxn ang="0">
                    <a:pos x="24" y="568"/>
                  </a:cxn>
                  <a:cxn ang="0">
                    <a:pos x="51" y="578"/>
                  </a:cxn>
                  <a:cxn ang="0">
                    <a:pos x="85" y="597"/>
                  </a:cxn>
                  <a:cxn ang="0">
                    <a:pos x="127" y="624"/>
                  </a:cxn>
                  <a:cxn ang="0">
                    <a:pos x="172" y="661"/>
                  </a:cxn>
                  <a:cxn ang="0">
                    <a:pos x="212" y="708"/>
                  </a:cxn>
                  <a:cxn ang="0">
                    <a:pos x="248" y="764"/>
                  </a:cxn>
                  <a:cxn ang="0">
                    <a:pos x="275" y="821"/>
                  </a:cxn>
                  <a:cxn ang="0">
                    <a:pos x="291" y="875"/>
                  </a:cxn>
                </a:cxnLst>
                <a:rect l="0" t="0" r="r" b="b"/>
                <a:pathLst>
                  <a:path w="989" h="1207">
                    <a:moveTo>
                      <a:pt x="294" y="900"/>
                    </a:moveTo>
                    <a:lnTo>
                      <a:pt x="295" y="908"/>
                    </a:lnTo>
                    <a:lnTo>
                      <a:pt x="296" y="916"/>
                    </a:lnTo>
                    <a:lnTo>
                      <a:pt x="296" y="923"/>
                    </a:lnTo>
                    <a:lnTo>
                      <a:pt x="297" y="929"/>
                    </a:lnTo>
                    <a:lnTo>
                      <a:pt x="297" y="935"/>
                    </a:lnTo>
                    <a:lnTo>
                      <a:pt x="298" y="941"/>
                    </a:lnTo>
                    <a:lnTo>
                      <a:pt x="298" y="946"/>
                    </a:lnTo>
                    <a:lnTo>
                      <a:pt x="299" y="950"/>
                    </a:lnTo>
                    <a:lnTo>
                      <a:pt x="299" y="954"/>
                    </a:lnTo>
                    <a:lnTo>
                      <a:pt x="299" y="958"/>
                    </a:lnTo>
                    <a:lnTo>
                      <a:pt x="299" y="961"/>
                    </a:lnTo>
                    <a:lnTo>
                      <a:pt x="300" y="963"/>
                    </a:lnTo>
                    <a:lnTo>
                      <a:pt x="300" y="965"/>
                    </a:lnTo>
                    <a:lnTo>
                      <a:pt x="300" y="966"/>
                    </a:lnTo>
                    <a:lnTo>
                      <a:pt x="300" y="967"/>
                    </a:lnTo>
                    <a:lnTo>
                      <a:pt x="299" y="967"/>
                    </a:lnTo>
                    <a:lnTo>
                      <a:pt x="298" y="967"/>
                    </a:lnTo>
                    <a:lnTo>
                      <a:pt x="296" y="967"/>
                    </a:lnTo>
                    <a:lnTo>
                      <a:pt x="293" y="967"/>
                    </a:lnTo>
                    <a:lnTo>
                      <a:pt x="291" y="967"/>
                    </a:lnTo>
                    <a:lnTo>
                      <a:pt x="287" y="967"/>
                    </a:lnTo>
                    <a:lnTo>
                      <a:pt x="283" y="967"/>
                    </a:lnTo>
                    <a:lnTo>
                      <a:pt x="279" y="967"/>
                    </a:lnTo>
                    <a:lnTo>
                      <a:pt x="274" y="967"/>
                    </a:lnTo>
                    <a:lnTo>
                      <a:pt x="268" y="967"/>
                    </a:lnTo>
                    <a:lnTo>
                      <a:pt x="262" y="967"/>
                    </a:lnTo>
                    <a:lnTo>
                      <a:pt x="255" y="967"/>
                    </a:lnTo>
                    <a:lnTo>
                      <a:pt x="248" y="967"/>
                    </a:lnTo>
                    <a:lnTo>
                      <a:pt x="240" y="967"/>
                    </a:lnTo>
                    <a:lnTo>
                      <a:pt x="232" y="967"/>
                    </a:lnTo>
                    <a:lnTo>
                      <a:pt x="224" y="967"/>
                    </a:lnTo>
                    <a:lnTo>
                      <a:pt x="216" y="967"/>
                    </a:lnTo>
                    <a:lnTo>
                      <a:pt x="209" y="967"/>
                    </a:lnTo>
                    <a:lnTo>
                      <a:pt x="203" y="967"/>
                    </a:lnTo>
                    <a:lnTo>
                      <a:pt x="196" y="967"/>
                    </a:lnTo>
                    <a:lnTo>
                      <a:pt x="191" y="967"/>
                    </a:lnTo>
                    <a:lnTo>
                      <a:pt x="186" y="967"/>
                    </a:lnTo>
                    <a:lnTo>
                      <a:pt x="181" y="967"/>
                    </a:lnTo>
                    <a:lnTo>
                      <a:pt x="177" y="967"/>
                    </a:lnTo>
                    <a:lnTo>
                      <a:pt x="174" y="967"/>
                    </a:lnTo>
                    <a:lnTo>
                      <a:pt x="171" y="967"/>
                    </a:lnTo>
                    <a:lnTo>
                      <a:pt x="169" y="967"/>
                    </a:lnTo>
                    <a:lnTo>
                      <a:pt x="167" y="967"/>
                    </a:lnTo>
                    <a:lnTo>
                      <a:pt x="165" y="967"/>
                    </a:lnTo>
                    <a:lnTo>
                      <a:pt x="164" y="967"/>
                    </a:lnTo>
                    <a:lnTo>
                      <a:pt x="165" y="968"/>
                    </a:lnTo>
                    <a:lnTo>
                      <a:pt x="168" y="969"/>
                    </a:lnTo>
                    <a:lnTo>
                      <a:pt x="172" y="971"/>
                    </a:lnTo>
                    <a:lnTo>
                      <a:pt x="177" y="975"/>
                    </a:lnTo>
                    <a:lnTo>
                      <a:pt x="184" y="979"/>
                    </a:lnTo>
                    <a:lnTo>
                      <a:pt x="193" y="984"/>
                    </a:lnTo>
                    <a:lnTo>
                      <a:pt x="204" y="990"/>
                    </a:lnTo>
                    <a:lnTo>
                      <a:pt x="215" y="997"/>
                    </a:lnTo>
                    <a:lnTo>
                      <a:pt x="229" y="1005"/>
                    </a:lnTo>
                    <a:lnTo>
                      <a:pt x="244" y="1014"/>
                    </a:lnTo>
                    <a:lnTo>
                      <a:pt x="261" y="1024"/>
                    </a:lnTo>
                    <a:lnTo>
                      <a:pt x="279" y="1034"/>
                    </a:lnTo>
                    <a:lnTo>
                      <a:pt x="299" y="1046"/>
                    </a:lnTo>
                    <a:lnTo>
                      <a:pt x="321" y="1059"/>
                    </a:lnTo>
                    <a:lnTo>
                      <a:pt x="344" y="1072"/>
                    </a:lnTo>
                    <a:lnTo>
                      <a:pt x="369" y="1087"/>
                    </a:lnTo>
                    <a:lnTo>
                      <a:pt x="394" y="1101"/>
                    </a:lnTo>
                    <a:lnTo>
                      <a:pt x="417" y="1115"/>
                    </a:lnTo>
                    <a:lnTo>
                      <a:pt x="438" y="1127"/>
                    </a:lnTo>
                    <a:lnTo>
                      <a:pt x="458" y="1139"/>
                    </a:lnTo>
                    <a:lnTo>
                      <a:pt x="477" y="1150"/>
                    </a:lnTo>
                    <a:lnTo>
                      <a:pt x="493" y="1159"/>
                    </a:lnTo>
                    <a:lnTo>
                      <a:pt x="509" y="1168"/>
                    </a:lnTo>
                    <a:lnTo>
                      <a:pt x="522" y="1176"/>
                    </a:lnTo>
                    <a:lnTo>
                      <a:pt x="534" y="1183"/>
                    </a:lnTo>
                    <a:lnTo>
                      <a:pt x="545" y="1189"/>
                    </a:lnTo>
                    <a:lnTo>
                      <a:pt x="553" y="1194"/>
                    </a:lnTo>
                    <a:lnTo>
                      <a:pt x="561" y="1198"/>
                    </a:lnTo>
                    <a:lnTo>
                      <a:pt x="566" y="1202"/>
                    </a:lnTo>
                    <a:lnTo>
                      <a:pt x="570" y="1204"/>
                    </a:lnTo>
                    <a:lnTo>
                      <a:pt x="573" y="1205"/>
                    </a:lnTo>
                    <a:lnTo>
                      <a:pt x="573" y="1206"/>
                    </a:lnTo>
                    <a:lnTo>
                      <a:pt x="574" y="1205"/>
                    </a:lnTo>
                    <a:lnTo>
                      <a:pt x="577" y="1204"/>
                    </a:lnTo>
                    <a:lnTo>
                      <a:pt x="581" y="1202"/>
                    </a:lnTo>
                    <a:lnTo>
                      <a:pt x="586" y="1198"/>
                    </a:lnTo>
                    <a:lnTo>
                      <a:pt x="594" y="1194"/>
                    </a:lnTo>
                    <a:lnTo>
                      <a:pt x="602" y="1189"/>
                    </a:lnTo>
                    <a:lnTo>
                      <a:pt x="613" y="1183"/>
                    </a:lnTo>
                    <a:lnTo>
                      <a:pt x="625" y="1176"/>
                    </a:lnTo>
                    <a:lnTo>
                      <a:pt x="639" y="1168"/>
                    </a:lnTo>
                    <a:lnTo>
                      <a:pt x="654" y="1159"/>
                    </a:lnTo>
                    <a:lnTo>
                      <a:pt x="671" y="1150"/>
                    </a:lnTo>
                    <a:lnTo>
                      <a:pt x="690" y="1139"/>
                    </a:lnTo>
                    <a:lnTo>
                      <a:pt x="710" y="1127"/>
                    </a:lnTo>
                    <a:lnTo>
                      <a:pt x="732" y="1115"/>
                    </a:lnTo>
                    <a:lnTo>
                      <a:pt x="756" y="1101"/>
                    </a:lnTo>
                    <a:lnTo>
                      <a:pt x="781" y="1087"/>
                    </a:lnTo>
                    <a:lnTo>
                      <a:pt x="806" y="1072"/>
                    </a:lnTo>
                    <a:lnTo>
                      <a:pt x="829" y="1059"/>
                    </a:lnTo>
                    <a:lnTo>
                      <a:pt x="851" y="1046"/>
                    </a:lnTo>
                    <a:lnTo>
                      <a:pt x="871" y="1034"/>
                    </a:lnTo>
                    <a:lnTo>
                      <a:pt x="890" y="1024"/>
                    </a:lnTo>
                    <a:lnTo>
                      <a:pt x="907" y="1014"/>
                    </a:lnTo>
                    <a:lnTo>
                      <a:pt x="922" y="1005"/>
                    </a:lnTo>
                    <a:lnTo>
                      <a:pt x="936" y="997"/>
                    </a:lnTo>
                    <a:lnTo>
                      <a:pt x="948" y="990"/>
                    </a:lnTo>
                    <a:lnTo>
                      <a:pt x="959" y="984"/>
                    </a:lnTo>
                    <a:lnTo>
                      <a:pt x="968" y="979"/>
                    </a:lnTo>
                    <a:lnTo>
                      <a:pt x="975" y="975"/>
                    </a:lnTo>
                    <a:lnTo>
                      <a:pt x="981" y="971"/>
                    </a:lnTo>
                    <a:lnTo>
                      <a:pt x="985" y="969"/>
                    </a:lnTo>
                    <a:lnTo>
                      <a:pt x="987" y="968"/>
                    </a:lnTo>
                    <a:lnTo>
                      <a:pt x="988" y="967"/>
                    </a:lnTo>
                    <a:lnTo>
                      <a:pt x="987" y="967"/>
                    </a:lnTo>
                    <a:lnTo>
                      <a:pt x="986" y="967"/>
                    </a:lnTo>
                    <a:lnTo>
                      <a:pt x="984" y="967"/>
                    </a:lnTo>
                    <a:lnTo>
                      <a:pt x="981" y="967"/>
                    </a:lnTo>
                    <a:lnTo>
                      <a:pt x="978" y="967"/>
                    </a:lnTo>
                    <a:lnTo>
                      <a:pt x="975" y="967"/>
                    </a:lnTo>
                    <a:lnTo>
                      <a:pt x="971" y="967"/>
                    </a:lnTo>
                    <a:lnTo>
                      <a:pt x="966" y="967"/>
                    </a:lnTo>
                    <a:lnTo>
                      <a:pt x="961" y="967"/>
                    </a:lnTo>
                    <a:lnTo>
                      <a:pt x="955" y="967"/>
                    </a:lnTo>
                    <a:lnTo>
                      <a:pt x="949" y="967"/>
                    </a:lnTo>
                    <a:lnTo>
                      <a:pt x="943" y="967"/>
                    </a:lnTo>
                    <a:lnTo>
                      <a:pt x="935" y="967"/>
                    </a:lnTo>
                    <a:lnTo>
                      <a:pt x="928" y="967"/>
                    </a:lnTo>
                    <a:lnTo>
                      <a:pt x="919" y="967"/>
                    </a:lnTo>
                    <a:lnTo>
                      <a:pt x="911" y="967"/>
                    </a:lnTo>
                    <a:lnTo>
                      <a:pt x="903" y="967"/>
                    </a:lnTo>
                    <a:lnTo>
                      <a:pt x="896" y="967"/>
                    </a:lnTo>
                    <a:lnTo>
                      <a:pt x="889" y="967"/>
                    </a:lnTo>
                    <a:lnTo>
                      <a:pt x="883" y="967"/>
                    </a:lnTo>
                    <a:lnTo>
                      <a:pt x="877" y="967"/>
                    </a:lnTo>
                    <a:lnTo>
                      <a:pt x="872" y="967"/>
                    </a:lnTo>
                    <a:lnTo>
                      <a:pt x="868" y="967"/>
                    </a:lnTo>
                    <a:lnTo>
                      <a:pt x="864" y="967"/>
                    </a:lnTo>
                    <a:lnTo>
                      <a:pt x="860" y="967"/>
                    </a:lnTo>
                    <a:lnTo>
                      <a:pt x="857" y="967"/>
                    </a:lnTo>
                    <a:lnTo>
                      <a:pt x="855" y="967"/>
                    </a:lnTo>
                    <a:lnTo>
                      <a:pt x="853" y="967"/>
                    </a:lnTo>
                    <a:lnTo>
                      <a:pt x="851" y="967"/>
                    </a:lnTo>
                    <a:lnTo>
                      <a:pt x="850" y="967"/>
                    </a:lnTo>
                    <a:lnTo>
                      <a:pt x="850" y="966"/>
                    </a:lnTo>
                    <a:lnTo>
                      <a:pt x="850" y="964"/>
                    </a:lnTo>
                    <a:lnTo>
                      <a:pt x="850" y="962"/>
                    </a:lnTo>
                    <a:lnTo>
                      <a:pt x="850" y="959"/>
                    </a:lnTo>
                    <a:lnTo>
                      <a:pt x="850" y="956"/>
                    </a:lnTo>
                    <a:lnTo>
                      <a:pt x="850" y="951"/>
                    </a:lnTo>
                    <a:lnTo>
                      <a:pt x="850" y="947"/>
                    </a:lnTo>
                    <a:lnTo>
                      <a:pt x="849" y="941"/>
                    </a:lnTo>
                    <a:lnTo>
                      <a:pt x="849" y="935"/>
                    </a:lnTo>
                    <a:lnTo>
                      <a:pt x="849" y="928"/>
                    </a:lnTo>
                    <a:lnTo>
                      <a:pt x="849" y="921"/>
                    </a:lnTo>
                    <a:lnTo>
                      <a:pt x="849" y="913"/>
                    </a:lnTo>
                    <a:lnTo>
                      <a:pt x="848" y="904"/>
                    </a:lnTo>
                    <a:lnTo>
                      <a:pt x="848" y="895"/>
                    </a:lnTo>
                    <a:lnTo>
                      <a:pt x="848" y="885"/>
                    </a:lnTo>
                    <a:lnTo>
                      <a:pt x="847" y="874"/>
                    </a:lnTo>
                    <a:lnTo>
                      <a:pt x="846" y="863"/>
                    </a:lnTo>
                    <a:lnTo>
                      <a:pt x="845" y="852"/>
                    </a:lnTo>
                    <a:lnTo>
                      <a:pt x="843" y="840"/>
                    </a:lnTo>
                    <a:lnTo>
                      <a:pt x="841" y="827"/>
                    </a:lnTo>
                    <a:lnTo>
                      <a:pt x="839" y="814"/>
                    </a:lnTo>
                    <a:lnTo>
                      <a:pt x="837" y="800"/>
                    </a:lnTo>
                    <a:lnTo>
                      <a:pt x="834" y="786"/>
                    </a:lnTo>
                    <a:lnTo>
                      <a:pt x="830" y="771"/>
                    </a:lnTo>
                    <a:lnTo>
                      <a:pt x="827" y="756"/>
                    </a:lnTo>
                    <a:lnTo>
                      <a:pt x="823" y="740"/>
                    </a:lnTo>
                    <a:lnTo>
                      <a:pt x="819" y="723"/>
                    </a:lnTo>
                    <a:lnTo>
                      <a:pt x="814" y="707"/>
                    </a:lnTo>
                    <a:lnTo>
                      <a:pt x="809" y="689"/>
                    </a:lnTo>
                    <a:lnTo>
                      <a:pt x="804" y="671"/>
                    </a:lnTo>
                    <a:lnTo>
                      <a:pt x="798" y="653"/>
                    </a:lnTo>
                    <a:lnTo>
                      <a:pt x="792" y="634"/>
                    </a:lnTo>
                    <a:lnTo>
                      <a:pt x="785" y="615"/>
                    </a:lnTo>
                    <a:lnTo>
                      <a:pt x="778" y="597"/>
                    </a:lnTo>
                    <a:lnTo>
                      <a:pt x="770" y="578"/>
                    </a:lnTo>
                    <a:lnTo>
                      <a:pt x="762" y="559"/>
                    </a:lnTo>
                    <a:lnTo>
                      <a:pt x="753" y="541"/>
                    </a:lnTo>
                    <a:lnTo>
                      <a:pt x="744" y="522"/>
                    </a:lnTo>
                    <a:lnTo>
                      <a:pt x="734" y="503"/>
                    </a:lnTo>
                    <a:lnTo>
                      <a:pt x="723" y="485"/>
                    </a:lnTo>
                    <a:lnTo>
                      <a:pt x="712" y="466"/>
                    </a:lnTo>
                    <a:lnTo>
                      <a:pt x="701" y="448"/>
                    </a:lnTo>
                    <a:lnTo>
                      <a:pt x="688" y="429"/>
                    </a:lnTo>
                    <a:lnTo>
                      <a:pt x="676" y="411"/>
                    </a:lnTo>
                    <a:lnTo>
                      <a:pt x="663" y="392"/>
                    </a:lnTo>
                    <a:lnTo>
                      <a:pt x="649" y="374"/>
                    </a:lnTo>
                    <a:lnTo>
                      <a:pt x="634" y="356"/>
                    </a:lnTo>
                    <a:lnTo>
                      <a:pt x="620" y="337"/>
                    </a:lnTo>
                    <a:lnTo>
                      <a:pt x="605" y="320"/>
                    </a:lnTo>
                    <a:lnTo>
                      <a:pt x="590" y="303"/>
                    </a:lnTo>
                    <a:lnTo>
                      <a:pt x="574" y="286"/>
                    </a:lnTo>
                    <a:lnTo>
                      <a:pt x="558" y="270"/>
                    </a:lnTo>
                    <a:lnTo>
                      <a:pt x="542" y="254"/>
                    </a:lnTo>
                    <a:lnTo>
                      <a:pt x="526" y="239"/>
                    </a:lnTo>
                    <a:lnTo>
                      <a:pt x="509" y="224"/>
                    </a:lnTo>
                    <a:lnTo>
                      <a:pt x="492" y="210"/>
                    </a:lnTo>
                    <a:lnTo>
                      <a:pt x="475" y="196"/>
                    </a:lnTo>
                    <a:lnTo>
                      <a:pt x="457" y="183"/>
                    </a:lnTo>
                    <a:lnTo>
                      <a:pt x="440" y="170"/>
                    </a:lnTo>
                    <a:lnTo>
                      <a:pt x="422" y="157"/>
                    </a:lnTo>
                    <a:lnTo>
                      <a:pt x="403" y="146"/>
                    </a:lnTo>
                    <a:lnTo>
                      <a:pt x="385" y="134"/>
                    </a:lnTo>
                    <a:lnTo>
                      <a:pt x="366" y="123"/>
                    </a:lnTo>
                    <a:lnTo>
                      <a:pt x="347" y="113"/>
                    </a:lnTo>
                    <a:lnTo>
                      <a:pt x="329" y="103"/>
                    </a:lnTo>
                    <a:lnTo>
                      <a:pt x="311" y="94"/>
                    </a:lnTo>
                    <a:lnTo>
                      <a:pt x="293" y="85"/>
                    </a:lnTo>
                    <a:lnTo>
                      <a:pt x="276" y="77"/>
                    </a:lnTo>
                    <a:lnTo>
                      <a:pt x="260" y="69"/>
                    </a:lnTo>
                    <a:lnTo>
                      <a:pt x="243" y="62"/>
                    </a:lnTo>
                    <a:lnTo>
                      <a:pt x="228" y="55"/>
                    </a:lnTo>
                    <a:lnTo>
                      <a:pt x="212" y="49"/>
                    </a:lnTo>
                    <a:lnTo>
                      <a:pt x="197" y="43"/>
                    </a:lnTo>
                    <a:lnTo>
                      <a:pt x="183" y="38"/>
                    </a:lnTo>
                    <a:lnTo>
                      <a:pt x="169" y="33"/>
                    </a:lnTo>
                    <a:lnTo>
                      <a:pt x="155" y="29"/>
                    </a:lnTo>
                    <a:lnTo>
                      <a:pt x="142" y="25"/>
                    </a:lnTo>
                    <a:lnTo>
                      <a:pt x="129" y="22"/>
                    </a:lnTo>
                    <a:lnTo>
                      <a:pt x="117" y="19"/>
                    </a:lnTo>
                    <a:lnTo>
                      <a:pt x="105" y="17"/>
                    </a:lnTo>
                    <a:lnTo>
                      <a:pt x="94" y="15"/>
                    </a:lnTo>
                    <a:lnTo>
                      <a:pt x="83" y="13"/>
                    </a:lnTo>
                    <a:lnTo>
                      <a:pt x="74" y="11"/>
                    </a:lnTo>
                    <a:lnTo>
                      <a:pt x="65" y="9"/>
                    </a:lnTo>
                    <a:lnTo>
                      <a:pt x="57" y="8"/>
                    </a:lnTo>
                    <a:lnTo>
                      <a:pt x="50" y="6"/>
                    </a:lnTo>
                    <a:lnTo>
                      <a:pt x="44" y="5"/>
                    </a:lnTo>
                    <a:lnTo>
                      <a:pt x="38" y="4"/>
                    </a:lnTo>
                    <a:lnTo>
                      <a:pt x="33" y="3"/>
                    </a:lnTo>
                    <a:lnTo>
                      <a:pt x="29" y="2"/>
                    </a:lnTo>
                    <a:lnTo>
                      <a:pt x="25" y="1"/>
                    </a:lnTo>
                    <a:lnTo>
                      <a:pt x="23" y="1"/>
                    </a:lnTo>
                    <a:lnTo>
                      <a:pt x="21" y="0"/>
                    </a:lnTo>
                    <a:lnTo>
                      <a:pt x="20" y="0"/>
                    </a:lnTo>
                    <a:lnTo>
                      <a:pt x="19" y="0"/>
                    </a:lnTo>
                    <a:lnTo>
                      <a:pt x="19" y="1"/>
                    </a:lnTo>
                    <a:lnTo>
                      <a:pt x="20" y="2"/>
                    </a:lnTo>
                    <a:lnTo>
                      <a:pt x="22" y="5"/>
                    </a:lnTo>
                    <a:lnTo>
                      <a:pt x="24" y="8"/>
                    </a:lnTo>
                    <a:lnTo>
                      <a:pt x="27" y="13"/>
                    </a:lnTo>
                    <a:lnTo>
                      <a:pt x="30" y="19"/>
                    </a:lnTo>
                    <a:lnTo>
                      <a:pt x="34" y="25"/>
                    </a:lnTo>
                    <a:lnTo>
                      <a:pt x="38" y="33"/>
                    </a:lnTo>
                    <a:lnTo>
                      <a:pt x="43" y="42"/>
                    </a:lnTo>
                    <a:lnTo>
                      <a:pt x="49" y="52"/>
                    </a:lnTo>
                    <a:lnTo>
                      <a:pt x="55" y="62"/>
                    </a:lnTo>
                    <a:lnTo>
                      <a:pt x="62" y="74"/>
                    </a:lnTo>
                    <a:lnTo>
                      <a:pt x="70" y="87"/>
                    </a:lnTo>
                    <a:lnTo>
                      <a:pt x="78" y="101"/>
                    </a:lnTo>
                    <a:lnTo>
                      <a:pt x="86" y="116"/>
                    </a:lnTo>
                    <a:lnTo>
                      <a:pt x="96" y="132"/>
                    </a:lnTo>
                    <a:lnTo>
                      <a:pt x="105" y="148"/>
                    </a:lnTo>
                    <a:lnTo>
                      <a:pt x="113" y="163"/>
                    </a:lnTo>
                    <a:lnTo>
                      <a:pt x="122" y="177"/>
                    </a:lnTo>
                    <a:lnTo>
                      <a:pt x="129" y="190"/>
                    </a:lnTo>
                    <a:lnTo>
                      <a:pt x="136" y="202"/>
                    </a:lnTo>
                    <a:lnTo>
                      <a:pt x="142" y="212"/>
                    </a:lnTo>
                    <a:lnTo>
                      <a:pt x="148" y="222"/>
                    </a:lnTo>
                    <a:lnTo>
                      <a:pt x="153" y="231"/>
                    </a:lnTo>
                    <a:lnTo>
                      <a:pt x="157" y="239"/>
                    </a:lnTo>
                    <a:lnTo>
                      <a:pt x="161" y="245"/>
                    </a:lnTo>
                    <a:lnTo>
                      <a:pt x="165" y="251"/>
                    </a:lnTo>
                    <a:lnTo>
                      <a:pt x="167" y="256"/>
                    </a:lnTo>
                    <a:lnTo>
                      <a:pt x="169" y="259"/>
                    </a:lnTo>
                    <a:lnTo>
                      <a:pt x="171" y="262"/>
                    </a:lnTo>
                    <a:lnTo>
                      <a:pt x="172" y="263"/>
                    </a:lnTo>
                    <a:lnTo>
                      <a:pt x="172" y="264"/>
                    </a:lnTo>
                    <a:lnTo>
                      <a:pt x="171" y="266"/>
                    </a:lnTo>
                    <a:lnTo>
                      <a:pt x="169" y="269"/>
                    </a:lnTo>
                    <a:lnTo>
                      <a:pt x="167" y="273"/>
                    </a:lnTo>
                    <a:lnTo>
                      <a:pt x="164" y="278"/>
                    </a:lnTo>
                    <a:lnTo>
                      <a:pt x="160" y="285"/>
                    </a:lnTo>
                    <a:lnTo>
                      <a:pt x="156" y="292"/>
                    </a:lnTo>
                    <a:lnTo>
                      <a:pt x="151" y="301"/>
                    </a:lnTo>
                    <a:lnTo>
                      <a:pt x="145" y="311"/>
                    </a:lnTo>
                    <a:lnTo>
                      <a:pt x="138" y="322"/>
                    </a:lnTo>
                    <a:lnTo>
                      <a:pt x="131" y="334"/>
                    </a:lnTo>
                    <a:lnTo>
                      <a:pt x="124" y="347"/>
                    </a:lnTo>
                    <a:lnTo>
                      <a:pt x="115" y="362"/>
                    </a:lnTo>
                    <a:lnTo>
                      <a:pt x="106" y="377"/>
                    </a:lnTo>
                    <a:lnTo>
                      <a:pt x="96" y="394"/>
                    </a:lnTo>
                    <a:lnTo>
                      <a:pt x="86" y="412"/>
                    </a:lnTo>
                    <a:lnTo>
                      <a:pt x="76" y="430"/>
                    </a:lnTo>
                    <a:lnTo>
                      <a:pt x="66" y="447"/>
                    </a:lnTo>
                    <a:lnTo>
                      <a:pt x="57" y="462"/>
                    </a:lnTo>
                    <a:lnTo>
                      <a:pt x="48" y="477"/>
                    </a:lnTo>
                    <a:lnTo>
                      <a:pt x="41" y="490"/>
                    </a:lnTo>
                    <a:lnTo>
                      <a:pt x="34" y="502"/>
                    </a:lnTo>
                    <a:lnTo>
                      <a:pt x="27" y="513"/>
                    </a:lnTo>
                    <a:lnTo>
                      <a:pt x="22" y="523"/>
                    </a:lnTo>
                    <a:lnTo>
                      <a:pt x="16" y="532"/>
                    </a:lnTo>
                    <a:lnTo>
                      <a:pt x="12" y="539"/>
                    </a:lnTo>
                    <a:lnTo>
                      <a:pt x="8" y="546"/>
                    </a:lnTo>
                    <a:lnTo>
                      <a:pt x="5" y="551"/>
                    </a:lnTo>
                    <a:lnTo>
                      <a:pt x="3" y="555"/>
                    </a:lnTo>
                    <a:lnTo>
                      <a:pt x="1" y="558"/>
                    </a:lnTo>
                    <a:lnTo>
                      <a:pt x="0" y="559"/>
                    </a:lnTo>
                    <a:lnTo>
                      <a:pt x="0" y="560"/>
                    </a:lnTo>
                    <a:lnTo>
                      <a:pt x="1" y="560"/>
                    </a:lnTo>
                    <a:lnTo>
                      <a:pt x="2" y="561"/>
                    </a:lnTo>
                    <a:lnTo>
                      <a:pt x="4" y="561"/>
                    </a:lnTo>
                    <a:lnTo>
                      <a:pt x="5" y="562"/>
                    </a:lnTo>
                    <a:lnTo>
                      <a:pt x="7" y="562"/>
                    </a:lnTo>
                    <a:lnTo>
                      <a:pt x="9" y="563"/>
                    </a:lnTo>
                    <a:lnTo>
                      <a:pt x="12" y="564"/>
                    </a:lnTo>
                    <a:lnTo>
                      <a:pt x="14" y="565"/>
                    </a:lnTo>
                    <a:lnTo>
                      <a:pt x="17" y="566"/>
                    </a:lnTo>
                    <a:lnTo>
                      <a:pt x="20" y="567"/>
                    </a:lnTo>
                    <a:lnTo>
                      <a:pt x="24" y="568"/>
                    </a:lnTo>
                    <a:lnTo>
                      <a:pt x="28" y="570"/>
                    </a:lnTo>
                    <a:lnTo>
                      <a:pt x="32" y="571"/>
                    </a:lnTo>
                    <a:lnTo>
                      <a:pt x="36" y="572"/>
                    </a:lnTo>
                    <a:lnTo>
                      <a:pt x="41" y="574"/>
                    </a:lnTo>
                    <a:lnTo>
                      <a:pt x="46" y="576"/>
                    </a:lnTo>
                    <a:lnTo>
                      <a:pt x="51" y="578"/>
                    </a:lnTo>
                    <a:lnTo>
                      <a:pt x="56" y="581"/>
                    </a:lnTo>
                    <a:lnTo>
                      <a:pt x="62" y="583"/>
                    </a:lnTo>
                    <a:lnTo>
                      <a:pt x="67" y="586"/>
                    </a:lnTo>
                    <a:lnTo>
                      <a:pt x="73" y="590"/>
                    </a:lnTo>
                    <a:lnTo>
                      <a:pt x="79" y="593"/>
                    </a:lnTo>
                    <a:lnTo>
                      <a:pt x="85" y="597"/>
                    </a:lnTo>
                    <a:lnTo>
                      <a:pt x="92" y="601"/>
                    </a:lnTo>
                    <a:lnTo>
                      <a:pt x="98" y="605"/>
                    </a:lnTo>
                    <a:lnTo>
                      <a:pt x="105" y="609"/>
                    </a:lnTo>
                    <a:lnTo>
                      <a:pt x="112" y="614"/>
                    </a:lnTo>
                    <a:lnTo>
                      <a:pt x="120" y="619"/>
                    </a:lnTo>
                    <a:lnTo>
                      <a:pt x="127" y="624"/>
                    </a:lnTo>
                    <a:lnTo>
                      <a:pt x="135" y="630"/>
                    </a:lnTo>
                    <a:lnTo>
                      <a:pt x="142" y="636"/>
                    </a:lnTo>
                    <a:lnTo>
                      <a:pt x="150" y="642"/>
                    </a:lnTo>
                    <a:lnTo>
                      <a:pt x="157" y="648"/>
                    </a:lnTo>
                    <a:lnTo>
                      <a:pt x="165" y="654"/>
                    </a:lnTo>
                    <a:lnTo>
                      <a:pt x="172" y="661"/>
                    </a:lnTo>
                    <a:lnTo>
                      <a:pt x="179" y="668"/>
                    </a:lnTo>
                    <a:lnTo>
                      <a:pt x="186" y="676"/>
                    </a:lnTo>
                    <a:lnTo>
                      <a:pt x="193" y="683"/>
                    </a:lnTo>
                    <a:lnTo>
                      <a:pt x="199" y="691"/>
                    </a:lnTo>
                    <a:lnTo>
                      <a:pt x="206" y="699"/>
                    </a:lnTo>
                    <a:lnTo>
                      <a:pt x="212" y="708"/>
                    </a:lnTo>
                    <a:lnTo>
                      <a:pt x="219" y="717"/>
                    </a:lnTo>
                    <a:lnTo>
                      <a:pt x="225" y="725"/>
                    </a:lnTo>
                    <a:lnTo>
                      <a:pt x="231" y="735"/>
                    </a:lnTo>
                    <a:lnTo>
                      <a:pt x="237" y="744"/>
                    </a:lnTo>
                    <a:lnTo>
                      <a:pt x="243" y="754"/>
                    </a:lnTo>
                    <a:lnTo>
                      <a:pt x="248" y="764"/>
                    </a:lnTo>
                    <a:lnTo>
                      <a:pt x="254" y="774"/>
                    </a:lnTo>
                    <a:lnTo>
                      <a:pt x="259" y="783"/>
                    </a:lnTo>
                    <a:lnTo>
                      <a:pt x="263" y="793"/>
                    </a:lnTo>
                    <a:lnTo>
                      <a:pt x="267" y="802"/>
                    </a:lnTo>
                    <a:lnTo>
                      <a:pt x="271" y="812"/>
                    </a:lnTo>
                    <a:lnTo>
                      <a:pt x="275" y="821"/>
                    </a:lnTo>
                    <a:lnTo>
                      <a:pt x="279" y="830"/>
                    </a:lnTo>
                    <a:lnTo>
                      <a:pt x="282" y="839"/>
                    </a:lnTo>
                    <a:lnTo>
                      <a:pt x="284" y="848"/>
                    </a:lnTo>
                    <a:lnTo>
                      <a:pt x="287" y="857"/>
                    </a:lnTo>
                    <a:lnTo>
                      <a:pt x="289" y="866"/>
                    </a:lnTo>
                    <a:lnTo>
                      <a:pt x="291" y="875"/>
                    </a:lnTo>
                    <a:lnTo>
                      <a:pt x="292" y="883"/>
                    </a:lnTo>
                    <a:lnTo>
                      <a:pt x="293" y="892"/>
                    </a:lnTo>
                    <a:lnTo>
                      <a:pt x="294" y="900"/>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sp>
            <p:nvSpPr>
              <p:cNvPr id="76" name="Freeform 18"/>
              <p:cNvSpPr>
                <a:spLocks/>
              </p:cNvSpPr>
              <p:nvPr/>
            </p:nvSpPr>
            <p:spPr bwMode="gray">
              <a:xfrm>
                <a:off x="1092" y="3395"/>
                <a:ext cx="605" cy="482"/>
              </a:xfrm>
              <a:custGeom>
                <a:avLst/>
                <a:gdLst/>
                <a:ahLst/>
                <a:cxnLst>
                  <a:cxn ang="0">
                    <a:pos x="262" y="298"/>
                  </a:cxn>
                  <a:cxn ang="0">
                    <a:pos x="241" y="300"/>
                  </a:cxn>
                  <a:cxn ang="0">
                    <a:pos x="239" y="296"/>
                  </a:cxn>
                  <a:cxn ang="0">
                    <a:pos x="239" y="268"/>
                  </a:cxn>
                  <a:cxn ang="0">
                    <a:pos x="239" y="216"/>
                  </a:cxn>
                  <a:cxn ang="0">
                    <a:pos x="239" y="177"/>
                  </a:cxn>
                  <a:cxn ang="0">
                    <a:pos x="239" y="164"/>
                  </a:cxn>
                  <a:cxn ang="0">
                    <a:pos x="216" y="204"/>
                  </a:cxn>
                  <a:cxn ang="0">
                    <a:pos x="148" y="322"/>
                  </a:cxn>
                  <a:cxn ang="0">
                    <a:pos x="57" y="480"/>
                  </a:cxn>
                  <a:cxn ang="0">
                    <a:pos x="8" y="564"/>
                  </a:cxn>
                  <a:cxn ang="0">
                    <a:pos x="4" y="584"/>
                  </a:cxn>
                  <a:cxn ang="0">
                    <a:pos x="47" y="658"/>
                  </a:cxn>
                  <a:cxn ang="0">
                    <a:pos x="134" y="809"/>
                  </a:cxn>
                  <a:cxn ang="0">
                    <a:pos x="209" y="938"/>
                  </a:cxn>
                  <a:cxn ang="0">
                    <a:pos x="239" y="989"/>
                  </a:cxn>
                  <a:cxn ang="0">
                    <a:pos x="239" y="980"/>
                  </a:cxn>
                  <a:cxn ang="0">
                    <a:pos x="239" y="944"/>
                  </a:cxn>
                  <a:cxn ang="0">
                    <a:pos x="239" y="890"/>
                  </a:cxn>
                  <a:cxn ang="0">
                    <a:pos x="239" y="857"/>
                  </a:cxn>
                  <a:cxn ang="0">
                    <a:pos x="241" y="850"/>
                  </a:cxn>
                  <a:cxn ang="0">
                    <a:pos x="270" y="849"/>
                  </a:cxn>
                  <a:cxn ang="0">
                    <a:pos x="335" y="846"/>
                  </a:cxn>
                  <a:cxn ang="0">
                    <a:pos x="429" y="832"/>
                  </a:cxn>
                  <a:cxn ang="0">
                    <a:pos x="542" y="801"/>
                  </a:cxn>
                  <a:cxn ang="0">
                    <a:pos x="664" y="753"/>
                  </a:cxn>
                  <a:cxn ang="0">
                    <a:pos x="772" y="694"/>
                  </a:cxn>
                  <a:cxn ang="0">
                    <a:pos x="865" y="625"/>
                  </a:cxn>
                  <a:cxn ang="0">
                    <a:pos x="946" y="549"/>
                  </a:cxn>
                  <a:cxn ang="0">
                    <a:pos x="1017" y="468"/>
                  </a:cxn>
                  <a:cxn ang="0">
                    <a:pos x="1077" y="380"/>
                  </a:cxn>
                  <a:cxn ang="0">
                    <a:pos x="1126" y="285"/>
                  </a:cxn>
                  <a:cxn ang="0">
                    <a:pos x="1164" y="192"/>
                  </a:cxn>
                  <a:cxn ang="0">
                    <a:pos x="1188" y="115"/>
                  </a:cxn>
                  <a:cxn ang="0">
                    <a:pos x="1199" y="58"/>
                  </a:cxn>
                  <a:cxn ang="0">
                    <a:pos x="1205" y="26"/>
                  </a:cxn>
                  <a:cxn ang="0">
                    <a:pos x="1204" y="20"/>
                  </a:cxn>
                  <a:cxn ang="0">
                    <a:pos x="1164" y="43"/>
                  </a:cxn>
                  <a:cxn ang="0">
                    <a:pos x="1074" y="96"/>
                  </a:cxn>
                  <a:cxn ang="0">
                    <a:pos x="984" y="148"/>
                  </a:cxn>
                  <a:cxn ang="0">
                    <a:pos x="944" y="171"/>
                  </a:cxn>
                  <a:cxn ang="0">
                    <a:pos x="928" y="164"/>
                  </a:cxn>
                  <a:cxn ang="0">
                    <a:pos x="859" y="124"/>
                  </a:cxn>
                  <a:cxn ang="0">
                    <a:pos x="744" y="57"/>
                  </a:cxn>
                  <a:cxn ang="0">
                    <a:pos x="667" y="12"/>
                  </a:cxn>
                  <a:cxn ang="0">
                    <a:pos x="646" y="0"/>
                  </a:cxn>
                  <a:cxn ang="0">
                    <a:pos x="641" y="13"/>
                  </a:cxn>
                  <a:cxn ang="0">
                    <a:pos x="629" y="46"/>
                  </a:cxn>
                  <a:cxn ang="0">
                    <a:pos x="608" y="92"/>
                  </a:cxn>
                  <a:cxn ang="0">
                    <a:pos x="574" y="140"/>
                  </a:cxn>
                  <a:cxn ang="0">
                    <a:pos x="529" y="187"/>
                  </a:cxn>
                  <a:cxn ang="0">
                    <a:pos x="474" y="228"/>
                  </a:cxn>
                  <a:cxn ang="0">
                    <a:pos x="412" y="262"/>
                  </a:cxn>
                  <a:cxn ang="0">
                    <a:pos x="351" y="285"/>
                  </a:cxn>
                  <a:cxn ang="0">
                    <a:pos x="297" y="295"/>
                  </a:cxn>
                </a:cxnLst>
                <a:rect l="0" t="0" r="r" b="b"/>
                <a:pathLst>
                  <a:path w="1207" h="991">
                    <a:moveTo>
                      <a:pt x="297" y="295"/>
                    </a:moveTo>
                    <a:lnTo>
                      <a:pt x="290" y="296"/>
                    </a:lnTo>
                    <a:lnTo>
                      <a:pt x="284" y="296"/>
                    </a:lnTo>
                    <a:lnTo>
                      <a:pt x="277" y="297"/>
                    </a:lnTo>
                    <a:lnTo>
                      <a:pt x="272" y="297"/>
                    </a:lnTo>
                    <a:lnTo>
                      <a:pt x="267" y="298"/>
                    </a:lnTo>
                    <a:lnTo>
                      <a:pt x="262" y="298"/>
                    </a:lnTo>
                    <a:lnTo>
                      <a:pt x="257" y="299"/>
                    </a:lnTo>
                    <a:lnTo>
                      <a:pt x="254" y="299"/>
                    </a:lnTo>
                    <a:lnTo>
                      <a:pt x="250" y="299"/>
                    </a:lnTo>
                    <a:lnTo>
                      <a:pt x="247" y="299"/>
                    </a:lnTo>
                    <a:lnTo>
                      <a:pt x="245" y="300"/>
                    </a:lnTo>
                    <a:lnTo>
                      <a:pt x="243" y="300"/>
                    </a:lnTo>
                    <a:lnTo>
                      <a:pt x="241" y="300"/>
                    </a:lnTo>
                    <a:lnTo>
                      <a:pt x="240" y="300"/>
                    </a:lnTo>
                    <a:lnTo>
                      <a:pt x="239" y="300"/>
                    </a:lnTo>
                    <a:lnTo>
                      <a:pt x="239" y="299"/>
                    </a:lnTo>
                    <a:lnTo>
                      <a:pt x="239" y="298"/>
                    </a:lnTo>
                    <a:lnTo>
                      <a:pt x="239" y="296"/>
                    </a:lnTo>
                    <a:lnTo>
                      <a:pt x="239" y="294"/>
                    </a:lnTo>
                    <a:lnTo>
                      <a:pt x="239" y="291"/>
                    </a:lnTo>
                    <a:lnTo>
                      <a:pt x="239" y="287"/>
                    </a:lnTo>
                    <a:lnTo>
                      <a:pt x="239" y="283"/>
                    </a:lnTo>
                    <a:lnTo>
                      <a:pt x="239" y="279"/>
                    </a:lnTo>
                    <a:lnTo>
                      <a:pt x="239" y="274"/>
                    </a:lnTo>
                    <a:lnTo>
                      <a:pt x="239" y="268"/>
                    </a:lnTo>
                    <a:lnTo>
                      <a:pt x="239" y="262"/>
                    </a:lnTo>
                    <a:lnTo>
                      <a:pt x="239" y="255"/>
                    </a:lnTo>
                    <a:lnTo>
                      <a:pt x="239" y="248"/>
                    </a:lnTo>
                    <a:lnTo>
                      <a:pt x="239" y="241"/>
                    </a:lnTo>
                    <a:lnTo>
                      <a:pt x="239" y="232"/>
                    </a:lnTo>
                    <a:lnTo>
                      <a:pt x="239" y="224"/>
                    </a:lnTo>
                    <a:lnTo>
                      <a:pt x="239" y="216"/>
                    </a:lnTo>
                    <a:lnTo>
                      <a:pt x="239" y="209"/>
                    </a:lnTo>
                    <a:lnTo>
                      <a:pt x="239" y="203"/>
                    </a:lnTo>
                    <a:lnTo>
                      <a:pt x="239" y="197"/>
                    </a:lnTo>
                    <a:lnTo>
                      <a:pt x="239" y="191"/>
                    </a:lnTo>
                    <a:lnTo>
                      <a:pt x="239" y="186"/>
                    </a:lnTo>
                    <a:lnTo>
                      <a:pt x="239" y="181"/>
                    </a:lnTo>
                    <a:lnTo>
                      <a:pt x="239" y="177"/>
                    </a:lnTo>
                    <a:lnTo>
                      <a:pt x="239" y="174"/>
                    </a:lnTo>
                    <a:lnTo>
                      <a:pt x="239" y="171"/>
                    </a:lnTo>
                    <a:lnTo>
                      <a:pt x="239" y="169"/>
                    </a:lnTo>
                    <a:lnTo>
                      <a:pt x="239" y="167"/>
                    </a:lnTo>
                    <a:lnTo>
                      <a:pt x="239" y="166"/>
                    </a:lnTo>
                    <a:lnTo>
                      <a:pt x="239" y="165"/>
                    </a:lnTo>
                    <a:lnTo>
                      <a:pt x="239" y="164"/>
                    </a:lnTo>
                    <a:lnTo>
                      <a:pt x="239" y="165"/>
                    </a:lnTo>
                    <a:lnTo>
                      <a:pt x="237" y="168"/>
                    </a:lnTo>
                    <a:lnTo>
                      <a:pt x="235" y="172"/>
                    </a:lnTo>
                    <a:lnTo>
                      <a:pt x="232" y="177"/>
                    </a:lnTo>
                    <a:lnTo>
                      <a:pt x="227" y="185"/>
                    </a:lnTo>
                    <a:lnTo>
                      <a:pt x="222" y="193"/>
                    </a:lnTo>
                    <a:lnTo>
                      <a:pt x="216" y="204"/>
                    </a:lnTo>
                    <a:lnTo>
                      <a:pt x="209" y="216"/>
                    </a:lnTo>
                    <a:lnTo>
                      <a:pt x="201" y="230"/>
                    </a:lnTo>
                    <a:lnTo>
                      <a:pt x="192" y="245"/>
                    </a:lnTo>
                    <a:lnTo>
                      <a:pt x="183" y="262"/>
                    </a:lnTo>
                    <a:lnTo>
                      <a:pt x="172" y="281"/>
                    </a:lnTo>
                    <a:lnTo>
                      <a:pt x="160" y="301"/>
                    </a:lnTo>
                    <a:lnTo>
                      <a:pt x="148" y="322"/>
                    </a:lnTo>
                    <a:lnTo>
                      <a:pt x="134" y="346"/>
                    </a:lnTo>
                    <a:lnTo>
                      <a:pt x="120" y="371"/>
                    </a:lnTo>
                    <a:lnTo>
                      <a:pt x="105" y="396"/>
                    </a:lnTo>
                    <a:lnTo>
                      <a:pt x="92" y="419"/>
                    </a:lnTo>
                    <a:lnTo>
                      <a:pt x="79" y="441"/>
                    </a:lnTo>
                    <a:lnTo>
                      <a:pt x="67" y="461"/>
                    </a:lnTo>
                    <a:lnTo>
                      <a:pt x="57" y="480"/>
                    </a:lnTo>
                    <a:lnTo>
                      <a:pt x="47" y="497"/>
                    </a:lnTo>
                    <a:lnTo>
                      <a:pt x="38" y="512"/>
                    </a:lnTo>
                    <a:lnTo>
                      <a:pt x="30" y="526"/>
                    </a:lnTo>
                    <a:lnTo>
                      <a:pt x="23" y="538"/>
                    </a:lnTo>
                    <a:lnTo>
                      <a:pt x="17" y="548"/>
                    </a:lnTo>
                    <a:lnTo>
                      <a:pt x="12" y="557"/>
                    </a:lnTo>
                    <a:lnTo>
                      <a:pt x="8" y="564"/>
                    </a:lnTo>
                    <a:lnTo>
                      <a:pt x="4" y="570"/>
                    </a:lnTo>
                    <a:lnTo>
                      <a:pt x="2" y="574"/>
                    </a:lnTo>
                    <a:lnTo>
                      <a:pt x="1" y="576"/>
                    </a:lnTo>
                    <a:lnTo>
                      <a:pt x="0" y="577"/>
                    </a:lnTo>
                    <a:lnTo>
                      <a:pt x="1" y="578"/>
                    </a:lnTo>
                    <a:lnTo>
                      <a:pt x="2" y="580"/>
                    </a:lnTo>
                    <a:lnTo>
                      <a:pt x="4" y="584"/>
                    </a:lnTo>
                    <a:lnTo>
                      <a:pt x="8" y="590"/>
                    </a:lnTo>
                    <a:lnTo>
                      <a:pt x="12" y="597"/>
                    </a:lnTo>
                    <a:lnTo>
                      <a:pt x="17" y="606"/>
                    </a:lnTo>
                    <a:lnTo>
                      <a:pt x="23" y="617"/>
                    </a:lnTo>
                    <a:lnTo>
                      <a:pt x="30" y="629"/>
                    </a:lnTo>
                    <a:lnTo>
                      <a:pt x="38" y="643"/>
                    </a:lnTo>
                    <a:lnTo>
                      <a:pt x="47" y="658"/>
                    </a:lnTo>
                    <a:lnTo>
                      <a:pt x="57" y="675"/>
                    </a:lnTo>
                    <a:lnTo>
                      <a:pt x="67" y="693"/>
                    </a:lnTo>
                    <a:lnTo>
                      <a:pt x="79" y="713"/>
                    </a:lnTo>
                    <a:lnTo>
                      <a:pt x="92" y="735"/>
                    </a:lnTo>
                    <a:lnTo>
                      <a:pt x="105" y="759"/>
                    </a:lnTo>
                    <a:lnTo>
                      <a:pt x="120" y="784"/>
                    </a:lnTo>
                    <a:lnTo>
                      <a:pt x="134" y="809"/>
                    </a:lnTo>
                    <a:lnTo>
                      <a:pt x="148" y="832"/>
                    </a:lnTo>
                    <a:lnTo>
                      <a:pt x="160" y="854"/>
                    </a:lnTo>
                    <a:lnTo>
                      <a:pt x="172" y="874"/>
                    </a:lnTo>
                    <a:lnTo>
                      <a:pt x="183" y="892"/>
                    </a:lnTo>
                    <a:lnTo>
                      <a:pt x="192" y="909"/>
                    </a:lnTo>
                    <a:lnTo>
                      <a:pt x="201" y="925"/>
                    </a:lnTo>
                    <a:lnTo>
                      <a:pt x="209" y="938"/>
                    </a:lnTo>
                    <a:lnTo>
                      <a:pt x="216" y="950"/>
                    </a:lnTo>
                    <a:lnTo>
                      <a:pt x="222" y="961"/>
                    </a:lnTo>
                    <a:lnTo>
                      <a:pt x="227" y="970"/>
                    </a:lnTo>
                    <a:lnTo>
                      <a:pt x="232" y="977"/>
                    </a:lnTo>
                    <a:lnTo>
                      <a:pt x="235" y="983"/>
                    </a:lnTo>
                    <a:lnTo>
                      <a:pt x="237" y="987"/>
                    </a:lnTo>
                    <a:lnTo>
                      <a:pt x="239" y="989"/>
                    </a:lnTo>
                    <a:lnTo>
                      <a:pt x="239" y="990"/>
                    </a:lnTo>
                    <a:lnTo>
                      <a:pt x="239" y="989"/>
                    </a:lnTo>
                    <a:lnTo>
                      <a:pt x="239" y="988"/>
                    </a:lnTo>
                    <a:lnTo>
                      <a:pt x="239" y="986"/>
                    </a:lnTo>
                    <a:lnTo>
                      <a:pt x="239" y="983"/>
                    </a:lnTo>
                    <a:lnTo>
                      <a:pt x="239" y="980"/>
                    </a:lnTo>
                    <a:lnTo>
                      <a:pt x="239" y="977"/>
                    </a:lnTo>
                    <a:lnTo>
                      <a:pt x="239" y="973"/>
                    </a:lnTo>
                    <a:lnTo>
                      <a:pt x="239" y="968"/>
                    </a:lnTo>
                    <a:lnTo>
                      <a:pt x="239" y="963"/>
                    </a:lnTo>
                    <a:lnTo>
                      <a:pt x="239" y="957"/>
                    </a:lnTo>
                    <a:lnTo>
                      <a:pt x="239" y="951"/>
                    </a:lnTo>
                    <a:lnTo>
                      <a:pt x="239" y="944"/>
                    </a:lnTo>
                    <a:lnTo>
                      <a:pt x="239" y="937"/>
                    </a:lnTo>
                    <a:lnTo>
                      <a:pt x="239" y="929"/>
                    </a:lnTo>
                    <a:lnTo>
                      <a:pt x="239" y="920"/>
                    </a:lnTo>
                    <a:lnTo>
                      <a:pt x="239" y="912"/>
                    </a:lnTo>
                    <a:lnTo>
                      <a:pt x="239" y="904"/>
                    </a:lnTo>
                    <a:lnTo>
                      <a:pt x="239" y="897"/>
                    </a:lnTo>
                    <a:lnTo>
                      <a:pt x="239" y="890"/>
                    </a:lnTo>
                    <a:lnTo>
                      <a:pt x="239" y="883"/>
                    </a:lnTo>
                    <a:lnTo>
                      <a:pt x="239" y="878"/>
                    </a:lnTo>
                    <a:lnTo>
                      <a:pt x="239" y="873"/>
                    </a:lnTo>
                    <a:lnTo>
                      <a:pt x="239" y="868"/>
                    </a:lnTo>
                    <a:lnTo>
                      <a:pt x="239" y="864"/>
                    </a:lnTo>
                    <a:lnTo>
                      <a:pt x="239" y="860"/>
                    </a:lnTo>
                    <a:lnTo>
                      <a:pt x="239" y="857"/>
                    </a:lnTo>
                    <a:lnTo>
                      <a:pt x="239" y="855"/>
                    </a:lnTo>
                    <a:lnTo>
                      <a:pt x="239" y="853"/>
                    </a:lnTo>
                    <a:lnTo>
                      <a:pt x="239" y="852"/>
                    </a:lnTo>
                    <a:lnTo>
                      <a:pt x="239" y="851"/>
                    </a:lnTo>
                    <a:lnTo>
                      <a:pt x="239" y="850"/>
                    </a:lnTo>
                    <a:lnTo>
                      <a:pt x="241" y="850"/>
                    </a:lnTo>
                    <a:lnTo>
                      <a:pt x="242" y="850"/>
                    </a:lnTo>
                    <a:lnTo>
                      <a:pt x="245" y="850"/>
                    </a:lnTo>
                    <a:lnTo>
                      <a:pt x="248" y="850"/>
                    </a:lnTo>
                    <a:lnTo>
                      <a:pt x="253" y="850"/>
                    </a:lnTo>
                    <a:lnTo>
                      <a:pt x="257" y="850"/>
                    </a:lnTo>
                    <a:lnTo>
                      <a:pt x="263" y="849"/>
                    </a:lnTo>
                    <a:lnTo>
                      <a:pt x="270" y="849"/>
                    </a:lnTo>
                    <a:lnTo>
                      <a:pt x="277" y="849"/>
                    </a:lnTo>
                    <a:lnTo>
                      <a:pt x="285" y="848"/>
                    </a:lnTo>
                    <a:lnTo>
                      <a:pt x="293" y="848"/>
                    </a:lnTo>
                    <a:lnTo>
                      <a:pt x="303" y="847"/>
                    </a:lnTo>
                    <a:lnTo>
                      <a:pt x="313" y="847"/>
                    </a:lnTo>
                    <a:lnTo>
                      <a:pt x="324" y="846"/>
                    </a:lnTo>
                    <a:lnTo>
                      <a:pt x="335" y="846"/>
                    </a:lnTo>
                    <a:lnTo>
                      <a:pt x="348" y="845"/>
                    </a:lnTo>
                    <a:lnTo>
                      <a:pt x="360" y="844"/>
                    </a:lnTo>
                    <a:lnTo>
                      <a:pt x="373" y="842"/>
                    </a:lnTo>
                    <a:lnTo>
                      <a:pt x="387" y="840"/>
                    </a:lnTo>
                    <a:lnTo>
                      <a:pt x="401" y="838"/>
                    </a:lnTo>
                    <a:lnTo>
                      <a:pt x="415" y="835"/>
                    </a:lnTo>
                    <a:lnTo>
                      <a:pt x="429" y="832"/>
                    </a:lnTo>
                    <a:lnTo>
                      <a:pt x="444" y="829"/>
                    </a:lnTo>
                    <a:lnTo>
                      <a:pt x="459" y="825"/>
                    </a:lnTo>
                    <a:lnTo>
                      <a:pt x="475" y="821"/>
                    </a:lnTo>
                    <a:lnTo>
                      <a:pt x="491" y="817"/>
                    </a:lnTo>
                    <a:lnTo>
                      <a:pt x="508" y="812"/>
                    </a:lnTo>
                    <a:lnTo>
                      <a:pt x="524" y="806"/>
                    </a:lnTo>
                    <a:lnTo>
                      <a:pt x="542" y="801"/>
                    </a:lnTo>
                    <a:lnTo>
                      <a:pt x="559" y="795"/>
                    </a:lnTo>
                    <a:lnTo>
                      <a:pt x="577" y="788"/>
                    </a:lnTo>
                    <a:lnTo>
                      <a:pt x="595" y="782"/>
                    </a:lnTo>
                    <a:lnTo>
                      <a:pt x="613" y="775"/>
                    </a:lnTo>
                    <a:lnTo>
                      <a:pt x="630" y="768"/>
                    </a:lnTo>
                    <a:lnTo>
                      <a:pt x="647" y="760"/>
                    </a:lnTo>
                    <a:lnTo>
                      <a:pt x="664" y="753"/>
                    </a:lnTo>
                    <a:lnTo>
                      <a:pt x="680" y="745"/>
                    </a:lnTo>
                    <a:lnTo>
                      <a:pt x="696" y="737"/>
                    </a:lnTo>
                    <a:lnTo>
                      <a:pt x="712" y="729"/>
                    </a:lnTo>
                    <a:lnTo>
                      <a:pt x="728" y="721"/>
                    </a:lnTo>
                    <a:lnTo>
                      <a:pt x="743" y="712"/>
                    </a:lnTo>
                    <a:lnTo>
                      <a:pt x="758" y="703"/>
                    </a:lnTo>
                    <a:lnTo>
                      <a:pt x="772" y="694"/>
                    </a:lnTo>
                    <a:lnTo>
                      <a:pt x="786" y="685"/>
                    </a:lnTo>
                    <a:lnTo>
                      <a:pt x="800" y="675"/>
                    </a:lnTo>
                    <a:lnTo>
                      <a:pt x="813" y="666"/>
                    </a:lnTo>
                    <a:lnTo>
                      <a:pt x="827" y="656"/>
                    </a:lnTo>
                    <a:lnTo>
                      <a:pt x="840" y="645"/>
                    </a:lnTo>
                    <a:lnTo>
                      <a:pt x="852" y="635"/>
                    </a:lnTo>
                    <a:lnTo>
                      <a:pt x="865" y="625"/>
                    </a:lnTo>
                    <a:lnTo>
                      <a:pt x="877" y="614"/>
                    </a:lnTo>
                    <a:lnTo>
                      <a:pt x="889" y="604"/>
                    </a:lnTo>
                    <a:lnTo>
                      <a:pt x="901" y="593"/>
                    </a:lnTo>
                    <a:lnTo>
                      <a:pt x="912" y="582"/>
                    </a:lnTo>
                    <a:lnTo>
                      <a:pt x="924" y="571"/>
                    </a:lnTo>
                    <a:lnTo>
                      <a:pt x="935" y="560"/>
                    </a:lnTo>
                    <a:lnTo>
                      <a:pt x="946" y="549"/>
                    </a:lnTo>
                    <a:lnTo>
                      <a:pt x="957" y="538"/>
                    </a:lnTo>
                    <a:lnTo>
                      <a:pt x="967" y="527"/>
                    </a:lnTo>
                    <a:lnTo>
                      <a:pt x="978" y="515"/>
                    </a:lnTo>
                    <a:lnTo>
                      <a:pt x="988" y="503"/>
                    </a:lnTo>
                    <a:lnTo>
                      <a:pt x="998" y="492"/>
                    </a:lnTo>
                    <a:lnTo>
                      <a:pt x="1007" y="480"/>
                    </a:lnTo>
                    <a:lnTo>
                      <a:pt x="1017" y="468"/>
                    </a:lnTo>
                    <a:lnTo>
                      <a:pt x="1026" y="456"/>
                    </a:lnTo>
                    <a:lnTo>
                      <a:pt x="1035" y="443"/>
                    </a:lnTo>
                    <a:lnTo>
                      <a:pt x="1044" y="431"/>
                    </a:lnTo>
                    <a:lnTo>
                      <a:pt x="1052" y="418"/>
                    </a:lnTo>
                    <a:lnTo>
                      <a:pt x="1061" y="406"/>
                    </a:lnTo>
                    <a:lnTo>
                      <a:pt x="1069" y="393"/>
                    </a:lnTo>
                    <a:lnTo>
                      <a:pt x="1077" y="380"/>
                    </a:lnTo>
                    <a:lnTo>
                      <a:pt x="1084" y="367"/>
                    </a:lnTo>
                    <a:lnTo>
                      <a:pt x="1092" y="353"/>
                    </a:lnTo>
                    <a:lnTo>
                      <a:pt x="1099" y="340"/>
                    </a:lnTo>
                    <a:lnTo>
                      <a:pt x="1106" y="326"/>
                    </a:lnTo>
                    <a:lnTo>
                      <a:pt x="1113" y="313"/>
                    </a:lnTo>
                    <a:lnTo>
                      <a:pt x="1120" y="299"/>
                    </a:lnTo>
                    <a:lnTo>
                      <a:pt x="1126" y="285"/>
                    </a:lnTo>
                    <a:lnTo>
                      <a:pt x="1132" y="271"/>
                    </a:lnTo>
                    <a:lnTo>
                      <a:pt x="1138" y="256"/>
                    </a:lnTo>
                    <a:lnTo>
                      <a:pt x="1144" y="243"/>
                    </a:lnTo>
                    <a:lnTo>
                      <a:pt x="1149" y="229"/>
                    </a:lnTo>
                    <a:lnTo>
                      <a:pt x="1154" y="216"/>
                    </a:lnTo>
                    <a:lnTo>
                      <a:pt x="1159" y="204"/>
                    </a:lnTo>
                    <a:lnTo>
                      <a:pt x="1164" y="192"/>
                    </a:lnTo>
                    <a:lnTo>
                      <a:pt x="1168" y="180"/>
                    </a:lnTo>
                    <a:lnTo>
                      <a:pt x="1172" y="168"/>
                    </a:lnTo>
                    <a:lnTo>
                      <a:pt x="1176" y="157"/>
                    </a:lnTo>
                    <a:lnTo>
                      <a:pt x="1179" y="146"/>
                    </a:lnTo>
                    <a:lnTo>
                      <a:pt x="1182" y="135"/>
                    </a:lnTo>
                    <a:lnTo>
                      <a:pt x="1185" y="125"/>
                    </a:lnTo>
                    <a:lnTo>
                      <a:pt x="1188" y="115"/>
                    </a:lnTo>
                    <a:lnTo>
                      <a:pt x="1190" y="106"/>
                    </a:lnTo>
                    <a:lnTo>
                      <a:pt x="1192" y="97"/>
                    </a:lnTo>
                    <a:lnTo>
                      <a:pt x="1194" y="88"/>
                    </a:lnTo>
                    <a:lnTo>
                      <a:pt x="1195" y="80"/>
                    </a:lnTo>
                    <a:lnTo>
                      <a:pt x="1196" y="72"/>
                    </a:lnTo>
                    <a:lnTo>
                      <a:pt x="1198" y="65"/>
                    </a:lnTo>
                    <a:lnTo>
                      <a:pt x="1199" y="58"/>
                    </a:lnTo>
                    <a:lnTo>
                      <a:pt x="1200" y="52"/>
                    </a:lnTo>
                    <a:lnTo>
                      <a:pt x="1201" y="46"/>
                    </a:lnTo>
                    <a:lnTo>
                      <a:pt x="1202" y="41"/>
                    </a:lnTo>
                    <a:lnTo>
                      <a:pt x="1203" y="36"/>
                    </a:lnTo>
                    <a:lnTo>
                      <a:pt x="1204" y="32"/>
                    </a:lnTo>
                    <a:lnTo>
                      <a:pt x="1204" y="29"/>
                    </a:lnTo>
                    <a:lnTo>
                      <a:pt x="1205" y="26"/>
                    </a:lnTo>
                    <a:lnTo>
                      <a:pt x="1205" y="24"/>
                    </a:lnTo>
                    <a:lnTo>
                      <a:pt x="1206" y="22"/>
                    </a:lnTo>
                    <a:lnTo>
                      <a:pt x="1206" y="20"/>
                    </a:lnTo>
                    <a:lnTo>
                      <a:pt x="1206" y="19"/>
                    </a:lnTo>
                    <a:lnTo>
                      <a:pt x="1205" y="20"/>
                    </a:lnTo>
                    <a:lnTo>
                      <a:pt x="1204" y="20"/>
                    </a:lnTo>
                    <a:lnTo>
                      <a:pt x="1201" y="22"/>
                    </a:lnTo>
                    <a:lnTo>
                      <a:pt x="1198" y="24"/>
                    </a:lnTo>
                    <a:lnTo>
                      <a:pt x="1193" y="27"/>
                    </a:lnTo>
                    <a:lnTo>
                      <a:pt x="1187" y="30"/>
                    </a:lnTo>
                    <a:lnTo>
                      <a:pt x="1181" y="34"/>
                    </a:lnTo>
                    <a:lnTo>
                      <a:pt x="1173" y="38"/>
                    </a:lnTo>
                    <a:lnTo>
                      <a:pt x="1164" y="43"/>
                    </a:lnTo>
                    <a:lnTo>
                      <a:pt x="1154" y="49"/>
                    </a:lnTo>
                    <a:lnTo>
                      <a:pt x="1144" y="55"/>
                    </a:lnTo>
                    <a:lnTo>
                      <a:pt x="1132" y="62"/>
                    </a:lnTo>
                    <a:lnTo>
                      <a:pt x="1119" y="70"/>
                    </a:lnTo>
                    <a:lnTo>
                      <a:pt x="1105" y="78"/>
                    </a:lnTo>
                    <a:lnTo>
                      <a:pt x="1090" y="86"/>
                    </a:lnTo>
                    <a:lnTo>
                      <a:pt x="1074" y="96"/>
                    </a:lnTo>
                    <a:lnTo>
                      <a:pt x="1058" y="105"/>
                    </a:lnTo>
                    <a:lnTo>
                      <a:pt x="1043" y="114"/>
                    </a:lnTo>
                    <a:lnTo>
                      <a:pt x="1029" y="122"/>
                    </a:lnTo>
                    <a:lnTo>
                      <a:pt x="1016" y="129"/>
                    </a:lnTo>
                    <a:lnTo>
                      <a:pt x="1005" y="136"/>
                    </a:lnTo>
                    <a:lnTo>
                      <a:pt x="994" y="142"/>
                    </a:lnTo>
                    <a:lnTo>
                      <a:pt x="984" y="148"/>
                    </a:lnTo>
                    <a:lnTo>
                      <a:pt x="975" y="153"/>
                    </a:lnTo>
                    <a:lnTo>
                      <a:pt x="967" y="157"/>
                    </a:lnTo>
                    <a:lnTo>
                      <a:pt x="961" y="161"/>
                    </a:lnTo>
                    <a:lnTo>
                      <a:pt x="955" y="165"/>
                    </a:lnTo>
                    <a:lnTo>
                      <a:pt x="950" y="167"/>
                    </a:lnTo>
                    <a:lnTo>
                      <a:pt x="947" y="169"/>
                    </a:lnTo>
                    <a:lnTo>
                      <a:pt x="944" y="171"/>
                    </a:lnTo>
                    <a:lnTo>
                      <a:pt x="943" y="172"/>
                    </a:lnTo>
                    <a:lnTo>
                      <a:pt x="942" y="172"/>
                    </a:lnTo>
                    <a:lnTo>
                      <a:pt x="940" y="171"/>
                    </a:lnTo>
                    <a:lnTo>
                      <a:pt x="937" y="169"/>
                    </a:lnTo>
                    <a:lnTo>
                      <a:pt x="933" y="167"/>
                    </a:lnTo>
                    <a:lnTo>
                      <a:pt x="928" y="164"/>
                    </a:lnTo>
                    <a:lnTo>
                      <a:pt x="921" y="160"/>
                    </a:lnTo>
                    <a:lnTo>
                      <a:pt x="914" y="156"/>
                    </a:lnTo>
                    <a:lnTo>
                      <a:pt x="905" y="151"/>
                    </a:lnTo>
                    <a:lnTo>
                      <a:pt x="895" y="145"/>
                    </a:lnTo>
                    <a:lnTo>
                      <a:pt x="884" y="139"/>
                    </a:lnTo>
                    <a:lnTo>
                      <a:pt x="872" y="131"/>
                    </a:lnTo>
                    <a:lnTo>
                      <a:pt x="859" y="124"/>
                    </a:lnTo>
                    <a:lnTo>
                      <a:pt x="844" y="115"/>
                    </a:lnTo>
                    <a:lnTo>
                      <a:pt x="829" y="106"/>
                    </a:lnTo>
                    <a:lnTo>
                      <a:pt x="812" y="97"/>
                    </a:lnTo>
                    <a:lnTo>
                      <a:pt x="794" y="86"/>
                    </a:lnTo>
                    <a:lnTo>
                      <a:pt x="776" y="76"/>
                    </a:lnTo>
                    <a:lnTo>
                      <a:pt x="759" y="66"/>
                    </a:lnTo>
                    <a:lnTo>
                      <a:pt x="744" y="57"/>
                    </a:lnTo>
                    <a:lnTo>
                      <a:pt x="729" y="48"/>
                    </a:lnTo>
                    <a:lnTo>
                      <a:pt x="716" y="41"/>
                    </a:lnTo>
                    <a:lnTo>
                      <a:pt x="704" y="34"/>
                    </a:lnTo>
                    <a:lnTo>
                      <a:pt x="693" y="27"/>
                    </a:lnTo>
                    <a:lnTo>
                      <a:pt x="683" y="22"/>
                    </a:lnTo>
                    <a:lnTo>
                      <a:pt x="674" y="17"/>
                    </a:lnTo>
                    <a:lnTo>
                      <a:pt x="667" y="12"/>
                    </a:lnTo>
                    <a:lnTo>
                      <a:pt x="660" y="9"/>
                    </a:lnTo>
                    <a:lnTo>
                      <a:pt x="655" y="5"/>
                    </a:lnTo>
                    <a:lnTo>
                      <a:pt x="651" y="3"/>
                    </a:lnTo>
                    <a:lnTo>
                      <a:pt x="648" y="1"/>
                    </a:lnTo>
                    <a:lnTo>
                      <a:pt x="647" y="0"/>
                    </a:lnTo>
                    <a:lnTo>
                      <a:pt x="646" y="0"/>
                    </a:lnTo>
                    <a:lnTo>
                      <a:pt x="646" y="1"/>
                    </a:lnTo>
                    <a:lnTo>
                      <a:pt x="645" y="2"/>
                    </a:lnTo>
                    <a:lnTo>
                      <a:pt x="645" y="3"/>
                    </a:lnTo>
                    <a:lnTo>
                      <a:pt x="644" y="5"/>
                    </a:lnTo>
                    <a:lnTo>
                      <a:pt x="643" y="8"/>
                    </a:lnTo>
                    <a:lnTo>
                      <a:pt x="642" y="10"/>
                    </a:lnTo>
                    <a:lnTo>
                      <a:pt x="641" y="13"/>
                    </a:lnTo>
                    <a:lnTo>
                      <a:pt x="640" y="17"/>
                    </a:lnTo>
                    <a:lnTo>
                      <a:pt x="639" y="21"/>
                    </a:lnTo>
                    <a:lnTo>
                      <a:pt x="637" y="25"/>
                    </a:lnTo>
                    <a:lnTo>
                      <a:pt x="635" y="30"/>
                    </a:lnTo>
                    <a:lnTo>
                      <a:pt x="633" y="35"/>
                    </a:lnTo>
                    <a:lnTo>
                      <a:pt x="631" y="40"/>
                    </a:lnTo>
                    <a:lnTo>
                      <a:pt x="629" y="46"/>
                    </a:lnTo>
                    <a:lnTo>
                      <a:pt x="627" y="53"/>
                    </a:lnTo>
                    <a:lnTo>
                      <a:pt x="624" y="59"/>
                    </a:lnTo>
                    <a:lnTo>
                      <a:pt x="622" y="66"/>
                    </a:lnTo>
                    <a:lnTo>
                      <a:pt x="619" y="72"/>
                    </a:lnTo>
                    <a:lnTo>
                      <a:pt x="615" y="79"/>
                    </a:lnTo>
                    <a:lnTo>
                      <a:pt x="612" y="86"/>
                    </a:lnTo>
                    <a:lnTo>
                      <a:pt x="608" y="92"/>
                    </a:lnTo>
                    <a:lnTo>
                      <a:pt x="604" y="99"/>
                    </a:lnTo>
                    <a:lnTo>
                      <a:pt x="600" y="106"/>
                    </a:lnTo>
                    <a:lnTo>
                      <a:pt x="595" y="113"/>
                    </a:lnTo>
                    <a:lnTo>
                      <a:pt x="590" y="119"/>
                    </a:lnTo>
                    <a:lnTo>
                      <a:pt x="585" y="126"/>
                    </a:lnTo>
                    <a:lnTo>
                      <a:pt x="580" y="133"/>
                    </a:lnTo>
                    <a:lnTo>
                      <a:pt x="574" y="140"/>
                    </a:lnTo>
                    <a:lnTo>
                      <a:pt x="569" y="147"/>
                    </a:lnTo>
                    <a:lnTo>
                      <a:pt x="563" y="154"/>
                    </a:lnTo>
                    <a:lnTo>
                      <a:pt x="556" y="161"/>
                    </a:lnTo>
                    <a:lnTo>
                      <a:pt x="550" y="167"/>
                    </a:lnTo>
                    <a:lnTo>
                      <a:pt x="543" y="174"/>
                    </a:lnTo>
                    <a:lnTo>
                      <a:pt x="536" y="181"/>
                    </a:lnTo>
                    <a:lnTo>
                      <a:pt x="529" y="187"/>
                    </a:lnTo>
                    <a:lnTo>
                      <a:pt x="522" y="194"/>
                    </a:lnTo>
                    <a:lnTo>
                      <a:pt x="514" y="200"/>
                    </a:lnTo>
                    <a:lnTo>
                      <a:pt x="507" y="206"/>
                    </a:lnTo>
                    <a:lnTo>
                      <a:pt x="499" y="212"/>
                    </a:lnTo>
                    <a:lnTo>
                      <a:pt x="491" y="217"/>
                    </a:lnTo>
                    <a:lnTo>
                      <a:pt x="483" y="223"/>
                    </a:lnTo>
                    <a:lnTo>
                      <a:pt x="474" y="228"/>
                    </a:lnTo>
                    <a:lnTo>
                      <a:pt x="466" y="234"/>
                    </a:lnTo>
                    <a:lnTo>
                      <a:pt x="457" y="239"/>
                    </a:lnTo>
                    <a:lnTo>
                      <a:pt x="448" y="244"/>
                    </a:lnTo>
                    <a:lnTo>
                      <a:pt x="439" y="249"/>
                    </a:lnTo>
                    <a:lnTo>
                      <a:pt x="430" y="253"/>
                    </a:lnTo>
                    <a:lnTo>
                      <a:pt x="421" y="258"/>
                    </a:lnTo>
                    <a:lnTo>
                      <a:pt x="412" y="262"/>
                    </a:lnTo>
                    <a:lnTo>
                      <a:pt x="403" y="266"/>
                    </a:lnTo>
                    <a:lnTo>
                      <a:pt x="394" y="270"/>
                    </a:lnTo>
                    <a:lnTo>
                      <a:pt x="385" y="273"/>
                    </a:lnTo>
                    <a:lnTo>
                      <a:pt x="376" y="277"/>
                    </a:lnTo>
                    <a:lnTo>
                      <a:pt x="368" y="280"/>
                    </a:lnTo>
                    <a:lnTo>
                      <a:pt x="360" y="282"/>
                    </a:lnTo>
                    <a:lnTo>
                      <a:pt x="351" y="285"/>
                    </a:lnTo>
                    <a:lnTo>
                      <a:pt x="343" y="287"/>
                    </a:lnTo>
                    <a:lnTo>
                      <a:pt x="335" y="289"/>
                    </a:lnTo>
                    <a:lnTo>
                      <a:pt x="327" y="291"/>
                    </a:lnTo>
                    <a:lnTo>
                      <a:pt x="320" y="292"/>
                    </a:lnTo>
                    <a:lnTo>
                      <a:pt x="312" y="294"/>
                    </a:lnTo>
                    <a:lnTo>
                      <a:pt x="305" y="295"/>
                    </a:lnTo>
                    <a:lnTo>
                      <a:pt x="297" y="295"/>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sp>
            <p:nvSpPr>
              <p:cNvPr id="77" name="Freeform 19"/>
              <p:cNvSpPr>
                <a:spLocks/>
              </p:cNvSpPr>
              <p:nvPr/>
            </p:nvSpPr>
            <p:spPr bwMode="gray">
              <a:xfrm>
                <a:off x="653" y="3220"/>
                <a:ext cx="496" cy="588"/>
              </a:xfrm>
              <a:custGeom>
                <a:avLst/>
                <a:gdLst/>
                <a:ahLst/>
                <a:cxnLst>
                  <a:cxn ang="0">
                    <a:pos x="692" y="273"/>
                  </a:cxn>
                  <a:cxn ang="0">
                    <a:pos x="689" y="246"/>
                  </a:cxn>
                  <a:cxn ang="0">
                    <a:pos x="688" y="239"/>
                  </a:cxn>
                  <a:cxn ang="0">
                    <a:pos x="701" y="239"/>
                  </a:cxn>
                  <a:cxn ang="0">
                    <a:pos x="732" y="239"/>
                  </a:cxn>
                  <a:cxn ang="0">
                    <a:pos x="778" y="239"/>
                  </a:cxn>
                  <a:cxn ang="0">
                    <a:pos x="809" y="239"/>
                  </a:cxn>
                  <a:cxn ang="0">
                    <a:pos x="821" y="239"/>
                  </a:cxn>
                  <a:cxn ang="0">
                    <a:pos x="802" y="227"/>
                  </a:cxn>
                  <a:cxn ang="0">
                    <a:pos x="725" y="183"/>
                  </a:cxn>
                  <a:cxn ang="0">
                    <a:pos x="592" y="105"/>
                  </a:cxn>
                  <a:cxn ang="0">
                    <a:pos x="477" y="38"/>
                  </a:cxn>
                  <a:cxn ang="0">
                    <a:pos x="420" y="4"/>
                  </a:cxn>
                  <a:cxn ang="0">
                    <a:pos x="406" y="4"/>
                  </a:cxn>
                  <a:cxn ang="0">
                    <a:pos x="347" y="38"/>
                  </a:cxn>
                  <a:cxn ang="0">
                    <a:pos x="231" y="105"/>
                  </a:cxn>
                  <a:cxn ang="0">
                    <a:pos x="98" y="183"/>
                  </a:cxn>
                  <a:cxn ang="0">
                    <a:pos x="20" y="227"/>
                  </a:cxn>
                  <a:cxn ang="0">
                    <a:pos x="0" y="239"/>
                  </a:cxn>
                  <a:cxn ang="0">
                    <a:pos x="13" y="239"/>
                  </a:cxn>
                  <a:cxn ang="0">
                    <a:pos x="45" y="239"/>
                  </a:cxn>
                  <a:cxn ang="0">
                    <a:pos x="92" y="239"/>
                  </a:cxn>
                  <a:cxn ang="0">
                    <a:pos x="124" y="239"/>
                  </a:cxn>
                  <a:cxn ang="0">
                    <a:pos x="137" y="239"/>
                  </a:cxn>
                  <a:cxn ang="0">
                    <a:pos x="138" y="248"/>
                  </a:cxn>
                  <a:cxn ang="0">
                    <a:pos x="140" y="281"/>
                  </a:cxn>
                  <a:cxn ang="0">
                    <a:pos x="143" y="338"/>
                  </a:cxn>
                  <a:cxn ang="0">
                    <a:pos x="154" y="415"/>
                  </a:cxn>
                  <a:cxn ang="0">
                    <a:pos x="177" y="508"/>
                  </a:cxn>
                  <a:cxn ang="0">
                    <a:pos x="213" y="616"/>
                  </a:cxn>
                  <a:cxn ang="0">
                    <a:pos x="267" y="726"/>
                  </a:cxn>
                  <a:cxn ang="0">
                    <a:pos x="341" y="835"/>
                  </a:cxn>
                  <a:cxn ang="0">
                    <a:pos x="431" y="939"/>
                  </a:cxn>
                  <a:cxn ang="0">
                    <a:pos x="531" y="1024"/>
                  </a:cxn>
                  <a:cxn ang="0">
                    <a:pos x="638" y="1092"/>
                  </a:cxn>
                  <a:cxn ang="0">
                    <a:pos x="741" y="1142"/>
                  </a:cxn>
                  <a:cxn ang="0">
                    <a:pos x="829" y="1176"/>
                  </a:cxn>
                  <a:cxn ang="0">
                    <a:pos x="903" y="1193"/>
                  </a:cxn>
                  <a:cxn ang="0">
                    <a:pos x="950" y="1204"/>
                  </a:cxn>
                  <a:cxn ang="0">
                    <a:pos x="968" y="1208"/>
                  </a:cxn>
                  <a:cxn ang="0">
                    <a:pos x="961" y="1195"/>
                  </a:cxn>
                  <a:cxn ang="0">
                    <a:pos x="933" y="1146"/>
                  </a:cxn>
                  <a:cxn ang="0">
                    <a:pos x="883" y="1060"/>
                  </a:cxn>
                  <a:cxn ang="0">
                    <a:pos x="840" y="986"/>
                  </a:cxn>
                  <a:cxn ang="0">
                    <a:pos x="819" y="949"/>
                  </a:cxn>
                  <a:cxn ang="0">
                    <a:pos x="819" y="939"/>
                  </a:cxn>
                  <a:cxn ang="0">
                    <a:pos x="843" y="897"/>
                  </a:cxn>
                  <a:cxn ang="0">
                    <a:pos x="892" y="814"/>
                  </a:cxn>
                  <a:cxn ang="0">
                    <a:pos x="947" y="718"/>
                  </a:cxn>
                  <a:cxn ang="0">
                    <a:pos x="980" y="662"/>
                  </a:cxn>
                  <a:cxn ang="0">
                    <a:pos x="988" y="648"/>
                  </a:cxn>
                  <a:cxn ang="0">
                    <a:pos x="976" y="643"/>
                  </a:cxn>
                  <a:cxn ang="0">
                    <a:pos x="947" y="630"/>
                  </a:cxn>
                  <a:cxn ang="0">
                    <a:pos x="903" y="610"/>
                  </a:cxn>
                  <a:cxn ang="0">
                    <a:pos x="861" y="584"/>
                  </a:cxn>
                  <a:cxn ang="0">
                    <a:pos x="822" y="550"/>
                  </a:cxn>
                  <a:cxn ang="0">
                    <a:pos x="788" y="512"/>
                  </a:cxn>
                  <a:cxn ang="0">
                    <a:pos x="758" y="472"/>
                  </a:cxn>
                  <a:cxn ang="0">
                    <a:pos x="733" y="432"/>
                  </a:cxn>
                  <a:cxn ang="0">
                    <a:pos x="713" y="388"/>
                  </a:cxn>
                  <a:cxn ang="0">
                    <a:pos x="701" y="338"/>
                  </a:cxn>
                </a:cxnLst>
                <a:rect l="0" t="0" r="r" b="b"/>
                <a:pathLst>
                  <a:path w="989" h="1209">
                    <a:moveTo>
                      <a:pt x="697" y="312"/>
                    </a:moveTo>
                    <a:lnTo>
                      <a:pt x="696" y="303"/>
                    </a:lnTo>
                    <a:lnTo>
                      <a:pt x="695" y="295"/>
                    </a:lnTo>
                    <a:lnTo>
                      <a:pt x="694" y="287"/>
                    </a:lnTo>
                    <a:lnTo>
                      <a:pt x="693" y="280"/>
                    </a:lnTo>
                    <a:lnTo>
                      <a:pt x="692" y="273"/>
                    </a:lnTo>
                    <a:lnTo>
                      <a:pt x="691" y="267"/>
                    </a:lnTo>
                    <a:lnTo>
                      <a:pt x="691" y="262"/>
                    </a:lnTo>
                    <a:lnTo>
                      <a:pt x="690" y="257"/>
                    </a:lnTo>
                    <a:lnTo>
                      <a:pt x="690" y="253"/>
                    </a:lnTo>
                    <a:lnTo>
                      <a:pt x="689" y="249"/>
                    </a:lnTo>
                    <a:lnTo>
                      <a:pt x="689" y="246"/>
                    </a:lnTo>
                    <a:lnTo>
                      <a:pt x="688" y="244"/>
                    </a:lnTo>
                    <a:lnTo>
                      <a:pt x="688" y="242"/>
                    </a:lnTo>
                    <a:lnTo>
                      <a:pt x="688" y="240"/>
                    </a:lnTo>
                    <a:lnTo>
                      <a:pt x="688" y="239"/>
                    </a:lnTo>
                    <a:lnTo>
                      <a:pt x="689" y="239"/>
                    </a:lnTo>
                    <a:lnTo>
                      <a:pt x="690" y="239"/>
                    </a:lnTo>
                    <a:lnTo>
                      <a:pt x="692" y="239"/>
                    </a:lnTo>
                    <a:lnTo>
                      <a:pt x="694" y="239"/>
                    </a:lnTo>
                    <a:lnTo>
                      <a:pt x="697" y="239"/>
                    </a:lnTo>
                    <a:lnTo>
                      <a:pt x="701" y="239"/>
                    </a:lnTo>
                    <a:lnTo>
                      <a:pt x="705" y="239"/>
                    </a:lnTo>
                    <a:lnTo>
                      <a:pt x="709" y="239"/>
                    </a:lnTo>
                    <a:lnTo>
                      <a:pt x="714" y="239"/>
                    </a:lnTo>
                    <a:lnTo>
                      <a:pt x="720" y="239"/>
                    </a:lnTo>
                    <a:lnTo>
                      <a:pt x="726" y="239"/>
                    </a:lnTo>
                    <a:lnTo>
                      <a:pt x="732" y="239"/>
                    </a:lnTo>
                    <a:lnTo>
                      <a:pt x="739" y="239"/>
                    </a:lnTo>
                    <a:lnTo>
                      <a:pt x="747" y="239"/>
                    </a:lnTo>
                    <a:lnTo>
                      <a:pt x="755" y="239"/>
                    </a:lnTo>
                    <a:lnTo>
                      <a:pt x="763" y="239"/>
                    </a:lnTo>
                    <a:lnTo>
                      <a:pt x="771" y="239"/>
                    </a:lnTo>
                    <a:lnTo>
                      <a:pt x="778" y="239"/>
                    </a:lnTo>
                    <a:lnTo>
                      <a:pt x="784" y="239"/>
                    </a:lnTo>
                    <a:lnTo>
                      <a:pt x="790" y="239"/>
                    </a:lnTo>
                    <a:lnTo>
                      <a:pt x="796" y="239"/>
                    </a:lnTo>
                    <a:lnTo>
                      <a:pt x="801" y="239"/>
                    </a:lnTo>
                    <a:lnTo>
                      <a:pt x="805" y="239"/>
                    </a:lnTo>
                    <a:lnTo>
                      <a:pt x="809" y="239"/>
                    </a:lnTo>
                    <a:lnTo>
                      <a:pt x="812" y="239"/>
                    </a:lnTo>
                    <a:lnTo>
                      <a:pt x="815" y="239"/>
                    </a:lnTo>
                    <a:lnTo>
                      <a:pt x="818" y="239"/>
                    </a:lnTo>
                    <a:lnTo>
                      <a:pt x="819" y="239"/>
                    </a:lnTo>
                    <a:lnTo>
                      <a:pt x="821" y="239"/>
                    </a:lnTo>
                    <a:lnTo>
                      <a:pt x="822" y="239"/>
                    </a:lnTo>
                    <a:lnTo>
                      <a:pt x="821" y="239"/>
                    </a:lnTo>
                    <a:lnTo>
                      <a:pt x="819" y="237"/>
                    </a:lnTo>
                    <a:lnTo>
                      <a:pt x="815" y="235"/>
                    </a:lnTo>
                    <a:lnTo>
                      <a:pt x="809" y="232"/>
                    </a:lnTo>
                    <a:lnTo>
                      <a:pt x="802" y="227"/>
                    </a:lnTo>
                    <a:lnTo>
                      <a:pt x="793" y="222"/>
                    </a:lnTo>
                    <a:lnTo>
                      <a:pt x="783" y="216"/>
                    </a:lnTo>
                    <a:lnTo>
                      <a:pt x="771" y="209"/>
                    </a:lnTo>
                    <a:lnTo>
                      <a:pt x="757" y="201"/>
                    </a:lnTo>
                    <a:lnTo>
                      <a:pt x="742" y="192"/>
                    </a:lnTo>
                    <a:lnTo>
                      <a:pt x="725" y="183"/>
                    </a:lnTo>
                    <a:lnTo>
                      <a:pt x="707" y="172"/>
                    </a:lnTo>
                    <a:lnTo>
                      <a:pt x="687" y="160"/>
                    </a:lnTo>
                    <a:lnTo>
                      <a:pt x="665" y="148"/>
                    </a:lnTo>
                    <a:lnTo>
                      <a:pt x="642" y="134"/>
                    </a:lnTo>
                    <a:lnTo>
                      <a:pt x="617" y="120"/>
                    </a:lnTo>
                    <a:lnTo>
                      <a:pt x="592" y="105"/>
                    </a:lnTo>
                    <a:lnTo>
                      <a:pt x="569" y="92"/>
                    </a:lnTo>
                    <a:lnTo>
                      <a:pt x="548" y="79"/>
                    </a:lnTo>
                    <a:lnTo>
                      <a:pt x="528" y="67"/>
                    </a:lnTo>
                    <a:lnTo>
                      <a:pt x="509" y="57"/>
                    </a:lnTo>
                    <a:lnTo>
                      <a:pt x="493" y="47"/>
                    </a:lnTo>
                    <a:lnTo>
                      <a:pt x="477" y="38"/>
                    </a:lnTo>
                    <a:lnTo>
                      <a:pt x="464" y="30"/>
                    </a:lnTo>
                    <a:lnTo>
                      <a:pt x="452" y="23"/>
                    </a:lnTo>
                    <a:lnTo>
                      <a:pt x="442" y="17"/>
                    </a:lnTo>
                    <a:lnTo>
                      <a:pt x="433" y="12"/>
                    </a:lnTo>
                    <a:lnTo>
                      <a:pt x="426" y="8"/>
                    </a:lnTo>
                    <a:lnTo>
                      <a:pt x="420" y="4"/>
                    </a:lnTo>
                    <a:lnTo>
                      <a:pt x="416" y="2"/>
                    </a:lnTo>
                    <a:lnTo>
                      <a:pt x="414" y="1"/>
                    </a:lnTo>
                    <a:lnTo>
                      <a:pt x="413" y="0"/>
                    </a:lnTo>
                    <a:lnTo>
                      <a:pt x="412" y="1"/>
                    </a:lnTo>
                    <a:lnTo>
                      <a:pt x="410" y="2"/>
                    </a:lnTo>
                    <a:lnTo>
                      <a:pt x="406" y="4"/>
                    </a:lnTo>
                    <a:lnTo>
                      <a:pt x="400" y="8"/>
                    </a:lnTo>
                    <a:lnTo>
                      <a:pt x="393" y="12"/>
                    </a:lnTo>
                    <a:lnTo>
                      <a:pt x="384" y="17"/>
                    </a:lnTo>
                    <a:lnTo>
                      <a:pt x="373" y="23"/>
                    </a:lnTo>
                    <a:lnTo>
                      <a:pt x="361" y="30"/>
                    </a:lnTo>
                    <a:lnTo>
                      <a:pt x="347" y="38"/>
                    </a:lnTo>
                    <a:lnTo>
                      <a:pt x="332" y="47"/>
                    </a:lnTo>
                    <a:lnTo>
                      <a:pt x="315" y="57"/>
                    </a:lnTo>
                    <a:lnTo>
                      <a:pt x="297" y="67"/>
                    </a:lnTo>
                    <a:lnTo>
                      <a:pt x="277" y="79"/>
                    </a:lnTo>
                    <a:lnTo>
                      <a:pt x="255" y="92"/>
                    </a:lnTo>
                    <a:lnTo>
                      <a:pt x="231" y="105"/>
                    </a:lnTo>
                    <a:lnTo>
                      <a:pt x="206" y="120"/>
                    </a:lnTo>
                    <a:lnTo>
                      <a:pt x="181" y="134"/>
                    </a:lnTo>
                    <a:lnTo>
                      <a:pt x="158" y="148"/>
                    </a:lnTo>
                    <a:lnTo>
                      <a:pt x="136" y="160"/>
                    </a:lnTo>
                    <a:lnTo>
                      <a:pt x="116" y="172"/>
                    </a:lnTo>
                    <a:lnTo>
                      <a:pt x="98" y="183"/>
                    </a:lnTo>
                    <a:lnTo>
                      <a:pt x="81" y="192"/>
                    </a:lnTo>
                    <a:lnTo>
                      <a:pt x="65" y="201"/>
                    </a:lnTo>
                    <a:lnTo>
                      <a:pt x="52" y="209"/>
                    </a:lnTo>
                    <a:lnTo>
                      <a:pt x="40" y="216"/>
                    </a:lnTo>
                    <a:lnTo>
                      <a:pt x="29" y="222"/>
                    </a:lnTo>
                    <a:lnTo>
                      <a:pt x="20" y="227"/>
                    </a:lnTo>
                    <a:lnTo>
                      <a:pt x="13" y="232"/>
                    </a:lnTo>
                    <a:lnTo>
                      <a:pt x="7" y="235"/>
                    </a:lnTo>
                    <a:lnTo>
                      <a:pt x="3" y="237"/>
                    </a:lnTo>
                    <a:lnTo>
                      <a:pt x="1" y="239"/>
                    </a:lnTo>
                    <a:lnTo>
                      <a:pt x="0" y="239"/>
                    </a:lnTo>
                    <a:lnTo>
                      <a:pt x="1" y="239"/>
                    </a:lnTo>
                    <a:lnTo>
                      <a:pt x="2" y="239"/>
                    </a:lnTo>
                    <a:lnTo>
                      <a:pt x="4" y="239"/>
                    </a:lnTo>
                    <a:lnTo>
                      <a:pt x="7" y="239"/>
                    </a:lnTo>
                    <a:lnTo>
                      <a:pt x="10" y="239"/>
                    </a:lnTo>
                    <a:lnTo>
                      <a:pt x="13" y="239"/>
                    </a:lnTo>
                    <a:lnTo>
                      <a:pt x="17" y="239"/>
                    </a:lnTo>
                    <a:lnTo>
                      <a:pt x="22" y="239"/>
                    </a:lnTo>
                    <a:lnTo>
                      <a:pt x="27" y="239"/>
                    </a:lnTo>
                    <a:lnTo>
                      <a:pt x="33" y="239"/>
                    </a:lnTo>
                    <a:lnTo>
                      <a:pt x="39" y="239"/>
                    </a:lnTo>
                    <a:lnTo>
                      <a:pt x="45" y="239"/>
                    </a:lnTo>
                    <a:lnTo>
                      <a:pt x="53" y="239"/>
                    </a:lnTo>
                    <a:lnTo>
                      <a:pt x="60" y="239"/>
                    </a:lnTo>
                    <a:lnTo>
                      <a:pt x="69" y="239"/>
                    </a:lnTo>
                    <a:lnTo>
                      <a:pt x="77" y="239"/>
                    </a:lnTo>
                    <a:lnTo>
                      <a:pt x="85" y="239"/>
                    </a:lnTo>
                    <a:lnTo>
                      <a:pt x="92" y="239"/>
                    </a:lnTo>
                    <a:lnTo>
                      <a:pt x="99" y="239"/>
                    </a:lnTo>
                    <a:lnTo>
                      <a:pt x="105" y="239"/>
                    </a:lnTo>
                    <a:lnTo>
                      <a:pt x="111" y="239"/>
                    </a:lnTo>
                    <a:lnTo>
                      <a:pt x="116" y="239"/>
                    </a:lnTo>
                    <a:lnTo>
                      <a:pt x="120" y="239"/>
                    </a:lnTo>
                    <a:lnTo>
                      <a:pt x="124" y="239"/>
                    </a:lnTo>
                    <a:lnTo>
                      <a:pt x="128" y="239"/>
                    </a:lnTo>
                    <a:lnTo>
                      <a:pt x="131" y="239"/>
                    </a:lnTo>
                    <a:lnTo>
                      <a:pt x="133" y="239"/>
                    </a:lnTo>
                    <a:lnTo>
                      <a:pt x="135" y="239"/>
                    </a:lnTo>
                    <a:lnTo>
                      <a:pt x="137" y="239"/>
                    </a:lnTo>
                    <a:lnTo>
                      <a:pt x="138" y="239"/>
                    </a:lnTo>
                    <a:lnTo>
                      <a:pt x="138" y="240"/>
                    </a:lnTo>
                    <a:lnTo>
                      <a:pt x="138" y="242"/>
                    </a:lnTo>
                    <a:lnTo>
                      <a:pt x="138" y="245"/>
                    </a:lnTo>
                    <a:lnTo>
                      <a:pt x="138" y="248"/>
                    </a:lnTo>
                    <a:lnTo>
                      <a:pt x="138" y="251"/>
                    </a:lnTo>
                    <a:lnTo>
                      <a:pt x="139" y="256"/>
                    </a:lnTo>
                    <a:lnTo>
                      <a:pt x="139" y="261"/>
                    </a:lnTo>
                    <a:lnTo>
                      <a:pt x="139" y="267"/>
                    </a:lnTo>
                    <a:lnTo>
                      <a:pt x="139" y="273"/>
                    </a:lnTo>
                    <a:lnTo>
                      <a:pt x="140" y="281"/>
                    </a:lnTo>
                    <a:lnTo>
                      <a:pt x="140" y="289"/>
                    </a:lnTo>
                    <a:lnTo>
                      <a:pt x="141" y="297"/>
                    </a:lnTo>
                    <a:lnTo>
                      <a:pt x="141" y="306"/>
                    </a:lnTo>
                    <a:lnTo>
                      <a:pt x="142" y="316"/>
                    </a:lnTo>
                    <a:lnTo>
                      <a:pt x="142" y="327"/>
                    </a:lnTo>
                    <a:lnTo>
                      <a:pt x="143" y="338"/>
                    </a:lnTo>
                    <a:lnTo>
                      <a:pt x="144" y="350"/>
                    </a:lnTo>
                    <a:lnTo>
                      <a:pt x="146" y="362"/>
                    </a:lnTo>
                    <a:lnTo>
                      <a:pt x="147" y="375"/>
                    </a:lnTo>
                    <a:lnTo>
                      <a:pt x="149" y="388"/>
                    </a:lnTo>
                    <a:lnTo>
                      <a:pt x="152" y="401"/>
                    </a:lnTo>
                    <a:lnTo>
                      <a:pt x="154" y="415"/>
                    </a:lnTo>
                    <a:lnTo>
                      <a:pt x="157" y="429"/>
                    </a:lnTo>
                    <a:lnTo>
                      <a:pt x="161" y="444"/>
                    </a:lnTo>
                    <a:lnTo>
                      <a:pt x="164" y="460"/>
                    </a:lnTo>
                    <a:lnTo>
                      <a:pt x="168" y="475"/>
                    </a:lnTo>
                    <a:lnTo>
                      <a:pt x="173" y="492"/>
                    </a:lnTo>
                    <a:lnTo>
                      <a:pt x="177" y="508"/>
                    </a:lnTo>
                    <a:lnTo>
                      <a:pt x="182" y="525"/>
                    </a:lnTo>
                    <a:lnTo>
                      <a:pt x="187" y="543"/>
                    </a:lnTo>
                    <a:lnTo>
                      <a:pt x="193" y="561"/>
                    </a:lnTo>
                    <a:lnTo>
                      <a:pt x="199" y="579"/>
                    </a:lnTo>
                    <a:lnTo>
                      <a:pt x="206" y="598"/>
                    </a:lnTo>
                    <a:lnTo>
                      <a:pt x="213" y="616"/>
                    </a:lnTo>
                    <a:lnTo>
                      <a:pt x="220" y="634"/>
                    </a:lnTo>
                    <a:lnTo>
                      <a:pt x="229" y="652"/>
                    </a:lnTo>
                    <a:lnTo>
                      <a:pt x="237" y="671"/>
                    </a:lnTo>
                    <a:lnTo>
                      <a:pt x="247" y="689"/>
                    </a:lnTo>
                    <a:lnTo>
                      <a:pt x="257" y="707"/>
                    </a:lnTo>
                    <a:lnTo>
                      <a:pt x="267" y="726"/>
                    </a:lnTo>
                    <a:lnTo>
                      <a:pt x="278" y="744"/>
                    </a:lnTo>
                    <a:lnTo>
                      <a:pt x="289" y="762"/>
                    </a:lnTo>
                    <a:lnTo>
                      <a:pt x="302" y="780"/>
                    </a:lnTo>
                    <a:lnTo>
                      <a:pt x="314" y="799"/>
                    </a:lnTo>
                    <a:lnTo>
                      <a:pt x="327" y="817"/>
                    </a:lnTo>
                    <a:lnTo>
                      <a:pt x="341" y="835"/>
                    </a:lnTo>
                    <a:lnTo>
                      <a:pt x="355" y="853"/>
                    </a:lnTo>
                    <a:lnTo>
                      <a:pt x="370" y="871"/>
                    </a:lnTo>
                    <a:lnTo>
                      <a:pt x="385" y="889"/>
                    </a:lnTo>
                    <a:lnTo>
                      <a:pt x="400" y="906"/>
                    </a:lnTo>
                    <a:lnTo>
                      <a:pt x="416" y="923"/>
                    </a:lnTo>
                    <a:lnTo>
                      <a:pt x="431" y="939"/>
                    </a:lnTo>
                    <a:lnTo>
                      <a:pt x="447" y="954"/>
                    </a:lnTo>
                    <a:lnTo>
                      <a:pt x="463" y="969"/>
                    </a:lnTo>
                    <a:lnTo>
                      <a:pt x="480" y="984"/>
                    </a:lnTo>
                    <a:lnTo>
                      <a:pt x="497" y="998"/>
                    </a:lnTo>
                    <a:lnTo>
                      <a:pt x="513" y="1011"/>
                    </a:lnTo>
                    <a:lnTo>
                      <a:pt x="531" y="1024"/>
                    </a:lnTo>
                    <a:lnTo>
                      <a:pt x="548" y="1037"/>
                    </a:lnTo>
                    <a:lnTo>
                      <a:pt x="566" y="1049"/>
                    </a:lnTo>
                    <a:lnTo>
                      <a:pt x="584" y="1060"/>
                    </a:lnTo>
                    <a:lnTo>
                      <a:pt x="602" y="1071"/>
                    </a:lnTo>
                    <a:lnTo>
                      <a:pt x="620" y="1082"/>
                    </a:lnTo>
                    <a:lnTo>
                      <a:pt x="638" y="1092"/>
                    </a:lnTo>
                    <a:lnTo>
                      <a:pt x="656" y="1101"/>
                    </a:lnTo>
                    <a:lnTo>
                      <a:pt x="674" y="1111"/>
                    </a:lnTo>
                    <a:lnTo>
                      <a:pt x="691" y="1119"/>
                    </a:lnTo>
                    <a:lnTo>
                      <a:pt x="708" y="1127"/>
                    </a:lnTo>
                    <a:lnTo>
                      <a:pt x="724" y="1135"/>
                    </a:lnTo>
                    <a:lnTo>
                      <a:pt x="741" y="1142"/>
                    </a:lnTo>
                    <a:lnTo>
                      <a:pt x="756" y="1149"/>
                    </a:lnTo>
                    <a:lnTo>
                      <a:pt x="772" y="1155"/>
                    </a:lnTo>
                    <a:lnTo>
                      <a:pt x="787" y="1161"/>
                    </a:lnTo>
                    <a:lnTo>
                      <a:pt x="801" y="1166"/>
                    </a:lnTo>
                    <a:lnTo>
                      <a:pt x="815" y="1171"/>
                    </a:lnTo>
                    <a:lnTo>
                      <a:pt x="829" y="1176"/>
                    </a:lnTo>
                    <a:lnTo>
                      <a:pt x="843" y="1180"/>
                    </a:lnTo>
                    <a:lnTo>
                      <a:pt x="856" y="1183"/>
                    </a:lnTo>
                    <a:lnTo>
                      <a:pt x="869" y="1186"/>
                    </a:lnTo>
                    <a:lnTo>
                      <a:pt x="881" y="1189"/>
                    </a:lnTo>
                    <a:lnTo>
                      <a:pt x="892" y="1191"/>
                    </a:lnTo>
                    <a:lnTo>
                      <a:pt x="903" y="1193"/>
                    </a:lnTo>
                    <a:lnTo>
                      <a:pt x="912" y="1196"/>
                    </a:lnTo>
                    <a:lnTo>
                      <a:pt x="921" y="1198"/>
                    </a:lnTo>
                    <a:lnTo>
                      <a:pt x="930" y="1199"/>
                    </a:lnTo>
                    <a:lnTo>
                      <a:pt x="937" y="1201"/>
                    </a:lnTo>
                    <a:lnTo>
                      <a:pt x="944" y="1202"/>
                    </a:lnTo>
                    <a:lnTo>
                      <a:pt x="950" y="1204"/>
                    </a:lnTo>
                    <a:lnTo>
                      <a:pt x="955" y="1205"/>
                    </a:lnTo>
                    <a:lnTo>
                      <a:pt x="959" y="1206"/>
                    </a:lnTo>
                    <a:lnTo>
                      <a:pt x="963" y="1207"/>
                    </a:lnTo>
                    <a:lnTo>
                      <a:pt x="965" y="1207"/>
                    </a:lnTo>
                    <a:lnTo>
                      <a:pt x="967" y="1208"/>
                    </a:lnTo>
                    <a:lnTo>
                      <a:pt x="968" y="1208"/>
                    </a:lnTo>
                    <a:lnTo>
                      <a:pt x="969" y="1208"/>
                    </a:lnTo>
                    <a:lnTo>
                      <a:pt x="969" y="1207"/>
                    </a:lnTo>
                    <a:lnTo>
                      <a:pt x="968" y="1206"/>
                    </a:lnTo>
                    <a:lnTo>
                      <a:pt x="966" y="1203"/>
                    </a:lnTo>
                    <a:lnTo>
                      <a:pt x="964" y="1200"/>
                    </a:lnTo>
                    <a:lnTo>
                      <a:pt x="961" y="1195"/>
                    </a:lnTo>
                    <a:lnTo>
                      <a:pt x="958" y="1189"/>
                    </a:lnTo>
                    <a:lnTo>
                      <a:pt x="954" y="1183"/>
                    </a:lnTo>
                    <a:lnTo>
                      <a:pt x="950" y="1175"/>
                    </a:lnTo>
                    <a:lnTo>
                      <a:pt x="945" y="1166"/>
                    </a:lnTo>
                    <a:lnTo>
                      <a:pt x="939" y="1156"/>
                    </a:lnTo>
                    <a:lnTo>
                      <a:pt x="933" y="1146"/>
                    </a:lnTo>
                    <a:lnTo>
                      <a:pt x="926" y="1134"/>
                    </a:lnTo>
                    <a:lnTo>
                      <a:pt x="918" y="1121"/>
                    </a:lnTo>
                    <a:lnTo>
                      <a:pt x="910" y="1107"/>
                    </a:lnTo>
                    <a:lnTo>
                      <a:pt x="902" y="1092"/>
                    </a:lnTo>
                    <a:lnTo>
                      <a:pt x="892" y="1076"/>
                    </a:lnTo>
                    <a:lnTo>
                      <a:pt x="883" y="1060"/>
                    </a:lnTo>
                    <a:lnTo>
                      <a:pt x="874" y="1045"/>
                    </a:lnTo>
                    <a:lnTo>
                      <a:pt x="866" y="1031"/>
                    </a:lnTo>
                    <a:lnTo>
                      <a:pt x="859" y="1018"/>
                    </a:lnTo>
                    <a:lnTo>
                      <a:pt x="852" y="1007"/>
                    </a:lnTo>
                    <a:lnTo>
                      <a:pt x="846" y="996"/>
                    </a:lnTo>
                    <a:lnTo>
                      <a:pt x="840" y="986"/>
                    </a:lnTo>
                    <a:lnTo>
                      <a:pt x="835" y="977"/>
                    </a:lnTo>
                    <a:lnTo>
                      <a:pt x="831" y="969"/>
                    </a:lnTo>
                    <a:lnTo>
                      <a:pt x="827" y="963"/>
                    </a:lnTo>
                    <a:lnTo>
                      <a:pt x="823" y="957"/>
                    </a:lnTo>
                    <a:lnTo>
                      <a:pt x="821" y="952"/>
                    </a:lnTo>
                    <a:lnTo>
                      <a:pt x="819" y="949"/>
                    </a:lnTo>
                    <a:lnTo>
                      <a:pt x="817" y="946"/>
                    </a:lnTo>
                    <a:lnTo>
                      <a:pt x="816" y="945"/>
                    </a:lnTo>
                    <a:lnTo>
                      <a:pt x="816" y="944"/>
                    </a:lnTo>
                    <a:lnTo>
                      <a:pt x="817" y="942"/>
                    </a:lnTo>
                    <a:lnTo>
                      <a:pt x="819" y="939"/>
                    </a:lnTo>
                    <a:lnTo>
                      <a:pt x="821" y="935"/>
                    </a:lnTo>
                    <a:lnTo>
                      <a:pt x="824" y="930"/>
                    </a:lnTo>
                    <a:lnTo>
                      <a:pt x="828" y="923"/>
                    </a:lnTo>
                    <a:lnTo>
                      <a:pt x="832" y="916"/>
                    </a:lnTo>
                    <a:lnTo>
                      <a:pt x="837" y="907"/>
                    </a:lnTo>
                    <a:lnTo>
                      <a:pt x="843" y="897"/>
                    </a:lnTo>
                    <a:lnTo>
                      <a:pt x="850" y="886"/>
                    </a:lnTo>
                    <a:lnTo>
                      <a:pt x="857" y="874"/>
                    </a:lnTo>
                    <a:lnTo>
                      <a:pt x="864" y="861"/>
                    </a:lnTo>
                    <a:lnTo>
                      <a:pt x="873" y="846"/>
                    </a:lnTo>
                    <a:lnTo>
                      <a:pt x="882" y="831"/>
                    </a:lnTo>
                    <a:lnTo>
                      <a:pt x="892" y="814"/>
                    </a:lnTo>
                    <a:lnTo>
                      <a:pt x="902" y="796"/>
                    </a:lnTo>
                    <a:lnTo>
                      <a:pt x="912" y="778"/>
                    </a:lnTo>
                    <a:lnTo>
                      <a:pt x="922" y="761"/>
                    </a:lnTo>
                    <a:lnTo>
                      <a:pt x="931" y="746"/>
                    </a:lnTo>
                    <a:lnTo>
                      <a:pt x="940" y="731"/>
                    </a:lnTo>
                    <a:lnTo>
                      <a:pt x="947" y="718"/>
                    </a:lnTo>
                    <a:lnTo>
                      <a:pt x="954" y="706"/>
                    </a:lnTo>
                    <a:lnTo>
                      <a:pt x="961" y="695"/>
                    </a:lnTo>
                    <a:lnTo>
                      <a:pt x="966" y="685"/>
                    </a:lnTo>
                    <a:lnTo>
                      <a:pt x="972" y="676"/>
                    </a:lnTo>
                    <a:lnTo>
                      <a:pt x="976" y="669"/>
                    </a:lnTo>
                    <a:lnTo>
                      <a:pt x="980" y="662"/>
                    </a:lnTo>
                    <a:lnTo>
                      <a:pt x="983" y="657"/>
                    </a:lnTo>
                    <a:lnTo>
                      <a:pt x="985" y="653"/>
                    </a:lnTo>
                    <a:lnTo>
                      <a:pt x="987" y="650"/>
                    </a:lnTo>
                    <a:lnTo>
                      <a:pt x="988" y="649"/>
                    </a:lnTo>
                    <a:lnTo>
                      <a:pt x="988" y="648"/>
                    </a:lnTo>
                    <a:lnTo>
                      <a:pt x="987" y="648"/>
                    </a:lnTo>
                    <a:lnTo>
                      <a:pt x="986" y="647"/>
                    </a:lnTo>
                    <a:lnTo>
                      <a:pt x="984" y="646"/>
                    </a:lnTo>
                    <a:lnTo>
                      <a:pt x="982" y="645"/>
                    </a:lnTo>
                    <a:lnTo>
                      <a:pt x="979" y="644"/>
                    </a:lnTo>
                    <a:lnTo>
                      <a:pt x="976" y="643"/>
                    </a:lnTo>
                    <a:lnTo>
                      <a:pt x="972" y="641"/>
                    </a:lnTo>
                    <a:lnTo>
                      <a:pt x="968" y="640"/>
                    </a:lnTo>
                    <a:lnTo>
                      <a:pt x="964" y="638"/>
                    </a:lnTo>
                    <a:lnTo>
                      <a:pt x="959" y="635"/>
                    </a:lnTo>
                    <a:lnTo>
                      <a:pt x="953" y="633"/>
                    </a:lnTo>
                    <a:lnTo>
                      <a:pt x="947" y="630"/>
                    </a:lnTo>
                    <a:lnTo>
                      <a:pt x="940" y="628"/>
                    </a:lnTo>
                    <a:lnTo>
                      <a:pt x="933" y="625"/>
                    </a:lnTo>
                    <a:lnTo>
                      <a:pt x="926" y="621"/>
                    </a:lnTo>
                    <a:lnTo>
                      <a:pt x="918" y="618"/>
                    </a:lnTo>
                    <a:lnTo>
                      <a:pt x="911" y="614"/>
                    </a:lnTo>
                    <a:lnTo>
                      <a:pt x="903" y="610"/>
                    </a:lnTo>
                    <a:lnTo>
                      <a:pt x="896" y="606"/>
                    </a:lnTo>
                    <a:lnTo>
                      <a:pt x="888" y="602"/>
                    </a:lnTo>
                    <a:lnTo>
                      <a:pt x="881" y="598"/>
                    </a:lnTo>
                    <a:lnTo>
                      <a:pt x="874" y="593"/>
                    </a:lnTo>
                    <a:lnTo>
                      <a:pt x="867" y="589"/>
                    </a:lnTo>
                    <a:lnTo>
                      <a:pt x="861" y="584"/>
                    </a:lnTo>
                    <a:lnTo>
                      <a:pt x="854" y="579"/>
                    </a:lnTo>
                    <a:lnTo>
                      <a:pt x="847" y="573"/>
                    </a:lnTo>
                    <a:lnTo>
                      <a:pt x="841" y="568"/>
                    </a:lnTo>
                    <a:lnTo>
                      <a:pt x="834" y="562"/>
                    </a:lnTo>
                    <a:lnTo>
                      <a:pt x="828" y="556"/>
                    </a:lnTo>
                    <a:lnTo>
                      <a:pt x="822" y="550"/>
                    </a:lnTo>
                    <a:lnTo>
                      <a:pt x="816" y="544"/>
                    </a:lnTo>
                    <a:lnTo>
                      <a:pt x="810" y="538"/>
                    </a:lnTo>
                    <a:lnTo>
                      <a:pt x="804" y="531"/>
                    </a:lnTo>
                    <a:lnTo>
                      <a:pt x="799" y="525"/>
                    </a:lnTo>
                    <a:lnTo>
                      <a:pt x="793" y="518"/>
                    </a:lnTo>
                    <a:lnTo>
                      <a:pt x="788" y="512"/>
                    </a:lnTo>
                    <a:lnTo>
                      <a:pt x="782" y="505"/>
                    </a:lnTo>
                    <a:lnTo>
                      <a:pt x="777" y="499"/>
                    </a:lnTo>
                    <a:lnTo>
                      <a:pt x="772" y="492"/>
                    </a:lnTo>
                    <a:lnTo>
                      <a:pt x="767" y="486"/>
                    </a:lnTo>
                    <a:lnTo>
                      <a:pt x="763" y="479"/>
                    </a:lnTo>
                    <a:lnTo>
                      <a:pt x="758" y="472"/>
                    </a:lnTo>
                    <a:lnTo>
                      <a:pt x="753" y="466"/>
                    </a:lnTo>
                    <a:lnTo>
                      <a:pt x="749" y="459"/>
                    </a:lnTo>
                    <a:lnTo>
                      <a:pt x="745" y="452"/>
                    </a:lnTo>
                    <a:lnTo>
                      <a:pt x="741" y="446"/>
                    </a:lnTo>
                    <a:lnTo>
                      <a:pt x="737" y="439"/>
                    </a:lnTo>
                    <a:lnTo>
                      <a:pt x="733" y="432"/>
                    </a:lnTo>
                    <a:lnTo>
                      <a:pt x="729" y="425"/>
                    </a:lnTo>
                    <a:lnTo>
                      <a:pt x="726" y="418"/>
                    </a:lnTo>
                    <a:lnTo>
                      <a:pt x="722" y="410"/>
                    </a:lnTo>
                    <a:lnTo>
                      <a:pt x="719" y="403"/>
                    </a:lnTo>
                    <a:lnTo>
                      <a:pt x="716" y="395"/>
                    </a:lnTo>
                    <a:lnTo>
                      <a:pt x="713" y="388"/>
                    </a:lnTo>
                    <a:lnTo>
                      <a:pt x="711" y="380"/>
                    </a:lnTo>
                    <a:lnTo>
                      <a:pt x="708" y="372"/>
                    </a:lnTo>
                    <a:lnTo>
                      <a:pt x="706" y="364"/>
                    </a:lnTo>
                    <a:lnTo>
                      <a:pt x="704" y="355"/>
                    </a:lnTo>
                    <a:lnTo>
                      <a:pt x="702" y="347"/>
                    </a:lnTo>
                    <a:lnTo>
                      <a:pt x="701" y="338"/>
                    </a:lnTo>
                    <a:lnTo>
                      <a:pt x="699" y="330"/>
                    </a:lnTo>
                    <a:lnTo>
                      <a:pt x="698" y="321"/>
                    </a:lnTo>
                    <a:lnTo>
                      <a:pt x="697" y="312"/>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sp>
            <p:nvSpPr>
              <p:cNvPr id="78" name="Freeform 20"/>
              <p:cNvSpPr>
                <a:spLocks/>
              </p:cNvSpPr>
              <p:nvPr/>
            </p:nvSpPr>
            <p:spPr bwMode="gray">
              <a:xfrm>
                <a:off x="730" y="2793"/>
                <a:ext cx="604" cy="479"/>
              </a:xfrm>
              <a:custGeom>
                <a:avLst/>
                <a:gdLst/>
                <a:ahLst/>
                <a:cxnLst>
                  <a:cxn ang="0">
                    <a:pos x="916" y="139"/>
                  </a:cxn>
                  <a:cxn ang="0">
                    <a:pos x="956" y="136"/>
                  </a:cxn>
                  <a:cxn ang="0">
                    <a:pos x="967" y="135"/>
                  </a:cxn>
                  <a:cxn ang="0">
                    <a:pos x="967" y="123"/>
                  </a:cxn>
                  <a:cxn ang="0">
                    <a:pos x="967" y="91"/>
                  </a:cxn>
                  <a:cxn ang="0">
                    <a:pos x="967" y="45"/>
                  </a:cxn>
                  <a:cxn ang="0">
                    <a:pos x="967" y="13"/>
                  </a:cxn>
                  <a:cxn ang="0">
                    <a:pos x="967" y="0"/>
                  </a:cxn>
                  <a:cxn ang="0">
                    <a:pos x="979" y="20"/>
                  </a:cxn>
                  <a:cxn ang="0">
                    <a:pos x="1023" y="97"/>
                  </a:cxn>
                  <a:cxn ang="0">
                    <a:pos x="1101" y="230"/>
                  </a:cxn>
                  <a:cxn ang="0">
                    <a:pos x="1168" y="346"/>
                  </a:cxn>
                  <a:cxn ang="0">
                    <a:pos x="1202" y="404"/>
                  </a:cxn>
                  <a:cxn ang="0">
                    <a:pos x="1202" y="418"/>
                  </a:cxn>
                  <a:cxn ang="0">
                    <a:pos x="1168" y="476"/>
                  </a:cxn>
                  <a:cxn ang="0">
                    <a:pos x="1101" y="592"/>
                  </a:cxn>
                  <a:cxn ang="0">
                    <a:pos x="1023" y="726"/>
                  </a:cxn>
                  <a:cxn ang="0">
                    <a:pos x="979" y="803"/>
                  </a:cxn>
                  <a:cxn ang="0">
                    <a:pos x="967" y="823"/>
                  </a:cxn>
                  <a:cxn ang="0">
                    <a:pos x="967" y="810"/>
                  </a:cxn>
                  <a:cxn ang="0">
                    <a:pos x="967" y="778"/>
                  </a:cxn>
                  <a:cxn ang="0">
                    <a:pos x="967" y="731"/>
                  </a:cxn>
                  <a:cxn ang="0">
                    <a:pos x="967" y="699"/>
                  </a:cxn>
                  <a:cxn ang="0">
                    <a:pos x="967" y="686"/>
                  </a:cxn>
                  <a:cxn ang="0">
                    <a:pos x="963" y="686"/>
                  </a:cxn>
                  <a:cxn ang="0">
                    <a:pos x="946" y="687"/>
                  </a:cxn>
                  <a:cxn ang="0">
                    <a:pos x="917" y="688"/>
                  </a:cxn>
                  <a:cxn ang="0">
                    <a:pos x="879" y="695"/>
                  </a:cxn>
                  <a:cxn ang="0">
                    <a:pos x="831" y="709"/>
                  </a:cxn>
                  <a:cxn ang="0">
                    <a:pos x="776" y="730"/>
                  </a:cxn>
                  <a:cxn ang="0">
                    <a:pos x="724" y="760"/>
                  </a:cxn>
                  <a:cxn ang="0">
                    <a:pos x="677" y="799"/>
                  </a:cxn>
                  <a:cxn ang="0">
                    <a:pos x="636" y="843"/>
                  </a:cxn>
                  <a:cxn ang="0">
                    <a:pos x="605" y="888"/>
                  </a:cxn>
                  <a:cxn ang="0">
                    <a:pos x="582" y="932"/>
                  </a:cxn>
                  <a:cxn ang="0">
                    <a:pos x="567" y="965"/>
                  </a:cxn>
                  <a:cxn ang="0">
                    <a:pos x="559" y="982"/>
                  </a:cxn>
                  <a:cxn ang="0">
                    <a:pos x="553" y="981"/>
                  </a:cxn>
                  <a:cxn ang="0">
                    <a:pos x="511" y="957"/>
                  </a:cxn>
                  <a:cxn ang="0">
                    <a:pos x="429" y="909"/>
                  </a:cxn>
                  <a:cxn ang="0">
                    <a:pos x="333" y="854"/>
                  </a:cxn>
                  <a:cxn ang="0">
                    <a:pos x="278" y="822"/>
                  </a:cxn>
                  <a:cxn ang="0">
                    <a:pos x="263" y="814"/>
                  </a:cxn>
                  <a:cxn ang="0">
                    <a:pos x="239" y="829"/>
                  </a:cxn>
                  <a:cxn ang="0">
                    <a:pos x="177" y="865"/>
                  </a:cxn>
                  <a:cxn ang="0">
                    <a:pos x="87" y="916"/>
                  </a:cxn>
                  <a:cxn ang="0">
                    <a:pos x="25" y="952"/>
                  </a:cxn>
                  <a:cxn ang="0">
                    <a:pos x="1" y="967"/>
                  </a:cxn>
                  <a:cxn ang="0">
                    <a:pos x="2" y="956"/>
                  </a:cxn>
                  <a:cxn ang="0">
                    <a:pos x="12" y="915"/>
                  </a:cxn>
                  <a:cxn ang="0">
                    <a:pos x="28" y="842"/>
                  </a:cxn>
                  <a:cxn ang="0">
                    <a:pos x="57" y="754"/>
                  </a:cxn>
                  <a:cxn ang="0">
                    <a:pos x="102" y="660"/>
                  </a:cxn>
                  <a:cxn ang="0">
                    <a:pos x="161" y="560"/>
                  </a:cxn>
                  <a:cxn ang="0">
                    <a:pos x="232" y="467"/>
                  </a:cxn>
                  <a:cxn ang="0">
                    <a:pos x="314" y="384"/>
                  </a:cxn>
                  <a:cxn ang="0">
                    <a:pos x="406" y="311"/>
                  </a:cxn>
                  <a:cxn ang="0">
                    <a:pos x="507" y="250"/>
                  </a:cxn>
                  <a:cxn ang="0">
                    <a:pos x="618" y="201"/>
                  </a:cxn>
                  <a:cxn ang="0">
                    <a:pos x="724" y="167"/>
                  </a:cxn>
                  <a:cxn ang="0">
                    <a:pos x="817" y="147"/>
                  </a:cxn>
                </a:cxnLst>
                <a:rect l="0" t="0" r="r" b="b"/>
                <a:pathLst>
                  <a:path w="1207" h="985">
                    <a:moveTo>
                      <a:pt x="859" y="142"/>
                    </a:moveTo>
                    <a:lnTo>
                      <a:pt x="872" y="142"/>
                    </a:lnTo>
                    <a:lnTo>
                      <a:pt x="884" y="141"/>
                    </a:lnTo>
                    <a:lnTo>
                      <a:pt x="896" y="140"/>
                    </a:lnTo>
                    <a:lnTo>
                      <a:pt x="906" y="139"/>
                    </a:lnTo>
                    <a:lnTo>
                      <a:pt x="916" y="139"/>
                    </a:lnTo>
                    <a:lnTo>
                      <a:pt x="925" y="138"/>
                    </a:lnTo>
                    <a:lnTo>
                      <a:pt x="933" y="138"/>
                    </a:lnTo>
                    <a:lnTo>
                      <a:pt x="940" y="137"/>
                    </a:lnTo>
                    <a:lnTo>
                      <a:pt x="946" y="137"/>
                    </a:lnTo>
                    <a:lnTo>
                      <a:pt x="952" y="137"/>
                    </a:lnTo>
                    <a:lnTo>
                      <a:pt x="956" y="136"/>
                    </a:lnTo>
                    <a:lnTo>
                      <a:pt x="960" y="136"/>
                    </a:lnTo>
                    <a:lnTo>
                      <a:pt x="963" y="136"/>
                    </a:lnTo>
                    <a:lnTo>
                      <a:pt x="965" y="136"/>
                    </a:lnTo>
                    <a:lnTo>
                      <a:pt x="967" y="136"/>
                    </a:lnTo>
                    <a:lnTo>
                      <a:pt x="967" y="135"/>
                    </a:lnTo>
                    <a:lnTo>
                      <a:pt x="967" y="133"/>
                    </a:lnTo>
                    <a:lnTo>
                      <a:pt x="967" y="131"/>
                    </a:lnTo>
                    <a:lnTo>
                      <a:pt x="967" y="129"/>
                    </a:lnTo>
                    <a:lnTo>
                      <a:pt x="967" y="126"/>
                    </a:lnTo>
                    <a:lnTo>
                      <a:pt x="967" y="123"/>
                    </a:lnTo>
                    <a:lnTo>
                      <a:pt x="967" y="119"/>
                    </a:lnTo>
                    <a:lnTo>
                      <a:pt x="967" y="114"/>
                    </a:lnTo>
                    <a:lnTo>
                      <a:pt x="967" y="109"/>
                    </a:lnTo>
                    <a:lnTo>
                      <a:pt x="967" y="104"/>
                    </a:lnTo>
                    <a:lnTo>
                      <a:pt x="967" y="98"/>
                    </a:lnTo>
                    <a:lnTo>
                      <a:pt x="967" y="91"/>
                    </a:lnTo>
                    <a:lnTo>
                      <a:pt x="967" y="84"/>
                    </a:lnTo>
                    <a:lnTo>
                      <a:pt x="967" y="76"/>
                    </a:lnTo>
                    <a:lnTo>
                      <a:pt x="967" y="68"/>
                    </a:lnTo>
                    <a:lnTo>
                      <a:pt x="967" y="60"/>
                    </a:lnTo>
                    <a:lnTo>
                      <a:pt x="967" y="52"/>
                    </a:lnTo>
                    <a:lnTo>
                      <a:pt x="967" y="45"/>
                    </a:lnTo>
                    <a:lnTo>
                      <a:pt x="967" y="38"/>
                    </a:lnTo>
                    <a:lnTo>
                      <a:pt x="967" y="32"/>
                    </a:lnTo>
                    <a:lnTo>
                      <a:pt x="967" y="26"/>
                    </a:lnTo>
                    <a:lnTo>
                      <a:pt x="967" y="21"/>
                    </a:lnTo>
                    <a:lnTo>
                      <a:pt x="967" y="17"/>
                    </a:lnTo>
                    <a:lnTo>
                      <a:pt x="967" y="13"/>
                    </a:lnTo>
                    <a:lnTo>
                      <a:pt x="967" y="10"/>
                    </a:lnTo>
                    <a:lnTo>
                      <a:pt x="967" y="7"/>
                    </a:lnTo>
                    <a:lnTo>
                      <a:pt x="967" y="4"/>
                    </a:lnTo>
                    <a:lnTo>
                      <a:pt x="967" y="2"/>
                    </a:lnTo>
                    <a:lnTo>
                      <a:pt x="967" y="1"/>
                    </a:lnTo>
                    <a:lnTo>
                      <a:pt x="967" y="0"/>
                    </a:lnTo>
                    <a:lnTo>
                      <a:pt x="967" y="1"/>
                    </a:lnTo>
                    <a:lnTo>
                      <a:pt x="969" y="3"/>
                    </a:lnTo>
                    <a:lnTo>
                      <a:pt x="971" y="7"/>
                    </a:lnTo>
                    <a:lnTo>
                      <a:pt x="974" y="13"/>
                    </a:lnTo>
                    <a:lnTo>
                      <a:pt x="979" y="20"/>
                    </a:lnTo>
                    <a:lnTo>
                      <a:pt x="984" y="29"/>
                    </a:lnTo>
                    <a:lnTo>
                      <a:pt x="990" y="39"/>
                    </a:lnTo>
                    <a:lnTo>
                      <a:pt x="997" y="51"/>
                    </a:lnTo>
                    <a:lnTo>
                      <a:pt x="1005" y="65"/>
                    </a:lnTo>
                    <a:lnTo>
                      <a:pt x="1014" y="80"/>
                    </a:lnTo>
                    <a:lnTo>
                      <a:pt x="1023" y="97"/>
                    </a:lnTo>
                    <a:lnTo>
                      <a:pt x="1034" y="116"/>
                    </a:lnTo>
                    <a:lnTo>
                      <a:pt x="1046" y="136"/>
                    </a:lnTo>
                    <a:lnTo>
                      <a:pt x="1058" y="157"/>
                    </a:lnTo>
                    <a:lnTo>
                      <a:pt x="1072" y="181"/>
                    </a:lnTo>
                    <a:lnTo>
                      <a:pt x="1086" y="205"/>
                    </a:lnTo>
                    <a:lnTo>
                      <a:pt x="1101" y="230"/>
                    </a:lnTo>
                    <a:lnTo>
                      <a:pt x="1114" y="254"/>
                    </a:lnTo>
                    <a:lnTo>
                      <a:pt x="1127" y="275"/>
                    </a:lnTo>
                    <a:lnTo>
                      <a:pt x="1139" y="295"/>
                    </a:lnTo>
                    <a:lnTo>
                      <a:pt x="1149" y="314"/>
                    </a:lnTo>
                    <a:lnTo>
                      <a:pt x="1159" y="331"/>
                    </a:lnTo>
                    <a:lnTo>
                      <a:pt x="1168" y="346"/>
                    </a:lnTo>
                    <a:lnTo>
                      <a:pt x="1176" y="359"/>
                    </a:lnTo>
                    <a:lnTo>
                      <a:pt x="1183" y="372"/>
                    </a:lnTo>
                    <a:lnTo>
                      <a:pt x="1189" y="382"/>
                    </a:lnTo>
                    <a:lnTo>
                      <a:pt x="1194" y="391"/>
                    </a:lnTo>
                    <a:lnTo>
                      <a:pt x="1198" y="398"/>
                    </a:lnTo>
                    <a:lnTo>
                      <a:pt x="1202" y="404"/>
                    </a:lnTo>
                    <a:lnTo>
                      <a:pt x="1204" y="408"/>
                    </a:lnTo>
                    <a:lnTo>
                      <a:pt x="1205" y="410"/>
                    </a:lnTo>
                    <a:lnTo>
                      <a:pt x="1206" y="411"/>
                    </a:lnTo>
                    <a:lnTo>
                      <a:pt x="1205" y="412"/>
                    </a:lnTo>
                    <a:lnTo>
                      <a:pt x="1204" y="414"/>
                    </a:lnTo>
                    <a:lnTo>
                      <a:pt x="1202" y="418"/>
                    </a:lnTo>
                    <a:lnTo>
                      <a:pt x="1198" y="424"/>
                    </a:lnTo>
                    <a:lnTo>
                      <a:pt x="1194" y="431"/>
                    </a:lnTo>
                    <a:lnTo>
                      <a:pt x="1189" y="440"/>
                    </a:lnTo>
                    <a:lnTo>
                      <a:pt x="1183" y="450"/>
                    </a:lnTo>
                    <a:lnTo>
                      <a:pt x="1176" y="462"/>
                    </a:lnTo>
                    <a:lnTo>
                      <a:pt x="1168" y="476"/>
                    </a:lnTo>
                    <a:lnTo>
                      <a:pt x="1159" y="491"/>
                    </a:lnTo>
                    <a:lnTo>
                      <a:pt x="1149" y="508"/>
                    </a:lnTo>
                    <a:lnTo>
                      <a:pt x="1139" y="527"/>
                    </a:lnTo>
                    <a:lnTo>
                      <a:pt x="1127" y="547"/>
                    </a:lnTo>
                    <a:lnTo>
                      <a:pt x="1114" y="569"/>
                    </a:lnTo>
                    <a:lnTo>
                      <a:pt x="1101" y="592"/>
                    </a:lnTo>
                    <a:lnTo>
                      <a:pt x="1086" y="617"/>
                    </a:lnTo>
                    <a:lnTo>
                      <a:pt x="1072" y="642"/>
                    </a:lnTo>
                    <a:lnTo>
                      <a:pt x="1058" y="666"/>
                    </a:lnTo>
                    <a:lnTo>
                      <a:pt x="1046" y="687"/>
                    </a:lnTo>
                    <a:lnTo>
                      <a:pt x="1034" y="708"/>
                    </a:lnTo>
                    <a:lnTo>
                      <a:pt x="1023" y="726"/>
                    </a:lnTo>
                    <a:lnTo>
                      <a:pt x="1014" y="743"/>
                    </a:lnTo>
                    <a:lnTo>
                      <a:pt x="1005" y="758"/>
                    </a:lnTo>
                    <a:lnTo>
                      <a:pt x="997" y="772"/>
                    </a:lnTo>
                    <a:lnTo>
                      <a:pt x="990" y="784"/>
                    </a:lnTo>
                    <a:lnTo>
                      <a:pt x="984" y="795"/>
                    </a:lnTo>
                    <a:lnTo>
                      <a:pt x="979" y="803"/>
                    </a:lnTo>
                    <a:lnTo>
                      <a:pt x="974" y="811"/>
                    </a:lnTo>
                    <a:lnTo>
                      <a:pt x="971" y="816"/>
                    </a:lnTo>
                    <a:lnTo>
                      <a:pt x="969" y="820"/>
                    </a:lnTo>
                    <a:lnTo>
                      <a:pt x="967" y="823"/>
                    </a:lnTo>
                    <a:lnTo>
                      <a:pt x="967" y="824"/>
                    </a:lnTo>
                    <a:lnTo>
                      <a:pt x="967" y="823"/>
                    </a:lnTo>
                    <a:lnTo>
                      <a:pt x="967" y="821"/>
                    </a:lnTo>
                    <a:lnTo>
                      <a:pt x="967" y="819"/>
                    </a:lnTo>
                    <a:lnTo>
                      <a:pt x="967" y="817"/>
                    </a:lnTo>
                    <a:lnTo>
                      <a:pt x="967" y="814"/>
                    </a:lnTo>
                    <a:lnTo>
                      <a:pt x="967" y="810"/>
                    </a:lnTo>
                    <a:lnTo>
                      <a:pt x="967" y="806"/>
                    </a:lnTo>
                    <a:lnTo>
                      <a:pt x="967" y="802"/>
                    </a:lnTo>
                    <a:lnTo>
                      <a:pt x="967" y="797"/>
                    </a:lnTo>
                    <a:lnTo>
                      <a:pt x="967" y="791"/>
                    </a:lnTo>
                    <a:lnTo>
                      <a:pt x="967" y="785"/>
                    </a:lnTo>
                    <a:lnTo>
                      <a:pt x="967" y="778"/>
                    </a:lnTo>
                    <a:lnTo>
                      <a:pt x="967" y="771"/>
                    </a:lnTo>
                    <a:lnTo>
                      <a:pt x="967" y="763"/>
                    </a:lnTo>
                    <a:lnTo>
                      <a:pt x="967" y="755"/>
                    </a:lnTo>
                    <a:lnTo>
                      <a:pt x="967" y="746"/>
                    </a:lnTo>
                    <a:lnTo>
                      <a:pt x="967" y="739"/>
                    </a:lnTo>
                    <a:lnTo>
                      <a:pt x="967" y="731"/>
                    </a:lnTo>
                    <a:lnTo>
                      <a:pt x="967" y="725"/>
                    </a:lnTo>
                    <a:lnTo>
                      <a:pt x="967" y="719"/>
                    </a:lnTo>
                    <a:lnTo>
                      <a:pt x="967" y="713"/>
                    </a:lnTo>
                    <a:lnTo>
                      <a:pt x="967" y="708"/>
                    </a:lnTo>
                    <a:lnTo>
                      <a:pt x="967" y="703"/>
                    </a:lnTo>
                    <a:lnTo>
                      <a:pt x="967" y="699"/>
                    </a:lnTo>
                    <a:lnTo>
                      <a:pt x="967" y="696"/>
                    </a:lnTo>
                    <a:lnTo>
                      <a:pt x="967" y="693"/>
                    </a:lnTo>
                    <a:lnTo>
                      <a:pt x="967" y="690"/>
                    </a:lnTo>
                    <a:lnTo>
                      <a:pt x="967" y="688"/>
                    </a:lnTo>
                    <a:lnTo>
                      <a:pt x="967" y="687"/>
                    </a:lnTo>
                    <a:lnTo>
                      <a:pt x="967" y="686"/>
                    </a:lnTo>
                    <a:lnTo>
                      <a:pt x="966" y="686"/>
                    </a:lnTo>
                    <a:lnTo>
                      <a:pt x="965" y="686"/>
                    </a:lnTo>
                    <a:lnTo>
                      <a:pt x="964" y="686"/>
                    </a:lnTo>
                    <a:lnTo>
                      <a:pt x="963" y="686"/>
                    </a:lnTo>
                    <a:lnTo>
                      <a:pt x="961" y="686"/>
                    </a:lnTo>
                    <a:lnTo>
                      <a:pt x="959" y="686"/>
                    </a:lnTo>
                    <a:lnTo>
                      <a:pt x="956" y="687"/>
                    </a:lnTo>
                    <a:lnTo>
                      <a:pt x="953" y="687"/>
                    </a:lnTo>
                    <a:lnTo>
                      <a:pt x="950" y="687"/>
                    </a:lnTo>
                    <a:lnTo>
                      <a:pt x="946" y="687"/>
                    </a:lnTo>
                    <a:lnTo>
                      <a:pt x="942" y="687"/>
                    </a:lnTo>
                    <a:lnTo>
                      <a:pt x="938" y="687"/>
                    </a:lnTo>
                    <a:lnTo>
                      <a:pt x="933" y="687"/>
                    </a:lnTo>
                    <a:lnTo>
                      <a:pt x="928" y="688"/>
                    </a:lnTo>
                    <a:lnTo>
                      <a:pt x="923" y="688"/>
                    </a:lnTo>
                    <a:lnTo>
                      <a:pt x="917" y="688"/>
                    </a:lnTo>
                    <a:lnTo>
                      <a:pt x="912" y="689"/>
                    </a:lnTo>
                    <a:lnTo>
                      <a:pt x="905" y="690"/>
                    </a:lnTo>
                    <a:lnTo>
                      <a:pt x="899" y="691"/>
                    </a:lnTo>
                    <a:lnTo>
                      <a:pt x="892" y="692"/>
                    </a:lnTo>
                    <a:lnTo>
                      <a:pt x="886" y="693"/>
                    </a:lnTo>
                    <a:lnTo>
                      <a:pt x="879" y="695"/>
                    </a:lnTo>
                    <a:lnTo>
                      <a:pt x="871" y="697"/>
                    </a:lnTo>
                    <a:lnTo>
                      <a:pt x="864" y="699"/>
                    </a:lnTo>
                    <a:lnTo>
                      <a:pt x="856" y="701"/>
                    </a:lnTo>
                    <a:lnTo>
                      <a:pt x="848" y="703"/>
                    </a:lnTo>
                    <a:lnTo>
                      <a:pt x="839" y="706"/>
                    </a:lnTo>
                    <a:lnTo>
                      <a:pt x="831" y="709"/>
                    </a:lnTo>
                    <a:lnTo>
                      <a:pt x="822" y="712"/>
                    </a:lnTo>
                    <a:lnTo>
                      <a:pt x="813" y="715"/>
                    </a:lnTo>
                    <a:lnTo>
                      <a:pt x="804" y="719"/>
                    </a:lnTo>
                    <a:lnTo>
                      <a:pt x="794" y="722"/>
                    </a:lnTo>
                    <a:lnTo>
                      <a:pt x="785" y="726"/>
                    </a:lnTo>
                    <a:lnTo>
                      <a:pt x="776" y="730"/>
                    </a:lnTo>
                    <a:lnTo>
                      <a:pt x="767" y="735"/>
                    </a:lnTo>
                    <a:lnTo>
                      <a:pt x="758" y="739"/>
                    </a:lnTo>
                    <a:lnTo>
                      <a:pt x="749" y="744"/>
                    </a:lnTo>
                    <a:lnTo>
                      <a:pt x="741" y="749"/>
                    </a:lnTo>
                    <a:lnTo>
                      <a:pt x="732" y="755"/>
                    </a:lnTo>
                    <a:lnTo>
                      <a:pt x="724" y="760"/>
                    </a:lnTo>
                    <a:lnTo>
                      <a:pt x="716" y="766"/>
                    </a:lnTo>
                    <a:lnTo>
                      <a:pt x="708" y="772"/>
                    </a:lnTo>
                    <a:lnTo>
                      <a:pt x="700" y="779"/>
                    </a:lnTo>
                    <a:lnTo>
                      <a:pt x="692" y="785"/>
                    </a:lnTo>
                    <a:lnTo>
                      <a:pt x="685" y="792"/>
                    </a:lnTo>
                    <a:lnTo>
                      <a:pt x="677" y="799"/>
                    </a:lnTo>
                    <a:lnTo>
                      <a:pt x="670" y="806"/>
                    </a:lnTo>
                    <a:lnTo>
                      <a:pt x="663" y="814"/>
                    </a:lnTo>
                    <a:lnTo>
                      <a:pt x="656" y="821"/>
                    </a:lnTo>
                    <a:lnTo>
                      <a:pt x="649" y="829"/>
                    </a:lnTo>
                    <a:lnTo>
                      <a:pt x="643" y="836"/>
                    </a:lnTo>
                    <a:lnTo>
                      <a:pt x="636" y="843"/>
                    </a:lnTo>
                    <a:lnTo>
                      <a:pt x="631" y="851"/>
                    </a:lnTo>
                    <a:lnTo>
                      <a:pt x="625" y="858"/>
                    </a:lnTo>
                    <a:lnTo>
                      <a:pt x="619" y="866"/>
                    </a:lnTo>
                    <a:lnTo>
                      <a:pt x="614" y="873"/>
                    </a:lnTo>
                    <a:lnTo>
                      <a:pt x="609" y="880"/>
                    </a:lnTo>
                    <a:lnTo>
                      <a:pt x="605" y="888"/>
                    </a:lnTo>
                    <a:lnTo>
                      <a:pt x="600" y="895"/>
                    </a:lnTo>
                    <a:lnTo>
                      <a:pt x="596" y="903"/>
                    </a:lnTo>
                    <a:lnTo>
                      <a:pt x="592" y="910"/>
                    </a:lnTo>
                    <a:lnTo>
                      <a:pt x="588" y="917"/>
                    </a:lnTo>
                    <a:lnTo>
                      <a:pt x="585" y="925"/>
                    </a:lnTo>
                    <a:lnTo>
                      <a:pt x="582" y="932"/>
                    </a:lnTo>
                    <a:lnTo>
                      <a:pt x="579" y="939"/>
                    </a:lnTo>
                    <a:lnTo>
                      <a:pt x="576" y="945"/>
                    </a:lnTo>
                    <a:lnTo>
                      <a:pt x="573" y="951"/>
                    </a:lnTo>
                    <a:lnTo>
                      <a:pt x="571" y="956"/>
                    </a:lnTo>
                    <a:lnTo>
                      <a:pt x="569" y="961"/>
                    </a:lnTo>
                    <a:lnTo>
                      <a:pt x="567" y="965"/>
                    </a:lnTo>
                    <a:lnTo>
                      <a:pt x="565" y="969"/>
                    </a:lnTo>
                    <a:lnTo>
                      <a:pt x="563" y="973"/>
                    </a:lnTo>
                    <a:lnTo>
                      <a:pt x="562" y="976"/>
                    </a:lnTo>
                    <a:lnTo>
                      <a:pt x="561" y="978"/>
                    </a:lnTo>
                    <a:lnTo>
                      <a:pt x="560" y="980"/>
                    </a:lnTo>
                    <a:lnTo>
                      <a:pt x="559" y="982"/>
                    </a:lnTo>
                    <a:lnTo>
                      <a:pt x="558" y="983"/>
                    </a:lnTo>
                    <a:lnTo>
                      <a:pt x="558" y="984"/>
                    </a:lnTo>
                    <a:lnTo>
                      <a:pt x="557" y="984"/>
                    </a:lnTo>
                    <a:lnTo>
                      <a:pt x="556" y="983"/>
                    </a:lnTo>
                    <a:lnTo>
                      <a:pt x="553" y="981"/>
                    </a:lnTo>
                    <a:lnTo>
                      <a:pt x="549" y="979"/>
                    </a:lnTo>
                    <a:lnTo>
                      <a:pt x="544" y="976"/>
                    </a:lnTo>
                    <a:lnTo>
                      <a:pt x="537" y="972"/>
                    </a:lnTo>
                    <a:lnTo>
                      <a:pt x="530" y="968"/>
                    </a:lnTo>
                    <a:lnTo>
                      <a:pt x="521" y="963"/>
                    </a:lnTo>
                    <a:lnTo>
                      <a:pt x="511" y="957"/>
                    </a:lnTo>
                    <a:lnTo>
                      <a:pt x="501" y="951"/>
                    </a:lnTo>
                    <a:lnTo>
                      <a:pt x="489" y="944"/>
                    </a:lnTo>
                    <a:lnTo>
                      <a:pt x="475" y="936"/>
                    </a:lnTo>
                    <a:lnTo>
                      <a:pt x="461" y="928"/>
                    </a:lnTo>
                    <a:lnTo>
                      <a:pt x="445" y="919"/>
                    </a:lnTo>
                    <a:lnTo>
                      <a:pt x="429" y="909"/>
                    </a:lnTo>
                    <a:lnTo>
                      <a:pt x="411" y="899"/>
                    </a:lnTo>
                    <a:lnTo>
                      <a:pt x="393" y="889"/>
                    </a:lnTo>
                    <a:lnTo>
                      <a:pt x="376" y="879"/>
                    </a:lnTo>
                    <a:lnTo>
                      <a:pt x="361" y="870"/>
                    </a:lnTo>
                    <a:lnTo>
                      <a:pt x="347" y="862"/>
                    </a:lnTo>
                    <a:lnTo>
                      <a:pt x="333" y="854"/>
                    </a:lnTo>
                    <a:lnTo>
                      <a:pt x="321" y="847"/>
                    </a:lnTo>
                    <a:lnTo>
                      <a:pt x="310" y="841"/>
                    </a:lnTo>
                    <a:lnTo>
                      <a:pt x="301" y="835"/>
                    </a:lnTo>
                    <a:lnTo>
                      <a:pt x="292" y="830"/>
                    </a:lnTo>
                    <a:lnTo>
                      <a:pt x="284" y="826"/>
                    </a:lnTo>
                    <a:lnTo>
                      <a:pt x="278" y="822"/>
                    </a:lnTo>
                    <a:lnTo>
                      <a:pt x="273" y="819"/>
                    </a:lnTo>
                    <a:lnTo>
                      <a:pt x="269" y="817"/>
                    </a:lnTo>
                    <a:lnTo>
                      <a:pt x="266" y="815"/>
                    </a:lnTo>
                    <a:lnTo>
                      <a:pt x="264" y="814"/>
                    </a:lnTo>
                    <a:lnTo>
                      <a:pt x="263" y="814"/>
                    </a:lnTo>
                    <a:lnTo>
                      <a:pt x="262" y="815"/>
                    </a:lnTo>
                    <a:lnTo>
                      <a:pt x="259" y="817"/>
                    </a:lnTo>
                    <a:lnTo>
                      <a:pt x="256" y="819"/>
                    </a:lnTo>
                    <a:lnTo>
                      <a:pt x="251" y="822"/>
                    </a:lnTo>
                    <a:lnTo>
                      <a:pt x="245" y="825"/>
                    </a:lnTo>
                    <a:lnTo>
                      <a:pt x="239" y="829"/>
                    </a:lnTo>
                    <a:lnTo>
                      <a:pt x="231" y="833"/>
                    </a:lnTo>
                    <a:lnTo>
                      <a:pt x="222" y="838"/>
                    </a:lnTo>
                    <a:lnTo>
                      <a:pt x="212" y="844"/>
                    </a:lnTo>
                    <a:lnTo>
                      <a:pt x="201" y="850"/>
                    </a:lnTo>
                    <a:lnTo>
                      <a:pt x="190" y="857"/>
                    </a:lnTo>
                    <a:lnTo>
                      <a:pt x="177" y="865"/>
                    </a:lnTo>
                    <a:lnTo>
                      <a:pt x="163" y="873"/>
                    </a:lnTo>
                    <a:lnTo>
                      <a:pt x="148" y="881"/>
                    </a:lnTo>
                    <a:lnTo>
                      <a:pt x="132" y="891"/>
                    </a:lnTo>
                    <a:lnTo>
                      <a:pt x="116" y="900"/>
                    </a:lnTo>
                    <a:lnTo>
                      <a:pt x="101" y="908"/>
                    </a:lnTo>
                    <a:lnTo>
                      <a:pt x="87" y="916"/>
                    </a:lnTo>
                    <a:lnTo>
                      <a:pt x="74" y="924"/>
                    </a:lnTo>
                    <a:lnTo>
                      <a:pt x="62" y="931"/>
                    </a:lnTo>
                    <a:lnTo>
                      <a:pt x="52" y="937"/>
                    </a:lnTo>
                    <a:lnTo>
                      <a:pt x="42" y="943"/>
                    </a:lnTo>
                    <a:lnTo>
                      <a:pt x="33" y="948"/>
                    </a:lnTo>
                    <a:lnTo>
                      <a:pt x="25" y="952"/>
                    </a:lnTo>
                    <a:lnTo>
                      <a:pt x="19" y="956"/>
                    </a:lnTo>
                    <a:lnTo>
                      <a:pt x="13" y="959"/>
                    </a:lnTo>
                    <a:lnTo>
                      <a:pt x="8" y="962"/>
                    </a:lnTo>
                    <a:lnTo>
                      <a:pt x="5" y="964"/>
                    </a:lnTo>
                    <a:lnTo>
                      <a:pt x="2" y="966"/>
                    </a:lnTo>
                    <a:lnTo>
                      <a:pt x="1" y="967"/>
                    </a:lnTo>
                    <a:lnTo>
                      <a:pt x="0" y="967"/>
                    </a:lnTo>
                    <a:lnTo>
                      <a:pt x="0" y="965"/>
                    </a:lnTo>
                    <a:lnTo>
                      <a:pt x="1" y="963"/>
                    </a:lnTo>
                    <a:lnTo>
                      <a:pt x="2" y="960"/>
                    </a:lnTo>
                    <a:lnTo>
                      <a:pt x="2" y="956"/>
                    </a:lnTo>
                    <a:lnTo>
                      <a:pt x="4" y="951"/>
                    </a:lnTo>
                    <a:lnTo>
                      <a:pt x="5" y="946"/>
                    </a:lnTo>
                    <a:lnTo>
                      <a:pt x="6" y="939"/>
                    </a:lnTo>
                    <a:lnTo>
                      <a:pt x="8" y="932"/>
                    </a:lnTo>
                    <a:lnTo>
                      <a:pt x="10" y="924"/>
                    </a:lnTo>
                    <a:lnTo>
                      <a:pt x="12" y="915"/>
                    </a:lnTo>
                    <a:lnTo>
                      <a:pt x="14" y="905"/>
                    </a:lnTo>
                    <a:lnTo>
                      <a:pt x="16" y="894"/>
                    </a:lnTo>
                    <a:lnTo>
                      <a:pt x="19" y="882"/>
                    </a:lnTo>
                    <a:lnTo>
                      <a:pt x="22" y="870"/>
                    </a:lnTo>
                    <a:lnTo>
                      <a:pt x="25" y="856"/>
                    </a:lnTo>
                    <a:lnTo>
                      <a:pt x="28" y="842"/>
                    </a:lnTo>
                    <a:lnTo>
                      <a:pt x="32" y="828"/>
                    </a:lnTo>
                    <a:lnTo>
                      <a:pt x="36" y="814"/>
                    </a:lnTo>
                    <a:lnTo>
                      <a:pt x="41" y="799"/>
                    </a:lnTo>
                    <a:lnTo>
                      <a:pt x="46" y="784"/>
                    </a:lnTo>
                    <a:lnTo>
                      <a:pt x="51" y="769"/>
                    </a:lnTo>
                    <a:lnTo>
                      <a:pt x="57" y="754"/>
                    </a:lnTo>
                    <a:lnTo>
                      <a:pt x="64" y="739"/>
                    </a:lnTo>
                    <a:lnTo>
                      <a:pt x="70" y="724"/>
                    </a:lnTo>
                    <a:lnTo>
                      <a:pt x="78" y="708"/>
                    </a:lnTo>
                    <a:lnTo>
                      <a:pt x="85" y="692"/>
                    </a:lnTo>
                    <a:lnTo>
                      <a:pt x="93" y="676"/>
                    </a:lnTo>
                    <a:lnTo>
                      <a:pt x="102" y="660"/>
                    </a:lnTo>
                    <a:lnTo>
                      <a:pt x="111" y="643"/>
                    </a:lnTo>
                    <a:lnTo>
                      <a:pt x="120" y="626"/>
                    </a:lnTo>
                    <a:lnTo>
                      <a:pt x="130" y="610"/>
                    </a:lnTo>
                    <a:lnTo>
                      <a:pt x="140" y="593"/>
                    </a:lnTo>
                    <a:lnTo>
                      <a:pt x="151" y="576"/>
                    </a:lnTo>
                    <a:lnTo>
                      <a:pt x="161" y="560"/>
                    </a:lnTo>
                    <a:lnTo>
                      <a:pt x="173" y="544"/>
                    </a:lnTo>
                    <a:lnTo>
                      <a:pt x="184" y="528"/>
                    </a:lnTo>
                    <a:lnTo>
                      <a:pt x="196" y="512"/>
                    </a:lnTo>
                    <a:lnTo>
                      <a:pt x="208" y="497"/>
                    </a:lnTo>
                    <a:lnTo>
                      <a:pt x="220" y="482"/>
                    </a:lnTo>
                    <a:lnTo>
                      <a:pt x="232" y="467"/>
                    </a:lnTo>
                    <a:lnTo>
                      <a:pt x="245" y="453"/>
                    </a:lnTo>
                    <a:lnTo>
                      <a:pt x="258" y="438"/>
                    </a:lnTo>
                    <a:lnTo>
                      <a:pt x="272" y="424"/>
                    </a:lnTo>
                    <a:lnTo>
                      <a:pt x="286" y="411"/>
                    </a:lnTo>
                    <a:lnTo>
                      <a:pt x="300" y="397"/>
                    </a:lnTo>
                    <a:lnTo>
                      <a:pt x="314" y="384"/>
                    </a:lnTo>
                    <a:lnTo>
                      <a:pt x="329" y="371"/>
                    </a:lnTo>
                    <a:lnTo>
                      <a:pt x="344" y="358"/>
                    </a:lnTo>
                    <a:lnTo>
                      <a:pt x="359" y="346"/>
                    </a:lnTo>
                    <a:lnTo>
                      <a:pt x="374" y="334"/>
                    </a:lnTo>
                    <a:lnTo>
                      <a:pt x="390" y="322"/>
                    </a:lnTo>
                    <a:lnTo>
                      <a:pt x="406" y="311"/>
                    </a:lnTo>
                    <a:lnTo>
                      <a:pt x="422" y="300"/>
                    </a:lnTo>
                    <a:lnTo>
                      <a:pt x="439" y="289"/>
                    </a:lnTo>
                    <a:lnTo>
                      <a:pt x="456" y="279"/>
                    </a:lnTo>
                    <a:lnTo>
                      <a:pt x="473" y="269"/>
                    </a:lnTo>
                    <a:lnTo>
                      <a:pt x="490" y="259"/>
                    </a:lnTo>
                    <a:lnTo>
                      <a:pt x="507" y="250"/>
                    </a:lnTo>
                    <a:lnTo>
                      <a:pt x="525" y="241"/>
                    </a:lnTo>
                    <a:lnTo>
                      <a:pt x="543" y="232"/>
                    </a:lnTo>
                    <a:lnTo>
                      <a:pt x="562" y="224"/>
                    </a:lnTo>
                    <a:lnTo>
                      <a:pt x="580" y="216"/>
                    </a:lnTo>
                    <a:lnTo>
                      <a:pt x="599" y="208"/>
                    </a:lnTo>
                    <a:lnTo>
                      <a:pt x="618" y="201"/>
                    </a:lnTo>
                    <a:lnTo>
                      <a:pt x="636" y="194"/>
                    </a:lnTo>
                    <a:lnTo>
                      <a:pt x="655" y="188"/>
                    </a:lnTo>
                    <a:lnTo>
                      <a:pt x="672" y="182"/>
                    </a:lnTo>
                    <a:lnTo>
                      <a:pt x="690" y="176"/>
                    </a:lnTo>
                    <a:lnTo>
                      <a:pt x="707" y="171"/>
                    </a:lnTo>
                    <a:lnTo>
                      <a:pt x="724" y="167"/>
                    </a:lnTo>
                    <a:lnTo>
                      <a:pt x="740" y="162"/>
                    </a:lnTo>
                    <a:lnTo>
                      <a:pt x="756" y="158"/>
                    </a:lnTo>
                    <a:lnTo>
                      <a:pt x="772" y="155"/>
                    </a:lnTo>
                    <a:lnTo>
                      <a:pt x="787" y="152"/>
                    </a:lnTo>
                    <a:lnTo>
                      <a:pt x="802" y="149"/>
                    </a:lnTo>
                    <a:lnTo>
                      <a:pt x="817" y="147"/>
                    </a:lnTo>
                    <a:lnTo>
                      <a:pt x="831" y="145"/>
                    </a:lnTo>
                    <a:lnTo>
                      <a:pt x="845" y="143"/>
                    </a:lnTo>
                    <a:lnTo>
                      <a:pt x="859" y="142"/>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grpSp>
        <p:sp>
          <p:nvSpPr>
            <p:cNvPr id="54312" name="Rectangle 27"/>
            <p:cNvSpPr>
              <a:spLocks noChangeArrowheads="1"/>
            </p:cNvSpPr>
            <p:nvPr/>
          </p:nvSpPr>
          <p:spPr bwMode="gray">
            <a:xfrm>
              <a:off x="1183259" y="4228780"/>
              <a:ext cx="478903" cy="340845"/>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13" name="Rectangle 28"/>
            <p:cNvSpPr>
              <a:spLocks noChangeArrowheads="1"/>
            </p:cNvSpPr>
            <p:nvPr/>
          </p:nvSpPr>
          <p:spPr bwMode="gray">
            <a:xfrm>
              <a:off x="2350150" y="4414838"/>
              <a:ext cx="480745" cy="340845"/>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14" name="Rectangle 29"/>
            <p:cNvSpPr>
              <a:spLocks noChangeArrowheads="1"/>
            </p:cNvSpPr>
            <p:nvPr/>
          </p:nvSpPr>
          <p:spPr bwMode="gray">
            <a:xfrm>
              <a:off x="2108684" y="5488967"/>
              <a:ext cx="480745" cy="340845"/>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15" name="Rectangle 30"/>
            <p:cNvSpPr>
              <a:spLocks noChangeArrowheads="1"/>
            </p:cNvSpPr>
            <p:nvPr/>
          </p:nvSpPr>
          <p:spPr bwMode="gray">
            <a:xfrm>
              <a:off x="1015642" y="5262259"/>
              <a:ext cx="477061" cy="340845"/>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grpSp>
      <p:grpSp>
        <p:nvGrpSpPr>
          <p:cNvPr id="8" name="Group 62"/>
          <p:cNvGrpSpPr>
            <a:grpSpLocks noChangeAspect="1"/>
          </p:cNvGrpSpPr>
          <p:nvPr/>
        </p:nvGrpSpPr>
        <p:grpSpPr bwMode="gray">
          <a:xfrm>
            <a:off x="3728864" y="3915533"/>
            <a:ext cx="2436259" cy="2315685"/>
            <a:chOff x="2123" y="2459"/>
            <a:chExt cx="1388" cy="1438"/>
          </a:xfrm>
        </p:grpSpPr>
        <p:grpSp>
          <p:nvGrpSpPr>
            <p:cNvPr id="9" name="Group 32"/>
            <p:cNvGrpSpPr>
              <a:grpSpLocks/>
            </p:cNvGrpSpPr>
            <p:nvPr/>
          </p:nvGrpSpPr>
          <p:grpSpPr bwMode="gray">
            <a:xfrm>
              <a:off x="2123" y="2459"/>
              <a:ext cx="1388" cy="1438"/>
              <a:chOff x="2157" y="1779"/>
              <a:chExt cx="1944" cy="1885"/>
            </a:xfrm>
          </p:grpSpPr>
          <p:sp>
            <p:nvSpPr>
              <p:cNvPr id="54306" name="Freeform 33"/>
              <p:cNvSpPr>
                <a:spLocks/>
              </p:cNvSpPr>
              <p:nvPr/>
            </p:nvSpPr>
            <p:spPr bwMode="gray">
              <a:xfrm>
                <a:off x="2355" y="1779"/>
                <a:ext cx="973" cy="805"/>
              </a:xfrm>
              <a:custGeom>
                <a:avLst/>
                <a:gdLst>
                  <a:gd name="T0" fmla="*/ 402 w 973"/>
                  <a:gd name="T1" fmla="*/ 804 h 805"/>
                  <a:gd name="T2" fmla="*/ 424 w 973"/>
                  <a:gd name="T3" fmla="*/ 765 h 805"/>
                  <a:gd name="T4" fmla="*/ 450 w 973"/>
                  <a:gd name="T5" fmla="*/ 730 h 805"/>
                  <a:gd name="T6" fmla="*/ 479 w 973"/>
                  <a:gd name="T7" fmla="*/ 698 h 805"/>
                  <a:gd name="T8" fmla="*/ 512 w 973"/>
                  <a:gd name="T9" fmla="*/ 668 h 805"/>
                  <a:gd name="T10" fmla="*/ 548 w 973"/>
                  <a:gd name="T11" fmla="*/ 642 h 805"/>
                  <a:gd name="T12" fmla="*/ 583 w 973"/>
                  <a:gd name="T13" fmla="*/ 621 h 805"/>
                  <a:gd name="T14" fmla="*/ 620 w 973"/>
                  <a:gd name="T15" fmla="*/ 603 h 805"/>
                  <a:gd name="T16" fmla="*/ 660 w 973"/>
                  <a:gd name="T17" fmla="*/ 589 h 805"/>
                  <a:gd name="T18" fmla="*/ 699 w 973"/>
                  <a:gd name="T19" fmla="*/ 579 h 805"/>
                  <a:gd name="T20" fmla="*/ 740 w 973"/>
                  <a:gd name="T21" fmla="*/ 572 h 805"/>
                  <a:gd name="T22" fmla="*/ 752 w 973"/>
                  <a:gd name="T23" fmla="*/ 722 h 805"/>
                  <a:gd name="T24" fmla="*/ 972 w 973"/>
                  <a:gd name="T25" fmla="*/ 356 h 805"/>
                  <a:gd name="T26" fmla="*/ 712 w 973"/>
                  <a:gd name="T27" fmla="*/ 0 h 805"/>
                  <a:gd name="T28" fmla="*/ 713 w 973"/>
                  <a:gd name="T29" fmla="*/ 134 h 805"/>
                  <a:gd name="T30" fmla="*/ 651 w 973"/>
                  <a:gd name="T31" fmla="*/ 142 h 805"/>
                  <a:gd name="T32" fmla="*/ 590 w 973"/>
                  <a:gd name="T33" fmla="*/ 154 h 805"/>
                  <a:gd name="T34" fmla="*/ 530 w 973"/>
                  <a:gd name="T35" fmla="*/ 170 h 805"/>
                  <a:gd name="T36" fmla="*/ 471 w 973"/>
                  <a:gd name="T37" fmla="*/ 191 h 805"/>
                  <a:gd name="T38" fmla="*/ 414 w 973"/>
                  <a:gd name="T39" fmla="*/ 216 h 805"/>
                  <a:gd name="T40" fmla="*/ 359 w 973"/>
                  <a:gd name="T41" fmla="*/ 245 h 805"/>
                  <a:gd name="T42" fmla="*/ 305 w 973"/>
                  <a:gd name="T43" fmla="*/ 278 h 805"/>
                  <a:gd name="T44" fmla="*/ 257 w 973"/>
                  <a:gd name="T45" fmla="*/ 312 h 805"/>
                  <a:gd name="T46" fmla="*/ 212 w 973"/>
                  <a:gd name="T47" fmla="*/ 349 h 805"/>
                  <a:gd name="T48" fmla="*/ 170 w 973"/>
                  <a:gd name="T49" fmla="*/ 390 h 805"/>
                  <a:gd name="T50" fmla="*/ 129 w 973"/>
                  <a:gd name="T51" fmla="*/ 432 h 805"/>
                  <a:gd name="T52" fmla="*/ 92 w 973"/>
                  <a:gd name="T53" fmla="*/ 478 h 805"/>
                  <a:gd name="T54" fmla="*/ 58 w 973"/>
                  <a:gd name="T55" fmla="*/ 526 h 805"/>
                  <a:gd name="T56" fmla="*/ 27 w 973"/>
                  <a:gd name="T57" fmla="*/ 576 h 805"/>
                  <a:gd name="T58" fmla="*/ 0 w 973"/>
                  <a:gd name="T59" fmla="*/ 628 h 805"/>
                  <a:gd name="T60" fmla="*/ 264 w 973"/>
                  <a:gd name="T61" fmla="*/ 607 h 805"/>
                  <a:gd name="T62" fmla="*/ 402 w 973"/>
                  <a:gd name="T63" fmla="*/ 804 h 805"/>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973"/>
                  <a:gd name="T97" fmla="*/ 0 h 805"/>
                  <a:gd name="T98" fmla="*/ 973 w 973"/>
                  <a:gd name="T99" fmla="*/ 805 h 805"/>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973" h="805">
                    <a:moveTo>
                      <a:pt x="402" y="804"/>
                    </a:moveTo>
                    <a:lnTo>
                      <a:pt x="424" y="765"/>
                    </a:lnTo>
                    <a:lnTo>
                      <a:pt x="450" y="730"/>
                    </a:lnTo>
                    <a:lnTo>
                      <a:pt x="479" y="698"/>
                    </a:lnTo>
                    <a:lnTo>
                      <a:pt x="512" y="668"/>
                    </a:lnTo>
                    <a:lnTo>
                      <a:pt x="548" y="642"/>
                    </a:lnTo>
                    <a:lnTo>
                      <a:pt x="583" y="621"/>
                    </a:lnTo>
                    <a:lnTo>
                      <a:pt x="620" y="603"/>
                    </a:lnTo>
                    <a:lnTo>
                      <a:pt x="660" y="589"/>
                    </a:lnTo>
                    <a:lnTo>
                      <a:pt x="699" y="579"/>
                    </a:lnTo>
                    <a:lnTo>
                      <a:pt x="740" y="572"/>
                    </a:lnTo>
                    <a:lnTo>
                      <a:pt x="752" y="722"/>
                    </a:lnTo>
                    <a:lnTo>
                      <a:pt x="972" y="356"/>
                    </a:lnTo>
                    <a:lnTo>
                      <a:pt x="712" y="0"/>
                    </a:lnTo>
                    <a:lnTo>
                      <a:pt x="713" y="134"/>
                    </a:lnTo>
                    <a:lnTo>
                      <a:pt x="651" y="142"/>
                    </a:lnTo>
                    <a:lnTo>
                      <a:pt x="590" y="154"/>
                    </a:lnTo>
                    <a:lnTo>
                      <a:pt x="530" y="170"/>
                    </a:lnTo>
                    <a:lnTo>
                      <a:pt x="471" y="191"/>
                    </a:lnTo>
                    <a:lnTo>
                      <a:pt x="414" y="216"/>
                    </a:lnTo>
                    <a:lnTo>
                      <a:pt x="359" y="245"/>
                    </a:lnTo>
                    <a:lnTo>
                      <a:pt x="305" y="278"/>
                    </a:lnTo>
                    <a:lnTo>
                      <a:pt x="257" y="312"/>
                    </a:lnTo>
                    <a:lnTo>
                      <a:pt x="212" y="349"/>
                    </a:lnTo>
                    <a:lnTo>
                      <a:pt x="170" y="390"/>
                    </a:lnTo>
                    <a:lnTo>
                      <a:pt x="129" y="432"/>
                    </a:lnTo>
                    <a:lnTo>
                      <a:pt x="92" y="478"/>
                    </a:lnTo>
                    <a:lnTo>
                      <a:pt x="58" y="526"/>
                    </a:lnTo>
                    <a:lnTo>
                      <a:pt x="27" y="576"/>
                    </a:lnTo>
                    <a:lnTo>
                      <a:pt x="0" y="628"/>
                    </a:lnTo>
                    <a:lnTo>
                      <a:pt x="264" y="607"/>
                    </a:lnTo>
                    <a:lnTo>
                      <a:pt x="402" y="804"/>
                    </a:lnTo>
                  </a:path>
                </a:pathLst>
              </a:custGeom>
              <a:solidFill>
                <a:schemeClr val="bg1"/>
              </a:solidFill>
              <a:ln w="12700" cap="rnd">
                <a:solidFill>
                  <a:schemeClr val="accent6"/>
                </a:solidFill>
                <a:round/>
                <a:headEnd/>
                <a:tailEnd/>
              </a:ln>
            </p:spPr>
            <p:txBody>
              <a:bodyPr lIns="72000" tIns="72000" rIns="72000" bIns="72000"/>
              <a:lstStyle/>
              <a:p>
                <a:endParaRPr lang="ja-JP" altLang="en-US" sz="1200" dirty="0"/>
              </a:p>
            </p:txBody>
          </p:sp>
          <p:sp>
            <p:nvSpPr>
              <p:cNvPr id="54307" name="Freeform 34"/>
              <p:cNvSpPr>
                <a:spLocks/>
              </p:cNvSpPr>
              <p:nvPr/>
            </p:nvSpPr>
            <p:spPr bwMode="gray">
              <a:xfrm>
                <a:off x="3220" y="1913"/>
                <a:ext cx="881" cy="819"/>
              </a:xfrm>
              <a:custGeom>
                <a:avLst/>
                <a:gdLst>
                  <a:gd name="T0" fmla="*/ 583 w 881"/>
                  <a:gd name="T1" fmla="*/ 818 h 819"/>
                  <a:gd name="T2" fmla="*/ 685 w 881"/>
                  <a:gd name="T3" fmla="*/ 715 h 819"/>
                  <a:gd name="T4" fmla="*/ 784 w 881"/>
                  <a:gd name="T5" fmla="*/ 609 h 819"/>
                  <a:gd name="T6" fmla="*/ 880 w 881"/>
                  <a:gd name="T7" fmla="*/ 502 h 819"/>
                  <a:gd name="T8" fmla="*/ 734 w 881"/>
                  <a:gd name="T9" fmla="*/ 542 h 819"/>
                  <a:gd name="T10" fmla="*/ 709 w 881"/>
                  <a:gd name="T11" fmla="*/ 487 h 819"/>
                  <a:gd name="T12" fmla="*/ 681 w 881"/>
                  <a:gd name="T13" fmla="*/ 433 h 819"/>
                  <a:gd name="T14" fmla="*/ 650 w 881"/>
                  <a:gd name="T15" fmla="*/ 383 h 819"/>
                  <a:gd name="T16" fmla="*/ 615 w 881"/>
                  <a:gd name="T17" fmla="*/ 334 h 819"/>
                  <a:gd name="T18" fmla="*/ 576 w 881"/>
                  <a:gd name="T19" fmla="*/ 288 h 819"/>
                  <a:gd name="T20" fmla="*/ 534 w 881"/>
                  <a:gd name="T21" fmla="*/ 245 h 819"/>
                  <a:gd name="T22" fmla="*/ 490 w 881"/>
                  <a:gd name="T23" fmla="*/ 204 h 819"/>
                  <a:gd name="T24" fmla="*/ 443 w 881"/>
                  <a:gd name="T25" fmla="*/ 168 h 819"/>
                  <a:gd name="T26" fmla="*/ 393 w 881"/>
                  <a:gd name="T27" fmla="*/ 133 h 819"/>
                  <a:gd name="T28" fmla="*/ 342 w 881"/>
                  <a:gd name="T29" fmla="*/ 103 h 819"/>
                  <a:gd name="T30" fmla="*/ 288 w 881"/>
                  <a:gd name="T31" fmla="*/ 76 h 819"/>
                  <a:gd name="T32" fmla="*/ 233 w 881"/>
                  <a:gd name="T33" fmla="*/ 54 h 819"/>
                  <a:gd name="T34" fmla="*/ 176 w 881"/>
                  <a:gd name="T35" fmla="*/ 34 h 819"/>
                  <a:gd name="T36" fmla="*/ 118 w 881"/>
                  <a:gd name="T37" fmla="*/ 19 h 819"/>
                  <a:gd name="T38" fmla="*/ 60 w 881"/>
                  <a:gd name="T39" fmla="*/ 8 h 819"/>
                  <a:gd name="T40" fmla="*/ 0 w 881"/>
                  <a:gd name="T41" fmla="*/ 0 h 819"/>
                  <a:gd name="T42" fmla="*/ 147 w 881"/>
                  <a:gd name="T43" fmla="*/ 218 h 819"/>
                  <a:gd name="T44" fmla="*/ 27 w 881"/>
                  <a:gd name="T45" fmla="*/ 444 h 819"/>
                  <a:gd name="T46" fmla="*/ 70 w 881"/>
                  <a:gd name="T47" fmla="*/ 456 h 819"/>
                  <a:gd name="T48" fmla="*/ 111 w 881"/>
                  <a:gd name="T49" fmla="*/ 474 h 819"/>
                  <a:gd name="T50" fmla="*/ 149 w 881"/>
                  <a:gd name="T51" fmla="*/ 496 h 819"/>
                  <a:gd name="T52" fmla="*/ 187 w 881"/>
                  <a:gd name="T53" fmla="*/ 522 h 819"/>
                  <a:gd name="T54" fmla="*/ 220 w 881"/>
                  <a:gd name="T55" fmla="*/ 551 h 819"/>
                  <a:gd name="T56" fmla="*/ 252 w 881"/>
                  <a:gd name="T57" fmla="*/ 584 h 819"/>
                  <a:gd name="T58" fmla="*/ 279 w 881"/>
                  <a:gd name="T59" fmla="*/ 618 h 819"/>
                  <a:gd name="T60" fmla="*/ 302 w 881"/>
                  <a:gd name="T61" fmla="*/ 657 h 819"/>
                  <a:gd name="T62" fmla="*/ 146 w 881"/>
                  <a:gd name="T63" fmla="*/ 699 h 819"/>
                  <a:gd name="T64" fmla="*/ 583 w 881"/>
                  <a:gd name="T65" fmla="*/ 818 h 81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881"/>
                  <a:gd name="T100" fmla="*/ 0 h 819"/>
                  <a:gd name="T101" fmla="*/ 881 w 881"/>
                  <a:gd name="T102" fmla="*/ 819 h 819"/>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881" h="819">
                    <a:moveTo>
                      <a:pt x="583" y="818"/>
                    </a:moveTo>
                    <a:lnTo>
                      <a:pt x="685" y="715"/>
                    </a:lnTo>
                    <a:lnTo>
                      <a:pt x="784" y="609"/>
                    </a:lnTo>
                    <a:lnTo>
                      <a:pt x="880" y="502"/>
                    </a:lnTo>
                    <a:lnTo>
                      <a:pt x="734" y="542"/>
                    </a:lnTo>
                    <a:lnTo>
                      <a:pt x="709" y="487"/>
                    </a:lnTo>
                    <a:lnTo>
                      <a:pt x="681" y="433"/>
                    </a:lnTo>
                    <a:lnTo>
                      <a:pt x="650" y="383"/>
                    </a:lnTo>
                    <a:lnTo>
                      <a:pt x="615" y="334"/>
                    </a:lnTo>
                    <a:lnTo>
                      <a:pt x="576" y="288"/>
                    </a:lnTo>
                    <a:lnTo>
                      <a:pt x="534" y="245"/>
                    </a:lnTo>
                    <a:lnTo>
                      <a:pt x="490" y="204"/>
                    </a:lnTo>
                    <a:lnTo>
                      <a:pt x="443" y="168"/>
                    </a:lnTo>
                    <a:lnTo>
                      <a:pt x="393" y="133"/>
                    </a:lnTo>
                    <a:lnTo>
                      <a:pt x="342" y="103"/>
                    </a:lnTo>
                    <a:lnTo>
                      <a:pt x="288" y="76"/>
                    </a:lnTo>
                    <a:lnTo>
                      <a:pt x="233" y="54"/>
                    </a:lnTo>
                    <a:lnTo>
                      <a:pt x="176" y="34"/>
                    </a:lnTo>
                    <a:lnTo>
                      <a:pt x="118" y="19"/>
                    </a:lnTo>
                    <a:lnTo>
                      <a:pt x="60" y="8"/>
                    </a:lnTo>
                    <a:lnTo>
                      <a:pt x="0" y="0"/>
                    </a:lnTo>
                    <a:lnTo>
                      <a:pt x="147" y="218"/>
                    </a:lnTo>
                    <a:lnTo>
                      <a:pt x="27" y="444"/>
                    </a:lnTo>
                    <a:lnTo>
                      <a:pt x="70" y="456"/>
                    </a:lnTo>
                    <a:lnTo>
                      <a:pt x="111" y="474"/>
                    </a:lnTo>
                    <a:lnTo>
                      <a:pt x="149" y="496"/>
                    </a:lnTo>
                    <a:lnTo>
                      <a:pt x="187" y="522"/>
                    </a:lnTo>
                    <a:lnTo>
                      <a:pt x="220" y="551"/>
                    </a:lnTo>
                    <a:lnTo>
                      <a:pt x="252" y="584"/>
                    </a:lnTo>
                    <a:lnTo>
                      <a:pt x="279" y="618"/>
                    </a:lnTo>
                    <a:lnTo>
                      <a:pt x="302" y="657"/>
                    </a:lnTo>
                    <a:lnTo>
                      <a:pt x="146" y="699"/>
                    </a:lnTo>
                    <a:lnTo>
                      <a:pt x="583" y="818"/>
                    </a:lnTo>
                  </a:path>
                </a:pathLst>
              </a:custGeom>
              <a:solidFill>
                <a:schemeClr val="bg1"/>
              </a:solidFill>
              <a:ln w="12700" cap="rnd">
                <a:solidFill>
                  <a:schemeClr val="accent6"/>
                </a:solidFill>
                <a:round/>
                <a:headEnd/>
                <a:tailEnd/>
              </a:ln>
            </p:spPr>
            <p:txBody>
              <a:bodyPr lIns="72000" tIns="72000" rIns="72000" bIns="72000"/>
              <a:lstStyle/>
              <a:p>
                <a:endParaRPr lang="ja-JP" altLang="en-US" sz="1200" dirty="0"/>
              </a:p>
            </p:txBody>
          </p:sp>
          <p:sp>
            <p:nvSpPr>
              <p:cNvPr id="54308" name="Freeform 35"/>
              <p:cNvSpPr>
                <a:spLocks/>
              </p:cNvSpPr>
              <p:nvPr/>
            </p:nvSpPr>
            <p:spPr bwMode="gray">
              <a:xfrm>
                <a:off x="3354" y="2584"/>
                <a:ext cx="666" cy="1033"/>
              </a:xfrm>
              <a:custGeom>
                <a:avLst/>
                <a:gdLst>
                  <a:gd name="T0" fmla="*/ 217 w 666"/>
                  <a:gd name="T1" fmla="*/ 121 h 1033"/>
                  <a:gd name="T2" fmla="*/ 223 w 666"/>
                  <a:gd name="T3" fmla="*/ 164 h 1033"/>
                  <a:gd name="T4" fmla="*/ 224 w 666"/>
                  <a:gd name="T5" fmla="*/ 209 h 1033"/>
                  <a:gd name="T6" fmla="*/ 222 w 666"/>
                  <a:gd name="T7" fmla="*/ 253 h 1033"/>
                  <a:gd name="T8" fmla="*/ 214 w 666"/>
                  <a:gd name="T9" fmla="*/ 296 h 1033"/>
                  <a:gd name="T10" fmla="*/ 202 w 666"/>
                  <a:gd name="T11" fmla="*/ 339 h 1033"/>
                  <a:gd name="T12" fmla="*/ 187 w 666"/>
                  <a:gd name="T13" fmla="*/ 380 h 1033"/>
                  <a:gd name="T14" fmla="*/ 166 w 666"/>
                  <a:gd name="T15" fmla="*/ 420 h 1033"/>
                  <a:gd name="T16" fmla="*/ 142 w 666"/>
                  <a:gd name="T17" fmla="*/ 457 h 1033"/>
                  <a:gd name="T18" fmla="*/ 114 w 666"/>
                  <a:gd name="T19" fmla="*/ 492 h 1033"/>
                  <a:gd name="T20" fmla="*/ 84 w 666"/>
                  <a:gd name="T21" fmla="*/ 524 h 1033"/>
                  <a:gd name="T22" fmla="*/ 0 w 666"/>
                  <a:gd name="T23" fmla="*/ 371 h 1033"/>
                  <a:gd name="T24" fmla="*/ 0 w 666"/>
                  <a:gd name="T25" fmla="*/ 819 h 1033"/>
                  <a:gd name="T26" fmla="*/ 378 w 666"/>
                  <a:gd name="T27" fmla="*/ 1032 h 1033"/>
                  <a:gd name="T28" fmla="*/ 306 w 666"/>
                  <a:gd name="T29" fmla="*/ 909 h 1033"/>
                  <a:gd name="T30" fmla="*/ 354 w 666"/>
                  <a:gd name="T31" fmla="*/ 871 h 1033"/>
                  <a:gd name="T32" fmla="*/ 398 w 666"/>
                  <a:gd name="T33" fmla="*/ 831 h 1033"/>
                  <a:gd name="T34" fmla="*/ 440 w 666"/>
                  <a:gd name="T35" fmla="*/ 787 h 1033"/>
                  <a:gd name="T36" fmla="*/ 480 w 666"/>
                  <a:gd name="T37" fmla="*/ 741 h 1033"/>
                  <a:gd name="T38" fmla="*/ 515 w 666"/>
                  <a:gd name="T39" fmla="*/ 692 h 1033"/>
                  <a:gd name="T40" fmla="*/ 547 w 666"/>
                  <a:gd name="T41" fmla="*/ 641 h 1033"/>
                  <a:gd name="T42" fmla="*/ 575 w 666"/>
                  <a:gd name="T43" fmla="*/ 588 h 1033"/>
                  <a:gd name="T44" fmla="*/ 600 w 666"/>
                  <a:gd name="T45" fmla="*/ 533 h 1033"/>
                  <a:gd name="T46" fmla="*/ 621 w 666"/>
                  <a:gd name="T47" fmla="*/ 476 h 1033"/>
                  <a:gd name="T48" fmla="*/ 638 w 666"/>
                  <a:gd name="T49" fmla="*/ 419 h 1033"/>
                  <a:gd name="T50" fmla="*/ 651 w 666"/>
                  <a:gd name="T51" fmla="*/ 359 h 1033"/>
                  <a:gd name="T52" fmla="*/ 659 w 666"/>
                  <a:gd name="T53" fmla="*/ 300 h 1033"/>
                  <a:gd name="T54" fmla="*/ 664 w 666"/>
                  <a:gd name="T55" fmla="*/ 239 h 1033"/>
                  <a:gd name="T56" fmla="*/ 665 w 666"/>
                  <a:gd name="T57" fmla="*/ 180 h 1033"/>
                  <a:gd name="T58" fmla="*/ 662 w 666"/>
                  <a:gd name="T59" fmla="*/ 119 h 1033"/>
                  <a:gd name="T60" fmla="*/ 654 w 666"/>
                  <a:gd name="T61" fmla="*/ 59 h 1033"/>
                  <a:gd name="T62" fmla="*/ 642 w 666"/>
                  <a:gd name="T63" fmla="*/ 0 h 1033"/>
                  <a:gd name="T64" fmla="*/ 454 w 666"/>
                  <a:gd name="T65" fmla="*/ 190 h 1033"/>
                  <a:gd name="T66" fmla="*/ 217 w 666"/>
                  <a:gd name="T67" fmla="*/ 121 h 103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666"/>
                  <a:gd name="T103" fmla="*/ 0 h 1033"/>
                  <a:gd name="T104" fmla="*/ 666 w 666"/>
                  <a:gd name="T105" fmla="*/ 1033 h 103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666" h="1033">
                    <a:moveTo>
                      <a:pt x="217" y="121"/>
                    </a:moveTo>
                    <a:lnTo>
                      <a:pt x="223" y="164"/>
                    </a:lnTo>
                    <a:lnTo>
                      <a:pt x="224" y="209"/>
                    </a:lnTo>
                    <a:lnTo>
                      <a:pt x="222" y="253"/>
                    </a:lnTo>
                    <a:lnTo>
                      <a:pt x="214" y="296"/>
                    </a:lnTo>
                    <a:lnTo>
                      <a:pt x="202" y="339"/>
                    </a:lnTo>
                    <a:lnTo>
                      <a:pt x="187" y="380"/>
                    </a:lnTo>
                    <a:lnTo>
                      <a:pt x="166" y="420"/>
                    </a:lnTo>
                    <a:lnTo>
                      <a:pt x="142" y="457"/>
                    </a:lnTo>
                    <a:lnTo>
                      <a:pt x="114" y="492"/>
                    </a:lnTo>
                    <a:lnTo>
                      <a:pt x="84" y="524"/>
                    </a:lnTo>
                    <a:lnTo>
                      <a:pt x="0" y="371"/>
                    </a:lnTo>
                    <a:lnTo>
                      <a:pt x="0" y="819"/>
                    </a:lnTo>
                    <a:lnTo>
                      <a:pt x="378" y="1032"/>
                    </a:lnTo>
                    <a:lnTo>
                      <a:pt x="306" y="909"/>
                    </a:lnTo>
                    <a:lnTo>
                      <a:pt x="354" y="871"/>
                    </a:lnTo>
                    <a:lnTo>
                      <a:pt x="398" y="831"/>
                    </a:lnTo>
                    <a:lnTo>
                      <a:pt x="440" y="787"/>
                    </a:lnTo>
                    <a:lnTo>
                      <a:pt x="480" y="741"/>
                    </a:lnTo>
                    <a:lnTo>
                      <a:pt x="515" y="692"/>
                    </a:lnTo>
                    <a:lnTo>
                      <a:pt x="547" y="641"/>
                    </a:lnTo>
                    <a:lnTo>
                      <a:pt x="575" y="588"/>
                    </a:lnTo>
                    <a:lnTo>
                      <a:pt x="600" y="533"/>
                    </a:lnTo>
                    <a:lnTo>
                      <a:pt x="621" y="476"/>
                    </a:lnTo>
                    <a:lnTo>
                      <a:pt x="638" y="419"/>
                    </a:lnTo>
                    <a:lnTo>
                      <a:pt x="651" y="359"/>
                    </a:lnTo>
                    <a:lnTo>
                      <a:pt x="659" y="300"/>
                    </a:lnTo>
                    <a:lnTo>
                      <a:pt x="664" y="239"/>
                    </a:lnTo>
                    <a:lnTo>
                      <a:pt x="665" y="180"/>
                    </a:lnTo>
                    <a:lnTo>
                      <a:pt x="662" y="119"/>
                    </a:lnTo>
                    <a:lnTo>
                      <a:pt x="654" y="59"/>
                    </a:lnTo>
                    <a:lnTo>
                      <a:pt x="642" y="0"/>
                    </a:lnTo>
                    <a:lnTo>
                      <a:pt x="454" y="190"/>
                    </a:lnTo>
                    <a:lnTo>
                      <a:pt x="217" y="121"/>
                    </a:lnTo>
                  </a:path>
                </a:pathLst>
              </a:custGeom>
              <a:solidFill>
                <a:schemeClr val="bg1"/>
              </a:solidFill>
              <a:ln w="12700" cap="rnd">
                <a:solidFill>
                  <a:schemeClr val="accent6"/>
                </a:solidFill>
                <a:round/>
                <a:headEnd/>
                <a:tailEnd/>
              </a:ln>
            </p:spPr>
            <p:txBody>
              <a:bodyPr lIns="72000" tIns="72000" rIns="72000" bIns="72000"/>
              <a:lstStyle/>
              <a:p>
                <a:endParaRPr lang="ja-JP" altLang="en-US" sz="1200" dirty="0"/>
              </a:p>
            </p:txBody>
          </p:sp>
          <p:sp>
            <p:nvSpPr>
              <p:cNvPr id="54309" name="Freeform 36"/>
              <p:cNvSpPr>
                <a:spLocks/>
              </p:cNvSpPr>
              <p:nvPr/>
            </p:nvSpPr>
            <p:spPr bwMode="gray">
              <a:xfrm>
                <a:off x="2522" y="3027"/>
                <a:ext cx="1030" cy="637"/>
              </a:xfrm>
              <a:custGeom>
                <a:avLst/>
                <a:gdLst>
                  <a:gd name="T0" fmla="*/ 792 w 1030"/>
                  <a:gd name="T1" fmla="*/ 161 h 637"/>
                  <a:gd name="T2" fmla="*/ 753 w 1030"/>
                  <a:gd name="T3" fmla="*/ 175 h 637"/>
                  <a:gd name="T4" fmla="*/ 712 w 1030"/>
                  <a:gd name="T5" fmla="*/ 187 h 637"/>
                  <a:gd name="T6" fmla="*/ 670 w 1030"/>
                  <a:gd name="T7" fmla="*/ 193 h 637"/>
                  <a:gd name="T8" fmla="*/ 628 w 1030"/>
                  <a:gd name="T9" fmla="*/ 196 h 637"/>
                  <a:gd name="T10" fmla="*/ 586 w 1030"/>
                  <a:gd name="T11" fmla="*/ 194 h 637"/>
                  <a:gd name="T12" fmla="*/ 544 w 1030"/>
                  <a:gd name="T13" fmla="*/ 188 h 637"/>
                  <a:gd name="T14" fmla="*/ 502 w 1030"/>
                  <a:gd name="T15" fmla="*/ 179 h 637"/>
                  <a:gd name="T16" fmla="*/ 462 w 1030"/>
                  <a:gd name="T17" fmla="*/ 166 h 637"/>
                  <a:gd name="T18" fmla="*/ 424 w 1030"/>
                  <a:gd name="T19" fmla="*/ 148 h 637"/>
                  <a:gd name="T20" fmla="*/ 388 w 1030"/>
                  <a:gd name="T21" fmla="*/ 127 h 637"/>
                  <a:gd name="T22" fmla="*/ 493 w 1030"/>
                  <a:gd name="T23" fmla="*/ 0 h 637"/>
                  <a:gd name="T24" fmla="*/ 73 w 1030"/>
                  <a:gd name="T25" fmla="*/ 152 h 637"/>
                  <a:gd name="T26" fmla="*/ 31 w 1030"/>
                  <a:gd name="T27" fmla="*/ 403 h 637"/>
                  <a:gd name="T28" fmla="*/ 33 w 1030"/>
                  <a:gd name="T29" fmla="*/ 405 h 637"/>
                  <a:gd name="T30" fmla="*/ 0 w 1030"/>
                  <a:gd name="T31" fmla="*/ 588 h 637"/>
                  <a:gd name="T32" fmla="*/ 104 w 1030"/>
                  <a:gd name="T33" fmla="*/ 463 h 637"/>
                  <a:gd name="T34" fmla="*/ 155 w 1030"/>
                  <a:gd name="T35" fmla="*/ 498 h 637"/>
                  <a:gd name="T36" fmla="*/ 208 w 1030"/>
                  <a:gd name="T37" fmla="*/ 530 h 637"/>
                  <a:gd name="T38" fmla="*/ 262 w 1030"/>
                  <a:gd name="T39" fmla="*/ 557 h 637"/>
                  <a:gd name="T40" fmla="*/ 319 w 1030"/>
                  <a:gd name="T41" fmla="*/ 580 h 637"/>
                  <a:gd name="T42" fmla="*/ 377 w 1030"/>
                  <a:gd name="T43" fmla="*/ 600 h 637"/>
                  <a:gd name="T44" fmla="*/ 435 w 1030"/>
                  <a:gd name="T45" fmla="*/ 615 h 637"/>
                  <a:gd name="T46" fmla="*/ 496 w 1030"/>
                  <a:gd name="T47" fmla="*/ 627 h 637"/>
                  <a:gd name="T48" fmla="*/ 557 w 1030"/>
                  <a:gd name="T49" fmla="*/ 634 h 637"/>
                  <a:gd name="T50" fmla="*/ 618 w 1030"/>
                  <a:gd name="T51" fmla="*/ 636 h 637"/>
                  <a:gd name="T52" fmla="*/ 679 w 1030"/>
                  <a:gd name="T53" fmla="*/ 634 h 637"/>
                  <a:gd name="T54" fmla="*/ 740 w 1030"/>
                  <a:gd name="T55" fmla="*/ 628 h 637"/>
                  <a:gd name="T56" fmla="*/ 801 w 1030"/>
                  <a:gd name="T57" fmla="*/ 617 h 637"/>
                  <a:gd name="T58" fmla="*/ 859 w 1030"/>
                  <a:gd name="T59" fmla="*/ 603 h 637"/>
                  <a:gd name="T60" fmla="*/ 917 w 1030"/>
                  <a:gd name="T61" fmla="*/ 585 h 637"/>
                  <a:gd name="T62" fmla="*/ 974 w 1030"/>
                  <a:gd name="T63" fmla="*/ 561 h 637"/>
                  <a:gd name="T64" fmla="*/ 1029 w 1030"/>
                  <a:gd name="T65" fmla="*/ 534 h 637"/>
                  <a:gd name="T66" fmla="*/ 795 w 1030"/>
                  <a:gd name="T67" fmla="*/ 398 h 637"/>
                  <a:gd name="T68" fmla="*/ 792 w 1030"/>
                  <a:gd name="T69" fmla="*/ 161 h 637"/>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1030"/>
                  <a:gd name="T106" fmla="*/ 0 h 637"/>
                  <a:gd name="T107" fmla="*/ 1030 w 1030"/>
                  <a:gd name="T108" fmla="*/ 637 h 637"/>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1030" h="637">
                    <a:moveTo>
                      <a:pt x="792" y="161"/>
                    </a:moveTo>
                    <a:lnTo>
                      <a:pt x="753" y="175"/>
                    </a:lnTo>
                    <a:lnTo>
                      <a:pt x="712" y="187"/>
                    </a:lnTo>
                    <a:lnTo>
                      <a:pt x="670" y="193"/>
                    </a:lnTo>
                    <a:lnTo>
                      <a:pt x="628" y="196"/>
                    </a:lnTo>
                    <a:lnTo>
                      <a:pt x="586" y="194"/>
                    </a:lnTo>
                    <a:lnTo>
                      <a:pt x="544" y="188"/>
                    </a:lnTo>
                    <a:lnTo>
                      <a:pt x="502" y="179"/>
                    </a:lnTo>
                    <a:lnTo>
                      <a:pt x="462" y="166"/>
                    </a:lnTo>
                    <a:lnTo>
                      <a:pt x="424" y="148"/>
                    </a:lnTo>
                    <a:lnTo>
                      <a:pt x="388" y="127"/>
                    </a:lnTo>
                    <a:lnTo>
                      <a:pt x="493" y="0"/>
                    </a:lnTo>
                    <a:lnTo>
                      <a:pt x="73" y="152"/>
                    </a:lnTo>
                    <a:lnTo>
                      <a:pt x="31" y="403"/>
                    </a:lnTo>
                    <a:lnTo>
                      <a:pt x="33" y="405"/>
                    </a:lnTo>
                    <a:lnTo>
                      <a:pt x="0" y="588"/>
                    </a:lnTo>
                    <a:lnTo>
                      <a:pt x="104" y="463"/>
                    </a:lnTo>
                    <a:lnTo>
                      <a:pt x="155" y="498"/>
                    </a:lnTo>
                    <a:lnTo>
                      <a:pt x="208" y="530"/>
                    </a:lnTo>
                    <a:lnTo>
                      <a:pt x="262" y="557"/>
                    </a:lnTo>
                    <a:lnTo>
                      <a:pt x="319" y="580"/>
                    </a:lnTo>
                    <a:lnTo>
                      <a:pt x="377" y="600"/>
                    </a:lnTo>
                    <a:lnTo>
                      <a:pt x="435" y="615"/>
                    </a:lnTo>
                    <a:lnTo>
                      <a:pt x="496" y="627"/>
                    </a:lnTo>
                    <a:lnTo>
                      <a:pt x="557" y="634"/>
                    </a:lnTo>
                    <a:lnTo>
                      <a:pt x="618" y="636"/>
                    </a:lnTo>
                    <a:lnTo>
                      <a:pt x="679" y="634"/>
                    </a:lnTo>
                    <a:lnTo>
                      <a:pt x="740" y="628"/>
                    </a:lnTo>
                    <a:lnTo>
                      <a:pt x="801" y="617"/>
                    </a:lnTo>
                    <a:lnTo>
                      <a:pt x="859" y="603"/>
                    </a:lnTo>
                    <a:lnTo>
                      <a:pt x="917" y="585"/>
                    </a:lnTo>
                    <a:lnTo>
                      <a:pt x="974" y="561"/>
                    </a:lnTo>
                    <a:lnTo>
                      <a:pt x="1029" y="534"/>
                    </a:lnTo>
                    <a:lnTo>
                      <a:pt x="795" y="398"/>
                    </a:lnTo>
                    <a:lnTo>
                      <a:pt x="792" y="161"/>
                    </a:lnTo>
                  </a:path>
                </a:pathLst>
              </a:custGeom>
              <a:solidFill>
                <a:schemeClr val="bg1"/>
              </a:solidFill>
              <a:ln w="12700" cap="rnd">
                <a:solidFill>
                  <a:schemeClr val="accent6"/>
                </a:solidFill>
                <a:round/>
                <a:headEnd/>
                <a:tailEnd/>
              </a:ln>
            </p:spPr>
            <p:txBody>
              <a:bodyPr lIns="72000" tIns="72000" rIns="72000" bIns="72000"/>
              <a:lstStyle/>
              <a:p>
                <a:endParaRPr lang="ja-JP" altLang="en-US" sz="1200" dirty="0"/>
              </a:p>
            </p:txBody>
          </p:sp>
          <p:sp>
            <p:nvSpPr>
              <p:cNvPr id="54310" name="Freeform 37"/>
              <p:cNvSpPr>
                <a:spLocks/>
              </p:cNvSpPr>
              <p:nvPr/>
            </p:nvSpPr>
            <p:spPr bwMode="gray">
              <a:xfrm>
                <a:off x="2157" y="2422"/>
                <a:ext cx="697" cy="971"/>
              </a:xfrm>
              <a:custGeom>
                <a:avLst/>
                <a:gdLst>
                  <a:gd name="T0" fmla="*/ 648 w 697"/>
                  <a:gd name="T1" fmla="*/ 639 h 971"/>
                  <a:gd name="T2" fmla="*/ 621 w 697"/>
                  <a:gd name="T3" fmla="*/ 603 h 971"/>
                  <a:gd name="T4" fmla="*/ 599 w 697"/>
                  <a:gd name="T5" fmla="*/ 563 h 971"/>
                  <a:gd name="T6" fmla="*/ 580 w 697"/>
                  <a:gd name="T7" fmla="*/ 522 h 971"/>
                  <a:gd name="T8" fmla="*/ 566 w 697"/>
                  <a:gd name="T9" fmla="*/ 480 h 971"/>
                  <a:gd name="T10" fmla="*/ 556 w 697"/>
                  <a:gd name="T11" fmla="*/ 436 h 971"/>
                  <a:gd name="T12" fmla="*/ 551 w 697"/>
                  <a:gd name="T13" fmla="*/ 392 h 971"/>
                  <a:gd name="T14" fmla="*/ 550 w 697"/>
                  <a:gd name="T15" fmla="*/ 347 h 971"/>
                  <a:gd name="T16" fmla="*/ 554 w 697"/>
                  <a:gd name="T17" fmla="*/ 302 h 971"/>
                  <a:gd name="T18" fmla="*/ 696 w 697"/>
                  <a:gd name="T19" fmla="*/ 368 h 971"/>
                  <a:gd name="T20" fmla="*/ 445 w 697"/>
                  <a:gd name="T21" fmla="*/ 0 h 971"/>
                  <a:gd name="T22" fmla="*/ 0 w 697"/>
                  <a:gd name="T23" fmla="*/ 44 h 971"/>
                  <a:gd name="T24" fmla="*/ 148 w 697"/>
                  <a:gd name="T25" fmla="*/ 113 h 971"/>
                  <a:gd name="T26" fmla="*/ 133 w 697"/>
                  <a:gd name="T27" fmla="*/ 173 h 971"/>
                  <a:gd name="T28" fmla="*/ 121 w 697"/>
                  <a:gd name="T29" fmla="*/ 233 h 971"/>
                  <a:gd name="T30" fmla="*/ 116 w 697"/>
                  <a:gd name="T31" fmla="*/ 295 h 971"/>
                  <a:gd name="T32" fmla="*/ 112 w 697"/>
                  <a:gd name="T33" fmla="*/ 357 h 971"/>
                  <a:gd name="T34" fmla="*/ 114 w 697"/>
                  <a:gd name="T35" fmla="*/ 418 h 971"/>
                  <a:gd name="T36" fmla="*/ 120 w 697"/>
                  <a:gd name="T37" fmla="*/ 479 h 971"/>
                  <a:gd name="T38" fmla="*/ 131 w 697"/>
                  <a:gd name="T39" fmla="*/ 540 h 971"/>
                  <a:gd name="T40" fmla="*/ 145 w 697"/>
                  <a:gd name="T41" fmla="*/ 599 h 971"/>
                  <a:gd name="T42" fmla="*/ 163 w 697"/>
                  <a:gd name="T43" fmla="*/ 659 h 971"/>
                  <a:gd name="T44" fmla="*/ 187 w 697"/>
                  <a:gd name="T45" fmla="*/ 716 h 971"/>
                  <a:gd name="T46" fmla="*/ 214 w 697"/>
                  <a:gd name="T47" fmla="*/ 771 h 971"/>
                  <a:gd name="T48" fmla="*/ 244 w 697"/>
                  <a:gd name="T49" fmla="*/ 825 h 971"/>
                  <a:gd name="T50" fmla="*/ 278 w 697"/>
                  <a:gd name="T51" fmla="*/ 876 h 971"/>
                  <a:gd name="T52" fmla="*/ 316 w 697"/>
                  <a:gd name="T53" fmla="*/ 925 h 971"/>
                  <a:gd name="T54" fmla="*/ 357 w 697"/>
                  <a:gd name="T55" fmla="*/ 970 h 971"/>
                  <a:gd name="T56" fmla="*/ 399 w 697"/>
                  <a:gd name="T57" fmla="*/ 730 h 971"/>
                  <a:gd name="T58" fmla="*/ 648 w 697"/>
                  <a:gd name="T59" fmla="*/ 639 h 971"/>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697"/>
                  <a:gd name="T91" fmla="*/ 0 h 971"/>
                  <a:gd name="T92" fmla="*/ 697 w 697"/>
                  <a:gd name="T93" fmla="*/ 971 h 971"/>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697" h="971">
                    <a:moveTo>
                      <a:pt x="648" y="639"/>
                    </a:moveTo>
                    <a:lnTo>
                      <a:pt x="621" y="603"/>
                    </a:lnTo>
                    <a:lnTo>
                      <a:pt x="599" y="563"/>
                    </a:lnTo>
                    <a:lnTo>
                      <a:pt x="580" y="522"/>
                    </a:lnTo>
                    <a:lnTo>
                      <a:pt x="566" y="480"/>
                    </a:lnTo>
                    <a:lnTo>
                      <a:pt x="556" y="436"/>
                    </a:lnTo>
                    <a:lnTo>
                      <a:pt x="551" y="392"/>
                    </a:lnTo>
                    <a:lnTo>
                      <a:pt x="550" y="347"/>
                    </a:lnTo>
                    <a:lnTo>
                      <a:pt x="554" y="302"/>
                    </a:lnTo>
                    <a:lnTo>
                      <a:pt x="696" y="368"/>
                    </a:lnTo>
                    <a:lnTo>
                      <a:pt x="445" y="0"/>
                    </a:lnTo>
                    <a:lnTo>
                      <a:pt x="0" y="44"/>
                    </a:lnTo>
                    <a:lnTo>
                      <a:pt x="148" y="113"/>
                    </a:lnTo>
                    <a:lnTo>
                      <a:pt x="133" y="173"/>
                    </a:lnTo>
                    <a:lnTo>
                      <a:pt x="121" y="233"/>
                    </a:lnTo>
                    <a:lnTo>
                      <a:pt x="116" y="295"/>
                    </a:lnTo>
                    <a:lnTo>
                      <a:pt x="112" y="357"/>
                    </a:lnTo>
                    <a:lnTo>
                      <a:pt x="114" y="418"/>
                    </a:lnTo>
                    <a:lnTo>
                      <a:pt x="120" y="479"/>
                    </a:lnTo>
                    <a:lnTo>
                      <a:pt x="131" y="540"/>
                    </a:lnTo>
                    <a:lnTo>
                      <a:pt x="145" y="599"/>
                    </a:lnTo>
                    <a:lnTo>
                      <a:pt x="163" y="659"/>
                    </a:lnTo>
                    <a:lnTo>
                      <a:pt x="187" y="716"/>
                    </a:lnTo>
                    <a:lnTo>
                      <a:pt x="214" y="771"/>
                    </a:lnTo>
                    <a:lnTo>
                      <a:pt x="244" y="825"/>
                    </a:lnTo>
                    <a:lnTo>
                      <a:pt x="278" y="876"/>
                    </a:lnTo>
                    <a:lnTo>
                      <a:pt x="316" y="925"/>
                    </a:lnTo>
                    <a:lnTo>
                      <a:pt x="357" y="970"/>
                    </a:lnTo>
                    <a:lnTo>
                      <a:pt x="399" y="730"/>
                    </a:lnTo>
                    <a:lnTo>
                      <a:pt x="648" y="639"/>
                    </a:lnTo>
                  </a:path>
                </a:pathLst>
              </a:custGeom>
              <a:solidFill>
                <a:schemeClr val="bg1"/>
              </a:solidFill>
              <a:ln w="12700" cap="rnd">
                <a:solidFill>
                  <a:schemeClr val="accent6"/>
                </a:solidFill>
                <a:round/>
                <a:headEnd/>
                <a:tailEnd/>
              </a:ln>
            </p:spPr>
            <p:txBody>
              <a:bodyPr lIns="72000" tIns="72000" rIns="72000" bIns="72000"/>
              <a:lstStyle/>
              <a:p>
                <a:endParaRPr lang="ja-JP" altLang="en-US" sz="1200" dirty="0"/>
              </a:p>
            </p:txBody>
          </p:sp>
        </p:grpSp>
        <p:sp>
          <p:nvSpPr>
            <p:cNvPr id="54301" name="Rectangle 38"/>
            <p:cNvSpPr>
              <a:spLocks noChangeArrowheads="1"/>
            </p:cNvSpPr>
            <p:nvPr/>
          </p:nvSpPr>
          <p:spPr bwMode="gray">
            <a:xfrm>
              <a:off x="2235" y="3179"/>
              <a:ext cx="258" cy="212"/>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02" name="Rectangle 39"/>
            <p:cNvSpPr>
              <a:spLocks noChangeArrowheads="1"/>
            </p:cNvSpPr>
            <p:nvPr/>
          </p:nvSpPr>
          <p:spPr bwMode="gray">
            <a:xfrm>
              <a:off x="2489" y="2680"/>
              <a:ext cx="258" cy="212"/>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03" name="Rectangle 40"/>
            <p:cNvSpPr>
              <a:spLocks noChangeArrowheads="1"/>
            </p:cNvSpPr>
            <p:nvPr/>
          </p:nvSpPr>
          <p:spPr bwMode="gray">
            <a:xfrm>
              <a:off x="3022" y="2771"/>
              <a:ext cx="257" cy="212"/>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sp>
          <p:nvSpPr>
            <p:cNvPr id="54304" name="Rectangle 41"/>
            <p:cNvSpPr>
              <a:spLocks noChangeArrowheads="1"/>
            </p:cNvSpPr>
            <p:nvPr/>
          </p:nvSpPr>
          <p:spPr bwMode="gray">
            <a:xfrm>
              <a:off x="3131" y="3345"/>
              <a:ext cx="258" cy="212"/>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sp>
          <p:nvSpPr>
            <p:cNvPr id="54305" name="Rectangle 42"/>
            <p:cNvSpPr>
              <a:spLocks noChangeArrowheads="1"/>
            </p:cNvSpPr>
            <p:nvPr/>
          </p:nvSpPr>
          <p:spPr bwMode="gray">
            <a:xfrm>
              <a:off x="2606" y="3602"/>
              <a:ext cx="258" cy="212"/>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grpSp>
      <p:grpSp>
        <p:nvGrpSpPr>
          <p:cNvPr id="91" name="グループ化 90"/>
          <p:cNvGrpSpPr>
            <a:grpSpLocks noChangeAspect="1"/>
          </p:cNvGrpSpPr>
          <p:nvPr/>
        </p:nvGrpSpPr>
        <p:grpSpPr bwMode="gray">
          <a:xfrm>
            <a:off x="6813219" y="3853474"/>
            <a:ext cx="2244237" cy="2439802"/>
            <a:chOff x="6744657" y="3815258"/>
            <a:chExt cx="2244237" cy="2439802"/>
          </a:xfrm>
        </p:grpSpPr>
        <p:grpSp>
          <p:nvGrpSpPr>
            <p:cNvPr id="79" name="Group 21"/>
            <p:cNvGrpSpPr>
              <a:grpSpLocks/>
            </p:cNvGrpSpPr>
            <p:nvPr>
              <p:custDataLst>
                <p:tags r:id="rId2"/>
              </p:custDataLst>
            </p:nvPr>
          </p:nvGrpSpPr>
          <p:grpSpPr bwMode="gray">
            <a:xfrm>
              <a:off x="6782921" y="3815258"/>
              <a:ext cx="2180598" cy="2439802"/>
              <a:chOff x="2039" y="2793"/>
              <a:chExt cx="1069" cy="1157"/>
            </a:xfrm>
            <a:solidFill>
              <a:schemeClr val="bg1"/>
            </a:solidFill>
          </p:grpSpPr>
          <p:sp>
            <p:nvSpPr>
              <p:cNvPr id="80" name="Freeform 22"/>
              <p:cNvSpPr>
                <a:spLocks/>
              </p:cNvSpPr>
              <p:nvPr/>
            </p:nvSpPr>
            <p:spPr bwMode="gray">
              <a:xfrm>
                <a:off x="2643" y="2869"/>
                <a:ext cx="458" cy="426"/>
              </a:xfrm>
              <a:custGeom>
                <a:avLst/>
                <a:gdLst/>
                <a:ahLst/>
                <a:cxnLst>
                  <a:cxn ang="0">
                    <a:pos x="237" y="737"/>
                  </a:cxn>
                  <a:cxn ang="0">
                    <a:pos x="246" y="751"/>
                  </a:cxn>
                  <a:cxn ang="0">
                    <a:pos x="248" y="755"/>
                  </a:cxn>
                  <a:cxn ang="0">
                    <a:pos x="237" y="761"/>
                  </a:cxn>
                  <a:cxn ang="0">
                    <a:pos x="208" y="777"/>
                  </a:cxn>
                  <a:cxn ang="0">
                    <a:pos x="167" y="800"/>
                  </a:cxn>
                  <a:cxn ang="0">
                    <a:pos x="139" y="815"/>
                  </a:cxn>
                  <a:cxn ang="0">
                    <a:pos x="127" y="822"/>
                  </a:cxn>
                  <a:cxn ang="0">
                    <a:pos x="151" y="822"/>
                  </a:cxn>
                  <a:cxn ang="0">
                    <a:pos x="243" y="822"/>
                  </a:cxn>
                  <a:cxn ang="0">
                    <a:pos x="401" y="822"/>
                  </a:cxn>
                  <a:cxn ang="0">
                    <a:pos x="539" y="822"/>
                  </a:cxn>
                  <a:cxn ang="0">
                    <a:pos x="607" y="822"/>
                  </a:cxn>
                  <a:cxn ang="0">
                    <a:pos x="620" y="815"/>
                  </a:cxn>
                  <a:cxn ang="0">
                    <a:pos x="654" y="757"/>
                  </a:cxn>
                  <a:cxn ang="0">
                    <a:pos x="723" y="640"/>
                  </a:cxn>
                  <a:cxn ang="0">
                    <a:pos x="801" y="507"/>
                  </a:cxn>
                  <a:cxn ang="0">
                    <a:pos x="847" y="429"/>
                  </a:cxn>
                  <a:cxn ang="0">
                    <a:pos x="858" y="409"/>
                  </a:cxn>
                  <a:cxn ang="0">
                    <a:pos x="847" y="416"/>
                  </a:cxn>
                  <a:cxn ang="0">
                    <a:pos x="818" y="432"/>
                  </a:cxn>
                  <a:cxn ang="0">
                    <a:pos x="777" y="456"/>
                  </a:cxn>
                  <a:cxn ang="0">
                    <a:pos x="749" y="473"/>
                  </a:cxn>
                  <a:cxn ang="0">
                    <a:pos x="737" y="480"/>
                  </a:cxn>
                  <a:cxn ang="0">
                    <a:pos x="734" y="475"/>
                  </a:cxn>
                  <a:cxn ang="0">
                    <a:pos x="722" y="456"/>
                  </a:cxn>
                  <a:cxn ang="0">
                    <a:pos x="701" y="423"/>
                  </a:cxn>
                  <a:cxn ang="0">
                    <a:pos x="668" y="379"/>
                  </a:cxn>
                  <a:cxn ang="0">
                    <a:pos x="623" y="326"/>
                  </a:cxn>
                  <a:cxn ang="0">
                    <a:pos x="566" y="266"/>
                  </a:cxn>
                  <a:cxn ang="0">
                    <a:pos x="505" y="211"/>
                  </a:cxn>
                  <a:cxn ang="0">
                    <a:pos x="440" y="163"/>
                  </a:cxn>
                  <a:cxn ang="0">
                    <a:pos x="373" y="122"/>
                  </a:cxn>
                  <a:cxn ang="0">
                    <a:pos x="304" y="86"/>
                  </a:cxn>
                  <a:cxn ang="0">
                    <a:pos x="233" y="56"/>
                  </a:cxn>
                  <a:cxn ang="0">
                    <a:pos x="167" y="33"/>
                  </a:cxn>
                  <a:cxn ang="0">
                    <a:pos x="109" y="17"/>
                  </a:cxn>
                  <a:cxn ang="0">
                    <a:pos x="62" y="8"/>
                  </a:cxn>
                  <a:cxn ang="0">
                    <a:pos x="32" y="2"/>
                  </a:cxn>
                  <a:cxn ang="0">
                    <a:pos x="20" y="0"/>
                  </a:cxn>
                  <a:cxn ang="0">
                    <a:pos x="27" y="13"/>
                  </a:cxn>
                  <a:cxn ang="0">
                    <a:pos x="57" y="62"/>
                  </a:cxn>
                  <a:cxn ang="0">
                    <a:pos x="107" y="148"/>
                  </a:cxn>
                  <a:cxn ang="0">
                    <a:pos x="151" y="222"/>
                  </a:cxn>
                  <a:cxn ang="0">
                    <a:pos x="173" y="259"/>
                  </a:cxn>
                  <a:cxn ang="0">
                    <a:pos x="173" y="269"/>
                  </a:cxn>
                  <a:cxn ang="0">
                    <a:pos x="148" y="311"/>
                  </a:cxn>
                  <a:cxn ang="0">
                    <a:pos x="99" y="394"/>
                  </a:cxn>
                  <a:cxn ang="0">
                    <a:pos x="42" y="490"/>
                  </a:cxn>
                  <a:cxn ang="0">
                    <a:pos x="9" y="546"/>
                  </a:cxn>
                  <a:cxn ang="0">
                    <a:pos x="0" y="560"/>
                  </a:cxn>
                  <a:cxn ang="0">
                    <a:pos x="8" y="562"/>
                  </a:cxn>
                  <a:cxn ang="0">
                    <a:pos x="27" y="568"/>
                  </a:cxn>
                  <a:cxn ang="0">
                    <a:pos x="56" y="578"/>
                  </a:cxn>
                  <a:cxn ang="0">
                    <a:pos x="92" y="598"/>
                  </a:cxn>
                  <a:cxn ang="0">
                    <a:pos x="133" y="627"/>
                  </a:cxn>
                  <a:cxn ang="0">
                    <a:pos x="175" y="662"/>
                  </a:cxn>
                  <a:cxn ang="0">
                    <a:pos x="207" y="693"/>
                  </a:cxn>
                  <a:cxn ang="0">
                    <a:pos x="225" y="718"/>
                  </a:cxn>
                </a:cxnLst>
                <a:rect l="0" t="0" r="r" b="b"/>
                <a:pathLst>
                  <a:path w="859" h="823">
                    <a:moveTo>
                      <a:pt x="225" y="718"/>
                    </a:moveTo>
                    <a:lnTo>
                      <a:pt x="228" y="722"/>
                    </a:lnTo>
                    <a:lnTo>
                      <a:pt x="230" y="726"/>
                    </a:lnTo>
                    <a:lnTo>
                      <a:pt x="233" y="730"/>
                    </a:lnTo>
                    <a:lnTo>
                      <a:pt x="235" y="734"/>
                    </a:lnTo>
                    <a:lnTo>
                      <a:pt x="237" y="737"/>
                    </a:lnTo>
                    <a:lnTo>
                      <a:pt x="239" y="740"/>
                    </a:lnTo>
                    <a:lnTo>
                      <a:pt x="241" y="743"/>
                    </a:lnTo>
                    <a:lnTo>
                      <a:pt x="243" y="746"/>
                    </a:lnTo>
                    <a:lnTo>
                      <a:pt x="244" y="748"/>
                    </a:lnTo>
                    <a:lnTo>
                      <a:pt x="245" y="750"/>
                    </a:lnTo>
                    <a:lnTo>
                      <a:pt x="246" y="751"/>
                    </a:lnTo>
                    <a:lnTo>
                      <a:pt x="247" y="753"/>
                    </a:lnTo>
                    <a:lnTo>
                      <a:pt x="248" y="754"/>
                    </a:lnTo>
                    <a:lnTo>
                      <a:pt x="248" y="755"/>
                    </a:lnTo>
                    <a:lnTo>
                      <a:pt x="247" y="755"/>
                    </a:lnTo>
                    <a:lnTo>
                      <a:pt x="246" y="756"/>
                    </a:lnTo>
                    <a:lnTo>
                      <a:pt x="245" y="757"/>
                    </a:lnTo>
                    <a:lnTo>
                      <a:pt x="242" y="758"/>
                    </a:lnTo>
                    <a:lnTo>
                      <a:pt x="240" y="760"/>
                    </a:lnTo>
                    <a:lnTo>
                      <a:pt x="237" y="761"/>
                    </a:lnTo>
                    <a:lnTo>
                      <a:pt x="233" y="763"/>
                    </a:lnTo>
                    <a:lnTo>
                      <a:pt x="229" y="766"/>
                    </a:lnTo>
                    <a:lnTo>
                      <a:pt x="225" y="768"/>
                    </a:lnTo>
                    <a:lnTo>
                      <a:pt x="220" y="771"/>
                    </a:lnTo>
                    <a:lnTo>
                      <a:pt x="214" y="774"/>
                    </a:lnTo>
                    <a:lnTo>
                      <a:pt x="208" y="777"/>
                    </a:lnTo>
                    <a:lnTo>
                      <a:pt x="202" y="781"/>
                    </a:lnTo>
                    <a:lnTo>
                      <a:pt x="195" y="784"/>
                    </a:lnTo>
                    <a:lnTo>
                      <a:pt x="188" y="788"/>
                    </a:lnTo>
                    <a:lnTo>
                      <a:pt x="180" y="792"/>
                    </a:lnTo>
                    <a:lnTo>
                      <a:pt x="174" y="796"/>
                    </a:lnTo>
                    <a:lnTo>
                      <a:pt x="167" y="800"/>
                    </a:lnTo>
                    <a:lnTo>
                      <a:pt x="161" y="803"/>
                    </a:lnTo>
                    <a:lnTo>
                      <a:pt x="156" y="806"/>
                    </a:lnTo>
                    <a:lnTo>
                      <a:pt x="151" y="809"/>
                    </a:lnTo>
                    <a:lnTo>
                      <a:pt x="146" y="811"/>
                    </a:lnTo>
                    <a:lnTo>
                      <a:pt x="142" y="813"/>
                    </a:lnTo>
                    <a:lnTo>
                      <a:pt x="139" y="815"/>
                    </a:lnTo>
                    <a:lnTo>
                      <a:pt x="136" y="817"/>
                    </a:lnTo>
                    <a:lnTo>
                      <a:pt x="133" y="819"/>
                    </a:lnTo>
                    <a:lnTo>
                      <a:pt x="131" y="820"/>
                    </a:lnTo>
                    <a:lnTo>
                      <a:pt x="129" y="821"/>
                    </a:lnTo>
                    <a:lnTo>
                      <a:pt x="128" y="821"/>
                    </a:lnTo>
                    <a:lnTo>
                      <a:pt x="127" y="822"/>
                    </a:lnTo>
                    <a:lnTo>
                      <a:pt x="128" y="822"/>
                    </a:lnTo>
                    <a:lnTo>
                      <a:pt x="131" y="822"/>
                    </a:lnTo>
                    <a:lnTo>
                      <a:pt x="136" y="822"/>
                    </a:lnTo>
                    <a:lnTo>
                      <a:pt x="142" y="822"/>
                    </a:lnTo>
                    <a:lnTo>
                      <a:pt x="151" y="822"/>
                    </a:lnTo>
                    <a:lnTo>
                      <a:pt x="162" y="822"/>
                    </a:lnTo>
                    <a:lnTo>
                      <a:pt x="174" y="822"/>
                    </a:lnTo>
                    <a:lnTo>
                      <a:pt x="188" y="822"/>
                    </a:lnTo>
                    <a:lnTo>
                      <a:pt x="204" y="822"/>
                    </a:lnTo>
                    <a:lnTo>
                      <a:pt x="223" y="822"/>
                    </a:lnTo>
                    <a:lnTo>
                      <a:pt x="243" y="822"/>
                    </a:lnTo>
                    <a:lnTo>
                      <a:pt x="265" y="822"/>
                    </a:lnTo>
                    <a:lnTo>
                      <a:pt x="288" y="822"/>
                    </a:lnTo>
                    <a:lnTo>
                      <a:pt x="314" y="822"/>
                    </a:lnTo>
                    <a:lnTo>
                      <a:pt x="342" y="822"/>
                    </a:lnTo>
                    <a:lnTo>
                      <a:pt x="372" y="822"/>
                    </a:lnTo>
                    <a:lnTo>
                      <a:pt x="401" y="822"/>
                    </a:lnTo>
                    <a:lnTo>
                      <a:pt x="429" y="822"/>
                    </a:lnTo>
                    <a:lnTo>
                      <a:pt x="455" y="822"/>
                    </a:lnTo>
                    <a:lnTo>
                      <a:pt x="479" y="822"/>
                    </a:lnTo>
                    <a:lnTo>
                      <a:pt x="500" y="822"/>
                    </a:lnTo>
                    <a:lnTo>
                      <a:pt x="521" y="822"/>
                    </a:lnTo>
                    <a:lnTo>
                      <a:pt x="539" y="822"/>
                    </a:lnTo>
                    <a:lnTo>
                      <a:pt x="555" y="822"/>
                    </a:lnTo>
                    <a:lnTo>
                      <a:pt x="569" y="822"/>
                    </a:lnTo>
                    <a:lnTo>
                      <a:pt x="582" y="822"/>
                    </a:lnTo>
                    <a:lnTo>
                      <a:pt x="592" y="822"/>
                    </a:lnTo>
                    <a:lnTo>
                      <a:pt x="601" y="822"/>
                    </a:lnTo>
                    <a:lnTo>
                      <a:pt x="607" y="822"/>
                    </a:lnTo>
                    <a:lnTo>
                      <a:pt x="612" y="822"/>
                    </a:lnTo>
                    <a:lnTo>
                      <a:pt x="615" y="822"/>
                    </a:lnTo>
                    <a:lnTo>
                      <a:pt x="616" y="822"/>
                    </a:lnTo>
                    <a:lnTo>
                      <a:pt x="616" y="821"/>
                    </a:lnTo>
                    <a:lnTo>
                      <a:pt x="618" y="819"/>
                    </a:lnTo>
                    <a:lnTo>
                      <a:pt x="620" y="815"/>
                    </a:lnTo>
                    <a:lnTo>
                      <a:pt x="624" y="809"/>
                    </a:lnTo>
                    <a:lnTo>
                      <a:pt x="628" y="802"/>
                    </a:lnTo>
                    <a:lnTo>
                      <a:pt x="633" y="793"/>
                    </a:lnTo>
                    <a:lnTo>
                      <a:pt x="639" y="782"/>
                    </a:lnTo>
                    <a:lnTo>
                      <a:pt x="646" y="770"/>
                    </a:lnTo>
                    <a:lnTo>
                      <a:pt x="654" y="757"/>
                    </a:lnTo>
                    <a:lnTo>
                      <a:pt x="663" y="741"/>
                    </a:lnTo>
                    <a:lnTo>
                      <a:pt x="673" y="724"/>
                    </a:lnTo>
                    <a:lnTo>
                      <a:pt x="684" y="706"/>
                    </a:lnTo>
                    <a:lnTo>
                      <a:pt x="696" y="686"/>
                    </a:lnTo>
                    <a:lnTo>
                      <a:pt x="709" y="664"/>
                    </a:lnTo>
                    <a:lnTo>
                      <a:pt x="723" y="640"/>
                    </a:lnTo>
                    <a:lnTo>
                      <a:pt x="737" y="615"/>
                    </a:lnTo>
                    <a:lnTo>
                      <a:pt x="752" y="590"/>
                    </a:lnTo>
                    <a:lnTo>
                      <a:pt x="766" y="567"/>
                    </a:lnTo>
                    <a:lnTo>
                      <a:pt x="778" y="545"/>
                    </a:lnTo>
                    <a:lnTo>
                      <a:pt x="790" y="525"/>
                    </a:lnTo>
                    <a:lnTo>
                      <a:pt x="801" y="507"/>
                    </a:lnTo>
                    <a:lnTo>
                      <a:pt x="811" y="490"/>
                    </a:lnTo>
                    <a:lnTo>
                      <a:pt x="820" y="474"/>
                    </a:lnTo>
                    <a:lnTo>
                      <a:pt x="828" y="461"/>
                    </a:lnTo>
                    <a:lnTo>
                      <a:pt x="835" y="449"/>
                    </a:lnTo>
                    <a:lnTo>
                      <a:pt x="841" y="438"/>
                    </a:lnTo>
                    <a:lnTo>
                      <a:pt x="847" y="429"/>
                    </a:lnTo>
                    <a:lnTo>
                      <a:pt x="851" y="422"/>
                    </a:lnTo>
                    <a:lnTo>
                      <a:pt x="854" y="416"/>
                    </a:lnTo>
                    <a:lnTo>
                      <a:pt x="857" y="412"/>
                    </a:lnTo>
                    <a:lnTo>
                      <a:pt x="858" y="410"/>
                    </a:lnTo>
                    <a:lnTo>
                      <a:pt x="858" y="409"/>
                    </a:lnTo>
                    <a:lnTo>
                      <a:pt x="858" y="410"/>
                    </a:lnTo>
                    <a:lnTo>
                      <a:pt x="856" y="410"/>
                    </a:lnTo>
                    <a:lnTo>
                      <a:pt x="855" y="411"/>
                    </a:lnTo>
                    <a:lnTo>
                      <a:pt x="853" y="413"/>
                    </a:lnTo>
                    <a:lnTo>
                      <a:pt x="850" y="414"/>
                    </a:lnTo>
                    <a:lnTo>
                      <a:pt x="847" y="416"/>
                    </a:lnTo>
                    <a:lnTo>
                      <a:pt x="843" y="418"/>
                    </a:lnTo>
                    <a:lnTo>
                      <a:pt x="839" y="420"/>
                    </a:lnTo>
                    <a:lnTo>
                      <a:pt x="835" y="423"/>
                    </a:lnTo>
                    <a:lnTo>
                      <a:pt x="830" y="426"/>
                    </a:lnTo>
                    <a:lnTo>
                      <a:pt x="824" y="429"/>
                    </a:lnTo>
                    <a:lnTo>
                      <a:pt x="818" y="432"/>
                    </a:lnTo>
                    <a:lnTo>
                      <a:pt x="812" y="436"/>
                    </a:lnTo>
                    <a:lnTo>
                      <a:pt x="805" y="440"/>
                    </a:lnTo>
                    <a:lnTo>
                      <a:pt x="798" y="444"/>
                    </a:lnTo>
                    <a:lnTo>
                      <a:pt x="791" y="449"/>
                    </a:lnTo>
                    <a:lnTo>
                      <a:pt x="784" y="453"/>
                    </a:lnTo>
                    <a:lnTo>
                      <a:pt x="777" y="456"/>
                    </a:lnTo>
                    <a:lnTo>
                      <a:pt x="771" y="460"/>
                    </a:lnTo>
                    <a:lnTo>
                      <a:pt x="766" y="463"/>
                    </a:lnTo>
                    <a:lnTo>
                      <a:pt x="761" y="466"/>
                    </a:lnTo>
                    <a:lnTo>
                      <a:pt x="756" y="469"/>
                    </a:lnTo>
                    <a:lnTo>
                      <a:pt x="752" y="471"/>
                    </a:lnTo>
                    <a:lnTo>
                      <a:pt x="749" y="473"/>
                    </a:lnTo>
                    <a:lnTo>
                      <a:pt x="746" y="475"/>
                    </a:lnTo>
                    <a:lnTo>
                      <a:pt x="743" y="476"/>
                    </a:lnTo>
                    <a:lnTo>
                      <a:pt x="741" y="478"/>
                    </a:lnTo>
                    <a:lnTo>
                      <a:pt x="739" y="479"/>
                    </a:lnTo>
                    <a:lnTo>
                      <a:pt x="738" y="479"/>
                    </a:lnTo>
                    <a:lnTo>
                      <a:pt x="737" y="480"/>
                    </a:lnTo>
                    <a:lnTo>
                      <a:pt x="737" y="479"/>
                    </a:lnTo>
                    <a:lnTo>
                      <a:pt x="736" y="478"/>
                    </a:lnTo>
                    <a:lnTo>
                      <a:pt x="735" y="477"/>
                    </a:lnTo>
                    <a:lnTo>
                      <a:pt x="734" y="475"/>
                    </a:lnTo>
                    <a:lnTo>
                      <a:pt x="733" y="473"/>
                    </a:lnTo>
                    <a:lnTo>
                      <a:pt x="731" y="470"/>
                    </a:lnTo>
                    <a:lnTo>
                      <a:pt x="729" y="467"/>
                    </a:lnTo>
                    <a:lnTo>
                      <a:pt x="727" y="464"/>
                    </a:lnTo>
                    <a:lnTo>
                      <a:pt x="725" y="460"/>
                    </a:lnTo>
                    <a:lnTo>
                      <a:pt x="722" y="456"/>
                    </a:lnTo>
                    <a:lnTo>
                      <a:pt x="719" y="451"/>
                    </a:lnTo>
                    <a:lnTo>
                      <a:pt x="716" y="446"/>
                    </a:lnTo>
                    <a:lnTo>
                      <a:pt x="713" y="441"/>
                    </a:lnTo>
                    <a:lnTo>
                      <a:pt x="709" y="435"/>
                    </a:lnTo>
                    <a:lnTo>
                      <a:pt x="705" y="429"/>
                    </a:lnTo>
                    <a:lnTo>
                      <a:pt x="701" y="423"/>
                    </a:lnTo>
                    <a:lnTo>
                      <a:pt x="696" y="416"/>
                    </a:lnTo>
                    <a:lnTo>
                      <a:pt x="691" y="409"/>
                    </a:lnTo>
                    <a:lnTo>
                      <a:pt x="686" y="402"/>
                    </a:lnTo>
                    <a:lnTo>
                      <a:pt x="680" y="394"/>
                    </a:lnTo>
                    <a:lnTo>
                      <a:pt x="674" y="387"/>
                    </a:lnTo>
                    <a:lnTo>
                      <a:pt x="668" y="379"/>
                    </a:lnTo>
                    <a:lnTo>
                      <a:pt x="661" y="371"/>
                    </a:lnTo>
                    <a:lnTo>
                      <a:pt x="654" y="362"/>
                    </a:lnTo>
                    <a:lnTo>
                      <a:pt x="647" y="354"/>
                    </a:lnTo>
                    <a:lnTo>
                      <a:pt x="639" y="345"/>
                    </a:lnTo>
                    <a:lnTo>
                      <a:pt x="631" y="335"/>
                    </a:lnTo>
                    <a:lnTo>
                      <a:pt x="623" y="326"/>
                    </a:lnTo>
                    <a:lnTo>
                      <a:pt x="614" y="316"/>
                    </a:lnTo>
                    <a:lnTo>
                      <a:pt x="605" y="306"/>
                    </a:lnTo>
                    <a:lnTo>
                      <a:pt x="595" y="296"/>
                    </a:lnTo>
                    <a:lnTo>
                      <a:pt x="586" y="286"/>
                    </a:lnTo>
                    <a:lnTo>
                      <a:pt x="576" y="276"/>
                    </a:lnTo>
                    <a:lnTo>
                      <a:pt x="566" y="266"/>
                    </a:lnTo>
                    <a:lnTo>
                      <a:pt x="556" y="257"/>
                    </a:lnTo>
                    <a:lnTo>
                      <a:pt x="546" y="247"/>
                    </a:lnTo>
                    <a:lnTo>
                      <a:pt x="536" y="238"/>
                    </a:lnTo>
                    <a:lnTo>
                      <a:pt x="526" y="229"/>
                    </a:lnTo>
                    <a:lnTo>
                      <a:pt x="515" y="220"/>
                    </a:lnTo>
                    <a:lnTo>
                      <a:pt x="505" y="211"/>
                    </a:lnTo>
                    <a:lnTo>
                      <a:pt x="494" y="203"/>
                    </a:lnTo>
                    <a:lnTo>
                      <a:pt x="484" y="195"/>
                    </a:lnTo>
                    <a:lnTo>
                      <a:pt x="473" y="187"/>
                    </a:lnTo>
                    <a:lnTo>
                      <a:pt x="462" y="179"/>
                    </a:lnTo>
                    <a:lnTo>
                      <a:pt x="451" y="171"/>
                    </a:lnTo>
                    <a:lnTo>
                      <a:pt x="440" y="163"/>
                    </a:lnTo>
                    <a:lnTo>
                      <a:pt x="429" y="156"/>
                    </a:lnTo>
                    <a:lnTo>
                      <a:pt x="418" y="149"/>
                    </a:lnTo>
                    <a:lnTo>
                      <a:pt x="407" y="142"/>
                    </a:lnTo>
                    <a:lnTo>
                      <a:pt x="396" y="135"/>
                    </a:lnTo>
                    <a:lnTo>
                      <a:pt x="384" y="128"/>
                    </a:lnTo>
                    <a:lnTo>
                      <a:pt x="373" y="122"/>
                    </a:lnTo>
                    <a:lnTo>
                      <a:pt x="362" y="115"/>
                    </a:lnTo>
                    <a:lnTo>
                      <a:pt x="350" y="109"/>
                    </a:lnTo>
                    <a:lnTo>
                      <a:pt x="339" y="103"/>
                    </a:lnTo>
                    <a:lnTo>
                      <a:pt x="327" y="97"/>
                    </a:lnTo>
                    <a:lnTo>
                      <a:pt x="315" y="91"/>
                    </a:lnTo>
                    <a:lnTo>
                      <a:pt x="304" y="86"/>
                    </a:lnTo>
                    <a:lnTo>
                      <a:pt x="292" y="80"/>
                    </a:lnTo>
                    <a:lnTo>
                      <a:pt x="280" y="75"/>
                    </a:lnTo>
                    <a:lnTo>
                      <a:pt x="268" y="70"/>
                    </a:lnTo>
                    <a:lnTo>
                      <a:pt x="256" y="65"/>
                    </a:lnTo>
                    <a:lnTo>
                      <a:pt x="244" y="60"/>
                    </a:lnTo>
                    <a:lnTo>
                      <a:pt x="233" y="56"/>
                    </a:lnTo>
                    <a:lnTo>
                      <a:pt x="221" y="51"/>
                    </a:lnTo>
                    <a:lnTo>
                      <a:pt x="210" y="47"/>
                    </a:lnTo>
                    <a:lnTo>
                      <a:pt x="199" y="43"/>
                    </a:lnTo>
                    <a:lnTo>
                      <a:pt x="188" y="40"/>
                    </a:lnTo>
                    <a:lnTo>
                      <a:pt x="177" y="36"/>
                    </a:lnTo>
                    <a:lnTo>
                      <a:pt x="167" y="33"/>
                    </a:lnTo>
                    <a:lnTo>
                      <a:pt x="156" y="30"/>
                    </a:lnTo>
                    <a:lnTo>
                      <a:pt x="147" y="27"/>
                    </a:lnTo>
                    <a:lnTo>
                      <a:pt x="137" y="24"/>
                    </a:lnTo>
                    <a:lnTo>
                      <a:pt x="128" y="21"/>
                    </a:lnTo>
                    <a:lnTo>
                      <a:pt x="118" y="19"/>
                    </a:lnTo>
                    <a:lnTo>
                      <a:pt x="109" y="17"/>
                    </a:lnTo>
                    <a:lnTo>
                      <a:pt x="101" y="15"/>
                    </a:lnTo>
                    <a:lnTo>
                      <a:pt x="92" y="13"/>
                    </a:lnTo>
                    <a:lnTo>
                      <a:pt x="84" y="12"/>
                    </a:lnTo>
                    <a:lnTo>
                      <a:pt x="76" y="10"/>
                    </a:lnTo>
                    <a:lnTo>
                      <a:pt x="69" y="9"/>
                    </a:lnTo>
                    <a:lnTo>
                      <a:pt x="62" y="8"/>
                    </a:lnTo>
                    <a:lnTo>
                      <a:pt x="56" y="7"/>
                    </a:lnTo>
                    <a:lnTo>
                      <a:pt x="50" y="6"/>
                    </a:lnTo>
                    <a:lnTo>
                      <a:pt x="45" y="5"/>
                    </a:lnTo>
                    <a:lnTo>
                      <a:pt x="40" y="4"/>
                    </a:lnTo>
                    <a:lnTo>
                      <a:pt x="36" y="3"/>
                    </a:lnTo>
                    <a:lnTo>
                      <a:pt x="32" y="2"/>
                    </a:lnTo>
                    <a:lnTo>
                      <a:pt x="29" y="2"/>
                    </a:lnTo>
                    <a:lnTo>
                      <a:pt x="26" y="1"/>
                    </a:lnTo>
                    <a:lnTo>
                      <a:pt x="24" y="1"/>
                    </a:lnTo>
                    <a:lnTo>
                      <a:pt x="22" y="1"/>
                    </a:lnTo>
                    <a:lnTo>
                      <a:pt x="21" y="0"/>
                    </a:lnTo>
                    <a:lnTo>
                      <a:pt x="20" y="0"/>
                    </a:lnTo>
                    <a:lnTo>
                      <a:pt x="20" y="1"/>
                    </a:lnTo>
                    <a:lnTo>
                      <a:pt x="21" y="2"/>
                    </a:lnTo>
                    <a:lnTo>
                      <a:pt x="22" y="5"/>
                    </a:lnTo>
                    <a:lnTo>
                      <a:pt x="24" y="8"/>
                    </a:lnTo>
                    <a:lnTo>
                      <a:pt x="27" y="13"/>
                    </a:lnTo>
                    <a:lnTo>
                      <a:pt x="31" y="19"/>
                    </a:lnTo>
                    <a:lnTo>
                      <a:pt x="35" y="25"/>
                    </a:lnTo>
                    <a:lnTo>
                      <a:pt x="39" y="33"/>
                    </a:lnTo>
                    <a:lnTo>
                      <a:pt x="44" y="42"/>
                    </a:lnTo>
                    <a:lnTo>
                      <a:pt x="50" y="52"/>
                    </a:lnTo>
                    <a:lnTo>
                      <a:pt x="57" y="62"/>
                    </a:lnTo>
                    <a:lnTo>
                      <a:pt x="64" y="74"/>
                    </a:lnTo>
                    <a:lnTo>
                      <a:pt x="71" y="87"/>
                    </a:lnTo>
                    <a:lnTo>
                      <a:pt x="79" y="101"/>
                    </a:lnTo>
                    <a:lnTo>
                      <a:pt x="88" y="116"/>
                    </a:lnTo>
                    <a:lnTo>
                      <a:pt x="98" y="132"/>
                    </a:lnTo>
                    <a:lnTo>
                      <a:pt x="107" y="148"/>
                    </a:lnTo>
                    <a:lnTo>
                      <a:pt x="116" y="163"/>
                    </a:lnTo>
                    <a:lnTo>
                      <a:pt x="124" y="177"/>
                    </a:lnTo>
                    <a:lnTo>
                      <a:pt x="132" y="190"/>
                    </a:lnTo>
                    <a:lnTo>
                      <a:pt x="139" y="202"/>
                    </a:lnTo>
                    <a:lnTo>
                      <a:pt x="145" y="212"/>
                    </a:lnTo>
                    <a:lnTo>
                      <a:pt x="151" y="222"/>
                    </a:lnTo>
                    <a:lnTo>
                      <a:pt x="156" y="231"/>
                    </a:lnTo>
                    <a:lnTo>
                      <a:pt x="161" y="239"/>
                    </a:lnTo>
                    <a:lnTo>
                      <a:pt x="165" y="245"/>
                    </a:lnTo>
                    <a:lnTo>
                      <a:pt x="168" y="251"/>
                    </a:lnTo>
                    <a:lnTo>
                      <a:pt x="171" y="256"/>
                    </a:lnTo>
                    <a:lnTo>
                      <a:pt x="173" y="259"/>
                    </a:lnTo>
                    <a:lnTo>
                      <a:pt x="175" y="262"/>
                    </a:lnTo>
                    <a:lnTo>
                      <a:pt x="176" y="263"/>
                    </a:lnTo>
                    <a:lnTo>
                      <a:pt x="176" y="264"/>
                    </a:lnTo>
                    <a:lnTo>
                      <a:pt x="175" y="266"/>
                    </a:lnTo>
                    <a:lnTo>
                      <a:pt x="173" y="269"/>
                    </a:lnTo>
                    <a:lnTo>
                      <a:pt x="171" y="273"/>
                    </a:lnTo>
                    <a:lnTo>
                      <a:pt x="167" y="278"/>
                    </a:lnTo>
                    <a:lnTo>
                      <a:pt x="164" y="285"/>
                    </a:lnTo>
                    <a:lnTo>
                      <a:pt x="159" y="292"/>
                    </a:lnTo>
                    <a:lnTo>
                      <a:pt x="154" y="301"/>
                    </a:lnTo>
                    <a:lnTo>
                      <a:pt x="148" y="311"/>
                    </a:lnTo>
                    <a:lnTo>
                      <a:pt x="142" y="322"/>
                    </a:lnTo>
                    <a:lnTo>
                      <a:pt x="134" y="334"/>
                    </a:lnTo>
                    <a:lnTo>
                      <a:pt x="127" y="347"/>
                    </a:lnTo>
                    <a:lnTo>
                      <a:pt x="118" y="362"/>
                    </a:lnTo>
                    <a:lnTo>
                      <a:pt x="109" y="377"/>
                    </a:lnTo>
                    <a:lnTo>
                      <a:pt x="99" y="394"/>
                    </a:lnTo>
                    <a:lnTo>
                      <a:pt x="88" y="412"/>
                    </a:lnTo>
                    <a:lnTo>
                      <a:pt x="77" y="430"/>
                    </a:lnTo>
                    <a:lnTo>
                      <a:pt x="67" y="447"/>
                    </a:lnTo>
                    <a:lnTo>
                      <a:pt x="58" y="462"/>
                    </a:lnTo>
                    <a:lnTo>
                      <a:pt x="50" y="477"/>
                    </a:lnTo>
                    <a:lnTo>
                      <a:pt x="42" y="490"/>
                    </a:lnTo>
                    <a:lnTo>
                      <a:pt x="34" y="502"/>
                    </a:lnTo>
                    <a:lnTo>
                      <a:pt x="28" y="513"/>
                    </a:lnTo>
                    <a:lnTo>
                      <a:pt x="22" y="523"/>
                    </a:lnTo>
                    <a:lnTo>
                      <a:pt x="17" y="532"/>
                    </a:lnTo>
                    <a:lnTo>
                      <a:pt x="12" y="539"/>
                    </a:lnTo>
                    <a:lnTo>
                      <a:pt x="9" y="546"/>
                    </a:lnTo>
                    <a:lnTo>
                      <a:pt x="6" y="551"/>
                    </a:lnTo>
                    <a:lnTo>
                      <a:pt x="3" y="555"/>
                    </a:lnTo>
                    <a:lnTo>
                      <a:pt x="1" y="558"/>
                    </a:lnTo>
                    <a:lnTo>
                      <a:pt x="0" y="559"/>
                    </a:lnTo>
                    <a:lnTo>
                      <a:pt x="0" y="560"/>
                    </a:lnTo>
                    <a:lnTo>
                      <a:pt x="1" y="560"/>
                    </a:lnTo>
                    <a:lnTo>
                      <a:pt x="3" y="561"/>
                    </a:lnTo>
                    <a:lnTo>
                      <a:pt x="4" y="561"/>
                    </a:lnTo>
                    <a:lnTo>
                      <a:pt x="6" y="562"/>
                    </a:lnTo>
                    <a:lnTo>
                      <a:pt x="8" y="562"/>
                    </a:lnTo>
                    <a:lnTo>
                      <a:pt x="10" y="563"/>
                    </a:lnTo>
                    <a:lnTo>
                      <a:pt x="13" y="564"/>
                    </a:lnTo>
                    <a:lnTo>
                      <a:pt x="16" y="565"/>
                    </a:lnTo>
                    <a:lnTo>
                      <a:pt x="19" y="566"/>
                    </a:lnTo>
                    <a:lnTo>
                      <a:pt x="23" y="567"/>
                    </a:lnTo>
                    <a:lnTo>
                      <a:pt x="27" y="568"/>
                    </a:lnTo>
                    <a:lnTo>
                      <a:pt x="31" y="570"/>
                    </a:lnTo>
                    <a:lnTo>
                      <a:pt x="35" y="571"/>
                    </a:lnTo>
                    <a:lnTo>
                      <a:pt x="40" y="572"/>
                    </a:lnTo>
                    <a:lnTo>
                      <a:pt x="45" y="574"/>
                    </a:lnTo>
                    <a:lnTo>
                      <a:pt x="50" y="576"/>
                    </a:lnTo>
                    <a:lnTo>
                      <a:pt x="56" y="578"/>
                    </a:lnTo>
                    <a:lnTo>
                      <a:pt x="61" y="581"/>
                    </a:lnTo>
                    <a:lnTo>
                      <a:pt x="67" y="584"/>
                    </a:lnTo>
                    <a:lnTo>
                      <a:pt x="73" y="587"/>
                    </a:lnTo>
                    <a:lnTo>
                      <a:pt x="79" y="590"/>
                    </a:lnTo>
                    <a:lnTo>
                      <a:pt x="85" y="594"/>
                    </a:lnTo>
                    <a:lnTo>
                      <a:pt x="92" y="598"/>
                    </a:lnTo>
                    <a:lnTo>
                      <a:pt x="98" y="602"/>
                    </a:lnTo>
                    <a:lnTo>
                      <a:pt x="105" y="606"/>
                    </a:lnTo>
                    <a:lnTo>
                      <a:pt x="112" y="611"/>
                    </a:lnTo>
                    <a:lnTo>
                      <a:pt x="119" y="616"/>
                    </a:lnTo>
                    <a:lnTo>
                      <a:pt x="126" y="621"/>
                    </a:lnTo>
                    <a:lnTo>
                      <a:pt x="133" y="627"/>
                    </a:lnTo>
                    <a:lnTo>
                      <a:pt x="141" y="633"/>
                    </a:lnTo>
                    <a:lnTo>
                      <a:pt x="148" y="639"/>
                    </a:lnTo>
                    <a:lnTo>
                      <a:pt x="155" y="644"/>
                    </a:lnTo>
                    <a:lnTo>
                      <a:pt x="162" y="650"/>
                    </a:lnTo>
                    <a:lnTo>
                      <a:pt x="169" y="656"/>
                    </a:lnTo>
                    <a:lnTo>
                      <a:pt x="175" y="662"/>
                    </a:lnTo>
                    <a:lnTo>
                      <a:pt x="181" y="667"/>
                    </a:lnTo>
                    <a:lnTo>
                      <a:pt x="187" y="672"/>
                    </a:lnTo>
                    <a:lnTo>
                      <a:pt x="192" y="678"/>
                    </a:lnTo>
                    <a:lnTo>
                      <a:pt x="197" y="683"/>
                    </a:lnTo>
                    <a:lnTo>
                      <a:pt x="202" y="688"/>
                    </a:lnTo>
                    <a:lnTo>
                      <a:pt x="207" y="693"/>
                    </a:lnTo>
                    <a:lnTo>
                      <a:pt x="211" y="698"/>
                    </a:lnTo>
                    <a:lnTo>
                      <a:pt x="215" y="703"/>
                    </a:lnTo>
                    <a:lnTo>
                      <a:pt x="218" y="708"/>
                    </a:lnTo>
                    <a:lnTo>
                      <a:pt x="222" y="713"/>
                    </a:lnTo>
                    <a:lnTo>
                      <a:pt x="225" y="718"/>
                    </a:lnTo>
                    <a:close/>
                  </a:path>
                </a:pathLst>
              </a:custGeom>
              <a:grpFill/>
              <a:ln w="12700" cap="flat" cmpd="sng">
                <a:solidFill>
                  <a:schemeClr val="accent6"/>
                </a:solidFill>
                <a:prstDash val="solid"/>
                <a:round/>
                <a:headEnd type="none" w="med" len="med"/>
                <a:tailEnd type="none" w="med" len="med"/>
              </a:ln>
              <a:effectLst/>
            </p:spPr>
            <p:txBody>
              <a:bodyPr wrap="none" lIns="72000" tIns="72000" rIns="72000" bIns="72000" anchor="ctr">
                <a:noAutofit/>
              </a:bodyPr>
              <a:lstStyle/>
              <a:p>
                <a:endParaRPr lang="ja-JP" altLang="en-US" sz="1200">
                  <a:solidFill>
                    <a:schemeClr val="accent4"/>
                  </a:solidFill>
                </a:endParaRPr>
              </a:p>
            </p:txBody>
          </p:sp>
          <p:sp>
            <p:nvSpPr>
              <p:cNvPr id="81" name="Freeform 23"/>
              <p:cNvSpPr>
                <a:spLocks/>
              </p:cNvSpPr>
              <p:nvPr/>
            </p:nvSpPr>
            <p:spPr bwMode="gray">
              <a:xfrm>
                <a:off x="2711" y="3186"/>
                <a:ext cx="397" cy="473"/>
              </a:xfrm>
              <a:custGeom>
                <a:avLst/>
                <a:gdLst/>
                <a:ahLst/>
                <a:cxnLst>
                  <a:cxn ang="0">
                    <a:pos x="130" y="554"/>
                  </a:cxn>
                  <a:cxn ang="0">
                    <a:pos x="123" y="566"/>
                  </a:cxn>
                  <a:cxn ang="0">
                    <a:pos x="121" y="569"/>
                  </a:cxn>
                  <a:cxn ang="0">
                    <a:pos x="110" y="563"/>
                  </a:cxn>
                  <a:cxn ang="0">
                    <a:pos x="81" y="546"/>
                  </a:cxn>
                  <a:cxn ang="0">
                    <a:pos x="40" y="523"/>
                  </a:cxn>
                  <a:cxn ang="0">
                    <a:pos x="12" y="507"/>
                  </a:cxn>
                  <a:cxn ang="0">
                    <a:pos x="0" y="500"/>
                  </a:cxn>
                  <a:cxn ang="0">
                    <a:pos x="12" y="520"/>
                  </a:cxn>
                  <a:cxn ang="0">
                    <a:pos x="57" y="598"/>
                  </a:cxn>
                  <a:cxn ang="0">
                    <a:pos x="136" y="732"/>
                  </a:cxn>
                  <a:cxn ang="0">
                    <a:pos x="204" y="848"/>
                  </a:cxn>
                  <a:cxn ang="0">
                    <a:pos x="238" y="906"/>
                  </a:cxn>
                  <a:cxn ang="0">
                    <a:pos x="251" y="913"/>
                  </a:cxn>
                  <a:cxn ang="0">
                    <a:pos x="320" y="913"/>
                  </a:cxn>
                  <a:cxn ang="0">
                    <a:pos x="457" y="913"/>
                  </a:cxn>
                  <a:cxn ang="0">
                    <a:pos x="616" y="913"/>
                  </a:cxn>
                  <a:cxn ang="0">
                    <a:pos x="708" y="913"/>
                  </a:cxn>
                  <a:cxn ang="0">
                    <a:pos x="731" y="913"/>
                  </a:cxn>
                  <a:cxn ang="0">
                    <a:pos x="720" y="906"/>
                  </a:cxn>
                  <a:cxn ang="0">
                    <a:pos x="691" y="890"/>
                  </a:cxn>
                  <a:cxn ang="0">
                    <a:pos x="649" y="867"/>
                  </a:cxn>
                  <a:cxn ang="0">
                    <a:pos x="620" y="851"/>
                  </a:cxn>
                  <a:cxn ang="0">
                    <a:pos x="609" y="844"/>
                  </a:cxn>
                  <a:cxn ang="0">
                    <a:pos x="611" y="840"/>
                  </a:cxn>
                  <a:cxn ang="0">
                    <a:pos x="621" y="823"/>
                  </a:cxn>
                  <a:cxn ang="0">
                    <a:pos x="638" y="794"/>
                  </a:cxn>
                  <a:cxn ang="0">
                    <a:pos x="659" y="751"/>
                  </a:cxn>
                  <a:cxn ang="0">
                    <a:pos x="681" y="694"/>
                  </a:cxn>
                  <a:cxn ang="0">
                    <a:pos x="703" y="626"/>
                  </a:cxn>
                  <a:cxn ang="0">
                    <a:pos x="722" y="554"/>
                  </a:cxn>
                  <a:cxn ang="0">
                    <a:pos x="736" y="481"/>
                  </a:cxn>
                  <a:cxn ang="0">
                    <a:pos x="743" y="405"/>
                  </a:cxn>
                  <a:cxn ang="0">
                    <a:pos x="742" y="321"/>
                  </a:cxn>
                  <a:cxn ang="0">
                    <a:pos x="733" y="230"/>
                  </a:cxn>
                  <a:cxn ang="0">
                    <a:pos x="720" y="148"/>
                  </a:cxn>
                  <a:cxn ang="0">
                    <a:pos x="705" y="85"/>
                  </a:cxn>
                  <a:cxn ang="0">
                    <a:pos x="690" y="39"/>
                  </a:cxn>
                  <a:cxn ang="0">
                    <a:pos x="679" y="11"/>
                  </a:cxn>
                  <a:cxn ang="0">
                    <a:pos x="675" y="0"/>
                  </a:cxn>
                  <a:cxn ang="0">
                    <a:pos x="667" y="13"/>
                  </a:cxn>
                  <a:cxn ang="0">
                    <a:pos x="638" y="62"/>
                  </a:cxn>
                  <a:cxn ang="0">
                    <a:pos x="588" y="147"/>
                  </a:cxn>
                  <a:cxn ang="0">
                    <a:pos x="545" y="222"/>
                  </a:cxn>
                  <a:cxn ang="0">
                    <a:pos x="523" y="259"/>
                  </a:cxn>
                  <a:cxn ang="0">
                    <a:pos x="514" y="263"/>
                  </a:cxn>
                  <a:cxn ang="0">
                    <a:pos x="465" y="263"/>
                  </a:cxn>
                  <a:cxn ang="0">
                    <a:pos x="366" y="263"/>
                  </a:cxn>
                  <a:cxn ang="0">
                    <a:pos x="251" y="263"/>
                  </a:cxn>
                  <a:cxn ang="0">
                    <a:pos x="185" y="263"/>
                  </a:cxn>
                  <a:cxn ang="0">
                    <a:pos x="168" y="264"/>
                  </a:cxn>
                  <a:cxn ang="0">
                    <a:pos x="170" y="274"/>
                  </a:cxn>
                  <a:cxn ang="0">
                    <a:pos x="174" y="301"/>
                  </a:cxn>
                  <a:cxn ang="0">
                    <a:pos x="180" y="341"/>
                  </a:cxn>
                  <a:cxn ang="0">
                    <a:pos x="180" y="386"/>
                  </a:cxn>
                  <a:cxn ang="0">
                    <a:pos x="173" y="433"/>
                  </a:cxn>
                  <a:cxn ang="0">
                    <a:pos x="162" y="478"/>
                  </a:cxn>
                  <a:cxn ang="0">
                    <a:pos x="150" y="515"/>
                  </a:cxn>
                  <a:cxn ang="0">
                    <a:pos x="139" y="538"/>
                  </a:cxn>
                </a:cxnLst>
                <a:rect l="0" t="0" r="r" b="b"/>
                <a:pathLst>
                  <a:path w="745" h="914">
                    <a:moveTo>
                      <a:pt x="139" y="538"/>
                    </a:moveTo>
                    <a:lnTo>
                      <a:pt x="137" y="541"/>
                    </a:lnTo>
                    <a:lnTo>
                      <a:pt x="135" y="545"/>
                    </a:lnTo>
                    <a:lnTo>
                      <a:pt x="133" y="548"/>
                    </a:lnTo>
                    <a:lnTo>
                      <a:pt x="131" y="551"/>
                    </a:lnTo>
                    <a:lnTo>
                      <a:pt x="130" y="554"/>
                    </a:lnTo>
                    <a:lnTo>
                      <a:pt x="128" y="557"/>
                    </a:lnTo>
                    <a:lnTo>
                      <a:pt x="127" y="559"/>
                    </a:lnTo>
                    <a:lnTo>
                      <a:pt x="126" y="561"/>
                    </a:lnTo>
                    <a:lnTo>
                      <a:pt x="125" y="563"/>
                    </a:lnTo>
                    <a:lnTo>
                      <a:pt x="124" y="565"/>
                    </a:lnTo>
                    <a:lnTo>
                      <a:pt x="123" y="566"/>
                    </a:lnTo>
                    <a:lnTo>
                      <a:pt x="122" y="567"/>
                    </a:lnTo>
                    <a:lnTo>
                      <a:pt x="122" y="568"/>
                    </a:lnTo>
                    <a:lnTo>
                      <a:pt x="122" y="569"/>
                    </a:lnTo>
                    <a:lnTo>
                      <a:pt x="121" y="569"/>
                    </a:lnTo>
                    <a:lnTo>
                      <a:pt x="120" y="569"/>
                    </a:lnTo>
                    <a:lnTo>
                      <a:pt x="119" y="568"/>
                    </a:lnTo>
                    <a:lnTo>
                      <a:pt x="118" y="567"/>
                    </a:lnTo>
                    <a:lnTo>
                      <a:pt x="115" y="566"/>
                    </a:lnTo>
                    <a:lnTo>
                      <a:pt x="113" y="564"/>
                    </a:lnTo>
                    <a:lnTo>
                      <a:pt x="110" y="563"/>
                    </a:lnTo>
                    <a:lnTo>
                      <a:pt x="106" y="561"/>
                    </a:lnTo>
                    <a:lnTo>
                      <a:pt x="102" y="558"/>
                    </a:lnTo>
                    <a:lnTo>
                      <a:pt x="98" y="556"/>
                    </a:lnTo>
                    <a:lnTo>
                      <a:pt x="93" y="553"/>
                    </a:lnTo>
                    <a:lnTo>
                      <a:pt x="87" y="550"/>
                    </a:lnTo>
                    <a:lnTo>
                      <a:pt x="81" y="546"/>
                    </a:lnTo>
                    <a:lnTo>
                      <a:pt x="75" y="543"/>
                    </a:lnTo>
                    <a:lnTo>
                      <a:pt x="68" y="539"/>
                    </a:lnTo>
                    <a:lnTo>
                      <a:pt x="61" y="535"/>
                    </a:lnTo>
                    <a:lnTo>
                      <a:pt x="53" y="531"/>
                    </a:lnTo>
                    <a:lnTo>
                      <a:pt x="47" y="527"/>
                    </a:lnTo>
                    <a:lnTo>
                      <a:pt x="40" y="523"/>
                    </a:lnTo>
                    <a:lnTo>
                      <a:pt x="34" y="520"/>
                    </a:lnTo>
                    <a:lnTo>
                      <a:pt x="29" y="517"/>
                    </a:lnTo>
                    <a:lnTo>
                      <a:pt x="24" y="514"/>
                    </a:lnTo>
                    <a:lnTo>
                      <a:pt x="19" y="511"/>
                    </a:lnTo>
                    <a:lnTo>
                      <a:pt x="15" y="509"/>
                    </a:lnTo>
                    <a:lnTo>
                      <a:pt x="12" y="507"/>
                    </a:lnTo>
                    <a:lnTo>
                      <a:pt x="9" y="505"/>
                    </a:lnTo>
                    <a:lnTo>
                      <a:pt x="6" y="504"/>
                    </a:lnTo>
                    <a:lnTo>
                      <a:pt x="4" y="502"/>
                    </a:lnTo>
                    <a:lnTo>
                      <a:pt x="2" y="502"/>
                    </a:lnTo>
                    <a:lnTo>
                      <a:pt x="1" y="501"/>
                    </a:lnTo>
                    <a:lnTo>
                      <a:pt x="0" y="500"/>
                    </a:lnTo>
                    <a:lnTo>
                      <a:pt x="1" y="501"/>
                    </a:lnTo>
                    <a:lnTo>
                      <a:pt x="2" y="504"/>
                    </a:lnTo>
                    <a:lnTo>
                      <a:pt x="4" y="508"/>
                    </a:lnTo>
                    <a:lnTo>
                      <a:pt x="8" y="513"/>
                    </a:lnTo>
                    <a:lnTo>
                      <a:pt x="12" y="520"/>
                    </a:lnTo>
                    <a:lnTo>
                      <a:pt x="17" y="529"/>
                    </a:lnTo>
                    <a:lnTo>
                      <a:pt x="23" y="540"/>
                    </a:lnTo>
                    <a:lnTo>
                      <a:pt x="30" y="552"/>
                    </a:lnTo>
                    <a:lnTo>
                      <a:pt x="39" y="566"/>
                    </a:lnTo>
                    <a:lnTo>
                      <a:pt x="47" y="581"/>
                    </a:lnTo>
                    <a:lnTo>
                      <a:pt x="57" y="598"/>
                    </a:lnTo>
                    <a:lnTo>
                      <a:pt x="68" y="616"/>
                    </a:lnTo>
                    <a:lnTo>
                      <a:pt x="80" y="637"/>
                    </a:lnTo>
                    <a:lnTo>
                      <a:pt x="93" y="658"/>
                    </a:lnTo>
                    <a:lnTo>
                      <a:pt x="107" y="682"/>
                    </a:lnTo>
                    <a:lnTo>
                      <a:pt x="121" y="707"/>
                    </a:lnTo>
                    <a:lnTo>
                      <a:pt x="136" y="732"/>
                    </a:lnTo>
                    <a:lnTo>
                      <a:pt x="150" y="755"/>
                    </a:lnTo>
                    <a:lnTo>
                      <a:pt x="163" y="777"/>
                    </a:lnTo>
                    <a:lnTo>
                      <a:pt x="174" y="797"/>
                    </a:lnTo>
                    <a:lnTo>
                      <a:pt x="185" y="816"/>
                    </a:lnTo>
                    <a:lnTo>
                      <a:pt x="195" y="832"/>
                    </a:lnTo>
                    <a:lnTo>
                      <a:pt x="204" y="848"/>
                    </a:lnTo>
                    <a:lnTo>
                      <a:pt x="212" y="861"/>
                    </a:lnTo>
                    <a:lnTo>
                      <a:pt x="219" y="874"/>
                    </a:lnTo>
                    <a:lnTo>
                      <a:pt x="226" y="884"/>
                    </a:lnTo>
                    <a:lnTo>
                      <a:pt x="231" y="893"/>
                    </a:lnTo>
                    <a:lnTo>
                      <a:pt x="235" y="900"/>
                    </a:lnTo>
                    <a:lnTo>
                      <a:pt x="238" y="906"/>
                    </a:lnTo>
                    <a:lnTo>
                      <a:pt x="241" y="910"/>
                    </a:lnTo>
                    <a:lnTo>
                      <a:pt x="242" y="912"/>
                    </a:lnTo>
                    <a:lnTo>
                      <a:pt x="243" y="913"/>
                    </a:lnTo>
                    <a:lnTo>
                      <a:pt x="244" y="913"/>
                    </a:lnTo>
                    <a:lnTo>
                      <a:pt x="246" y="913"/>
                    </a:lnTo>
                    <a:lnTo>
                      <a:pt x="251" y="913"/>
                    </a:lnTo>
                    <a:lnTo>
                      <a:pt x="258" y="913"/>
                    </a:lnTo>
                    <a:lnTo>
                      <a:pt x="266" y="913"/>
                    </a:lnTo>
                    <a:lnTo>
                      <a:pt x="277" y="913"/>
                    </a:lnTo>
                    <a:lnTo>
                      <a:pt x="289" y="913"/>
                    </a:lnTo>
                    <a:lnTo>
                      <a:pt x="304" y="913"/>
                    </a:lnTo>
                    <a:lnTo>
                      <a:pt x="320" y="913"/>
                    </a:lnTo>
                    <a:lnTo>
                      <a:pt x="338" y="913"/>
                    </a:lnTo>
                    <a:lnTo>
                      <a:pt x="358" y="913"/>
                    </a:lnTo>
                    <a:lnTo>
                      <a:pt x="380" y="913"/>
                    </a:lnTo>
                    <a:lnTo>
                      <a:pt x="404" y="913"/>
                    </a:lnTo>
                    <a:lnTo>
                      <a:pt x="430" y="913"/>
                    </a:lnTo>
                    <a:lnTo>
                      <a:pt x="457" y="913"/>
                    </a:lnTo>
                    <a:lnTo>
                      <a:pt x="487" y="913"/>
                    </a:lnTo>
                    <a:lnTo>
                      <a:pt x="517" y="913"/>
                    </a:lnTo>
                    <a:lnTo>
                      <a:pt x="544" y="913"/>
                    </a:lnTo>
                    <a:lnTo>
                      <a:pt x="570" y="913"/>
                    </a:lnTo>
                    <a:lnTo>
                      <a:pt x="594" y="913"/>
                    </a:lnTo>
                    <a:lnTo>
                      <a:pt x="616" y="913"/>
                    </a:lnTo>
                    <a:lnTo>
                      <a:pt x="636" y="913"/>
                    </a:lnTo>
                    <a:lnTo>
                      <a:pt x="654" y="913"/>
                    </a:lnTo>
                    <a:lnTo>
                      <a:pt x="670" y="913"/>
                    </a:lnTo>
                    <a:lnTo>
                      <a:pt x="685" y="913"/>
                    </a:lnTo>
                    <a:lnTo>
                      <a:pt x="697" y="913"/>
                    </a:lnTo>
                    <a:lnTo>
                      <a:pt x="708" y="913"/>
                    </a:lnTo>
                    <a:lnTo>
                      <a:pt x="716" y="913"/>
                    </a:lnTo>
                    <a:lnTo>
                      <a:pt x="723" y="913"/>
                    </a:lnTo>
                    <a:lnTo>
                      <a:pt x="728" y="913"/>
                    </a:lnTo>
                    <a:lnTo>
                      <a:pt x="731" y="913"/>
                    </a:lnTo>
                    <a:lnTo>
                      <a:pt x="730" y="913"/>
                    </a:lnTo>
                    <a:lnTo>
                      <a:pt x="729" y="912"/>
                    </a:lnTo>
                    <a:lnTo>
                      <a:pt x="728" y="911"/>
                    </a:lnTo>
                    <a:lnTo>
                      <a:pt x="725" y="910"/>
                    </a:lnTo>
                    <a:lnTo>
                      <a:pt x="723" y="908"/>
                    </a:lnTo>
                    <a:lnTo>
                      <a:pt x="720" y="906"/>
                    </a:lnTo>
                    <a:lnTo>
                      <a:pt x="716" y="904"/>
                    </a:lnTo>
                    <a:lnTo>
                      <a:pt x="712" y="902"/>
                    </a:lnTo>
                    <a:lnTo>
                      <a:pt x="707" y="900"/>
                    </a:lnTo>
                    <a:lnTo>
                      <a:pt x="702" y="897"/>
                    </a:lnTo>
                    <a:lnTo>
                      <a:pt x="697" y="894"/>
                    </a:lnTo>
                    <a:lnTo>
                      <a:pt x="691" y="890"/>
                    </a:lnTo>
                    <a:lnTo>
                      <a:pt x="684" y="887"/>
                    </a:lnTo>
                    <a:lnTo>
                      <a:pt x="677" y="883"/>
                    </a:lnTo>
                    <a:lnTo>
                      <a:pt x="670" y="879"/>
                    </a:lnTo>
                    <a:lnTo>
                      <a:pt x="662" y="875"/>
                    </a:lnTo>
                    <a:lnTo>
                      <a:pt x="655" y="871"/>
                    </a:lnTo>
                    <a:lnTo>
                      <a:pt x="649" y="867"/>
                    </a:lnTo>
                    <a:lnTo>
                      <a:pt x="643" y="864"/>
                    </a:lnTo>
                    <a:lnTo>
                      <a:pt x="637" y="861"/>
                    </a:lnTo>
                    <a:lnTo>
                      <a:pt x="632" y="858"/>
                    </a:lnTo>
                    <a:lnTo>
                      <a:pt x="628" y="855"/>
                    </a:lnTo>
                    <a:lnTo>
                      <a:pt x="624" y="853"/>
                    </a:lnTo>
                    <a:lnTo>
                      <a:pt x="620" y="851"/>
                    </a:lnTo>
                    <a:lnTo>
                      <a:pt x="617" y="849"/>
                    </a:lnTo>
                    <a:lnTo>
                      <a:pt x="614" y="848"/>
                    </a:lnTo>
                    <a:lnTo>
                      <a:pt x="612" y="846"/>
                    </a:lnTo>
                    <a:lnTo>
                      <a:pt x="610" y="845"/>
                    </a:lnTo>
                    <a:lnTo>
                      <a:pt x="609" y="845"/>
                    </a:lnTo>
                    <a:lnTo>
                      <a:pt x="609" y="844"/>
                    </a:lnTo>
                    <a:lnTo>
                      <a:pt x="608" y="844"/>
                    </a:lnTo>
                    <a:lnTo>
                      <a:pt x="609" y="844"/>
                    </a:lnTo>
                    <a:lnTo>
                      <a:pt x="609" y="843"/>
                    </a:lnTo>
                    <a:lnTo>
                      <a:pt x="610" y="841"/>
                    </a:lnTo>
                    <a:lnTo>
                      <a:pt x="611" y="840"/>
                    </a:lnTo>
                    <a:lnTo>
                      <a:pt x="612" y="838"/>
                    </a:lnTo>
                    <a:lnTo>
                      <a:pt x="613" y="836"/>
                    </a:lnTo>
                    <a:lnTo>
                      <a:pt x="615" y="833"/>
                    </a:lnTo>
                    <a:lnTo>
                      <a:pt x="617" y="830"/>
                    </a:lnTo>
                    <a:lnTo>
                      <a:pt x="619" y="827"/>
                    </a:lnTo>
                    <a:lnTo>
                      <a:pt x="621" y="823"/>
                    </a:lnTo>
                    <a:lnTo>
                      <a:pt x="623" y="819"/>
                    </a:lnTo>
                    <a:lnTo>
                      <a:pt x="626" y="815"/>
                    </a:lnTo>
                    <a:lnTo>
                      <a:pt x="628" y="810"/>
                    </a:lnTo>
                    <a:lnTo>
                      <a:pt x="631" y="805"/>
                    </a:lnTo>
                    <a:lnTo>
                      <a:pt x="635" y="799"/>
                    </a:lnTo>
                    <a:lnTo>
                      <a:pt x="638" y="794"/>
                    </a:lnTo>
                    <a:lnTo>
                      <a:pt x="641" y="787"/>
                    </a:lnTo>
                    <a:lnTo>
                      <a:pt x="645" y="781"/>
                    </a:lnTo>
                    <a:lnTo>
                      <a:pt x="648" y="774"/>
                    </a:lnTo>
                    <a:lnTo>
                      <a:pt x="652" y="767"/>
                    </a:lnTo>
                    <a:lnTo>
                      <a:pt x="655" y="759"/>
                    </a:lnTo>
                    <a:lnTo>
                      <a:pt x="659" y="751"/>
                    </a:lnTo>
                    <a:lnTo>
                      <a:pt x="662" y="742"/>
                    </a:lnTo>
                    <a:lnTo>
                      <a:pt x="666" y="733"/>
                    </a:lnTo>
                    <a:lnTo>
                      <a:pt x="670" y="724"/>
                    </a:lnTo>
                    <a:lnTo>
                      <a:pt x="673" y="715"/>
                    </a:lnTo>
                    <a:lnTo>
                      <a:pt x="677" y="705"/>
                    </a:lnTo>
                    <a:lnTo>
                      <a:pt x="681" y="694"/>
                    </a:lnTo>
                    <a:lnTo>
                      <a:pt x="685" y="683"/>
                    </a:lnTo>
                    <a:lnTo>
                      <a:pt x="688" y="672"/>
                    </a:lnTo>
                    <a:lnTo>
                      <a:pt x="692" y="661"/>
                    </a:lnTo>
                    <a:lnTo>
                      <a:pt x="696" y="649"/>
                    </a:lnTo>
                    <a:lnTo>
                      <a:pt x="700" y="637"/>
                    </a:lnTo>
                    <a:lnTo>
                      <a:pt x="703" y="626"/>
                    </a:lnTo>
                    <a:lnTo>
                      <a:pt x="707" y="614"/>
                    </a:lnTo>
                    <a:lnTo>
                      <a:pt x="710" y="602"/>
                    </a:lnTo>
                    <a:lnTo>
                      <a:pt x="713" y="590"/>
                    </a:lnTo>
                    <a:lnTo>
                      <a:pt x="716" y="578"/>
                    </a:lnTo>
                    <a:lnTo>
                      <a:pt x="719" y="566"/>
                    </a:lnTo>
                    <a:lnTo>
                      <a:pt x="722" y="554"/>
                    </a:lnTo>
                    <a:lnTo>
                      <a:pt x="725" y="542"/>
                    </a:lnTo>
                    <a:lnTo>
                      <a:pt x="727" y="530"/>
                    </a:lnTo>
                    <a:lnTo>
                      <a:pt x="729" y="518"/>
                    </a:lnTo>
                    <a:lnTo>
                      <a:pt x="732" y="506"/>
                    </a:lnTo>
                    <a:lnTo>
                      <a:pt x="734" y="493"/>
                    </a:lnTo>
                    <a:lnTo>
                      <a:pt x="736" y="481"/>
                    </a:lnTo>
                    <a:lnTo>
                      <a:pt x="737" y="469"/>
                    </a:lnTo>
                    <a:lnTo>
                      <a:pt x="739" y="456"/>
                    </a:lnTo>
                    <a:lnTo>
                      <a:pt x="740" y="444"/>
                    </a:lnTo>
                    <a:lnTo>
                      <a:pt x="741" y="431"/>
                    </a:lnTo>
                    <a:lnTo>
                      <a:pt x="742" y="418"/>
                    </a:lnTo>
                    <a:lnTo>
                      <a:pt x="743" y="405"/>
                    </a:lnTo>
                    <a:lnTo>
                      <a:pt x="743" y="391"/>
                    </a:lnTo>
                    <a:lnTo>
                      <a:pt x="744" y="378"/>
                    </a:lnTo>
                    <a:lnTo>
                      <a:pt x="744" y="364"/>
                    </a:lnTo>
                    <a:lnTo>
                      <a:pt x="743" y="350"/>
                    </a:lnTo>
                    <a:lnTo>
                      <a:pt x="743" y="335"/>
                    </a:lnTo>
                    <a:lnTo>
                      <a:pt x="742" y="321"/>
                    </a:lnTo>
                    <a:lnTo>
                      <a:pt x="741" y="306"/>
                    </a:lnTo>
                    <a:lnTo>
                      <a:pt x="740" y="291"/>
                    </a:lnTo>
                    <a:lnTo>
                      <a:pt x="739" y="276"/>
                    </a:lnTo>
                    <a:lnTo>
                      <a:pt x="737" y="261"/>
                    </a:lnTo>
                    <a:lnTo>
                      <a:pt x="735" y="245"/>
                    </a:lnTo>
                    <a:lnTo>
                      <a:pt x="733" y="230"/>
                    </a:lnTo>
                    <a:lnTo>
                      <a:pt x="731" y="215"/>
                    </a:lnTo>
                    <a:lnTo>
                      <a:pt x="729" y="201"/>
                    </a:lnTo>
                    <a:lnTo>
                      <a:pt x="727" y="187"/>
                    </a:lnTo>
                    <a:lnTo>
                      <a:pt x="725" y="173"/>
                    </a:lnTo>
                    <a:lnTo>
                      <a:pt x="723" y="160"/>
                    </a:lnTo>
                    <a:lnTo>
                      <a:pt x="720" y="148"/>
                    </a:lnTo>
                    <a:lnTo>
                      <a:pt x="718" y="136"/>
                    </a:lnTo>
                    <a:lnTo>
                      <a:pt x="716" y="125"/>
                    </a:lnTo>
                    <a:lnTo>
                      <a:pt x="713" y="114"/>
                    </a:lnTo>
                    <a:lnTo>
                      <a:pt x="711" y="104"/>
                    </a:lnTo>
                    <a:lnTo>
                      <a:pt x="708" y="94"/>
                    </a:lnTo>
                    <a:lnTo>
                      <a:pt x="705" y="85"/>
                    </a:lnTo>
                    <a:lnTo>
                      <a:pt x="703" y="76"/>
                    </a:lnTo>
                    <a:lnTo>
                      <a:pt x="700" y="68"/>
                    </a:lnTo>
                    <a:lnTo>
                      <a:pt x="697" y="60"/>
                    </a:lnTo>
                    <a:lnTo>
                      <a:pt x="695" y="53"/>
                    </a:lnTo>
                    <a:lnTo>
                      <a:pt x="692" y="46"/>
                    </a:lnTo>
                    <a:lnTo>
                      <a:pt x="690" y="39"/>
                    </a:lnTo>
                    <a:lnTo>
                      <a:pt x="687" y="34"/>
                    </a:lnTo>
                    <a:lnTo>
                      <a:pt x="685" y="28"/>
                    </a:lnTo>
                    <a:lnTo>
                      <a:pt x="684" y="23"/>
                    </a:lnTo>
                    <a:lnTo>
                      <a:pt x="682" y="19"/>
                    </a:lnTo>
                    <a:lnTo>
                      <a:pt x="680" y="15"/>
                    </a:lnTo>
                    <a:lnTo>
                      <a:pt x="679" y="11"/>
                    </a:lnTo>
                    <a:lnTo>
                      <a:pt x="678" y="8"/>
                    </a:lnTo>
                    <a:lnTo>
                      <a:pt x="677" y="6"/>
                    </a:lnTo>
                    <a:lnTo>
                      <a:pt x="676" y="3"/>
                    </a:lnTo>
                    <a:lnTo>
                      <a:pt x="676" y="2"/>
                    </a:lnTo>
                    <a:lnTo>
                      <a:pt x="675" y="1"/>
                    </a:lnTo>
                    <a:lnTo>
                      <a:pt x="675" y="0"/>
                    </a:lnTo>
                    <a:lnTo>
                      <a:pt x="674" y="0"/>
                    </a:lnTo>
                    <a:lnTo>
                      <a:pt x="674" y="2"/>
                    </a:lnTo>
                    <a:lnTo>
                      <a:pt x="672" y="4"/>
                    </a:lnTo>
                    <a:lnTo>
                      <a:pt x="670" y="8"/>
                    </a:lnTo>
                    <a:lnTo>
                      <a:pt x="667" y="13"/>
                    </a:lnTo>
                    <a:lnTo>
                      <a:pt x="664" y="18"/>
                    </a:lnTo>
                    <a:lnTo>
                      <a:pt x="660" y="25"/>
                    </a:lnTo>
                    <a:lnTo>
                      <a:pt x="655" y="33"/>
                    </a:lnTo>
                    <a:lnTo>
                      <a:pt x="650" y="41"/>
                    </a:lnTo>
                    <a:lnTo>
                      <a:pt x="645" y="51"/>
                    </a:lnTo>
                    <a:lnTo>
                      <a:pt x="638" y="62"/>
                    </a:lnTo>
                    <a:lnTo>
                      <a:pt x="631" y="74"/>
                    </a:lnTo>
                    <a:lnTo>
                      <a:pt x="624" y="87"/>
                    </a:lnTo>
                    <a:lnTo>
                      <a:pt x="616" y="101"/>
                    </a:lnTo>
                    <a:lnTo>
                      <a:pt x="607" y="116"/>
                    </a:lnTo>
                    <a:lnTo>
                      <a:pt x="598" y="132"/>
                    </a:lnTo>
                    <a:lnTo>
                      <a:pt x="588" y="147"/>
                    </a:lnTo>
                    <a:lnTo>
                      <a:pt x="579" y="162"/>
                    </a:lnTo>
                    <a:lnTo>
                      <a:pt x="571" y="176"/>
                    </a:lnTo>
                    <a:lnTo>
                      <a:pt x="564" y="189"/>
                    </a:lnTo>
                    <a:lnTo>
                      <a:pt x="557" y="201"/>
                    </a:lnTo>
                    <a:lnTo>
                      <a:pt x="550" y="212"/>
                    </a:lnTo>
                    <a:lnTo>
                      <a:pt x="545" y="222"/>
                    </a:lnTo>
                    <a:lnTo>
                      <a:pt x="540" y="230"/>
                    </a:lnTo>
                    <a:lnTo>
                      <a:pt x="535" y="238"/>
                    </a:lnTo>
                    <a:lnTo>
                      <a:pt x="531" y="245"/>
                    </a:lnTo>
                    <a:lnTo>
                      <a:pt x="528" y="250"/>
                    </a:lnTo>
                    <a:lnTo>
                      <a:pt x="525" y="255"/>
                    </a:lnTo>
                    <a:lnTo>
                      <a:pt x="523" y="259"/>
                    </a:lnTo>
                    <a:lnTo>
                      <a:pt x="521" y="261"/>
                    </a:lnTo>
                    <a:lnTo>
                      <a:pt x="521" y="263"/>
                    </a:lnTo>
                    <a:lnTo>
                      <a:pt x="520" y="263"/>
                    </a:lnTo>
                    <a:lnTo>
                      <a:pt x="518" y="263"/>
                    </a:lnTo>
                    <a:lnTo>
                      <a:pt x="514" y="263"/>
                    </a:lnTo>
                    <a:lnTo>
                      <a:pt x="509" y="263"/>
                    </a:lnTo>
                    <a:lnTo>
                      <a:pt x="503" y="263"/>
                    </a:lnTo>
                    <a:lnTo>
                      <a:pt x="496" y="263"/>
                    </a:lnTo>
                    <a:lnTo>
                      <a:pt x="487" y="263"/>
                    </a:lnTo>
                    <a:lnTo>
                      <a:pt x="476" y="263"/>
                    </a:lnTo>
                    <a:lnTo>
                      <a:pt x="465" y="263"/>
                    </a:lnTo>
                    <a:lnTo>
                      <a:pt x="452" y="263"/>
                    </a:lnTo>
                    <a:lnTo>
                      <a:pt x="437" y="263"/>
                    </a:lnTo>
                    <a:lnTo>
                      <a:pt x="421" y="263"/>
                    </a:lnTo>
                    <a:lnTo>
                      <a:pt x="404" y="263"/>
                    </a:lnTo>
                    <a:lnTo>
                      <a:pt x="386" y="263"/>
                    </a:lnTo>
                    <a:lnTo>
                      <a:pt x="366" y="263"/>
                    </a:lnTo>
                    <a:lnTo>
                      <a:pt x="344" y="263"/>
                    </a:lnTo>
                    <a:lnTo>
                      <a:pt x="323" y="263"/>
                    </a:lnTo>
                    <a:lnTo>
                      <a:pt x="303" y="263"/>
                    </a:lnTo>
                    <a:lnTo>
                      <a:pt x="284" y="263"/>
                    </a:lnTo>
                    <a:lnTo>
                      <a:pt x="267" y="263"/>
                    </a:lnTo>
                    <a:lnTo>
                      <a:pt x="251" y="263"/>
                    </a:lnTo>
                    <a:lnTo>
                      <a:pt x="237" y="263"/>
                    </a:lnTo>
                    <a:lnTo>
                      <a:pt x="224" y="263"/>
                    </a:lnTo>
                    <a:lnTo>
                      <a:pt x="212" y="263"/>
                    </a:lnTo>
                    <a:lnTo>
                      <a:pt x="202" y="263"/>
                    </a:lnTo>
                    <a:lnTo>
                      <a:pt x="193" y="263"/>
                    </a:lnTo>
                    <a:lnTo>
                      <a:pt x="185" y="263"/>
                    </a:lnTo>
                    <a:lnTo>
                      <a:pt x="179" y="263"/>
                    </a:lnTo>
                    <a:lnTo>
                      <a:pt x="174" y="263"/>
                    </a:lnTo>
                    <a:lnTo>
                      <a:pt x="171" y="263"/>
                    </a:lnTo>
                    <a:lnTo>
                      <a:pt x="169" y="263"/>
                    </a:lnTo>
                    <a:lnTo>
                      <a:pt x="168" y="263"/>
                    </a:lnTo>
                    <a:lnTo>
                      <a:pt x="168" y="264"/>
                    </a:lnTo>
                    <a:lnTo>
                      <a:pt x="169" y="265"/>
                    </a:lnTo>
                    <a:lnTo>
                      <a:pt x="169" y="267"/>
                    </a:lnTo>
                    <a:lnTo>
                      <a:pt x="169" y="269"/>
                    </a:lnTo>
                    <a:lnTo>
                      <a:pt x="170" y="271"/>
                    </a:lnTo>
                    <a:lnTo>
                      <a:pt x="170" y="274"/>
                    </a:lnTo>
                    <a:lnTo>
                      <a:pt x="171" y="277"/>
                    </a:lnTo>
                    <a:lnTo>
                      <a:pt x="171" y="281"/>
                    </a:lnTo>
                    <a:lnTo>
                      <a:pt x="172" y="285"/>
                    </a:lnTo>
                    <a:lnTo>
                      <a:pt x="172" y="290"/>
                    </a:lnTo>
                    <a:lnTo>
                      <a:pt x="173" y="295"/>
                    </a:lnTo>
                    <a:lnTo>
                      <a:pt x="174" y="301"/>
                    </a:lnTo>
                    <a:lnTo>
                      <a:pt x="175" y="307"/>
                    </a:lnTo>
                    <a:lnTo>
                      <a:pt x="176" y="313"/>
                    </a:lnTo>
                    <a:lnTo>
                      <a:pt x="177" y="320"/>
                    </a:lnTo>
                    <a:lnTo>
                      <a:pt x="178" y="327"/>
                    </a:lnTo>
                    <a:lnTo>
                      <a:pt x="179" y="334"/>
                    </a:lnTo>
                    <a:lnTo>
                      <a:pt x="180" y="341"/>
                    </a:lnTo>
                    <a:lnTo>
                      <a:pt x="180" y="348"/>
                    </a:lnTo>
                    <a:lnTo>
                      <a:pt x="180" y="356"/>
                    </a:lnTo>
                    <a:lnTo>
                      <a:pt x="180" y="363"/>
                    </a:lnTo>
                    <a:lnTo>
                      <a:pt x="180" y="371"/>
                    </a:lnTo>
                    <a:lnTo>
                      <a:pt x="180" y="378"/>
                    </a:lnTo>
                    <a:lnTo>
                      <a:pt x="180" y="386"/>
                    </a:lnTo>
                    <a:lnTo>
                      <a:pt x="179" y="394"/>
                    </a:lnTo>
                    <a:lnTo>
                      <a:pt x="178" y="401"/>
                    </a:lnTo>
                    <a:lnTo>
                      <a:pt x="177" y="409"/>
                    </a:lnTo>
                    <a:lnTo>
                      <a:pt x="176" y="417"/>
                    </a:lnTo>
                    <a:lnTo>
                      <a:pt x="175" y="425"/>
                    </a:lnTo>
                    <a:lnTo>
                      <a:pt x="173" y="433"/>
                    </a:lnTo>
                    <a:lnTo>
                      <a:pt x="171" y="441"/>
                    </a:lnTo>
                    <a:lnTo>
                      <a:pt x="169" y="449"/>
                    </a:lnTo>
                    <a:lnTo>
                      <a:pt x="168" y="457"/>
                    </a:lnTo>
                    <a:lnTo>
                      <a:pt x="166" y="464"/>
                    </a:lnTo>
                    <a:lnTo>
                      <a:pt x="164" y="471"/>
                    </a:lnTo>
                    <a:lnTo>
                      <a:pt x="162" y="478"/>
                    </a:lnTo>
                    <a:lnTo>
                      <a:pt x="160" y="485"/>
                    </a:lnTo>
                    <a:lnTo>
                      <a:pt x="158" y="492"/>
                    </a:lnTo>
                    <a:lnTo>
                      <a:pt x="156" y="498"/>
                    </a:lnTo>
                    <a:lnTo>
                      <a:pt x="154" y="504"/>
                    </a:lnTo>
                    <a:lnTo>
                      <a:pt x="152" y="509"/>
                    </a:lnTo>
                    <a:lnTo>
                      <a:pt x="150" y="515"/>
                    </a:lnTo>
                    <a:lnTo>
                      <a:pt x="148" y="520"/>
                    </a:lnTo>
                    <a:lnTo>
                      <a:pt x="145" y="525"/>
                    </a:lnTo>
                    <a:lnTo>
                      <a:pt x="143" y="529"/>
                    </a:lnTo>
                    <a:lnTo>
                      <a:pt x="141" y="534"/>
                    </a:lnTo>
                    <a:lnTo>
                      <a:pt x="139" y="538"/>
                    </a:lnTo>
                    <a:close/>
                  </a:path>
                </a:pathLst>
              </a:custGeom>
              <a:grpFill/>
              <a:ln w="12700" cap="flat" cmpd="sng">
                <a:solidFill>
                  <a:schemeClr val="accent6"/>
                </a:solidFill>
                <a:prstDash val="solid"/>
                <a:round/>
                <a:headEnd type="none" w="med" len="med"/>
                <a:tailEnd type="none" w="med" len="med"/>
              </a:ln>
              <a:effectLst/>
            </p:spPr>
            <p:txBody>
              <a:bodyPr wrap="none" lIns="72000" tIns="72000" rIns="72000" bIns="72000" anchor="ctr">
                <a:noAutofit/>
              </a:bodyPr>
              <a:lstStyle/>
              <a:p>
                <a:endParaRPr lang="ja-JP" altLang="en-US" sz="1200">
                  <a:solidFill>
                    <a:schemeClr val="accent4"/>
                  </a:solidFill>
                </a:endParaRPr>
              </a:p>
            </p:txBody>
          </p:sp>
          <p:sp>
            <p:nvSpPr>
              <p:cNvPr id="82" name="Freeform 24"/>
              <p:cNvSpPr>
                <a:spLocks/>
              </p:cNvSpPr>
              <p:nvPr/>
            </p:nvSpPr>
            <p:spPr bwMode="gray">
              <a:xfrm>
                <a:off x="2443" y="3522"/>
                <a:ext cx="549" cy="428"/>
              </a:xfrm>
              <a:custGeom>
                <a:avLst/>
                <a:gdLst/>
                <a:ahLst/>
                <a:cxnLst>
                  <a:cxn ang="0">
                    <a:pos x="264" y="133"/>
                  </a:cxn>
                  <a:cxn ang="0">
                    <a:pos x="248" y="134"/>
                  </a:cxn>
                  <a:cxn ang="0">
                    <a:pos x="244" y="134"/>
                  </a:cxn>
                  <a:cxn ang="0">
                    <a:pos x="244" y="121"/>
                  </a:cxn>
                  <a:cxn ang="0">
                    <a:pos x="244" y="90"/>
                  </a:cxn>
                  <a:cxn ang="0">
                    <a:pos x="244" y="45"/>
                  </a:cxn>
                  <a:cxn ang="0">
                    <a:pos x="244" y="13"/>
                  </a:cxn>
                  <a:cxn ang="0">
                    <a:pos x="244" y="1"/>
                  </a:cxn>
                  <a:cxn ang="0">
                    <a:pos x="232" y="20"/>
                  </a:cxn>
                  <a:cxn ang="0">
                    <a:pos x="186" y="97"/>
                  </a:cxn>
                  <a:cxn ang="0">
                    <a:pos x="107" y="231"/>
                  </a:cxn>
                  <a:cxn ang="0">
                    <a:pos x="38" y="346"/>
                  </a:cxn>
                  <a:cxn ang="0">
                    <a:pos x="4" y="404"/>
                  </a:cxn>
                  <a:cxn ang="0">
                    <a:pos x="4" y="418"/>
                  </a:cxn>
                  <a:cxn ang="0">
                    <a:pos x="38" y="477"/>
                  </a:cxn>
                  <a:cxn ang="0">
                    <a:pos x="107" y="593"/>
                  </a:cxn>
                  <a:cxn ang="0">
                    <a:pos x="186" y="726"/>
                  </a:cxn>
                  <a:cxn ang="0">
                    <a:pos x="232" y="804"/>
                  </a:cxn>
                  <a:cxn ang="0">
                    <a:pos x="244" y="824"/>
                  </a:cxn>
                  <a:cxn ang="0">
                    <a:pos x="244" y="811"/>
                  </a:cxn>
                  <a:cxn ang="0">
                    <a:pos x="244" y="778"/>
                  </a:cxn>
                  <a:cxn ang="0">
                    <a:pos x="244" y="731"/>
                  </a:cxn>
                  <a:cxn ang="0">
                    <a:pos x="244" y="698"/>
                  </a:cxn>
                  <a:cxn ang="0">
                    <a:pos x="244" y="685"/>
                  </a:cxn>
                  <a:cxn ang="0">
                    <a:pos x="251" y="684"/>
                  </a:cxn>
                  <a:cxn ang="0">
                    <a:pos x="277" y="684"/>
                  </a:cxn>
                  <a:cxn ang="0">
                    <a:pos x="323" y="682"/>
                  </a:cxn>
                  <a:cxn ang="0">
                    <a:pos x="385" y="676"/>
                  </a:cxn>
                  <a:cxn ang="0">
                    <a:pos x="459" y="661"/>
                  </a:cxn>
                  <a:cxn ang="0">
                    <a:pos x="543" y="639"/>
                  </a:cxn>
                  <a:cxn ang="0">
                    <a:pos x="626" y="610"/>
                  </a:cxn>
                  <a:cxn ang="0">
                    <a:pos x="705" y="574"/>
                  </a:cxn>
                  <a:cxn ang="0">
                    <a:pos x="780" y="532"/>
                  </a:cxn>
                  <a:cxn ang="0">
                    <a:pos x="846" y="487"/>
                  </a:cxn>
                  <a:cxn ang="0">
                    <a:pos x="905" y="440"/>
                  </a:cxn>
                  <a:cxn ang="0">
                    <a:pos x="953" y="397"/>
                  </a:cxn>
                  <a:cxn ang="0">
                    <a:pos x="988" y="363"/>
                  </a:cxn>
                  <a:cxn ang="0">
                    <a:pos x="1009" y="338"/>
                  </a:cxn>
                  <a:cxn ang="0">
                    <a:pos x="1023" y="322"/>
                  </a:cxn>
                  <a:cxn ang="0">
                    <a:pos x="1028" y="316"/>
                  </a:cxn>
                  <a:cxn ang="0">
                    <a:pos x="1013" y="316"/>
                  </a:cxn>
                  <a:cxn ang="0">
                    <a:pos x="954" y="316"/>
                  </a:cxn>
                  <a:cxn ang="0">
                    <a:pos x="853" y="316"/>
                  </a:cxn>
                  <a:cxn ang="0">
                    <a:pos x="765" y="316"/>
                  </a:cxn>
                  <a:cxn ang="0">
                    <a:pos x="721" y="316"/>
                  </a:cxn>
                  <a:cxn ang="0">
                    <a:pos x="712" y="311"/>
                  </a:cxn>
                  <a:cxn ang="0">
                    <a:pos x="687" y="269"/>
                  </a:cxn>
                  <a:cxn ang="0">
                    <a:pos x="638" y="186"/>
                  </a:cxn>
                  <a:cxn ang="0">
                    <a:pos x="581" y="91"/>
                  </a:cxn>
                  <a:cxn ang="0">
                    <a:pos x="548" y="36"/>
                  </a:cxn>
                  <a:cxn ang="0">
                    <a:pos x="539" y="22"/>
                  </a:cxn>
                  <a:cxn ang="0">
                    <a:pos x="531" y="28"/>
                  </a:cxn>
                  <a:cxn ang="0">
                    <a:pos x="510" y="43"/>
                  </a:cxn>
                  <a:cxn ang="0">
                    <a:pos x="478" y="67"/>
                  </a:cxn>
                  <a:cxn ang="0">
                    <a:pos x="440" y="88"/>
                  </a:cxn>
                  <a:cxn ang="0">
                    <a:pos x="397" y="106"/>
                  </a:cxn>
                  <a:cxn ang="0">
                    <a:pos x="353" y="119"/>
                  </a:cxn>
                  <a:cxn ang="0">
                    <a:pos x="314" y="128"/>
                  </a:cxn>
                  <a:cxn ang="0">
                    <a:pos x="286" y="131"/>
                  </a:cxn>
                </a:cxnLst>
                <a:rect l="0" t="0" r="r" b="b"/>
                <a:pathLst>
                  <a:path w="1029" h="825">
                    <a:moveTo>
                      <a:pt x="286" y="131"/>
                    </a:moveTo>
                    <a:lnTo>
                      <a:pt x="281" y="132"/>
                    </a:lnTo>
                    <a:lnTo>
                      <a:pt x="276" y="132"/>
                    </a:lnTo>
                    <a:lnTo>
                      <a:pt x="272" y="132"/>
                    </a:lnTo>
                    <a:lnTo>
                      <a:pt x="268" y="133"/>
                    </a:lnTo>
                    <a:lnTo>
                      <a:pt x="264" y="133"/>
                    </a:lnTo>
                    <a:lnTo>
                      <a:pt x="260" y="133"/>
                    </a:lnTo>
                    <a:lnTo>
                      <a:pt x="257" y="133"/>
                    </a:lnTo>
                    <a:lnTo>
                      <a:pt x="255" y="133"/>
                    </a:lnTo>
                    <a:lnTo>
                      <a:pt x="252" y="134"/>
                    </a:lnTo>
                    <a:lnTo>
                      <a:pt x="250" y="134"/>
                    </a:lnTo>
                    <a:lnTo>
                      <a:pt x="248" y="134"/>
                    </a:lnTo>
                    <a:lnTo>
                      <a:pt x="247" y="134"/>
                    </a:lnTo>
                    <a:lnTo>
                      <a:pt x="246" y="134"/>
                    </a:lnTo>
                    <a:lnTo>
                      <a:pt x="245" y="134"/>
                    </a:lnTo>
                    <a:lnTo>
                      <a:pt x="244" y="134"/>
                    </a:lnTo>
                    <a:lnTo>
                      <a:pt x="244" y="133"/>
                    </a:lnTo>
                    <a:lnTo>
                      <a:pt x="244" y="132"/>
                    </a:lnTo>
                    <a:lnTo>
                      <a:pt x="244" y="130"/>
                    </a:lnTo>
                    <a:lnTo>
                      <a:pt x="244" y="128"/>
                    </a:lnTo>
                    <a:lnTo>
                      <a:pt x="244" y="125"/>
                    </a:lnTo>
                    <a:lnTo>
                      <a:pt x="244" y="121"/>
                    </a:lnTo>
                    <a:lnTo>
                      <a:pt x="244" y="117"/>
                    </a:lnTo>
                    <a:lnTo>
                      <a:pt x="244" y="113"/>
                    </a:lnTo>
                    <a:lnTo>
                      <a:pt x="244" y="108"/>
                    </a:lnTo>
                    <a:lnTo>
                      <a:pt x="244" y="103"/>
                    </a:lnTo>
                    <a:lnTo>
                      <a:pt x="244" y="97"/>
                    </a:lnTo>
                    <a:lnTo>
                      <a:pt x="244" y="90"/>
                    </a:lnTo>
                    <a:lnTo>
                      <a:pt x="244" y="83"/>
                    </a:lnTo>
                    <a:lnTo>
                      <a:pt x="244" y="75"/>
                    </a:lnTo>
                    <a:lnTo>
                      <a:pt x="244" y="67"/>
                    </a:lnTo>
                    <a:lnTo>
                      <a:pt x="244" y="59"/>
                    </a:lnTo>
                    <a:lnTo>
                      <a:pt x="244" y="52"/>
                    </a:lnTo>
                    <a:lnTo>
                      <a:pt x="244" y="45"/>
                    </a:lnTo>
                    <a:lnTo>
                      <a:pt x="244" y="38"/>
                    </a:lnTo>
                    <a:lnTo>
                      <a:pt x="244" y="32"/>
                    </a:lnTo>
                    <a:lnTo>
                      <a:pt x="244" y="26"/>
                    </a:lnTo>
                    <a:lnTo>
                      <a:pt x="244" y="22"/>
                    </a:lnTo>
                    <a:lnTo>
                      <a:pt x="244" y="17"/>
                    </a:lnTo>
                    <a:lnTo>
                      <a:pt x="244" y="13"/>
                    </a:lnTo>
                    <a:lnTo>
                      <a:pt x="244" y="10"/>
                    </a:lnTo>
                    <a:lnTo>
                      <a:pt x="244" y="7"/>
                    </a:lnTo>
                    <a:lnTo>
                      <a:pt x="244" y="5"/>
                    </a:lnTo>
                    <a:lnTo>
                      <a:pt x="244" y="3"/>
                    </a:lnTo>
                    <a:lnTo>
                      <a:pt x="244" y="1"/>
                    </a:lnTo>
                    <a:lnTo>
                      <a:pt x="244" y="0"/>
                    </a:lnTo>
                    <a:lnTo>
                      <a:pt x="244" y="1"/>
                    </a:lnTo>
                    <a:lnTo>
                      <a:pt x="242" y="4"/>
                    </a:lnTo>
                    <a:lnTo>
                      <a:pt x="240" y="8"/>
                    </a:lnTo>
                    <a:lnTo>
                      <a:pt x="236" y="13"/>
                    </a:lnTo>
                    <a:lnTo>
                      <a:pt x="232" y="20"/>
                    </a:lnTo>
                    <a:lnTo>
                      <a:pt x="227" y="29"/>
                    </a:lnTo>
                    <a:lnTo>
                      <a:pt x="221" y="40"/>
                    </a:lnTo>
                    <a:lnTo>
                      <a:pt x="213" y="52"/>
                    </a:lnTo>
                    <a:lnTo>
                      <a:pt x="205" y="65"/>
                    </a:lnTo>
                    <a:lnTo>
                      <a:pt x="196" y="81"/>
                    </a:lnTo>
                    <a:lnTo>
                      <a:pt x="186" y="97"/>
                    </a:lnTo>
                    <a:lnTo>
                      <a:pt x="175" y="116"/>
                    </a:lnTo>
                    <a:lnTo>
                      <a:pt x="163" y="136"/>
                    </a:lnTo>
                    <a:lnTo>
                      <a:pt x="150" y="158"/>
                    </a:lnTo>
                    <a:lnTo>
                      <a:pt x="137" y="181"/>
                    </a:lnTo>
                    <a:lnTo>
                      <a:pt x="122" y="206"/>
                    </a:lnTo>
                    <a:lnTo>
                      <a:pt x="107" y="231"/>
                    </a:lnTo>
                    <a:lnTo>
                      <a:pt x="93" y="254"/>
                    </a:lnTo>
                    <a:lnTo>
                      <a:pt x="80" y="276"/>
                    </a:lnTo>
                    <a:lnTo>
                      <a:pt x="68" y="296"/>
                    </a:lnTo>
                    <a:lnTo>
                      <a:pt x="57" y="314"/>
                    </a:lnTo>
                    <a:lnTo>
                      <a:pt x="47" y="331"/>
                    </a:lnTo>
                    <a:lnTo>
                      <a:pt x="38" y="346"/>
                    </a:lnTo>
                    <a:lnTo>
                      <a:pt x="30" y="360"/>
                    </a:lnTo>
                    <a:lnTo>
                      <a:pt x="23" y="372"/>
                    </a:lnTo>
                    <a:lnTo>
                      <a:pt x="17" y="382"/>
                    </a:lnTo>
                    <a:lnTo>
                      <a:pt x="12" y="391"/>
                    </a:lnTo>
                    <a:lnTo>
                      <a:pt x="7" y="398"/>
                    </a:lnTo>
                    <a:lnTo>
                      <a:pt x="4" y="404"/>
                    </a:lnTo>
                    <a:lnTo>
                      <a:pt x="2" y="408"/>
                    </a:lnTo>
                    <a:lnTo>
                      <a:pt x="0" y="410"/>
                    </a:lnTo>
                    <a:lnTo>
                      <a:pt x="0" y="411"/>
                    </a:lnTo>
                    <a:lnTo>
                      <a:pt x="0" y="412"/>
                    </a:lnTo>
                    <a:lnTo>
                      <a:pt x="2" y="414"/>
                    </a:lnTo>
                    <a:lnTo>
                      <a:pt x="4" y="418"/>
                    </a:lnTo>
                    <a:lnTo>
                      <a:pt x="7" y="424"/>
                    </a:lnTo>
                    <a:lnTo>
                      <a:pt x="12" y="431"/>
                    </a:lnTo>
                    <a:lnTo>
                      <a:pt x="17" y="440"/>
                    </a:lnTo>
                    <a:lnTo>
                      <a:pt x="23" y="451"/>
                    </a:lnTo>
                    <a:lnTo>
                      <a:pt x="30" y="463"/>
                    </a:lnTo>
                    <a:lnTo>
                      <a:pt x="38" y="477"/>
                    </a:lnTo>
                    <a:lnTo>
                      <a:pt x="47" y="492"/>
                    </a:lnTo>
                    <a:lnTo>
                      <a:pt x="57" y="509"/>
                    </a:lnTo>
                    <a:lnTo>
                      <a:pt x="68" y="527"/>
                    </a:lnTo>
                    <a:lnTo>
                      <a:pt x="80" y="547"/>
                    </a:lnTo>
                    <a:lnTo>
                      <a:pt x="93" y="569"/>
                    </a:lnTo>
                    <a:lnTo>
                      <a:pt x="107" y="593"/>
                    </a:lnTo>
                    <a:lnTo>
                      <a:pt x="122" y="618"/>
                    </a:lnTo>
                    <a:lnTo>
                      <a:pt x="137" y="643"/>
                    </a:lnTo>
                    <a:lnTo>
                      <a:pt x="150" y="666"/>
                    </a:lnTo>
                    <a:lnTo>
                      <a:pt x="163" y="688"/>
                    </a:lnTo>
                    <a:lnTo>
                      <a:pt x="175" y="708"/>
                    </a:lnTo>
                    <a:lnTo>
                      <a:pt x="186" y="726"/>
                    </a:lnTo>
                    <a:lnTo>
                      <a:pt x="196" y="743"/>
                    </a:lnTo>
                    <a:lnTo>
                      <a:pt x="205" y="759"/>
                    </a:lnTo>
                    <a:lnTo>
                      <a:pt x="213" y="772"/>
                    </a:lnTo>
                    <a:lnTo>
                      <a:pt x="221" y="784"/>
                    </a:lnTo>
                    <a:lnTo>
                      <a:pt x="227" y="795"/>
                    </a:lnTo>
                    <a:lnTo>
                      <a:pt x="232" y="804"/>
                    </a:lnTo>
                    <a:lnTo>
                      <a:pt x="236" y="811"/>
                    </a:lnTo>
                    <a:lnTo>
                      <a:pt x="240" y="817"/>
                    </a:lnTo>
                    <a:lnTo>
                      <a:pt x="242" y="821"/>
                    </a:lnTo>
                    <a:lnTo>
                      <a:pt x="244" y="823"/>
                    </a:lnTo>
                    <a:lnTo>
                      <a:pt x="244" y="824"/>
                    </a:lnTo>
                    <a:lnTo>
                      <a:pt x="244" y="823"/>
                    </a:lnTo>
                    <a:lnTo>
                      <a:pt x="244" y="822"/>
                    </a:lnTo>
                    <a:lnTo>
                      <a:pt x="244" y="820"/>
                    </a:lnTo>
                    <a:lnTo>
                      <a:pt x="244" y="817"/>
                    </a:lnTo>
                    <a:lnTo>
                      <a:pt x="244" y="814"/>
                    </a:lnTo>
                    <a:lnTo>
                      <a:pt x="244" y="811"/>
                    </a:lnTo>
                    <a:lnTo>
                      <a:pt x="244" y="807"/>
                    </a:lnTo>
                    <a:lnTo>
                      <a:pt x="244" y="802"/>
                    </a:lnTo>
                    <a:lnTo>
                      <a:pt x="244" y="797"/>
                    </a:lnTo>
                    <a:lnTo>
                      <a:pt x="244" y="791"/>
                    </a:lnTo>
                    <a:lnTo>
                      <a:pt x="244" y="785"/>
                    </a:lnTo>
                    <a:lnTo>
                      <a:pt x="244" y="778"/>
                    </a:lnTo>
                    <a:lnTo>
                      <a:pt x="244" y="771"/>
                    </a:lnTo>
                    <a:lnTo>
                      <a:pt x="244" y="763"/>
                    </a:lnTo>
                    <a:lnTo>
                      <a:pt x="244" y="754"/>
                    </a:lnTo>
                    <a:lnTo>
                      <a:pt x="244" y="746"/>
                    </a:lnTo>
                    <a:lnTo>
                      <a:pt x="244" y="738"/>
                    </a:lnTo>
                    <a:lnTo>
                      <a:pt x="244" y="731"/>
                    </a:lnTo>
                    <a:lnTo>
                      <a:pt x="244" y="724"/>
                    </a:lnTo>
                    <a:lnTo>
                      <a:pt x="244" y="717"/>
                    </a:lnTo>
                    <a:lnTo>
                      <a:pt x="244" y="712"/>
                    </a:lnTo>
                    <a:lnTo>
                      <a:pt x="244" y="707"/>
                    </a:lnTo>
                    <a:lnTo>
                      <a:pt x="244" y="702"/>
                    </a:lnTo>
                    <a:lnTo>
                      <a:pt x="244" y="698"/>
                    </a:lnTo>
                    <a:lnTo>
                      <a:pt x="244" y="694"/>
                    </a:lnTo>
                    <a:lnTo>
                      <a:pt x="244" y="691"/>
                    </a:lnTo>
                    <a:lnTo>
                      <a:pt x="244" y="689"/>
                    </a:lnTo>
                    <a:lnTo>
                      <a:pt x="244" y="687"/>
                    </a:lnTo>
                    <a:lnTo>
                      <a:pt x="244" y="686"/>
                    </a:lnTo>
                    <a:lnTo>
                      <a:pt x="244" y="685"/>
                    </a:lnTo>
                    <a:lnTo>
                      <a:pt x="244" y="684"/>
                    </a:lnTo>
                    <a:lnTo>
                      <a:pt x="245" y="684"/>
                    </a:lnTo>
                    <a:lnTo>
                      <a:pt x="247" y="684"/>
                    </a:lnTo>
                    <a:lnTo>
                      <a:pt x="248" y="684"/>
                    </a:lnTo>
                    <a:lnTo>
                      <a:pt x="251" y="684"/>
                    </a:lnTo>
                    <a:lnTo>
                      <a:pt x="254" y="684"/>
                    </a:lnTo>
                    <a:lnTo>
                      <a:pt x="258" y="684"/>
                    </a:lnTo>
                    <a:lnTo>
                      <a:pt x="262" y="684"/>
                    </a:lnTo>
                    <a:lnTo>
                      <a:pt x="266" y="684"/>
                    </a:lnTo>
                    <a:lnTo>
                      <a:pt x="272" y="684"/>
                    </a:lnTo>
                    <a:lnTo>
                      <a:pt x="277" y="684"/>
                    </a:lnTo>
                    <a:lnTo>
                      <a:pt x="284" y="683"/>
                    </a:lnTo>
                    <a:lnTo>
                      <a:pt x="290" y="683"/>
                    </a:lnTo>
                    <a:lnTo>
                      <a:pt x="298" y="683"/>
                    </a:lnTo>
                    <a:lnTo>
                      <a:pt x="306" y="683"/>
                    </a:lnTo>
                    <a:lnTo>
                      <a:pt x="314" y="683"/>
                    </a:lnTo>
                    <a:lnTo>
                      <a:pt x="323" y="682"/>
                    </a:lnTo>
                    <a:lnTo>
                      <a:pt x="333" y="682"/>
                    </a:lnTo>
                    <a:lnTo>
                      <a:pt x="342" y="681"/>
                    </a:lnTo>
                    <a:lnTo>
                      <a:pt x="352" y="680"/>
                    </a:lnTo>
                    <a:lnTo>
                      <a:pt x="363" y="679"/>
                    </a:lnTo>
                    <a:lnTo>
                      <a:pt x="374" y="677"/>
                    </a:lnTo>
                    <a:lnTo>
                      <a:pt x="385" y="676"/>
                    </a:lnTo>
                    <a:lnTo>
                      <a:pt x="396" y="674"/>
                    </a:lnTo>
                    <a:lnTo>
                      <a:pt x="408" y="672"/>
                    </a:lnTo>
                    <a:lnTo>
                      <a:pt x="420" y="669"/>
                    </a:lnTo>
                    <a:lnTo>
                      <a:pt x="432" y="667"/>
                    </a:lnTo>
                    <a:lnTo>
                      <a:pt x="445" y="664"/>
                    </a:lnTo>
                    <a:lnTo>
                      <a:pt x="459" y="661"/>
                    </a:lnTo>
                    <a:lnTo>
                      <a:pt x="472" y="658"/>
                    </a:lnTo>
                    <a:lnTo>
                      <a:pt x="486" y="655"/>
                    </a:lnTo>
                    <a:lnTo>
                      <a:pt x="500" y="651"/>
                    </a:lnTo>
                    <a:lnTo>
                      <a:pt x="515" y="647"/>
                    </a:lnTo>
                    <a:lnTo>
                      <a:pt x="529" y="643"/>
                    </a:lnTo>
                    <a:lnTo>
                      <a:pt x="543" y="639"/>
                    </a:lnTo>
                    <a:lnTo>
                      <a:pt x="557" y="635"/>
                    </a:lnTo>
                    <a:lnTo>
                      <a:pt x="571" y="630"/>
                    </a:lnTo>
                    <a:lnTo>
                      <a:pt x="585" y="625"/>
                    </a:lnTo>
                    <a:lnTo>
                      <a:pt x="599" y="620"/>
                    </a:lnTo>
                    <a:lnTo>
                      <a:pt x="612" y="615"/>
                    </a:lnTo>
                    <a:lnTo>
                      <a:pt x="626" y="610"/>
                    </a:lnTo>
                    <a:lnTo>
                      <a:pt x="639" y="604"/>
                    </a:lnTo>
                    <a:lnTo>
                      <a:pt x="653" y="599"/>
                    </a:lnTo>
                    <a:lnTo>
                      <a:pt x="666" y="593"/>
                    </a:lnTo>
                    <a:lnTo>
                      <a:pt x="679" y="587"/>
                    </a:lnTo>
                    <a:lnTo>
                      <a:pt x="692" y="580"/>
                    </a:lnTo>
                    <a:lnTo>
                      <a:pt x="705" y="574"/>
                    </a:lnTo>
                    <a:lnTo>
                      <a:pt x="718" y="567"/>
                    </a:lnTo>
                    <a:lnTo>
                      <a:pt x="731" y="560"/>
                    </a:lnTo>
                    <a:lnTo>
                      <a:pt x="743" y="553"/>
                    </a:lnTo>
                    <a:lnTo>
                      <a:pt x="756" y="546"/>
                    </a:lnTo>
                    <a:lnTo>
                      <a:pt x="768" y="539"/>
                    </a:lnTo>
                    <a:lnTo>
                      <a:pt x="780" y="532"/>
                    </a:lnTo>
                    <a:lnTo>
                      <a:pt x="791" y="525"/>
                    </a:lnTo>
                    <a:lnTo>
                      <a:pt x="803" y="517"/>
                    </a:lnTo>
                    <a:lnTo>
                      <a:pt x="814" y="510"/>
                    </a:lnTo>
                    <a:lnTo>
                      <a:pt x="825" y="502"/>
                    </a:lnTo>
                    <a:lnTo>
                      <a:pt x="836" y="495"/>
                    </a:lnTo>
                    <a:lnTo>
                      <a:pt x="846" y="487"/>
                    </a:lnTo>
                    <a:lnTo>
                      <a:pt x="857" y="479"/>
                    </a:lnTo>
                    <a:lnTo>
                      <a:pt x="867" y="472"/>
                    </a:lnTo>
                    <a:lnTo>
                      <a:pt x="877" y="464"/>
                    </a:lnTo>
                    <a:lnTo>
                      <a:pt x="887" y="456"/>
                    </a:lnTo>
                    <a:lnTo>
                      <a:pt x="896" y="448"/>
                    </a:lnTo>
                    <a:lnTo>
                      <a:pt x="905" y="440"/>
                    </a:lnTo>
                    <a:lnTo>
                      <a:pt x="914" y="432"/>
                    </a:lnTo>
                    <a:lnTo>
                      <a:pt x="923" y="424"/>
                    </a:lnTo>
                    <a:lnTo>
                      <a:pt x="931" y="417"/>
                    </a:lnTo>
                    <a:lnTo>
                      <a:pt x="939" y="410"/>
                    </a:lnTo>
                    <a:lnTo>
                      <a:pt x="946" y="403"/>
                    </a:lnTo>
                    <a:lnTo>
                      <a:pt x="953" y="397"/>
                    </a:lnTo>
                    <a:lnTo>
                      <a:pt x="960" y="390"/>
                    </a:lnTo>
                    <a:lnTo>
                      <a:pt x="966" y="384"/>
                    </a:lnTo>
                    <a:lnTo>
                      <a:pt x="972" y="379"/>
                    </a:lnTo>
                    <a:lnTo>
                      <a:pt x="977" y="373"/>
                    </a:lnTo>
                    <a:lnTo>
                      <a:pt x="983" y="368"/>
                    </a:lnTo>
                    <a:lnTo>
                      <a:pt x="988" y="363"/>
                    </a:lnTo>
                    <a:lnTo>
                      <a:pt x="992" y="358"/>
                    </a:lnTo>
                    <a:lnTo>
                      <a:pt x="996" y="353"/>
                    </a:lnTo>
                    <a:lnTo>
                      <a:pt x="1000" y="349"/>
                    </a:lnTo>
                    <a:lnTo>
                      <a:pt x="1003" y="345"/>
                    </a:lnTo>
                    <a:lnTo>
                      <a:pt x="1006" y="341"/>
                    </a:lnTo>
                    <a:lnTo>
                      <a:pt x="1009" y="338"/>
                    </a:lnTo>
                    <a:lnTo>
                      <a:pt x="1012" y="334"/>
                    </a:lnTo>
                    <a:lnTo>
                      <a:pt x="1015" y="331"/>
                    </a:lnTo>
                    <a:lnTo>
                      <a:pt x="1017" y="329"/>
                    </a:lnTo>
                    <a:lnTo>
                      <a:pt x="1019" y="326"/>
                    </a:lnTo>
                    <a:lnTo>
                      <a:pt x="1021" y="324"/>
                    </a:lnTo>
                    <a:lnTo>
                      <a:pt x="1023" y="322"/>
                    </a:lnTo>
                    <a:lnTo>
                      <a:pt x="1024" y="320"/>
                    </a:lnTo>
                    <a:lnTo>
                      <a:pt x="1025" y="319"/>
                    </a:lnTo>
                    <a:lnTo>
                      <a:pt x="1026" y="318"/>
                    </a:lnTo>
                    <a:lnTo>
                      <a:pt x="1027" y="317"/>
                    </a:lnTo>
                    <a:lnTo>
                      <a:pt x="1028" y="316"/>
                    </a:lnTo>
                    <a:lnTo>
                      <a:pt x="1026" y="316"/>
                    </a:lnTo>
                    <a:lnTo>
                      <a:pt x="1023" y="316"/>
                    </a:lnTo>
                    <a:lnTo>
                      <a:pt x="1018" y="316"/>
                    </a:lnTo>
                    <a:lnTo>
                      <a:pt x="1013" y="316"/>
                    </a:lnTo>
                    <a:lnTo>
                      <a:pt x="1006" y="316"/>
                    </a:lnTo>
                    <a:lnTo>
                      <a:pt x="998" y="316"/>
                    </a:lnTo>
                    <a:lnTo>
                      <a:pt x="989" y="316"/>
                    </a:lnTo>
                    <a:lnTo>
                      <a:pt x="979" y="316"/>
                    </a:lnTo>
                    <a:lnTo>
                      <a:pt x="967" y="316"/>
                    </a:lnTo>
                    <a:lnTo>
                      <a:pt x="954" y="316"/>
                    </a:lnTo>
                    <a:lnTo>
                      <a:pt x="940" y="316"/>
                    </a:lnTo>
                    <a:lnTo>
                      <a:pt x="925" y="316"/>
                    </a:lnTo>
                    <a:lnTo>
                      <a:pt x="908" y="316"/>
                    </a:lnTo>
                    <a:lnTo>
                      <a:pt x="891" y="316"/>
                    </a:lnTo>
                    <a:lnTo>
                      <a:pt x="872" y="316"/>
                    </a:lnTo>
                    <a:lnTo>
                      <a:pt x="853" y="316"/>
                    </a:lnTo>
                    <a:lnTo>
                      <a:pt x="835" y="316"/>
                    </a:lnTo>
                    <a:lnTo>
                      <a:pt x="819" y="316"/>
                    </a:lnTo>
                    <a:lnTo>
                      <a:pt x="803" y="316"/>
                    </a:lnTo>
                    <a:lnTo>
                      <a:pt x="789" y="316"/>
                    </a:lnTo>
                    <a:lnTo>
                      <a:pt x="776" y="316"/>
                    </a:lnTo>
                    <a:lnTo>
                      <a:pt x="765" y="316"/>
                    </a:lnTo>
                    <a:lnTo>
                      <a:pt x="754" y="316"/>
                    </a:lnTo>
                    <a:lnTo>
                      <a:pt x="745" y="316"/>
                    </a:lnTo>
                    <a:lnTo>
                      <a:pt x="737" y="316"/>
                    </a:lnTo>
                    <a:lnTo>
                      <a:pt x="731" y="316"/>
                    </a:lnTo>
                    <a:lnTo>
                      <a:pt x="725" y="316"/>
                    </a:lnTo>
                    <a:lnTo>
                      <a:pt x="721" y="316"/>
                    </a:lnTo>
                    <a:lnTo>
                      <a:pt x="718" y="316"/>
                    </a:lnTo>
                    <a:lnTo>
                      <a:pt x="716" y="316"/>
                    </a:lnTo>
                    <a:lnTo>
                      <a:pt x="715" y="316"/>
                    </a:lnTo>
                    <a:lnTo>
                      <a:pt x="715" y="315"/>
                    </a:lnTo>
                    <a:lnTo>
                      <a:pt x="714" y="313"/>
                    </a:lnTo>
                    <a:lnTo>
                      <a:pt x="712" y="311"/>
                    </a:lnTo>
                    <a:lnTo>
                      <a:pt x="710" y="306"/>
                    </a:lnTo>
                    <a:lnTo>
                      <a:pt x="707" y="301"/>
                    </a:lnTo>
                    <a:lnTo>
                      <a:pt x="703" y="295"/>
                    </a:lnTo>
                    <a:lnTo>
                      <a:pt x="698" y="288"/>
                    </a:lnTo>
                    <a:lnTo>
                      <a:pt x="693" y="279"/>
                    </a:lnTo>
                    <a:lnTo>
                      <a:pt x="687" y="269"/>
                    </a:lnTo>
                    <a:lnTo>
                      <a:pt x="681" y="258"/>
                    </a:lnTo>
                    <a:lnTo>
                      <a:pt x="674" y="246"/>
                    </a:lnTo>
                    <a:lnTo>
                      <a:pt x="666" y="233"/>
                    </a:lnTo>
                    <a:lnTo>
                      <a:pt x="657" y="219"/>
                    </a:lnTo>
                    <a:lnTo>
                      <a:pt x="648" y="203"/>
                    </a:lnTo>
                    <a:lnTo>
                      <a:pt x="638" y="186"/>
                    </a:lnTo>
                    <a:lnTo>
                      <a:pt x="627" y="169"/>
                    </a:lnTo>
                    <a:lnTo>
                      <a:pt x="617" y="151"/>
                    </a:lnTo>
                    <a:lnTo>
                      <a:pt x="607" y="134"/>
                    </a:lnTo>
                    <a:lnTo>
                      <a:pt x="597" y="119"/>
                    </a:lnTo>
                    <a:lnTo>
                      <a:pt x="589" y="104"/>
                    </a:lnTo>
                    <a:lnTo>
                      <a:pt x="581" y="91"/>
                    </a:lnTo>
                    <a:lnTo>
                      <a:pt x="574" y="79"/>
                    </a:lnTo>
                    <a:lnTo>
                      <a:pt x="567" y="68"/>
                    </a:lnTo>
                    <a:lnTo>
                      <a:pt x="561" y="58"/>
                    </a:lnTo>
                    <a:lnTo>
                      <a:pt x="556" y="50"/>
                    </a:lnTo>
                    <a:lnTo>
                      <a:pt x="552" y="42"/>
                    </a:lnTo>
                    <a:lnTo>
                      <a:pt x="548" y="36"/>
                    </a:lnTo>
                    <a:lnTo>
                      <a:pt x="545" y="31"/>
                    </a:lnTo>
                    <a:lnTo>
                      <a:pt x="542" y="27"/>
                    </a:lnTo>
                    <a:lnTo>
                      <a:pt x="541" y="24"/>
                    </a:lnTo>
                    <a:lnTo>
                      <a:pt x="540" y="22"/>
                    </a:lnTo>
                    <a:lnTo>
                      <a:pt x="539" y="21"/>
                    </a:lnTo>
                    <a:lnTo>
                      <a:pt x="539" y="22"/>
                    </a:lnTo>
                    <a:lnTo>
                      <a:pt x="538" y="23"/>
                    </a:lnTo>
                    <a:lnTo>
                      <a:pt x="537" y="23"/>
                    </a:lnTo>
                    <a:lnTo>
                      <a:pt x="535" y="25"/>
                    </a:lnTo>
                    <a:lnTo>
                      <a:pt x="533" y="26"/>
                    </a:lnTo>
                    <a:lnTo>
                      <a:pt x="531" y="28"/>
                    </a:lnTo>
                    <a:lnTo>
                      <a:pt x="528" y="30"/>
                    </a:lnTo>
                    <a:lnTo>
                      <a:pt x="525" y="32"/>
                    </a:lnTo>
                    <a:lnTo>
                      <a:pt x="522" y="34"/>
                    </a:lnTo>
                    <a:lnTo>
                      <a:pt x="518" y="37"/>
                    </a:lnTo>
                    <a:lnTo>
                      <a:pt x="515" y="40"/>
                    </a:lnTo>
                    <a:lnTo>
                      <a:pt x="510" y="43"/>
                    </a:lnTo>
                    <a:lnTo>
                      <a:pt x="506" y="47"/>
                    </a:lnTo>
                    <a:lnTo>
                      <a:pt x="501" y="51"/>
                    </a:lnTo>
                    <a:lnTo>
                      <a:pt x="495" y="55"/>
                    </a:lnTo>
                    <a:lnTo>
                      <a:pt x="490" y="59"/>
                    </a:lnTo>
                    <a:lnTo>
                      <a:pt x="484" y="63"/>
                    </a:lnTo>
                    <a:lnTo>
                      <a:pt x="478" y="67"/>
                    </a:lnTo>
                    <a:lnTo>
                      <a:pt x="472" y="71"/>
                    </a:lnTo>
                    <a:lnTo>
                      <a:pt x="466" y="74"/>
                    </a:lnTo>
                    <a:lnTo>
                      <a:pt x="460" y="78"/>
                    </a:lnTo>
                    <a:lnTo>
                      <a:pt x="453" y="82"/>
                    </a:lnTo>
                    <a:lnTo>
                      <a:pt x="447" y="85"/>
                    </a:lnTo>
                    <a:lnTo>
                      <a:pt x="440" y="88"/>
                    </a:lnTo>
                    <a:lnTo>
                      <a:pt x="433" y="91"/>
                    </a:lnTo>
                    <a:lnTo>
                      <a:pt x="426" y="94"/>
                    </a:lnTo>
                    <a:lnTo>
                      <a:pt x="419" y="97"/>
                    </a:lnTo>
                    <a:lnTo>
                      <a:pt x="412" y="100"/>
                    </a:lnTo>
                    <a:lnTo>
                      <a:pt x="405" y="103"/>
                    </a:lnTo>
                    <a:lnTo>
                      <a:pt x="397" y="106"/>
                    </a:lnTo>
                    <a:lnTo>
                      <a:pt x="390" y="108"/>
                    </a:lnTo>
                    <a:lnTo>
                      <a:pt x="382" y="111"/>
                    </a:lnTo>
                    <a:lnTo>
                      <a:pt x="375" y="113"/>
                    </a:lnTo>
                    <a:lnTo>
                      <a:pt x="367" y="115"/>
                    </a:lnTo>
                    <a:lnTo>
                      <a:pt x="360" y="117"/>
                    </a:lnTo>
                    <a:lnTo>
                      <a:pt x="353" y="119"/>
                    </a:lnTo>
                    <a:lnTo>
                      <a:pt x="346" y="121"/>
                    </a:lnTo>
                    <a:lnTo>
                      <a:pt x="340" y="123"/>
                    </a:lnTo>
                    <a:lnTo>
                      <a:pt x="333" y="124"/>
                    </a:lnTo>
                    <a:lnTo>
                      <a:pt x="327" y="125"/>
                    </a:lnTo>
                    <a:lnTo>
                      <a:pt x="320" y="127"/>
                    </a:lnTo>
                    <a:lnTo>
                      <a:pt x="314" y="128"/>
                    </a:lnTo>
                    <a:lnTo>
                      <a:pt x="308" y="129"/>
                    </a:lnTo>
                    <a:lnTo>
                      <a:pt x="303" y="130"/>
                    </a:lnTo>
                    <a:lnTo>
                      <a:pt x="297" y="130"/>
                    </a:lnTo>
                    <a:lnTo>
                      <a:pt x="291" y="131"/>
                    </a:lnTo>
                    <a:lnTo>
                      <a:pt x="286" y="131"/>
                    </a:lnTo>
                    <a:close/>
                  </a:path>
                </a:pathLst>
              </a:custGeom>
              <a:grpFill/>
              <a:ln w="12700" cap="flat" cmpd="sng">
                <a:solidFill>
                  <a:schemeClr val="accent6"/>
                </a:solidFill>
                <a:prstDash val="solid"/>
                <a:round/>
                <a:headEnd type="none" w="med" len="med"/>
                <a:tailEnd type="none" w="med" len="med"/>
              </a:ln>
              <a:effectLst/>
            </p:spPr>
            <p:txBody>
              <a:bodyPr wrap="none" lIns="72000" tIns="72000" rIns="72000" bIns="72000" anchor="ctr">
                <a:noAutofit/>
              </a:bodyPr>
              <a:lstStyle/>
              <a:p>
                <a:endParaRPr lang="ja-JP" altLang="en-US" sz="1200">
                  <a:solidFill>
                    <a:schemeClr val="accent4"/>
                  </a:solidFill>
                </a:endParaRPr>
              </a:p>
            </p:txBody>
          </p:sp>
          <p:sp>
            <p:nvSpPr>
              <p:cNvPr id="83" name="Freeform 25"/>
              <p:cNvSpPr>
                <a:spLocks/>
              </p:cNvSpPr>
              <p:nvPr/>
            </p:nvSpPr>
            <p:spPr bwMode="gray">
              <a:xfrm>
                <a:off x="2046" y="3445"/>
                <a:ext cx="457" cy="427"/>
              </a:xfrm>
              <a:custGeom>
                <a:avLst/>
                <a:gdLst/>
                <a:ahLst/>
                <a:cxnLst>
                  <a:cxn ang="0">
                    <a:pos x="115" y="349"/>
                  </a:cxn>
                  <a:cxn ang="0">
                    <a:pos x="92" y="362"/>
                  </a:cxn>
                  <a:cxn ang="0">
                    <a:pos x="53" y="384"/>
                  </a:cxn>
                  <a:cxn ang="0">
                    <a:pos x="19" y="403"/>
                  </a:cxn>
                  <a:cxn ang="0">
                    <a:pos x="2" y="412"/>
                  </a:cxn>
                  <a:cxn ang="0">
                    <a:pos x="4" y="406"/>
                  </a:cxn>
                  <a:cxn ang="0">
                    <a:pos x="38" y="348"/>
                  </a:cxn>
                  <a:cxn ang="0">
                    <a:pos x="106" y="232"/>
                  </a:cxn>
                  <a:cxn ang="0">
                    <a:pos x="185" y="98"/>
                  </a:cxn>
                  <a:cxn ang="0">
                    <a:pos x="230" y="20"/>
                  </a:cxn>
                  <a:cxn ang="0">
                    <a:pos x="243" y="0"/>
                  </a:cxn>
                  <a:cxn ang="0">
                    <a:pos x="289" y="0"/>
                  </a:cxn>
                  <a:cxn ang="0">
                    <a:pos x="403" y="0"/>
                  </a:cxn>
                  <a:cxn ang="0">
                    <a:pos x="570" y="0"/>
                  </a:cxn>
                  <a:cxn ang="0">
                    <a:pos x="684" y="0"/>
                  </a:cxn>
                  <a:cxn ang="0">
                    <a:pos x="730" y="0"/>
                  </a:cxn>
                  <a:cxn ang="0">
                    <a:pos x="725" y="4"/>
                  </a:cxn>
                  <a:cxn ang="0">
                    <a:pos x="702" y="17"/>
                  </a:cxn>
                  <a:cxn ang="0">
                    <a:pos x="662" y="39"/>
                  </a:cxn>
                  <a:cxn ang="0">
                    <a:pos x="627" y="58"/>
                  </a:cxn>
                  <a:cxn ang="0">
                    <a:pos x="610" y="68"/>
                  </a:cxn>
                  <a:cxn ang="0">
                    <a:pos x="609" y="71"/>
                  </a:cxn>
                  <a:cxn ang="0">
                    <a:pos x="617" y="82"/>
                  </a:cxn>
                  <a:cxn ang="0">
                    <a:pos x="633" y="106"/>
                  </a:cxn>
                  <a:cxn ang="0">
                    <a:pos x="658" y="137"/>
                  </a:cxn>
                  <a:cxn ang="0">
                    <a:pos x="689" y="168"/>
                  </a:cxn>
                  <a:cxn ang="0">
                    <a:pos x="727" y="198"/>
                  </a:cxn>
                  <a:cxn ang="0">
                    <a:pos x="765" y="224"/>
                  </a:cxn>
                  <a:cxn ang="0">
                    <a:pos x="799" y="242"/>
                  </a:cxn>
                  <a:cxn ang="0">
                    <a:pos x="829" y="254"/>
                  </a:cxn>
                  <a:cxn ang="0">
                    <a:pos x="848" y="261"/>
                  </a:cxn>
                  <a:cxn ang="0">
                    <a:pos x="856" y="264"/>
                  </a:cxn>
                  <a:cxn ang="0">
                    <a:pos x="847" y="278"/>
                  </a:cxn>
                  <a:cxn ang="0">
                    <a:pos x="814" y="334"/>
                  </a:cxn>
                  <a:cxn ang="0">
                    <a:pos x="757" y="430"/>
                  </a:cxn>
                  <a:cxn ang="0">
                    <a:pos x="708" y="513"/>
                  </a:cxn>
                  <a:cxn ang="0">
                    <a:pos x="683" y="555"/>
                  </a:cxn>
                  <a:cxn ang="0">
                    <a:pos x="683" y="565"/>
                  </a:cxn>
                  <a:cxn ang="0">
                    <a:pos x="705" y="602"/>
                  </a:cxn>
                  <a:cxn ang="0">
                    <a:pos x="749" y="676"/>
                  </a:cxn>
                  <a:cxn ang="0">
                    <a:pos x="799" y="762"/>
                  </a:cxn>
                  <a:cxn ang="0">
                    <a:pos x="829" y="811"/>
                  </a:cxn>
                  <a:cxn ang="0">
                    <a:pos x="836" y="824"/>
                  </a:cxn>
                  <a:cxn ang="0">
                    <a:pos x="824" y="821"/>
                  </a:cxn>
                  <a:cxn ang="0">
                    <a:pos x="793" y="815"/>
                  </a:cxn>
                  <a:cxn ang="0">
                    <a:pos x="745" y="805"/>
                  </a:cxn>
                  <a:cxn ang="0">
                    <a:pos x="686" y="788"/>
                  </a:cxn>
                  <a:cxn ang="0">
                    <a:pos x="618" y="764"/>
                  </a:cxn>
                  <a:cxn ang="0">
                    <a:pos x="544" y="733"/>
                  </a:cxn>
                  <a:cxn ang="0">
                    <a:pos x="472" y="695"/>
                  </a:cxn>
                  <a:cxn ang="0">
                    <a:pos x="403" y="650"/>
                  </a:cxn>
                  <a:cxn ang="0">
                    <a:pos x="338" y="600"/>
                  </a:cxn>
                  <a:cxn ang="0">
                    <a:pos x="279" y="547"/>
                  </a:cxn>
                  <a:cxn ang="0">
                    <a:pos x="227" y="492"/>
                  </a:cxn>
                  <a:cxn ang="0">
                    <a:pos x="185" y="443"/>
                  </a:cxn>
                  <a:cxn ang="0">
                    <a:pos x="155" y="401"/>
                  </a:cxn>
                  <a:cxn ang="0">
                    <a:pos x="135" y="369"/>
                  </a:cxn>
                  <a:cxn ang="0">
                    <a:pos x="124" y="351"/>
                  </a:cxn>
                  <a:cxn ang="0">
                    <a:pos x="121" y="346"/>
                  </a:cxn>
                </a:cxnLst>
                <a:rect l="0" t="0" r="r" b="b"/>
                <a:pathLst>
                  <a:path w="857" h="825">
                    <a:moveTo>
                      <a:pt x="121" y="346"/>
                    </a:moveTo>
                    <a:lnTo>
                      <a:pt x="121" y="346"/>
                    </a:lnTo>
                    <a:lnTo>
                      <a:pt x="120" y="347"/>
                    </a:lnTo>
                    <a:lnTo>
                      <a:pt x="119" y="347"/>
                    </a:lnTo>
                    <a:lnTo>
                      <a:pt x="117" y="348"/>
                    </a:lnTo>
                    <a:lnTo>
                      <a:pt x="115" y="349"/>
                    </a:lnTo>
                    <a:lnTo>
                      <a:pt x="112" y="351"/>
                    </a:lnTo>
                    <a:lnTo>
                      <a:pt x="109" y="353"/>
                    </a:lnTo>
                    <a:lnTo>
                      <a:pt x="106" y="355"/>
                    </a:lnTo>
                    <a:lnTo>
                      <a:pt x="102" y="357"/>
                    </a:lnTo>
                    <a:lnTo>
                      <a:pt x="97" y="359"/>
                    </a:lnTo>
                    <a:lnTo>
                      <a:pt x="92" y="362"/>
                    </a:lnTo>
                    <a:lnTo>
                      <a:pt x="87" y="365"/>
                    </a:lnTo>
                    <a:lnTo>
                      <a:pt x="81" y="368"/>
                    </a:lnTo>
                    <a:lnTo>
                      <a:pt x="74" y="372"/>
                    </a:lnTo>
                    <a:lnTo>
                      <a:pt x="68" y="376"/>
                    </a:lnTo>
                    <a:lnTo>
                      <a:pt x="60" y="380"/>
                    </a:lnTo>
                    <a:lnTo>
                      <a:pt x="53" y="384"/>
                    </a:lnTo>
                    <a:lnTo>
                      <a:pt x="46" y="387"/>
                    </a:lnTo>
                    <a:lnTo>
                      <a:pt x="40" y="391"/>
                    </a:lnTo>
                    <a:lnTo>
                      <a:pt x="34" y="394"/>
                    </a:lnTo>
                    <a:lnTo>
                      <a:pt x="28" y="397"/>
                    </a:lnTo>
                    <a:lnTo>
                      <a:pt x="23" y="400"/>
                    </a:lnTo>
                    <a:lnTo>
                      <a:pt x="19" y="403"/>
                    </a:lnTo>
                    <a:lnTo>
                      <a:pt x="15" y="405"/>
                    </a:lnTo>
                    <a:lnTo>
                      <a:pt x="11" y="407"/>
                    </a:lnTo>
                    <a:lnTo>
                      <a:pt x="8" y="408"/>
                    </a:lnTo>
                    <a:lnTo>
                      <a:pt x="5" y="410"/>
                    </a:lnTo>
                    <a:lnTo>
                      <a:pt x="3" y="411"/>
                    </a:lnTo>
                    <a:lnTo>
                      <a:pt x="2" y="412"/>
                    </a:lnTo>
                    <a:lnTo>
                      <a:pt x="1" y="413"/>
                    </a:lnTo>
                    <a:lnTo>
                      <a:pt x="0" y="413"/>
                    </a:lnTo>
                    <a:lnTo>
                      <a:pt x="0" y="412"/>
                    </a:lnTo>
                    <a:lnTo>
                      <a:pt x="1" y="410"/>
                    </a:lnTo>
                    <a:lnTo>
                      <a:pt x="4" y="406"/>
                    </a:lnTo>
                    <a:lnTo>
                      <a:pt x="7" y="400"/>
                    </a:lnTo>
                    <a:lnTo>
                      <a:pt x="11" y="393"/>
                    </a:lnTo>
                    <a:lnTo>
                      <a:pt x="17" y="384"/>
                    </a:lnTo>
                    <a:lnTo>
                      <a:pt x="23" y="374"/>
                    </a:lnTo>
                    <a:lnTo>
                      <a:pt x="30" y="361"/>
                    </a:lnTo>
                    <a:lnTo>
                      <a:pt x="38" y="348"/>
                    </a:lnTo>
                    <a:lnTo>
                      <a:pt x="47" y="332"/>
                    </a:lnTo>
                    <a:lnTo>
                      <a:pt x="57" y="316"/>
                    </a:lnTo>
                    <a:lnTo>
                      <a:pt x="68" y="297"/>
                    </a:lnTo>
                    <a:lnTo>
                      <a:pt x="80" y="277"/>
                    </a:lnTo>
                    <a:lnTo>
                      <a:pt x="92" y="255"/>
                    </a:lnTo>
                    <a:lnTo>
                      <a:pt x="106" y="232"/>
                    </a:lnTo>
                    <a:lnTo>
                      <a:pt x="121" y="207"/>
                    </a:lnTo>
                    <a:lnTo>
                      <a:pt x="135" y="182"/>
                    </a:lnTo>
                    <a:lnTo>
                      <a:pt x="149" y="158"/>
                    </a:lnTo>
                    <a:lnTo>
                      <a:pt x="162" y="137"/>
                    </a:lnTo>
                    <a:lnTo>
                      <a:pt x="174" y="116"/>
                    </a:lnTo>
                    <a:lnTo>
                      <a:pt x="185" y="98"/>
                    </a:lnTo>
                    <a:lnTo>
                      <a:pt x="195" y="81"/>
                    </a:lnTo>
                    <a:lnTo>
                      <a:pt x="204" y="66"/>
                    </a:lnTo>
                    <a:lnTo>
                      <a:pt x="212" y="52"/>
                    </a:lnTo>
                    <a:lnTo>
                      <a:pt x="219" y="40"/>
                    </a:lnTo>
                    <a:lnTo>
                      <a:pt x="225" y="29"/>
                    </a:lnTo>
                    <a:lnTo>
                      <a:pt x="230" y="20"/>
                    </a:lnTo>
                    <a:lnTo>
                      <a:pt x="234" y="13"/>
                    </a:lnTo>
                    <a:lnTo>
                      <a:pt x="238" y="8"/>
                    </a:lnTo>
                    <a:lnTo>
                      <a:pt x="240" y="4"/>
                    </a:lnTo>
                    <a:lnTo>
                      <a:pt x="242" y="1"/>
                    </a:lnTo>
                    <a:lnTo>
                      <a:pt x="242" y="0"/>
                    </a:lnTo>
                    <a:lnTo>
                      <a:pt x="243" y="0"/>
                    </a:lnTo>
                    <a:lnTo>
                      <a:pt x="246" y="0"/>
                    </a:lnTo>
                    <a:lnTo>
                      <a:pt x="251" y="0"/>
                    </a:lnTo>
                    <a:lnTo>
                      <a:pt x="257" y="0"/>
                    </a:lnTo>
                    <a:lnTo>
                      <a:pt x="266" y="0"/>
                    </a:lnTo>
                    <a:lnTo>
                      <a:pt x="276" y="0"/>
                    </a:lnTo>
                    <a:lnTo>
                      <a:pt x="289" y="0"/>
                    </a:lnTo>
                    <a:lnTo>
                      <a:pt x="303" y="0"/>
                    </a:lnTo>
                    <a:lnTo>
                      <a:pt x="319" y="0"/>
                    </a:lnTo>
                    <a:lnTo>
                      <a:pt x="338" y="0"/>
                    </a:lnTo>
                    <a:lnTo>
                      <a:pt x="358" y="0"/>
                    </a:lnTo>
                    <a:lnTo>
                      <a:pt x="380" y="0"/>
                    </a:lnTo>
                    <a:lnTo>
                      <a:pt x="403" y="0"/>
                    </a:lnTo>
                    <a:lnTo>
                      <a:pt x="429" y="0"/>
                    </a:lnTo>
                    <a:lnTo>
                      <a:pt x="457" y="0"/>
                    </a:lnTo>
                    <a:lnTo>
                      <a:pt x="486" y="0"/>
                    </a:lnTo>
                    <a:lnTo>
                      <a:pt x="516" y="0"/>
                    </a:lnTo>
                    <a:lnTo>
                      <a:pt x="544" y="0"/>
                    </a:lnTo>
                    <a:lnTo>
                      <a:pt x="570" y="0"/>
                    </a:lnTo>
                    <a:lnTo>
                      <a:pt x="593" y="0"/>
                    </a:lnTo>
                    <a:lnTo>
                      <a:pt x="615" y="0"/>
                    </a:lnTo>
                    <a:lnTo>
                      <a:pt x="635" y="0"/>
                    </a:lnTo>
                    <a:lnTo>
                      <a:pt x="654" y="0"/>
                    </a:lnTo>
                    <a:lnTo>
                      <a:pt x="670" y="0"/>
                    </a:lnTo>
                    <a:lnTo>
                      <a:pt x="684" y="0"/>
                    </a:lnTo>
                    <a:lnTo>
                      <a:pt x="697" y="0"/>
                    </a:lnTo>
                    <a:lnTo>
                      <a:pt x="707" y="0"/>
                    </a:lnTo>
                    <a:lnTo>
                      <a:pt x="716" y="0"/>
                    </a:lnTo>
                    <a:lnTo>
                      <a:pt x="722" y="0"/>
                    </a:lnTo>
                    <a:lnTo>
                      <a:pt x="727" y="0"/>
                    </a:lnTo>
                    <a:lnTo>
                      <a:pt x="730" y="0"/>
                    </a:lnTo>
                    <a:lnTo>
                      <a:pt x="731" y="0"/>
                    </a:lnTo>
                    <a:lnTo>
                      <a:pt x="730" y="1"/>
                    </a:lnTo>
                    <a:lnTo>
                      <a:pt x="729" y="2"/>
                    </a:lnTo>
                    <a:lnTo>
                      <a:pt x="727" y="2"/>
                    </a:lnTo>
                    <a:lnTo>
                      <a:pt x="725" y="4"/>
                    </a:lnTo>
                    <a:lnTo>
                      <a:pt x="722" y="5"/>
                    </a:lnTo>
                    <a:lnTo>
                      <a:pt x="719" y="7"/>
                    </a:lnTo>
                    <a:lnTo>
                      <a:pt x="715" y="9"/>
                    </a:lnTo>
                    <a:lnTo>
                      <a:pt x="711" y="11"/>
                    </a:lnTo>
                    <a:lnTo>
                      <a:pt x="707" y="14"/>
                    </a:lnTo>
                    <a:lnTo>
                      <a:pt x="702" y="17"/>
                    </a:lnTo>
                    <a:lnTo>
                      <a:pt x="696" y="20"/>
                    </a:lnTo>
                    <a:lnTo>
                      <a:pt x="690" y="23"/>
                    </a:lnTo>
                    <a:lnTo>
                      <a:pt x="684" y="27"/>
                    </a:lnTo>
                    <a:lnTo>
                      <a:pt x="677" y="31"/>
                    </a:lnTo>
                    <a:lnTo>
                      <a:pt x="669" y="35"/>
                    </a:lnTo>
                    <a:lnTo>
                      <a:pt x="662" y="39"/>
                    </a:lnTo>
                    <a:lnTo>
                      <a:pt x="655" y="43"/>
                    </a:lnTo>
                    <a:lnTo>
                      <a:pt x="648" y="46"/>
                    </a:lnTo>
                    <a:lnTo>
                      <a:pt x="642" y="50"/>
                    </a:lnTo>
                    <a:lnTo>
                      <a:pt x="637" y="53"/>
                    </a:lnTo>
                    <a:lnTo>
                      <a:pt x="632" y="56"/>
                    </a:lnTo>
                    <a:lnTo>
                      <a:pt x="627" y="58"/>
                    </a:lnTo>
                    <a:lnTo>
                      <a:pt x="623" y="61"/>
                    </a:lnTo>
                    <a:lnTo>
                      <a:pt x="619" y="63"/>
                    </a:lnTo>
                    <a:lnTo>
                      <a:pt x="616" y="64"/>
                    </a:lnTo>
                    <a:lnTo>
                      <a:pt x="614" y="66"/>
                    </a:lnTo>
                    <a:lnTo>
                      <a:pt x="612" y="67"/>
                    </a:lnTo>
                    <a:lnTo>
                      <a:pt x="610" y="68"/>
                    </a:lnTo>
                    <a:lnTo>
                      <a:pt x="609" y="69"/>
                    </a:lnTo>
                    <a:lnTo>
                      <a:pt x="608" y="69"/>
                    </a:lnTo>
                    <a:lnTo>
                      <a:pt x="608" y="70"/>
                    </a:lnTo>
                    <a:lnTo>
                      <a:pt x="609" y="71"/>
                    </a:lnTo>
                    <a:lnTo>
                      <a:pt x="610" y="72"/>
                    </a:lnTo>
                    <a:lnTo>
                      <a:pt x="611" y="73"/>
                    </a:lnTo>
                    <a:lnTo>
                      <a:pt x="612" y="75"/>
                    </a:lnTo>
                    <a:lnTo>
                      <a:pt x="613" y="77"/>
                    </a:lnTo>
                    <a:lnTo>
                      <a:pt x="615" y="80"/>
                    </a:lnTo>
                    <a:lnTo>
                      <a:pt x="617" y="82"/>
                    </a:lnTo>
                    <a:lnTo>
                      <a:pt x="619" y="86"/>
                    </a:lnTo>
                    <a:lnTo>
                      <a:pt x="622" y="89"/>
                    </a:lnTo>
                    <a:lnTo>
                      <a:pt x="624" y="93"/>
                    </a:lnTo>
                    <a:lnTo>
                      <a:pt x="627" y="97"/>
                    </a:lnTo>
                    <a:lnTo>
                      <a:pt x="630" y="101"/>
                    </a:lnTo>
                    <a:lnTo>
                      <a:pt x="633" y="106"/>
                    </a:lnTo>
                    <a:lnTo>
                      <a:pt x="637" y="111"/>
                    </a:lnTo>
                    <a:lnTo>
                      <a:pt x="641" y="116"/>
                    </a:lnTo>
                    <a:lnTo>
                      <a:pt x="645" y="122"/>
                    </a:lnTo>
                    <a:lnTo>
                      <a:pt x="649" y="127"/>
                    </a:lnTo>
                    <a:lnTo>
                      <a:pt x="653" y="132"/>
                    </a:lnTo>
                    <a:lnTo>
                      <a:pt x="658" y="137"/>
                    </a:lnTo>
                    <a:lnTo>
                      <a:pt x="662" y="142"/>
                    </a:lnTo>
                    <a:lnTo>
                      <a:pt x="667" y="148"/>
                    </a:lnTo>
                    <a:lnTo>
                      <a:pt x="672" y="153"/>
                    </a:lnTo>
                    <a:lnTo>
                      <a:pt x="678" y="158"/>
                    </a:lnTo>
                    <a:lnTo>
                      <a:pt x="683" y="163"/>
                    </a:lnTo>
                    <a:lnTo>
                      <a:pt x="689" y="168"/>
                    </a:lnTo>
                    <a:lnTo>
                      <a:pt x="695" y="173"/>
                    </a:lnTo>
                    <a:lnTo>
                      <a:pt x="701" y="178"/>
                    </a:lnTo>
                    <a:lnTo>
                      <a:pt x="707" y="183"/>
                    </a:lnTo>
                    <a:lnTo>
                      <a:pt x="713" y="188"/>
                    </a:lnTo>
                    <a:lnTo>
                      <a:pt x="720" y="193"/>
                    </a:lnTo>
                    <a:lnTo>
                      <a:pt x="727" y="198"/>
                    </a:lnTo>
                    <a:lnTo>
                      <a:pt x="733" y="203"/>
                    </a:lnTo>
                    <a:lnTo>
                      <a:pt x="740" y="207"/>
                    </a:lnTo>
                    <a:lnTo>
                      <a:pt x="746" y="212"/>
                    </a:lnTo>
                    <a:lnTo>
                      <a:pt x="752" y="216"/>
                    </a:lnTo>
                    <a:lnTo>
                      <a:pt x="759" y="220"/>
                    </a:lnTo>
                    <a:lnTo>
                      <a:pt x="765" y="224"/>
                    </a:lnTo>
                    <a:lnTo>
                      <a:pt x="771" y="227"/>
                    </a:lnTo>
                    <a:lnTo>
                      <a:pt x="777" y="231"/>
                    </a:lnTo>
                    <a:lnTo>
                      <a:pt x="782" y="234"/>
                    </a:lnTo>
                    <a:lnTo>
                      <a:pt x="788" y="237"/>
                    </a:lnTo>
                    <a:lnTo>
                      <a:pt x="794" y="240"/>
                    </a:lnTo>
                    <a:lnTo>
                      <a:pt x="799" y="242"/>
                    </a:lnTo>
                    <a:lnTo>
                      <a:pt x="804" y="245"/>
                    </a:lnTo>
                    <a:lnTo>
                      <a:pt x="810" y="247"/>
                    </a:lnTo>
                    <a:lnTo>
                      <a:pt x="815" y="249"/>
                    </a:lnTo>
                    <a:lnTo>
                      <a:pt x="820" y="251"/>
                    </a:lnTo>
                    <a:lnTo>
                      <a:pt x="825" y="252"/>
                    </a:lnTo>
                    <a:lnTo>
                      <a:pt x="829" y="254"/>
                    </a:lnTo>
                    <a:lnTo>
                      <a:pt x="833" y="255"/>
                    </a:lnTo>
                    <a:lnTo>
                      <a:pt x="837" y="257"/>
                    </a:lnTo>
                    <a:lnTo>
                      <a:pt x="840" y="258"/>
                    </a:lnTo>
                    <a:lnTo>
                      <a:pt x="843" y="259"/>
                    </a:lnTo>
                    <a:lnTo>
                      <a:pt x="846" y="260"/>
                    </a:lnTo>
                    <a:lnTo>
                      <a:pt x="848" y="261"/>
                    </a:lnTo>
                    <a:lnTo>
                      <a:pt x="850" y="262"/>
                    </a:lnTo>
                    <a:lnTo>
                      <a:pt x="852" y="263"/>
                    </a:lnTo>
                    <a:lnTo>
                      <a:pt x="853" y="263"/>
                    </a:lnTo>
                    <a:lnTo>
                      <a:pt x="855" y="263"/>
                    </a:lnTo>
                    <a:lnTo>
                      <a:pt x="855" y="264"/>
                    </a:lnTo>
                    <a:lnTo>
                      <a:pt x="856" y="264"/>
                    </a:lnTo>
                    <a:lnTo>
                      <a:pt x="856" y="265"/>
                    </a:lnTo>
                    <a:lnTo>
                      <a:pt x="855" y="266"/>
                    </a:lnTo>
                    <a:lnTo>
                      <a:pt x="853" y="269"/>
                    </a:lnTo>
                    <a:lnTo>
                      <a:pt x="851" y="273"/>
                    </a:lnTo>
                    <a:lnTo>
                      <a:pt x="847" y="278"/>
                    </a:lnTo>
                    <a:lnTo>
                      <a:pt x="844" y="285"/>
                    </a:lnTo>
                    <a:lnTo>
                      <a:pt x="839" y="292"/>
                    </a:lnTo>
                    <a:lnTo>
                      <a:pt x="834" y="301"/>
                    </a:lnTo>
                    <a:lnTo>
                      <a:pt x="828" y="311"/>
                    </a:lnTo>
                    <a:lnTo>
                      <a:pt x="822" y="322"/>
                    </a:lnTo>
                    <a:lnTo>
                      <a:pt x="814" y="334"/>
                    </a:lnTo>
                    <a:lnTo>
                      <a:pt x="807" y="347"/>
                    </a:lnTo>
                    <a:lnTo>
                      <a:pt x="798" y="362"/>
                    </a:lnTo>
                    <a:lnTo>
                      <a:pt x="789" y="377"/>
                    </a:lnTo>
                    <a:lnTo>
                      <a:pt x="779" y="394"/>
                    </a:lnTo>
                    <a:lnTo>
                      <a:pt x="768" y="412"/>
                    </a:lnTo>
                    <a:lnTo>
                      <a:pt x="757" y="430"/>
                    </a:lnTo>
                    <a:lnTo>
                      <a:pt x="747" y="447"/>
                    </a:lnTo>
                    <a:lnTo>
                      <a:pt x="738" y="462"/>
                    </a:lnTo>
                    <a:lnTo>
                      <a:pt x="730" y="477"/>
                    </a:lnTo>
                    <a:lnTo>
                      <a:pt x="722" y="490"/>
                    </a:lnTo>
                    <a:lnTo>
                      <a:pt x="714" y="502"/>
                    </a:lnTo>
                    <a:lnTo>
                      <a:pt x="708" y="513"/>
                    </a:lnTo>
                    <a:lnTo>
                      <a:pt x="702" y="523"/>
                    </a:lnTo>
                    <a:lnTo>
                      <a:pt x="697" y="532"/>
                    </a:lnTo>
                    <a:lnTo>
                      <a:pt x="692" y="539"/>
                    </a:lnTo>
                    <a:lnTo>
                      <a:pt x="689" y="546"/>
                    </a:lnTo>
                    <a:lnTo>
                      <a:pt x="686" y="551"/>
                    </a:lnTo>
                    <a:lnTo>
                      <a:pt x="683" y="555"/>
                    </a:lnTo>
                    <a:lnTo>
                      <a:pt x="681" y="558"/>
                    </a:lnTo>
                    <a:lnTo>
                      <a:pt x="680" y="560"/>
                    </a:lnTo>
                    <a:lnTo>
                      <a:pt x="680" y="561"/>
                    </a:lnTo>
                    <a:lnTo>
                      <a:pt x="681" y="562"/>
                    </a:lnTo>
                    <a:lnTo>
                      <a:pt x="683" y="565"/>
                    </a:lnTo>
                    <a:lnTo>
                      <a:pt x="685" y="568"/>
                    </a:lnTo>
                    <a:lnTo>
                      <a:pt x="688" y="573"/>
                    </a:lnTo>
                    <a:lnTo>
                      <a:pt x="691" y="579"/>
                    </a:lnTo>
                    <a:lnTo>
                      <a:pt x="695" y="585"/>
                    </a:lnTo>
                    <a:lnTo>
                      <a:pt x="700" y="593"/>
                    </a:lnTo>
                    <a:lnTo>
                      <a:pt x="705" y="602"/>
                    </a:lnTo>
                    <a:lnTo>
                      <a:pt x="711" y="612"/>
                    </a:lnTo>
                    <a:lnTo>
                      <a:pt x="717" y="623"/>
                    </a:lnTo>
                    <a:lnTo>
                      <a:pt x="724" y="634"/>
                    </a:lnTo>
                    <a:lnTo>
                      <a:pt x="732" y="647"/>
                    </a:lnTo>
                    <a:lnTo>
                      <a:pt x="740" y="661"/>
                    </a:lnTo>
                    <a:lnTo>
                      <a:pt x="749" y="676"/>
                    </a:lnTo>
                    <a:lnTo>
                      <a:pt x="758" y="692"/>
                    </a:lnTo>
                    <a:lnTo>
                      <a:pt x="768" y="708"/>
                    </a:lnTo>
                    <a:lnTo>
                      <a:pt x="777" y="723"/>
                    </a:lnTo>
                    <a:lnTo>
                      <a:pt x="785" y="737"/>
                    </a:lnTo>
                    <a:lnTo>
                      <a:pt x="792" y="750"/>
                    </a:lnTo>
                    <a:lnTo>
                      <a:pt x="799" y="762"/>
                    </a:lnTo>
                    <a:lnTo>
                      <a:pt x="806" y="772"/>
                    </a:lnTo>
                    <a:lnTo>
                      <a:pt x="812" y="782"/>
                    </a:lnTo>
                    <a:lnTo>
                      <a:pt x="817" y="791"/>
                    </a:lnTo>
                    <a:lnTo>
                      <a:pt x="821" y="799"/>
                    </a:lnTo>
                    <a:lnTo>
                      <a:pt x="825" y="805"/>
                    </a:lnTo>
                    <a:lnTo>
                      <a:pt x="829" y="811"/>
                    </a:lnTo>
                    <a:lnTo>
                      <a:pt x="832" y="816"/>
                    </a:lnTo>
                    <a:lnTo>
                      <a:pt x="834" y="819"/>
                    </a:lnTo>
                    <a:lnTo>
                      <a:pt x="835" y="822"/>
                    </a:lnTo>
                    <a:lnTo>
                      <a:pt x="836" y="823"/>
                    </a:lnTo>
                    <a:lnTo>
                      <a:pt x="836" y="824"/>
                    </a:lnTo>
                    <a:lnTo>
                      <a:pt x="835" y="824"/>
                    </a:lnTo>
                    <a:lnTo>
                      <a:pt x="834" y="823"/>
                    </a:lnTo>
                    <a:lnTo>
                      <a:pt x="832" y="823"/>
                    </a:lnTo>
                    <a:lnTo>
                      <a:pt x="830" y="823"/>
                    </a:lnTo>
                    <a:lnTo>
                      <a:pt x="827" y="822"/>
                    </a:lnTo>
                    <a:lnTo>
                      <a:pt x="824" y="821"/>
                    </a:lnTo>
                    <a:lnTo>
                      <a:pt x="820" y="821"/>
                    </a:lnTo>
                    <a:lnTo>
                      <a:pt x="816" y="820"/>
                    </a:lnTo>
                    <a:lnTo>
                      <a:pt x="811" y="819"/>
                    </a:lnTo>
                    <a:lnTo>
                      <a:pt x="806" y="818"/>
                    </a:lnTo>
                    <a:lnTo>
                      <a:pt x="800" y="816"/>
                    </a:lnTo>
                    <a:lnTo>
                      <a:pt x="793" y="815"/>
                    </a:lnTo>
                    <a:lnTo>
                      <a:pt x="786" y="814"/>
                    </a:lnTo>
                    <a:lnTo>
                      <a:pt x="779" y="812"/>
                    </a:lnTo>
                    <a:lnTo>
                      <a:pt x="771" y="811"/>
                    </a:lnTo>
                    <a:lnTo>
                      <a:pt x="763" y="809"/>
                    </a:lnTo>
                    <a:lnTo>
                      <a:pt x="754" y="807"/>
                    </a:lnTo>
                    <a:lnTo>
                      <a:pt x="745" y="805"/>
                    </a:lnTo>
                    <a:lnTo>
                      <a:pt x="736" y="802"/>
                    </a:lnTo>
                    <a:lnTo>
                      <a:pt x="727" y="800"/>
                    </a:lnTo>
                    <a:lnTo>
                      <a:pt x="717" y="797"/>
                    </a:lnTo>
                    <a:lnTo>
                      <a:pt x="707" y="794"/>
                    </a:lnTo>
                    <a:lnTo>
                      <a:pt x="697" y="791"/>
                    </a:lnTo>
                    <a:lnTo>
                      <a:pt x="686" y="788"/>
                    </a:lnTo>
                    <a:lnTo>
                      <a:pt x="676" y="784"/>
                    </a:lnTo>
                    <a:lnTo>
                      <a:pt x="665" y="780"/>
                    </a:lnTo>
                    <a:lnTo>
                      <a:pt x="653" y="777"/>
                    </a:lnTo>
                    <a:lnTo>
                      <a:pt x="642" y="772"/>
                    </a:lnTo>
                    <a:lnTo>
                      <a:pt x="630" y="768"/>
                    </a:lnTo>
                    <a:lnTo>
                      <a:pt x="618" y="764"/>
                    </a:lnTo>
                    <a:lnTo>
                      <a:pt x="606" y="759"/>
                    </a:lnTo>
                    <a:lnTo>
                      <a:pt x="593" y="754"/>
                    </a:lnTo>
                    <a:lnTo>
                      <a:pt x="581" y="749"/>
                    </a:lnTo>
                    <a:lnTo>
                      <a:pt x="569" y="744"/>
                    </a:lnTo>
                    <a:lnTo>
                      <a:pt x="556" y="738"/>
                    </a:lnTo>
                    <a:lnTo>
                      <a:pt x="544" y="733"/>
                    </a:lnTo>
                    <a:lnTo>
                      <a:pt x="532" y="727"/>
                    </a:lnTo>
                    <a:lnTo>
                      <a:pt x="520" y="721"/>
                    </a:lnTo>
                    <a:lnTo>
                      <a:pt x="508" y="715"/>
                    </a:lnTo>
                    <a:lnTo>
                      <a:pt x="496" y="708"/>
                    </a:lnTo>
                    <a:lnTo>
                      <a:pt x="484" y="701"/>
                    </a:lnTo>
                    <a:lnTo>
                      <a:pt x="472" y="695"/>
                    </a:lnTo>
                    <a:lnTo>
                      <a:pt x="461" y="688"/>
                    </a:lnTo>
                    <a:lnTo>
                      <a:pt x="449" y="680"/>
                    </a:lnTo>
                    <a:lnTo>
                      <a:pt x="437" y="673"/>
                    </a:lnTo>
                    <a:lnTo>
                      <a:pt x="426" y="665"/>
                    </a:lnTo>
                    <a:lnTo>
                      <a:pt x="414" y="658"/>
                    </a:lnTo>
                    <a:lnTo>
                      <a:pt x="403" y="650"/>
                    </a:lnTo>
                    <a:lnTo>
                      <a:pt x="391" y="642"/>
                    </a:lnTo>
                    <a:lnTo>
                      <a:pt x="380" y="634"/>
                    </a:lnTo>
                    <a:lnTo>
                      <a:pt x="369" y="625"/>
                    </a:lnTo>
                    <a:lnTo>
                      <a:pt x="359" y="617"/>
                    </a:lnTo>
                    <a:lnTo>
                      <a:pt x="348" y="609"/>
                    </a:lnTo>
                    <a:lnTo>
                      <a:pt x="338" y="600"/>
                    </a:lnTo>
                    <a:lnTo>
                      <a:pt x="328" y="592"/>
                    </a:lnTo>
                    <a:lnTo>
                      <a:pt x="318" y="583"/>
                    </a:lnTo>
                    <a:lnTo>
                      <a:pt x="308" y="574"/>
                    </a:lnTo>
                    <a:lnTo>
                      <a:pt x="298" y="565"/>
                    </a:lnTo>
                    <a:lnTo>
                      <a:pt x="288" y="556"/>
                    </a:lnTo>
                    <a:lnTo>
                      <a:pt x="279" y="547"/>
                    </a:lnTo>
                    <a:lnTo>
                      <a:pt x="270" y="538"/>
                    </a:lnTo>
                    <a:lnTo>
                      <a:pt x="261" y="529"/>
                    </a:lnTo>
                    <a:lnTo>
                      <a:pt x="252" y="519"/>
                    </a:lnTo>
                    <a:lnTo>
                      <a:pt x="243" y="510"/>
                    </a:lnTo>
                    <a:lnTo>
                      <a:pt x="235" y="501"/>
                    </a:lnTo>
                    <a:lnTo>
                      <a:pt x="227" y="492"/>
                    </a:lnTo>
                    <a:lnTo>
                      <a:pt x="219" y="483"/>
                    </a:lnTo>
                    <a:lnTo>
                      <a:pt x="212" y="475"/>
                    </a:lnTo>
                    <a:lnTo>
                      <a:pt x="205" y="466"/>
                    </a:lnTo>
                    <a:lnTo>
                      <a:pt x="198" y="458"/>
                    </a:lnTo>
                    <a:lnTo>
                      <a:pt x="191" y="450"/>
                    </a:lnTo>
                    <a:lnTo>
                      <a:pt x="185" y="443"/>
                    </a:lnTo>
                    <a:lnTo>
                      <a:pt x="179" y="435"/>
                    </a:lnTo>
                    <a:lnTo>
                      <a:pt x="174" y="428"/>
                    </a:lnTo>
                    <a:lnTo>
                      <a:pt x="169" y="421"/>
                    </a:lnTo>
                    <a:lnTo>
                      <a:pt x="164" y="414"/>
                    </a:lnTo>
                    <a:lnTo>
                      <a:pt x="159" y="408"/>
                    </a:lnTo>
                    <a:lnTo>
                      <a:pt x="155" y="401"/>
                    </a:lnTo>
                    <a:lnTo>
                      <a:pt x="151" y="395"/>
                    </a:lnTo>
                    <a:lnTo>
                      <a:pt x="147" y="389"/>
                    </a:lnTo>
                    <a:lnTo>
                      <a:pt x="144" y="384"/>
                    </a:lnTo>
                    <a:lnTo>
                      <a:pt x="141" y="378"/>
                    </a:lnTo>
                    <a:lnTo>
                      <a:pt x="138" y="374"/>
                    </a:lnTo>
                    <a:lnTo>
                      <a:pt x="135" y="369"/>
                    </a:lnTo>
                    <a:lnTo>
                      <a:pt x="133" y="365"/>
                    </a:lnTo>
                    <a:lnTo>
                      <a:pt x="130" y="362"/>
                    </a:lnTo>
                    <a:lnTo>
                      <a:pt x="128" y="358"/>
                    </a:lnTo>
                    <a:lnTo>
                      <a:pt x="127" y="356"/>
                    </a:lnTo>
                    <a:lnTo>
                      <a:pt x="125" y="353"/>
                    </a:lnTo>
                    <a:lnTo>
                      <a:pt x="124" y="351"/>
                    </a:lnTo>
                    <a:lnTo>
                      <a:pt x="123" y="349"/>
                    </a:lnTo>
                    <a:lnTo>
                      <a:pt x="122" y="348"/>
                    </a:lnTo>
                    <a:lnTo>
                      <a:pt x="121" y="347"/>
                    </a:lnTo>
                    <a:lnTo>
                      <a:pt x="121" y="346"/>
                    </a:lnTo>
                    <a:close/>
                  </a:path>
                </a:pathLst>
              </a:custGeom>
              <a:grpFill/>
              <a:ln w="12700" cap="flat" cmpd="sng">
                <a:solidFill>
                  <a:schemeClr val="accent6"/>
                </a:solidFill>
                <a:prstDash val="solid"/>
                <a:round/>
                <a:headEnd type="none" w="med" len="med"/>
                <a:tailEnd type="none" w="med" len="med"/>
              </a:ln>
              <a:effectLst/>
            </p:spPr>
            <p:txBody>
              <a:bodyPr wrap="none" lIns="72000" tIns="72000" rIns="72000" bIns="72000" anchor="ctr">
                <a:noAutofit/>
              </a:bodyPr>
              <a:lstStyle/>
              <a:p>
                <a:endParaRPr lang="ja-JP" altLang="en-US" sz="1200">
                  <a:solidFill>
                    <a:schemeClr val="accent4"/>
                  </a:solidFill>
                </a:endParaRPr>
              </a:p>
            </p:txBody>
          </p:sp>
          <p:sp>
            <p:nvSpPr>
              <p:cNvPr id="84" name="Freeform 26"/>
              <p:cNvSpPr>
                <a:spLocks/>
              </p:cNvSpPr>
              <p:nvPr/>
            </p:nvSpPr>
            <p:spPr bwMode="gray">
              <a:xfrm>
                <a:off x="2039" y="3081"/>
                <a:ext cx="397" cy="475"/>
              </a:xfrm>
              <a:custGeom>
                <a:avLst/>
                <a:gdLst/>
                <a:ahLst/>
                <a:cxnLst>
                  <a:cxn ang="0">
                    <a:pos x="127" y="66"/>
                  </a:cxn>
                  <a:cxn ang="0">
                    <a:pos x="104" y="53"/>
                  </a:cxn>
                  <a:cxn ang="0">
                    <a:pos x="65" y="30"/>
                  </a:cxn>
                  <a:cxn ang="0">
                    <a:pos x="31" y="11"/>
                  </a:cxn>
                  <a:cxn ang="0">
                    <a:pos x="14" y="1"/>
                  </a:cxn>
                  <a:cxn ang="0">
                    <a:pos x="20" y="0"/>
                  </a:cxn>
                  <a:cxn ang="0">
                    <a:pos x="89" y="0"/>
                  </a:cxn>
                  <a:cxn ang="0">
                    <a:pos x="226" y="0"/>
                  </a:cxn>
                  <a:cxn ang="0">
                    <a:pos x="383" y="0"/>
                  </a:cxn>
                  <a:cxn ang="0">
                    <a:pos x="475" y="0"/>
                  </a:cxn>
                  <a:cxn ang="0">
                    <a:pos x="499" y="1"/>
                  </a:cxn>
                  <a:cxn ang="0">
                    <a:pos x="522" y="40"/>
                  </a:cxn>
                  <a:cxn ang="0">
                    <a:pos x="579" y="136"/>
                  </a:cxn>
                  <a:cxn ang="0">
                    <a:pos x="662" y="277"/>
                  </a:cxn>
                  <a:cxn ang="0">
                    <a:pos x="720" y="373"/>
                  </a:cxn>
                  <a:cxn ang="0">
                    <a:pos x="742" y="412"/>
                  </a:cxn>
                  <a:cxn ang="0">
                    <a:pos x="737" y="409"/>
                  </a:cxn>
                  <a:cxn ang="0">
                    <a:pos x="714" y="397"/>
                  </a:cxn>
                  <a:cxn ang="0">
                    <a:pos x="675" y="374"/>
                  </a:cxn>
                  <a:cxn ang="0">
                    <a:pos x="641" y="355"/>
                  </a:cxn>
                  <a:cxn ang="0">
                    <a:pos x="624" y="345"/>
                  </a:cxn>
                  <a:cxn ang="0">
                    <a:pos x="621" y="346"/>
                  </a:cxn>
                  <a:cxn ang="0">
                    <a:pos x="615" y="358"/>
                  </a:cxn>
                  <a:cxn ang="0">
                    <a:pos x="602" y="384"/>
                  </a:cxn>
                  <a:cxn ang="0">
                    <a:pos x="586" y="419"/>
                  </a:cxn>
                  <a:cxn ang="0">
                    <a:pos x="575" y="458"/>
                  </a:cxn>
                  <a:cxn ang="0">
                    <a:pos x="567" y="502"/>
                  </a:cxn>
                  <a:cxn ang="0">
                    <a:pos x="563" y="544"/>
                  </a:cxn>
                  <a:cxn ang="0">
                    <a:pos x="564" y="584"/>
                  </a:cxn>
                  <a:cxn ang="0">
                    <a:pos x="568" y="618"/>
                  </a:cxn>
                  <a:cxn ang="0">
                    <a:pos x="571" y="641"/>
                  </a:cxn>
                  <a:cxn ang="0">
                    <a:pos x="573" y="650"/>
                  </a:cxn>
                  <a:cxn ang="0">
                    <a:pos x="556" y="650"/>
                  </a:cxn>
                  <a:cxn ang="0">
                    <a:pos x="491" y="650"/>
                  </a:cxn>
                  <a:cxn ang="0">
                    <a:pos x="378" y="650"/>
                  </a:cxn>
                  <a:cxn ang="0">
                    <a:pos x="280" y="650"/>
                  </a:cxn>
                  <a:cxn ang="0">
                    <a:pos x="231" y="650"/>
                  </a:cxn>
                  <a:cxn ang="0">
                    <a:pos x="222" y="654"/>
                  </a:cxn>
                  <a:cxn ang="0">
                    <a:pos x="200" y="692"/>
                  </a:cxn>
                  <a:cxn ang="0">
                    <a:pos x="156" y="767"/>
                  </a:cxn>
                  <a:cxn ang="0">
                    <a:pos x="105" y="853"/>
                  </a:cxn>
                  <a:cxn ang="0">
                    <a:pos x="76" y="902"/>
                  </a:cxn>
                  <a:cxn ang="0">
                    <a:pos x="68" y="915"/>
                  </a:cxn>
                  <a:cxn ang="0">
                    <a:pos x="64" y="904"/>
                  </a:cxn>
                  <a:cxn ang="0">
                    <a:pos x="54" y="876"/>
                  </a:cxn>
                  <a:cxn ang="0">
                    <a:pos x="39" y="831"/>
                  </a:cxn>
                  <a:cxn ang="0">
                    <a:pos x="24" y="774"/>
                  </a:cxn>
                  <a:cxn ang="0">
                    <a:pos x="12" y="705"/>
                  </a:cxn>
                  <a:cxn ang="0">
                    <a:pos x="2" y="628"/>
                  </a:cxn>
                  <a:cxn ang="0">
                    <a:pos x="0" y="550"/>
                  </a:cxn>
                  <a:cxn ang="0">
                    <a:pos x="4" y="470"/>
                  </a:cxn>
                  <a:cxn ang="0">
                    <a:pos x="14" y="392"/>
                  </a:cxn>
                  <a:cxn ang="0">
                    <a:pos x="31" y="318"/>
                  </a:cxn>
                  <a:cxn ang="0">
                    <a:pos x="52" y="249"/>
                  </a:cxn>
                  <a:cxn ang="0">
                    <a:pos x="75" y="188"/>
                  </a:cxn>
                  <a:cxn ang="0">
                    <a:pos x="98" y="137"/>
                  </a:cxn>
                  <a:cxn ang="0">
                    <a:pos x="118" y="97"/>
                  </a:cxn>
                  <a:cxn ang="0">
                    <a:pos x="130" y="75"/>
                  </a:cxn>
                  <a:cxn ang="0">
                    <a:pos x="133" y="69"/>
                  </a:cxn>
                </a:cxnLst>
                <a:rect l="0" t="0" r="r" b="b"/>
                <a:pathLst>
                  <a:path w="744" h="916">
                    <a:moveTo>
                      <a:pt x="133" y="69"/>
                    </a:moveTo>
                    <a:lnTo>
                      <a:pt x="133" y="69"/>
                    </a:lnTo>
                    <a:lnTo>
                      <a:pt x="132" y="68"/>
                    </a:lnTo>
                    <a:lnTo>
                      <a:pt x="131" y="68"/>
                    </a:lnTo>
                    <a:lnTo>
                      <a:pt x="129" y="67"/>
                    </a:lnTo>
                    <a:lnTo>
                      <a:pt x="127" y="66"/>
                    </a:lnTo>
                    <a:lnTo>
                      <a:pt x="124" y="64"/>
                    </a:lnTo>
                    <a:lnTo>
                      <a:pt x="121" y="62"/>
                    </a:lnTo>
                    <a:lnTo>
                      <a:pt x="118" y="60"/>
                    </a:lnTo>
                    <a:lnTo>
                      <a:pt x="114" y="58"/>
                    </a:lnTo>
                    <a:lnTo>
                      <a:pt x="109" y="55"/>
                    </a:lnTo>
                    <a:lnTo>
                      <a:pt x="104" y="53"/>
                    </a:lnTo>
                    <a:lnTo>
                      <a:pt x="99" y="50"/>
                    </a:lnTo>
                    <a:lnTo>
                      <a:pt x="93" y="46"/>
                    </a:lnTo>
                    <a:lnTo>
                      <a:pt x="86" y="43"/>
                    </a:lnTo>
                    <a:lnTo>
                      <a:pt x="80" y="39"/>
                    </a:lnTo>
                    <a:lnTo>
                      <a:pt x="72" y="34"/>
                    </a:lnTo>
                    <a:lnTo>
                      <a:pt x="65" y="30"/>
                    </a:lnTo>
                    <a:lnTo>
                      <a:pt x="58" y="26"/>
                    </a:lnTo>
                    <a:lnTo>
                      <a:pt x="52" y="23"/>
                    </a:lnTo>
                    <a:lnTo>
                      <a:pt x="46" y="19"/>
                    </a:lnTo>
                    <a:lnTo>
                      <a:pt x="40" y="16"/>
                    </a:lnTo>
                    <a:lnTo>
                      <a:pt x="35" y="14"/>
                    </a:lnTo>
                    <a:lnTo>
                      <a:pt x="31" y="11"/>
                    </a:lnTo>
                    <a:lnTo>
                      <a:pt x="27" y="9"/>
                    </a:lnTo>
                    <a:lnTo>
                      <a:pt x="23" y="7"/>
                    </a:lnTo>
                    <a:lnTo>
                      <a:pt x="20" y="5"/>
                    </a:lnTo>
                    <a:lnTo>
                      <a:pt x="18" y="3"/>
                    </a:lnTo>
                    <a:lnTo>
                      <a:pt x="15" y="2"/>
                    </a:lnTo>
                    <a:lnTo>
                      <a:pt x="14" y="1"/>
                    </a:lnTo>
                    <a:lnTo>
                      <a:pt x="13" y="1"/>
                    </a:lnTo>
                    <a:lnTo>
                      <a:pt x="12" y="0"/>
                    </a:lnTo>
                    <a:lnTo>
                      <a:pt x="13" y="0"/>
                    </a:lnTo>
                    <a:lnTo>
                      <a:pt x="15" y="0"/>
                    </a:lnTo>
                    <a:lnTo>
                      <a:pt x="20" y="0"/>
                    </a:lnTo>
                    <a:lnTo>
                      <a:pt x="27" y="0"/>
                    </a:lnTo>
                    <a:lnTo>
                      <a:pt x="35" y="0"/>
                    </a:lnTo>
                    <a:lnTo>
                      <a:pt x="46" y="0"/>
                    </a:lnTo>
                    <a:lnTo>
                      <a:pt x="58" y="0"/>
                    </a:lnTo>
                    <a:lnTo>
                      <a:pt x="72" y="0"/>
                    </a:lnTo>
                    <a:lnTo>
                      <a:pt x="89" y="0"/>
                    </a:lnTo>
                    <a:lnTo>
                      <a:pt x="107" y="0"/>
                    </a:lnTo>
                    <a:lnTo>
                      <a:pt x="127" y="0"/>
                    </a:lnTo>
                    <a:lnTo>
                      <a:pt x="149" y="0"/>
                    </a:lnTo>
                    <a:lnTo>
                      <a:pt x="172" y="0"/>
                    </a:lnTo>
                    <a:lnTo>
                      <a:pt x="198" y="0"/>
                    </a:lnTo>
                    <a:lnTo>
                      <a:pt x="226" y="0"/>
                    </a:lnTo>
                    <a:lnTo>
                      <a:pt x="255" y="0"/>
                    </a:lnTo>
                    <a:lnTo>
                      <a:pt x="285" y="0"/>
                    </a:lnTo>
                    <a:lnTo>
                      <a:pt x="312" y="0"/>
                    </a:lnTo>
                    <a:lnTo>
                      <a:pt x="338" y="0"/>
                    </a:lnTo>
                    <a:lnTo>
                      <a:pt x="362" y="0"/>
                    </a:lnTo>
                    <a:lnTo>
                      <a:pt x="383" y="0"/>
                    </a:lnTo>
                    <a:lnTo>
                      <a:pt x="403" y="0"/>
                    </a:lnTo>
                    <a:lnTo>
                      <a:pt x="421" y="0"/>
                    </a:lnTo>
                    <a:lnTo>
                      <a:pt x="438" y="0"/>
                    </a:lnTo>
                    <a:lnTo>
                      <a:pt x="452" y="0"/>
                    </a:lnTo>
                    <a:lnTo>
                      <a:pt x="464" y="0"/>
                    </a:lnTo>
                    <a:lnTo>
                      <a:pt x="475" y="0"/>
                    </a:lnTo>
                    <a:lnTo>
                      <a:pt x="483" y="0"/>
                    </a:lnTo>
                    <a:lnTo>
                      <a:pt x="490" y="0"/>
                    </a:lnTo>
                    <a:lnTo>
                      <a:pt x="495" y="0"/>
                    </a:lnTo>
                    <a:lnTo>
                      <a:pt x="498" y="0"/>
                    </a:lnTo>
                    <a:lnTo>
                      <a:pt x="499" y="1"/>
                    </a:lnTo>
                    <a:lnTo>
                      <a:pt x="500" y="3"/>
                    </a:lnTo>
                    <a:lnTo>
                      <a:pt x="503" y="7"/>
                    </a:lnTo>
                    <a:lnTo>
                      <a:pt x="506" y="13"/>
                    </a:lnTo>
                    <a:lnTo>
                      <a:pt x="510" y="20"/>
                    </a:lnTo>
                    <a:lnTo>
                      <a:pt x="516" y="29"/>
                    </a:lnTo>
                    <a:lnTo>
                      <a:pt x="522" y="40"/>
                    </a:lnTo>
                    <a:lnTo>
                      <a:pt x="529" y="52"/>
                    </a:lnTo>
                    <a:lnTo>
                      <a:pt x="537" y="65"/>
                    </a:lnTo>
                    <a:lnTo>
                      <a:pt x="546" y="81"/>
                    </a:lnTo>
                    <a:lnTo>
                      <a:pt x="556" y="98"/>
                    </a:lnTo>
                    <a:lnTo>
                      <a:pt x="567" y="116"/>
                    </a:lnTo>
                    <a:lnTo>
                      <a:pt x="579" y="136"/>
                    </a:lnTo>
                    <a:lnTo>
                      <a:pt x="592" y="158"/>
                    </a:lnTo>
                    <a:lnTo>
                      <a:pt x="606" y="181"/>
                    </a:lnTo>
                    <a:lnTo>
                      <a:pt x="621" y="206"/>
                    </a:lnTo>
                    <a:lnTo>
                      <a:pt x="636" y="231"/>
                    </a:lnTo>
                    <a:lnTo>
                      <a:pt x="649" y="255"/>
                    </a:lnTo>
                    <a:lnTo>
                      <a:pt x="662" y="277"/>
                    </a:lnTo>
                    <a:lnTo>
                      <a:pt x="674" y="297"/>
                    </a:lnTo>
                    <a:lnTo>
                      <a:pt x="685" y="315"/>
                    </a:lnTo>
                    <a:lnTo>
                      <a:pt x="695" y="332"/>
                    </a:lnTo>
                    <a:lnTo>
                      <a:pt x="704" y="348"/>
                    </a:lnTo>
                    <a:lnTo>
                      <a:pt x="712" y="361"/>
                    </a:lnTo>
                    <a:lnTo>
                      <a:pt x="720" y="373"/>
                    </a:lnTo>
                    <a:lnTo>
                      <a:pt x="726" y="384"/>
                    </a:lnTo>
                    <a:lnTo>
                      <a:pt x="731" y="393"/>
                    </a:lnTo>
                    <a:lnTo>
                      <a:pt x="735" y="400"/>
                    </a:lnTo>
                    <a:lnTo>
                      <a:pt x="739" y="406"/>
                    </a:lnTo>
                    <a:lnTo>
                      <a:pt x="741" y="410"/>
                    </a:lnTo>
                    <a:lnTo>
                      <a:pt x="742" y="412"/>
                    </a:lnTo>
                    <a:lnTo>
                      <a:pt x="743" y="413"/>
                    </a:lnTo>
                    <a:lnTo>
                      <a:pt x="742" y="412"/>
                    </a:lnTo>
                    <a:lnTo>
                      <a:pt x="741" y="412"/>
                    </a:lnTo>
                    <a:lnTo>
                      <a:pt x="739" y="411"/>
                    </a:lnTo>
                    <a:lnTo>
                      <a:pt x="737" y="409"/>
                    </a:lnTo>
                    <a:lnTo>
                      <a:pt x="734" y="408"/>
                    </a:lnTo>
                    <a:lnTo>
                      <a:pt x="731" y="406"/>
                    </a:lnTo>
                    <a:lnTo>
                      <a:pt x="728" y="404"/>
                    </a:lnTo>
                    <a:lnTo>
                      <a:pt x="724" y="402"/>
                    </a:lnTo>
                    <a:lnTo>
                      <a:pt x="719" y="399"/>
                    </a:lnTo>
                    <a:lnTo>
                      <a:pt x="714" y="397"/>
                    </a:lnTo>
                    <a:lnTo>
                      <a:pt x="709" y="394"/>
                    </a:lnTo>
                    <a:lnTo>
                      <a:pt x="703" y="390"/>
                    </a:lnTo>
                    <a:lnTo>
                      <a:pt x="697" y="387"/>
                    </a:lnTo>
                    <a:lnTo>
                      <a:pt x="690" y="383"/>
                    </a:lnTo>
                    <a:lnTo>
                      <a:pt x="682" y="378"/>
                    </a:lnTo>
                    <a:lnTo>
                      <a:pt x="675" y="374"/>
                    </a:lnTo>
                    <a:lnTo>
                      <a:pt x="668" y="370"/>
                    </a:lnTo>
                    <a:lnTo>
                      <a:pt x="662" y="367"/>
                    </a:lnTo>
                    <a:lnTo>
                      <a:pt x="656" y="363"/>
                    </a:lnTo>
                    <a:lnTo>
                      <a:pt x="650" y="360"/>
                    </a:lnTo>
                    <a:lnTo>
                      <a:pt x="645" y="357"/>
                    </a:lnTo>
                    <a:lnTo>
                      <a:pt x="641" y="355"/>
                    </a:lnTo>
                    <a:lnTo>
                      <a:pt x="637" y="353"/>
                    </a:lnTo>
                    <a:lnTo>
                      <a:pt x="633" y="351"/>
                    </a:lnTo>
                    <a:lnTo>
                      <a:pt x="630" y="349"/>
                    </a:lnTo>
                    <a:lnTo>
                      <a:pt x="628" y="347"/>
                    </a:lnTo>
                    <a:lnTo>
                      <a:pt x="625" y="346"/>
                    </a:lnTo>
                    <a:lnTo>
                      <a:pt x="624" y="345"/>
                    </a:lnTo>
                    <a:lnTo>
                      <a:pt x="623" y="345"/>
                    </a:lnTo>
                    <a:lnTo>
                      <a:pt x="622" y="344"/>
                    </a:lnTo>
                    <a:lnTo>
                      <a:pt x="621" y="345"/>
                    </a:lnTo>
                    <a:lnTo>
                      <a:pt x="621" y="346"/>
                    </a:lnTo>
                    <a:lnTo>
                      <a:pt x="620" y="347"/>
                    </a:lnTo>
                    <a:lnTo>
                      <a:pt x="619" y="348"/>
                    </a:lnTo>
                    <a:lnTo>
                      <a:pt x="619" y="350"/>
                    </a:lnTo>
                    <a:lnTo>
                      <a:pt x="617" y="353"/>
                    </a:lnTo>
                    <a:lnTo>
                      <a:pt x="616" y="355"/>
                    </a:lnTo>
                    <a:lnTo>
                      <a:pt x="615" y="358"/>
                    </a:lnTo>
                    <a:lnTo>
                      <a:pt x="613" y="362"/>
                    </a:lnTo>
                    <a:lnTo>
                      <a:pt x="611" y="365"/>
                    </a:lnTo>
                    <a:lnTo>
                      <a:pt x="609" y="369"/>
                    </a:lnTo>
                    <a:lnTo>
                      <a:pt x="607" y="374"/>
                    </a:lnTo>
                    <a:lnTo>
                      <a:pt x="604" y="378"/>
                    </a:lnTo>
                    <a:lnTo>
                      <a:pt x="602" y="384"/>
                    </a:lnTo>
                    <a:lnTo>
                      <a:pt x="599" y="389"/>
                    </a:lnTo>
                    <a:lnTo>
                      <a:pt x="596" y="395"/>
                    </a:lnTo>
                    <a:lnTo>
                      <a:pt x="594" y="400"/>
                    </a:lnTo>
                    <a:lnTo>
                      <a:pt x="591" y="406"/>
                    </a:lnTo>
                    <a:lnTo>
                      <a:pt x="589" y="412"/>
                    </a:lnTo>
                    <a:lnTo>
                      <a:pt x="586" y="419"/>
                    </a:lnTo>
                    <a:lnTo>
                      <a:pt x="584" y="425"/>
                    </a:lnTo>
                    <a:lnTo>
                      <a:pt x="582" y="431"/>
                    </a:lnTo>
                    <a:lnTo>
                      <a:pt x="580" y="438"/>
                    </a:lnTo>
                    <a:lnTo>
                      <a:pt x="578" y="444"/>
                    </a:lnTo>
                    <a:lnTo>
                      <a:pt x="576" y="451"/>
                    </a:lnTo>
                    <a:lnTo>
                      <a:pt x="575" y="458"/>
                    </a:lnTo>
                    <a:lnTo>
                      <a:pt x="573" y="465"/>
                    </a:lnTo>
                    <a:lnTo>
                      <a:pt x="572" y="472"/>
                    </a:lnTo>
                    <a:lnTo>
                      <a:pt x="570" y="479"/>
                    </a:lnTo>
                    <a:lnTo>
                      <a:pt x="569" y="487"/>
                    </a:lnTo>
                    <a:lnTo>
                      <a:pt x="568" y="494"/>
                    </a:lnTo>
                    <a:lnTo>
                      <a:pt x="567" y="502"/>
                    </a:lnTo>
                    <a:lnTo>
                      <a:pt x="566" y="509"/>
                    </a:lnTo>
                    <a:lnTo>
                      <a:pt x="565" y="516"/>
                    </a:lnTo>
                    <a:lnTo>
                      <a:pt x="564" y="523"/>
                    </a:lnTo>
                    <a:lnTo>
                      <a:pt x="564" y="530"/>
                    </a:lnTo>
                    <a:lnTo>
                      <a:pt x="564" y="537"/>
                    </a:lnTo>
                    <a:lnTo>
                      <a:pt x="563" y="544"/>
                    </a:lnTo>
                    <a:lnTo>
                      <a:pt x="563" y="551"/>
                    </a:lnTo>
                    <a:lnTo>
                      <a:pt x="563" y="558"/>
                    </a:lnTo>
                    <a:lnTo>
                      <a:pt x="563" y="564"/>
                    </a:lnTo>
                    <a:lnTo>
                      <a:pt x="563" y="571"/>
                    </a:lnTo>
                    <a:lnTo>
                      <a:pt x="564" y="577"/>
                    </a:lnTo>
                    <a:lnTo>
                      <a:pt x="564" y="584"/>
                    </a:lnTo>
                    <a:lnTo>
                      <a:pt x="564" y="590"/>
                    </a:lnTo>
                    <a:lnTo>
                      <a:pt x="565" y="596"/>
                    </a:lnTo>
                    <a:lnTo>
                      <a:pt x="566" y="602"/>
                    </a:lnTo>
                    <a:lnTo>
                      <a:pt x="567" y="608"/>
                    </a:lnTo>
                    <a:lnTo>
                      <a:pt x="568" y="613"/>
                    </a:lnTo>
                    <a:lnTo>
                      <a:pt x="568" y="618"/>
                    </a:lnTo>
                    <a:lnTo>
                      <a:pt x="569" y="623"/>
                    </a:lnTo>
                    <a:lnTo>
                      <a:pt x="570" y="627"/>
                    </a:lnTo>
                    <a:lnTo>
                      <a:pt x="570" y="631"/>
                    </a:lnTo>
                    <a:lnTo>
                      <a:pt x="571" y="635"/>
                    </a:lnTo>
                    <a:lnTo>
                      <a:pt x="571" y="638"/>
                    </a:lnTo>
                    <a:lnTo>
                      <a:pt x="571" y="641"/>
                    </a:lnTo>
                    <a:lnTo>
                      <a:pt x="572" y="643"/>
                    </a:lnTo>
                    <a:lnTo>
                      <a:pt x="572" y="645"/>
                    </a:lnTo>
                    <a:lnTo>
                      <a:pt x="572" y="647"/>
                    </a:lnTo>
                    <a:lnTo>
                      <a:pt x="573" y="648"/>
                    </a:lnTo>
                    <a:lnTo>
                      <a:pt x="573" y="649"/>
                    </a:lnTo>
                    <a:lnTo>
                      <a:pt x="573" y="650"/>
                    </a:lnTo>
                    <a:lnTo>
                      <a:pt x="572" y="650"/>
                    </a:lnTo>
                    <a:lnTo>
                      <a:pt x="570" y="650"/>
                    </a:lnTo>
                    <a:lnTo>
                      <a:pt x="567" y="650"/>
                    </a:lnTo>
                    <a:lnTo>
                      <a:pt x="562" y="650"/>
                    </a:lnTo>
                    <a:lnTo>
                      <a:pt x="556" y="650"/>
                    </a:lnTo>
                    <a:lnTo>
                      <a:pt x="548" y="650"/>
                    </a:lnTo>
                    <a:lnTo>
                      <a:pt x="539" y="650"/>
                    </a:lnTo>
                    <a:lnTo>
                      <a:pt x="529" y="650"/>
                    </a:lnTo>
                    <a:lnTo>
                      <a:pt x="518" y="650"/>
                    </a:lnTo>
                    <a:lnTo>
                      <a:pt x="505" y="650"/>
                    </a:lnTo>
                    <a:lnTo>
                      <a:pt x="491" y="650"/>
                    </a:lnTo>
                    <a:lnTo>
                      <a:pt x="475" y="650"/>
                    </a:lnTo>
                    <a:lnTo>
                      <a:pt x="458" y="650"/>
                    </a:lnTo>
                    <a:lnTo>
                      <a:pt x="440" y="650"/>
                    </a:lnTo>
                    <a:lnTo>
                      <a:pt x="420" y="650"/>
                    </a:lnTo>
                    <a:lnTo>
                      <a:pt x="399" y="650"/>
                    </a:lnTo>
                    <a:lnTo>
                      <a:pt x="378" y="650"/>
                    </a:lnTo>
                    <a:lnTo>
                      <a:pt x="358" y="650"/>
                    </a:lnTo>
                    <a:lnTo>
                      <a:pt x="340" y="650"/>
                    </a:lnTo>
                    <a:lnTo>
                      <a:pt x="323" y="650"/>
                    </a:lnTo>
                    <a:lnTo>
                      <a:pt x="307" y="650"/>
                    </a:lnTo>
                    <a:lnTo>
                      <a:pt x="293" y="650"/>
                    </a:lnTo>
                    <a:lnTo>
                      <a:pt x="280" y="650"/>
                    </a:lnTo>
                    <a:lnTo>
                      <a:pt x="268" y="650"/>
                    </a:lnTo>
                    <a:lnTo>
                      <a:pt x="258" y="650"/>
                    </a:lnTo>
                    <a:lnTo>
                      <a:pt x="249" y="650"/>
                    </a:lnTo>
                    <a:lnTo>
                      <a:pt x="242" y="650"/>
                    </a:lnTo>
                    <a:lnTo>
                      <a:pt x="236" y="650"/>
                    </a:lnTo>
                    <a:lnTo>
                      <a:pt x="231" y="650"/>
                    </a:lnTo>
                    <a:lnTo>
                      <a:pt x="227" y="650"/>
                    </a:lnTo>
                    <a:lnTo>
                      <a:pt x="225" y="650"/>
                    </a:lnTo>
                    <a:lnTo>
                      <a:pt x="224" y="650"/>
                    </a:lnTo>
                    <a:lnTo>
                      <a:pt x="224" y="652"/>
                    </a:lnTo>
                    <a:lnTo>
                      <a:pt x="222" y="654"/>
                    </a:lnTo>
                    <a:lnTo>
                      <a:pt x="220" y="658"/>
                    </a:lnTo>
                    <a:lnTo>
                      <a:pt x="217" y="663"/>
                    </a:lnTo>
                    <a:lnTo>
                      <a:pt x="214" y="668"/>
                    </a:lnTo>
                    <a:lnTo>
                      <a:pt x="210" y="675"/>
                    </a:lnTo>
                    <a:lnTo>
                      <a:pt x="205" y="683"/>
                    </a:lnTo>
                    <a:lnTo>
                      <a:pt x="200" y="692"/>
                    </a:lnTo>
                    <a:lnTo>
                      <a:pt x="194" y="702"/>
                    </a:lnTo>
                    <a:lnTo>
                      <a:pt x="188" y="713"/>
                    </a:lnTo>
                    <a:lnTo>
                      <a:pt x="181" y="725"/>
                    </a:lnTo>
                    <a:lnTo>
                      <a:pt x="173" y="737"/>
                    </a:lnTo>
                    <a:lnTo>
                      <a:pt x="165" y="751"/>
                    </a:lnTo>
                    <a:lnTo>
                      <a:pt x="156" y="767"/>
                    </a:lnTo>
                    <a:lnTo>
                      <a:pt x="147" y="783"/>
                    </a:lnTo>
                    <a:lnTo>
                      <a:pt x="137" y="799"/>
                    </a:lnTo>
                    <a:lnTo>
                      <a:pt x="128" y="814"/>
                    </a:lnTo>
                    <a:lnTo>
                      <a:pt x="120" y="828"/>
                    </a:lnTo>
                    <a:lnTo>
                      <a:pt x="112" y="841"/>
                    </a:lnTo>
                    <a:lnTo>
                      <a:pt x="105" y="853"/>
                    </a:lnTo>
                    <a:lnTo>
                      <a:pt x="99" y="864"/>
                    </a:lnTo>
                    <a:lnTo>
                      <a:pt x="93" y="873"/>
                    </a:lnTo>
                    <a:lnTo>
                      <a:pt x="88" y="882"/>
                    </a:lnTo>
                    <a:lnTo>
                      <a:pt x="83" y="890"/>
                    </a:lnTo>
                    <a:lnTo>
                      <a:pt x="79" y="897"/>
                    </a:lnTo>
                    <a:lnTo>
                      <a:pt x="76" y="902"/>
                    </a:lnTo>
                    <a:lnTo>
                      <a:pt x="73" y="907"/>
                    </a:lnTo>
                    <a:lnTo>
                      <a:pt x="71" y="911"/>
                    </a:lnTo>
                    <a:lnTo>
                      <a:pt x="70" y="913"/>
                    </a:lnTo>
                    <a:lnTo>
                      <a:pt x="69" y="915"/>
                    </a:lnTo>
                    <a:lnTo>
                      <a:pt x="68" y="915"/>
                    </a:lnTo>
                    <a:lnTo>
                      <a:pt x="68" y="914"/>
                    </a:lnTo>
                    <a:lnTo>
                      <a:pt x="68" y="913"/>
                    </a:lnTo>
                    <a:lnTo>
                      <a:pt x="67" y="912"/>
                    </a:lnTo>
                    <a:lnTo>
                      <a:pt x="66" y="910"/>
                    </a:lnTo>
                    <a:lnTo>
                      <a:pt x="65" y="907"/>
                    </a:lnTo>
                    <a:lnTo>
                      <a:pt x="64" y="904"/>
                    </a:lnTo>
                    <a:lnTo>
                      <a:pt x="63" y="900"/>
                    </a:lnTo>
                    <a:lnTo>
                      <a:pt x="62" y="896"/>
                    </a:lnTo>
                    <a:lnTo>
                      <a:pt x="60" y="892"/>
                    </a:lnTo>
                    <a:lnTo>
                      <a:pt x="58" y="887"/>
                    </a:lnTo>
                    <a:lnTo>
                      <a:pt x="56" y="882"/>
                    </a:lnTo>
                    <a:lnTo>
                      <a:pt x="54" y="876"/>
                    </a:lnTo>
                    <a:lnTo>
                      <a:pt x="52" y="869"/>
                    </a:lnTo>
                    <a:lnTo>
                      <a:pt x="49" y="863"/>
                    </a:lnTo>
                    <a:lnTo>
                      <a:pt x="47" y="855"/>
                    </a:lnTo>
                    <a:lnTo>
                      <a:pt x="44" y="848"/>
                    </a:lnTo>
                    <a:lnTo>
                      <a:pt x="42" y="840"/>
                    </a:lnTo>
                    <a:lnTo>
                      <a:pt x="39" y="831"/>
                    </a:lnTo>
                    <a:lnTo>
                      <a:pt x="36" y="823"/>
                    </a:lnTo>
                    <a:lnTo>
                      <a:pt x="34" y="814"/>
                    </a:lnTo>
                    <a:lnTo>
                      <a:pt x="31" y="804"/>
                    </a:lnTo>
                    <a:lnTo>
                      <a:pt x="29" y="795"/>
                    </a:lnTo>
                    <a:lnTo>
                      <a:pt x="27" y="785"/>
                    </a:lnTo>
                    <a:lnTo>
                      <a:pt x="24" y="774"/>
                    </a:lnTo>
                    <a:lnTo>
                      <a:pt x="22" y="764"/>
                    </a:lnTo>
                    <a:lnTo>
                      <a:pt x="20" y="753"/>
                    </a:lnTo>
                    <a:lnTo>
                      <a:pt x="18" y="741"/>
                    </a:lnTo>
                    <a:lnTo>
                      <a:pt x="16" y="730"/>
                    </a:lnTo>
                    <a:lnTo>
                      <a:pt x="14" y="718"/>
                    </a:lnTo>
                    <a:lnTo>
                      <a:pt x="12" y="705"/>
                    </a:lnTo>
                    <a:lnTo>
                      <a:pt x="10" y="693"/>
                    </a:lnTo>
                    <a:lnTo>
                      <a:pt x="8" y="680"/>
                    </a:lnTo>
                    <a:lnTo>
                      <a:pt x="6" y="667"/>
                    </a:lnTo>
                    <a:lnTo>
                      <a:pt x="5" y="654"/>
                    </a:lnTo>
                    <a:lnTo>
                      <a:pt x="3" y="641"/>
                    </a:lnTo>
                    <a:lnTo>
                      <a:pt x="2" y="628"/>
                    </a:lnTo>
                    <a:lnTo>
                      <a:pt x="1" y="615"/>
                    </a:lnTo>
                    <a:lnTo>
                      <a:pt x="1" y="602"/>
                    </a:lnTo>
                    <a:lnTo>
                      <a:pt x="0" y="589"/>
                    </a:lnTo>
                    <a:lnTo>
                      <a:pt x="0" y="576"/>
                    </a:lnTo>
                    <a:lnTo>
                      <a:pt x="0" y="563"/>
                    </a:lnTo>
                    <a:lnTo>
                      <a:pt x="0" y="550"/>
                    </a:lnTo>
                    <a:lnTo>
                      <a:pt x="0" y="537"/>
                    </a:lnTo>
                    <a:lnTo>
                      <a:pt x="0" y="524"/>
                    </a:lnTo>
                    <a:lnTo>
                      <a:pt x="1" y="510"/>
                    </a:lnTo>
                    <a:lnTo>
                      <a:pt x="2" y="497"/>
                    </a:lnTo>
                    <a:lnTo>
                      <a:pt x="3" y="484"/>
                    </a:lnTo>
                    <a:lnTo>
                      <a:pt x="4" y="470"/>
                    </a:lnTo>
                    <a:lnTo>
                      <a:pt x="5" y="457"/>
                    </a:lnTo>
                    <a:lnTo>
                      <a:pt x="7" y="444"/>
                    </a:lnTo>
                    <a:lnTo>
                      <a:pt x="8" y="431"/>
                    </a:lnTo>
                    <a:lnTo>
                      <a:pt x="10" y="418"/>
                    </a:lnTo>
                    <a:lnTo>
                      <a:pt x="12" y="405"/>
                    </a:lnTo>
                    <a:lnTo>
                      <a:pt x="14" y="392"/>
                    </a:lnTo>
                    <a:lnTo>
                      <a:pt x="17" y="380"/>
                    </a:lnTo>
                    <a:lnTo>
                      <a:pt x="19" y="367"/>
                    </a:lnTo>
                    <a:lnTo>
                      <a:pt x="22" y="355"/>
                    </a:lnTo>
                    <a:lnTo>
                      <a:pt x="25" y="343"/>
                    </a:lnTo>
                    <a:lnTo>
                      <a:pt x="28" y="331"/>
                    </a:lnTo>
                    <a:lnTo>
                      <a:pt x="31" y="318"/>
                    </a:lnTo>
                    <a:lnTo>
                      <a:pt x="34" y="307"/>
                    </a:lnTo>
                    <a:lnTo>
                      <a:pt x="37" y="295"/>
                    </a:lnTo>
                    <a:lnTo>
                      <a:pt x="41" y="283"/>
                    </a:lnTo>
                    <a:lnTo>
                      <a:pt x="45" y="271"/>
                    </a:lnTo>
                    <a:lnTo>
                      <a:pt x="48" y="260"/>
                    </a:lnTo>
                    <a:lnTo>
                      <a:pt x="52" y="249"/>
                    </a:lnTo>
                    <a:lnTo>
                      <a:pt x="56" y="238"/>
                    </a:lnTo>
                    <a:lnTo>
                      <a:pt x="59" y="228"/>
                    </a:lnTo>
                    <a:lnTo>
                      <a:pt x="63" y="217"/>
                    </a:lnTo>
                    <a:lnTo>
                      <a:pt x="67" y="207"/>
                    </a:lnTo>
                    <a:lnTo>
                      <a:pt x="71" y="198"/>
                    </a:lnTo>
                    <a:lnTo>
                      <a:pt x="75" y="188"/>
                    </a:lnTo>
                    <a:lnTo>
                      <a:pt x="78" y="179"/>
                    </a:lnTo>
                    <a:lnTo>
                      <a:pt x="82" y="170"/>
                    </a:lnTo>
                    <a:lnTo>
                      <a:pt x="86" y="161"/>
                    </a:lnTo>
                    <a:lnTo>
                      <a:pt x="90" y="153"/>
                    </a:lnTo>
                    <a:lnTo>
                      <a:pt x="94" y="145"/>
                    </a:lnTo>
                    <a:lnTo>
                      <a:pt x="98" y="137"/>
                    </a:lnTo>
                    <a:lnTo>
                      <a:pt x="102" y="129"/>
                    </a:lnTo>
                    <a:lnTo>
                      <a:pt x="105" y="122"/>
                    </a:lnTo>
                    <a:lnTo>
                      <a:pt x="109" y="115"/>
                    </a:lnTo>
                    <a:lnTo>
                      <a:pt x="112" y="109"/>
                    </a:lnTo>
                    <a:lnTo>
                      <a:pt x="115" y="103"/>
                    </a:lnTo>
                    <a:lnTo>
                      <a:pt x="118" y="97"/>
                    </a:lnTo>
                    <a:lnTo>
                      <a:pt x="121" y="92"/>
                    </a:lnTo>
                    <a:lnTo>
                      <a:pt x="123" y="88"/>
                    </a:lnTo>
                    <a:lnTo>
                      <a:pt x="125" y="84"/>
                    </a:lnTo>
                    <a:lnTo>
                      <a:pt x="127" y="80"/>
                    </a:lnTo>
                    <a:lnTo>
                      <a:pt x="128" y="77"/>
                    </a:lnTo>
                    <a:lnTo>
                      <a:pt x="130" y="75"/>
                    </a:lnTo>
                    <a:lnTo>
                      <a:pt x="131" y="73"/>
                    </a:lnTo>
                    <a:lnTo>
                      <a:pt x="132" y="71"/>
                    </a:lnTo>
                    <a:lnTo>
                      <a:pt x="132" y="70"/>
                    </a:lnTo>
                    <a:lnTo>
                      <a:pt x="133" y="69"/>
                    </a:lnTo>
                    <a:close/>
                  </a:path>
                </a:pathLst>
              </a:custGeom>
              <a:grpFill/>
              <a:ln w="12700" cap="flat" cmpd="sng">
                <a:solidFill>
                  <a:schemeClr val="accent6"/>
                </a:solidFill>
                <a:prstDash val="solid"/>
                <a:round/>
                <a:headEnd type="none" w="med" len="med"/>
                <a:tailEnd type="none" w="med" len="med"/>
              </a:ln>
              <a:effectLst/>
            </p:spPr>
            <p:txBody>
              <a:bodyPr wrap="none" lIns="72000" tIns="72000" rIns="72000" bIns="72000" anchor="ctr">
                <a:noAutofit/>
              </a:bodyPr>
              <a:lstStyle/>
              <a:p>
                <a:endParaRPr lang="ja-JP" altLang="en-US" sz="1200">
                  <a:solidFill>
                    <a:schemeClr val="accent4"/>
                  </a:solidFill>
                </a:endParaRPr>
              </a:p>
            </p:txBody>
          </p:sp>
          <p:sp>
            <p:nvSpPr>
              <p:cNvPr id="85" name="Freeform 27"/>
              <p:cNvSpPr>
                <a:spLocks/>
              </p:cNvSpPr>
              <p:nvPr/>
            </p:nvSpPr>
            <p:spPr bwMode="gray">
              <a:xfrm>
                <a:off x="2156" y="2793"/>
                <a:ext cx="548" cy="427"/>
              </a:xfrm>
              <a:custGeom>
                <a:avLst/>
                <a:gdLst/>
                <a:ahLst/>
                <a:cxnLst>
                  <a:cxn ang="0">
                    <a:pos x="748" y="137"/>
                  </a:cxn>
                  <a:cxn ang="0">
                    <a:pos x="775" y="136"/>
                  </a:cxn>
                  <a:cxn ang="0">
                    <a:pos x="782" y="135"/>
                  </a:cxn>
                  <a:cxn ang="0">
                    <a:pos x="782" y="123"/>
                  </a:cxn>
                  <a:cxn ang="0">
                    <a:pos x="782" y="91"/>
                  </a:cxn>
                  <a:cxn ang="0">
                    <a:pos x="782" y="45"/>
                  </a:cxn>
                  <a:cxn ang="0">
                    <a:pos x="782" y="13"/>
                  </a:cxn>
                  <a:cxn ang="0">
                    <a:pos x="782" y="0"/>
                  </a:cxn>
                  <a:cxn ang="0">
                    <a:pos x="794" y="20"/>
                  </a:cxn>
                  <a:cxn ang="0">
                    <a:pos x="840" y="97"/>
                  </a:cxn>
                  <a:cxn ang="0">
                    <a:pos x="919" y="230"/>
                  </a:cxn>
                  <a:cxn ang="0">
                    <a:pos x="988" y="346"/>
                  </a:cxn>
                  <a:cxn ang="0">
                    <a:pos x="1022" y="404"/>
                  </a:cxn>
                  <a:cxn ang="0">
                    <a:pos x="1022" y="418"/>
                  </a:cxn>
                  <a:cxn ang="0">
                    <a:pos x="988" y="476"/>
                  </a:cxn>
                  <a:cxn ang="0">
                    <a:pos x="919" y="592"/>
                  </a:cxn>
                  <a:cxn ang="0">
                    <a:pos x="840" y="726"/>
                  </a:cxn>
                  <a:cxn ang="0">
                    <a:pos x="794" y="803"/>
                  </a:cxn>
                  <a:cxn ang="0">
                    <a:pos x="782" y="823"/>
                  </a:cxn>
                  <a:cxn ang="0">
                    <a:pos x="782" y="810"/>
                  </a:cxn>
                  <a:cxn ang="0">
                    <a:pos x="782" y="778"/>
                  </a:cxn>
                  <a:cxn ang="0">
                    <a:pos x="782" y="731"/>
                  </a:cxn>
                  <a:cxn ang="0">
                    <a:pos x="782" y="699"/>
                  </a:cxn>
                  <a:cxn ang="0">
                    <a:pos x="782" y="686"/>
                  </a:cxn>
                  <a:cxn ang="0">
                    <a:pos x="777" y="686"/>
                  </a:cxn>
                  <a:cxn ang="0">
                    <a:pos x="759" y="687"/>
                  </a:cxn>
                  <a:cxn ang="0">
                    <a:pos x="727" y="689"/>
                  </a:cxn>
                  <a:cxn ang="0">
                    <a:pos x="688" y="695"/>
                  </a:cxn>
                  <a:cxn ang="0">
                    <a:pos x="645" y="707"/>
                  </a:cxn>
                  <a:cxn ang="0">
                    <a:pos x="599" y="725"/>
                  </a:cxn>
                  <a:cxn ang="0">
                    <a:pos x="560" y="744"/>
                  </a:cxn>
                  <a:cxn ang="0">
                    <a:pos x="528" y="765"/>
                  </a:cxn>
                  <a:cxn ang="0">
                    <a:pos x="504" y="783"/>
                  </a:cxn>
                  <a:cxn ang="0">
                    <a:pos x="490" y="794"/>
                  </a:cxn>
                  <a:cxn ang="0">
                    <a:pos x="486" y="796"/>
                  </a:cxn>
                  <a:cxn ang="0">
                    <a:pos x="470" y="769"/>
                  </a:cxn>
                  <a:cxn ang="0">
                    <a:pos x="429" y="700"/>
                  </a:cxn>
                  <a:cxn ang="0">
                    <a:pos x="369" y="600"/>
                  </a:cxn>
                  <a:cxn ang="0">
                    <a:pos x="328" y="531"/>
                  </a:cxn>
                  <a:cxn ang="0">
                    <a:pos x="311" y="503"/>
                  </a:cxn>
                  <a:cxn ang="0">
                    <a:pos x="296" y="503"/>
                  </a:cxn>
                  <a:cxn ang="0">
                    <a:pos x="237" y="503"/>
                  </a:cxn>
                  <a:cxn ang="0">
                    <a:pos x="137" y="503"/>
                  </a:cxn>
                  <a:cxn ang="0">
                    <a:pos x="49" y="503"/>
                  </a:cxn>
                  <a:cxn ang="0">
                    <a:pos x="5" y="503"/>
                  </a:cxn>
                  <a:cxn ang="0">
                    <a:pos x="1" y="501"/>
                  </a:cxn>
                  <a:cxn ang="0">
                    <a:pos x="14" y="487"/>
                  </a:cxn>
                  <a:cxn ang="0">
                    <a:pos x="39" y="459"/>
                  </a:cxn>
                  <a:cxn ang="0">
                    <a:pos x="77" y="420"/>
                  </a:cxn>
                  <a:cxn ang="0">
                    <a:pos x="125" y="377"/>
                  </a:cxn>
                  <a:cxn ang="0">
                    <a:pos x="183" y="330"/>
                  </a:cxn>
                  <a:cxn ang="0">
                    <a:pos x="247" y="286"/>
                  </a:cxn>
                  <a:cxn ang="0">
                    <a:pos x="313" y="248"/>
                  </a:cxn>
                  <a:cxn ang="0">
                    <a:pos x="381" y="216"/>
                  </a:cxn>
                  <a:cxn ang="0">
                    <a:pos x="452" y="190"/>
                  </a:cxn>
                  <a:cxn ang="0">
                    <a:pos x="526" y="168"/>
                  </a:cxn>
                  <a:cxn ang="0">
                    <a:pos x="599" y="152"/>
                  </a:cxn>
                  <a:cxn ang="0">
                    <a:pos x="663" y="142"/>
                  </a:cxn>
                  <a:cxn ang="0">
                    <a:pos x="711" y="139"/>
                  </a:cxn>
                </a:cxnLst>
                <a:rect l="0" t="0" r="r" b="b"/>
                <a:pathLst>
                  <a:path w="1027" h="825">
                    <a:moveTo>
                      <a:pt x="711" y="139"/>
                    </a:moveTo>
                    <a:lnTo>
                      <a:pt x="719" y="138"/>
                    </a:lnTo>
                    <a:lnTo>
                      <a:pt x="727" y="138"/>
                    </a:lnTo>
                    <a:lnTo>
                      <a:pt x="735" y="138"/>
                    </a:lnTo>
                    <a:lnTo>
                      <a:pt x="742" y="137"/>
                    </a:lnTo>
                    <a:lnTo>
                      <a:pt x="748" y="137"/>
                    </a:lnTo>
                    <a:lnTo>
                      <a:pt x="754" y="137"/>
                    </a:lnTo>
                    <a:lnTo>
                      <a:pt x="759" y="137"/>
                    </a:lnTo>
                    <a:lnTo>
                      <a:pt x="764" y="136"/>
                    </a:lnTo>
                    <a:lnTo>
                      <a:pt x="768" y="136"/>
                    </a:lnTo>
                    <a:lnTo>
                      <a:pt x="772" y="136"/>
                    </a:lnTo>
                    <a:lnTo>
                      <a:pt x="775" y="136"/>
                    </a:lnTo>
                    <a:lnTo>
                      <a:pt x="778" y="136"/>
                    </a:lnTo>
                    <a:lnTo>
                      <a:pt x="780" y="136"/>
                    </a:lnTo>
                    <a:lnTo>
                      <a:pt x="781" y="136"/>
                    </a:lnTo>
                    <a:lnTo>
                      <a:pt x="782" y="136"/>
                    </a:lnTo>
                    <a:lnTo>
                      <a:pt x="782" y="135"/>
                    </a:lnTo>
                    <a:lnTo>
                      <a:pt x="782" y="133"/>
                    </a:lnTo>
                    <a:lnTo>
                      <a:pt x="782" y="131"/>
                    </a:lnTo>
                    <a:lnTo>
                      <a:pt x="782" y="129"/>
                    </a:lnTo>
                    <a:lnTo>
                      <a:pt x="782" y="126"/>
                    </a:lnTo>
                    <a:lnTo>
                      <a:pt x="782" y="123"/>
                    </a:lnTo>
                    <a:lnTo>
                      <a:pt x="782" y="119"/>
                    </a:lnTo>
                    <a:lnTo>
                      <a:pt x="782" y="114"/>
                    </a:lnTo>
                    <a:lnTo>
                      <a:pt x="782" y="109"/>
                    </a:lnTo>
                    <a:lnTo>
                      <a:pt x="782" y="104"/>
                    </a:lnTo>
                    <a:lnTo>
                      <a:pt x="782" y="98"/>
                    </a:lnTo>
                    <a:lnTo>
                      <a:pt x="782" y="91"/>
                    </a:lnTo>
                    <a:lnTo>
                      <a:pt x="782" y="84"/>
                    </a:lnTo>
                    <a:lnTo>
                      <a:pt x="782" y="76"/>
                    </a:lnTo>
                    <a:lnTo>
                      <a:pt x="782" y="68"/>
                    </a:lnTo>
                    <a:lnTo>
                      <a:pt x="782" y="60"/>
                    </a:lnTo>
                    <a:lnTo>
                      <a:pt x="782" y="52"/>
                    </a:lnTo>
                    <a:lnTo>
                      <a:pt x="782" y="45"/>
                    </a:lnTo>
                    <a:lnTo>
                      <a:pt x="782" y="38"/>
                    </a:lnTo>
                    <a:lnTo>
                      <a:pt x="782" y="32"/>
                    </a:lnTo>
                    <a:lnTo>
                      <a:pt x="782" y="26"/>
                    </a:lnTo>
                    <a:lnTo>
                      <a:pt x="782" y="21"/>
                    </a:lnTo>
                    <a:lnTo>
                      <a:pt x="782" y="17"/>
                    </a:lnTo>
                    <a:lnTo>
                      <a:pt x="782" y="13"/>
                    </a:lnTo>
                    <a:lnTo>
                      <a:pt x="782" y="10"/>
                    </a:lnTo>
                    <a:lnTo>
                      <a:pt x="782" y="7"/>
                    </a:lnTo>
                    <a:lnTo>
                      <a:pt x="782" y="4"/>
                    </a:lnTo>
                    <a:lnTo>
                      <a:pt x="782" y="2"/>
                    </a:lnTo>
                    <a:lnTo>
                      <a:pt x="782" y="1"/>
                    </a:lnTo>
                    <a:lnTo>
                      <a:pt x="782" y="0"/>
                    </a:lnTo>
                    <a:lnTo>
                      <a:pt x="783" y="1"/>
                    </a:lnTo>
                    <a:lnTo>
                      <a:pt x="784" y="3"/>
                    </a:lnTo>
                    <a:lnTo>
                      <a:pt x="786" y="7"/>
                    </a:lnTo>
                    <a:lnTo>
                      <a:pt x="790" y="13"/>
                    </a:lnTo>
                    <a:lnTo>
                      <a:pt x="794" y="20"/>
                    </a:lnTo>
                    <a:lnTo>
                      <a:pt x="799" y="29"/>
                    </a:lnTo>
                    <a:lnTo>
                      <a:pt x="805" y="39"/>
                    </a:lnTo>
                    <a:lnTo>
                      <a:pt x="813" y="51"/>
                    </a:lnTo>
                    <a:lnTo>
                      <a:pt x="821" y="65"/>
                    </a:lnTo>
                    <a:lnTo>
                      <a:pt x="830" y="80"/>
                    </a:lnTo>
                    <a:lnTo>
                      <a:pt x="840" y="97"/>
                    </a:lnTo>
                    <a:lnTo>
                      <a:pt x="851" y="116"/>
                    </a:lnTo>
                    <a:lnTo>
                      <a:pt x="863" y="136"/>
                    </a:lnTo>
                    <a:lnTo>
                      <a:pt x="876" y="157"/>
                    </a:lnTo>
                    <a:lnTo>
                      <a:pt x="889" y="181"/>
                    </a:lnTo>
                    <a:lnTo>
                      <a:pt x="904" y="205"/>
                    </a:lnTo>
                    <a:lnTo>
                      <a:pt x="919" y="230"/>
                    </a:lnTo>
                    <a:lnTo>
                      <a:pt x="933" y="254"/>
                    </a:lnTo>
                    <a:lnTo>
                      <a:pt x="946" y="275"/>
                    </a:lnTo>
                    <a:lnTo>
                      <a:pt x="958" y="295"/>
                    </a:lnTo>
                    <a:lnTo>
                      <a:pt x="969" y="314"/>
                    </a:lnTo>
                    <a:lnTo>
                      <a:pt x="979" y="331"/>
                    </a:lnTo>
                    <a:lnTo>
                      <a:pt x="988" y="346"/>
                    </a:lnTo>
                    <a:lnTo>
                      <a:pt x="996" y="359"/>
                    </a:lnTo>
                    <a:lnTo>
                      <a:pt x="1003" y="372"/>
                    </a:lnTo>
                    <a:lnTo>
                      <a:pt x="1009" y="382"/>
                    </a:lnTo>
                    <a:lnTo>
                      <a:pt x="1015" y="391"/>
                    </a:lnTo>
                    <a:lnTo>
                      <a:pt x="1019" y="398"/>
                    </a:lnTo>
                    <a:lnTo>
                      <a:pt x="1022" y="404"/>
                    </a:lnTo>
                    <a:lnTo>
                      <a:pt x="1025" y="408"/>
                    </a:lnTo>
                    <a:lnTo>
                      <a:pt x="1026" y="410"/>
                    </a:lnTo>
                    <a:lnTo>
                      <a:pt x="1026" y="411"/>
                    </a:lnTo>
                    <a:lnTo>
                      <a:pt x="1026" y="412"/>
                    </a:lnTo>
                    <a:lnTo>
                      <a:pt x="1025" y="414"/>
                    </a:lnTo>
                    <a:lnTo>
                      <a:pt x="1022" y="418"/>
                    </a:lnTo>
                    <a:lnTo>
                      <a:pt x="1019" y="424"/>
                    </a:lnTo>
                    <a:lnTo>
                      <a:pt x="1015" y="431"/>
                    </a:lnTo>
                    <a:lnTo>
                      <a:pt x="1009" y="440"/>
                    </a:lnTo>
                    <a:lnTo>
                      <a:pt x="1003" y="450"/>
                    </a:lnTo>
                    <a:lnTo>
                      <a:pt x="996" y="462"/>
                    </a:lnTo>
                    <a:lnTo>
                      <a:pt x="988" y="476"/>
                    </a:lnTo>
                    <a:lnTo>
                      <a:pt x="979" y="491"/>
                    </a:lnTo>
                    <a:lnTo>
                      <a:pt x="969" y="508"/>
                    </a:lnTo>
                    <a:lnTo>
                      <a:pt x="958" y="527"/>
                    </a:lnTo>
                    <a:lnTo>
                      <a:pt x="946" y="547"/>
                    </a:lnTo>
                    <a:lnTo>
                      <a:pt x="933" y="569"/>
                    </a:lnTo>
                    <a:lnTo>
                      <a:pt x="919" y="592"/>
                    </a:lnTo>
                    <a:lnTo>
                      <a:pt x="904" y="617"/>
                    </a:lnTo>
                    <a:lnTo>
                      <a:pt x="889" y="642"/>
                    </a:lnTo>
                    <a:lnTo>
                      <a:pt x="876" y="666"/>
                    </a:lnTo>
                    <a:lnTo>
                      <a:pt x="863" y="687"/>
                    </a:lnTo>
                    <a:lnTo>
                      <a:pt x="851" y="708"/>
                    </a:lnTo>
                    <a:lnTo>
                      <a:pt x="840" y="726"/>
                    </a:lnTo>
                    <a:lnTo>
                      <a:pt x="830" y="743"/>
                    </a:lnTo>
                    <a:lnTo>
                      <a:pt x="821" y="758"/>
                    </a:lnTo>
                    <a:lnTo>
                      <a:pt x="813" y="772"/>
                    </a:lnTo>
                    <a:lnTo>
                      <a:pt x="805" y="784"/>
                    </a:lnTo>
                    <a:lnTo>
                      <a:pt x="799" y="795"/>
                    </a:lnTo>
                    <a:lnTo>
                      <a:pt x="794" y="803"/>
                    </a:lnTo>
                    <a:lnTo>
                      <a:pt x="790" y="811"/>
                    </a:lnTo>
                    <a:lnTo>
                      <a:pt x="786" y="816"/>
                    </a:lnTo>
                    <a:lnTo>
                      <a:pt x="784" y="820"/>
                    </a:lnTo>
                    <a:lnTo>
                      <a:pt x="783" y="823"/>
                    </a:lnTo>
                    <a:lnTo>
                      <a:pt x="782" y="824"/>
                    </a:lnTo>
                    <a:lnTo>
                      <a:pt x="782" y="823"/>
                    </a:lnTo>
                    <a:lnTo>
                      <a:pt x="782" y="821"/>
                    </a:lnTo>
                    <a:lnTo>
                      <a:pt x="782" y="819"/>
                    </a:lnTo>
                    <a:lnTo>
                      <a:pt x="782" y="817"/>
                    </a:lnTo>
                    <a:lnTo>
                      <a:pt x="782" y="814"/>
                    </a:lnTo>
                    <a:lnTo>
                      <a:pt x="782" y="810"/>
                    </a:lnTo>
                    <a:lnTo>
                      <a:pt x="782" y="806"/>
                    </a:lnTo>
                    <a:lnTo>
                      <a:pt x="782" y="802"/>
                    </a:lnTo>
                    <a:lnTo>
                      <a:pt x="782" y="797"/>
                    </a:lnTo>
                    <a:lnTo>
                      <a:pt x="782" y="791"/>
                    </a:lnTo>
                    <a:lnTo>
                      <a:pt x="782" y="785"/>
                    </a:lnTo>
                    <a:lnTo>
                      <a:pt x="782" y="778"/>
                    </a:lnTo>
                    <a:lnTo>
                      <a:pt x="782" y="771"/>
                    </a:lnTo>
                    <a:lnTo>
                      <a:pt x="782" y="763"/>
                    </a:lnTo>
                    <a:lnTo>
                      <a:pt x="782" y="755"/>
                    </a:lnTo>
                    <a:lnTo>
                      <a:pt x="782" y="746"/>
                    </a:lnTo>
                    <a:lnTo>
                      <a:pt x="782" y="739"/>
                    </a:lnTo>
                    <a:lnTo>
                      <a:pt x="782" y="731"/>
                    </a:lnTo>
                    <a:lnTo>
                      <a:pt x="782" y="725"/>
                    </a:lnTo>
                    <a:lnTo>
                      <a:pt x="782" y="719"/>
                    </a:lnTo>
                    <a:lnTo>
                      <a:pt x="782" y="713"/>
                    </a:lnTo>
                    <a:lnTo>
                      <a:pt x="782" y="708"/>
                    </a:lnTo>
                    <a:lnTo>
                      <a:pt x="782" y="703"/>
                    </a:lnTo>
                    <a:lnTo>
                      <a:pt x="782" y="699"/>
                    </a:lnTo>
                    <a:lnTo>
                      <a:pt x="782" y="696"/>
                    </a:lnTo>
                    <a:lnTo>
                      <a:pt x="782" y="693"/>
                    </a:lnTo>
                    <a:lnTo>
                      <a:pt x="782" y="690"/>
                    </a:lnTo>
                    <a:lnTo>
                      <a:pt x="782" y="688"/>
                    </a:lnTo>
                    <a:lnTo>
                      <a:pt x="782" y="687"/>
                    </a:lnTo>
                    <a:lnTo>
                      <a:pt x="782" y="686"/>
                    </a:lnTo>
                    <a:lnTo>
                      <a:pt x="781" y="686"/>
                    </a:lnTo>
                    <a:lnTo>
                      <a:pt x="780" y="686"/>
                    </a:lnTo>
                    <a:lnTo>
                      <a:pt x="779" y="686"/>
                    </a:lnTo>
                    <a:lnTo>
                      <a:pt x="777" y="686"/>
                    </a:lnTo>
                    <a:lnTo>
                      <a:pt x="775" y="686"/>
                    </a:lnTo>
                    <a:lnTo>
                      <a:pt x="773" y="687"/>
                    </a:lnTo>
                    <a:lnTo>
                      <a:pt x="770" y="687"/>
                    </a:lnTo>
                    <a:lnTo>
                      <a:pt x="767" y="687"/>
                    </a:lnTo>
                    <a:lnTo>
                      <a:pt x="763" y="687"/>
                    </a:lnTo>
                    <a:lnTo>
                      <a:pt x="759" y="687"/>
                    </a:lnTo>
                    <a:lnTo>
                      <a:pt x="755" y="688"/>
                    </a:lnTo>
                    <a:lnTo>
                      <a:pt x="750" y="688"/>
                    </a:lnTo>
                    <a:lnTo>
                      <a:pt x="745" y="688"/>
                    </a:lnTo>
                    <a:lnTo>
                      <a:pt x="739" y="689"/>
                    </a:lnTo>
                    <a:lnTo>
                      <a:pt x="733" y="689"/>
                    </a:lnTo>
                    <a:lnTo>
                      <a:pt x="727" y="689"/>
                    </a:lnTo>
                    <a:lnTo>
                      <a:pt x="721" y="690"/>
                    </a:lnTo>
                    <a:lnTo>
                      <a:pt x="714" y="691"/>
                    </a:lnTo>
                    <a:lnTo>
                      <a:pt x="708" y="692"/>
                    </a:lnTo>
                    <a:lnTo>
                      <a:pt x="701" y="693"/>
                    </a:lnTo>
                    <a:lnTo>
                      <a:pt x="695" y="694"/>
                    </a:lnTo>
                    <a:lnTo>
                      <a:pt x="688" y="695"/>
                    </a:lnTo>
                    <a:lnTo>
                      <a:pt x="681" y="697"/>
                    </a:lnTo>
                    <a:lnTo>
                      <a:pt x="674" y="699"/>
                    </a:lnTo>
                    <a:lnTo>
                      <a:pt x="667" y="701"/>
                    </a:lnTo>
                    <a:lnTo>
                      <a:pt x="659" y="703"/>
                    </a:lnTo>
                    <a:lnTo>
                      <a:pt x="652" y="705"/>
                    </a:lnTo>
                    <a:lnTo>
                      <a:pt x="645" y="707"/>
                    </a:lnTo>
                    <a:lnTo>
                      <a:pt x="637" y="710"/>
                    </a:lnTo>
                    <a:lnTo>
                      <a:pt x="629" y="713"/>
                    </a:lnTo>
                    <a:lnTo>
                      <a:pt x="622" y="716"/>
                    </a:lnTo>
                    <a:lnTo>
                      <a:pt x="614" y="719"/>
                    </a:lnTo>
                    <a:lnTo>
                      <a:pt x="606" y="722"/>
                    </a:lnTo>
                    <a:lnTo>
                      <a:pt x="599" y="725"/>
                    </a:lnTo>
                    <a:lnTo>
                      <a:pt x="592" y="728"/>
                    </a:lnTo>
                    <a:lnTo>
                      <a:pt x="585" y="731"/>
                    </a:lnTo>
                    <a:lnTo>
                      <a:pt x="578" y="734"/>
                    </a:lnTo>
                    <a:lnTo>
                      <a:pt x="572" y="737"/>
                    </a:lnTo>
                    <a:lnTo>
                      <a:pt x="566" y="741"/>
                    </a:lnTo>
                    <a:lnTo>
                      <a:pt x="560" y="744"/>
                    </a:lnTo>
                    <a:lnTo>
                      <a:pt x="554" y="747"/>
                    </a:lnTo>
                    <a:lnTo>
                      <a:pt x="548" y="751"/>
                    </a:lnTo>
                    <a:lnTo>
                      <a:pt x="543" y="754"/>
                    </a:lnTo>
                    <a:lnTo>
                      <a:pt x="537" y="758"/>
                    </a:lnTo>
                    <a:lnTo>
                      <a:pt x="532" y="761"/>
                    </a:lnTo>
                    <a:lnTo>
                      <a:pt x="528" y="765"/>
                    </a:lnTo>
                    <a:lnTo>
                      <a:pt x="523" y="768"/>
                    </a:lnTo>
                    <a:lnTo>
                      <a:pt x="519" y="772"/>
                    </a:lnTo>
                    <a:lnTo>
                      <a:pt x="514" y="775"/>
                    </a:lnTo>
                    <a:lnTo>
                      <a:pt x="511" y="778"/>
                    </a:lnTo>
                    <a:lnTo>
                      <a:pt x="507" y="781"/>
                    </a:lnTo>
                    <a:lnTo>
                      <a:pt x="504" y="783"/>
                    </a:lnTo>
                    <a:lnTo>
                      <a:pt x="501" y="786"/>
                    </a:lnTo>
                    <a:lnTo>
                      <a:pt x="498" y="788"/>
                    </a:lnTo>
                    <a:lnTo>
                      <a:pt x="496" y="790"/>
                    </a:lnTo>
                    <a:lnTo>
                      <a:pt x="494" y="791"/>
                    </a:lnTo>
                    <a:lnTo>
                      <a:pt x="492" y="793"/>
                    </a:lnTo>
                    <a:lnTo>
                      <a:pt x="490" y="794"/>
                    </a:lnTo>
                    <a:lnTo>
                      <a:pt x="489" y="795"/>
                    </a:lnTo>
                    <a:lnTo>
                      <a:pt x="488" y="796"/>
                    </a:lnTo>
                    <a:lnTo>
                      <a:pt x="487" y="796"/>
                    </a:lnTo>
                    <a:lnTo>
                      <a:pt x="487" y="797"/>
                    </a:lnTo>
                    <a:lnTo>
                      <a:pt x="486" y="796"/>
                    </a:lnTo>
                    <a:lnTo>
                      <a:pt x="485" y="795"/>
                    </a:lnTo>
                    <a:lnTo>
                      <a:pt x="484" y="792"/>
                    </a:lnTo>
                    <a:lnTo>
                      <a:pt x="481" y="788"/>
                    </a:lnTo>
                    <a:lnTo>
                      <a:pt x="478" y="782"/>
                    </a:lnTo>
                    <a:lnTo>
                      <a:pt x="474" y="776"/>
                    </a:lnTo>
                    <a:lnTo>
                      <a:pt x="470" y="769"/>
                    </a:lnTo>
                    <a:lnTo>
                      <a:pt x="465" y="760"/>
                    </a:lnTo>
                    <a:lnTo>
                      <a:pt x="459" y="750"/>
                    </a:lnTo>
                    <a:lnTo>
                      <a:pt x="452" y="739"/>
                    </a:lnTo>
                    <a:lnTo>
                      <a:pt x="445" y="727"/>
                    </a:lnTo>
                    <a:lnTo>
                      <a:pt x="437" y="714"/>
                    </a:lnTo>
                    <a:lnTo>
                      <a:pt x="429" y="700"/>
                    </a:lnTo>
                    <a:lnTo>
                      <a:pt x="419" y="684"/>
                    </a:lnTo>
                    <a:lnTo>
                      <a:pt x="409" y="668"/>
                    </a:lnTo>
                    <a:lnTo>
                      <a:pt x="399" y="650"/>
                    </a:lnTo>
                    <a:lnTo>
                      <a:pt x="388" y="632"/>
                    </a:lnTo>
                    <a:lnTo>
                      <a:pt x="378" y="615"/>
                    </a:lnTo>
                    <a:lnTo>
                      <a:pt x="369" y="600"/>
                    </a:lnTo>
                    <a:lnTo>
                      <a:pt x="360" y="585"/>
                    </a:lnTo>
                    <a:lnTo>
                      <a:pt x="352" y="572"/>
                    </a:lnTo>
                    <a:lnTo>
                      <a:pt x="345" y="560"/>
                    </a:lnTo>
                    <a:lnTo>
                      <a:pt x="339" y="549"/>
                    </a:lnTo>
                    <a:lnTo>
                      <a:pt x="333" y="539"/>
                    </a:lnTo>
                    <a:lnTo>
                      <a:pt x="328" y="531"/>
                    </a:lnTo>
                    <a:lnTo>
                      <a:pt x="323" y="523"/>
                    </a:lnTo>
                    <a:lnTo>
                      <a:pt x="319" y="517"/>
                    </a:lnTo>
                    <a:lnTo>
                      <a:pt x="316" y="512"/>
                    </a:lnTo>
                    <a:lnTo>
                      <a:pt x="314" y="508"/>
                    </a:lnTo>
                    <a:lnTo>
                      <a:pt x="312" y="505"/>
                    </a:lnTo>
                    <a:lnTo>
                      <a:pt x="311" y="503"/>
                    </a:lnTo>
                    <a:lnTo>
                      <a:pt x="310" y="503"/>
                    </a:lnTo>
                    <a:lnTo>
                      <a:pt x="308" y="503"/>
                    </a:lnTo>
                    <a:lnTo>
                      <a:pt x="305" y="503"/>
                    </a:lnTo>
                    <a:lnTo>
                      <a:pt x="301" y="503"/>
                    </a:lnTo>
                    <a:lnTo>
                      <a:pt x="296" y="503"/>
                    </a:lnTo>
                    <a:lnTo>
                      <a:pt x="289" y="503"/>
                    </a:lnTo>
                    <a:lnTo>
                      <a:pt x="281" y="503"/>
                    </a:lnTo>
                    <a:lnTo>
                      <a:pt x="272" y="503"/>
                    </a:lnTo>
                    <a:lnTo>
                      <a:pt x="262" y="503"/>
                    </a:lnTo>
                    <a:lnTo>
                      <a:pt x="250" y="503"/>
                    </a:lnTo>
                    <a:lnTo>
                      <a:pt x="237" y="503"/>
                    </a:lnTo>
                    <a:lnTo>
                      <a:pt x="223" y="503"/>
                    </a:lnTo>
                    <a:lnTo>
                      <a:pt x="208" y="503"/>
                    </a:lnTo>
                    <a:lnTo>
                      <a:pt x="192" y="503"/>
                    </a:lnTo>
                    <a:lnTo>
                      <a:pt x="174" y="503"/>
                    </a:lnTo>
                    <a:lnTo>
                      <a:pt x="155" y="503"/>
                    </a:lnTo>
                    <a:lnTo>
                      <a:pt x="137" y="503"/>
                    </a:lnTo>
                    <a:lnTo>
                      <a:pt x="119" y="503"/>
                    </a:lnTo>
                    <a:lnTo>
                      <a:pt x="102" y="503"/>
                    </a:lnTo>
                    <a:lnTo>
                      <a:pt x="87" y="503"/>
                    </a:lnTo>
                    <a:lnTo>
                      <a:pt x="73" y="503"/>
                    </a:lnTo>
                    <a:lnTo>
                      <a:pt x="61" y="503"/>
                    </a:lnTo>
                    <a:lnTo>
                      <a:pt x="49" y="503"/>
                    </a:lnTo>
                    <a:lnTo>
                      <a:pt x="39" y="503"/>
                    </a:lnTo>
                    <a:lnTo>
                      <a:pt x="30" y="503"/>
                    </a:lnTo>
                    <a:lnTo>
                      <a:pt x="22" y="503"/>
                    </a:lnTo>
                    <a:lnTo>
                      <a:pt x="15" y="503"/>
                    </a:lnTo>
                    <a:lnTo>
                      <a:pt x="10" y="503"/>
                    </a:lnTo>
                    <a:lnTo>
                      <a:pt x="5" y="503"/>
                    </a:lnTo>
                    <a:lnTo>
                      <a:pt x="2" y="503"/>
                    </a:lnTo>
                    <a:lnTo>
                      <a:pt x="0" y="503"/>
                    </a:lnTo>
                    <a:lnTo>
                      <a:pt x="0" y="502"/>
                    </a:lnTo>
                    <a:lnTo>
                      <a:pt x="1" y="502"/>
                    </a:lnTo>
                    <a:lnTo>
                      <a:pt x="1" y="501"/>
                    </a:lnTo>
                    <a:lnTo>
                      <a:pt x="3" y="499"/>
                    </a:lnTo>
                    <a:lnTo>
                      <a:pt x="4" y="498"/>
                    </a:lnTo>
                    <a:lnTo>
                      <a:pt x="6" y="496"/>
                    </a:lnTo>
                    <a:lnTo>
                      <a:pt x="8" y="493"/>
                    </a:lnTo>
                    <a:lnTo>
                      <a:pt x="11" y="490"/>
                    </a:lnTo>
                    <a:lnTo>
                      <a:pt x="14" y="487"/>
                    </a:lnTo>
                    <a:lnTo>
                      <a:pt x="17" y="483"/>
                    </a:lnTo>
                    <a:lnTo>
                      <a:pt x="21" y="479"/>
                    </a:lnTo>
                    <a:lnTo>
                      <a:pt x="25" y="475"/>
                    </a:lnTo>
                    <a:lnTo>
                      <a:pt x="30" y="470"/>
                    </a:lnTo>
                    <a:lnTo>
                      <a:pt x="34" y="465"/>
                    </a:lnTo>
                    <a:lnTo>
                      <a:pt x="39" y="459"/>
                    </a:lnTo>
                    <a:lnTo>
                      <a:pt x="45" y="453"/>
                    </a:lnTo>
                    <a:lnTo>
                      <a:pt x="51" y="447"/>
                    </a:lnTo>
                    <a:lnTo>
                      <a:pt x="57" y="440"/>
                    </a:lnTo>
                    <a:lnTo>
                      <a:pt x="63" y="434"/>
                    </a:lnTo>
                    <a:lnTo>
                      <a:pt x="70" y="427"/>
                    </a:lnTo>
                    <a:lnTo>
                      <a:pt x="77" y="420"/>
                    </a:lnTo>
                    <a:lnTo>
                      <a:pt x="84" y="413"/>
                    </a:lnTo>
                    <a:lnTo>
                      <a:pt x="91" y="406"/>
                    </a:lnTo>
                    <a:lnTo>
                      <a:pt x="99" y="399"/>
                    </a:lnTo>
                    <a:lnTo>
                      <a:pt x="108" y="392"/>
                    </a:lnTo>
                    <a:lnTo>
                      <a:pt x="116" y="385"/>
                    </a:lnTo>
                    <a:lnTo>
                      <a:pt x="125" y="377"/>
                    </a:lnTo>
                    <a:lnTo>
                      <a:pt x="134" y="370"/>
                    </a:lnTo>
                    <a:lnTo>
                      <a:pt x="143" y="362"/>
                    </a:lnTo>
                    <a:lnTo>
                      <a:pt x="153" y="354"/>
                    </a:lnTo>
                    <a:lnTo>
                      <a:pt x="163" y="346"/>
                    </a:lnTo>
                    <a:lnTo>
                      <a:pt x="173" y="338"/>
                    </a:lnTo>
                    <a:lnTo>
                      <a:pt x="183" y="330"/>
                    </a:lnTo>
                    <a:lnTo>
                      <a:pt x="194" y="322"/>
                    </a:lnTo>
                    <a:lnTo>
                      <a:pt x="204" y="315"/>
                    </a:lnTo>
                    <a:lnTo>
                      <a:pt x="215" y="307"/>
                    </a:lnTo>
                    <a:lnTo>
                      <a:pt x="226" y="300"/>
                    </a:lnTo>
                    <a:lnTo>
                      <a:pt x="236" y="293"/>
                    </a:lnTo>
                    <a:lnTo>
                      <a:pt x="247" y="286"/>
                    </a:lnTo>
                    <a:lnTo>
                      <a:pt x="258" y="279"/>
                    </a:lnTo>
                    <a:lnTo>
                      <a:pt x="269" y="272"/>
                    </a:lnTo>
                    <a:lnTo>
                      <a:pt x="280" y="266"/>
                    </a:lnTo>
                    <a:lnTo>
                      <a:pt x="291" y="260"/>
                    </a:lnTo>
                    <a:lnTo>
                      <a:pt x="302" y="254"/>
                    </a:lnTo>
                    <a:lnTo>
                      <a:pt x="313" y="248"/>
                    </a:lnTo>
                    <a:lnTo>
                      <a:pt x="324" y="242"/>
                    </a:lnTo>
                    <a:lnTo>
                      <a:pt x="336" y="237"/>
                    </a:lnTo>
                    <a:lnTo>
                      <a:pt x="347" y="231"/>
                    </a:lnTo>
                    <a:lnTo>
                      <a:pt x="358" y="226"/>
                    </a:lnTo>
                    <a:lnTo>
                      <a:pt x="370" y="221"/>
                    </a:lnTo>
                    <a:lnTo>
                      <a:pt x="381" y="216"/>
                    </a:lnTo>
                    <a:lnTo>
                      <a:pt x="393" y="211"/>
                    </a:lnTo>
                    <a:lnTo>
                      <a:pt x="405" y="207"/>
                    </a:lnTo>
                    <a:lnTo>
                      <a:pt x="417" y="202"/>
                    </a:lnTo>
                    <a:lnTo>
                      <a:pt x="428" y="198"/>
                    </a:lnTo>
                    <a:lnTo>
                      <a:pt x="440" y="194"/>
                    </a:lnTo>
                    <a:lnTo>
                      <a:pt x="452" y="190"/>
                    </a:lnTo>
                    <a:lnTo>
                      <a:pt x="464" y="186"/>
                    </a:lnTo>
                    <a:lnTo>
                      <a:pt x="477" y="182"/>
                    </a:lnTo>
                    <a:lnTo>
                      <a:pt x="489" y="178"/>
                    </a:lnTo>
                    <a:lnTo>
                      <a:pt x="501" y="175"/>
                    </a:lnTo>
                    <a:lnTo>
                      <a:pt x="514" y="172"/>
                    </a:lnTo>
                    <a:lnTo>
                      <a:pt x="526" y="168"/>
                    </a:lnTo>
                    <a:lnTo>
                      <a:pt x="539" y="165"/>
                    </a:lnTo>
                    <a:lnTo>
                      <a:pt x="551" y="162"/>
                    </a:lnTo>
                    <a:lnTo>
                      <a:pt x="563" y="160"/>
                    </a:lnTo>
                    <a:lnTo>
                      <a:pt x="575" y="157"/>
                    </a:lnTo>
                    <a:lnTo>
                      <a:pt x="587" y="155"/>
                    </a:lnTo>
                    <a:lnTo>
                      <a:pt x="599" y="152"/>
                    </a:lnTo>
                    <a:lnTo>
                      <a:pt x="610" y="150"/>
                    </a:lnTo>
                    <a:lnTo>
                      <a:pt x="621" y="148"/>
                    </a:lnTo>
                    <a:lnTo>
                      <a:pt x="632" y="147"/>
                    </a:lnTo>
                    <a:lnTo>
                      <a:pt x="643" y="145"/>
                    </a:lnTo>
                    <a:lnTo>
                      <a:pt x="653" y="144"/>
                    </a:lnTo>
                    <a:lnTo>
                      <a:pt x="663" y="142"/>
                    </a:lnTo>
                    <a:lnTo>
                      <a:pt x="673" y="141"/>
                    </a:lnTo>
                    <a:lnTo>
                      <a:pt x="683" y="140"/>
                    </a:lnTo>
                    <a:lnTo>
                      <a:pt x="692" y="140"/>
                    </a:lnTo>
                    <a:lnTo>
                      <a:pt x="702" y="139"/>
                    </a:lnTo>
                    <a:lnTo>
                      <a:pt x="711" y="139"/>
                    </a:lnTo>
                    <a:close/>
                  </a:path>
                </a:pathLst>
              </a:custGeom>
              <a:grpFill/>
              <a:ln w="12700" cap="flat" cmpd="sng">
                <a:solidFill>
                  <a:schemeClr val="accent6"/>
                </a:solidFill>
                <a:prstDash val="solid"/>
                <a:round/>
                <a:headEnd type="none" w="med" len="med"/>
                <a:tailEnd type="none" w="med" len="med"/>
              </a:ln>
              <a:effectLst/>
            </p:spPr>
            <p:txBody>
              <a:bodyPr lIns="72000" tIns="72000" rIns="72000" bIns="72000" anchor="ctr">
                <a:noAutofit/>
              </a:bodyPr>
              <a:lstStyle/>
              <a:p>
                <a:endParaRPr lang="ja-JP" altLang="en-US" sz="1200">
                  <a:solidFill>
                    <a:schemeClr val="accent4"/>
                  </a:solidFill>
                </a:endParaRPr>
              </a:p>
            </p:txBody>
          </p:sp>
        </p:grpSp>
        <p:sp>
          <p:nvSpPr>
            <p:cNvPr id="54288" name="Rectangle 51"/>
            <p:cNvSpPr>
              <a:spLocks noChangeAspect="1" noChangeArrowheads="1"/>
            </p:cNvSpPr>
            <p:nvPr/>
          </p:nvSpPr>
          <p:spPr bwMode="gray">
            <a:xfrm>
              <a:off x="6744657" y="4785990"/>
              <a:ext cx="521147" cy="340669"/>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289" name="Rectangle 52"/>
            <p:cNvSpPr>
              <a:spLocks noChangeAspect="1" noChangeArrowheads="1"/>
            </p:cNvSpPr>
            <p:nvPr/>
          </p:nvSpPr>
          <p:spPr bwMode="gray">
            <a:xfrm>
              <a:off x="7269474" y="4120497"/>
              <a:ext cx="469767" cy="340669"/>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290" name="Rectangle 53"/>
            <p:cNvSpPr>
              <a:spLocks noChangeAspect="1" noChangeArrowheads="1"/>
            </p:cNvSpPr>
            <p:nvPr/>
          </p:nvSpPr>
          <p:spPr bwMode="gray">
            <a:xfrm>
              <a:off x="8157627" y="4231413"/>
              <a:ext cx="473437" cy="340669"/>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291" name="Rectangle 54"/>
            <p:cNvSpPr>
              <a:spLocks noChangeAspect="1" noChangeArrowheads="1"/>
            </p:cNvSpPr>
            <p:nvPr/>
          </p:nvSpPr>
          <p:spPr bwMode="gray">
            <a:xfrm>
              <a:off x="8443891" y="4952363"/>
              <a:ext cx="545003" cy="340669"/>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sp>
          <p:nvSpPr>
            <p:cNvPr id="54292" name="Rectangle 55"/>
            <p:cNvSpPr>
              <a:spLocks noChangeAspect="1" noChangeArrowheads="1"/>
            </p:cNvSpPr>
            <p:nvPr/>
          </p:nvSpPr>
          <p:spPr bwMode="gray">
            <a:xfrm>
              <a:off x="7941094" y="5605180"/>
              <a:ext cx="473437" cy="340669"/>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sp>
          <p:nvSpPr>
            <p:cNvPr id="54293" name="Rectangle 56"/>
            <p:cNvSpPr>
              <a:spLocks noChangeAspect="1" noChangeArrowheads="1"/>
            </p:cNvSpPr>
            <p:nvPr/>
          </p:nvSpPr>
          <p:spPr bwMode="gray">
            <a:xfrm>
              <a:off x="7087807" y="5484758"/>
              <a:ext cx="473437" cy="340669"/>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a:t>...</a:t>
              </a:r>
            </a:p>
          </p:txBody>
        </p:sp>
      </p:grpSp>
      <p:sp>
        <p:nvSpPr>
          <p:cNvPr id="63" name="Rectangle 57"/>
          <p:cNvSpPr>
            <a:spLocks noChangeArrowheads="1"/>
          </p:cNvSpPr>
          <p:nvPr/>
        </p:nvSpPr>
        <p:spPr bwMode="gray">
          <a:xfrm>
            <a:off x="6321151" y="152636"/>
            <a:ext cx="3168000" cy="553998"/>
          </a:xfrm>
          <a:prstGeom prst="rect">
            <a:avLst/>
          </a:prstGeom>
          <a:solidFill>
            <a:srgbClr val="D0D0CE"/>
          </a:solidFill>
          <a:ln w="6350" algn="ctr">
            <a:noFill/>
            <a:miter lim="800000"/>
            <a:headEnd/>
            <a:tailEnd/>
          </a:ln>
        </p:spPr>
        <p:txBody>
          <a:bodyPr tIns="91440" bIns="91440">
            <a:spAutoFit/>
          </a:bodyPr>
          <a:lstStyle/>
          <a:p>
            <a:pPr algn="l"/>
            <a:r>
              <a:rPr kumimoji="0" lang="ja-JP" altLang="de-DE" sz="1200" dirty="0"/>
              <a:t>円の状態を保つために、大きさを変える際にはシフトキーを押しながら調節</a:t>
            </a:r>
            <a:r>
              <a:rPr lang="ja-JP" altLang="en-US" sz="1200" dirty="0"/>
              <a:t>する</a:t>
            </a:r>
            <a:endParaRPr kumimoji="0" lang="de-DE" sz="1200" dirty="0"/>
          </a:p>
        </p:txBody>
      </p:sp>
      <p:grpSp>
        <p:nvGrpSpPr>
          <p:cNvPr id="87" name="グループ化 86"/>
          <p:cNvGrpSpPr>
            <a:grpSpLocks noChangeAspect="1"/>
          </p:cNvGrpSpPr>
          <p:nvPr/>
        </p:nvGrpSpPr>
        <p:grpSpPr bwMode="gray">
          <a:xfrm>
            <a:off x="3873188" y="1484784"/>
            <a:ext cx="2147611" cy="2369774"/>
            <a:chOff x="3811178" y="1544102"/>
            <a:chExt cx="2088001" cy="2303998"/>
          </a:xfrm>
        </p:grpSpPr>
        <p:grpSp>
          <p:nvGrpSpPr>
            <p:cNvPr id="65" name="グループ化 64"/>
            <p:cNvGrpSpPr/>
            <p:nvPr>
              <p:custDataLst>
                <p:tags r:id="rId1"/>
              </p:custDataLst>
            </p:nvPr>
          </p:nvGrpSpPr>
          <p:grpSpPr bwMode="gray">
            <a:xfrm>
              <a:off x="3811178" y="1544102"/>
              <a:ext cx="2088001" cy="2303998"/>
              <a:chOff x="2280746" y="4407001"/>
              <a:chExt cx="1437753" cy="1586479"/>
            </a:xfrm>
            <a:solidFill>
              <a:schemeClr val="bg1"/>
            </a:solidFill>
          </p:grpSpPr>
          <p:sp>
            <p:nvSpPr>
              <p:cNvPr id="68" name="Freeform 10"/>
              <p:cNvSpPr>
                <a:spLocks/>
              </p:cNvSpPr>
              <p:nvPr/>
            </p:nvSpPr>
            <p:spPr bwMode="gray">
              <a:xfrm rot="16200000">
                <a:off x="1983282" y="4704465"/>
                <a:ext cx="1487326" cy="892398"/>
              </a:xfrm>
              <a:custGeom>
                <a:avLst/>
                <a:gdLst/>
                <a:ahLst/>
                <a:cxnLst>
                  <a:cxn ang="0">
                    <a:pos x="2048" y="1013"/>
                  </a:cxn>
                  <a:cxn ang="0">
                    <a:pos x="2096" y="1013"/>
                  </a:cxn>
                  <a:cxn ang="0">
                    <a:pos x="2152" y="1013"/>
                  </a:cxn>
                  <a:cxn ang="0">
                    <a:pos x="2174" y="1013"/>
                  </a:cxn>
                  <a:cxn ang="0">
                    <a:pos x="2133" y="1036"/>
                  </a:cxn>
                  <a:cxn ang="0">
                    <a:pos x="1985" y="1120"/>
                  </a:cxn>
                  <a:cxn ang="0">
                    <a:pos x="1812" y="1219"/>
                  </a:cxn>
                  <a:cxn ang="0">
                    <a:pos x="1745" y="1257"/>
                  </a:cxn>
                  <a:cxn ang="0">
                    <a:pos x="1703" y="1234"/>
                  </a:cxn>
                  <a:cxn ang="0">
                    <a:pos x="1555" y="1150"/>
                  </a:cxn>
                  <a:cxn ang="0">
                    <a:pos x="1381" y="1051"/>
                  </a:cxn>
                  <a:cxn ang="0">
                    <a:pos x="1314" y="1013"/>
                  </a:cxn>
                  <a:cxn ang="0">
                    <a:pos x="1327" y="1013"/>
                  </a:cxn>
                  <a:cxn ang="0">
                    <a:pos x="1377" y="1013"/>
                  </a:cxn>
                  <a:cxn ang="0">
                    <a:pos x="1436" y="1013"/>
                  </a:cxn>
                  <a:cxn ang="0">
                    <a:pos x="1458" y="1013"/>
                  </a:cxn>
                  <a:cxn ang="0">
                    <a:pos x="1459" y="1006"/>
                  </a:cxn>
                  <a:cxn ang="0">
                    <a:pos x="1458" y="980"/>
                  </a:cxn>
                  <a:cxn ang="0">
                    <a:pos x="1452" y="934"/>
                  </a:cxn>
                  <a:cxn ang="0">
                    <a:pos x="1432" y="863"/>
                  </a:cxn>
                  <a:cxn ang="0">
                    <a:pos x="1391" y="777"/>
                  </a:cxn>
                  <a:cxn ang="0">
                    <a:pos x="1317" y="690"/>
                  </a:cxn>
                  <a:cxn ang="0">
                    <a:pos x="1215" y="617"/>
                  </a:cxn>
                  <a:cxn ang="0">
                    <a:pos x="1094" y="578"/>
                  </a:cxn>
                  <a:cxn ang="0">
                    <a:pos x="966" y="572"/>
                  </a:cxn>
                  <a:cxn ang="0">
                    <a:pos x="855" y="597"/>
                  </a:cxn>
                  <a:cxn ang="0">
                    <a:pos x="763" y="645"/>
                  </a:cxn>
                  <a:cxn ang="0">
                    <a:pos x="693" y="702"/>
                  </a:cxn>
                  <a:cxn ang="0">
                    <a:pos x="643" y="762"/>
                  </a:cxn>
                  <a:cxn ang="0">
                    <a:pos x="610" y="817"/>
                  </a:cxn>
                  <a:cxn ang="0">
                    <a:pos x="592" y="860"/>
                  </a:cxn>
                  <a:cxn ang="0">
                    <a:pos x="586" y="876"/>
                  </a:cxn>
                  <a:cxn ang="0">
                    <a:pos x="556" y="860"/>
                  </a:cxn>
                  <a:cxn ang="0">
                    <a:pos x="449" y="800"/>
                  </a:cxn>
                  <a:cxn ang="0">
                    <a:pos x="325" y="730"/>
                  </a:cxn>
                  <a:cxn ang="0">
                    <a:pos x="276" y="703"/>
                  </a:cxn>
                  <a:cxn ang="0">
                    <a:pos x="249" y="717"/>
                  </a:cxn>
                  <a:cxn ang="0">
                    <a:pos x="155" y="771"/>
                  </a:cxn>
                  <a:cxn ang="0">
                    <a:pos x="44" y="834"/>
                  </a:cxn>
                  <a:cxn ang="0">
                    <a:pos x="1" y="858"/>
                  </a:cxn>
                  <a:cxn ang="0">
                    <a:pos x="2" y="847"/>
                  </a:cxn>
                  <a:cxn ang="0">
                    <a:pos x="9" y="808"/>
                  </a:cxn>
                  <a:cxn ang="0">
                    <a:pos x="25" y="741"/>
                  </a:cxn>
                  <a:cxn ang="0">
                    <a:pos x="58" y="646"/>
                  </a:cxn>
                  <a:cxn ang="0">
                    <a:pos x="112" y="531"/>
                  </a:cxn>
                  <a:cxn ang="0">
                    <a:pos x="196" y="405"/>
                  </a:cxn>
                  <a:cxn ang="0">
                    <a:pos x="308" y="279"/>
                  </a:cxn>
                  <a:cxn ang="0">
                    <a:pos x="445" y="170"/>
                  </a:cxn>
                  <a:cxn ang="0">
                    <a:pos x="606" y="83"/>
                  </a:cxn>
                  <a:cxn ang="0">
                    <a:pos x="790" y="24"/>
                  </a:cxn>
                  <a:cxn ang="0">
                    <a:pos x="994" y="0"/>
                  </a:cxn>
                  <a:cxn ang="0">
                    <a:pos x="1212" y="22"/>
                  </a:cxn>
                  <a:cxn ang="0">
                    <a:pos x="1429" y="91"/>
                  </a:cxn>
                  <a:cxn ang="0">
                    <a:pos x="1624" y="205"/>
                  </a:cxn>
                  <a:cxn ang="0">
                    <a:pos x="1787" y="353"/>
                  </a:cxn>
                  <a:cxn ang="0">
                    <a:pos x="1906" y="520"/>
                  </a:cxn>
                  <a:cxn ang="0">
                    <a:pos x="1983" y="692"/>
                  </a:cxn>
                  <a:cxn ang="0">
                    <a:pos x="2020" y="848"/>
                  </a:cxn>
                  <a:cxn ang="0">
                    <a:pos x="2030" y="966"/>
                  </a:cxn>
                  <a:cxn ang="0">
                    <a:pos x="2034" y="1012"/>
                  </a:cxn>
                </a:cxnLst>
                <a:rect l="0" t="0" r="r" b="b"/>
                <a:pathLst>
                  <a:path w="2175" h="1259">
                    <a:moveTo>
                      <a:pt x="2034" y="1013"/>
                    </a:moveTo>
                    <a:lnTo>
                      <a:pt x="2034" y="1013"/>
                    </a:lnTo>
                    <a:lnTo>
                      <a:pt x="2035" y="1013"/>
                    </a:lnTo>
                    <a:lnTo>
                      <a:pt x="2037" y="1013"/>
                    </a:lnTo>
                    <a:lnTo>
                      <a:pt x="2039" y="1013"/>
                    </a:lnTo>
                    <a:lnTo>
                      <a:pt x="2041" y="1013"/>
                    </a:lnTo>
                    <a:lnTo>
                      <a:pt x="2044" y="1013"/>
                    </a:lnTo>
                    <a:lnTo>
                      <a:pt x="2048" y="1013"/>
                    </a:lnTo>
                    <a:lnTo>
                      <a:pt x="2052" y="1013"/>
                    </a:lnTo>
                    <a:lnTo>
                      <a:pt x="2056" y="1013"/>
                    </a:lnTo>
                    <a:lnTo>
                      <a:pt x="2061" y="1013"/>
                    </a:lnTo>
                    <a:lnTo>
                      <a:pt x="2067" y="1013"/>
                    </a:lnTo>
                    <a:lnTo>
                      <a:pt x="2073" y="1013"/>
                    </a:lnTo>
                    <a:lnTo>
                      <a:pt x="2080" y="1013"/>
                    </a:lnTo>
                    <a:lnTo>
                      <a:pt x="2088" y="1013"/>
                    </a:lnTo>
                    <a:lnTo>
                      <a:pt x="2096" y="1013"/>
                    </a:lnTo>
                    <a:lnTo>
                      <a:pt x="2104" y="1013"/>
                    </a:lnTo>
                    <a:lnTo>
                      <a:pt x="2113" y="1013"/>
                    </a:lnTo>
                    <a:lnTo>
                      <a:pt x="2120" y="1013"/>
                    </a:lnTo>
                    <a:lnTo>
                      <a:pt x="2128" y="1013"/>
                    </a:lnTo>
                    <a:lnTo>
                      <a:pt x="2135" y="1013"/>
                    </a:lnTo>
                    <a:lnTo>
                      <a:pt x="2141" y="1013"/>
                    </a:lnTo>
                    <a:lnTo>
                      <a:pt x="2147" y="1013"/>
                    </a:lnTo>
                    <a:lnTo>
                      <a:pt x="2152" y="1013"/>
                    </a:lnTo>
                    <a:lnTo>
                      <a:pt x="2157" y="1013"/>
                    </a:lnTo>
                    <a:lnTo>
                      <a:pt x="2161" y="1013"/>
                    </a:lnTo>
                    <a:lnTo>
                      <a:pt x="2164" y="1013"/>
                    </a:lnTo>
                    <a:lnTo>
                      <a:pt x="2167" y="1013"/>
                    </a:lnTo>
                    <a:lnTo>
                      <a:pt x="2170" y="1013"/>
                    </a:lnTo>
                    <a:lnTo>
                      <a:pt x="2172" y="1013"/>
                    </a:lnTo>
                    <a:lnTo>
                      <a:pt x="2173" y="1013"/>
                    </a:lnTo>
                    <a:lnTo>
                      <a:pt x="2174" y="1013"/>
                    </a:lnTo>
                    <a:lnTo>
                      <a:pt x="2173" y="1013"/>
                    </a:lnTo>
                    <a:lnTo>
                      <a:pt x="2171" y="1014"/>
                    </a:lnTo>
                    <a:lnTo>
                      <a:pt x="2166" y="1017"/>
                    </a:lnTo>
                    <a:lnTo>
                      <a:pt x="2161" y="1020"/>
                    </a:lnTo>
                    <a:lnTo>
                      <a:pt x="2153" y="1025"/>
                    </a:lnTo>
                    <a:lnTo>
                      <a:pt x="2144" y="1030"/>
                    </a:lnTo>
                    <a:lnTo>
                      <a:pt x="2133" y="1036"/>
                    </a:lnTo>
                    <a:lnTo>
                      <a:pt x="2120" y="1043"/>
                    </a:lnTo>
                    <a:lnTo>
                      <a:pt x="2106" y="1051"/>
                    </a:lnTo>
                    <a:lnTo>
                      <a:pt x="2090" y="1060"/>
                    </a:lnTo>
                    <a:lnTo>
                      <a:pt x="2072" y="1070"/>
                    </a:lnTo>
                    <a:lnTo>
                      <a:pt x="2053" y="1081"/>
                    </a:lnTo>
                    <a:lnTo>
                      <a:pt x="2032" y="1093"/>
                    </a:lnTo>
                    <a:lnTo>
                      <a:pt x="2010" y="1106"/>
                    </a:lnTo>
                    <a:lnTo>
                      <a:pt x="1985" y="1120"/>
                    </a:lnTo>
                    <a:lnTo>
                      <a:pt x="1959" y="1135"/>
                    </a:lnTo>
                    <a:lnTo>
                      <a:pt x="1933" y="1150"/>
                    </a:lnTo>
                    <a:lnTo>
                      <a:pt x="1909" y="1164"/>
                    </a:lnTo>
                    <a:lnTo>
                      <a:pt x="1886" y="1177"/>
                    </a:lnTo>
                    <a:lnTo>
                      <a:pt x="1865" y="1189"/>
                    </a:lnTo>
                    <a:lnTo>
                      <a:pt x="1846" y="1200"/>
                    </a:lnTo>
                    <a:lnTo>
                      <a:pt x="1828" y="1210"/>
                    </a:lnTo>
                    <a:lnTo>
                      <a:pt x="1812" y="1219"/>
                    </a:lnTo>
                    <a:lnTo>
                      <a:pt x="1798" y="1227"/>
                    </a:lnTo>
                    <a:lnTo>
                      <a:pt x="1786" y="1234"/>
                    </a:lnTo>
                    <a:lnTo>
                      <a:pt x="1775" y="1240"/>
                    </a:lnTo>
                    <a:lnTo>
                      <a:pt x="1765" y="1246"/>
                    </a:lnTo>
                    <a:lnTo>
                      <a:pt x="1758" y="1250"/>
                    </a:lnTo>
                    <a:lnTo>
                      <a:pt x="1752" y="1253"/>
                    </a:lnTo>
                    <a:lnTo>
                      <a:pt x="1748" y="1256"/>
                    </a:lnTo>
                    <a:lnTo>
                      <a:pt x="1745" y="1257"/>
                    </a:lnTo>
                    <a:lnTo>
                      <a:pt x="1744" y="1258"/>
                    </a:lnTo>
                    <a:lnTo>
                      <a:pt x="1744" y="1257"/>
                    </a:lnTo>
                    <a:lnTo>
                      <a:pt x="1741" y="1256"/>
                    </a:lnTo>
                    <a:lnTo>
                      <a:pt x="1737" y="1253"/>
                    </a:lnTo>
                    <a:lnTo>
                      <a:pt x="1731" y="1250"/>
                    </a:lnTo>
                    <a:lnTo>
                      <a:pt x="1723" y="1246"/>
                    </a:lnTo>
                    <a:lnTo>
                      <a:pt x="1714" y="1240"/>
                    </a:lnTo>
                    <a:lnTo>
                      <a:pt x="1703" y="1234"/>
                    </a:lnTo>
                    <a:lnTo>
                      <a:pt x="1690" y="1227"/>
                    </a:lnTo>
                    <a:lnTo>
                      <a:pt x="1676" y="1219"/>
                    </a:lnTo>
                    <a:lnTo>
                      <a:pt x="1660" y="1210"/>
                    </a:lnTo>
                    <a:lnTo>
                      <a:pt x="1642" y="1200"/>
                    </a:lnTo>
                    <a:lnTo>
                      <a:pt x="1623" y="1189"/>
                    </a:lnTo>
                    <a:lnTo>
                      <a:pt x="1602" y="1177"/>
                    </a:lnTo>
                    <a:lnTo>
                      <a:pt x="1579" y="1164"/>
                    </a:lnTo>
                    <a:lnTo>
                      <a:pt x="1555" y="1150"/>
                    </a:lnTo>
                    <a:lnTo>
                      <a:pt x="1529" y="1135"/>
                    </a:lnTo>
                    <a:lnTo>
                      <a:pt x="1503" y="1120"/>
                    </a:lnTo>
                    <a:lnTo>
                      <a:pt x="1478" y="1106"/>
                    </a:lnTo>
                    <a:lnTo>
                      <a:pt x="1455" y="1093"/>
                    </a:lnTo>
                    <a:lnTo>
                      <a:pt x="1434" y="1081"/>
                    </a:lnTo>
                    <a:lnTo>
                      <a:pt x="1415" y="1070"/>
                    </a:lnTo>
                    <a:lnTo>
                      <a:pt x="1397" y="1060"/>
                    </a:lnTo>
                    <a:lnTo>
                      <a:pt x="1381" y="1051"/>
                    </a:lnTo>
                    <a:lnTo>
                      <a:pt x="1367" y="1043"/>
                    </a:lnTo>
                    <a:lnTo>
                      <a:pt x="1354" y="1036"/>
                    </a:lnTo>
                    <a:lnTo>
                      <a:pt x="1343" y="1030"/>
                    </a:lnTo>
                    <a:lnTo>
                      <a:pt x="1334" y="1025"/>
                    </a:lnTo>
                    <a:lnTo>
                      <a:pt x="1326" y="1020"/>
                    </a:lnTo>
                    <a:lnTo>
                      <a:pt x="1320" y="1017"/>
                    </a:lnTo>
                    <a:lnTo>
                      <a:pt x="1316" y="1014"/>
                    </a:lnTo>
                    <a:lnTo>
                      <a:pt x="1314" y="1013"/>
                    </a:lnTo>
                    <a:lnTo>
                      <a:pt x="1313" y="1013"/>
                    </a:lnTo>
                    <a:lnTo>
                      <a:pt x="1314" y="1013"/>
                    </a:lnTo>
                    <a:lnTo>
                      <a:pt x="1315" y="1013"/>
                    </a:lnTo>
                    <a:lnTo>
                      <a:pt x="1317" y="1013"/>
                    </a:lnTo>
                    <a:lnTo>
                      <a:pt x="1320" y="1013"/>
                    </a:lnTo>
                    <a:lnTo>
                      <a:pt x="1323" y="1013"/>
                    </a:lnTo>
                    <a:lnTo>
                      <a:pt x="1327" y="1013"/>
                    </a:lnTo>
                    <a:lnTo>
                      <a:pt x="1331" y="1013"/>
                    </a:lnTo>
                    <a:lnTo>
                      <a:pt x="1336" y="1013"/>
                    </a:lnTo>
                    <a:lnTo>
                      <a:pt x="1341" y="1013"/>
                    </a:lnTo>
                    <a:lnTo>
                      <a:pt x="1347" y="1013"/>
                    </a:lnTo>
                    <a:lnTo>
                      <a:pt x="1354" y="1013"/>
                    </a:lnTo>
                    <a:lnTo>
                      <a:pt x="1361" y="1013"/>
                    </a:lnTo>
                    <a:lnTo>
                      <a:pt x="1369" y="1013"/>
                    </a:lnTo>
                    <a:lnTo>
                      <a:pt x="1377" y="1013"/>
                    </a:lnTo>
                    <a:lnTo>
                      <a:pt x="1386" y="1013"/>
                    </a:lnTo>
                    <a:lnTo>
                      <a:pt x="1395" y="1013"/>
                    </a:lnTo>
                    <a:lnTo>
                      <a:pt x="1403" y="1013"/>
                    </a:lnTo>
                    <a:lnTo>
                      <a:pt x="1411" y="1013"/>
                    </a:lnTo>
                    <a:lnTo>
                      <a:pt x="1418" y="1013"/>
                    </a:lnTo>
                    <a:lnTo>
                      <a:pt x="1424" y="1013"/>
                    </a:lnTo>
                    <a:lnTo>
                      <a:pt x="1430" y="1013"/>
                    </a:lnTo>
                    <a:lnTo>
                      <a:pt x="1436" y="1013"/>
                    </a:lnTo>
                    <a:lnTo>
                      <a:pt x="1440" y="1013"/>
                    </a:lnTo>
                    <a:lnTo>
                      <a:pt x="1445" y="1013"/>
                    </a:lnTo>
                    <a:lnTo>
                      <a:pt x="1448" y="1013"/>
                    </a:lnTo>
                    <a:lnTo>
                      <a:pt x="1452" y="1013"/>
                    </a:lnTo>
                    <a:lnTo>
                      <a:pt x="1454" y="1013"/>
                    </a:lnTo>
                    <a:lnTo>
                      <a:pt x="1456" y="1013"/>
                    </a:lnTo>
                    <a:lnTo>
                      <a:pt x="1458" y="1013"/>
                    </a:lnTo>
                    <a:lnTo>
                      <a:pt x="1459" y="1013"/>
                    </a:lnTo>
                    <a:lnTo>
                      <a:pt x="1459" y="1012"/>
                    </a:lnTo>
                    <a:lnTo>
                      <a:pt x="1459" y="1011"/>
                    </a:lnTo>
                    <a:lnTo>
                      <a:pt x="1459" y="1010"/>
                    </a:lnTo>
                    <a:lnTo>
                      <a:pt x="1459" y="1009"/>
                    </a:lnTo>
                    <a:lnTo>
                      <a:pt x="1459" y="1007"/>
                    </a:lnTo>
                    <a:lnTo>
                      <a:pt x="1459" y="1006"/>
                    </a:lnTo>
                    <a:lnTo>
                      <a:pt x="1458" y="1003"/>
                    </a:lnTo>
                    <a:lnTo>
                      <a:pt x="1458" y="1001"/>
                    </a:lnTo>
                    <a:lnTo>
                      <a:pt x="1458" y="998"/>
                    </a:lnTo>
                    <a:lnTo>
                      <a:pt x="1458" y="995"/>
                    </a:lnTo>
                    <a:lnTo>
                      <a:pt x="1458" y="992"/>
                    </a:lnTo>
                    <a:lnTo>
                      <a:pt x="1458" y="988"/>
                    </a:lnTo>
                    <a:lnTo>
                      <a:pt x="1458" y="985"/>
                    </a:lnTo>
                    <a:lnTo>
                      <a:pt x="1458" y="980"/>
                    </a:lnTo>
                    <a:lnTo>
                      <a:pt x="1458" y="976"/>
                    </a:lnTo>
                    <a:lnTo>
                      <a:pt x="1457" y="971"/>
                    </a:lnTo>
                    <a:lnTo>
                      <a:pt x="1457" y="966"/>
                    </a:lnTo>
                    <a:lnTo>
                      <a:pt x="1456" y="961"/>
                    </a:lnTo>
                    <a:lnTo>
                      <a:pt x="1456" y="955"/>
                    </a:lnTo>
                    <a:lnTo>
                      <a:pt x="1454" y="948"/>
                    </a:lnTo>
                    <a:lnTo>
                      <a:pt x="1453" y="942"/>
                    </a:lnTo>
                    <a:lnTo>
                      <a:pt x="1452" y="934"/>
                    </a:lnTo>
                    <a:lnTo>
                      <a:pt x="1450" y="927"/>
                    </a:lnTo>
                    <a:lnTo>
                      <a:pt x="1448" y="919"/>
                    </a:lnTo>
                    <a:lnTo>
                      <a:pt x="1446" y="911"/>
                    </a:lnTo>
                    <a:lnTo>
                      <a:pt x="1444" y="902"/>
                    </a:lnTo>
                    <a:lnTo>
                      <a:pt x="1441" y="893"/>
                    </a:lnTo>
                    <a:lnTo>
                      <a:pt x="1438" y="883"/>
                    </a:lnTo>
                    <a:lnTo>
                      <a:pt x="1435" y="873"/>
                    </a:lnTo>
                    <a:lnTo>
                      <a:pt x="1432" y="863"/>
                    </a:lnTo>
                    <a:lnTo>
                      <a:pt x="1429" y="853"/>
                    </a:lnTo>
                    <a:lnTo>
                      <a:pt x="1425" y="842"/>
                    </a:lnTo>
                    <a:lnTo>
                      <a:pt x="1421" y="831"/>
                    </a:lnTo>
                    <a:lnTo>
                      <a:pt x="1416" y="820"/>
                    </a:lnTo>
                    <a:lnTo>
                      <a:pt x="1411" y="809"/>
                    </a:lnTo>
                    <a:lnTo>
                      <a:pt x="1405" y="798"/>
                    </a:lnTo>
                    <a:lnTo>
                      <a:pt x="1398" y="787"/>
                    </a:lnTo>
                    <a:lnTo>
                      <a:pt x="1391" y="777"/>
                    </a:lnTo>
                    <a:lnTo>
                      <a:pt x="1384" y="766"/>
                    </a:lnTo>
                    <a:lnTo>
                      <a:pt x="1376" y="755"/>
                    </a:lnTo>
                    <a:lnTo>
                      <a:pt x="1368" y="744"/>
                    </a:lnTo>
                    <a:lnTo>
                      <a:pt x="1359" y="733"/>
                    </a:lnTo>
                    <a:lnTo>
                      <a:pt x="1349" y="723"/>
                    </a:lnTo>
                    <a:lnTo>
                      <a:pt x="1339" y="712"/>
                    </a:lnTo>
                    <a:lnTo>
                      <a:pt x="1329" y="701"/>
                    </a:lnTo>
                    <a:lnTo>
                      <a:pt x="1317" y="690"/>
                    </a:lnTo>
                    <a:lnTo>
                      <a:pt x="1306" y="680"/>
                    </a:lnTo>
                    <a:lnTo>
                      <a:pt x="1294" y="669"/>
                    </a:lnTo>
                    <a:lnTo>
                      <a:pt x="1282" y="659"/>
                    </a:lnTo>
                    <a:lnTo>
                      <a:pt x="1269" y="650"/>
                    </a:lnTo>
                    <a:lnTo>
                      <a:pt x="1256" y="641"/>
                    </a:lnTo>
                    <a:lnTo>
                      <a:pt x="1243" y="633"/>
                    </a:lnTo>
                    <a:lnTo>
                      <a:pt x="1229" y="625"/>
                    </a:lnTo>
                    <a:lnTo>
                      <a:pt x="1215" y="617"/>
                    </a:lnTo>
                    <a:lnTo>
                      <a:pt x="1201" y="611"/>
                    </a:lnTo>
                    <a:lnTo>
                      <a:pt x="1187" y="604"/>
                    </a:lnTo>
                    <a:lnTo>
                      <a:pt x="1172" y="599"/>
                    </a:lnTo>
                    <a:lnTo>
                      <a:pt x="1157" y="594"/>
                    </a:lnTo>
                    <a:lnTo>
                      <a:pt x="1142" y="589"/>
                    </a:lnTo>
                    <a:lnTo>
                      <a:pt x="1126" y="585"/>
                    </a:lnTo>
                    <a:lnTo>
                      <a:pt x="1110" y="581"/>
                    </a:lnTo>
                    <a:lnTo>
                      <a:pt x="1094" y="578"/>
                    </a:lnTo>
                    <a:lnTo>
                      <a:pt x="1077" y="576"/>
                    </a:lnTo>
                    <a:lnTo>
                      <a:pt x="1060" y="574"/>
                    </a:lnTo>
                    <a:lnTo>
                      <a:pt x="1044" y="572"/>
                    </a:lnTo>
                    <a:lnTo>
                      <a:pt x="1028" y="571"/>
                    </a:lnTo>
                    <a:lnTo>
                      <a:pt x="1012" y="571"/>
                    </a:lnTo>
                    <a:lnTo>
                      <a:pt x="997" y="571"/>
                    </a:lnTo>
                    <a:lnTo>
                      <a:pt x="981" y="571"/>
                    </a:lnTo>
                    <a:lnTo>
                      <a:pt x="966" y="572"/>
                    </a:lnTo>
                    <a:lnTo>
                      <a:pt x="951" y="574"/>
                    </a:lnTo>
                    <a:lnTo>
                      <a:pt x="937" y="576"/>
                    </a:lnTo>
                    <a:lnTo>
                      <a:pt x="923" y="578"/>
                    </a:lnTo>
                    <a:lnTo>
                      <a:pt x="909" y="581"/>
                    </a:lnTo>
                    <a:lnTo>
                      <a:pt x="895" y="584"/>
                    </a:lnTo>
                    <a:lnTo>
                      <a:pt x="881" y="588"/>
                    </a:lnTo>
                    <a:lnTo>
                      <a:pt x="868" y="592"/>
                    </a:lnTo>
                    <a:lnTo>
                      <a:pt x="855" y="597"/>
                    </a:lnTo>
                    <a:lnTo>
                      <a:pt x="842" y="603"/>
                    </a:lnTo>
                    <a:lnTo>
                      <a:pt x="830" y="608"/>
                    </a:lnTo>
                    <a:lnTo>
                      <a:pt x="818" y="614"/>
                    </a:lnTo>
                    <a:lnTo>
                      <a:pt x="806" y="620"/>
                    </a:lnTo>
                    <a:lnTo>
                      <a:pt x="795" y="626"/>
                    </a:lnTo>
                    <a:lnTo>
                      <a:pt x="784" y="632"/>
                    </a:lnTo>
                    <a:lnTo>
                      <a:pt x="773" y="638"/>
                    </a:lnTo>
                    <a:lnTo>
                      <a:pt x="763" y="645"/>
                    </a:lnTo>
                    <a:lnTo>
                      <a:pt x="753" y="651"/>
                    </a:lnTo>
                    <a:lnTo>
                      <a:pt x="743" y="658"/>
                    </a:lnTo>
                    <a:lnTo>
                      <a:pt x="734" y="665"/>
                    </a:lnTo>
                    <a:lnTo>
                      <a:pt x="725" y="672"/>
                    </a:lnTo>
                    <a:lnTo>
                      <a:pt x="716" y="679"/>
                    </a:lnTo>
                    <a:lnTo>
                      <a:pt x="708" y="687"/>
                    </a:lnTo>
                    <a:lnTo>
                      <a:pt x="700" y="694"/>
                    </a:lnTo>
                    <a:lnTo>
                      <a:pt x="693" y="702"/>
                    </a:lnTo>
                    <a:lnTo>
                      <a:pt x="685" y="709"/>
                    </a:lnTo>
                    <a:lnTo>
                      <a:pt x="679" y="717"/>
                    </a:lnTo>
                    <a:lnTo>
                      <a:pt x="672" y="725"/>
                    </a:lnTo>
                    <a:lnTo>
                      <a:pt x="666" y="732"/>
                    </a:lnTo>
                    <a:lnTo>
                      <a:pt x="660" y="740"/>
                    </a:lnTo>
                    <a:lnTo>
                      <a:pt x="654" y="747"/>
                    </a:lnTo>
                    <a:lnTo>
                      <a:pt x="648" y="755"/>
                    </a:lnTo>
                    <a:lnTo>
                      <a:pt x="643" y="762"/>
                    </a:lnTo>
                    <a:lnTo>
                      <a:pt x="638" y="769"/>
                    </a:lnTo>
                    <a:lnTo>
                      <a:pt x="633" y="776"/>
                    </a:lnTo>
                    <a:lnTo>
                      <a:pt x="629" y="783"/>
                    </a:lnTo>
                    <a:lnTo>
                      <a:pt x="625" y="790"/>
                    </a:lnTo>
                    <a:lnTo>
                      <a:pt x="621" y="797"/>
                    </a:lnTo>
                    <a:lnTo>
                      <a:pt x="617" y="804"/>
                    </a:lnTo>
                    <a:lnTo>
                      <a:pt x="614" y="811"/>
                    </a:lnTo>
                    <a:lnTo>
                      <a:pt x="610" y="817"/>
                    </a:lnTo>
                    <a:lnTo>
                      <a:pt x="608" y="824"/>
                    </a:lnTo>
                    <a:lnTo>
                      <a:pt x="605" y="830"/>
                    </a:lnTo>
                    <a:lnTo>
                      <a:pt x="602" y="836"/>
                    </a:lnTo>
                    <a:lnTo>
                      <a:pt x="600" y="842"/>
                    </a:lnTo>
                    <a:lnTo>
                      <a:pt x="598" y="847"/>
                    </a:lnTo>
                    <a:lnTo>
                      <a:pt x="596" y="851"/>
                    </a:lnTo>
                    <a:lnTo>
                      <a:pt x="594" y="856"/>
                    </a:lnTo>
                    <a:lnTo>
                      <a:pt x="592" y="860"/>
                    </a:lnTo>
                    <a:lnTo>
                      <a:pt x="591" y="863"/>
                    </a:lnTo>
                    <a:lnTo>
                      <a:pt x="590" y="866"/>
                    </a:lnTo>
                    <a:lnTo>
                      <a:pt x="589" y="869"/>
                    </a:lnTo>
                    <a:lnTo>
                      <a:pt x="588" y="871"/>
                    </a:lnTo>
                    <a:lnTo>
                      <a:pt x="587" y="873"/>
                    </a:lnTo>
                    <a:lnTo>
                      <a:pt x="586" y="874"/>
                    </a:lnTo>
                    <a:lnTo>
                      <a:pt x="586" y="875"/>
                    </a:lnTo>
                    <a:lnTo>
                      <a:pt x="586" y="876"/>
                    </a:lnTo>
                    <a:lnTo>
                      <a:pt x="585" y="876"/>
                    </a:lnTo>
                    <a:lnTo>
                      <a:pt x="583" y="875"/>
                    </a:lnTo>
                    <a:lnTo>
                      <a:pt x="580" y="873"/>
                    </a:lnTo>
                    <a:lnTo>
                      <a:pt x="576" y="871"/>
                    </a:lnTo>
                    <a:lnTo>
                      <a:pt x="570" y="868"/>
                    </a:lnTo>
                    <a:lnTo>
                      <a:pt x="564" y="864"/>
                    </a:lnTo>
                    <a:lnTo>
                      <a:pt x="556" y="860"/>
                    </a:lnTo>
                    <a:lnTo>
                      <a:pt x="547" y="854"/>
                    </a:lnTo>
                    <a:lnTo>
                      <a:pt x="537" y="849"/>
                    </a:lnTo>
                    <a:lnTo>
                      <a:pt x="525" y="842"/>
                    </a:lnTo>
                    <a:lnTo>
                      <a:pt x="512" y="835"/>
                    </a:lnTo>
                    <a:lnTo>
                      <a:pt x="498" y="827"/>
                    </a:lnTo>
                    <a:lnTo>
                      <a:pt x="483" y="819"/>
                    </a:lnTo>
                    <a:lnTo>
                      <a:pt x="467" y="810"/>
                    </a:lnTo>
                    <a:lnTo>
                      <a:pt x="449" y="800"/>
                    </a:lnTo>
                    <a:lnTo>
                      <a:pt x="431" y="789"/>
                    </a:lnTo>
                    <a:lnTo>
                      <a:pt x="412" y="779"/>
                    </a:lnTo>
                    <a:lnTo>
                      <a:pt x="394" y="769"/>
                    </a:lnTo>
                    <a:lnTo>
                      <a:pt x="378" y="760"/>
                    </a:lnTo>
                    <a:lnTo>
                      <a:pt x="363" y="751"/>
                    </a:lnTo>
                    <a:lnTo>
                      <a:pt x="349" y="743"/>
                    </a:lnTo>
                    <a:lnTo>
                      <a:pt x="336" y="736"/>
                    </a:lnTo>
                    <a:lnTo>
                      <a:pt x="325" y="730"/>
                    </a:lnTo>
                    <a:lnTo>
                      <a:pt x="315" y="724"/>
                    </a:lnTo>
                    <a:lnTo>
                      <a:pt x="305" y="719"/>
                    </a:lnTo>
                    <a:lnTo>
                      <a:pt x="298" y="715"/>
                    </a:lnTo>
                    <a:lnTo>
                      <a:pt x="291" y="711"/>
                    </a:lnTo>
                    <a:lnTo>
                      <a:pt x="286" y="708"/>
                    </a:lnTo>
                    <a:lnTo>
                      <a:pt x="281" y="705"/>
                    </a:lnTo>
                    <a:lnTo>
                      <a:pt x="278" y="704"/>
                    </a:lnTo>
                    <a:lnTo>
                      <a:pt x="276" y="703"/>
                    </a:lnTo>
                    <a:lnTo>
                      <a:pt x="276" y="702"/>
                    </a:lnTo>
                    <a:lnTo>
                      <a:pt x="275" y="703"/>
                    </a:lnTo>
                    <a:lnTo>
                      <a:pt x="274" y="704"/>
                    </a:lnTo>
                    <a:lnTo>
                      <a:pt x="271" y="705"/>
                    </a:lnTo>
                    <a:lnTo>
                      <a:pt x="267" y="707"/>
                    </a:lnTo>
                    <a:lnTo>
                      <a:pt x="262" y="710"/>
                    </a:lnTo>
                    <a:lnTo>
                      <a:pt x="256" y="713"/>
                    </a:lnTo>
                    <a:lnTo>
                      <a:pt x="249" y="717"/>
                    </a:lnTo>
                    <a:lnTo>
                      <a:pt x="241" y="722"/>
                    </a:lnTo>
                    <a:lnTo>
                      <a:pt x="232" y="727"/>
                    </a:lnTo>
                    <a:lnTo>
                      <a:pt x="222" y="733"/>
                    </a:lnTo>
                    <a:lnTo>
                      <a:pt x="211" y="739"/>
                    </a:lnTo>
                    <a:lnTo>
                      <a:pt x="198" y="746"/>
                    </a:lnTo>
                    <a:lnTo>
                      <a:pt x="185" y="754"/>
                    </a:lnTo>
                    <a:lnTo>
                      <a:pt x="170" y="762"/>
                    </a:lnTo>
                    <a:lnTo>
                      <a:pt x="155" y="771"/>
                    </a:lnTo>
                    <a:lnTo>
                      <a:pt x="138" y="780"/>
                    </a:lnTo>
                    <a:lnTo>
                      <a:pt x="121" y="790"/>
                    </a:lnTo>
                    <a:lnTo>
                      <a:pt x="106" y="799"/>
                    </a:lnTo>
                    <a:lnTo>
                      <a:pt x="91" y="807"/>
                    </a:lnTo>
                    <a:lnTo>
                      <a:pt x="78" y="815"/>
                    </a:lnTo>
                    <a:lnTo>
                      <a:pt x="65" y="822"/>
                    </a:lnTo>
                    <a:lnTo>
                      <a:pt x="54" y="828"/>
                    </a:lnTo>
                    <a:lnTo>
                      <a:pt x="44" y="834"/>
                    </a:lnTo>
                    <a:lnTo>
                      <a:pt x="35" y="839"/>
                    </a:lnTo>
                    <a:lnTo>
                      <a:pt x="26" y="844"/>
                    </a:lnTo>
                    <a:lnTo>
                      <a:pt x="19" y="847"/>
                    </a:lnTo>
                    <a:lnTo>
                      <a:pt x="14" y="851"/>
                    </a:lnTo>
                    <a:lnTo>
                      <a:pt x="9" y="854"/>
                    </a:lnTo>
                    <a:lnTo>
                      <a:pt x="5" y="856"/>
                    </a:lnTo>
                    <a:lnTo>
                      <a:pt x="2" y="857"/>
                    </a:lnTo>
                    <a:lnTo>
                      <a:pt x="1" y="858"/>
                    </a:lnTo>
                    <a:lnTo>
                      <a:pt x="0" y="858"/>
                    </a:lnTo>
                    <a:lnTo>
                      <a:pt x="0" y="856"/>
                    </a:lnTo>
                    <a:lnTo>
                      <a:pt x="1" y="855"/>
                    </a:lnTo>
                    <a:lnTo>
                      <a:pt x="1" y="853"/>
                    </a:lnTo>
                    <a:lnTo>
                      <a:pt x="2" y="850"/>
                    </a:lnTo>
                    <a:lnTo>
                      <a:pt x="2" y="847"/>
                    </a:lnTo>
                    <a:lnTo>
                      <a:pt x="3" y="844"/>
                    </a:lnTo>
                    <a:lnTo>
                      <a:pt x="3" y="840"/>
                    </a:lnTo>
                    <a:lnTo>
                      <a:pt x="4" y="836"/>
                    </a:lnTo>
                    <a:lnTo>
                      <a:pt x="5" y="831"/>
                    </a:lnTo>
                    <a:lnTo>
                      <a:pt x="6" y="826"/>
                    </a:lnTo>
                    <a:lnTo>
                      <a:pt x="7" y="821"/>
                    </a:lnTo>
                    <a:lnTo>
                      <a:pt x="8" y="815"/>
                    </a:lnTo>
                    <a:lnTo>
                      <a:pt x="9" y="808"/>
                    </a:lnTo>
                    <a:lnTo>
                      <a:pt x="10" y="801"/>
                    </a:lnTo>
                    <a:lnTo>
                      <a:pt x="11" y="794"/>
                    </a:lnTo>
                    <a:lnTo>
                      <a:pt x="13" y="786"/>
                    </a:lnTo>
                    <a:lnTo>
                      <a:pt x="15" y="778"/>
                    </a:lnTo>
                    <a:lnTo>
                      <a:pt x="17" y="769"/>
                    </a:lnTo>
                    <a:lnTo>
                      <a:pt x="20" y="760"/>
                    </a:lnTo>
                    <a:lnTo>
                      <a:pt x="22" y="751"/>
                    </a:lnTo>
                    <a:lnTo>
                      <a:pt x="25" y="741"/>
                    </a:lnTo>
                    <a:lnTo>
                      <a:pt x="28" y="730"/>
                    </a:lnTo>
                    <a:lnTo>
                      <a:pt x="32" y="719"/>
                    </a:lnTo>
                    <a:lnTo>
                      <a:pt x="35" y="708"/>
                    </a:lnTo>
                    <a:lnTo>
                      <a:pt x="39" y="697"/>
                    </a:lnTo>
                    <a:lnTo>
                      <a:pt x="44" y="685"/>
                    </a:lnTo>
                    <a:lnTo>
                      <a:pt x="48" y="672"/>
                    </a:lnTo>
                    <a:lnTo>
                      <a:pt x="53" y="659"/>
                    </a:lnTo>
                    <a:lnTo>
                      <a:pt x="58" y="646"/>
                    </a:lnTo>
                    <a:lnTo>
                      <a:pt x="63" y="632"/>
                    </a:lnTo>
                    <a:lnTo>
                      <a:pt x="69" y="618"/>
                    </a:lnTo>
                    <a:lnTo>
                      <a:pt x="75" y="604"/>
                    </a:lnTo>
                    <a:lnTo>
                      <a:pt x="81" y="590"/>
                    </a:lnTo>
                    <a:lnTo>
                      <a:pt x="88" y="575"/>
                    </a:lnTo>
                    <a:lnTo>
                      <a:pt x="96" y="560"/>
                    </a:lnTo>
                    <a:lnTo>
                      <a:pt x="104" y="546"/>
                    </a:lnTo>
                    <a:lnTo>
                      <a:pt x="112" y="531"/>
                    </a:lnTo>
                    <a:lnTo>
                      <a:pt x="121" y="515"/>
                    </a:lnTo>
                    <a:lnTo>
                      <a:pt x="130" y="500"/>
                    </a:lnTo>
                    <a:lnTo>
                      <a:pt x="140" y="485"/>
                    </a:lnTo>
                    <a:lnTo>
                      <a:pt x="150" y="469"/>
                    </a:lnTo>
                    <a:lnTo>
                      <a:pt x="161" y="453"/>
                    </a:lnTo>
                    <a:lnTo>
                      <a:pt x="172" y="437"/>
                    </a:lnTo>
                    <a:lnTo>
                      <a:pt x="184" y="421"/>
                    </a:lnTo>
                    <a:lnTo>
                      <a:pt x="196" y="405"/>
                    </a:lnTo>
                    <a:lnTo>
                      <a:pt x="209" y="388"/>
                    </a:lnTo>
                    <a:lnTo>
                      <a:pt x="222" y="372"/>
                    </a:lnTo>
                    <a:lnTo>
                      <a:pt x="235" y="356"/>
                    </a:lnTo>
                    <a:lnTo>
                      <a:pt x="249" y="340"/>
                    </a:lnTo>
                    <a:lnTo>
                      <a:pt x="263" y="324"/>
                    </a:lnTo>
                    <a:lnTo>
                      <a:pt x="278" y="309"/>
                    </a:lnTo>
                    <a:lnTo>
                      <a:pt x="293" y="294"/>
                    </a:lnTo>
                    <a:lnTo>
                      <a:pt x="308" y="279"/>
                    </a:lnTo>
                    <a:lnTo>
                      <a:pt x="324" y="264"/>
                    </a:lnTo>
                    <a:lnTo>
                      <a:pt x="340" y="250"/>
                    </a:lnTo>
                    <a:lnTo>
                      <a:pt x="357" y="236"/>
                    </a:lnTo>
                    <a:lnTo>
                      <a:pt x="374" y="222"/>
                    </a:lnTo>
                    <a:lnTo>
                      <a:pt x="391" y="209"/>
                    </a:lnTo>
                    <a:lnTo>
                      <a:pt x="408" y="196"/>
                    </a:lnTo>
                    <a:lnTo>
                      <a:pt x="426" y="183"/>
                    </a:lnTo>
                    <a:lnTo>
                      <a:pt x="445" y="170"/>
                    </a:lnTo>
                    <a:lnTo>
                      <a:pt x="464" y="158"/>
                    </a:lnTo>
                    <a:lnTo>
                      <a:pt x="483" y="146"/>
                    </a:lnTo>
                    <a:lnTo>
                      <a:pt x="502" y="134"/>
                    </a:lnTo>
                    <a:lnTo>
                      <a:pt x="522" y="123"/>
                    </a:lnTo>
                    <a:lnTo>
                      <a:pt x="543" y="113"/>
                    </a:lnTo>
                    <a:lnTo>
                      <a:pt x="563" y="102"/>
                    </a:lnTo>
                    <a:lnTo>
                      <a:pt x="584" y="93"/>
                    </a:lnTo>
                    <a:lnTo>
                      <a:pt x="606" y="83"/>
                    </a:lnTo>
                    <a:lnTo>
                      <a:pt x="627" y="74"/>
                    </a:lnTo>
                    <a:lnTo>
                      <a:pt x="649" y="66"/>
                    </a:lnTo>
                    <a:lnTo>
                      <a:pt x="672" y="58"/>
                    </a:lnTo>
                    <a:lnTo>
                      <a:pt x="695" y="50"/>
                    </a:lnTo>
                    <a:lnTo>
                      <a:pt x="718" y="43"/>
                    </a:lnTo>
                    <a:lnTo>
                      <a:pt x="741" y="36"/>
                    </a:lnTo>
                    <a:lnTo>
                      <a:pt x="765" y="30"/>
                    </a:lnTo>
                    <a:lnTo>
                      <a:pt x="790" y="24"/>
                    </a:lnTo>
                    <a:lnTo>
                      <a:pt x="814" y="19"/>
                    </a:lnTo>
                    <a:lnTo>
                      <a:pt x="839" y="14"/>
                    </a:lnTo>
                    <a:lnTo>
                      <a:pt x="864" y="10"/>
                    </a:lnTo>
                    <a:lnTo>
                      <a:pt x="890" y="6"/>
                    </a:lnTo>
                    <a:lnTo>
                      <a:pt x="915" y="4"/>
                    </a:lnTo>
                    <a:lnTo>
                      <a:pt x="941" y="2"/>
                    </a:lnTo>
                    <a:lnTo>
                      <a:pt x="967" y="1"/>
                    </a:lnTo>
                    <a:lnTo>
                      <a:pt x="994" y="0"/>
                    </a:lnTo>
                    <a:lnTo>
                      <a:pt x="1020" y="0"/>
                    </a:lnTo>
                    <a:lnTo>
                      <a:pt x="1047" y="1"/>
                    </a:lnTo>
                    <a:lnTo>
                      <a:pt x="1074" y="3"/>
                    </a:lnTo>
                    <a:lnTo>
                      <a:pt x="1101" y="5"/>
                    </a:lnTo>
                    <a:lnTo>
                      <a:pt x="1128" y="9"/>
                    </a:lnTo>
                    <a:lnTo>
                      <a:pt x="1156" y="13"/>
                    </a:lnTo>
                    <a:lnTo>
                      <a:pt x="1184" y="17"/>
                    </a:lnTo>
                    <a:lnTo>
                      <a:pt x="1212" y="22"/>
                    </a:lnTo>
                    <a:lnTo>
                      <a:pt x="1240" y="29"/>
                    </a:lnTo>
                    <a:lnTo>
                      <a:pt x="1268" y="35"/>
                    </a:lnTo>
                    <a:lnTo>
                      <a:pt x="1296" y="43"/>
                    </a:lnTo>
                    <a:lnTo>
                      <a:pt x="1323" y="51"/>
                    </a:lnTo>
                    <a:lnTo>
                      <a:pt x="1350" y="60"/>
                    </a:lnTo>
                    <a:lnTo>
                      <a:pt x="1377" y="70"/>
                    </a:lnTo>
                    <a:lnTo>
                      <a:pt x="1403" y="80"/>
                    </a:lnTo>
                    <a:lnTo>
                      <a:pt x="1429" y="91"/>
                    </a:lnTo>
                    <a:lnTo>
                      <a:pt x="1455" y="103"/>
                    </a:lnTo>
                    <a:lnTo>
                      <a:pt x="1480" y="115"/>
                    </a:lnTo>
                    <a:lnTo>
                      <a:pt x="1505" y="128"/>
                    </a:lnTo>
                    <a:lnTo>
                      <a:pt x="1530" y="142"/>
                    </a:lnTo>
                    <a:lnTo>
                      <a:pt x="1554" y="157"/>
                    </a:lnTo>
                    <a:lnTo>
                      <a:pt x="1577" y="172"/>
                    </a:lnTo>
                    <a:lnTo>
                      <a:pt x="1601" y="188"/>
                    </a:lnTo>
                    <a:lnTo>
                      <a:pt x="1624" y="205"/>
                    </a:lnTo>
                    <a:lnTo>
                      <a:pt x="1647" y="222"/>
                    </a:lnTo>
                    <a:lnTo>
                      <a:pt x="1669" y="240"/>
                    </a:lnTo>
                    <a:lnTo>
                      <a:pt x="1690" y="258"/>
                    </a:lnTo>
                    <a:lnTo>
                      <a:pt x="1711" y="277"/>
                    </a:lnTo>
                    <a:lnTo>
                      <a:pt x="1731" y="296"/>
                    </a:lnTo>
                    <a:lnTo>
                      <a:pt x="1750" y="315"/>
                    </a:lnTo>
                    <a:lnTo>
                      <a:pt x="1769" y="334"/>
                    </a:lnTo>
                    <a:lnTo>
                      <a:pt x="1787" y="353"/>
                    </a:lnTo>
                    <a:lnTo>
                      <a:pt x="1804" y="373"/>
                    </a:lnTo>
                    <a:lnTo>
                      <a:pt x="1821" y="393"/>
                    </a:lnTo>
                    <a:lnTo>
                      <a:pt x="1837" y="414"/>
                    </a:lnTo>
                    <a:lnTo>
                      <a:pt x="1852" y="435"/>
                    </a:lnTo>
                    <a:lnTo>
                      <a:pt x="1867" y="456"/>
                    </a:lnTo>
                    <a:lnTo>
                      <a:pt x="1881" y="477"/>
                    </a:lnTo>
                    <a:lnTo>
                      <a:pt x="1894" y="498"/>
                    </a:lnTo>
                    <a:lnTo>
                      <a:pt x="1906" y="520"/>
                    </a:lnTo>
                    <a:lnTo>
                      <a:pt x="1918" y="542"/>
                    </a:lnTo>
                    <a:lnTo>
                      <a:pt x="1929" y="564"/>
                    </a:lnTo>
                    <a:lnTo>
                      <a:pt x="1940" y="586"/>
                    </a:lnTo>
                    <a:lnTo>
                      <a:pt x="1950" y="608"/>
                    </a:lnTo>
                    <a:lnTo>
                      <a:pt x="1959" y="629"/>
                    </a:lnTo>
                    <a:lnTo>
                      <a:pt x="1968" y="650"/>
                    </a:lnTo>
                    <a:lnTo>
                      <a:pt x="1976" y="671"/>
                    </a:lnTo>
                    <a:lnTo>
                      <a:pt x="1983" y="692"/>
                    </a:lnTo>
                    <a:lnTo>
                      <a:pt x="1990" y="712"/>
                    </a:lnTo>
                    <a:lnTo>
                      <a:pt x="1996" y="732"/>
                    </a:lnTo>
                    <a:lnTo>
                      <a:pt x="2002" y="752"/>
                    </a:lnTo>
                    <a:lnTo>
                      <a:pt x="2007" y="772"/>
                    </a:lnTo>
                    <a:lnTo>
                      <a:pt x="2011" y="791"/>
                    </a:lnTo>
                    <a:lnTo>
                      <a:pt x="2015" y="810"/>
                    </a:lnTo>
                    <a:lnTo>
                      <a:pt x="2018" y="829"/>
                    </a:lnTo>
                    <a:lnTo>
                      <a:pt x="2020" y="848"/>
                    </a:lnTo>
                    <a:lnTo>
                      <a:pt x="2022" y="866"/>
                    </a:lnTo>
                    <a:lnTo>
                      <a:pt x="2024" y="884"/>
                    </a:lnTo>
                    <a:lnTo>
                      <a:pt x="2025" y="901"/>
                    </a:lnTo>
                    <a:lnTo>
                      <a:pt x="2026" y="916"/>
                    </a:lnTo>
                    <a:lnTo>
                      <a:pt x="2027" y="930"/>
                    </a:lnTo>
                    <a:lnTo>
                      <a:pt x="2028" y="943"/>
                    </a:lnTo>
                    <a:lnTo>
                      <a:pt x="2029" y="955"/>
                    </a:lnTo>
                    <a:lnTo>
                      <a:pt x="2030" y="966"/>
                    </a:lnTo>
                    <a:lnTo>
                      <a:pt x="2031" y="976"/>
                    </a:lnTo>
                    <a:lnTo>
                      <a:pt x="2032" y="985"/>
                    </a:lnTo>
                    <a:lnTo>
                      <a:pt x="2032" y="992"/>
                    </a:lnTo>
                    <a:lnTo>
                      <a:pt x="2033" y="998"/>
                    </a:lnTo>
                    <a:lnTo>
                      <a:pt x="2033" y="1003"/>
                    </a:lnTo>
                    <a:lnTo>
                      <a:pt x="2034" y="1007"/>
                    </a:lnTo>
                    <a:lnTo>
                      <a:pt x="2034" y="1010"/>
                    </a:lnTo>
                    <a:lnTo>
                      <a:pt x="2034" y="1012"/>
                    </a:lnTo>
                    <a:lnTo>
                      <a:pt x="2034" y="1013"/>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a:p>
            </p:txBody>
          </p:sp>
          <p:sp>
            <p:nvSpPr>
              <p:cNvPr id="69" name="Freeform 11"/>
              <p:cNvSpPr>
                <a:spLocks/>
              </p:cNvSpPr>
              <p:nvPr/>
            </p:nvSpPr>
            <p:spPr bwMode="gray">
              <a:xfrm rot="16200000">
                <a:off x="2528637" y="4803619"/>
                <a:ext cx="1487325" cy="892398"/>
              </a:xfrm>
              <a:custGeom>
                <a:avLst/>
                <a:gdLst/>
                <a:ahLst/>
                <a:cxnLst>
                  <a:cxn ang="0">
                    <a:pos x="723" y="279"/>
                  </a:cxn>
                  <a:cxn ang="0">
                    <a:pos x="720" y="248"/>
                  </a:cxn>
                  <a:cxn ang="0">
                    <a:pos x="724" y="245"/>
                  </a:cxn>
                  <a:cxn ang="0">
                    <a:pos x="753" y="245"/>
                  </a:cxn>
                  <a:cxn ang="0">
                    <a:pos x="807" y="245"/>
                  </a:cxn>
                  <a:cxn ang="0">
                    <a:pos x="848" y="245"/>
                  </a:cxn>
                  <a:cxn ang="0">
                    <a:pos x="861" y="245"/>
                  </a:cxn>
                  <a:cxn ang="0">
                    <a:pos x="820" y="222"/>
                  </a:cxn>
                  <a:cxn ang="0">
                    <a:pos x="697" y="152"/>
                  </a:cxn>
                  <a:cxn ang="0">
                    <a:pos x="533" y="58"/>
                  </a:cxn>
                  <a:cxn ang="0">
                    <a:pos x="445" y="8"/>
                  </a:cxn>
                  <a:cxn ang="0">
                    <a:pos x="424" y="5"/>
                  </a:cxn>
                  <a:cxn ang="0">
                    <a:pos x="347" y="48"/>
                  </a:cxn>
                  <a:cxn ang="0">
                    <a:pos x="190" y="138"/>
                  </a:cxn>
                  <a:cxn ang="0">
                    <a:pos x="54" y="215"/>
                  </a:cxn>
                  <a:cxn ang="0">
                    <a:pos x="1" y="245"/>
                  </a:cxn>
                  <a:cxn ang="0">
                    <a:pos x="10" y="245"/>
                  </a:cxn>
                  <a:cxn ang="0">
                    <a:pos x="47" y="245"/>
                  </a:cxn>
                  <a:cxn ang="0">
                    <a:pos x="103" y="245"/>
                  </a:cxn>
                  <a:cxn ang="0">
                    <a:pos x="137" y="245"/>
                  </a:cxn>
                  <a:cxn ang="0">
                    <a:pos x="144" y="247"/>
                  </a:cxn>
                  <a:cxn ang="0">
                    <a:pos x="147" y="288"/>
                  </a:cxn>
                  <a:cxn ang="0">
                    <a:pos x="153" y="381"/>
                  </a:cxn>
                  <a:cxn ang="0">
                    <a:pos x="180" y="514"/>
                  </a:cxn>
                  <a:cxn ang="0">
                    <a:pos x="245" y="677"/>
                  </a:cxn>
                  <a:cxn ang="0">
                    <a:pos x="350" y="855"/>
                  </a:cxn>
                  <a:cxn ang="0">
                    <a:pos x="499" y="1010"/>
                  </a:cxn>
                  <a:cxn ang="0">
                    <a:pos x="688" y="1138"/>
                  </a:cxn>
                  <a:cxn ang="0">
                    <a:pos x="894" y="1221"/>
                  </a:cxn>
                  <a:cxn ang="0">
                    <a:pos x="1111" y="1256"/>
                  </a:cxn>
                  <a:cxn ang="0">
                    <a:pos x="1328" y="1245"/>
                  </a:cxn>
                  <a:cxn ang="0">
                    <a:pos x="1539" y="1187"/>
                  </a:cxn>
                  <a:cxn ang="0">
                    <a:pos x="1733" y="1088"/>
                  </a:cxn>
                  <a:cxn ang="0">
                    <a:pos x="1896" y="955"/>
                  </a:cxn>
                  <a:cxn ang="0">
                    <a:pos x="2023" y="796"/>
                  </a:cxn>
                  <a:cxn ang="0">
                    <a:pos x="2109" y="646"/>
                  </a:cxn>
                  <a:cxn ang="0">
                    <a:pos x="2152" y="512"/>
                  </a:cxn>
                  <a:cxn ang="0">
                    <a:pos x="2173" y="425"/>
                  </a:cxn>
                  <a:cxn ang="0">
                    <a:pos x="2180" y="396"/>
                  </a:cxn>
                  <a:cxn ang="0">
                    <a:pos x="2153" y="411"/>
                  </a:cxn>
                  <a:cxn ang="0">
                    <a:pos x="2073" y="457"/>
                  </a:cxn>
                  <a:cxn ang="0">
                    <a:pos x="1966" y="518"/>
                  </a:cxn>
                  <a:cxn ang="0">
                    <a:pos x="1909" y="551"/>
                  </a:cxn>
                  <a:cxn ang="0">
                    <a:pos x="1895" y="553"/>
                  </a:cxn>
                  <a:cxn ang="0">
                    <a:pos x="1840" y="521"/>
                  </a:cxn>
                  <a:cxn ang="0">
                    <a:pos x="1727" y="457"/>
                  </a:cxn>
                  <a:cxn ang="0">
                    <a:pos x="1629" y="402"/>
                  </a:cxn>
                  <a:cxn ang="0">
                    <a:pos x="1591" y="380"/>
                  </a:cxn>
                  <a:cxn ang="0">
                    <a:pos x="1586" y="391"/>
                  </a:cxn>
                  <a:cxn ang="0">
                    <a:pos x="1568" y="433"/>
                  </a:cxn>
                  <a:cxn ang="0">
                    <a:pos x="1534" y="500"/>
                  </a:cxn>
                  <a:cxn ang="0">
                    <a:pos x="1467" y="571"/>
                  </a:cxn>
                  <a:cxn ang="0">
                    <a:pos x="1367" y="642"/>
                  </a:cxn>
                  <a:cxn ang="0">
                    <a:pos x="1243" y="681"/>
                  </a:cxn>
                  <a:cxn ang="0">
                    <a:pos x="1099" y="679"/>
                  </a:cxn>
                  <a:cxn ang="0">
                    <a:pos x="961" y="638"/>
                  </a:cxn>
                  <a:cxn ang="0">
                    <a:pos x="855" y="563"/>
                  </a:cxn>
                  <a:cxn ang="0">
                    <a:pos x="782" y="464"/>
                  </a:cxn>
                  <a:cxn ang="0">
                    <a:pos x="739" y="376"/>
                  </a:cxn>
                </a:cxnLst>
                <a:rect l="0" t="0" r="r" b="b"/>
                <a:pathLst>
                  <a:path w="2181" h="1259">
                    <a:moveTo>
                      <a:pt x="729" y="331"/>
                    </a:moveTo>
                    <a:lnTo>
                      <a:pt x="728" y="321"/>
                    </a:lnTo>
                    <a:lnTo>
                      <a:pt x="727" y="311"/>
                    </a:lnTo>
                    <a:lnTo>
                      <a:pt x="726" y="302"/>
                    </a:lnTo>
                    <a:lnTo>
                      <a:pt x="725" y="294"/>
                    </a:lnTo>
                    <a:lnTo>
                      <a:pt x="724" y="286"/>
                    </a:lnTo>
                    <a:lnTo>
                      <a:pt x="723" y="279"/>
                    </a:lnTo>
                    <a:lnTo>
                      <a:pt x="722" y="273"/>
                    </a:lnTo>
                    <a:lnTo>
                      <a:pt x="722" y="267"/>
                    </a:lnTo>
                    <a:lnTo>
                      <a:pt x="721" y="262"/>
                    </a:lnTo>
                    <a:lnTo>
                      <a:pt x="721" y="257"/>
                    </a:lnTo>
                    <a:lnTo>
                      <a:pt x="720" y="254"/>
                    </a:lnTo>
                    <a:lnTo>
                      <a:pt x="720" y="251"/>
                    </a:lnTo>
                    <a:lnTo>
                      <a:pt x="720" y="248"/>
                    </a:lnTo>
                    <a:lnTo>
                      <a:pt x="719" y="247"/>
                    </a:lnTo>
                    <a:lnTo>
                      <a:pt x="719" y="246"/>
                    </a:lnTo>
                    <a:lnTo>
                      <a:pt x="719" y="245"/>
                    </a:lnTo>
                    <a:lnTo>
                      <a:pt x="720" y="245"/>
                    </a:lnTo>
                    <a:lnTo>
                      <a:pt x="722" y="245"/>
                    </a:lnTo>
                    <a:lnTo>
                      <a:pt x="724" y="245"/>
                    </a:lnTo>
                    <a:lnTo>
                      <a:pt x="726" y="245"/>
                    </a:lnTo>
                    <a:lnTo>
                      <a:pt x="729" y="245"/>
                    </a:lnTo>
                    <a:lnTo>
                      <a:pt x="733" y="245"/>
                    </a:lnTo>
                    <a:lnTo>
                      <a:pt x="737" y="245"/>
                    </a:lnTo>
                    <a:lnTo>
                      <a:pt x="742" y="245"/>
                    </a:lnTo>
                    <a:lnTo>
                      <a:pt x="747" y="245"/>
                    </a:lnTo>
                    <a:lnTo>
                      <a:pt x="753" y="245"/>
                    </a:lnTo>
                    <a:lnTo>
                      <a:pt x="759" y="245"/>
                    </a:lnTo>
                    <a:lnTo>
                      <a:pt x="766" y="245"/>
                    </a:lnTo>
                    <a:lnTo>
                      <a:pt x="774" y="245"/>
                    </a:lnTo>
                    <a:lnTo>
                      <a:pt x="782" y="245"/>
                    </a:lnTo>
                    <a:lnTo>
                      <a:pt x="790" y="245"/>
                    </a:lnTo>
                    <a:lnTo>
                      <a:pt x="799" y="245"/>
                    </a:lnTo>
                    <a:lnTo>
                      <a:pt x="807" y="245"/>
                    </a:lnTo>
                    <a:lnTo>
                      <a:pt x="814" y="245"/>
                    </a:lnTo>
                    <a:lnTo>
                      <a:pt x="821" y="245"/>
                    </a:lnTo>
                    <a:lnTo>
                      <a:pt x="828" y="245"/>
                    </a:lnTo>
                    <a:lnTo>
                      <a:pt x="833" y="245"/>
                    </a:lnTo>
                    <a:lnTo>
                      <a:pt x="839" y="245"/>
                    </a:lnTo>
                    <a:lnTo>
                      <a:pt x="843" y="245"/>
                    </a:lnTo>
                    <a:lnTo>
                      <a:pt x="848" y="245"/>
                    </a:lnTo>
                    <a:lnTo>
                      <a:pt x="851" y="245"/>
                    </a:lnTo>
                    <a:lnTo>
                      <a:pt x="854" y="245"/>
                    </a:lnTo>
                    <a:lnTo>
                      <a:pt x="857" y="245"/>
                    </a:lnTo>
                    <a:lnTo>
                      <a:pt x="859" y="245"/>
                    </a:lnTo>
                    <a:lnTo>
                      <a:pt x="860" y="245"/>
                    </a:lnTo>
                    <a:lnTo>
                      <a:pt x="861" y="245"/>
                    </a:lnTo>
                    <a:lnTo>
                      <a:pt x="860" y="245"/>
                    </a:lnTo>
                    <a:lnTo>
                      <a:pt x="858" y="243"/>
                    </a:lnTo>
                    <a:lnTo>
                      <a:pt x="854" y="241"/>
                    </a:lnTo>
                    <a:lnTo>
                      <a:pt x="848" y="238"/>
                    </a:lnTo>
                    <a:lnTo>
                      <a:pt x="840" y="233"/>
                    </a:lnTo>
                    <a:lnTo>
                      <a:pt x="831" y="228"/>
                    </a:lnTo>
                    <a:lnTo>
                      <a:pt x="820" y="222"/>
                    </a:lnTo>
                    <a:lnTo>
                      <a:pt x="807" y="215"/>
                    </a:lnTo>
                    <a:lnTo>
                      <a:pt x="793" y="207"/>
                    </a:lnTo>
                    <a:lnTo>
                      <a:pt x="777" y="198"/>
                    </a:lnTo>
                    <a:lnTo>
                      <a:pt x="760" y="187"/>
                    </a:lnTo>
                    <a:lnTo>
                      <a:pt x="740" y="176"/>
                    </a:lnTo>
                    <a:lnTo>
                      <a:pt x="719" y="165"/>
                    </a:lnTo>
                    <a:lnTo>
                      <a:pt x="697" y="152"/>
                    </a:lnTo>
                    <a:lnTo>
                      <a:pt x="672" y="138"/>
                    </a:lnTo>
                    <a:lnTo>
                      <a:pt x="646" y="123"/>
                    </a:lnTo>
                    <a:lnTo>
                      <a:pt x="620" y="108"/>
                    </a:lnTo>
                    <a:lnTo>
                      <a:pt x="596" y="94"/>
                    </a:lnTo>
                    <a:lnTo>
                      <a:pt x="573" y="81"/>
                    </a:lnTo>
                    <a:lnTo>
                      <a:pt x="552" y="69"/>
                    </a:lnTo>
                    <a:lnTo>
                      <a:pt x="533" y="58"/>
                    </a:lnTo>
                    <a:lnTo>
                      <a:pt x="515" y="48"/>
                    </a:lnTo>
                    <a:lnTo>
                      <a:pt x="499" y="39"/>
                    </a:lnTo>
                    <a:lnTo>
                      <a:pt x="485" y="31"/>
                    </a:lnTo>
                    <a:lnTo>
                      <a:pt x="473" y="24"/>
                    </a:lnTo>
                    <a:lnTo>
                      <a:pt x="462" y="18"/>
                    </a:lnTo>
                    <a:lnTo>
                      <a:pt x="453" y="12"/>
                    </a:lnTo>
                    <a:lnTo>
                      <a:pt x="445" y="8"/>
                    </a:lnTo>
                    <a:lnTo>
                      <a:pt x="439" y="5"/>
                    </a:lnTo>
                    <a:lnTo>
                      <a:pt x="435" y="2"/>
                    </a:lnTo>
                    <a:lnTo>
                      <a:pt x="432" y="1"/>
                    </a:lnTo>
                    <a:lnTo>
                      <a:pt x="432" y="0"/>
                    </a:lnTo>
                    <a:lnTo>
                      <a:pt x="431" y="1"/>
                    </a:lnTo>
                    <a:lnTo>
                      <a:pt x="428" y="2"/>
                    </a:lnTo>
                    <a:lnTo>
                      <a:pt x="424" y="5"/>
                    </a:lnTo>
                    <a:lnTo>
                      <a:pt x="418" y="8"/>
                    </a:lnTo>
                    <a:lnTo>
                      <a:pt x="410" y="12"/>
                    </a:lnTo>
                    <a:lnTo>
                      <a:pt x="401" y="18"/>
                    </a:lnTo>
                    <a:lnTo>
                      <a:pt x="390" y="24"/>
                    </a:lnTo>
                    <a:lnTo>
                      <a:pt x="378" y="31"/>
                    </a:lnTo>
                    <a:lnTo>
                      <a:pt x="363" y="39"/>
                    </a:lnTo>
                    <a:lnTo>
                      <a:pt x="347" y="48"/>
                    </a:lnTo>
                    <a:lnTo>
                      <a:pt x="330" y="58"/>
                    </a:lnTo>
                    <a:lnTo>
                      <a:pt x="310" y="69"/>
                    </a:lnTo>
                    <a:lnTo>
                      <a:pt x="289" y="81"/>
                    </a:lnTo>
                    <a:lnTo>
                      <a:pt x="266" y="94"/>
                    </a:lnTo>
                    <a:lnTo>
                      <a:pt x="242" y="108"/>
                    </a:lnTo>
                    <a:lnTo>
                      <a:pt x="216" y="123"/>
                    </a:lnTo>
                    <a:lnTo>
                      <a:pt x="190" y="138"/>
                    </a:lnTo>
                    <a:lnTo>
                      <a:pt x="165" y="152"/>
                    </a:lnTo>
                    <a:lnTo>
                      <a:pt x="142" y="165"/>
                    </a:lnTo>
                    <a:lnTo>
                      <a:pt x="121" y="176"/>
                    </a:lnTo>
                    <a:lnTo>
                      <a:pt x="102" y="187"/>
                    </a:lnTo>
                    <a:lnTo>
                      <a:pt x="84" y="198"/>
                    </a:lnTo>
                    <a:lnTo>
                      <a:pt x="68" y="207"/>
                    </a:lnTo>
                    <a:lnTo>
                      <a:pt x="54" y="215"/>
                    </a:lnTo>
                    <a:lnTo>
                      <a:pt x="41" y="222"/>
                    </a:lnTo>
                    <a:lnTo>
                      <a:pt x="30" y="228"/>
                    </a:lnTo>
                    <a:lnTo>
                      <a:pt x="21" y="233"/>
                    </a:lnTo>
                    <a:lnTo>
                      <a:pt x="13" y="238"/>
                    </a:lnTo>
                    <a:lnTo>
                      <a:pt x="8" y="241"/>
                    </a:lnTo>
                    <a:lnTo>
                      <a:pt x="3" y="243"/>
                    </a:lnTo>
                    <a:lnTo>
                      <a:pt x="1" y="245"/>
                    </a:lnTo>
                    <a:lnTo>
                      <a:pt x="0" y="245"/>
                    </a:lnTo>
                    <a:lnTo>
                      <a:pt x="1" y="245"/>
                    </a:lnTo>
                    <a:lnTo>
                      <a:pt x="2" y="245"/>
                    </a:lnTo>
                    <a:lnTo>
                      <a:pt x="4" y="245"/>
                    </a:lnTo>
                    <a:lnTo>
                      <a:pt x="7" y="245"/>
                    </a:lnTo>
                    <a:lnTo>
                      <a:pt x="10" y="245"/>
                    </a:lnTo>
                    <a:lnTo>
                      <a:pt x="14" y="245"/>
                    </a:lnTo>
                    <a:lnTo>
                      <a:pt x="18" y="245"/>
                    </a:lnTo>
                    <a:lnTo>
                      <a:pt x="23" y="245"/>
                    </a:lnTo>
                    <a:lnTo>
                      <a:pt x="28" y="245"/>
                    </a:lnTo>
                    <a:lnTo>
                      <a:pt x="34" y="245"/>
                    </a:lnTo>
                    <a:lnTo>
                      <a:pt x="40" y="245"/>
                    </a:lnTo>
                    <a:lnTo>
                      <a:pt x="47" y="245"/>
                    </a:lnTo>
                    <a:lnTo>
                      <a:pt x="55" y="245"/>
                    </a:lnTo>
                    <a:lnTo>
                      <a:pt x="63" y="245"/>
                    </a:lnTo>
                    <a:lnTo>
                      <a:pt x="72" y="245"/>
                    </a:lnTo>
                    <a:lnTo>
                      <a:pt x="81" y="245"/>
                    </a:lnTo>
                    <a:lnTo>
                      <a:pt x="89" y="245"/>
                    </a:lnTo>
                    <a:lnTo>
                      <a:pt x="96" y="245"/>
                    </a:lnTo>
                    <a:lnTo>
                      <a:pt x="103" y="245"/>
                    </a:lnTo>
                    <a:lnTo>
                      <a:pt x="110" y="245"/>
                    </a:lnTo>
                    <a:lnTo>
                      <a:pt x="116" y="245"/>
                    </a:lnTo>
                    <a:lnTo>
                      <a:pt x="121" y="245"/>
                    </a:lnTo>
                    <a:lnTo>
                      <a:pt x="126" y="245"/>
                    </a:lnTo>
                    <a:lnTo>
                      <a:pt x="130" y="245"/>
                    </a:lnTo>
                    <a:lnTo>
                      <a:pt x="134" y="245"/>
                    </a:lnTo>
                    <a:lnTo>
                      <a:pt x="137" y="245"/>
                    </a:lnTo>
                    <a:lnTo>
                      <a:pt x="139" y="245"/>
                    </a:lnTo>
                    <a:lnTo>
                      <a:pt x="141" y="245"/>
                    </a:lnTo>
                    <a:lnTo>
                      <a:pt x="143" y="245"/>
                    </a:lnTo>
                    <a:lnTo>
                      <a:pt x="144" y="245"/>
                    </a:lnTo>
                    <a:lnTo>
                      <a:pt x="144" y="246"/>
                    </a:lnTo>
                    <a:lnTo>
                      <a:pt x="144" y="247"/>
                    </a:lnTo>
                    <a:lnTo>
                      <a:pt x="144" y="250"/>
                    </a:lnTo>
                    <a:lnTo>
                      <a:pt x="144" y="254"/>
                    </a:lnTo>
                    <a:lnTo>
                      <a:pt x="145" y="259"/>
                    </a:lnTo>
                    <a:lnTo>
                      <a:pt x="145" y="264"/>
                    </a:lnTo>
                    <a:lnTo>
                      <a:pt x="146" y="271"/>
                    </a:lnTo>
                    <a:lnTo>
                      <a:pt x="146" y="279"/>
                    </a:lnTo>
                    <a:lnTo>
                      <a:pt x="147" y="288"/>
                    </a:lnTo>
                    <a:lnTo>
                      <a:pt x="147" y="298"/>
                    </a:lnTo>
                    <a:lnTo>
                      <a:pt x="148" y="309"/>
                    </a:lnTo>
                    <a:lnTo>
                      <a:pt x="149" y="322"/>
                    </a:lnTo>
                    <a:lnTo>
                      <a:pt x="150" y="335"/>
                    </a:lnTo>
                    <a:lnTo>
                      <a:pt x="151" y="349"/>
                    </a:lnTo>
                    <a:lnTo>
                      <a:pt x="152" y="364"/>
                    </a:lnTo>
                    <a:lnTo>
                      <a:pt x="153" y="381"/>
                    </a:lnTo>
                    <a:lnTo>
                      <a:pt x="154" y="398"/>
                    </a:lnTo>
                    <a:lnTo>
                      <a:pt x="157" y="416"/>
                    </a:lnTo>
                    <a:lnTo>
                      <a:pt x="160" y="434"/>
                    </a:lnTo>
                    <a:lnTo>
                      <a:pt x="164" y="453"/>
                    </a:lnTo>
                    <a:lnTo>
                      <a:pt x="168" y="473"/>
                    </a:lnTo>
                    <a:lnTo>
                      <a:pt x="174" y="493"/>
                    </a:lnTo>
                    <a:lnTo>
                      <a:pt x="180" y="514"/>
                    </a:lnTo>
                    <a:lnTo>
                      <a:pt x="187" y="535"/>
                    </a:lnTo>
                    <a:lnTo>
                      <a:pt x="195" y="557"/>
                    </a:lnTo>
                    <a:lnTo>
                      <a:pt x="203" y="580"/>
                    </a:lnTo>
                    <a:lnTo>
                      <a:pt x="212" y="603"/>
                    </a:lnTo>
                    <a:lnTo>
                      <a:pt x="222" y="627"/>
                    </a:lnTo>
                    <a:lnTo>
                      <a:pt x="233" y="652"/>
                    </a:lnTo>
                    <a:lnTo>
                      <a:pt x="245" y="677"/>
                    </a:lnTo>
                    <a:lnTo>
                      <a:pt x="257" y="702"/>
                    </a:lnTo>
                    <a:lnTo>
                      <a:pt x="271" y="729"/>
                    </a:lnTo>
                    <a:lnTo>
                      <a:pt x="285" y="755"/>
                    </a:lnTo>
                    <a:lnTo>
                      <a:pt x="300" y="781"/>
                    </a:lnTo>
                    <a:lnTo>
                      <a:pt x="316" y="806"/>
                    </a:lnTo>
                    <a:lnTo>
                      <a:pt x="332" y="831"/>
                    </a:lnTo>
                    <a:lnTo>
                      <a:pt x="350" y="855"/>
                    </a:lnTo>
                    <a:lnTo>
                      <a:pt x="369" y="879"/>
                    </a:lnTo>
                    <a:lnTo>
                      <a:pt x="388" y="902"/>
                    </a:lnTo>
                    <a:lnTo>
                      <a:pt x="408" y="924"/>
                    </a:lnTo>
                    <a:lnTo>
                      <a:pt x="430" y="947"/>
                    </a:lnTo>
                    <a:lnTo>
                      <a:pt x="452" y="968"/>
                    </a:lnTo>
                    <a:lnTo>
                      <a:pt x="475" y="989"/>
                    </a:lnTo>
                    <a:lnTo>
                      <a:pt x="499" y="1010"/>
                    </a:lnTo>
                    <a:lnTo>
                      <a:pt x="523" y="1030"/>
                    </a:lnTo>
                    <a:lnTo>
                      <a:pt x="549" y="1050"/>
                    </a:lnTo>
                    <a:lnTo>
                      <a:pt x="576" y="1069"/>
                    </a:lnTo>
                    <a:lnTo>
                      <a:pt x="603" y="1087"/>
                    </a:lnTo>
                    <a:lnTo>
                      <a:pt x="631" y="1105"/>
                    </a:lnTo>
                    <a:lnTo>
                      <a:pt x="660" y="1122"/>
                    </a:lnTo>
                    <a:lnTo>
                      <a:pt x="688" y="1138"/>
                    </a:lnTo>
                    <a:lnTo>
                      <a:pt x="717" y="1152"/>
                    </a:lnTo>
                    <a:lnTo>
                      <a:pt x="746" y="1166"/>
                    </a:lnTo>
                    <a:lnTo>
                      <a:pt x="775" y="1179"/>
                    </a:lnTo>
                    <a:lnTo>
                      <a:pt x="805" y="1191"/>
                    </a:lnTo>
                    <a:lnTo>
                      <a:pt x="834" y="1202"/>
                    </a:lnTo>
                    <a:lnTo>
                      <a:pt x="864" y="1212"/>
                    </a:lnTo>
                    <a:lnTo>
                      <a:pt x="894" y="1221"/>
                    </a:lnTo>
                    <a:lnTo>
                      <a:pt x="925" y="1229"/>
                    </a:lnTo>
                    <a:lnTo>
                      <a:pt x="955" y="1236"/>
                    </a:lnTo>
                    <a:lnTo>
                      <a:pt x="986" y="1242"/>
                    </a:lnTo>
                    <a:lnTo>
                      <a:pt x="1017" y="1247"/>
                    </a:lnTo>
                    <a:lnTo>
                      <a:pt x="1048" y="1251"/>
                    </a:lnTo>
                    <a:lnTo>
                      <a:pt x="1080" y="1254"/>
                    </a:lnTo>
                    <a:lnTo>
                      <a:pt x="1111" y="1256"/>
                    </a:lnTo>
                    <a:lnTo>
                      <a:pt x="1143" y="1257"/>
                    </a:lnTo>
                    <a:lnTo>
                      <a:pt x="1174" y="1258"/>
                    </a:lnTo>
                    <a:lnTo>
                      <a:pt x="1205" y="1257"/>
                    </a:lnTo>
                    <a:lnTo>
                      <a:pt x="1236" y="1255"/>
                    </a:lnTo>
                    <a:lnTo>
                      <a:pt x="1267" y="1253"/>
                    </a:lnTo>
                    <a:lnTo>
                      <a:pt x="1298" y="1249"/>
                    </a:lnTo>
                    <a:lnTo>
                      <a:pt x="1328" y="1245"/>
                    </a:lnTo>
                    <a:lnTo>
                      <a:pt x="1359" y="1239"/>
                    </a:lnTo>
                    <a:lnTo>
                      <a:pt x="1389" y="1233"/>
                    </a:lnTo>
                    <a:lnTo>
                      <a:pt x="1419" y="1226"/>
                    </a:lnTo>
                    <a:lnTo>
                      <a:pt x="1449" y="1217"/>
                    </a:lnTo>
                    <a:lnTo>
                      <a:pt x="1479" y="1208"/>
                    </a:lnTo>
                    <a:lnTo>
                      <a:pt x="1509" y="1198"/>
                    </a:lnTo>
                    <a:lnTo>
                      <a:pt x="1539" y="1187"/>
                    </a:lnTo>
                    <a:lnTo>
                      <a:pt x="1568" y="1175"/>
                    </a:lnTo>
                    <a:lnTo>
                      <a:pt x="1598" y="1162"/>
                    </a:lnTo>
                    <a:lnTo>
                      <a:pt x="1626" y="1149"/>
                    </a:lnTo>
                    <a:lnTo>
                      <a:pt x="1654" y="1135"/>
                    </a:lnTo>
                    <a:lnTo>
                      <a:pt x="1681" y="1120"/>
                    </a:lnTo>
                    <a:lnTo>
                      <a:pt x="1708" y="1104"/>
                    </a:lnTo>
                    <a:lnTo>
                      <a:pt x="1733" y="1088"/>
                    </a:lnTo>
                    <a:lnTo>
                      <a:pt x="1758" y="1071"/>
                    </a:lnTo>
                    <a:lnTo>
                      <a:pt x="1783" y="1053"/>
                    </a:lnTo>
                    <a:lnTo>
                      <a:pt x="1807" y="1035"/>
                    </a:lnTo>
                    <a:lnTo>
                      <a:pt x="1830" y="1016"/>
                    </a:lnTo>
                    <a:lnTo>
                      <a:pt x="1852" y="996"/>
                    </a:lnTo>
                    <a:lnTo>
                      <a:pt x="1874" y="976"/>
                    </a:lnTo>
                    <a:lnTo>
                      <a:pt x="1896" y="955"/>
                    </a:lnTo>
                    <a:lnTo>
                      <a:pt x="1916" y="933"/>
                    </a:lnTo>
                    <a:lnTo>
                      <a:pt x="1936" y="911"/>
                    </a:lnTo>
                    <a:lnTo>
                      <a:pt x="1955" y="888"/>
                    </a:lnTo>
                    <a:lnTo>
                      <a:pt x="1973" y="864"/>
                    </a:lnTo>
                    <a:lnTo>
                      <a:pt x="1991" y="841"/>
                    </a:lnTo>
                    <a:lnTo>
                      <a:pt x="2008" y="818"/>
                    </a:lnTo>
                    <a:lnTo>
                      <a:pt x="2023" y="796"/>
                    </a:lnTo>
                    <a:lnTo>
                      <a:pt x="2038" y="774"/>
                    </a:lnTo>
                    <a:lnTo>
                      <a:pt x="2052" y="752"/>
                    </a:lnTo>
                    <a:lnTo>
                      <a:pt x="2065" y="730"/>
                    </a:lnTo>
                    <a:lnTo>
                      <a:pt x="2077" y="709"/>
                    </a:lnTo>
                    <a:lnTo>
                      <a:pt x="2089" y="688"/>
                    </a:lnTo>
                    <a:lnTo>
                      <a:pt x="2099" y="667"/>
                    </a:lnTo>
                    <a:lnTo>
                      <a:pt x="2109" y="646"/>
                    </a:lnTo>
                    <a:lnTo>
                      <a:pt x="2117" y="626"/>
                    </a:lnTo>
                    <a:lnTo>
                      <a:pt x="2125" y="606"/>
                    </a:lnTo>
                    <a:lnTo>
                      <a:pt x="2132" y="586"/>
                    </a:lnTo>
                    <a:lnTo>
                      <a:pt x="2138" y="567"/>
                    </a:lnTo>
                    <a:lnTo>
                      <a:pt x="2143" y="548"/>
                    </a:lnTo>
                    <a:lnTo>
                      <a:pt x="2147" y="529"/>
                    </a:lnTo>
                    <a:lnTo>
                      <a:pt x="2152" y="512"/>
                    </a:lnTo>
                    <a:lnTo>
                      <a:pt x="2155" y="496"/>
                    </a:lnTo>
                    <a:lnTo>
                      <a:pt x="2159" y="481"/>
                    </a:lnTo>
                    <a:lnTo>
                      <a:pt x="2162" y="467"/>
                    </a:lnTo>
                    <a:lnTo>
                      <a:pt x="2165" y="455"/>
                    </a:lnTo>
                    <a:lnTo>
                      <a:pt x="2168" y="444"/>
                    </a:lnTo>
                    <a:lnTo>
                      <a:pt x="2171" y="434"/>
                    </a:lnTo>
                    <a:lnTo>
                      <a:pt x="2173" y="425"/>
                    </a:lnTo>
                    <a:lnTo>
                      <a:pt x="2175" y="417"/>
                    </a:lnTo>
                    <a:lnTo>
                      <a:pt x="2176" y="410"/>
                    </a:lnTo>
                    <a:lnTo>
                      <a:pt x="2178" y="405"/>
                    </a:lnTo>
                    <a:lnTo>
                      <a:pt x="2179" y="401"/>
                    </a:lnTo>
                    <a:lnTo>
                      <a:pt x="2179" y="398"/>
                    </a:lnTo>
                    <a:lnTo>
                      <a:pt x="2180" y="396"/>
                    </a:lnTo>
                    <a:lnTo>
                      <a:pt x="2179" y="396"/>
                    </a:lnTo>
                    <a:lnTo>
                      <a:pt x="2178" y="397"/>
                    </a:lnTo>
                    <a:lnTo>
                      <a:pt x="2175" y="398"/>
                    </a:lnTo>
                    <a:lnTo>
                      <a:pt x="2171" y="401"/>
                    </a:lnTo>
                    <a:lnTo>
                      <a:pt x="2166" y="403"/>
                    </a:lnTo>
                    <a:lnTo>
                      <a:pt x="2160" y="407"/>
                    </a:lnTo>
                    <a:lnTo>
                      <a:pt x="2153" y="411"/>
                    </a:lnTo>
                    <a:lnTo>
                      <a:pt x="2145" y="416"/>
                    </a:lnTo>
                    <a:lnTo>
                      <a:pt x="2136" y="421"/>
                    </a:lnTo>
                    <a:lnTo>
                      <a:pt x="2125" y="427"/>
                    </a:lnTo>
                    <a:lnTo>
                      <a:pt x="2114" y="433"/>
                    </a:lnTo>
                    <a:lnTo>
                      <a:pt x="2101" y="441"/>
                    </a:lnTo>
                    <a:lnTo>
                      <a:pt x="2088" y="448"/>
                    </a:lnTo>
                    <a:lnTo>
                      <a:pt x="2073" y="457"/>
                    </a:lnTo>
                    <a:lnTo>
                      <a:pt x="2057" y="466"/>
                    </a:lnTo>
                    <a:lnTo>
                      <a:pt x="2040" y="476"/>
                    </a:lnTo>
                    <a:lnTo>
                      <a:pt x="2023" y="485"/>
                    </a:lnTo>
                    <a:lnTo>
                      <a:pt x="2007" y="494"/>
                    </a:lnTo>
                    <a:lnTo>
                      <a:pt x="1992" y="503"/>
                    </a:lnTo>
                    <a:lnTo>
                      <a:pt x="1979" y="511"/>
                    </a:lnTo>
                    <a:lnTo>
                      <a:pt x="1966" y="518"/>
                    </a:lnTo>
                    <a:lnTo>
                      <a:pt x="1955" y="524"/>
                    </a:lnTo>
                    <a:lnTo>
                      <a:pt x="1944" y="530"/>
                    </a:lnTo>
                    <a:lnTo>
                      <a:pt x="1935" y="536"/>
                    </a:lnTo>
                    <a:lnTo>
                      <a:pt x="1927" y="540"/>
                    </a:lnTo>
                    <a:lnTo>
                      <a:pt x="1920" y="544"/>
                    </a:lnTo>
                    <a:lnTo>
                      <a:pt x="1914" y="548"/>
                    </a:lnTo>
                    <a:lnTo>
                      <a:pt x="1909" y="551"/>
                    </a:lnTo>
                    <a:lnTo>
                      <a:pt x="1905" y="553"/>
                    </a:lnTo>
                    <a:lnTo>
                      <a:pt x="1902" y="554"/>
                    </a:lnTo>
                    <a:lnTo>
                      <a:pt x="1901" y="555"/>
                    </a:lnTo>
                    <a:lnTo>
                      <a:pt x="1900" y="556"/>
                    </a:lnTo>
                    <a:lnTo>
                      <a:pt x="1900" y="555"/>
                    </a:lnTo>
                    <a:lnTo>
                      <a:pt x="1898" y="554"/>
                    </a:lnTo>
                    <a:lnTo>
                      <a:pt x="1895" y="553"/>
                    </a:lnTo>
                    <a:lnTo>
                      <a:pt x="1890" y="550"/>
                    </a:lnTo>
                    <a:lnTo>
                      <a:pt x="1885" y="547"/>
                    </a:lnTo>
                    <a:lnTo>
                      <a:pt x="1878" y="543"/>
                    </a:lnTo>
                    <a:lnTo>
                      <a:pt x="1870" y="539"/>
                    </a:lnTo>
                    <a:lnTo>
                      <a:pt x="1861" y="534"/>
                    </a:lnTo>
                    <a:lnTo>
                      <a:pt x="1851" y="528"/>
                    </a:lnTo>
                    <a:lnTo>
                      <a:pt x="1840" y="521"/>
                    </a:lnTo>
                    <a:lnTo>
                      <a:pt x="1827" y="514"/>
                    </a:lnTo>
                    <a:lnTo>
                      <a:pt x="1813" y="506"/>
                    </a:lnTo>
                    <a:lnTo>
                      <a:pt x="1798" y="498"/>
                    </a:lnTo>
                    <a:lnTo>
                      <a:pt x="1782" y="488"/>
                    </a:lnTo>
                    <a:lnTo>
                      <a:pt x="1764" y="478"/>
                    </a:lnTo>
                    <a:lnTo>
                      <a:pt x="1745" y="468"/>
                    </a:lnTo>
                    <a:lnTo>
                      <a:pt x="1727" y="457"/>
                    </a:lnTo>
                    <a:lnTo>
                      <a:pt x="1709" y="447"/>
                    </a:lnTo>
                    <a:lnTo>
                      <a:pt x="1693" y="438"/>
                    </a:lnTo>
                    <a:lnTo>
                      <a:pt x="1678" y="429"/>
                    </a:lnTo>
                    <a:lnTo>
                      <a:pt x="1664" y="421"/>
                    </a:lnTo>
                    <a:lnTo>
                      <a:pt x="1651" y="414"/>
                    </a:lnTo>
                    <a:lnTo>
                      <a:pt x="1639" y="408"/>
                    </a:lnTo>
                    <a:lnTo>
                      <a:pt x="1629" y="402"/>
                    </a:lnTo>
                    <a:lnTo>
                      <a:pt x="1620" y="397"/>
                    </a:lnTo>
                    <a:lnTo>
                      <a:pt x="1612" y="392"/>
                    </a:lnTo>
                    <a:lnTo>
                      <a:pt x="1606" y="388"/>
                    </a:lnTo>
                    <a:lnTo>
                      <a:pt x="1600" y="385"/>
                    </a:lnTo>
                    <a:lnTo>
                      <a:pt x="1596" y="383"/>
                    </a:lnTo>
                    <a:lnTo>
                      <a:pt x="1593" y="381"/>
                    </a:lnTo>
                    <a:lnTo>
                      <a:pt x="1591" y="380"/>
                    </a:lnTo>
                    <a:lnTo>
                      <a:pt x="1590" y="380"/>
                    </a:lnTo>
                    <a:lnTo>
                      <a:pt x="1590" y="381"/>
                    </a:lnTo>
                    <a:lnTo>
                      <a:pt x="1589" y="383"/>
                    </a:lnTo>
                    <a:lnTo>
                      <a:pt x="1588" y="385"/>
                    </a:lnTo>
                    <a:lnTo>
                      <a:pt x="1587" y="388"/>
                    </a:lnTo>
                    <a:lnTo>
                      <a:pt x="1586" y="391"/>
                    </a:lnTo>
                    <a:lnTo>
                      <a:pt x="1584" y="395"/>
                    </a:lnTo>
                    <a:lnTo>
                      <a:pt x="1582" y="400"/>
                    </a:lnTo>
                    <a:lnTo>
                      <a:pt x="1580" y="405"/>
                    </a:lnTo>
                    <a:lnTo>
                      <a:pt x="1577" y="411"/>
                    </a:lnTo>
                    <a:lnTo>
                      <a:pt x="1574" y="418"/>
                    </a:lnTo>
                    <a:lnTo>
                      <a:pt x="1571" y="425"/>
                    </a:lnTo>
                    <a:lnTo>
                      <a:pt x="1568" y="433"/>
                    </a:lnTo>
                    <a:lnTo>
                      <a:pt x="1564" y="441"/>
                    </a:lnTo>
                    <a:lnTo>
                      <a:pt x="1561" y="450"/>
                    </a:lnTo>
                    <a:lnTo>
                      <a:pt x="1556" y="460"/>
                    </a:lnTo>
                    <a:lnTo>
                      <a:pt x="1552" y="470"/>
                    </a:lnTo>
                    <a:lnTo>
                      <a:pt x="1547" y="480"/>
                    </a:lnTo>
                    <a:lnTo>
                      <a:pt x="1541" y="490"/>
                    </a:lnTo>
                    <a:lnTo>
                      <a:pt x="1534" y="500"/>
                    </a:lnTo>
                    <a:lnTo>
                      <a:pt x="1526" y="510"/>
                    </a:lnTo>
                    <a:lnTo>
                      <a:pt x="1518" y="520"/>
                    </a:lnTo>
                    <a:lnTo>
                      <a:pt x="1510" y="530"/>
                    </a:lnTo>
                    <a:lnTo>
                      <a:pt x="1500" y="541"/>
                    </a:lnTo>
                    <a:lnTo>
                      <a:pt x="1490" y="551"/>
                    </a:lnTo>
                    <a:lnTo>
                      <a:pt x="1479" y="561"/>
                    </a:lnTo>
                    <a:lnTo>
                      <a:pt x="1467" y="571"/>
                    </a:lnTo>
                    <a:lnTo>
                      <a:pt x="1455" y="581"/>
                    </a:lnTo>
                    <a:lnTo>
                      <a:pt x="1442" y="592"/>
                    </a:lnTo>
                    <a:lnTo>
                      <a:pt x="1428" y="602"/>
                    </a:lnTo>
                    <a:lnTo>
                      <a:pt x="1414" y="612"/>
                    </a:lnTo>
                    <a:lnTo>
                      <a:pt x="1399" y="623"/>
                    </a:lnTo>
                    <a:lnTo>
                      <a:pt x="1383" y="633"/>
                    </a:lnTo>
                    <a:lnTo>
                      <a:pt x="1367" y="642"/>
                    </a:lnTo>
                    <a:lnTo>
                      <a:pt x="1350" y="650"/>
                    </a:lnTo>
                    <a:lnTo>
                      <a:pt x="1333" y="657"/>
                    </a:lnTo>
                    <a:lnTo>
                      <a:pt x="1316" y="664"/>
                    </a:lnTo>
                    <a:lnTo>
                      <a:pt x="1298" y="670"/>
                    </a:lnTo>
                    <a:lnTo>
                      <a:pt x="1280" y="674"/>
                    </a:lnTo>
                    <a:lnTo>
                      <a:pt x="1262" y="678"/>
                    </a:lnTo>
                    <a:lnTo>
                      <a:pt x="1243" y="681"/>
                    </a:lnTo>
                    <a:lnTo>
                      <a:pt x="1223" y="684"/>
                    </a:lnTo>
                    <a:lnTo>
                      <a:pt x="1204" y="685"/>
                    </a:lnTo>
                    <a:lnTo>
                      <a:pt x="1184" y="686"/>
                    </a:lnTo>
                    <a:lnTo>
                      <a:pt x="1163" y="685"/>
                    </a:lnTo>
                    <a:lnTo>
                      <a:pt x="1142" y="684"/>
                    </a:lnTo>
                    <a:lnTo>
                      <a:pt x="1121" y="682"/>
                    </a:lnTo>
                    <a:lnTo>
                      <a:pt x="1099" y="679"/>
                    </a:lnTo>
                    <a:lnTo>
                      <a:pt x="1077" y="675"/>
                    </a:lnTo>
                    <a:lnTo>
                      <a:pt x="1056" y="671"/>
                    </a:lnTo>
                    <a:lnTo>
                      <a:pt x="1036" y="666"/>
                    </a:lnTo>
                    <a:lnTo>
                      <a:pt x="1016" y="660"/>
                    </a:lnTo>
                    <a:lnTo>
                      <a:pt x="997" y="654"/>
                    </a:lnTo>
                    <a:lnTo>
                      <a:pt x="979" y="646"/>
                    </a:lnTo>
                    <a:lnTo>
                      <a:pt x="961" y="638"/>
                    </a:lnTo>
                    <a:lnTo>
                      <a:pt x="944" y="630"/>
                    </a:lnTo>
                    <a:lnTo>
                      <a:pt x="928" y="620"/>
                    </a:lnTo>
                    <a:lnTo>
                      <a:pt x="912" y="610"/>
                    </a:lnTo>
                    <a:lnTo>
                      <a:pt x="897" y="599"/>
                    </a:lnTo>
                    <a:lnTo>
                      <a:pt x="882" y="588"/>
                    </a:lnTo>
                    <a:lnTo>
                      <a:pt x="869" y="576"/>
                    </a:lnTo>
                    <a:lnTo>
                      <a:pt x="855" y="563"/>
                    </a:lnTo>
                    <a:lnTo>
                      <a:pt x="843" y="549"/>
                    </a:lnTo>
                    <a:lnTo>
                      <a:pt x="831" y="535"/>
                    </a:lnTo>
                    <a:lnTo>
                      <a:pt x="820" y="520"/>
                    </a:lnTo>
                    <a:lnTo>
                      <a:pt x="809" y="506"/>
                    </a:lnTo>
                    <a:lnTo>
                      <a:pt x="800" y="492"/>
                    </a:lnTo>
                    <a:lnTo>
                      <a:pt x="790" y="478"/>
                    </a:lnTo>
                    <a:lnTo>
                      <a:pt x="782" y="464"/>
                    </a:lnTo>
                    <a:lnTo>
                      <a:pt x="774" y="451"/>
                    </a:lnTo>
                    <a:lnTo>
                      <a:pt x="766" y="438"/>
                    </a:lnTo>
                    <a:lnTo>
                      <a:pt x="760" y="425"/>
                    </a:lnTo>
                    <a:lnTo>
                      <a:pt x="754" y="413"/>
                    </a:lnTo>
                    <a:lnTo>
                      <a:pt x="748" y="400"/>
                    </a:lnTo>
                    <a:lnTo>
                      <a:pt x="743" y="388"/>
                    </a:lnTo>
                    <a:lnTo>
                      <a:pt x="739" y="376"/>
                    </a:lnTo>
                    <a:lnTo>
                      <a:pt x="736" y="365"/>
                    </a:lnTo>
                    <a:lnTo>
                      <a:pt x="733" y="353"/>
                    </a:lnTo>
                    <a:lnTo>
                      <a:pt x="731" y="342"/>
                    </a:lnTo>
                    <a:lnTo>
                      <a:pt x="729" y="331"/>
                    </a:lnTo>
                    <a:close/>
                  </a:path>
                </a:pathLst>
              </a:custGeom>
              <a:grpFill/>
              <a:ln w="12700" cap="flat">
                <a:solidFill>
                  <a:schemeClr val="accent6"/>
                </a:solidFill>
                <a:prstDash val="solid"/>
                <a:round/>
                <a:headEnd/>
                <a:tailEnd/>
              </a:ln>
              <a:effectLst/>
            </p:spPr>
            <p:txBody>
              <a:bodyPr lIns="72000" tIns="72000" rIns="72000" bIns="72000" anchor="ctr">
                <a:noAutofit/>
              </a:bodyPr>
              <a:lstStyle/>
              <a:p>
                <a:endParaRPr lang="ja-JP" altLang="en-US" sz="1200" dirty="0"/>
              </a:p>
            </p:txBody>
          </p:sp>
        </p:grpSp>
        <p:sp>
          <p:nvSpPr>
            <p:cNvPr id="54327" name="Rectangle 12"/>
            <p:cNvSpPr>
              <a:spLocks noChangeArrowheads="1"/>
            </p:cNvSpPr>
            <p:nvPr/>
          </p:nvSpPr>
          <p:spPr bwMode="gray">
            <a:xfrm>
              <a:off x="3818404" y="2530475"/>
              <a:ext cx="558532" cy="341313"/>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sp>
          <p:nvSpPr>
            <p:cNvPr id="54328" name="Rectangle 13"/>
            <p:cNvSpPr>
              <a:spLocks noChangeArrowheads="1"/>
            </p:cNvSpPr>
            <p:nvPr/>
          </p:nvSpPr>
          <p:spPr bwMode="gray">
            <a:xfrm>
              <a:off x="5313040" y="2530475"/>
              <a:ext cx="556670" cy="341313"/>
            </a:xfrm>
            <a:prstGeom prst="rect">
              <a:avLst/>
            </a:prstGeom>
            <a:noFill/>
            <a:ln w="9525">
              <a:noFill/>
              <a:miter lim="800000"/>
              <a:headEnd/>
              <a:tailEnd/>
            </a:ln>
          </p:spPr>
          <p:txBody>
            <a:bodyPr lIns="72000" tIns="72000" rIns="72000" bIns="72000" anchor="ctr" anchorCtr="1">
              <a:spAutoFit/>
            </a:bodyPr>
            <a:lstStyle/>
            <a:p>
              <a:pPr algn="ctr" defTabSz="787400">
                <a:lnSpc>
                  <a:spcPct val="106000"/>
                </a:lnSpc>
                <a:spcBef>
                  <a:spcPct val="80000"/>
                </a:spcBef>
                <a:buClr>
                  <a:schemeClr val="tx1"/>
                </a:buClr>
                <a:buSzPct val="80000"/>
                <a:buFont typeface="Wingdings" pitchFamily="2" charset="2"/>
                <a:buNone/>
              </a:pPr>
              <a:r>
                <a:rPr kumimoji="0" lang="de-DE" altLang="ja-JP" sz="1200" dirty="0"/>
                <a:t>...</a:t>
              </a:r>
            </a:p>
          </p:txBody>
        </p:sp>
      </p:grpSp>
    </p:spTree>
    <p:extLst>
      <p:ext uri="{BB962C8B-B14F-4D97-AF65-F5344CB8AC3E}">
        <p14:creationId xmlns:p14="http://schemas.microsoft.com/office/powerpoint/2010/main" val="21278293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プレースホルダー 8"/>
          <p:cNvSpPr>
            <a:spLocks noGrp="1"/>
          </p:cNvSpPr>
          <p:nvPr>
            <p:ph type="body" sz="quarter" idx="15"/>
          </p:nvPr>
        </p:nvSpPr>
        <p:spPr bwMode="gray"/>
        <p:txBody>
          <a:bodyPr/>
          <a:lstStyle/>
          <a:p>
            <a:r>
              <a:rPr lang="en-US" altLang="ja-JP"/>
              <a:t>Header</a:t>
            </a:r>
            <a:endParaRPr lang="en-US" altLang="ja-JP" dirty="0"/>
          </a:p>
        </p:txBody>
      </p:sp>
      <p:sp>
        <p:nvSpPr>
          <p:cNvPr id="680961" name="Title 1"/>
          <p:cNvSpPr>
            <a:spLocks noGrp="1"/>
          </p:cNvSpPr>
          <p:nvPr>
            <p:ph type="title"/>
          </p:nvPr>
        </p:nvSpPr>
        <p:spPr bwMode="gray"/>
        <p:txBody>
          <a:bodyPr/>
          <a:lstStyle/>
          <a:p>
            <a:r>
              <a:rPr lang="ja-JP" altLang="en-US"/>
              <a:t>球体</a:t>
            </a:r>
            <a:r>
              <a:rPr lang="de-DE" altLang="ja-JP"/>
              <a:t> </a:t>
            </a:r>
            <a:r>
              <a:rPr lang="nl-NL" altLang="ja-JP"/>
              <a:t>– </a:t>
            </a:r>
            <a:r>
              <a:rPr lang="ja-JP" altLang="en-US"/>
              <a:t>各種サイズ</a:t>
            </a:r>
            <a:r>
              <a:rPr lang="de-DE" altLang="ja-JP"/>
              <a:t> </a:t>
            </a:r>
            <a:endParaRPr lang="en-US" dirty="0"/>
          </a:p>
        </p:txBody>
      </p:sp>
      <p:grpSp>
        <p:nvGrpSpPr>
          <p:cNvPr id="8" name="グループ化 7"/>
          <p:cNvGrpSpPr>
            <a:grpSpLocks noChangeAspect="1"/>
          </p:cNvGrpSpPr>
          <p:nvPr/>
        </p:nvGrpSpPr>
        <p:grpSpPr bwMode="gray">
          <a:xfrm>
            <a:off x="2793000" y="1826814"/>
            <a:ext cx="4320000" cy="4320000"/>
            <a:chOff x="2793000" y="1826814"/>
            <a:chExt cx="4320000" cy="4320000"/>
          </a:xfrm>
        </p:grpSpPr>
        <p:sp>
          <p:nvSpPr>
            <p:cNvPr id="4" name="Oval 2"/>
            <p:cNvSpPr>
              <a:spLocks noChangeArrowheads="1"/>
            </p:cNvSpPr>
            <p:nvPr/>
          </p:nvSpPr>
          <p:spPr bwMode="gray">
            <a:xfrm>
              <a:off x="2793000" y="1826814"/>
              <a:ext cx="4320000" cy="4320000"/>
            </a:xfrm>
            <a:prstGeom prst="ellipse">
              <a:avLst/>
            </a:prstGeom>
            <a:solidFill>
              <a:schemeClr val="accent2"/>
            </a:solidFill>
            <a:ln w="12700">
              <a:solidFill>
                <a:schemeClr val="bg1"/>
              </a:solidFill>
              <a:round/>
              <a:headEnd/>
              <a:tailEnd/>
            </a:ln>
          </p:spPr>
          <p:txBody>
            <a:bodyPr wrap="none" lIns="72000" tIns="72000" rIns="72000" bIns="3744000" anchor="t"/>
            <a:lstStyle/>
            <a:p>
              <a:pPr algn="ctr">
                <a:defRPr/>
              </a:pPr>
              <a:r>
                <a:rPr lang="ja-JP" altLang="en-US" sz="1400" dirty="0">
                  <a:solidFill>
                    <a:schemeClr val="bg1"/>
                  </a:solidFill>
                </a:rPr>
                <a:t>テキスト</a:t>
              </a:r>
              <a:endParaRPr lang="en-US" sz="1400" dirty="0">
                <a:solidFill>
                  <a:schemeClr val="bg1"/>
                </a:solidFill>
              </a:endParaRPr>
            </a:p>
          </p:txBody>
        </p:sp>
        <p:sp>
          <p:nvSpPr>
            <p:cNvPr id="5" name="Oval 3"/>
            <p:cNvSpPr>
              <a:spLocks noChangeArrowheads="1"/>
            </p:cNvSpPr>
            <p:nvPr/>
          </p:nvSpPr>
          <p:spPr bwMode="gray">
            <a:xfrm>
              <a:off x="3153000" y="2546814"/>
              <a:ext cx="3600000" cy="3600000"/>
            </a:xfrm>
            <a:prstGeom prst="ellipse">
              <a:avLst/>
            </a:prstGeom>
            <a:solidFill>
              <a:schemeClr val="accent3"/>
            </a:solidFill>
            <a:ln w="12700">
              <a:solidFill>
                <a:schemeClr val="bg1"/>
              </a:solidFill>
              <a:round/>
              <a:headEnd/>
              <a:tailEnd/>
            </a:ln>
          </p:spPr>
          <p:txBody>
            <a:bodyPr wrap="none" lIns="72000" tIns="72000" rIns="72000" bIns="3168000" anchor="t"/>
            <a:lstStyle/>
            <a:p>
              <a:pPr algn="ctr">
                <a:defRPr/>
              </a:pPr>
              <a:r>
                <a:rPr lang="ja-JP" altLang="en-US" sz="1400" dirty="0"/>
                <a:t>テキスト</a:t>
              </a:r>
              <a:endParaRPr lang="en-US" sz="1400" dirty="0"/>
            </a:p>
          </p:txBody>
        </p:sp>
        <p:sp>
          <p:nvSpPr>
            <p:cNvPr id="6" name="Oval 4"/>
            <p:cNvSpPr>
              <a:spLocks noChangeArrowheads="1"/>
            </p:cNvSpPr>
            <p:nvPr/>
          </p:nvSpPr>
          <p:spPr bwMode="gray">
            <a:xfrm>
              <a:off x="3459000" y="3157551"/>
              <a:ext cx="2988000" cy="2989263"/>
            </a:xfrm>
            <a:prstGeom prst="ellipse">
              <a:avLst/>
            </a:prstGeom>
            <a:solidFill>
              <a:schemeClr val="accent1"/>
            </a:solidFill>
            <a:ln w="12700">
              <a:solidFill>
                <a:schemeClr val="bg1"/>
              </a:solidFill>
              <a:round/>
              <a:headEnd/>
              <a:tailEnd/>
            </a:ln>
          </p:spPr>
          <p:txBody>
            <a:bodyPr wrap="none" lIns="72000" tIns="72000" rIns="72000" bIns="2520000" anchor="t"/>
            <a:lstStyle/>
            <a:p>
              <a:pPr algn="ctr">
                <a:defRPr/>
              </a:pPr>
              <a:r>
                <a:rPr lang="ja-JP" altLang="en-US" sz="1400" dirty="0"/>
                <a:t>テキスト</a:t>
              </a:r>
              <a:endParaRPr lang="en-US" sz="1400" dirty="0"/>
            </a:p>
          </p:txBody>
        </p:sp>
        <p:sp>
          <p:nvSpPr>
            <p:cNvPr id="7" name="Oval 5"/>
            <p:cNvSpPr>
              <a:spLocks noChangeArrowheads="1"/>
            </p:cNvSpPr>
            <p:nvPr/>
          </p:nvSpPr>
          <p:spPr bwMode="gray">
            <a:xfrm>
              <a:off x="3765000" y="3770814"/>
              <a:ext cx="2376000" cy="2376000"/>
            </a:xfrm>
            <a:prstGeom prst="ellipse">
              <a:avLst/>
            </a:prstGeom>
            <a:solidFill>
              <a:schemeClr val="accent2"/>
            </a:solidFill>
            <a:ln w="12700">
              <a:solidFill>
                <a:schemeClr val="bg1"/>
              </a:solidFill>
              <a:round/>
              <a:headEnd/>
              <a:tailEnd/>
            </a:ln>
          </p:spPr>
          <p:txBody>
            <a:bodyPr wrap="none" lIns="72000" tIns="72000" rIns="72000" bIns="1908000" anchor="t"/>
            <a:lstStyle/>
            <a:p>
              <a:pPr algn="ctr">
                <a:defRPr/>
              </a:pPr>
              <a:r>
                <a:rPr lang="ja-JP" altLang="en-US" sz="1400" dirty="0">
                  <a:solidFill>
                    <a:schemeClr val="bg1"/>
                  </a:solidFill>
                </a:rPr>
                <a:t>テキスト</a:t>
              </a:r>
              <a:endParaRPr lang="en-US" sz="1400" dirty="0">
                <a:solidFill>
                  <a:schemeClr val="bg1"/>
                </a:solidFill>
              </a:endParaRPr>
            </a:p>
          </p:txBody>
        </p:sp>
        <p:sp>
          <p:nvSpPr>
            <p:cNvPr id="680967" name="Oval 6"/>
            <p:cNvSpPr>
              <a:spLocks noChangeArrowheads="1"/>
            </p:cNvSpPr>
            <p:nvPr/>
          </p:nvSpPr>
          <p:spPr bwMode="gray">
            <a:xfrm>
              <a:off x="4089000" y="4418814"/>
              <a:ext cx="1728000" cy="1728000"/>
            </a:xfrm>
            <a:prstGeom prst="ellipse">
              <a:avLst/>
            </a:prstGeom>
            <a:solidFill>
              <a:schemeClr val="accent6"/>
            </a:solidFill>
            <a:ln w="12700">
              <a:solidFill>
                <a:schemeClr val="bg1"/>
              </a:solidFill>
              <a:round/>
              <a:headEnd/>
              <a:tailEnd/>
            </a:ln>
          </p:spPr>
          <p:txBody>
            <a:bodyPr wrap="none" lIns="72000" tIns="72000" rIns="72000" bIns="1296000" anchor="t"/>
            <a:lstStyle/>
            <a:p>
              <a:pPr algn="ctr"/>
              <a:r>
                <a:rPr lang="ja-JP" altLang="en-US" sz="1400" dirty="0">
                  <a:solidFill>
                    <a:schemeClr val="bg1"/>
                  </a:solidFill>
                </a:rPr>
                <a:t>テキスト</a:t>
              </a:r>
              <a:endParaRPr lang="en-US" sz="1400" dirty="0">
                <a:solidFill>
                  <a:schemeClr val="bg1"/>
                </a:solidFill>
              </a:endParaRPr>
            </a:p>
          </p:txBody>
        </p:sp>
        <p:sp>
          <p:nvSpPr>
            <p:cNvPr id="680968" name="Oval 7"/>
            <p:cNvSpPr>
              <a:spLocks noChangeArrowheads="1"/>
            </p:cNvSpPr>
            <p:nvPr/>
          </p:nvSpPr>
          <p:spPr bwMode="gray">
            <a:xfrm>
              <a:off x="4368000" y="4976827"/>
              <a:ext cx="1170000" cy="1169987"/>
            </a:xfrm>
            <a:prstGeom prst="ellipse">
              <a:avLst/>
            </a:prstGeom>
            <a:solidFill>
              <a:schemeClr val="accent3"/>
            </a:solidFill>
            <a:ln w="12700">
              <a:solidFill>
                <a:schemeClr val="bg1"/>
              </a:solidFill>
              <a:round/>
              <a:headEnd/>
              <a:tailEnd/>
            </a:ln>
          </p:spPr>
          <p:txBody>
            <a:bodyPr wrap="none" lIns="72000" tIns="72000" rIns="72000" bIns="36000" anchor="ctr"/>
            <a:lstStyle/>
            <a:p>
              <a:pPr algn="ctr"/>
              <a:r>
                <a:rPr lang="ja-JP" altLang="en-US" sz="1400" dirty="0">
                  <a:solidFill>
                    <a:schemeClr val="bg1"/>
                  </a:solidFill>
                </a:rPr>
                <a:t>テキスト</a:t>
              </a:r>
              <a:endParaRPr lang="en-US" sz="1400" dirty="0">
                <a:solidFill>
                  <a:schemeClr val="bg1"/>
                </a:solidFill>
              </a:endParaRPr>
            </a:p>
          </p:txBody>
        </p:sp>
      </p:grpSp>
      <p:sp>
        <p:nvSpPr>
          <p:cNvPr id="15" name="Rectangle 57"/>
          <p:cNvSpPr>
            <a:spLocks noChangeArrowheads="1"/>
          </p:cNvSpPr>
          <p:nvPr/>
        </p:nvSpPr>
        <p:spPr bwMode="gray">
          <a:xfrm>
            <a:off x="6321151" y="152636"/>
            <a:ext cx="3168000" cy="553998"/>
          </a:xfrm>
          <a:prstGeom prst="rect">
            <a:avLst/>
          </a:prstGeom>
          <a:solidFill>
            <a:srgbClr val="D0D0CE"/>
          </a:solidFill>
          <a:ln w="6350" algn="ctr">
            <a:noFill/>
            <a:miter lim="800000"/>
            <a:headEnd/>
            <a:tailEnd/>
          </a:ln>
        </p:spPr>
        <p:txBody>
          <a:bodyPr tIns="91440" bIns="91440">
            <a:spAutoFit/>
          </a:bodyPr>
          <a:lstStyle/>
          <a:p>
            <a:pPr algn="l"/>
            <a:r>
              <a:rPr kumimoji="0" lang="ja-JP" altLang="en-US" sz="1200" dirty="0"/>
              <a:t>正</a:t>
            </a:r>
            <a:r>
              <a:rPr kumimoji="0" lang="ja-JP" altLang="de-DE" sz="1200" dirty="0"/>
              <a:t>円の状態を保つために、大きさを変える際にはシフトキーを押しながら調節</a:t>
            </a:r>
            <a:r>
              <a:rPr lang="ja-JP" altLang="en-US" sz="1200" dirty="0"/>
              <a:t>する</a:t>
            </a:r>
            <a:endParaRPr kumimoji="0" lang="de-DE" sz="1200" dirty="0"/>
          </a:p>
        </p:txBody>
      </p:sp>
    </p:spTree>
    <p:extLst>
      <p:ext uri="{BB962C8B-B14F-4D97-AF65-F5344CB8AC3E}">
        <p14:creationId xmlns:p14="http://schemas.microsoft.com/office/powerpoint/2010/main" val="3525449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62466" name="Rectangle 2"/>
          <p:cNvSpPr>
            <a:spLocks noGrp="1" noChangeArrowheads="1"/>
          </p:cNvSpPr>
          <p:nvPr>
            <p:ph type="title"/>
          </p:nvPr>
        </p:nvSpPr>
        <p:spPr bwMode="gray"/>
        <p:txBody>
          <a:bodyPr/>
          <a:lstStyle/>
          <a:p>
            <a:r>
              <a:rPr lang="ja-JP" altLang="en-US"/>
              <a:t>三角形</a:t>
            </a:r>
            <a:r>
              <a:rPr lang="en-GB" altLang="ja-JP"/>
              <a:t> </a:t>
            </a:r>
            <a:r>
              <a:rPr lang="nl-NL" altLang="ja-JP"/>
              <a:t>–</a:t>
            </a:r>
            <a:r>
              <a:rPr lang="en-GB" altLang="ja-JP"/>
              <a:t> </a:t>
            </a:r>
            <a:r>
              <a:rPr lang="ja-JP" altLang="en-US"/>
              <a:t>ピラミッド</a:t>
            </a:r>
            <a:endParaRPr lang="en-GB" altLang="ja-JP" dirty="0"/>
          </a:p>
        </p:txBody>
      </p:sp>
      <p:grpSp>
        <p:nvGrpSpPr>
          <p:cNvPr id="2" name="グループ化 107"/>
          <p:cNvGrpSpPr/>
          <p:nvPr/>
        </p:nvGrpSpPr>
        <p:grpSpPr bwMode="gray">
          <a:xfrm>
            <a:off x="5815649" y="3992168"/>
            <a:ext cx="2714400" cy="2201070"/>
            <a:chOff x="5569830" y="3990978"/>
            <a:chExt cx="2714400" cy="2201070"/>
          </a:xfrm>
        </p:grpSpPr>
        <p:sp>
          <p:nvSpPr>
            <p:cNvPr id="98" name="二等辺三角形 97"/>
            <p:cNvSpPr/>
            <p:nvPr/>
          </p:nvSpPr>
          <p:spPr bwMode="gray">
            <a:xfrm>
              <a:off x="6627673" y="3990978"/>
              <a:ext cx="590400" cy="479010"/>
            </a:xfrm>
            <a:prstGeom prst="triangle">
              <a:avLst/>
            </a:prstGeom>
            <a:solidFill>
              <a:schemeClr val="tx2"/>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99" name="台形 98"/>
            <p:cNvSpPr/>
            <p:nvPr/>
          </p:nvSpPr>
          <p:spPr bwMode="gray">
            <a:xfrm>
              <a:off x="6496726" y="4469080"/>
              <a:ext cx="853200" cy="215187"/>
            </a:xfrm>
            <a:prstGeom prst="trapezoid">
              <a:avLst>
                <a:gd name="adj" fmla="val 61498"/>
              </a:avLst>
            </a:prstGeom>
            <a:solidFill>
              <a:schemeClr val="accent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100" name="台形 99"/>
            <p:cNvSpPr/>
            <p:nvPr/>
          </p:nvSpPr>
          <p:spPr bwMode="gray">
            <a:xfrm>
              <a:off x="6361811" y="4684267"/>
              <a:ext cx="1123200" cy="215187"/>
            </a:xfrm>
            <a:prstGeom prst="trapezoid">
              <a:avLst>
                <a:gd name="adj" fmla="val 61498"/>
              </a:avLst>
            </a:prstGeom>
            <a:solidFill>
              <a:srgbClr val="97999B"/>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101" name="台形 100"/>
            <p:cNvSpPr/>
            <p:nvPr/>
          </p:nvSpPr>
          <p:spPr bwMode="gray">
            <a:xfrm>
              <a:off x="6232442" y="4900361"/>
              <a:ext cx="1386000" cy="215187"/>
            </a:xfrm>
            <a:prstGeom prst="trapezoid">
              <a:avLst>
                <a:gd name="adj" fmla="val 61498"/>
              </a:avLst>
            </a:prstGeom>
            <a:solidFill>
              <a:srgbClr val="BBBCBC"/>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tx1"/>
                  </a:solidFill>
                </a:rPr>
                <a:t>…</a:t>
              </a:r>
              <a:endParaRPr kumimoji="1" lang="ja-JP" altLang="en-US" sz="1200" dirty="0">
                <a:solidFill>
                  <a:schemeClr val="tx1"/>
                </a:solidFill>
              </a:endParaRPr>
            </a:p>
          </p:txBody>
        </p:sp>
        <p:sp>
          <p:nvSpPr>
            <p:cNvPr id="102" name="台形 101"/>
            <p:cNvSpPr/>
            <p:nvPr/>
          </p:nvSpPr>
          <p:spPr bwMode="gray">
            <a:xfrm>
              <a:off x="6098311" y="5115548"/>
              <a:ext cx="1652400" cy="215187"/>
            </a:xfrm>
            <a:prstGeom prst="trapezoid">
              <a:avLst>
                <a:gd name="adj" fmla="val 61498"/>
              </a:avLst>
            </a:prstGeom>
            <a:solidFill>
              <a:schemeClr val="tx2"/>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103" name="台形 102"/>
            <p:cNvSpPr/>
            <p:nvPr/>
          </p:nvSpPr>
          <p:spPr bwMode="gray">
            <a:xfrm>
              <a:off x="5968255" y="5330735"/>
              <a:ext cx="1915200" cy="215187"/>
            </a:xfrm>
            <a:prstGeom prst="trapezoid">
              <a:avLst>
                <a:gd name="adj" fmla="val 61498"/>
              </a:avLst>
            </a:prstGeom>
            <a:solidFill>
              <a:srgbClr val="97999B"/>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104" name="台形 103"/>
            <p:cNvSpPr/>
            <p:nvPr/>
          </p:nvSpPr>
          <p:spPr bwMode="gray">
            <a:xfrm>
              <a:off x="5835623" y="5545920"/>
              <a:ext cx="2181600" cy="215187"/>
            </a:xfrm>
            <a:prstGeom prst="trapezoid">
              <a:avLst>
                <a:gd name="adj" fmla="val 61498"/>
              </a:avLst>
            </a:prstGeom>
            <a:solidFill>
              <a:srgbClr val="BBBCBC"/>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tx1"/>
                  </a:solidFill>
                </a:rPr>
                <a:t>…</a:t>
              </a:r>
              <a:endParaRPr kumimoji="1" lang="ja-JP" altLang="en-US" sz="1200" dirty="0">
                <a:solidFill>
                  <a:schemeClr val="tx1"/>
                </a:solidFill>
              </a:endParaRPr>
            </a:p>
          </p:txBody>
        </p:sp>
        <p:sp>
          <p:nvSpPr>
            <p:cNvPr id="105" name="台形 104"/>
            <p:cNvSpPr/>
            <p:nvPr/>
          </p:nvSpPr>
          <p:spPr bwMode="gray">
            <a:xfrm>
              <a:off x="5703874" y="5761107"/>
              <a:ext cx="2448000" cy="215187"/>
            </a:xfrm>
            <a:prstGeom prst="trapezoid">
              <a:avLst>
                <a:gd name="adj" fmla="val 61498"/>
              </a:avLst>
            </a:prstGeom>
            <a:solidFill>
              <a:schemeClr val="tx2"/>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106" name="台形 105"/>
            <p:cNvSpPr/>
            <p:nvPr/>
          </p:nvSpPr>
          <p:spPr bwMode="gray">
            <a:xfrm>
              <a:off x="5569830" y="5976861"/>
              <a:ext cx="2714400" cy="215187"/>
            </a:xfrm>
            <a:prstGeom prst="trapezoid">
              <a:avLst>
                <a:gd name="adj" fmla="val 61498"/>
              </a:avLst>
            </a:prstGeom>
            <a:solidFill>
              <a:srgbClr val="97999B"/>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grpSp>
      <p:grpSp>
        <p:nvGrpSpPr>
          <p:cNvPr id="4" name="グループ化 85"/>
          <p:cNvGrpSpPr/>
          <p:nvPr/>
        </p:nvGrpSpPr>
        <p:grpSpPr bwMode="gray">
          <a:xfrm>
            <a:off x="1371484" y="1484312"/>
            <a:ext cx="2640013" cy="2164080"/>
            <a:chOff x="1638300" y="1536383"/>
            <a:chExt cx="2640013" cy="2164080"/>
          </a:xfrm>
        </p:grpSpPr>
        <p:sp>
          <p:nvSpPr>
            <p:cNvPr id="78" name="二等辺三角形 77"/>
            <p:cNvSpPr/>
            <p:nvPr/>
          </p:nvSpPr>
          <p:spPr bwMode="gray">
            <a:xfrm>
              <a:off x="2203996" y="1536383"/>
              <a:ext cx="1512000" cy="1244141"/>
            </a:xfrm>
            <a:prstGeom prst="triangle">
              <a:avLst/>
            </a:prstGeom>
            <a:solidFill>
              <a:srgbClr val="97999B"/>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79" name="台形 78"/>
            <p:cNvSpPr/>
            <p:nvPr/>
          </p:nvSpPr>
          <p:spPr bwMode="gray">
            <a:xfrm>
              <a:off x="1638300" y="2781844"/>
              <a:ext cx="2640013" cy="918619"/>
            </a:xfrm>
            <a:prstGeom prst="trapezoid">
              <a:avLst>
                <a:gd name="adj" fmla="val 61498"/>
              </a:avLst>
            </a:prstGeom>
            <a:solidFill>
              <a:srgbClr val="BBBCBC"/>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tx1"/>
                  </a:solidFill>
                </a:rPr>
                <a:t>…</a:t>
              </a:r>
              <a:endParaRPr kumimoji="1" lang="ja-JP" altLang="en-US" sz="1200" dirty="0">
                <a:solidFill>
                  <a:schemeClr val="tx1"/>
                </a:solidFill>
              </a:endParaRPr>
            </a:p>
          </p:txBody>
        </p:sp>
      </p:grpSp>
      <p:grpSp>
        <p:nvGrpSpPr>
          <p:cNvPr id="5" name="グループ化 92"/>
          <p:cNvGrpSpPr/>
          <p:nvPr/>
        </p:nvGrpSpPr>
        <p:grpSpPr bwMode="gray">
          <a:xfrm>
            <a:off x="1363901" y="3992168"/>
            <a:ext cx="2647596" cy="2154908"/>
            <a:chOff x="1630717" y="4039521"/>
            <a:chExt cx="2647596" cy="2154908"/>
          </a:xfrm>
        </p:grpSpPr>
        <p:sp>
          <p:nvSpPr>
            <p:cNvPr id="84" name="二等辺三角形 83"/>
            <p:cNvSpPr/>
            <p:nvPr/>
          </p:nvSpPr>
          <p:spPr bwMode="gray">
            <a:xfrm>
              <a:off x="2489117" y="4039521"/>
              <a:ext cx="939313" cy="749433"/>
            </a:xfrm>
            <a:prstGeom prst="triangle">
              <a:avLst/>
            </a:prstGeom>
            <a:solidFill>
              <a:schemeClr val="tx2"/>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85" name="台形 84"/>
            <p:cNvSpPr/>
            <p:nvPr/>
          </p:nvSpPr>
          <p:spPr bwMode="gray">
            <a:xfrm>
              <a:off x="2189708" y="4789826"/>
              <a:ext cx="1535938" cy="482449"/>
            </a:xfrm>
            <a:prstGeom prst="trapezoid">
              <a:avLst>
                <a:gd name="adj" fmla="val 61498"/>
              </a:avLst>
            </a:prstGeom>
            <a:solidFill>
              <a:schemeClr val="accent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87" name="台形 86"/>
            <p:cNvSpPr/>
            <p:nvPr/>
          </p:nvSpPr>
          <p:spPr bwMode="gray">
            <a:xfrm>
              <a:off x="1892491" y="5272275"/>
              <a:ext cx="2132237" cy="482449"/>
            </a:xfrm>
            <a:prstGeom prst="trapezoid">
              <a:avLst>
                <a:gd name="adj" fmla="val 61498"/>
              </a:avLst>
            </a:prstGeom>
            <a:solidFill>
              <a:srgbClr val="97999B"/>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88" name="台形 87"/>
            <p:cNvSpPr/>
            <p:nvPr/>
          </p:nvSpPr>
          <p:spPr bwMode="gray">
            <a:xfrm>
              <a:off x="1630717" y="5754725"/>
              <a:ext cx="2647596" cy="439704"/>
            </a:xfrm>
            <a:prstGeom prst="trapezoid">
              <a:avLst>
                <a:gd name="adj" fmla="val 58610"/>
              </a:avLst>
            </a:prstGeom>
            <a:solidFill>
              <a:srgbClr val="BBBCBC"/>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tx1"/>
                  </a:solidFill>
                </a:rPr>
                <a:t>…</a:t>
              </a:r>
              <a:endParaRPr kumimoji="1" lang="ja-JP" altLang="en-US" sz="1200" dirty="0">
                <a:solidFill>
                  <a:schemeClr val="tx1"/>
                </a:solidFill>
              </a:endParaRPr>
            </a:p>
          </p:txBody>
        </p:sp>
      </p:grpSp>
      <p:grpSp>
        <p:nvGrpSpPr>
          <p:cNvPr id="6" name="グループ化 96"/>
          <p:cNvGrpSpPr/>
          <p:nvPr/>
        </p:nvGrpSpPr>
        <p:grpSpPr bwMode="gray">
          <a:xfrm>
            <a:off x="5798900" y="1484312"/>
            <a:ext cx="2743200" cy="2216152"/>
            <a:chOff x="5553081" y="1484312"/>
            <a:chExt cx="2743200" cy="2216152"/>
          </a:xfrm>
        </p:grpSpPr>
        <p:sp>
          <p:nvSpPr>
            <p:cNvPr id="94" name="二等辺三角形 93"/>
            <p:cNvSpPr/>
            <p:nvPr/>
          </p:nvSpPr>
          <p:spPr bwMode="gray">
            <a:xfrm>
              <a:off x="6461569" y="1484312"/>
              <a:ext cx="922423" cy="738717"/>
            </a:xfrm>
            <a:prstGeom prst="triangle">
              <a:avLst/>
            </a:prstGeom>
            <a:solidFill>
              <a:schemeClr val="tx2"/>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95" name="台形 94"/>
            <p:cNvSpPr/>
            <p:nvPr/>
          </p:nvSpPr>
          <p:spPr bwMode="gray">
            <a:xfrm>
              <a:off x="6008423" y="2223030"/>
              <a:ext cx="1828800" cy="738717"/>
            </a:xfrm>
            <a:prstGeom prst="trapezoid">
              <a:avLst>
                <a:gd name="adj" fmla="val 61498"/>
              </a:avLst>
            </a:prstGeom>
            <a:solidFill>
              <a:srgbClr val="97999B"/>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bg1"/>
                  </a:solidFill>
                </a:rPr>
                <a:t>…</a:t>
              </a:r>
              <a:endParaRPr kumimoji="1" lang="ja-JP" altLang="en-US" sz="1200" dirty="0">
                <a:solidFill>
                  <a:schemeClr val="bg1"/>
                </a:solidFill>
              </a:endParaRPr>
            </a:p>
          </p:txBody>
        </p:sp>
        <p:sp>
          <p:nvSpPr>
            <p:cNvPr id="96" name="台形 95"/>
            <p:cNvSpPr/>
            <p:nvPr/>
          </p:nvSpPr>
          <p:spPr bwMode="gray">
            <a:xfrm>
              <a:off x="5553081" y="2961747"/>
              <a:ext cx="2743200" cy="738717"/>
            </a:xfrm>
            <a:prstGeom prst="trapezoid">
              <a:avLst>
                <a:gd name="adj" fmla="val 61498"/>
              </a:avLst>
            </a:prstGeom>
            <a:solidFill>
              <a:srgbClr val="BBBCBC"/>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1"/>
            <a:lstStyle/>
            <a:p>
              <a:pPr algn="ctr"/>
              <a:r>
                <a:rPr kumimoji="1" lang="en-US" altLang="ja-JP" sz="1200" dirty="0">
                  <a:solidFill>
                    <a:schemeClr val="tx1"/>
                  </a:solidFill>
                </a:rPr>
                <a:t>…</a:t>
              </a:r>
              <a:endParaRPr kumimoji="1" lang="ja-JP" altLang="en-US" sz="1200" dirty="0">
                <a:solidFill>
                  <a:schemeClr val="tx1"/>
                </a:solidFill>
              </a:endParaRPr>
            </a:p>
          </p:txBody>
        </p:sp>
      </p:grpSp>
    </p:spTree>
    <p:extLst>
      <p:ext uri="{BB962C8B-B14F-4D97-AF65-F5344CB8AC3E}">
        <p14:creationId xmlns:p14="http://schemas.microsoft.com/office/powerpoint/2010/main" val="30050171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テキスト プレースホルダー 3"/>
          <p:cNvSpPr>
            <a:spLocks noGrp="1"/>
          </p:cNvSpPr>
          <p:nvPr>
            <p:ph type="body" sz="quarter" idx="15"/>
          </p:nvPr>
        </p:nvSpPr>
        <p:spPr/>
        <p:txBody>
          <a:bodyPr/>
          <a:lstStyle/>
          <a:p>
            <a:r>
              <a:rPr lang="en-US" altLang="ja-JP"/>
              <a:t>Header</a:t>
            </a:r>
            <a:endParaRPr lang="en-US" altLang="ja-JP" dirty="0"/>
          </a:p>
        </p:txBody>
      </p:sp>
      <p:sp>
        <p:nvSpPr>
          <p:cNvPr id="63490" name="Rectangle 2"/>
          <p:cNvSpPr>
            <a:spLocks noGrp="1" noChangeArrowheads="1"/>
          </p:cNvSpPr>
          <p:nvPr>
            <p:ph type="title"/>
          </p:nvPr>
        </p:nvSpPr>
        <p:spPr/>
        <p:txBody>
          <a:bodyPr/>
          <a:lstStyle/>
          <a:p>
            <a:r>
              <a:rPr lang="ja-JP" altLang="en-US"/>
              <a:t>パズル</a:t>
            </a:r>
            <a:r>
              <a:rPr lang="de-DE" altLang="ja-JP"/>
              <a:t> </a:t>
            </a:r>
            <a:r>
              <a:rPr lang="nl-NL" altLang="ja-JP"/>
              <a:t>–</a:t>
            </a:r>
            <a:r>
              <a:rPr lang="de-DE" altLang="ja-JP"/>
              <a:t> </a:t>
            </a:r>
            <a:r>
              <a:rPr lang="ja-JP" altLang="en-US"/>
              <a:t>正方形</a:t>
            </a:r>
            <a:endParaRPr lang="de-DE" altLang="ja-JP" dirty="0"/>
          </a:p>
        </p:txBody>
      </p:sp>
      <p:sp>
        <p:nvSpPr>
          <p:cNvPr id="63494" name="Rectangle 18"/>
          <p:cNvSpPr>
            <a:spLocks noChangeArrowheads="1"/>
          </p:cNvSpPr>
          <p:nvPr/>
        </p:nvSpPr>
        <p:spPr bwMode="gray">
          <a:xfrm>
            <a:off x="6321152" y="188640"/>
            <a:ext cx="3132000" cy="514738"/>
          </a:xfrm>
          <a:prstGeom prst="rect">
            <a:avLst/>
          </a:prstGeom>
          <a:solidFill>
            <a:schemeClr val="bg2"/>
          </a:solidFill>
          <a:ln w="6350" algn="ctr">
            <a:noFill/>
            <a:miter lim="800000"/>
            <a:headEnd/>
            <a:tailEnd/>
          </a:ln>
        </p:spPr>
        <p:txBody>
          <a:bodyPr lIns="72000" tIns="72000" rIns="72000" bIns="72000">
            <a:spAutoFit/>
          </a:bodyPr>
          <a:lstStyle/>
          <a:p>
            <a:pPr algn="l"/>
            <a:r>
              <a:rPr kumimoji="0" lang="ja-JP" altLang="de-DE" sz="1200" dirty="0"/>
              <a:t>正方形を保って大きさを変更したい場合には、シフトキーを押しながら調節</a:t>
            </a:r>
            <a:r>
              <a:rPr lang="ja-JP" altLang="en-US" sz="1200" dirty="0"/>
              <a:t>する</a:t>
            </a:r>
            <a:endParaRPr kumimoji="0" lang="de-DE" sz="1200" dirty="0"/>
          </a:p>
        </p:txBody>
      </p:sp>
      <p:sp>
        <p:nvSpPr>
          <p:cNvPr id="63508" name="Freeform 4"/>
          <p:cNvSpPr>
            <a:spLocks/>
          </p:cNvSpPr>
          <p:nvPr/>
        </p:nvSpPr>
        <p:spPr bwMode="gray">
          <a:xfrm>
            <a:off x="908152" y="2035959"/>
            <a:ext cx="2299600" cy="1811415"/>
          </a:xfrm>
          <a:custGeom>
            <a:avLst/>
            <a:gdLst>
              <a:gd name="T0" fmla="*/ 0 w 2312"/>
              <a:gd name="T1" fmla="*/ 0 h 1823"/>
              <a:gd name="T2" fmla="*/ 16 w 2312"/>
              <a:gd name="T3" fmla="*/ 0 h 1823"/>
              <a:gd name="T4" fmla="*/ 16 w 2312"/>
              <a:gd name="T5" fmla="*/ 4 h 1823"/>
              <a:gd name="T6" fmla="*/ 18 w 2312"/>
              <a:gd name="T7" fmla="*/ 3 h 1823"/>
              <a:gd name="T8" fmla="*/ 20 w 2312"/>
              <a:gd name="T9" fmla="*/ 5 h 1823"/>
              <a:gd name="T10" fmla="*/ 18 w 2312"/>
              <a:gd name="T11" fmla="*/ 7 h 1823"/>
              <a:gd name="T12" fmla="*/ 16 w 2312"/>
              <a:gd name="T13" fmla="*/ 6 h 1823"/>
              <a:gd name="T14" fmla="*/ 16 w 2312"/>
              <a:gd name="T15" fmla="*/ 10 h 1823"/>
              <a:gd name="T16" fmla="*/ 10 w 2312"/>
              <a:gd name="T17" fmla="*/ 10 h 1823"/>
              <a:gd name="T18" fmla="*/ 10 w 2312"/>
              <a:gd name="T19" fmla="*/ 9 h 1823"/>
              <a:gd name="T20" fmla="*/ 8 w 2312"/>
              <a:gd name="T21" fmla="*/ 7 h 1823"/>
              <a:gd name="T22" fmla="*/ 5 w 2312"/>
              <a:gd name="T23" fmla="*/ 9 h 1823"/>
              <a:gd name="T24" fmla="*/ 6 w 2312"/>
              <a:gd name="T25" fmla="*/ 10 h 1823"/>
              <a:gd name="T26" fmla="*/ 0 w 2312"/>
              <a:gd name="T27" fmla="*/ 10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chemeClr val="accent1"/>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9" name="Freeform 5"/>
          <p:cNvSpPr>
            <a:spLocks/>
          </p:cNvSpPr>
          <p:nvPr/>
        </p:nvSpPr>
        <p:spPr bwMode="gray">
          <a:xfrm rot="16200000">
            <a:off x="664629" y="3604849"/>
            <a:ext cx="2297462" cy="1810416"/>
          </a:xfrm>
          <a:custGeom>
            <a:avLst/>
            <a:gdLst>
              <a:gd name="T0" fmla="*/ 0 w 2312"/>
              <a:gd name="T1" fmla="*/ 0 h 1823"/>
              <a:gd name="T2" fmla="*/ 10 w 2312"/>
              <a:gd name="T3" fmla="*/ 0 h 1823"/>
              <a:gd name="T4" fmla="*/ 10 w 2312"/>
              <a:gd name="T5" fmla="*/ 6 h 1823"/>
              <a:gd name="T6" fmla="*/ 11 w 2312"/>
              <a:gd name="T7" fmla="*/ 5 h 1823"/>
              <a:gd name="T8" fmla="*/ 13 w 2312"/>
              <a:gd name="T9" fmla="*/ 8 h 1823"/>
              <a:gd name="T10" fmla="*/ 11 w 2312"/>
              <a:gd name="T11" fmla="*/ 10 h 1823"/>
              <a:gd name="T12" fmla="*/ 10 w 2312"/>
              <a:gd name="T13" fmla="*/ 10 h 1823"/>
              <a:gd name="T14" fmla="*/ 10 w 2312"/>
              <a:gd name="T15" fmla="*/ 16 h 1823"/>
              <a:gd name="T16" fmla="*/ 6 w 2312"/>
              <a:gd name="T17" fmla="*/ 16 h 1823"/>
              <a:gd name="T18" fmla="*/ 7 w 2312"/>
              <a:gd name="T19" fmla="*/ 14 h 1823"/>
              <a:gd name="T20" fmla="*/ 5 w 2312"/>
              <a:gd name="T21" fmla="*/ 12 h 1823"/>
              <a:gd name="T22" fmla="*/ 3 w 2312"/>
              <a:gd name="T23" fmla="*/ 14 h 1823"/>
              <a:gd name="T24" fmla="*/ 4 w 2312"/>
              <a:gd name="T25" fmla="*/ 16 h 1823"/>
              <a:gd name="T26" fmla="*/ 0 w 2312"/>
              <a:gd name="T27" fmla="*/ 16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10" name="Freeform 6"/>
          <p:cNvSpPr>
            <a:spLocks/>
          </p:cNvSpPr>
          <p:nvPr/>
        </p:nvSpPr>
        <p:spPr bwMode="gray">
          <a:xfrm rot="10800000">
            <a:off x="2235936" y="3847373"/>
            <a:ext cx="2297416" cy="1811415"/>
          </a:xfrm>
          <a:custGeom>
            <a:avLst/>
            <a:gdLst>
              <a:gd name="T0" fmla="*/ 0 w 2312"/>
              <a:gd name="T1" fmla="*/ 0 h 1823"/>
              <a:gd name="T2" fmla="*/ 16 w 2312"/>
              <a:gd name="T3" fmla="*/ 0 h 1823"/>
              <a:gd name="T4" fmla="*/ 16 w 2312"/>
              <a:gd name="T5" fmla="*/ 4 h 1823"/>
              <a:gd name="T6" fmla="*/ 18 w 2312"/>
              <a:gd name="T7" fmla="*/ 3 h 1823"/>
              <a:gd name="T8" fmla="*/ 20 w 2312"/>
              <a:gd name="T9" fmla="*/ 5 h 1823"/>
              <a:gd name="T10" fmla="*/ 18 w 2312"/>
              <a:gd name="T11" fmla="*/ 7 h 1823"/>
              <a:gd name="T12" fmla="*/ 16 w 2312"/>
              <a:gd name="T13" fmla="*/ 6 h 1823"/>
              <a:gd name="T14" fmla="*/ 16 w 2312"/>
              <a:gd name="T15" fmla="*/ 10 h 1823"/>
              <a:gd name="T16" fmla="*/ 10 w 2312"/>
              <a:gd name="T17" fmla="*/ 10 h 1823"/>
              <a:gd name="T18" fmla="*/ 10 w 2312"/>
              <a:gd name="T19" fmla="*/ 9 h 1823"/>
              <a:gd name="T20" fmla="*/ 8 w 2312"/>
              <a:gd name="T21" fmla="*/ 7 h 1823"/>
              <a:gd name="T22" fmla="*/ 5 w 2312"/>
              <a:gd name="T23" fmla="*/ 9 h 1823"/>
              <a:gd name="T24" fmla="*/ 6 w 2312"/>
              <a:gd name="T25" fmla="*/ 10 h 1823"/>
              <a:gd name="T26" fmla="*/ 0 w 2312"/>
              <a:gd name="T27" fmla="*/ 10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11" name="Freeform 7"/>
          <p:cNvSpPr>
            <a:spLocks/>
          </p:cNvSpPr>
          <p:nvPr/>
        </p:nvSpPr>
        <p:spPr bwMode="gray">
          <a:xfrm rot="5400000">
            <a:off x="2472862" y="2279388"/>
            <a:ext cx="2297462" cy="1808232"/>
          </a:xfrm>
          <a:custGeom>
            <a:avLst/>
            <a:gdLst>
              <a:gd name="T0" fmla="*/ 0 w 2312"/>
              <a:gd name="T1" fmla="*/ 0 h 1823"/>
              <a:gd name="T2" fmla="*/ 10 w 2312"/>
              <a:gd name="T3" fmla="*/ 0 h 1823"/>
              <a:gd name="T4" fmla="*/ 10 w 2312"/>
              <a:gd name="T5" fmla="*/ 6 h 1823"/>
              <a:gd name="T6" fmla="*/ 11 w 2312"/>
              <a:gd name="T7" fmla="*/ 5 h 1823"/>
              <a:gd name="T8" fmla="*/ 13 w 2312"/>
              <a:gd name="T9" fmla="*/ 8 h 1823"/>
              <a:gd name="T10" fmla="*/ 11 w 2312"/>
              <a:gd name="T11" fmla="*/ 10 h 1823"/>
              <a:gd name="T12" fmla="*/ 10 w 2312"/>
              <a:gd name="T13" fmla="*/ 10 h 1823"/>
              <a:gd name="T14" fmla="*/ 10 w 2312"/>
              <a:gd name="T15" fmla="*/ 16 h 1823"/>
              <a:gd name="T16" fmla="*/ 6 w 2312"/>
              <a:gd name="T17" fmla="*/ 16 h 1823"/>
              <a:gd name="T18" fmla="*/ 7 w 2312"/>
              <a:gd name="T19" fmla="*/ 14 h 1823"/>
              <a:gd name="T20" fmla="*/ 5 w 2312"/>
              <a:gd name="T21" fmla="*/ 12 h 1823"/>
              <a:gd name="T22" fmla="*/ 3 w 2312"/>
              <a:gd name="T23" fmla="*/ 14 h 1823"/>
              <a:gd name="T24" fmla="*/ 4 w 2312"/>
              <a:gd name="T25" fmla="*/ 16 h 1823"/>
              <a:gd name="T26" fmla="*/ 0 w 2312"/>
              <a:gd name="T27" fmla="*/ 16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rgbClr val="97999B"/>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499" name="Freeform 21"/>
          <p:cNvSpPr>
            <a:spLocks/>
          </p:cNvSpPr>
          <p:nvPr/>
        </p:nvSpPr>
        <p:spPr bwMode="gray">
          <a:xfrm>
            <a:off x="6265896" y="2919251"/>
            <a:ext cx="1526729" cy="1530564"/>
          </a:xfrm>
          <a:custGeom>
            <a:avLst/>
            <a:gdLst>
              <a:gd name="T0" fmla="*/ 231 w 850"/>
              <a:gd name="T1" fmla="*/ 775 h 853"/>
              <a:gd name="T2" fmla="*/ 193 w 850"/>
              <a:gd name="T3" fmla="*/ 786 h 853"/>
              <a:gd name="T4" fmla="*/ 122 w 850"/>
              <a:gd name="T5" fmla="*/ 809 h 853"/>
              <a:gd name="T6" fmla="*/ 55 w 850"/>
              <a:gd name="T7" fmla="*/ 781 h 853"/>
              <a:gd name="T8" fmla="*/ 6 w 850"/>
              <a:gd name="T9" fmla="*/ 715 h 853"/>
              <a:gd name="T10" fmla="*/ 0 w 850"/>
              <a:gd name="T11" fmla="*/ 619 h 853"/>
              <a:gd name="T12" fmla="*/ 33 w 850"/>
              <a:gd name="T13" fmla="*/ 557 h 853"/>
              <a:gd name="T14" fmla="*/ 106 w 850"/>
              <a:gd name="T15" fmla="*/ 524 h 853"/>
              <a:gd name="T16" fmla="*/ 187 w 850"/>
              <a:gd name="T17" fmla="*/ 549 h 853"/>
              <a:gd name="T18" fmla="*/ 231 w 850"/>
              <a:gd name="T19" fmla="*/ 551 h 853"/>
              <a:gd name="T20" fmla="*/ 562 w 850"/>
              <a:gd name="T21" fmla="*/ 230 h 853"/>
              <a:gd name="T22" fmla="*/ 552 w 850"/>
              <a:gd name="T23" fmla="*/ 199 h 853"/>
              <a:gd name="T24" fmla="*/ 520 w 850"/>
              <a:gd name="T25" fmla="*/ 143 h 853"/>
              <a:gd name="T26" fmla="*/ 523 w 850"/>
              <a:gd name="T27" fmla="*/ 94 h 853"/>
              <a:gd name="T28" fmla="*/ 546 w 850"/>
              <a:gd name="T29" fmla="*/ 51 h 853"/>
              <a:gd name="T30" fmla="*/ 622 w 850"/>
              <a:gd name="T31" fmla="*/ 4 h 853"/>
              <a:gd name="T32" fmla="*/ 699 w 850"/>
              <a:gd name="T33" fmla="*/ 1 h 853"/>
              <a:gd name="T34" fmla="*/ 777 w 850"/>
              <a:gd name="T35" fmla="*/ 34 h 853"/>
              <a:gd name="T36" fmla="*/ 805 w 850"/>
              <a:gd name="T37" fmla="*/ 109 h 853"/>
              <a:gd name="T38" fmla="*/ 789 w 850"/>
              <a:gd name="T39" fmla="*/ 168 h 853"/>
              <a:gd name="T40" fmla="*/ 761 w 850"/>
              <a:gd name="T41" fmla="*/ 217 h 853"/>
              <a:gd name="T42" fmla="*/ 1104 w 850"/>
              <a:gd name="T43" fmla="*/ 230 h 853"/>
              <a:gd name="T44" fmla="*/ 1089 w 850"/>
              <a:gd name="T45" fmla="*/ 563 h 853"/>
              <a:gd name="T46" fmla="*/ 1025 w 850"/>
              <a:gd name="T47" fmla="*/ 530 h 853"/>
              <a:gd name="T48" fmla="*/ 955 w 850"/>
              <a:gd name="T49" fmla="*/ 526 h 853"/>
              <a:gd name="T50" fmla="*/ 902 w 850"/>
              <a:gd name="T51" fmla="*/ 561 h 853"/>
              <a:gd name="T52" fmla="*/ 874 w 850"/>
              <a:gd name="T53" fmla="*/ 622 h 853"/>
              <a:gd name="T54" fmla="*/ 874 w 850"/>
              <a:gd name="T55" fmla="*/ 709 h 853"/>
              <a:gd name="T56" fmla="*/ 921 w 850"/>
              <a:gd name="T57" fmla="*/ 775 h 853"/>
              <a:gd name="T58" fmla="*/ 986 w 850"/>
              <a:gd name="T59" fmla="*/ 805 h 853"/>
              <a:gd name="T60" fmla="*/ 1049 w 850"/>
              <a:gd name="T61" fmla="*/ 795 h 853"/>
              <a:gd name="T62" fmla="*/ 1096 w 850"/>
              <a:gd name="T63" fmla="*/ 761 h 853"/>
              <a:gd name="T64" fmla="*/ 1104 w 850"/>
              <a:gd name="T65" fmla="*/ 1101 h 853"/>
              <a:gd name="T66" fmla="*/ 764 w 850"/>
              <a:gd name="T67" fmla="*/ 1084 h 853"/>
              <a:gd name="T68" fmla="*/ 797 w 850"/>
              <a:gd name="T69" fmla="*/ 1054 h 853"/>
              <a:gd name="T70" fmla="*/ 815 w 850"/>
              <a:gd name="T71" fmla="*/ 1001 h 853"/>
              <a:gd name="T72" fmla="*/ 799 w 850"/>
              <a:gd name="T73" fmla="*/ 946 h 853"/>
              <a:gd name="T74" fmla="*/ 754 w 850"/>
              <a:gd name="T75" fmla="*/ 899 h 853"/>
              <a:gd name="T76" fmla="*/ 663 w 850"/>
              <a:gd name="T77" fmla="*/ 871 h 853"/>
              <a:gd name="T78" fmla="*/ 603 w 850"/>
              <a:gd name="T79" fmla="*/ 883 h 853"/>
              <a:gd name="T80" fmla="*/ 552 w 850"/>
              <a:gd name="T81" fmla="*/ 919 h 853"/>
              <a:gd name="T82" fmla="*/ 528 w 850"/>
              <a:gd name="T83" fmla="*/ 987 h 853"/>
              <a:gd name="T84" fmla="*/ 541 w 850"/>
              <a:gd name="T85" fmla="*/ 1045 h 853"/>
              <a:gd name="T86" fmla="*/ 565 w 850"/>
              <a:gd name="T87" fmla="*/ 1088 h 853"/>
              <a:gd name="T88" fmla="*/ 231 w 850"/>
              <a:gd name="T89" fmla="*/ 1101 h 85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50"/>
              <a:gd name="T136" fmla="*/ 0 h 853"/>
              <a:gd name="T137" fmla="*/ 850 w 850"/>
              <a:gd name="T138" fmla="*/ 853 h 85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50" h="853">
                <a:moveTo>
                  <a:pt x="178" y="853"/>
                </a:moveTo>
                <a:lnTo>
                  <a:pt x="178" y="601"/>
                </a:lnTo>
                <a:lnTo>
                  <a:pt x="165" y="592"/>
                </a:lnTo>
                <a:lnTo>
                  <a:pt x="148" y="609"/>
                </a:lnTo>
                <a:lnTo>
                  <a:pt x="124" y="621"/>
                </a:lnTo>
                <a:lnTo>
                  <a:pt x="94" y="627"/>
                </a:lnTo>
                <a:lnTo>
                  <a:pt x="69" y="621"/>
                </a:lnTo>
                <a:lnTo>
                  <a:pt x="43" y="606"/>
                </a:lnTo>
                <a:lnTo>
                  <a:pt x="22" y="583"/>
                </a:lnTo>
                <a:lnTo>
                  <a:pt x="6" y="555"/>
                </a:lnTo>
                <a:lnTo>
                  <a:pt x="0" y="520"/>
                </a:lnTo>
                <a:lnTo>
                  <a:pt x="0" y="478"/>
                </a:lnTo>
                <a:lnTo>
                  <a:pt x="13" y="447"/>
                </a:lnTo>
                <a:lnTo>
                  <a:pt x="27" y="432"/>
                </a:lnTo>
                <a:lnTo>
                  <a:pt x="43" y="417"/>
                </a:lnTo>
                <a:lnTo>
                  <a:pt x="81" y="406"/>
                </a:lnTo>
                <a:lnTo>
                  <a:pt x="115" y="411"/>
                </a:lnTo>
                <a:lnTo>
                  <a:pt x="144" y="426"/>
                </a:lnTo>
                <a:lnTo>
                  <a:pt x="166" y="439"/>
                </a:lnTo>
                <a:lnTo>
                  <a:pt x="178" y="427"/>
                </a:lnTo>
                <a:lnTo>
                  <a:pt x="178" y="178"/>
                </a:lnTo>
                <a:lnTo>
                  <a:pt x="433" y="178"/>
                </a:lnTo>
                <a:lnTo>
                  <a:pt x="438" y="168"/>
                </a:lnTo>
                <a:lnTo>
                  <a:pt x="423" y="154"/>
                </a:lnTo>
                <a:lnTo>
                  <a:pt x="409" y="138"/>
                </a:lnTo>
                <a:lnTo>
                  <a:pt x="400" y="111"/>
                </a:lnTo>
                <a:lnTo>
                  <a:pt x="399" y="93"/>
                </a:lnTo>
                <a:lnTo>
                  <a:pt x="402" y="73"/>
                </a:lnTo>
                <a:lnTo>
                  <a:pt x="406" y="57"/>
                </a:lnTo>
                <a:lnTo>
                  <a:pt x="420" y="39"/>
                </a:lnTo>
                <a:lnTo>
                  <a:pt x="447" y="18"/>
                </a:lnTo>
                <a:lnTo>
                  <a:pt x="480" y="4"/>
                </a:lnTo>
                <a:lnTo>
                  <a:pt x="507" y="0"/>
                </a:lnTo>
                <a:lnTo>
                  <a:pt x="538" y="1"/>
                </a:lnTo>
                <a:lnTo>
                  <a:pt x="568" y="7"/>
                </a:lnTo>
                <a:lnTo>
                  <a:pt x="598" y="28"/>
                </a:lnTo>
                <a:lnTo>
                  <a:pt x="613" y="55"/>
                </a:lnTo>
                <a:lnTo>
                  <a:pt x="619" y="84"/>
                </a:lnTo>
                <a:lnTo>
                  <a:pt x="615" y="109"/>
                </a:lnTo>
                <a:lnTo>
                  <a:pt x="607" y="130"/>
                </a:lnTo>
                <a:lnTo>
                  <a:pt x="594" y="151"/>
                </a:lnTo>
                <a:lnTo>
                  <a:pt x="585" y="168"/>
                </a:lnTo>
                <a:lnTo>
                  <a:pt x="595" y="178"/>
                </a:lnTo>
                <a:lnTo>
                  <a:pt x="850" y="178"/>
                </a:lnTo>
                <a:lnTo>
                  <a:pt x="850" y="421"/>
                </a:lnTo>
                <a:lnTo>
                  <a:pt x="837" y="436"/>
                </a:lnTo>
                <a:lnTo>
                  <a:pt x="820" y="429"/>
                </a:lnTo>
                <a:lnTo>
                  <a:pt x="789" y="411"/>
                </a:lnTo>
                <a:lnTo>
                  <a:pt x="759" y="405"/>
                </a:lnTo>
                <a:lnTo>
                  <a:pt x="735" y="408"/>
                </a:lnTo>
                <a:lnTo>
                  <a:pt x="712" y="418"/>
                </a:lnTo>
                <a:lnTo>
                  <a:pt x="694" y="435"/>
                </a:lnTo>
                <a:lnTo>
                  <a:pt x="682" y="453"/>
                </a:lnTo>
                <a:lnTo>
                  <a:pt x="673" y="481"/>
                </a:lnTo>
                <a:lnTo>
                  <a:pt x="667" y="513"/>
                </a:lnTo>
                <a:lnTo>
                  <a:pt x="673" y="550"/>
                </a:lnTo>
                <a:lnTo>
                  <a:pt x="690" y="579"/>
                </a:lnTo>
                <a:lnTo>
                  <a:pt x="708" y="601"/>
                </a:lnTo>
                <a:lnTo>
                  <a:pt x="733" y="618"/>
                </a:lnTo>
                <a:lnTo>
                  <a:pt x="759" y="625"/>
                </a:lnTo>
                <a:lnTo>
                  <a:pt x="781" y="625"/>
                </a:lnTo>
                <a:lnTo>
                  <a:pt x="807" y="616"/>
                </a:lnTo>
                <a:lnTo>
                  <a:pt x="825" y="601"/>
                </a:lnTo>
                <a:lnTo>
                  <a:pt x="843" y="589"/>
                </a:lnTo>
                <a:lnTo>
                  <a:pt x="850" y="601"/>
                </a:lnTo>
                <a:lnTo>
                  <a:pt x="850" y="853"/>
                </a:lnTo>
                <a:lnTo>
                  <a:pt x="592" y="853"/>
                </a:lnTo>
                <a:lnTo>
                  <a:pt x="588" y="841"/>
                </a:lnTo>
                <a:lnTo>
                  <a:pt x="600" y="831"/>
                </a:lnTo>
                <a:lnTo>
                  <a:pt x="613" y="817"/>
                </a:lnTo>
                <a:lnTo>
                  <a:pt x="621" y="798"/>
                </a:lnTo>
                <a:lnTo>
                  <a:pt x="627" y="775"/>
                </a:lnTo>
                <a:lnTo>
                  <a:pt x="621" y="753"/>
                </a:lnTo>
                <a:lnTo>
                  <a:pt x="615" y="733"/>
                </a:lnTo>
                <a:lnTo>
                  <a:pt x="601" y="715"/>
                </a:lnTo>
                <a:lnTo>
                  <a:pt x="580" y="697"/>
                </a:lnTo>
                <a:lnTo>
                  <a:pt x="550" y="682"/>
                </a:lnTo>
                <a:lnTo>
                  <a:pt x="510" y="675"/>
                </a:lnTo>
                <a:lnTo>
                  <a:pt x="487" y="678"/>
                </a:lnTo>
                <a:lnTo>
                  <a:pt x="462" y="684"/>
                </a:lnTo>
                <a:lnTo>
                  <a:pt x="439" y="697"/>
                </a:lnTo>
                <a:lnTo>
                  <a:pt x="423" y="712"/>
                </a:lnTo>
                <a:lnTo>
                  <a:pt x="411" y="736"/>
                </a:lnTo>
                <a:lnTo>
                  <a:pt x="405" y="765"/>
                </a:lnTo>
                <a:lnTo>
                  <a:pt x="408" y="787"/>
                </a:lnTo>
                <a:lnTo>
                  <a:pt x="417" y="810"/>
                </a:lnTo>
                <a:lnTo>
                  <a:pt x="429" y="828"/>
                </a:lnTo>
                <a:lnTo>
                  <a:pt x="436" y="843"/>
                </a:lnTo>
                <a:lnTo>
                  <a:pt x="427" y="853"/>
                </a:lnTo>
                <a:lnTo>
                  <a:pt x="178" y="853"/>
                </a:lnTo>
                <a:close/>
              </a:path>
            </a:pathLst>
          </a:custGeom>
          <a:solidFill>
            <a:schemeClr val="bg1"/>
          </a:solidFill>
          <a:ln w="12700">
            <a:solidFill>
              <a:schemeClr val="bg1"/>
            </a:solidFill>
            <a:round/>
            <a:headEnd/>
            <a:tailEnd/>
          </a:ln>
        </p:spPr>
        <p:txBody>
          <a:bodyPr wrap="none" lIns="72000" tIns="72000" rIns="72000" bIns="72000" anchor="ctr"/>
          <a:lstStyle/>
          <a:p>
            <a:endParaRPr lang="ja-JP" altLang="en-US" sz="1200" dirty="0"/>
          </a:p>
        </p:txBody>
      </p:sp>
      <p:sp>
        <p:nvSpPr>
          <p:cNvPr id="63500" name="Freeform 22"/>
          <p:cNvSpPr>
            <a:spLocks/>
          </p:cNvSpPr>
          <p:nvPr/>
        </p:nvSpPr>
        <p:spPr bwMode="gray">
          <a:xfrm>
            <a:off x="6582246" y="2033588"/>
            <a:ext cx="1533607" cy="1203814"/>
          </a:xfrm>
          <a:custGeom>
            <a:avLst/>
            <a:gdLst>
              <a:gd name="T0" fmla="*/ 0 w 2312"/>
              <a:gd name="T1" fmla="*/ 0 h 1823"/>
              <a:gd name="T2" fmla="*/ 6 w 2312"/>
              <a:gd name="T3" fmla="*/ 0 h 1823"/>
              <a:gd name="T4" fmla="*/ 6 w 2312"/>
              <a:gd name="T5" fmla="*/ 2 h 1823"/>
              <a:gd name="T6" fmla="*/ 7 w 2312"/>
              <a:gd name="T7" fmla="*/ 2 h 1823"/>
              <a:gd name="T8" fmla="*/ 8 w 2312"/>
              <a:gd name="T9" fmla="*/ 3 h 1823"/>
              <a:gd name="T10" fmla="*/ 7 w 2312"/>
              <a:gd name="T11" fmla="*/ 4 h 1823"/>
              <a:gd name="T12" fmla="*/ 6 w 2312"/>
              <a:gd name="T13" fmla="*/ 4 h 1823"/>
              <a:gd name="T14" fmla="*/ 6 w 2312"/>
              <a:gd name="T15" fmla="*/ 6 h 1823"/>
              <a:gd name="T16" fmla="*/ 4 w 2312"/>
              <a:gd name="T17" fmla="*/ 6 h 1823"/>
              <a:gd name="T18" fmla="*/ 4 w 2312"/>
              <a:gd name="T19" fmla="*/ 5 h 1823"/>
              <a:gd name="T20" fmla="*/ 3 w 2312"/>
              <a:gd name="T21" fmla="*/ 4 h 1823"/>
              <a:gd name="T22" fmla="*/ 2 w 2312"/>
              <a:gd name="T23" fmla="*/ 5 h 1823"/>
              <a:gd name="T24" fmla="*/ 2 w 2312"/>
              <a:gd name="T25" fmla="*/ 6 h 1823"/>
              <a:gd name="T26" fmla="*/ 0 w 2312"/>
              <a:gd name="T27" fmla="*/ 6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rgbClr val="97999B"/>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1" name="Freeform 23"/>
          <p:cNvSpPr>
            <a:spLocks/>
          </p:cNvSpPr>
          <p:nvPr/>
        </p:nvSpPr>
        <p:spPr bwMode="gray">
          <a:xfrm>
            <a:off x="5373585" y="2033588"/>
            <a:ext cx="1535326" cy="1203814"/>
          </a:xfrm>
          <a:custGeom>
            <a:avLst/>
            <a:gdLst>
              <a:gd name="T0" fmla="*/ 0 w 2312"/>
              <a:gd name="T1" fmla="*/ 0 h 1823"/>
              <a:gd name="T2" fmla="*/ 6 w 2312"/>
              <a:gd name="T3" fmla="*/ 0 h 1823"/>
              <a:gd name="T4" fmla="*/ 6 w 2312"/>
              <a:gd name="T5" fmla="*/ 2 h 1823"/>
              <a:gd name="T6" fmla="*/ 7 w 2312"/>
              <a:gd name="T7" fmla="*/ 2 h 1823"/>
              <a:gd name="T8" fmla="*/ 8 w 2312"/>
              <a:gd name="T9" fmla="*/ 3 h 1823"/>
              <a:gd name="T10" fmla="*/ 7 w 2312"/>
              <a:gd name="T11" fmla="*/ 4 h 1823"/>
              <a:gd name="T12" fmla="*/ 6 w 2312"/>
              <a:gd name="T13" fmla="*/ 4 h 1823"/>
              <a:gd name="T14" fmla="*/ 6 w 2312"/>
              <a:gd name="T15" fmla="*/ 6 h 1823"/>
              <a:gd name="T16" fmla="*/ 4 w 2312"/>
              <a:gd name="T17" fmla="*/ 6 h 1823"/>
              <a:gd name="T18" fmla="*/ 4 w 2312"/>
              <a:gd name="T19" fmla="*/ 5 h 1823"/>
              <a:gd name="T20" fmla="*/ 3 w 2312"/>
              <a:gd name="T21" fmla="*/ 4 h 1823"/>
              <a:gd name="T22" fmla="*/ 2 w 2312"/>
              <a:gd name="T23" fmla="*/ 5 h 1823"/>
              <a:gd name="T24" fmla="*/ 2 w 2312"/>
              <a:gd name="T25" fmla="*/ 6 h 1823"/>
              <a:gd name="T26" fmla="*/ 0 w 2312"/>
              <a:gd name="T27" fmla="*/ 6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2" name="Freeform 24"/>
          <p:cNvSpPr>
            <a:spLocks/>
          </p:cNvSpPr>
          <p:nvPr/>
        </p:nvSpPr>
        <p:spPr bwMode="gray">
          <a:xfrm>
            <a:off x="5373585" y="2912372"/>
            <a:ext cx="1210380" cy="1857313"/>
          </a:xfrm>
          <a:custGeom>
            <a:avLst/>
            <a:gdLst>
              <a:gd name="T0" fmla="*/ 0 w 673"/>
              <a:gd name="T1" fmla="*/ 1102 h 1036"/>
              <a:gd name="T2" fmla="*/ 0 w 673"/>
              <a:gd name="T3" fmla="*/ 232 h 1036"/>
              <a:gd name="T4" fmla="*/ 324 w 673"/>
              <a:gd name="T5" fmla="*/ 232 h 1036"/>
              <a:gd name="T6" fmla="*/ 293 w 673"/>
              <a:gd name="T7" fmla="*/ 139 h 1036"/>
              <a:gd name="T8" fmla="*/ 446 w 673"/>
              <a:gd name="T9" fmla="*/ 1 h 1036"/>
              <a:gd name="T10" fmla="*/ 580 w 673"/>
              <a:gd name="T11" fmla="*/ 121 h 1036"/>
              <a:gd name="T12" fmla="*/ 563 w 673"/>
              <a:gd name="T13" fmla="*/ 232 h 1036"/>
              <a:gd name="T14" fmla="*/ 881 w 673"/>
              <a:gd name="T15" fmla="*/ 232 h 1036"/>
              <a:gd name="T16" fmla="*/ 881 w 673"/>
              <a:gd name="T17" fmla="*/ 549 h 1036"/>
              <a:gd name="T18" fmla="*/ 766 w 673"/>
              <a:gd name="T19" fmla="*/ 526 h 1036"/>
              <a:gd name="T20" fmla="*/ 650 w 673"/>
              <a:gd name="T21" fmla="*/ 662 h 1036"/>
              <a:gd name="T22" fmla="*/ 785 w 673"/>
              <a:gd name="T23" fmla="*/ 808 h 1036"/>
              <a:gd name="T24" fmla="*/ 881 w 673"/>
              <a:gd name="T25" fmla="*/ 777 h 1036"/>
              <a:gd name="T26" fmla="*/ 881 w 673"/>
              <a:gd name="T27" fmla="*/ 1102 h 1036"/>
              <a:gd name="T28" fmla="*/ 550 w 673"/>
              <a:gd name="T29" fmla="*/ 1102 h 1036"/>
              <a:gd name="T30" fmla="*/ 538 w 673"/>
              <a:gd name="T31" fmla="*/ 1120 h 1036"/>
              <a:gd name="T32" fmla="*/ 549 w 673"/>
              <a:gd name="T33" fmla="*/ 1142 h 1036"/>
              <a:gd name="T34" fmla="*/ 568 w 673"/>
              <a:gd name="T35" fmla="*/ 1165 h 1036"/>
              <a:gd name="T36" fmla="*/ 576 w 673"/>
              <a:gd name="T37" fmla="*/ 1184 h 1036"/>
              <a:gd name="T38" fmla="*/ 581 w 673"/>
              <a:gd name="T39" fmla="*/ 1214 h 1036"/>
              <a:gd name="T40" fmla="*/ 577 w 673"/>
              <a:gd name="T41" fmla="*/ 1247 h 1036"/>
              <a:gd name="T42" fmla="*/ 568 w 673"/>
              <a:gd name="T43" fmla="*/ 1274 h 1036"/>
              <a:gd name="T44" fmla="*/ 547 w 673"/>
              <a:gd name="T45" fmla="*/ 1298 h 1036"/>
              <a:gd name="T46" fmla="*/ 519 w 673"/>
              <a:gd name="T47" fmla="*/ 1317 h 1036"/>
              <a:gd name="T48" fmla="*/ 476 w 673"/>
              <a:gd name="T49" fmla="*/ 1327 h 1036"/>
              <a:gd name="T50" fmla="*/ 440 w 673"/>
              <a:gd name="T51" fmla="*/ 1330 h 1036"/>
              <a:gd name="T52" fmla="*/ 405 w 673"/>
              <a:gd name="T53" fmla="*/ 1327 h 1036"/>
              <a:gd name="T54" fmla="*/ 373 w 673"/>
              <a:gd name="T55" fmla="*/ 1312 h 1036"/>
              <a:gd name="T56" fmla="*/ 343 w 673"/>
              <a:gd name="T57" fmla="*/ 1295 h 1036"/>
              <a:gd name="T58" fmla="*/ 318 w 673"/>
              <a:gd name="T59" fmla="*/ 1276 h 1036"/>
              <a:gd name="T60" fmla="*/ 301 w 673"/>
              <a:gd name="T61" fmla="*/ 1238 h 1036"/>
              <a:gd name="T62" fmla="*/ 295 w 673"/>
              <a:gd name="T63" fmla="*/ 1207 h 1036"/>
              <a:gd name="T64" fmla="*/ 294 w 673"/>
              <a:gd name="T65" fmla="*/ 1179 h 1036"/>
              <a:gd name="T66" fmla="*/ 310 w 673"/>
              <a:gd name="T67" fmla="*/ 1139 h 1036"/>
              <a:gd name="T68" fmla="*/ 338 w 673"/>
              <a:gd name="T69" fmla="*/ 1119 h 1036"/>
              <a:gd name="T70" fmla="*/ 328 w 673"/>
              <a:gd name="T71" fmla="*/ 1102 h 1036"/>
              <a:gd name="T72" fmla="*/ 0 w 673"/>
              <a:gd name="T73" fmla="*/ 1102 h 10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673"/>
              <a:gd name="T112" fmla="*/ 0 h 1036"/>
              <a:gd name="T113" fmla="*/ 673 w 673"/>
              <a:gd name="T114" fmla="*/ 1036 h 10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673" h="1036">
                <a:moveTo>
                  <a:pt x="0" y="859"/>
                </a:moveTo>
                <a:lnTo>
                  <a:pt x="0" y="181"/>
                </a:lnTo>
                <a:lnTo>
                  <a:pt x="248" y="181"/>
                </a:lnTo>
                <a:cubicBezTo>
                  <a:pt x="285" y="169"/>
                  <a:pt x="226" y="159"/>
                  <a:pt x="224" y="108"/>
                </a:cubicBezTo>
                <a:cubicBezTo>
                  <a:pt x="222" y="57"/>
                  <a:pt x="272" y="0"/>
                  <a:pt x="340" y="1"/>
                </a:cubicBezTo>
                <a:cubicBezTo>
                  <a:pt x="408" y="3"/>
                  <a:pt x="441" y="44"/>
                  <a:pt x="444" y="94"/>
                </a:cubicBezTo>
                <a:cubicBezTo>
                  <a:pt x="447" y="144"/>
                  <a:pt x="389" y="165"/>
                  <a:pt x="428" y="181"/>
                </a:cubicBezTo>
                <a:lnTo>
                  <a:pt x="673" y="181"/>
                </a:lnTo>
                <a:lnTo>
                  <a:pt x="673" y="428"/>
                </a:lnTo>
                <a:cubicBezTo>
                  <a:pt x="658" y="467"/>
                  <a:pt x="641" y="409"/>
                  <a:pt x="585" y="410"/>
                </a:cubicBezTo>
                <a:cubicBezTo>
                  <a:pt x="529" y="412"/>
                  <a:pt x="496" y="453"/>
                  <a:pt x="496" y="515"/>
                </a:cubicBezTo>
                <a:cubicBezTo>
                  <a:pt x="497" y="577"/>
                  <a:pt x="542" y="629"/>
                  <a:pt x="598" y="629"/>
                </a:cubicBezTo>
                <a:cubicBezTo>
                  <a:pt x="654" y="629"/>
                  <a:pt x="661" y="570"/>
                  <a:pt x="673" y="605"/>
                </a:cubicBezTo>
                <a:lnTo>
                  <a:pt x="673" y="859"/>
                </a:lnTo>
                <a:lnTo>
                  <a:pt x="421" y="859"/>
                </a:lnTo>
                <a:lnTo>
                  <a:pt x="409" y="872"/>
                </a:lnTo>
                <a:lnTo>
                  <a:pt x="420" y="889"/>
                </a:lnTo>
                <a:lnTo>
                  <a:pt x="433" y="907"/>
                </a:lnTo>
                <a:lnTo>
                  <a:pt x="441" y="923"/>
                </a:lnTo>
                <a:lnTo>
                  <a:pt x="445" y="946"/>
                </a:lnTo>
                <a:lnTo>
                  <a:pt x="442" y="971"/>
                </a:lnTo>
                <a:lnTo>
                  <a:pt x="433" y="992"/>
                </a:lnTo>
                <a:lnTo>
                  <a:pt x="418" y="1010"/>
                </a:lnTo>
                <a:lnTo>
                  <a:pt x="396" y="1027"/>
                </a:lnTo>
                <a:lnTo>
                  <a:pt x="363" y="1033"/>
                </a:lnTo>
                <a:lnTo>
                  <a:pt x="336" y="1036"/>
                </a:lnTo>
                <a:lnTo>
                  <a:pt x="309" y="1033"/>
                </a:lnTo>
                <a:lnTo>
                  <a:pt x="285" y="1024"/>
                </a:lnTo>
                <a:lnTo>
                  <a:pt x="262" y="1007"/>
                </a:lnTo>
                <a:lnTo>
                  <a:pt x="243" y="994"/>
                </a:lnTo>
                <a:lnTo>
                  <a:pt x="229" y="965"/>
                </a:lnTo>
                <a:lnTo>
                  <a:pt x="226" y="941"/>
                </a:lnTo>
                <a:lnTo>
                  <a:pt x="225" y="919"/>
                </a:lnTo>
                <a:lnTo>
                  <a:pt x="237" y="887"/>
                </a:lnTo>
                <a:lnTo>
                  <a:pt x="258" y="871"/>
                </a:lnTo>
                <a:lnTo>
                  <a:pt x="250" y="859"/>
                </a:lnTo>
                <a:lnTo>
                  <a:pt x="0" y="859"/>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3" name="Freeform 25"/>
          <p:cNvSpPr>
            <a:spLocks/>
          </p:cNvSpPr>
          <p:nvPr/>
        </p:nvSpPr>
        <p:spPr bwMode="gray">
          <a:xfrm>
            <a:off x="5373585" y="4123065"/>
            <a:ext cx="1208661" cy="1535723"/>
          </a:xfrm>
          <a:custGeom>
            <a:avLst/>
            <a:gdLst>
              <a:gd name="T0" fmla="*/ 0 w 673"/>
              <a:gd name="T1" fmla="*/ 1094 h 857"/>
              <a:gd name="T2" fmla="*/ 1 w 673"/>
              <a:gd name="T3" fmla="*/ 232 h 857"/>
              <a:gd name="T4" fmla="*/ 324 w 673"/>
              <a:gd name="T5" fmla="*/ 232 h 857"/>
              <a:gd name="T6" fmla="*/ 290 w 673"/>
              <a:gd name="T7" fmla="*/ 139 h 857"/>
              <a:gd name="T8" fmla="*/ 443 w 673"/>
              <a:gd name="T9" fmla="*/ 1 h 857"/>
              <a:gd name="T10" fmla="*/ 579 w 673"/>
              <a:gd name="T11" fmla="*/ 120 h 857"/>
              <a:gd name="T12" fmla="*/ 557 w 673"/>
              <a:gd name="T13" fmla="*/ 232 h 857"/>
              <a:gd name="T14" fmla="*/ 874 w 673"/>
              <a:gd name="T15" fmla="*/ 232 h 857"/>
              <a:gd name="T16" fmla="*/ 874 w 673"/>
              <a:gd name="T17" fmla="*/ 549 h 857"/>
              <a:gd name="T18" fmla="*/ 874 w 673"/>
              <a:gd name="T19" fmla="*/ 776 h 857"/>
              <a:gd name="T20" fmla="*/ 874 w 673"/>
              <a:gd name="T21" fmla="*/ 1097 h 857"/>
              <a:gd name="T22" fmla="*/ 0 w 673"/>
              <a:gd name="T23" fmla="*/ 1094 h 85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73"/>
              <a:gd name="T37" fmla="*/ 0 h 857"/>
              <a:gd name="T38" fmla="*/ 673 w 673"/>
              <a:gd name="T39" fmla="*/ 857 h 857"/>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73" h="857">
                <a:moveTo>
                  <a:pt x="0" y="855"/>
                </a:moveTo>
                <a:lnTo>
                  <a:pt x="1" y="181"/>
                </a:lnTo>
                <a:lnTo>
                  <a:pt x="249" y="181"/>
                </a:lnTo>
                <a:cubicBezTo>
                  <a:pt x="286" y="169"/>
                  <a:pt x="227" y="159"/>
                  <a:pt x="224" y="108"/>
                </a:cubicBezTo>
                <a:cubicBezTo>
                  <a:pt x="222" y="57"/>
                  <a:pt x="273" y="0"/>
                  <a:pt x="341" y="1"/>
                </a:cubicBezTo>
                <a:cubicBezTo>
                  <a:pt x="408" y="3"/>
                  <a:pt x="442" y="44"/>
                  <a:pt x="444" y="94"/>
                </a:cubicBezTo>
                <a:cubicBezTo>
                  <a:pt x="447" y="144"/>
                  <a:pt x="389" y="165"/>
                  <a:pt x="428" y="181"/>
                </a:cubicBezTo>
                <a:lnTo>
                  <a:pt x="673" y="181"/>
                </a:lnTo>
                <a:lnTo>
                  <a:pt x="673" y="429"/>
                </a:lnTo>
                <a:cubicBezTo>
                  <a:pt x="673" y="500"/>
                  <a:pt x="673" y="535"/>
                  <a:pt x="673" y="606"/>
                </a:cubicBezTo>
                <a:lnTo>
                  <a:pt x="673" y="857"/>
                </a:lnTo>
                <a:lnTo>
                  <a:pt x="0" y="855"/>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4" name="Freeform 26"/>
          <p:cNvSpPr>
            <a:spLocks/>
          </p:cNvSpPr>
          <p:nvPr/>
        </p:nvSpPr>
        <p:spPr bwMode="gray">
          <a:xfrm>
            <a:off x="6253861" y="4128224"/>
            <a:ext cx="1538764" cy="1530564"/>
          </a:xfrm>
          <a:custGeom>
            <a:avLst/>
            <a:gdLst>
              <a:gd name="T0" fmla="*/ 1111 w 857"/>
              <a:gd name="T1" fmla="*/ 1101 h 853"/>
              <a:gd name="T2" fmla="*/ 1111 w 857"/>
              <a:gd name="T3" fmla="*/ 234 h 853"/>
              <a:gd name="T4" fmla="*/ 790 w 857"/>
              <a:gd name="T5" fmla="*/ 234 h 853"/>
              <a:gd name="T6" fmla="*/ 821 w 857"/>
              <a:gd name="T7" fmla="*/ 140 h 853"/>
              <a:gd name="T8" fmla="*/ 670 w 857"/>
              <a:gd name="T9" fmla="*/ 1 h 853"/>
              <a:gd name="T10" fmla="*/ 536 w 857"/>
              <a:gd name="T11" fmla="*/ 121 h 853"/>
              <a:gd name="T12" fmla="*/ 558 w 857"/>
              <a:gd name="T13" fmla="*/ 234 h 853"/>
              <a:gd name="T14" fmla="*/ 239 w 857"/>
              <a:gd name="T15" fmla="*/ 234 h 853"/>
              <a:gd name="T16" fmla="*/ 239 w 857"/>
              <a:gd name="T17" fmla="*/ 552 h 853"/>
              <a:gd name="T18" fmla="*/ 173 w 857"/>
              <a:gd name="T19" fmla="*/ 538 h 853"/>
              <a:gd name="T20" fmla="*/ 77 w 857"/>
              <a:gd name="T21" fmla="*/ 534 h 853"/>
              <a:gd name="T22" fmla="*/ 22 w 857"/>
              <a:gd name="T23" fmla="*/ 591 h 853"/>
              <a:gd name="T24" fmla="*/ 4 w 857"/>
              <a:gd name="T25" fmla="*/ 683 h 853"/>
              <a:gd name="T26" fmla="*/ 55 w 857"/>
              <a:gd name="T27" fmla="*/ 777 h 853"/>
              <a:gd name="T28" fmla="*/ 139 w 857"/>
              <a:gd name="T29" fmla="*/ 796 h 853"/>
              <a:gd name="T30" fmla="*/ 236 w 857"/>
              <a:gd name="T31" fmla="*/ 774 h 853"/>
              <a:gd name="T32" fmla="*/ 236 w 857"/>
              <a:gd name="T33" fmla="*/ 1100 h 853"/>
              <a:gd name="T34" fmla="*/ 1111 w 857"/>
              <a:gd name="T35" fmla="*/ 1101 h 8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57"/>
              <a:gd name="T55" fmla="*/ 0 h 853"/>
              <a:gd name="T56" fmla="*/ 857 w 857"/>
              <a:gd name="T57" fmla="*/ 853 h 8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57" h="853">
                <a:moveTo>
                  <a:pt x="857" y="853"/>
                </a:moveTo>
                <a:lnTo>
                  <a:pt x="857" y="181"/>
                </a:lnTo>
                <a:lnTo>
                  <a:pt x="609" y="181"/>
                </a:lnTo>
                <a:cubicBezTo>
                  <a:pt x="572" y="169"/>
                  <a:pt x="631" y="159"/>
                  <a:pt x="633" y="108"/>
                </a:cubicBezTo>
                <a:cubicBezTo>
                  <a:pt x="635" y="57"/>
                  <a:pt x="585" y="0"/>
                  <a:pt x="517" y="1"/>
                </a:cubicBezTo>
                <a:cubicBezTo>
                  <a:pt x="449" y="3"/>
                  <a:pt x="416" y="44"/>
                  <a:pt x="413" y="94"/>
                </a:cubicBezTo>
                <a:cubicBezTo>
                  <a:pt x="410" y="144"/>
                  <a:pt x="468" y="165"/>
                  <a:pt x="429" y="181"/>
                </a:cubicBezTo>
                <a:lnTo>
                  <a:pt x="184" y="181"/>
                </a:lnTo>
                <a:lnTo>
                  <a:pt x="184" y="428"/>
                </a:lnTo>
                <a:cubicBezTo>
                  <a:pt x="176" y="467"/>
                  <a:pt x="152" y="424"/>
                  <a:pt x="134" y="417"/>
                </a:cubicBezTo>
                <a:cubicBezTo>
                  <a:pt x="116" y="410"/>
                  <a:pt x="83" y="404"/>
                  <a:pt x="59" y="414"/>
                </a:cubicBezTo>
                <a:cubicBezTo>
                  <a:pt x="40" y="421"/>
                  <a:pt x="26" y="440"/>
                  <a:pt x="16" y="456"/>
                </a:cubicBezTo>
                <a:cubicBezTo>
                  <a:pt x="7" y="475"/>
                  <a:pt x="0" y="506"/>
                  <a:pt x="4" y="530"/>
                </a:cubicBezTo>
                <a:cubicBezTo>
                  <a:pt x="8" y="554"/>
                  <a:pt x="26" y="589"/>
                  <a:pt x="43" y="603"/>
                </a:cubicBezTo>
                <a:cubicBezTo>
                  <a:pt x="60" y="617"/>
                  <a:pt x="84" y="617"/>
                  <a:pt x="107" y="617"/>
                </a:cubicBezTo>
                <a:cubicBezTo>
                  <a:pt x="130" y="617"/>
                  <a:pt x="170" y="561"/>
                  <a:pt x="182" y="600"/>
                </a:cubicBezTo>
                <a:lnTo>
                  <a:pt x="182" y="852"/>
                </a:lnTo>
                <a:lnTo>
                  <a:pt x="857" y="853"/>
                </a:lnTo>
                <a:close/>
              </a:path>
            </a:pathLst>
          </a:custGeom>
          <a:solidFill>
            <a:srgbClr val="97999B"/>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5" name="Freeform 27"/>
          <p:cNvSpPr>
            <a:spLocks/>
          </p:cNvSpPr>
          <p:nvPr/>
        </p:nvSpPr>
        <p:spPr bwMode="gray">
          <a:xfrm>
            <a:off x="7465961" y="3237402"/>
            <a:ext cx="1531887" cy="1530564"/>
          </a:xfrm>
          <a:custGeom>
            <a:avLst/>
            <a:gdLst>
              <a:gd name="T0" fmla="*/ 1102 w 854"/>
              <a:gd name="T1" fmla="*/ 872 h 853"/>
              <a:gd name="T2" fmla="*/ 778 w 854"/>
              <a:gd name="T3" fmla="*/ 872 h 853"/>
              <a:gd name="T4" fmla="*/ 765 w 854"/>
              <a:gd name="T5" fmla="*/ 890 h 853"/>
              <a:gd name="T6" fmla="*/ 784 w 854"/>
              <a:gd name="T7" fmla="*/ 903 h 853"/>
              <a:gd name="T8" fmla="*/ 796 w 854"/>
              <a:gd name="T9" fmla="*/ 922 h 853"/>
              <a:gd name="T10" fmla="*/ 805 w 854"/>
              <a:gd name="T11" fmla="*/ 942 h 853"/>
              <a:gd name="T12" fmla="*/ 810 w 854"/>
              <a:gd name="T13" fmla="*/ 964 h 853"/>
              <a:gd name="T14" fmla="*/ 811 w 854"/>
              <a:gd name="T15" fmla="*/ 988 h 853"/>
              <a:gd name="T16" fmla="*/ 802 w 854"/>
              <a:gd name="T17" fmla="*/ 1011 h 853"/>
              <a:gd name="T18" fmla="*/ 791 w 854"/>
              <a:gd name="T19" fmla="*/ 1035 h 853"/>
              <a:gd name="T20" fmla="*/ 772 w 854"/>
              <a:gd name="T21" fmla="*/ 1054 h 853"/>
              <a:gd name="T22" fmla="*/ 749 w 854"/>
              <a:gd name="T23" fmla="*/ 1074 h 853"/>
              <a:gd name="T24" fmla="*/ 724 w 854"/>
              <a:gd name="T25" fmla="*/ 1089 h 853"/>
              <a:gd name="T26" fmla="*/ 697 w 854"/>
              <a:gd name="T27" fmla="*/ 1100 h 853"/>
              <a:gd name="T28" fmla="*/ 665 w 854"/>
              <a:gd name="T29" fmla="*/ 1101 h 853"/>
              <a:gd name="T30" fmla="*/ 629 w 854"/>
              <a:gd name="T31" fmla="*/ 1100 h 853"/>
              <a:gd name="T32" fmla="*/ 599 w 854"/>
              <a:gd name="T33" fmla="*/ 1092 h 853"/>
              <a:gd name="T34" fmla="*/ 571 w 854"/>
              <a:gd name="T35" fmla="*/ 1076 h 853"/>
              <a:gd name="T36" fmla="*/ 551 w 854"/>
              <a:gd name="T37" fmla="*/ 1057 h 853"/>
              <a:gd name="T38" fmla="*/ 535 w 854"/>
              <a:gd name="T39" fmla="*/ 1026 h 853"/>
              <a:gd name="T40" fmla="*/ 528 w 854"/>
              <a:gd name="T41" fmla="*/ 995 h 853"/>
              <a:gd name="T42" fmla="*/ 532 w 854"/>
              <a:gd name="T43" fmla="*/ 957 h 853"/>
              <a:gd name="T44" fmla="*/ 544 w 854"/>
              <a:gd name="T45" fmla="*/ 933 h 853"/>
              <a:gd name="T46" fmla="*/ 558 w 854"/>
              <a:gd name="T47" fmla="*/ 911 h 853"/>
              <a:gd name="T48" fmla="*/ 569 w 854"/>
              <a:gd name="T49" fmla="*/ 886 h 853"/>
              <a:gd name="T50" fmla="*/ 555 w 854"/>
              <a:gd name="T51" fmla="*/ 872 h 853"/>
              <a:gd name="T52" fmla="*/ 234 w 854"/>
              <a:gd name="T53" fmla="*/ 872 h 853"/>
              <a:gd name="T54" fmla="*/ 234 w 854"/>
              <a:gd name="T55" fmla="*/ 547 h 853"/>
              <a:gd name="T56" fmla="*/ 140 w 854"/>
              <a:gd name="T57" fmla="*/ 578 h 853"/>
              <a:gd name="T58" fmla="*/ 1 w 854"/>
              <a:gd name="T59" fmla="*/ 428 h 853"/>
              <a:gd name="T60" fmla="*/ 121 w 854"/>
              <a:gd name="T61" fmla="*/ 295 h 853"/>
              <a:gd name="T62" fmla="*/ 234 w 854"/>
              <a:gd name="T63" fmla="*/ 317 h 853"/>
              <a:gd name="T64" fmla="*/ 234 w 854"/>
              <a:gd name="T65" fmla="*/ 0 h 853"/>
              <a:gd name="T66" fmla="*/ 553 w 854"/>
              <a:gd name="T67" fmla="*/ 0 h 853"/>
              <a:gd name="T68" fmla="*/ 530 w 854"/>
              <a:gd name="T69" fmla="*/ 114 h 853"/>
              <a:gd name="T70" fmla="*/ 664 w 854"/>
              <a:gd name="T71" fmla="*/ 228 h 853"/>
              <a:gd name="T72" fmla="*/ 811 w 854"/>
              <a:gd name="T73" fmla="*/ 97 h 853"/>
              <a:gd name="T74" fmla="*/ 781 w 854"/>
              <a:gd name="T75" fmla="*/ 0 h 853"/>
              <a:gd name="T76" fmla="*/ 1102 w 854"/>
              <a:gd name="T77" fmla="*/ 0 h 853"/>
              <a:gd name="T78" fmla="*/ 1102 w 854"/>
              <a:gd name="T79" fmla="*/ 872 h 853"/>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54"/>
              <a:gd name="T121" fmla="*/ 0 h 853"/>
              <a:gd name="T122" fmla="*/ 854 w 854"/>
              <a:gd name="T123" fmla="*/ 853 h 853"/>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54" h="853">
                <a:moveTo>
                  <a:pt x="854" y="676"/>
                </a:moveTo>
                <a:lnTo>
                  <a:pt x="604" y="676"/>
                </a:lnTo>
                <a:lnTo>
                  <a:pt x="593" y="690"/>
                </a:lnTo>
                <a:lnTo>
                  <a:pt x="608" y="700"/>
                </a:lnTo>
                <a:lnTo>
                  <a:pt x="617" y="715"/>
                </a:lnTo>
                <a:lnTo>
                  <a:pt x="625" y="730"/>
                </a:lnTo>
                <a:lnTo>
                  <a:pt x="628" y="748"/>
                </a:lnTo>
                <a:lnTo>
                  <a:pt x="629" y="766"/>
                </a:lnTo>
                <a:lnTo>
                  <a:pt x="622" y="784"/>
                </a:lnTo>
                <a:lnTo>
                  <a:pt x="613" y="802"/>
                </a:lnTo>
                <a:lnTo>
                  <a:pt x="599" y="817"/>
                </a:lnTo>
                <a:lnTo>
                  <a:pt x="581" y="832"/>
                </a:lnTo>
                <a:lnTo>
                  <a:pt x="562" y="844"/>
                </a:lnTo>
                <a:lnTo>
                  <a:pt x="541" y="852"/>
                </a:lnTo>
                <a:lnTo>
                  <a:pt x="517" y="853"/>
                </a:lnTo>
                <a:lnTo>
                  <a:pt x="488" y="852"/>
                </a:lnTo>
                <a:lnTo>
                  <a:pt x="464" y="846"/>
                </a:lnTo>
                <a:lnTo>
                  <a:pt x="442" y="834"/>
                </a:lnTo>
                <a:lnTo>
                  <a:pt x="427" y="819"/>
                </a:lnTo>
                <a:lnTo>
                  <a:pt x="415" y="795"/>
                </a:lnTo>
                <a:lnTo>
                  <a:pt x="409" y="772"/>
                </a:lnTo>
                <a:lnTo>
                  <a:pt x="413" y="741"/>
                </a:lnTo>
                <a:lnTo>
                  <a:pt x="421" y="723"/>
                </a:lnTo>
                <a:lnTo>
                  <a:pt x="433" y="706"/>
                </a:lnTo>
                <a:lnTo>
                  <a:pt x="440" y="687"/>
                </a:lnTo>
                <a:lnTo>
                  <a:pt x="431" y="676"/>
                </a:lnTo>
                <a:lnTo>
                  <a:pt x="181" y="676"/>
                </a:lnTo>
                <a:lnTo>
                  <a:pt x="181" y="424"/>
                </a:lnTo>
                <a:cubicBezTo>
                  <a:pt x="169" y="386"/>
                  <a:pt x="159" y="446"/>
                  <a:pt x="108" y="449"/>
                </a:cubicBezTo>
                <a:cubicBezTo>
                  <a:pt x="57" y="451"/>
                  <a:pt x="0" y="400"/>
                  <a:pt x="1" y="332"/>
                </a:cubicBezTo>
                <a:cubicBezTo>
                  <a:pt x="3" y="265"/>
                  <a:pt x="44" y="231"/>
                  <a:pt x="94" y="229"/>
                </a:cubicBezTo>
                <a:cubicBezTo>
                  <a:pt x="144" y="226"/>
                  <a:pt x="165" y="284"/>
                  <a:pt x="181" y="245"/>
                </a:cubicBezTo>
                <a:lnTo>
                  <a:pt x="181" y="0"/>
                </a:lnTo>
                <a:lnTo>
                  <a:pt x="429" y="0"/>
                </a:lnTo>
                <a:cubicBezTo>
                  <a:pt x="467" y="15"/>
                  <a:pt x="409" y="32"/>
                  <a:pt x="411" y="88"/>
                </a:cubicBezTo>
                <a:cubicBezTo>
                  <a:pt x="412" y="144"/>
                  <a:pt x="453" y="177"/>
                  <a:pt x="516" y="177"/>
                </a:cubicBezTo>
                <a:cubicBezTo>
                  <a:pt x="578" y="176"/>
                  <a:pt x="629" y="131"/>
                  <a:pt x="629" y="75"/>
                </a:cubicBezTo>
                <a:cubicBezTo>
                  <a:pt x="629" y="19"/>
                  <a:pt x="571" y="12"/>
                  <a:pt x="606" y="0"/>
                </a:cubicBezTo>
                <a:lnTo>
                  <a:pt x="854" y="0"/>
                </a:lnTo>
                <a:lnTo>
                  <a:pt x="854" y="676"/>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6" name="Freeform 28"/>
          <p:cNvSpPr>
            <a:spLocks/>
          </p:cNvSpPr>
          <p:nvPr/>
        </p:nvSpPr>
        <p:spPr bwMode="gray">
          <a:xfrm rot="5400000">
            <a:off x="7629095" y="2193680"/>
            <a:ext cx="1530564" cy="1208661"/>
          </a:xfrm>
          <a:custGeom>
            <a:avLst/>
            <a:gdLst>
              <a:gd name="T0" fmla="*/ 0 w 2312"/>
              <a:gd name="T1" fmla="*/ 0 h 1823"/>
              <a:gd name="T2" fmla="*/ 6 w 2312"/>
              <a:gd name="T3" fmla="*/ 0 h 1823"/>
              <a:gd name="T4" fmla="*/ 6 w 2312"/>
              <a:gd name="T5" fmla="*/ 2 h 1823"/>
              <a:gd name="T6" fmla="*/ 7 w 2312"/>
              <a:gd name="T7" fmla="*/ 2 h 1823"/>
              <a:gd name="T8" fmla="*/ 8 w 2312"/>
              <a:gd name="T9" fmla="*/ 3 h 1823"/>
              <a:gd name="T10" fmla="*/ 7 w 2312"/>
              <a:gd name="T11" fmla="*/ 4 h 1823"/>
              <a:gd name="T12" fmla="*/ 6 w 2312"/>
              <a:gd name="T13" fmla="*/ 4 h 1823"/>
              <a:gd name="T14" fmla="*/ 6 w 2312"/>
              <a:gd name="T15" fmla="*/ 6 h 1823"/>
              <a:gd name="T16" fmla="*/ 4 w 2312"/>
              <a:gd name="T17" fmla="*/ 6 h 1823"/>
              <a:gd name="T18" fmla="*/ 4 w 2312"/>
              <a:gd name="T19" fmla="*/ 5 h 1823"/>
              <a:gd name="T20" fmla="*/ 3 w 2312"/>
              <a:gd name="T21" fmla="*/ 5 h 1823"/>
              <a:gd name="T22" fmla="*/ 2 w 2312"/>
              <a:gd name="T23" fmla="*/ 5 h 1823"/>
              <a:gd name="T24" fmla="*/ 2 w 2312"/>
              <a:gd name="T25" fmla="*/ 6 h 1823"/>
              <a:gd name="T26" fmla="*/ 0 w 2312"/>
              <a:gd name="T27" fmla="*/ 6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chemeClr val="accent1"/>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3507" name="Freeform 29"/>
          <p:cNvSpPr>
            <a:spLocks/>
          </p:cNvSpPr>
          <p:nvPr/>
        </p:nvSpPr>
        <p:spPr bwMode="gray">
          <a:xfrm flipH="1" flipV="1">
            <a:off x="7467680" y="4449815"/>
            <a:ext cx="1530168" cy="1208973"/>
          </a:xfrm>
          <a:custGeom>
            <a:avLst/>
            <a:gdLst>
              <a:gd name="T0" fmla="*/ 0 w 2312"/>
              <a:gd name="T1" fmla="*/ 0 h 1823"/>
              <a:gd name="T2" fmla="*/ 6 w 2312"/>
              <a:gd name="T3" fmla="*/ 0 h 1823"/>
              <a:gd name="T4" fmla="*/ 6 w 2312"/>
              <a:gd name="T5" fmla="*/ 2 h 1823"/>
              <a:gd name="T6" fmla="*/ 7 w 2312"/>
              <a:gd name="T7" fmla="*/ 2 h 1823"/>
              <a:gd name="T8" fmla="*/ 8 w 2312"/>
              <a:gd name="T9" fmla="*/ 3 h 1823"/>
              <a:gd name="T10" fmla="*/ 7 w 2312"/>
              <a:gd name="T11" fmla="*/ 4 h 1823"/>
              <a:gd name="T12" fmla="*/ 6 w 2312"/>
              <a:gd name="T13" fmla="*/ 4 h 1823"/>
              <a:gd name="T14" fmla="*/ 6 w 2312"/>
              <a:gd name="T15" fmla="*/ 6 h 1823"/>
              <a:gd name="T16" fmla="*/ 4 w 2312"/>
              <a:gd name="T17" fmla="*/ 6 h 1823"/>
              <a:gd name="T18" fmla="*/ 4 w 2312"/>
              <a:gd name="T19" fmla="*/ 5 h 1823"/>
              <a:gd name="T20" fmla="*/ 3 w 2312"/>
              <a:gd name="T21" fmla="*/ 5 h 1823"/>
              <a:gd name="T22" fmla="*/ 2 w 2312"/>
              <a:gd name="T23" fmla="*/ 5 h 1823"/>
              <a:gd name="T24" fmla="*/ 2 w 2312"/>
              <a:gd name="T25" fmla="*/ 6 h 1823"/>
              <a:gd name="T26" fmla="*/ 0 w 2312"/>
              <a:gd name="T27" fmla="*/ 6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chemeClr val="accent1"/>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Tree>
    <p:extLst>
      <p:ext uri="{BB962C8B-B14F-4D97-AF65-F5344CB8AC3E}">
        <p14:creationId xmlns:p14="http://schemas.microsoft.com/office/powerpoint/2010/main" val="3187718650"/>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64514" name="Rectangle 2"/>
          <p:cNvSpPr>
            <a:spLocks noGrp="1" noChangeArrowheads="1"/>
          </p:cNvSpPr>
          <p:nvPr>
            <p:ph type="title"/>
          </p:nvPr>
        </p:nvSpPr>
        <p:spPr bwMode="gray"/>
        <p:txBody>
          <a:bodyPr/>
          <a:lstStyle/>
          <a:p>
            <a:r>
              <a:rPr lang="ja-JP" altLang="en-US"/>
              <a:t>パズル</a:t>
            </a:r>
            <a:r>
              <a:rPr lang="de-DE" altLang="ja-JP"/>
              <a:t> </a:t>
            </a:r>
            <a:r>
              <a:rPr lang="nl-NL" altLang="ja-JP"/>
              <a:t>–</a:t>
            </a:r>
            <a:r>
              <a:rPr lang="de-DE" altLang="ja-JP"/>
              <a:t> </a:t>
            </a:r>
            <a:r>
              <a:rPr lang="ja-JP" altLang="en-US"/>
              <a:t>長方形</a:t>
            </a:r>
            <a:endParaRPr lang="de-DE" altLang="ja-JP" dirty="0"/>
          </a:p>
        </p:txBody>
      </p:sp>
      <p:sp>
        <p:nvSpPr>
          <p:cNvPr id="64532" name="Freeform 21"/>
          <p:cNvSpPr>
            <a:spLocks/>
          </p:cNvSpPr>
          <p:nvPr/>
        </p:nvSpPr>
        <p:spPr bwMode="gray">
          <a:xfrm>
            <a:off x="3281022" y="4703763"/>
            <a:ext cx="1970616" cy="1246187"/>
          </a:xfrm>
          <a:custGeom>
            <a:avLst/>
            <a:gdLst>
              <a:gd name="T0" fmla="*/ 0 w 1461"/>
              <a:gd name="T1" fmla="*/ 0 h 1885"/>
              <a:gd name="T2" fmla="*/ 471 w 1461"/>
              <a:gd name="T3" fmla="*/ 0 h 1885"/>
              <a:gd name="T4" fmla="*/ 471 w 1461"/>
              <a:gd name="T5" fmla="*/ 4 h 1885"/>
              <a:gd name="T6" fmla="*/ 482 w 1461"/>
              <a:gd name="T7" fmla="*/ 4 h 1885"/>
              <a:gd name="T8" fmla="*/ 512 w 1461"/>
              <a:gd name="T9" fmla="*/ 3 h 1885"/>
              <a:gd name="T10" fmla="*/ 549 w 1461"/>
              <a:gd name="T11" fmla="*/ 5 h 1885"/>
              <a:gd name="T12" fmla="*/ 512 w 1461"/>
              <a:gd name="T13" fmla="*/ 6 h 1885"/>
              <a:gd name="T14" fmla="*/ 482 w 1461"/>
              <a:gd name="T15" fmla="*/ 5 h 1885"/>
              <a:gd name="T16" fmla="*/ 471 w 1461"/>
              <a:gd name="T17" fmla="*/ 5 h 1885"/>
              <a:gd name="T18" fmla="*/ 471 w 1461"/>
              <a:gd name="T19" fmla="*/ 10 h 1885"/>
              <a:gd name="T20" fmla="*/ 0 w 1461"/>
              <a:gd name="T21" fmla="*/ 10 h 1885"/>
              <a:gd name="T22" fmla="*/ 0 w 1461"/>
              <a:gd name="T23" fmla="*/ 5 h 1885"/>
              <a:gd name="T24" fmla="*/ 10 w 1461"/>
              <a:gd name="T25" fmla="*/ 5 h 1885"/>
              <a:gd name="T26" fmla="*/ 40 w 1461"/>
              <a:gd name="T27" fmla="*/ 6 h 1885"/>
              <a:gd name="T28" fmla="*/ 78 w 1461"/>
              <a:gd name="T29" fmla="*/ 5 h 1885"/>
              <a:gd name="T30" fmla="*/ 42 w 1461"/>
              <a:gd name="T31" fmla="*/ 3 h 1885"/>
              <a:gd name="T32" fmla="*/ 9 w 1461"/>
              <a:gd name="T33" fmla="*/ 4 h 1885"/>
              <a:gd name="T34" fmla="*/ 0 w 1461"/>
              <a:gd name="T35" fmla="*/ 4 h 1885"/>
              <a:gd name="T36" fmla="*/ 0 w 1461"/>
              <a:gd name="T37" fmla="*/ 0 h 1885"/>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61"/>
              <a:gd name="T58" fmla="*/ 0 h 1885"/>
              <a:gd name="T59" fmla="*/ 1461 w 1461"/>
              <a:gd name="T60" fmla="*/ 1885 h 1885"/>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61" h="1885">
                <a:moveTo>
                  <a:pt x="0" y="0"/>
                </a:moveTo>
                <a:lnTo>
                  <a:pt x="1254" y="0"/>
                </a:lnTo>
                <a:lnTo>
                  <a:pt x="1254" y="808"/>
                </a:lnTo>
                <a:lnTo>
                  <a:pt x="1281" y="808"/>
                </a:lnTo>
                <a:cubicBezTo>
                  <a:pt x="1281" y="808"/>
                  <a:pt x="1308" y="673"/>
                  <a:pt x="1365" y="673"/>
                </a:cubicBezTo>
                <a:cubicBezTo>
                  <a:pt x="1422" y="673"/>
                  <a:pt x="1461" y="852"/>
                  <a:pt x="1461" y="942"/>
                </a:cubicBezTo>
                <a:cubicBezTo>
                  <a:pt x="1461" y="1032"/>
                  <a:pt x="1426" y="1212"/>
                  <a:pt x="1365" y="1212"/>
                </a:cubicBezTo>
                <a:cubicBezTo>
                  <a:pt x="1304" y="1212"/>
                  <a:pt x="1299" y="1093"/>
                  <a:pt x="1281" y="1069"/>
                </a:cubicBezTo>
                <a:lnTo>
                  <a:pt x="1254" y="1068"/>
                </a:lnTo>
                <a:lnTo>
                  <a:pt x="1254" y="1885"/>
                </a:lnTo>
                <a:lnTo>
                  <a:pt x="0" y="1885"/>
                </a:lnTo>
                <a:lnTo>
                  <a:pt x="0" y="1069"/>
                </a:lnTo>
                <a:lnTo>
                  <a:pt x="27" y="1069"/>
                </a:lnTo>
                <a:cubicBezTo>
                  <a:pt x="27" y="1069"/>
                  <a:pt x="44" y="1210"/>
                  <a:pt x="106" y="1210"/>
                </a:cubicBezTo>
                <a:cubicBezTo>
                  <a:pt x="168" y="1210"/>
                  <a:pt x="206" y="1031"/>
                  <a:pt x="207" y="942"/>
                </a:cubicBezTo>
                <a:cubicBezTo>
                  <a:pt x="208" y="853"/>
                  <a:pt x="166" y="673"/>
                  <a:pt x="111" y="673"/>
                </a:cubicBezTo>
                <a:cubicBezTo>
                  <a:pt x="56" y="673"/>
                  <a:pt x="43" y="786"/>
                  <a:pt x="25" y="808"/>
                </a:cubicBezTo>
                <a:lnTo>
                  <a:pt x="0" y="808"/>
                </a:lnTo>
                <a:lnTo>
                  <a:pt x="0" y="0"/>
                </a:lnTo>
                <a:close/>
              </a:path>
            </a:pathLst>
          </a:custGeom>
          <a:solidFill>
            <a:srgbClr val="97999B"/>
          </a:solidFill>
          <a:ln w="12700">
            <a:solidFill>
              <a:schemeClr val="bg1"/>
            </a:solidFill>
            <a:round/>
            <a:headEnd/>
            <a:tailEnd/>
          </a:ln>
        </p:spPr>
        <p:txBody>
          <a:bodyPr wrap="none" lIns="72000" tIns="72000" rIns="72000" bIns="72000" anchor="ctr"/>
          <a:lstStyle/>
          <a:p>
            <a:endParaRPr lang="ja-JP" altLang="en-US" dirty="0">
              <a:solidFill>
                <a:schemeClr val="bg2"/>
              </a:solidFill>
            </a:endParaRPr>
          </a:p>
        </p:txBody>
      </p:sp>
      <p:sp>
        <p:nvSpPr>
          <p:cNvPr id="64533" name="Freeform 22"/>
          <p:cNvSpPr>
            <a:spLocks/>
          </p:cNvSpPr>
          <p:nvPr/>
        </p:nvSpPr>
        <p:spPr bwMode="gray">
          <a:xfrm>
            <a:off x="4972163" y="4703763"/>
            <a:ext cx="1972203" cy="1246187"/>
          </a:xfrm>
          <a:custGeom>
            <a:avLst/>
            <a:gdLst>
              <a:gd name="T0" fmla="*/ 0 w 1461"/>
              <a:gd name="T1" fmla="*/ 0 h 1885"/>
              <a:gd name="T2" fmla="*/ 474 w 1461"/>
              <a:gd name="T3" fmla="*/ 0 h 1885"/>
              <a:gd name="T4" fmla="*/ 474 w 1461"/>
              <a:gd name="T5" fmla="*/ 4 h 1885"/>
              <a:gd name="T6" fmla="*/ 484 w 1461"/>
              <a:gd name="T7" fmla="*/ 4 h 1885"/>
              <a:gd name="T8" fmla="*/ 514 w 1461"/>
              <a:gd name="T9" fmla="*/ 3 h 1885"/>
              <a:gd name="T10" fmla="*/ 552 w 1461"/>
              <a:gd name="T11" fmla="*/ 5 h 1885"/>
              <a:gd name="T12" fmla="*/ 514 w 1461"/>
              <a:gd name="T13" fmla="*/ 6 h 1885"/>
              <a:gd name="T14" fmla="*/ 484 w 1461"/>
              <a:gd name="T15" fmla="*/ 5 h 1885"/>
              <a:gd name="T16" fmla="*/ 474 w 1461"/>
              <a:gd name="T17" fmla="*/ 5 h 1885"/>
              <a:gd name="T18" fmla="*/ 474 w 1461"/>
              <a:gd name="T19" fmla="*/ 10 h 1885"/>
              <a:gd name="T20" fmla="*/ 0 w 1461"/>
              <a:gd name="T21" fmla="*/ 10 h 1885"/>
              <a:gd name="T22" fmla="*/ 0 w 1461"/>
              <a:gd name="T23" fmla="*/ 5 h 1885"/>
              <a:gd name="T24" fmla="*/ 10 w 1461"/>
              <a:gd name="T25" fmla="*/ 5 h 1885"/>
              <a:gd name="T26" fmla="*/ 40 w 1461"/>
              <a:gd name="T27" fmla="*/ 6 h 1885"/>
              <a:gd name="T28" fmla="*/ 79 w 1461"/>
              <a:gd name="T29" fmla="*/ 5 h 1885"/>
              <a:gd name="T30" fmla="*/ 42 w 1461"/>
              <a:gd name="T31" fmla="*/ 3 h 1885"/>
              <a:gd name="T32" fmla="*/ 9 w 1461"/>
              <a:gd name="T33" fmla="*/ 4 h 1885"/>
              <a:gd name="T34" fmla="*/ 0 w 1461"/>
              <a:gd name="T35" fmla="*/ 4 h 1885"/>
              <a:gd name="T36" fmla="*/ 0 w 1461"/>
              <a:gd name="T37" fmla="*/ 0 h 1885"/>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61"/>
              <a:gd name="T58" fmla="*/ 0 h 1885"/>
              <a:gd name="T59" fmla="*/ 1461 w 1461"/>
              <a:gd name="T60" fmla="*/ 1885 h 1885"/>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61" h="1885">
                <a:moveTo>
                  <a:pt x="0" y="0"/>
                </a:moveTo>
                <a:lnTo>
                  <a:pt x="1254" y="0"/>
                </a:lnTo>
                <a:lnTo>
                  <a:pt x="1254" y="808"/>
                </a:lnTo>
                <a:lnTo>
                  <a:pt x="1281" y="808"/>
                </a:lnTo>
                <a:cubicBezTo>
                  <a:pt x="1281" y="808"/>
                  <a:pt x="1308" y="673"/>
                  <a:pt x="1365" y="673"/>
                </a:cubicBezTo>
                <a:cubicBezTo>
                  <a:pt x="1422" y="673"/>
                  <a:pt x="1461" y="852"/>
                  <a:pt x="1461" y="942"/>
                </a:cubicBezTo>
                <a:cubicBezTo>
                  <a:pt x="1461" y="1032"/>
                  <a:pt x="1426" y="1212"/>
                  <a:pt x="1365" y="1212"/>
                </a:cubicBezTo>
                <a:cubicBezTo>
                  <a:pt x="1304" y="1212"/>
                  <a:pt x="1299" y="1093"/>
                  <a:pt x="1281" y="1069"/>
                </a:cubicBezTo>
                <a:lnTo>
                  <a:pt x="1254" y="1068"/>
                </a:lnTo>
                <a:lnTo>
                  <a:pt x="1254" y="1885"/>
                </a:lnTo>
                <a:lnTo>
                  <a:pt x="0" y="1885"/>
                </a:lnTo>
                <a:lnTo>
                  <a:pt x="0" y="1069"/>
                </a:lnTo>
                <a:lnTo>
                  <a:pt x="27" y="1069"/>
                </a:lnTo>
                <a:cubicBezTo>
                  <a:pt x="27" y="1069"/>
                  <a:pt x="44" y="1210"/>
                  <a:pt x="106" y="1210"/>
                </a:cubicBezTo>
                <a:cubicBezTo>
                  <a:pt x="168" y="1210"/>
                  <a:pt x="206" y="1031"/>
                  <a:pt x="207" y="942"/>
                </a:cubicBezTo>
                <a:cubicBezTo>
                  <a:pt x="208" y="853"/>
                  <a:pt x="166" y="673"/>
                  <a:pt x="111" y="673"/>
                </a:cubicBezTo>
                <a:cubicBezTo>
                  <a:pt x="56" y="673"/>
                  <a:pt x="43" y="786"/>
                  <a:pt x="25" y="808"/>
                </a:cubicBezTo>
                <a:lnTo>
                  <a:pt x="0" y="808"/>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dirty="0">
              <a:solidFill>
                <a:schemeClr val="bg2"/>
              </a:solidFill>
            </a:endParaRPr>
          </a:p>
        </p:txBody>
      </p:sp>
      <p:sp>
        <p:nvSpPr>
          <p:cNvPr id="64534" name="Freeform 23"/>
          <p:cNvSpPr>
            <a:spLocks/>
          </p:cNvSpPr>
          <p:nvPr/>
        </p:nvSpPr>
        <p:spPr bwMode="gray">
          <a:xfrm>
            <a:off x="7511256" y="5237163"/>
            <a:ext cx="0" cy="179387"/>
          </a:xfrm>
          <a:custGeom>
            <a:avLst/>
            <a:gdLst>
              <a:gd name="T0" fmla="*/ 0 w 1254"/>
              <a:gd name="T1" fmla="*/ 0 h 1885"/>
              <a:gd name="T2" fmla="*/ 0 w 1254"/>
              <a:gd name="T3" fmla="*/ 0 h 1885"/>
              <a:gd name="T4" fmla="*/ 0 w 1254"/>
              <a:gd name="T5" fmla="*/ 0 h 1885"/>
              <a:gd name="T6" fmla="*/ 0 w 1254"/>
              <a:gd name="T7" fmla="*/ 0 h 1885"/>
              <a:gd name="T8" fmla="*/ 0 w 1254"/>
              <a:gd name="T9" fmla="*/ 0 h 1885"/>
              <a:gd name="T10" fmla="*/ 0 w 1254"/>
              <a:gd name="T11" fmla="*/ 0 h 1885"/>
              <a:gd name="T12" fmla="*/ 0 w 1254"/>
              <a:gd name="T13" fmla="*/ 0 h 1885"/>
              <a:gd name="T14" fmla="*/ 0 w 1254"/>
              <a:gd name="T15" fmla="*/ 0 h 1885"/>
              <a:gd name="T16" fmla="*/ 0 w 1254"/>
              <a:gd name="T17" fmla="*/ 0 h 1885"/>
              <a:gd name="T18" fmla="*/ 0 w 1254"/>
              <a:gd name="T19" fmla="*/ 0 h 1885"/>
              <a:gd name="T20" fmla="*/ 0 w 1254"/>
              <a:gd name="T21" fmla="*/ 0 h 1885"/>
              <a:gd name="T22" fmla="*/ 0 w 1254"/>
              <a:gd name="T23" fmla="*/ 0 h 18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54"/>
              <a:gd name="T37" fmla="*/ 0 h 1885"/>
              <a:gd name="T38" fmla="*/ 0 w 1254"/>
              <a:gd name="T39" fmla="*/ 1885 h 18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54" h="1885">
                <a:moveTo>
                  <a:pt x="0" y="0"/>
                </a:moveTo>
                <a:lnTo>
                  <a:pt x="1254" y="0"/>
                </a:lnTo>
                <a:lnTo>
                  <a:pt x="1254" y="1885"/>
                </a:lnTo>
                <a:lnTo>
                  <a:pt x="0" y="1885"/>
                </a:lnTo>
                <a:lnTo>
                  <a:pt x="0" y="1069"/>
                </a:lnTo>
                <a:lnTo>
                  <a:pt x="27" y="1069"/>
                </a:lnTo>
                <a:cubicBezTo>
                  <a:pt x="27" y="1069"/>
                  <a:pt x="44" y="1210"/>
                  <a:pt x="106" y="1210"/>
                </a:cubicBezTo>
                <a:cubicBezTo>
                  <a:pt x="168" y="1210"/>
                  <a:pt x="206" y="1031"/>
                  <a:pt x="207" y="942"/>
                </a:cubicBezTo>
                <a:cubicBezTo>
                  <a:pt x="208" y="853"/>
                  <a:pt x="166" y="673"/>
                  <a:pt x="111" y="673"/>
                </a:cubicBezTo>
                <a:cubicBezTo>
                  <a:pt x="56" y="673"/>
                  <a:pt x="43" y="786"/>
                  <a:pt x="25" y="808"/>
                </a:cubicBezTo>
                <a:lnTo>
                  <a:pt x="0" y="808"/>
                </a:lnTo>
                <a:lnTo>
                  <a:pt x="0" y="0"/>
                </a:lnTo>
                <a:close/>
              </a:path>
            </a:pathLst>
          </a:custGeom>
          <a:solidFill>
            <a:schemeClr val="hlink"/>
          </a:solidFill>
          <a:ln w="12700">
            <a:solidFill>
              <a:schemeClr val="bg1"/>
            </a:solidFill>
            <a:round/>
            <a:headEnd/>
            <a:tailEnd/>
          </a:ln>
        </p:spPr>
        <p:txBody>
          <a:bodyPr wrap="none" lIns="0" tIns="0" rIns="0" bIns="0" anchor="ctr">
            <a:spAutoFit/>
          </a:bodyPr>
          <a:lstStyle/>
          <a:p>
            <a:endParaRPr lang="ja-JP" altLang="en-US" dirty="0">
              <a:solidFill>
                <a:schemeClr val="bg2"/>
              </a:solidFill>
            </a:endParaRPr>
          </a:p>
        </p:txBody>
      </p:sp>
      <p:sp>
        <p:nvSpPr>
          <p:cNvPr id="64535" name="Freeform 24"/>
          <p:cNvSpPr>
            <a:spLocks/>
          </p:cNvSpPr>
          <p:nvPr/>
        </p:nvSpPr>
        <p:spPr bwMode="gray">
          <a:xfrm>
            <a:off x="1586706" y="4703763"/>
            <a:ext cx="1972203" cy="1246187"/>
          </a:xfrm>
          <a:custGeom>
            <a:avLst/>
            <a:gdLst>
              <a:gd name="T0" fmla="*/ 0 w 1461"/>
              <a:gd name="T1" fmla="*/ 0 h 1885"/>
              <a:gd name="T2" fmla="*/ 474 w 1461"/>
              <a:gd name="T3" fmla="*/ 0 h 1885"/>
              <a:gd name="T4" fmla="*/ 474 w 1461"/>
              <a:gd name="T5" fmla="*/ 4 h 1885"/>
              <a:gd name="T6" fmla="*/ 484 w 1461"/>
              <a:gd name="T7" fmla="*/ 4 h 1885"/>
              <a:gd name="T8" fmla="*/ 514 w 1461"/>
              <a:gd name="T9" fmla="*/ 3 h 1885"/>
              <a:gd name="T10" fmla="*/ 552 w 1461"/>
              <a:gd name="T11" fmla="*/ 5 h 1885"/>
              <a:gd name="T12" fmla="*/ 514 w 1461"/>
              <a:gd name="T13" fmla="*/ 6 h 1885"/>
              <a:gd name="T14" fmla="*/ 484 w 1461"/>
              <a:gd name="T15" fmla="*/ 5 h 1885"/>
              <a:gd name="T16" fmla="*/ 474 w 1461"/>
              <a:gd name="T17" fmla="*/ 5 h 1885"/>
              <a:gd name="T18" fmla="*/ 474 w 1461"/>
              <a:gd name="T19" fmla="*/ 10 h 1885"/>
              <a:gd name="T20" fmla="*/ 0 w 1461"/>
              <a:gd name="T21" fmla="*/ 10 h 1885"/>
              <a:gd name="T22" fmla="*/ 0 w 1461"/>
              <a:gd name="T23" fmla="*/ 0 h 18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461"/>
              <a:gd name="T37" fmla="*/ 0 h 1885"/>
              <a:gd name="T38" fmla="*/ 1461 w 1461"/>
              <a:gd name="T39" fmla="*/ 1885 h 18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461" h="1885">
                <a:moveTo>
                  <a:pt x="0" y="0"/>
                </a:moveTo>
                <a:lnTo>
                  <a:pt x="1254" y="0"/>
                </a:lnTo>
                <a:lnTo>
                  <a:pt x="1254" y="808"/>
                </a:lnTo>
                <a:lnTo>
                  <a:pt x="1281" y="808"/>
                </a:lnTo>
                <a:cubicBezTo>
                  <a:pt x="1281" y="808"/>
                  <a:pt x="1308" y="673"/>
                  <a:pt x="1365" y="673"/>
                </a:cubicBezTo>
                <a:cubicBezTo>
                  <a:pt x="1422" y="673"/>
                  <a:pt x="1461" y="852"/>
                  <a:pt x="1461" y="942"/>
                </a:cubicBezTo>
                <a:cubicBezTo>
                  <a:pt x="1461" y="1032"/>
                  <a:pt x="1426" y="1212"/>
                  <a:pt x="1365" y="1212"/>
                </a:cubicBezTo>
                <a:cubicBezTo>
                  <a:pt x="1304" y="1212"/>
                  <a:pt x="1299" y="1093"/>
                  <a:pt x="1281" y="1069"/>
                </a:cubicBezTo>
                <a:lnTo>
                  <a:pt x="1254" y="1068"/>
                </a:lnTo>
                <a:lnTo>
                  <a:pt x="1254" y="1885"/>
                </a:lnTo>
                <a:lnTo>
                  <a:pt x="0" y="1885"/>
                </a:lnTo>
                <a:lnTo>
                  <a:pt x="0" y="0"/>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dirty="0">
              <a:solidFill>
                <a:schemeClr val="bg2"/>
              </a:solidFill>
            </a:endParaRPr>
          </a:p>
        </p:txBody>
      </p:sp>
      <p:sp>
        <p:nvSpPr>
          <p:cNvPr id="64522" name="Freeform 26"/>
          <p:cNvSpPr>
            <a:spLocks/>
          </p:cNvSpPr>
          <p:nvPr/>
        </p:nvSpPr>
        <p:spPr bwMode="gray">
          <a:xfrm>
            <a:off x="6969919" y="1751013"/>
            <a:ext cx="1349375" cy="1568450"/>
          </a:xfrm>
          <a:custGeom>
            <a:avLst/>
            <a:gdLst>
              <a:gd name="T0" fmla="*/ 0 w 769"/>
              <a:gd name="T1" fmla="*/ 0 h 968"/>
              <a:gd name="T2" fmla="*/ 1403 w 769"/>
              <a:gd name="T3" fmla="*/ 0 h 968"/>
              <a:gd name="T4" fmla="*/ 1403 w 769"/>
              <a:gd name="T5" fmla="*/ 866 h 968"/>
              <a:gd name="T6" fmla="*/ 880 w 769"/>
              <a:gd name="T7" fmla="*/ 863 h 968"/>
              <a:gd name="T8" fmla="*/ 928 w 769"/>
              <a:gd name="T9" fmla="*/ 973 h 968"/>
              <a:gd name="T10" fmla="*/ 717 w 769"/>
              <a:gd name="T11" fmla="*/ 1094 h 968"/>
              <a:gd name="T12" fmla="*/ 457 w 769"/>
              <a:gd name="T13" fmla="*/ 979 h 968"/>
              <a:gd name="T14" fmla="*/ 506 w 769"/>
              <a:gd name="T15" fmla="*/ 861 h 968"/>
              <a:gd name="T16" fmla="*/ 0 w 769"/>
              <a:gd name="T17" fmla="*/ 866 h 968"/>
              <a:gd name="T18" fmla="*/ 0 w 769"/>
              <a:gd name="T19" fmla="*/ 0 h 96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769"/>
              <a:gd name="T31" fmla="*/ 0 h 968"/>
              <a:gd name="T32" fmla="*/ 769 w 769"/>
              <a:gd name="T33" fmla="*/ 968 h 968"/>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769" h="968">
                <a:moveTo>
                  <a:pt x="0" y="0"/>
                </a:moveTo>
                <a:lnTo>
                  <a:pt x="769" y="0"/>
                </a:lnTo>
                <a:lnTo>
                  <a:pt x="769" y="766"/>
                </a:lnTo>
                <a:lnTo>
                  <a:pt x="482" y="764"/>
                </a:lnTo>
                <a:cubicBezTo>
                  <a:pt x="439" y="780"/>
                  <a:pt x="510" y="813"/>
                  <a:pt x="509" y="860"/>
                </a:cubicBezTo>
                <a:cubicBezTo>
                  <a:pt x="508" y="907"/>
                  <a:pt x="464" y="967"/>
                  <a:pt x="393" y="968"/>
                </a:cubicBezTo>
                <a:cubicBezTo>
                  <a:pt x="321" y="968"/>
                  <a:pt x="251" y="932"/>
                  <a:pt x="251" y="866"/>
                </a:cubicBezTo>
                <a:cubicBezTo>
                  <a:pt x="251" y="800"/>
                  <a:pt x="320" y="779"/>
                  <a:pt x="278" y="762"/>
                </a:cubicBezTo>
                <a:lnTo>
                  <a:pt x="0" y="766"/>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3" name="Freeform 27"/>
          <p:cNvSpPr>
            <a:spLocks/>
          </p:cNvSpPr>
          <p:nvPr/>
        </p:nvSpPr>
        <p:spPr bwMode="gray">
          <a:xfrm>
            <a:off x="6969919" y="2987675"/>
            <a:ext cx="1349375" cy="1241425"/>
          </a:xfrm>
          <a:custGeom>
            <a:avLst/>
            <a:gdLst>
              <a:gd name="T0" fmla="*/ 0 w 769"/>
              <a:gd name="T1" fmla="*/ 867 h 766"/>
              <a:gd name="T2" fmla="*/ 1403 w 769"/>
              <a:gd name="T3" fmla="*/ 867 h 766"/>
              <a:gd name="T4" fmla="*/ 1403 w 769"/>
              <a:gd name="T5" fmla="*/ 0 h 766"/>
              <a:gd name="T6" fmla="*/ 886 w 769"/>
              <a:gd name="T7" fmla="*/ 0 h 766"/>
              <a:gd name="T8" fmla="*/ 924 w 769"/>
              <a:gd name="T9" fmla="*/ 112 h 766"/>
              <a:gd name="T10" fmla="*/ 706 w 769"/>
              <a:gd name="T11" fmla="*/ 227 h 766"/>
              <a:gd name="T12" fmla="*/ 469 w 769"/>
              <a:gd name="T13" fmla="*/ 97 h 766"/>
              <a:gd name="T14" fmla="*/ 515 w 769"/>
              <a:gd name="T15" fmla="*/ 0 h 766"/>
              <a:gd name="T16" fmla="*/ 0 w 769"/>
              <a:gd name="T17" fmla="*/ 0 h 766"/>
              <a:gd name="T18" fmla="*/ 0 w 769"/>
              <a:gd name="T19" fmla="*/ 867 h 76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769"/>
              <a:gd name="T31" fmla="*/ 0 h 766"/>
              <a:gd name="T32" fmla="*/ 769 w 769"/>
              <a:gd name="T33" fmla="*/ 766 h 76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769" h="766">
                <a:moveTo>
                  <a:pt x="0" y="766"/>
                </a:moveTo>
                <a:lnTo>
                  <a:pt x="769" y="766"/>
                </a:lnTo>
                <a:lnTo>
                  <a:pt x="769" y="0"/>
                </a:lnTo>
                <a:lnTo>
                  <a:pt x="486" y="0"/>
                </a:lnTo>
                <a:cubicBezTo>
                  <a:pt x="442" y="17"/>
                  <a:pt x="508" y="37"/>
                  <a:pt x="507" y="100"/>
                </a:cubicBezTo>
                <a:cubicBezTo>
                  <a:pt x="505" y="164"/>
                  <a:pt x="458" y="202"/>
                  <a:pt x="387" y="201"/>
                </a:cubicBezTo>
                <a:cubicBezTo>
                  <a:pt x="315" y="201"/>
                  <a:pt x="257" y="149"/>
                  <a:pt x="257" y="85"/>
                </a:cubicBezTo>
                <a:cubicBezTo>
                  <a:pt x="257" y="21"/>
                  <a:pt x="324" y="13"/>
                  <a:pt x="283" y="0"/>
                </a:cubicBezTo>
                <a:lnTo>
                  <a:pt x="0" y="0"/>
                </a:lnTo>
                <a:lnTo>
                  <a:pt x="0" y="766"/>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4" name="Freeform 28"/>
          <p:cNvSpPr>
            <a:spLocks/>
          </p:cNvSpPr>
          <p:nvPr/>
        </p:nvSpPr>
        <p:spPr bwMode="gray">
          <a:xfrm>
            <a:off x="5623719" y="1751013"/>
            <a:ext cx="1712913" cy="1568450"/>
          </a:xfrm>
          <a:custGeom>
            <a:avLst/>
            <a:gdLst>
              <a:gd name="T0" fmla="*/ 0 w 976"/>
              <a:gd name="T1" fmla="*/ 0 h 968"/>
              <a:gd name="T2" fmla="*/ 1404 w 976"/>
              <a:gd name="T3" fmla="*/ 0 h 968"/>
              <a:gd name="T4" fmla="*/ 1404 w 976"/>
              <a:gd name="T5" fmla="*/ 318 h 968"/>
              <a:gd name="T6" fmla="*/ 1559 w 976"/>
              <a:gd name="T7" fmla="*/ 288 h 968"/>
              <a:gd name="T8" fmla="*/ 1780 w 976"/>
              <a:gd name="T9" fmla="*/ 437 h 968"/>
              <a:gd name="T10" fmla="*/ 1586 w 976"/>
              <a:gd name="T11" fmla="*/ 571 h 968"/>
              <a:gd name="T12" fmla="*/ 1404 w 976"/>
              <a:gd name="T13" fmla="*/ 550 h 968"/>
              <a:gd name="T14" fmla="*/ 1404 w 976"/>
              <a:gd name="T15" fmla="*/ 866 h 968"/>
              <a:gd name="T16" fmla="*/ 880 w 976"/>
              <a:gd name="T17" fmla="*/ 863 h 968"/>
              <a:gd name="T18" fmla="*/ 930 w 976"/>
              <a:gd name="T19" fmla="*/ 973 h 968"/>
              <a:gd name="T20" fmla="*/ 717 w 976"/>
              <a:gd name="T21" fmla="*/ 1094 h 968"/>
              <a:gd name="T22" fmla="*/ 457 w 976"/>
              <a:gd name="T23" fmla="*/ 979 h 968"/>
              <a:gd name="T24" fmla="*/ 507 w 976"/>
              <a:gd name="T25" fmla="*/ 861 h 968"/>
              <a:gd name="T26" fmla="*/ 0 w 976"/>
              <a:gd name="T27" fmla="*/ 866 h 968"/>
              <a:gd name="T28" fmla="*/ 0 w 976"/>
              <a:gd name="T29" fmla="*/ 0 h 96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76"/>
              <a:gd name="T46" fmla="*/ 0 h 968"/>
              <a:gd name="T47" fmla="*/ 976 w 976"/>
              <a:gd name="T48" fmla="*/ 968 h 96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76" h="968">
                <a:moveTo>
                  <a:pt x="0" y="0"/>
                </a:moveTo>
                <a:lnTo>
                  <a:pt x="769" y="0"/>
                </a:lnTo>
                <a:lnTo>
                  <a:pt x="769" y="282"/>
                </a:lnTo>
                <a:cubicBezTo>
                  <a:pt x="783" y="324"/>
                  <a:pt x="794" y="257"/>
                  <a:pt x="853" y="255"/>
                </a:cubicBezTo>
                <a:cubicBezTo>
                  <a:pt x="911" y="252"/>
                  <a:pt x="976" y="310"/>
                  <a:pt x="974" y="387"/>
                </a:cubicBezTo>
                <a:cubicBezTo>
                  <a:pt x="973" y="464"/>
                  <a:pt x="926" y="502"/>
                  <a:pt x="869" y="505"/>
                </a:cubicBezTo>
                <a:cubicBezTo>
                  <a:pt x="811" y="509"/>
                  <a:pt x="787" y="442"/>
                  <a:pt x="769" y="487"/>
                </a:cubicBezTo>
                <a:lnTo>
                  <a:pt x="769" y="766"/>
                </a:lnTo>
                <a:lnTo>
                  <a:pt x="482" y="764"/>
                </a:lnTo>
                <a:cubicBezTo>
                  <a:pt x="439" y="780"/>
                  <a:pt x="510" y="813"/>
                  <a:pt x="509" y="860"/>
                </a:cubicBezTo>
                <a:cubicBezTo>
                  <a:pt x="508" y="907"/>
                  <a:pt x="464" y="967"/>
                  <a:pt x="393" y="968"/>
                </a:cubicBezTo>
                <a:cubicBezTo>
                  <a:pt x="321" y="968"/>
                  <a:pt x="251" y="932"/>
                  <a:pt x="251" y="866"/>
                </a:cubicBezTo>
                <a:cubicBezTo>
                  <a:pt x="251" y="800"/>
                  <a:pt x="320" y="779"/>
                  <a:pt x="278" y="762"/>
                </a:cubicBezTo>
                <a:lnTo>
                  <a:pt x="0" y="766"/>
                </a:lnTo>
                <a:lnTo>
                  <a:pt x="0" y="0"/>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5" name="Freeform 29"/>
          <p:cNvSpPr>
            <a:spLocks/>
          </p:cNvSpPr>
          <p:nvPr/>
        </p:nvSpPr>
        <p:spPr bwMode="gray">
          <a:xfrm flipV="1">
            <a:off x="5623719" y="2987675"/>
            <a:ext cx="1712913" cy="1241425"/>
          </a:xfrm>
          <a:custGeom>
            <a:avLst/>
            <a:gdLst>
              <a:gd name="T0" fmla="*/ 0 w 2312"/>
              <a:gd name="T1" fmla="*/ 0 h 1823"/>
              <a:gd name="T2" fmla="*/ 19 w 2312"/>
              <a:gd name="T3" fmla="*/ 0 h 1823"/>
              <a:gd name="T4" fmla="*/ 19 w 2312"/>
              <a:gd name="T5" fmla="*/ 4 h 1823"/>
              <a:gd name="T6" fmla="*/ 21 w 2312"/>
              <a:gd name="T7" fmla="*/ 4 h 1823"/>
              <a:gd name="T8" fmla="*/ 24 w 2312"/>
              <a:gd name="T9" fmla="*/ 6 h 1823"/>
              <a:gd name="T10" fmla="*/ 21 w 2312"/>
              <a:gd name="T11" fmla="*/ 8 h 1823"/>
              <a:gd name="T12" fmla="*/ 19 w 2312"/>
              <a:gd name="T13" fmla="*/ 7 h 1823"/>
              <a:gd name="T14" fmla="*/ 19 w 2312"/>
              <a:gd name="T15" fmla="*/ 12 h 1823"/>
              <a:gd name="T16" fmla="*/ 12 w 2312"/>
              <a:gd name="T17" fmla="*/ 12 h 1823"/>
              <a:gd name="T18" fmla="*/ 13 w 2312"/>
              <a:gd name="T19" fmla="*/ 10 h 1823"/>
              <a:gd name="T20" fmla="*/ 9 w 2312"/>
              <a:gd name="T21" fmla="*/ 8 h 1823"/>
              <a:gd name="T22" fmla="*/ 7 w 2312"/>
              <a:gd name="T23" fmla="*/ 10 h 1823"/>
              <a:gd name="T24" fmla="*/ 7 w 2312"/>
              <a:gd name="T25" fmla="*/ 12 h 1823"/>
              <a:gd name="T26" fmla="*/ 0 w 2312"/>
              <a:gd name="T27" fmla="*/ 12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6" name="Freeform 30"/>
          <p:cNvSpPr>
            <a:spLocks/>
          </p:cNvSpPr>
          <p:nvPr/>
        </p:nvSpPr>
        <p:spPr bwMode="gray">
          <a:xfrm>
            <a:off x="4279106" y="1751013"/>
            <a:ext cx="1711325" cy="1568450"/>
          </a:xfrm>
          <a:custGeom>
            <a:avLst/>
            <a:gdLst>
              <a:gd name="T0" fmla="*/ 0 w 976"/>
              <a:gd name="T1" fmla="*/ 0 h 968"/>
              <a:gd name="T2" fmla="*/ 1396 w 976"/>
              <a:gd name="T3" fmla="*/ 0 h 968"/>
              <a:gd name="T4" fmla="*/ 1396 w 976"/>
              <a:gd name="T5" fmla="*/ 318 h 968"/>
              <a:gd name="T6" fmla="*/ 1549 w 976"/>
              <a:gd name="T7" fmla="*/ 288 h 968"/>
              <a:gd name="T8" fmla="*/ 1767 w 976"/>
              <a:gd name="T9" fmla="*/ 437 h 968"/>
              <a:gd name="T10" fmla="*/ 1577 w 976"/>
              <a:gd name="T11" fmla="*/ 571 h 968"/>
              <a:gd name="T12" fmla="*/ 1396 w 976"/>
              <a:gd name="T13" fmla="*/ 550 h 968"/>
              <a:gd name="T14" fmla="*/ 1396 w 976"/>
              <a:gd name="T15" fmla="*/ 866 h 968"/>
              <a:gd name="T16" fmla="*/ 875 w 976"/>
              <a:gd name="T17" fmla="*/ 863 h 968"/>
              <a:gd name="T18" fmla="*/ 924 w 976"/>
              <a:gd name="T19" fmla="*/ 973 h 968"/>
              <a:gd name="T20" fmla="*/ 712 w 976"/>
              <a:gd name="T21" fmla="*/ 1094 h 968"/>
              <a:gd name="T22" fmla="*/ 455 w 976"/>
              <a:gd name="T23" fmla="*/ 979 h 968"/>
              <a:gd name="T24" fmla="*/ 504 w 976"/>
              <a:gd name="T25" fmla="*/ 861 h 968"/>
              <a:gd name="T26" fmla="*/ 0 w 976"/>
              <a:gd name="T27" fmla="*/ 866 h 968"/>
              <a:gd name="T28" fmla="*/ 0 w 976"/>
              <a:gd name="T29" fmla="*/ 0 h 96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76"/>
              <a:gd name="T46" fmla="*/ 0 h 968"/>
              <a:gd name="T47" fmla="*/ 976 w 976"/>
              <a:gd name="T48" fmla="*/ 968 h 96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76" h="968">
                <a:moveTo>
                  <a:pt x="0" y="0"/>
                </a:moveTo>
                <a:lnTo>
                  <a:pt x="769" y="0"/>
                </a:lnTo>
                <a:lnTo>
                  <a:pt x="769" y="282"/>
                </a:lnTo>
                <a:cubicBezTo>
                  <a:pt x="783" y="324"/>
                  <a:pt x="794" y="257"/>
                  <a:pt x="853" y="255"/>
                </a:cubicBezTo>
                <a:cubicBezTo>
                  <a:pt x="911" y="252"/>
                  <a:pt x="976" y="310"/>
                  <a:pt x="974" y="387"/>
                </a:cubicBezTo>
                <a:cubicBezTo>
                  <a:pt x="973" y="464"/>
                  <a:pt x="926" y="502"/>
                  <a:pt x="869" y="505"/>
                </a:cubicBezTo>
                <a:cubicBezTo>
                  <a:pt x="811" y="509"/>
                  <a:pt x="787" y="442"/>
                  <a:pt x="769" y="487"/>
                </a:cubicBezTo>
                <a:lnTo>
                  <a:pt x="769" y="766"/>
                </a:lnTo>
                <a:lnTo>
                  <a:pt x="482" y="764"/>
                </a:lnTo>
                <a:cubicBezTo>
                  <a:pt x="439" y="780"/>
                  <a:pt x="510" y="813"/>
                  <a:pt x="509" y="860"/>
                </a:cubicBezTo>
                <a:cubicBezTo>
                  <a:pt x="508" y="907"/>
                  <a:pt x="464" y="967"/>
                  <a:pt x="393" y="968"/>
                </a:cubicBezTo>
                <a:cubicBezTo>
                  <a:pt x="321" y="968"/>
                  <a:pt x="251" y="932"/>
                  <a:pt x="251" y="866"/>
                </a:cubicBezTo>
                <a:cubicBezTo>
                  <a:pt x="251" y="800"/>
                  <a:pt x="320" y="779"/>
                  <a:pt x="278" y="762"/>
                </a:cubicBezTo>
                <a:lnTo>
                  <a:pt x="0" y="766"/>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7" name="Freeform 31"/>
          <p:cNvSpPr>
            <a:spLocks/>
          </p:cNvSpPr>
          <p:nvPr/>
        </p:nvSpPr>
        <p:spPr bwMode="gray">
          <a:xfrm flipV="1">
            <a:off x="4279106" y="2987675"/>
            <a:ext cx="1711325" cy="1241425"/>
          </a:xfrm>
          <a:custGeom>
            <a:avLst/>
            <a:gdLst>
              <a:gd name="T0" fmla="*/ 0 w 2312"/>
              <a:gd name="T1" fmla="*/ 0 h 1823"/>
              <a:gd name="T2" fmla="*/ 19 w 2312"/>
              <a:gd name="T3" fmla="*/ 0 h 1823"/>
              <a:gd name="T4" fmla="*/ 19 w 2312"/>
              <a:gd name="T5" fmla="*/ 4 h 1823"/>
              <a:gd name="T6" fmla="*/ 21 w 2312"/>
              <a:gd name="T7" fmla="*/ 4 h 1823"/>
              <a:gd name="T8" fmla="*/ 24 w 2312"/>
              <a:gd name="T9" fmla="*/ 6 h 1823"/>
              <a:gd name="T10" fmla="*/ 21 w 2312"/>
              <a:gd name="T11" fmla="*/ 8 h 1823"/>
              <a:gd name="T12" fmla="*/ 19 w 2312"/>
              <a:gd name="T13" fmla="*/ 7 h 1823"/>
              <a:gd name="T14" fmla="*/ 19 w 2312"/>
              <a:gd name="T15" fmla="*/ 12 h 1823"/>
              <a:gd name="T16" fmla="*/ 12 w 2312"/>
              <a:gd name="T17" fmla="*/ 12 h 1823"/>
              <a:gd name="T18" fmla="*/ 13 w 2312"/>
              <a:gd name="T19" fmla="*/ 10 h 1823"/>
              <a:gd name="T20" fmla="*/ 9 w 2312"/>
              <a:gd name="T21" fmla="*/ 8 h 1823"/>
              <a:gd name="T22" fmla="*/ 7 w 2312"/>
              <a:gd name="T23" fmla="*/ 10 h 1823"/>
              <a:gd name="T24" fmla="*/ 7 w 2312"/>
              <a:gd name="T25" fmla="*/ 12 h 1823"/>
              <a:gd name="T26" fmla="*/ 0 w 2312"/>
              <a:gd name="T27" fmla="*/ 12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8" name="Freeform 32"/>
          <p:cNvSpPr>
            <a:spLocks/>
          </p:cNvSpPr>
          <p:nvPr/>
        </p:nvSpPr>
        <p:spPr bwMode="gray">
          <a:xfrm>
            <a:off x="2932906" y="1751013"/>
            <a:ext cx="1712913" cy="1568450"/>
          </a:xfrm>
          <a:custGeom>
            <a:avLst/>
            <a:gdLst>
              <a:gd name="T0" fmla="*/ 0 w 976"/>
              <a:gd name="T1" fmla="*/ 0 h 968"/>
              <a:gd name="T2" fmla="*/ 1404 w 976"/>
              <a:gd name="T3" fmla="*/ 0 h 968"/>
              <a:gd name="T4" fmla="*/ 1404 w 976"/>
              <a:gd name="T5" fmla="*/ 318 h 968"/>
              <a:gd name="T6" fmla="*/ 1559 w 976"/>
              <a:gd name="T7" fmla="*/ 288 h 968"/>
              <a:gd name="T8" fmla="*/ 1780 w 976"/>
              <a:gd name="T9" fmla="*/ 437 h 968"/>
              <a:gd name="T10" fmla="*/ 1586 w 976"/>
              <a:gd name="T11" fmla="*/ 571 h 968"/>
              <a:gd name="T12" fmla="*/ 1404 w 976"/>
              <a:gd name="T13" fmla="*/ 550 h 968"/>
              <a:gd name="T14" fmla="*/ 1404 w 976"/>
              <a:gd name="T15" fmla="*/ 866 h 968"/>
              <a:gd name="T16" fmla="*/ 880 w 976"/>
              <a:gd name="T17" fmla="*/ 863 h 968"/>
              <a:gd name="T18" fmla="*/ 930 w 976"/>
              <a:gd name="T19" fmla="*/ 973 h 968"/>
              <a:gd name="T20" fmla="*/ 717 w 976"/>
              <a:gd name="T21" fmla="*/ 1094 h 968"/>
              <a:gd name="T22" fmla="*/ 457 w 976"/>
              <a:gd name="T23" fmla="*/ 979 h 968"/>
              <a:gd name="T24" fmla="*/ 507 w 976"/>
              <a:gd name="T25" fmla="*/ 861 h 968"/>
              <a:gd name="T26" fmla="*/ 0 w 976"/>
              <a:gd name="T27" fmla="*/ 866 h 968"/>
              <a:gd name="T28" fmla="*/ 0 w 976"/>
              <a:gd name="T29" fmla="*/ 0 h 96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76"/>
              <a:gd name="T46" fmla="*/ 0 h 968"/>
              <a:gd name="T47" fmla="*/ 976 w 976"/>
              <a:gd name="T48" fmla="*/ 968 h 96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76" h="968">
                <a:moveTo>
                  <a:pt x="0" y="0"/>
                </a:moveTo>
                <a:lnTo>
                  <a:pt x="769" y="0"/>
                </a:lnTo>
                <a:lnTo>
                  <a:pt x="769" y="282"/>
                </a:lnTo>
                <a:cubicBezTo>
                  <a:pt x="783" y="324"/>
                  <a:pt x="794" y="257"/>
                  <a:pt x="853" y="255"/>
                </a:cubicBezTo>
                <a:cubicBezTo>
                  <a:pt x="911" y="252"/>
                  <a:pt x="976" y="310"/>
                  <a:pt x="974" y="387"/>
                </a:cubicBezTo>
                <a:cubicBezTo>
                  <a:pt x="973" y="464"/>
                  <a:pt x="926" y="502"/>
                  <a:pt x="869" y="505"/>
                </a:cubicBezTo>
                <a:cubicBezTo>
                  <a:pt x="811" y="509"/>
                  <a:pt x="787" y="442"/>
                  <a:pt x="769" y="487"/>
                </a:cubicBezTo>
                <a:lnTo>
                  <a:pt x="769" y="766"/>
                </a:lnTo>
                <a:lnTo>
                  <a:pt x="482" y="764"/>
                </a:lnTo>
                <a:cubicBezTo>
                  <a:pt x="439" y="780"/>
                  <a:pt x="510" y="813"/>
                  <a:pt x="509" y="860"/>
                </a:cubicBezTo>
                <a:cubicBezTo>
                  <a:pt x="508" y="907"/>
                  <a:pt x="464" y="967"/>
                  <a:pt x="393" y="968"/>
                </a:cubicBezTo>
                <a:cubicBezTo>
                  <a:pt x="321" y="968"/>
                  <a:pt x="251" y="932"/>
                  <a:pt x="251" y="866"/>
                </a:cubicBezTo>
                <a:cubicBezTo>
                  <a:pt x="251" y="800"/>
                  <a:pt x="320" y="779"/>
                  <a:pt x="278" y="762"/>
                </a:cubicBezTo>
                <a:lnTo>
                  <a:pt x="0" y="766"/>
                </a:lnTo>
                <a:lnTo>
                  <a:pt x="0" y="0"/>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29" name="Freeform 33"/>
          <p:cNvSpPr>
            <a:spLocks/>
          </p:cNvSpPr>
          <p:nvPr/>
        </p:nvSpPr>
        <p:spPr bwMode="gray">
          <a:xfrm flipV="1">
            <a:off x="2932906" y="2987675"/>
            <a:ext cx="1712913" cy="1241425"/>
          </a:xfrm>
          <a:custGeom>
            <a:avLst/>
            <a:gdLst>
              <a:gd name="T0" fmla="*/ 0 w 2312"/>
              <a:gd name="T1" fmla="*/ 0 h 1823"/>
              <a:gd name="T2" fmla="*/ 19 w 2312"/>
              <a:gd name="T3" fmla="*/ 0 h 1823"/>
              <a:gd name="T4" fmla="*/ 19 w 2312"/>
              <a:gd name="T5" fmla="*/ 4 h 1823"/>
              <a:gd name="T6" fmla="*/ 21 w 2312"/>
              <a:gd name="T7" fmla="*/ 4 h 1823"/>
              <a:gd name="T8" fmla="*/ 24 w 2312"/>
              <a:gd name="T9" fmla="*/ 6 h 1823"/>
              <a:gd name="T10" fmla="*/ 21 w 2312"/>
              <a:gd name="T11" fmla="*/ 8 h 1823"/>
              <a:gd name="T12" fmla="*/ 19 w 2312"/>
              <a:gd name="T13" fmla="*/ 7 h 1823"/>
              <a:gd name="T14" fmla="*/ 19 w 2312"/>
              <a:gd name="T15" fmla="*/ 12 h 1823"/>
              <a:gd name="T16" fmla="*/ 12 w 2312"/>
              <a:gd name="T17" fmla="*/ 12 h 1823"/>
              <a:gd name="T18" fmla="*/ 13 w 2312"/>
              <a:gd name="T19" fmla="*/ 10 h 1823"/>
              <a:gd name="T20" fmla="*/ 9 w 2312"/>
              <a:gd name="T21" fmla="*/ 8 h 1823"/>
              <a:gd name="T22" fmla="*/ 7 w 2312"/>
              <a:gd name="T23" fmla="*/ 10 h 1823"/>
              <a:gd name="T24" fmla="*/ 7 w 2312"/>
              <a:gd name="T25" fmla="*/ 12 h 1823"/>
              <a:gd name="T26" fmla="*/ 0 w 2312"/>
              <a:gd name="T27" fmla="*/ 12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30" name="Freeform 34"/>
          <p:cNvSpPr>
            <a:spLocks/>
          </p:cNvSpPr>
          <p:nvPr/>
        </p:nvSpPr>
        <p:spPr bwMode="gray">
          <a:xfrm>
            <a:off x="1586706" y="1751013"/>
            <a:ext cx="1712913" cy="1568450"/>
          </a:xfrm>
          <a:custGeom>
            <a:avLst/>
            <a:gdLst>
              <a:gd name="T0" fmla="*/ 0 w 976"/>
              <a:gd name="T1" fmla="*/ 0 h 968"/>
              <a:gd name="T2" fmla="*/ 1404 w 976"/>
              <a:gd name="T3" fmla="*/ 0 h 968"/>
              <a:gd name="T4" fmla="*/ 1404 w 976"/>
              <a:gd name="T5" fmla="*/ 318 h 968"/>
              <a:gd name="T6" fmla="*/ 1559 w 976"/>
              <a:gd name="T7" fmla="*/ 288 h 968"/>
              <a:gd name="T8" fmla="*/ 1780 w 976"/>
              <a:gd name="T9" fmla="*/ 437 h 968"/>
              <a:gd name="T10" fmla="*/ 1586 w 976"/>
              <a:gd name="T11" fmla="*/ 571 h 968"/>
              <a:gd name="T12" fmla="*/ 1404 w 976"/>
              <a:gd name="T13" fmla="*/ 550 h 968"/>
              <a:gd name="T14" fmla="*/ 1404 w 976"/>
              <a:gd name="T15" fmla="*/ 866 h 968"/>
              <a:gd name="T16" fmla="*/ 880 w 976"/>
              <a:gd name="T17" fmla="*/ 863 h 968"/>
              <a:gd name="T18" fmla="*/ 930 w 976"/>
              <a:gd name="T19" fmla="*/ 973 h 968"/>
              <a:gd name="T20" fmla="*/ 717 w 976"/>
              <a:gd name="T21" fmla="*/ 1094 h 968"/>
              <a:gd name="T22" fmla="*/ 457 w 976"/>
              <a:gd name="T23" fmla="*/ 979 h 968"/>
              <a:gd name="T24" fmla="*/ 507 w 976"/>
              <a:gd name="T25" fmla="*/ 861 h 968"/>
              <a:gd name="T26" fmla="*/ 0 w 976"/>
              <a:gd name="T27" fmla="*/ 866 h 968"/>
              <a:gd name="T28" fmla="*/ 0 w 976"/>
              <a:gd name="T29" fmla="*/ 0 h 96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976"/>
              <a:gd name="T46" fmla="*/ 0 h 968"/>
              <a:gd name="T47" fmla="*/ 976 w 976"/>
              <a:gd name="T48" fmla="*/ 968 h 96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976" h="968">
                <a:moveTo>
                  <a:pt x="0" y="0"/>
                </a:moveTo>
                <a:lnTo>
                  <a:pt x="769" y="0"/>
                </a:lnTo>
                <a:lnTo>
                  <a:pt x="769" y="282"/>
                </a:lnTo>
                <a:cubicBezTo>
                  <a:pt x="783" y="324"/>
                  <a:pt x="794" y="257"/>
                  <a:pt x="853" y="255"/>
                </a:cubicBezTo>
                <a:cubicBezTo>
                  <a:pt x="911" y="252"/>
                  <a:pt x="976" y="310"/>
                  <a:pt x="974" y="387"/>
                </a:cubicBezTo>
                <a:cubicBezTo>
                  <a:pt x="973" y="464"/>
                  <a:pt x="926" y="502"/>
                  <a:pt x="869" y="505"/>
                </a:cubicBezTo>
                <a:cubicBezTo>
                  <a:pt x="811" y="509"/>
                  <a:pt x="787" y="442"/>
                  <a:pt x="769" y="487"/>
                </a:cubicBezTo>
                <a:lnTo>
                  <a:pt x="769" y="766"/>
                </a:lnTo>
                <a:lnTo>
                  <a:pt x="482" y="764"/>
                </a:lnTo>
                <a:cubicBezTo>
                  <a:pt x="439" y="780"/>
                  <a:pt x="510" y="813"/>
                  <a:pt x="509" y="860"/>
                </a:cubicBezTo>
                <a:cubicBezTo>
                  <a:pt x="508" y="907"/>
                  <a:pt x="464" y="967"/>
                  <a:pt x="393" y="968"/>
                </a:cubicBezTo>
                <a:cubicBezTo>
                  <a:pt x="321" y="968"/>
                  <a:pt x="251" y="932"/>
                  <a:pt x="251" y="866"/>
                </a:cubicBezTo>
                <a:cubicBezTo>
                  <a:pt x="251" y="800"/>
                  <a:pt x="320" y="779"/>
                  <a:pt x="278" y="762"/>
                </a:cubicBezTo>
                <a:lnTo>
                  <a:pt x="0" y="766"/>
                </a:lnTo>
                <a:lnTo>
                  <a:pt x="0" y="0"/>
                </a:lnTo>
                <a:close/>
              </a:path>
            </a:pathLst>
          </a:custGeom>
          <a:solidFill>
            <a:srgbClr val="BBBCBC"/>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
        <p:nvSpPr>
          <p:cNvPr id="64531" name="Freeform 35"/>
          <p:cNvSpPr>
            <a:spLocks/>
          </p:cNvSpPr>
          <p:nvPr/>
        </p:nvSpPr>
        <p:spPr bwMode="gray">
          <a:xfrm flipV="1">
            <a:off x="1586706" y="2987675"/>
            <a:ext cx="1712913" cy="1241425"/>
          </a:xfrm>
          <a:custGeom>
            <a:avLst/>
            <a:gdLst>
              <a:gd name="T0" fmla="*/ 0 w 2312"/>
              <a:gd name="T1" fmla="*/ 0 h 1823"/>
              <a:gd name="T2" fmla="*/ 19 w 2312"/>
              <a:gd name="T3" fmla="*/ 0 h 1823"/>
              <a:gd name="T4" fmla="*/ 19 w 2312"/>
              <a:gd name="T5" fmla="*/ 4 h 1823"/>
              <a:gd name="T6" fmla="*/ 21 w 2312"/>
              <a:gd name="T7" fmla="*/ 4 h 1823"/>
              <a:gd name="T8" fmla="*/ 24 w 2312"/>
              <a:gd name="T9" fmla="*/ 6 h 1823"/>
              <a:gd name="T10" fmla="*/ 21 w 2312"/>
              <a:gd name="T11" fmla="*/ 8 h 1823"/>
              <a:gd name="T12" fmla="*/ 19 w 2312"/>
              <a:gd name="T13" fmla="*/ 7 h 1823"/>
              <a:gd name="T14" fmla="*/ 19 w 2312"/>
              <a:gd name="T15" fmla="*/ 12 h 1823"/>
              <a:gd name="T16" fmla="*/ 12 w 2312"/>
              <a:gd name="T17" fmla="*/ 12 h 1823"/>
              <a:gd name="T18" fmla="*/ 13 w 2312"/>
              <a:gd name="T19" fmla="*/ 10 h 1823"/>
              <a:gd name="T20" fmla="*/ 9 w 2312"/>
              <a:gd name="T21" fmla="*/ 8 h 1823"/>
              <a:gd name="T22" fmla="*/ 7 w 2312"/>
              <a:gd name="T23" fmla="*/ 10 h 1823"/>
              <a:gd name="T24" fmla="*/ 7 w 2312"/>
              <a:gd name="T25" fmla="*/ 12 h 1823"/>
              <a:gd name="T26" fmla="*/ 0 w 2312"/>
              <a:gd name="T27" fmla="*/ 12 h 1823"/>
              <a:gd name="T28" fmla="*/ 0 w 2312"/>
              <a:gd name="T29" fmla="*/ 0 h 182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312"/>
              <a:gd name="T46" fmla="*/ 0 h 1823"/>
              <a:gd name="T47" fmla="*/ 2312 w 2312"/>
              <a:gd name="T48" fmla="*/ 1823 h 182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312" h="1823">
                <a:moveTo>
                  <a:pt x="0" y="0"/>
                </a:moveTo>
                <a:lnTo>
                  <a:pt x="1822" y="0"/>
                </a:lnTo>
                <a:lnTo>
                  <a:pt x="1822" y="672"/>
                </a:lnTo>
                <a:cubicBezTo>
                  <a:pt x="1854" y="772"/>
                  <a:pt x="1882" y="612"/>
                  <a:pt x="2020" y="606"/>
                </a:cubicBezTo>
                <a:cubicBezTo>
                  <a:pt x="2158" y="600"/>
                  <a:pt x="2312" y="738"/>
                  <a:pt x="2308" y="921"/>
                </a:cubicBezTo>
                <a:cubicBezTo>
                  <a:pt x="2304" y="1105"/>
                  <a:pt x="2194" y="1195"/>
                  <a:pt x="2058" y="1203"/>
                </a:cubicBezTo>
                <a:cubicBezTo>
                  <a:pt x="1922" y="1211"/>
                  <a:pt x="1864" y="1053"/>
                  <a:pt x="1822" y="1159"/>
                </a:cubicBezTo>
                <a:lnTo>
                  <a:pt x="1822" y="1823"/>
                </a:lnTo>
                <a:lnTo>
                  <a:pt x="1151" y="1823"/>
                </a:lnTo>
                <a:cubicBezTo>
                  <a:pt x="1047" y="1783"/>
                  <a:pt x="1204" y="1736"/>
                  <a:pt x="1200" y="1584"/>
                </a:cubicBezTo>
                <a:cubicBezTo>
                  <a:pt x="1196" y="1432"/>
                  <a:pt x="1085" y="1343"/>
                  <a:pt x="916" y="1344"/>
                </a:cubicBezTo>
                <a:cubicBezTo>
                  <a:pt x="747" y="1345"/>
                  <a:pt x="608" y="1468"/>
                  <a:pt x="608" y="1620"/>
                </a:cubicBezTo>
                <a:cubicBezTo>
                  <a:pt x="608" y="1772"/>
                  <a:pt x="767" y="1791"/>
                  <a:pt x="671" y="1823"/>
                </a:cubicBezTo>
                <a:lnTo>
                  <a:pt x="0" y="1823"/>
                </a:lnTo>
                <a:lnTo>
                  <a:pt x="0" y="0"/>
                </a:lnTo>
                <a:close/>
              </a:path>
            </a:pathLst>
          </a:custGeom>
          <a:solidFill>
            <a:schemeClr val="accent2"/>
          </a:solidFill>
          <a:ln w="12700">
            <a:solidFill>
              <a:schemeClr val="bg1"/>
            </a:solidFill>
            <a:round/>
            <a:headEnd/>
            <a:tailEnd/>
          </a:ln>
        </p:spPr>
        <p:txBody>
          <a:bodyPr wrap="none" lIns="72000" tIns="72000" rIns="72000" bIns="72000" anchor="ctr"/>
          <a:lstStyle/>
          <a:p>
            <a:endParaRPr lang="ja-JP" altLang="en-US" sz="1200" dirty="0">
              <a:solidFill>
                <a:schemeClr val="bg2"/>
              </a:solidFill>
            </a:endParaRPr>
          </a:p>
        </p:txBody>
      </p:sp>
    </p:spTree>
    <p:extLst>
      <p:ext uri="{BB962C8B-B14F-4D97-AF65-F5344CB8AC3E}">
        <p14:creationId xmlns:p14="http://schemas.microsoft.com/office/powerpoint/2010/main" val="870637813"/>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オブジェクト 6"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96" imgW="444" imgH="443" progId="TCLayout.ActiveDocument.1">
                  <p:embed/>
                </p:oleObj>
              </mc:Choice>
              <mc:Fallback>
                <p:oleObj name="think-cell Slide" r:id="rId196" imgW="444" imgH="443" progId="TCLayout.ActiveDocument.1">
                  <p:embed/>
                  <p:pic>
                    <p:nvPicPr>
                      <p:cNvPr id="7" name="オブジェクト 6" hidden="1"/>
                      <p:cNvPicPr/>
                      <p:nvPr/>
                    </p:nvPicPr>
                    <p:blipFill>
                      <a:blip r:embed="rId197"/>
                      <a:stretch>
                        <a:fillRect/>
                      </a:stretch>
                    </p:blipFill>
                    <p:spPr>
                      <a:xfrm>
                        <a:off x="1588" y="1588"/>
                        <a:ext cx="1587" cy="1587"/>
                      </a:xfrm>
                      <a:prstGeom prst="rect">
                        <a:avLst/>
                      </a:prstGeom>
                    </p:spPr>
                  </p:pic>
                </p:oleObj>
              </mc:Fallback>
            </mc:AlternateContent>
          </a:graphicData>
        </a:graphic>
      </p:graphicFrame>
      <p:sp>
        <p:nvSpPr>
          <p:cNvPr id="9" name="テキスト プレースホルダー 8"/>
          <p:cNvSpPr>
            <a:spLocks noGrp="1"/>
          </p:cNvSpPr>
          <p:nvPr>
            <p:ph type="body" sz="quarter" idx="15"/>
          </p:nvPr>
        </p:nvSpPr>
        <p:spPr bwMode="gray"/>
        <p:txBody>
          <a:bodyPr/>
          <a:lstStyle/>
          <a:p>
            <a:r>
              <a:rPr lang="en-US" altLang="ja-JP" dirty="0"/>
              <a:t>Header</a:t>
            </a:r>
            <a:endParaRPr kumimoji="1" lang="ja-JP" altLang="en-US" dirty="0"/>
          </a:p>
        </p:txBody>
      </p:sp>
      <p:sp>
        <p:nvSpPr>
          <p:cNvPr id="5" name="タイトル 4"/>
          <p:cNvSpPr>
            <a:spLocks noGrp="1"/>
          </p:cNvSpPr>
          <p:nvPr>
            <p:ph type="title"/>
          </p:nvPr>
        </p:nvSpPr>
        <p:spPr bwMode="gray"/>
        <p:txBody>
          <a:bodyPr/>
          <a:lstStyle/>
          <a:p>
            <a:r>
              <a:rPr lang="ja-JP" altLang="en-US" dirty="0"/>
              <a:t>地図 </a:t>
            </a:r>
            <a:r>
              <a:rPr lang="en-US" altLang="ja-JP" dirty="0"/>
              <a:t>– </a:t>
            </a:r>
            <a:r>
              <a:rPr lang="ja-JP" altLang="en-US" dirty="0"/>
              <a:t>世界地図</a:t>
            </a:r>
            <a:r>
              <a:rPr lang="en-US" altLang="ja-JP" dirty="0"/>
              <a:t>1</a:t>
            </a:r>
            <a:endParaRPr lang="ja-JP" altLang="en-US" dirty="0"/>
          </a:p>
        </p:txBody>
      </p:sp>
      <p:grpSp>
        <p:nvGrpSpPr>
          <p:cNvPr id="2" name="グループ化 1"/>
          <p:cNvGrpSpPr/>
          <p:nvPr/>
        </p:nvGrpSpPr>
        <p:grpSpPr>
          <a:xfrm>
            <a:off x="353418" y="1475998"/>
            <a:ext cx="9199164" cy="4824000"/>
            <a:chOff x="353418" y="1475998"/>
            <a:chExt cx="9199164" cy="4824000"/>
          </a:xfrm>
        </p:grpSpPr>
        <p:grpSp>
          <p:nvGrpSpPr>
            <p:cNvPr id="6" name="グループ化 5"/>
            <p:cNvGrpSpPr>
              <a:grpSpLocks noChangeAspect="1"/>
            </p:cNvGrpSpPr>
            <p:nvPr/>
          </p:nvGrpSpPr>
          <p:grpSpPr bwMode="gray">
            <a:xfrm>
              <a:off x="5488823" y="1475998"/>
              <a:ext cx="4063759" cy="4824000"/>
              <a:chOff x="415924" y="1475981"/>
              <a:chExt cx="4084869" cy="4849001"/>
            </a:xfrm>
            <a:solidFill>
              <a:srgbClr val="BBBCBC"/>
            </a:solidFill>
          </p:grpSpPr>
          <p:sp>
            <p:nvSpPr>
              <p:cNvPr id="829" name="Freeform 6"/>
              <p:cNvSpPr>
                <a:spLocks noEditPoints="1"/>
              </p:cNvSpPr>
              <p:nvPr/>
            </p:nvSpPr>
            <p:spPr bwMode="gray">
              <a:xfrm>
                <a:off x="857454" y="3849932"/>
                <a:ext cx="133412" cy="104774"/>
              </a:xfrm>
              <a:custGeom>
                <a:avLst/>
                <a:gdLst>
                  <a:gd name="T0" fmla="*/ 74 w 84"/>
                  <a:gd name="T1" fmla="*/ 42 h 66"/>
                  <a:gd name="T2" fmla="*/ 76 w 84"/>
                  <a:gd name="T3" fmla="*/ 48 h 66"/>
                  <a:gd name="T4" fmla="*/ 80 w 84"/>
                  <a:gd name="T5" fmla="*/ 54 h 66"/>
                  <a:gd name="T6" fmla="*/ 80 w 84"/>
                  <a:gd name="T7" fmla="*/ 58 h 66"/>
                  <a:gd name="T8" fmla="*/ 74 w 84"/>
                  <a:gd name="T9" fmla="*/ 62 h 66"/>
                  <a:gd name="T10" fmla="*/ 70 w 84"/>
                  <a:gd name="T11" fmla="*/ 66 h 66"/>
                  <a:gd name="T12" fmla="*/ 66 w 84"/>
                  <a:gd name="T13" fmla="*/ 58 h 66"/>
                  <a:gd name="T14" fmla="*/ 66 w 84"/>
                  <a:gd name="T15" fmla="*/ 48 h 66"/>
                  <a:gd name="T16" fmla="*/ 66 w 84"/>
                  <a:gd name="T17" fmla="*/ 42 h 66"/>
                  <a:gd name="T18" fmla="*/ 52 w 84"/>
                  <a:gd name="T19" fmla="*/ 32 h 66"/>
                  <a:gd name="T20" fmla="*/ 52 w 84"/>
                  <a:gd name="T21" fmla="*/ 32 h 66"/>
                  <a:gd name="T22" fmla="*/ 56 w 84"/>
                  <a:gd name="T23" fmla="*/ 34 h 66"/>
                  <a:gd name="T24" fmla="*/ 52 w 84"/>
                  <a:gd name="T25" fmla="*/ 32 h 66"/>
                  <a:gd name="T26" fmla="*/ 56 w 84"/>
                  <a:gd name="T27" fmla="*/ 26 h 66"/>
                  <a:gd name="T28" fmla="*/ 60 w 84"/>
                  <a:gd name="T29" fmla="*/ 32 h 66"/>
                  <a:gd name="T30" fmla="*/ 60 w 84"/>
                  <a:gd name="T31" fmla="*/ 32 h 66"/>
                  <a:gd name="T32" fmla="*/ 66 w 84"/>
                  <a:gd name="T33" fmla="*/ 34 h 66"/>
                  <a:gd name="T34" fmla="*/ 52 w 84"/>
                  <a:gd name="T35" fmla="*/ 26 h 66"/>
                  <a:gd name="T36" fmla="*/ 44 w 84"/>
                  <a:gd name="T37" fmla="*/ 26 h 66"/>
                  <a:gd name="T38" fmla="*/ 48 w 84"/>
                  <a:gd name="T39" fmla="*/ 22 h 66"/>
                  <a:gd name="T40" fmla="*/ 52 w 84"/>
                  <a:gd name="T41" fmla="*/ 26 h 66"/>
                  <a:gd name="T42" fmla="*/ 32 w 84"/>
                  <a:gd name="T43" fmla="*/ 22 h 66"/>
                  <a:gd name="T44" fmla="*/ 28 w 84"/>
                  <a:gd name="T45" fmla="*/ 14 h 66"/>
                  <a:gd name="T46" fmla="*/ 36 w 84"/>
                  <a:gd name="T47" fmla="*/ 14 h 66"/>
                  <a:gd name="T48" fmla="*/ 40 w 84"/>
                  <a:gd name="T49" fmla="*/ 22 h 66"/>
                  <a:gd name="T50" fmla="*/ 0 w 84"/>
                  <a:gd name="T51" fmla="*/ 10 h 66"/>
                  <a:gd name="T52" fmla="*/ 4 w 84"/>
                  <a:gd name="T53" fmla="*/ 4 h 66"/>
                  <a:gd name="T54" fmla="*/ 0 w 84"/>
                  <a:gd name="T55" fmla="*/ 10 h 66"/>
                  <a:gd name="T56" fmla="*/ 8 w 84"/>
                  <a:gd name="T57" fmla="*/ 10 h 66"/>
                  <a:gd name="T58" fmla="*/ 8 w 84"/>
                  <a:gd name="T59" fmla="*/ 0 h 66"/>
                  <a:gd name="T60" fmla="*/ 12 w 84"/>
                  <a:gd name="T61" fmla="*/ 4 h 66"/>
                  <a:gd name="T62" fmla="*/ 12 w 84"/>
                  <a:gd name="T63" fmla="*/ 1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4" h="66">
                    <a:moveTo>
                      <a:pt x="70" y="42"/>
                    </a:moveTo>
                    <a:lnTo>
                      <a:pt x="74" y="42"/>
                    </a:lnTo>
                    <a:lnTo>
                      <a:pt x="76" y="46"/>
                    </a:lnTo>
                    <a:lnTo>
                      <a:pt x="76" y="48"/>
                    </a:lnTo>
                    <a:lnTo>
                      <a:pt x="80" y="48"/>
                    </a:lnTo>
                    <a:lnTo>
                      <a:pt x="80" y="54"/>
                    </a:lnTo>
                    <a:lnTo>
                      <a:pt x="84" y="54"/>
                    </a:lnTo>
                    <a:lnTo>
                      <a:pt x="80" y="58"/>
                    </a:lnTo>
                    <a:lnTo>
                      <a:pt x="76" y="58"/>
                    </a:lnTo>
                    <a:lnTo>
                      <a:pt x="74" y="62"/>
                    </a:lnTo>
                    <a:lnTo>
                      <a:pt x="74" y="66"/>
                    </a:lnTo>
                    <a:lnTo>
                      <a:pt x="70" y="66"/>
                    </a:lnTo>
                    <a:lnTo>
                      <a:pt x="66" y="62"/>
                    </a:lnTo>
                    <a:lnTo>
                      <a:pt x="66" y="58"/>
                    </a:lnTo>
                    <a:lnTo>
                      <a:pt x="66" y="54"/>
                    </a:lnTo>
                    <a:lnTo>
                      <a:pt x="66" y="48"/>
                    </a:lnTo>
                    <a:lnTo>
                      <a:pt x="70" y="46"/>
                    </a:lnTo>
                    <a:lnTo>
                      <a:pt x="66" y="42"/>
                    </a:lnTo>
                    <a:lnTo>
                      <a:pt x="70" y="42"/>
                    </a:lnTo>
                    <a:close/>
                    <a:moveTo>
                      <a:pt x="52" y="32"/>
                    </a:moveTo>
                    <a:lnTo>
                      <a:pt x="48" y="32"/>
                    </a:lnTo>
                    <a:lnTo>
                      <a:pt x="52" y="32"/>
                    </a:lnTo>
                    <a:close/>
                    <a:moveTo>
                      <a:pt x="60" y="34"/>
                    </a:moveTo>
                    <a:lnTo>
                      <a:pt x="56" y="34"/>
                    </a:lnTo>
                    <a:lnTo>
                      <a:pt x="56" y="32"/>
                    </a:lnTo>
                    <a:lnTo>
                      <a:pt x="52" y="32"/>
                    </a:lnTo>
                    <a:lnTo>
                      <a:pt x="52" y="26"/>
                    </a:lnTo>
                    <a:lnTo>
                      <a:pt x="56" y="26"/>
                    </a:lnTo>
                    <a:lnTo>
                      <a:pt x="56" y="32"/>
                    </a:lnTo>
                    <a:lnTo>
                      <a:pt x="60" y="32"/>
                    </a:lnTo>
                    <a:lnTo>
                      <a:pt x="60" y="26"/>
                    </a:lnTo>
                    <a:lnTo>
                      <a:pt x="60" y="32"/>
                    </a:lnTo>
                    <a:lnTo>
                      <a:pt x="66" y="32"/>
                    </a:lnTo>
                    <a:lnTo>
                      <a:pt x="66" y="34"/>
                    </a:lnTo>
                    <a:lnTo>
                      <a:pt x="60" y="34"/>
                    </a:lnTo>
                    <a:close/>
                    <a:moveTo>
                      <a:pt x="52" y="26"/>
                    </a:moveTo>
                    <a:lnTo>
                      <a:pt x="48" y="26"/>
                    </a:lnTo>
                    <a:lnTo>
                      <a:pt x="44" y="26"/>
                    </a:lnTo>
                    <a:lnTo>
                      <a:pt x="44" y="22"/>
                    </a:lnTo>
                    <a:lnTo>
                      <a:pt x="48" y="22"/>
                    </a:lnTo>
                    <a:lnTo>
                      <a:pt x="52" y="22"/>
                    </a:lnTo>
                    <a:lnTo>
                      <a:pt x="52" y="26"/>
                    </a:lnTo>
                    <a:close/>
                    <a:moveTo>
                      <a:pt x="36" y="22"/>
                    </a:moveTo>
                    <a:lnTo>
                      <a:pt x="32" y="22"/>
                    </a:lnTo>
                    <a:lnTo>
                      <a:pt x="32" y="18"/>
                    </a:lnTo>
                    <a:lnTo>
                      <a:pt x="28" y="14"/>
                    </a:lnTo>
                    <a:lnTo>
                      <a:pt x="32" y="14"/>
                    </a:lnTo>
                    <a:lnTo>
                      <a:pt x="36" y="14"/>
                    </a:lnTo>
                    <a:lnTo>
                      <a:pt x="36" y="18"/>
                    </a:lnTo>
                    <a:lnTo>
                      <a:pt x="40" y="22"/>
                    </a:lnTo>
                    <a:lnTo>
                      <a:pt x="36" y="22"/>
                    </a:lnTo>
                    <a:close/>
                    <a:moveTo>
                      <a:pt x="0" y="10"/>
                    </a:moveTo>
                    <a:lnTo>
                      <a:pt x="0" y="4"/>
                    </a:lnTo>
                    <a:lnTo>
                      <a:pt x="4" y="4"/>
                    </a:lnTo>
                    <a:lnTo>
                      <a:pt x="4" y="10"/>
                    </a:lnTo>
                    <a:lnTo>
                      <a:pt x="0" y="10"/>
                    </a:lnTo>
                    <a:close/>
                    <a:moveTo>
                      <a:pt x="12" y="10"/>
                    </a:moveTo>
                    <a:lnTo>
                      <a:pt x="8" y="10"/>
                    </a:lnTo>
                    <a:lnTo>
                      <a:pt x="8" y="4"/>
                    </a:lnTo>
                    <a:lnTo>
                      <a:pt x="8" y="0"/>
                    </a:lnTo>
                    <a:lnTo>
                      <a:pt x="12" y="0"/>
                    </a:lnTo>
                    <a:lnTo>
                      <a:pt x="12" y="4"/>
                    </a:lnTo>
                    <a:lnTo>
                      <a:pt x="16" y="4"/>
                    </a:lnTo>
                    <a:lnTo>
                      <a:pt x="12"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831" name="Freeform 7"/>
              <p:cNvSpPr>
                <a:spLocks noEditPoints="1"/>
              </p:cNvSpPr>
              <p:nvPr/>
            </p:nvSpPr>
            <p:spPr bwMode="gray">
              <a:xfrm>
                <a:off x="1734160" y="2954592"/>
                <a:ext cx="1419883" cy="812791"/>
              </a:xfrm>
              <a:custGeom>
                <a:avLst/>
                <a:gdLst>
                  <a:gd name="T0" fmla="*/ 506 w 894"/>
                  <a:gd name="T1" fmla="*/ 422 h 512"/>
                  <a:gd name="T2" fmla="*/ 794 w 894"/>
                  <a:gd name="T3" fmla="*/ 192 h 512"/>
                  <a:gd name="T4" fmla="*/ 800 w 894"/>
                  <a:gd name="T5" fmla="*/ 192 h 512"/>
                  <a:gd name="T6" fmla="*/ 874 w 894"/>
                  <a:gd name="T7" fmla="*/ 112 h 512"/>
                  <a:gd name="T8" fmla="*/ 28 w 894"/>
                  <a:gd name="T9" fmla="*/ 20 h 512"/>
                  <a:gd name="T10" fmla="*/ 422 w 894"/>
                  <a:gd name="T11" fmla="*/ 464 h 512"/>
                  <a:gd name="T12" fmla="*/ 758 w 894"/>
                  <a:gd name="T13" fmla="*/ 294 h 512"/>
                  <a:gd name="T14" fmla="*/ 746 w 894"/>
                  <a:gd name="T15" fmla="*/ 234 h 512"/>
                  <a:gd name="T16" fmla="*/ 734 w 894"/>
                  <a:gd name="T17" fmla="*/ 242 h 512"/>
                  <a:gd name="T18" fmla="*/ 742 w 894"/>
                  <a:gd name="T19" fmla="*/ 262 h 512"/>
                  <a:gd name="T20" fmla="*/ 758 w 894"/>
                  <a:gd name="T21" fmla="*/ 286 h 512"/>
                  <a:gd name="T22" fmla="*/ 742 w 894"/>
                  <a:gd name="T23" fmla="*/ 290 h 512"/>
                  <a:gd name="T24" fmla="*/ 746 w 894"/>
                  <a:gd name="T25" fmla="*/ 300 h 512"/>
                  <a:gd name="T26" fmla="*/ 728 w 894"/>
                  <a:gd name="T27" fmla="*/ 314 h 512"/>
                  <a:gd name="T28" fmla="*/ 692 w 894"/>
                  <a:gd name="T29" fmla="*/ 356 h 512"/>
                  <a:gd name="T30" fmla="*/ 672 w 894"/>
                  <a:gd name="T31" fmla="*/ 390 h 512"/>
                  <a:gd name="T32" fmla="*/ 680 w 894"/>
                  <a:gd name="T33" fmla="*/ 446 h 512"/>
                  <a:gd name="T34" fmla="*/ 676 w 894"/>
                  <a:gd name="T35" fmla="*/ 508 h 512"/>
                  <a:gd name="T36" fmla="*/ 652 w 894"/>
                  <a:gd name="T37" fmla="*/ 464 h 512"/>
                  <a:gd name="T38" fmla="*/ 634 w 894"/>
                  <a:gd name="T39" fmla="*/ 418 h 512"/>
                  <a:gd name="T40" fmla="*/ 602 w 894"/>
                  <a:gd name="T41" fmla="*/ 408 h 512"/>
                  <a:gd name="T42" fmla="*/ 570 w 894"/>
                  <a:gd name="T43" fmla="*/ 408 h 512"/>
                  <a:gd name="T44" fmla="*/ 542 w 894"/>
                  <a:gd name="T45" fmla="*/ 414 h 512"/>
                  <a:gd name="T46" fmla="*/ 534 w 894"/>
                  <a:gd name="T47" fmla="*/ 426 h 512"/>
                  <a:gd name="T48" fmla="*/ 486 w 894"/>
                  <a:gd name="T49" fmla="*/ 418 h 512"/>
                  <a:gd name="T50" fmla="*/ 448 w 894"/>
                  <a:gd name="T51" fmla="*/ 440 h 512"/>
                  <a:gd name="T52" fmla="*/ 426 w 894"/>
                  <a:gd name="T53" fmla="*/ 450 h 512"/>
                  <a:gd name="T54" fmla="*/ 416 w 894"/>
                  <a:gd name="T55" fmla="*/ 492 h 512"/>
                  <a:gd name="T56" fmla="*/ 370 w 894"/>
                  <a:gd name="T57" fmla="*/ 436 h 512"/>
                  <a:gd name="T58" fmla="*/ 322 w 894"/>
                  <a:gd name="T59" fmla="*/ 426 h 512"/>
                  <a:gd name="T60" fmla="*/ 266 w 894"/>
                  <a:gd name="T61" fmla="*/ 378 h 512"/>
                  <a:gd name="T62" fmla="*/ 162 w 894"/>
                  <a:gd name="T63" fmla="*/ 370 h 512"/>
                  <a:gd name="T64" fmla="*/ 114 w 894"/>
                  <a:gd name="T65" fmla="*/ 348 h 512"/>
                  <a:gd name="T66" fmla="*/ 60 w 894"/>
                  <a:gd name="T67" fmla="*/ 312 h 512"/>
                  <a:gd name="T68" fmla="*/ 34 w 894"/>
                  <a:gd name="T69" fmla="*/ 254 h 512"/>
                  <a:gd name="T70" fmla="*/ 32 w 894"/>
                  <a:gd name="T71" fmla="*/ 250 h 512"/>
                  <a:gd name="T72" fmla="*/ 6 w 894"/>
                  <a:gd name="T73" fmla="*/ 192 h 512"/>
                  <a:gd name="T74" fmla="*/ 6 w 894"/>
                  <a:gd name="T75" fmla="*/ 132 h 512"/>
                  <a:gd name="T76" fmla="*/ 6 w 894"/>
                  <a:gd name="T77" fmla="*/ 72 h 512"/>
                  <a:gd name="T78" fmla="*/ 6 w 894"/>
                  <a:gd name="T79" fmla="*/ 26 h 512"/>
                  <a:gd name="T80" fmla="*/ 32 w 894"/>
                  <a:gd name="T81" fmla="*/ 42 h 512"/>
                  <a:gd name="T82" fmla="*/ 32 w 894"/>
                  <a:gd name="T83" fmla="*/ 26 h 512"/>
                  <a:gd name="T84" fmla="*/ 108 w 894"/>
                  <a:gd name="T85" fmla="*/ 10 h 512"/>
                  <a:gd name="T86" fmla="*/ 228 w 894"/>
                  <a:gd name="T87" fmla="*/ 10 h 512"/>
                  <a:gd name="T88" fmla="*/ 332 w 894"/>
                  <a:gd name="T89" fmla="*/ 10 h 512"/>
                  <a:gd name="T90" fmla="*/ 460 w 894"/>
                  <a:gd name="T91" fmla="*/ 10 h 512"/>
                  <a:gd name="T92" fmla="*/ 516 w 894"/>
                  <a:gd name="T93" fmla="*/ 30 h 512"/>
                  <a:gd name="T94" fmla="*/ 598 w 894"/>
                  <a:gd name="T95" fmla="*/ 48 h 512"/>
                  <a:gd name="T96" fmla="*/ 656 w 894"/>
                  <a:gd name="T97" fmla="*/ 124 h 512"/>
                  <a:gd name="T98" fmla="*/ 676 w 894"/>
                  <a:gd name="T99" fmla="*/ 158 h 512"/>
                  <a:gd name="T100" fmla="*/ 746 w 894"/>
                  <a:gd name="T101" fmla="*/ 124 h 512"/>
                  <a:gd name="T102" fmla="*/ 824 w 894"/>
                  <a:gd name="T103" fmla="*/ 100 h 512"/>
                  <a:gd name="T104" fmla="*/ 860 w 894"/>
                  <a:gd name="T105" fmla="*/ 48 h 512"/>
                  <a:gd name="T106" fmla="*/ 888 w 894"/>
                  <a:gd name="T107" fmla="*/ 108 h 512"/>
                  <a:gd name="T108" fmla="*/ 852 w 894"/>
                  <a:gd name="T109" fmla="*/ 120 h 512"/>
                  <a:gd name="T110" fmla="*/ 836 w 894"/>
                  <a:gd name="T111" fmla="*/ 152 h 512"/>
                  <a:gd name="T112" fmla="*/ 832 w 894"/>
                  <a:gd name="T113" fmla="*/ 172 h 512"/>
                  <a:gd name="T114" fmla="*/ 782 w 894"/>
                  <a:gd name="T115" fmla="*/ 190 h 512"/>
                  <a:gd name="T116" fmla="*/ 774 w 894"/>
                  <a:gd name="T117" fmla="*/ 222 h 512"/>
                  <a:gd name="T118" fmla="*/ 762 w 894"/>
                  <a:gd name="T119" fmla="*/ 224 h 512"/>
                  <a:gd name="T120" fmla="*/ 754 w 894"/>
                  <a:gd name="T121" fmla="*/ 242 h 512"/>
                  <a:gd name="T122" fmla="*/ 754 w 894"/>
                  <a:gd name="T123" fmla="*/ 214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94" h="512">
                    <a:moveTo>
                      <a:pt x="686" y="508"/>
                    </a:moveTo>
                    <a:lnTo>
                      <a:pt x="686" y="504"/>
                    </a:lnTo>
                    <a:lnTo>
                      <a:pt x="686" y="508"/>
                    </a:lnTo>
                    <a:lnTo>
                      <a:pt x="680" y="512"/>
                    </a:lnTo>
                    <a:lnTo>
                      <a:pt x="686" y="512"/>
                    </a:lnTo>
                    <a:lnTo>
                      <a:pt x="686" y="508"/>
                    </a:lnTo>
                    <a:close/>
                    <a:moveTo>
                      <a:pt x="432" y="450"/>
                    </a:moveTo>
                    <a:lnTo>
                      <a:pt x="426" y="450"/>
                    </a:lnTo>
                    <a:lnTo>
                      <a:pt x="426" y="454"/>
                    </a:lnTo>
                    <a:lnTo>
                      <a:pt x="426" y="450"/>
                    </a:lnTo>
                    <a:lnTo>
                      <a:pt x="432" y="450"/>
                    </a:lnTo>
                    <a:close/>
                    <a:moveTo>
                      <a:pt x="432" y="450"/>
                    </a:moveTo>
                    <a:lnTo>
                      <a:pt x="432" y="446"/>
                    </a:lnTo>
                    <a:lnTo>
                      <a:pt x="436" y="446"/>
                    </a:lnTo>
                    <a:lnTo>
                      <a:pt x="432" y="450"/>
                    </a:lnTo>
                    <a:close/>
                    <a:moveTo>
                      <a:pt x="460" y="426"/>
                    </a:moveTo>
                    <a:lnTo>
                      <a:pt x="460" y="430"/>
                    </a:lnTo>
                    <a:lnTo>
                      <a:pt x="456" y="430"/>
                    </a:lnTo>
                    <a:lnTo>
                      <a:pt x="460" y="430"/>
                    </a:lnTo>
                    <a:lnTo>
                      <a:pt x="460" y="426"/>
                    </a:lnTo>
                    <a:close/>
                    <a:moveTo>
                      <a:pt x="510" y="422"/>
                    </a:moveTo>
                    <a:lnTo>
                      <a:pt x="506" y="422"/>
                    </a:lnTo>
                    <a:lnTo>
                      <a:pt x="510" y="422"/>
                    </a:lnTo>
                    <a:close/>
                    <a:moveTo>
                      <a:pt x="590" y="406"/>
                    </a:moveTo>
                    <a:lnTo>
                      <a:pt x="586" y="406"/>
                    </a:lnTo>
                    <a:lnTo>
                      <a:pt x="582" y="406"/>
                    </a:lnTo>
                    <a:lnTo>
                      <a:pt x="578" y="406"/>
                    </a:lnTo>
                    <a:lnTo>
                      <a:pt x="582" y="406"/>
                    </a:lnTo>
                    <a:lnTo>
                      <a:pt x="586" y="406"/>
                    </a:lnTo>
                    <a:lnTo>
                      <a:pt x="590" y="406"/>
                    </a:lnTo>
                    <a:close/>
                    <a:moveTo>
                      <a:pt x="94" y="352"/>
                    </a:moveTo>
                    <a:lnTo>
                      <a:pt x="96" y="356"/>
                    </a:lnTo>
                    <a:lnTo>
                      <a:pt x="94" y="356"/>
                    </a:lnTo>
                    <a:lnTo>
                      <a:pt x="94" y="352"/>
                    </a:lnTo>
                    <a:close/>
                    <a:moveTo>
                      <a:pt x="94" y="346"/>
                    </a:moveTo>
                    <a:lnTo>
                      <a:pt x="96" y="346"/>
                    </a:lnTo>
                    <a:lnTo>
                      <a:pt x="94" y="346"/>
                    </a:lnTo>
                    <a:close/>
                    <a:moveTo>
                      <a:pt x="72" y="332"/>
                    </a:moveTo>
                    <a:lnTo>
                      <a:pt x="68" y="332"/>
                    </a:lnTo>
                    <a:lnTo>
                      <a:pt x="72" y="332"/>
                    </a:lnTo>
                    <a:close/>
                    <a:moveTo>
                      <a:pt x="800" y="192"/>
                    </a:moveTo>
                    <a:lnTo>
                      <a:pt x="800" y="190"/>
                    </a:lnTo>
                    <a:lnTo>
                      <a:pt x="800" y="192"/>
                    </a:lnTo>
                    <a:lnTo>
                      <a:pt x="794" y="192"/>
                    </a:lnTo>
                    <a:lnTo>
                      <a:pt x="790" y="192"/>
                    </a:lnTo>
                    <a:lnTo>
                      <a:pt x="786" y="192"/>
                    </a:lnTo>
                    <a:lnTo>
                      <a:pt x="782" y="192"/>
                    </a:lnTo>
                    <a:lnTo>
                      <a:pt x="782" y="190"/>
                    </a:lnTo>
                    <a:lnTo>
                      <a:pt x="786" y="190"/>
                    </a:lnTo>
                    <a:lnTo>
                      <a:pt x="790" y="190"/>
                    </a:lnTo>
                    <a:lnTo>
                      <a:pt x="794" y="190"/>
                    </a:lnTo>
                    <a:lnTo>
                      <a:pt x="800" y="186"/>
                    </a:lnTo>
                    <a:lnTo>
                      <a:pt x="804" y="186"/>
                    </a:lnTo>
                    <a:lnTo>
                      <a:pt x="808" y="186"/>
                    </a:lnTo>
                    <a:lnTo>
                      <a:pt x="810" y="180"/>
                    </a:lnTo>
                    <a:lnTo>
                      <a:pt x="810" y="186"/>
                    </a:lnTo>
                    <a:lnTo>
                      <a:pt x="808" y="186"/>
                    </a:lnTo>
                    <a:lnTo>
                      <a:pt x="804" y="190"/>
                    </a:lnTo>
                    <a:lnTo>
                      <a:pt x="808" y="190"/>
                    </a:lnTo>
                    <a:lnTo>
                      <a:pt x="808" y="186"/>
                    </a:lnTo>
                    <a:lnTo>
                      <a:pt x="810" y="186"/>
                    </a:lnTo>
                    <a:lnTo>
                      <a:pt x="814" y="186"/>
                    </a:lnTo>
                    <a:lnTo>
                      <a:pt x="810" y="186"/>
                    </a:lnTo>
                    <a:lnTo>
                      <a:pt x="808" y="190"/>
                    </a:lnTo>
                    <a:lnTo>
                      <a:pt x="804" y="190"/>
                    </a:lnTo>
                    <a:lnTo>
                      <a:pt x="800" y="192"/>
                    </a:lnTo>
                    <a:close/>
                    <a:moveTo>
                      <a:pt x="842" y="176"/>
                    </a:moveTo>
                    <a:lnTo>
                      <a:pt x="842" y="180"/>
                    </a:lnTo>
                    <a:lnTo>
                      <a:pt x="848" y="180"/>
                    </a:lnTo>
                    <a:lnTo>
                      <a:pt x="842" y="180"/>
                    </a:lnTo>
                    <a:lnTo>
                      <a:pt x="840" y="180"/>
                    </a:lnTo>
                    <a:lnTo>
                      <a:pt x="842" y="180"/>
                    </a:lnTo>
                    <a:lnTo>
                      <a:pt x="842" y="176"/>
                    </a:lnTo>
                    <a:close/>
                    <a:moveTo>
                      <a:pt x="836" y="176"/>
                    </a:moveTo>
                    <a:lnTo>
                      <a:pt x="836" y="180"/>
                    </a:lnTo>
                    <a:lnTo>
                      <a:pt x="832" y="180"/>
                    </a:lnTo>
                    <a:lnTo>
                      <a:pt x="832" y="176"/>
                    </a:lnTo>
                    <a:lnTo>
                      <a:pt x="836" y="176"/>
                    </a:lnTo>
                    <a:close/>
                    <a:moveTo>
                      <a:pt x="828" y="172"/>
                    </a:moveTo>
                    <a:lnTo>
                      <a:pt x="828" y="176"/>
                    </a:lnTo>
                    <a:lnTo>
                      <a:pt x="824" y="176"/>
                    </a:lnTo>
                    <a:lnTo>
                      <a:pt x="824" y="172"/>
                    </a:lnTo>
                    <a:lnTo>
                      <a:pt x="828" y="172"/>
                    </a:lnTo>
                    <a:close/>
                    <a:moveTo>
                      <a:pt x="870" y="116"/>
                    </a:moveTo>
                    <a:lnTo>
                      <a:pt x="864" y="120"/>
                    </a:lnTo>
                    <a:lnTo>
                      <a:pt x="864" y="116"/>
                    </a:lnTo>
                    <a:lnTo>
                      <a:pt x="870" y="116"/>
                    </a:lnTo>
                    <a:close/>
                    <a:moveTo>
                      <a:pt x="874" y="112"/>
                    </a:moveTo>
                    <a:lnTo>
                      <a:pt x="874" y="116"/>
                    </a:lnTo>
                    <a:lnTo>
                      <a:pt x="870" y="116"/>
                    </a:lnTo>
                    <a:lnTo>
                      <a:pt x="870" y="112"/>
                    </a:lnTo>
                    <a:lnTo>
                      <a:pt x="874" y="112"/>
                    </a:lnTo>
                    <a:close/>
                    <a:moveTo>
                      <a:pt x="34" y="48"/>
                    </a:moveTo>
                    <a:lnTo>
                      <a:pt x="32" y="48"/>
                    </a:lnTo>
                    <a:lnTo>
                      <a:pt x="32" y="42"/>
                    </a:lnTo>
                    <a:lnTo>
                      <a:pt x="32" y="48"/>
                    </a:lnTo>
                    <a:lnTo>
                      <a:pt x="34" y="48"/>
                    </a:lnTo>
                    <a:close/>
                    <a:moveTo>
                      <a:pt x="32" y="26"/>
                    </a:moveTo>
                    <a:lnTo>
                      <a:pt x="32" y="30"/>
                    </a:lnTo>
                    <a:lnTo>
                      <a:pt x="34" y="34"/>
                    </a:lnTo>
                    <a:lnTo>
                      <a:pt x="32" y="34"/>
                    </a:lnTo>
                    <a:lnTo>
                      <a:pt x="32" y="30"/>
                    </a:lnTo>
                    <a:lnTo>
                      <a:pt x="28" y="30"/>
                    </a:lnTo>
                    <a:lnTo>
                      <a:pt x="28" y="26"/>
                    </a:lnTo>
                    <a:lnTo>
                      <a:pt x="32" y="26"/>
                    </a:lnTo>
                    <a:close/>
                    <a:moveTo>
                      <a:pt x="28" y="20"/>
                    </a:moveTo>
                    <a:lnTo>
                      <a:pt x="28" y="26"/>
                    </a:lnTo>
                    <a:lnTo>
                      <a:pt x="28" y="20"/>
                    </a:lnTo>
                    <a:lnTo>
                      <a:pt x="24" y="20"/>
                    </a:lnTo>
                    <a:lnTo>
                      <a:pt x="28" y="20"/>
                    </a:lnTo>
                    <a:close/>
                    <a:moveTo>
                      <a:pt x="28" y="18"/>
                    </a:moveTo>
                    <a:lnTo>
                      <a:pt x="28" y="20"/>
                    </a:lnTo>
                    <a:lnTo>
                      <a:pt x="24" y="18"/>
                    </a:lnTo>
                    <a:lnTo>
                      <a:pt x="28" y="18"/>
                    </a:lnTo>
                    <a:close/>
                    <a:moveTo>
                      <a:pt x="422" y="478"/>
                    </a:moveTo>
                    <a:lnTo>
                      <a:pt x="422" y="474"/>
                    </a:lnTo>
                    <a:lnTo>
                      <a:pt x="420" y="474"/>
                    </a:lnTo>
                    <a:lnTo>
                      <a:pt x="420" y="470"/>
                    </a:lnTo>
                    <a:lnTo>
                      <a:pt x="420" y="468"/>
                    </a:lnTo>
                    <a:lnTo>
                      <a:pt x="420" y="470"/>
                    </a:lnTo>
                    <a:lnTo>
                      <a:pt x="422" y="474"/>
                    </a:lnTo>
                    <a:lnTo>
                      <a:pt x="422" y="478"/>
                    </a:lnTo>
                    <a:lnTo>
                      <a:pt x="422" y="484"/>
                    </a:lnTo>
                    <a:lnTo>
                      <a:pt x="422" y="488"/>
                    </a:lnTo>
                    <a:lnTo>
                      <a:pt x="422" y="492"/>
                    </a:lnTo>
                    <a:lnTo>
                      <a:pt x="422" y="488"/>
                    </a:lnTo>
                    <a:lnTo>
                      <a:pt x="422" y="484"/>
                    </a:lnTo>
                    <a:lnTo>
                      <a:pt x="422" y="478"/>
                    </a:lnTo>
                    <a:close/>
                    <a:moveTo>
                      <a:pt x="422" y="464"/>
                    </a:moveTo>
                    <a:lnTo>
                      <a:pt x="422" y="468"/>
                    </a:lnTo>
                    <a:lnTo>
                      <a:pt x="420" y="468"/>
                    </a:lnTo>
                    <a:lnTo>
                      <a:pt x="422" y="464"/>
                    </a:lnTo>
                    <a:lnTo>
                      <a:pt x="422" y="460"/>
                    </a:lnTo>
                    <a:lnTo>
                      <a:pt x="426" y="454"/>
                    </a:lnTo>
                    <a:lnTo>
                      <a:pt x="426" y="460"/>
                    </a:lnTo>
                    <a:lnTo>
                      <a:pt x="422" y="460"/>
                    </a:lnTo>
                    <a:lnTo>
                      <a:pt x="422" y="464"/>
                    </a:lnTo>
                    <a:close/>
                    <a:moveTo>
                      <a:pt x="686" y="454"/>
                    </a:moveTo>
                    <a:lnTo>
                      <a:pt x="686" y="460"/>
                    </a:lnTo>
                    <a:lnTo>
                      <a:pt x="686" y="464"/>
                    </a:lnTo>
                    <a:lnTo>
                      <a:pt x="688" y="468"/>
                    </a:lnTo>
                    <a:lnTo>
                      <a:pt x="688" y="470"/>
                    </a:lnTo>
                    <a:lnTo>
                      <a:pt x="688" y="468"/>
                    </a:lnTo>
                    <a:lnTo>
                      <a:pt x="686" y="464"/>
                    </a:lnTo>
                    <a:lnTo>
                      <a:pt x="686" y="460"/>
                    </a:lnTo>
                    <a:lnTo>
                      <a:pt x="686" y="454"/>
                    </a:lnTo>
                    <a:close/>
                    <a:moveTo>
                      <a:pt x="680" y="446"/>
                    </a:moveTo>
                    <a:lnTo>
                      <a:pt x="680" y="442"/>
                    </a:lnTo>
                    <a:lnTo>
                      <a:pt x="680" y="446"/>
                    </a:lnTo>
                    <a:close/>
                    <a:moveTo>
                      <a:pt x="758" y="308"/>
                    </a:moveTo>
                    <a:lnTo>
                      <a:pt x="758" y="304"/>
                    </a:lnTo>
                    <a:lnTo>
                      <a:pt x="762" y="304"/>
                    </a:lnTo>
                    <a:lnTo>
                      <a:pt x="762" y="300"/>
                    </a:lnTo>
                    <a:lnTo>
                      <a:pt x="758" y="294"/>
                    </a:lnTo>
                    <a:lnTo>
                      <a:pt x="762" y="294"/>
                    </a:lnTo>
                    <a:lnTo>
                      <a:pt x="762" y="300"/>
                    </a:lnTo>
                    <a:lnTo>
                      <a:pt x="762" y="304"/>
                    </a:lnTo>
                    <a:lnTo>
                      <a:pt x="758" y="308"/>
                    </a:lnTo>
                    <a:close/>
                    <a:moveTo>
                      <a:pt x="782" y="192"/>
                    </a:moveTo>
                    <a:lnTo>
                      <a:pt x="782" y="196"/>
                    </a:lnTo>
                    <a:lnTo>
                      <a:pt x="780" y="196"/>
                    </a:lnTo>
                    <a:lnTo>
                      <a:pt x="780" y="192"/>
                    </a:lnTo>
                    <a:lnTo>
                      <a:pt x="782" y="192"/>
                    </a:lnTo>
                    <a:close/>
                    <a:moveTo>
                      <a:pt x="72" y="332"/>
                    </a:moveTo>
                    <a:lnTo>
                      <a:pt x="76" y="332"/>
                    </a:lnTo>
                    <a:lnTo>
                      <a:pt x="72" y="332"/>
                    </a:lnTo>
                    <a:close/>
                    <a:moveTo>
                      <a:pt x="24" y="18"/>
                    </a:moveTo>
                    <a:lnTo>
                      <a:pt x="24" y="20"/>
                    </a:lnTo>
                    <a:lnTo>
                      <a:pt x="24" y="18"/>
                    </a:lnTo>
                    <a:close/>
                    <a:moveTo>
                      <a:pt x="746" y="222"/>
                    </a:moveTo>
                    <a:lnTo>
                      <a:pt x="746" y="224"/>
                    </a:lnTo>
                    <a:lnTo>
                      <a:pt x="746" y="222"/>
                    </a:lnTo>
                    <a:lnTo>
                      <a:pt x="742" y="222"/>
                    </a:lnTo>
                    <a:lnTo>
                      <a:pt x="746" y="224"/>
                    </a:lnTo>
                    <a:lnTo>
                      <a:pt x="746" y="230"/>
                    </a:lnTo>
                    <a:lnTo>
                      <a:pt x="746" y="234"/>
                    </a:lnTo>
                    <a:lnTo>
                      <a:pt x="746" y="238"/>
                    </a:lnTo>
                    <a:lnTo>
                      <a:pt x="746" y="242"/>
                    </a:lnTo>
                    <a:lnTo>
                      <a:pt x="742" y="242"/>
                    </a:lnTo>
                    <a:lnTo>
                      <a:pt x="742" y="238"/>
                    </a:lnTo>
                    <a:lnTo>
                      <a:pt x="742" y="234"/>
                    </a:lnTo>
                    <a:lnTo>
                      <a:pt x="742" y="238"/>
                    </a:lnTo>
                    <a:lnTo>
                      <a:pt x="742" y="242"/>
                    </a:lnTo>
                    <a:lnTo>
                      <a:pt x="746" y="242"/>
                    </a:lnTo>
                    <a:lnTo>
                      <a:pt x="746" y="246"/>
                    </a:lnTo>
                    <a:lnTo>
                      <a:pt x="746" y="250"/>
                    </a:lnTo>
                    <a:lnTo>
                      <a:pt x="746" y="246"/>
                    </a:lnTo>
                    <a:lnTo>
                      <a:pt x="742" y="246"/>
                    </a:lnTo>
                    <a:lnTo>
                      <a:pt x="738" y="242"/>
                    </a:lnTo>
                    <a:lnTo>
                      <a:pt x="734" y="242"/>
                    </a:lnTo>
                    <a:lnTo>
                      <a:pt x="734" y="238"/>
                    </a:lnTo>
                    <a:lnTo>
                      <a:pt x="734" y="234"/>
                    </a:lnTo>
                    <a:lnTo>
                      <a:pt x="738" y="234"/>
                    </a:lnTo>
                    <a:lnTo>
                      <a:pt x="738" y="230"/>
                    </a:lnTo>
                    <a:lnTo>
                      <a:pt x="738" y="234"/>
                    </a:lnTo>
                    <a:lnTo>
                      <a:pt x="734" y="234"/>
                    </a:lnTo>
                    <a:lnTo>
                      <a:pt x="734" y="238"/>
                    </a:lnTo>
                    <a:lnTo>
                      <a:pt x="734" y="242"/>
                    </a:lnTo>
                    <a:lnTo>
                      <a:pt x="738" y="242"/>
                    </a:lnTo>
                    <a:lnTo>
                      <a:pt x="738" y="246"/>
                    </a:lnTo>
                    <a:lnTo>
                      <a:pt x="742" y="246"/>
                    </a:lnTo>
                    <a:lnTo>
                      <a:pt x="746" y="250"/>
                    </a:lnTo>
                    <a:lnTo>
                      <a:pt x="748" y="250"/>
                    </a:lnTo>
                    <a:lnTo>
                      <a:pt x="748" y="254"/>
                    </a:lnTo>
                    <a:lnTo>
                      <a:pt x="746" y="258"/>
                    </a:lnTo>
                    <a:lnTo>
                      <a:pt x="746" y="254"/>
                    </a:lnTo>
                    <a:lnTo>
                      <a:pt x="742" y="254"/>
                    </a:lnTo>
                    <a:lnTo>
                      <a:pt x="738" y="250"/>
                    </a:lnTo>
                    <a:lnTo>
                      <a:pt x="738" y="246"/>
                    </a:lnTo>
                    <a:lnTo>
                      <a:pt x="734" y="246"/>
                    </a:lnTo>
                    <a:lnTo>
                      <a:pt x="738" y="246"/>
                    </a:lnTo>
                    <a:lnTo>
                      <a:pt x="738" y="250"/>
                    </a:lnTo>
                    <a:lnTo>
                      <a:pt x="742" y="254"/>
                    </a:lnTo>
                    <a:lnTo>
                      <a:pt x="746" y="258"/>
                    </a:lnTo>
                    <a:lnTo>
                      <a:pt x="748" y="258"/>
                    </a:lnTo>
                    <a:lnTo>
                      <a:pt x="748" y="262"/>
                    </a:lnTo>
                    <a:lnTo>
                      <a:pt x="746" y="262"/>
                    </a:lnTo>
                    <a:lnTo>
                      <a:pt x="746" y="266"/>
                    </a:lnTo>
                    <a:lnTo>
                      <a:pt x="746" y="262"/>
                    </a:lnTo>
                    <a:lnTo>
                      <a:pt x="742" y="262"/>
                    </a:lnTo>
                    <a:lnTo>
                      <a:pt x="746" y="262"/>
                    </a:lnTo>
                    <a:lnTo>
                      <a:pt x="746" y="266"/>
                    </a:lnTo>
                    <a:lnTo>
                      <a:pt x="748" y="266"/>
                    </a:lnTo>
                    <a:lnTo>
                      <a:pt x="746" y="270"/>
                    </a:lnTo>
                    <a:lnTo>
                      <a:pt x="742" y="266"/>
                    </a:lnTo>
                    <a:lnTo>
                      <a:pt x="738" y="266"/>
                    </a:lnTo>
                    <a:lnTo>
                      <a:pt x="738" y="262"/>
                    </a:lnTo>
                    <a:lnTo>
                      <a:pt x="734" y="262"/>
                    </a:lnTo>
                    <a:lnTo>
                      <a:pt x="738" y="262"/>
                    </a:lnTo>
                    <a:lnTo>
                      <a:pt x="738" y="266"/>
                    </a:lnTo>
                    <a:lnTo>
                      <a:pt x="742" y="266"/>
                    </a:lnTo>
                    <a:lnTo>
                      <a:pt x="742" y="270"/>
                    </a:lnTo>
                    <a:lnTo>
                      <a:pt x="746" y="270"/>
                    </a:lnTo>
                    <a:lnTo>
                      <a:pt x="746" y="276"/>
                    </a:lnTo>
                    <a:lnTo>
                      <a:pt x="746" y="270"/>
                    </a:lnTo>
                    <a:lnTo>
                      <a:pt x="748" y="270"/>
                    </a:lnTo>
                    <a:lnTo>
                      <a:pt x="754" y="270"/>
                    </a:lnTo>
                    <a:lnTo>
                      <a:pt x="754" y="276"/>
                    </a:lnTo>
                    <a:lnTo>
                      <a:pt x="754" y="280"/>
                    </a:lnTo>
                    <a:lnTo>
                      <a:pt x="754" y="284"/>
                    </a:lnTo>
                    <a:lnTo>
                      <a:pt x="754" y="286"/>
                    </a:lnTo>
                    <a:lnTo>
                      <a:pt x="758" y="286"/>
                    </a:lnTo>
                    <a:lnTo>
                      <a:pt x="758" y="290"/>
                    </a:lnTo>
                    <a:lnTo>
                      <a:pt x="758" y="294"/>
                    </a:lnTo>
                    <a:lnTo>
                      <a:pt x="758" y="290"/>
                    </a:lnTo>
                    <a:lnTo>
                      <a:pt x="758" y="286"/>
                    </a:lnTo>
                    <a:lnTo>
                      <a:pt x="754" y="286"/>
                    </a:lnTo>
                    <a:lnTo>
                      <a:pt x="754" y="284"/>
                    </a:lnTo>
                    <a:lnTo>
                      <a:pt x="754" y="280"/>
                    </a:lnTo>
                    <a:lnTo>
                      <a:pt x="754" y="276"/>
                    </a:lnTo>
                    <a:lnTo>
                      <a:pt x="754" y="280"/>
                    </a:lnTo>
                    <a:lnTo>
                      <a:pt x="748" y="280"/>
                    </a:lnTo>
                    <a:lnTo>
                      <a:pt x="754" y="284"/>
                    </a:lnTo>
                    <a:lnTo>
                      <a:pt x="754" y="286"/>
                    </a:lnTo>
                    <a:lnTo>
                      <a:pt x="754" y="290"/>
                    </a:lnTo>
                    <a:lnTo>
                      <a:pt x="754" y="286"/>
                    </a:lnTo>
                    <a:lnTo>
                      <a:pt x="754" y="284"/>
                    </a:lnTo>
                    <a:lnTo>
                      <a:pt x="754" y="286"/>
                    </a:lnTo>
                    <a:lnTo>
                      <a:pt x="748" y="286"/>
                    </a:lnTo>
                    <a:lnTo>
                      <a:pt x="748" y="284"/>
                    </a:lnTo>
                    <a:lnTo>
                      <a:pt x="748" y="286"/>
                    </a:lnTo>
                    <a:lnTo>
                      <a:pt x="746" y="286"/>
                    </a:lnTo>
                    <a:lnTo>
                      <a:pt x="746" y="290"/>
                    </a:lnTo>
                    <a:lnTo>
                      <a:pt x="742" y="290"/>
                    </a:lnTo>
                    <a:lnTo>
                      <a:pt x="742" y="286"/>
                    </a:lnTo>
                    <a:lnTo>
                      <a:pt x="742" y="290"/>
                    </a:lnTo>
                    <a:lnTo>
                      <a:pt x="746" y="290"/>
                    </a:lnTo>
                    <a:lnTo>
                      <a:pt x="748" y="290"/>
                    </a:lnTo>
                    <a:lnTo>
                      <a:pt x="746" y="290"/>
                    </a:lnTo>
                    <a:lnTo>
                      <a:pt x="748" y="290"/>
                    </a:lnTo>
                    <a:lnTo>
                      <a:pt x="754" y="290"/>
                    </a:lnTo>
                    <a:lnTo>
                      <a:pt x="748" y="294"/>
                    </a:lnTo>
                    <a:lnTo>
                      <a:pt x="748" y="300"/>
                    </a:lnTo>
                    <a:lnTo>
                      <a:pt x="748" y="294"/>
                    </a:lnTo>
                    <a:lnTo>
                      <a:pt x="748" y="300"/>
                    </a:lnTo>
                    <a:lnTo>
                      <a:pt x="754" y="294"/>
                    </a:lnTo>
                    <a:lnTo>
                      <a:pt x="754" y="290"/>
                    </a:lnTo>
                    <a:lnTo>
                      <a:pt x="758" y="294"/>
                    </a:lnTo>
                    <a:lnTo>
                      <a:pt x="758" y="300"/>
                    </a:lnTo>
                    <a:lnTo>
                      <a:pt x="754" y="300"/>
                    </a:lnTo>
                    <a:lnTo>
                      <a:pt x="754" y="304"/>
                    </a:lnTo>
                    <a:lnTo>
                      <a:pt x="748" y="304"/>
                    </a:lnTo>
                    <a:lnTo>
                      <a:pt x="746" y="304"/>
                    </a:lnTo>
                    <a:lnTo>
                      <a:pt x="742" y="304"/>
                    </a:lnTo>
                    <a:lnTo>
                      <a:pt x="742" y="300"/>
                    </a:lnTo>
                    <a:lnTo>
                      <a:pt x="746" y="300"/>
                    </a:lnTo>
                    <a:lnTo>
                      <a:pt x="742" y="300"/>
                    </a:lnTo>
                    <a:lnTo>
                      <a:pt x="742" y="304"/>
                    </a:lnTo>
                    <a:lnTo>
                      <a:pt x="738" y="304"/>
                    </a:lnTo>
                    <a:lnTo>
                      <a:pt x="738" y="300"/>
                    </a:lnTo>
                    <a:lnTo>
                      <a:pt x="738" y="304"/>
                    </a:lnTo>
                    <a:lnTo>
                      <a:pt x="746" y="304"/>
                    </a:lnTo>
                    <a:lnTo>
                      <a:pt x="746" y="308"/>
                    </a:lnTo>
                    <a:lnTo>
                      <a:pt x="742" y="308"/>
                    </a:lnTo>
                    <a:lnTo>
                      <a:pt x="742" y="312"/>
                    </a:lnTo>
                    <a:lnTo>
                      <a:pt x="738" y="312"/>
                    </a:lnTo>
                    <a:lnTo>
                      <a:pt x="738" y="308"/>
                    </a:lnTo>
                    <a:lnTo>
                      <a:pt x="738" y="312"/>
                    </a:lnTo>
                    <a:lnTo>
                      <a:pt x="742" y="312"/>
                    </a:lnTo>
                    <a:lnTo>
                      <a:pt x="746" y="312"/>
                    </a:lnTo>
                    <a:lnTo>
                      <a:pt x="748" y="312"/>
                    </a:lnTo>
                    <a:lnTo>
                      <a:pt x="746" y="312"/>
                    </a:lnTo>
                    <a:lnTo>
                      <a:pt x="746" y="314"/>
                    </a:lnTo>
                    <a:lnTo>
                      <a:pt x="742" y="314"/>
                    </a:lnTo>
                    <a:lnTo>
                      <a:pt x="734" y="318"/>
                    </a:lnTo>
                    <a:lnTo>
                      <a:pt x="728" y="318"/>
                    </a:lnTo>
                    <a:lnTo>
                      <a:pt x="734" y="318"/>
                    </a:lnTo>
                    <a:lnTo>
                      <a:pt x="728" y="314"/>
                    </a:lnTo>
                    <a:lnTo>
                      <a:pt x="728" y="318"/>
                    </a:lnTo>
                    <a:lnTo>
                      <a:pt x="728" y="324"/>
                    </a:lnTo>
                    <a:lnTo>
                      <a:pt x="724" y="324"/>
                    </a:lnTo>
                    <a:lnTo>
                      <a:pt x="724" y="328"/>
                    </a:lnTo>
                    <a:lnTo>
                      <a:pt x="720" y="328"/>
                    </a:lnTo>
                    <a:lnTo>
                      <a:pt x="720" y="332"/>
                    </a:lnTo>
                    <a:lnTo>
                      <a:pt x="720" y="328"/>
                    </a:lnTo>
                    <a:lnTo>
                      <a:pt x="720" y="332"/>
                    </a:lnTo>
                    <a:lnTo>
                      <a:pt x="720" y="336"/>
                    </a:lnTo>
                    <a:lnTo>
                      <a:pt x="720" y="332"/>
                    </a:lnTo>
                    <a:lnTo>
                      <a:pt x="718" y="332"/>
                    </a:lnTo>
                    <a:lnTo>
                      <a:pt x="714" y="336"/>
                    </a:lnTo>
                    <a:lnTo>
                      <a:pt x="710" y="336"/>
                    </a:lnTo>
                    <a:lnTo>
                      <a:pt x="710" y="340"/>
                    </a:lnTo>
                    <a:lnTo>
                      <a:pt x="704" y="340"/>
                    </a:lnTo>
                    <a:lnTo>
                      <a:pt x="704" y="346"/>
                    </a:lnTo>
                    <a:lnTo>
                      <a:pt x="700" y="348"/>
                    </a:lnTo>
                    <a:lnTo>
                      <a:pt x="700" y="346"/>
                    </a:lnTo>
                    <a:lnTo>
                      <a:pt x="700" y="348"/>
                    </a:lnTo>
                    <a:lnTo>
                      <a:pt x="700" y="352"/>
                    </a:lnTo>
                    <a:lnTo>
                      <a:pt x="696" y="352"/>
                    </a:lnTo>
                    <a:lnTo>
                      <a:pt x="692" y="356"/>
                    </a:lnTo>
                    <a:lnTo>
                      <a:pt x="692" y="360"/>
                    </a:lnTo>
                    <a:lnTo>
                      <a:pt x="688" y="360"/>
                    </a:lnTo>
                    <a:lnTo>
                      <a:pt x="686" y="364"/>
                    </a:lnTo>
                    <a:lnTo>
                      <a:pt x="680" y="360"/>
                    </a:lnTo>
                    <a:lnTo>
                      <a:pt x="680" y="364"/>
                    </a:lnTo>
                    <a:lnTo>
                      <a:pt x="686" y="364"/>
                    </a:lnTo>
                    <a:lnTo>
                      <a:pt x="680" y="370"/>
                    </a:lnTo>
                    <a:lnTo>
                      <a:pt x="680" y="364"/>
                    </a:lnTo>
                    <a:lnTo>
                      <a:pt x="676" y="364"/>
                    </a:lnTo>
                    <a:lnTo>
                      <a:pt x="676" y="360"/>
                    </a:lnTo>
                    <a:lnTo>
                      <a:pt x="676" y="364"/>
                    </a:lnTo>
                    <a:lnTo>
                      <a:pt x="680" y="370"/>
                    </a:lnTo>
                    <a:lnTo>
                      <a:pt x="676" y="370"/>
                    </a:lnTo>
                    <a:lnTo>
                      <a:pt x="676" y="374"/>
                    </a:lnTo>
                    <a:lnTo>
                      <a:pt x="676" y="378"/>
                    </a:lnTo>
                    <a:lnTo>
                      <a:pt x="672" y="378"/>
                    </a:lnTo>
                    <a:lnTo>
                      <a:pt x="672" y="380"/>
                    </a:lnTo>
                    <a:lnTo>
                      <a:pt x="668" y="380"/>
                    </a:lnTo>
                    <a:lnTo>
                      <a:pt x="672" y="384"/>
                    </a:lnTo>
                    <a:lnTo>
                      <a:pt x="672" y="380"/>
                    </a:lnTo>
                    <a:lnTo>
                      <a:pt x="672" y="384"/>
                    </a:lnTo>
                    <a:lnTo>
                      <a:pt x="672" y="390"/>
                    </a:lnTo>
                    <a:lnTo>
                      <a:pt x="668" y="390"/>
                    </a:lnTo>
                    <a:lnTo>
                      <a:pt x="668" y="394"/>
                    </a:lnTo>
                    <a:lnTo>
                      <a:pt x="668" y="390"/>
                    </a:lnTo>
                    <a:lnTo>
                      <a:pt x="668" y="394"/>
                    </a:lnTo>
                    <a:lnTo>
                      <a:pt x="668" y="398"/>
                    </a:lnTo>
                    <a:lnTo>
                      <a:pt x="668" y="402"/>
                    </a:lnTo>
                    <a:lnTo>
                      <a:pt x="668" y="406"/>
                    </a:lnTo>
                    <a:lnTo>
                      <a:pt x="668" y="408"/>
                    </a:lnTo>
                    <a:lnTo>
                      <a:pt x="668" y="414"/>
                    </a:lnTo>
                    <a:lnTo>
                      <a:pt x="672" y="414"/>
                    </a:lnTo>
                    <a:lnTo>
                      <a:pt x="672" y="418"/>
                    </a:lnTo>
                    <a:lnTo>
                      <a:pt x="672" y="422"/>
                    </a:lnTo>
                    <a:lnTo>
                      <a:pt x="676" y="430"/>
                    </a:lnTo>
                    <a:lnTo>
                      <a:pt x="676" y="436"/>
                    </a:lnTo>
                    <a:lnTo>
                      <a:pt x="680" y="440"/>
                    </a:lnTo>
                    <a:lnTo>
                      <a:pt x="680" y="442"/>
                    </a:lnTo>
                    <a:lnTo>
                      <a:pt x="680" y="446"/>
                    </a:lnTo>
                    <a:lnTo>
                      <a:pt x="680" y="450"/>
                    </a:lnTo>
                    <a:lnTo>
                      <a:pt x="686" y="454"/>
                    </a:lnTo>
                    <a:lnTo>
                      <a:pt x="680" y="454"/>
                    </a:lnTo>
                    <a:lnTo>
                      <a:pt x="680" y="450"/>
                    </a:lnTo>
                    <a:lnTo>
                      <a:pt x="680" y="446"/>
                    </a:lnTo>
                    <a:lnTo>
                      <a:pt x="680" y="442"/>
                    </a:lnTo>
                    <a:lnTo>
                      <a:pt x="676" y="442"/>
                    </a:lnTo>
                    <a:lnTo>
                      <a:pt x="676" y="440"/>
                    </a:lnTo>
                    <a:lnTo>
                      <a:pt x="680" y="440"/>
                    </a:lnTo>
                    <a:lnTo>
                      <a:pt x="676" y="440"/>
                    </a:lnTo>
                    <a:lnTo>
                      <a:pt x="680" y="446"/>
                    </a:lnTo>
                    <a:lnTo>
                      <a:pt x="680" y="450"/>
                    </a:lnTo>
                    <a:lnTo>
                      <a:pt x="686" y="454"/>
                    </a:lnTo>
                    <a:lnTo>
                      <a:pt x="686" y="460"/>
                    </a:lnTo>
                    <a:lnTo>
                      <a:pt x="686" y="464"/>
                    </a:lnTo>
                    <a:lnTo>
                      <a:pt x="688" y="470"/>
                    </a:lnTo>
                    <a:lnTo>
                      <a:pt x="688" y="474"/>
                    </a:lnTo>
                    <a:lnTo>
                      <a:pt x="688" y="478"/>
                    </a:lnTo>
                    <a:lnTo>
                      <a:pt x="688" y="484"/>
                    </a:lnTo>
                    <a:lnTo>
                      <a:pt x="688" y="488"/>
                    </a:lnTo>
                    <a:lnTo>
                      <a:pt x="688" y="496"/>
                    </a:lnTo>
                    <a:lnTo>
                      <a:pt x="688" y="500"/>
                    </a:lnTo>
                    <a:lnTo>
                      <a:pt x="686" y="500"/>
                    </a:lnTo>
                    <a:lnTo>
                      <a:pt x="686" y="504"/>
                    </a:lnTo>
                    <a:lnTo>
                      <a:pt x="686" y="508"/>
                    </a:lnTo>
                    <a:lnTo>
                      <a:pt x="680" y="508"/>
                    </a:lnTo>
                    <a:lnTo>
                      <a:pt x="676" y="508"/>
                    </a:lnTo>
                    <a:lnTo>
                      <a:pt x="672" y="512"/>
                    </a:lnTo>
                    <a:lnTo>
                      <a:pt x="672" y="508"/>
                    </a:lnTo>
                    <a:lnTo>
                      <a:pt x="676" y="508"/>
                    </a:lnTo>
                    <a:lnTo>
                      <a:pt x="672" y="508"/>
                    </a:lnTo>
                    <a:lnTo>
                      <a:pt x="672" y="504"/>
                    </a:lnTo>
                    <a:lnTo>
                      <a:pt x="668" y="496"/>
                    </a:lnTo>
                    <a:lnTo>
                      <a:pt x="664" y="496"/>
                    </a:lnTo>
                    <a:lnTo>
                      <a:pt x="664" y="492"/>
                    </a:lnTo>
                    <a:lnTo>
                      <a:pt x="658" y="488"/>
                    </a:lnTo>
                    <a:lnTo>
                      <a:pt x="658" y="484"/>
                    </a:lnTo>
                    <a:lnTo>
                      <a:pt x="664" y="478"/>
                    </a:lnTo>
                    <a:lnTo>
                      <a:pt x="658" y="478"/>
                    </a:lnTo>
                    <a:lnTo>
                      <a:pt x="658" y="484"/>
                    </a:lnTo>
                    <a:lnTo>
                      <a:pt x="658" y="478"/>
                    </a:lnTo>
                    <a:lnTo>
                      <a:pt x="658" y="474"/>
                    </a:lnTo>
                    <a:lnTo>
                      <a:pt x="656" y="474"/>
                    </a:lnTo>
                    <a:lnTo>
                      <a:pt x="656" y="478"/>
                    </a:lnTo>
                    <a:lnTo>
                      <a:pt x="656" y="474"/>
                    </a:lnTo>
                    <a:lnTo>
                      <a:pt x="652" y="474"/>
                    </a:lnTo>
                    <a:lnTo>
                      <a:pt x="652" y="470"/>
                    </a:lnTo>
                    <a:lnTo>
                      <a:pt x="652" y="468"/>
                    </a:lnTo>
                    <a:lnTo>
                      <a:pt x="652" y="464"/>
                    </a:lnTo>
                    <a:lnTo>
                      <a:pt x="648" y="464"/>
                    </a:lnTo>
                    <a:lnTo>
                      <a:pt x="652" y="464"/>
                    </a:lnTo>
                    <a:lnTo>
                      <a:pt x="648" y="464"/>
                    </a:lnTo>
                    <a:lnTo>
                      <a:pt x="652" y="460"/>
                    </a:lnTo>
                    <a:lnTo>
                      <a:pt x="652" y="454"/>
                    </a:lnTo>
                    <a:lnTo>
                      <a:pt x="648" y="450"/>
                    </a:lnTo>
                    <a:lnTo>
                      <a:pt x="648" y="454"/>
                    </a:lnTo>
                    <a:lnTo>
                      <a:pt x="652" y="454"/>
                    </a:lnTo>
                    <a:lnTo>
                      <a:pt x="648" y="460"/>
                    </a:lnTo>
                    <a:lnTo>
                      <a:pt x="648" y="454"/>
                    </a:lnTo>
                    <a:lnTo>
                      <a:pt x="648" y="450"/>
                    </a:lnTo>
                    <a:lnTo>
                      <a:pt x="648" y="446"/>
                    </a:lnTo>
                    <a:lnTo>
                      <a:pt x="648" y="442"/>
                    </a:lnTo>
                    <a:lnTo>
                      <a:pt x="648" y="440"/>
                    </a:lnTo>
                    <a:lnTo>
                      <a:pt x="648" y="436"/>
                    </a:lnTo>
                    <a:lnTo>
                      <a:pt x="648" y="430"/>
                    </a:lnTo>
                    <a:lnTo>
                      <a:pt x="644" y="430"/>
                    </a:lnTo>
                    <a:lnTo>
                      <a:pt x="644" y="426"/>
                    </a:lnTo>
                    <a:lnTo>
                      <a:pt x="640" y="426"/>
                    </a:lnTo>
                    <a:lnTo>
                      <a:pt x="640" y="422"/>
                    </a:lnTo>
                    <a:lnTo>
                      <a:pt x="634" y="422"/>
                    </a:lnTo>
                    <a:lnTo>
                      <a:pt x="634" y="418"/>
                    </a:lnTo>
                    <a:lnTo>
                      <a:pt x="634" y="414"/>
                    </a:lnTo>
                    <a:lnTo>
                      <a:pt x="630" y="414"/>
                    </a:lnTo>
                    <a:lnTo>
                      <a:pt x="626" y="414"/>
                    </a:lnTo>
                    <a:lnTo>
                      <a:pt x="626" y="408"/>
                    </a:lnTo>
                    <a:lnTo>
                      <a:pt x="624" y="408"/>
                    </a:lnTo>
                    <a:lnTo>
                      <a:pt x="620" y="414"/>
                    </a:lnTo>
                    <a:lnTo>
                      <a:pt x="624" y="414"/>
                    </a:lnTo>
                    <a:lnTo>
                      <a:pt x="620" y="414"/>
                    </a:lnTo>
                    <a:lnTo>
                      <a:pt x="620" y="418"/>
                    </a:lnTo>
                    <a:lnTo>
                      <a:pt x="616" y="418"/>
                    </a:lnTo>
                    <a:lnTo>
                      <a:pt x="610" y="418"/>
                    </a:lnTo>
                    <a:lnTo>
                      <a:pt x="606" y="418"/>
                    </a:lnTo>
                    <a:lnTo>
                      <a:pt x="606" y="414"/>
                    </a:lnTo>
                    <a:lnTo>
                      <a:pt x="602" y="414"/>
                    </a:lnTo>
                    <a:lnTo>
                      <a:pt x="602" y="408"/>
                    </a:lnTo>
                    <a:lnTo>
                      <a:pt x="602" y="414"/>
                    </a:lnTo>
                    <a:lnTo>
                      <a:pt x="606" y="414"/>
                    </a:lnTo>
                    <a:lnTo>
                      <a:pt x="602" y="408"/>
                    </a:lnTo>
                    <a:lnTo>
                      <a:pt x="602" y="406"/>
                    </a:lnTo>
                    <a:lnTo>
                      <a:pt x="598" y="406"/>
                    </a:lnTo>
                    <a:lnTo>
                      <a:pt x="598" y="408"/>
                    </a:lnTo>
                    <a:lnTo>
                      <a:pt x="602" y="408"/>
                    </a:lnTo>
                    <a:lnTo>
                      <a:pt x="598" y="408"/>
                    </a:lnTo>
                    <a:lnTo>
                      <a:pt x="598" y="406"/>
                    </a:lnTo>
                    <a:lnTo>
                      <a:pt x="594" y="406"/>
                    </a:lnTo>
                    <a:lnTo>
                      <a:pt x="590" y="406"/>
                    </a:lnTo>
                    <a:lnTo>
                      <a:pt x="594" y="406"/>
                    </a:lnTo>
                    <a:lnTo>
                      <a:pt x="594" y="402"/>
                    </a:lnTo>
                    <a:lnTo>
                      <a:pt x="590" y="402"/>
                    </a:lnTo>
                    <a:lnTo>
                      <a:pt x="590" y="406"/>
                    </a:lnTo>
                    <a:lnTo>
                      <a:pt x="586" y="406"/>
                    </a:lnTo>
                    <a:lnTo>
                      <a:pt x="582" y="406"/>
                    </a:lnTo>
                    <a:lnTo>
                      <a:pt x="578" y="406"/>
                    </a:lnTo>
                    <a:lnTo>
                      <a:pt x="582" y="406"/>
                    </a:lnTo>
                    <a:lnTo>
                      <a:pt x="582" y="402"/>
                    </a:lnTo>
                    <a:lnTo>
                      <a:pt x="578" y="402"/>
                    </a:lnTo>
                    <a:lnTo>
                      <a:pt x="578" y="406"/>
                    </a:lnTo>
                    <a:lnTo>
                      <a:pt x="574" y="406"/>
                    </a:lnTo>
                    <a:lnTo>
                      <a:pt x="578" y="406"/>
                    </a:lnTo>
                    <a:lnTo>
                      <a:pt x="574" y="402"/>
                    </a:lnTo>
                    <a:lnTo>
                      <a:pt x="574" y="406"/>
                    </a:lnTo>
                    <a:lnTo>
                      <a:pt x="570" y="408"/>
                    </a:lnTo>
                    <a:lnTo>
                      <a:pt x="564" y="408"/>
                    </a:lnTo>
                    <a:lnTo>
                      <a:pt x="570" y="408"/>
                    </a:lnTo>
                    <a:lnTo>
                      <a:pt x="570" y="406"/>
                    </a:lnTo>
                    <a:lnTo>
                      <a:pt x="564" y="406"/>
                    </a:lnTo>
                    <a:lnTo>
                      <a:pt x="564" y="402"/>
                    </a:lnTo>
                    <a:lnTo>
                      <a:pt x="564" y="398"/>
                    </a:lnTo>
                    <a:lnTo>
                      <a:pt x="564" y="402"/>
                    </a:lnTo>
                    <a:lnTo>
                      <a:pt x="564" y="406"/>
                    </a:lnTo>
                    <a:lnTo>
                      <a:pt x="562" y="406"/>
                    </a:lnTo>
                    <a:lnTo>
                      <a:pt x="558" y="406"/>
                    </a:lnTo>
                    <a:lnTo>
                      <a:pt x="554" y="406"/>
                    </a:lnTo>
                    <a:lnTo>
                      <a:pt x="550" y="406"/>
                    </a:lnTo>
                    <a:lnTo>
                      <a:pt x="548" y="406"/>
                    </a:lnTo>
                    <a:lnTo>
                      <a:pt x="548" y="408"/>
                    </a:lnTo>
                    <a:lnTo>
                      <a:pt x="542" y="408"/>
                    </a:lnTo>
                    <a:lnTo>
                      <a:pt x="538" y="408"/>
                    </a:lnTo>
                    <a:lnTo>
                      <a:pt x="538" y="406"/>
                    </a:lnTo>
                    <a:lnTo>
                      <a:pt x="534" y="406"/>
                    </a:lnTo>
                    <a:lnTo>
                      <a:pt x="530" y="408"/>
                    </a:lnTo>
                    <a:lnTo>
                      <a:pt x="530" y="414"/>
                    </a:lnTo>
                    <a:lnTo>
                      <a:pt x="534" y="414"/>
                    </a:lnTo>
                    <a:lnTo>
                      <a:pt x="538" y="408"/>
                    </a:lnTo>
                    <a:lnTo>
                      <a:pt x="542" y="408"/>
                    </a:lnTo>
                    <a:lnTo>
                      <a:pt x="542" y="414"/>
                    </a:lnTo>
                    <a:lnTo>
                      <a:pt x="538" y="414"/>
                    </a:lnTo>
                    <a:lnTo>
                      <a:pt x="542" y="414"/>
                    </a:lnTo>
                    <a:lnTo>
                      <a:pt x="542" y="408"/>
                    </a:lnTo>
                    <a:lnTo>
                      <a:pt x="548" y="414"/>
                    </a:lnTo>
                    <a:lnTo>
                      <a:pt x="548" y="418"/>
                    </a:lnTo>
                    <a:lnTo>
                      <a:pt x="542" y="418"/>
                    </a:lnTo>
                    <a:lnTo>
                      <a:pt x="538" y="422"/>
                    </a:lnTo>
                    <a:lnTo>
                      <a:pt x="542" y="422"/>
                    </a:lnTo>
                    <a:lnTo>
                      <a:pt x="542" y="426"/>
                    </a:lnTo>
                    <a:lnTo>
                      <a:pt x="548" y="426"/>
                    </a:lnTo>
                    <a:lnTo>
                      <a:pt x="550" y="426"/>
                    </a:lnTo>
                    <a:lnTo>
                      <a:pt x="550" y="430"/>
                    </a:lnTo>
                    <a:lnTo>
                      <a:pt x="550" y="436"/>
                    </a:lnTo>
                    <a:lnTo>
                      <a:pt x="548" y="430"/>
                    </a:lnTo>
                    <a:lnTo>
                      <a:pt x="548" y="436"/>
                    </a:lnTo>
                    <a:lnTo>
                      <a:pt x="548" y="430"/>
                    </a:lnTo>
                    <a:lnTo>
                      <a:pt x="542" y="430"/>
                    </a:lnTo>
                    <a:lnTo>
                      <a:pt x="542" y="426"/>
                    </a:lnTo>
                    <a:lnTo>
                      <a:pt x="538" y="426"/>
                    </a:lnTo>
                    <a:lnTo>
                      <a:pt x="538" y="422"/>
                    </a:lnTo>
                    <a:lnTo>
                      <a:pt x="534" y="422"/>
                    </a:lnTo>
                    <a:lnTo>
                      <a:pt x="534" y="426"/>
                    </a:lnTo>
                    <a:lnTo>
                      <a:pt x="534" y="430"/>
                    </a:lnTo>
                    <a:lnTo>
                      <a:pt x="530" y="430"/>
                    </a:lnTo>
                    <a:lnTo>
                      <a:pt x="530" y="426"/>
                    </a:lnTo>
                    <a:lnTo>
                      <a:pt x="526" y="426"/>
                    </a:lnTo>
                    <a:lnTo>
                      <a:pt x="526" y="430"/>
                    </a:lnTo>
                    <a:lnTo>
                      <a:pt x="520" y="430"/>
                    </a:lnTo>
                    <a:lnTo>
                      <a:pt x="516" y="430"/>
                    </a:lnTo>
                    <a:lnTo>
                      <a:pt x="516" y="426"/>
                    </a:lnTo>
                    <a:lnTo>
                      <a:pt x="514" y="426"/>
                    </a:lnTo>
                    <a:lnTo>
                      <a:pt x="516" y="426"/>
                    </a:lnTo>
                    <a:lnTo>
                      <a:pt x="516" y="430"/>
                    </a:lnTo>
                    <a:lnTo>
                      <a:pt x="516" y="426"/>
                    </a:lnTo>
                    <a:lnTo>
                      <a:pt x="516" y="422"/>
                    </a:lnTo>
                    <a:lnTo>
                      <a:pt x="514" y="422"/>
                    </a:lnTo>
                    <a:lnTo>
                      <a:pt x="510" y="418"/>
                    </a:lnTo>
                    <a:lnTo>
                      <a:pt x="506" y="418"/>
                    </a:lnTo>
                    <a:lnTo>
                      <a:pt x="502" y="418"/>
                    </a:lnTo>
                    <a:lnTo>
                      <a:pt x="502" y="422"/>
                    </a:lnTo>
                    <a:lnTo>
                      <a:pt x="496" y="422"/>
                    </a:lnTo>
                    <a:lnTo>
                      <a:pt x="492" y="422"/>
                    </a:lnTo>
                    <a:lnTo>
                      <a:pt x="488" y="418"/>
                    </a:lnTo>
                    <a:lnTo>
                      <a:pt x="486" y="418"/>
                    </a:lnTo>
                    <a:lnTo>
                      <a:pt x="482" y="418"/>
                    </a:lnTo>
                    <a:lnTo>
                      <a:pt x="478" y="418"/>
                    </a:lnTo>
                    <a:lnTo>
                      <a:pt x="478" y="414"/>
                    </a:lnTo>
                    <a:lnTo>
                      <a:pt x="472" y="418"/>
                    </a:lnTo>
                    <a:lnTo>
                      <a:pt x="478" y="418"/>
                    </a:lnTo>
                    <a:lnTo>
                      <a:pt x="472" y="418"/>
                    </a:lnTo>
                    <a:lnTo>
                      <a:pt x="472" y="422"/>
                    </a:lnTo>
                    <a:lnTo>
                      <a:pt x="468" y="422"/>
                    </a:lnTo>
                    <a:lnTo>
                      <a:pt x="464" y="422"/>
                    </a:lnTo>
                    <a:lnTo>
                      <a:pt x="464" y="426"/>
                    </a:lnTo>
                    <a:lnTo>
                      <a:pt x="460" y="426"/>
                    </a:lnTo>
                    <a:lnTo>
                      <a:pt x="464" y="422"/>
                    </a:lnTo>
                    <a:lnTo>
                      <a:pt x="460" y="422"/>
                    </a:lnTo>
                    <a:lnTo>
                      <a:pt x="464" y="422"/>
                    </a:lnTo>
                    <a:lnTo>
                      <a:pt x="464" y="418"/>
                    </a:lnTo>
                    <a:lnTo>
                      <a:pt x="460" y="418"/>
                    </a:lnTo>
                    <a:lnTo>
                      <a:pt x="456" y="418"/>
                    </a:lnTo>
                    <a:lnTo>
                      <a:pt x="456" y="422"/>
                    </a:lnTo>
                    <a:lnTo>
                      <a:pt x="460" y="426"/>
                    </a:lnTo>
                    <a:lnTo>
                      <a:pt x="456" y="430"/>
                    </a:lnTo>
                    <a:lnTo>
                      <a:pt x="452" y="436"/>
                    </a:lnTo>
                    <a:lnTo>
                      <a:pt x="448" y="440"/>
                    </a:lnTo>
                    <a:lnTo>
                      <a:pt x="444" y="440"/>
                    </a:lnTo>
                    <a:lnTo>
                      <a:pt x="444" y="442"/>
                    </a:lnTo>
                    <a:lnTo>
                      <a:pt x="444" y="440"/>
                    </a:lnTo>
                    <a:lnTo>
                      <a:pt x="448" y="440"/>
                    </a:lnTo>
                    <a:lnTo>
                      <a:pt x="444" y="440"/>
                    </a:lnTo>
                    <a:lnTo>
                      <a:pt x="444" y="442"/>
                    </a:lnTo>
                    <a:lnTo>
                      <a:pt x="440" y="442"/>
                    </a:lnTo>
                    <a:lnTo>
                      <a:pt x="444" y="442"/>
                    </a:lnTo>
                    <a:lnTo>
                      <a:pt x="444" y="440"/>
                    </a:lnTo>
                    <a:lnTo>
                      <a:pt x="440" y="442"/>
                    </a:lnTo>
                    <a:lnTo>
                      <a:pt x="440" y="440"/>
                    </a:lnTo>
                    <a:lnTo>
                      <a:pt x="436" y="440"/>
                    </a:lnTo>
                    <a:lnTo>
                      <a:pt x="436" y="442"/>
                    </a:lnTo>
                    <a:lnTo>
                      <a:pt x="436" y="440"/>
                    </a:lnTo>
                    <a:lnTo>
                      <a:pt x="432" y="440"/>
                    </a:lnTo>
                    <a:lnTo>
                      <a:pt x="432" y="442"/>
                    </a:lnTo>
                    <a:lnTo>
                      <a:pt x="436" y="442"/>
                    </a:lnTo>
                    <a:lnTo>
                      <a:pt x="432" y="446"/>
                    </a:lnTo>
                    <a:lnTo>
                      <a:pt x="432" y="442"/>
                    </a:lnTo>
                    <a:lnTo>
                      <a:pt x="426" y="446"/>
                    </a:lnTo>
                    <a:lnTo>
                      <a:pt x="432" y="446"/>
                    </a:lnTo>
                    <a:lnTo>
                      <a:pt x="426" y="450"/>
                    </a:lnTo>
                    <a:lnTo>
                      <a:pt x="422" y="450"/>
                    </a:lnTo>
                    <a:lnTo>
                      <a:pt x="426" y="450"/>
                    </a:lnTo>
                    <a:lnTo>
                      <a:pt x="422" y="454"/>
                    </a:lnTo>
                    <a:lnTo>
                      <a:pt x="420" y="454"/>
                    </a:lnTo>
                    <a:lnTo>
                      <a:pt x="420" y="460"/>
                    </a:lnTo>
                    <a:lnTo>
                      <a:pt x="422" y="460"/>
                    </a:lnTo>
                    <a:lnTo>
                      <a:pt x="420" y="468"/>
                    </a:lnTo>
                    <a:lnTo>
                      <a:pt x="416" y="468"/>
                    </a:lnTo>
                    <a:lnTo>
                      <a:pt x="416" y="464"/>
                    </a:lnTo>
                    <a:lnTo>
                      <a:pt x="416" y="468"/>
                    </a:lnTo>
                    <a:lnTo>
                      <a:pt x="420" y="468"/>
                    </a:lnTo>
                    <a:lnTo>
                      <a:pt x="420" y="470"/>
                    </a:lnTo>
                    <a:lnTo>
                      <a:pt x="420" y="474"/>
                    </a:lnTo>
                    <a:lnTo>
                      <a:pt x="420" y="478"/>
                    </a:lnTo>
                    <a:lnTo>
                      <a:pt x="420" y="484"/>
                    </a:lnTo>
                    <a:lnTo>
                      <a:pt x="420" y="488"/>
                    </a:lnTo>
                    <a:lnTo>
                      <a:pt x="422" y="488"/>
                    </a:lnTo>
                    <a:lnTo>
                      <a:pt x="422" y="492"/>
                    </a:lnTo>
                    <a:lnTo>
                      <a:pt x="422" y="496"/>
                    </a:lnTo>
                    <a:lnTo>
                      <a:pt x="420" y="496"/>
                    </a:lnTo>
                    <a:lnTo>
                      <a:pt x="420" y="492"/>
                    </a:lnTo>
                    <a:lnTo>
                      <a:pt x="416" y="492"/>
                    </a:lnTo>
                    <a:lnTo>
                      <a:pt x="412" y="492"/>
                    </a:lnTo>
                    <a:lnTo>
                      <a:pt x="406" y="492"/>
                    </a:lnTo>
                    <a:lnTo>
                      <a:pt x="406" y="488"/>
                    </a:lnTo>
                    <a:lnTo>
                      <a:pt x="402" y="488"/>
                    </a:lnTo>
                    <a:lnTo>
                      <a:pt x="398" y="488"/>
                    </a:lnTo>
                    <a:lnTo>
                      <a:pt x="398" y="484"/>
                    </a:lnTo>
                    <a:lnTo>
                      <a:pt x="394" y="484"/>
                    </a:lnTo>
                    <a:lnTo>
                      <a:pt x="394" y="478"/>
                    </a:lnTo>
                    <a:lnTo>
                      <a:pt x="392" y="474"/>
                    </a:lnTo>
                    <a:lnTo>
                      <a:pt x="392" y="470"/>
                    </a:lnTo>
                    <a:lnTo>
                      <a:pt x="392" y="468"/>
                    </a:lnTo>
                    <a:lnTo>
                      <a:pt x="392" y="464"/>
                    </a:lnTo>
                    <a:lnTo>
                      <a:pt x="388" y="464"/>
                    </a:lnTo>
                    <a:lnTo>
                      <a:pt x="388" y="460"/>
                    </a:lnTo>
                    <a:lnTo>
                      <a:pt x="382" y="460"/>
                    </a:lnTo>
                    <a:lnTo>
                      <a:pt x="382" y="454"/>
                    </a:lnTo>
                    <a:lnTo>
                      <a:pt x="378" y="450"/>
                    </a:lnTo>
                    <a:lnTo>
                      <a:pt x="378" y="446"/>
                    </a:lnTo>
                    <a:lnTo>
                      <a:pt x="374" y="446"/>
                    </a:lnTo>
                    <a:lnTo>
                      <a:pt x="374" y="442"/>
                    </a:lnTo>
                    <a:lnTo>
                      <a:pt x="374" y="440"/>
                    </a:lnTo>
                    <a:lnTo>
                      <a:pt x="370" y="436"/>
                    </a:lnTo>
                    <a:lnTo>
                      <a:pt x="370" y="430"/>
                    </a:lnTo>
                    <a:lnTo>
                      <a:pt x="366" y="426"/>
                    </a:lnTo>
                    <a:lnTo>
                      <a:pt x="366" y="422"/>
                    </a:lnTo>
                    <a:lnTo>
                      <a:pt x="360" y="422"/>
                    </a:lnTo>
                    <a:lnTo>
                      <a:pt x="358" y="422"/>
                    </a:lnTo>
                    <a:lnTo>
                      <a:pt x="358" y="418"/>
                    </a:lnTo>
                    <a:lnTo>
                      <a:pt x="354" y="418"/>
                    </a:lnTo>
                    <a:lnTo>
                      <a:pt x="350" y="418"/>
                    </a:lnTo>
                    <a:lnTo>
                      <a:pt x="346" y="418"/>
                    </a:lnTo>
                    <a:lnTo>
                      <a:pt x="346" y="414"/>
                    </a:lnTo>
                    <a:lnTo>
                      <a:pt x="346" y="418"/>
                    </a:lnTo>
                    <a:lnTo>
                      <a:pt x="342" y="418"/>
                    </a:lnTo>
                    <a:lnTo>
                      <a:pt x="336" y="418"/>
                    </a:lnTo>
                    <a:lnTo>
                      <a:pt x="336" y="422"/>
                    </a:lnTo>
                    <a:lnTo>
                      <a:pt x="336" y="426"/>
                    </a:lnTo>
                    <a:lnTo>
                      <a:pt x="336" y="430"/>
                    </a:lnTo>
                    <a:lnTo>
                      <a:pt x="332" y="430"/>
                    </a:lnTo>
                    <a:lnTo>
                      <a:pt x="332" y="436"/>
                    </a:lnTo>
                    <a:lnTo>
                      <a:pt x="330" y="436"/>
                    </a:lnTo>
                    <a:lnTo>
                      <a:pt x="326" y="430"/>
                    </a:lnTo>
                    <a:lnTo>
                      <a:pt x="322" y="430"/>
                    </a:lnTo>
                    <a:lnTo>
                      <a:pt x="322" y="426"/>
                    </a:lnTo>
                    <a:lnTo>
                      <a:pt x="318" y="426"/>
                    </a:lnTo>
                    <a:lnTo>
                      <a:pt x="318" y="422"/>
                    </a:lnTo>
                    <a:lnTo>
                      <a:pt x="312" y="422"/>
                    </a:lnTo>
                    <a:lnTo>
                      <a:pt x="308" y="418"/>
                    </a:lnTo>
                    <a:lnTo>
                      <a:pt x="308" y="414"/>
                    </a:lnTo>
                    <a:lnTo>
                      <a:pt x="308" y="408"/>
                    </a:lnTo>
                    <a:lnTo>
                      <a:pt x="304" y="406"/>
                    </a:lnTo>
                    <a:lnTo>
                      <a:pt x="304" y="402"/>
                    </a:lnTo>
                    <a:lnTo>
                      <a:pt x="300" y="398"/>
                    </a:lnTo>
                    <a:lnTo>
                      <a:pt x="298" y="398"/>
                    </a:lnTo>
                    <a:lnTo>
                      <a:pt x="298" y="394"/>
                    </a:lnTo>
                    <a:lnTo>
                      <a:pt x="292" y="394"/>
                    </a:lnTo>
                    <a:lnTo>
                      <a:pt x="292" y="390"/>
                    </a:lnTo>
                    <a:lnTo>
                      <a:pt x="288" y="390"/>
                    </a:lnTo>
                    <a:lnTo>
                      <a:pt x="288" y="384"/>
                    </a:lnTo>
                    <a:lnTo>
                      <a:pt x="284" y="384"/>
                    </a:lnTo>
                    <a:lnTo>
                      <a:pt x="284" y="380"/>
                    </a:lnTo>
                    <a:lnTo>
                      <a:pt x="280" y="380"/>
                    </a:lnTo>
                    <a:lnTo>
                      <a:pt x="280" y="378"/>
                    </a:lnTo>
                    <a:lnTo>
                      <a:pt x="276" y="378"/>
                    </a:lnTo>
                    <a:lnTo>
                      <a:pt x="272" y="378"/>
                    </a:lnTo>
                    <a:lnTo>
                      <a:pt x="266" y="378"/>
                    </a:lnTo>
                    <a:lnTo>
                      <a:pt x="264" y="378"/>
                    </a:lnTo>
                    <a:lnTo>
                      <a:pt x="260" y="378"/>
                    </a:lnTo>
                    <a:lnTo>
                      <a:pt x="252" y="378"/>
                    </a:lnTo>
                    <a:lnTo>
                      <a:pt x="252" y="380"/>
                    </a:lnTo>
                    <a:lnTo>
                      <a:pt x="252" y="384"/>
                    </a:lnTo>
                    <a:lnTo>
                      <a:pt x="242" y="384"/>
                    </a:lnTo>
                    <a:lnTo>
                      <a:pt x="238" y="384"/>
                    </a:lnTo>
                    <a:lnTo>
                      <a:pt x="232" y="384"/>
                    </a:lnTo>
                    <a:lnTo>
                      <a:pt x="228" y="384"/>
                    </a:lnTo>
                    <a:lnTo>
                      <a:pt x="222" y="384"/>
                    </a:lnTo>
                    <a:lnTo>
                      <a:pt x="218" y="384"/>
                    </a:lnTo>
                    <a:lnTo>
                      <a:pt x="210" y="384"/>
                    </a:lnTo>
                    <a:lnTo>
                      <a:pt x="204" y="384"/>
                    </a:lnTo>
                    <a:lnTo>
                      <a:pt x="194" y="380"/>
                    </a:lnTo>
                    <a:lnTo>
                      <a:pt x="190" y="378"/>
                    </a:lnTo>
                    <a:lnTo>
                      <a:pt x="188" y="378"/>
                    </a:lnTo>
                    <a:lnTo>
                      <a:pt x="184" y="374"/>
                    </a:lnTo>
                    <a:lnTo>
                      <a:pt x="180" y="374"/>
                    </a:lnTo>
                    <a:lnTo>
                      <a:pt x="174" y="374"/>
                    </a:lnTo>
                    <a:lnTo>
                      <a:pt x="170" y="370"/>
                    </a:lnTo>
                    <a:lnTo>
                      <a:pt x="166" y="370"/>
                    </a:lnTo>
                    <a:lnTo>
                      <a:pt x="162" y="370"/>
                    </a:lnTo>
                    <a:lnTo>
                      <a:pt x="160" y="364"/>
                    </a:lnTo>
                    <a:lnTo>
                      <a:pt x="154" y="364"/>
                    </a:lnTo>
                    <a:lnTo>
                      <a:pt x="150" y="360"/>
                    </a:lnTo>
                    <a:lnTo>
                      <a:pt x="154" y="360"/>
                    </a:lnTo>
                    <a:lnTo>
                      <a:pt x="154" y="356"/>
                    </a:lnTo>
                    <a:lnTo>
                      <a:pt x="150" y="356"/>
                    </a:lnTo>
                    <a:lnTo>
                      <a:pt x="146" y="360"/>
                    </a:lnTo>
                    <a:lnTo>
                      <a:pt x="142" y="360"/>
                    </a:lnTo>
                    <a:lnTo>
                      <a:pt x="138" y="360"/>
                    </a:lnTo>
                    <a:lnTo>
                      <a:pt x="134" y="360"/>
                    </a:lnTo>
                    <a:lnTo>
                      <a:pt x="128" y="360"/>
                    </a:lnTo>
                    <a:lnTo>
                      <a:pt x="126" y="360"/>
                    </a:lnTo>
                    <a:lnTo>
                      <a:pt x="122" y="360"/>
                    </a:lnTo>
                    <a:lnTo>
                      <a:pt x="118" y="360"/>
                    </a:lnTo>
                    <a:lnTo>
                      <a:pt x="114" y="360"/>
                    </a:lnTo>
                    <a:lnTo>
                      <a:pt x="118" y="360"/>
                    </a:lnTo>
                    <a:lnTo>
                      <a:pt x="114" y="360"/>
                    </a:lnTo>
                    <a:lnTo>
                      <a:pt x="114" y="356"/>
                    </a:lnTo>
                    <a:lnTo>
                      <a:pt x="114" y="360"/>
                    </a:lnTo>
                    <a:lnTo>
                      <a:pt x="114" y="356"/>
                    </a:lnTo>
                    <a:lnTo>
                      <a:pt x="114" y="352"/>
                    </a:lnTo>
                    <a:lnTo>
                      <a:pt x="114" y="348"/>
                    </a:lnTo>
                    <a:lnTo>
                      <a:pt x="108" y="348"/>
                    </a:lnTo>
                    <a:lnTo>
                      <a:pt x="108" y="346"/>
                    </a:lnTo>
                    <a:lnTo>
                      <a:pt x="104" y="346"/>
                    </a:lnTo>
                    <a:lnTo>
                      <a:pt x="104" y="340"/>
                    </a:lnTo>
                    <a:lnTo>
                      <a:pt x="100" y="340"/>
                    </a:lnTo>
                    <a:lnTo>
                      <a:pt x="100" y="336"/>
                    </a:lnTo>
                    <a:lnTo>
                      <a:pt x="96" y="336"/>
                    </a:lnTo>
                    <a:lnTo>
                      <a:pt x="96" y="332"/>
                    </a:lnTo>
                    <a:lnTo>
                      <a:pt x="94" y="332"/>
                    </a:lnTo>
                    <a:lnTo>
                      <a:pt x="90" y="332"/>
                    </a:lnTo>
                    <a:lnTo>
                      <a:pt x="84" y="332"/>
                    </a:lnTo>
                    <a:lnTo>
                      <a:pt x="84" y="328"/>
                    </a:lnTo>
                    <a:lnTo>
                      <a:pt x="80" y="328"/>
                    </a:lnTo>
                    <a:lnTo>
                      <a:pt x="80" y="324"/>
                    </a:lnTo>
                    <a:lnTo>
                      <a:pt x="76" y="324"/>
                    </a:lnTo>
                    <a:lnTo>
                      <a:pt x="72" y="324"/>
                    </a:lnTo>
                    <a:lnTo>
                      <a:pt x="68" y="324"/>
                    </a:lnTo>
                    <a:lnTo>
                      <a:pt x="66" y="324"/>
                    </a:lnTo>
                    <a:lnTo>
                      <a:pt x="66" y="318"/>
                    </a:lnTo>
                    <a:lnTo>
                      <a:pt x="60" y="318"/>
                    </a:lnTo>
                    <a:lnTo>
                      <a:pt x="60" y="314"/>
                    </a:lnTo>
                    <a:lnTo>
                      <a:pt x="60" y="312"/>
                    </a:lnTo>
                    <a:lnTo>
                      <a:pt x="60" y="308"/>
                    </a:lnTo>
                    <a:lnTo>
                      <a:pt x="56" y="308"/>
                    </a:lnTo>
                    <a:lnTo>
                      <a:pt x="56" y="304"/>
                    </a:lnTo>
                    <a:lnTo>
                      <a:pt x="56" y="300"/>
                    </a:lnTo>
                    <a:lnTo>
                      <a:pt x="52" y="300"/>
                    </a:lnTo>
                    <a:lnTo>
                      <a:pt x="52" y="294"/>
                    </a:lnTo>
                    <a:lnTo>
                      <a:pt x="48" y="294"/>
                    </a:lnTo>
                    <a:lnTo>
                      <a:pt x="48" y="290"/>
                    </a:lnTo>
                    <a:lnTo>
                      <a:pt x="44" y="286"/>
                    </a:lnTo>
                    <a:lnTo>
                      <a:pt x="44" y="284"/>
                    </a:lnTo>
                    <a:lnTo>
                      <a:pt x="38" y="284"/>
                    </a:lnTo>
                    <a:lnTo>
                      <a:pt x="38" y="280"/>
                    </a:lnTo>
                    <a:lnTo>
                      <a:pt x="44" y="280"/>
                    </a:lnTo>
                    <a:lnTo>
                      <a:pt x="44" y="276"/>
                    </a:lnTo>
                    <a:lnTo>
                      <a:pt x="44" y="270"/>
                    </a:lnTo>
                    <a:lnTo>
                      <a:pt x="38" y="270"/>
                    </a:lnTo>
                    <a:lnTo>
                      <a:pt x="34" y="270"/>
                    </a:lnTo>
                    <a:lnTo>
                      <a:pt x="34" y="266"/>
                    </a:lnTo>
                    <a:lnTo>
                      <a:pt x="34" y="262"/>
                    </a:lnTo>
                    <a:lnTo>
                      <a:pt x="32" y="258"/>
                    </a:lnTo>
                    <a:lnTo>
                      <a:pt x="32" y="254"/>
                    </a:lnTo>
                    <a:lnTo>
                      <a:pt x="34" y="254"/>
                    </a:lnTo>
                    <a:lnTo>
                      <a:pt x="34" y="258"/>
                    </a:lnTo>
                    <a:lnTo>
                      <a:pt x="38" y="262"/>
                    </a:lnTo>
                    <a:lnTo>
                      <a:pt x="38" y="258"/>
                    </a:lnTo>
                    <a:lnTo>
                      <a:pt x="38" y="254"/>
                    </a:lnTo>
                    <a:lnTo>
                      <a:pt x="34" y="254"/>
                    </a:lnTo>
                    <a:lnTo>
                      <a:pt x="34" y="250"/>
                    </a:lnTo>
                    <a:lnTo>
                      <a:pt x="34" y="246"/>
                    </a:lnTo>
                    <a:lnTo>
                      <a:pt x="34" y="250"/>
                    </a:lnTo>
                    <a:lnTo>
                      <a:pt x="38" y="250"/>
                    </a:lnTo>
                    <a:lnTo>
                      <a:pt x="38" y="246"/>
                    </a:lnTo>
                    <a:lnTo>
                      <a:pt x="44" y="250"/>
                    </a:lnTo>
                    <a:lnTo>
                      <a:pt x="44" y="246"/>
                    </a:lnTo>
                    <a:lnTo>
                      <a:pt x="48" y="246"/>
                    </a:lnTo>
                    <a:lnTo>
                      <a:pt x="48" y="250"/>
                    </a:lnTo>
                    <a:lnTo>
                      <a:pt x="48" y="246"/>
                    </a:lnTo>
                    <a:lnTo>
                      <a:pt x="44" y="246"/>
                    </a:lnTo>
                    <a:lnTo>
                      <a:pt x="44" y="250"/>
                    </a:lnTo>
                    <a:lnTo>
                      <a:pt x="44" y="246"/>
                    </a:lnTo>
                    <a:lnTo>
                      <a:pt x="38" y="246"/>
                    </a:lnTo>
                    <a:lnTo>
                      <a:pt x="34" y="246"/>
                    </a:lnTo>
                    <a:lnTo>
                      <a:pt x="32" y="246"/>
                    </a:lnTo>
                    <a:lnTo>
                      <a:pt x="32" y="250"/>
                    </a:lnTo>
                    <a:lnTo>
                      <a:pt x="32" y="254"/>
                    </a:lnTo>
                    <a:lnTo>
                      <a:pt x="32" y="250"/>
                    </a:lnTo>
                    <a:lnTo>
                      <a:pt x="28" y="250"/>
                    </a:lnTo>
                    <a:lnTo>
                      <a:pt x="28" y="246"/>
                    </a:lnTo>
                    <a:lnTo>
                      <a:pt x="24" y="246"/>
                    </a:lnTo>
                    <a:lnTo>
                      <a:pt x="28" y="246"/>
                    </a:lnTo>
                    <a:lnTo>
                      <a:pt x="24" y="242"/>
                    </a:lnTo>
                    <a:lnTo>
                      <a:pt x="24" y="238"/>
                    </a:lnTo>
                    <a:lnTo>
                      <a:pt x="20" y="238"/>
                    </a:lnTo>
                    <a:lnTo>
                      <a:pt x="20" y="234"/>
                    </a:lnTo>
                    <a:lnTo>
                      <a:pt x="14" y="234"/>
                    </a:lnTo>
                    <a:lnTo>
                      <a:pt x="14" y="230"/>
                    </a:lnTo>
                    <a:lnTo>
                      <a:pt x="14" y="224"/>
                    </a:lnTo>
                    <a:lnTo>
                      <a:pt x="10" y="222"/>
                    </a:lnTo>
                    <a:lnTo>
                      <a:pt x="10" y="218"/>
                    </a:lnTo>
                    <a:lnTo>
                      <a:pt x="10" y="214"/>
                    </a:lnTo>
                    <a:lnTo>
                      <a:pt x="10" y="210"/>
                    </a:lnTo>
                    <a:lnTo>
                      <a:pt x="6" y="204"/>
                    </a:lnTo>
                    <a:lnTo>
                      <a:pt x="4" y="200"/>
                    </a:lnTo>
                    <a:lnTo>
                      <a:pt x="4" y="196"/>
                    </a:lnTo>
                    <a:lnTo>
                      <a:pt x="4" y="192"/>
                    </a:lnTo>
                    <a:lnTo>
                      <a:pt x="6" y="192"/>
                    </a:lnTo>
                    <a:lnTo>
                      <a:pt x="6" y="190"/>
                    </a:lnTo>
                    <a:lnTo>
                      <a:pt x="6" y="186"/>
                    </a:lnTo>
                    <a:lnTo>
                      <a:pt x="6" y="180"/>
                    </a:lnTo>
                    <a:lnTo>
                      <a:pt x="6" y="176"/>
                    </a:lnTo>
                    <a:lnTo>
                      <a:pt x="6" y="172"/>
                    </a:lnTo>
                    <a:lnTo>
                      <a:pt x="6" y="168"/>
                    </a:lnTo>
                    <a:lnTo>
                      <a:pt x="6" y="164"/>
                    </a:lnTo>
                    <a:lnTo>
                      <a:pt x="4" y="164"/>
                    </a:lnTo>
                    <a:lnTo>
                      <a:pt x="4" y="158"/>
                    </a:lnTo>
                    <a:lnTo>
                      <a:pt x="4" y="156"/>
                    </a:lnTo>
                    <a:lnTo>
                      <a:pt x="4" y="152"/>
                    </a:lnTo>
                    <a:lnTo>
                      <a:pt x="4" y="148"/>
                    </a:lnTo>
                    <a:lnTo>
                      <a:pt x="0" y="148"/>
                    </a:lnTo>
                    <a:lnTo>
                      <a:pt x="0" y="144"/>
                    </a:lnTo>
                    <a:lnTo>
                      <a:pt x="4" y="144"/>
                    </a:lnTo>
                    <a:lnTo>
                      <a:pt x="4" y="142"/>
                    </a:lnTo>
                    <a:lnTo>
                      <a:pt x="4" y="136"/>
                    </a:lnTo>
                    <a:lnTo>
                      <a:pt x="6" y="136"/>
                    </a:lnTo>
                    <a:lnTo>
                      <a:pt x="6" y="132"/>
                    </a:lnTo>
                    <a:lnTo>
                      <a:pt x="4" y="136"/>
                    </a:lnTo>
                    <a:lnTo>
                      <a:pt x="4" y="132"/>
                    </a:lnTo>
                    <a:lnTo>
                      <a:pt x="6" y="132"/>
                    </a:lnTo>
                    <a:lnTo>
                      <a:pt x="6" y="128"/>
                    </a:lnTo>
                    <a:lnTo>
                      <a:pt x="6" y="124"/>
                    </a:lnTo>
                    <a:lnTo>
                      <a:pt x="6" y="120"/>
                    </a:lnTo>
                    <a:lnTo>
                      <a:pt x="6" y="112"/>
                    </a:lnTo>
                    <a:lnTo>
                      <a:pt x="6" y="108"/>
                    </a:lnTo>
                    <a:lnTo>
                      <a:pt x="6" y="104"/>
                    </a:lnTo>
                    <a:lnTo>
                      <a:pt x="6" y="100"/>
                    </a:lnTo>
                    <a:lnTo>
                      <a:pt x="10" y="96"/>
                    </a:lnTo>
                    <a:lnTo>
                      <a:pt x="10" y="90"/>
                    </a:lnTo>
                    <a:lnTo>
                      <a:pt x="10" y="86"/>
                    </a:lnTo>
                    <a:lnTo>
                      <a:pt x="10" y="82"/>
                    </a:lnTo>
                    <a:lnTo>
                      <a:pt x="10" y="80"/>
                    </a:lnTo>
                    <a:lnTo>
                      <a:pt x="10" y="76"/>
                    </a:lnTo>
                    <a:lnTo>
                      <a:pt x="14" y="76"/>
                    </a:lnTo>
                    <a:lnTo>
                      <a:pt x="14" y="72"/>
                    </a:lnTo>
                    <a:lnTo>
                      <a:pt x="20" y="76"/>
                    </a:lnTo>
                    <a:lnTo>
                      <a:pt x="24" y="76"/>
                    </a:lnTo>
                    <a:lnTo>
                      <a:pt x="20" y="76"/>
                    </a:lnTo>
                    <a:lnTo>
                      <a:pt x="20" y="72"/>
                    </a:lnTo>
                    <a:lnTo>
                      <a:pt x="14" y="72"/>
                    </a:lnTo>
                    <a:lnTo>
                      <a:pt x="10" y="72"/>
                    </a:lnTo>
                    <a:lnTo>
                      <a:pt x="6" y="72"/>
                    </a:lnTo>
                    <a:lnTo>
                      <a:pt x="6" y="66"/>
                    </a:lnTo>
                    <a:lnTo>
                      <a:pt x="6" y="62"/>
                    </a:lnTo>
                    <a:lnTo>
                      <a:pt x="6" y="66"/>
                    </a:lnTo>
                    <a:lnTo>
                      <a:pt x="10" y="72"/>
                    </a:lnTo>
                    <a:lnTo>
                      <a:pt x="10" y="66"/>
                    </a:lnTo>
                    <a:lnTo>
                      <a:pt x="10" y="62"/>
                    </a:lnTo>
                    <a:lnTo>
                      <a:pt x="6" y="62"/>
                    </a:lnTo>
                    <a:lnTo>
                      <a:pt x="6" y="58"/>
                    </a:lnTo>
                    <a:lnTo>
                      <a:pt x="10" y="58"/>
                    </a:lnTo>
                    <a:lnTo>
                      <a:pt x="10" y="54"/>
                    </a:lnTo>
                    <a:lnTo>
                      <a:pt x="6" y="54"/>
                    </a:lnTo>
                    <a:lnTo>
                      <a:pt x="6" y="58"/>
                    </a:lnTo>
                    <a:lnTo>
                      <a:pt x="6" y="54"/>
                    </a:lnTo>
                    <a:lnTo>
                      <a:pt x="6" y="52"/>
                    </a:lnTo>
                    <a:lnTo>
                      <a:pt x="4" y="48"/>
                    </a:lnTo>
                    <a:lnTo>
                      <a:pt x="4" y="42"/>
                    </a:lnTo>
                    <a:lnTo>
                      <a:pt x="4" y="38"/>
                    </a:lnTo>
                    <a:lnTo>
                      <a:pt x="0" y="34"/>
                    </a:lnTo>
                    <a:lnTo>
                      <a:pt x="0" y="30"/>
                    </a:lnTo>
                    <a:lnTo>
                      <a:pt x="0" y="26"/>
                    </a:lnTo>
                    <a:lnTo>
                      <a:pt x="4" y="26"/>
                    </a:lnTo>
                    <a:lnTo>
                      <a:pt x="6" y="26"/>
                    </a:lnTo>
                    <a:lnTo>
                      <a:pt x="6" y="30"/>
                    </a:lnTo>
                    <a:lnTo>
                      <a:pt x="10" y="30"/>
                    </a:lnTo>
                    <a:lnTo>
                      <a:pt x="14" y="30"/>
                    </a:lnTo>
                    <a:lnTo>
                      <a:pt x="20" y="30"/>
                    </a:lnTo>
                    <a:lnTo>
                      <a:pt x="24" y="30"/>
                    </a:lnTo>
                    <a:lnTo>
                      <a:pt x="28" y="30"/>
                    </a:lnTo>
                    <a:lnTo>
                      <a:pt x="28" y="34"/>
                    </a:lnTo>
                    <a:lnTo>
                      <a:pt x="32" y="34"/>
                    </a:lnTo>
                    <a:lnTo>
                      <a:pt x="28" y="38"/>
                    </a:lnTo>
                    <a:lnTo>
                      <a:pt x="28" y="42"/>
                    </a:lnTo>
                    <a:lnTo>
                      <a:pt x="24" y="42"/>
                    </a:lnTo>
                    <a:lnTo>
                      <a:pt x="24" y="48"/>
                    </a:lnTo>
                    <a:lnTo>
                      <a:pt x="28" y="48"/>
                    </a:lnTo>
                    <a:lnTo>
                      <a:pt x="24" y="48"/>
                    </a:lnTo>
                    <a:lnTo>
                      <a:pt x="24" y="42"/>
                    </a:lnTo>
                    <a:lnTo>
                      <a:pt x="28" y="42"/>
                    </a:lnTo>
                    <a:lnTo>
                      <a:pt x="28" y="38"/>
                    </a:lnTo>
                    <a:lnTo>
                      <a:pt x="32" y="34"/>
                    </a:lnTo>
                    <a:lnTo>
                      <a:pt x="32" y="38"/>
                    </a:lnTo>
                    <a:lnTo>
                      <a:pt x="32" y="42"/>
                    </a:lnTo>
                    <a:lnTo>
                      <a:pt x="28" y="42"/>
                    </a:lnTo>
                    <a:lnTo>
                      <a:pt x="32" y="42"/>
                    </a:lnTo>
                    <a:lnTo>
                      <a:pt x="32" y="48"/>
                    </a:lnTo>
                    <a:lnTo>
                      <a:pt x="32" y="52"/>
                    </a:lnTo>
                    <a:lnTo>
                      <a:pt x="28" y="52"/>
                    </a:lnTo>
                    <a:lnTo>
                      <a:pt x="32" y="48"/>
                    </a:lnTo>
                    <a:lnTo>
                      <a:pt x="28" y="48"/>
                    </a:lnTo>
                    <a:lnTo>
                      <a:pt x="28" y="52"/>
                    </a:lnTo>
                    <a:lnTo>
                      <a:pt x="28" y="48"/>
                    </a:lnTo>
                    <a:lnTo>
                      <a:pt x="28" y="52"/>
                    </a:lnTo>
                    <a:lnTo>
                      <a:pt x="24" y="52"/>
                    </a:lnTo>
                    <a:lnTo>
                      <a:pt x="24" y="54"/>
                    </a:lnTo>
                    <a:lnTo>
                      <a:pt x="28" y="54"/>
                    </a:lnTo>
                    <a:lnTo>
                      <a:pt x="28" y="52"/>
                    </a:lnTo>
                    <a:lnTo>
                      <a:pt x="28" y="54"/>
                    </a:lnTo>
                    <a:lnTo>
                      <a:pt x="32" y="52"/>
                    </a:lnTo>
                    <a:lnTo>
                      <a:pt x="34" y="48"/>
                    </a:lnTo>
                    <a:lnTo>
                      <a:pt x="34" y="42"/>
                    </a:lnTo>
                    <a:lnTo>
                      <a:pt x="32" y="42"/>
                    </a:lnTo>
                    <a:lnTo>
                      <a:pt x="34" y="38"/>
                    </a:lnTo>
                    <a:lnTo>
                      <a:pt x="34" y="34"/>
                    </a:lnTo>
                    <a:lnTo>
                      <a:pt x="34" y="30"/>
                    </a:lnTo>
                    <a:lnTo>
                      <a:pt x="32" y="30"/>
                    </a:lnTo>
                    <a:lnTo>
                      <a:pt x="32" y="26"/>
                    </a:lnTo>
                    <a:lnTo>
                      <a:pt x="34" y="26"/>
                    </a:lnTo>
                    <a:lnTo>
                      <a:pt x="32" y="20"/>
                    </a:lnTo>
                    <a:lnTo>
                      <a:pt x="32" y="26"/>
                    </a:lnTo>
                    <a:lnTo>
                      <a:pt x="28" y="20"/>
                    </a:lnTo>
                    <a:lnTo>
                      <a:pt x="32" y="20"/>
                    </a:lnTo>
                    <a:lnTo>
                      <a:pt x="32" y="18"/>
                    </a:lnTo>
                    <a:lnTo>
                      <a:pt x="28" y="14"/>
                    </a:lnTo>
                    <a:lnTo>
                      <a:pt x="28" y="10"/>
                    </a:lnTo>
                    <a:lnTo>
                      <a:pt x="32" y="10"/>
                    </a:lnTo>
                    <a:lnTo>
                      <a:pt x="34" y="10"/>
                    </a:lnTo>
                    <a:lnTo>
                      <a:pt x="38" y="10"/>
                    </a:lnTo>
                    <a:lnTo>
                      <a:pt x="56" y="10"/>
                    </a:lnTo>
                    <a:lnTo>
                      <a:pt x="66" y="10"/>
                    </a:lnTo>
                    <a:lnTo>
                      <a:pt x="68" y="10"/>
                    </a:lnTo>
                    <a:lnTo>
                      <a:pt x="72" y="10"/>
                    </a:lnTo>
                    <a:lnTo>
                      <a:pt x="80" y="10"/>
                    </a:lnTo>
                    <a:lnTo>
                      <a:pt x="84" y="10"/>
                    </a:lnTo>
                    <a:lnTo>
                      <a:pt x="90" y="10"/>
                    </a:lnTo>
                    <a:lnTo>
                      <a:pt x="96" y="10"/>
                    </a:lnTo>
                    <a:lnTo>
                      <a:pt x="100" y="10"/>
                    </a:lnTo>
                    <a:lnTo>
                      <a:pt x="104" y="10"/>
                    </a:lnTo>
                    <a:lnTo>
                      <a:pt x="108" y="10"/>
                    </a:lnTo>
                    <a:lnTo>
                      <a:pt x="114" y="10"/>
                    </a:lnTo>
                    <a:lnTo>
                      <a:pt x="118" y="10"/>
                    </a:lnTo>
                    <a:lnTo>
                      <a:pt x="134" y="10"/>
                    </a:lnTo>
                    <a:lnTo>
                      <a:pt x="138" y="10"/>
                    </a:lnTo>
                    <a:lnTo>
                      <a:pt x="142" y="10"/>
                    </a:lnTo>
                    <a:lnTo>
                      <a:pt x="146" y="10"/>
                    </a:lnTo>
                    <a:lnTo>
                      <a:pt x="150" y="10"/>
                    </a:lnTo>
                    <a:lnTo>
                      <a:pt x="154" y="10"/>
                    </a:lnTo>
                    <a:lnTo>
                      <a:pt x="160" y="10"/>
                    </a:lnTo>
                    <a:lnTo>
                      <a:pt x="162" y="10"/>
                    </a:lnTo>
                    <a:lnTo>
                      <a:pt x="170" y="10"/>
                    </a:lnTo>
                    <a:lnTo>
                      <a:pt x="174" y="10"/>
                    </a:lnTo>
                    <a:lnTo>
                      <a:pt x="180" y="10"/>
                    </a:lnTo>
                    <a:lnTo>
                      <a:pt x="188" y="10"/>
                    </a:lnTo>
                    <a:lnTo>
                      <a:pt x="190" y="10"/>
                    </a:lnTo>
                    <a:lnTo>
                      <a:pt x="194" y="10"/>
                    </a:lnTo>
                    <a:lnTo>
                      <a:pt x="198" y="10"/>
                    </a:lnTo>
                    <a:lnTo>
                      <a:pt x="204" y="10"/>
                    </a:lnTo>
                    <a:lnTo>
                      <a:pt x="214" y="10"/>
                    </a:lnTo>
                    <a:lnTo>
                      <a:pt x="218" y="10"/>
                    </a:lnTo>
                    <a:lnTo>
                      <a:pt x="222" y="10"/>
                    </a:lnTo>
                    <a:lnTo>
                      <a:pt x="228" y="10"/>
                    </a:lnTo>
                    <a:lnTo>
                      <a:pt x="232" y="10"/>
                    </a:lnTo>
                    <a:lnTo>
                      <a:pt x="236" y="10"/>
                    </a:lnTo>
                    <a:lnTo>
                      <a:pt x="242" y="10"/>
                    </a:lnTo>
                    <a:lnTo>
                      <a:pt x="246" y="10"/>
                    </a:lnTo>
                    <a:lnTo>
                      <a:pt x="252" y="10"/>
                    </a:lnTo>
                    <a:lnTo>
                      <a:pt x="256" y="10"/>
                    </a:lnTo>
                    <a:lnTo>
                      <a:pt x="260" y="10"/>
                    </a:lnTo>
                    <a:lnTo>
                      <a:pt x="264" y="10"/>
                    </a:lnTo>
                    <a:lnTo>
                      <a:pt x="266" y="10"/>
                    </a:lnTo>
                    <a:lnTo>
                      <a:pt x="276" y="10"/>
                    </a:lnTo>
                    <a:lnTo>
                      <a:pt x="280" y="10"/>
                    </a:lnTo>
                    <a:lnTo>
                      <a:pt x="284" y="10"/>
                    </a:lnTo>
                    <a:lnTo>
                      <a:pt x="288" y="10"/>
                    </a:lnTo>
                    <a:lnTo>
                      <a:pt x="292" y="10"/>
                    </a:lnTo>
                    <a:lnTo>
                      <a:pt x="300" y="10"/>
                    </a:lnTo>
                    <a:lnTo>
                      <a:pt x="304" y="10"/>
                    </a:lnTo>
                    <a:lnTo>
                      <a:pt x="312" y="10"/>
                    </a:lnTo>
                    <a:lnTo>
                      <a:pt x="318" y="10"/>
                    </a:lnTo>
                    <a:lnTo>
                      <a:pt x="322" y="10"/>
                    </a:lnTo>
                    <a:lnTo>
                      <a:pt x="326" y="10"/>
                    </a:lnTo>
                    <a:lnTo>
                      <a:pt x="330" y="10"/>
                    </a:lnTo>
                    <a:lnTo>
                      <a:pt x="332" y="10"/>
                    </a:lnTo>
                    <a:lnTo>
                      <a:pt x="336" y="10"/>
                    </a:lnTo>
                    <a:lnTo>
                      <a:pt x="342" y="10"/>
                    </a:lnTo>
                    <a:lnTo>
                      <a:pt x="346" y="10"/>
                    </a:lnTo>
                    <a:lnTo>
                      <a:pt x="358" y="10"/>
                    </a:lnTo>
                    <a:lnTo>
                      <a:pt x="360" y="10"/>
                    </a:lnTo>
                    <a:lnTo>
                      <a:pt x="374" y="10"/>
                    </a:lnTo>
                    <a:lnTo>
                      <a:pt x="382" y="10"/>
                    </a:lnTo>
                    <a:lnTo>
                      <a:pt x="392" y="10"/>
                    </a:lnTo>
                    <a:lnTo>
                      <a:pt x="398" y="10"/>
                    </a:lnTo>
                    <a:lnTo>
                      <a:pt x="402" y="10"/>
                    </a:lnTo>
                    <a:lnTo>
                      <a:pt x="406" y="10"/>
                    </a:lnTo>
                    <a:lnTo>
                      <a:pt x="412" y="10"/>
                    </a:lnTo>
                    <a:lnTo>
                      <a:pt x="416" y="10"/>
                    </a:lnTo>
                    <a:lnTo>
                      <a:pt x="420" y="10"/>
                    </a:lnTo>
                    <a:lnTo>
                      <a:pt x="422" y="10"/>
                    </a:lnTo>
                    <a:lnTo>
                      <a:pt x="452" y="10"/>
                    </a:lnTo>
                    <a:lnTo>
                      <a:pt x="456" y="10"/>
                    </a:lnTo>
                    <a:lnTo>
                      <a:pt x="456" y="6"/>
                    </a:lnTo>
                    <a:lnTo>
                      <a:pt x="456" y="0"/>
                    </a:lnTo>
                    <a:lnTo>
                      <a:pt x="460" y="0"/>
                    </a:lnTo>
                    <a:lnTo>
                      <a:pt x="460" y="6"/>
                    </a:lnTo>
                    <a:lnTo>
                      <a:pt x="460" y="10"/>
                    </a:lnTo>
                    <a:lnTo>
                      <a:pt x="464" y="10"/>
                    </a:lnTo>
                    <a:lnTo>
                      <a:pt x="464" y="14"/>
                    </a:lnTo>
                    <a:lnTo>
                      <a:pt x="464" y="18"/>
                    </a:lnTo>
                    <a:lnTo>
                      <a:pt x="468" y="18"/>
                    </a:lnTo>
                    <a:lnTo>
                      <a:pt x="472" y="18"/>
                    </a:lnTo>
                    <a:lnTo>
                      <a:pt x="478" y="18"/>
                    </a:lnTo>
                    <a:lnTo>
                      <a:pt x="478" y="20"/>
                    </a:lnTo>
                    <a:lnTo>
                      <a:pt x="482" y="20"/>
                    </a:lnTo>
                    <a:lnTo>
                      <a:pt x="486" y="18"/>
                    </a:lnTo>
                    <a:lnTo>
                      <a:pt x="488" y="18"/>
                    </a:lnTo>
                    <a:lnTo>
                      <a:pt x="492" y="20"/>
                    </a:lnTo>
                    <a:lnTo>
                      <a:pt x="496" y="20"/>
                    </a:lnTo>
                    <a:lnTo>
                      <a:pt x="496" y="26"/>
                    </a:lnTo>
                    <a:lnTo>
                      <a:pt x="502" y="30"/>
                    </a:lnTo>
                    <a:lnTo>
                      <a:pt x="502" y="26"/>
                    </a:lnTo>
                    <a:lnTo>
                      <a:pt x="506" y="26"/>
                    </a:lnTo>
                    <a:lnTo>
                      <a:pt x="506" y="30"/>
                    </a:lnTo>
                    <a:lnTo>
                      <a:pt x="510" y="30"/>
                    </a:lnTo>
                    <a:lnTo>
                      <a:pt x="514" y="30"/>
                    </a:lnTo>
                    <a:lnTo>
                      <a:pt x="514" y="34"/>
                    </a:lnTo>
                    <a:lnTo>
                      <a:pt x="514" y="30"/>
                    </a:lnTo>
                    <a:lnTo>
                      <a:pt x="516" y="30"/>
                    </a:lnTo>
                    <a:lnTo>
                      <a:pt x="520" y="30"/>
                    </a:lnTo>
                    <a:lnTo>
                      <a:pt x="520" y="26"/>
                    </a:lnTo>
                    <a:lnTo>
                      <a:pt x="520" y="30"/>
                    </a:lnTo>
                    <a:lnTo>
                      <a:pt x="526" y="30"/>
                    </a:lnTo>
                    <a:lnTo>
                      <a:pt x="530" y="30"/>
                    </a:lnTo>
                    <a:lnTo>
                      <a:pt x="534" y="30"/>
                    </a:lnTo>
                    <a:lnTo>
                      <a:pt x="534" y="34"/>
                    </a:lnTo>
                    <a:lnTo>
                      <a:pt x="538" y="34"/>
                    </a:lnTo>
                    <a:lnTo>
                      <a:pt x="542" y="34"/>
                    </a:lnTo>
                    <a:lnTo>
                      <a:pt x="548" y="34"/>
                    </a:lnTo>
                    <a:lnTo>
                      <a:pt x="550" y="30"/>
                    </a:lnTo>
                    <a:lnTo>
                      <a:pt x="554" y="26"/>
                    </a:lnTo>
                    <a:lnTo>
                      <a:pt x="558" y="26"/>
                    </a:lnTo>
                    <a:lnTo>
                      <a:pt x="562" y="26"/>
                    </a:lnTo>
                    <a:lnTo>
                      <a:pt x="574" y="34"/>
                    </a:lnTo>
                    <a:lnTo>
                      <a:pt x="578" y="34"/>
                    </a:lnTo>
                    <a:lnTo>
                      <a:pt x="578" y="38"/>
                    </a:lnTo>
                    <a:lnTo>
                      <a:pt x="582" y="38"/>
                    </a:lnTo>
                    <a:lnTo>
                      <a:pt x="586" y="42"/>
                    </a:lnTo>
                    <a:lnTo>
                      <a:pt x="590" y="42"/>
                    </a:lnTo>
                    <a:lnTo>
                      <a:pt x="594" y="48"/>
                    </a:lnTo>
                    <a:lnTo>
                      <a:pt x="598" y="48"/>
                    </a:lnTo>
                    <a:lnTo>
                      <a:pt x="598" y="52"/>
                    </a:lnTo>
                    <a:lnTo>
                      <a:pt x="602" y="52"/>
                    </a:lnTo>
                    <a:lnTo>
                      <a:pt x="606" y="52"/>
                    </a:lnTo>
                    <a:lnTo>
                      <a:pt x="606" y="54"/>
                    </a:lnTo>
                    <a:lnTo>
                      <a:pt x="616" y="58"/>
                    </a:lnTo>
                    <a:lnTo>
                      <a:pt x="616" y="62"/>
                    </a:lnTo>
                    <a:lnTo>
                      <a:pt x="620" y="66"/>
                    </a:lnTo>
                    <a:lnTo>
                      <a:pt x="624" y="66"/>
                    </a:lnTo>
                    <a:lnTo>
                      <a:pt x="626" y="66"/>
                    </a:lnTo>
                    <a:lnTo>
                      <a:pt x="626" y="72"/>
                    </a:lnTo>
                    <a:lnTo>
                      <a:pt x="626" y="76"/>
                    </a:lnTo>
                    <a:lnTo>
                      <a:pt x="630" y="76"/>
                    </a:lnTo>
                    <a:lnTo>
                      <a:pt x="634" y="76"/>
                    </a:lnTo>
                    <a:lnTo>
                      <a:pt x="634" y="80"/>
                    </a:lnTo>
                    <a:lnTo>
                      <a:pt x="634" y="82"/>
                    </a:lnTo>
                    <a:lnTo>
                      <a:pt x="640" y="82"/>
                    </a:lnTo>
                    <a:lnTo>
                      <a:pt x="644" y="86"/>
                    </a:lnTo>
                    <a:lnTo>
                      <a:pt x="648" y="90"/>
                    </a:lnTo>
                    <a:lnTo>
                      <a:pt x="652" y="90"/>
                    </a:lnTo>
                    <a:lnTo>
                      <a:pt x="652" y="104"/>
                    </a:lnTo>
                    <a:lnTo>
                      <a:pt x="656" y="112"/>
                    </a:lnTo>
                    <a:lnTo>
                      <a:pt x="656" y="124"/>
                    </a:lnTo>
                    <a:lnTo>
                      <a:pt x="656" y="132"/>
                    </a:lnTo>
                    <a:lnTo>
                      <a:pt x="656" y="136"/>
                    </a:lnTo>
                    <a:lnTo>
                      <a:pt x="656" y="142"/>
                    </a:lnTo>
                    <a:lnTo>
                      <a:pt x="652" y="142"/>
                    </a:lnTo>
                    <a:lnTo>
                      <a:pt x="652" y="144"/>
                    </a:lnTo>
                    <a:lnTo>
                      <a:pt x="652" y="148"/>
                    </a:lnTo>
                    <a:lnTo>
                      <a:pt x="652" y="152"/>
                    </a:lnTo>
                    <a:lnTo>
                      <a:pt x="648" y="152"/>
                    </a:lnTo>
                    <a:lnTo>
                      <a:pt x="648" y="156"/>
                    </a:lnTo>
                    <a:lnTo>
                      <a:pt x="644" y="156"/>
                    </a:lnTo>
                    <a:lnTo>
                      <a:pt x="644" y="158"/>
                    </a:lnTo>
                    <a:lnTo>
                      <a:pt x="640" y="164"/>
                    </a:lnTo>
                    <a:lnTo>
                      <a:pt x="644" y="164"/>
                    </a:lnTo>
                    <a:lnTo>
                      <a:pt x="644" y="168"/>
                    </a:lnTo>
                    <a:lnTo>
                      <a:pt x="648" y="172"/>
                    </a:lnTo>
                    <a:lnTo>
                      <a:pt x="652" y="172"/>
                    </a:lnTo>
                    <a:lnTo>
                      <a:pt x="656" y="168"/>
                    </a:lnTo>
                    <a:lnTo>
                      <a:pt x="658" y="164"/>
                    </a:lnTo>
                    <a:lnTo>
                      <a:pt x="664" y="164"/>
                    </a:lnTo>
                    <a:lnTo>
                      <a:pt x="668" y="158"/>
                    </a:lnTo>
                    <a:lnTo>
                      <a:pt x="672" y="158"/>
                    </a:lnTo>
                    <a:lnTo>
                      <a:pt x="676" y="158"/>
                    </a:lnTo>
                    <a:lnTo>
                      <a:pt x="680" y="156"/>
                    </a:lnTo>
                    <a:lnTo>
                      <a:pt x="688" y="156"/>
                    </a:lnTo>
                    <a:lnTo>
                      <a:pt x="692" y="152"/>
                    </a:lnTo>
                    <a:lnTo>
                      <a:pt x="696" y="152"/>
                    </a:lnTo>
                    <a:lnTo>
                      <a:pt x="700" y="148"/>
                    </a:lnTo>
                    <a:lnTo>
                      <a:pt x="704" y="148"/>
                    </a:lnTo>
                    <a:lnTo>
                      <a:pt x="704" y="144"/>
                    </a:lnTo>
                    <a:lnTo>
                      <a:pt x="710" y="144"/>
                    </a:lnTo>
                    <a:lnTo>
                      <a:pt x="704" y="144"/>
                    </a:lnTo>
                    <a:lnTo>
                      <a:pt x="704" y="142"/>
                    </a:lnTo>
                    <a:lnTo>
                      <a:pt x="704" y="136"/>
                    </a:lnTo>
                    <a:lnTo>
                      <a:pt x="704" y="132"/>
                    </a:lnTo>
                    <a:lnTo>
                      <a:pt x="710" y="128"/>
                    </a:lnTo>
                    <a:lnTo>
                      <a:pt x="718" y="128"/>
                    </a:lnTo>
                    <a:lnTo>
                      <a:pt x="720" y="128"/>
                    </a:lnTo>
                    <a:lnTo>
                      <a:pt x="724" y="128"/>
                    </a:lnTo>
                    <a:lnTo>
                      <a:pt x="728" y="128"/>
                    </a:lnTo>
                    <a:lnTo>
                      <a:pt x="734" y="128"/>
                    </a:lnTo>
                    <a:lnTo>
                      <a:pt x="738" y="128"/>
                    </a:lnTo>
                    <a:lnTo>
                      <a:pt x="742" y="128"/>
                    </a:lnTo>
                    <a:lnTo>
                      <a:pt x="742" y="124"/>
                    </a:lnTo>
                    <a:lnTo>
                      <a:pt x="746" y="124"/>
                    </a:lnTo>
                    <a:lnTo>
                      <a:pt x="746" y="120"/>
                    </a:lnTo>
                    <a:lnTo>
                      <a:pt x="748" y="116"/>
                    </a:lnTo>
                    <a:lnTo>
                      <a:pt x="754" y="116"/>
                    </a:lnTo>
                    <a:lnTo>
                      <a:pt x="754" y="112"/>
                    </a:lnTo>
                    <a:lnTo>
                      <a:pt x="758" y="112"/>
                    </a:lnTo>
                    <a:lnTo>
                      <a:pt x="758" y="108"/>
                    </a:lnTo>
                    <a:lnTo>
                      <a:pt x="762" y="104"/>
                    </a:lnTo>
                    <a:lnTo>
                      <a:pt x="766" y="104"/>
                    </a:lnTo>
                    <a:lnTo>
                      <a:pt x="766" y="100"/>
                    </a:lnTo>
                    <a:lnTo>
                      <a:pt x="770" y="100"/>
                    </a:lnTo>
                    <a:lnTo>
                      <a:pt x="774" y="100"/>
                    </a:lnTo>
                    <a:lnTo>
                      <a:pt x="780" y="100"/>
                    </a:lnTo>
                    <a:lnTo>
                      <a:pt x="786" y="100"/>
                    </a:lnTo>
                    <a:lnTo>
                      <a:pt x="790" y="100"/>
                    </a:lnTo>
                    <a:lnTo>
                      <a:pt x="794" y="100"/>
                    </a:lnTo>
                    <a:lnTo>
                      <a:pt x="800" y="100"/>
                    </a:lnTo>
                    <a:lnTo>
                      <a:pt x="804" y="100"/>
                    </a:lnTo>
                    <a:lnTo>
                      <a:pt x="808" y="100"/>
                    </a:lnTo>
                    <a:lnTo>
                      <a:pt x="810" y="100"/>
                    </a:lnTo>
                    <a:lnTo>
                      <a:pt x="814" y="100"/>
                    </a:lnTo>
                    <a:lnTo>
                      <a:pt x="818" y="100"/>
                    </a:lnTo>
                    <a:lnTo>
                      <a:pt x="824" y="100"/>
                    </a:lnTo>
                    <a:lnTo>
                      <a:pt x="824" y="96"/>
                    </a:lnTo>
                    <a:lnTo>
                      <a:pt x="824" y="90"/>
                    </a:lnTo>
                    <a:lnTo>
                      <a:pt x="828" y="90"/>
                    </a:lnTo>
                    <a:lnTo>
                      <a:pt x="828" y="96"/>
                    </a:lnTo>
                    <a:lnTo>
                      <a:pt x="828" y="90"/>
                    </a:lnTo>
                    <a:lnTo>
                      <a:pt x="832" y="96"/>
                    </a:lnTo>
                    <a:lnTo>
                      <a:pt x="836" y="90"/>
                    </a:lnTo>
                    <a:lnTo>
                      <a:pt x="836" y="86"/>
                    </a:lnTo>
                    <a:lnTo>
                      <a:pt x="836" y="82"/>
                    </a:lnTo>
                    <a:lnTo>
                      <a:pt x="840" y="82"/>
                    </a:lnTo>
                    <a:lnTo>
                      <a:pt x="840" y="80"/>
                    </a:lnTo>
                    <a:lnTo>
                      <a:pt x="840" y="76"/>
                    </a:lnTo>
                    <a:lnTo>
                      <a:pt x="840" y="72"/>
                    </a:lnTo>
                    <a:lnTo>
                      <a:pt x="842" y="72"/>
                    </a:lnTo>
                    <a:lnTo>
                      <a:pt x="842" y="66"/>
                    </a:lnTo>
                    <a:lnTo>
                      <a:pt x="842" y="62"/>
                    </a:lnTo>
                    <a:lnTo>
                      <a:pt x="848" y="58"/>
                    </a:lnTo>
                    <a:lnTo>
                      <a:pt x="848" y="54"/>
                    </a:lnTo>
                    <a:lnTo>
                      <a:pt x="852" y="54"/>
                    </a:lnTo>
                    <a:lnTo>
                      <a:pt x="856" y="52"/>
                    </a:lnTo>
                    <a:lnTo>
                      <a:pt x="856" y="48"/>
                    </a:lnTo>
                    <a:lnTo>
                      <a:pt x="860" y="48"/>
                    </a:lnTo>
                    <a:lnTo>
                      <a:pt x="860" y="52"/>
                    </a:lnTo>
                    <a:lnTo>
                      <a:pt x="864" y="52"/>
                    </a:lnTo>
                    <a:lnTo>
                      <a:pt x="870" y="52"/>
                    </a:lnTo>
                    <a:lnTo>
                      <a:pt x="874" y="48"/>
                    </a:lnTo>
                    <a:lnTo>
                      <a:pt x="876" y="52"/>
                    </a:lnTo>
                    <a:lnTo>
                      <a:pt x="876" y="54"/>
                    </a:lnTo>
                    <a:lnTo>
                      <a:pt x="880" y="54"/>
                    </a:lnTo>
                    <a:lnTo>
                      <a:pt x="880" y="58"/>
                    </a:lnTo>
                    <a:lnTo>
                      <a:pt x="880" y="72"/>
                    </a:lnTo>
                    <a:lnTo>
                      <a:pt x="880" y="80"/>
                    </a:lnTo>
                    <a:lnTo>
                      <a:pt x="880" y="82"/>
                    </a:lnTo>
                    <a:lnTo>
                      <a:pt x="880" y="86"/>
                    </a:lnTo>
                    <a:lnTo>
                      <a:pt x="884" y="86"/>
                    </a:lnTo>
                    <a:lnTo>
                      <a:pt x="884" y="90"/>
                    </a:lnTo>
                    <a:lnTo>
                      <a:pt x="884" y="96"/>
                    </a:lnTo>
                    <a:lnTo>
                      <a:pt x="888" y="96"/>
                    </a:lnTo>
                    <a:lnTo>
                      <a:pt x="888" y="100"/>
                    </a:lnTo>
                    <a:lnTo>
                      <a:pt x="894" y="100"/>
                    </a:lnTo>
                    <a:lnTo>
                      <a:pt x="888" y="100"/>
                    </a:lnTo>
                    <a:lnTo>
                      <a:pt x="888" y="104"/>
                    </a:lnTo>
                    <a:lnTo>
                      <a:pt x="894" y="104"/>
                    </a:lnTo>
                    <a:lnTo>
                      <a:pt x="888" y="108"/>
                    </a:lnTo>
                    <a:lnTo>
                      <a:pt x="884" y="108"/>
                    </a:lnTo>
                    <a:lnTo>
                      <a:pt x="880" y="112"/>
                    </a:lnTo>
                    <a:lnTo>
                      <a:pt x="880" y="108"/>
                    </a:lnTo>
                    <a:lnTo>
                      <a:pt x="876" y="112"/>
                    </a:lnTo>
                    <a:lnTo>
                      <a:pt x="876" y="116"/>
                    </a:lnTo>
                    <a:lnTo>
                      <a:pt x="876" y="112"/>
                    </a:lnTo>
                    <a:lnTo>
                      <a:pt x="874" y="112"/>
                    </a:lnTo>
                    <a:lnTo>
                      <a:pt x="870" y="112"/>
                    </a:lnTo>
                    <a:lnTo>
                      <a:pt x="870" y="116"/>
                    </a:lnTo>
                    <a:lnTo>
                      <a:pt x="864" y="116"/>
                    </a:lnTo>
                    <a:lnTo>
                      <a:pt x="864" y="112"/>
                    </a:lnTo>
                    <a:lnTo>
                      <a:pt x="864" y="108"/>
                    </a:lnTo>
                    <a:lnTo>
                      <a:pt x="864" y="112"/>
                    </a:lnTo>
                    <a:lnTo>
                      <a:pt x="860" y="112"/>
                    </a:lnTo>
                    <a:lnTo>
                      <a:pt x="860" y="116"/>
                    </a:lnTo>
                    <a:lnTo>
                      <a:pt x="860" y="120"/>
                    </a:lnTo>
                    <a:lnTo>
                      <a:pt x="856" y="124"/>
                    </a:lnTo>
                    <a:lnTo>
                      <a:pt x="856" y="120"/>
                    </a:lnTo>
                    <a:lnTo>
                      <a:pt x="852" y="124"/>
                    </a:lnTo>
                    <a:lnTo>
                      <a:pt x="852" y="120"/>
                    </a:lnTo>
                    <a:lnTo>
                      <a:pt x="852" y="124"/>
                    </a:lnTo>
                    <a:lnTo>
                      <a:pt x="852" y="120"/>
                    </a:lnTo>
                    <a:lnTo>
                      <a:pt x="852" y="124"/>
                    </a:lnTo>
                    <a:lnTo>
                      <a:pt x="848" y="124"/>
                    </a:lnTo>
                    <a:lnTo>
                      <a:pt x="852" y="124"/>
                    </a:lnTo>
                    <a:lnTo>
                      <a:pt x="848" y="128"/>
                    </a:lnTo>
                    <a:lnTo>
                      <a:pt x="848" y="124"/>
                    </a:lnTo>
                    <a:lnTo>
                      <a:pt x="848" y="120"/>
                    </a:lnTo>
                    <a:lnTo>
                      <a:pt x="848" y="124"/>
                    </a:lnTo>
                    <a:lnTo>
                      <a:pt x="848" y="128"/>
                    </a:lnTo>
                    <a:lnTo>
                      <a:pt x="848" y="124"/>
                    </a:lnTo>
                    <a:lnTo>
                      <a:pt x="842" y="124"/>
                    </a:lnTo>
                    <a:lnTo>
                      <a:pt x="842" y="128"/>
                    </a:lnTo>
                    <a:lnTo>
                      <a:pt x="840" y="128"/>
                    </a:lnTo>
                    <a:lnTo>
                      <a:pt x="842" y="128"/>
                    </a:lnTo>
                    <a:lnTo>
                      <a:pt x="842" y="132"/>
                    </a:lnTo>
                    <a:lnTo>
                      <a:pt x="840" y="132"/>
                    </a:lnTo>
                    <a:lnTo>
                      <a:pt x="840" y="136"/>
                    </a:lnTo>
                    <a:lnTo>
                      <a:pt x="836" y="136"/>
                    </a:lnTo>
                    <a:lnTo>
                      <a:pt x="836" y="142"/>
                    </a:lnTo>
                    <a:lnTo>
                      <a:pt x="836" y="144"/>
                    </a:lnTo>
                    <a:lnTo>
                      <a:pt x="832" y="144"/>
                    </a:lnTo>
                    <a:lnTo>
                      <a:pt x="832" y="148"/>
                    </a:lnTo>
                    <a:lnTo>
                      <a:pt x="836" y="152"/>
                    </a:lnTo>
                    <a:lnTo>
                      <a:pt x="836" y="148"/>
                    </a:lnTo>
                    <a:lnTo>
                      <a:pt x="836" y="152"/>
                    </a:lnTo>
                    <a:lnTo>
                      <a:pt x="832" y="152"/>
                    </a:lnTo>
                    <a:lnTo>
                      <a:pt x="828" y="156"/>
                    </a:lnTo>
                    <a:lnTo>
                      <a:pt x="832" y="158"/>
                    </a:lnTo>
                    <a:lnTo>
                      <a:pt x="836" y="158"/>
                    </a:lnTo>
                    <a:lnTo>
                      <a:pt x="836" y="164"/>
                    </a:lnTo>
                    <a:lnTo>
                      <a:pt x="836" y="168"/>
                    </a:lnTo>
                    <a:lnTo>
                      <a:pt x="840" y="168"/>
                    </a:lnTo>
                    <a:lnTo>
                      <a:pt x="840" y="172"/>
                    </a:lnTo>
                    <a:lnTo>
                      <a:pt x="842" y="168"/>
                    </a:lnTo>
                    <a:lnTo>
                      <a:pt x="842" y="164"/>
                    </a:lnTo>
                    <a:lnTo>
                      <a:pt x="840" y="164"/>
                    </a:lnTo>
                    <a:lnTo>
                      <a:pt x="842" y="164"/>
                    </a:lnTo>
                    <a:lnTo>
                      <a:pt x="848" y="164"/>
                    </a:lnTo>
                    <a:lnTo>
                      <a:pt x="848" y="168"/>
                    </a:lnTo>
                    <a:lnTo>
                      <a:pt x="848" y="172"/>
                    </a:lnTo>
                    <a:lnTo>
                      <a:pt x="842" y="172"/>
                    </a:lnTo>
                    <a:lnTo>
                      <a:pt x="840" y="172"/>
                    </a:lnTo>
                    <a:lnTo>
                      <a:pt x="836" y="172"/>
                    </a:lnTo>
                    <a:lnTo>
                      <a:pt x="836" y="168"/>
                    </a:lnTo>
                    <a:lnTo>
                      <a:pt x="832" y="172"/>
                    </a:lnTo>
                    <a:lnTo>
                      <a:pt x="828" y="176"/>
                    </a:lnTo>
                    <a:lnTo>
                      <a:pt x="828" y="172"/>
                    </a:lnTo>
                    <a:lnTo>
                      <a:pt x="828" y="168"/>
                    </a:lnTo>
                    <a:lnTo>
                      <a:pt x="828" y="172"/>
                    </a:lnTo>
                    <a:lnTo>
                      <a:pt x="824" y="172"/>
                    </a:lnTo>
                    <a:lnTo>
                      <a:pt x="824" y="168"/>
                    </a:lnTo>
                    <a:lnTo>
                      <a:pt x="824" y="172"/>
                    </a:lnTo>
                    <a:lnTo>
                      <a:pt x="824" y="176"/>
                    </a:lnTo>
                    <a:lnTo>
                      <a:pt x="818" y="176"/>
                    </a:lnTo>
                    <a:lnTo>
                      <a:pt x="818" y="180"/>
                    </a:lnTo>
                    <a:lnTo>
                      <a:pt x="814" y="180"/>
                    </a:lnTo>
                    <a:lnTo>
                      <a:pt x="814" y="176"/>
                    </a:lnTo>
                    <a:lnTo>
                      <a:pt x="810" y="180"/>
                    </a:lnTo>
                    <a:lnTo>
                      <a:pt x="808" y="180"/>
                    </a:lnTo>
                    <a:lnTo>
                      <a:pt x="804" y="180"/>
                    </a:lnTo>
                    <a:lnTo>
                      <a:pt x="800" y="180"/>
                    </a:lnTo>
                    <a:lnTo>
                      <a:pt x="794" y="180"/>
                    </a:lnTo>
                    <a:lnTo>
                      <a:pt x="794" y="186"/>
                    </a:lnTo>
                    <a:lnTo>
                      <a:pt x="790" y="186"/>
                    </a:lnTo>
                    <a:lnTo>
                      <a:pt x="786" y="186"/>
                    </a:lnTo>
                    <a:lnTo>
                      <a:pt x="786" y="190"/>
                    </a:lnTo>
                    <a:lnTo>
                      <a:pt x="782" y="190"/>
                    </a:lnTo>
                    <a:lnTo>
                      <a:pt x="786" y="190"/>
                    </a:lnTo>
                    <a:lnTo>
                      <a:pt x="786" y="186"/>
                    </a:lnTo>
                    <a:lnTo>
                      <a:pt x="786" y="180"/>
                    </a:lnTo>
                    <a:lnTo>
                      <a:pt x="782" y="180"/>
                    </a:lnTo>
                    <a:lnTo>
                      <a:pt x="786" y="180"/>
                    </a:lnTo>
                    <a:lnTo>
                      <a:pt x="786" y="186"/>
                    </a:lnTo>
                    <a:lnTo>
                      <a:pt x="782" y="190"/>
                    </a:lnTo>
                    <a:lnTo>
                      <a:pt x="782" y="192"/>
                    </a:lnTo>
                    <a:lnTo>
                      <a:pt x="780" y="192"/>
                    </a:lnTo>
                    <a:lnTo>
                      <a:pt x="780" y="196"/>
                    </a:lnTo>
                    <a:lnTo>
                      <a:pt x="782" y="196"/>
                    </a:lnTo>
                    <a:lnTo>
                      <a:pt x="782" y="200"/>
                    </a:lnTo>
                    <a:lnTo>
                      <a:pt x="782" y="204"/>
                    </a:lnTo>
                    <a:lnTo>
                      <a:pt x="782" y="214"/>
                    </a:lnTo>
                    <a:lnTo>
                      <a:pt x="782" y="210"/>
                    </a:lnTo>
                    <a:lnTo>
                      <a:pt x="782" y="204"/>
                    </a:lnTo>
                    <a:lnTo>
                      <a:pt x="782" y="210"/>
                    </a:lnTo>
                    <a:lnTo>
                      <a:pt x="782" y="214"/>
                    </a:lnTo>
                    <a:lnTo>
                      <a:pt x="780" y="214"/>
                    </a:lnTo>
                    <a:lnTo>
                      <a:pt x="780" y="218"/>
                    </a:lnTo>
                    <a:lnTo>
                      <a:pt x="774" y="218"/>
                    </a:lnTo>
                    <a:lnTo>
                      <a:pt x="774" y="222"/>
                    </a:lnTo>
                    <a:lnTo>
                      <a:pt x="780" y="222"/>
                    </a:lnTo>
                    <a:lnTo>
                      <a:pt x="774" y="222"/>
                    </a:lnTo>
                    <a:lnTo>
                      <a:pt x="774" y="224"/>
                    </a:lnTo>
                    <a:lnTo>
                      <a:pt x="770" y="224"/>
                    </a:lnTo>
                    <a:lnTo>
                      <a:pt x="770" y="230"/>
                    </a:lnTo>
                    <a:lnTo>
                      <a:pt x="770" y="224"/>
                    </a:lnTo>
                    <a:lnTo>
                      <a:pt x="766" y="224"/>
                    </a:lnTo>
                    <a:lnTo>
                      <a:pt x="766" y="222"/>
                    </a:lnTo>
                    <a:lnTo>
                      <a:pt x="762" y="222"/>
                    </a:lnTo>
                    <a:lnTo>
                      <a:pt x="758" y="218"/>
                    </a:lnTo>
                    <a:lnTo>
                      <a:pt x="758" y="214"/>
                    </a:lnTo>
                    <a:lnTo>
                      <a:pt x="762" y="214"/>
                    </a:lnTo>
                    <a:lnTo>
                      <a:pt x="762" y="210"/>
                    </a:lnTo>
                    <a:lnTo>
                      <a:pt x="766" y="210"/>
                    </a:lnTo>
                    <a:lnTo>
                      <a:pt x="766" y="204"/>
                    </a:lnTo>
                    <a:lnTo>
                      <a:pt x="766" y="210"/>
                    </a:lnTo>
                    <a:lnTo>
                      <a:pt x="762" y="210"/>
                    </a:lnTo>
                    <a:lnTo>
                      <a:pt x="762" y="214"/>
                    </a:lnTo>
                    <a:lnTo>
                      <a:pt x="758" y="214"/>
                    </a:lnTo>
                    <a:lnTo>
                      <a:pt x="758" y="218"/>
                    </a:lnTo>
                    <a:lnTo>
                      <a:pt x="762" y="222"/>
                    </a:lnTo>
                    <a:lnTo>
                      <a:pt x="762" y="224"/>
                    </a:lnTo>
                    <a:lnTo>
                      <a:pt x="762" y="230"/>
                    </a:lnTo>
                    <a:lnTo>
                      <a:pt x="766" y="234"/>
                    </a:lnTo>
                    <a:lnTo>
                      <a:pt x="766" y="238"/>
                    </a:lnTo>
                    <a:lnTo>
                      <a:pt x="766" y="242"/>
                    </a:lnTo>
                    <a:lnTo>
                      <a:pt x="766" y="238"/>
                    </a:lnTo>
                    <a:lnTo>
                      <a:pt x="766" y="242"/>
                    </a:lnTo>
                    <a:lnTo>
                      <a:pt x="766" y="246"/>
                    </a:lnTo>
                    <a:lnTo>
                      <a:pt x="762" y="246"/>
                    </a:lnTo>
                    <a:lnTo>
                      <a:pt x="762" y="250"/>
                    </a:lnTo>
                    <a:lnTo>
                      <a:pt x="762" y="254"/>
                    </a:lnTo>
                    <a:lnTo>
                      <a:pt x="758" y="254"/>
                    </a:lnTo>
                    <a:lnTo>
                      <a:pt x="758" y="258"/>
                    </a:lnTo>
                    <a:lnTo>
                      <a:pt x="754" y="262"/>
                    </a:lnTo>
                    <a:lnTo>
                      <a:pt x="754" y="266"/>
                    </a:lnTo>
                    <a:lnTo>
                      <a:pt x="754" y="262"/>
                    </a:lnTo>
                    <a:lnTo>
                      <a:pt x="754" y="258"/>
                    </a:lnTo>
                    <a:lnTo>
                      <a:pt x="754" y="254"/>
                    </a:lnTo>
                    <a:lnTo>
                      <a:pt x="758" y="254"/>
                    </a:lnTo>
                    <a:lnTo>
                      <a:pt x="758" y="250"/>
                    </a:lnTo>
                    <a:lnTo>
                      <a:pt x="754" y="250"/>
                    </a:lnTo>
                    <a:lnTo>
                      <a:pt x="754" y="246"/>
                    </a:lnTo>
                    <a:lnTo>
                      <a:pt x="754" y="242"/>
                    </a:lnTo>
                    <a:lnTo>
                      <a:pt x="754" y="246"/>
                    </a:lnTo>
                    <a:lnTo>
                      <a:pt x="748" y="246"/>
                    </a:lnTo>
                    <a:lnTo>
                      <a:pt x="748" y="242"/>
                    </a:lnTo>
                    <a:lnTo>
                      <a:pt x="746" y="238"/>
                    </a:lnTo>
                    <a:lnTo>
                      <a:pt x="748" y="238"/>
                    </a:lnTo>
                    <a:lnTo>
                      <a:pt x="754" y="238"/>
                    </a:lnTo>
                    <a:lnTo>
                      <a:pt x="754" y="234"/>
                    </a:lnTo>
                    <a:lnTo>
                      <a:pt x="754" y="238"/>
                    </a:lnTo>
                    <a:lnTo>
                      <a:pt x="748" y="238"/>
                    </a:lnTo>
                    <a:lnTo>
                      <a:pt x="748" y="234"/>
                    </a:lnTo>
                    <a:lnTo>
                      <a:pt x="746" y="234"/>
                    </a:lnTo>
                    <a:lnTo>
                      <a:pt x="748" y="230"/>
                    </a:lnTo>
                    <a:lnTo>
                      <a:pt x="748" y="234"/>
                    </a:lnTo>
                    <a:lnTo>
                      <a:pt x="748" y="230"/>
                    </a:lnTo>
                    <a:lnTo>
                      <a:pt x="746" y="230"/>
                    </a:lnTo>
                    <a:lnTo>
                      <a:pt x="746" y="224"/>
                    </a:lnTo>
                    <a:lnTo>
                      <a:pt x="748" y="230"/>
                    </a:lnTo>
                    <a:lnTo>
                      <a:pt x="748" y="224"/>
                    </a:lnTo>
                    <a:lnTo>
                      <a:pt x="748" y="222"/>
                    </a:lnTo>
                    <a:lnTo>
                      <a:pt x="754" y="222"/>
                    </a:lnTo>
                    <a:lnTo>
                      <a:pt x="754" y="218"/>
                    </a:lnTo>
                    <a:lnTo>
                      <a:pt x="754" y="214"/>
                    </a:lnTo>
                    <a:lnTo>
                      <a:pt x="748" y="218"/>
                    </a:lnTo>
                    <a:lnTo>
                      <a:pt x="748" y="222"/>
                    </a:lnTo>
                    <a:lnTo>
                      <a:pt x="748" y="218"/>
                    </a:lnTo>
                    <a:lnTo>
                      <a:pt x="746" y="2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832" name="Freeform 8"/>
              <p:cNvSpPr>
                <a:spLocks noEditPoints="1"/>
              </p:cNvSpPr>
              <p:nvPr/>
            </p:nvSpPr>
            <p:spPr bwMode="gray">
              <a:xfrm>
                <a:off x="415924" y="2078302"/>
                <a:ext cx="1184825" cy="800091"/>
              </a:xfrm>
              <a:custGeom>
                <a:avLst/>
                <a:gdLst>
                  <a:gd name="T0" fmla="*/ 20 w 746"/>
                  <a:gd name="T1" fmla="*/ 500 h 504"/>
                  <a:gd name="T2" fmla="*/ 56 w 746"/>
                  <a:gd name="T3" fmla="*/ 492 h 504"/>
                  <a:gd name="T4" fmla="*/ 184 w 746"/>
                  <a:gd name="T5" fmla="*/ 454 h 504"/>
                  <a:gd name="T6" fmla="*/ 188 w 746"/>
                  <a:gd name="T7" fmla="*/ 444 h 504"/>
                  <a:gd name="T8" fmla="*/ 230 w 746"/>
                  <a:gd name="T9" fmla="*/ 426 h 504"/>
                  <a:gd name="T10" fmla="*/ 698 w 746"/>
                  <a:gd name="T11" fmla="*/ 426 h 504"/>
                  <a:gd name="T12" fmla="*/ 718 w 746"/>
                  <a:gd name="T13" fmla="*/ 418 h 504"/>
                  <a:gd name="T14" fmla="*/ 726 w 746"/>
                  <a:gd name="T15" fmla="*/ 410 h 504"/>
                  <a:gd name="T16" fmla="*/ 706 w 746"/>
                  <a:gd name="T17" fmla="*/ 410 h 504"/>
                  <a:gd name="T18" fmla="*/ 690 w 746"/>
                  <a:gd name="T19" fmla="*/ 388 h 504"/>
                  <a:gd name="T20" fmla="*/ 708 w 746"/>
                  <a:gd name="T21" fmla="*/ 392 h 504"/>
                  <a:gd name="T22" fmla="*/ 680 w 746"/>
                  <a:gd name="T23" fmla="*/ 378 h 504"/>
                  <a:gd name="T24" fmla="*/ 694 w 746"/>
                  <a:gd name="T25" fmla="*/ 374 h 504"/>
                  <a:gd name="T26" fmla="*/ 662 w 746"/>
                  <a:gd name="T27" fmla="*/ 378 h 504"/>
                  <a:gd name="T28" fmla="*/ 386 w 746"/>
                  <a:gd name="T29" fmla="*/ 354 h 504"/>
                  <a:gd name="T30" fmla="*/ 376 w 746"/>
                  <a:gd name="T31" fmla="*/ 374 h 504"/>
                  <a:gd name="T32" fmla="*/ 392 w 746"/>
                  <a:gd name="T33" fmla="*/ 354 h 504"/>
                  <a:gd name="T34" fmla="*/ 662 w 746"/>
                  <a:gd name="T35" fmla="*/ 356 h 504"/>
                  <a:gd name="T36" fmla="*/ 678 w 746"/>
                  <a:gd name="T37" fmla="*/ 364 h 504"/>
                  <a:gd name="T38" fmla="*/ 392 w 746"/>
                  <a:gd name="T39" fmla="*/ 344 h 504"/>
                  <a:gd name="T40" fmla="*/ 476 w 746"/>
                  <a:gd name="T41" fmla="*/ 294 h 504"/>
                  <a:gd name="T42" fmla="*/ 494 w 746"/>
                  <a:gd name="T43" fmla="*/ 292 h 504"/>
                  <a:gd name="T44" fmla="*/ 120 w 746"/>
                  <a:gd name="T45" fmla="*/ 214 h 504"/>
                  <a:gd name="T46" fmla="*/ 352 w 746"/>
                  <a:gd name="T47" fmla="*/ 406 h 504"/>
                  <a:gd name="T48" fmla="*/ 528 w 746"/>
                  <a:gd name="T49" fmla="*/ 304 h 504"/>
                  <a:gd name="T50" fmla="*/ 210 w 746"/>
                  <a:gd name="T51" fmla="*/ 132 h 504"/>
                  <a:gd name="T52" fmla="*/ 448 w 746"/>
                  <a:gd name="T53" fmla="*/ 304 h 504"/>
                  <a:gd name="T54" fmla="*/ 404 w 746"/>
                  <a:gd name="T55" fmla="*/ 320 h 504"/>
                  <a:gd name="T56" fmla="*/ 444 w 746"/>
                  <a:gd name="T57" fmla="*/ 266 h 504"/>
                  <a:gd name="T58" fmla="*/ 380 w 746"/>
                  <a:gd name="T59" fmla="*/ 312 h 504"/>
                  <a:gd name="T60" fmla="*/ 338 w 746"/>
                  <a:gd name="T61" fmla="*/ 364 h 504"/>
                  <a:gd name="T62" fmla="*/ 306 w 746"/>
                  <a:gd name="T63" fmla="*/ 392 h 504"/>
                  <a:gd name="T64" fmla="*/ 248 w 746"/>
                  <a:gd name="T65" fmla="*/ 418 h 504"/>
                  <a:gd name="T66" fmla="*/ 278 w 746"/>
                  <a:gd name="T67" fmla="*/ 392 h 504"/>
                  <a:gd name="T68" fmla="*/ 330 w 746"/>
                  <a:gd name="T69" fmla="*/ 328 h 504"/>
                  <a:gd name="T70" fmla="*/ 278 w 746"/>
                  <a:gd name="T71" fmla="*/ 322 h 504"/>
                  <a:gd name="T72" fmla="*/ 244 w 746"/>
                  <a:gd name="T73" fmla="*/ 288 h 504"/>
                  <a:gd name="T74" fmla="*/ 210 w 746"/>
                  <a:gd name="T75" fmla="*/ 278 h 504"/>
                  <a:gd name="T76" fmla="*/ 210 w 746"/>
                  <a:gd name="T77" fmla="*/ 262 h 504"/>
                  <a:gd name="T78" fmla="*/ 212 w 746"/>
                  <a:gd name="T79" fmla="*/ 230 h 504"/>
                  <a:gd name="T80" fmla="*/ 270 w 746"/>
                  <a:gd name="T81" fmla="*/ 178 h 504"/>
                  <a:gd name="T82" fmla="*/ 210 w 746"/>
                  <a:gd name="T83" fmla="*/ 190 h 504"/>
                  <a:gd name="T84" fmla="*/ 158 w 746"/>
                  <a:gd name="T85" fmla="*/ 156 h 504"/>
                  <a:gd name="T86" fmla="*/ 224 w 746"/>
                  <a:gd name="T87" fmla="*/ 132 h 504"/>
                  <a:gd name="T88" fmla="*/ 242 w 746"/>
                  <a:gd name="T89" fmla="*/ 124 h 504"/>
                  <a:gd name="T90" fmla="*/ 230 w 746"/>
                  <a:gd name="T91" fmla="*/ 122 h 504"/>
                  <a:gd name="T92" fmla="*/ 212 w 746"/>
                  <a:gd name="T93" fmla="*/ 66 h 504"/>
                  <a:gd name="T94" fmla="*/ 282 w 746"/>
                  <a:gd name="T95" fmla="*/ 26 h 504"/>
                  <a:gd name="T96" fmla="*/ 338 w 746"/>
                  <a:gd name="T97" fmla="*/ 0 h 504"/>
                  <a:gd name="T98" fmla="*/ 396 w 746"/>
                  <a:gd name="T99" fmla="*/ 18 h 504"/>
                  <a:gd name="T100" fmla="*/ 482 w 746"/>
                  <a:gd name="T101" fmla="*/ 34 h 504"/>
                  <a:gd name="T102" fmla="*/ 576 w 746"/>
                  <a:gd name="T103" fmla="*/ 108 h 504"/>
                  <a:gd name="T104" fmla="*/ 632 w 746"/>
                  <a:gd name="T105" fmla="*/ 328 h 504"/>
                  <a:gd name="T106" fmla="*/ 706 w 746"/>
                  <a:gd name="T107" fmla="*/ 360 h 504"/>
                  <a:gd name="T108" fmla="*/ 730 w 746"/>
                  <a:gd name="T109" fmla="*/ 422 h 504"/>
                  <a:gd name="T110" fmla="*/ 714 w 746"/>
                  <a:gd name="T111" fmla="*/ 398 h 504"/>
                  <a:gd name="T112" fmla="*/ 698 w 746"/>
                  <a:gd name="T113" fmla="*/ 354 h 504"/>
                  <a:gd name="T114" fmla="*/ 662 w 746"/>
                  <a:gd name="T115" fmla="*/ 322 h 504"/>
                  <a:gd name="T116" fmla="*/ 640 w 746"/>
                  <a:gd name="T117" fmla="*/ 328 h 504"/>
                  <a:gd name="T118" fmla="*/ 616 w 746"/>
                  <a:gd name="T119" fmla="*/ 320 h 504"/>
                  <a:gd name="T120" fmla="*/ 570 w 746"/>
                  <a:gd name="T121" fmla="*/ 298 h 504"/>
                  <a:gd name="T122" fmla="*/ 498 w 746"/>
                  <a:gd name="T123" fmla="*/ 284 h 504"/>
                  <a:gd name="T124" fmla="*/ 462 w 746"/>
                  <a:gd name="T125" fmla="*/ 284 h 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46" h="504">
                    <a:moveTo>
                      <a:pt x="28" y="500"/>
                    </a:moveTo>
                    <a:lnTo>
                      <a:pt x="28" y="496"/>
                    </a:lnTo>
                    <a:lnTo>
                      <a:pt x="28" y="500"/>
                    </a:lnTo>
                    <a:close/>
                    <a:moveTo>
                      <a:pt x="32" y="500"/>
                    </a:moveTo>
                    <a:lnTo>
                      <a:pt x="28" y="500"/>
                    </a:lnTo>
                    <a:lnTo>
                      <a:pt x="28" y="496"/>
                    </a:lnTo>
                    <a:lnTo>
                      <a:pt x="32" y="496"/>
                    </a:lnTo>
                    <a:lnTo>
                      <a:pt x="32" y="500"/>
                    </a:lnTo>
                    <a:lnTo>
                      <a:pt x="32" y="496"/>
                    </a:lnTo>
                    <a:lnTo>
                      <a:pt x="32" y="500"/>
                    </a:lnTo>
                    <a:close/>
                    <a:moveTo>
                      <a:pt x="4" y="504"/>
                    </a:moveTo>
                    <a:lnTo>
                      <a:pt x="0" y="500"/>
                    </a:lnTo>
                    <a:lnTo>
                      <a:pt x="4" y="500"/>
                    </a:lnTo>
                    <a:lnTo>
                      <a:pt x="0" y="500"/>
                    </a:lnTo>
                    <a:lnTo>
                      <a:pt x="0" y="496"/>
                    </a:lnTo>
                    <a:lnTo>
                      <a:pt x="4" y="496"/>
                    </a:lnTo>
                    <a:lnTo>
                      <a:pt x="4" y="500"/>
                    </a:lnTo>
                    <a:lnTo>
                      <a:pt x="4" y="504"/>
                    </a:lnTo>
                    <a:close/>
                    <a:moveTo>
                      <a:pt x="8" y="500"/>
                    </a:moveTo>
                    <a:lnTo>
                      <a:pt x="12" y="500"/>
                    </a:lnTo>
                    <a:lnTo>
                      <a:pt x="16" y="500"/>
                    </a:lnTo>
                    <a:lnTo>
                      <a:pt x="16" y="496"/>
                    </a:lnTo>
                    <a:lnTo>
                      <a:pt x="16" y="500"/>
                    </a:lnTo>
                    <a:lnTo>
                      <a:pt x="12" y="500"/>
                    </a:lnTo>
                    <a:lnTo>
                      <a:pt x="8" y="500"/>
                    </a:lnTo>
                    <a:close/>
                    <a:moveTo>
                      <a:pt x="20" y="504"/>
                    </a:moveTo>
                    <a:lnTo>
                      <a:pt x="16" y="504"/>
                    </a:lnTo>
                    <a:lnTo>
                      <a:pt x="16" y="500"/>
                    </a:lnTo>
                    <a:lnTo>
                      <a:pt x="20" y="500"/>
                    </a:lnTo>
                    <a:lnTo>
                      <a:pt x="20" y="496"/>
                    </a:lnTo>
                    <a:lnTo>
                      <a:pt x="26" y="496"/>
                    </a:lnTo>
                    <a:lnTo>
                      <a:pt x="28" y="500"/>
                    </a:lnTo>
                    <a:lnTo>
                      <a:pt x="26" y="500"/>
                    </a:lnTo>
                    <a:lnTo>
                      <a:pt x="20" y="500"/>
                    </a:lnTo>
                    <a:lnTo>
                      <a:pt x="20" y="504"/>
                    </a:lnTo>
                    <a:close/>
                    <a:moveTo>
                      <a:pt x="32" y="496"/>
                    </a:moveTo>
                    <a:lnTo>
                      <a:pt x="28" y="496"/>
                    </a:lnTo>
                    <a:lnTo>
                      <a:pt x="28" y="492"/>
                    </a:lnTo>
                    <a:lnTo>
                      <a:pt x="32" y="492"/>
                    </a:lnTo>
                    <a:lnTo>
                      <a:pt x="32" y="496"/>
                    </a:lnTo>
                    <a:close/>
                    <a:moveTo>
                      <a:pt x="74" y="492"/>
                    </a:moveTo>
                    <a:lnTo>
                      <a:pt x="70" y="492"/>
                    </a:lnTo>
                    <a:lnTo>
                      <a:pt x="64" y="492"/>
                    </a:lnTo>
                    <a:lnTo>
                      <a:pt x="60" y="492"/>
                    </a:lnTo>
                    <a:lnTo>
                      <a:pt x="64" y="492"/>
                    </a:lnTo>
                    <a:lnTo>
                      <a:pt x="70" y="492"/>
                    </a:lnTo>
                    <a:lnTo>
                      <a:pt x="74" y="492"/>
                    </a:lnTo>
                    <a:lnTo>
                      <a:pt x="78" y="492"/>
                    </a:lnTo>
                    <a:lnTo>
                      <a:pt x="82" y="492"/>
                    </a:lnTo>
                    <a:lnTo>
                      <a:pt x="78" y="492"/>
                    </a:lnTo>
                    <a:lnTo>
                      <a:pt x="74" y="492"/>
                    </a:lnTo>
                    <a:close/>
                    <a:moveTo>
                      <a:pt x="86" y="488"/>
                    </a:moveTo>
                    <a:lnTo>
                      <a:pt x="86" y="482"/>
                    </a:lnTo>
                    <a:lnTo>
                      <a:pt x="88" y="482"/>
                    </a:lnTo>
                    <a:lnTo>
                      <a:pt x="88" y="488"/>
                    </a:lnTo>
                    <a:lnTo>
                      <a:pt x="86" y="488"/>
                    </a:lnTo>
                    <a:close/>
                    <a:moveTo>
                      <a:pt x="50" y="492"/>
                    </a:moveTo>
                    <a:lnTo>
                      <a:pt x="54" y="492"/>
                    </a:lnTo>
                    <a:lnTo>
                      <a:pt x="56" y="492"/>
                    </a:lnTo>
                    <a:lnTo>
                      <a:pt x="56" y="488"/>
                    </a:lnTo>
                    <a:lnTo>
                      <a:pt x="60" y="488"/>
                    </a:lnTo>
                    <a:lnTo>
                      <a:pt x="56" y="488"/>
                    </a:lnTo>
                    <a:lnTo>
                      <a:pt x="56" y="482"/>
                    </a:lnTo>
                    <a:lnTo>
                      <a:pt x="60" y="482"/>
                    </a:lnTo>
                    <a:lnTo>
                      <a:pt x="64" y="482"/>
                    </a:lnTo>
                    <a:lnTo>
                      <a:pt x="64" y="488"/>
                    </a:lnTo>
                    <a:lnTo>
                      <a:pt x="60" y="492"/>
                    </a:lnTo>
                    <a:lnTo>
                      <a:pt x="56" y="492"/>
                    </a:lnTo>
                    <a:lnTo>
                      <a:pt x="54" y="492"/>
                    </a:lnTo>
                    <a:lnTo>
                      <a:pt x="50" y="492"/>
                    </a:lnTo>
                    <a:lnTo>
                      <a:pt x="46" y="492"/>
                    </a:lnTo>
                    <a:lnTo>
                      <a:pt x="50" y="492"/>
                    </a:lnTo>
                    <a:close/>
                    <a:moveTo>
                      <a:pt x="116" y="478"/>
                    </a:moveTo>
                    <a:lnTo>
                      <a:pt x="120" y="478"/>
                    </a:lnTo>
                    <a:lnTo>
                      <a:pt x="116" y="478"/>
                    </a:lnTo>
                    <a:close/>
                    <a:moveTo>
                      <a:pt x="126" y="476"/>
                    </a:moveTo>
                    <a:lnTo>
                      <a:pt x="130" y="472"/>
                    </a:lnTo>
                    <a:lnTo>
                      <a:pt x="130" y="476"/>
                    </a:lnTo>
                    <a:lnTo>
                      <a:pt x="126" y="476"/>
                    </a:lnTo>
                    <a:close/>
                    <a:moveTo>
                      <a:pt x="158" y="458"/>
                    </a:moveTo>
                    <a:lnTo>
                      <a:pt x="158" y="464"/>
                    </a:lnTo>
                    <a:lnTo>
                      <a:pt x="154" y="464"/>
                    </a:lnTo>
                    <a:lnTo>
                      <a:pt x="150" y="464"/>
                    </a:lnTo>
                    <a:lnTo>
                      <a:pt x="150" y="468"/>
                    </a:lnTo>
                    <a:lnTo>
                      <a:pt x="150" y="472"/>
                    </a:lnTo>
                    <a:lnTo>
                      <a:pt x="148" y="472"/>
                    </a:lnTo>
                    <a:lnTo>
                      <a:pt x="144" y="472"/>
                    </a:lnTo>
                    <a:lnTo>
                      <a:pt x="144" y="476"/>
                    </a:lnTo>
                    <a:lnTo>
                      <a:pt x="140" y="476"/>
                    </a:lnTo>
                    <a:lnTo>
                      <a:pt x="144" y="472"/>
                    </a:lnTo>
                    <a:lnTo>
                      <a:pt x="148" y="468"/>
                    </a:lnTo>
                    <a:lnTo>
                      <a:pt x="144" y="468"/>
                    </a:lnTo>
                    <a:lnTo>
                      <a:pt x="148" y="468"/>
                    </a:lnTo>
                    <a:lnTo>
                      <a:pt x="148" y="464"/>
                    </a:lnTo>
                    <a:lnTo>
                      <a:pt x="150" y="464"/>
                    </a:lnTo>
                    <a:lnTo>
                      <a:pt x="150" y="458"/>
                    </a:lnTo>
                    <a:lnTo>
                      <a:pt x="154" y="458"/>
                    </a:lnTo>
                    <a:lnTo>
                      <a:pt x="158" y="458"/>
                    </a:lnTo>
                    <a:close/>
                    <a:moveTo>
                      <a:pt x="184" y="454"/>
                    </a:moveTo>
                    <a:lnTo>
                      <a:pt x="184" y="450"/>
                    </a:lnTo>
                    <a:lnTo>
                      <a:pt x="188" y="450"/>
                    </a:lnTo>
                    <a:lnTo>
                      <a:pt x="184" y="454"/>
                    </a:lnTo>
                    <a:close/>
                    <a:moveTo>
                      <a:pt x="172" y="454"/>
                    </a:moveTo>
                    <a:lnTo>
                      <a:pt x="176" y="454"/>
                    </a:lnTo>
                    <a:lnTo>
                      <a:pt x="172" y="450"/>
                    </a:lnTo>
                    <a:lnTo>
                      <a:pt x="172" y="448"/>
                    </a:lnTo>
                    <a:lnTo>
                      <a:pt x="176" y="448"/>
                    </a:lnTo>
                    <a:lnTo>
                      <a:pt x="180" y="448"/>
                    </a:lnTo>
                    <a:lnTo>
                      <a:pt x="180" y="450"/>
                    </a:lnTo>
                    <a:lnTo>
                      <a:pt x="180" y="448"/>
                    </a:lnTo>
                    <a:lnTo>
                      <a:pt x="184" y="448"/>
                    </a:lnTo>
                    <a:lnTo>
                      <a:pt x="184" y="450"/>
                    </a:lnTo>
                    <a:lnTo>
                      <a:pt x="180" y="450"/>
                    </a:lnTo>
                    <a:lnTo>
                      <a:pt x="180" y="454"/>
                    </a:lnTo>
                    <a:lnTo>
                      <a:pt x="180" y="450"/>
                    </a:lnTo>
                    <a:lnTo>
                      <a:pt x="184" y="450"/>
                    </a:lnTo>
                    <a:lnTo>
                      <a:pt x="184" y="454"/>
                    </a:lnTo>
                    <a:lnTo>
                      <a:pt x="180" y="454"/>
                    </a:lnTo>
                    <a:lnTo>
                      <a:pt x="180" y="458"/>
                    </a:lnTo>
                    <a:lnTo>
                      <a:pt x="176" y="458"/>
                    </a:lnTo>
                    <a:lnTo>
                      <a:pt x="172" y="458"/>
                    </a:lnTo>
                    <a:lnTo>
                      <a:pt x="168" y="464"/>
                    </a:lnTo>
                    <a:lnTo>
                      <a:pt x="164" y="464"/>
                    </a:lnTo>
                    <a:lnTo>
                      <a:pt x="158" y="464"/>
                    </a:lnTo>
                    <a:lnTo>
                      <a:pt x="164" y="464"/>
                    </a:lnTo>
                    <a:lnTo>
                      <a:pt x="164" y="458"/>
                    </a:lnTo>
                    <a:lnTo>
                      <a:pt x="168" y="458"/>
                    </a:lnTo>
                    <a:lnTo>
                      <a:pt x="172" y="458"/>
                    </a:lnTo>
                    <a:lnTo>
                      <a:pt x="172" y="454"/>
                    </a:lnTo>
                    <a:close/>
                    <a:moveTo>
                      <a:pt x="204" y="444"/>
                    </a:moveTo>
                    <a:lnTo>
                      <a:pt x="204" y="448"/>
                    </a:lnTo>
                    <a:lnTo>
                      <a:pt x="200" y="448"/>
                    </a:lnTo>
                    <a:lnTo>
                      <a:pt x="200" y="444"/>
                    </a:lnTo>
                    <a:lnTo>
                      <a:pt x="204" y="444"/>
                    </a:lnTo>
                    <a:close/>
                    <a:moveTo>
                      <a:pt x="188" y="448"/>
                    </a:moveTo>
                    <a:lnTo>
                      <a:pt x="188" y="444"/>
                    </a:lnTo>
                    <a:lnTo>
                      <a:pt x="192" y="444"/>
                    </a:lnTo>
                    <a:lnTo>
                      <a:pt x="192" y="448"/>
                    </a:lnTo>
                    <a:lnTo>
                      <a:pt x="188" y="448"/>
                    </a:lnTo>
                    <a:close/>
                    <a:moveTo>
                      <a:pt x="196" y="444"/>
                    </a:moveTo>
                    <a:lnTo>
                      <a:pt x="192" y="444"/>
                    </a:lnTo>
                    <a:lnTo>
                      <a:pt x="192" y="438"/>
                    </a:lnTo>
                    <a:lnTo>
                      <a:pt x="196" y="438"/>
                    </a:lnTo>
                    <a:lnTo>
                      <a:pt x="196" y="444"/>
                    </a:lnTo>
                    <a:close/>
                    <a:moveTo>
                      <a:pt x="238" y="434"/>
                    </a:moveTo>
                    <a:lnTo>
                      <a:pt x="242" y="434"/>
                    </a:lnTo>
                    <a:lnTo>
                      <a:pt x="242" y="438"/>
                    </a:lnTo>
                    <a:lnTo>
                      <a:pt x="238" y="438"/>
                    </a:lnTo>
                    <a:lnTo>
                      <a:pt x="238" y="434"/>
                    </a:lnTo>
                    <a:close/>
                    <a:moveTo>
                      <a:pt x="706" y="426"/>
                    </a:moveTo>
                    <a:lnTo>
                      <a:pt x="706" y="430"/>
                    </a:lnTo>
                    <a:lnTo>
                      <a:pt x="702" y="426"/>
                    </a:lnTo>
                    <a:lnTo>
                      <a:pt x="706" y="426"/>
                    </a:lnTo>
                    <a:close/>
                    <a:moveTo>
                      <a:pt x="726" y="422"/>
                    </a:moveTo>
                    <a:lnTo>
                      <a:pt x="726" y="426"/>
                    </a:lnTo>
                    <a:lnTo>
                      <a:pt x="722" y="426"/>
                    </a:lnTo>
                    <a:lnTo>
                      <a:pt x="726" y="422"/>
                    </a:lnTo>
                    <a:close/>
                    <a:moveTo>
                      <a:pt x="216" y="434"/>
                    </a:moveTo>
                    <a:lnTo>
                      <a:pt x="212" y="434"/>
                    </a:lnTo>
                    <a:lnTo>
                      <a:pt x="212" y="438"/>
                    </a:lnTo>
                    <a:lnTo>
                      <a:pt x="210" y="438"/>
                    </a:lnTo>
                    <a:lnTo>
                      <a:pt x="204" y="438"/>
                    </a:lnTo>
                    <a:lnTo>
                      <a:pt x="204" y="434"/>
                    </a:lnTo>
                    <a:lnTo>
                      <a:pt x="204" y="430"/>
                    </a:lnTo>
                    <a:lnTo>
                      <a:pt x="210" y="430"/>
                    </a:lnTo>
                    <a:lnTo>
                      <a:pt x="212" y="426"/>
                    </a:lnTo>
                    <a:lnTo>
                      <a:pt x="216" y="426"/>
                    </a:lnTo>
                    <a:lnTo>
                      <a:pt x="220" y="422"/>
                    </a:lnTo>
                    <a:lnTo>
                      <a:pt x="224" y="422"/>
                    </a:lnTo>
                    <a:lnTo>
                      <a:pt x="230" y="426"/>
                    </a:lnTo>
                    <a:lnTo>
                      <a:pt x="230" y="430"/>
                    </a:lnTo>
                    <a:lnTo>
                      <a:pt x="234" y="430"/>
                    </a:lnTo>
                    <a:lnTo>
                      <a:pt x="230" y="430"/>
                    </a:lnTo>
                    <a:lnTo>
                      <a:pt x="224" y="430"/>
                    </a:lnTo>
                    <a:lnTo>
                      <a:pt x="224" y="434"/>
                    </a:lnTo>
                    <a:lnTo>
                      <a:pt x="224" y="430"/>
                    </a:lnTo>
                    <a:lnTo>
                      <a:pt x="220" y="430"/>
                    </a:lnTo>
                    <a:lnTo>
                      <a:pt x="216" y="430"/>
                    </a:lnTo>
                    <a:lnTo>
                      <a:pt x="216" y="434"/>
                    </a:lnTo>
                    <a:close/>
                    <a:moveTo>
                      <a:pt x="290" y="422"/>
                    </a:moveTo>
                    <a:lnTo>
                      <a:pt x="290" y="426"/>
                    </a:lnTo>
                    <a:lnTo>
                      <a:pt x="290" y="422"/>
                    </a:lnTo>
                    <a:close/>
                    <a:moveTo>
                      <a:pt x="254" y="418"/>
                    </a:moveTo>
                    <a:lnTo>
                      <a:pt x="258" y="418"/>
                    </a:lnTo>
                    <a:lnTo>
                      <a:pt x="258" y="422"/>
                    </a:lnTo>
                    <a:lnTo>
                      <a:pt x="254" y="422"/>
                    </a:lnTo>
                    <a:lnTo>
                      <a:pt x="254" y="418"/>
                    </a:lnTo>
                    <a:close/>
                    <a:moveTo>
                      <a:pt x="702" y="418"/>
                    </a:moveTo>
                    <a:lnTo>
                      <a:pt x="702" y="422"/>
                    </a:lnTo>
                    <a:lnTo>
                      <a:pt x="706" y="422"/>
                    </a:lnTo>
                    <a:lnTo>
                      <a:pt x="702" y="422"/>
                    </a:lnTo>
                    <a:lnTo>
                      <a:pt x="702" y="418"/>
                    </a:lnTo>
                    <a:close/>
                    <a:moveTo>
                      <a:pt x="290" y="418"/>
                    </a:moveTo>
                    <a:lnTo>
                      <a:pt x="290" y="422"/>
                    </a:lnTo>
                    <a:lnTo>
                      <a:pt x="286" y="422"/>
                    </a:lnTo>
                    <a:lnTo>
                      <a:pt x="290" y="418"/>
                    </a:lnTo>
                    <a:close/>
                    <a:moveTo>
                      <a:pt x="698" y="418"/>
                    </a:moveTo>
                    <a:lnTo>
                      <a:pt x="698" y="422"/>
                    </a:lnTo>
                    <a:lnTo>
                      <a:pt x="702" y="426"/>
                    </a:lnTo>
                    <a:lnTo>
                      <a:pt x="702" y="430"/>
                    </a:lnTo>
                    <a:lnTo>
                      <a:pt x="706" y="430"/>
                    </a:lnTo>
                    <a:lnTo>
                      <a:pt x="702" y="430"/>
                    </a:lnTo>
                    <a:lnTo>
                      <a:pt x="702" y="426"/>
                    </a:lnTo>
                    <a:lnTo>
                      <a:pt x="698" y="426"/>
                    </a:lnTo>
                    <a:lnTo>
                      <a:pt x="698" y="422"/>
                    </a:lnTo>
                    <a:lnTo>
                      <a:pt x="694" y="422"/>
                    </a:lnTo>
                    <a:lnTo>
                      <a:pt x="698" y="418"/>
                    </a:lnTo>
                    <a:close/>
                    <a:moveTo>
                      <a:pt x="722" y="418"/>
                    </a:moveTo>
                    <a:lnTo>
                      <a:pt x="726" y="422"/>
                    </a:lnTo>
                    <a:lnTo>
                      <a:pt x="722" y="422"/>
                    </a:lnTo>
                    <a:lnTo>
                      <a:pt x="722" y="418"/>
                    </a:lnTo>
                    <a:close/>
                    <a:moveTo>
                      <a:pt x="282" y="418"/>
                    </a:moveTo>
                    <a:lnTo>
                      <a:pt x="282" y="422"/>
                    </a:lnTo>
                    <a:lnTo>
                      <a:pt x="278" y="422"/>
                    </a:lnTo>
                    <a:lnTo>
                      <a:pt x="278" y="426"/>
                    </a:lnTo>
                    <a:lnTo>
                      <a:pt x="278" y="422"/>
                    </a:lnTo>
                    <a:lnTo>
                      <a:pt x="278" y="418"/>
                    </a:lnTo>
                    <a:lnTo>
                      <a:pt x="282" y="418"/>
                    </a:lnTo>
                    <a:lnTo>
                      <a:pt x="282" y="422"/>
                    </a:lnTo>
                    <a:lnTo>
                      <a:pt x="282" y="418"/>
                    </a:lnTo>
                    <a:close/>
                    <a:moveTo>
                      <a:pt x="694" y="414"/>
                    </a:moveTo>
                    <a:lnTo>
                      <a:pt x="694" y="418"/>
                    </a:lnTo>
                    <a:lnTo>
                      <a:pt x="694" y="414"/>
                    </a:lnTo>
                    <a:close/>
                    <a:moveTo>
                      <a:pt x="278" y="414"/>
                    </a:moveTo>
                    <a:lnTo>
                      <a:pt x="278" y="418"/>
                    </a:lnTo>
                    <a:lnTo>
                      <a:pt x="272" y="418"/>
                    </a:lnTo>
                    <a:lnTo>
                      <a:pt x="272" y="414"/>
                    </a:lnTo>
                    <a:lnTo>
                      <a:pt x="278" y="414"/>
                    </a:lnTo>
                    <a:close/>
                    <a:moveTo>
                      <a:pt x="270" y="414"/>
                    </a:moveTo>
                    <a:lnTo>
                      <a:pt x="272" y="414"/>
                    </a:lnTo>
                    <a:lnTo>
                      <a:pt x="272" y="418"/>
                    </a:lnTo>
                    <a:lnTo>
                      <a:pt x="270" y="418"/>
                    </a:lnTo>
                    <a:lnTo>
                      <a:pt x="270" y="422"/>
                    </a:lnTo>
                    <a:lnTo>
                      <a:pt x="270" y="418"/>
                    </a:lnTo>
                    <a:lnTo>
                      <a:pt x="270" y="414"/>
                    </a:lnTo>
                    <a:close/>
                    <a:moveTo>
                      <a:pt x="718" y="414"/>
                    </a:moveTo>
                    <a:lnTo>
                      <a:pt x="722" y="418"/>
                    </a:lnTo>
                    <a:lnTo>
                      <a:pt x="718" y="418"/>
                    </a:lnTo>
                    <a:lnTo>
                      <a:pt x="718" y="414"/>
                    </a:lnTo>
                    <a:close/>
                    <a:moveTo>
                      <a:pt x="694" y="414"/>
                    </a:moveTo>
                    <a:lnTo>
                      <a:pt x="690" y="414"/>
                    </a:lnTo>
                    <a:lnTo>
                      <a:pt x="690" y="418"/>
                    </a:lnTo>
                    <a:lnTo>
                      <a:pt x="690" y="414"/>
                    </a:lnTo>
                    <a:lnTo>
                      <a:pt x="694" y="414"/>
                    </a:lnTo>
                    <a:close/>
                    <a:moveTo>
                      <a:pt x="690" y="410"/>
                    </a:moveTo>
                    <a:lnTo>
                      <a:pt x="694" y="410"/>
                    </a:lnTo>
                    <a:lnTo>
                      <a:pt x="694" y="414"/>
                    </a:lnTo>
                    <a:lnTo>
                      <a:pt x="690" y="414"/>
                    </a:lnTo>
                    <a:lnTo>
                      <a:pt x="690" y="410"/>
                    </a:lnTo>
                    <a:close/>
                    <a:moveTo>
                      <a:pt x="690" y="414"/>
                    </a:moveTo>
                    <a:lnTo>
                      <a:pt x="684" y="414"/>
                    </a:lnTo>
                    <a:lnTo>
                      <a:pt x="684" y="410"/>
                    </a:lnTo>
                    <a:lnTo>
                      <a:pt x="690" y="410"/>
                    </a:lnTo>
                    <a:lnTo>
                      <a:pt x="690" y="414"/>
                    </a:lnTo>
                    <a:close/>
                    <a:moveTo>
                      <a:pt x="694" y="410"/>
                    </a:moveTo>
                    <a:lnTo>
                      <a:pt x="694" y="414"/>
                    </a:lnTo>
                    <a:lnTo>
                      <a:pt x="694" y="410"/>
                    </a:lnTo>
                    <a:close/>
                    <a:moveTo>
                      <a:pt x="694" y="406"/>
                    </a:moveTo>
                    <a:lnTo>
                      <a:pt x="690" y="406"/>
                    </a:lnTo>
                    <a:lnTo>
                      <a:pt x="690" y="402"/>
                    </a:lnTo>
                    <a:lnTo>
                      <a:pt x="694" y="406"/>
                    </a:lnTo>
                    <a:close/>
                    <a:moveTo>
                      <a:pt x="300" y="402"/>
                    </a:moveTo>
                    <a:lnTo>
                      <a:pt x="304" y="402"/>
                    </a:lnTo>
                    <a:lnTo>
                      <a:pt x="300" y="406"/>
                    </a:lnTo>
                    <a:lnTo>
                      <a:pt x="300" y="402"/>
                    </a:lnTo>
                    <a:close/>
                    <a:moveTo>
                      <a:pt x="680" y="402"/>
                    </a:moveTo>
                    <a:lnTo>
                      <a:pt x="678" y="402"/>
                    </a:lnTo>
                    <a:lnTo>
                      <a:pt x="680" y="402"/>
                    </a:lnTo>
                    <a:close/>
                    <a:moveTo>
                      <a:pt x="722" y="418"/>
                    </a:moveTo>
                    <a:lnTo>
                      <a:pt x="722" y="414"/>
                    </a:lnTo>
                    <a:lnTo>
                      <a:pt x="726" y="414"/>
                    </a:lnTo>
                    <a:lnTo>
                      <a:pt x="726" y="410"/>
                    </a:lnTo>
                    <a:lnTo>
                      <a:pt x="726" y="406"/>
                    </a:lnTo>
                    <a:lnTo>
                      <a:pt x="722" y="410"/>
                    </a:lnTo>
                    <a:lnTo>
                      <a:pt x="726" y="410"/>
                    </a:lnTo>
                    <a:lnTo>
                      <a:pt x="726" y="414"/>
                    </a:lnTo>
                    <a:lnTo>
                      <a:pt x="722" y="414"/>
                    </a:lnTo>
                    <a:lnTo>
                      <a:pt x="722" y="410"/>
                    </a:lnTo>
                    <a:lnTo>
                      <a:pt x="722" y="414"/>
                    </a:lnTo>
                    <a:lnTo>
                      <a:pt x="722" y="418"/>
                    </a:lnTo>
                    <a:lnTo>
                      <a:pt x="718" y="414"/>
                    </a:lnTo>
                    <a:lnTo>
                      <a:pt x="718" y="410"/>
                    </a:lnTo>
                    <a:lnTo>
                      <a:pt x="718" y="406"/>
                    </a:lnTo>
                    <a:lnTo>
                      <a:pt x="722" y="406"/>
                    </a:lnTo>
                    <a:lnTo>
                      <a:pt x="718" y="406"/>
                    </a:lnTo>
                    <a:lnTo>
                      <a:pt x="718" y="402"/>
                    </a:lnTo>
                    <a:lnTo>
                      <a:pt x="722" y="402"/>
                    </a:lnTo>
                    <a:lnTo>
                      <a:pt x="726" y="402"/>
                    </a:lnTo>
                    <a:lnTo>
                      <a:pt x="730" y="402"/>
                    </a:lnTo>
                    <a:lnTo>
                      <a:pt x="730" y="406"/>
                    </a:lnTo>
                    <a:lnTo>
                      <a:pt x="730" y="410"/>
                    </a:lnTo>
                    <a:lnTo>
                      <a:pt x="730" y="414"/>
                    </a:lnTo>
                    <a:lnTo>
                      <a:pt x="730" y="418"/>
                    </a:lnTo>
                    <a:lnTo>
                      <a:pt x="726" y="418"/>
                    </a:lnTo>
                    <a:lnTo>
                      <a:pt x="726" y="414"/>
                    </a:lnTo>
                    <a:lnTo>
                      <a:pt x="726" y="418"/>
                    </a:lnTo>
                    <a:lnTo>
                      <a:pt x="722" y="418"/>
                    </a:lnTo>
                    <a:close/>
                    <a:moveTo>
                      <a:pt x="694" y="398"/>
                    </a:moveTo>
                    <a:lnTo>
                      <a:pt x="690" y="402"/>
                    </a:lnTo>
                    <a:lnTo>
                      <a:pt x="684" y="402"/>
                    </a:lnTo>
                    <a:lnTo>
                      <a:pt x="690" y="398"/>
                    </a:lnTo>
                    <a:lnTo>
                      <a:pt x="694" y="392"/>
                    </a:lnTo>
                    <a:lnTo>
                      <a:pt x="694" y="398"/>
                    </a:lnTo>
                    <a:close/>
                    <a:moveTo>
                      <a:pt x="708" y="414"/>
                    </a:moveTo>
                    <a:lnTo>
                      <a:pt x="708" y="410"/>
                    </a:lnTo>
                    <a:lnTo>
                      <a:pt x="706" y="410"/>
                    </a:lnTo>
                    <a:lnTo>
                      <a:pt x="708" y="414"/>
                    </a:lnTo>
                    <a:lnTo>
                      <a:pt x="714" y="418"/>
                    </a:lnTo>
                    <a:lnTo>
                      <a:pt x="708" y="418"/>
                    </a:lnTo>
                    <a:lnTo>
                      <a:pt x="714" y="418"/>
                    </a:lnTo>
                    <a:lnTo>
                      <a:pt x="714" y="422"/>
                    </a:lnTo>
                    <a:lnTo>
                      <a:pt x="708" y="422"/>
                    </a:lnTo>
                    <a:lnTo>
                      <a:pt x="714" y="422"/>
                    </a:lnTo>
                    <a:lnTo>
                      <a:pt x="714" y="426"/>
                    </a:lnTo>
                    <a:lnTo>
                      <a:pt x="714" y="430"/>
                    </a:lnTo>
                    <a:lnTo>
                      <a:pt x="708" y="430"/>
                    </a:lnTo>
                    <a:lnTo>
                      <a:pt x="708" y="426"/>
                    </a:lnTo>
                    <a:lnTo>
                      <a:pt x="706" y="422"/>
                    </a:lnTo>
                    <a:lnTo>
                      <a:pt x="706" y="426"/>
                    </a:lnTo>
                    <a:lnTo>
                      <a:pt x="706" y="422"/>
                    </a:lnTo>
                    <a:lnTo>
                      <a:pt x="706" y="418"/>
                    </a:lnTo>
                    <a:lnTo>
                      <a:pt x="702" y="418"/>
                    </a:lnTo>
                    <a:lnTo>
                      <a:pt x="698" y="418"/>
                    </a:lnTo>
                    <a:lnTo>
                      <a:pt x="702" y="418"/>
                    </a:lnTo>
                    <a:lnTo>
                      <a:pt x="698" y="418"/>
                    </a:lnTo>
                    <a:lnTo>
                      <a:pt x="694" y="418"/>
                    </a:lnTo>
                    <a:lnTo>
                      <a:pt x="694" y="414"/>
                    </a:lnTo>
                    <a:lnTo>
                      <a:pt x="698" y="414"/>
                    </a:lnTo>
                    <a:lnTo>
                      <a:pt x="702" y="414"/>
                    </a:lnTo>
                    <a:lnTo>
                      <a:pt x="698" y="414"/>
                    </a:lnTo>
                    <a:lnTo>
                      <a:pt x="698" y="410"/>
                    </a:lnTo>
                    <a:lnTo>
                      <a:pt x="702" y="410"/>
                    </a:lnTo>
                    <a:lnTo>
                      <a:pt x="698" y="410"/>
                    </a:lnTo>
                    <a:lnTo>
                      <a:pt x="694" y="410"/>
                    </a:lnTo>
                    <a:lnTo>
                      <a:pt x="694" y="406"/>
                    </a:lnTo>
                    <a:lnTo>
                      <a:pt x="698" y="402"/>
                    </a:lnTo>
                    <a:lnTo>
                      <a:pt x="694" y="402"/>
                    </a:lnTo>
                    <a:lnTo>
                      <a:pt x="694" y="392"/>
                    </a:lnTo>
                    <a:lnTo>
                      <a:pt x="690" y="392"/>
                    </a:lnTo>
                    <a:lnTo>
                      <a:pt x="690" y="388"/>
                    </a:lnTo>
                    <a:lnTo>
                      <a:pt x="694" y="388"/>
                    </a:lnTo>
                    <a:lnTo>
                      <a:pt x="698" y="388"/>
                    </a:lnTo>
                    <a:lnTo>
                      <a:pt x="698" y="392"/>
                    </a:lnTo>
                    <a:lnTo>
                      <a:pt x="698" y="398"/>
                    </a:lnTo>
                    <a:lnTo>
                      <a:pt x="702" y="398"/>
                    </a:lnTo>
                    <a:lnTo>
                      <a:pt x="706" y="402"/>
                    </a:lnTo>
                    <a:lnTo>
                      <a:pt x="706" y="406"/>
                    </a:lnTo>
                    <a:lnTo>
                      <a:pt x="708" y="406"/>
                    </a:lnTo>
                    <a:lnTo>
                      <a:pt x="708" y="410"/>
                    </a:lnTo>
                    <a:lnTo>
                      <a:pt x="714" y="410"/>
                    </a:lnTo>
                    <a:lnTo>
                      <a:pt x="714" y="414"/>
                    </a:lnTo>
                    <a:lnTo>
                      <a:pt x="708" y="414"/>
                    </a:lnTo>
                    <a:close/>
                    <a:moveTo>
                      <a:pt x="708" y="402"/>
                    </a:moveTo>
                    <a:lnTo>
                      <a:pt x="706" y="402"/>
                    </a:lnTo>
                    <a:lnTo>
                      <a:pt x="708" y="398"/>
                    </a:lnTo>
                    <a:lnTo>
                      <a:pt x="706" y="398"/>
                    </a:lnTo>
                    <a:lnTo>
                      <a:pt x="702" y="398"/>
                    </a:lnTo>
                    <a:lnTo>
                      <a:pt x="702" y="392"/>
                    </a:lnTo>
                    <a:lnTo>
                      <a:pt x="706" y="392"/>
                    </a:lnTo>
                    <a:lnTo>
                      <a:pt x="706" y="388"/>
                    </a:lnTo>
                    <a:lnTo>
                      <a:pt x="708" y="388"/>
                    </a:lnTo>
                    <a:lnTo>
                      <a:pt x="708" y="392"/>
                    </a:lnTo>
                    <a:lnTo>
                      <a:pt x="714" y="398"/>
                    </a:lnTo>
                    <a:lnTo>
                      <a:pt x="714" y="402"/>
                    </a:lnTo>
                    <a:lnTo>
                      <a:pt x="708" y="402"/>
                    </a:lnTo>
                    <a:close/>
                    <a:moveTo>
                      <a:pt x="702" y="392"/>
                    </a:moveTo>
                    <a:lnTo>
                      <a:pt x="698" y="388"/>
                    </a:lnTo>
                    <a:lnTo>
                      <a:pt x="702" y="388"/>
                    </a:lnTo>
                    <a:lnTo>
                      <a:pt x="706" y="388"/>
                    </a:lnTo>
                    <a:lnTo>
                      <a:pt x="706" y="392"/>
                    </a:lnTo>
                    <a:lnTo>
                      <a:pt x="702" y="392"/>
                    </a:lnTo>
                    <a:close/>
                    <a:moveTo>
                      <a:pt x="714" y="398"/>
                    </a:moveTo>
                    <a:lnTo>
                      <a:pt x="714" y="392"/>
                    </a:lnTo>
                    <a:lnTo>
                      <a:pt x="708" y="392"/>
                    </a:lnTo>
                    <a:lnTo>
                      <a:pt x="708" y="388"/>
                    </a:lnTo>
                    <a:lnTo>
                      <a:pt x="714" y="388"/>
                    </a:lnTo>
                    <a:lnTo>
                      <a:pt x="714" y="392"/>
                    </a:lnTo>
                    <a:lnTo>
                      <a:pt x="714" y="398"/>
                    </a:lnTo>
                    <a:close/>
                    <a:moveTo>
                      <a:pt x="322" y="384"/>
                    </a:moveTo>
                    <a:lnTo>
                      <a:pt x="326" y="384"/>
                    </a:lnTo>
                    <a:lnTo>
                      <a:pt x="322" y="384"/>
                    </a:lnTo>
                    <a:close/>
                    <a:moveTo>
                      <a:pt x="368" y="384"/>
                    </a:moveTo>
                    <a:lnTo>
                      <a:pt x="362" y="388"/>
                    </a:lnTo>
                    <a:lnTo>
                      <a:pt x="362" y="384"/>
                    </a:lnTo>
                    <a:lnTo>
                      <a:pt x="368" y="384"/>
                    </a:lnTo>
                    <a:close/>
                    <a:moveTo>
                      <a:pt x="702" y="382"/>
                    </a:moveTo>
                    <a:lnTo>
                      <a:pt x="706" y="382"/>
                    </a:lnTo>
                    <a:lnTo>
                      <a:pt x="706" y="384"/>
                    </a:lnTo>
                    <a:lnTo>
                      <a:pt x="702" y="384"/>
                    </a:lnTo>
                    <a:lnTo>
                      <a:pt x="698" y="384"/>
                    </a:lnTo>
                    <a:lnTo>
                      <a:pt x="702" y="384"/>
                    </a:lnTo>
                    <a:lnTo>
                      <a:pt x="702" y="382"/>
                    </a:lnTo>
                    <a:close/>
                    <a:moveTo>
                      <a:pt x="684" y="392"/>
                    </a:moveTo>
                    <a:lnTo>
                      <a:pt x="684" y="388"/>
                    </a:lnTo>
                    <a:lnTo>
                      <a:pt x="684" y="392"/>
                    </a:lnTo>
                    <a:lnTo>
                      <a:pt x="684" y="398"/>
                    </a:lnTo>
                    <a:lnTo>
                      <a:pt x="680" y="398"/>
                    </a:lnTo>
                    <a:lnTo>
                      <a:pt x="680" y="392"/>
                    </a:lnTo>
                    <a:lnTo>
                      <a:pt x="680" y="398"/>
                    </a:lnTo>
                    <a:lnTo>
                      <a:pt x="678" y="392"/>
                    </a:lnTo>
                    <a:lnTo>
                      <a:pt x="680" y="392"/>
                    </a:lnTo>
                    <a:lnTo>
                      <a:pt x="678" y="388"/>
                    </a:lnTo>
                    <a:lnTo>
                      <a:pt x="680" y="388"/>
                    </a:lnTo>
                    <a:lnTo>
                      <a:pt x="680" y="384"/>
                    </a:lnTo>
                    <a:lnTo>
                      <a:pt x="678" y="384"/>
                    </a:lnTo>
                    <a:lnTo>
                      <a:pt x="678" y="382"/>
                    </a:lnTo>
                    <a:lnTo>
                      <a:pt x="678" y="378"/>
                    </a:lnTo>
                    <a:lnTo>
                      <a:pt x="680" y="378"/>
                    </a:lnTo>
                    <a:lnTo>
                      <a:pt x="678" y="378"/>
                    </a:lnTo>
                    <a:lnTo>
                      <a:pt x="680" y="378"/>
                    </a:lnTo>
                    <a:lnTo>
                      <a:pt x="684" y="378"/>
                    </a:lnTo>
                    <a:lnTo>
                      <a:pt x="684" y="382"/>
                    </a:lnTo>
                    <a:lnTo>
                      <a:pt x="684" y="384"/>
                    </a:lnTo>
                    <a:lnTo>
                      <a:pt x="680" y="384"/>
                    </a:lnTo>
                    <a:lnTo>
                      <a:pt x="684" y="384"/>
                    </a:lnTo>
                    <a:lnTo>
                      <a:pt x="684" y="382"/>
                    </a:lnTo>
                    <a:lnTo>
                      <a:pt x="690" y="382"/>
                    </a:lnTo>
                    <a:lnTo>
                      <a:pt x="690" y="384"/>
                    </a:lnTo>
                    <a:lnTo>
                      <a:pt x="684" y="384"/>
                    </a:lnTo>
                    <a:lnTo>
                      <a:pt x="684" y="388"/>
                    </a:lnTo>
                    <a:lnTo>
                      <a:pt x="684" y="392"/>
                    </a:lnTo>
                    <a:close/>
                    <a:moveTo>
                      <a:pt x="698" y="378"/>
                    </a:moveTo>
                    <a:lnTo>
                      <a:pt x="702" y="378"/>
                    </a:lnTo>
                    <a:lnTo>
                      <a:pt x="698" y="382"/>
                    </a:lnTo>
                    <a:lnTo>
                      <a:pt x="702" y="384"/>
                    </a:lnTo>
                    <a:lnTo>
                      <a:pt x="698" y="384"/>
                    </a:lnTo>
                    <a:lnTo>
                      <a:pt x="698" y="382"/>
                    </a:lnTo>
                    <a:lnTo>
                      <a:pt x="694" y="382"/>
                    </a:lnTo>
                    <a:lnTo>
                      <a:pt x="694" y="378"/>
                    </a:lnTo>
                    <a:lnTo>
                      <a:pt x="694" y="382"/>
                    </a:lnTo>
                    <a:lnTo>
                      <a:pt x="698" y="384"/>
                    </a:lnTo>
                    <a:lnTo>
                      <a:pt x="698" y="388"/>
                    </a:lnTo>
                    <a:lnTo>
                      <a:pt x="694" y="388"/>
                    </a:lnTo>
                    <a:lnTo>
                      <a:pt x="690" y="388"/>
                    </a:lnTo>
                    <a:lnTo>
                      <a:pt x="690" y="384"/>
                    </a:lnTo>
                    <a:lnTo>
                      <a:pt x="690" y="382"/>
                    </a:lnTo>
                    <a:lnTo>
                      <a:pt x="684" y="382"/>
                    </a:lnTo>
                    <a:lnTo>
                      <a:pt x="684" y="378"/>
                    </a:lnTo>
                    <a:lnTo>
                      <a:pt x="680" y="374"/>
                    </a:lnTo>
                    <a:lnTo>
                      <a:pt x="684" y="374"/>
                    </a:lnTo>
                    <a:lnTo>
                      <a:pt x="690" y="374"/>
                    </a:lnTo>
                    <a:lnTo>
                      <a:pt x="694" y="374"/>
                    </a:lnTo>
                    <a:lnTo>
                      <a:pt x="694" y="378"/>
                    </a:lnTo>
                    <a:lnTo>
                      <a:pt x="698" y="374"/>
                    </a:lnTo>
                    <a:lnTo>
                      <a:pt x="698" y="378"/>
                    </a:lnTo>
                    <a:close/>
                    <a:moveTo>
                      <a:pt x="392" y="374"/>
                    </a:moveTo>
                    <a:lnTo>
                      <a:pt x="386" y="374"/>
                    </a:lnTo>
                    <a:lnTo>
                      <a:pt x="382" y="374"/>
                    </a:lnTo>
                    <a:lnTo>
                      <a:pt x="382" y="378"/>
                    </a:lnTo>
                    <a:lnTo>
                      <a:pt x="382" y="374"/>
                    </a:lnTo>
                    <a:lnTo>
                      <a:pt x="382" y="368"/>
                    </a:lnTo>
                    <a:lnTo>
                      <a:pt x="386" y="368"/>
                    </a:lnTo>
                    <a:lnTo>
                      <a:pt x="392" y="368"/>
                    </a:lnTo>
                    <a:lnTo>
                      <a:pt x="392" y="374"/>
                    </a:lnTo>
                    <a:close/>
                    <a:moveTo>
                      <a:pt x="658" y="368"/>
                    </a:moveTo>
                    <a:lnTo>
                      <a:pt x="662" y="368"/>
                    </a:lnTo>
                    <a:lnTo>
                      <a:pt x="662" y="374"/>
                    </a:lnTo>
                    <a:lnTo>
                      <a:pt x="658" y="374"/>
                    </a:lnTo>
                    <a:lnTo>
                      <a:pt x="658" y="378"/>
                    </a:lnTo>
                    <a:lnTo>
                      <a:pt x="658" y="374"/>
                    </a:lnTo>
                    <a:lnTo>
                      <a:pt x="658" y="368"/>
                    </a:lnTo>
                    <a:lnTo>
                      <a:pt x="654" y="368"/>
                    </a:lnTo>
                    <a:lnTo>
                      <a:pt x="658" y="368"/>
                    </a:lnTo>
                    <a:close/>
                    <a:moveTo>
                      <a:pt x="670" y="364"/>
                    </a:moveTo>
                    <a:lnTo>
                      <a:pt x="674" y="364"/>
                    </a:lnTo>
                    <a:lnTo>
                      <a:pt x="670" y="368"/>
                    </a:lnTo>
                    <a:lnTo>
                      <a:pt x="670" y="364"/>
                    </a:lnTo>
                    <a:close/>
                    <a:moveTo>
                      <a:pt x="674" y="384"/>
                    </a:moveTo>
                    <a:lnTo>
                      <a:pt x="674" y="388"/>
                    </a:lnTo>
                    <a:lnTo>
                      <a:pt x="674" y="392"/>
                    </a:lnTo>
                    <a:lnTo>
                      <a:pt x="670" y="388"/>
                    </a:lnTo>
                    <a:lnTo>
                      <a:pt x="670" y="384"/>
                    </a:lnTo>
                    <a:lnTo>
                      <a:pt x="670" y="382"/>
                    </a:lnTo>
                    <a:lnTo>
                      <a:pt x="666" y="384"/>
                    </a:lnTo>
                    <a:lnTo>
                      <a:pt x="666" y="382"/>
                    </a:lnTo>
                    <a:lnTo>
                      <a:pt x="662" y="378"/>
                    </a:lnTo>
                    <a:lnTo>
                      <a:pt x="662" y="374"/>
                    </a:lnTo>
                    <a:lnTo>
                      <a:pt x="662" y="368"/>
                    </a:lnTo>
                    <a:lnTo>
                      <a:pt x="658" y="368"/>
                    </a:lnTo>
                    <a:lnTo>
                      <a:pt x="658" y="364"/>
                    </a:lnTo>
                    <a:lnTo>
                      <a:pt x="662" y="364"/>
                    </a:lnTo>
                    <a:lnTo>
                      <a:pt x="662" y="360"/>
                    </a:lnTo>
                    <a:lnTo>
                      <a:pt x="666" y="364"/>
                    </a:lnTo>
                    <a:lnTo>
                      <a:pt x="670" y="364"/>
                    </a:lnTo>
                    <a:lnTo>
                      <a:pt x="670" y="368"/>
                    </a:lnTo>
                    <a:lnTo>
                      <a:pt x="674" y="374"/>
                    </a:lnTo>
                    <a:lnTo>
                      <a:pt x="674" y="378"/>
                    </a:lnTo>
                    <a:lnTo>
                      <a:pt x="674" y="382"/>
                    </a:lnTo>
                    <a:lnTo>
                      <a:pt x="674" y="384"/>
                    </a:lnTo>
                    <a:close/>
                    <a:moveTo>
                      <a:pt x="382" y="354"/>
                    </a:moveTo>
                    <a:lnTo>
                      <a:pt x="386" y="354"/>
                    </a:lnTo>
                    <a:lnTo>
                      <a:pt x="386" y="356"/>
                    </a:lnTo>
                    <a:lnTo>
                      <a:pt x="382" y="356"/>
                    </a:lnTo>
                    <a:lnTo>
                      <a:pt x="382" y="354"/>
                    </a:lnTo>
                    <a:lnTo>
                      <a:pt x="380" y="354"/>
                    </a:lnTo>
                    <a:lnTo>
                      <a:pt x="382" y="354"/>
                    </a:lnTo>
                    <a:close/>
                    <a:moveTo>
                      <a:pt x="380" y="360"/>
                    </a:moveTo>
                    <a:lnTo>
                      <a:pt x="380" y="356"/>
                    </a:lnTo>
                    <a:lnTo>
                      <a:pt x="376" y="356"/>
                    </a:lnTo>
                    <a:lnTo>
                      <a:pt x="380" y="354"/>
                    </a:lnTo>
                    <a:lnTo>
                      <a:pt x="380" y="356"/>
                    </a:lnTo>
                    <a:lnTo>
                      <a:pt x="380" y="360"/>
                    </a:lnTo>
                    <a:lnTo>
                      <a:pt x="382" y="356"/>
                    </a:lnTo>
                    <a:lnTo>
                      <a:pt x="382" y="354"/>
                    </a:lnTo>
                    <a:lnTo>
                      <a:pt x="386" y="356"/>
                    </a:lnTo>
                    <a:lnTo>
                      <a:pt x="386" y="354"/>
                    </a:lnTo>
                    <a:lnTo>
                      <a:pt x="386" y="356"/>
                    </a:lnTo>
                    <a:lnTo>
                      <a:pt x="386" y="354"/>
                    </a:lnTo>
                    <a:lnTo>
                      <a:pt x="382" y="354"/>
                    </a:lnTo>
                    <a:lnTo>
                      <a:pt x="386" y="354"/>
                    </a:lnTo>
                    <a:lnTo>
                      <a:pt x="392" y="354"/>
                    </a:lnTo>
                    <a:lnTo>
                      <a:pt x="392" y="356"/>
                    </a:lnTo>
                    <a:lnTo>
                      <a:pt x="392" y="354"/>
                    </a:lnTo>
                    <a:lnTo>
                      <a:pt x="396" y="354"/>
                    </a:lnTo>
                    <a:lnTo>
                      <a:pt x="400" y="354"/>
                    </a:lnTo>
                    <a:lnTo>
                      <a:pt x="400" y="356"/>
                    </a:lnTo>
                    <a:lnTo>
                      <a:pt x="396" y="356"/>
                    </a:lnTo>
                    <a:lnTo>
                      <a:pt x="400" y="360"/>
                    </a:lnTo>
                    <a:lnTo>
                      <a:pt x="404" y="360"/>
                    </a:lnTo>
                    <a:lnTo>
                      <a:pt x="400" y="360"/>
                    </a:lnTo>
                    <a:lnTo>
                      <a:pt x="400" y="364"/>
                    </a:lnTo>
                    <a:lnTo>
                      <a:pt x="396" y="364"/>
                    </a:lnTo>
                    <a:lnTo>
                      <a:pt x="392" y="360"/>
                    </a:lnTo>
                    <a:lnTo>
                      <a:pt x="386" y="364"/>
                    </a:lnTo>
                    <a:lnTo>
                      <a:pt x="392" y="364"/>
                    </a:lnTo>
                    <a:lnTo>
                      <a:pt x="396" y="364"/>
                    </a:lnTo>
                    <a:lnTo>
                      <a:pt x="396" y="368"/>
                    </a:lnTo>
                    <a:lnTo>
                      <a:pt x="392" y="368"/>
                    </a:lnTo>
                    <a:lnTo>
                      <a:pt x="386" y="364"/>
                    </a:lnTo>
                    <a:lnTo>
                      <a:pt x="386" y="368"/>
                    </a:lnTo>
                    <a:lnTo>
                      <a:pt x="392" y="368"/>
                    </a:lnTo>
                    <a:lnTo>
                      <a:pt x="386" y="368"/>
                    </a:lnTo>
                    <a:lnTo>
                      <a:pt x="382" y="368"/>
                    </a:lnTo>
                    <a:lnTo>
                      <a:pt x="382" y="374"/>
                    </a:lnTo>
                    <a:lnTo>
                      <a:pt x="380" y="374"/>
                    </a:lnTo>
                    <a:lnTo>
                      <a:pt x="380" y="378"/>
                    </a:lnTo>
                    <a:lnTo>
                      <a:pt x="376" y="378"/>
                    </a:lnTo>
                    <a:lnTo>
                      <a:pt x="376" y="382"/>
                    </a:lnTo>
                    <a:lnTo>
                      <a:pt x="372" y="382"/>
                    </a:lnTo>
                    <a:lnTo>
                      <a:pt x="372" y="378"/>
                    </a:lnTo>
                    <a:lnTo>
                      <a:pt x="376" y="378"/>
                    </a:lnTo>
                    <a:lnTo>
                      <a:pt x="376" y="374"/>
                    </a:lnTo>
                    <a:lnTo>
                      <a:pt x="376" y="378"/>
                    </a:lnTo>
                    <a:lnTo>
                      <a:pt x="376" y="374"/>
                    </a:lnTo>
                    <a:lnTo>
                      <a:pt x="380" y="374"/>
                    </a:lnTo>
                    <a:lnTo>
                      <a:pt x="376" y="374"/>
                    </a:lnTo>
                    <a:lnTo>
                      <a:pt x="372" y="374"/>
                    </a:lnTo>
                    <a:lnTo>
                      <a:pt x="372" y="378"/>
                    </a:lnTo>
                    <a:lnTo>
                      <a:pt x="372" y="374"/>
                    </a:lnTo>
                    <a:lnTo>
                      <a:pt x="376" y="374"/>
                    </a:lnTo>
                    <a:lnTo>
                      <a:pt x="372" y="374"/>
                    </a:lnTo>
                    <a:lnTo>
                      <a:pt x="368" y="374"/>
                    </a:lnTo>
                    <a:lnTo>
                      <a:pt x="372" y="374"/>
                    </a:lnTo>
                    <a:lnTo>
                      <a:pt x="372" y="378"/>
                    </a:lnTo>
                    <a:lnTo>
                      <a:pt x="368" y="378"/>
                    </a:lnTo>
                    <a:lnTo>
                      <a:pt x="368" y="374"/>
                    </a:lnTo>
                    <a:lnTo>
                      <a:pt x="368" y="368"/>
                    </a:lnTo>
                    <a:lnTo>
                      <a:pt x="362" y="368"/>
                    </a:lnTo>
                    <a:lnTo>
                      <a:pt x="362" y="364"/>
                    </a:lnTo>
                    <a:lnTo>
                      <a:pt x="362" y="360"/>
                    </a:lnTo>
                    <a:lnTo>
                      <a:pt x="368" y="360"/>
                    </a:lnTo>
                    <a:lnTo>
                      <a:pt x="372" y="360"/>
                    </a:lnTo>
                    <a:lnTo>
                      <a:pt x="376" y="360"/>
                    </a:lnTo>
                    <a:lnTo>
                      <a:pt x="376" y="364"/>
                    </a:lnTo>
                    <a:lnTo>
                      <a:pt x="376" y="368"/>
                    </a:lnTo>
                    <a:lnTo>
                      <a:pt x="380" y="368"/>
                    </a:lnTo>
                    <a:lnTo>
                      <a:pt x="376" y="364"/>
                    </a:lnTo>
                    <a:lnTo>
                      <a:pt x="376" y="360"/>
                    </a:lnTo>
                    <a:lnTo>
                      <a:pt x="380" y="360"/>
                    </a:lnTo>
                    <a:close/>
                    <a:moveTo>
                      <a:pt x="646" y="350"/>
                    </a:moveTo>
                    <a:lnTo>
                      <a:pt x="650" y="350"/>
                    </a:lnTo>
                    <a:lnTo>
                      <a:pt x="650" y="354"/>
                    </a:lnTo>
                    <a:lnTo>
                      <a:pt x="646" y="354"/>
                    </a:lnTo>
                    <a:lnTo>
                      <a:pt x="646" y="350"/>
                    </a:lnTo>
                    <a:close/>
                    <a:moveTo>
                      <a:pt x="382" y="350"/>
                    </a:moveTo>
                    <a:lnTo>
                      <a:pt x="386" y="350"/>
                    </a:lnTo>
                    <a:lnTo>
                      <a:pt x="392" y="350"/>
                    </a:lnTo>
                    <a:lnTo>
                      <a:pt x="392" y="354"/>
                    </a:lnTo>
                    <a:lnTo>
                      <a:pt x="386" y="354"/>
                    </a:lnTo>
                    <a:lnTo>
                      <a:pt x="386" y="350"/>
                    </a:lnTo>
                    <a:lnTo>
                      <a:pt x="382" y="350"/>
                    </a:lnTo>
                    <a:close/>
                    <a:moveTo>
                      <a:pt x="650" y="356"/>
                    </a:moveTo>
                    <a:lnTo>
                      <a:pt x="646" y="356"/>
                    </a:lnTo>
                    <a:lnTo>
                      <a:pt x="650" y="354"/>
                    </a:lnTo>
                    <a:lnTo>
                      <a:pt x="654" y="354"/>
                    </a:lnTo>
                    <a:lnTo>
                      <a:pt x="650" y="354"/>
                    </a:lnTo>
                    <a:lnTo>
                      <a:pt x="646" y="350"/>
                    </a:lnTo>
                    <a:lnTo>
                      <a:pt x="650" y="344"/>
                    </a:lnTo>
                    <a:lnTo>
                      <a:pt x="650" y="350"/>
                    </a:lnTo>
                    <a:lnTo>
                      <a:pt x="650" y="344"/>
                    </a:lnTo>
                    <a:lnTo>
                      <a:pt x="654" y="344"/>
                    </a:lnTo>
                    <a:lnTo>
                      <a:pt x="658" y="344"/>
                    </a:lnTo>
                    <a:lnTo>
                      <a:pt x="662" y="344"/>
                    </a:lnTo>
                    <a:lnTo>
                      <a:pt x="662" y="350"/>
                    </a:lnTo>
                    <a:lnTo>
                      <a:pt x="658" y="350"/>
                    </a:lnTo>
                    <a:lnTo>
                      <a:pt x="658" y="354"/>
                    </a:lnTo>
                    <a:lnTo>
                      <a:pt x="662" y="354"/>
                    </a:lnTo>
                    <a:lnTo>
                      <a:pt x="662" y="350"/>
                    </a:lnTo>
                    <a:lnTo>
                      <a:pt x="666" y="350"/>
                    </a:lnTo>
                    <a:lnTo>
                      <a:pt x="670" y="350"/>
                    </a:lnTo>
                    <a:lnTo>
                      <a:pt x="670" y="354"/>
                    </a:lnTo>
                    <a:lnTo>
                      <a:pt x="666" y="354"/>
                    </a:lnTo>
                    <a:lnTo>
                      <a:pt x="670" y="354"/>
                    </a:lnTo>
                    <a:lnTo>
                      <a:pt x="670" y="356"/>
                    </a:lnTo>
                    <a:lnTo>
                      <a:pt x="666" y="356"/>
                    </a:lnTo>
                    <a:lnTo>
                      <a:pt x="662" y="356"/>
                    </a:lnTo>
                    <a:lnTo>
                      <a:pt x="662" y="354"/>
                    </a:lnTo>
                    <a:lnTo>
                      <a:pt x="658" y="354"/>
                    </a:lnTo>
                    <a:lnTo>
                      <a:pt x="654" y="354"/>
                    </a:lnTo>
                    <a:lnTo>
                      <a:pt x="658" y="354"/>
                    </a:lnTo>
                    <a:lnTo>
                      <a:pt x="662" y="354"/>
                    </a:lnTo>
                    <a:lnTo>
                      <a:pt x="662" y="356"/>
                    </a:lnTo>
                    <a:lnTo>
                      <a:pt x="666" y="356"/>
                    </a:lnTo>
                    <a:lnTo>
                      <a:pt x="670" y="356"/>
                    </a:lnTo>
                    <a:lnTo>
                      <a:pt x="670" y="360"/>
                    </a:lnTo>
                    <a:lnTo>
                      <a:pt x="670" y="364"/>
                    </a:lnTo>
                    <a:lnTo>
                      <a:pt x="666" y="364"/>
                    </a:lnTo>
                    <a:lnTo>
                      <a:pt x="666" y="360"/>
                    </a:lnTo>
                    <a:lnTo>
                      <a:pt x="662" y="360"/>
                    </a:lnTo>
                    <a:lnTo>
                      <a:pt x="662" y="356"/>
                    </a:lnTo>
                    <a:lnTo>
                      <a:pt x="658" y="356"/>
                    </a:lnTo>
                    <a:lnTo>
                      <a:pt x="658" y="360"/>
                    </a:lnTo>
                    <a:lnTo>
                      <a:pt x="662" y="360"/>
                    </a:lnTo>
                    <a:lnTo>
                      <a:pt x="662" y="364"/>
                    </a:lnTo>
                    <a:lnTo>
                      <a:pt x="658" y="364"/>
                    </a:lnTo>
                    <a:lnTo>
                      <a:pt x="654" y="364"/>
                    </a:lnTo>
                    <a:lnTo>
                      <a:pt x="654" y="360"/>
                    </a:lnTo>
                    <a:lnTo>
                      <a:pt x="654" y="364"/>
                    </a:lnTo>
                    <a:lnTo>
                      <a:pt x="658" y="364"/>
                    </a:lnTo>
                    <a:lnTo>
                      <a:pt x="654" y="360"/>
                    </a:lnTo>
                    <a:lnTo>
                      <a:pt x="650" y="356"/>
                    </a:lnTo>
                    <a:close/>
                    <a:moveTo>
                      <a:pt x="684" y="364"/>
                    </a:moveTo>
                    <a:lnTo>
                      <a:pt x="680" y="364"/>
                    </a:lnTo>
                    <a:lnTo>
                      <a:pt x="684" y="364"/>
                    </a:lnTo>
                    <a:lnTo>
                      <a:pt x="684" y="368"/>
                    </a:lnTo>
                    <a:lnTo>
                      <a:pt x="680" y="368"/>
                    </a:lnTo>
                    <a:lnTo>
                      <a:pt x="680" y="364"/>
                    </a:lnTo>
                    <a:lnTo>
                      <a:pt x="680" y="368"/>
                    </a:lnTo>
                    <a:lnTo>
                      <a:pt x="678" y="374"/>
                    </a:lnTo>
                    <a:lnTo>
                      <a:pt x="674" y="374"/>
                    </a:lnTo>
                    <a:lnTo>
                      <a:pt x="674" y="368"/>
                    </a:lnTo>
                    <a:lnTo>
                      <a:pt x="678" y="364"/>
                    </a:lnTo>
                    <a:lnTo>
                      <a:pt x="678" y="368"/>
                    </a:lnTo>
                    <a:lnTo>
                      <a:pt x="678" y="364"/>
                    </a:lnTo>
                    <a:lnTo>
                      <a:pt x="674" y="364"/>
                    </a:lnTo>
                    <a:lnTo>
                      <a:pt x="678" y="364"/>
                    </a:lnTo>
                    <a:lnTo>
                      <a:pt x="678" y="360"/>
                    </a:lnTo>
                    <a:lnTo>
                      <a:pt x="674" y="360"/>
                    </a:lnTo>
                    <a:lnTo>
                      <a:pt x="674" y="356"/>
                    </a:lnTo>
                    <a:lnTo>
                      <a:pt x="674" y="350"/>
                    </a:lnTo>
                    <a:lnTo>
                      <a:pt x="670" y="344"/>
                    </a:lnTo>
                    <a:lnTo>
                      <a:pt x="670" y="340"/>
                    </a:lnTo>
                    <a:lnTo>
                      <a:pt x="670" y="344"/>
                    </a:lnTo>
                    <a:lnTo>
                      <a:pt x="674" y="344"/>
                    </a:lnTo>
                    <a:lnTo>
                      <a:pt x="674" y="350"/>
                    </a:lnTo>
                    <a:lnTo>
                      <a:pt x="674" y="344"/>
                    </a:lnTo>
                    <a:lnTo>
                      <a:pt x="678" y="344"/>
                    </a:lnTo>
                    <a:lnTo>
                      <a:pt x="678" y="350"/>
                    </a:lnTo>
                    <a:lnTo>
                      <a:pt x="680" y="350"/>
                    </a:lnTo>
                    <a:lnTo>
                      <a:pt x="680" y="354"/>
                    </a:lnTo>
                    <a:lnTo>
                      <a:pt x="684" y="356"/>
                    </a:lnTo>
                    <a:lnTo>
                      <a:pt x="684" y="360"/>
                    </a:lnTo>
                    <a:lnTo>
                      <a:pt x="684" y="356"/>
                    </a:lnTo>
                    <a:lnTo>
                      <a:pt x="680" y="356"/>
                    </a:lnTo>
                    <a:lnTo>
                      <a:pt x="680" y="354"/>
                    </a:lnTo>
                    <a:lnTo>
                      <a:pt x="680" y="350"/>
                    </a:lnTo>
                    <a:lnTo>
                      <a:pt x="678" y="350"/>
                    </a:lnTo>
                    <a:lnTo>
                      <a:pt x="678" y="354"/>
                    </a:lnTo>
                    <a:lnTo>
                      <a:pt x="680" y="354"/>
                    </a:lnTo>
                    <a:lnTo>
                      <a:pt x="680" y="356"/>
                    </a:lnTo>
                    <a:lnTo>
                      <a:pt x="680" y="360"/>
                    </a:lnTo>
                    <a:lnTo>
                      <a:pt x="684" y="360"/>
                    </a:lnTo>
                    <a:lnTo>
                      <a:pt x="684" y="364"/>
                    </a:lnTo>
                    <a:close/>
                    <a:moveTo>
                      <a:pt x="396" y="350"/>
                    </a:moveTo>
                    <a:lnTo>
                      <a:pt x="392" y="354"/>
                    </a:lnTo>
                    <a:lnTo>
                      <a:pt x="392" y="350"/>
                    </a:lnTo>
                    <a:lnTo>
                      <a:pt x="386" y="350"/>
                    </a:lnTo>
                    <a:lnTo>
                      <a:pt x="386" y="344"/>
                    </a:lnTo>
                    <a:lnTo>
                      <a:pt x="392" y="350"/>
                    </a:lnTo>
                    <a:lnTo>
                      <a:pt x="392" y="344"/>
                    </a:lnTo>
                    <a:lnTo>
                      <a:pt x="386" y="344"/>
                    </a:lnTo>
                    <a:lnTo>
                      <a:pt x="392" y="344"/>
                    </a:lnTo>
                    <a:lnTo>
                      <a:pt x="392" y="340"/>
                    </a:lnTo>
                    <a:lnTo>
                      <a:pt x="396" y="340"/>
                    </a:lnTo>
                    <a:lnTo>
                      <a:pt x="400" y="340"/>
                    </a:lnTo>
                    <a:lnTo>
                      <a:pt x="404" y="340"/>
                    </a:lnTo>
                    <a:lnTo>
                      <a:pt x="404" y="344"/>
                    </a:lnTo>
                    <a:lnTo>
                      <a:pt x="404" y="350"/>
                    </a:lnTo>
                    <a:lnTo>
                      <a:pt x="400" y="344"/>
                    </a:lnTo>
                    <a:lnTo>
                      <a:pt x="400" y="350"/>
                    </a:lnTo>
                    <a:lnTo>
                      <a:pt x="396" y="350"/>
                    </a:lnTo>
                    <a:close/>
                    <a:moveTo>
                      <a:pt x="400" y="336"/>
                    </a:moveTo>
                    <a:lnTo>
                      <a:pt x="396" y="340"/>
                    </a:lnTo>
                    <a:lnTo>
                      <a:pt x="396" y="336"/>
                    </a:lnTo>
                    <a:lnTo>
                      <a:pt x="400" y="336"/>
                    </a:lnTo>
                    <a:close/>
                    <a:moveTo>
                      <a:pt x="424" y="316"/>
                    </a:moveTo>
                    <a:lnTo>
                      <a:pt x="424" y="320"/>
                    </a:lnTo>
                    <a:lnTo>
                      <a:pt x="424" y="316"/>
                    </a:lnTo>
                    <a:close/>
                    <a:moveTo>
                      <a:pt x="382" y="316"/>
                    </a:moveTo>
                    <a:lnTo>
                      <a:pt x="382" y="320"/>
                    </a:lnTo>
                    <a:lnTo>
                      <a:pt x="380" y="320"/>
                    </a:lnTo>
                    <a:lnTo>
                      <a:pt x="380" y="316"/>
                    </a:lnTo>
                    <a:lnTo>
                      <a:pt x="382" y="316"/>
                    </a:lnTo>
                    <a:close/>
                    <a:moveTo>
                      <a:pt x="470" y="298"/>
                    </a:moveTo>
                    <a:lnTo>
                      <a:pt x="470" y="304"/>
                    </a:lnTo>
                    <a:lnTo>
                      <a:pt x="466" y="304"/>
                    </a:lnTo>
                    <a:lnTo>
                      <a:pt x="466" y="298"/>
                    </a:lnTo>
                    <a:lnTo>
                      <a:pt x="470" y="298"/>
                    </a:lnTo>
                    <a:close/>
                    <a:moveTo>
                      <a:pt x="470" y="298"/>
                    </a:moveTo>
                    <a:lnTo>
                      <a:pt x="466" y="298"/>
                    </a:lnTo>
                    <a:lnTo>
                      <a:pt x="470" y="294"/>
                    </a:lnTo>
                    <a:lnTo>
                      <a:pt x="470" y="298"/>
                    </a:lnTo>
                    <a:close/>
                    <a:moveTo>
                      <a:pt x="482" y="294"/>
                    </a:moveTo>
                    <a:lnTo>
                      <a:pt x="476" y="294"/>
                    </a:lnTo>
                    <a:lnTo>
                      <a:pt x="476" y="298"/>
                    </a:lnTo>
                    <a:lnTo>
                      <a:pt x="474" y="304"/>
                    </a:lnTo>
                    <a:lnTo>
                      <a:pt x="470" y="308"/>
                    </a:lnTo>
                    <a:lnTo>
                      <a:pt x="470" y="304"/>
                    </a:lnTo>
                    <a:lnTo>
                      <a:pt x="474" y="298"/>
                    </a:lnTo>
                    <a:lnTo>
                      <a:pt x="476" y="298"/>
                    </a:lnTo>
                    <a:lnTo>
                      <a:pt x="476" y="294"/>
                    </a:lnTo>
                    <a:lnTo>
                      <a:pt x="476" y="292"/>
                    </a:lnTo>
                    <a:lnTo>
                      <a:pt x="482" y="292"/>
                    </a:lnTo>
                    <a:lnTo>
                      <a:pt x="482" y="294"/>
                    </a:lnTo>
                    <a:close/>
                    <a:moveTo>
                      <a:pt x="188" y="292"/>
                    </a:moveTo>
                    <a:lnTo>
                      <a:pt x="192" y="292"/>
                    </a:lnTo>
                    <a:lnTo>
                      <a:pt x="192" y="294"/>
                    </a:lnTo>
                    <a:lnTo>
                      <a:pt x="192" y="298"/>
                    </a:lnTo>
                    <a:lnTo>
                      <a:pt x="196" y="304"/>
                    </a:lnTo>
                    <a:lnTo>
                      <a:pt x="192" y="304"/>
                    </a:lnTo>
                    <a:lnTo>
                      <a:pt x="188" y="304"/>
                    </a:lnTo>
                    <a:lnTo>
                      <a:pt x="184" y="304"/>
                    </a:lnTo>
                    <a:lnTo>
                      <a:pt x="184" y="308"/>
                    </a:lnTo>
                    <a:lnTo>
                      <a:pt x="188" y="308"/>
                    </a:lnTo>
                    <a:lnTo>
                      <a:pt x="184" y="308"/>
                    </a:lnTo>
                    <a:lnTo>
                      <a:pt x="180" y="304"/>
                    </a:lnTo>
                    <a:lnTo>
                      <a:pt x="172" y="304"/>
                    </a:lnTo>
                    <a:lnTo>
                      <a:pt x="172" y="298"/>
                    </a:lnTo>
                    <a:lnTo>
                      <a:pt x="168" y="298"/>
                    </a:lnTo>
                    <a:lnTo>
                      <a:pt x="168" y="294"/>
                    </a:lnTo>
                    <a:lnTo>
                      <a:pt x="172" y="294"/>
                    </a:lnTo>
                    <a:lnTo>
                      <a:pt x="176" y="294"/>
                    </a:lnTo>
                    <a:lnTo>
                      <a:pt x="176" y="292"/>
                    </a:lnTo>
                    <a:lnTo>
                      <a:pt x="180" y="292"/>
                    </a:lnTo>
                    <a:lnTo>
                      <a:pt x="184" y="292"/>
                    </a:lnTo>
                    <a:lnTo>
                      <a:pt x="188" y="292"/>
                    </a:lnTo>
                    <a:close/>
                    <a:moveTo>
                      <a:pt x="498" y="292"/>
                    </a:moveTo>
                    <a:lnTo>
                      <a:pt x="494" y="292"/>
                    </a:lnTo>
                    <a:lnTo>
                      <a:pt x="490" y="292"/>
                    </a:lnTo>
                    <a:lnTo>
                      <a:pt x="490" y="294"/>
                    </a:lnTo>
                    <a:lnTo>
                      <a:pt x="486" y="294"/>
                    </a:lnTo>
                    <a:lnTo>
                      <a:pt x="490" y="294"/>
                    </a:lnTo>
                    <a:lnTo>
                      <a:pt x="490" y="292"/>
                    </a:lnTo>
                    <a:lnTo>
                      <a:pt x="486" y="292"/>
                    </a:lnTo>
                    <a:lnTo>
                      <a:pt x="490" y="292"/>
                    </a:lnTo>
                    <a:lnTo>
                      <a:pt x="490" y="288"/>
                    </a:lnTo>
                    <a:lnTo>
                      <a:pt x="490" y="292"/>
                    </a:lnTo>
                    <a:lnTo>
                      <a:pt x="494" y="292"/>
                    </a:lnTo>
                    <a:lnTo>
                      <a:pt x="498" y="292"/>
                    </a:lnTo>
                    <a:close/>
                    <a:moveTo>
                      <a:pt x="502" y="288"/>
                    </a:moveTo>
                    <a:lnTo>
                      <a:pt x="498" y="288"/>
                    </a:lnTo>
                    <a:lnTo>
                      <a:pt x="494" y="292"/>
                    </a:lnTo>
                    <a:lnTo>
                      <a:pt x="494" y="288"/>
                    </a:lnTo>
                    <a:lnTo>
                      <a:pt x="498" y="288"/>
                    </a:lnTo>
                    <a:lnTo>
                      <a:pt x="502" y="288"/>
                    </a:lnTo>
                    <a:close/>
                    <a:moveTo>
                      <a:pt x="466" y="278"/>
                    </a:moveTo>
                    <a:lnTo>
                      <a:pt x="470" y="278"/>
                    </a:lnTo>
                    <a:lnTo>
                      <a:pt x="466" y="284"/>
                    </a:lnTo>
                    <a:lnTo>
                      <a:pt x="466" y="278"/>
                    </a:lnTo>
                    <a:close/>
                    <a:moveTo>
                      <a:pt x="144" y="222"/>
                    </a:moveTo>
                    <a:lnTo>
                      <a:pt x="140" y="222"/>
                    </a:lnTo>
                    <a:lnTo>
                      <a:pt x="134" y="222"/>
                    </a:lnTo>
                    <a:lnTo>
                      <a:pt x="130" y="226"/>
                    </a:lnTo>
                    <a:lnTo>
                      <a:pt x="130" y="222"/>
                    </a:lnTo>
                    <a:lnTo>
                      <a:pt x="126" y="222"/>
                    </a:lnTo>
                    <a:lnTo>
                      <a:pt x="122" y="222"/>
                    </a:lnTo>
                    <a:lnTo>
                      <a:pt x="122" y="218"/>
                    </a:lnTo>
                    <a:lnTo>
                      <a:pt x="120" y="214"/>
                    </a:lnTo>
                    <a:lnTo>
                      <a:pt x="116" y="214"/>
                    </a:lnTo>
                    <a:lnTo>
                      <a:pt x="110" y="214"/>
                    </a:lnTo>
                    <a:lnTo>
                      <a:pt x="116" y="214"/>
                    </a:lnTo>
                    <a:lnTo>
                      <a:pt x="120" y="214"/>
                    </a:lnTo>
                    <a:lnTo>
                      <a:pt x="120" y="218"/>
                    </a:lnTo>
                    <a:lnTo>
                      <a:pt x="122" y="218"/>
                    </a:lnTo>
                    <a:lnTo>
                      <a:pt x="120" y="218"/>
                    </a:lnTo>
                    <a:lnTo>
                      <a:pt x="116" y="214"/>
                    </a:lnTo>
                    <a:lnTo>
                      <a:pt x="110" y="214"/>
                    </a:lnTo>
                    <a:lnTo>
                      <a:pt x="106" y="214"/>
                    </a:lnTo>
                    <a:lnTo>
                      <a:pt x="106" y="218"/>
                    </a:lnTo>
                    <a:lnTo>
                      <a:pt x="102" y="218"/>
                    </a:lnTo>
                    <a:lnTo>
                      <a:pt x="98" y="218"/>
                    </a:lnTo>
                    <a:lnTo>
                      <a:pt x="98" y="214"/>
                    </a:lnTo>
                    <a:lnTo>
                      <a:pt x="98" y="210"/>
                    </a:lnTo>
                    <a:lnTo>
                      <a:pt x="98" y="206"/>
                    </a:lnTo>
                    <a:lnTo>
                      <a:pt x="102" y="206"/>
                    </a:lnTo>
                    <a:lnTo>
                      <a:pt x="102" y="210"/>
                    </a:lnTo>
                    <a:lnTo>
                      <a:pt x="106" y="210"/>
                    </a:lnTo>
                    <a:lnTo>
                      <a:pt x="110" y="210"/>
                    </a:lnTo>
                    <a:lnTo>
                      <a:pt x="116" y="210"/>
                    </a:lnTo>
                    <a:lnTo>
                      <a:pt x="120" y="206"/>
                    </a:lnTo>
                    <a:lnTo>
                      <a:pt x="122" y="206"/>
                    </a:lnTo>
                    <a:lnTo>
                      <a:pt x="122" y="210"/>
                    </a:lnTo>
                    <a:lnTo>
                      <a:pt x="126" y="210"/>
                    </a:lnTo>
                    <a:lnTo>
                      <a:pt x="126" y="214"/>
                    </a:lnTo>
                    <a:lnTo>
                      <a:pt x="130" y="214"/>
                    </a:lnTo>
                    <a:lnTo>
                      <a:pt x="134" y="214"/>
                    </a:lnTo>
                    <a:lnTo>
                      <a:pt x="134" y="218"/>
                    </a:lnTo>
                    <a:lnTo>
                      <a:pt x="140" y="218"/>
                    </a:lnTo>
                    <a:lnTo>
                      <a:pt x="144" y="218"/>
                    </a:lnTo>
                    <a:lnTo>
                      <a:pt x="148" y="218"/>
                    </a:lnTo>
                    <a:lnTo>
                      <a:pt x="144" y="222"/>
                    </a:lnTo>
                    <a:close/>
                    <a:moveTo>
                      <a:pt x="694" y="402"/>
                    </a:moveTo>
                    <a:lnTo>
                      <a:pt x="694" y="406"/>
                    </a:lnTo>
                    <a:lnTo>
                      <a:pt x="694" y="402"/>
                    </a:lnTo>
                    <a:close/>
                    <a:moveTo>
                      <a:pt x="352" y="402"/>
                    </a:moveTo>
                    <a:lnTo>
                      <a:pt x="352" y="406"/>
                    </a:lnTo>
                    <a:lnTo>
                      <a:pt x="348" y="406"/>
                    </a:lnTo>
                    <a:lnTo>
                      <a:pt x="348" y="402"/>
                    </a:lnTo>
                    <a:lnTo>
                      <a:pt x="352" y="402"/>
                    </a:lnTo>
                    <a:close/>
                    <a:moveTo>
                      <a:pt x="376" y="384"/>
                    </a:moveTo>
                    <a:lnTo>
                      <a:pt x="372" y="384"/>
                    </a:lnTo>
                    <a:lnTo>
                      <a:pt x="376" y="384"/>
                    </a:lnTo>
                    <a:close/>
                    <a:moveTo>
                      <a:pt x="372" y="384"/>
                    </a:moveTo>
                    <a:lnTo>
                      <a:pt x="368" y="384"/>
                    </a:lnTo>
                    <a:lnTo>
                      <a:pt x="372" y="384"/>
                    </a:lnTo>
                    <a:close/>
                    <a:moveTo>
                      <a:pt x="130" y="384"/>
                    </a:moveTo>
                    <a:lnTo>
                      <a:pt x="134" y="384"/>
                    </a:lnTo>
                    <a:lnTo>
                      <a:pt x="130" y="384"/>
                    </a:lnTo>
                    <a:close/>
                    <a:moveTo>
                      <a:pt x="122" y="374"/>
                    </a:moveTo>
                    <a:lnTo>
                      <a:pt x="120" y="374"/>
                    </a:lnTo>
                    <a:lnTo>
                      <a:pt x="120" y="368"/>
                    </a:lnTo>
                    <a:lnTo>
                      <a:pt x="122" y="368"/>
                    </a:lnTo>
                    <a:lnTo>
                      <a:pt x="122" y="374"/>
                    </a:lnTo>
                    <a:close/>
                    <a:moveTo>
                      <a:pt x="678" y="344"/>
                    </a:moveTo>
                    <a:lnTo>
                      <a:pt x="674" y="344"/>
                    </a:lnTo>
                    <a:lnTo>
                      <a:pt x="674" y="340"/>
                    </a:lnTo>
                    <a:lnTo>
                      <a:pt x="678" y="344"/>
                    </a:lnTo>
                    <a:close/>
                    <a:moveTo>
                      <a:pt x="266" y="336"/>
                    </a:moveTo>
                    <a:lnTo>
                      <a:pt x="266" y="332"/>
                    </a:lnTo>
                    <a:lnTo>
                      <a:pt x="270" y="332"/>
                    </a:lnTo>
                    <a:lnTo>
                      <a:pt x="266" y="336"/>
                    </a:lnTo>
                    <a:close/>
                    <a:moveTo>
                      <a:pt x="528" y="304"/>
                    </a:moveTo>
                    <a:lnTo>
                      <a:pt x="522" y="304"/>
                    </a:lnTo>
                    <a:lnTo>
                      <a:pt x="518" y="304"/>
                    </a:lnTo>
                    <a:lnTo>
                      <a:pt x="518" y="308"/>
                    </a:lnTo>
                    <a:lnTo>
                      <a:pt x="518" y="304"/>
                    </a:lnTo>
                    <a:lnTo>
                      <a:pt x="522" y="304"/>
                    </a:lnTo>
                    <a:lnTo>
                      <a:pt x="522" y="298"/>
                    </a:lnTo>
                    <a:lnTo>
                      <a:pt x="528" y="298"/>
                    </a:lnTo>
                    <a:lnTo>
                      <a:pt x="528" y="304"/>
                    </a:lnTo>
                    <a:close/>
                    <a:moveTo>
                      <a:pt x="466" y="294"/>
                    </a:moveTo>
                    <a:lnTo>
                      <a:pt x="466" y="298"/>
                    </a:lnTo>
                    <a:lnTo>
                      <a:pt x="462" y="298"/>
                    </a:lnTo>
                    <a:lnTo>
                      <a:pt x="466" y="298"/>
                    </a:lnTo>
                    <a:lnTo>
                      <a:pt x="466" y="294"/>
                    </a:lnTo>
                    <a:close/>
                    <a:moveTo>
                      <a:pt x="466" y="292"/>
                    </a:moveTo>
                    <a:lnTo>
                      <a:pt x="466" y="294"/>
                    </a:lnTo>
                    <a:lnTo>
                      <a:pt x="466" y="292"/>
                    </a:lnTo>
                    <a:close/>
                    <a:moveTo>
                      <a:pt x="510" y="292"/>
                    </a:moveTo>
                    <a:lnTo>
                      <a:pt x="510" y="294"/>
                    </a:lnTo>
                    <a:lnTo>
                      <a:pt x="510" y="292"/>
                    </a:lnTo>
                    <a:close/>
                    <a:moveTo>
                      <a:pt x="88" y="294"/>
                    </a:moveTo>
                    <a:lnTo>
                      <a:pt x="88" y="292"/>
                    </a:lnTo>
                    <a:lnTo>
                      <a:pt x="86" y="292"/>
                    </a:lnTo>
                    <a:lnTo>
                      <a:pt x="82" y="292"/>
                    </a:lnTo>
                    <a:lnTo>
                      <a:pt x="78" y="288"/>
                    </a:lnTo>
                    <a:lnTo>
                      <a:pt x="82" y="288"/>
                    </a:lnTo>
                    <a:lnTo>
                      <a:pt x="82" y="292"/>
                    </a:lnTo>
                    <a:lnTo>
                      <a:pt x="86" y="292"/>
                    </a:lnTo>
                    <a:lnTo>
                      <a:pt x="88" y="292"/>
                    </a:lnTo>
                    <a:lnTo>
                      <a:pt x="88" y="294"/>
                    </a:lnTo>
                    <a:close/>
                    <a:moveTo>
                      <a:pt x="466" y="284"/>
                    </a:moveTo>
                    <a:lnTo>
                      <a:pt x="466" y="288"/>
                    </a:lnTo>
                    <a:lnTo>
                      <a:pt x="466" y="284"/>
                    </a:lnTo>
                    <a:lnTo>
                      <a:pt x="462" y="284"/>
                    </a:lnTo>
                    <a:lnTo>
                      <a:pt x="466" y="284"/>
                    </a:lnTo>
                    <a:close/>
                    <a:moveTo>
                      <a:pt x="244" y="210"/>
                    </a:moveTo>
                    <a:lnTo>
                      <a:pt x="242" y="210"/>
                    </a:lnTo>
                    <a:lnTo>
                      <a:pt x="244" y="210"/>
                    </a:lnTo>
                    <a:close/>
                    <a:moveTo>
                      <a:pt x="184" y="140"/>
                    </a:moveTo>
                    <a:lnTo>
                      <a:pt x="180" y="146"/>
                    </a:lnTo>
                    <a:lnTo>
                      <a:pt x="180" y="140"/>
                    </a:lnTo>
                    <a:lnTo>
                      <a:pt x="184" y="140"/>
                    </a:lnTo>
                    <a:close/>
                    <a:moveTo>
                      <a:pt x="210" y="132"/>
                    </a:moveTo>
                    <a:lnTo>
                      <a:pt x="204" y="132"/>
                    </a:lnTo>
                    <a:lnTo>
                      <a:pt x="196" y="136"/>
                    </a:lnTo>
                    <a:lnTo>
                      <a:pt x="200" y="132"/>
                    </a:lnTo>
                    <a:lnTo>
                      <a:pt x="204" y="132"/>
                    </a:lnTo>
                    <a:lnTo>
                      <a:pt x="210" y="132"/>
                    </a:lnTo>
                    <a:close/>
                    <a:moveTo>
                      <a:pt x="244" y="422"/>
                    </a:moveTo>
                    <a:lnTo>
                      <a:pt x="244" y="426"/>
                    </a:lnTo>
                    <a:lnTo>
                      <a:pt x="244" y="422"/>
                    </a:lnTo>
                    <a:close/>
                    <a:moveTo>
                      <a:pt x="474" y="292"/>
                    </a:moveTo>
                    <a:lnTo>
                      <a:pt x="470" y="292"/>
                    </a:lnTo>
                    <a:lnTo>
                      <a:pt x="474" y="292"/>
                    </a:lnTo>
                    <a:lnTo>
                      <a:pt x="470" y="294"/>
                    </a:lnTo>
                    <a:lnTo>
                      <a:pt x="470" y="292"/>
                    </a:lnTo>
                    <a:lnTo>
                      <a:pt x="474" y="288"/>
                    </a:lnTo>
                    <a:lnTo>
                      <a:pt x="474" y="292"/>
                    </a:lnTo>
                    <a:close/>
                    <a:moveTo>
                      <a:pt x="456" y="292"/>
                    </a:moveTo>
                    <a:lnTo>
                      <a:pt x="456" y="288"/>
                    </a:lnTo>
                    <a:lnTo>
                      <a:pt x="462" y="288"/>
                    </a:lnTo>
                    <a:lnTo>
                      <a:pt x="466" y="288"/>
                    </a:lnTo>
                    <a:lnTo>
                      <a:pt x="470" y="288"/>
                    </a:lnTo>
                    <a:lnTo>
                      <a:pt x="470" y="292"/>
                    </a:lnTo>
                    <a:lnTo>
                      <a:pt x="466" y="292"/>
                    </a:lnTo>
                    <a:lnTo>
                      <a:pt x="462" y="294"/>
                    </a:lnTo>
                    <a:lnTo>
                      <a:pt x="466" y="294"/>
                    </a:lnTo>
                    <a:lnTo>
                      <a:pt x="466" y="298"/>
                    </a:lnTo>
                    <a:lnTo>
                      <a:pt x="462" y="298"/>
                    </a:lnTo>
                    <a:lnTo>
                      <a:pt x="462" y="294"/>
                    </a:lnTo>
                    <a:lnTo>
                      <a:pt x="462" y="298"/>
                    </a:lnTo>
                    <a:lnTo>
                      <a:pt x="462" y="304"/>
                    </a:lnTo>
                    <a:lnTo>
                      <a:pt x="456" y="304"/>
                    </a:lnTo>
                    <a:lnTo>
                      <a:pt x="452" y="304"/>
                    </a:lnTo>
                    <a:lnTo>
                      <a:pt x="448" y="304"/>
                    </a:lnTo>
                    <a:lnTo>
                      <a:pt x="448" y="298"/>
                    </a:lnTo>
                    <a:lnTo>
                      <a:pt x="448" y="304"/>
                    </a:lnTo>
                    <a:lnTo>
                      <a:pt x="444" y="304"/>
                    </a:lnTo>
                    <a:lnTo>
                      <a:pt x="444" y="298"/>
                    </a:lnTo>
                    <a:lnTo>
                      <a:pt x="444" y="304"/>
                    </a:lnTo>
                    <a:lnTo>
                      <a:pt x="442" y="304"/>
                    </a:lnTo>
                    <a:lnTo>
                      <a:pt x="442" y="308"/>
                    </a:lnTo>
                    <a:lnTo>
                      <a:pt x="444" y="308"/>
                    </a:lnTo>
                    <a:lnTo>
                      <a:pt x="442" y="308"/>
                    </a:lnTo>
                    <a:lnTo>
                      <a:pt x="442" y="304"/>
                    </a:lnTo>
                    <a:lnTo>
                      <a:pt x="442" y="308"/>
                    </a:lnTo>
                    <a:lnTo>
                      <a:pt x="442" y="312"/>
                    </a:lnTo>
                    <a:lnTo>
                      <a:pt x="442" y="308"/>
                    </a:lnTo>
                    <a:lnTo>
                      <a:pt x="438" y="308"/>
                    </a:lnTo>
                    <a:lnTo>
                      <a:pt x="438" y="312"/>
                    </a:lnTo>
                    <a:lnTo>
                      <a:pt x="432" y="316"/>
                    </a:lnTo>
                    <a:lnTo>
                      <a:pt x="428" y="316"/>
                    </a:lnTo>
                    <a:lnTo>
                      <a:pt x="428" y="312"/>
                    </a:lnTo>
                    <a:lnTo>
                      <a:pt x="432" y="312"/>
                    </a:lnTo>
                    <a:lnTo>
                      <a:pt x="432" y="308"/>
                    </a:lnTo>
                    <a:lnTo>
                      <a:pt x="432" y="312"/>
                    </a:lnTo>
                    <a:lnTo>
                      <a:pt x="428" y="312"/>
                    </a:lnTo>
                    <a:lnTo>
                      <a:pt x="428" y="316"/>
                    </a:lnTo>
                    <a:lnTo>
                      <a:pt x="428" y="312"/>
                    </a:lnTo>
                    <a:lnTo>
                      <a:pt x="424" y="312"/>
                    </a:lnTo>
                    <a:lnTo>
                      <a:pt x="428" y="316"/>
                    </a:lnTo>
                    <a:lnTo>
                      <a:pt x="424" y="316"/>
                    </a:lnTo>
                    <a:lnTo>
                      <a:pt x="420" y="320"/>
                    </a:lnTo>
                    <a:lnTo>
                      <a:pt x="416" y="320"/>
                    </a:lnTo>
                    <a:lnTo>
                      <a:pt x="420" y="320"/>
                    </a:lnTo>
                    <a:lnTo>
                      <a:pt x="416" y="320"/>
                    </a:lnTo>
                    <a:lnTo>
                      <a:pt x="414" y="320"/>
                    </a:lnTo>
                    <a:lnTo>
                      <a:pt x="414" y="322"/>
                    </a:lnTo>
                    <a:lnTo>
                      <a:pt x="408" y="322"/>
                    </a:lnTo>
                    <a:lnTo>
                      <a:pt x="408" y="320"/>
                    </a:lnTo>
                    <a:lnTo>
                      <a:pt x="404" y="320"/>
                    </a:lnTo>
                    <a:lnTo>
                      <a:pt x="408" y="316"/>
                    </a:lnTo>
                    <a:lnTo>
                      <a:pt x="414" y="316"/>
                    </a:lnTo>
                    <a:lnTo>
                      <a:pt x="414" y="312"/>
                    </a:lnTo>
                    <a:lnTo>
                      <a:pt x="416" y="312"/>
                    </a:lnTo>
                    <a:lnTo>
                      <a:pt x="420" y="308"/>
                    </a:lnTo>
                    <a:lnTo>
                      <a:pt x="416" y="308"/>
                    </a:lnTo>
                    <a:lnTo>
                      <a:pt x="414" y="312"/>
                    </a:lnTo>
                    <a:lnTo>
                      <a:pt x="408" y="308"/>
                    </a:lnTo>
                    <a:lnTo>
                      <a:pt x="408" y="298"/>
                    </a:lnTo>
                    <a:lnTo>
                      <a:pt x="414" y="298"/>
                    </a:lnTo>
                    <a:lnTo>
                      <a:pt x="414" y="294"/>
                    </a:lnTo>
                    <a:lnTo>
                      <a:pt x="416" y="292"/>
                    </a:lnTo>
                    <a:lnTo>
                      <a:pt x="416" y="288"/>
                    </a:lnTo>
                    <a:lnTo>
                      <a:pt x="416" y="284"/>
                    </a:lnTo>
                    <a:lnTo>
                      <a:pt x="414" y="284"/>
                    </a:lnTo>
                    <a:lnTo>
                      <a:pt x="416" y="284"/>
                    </a:lnTo>
                    <a:lnTo>
                      <a:pt x="420" y="284"/>
                    </a:lnTo>
                    <a:lnTo>
                      <a:pt x="424" y="278"/>
                    </a:lnTo>
                    <a:lnTo>
                      <a:pt x="428" y="274"/>
                    </a:lnTo>
                    <a:lnTo>
                      <a:pt x="432" y="274"/>
                    </a:lnTo>
                    <a:lnTo>
                      <a:pt x="432" y="278"/>
                    </a:lnTo>
                    <a:lnTo>
                      <a:pt x="438" y="278"/>
                    </a:lnTo>
                    <a:lnTo>
                      <a:pt x="438" y="274"/>
                    </a:lnTo>
                    <a:lnTo>
                      <a:pt x="442" y="274"/>
                    </a:lnTo>
                    <a:lnTo>
                      <a:pt x="442" y="278"/>
                    </a:lnTo>
                    <a:lnTo>
                      <a:pt x="444" y="278"/>
                    </a:lnTo>
                    <a:lnTo>
                      <a:pt x="448" y="278"/>
                    </a:lnTo>
                    <a:lnTo>
                      <a:pt x="444" y="278"/>
                    </a:lnTo>
                    <a:lnTo>
                      <a:pt x="442" y="274"/>
                    </a:lnTo>
                    <a:lnTo>
                      <a:pt x="438" y="274"/>
                    </a:lnTo>
                    <a:lnTo>
                      <a:pt x="438" y="270"/>
                    </a:lnTo>
                    <a:lnTo>
                      <a:pt x="438" y="266"/>
                    </a:lnTo>
                    <a:lnTo>
                      <a:pt x="442" y="266"/>
                    </a:lnTo>
                    <a:lnTo>
                      <a:pt x="444" y="266"/>
                    </a:lnTo>
                    <a:lnTo>
                      <a:pt x="448" y="262"/>
                    </a:lnTo>
                    <a:lnTo>
                      <a:pt x="444" y="262"/>
                    </a:lnTo>
                    <a:lnTo>
                      <a:pt x="442" y="262"/>
                    </a:lnTo>
                    <a:lnTo>
                      <a:pt x="442" y="266"/>
                    </a:lnTo>
                    <a:lnTo>
                      <a:pt x="438" y="266"/>
                    </a:lnTo>
                    <a:lnTo>
                      <a:pt x="438" y="270"/>
                    </a:lnTo>
                    <a:lnTo>
                      <a:pt x="432" y="270"/>
                    </a:lnTo>
                    <a:lnTo>
                      <a:pt x="428" y="270"/>
                    </a:lnTo>
                    <a:lnTo>
                      <a:pt x="424" y="270"/>
                    </a:lnTo>
                    <a:lnTo>
                      <a:pt x="420" y="270"/>
                    </a:lnTo>
                    <a:lnTo>
                      <a:pt x="416" y="274"/>
                    </a:lnTo>
                    <a:lnTo>
                      <a:pt x="414" y="274"/>
                    </a:lnTo>
                    <a:lnTo>
                      <a:pt x="408" y="278"/>
                    </a:lnTo>
                    <a:lnTo>
                      <a:pt x="408" y="284"/>
                    </a:lnTo>
                    <a:lnTo>
                      <a:pt x="404" y="284"/>
                    </a:lnTo>
                    <a:lnTo>
                      <a:pt x="404" y="288"/>
                    </a:lnTo>
                    <a:lnTo>
                      <a:pt x="400" y="288"/>
                    </a:lnTo>
                    <a:lnTo>
                      <a:pt x="400" y="292"/>
                    </a:lnTo>
                    <a:lnTo>
                      <a:pt x="400" y="294"/>
                    </a:lnTo>
                    <a:lnTo>
                      <a:pt x="396" y="294"/>
                    </a:lnTo>
                    <a:lnTo>
                      <a:pt x="392" y="294"/>
                    </a:lnTo>
                    <a:lnTo>
                      <a:pt x="386" y="294"/>
                    </a:lnTo>
                    <a:lnTo>
                      <a:pt x="392" y="294"/>
                    </a:lnTo>
                    <a:lnTo>
                      <a:pt x="396" y="298"/>
                    </a:lnTo>
                    <a:lnTo>
                      <a:pt x="392" y="304"/>
                    </a:lnTo>
                    <a:lnTo>
                      <a:pt x="386" y="304"/>
                    </a:lnTo>
                    <a:lnTo>
                      <a:pt x="382" y="308"/>
                    </a:lnTo>
                    <a:lnTo>
                      <a:pt x="386" y="304"/>
                    </a:lnTo>
                    <a:lnTo>
                      <a:pt x="386" y="308"/>
                    </a:lnTo>
                    <a:lnTo>
                      <a:pt x="386" y="312"/>
                    </a:lnTo>
                    <a:lnTo>
                      <a:pt x="382" y="312"/>
                    </a:lnTo>
                    <a:lnTo>
                      <a:pt x="382" y="308"/>
                    </a:lnTo>
                    <a:lnTo>
                      <a:pt x="382" y="312"/>
                    </a:lnTo>
                    <a:lnTo>
                      <a:pt x="380" y="312"/>
                    </a:lnTo>
                    <a:lnTo>
                      <a:pt x="376" y="312"/>
                    </a:lnTo>
                    <a:lnTo>
                      <a:pt x="380" y="316"/>
                    </a:lnTo>
                    <a:lnTo>
                      <a:pt x="376" y="316"/>
                    </a:lnTo>
                    <a:lnTo>
                      <a:pt x="372" y="316"/>
                    </a:lnTo>
                    <a:lnTo>
                      <a:pt x="376" y="316"/>
                    </a:lnTo>
                    <a:lnTo>
                      <a:pt x="372" y="320"/>
                    </a:lnTo>
                    <a:lnTo>
                      <a:pt x="372" y="322"/>
                    </a:lnTo>
                    <a:lnTo>
                      <a:pt x="376" y="322"/>
                    </a:lnTo>
                    <a:lnTo>
                      <a:pt x="380" y="322"/>
                    </a:lnTo>
                    <a:lnTo>
                      <a:pt x="380" y="328"/>
                    </a:lnTo>
                    <a:lnTo>
                      <a:pt x="382" y="328"/>
                    </a:lnTo>
                    <a:lnTo>
                      <a:pt x="382" y="332"/>
                    </a:lnTo>
                    <a:lnTo>
                      <a:pt x="380" y="336"/>
                    </a:lnTo>
                    <a:lnTo>
                      <a:pt x="376" y="336"/>
                    </a:lnTo>
                    <a:lnTo>
                      <a:pt x="376" y="340"/>
                    </a:lnTo>
                    <a:lnTo>
                      <a:pt x="372" y="340"/>
                    </a:lnTo>
                    <a:lnTo>
                      <a:pt x="376" y="340"/>
                    </a:lnTo>
                    <a:lnTo>
                      <a:pt x="372" y="340"/>
                    </a:lnTo>
                    <a:lnTo>
                      <a:pt x="368" y="344"/>
                    </a:lnTo>
                    <a:lnTo>
                      <a:pt x="372" y="344"/>
                    </a:lnTo>
                    <a:lnTo>
                      <a:pt x="372" y="350"/>
                    </a:lnTo>
                    <a:lnTo>
                      <a:pt x="368" y="350"/>
                    </a:lnTo>
                    <a:lnTo>
                      <a:pt x="362" y="350"/>
                    </a:lnTo>
                    <a:lnTo>
                      <a:pt x="362" y="354"/>
                    </a:lnTo>
                    <a:lnTo>
                      <a:pt x="358" y="350"/>
                    </a:lnTo>
                    <a:lnTo>
                      <a:pt x="358" y="354"/>
                    </a:lnTo>
                    <a:lnTo>
                      <a:pt x="354" y="354"/>
                    </a:lnTo>
                    <a:lnTo>
                      <a:pt x="354" y="356"/>
                    </a:lnTo>
                    <a:lnTo>
                      <a:pt x="352" y="356"/>
                    </a:lnTo>
                    <a:lnTo>
                      <a:pt x="348" y="356"/>
                    </a:lnTo>
                    <a:lnTo>
                      <a:pt x="348" y="360"/>
                    </a:lnTo>
                    <a:lnTo>
                      <a:pt x="344" y="360"/>
                    </a:lnTo>
                    <a:lnTo>
                      <a:pt x="344" y="364"/>
                    </a:lnTo>
                    <a:lnTo>
                      <a:pt x="338" y="364"/>
                    </a:lnTo>
                    <a:lnTo>
                      <a:pt x="334" y="368"/>
                    </a:lnTo>
                    <a:lnTo>
                      <a:pt x="338" y="368"/>
                    </a:lnTo>
                    <a:lnTo>
                      <a:pt x="338" y="374"/>
                    </a:lnTo>
                    <a:lnTo>
                      <a:pt x="334" y="374"/>
                    </a:lnTo>
                    <a:lnTo>
                      <a:pt x="334" y="378"/>
                    </a:lnTo>
                    <a:lnTo>
                      <a:pt x="330" y="378"/>
                    </a:lnTo>
                    <a:lnTo>
                      <a:pt x="326" y="378"/>
                    </a:lnTo>
                    <a:lnTo>
                      <a:pt x="326" y="382"/>
                    </a:lnTo>
                    <a:lnTo>
                      <a:pt x="322" y="382"/>
                    </a:lnTo>
                    <a:lnTo>
                      <a:pt x="322" y="378"/>
                    </a:lnTo>
                    <a:lnTo>
                      <a:pt x="318" y="378"/>
                    </a:lnTo>
                    <a:lnTo>
                      <a:pt x="318" y="382"/>
                    </a:lnTo>
                    <a:lnTo>
                      <a:pt x="318" y="384"/>
                    </a:lnTo>
                    <a:lnTo>
                      <a:pt x="314" y="382"/>
                    </a:lnTo>
                    <a:lnTo>
                      <a:pt x="314" y="384"/>
                    </a:lnTo>
                    <a:lnTo>
                      <a:pt x="310" y="384"/>
                    </a:lnTo>
                    <a:lnTo>
                      <a:pt x="314" y="384"/>
                    </a:lnTo>
                    <a:lnTo>
                      <a:pt x="314" y="388"/>
                    </a:lnTo>
                    <a:lnTo>
                      <a:pt x="310" y="388"/>
                    </a:lnTo>
                    <a:lnTo>
                      <a:pt x="310" y="384"/>
                    </a:lnTo>
                    <a:lnTo>
                      <a:pt x="310" y="388"/>
                    </a:lnTo>
                    <a:lnTo>
                      <a:pt x="306" y="388"/>
                    </a:lnTo>
                    <a:lnTo>
                      <a:pt x="304" y="388"/>
                    </a:lnTo>
                    <a:lnTo>
                      <a:pt x="304" y="392"/>
                    </a:lnTo>
                    <a:lnTo>
                      <a:pt x="306" y="388"/>
                    </a:lnTo>
                    <a:lnTo>
                      <a:pt x="306" y="392"/>
                    </a:lnTo>
                    <a:lnTo>
                      <a:pt x="310" y="392"/>
                    </a:lnTo>
                    <a:lnTo>
                      <a:pt x="306" y="392"/>
                    </a:lnTo>
                    <a:lnTo>
                      <a:pt x="310" y="392"/>
                    </a:lnTo>
                    <a:lnTo>
                      <a:pt x="306" y="398"/>
                    </a:lnTo>
                    <a:lnTo>
                      <a:pt x="306" y="392"/>
                    </a:lnTo>
                    <a:lnTo>
                      <a:pt x="306" y="398"/>
                    </a:lnTo>
                    <a:lnTo>
                      <a:pt x="304" y="398"/>
                    </a:lnTo>
                    <a:lnTo>
                      <a:pt x="306" y="392"/>
                    </a:lnTo>
                    <a:lnTo>
                      <a:pt x="304" y="392"/>
                    </a:lnTo>
                    <a:lnTo>
                      <a:pt x="304" y="398"/>
                    </a:lnTo>
                    <a:lnTo>
                      <a:pt x="304" y="402"/>
                    </a:lnTo>
                    <a:lnTo>
                      <a:pt x="304" y="398"/>
                    </a:lnTo>
                    <a:lnTo>
                      <a:pt x="300" y="398"/>
                    </a:lnTo>
                    <a:lnTo>
                      <a:pt x="300" y="402"/>
                    </a:lnTo>
                    <a:lnTo>
                      <a:pt x="294" y="402"/>
                    </a:lnTo>
                    <a:lnTo>
                      <a:pt x="290" y="402"/>
                    </a:lnTo>
                    <a:lnTo>
                      <a:pt x="290" y="406"/>
                    </a:lnTo>
                    <a:lnTo>
                      <a:pt x="286" y="406"/>
                    </a:lnTo>
                    <a:lnTo>
                      <a:pt x="286" y="410"/>
                    </a:lnTo>
                    <a:lnTo>
                      <a:pt x="286" y="406"/>
                    </a:lnTo>
                    <a:lnTo>
                      <a:pt x="286" y="402"/>
                    </a:lnTo>
                    <a:lnTo>
                      <a:pt x="282" y="402"/>
                    </a:lnTo>
                    <a:lnTo>
                      <a:pt x="282" y="406"/>
                    </a:lnTo>
                    <a:lnTo>
                      <a:pt x="278" y="406"/>
                    </a:lnTo>
                    <a:lnTo>
                      <a:pt x="278" y="410"/>
                    </a:lnTo>
                    <a:lnTo>
                      <a:pt x="272" y="410"/>
                    </a:lnTo>
                    <a:lnTo>
                      <a:pt x="270" y="410"/>
                    </a:lnTo>
                    <a:lnTo>
                      <a:pt x="270" y="414"/>
                    </a:lnTo>
                    <a:lnTo>
                      <a:pt x="270" y="410"/>
                    </a:lnTo>
                    <a:lnTo>
                      <a:pt x="266" y="410"/>
                    </a:lnTo>
                    <a:lnTo>
                      <a:pt x="266" y="414"/>
                    </a:lnTo>
                    <a:lnTo>
                      <a:pt x="262" y="414"/>
                    </a:lnTo>
                    <a:lnTo>
                      <a:pt x="258" y="414"/>
                    </a:lnTo>
                    <a:lnTo>
                      <a:pt x="258" y="410"/>
                    </a:lnTo>
                    <a:lnTo>
                      <a:pt x="262" y="410"/>
                    </a:lnTo>
                    <a:lnTo>
                      <a:pt x="258" y="410"/>
                    </a:lnTo>
                    <a:lnTo>
                      <a:pt x="254" y="410"/>
                    </a:lnTo>
                    <a:lnTo>
                      <a:pt x="254" y="414"/>
                    </a:lnTo>
                    <a:lnTo>
                      <a:pt x="254" y="418"/>
                    </a:lnTo>
                    <a:lnTo>
                      <a:pt x="248" y="418"/>
                    </a:lnTo>
                    <a:lnTo>
                      <a:pt x="248" y="422"/>
                    </a:lnTo>
                    <a:lnTo>
                      <a:pt x="248" y="418"/>
                    </a:lnTo>
                    <a:lnTo>
                      <a:pt x="244" y="422"/>
                    </a:lnTo>
                    <a:lnTo>
                      <a:pt x="242" y="422"/>
                    </a:lnTo>
                    <a:lnTo>
                      <a:pt x="242" y="418"/>
                    </a:lnTo>
                    <a:lnTo>
                      <a:pt x="242" y="422"/>
                    </a:lnTo>
                    <a:lnTo>
                      <a:pt x="238" y="426"/>
                    </a:lnTo>
                    <a:lnTo>
                      <a:pt x="238" y="422"/>
                    </a:lnTo>
                    <a:lnTo>
                      <a:pt x="234" y="422"/>
                    </a:lnTo>
                    <a:lnTo>
                      <a:pt x="234" y="418"/>
                    </a:lnTo>
                    <a:lnTo>
                      <a:pt x="234" y="422"/>
                    </a:lnTo>
                    <a:lnTo>
                      <a:pt x="234" y="426"/>
                    </a:lnTo>
                    <a:lnTo>
                      <a:pt x="230" y="426"/>
                    </a:lnTo>
                    <a:lnTo>
                      <a:pt x="230" y="422"/>
                    </a:lnTo>
                    <a:lnTo>
                      <a:pt x="230" y="418"/>
                    </a:lnTo>
                    <a:lnTo>
                      <a:pt x="234" y="418"/>
                    </a:lnTo>
                    <a:lnTo>
                      <a:pt x="238" y="418"/>
                    </a:lnTo>
                    <a:lnTo>
                      <a:pt x="238" y="414"/>
                    </a:lnTo>
                    <a:lnTo>
                      <a:pt x="242" y="414"/>
                    </a:lnTo>
                    <a:lnTo>
                      <a:pt x="242" y="410"/>
                    </a:lnTo>
                    <a:lnTo>
                      <a:pt x="244" y="410"/>
                    </a:lnTo>
                    <a:lnTo>
                      <a:pt x="244" y="406"/>
                    </a:lnTo>
                    <a:lnTo>
                      <a:pt x="248" y="406"/>
                    </a:lnTo>
                    <a:lnTo>
                      <a:pt x="254" y="402"/>
                    </a:lnTo>
                    <a:lnTo>
                      <a:pt x="262" y="402"/>
                    </a:lnTo>
                    <a:lnTo>
                      <a:pt x="266" y="402"/>
                    </a:lnTo>
                    <a:lnTo>
                      <a:pt x="270" y="406"/>
                    </a:lnTo>
                    <a:lnTo>
                      <a:pt x="270" y="402"/>
                    </a:lnTo>
                    <a:lnTo>
                      <a:pt x="272" y="402"/>
                    </a:lnTo>
                    <a:lnTo>
                      <a:pt x="272" y="406"/>
                    </a:lnTo>
                    <a:lnTo>
                      <a:pt x="278" y="406"/>
                    </a:lnTo>
                    <a:lnTo>
                      <a:pt x="278" y="402"/>
                    </a:lnTo>
                    <a:lnTo>
                      <a:pt x="272" y="402"/>
                    </a:lnTo>
                    <a:lnTo>
                      <a:pt x="272" y="398"/>
                    </a:lnTo>
                    <a:lnTo>
                      <a:pt x="272" y="392"/>
                    </a:lnTo>
                    <a:lnTo>
                      <a:pt x="278" y="392"/>
                    </a:lnTo>
                    <a:lnTo>
                      <a:pt x="278" y="388"/>
                    </a:lnTo>
                    <a:lnTo>
                      <a:pt x="282" y="388"/>
                    </a:lnTo>
                    <a:lnTo>
                      <a:pt x="282" y="384"/>
                    </a:lnTo>
                    <a:lnTo>
                      <a:pt x="286" y="384"/>
                    </a:lnTo>
                    <a:lnTo>
                      <a:pt x="290" y="384"/>
                    </a:lnTo>
                    <a:lnTo>
                      <a:pt x="294" y="382"/>
                    </a:lnTo>
                    <a:lnTo>
                      <a:pt x="300" y="382"/>
                    </a:lnTo>
                    <a:lnTo>
                      <a:pt x="304" y="382"/>
                    </a:lnTo>
                    <a:lnTo>
                      <a:pt x="304" y="378"/>
                    </a:lnTo>
                    <a:lnTo>
                      <a:pt x="304" y="374"/>
                    </a:lnTo>
                    <a:lnTo>
                      <a:pt x="306" y="368"/>
                    </a:lnTo>
                    <a:lnTo>
                      <a:pt x="310" y="364"/>
                    </a:lnTo>
                    <a:lnTo>
                      <a:pt x="314" y="364"/>
                    </a:lnTo>
                    <a:lnTo>
                      <a:pt x="314" y="360"/>
                    </a:lnTo>
                    <a:lnTo>
                      <a:pt x="318" y="360"/>
                    </a:lnTo>
                    <a:lnTo>
                      <a:pt x="318" y="364"/>
                    </a:lnTo>
                    <a:lnTo>
                      <a:pt x="322" y="364"/>
                    </a:lnTo>
                    <a:lnTo>
                      <a:pt x="322" y="360"/>
                    </a:lnTo>
                    <a:lnTo>
                      <a:pt x="318" y="364"/>
                    </a:lnTo>
                    <a:lnTo>
                      <a:pt x="318" y="360"/>
                    </a:lnTo>
                    <a:lnTo>
                      <a:pt x="318" y="356"/>
                    </a:lnTo>
                    <a:lnTo>
                      <a:pt x="318" y="354"/>
                    </a:lnTo>
                    <a:lnTo>
                      <a:pt x="318" y="350"/>
                    </a:lnTo>
                    <a:lnTo>
                      <a:pt x="322" y="344"/>
                    </a:lnTo>
                    <a:lnTo>
                      <a:pt x="326" y="344"/>
                    </a:lnTo>
                    <a:lnTo>
                      <a:pt x="326" y="350"/>
                    </a:lnTo>
                    <a:lnTo>
                      <a:pt x="326" y="344"/>
                    </a:lnTo>
                    <a:lnTo>
                      <a:pt x="322" y="344"/>
                    </a:lnTo>
                    <a:lnTo>
                      <a:pt x="318" y="344"/>
                    </a:lnTo>
                    <a:lnTo>
                      <a:pt x="318" y="340"/>
                    </a:lnTo>
                    <a:lnTo>
                      <a:pt x="322" y="336"/>
                    </a:lnTo>
                    <a:lnTo>
                      <a:pt x="326" y="332"/>
                    </a:lnTo>
                    <a:lnTo>
                      <a:pt x="326" y="328"/>
                    </a:lnTo>
                    <a:lnTo>
                      <a:pt x="330" y="328"/>
                    </a:lnTo>
                    <a:lnTo>
                      <a:pt x="330" y="322"/>
                    </a:lnTo>
                    <a:lnTo>
                      <a:pt x="326" y="328"/>
                    </a:lnTo>
                    <a:lnTo>
                      <a:pt x="322" y="328"/>
                    </a:lnTo>
                    <a:lnTo>
                      <a:pt x="322" y="332"/>
                    </a:lnTo>
                    <a:lnTo>
                      <a:pt x="318" y="332"/>
                    </a:lnTo>
                    <a:lnTo>
                      <a:pt x="314" y="332"/>
                    </a:lnTo>
                    <a:lnTo>
                      <a:pt x="310" y="336"/>
                    </a:lnTo>
                    <a:lnTo>
                      <a:pt x="306" y="336"/>
                    </a:lnTo>
                    <a:lnTo>
                      <a:pt x="306" y="332"/>
                    </a:lnTo>
                    <a:lnTo>
                      <a:pt x="304" y="332"/>
                    </a:lnTo>
                    <a:lnTo>
                      <a:pt x="304" y="328"/>
                    </a:lnTo>
                    <a:lnTo>
                      <a:pt x="306" y="328"/>
                    </a:lnTo>
                    <a:lnTo>
                      <a:pt x="306" y="322"/>
                    </a:lnTo>
                    <a:lnTo>
                      <a:pt x="310" y="322"/>
                    </a:lnTo>
                    <a:lnTo>
                      <a:pt x="310" y="328"/>
                    </a:lnTo>
                    <a:lnTo>
                      <a:pt x="310" y="322"/>
                    </a:lnTo>
                    <a:lnTo>
                      <a:pt x="306" y="322"/>
                    </a:lnTo>
                    <a:lnTo>
                      <a:pt x="304" y="320"/>
                    </a:lnTo>
                    <a:lnTo>
                      <a:pt x="304" y="322"/>
                    </a:lnTo>
                    <a:lnTo>
                      <a:pt x="306" y="322"/>
                    </a:lnTo>
                    <a:lnTo>
                      <a:pt x="304" y="328"/>
                    </a:lnTo>
                    <a:lnTo>
                      <a:pt x="300" y="328"/>
                    </a:lnTo>
                    <a:lnTo>
                      <a:pt x="300" y="332"/>
                    </a:lnTo>
                    <a:lnTo>
                      <a:pt x="304" y="340"/>
                    </a:lnTo>
                    <a:lnTo>
                      <a:pt x="300" y="340"/>
                    </a:lnTo>
                    <a:lnTo>
                      <a:pt x="294" y="340"/>
                    </a:lnTo>
                    <a:lnTo>
                      <a:pt x="294" y="336"/>
                    </a:lnTo>
                    <a:lnTo>
                      <a:pt x="290" y="332"/>
                    </a:lnTo>
                    <a:lnTo>
                      <a:pt x="286" y="328"/>
                    </a:lnTo>
                    <a:lnTo>
                      <a:pt x="286" y="332"/>
                    </a:lnTo>
                    <a:lnTo>
                      <a:pt x="282" y="332"/>
                    </a:lnTo>
                    <a:lnTo>
                      <a:pt x="282" y="328"/>
                    </a:lnTo>
                    <a:lnTo>
                      <a:pt x="278" y="328"/>
                    </a:lnTo>
                    <a:lnTo>
                      <a:pt x="278" y="322"/>
                    </a:lnTo>
                    <a:lnTo>
                      <a:pt x="272" y="322"/>
                    </a:lnTo>
                    <a:lnTo>
                      <a:pt x="270" y="328"/>
                    </a:lnTo>
                    <a:lnTo>
                      <a:pt x="266" y="328"/>
                    </a:lnTo>
                    <a:lnTo>
                      <a:pt x="266" y="332"/>
                    </a:lnTo>
                    <a:lnTo>
                      <a:pt x="262" y="332"/>
                    </a:lnTo>
                    <a:lnTo>
                      <a:pt x="262" y="336"/>
                    </a:lnTo>
                    <a:lnTo>
                      <a:pt x="258" y="336"/>
                    </a:lnTo>
                    <a:lnTo>
                      <a:pt x="254" y="336"/>
                    </a:lnTo>
                    <a:lnTo>
                      <a:pt x="248" y="336"/>
                    </a:lnTo>
                    <a:lnTo>
                      <a:pt x="248" y="332"/>
                    </a:lnTo>
                    <a:lnTo>
                      <a:pt x="248" y="336"/>
                    </a:lnTo>
                    <a:lnTo>
                      <a:pt x="254" y="336"/>
                    </a:lnTo>
                    <a:lnTo>
                      <a:pt x="254" y="332"/>
                    </a:lnTo>
                    <a:lnTo>
                      <a:pt x="258" y="332"/>
                    </a:lnTo>
                    <a:lnTo>
                      <a:pt x="254" y="332"/>
                    </a:lnTo>
                    <a:lnTo>
                      <a:pt x="254" y="328"/>
                    </a:lnTo>
                    <a:lnTo>
                      <a:pt x="254" y="322"/>
                    </a:lnTo>
                    <a:lnTo>
                      <a:pt x="258" y="322"/>
                    </a:lnTo>
                    <a:lnTo>
                      <a:pt x="254" y="322"/>
                    </a:lnTo>
                    <a:lnTo>
                      <a:pt x="248" y="322"/>
                    </a:lnTo>
                    <a:lnTo>
                      <a:pt x="248" y="320"/>
                    </a:lnTo>
                    <a:lnTo>
                      <a:pt x="248" y="316"/>
                    </a:lnTo>
                    <a:lnTo>
                      <a:pt x="254" y="316"/>
                    </a:lnTo>
                    <a:lnTo>
                      <a:pt x="254" y="312"/>
                    </a:lnTo>
                    <a:lnTo>
                      <a:pt x="254" y="308"/>
                    </a:lnTo>
                    <a:lnTo>
                      <a:pt x="248" y="308"/>
                    </a:lnTo>
                    <a:lnTo>
                      <a:pt x="248" y="304"/>
                    </a:lnTo>
                    <a:lnTo>
                      <a:pt x="244" y="298"/>
                    </a:lnTo>
                    <a:lnTo>
                      <a:pt x="248" y="294"/>
                    </a:lnTo>
                    <a:lnTo>
                      <a:pt x="244" y="294"/>
                    </a:lnTo>
                    <a:lnTo>
                      <a:pt x="244" y="298"/>
                    </a:lnTo>
                    <a:lnTo>
                      <a:pt x="244" y="294"/>
                    </a:lnTo>
                    <a:lnTo>
                      <a:pt x="244" y="292"/>
                    </a:lnTo>
                    <a:lnTo>
                      <a:pt x="244" y="288"/>
                    </a:lnTo>
                    <a:lnTo>
                      <a:pt x="248" y="288"/>
                    </a:lnTo>
                    <a:lnTo>
                      <a:pt x="248" y="284"/>
                    </a:lnTo>
                    <a:lnTo>
                      <a:pt x="248" y="288"/>
                    </a:lnTo>
                    <a:lnTo>
                      <a:pt x="248" y="284"/>
                    </a:lnTo>
                    <a:lnTo>
                      <a:pt x="254" y="284"/>
                    </a:lnTo>
                    <a:lnTo>
                      <a:pt x="248" y="284"/>
                    </a:lnTo>
                    <a:lnTo>
                      <a:pt x="244" y="288"/>
                    </a:lnTo>
                    <a:lnTo>
                      <a:pt x="244" y="292"/>
                    </a:lnTo>
                    <a:lnTo>
                      <a:pt x="242" y="292"/>
                    </a:lnTo>
                    <a:lnTo>
                      <a:pt x="242" y="294"/>
                    </a:lnTo>
                    <a:lnTo>
                      <a:pt x="244" y="294"/>
                    </a:lnTo>
                    <a:lnTo>
                      <a:pt x="242" y="298"/>
                    </a:lnTo>
                    <a:lnTo>
                      <a:pt x="242" y="304"/>
                    </a:lnTo>
                    <a:lnTo>
                      <a:pt x="238" y="304"/>
                    </a:lnTo>
                    <a:lnTo>
                      <a:pt x="234" y="304"/>
                    </a:lnTo>
                    <a:lnTo>
                      <a:pt x="230" y="308"/>
                    </a:lnTo>
                    <a:lnTo>
                      <a:pt x="224" y="308"/>
                    </a:lnTo>
                    <a:lnTo>
                      <a:pt x="220" y="308"/>
                    </a:lnTo>
                    <a:lnTo>
                      <a:pt x="216" y="308"/>
                    </a:lnTo>
                    <a:lnTo>
                      <a:pt x="216" y="304"/>
                    </a:lnTo>
                    <a:lnTo>
                      <a:pt x="216" y="298"/>
                    </a:lnTo>
                    <a:lnTo>
                      <a:pt x="212" y="298"/>
                    </a:lnTo>
                    <a:lnTo>
                      <a:pt x="212" y="294"/>
                    </a:lnTo>
                    <a:lnTo>
                      <a:pt x="210" y="294"/>
                    </a:lnTo>
                    <a:lnTo>
                      <a:pt x="204" y="292"/>
                    </a:lnTo>
                    <a:lnTo>
                      <a:pt x="200" y="292"/>
                    </a:lnTo>
                    <a:lnTo>
                      <a:pt x="204" y="292"/>
                    </a:lnTo>
                    <a:lnTo>
                      <a:pt x="204" y="288"/>
                    </a:lnTo>
                    <a:lnTo>
                      <a:pt x="200" y="288"/>
                    </a:lnTo>
                    <a:lnTo>
                      <a:pt x="196" y="288"/>
                    </a:lnTo>
                    <a:lnTo>
                      <a:pt x="200" y="288"/>
                    </a:lnTo>
                    <a:lnTo>
                      <a:pt x="204" y="284"/>
                    </a:lnTo>
                    <a:lnTo>
                      <a:pt x="204" y="278"/>
                    </a:lnTo>
                    <a:lnTo>
                      <a:pt x="210" y="278"/>
                    </a:lnTo>
                    <a:lnTo>
                      <a:pt x="212" y="284"/>
                    </a:lnTo>
                    <a:lnTo>
                      <a:pt x="216" y="284"/>
                    </a:lnTo>
                    <a:lnTo>
                      <a:pt x="212" y="284"/>
                    </a:lnTo>
                    <a:lnTo>
                      <a:pt x="212" y="288"/>
                    </a:lnTo>
                    <a:lnTo>
                      <a:pt x="216" y="284"/>
                    </a:lnTo>
                    <a:lnTo>
                      <a:pt x="220" y="284"/>
                    </a:lnTo>
                    <a:lnTo>
                      <a:pt x="220" y="288"/>
                    </a:lnTo>
                    <a:lnTo>
                      <a:pt x="224" y="288"/>
                    </a:lnTo>
                    <a:lnTo>
                      <a:pt x="230" y="284"/>
                    </a:lnTo>
                    <a:lnTo>
                      <a:pt x="224" y="284"/>
                    </a:lnTo>
                    <a:lnTo>
                      <a:pt x="224" y="278"/>
                    </a:lnTo>
                    <a:lnTo>
                      <a:pt x="220" y="278"/>
                    </a:lnTo>
                    <a:lnTo>
                      <a:pt x="224" y="278"/>
                    </a:lnTo>
                    <a:lnTo>
                      <a:pt x="224" y="274"/>
                    </a:lnTo>
                    <a:lnTo>
                      <a:pt x="220" y="278"/>
                    </a:lnTo>
                    <a:lnTo>
                      <a:pt x="216" y="278"/>
                    </a:lnTo>
                    <a:lnTo>
                      <a:pt x="212" y="278"/>
                    </a:lnTo>
                    <a:lnTo>
                      <a:pt x="210" y="278"/>
                    </a:lnTo>
                    <a:lnTo>
                      <a:pt x="204" y="278"/>
                    </a:lnTo>
                    <a:lnTo>
                      <a:pt x="200" y="278"/>
                    </a:lnTo>
                    <a:lnTo>
                      <a:pt x="200" y="274"/>
                    </a:lnTo>
                    <a:lnTo>
                      <a:pt x="204" y="274"/>
                    </a:lnTo>
                    <a:lnTo>
                      <a:pt x="210" y="274"/>
                    </a:lnTo>
                    <a:lnTo>
                      <a:pt x="204" y="274"/>
                    </a:lnTo>
                    <a:lnTo>
                      <a:pt x="200" y="274"/>
                    </a:lnTo>
                    <a:lnTo>
                      <a:pt x="200" y="270"/>
                    </a:lnTo>
                    <a:lnTo>
                      <a:pt x="196" y="270"/>
                    </a:lnTo>
                    <a:lnTo>
                      <a:pt x="200" y="270"/>
                    </a:lnTo>
                    <a:lnTo>
                      <a:pt x="200" y="266"/>
                    </a:lnTo>
                    <a:lnTo>
                      <a:pt x="204" y="266"/>
                    </a:lnTo>
                    <a:lnTo>
                      <a:pt x="204" y="262"/>
                    </a:lnTo>
                    <a:lnTo>
                      <a:pt x="210" y="262"/>
                    </a:lnTo>
                    <a:lnTo>
                      <a:pt x="210" y="260"/>
                    </a:lnTo>
                    <a:lnTo>
                      <a:pt x="210" y="262"/>
                    </a:lnTo>
                    <a:lnTo>
                      <a:pt x="204" y="262"/>
                    </a:lnTo>
                    <a:lnTo>
                      <a:pt x="204" y="266"/>
                    </a:lnTo>
                    <a:lnTo>
                      <a:pt x="200" y="266"/>
                    </a:lnTo>
                    <a:lnTo>
                      <a:pt x="200" y="270"/>
                    </a:lnTo>
                    <a:lnTo>
                      <a:pt x="196" y="270"/>
                    </a:lnTo>
                    <a:lnTo>
                      <a:pt x="200" y="270"/>
                    </a:lnTo>
                    <a:lnTo>
                      <a:pt x="196" y="274"/>
                    </a:lnTo>
                    <a:lnTo>
                      <a:pt x="192" y="270"/>
                    </a:lnTo>
                    <a:lnTo>
                      <a:pt x="196" y="270"/>
                    </a:lnTo>
                    <a:lnTo>
                      <a:pt x="192" y="266"/>
                    </a:lnTo>
                    <a:lnTo>
                      <a:pt x="188" y="266"/>
                    </a:lnTo>
                    <a:lnTo>
                      <a:pt x="192" y="266"/>
                    </a:lnTo>
                    <a:lnTo>
                      <a:pt x="192" y="262"/>
                    </a:lnTo>
                    <a:lnTo>
                      <a:pt x="188" y="262"/>
                    </a:lnTo>
                    <a:lnTo>
                      <a:pt x="184" y="262"/>
                    </a:lnTo>
                    <a:lnTo>
                      <a:pt x="184" y="260"/>
                    </a:lnTo>
                    <a:lnTo>
                      <a:pt x="188" y="260"/>
                    </a:lnTo>
                    <a:lnTo>
                      <a:pt x="192" y="260"/>
                    </a:lnTo>
                    <a:lnTo>
                      <a:pt x="188" y="260"/>
                    </a:lnTo>
                    <a:lnTo>
                      <a:pt x="188" y="254"/>
                    </a:lnTo>
                    <a:lnTo>
                      <a:pt x="192" y="254"/>
                    </a:lnTo>
                    <a:lnTo>
                      <a:pt x="192" y="250"/>
                    </a:lnTo>
                    <a:lnTo>
                      <a:pt x="192" y="246"/>
                    </a:lnTo>
                    <a:lnTo>
                      <a:pt x="196" y="246"/>
                    </a:lnTo>
                    <a:lnTo>
                      <a:pt x="196" y="244"/>
                    </a:lnTo>
                    <a:lnTo>
                      <a:pt x="200" y="244"/>
                    </a:lnTo>
                    <a:lnTo>
                      <a:pt x="200" y="240"/>
                    </a:lnTo>
                    <a:lnTo>
                      <a:pt x="204" y="240"/>
                    </a:lnTo>
                    <a:lnTo>
                      <a:pt x="210" y="240"/>
                    </a:lnTo>
                    <a:lnTo>
                      <a:pt x="210" y="244"/>
                    </a:lnTo>
                    <a:lnTo>
                      <a:pt x="210" y="240"/>
                    </a:lnTo>
                    <a:lnTo>
                      <a:pt x="204" y="240"/>
                    </a:lnTo>
                    <a:lnTo>
                      <a:pt x="210" y="236"/>
                    </a:lnTo>
                    <a:lnTo>
                      <a:pt x="212" y="230"/>
                    </a:lnTo>
                    <a:lnTo>
                      <a:pt x="210" y="236"/>
                    </a:lnTo>
                    <a:lnTo>
                      <a:pt x="204" y="230"/>
                    </a:lnTo>
                    <a:lnTo>
                      <a:pt x="210" y="226"/>
                    </a:lnTo>
                    <a:lnTo>
                      <a:pt x="212" y="226"/>
                    </a:lnTo>
                    <a:lnTo>
                      <a:pt x="212" y="222"/>
                    </a:lnTo>
                    <a:lnTo>
                      <a:pt x="210" y="222"/>
                    </a:lnTo>
                    <a:lnTo>
                      <a:pt x="212" y="218"/>
                    </a:lnTo>
                    <a:lnTo>
                      <a:pt x="216" y="218"/>
                    </a:lnTo>
                    <a:lnTo>
                      <a:pt x="220" y="218"/>
                    </a:lnTo>
                    <a:lnTo>
                      <a:pt x="224" y="218"/>
                    </a:lnTo>
                    <a:lnTo>
                      <a:pt x="224" y="222"/>
                    </a:lnTo>
                    <a:lnTo>
                      <a:pt x="230" y="222"/>
                    </a:lnTo>
                    <a:lnTo>
                      <a:pt x="230" y="226"/>
                    </a:lnTo>
                    <a:lnTo>
                      <a:pt x="234" y="226"/>
                    </a:lnTo>
                    <a:lnTo>
                      <a:pt x="234" y="222"/>
                    </a:lnTo>
                    <a:lnTo>
                      <a:pt x="238" y="222"/>
                    </a:lnTo>
                    <a:lnTo>
                      <a:pt x="242" y="218"/>
                    </a:lnTo>
                    <a:lnTo>
                      <a:pt x="244" y="214"/>
                    </a:lnTo>
                    <a:lnTo>
                      <a:pt x="244" y="210"/>
                    </a:lnTo>
                    <a:lnTo>
                      <a:pt x="248" y="214"/>
                    </a:lnTo>
                    <a:lnTo>
                      <a:pt x="254" y="214"/>
                    </a:lnTo>
                    <a:lnTo>
                      <a:pt x="258" y="214"/>
                    </a:lnTo>
                    <a:lnTo>
                      <a:pt x="262" y="214"/>
                    </a:lnTo>
                    <a:lnTo>
                      <a:pt x="270" y="206"/>
                    </a:lnTo>
                    <a:lnTo>
                      <a:pt x="270" y="202"/>
                    </a:lnTo>
                    <a:lnTo>
                      <a:pt x="266" y="198"/>
                    </a:lnTo>
                    <a:lnTo>
                      <a:pt x="266" y="194"/>
                    </a:lnTo>
                    <a:lnTo>
                      <a:pt x="262" y="190"/>
                    </a:lnTo>
                    <a:lnTo>
                      <a:pt x="258" y="190"/>
                    </a:lnTo>
                    <a:lnTo>
                      <a:pt x="258" y="184"/>
                    </a:lnTo>
                    <a:lnTo>
                      <a:pt x="262" y="184"/>
                    </a:lnTo>
                    <a:lnTo>
                      <a:pt x="266" y="184"/>
                    </a:lnTo>
                    <a:lnTo>
                      <a:pt x="270" y="182"/>
                    </a:lnTo>
                    <a:lnTo>
                      <a:pt x="270" y="178"/>
                    </a:lnTo>
                    <a:lnTo>
                      <a:pt x="266" y="178"/>
                    </a:lnTo>
                    <a:lnTo>
                      <a:pt x="262" y="178"/>
                    </a:lnTo>
                    <a:lnTo>
                      <a:pt x="266" y="178"/>
                    </a:lnTo>
                    <a:lnTo>
                      <a:pt x="266" y="174"/>
                    </a:lnTo>
                    <a:lnTo>
                      <a:pt x="262" y="174"/>
                    </a:lnTo>
                    <a:lnTo>
                      <a:pt x="262" y="178"/>
                    </a:lnTo>
                    <a:lnTo>
                      <a:pt x="258" y="182"/>
                    </a:lnTo>
                    <a:lnTo>
                      <a:pt x="258" y="178"/>
                    </a:lnTo>
                    <a:lnTo>
                      <a:pt x="254" y="178"/>
                    </a:lnTo>
                    <a:lnTo>
                      <a:pt x="254" y="182"/>
                    </a:lnTo>
                    <a:lnTo>
                      <a:pt x="248" y="182"/>
                    </a:lnTo>
                    <a:lnTo>
                      <a:pt x="254" y="182"/>
                    </a:lnTo>
                    <a:lnTo>
                      <a:pt x="248" y="182"/>
                    </a:lnTo>
                    <a:lnTo>
                      <a:pt x="244" y="182"/>
                    </a:lnTo>
                    <a:lnTo>
                      <a:pt x="244" y="184"/>
                    </a:lnTo>
                    <a:lnTo>
                      <a:pt x="242" y="184"/>
                    </a:lnTo>
                    <a:lnTo>
                      <a:pt x="242" y="190"/>
                    </a:lnTo>
                    <a:lnTo>
                      <a:pt x="238" y="190"/>
                    </a:lnTo>
                    <a:lnTo>
                      <a:pt x="238" y="184"/>
                    </a:lnTo>
                    <a:lnTo>
                      <a:pt x="234" y="182"/>
                    </a:lnTo>
                    <a:lnTo>
                      <a:pt x="230" y="182"/>
                    </a:lnTo>
                    <a:lnTo>
                      <a:pt x="230" y="184"/>
                    </a:lnTo>
                    <a:lnTo>
                      <a:pt x="234" y="184"/>
                    </a:lnTo>
                    <a:lnTo>
                      <a:pt x="234" y="190"/>
                    </a:lnTo>
                    <a:lnTo>
                      <a:pt x="230" y="190"/>
                    </a:lnTo>
                    <a:lnTo>
                      <a:pt x="230" y="184"/>
                    </a:lnTo>
                    <a:lnTo>
                      <a:pt x="224" y="184"/>
                    </a:lnTo>
                    <a:lnTo>
                      <a:pt x="220" y="184"/>
                    </a:lnTo>
                    <a:lnTo>
                      <a:pt x="216" y="184"/>
                    </a:lnTo>
                    <a:lnTo>
                      <a:pt x="212" y="184"/>
                    </a:lnTo>
                    <a:lnTo>
                      <a:pt x="210" y="184"/>
                    </a:lnTo>
                    <a:lnTo>
                      <a:pt x="204" y="184"/>
                    </a:lnTo>
                    <a:lnTo>
                      <a:pt x="204" y="190"/>
                    </a:lnTo>
                    <a:lnTo>
                      <a:pt x="210" y="190"/>
                    </a:lnTo>
                    <a:lnTo>
                      <a:pt x="210" y="184"/>
                    </a:lnTo>
                    <a:lnTo>
                      <a:pt x="210" y="190"/>
                    </a:lnTo>
                    <a:lnTo>
                      <a:pt x="204" y="190"/>
                    </a:lnTo>
                    <a:lnTo>
                      <a:pt x="200" y="190"/>
                    </a:lnTo>
                    <a:lnTo>
                      <a:pt x="200" y="184"/>
                    </a:lnTo>
                    <a:lnTo>
                      <a:pt x="196" y="184"/>
                    </a:lnTo>
                    <a:lnTo>
                      <a:pt x="192" y="184"/>
                    </a:lnTo>
                    <a:lnTo>
                      <a:pt x="188" y="184"/>
                    </a:lnTo>
                    <a:lnTo>
                      <a:pt x="184" y="184"/>
                    </a:lnTo>
                    <a:lnTo>
                      <a:pt x="184" y="182"/>
                    </a:lnTo>
                    <a:lnTo>
                      <a:pt x="180" y="182"/>
                    </a:lnTo>
                    <a:lnTo>
                      <a:pt x="180" y="178"/>
                    </a:lnTo>
                    <a:lnTo>
                      <a:pt x="184" y="178"/>
                    </a:lnTo>
                    <a:lnTo>
                      <a:pt x="180" y="178"/>
                    </a:lnTo>
                    <a:lnTo>
                      <a:pt x="180" y="174"/>
                    </a:lnTo>
                    <a:lnTo>
                      <a:pt x="176" y="174"/>
                    </a:lnTo>
                    <a:lnTo>
                      <a:pt x="176" y="170"/>
                    </a:lnTo>
                    <a:lnTo>
                      <a:pt x="172" y="170"/>
                    </a:lnTo>
                    <a:lnTo>
                      <a:pt x="176" y="170"/>
                    </a:lnTo>
                    <a:lnTo>
                      <a:pt x="176" y="164"/>
                    </a:lnTo>
                    <a:lnTo>
                      <a:pt x="176" y="170"/>
                    </a:lnTo>
                    <a:lnTo>
                      <a:pt x="180" y="170"/>
                    </a:lnTo>
                    <a:lnTo>
                      <a:pt x="184" y="164"/>
                    </a:lnTo>
                    <a:lnTo>
                      <a:pt x="184" y="170"/>
                    </a:lnTo>
                    <a:lnTo>
                      <a:pt x="188" y="170"/>
                    </a:lnTo>
                    <a:lnTo>
                      <a:pt x="188" y="164"/>
                    </a:lnTo>
                    <a:lnTo>
                      <a:pt x="184" y="164"/>
                    </a:lnTo>
                    <a:lnTo>
                      <a:pt x="180" y="164"/>
                    </a:lnTo>
                    <a:lnTo>
                      <a:pt x="176" y="164"/>
                    </a:lnTo>
                    <a:lnTo>
                      <a:pt x="172" y="164"/>
                    </a:lnTo>
                    <a:lnTo>
                      <a:pt x="168" y="160"/>
                    </a:lnTo>
                    <a:lnTo>
                      <a:pt x="164" y="160"/>
                    </a:lnTo>
                    <a:lnTo>
                      <a:pt x="158" y="160"/>
                    </a:lnTo>
                    <a:lnTo>
                      <a:pt x="158" y="156"/>
                    </a:lnTo>
                    <a:lnTo>
                      <a:pt x="154" y="156"/>
                    </a:lnTo>
                    <a:lnTo>
                      <a:pt x="154" y="152"/>
                    </a:lnTo>
                    <a:lnTo>
                      <a:pt x="158" y="152"/>
                    </a:lnTo>
                    <a:lnTo>
                      <a:pt x="158" y="156"/>
                    </a:lnTo>
                    <a:lnTo>
                      <a:pt x="154" y="156"/>
                    </a:lnTo>
                    <a:lnTo>
                      <a:pt x="158" y="156"/>
                    </a:lnTo>
                    <a:lnTo>
                      <a:pt x="164" y="152"/>
                    </a:lnTo>
                    <a:lnTo>
                      <a:pt x="168" y="152"/>
                    </a:lnTo>
                    <a:lnTo>
                      <a:pt x="168" y="150"/>
                    </a:lnTo>
                    <a:lnTo>
                      <a:pt x="172" y="152"/>
                    </a:lnTo>
                    <a:lnTo>
                      <a:pt x="172" y="150"/>
                    </a:lnTo>
                    <a:lnTo>
                      <a:pt x="176" y="150"/>
                    </a:lnTo>
                    <a:lnTo>
                      <a:pt x="172" y="150"/>
                    </a:lnTo>
                    <a:lnTo>
                      <a:pt x="176" y="150"/>
                    </a:lnTo>
                    <a:lnTo>
                      <a:pt x="176" y="146"/>
                    </a:lnTo>
                    <a:lnTo>
                      <a:pt x="180" y="146"/>
                    </a:lnTo>
                    <a:lnTo>
                      <a:pt x="184" y="140"/>
                    </a:lnTo>
                    <a:lnTo>
                      <a:pt x="188" y="146"/>
                    </a:lnTo>
                    <a:lnTo>
                      <a:pt x="192" y="146"/>
                    </a:lnTo>
                    <a:lnTo>
                      <a:pt x="196" y="146"/>
                    </a:lnTo>
                    <a:lnTo>
                      <a:pt x="192" y="140"/>
                    </a:lnTo>
                    <a:lnTo>
                      <a:pt x="188" y="140"/>
                    </a:lnTo>
                    <a:lnTo>
                      <a:pt x="192" y="140"/>
                    </a:lnTo>
                    <a:lnTo>
                      <a:pt x="192" y="136"/>
                    </a:lnTo>
                    <a:lnTo>
                      <a:pt x="196" y="136"/>
                    </a:lnTo>
                    <a:lnTo>
                      <a:pt x="200" y="136"/>
                    </a:lnTo>
                    <a:lnTo>
                      <a:pt x="204" y="136"/>
                    </a:lnTo>
                    <a:lnTo>
                      <a:pt x="210" y="132"/>
                    </a:lnTo>
                    <a:lnTo>
                      <a:pt x="212" y="132"/>
                    </a:lnTo>
                    <a:lnTo>
                      <a:pt x="216" y="132"/>
                    </a:lnTo>
                    <a:lnTo>
                      <a:pt x="220" y="132"/>
                    </a:lnTo>
                    <a:lnTo>
                      <a:pt x="224" y="132"/>
                    </a:lnTo>
                    <a:lnTo>
                      <a:pt x="220" y="132"/>
                    </a:lnTo>
                    <a:lnTo>
                      <a:pt x="224" y="132"/>
                    </a:lnTo>
                    <a:lnTo>
                      <a:pt x="220" y="136"/>
                    </a:lnTo>
                    <a:lnTo>
                      <a:pt x="220" y="140"/>
                    </a:lnTo>
                    <a:lnTo>
                      <a:pt x="216" y="140"/>
                    </a:lnTo>
                    <a:lnTo>
                      <a:pt x="220" y="140"/>
                    </a:lnTo>
                    <a:lnTo>
                      <a:pt x="220" y="146"/>
                    </a:lnTo>
                    <a:lnTo>
                      <a:pt x="224" y="146"/>
                    </a:lnTo>
                    <a:lnTo>
                      <a:pt x="230" y="146"/>
                    </a:lnTo>
                    <a:lnTo>
                      <a:pt x="234" y="146"/>
                    </a:lnTo>
                    <a:lnTo>
                      <a:pt x="238" y="146"/>
                    </a:lnTo>
                    <a:lnTo>
                      <a:pt x="242" y="146"/>
                    </a:lnTo>
                    <a:lnTo>
                      <a:pt x="244" y="146"/>
                    </a:lnTo>
                    <a:lnTo>
                      <a:pt x="248" y="146"/>
                    </a:lnTo>
                    <a:lnTo>
                      <a:pt x="254" y="150"/>
                    </a:lnTo>
                    <a:lnTo>
                      <a:pt x="254" y="146"/>
                    </a:lnTo>
                    <a:lnTo>
                      <a:pt x="258" y="146"/>
                    </a:lnTo>
                    <a:lnTo>
                      <a:pt x="258" y="140"/>
                    </a:lnTo>
                    <a:lnTo>
                      <a:pt x="262" y="140"/>
                    </a:lnTo>
                    <a:lnTo>
                      <a:pt x="266" y="140"/>
                    </a:lnTo>
                    <a:lnTo>
                      <a:pt x="266" y="146"/>
                    </a:lnTo>
                    <a:lnTo>
                      <a:pt x="262" y="146"/>
                    </a:lnTo>
                    <a:lnTo>
                      <a:pt x="266" y="146"/>
                    </a:lnTo>
                    <a:lnTo>
                      <a:pt x="266" y="140"/>
                    </a:lnTo>
                    <a:lnTo>
                      <a:pt x="266" y="136"/>
                    </a:lnTo>
                    <a:lnTo>
                      <a:pt x="262" y="136"/>
                    </a:lnTo>
                    <a:lnTo>
                      <a:pt x="258" y="136"/>
                    </a:lnTo>
                    <a:lnTo>
                      <a:pt x="254" y="136"/>
                    </a:lnTo>
                    <a:lnTo>
                      <a:pt x="254" y="140"/>
                    </a:lnTo>
                    <a:lnTo>
                      <a:pt x="248" y="136"/>
                    </a:lnTo>
                    <a:lnTo>
                      <a:pt x="254" y="136"/>
                    </a:lnTo>
                    <a:lnTo>
                      <a:pt x="254" y="132"/>
                    </a:lnTo>
                    <a:lnTo>
                      <a:pt x="248" y="128"/>
                    </a:lnTo>
                    <a:lnTo>
                      <a:pt x="244" y="128"/>
                    </a:lnTo>
                    <a:lnTo>
                      <a:pt x="242" y="128"/>
                    </a:lnTo>
                    <a:lnTo>
                      <a:pt x="242" y="124"/>
                    </a:lnTo>
                    <a:lnTo>
                      <a:pt x="244" y="122"/>
                    </a:lnTo>
                    <a:lnTo>
                      <a:pt x="248" y="124"/>
                    </a:lnTo>
                    <a:lnTo>
                      <a:pt x="248" y="128"/>
                    </a:lnTo>
                    <a:lnTo>
                      <a:pt x="254" y="132"/>
                    </a:lnTo>
                    <a:lnTo>
                      <a:pt x="258" y="136"/>
                    </a:lnTo>
                    <a:lnTo>
                      <a:pt x="262" y="132"/>
                    </a:lnTo>
                    <a:lnTo>
                      <a:pt x="266" y="132"/>
                    </a:lnTo>
                    <a:lnTo>
                      <a:pt x="266" y="136"/>
                    </a:lnTo>
                    <a:lnTo>
                      <a:pt x="270" y="136"/>
                    </a:lnTo>
                    <a:lnTo>
                      <a:pt x="272" y="136"/>
                    </a:lnTo>
                    <a:lnTo>
                      <a:pt x="278" y="136"/>
                    </a:lnTo>
                    <a:lnTo>
                      <a:pt x="278" y="132"/>
                    </a:lnTo>
                    <a:lnTo>
                      <a:pt x="278" y="128"/>
                    </a:lnTo>
                    <a:lnTo>
                      <a:pt x="272" y="132"/>
                    </a:lnTo>
                    <a:lnTo>
                      <a:pt x="270" y="132"/>
                    </a:lnTo>
                    <a:lnTo>
                      <a:pt x="270" y="128"/>
                    </a:lnTo>
                    <a:lnTo>
                      <a:pt x="266" y="128"/>
                    </a:lnTo>
                    <a:lnTo>
                      <a:pt x="262" y="128"/>
                    </a:lnTo>
                    <a:lnTo>
                      <a:pt x="262" y="132"/>
                    </a:lnTo>
                    <a:lnTo>
                      <a:pt x="258" y="132"/>
                    </a:lnTo>
                    <a:lnTo>
                      <a:pt x="254" y="132"/>
                    </a:lnTo>
                    <a:lnTo>
                      <a:pt x="254" y="128"/>
                    </a:lnTo>
                    <a:lnTo>
                      <a:pt x="254" y="124"/>
                    </a:lnTo>
                    <a:lnTo>
                      <a:pt x="254" y="122"/>
                    </a:lnTo>
                    <a:lnTo>
                      <a:pt x="258" y="122"/>
                    </a:lnTo>
                    <a:lnTo>
                      <a:pt x="254" y="122"/>
                    </a:lnTo>
                    <a:lnTo>
                      <a:pt x="244" y="122"/>
                    </a:lnTo>
                    <a:lnTo>
                      <a:pt x="242" y="122"/>
                    </a:lnTo>
                    <a:lnTo>
                      <a:pt x="244" y="122"/>
                    </a:lnTo>
                    <a:lnTo>
                      <a:pt x="244" y="116"/>
                    </a:lnTo>
                    <a:lnTo>
                      <a:pt x="242" y="122"/>
                    </a:lnTo>
                    <a:lnTo>
                      <a:pt x="238" y="122"/>
                    </a:lnTo>
                    <a:lnTo>
                      <a:pt x="234" y="122"/>
                    </a:lnTo>
                    <a:lnTo>
                      <a:pt x="230" y="122"/>
                    </a:lnTo>
                    <a:lnTo>
                      <a:pt x="224" y="116"/>
                    </a:lnTo>
                    <a:lnTo>
                      <a:pt x="220" y="116"/>
                    </a:lnTo>
                    <a:lnTo>
                      <a:pt x="224" y="116"/>
                    </a:lnTo>
                    <a:lnTo>
                      <a:pt x="220" y="112"/>
                    </a:lnTo>
                    <a:lnTo>
                      <a:pt x="220" y="108"/>
                    </a:lnTo>
                    <a:lnTo>
                      <a:pt x="220" y="104"/>
                    </a:lnTo>
                    <a:lnTo>
                      <a:pt x="216" y="104"/>
                    </a:lnTo>
                    <a:lnTo>
                      <a:pt x="212" y="104"/>
                    </a:lnTo>
                    <a:lnTo>
                      <a:pt x="212" y="100"/>
                    </a:lnTo>
                    <a:lnTo>
                      <a:pt x="210" y="100"/>
                    </a:lnTo>
                    <a:lnTo>
                      <a:pt x="200" y="94"/>
                    </a:lnTo>
                    <a:lnTo>
                      <a:pt x="200" y="90"/>
                    </a:lnTo>
                    <a:lnTo>
                      <a:pt x="196" y="90"/>
                    </a:lnTo>
                    <a:lnTo>
                      <a:pt x="192" y="90"/>
                    </a:lnTo>
                    <a:lnTo>
                      <a:pt x="188" y="90"/>
                    </a:lnTo>
                    <a:lnTo>
                      <a:pt x="188" y="88"/>
                    </a:lnTo>
                    <a:lnTo>
                      <a:pt x="184" y="88"/>
                    </a:lnTo>
                    <a:lnTo>
                      <a:pt x="184" y="84"/>
                    </a:lnTo>
                    <a:lnTo>
                      <a:pt x="180" y="84"/>
                    </a:lnTo>
                    <a:lnTo>
                      <a:pt x="176" y="84"/>
                    </a:lnTo>
                    <a:lnTo>
                      <a:pt x="180" y="84"/>
                    </a:lnTo>
                    <a:lnTo>
                      <a:pt x="176" y="84"/>
                    </a:lnTo>
                    <a:lnTo>
                      <a:pt x="180" y="84"/>
                    </a:lnTo>
                    <a:lnTo>
                      <a:pt x="184" y="84"/>
                    </a:lnTo>
                    <a:lnTo>
                      <a:pt x="184" y="80"/>
                    </a:lnTo>
                    <a:lnTo>
                      <a:pt x="184" y="76"/>
                    </a:lnTo>
                    <a:lnTo>
                      <a:pt x="184" y="70"/>
                    </a:lnTo>
                    <a:lnTo>
                      <a:pt x="188" y="70"/>
                    </a:lnTo>
                    <a:lnTo>
                      <a:pt x="192" y="70"/>
                    </a:lnTo>
                    <a:lnTo>
                      <a:pt x="196" y="70"/>
                    </a:lnTo>
                    <a:lnTo>
                      <a:pt x="200" y="70"/>
                    </a:lnTo>
                    <a:lnTo>
                      <a:pt x="204" y="66"/>
                    </a:lnTo>
                    <a:lnTo>
                      <a:pt x="210" y="66"/>
                    </a:lnTo>
                    <a:lnTo>
                      <a:pt x="212" y="66"/>
                    </a:lnTo>
                    <a:lnTo>
                      <a:pt x="216" y="66"/>
                    </a:lnTo>
                    <a:lnTo>
                      <a:pt x="220" y="66"/>
                    </a:lnTo>
                    <a:lnTo>
                      <a:pt x="224" y="62"/>
                    </a:lnTo>
                    <a:lnTo>
                      <a:pt x="230" y="62"/>
                    </a:lnTo>
                    <a:lnTo>
                      <a:pt x="230" y="58"/>
                    </a:lnTo>
                    <a:lnTo>
                      <a:pt x="234" y="56"/>
                    </a:lnTo>
                    <a:lnTo>
                      <a:pt x="230" y="58"/>
                    </a:lnTo>
                    <a:lnTo>
                      <a:pt x="234" y="56"/>
                    </a:lnTo>
                    <a:lnTo>
                      <a:pt x="234" y="50"/>
                    </a:lnTo>
                    <a:lnTo>
                      <a:pt x="234" y="46"/>
                    </a:lnTo>
                    <a:lnTo>
                      <a:pt x="238" y="46"/>
                    </a:lnTo>
                    <a:lnTo>
                      <a:pt x="234" y="46"/>
                    </a:lnTo>
                    <a:lnTo>
                      <a:pt x="238" y="42"/>
                    </a:lnTo>
                    <a:lnTo>
                      <a:pt x="242" y="42"/>
                    </a:lnTo>
                    <a:lnTo>
                      <a:pt x="242" y="38"/>
                    </a:lnTo>
                    <a:lnTo>
                      <a:pt x="244" y="34"/>
                    </a:lnTo>
                    <a:lnTo>
                      <a:pt x="248" y="28"/>
                    </a:lnTo>
                    <a:lnTo>
                      <a:pt x="254" y="28"/>
                    </a:lnTo>
                    <a:lnTo>
                      <a:pt x="254" y="34"/>
                    </a:lnTo>
                    <a:lnTo>
                      <a:pt x="248" y="34"/>
                    </a:lnTo>
                    <a:lnTo>
                      <a:pt x="254" y="34"/>
                    </a:lnTo>
                    <a:lnTo>
                      <a:pt x="254" y="28"/>
                    </a:lnTo>
                    <a:lnTo>
                      <a:pt x="258" y="28"/>
                    </a:lnTo>
                    <a:lnTo>
                      <a:pt x="262" y="28"/>
                    </a:lnTo>
                    <a:lnTo>
                      <a:pt x="266" y="28"/>
                    </a:lnTo>
                    <a:lnTo>
                      <a:pt x="270" y="28"/>
                    </a:lnTo>
                    <a:lnTo>
                      <a:pt x="270" y="26"/>
                    </a:lnTo>
                    <a:lnTo>
                      <a:pt x="272" y="26"/>
                    </a:lnTo>
                    <a:lnTo>
                      <a:pt x="272" y="22"/>
                    </a:lnTo>
                    <a:lnTo>
                      <a:pt x="278" y="22"/>
                    </a:lnTo>
                    <a:lnTo>
                      <a:pt x="282" y="22"/>
                    </a:lnTo>
                    <a:lnTo>
                      <a:pt x="282" y="26"/>
                    </a:lnTo>
                    <a:lnTo>
                      <a:pt x="278" y="26"/>
                    </a:lnTo>
                    <a:lnTo>
                      <a:pt x="282" y="26"/>
                    </a:lnTo>
                    <a:lnTo>
                      <a:pt x="282" y="28"/>
                    </a:lnTo>
                    <a:lnTo>
                      <a:pt x="282" y="26"/>
                    </a:lnTo>
                    <a:lnTo>
                      <a:pt x="286" y="26"/>
                    </a:lnTo>
                    <a:lnTo>
                      <a:pt x="290" y="26"/>
                    </a:lnTo>
                    <a:lnTo>
                      <a:pt x="290" y="22"/>
                    </a:lnTo>
                    <a:lnTo>
                      <a:pt x="286" y="22"/>
                    </a:lnTo>
                    <a:lnTo>
                      <a:pt x="286" y="26"/>
                    </a:lnTo>
                    <a:lnTo>
                      <a:pt x="282" y="22"/>
                    </a:lnTo>
                    <a:lnTo>
                      <a:pt x="278" y="22"/>
                    </a:lnTo>
                    <a:lnTo>
                      <a:pt x="282" y="18"/>
                    </a:lnTo>
                    <a:lnTo>
                      <a:pt x="286" y="18"/>
                    </a:lnTo>
                    <a:lnTo>
                      <a:pt x="286" y="14"/>
                    </a:lnTo>
                    <a:lnTo>
                      <a:pt x="290" y="14"/>
                    </a:lnTo>
                    <a:lnTo>
                      <a:pt x="294" y="14"/>
                    </a:lnTo>
                    <a:lnTo>
                      <a:pt x="290" y="14"/>
                    </a:lnTo>
                    <a:lnTo>
                      <a:pt x="294" y="14"/>
                    </a:lnTo>
                    <a:lnTo>
                      <a:pt x="290" y="14"/>
                    </a:lnTo>
                    <a:lnTo>
                      <a:pt x="290" y="18"/>
                    </a:lnTo>
                    <a:lnTo>
                      <a:pt x="294" y="18"/>
                    </a:lnTo>
                    <a:lnTo>
                      <a:pt x="300" y="18"/>
                    </a:lnTo>
                    <a:lnTo>
                      <a:pt x="300" y="14"/>
                    </a:lnTo>
                    <a:lnTo>
                      <a:pt x="300" y="18"/>
                    </a:lnTo>
                    <a:lnTo>
                      <a:pt x="304" y="18"/>
                    </a:lnTo>
                    <a:lnTo>
                      <a:pt x="304" y="14"/>
                    </a:lnTo>
                    <a:lnTo>
                      <a:pt x="306" y="14"/>
                    </a:lnTo>
                    <a:lnTo>
                      <a:pt x="310" y="14"/>
                    </a:lnTo>
                    <a:lnTo>
                      <a:pt x="314" y="14"/>
                    </a:lnTo>
                    <a:lnTo>
                      <a:pt x="318" y="10"/>
                    </a:lnTo>
                    <a:lnTo>
                      <a:pt x="322" y="10"/>
                    </a:lnTo>
                    <a:lnTo>
                      <a:pt x="322" y="4"/>
                    </a:lnTo>
                    <a:lnTo>
                      <a:pt x="326" y="4"/>
                    </a:lnTo>
                    <a:lnTo>
                      <a:pt x="330" y="0"/>
                    </a:lnTo>
                    <a:lnTo>
                      <a:pt x="334" y="0"/>
                    </a:lnTo>
                    <a:lnTo>
                      <a:pt x="338" y="0"/>
                    </a:lnTo>
                    <a:lnTo>
                      <a:pt x="344" y="0"/>
                    </a:lnTo>
                    <a:lnTo>
                      <a:pt x="344" y="4"/>
                    </a:lnTo>
                    <a:lnTo>
                      <a:pt x="348" y="4"/>
                    </a:lnTo>
                    <a:lnTo>
                      <a:pt x="352" y="4"/>
                    </a:lnTo>
                    <a:lnTo>
                      <a:pt x="348" y="10"/>
                    </a:lnTo>
                    <a:lnTo>
                      <a:pt x="344" y="10"/>
                    </a:lnTo>
                    <a:lnTo>
                      <a:pt x="338" y="14"/>
                    </a:lnTo>
                    <a:lnTo>
                      <a:pt x="344" y="14"/>
                    </a:lnTo>
                    <a:lnTo>
                      <a:pt x="344" y="18"/>
                    </a:lnTo>
                    <a:lnTo>
                      <a:pt x="344" y="14"/>
                    </a:lnTo>
                    <a:lnTo>
                      <a:pt x="348" y="14"/>
                    </a:lnTo>
                    <a:lnTo>
                      <a:pt x="352" y="14"/>
                    </a:lnTo>
                    <a:lnTo>
                      <a:pt x="352" y="10"/>
                    </a:lnTo>
                    <a:lnTo>
                      <a:pt x="354" y="10"/>
                    </a:lnTo>
                    <a:lnTo>
                      <a:pt x="354" y="4"/>
                    </a:lnTo>
                    <a:lnTo>
                      <a:pt x="358" y="4"/>
                    </a:lnTo>
                    <a:lnTo>
                      <a:pt x="358" y="10"/>
                    </a:lnTo>
                    <a:lnTo>
                      <a:pt x="354" y="10"/>
                    </a:lnTo>
                    <a:lnTo>
                      <a:pt x="358" y="10"/>
                    </a:lnTo>
                    <a:lnTo>
                      <a:pt x="358" y="4"/>
                    </a:lnTo>
                    <a:lnTo>
                      <a:pt x="362" y="10"/>
                    </a:lnTo>
                    <a:lnTo>
                      <a:pt x="362" y="14"/>
                    </a:lnTo>
                    <a:lnTo>
                      <a:pt x="368" y="14"/>
                    </a:lnTo>
                    <a:lnTo>
                      <a:pt x="372" y="14"/>
                    </a:lnTo>
                    <a:lnTo>
                      <a:pt x="372" y="18"/>
                    </a:lnTo>
                    <a:lnTo>
                      <a:pt x="376" y="14"/>
                    </a:lnTo>
                    <a:lnTo>
                      <a:pt x="380" y="14"/>
                    </a:lnTo>
                    <a:lnTo>
                      <a:pt x="382" y="14"/>
                    </a:lnTo>
                    <a:lnTo>
                      <a:pt x="386" y="14"/>
                    </a:lnTo>
                    <a:lnTo>
                      <a:pt x="392" y="14"/>
                    </a:lnTo>
                    <a:lnTo>
                      <a:pt x="396" y="14"/>
                    </a:lnTo>
                    <a:lnTo>
                      <a:pt x="400" y="14"/>
                    </a:lnTo>
                    <a:lnTo>
                      <a:pt x="400" y="18"/>
                    </a:lnTo>
                    <a:lnTo>
                      <a:pt x="396" y="18"/>
                    </a:lnTo>
                    <a:lnTo>
                      <a:pt x="396" y="22"/>
                    </a:lnTo>
                    <a:lnTo>
                      <a:pt x="400" y="22"/>
                    </a:lnTo>
                    <a:lnTo>
                      <a:pt x="404" y="22"/>
                    </a:lnTo>
                    <a:lnTo>
                      <a:pt x="400" y="22"/>
                    </a:lnTo>
                    <a:lnTo>
                      <a:pt x="396" y="22"/>
                    </a:lnTo>
                    <a:lnTo>
                      <a:pt x="400" y="22"/>
                    </a:lnTo>
                    <a:lnTo>
                      <a:pt x="404" y="22"/>
                    </a:lnTo>
                    <a:lnTo>
                      <a:pt x="408" y="22"/>
                    </a:lnTo>
                    <a:lnTo>
                      <a:pt x="408" y="26"/>
                    </a:lnTo>
                    <a:lnTo>
                      <a:pt x="404" y="26"/>
                    </a:lnTo>
                    <a:lnTo>
                      <a:pt x="408" y="26"/>
                    </a:lnTo>
                    <a:lnTo>
                      <a:pt x="414" y="26"/>
                    </a:lnTo>
                    <a:lnTo>
                      <a:pt x="416" y="26"/>
                    </a:lnTo>
                    <a:lnTo>
                      <a:pt x="420" y="26"/>
                    </a:lnTo>
                    <a:lnTo>
                      <a:pt x="424" y="26"/>
                    </a:lnTo>
                    <a:lnTo>
                      <a:pt x="424" y="22"/>
                    </a:lnTo>
                    <a:lnTo>
                      <a:pt x="428" y="22"/>
                    </a:lnTo>
                    <a:lnTo>
                      <a:pt x="428" y="26"/>
                    </a:lnTo>
                    <a:lnTo>
                      <a:pt x="432" y="26"/>
                    </a:lnTo>
                    <a:lnTo>
                      <a:pt x="438" y="26"/>
                    </a:lnTo>
                    <a:lnTo>
                      <a:pt x="438" y="22"/>
                    </a:lnTo>
                    <a:lnTo>
                      <a:pt x="444" y="22"/>
                    </a:lnTo>
                    <a:lnTo>
                      <a:pt x="444" y="26"/>
                    </a:lnTo>
                    <a:lnTo>
                      <a:pt x="448" y="26"/>
                    </a:lnTo>
                    <a:lnTo>
                      <a:pt x="452" y="26"/>
                    </a:lnTo>
                    <a:lnTo>
                      <a:pt x="456" y="26"/>
                    </a:lnTo>
                    <a:lnTo>
                      <a:pt x="456" y="28"/>
                    </a:lnTo>
                    <a:lnTo>
                      <a:pt x="462" y="28"/>
                    </a:lnTo>
                    <a:lnTo>
                      <a:pt x="466" y="26"/>
                    </a:lnTo>
                    <a:lnTo>
                      <a:pt x="466" y="28"/>
                    </a:lnTo>
                    <a:lnTo>
                      <a:pt x="470" y="28"/>
                    </a:lnTo>
                    <a:lnTo>
                      <a:pt x="474" y="34"/>
                    </a:lnTo>
                    <a:lnTo>
                      <a:pt x="476" y="34"/>
                    </a:lnTo>
                    <a:lnTo>
                      <a:pt x="482" y="34"/>
                    </a:lnTo>
                    <a:lnTo>
                      <a:pt x="486" y="34"/>
                    </a:lnTo>
                    <a:lnTo>
                      <a:pt x="490" y="34"/>
                    </a:lnTo>
                    <a:lnTo>
                      <a:pt x="494" y="34"/>
                    </a:lnTo>
                    <a:lnTo>
                      <a:pt x="498" y="34"/>
                    </a:lnTo>
                    <a:lnTo>
                      <a:pt x="502" y="34"/>
                    </a:lnTo>
                    <a:lnTo>
                      <a:pt x="508" y="38"/>
                    </a:lnTo>
                    <a:lnTo>
                      <a:pt x="510" y="38"/>
                    </a:lnTo>
                    <a:lnTo>
                      <a:pt x="514" y="38"/>
                    </a:lnTo>
                    <a:lnTo>
                      <a:pt x="518" y="38"/>
                    </a:lnTo>
                    <a:lnTo>
                      <a:pt x="522" y="38"/>
                    </a:lnTo>
                    <a:lnTo>
                      <a:pt x="528" y="38"/>
                    </a:lnTo>
                    <a:lnTo>
                      <a:pt x="528" y="34"/>
                    </a:lnTo>
                    <a:lnTo>
                      <a:pt x="536" y="34"/>
                    </a:lnTo>
                    <a:lnTo>
                      <a:pt x="538" y="34"/>
                    </a:lnTo>
                    <a:lnTo>
                      <a:pt x="542" y="34"/>
                    </a:lnTo>
                    <a:lnTo>
                      <a:pt x="546" y="34"/>
                    </a:lnTo>
                    <a:lnTo>
                      <a:pt x="552" y="38"/>
                    </a:lnTo>
                    <a:lnTo>
                      <a:pt x="556" y="38"/>
                    </a:lnTo>
                    <a:lnTo>
                      <a:pt x="556" y="42"/>
                    </a:lnTo>
                    <a:lnTo>
                      <a:pt x="560" y="42"/>
                    </a:lnTo>
                    <a:lnTo>
                      <a:pt x="564" y="42"/>
                    </a:lnTo>
                    <a:lnTo>
                      <a:pt x="564" y="46"/>
                    </a:lnTo>
                    <a:lnTo>
                      <a:pt x="568" y="46"/>
                    </a:lnTo>
                    <a:lnTo>
                      <a:pt x="570" y="46"/>
                    </a:lnTo>
                    <a:lnTo>
                      <a:pt x="576" y="46"/>
                    </a:lnTo>
                    <a:lnTo>
                      <a:pt x="576" y="50"/>
                    </a:lnTo>
                    <a:lnTo>
                      <a:pt x="576" y="56"/>
                    </a:lnTo>
                    <a:lnTo>
                      <a:pt x="576" y="66"/>
                    </a:lnTo>
                    <a:lnTo>
                      <a:pt x="576" y="80"/>
                    </a:lnTo>
                    <a:lnTo>
                      <a:pt x="576" y="88"/>
                    </a:lnTo>
                    <a:lnTo>
                      <a:pt x="576" y="90"/>
                    </a:lnTo>
                    <a:lnTo>
                      <a:pt x="576" y="94"/>
                    </a:lnTo>
                    <a:lnTo>
                      <a:pt x="576" y="100"/>
                    </a:lnTo>
                    <a:lnTo>
                      <a:pt x="576" y="108"/>
                    </a:lnTo>
                    <a:lnTo>
                      <a:pt x="576" y="112"/>
                    </a:lnTo>
                    <a:lnTo>
                      <a:pt x="576" y="122"/>
                    </a:lnTo>
                    <a:lnTo>
                      <a:pt x="576" y="124"/>
                    </a:lnTo>
                    <a:lnTo>
                      <a:pt x="576" y="128"/>
                    </a:lnTo>
                    <a:lnTo>
                      <a:pt x="576" y="132"/>
                    </a:lnTo>
                    <a:lnTo>
                      <a:pt x="576" y="146"/>
                    </a:lnTo>
                    <a:lnTo>
                      <a:pt x="576" y="156"/>
                    </a:lnTo>
                    <a:lnTo>
                      <a:pt x="576" y="170"/>
                    </a:lnTo>
                    <a:lnTo>
                      <a:pt x="576" y="194"/>
                    </a:lnTo>
                    <a:lnTo>
                      <a:pt x="576" y="202"/>
                    </a:lnTo>
                    <a:lnTo>
                      <a:pt x="576" y="206"/>
                    </a:lnTo>
                    <a:lnTo>
                      <a:pt x="576" y="222"/>
                    </a:lnTo>
                    <a:lnTo>
                      <a:pt x="576" y="236"/>
                    </a:lnTo>
                    <a:lnTo>
                      <a:pt x="576" y="278"/>
                    </a:lnTo>
                    <a:lnTo>
                      <a:pt x="576" y="292"/>
                    </a:lnTo>
                    <a:lnTo>
                      <a:pt x="576" y="294"/>
                    </a:lnTo>
                    <a:lnTo>
                      <a:pt x="584" y="294"/>
                    </a:lnTo>
                    <a:lnTo>
                      <a:pt x="592" y="294"/>
                    </a:lnTo>
                    <a:lnTo>
                      <a:pt x="598" y="294"/>
                    </a:lnTo>
                    <a:lnTo>
                      <a:pt x="598" y="292"/>
                    </a:lnTo>
                    <a:lnTo>
                      <a:pt x="600" y="292"/>
                    </a:lnTo>
                    <a:lnTo>
                      <a:pt x="604" y="292"/>
                    </a:lnTo>
                    <a:lnTo>
                      <a:pt x="604" y="294"/>
                    </a:lnTo>
                    <a:lnTo>
                      <a:pt x="604" y="298"/>
                    </a:lnTo>
                    <a:lnTo>
                      <a:pt x="608" y="304"/>
                    </a:lnTo>
                    <a:lnTo>
                      <a:pt x="612" y="304"/>
                    </a:lnTo>
                    <a:lnTo>
                      <a:pt x="612" y="308"/>
                    </a:lnTo>
                    <a:lnTo>
                      <a:pt x="616" y="312"/>
                    </a:lnTo>
                    <a:lnTo>
                      <a:pt x="622" y="312"/>
                    </a:lnTo>
                    <a:lnTo>
                      <a:pt x="626" y="316"/>
                    </a:lnTo>
                    <a:lnTo>
                      <a:pt x="630" y="320"/>
                    </a:lnTo>
                    <a:lnTo>
                      <a:pt x="630" y="322"/>
                    </a:lnTo>
                    <a:lnTo>
                      <a:pt x="630" y="328"/>
                    </a:lnTo>
                    <a:lnTo>
                      <a:pt x="632" y="328"/>
                    </a:lnTo>
                    <a:lnTo>
                      <a:pt x="632" y="322"/>
                    </a:lnTo>
                    <a:lnTo>
                      <a:pt x="636" y="322"/>
                    </a:lnTo>
                    <a:lnTo>
                      <a:pt x="640" y="322"/>
                    </a:lnTo>
                    <a:lnTo>
                      <a:pt x="646" y="322"/>
                    </a:lnTo>
                    <a:lnTo>
                      <a:pt x="646" y="320"/>
                    </a:lnTo>
                    <a:lnTo>
                      <a:pt x="646" y="316"/>
                    </a:lnTo>
                    <a:lnTo>
                      <a:pt x="650" y="316"/>
                    </a:lnTo>
                    <a:lnTo>
                      <a:pt x="650" y="312"/>
                    </a:lnTo>
                    <a:lnTo>
                      <a:pt x="654" y="312"/>
                    </a:lnTo>
                    <a:lnTo>
                      <a:pt x="654" y="308"/>
                    </a:lnTo>
                    <a:lnTo>
                      <a:pt x="658" y="308"/>
                    </a:lnTo>
                    <a:lnTo>
                      <a:pt x="662" y="308"/>
                    </a:lnTo>
                    <a:lnTo>
                      <a:pt x="666" y="312"/>
                    </a:lnTo>
                    <a:lnTo>
                      <a:pt x="670" y="312"/>
                    </a:lnTo>
                    <a:lnTo>
                      <a:pt x="670" y="316"/>
                    </a:lnTo>
                    <a:lnTo>
                      <a:pt x="666" y="316"/>
                    </a:lnTo>
                    <a:lnTo>
                      <a:pt x="670" y="320"/>
                    </a:lnTo>
                    <a:lnTo>
                      <a:pt x="674" y="320"/>
                    </a:lnTo>
                    <a:lnTo>
                      <a:pt x="674" y="322"/>
                    </a:lnTo>
                    <a:lnTo>
                      <a:pt x="678" y="322"/>
                    </a:lnTo>
                    <a:lnTo>
                      <a:pt x="678" y="328"/>
                    </a:lnTo>
                    <a:lnTo>
                      <a:pt x="680" y="328"/>
                    </a:lnTo>
                    <a:lnTo>
                      <a:pt x="680" y="332"/>
                    </a:lnTo>
                    <a:lnTo>
                      <a:pt x="684" y="332"/>
                    </a:lnTo>
                    <a:lnTo>
                      <a:pt x="684" y="336"/>
                    </a:lnTo>
                    <a:lnTo>
                      <a:pt x="690" y="336"/>
                    </a:lnTo>
                    <a:lnTo>
                      <a:pt x="694" y="340"/>
                    </a:lnTo>
                    <a:lnTo>
                      <a:pt x="694" y="344"/>
                    </a:lnTo>
                    <a:lnTo>
                      <a:pt x="698" y="344"/>
                    </a:lnTo>
                    <a:lnTo>
                      <a:pt x="698" y="350"/>
                    </a:lnTo>
                    <a:lnTo>
                      <a:pt x="698" y="354"/>
                    </a:lnTo>
                    <a:lnTo>
                      <a:pt x="702" y="354"/>
                    </a:lnTo>
                    <a:lnTo>
                      <a:pt x="702" y="356"/>
                    </a:lnTo>
                    <a:lnTo>
                      <a:pt x="706" y="360"/>
                    </a:lnTo>
                    <a:lnTo>
                      <a:pt x="706" y="364"/>
                    </a:lnTo>
                    <a:lnTo>
                      <a:pt x="708" y="364"/>
                    </a:lnTo>
                    <a:lnTo>
                      <a:pt x="708" y="368"/>
                    </a:lnTo>
                    <a:lnTo>
                      <a:pt x="708" y="374"/>
                    </a:lnTo>
                    <a:lnTo>
                      <a:pt x="714" y="374"/>
                    </a:lnTo>
                    <a:lnTo>
                      <a:pt x="714" y="378"/>
                    </a:lnTo>
                    <a:lnTo>
                      <a:pt x="718" y="382"/>
                    </a:lnTo>
                    <a:lnTo>
                      <a:pt x="718" y="384"/>
                    </a:lnTo>
                    <a:lnTo>
                      <a:pt x="722" y="384"/>
                    </a:lnTo>
                    <a:lnTo>
                      <a:pt x="726" y="384"/>
                    </a:lnTo>
                    <a:lnTo>
                      <a:pt x="726" y="388"/>
                    </a:lnTo>
                    <a:lnTo>
                      <a:pt x="730" y="388"/>
                    </a:lnTo>
                    <a:lnTo>
                      <a:pt x="736" y="388"/>
                    </a:lnTo>
                    <a:lnTo>
                      <a:pt x="736" y="392"/>
                    </a:lnTo>
                    <a:lnTo>
                      <a:pt x="740" y="392"/>
                    </a:lnTo>
                    <a:lnTo>
                      <a:pt x="740" y="398"/>
                    </a:lnTo>
                    <a:lnTo>
                      <a:pt x="742" y="398"/>
                    </a:lnTo>
                    <a:lnTo>
                      <a:pt x="746" y="398"/>
                    </a:lnTo>
                    <a:lnTo>
                      <a:pt x="746" y="402"/>
                    </a:lnTo>
                    <a:lnTo>
                      <a:pt x="742" y="402"/>
                    </a:lnTo>
                    <a:lnTo>
                      <a:pt x="742" y="406"/>
                    </a:lnTo>
                    <a:lnTo>
                      <a:pt x="742" y="410"/>
                    </a:lnTo>
                    <a:lnTo>
                      <a:pt x="742" y="414"/>
                    </a:lnTo>
                    <a:lnTo>
                      <a:pt x="746" y="418"/>
                    </a:lnTo>
                    <a:lnTo>
                      <a:pt x="742" y="418"/>
                    </a:lnTo>
                    <a:lnTo>
                      <a:pt x="742" y="422"/>
                    </a:lnTo>
                    <a:lnTo>
                      <a:pt x="740" y="426"/>
                    </a:lnTo>
                    <a:lnTo>
                      <a:pt x="736" y="426"/>
                    </a:lnTo>
                    <a:lnTo>
                      <a:pt x="736" y="430"/>
                    </a:lnTo>
                    <a:lnTo>
                      <a:pt x="736" y="426"/>
                    </a:lnTo>
                    <a:lnTo>
                      <a:pt x="736" y="430"/>
                    </a:lnTo>
                    <a:lnTo>
                      <a:pt x="730" y="430"/>
                    </a:lnTo>
                    <a:lnTo>
                      <a:pt x="730" y="426"/>
                    </a:lnTo>
                    <a:lnTo>
                      <a:pt x="730" y="422"/>
                    </a:lnTo>
                    <a:lnTo>
                      <a:pt x="736" y="422"/>
                    </a:lnTo>
                    <a:lnTo>
                      <a:pt x="740" y="418"/>
                    </a:lnTo>
                    <a:lnTo>
                      <a:pt x="740" y="414"/>
                    </a:lnTo>
                    <a:lnTo>
                      <a:pt x="740" y="418"/>
                    </a:lnTo>
                    <a:lnTo>
                      <a:pt x="736" y="418"/>
                    </a:lnTo>
                    <a:lnTo>
                      <a:pt x="736" y="422"/>
                    </a:lnTo>
                    <a:lnTo>
                      <a:pt x="736" y="418"/>
                    </a:lnTo>
                    <a:lnTo>
                      <a:pt x="730" y="422"/>
                    </a:lnTo>
                    <a:lnTo>
                      <a:pt x="730" y="418"/>
                    </a:lnTo>
                    <a:lnTo>
                      <a:pt x="736" y="418"/>
                    </a:lnTo>
                    <a:lnTo>
                      <a:pt x="736" y="414"/>
                    </a:lnTo>
                    <a:lnTo>
                      <a:pt x="730" y="414"/>
                    </a:lnTo>
                    <a:lnTo>
                      <a:pt x="730" y="410"/>
                    </a:lnTo>
                    <a:lnTo>
                      <a:pt x="730" y="406"/>
                    </a:lnTo>
                    <a:lnTo>
                      <a:pt x="730" y="402"/>
                    </a:lnTo>
                    <a:lnTo>
                      <a:pt x="726" y="402"/>
                    </a:lnTo>
                    <a:lnTo>
                      <a:pt x="726" y="398"/>
                    </a:lnTo>
                    <a:lnTo>
                      <a:pt x="730" y="398"/>
                    </a:lnTo>
                    <a:lnTo>
                      <a:pt x="726" y="398"/>
                    </a:lnTo>
                    <a:lnTo>
                      <a:pt x="726" y="402"/>
                    </a:lnTo>
                    <a:lnTo>
                      <a:pt x="722" y="402"/>
                    </a:lnTo>
                    <a:lnTo>
                      <a:pt x="722" y="398"/>
                    </a:lnTo>
                    <a:lnTo>
                      <a:pt x="722" y="402"/>
                    </a:lnTo>
                    <a:lnTo>
                      <a:pt x="718" y="402"/>
                    </a:lnTo>
                    <a:lnTo>
                      <a:pt x="714" y="402"/>
                    </a:lnTo>
                    <a:lnTo>
                      <a:pt x="718" y="402"/>
                    </a:lnTo>
                    <a:lnTo>
                      <a:pt x="718" y="406"/>
                    </a:lnTo>
                    <a:lnTo>
                      <a:pt x="718" y="410"/>
                    </a:lnTo>
                    <a:lnTo>
                      <a:pt x="714" y="410"/>
                    </a:lnTo>
                    <a:lnTo>
                      <a:pt x="708" y="410"/>
                    </a:lnTo>
                    <a:lnTo>
                      <a:pt x="708" y="406"/>
                    </a:lnTo>
                    <a:lnTo>
                      <a:pt x="714" y="406"/>
                    </a:lnTo>
                    <a:lnTo>
                      <a:pt x="714" y="402"/>
                    </a:lnTo>
                    <a:lnTo>
                      <a:pt x="714" y="398"/>
                    </a:lnTo>
                    <a:lnTo>
                      <a:pt x="714" y="392"/>
                    </a:lnTo>
                    <a:lnTo>
                      <a:pt x="718" y="392"/>
                    </a:lnTo>
                    <a:lnTo>
                      <a:pt x="714" y="392"/>
                    </a:lnTo>
                    <a:lnTo>
                      <a:pt x="714" y="388"/>
                    </a:lnTo>
                    <a:lnTo>
                      <a:pt x="708" y="388"/>
                    </a:lnTo>
                    <a:lnTo>
                      <a:pt x="708" y="384"/>
                    </a:lnTo>
                    <a:lnTo>
                      <a:pt x="706" y="384"/>
                    </a:lnTo>
                    <a:lnTo>
                      <a:pt x="706" y="382"/>
                    </a:lnTo>
                    <a:lnTo>
                      <a:pt x="708" y="382"/>
                    </a:lnTo>
                    <a:lnTo>
                      <a:pt x="706" y="382"/>
                    </a:lnTo>
                    <a:lnTo>
                      <a:pt x="702" y="382"/>
                    </a:lnTo>
                    <a:lnTo>
                      <a:pt x="702" y="378"/>
                    </a:lnTo>
                    <a:lnTo>
                      <a:pt x="702" y="374"/>
                    </a:lnTo>
                    <a:lnTo>
                      <a:pt x="698" y="374"/>
                    </a:lnTo>
                    <a:lnTo>
                      <a:pt x="694" y="374"/>
                    </a:lnTo>
                    <a:lnTo>
                      <a:pt x="690" y="374"/>
                    </a:lnTo>
                    <a:lnTo>
                      <a:pt x="690" y="368"/>
                    </a:lnTo>
                    <a:lnTo>
                      <a:pt x="694" y="368"/>
                    </a:lnTo>
                    <a:lnTo>
                      <a:pt x="698" y="368"/>
                    </a:lnTo>
                    <a:lnTo>
                      <a:pt x="698" y="364"/>
                    </a:lnTo>
                    <a:lnTo>
                      <a:pt x="698" y="368"/>
                    </a:lnTo>
                    <a:lnTo>
                      <a:pt x="694" y="368"/>
                    </a:lnTo>
                    <a:lnTo>
                      <a:pt x="694" y="364"/>
                    </a:lnTo>
                    <a:lnTo>
                      <a:pt x="690" y="364"/>
                    </a:lnTo>
                    <a:lnTo>
                      <a:pt x="694" y="360"/>
                    </a:lnTo>
                    <a:lnTo>
                      <a:pt x="690" y="360"/>
                    </a:lnTo>
                    <a:lnTo>
                      <a:pt x="690" y="356"/>
                    </a:lnTo>
                    <a:lnTo>
                      <a:pt x="698" y="360"/>
                    </a:lnTo>
                    <a:lnTo>
                      <a:pt x="694" y="360"/>
                    </a:lnTo>
                    <a:lnTo>
                      <a:pt x="694" y="356"/>
                    </a:lnTo>
                    <a:lnTo>
                      <a:pt x="690" y="356"/>
                    </a:lnTo>
                    <a:lnTo>
                      <a:pt x="690" y="354"/>
                    </a:lnTo>
                    <a:lnTo>
                      <a:pt x="694" y="354"/>
                    </a:lnTo>
                    <a:lnTo>
                      <a:pt x="698" y="354"/>
                    </a:lnTo>
                    <a:lnTo>
                      <a:pt x="694" y="354"/>
                    </a:lnTo>
                    <a:lnTo>
                      <a:pt x="690" y="354"/>
                    </a:lnTo>
                    <a:lnTo>
                      <a:pt x="690" y="356"/>
                    </a:lnTo>
                    <a:lnTo>
                      <a:pt x="684" y="354"/>
                    </a:lnTo>
                    <a:lnTo>
                      <a:pt x="684" y="350"/>
                    </a:lnTo>
                    <a:lnTo>
                      <a:pt x="690" y="350"/>
                    </a:lnTo>
                    <a:lnTo>
                      <a:pt x="684" y="350"/>
                    </a:lnTo>
                    <a:lnTo>
                      <a:pt x="684" y="354"/>
                    </a:lnTo>
                    <a:lnTo>
                      <a:pt x="684" y="350"/>
                    </a:lnTo>
                    <a:lnTo>
                      <a:pt x="680" y="350"/>
                    </a:lnTo>
                    <a:lnTo>
                      <a:pt x="680" y="344"/>
                    </a:lnTo>
                    <a:lnTo>
                      <a:pt x="684" y="340"/>
                    </a:lnTo>
                    <a:lnTo>
                      <a:pt x="680" y="340"/>
                    </a:lnTo>
                    <a:lnTo>
                      <a:pt x="684" y="340"/>
                    </a:lnTo>
                    <a:lnTo>
                      <a:pt x="684" y="336"/>
                    </a:lnTo>
                    <a:lnTo>
                      <a:pt x="684" y="340"/>
                    </a:lnTo>
                    <a:lnTo>
                      <a:pt x="684" y="336"/>
                    </a:lnTo>
                    <a:lnTo>
                      <a:pt x="684" y="340"/>
                    </a:lnTo>
                    <a:lnTo>
                      <a:pt x="680" y="340"/>
                    </a:lnTo>
                    <a:lnTo>
                      <a:pt x="680" y="344"/>
                    </a:lnTo>
                    <a:lnTo>
                      <a:pt x="678" y="344"/>
                    </a:lnTo>
                    <a:lnTo>
                      <a:pt x="678" y="340"/>
                    </a:lnTo>
                    <a:lnTo>
                      <a:pt x="674" y="340"/>
                    </a:lnTo>
                    <a:lnTo>
                      <a:pt x="670" y="336"/>
                    </a:lnTo>
                    <a:lnTo>
                      <a:pt x="670" y="332"/>
                    </a:lnTo>
                    <a:lnTo>
                      <a:pt x="666" y="332"/>
                    </a:lnTo>
                    <a:lnTo>
                      <a:pt x="666" y="328"/>
                    </a:lnTo>
                    <a:lnTo>
                      <a:pt x="666" y="322"/>
                    </a:lnTo>
                    <a:lnTo>
                      <a:pt x="666" y="320"/>
                    </a:lnTo>
                    <a:lnTo>
                      <a:pt x="662" y="320"/>
                    </a:lnTo>
                    <a:lnTo>
                      <a:pt x="662" y="316"/>
                    </a:lnTo>
                    <a:lnTo>
                      <a:pt x="662" y="320"/>
                    </a:lnTo>
                    <a:lnTo>
                      <a:pt x="666" y="322"/>
                    </a:lnTo>
                    <a:lnTo>
                      <a:pt x="662" y="322"/>
                    </a:lnTo>
                    <a:lnTo>
                      <a:pt x="662" y="320"/>
                    </a:lnTo>
                    <a:lnTo>
                      <a:pt x="662" y="322"/>
                    </a:lnTo>
                    <a:lnTo>
                      <a:pt x="662" y="328"/>
                    </a:lnTo>
                    <a:lnTo>
                      <a:pt x="666" y="328"/>
                    </a:lnTo>
                    <a:lnTo>
                      <a:pt x="666" y="332"/>
                    </a:lnTo>
                    <a:lnTo>
                      <a:pt x="666" y="336"/>
                    </a:lnTo>
                    <a:lnTo>
                      <a:pt x="666" y="340"/>
                    </a:lnTo>
                    <a:lnTo>
                      <a:pt x="670" y="340"/>
                    </a:lnTo>
                    <a:lnTo>
                      <a:pt x="670" y="344"/>
                    </a:lnTo>
                    <a:lnTo>
                      <a:pt x="666" y="344"/>
                    </a:lnTo>
                    <a:lnTo>
                      <a:pt x="662" y="344"/>
                    </a:lnTo>
                    <a:lnTo>
                      <a:pt x="662" y="340"/>
                    </a:lnTo>
                    <a:lnTo>
                      <a:pt x="658" y="340"/>
                    </a:lnTo>
                    <a:lnTo>
                      <a:pt x="654" y="340"/>
                    </a:lnTo>
                    <a:lnTo>
                      <a:pt x="658" y="336"/>
                    </a:lnTo>
                    <a:lnTo>
                      <a:pt x="654" y="336"/>
                    </a:lnTo>
                    <a:lnTo>
                      <a:pt x="654" y="332"/>
                    </a:lnTo>
                    <a:lnTo>
                      <a:pt x="654" y="328"/>
                    </a:lnTo>
                    <a:lnTo>
                      <a:pt x="658" y="328"/>
                    </a:lnTo>
                    <a:lnTo>
                      <a:pt x="654" y="328"/>
                    </a:lnTo>
                    <a:lnTo>
                      <a:pt x="654" y="322"/>
                    </a:lnTo>
                    <a:lnTo>
                      <a:pt x="650" y="322"/>
                    </a:lnTo>
                    <a:lnTo>
                      <a:pt x="650" y="328"/>
                    </a:lnTo>
                    <a:lnTo>
                      <a:pt x="654" y="328"/>
                    </a:lnTo>
                    <a:lnTo>
                      <a:pt x="654" y="332"/>
                    </a:lnTo>
                    <a:lnTo>
                      <a:pt x="650" y="332"/>
                    </a:lnTo>
                    <a:lnTo>
                      <a:pt x="646" y="332"/>
                    </a:lnTo>
                    <a:lnTo>
                      <a:pt x="646" y="328"/>
                    </a:lnTo>
                    <a:lnTo>
                      <a:pt x="640" y="328"/>
                    </a:lnTo>
                    <a:lnTo>
                      <a:pt x="636" y="322"/>
                    </a:lnTo>
                    <a:lnTo>
                      <a:pt x="636" y="328"/>
                    </a:lnTo>
                    <a:lnTo>
                      <a:pt x="636" y="332"/>
                    </a:lnTo>
                    <a:lnTo>
                      <a:pt x="636" y="328"/>
                    </a:lnTo>
                    <a:lnTo>
                      <a:pt x="640" y="328"/>
                    </a:lnTo>
                    <a:lnTo>
                      <a:pt x="646" y="328"/>
                    </a:lnTo>
                    <a:lnTo>
                      <a:pt x="646" y="332"/>
                    </a:lnTo>
                    <a:lnTo>
                      <a:pt x="640" y="332"/>
                    </a:lnTo>
                    <a:lnTo>
                      <a:pt x="646" y="332"/>
                    </a:lnTo>
                    <a:lnTo>
                      <a:pt x="650" y="332"/>
                    </a:lnTo>
                    <a:lnTo>
                      <a:pt x="646" y="336"/>
                    </a:lnTo>
                    <a:lnTo>
                      <a:pt x="650" y="336"/>
                    </a:lnTo>
                    <a:lnTo>
                      <a:pt x="654" y="336"/>
                    </a:lnTo>
                    <a:lnTo>
                      <a:pt x="654" y="340"/>
                    </a:lnTo>
                    <a:lnTo>
                      <a:pt x="650" y="344"/>
                    </a:lnTo>
                    <a:lnTo>
                      <a:pt x="650" y="340"/>
                    </a:lnTo>
                    <a:lnTo>
                      <a:pt x="646" y="340"/>
                    </a:lnTo>
                    <a:lnTo>
                      <a:pt x="646" y="344"/>
                    </a:lnTo>
                    <a:lnTo>
                      <a:pt x="646" y="340"/>
                    </a:lnTo>
                    <a:lnTo>
                      <a:pt x="650" y="344"/>
                    </a:lnTo>
                    <a:lnTo>
                      <a:pt x="646" y="344"/>
                    </a:lnTo>
                    <a:lnTo>
                      <a:pt x="646" y="340"/>
                    </a:lnTo>
                    <a:lnTo>
                      <a:pt x="640" y="344"/>
                    </a:lnTo>
                    <a:lnTo>
                      <a:pt x="646" y="344"/>
                    </a:lnTo>
                    <a:lnTo>
                      <a:pt x="640" y="344"/>
                    </a:lnTo>
                    <a:lnTo>
                      <a:pt x="640" y="340"/>
                    </a:lnTo>
                    <a:lnTo>
                      <a:pt x="636" y="340"/>
                    </a:lnTo>
                    <a:lnTo>
                      <a:pt x="632" y="340"/>
                    </a:lnTo>
                    <a:lnTo>
                      <a:pt x="632" y="336"/>
                    </a:lnTo>
                    <a:lnTo>
                      <a:pt x="630" y="336"/>
                    </a:lnTo>
                    <a:lnTo>
                      <a:pt x="630" y="332"/>
                    </a:lnTo>
                    <a:lnTo>
                      <a:pt x="630" y="336"/>
                    </a:lnTo>
                    <a:lnTo>
                      <a:pt x="626" y="332"/>
                    </a:lnTo>
                    <a:lnTo>
                      <a:pt x="626" y="328"/>
                    </a:lnTo>
                    <a:lnTo>
                      <a:pt x="622" y="328"/>
                    </a:lnTo>
                    <a:lnTo>
                      <a:pt x="622" y="322"/>
                    </a:lnTo>
                    <a:lnTo>
                      <a:pt x="616" y="322"/>
                    </a:lnTo>
                    <a:lnTo>
                      <a:pt x="612" y="322"/>
                    </a:lnTo>
                    <a:lnTo>
                      <a:pt x="616" y="320"/>
                    </a:lnTo>
                    <a:lnTo>
                      <a:pt x="612" y="320"/>
                    </a:lnTo>
                    <a:lnTo>
                      <a:pt x="612" y="322"/>
                    </a:lnTo>
                    <a:lnTo>
                      <a:pt x="608" y="320"/>
                    </a:lnTo>
                    <a:lnTo>
                      <a:pt x="604" y="320"/>
                    </a:lnTo>
                    <a:lnTo>
                      <a:pt x="604" y="316"/>
                    </a:lnTo>
                    <a:lnTo>
                      <a:pt x="600" y="316"/>
                    </a:lnTo>
                    <a:lnTo>
                      <a:pt x="598" y="316"/>
                    </a:lnTo>
                    <a:lnTo>
                      <a:pt x="598" y="312"/>
                    </a:lnTo>
                    <a:lnTo>
                      <a:pt x="600" y="308"/>
                    </a:lnTo>
                    <a:lnTo>
                      <a:pt x="598" y="308"/>
                    </a:lnTo>
                    <a:lnTo>
                      <a:pt x="598" y="304"/>
                    </a:lnTo>
                    <a:lnTo>
                      <a:pt x="600" y="304"/>
                    </a:lnTo>
                    <a:lnTo>
                      <a:pt x="600" y="308"/>
                    </a:lnTo>
                    <a:lnTo>
                      <a:pt x="600" y="312"/>
                    </a:lnTo>
                    <a:lnTo>
                      <a:pt x="604" y="312"/>
                    </a:lnTo>
                    <a:lnTo>
                      <a:pt x="604" y="308"/>
                    </a:lnTo>
                    <a:lnTo>
                      <a:pt x="600" y="308"/>
                    </a:lnTo>
                    <a:lnTo>
                      <a:pt x="604" y="304"/>
                    </a:lnTo>
                    <a:lnTo>
                      <a:pt x="608" y="308"/>
                    </a:lnTo>
                    <a:lnTo>
                      <a:pt x="608" y="304"/>
                    </a:lnTo>
                    <a:lnTo>
                      <a:pt x="604" y="304"/>
                    </a:lnTo>
                    <a:lnTo>
                      <a:pt x="600" y="304"/>
                    </a:lnTo>
                    <a:lnTo>
                      <a:pt x="600" y="298"/>
                    </a:lnTo>
                    <a:lnTo>
                      <a:pt x="598" y="298"/>
                    </a:lnTo>
                    <a:lnTo>
                      <a:pt x="598" y="304"/>
                    </a:lnTo>
                    <a:lnTo>
                      <a:pt x="592" y="308"/>
                    </a:lnTo>
                    <a:lnTo>
                      <a:pt x="588" y="308"/>
                    </a:lnTo>
                    <a:lnTo>
                      <a:pt x="584" y="308"/>
                    </a:lnTo>
                    <a:lnTo>
                      <a:pt x="580" y="308"/>
                    </a:lnTo>
                    <a:lnTo>
                      <a:pt x="576" y="308"/>
                    </a:lnTo>
                    <a:lnTo>
                      <a:pt x="570" y="304"/>
                    </a:lnTo>
                    <a:lnTo>
                      <a:pt x="568" y="304"/>
                    </a:lnTo>
                    <a:lnTo>
                      <a:pt x="570" y="304"/>
                    </a:lnTo>
                    <a:lnTo>
                      <a:pt x="570" y="298"/>
                    </a:lnTo>
                    <a:lnTo>
                      <a:pt x="568" y="298"/>
                    </a:lnTo>
                    <a:lnTo>
                      <a:pt x="568" y="304"/>
                    </a:lnTo>
                    <a:lnTo>
                      <a:pt x="564" y="304"/>
                    </a:lnTo>
                    <a:lnTo>
                      <a:pt x="564" y="298"/>
                    </a:lnTo>
                    <a:lnTo>
                      <a:pt x="560" y="298"/>
                    </a:lnTo>
                    <a:lnTo>
                      <a:pt x="552" y="298"/>
                    </a:lnTo>
                    <a:lnTo>
                      <a:pt x="546" y="298"/>
                    </a:lnTo>
                    <a:lnTo>
                      <a:pt x="542" y="298"/>
                    </a:lnTo>
                    <a:lnTo>
                      <a:pt x="538" y="298"/>
                    </a:lnTo>
                    <a:lnTo>
                      <a:pt x="536" y="298"/>
                    </a:lnTo>
                    <a:lnTo>
                      <a:pt x="532" y="298"/>
                    </a:lnTo>
                    <a:lnTo>
                      <a:pt x="528" y="298"/>
                    </a:lnTo>
                    <a:lnTo>
                      <a:pt x="528" y="294"/>
                    </a:lnTo>
                    <a:lnTo>
                      <a:pt x="522" y="294"/>
                    </a:lnTo>
                    <a:lnTo>
                      <a:pt x="518" y="294"/>
                    </a:lnTo>
                    <a:lnTo>
                      <a:pt x="514" y="294"/>
                    </a:lnTo>
                    <a:lnTo>
                      <a:pt x="514" y="292"/>
                    </a:lnTo>
                    <a:lnTo>
                      <a:pt x="514" y="288"/>
                    </a:lnTo>
                    <a:lnTo>
                      <a:pt x="518" y="288"/>
                    </a:lnTo>
                    <a:lnTo>
                      <a:pt x="518" y="284"/>
                    </a:lnTo>
                    <a:lnTo>
                      <a:pt x="514" y="288"/>
                    </a:lnTo>
                    <a:lnTo>
                      <a:pt x="510" y="292"/>
                    </a:lnTo>
                    <a:lnTo>
                      <a:pt x="508" y="292"/>
                    </a:lnTo>
                    <a:lnTo>
                      <a:pt x="502" y="292"/>
                    </a:lnTo>
                    <a:lnTo>
                      <a:pt x="498" y="288"/>
                    </a:lnTo>
                    <a:lnTo>
                      <a:pt x="502" y="288"/>
                    </a:lnTo>
                    <a:lnTo>
                      <a:pt x="502" y="284"/>
                    </a:lnTo>
                    <a:lnTo>
                      <a:pt x="502" y="288"/>
                    </a:lnTo>
                    <a:lnTo>
                      <a:pt x="498" y="288"/>
                    </a:lnTo>
                    <a:lnTo>
                      <a:pt x="498" y="284"/>
                    </a:lnTo>
                    <a:lnTo>
                      <a:pt x="498" y="288"/>
                    </a:lnTo>
                    <a:lnTo>
                      <a:pt x="494" y="288"/>
                    </a:lnTo>
                    <a:lnTo>
                      <a:pt x="494" y="284"/>
                    </a:lnTo>
                    <a:lnTo>
                      <a:pt x="498" y="284"/>
                    </a:lnTo>
                    <a:lnTo>
                      <a:pt x="494" y="284"/>
                    </a:lnTo>
                    <a:lnTo>
                      <a:pt x="490" y="284"/>
                    </a:lnTo>
                    <a:lnTo>
                      <a:pt x="486" y="284"/>
                    </a:lnTo>
                    <a:lnTo>
                      <a:pt x="490" y="284"/>
                    </a:lnTo>
                    <a:lnTo>
                      <a:pt x="494" y="278"/>
                    </a:lnTo>
                    <a:lnTo>
                      <a:pt x="490" y="278"/>
                    </a:lnTo>
                    <a:lnTo>
                      <a:pt x="486" y="278"/>
                    </a:lnTo>
                    <a:lnTo>
                      <a:pt x="490" y="274"/>
                    </a:lnTo>
                    <a:lnTo>
                      <a:pt x="494" y="274"/>
                    </a:lnTo>
                    <a:lnTo>
                      <a:pt x="494" y="270"/>
                    </a:lnTo>
                    <a:lnTo>
                      <a:pt x="490" y="270"/>
                    </a:lnTo>
                    <a:lnTo>
                      <a:pt x="490" y="274"/>
                    </a:lnTo>
                    <a:lnTo>
                      <a:pt x="486" y="274"/>
                    </a:lnTo>
                    <a:lnTo>
                      <a:pt x="482" y="278"/>
                    </a:lnTo>
                    <a:lnTo>
                      <a:pt x="482" y="274"/>
                    </a:lnTo>
                    <a:lnTo>
                      <a:pt x="476" y="274"/>
                    </a:lnTo>
                    <a:lnTo>
                      <a:pt x="476" y="278"/>
                    </a:lnTo>
                    <a:lnTo>
                      <a:pt x="474" y="278"/>
                    </a:lnTo>
                    <a:lnTo>
                      <a:pt x="474" y="274"/>
                    </a:lnTo>
                    <a:lnTo>
                      <a:pt x="474" y="270"/>
                    </a:lnTo>
                    <a:lnTo>
                      <a:pt x="474" y="278"/>
                    </a:lnTo>
                    <a:lnTo>
                      <a:pt x="470" y="278"/>
                    </a:lnTo>
                    <a:lnTo>
                      <a:pt x="466" y="278"/>
                    </a:lnTo>
                    <a:lnTo>
                      <a:pt x="470" y="274"/>
                    </a:lnTo>
                    <a:lnTo>
                      <a:pt x="470" y="270"/>
                    </a:lnTo>
                    <a:lnTo>
                      <a:pt x="470" y="274"/>
                    </a:lnTo>
                    <a:lnTo>
                      <a:pt x="466" y="274"/>
                    </a:lnTo>
                    <a:lnTo>
                      <a:pt x="462" y="274"/>
                    </a:lnTo>
                    <a:lnTo>
                      <a:pt x="466" y="274"/>
                    </a:lnTo>
                    <a:lnTo>
                      <a:pt x="462" y="278"/>
                    </a:lnTo>
                    <a:lnTo>
                      <a:pt x="456" y="278"/>
                    </a:lnTo>
                    <a:lnTo>
                      <a:pt x="456" y="284"/>
                    </a:lnTo>
                    <a:lnTo>
                      <a:pt x="456" y="278"/>
                    </a:lnTo>
                    <a:lnTo>
                      <a:pt x="462" y="284"/>
                    </a:lnTo>
                    <a:lnTo>
                      <a:pt x="456" y="284"/>
                    </a:lnTo>
                    <a:lnTo>
                      <a:pt x="462" y="284"/>
                    </a:lnTo>
                    <a:lnTo>
                      <a:pt x="466" y="288"/>
                    </a:lnTo>
                    <a:lnTo>
                      <a:pt x="462" y="288"/>
                    </a:lnTo>
                    <a:lnTo>
                      <a:pt x="456" y="288"/>
                    </a:lnTo>
                    <a:lnTo>
                      <a:pt x="456" y="29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471" name="Freeform 65"/>
              <p:cNvSpPr>
                <a:spLocks/>
              </p:cNvSpPr>
              <p:nvPr/>
            </p:nvSpPr>
            <p:spPr bwMode="gray">
              <a:xfrm>
                <a:off x="3074595" y="4140498"/>
                <a:ext cx="6957" cy="6957"/>
              </a:xfrm>
              <a:custGeom>
                <a:avLst/>
                <a:gdLst>
                  <a:gd name="T0" fmla="*/ 4 w 4"/>
                  <a:gd name="T1" fmla="*/ 4 h 4"/>
                  <a:gd name="T2" fmla="*/ 4 w 4"/>
                  <a:gd name="T3" fmla="*/ 4 h 4"/>
                  <a:gd name="T4" fmla="*/ 0 w 4"/>
                  <a:gd name="T5" fmla="*/ 4 h 4"/>
                  <a:gd name="T6" fmla="*/ 0 w 4"/>
                  <a:gd name="T7" fmla="*/ 0 h 4"/>
                  <a:gd name="T8" fmla="*/ 0 w 4"/>
                  <a:gd name="T9" fmla="*/ 0 h 4"/>
                  <a:gd name="T10" fmla="*/ 4 w 4"/>
                  <a:gd name="T11" fmla="*/ 4 h 4"/>
                  <a:gd name="T12" fmla="*/ 4 w 4"/>
                  <a:gd name="T13" fmla="*/ 4 h 4"/>
                  <a:gd name="T14" fmla="*/ 4 w 4"/>
                  <a:gd name="T15" fmla="*/ 4 h 4"/>
                  <a:gd name="T16" fmla="*/ 4 w 4"/>
                  <a:gd name="T17" fmla="*/ 4 h 4"/>
                  <a:gd name="T18" fmla="*/ 4 w 4"/>
                  <a:gd name="T19" fmla="*/ 4 h 4"/>
                  <a:gd name="T20" fmla="*/ 4 w 4"/>
                  <a:gd name="T21" fmla="*/ 4 h 4"/>
                  <a:gd name="T22" fmla="*/ 4 w 4"/>
                  <a:gd name="T23" fmla="*/ 4 h 4"/>
                  <a:gd name="T24" fmla="*/ 4 w 4"/>
                  <a:gd name="T25"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 h="4">
                    <a:moveTo>
                      <a:pt x="4" y="4"/>
                    </a:moveTo>
                    <a:lnTo>
                      <a:pt x="4" y="4"/>
                    </a:lnTo>
                    <a:lnTo>
                      <a:pt x="0" y="4"/>
                    </a:lnTo>
                    <a:lnTo>
                      <a:pt x="0" y="0"/>
                    </a:lnTo>
                    <a:lnTo>
                      <a:pt x="0" y="0"/>
                    </a:lnTo>
                    <a:lnTo>
                      <a:pt x="4" y="4"/>
                    </a:lnTo>
                    <a:lnTo>
                      <a:pt x="4" y="4"/>
                    </a:lnTo>
                    <a:lnTo>
                      <a:pt x="4" y="4"/>
                    </a:lnTo>
                    <a:lnTo>
                      <a:pt x="4" y="4"/>
                    </a:lnTo>
                    <a:lnTo>
                      <a:pt x="4" y="4"/>
                    </a:lnTo>
                    <a:lnTo>
                      <a:pt x="4" y="4"/>
                    </a:lnTo>
                    <a:lnTo>
                      <a:pt x="4"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2" name="Freeform 66"/>
              <p:cNvSpPr>
                <a:spLocks noEditPoints="1"/>
              </p:cNvSpPr>
              <p:nvPr/>
            </p:nvSpPr>
            <p:spPr bwMode="gray">
              <a:xfrm>
                <a:off x="2604994" y="3966574"/>
                <a:ext cx="34785" cy="76527"/>
              </a:xfrm>
              <a:custGeom>
                <a:avLst/>
                <a:gdLst>
                  <a:gd name="T0" fmla="*/ 14 w 20"/>
                  <a:gd name="T1" fmla="*/ 0 h 44"/>
                  <a:gd name="T2" fmla="*/ 14 w 20"/>
                  <a:gd name="T3" fmla="*/ 4 h 44"/>
                  <a:gd name="T4" fmla="*/ 16 w 20"/>
                  <a:gd name="T5" fmla="*/ 4 h 44"/>
                  <a:gd name="T6" fmla="*/ 16 w 20"/>
                  <a:gd name="T7" fmla="*/ 4 h 44"/>
                  <a:gd name="T8" fmla="*/ 16 w 20"/>
                  <a:gd name="T9" fmla="*/ 6 h 44"/>
                  <a:gd name="T10" fmla="*/ 14 w 20"/>
                  <a:gd name="T11" fmla="*/ 10 h 44"/>
                  <a:gd name="T12" fmla="*/ 14 w 20"/>
                  <a:gd name="T13" fmla="*/ 10 h 44"/>
                  <a:gd name="T14" fmla="*/ 14 w 20"/>
                  <a:gd name="T15" fmla="*/ 10 h 44"/>
                  <a:gd name="T16" fmla="*/ 14 w 20"/>
                  <a:gd name="T17" fmla="*/ 14 h 44"/>
                  <a:gd name="T18" fmla="*/ 14 w 20"/>
                  <a:gd name="T19" fmla="*/ 14 h 44"/>
                  <a:gd name="T20" fmla="*/ 14 w 20"/>
                  <a:gd name="T21" fmla="*/ 14 h 44"/>
                  <a:gd name="T22" fmla="*/ 14 w 20"/>
                  <a:gd name="T23" fmla="*/ 18 h 44"/>
                  <a:gd name="T24" fmla="*/ 14 w 20"/>
                  <a:gd name="T25" fmla="*/ 22 h 44"/>
                  <a:gd name="T26" fmla="*/ 14 w 20"/>
                  <a:gd name="T27" fmla="*/ 22 h 44"/>
                  <a:gd name="T28" fmla="*/ 14 w 20"/>
                  <a:gd name="T29" fmla="*/ 22 h 44"/>
                  <a:gd name="T30" fmla="*/ 14 w 20"/>
                  <a:gd name="T31" fmla="*/ 26 h 44"/>
                  <a:gd name="T32" fmla="*/ 14 w 20"/>
                  <a:gd name="T33" fmla="*/ 26 h 44"/>
                  <a:gd name="T34" fmla="*/ 14 w 20"/>
                  <a:gd name="T35" fmla="*/ 26 h 44"/>
                  <a:gd name="T36" fmla="*/ 14 w 20"/>
                  <a:gd name="T37" fmla="*/ 28 h 44"/>
                  <a:gd name="T38" fmla="*/ 14 w 20"/>
                  <a:gd name="T39" fmla="*/ 32 h 44"/>
                  <a:gd name="T40" fmla="*/ 14 w 20"/>
                  <a:gd name="T41" fmla="*/ 32 h 44"/>
                  <a:gd name="T42" fmla="*/ 14 w 20"/>
                  <a:gd name="T43" fmla="*/ 32 h 44"/>
                  <a:gd name="T44" fmla="*/ 10 w 20"/>
                  <a:gd name="T45" fmla="*/ 36 h 44"/>
                  <a:gd name="T46" fmla="*/ 6 w 20"/>
                  <a:gd name="T47" fmla="*/ 40 h 44"/>
                  <a:gd name="T48" fmla="*/ 6 w 20"/>
                  <a:gd name="T49" fmla="*/ 40 h 44"/>
                  <a:gd name="T50" fmla="*/ 6 w 20"/>
                  <a:gd name="T51" fmla="*/ 44 h 44"/>
                  <a:gd name="T52" fmla="*/ 6 w 20"/>
                  <a:gd name="T53" fmla="*/ 44 h 44"/>
                  <a:gd name="T54" fmla="*/ 2 w 20"/>
                  <a:gd name="T55" fmla="*/ 44 h 44"/>
                  <a:gd name="T56" fmla="*/ 0 w 20"/>
                  <a:gd name="T57" fmla="*/ 44 h 44"/>
                  <a:gd name="T58" fmla="*/ 0 w 20"/>
                  <a:gd name="T59" fmla="*/ 40 h 44"/>
                  <a:gd name="T60" fmla="*/ 2 w 20"/>
                  <a:gd name="T61" fmla="*/ 26 h 44"/>
                  <a:gd name="T62" fmla="*/ 2 w 20"/>
                  <a:gd name="T63" fmla="*/ 14 h 44"/>
                  <a:gd name="T64" fmla="*/ 2 w 20"/>
                  <a:gd name="T65" fmla="*/ 10 h 44"/>
                  <a:gd name="T66" fmla="*/ 2 w 20"/>
                  <a:gd name="T67" fmla="*/ 6 h 44"/>
                  <a:gd name="T68" fmla="*/ 2 w 20"/>
                  <a:gd name="T69" fmla="*/ 6 h 44"/>
                  <a:gd name="T70" fmla="*/ 6 w 20"/>
                  <a:gd name="T71" fmla="*/ 10 h 44"/>
                  <a:gd name="T72" fmla="*/ 6 w 20"/>
                  <a:gd name="T73" fmla="*/ 6 h 44"/>
                  <a:gd name="T74" fmla="*/ 6 w 20"/>
                  <a:gd name="T75" fmla="*/ 6 h 44"/>
                  <a:gd name="T76" fmla="*/ 10 w 20"/>
                  <a:gd name="T77" fmla="*/ 4 h 44"/>
                  <a:gd name="T78" fmla="*/ 10 w 20"/>
                  <a:gd name="T79" fmla="*/ 0 h 44"/>
                  <a:gd name="T80" fmla="*/ 10 w 20"/>
                  <a:gd name="T81" fmla="*/ 0 h 44"/>
                  <a:gd name="T82" fmla="*/ 14 w 20"/>
                  <a:gd name="T83" fmla="*/ 0 h 44"/>
                  <a:gd name="T84" fmla="*/ 14 w 20"/>
                  <a:gd name="T85" fmla="*/ 0 h 44"/>
                  <a:gd name="T86" fmla="*/ 14 w 20"/>
                  <a:gd name="T87" fmla="*/ 0 h 44"/>
                  <a:gd name="T88" fmla="*/ 16 w 20"/>
                  <a:gd name="T89" fmla="*/ 6 h 44"/>
                  <a:gd name="T90" fmla="*/ 16 w 20"/>
                  <a:gd name="T91" fmla="*/ 10 h 44"/>
                  <a:gd name="T92" fmla="*/ 16 w 20"/>
                  <a:gd name="T93" fmla="*/ 10 h 44"/>
                  <a:gd name="T94" fmla="*/ 16 w 20"/>
                  <a:gd name="T95" fmla="*/ 10 h 44"/>
                  <a:gd name="T96" fmla="*/ 16 w 20"/>
                  <a:gd name="T97" fmla="*/ 10 h 44"/>
                  <a:gd name="T98" fmla="*/ 20 w 20"/>
                  <a:gd name="T99" fmla="*/ 6 h 44"/>
                  <a:gd name="T100" fmla="*/ 20 w 20"/>
                  <a:gd name="T101" fmla="*/ 6 h 44"/>
                  <a:gd name="T102" fmla="*/ 16 w 20"/>
                  <a:gd name="T103" fmla="*/ 6 h 44"/>
                  <a:gd name="T104" fmla="*/ 16 w 20"/>
                  <a:gd name="T105" fmla="*/ 6 h 44"/>
                  <a:gd name="T106" fmla="*/ 16 w 20"/>
                  <a:gd name="T107" fmla="*/ 22 h 44"/>
                  <a:gd name="T108" fmla="*/ 16 w 20"/>
                  <a:gd name="T109" fmla="*/ 22 h 44"/>
                  <a:gd name="T110" fmla="*/ 20 w 20"/>
                  <a:gd name="T111" fmla="*/ 14 h 44"/>
                  <a:gd name="T112" fmla="*/ 20 w 20"/>
                  <a:gd name="T113" fmla="*/ 18 h 44"/>
                  <a:gd name="T114" fmla="*/ 20 w 20"/>
                  <a:gd name="T115" fmla="*/ 18 h 44"/>
                  <a:gd name="T116" fmla="*/ 20 w 20"/>
                  <a:gd name="T117" fmla="*/ 18 h 44"/>
                  <a:gd name="T118" fmla="*/ 20 w 20"/>
                  <a:gd name="T119" fmla="*/ 18 h 44"/>
                  <a:gd name="T120" fmla="*/ 16 w 20"/>
                  <a:gd name="T121" fmla="*/ 18 h 44"/>
                  <a:gd name="T122" fmla="*/ 16 w 20"/>
                  <a:gd name="T123" fmla="*/ 22 h 44"/>
                  <a:gd name="T124" fmla="*/ 16 w 20"/>
                  <a:gd name="T125" fmla="*/ 22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0" h="44">
                    <a:moveTo>
                      <a:pt x="14" y="0"/>
                    </a:moveTo>
                    <a:lnTo>
                      <a:pt x="14" y="0"/>
                    </a:lnTo>
                    <a:lnTo>
                      <a:pt x="14" y="0"/>
                    </a:lnTo>
                    <a:lnTo>
                      <a:pt x="14" y="4"/>
                    </a:lnTo>
                    <a:lnTo>
                      <a:pt x="14" y="4"/>
                    </a:lnTo>
                    <a:lnTo>
                      <a:pt x="16" y="4"/>
                    </a:lnTo>
                    <a:lnTo>
                      <a:pt x="16" y="4"/>
                    </a:lnTo>
                    <a:lnTo>
                      <a:pt x="16" y="4"/>
                    </a:lnTo>
                    <a:lnTo>
                      <a:pt x="16" y="6"/>
                    </a:lnTo>
                    <a:lnTo>
                      <a:pt x="16" y="6"/>
                    </a:lnTo>
                    <a:lnTo>
                      <a:pt x="14" y="10"/>
                    </a:lnTo>
                    <a:lnTo>
                      <a:pt x="14" y="10"/>
                    </a:lnTo>
                    <a:lnTo>
                      <a:pt x="14" y="10"/>
                    </a:lnTo>
                    <a:lnTo>
                      <a:pt x="14" y="10"/>
                    </a:lnTo>
                    <a:lnTo>
                      <a:pt x="14" y="10"/>
                    </a:lnTo>
                    <a:lnTo>
                      <a:pt x="14" y="10"/>
                    </a:lnTo>
                    <a:lnTo>
                      <a:pt x="14" y="14"/>
                    </a:lnTo>
                    <a:lnTo>
                      <a:pt x="14" y="14"/>
                    </a:lnTo>
                    <a:lnTo>
                      <a:pt x="14" y="14"/>
                    </a:lnTo>
                    <a:lnTo>
                      <a:pt x="14" y="14"/>
                    </a:lnTo>
                    <a:lnTo>
                      <a:pt x="14" y="14"/>
                    </a:lnTo>
                    <a:lnTo>
                      <a:pt x="14" y="14"/>
                    </a:lnTo>
                    <a:lnTo>
                      <a:pt x="14" y="18"/>
                    </a:lnTo>
                    <a:lnTo>
                      <a:pt x="14" y="18"/>
                    </a:lnTo>
                    <a:lnTo>
                      <a:pt x="14" y="18"/>
                    </a:lnTo>
                    <a:lnTo>
                      <a:pt x="14" y="22"/>
                    </a:lnTo>
                    <a:lnTo>
                      <a:pt x="14" y="22"/>
                    </a:lnTo>
                    <a:lnTo>
                      <a:pt x="14" y="22"/>
                    </a:lnTo>
                    <a:lnTo>
                      <a:pt x="14" y="22"/>
                    </a:lnTo>
                    <a:lnTo>
                      <a:pt x="14" y="22"/>
                    </a:lnTo>
                    <a:lnTo>
                      <a:pt x="14" y="26"/>
                    </a:lnTo>
                    <a:lnTo>
                      <a:pt x="14" y="26"/>
                    </a:lnTo>
                    <a:lnTo>
                      <a:pt x="14" y="26"/>
                    </a:lnTo>
                    <a:lnTo>
                      <a:pt x="14" y="26"/>
                    </a:lnTo>
                    <a:lnTo>
                      <a:pt x="14" y="26"/>
                    </a:lnTo>
                    <a:lnTo>
                      <a:pt x="14" y="26"/>
                    </a:lnTo>
                    <a:lnTo>
                      <a:pt x="14" y="28"/>
                    </a:lnTo>
                    <a:lnTo>
                      <a:pt x="14" y="28"/>
                    </a:lnTo>
                    <a:lnTo>
                      <a:pt x="14" y="32"/>
                    </a:lnTo>
                    <a:lnTo>
                      <a:pt x="14" y="32"/>
                    </a:lnTo>
                    <a:lnTo>
                      <a:pt x="14" y="32"/>
                    </a:lnTo>
                    <a:lnTo>
                      <a:pt x="14" y="32"/>
                    </a:lnTo>
                    <a:lnTo>
                      <a:pt x="14" y="32"/>
                    </a:lnTo>
                    <a:lnTo>
                      <a:pt x="14" y="32"/>
                    </a:lnTo>
                    <a:lnTo>
                      <a:pt x="14" y="32"/>
                    </a:lnTo>
                    <a:lnTo>
                      <a:pt x="10" y="36"/>
                    </a:lnTo>
                    <a:lnTo>
                      <a:pt x="10" y="36"/>
                    </a:lnTo>
                    <a:lnTo>
                      <a:pt x="6" y="40"/>
                    </a:lnTo>
                    <a:lnTo>
                      <a:pt x="6" y="40"/>
                    </a:lnTo>
                    <a:lnTo>
                      <a:pt x="6" y="40"/>
                    </a:lnTo>
                    <a:lnTo>
                      <a:pt x="6" y="40"/>
                    </a:lnTo>
                    <a:lnTo>
                      <a:pt x="6" y="44"/>
                    </a:lnTo>
                    <a:lnTo>
                      <a:pt x="6" y="44"/>
                    </a:lnTo>
                    <a:lnTo>
                      <a:pt x="6" y="44"/>
                    </a:lnTo>
                    <a:lnTo>
                      <a:pt x="2" y="44"/>
                    </a:lnTo>
                    <a:lnTo>
                      <a:pt x="2" y="44"/>
                    </a:lnTo>
                    <a:lnTo>
                      <a:pt x="2" y="44"/>
                    </a:lnTo>
                    <a:lnTo>
                      <a:pt x="0" y="44"/>
                    </a:lnTo>
                    <a:lnTo>
                      <a:pt x="0" y="44"/>
                    </a:lnTo>
                    <a:lnTo>
                      <a:pt x="0" y="40"/>
                    </a:lnTo>
                    <a:lnTo>
                      <a:pt x="2" y="36"/>
                    </a:lnTo>
                    <a:lnTo>
                      <a:pt x="2" y="26"/>
                    </a:lnTo>
                    <a:lnTo>
                      <a:pt x="2" y="18"/>
                    </a:lnTo>
                    <a:lnTo>
                      <a:pt x="2" y="14"/>
                    </a:lnTo>
                    <a:lnTo>
                      <a:pt x="2" y="10"/>
                    </a:lnTo>
                    <a:lnTo>
                      <a:pt x="2" y="10"/>
                    </a:lnTo>
                    <a:lnTo>
                      <a:pt x="2" y="6"/>
                    </a:lnTo>
                    <a:lnTo>
                      <a:pt x="2" y="6"/>
                    </a:lnTo>
                    <a:lnTo>
                      <a:pt x="2" y="6"/>
                    </a:lnTo>
                    <a:lnTo>
                      <a:pt x="2" y="6"/>
                    </a:lnTo>
                    <a:lnTo>
                      <a:pt x="2" y="10"/>
                    </a:lnTo>
                    <a:lnTo>
                      <a:pt x="6" y="10"/>
                    </a:lnTo>
                    <a:lnTo>
                      <a:pt x="6" y="10"/>
                    </a:lnTo>
                    <a:lnTo>
                      <a:pt x="6" y="6"/>
                    </a:lnTo>
                    <a:lnTo>
                      <a:pt x="6" y="6"/>
                    </a:lnTo>
                    <a:lnTo>
                      <a:pt x="6" y="6"/>
                    </a:lnTo>
                    <a:lnTo>
                      <a:pt x="6" y="4"/>
                    </a:lnTo>
                    <a:lnTo>
                      <a:pt x="10" y="4"/>
                    </a:lnTo>
                    <a:lnTo>
                      <a:pt x="10" y="4"/>
                    </a:lnTo>
                    <a:lnTo>
                      <a:pt x="10" y="0"/>
                    </a:lnTo>
                    <a:lnTo>
                      <a:pt x="10" y="0"/>
                    </a:lnTo>
                    <a:lnTo>
                      <a:pt x="10" y="0"/>
                    </a:lnTo>
                    <a:lnTo>
                      <a:pt x="14" y="0"/>
                    </a:lnTo>
                    <a:lnTo>
                      <a:pt x="14" y="0"/>
                    </a:lnTo>
                    <a:lnTo>
                      <a:pt x="14" y="0"/>
                    </a:lnTo>
                    <a:lnTo>
                      <a:pt x="14" y="0"/>
                    </a:lnTo>
                    <a:lnTo>
                      <a:pt x="14" y="0"/>
                    </a:lnTo>
                    <a:lnTo>
                      <a:pt x="14" y="0"/>
                    </a:lnTo>
                    <a:close/>
                    <a:moveTo>
                      <a:pt x="16" y="6"/>
                    </a:moveTo>
                    <a:lnTo>
                      <a:pt x="16" y="6"/>
                    </a:lnTo>
                    <a:lnTo>
                      <a:pt x="16" y="6"/>
                    </a:lnTo>
                    <a:lnTo>
                      <a:pt x="16" y="10"/>
                    </a:lnTo>
                    <a:lnTo>
                      <a:pt x="16" y="10"/>
                    </a:lnTo>
                    <a:lnTo>
                      <a:pt x="16" y="10"/>
                    </a:lnTo>
                    <a:lnTo>
                      <a:pt x="16" y="10"/>
                    </a:lnTo>
                    <a:lnTo>
                      <a:pt x="16" y="10"/>
                    </a:lnTo>
                    <a:lnTo>
                      <a:pt x="16" y="10"/>
                    </a:lnTo>
                    <a:lnTo>
                      <a:pt x="16" y="10"/>
                    </a:lnTo>
                    <a:lnTo>
                      <a:pt x="16" y="6"/>
                    </a:lnTo>
                    <a:lnTo>
                      <a:pt x="20" y="6"/>
                    </a:lnTo>
                    <a:lnTo>
                      <a:pt x="20" y="6"/>
                    </a:lnTo>
                    <a:lnTo>
                      <a:pt x="20" y="6"/>
                    </a:lnTo>
                    <a:lnTo>
                      <a:pt x="16" y="6"/>
                    </a:lnTo>
                    <a:lnTo>
                      <a:pt x="16" y="6"/>
                    </a:lnTo>
                    <a:lnTo>
                      <a:pt x="16" y="6"/>
                    </a:lnTo>
                    <a:lnTo>
                      <a:pt x="16" y="6"/>
                    </a:lnTo>
                    <a:close/>
                    <a:moveTo>
                      <a:pt x="16" y="22"/>
                    </a:moveTo>
                    <a:lnTo>
                      <a:pt x="16" y="22"/>
                    </a:lnTo>
                    <a:lnTo>
                      <a:pt x="16" y="22"/>
                    </a:lnTo>
                    <a:lnTo>
                      <a:pt x="16" y="22"/>
                    </a:lnTo>
                    <a:lnTo>
                      <a:pt x="16" y="18"/>
                    </a:lnTo>
                    <a:lnTo>
                      <a:pt x="20" y="14"/>
                    </a:lnTo>
                    <a:lnTo>
                      <a:pt x="20" y="14"/>
                    </a:lnTo>
                    <a:lnTo>
                      <a:pt x="20" y="18"/>
                    </a:lnTo>
                    <a:lnTo>
                      <a:pt x="20" y="18"/>
                    </a:lnTo>
                    <a:lnTo>
                      <a:pt x="20" y="18"/>
                    </a:lnTo>
                    <a:lnTo>
                      <a:pt x="20" y="18"/>
                    </a:lnTo>
                    <a:lnTo>
                      <a:pt x="20" y="18"/>
                    </a:lnTo>
                    <a:lnTo>
                      <a:pt x="20" y="18"/>
                    </a:lnTo>
                    <a:lnTo>
                      <a:pt x="20" y="18"/>
                    </a:lnTo>
                    <a:lnTo>
                      <a:pt x="20" y="18"/>
                    </a:lnTo>
                    <a:lnTo>
                      <a:pt x="16" y="18"/>
                    </a:lnTo>
                    <a:lnTo>
                      <a:pt x="16" y="18"/>
                    </a:lnTo>
                    <a:lnTo>
                      <a:pt x="16" y="22"/>
                    </a:lnTo>
                    <a:lnTo>
                      <a:pt x="16" y="22"/>
                    </a:lnTo>
                    <a:lnTo>
                      <a:pt x="16" y="22"/>
                    </a:lnTo>
                    <a:lnTo>
                      <a:pt x="1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3" name="Freeform 67"/>
              <p:cNvSpPr>
                <a:spLocks/>
              </p:cNvSpPr>
              <p:nvPr/>
            </p:nvSpPr>
            <p:spPr bwMode="gray">
              <a:xfrm>
                <a:off x="3203303" y="3531764"/>
                <a:ext cx="6957" cy="6957"/>
              </a:xfrm>
              <a:custGeom>
                <a:avLst/>
                <a:gdLst>
                  <a:gd name="T0" fmla="*/ 0 w 4"/>
                  <a:gd name="T1" fmla="*/ 4 h 4"/>
                  <a:gd name="T2" fmla="*/ 0 w 4"/>
                  <a:gd name="T3" fmla="*/ 4 h 4"/>
                  <a:gd name="T4" fmla="*/ 0 w 4"/>
                  <a:gd name="T5" fmla="*/ 4 h 4"/>
                  <a:gd name="T6" fmla="*/ 0 w 4"/>
                  <a:gd name="T7" fmla="*/ 0 h 4"/>
                  <a:gd name="T8" fmla="*/ 0 w 4"/>
                  <a:gd name="T9" fmla="*/ 0 h 4"/>
                  <a:gd name="T10" fmla="*/ 0 w 4"/>
                  <a:gd name="T11" fmla="*/ 0 h 4"/>
                  <a:gd name="T12" fmla="*/ 4 w 4"/>
                  <a:gd name="T13" fmla="*/ 0 h 4"/>
                  <a:gd name="T14" fmla="*/ 0 w 4"/>
                  <a:gd name="T15" fmla="*/ 0 h 4"/>
                  <a:gd name="T16" fmla="*/ 0 w 4"/>
                  <a:gd name="T17" fmla="*/ 0 h 4"/>
                  <a:gd name="T18" fmla="*/ 0 w 4"/>
                  <a:gd name="T19" fmla="*/ 4 h 4"/>
                  <a:gd name="T20" fmla="*/ 0 w 4"/>
                  <a:gd name="T21" fmla="*/ 4 h 4"/>
                  <a:gd name="T22" fmla="*/ 0 w 4"/>
                  <a:gd name="T23" fmla="*/ 4 h 4"/>
                  <a:gd name="T24" fmla="*/ 0 w 4"/>
                  <a:gd name="T25" fmla="*/ 4 h 4"/>
                  <a:gd name="T26" fmla="*/ 0 w 4"/>
                  <a:gd name="T27" fmla="*/ 4 h 4"/>
                  <a:gd name="T28" fmla="*/ 0 w 4"/>
                  <a:gd name="T29" fmla="*/ 4 h 4"/>
                  <a:gd name="T30" fmla="*/ 0 w 4"/>
                  <a:gd name="T31" fmla="*/ 4 h 4"/>
                  <a:gd name="T32" fmla="*/ 0 w 4"/>
                  <a:gd name="T33"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 h="4">
                    <a:moveTo>
                      <a:pt x="0" y="4"/>
                    </a:moveTo>
                    <a:lnTo>
                      <a:pt x="0" y="4"/>
                    </a:lnTo>
                    <a:lnTo>
                      <a:pt x="0" y="4"/>
                    </a:lnTo>
                    <a:lnTo>
                      <a:pt x="0" y="0"/>
                    </a:lnTo>
                    <a:lnTo>
                      <a:pt x="0" y="0"/>
                    </a:lnTo>
                    <a:lnTo>
                      <a:pt x="0" y="0"/>
                    </a:lnTo>
                    <a:lnTo>
                      <a:pt x="4" y="0"/>
                    </a:lnTo>
                    <a:lnTo>
                      <a:pt x="0" y="0"/>
                    </a:lnTo>
                    <a:lnTo>
                      <a:pt x="0" y="0"/>
                    </a:lnTo>
                    <a:lnTo>
                      <a:pt x="0" y="4"/>
                    </a:lnTo>
                    <a:lnTo>
                      <a:pt x="0" y="4"/>
                    </a:lnTo>
                    <a:lnTo>
                      <a:pt x="0" y="4"/>
                    </a:lnTo>
                    <a:lnTo>
                      <a:pt x="0" y="4"/>
                    </a:lnTo>
                    <a:lnTo>
                      <a:pt x="0" y="4"/>
                    </a:lnTo>
                    <a:lnTo>
                      <a:pt x="0" y="4"/>
                    </a:lnTo>
                    <a:lnTo>
                      <a:pt x="0" y="4"/>
                    </a:lnTo>
                    <a:lnTo>
                      <a:pt x="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4" name="Freeform 68"/>
              <p:cNvSpPr>
                <a:spLocks noEditPoints="1"/>
              </p:cNvSpPr>
              <p:nvPr/>
            </p:nvSpPr>
            <p:spPr bwMode="gray">
              <a:xfrm>
                <a:off x="1331854" y="1500332"/>
                <a:ext cx="2170604" cy="1725326"/>
              </a:xfrm>
              <a:custGeom>
                <a:avLst/>
                <a:gdLst>
                  <a:gd name="T0" fmla="*/ 682 w 1248"/>
                  <a:gd name="T1" fmla="*/ 556 h 992"/>
                  <a:gd name="T2" fmla="*/ 876 w 1248"/>
                  <a:gd name="T3" fmla="*/ 788 h 992"/>
                  <a:gd name="T4" fmla="*/ 1006 w 1248"/>
                  <a:gd name="T5" fmla="*/ 590 h 992"/>
                  <a:gd name="T6" fmla="*/ 1106 w 1248"/>
                  <a:gd name="T7" fmla="*/ 642 h 992"/>
                  <a:gd name="T8" fmla="*/ 1144 w 1248"/>
                  <a:gd name="T9" fmla="*/ 754 h 992"/>
                  <a:gd name="T10" fmla="*/ 1018 w 1248"/>
                  <a:gd name="T11" fmla="*/ 862 h 992"/>
                  <a:gd name="T12" fmla="*/ 1080 w 1248"/>
                  <a:gd name="T13" fmla="*/ 910 h 992"/>
                  <a:gd name="T14" fmla="*/ 672 w 1248"/>
                  <a:gd name="T15" fmla="*/ 854 h 992"/>
                  <a:gd name="T16" fmla="*/ 194 w 1248"/>
                  <a:gd name="T17" fmla="*/ 802 h 992"/>
                  <a:gd name="T18" fmla="*/ 100 w 1248"/>
                  <a:gd name="T19" fmla="*/ 638 h 992"/>
                  <a:gd name="T20" fmla="*/ 124 w 1248"/>
                  <a:gd name="T21" fmla="*/ 396 h 992"/>
                  <a:gd name="T22" fmla="*/ 384 w 1248"/>
                  <a:gd name="T23" fmla="*/ 422 h 992"/>
                  <a:gd name="T24" fmla="*/ 596 w 1248"/>
                  <a:gd name="T25" fmla="*/ 418 h 992"/>
                  <a:gd name="T26" fmla="*/ 646 w 1248"/>
                  <a:gd name="T27" fmla="*/ 332 h 992"/>
                  <a:gd name="T28" fmla="*/ 790 w 1248"/>
                  <a:gd name="T29" fmla="*/ 374 h 992"/>
                  <a:gd name="T30" fmla="*/ 992 w 1248"/>
                  <a:gd name="T31" fmla="*/ 550 h 992"/>
                  <a:gd name="T32" fmla="*/ 790 w 1248"/>
                  <a:gd name="T33" fmla="*/ 124 h 992"/>
                  <a:gd name="T34" fmla="*/ 336 w 1248"/>
                  <a:gd name="T35" fmla="*/ 350 h 992"/>
                  <a:gd name="T36" fmla="*/ 1104 w 1248"/>
                  <a:gd name="T37" fmla="*/ 440 h 992"/>
                  <a:gd name="T38" fmla="*/ 206 w 1248"/>
                  <a:gd name="T39" fmla="*/ 806 h 992"/>
                  <a:gd name="T40" fmla="*/ 698 w 1248"/>
                  <a:gd name="T41" fmla="*/ 116 h 992"/>
                  <a:gd name="T42" fmla="*/ 694 w 1248"/>
                  <a:gd name="T43" fmla="*/ 64 h 992"/>
                  <a:gd name="T44" fmla="*/ 578 w 1248"/>
                  <a:gd name="T45" fmla="*/ 132 h 992"/>
                  <a:gd name="T46" fmla="*/ 536 w 1248"/>
                  <a:gd name="T47" fmla="*/ 142 h 992"/>
                  <a:gd name="T48" fmla="*/ 280 w 1248"/>
                  <a:gd name="T49" fmla="*/ 208 h 992"/>
                  <a:gd name="T50" fmla="*/ 820 w 1248"/>
                  <a:gd name="T51" fmla="*/ 246 h 992"/>
                  <a:gd name="T52" fmla="*/ 734 w 1248"/>
                  <a:gd name="T53" fmla="*/ 202 h 992"/>
                  <a:gd name="T54" fmla="*/ 352 w 1248"/>
                  <a:gd name="T55" fmla="*/ 216 h 992"/>
                  <a:gd name="T56" fmla="*/ 418 w 1248"/>
                  <a:gd name="T57" fmla="*/ 246 h 992"/>
                  <a:gd name="T58" fmla="*/ 552 w 1248"/>
                  <a:gd name="T59" fmla="*/ 202 h 992"/>
                  <a:gd name="T60" fmla="*/ 544 w 1248"/>
                  <a:gd name="T61" fmla="*/ 208 h 992"/>
                  <a:gd name="T62" fmla="*/ 284 w 1248"/>
                  <a:gd name="T63" fmla="*/ 250 h 992"/>
                  <a:gd name="T64" fmla="*/ 620 w 1248"/>
                  <a:gd name="T65" fmla="*/ 280 h 992"/>
                  <a:gd name="T66" fmla="*/ 988 w 1248"/>
                  <a:gd name="T67" fmla="*/ 522 h 992"/>
                  <a:gd name="T68" fmla="*/ 924 w 1248"/>
                  <a:gd name="T69" fmla="*/ 396 h 992"/>
                  <a:gd name="T70" fmla="*/ 756 w 1248"/>
                  <a:gd name="T71" fmla="*/ 340 h 992"/>
                  <a:gd name="T72" fmla="*/ 802 w 1248"/>
                  <a:gd name="T73" fmla="*/ 288 h 992"/>
                  <a:gd name="T74" fmla="*/ 948 w 1248"/>
                  <a:gd name="T75" fmla="*/ 314 h 992"/>
                  <a:gd name="T76" fmla="*/ 1014 w 1248"/>
                  <a:gd name="T77" fmla="*/ 362 h 992"/>
                  <a:gd name="T78" fmla="*/ 1056 w 1248"/>
                  <a:gd name="T79" fmla="*/ 414 h 992"/>
                  <a:gd name="T80" fmla="*/ 1092 w 1248"/>
                  <a:gd name="T81" fmla="*/ 494 h 992"/>
                  <a:gd name="T82" fmla="*/ 1076 w 1248"/>
                  <a:gd name="T83" fmla="*/ 538 h 992"/>
                  <a:gd name="T84" fmla="*/ 508 w 1248"/>
                  <a:gd name="T85" fmla="*/ 292 h 992"/>
                  <a:gd name="T86" fmla="*/ 448 w 1248"/>
                  <a:gd name="T87" fmla="*/ 294 h 992"/>
                  <a:gd name="T88" fmla="*/ 444 w 1248"/>
                  <a:gd name="T89" fmla="*/ 400 h 992"/>
                  <a:gd name="T90" fmla="*/ 574 w 1248"/>
                  <a:gd name="T91" fmla="*/ 348 h 992"/>
                  <a:gd name="T92" fmla="*/ 94 w 1248"/>
                  <a:gd name="T93" fmla="*/ 388 h 992"/>
                  <a:gd name="T94" fmla="*/ 932 w 1248"/>
                  <a:gd name="T95" fmla="*/ 410 h 992"/>
                  <a:gd name="T96" fmla="*/ 842 w 1248"/>
                  <a:gd name="T97" fmla="*/ 512 h 992"/>
                  <a:gd name="T98" fmla="*/ 832 w 1248"/>
                  <a:gd name="T99" fmla="*/ 538 h 992"/>
                  <a:gd name="T100" fmla="*/ 872 w 1248"/>
                  <a:gd name="T101" fmla="*/ 698 h 992"/>
                  <a:gd name="T102" fmla="*/ 168 w 1248"/>
                  <a:gd name="T103" fmla="*/ 754 h 992"/>
                  <a:gd name="T104" fmla="*/ 1208 w 1248"/>
                  <a:gd name="T105" fmla="*/ 792 h 992"/>
                  <a:gd name="T106" fmla="*/ 1208 w 1248"/>
                  <a:gd name="T107" fmla="*/ 874 h 992"/>
                  <a:gd name="T108" fmla="*/ 246 w 1248"/>
                  <a:gd name="T109" fmla="*/ 852 h 992"/>
                  <a:gd name="T110" fmla="*/ 772 w 1248"/>
                  <a:gd name="T111" fmla="*/ 78 h 992"/>
                  <a:gd name="T112" fmla="*/ 786 w 1248"/>
                  <a:gd name="T113" fmla="*/ 34 h 992"/>
                  <a:gd name="T114" fmla="*/ 918 w 1248"/>
                  <a:gd name="T115" fmla="*/ 4 h 992"/>
                  <a:gd name="T116" fmla="*/ 1040 w 1248"/>
                  <a:gd name="T117" fmla="*/ 52 h 992"/>
                  <a:gd name="T118" fmla="*/ 918 w 1248"/>
                  <a:gd name="T119" fmla="*/ 116 h 992"/>
                  <a:gd name="T120" fmla="*/ 894 w 1248"/>
                  <a:gd name="T121" fmla="*/ 190 h 992"/>
                  <a:gd name="T122" fmla="*/ 820 w 1248"/>
                  <a:gd name="T123" fmla="*/ 158 h 992"/>
                  <a:gd name="T124" fmla="*/ 794 w 1248"/>
                  <a:gd name="T125" fmla="*/ 86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48" h="992">
                    <a:moveTo>
                      <a:pt x="600" y="254"/>
                    </a:moveTo>
                    <a:lnTo>
                      <a:pt x="596" y="254"/>
                    </a:lnTo>
                    <a:lnTo>
                      <a:pt x="600" y="250"/>
                    </a:lnTo>
                    <a:lnTo>
                      <a:pt x="600" y="254"/>
                    </a:lnTo>
                    <a:lnTo>
                      <a:pt x="600" y="254"/>
                    </a:lnTo>
                    <a:lnTo>
                      <a:pt x="600" y="254"/>
                    </a:lnTo>
                    <a:close/>
                    <a:moveTo>
                      <a:pt x="612" y="258"/>
                    </a:moveTo>
                    <a:lnTo>
                      <a:pt x="612" y="262"/>
                    </a:lnTo>
                    <a:lnTo>
                      <a:pt x="608" y="264"/>
                    </a:lnTo>
                    <a:lnTo>
                      <a:pt x="604" y="264"/>
                    </a:lnTo>
                    <a:lnTo>
                      <a:pt x="600" y="264"/>
                    </a:lnTo>
                    <a:lnTo>
                      <a:pt x="596" y="264"/>
                    </a:lnTo>
                    <a:lnTo>
                      <a:pt x="592" y="264"/>
                    </a:lnTo>
                    <a:lnTo>
                      <a:pt x="590" y="264"/>
                    </a:lnTo>
                    <a:lnTo>
                      <a:pt x="590" y="262"/>
                    </a:lnTo>
                    <a:lnTo>
                      <a:pt x="592" y="262"/>
                    </a:lnTo>
                    <a:lnTo>
                      <a:pt x="596" y="262"/>
                    </a:lnTo>
                    <a:lnTo>
                      <a:pt x="600" y="262"/>
                    </a:lnTo>
                    <a:lnTo>
                      <a:pt x="604" y="262"/>
                    </a:lnTo>
                    <a:lnTo>
                      <a:pt x="604" y="258"/>
                    </a:lnTo>
                    <a:lnTo>
                      <a:pt x="608" y="258"/>
                    </a:lnTo>
                    <a:lnTo>
                      <a:pt x="612" y="258"/>
                    </a:lnTo>
                    <a:lnTo>
                      <a:pt x="612" y="258"/>
                    </a:lnTo>
                    <a:lnTo>
                      <a:pt x="612" y="258"/>
                    </a:lnTo>
                    <a:close/>
                    <a:moveTo>
                      <a:pt x="764" y="478"/>
                    </a:moveTo>
                    <a:lnTo>
                      <a:pt x="760" y="478"/>
                    </a:lnTo>
                    <a:lnTo>
                      <a:pt x="760" y="482"/>
                    </a:lnTo>
                    <a:lnTo>
                      <a:pt x="756" y="482"/>
                    </a:lnTo>
                    <a:lnTo>
                      <a:pt x="752" y="482"/>
                    </a:lnTo>
                    <a:lnTo>
                      <a:pt x="748" y="482"/>
                    </a:lnTo>
                    <a:lnTo>
                      <a:pt x="746" y="478"/>
                    </a:lnTo>
                    <a:lnTo>
                      <a:pt x="742" y="474"/>
                    </a:lnTo>
                    <a:lnTo>
                      <a:pt x="738" y="474"/>
                    </a:lnTo>
                    <a:lnTo>
                      <a:pt x="742" y="474"/>
                    </a:lnTo>
                    <a:lnTo>
                      <a:pt x="738" y="474"/>
                    </a:lnTo>
                    <a:lnTo>
                      <a:pt x="734" y="474"/>
                    </a:lnTo>
                    <a:lnTo>
                      <a:pt x="734" y="470"/>
                    </a:lnTo>
                    <a:lnTo>
                      <a:pt x="732" y="470"/>
                    </a:lnTo>
                    <a:lnTo>
                      <a:pt x="728" y="466"/>
                    </a:lnTo>
                    <a:lnTo>
                      <a:pt x="724" y="466"/>
                    </a:lnTo>
                    <a:lnTo>
                      <a:pt x="720" y="466"/>
                    </a:lnTo>
                    <a:lnTo>
                      <a:pt x="724" y="466"/>
                    </a:lnTo>
                    <a:lnTo>
                      <a:pt x="724" y="470"/>
                    </a:lnTo>
                    <a:lnTo>
                      <a:pt x="720" y="466"/>
                    </a:lnTo>
                    <a:lnTo>
                      <a:pt x="720" y="470"/>
                    </a:lnTo>
                    <a:lnTo>
                      <a:pt x="716" y="470"/>
                    </a:lnTo>
                    <a:lnTo>
                      <a:pt x="716" y="466"/>
                    </a:lnTo>
                    <a:lnTo>
                      <a:pt x="720" y="466"/>
                    </a:lnTo>
                    <a:lnTo>
                      <a:pt x="716" y="466"/>
                    </a:lnTo>
                    <a:lnTo>
                      <a:pt x="712" y="466"/>
                    </a:lnTo>
                    <a:lnTo>
                      <a:pt x="708" y="466"/>
                    </a:lnTo>
                    <a:lnTo>
                      <a:pt x="706" y="466"/>
                    </a:lnTo>
                    <a:lnTo>
                      <a:pt x="702" y="466"/>
                    </a:lnTo>
                    <a:lnTo>
                      <a:pt x="706" y="470"/>
                    </a:lnTo>
                    <a:lnTo>
                      <a:pt x="708" y="470"/>
                    </a:lnTo>
                    <a:lnTo>
                      <a:pt x="706" y="470"/>
                    </a:lnTo>
                    <a:lnTo>
                      <a:pt x="706" y="466"/>
                    </a:lnTo>
                    <a:lnTo>
                      <a:pt x="708" y="466"/>
                    </a:lnTo>
                    <a:lnTo>
                      <a:pt x="712" y="466"/>
                    </a:lnTo>
                    <a:lnTo>
                      <a:pt x="720" y="470"/>
                    </a:lnTo>
                    <a:lnTo>
                      <a:pt x="724" y="470"/>
                    </a:lnTo>
                    <a:lnTo>
                      <a:pt x="728" y="470"/>
                    </a:lnTo>
                    <a:lnTo>
                      <a:pt x="728" y="474"/>
                    </a:lnTo>
                    <a:lnTo>
                      <a:pt x="732" y="478"/>
                    </a:lnTo>
                    <a:lnTo>
                      <a:pt x="734" y="482"/>
                    </a:lnTo>
                    <a:lnTo>
                      <a:pt x="738" y="482"/>
                    </a:lnTo>
                    <a:lnTo>
                      <a:pt x="742" y="482"/>
                    </a:lnTo>
                    <a:lnTo>
                      <a:pt x="746" y="482"/>
                    </a:lnTo>
                    <a:lnTo>
                      <a:pt x="748" y="482"/>
                    </a:lnTo>
                    <a:lnTo>
                      <a:pt x="752" y="482"/>
                    </a:lnTo>
                    <a:lnTo>
                      <a:pt x="756" y="482"/>
                    </a:lnTo>
                    <a:lnTo>
                      <a:pt x="760" y="482"/>
                    </a:lnTo>
                    <a:lnTo>
                      <a:pt x="764" y="486"/>
                    </a:lnTo>
                    <a:lnTo>
                      <a:pt x="764" y="490"/>
                    </a:lnTo>
                    <a:lnTo>
                      <a:pt x="760" y="490"/>
                    </a:lnTo>
                    <a:lnTo>
                      <a:pt x="756" y="496"/>
                    </a:lnTo>
                    <a:lnTo>
                      <a:pt x="756" y="500"/>
                    </a:lnTo>
                    <a:lnTo>
                      <a:pt x="752" y="500"/>
                    </a:lnTo>
                    <a:lnTo>
                      <a:pt x="752" y="504"/>
                    </a:lnTo>
                    <a:lnTo>
                      <a:pt x="748" y="508"/>
                    </a:lnTo>
                    <a:lnTo>
                      <a:pt x="748" y="512"/>
                    </a:lnTo>
                    <a:lnTo>
                      <a:pt x="746" y="512"/>
                    </a:lnTo>
                    <a:lnTo>
                      <a:pt x="742" y="512"/>
                    </a:lnTo>
                    <a:lnTo>
                      <a:pt x="738" y="516"/>
                    </a:lnTo>
                    <a:lnTo>
                      <a:pt x="734" y="516"/>
                    </a:lnTo>
                    <a:lnTo>
                      <a:pt x="734" y="512"/>
                    </a:lnTo>
                    <a:lnTo>
                      <a:pt x="732" y="512"/>
                    </a:lnTo>
                    <a:lnTo>
                      <a:pt x="732" y="508"/>
                    </a:lnTo>
                    <a:lnTo>
                      <a:pt x="732" y="512"/>
                    </a:lnTo>
                    <a:lnTo>
                      <a:pt x="734" y="512"/>
                    </a:lnTo>
                    <a:lnTo>
                      <a:pt x="734" y="516"/>
                    </a:lnTo>
                    <a:lnTo>
                      <a:pt x="732" y="516"/>
                    </a:lnTo>
                    <a:lnTo>
                      <a:pt x="732" y="512"/>
                    </a:lnTo>
                    <a:lnTo>
                      <a:pt x="728" y="512"/>
                    </a:lnTo>
                    <a:lnTo>
                      <a:pt x="728" y="516"/>
                    </a:lnTo>
                    <a:lnTo>
                      <a:pt x="728" y="512"/>
                    </a:lnTo>
                    <a:lnTo>
                      <a:pt x="724" y="512"/>
                    </a:lnTo>
                    <a:lnTo>
                      <a:pt x="724" y="508"/>
                    </a:lnTo>
                    <a:lnTo>
                      <a:pt x="724" y="512"/>
                    </a:lnTo>
                    <a:lnTo>
                      <a:pt x="724" y="508"/>
                    </a:lnTo>
                    <a:lnTo>
                      <a:pt x="720" y="512"/>
                    </a:lnTo>
                    <a:lnTo>
                      <a:pt x="724" y="512"/>
                    </a:lnTo>
                    <a:lnTo>
                      <a:pt x="724" y="516"/>
                    </a:lnTo>
                    <a:lnTo>
                      <a:pt x="720" y="516"/>
                    </a:lnTo>
                    <a:lnTo>
                      <a:pt x="724" y="516"/>
                    </a:lnTo>
                    <a:lnTo>
                      <a:pt x="720" y="516"/>
                    </a:lnTo>
                    <a:lnTo>
                      <a:pt x="720" y="512"/>
                    </a:lnTo>
                    <a:lnTo>
                      <a:pt x="716" y="512"/>
                    </a:lnTo>
                    <a:lnTo>
                      <a:pt x="720" y="516"/>
                    </a:lnTo>
                    <a:lnTo>
                      <a:pt x="724" y="520"/>
                    </a:lnTo>
                    <a:lnTo>
                      <a:pt x="720" y="520"/>
                    </a:lnTo>
                    <a:lnTo>
                      <a:pt x="720" y="522"/>
                    </a:lnTo>
                    <a:lnTo>
                      <a:pt x="716" y="522"/>
                    </a:lnTo>
                    <a:lnTo>
                      <a:pt x="712" y="520"/>
                    </a:lnTo>
                    <a:lnTo>
                      <a:pt x="712" y="522"/>
                    </a:lnTo>
                    <a:lnTo>
                      <a:pt x="708" y="522"/>
                    </a:lnTo>
                    <a:lnTo>
                      <a:pt x="706" y="522"/>
                    </a:lnTo>
                    <a:lnTo>
                      <a:pt x="702" y="522"/>
                    </a:lnTo>
                    <a:lnTo>
                      <a:pt x="702" y="520"/>
                    </a:lnTo>
                    <a:lnTo>
                      <a:pt x="698" y="520"/>
                    </a:lnTo>
                    <a:lnTo>
                      <a:pt x="694" y="520"/>
                    </a:lnTo>
                    <a:lnTo>
                      <a:pt x="690" y="520"/>
                    </a:lnTo>
                    <a:lnTo>
                      <a:pt x="686" y="520"/>
                    </a:lnTo>
                    <a:lnTo>
                      <a:pt x="682" y="520"/>
                    </a:lnTo>
                    <a:lnTo>
                      <a:pt x="682" y="516"/>
                    </a:lnTo>
                    <a:lnTo>
                      <a:pt x="678" y="516"/>
                    </a:lnTo>
                    <a:lnTo>
                      <a:pt x="676" y="516"/>
                    </a:lnTo>
                    <a:lnTo>
                      <a:pt x="672" y="512"/>
                    </a:lnTo>
                    <a:lnTo>
                      <a:pt x="668" y="508"/>
                    </a:lnTo>
                    <a:lnTo>
                      <a:pt x="672" y="512"/>
                    </a:lnTo>
                    <a:lnTo>
                      <a:pt x="672" y="516"/>
                    </a:lnTo>
                    <a:lnTo>
                      <a:pt x="668" y="516"/>
                    </a:lnTo>
                    <a:lnTo>
                      <a:pt x="672" y="516"/>
                    </a:lnTo>
                    <a:lnTo>
                      <a:pt x="672" y="520"/>
                    </a:lnTo>
                    <a:lnTo>
                      <a:pt x="676" y="520"/>
                    </a:lnTo>
                    <a:lnTo>
                      <a:pt x="676" y="516"/>
                    </a:lnTo>
                    <a:lnTo>
                      <a:pt x="672" y="516"/>
                    </a:lnTo>
                    <a:lnTo>
                      <a:pt x="676" y="516"/>
                    </a:lnTo>
                    <a:lnTo>
                      <a:pt x="678" y="516"/>
                    </a:lnTo>
                    <a:lnTo>
                      <a:pt x="682" y="520"/>
                    </a:lnTo>
                    <a:lnTo>
                      <a:pt x="686" y="520"/>
                    </a:lnTo>
                    <a:lnTo>
                      <a:pt x="690" y="520"/>
                    </a:lnTo>
                    <a:lnTo>
                      <a:pt x="690" y="522"/>
                    </a:lnTo>
                    <a:lnTo>
                      <a:pt x="686" y="522"/>
                    </a:lnTo>
                    <a:lnTo>
                      <a:pt x="690" y="522"/>
                    </a:lnTo>
                    <a:lnTo>
                      <a:pt x="694" y="522"/>
                    </a:lnTo>
                    <a:lnTo>
                      <a:pt x="698" y="520"/>
                    </a:lnTo>
                    <a:lnTo>
                      <a:pt x="698" y="522"/>
                    </a:lnTo>
                    <a:lnTo>
                      <a:pt x="702" y="526"/>
                    </a:lnTo>
                    <a:lnTo>
                      <a:pt x="706" y="526"/>
                    </a:lnTo>
                    <a:lnTo>
                      <a:pt x="708" y="526"/>
                    </a:lnTo>
                    <a:lnTo>
                      <a:pt x="712" y="530"/>
                    </a:lnTo>
                    <a:lnTo>
                      <a:pt x="712" y="534"/>
                    </a:lnTo>
                    <a:lnTo>
                      <a:pt x="712" y="538"/>
                    </a:lnTo>
                    <a:lnTo>
                      <a:pt x="708" y="538"/>
                    </a:lnTo>
                    <a:lnTo>
                      <a:pt x="706" y="538"/>
                    </a:lnTo>
                    <a:lnTo>
                      <a:pt x="706" y="542"/>
                    </a:lnTo>
                    <a:lnTo>
                      <a:pt x="702" y="542"/>
                    </a:lnTo>
                    <a:lnTo>
                      <a:pt x="698" y="542"/>
                    </a:lnTo>
                    <a:lnTo>
                      <a:pt x="694" y="542"/>
                    </a:lnTo>
                    <a:lnTo>
                      <a:pt x="690" y="542"/>
                    </a:lnTo>
                    <a:lnTo>
                      <a:pt x="686" y="542"/>
                    </a:lnTo>
                    <a:lnTo>
                      <a:pt x="690" y="546"/>
                    </a:lnTo>
                    <a:lnTo>
                      <a:pt x="694" y="546"/>
                    </a:lnTo>
                    <a:lnTo>
                      <a:pt x="694" y="550"/>
                    </a:lnTo>
                    <a:lnTo>
                      <a:pt x="690" y="546"/>
                    </a:lnTo>
                    <a:lnTo>
                      <a:pt x="690" y="550"/>
                    </a:lnTo>
                    <a:lnTo>
                      <a:pt x="686" y="550"/>
                    </a:lnTo>
                    <a:lnTo>
                      <a:pt x="682" y="550"/>
                    </a:lnTo>
                    <a:lnTo>
                      <a:pt x="682" y="552"/>
                    </a:lnTo>
                    <a:lnTo>
                      <a:pt x="686" y="552"/>
                    </a:lnTo>
                    <a:lnTo>
                      <a:pt x="686" y="556"/>
                    </a:lnTo>
                    <a:lnTo>
                      <a:pt x="682" y="556"/>
                    </a:lnTo>
                    <a:lnTo>
                      <a:pt x="682" y="552"/>
                    </a:lnTo>
                    <a:lnTo>
                      <a:pt x="678" y="552"/>
                    </a:lnTo>
                    <a:lnTo>
                      <a:pt x="682" y="552"/>
                    </a:lnTo>
                    <a:lnTo>
                      <a:pt x="682" y="556"/>
                    </a:lnTo>
                    <a:lnTo>
                      <a:pt x="678" y="556"/>
                    </a:lnTo>
                    <a:lnTo>
                      <a:pt x="678" y="560"/>
                    </a:lnTo>
                    <a:lnTo>
                      <a:pt x="676" y="560"/>
                    </a:lnTo>
                    <a:lnTo>
                      <a:pt x="676" y="564"/>
                    </a:lnTo>
                    <a:lnTo>
                      <a:pt x="672" y="564"/>
                    </a:lnTo>
                    <a:lnTo>
                      <a:pt x="672" y="560"/>
                    </a:lnTo>
                    <a:lnTo>
                      <a:pt x="672" y="564"/>
                    </a:lnTo>
                    <a:lnTo>
                      <a:pt x="676" y="564"/>
                    </a:lnTo>
                    <a:lnTo>
                      <a:pt x="676" y="566"/>
                    </a:lnTo>
                    <a:lnTo>
                      <a:pt x="672" y="566"/>
                    </a:lnTo>
                    <a:lnTo>
                      <a:pt x="668" y="570"/>
                    </a:lnTo>
                    <a:lnTo>
                      <a:pt x="664" y="570"/>
                    </a:lnTo>
                    <a:lnTo>
                      <a:pt x="664" y="574"/>
                    </a:lnTo>
                    <a:lnTo>
                      <a:pt x="668" y="574"/>
                    </a:lnTo>
                    <a:lnTo>
                      <a:pt x="664" y="578"/>
                    </a:lnTo>
                    <a:lnTo>
                      <a:pt x="664" y="582"/>
                    </a:lnTo>
                    <a:lnTo>
                      <a:pt x="660" y="586"/>
                    </a:lnTo>
                    <a:lnTo>
                      <a:pt x="660" y="590"/>
                    </a:lnTo>
                    <a:lnTo>
                      <a:pt x="656" y="594"/>
                    </a:lnTo>
                    <a:lnTo>
                      <a:pt x="656" y="596"/>
                    </a:lnTo>
                    <a:lnTo>
                      <a:pt x="656" y="600"/>
                    </a:lnTo>
                    <a:lnTo>
                      <a:pt x="656" y="604"/>
                    </a:lnTo>
                    <a:lnTo>
                      <a:pt x="652" y="604"/>
                    </a:lnTo>
                    <a:lnTo>
                      <a:pt x="652" y="608"/>
                    </a:lnTo>
                    <a:lnTo>
                      <a:pt x="652" y="612"/>
                    </a:lnTo>
                    <a:lnTo>
                      <a:pt x="652" y="616"/>
                    </a:lnTo>
                    <a:lnTo>
                      <a:pt x="652" y="620"/>
                    </a:lnTo>
                    <a:lnTo>
                      <a:pt x="656" y="620"/>
                    </a:lnTo>
                    <a:lnTo>
                      <a:pt x="656" y="622"/>
                    </a:lnTo>
                    <a:lnTo>
                      <a:pt x="652" y="622"/>
                    </a:lnTo>
                    <a:lnTo>
                      <a:pt x="652" y="626"/>
                    </a:lnTo>
                    <a:lnTo>
                      <a:pt x="656" y="630"/>
                    </a:lnTo>
                    <a:lnTo>
                      <a:pt x="656" y="634"/>
                    </a:lnTo>
                    <a:lnTo>
                      <a:pt x="660" y="634"/>
                    </a:lnTo>
                    <a:lnTo>
                      <a:pt x="660" y="638"/>
                    </a:lnTo>
                    <a:lnTo>
                      <a:pt x="660" y="642"/>
                    </a:lnTo>
                    <a:lnTo>
                      <a:pt x="660" y="646"/>
                    </a:lnTo>
                    <a:lnTo>
                      <a:pt x="660" y="642"/>
                    </a:lnTo>
                    <a:lnTo>
                      <a:pt x="660" y="638"/>
                    </a:lnTo>
                    <a:lnTo>
                      <a:pt x="664" y="634"/>
                    </a:lnTo>
                    <a:lnTo>
                      <a:pt x="668" y="634"/>
                    </a:lnTo>
                    <a:lnTo>
                      <a:pt x="672" y="634"/>
                    </a:lnTo>
                    <a:lnTo>
                      <a:pt x="676" y="634"/>
                    </a:lnTo>
                    <a:lnTo>
                      <a:pt x="678" y="634"/>
                    </a:lnTo>
                    <a:lnTo>
                      <a:pt x="678" y="638"/>
                    </a:lnTo>
                    <a:lnTo>
                      <a:pt x="678" y="642"/>
                    </a:lnTo>
                    <a:lnTo>
                      <a:pt x="678" y="646"/>
                    </a:lnTo>
                    <a:lnTo>
                      <a:pt x="682" y="650"/>
                    </a:lnTo>
                    <a:lnTo>
                      <a:pt x="682" y="652"/>
                    </a:lnTo>
                    <a:lnTo>
                      <a:pt x="682" y="656"/>
                    </a:lnTo>
                    <a:lnTo>
                      <a:pt x="686" y="660"/>
                    </a:lnTo>
                    <a:lnTo>
                      <a:pt x="686" y="664"/>
                    </a:lnTo>
                    <a:lnTo>
                      <a:pt x="686" y="668"/>
                    </a:lnTo>
                    <a:lnTo>
                      <a:pt x="686" y="672"/>
                    </a:lnTo>
                    <a:lnTo>
                      <a:pt x="682" y="676"/>
                    </a:lnTo>
                    <a:lnTo>
                      <a:pt x="686" y="676"/>
                    </a:lnTo>
                    <a:lnTo>
                      <a:pt x="686" y="672"/>
                    </a:lnTo>
                    <a:lnTo>
                      <a:pt x="690" y="672"/>
                    </a:lnTo>
                    <a:lnTo>
                      <a:pt x="690" y="676"/>
                    </a:lnTo>
                    <a:lnTo>
                      <a:pt x="686" y="676"/>
                    </a:lnTo>
                    <a:lnTo>
                      <a:pt x="690" y="676"/>
                    </a:lnTo>
                    <a:lnTo>
                      <a:pt x="690" y="672"/>
                    </a:lnTo>
                    <a:lnTo>
                      <a:pt x="694" y="672"/>
                    </a:lnTo>
                    <a:lnTo>
                      <a:pt x="698" y="672"/>
                    </a:lnTo>
                    <a:lnTo>
                      <a:pt x="706" y="668"/>
                    </a:lnTo>
                    <a:lnTo>
                      <a:pt x="708" y="668"/>
                    </a:lnTo>
                    <a:lnTo>
                      <a:pt x="712" y="668"/>
                    </a:lnTo>
                    <a:lnTo>
                      <a:pt x="716" y="668"/>
                    </a:lnTo>
                    <a:lnTo>
                      <a:pt x="716" y="672"/>
                    </a:lnTo>
                    <a:lnTo>
                      <a:pt x="720" y="672"/>
                    </a:lnTo>
                    <a:lnTo>
                      <a:pt x="724" y="672"/>
                    </a:lnTo>
                    <a:lnTo>
                      <a:pt x="724" y="676"/>
                    </a:lnTo>
                    <a:lnTo>
                      <a:pt x="728" y="676"/>
                    </a:lnTo>
                    <a:lnTo>
                      <a:pt x="732" y="676"/>
                    </a:lnTo>
                    <a:lnTo>
                      <a:pt x="734" y="676"/>
                    </a:lnTo>
                    <a:lnTo>
                      <a:pt x="738" y="680"/>
                    </a:lnTo>
                    <a:lnTo>
                      <a:pt x="742" y="680"/>
                    </a:lnTo>
                    <a:lnTo>
                      <a:pt x="742" y="682"/>
                    </a:lnTo>
                    <a:lnTo>
                      <a:pt x="746" y="682"/>
                    </a:lnTo>
                    <a:lnTo>
                      <a:pt x="746" y="686"/>
                    </a:lnTo>
                    <a:lnTo>
                      <a:pt x="748" y="686"/>
                    </a:lnTo>
                    <a:lnTo>
                      <a:pt x="752" y="690"/>
                    </a:lnTo>
                    <a:lnTo>
                      <a:pt x="756" y="694"/>
                    </a:lnTo>
                    <a:lnTo>
                      <a:pt x="760" y="698"/>
                    </a:lnTo>
                    <a:lnTo>
                      <a:pt x="764" y="698"/>
                    </a:lnTo>
                    <a:lnTo>
                      <a:pt x="768" y="698"/>
                    </a:lnTo>
                    <a:lnTo>
                      <a:pt x="772" y="698"/>
                    </a:lnTo>
                    <a:lnTo>
                      <a:pt x="772" y="702"/>
                    </a:lnTo>
                    <a:lnTo>
                      <a:pt x="776" y="702"/>
                    </a:lnTo>
                    <a:lnTo>
                      <a:pt x="778" y="702"/>
                    </a:lnTo>
                    <a:lnTo>
                      <a:pt x="782" y="706"/>
                    </a:lnTo>
                    <a:lnTo>
                      <a:pt x="786" y="708"/>
                    </a:lnTo>
                    <a:lnTo>
                      <a:pt x="790" y="708"/>
                    </a:lnTo>
                    <a:lnTo>
                      <a:pt x="790" y="712"/>
                    </a:lnTo>
                    <a:lnTo>
                      <a:pt x="786" y="712"/>
                    </a:lnTo>
                    <a:lnTo>
                      <a:pt x="786" y="716"/>
                    </a:lnTo>
                    <a:lnTo>
                      <a:pt x="786" y="712"/>
                    </a:lnTo>
                    <a:lnTo>
                      <a:pt x="790" y="712"/>
                    </a:lnTo>
                    <a:lnTo>
                      <a:pt x="794" y="712"/>
                    </a:lnTo>
                    <a:lnTo>
                      <a:pt x="798" y="712"/>
                    </a:lnTo>
                    <a:lnTo>
                      <a:pt x="802" y="712"/>
                    </a:lnTo>
                    <a:lnTo>
                      <a:pt x="806" y="712"/>
                    </a:lnTo>
                    <a:lnTo>
                      <a:pt x="806" y="708"/>
                    </a:lnTo>
                    <a:lnTo>
                      <a:pt x="808" y="708"/>
                    </a:lnTo>
                    <a:lnTo>
                      <a:pt x="812" y="712"/>
                    </a:lnTo>
                    <a:lnTo>
                      <a:pt x="808" y="712"/>
                    </a:lnTo>
                    <a:lnTo>
                      <a:pt x="812" y="712"/>
                    </a:lnTo>
                    <a:lnTo>
                      <a:pt x="816" y="712"/>
                    </a:lnTo>
                    <a:lnTo>
                      <a:pt x="820" y="712"/>
                    </a:lnTo>
                    <a:lnTo>
                      <a:pt x="824" y="712"/>
                    </a:lnTo>
                    <a:lnTo>
                      <a:pt x="828" y="712"/>
                    </a:lnTo>
                    <a:lnTo>
                      <a:pt x="828" y="716"/>
                    </a:lnTo>
                    <a:lnTo>
                      <a:pt x="832" y="716"/>
                    </a:lnTo>
                    <a:lnTo>
                      <a:pt x="832" y="712"/>
                    </a:lnTo>
                    <a:lnTo>
                      <a:pt x="832" y="716"/>
                    </a:lnTo>
                    <a:lnTo>
                      <a:pt x="832" y="720"/>
                    </a:lnTo>
                    <a:lnTo>
                      <a:pt x="832" y="728"/>
                    </a:lnTo>
                    <a:lnTo>
                      <a:pt x="828" y="732"/>
                    </a:lnTo>
                    <a:lnTo>
                      <a:pt x="828" y="736"/>
                    </a:lnTo>
                    <a:lnTo>
                      <a:pt x="832" y="736"/>
                    </a:lnTo>
                    <a:lnTo>
                      <a:pt x="832" y="738"/>
                    </a:lnTo>
                    <a:lnTo>
                      <a:pt x="832" y="742"/>
                    </a:lnTo>
                    <a:lnTo>
                      <a:pt x="832" y="746"/>
                    </a:lnTo>
                    <a:lnTo>
                      <a:pt x="832" y="750"/>
                    </a:lnTo>
                    <a:lnTo>
                      <a:pt x="832" y="754"/>
                    </a:lnTo>
                    <a:lnTo>
                      <a:pt x="832" y="758"/>
                    </a:lnTo>
                    <a:lnTo>
                      <a:pt x="832" y="762"/>
                    </a:lnTo>
                    <a:lnTo>
                      <a:pt x="834" y="766"/>
                    </a:lnTo>
                    <a:lnTo>
                      <a:pt x="838" y="768"/>
                    </a:lnTo>
                    <a:lnTo>
                      <a:pt x="838" y="772"/>
                    </a:lnTo>
                    <a:lnTo>
                      <a:pt x="842" y="772"/>
                    </a:lnTo>
                    <a:lnTo>
                      <a:pt x="842" y="776"/>
                    </a:lnTo>
                    <a:lnTo>
                      <a:pt x="838" y="776"/>
                    </a:lnTo>
                    <a:lnTo>
                      <a:pt x="834" y="776"/>
                    </a:lnTo>
                    <a:lnTo>
                      <a:pt x="838" y="776"/>
                    </a:lnTo>
                    <a:lnTo>
                      <a:pt x="842" y="776"/>
                    </a:lnTo>
                    <a:lnTo>
                      <a:pt x="842" y="780"/>
                    </a:lnTo>
                    <a:lnTo>
                      <a:pt x="846" y="780"/>
                    </a:lnTo>
                    <a:lnTo>
                      <a:pt x="850" y="780"/>
                    </a:lnTo>
                    <a:lnTo>
                      <a:pt x="850" y="784"/>
                    </a:lnTo>
                    <a:lnTo>
                      <a:pt x="854" y="788"/>
                    </a:lnTo>
                    <a:lnTo>
                      <a:pt x="854" y="792"/>
                    </a:lnTo>
                    <a:lnTo>
                      <a:pt x="858" y="792"/>
                    </a:lnTo>
                    <a:lnTo>
                      <a:pt x="858" y="794"/>
                    </a:lnTo>
                    <a:lnTo>
                      <a:pt x="854" y="794"/>
                    </a:lnTo>
                    <a:lnTo>
                      <a:pt x="854" y="798"/>
                    </a:lnTo>
                    <a:lnTo>
                      <a:pt x="850" y="798"/>
                    </a:lnTo>
                    <a:lnTo>
                      <a:pt x="850" y="802"/>
                    </a:lnTo>
                    <a:lnTo>
                      <a:pt x="850" y="798"/>
                    </a:lnTo>
                    <a:lnTo>
                      <a:pt x="854" y="798"/>
                    </a:lnTo>
                    <a:lnTo>
                      <a:pt x="854" y="794"/>
                    </a:lnTo>
                    <a:lnTo>
                      <a:pt x="858" y="794"/>
                    </a:lnTo>
                    <a:lnTo>
                      <a:pt x="862" y="794"/>
                    </a:lnTo>
                    <a:lnTo>
                      <a:pt x="862" y="798"/>
                    </a:lnTo>
                    <a:lnTo>
                      <a:pt x="864" y="798"/>
                    </a:lnTo>
                    <a:lnTo>
                      <a:pt x="864" y="802"/>
                    </a:lnTo>
                    <a:lnTo>
                      <a:pt x="868" y="802"/>
                    </a:lnTo>
                    <a:lnTo>
                      <a:pt x="868" y="806"/>
                    </a:lnTo>
                    <a:lnTo>
                      <a:pt x="872" y="806"/>
                    </a:lnTo>
                    <a:lnTo>
                      <a:pt x="872" y="810"/>
                    </a:lnTo>
                    <a:lnTo>
                      <a:pt x="872" y="806"/>
                    </a:lnTo>
                    <a:lnTo>
                      <a:pt x="868" y="806"/>
                    </a:lnTo>
                    <a:lnTo>
                      <a:pt x="868" y="802"/>
                    </a:lnTo>
                    <a:lnTo>
                      <a:pt x="864" y="798"/>
                    </a:lnTo>
                    <a:lnTo>
                      <a:pt x="868" y="798"/>
                    </a:lnTo>
                    <a:lnTo>
                      <a:pt x="868" y="794"/>
                    </a:lnTo>
                    <a:lnTo>
                      <a:pt x="868" y="792"/>
                    </a:lnTo>
                    <a:lnTo>
                      <a:pt x="872" y="792"/>
                    </a:lnTo>
                    <a:lnTo>
                      <a:pt x="872" y="788"/>
                    </a:lnTo>
                    <a:lnTo>
                      <a:pt x="872" y="792"/>
                    </a:lnTo>
                    <a:lnTo>
                      <a:pt x="876" y="792"/>
                    </a:lnTo>
                    <a:lnTo>
                      <a:pt x="876" y="794"/>
                    </a:lnTo>
                    <a:lnTo>
                      <a:pt x="876" y="798"/>
                    </a:lnTo>
                    <a:lnTo>
                      <a:pt x="880" y="798"/>
                    </a:lnTo>
                    <a:lnTo>
                      <a:pt x="880" y="794"/>
                    </a:lnTo>
                    <a:lnTo>
                      <a:pt x="880" y="792"/>
                    </a:lnTo>
                    <a:lnTo>
                      <a:pt x="876" y="788"/>
                    </a:lnTo>
                    <a:lnTo>
                      <a:pt x="880" y="788"/>
                    </a:lnTo>
                    <a:lnTo>
                      <a:pt x="880" y="784"/>
                    </a:lnTo>
                    <a:lnTo>
                      <a:pt x="880" y="780"/>
                    </a:lnTo>
                    <a:lnTo>
                      <a:pt x="884" y="780"/>
                    </a:lnTo>
                    <a:lnTo>
                      <a:pt x="884" y="776"/>
                    </a:lnTo>
                    <a:lnTo>
                      <a:pt x="884" y="772"/>
                    </a:lnTo>
                    <a:lnTo>
                      <a:pt x="884" y="768"/>
                    </a:lnTo>
                    <a:lnTo>
                      <a:pt x="880" y="768"/>
                    </a:lnTo>
                    <a:lnTo>
                      <a:pt x="880" y="766"/>
                    </a:lnTo>
                    <a:lnTo>
                      <a:pt x="880" y="762"/>
                    </a:lnTo>
                    <a:lnTo>
                      <a:pt x="880" y="758"/>
                    </a:lnTo>
                    <a:lnTo>
                      <a:pt x="880" y="754"/>
                    </a:lnTo>
                    <a:lnTo>
                      <a:pt x="876" y="754"/>
                    </a:lnTo>
                    <a:lnTo>
                      <a:pt x="876" y="750"/>
                    </a:lnTo>
                    <a:lnTo>
                      <a:pt x="880" y="750"/>
                    </a:lnTo>
                    <a:lnTo>
                      <a:pt x="876" y="746"/>
                    </a:lnTo>
                    <a:lnTo>
                      <a:pt x="876" y="742"/>
                    </a:lnTo>
                    <a:lnTo>
                      <a:pt x="880" y="742"/>
                    </a:lnTo>
                    <a:lnTo>
                      <a:pt x="876" y="742"/>
                    </a:lnTo>
                    <a:lnTo>
                      <a:pt x="876" y="738"/>
                    </a:lnTo>
                    <a:lnTo>
                      <a:pt x="876" y="736"/>
                    </a:lnTo>
                    <a:lnTo>
                      <a:pt x="872" y="736"/>
                    </a:lnTo>
                    <a:lnTo>
                      <a:pt x="872" y="732"/>
                    </a:lnTo>
                    <a:lnTo>
                      <a:pt x="868" y="732"/>
                    </a:lnTo>
                    <a:lnTo>
                      <a:pt x="868" y="728"/>
                    </a:lnTo>
                    <a:lnTo>
                      <a:pt x="868" y="724"/>
                    </a:lnTo>
                    <a:lnTo>
                      <a:pt x="864" y="724"/>
                    </a:lnTo>
                    <a:lnTo>
                      <a:pt x="868" y="724"/>
                    </a:lnTo>
                    <a:lnTo>
                      <a:pt x="872" y="724"/>
                    </a:lnTo>
                    <a:lnTo>
                      <a:pt x="876" y="720"/>
                    </a:lnTo>
                    <a:lnTo>
                      <a:pt x="880" y="720"/>
                    </a:lnTo>
                    <a:lnTo>
                      <a:pt x="884" y="716"/>
                    </a:lnTo>
                    <a:lnTo>
                      <a:pt x="888" y="716"/>
                    </a:lnTo>
                    <a:lnTo>
                      <a:pt x="890" y="712"/>
                    </a:lnTo>
                    <a:lnTo>
                      <a:pt x="894" y="708"/>
                    </a:lnTo>
                    <a:lnTo>
                      <a:pt x="898" y="706"/>
                    </a:lnTo>
                    <a:lnTo>
                      <a:pt x="902" y="706"/>
                    </a:lnTo>
                    <a:lnTo>
                      <a:pt x="902" y="702"/>
                    </a:lnTo>
                    <a:lnTo>
                      <a:pt x="906" y="702"/>
                    </a:lnTo>
                    <a:lnTo>
                      <a:pt x="910" y="698"/>
                    </a:lnTo>
                    <a:lnTo>
                      <a:pt x="910" y="694"/>
                    </a:lnTo>
                    <a:lnTo>
                      <a:pt x="914" y="690"/>
                    </a:lnTo>
                    <a:lnTo>
                      <a:pt x="914" y="686"/>
                    </a:lnTo>
                    <a:lnTo>
                      <a:pt x="914" y="682"/>
                    </a:lnTo>
                    <a:lnTo>
                      <a:pt x="914" y="680"/>
                    </a:lnTo>
                    <a:lnTo>
                      <a:pt x="914" y="676"/>
                    </a:lnTo>
                    <a:lnTo>
                      <a:pt x="910" y="672"/>
                    </a:lnTo>
                    <a:lnTo>
                      <a:pt x="914" y="672"/>
                    </a:lnTo>
                    <a:lnTo>
                      <a:pt x="910" y="668"/>
                    </a:lnTo>
                    <a:lnTo>
                      <a:pt x="910" y="664"/>
                    </a:lnTo>
                    <a:lnTo>
                      <a:pt x="910" y="660"/>
                    </a:lnTo>
                    <a:lnTo>
                      <a:pt x="906" y="656"/>
                    </a:lnTo>
                    <a:lnTo>
                      <a:pt x="902" y="650"/>
                    </a:lnTo>
                    <a:lnTo>
                      <a:pt x="898" y="650"/>
                    </a:lnTo>
                    <a:lnTo>
                      <a:pt x="898" y="646"/>
                    </a:lnTo>
                    <a:lnTo>
                      <a:pt x="894" y="646"/>
                    </a:lnTo>
                    <a:lnTo>
                      <a:pt x="890" y="642"/>
                    </a:lnTo>
                    <a:lnTo>
                      <a:pt x="888" y="638"/>
                    </a:lnTo>
                    <a:lnTo>
                      <a:pt x="884" y="638"/>
                    </a:lnTo>
                    <a:lnTo>
                      <a:pt x="888" y="638"/>
                    </a:lnTo>
                    <a:lnTo>
                      <a:pt x="884" y="638"/>
                    </a:lnTo>
                    <a:lnTo>
                      <a:pt x="884" y="634"/>
                    </a:lnTo>
                    <a:lnTo>
                      <a:pt x="884" y="630"/>
                    </a:lnTo>
                    <a:lnTo>
                      <a:pt x="888" y="630"/>
                    </a:lnTo>
                    <a:lnTo>
                      <a:pt x="888" y="626"/>
                    </a:lnTo>
                    <a:lnTo>
                      <a:pt x="890" y="626"/>
                    </a:lnTo>
                    <a:lnTo>
                      <a:pt x="890" y="622"/>
                    </a:lnTo>
                    <a:lnTo>
                      <a:pt x="894" y="622"/>
                    </a:lnTo>
                    <a:lnTo>
                      <a:pt x="894" y="620"/>
                    </a:lnTo>
                    <a:lnTo>
                      <a:pt x="890" y="620"/>
                    </a:lnTo>
                    <a:lnTo>
                      <a:pt x="894" y="616"/>
                    </a:lnTo>
                    <a:lnTo>
                      <a:pt x="894" y="612"/>
                    </a:lnTo>
                    <a:lnTo>
                      <a:pt x="898" y="612"/>
                    </a:lnTo>
                    <a:lnTo>
                      <a:pt x="898" y="616"/>
                    </a:lnTo>
                    <a:lnTo>
                      <a:pt x="902" y="616"/>
                    </a:lnTo>
                    <a:lnTo>
                      <a:pt x="898" y="616"/>
                    </a:lnTo>
                    <a:lnTo>
                      <a:pt x="898" y="612"/>
                    </a:lnTo>
                    <a:lnTo>
                      <a:pt x="902" y="612"/>
                    </a:lnTo>
                    <a:lnTo>
                      <a:pt x="898" y="608"/>
                    </a:lnTo>
                    <a:lnTo>
                      <a:pt x="902" y="604"/>
                    </a:lnTo>
                    <a:lnTo>
                      <a:pt x="906" y="604"/>
                    </a:lnTo>
                    <a:lnTo>
                      <a:pt x="910" y="604"/>
                    </a:lnTo>
                    <a:lnTo>
                      <a:pt x="910" y="600"/>
                    </a:lnTo>
                    <a:lnTo>
                      <a:pt x="906" y="600"/>
                    </a:lnTo>
                    <a:lnTo>
                      <a:pt x="906" y="604"/>
                    </a:lnTo>
                    <a:lnTo>
                      <a:pt x="902" y="604"/>
                    </a:lnTo>
                    <a:lnTo>
                      <a:pt x="898" y="604"/>
                    </a:lnTo>
                    <a:lnTo>
                      <a:pt x="898" y="600"/>
                    </a:lnTo>
                    <a:lnTo>
                      <a:pt x="898" y="596"/>
                    </a:lnTo>
                    <a:lnTo>
                      <a:pt x="894" y="596"/>
                    </a:lnTo>
                    <a:lnTo>
                      <a:pt x="898" y="594"/>
                    </a:lnTo>
                    <a:lnTo>
                      <a:pt x="894" y="594"/>
                    </a:lnTo>
                    <a:lnTo>
                      <a:pt x="894" y="590"/>
                    </a:lnTo>
                    <a:lnTo>
                      <a:pt x="898" y="586"/>
                    </a:lnTo>
                    <a:lnTo>
                      <a:pt x="894" y="590"/>
                    </a:lnTo>
                    <a:lnTo>
                      <a:pt x="890" y="590"/>
                    </a:lnTo>
                    <a:lnTo>
                      <a:pt x="890" y="586"/>
                    </a:lnTo>
                    <a:lnTo>
                      <a:pt x="890" y="590"/>
                    </a:lnTo>
                    <a:lnTo>
                      <a:pt x="888" y="590"/>
                    </a:lnTo>
                    <a:lnTo>
                      <a:pt x="888" y="586"/>
                    </a:lnTo>
                    <a:lnTo>
                      <a:pt x="890" y="582"/>
                    </a:lnTo>
                    <a:lnTo>
                      <a:pt x="894" y="582"/>
                    </a:lnTo>
                    <a:lnTo>
                      <a:pt x="894" y="578"/>
                    </a:lnTo>
                    <a:lnTo>
                      <a:pt x="894" y="574"/>
                    </a:lnTo>
                    <a:lnTo>
                      <a:pt x="894" y="570"/>
                    </a:lnTo>
                    <a:lnTo>
                      <a:pt x="898" y="570"/>
                    </a:lnTo>
                    <a:lnTo>
                      <a:pt x="894" y="570"/>
                    </a:lnTo>
                    <a:lnTo>
                      <a:pt x="898" y="570"/>
                    </a:lnTo>
                    <a:lnTo>
                      <a:pt x="894" y="570"/>
                    </a:lnTo>
                    <a:lnTo>
                      <a:pt x="894" y="566"/>
                    </a:lnTo>
                    <a:lnTo>
                      <a:pt x="890" y="566"/>
                    </a:lnTo>
                    <a:lnTo>
                      <a:pt x="890" y="564"/>
                    </a:lnTo>
                    <a:lnTo>
                      <a:pt x="890" y="560"/>
                    </a:lnTo>
                    <a:lnTo>
                      <a:pt x="888" y="560"/>
                    </a:lnTo>
                    <a:lnTo>
                      <a:pt x="888" y="556"/>
                    </a:lnTo>
                    <a:lnTo>
                      <a:pt x="888" y="552"/>
                    </a:lnTo>
                    <a:lnTo>
                      <a:pt x="890" y="552"/>
                    </a:lnTo>
                    <a:lnTo>
                      <a:pt x="894" y="550"/>
                    </a:lnTo>
                    <a:lnTo>
                      <a:pt x="898" y="550"/>
                    </a:lnTo>
                    <a:lnTo>
                      <a:pt x="906" y="550"/>
                    </a:lnTo>
                    <a:lnTo>
                      <a:pt x="910" y="550"/>
                    </a:lnTo>
                    <a:lnTo>
                      <a:pt x="914" y="550"/>
                    </a:lnTo>
                    <a:lnTo>
                      <a:pt x="914" y="552"/>
                    </a:lnTo>
                    <a:lnTo>
                      <a:pt x="918" y="552"/>
                    </a:lnTo>
                    <a:lnTo>
                      <a:pt x="924" y="552"/>
                    </a:lnTo>
                    <a:lnTo>
                      <a:pt x="924" y="556"/>
                    </a:lnTo>
                    <a:lnTo>
                      <a:pt x="920" y="556"/>
                    </a:lnTo>
                    <a:lnTo>
                      <a:pt x="924" y="556"/>
                    </a:lnTo>
                    <a:lnTo>
                      <a:pt x="924" y="552"/>
                    </a:lnTo>
                    <a:lnTo>
                      <a:pt x="928" y="552"/>
                    </a:lnTo>
                    <a:lnTo>
                      <a:pt x="932" y="552"/>
                    </a:lnTo>
                    <a:lnTo>
                      <a:pt x="936" y="556"/>
                    </a:lnTo>
                    <a:lnTo>
                      <a:pt x="940" y="556"/>
                    </a:lnTo>
                    <a:lnTo>
                      <a:pt x="936" y="556"/>
                    </a:lnTo>
                    <a:lnTo>
                      <a:pt x="940" y="556"/>
                    </a:lnTo>
                    <a:lnTo>
                      <a:pt x="944" y="556"/>
                    </a:lnTo>
                    <a:lnTo>
                      <a:pt x="944" y="552"/>
                    </a:lnTo>
                    <a:lnTo>
                      <a:pt x="948" y="552"/>
                    </a:lnTo>
                    <a:lnTo>
                      <a:pt x="950" y="550"/>
                    </a:lnTo>
                    <a:lnTo>
                      <a:pt x="954" y="550"/>
                    </a:lnTo>
                    <a:lnTo>
                      <a:pt x="954" y="552"/>
                    </a:lnTo>
                    <a:lnTo>
                      <a:pt x="958" y="552"/>
                    </a:lnTo>
                    <a:lnTo>
                      <a:pt x="958" y="556"/>
                    </a:lnTo>
                    <a:lnTo>
                      <a:pt x="962" y="556"/>
                    </a:lnTo>
                    <a:lnTo>
                      <a:pt x="966" y="556"/>
                    </a:lnTo>
                    <a:lnTo>
                      <a:pt x="970" y="560"/>
                    </a:lnTo>
                    <a:lnTo>
                      <a:pt x="966" y="560"/>
                    </a:lnTo>
                    <a:lnTo>
                      <a:pt x="966" y="564"/>
                    </a:lnTo>
                    <a:lnTo>
                      <a:pt x="970" y="564"/>
                    </a:lnTo>
                    <a:lnTo>
                      <a:pt x="966" y="564"/>
                    </a:lnTo>
                    <a:lnTo>
                      <a:pt x="970" y="564"/>
                    </a:lnTo>
                    <a:lnTo>
                      <a:pt x="974" y="564"/>
                    </a:lnTo>
                    <a:lnTo>
                      <a:pt x="976" y="566"/>
                    </a:lnTo>
                    <a:lnTo>
                      <a:pt x="974" y="570"/>
                    </a:lnTo>
                    <a:lnTo>
                      <a:pt x="974" y="566"/>
                    </a:lnTo>
                    <a:lnTo>
                      <a:pt x="974" y="570"/>
                    </a:lnTo>
                    <a:lnTo>
                      <a:pt x="976" y="570"/>
                    </a:lnTo>
                    <a:lnTo>
                      <a:pt x="976" y="566"/>
                    </a:lnTo>
                    <a:lnTo>
                      <a:pt x="980" y="566"/>
                    </a:lnTo>
                    <a:lnTo>
                      <a:pt x="980" y="570"/>
                    </a:lnTo>
                    <a:lnTo>
                      <a:pt x="976" y="574"/>
                    </a:lnTo>
                    <a:lnTo>
                      <a:pt x="980" y="574"/>
                    </a:lnTo>
                    <a:lnTo>
                      <a:pt x="980" y="578"/>
                    </a:lnTo>
                    <a:lnTo>
                      <a:pt x="984" y="578"/>
                    </a:lnTo>
                    <a:lnTo>
                      <a:pt x="988" y="578"/>
                    </a:lnTo>
                    <a:lnTo>
                      <a:pt x="992" y="582"/>
                    </a:lnTo>
                    <a:lnTo>
                      <a:pt x="996" y="582"/>
                    </a:lnTo>
                    <a:lnTo>
                      <a:pt x="1000" y="582"/>
                    </a:lnTo>
                    <a:lnTo>
                      <a:pt x="1004" y="582"/>
                    </a:lnTo>
                    <a:lnTo>
                      <a:pt x="1004" y="586"/>
                    </a:lnTo>
                    <a:lnTo>
                      <a:pt x="1006" y="586"/>
                    </a:lnTo>
                    <a:lnTo>
                      <a:pt x="1010" y="586"/>
                    </a:lnTo>
                    <a:lnTo>
                      <a:pt x="1010" y="582"/>
                    </a:lnTo>
                    <a:lnTo>
                      <a:pt x="1014" y="586"/>
                    </a:lnTo>
                    <a:lnTo>
                      <a:pt x="1014" y="590"/>
                    </a:lnTo>
                    <a:lnTo>
                      <a:pt x="1010" y="590"/>
                    </a:lnTo>
                    <a:lnTo>
                      <a:pt x="1006" y="590"/>
                    </a:lnTo>
                    <a:lnTo>
                      <a:pt x="1010" y="590"/>
                    </a:lnTo>
                    <a:lnTo>
                      <a:pt x="1010" y="594"/>
                    </a:lnTo>
                    <a:lnTo>
                      <a:pt x="1006" y="594"/>
                    </a:lnTo>
                    <a:lnTo>
                      <a:pt x="1006" y="596"/>
                    </a:lnTo>
                    <a:lnTo>
                      <a:pt x="1006" y="600"/>
                    </a:lnTo>
                    <a:lnTo>
                      <a:pt x="1010" y="600"/>
                    </a:lnTo>
                    <a:lnTo>
                      <a:pt x="1010" y="604"/>
                    </a:lnTo>
                    <a:lnTo>
                      <a:pt x="1006" y="604"/>
                    </a:lnTo>
                    <a:lnTo>
                      <a:pt x="1004" y="604"/>
                    </a:lnTo>
                    <a:lnTo>
                      <a:pt x="1000" y="604"/>
                    </a:lnTo>
                    <a:lnTo>
                      <a:pt x="996" y="604"/>
                    </a:lnTo>
                    <a:lnTo>
                      <a:pt x="992" y="604"/>
                    </a:lnTo>
                    <a:lnTo>
                      <a:pt x="996" y="608"/>
                    </a:lnTo>
                    <a:lnTo>
                      <a:pt x="1000" y="608"/>
                    </a:lnTo>
                    <a:lnTo>
                      <a:pt x="1004" y="608"/>
                    </a:lnTo>
                    <a:lnTo>
                      <a:pt x="1006" y="608"/>
                    </a:lnTo>
                    <a:lnTo>
                      <a:pt x="1010" y="608"/>
                    </a:lnTo>
                    <a:lnTo>
                      <a:pt x="1010" y="612"/>
                    </a:lnTo>
                    <a:lnTo>
                      <a:pt x="1010" y="616"/>
                    </a:lnTo>
                    <a:lnTo>
                      <a:pt x="1006" y="616"/>
                    </a:lnTo>
                    <a:lnTo>
                      <a:pt x="1006" y="620"/>
                    </a:lnTo>
                    <a:lnTo>
                      <a:pt x="1010" y="620"/>
                    </a:lnTo>
                    <a:lnTo>
                      <a:pt x="1006" y="620"/>
                    </a:lnTo>
                    <a:lnTo>
                      <a:pt x="1006" y="622"/>
                    </a:lnTo>
                    <a:lnTo>
                      <a:pt x="1010" y="622"/>
                    </a:lnTo>
                    <a:lnTo>
                      <a:pt x="1010" y="620"/>
                    </a:lnTo>
                    <a:lnTo>
                      <a:pt x="1014" y="620"/>
                    </a:lnTo>
                    <a:lnTo>
                      <a:pt x="1014" y="622"/>
                    </a:lnTo>
                    <a:lnTo>
                      <a:pt x="1010" y="622"/>
                    </a:lnTo>
                    <a:lnTo>
                      <a:pt x="1010" y="626"/>
                    </a:lnTo>
                    <a:lnTo>
                      <a:pt x="1014" y="626"/>
                    </a:lnTo>
                    <a:lnTo>
                      <a:pt x="1010" y="626"/>
                    </a:lnTo>
                    <a:lnTo>
                      <a:pt x="1010" y="630"/>
                    </a:lnTo>
                    <a:lnTo>
                      <a:pt x="1010" y="634"/>
                    </a:lnTo>
                    <a:lnTo>
                      <a:pt x="1006" y="630"/>
                    </a:lnTo>
                    <a:lnTo>
                      <a:pt x="1010" y="630"/>
                    </a:lnTo>
                    <a:lnTo>
                      <a:pt x="1006" y="630"/>
                    </a:lnTo>
                    <a:lnTo>
                      <a:pt x="1006" y="626"/>
                    </a:lnTo>
                    <a:lnTo>
                      <a:pt x="1006" y="630"/>
                    </a:lnTo>
                    <a:lnTo>
                      <a:pt x="1006" y="634"/>
                    </a:lnTo>
                    <a:lnTo>
                      <a:pt x="1004" y="634"/>
                    </a:lnTo>
                    <a:lnTo>
                      <a:pt x="1006" y="634"/>
                    </a:lnTo>
                    <a:lnTo>
                      <a:pt x="1006" y="638"/>
                    </a:lnTo>
                    <a:lnTo>
                      <a:pt x="1010" y="634"/>
                    </a:lnTo>
                    <a:lnTo>
                      <a:pt x="1014" y="634"/>
                    </a:lnTo>
                    <a:lnTo>
                      <a:pt x="1014" y="630"/>
                    </a:lnTo>
                    <a:lnTo>
                      <a:pt x="1018" y="630"/>
                    </a:lnTo>
                    <a:lnTo>
                      <a:pt x="1022" y="630"/>
                    </a:lnTo>
                    <a:lnTo>
                      <a:pt x="1026" y="630"/>
                    </a:lnTo>
                    <a:lnTo>
                      <a:pt x="1026" y="634"/>
                    </a:lnTo>
                    <a:lnTo>
                      <a:pt x="1030" y="634"/>
                    </a:lnTo>
                    <a:lnTo>
                      <a:pt x="1030" y="638"/>
                    </a:lnTo>
                    <a:lnTo>
                      <a:pt x="1030" y="642"/>
                    </a:lnTo>
                    <a:lnTo>
                      <a:pt x="1030" y="646"/>
                    </a:lnTo>
                    <a:lnTo>
                      <a:pt x="1030" y="650"/>
                    </a:lnTo>
                    <a:lnTo>
                      <a:pt x="1026" y="650"/>
                    </a:lnTo>
                    <a:lnTo>
                      <a:pt x="1022" y="652"/>
                    </a:lnTo>
                    <a:lnTo>
                      <a:pt x="1018" y="652"/>
                    </a:lnTo>
                    <a:lnTo>
                      <a:pt x="1014" y="652"/>
                    </a:lnTo>
                    <a:lnTo>
                      <a:pt x="1014" y="656"/>
                    </a:lnTo>
                    <a:lnTo>
                      <a:pt x="1014" y="652"/>
                    </a:lnTo>
                    <a:lnTo>
                      <a:pt x="1018" y="652"/>
                    </a:lnTo>
                    <a:lnTo>
                      <a:pt x="1022" y="652"/>
                    </a:lnTo>
                    <a:lnTo>
                      <a:pt x="1026" y="652"/>
                    </a:lnTo>
                    <a:lnTo>
                      <a:pt x="1026" y="650"/>
                    </a:lnTo>
                    <a:lnTo>
                      <a:pt x="1030" y="650"/>
                    </a:lnTo>
                    <a:lnTo>
                      <a:pt x="1030" y="646"/>
                    </a:lnTo>
                    <a:lnTo>
                      <a:pt x="1030" y="642"/>
                    </a:lnTo>
                    <a:lnTo>
                      <a:pt x="1030" y="638"/>
                    </a:lnTo>
                    <a:lnTo>
                      <a:pt x="1032" y="638"/>
                    </a:lnTo>
                    <a:lnTo>
                      <a:pt x="1032" y="642"/>
                    </a:lnTo>
                    <a:lnTo>
                      <a:pt x="1032" y="646"/>
                    </a:lnTo>
                    <a:lnTo>
                      <a:pt x="1032" y="650"/>
                    </a:lnTo>
                    <a:lnTo>
                      <a:pt x="1032" y="646"/>
                    </a:lnTo>
                    <a:lnTo>
                      <a:pt x="1036" y="646"/>
                    </a:lnTo>
                    <a:lnTo>
                      <a:pt x="1036" y="642"/>
                    </a:lnTo>
                    <a:lnTo>
                      <a:pt x="1036" y="646"/>
                    </a:lnTo>
                    <a:lnTo>
                      <a:pt x="1036" y="652"/>
                    </a:lnTo>
                    <a:lnTo>
                      <a:pt x="1036" y="650"/>
                    </a:lnTo>
                    <a:lnTo>
                      <a:pt x="1040" y="646"/>
                    </a:lnTo>
                    <a:lnTo>
                      <a:pt x="1044" y="642"/>
                    </a:lnTo>
                    <a:lnTo>
                      <a:pt x="1048" y="642"/>
                    </a:lnTo>
                    <a:lnTo>
                      <a:pt x="1052" y="642"/>
                    </a:lnTo>
                    <a:lnTo>
                      <a:pt x="1052" y="638"/>
                    </a:lnTo>
                    <a:lnTo>
                      <a:pt x="1052" y="634"/>
                    </a:lnTo>
                    <a:lnTo>
                      <a:pt x="1056" y="634"/>
                    </a:lnTo>
                    <a:lnTo>
                      <a:pt x="1056" y="630"/>
                    </a:lnTo>
                    <a:lnTo>
                      <a:pt x="1060" y="634"/>
                    </a:lnTo>
                    <a:lnTo>
                      <a:pt x="1060" y="638"/>
                    </a:lnTo>
                    <a:lnTo>
                      <a:pt x="1062" y="638"/>
                    </a:lnTo>
                    <a:lnTo>
                      <a:pt x="1060" y="642"/>
                    </a:lnTo>
                    <a:lnTo>
                      <a:pt x="1060" y="646"/>
                    </a:lnTo>
                    <a:lnTo>
                      <a:pt x="1060" y="642"/>
                    </a:lnTo>
                    <a:lnTo>
                      <a:pt x="1062" y="642"/>
                    </a:lnTo>
                    <a:lnTo>
                      <a:pt x="1062" y="638"/>
                    </a:lnTo>
                    <a:lnTo>
                      <a:pt x="1060" y="634"/>
                    </a:lnTo>
                    <a:lnTo>
                      <a:pt x="1060" y="630"/>
                    </a:lnTo>
                    <a:lnTo>
                      <a:pt x="1062" y="630"/>
                    </a:lnTo>
                    <a:lnTo>
                      <a:pt x="1062" y="634"/>
                    </a:lnTo>
                    <a:lnTo>
                      <a:pt x="1062" y="630"/>
                    </a:lnTo>
                    <a:lnTo>
                      <a:pt x="1062" y="626"/>
                    </a:lnTo>
                    <a:lnTo>
                      <a:pt x="1066" y="626"/>
                    </a:lnTo>
                    <a:lnTo>
                      <a:pt x="1066" y="630"/>
                    </a:lnTo>
                    <a:lnTo>
                      <a:pt x="1066" y="626"/>
                    </a:lnTo>
                    <a:lnTo>
                      <a:pt x="1070" y="626"/>
                    </a:lnTo>
                    <a:lnTo>
                      <a:pt x="1066" y="626"/>
                    </a:lnTo>
                    <a:lnTo>
                      <a:pt x="1066" y="622"/>
                    </a:lnTo>
                    <a:lnTo>
                      <a:pt x="1066" y="620"/>
                    </a:lnTo>
                    <a:lnTo>
                      <a:pt x="1070" y="620"/>
                    </a:lnTo>
                    <a:lnTo>
                      <a:pt x="1070" y="622"/>
                    </a:lnTo>
                    <a:lnTo>
                      <a:pt x="1070" y="620"/>
                    </a:lnTo>
                    <a:lnTo>
                      <a:pt x="1066" y="620"/>
                    </a:lnTo>
                    <a:lnTo>
                      <a:pt x="1070" y="620"/>
                    </a:lnTo>
                    <a:lnTo>
                      <a:pt x="1074" y="620"/>
                    </a:lnTo>
                    <a:lnTo>
                      <a:pt x="1070" y="620"/>
                    </a:lnTo>
                    <a:lnTo>
                      <a:pt x="1070" y="616"/>
                    </a:lnTo>
                    <a:lnTo>
                      <a:pt x="1066" y="616"/>
                    </a:lnTo>
                    <a:lnTo>
                      <a:pt x="1066" y="612"/>
                    </a:lnTo>
                    <a:lnTo>
                      <a:pt x="1070" y="612"/>
                    </a:lnTo>
                    <a:lnTo>
                      <a:pt x="1070" y="608"/>
                    </a:lnTo>
                    <a:lnTo>
                      <a:pt x="1070" y="612"/>
                    </a:lnTo>
                    <a:lnTo>
                      <a:pt x="1074" y="612"/>
                    </a:lnTo>
                    <a:lnTo>
                      <a:pt x="1074" y="608"/>
                    </a:lnTo>
                    <a:lnTo>
                      <a:pt x="1070" y="608"/>
                    </a:lnTo>
                    <a:lnTo>
                      <a:pt x="1074" y="608"/>
                    </a:lnTo>
                    <a:lnTo>
                      <a:pt x="1074" y="604"/>
                    </a:lnTo>
                    <a:lnTo>
                      <a:pt x="1076" y="600"/>
                    </a:lnTo>
                    <a:lnTo>
                      <a:pt x="1076" y="596"/>
                    </a:lnTo>
                    <a:lnTo>
                      <a:pt x="1080" y="596"/>
                    </a:lnTo>
                    <a:lnTo>
                      <a:pt x="1080" y="600"/>
                    </a:lnTo>
                    <a:lnTo>
                      <a:pt x="1076" y="600"/>
                    </a:lnTo>
                    <a:lnTo>
                      <a:pt x="1080" y="600"/>
                    </a:lnTo>
                    <a:lnTo>
                      <a:pt x="1084" y="600"/>
                    </a:lnTo>
                    <a:lnTo>
                      <a:pt x="1080" y="604"/>
                    </a:lnTo>
                    <a:lnTo>
                      <a:pt x="1076" y="604"/>
                    </a:lnTo>
                    <a:lnTo>
                      <a:pt x="1076" y="608"/>
                    </a:lnTo>
                    <a:lnTo>
                      <a:pt x="1076" y="604"/>
                    </a:lnTo>
                    <a:lnTo>
                      <a:pt x="1080" y="604"/>
                    </a:lnTo>
                    <a:lnTo>
                      <a:pt x="1084" y="604"/>
                    </a:lnTo>
                    <a:lnTo>
                      <a:pt x="1084" y="608"/>
                    </a:lnTo>
                    <a:lnTo>
                      <a:pt x="1080" y="608"/>
                    </a:lnTo>
                    <a:lnTo>
                      <a:pt x="1084" y="608"/>
                    </a:lnTo>
                    <a:lnTo>
                      <a:pt x="1084" y="604"/>
                    </a:lnTo>
                    <a:lnTo>
                      <a:pt x="1088" y="604"/>
                    </a:lnTo>
                    <a:lnTo>
                      <a:pt x="1088" y="608"/>
                    </a:lnTo>
                    <a:lnTo>
                      <a:pt x="1084" y="612"/>
                    </a:lnTo>
                    <a:lnTo>
                      <a:pt x="1088" y="612"/>
                    </a:lnTo>
                    <a:lnTo>
                      <a:pt x="1088" y="616"/>
                    </a:lnTo>
                    <a:lnTo>
                      <a:pt x="1092" y="616"/>
                    </a:lnTo>
                    <a:lnTo>
                      <a:pt x="1092" y="620"/>
                    </a:lnTo>
                    <a:lnTo>
                      <a:pt x="1088" y="620"/>
                    </a:lnTo>
                    <a:lnTo>
                      <a:pt x="1092" y="620"/>
                    </a:lnTo>
                    <a:lnTo>
                      <a:pt x="1092" y="622"/>
                    </a:lnTo>
                    <a:lnTo>
                      <a:pt x="1092" y="620"/>
                    </a:lnTo>
                    <a:lnTo>
                      <a:pt x="1096" y="620"/>
                    </a:lnTo>
                    <a:lnTo>
                      <a:pt x="1096" y="622"/>
                    </a:lnTo>
                    <a:lnTo>
                      <a:pt x="1100" y="622"/>
                    </a:lnTo>
                    <a:lnTo>
                      <a:pt x="1096" y="626"/>
                    </a:lnTo>
                    <a:lnTo>
                      <a:pt x="1092" y="626"/>
                    </a:lnTo>
                    <a:lnTo>
                      <a:pt x="1088" y="626"/>
                    </a:lnTo>
                    <a:lnTo>
                      <a:pt x="1088" y="630"/>
                    </a:lnTo>
                    <a:lnTo>
                      <a:pt x="1092" y="626"/>
                    </a:lnTo>
                    <a:lnTo>
                      <a:pt x="1096" y="626"/>
                    </a:lnTo>
                    <a:lnTo>
                      <a:pt x="1100" y="626"/>
                    </a:lnTo>
                    <a:lnTo>
                      <a:pt x="1100" y="630"/>
                    </a:lnTo>
                    <a:lnTo>
                      <a:pt x="1104" y="630"/>
                    </a:lnTo>
                    <a:lnTo>
                      <a:pt x="1104" y="634"/>
                    </a:lnTo>
                    <a:lnTo>
                      <a:pt x="1106" y="634"/>
                    </a:lnTo>
                    <a:lnTo>
                      <a:pt x="1106" y="638"/>
                    </a:lnTo>
                    <a:lnTo>
                      <a:pt x="1104" y="638"/>
                    </a:lnTo>
                    <a:lnTo>
                      <a:pt x="1100" y="642"/>
                    </a:lnTo>
                    <a:lnTo>
                      <a:pt x="1096" y="642"/>
                    </a:lnTo>
                    <a:lnTo>
                      <a:pt x="1096" y="646"/>
                    </a:lnTo>
                    <a:lnTo>
                      <a:pt x="1096" y="642"/>
                    </a:lnTo>
                    <a:lnTo>
                      <a:pt x="1100" y="642"/>
                    </a:lnTo>
                    <a:lnTo>
                      <a:pt x="1104" y="642"/>
                    </a:lnTo>
                    <a:lnTo>
                      <a:pt x="1106" y="642"/>
                    </a:lnTo>
                    <a:lnTo>
                      <a:pt x="1110" y="642"/>
                    </a:lnTo>
                    <a:lnTo>
                      <a:pt x="1106" y="642"/>
                    </a:lnTo>
                    <a:lnTo>
                      <a:pt x="1106" y="646"/>
                    </a:lnTo>
                    <a:lnTo>
                      <a:pt x="1110" y="646"/>
                    </a:lnTo>
                    <a:lnTo>
                      <a:pt x="1106" y="646"/>
                    </a:lnTo>
                    <a:lnTo>
                      <a:pt x="1106" y="650"/>
                    </a:lnTo>
                    <a:lnTo>
                      <a:pt x="1106" y="646"/>
                    </a:lnTo>
                    <a:lnTo>
                      <a:pt x="1104" y="650"/>
                    </a:lnTo>
                    <a:lnTo>
                      <a:pt x="1100" y="650"/>
                    </a:lnTo>
                    <a:lnTo>
                      <a:pt x="1100" y="652"/>
                    </a:lnTo>
                    <a:lnTo>
                      <a:pt x="1104" y="650"/>
                    </a:lnTo>
                    <a:lnTo>
                      <a:pt x="1106" y="650"/>
                    </a:lnTo>
                    <a:lnTo>
                      <a:pt x="1110" y="650"/>
                    </a:lnTo>
                    <a:lnTo>
                      <a:pt x="1110" y="646"/>
                    </a:lnTo>
                    <a:lnTo>
                      <a:pt x="1110" y="650"/>
                    </a:lnTo>
                    <a:lnTo>
                      <a:pt x="1114" y="650"/>
                    </a:lnTo>
                    <a:lnTo>
                      <a:pt x="1110" y="650"/>
                    </a:lnTo>
                    <a:lnTo>
                      <a:pt x="1110" y="652"/>
                    </a:lnTo>
                    <a:lnTo>
                      <a:pt x="1110" y="650"/>
                    </a:lnTo>
                    <a:lnTo>
                      <a:pt x="1110" y="652"/>
                    </a:lnTo>
                    <a:lnTo>
                      <a:pt x="1106" y="652"/>
                    </a:lnTo>
                    <a:lnTo>
                      <a:pt x="1110" y="652"/>
                    </a:lnTo>
                    <a:lnTo>
                      <a:pt x="1114" y="652"/>
                    </a:lnTo>
                    <a:lnTo>
                      <a:pt x="1114" y="656"/>
                    </a:lnTo>
                    <a:lnTo>
                      <a:pt x="1118" y="656"/>
                    </a:lnTo>
                    <a:lnTo>
                      <a:pt x="1118" y="660"/>
                    </a:lnTo>
                    <a:lnTo>
                      <a:pt x="1114" y="660"/>
                    </a:lnTo>
                    <a:lnTo>
                      <a:pt x="1114" y="664"/>
                    </a:lnTo>
                    <a:lnTo>
                      <a:pt x="1110" y="664"/>
                    </a:lnTo>
                    <a:lnTo>
                      <a:pt x="1110" y="660"/>
                    </a:lnTo>
                    <a:lnTo>
                      <a:pt x="1110" y="664"/>
                    </a:lnTo>
                    <a:lnTo>
                      <a:pt x="1114" y="664"/>
                    </a:lnTo>
                    <a:lnTo>
                      <a:pt x="1118" y="664"/>
                    </a:lnTo>
                    <a:lnTo>
                      <a:pt x="1118" y="668"/>
                    </a:lnTo>
                    <a:lnTo>
                      <a:pt x="1118" y="672"/>
                    </a:lnTo>
                    <a:lnTo>
                      <a:pt x="1122" y="672"/>
                    </a:lnTo>
                    <a:lnTo>
                      <a:pt x="1126" y="672"/>
                    </a:lnTo>
                    <a:lnTo>
                      <a:pt x="1126" y="676"/>
                    </a:lnTo>
                    <a:lnTo>
                      <a:pt x="1122" y="676"/>
                    </a:lnTo>
                    <a:lnTo>
                      <a:pt x="1122" y="680"/>
                    </a:lnTo>
                    <a:lnTo>
                      <a:pt x="1118" y="680"/>
                    </a:lnTo>
                    <a:lnTo>
                      <a:pt x="1122" y="680"/>
                    </a:lnTo>
                    <a:lnTo>
                      <a:pt x="1118" y="680"/>
                    </a:lnTo>
                    <a:lnTo>
                      <a:pt x="1122" y="680"/>
                    </a:lnTo>
                    <a:lnTo>
                      <a:pt x="1122" y="682"/>
                    </a:lnTo>
                    <a:lnTo>
                      <a:pt x="1118" y="682"/>
                    </a:lnTo>
                    <a:lnTo>
                      <a:pt x="1118" y="680"/>
                    </a:lnTo>
                    <a:lnTo>
                      <a:pt x="1114" y="680"/>
                    </a:lnTo>
                    <a:lnTo>
                      <a:pt x="1110" y="680"/>
                    </a:lnTo>
                    <a:lnTo>
                      <a:pt x="1114" y="680"/>
                    </a:lnTo>
                    <a:lnTo>
                      <a:pt x="1114" y="676"/>
                    </a:lnTo>
                    <a:lnTo>
                      <a:pt x="1110" y="676"/>
                    </a:lnTo>
                    <a:lnTo>
                      <a:pt x="1110" y="680"/>
                    </a:lnTo>
                    <a:lnTo>
                      <a:pt x="1114" y="680"/>
                    </a:lnTo>
                    <a:lnTo>
                      <a:pt x="1118" y="682"/>
                    </a:lnTo>
                    <a:lnTo>
                      <a:pt x="1114" y="682"/>
                    </a:lnTo>
                    <a:lnTo>
                      <a:pt x="1118" y="682"/>
                    </a:lnTo>
                    <a:lnTo>
                      <a:pt x="1122" y="682"/>
                    </a:lnTo>
                    <a:lnTo>
                      <a:pt x="1122" y="686"/>
                    </a:lnTo>
                    <a:lnTo>
                      <a:pt x="1118" y="686"/>
                    </a:lnTo>
                    <a:lnTo>
                      <a:pt x="1118" y="682"/>
                    </a:lnTo>
                    <a:lnTo>
                      <a:pt x="1114" y="686"/>
                    </a:lnTo>
                    <a:lnTo>
                      <a:pt x="1118" y="686"/>
                    </a:lnTo>
                    <a:lnTo>
                      <a:pt x="1114" y="686"/>
                    </a:lnTo>
                    <a:lnTo>
                      <a:pt x="1118" y="686"/>
                    </a:lnTo>
                    <a:lnTo>
                      <a:pt x="1122" y="686"/>
                    </a:lnTo>
                    <a:lnTo>
                      <a:pt x="1122" y="690"/>
                    </a:lnTo>
                    <a:lnTo>
                      <a:pt x="1118" y="690"/>
                    </a:lnTo>
                    <a:lnTo>
                      <a:pt x="1114" y="690"/>
                    </a:lnTo>
                    <a:lnTo>
                      <a:pt x="1118" y="690"/>
                    </a:lnTo>
                    <a:lnTo>
                      <a:pt x="1122" y="690"/>
                    </a:lnTo>
                    <a:lnTo>
                      <a:pt x="1126" y="690"/>
                    </a:lnTo>
                    <a:lnTo>
                      <a:pt x="1126" y="694"/>
                    </a:lnTo>
                    <a:lnTo>
                      <a:pt x="1130" y="694"/>
                    </a:lnTo>
                    <a:lnTo>
                      <a:pt x="1126" y="694"/>
                    </a:lnTo>
                    <a:lnTo>
                      <a:pt x="1126" y="698"/>
                    </a:lnTo>
                    <a:lnTo>
                      <a:pt x="1130" y="698"/>
                    </a:lnTo>
                    <a:lnTo>
                      <a:pt x="1132" y="698"/>
                    </a:lnTo>
                    <a:lnTo>
                      <a:pt x="1136" y="698"/>
                    </a:lnTo>
                    <a:lnTo>
                      <a:pt x="1136" y="702"/>
                    </a:lnTo>
                    <a:lnTo>
                      <a:pt x="1132" y="702"/>
                    </a:lnTo>
                    <a:lnTo>
                      <a:pt x="1136" y="702"/>
                    </a:lnTo>
                    <a:lnTo>
                      <a:pt x="1136" y="698"/>
                    </a:lnTo>
                    <a:lnTo>
                      <a:pt x="1136" y="702"/>
                    </a:lnTo>
                    <a:lnTo>
                      <a:pt x="1136" y="706"/>
                    </a:lnTo>
                    <a:lnTo>
                      <a:pt x="1136" y="702"/>
                    </a:lnTo>
                    <a:lnTo>
                      <a:pt x="1140" y="702"/>
                    </a:lnTo>
                    <a:lnTo>
                      <a:pt x="1136" y="702"/>
                    </a:lnTo>
                    <a:lnTo>
                      <a:pt x="1136" y="706"/>
                    </a:lnTo>
                    <a:lnTo>
                      <a:pt x="1140" y="706"/>
                    </a:lnTo>
                    <a:lnTo>
                      <a:pt x="1140" y="708"/>
                    </a:lnTo>
                    <a:lnTo>
                      <a:pt x="1136" y="708"/>
                    </a:lnTo>
                    <a:lnTo>
                      <a:pt x="1140" y="708"/>
                    </a:lnTo>
                    <a:lnTo>
                      <a:pt x="1140" y="706"/>
                    </a:lnTo>
                    <a:lnTo>
                      <a:pt x="1144" y="706"/>
                    </a:lnTo>
                    <a:lnTo>
                      <a:pt x="1144" y="708"/>
                    </a:lnTo>
                    <a:lnTo>
                      <a:pt x="1140" y="708"/>
                    </a:lnTo>
                    <a:lnTo>
                      <a:pt x="1140" y="712"/>
                    </a:lnTo>
                    <a:lnTo>
                      <a:pt x="1136" y="712"/>
                    </a:lnTo>
                    <a:lnTo>
                      <a:pt x="1140" y="712"/>
                    </a:lnTo>
                    <a:lnTo>
                      <a:pt x="1136" y="716"/>
                    </a:lnTo>
                    <a:lnTo>
                      <a:pt x="1140" y="716"/>
                    </a:lnTo>
                    <a:lnTo>
                      <a:pt x="1140" y="712"/>
                    </a:lnTo>
                    <a:lnTo>
                      <a:pt x="1144" y="712"/>
                    </a:lnTo>
                    <a:lnTo>
                      <a:pt x="1144" y="716"/>
                    </a:lnTo>
                    <a:lnTo>
                      <a:pt x="1140" y="716"/>
                    </a:lnTo>
                    <a:lnTo>
                      <a:pt x="1144" y="716"/>
                    </a:lnTo>
                    <a:lnTo>
                      <a:pt x="1144" y="712"/>
                    </a:lnTo>
                    <a:lnTo>
                      <a:pt x="1148" y="712"/>
                    </a:lnTo>
                    <a:lnTo>
                      <a:pt x="1148" y="708"/>
                    </a:lnTo>
                    <a:lnTo>
                      <a:pt x="1148" y="712"/>
                    </a:lnTo>
                    <a:lnTo>
                      <a:pt x="1144" y="712"/>
                    </a:lnTo>
                    <a:lnTo>
                      <a:pt x="1144" y="716"/>
                    </a:lnTo>
                    <a:lnTo>
                      <a:pt x="1148" y="716"/>
                    </a:lnTo>
                    <a:lnTo>
                      <a:pt x="1152" y="712"/>
                    </a:lnTo>
                    <a:lnTo>
                      <a:pt x="1152" y="716"/>
                    </a:lnTo>
                    <a:lnTo>
                      <a:pt x="1148" y="720"/>
                    </a:lnTo>
                    <a:lnTo>
                      <a:pt x="1148" y="724"/>
                    </a:lnTo>
                    <a:lnTo>
                      <a:pt x="1148" y="720"/>
                    </a:lnTo>
                    <a:lnTo>
                      <a:pt x="1152" y="720"/>
                    </a:lnTo>
                    <a:lnTo>
                      <a:pt x="1156" y="716"/>
                    </a:lnTo>
                    <a:lnTo>
                      <a:pt x="1156" y="712"/>
                    </a:lnTo>
                    <a:lnTo>
                      <a:pt x="1160" y="712"/>
                    </a:lnTo>
                    <a:lnTo>
                      <a:pt x="1156" y="712"/>
                    </a:lnTo>
                    <a:lnTo>
                      <a:pt x="1156" y="716"/>
                    </a:lnTo>
                    <a:lnTo>
                      <a:pt x="1160" y="716"/>
                    </a:lnTo>
                    <a:lnTo>
                      <a:pt x="1160" y="712"/>
                    </a:lnTo>
                    <a:lnTo>
                      <a:pt x="1160" y="716"/>
                    </a:lnTo>
                    <a:lnTo>
                      <a:pt x="1160" y="720"/>
                    </a:lnTo>
                    <a:lnTo>
                      <a:pt x="1162" y="720"/>
                    </a:lnTo>
                    <a:lnTo>
                      <a:pt x="1166" y="724"/>
                    </a:lnTo>
                    <a:lnTo>
                      <a:pt x="1166" y="720"/>
                    </a:lnTo>
                    <a:lnTo>
                      <a:pt x="1170" y="720"/>
                    </a:lnTo>
                    <a:lnTo>
                      <a:pt x="1170" y="724"/>
                    </a:lnTo>
                    <a:lnTo>
                      <a:pt x="1174" y="724"/>
                    </a:lnTo>
                    <a:lnTo>
                      <a:pt x="1178" y="724"/>
                    </a:lnTo>
                    <a:lnTo>
                      <a:pt x="1182" y="724"/>
                    </a:lnTo>
                    <a:lnTo>
                      <a:pt x="1182" y="728"/>
                    </a:lnTo>
                    <a:lnTo>
                      <a:pt x="1178" y="728"/>
                    </a:lnTo>
                    <a:lnTo>
                      <a:pt x="1182" y="728"/>
                    </a:lnTo>
                    <a:lnTo>
                      <a:pt x="1182" y="732"/>
                    </a:lnTo>
                    <a:lnTo>
                      <a:pt x="1178" y="732"/>
                    </a:lnTo>
                    <a:lnTo>
                      <a:pt x="1174" y="732"/>
                    </a:lnTo>
                    <a:lnTo>
                      <a:pt x="1170" y="732"/>
                    </a:lnTo>
                    <a:lnTo>
                      <a:pt x="1174" y="732"/>
                    </a:lnTo>
                    <a:lnTo>
                      <a:pt x="1170" y="736"/>
                    </a:lnTo>
                    <a:lnTo>
                      <a:pt x="1166" y="736"/>
                    </a:lnTo>
                    <a:lnTo>
                      <a:pt x="1162" y="736"/>
                    </a:lnTo>
                    <a:lnTo>
                      <a:pt x="1160" y="736"/>
                    </a:lnTo>
                    <a:lnTo>
                      <a:pt x="1156" y="738"/>
                    </a:lnTo>
                    <a:lnTo>
                      <a:pt x="1152" y="738"/>
                    </a:lnTo>
                    <a:lnTo>
                      <a:pt x="1156" y="738"/>
                    </a:lnTo>
                    <a:lnTo>
                      <a:pt x="1160" y="738"/>
                    </a:lnTo>
                    <a:lnTo>
                      <a:pt x="1162" y="736"/>
                    </a:lnTo>
                    <a:lnTo>
                      <a:pt x="1166" y="736"/>
                    </a:lnTo>
                    <a:lnTo>
                      <a:pt x="1166" y="738"/>
                    </a:lnTo>
                    <a:lnTo>
                      <a:pt x="1162" y="738"/>
                    </a:lnTo>
                    <a:lnTo>
                      <a:pt x="1160" y="738"/>
                    </a:lnTo>
                    <a:lnTo>
                      <a:pt x="1156" y="738"/>
                    </a:lnTo>
                    <a:lnTo>
                      <a:pt x="1156" y="742"/>
                    </a:lnTo>
                    <a:lnTo>
                      <a:pt x="1152" y="742"/>
                    </a:lnTo>
                    <a:lnTo>
                      <a:pt x="1148" y="742"/>
                    </a:lnTo>
                    <a:lnTo>
                      <a:pt x="1144" y="742"/>
                    </a:lnTo>
                    <a:lnTo>
                      <a:pt x="1144" y="746"/>
                    </a:lnTo>
                    <a:lnTo>
                      <a:pt x="1144" y="750"/>
                    </a:lnTo>
                    <a:lnTo>
                      <a:pt x="1140" y="746"/>
                    </a:lnTo>
                    <a:lnTo>
                      <a:pt x="1136" y="746"/>
                    </a:lnTo>
                    <a:lnTo>
                      <a:pt x="1132" y="742"/>
                    </a:lnTo>
                    <a:lnTo>
                      <a:pt x="1132" y="746"/>
                    </a:lnTo>
                    <a:lnTo>
                      <a:pt x="1136" y="746"/>
                    </a:lnTo>
                    <a:lnTo>
                      <a:pt x="1140" y="746"/>
                    </a:lnTo>
                    <a:lnTo>
                      <a:pt x="1140" y="750"/>
                    </a:lnTo>
                    <a:lnTo>
                      <a:pt x="1144" y="750"/>
                    </a:lnTo>
                    <a:lnTo>
                      <a:pt x="1140" y="754"/>
                    </a:lnTo>
                    <a:lnTo>
                      <a:pt x="1144" y="754"/>
                    </a:lnTo>
                    <a:lnTo>
                      <a:pt x="1140" y="754"/>
                    </a:lnTo>
                    <a:lnTo>
                      <a:pt x="1144" y="754"/>
                    </a:lnTo>
                    <a:lnTo>
                      <a:pt x="1144" y="750"/>
                    </a:lnTo>
                    <a:lnTo>
                      <a:pt x="1148" y="750"/>
                    </a:lnTo>
                    <a:lnTo>
                      <a:pt x="1152" y="750"/>
                    </a:lnTo>
                    <a:lnTo>
                      <a:pt x="1152" y="746"/>
                    </a:lnTo>
                    <a:lnTo>
                      <a:pt x="1156" y="746"/>
                    </a:lnTo>
                    <a:lnTo>
                      <a:pt x="1160" y="746"/>
                    </a:lnTo>
                    <a:lnTo>
                      <a:pt x="1160" y="742"/>
                    </a:lnTo>
                    <a:lnTo>
                      <a:pt x="1162" y="742"/>
                    </a:lnTo>
                    <a:lnTo>
                      <a:pt x="1166" y="738"/>
                    </a:lnTo>
                    <a:lnTo>
                      <a:pt x="1170" y="738"/>
                    </a:lnTo>
                    <a:lnTo>
                      <a:pt x="1174" y="738"/>
                    </a:lnTo>
                    <a:lnTo>
                      <a:pt x="1178" y="738"/>
                    </a:lnTo>
                    <a:lnTo>
                      <a:pt x="1174" y="736"/>
                    </a:lnTo>
                    <a:lnTo>
                      <a:pt x="1170" y="736"/>
                    </a:lnTo>
                    <a:lnTo>
                      <a:pt x="1166" y="736"/>
                    </a:lnTo>
                    <a:lnTo>
                      <a:pt x="1170" y="736"/>
                    </a:lnTo>
                    <a:lnTo>
                      <a:pt x="1174" y="736"/>
                    </a:lnTo>
                    <a:lnTo>
                      <a:pt x="1178" y="736"/>
                    </a:lnTo>
                    <a:lnTo>
                      <a:pt x="1182" y="736"/>
                    </a:lnTo>
                    <a:lnTo>
                      <a:pt x="1182" y="738"/>
                    </a:lnTo>
                    <a:lnTo>
                      <a:pt x="1186" y="742"/>
                    </a:lnTo>
                    <a:lnTo>
                      <a:pt x="1186" y="746"/>
                    </a:lnTo>
                    <a:lnTo>
                      <a:pt x="1182" y="746"/>
                    </a:lnTo>
                    <a:lnTo>
                      <a:pt x="1186" y="750"/>
                    </a:lnTo>
                    <a:lnTo>
                      <a:pt x="1182" y="750"/>
                    </a:lnTo>
                    <a:lnTo>
                      <a:pt x="1186" y="750"/>
                    </a:lnTo>
                    <a:lnTo>
                      <a:pt x="1186" y="746"/>
                    </a:lnTo>
                    <a:lnTo>
                      <a:pt x="1188" y="746"/>
                    </a:lnTo>
                    <a:lnTo>
                      <a:pt x="1192" y="746"/>
                    </a:lnTo>
                    <a:lnTo>
                      <a:pt x="1192" y="742"/>
                    </a:lnTo>
                    <a:lnTo>
                      <a:pt x="1196" y="742"/>
                    </a:lnTo>
                    <a:lnTo>
                      <a:pt x="1196" y="746"/>
                    </a:lnTo>
                    <a:lnTo>
                      <a:pt x="1192" y="746"/>
                    </a:lnTo>
                    <a:lnTo>
                      <a:pt x="1196" y="746"/>
                    </a:lnTo>
                    <a:lnTo>
                      <a:pt x="1200" y="746"/>
                    </a:lnTo>
                    <a:lnTo>
                      <a:pt x="1204" y="750"/>
                    </a:lnTo>
                    <a:lnTo>
                      <a:pt x="1200" y="750"/>
                    </a:lnTo>
                    <a:lnTo>
                      <a:pt x="1204" y="750"/>
                    </a:lnTo>
                    <a:lnTo>
                      <a:pt x="1200" y="754"/>
                    </a:lnTo>
                    <a:lnTo>
                      <a:pt x="1204" y="754"/>
                    </a:lnTo>
                    <a:lnTo>
                      <a:pt x="1204" y="758"/>
                    </a:lnTo>
                    <a:lnTo>
                      <a:pt x="1204" y="762"/>
                    </a:lnTo>
                    <a:lnTo>
                      <a:pt x="1200" y="762"/>
                    </a:lnTo>
                    <a:lnTo>
                      <a:pt x="1204" y="762"/>
                    </a:lnTo>
                    <a:lnTo>
                      <a:pt x="1204" y="766"/>
                    </a:lnTo>
                    <a:lnTo>
                      <a:pt x="1200" y="766"/>
                    </a:lnTo>
                    <a:lnTo>
                      <a:pt x="1204" y="768"/>
                    </a:lnTo>
                    <a:lnTo>
                      <a:pt x="1200" y="768"/>
                    </a:lnTo>
                    <a:lnTo>
                      <a:pt x="1204" y="768"/>
                    </a:lnTo>
                    <a:lnTo>
                      <a:pt x="1200" y="768"/>
                    </a:lnTo>
                    <a:lnTo>
                      <a:pt x="1196" y="768"/>
                    </a:lnTo>
                    <a:lnTo>
                      <a:pt x="1200" y="768"/>
                    </a:lnTo>
                    <a:lnTo>
                      <a:pt x="1204" y="772"/>
                    </a:lnTo>
                    <a:lnTo>
                      <a:pt x="1208" y="772"/>
                    </a:lnTo>
                    <a:lnTo>
                      <a:pt x="1204" y="776"/>
                    </a:lnTo>
                    <a:lnTo>
                      <a:pt x="1204" y="772"/>
                    </a:lnTo>
                    <a:lnTo>
                      <a:pt x="1200" y="772"/>
                    </a:lnTo>
                    <a:lnTo>
                      <a:pt x="1204" y="772"/>
                    </a:lnTo>
                    <a:lnTo>
                      <a:pt x="1204" y="776"/>
                    </a:lnTo>
                    <a:lnTo>
                      <a:pt x="1208" y="776"/>
                    </a:lnTo>
                    <a:lnTo>
                      <a:pt x="1208" y="780"/>
                    </a:lnTo>
                    <a:lnTo>
                      <a:pt x="1204" y="784"/>
                    </a:lnTo>
                    <a:lnTo>
                      <a:pt x="1200" y="784"/>
                    </a:lnTo>
                    <a:lnTo>
                      <a:pt x="1200" y="788"/>
                    </a:lnTo>
                    <a:lnTo>
                      <a:pt x="1196" y="788"/>
                    </a:lnTo>
                    <a:lnTo>
                      <a:pt x="1192" y="792"/>
                    </a:lnTo>
                    <a:lnTo>
                      <a:pt x="1188" y="792"/>
                    </a:lnTo>
                    <a:lnTo>
                      <a:pt x="1188" y="794"/>
                    </a:lnTo>
                    <a:lnTo>
                      <a:pt x="1186" y="794"/>
                    </a:lnTo>
                    <a:lnTo>
                      <a:pt x="1186" y="792"/>
                    </a:lnTo>
                    <a:lnTo>
                      <a:pt x="1182" y="792"/>
                    </a:lnTo>
                    <a:lnTo>
                      <a:pt x="1182" y="794"/>
                    </a:lnTo>
                    <a:lnTo>
                      <a:pt x="1178" y="794"/>
                    </a:lnTo>
                    <a:lnTo>
                      <a:pt x="1178" y="792"/>
                    </a:lnTo>
                    <a:lnTo>
                      <a:pt x="1174" y="794"/>
                    </a:lnTo>
                    <a:lnTo>
                      <a:pt x="1170" y="798"/>
                    </a:lnTo>
                    <a:lnTo>
                      <a:pt x="1166" y="794"/>
                    </a:lnTo>
                    <a:lnTo>
                      <a:pt x="1166" y="798"/>
                    </a:lnTo>
                    <a:lnTo>
                      <a:pt x="1162" y="798"/>
                    </a:lnTo>
                    <a:lnTo>
                      <a:pt x="1166" y="798"/>
                    </a:lnTo>
                    <a:lnTo>
                      <a:pt x="1162" y="802"/>
                    </a:lnTo>
                    <a:lnTo>
                      <a:pt x="1160" y="802"/>
                    </a:lnTo>
                    <a:lnTo>
                      <a:pt x="1160" y="806"/>
                    </a:lnTo>
                    <a:lnTo>
                      <a:pt x="1160" y="810"/>
                    </a:lnTo>
                    <a:lnTo>
                      <a:pt x="1160" y="806"/>
                    </a:lnTo>
                    <a:lnTo>
                      <a:pt x="1156" y="810"/>
                    </a:lnTo>
                    <a:lnTo>
                      <a:pt x="1152" y="810"/>
                    </a:lnTo>
                    <a:lnTo>
                      <a:pt x="1152" y="814"/>
                    </a:lnTo>
                    <a:lnTo>
                      <a:pt x="1148" y="814"/>
                    </a:lnTo>
                    <a:lnTo>
                      <a:pt x="1148" y="818"/>
                    </a:lnTo>
                    <a:lnTo>
                      <a:pt x="1144" y="818"/>
                    </a:lnTo>
                    <a:lnTo>
                      <a:pt x="1140" y="818"/>
                    </a:lnTo>
                    <a:lnTo>
                      <a:pt x="1136" y="818"/>
                    </a:lnTo>
                    <a:lnTo>
                      <a:pt x="1136" y="822"/>
                    </a:lnTo>
                    <a:lnTo>
                      <a:pt x="1136" y="818"/>
                    </a:lnTo>
                    <a:lnTo>
                      <a:pt x="1132" y="822"/>
                    </a:lnTo>
                    <a:lnTo>
                      <a:pt x="1130" y="822"/>
                    </a:lnTo>
                    <a:lnTo>
                      <a:pt x="1126" y="822"/>
                    </a:lnTo>
                    <a:lnTo>
                      <a:pt x="1122" y="822"/>
                    </a:lnTo>
                    <a:lnTo>
                      <a:pt x="1118" y="822"/>
                    </a:lnTo>
                    <a:lnTo>
                      <a:pt x="1118" y="818"/>
                    </a:lnTo>
                    <a:lnTo>
                      <a:pt x="1114" y="818"/>
                    </a:lnTo>
                    <a:lnTo>
                      <a:pt x="1110" y="818"/>
                    </a:lnTo>
                    <a:lnTo>
                      <a:pt x="1106" y="818"/>
                    </a:lnTo>
                    <a:lnTo>
                      <a:pt x="1100" y="818"/>
                    </a:lnTo>
                    <a:lnTo>
                      <a:pt x="1096" y="818"/>
                    </a:lnTo>
                    <a:lnTo>
                      <a:pt x="1092" y="818"/>
                    </a:lnTo>
                    <a:lnTo>
                      <a:pt x="1088" y="818"/>
                    </a:lnTo>
                    <a:lnTo>
                      <a:pt x="1084" y="818"/>
                    </a:lnTo>
                    <a:lnTo>
                      <a:pt x="1080" y="818"/>
                    </a:lnTo>
                    <a:lnTo>
                      <a:pt x="1076" y="818"/>
                    </a:lnTo>
                    <a:lnTo>
                      <a:pt x="1074" y="818"/>
                    </a:lnTo>
                    <a:lnTo>
                      <a:pt x="1070" y="818"/>
                    </a:lnTo>
                    <a:lnTo>
                      <a:pt x="1066" y="818"/>
                    </a:lnTo>
                    <a:lnTo>
                      <a:pt x="1062" y="818"/>
                    </a:lnTo>
                    <a:lnTo>
                      <a:pt x="1060" y="818"/>
                    </a:lnTo>
                    <a:lnTo>
                      <a:pt x="1060" y="822"/>
                    </a:lnTo>
                    <a:lnTo>
                      <a:pt x="1056" y="822"/>
                    </a:lnTo>
                    <a:lnTo>
                      <a:pt x="1056" y="818"/>
                    </a:lnTo>
                    <a:lnTo>
                      <a:pt x="1052" y="822"/>
                    </a:lnTo>
                    <a:lnTo>
                      <a:pt x="1048" y="824"/>
                    </a:lnTo>
                    <a:lnTo>
                      <a:pt x="1048" y="828"/>
                    </a:lnTo>
                    <a:lnTo>
                      <a:pt x="1044" y="828"/>
                    </a:lnTo>
                    <a:lnTo>
                      <a:pt x="1044" y="832"/>
                    </a:lnTo>
                    <a:lnTo>
                      <a:pt x="1044" y="836"/>
                    </a:lnTo>
                    <a:lnTo>
                      <a:pt x="1040" y="836"/>
                    </a:lnTo>
                    <a:lnTo>
                      <a:pt x="1036" y="840"/>
                    </a:lnTo>
                    <a:lnTo>
                      <a:pt x="1032" y="840"/>
                    </a:lnTo>
                    <a:lnTo>
                      <a:pt x="1030" y="840"/>
                    </a:lnTo>
                    <a:lnTo>
                      <a:pt x="1030" y="844"/>
                    </a:lnTo>
                    <a:lnTo>
                      <a:pt x="1026" y="844"/>
                    </a:lnTo>
                    <a:lnTo>
                      <a:pt x="1022" y="848"/>
                    </a:lnTo>
                    <a:lnTo>
                      <a:pt x="1018" y="852"/>
                    </a:lnTo>
                    <a:lnTo>
                      <a:pt x="1018" y="854"/>
                    </a:lnTo>
                    <a:lnTo>
                      <a:pt x="1014" y="854"/>
                    </a:lnTo>
                    <a:lnTo>
                      <a:pt x="1014" y="858"/>
                    </a:lnTo>
                    <a:lnTo>
                      <a:pt x="1010" y="858"/>
                    </a:lnTo>
                    <a:lnTo>
                      <a:pt x="1010" y="862"/>
                    </a:lnTo>
                    <a:lnTo>
                      <a:pt x="1006" y="862"/>
                    </a:lnTo>
                    <a:lnTo>
                      <a:pt x="1004" y="858"/>
                    </a:lnTo>
                    <a:lnTo>
                      <a:pt x="1000" y="858"/>
                    </a:lnTo>
                    <a:lnTo>
                      <a:pt x="996" y="858"/>
                    </a:lnTo>
                    <a:lnTo>
                      <a:pt x="996" y="854"/>
                    </a:lnTo>
                    <a:lnTo>
                      <a:pt x="992" y="854"/>
                    </a:lnTo>
                    <a:lnTo>
                      <a:pt x="988" y="854"/>
                    </a:lnTo>
                    <a:lnTo>
                      <a:pt x="992" y="854"/>
                    </a:lnTo>
                    <a:lnTo>
                      <a:pt x="992" y="858"/>
                    </a:lnTo>
                    <a:lnTo>
                      <a:pt x="996" y="858"/>
                    </a:lnTo>
                    <a:lnTo>
                      <a:pt x="1000" y="858"/>
                    </a:lnTo>
                    <a:lnTo>
                      <a:pt x="1004" y="858"/>
                    </a:lnTo>
                    <a:lnTo>
                      <a:pt x="1006" y="862"/>
                    </a:lnTo>
                    <a:lnTo>
                      <a:pt x="1006" y="866"/>
                    </a:lnTo>
                    <a:lnTo>
                      <a:pt x="1006" y="870"/>
                    </a:lnTo>
                    <a:lnTo>
                      <a:pt x="1004" y="870"/>
                    </a:lnTo>
                    <a:lnTo>
                      <a:pt x="1004" y="874"/>
                    </a:lnTo>
                    <a:lnTo>
                      <a:pt x="1004" y="878"/>
                    </a:lnTo>
                    <a:lnTo>
                      <a:pt x="1000" y="878"/>
                    </a:lnTo>
                    <a:lnTo>
                      <a:pt x="996" y="878"/>
                    </a:lnTo>
                    <a:lnTo>
                      <a:pt x="996" y="880"/>
                    </a:lnTo>
                    <a:lnTo>
                      <a:pt x="996" y="884"/>
                    </a:lnTo>
                    <a:lnTo>
                      <a:pt x="992" y="884"/>
                    </a:lnTo>
                    <a:lnTo>
                      <a:pt x="988" y="888"/>
                    </a:lnTo>
                    <a:lnTo>
                      <a:pt x="984" y="892"/>
                    </a:lnTo>
                    <a:lnTo>
                      <a:pt x="988" y="888"/>
                    </a:lnTo>
                    <a:lnTo>
                      <a:pt x="992" y="888"/>
                    </a:lnTo>
                    <a:lnTo>
                      <a:pt x="996" y="888"/>
                    </a:lnTo>
                    <a:lnTo>
                      <a:pt x="996" y="884"/>
                    </a:lnTo>
                    <a:lnTo>
                      <a:pt x="1000" y="884"/>
                    </a:lnTo>
                    <a:lnTo>
                      <a:pt x="1000" y="880"/>
                    </a:lnTo>
                    <a:lnTo>
                      <a:pt x="1004" y="878"/>
                    </a:lnTo>
                    <a:lnTo>
                      <a:pt x="1004" y="874"/>
                    </a:lnTo>
                    <a:lnTo>
                      <a:pt x="1006" y="874"/>
                    </a:lnTo>
                    <a:lnTo>
                      <a:pt x="1010" y="870"/>
                    </a:lnTo>
                    <a:lnTo>
                      <a:pt x="1010" y="866"/>
                    </a:lnTo>
                    <a:lnTo>
                      <a:pt x="1014" y="866"/>
                    </a:lnTo>
                    <a:lnTo>
                      <a:pt x="1014" y="862"/>
                    </a:lnTo>
                    <a:lnTo>
                      <a:pt x="1018" y="862"/>
                    </a:lnTo>
                    <a:lnTo>
                      <a:pt x="1018" y="858"/>
                    </a:lnTo>
                    <a:lnTo>
                      <a:pt x="1022" y="858"/>
                    </a:lnTo>
                    <a:lnTo>
                      <a:pt x="1026" y="854"/>
                    </a:lnTo>
                    <a:lnTo>
                      <a:pt x="1030" y="854"/>
                    </a:lnTo>
                    <a:lnTo>
                      <a:pt x="1030" y="852"/>
                    </a:lnTo>
                    <a:lnTo>
                      <a:pt x="1032" y="852"/>
                    </a:lnTo>
                    <a:lnTo>
                      <a:pt x="1036" y="848"/>
                    </a:lnTo>
                    <a:lnTo>
                      <a:pt x="1040" y="848"/>
                    </a:lnTo>
                    <a:lnTo>
                      <a:pt x="1044" y="848"/>
                    </a:lnTo>
                    <a:lnTo>
                      <a:pt x="1044" y="844"/>
                    </a:lnTo>
                    <a:lnTo>
                      <a:pt x="1048" y="844"/>
                    </a:lnTo>
                    <a:lnTo>
                      <a:pt x="1052" y="844"/>
                    </a:lnTo>
                    <a:lnTo>
                      <a:pt x="1056" y="840"/>
                    </a:lnTo>
                    <a:lnTo>
                      <a:pt x="1060" y="840"/>
                    </a:lnTo>
                    <a:lnTo>
                      <a:pt x="1062" y="840"/>
                    </a:lnTo>
                    <a:lnTo>
                      <a:pt x="1066" y="840"/>
                    </a:lnTo>
                    <a:lnTo>
                      <a:pt x="1070" y="840"/>
                    </a:lnTo>
                    <a:lnTo>
                      <a:pt x="1074" y="840"/>
                    </a:lnTo>
                    <a:lnTo>
                      <a:pt x="1076" y="840"/>
                    </a:lnTo>
                    <a:lnTo>
                      <a:pt x="1080" y="844"/>
                    </a:lnTo>
                    <a:lnTo>
                      <a:pt x="1084" y="844"/>
                    </a:lnTo>
                    <a:lnTo>
                      <a:pt x="1084" y="848"/>
                    </a:lnTo>
                    <a:lnTo>
                      <a:pt x="1088" y="852"/>
                    </a:lnTo>
                    <a:lnTo>
                      <a:pt x="1084" y="848"/>
                    </a:lnTo>
                    <a:lnTo>
                      <a:pt x="1080" y="848"/>
                    </a:lnTo>
                    <a:lnTo>
                      <a:pt x="1084" y="848"/>
                    </a:lnTo>
                    <a:lnTo>
                      <a:pt x="1084" y="852"/>
                    </a:lnTo>
                    <a:lnTo>
                      <a:pt x="1088" y="852"/>
                    </a:lnTo>
                    <a:lnTo>
                      <a:pt x="1084" y="852"/>
                    </a:lnTo>
                    <a:lnTo>
                      <a:pt x="1084" y="854"/>
                    </a:lnTo>
                    <a:lnTo>
                      <a:pt x="1084" y="858"/>
                    </a:lnTo>
                    <a:lnTo>
                      <a:pt x="1080" y="858"/>
                    </a:lnTo>
                    <a:lnTo>
                      <a:pt x="1076" y="858"/>
                    </a:lnTo>
                    <a:lnTo>
                      <a:pt x="1076" y="862"/>
                    </a:lnTo>
                    <a:lnTo>
                      <a:pt x="1074" y="862"/>
                    </a:lnTo>
                    <a:lnTo>
                      <a:pt x="1074" y="866"/>
                    </a:lnTo>
                    <a:lnTo>
                      <a:pt x="1070" y="866"/>
                    </a:lnTo>
                    <a:lnTo>
                      <a:pt x="1066" y="866"/>
                    </a:lnTo>
                    <a:lnTo>
                      <a:pt x="1066" y="862"/>
                    </a:lnTo>
                    <a:lnTo>
                      <a:pt x="1062" y="862"/>
                    </a:lnTo>
                    <a:lnTo>
                      <a:pt x="1060" y="862"/>
                    </a:lnTo>
                    <a:lnTo>
                      <a:pt x="1056" y="862"/>
                    </a:lnTo>
                    <a:lnTo>
                      <a:pt x="1052" y="866"/>
                    </a:lnTo>
                    <a:lnTo>
                      <a:pt x="1048" y="866"/>
                    </a:lnTo>
                    <a:lnTo>
                      <a:pt x="1052" y="866"/>
                    </a:lnTo>
                    <a:lnTo>
                      <a:pt x="1056" y="862"/>
                    </a:lnTo>
                    <a:lnTo>
                      <a:pt x="1060" y="866"/>
                    </a:lnTo>
                    <a:lnTo>
                      <a:pt x="1062" y="866"/>
                    </a:lnTo>
                    <a:lnTo>
                      <a:pt x="1066" y="870"/>
                    </a:lnTo>
                    <a:lnTo>
                      <a:pt x="1066" y="874"/>
                    </a:lnTo>
                    <a:lnTo>
                      <a:pt x="1070" y="870"/>
                    </a:lnTo>
                    <a:lnTo>
                      <a:pt x="1074" y="870"/>
                    </a:lnTo>
                    <a:lnTo>
                      <a:pt x="1076" y="870"/>
                    </a:lnTo>
                    <a:lnTo>
                      <a:pt x="1080" y="870"/>
                    </a:lnTo>
                    <a:lnTo>
                      <a:pt x="1076" y="870"/>
                    </a:lnTo>
                    <a:lnTo>
                      <a:pt x="1076" y="874"/>
                    </a:lnTo>
                    <a:lnTo>
                      <a:pt x="1076" y="878"/>
                    </a:lnTo>
                    <a:lnTo>
                      <a:pt x="1074" y="880"/>
                    </a:lnTo>
                    <a:lnTo>
                      <a:pt x="1070" y="884"/>
                    </a:lnTo>
                    <a:lnTo>
                      <a:pt x="1074" y="884"/>
                    </a:lnTo>
                    <a:lnTo>
                      <a:pt x="1076" y="884"/>
                    </a:lnTo>
                    <a:lnTo>
                      <a:pt x="1076" y="888"/>
                    </a:lnTo>
                    <a:lnTo>
                      <a:pt x="1076" y="892"/>
                    </a:lnTo>
                    <a:lnTo>
                      <a:pt x="1080" y="896"/>
                    </a:lnTo>
                    <a:lnTo>
                      <a:pt x="1080" y="900"/>
                    </a:lnTo>
                    <a:lnTo>
                      <a:pt x="1084" y="900"/>
                    </a:lnTo>
                    <a:lnTo>
                      <a:pt x="1088" y="904"/>
                    </a:lnTo>
                    <a:lnTo>
                      <a:pt x="1092" y="904"/>
                    </a:lnTo>
                    <a:lnTo>
                      <a:pt x="1088" y="904"/>
                    </a:lnTo>
                    <a:lnTo>
                      <a:pt x="1088" y="908"/>
                    </a:lnTo>
                    <a:lnTo>
                      <a:pt x="1092" y="908"/>
                    </a:lnTo>
                    <a:lnTo>
                      <a:pt x="1092" y="910"/>
                    </a:lnTo>
                    <a:lnTo>
                      <a:pt x="1096" y="908"/>
                    </a:lnTo>
                    <a:lnTo>
                      <a:pt x="1096" y="910"/>
                    </a:lnTo>
                    <a:lnTo>
                      <a:pt x="1100" y="910"/>
                    </a:lnTo>
                    <a:lnTo>
                      <a:pt x="1104" y="910"/>
                    </a:lnTo>
                    <a:lnTo>
                      <a:pt x="1106" y="910"/>
                    </a:lnTo>
                    <a:lnTo>
                      <a:pt x="1110" y="910"/>
                    </a:lnTo>
                    <a:lnTo>
                      <a:pt x="1110" y="914"/>
                    </a:lnTo>
                    <a:lnTo>
                      <a:pt x="1114" y="910"/>
                    </a:lnTo>
                    <a:lnTo>
                      <a:pt x="1118" y="910"/>
                    </a:lnTo>
                    <a:lnTo>
                      <a:pt x="1118" y="908"/>
                    </a:lnTo>
                    <a:lnTo>
                      <a:pt x="1118" y="910"/>
                    </a:lnTo>
                    <a:lnTo>
                      <a:pt x="1122" y="914"/>
                    </a:lnTo>
                    <a:lnTo>
                      <a:pt x="1122" y="910"/>
                    </a:lnTo>
                    <a:lnTo>
                      <a:pt x="1126" y="910"/>
                    </a:lnTo>
                    <a:lnTo>
                      <a:pt x="1126" y="914"/>
                    </a:lnTo>
                    <a:lnTo>
                      <a:pt x="1130" y="914"/>
                    </a:lnTo>
                    <a:lnTo>
                      <a:pt x="1130" y="918"/>
                    </a:lnTo>
                    <a:lnTo>
                      <a:pt x="1126" y="918"/>
                    </a:lnTo>
                    <a:lnTo>
                      <a:pt x="1130" y="918"/>
                    </a:lnTo>
                    <a:lnTo>
                      <a:pt x="1132" y="918"/>
                    </a:lnTo>
                    <a:lnTo>
                      <a:pt x="1132" y="922"/>
                    </a:lnTo>
                    <a:lnTo>
                      <a:pt x="1130" y="922"/>
                    </a:lnTo>
                    <a:lnTo>
                      <a:pt x="1126" y="922"/>
                    </a:lnTo>
                    <a:lnTo>
                      <a:pt x="1122" y="922"/>
                    </a:lnTo>
                    <a:lnTo>
                      <a:pt x="1122" y="926"/>
                    </a:lnTo>
                    <a:lnTo>
                      <a:pt x="1118" y="926"/>
                    </a:lnTo>
                    <a:lnTo>
                      <a:pt x="1114" y="926"/>
                    </a:lnTo>
                    <a:lnTo>
                      <a:pt x="1110" y="930"/>
                    </a:lnTo>
                    <a:lnTo>
                      <a:pt x="1106" y="930"/>
                    </a:lnTo>
                    <a:lnTo>
                      <a:pt x="1104" y="934"/>
                    </a:lnTo>
                    <a:lnTo>
                      <a:pt x="1104" y="930"/>
                    </a:lnTo>
                    <a:lnTo>
                      <a:pt x="1104" y="934"/>
                    </a:lnTo>
                    <a:lnTo>
                      <a:pt x="1100" y="934"/>
                    </a:lnTo>
                    <a:lnTo>
                      <a:pt x="1096" y="934"/>
                    </a:lnTo>
                    <a:lnTo>
                      <a:pt x="1092" y="934"/>
                    </a:lnTo>
                    <a:lnTo>
                      <a:pt x="1096" y="934"/>
                    </a:lnTo>
                    <a:lnTo>
                      <a:pt x="1096" y="938"/>
                    </a:lnTo>
                    <a:lnTo>
                      <a:pt x="1088" y="938"/>
                    </a:lnTo>
                    <a:lnTo>
                      <a:pt x="1088" y="934"/>
                    </a:lnTo>
                    <a:lnTo>
                      <a:pt x="1088" y="938"/>
                    </a:lnTo>
                    <a:lnTo>
                      <a:pt x="1088" y="934"/>
                    </a:lnTo>
                    <a:lnTo>
                      <a:pt x="1084" y="934"/>
                    </a:lnTo>
                    <a:lnTo>
                      <a:pt x="1084" y="938"/>
                    </a:lnTo>
                    <a:lnTo>
                      <a:pt x="1084" y="940"/>
                    </a:lnTo>
                    <a:lnTo>
                      <a:pt x="1080" y="940"/>
                    </a:lnTo>
                    <a:lnTo>
                      <a:pt x="1080" y="944"/>
                    </a:lnTo>
                    <a:lnTo>
                      <a:pt x="1076" y="948"/>
                    </a:lnTo>
                    <a:lnTo>
                      <a:pt x="1074" y="952"/>
                    </a:lnTo>
                    <a:lnTo>
                      <a:pt x="1070" y="952"/>
                    </a:lnTo>
                    <a:lnTo>
                      <a:pt x="1070" y="956"/>
                    </a:lnTo>
                    <a:lnTo>
                      <a:pt x="1066" y="956"/>
                    </a:lnTo>
                    <a:lnTo>
                      <a:pt x="1062" y="956"/>
                    </a:lnTo>
                    <a:lnTo>
                      <a:pt x="1062" y="952"/>
                    </a:lnTo>
                    <a:lnTo>
                      <a:pt x="1062" y="948"/>
                    </a:lnTo>
                    <a:lnTo>
                      <a:pt x="1062" y="952"/>
                    </a:lnTo>
                    <a:lnTo>
                      <a:pt x="1060" y="952"/>
                    </a:lnTo>
                    <a:lnTo>
                      <a:pt x="1060" y="948"/>
                    </a:lnTo>
                    <a:lnTo>
                      <a:pt x="1060" y="944"/>
                    </a:lnTo>
                    <a:lnTo>
                      <a:pt x="1060" y="940"/>
                    </a:lnTo>
                    <a:lnTo>
                      <a:pt x="1060" y="938"/>
                    </a:lnTo>
                    <a:lnTo>
                      <a:pt x="1062" y="938"/>
                    </a:lnTo>
                    <a:lnTo>
                      <a:pt x="1062" y="934"/>
                    </a:lnTo>
                    <a:lnTo>
                      <a:pt x="1062" y="938"/>
                    </a:lnTo>
                    <a:lnTo>
                      <a:pt x="1060" y="938"/>
                    </a:lnTo>
                    <a:lnTo>
                      <a:pt x="1062" y="934"/>
                    </a:lnTo>
                    <a:lnTo>
                      <a:pt x="1066" y="934"/>
                    </a:lnTo>
                    <a:lnTo>
                      <a:pt x="1066" y="930"/>
                    </a:lnTo>
                    <a:lnTo>
                      <a:pt x="1066" y="934"/>
                    </a:lnTo>
                    <a:lnTo>
                      <a:pt x="1066" y="930"/>
                    </a:lnTo>
                    <a:lnTo>
                      <a:pt x="1070" y="926"/>
                    </a:lnTo>
                    <a:lnTo>
                      <a:pt x="1074" y="926"/>
                    </a:lnTo>
                    <a:lnTo>
                      <a:pt x="1076" y="926"/>
                    </a:lnTo>
                    <a:lnTo>
                      <a:pt x="1076" y="922"/>
                    </a:lnTo>
                    <a:lnTo>
                      <a:pt x="1080" y="922"/>
                    </a:lnTo>
                    <a:lnTo>
                      <a:pt x="1084" y="922"/>
                    </a:lnTo>
                    <a:lnTo>
                      <a:pt x="1084" y="918"/>
                    </a:lnTo>
                    <a:lnTo>
                      <a:pt x="1080" y="918"/>
                    </a:lnTo>
                    <a:lnTo>
                      <a:pt x="1084" y="918"/>
                    </a:lnTo>
                    <a:lnTo>
                      <a:pt x="1084" y="922"/>
                    </a:lnTo>
                    <a:lnTo>
                      <a:pt x="1084" y="926"/>
                    </a:lnTo>
                    <a:lnTo>
                      <a:pt x="1084" y="922"/>
                    </a:lnTo>
                    <a:lnTo>
                      <a:pt x="1088" y="926"/>
                    </a:lnTo>
                    <a:lnTo>
                      <a:pt x="1084" y="922"/>
                    </a:lnTo>
                    <a:lnTo>
                      <a:pt x="1088" y="922"/>
                    </a:lnTo>
                    <a:lnTo>
                      <a:pt x="1092" y="918"/>
                    </a:lnTo>
                    <a:lnTo>
                      <a:pt x="1096" y="918"/>
                    </a:lnTo>
                    <a:lnTo>
                      <a:pt x="1100" y="918"/>
                    </a:lnTo>
                    <a:lnTo>
                      <a:pt x="1092" y="918"/>
                    </a:lnTo>
                    <a:lnTo>
                      <a:pt x="1088" y="918"/>
                    </a:lnTo>
                    <a:lnTo>
                      <a:pt x="1084" y="918"/>
                    </a:lnTo>
                    <a:lnTo>
                      <a:pt x="1080" y="918"/>
                    </a:lnTo>
                    <a:lnTo>
                      <a:pt x="1076" y="918"/>
                    </a:lnTo>
                    <a:lnTo>
                      <a:pt x="1076" y="914"/>
                    </a:lnTo>
                    <a:lnTo>
                      <a:pt x="1080" y="914"/>
                    </a:lnTo>
                    <a:lnTo>
                      <a:pt x="1080" y="910"/>
                    </a:lnTo>
                    <a:lnTo>
                      <a:pt x="1084" y="910"/>
                    </a:lnTo>
                    <a:lnTo>
                      <a:pt x="1084" y="908"/>
                    </a:lnTo>
                    <a:lnTo>
                      <a:pt x="1084" y="910"/>
                    </a:lnTo>
                    <a:lnTo>
                      <a:pt x="1080" y="910"/>
                    </a:lnTo>
                    <a:lnTo>
                      <a:pt x="1080" y="908"/>
                    </a:lnTo>
                    <a:lnTo>
                      <a:pt x="1080" y="904"/>
                    </a:lnTo>
                    <a:lnTo>
                      <a:pt x="1076" y="904"/>
                    </a:lnTo>
                    <a:lnTo>
                      <a:pt x="1076" y="908"/>
                    </a:lnTo>
                    <a:lnTo>
                      <a:pt x="1080" y="908"/>
                    </a:lnTo>
                    <a:lnTo>
                      <a:pt x="1080" y="910"/>
                    </a:lnTo>
                    <a:lnTo>
                      <a:pt x="1076" y="914"/>
                    </a:lnTo>
                    <a:lnTo>
                      <a:pt x="1074" y="914"/>
                    </a:lnTo>
                    <a:lnTo>
                      <a:pt x="1070" y="918"/>
                    </a:lnTo>
                    <a:lnTo>
                      <a:pt x="1066" y="918"/>
                    </a:lnTo>
                    <a:lnTo>
                      <a:pt x="1062" y="922"/>
                    </a:lnTo>
                    <a:lnTo>
                      <a:pt x="1060" y="918"/>
                    </a:lnTo>
                    <a:lnTo>
                      <a:pt x="1062" y="918"/>
                    </a:lnTo>
                    <a:lnTo>
                      <a:pt x="1060" y="918"/>
                    </a:lnTo>
                    <a:lnTo>
                      <a:pt x="1060" y="922"/>
                    </a:lnTo>
                    <a:lnTo>
                      <a:pt x="1056" y="926"/>
                    </a:lnTo>
                    <a:lnTo>
                      <a:pt x="1056" y="922"/>
                    </a:lnTo>
                    <a:lnTo>
                      <a:pt x="1052" y="922"/>
                    </a:lnTo>
                    <a:lnTo>
                      <a:pt x="1052" y="926"/>
                    </a:lnTo>
                    <a:lnTo>
                      <a:pt x="1048" y="922"/>
                    </a:lnTo>
                    <a:lnTo>
                      <a:pt x="1044" y="922"/>
                    </a:lnTo>
                    <a:lnTo>
                      <a:pt x="1040" y="922"/>
                    </a:lnTo>
                    <a:lnTo>
                      <a:pt x="1040" y="918"/>
                    </a:lnTo>
                    <a:lnTo>
                      <a:pt x="1040" y="914"/>
                    </a:lnTo>
                    <a:lnTo>
                      <a:pt x="1036" y="914"/>
                    </a:lnTo>
                    <a:lnTo>
                      <a:pt x="1036" y="910"/>
                    </a:lnTo>
                    <a:lnTo>
                      <a:pt x="1036" y="908"/>
                    </a:lnTo>
                    <a:lnTo>
                      <a:pt x="1036" y="900"/>
                    </a:lnTo>
                    <a:lnTo>
                      <a:pt x="1036" y="888"/>
                    </a:lnTo>
                    <a:lnTo>
                      <a:pt x="1036" y="884"/>
                    </a:lnTo>
                    <a:lnTo>
                      <a:pt x="1032" y="884"/>
                    </a:lnTo>
                    <a:lnTo>
                      <a:pt x="1032" y="880"/>
                    </a:lnTo>
                    <a:lnTo>
                      <a:pt x="1030" y="878"/>
                    </a:lnTo>
                    <a:lnTo>
                      <a:pt x="1026" y="880"/>
                    </a:lnTo>
                    <a:lnTo>
                      <a:pt x="1022" y="880"/>
                    </a:lnTo>
                    <a:lnTo>
                      <a:pt x="1018" y="880"/>
                    </a:lnTo>
                    <a:lnTo>
                      <a:pt x="1018" y="878"/>
                    </a:lnTo>
                    <a:lnTo>
                      <a:pt x="1014" y="878"/>
                    </a:lnTo>
                    <a:lnTo>
                      <a:pt x="1014" y="880"/>
                    </a:lnTo>
                    <a:lnTo>
                      <a:pt x="1010" y="884"/>
                    </a:lnTo>
                    <a:lnTo>
                      <a:pt x="1006" y="884"/>
                    </a:lnTo>
                    <a:lnTo>
                      <a:pt x="1006" y="888"/>
                    </a:lnTo>
                    <a:lnTo>
                      <a:pt x="1004" y="892"/>
                    </a:lnTo>
                    <a:lnTo>
                      <a:pt x="1004" y="896"/>
                    </a:lnTo>
                    <a:lnTo>
                      <a:pt x="1004" y="900"/>
                    </a:lnTo>
                    <a:lnTo>
                      <a:pt x="1000" y="900"/>
                    </a:lnTo>
                    <a:lnTo>
                      <a:pt x="1000" y="904"/>
                    </a:lnTo>
                    <a:lnTo>
                      <a:pt x="1000" y="908"/>
                    </a:lnTo>
                    <a:lnTo>
                      <a:pt x="1000" y="910"/>
                    </a:lnTo>
                    <a:lnTo>
                      <a:pt x="996" y="910"/>
                    </a:lnTo>
                    <a:lnTo>
                      <a:pt x="996" y="914"/>
                    </a:lnTo>
                    <a:lnTo>
                      <a:pt x="996" y="918"/>
                    </a:lnTo>
                    <a:lnTo>
                      <a:pt x="992" y="922"/>
                    </a:lnTo>
                    <a:lnTo>
                      <a:pt x="988" y="918"/>
                    </a:lnTo>
                    <a:lnTo>
                      <a:pt x="988" y="922"/>
                    </a:lnTo>
                    <a:lnTo>
                      <a:pt x="988" y="918"/>
                    </a:lnTo>
                    <a:lnTo>
                      <a:pt x="984" y="918"/>
                    </a:lnTo>
                    <a:lnTo>
                      <a:pt x="984" y="922"/>
                    </a:lnTo>
                    <a:lnTo>
                      <a:pt x="984" y="926"/>
                    </a:lnTo>
                    <a:lnTo>
                      <a:pt x="980" y="926"/>
                    </a:lnTo>
                    <a:lnTo>
                      <a:pt x="976" y="926"/>
                    </a:lnTo>
                    <a:lnTo>
                      <a:pt x="974" y="926"/>
                    </a:lnTo>
                    <a:lnTo>
                      <a:pt x="970" y="926"/>
                    </a:lnTo>
                    <a:lnTo>
                      <a:pt x="966" y="926"/>
                    </a:lnTo>
                    <a:lnTo>
                      <a:pt x="962" y="926"/>
                    </a:lnTo>
                    <a:lnTo>
                      <a:pt x="958" y="926"/>
                    </a:lnTo>
                    <a:lnTo>
                      <a:pt x="954" y="926"/>
                    </a:lnTo>
                    <a:lnTo>
                      <a:pt x="950" y="926"/>
                    </a:lnTo>
                    <a:lnTo>
                      <a:pt x="944" y="926"/>
                    </a:lnTo>
                    <a:lnTo>
                      <a:pt x="940" y="926"/>
                    </a:lnTo>
                    <a:lnTo>
                      <a:pt x="936" y="926"/>
                    </a:lnTo>
                    <a:lnTo>
                      <a:pt x="932" y="926"/>
                    </a:lnTo>
                    <a:lnTo>
                      <a:pt x="932" y="930"/>
                    </a:lnTo>
                    <a:lnTo>
                      <a:pt x="928" y="930"/>
                    </a:lnTo>
                    <a:lnTo>
                      <a:pt x="924" y="934"/>
                    </a:lnTo>
                    <a:lnTo>
                      <a:pt x="924" y="938"/>
                    </a:lnTo>
                    <a:lnTo>
                      <a:pt x="920" y="938"/>
                    </a:lnTo>
                    <a:lnTo>
                      <a:pt x="920" y="940"/>
                    </a:lnTo>
                    <a:lnTo>
                      <a:pt x="918" y="940"/>
                    </a:lnTo>
                    <a:lnTo>
                      <a:pt x="914" y="944"/>
                    </a:lnTo>
                    <a:lnTo>
                      <a:pt x="914" y="948"/>
                    </a:lnTo>
                    <a:lnTo>
                      <a:pt x="910" y="948"/>
                    </a:lnTo>
                    <a:lnTo>
                      <a:pt x="910" y="952"/>
                    </a:lnTo>
                    <a:lnTo>
                      <a:pt x="906" y="952"/>
                    </a:lnTo>
                    <a:lnTo>
                      <a:pt x="902" y="952"/>
                    </a:lnTo>
                    <a:lnTo>
                      <a:pt x="898" y="952"/>
                    </a:lnTo>
                    <a:lnTo>
                      <a:pt x="894" y="952"/>
                    </a:lnTo>
                    <a:lnTo>
                      <a:pt x="890" y="952"/>
                    </a:lnTo>
                    <a:lnTo>
                      <a:pt x="888" y="952"/>
                    </a:lnTo>
                    <a:lnTo>
                      <a:pt x="880" y="952"/>
                    </a:lnTo>
                    <a:lnTo>
                      <a:pt x="876" y="956"/>
                    </a:lnTo>
                    <a:lnTo>
                      <a:pt x="876" y="960"/>
                    </a:lnTo>
                    <a:lnTo>
                      <a:pt x="876" y="964"/>
                    </a:lnTo>
                    <a:lnTo>
                      <a:pt x="876" y="966"/>
                    </a:lnTo>
                    <a:lnTo>
                      <a:pt x="880" y="966"/>
                    </a:lnTo>
                    <a:lnTo>
                      <a:pt x="876" y="966"/>
                    </a:lnTo>
                    <a:lnTo>
                      <a:pt x="876" y="970"/>
                    </a:lnTo>
                    <a:lnTo>
                      <a:pt x="872" y="970"/>
                    </a:lnTo>
                    <a:lnTo>
                      <a:pt x="868" y="974"/>
                    </a:lnTo>
                    <a:lnTo>
                      <a:pt x="864" y="974"/>
                    </a:lnTo>
                    <a:lnTo>
                      <a:pt x="862" y="978"/>
                    </a:lnTo>
                    <a:lnTo>
                      <a:pt x="854" y="978"/>
                    </a:lnTo>
                    <a:lnTo>
                      <a:pt x="850" y="980"/>
                    </a:lnTo>
                    <a:lnTo>
                      <a:pt x="846" y="980"/>
                    </a:lnTo>
                    <a:lnTo>
                      <a:pt x="842" y="980"/>
                    </a:lnTo>
                    <a:lnTo>
                      <a:pt x="838" y="984"/>
                    </a:lnTo>
                    <a:lnTo>
                      <a:pt x="834" y="984"/>
                    </a:lnTo>
                    <a:lnTo>
                      <a:pt x="832" y="988"/>
                    </a:lnTo>
                    <a:lnTo>
                      <a:pt x="828" y="992"/>
                    </a:lnTo>
                    <a:lnTo>
                      <a:pt x="824" y="992"/>
                    </a:lnTo>
                    <a:lnTo>
                      <a:pt x="820" y="988"/>
                    </a:lnTo>
                    <a:lnTo>
                      <a:pt x="820" y="984"/>
                    </a:lnTo>
                    <a:lnTo>
                      <a:pt x="816" y="984"/>
                    </a:lnTo>
                    <a:lnTo>
                      <a:pt x="820" y="980"/>
                    </a:lnTo>
                    <a:lnTo>
                      <a:pt x="820" y="978"/>
                    </a:lnTo>
                    <a:lnTo>
                      <a:pt x="824" y="978"/>
                    </a:lnTo>
                    <a:lnTo>
                      <a:pt x="824" y="974"/>
                    </a:lnTo>
                    <a:lnTo>
                      <a:pt x="828" y="974"/>
                    </a:lnTo>
                    <a:lnTo>
                      <a:pt x="828" y="970"/>
                    </a:lnTo>
                    <a:lnTo>
                      <a:pt x="828" y="966"/>
                    </a:lnTo>
                    <a:lnTo>
                      <a:pt x="828" y="964"/>
                    </a:lnTo>
                    <a:lnTo>
                      <a:pt x="832" y="964"/>
                    </a:lnTo>
                    <a:lnTo>
                      <a:pt x="832" y="960"/>
                    </a:lnTo>
                    <a:lnTo>
                      <a:pt x="832" y="956"/>
                    </a:lnTo>
                    <a:lnTo>
                      <a:pt x="832" y="948"/>
                    </a:lnTo>
                    <a:lnTo>
                      <a:pt x="832" y="938"/>
                    </a:lnTo>
                    <a:lnTo>
                      <a:pt x="828" y="930"/>
                    </a:lnTo>
                    <a:lnTo>
                      <a:pt x="828" y="918"/>
                    </a:lnTo>
                    <a:lnTo>
                      <a:pt x="824" y="918"/>
                    </a:lnTo>
                    <a:lnTo>
                      <a:pt x="820" y="914"/>
                    </a:lnTo>
                    <a:lnTo>
                      <a:pt x="816" y="910"/>
                    </a:lnTo>
                    <a:lnTo>
                      <a:pt x="812" y="910"/>
                    </a:lnTo>
                    <a:lnTo>
                      <a:pt x="812" y="908"/>
                    </a:lnTo>
                    <a:lnTo>
                      <a:pt x="812" y="904"/>
                    </a:lnTo>
                    <a:lnTo>
                      <a:pt x="808" y="904"/>
                    </a:lnTo>
                    <a:lnTo>
                      <a:pt x="806" y="904"/>
                    </a:lnTo>
                    <a:lnTo>
                      <a:pt x="806" y="900"/>
                    </a:lnTo>
                    <a:lnTo>
                      <a:pt x="806" y="896"/>
                    </a:lnTo>
                    <a:lnTo>
                      <a:pt x="802" y="896"/>
                    </a:lnTo>
                    <a:lnTo>
                      <a:pt x="798" y="896"/>
                    </a:lnTo>
                    <a:lnTo>
                      <a:pt x="794" y="892"/>
                    </a:lnTo>
                    <a:lnTo>
                      <a:pt x="794" y="888"/>
                    </a:lnTo>
                    <a:lnTo>
                      <a:pt x="786" y="884"/>
                    </a:lnTo>
                    <a:lnTo>
                      <a:pt x="786" y="880"/>
                    </a:lnTo>
                    <a:lnTo>
                      <a:pt x="782" y="880"/>
                    </a:lnTo>
                    <a:lnTo>
                      <a:pt x="778" y="880"/>
                    </a:lnTo>
                    <a:lnTo>
                      <a:pt x="778" y="878"/>
                    </a:lnTo>
                    <a:lnTo>
                      <a:pt x="776" y="878"/>
                    </a:lnTo>
                    <a:lnTo>
                      <a:pt x="772" y="874"/>
                    </a:lnTo>
                    <a:lnTo>
                      <a:pt x="768" y="874"/>
                    </a:lnTo>
                    <a:lnTo>
                      <a:pt x="764" y="870"/>
                    </a:lnTo>
                    <a:lnTo>
                      <a:pt x="760" y="870"/>
                    </a:lnTo>
                    <a:lnTo>
                      <a:pt x="760" y="866"/>
                    </a:lnTo>
                    <a:lnTo>
                      <a:pt x="756" y="866"/>
                    </a:lnTo>
                    <a:lnTo>
                      <a:pt x="746" y="858"/>
                    </a:lnTo>
                    <a:lnTo>
                      <a:pt x="742" y="858"/>
                    </a:lnTo>
                    <a:lnTo>
                      <a:pt x="738" y="858"/>
                    </a:lnTo>
                    <a:lnTo>
                      <a:pt x="734" y="862"/>
                    </a:lnTo>
                    <a:lnTo>
                      <a:pt x="732" y="866"/>
                    </a:lnTo>
                    <a:lnTo>
                      <a:pt x="728" y="866"/>
                    </a:lnTo>
                    <a:lnTo>
                      <a:pt x="724" y="866"/>
                    </a:lnTo>
                    <a:lnTo>
                      <a:pt x="720" y="866"/>
                    </a:lnTo>
                    <a:lnTo>
                      <a:pt x="720" y="862"/>
                    </a:lnTo>
                    <a:lnTo>
                      <a:pt x="716" y="862"/>
                    </a:lnTo>
                    <a:lnTo>
                      <a:pt x="712" y="862"/>
                    </a:lnTo>
                    <a:lnTo>
                      <a:pt x="708" y="862"/>
                    </a:lnTo>
                    <a:lnTo>
                      <a:pt x="708" y="858"/>
                    </a:lnTo>
                    <a:lnTo>
                      <a:pt x="708" y="862"/>
                    </a:lnTo>
                    <a:lnTo>
                      <a:pt x="706" y="862"/>
                    </a:lnTo>
                    <a:lnTo>
                      <a:pt x="702" y="862"/>
                    </a:lnTo>
                    <a:lnTo>
                      <a:pt x="702" y="866"/>
                    </a:lnTo>
                    <a:lnTo>
                      <a:pt x="702" y="862"/>
                    </a:lnTo>
                    <a:lnTo>
                      <a:pt x="698" y="862"/>
                    </a:lnTo>
                    <a:lnTo>
                      <a:pt x="694" y="862"/>
                    </a:lnTo>
                    <a:lnTo>
                      <a:pt x="694" y="858"/>
                    </a:lnTo>
                    <a:lnTo>
                      <a:pt x="690" y="858"/>
                    </a:lnTo>
                    <a:lnTo>
                      <a:pt x="690" y="862"/>
                    </a:lnTo>
                    <a:lnTo>
                      <a:pt x="686" y="858"/>
                    </a:lnTo>
                    <a:lnTo>
                      <a:pt x="686" y="854"/>
                    </a:lnTo>
                    <a:lnTo>
                      <a:pt x="682" y="854"/>
                    </a:lnTo>
                    <a:lnTo>
                      <a:pt x="678" y="852"/>
                    </a:lnTo>
                    <a:lnTo>
                      <a:pt x="676" y="852"/>
                    </a:lnTo>
                    <a:lnTo>
                      <a:pt x="672" y="854"/>
                    </a:lnTo>
                    <a:lnTo>
                      <a:pt x="668" y="854"/>
                    </a:lnTo>
                    <a:lnTo>
                      <a:pt x="668" y="852"/>
                    </a:lnTo>
                    <a:lnTo>
                      <a:pt x="664" y="852"/>
                    </a:lnTo>
                    <a:lnTo>
                      <a:pt x="660" y="852"/>
                    </a:lnTo>
                    <a:lnTo>
                      <a:pt x="656" y="852"/>
                    </a:lnTo>
                    <a:lnTo>
                      <a:pt x="656" y="848"/>
                    </a:lnTo>
                    <a:lnTo>
                      <a:pt x="656" y="844"/>
                    </a:lnTo>
                    <a:lnTo>
                      <a:pt x="652" y="844"/>
                    </a:lnTo>
                    <a:lnTo>
                      <a:pt x="652" y="840"/>
                    </a:lnTo>
                    <a:lnTo>
                      <a:pt x="652" y="836"/>
                    </a:lnTo>
                    <a:lnTo>
                      <a:pt x="650" y="836"/>
                    </a:lnTo>
                    <a:lnTo>
                      <a:pt x="650" y="840"/>
                    </a:lnTo>
                    <a:lnTo>
                      <a:pt x="650" y="844"/>
                    </a:lnTo>
                    <a:lnTo>
                      <a:pt x="646" y="844"/>
                    </a:lnTo>
                    <a:lnTo>
                      <a:pt x="620" y="844"/>
                    </a:lnTo>
                    <a:lnTo>
                      <a:pt x="616" y="844"/>
                    </a:lnTo>
                    <a:lnTo>
                      <a:pt x="612" y="844"/>
                    </a:lnTo>
                    <a:lnTo>
                      <a:pt x="608" y="844"/>
                    </a:lnTo>
                    <a:lnTo>
                      <a:pt x="604" y="844"/>
                    </a:lnTo>
                    <a:lnTo>
                      <a:pt x="600" y="844"/>
                    </a:lnTo>
                    <a:lnTo>
                      <a:pt x="596" y="844"/>
                    </a:lnTo>
                    <a:lnTo>
                      <a:pt x="590" y="844"/>
                    </a:lnTo>
                    <a:lnTo>
                      <a:pt x="582" y="844"/>
                    </a:lnTo>
                    <a:lnTo>
                      <a:pt x="574" y="844"/>
                    </a:lnTo>
                    <a:lnTo>
                      <a:pt x="564" y="844"/>
                    </a:lnTo>
                    <a:lnTo>
                      <a:pt x="560" y="844"/>
                    </a:lnTo>
                    <a:lnTo>
                      <a:pt x="548" y="844"/>
                    </a:lnTo>
                    <a:lnTo>
                      <a:pt x="544" y="844"/>
                    </a:lnTo>
                    <a:lnTo>
                      <a:pt x="540" y="844"/>
                    </a:lnTo>
                    <a:lnTo>
                      <a:pt x="536" y="844"/>
                    </a:lnTo>
                    <a:lnTo>
                      <a:pt x="534" y="844"/>
                    </a:lnTo>
                    <a:lnTo>
                      <a:pt x="530" y="844"/>
                    </a:lnTo>
                    <a:lnTo>
                      <a:pt x="526" y="844"/>
                    </a:lnTo>
                    <a:lnTo>
                      <a:pt x="522" y="844"/>
                    </a:lnTo>
                    <a:lnTo>
                      <a:pt x="518" y="844"/>
                    </a:lnTo>
                    <a:lnTo>
                      <a:pt x="510" y="844"/>
                    </a:lnTo>
                    <a:lnTo>
                      <a:pt x="508" y="844"/>
                    </a:lnTo>
                    <a:lnTo>
                      <a:pt x="500" y="844"/>
                    </a:lnTo>
                    <a:lnTo>
                      <a:pt x="496" y="844"/>
                    </a:lnTo>
                    <a:lnTo>
                      <a:pt x="492" y="844"/>
                    </a:lnTo>
                    <a:lnTo>
                      <a:pt x="488" y="844"/>
                    </a:lnTo>
                    <a:lnTo>
                      <a:pt x="484" y="844"/>
                    </a:lnTo>
                    <a:lnTo>
                      <a:pt x="478" y="844"/>
                    </a:lnTo>
                    <a:lnTo>
                      <a:pt x="474" y="844"/>
                    </a:lnTo>
                    <a:lnTo>
                      <a:pt x="470" y="844"/>
                    </a:lnTo>
                    <a:lnTo>
                      <a:pt x="466" y="844"/>
                    </a:lnTo>
                    <a:lnTo>
                      <a:pt x="462" y="844"/>
                    </a:lnTo>
                    <a:lnTo>
                      <a:pt x="458" y="844"/>
                    </a:lnTo>
                    <a:lnTo>
                      <a:pt x="454" y="844"/>
                    </a:lnTo>
                    <a:lnTo>
                      <a:pt x="448" y="844"/>
                    </a:lnTo>
                    <a:lnTo>
                      <a:pt x="444" y="844"/>
                    </a:lnTo>
                    <a:lnTo>
                      <a:pt x="440" y="844"/>
                    </a:lnTo>
                    <a:lnTo>
                      <a:pt x="436" y="844"/>
                    </a:lnTo>
                    <a:lnTo>
                      <a:pt x="432" y="844"/>
                    </a:lnTo>
                    <a:lnTo>
                      <a:pt x="428" y="844"/>
                    </a:lnTo>
                    <a:lnTo>
                      <a:pt x="418" y="844"/>
                    </a:lnTo>
                    <a:lnTo>
                      <a:pt x="414" y="844"/>
                    </a:lnTo>
                    <a:lnTo>
                      <a:pt x="410" y="844"/>
                    </a:lnTo>
                    <a:lnTo>
                      <a:pt x="408" y="844"/>
                    </a:lnTo>
                    <a:lnTo>
                      <a:pt x="404" y="844"/>
                    </a:lnTo>
                    <a:lnTo>
                      <a:pt x="396" y="844"/>
                    </a:lnTo>
                    <a:lnTo>
                      <a:pt x="392" y="844"/>
                    </a:lnTo>
                    <a:lnTo>
                      <a:pt x="388" y="844"/>
                    </a:lnTo>
                    <a:lnTo>
                      <a:pt x="380" y="844"/>
                    </a:lnTo>
                    <a:lnTo>
                      <a:pt x="378" y="844"/>
                    </a:lnTo>
                    <a:lnTo>
                      <a:pt x="374" y="844"/>
                    </a:lnTo>
                    <a:lnTo>
                      <a:pt x="370" y="844"/>
                    </a:lnTo>
                    <a:lnTo>
                      <a:pt x="366" y="844"/>
                    </a:lnTo>
                    <a:lnTo>
                      <a:pt x="362" y="844"/>
                    </a:lnTo>
                    <a:lnTo>
                      <a:pt x="358" y="844"/>
                    </a:lnTo>
                    <a:lnTo>
                      <a:pt x="354" y="844"/>
                    </a:lnTo>
                    <a:lnTo>
                      <a:pt x="340" y="844"/>
                    </a:lnTo>
                    <a:lnTo>
                      <a:pt x="336" y="844"/>
                    </a:lnTo>
                    <a:lnTo>
                      <a:pt x="332" y="844"/>
                    </a:lnTo>
                    <a:lnTo>
                      <a:pt x="328" y="844"/>
                    </a:lnTo>
                    <a:lnTo>
                      <a:pt x="324" y="844"/>
                    </a:lnTo>
                    <a:lnTo>
                      <a:pt x="322" y="844"/>
                    </a:lnTo>
                    <a:lnTo>
                      <a:pt x="314" y="844"/>
                    </a:lnTo>
                    <a:lnTo>
                      <a:pt x="310" y="844"/>
                    </a:lnTo>
                    <a:lnTo>
                      <a:pt x="306" y="844"/>
                    </a:lnTo>
                    <a:lnTo>
                      <a:pt x="298" y="844"/>
                    </a:lnTo>
                    <a:lnTo>
                      <a:pt x="294" y="844"/>
                    </a:lnTo>
                    <a:lnTo>
                      <a:pt x="292" y="844"/>
                    </a:lnTo>
                    <a:lnTo>
                      <a:pt x="284" y="844"/>
                    </a:lnTo>
                    <a:lnTo>
                      <a:pt x="268" y="844"/>
                    </a:lnTo>
                    <a:lnTo>
                      <a:pt x="266" y="844"/>
                    </a:lnTo>
                    <a:lnTo>
                      <a:pt x="262" y="844"/>
                    </a:lnTo>
                    <a:lnTo>
                      <a:pt x="258" y="844"/>
                    </a:lnTo>
                    <a:lnTo>
                      <a:pt x="254" y="844"/>
                    </a:lnTo>
                    <a:lnTo>
                      <a:pt x="250" y="844"/>
                    </a:lnTo>
                    <a:lnTo>
                      <a:pt x="250" y="840"/>
                    </a:lnTo>
                    <a:lnTo>
                      <a:pt x="254" y="840"/>
                    </a:lnTo>
                    <a:lnTo>
                      <a:pt x="258" y="840"/>
                    </a:lnTo>
                    <a:lnTo>
                      <a:pt x="258" y="836"/>
                    </a:lnTo>
                    <a:lnTo>
                      <a:pt x="254" y="836"/>
                    </a:lnTo>
                    <a:lnTo>
                      <a:pt x="254" y="840"/>
                    </a:lnTo>
                    <a:lnTo>
                      <a:pt x="250" y="836"/>
                    </a:lnTo>
                    <a:lnTo>
                      <a:pt x="250" y="832"/>
                    </a:lnTo>
                    <a:lnTo>
                      <a:pt x="254" y="828"/>
                    </a:lnTo>
                    <a:lnTo>
                      <a:pt x="250" y="832"/>
                    </a:lnTo>
                    <a:lnTo>
                      <a:pt x="246" y="832"/>
                    </a:lnTo>
                    <a:lnTo>
                      <a:pt x="246" y="836"/>
                    </a:lnTo>
                    <a:lnTo>
                      <a:pt x="242" y="836"/>
                    </a:lnTo>
                    <a:lnTo>
                      <a:pt x="242" y="832"/>
                    </a:lnTo>
                    <a:lnTo>
                      <a:pt x="238" y="832"/>
                    </a:lnTo>
                    <a:lnTo>
                      <a:pt x="238" y="828"/>
                    </a:lnTo>
                    <a:lnTo>
                      <a:pt x="242" y="828"/>
                    </a:lnTo>
                    <a:lnTo>
                      <a:pt x="242" y="832"/>
                    </a:lnTo>
                    <a:lnTo>
                      <a:pt x="246" y="832"/>
                    </a:lnTo>
                    <a:lnTo>
                      <a:pt x="246" y="828"/>
                    </a:lnTo>
                    <a:lnTo>
                      <a:pt x="246" y="832"/>
                    </a:lnTo>
                    <a:lnTo>
                      <a:pt x="242" y="832"/>
                    </a:lnTo>
                    <a:lnTo>
                      <a:pt x="242" y="828"/>
                    </a:lnTo>
                    <a:lnTo>
                      <a:pt x="242" y="824"/>
                    </a:lnTo>
                    <a:lnTo>
                      <a:pt x="242" y="822"/>
                    </a:lnTo>
                    <a:lnTo>
                      <a:pt x="238" y="822"/>
                    </a:lnTo>
                    <a:lnTo>
                      <a:pt x="242" y="822"/>
                    </a:lnTo>
                    <a:lnTo>
                      <a:pt x="242" y="824"/>
                    </a:lnTo>
                    <a:lnTo>
                      <a:pt x="238" y="824"/>
                    </a:lnTo>
                    <a:lnTo>
                      <a:pt x="242" y="824"/>
                    </a:lnTo>
                    <a:lnTo>
                      <a:pt x="242" y="828"/>
                    </a:lnTo>
                    <a:lnTo>
                      <a:pt x="238" y="828"/>
                    </a:lnTo>
                    <a:lnTo>
                      <a:pt x="238" y="824"/>
                    </a:lnTo>
                    <a:lnTo>
                      <a:pt x="238" y="828"/>
                    </a:lnTo>
                    <a:lnTo>
                      <a:pt x="236" y="828"/>
                    </a:lnTo>
                    <a:lnTo>
                      <a:pt x="232" y="828"/>
                    </a:lnTo>
                    <a:lnTo>
                      <a:pt x="232" y="824"/>
                    </a:lnTo>
                    <a:lnTo>
                      <a:pt x="228" y="824"/>
                    </a:lnTo>
                    <a:lnTo>
                      <a:pt x="228" y="822"/>
                    </a:lnTo>
                    <a:lnTo>
                      <a:pt x="232" y="824"/>
                    </a:lnTo>
                    <a:lnTo>
                      <a:pt x="232" y="822"/>
                    </a:lnTo>
                    <a:lnTo>
                      <a:pt x="232" y="818"/>
                    </a:lnTo>
                    <a:lnTo>
                      <a:pt x="232" y="814"/>
                    </a:lnTo>
                    <a:lnTo>
                      <a:pt x="232" y="818"/>
                    </a:lnTo>
                    <a:lnTo>
                      <a:pt x="232" y="814"/>
                    </a:lnTo>
                    <a:lnTo>
                      <a:pt x="236" y="814"/>
                    </a:lnTo>
                    <a:lnTo>
                      <a:pt x="232" y="814"/>
                    </a:lnTo>
                    <a:lnTo>
                      <a:pt x="232" y="818"/>
                    </a:lnTo>
                    <a:lnTo>
                      <a:pt x="228" y="818"/>
                    </a:lnTo>
                    <a:lnTo>
                      <a:pt x="224" y="818"/>
                    </a:lnTo>
                    <a:lnTo>
                      <a:pt x="224" y="814"/>
                    </a:lnTo>
                    <a:lnTo>
                      <a:pt x="228" y="814"/>
                    </a:lnTo>
                    <a:lnTo>
                      <a:pt x="228" y="810"/>
                    </a:lnTo>
                    <a:lnTo>
                      <a:pt x="228" y="806"/>
                    </a:lnTo>
                    <a:lnTo>
                      <a:pt x="228" y="810"/>
                    </a:lnTo>
                    <a:lnTo>
                      <a:pt x="228" y="814"/>
                    </a:lnTo>
                    <a:lnTo>
                      <a:pt x="224" y="814"/>
                    </a:lnTo>
                    <a:lnTo>
                      <a:pt x="220" y="814"/>
                    </a:lnTo>
                    <a:lnTo>
                      <a:pt x="220" y="810"/>
                    </a:lnTo>
                    <a:lnTo>
                      <a:pt x="216" y="810"/>
                    </a:lnTo>
                    <a:lnTo>
                      <a:pt x="216" y="814"/>
                    </a:lnTo>
                    <a:lnTo>
                      <a:pt x="212" y="814"/>
                    </a:lnTo>
                    <a:lnTo>
                      <a:pt x="210" y="814"/>
                    </a:lnTo>
                    <a:lnTo>
                      <a:pt x="210" y="810"/>
                    </a:lnTo>
                    <a:lnTo>
                      <a:pt x="212" y="810"/>
                    </a:lnTo>
                    <a:lnTo>
                      <a:pt x="216" y="810"/>
                    </a:lnTo>
                    <a:lnTo>
                      <a:pt x="220" y="806"/>
                    </a:lnTo>
                    <a:lnTo>
                      <a:pt x="220" y="802"/>
                    </a:lnTo>
                    <a:lnTo>
                      <a:pt x="216" y="802"/>
                    </a:lnTo>
                    <a:lnTo>
                      <a:pt x="216" y="806"/>
                    </a:lnTo>
                    <a:lnTo>
                      <a:pt x="216" y="810"/>
                    </a:lnTo>
                    <a:lnTo>
                      <a:pt x="212" y="810"/>
                    </a:lnTo>
                    <a:lnTo>
                      <a:pt x="210" y="810"/>
                    </a:lnTo>
                    <a:lnTo>
                      <a:pt x="210" y="806"/>
                    </a:lnTo>
                    <a:lnTo>
                      <a:pt x="206" y="806"/>
                    </a:lnTo>
                    <a:lnTo>
                      <a:pt x="210" y="806"/>
                    </a:lnTo>
                    <a:lnTo>
                      <a:pt x="210" y="802"/>
                    </a:lnTo>
                    <a:lnTo>
                      <a:pt x="210" y="806"/>
                    </a:lnTo>
                    <a:lnTo>
                      <a:pt x="206" y="802"/>
                    </a:lnTo>
                    <a:lnTo>
                      <a:pt x="206" y="806"/>
                    </a:lnTo>
                    <a:lnTo>
                      <a:pt x="202" y="806"/>
                    </a:lnTo>
                    <a:lnTo>
                      <a:pt x="198" y="806"/>
                    </a:lnTo>
                    <a:lnTo>
                      <a:pt x="194" y="806"/>
                    </a:lnTo>
                    <a:lnTo>
                      <a:pt x="198" y="806"/>
                    </a:lnTo>
                    <a:lnTo>
                      <a:pt x="194" y="806"/>
                    </a:lnTo>
                    <a:lnTo>
                      <a:pt x="190" y="802"/>
                    </a:lnTo>
                    <a:lnTo>
                      <a:pt x="194" y="802"/>
                    </a:lnTo>
                    <a:lnTo>
                      <a:pt x="198" y="802"/>
                    </a:lnTo>
                    <a:lnTo>
                      <a:pt x="202" y="802"/>
                    </a:lnTo>
                    <a:lnTo>
                      <a:pt x="202" y="798"/>
                    </a:lnTo>
                    <a:lnTo>
                      <a:pt x="202" y="802"/>
                    </a:lnTo>
                    <a:lnTo>
                      <a:pt x="198" y="802"/>
                    </a:lnTo>
                    <a:lnTo>
                      <a:pt x="194" y="802"/>
                    </a:lnTo>
                    <a:lnTo>
                      <a:pt x="190" y="798"/>
                    </a:lnTo>
                    <a:lnTo>
                      <a:pt x="190" y="802"/>
                    </a:lnTo>
                    <a:lnTo>
                      <a:pt x="186" y="798"/>
                    </a:lnTo>
                    <a:lnTo>
                      <a:pt x="190" y="794"/>
                    </a:lnTo>
                    <a:lnTo>
                      <a:pt x="194" y="798"/>
                    </a:lnTo>
                    <a:lnTo>
                      <a:pt x="194" y="794"/>
                    </a:lnTo>
                    <a:lnTo>
                      <a:pt x="198" y="794"/>
                    </a:lnTo>
                    <a:lnTo>
                      <a:pt x="194" y="794"/>
                    </a:lnTo>
                    <a:lnTo>
                      <a:pt x="190" y="794"/>
                    </a:lnTo>
                    <a:lnTo>
                      <a:pt x="186" y="794"/>
                    </a:lnTo>
                    <a:lnTo>
                      <a:pt x="190" y="794"/>
                    </a:lnTo>
                    <a:lnTo>
                      <a:pt x="190" y="792"/>
                    </a:lnTo>
                    <a:lnTo>
                      <a:pt x="194" y="788"/>
                    </a:lnTo>
                    <a:lnTo>
                      <a:pt x="198" y="788"/>
                    </a:lnTo>
                    <a:lnTo>
                      <a:pt x="202" y="792"/>
                    </a:lnTo>
                    <a:lnTo>
                      <a:pt x="202" y="788"/>
                    </a:lnTo>
                    <a:lnTo>
                      <a:pt x="206" y="788"/>
                    </a:lnTo>
                    <a:lnTo>
                      <a:pt x="202" y="788"/>
                    </a:lnTo>
                    <a:lnTo>
                      <a:pt x="198" y="788"/>
                    </a:lnTo>
                    <a:lnTo>
                      <a:pt x="194" y="788"/>
                    </a:lnTo>
                    <a:lnTo>
                      <a:pt x="190" y="788"/>
                    </a:lnTo>
                    <a:lnTo>
                      <a:pt x="194" y="788"/>
                    </a:lnTo>
                    <a:lnTo>
                      <a:pt x="194" y="784"/>
                    </a:lnTo>
                    <a:lnTo>
                      <a:pt x="190" y="788"/>
                    </a:lnTo>
                    <a:lnTo>
                      <a:pt x="190" y="792"/>
                    </a:lnTo>
                    <a:lnTo>
                      <a:pt x="190" y="794"/>
                    </a:lnTo>
                    <a:lnTo>
                      <a:pt x="186" y="794"/>
                    </a:lnTo>
                    <a:lnTo>
                      <a:pt x="186" y="792"/>
                    </a:lnTo>
                    <a:lnTo>
                      <a:pt x="186" y="788"/>
                    </a:lnTo>
                    <a:lnTo>
                      <a:pt x="186" y="784"/>
                    </a:lnTo>
                    <a:lnTo>
                      <a:pt x="190" y="784"/>
                    </a:lnTo>
                    <a:lnTo>
                      <a:pt x="190" y="780"/>
                    </a:lnTo>
                    <a:lnTo>
                      <a:pt x="190" y="776"/>
                    </a:lnTo>
                    <a:lnTo>
                      <a:pt x="194" y="776"/>
                    </a:lnTo>
                    <a:lnTo>
                      <a:pt x="198" y="776"/>
                    </a:lnTo>
                    <a:lnTo>
                      <a:pt x="202" y="780"/>
                    </a:lnTo>
                    <a:lnTo>
                      <a:pt x="202" y="784"/>
                    </a:lnTo>
                    <a:lnTo>
                      <a:pt x="202" y="780"/>
                    </a:lnTo>
                    <a:lnTo>
                      <a:pt x="202" y="776"/>
                    </a:lnTo>
                    <a:lnTo>
                      <a:pt x="198" y="776"/>
                    </a:lnTo>
                    <a:lnTo>
                      <a:pt x="202" y="772"/>
                    </a:lnTo>
                    <a:lnTo>
                      <a:pt x="198" y="772"/>
                    </a:lnTo>
                    <a:lnTo>
                      <a:pt x="198" y="776"/>
                    </a:lnTo>
                    <a:lnTo>
                      <a:pt x="194" y="772"/>
                    </a:lnTo>
                    <a:lnTo>
                      <a:pt x="194" y="768"/>
                    </a:lnTo>
                    <a:lnTo>
                      <a:pt x="198" y="768"/>
                    </a:lnTo>
                    <a:lnTo>
                      <a:pt x="198" y="766"/>
                    </a:lnTo>
                    <a:lnTo>
                      <a:pt x="198" y="768"/>
                    </a:lnTo>
                    <a:lnTo>
                      <a:pt x="194" y="768"/>
                    </a:lnTo>
                    <a:lnTo>
                      <a:pt x="194" y="772"/>
                    </a:lnTo>
                    <a:lnTo>
                      <a:pt x="190" y="772"/>
                    </a:lnTo>
                    <a:lnTo>
                      <a:pt x="190" y="776"/>
                    </a:lnTo>
                    <a:lnTo>
                      <a:pt x="186" y="776"/>
                    </a:lnTo>
                    <a:lnTo>
                      <a:pt x="186" y="772"/>
                    </a:lnTo>
                    <a:lnTo>
                      <a:pt x="182" y="776"/>
                    </a:lnTo>
                    <a:lnTo>
                      <a:pt x="182" y="772"/>
                    </a:lnTo>
                    <a:lnTo>
                      <a:pt x="186" y="768"/>
                    </a:lnTo>
                    <a:lnTo>
                      <a:pt x="182" y="768"/>
                    </a:lnTo>
                    <a:lnTo>
                      <a:pt x="182" y="772"/>
                    </a:lnTo>
                    <a:lnTo>
                      <a:pt x="180" y="776"/>
                    </a:lnTo>
                    <a:lnTo>
                      <a:pt x="180" y="772"/>
                    </a:lnTo>
                    <a:lnTo>
                      <a:pt x="180" y="768"/>
                    </a:lnTo>
                    <a:lnTo>
                      <a:pt x="182" y="768"/>
                    </a:lnTo>
                    <a:lnTo>
                      <a:pt x="182" y="766"/>
                    </a:lnTo>
                    <a:lnTo>
                      <a:pt x="182" y="762"/>
                    </a:lnTo>
                    <a:lnTo>
                      <a:pt x="182" y="766"/>
                    </a:lnTo>
                    <a:lnTo>
                      <a:pt x="180" y="766"/>
                    </a:lnTo>
                    <a:lnTo>
                      <a:pt x="176" y="762"/>
                    </a:lnTo>
                    <a:lnTo>
                      <a:pt x="176" y="758"/>
                    </a:lnTo>
                    <a:lnTo>
                      <a:pt x="172" y="754"/>
                    </a:lnTo>
                    <a:lnTo>
                      <a:pt x="172" y="750"/>
                    </a:lnTo>
                    <a:lnTo>
                      <a:pt x="176" y="750"/>
                    </a:lnTo>
                    <a:lnTo>
                      <a:pt x="176" y="754"/>
                    </a:lnTo>
                    <a:lnTo>
                      <a:pt x="180" y="750"/>
                    </a:lnTo>
                    <a:lnTo>
                      <a:pt x="182" y="750"/>
                    </a:lnTo>
                    <a:lnTo>
                      <a:pt x="182" y="754"/>
                    </a:lnTo>
                    <a:lnTo>
                      <a:pt x="186" y="754"/>
                    </a:lnTo>
                    <a:lnTo>
                      <a:pt x="182" y="754"/>
                    </a:lnTo>
                    <a:lnTo>
                      <a:pt x="182" y="750"/>
                    </a:lnTo>
                    <a:lnTo>
                      <a:pt x="180" y="750"/>
                    </a:lnTo>
                    <a:lnTo>
                      <a:pt x="176" y="750"/>
                    </a:lnTo>
                    <a:lnTo>
                      <a:pt x="172" y="746"/>
                    </a:lnTo>
                    <a:lnTo>
                      <a:pt x="172" y="742"/>
                    </a:lnTo>
                    <a:lnTo>
                      <a:pt x="176" y="742"/>
                    </a:lnTo>
                    <a:lnTo>
                      <a:pt x="176" y="738"/>
                    </a:lnTo>
                    <a:lnTo>
                      <a:pt x="172" y="742"/>
                    </a:lnTo>
                    <a:lnTo>
                      <a:pt x="168" y="746"/>
                    </a:lnTo>
                    <a:lnTo>
                      <a:pt x="168" y="750"/>
                    </a:lnTo>
                    <a:lnTo>
                      <a:pt x="164" y="754"/>
                    </a:lnTo>
                    <a:lnTo>
                      <a:pt x="164" y="750"/>
                    </a:lnTo>
                    <a:lnTo>
                      <a:pt x="160" y="750"/>
                    </a:lnTo>
                    <a:lnTo>
                      <a:pt x="160" y="746"/>
                    </a:lnTo>
                    <a:lnTo>
                      <a:pt x="156" y="742"/>
                    </a:lnTo>
                    <a:lnTo>
                      <a:pt x="152" y="742"/>
                    </a:lnTo>
                    <a:lnTo>
                      <a:pt x="152" y="738"/>
                    </a:lnTo>
                    <a:lnTo>
                      <a:pt x="152" y="736"/>
                    </a:lnTo>
                    <a:lnTo>
                      <a:pt x="156" y="736"/>
                    </a:lnTo>
                    <a:lnTo>
                      <a:pt x="160" y="736"/>
                    </a:lnTo>
                    <a:lnTo>
                      <a:pt x="164" y="736"/>
                    </a:lnTo>
                    <a:lnTo>
                      <a:pt x="160" y="736"/>
                    </a:lnTo>
                    <a:lnTo>
                      <a:pt x="156" y="736"/>
                    </a:lnTo>
                    <a:lnTo>
                      <a:pt x="152" y="736"/>
                    </a:lnTo>
                    <a:lnTo>
                      <a:pt x="152" y="732"/>
                    </a:lnTo>
                    <a:lnTo>
                      <a:pt x="150" y="732"/>
                    </a:lnTo>
                    <a:lnTo>
                      <a:pt x="150" y="728"/>
                    </a:lnTo>
                    <a:lnTo>
                      <a:pt x="150" y="724"/>
                    </a:lnTo>
                    <a:lnTo>
                      <a:pt x="150" y="728"/>
                    </a:lnTo>
                    <a:lnTo>
                      <a:pt x="152" y="728"/>
                    </a:lnTo>
                    <a:lnTo>
                      <a:pt x="152" y="732"/>
                    </a:lnTo>
                    <a:lnTo>
                      <a:pt x="156" y="732"/>
                    </a:lnTo>
                    <a:lnTo>
                      <a:pt x="152" y="728"/>
                    </a:lnTo>
                    <a:lnTo>
                      <a:pt x="150" y="728"/>
                    </a:lnTo>
                    <a:lnTo>
                      <a:pt x="150" y="724"/>
                    </a:lnTo>
                    <a:lnTo>
                      <a:pt x="152" y="724"/>
                    </a:lnTo>
                    <a:lnTo>
                      <a:pt x="156" y="724"/>
                    </a:lnTo>
                    <a:lnTo>
                      <a:pt x="156" y="728"/>
                    </a:lnTo>
                    <a:lnTo>
                      <a:pt x="156" y="724"/>
                    </a:lnTo>
                    <a:lnTo>
                      <a:pt x="152" y="724"/>
                    </a:lnTo>
                    <a:lnTo>
                      <a:pt x="152" y="720"/>
                    </a:lnTo>
                    <a:lnTo>
                      <a:pt x="152" y="716"/>
                    </a:lnTo>
                    <a:lnTo>
                      <a:pt x="156" y="716"/>
                    </a:lnTo>
                    <a:lnTo>
                      <a:pt x="160" y="716"/>
                    </a:lnTo>
                    <a:lnTo>
                      <a:pt x="156" y="716"/>
                    </a:lnTo>
                    <a:lnTo>
                      <a:pt x="156" y="712"/>
                    </a:lnTo>
                    <a:lnTo>
                      <a:pt x="160" y="708"/>
                    </a:lnTo>
                    <a:lnTo>
                      <a:pt x="164" y="708"/>
                    </a:lnTo>
                    <a:lnTo>
                      <a:pt x="164" y="706"/>
                    </a:lnTo>
                    <a:lnTo>
                      <a:pt x="160" y="708"/>
                    </a:lnTo>
                    <a:lnTo>
                      <a:pt x="160" y="706"/>
                    </a:lnTo>
                    <a:lnTo>
                      <a:pt x="160" y="708"/>
                    </a:lnTo>
                    <a:lnTo>
                      <a:pt x="156" y="706"/>
                    </a:lnTo>
                    <a:lnTo>
                      <a:pt x="160" y="706"/>
                    </a:lnTo>
                    <a:lnTo>
                      <a:pt x="160" y="708"/>
                    </a:lnTo>
                    <a:lnTo>
                      <a:pt x="156" y="712"/>
                    </a:lnTo>
                    <a:lnTo>
                      <a:pt x="156" y="716"/>
                    </a:lnTo>
                    <a:lnTo>
                      <a:pt x="152" y="716"/>
                    </a:lnTo>
                    <a:lnTo>
                      <a:pt x="152" y="712"/>
                    </a:lnTo>
                    <a:lnTo>
                      <a:pt x="156" y="712"/>
                    </a:lnTo>
                    <a:lnTo>
                      <a:pt x="156" y="708"/>
                    </a:lnTo>
                    <a:lnTo>
                      <a:pt x="152" y="706"/>
                    </a:lnTo>
                    <a:lnTo>
                      <a:pt x="152" y="702"/>
                    </a:lnTo>
                    <a:lnTo>
                      <a:pt x="152" y="698"/>
                    </a:lnTo>
                    <a:lnTo>
                      <a:pt x="156" y="698"/>
                    </a:lnTo>
                    <a:lnTo>
                      <a:pt x="156" y="694"/>
                    </a:lnTo>
                    <a:lnTo>
                      <a:pt x="152" y="694"/>
                    </a:lnTo>
                    <a:lnTo>
                      <a:pt x="150" y="694"/>
                    </a:lnTo>
                    <a:lnTo>
                      <a:pt x="150" y="690"/>
                    </a:lnTo>
                    <a:lnTo>
                      <a:pt x="146" y="690"/>
                    </a:lnTo>
                    <a:lnTo>
                      <a:pt x="146" y="686"/>
                    </a:lnTo>
                    <a:lnTo>
                      <a:pt x="142" y="686"/>
                    </a:lnTo>
                    <a:lnTo>
                      <a:pt x="138" y="686"/>
                    </a:lnTo>
                    <a:lnTo>
                      <a:pt x="138" y="682"/>
                    </a:lnTo>
                    <a:lnTo>
                      <a:pt x="134" y="682"/>
                    </a:lnTo>
                    <a:lnTo>
                      <a:pt x="130" y="682"/>
                    </a:lnTo>
                    <a:lnTo>
                      <a:pt x="130" y="680"/>
                    </a:lnTo>
                    <a:lnTo>
                      <a:pt x="126" y="676"/>
                    </a:lnTo>
                    <a:lnTo>
                      <a:pt x="126" y="672"/>
                    </a:lnTo>
                    <a:lnTo>
                      <a:pt x="124" y="672"/>
                    </a:lnTo>
                    <a:lnTo>
                      <a:pt x="124" y="668"/>
                    </a:lnTo>
                    <a:lnTo>
                      <a:pt x="124" y="664"/>
                    </a:lnTo>
                    <a:lnTo>
                      <a:pt x="120" y="664"/>
                    </a:lnTo>
                    <a:lnTo>
                      <a:pt x="120" y="660"/>
                    </a:lnTo>
                    <a:lnTo>
                      <a:pt x="116" y="656"/>
                    </a:lnTo>
                    <a:lnTo>
                      <a:pt x="116" y="652"/>
                    </a:lnTo>
                    <a:lnTo>
                      <a:pt x="112" y="652"/>
                    </a:lnTo>
                    <a:lnTo>
                      <a:pt x="112" y="650"/>
                    </a:lnTo>
                    <a:lnTo>
                      <a:pt x="112" y="646"/>
                    </a:lnTo>
                    <a:lnTo>
                      <a:pt x="108" y="646"/>
                    </a:lnTo>
                    <a:lnTo>
                      <a:pt x="108" y="642"/>
                    </a:lnTo>
                    <a:lnTo>
                      <a:pt x="104" y="638"/>
                    </a:lnTo>
                    <a:lnTo>
                      <a:pt x="100" y="638"/>
                    </a:lnTo>
                    <a:lnTo>
                      <a:pt x="100" y="634"/>
                    </a:lnTo>
                    <a:lnTo>
                      <a:pt x="96" y="634"/>
                    </a:lnTo>
                    <a:lnTo>
                      <a:pt x="96" y="630"/>
                    </a:lnTo>
                    <a:lnTo>
                      <a:pt x="94" y="630"/>
                    </a:lnTo>
                    <a:lnTo>
                      <a:pt x="94" y="626"/>
                    </a:lnTo>
                    <a:lnTo>
                      <a:pt x="90" y="626"/>
                    </a:lnTo>
                    <a:lnTo>
                      <a:pt x="90" y="622"/>
                    </a:lnTo>
                    <a:lnTo>
                      <a:pt x="86" y="622"/>
                    </a:lnTo>
                    <a:lnTo>
                      <a:pt x="82" y="620"/>
                    </a:lnTo>
                    <a:lnTo>
                      <a:pt x="86" y="620"/>
                    </a:lnTo>
                    <a:lnTo>
                      <a:pt x="86" y="616"/>
                    </a:lnTo>
                    <a:lnTo>
                      <a:pt x="82" y="616"/>
                    </a:lnTo>
                    <a:lnTo>
                      <a:pt x="80" y="612"/>
                    </a:lnTo>
                    <a:lnTo>
                      <a:pt x="76" y="612"/>
                    </a:lnTo>
                    <a:lnTo>
                      <a:pt x="72" y="612"/>
                    </a:lnTo>
                    <a:lnTo>
                      <a:pt x="72" y="616"/>
                    </a:lnTo>
                    <a:lnTo>
                      <a:pt x="68" y="616"/>
                    </a:lnTo>
                    <a:lnTo>
                      <a:pt x="68" y="620"/>
                    </a:lnTo>
                    <a:lnTo>
                      <a:pt x="64" y="620"/>
                    </a:lnTo>
                    <a:lnTo>
                      <a:pt x="64" y="622"/>
                    </a:lnTo>
                    <a:lnTo>
                      <a:pt x="64" y="626"/>
                    </a:lnTo>
                    <a:lnTo>
                      <a:pt x="60" y="626"/>
                    </a:lnTo>
                    <a:lnTo>
                      <a:pt x="56" y="626"/>
                    </a:lnTo>
                    <a:lnTo>
                      <a:pt x="54" y="626"/>
                    </a:lnTo>
                    <a:lnTo>
                      <a:pt x="54" y="630"/>
                    </a:lnTo>
                    <a:lnTo>
                      <a:pt x="50" y="630"/>
                    </a:lnTo>
                    <a:lnTo>
                      <a:pt x="50" y="626"/>
                    </a:lnTo>
                    <a:lnTo>
                      <a:pt x="50" y="622"/>
                    </a:lnTo>
                    <a:lnTo>
                      <a:pt x="46" y="620"/>
                    </a:lnTo>
                    <a:lnTo>
                      <a:pt x="42" y="616"/>
                    </a:lnTo>
                    <a:lnTo>
                      <a:pt x="38" y="616"/>
                    </a:lnTo>
                    <a:lnTo>
                      <a:pt x="34" y="612"/>
                    </a:lnTo>
                    <a:lnTo>
                      <a:pt x="34" y="608"/>
                    </a:lnTo>
                    <a:lnTo>
                      <a:pt x="30" y="608"/>
                    </a:lnTo>
                    <a:lnTo>
                      <a:pt x="26" y="604"/>
                    </a:lnTo>
                    <a:lnTo>
                      <a:pt x="26" y="600"/>
                    </a:lnTo>
                    <a:lnTo>
                      <a:pt x="26" y="596"/>
                    </a:lnTo>
                    <a:lnTo>
                      <a:pt x="24" y="596"/>
                    </a:lnTo>
                    <a:lnTo>
                      <a:pt x="20" y="596"/>
                    </a:lnTo>
                    <a:lnTo>
                      <a:pt x="20" y="600"/>
                    </a:lnTo>
                    <a:lnTo>
                      <a:pt x="16" y="600"/>
                    </a:lnTo>
                    <a:lnTo>
                      <a:pt x="8" y="600"/>
                    </a:lnTo>
                    <a:lnTo>
                      <a:pt x="0" y="600"/>
                    </a:lnTo>
                    <a:lnTo>
                      <a:pt x="0" y="596"/>
                    </a:lnTo>
                    <a:lnTo>
                      <a:pt x="0" y="586"/>
                    </a:lnTo>
                    <a:lnTo>
                      <a:pt x="0" y="546"/>
                    </a:lnTo>
                    <a:lnTo>
                      <a:pt x="0" y="534"/>
                    </a:lnTo>
                    <a:lnTo>
                      <a:pt x="0" y="520"/>
                    </a:lnTo>
                    <a:lnTo>
                      <a:pt x="0" y="516"/>
                    </a:lnTo>
                    <a:lnTo>
                      <a:pt x="0" y="508"/>
                    </a:lnTo>
                    <a:lnTo>
                      <a:pt x="0" y="486"/>
                    </a:lnTo>
                    <a:lnTo>
                      <a:pt x="0" y="474"/>
                    </a:lnTo>
                    <a:lnTo>
                      <a:pt x="0" y="464"/>
                    </a:lnTo>
                    <a:lnTo>
                      <a:pt x="0" y="452"/>
                    </a:lnTo>
                    <a:lnTo>
                      <a:pt x="0" y="448"/>
                    </a:lnTo>
                    <a:lnTo>
                      <a:pt x="0" y="444"/>
                    </a:lnTo>
                    <a:lnTo>
                      <a:pt x="0" y="440"/>
                    </a:lnTo>
                    <a:lnTo>
                      <a:pt x="0" y="434"/>
                    </a:lnTo>
                    <a:lnTo>
                      <a:pt x="0" y="430"/>
                    </a:lnTo>
                    <a:lnTo>
                      <a:pt x="0" y="422"/>
                    </a:lnTo>
                    <a:lnTo>
                      <a:pt x="0" y="418"/>
                    </a:lnTo>
                    <a:lnTo>
                      <a:pt x="0" y="414"/>
                    </a:lnTo>
                    <a:lnTo>
                      <a:pt x="0" y="410"/>
                    </a:lnTo>
                    <a:lnTo>
                      <a:pt x="0" y="404"/>
                    </a:lnTo>
                    <a:lnTo>
                      <a:pt x="0" y="392"/>
                    </a:lnTo>
                    <a:lnTo>
                      <a:pt x="0" y="380"/>
                    </a:lnTo>
                    <a:lnTo>
                      <a:pt x="0" y="378"/>
                    </a:lnTo>
                    <a:lnTo>
                      <a:pt x="0" y="374"/>
                    </a:lnTo>
                    <a:lnTo>
                      <a:pt x="4" y="374"/>
                    </a:lnTo>
                    <a:lnTo>
                      <a:pt x="4" y="378"/>
                    </a:lnTo>
                    <a:lnTo>
                      <a:pt x="8" y="378"/>
                    </a:lnTo>
                    <a:lnTo>
                      <a:pt x="12" y="378"/>
                    </a:lnTo>
                    <a:lnTo>
                      <a:pt x="16" y="378"/>
                    </a:lnTo>
                    <a:lnTo>
                      <a:pt x="20" y="378"/>
                    </a:lnTo>
                    <a:lnTo>
                      <a:pt x="24" y="378"/>
                    </a:lnTo>
                    <a:lnTo>
                      <a:pt x="26" y="378"/>
                    </a:lnTo>
                    <a:lnTo>
                      <a:pt x="26" y="380"/>
                    </a:lnTo>
                    <a:lnTo>
                      <a:pt x="30" y="380"/>
                    </a:lnTo>
                    <a:lnTo>
                      <a:pt x="34" y="384"/>
                    </a:lnTo>
                    <a:lnTo>
                      <a:pt x="38" y="384"/>
                    </a:lnTo>
                    <a:lnTo>
                      <a:pt x="38" y="388"/>
                    </a:lnTo>
                    <a:lnTo>
                      <a:pt x="42" y="388"/>
                    </a:lnTo>
                    <a:lnTo>
                      <a:pt x="46" y="388"/>
                    </a:lnTo>
                    <a:lnTo>
                      <a:pt x="50" y="392"/>
                    </a:lnTo>
                    <a:lnTo>
                      <a:pt x="54" y="392"/>
                    </a:lnTo>
                    <a:lnTo>
                      <a:pt x="56" y="392"/>
                    </a:lnTo>
                    <a:lnTo>
                      <a:pt x="60" y="396"/>
                    </a:lnTo>
                    <a:lnTo>
                      <a:pt x="64" y="392"/>
                    </a:lnTo>
                    <a:lnTo>
                      <a:pt x="68" y="392"/>
                    </a:lnTo>
                    <a:lnTo>
                      <a:pt x="68" y="396"/>
                    </a:lnTo>
                    <a:lnTo>
                      <a:pt x="72" y="396"/>
                    </a:lnTo>
                    <a:lnTo>
                      <a:pt x="76" y="396"/>
                    </a:lnTo>
                    <a:lnTo>
                      <a:pt x="80" y="396"/>
                    </a:lnTo>
                    <a:lnTo>
                      <a:pt x="80" y="400"/>
                    </a:lnTo>
                    <a:lnTo>
                      <a:pt x="82" y="400"/>
                    </a:lnTo>
                    <a:lnTo>
                      <a:pt x="80" y="396"/>
                    </a:lnTo>
                    <a:lnTo>
                      <a:pt x="76" y="396"/>
                    </a:lnTo>
                    <a:lnTo>
                      <a:pt x="76" y="392"/>
                    </a:lnTo>
                    <a:lnTo>
                      <a:pt x="80" y="392"/>
                    </a:lnTo>
                    <a:lnTo>
                      <a:pt x="82" y="392"/>
                    </a:lnTo>
                    <a:lnTo>
                      <a:pt x="86" y="396"/>
                    </a:lnTo>
                    <a:lnTo>
                      <a:pt x="86" y="392"/>
                    </a:lnTo>
                    <a:lnTo>
                      <a:pt x="90" y="392"/>
                    </a:lnTo>
                    <a:lnTo>
                      <a:pt x="90" y="396"/>
                    </a:lnTo>
                    <a:lnTo>
                      <a:pt x="94" y="400"/>
                    </a:lnTo>
                    <a:lnTo>
                      <a:pt x="96" y="400"/>
                    </a:lnTo>
                    <a:lnTo>
                      <a:pt x="94" y="400"/>
                    </a:lnTo>
                    <a:lnTo>
                      <a:pt x="94" y="396"/>
                    </a:lnTo>
                    <a:lnTo>
                      <a:pt x="90" y="392"/>
                    </a:lnTo>
                    <a:lnTo>
                      <a:pt x="90" y="388"/>
                    </a:lnTo>
                    <a:lnTo>
                      <a:pt x="94" y="388"/>
                    </a:lnTo>
                    <a:lnTo>
                      <a:pt x="96" y="384"/>
                    </a:lnTo>
                    <a:lnTo>
                      <a:pt x="100" y="384"/>
                    </a:lnTo>
                    <a:lnTo>
                      <a:pt x="104" y="380"/>
                    </a:lnTo>
                    <a:lnTo>
                      <a:pt x="108" y="380"/>
                    </a:lnTo>
                    <a:lnTo>
                      <a:pt x="112" y="380"/>
                    </a:lnTo>
                    <a:lnTo>
                      <a:pt x="112" y="378"/>
                    </a:lnTo>
                    <a:lnTo>
                      <a:pt x="116" y="374"/>
                    </a:lnTo>
                    <a:lnTo>
                      <a:pt x="120" y="374"/>
                    </a:lnTo>
                    <a:lnTo>
                      <a:pt x="124" y="374"/>
                    </a:lnTo>
                    <a:lnTo>
                      <a:pt x="120" y="374"/>
                    </a:lnTo>
                    <a:lnTo>
                      <a:pt x="124" y="374"/>
                    </a:lnTo>
                    <a:lnTo>
                      <a:pt x="126" y="374"/>
                    </a:lnTo>
                    <a:lnTo>
                      <a:pt x="130" y="374"/>
                    </a:lnTo>
                    <a:lnTo>
                      <a:pt x="130" y="370"/>
                    </a:lnTo>
                    <a:lnTo>
                      <a:pt x="134" y="370"/>
                    </a:lnTo>
                    <a:lnTo>
                      <a:pt x="134" y="366"/>
                    </a:lnTo>
                    <a:lnTo>
                      <a:pt x="138" y="366"/>
                    </a:lnTo>
                    <a:lnTo>
                      <a:pt x="138" y="370"/>
                    </a:lnTo>
                    <a:lnTo>
                      <a:pt x="142" y="370"/>
                    </a:lnTo>
                    <a:lnTo>
                      <a:pt x="142" y="366"/>
                    </a:lnTo>
                    <a:lnTo>
                      <a:pt x="142" y="362"/>
                    </a:lnTo>
                    <a:lnTo>
                      <a:pt x="146" y="362"/>
                    </a:lnTo>
                    <a:lnTo>
                      <a:pt x="150" y="362"/>
                    </a:lnTo>
                    <a:lnTo>
                      <a:pt x="152" y="366"/>
                    </a:lnTo>
                    <a:lnTo>
                      <a:pt x="156" y="362"/>
                    </a:lnTo>
                    <a:lnTo>
                      <a:pt x="156" y="358"/>
                    </a:lnTo>
                    <a:lnTo>
                      <a:pt x="160" y="358"/>
                    </a:lnTo>
                    <a:lnTo>
                      <a:pt x="164" y="362"/>
                    </a:lnTo>
                    <a:lnTo>
                      <a:pt x="164" y="366"/>
                    </a:lnTo>
                    <a:lnTo>
                      <a:pt x="160" y="366"/>
                    </a:lnTo>
                    <a:lnTo>
                      <a:pt x="156" y="370"/>
                    </a:lnTo>
                    <a:lnTo>
                      <a:pt x="152" y="370"/>
                    </a:lnTo>
                    <a:lnTo>
                      <a:pt x="150" y="370"/>
                    </a:lnTo>
                    <a:lnTo>
                      <a:pt x="150" y="374"/>
                    </a:lnTo>
                    <a:lnTo>
                      <a:pt x="146" y="374"/>
                    </a:lnTo>
                    <a:lnTo>
                      <a:pt x="142" y="378"/>
                    </a:lnTo>
                    <a:lnTo>
                      <a:pt x="142" y="374"/>
                    </a:lnTo>
                    <a:lnTo>
                      <a:pt x="138" y="374"/>
                    </a:lnTo>
                    <a:lnTo>
                      <a:pt x="138" y="378"/>
                    </a:lnTo>
                    <a:lnTo>
                      <a:pt x="134" y="378"/>
                    </a:lnTo>
                    <a:lnTo>
                      <a:pt x="130" y="378"/>
                    </a:lnTo>
                    <a:lnTo>
                      <a:pt x="126" y="378"/>
                    </a:lnTo>
                    <a:lnTo>
                      <a:pt x="126" y="380"/>
                    </a:lnTo>
                    <a:lnTo>
                      <a:pt x="124" y="384"/>
                    </a:lnTo>
                    <a:lnTo>
                      <a:pt x="120" y="384"/>
                    </a:lnTo>
                    <a:lnTo>
                      <a:pt x="116" y="384"/>
                    </a:lnTo>
                    <a:lnTo>
                      <a:pt x="116" y="388"/>
                    </a:lnTo>
                    <a:lnTo>
                      <a:pt x="112" y="388"/>
                    </a:lnTo>
                    <a:lnTo>
                      <a:pt x="112" y="392"/>
                    </a:lnTo>
                    <a:lnTo>
                      <a:pt x="108" y="392"/>
                    </a:lnTo>
                    <a:lnTo>
                      <a:pt x="112" y="392"/>
                    </a:lnTo>
                    <a:lnTo>
                      <a:pt x="108" y="392"/>
                    </a:lnTo>
                    <a:lnTo>
                      <a:pt x="108" y="396"/>
                    </a:lnTo>
                    <a:lnTo>
                      <a:pt x="108" y="392"/>
                    </a:lnTo>
                    <a:lnTo>
                      <a:pt x="104" y="396"/>
                    </a:lnTo>
                    <a:lnTo>
                      <a:pt x="108" y="396"/>
                    </a:lnTo>
                    <a:lnTo>
                      <a:pt x="112" y="400"/>
                    </a:lnTo>
                    <a:lnTo>
                      <a:pt x="116" y="400"/>
                    </a:lnTo>
                    <a:lnTo>
                      <a:pt x="112" y="400"/>
                    </a:lnTo>
                    <a:lnTo>
                      <a:pt x="108" y="396"/>
                    </a:lnTo>
                    <a:lnTo>
                      <a:pt x="112" y="396"/>
                    </a:lnTo>
                    <a:lnTo>
                      <a:pt x="108" y="396"/>
                    </a:lnTo>
                    <a:lnTo>
                      <a:pt x="112" y="396"/>
                    </a:lnTo>
                    <a:lnTo>
                      <a:pt x="116" y="396"/>
                    </a:lnTo>
                    <a:lnTo>
                      <a:pt x="120" y="396"/>
                    </a:lnTo>
                    <a:lnTo>
                      <a:pt x="124" y="396"/>
                    </a:lnTo>
                    <a:lnTo>
                      <a:pt x="120" y="392"/>
                    </a:lnTo>
                    <a:lnTo>
                      <a:pt x="120" y="396"/>
                    </a:lnTo>
                    <a:lnTo>
                      <a:pt x="116" y="396"/>
                    </a:lnTo>
                    <a:lnTo>
                      <a:pt x="116" y="392"/>
                    </a:lnTo>
                    <a:lnTo>
                      <a:pt x="116" y="388"/>
                    </a:lnTo>
                    <a:lnTo>
                      <a:pt x="120" y="388"/>
                    </a:lnTo>
                    <a:lnTo>
                      <a:pt x="124" y="388"/>
                    </a:lnTo>
                    <a:lnTo>
                      <a:pt x="124" y="384"/>
                    </a:lnTo>
                    <a:lnTo>
                      <a:pt x="124" y="388"/>
                    </a:lnTo>
                    <a:lnTo>
                      <a:pt x="124" y="384"/>
                    </a:lnTo>
                    <a:lnTo>
                      <a:pt x="126" y="384"/>
                    </a:lnTo>
                    <a:lnTo>
                      <a:pt x="130" y="384"/>
                    </a:lnTo>
                    <a:lnTo>
                      <a:pt x="130" y="380"/>
                    </a:lnTo>
                    <a:lnTo>
                      <a:pt x="126" y="380"/>
                    </a:lnTo>
                    <a:lnTo>
                      <a:pt x="130" y="380"/>
                    </a:lnTo>
                    <a:lnTo>
                      <a:pt x="134" y="380"/>
                    </a:lnTo>
                    <a:lnTo>
                      <a:pt x="138" y="378"/>
                    </a:lnTo>
                    <a:lnTo>
                      <a:pt x="138" y="380"/>
                    </a:lnTo>
                    <a:lnTo>
                      <a:pt x="134" y="384"/>
                    </a:lnTo>
                    <a:lnTo>
                      <a:pt x="138" y="384"/>
                    </a:lnTo>
                    <a:lnTo>
                      <a:pt x="138" y="380"/>
                    </a:lnTo>
                    <a:lnTo>
                      <a:pt x="138" y="378"/>
                    </a:lnTo>
                    <a:lnTo>
                      <a:pt x="138" y="380"/>
                    </a:lnTo>
                    <a:lnTo>
                      <a:pt x="142" y="380"/>
                    </a:lnTo>
                    <a:lnTo>
                      <a:pt x="142" y="378"/>
                    </a:lnTo>
                    <a:lnTo>
                      <a:pt x="138" y="378"/>
                    </a:lnTo>
                    <a:lnTo>
                      <a:pt x="142" y="378"/>
                    </a:lnTo>
                    <a:lnTo>
                      <a:pt x="142" y="380"/>
                    </a:lnTo>
                    <a:lnTo>
                      <a:pt x="138" y="384"/>
                    </a:lnTo>
                    <a:lnTo>
                      <a:pt x="142" y="380"/>
                    </a:lnTo>
                    <a:lnTo>
                      <a:pt x="142" y="378"/>
                    </a:lnTo>
                    <a:lnTo>
                      <a:pt x="142" y="380"/>
                    </a:lnTo>
                    <a:lnTo>
                      <a:pt x="142" y="384"/>
                    </a:lnTo>
                    <a:lnTo>
                      <a:pt x="142" y="380"/>
                    </a:lnTo>
                    <a:lnTo>
                      <a:pt x="142" y="384"/>
                    </a:lnTo>
                    <a:lnTo>
                      <a:pt x="142" y="388"/>
                    </a:lnTo>
                    <a:lnTo>
                      <a:pt x="142" y="384"/>
                    </a:lnTo>
                    <a:lnTo>
                      <a:pt x="146" y="380"/>
                    </a:lnTo>
                    <a:lnTo>
                      <a:pt x="150" y="378"/>
                    </a:lnTo>
                    <a:lnTo>
                      <a:pt x="150" y="374"/>
                    </a:lnTo>
                    <a:lnTo>
                      <a:pt x="152" y="374"/>
                    </a:lnTo>
                    <a:lnTo>
                      <a:pt x="156" y="374"/>
                    </a:lnTo>
                    <a:lnTo>
                      <a:pt x="160" y="370"/>
                    </a:lnTo>
                    <a:lnTo>
                      <a:pt x="164" y="370"/>
                    </a:lnTo>
                    <a:lnTo>
                      <a:pt x="168" y="370"/>
                    </a:lnTo>
                    <a:lnTo>
                      <a:pt x="168" y="366"/>
                    </a:lnTo>
                    <a:lnTo>
                      <a:pt x="172" y="366"/>
                    </a:lnTo>
                    <a:lnTo>
                      <a:pt x="172" y="370"/>
                    </a:lnTo>
                    <a:lnTo>
                      <a:pt x="168" y="370"/>
                    </a:lnTo>
                    <a:lnTo>
                      <a:pt x="168" y="374"/>
                    </a:lnTo>
                    <a:lnTo>
                      <a:pt x="172" y="374"/>
                    </a:lnTo>
                    <a:lnTo>
                      <a:pt x="176" y="370"/>
                    </a:lnTo>
                    <a:lnTo>
                      <a:pt x="180" y="366"/>
                    </a:lnTo>
                    <a:lnTo>
                      <a:pt x="180" y="362"/>
                    </a:lnTo>
                    <a:lnTo>
                      <a:pt x="182" y="362"/>
                    </a:lnTo>
                    <a:lnTo>
                      <a:pt x="186" y="362"/>
                    </a:lnTo>
                    <a:lnTo>
                      <a:pt x="190" y="358"/>
                    </a:lnTo>
                    <a:lnTo>
                      <a:pt x="186" y="358"/>
                    </a:lnTo>
                    <a:lnTo>
                      <a:pt x="182" y="358"/>
                    </a:lnTo>
                    <a:lnTo>
                      <a:pt x="186" y="354"/>
                    </a:lnTo>
                    <a:lnTo>
                      <a:pt x="182" y="354"/>
                    </a:lnTo>
                    <a:lnTo>
                      <a:pt x="182" y="350"/>
                    </a:lnTo>
                    <a:lnTo>
                      <a:pt x="186" y="350"/>
                    </a:lnTo>
                    <a:lnTo>
                      <a:pt x="186" y="354"/>
                    </a:lnTo>
                    <a:lnTo>
                      <a:pt x="190" y="354"/>
                    </a:lnTo>
                    <a:lnTo>
                      <a:pt x="194" y="358"/>
                    </a:lnTo>
                    <a:lnTo>
                      <a:pt x="198" y="358"/>
                    </a:lnTo>
                    <a:lnTo>
                      <a:pt x="198" y="362"/>
                    </a:lnTo>
                    <a:lnTo>
                      <a:pt x="198" y="366"/>
                    </a:lnTo>
                    <a:lnTo>
                      <a:pt x="202" y="370"/>
                    </a:lnTo>
                    <a:lnTo>
                      <a:pt x="202" y="374"/>
                    </a:lnTo>
                    <a:lnTo>
                      <a:pt x="206" y="374"/>
                    </a:lnTo>
                    <a:lnTo>
                      <a:pt x="210" y="378"/>
                    </a:lnTo>
                    <a:lnTo>
                      <a:pt x="210" y="380"/>
                    </a:lnTo>
                    <a:lnTo>
                      <a:pt x="212" y="380"/>
                    </a:lnTo>
                    <a:lnTo>
                      <a:pt x="220" y="380"/>
                    </a:lnTo>
                    <a:lnTo>
                      <a:pt x="220" y="384"/>
                    </a:lnTo>
                    <a:lnTo>
                      <a:pt x="220" y="380"/>
                    </a:lnTo>
                    <a:lnTo>
                      <a:pt x="224" y="380"/>
                    </a:lnTo>
                    <a:lnTo>
                      <a:pt x="220" y="380"/>
                    </a:lnTo>
                    <a:lnTo>
                      <a:pt x="216" y="380"/>
                    </a:lnTo>
                    <a:lnTo>
                      <a:pt x="220" y="378"/>
                    </a:lnTo>
                    <a:lnTo>
                      <a:pt x="224" y="378"/>
                    </a:lnTo>
                    <a:lnTo>
                      <a:pt x="220" y="374"/>
                    </a:lnTo>
                    <a:lnTo>
                      <a:pt x="224" y="374"/>
                    </a:lnTo>
                    <a:lnTo>
                      <a:pt x="228" y="374"/>
                    </a:lnTo>
                    <a:lnTo>
                      <a:pt x="224" y="374"/>
                    </a:lnTo>
                    <a:lnTo>
                      <a:pt x="224" y="370"/>
                    </a:lnTo>
                    <a:lnTo>
                      <a:pt x="228" y="370"/>
                    </a:lnTo>
                    <a:lnTo>
                      <a:pt x="228" y="366"/>
                    </a:lnTo>
                    <a:lnTo>
                      <a:pt x="232" y="366"/>
                    </a:lnTo>
                    <a:lnTo>
                      <a:pt x="228" y="366"/>
                    </a:lnTo>
                    <a:lnTo>
                      <a:pt x="224" y="366"/>
                    </a:lnTo>
                    <a:lnTo>
                      <a:pt x="228" y="362"/>
                    </a:lnTo>
                    <a:lnTo>
                      <a:pt x="228" y="366"/>
                    </a:lnTo>
                    <a:lnTo>
                      <a:pt x="232" y="362"/>
                    </a:lnTo>
                    <a:lnTo>
                      <a:pt x="232" y="366"/>
                    </a:lnTo>
                    <a:lnTo>
                      <a:pt x="236" y="366"/>
                    </a:lnTo>
                    <a:lnTo>
                      <a:pt x="236" y="362"/>
                    </a:lnTo>
                    <a:lnTo>
                      <a:pt x="232" y="362"/>
                    </a:lnTo>
                    <a:lnTo>
                      <a:pt x="236" y="362"/>
                    </a:lnTo>
                    <a:lnTo>
                      <a:pt x="236" y="366"/>
                    </a:lnTo>
                    <a:lnTo>
                      <a:pt x="236" y="370"/>
                    </a:lnTo>
                    <a:lnTo>
                      <a:pt x="236" y="374"/>
                    </a:lnTo>
                    <a:lnTo>
                      <a:pt x="238" y="374"/>
                    </a:lnTo>
                    <a:lnTo>
                      <a:pt x="238" y="378"/>
                    </a:lnTo>
                    <a:lnTo>
                      <a:pt x="236" y="378"/>
                    </a:lnTo>
                    <a:lnTo>
                      <a:pt x="232" y="380"/>
                    </a:lnTo>
                    <a:lnTo>
                      <a:pt x="236" y="380"/>
                    </a:lnTo>
                    <a:lnTo>
                      <a:pt x="238" y="380"/>
                    </a:lnTo>
                    <a:lnTo>
                      <a:pt x="242" y="380"/>
                    </a:lnTo>
                    <a:lnTo>
                      <a:pt x="246" y="380"/>
                    </a:lnTo>
                    <a:lnTo>
                      <a:pt x="250" y="380"/>
                    </a:lnTo>
                    <a:lnTo>
                      <a:pt x="250" y="378"/>
                    </a:lnTo>
                    <a:lnTo>
                      <a:pt x="254" y="378"/>
                    </a:lnTo>
                    <a:lnTo>
                      <a:pt x="254" y="374"/>
                    </a:lnTo>
                    <a:lnTo>
                      <a:pt x="254" y="370"/>
                    </a:lnTo>
                    <a:lnTo>
                      <a:pt x="258" y="370"/>
                    </a:lnTo>
                    <a:lnTo>
                      <a:pt x="262" y="370"/>
                    </a:lnTo>
                    <a:lnTo>
                      <a:pt x="266" y="370"/>
                    </a:lnTo>
                    <a:lnTo>
                      <a:pt x="268" y="370"/>
                    </a:lnTo>
                    <a:lnTo>
                      <a:pt x="272" y="370"/>
                    </a:lnTo>
                    <a:lnTo>
                      <a:pt x="276" y="374"/>
                    </a:lnTo>
                    <a:lnTo>
                      <a:pt x="280" y="374"/>
                    </a:lnTo>
                    <a:lnTo>
                      <a:pt x="284" y="374"/>
                    </a:lnTo>
                    <a:lnTo>
                      <a:pt x="284" y="378"/>
                    </a:lnTo>
                    <a:lnTo>
                      <a:pt x="288" y="378"/>
                    </a:lnTo>
                    <a:lnTo>
                      <a:pt x="292" y="380"/>
                    </a:lnTo>
                    <a:lnTo>
                      <a:pt x="294" y="380"/>
                    </a:lnTo>
                    <a:lnTo>
                      <a:pt x="298" y="380"/>
                    </a:lnTo>
                    <a:lnTo>
                      <a:pt x="302" y="384"/>
                    </a:lnTo>
                    <a:lnTo>
                      <a:pt x="306" y="384"/>
                    </a:lnTo>
                    <a:lnTo>
                      <a:pt x="310" y="384"/>
                    </a:lnTo>
                    <a:lnTo>
                      <a:pt x="314" y="384"/>
                    </a:lnTo>
                    <a:lnTo>
                      <a:pt x="318" y="384"/>
                    </a:lnTo>
                    <a:lnTo>
                      <a:pt x="318" y="388"/>
                    </a:lnTo>
                    <a:lnTo>
                      <a:pt x="322" y="388"/>
                    </a:lnTo>
                    <a:lnTo>
                      <a:pt x="324" y="388"/>
                    </a:lnTo>
                    <a:lnTo>
                      <a:pt x="324" y="392"/>
                    </a:lnTo>
                    <a:lnTo>
                      <a:pt x="328" y="392"/>
                    </a:lnTo>
                    <a:lnTo>
                      <a:pt x="332" y="392"/>
                    </a:lnTo>
                    <a:lnTo>
                      <a:pt x="336" y="392"/>
                    </a:lnTo>
                    <a:lnTo>
                      <a:pt x="336" y="396"/>
                    </a:lnTo>
                    <a:lnTo>
                      <a:pt x="340" y="392"/>
                    </a:lnTo>
                    <a:lnTo>
                      <a:pt x="344" y="396"/>
                    </a:lnTo>
                    <a:lnTo>
                      <a:pt x="348" y="396"/>
                    </a:lnTo>
                    <a:lnTo>
                      <a:pt x="352" y="396"/>
                    </a:lnTo>
                    <a:lnTo>
                      <a:pt x="354" y="396"/>
                    </a:lnTo>
                    <a:lnTo>
                      <a:pt x="352" y="396"/>
                    </a:lnTo>
                    <a:lnTo>
                      <a:pt x="352" y="392"/>
                    </a:lnTo>
                    <a:lnTo>
                      <a:pt x="354" y="392"/>
                    </a:lnTo>
                    <a:lnTo>
                      <a:pt x="358" y="392"/>
                    </a:lnTo>
                    <a:lnTo>
                      <a:pt x="354" y="392"/>
                    </a:lnTo>
                    <a:lnTo>
                      <a:pt x="358" y="392"/>
                    </a:lnTo>
                    <a:lnTo>
                      <a:pt x="362" y="392"/>
                    </a:lnTo>
                    <a:lnTo>
                      <a:pt x="366" y="396"/>
                    </a:lnTo>
                    <a:lnTo>
                      <a:pt x="370" y="396"/>
                    </a:lnTo>
                    <a:lnTo>
                      <a:pt x="374" y="396"/>
                    </a:lnTo>
                    <a:lnTo>
                      <a:pt x="374" y="400"/>
                    </a:lnTo>
                    <a:lnTo>
                      <a:pt x="378" y="400"/>
                    </a:lnTo>
                    <a:lnTo>
                      <a:pt x="378" y="404"/>
                    </a:lnTo>
                    <a:lnTo>
                      <a:pt x="380" y="404"/>
                    </a:lnTo>
                    <a:lnTo>
                      <a:pt x="380" y="410"/>
                    </a:lnTo>
                    <a:lnTo>
                      <a:pt x="378" y="410"/>
                    </a:lnTo>
                    <a:lnTo>
                      <a:pt x="374" y="410"/>
                    </a:lnTo>
                    <a:lnTo>
                      <a:pt x="370" y="410"/>
                    </a:lnTo>
                    <a:lnTo>
                      <a:pt x="366" y="410"/>
                    </a:lnTo>
                    <a:lnTo>
                      <a:pt x="366" y="414"/>
                    </a:lnTo>
                    <a:lnTo>
                      <a:pt x="366" y="418"/>
                    </a:lnTo>
                    <a:lnTo>
                      <a:pt x="362" y="418"/>
                    </a:lnTo>
                    <a:lnTo>
                      <a:pt x="366" y="418"/>
                    </a:lnTo>
                    <a:lnTo>
                      <a:pt x="366" y="422"/>
                    </a:lnTo>
                    <a:lnTo>
                      <a:pt x="370" y="422"/>
                    </a:lnTo>
                    <a:lnTo>
                      <a:pt x="374" y="422"/>
                    </a:lnTo>
                    <a:lnTo>
                      <a:pt x="378" y="422"/>
                    </a:lnTo>
                    <a:lnTo>
                      <a:pt x="380" y="422"/>
                    </a:lnTo>
                    <a:lnTo>
                      <a:pt x="384" y="422"/>
                    </a:lnTo>
                    <a:lnTo>
                      <a:pt x="388" y="422"/>
                    </a:lnTo>
                    <a:lnTo>
                      <a:pt x="392" y="422"/>
                    </a:lnTo>
                    <a:lnTo>
                      <a:pt x="396" y="422"/>
                    </a:lnTo>
                    <a:lnTo>
                      <a:pt x="396" y="426"/>
                    </a:lnTo>
                    <a:lnTo>
                      <a:pt x="400" y="426"/>
                    </a:lnTo>
                    <a:lnTo>
                      <a:pt x="404" y="426"/>
                    </a:lnTo>
                    <a:lnTo>
                      <a:pt x="408" y="426"/>
                    </a:lnTo>
                    <a:lnTo>
                      <a:pt x="408" y="422"/>
                    </a:lnTo>
                    <a:lnTo>
                      <a:pt x="410" y="422"/>
                    </a:lnTo>
                    <a:lnTo>
                      <a:pt x="414" y="422"/>
                    </a:lnTo>
                    <a:lnTo>
                      <a:pt x="418" y="422"/>
                    </a:lnTo>
                    <a:lnTo>
                      <a:pt x="422" y="422"/>
                    </a:lnTo>
                    <a:lnTo>
                      <a:pt x="424" y="422"/>
                    </a:lnTo>
                    <a:lnTo>
                      <a:pt x="428" y="422"/>
                    </a:lnTo>
                    <a:lnTo>
                      <a:pt x="428" y="418"/>
                    </a:lnTo>
                    <a:lnTo>
                      <a:pt x="432" y="418"/>
                    </a:lnTo>
                    <a:lnTo>
                      <a:pt x="436" y="418"/>
                    </a:lnTo>
                    <a:lnTo>
                      <a:pt x="436" y="414"/>
                    </a:lnTo>
                    <a:lnTo>
                      <a:pt x="440" y="418"/>
                    </a:lnTo>
                    <a:lnTo>
                      <a:pt x="440" y="422"/>
                    </a:lnTo>
                    <a:lnTo>
                      <a:pt x="440" y="418"/>
                    </a:lnTo>
                    <a:lnTo>
                      <a:pt x="440" y="422"/>
                    </a:lnTo>
                    <a:lnTo>
                      <a:pt x="444" y="422"/>
                    </a:lnTo>
                    <a:lnTo>
                      <a:pt x="444" y="426"/>
                    </a:lnTo>
                    <a:lnTo>
                      <a:pt x="444" y="422"/>
                    </a:lnTo>
                    <a:lnTo>
                      <a:pt x="448" y="422"/>
                    </a:lnTo>
                    <a:lnTo>
                      <a:pt x="450" y="422"/>
                    </a:lnTo>
                    <a:lnTo>
                      <a:pt x="450" y="426"/>
                    </a:lnTo>
                    <a:lnTo>
                      <a:pt x="454" y="430"/>
                    </a:lnTo>
                    <a:lnTo>
                      <a:pt x="450" y="430"/>
                    </a:lnTo>
                    <a:lnTo>
                      <a:pt x="454" y="430"/>
                    </a:lnTo>
                    <a:lnTo>
                      <a:pt x="454" y="434"/>
                    </a:lnTo>
                    <a:lnTo>
                      <a:pt x="454" y="430"/>
                    </a:lnTo>
                    <a:lnTo>
                      <a:pt x="454" y="426"/>
                    </a:lnTo>
                    <a:lnTo>
                      <a:pt x="458" y="426"/>
                    </a:lnTo>
                    <a:lnTo>
                      <a:pt x="458" y="430"/>
                    </a:lnTo>
                    <a:lnTo>
                      <a:pt x="458" y="434"/>
                    </a:lnTo>
                    <a:lnTo>
                      <a:pt x="462" y="434"/>
                    </a:lnTo>
                    <a:lnTo>
                      <a:pt x="458" y="430"/>
                    </a:lnTo>
                    <a:lnTo>
                      <a:pt x="462" y="430"/>
                    </a:lnTo>
                    <a:lnTo>
                      <a:pt x="466" y="434"/>
                    </a:lnTo>
                    <a:lnTo>
                      <a:pt x="466" y="436"/>
                    </a:lnTo>
                    <a:lnTo>
                      <a:pt x="470" y="436"/>
                    </a:lnTo>
                    <a:lnTo>
                      <a:pt x="470" y="440"/>
                    </a:lnTo>
                    <a:lnTo>
                      <a:pt x="466" y="440"/>
                    </a:lnTo>
                    <a:lnTo>
                      <a:pt x="462" y="440"/>
                    </a:lnTo>
                    <a:lnTo>
                      <a:pt x="458" y="440"/>
                    </a:lnTo>
                    <a:lnTo>
                      <a:pt x="458" y="436"/>
                    </a:lnTo>
                    <a:lnTo>
                      <a:pt x="458" y="440"/>
                    </a:lnTo>
                    <a:lnTo>
                      <a:pt x="462" y="440"/>
                    </a:lnTo>
                    <a:lnTo>
                      <a:pt x="466" y="440"/>
                    </a:lnTo>
                    <a:lnTo>
                      <a:pt x="466" y="444"/>
                    </a:lnTo>
                    <a:lnTo>
                      <a:pt x="466" y="448"/>
                    </a:lnTo>
                    <a:lnTo>
                      <a:pt x="470" y="448"/>
                    </a:lnTo>
                    <a:lnTo>
                      <a:pt x="470" y="452"/>
                    </a:lnTo>
                    <a:lnTo>
                      <a:pt x="474" y="452"/>
                    </a:lnTo>
                    <a:lnTo>
                      <a:pt x="474" y="456"/>
                    </a:lnTo>
                    <a:lnTo>
                      <a:pt x="478" y="456"/>
                    </a:lnTo>
                    <a:lnTo>
                      <a:pt x="474" y="452"/>
                    </a:lnTo>
                    <a:lnTo>
                      <a:pt x="474" y="448"/>
                    </a:lnTo>
                    <a:lnTo>
                      <a:pt x="470" y="448"/>
                    </a:lnTo>
                    <a:lnTo>
                      <a:pt x="470" y="444"/>
                    </a:lnTo>
                    <a:lnTo>
                      <a:pt x="470" y="440"/>
                    </a:lnTo>
                    <a:lnTo>
                      <a:pt x="474" y="440"/>
                    </a:lnTo>
                    <a:lnTo>
                      <a:pt x="470" y="440"/>
                    </a:lnTo>
                    <a:lnTo>
                      <a:pt x="474" y="440"/>
                    </a:lnTo>
                    <a:lnTo>
                      <a:pt x="474" y="444"/>
                    </a:lnTo>
                    <a:lnTo>
                      <a:pt x="474" y="440"/>
                    </a:lnTo>
                    <a:lnTo>
                      <a:pt x="470" y="440"/>
                    </a:lnTo>
                    <a:lnTo>
                      <a:pt x="474" y="444"/>
                    </a:lnTo>
                    <a:lnTo>
                      <a:pt x="474" y="440"/>
                    </a:lnTo>
                    <a:lnTo>
                      <a:pt x="478" y="440"/>
                    </a:lnTo>
                    <a:lnTo>
                      <a:pt x="478" y="444"/>
                    </a:lnTo>
                    <a:lnTo>
                      <a:pt x="480" y="444"/>
                    </a:lnTo>
                    <a:lnTo>
                      <a:pt x="478" y="444"/>
                    </a:lnTo>
                    <a:lnTo>
                      <a:pt x="478" y="440"/>
                    </a:lnTo>
                    <a:lnTo>
                      <a:pt x="478" y="436"/>
                    </a:lnTo>
                    <a:lnTo>
                      <a:pt x="474" y="436"/>
                    </a:lnTo>
                    <a:lnTo>
                      <a:pt x="470" y="434"/>
                    </a:lnTo>
                    <a:lnTo>
                      <a:pt x="474" y="430"/>
                    </a:lnTo>
                    <a:lnTo>
                      <a:pt x="470" y="426"/>
                    </a:lnTo>
                    <a:lnTo>
                      <a:pt x="466" y="426"/>
                    </a:lnTo>
                    <a:lnTo>
                      <a:pt x="466" y="422"/>
                    </a:lnTo>
                    <a:lnTo>
                      <a:pt x="466" y="418"/>
                    </a:lnTo>
                    <a:lnTo>
                      <a:pt x="470" y="418"/>
                    </a:lnTo>
                    <a:lnTo>
                      <a:pt x="466" y="414"/>
                    </a:lnTo>
                    <a:lnTo>
                      <a:pt x="470" y="414"/>
                    </a:lnTo>
                    <a:lnTo>
                      <a:pt x="474" y="414"/>
                    </a:lnTo>
                    <a:lnTo>
                      <a:pt x="478" y="414"/>
                    </a:lnTo>
                    <a:lnTo>
                      <a:pt x="480" y="414"/>
                    </a:lnTo>
                    <a:lnTo>
                      <a:pt x="484" y="414"/>
                    </a:lnTo>
                    <a:lnTo>
                      <a:pt x="484" y="410"/>
                    </a:lnTo>
                    <a:lnTo>
                      <a:pt x="488" y="410"/>
                    </a:lnTo>
                    <a:lnTo>
                      <a:pt x="488" y="408"/>
                    </a:lnTo>
                    <a:lnTo>
                      <a:pt x="492" y="408"/>
                    </a:lnTo>
                    <a:lnTo>
                      <a:pt x="500" y="408"/>
                    </a:lnTo>
                    <a:lnTo>
                      <a:pt x="500" y="404"/>
                    </a:lnTo>
                    <a:lnTo>
                      <a:pt x="500" y="400"/>
                    </a:lnTo>
                    <a:lnTo>
                      <a:pt x="496" y="400"/>
                    </a:lnTo>
                    <a:lnTo>
                      <a:pt x="492" y="404"/>
                    </a:lnTo>
                    <a:lnTo>
                      <a:pt x="488" y="404"/>
                    </a:lnTo>
                    <a:lnTo>
                      <a:pt x="484" y="404"/>
                    </a:lnTo>
                    <a:lnTo>
                      <a:pt x="488" y="408"/>
                    </a:lnTo>
                    <a:lnTo>
                      <a:pt x="484" y="408"/>
                    </a:lnTo>
                    <a:lnTo>
                      <a:pt x="480" y="408"/>
                    </a:lnTo>
                    <a:lnTo>
                      <a:pt x="478" y="410"/>
                    </a:lnTo>
                    <a:lnTo>
                      <a:pt x="478" y="408"/>
                    </a:lnTo>
                    <a:lnTo>
                      <a:pt x="474" y="408"/>
                    </a:lnTo>
                    <a:lnTo>
                      <a:pt x="470" y="408"/>
                    </a:lnTo>
                    <a:lnTo>
                      <a:pt x="470" y="410"/>
                    </a:lnTo>
                    <a:lnTo>
                      <a:pt x="474" y="410"/>
                    </a:lnTo>
                    <a:lnTo>
                      <a:pt x="470" y="410"/>
                    </a:lnTo>
                    <a:lnTo>
                      <a:pt x="466" y="410"/>
                    </a:lnTo>
                    <a:lnTo>
                      <a:pt x="462" y="410"/>
                    </a:lnTo>
                    <a:lnTo>
                      <a:pt x="462" y="414"/>
                    </a:lnTo>
                    <a:lnTo>
                      <a:pt x="462" y="410"/>
                    </a:lnTo>
                    <a:lnTo>
                      <a:pt x="462" y="414"/>
                    </a:lnTo>
                    <a:lnTo>
                      <a:pt x="462" y="410"/>
                    </a:lnTo>
                    <a:lnTo>
                      <a:pt x="462" y="408"/>
                    </a:lnTo>
                    <a:lnTo>
                      <a:pt x="458" y="408"/>
                    </a:lnTo>
                    <a:lnTo>
                      <a:pt x="458" y="410"/>
                    </a:lnTo>
                    <a:lnTo>
                      <a:pt x="454" y="410"/>
                    </a:lnTo>
                    <a:lnTo>
                      <a:pt x="454" y="408"/>
                    </a:lnTo>
                    <a:lnTo>
                      <a:pt x="458" y="408"/>
                    </a:lnTo>
                    <a:lnTo>
                      <a:pt x="458" y="404"/>
                    </a:lnTo>
                    <a:lnTo>
                      <a:pt x="462" y="404"/>
                    </a:lnTo>
                    <a:lnTo>
                      <a:pt x="462" y="400"/>
                    </a:lnTo>
                    <a:lnTo>
                      <a:pt x="466" y="400"/>
                    </a:lnTo>
                    <a:lnTo>
                      <a:pt x="470" y="400"/>
                    </a:lnTo>
                    <a:lnTo>
                      <a:pt x="474" y="400"/>
                    </a:lnTo>
                    <a:lnTo>
                      <a:pt x="478" y="400"/>
                    </a:lnTo>
                    <a:lnTo>
                      <a:pt x="480" y="396"/>
                    </a:lnTo>
                    <a:lnTo>
                      <a:pt x="484" y="396"/>
                    </a:lnTo>
                    <a:lnTo>
                      <a:pt x="492" y="392"/>
                    </a:lnTo>
                    <a:lnTo>
                      <a:pt x="496" y="396"/>
                    </a:lnTo>
                    <a:lnTo>
                      <a:pt x="500" y="396"/>
                    </a:lnTo>
                    <a:lnTo>
                      <a:pt x="504" y="400"/>
                    </a:lnTo>
                    <a:lnTo>
                      <a:pt x="504" y="404"/>
                    </a:lnTo>
                    <a:lnTo>
                      <a:pt x="500" y="408"/>
                    </a:lnTo>
                    <a:lnTo>
                      <a:pt x="504" y="408"/>
                    </a:lnTo>
                    <a:lnTo>
                      <a:pt x="508" y="410"/>
                    </a:lnTo>
                    <a:lnTo>
                      <a:pt x="508" y="408"/>
                    </a:lnTo>
                    <a:lnTo>
                      <a:pt x="510" y="408"/>
                    </a:lnTo>
                    <a:lnTo>
                      <a:pt x="510" y="410"/>
                    </a:lnTo>
                    <a:lnTo>
                      <a:pt x="514" y="410"/>
                    </a:lnTo>
                    <a:lnTo>
                      <a:pt x="514" y="414"/>
                    </a:lnTo>
                    <a:lnTo>
                      <a:pt x="518" y="414"/>
                    </a:lnTo>
                    <a:lnTo>
                      <a:pt x="522" y="414"/>
                    </a:lnTo>
                    <a:lnTo>
                      <a:pt x="526" y="414"/>
                    </a:lnTo>
                    <a:lnTo>
                      <a:pt x="530" y="414"/>
                    </a:lnTo>
                    <a:lnTo>
                      <a:pt x="530" y="410"/>
                    </a:lnTo>
                    <a:lnTo>
                      <a:pt x="534" y="410"/>
                    </a:lnTo>
                    <a:lnTo>
                      <a:pt x="534" y="414"/>
                    </a:lnTo>
                    <a:lnTo>
                      <a:pt x="534" y="418"/>
                    </a:lnTo>
                    <a:lnTo>
                      <a:pt x="536" y="418"/>
                    </a:lnTo>
                    <a:lnTo>
                      <a:pt x="540" y="422"/>
                    </a:lnTo>
                    <a:lnTo>
                      <a:pt x="544" y="422"/>
                    </a:lnTo>
                    <a:lnTo>
                      <a:pt x="548" y="422"/>
                    </a:lnTo>
                    <a:lnTo>
                      <a:pt x="552" y="422"/>
                    </a:lnTo>
                    <a:lnTo>
                      <a:pt x="556" y="422"/>
                    </a:lnTo>
                    <a:lnTo>
                      <a:pt x="560" y="426"/>
                    </a:lnTo>
                    <a:lnTo>
                      <a:pt x="560" y="422"/>
                    </a:lnTo>
                    <a:lnTo>
                      <a:pt x="564" y="422"/>
                    </a:lnTo>
                    <a:lnTo>
                      <a:pt x="566" y="422"/>
                    </a:lnTo>
                    <a:lnTo>
                      <a:pt x="570" y="422"/>
                    </a:lnTo>
                    <a:lnTo>
                      <a:pt x="574" y="418"/>
                    </a:lnTo>
                    <a:lnTo>
                      <a:pt x="578" y="418"/>
                    </a:lnTo>
                    <a:lnTo>
                      <a:pt x="578" y="422"/>
                    </a:lnTo>
                    <a:lnTo>
                      <a:pt x="582" y="422"/>
                    </a:lnTo>
                    <a:lnTo>
                      <a:pt x="586" y="422"/>
                    </a:lnTo>
                    <a:lnTo>
                      <a:pt x="590" y="422"/>
                    </a:lnTo>
                    <a:lnTo>
                      <a:pt x="592" y="422"/>
                    </a:lnTo>
                    <a:lnTo>
                      <a:pt x="596" y="422"/>
                    </a:lnTo>
                    <a:lnTo>
                      <a:pt x="600" y="422"/>
                    </a:lnTo>
                    <a:lnTo>
                      <a:pt x="604" y="422"/>
                    </a:lnTo>
                    <a:lnTo>
                      <a:pt x="600" y="418"/>
                    </a:lnTo>
                    <a:lnTo>
                      <a:pt x="596" y="418"/>
                    </a:lnTo>
                    <a:lnTo>
                      <a:pt x="596" y="414"/>
                    </a:lnTo>
                    <a:lnTo>
                      <a:pt x="600" y="414"/>
                    </a:lnTo>
                    <a:lnTo>
                      <a:pt x="604" y="418"/>
                    </a:lnTo>
                    <a:lnTo>
                      <a:pt x="608" y="422"/>
                    </a:lnTo>
                    <a:lnTo>
                      <a:pt x="612" y="426"/>
                    </a:lnTo>
                    <a:lnTo>
                      <a:pt x="616" y="426"/>
                    </a:lnTo>
                    <a:lnTo>
                      <a:pt x="620" y="426"/>
                    </a:lnTo>
                    <a:lnTo>
                      <a:pt x="620" y="422"/>
                    </a:lnTo>
                    <a:lnTo>
                      <a:pt x="620" y="418"/>
                    </a:lnTo>
                    <a:lnTo>
                      <a:pt x="616" y="418"/>
                    </a:lnTo>
                    <a:lnTo>
                      <a:pt x="612" y="414"/>
                    </a:lnTo>
                    <a:lnTo>
                      <a:pt x="612" y="418"/>
                    </a:lnTo>
                    <a:lnTo>
                      <a:pt x="608" y="418"/>
                    </a:lnTo>
                    <a:lnTo>
                      <a:pt x="608" y="422"/>
                    </a:lnTo>
                    <a:lnTo>
                      <a:pt x="604" y="418"/>
                    </a:lnTo>
                    <a:lnTo>
                      <a:pt x="604" y="414"/>
                    </a:lnTo>
                    <a:lnTo>
                      <a:pt x="600" y="410"/>
                    </a:lnTo>
                    <a:lnTo>
                      <a:pt x="600" y="414"/>
                    </a:lnTo>
                    <a:lnTo>
                      <a:pt x="604" y="414"/>
                    </a:lnTo>
                    <a:lnTo>
                      <a:pt x="604" y="410"/>
                    </a:lnTo>
                    <a:lnTo>
                      <a:pt x="600" y="410"/>
                    </a:lnTo>
                    <a:lnTo>
                      <a:pt x="600" y="408"/>
                    </a:lnTo>
                    <a:lnTo>
                      <a:pt x="596" y="408"/>
                    </a:lnTo>
                    <a:lnTo>
                      <a:pt x="600" y="408"/>
                    </a:lnTo>
                    <a:lnTo>
                      <a:pt x="604" y="408"/>
                    </a:lnTo>
                    <a:lnTo>
                      <a:pt x="608" y="408"/>
                    </a:lnTo>
                    <a:lnTo>
                      <a:pt x="612" y="408"/>
                    </a:lnTo>
                    <a:lnTo>
                      <a:pt x="608" y="408"/>
                    </a:lnTo>
                    <a:lnTo>
                      <a:pt x="608" y="404"/>
                    </a:lnTo>
                    <a:lnTo>
                      <a:pt x="612" y="404"/>
                    </a:lnTo>
                    <a:lnTo>
                      <a:pt x="616" y="408"/>
                    </a:lnTo>
                    <a:lnTo>
                      <a:pt x="616" y="404"/>
                    </a:lnTo>
                    <a:lnTo>
                      <a:pt x="620" y="404"/>
                    </a:lnTo>
                    <a:lnTo>
                      <a:pt x="620" y="408"/>
                    </a:lnTo>
                    <a:lnTo>
                      <a:pt x="622" y="408"/>
                    </a:lnTo>
                    <a:lnTo>
                      <a:pt x="622" y="410"/>
                    </a:lnTo>
                    <a:lnTo>
                      <a:pt x="626" y="410"/>
                    </a:lnTo>
                    <a:lnTo>
                      <a:pt x="630" y="410"/>
                    </a:lnTo>
                    <a:lnTo>
                      <a:pt x="630" y="408"/>
                    </a:lnTo>
                    <a:lnTo>
                      <a:pt x="630" y="410"/>
                    </a:lnTo>
                    <a:lnTo>
                      <a:pt x="626" y="414"/>
                    </a:lnTo>
                    <a:lnTo>
                      <a:pt x="630" y="414"/>
                    </a:lnTo>
                    <a:lnTo>
                      <a:pt x="630" y="410"/>
                    </a:lnTo>
                    <a:lnTo>
                      <a:pt x="634" y="410"/>
                    </a:lnTo>
                    <a:lnTo>
                      <a:pt x="638" y="410"/>
                    </a:lnTo>
                    <a:lnTo>
                      <a:pt x="634" y="410"/>
                    </a:lnTo>
                    <a:lnTo>
                      <a:pt x="638" y="414"/>
                    </a:lnTo>
                    <a:lnTo>
                      <a:pt x="634" y="414"/>
                    </a:lnTo>
                    <a:lnTo>
                      <a:pt x="634" y="418"/>
                    </a:lnTo>
                    <a:lnTo>
                      <a:pt x="634" y="422"/>
                    </a:lnTo>
                    <a:lnTo>
                      <a:pt x="634" y="426"/>
                    </a:lnTo>
                    <a:lnTo>
                      <a:pt x="630" y="426"/>
                    </a:lnTo>
                    <a:lnTo>
                      <a:pt x="630" y="430"/>
                    </a:lnTo>
                    <a:lnTo>
                      <a:pt x="634" y="430"/>
                    </a:lnTo>
                    <a:lnTo>
                      <a:pt x="634" y="434"/>
                    </a:lnTo>
                    <a:lnTo>
                      <a:pt x="634" y="436"/>
                    </a:lnTo>
                    <a:lnTo>
                      <a:pt x="638" y="434"/>
                    </a:lnTo>
                    <a:lnTo>
                      <a:pt x="642" y="434"/>
                    </a:lnTo>
                    <a:lnTo>
                      <a:pt x="642" y="436"/>
                    </a:lnTo>
                    <a:lnTo>
                      <a:pt x="638" y="436"/>
                    </a:lnTo>
                    <a:lnTo>
                      <a:pt x="642" y="436"/>
                    </a:lnTo>
                    <a:lnTo>
                      <a:pt x="646" y="436"/>
                    </a:lnTo>
                    <a:lnTo>
                      <a:pt x="646" y="440"/>
                    </a:lnTo>
                    <a:lnTo>
                      <a:pt x="642" y="440"/>
                    </a:lnTo>
                    <a:lnTo>
                      <a:pt x="638" y="440"/>
                    </a:lnTo>
                    <a:lnTo>
                      <a:pt x="634" y="440"/>
                    </a:lnTo>
                    <a:lnTo>
                      <a:pt x="630" y="440"/>
                    </a:lnTo>
                    <a:lnTo>
                      <a:pt x="630" y="436"/>
                    </a:lnTo>
                    <a:lnTo>
                      <a:pt x="630" y="440"/>
                    </a:lnTo>
                    <a:lnTo>
                      <a:pt x="634" y="440"/>
                    </a:lnTo>
                    <a:lnTo>
                      <a:pt x="634" y="444"/>
                    </a:lnTo>
                    <a:lnTo>
                      <a:pt x="638" y="444"/>
                    </a:lnTo>
                    <a:lnTo>
                      <a:pt x="638" y="448"/>
                    </a:lnTo>
                    <a:lnTo>
                      <a:pt x="642" y="448"/>
                    </a:lnTo>
                    <a:lnTo>
                      <a:pt x="638" y="444"/>
                    </a:lnTo>
                    <a:lnTo>
                      <a:pt x="634" y="444"/>
                    </a:lnTo>
                    <a:lnTo>
                      <a:pt x="634" y="440"/>
                    </a:lnTo>
                    <a:lnTo>
                      <a:pt x="638" y="440"/>
                    </a:lnTo>
                    <a:lnTo>
                      <a:pt x="642" y="440"/>
                    </a:lnTo>
                    <a:lnTo>
                      <a:pt x="642" y="444"/>
                    </a:lnTo>
                    <a:lnTo>
                      <a:pt x="646" y="444"/>
                    </a:lnTo>
                    <a:lnTo>
                      <a:pt x="650" y="440"/>
                    </a:lnTo>
                    <a:lnTo>
                      <a:pt x="646" y="440"/>
                    </a:lnTo>
                    <a:lnTo>
                      <a:pt x="646" y="436"/>
                    </a:lnTo>
                    <a:lnTo>
                      <a:pt x="650" y="434"/>
                    </a:lnTo>
                    <a:lnTo>
                      <a:pt x="646" y="434"/>
                    </a:lnTo>
                    <a:lnTo>
                      <a:pt x="646" y="430"/>
                    </a:lnTo>
                    <a:lnTo>
                      <a:pt x="646" y="426"/>
                    </a:lnTo>
                    <a:lnTo>
                      <a:pt x="642" y="426"/>
                    </a:lnTo>
                    <a:lnTo>
                      <a:pt x="642" y="422"/>
                    </a:lnTo>
                    <a:lnTo>
                      <a:pt x="646" y="418"/>
                    </a:lnTo>
                    <a:lnTo>
                      <a:pt x="642" y="418"/>
                    </a:lnTo>
                    <a:lnTo>
                      <a:pt x="646" y="418"/>
                    </a:lnTo>
                    <a:lnTo>
                      <a:pt x="646" y="414"/>
                    </a:lnTo>
                    <a:lnTo>
                      <a:pt x="650" y="414"/>
                    </a:lnTo>
                    <a:lnTo>
                      <a:pt x="652" y="414"/>
                    </a:lnTo>
                    <a:lnTo>
                      <a:pt x="656" y="414"/>
                    </a:lnTo>
                    <a:lnTo>
                      <a:pt x="660" y="410"/>
                    </a:lnTo>
                    <a:lnTo>
                      <a:pt x="664" y="410"/>
                    </a:lnTo>
                    <a:lnTo>
                      <a:pt x="664" y="408"/>
                    </a:lnTo>
                    <a:lnTo>
                      <a:pt x="660" y="408"/>
                    </a:lnTo>
                    <a:lnTo>
                      <a:pt x="664" y="408"/>
                    </a:lnTo>
                    <a:lnTo>
                      <a:pt x="664" y="404"/>
                    </a:lnTo>
                    <a:lnTo>
                      <a:pt x="668" y="404"/>
                    </a:lnTo>
                    <a:lnTo>
                      <a:pt x="672" y="404"/>
                    </a:lnTo>
                    <a:lnTo>
                      <a:pt x="672" y="400"/>
                    </a:lnTo>
                    <a:lnTo>
                      <a:pt x="668" y="400"/>
                    </a:lnTo>
                    <a:lnTo>
                      <a:pt x="668" y="396"/>
                    </a:lnTo>
                    <a:lnTo>
                      <a:pt x="672" y="396"/>
                    </a:lnTo>
                    <a:lnTo>
                      <a:pt x="672" y="392"/>
                    </a:lnTo>
                    <a:lnTo>
                      <a:pt x="668" y="392"/>
                    </a:lnTo>
                    <a:lnTo>
                      <a:pt x="664" y="392"/>
                    </a:lnTo>
                    <a:lnTo>
                      <a:pt x="664" y="396"/>
                    </a:lnTo>
                    <a:lnTo>
                      <a:pt x="668" y="396"/>
                    </a:lnTo>
                    <a:lnTo>
                      <a:pt x="668" y="392"/>
                    </a:lnTo>
                    <a:lnTo>
                      <a:pt x="668" y="396"/>
                    </a:lnTo>
                    <a:lnTo>
                      <a:pt x="664" y="396"/>
                    </a:lnTo>
                    <a:lnTo>
                      <a:pt x="660" y="400"/>
                    </a:lnTo>
                    <a:lnTo>
                      <a:pt x="656" y="400"/>
                    </a:lnTo>
                    <a:lnTo>
                      <a:pt x="656" y="396"/>
                    </a:lnTo>
                    <a:lnTo>
                      <a:pt x="656" y="392"/>
                    </a:lnTo>
                    <a:lnTo>
                      <a:pt x="660" y="392"/>
                    </a:lnTo>
                    <a:lnTo>
                      <a:pt x="664" y="388"/>
                    </a:lnTo>
                    <a:lnTo>
                      <a:pt x="660" y="388"/>
                    </a:lnTo>
                    <a:lnTo>
                      <a:pt x="660" y="384"/>
                    </a:lnTo>
                    <a:lnTo>
                      <a:pt x="664" y="380"/>
                    </a:lnTo>
                    <a:lnTo>
                      <a:pt x="668" y="380"/>
                    </a:lnTo>
                    <a:lnTo>
                      <a:pt x="672" y="380"/>
                    </a:lnTo>
                    <a:lnTo>
                      <a:pt x="668" y="380"/>
                    </a:lnTo>
                    <a:lnTo>
                      <a:pt x="668" y="384"/>
                    </a:lnTo>
                    <a:lnTo>
                      <a:pt x="668" y="388"/>
                    </a:lnTo>
                    <a:lnTo>
                      <a:pt x="672" y="384"/>
                    </a:lnTo>
                    <a:lnTo>
                      <a:pt x="676" y="380"/>
                    </a:lnTo>
                    <a:lnTo>
                      <a:pt x="672" y="380"/>
                    </a:lnTo>
                    <a:lnTo>
                      <a:pt x="672" y="378"/>
                    </a:lnTo>
                    <a:lnTo>
                      <a:pt x="668" y="378"/>
                    </a:lnTo>
                    <a:lnTo>
                      <a:pt x="668" y="380"/>
                    </a:lnTo>
                    <a:lnTo>
                      <a:pt x="664" y="380"/>
                    </a:lnTo>
                    <a:lnTo>
                      <a:pt x="660" y="380"/>
                    </a:lnTo>
                    <a:lnTo>
                      <a:pt x="660" y="378"/>
                    </a:lnTo>
                    <a:lnTo>
                      <a:pt x="656" y="378"/>
                    </a:lnTo>
                    <a:lnTo>
                      <a:pt x="656" y="374"/>
                    </a:lnTo>
                    <a:lnTo>
                      <a:pt x="652" y="374"/>
                    </a:lnTo>
                    <a:lnTo>
                      <a:pt x="656" y="378"/>
                    </a:lnTo>
                    <a:lnTo>
                      <a:pt x="652" y="378"/>
                    </a:lnTo>
                    <a:lnTo>
                      <a:pt x="650" y="378"/>
                    </a:lnTo>
                    <a:lnTo>
                      <a:pt x="650" y="374"/>
                    </a:lnTo>
                    <a:lnTo>
                      <a:pt x="646" y="374"/>
                    </a:lnTo>
                    <a:lnTo>
                      <a:pt x="642" y="374"/>
                    </a:lnTo>
                    <a:lnTo>
                      <a:pt x="642" y="370"/>
                    </a:lnTo>
                    <a:lnTo>
                      <a:pt x="638" y="370"/>
                    </a:lnTo>
                    <a:lnTo>
                      <a:pt x="634" y="370"/>
                    </a:lnTo>
                    <a:lnTo>
                      <a:pt x="634" y="366"/>
                    </a:lnTo>
                    <a:lnTo>
                      <a:pt x="630" y="366"/>
                    </a:lnTo>
                    <a:lnTo>
                      <a:pt x="630" y="362"/>
                    </a:lnTo>
                    <a:lnTo>
                      <a:pt x="630" y="358"/>
                    </a:lnTo>
                    <a:lnTo>
                      <a:pt x="634" y="350"/>
                    </a:lnTo>
                    <a:lnTo>
                      <a:pt x="638" y="350"/>
                    </a:lnTo>
                    <a:lnTo>
                      <a:pt x="634" y="350"/>
                    </a:lnTo>
                    <a:lnTo>
                      <a:pt x="638" y="348"/>
                    </a:lnTo>
                    <a:lnTo>
                      <a:pt x="634" y="348"/>
                    </a:lnTo>
                    <a:lnTo>
                      <a:pt x="634" y="350"/>
                    </a:lnTo>
                    <a:lnTo>
                      <a:pt x="630" y="348"/>
                    </a:lnTo>
                    <a:lnTo>
                      <a:pt x="626" y="348"/>
                    </a:lnTo>
                    <a:lnTo>
                      <a:pt x="626" y="344"/>
                    </a:lnTo>
                    <a:lnTo>
                      <a:pt x="630" y="344"/>
                    </a:lnTo>
                    <a:lnTo>
                      <a:pt x="630" y="340"/>
                    </a:lnTo>
                    <a:lnTo>
                      <a:pt x="630" y="336"/>
                    </a:lnTo>
                    <a:lnTo>
                      <a:pt x="630" y="340"/>
                    </a:lnTo>
                    <a:lnTo>
                      <a:pt x="630" y="336"/>
                    </a:lnTo>
                    <a:lnTo>
                      <a:pt x="630" y="332"/>
                    </a:lnTo>
                    <a:lnTo>
                      <a:pt x="634" y="332"/>
                    </a:lnTo>
                    <a:lnTo>
                      <a:pt x="634" y="328"/>
                    </a:lnTo>
                    <a:lnTo>
                      <a:pt x="638" y="328"/>
                    </a:lnTo>
                    <a:lnTo>
                      <a:pt x="638" y="332"/>
                    </a:lnTo>
                    <a:lnTo>
                      <a:pt x="642" y="332"/>
                    </a:lnTo>
                    <a:lnTo>
                      <a:pt x="646" y="332"/>
                    </a:lnTo>
                    <a:lnTo>
                      <a:pt x="642" y="328"/>
                    </a:lnTo>
                    <a:lnTo>
                      <a:pt x="638" y="328"/>
                    </a:lnTo>
                    <a:lnTo>
                      <a:pt x="638" y="324"/>
                    </a:lnTo>
                    <a:lnTo>
                      <a:pt x="642" y="324"/>
                    </a:lnTo>
                    <a:lnTo>
                      <a:pt x="642" y="322"/>
                    </a:lnTo>
                    <a:lnTo>
                      <a:pt x="646" y="322"/>
                    </a:lnTo>
                    <a:lnTo>
                      <a:pt x="650" y="318"/>
                    </a:lnTo>
                    <a:lnTo>
                      <a:pt x="652" y="318"/>
                    </a:lnTo>
                    <a:lnTo>
                      <a:pt x="656" y="318"/>
                    </a:lnTo>
                    <a:lnTo>
                      <a:pt x="652" y="318"/>
                    </a:lnTo>
                    <a:lnTo>
                      <a:pt x="650" y="318"/>
                    </a:lnTo>
                    <a:lnTo>
                      <a:pt x="652" y="314"/>
                    </a:lnTo>
                    <a:lnTo>
                      <a:pt x="656" y="314"/>
                    </a:lnTo>
                    <a:lnTo>
                      <a:pt x="660" y="318"/>
                    </a:lnTo>
                    <a:lnTo>
                      <a:pt x="656" y="318"/>
                    </a:lnTo>
                    <a:lnTo>
                      <a:pt x="656" y="322"/>
                    </a:lnTo>
                    <a:lnTo>
                      <a:pt x="656" y="318"/>
                    </a:lnTo>
                    <a:lnTo>
                      <a:pt x="660" y="318"/>
                    </a:lnTo>
                    <a:lnTo>
                      <a:pt x="660" y="322"/>
                    </a:lnTo>
                    <a:lnTo>
                      <a:pt x="664" y="322"/>
                    </a:lnTo>
                    <a:lnTo>
                      <a:pt x="668" y="322"/>
                    </a:lnTo>
                    <a:lnTo>
                      <a:pt x="668" y="324"/>
                    </a:lnTo>
                    <a:lnTo>
                      <a:pt x="672" y="324"/>
                    </a:lnTo>
                    <a:lnTo>
                      <a:pt x="676" y="328"/>
                    </a:lnTo>
                    <a:lnTo>
                      <a:pt x="678" y="332"/>
                    </a:lnTo>
                    <a:lnTo>
                      <a:pt x="678" y="336"/>
                    </a:lnTo>
                    <a:lnTo>
                      <a:pt x="682" y="336"/>
                    </a:lnTo>
                    <a:lnTo>
                      <a:pt x="682" y="340"/>
                    </a:lnTo>
                    <a:lnTo>
                      <a:pt x="678" y="344"/>
                    </a:lnTo>
                    <a:lnTo>
                      <a:pt x="682" y="344"/>
                    </a:lnTo>
                    <a:lnTo>
                      <a:pt x="682" y="348"/>
                    </a:lnTo>
                    <a:lnTo>
                      <a:pt x="686" y="348"/>
                    </a:lnTo>
                    <a:lnTo>
                      <a:pt x="690" y="350"/>
                    </a:lnTo>
                    <a:lnTo>
                      <a:pt x="690" y="354"/>
                    </a:lnTo>
                    <a:lnTo>
                      <a:pt x="694" y="354"/>
                    </a:lnTo>
                    <a:lnTo>
                      <a:pt x="694" y="358"/>
                    </a:lnTo>
                    <a:lnTo>
                      <a:pt x="694" y="354"/>
                    </a:lnTo>
                    <a:lnTo>
                      <a:pt x="698" y="354"/>
                    </a:lnTo>
                    <a:lnTo>
                      <a:pt x="698" y="358"/>
                    </a:lnTo>
                    <a:lnTo>
                      <a:pt x="702" y="362"/>
                    </a:lnTo>
                    <a:lnTo>
                      <a:pt x="698" y="362"/>
                    </a:lnTo>
                    <a:lnTo>
                      <a:pt x="694" y="362"/>
                    </a:lnTo>
                    <a:lnTo>
                      <a:pt x="690" y="358"/>
                    </a:lnTo>
                    <a:lnTo>
                      <a:pt x="690" y="362"/>
                    </a:lnTo>
                    <a:lnTo>
                      <a:pt x="686" y="362"/>
                    </a:lnTo>
                    <a:lnTo>
                      <a:pt x="690" y="362"/>
                    </a:lnTo>
                    <a:lnTo>
                      <a:pt x="694" y="362"/>
                    </a:lnTo>
                    <a:lnTo>
                      <a:pt x="694" y="366"/>
                    </a:lnTo>
                    <a:lnTo>
                      <a:pt x="690" y="366"/>
                    </a:lnTo>
                    <a:lnTo>
                      <a:pt x="686" y="370"/>
                    </a:lnTo>
                    <a:lnTo>
                      <a:pt x="682" y="374"/>
                    </a:lnTo>
                    <a:lnTo>
                      <a:pt x="686" y="374"/>
                    </a:lnTo>
                    <a:lnTo>
                      <a:pt x="682" y="374"/>
                    </a:lnTo>
                    <a:lnTo>
                      <a:pt x="678" y="374"/>
                    </a:lnTo>
                    <a:lnTo>
                      <a:pt x="682" y="374"/>
                    </a:lnTo>
                    <a:lnTo>
                      <a:pt x="686" y="374"/>
                    </a:lnTo>
                    <a:lnTo>
                      <a:pt x="690" y="374"/>
                    </a:lnTo>
                    <a:lnTo>
                      <a:pt x="694" y="378"/>
                    </a:lnTo>
                    <a:lnTo>
                      <a:pt x="690" y="378"/>
                    </a:lnTo>
                    <a:lnTo>
                      <a:pt x="690" y="374"/>
                    </a:lnTo>
                    <a:lnTo>
                      <a:pt x="690" y="378"/>
                    </a:lnTo>
                    <a:lnTo>
                      <a:pt x="694" y="378"/>
                    </a:lnTo>
                    <a:lnTo>
                      <a:pt x="698" y="378"/>
                    </a:lnTo>
                    <a:lnTo>
                      <a:pt x="702" y="374"/>
                    </a:lnTo>
                    <a:lnTo>
                      <a:pt x="706" y="374"/>
                    </a:lnTo>
                    <a:lnTo>
                      <a:pt x="702" y="378"/>
                    </a:lnTo>
                    <a:lnTo>
                      <a:pt x="706" y="378"/>
                    </a:lnTo>
                    <a:lnTo>
                      <a:pt x="708" y="378"/>
                    </a:lnTo>
                    <a:lnTo>
                      <a:pt x="712" y="378"/>
                    </a:lnTo>
                    <a:lnTo>
                      <a:pt x="716" y="378"/>
                    </a:lnTo>
                    <a:lnTo>
                      <a:pt x="716" y="380"/>
                    </a:lnTo>
                    <a:lnTo>
                      <a:pt x="712" y="380"/>
                    </a:lnTo>
                    <a:lnTo>
                      <a:pt x="708" y="380"/>
                    </a:lnTo>
                    <a:lnTo>
                      <a:pt x="708" y="384"/>
                    </a:lnTo>
                    <a:lnTo>
                      <a:pt x="706" y="384"/>
                    </a:lnTo>
                    <a:lnTo>
                      <a:pt x="702" y="384"/>
                    </a:lnTo>
                    <a:lnTo>
                      <a:pt x="702" y="380"/>
                    </a:lnTo>
                    <a:lnTo>
                      <a:pt x="702" y="384"/>
                    </a:lnTo>
                    <a:lnTo>
                      <a:pt x="706" y="384"/>
                    </a:lnTo>
                    <a:lnTo>
                      <a:pt x="708" y="384"/>
                    </a:lnTo>
                    <a:lnTo>
                      <a:pt x="708" y="388"/>
                    </a:lnTo>
                    <a:lnTo>
                      <a:pt x="712" y="388"/>
                    </a:lnTo>
                    <a:lnTo>
                      <a:pt x="712" y="392"/>
                    </a:lnTo>
                    <a:lnTo>
                      <a:pt x="716" y="392"/>
                    </a:lnTo>
                    <a:lnTo>
                      <a:pt x="716" y="396"/>
                    </a:lnTo>
                    <a:lnTo>
                      <a:pt x="712" y="396"/>
                    </a:lnTo>
                    <a:lnTo>
                      <a:pt x="716" y="400"/>
                    </a:lnTo>
                    <a:lnTo>
                      <a:pt x="716" y="404"/>
                    </a:lnTo>
                    <a:lnTo>
                      <a:pt x="712" y="404"/>
                    </a:lnTo>
                    <a:lnTo>
                      <a:pt x="712" y="408"/>
                    </a:lnTo>
                    <a:lnTo>
                      <a:pt x="716" y="408"/>
                    </a:lnTo>
                    <a:lnTo>
                      <a:pt x="716" y="410"/>
                    </a:lnTo>
                    <a:lnTo>
                      <a:pt x="720" y="410"/>
                    </a:lnTo>
                    <a:lnTo>
                      <a:pt x="720" y="408"/>
                    </a:lnTo>
                    <a:lnTo>
                      <a:pt x="724" y="408"/>
                    </a:lnTo>
                    <a:lnTo>
                      <a:pt x="724" y="404"/>
                    </a:lnTo>
                    <a:lnTo>
                      <a:pt x="724" y="400"/>
                    </a:lnTo>
                    <a:lnTo>
                      <a:pt x="728" y="396"/>
                    </a:lnTo>
                    <a:lnTo>
                      <a:pt x="724" y="392"/>
                    </a:lnTo>
                    <a:lnTo>
                      <a:pt x="728" y="392"/>
                    </a:lnTo>
                    <a:lnTo>
                      <a:pt x="728" y="388"/>
                    </a:lnTo>
                    <a:lnTo>
                      <a:pt x="732" y="388"/>
                    </a:lnTo>
                    <a:lnTo>
                      <a:pt x="732" y="384"/>
                    </a:lnTo>
                    <a:lnTo>
                      <a:pt x="734" y="384"/>
                    </a:lnTo>
                    <a:lnTo>
                      <a:pt x="738" y="388"/>
                    </a:lnTo>
                    <a:lnTo>
                      <a:pt x="742" y="388"/>
                    </a:lnTo>
                    <a:lnTo>
                      <a:pt x="742" y="392"/>
                    </a:lnTo>
                    <a:lnTo>
                      <a:pt x="746" y="392"/>
                    </a:lnTo>
                    <a:lnTo>
                      <a:pt x="748" y="396"/>
                    </a:lnTo>
                    <a:lnTo>
                      <a:pt x="748" y="400"/>
                    </a:lnTo>
                    <a:lnTo>
                      <a:pt x="748" y="404"/>
                    </a:lnTo>
                    <a:lnTo>
                      <a:pt x="752" y="404"/>
                    </a:lnTo>
                    <a:lnTo>
                      <a:pt x="752" y="408"/>
                    </a:lnTo>
                    <a:lnTo>
                      <a:pt x="752" y="410"/>
                    </a:lnTo>
                    <a:lnTo>
                      <a:pt x="748" y="410"/>
                    </a:lnTo>
                    <a:lnTo>
                      <a:pt x="746" y="408"/>
                    </a:lnTo>
                    <a:lnTo>
                      <a:pt x="746" y="410"/>
                    </a:lnTo>
                    <a:lnTo>
                      <a:pt x="746" y="414"/>
                    </a:lnTo>
                    <a:lnTo>
                      <a:pt x="746" y="418"/>
                    </a:lnTo>
                    <a:lnTo>
                      <a:pt x="746" y="422"/>
                    </a:lnTo>
                    <a:lnTo>
                      <a:pt x="746" y="426"/>
                    </a:lnTo>
                    <a:lnTo>
                      <a:pt x="748" y="426"/>
                    </a:lnTo>
                    <a:lnTo>
                      <a:pt x="752" y="426"/>
                    </a:lnTo>
                    <a:lnTo>
                      <a:pt x="752" y="430"/>
                    </a:lnTo>
                    <a:lnTo>
                      <a:pt x="756" y="430"/>
                    </a:lnTo>
                    <a:lnTo>
                      <a:pt x="756" y="434"/>
                    </a:lnTo>
                    <a:lnTo>
                      <a:pt x="756" y="436"/>
                    </a:lnTo>
                    <a:lnTo>
                      <a:pt x="760" y="436"/>
                    </a:lnTo>
                    <a:lnTo>
                      <a:pt x="764" y="436"/>
                    </a:lnTo>
                    <a:lnTo>
                      <a:pt x="764" y="434"/>
                    </a:lnTo>
                    <a:lnTo>
                      <a:pt x="764" y="430"/>
                    </a:lnTo>
                    <a:lnTo>
                      <a:pt x="768" y="430"/>
                    </a:lnTo>
                    <a:lnTo>
                      <a:pt x="768" y="434"/>
                    </a:lnTo>
                    <a:lnTo>
                      <a:pt x="772" y="434"/>
                    </a:lnTo>
                    <a:lnTo>
                      <a:pt x="772" y="430"/>
                    </a:lnTo>
                    <a:lnTo>
                      <a:pt x="772" y="426"/>
                    </a:lnTo>
                    <a:lnTo>
                      <a:pt x="772" y="422"/>
                    </a:lnTo>
                    <a:lnTo>
                      <a:pt x="776" y="418"/>
                    </a:lnTo>
                    <a:lnTo>
                      <a:pt x="778" y="414"/>
                    </a:lnTo>
                    <a:lnTo>
                      <a:pt x="778" y="410"/>
                    </a:lnTo>
                    <a:lnTo>
                      <a:pt x="778" y="408"/>
                    </a:lnTo>
                    <a:lnTo>
                      <a:pt x="782" y="408"/>
                    </a:lnTo>
                    <a:lnTo>
                      <a:pt x="782" y="404"/>
                    </a:lnTo>
                    <a:lnTo>
                      <a:pt x="782" y="400"/>
                    </a:lnTo>
                    <a:lnTo>
                      <a:pt x="782" y="396"/>
                    </a:lnTo>
                    <a:lnTo>
                      <a:pt x="782" y="400"/>
                    </a:lnTo>
                    <a:lnTo>
                      <a:pt x="786" y="400"/>
                    </a:lnTo>
                    <a:lnTo>
                      <a:pt x="786" y="396"/>
                    </a:lnTo>
                    <a:lnTo>
                      <a:pt x="782" y="396"/>
                    </a:lnTo>
                    <a:lnTo>
                      <a:pt x="786" y="396"/>
                    </a:lnTo>
                    <a:lnTo>
                      <a:pt x="786" y="400"/>
                    </a:lnTo>
                    <a:lnTo>
                      <a:pt x="790" y="400"/>
                    </a:lnTo>
                    <a:lnTo>
                      <a:pt x="790" y="396"/>
                    </a:lnTo>
                    <a:lnTo>
                      <a:pt x="794" y="396"/>
                    </a:lnTo>
                    <a:lnTo>
                      <a:pt x="794" y="400"/>
                    </a:lnTo>
                    <a:lnTo>
                      <a:pt x="794" y="396"/>
                    </a:lnTo>
                    <a:lnTo>
                      <a:pt x="790" y="396"/>
                    </a:lnTo>
                    <a:lnTo>
                      <a:pt x="790" y="392"/>
                    </a:lnTo>
                    <a:lnTo>
                      <a:pt x="794" y="392"/>
                    </a:lnTo>
                    <a:lnTo>
                      <a:pt x="790" y="392"/>
                    </a:lnTo>
                    <a:lnTo>
                      <a:pt x="794" y="392"/>
                    </a:lnTo>
                    <a:lnTo>
                      <a:pt x="798" y="392"/>
                    </a:lnTo>
                    <a:lnTo>
                      <a:pt x="794" y="388"/>
                    </a:lnTo>
                    <a:lnTo>
                      <a:pt x="790" y="388"/>
                    </a:lnTo>
                    <a:lnTo>
                      <a:pt x="786" y="388"/>
                    </a:lnTo>
                    <a:lnTo>
                      <a:pt x="790" y="388"/>
                    </a:lnTo>
                    <a:lnTo>
                      <a:pt x="786" y="384"/>
                    </a:lnTo>
                    <a:lnTo>
                      <a:pt x="786" y="380"/>
                    </a:lnTo>
                    <a:lnTo>
                      <a:pt x="782" y="380"/>
                    </a:lnTo>
                    <a:lnTo>
                      <a:pt x="782" y="374"/>
                    </a:lnTo>
                    <a:lnTo>
                      <a:pt x="786" y="370"/>
                    </a:lnTo>
                    <a:lnTo>
                      <a:pt x="786" y="374"/>
                    </a:lnTo>
                    <a:lnTo>
                      <a:pt x="786" y="370"/>
                    </a:lnTo>
                    <a:lnTo>
                      <a:pt x="782" y="370"/>
                    </a:lnTo>
                    <a:lnTo>
                      <a:pt x="786" y="370"/>
                    </a:lnTo>
                    <a:lnTo>
                      <a:pt x="790" y="370"/>
                    </a:lnTo>
                    <a:lnTo>
                      <a:pt x="790" y="374"/>
                    </a:lnTo>
                    <a:lnTo>
                      <a:pt x="794" y="370"/>
                    </a:lnTo>
                    <a:lnTo>
                      <a:pt x="798" y="370"/>
                    </a:lnTo>
                    <a:lnTo>
                      <a:pt x="802" y="370"/>
                    </a:lnTo>
                    <a:lnTo>
                      <a:pt x="806" y="370"/>
                    </a:lnTo>
                    <a:lnTo>
                      <a:pt x="806" y="374"/>
                    </a:lnTo>
                    <a:lnTo>
                      <a:pt x="808" y="374"/>
                    </a:lnTo>
                    <a:lnTo>
                      <a:pt x="812" y="374"/>
                    </a:lnTo>
                    <a:lnTo>
                      <a:pt x="816" y="374"/>
                    </a:lnTo>
                    <a:lnTo>
                      <a:pt x="820" y="374"/>
                    </a:lnTo>
                    <a:lnTo>
                      <a:pt x="824" y="374"/>
                    </a:lnTo>
                    <a:lnTo>
                      <a:pt x="828" y="374"/>
                    </a:lnTo>
                    <a:lnTo>
                      <a:pt x="832" y="374"/>
                    </a:lnTo>
                    <a:lnTo>
                      <a:pt x="832" y="378"/>
                    </a:lnTo>
                    <a:lnTo>
                      <a:pt x="828" y="378"/>
                    </a:lnTo>
                    <a:lnTo>
                      <a:pt x="828" y="374"/>
                    </a:lnTo>
                    <a:lnTo>
                      <a:pt x="824" y="378"/>
                    </a:lnTo>
                    <a:lnTo>
                      <a:pt x="828" y="378"/>
                    </a:lnTo>
                    <a:lnTo>
                      <a:pt x="824" y="378"/>
                    </a:lnTo>
                    <a:lnTo>
                      <a:pt x="820" y="378"/>
                    </a:lnTo>
                    <a:lnTo>
                      <a:pt x="816" y="378"/>
                    </a:lnTo>
                    <a:lnTo>
                      <a:pt x="820" y="378"/>
                    </a:lnTo>
                    <a:lnTo>
                      <a:pt x="824" y="378"/>
                    </a:lnTo>
                    <a:lnTo>
                      <a:pt x="832" y="380"/>
                    </a:lnTo>
                    <a:lnTo>
                      <a:pt x="832" y="384"/>
                    </a:lnTo>
                    <a:lnTo>
                      <a:pt x="834" y="384"/>
                    </a:lnTo>
                    <a:lnTo>
                      <a:pt x="838" y="384"/>
                    </a:lnTo>
                    <a:lnTo>
                      <a:pt x="842" y="384"/>
                    </a:lnTo>
                    <a:lnTo>
                      <a:pt x="842" y="388"/>
                    </a:lnTo>
                    <a:lnTo>
                      <a:pt x="838" y="392"/>
                    </a:lnTo>
                    <a:lnTo>
                      <a:pt x="834" y="392"/>
                    </a:lnTo>
                    <a:lnTo>
                      <a:pt x="834" y="396"/>
                    </a:lnTo>
                    <a:lnTo>
                      <a:pt x="834" y="392"/>
                    </a:lnTo>
                    <a:lnTo>
                      <a:pt x="838" y="392"/>
                    </a:lnTo>
                    <a:lnTo>
                      <a:pt x="838" y="396"/>
                    </a:lnTo>
                    <a:lnTo>
                      <a:pt x="842" y="396"/>
                    </a:lnTo>
                    <a:lnTo>
                      <a:pt x="846" y="396"/>
                    </a:lnTo>
                    <a:lnTo>
                      <a:pt x="846" y="400"/>
                    </a:lnTo>
                    <a:lnTo>
                      <a:pt x="842" y="400"/>
                    </a:lnTo>
                    <a:lnTo>
                      <a:pt x="838" y="404"/>
                    </a:lnTo>
                    <a:lnTo>
                      <a:pt x="834" y="404"/>
                    </a:lnTo>
                    <a:lnTo>
                      <a:pt x="834" y="408"/>
                    </a:lnTo>
                    <a:lnTo>
                      <a:pt x="834" y="404"/>
                    </a:lnTo>
                    <a:lnTo>
                      <a:pt x="832" y="404"/>
                    </a:lnTo>
                    <a:lnTo>
                      <a:pt x="828" y="404"/>
                    </a:lnTo>
                    <a:lnTo>
                      <a:pt x="824" y="404"/>
                    </a:lnTo>
                    <a:lnTo>
                      <a:pt x="828" y="404"/>
                    </a:lnTo>
                    <a:lnTo>
                      <a:pt x="828" y="408"/>
                    </a:lnTo>
                    <a:lnTo>
                      <a:pt x="828" y="410"/>
                    </a:lnTo>
                    <a:lnTo>
                      <a:pt x="832" y="410"/>
                    </a:lnTo>
                    <a:lnTo>
                      <a:pt x="832" y="414"/>
                    </a:lnTo>
                    <a:lnTo>
                      <a:pt x="832" y="410"/>
                    </a:lnTo>
                    <a:lnTo>
                      <a:pt x="834" y="410"/>
                    </a:lnTo>
                    <a:lnTo>
                      <a:pt x="834" y="414"/>
                    </a:lnTo>
                    <a:lnTo>
                      <a:pt x="832" y="414"/>
                    </a:lnTo>
                    <a:lnTo>
                      <a:pt x="832" y="418"/>
                    </a:lnTo>
                    <a:lnTo>
                      <a:pt x="834" y="418"/>
                    </a:lnTo>
                    <a:lnTo>
                      <a:pt x="834" y="422"/>
                    </a:lnTo>
                    <a:lnTo>
                      <a:pt x="838" y="422"/>
                    </a:lnTo>
                    <a:lnTo>
                      <a:pt x="838" y="426"/>
                    </a:lnTo>
                    <a:lnTo>
                      <a:pt x="842" y="426"/>
                    </a:lnTo>
                    <a:lnTo>
                      <a:pt x="846" y="430"/>
                    </a:lnTo>
                    <a:lnTo>
                      <a:pt x="842" y="430"/>
                    </a:lnTo>
                    <a:lnTo>
                      <a:pt x="842" y="434"/>
                    </a:lnTo>
                    <a:lnTo>
                      <a:pt x="842" y="436"/>
                    </a:lnTo>
                    <a:lnTo>
                      <a:pt x="842" y="440"/>
                    </a:lnTo>
                    <a:lnTo>
                      <a:pt x="838" y="440"/>
                    </a:lnTo>
                    <a:lnTo>
                      <a:pt x="834" y="440"/>
                    </a:lnTo>
                    <a:lnTo>
                      <a:pt x="834" y="444"/>
                    </a:lnTo>
                    <a:lnTo>
                      <a:pt x="832" y="448"/>
                    </a:lnTo>
                    <a:lnTo>
                      <a:pt x="828" y="448"/>
                    </a:lnTo>
                    <a:lnTo>
                      <a:pt x="828" y="452"/>
                    </a:lnTo>
                    <a:lnTo>
                      <a:pt x="824" y="452"/>
                    </a:lnTo>
                    <a:lnTo>
                      <a:pt x="820" y="452"/>
                    </a:lnTo>
                    <a:lnTo>
                      <a:pt x="820" y="456"/>
                    </a:lnTo>
                    <a:lnTo>
                      <a:pt x="816" y="456"/>
                    </a:lnTo>
                    <a:lnTo>
                      <a:pt x="812" y="456"/>
                    </a:lnTo>
                    <a:lnTo>
                      <a:pt x="808" y="452"/>
                    </a:lnTo>
                    <a:lnTo>
                      <a:pt x="806" y="452"/>
                    </a:lnTo>
                    <a:lnTo>
                      <a:pt x="806" y="448"/>
                    </a:lnTo>
                    <a:lnTo>
                      <a:pt x="808" y="444"/>
                    </a:lnTo>
                    <a:lnTo>
                      <a:pt x="806" y="444"/>
                    </a:lnTo>
                    <a:lnTo>
                      <a:pt x="806" y="448"/>
                    </a:lnTo>
                    <a:lnTo>
                      <a:pt x="802" y="448"/>
                    </a:lnTo>
                    <a:lnTo>
                      <a:pt x="802" y="444"/>
                    </a:lnTo>
                    <a:lnTo>
                      <a:pt x="802" y="440"/>
                    </a:lnTo>
                    <a:lnTo>
                      <a:pt x="798" y="440"/>
                    </a:lnTo>
                    <a:lnTo>
                      <a:pt x="794" y="440"/>
                    </a:lnTo>
                    <a:lnTo>
                      <a:pt x="798" y="440"/>
                    </a:lnTo>
                    <a:lnTo>
                      <a:pt x="794" y="440"/>
                    </a:lnTo>
                    <a:lnTo>
                      <a:pt x="790" y="440"/>
                    </a:lnTo>
                    <a:lnTo>
                      <a:pt x="790" y="444"/>
                    </a:lnTo>
                    <a:lnTo>
                      <a:pt x="794" y="444"/>
                    </a:lnTo>
                    <a:lnTo>
                      <a:pt x="794" y="440"/>
                    </a:lnTo>
                    <a:lnTo>
                      <a:pt x="798" y="440"/>
                    </a:lnTo>
                    <a:lnTo>
                      <a:pt x="798" y="444"/>
                    </a:lnTo>
                    <a:lnTo>
                      <a:pt x="794" y="444"/>
                    </a:lnTo>
                    <a:lnTo>
                      <a:pt x="798" y="444"/>
                    </a:lnTo>
                    <a:lnTo>
                      <a:pt x="802" y="448"/>
                    </a:lnTo>
                    <a:lnTo>
                      <a:pt x="806" y="448"/>
                    </a:lnTo>
                    <a:lnTo>
                      <a:pt x="806" y="452"/>
                    </a:lnTo>
                    <a:lnTo>
                      <a:pt x="806" y="456"/>
                    </a:lnTo>
                    <a:lnTo>
                      <a:pt x="808" y="456"/>
                    </a:lnTo>
                    <a:lnTo>
                      <a:pt x="808" y="460"/>
                    </a:lnTo>
                    <a:lnTo>
                      <a:pt x="808" y="464"/>
                    </a:lnTo>
                    <a:lnTo>
                      <a:pt x="806" y="460"/>
                    </a:lnTo>
                    <a:lnTo>
                      <a:pt x="802" y="460"/>
                    </a:lnTo>
                    <a:lnTo>
                      <a:pt x="802" y="456"/>
                    </a:lnTo>
                    <a:lnTo>
                      <a:pt x="798" y="456"/>
                    </a:lnTo>
                    <a:lnTo>
                      <a:pt x="798" y="460"/>
                    </a:lnTo>
                    <a:lnTo>
                      <a:pt x="802" y="460"/>
                    </a:lnTo>
                    <a:lnTo>
                      <a:pt x="802" y="464"/>
                    </a:lnTo>
                    <a:lnTo>
                      <a:pt x="798" y="464"/>
                    </a:lnTo>
                    <a:lnTo>
                      <a:pt x="798" y="460"/>
                    </a:lnTo>
                    <a:lnTo>
                      <a:pt x="794" y="460"/>
                    </a:lnTo>
                    <a:lnTo>
                      <a:pt x="790" y="460"/>
                    </a:lnTo>
                    <a:lnTo>
                      <a:pt x="786" y="460"/>
                    </a:lnTo>
                    <a:lnTo>
                      <a:pt x="786" y="456"/>
                    </a:lnTo>
                    <a:lnTo>
                      <a:pt x="786" y="452"/>
                    </a:lnTo>
                    <a:lnTo>
                      <a:pt x="782" y="452"/>
                    </a:lnTo>
                    <a:lnTo>
                      <a:pt x="778" y="452"/>
                    </a:lnTo>
                    <a:lnTo>
                      <a:pt x="776" y="452"/>
                    </a:lnTo>
                    <a:lnTo>
                      <a:pt x="768" y="452"/>
                    </a:lnTo>
                    <a:lnTo>
                      <a:pt x="768" y="456"/>
                    </a:lnTo>
                    <a:lnTo>
                      <a:pt x="768" y="460"/>
                    </a:lnTo>
                    <a:lnTo>
                      <a:pt x="772" y="460"/>
                    </a:lnTo>
                    <a:lnTo>
                      <a:pt x="776" y="460"/>
                    </a:lnTo>
                    <a:lnTo>
                      <a:pt x="778" y="460"/>
                    </a:lnTo>
                    <a:lnTo>
                      <a:pt x="778" y="464"/>
                    </a:lnTo>
                    <a:lnTo>
                      <a:pt x="776" y="466"/>
                    </a:lnTo>
                    <a:lnTo>
                      <a:pt x="772" y="466"/>
                    </a:lnTo>
                    <a:lnTo>
                      <a:pt x="772" y="470"/>
                    </a:lnTo>
                    <a:lnTo>
                      <a:pt x="772" y="474"/>
                    </a:lnTo>
                    <a:lnTo>
                      <a:pt x="768" y="474"/>
                    </a:lnTo>
                    <a:lnTo>
                      <a:pt x="764" y="474"/>
                    </a:lnTo>
                    <a:lnTo>
                      <a:pt x="764" y="478"/>
                    </a:lnTo>
                    <a:lnTo>
                      <a:pt x="764" y="478"/>
                    </a:lnTo>
                    <a:lnTo>
                      <a:pt x="764" y="478"/>
                    </a:lnTo>
                    <a:close/>
                    <a:moveTo>
                      <a:pt x="408" y="354"/>
                    </a:moveTo>
                    <a:lnTo>
                      <a:pt x="410" y="358"/>
                    </a:lnTo>
                    <a:lnTo>
                      <a:pt x="414" y="358"/>
                    </a:lnTo>
                    <a:lnTo>
                      <a:pt x="410" y="358"/>
                    </a:lnTo>
                    <a:lnTo>
                      <a:pt x="408" y="358"/>
                    </a:lnTo>
                    <a:lnTo>
                      <a:pt x="408" y="354"/>
                    </a:lnTo>
                    <a:lnTo>
                      <a:pt x="408" y="354"/>
                    </a:lnTo>
                    <a:lnTo>
                      <a:pt x="408" y="354"/>
                    </a:lnTo>
                    <a:close/>
                    <a:moveTo>
                      <a:pt x="560" y="384"/>
                    </a:moveTo>
                    <a:lnTo>
                      <a:pt x="560" y="388"/>
                    </a:lnTo>
                    <a:lnTo>
                      <a:pt x="556" y="388"/>
                    </a:lnTo>
                    <a:lnTo>
                      <a:pt x="556" y="384"/>
                    </a:lnTo>
                    <a:lnTo>
                      <a:pt x="560" y="384"/>
                    </a:lnTo>
                    <a:lnTo>
                      <a:pt x="560" y="384"/>
                    </a:lnTo>
                    <a:lnTo>
                      <a:pt x="560" y="384"/>
                    </a:lnTo>
                    <a:close/>
                    <a:moveTo>
                      <a:pt x="1056" y="410"/>
                    </a:moveTo>
                    <a:lnTo>
                      <a:pt x="1052" y="410"/>
                    </a:lnTo>
                    <a:lnTo>
                      <a:pt x="1056" y="410"/>
                    </a:lnTo>
                    <a:lnTo>
                      <a:pt x="1060" y="410"/>
                    </a:lnTo>
                    <a:lnTo>
                      <a:pt x="1056" y="410"/>
                    </a:lnTo>
                    <a:lnTo>
                      <a:pt x="1056" y="410"/>
                    </a:lnTo>
                    <a:lnTo>
                      <a:pt x="1056" y="410"/>
                    </a:lnTo>
                    <a:close/>
                    <a:moveTo>
                      <a:pt x="466" y="418"/>
                    </a:moveTo>
                    <a:lnTo>
                      <a:pt x="462" y="418"/>
                    </a:lnTo>
                    <a:lnTo>
                      <a:pt x="466" y="418"/>
                    </a:lnTo>
                    <a:lnTo>
                      <a:pt x="466" y="418"/>
                    </a:lnTo>
                    <a:lnTo>
                      <a:pt x="466" y="418"/>
                    </a:lnTo>
                    <a:close/>
                    <a:moveTo>
                      <a:pt x="1088" y="426"/>
                    </a:moveTo>
                    <a:lnTo>
                      <a:pt x="1092" y="426"/>
                    </a:lnTo>
                    <a:lnTo>
                      <a:pt x="1092" y="430"/>
                    </a:lnTo>
                    <a:lnTo>
                      <a:pt x="1088" y="430"/>
                    </a:lnTo>
                    <a:lnTo>
                      <a:pt x="1088" y="426"/>
                    </a:lnTo>
                    <a:lnTo>
                      <a:pt x="1088" y="426"/>
                    </a:lnTo>
                    <a:lnTo>
                      <a:pt x="1088" y="426"/>
                    </a:lnTo>
                    <a:close/>
                    <a:moveTo>
                      <a:pt x="996" y="542"/>
                    </a:moveTo>
                    <a:lnTo>
                      <a:pt x="1000" y="546"/>
                    </a:lnTo>
                    <a:lnTo>
                      <a:pt x="1004" y="546"/>
                    </a:lnTo>
                    <a:lnTo>
                      <a:pt x="1000" y="550"/>
                    </a:lnTo>
                    <a:lnTo>
                      <a:pt x="996" y="550"/>
                    </a:lnTo>
                    <a:lnTo>
                      <a:pt x="992" y="550"/>
                    </a:lnTo>
                    <a:lnTo>
                      <a:pt x="992" y="546"/>
                    </a:lnTo>
                    <a:lnTo>
                      <a:pt x="992" y="542"/>
                    </a:lnTo>
                    <a:lnTo>
                      <a:pt x="988" y="542"/>
                    </a:lnTo>
                    <a:lnTo>
                      <a:pt x="992" y="542"/>
                    </a:lnTo>
                    <a:lnTo>
                      <a:pt x="996" y="542"/>
                    </a:lnTo>
                    <a:lnTo>
                      <a:pt x="996" y="542"/>
                    </a:lnTo>
                    <a:lnTo>
                      <a:pt x="996" y="542"/>
                    </a:lnTo>
                    <a:close/>
                    <a:moveTo>
                      <a:pt x="1084" y="596"/>
                    </a:moveTo>
                    <a:lnTo>
                      <a:pt x="1080" y="596"/>
                    </a:lnTo>
                    <a:lnTo>
                      <a:pt x="1080" y="600"/>
                    </a:lnTo>
                    <a:lnTo>
                      <a:pt x="1084" y="600"/>
                    </a:lnTo>
                    <a:lnTo>
                      <a:pt x="1080" y="600"/>
                    </a:lnTo>
                    <a:lnTo>
                      <a:pt x="1080" y="596"/>
                    </a:lnTo>
                    <a:lnTo>
                      <a:pt x="1076" y="596"/>
                    </a:lnTo>
                    <a:lnTo>
                      <a:pt x="1076" y="594"/>
                    </a:lnTo>
                    <a:lnTo>
                      <a:pt x="1080" y="594"/>
                    </a:lnTo>
                    <a:lnTo>
                      <a:pt x="1080" y="596"/>
                    </a:lnTo>
                    <a:lnTo>
                      <a:pt x="1084" y="596"/>
                    </a:lnTo>
                    <a:lnTo>
                      <a:pt x="1084" y="596"/>
                    </a:lnTo>
                    <a:lnTo>
                      <a:pt x="1084" y="596"/>
                    </a:lnTo>
                    <a:close/>
                    <a:moveTo>
                      <a:pt x="862" y="612"/>
                    </a:moveTo>
                    <a:lnTo>
                      <a:pt x="862" y="616"/>
                    </a:lnTo>
                    <a:lnTo>
                      <a:pt x="858" y="616"/>
                    </a:lnTo>
                    <a:lnTo>
                      <a:pt x="858" y="612"/>
                    </a:lnTo>
                    <a:lnTo>
                      <a:pt x="862" y="612"/>
                    </a:lnTo>
                    <a:lnTo>
                      <a:pt x="862" y="612"/>
                    </a:lnTo>
                    <a:lnTo>
                      <a:pt x="862" y="612"/>
                    </a:lnTo>
                    <a:close/>
                    <a:moveTo>
                      <a:pt x="1130" y="682"/>
                    </a:moveTo>
                    <a:lnTo>
                      <a:pt x="1130" y="680"/>
                    </a:lnTo>
                    <a:lnTo>
                      <a:pt x="1130" y="682"/>
                    </a:lnTo>
                    <a:lnTo>
                      <a:pt x="1130" y="682"/>
                    </a:lnTo>
                    <a:lnTo>
                      <a:pt x="1130" y="682"/>
                    </a:lnTo>
                    <a:close/>
                    <a:moveTo>
                      <a:pt x="1122" y="682"/>
                    </a:moveTo>
                    <a:lnTo>
                      <a:pt x="1126" y="682"/>
                    </a:lnTo>
                    <a:lnTo>
                      <a:pt x="1130" y="686"/>
                    </a:lnTo>
                    <a:lnTo>
                      <a:pt x="1126" y="686"/>
                    </a:lnTo>
                    <a:lnTo>
                      <a:pt x="1122" y="686"/>
                    </a:lnTo>
                    <a:lnTo>
                      <a:pt x="1126" y="686"/>
                    </a:lnTo>
                    <a:lnTo>
                      <a:pt x="1126" y="682"/>
                    </a:lnTo>
                    <a:lnTo>
                      <a:pt x="1122" y="682"/>
                    </a:lnTo>
                    <a:lnTo>
                      <a:pt x="1122" y="682"/>
                    </a:lnTo>
                    <a:lnTo>
                      <a:pt x="1122" y="682"/>
                    </a:lnTo>
                    <a:close/>
                    <a:moveTo>
                      <a:pt x="160" y="758"/>
                    </a:moveTo>
                    <a:lnTo>
                      <a:pt x="160" y="754"/>
                    </a:lnTo>
                    <a:lnTo>
                      <a:pt x="156" y="754"/>
                    </a:lnTo>
                    <a:lnTo>
                      <a:pt x="156" y="750"/>
                    </a:lnTo>
                    <a:lnTo>
                      <a:pt x="156" y="746"/>
                    </a:lnTo>
                    <a:lnTo>
                      <a:pt x="152" y="746"/>
                    </a:lnTo>
                    <a:lnTo>
                      <a:pt x="156" y="746"/>
                    </a:lnTo>
                    <a:lnTo>
                      <a:pt x="152" y="746"/>
                    </a:lnTo>
                    <a:lnTo>
                      <a:pt x="152" y="742"/>
                    </a:lnTo>
                    <a:lnTo>
                      <a:pt x="156" y="742"/>
                    </a:lnTo>
                    <a:lnTo>
                      <a:pt x="156" y="746"/>
                    </a:lnTo>
                    <a:lnTo>
                      <a:pt x="160" y="750"/>
                    </a:lnTo>
                    <a:lnTo>
                      <a:pt x="164" y="750"/>
                    </a:lnTo>
                    <a:lnTo>
                      <a:pt x="164" y="754"/>
                    </a:lnTo>
                    <a:lnTo>
                      <a:pt x="164" y="758"/>
                    </a:lnTo>
                    <a:lnTo>
                      <a:pt x="160" y="758"/>
                    </a:lnTo>
                    <a:lnTo>
                      <a:pt x="160" y="758"/>
                    </a:lnTo>
                    <a:lnTo>
                      <a:pt x="160" y="758"/>
                    </a:lnTo>
                    <a:close/>
                    <a:moveTo>
                      <a:pt x="168" y="766"/>
                    </a:moveTo>
                    <a:lnTo>
                      <a:pt x="168" y="762"/>
                    </a:lnTo>
                    <a:lnTo>
                      <a:pt x="172" y="762"/>
                    </a:lnTo>
                    <a:lnTo>
                      <a:pt x="172" y="758"/>
                    </a:lnTo>
                    <a:lnTo>
                      <a:pt x="168" y="758"/>
                    </a:lnTo>
                    <a:lnTo>
                      <a:pt x="172" y="758"/>
                    </a:lnTo>
                    <a:lnTo>
                      <a:pt x="172" y="762"/>
                    </a:lnTo>
                    <a:lnTo>
                      <a:pt x="168" y="762"/>
                    </a:lnTo>
                    <a:lnTo>
                      <a:pt x="168" y="758"/>
                    </a:lnTo>
                    <a:lnTo>
                      <a:pt x="168" y="754"/>
                    </a:lnTo>
                    <a:lnTo>
                      <a:pt x="172" y="754"/>
                    </a:lnTo>
                    <a:lnTo>
                      <a:pt x="172" y="758"/>
                    </a:lnTo>
                    <a:lnTo>
                      <a:pt x="176" y="758"/>
                    </a:lnTo>
                    <a:lnTo>
                      <a:pt x="176" y="762"/>
                    </a:lnTo>
                    <a:lnTo>
                      <a:pt x="176" y="768"/>
                    </a:lnTo>
                    <a:lnTo>
                      <a:pt x="172" y="768"/>
                    </a:lnTo>
                    <a:lnTo>
                      <a:pt x="172" y="766"/>
                    </a:lnTo>
                    <a:lnTo>
                      <a:pt x="176" y="766"/>
                    </a:lnTo>
                    <a:lnTo>
                      <a:pt x="176" y="762"/>
                    </a:lnTo>
                    <a:lnTo>
                      <a:pt x="172" y="766"/>
                    </a:lnTo>
                    <a:lnTo>
                      <a:pt x="172" y="768"/>
                    </a:lnTo>
                    <a:lnTo>
                      <a:pt x="168" y="768"/>
                    </a:lnTo>
                    <a:lnTo>
                      <a:pt x="168" y="766"/>
                    </a:lnTo>
                    <a:lnTo>
                      <a:pt x="168" y="766"/>
                    </a:lnTo>
                    <a:lnTo>
                      <a:pt x="168" y="766"/>
                    </a:lnTo>
                    <a:close/>
                    <a:moveTo>
                      <a:pt x="138" y="780"/>
                    </a:moveTo>
                    <a:lnTo>
                      <a:pt x="134" y="776"/>
                    </a:lnTo>
                    <a:lnTo>
                      <a:pt x="134" y="772"/>
                    </a:lnTo>
                    <a:lnTo>
                      <a:pt x="130" y="772"/>
                    </a:lnTo>
                    <a:lnTo>
                      <a:pt x="126" y="768"/>
                    </a:lnTo>
                    <a:lnTo>
                      <a:pt x="126" y="766"/>
                    </a:lnTo>
                    <a:lnTo>
                      <a:pt x="124" y="766"/>
                    </a:lnTo>
                    <a:lnTo>
                      <a:pt x="124" y="762"/>
                    </a:lnTo>
                    <a:lnTo>
                      <a:pt x="126" y="762"/>
                    </a:lnTo>
                    <a:lnTo>
                      <a:pt x="124" y="762"/>
                    </a:lnTo>
                    <a:lnTo>
                      <a:pt x="120" y="762"/>
                    </a:lnTo>
                    <a:lnTo>
                      <a:pt x="120" y="758"/>
                    </a:lnTo>
                    <a:lnTo>
                      <a:pt x="124" y="758"/>
                    </a:lnTo>
                    <a:lnTo>
                      <a:pt x="126" y="758"/>
                    </a:lnTo>
                    <a:lnTo>
                      <a:pt x="126" y="754"/>
                    </a:lnTo>
                    <a:lnTo>
                      <a:pt x="130" y="754"/>
                    </a:lnTo>
                    <a:lnTo>
                      <a:pt x="130" y="758"/>
                    </a:lnTo>
                    <a:lnTo>
                      <a:pt x="134" y="762"/>
                    </a:lnTo>
                    <a:lnTo>
                      <a:pt x="130" y="762"/>
                    </a:lnTo>
                    <a:lnTo>
                      <a:pt x="130" y="758"/>
                    </a:lnTo>
                    <a:lnTo>
                      <a:pt x="126" y="758"/>
                    </a:lnTo>
                    <a:lnTo>
                      <a:pt x="126" y="762"/>
                    </a:lnTo>
                    <a:lnTo>
                      <a:pt x="130" y="762"/>
                    </a:lnTo>
                    <a:lnTo>
                      <a:pt x="134" y="762"/>
                    </a:lnTo>
                    <a:lnTo>
                      <a:pt x="130" y="762"/>
                    </a:lnTo>
                    <a:lnTo>
                      <a:pt x="130" y="766"/>
                    </a:lnTo>
                    <a:lnTo>
                      <a:pt x="130" y="762"/>
                    </a:lnTo>
                    <a:lnTo>
                      <a:pt x="126" y="762"/>
                    </a:lnTo>
                    <a:lnTo>
                      <a:pt x="130" y="766"/>
                    </a:lnTo>
                    <a:lnTo>
                      <a:pt x="130" y="768"/>
                    </a:lnTo>
                    <a:lnTo>
                      <a:pt x="134" y="768"/>
                    </a:lnTo>
                    <a:lnTo>
                      <a:pt x="134" y="772"/>
                    </a:lnTo>
                    <a:lnTo>
                      <a:pt x="138" y="772"/>
                    </a:lnTo>
                    <a:lnTo>
                      <a:pt x="138" y="776"/>
                    </a:lnTo>
                    <a:lnTo>
                      <a:pt x="142" y="776"/>
                    </a:lnTo>
                    <a:lnTo>
                      <a:pt x="138" y="780"/>
                    </a:lnTo>
                    <a:lnTo>
                      <a:pt x="138" y="780"/>
                    </a:lnTo>
                    <a:lnTo>
                      <a:pt x="138" y="780"/>
                    </a:lnTo>
                    <a:close/>
                    <a:moveTo>
                      <a:pt x="182" y="776"/>
                    </a:moveTo>
                    <a:lnTo>
                      <a:pt x="182" y="780"/>
                    </a:lnTo>
                    <a:lnTo>
                      <a:pt x="180" y="780"/>
                    </a:lnTo>
                    <a:lnTo>
                      <a:pt x="180" y="776"/>
                    </a:lnTo>
                    <a:lnTo>
                      <a:pt x="182" y="776"/>
                    </a:lnTo>
                    <a:lnTo>
                      <a:pt x="182" y="776"/>
                    </a:lnTo>
                    <a:lnTo>
                      <a:pt x="182" y="776"/>
                    </a:lnTo>
                    <a:close/>
                    <a:moveTo>
                      <a:pt x="182" y="780"/>
                    </a:moveTo>
                    <a:lnTo>
                      <a:pt x="182" y="784"/>
                    </a:lnTo>
                    <a:lnTo>
                      <a:pt x="182" y="788"/>
                    </a:lnTo>
                    <a:lnTo>
                      <a:pt x="180" y="784"/>
                    </a:lnTo>
                    <a:lnTo>
                      <a:pt x="182" y="780"/>
                    </a:lnTo>
                    <a:lnTo>
                      <a:pt x="182" y="780"/>
                    </a:lnTo>
                    <a:lnTo>
                      <a:pt x="182" y="780"/>
                    </a:lnTo>
                    <a:close/>
                    <a:moveTo>
                      <a:pt x="884" y="8"/>
                    </a:moveTo>
                    <a:lnTo>
                      <a:pt x="888" y="4"/>
                    </a:lnTo>
                    <a:lnTo>
                      <a:pt x="890" y="8"/>
                    </a:lnTo>
                    <a:lnTo>
                      <a:pt x="888" y="8"/>
                    </a:lnTo>
                    <a:lnTo>
                      <a:pt x="884" y="8"/>
                    </a:lnTo>
                    <a:lnTo>
                      <a:pt x="884" y="8"/>
                    </a:lnTo>
                    <a:lnTo>
                      <a:pt x="884" y="8"/>
                    </a:lnTo>
                    <a:close/>
                    <a:moveTo>
                      <a:pt x="698" y="50"/>
                    </a:moveTo>
                    <a:lnTo>
                      <a:pt x="694" y="50"/>
                    </a:lnTo>
                    <a:lnTo>
                      <a:pt x="694" y="46"/>
                    </a:lnTo>
                    <a:lnTo>
                      <a:pt x="698" y="46"/>
                    </a:lnTo>
                    <a:lnTo>
                      <a:pt x="698" y="50"/>
                    </a:lnTo>
                    <a:lnTo>
                      <a:pt x="698" y="50"/>
                    </a:lnTo>
                    <a:lnTo>
                      <a:pt x="698" y="50"/>
                    </a:lnTo>
                    <a:close/>
                    <a:moveTo>
                      <a:pt x="1052" y="50"/>
                    </a:moveTo>
                    <a:lnTo>
                      <a:pt x="1048" y="50"/>
                    </a:lnTo>
                    <a:lnTo>
                      <a:pt x="1048" y="46"/>
                    </a:lnTo>
                    <a:lnTo>
                      <a:pt x="1052" y="46"/>
                    </a:lnTo>
                    <a:lnTo>
                      <a:pt x="1056" y="46"/>
                    </a:lnTo>
                    <a:lnTo>
                      <a:pt x="1056" y="50"/>
                    </a:lnTo>
                    <a:lnTo>
                      <a:pt x="1052" y="50"/>
                    </a:lnTo>
                    <a:lnTo>
                      <a:pt x="1052" y="50"/>
                    </a:lnTo>
                    <a:lnTo>
                      <a:pt x="1052" y="50"/>
                    </a:lnTo>
                    <a:close/>
                    <a:moveTo>
                      <a:pt x="650" y="76"/>
                    </a:moveTo>
                    <a:lnTo>
                      <a:pt x="652" y="76"/>
                    </a:lnTo>
                    <a:lnTo>
                      <a:pt x="650" y="76"/>
                    </a:lnTo>
                    <a:lnTo>
                      <a:pt x="646" y="76"/>
                    </a:lnTo>
                    <a:lnTo>
                      <a:pt x="642" y="76"/>
                    </a:lnTo>
                    <a:lnTo>
                      <a:pt x="638" y="76"/>
                    </a:lnTo>
                    <a:lnTo>
                      <a:pt x="634" y="76"/>
                    </a:lnTo>
                    <a:lnTo>
                      <a:pt x="638" y="76"/>
                    </a:lnTo>
                    <a:lnTo>
                      <a:pt x="646" y="76"/>
                    </a:lnTo>
                    <a:lnTo>
                      <a:pt x="650" y="76"/>
                    </a:lnTo>
                    <a:lnTo>
                      <a:pt x="650" y="76"/>
                    </a:lnTo>
                    <a:lnTo>
                      <a:pt x="650" y="76"/>
                    </a:lnTo>
                    <a:close/>
                    <a:moveTo>
                      <a:pt x="778" y="120"/>
                    </a:moveTo>
                    <a:lnTo>
                      <a:pt x="782" y="120"/>
                    </a:lnTo>
                    <a:lnTo>
                      <a:pt x="786" y="120"/>
                    </a:lnTo>
                    <a:lnTo>
                      <a:pt x="790" y="120"/>
                    </a:lnTo>
                    <a:lnTo>
                      <a:pt x="790" y="124"/>
                    </a:lnTo>
                    <a:lnTo>
                      <a:pt x="786" y="124"/>
                    </a:lnTo>
                    <a:lnTo>
                      <a:pt x="782" y="124"/>
                    </a:lnTo>
                    <a:lnTo>
                      <a:pt x="778" y="124"/>
                    </a:lnTo>
                    <a:lnTo>
                      <a:pt x="776" y="128"/>
                    </a:lnTo>
                    <a:lnTo>
                      <a:pt x="772" y="128"/>
                    </a:lnTo>
                    <a:lnTo>
                      <a:pt x="772" y="124"/>
                    </a:lnTo>
                    <a:lnTo>
                      <a:pt x="776" y="124"/>
                    </a:lnTo>
                    <a:lnTo>
                      <a:pt x="776" y="120"/>
                    </a:lnTo>
                    <a:lnTo>
                      <a:pt x="778" y="120"/>
                    </a:lnTo>
                    <a:lnTo>
                      <a:pt x="778" y="120"/>
                    </a:lnTo>
                    <a:lnTo>
                      <a:pt x="778" y="120"/>
                    </a:lnTo>
                    <a:close/>
                    <a:moveTo>
                      <a:pt x="944" y="132"/>
                    </a:moveTo>
                    <a:lnTo>
                      <a:pt x="940" y="132"/>
                    </a:lnTo>
                    <a:lnTo>
                      <a:pt x="936" y="132"/>
                    </a:lnTo>
                    <a:lnTo>
                      <a:pt x="940" y="132"/>
                    </a:lnTo>
                    <a:lnTo>
                      <a:pt x="940" y="128"/>
                    </a:lnTo>
                    <a:lnTo>
                      <a:pt x="940" y="132"/>
                    </a:lnTo>
                    <a:lnTo>
                      <a:pt x="944" y="132"/>
                    </a:lnTo>
                    <a:lnTo>
                      <a:pt x="948" y="132"/>
                    </a:lnTo>
                    <a:lnTo>
                      <a:pt x="944" y="132"/>
                    </a:lnTo>
                    <a:lnTo>
                      <a:pt x="944" y="132"/>
                    </a:lnTo>
                    <a:lnTo>
                      <a:pt x="944" y="132"/>
                    </a:lnTo>
                    <a:close/>
                    <a:moveTo>
                      <a:pt x="748" y="138"/>
                    </a:moveTo>
                    <a:lnTo>
                      <a:pt x="746" y="142"/>
                    </a:lnTo>
                    <a:lnTo>
                      <a:pt x="746" y="146"/>
                    </a:lnTo>
                    <a:lnTo>
                      <a:pt x="746" y="142"/>
                    </a:lnTo>
                    <a:lnTo>
                      <a:pt x="742" y="142"/>
                    </a:lnTo>
                    <a:lnTo>
                      <a:pt x="746" y="142"/>
                    </a:lnTo>
                    <a:lnTo>
                      <a:pt x="746" y="138"/>
                    </a:lnTo>
                    <a:lnTo>
                      <a:pt x="748" y="138"/>
                    </a:lnTo>
                    <a:lnTo>
                      <a:pt x="748" y="138"/>
                    </a:lnTo>
                    <a:lnTo>
                      <a:pt x="748" y="138"/>
                    </a:lnTo>
                    <a:close/>
                    <a:moveTo>
                      <a:pt x="556" y="146"/>
                    </a:moveTo>
                    <a:lnTo>
                      <a:pt x="552" y="146"/>
                    </a:lnTo>
                    <a:lnTo>
                      <a:pt x="556" y="146"/>
                    </a:lnTo>
                    <a:lnTo>
                      <a:pt x="556" y="146"/>
                    </a:lnTo>
                    <a:lnTo>
                      <a:pt x="556" y="146"/>
                    </a:lnTo>
                    <a:close/>
                    <a:moveTo>
                      <a:pt x="894" y="154"/>
                    </a:moveTo>
                    <a:lnTo>
                      <a:pt x="898" y="154"/>
                    </a:lnTo>
                    <a:lnTo>
                      <a:pt x="898" y="158"/>
                    </a:lnTo>
                    <a:lnTo>
                      <a:pt x="894" y="158"/>
                    </a:lnTo>
                    <a:lnTo>
                      <a:pt x="890" y="158"/>
                    </a:lnTo>
                    <a:lnTo>
                      <a:pt x="894" y="158"/>
                    </a:lnTo>
                    <a:lnTo>
                      <a:pt x="894" y="154"/>
                    </a:lnTo>
                    <a:lnTo>
                      <a:pt x="894" y="154"/>
                    </a:lnTo>
                    <a:lnTo>
                      <a:pt x="894" y="154"/>
                    </a:lnTo>
                    <a:close/>
                    <a:moveTo>
                      <a:pt x="786" y="164"/>
                    </a:moveTo>
                    <a:lnTo>
                      <a:pt x="790" y="164"/>
                    </a:lnTo>
                    <a:lnTo>
                      <a:pt x="794" y="164"/>
                    </a:lnTo>
                    <a:lnTo>
                      <a:pt x="790" y="168"/>
                    </a:lnTo>
                    <a:lnTo>
                      <a:pt x="790" y="164"/>
                    </a:lnTo>
                    <a:lnTo>
                      <a:pt x="786" y="164"/>
                    </a:lnTo>
                    <a:lnTo>
                      <a:pt x="782" y="164"/>
                    </a:lnTo>
                    <a:lnTo>
                      <a:pt x="786" y="164"/>
                    </a:lnTo>
                    <a:lnTo>
                      <a:pt x="786" y="164"/>
                    </a:lnTo>
                    <a:lnTo>
                      <a:pt x="786" y="164"/>
                    </a:lnTo>
                    <a:close/>
                    <a:moveTo>
                      <a:pt x="806" y="194"/>
                    </a:moveTo>
                    <a:lnTo>
                      <a:pt x="808" y="194"/>
                    </a:lnTo>
                    <a:lnTo>
                      <a:pt x="806" y="194"/>
                    </a:lnTo>
                    <a:lnTo>
                      <a:pt x="806" y="194"/>
                    </a:lnTo>
                    <a:lnTo>
                      <a:pt x="806" y="194"/>
                    </a:lnTo>
                    <a:close/>
                    <a:moveTo>
                      <a:pt x="540" y="198"/>
                    </a:moveTo>
                    <a:lnTo>
                      <a:pt x="544" y="202"/>
                    </a:lnTo>
                    <a:lnTo>
                      <a:pt x="540" y="206"/>
                    </a:lnTo>
                    <a:lnTo>
                      <a:pt x="536" y="206"/>
                    </a:lnTo>
                    <a:lnTo>
                      <a:pt x="534" y="206"/>
                    </a:lnTo>
                    <a:lnTo>
                      <a:pt x="530" y="206"/>
                    </a:lnTo>
                    <a:lnTo>
                      <a:pt x="526" y="206"/>
                    </a:lnTo>
                    <a:lnTo>
                      <a:pt x="522" y="206"/>
                    </a:lnTo>
                    <a:lnTo>
                      <a:pt x="526" y="206"/>
                    </a:lnTo>
                    <a:lnTo>
                      <a:pt x="522" y="206"/>
                    </a:lnTo>
                    <a:lnTo>
                      <a:pt x="518" y="206"/>
                    </a:lnTo>
                    <a:lnTo>
                      <a:pt x="518" y="202"/>
                    </a:lnTo>
                    <a:lnTo>
                      <a:pt x="522" y="202"/>
                    </a:lnTo>
                    <a:lnTo>
                      <a:pt x="526" y="202"/>
                    </a:lnTo>
                    <a:lnTo>
                      <a:pt x="530" y="198"/>
                    </a:lnTo>
                    <a:lnTo>
                      <a:pt x="534" y="198"/>
                    </a:lnTo>
                    <a:lnTo>
                      <a:pt x="536" y="198"/>
                    </a:lnTo>
                    <a:lnTo>
                      <a:pt x="540" y="198"/>
                    </a:lnTo>
                    <a:lnTo>
                      <a:pt x="540" y="198"/>
                    </a:lnTo>
                    <a:lnTo>
                      <a:pt x="540" y="198"/>
                    </a:lnTo>
                    <a:close/>
                    <a:moveTo>
                      <a:pt x="880" y="206"/>
                    </a:moveTo>
                    <a:lnTo>
                      <a:pt x="876" y="206"/>
                    </a:lnTo>
                    <a:lnTo>
                      <a:pt x="876" y="208"/>
                    </a:lnTo>
                    <a:lnTo>
                      <a:pt x="880" y="208"/>
                    </a:lnTo>
                    <a:lnTo>
                      <a:pt x="880" y="212"/>
                    </a:lnTo>
                    <a:lnTo>
                      <a:pt x="876" y="212"/>
                    </a:lnTo>
                    <a:lnTo>
                      <a:pt x="876" y="208"/>
                    </a:lnTo>
                    <a:lnTo>
                      <a:pt x="872" y="208"/>
                    </a:lnTo>
                    <a:lnTo>
                      <a:pt x="872" y="212"/>
                    </a:lnTo>
                    <a:lnTo>
                      <a:pt x="868" y="212"/>
                    </a:lnTo>
                    <a:lnTo>
                      <a:pt x="868" y="208"/>
                    </a:lnTo>
                    <a:lnTo>
                      <a:pt x="864" y="208"/>
                    </a:lnTo>
                    <a:lnTo>
                      <a:pt x="868" y="208"/>
                    </a:lnTo>
                    <a:lnTo>
                      <a:pt x="872" y="206"/>
                    </a:lnTo>
                    <a:lnTo>
                      <a:pt x="876" y="206"/>
                    </a:lnTo>
                    <a:lnTo>
                      <a:pt x="876" y="202"/>
                    </a:lnTo>
                    <a:lnTo>
                      <a:pt x="880" y="206"/>
                    </a:lnTo>
                    <a:lnTo>
                      <a:pt x="880" y="206"/>
                    </a:lnTo>
                    <a:lnTo>
                      <a:pt x="880" y="206"/>
                    </a:lnTo>
                    <a:close/>
                    <a:moveTo>
                      <a:pt x="284" y="208"/>
                    </a:moveTo>
                    <a:lnTo>
                      <a:pt x="284" y="212"/>
                    </a:lnTo>
                    <a:lnTo>
                      <a:pt x="280" y="212"/>
                    </a:lnTo>
                    <a:lnTo>
                      <a:pt x="284" y="212"/>
                    </a:lnTo>
                    <a:lnTo>
                      <a:pt x="284" y="208"/>
                    </a:lnTo>
                    <a:lnTo>
                      <a:pt x="284" y="208"/>
                    </a:lnTo>
                    <a:lnTo>
                      <a:pt x="284" y="208"/>
                    </a:lnTo>
                    <a:close/>
                    <a:moveTo>
                      <a:pt x="262" y="208"/>
                    </a:moveTo>
                    <a:lnTo>
                      <a:pt x="266" y="208"/>
                    </a:lnTo>
                    <a:lnTo>
                      <a:pt x="262" y="208"/>
                    </a:lnTo>
                    <a:lnTo>
                      <a:pt x="258" y="208"/>
                    </a:lnTo>
                    <a:lnTo>
                      <a:pt x="262" y="208"/>
                    </a:lnTo>
                    <a:lnTo>
                      <a:pt x="262" y="208"/>
                    </a:lnTo>
                    <a:lnTo>
                      <a:pt x="262" y="208"/>
                    </a:lnTo>
                    <a:close/>
                    <a:moveTo>
                      <a:pt x="534" y="208"/>
                    </a:moveTo>
                    <a:lnTo>
                      <a:pt x="530" y="212"/>
                    </a:lnTo>
                    <a:lnTo>
                      <a:pt x="526" y="212"/>
                    </a:lnTo>
                    <a:lnTo>
                      <a:pt x="526" y="208"/>
                    </a:lnTo>
                    <a:lnTo>
                      <a:pt x="530" y="208"/>
                    </a:lnTo>
                    <a:lnTo>
                      <a:pt x="534" y="208"/>
                    </a:lnTo>
                    <a:lnTo>
                      <a:pt x="534" y="208"/>
                    </a:lnTo>
                    <a:lnTo>
                      <a:pt x="534" y="208"/>
                    </a:lnTo>
                    <a:close/>
                    <a:moveTo>
                      <a:pt x="574" y="220"/>
                    </a:moveTo>
                    <a:lnTo>
                      <a:pt x="574" y="216"/>
                    </a:lnTo>
                    <a:lnTo>
                      <a:pt x="570" y="220"/>
                    </a:lnTo>
                    <a:lnTo>
                      <a:pt x="566" y="220"/>
                    </a:lnTo>
                    <a:lnTo>
                      <a:pt x="566" y="216"/>
                    </a:lnTo>
                    <a:lnTo>
                      <a:pt x="570" y="216"/>
                    </a:lnTo>
                    <a:lnTo>
                      <a:pt x="574" y="216"/>
                    </a:lnTo>
                    <a:lnTo>
                      <a:pt x="578" y="216"/>
                    </a:lnTo>
                    <a:lnTo>
                      <a:pt x="578" y="220"/>
                    </a:lnTo>
                    <a:lnTo>
                      <a:pt x="574" y="220"/>
                    </a:lnTo>
                    <a:lnTo>
                      <a:pt x="574" y="220"/>
                    </a:lnTo>
                    <a:lnTo>
                      <a:pt x="574" y="220"/>
                    </a:lnTo>
                    <a:close/>
                    <a:moveTo>
                      <a:pt x="862" y="298"/>
                    </a:moveTo>
                    <a:lnTo>
                      <a:pt x="864" y="302"/>
                    </a:lnTo>
                    <a:lnTo>
                      <a:pt x="862" y="302"/>
                    </a:lnTo>
                    <a:lnTo>
                      <a:pt x="862" y="298"/>
                    </a:lnTo>
                    <a:lnTo>
                      <a:pt x="862" y="298"/>
                    </a:lnTo>
                    <a:lnTo>
                      <a:pt x="862" y="298"/>
                    </a:lnTo>
                    <a:close/>
                    <a:moveTo>
                      <a:pt x="868" y="302"/>
                    </a:moveTo>
                    <a:lnTo>
                      <a:pt x="872" y="302"/>
                    </a:lnTo>
                    <a:lnTo>
                      <a:pt x="872" y="306"/>
                    </a:lnTo>
                    <a:lnTo>
                      <a:pt x="868" y="306"/>
                    </a:lnTo>
                    <a:lnTo>
                      <a:pt x="868" y="302"/>
                    </a:lnTo>
                    <a:lnTo>
                      <a:pt x="868" y="302"/>
                    </a:lnTo>
                    <a:lnTo>
                      <a:pt x="868" y="302"/>
                    </a:lnTo>
                    <a:close/>
                    <a:moveTo>
                      <a:pt x="876" y="302"/>
                    </a:moveTo>
                    <a:lnTo>
                      <a:pt x="880" y="302"/>
                    </a:lnTo>
                    <a:lnTo>
                      <a:pt x="880" y="306"/>
                    </a:lnTo>
                    <a:lnTo>
                      <a:pt x="876" y="306"/>
                    </a:lnTo>
                    <a:lnTo>
                      <a:pt x="876" y="302"/>
                    </a:lnTo>
                    <a:lnTo>
                      <a:pt x="876" y="302"/>
                    </a:lnTo>
                    <a:lnTo>
                      <a:pt x="876" y="302"/>
                    </a:lnTo>
                    <a:close/>
                    <a:moveTo>
                      <a:pt x="776" y="306"/>
                    </a:moveTo>
                    <a:lnTo>
                      <a:pt x="778" y="306"/>
                    </a:lnTo>
                    <a:lnTo>
                      <a:pt x="778" y="310"/>
                    </a:lnTo>
                    <a:lnTo>
                      <a:pt x="778" y="306"/>
                    </a:lnTo>
                    <a:lnTo>
                      <a:pt x="776" y="306"/>
                    </a:lnTo>
                    <a:lnTo>
                      <a:pt x="776" y="306"/>
                    </a:lnTo>
                    <a:lnTo>
                      <a:pt x="776" y="306"/>
                    </a:lnTo>
                    <a:close/>
                    <a:moveTo>
                      <a:pt x="646" y="318"/>
                    </a:moveTo>
                    <a:lnTo>
                      <a:pt x="646" y="322"/>
                    </a:lnTo>
                    <a:lnTo>
                      <a:pt x="646" y="318"/>
                    </a:lnTo>
                    <a:lnTo>
                      <a:pt x="646" y="318"/>
                    </a:lnTo>
                    <a:lnTo>
                      <a:pt x="646" y="318"/>
                    </a:lnTo>
                    <a:close/>
                    <a:moveTo>
                      <a:pt x="626" y="332"/>
                    </a:moveTo>
                    <a:lnTo>
                      <a:pt x="630" y="332"/>
                    </a:lnTo>
                    <a:lnTo>
                      <a:pt x="630" y="336"/>
                    </a:lnTo>
                    <a:lnTo>
                      <a:pt x="626" y="336"/>
                    </a:lnTo>
                    <a:lnTo>
                      <a:pt x="626" y="332"/>
                    </a:lnTo>
                    <a:lnTo>
                      <a:pt x="626" y="332"/>
                    </a:lnTo>
                    <a:lnTo>
                      <a:pt x="626" y="332"/>
                    </a:lnTo>
                    <a:close/>
                    <a:moveTo>
                      <a:pt x="336" y="350"/>
                    </a:moveTo>
                    <a:lnTo>
                      <a:pt x="340" y="350"/>
                    </a:lnTo>
                    <a:lnTo>
                      <a:pt x="336" y="350"/>
                    </a:lnTo>
                    <a:lnTo>
                      <a:pt x="336" y="350"/>
                    </a:lnTo>
                    <a:lnTo>
                      <a:pt x="336" y="350"/>
                    </a:lnTo>
                    <a:close/>
                    <a:moveTo>
                      <a:pt x="352" y="350"/>
                    </a:moveTo>
                    <a:lnTo>
                      <a:pt x="348" y="350"/>
                    </a:lnTo>
                    <a:lnTo>
                      <a:pt x="352" y="350"/>
                    </a:lnTo>
                    <a:lnTo>
                      <a:pt x="352" y="350"/>
                    </a:lnTo>
                    <a:lnTo>
                      <a:pt x="352" y="350"/>
                    </a:lnTo>
                    <a:close/>
                    <a:moveTo>
                      <a:pt x="620" y="366"/>
                    </a:moveTo>
                    <a:lnTo>
                      <a:pt x="620" y="370"/>
                    </a:lnTo>
                    <a:lnTo>
                      <a:pt x="616" y="370"/>
                    </a:lnTo>
                    <a:lnTo>
                      <a:pt x="616" y="366"/>
                    </a:lnTo>
                    <a:lnTo>
                      <a:pt x="620" y="366"/>
                    </a:lnTo>
                    <a:lnTo>
                      <a:pt x="620" y="366"/>
                    </a:lnTo>
                    <a:lnTo>
                      <a:pt x="620" y="366"/>
                    </a:lnTo>
                    <a:close/>
                    <a:moveTo>
                      <a:pt x="702" y="374"/>
                    </a:moveTo>
                    <a:lnTo>
                      <a:pt x="698" y="370"/>
                    </a:lnTo>
                    <a:lnTo>
                      <a:pt x="702" y="370"/>
                    </a:lnTo>
                    <a:lnTo>
                      <a:pt x="702" y="374"/>
                    </a:lnTo>
                    <a:lnTo>
                      <a:pt x="702" y="374"/>
                    </a:lnTo>
                    <a:lnTo>
                      <a:pt x="702" y="374"/>
                    </a:lnTo>
                    <a:close/>
                    <a:moveTo>
                      <a:pt x="634" y="378"/>
                    </a:moveTo>
                    <a:lnTo>
                      <a:pt x="634" y="380"/>
                    </a:lnTo>
                    <a:lnTo>
                      <a:pt x="630" y="380"/>
                    </a:lnTo>
                    <a:lnTo>
                      <a:pt x="626" y="378"/>
                    </a:lnTo>
                    <a:lnTo>
                      <a:pt x="630" y="378"/>
                    </a:lnTo>
                    <a:lnTo>
                      <a:pt x="634" y="378"/>
                    </a:lnTo>
                    <a:lnTo>
                      <a:pt x="634" y="378"/>
                    </a:lnTo>
                    <a:lnTo>
                      <a:pt x="634" y="378"/>
                    </a:lnTo>
                    <a:close/>
                    <a:moveTo>
                      <a:pt x="720" y="380"/>
                    </a:moveTo>
                    <a:lnTo>
                      <a:pt x="716" y="384"/>
                    </a:lnTo>
                    <a:lnTo>
                      <a:pt x="716" y="380"/>
                    </a:lnTo>
                    <a:lnTo>
                      <a:pt x="720" y="380"/>
                    </a:lnTo>
                    <a:lnTo>
                      <a:pt x="720" y="380"/>
                    </a:lnTo>
                    <a:lnTo>
                      <a:pt x="720" y="380"/>
                    </a:lnTo>
                    <a:close/>
                    <a:moveTo>
                      <a:pt x="82" y="384"/>
                    </a:moveTo>
                    <a:lnTo>
                      <a:pt x="80" y="384"/>
                    </a:lnTo>
                    <a:lnTo>
                      <a:pt x="80" y="380"/>
                    </a:lnTo>
                    <a:lnTo>
                      <a:pt x="82" y="380"/>
                    </a:lnTo>
                    <a:lnTo>
                      <a:pt x="82" y="384"/>
                    </a:lnTo>
                    <a:lnTo>
                      <a:pt x="82" y="384"/>
                    </a:lnTo>
                    <a:lnTo>
                      <a:pt x="82" y="384"/>
                    </a:lnTo>
                    <a:close/>
                    <a:moveTo>
                      <a:pt x="712" y="384"/>
                    </a:moveTo>
                    <a:lnTo>
                      <a:pt x="712" y="380"/>
                    </a:lnTo>
                    <a:lnTo>
                      <a:pt x="716" y="384"/>
                    </a:lnTo>
                    <a:lnTo>
                      <a:pt x="712" y="384"/>
                    </a:lnTo>
                    <a:lnTo>
                      <a:pt x="712" y="384"/>
                    </a:lnTo>
                    <a:lnTo>
                      <a:pt x="712" y="384"/>
                    </a:lnTo>
                    <a:close/>
                    <a:moveTo>
                      <a:pt x="578" y="388"/>
                    </a:moveTo>
                    <a:lnTo>
                      <a:pt x="582" y="392"/>
                    </a:lnTo>
                    <a:lnTo>
                      <a:pt x="578" y="392"/>
                    </a:lnTo>
                    <a:lnTo>
                      <a:pt x="578" y="388"/>
                    </a:lnTo>
                    <a:lnTo>
                      <a:pt x="578" y="388"/>
                    </a:lnTo>
                    <a:lnTo>
                      <a:pt x="578" y="388"/>
                    </a:lnTo>
                    <a:close/>
                    <a:moveTo>
                      <a:pt x="574" y="392"/>
                    </a:moveTo>
                    <a:lnTo>
                      <a:pt x="578" y="392"/>
                    </a:lnTo>
                    <a:lnTo>
                      <a:pt x="578" y="396"/>
                    </a:lnTo>
                    <a:lnTo>
                      <a:pt x="574" y="396"/>
                    </a:lnTo>
                    <a:lnTo>
                      <a:pt x="574" y="400"/>
                    </a:lnTo>
                    <a:lnTo>
                      <a:pt x="570" y="396"/>
                    </a:lnTo>
                    <a:lnTo>
                      <a:pt x="570" y="392"/>
                    </a:lnTo>
                    <a:lnTo>
                      <a:pt x="570" y="388"/>
                    </a:lnTo>
                    <a:lnTo>
                      <a:pt x="574" y="388"/>
                    </a:lnTo>
                    <a:lnTo>
                      <a:pt x="574" y="392"/>
                    </a:lnTo>
                    <a:lnTo>
                      <a:pt x="574" y="392"/>
                    </a:lnTo>
                    <a:lnTo>
                      <a:pt x="574" y="392"/>
                    </a:lnTo>
                    <a:close/>
                    <a:moveTo>
                      <a:pt x="724" y="392"/>
                    </a:moveTo>
                    <a:lnTo>
                      <a:pt x="720" y="392"/>
                    </a:lnTo>
                    <a:lnTo>
                      <a:pt x="724" y="392"/>
                    </a:lnTo>
                    <a:lnTo>
                      <a:pt x="724" y="392"/>
                    </a:lnTo>
                    <a:lnTo>
                      <a:pt x="724" y="392"/>
                    </a:lnTo>
                    <a:close/>
                    <a:moveTo>
                      <a:pt x="724" y="400"/>
                    </a:moveTo>
                    <a:lnTo>
                      <a:pt x="720" y="400"/>
                    </a:lnTo>
                    <a:lnTo>
                      <a:pt x="720" y="396"/>
                    </a:lnTo>
                    <a:lnTo>
                      <a:pt x="724" y="396"/>
                    </a:lnTo>
                    <a:lnTo>
                      <a:pt x="724" y="400"/>
                    </a:lnTo>
                    <a:lnTo>
                      <a:pt x="724" y="400"/>
                    </a:lnTo>
                    <a:lnTo>
                      <a:pt x="724" y="400"/>
                    </a:lnTo>
                    <a:close/>
                    <a:moveTo>
                      <a:pt x="1026" y="396"/>
                    </a:moveTo>
                    <a:lnTo>
                      <a:pt x="1030" y="396"/>
                    </a:lnTo>
                    <a:lnTo>
                      <a:pt x="1032" y="396"/>
                    </a:lnTo>
                    <a:lnTo>
                      <a:pt x="1036" y="400"/>
                    </a:lnTo>
                    <a:lnTo>
                      <a:pt x="1032" y="400"/>
                    </a:lnTo>
                    <a:lnTo>
                      <a:pt x="1032" y="396"/>
                    </a:lnTo>
                    <a:lnTo>
                      <a:pt x="1030" y="396"/>
                    </a:lnTo>
                    <a:lnTo>
                      <a:pt x="1026" y="396"/>
                    </a:lnTo>
                    <a:lnTo>
                      <a:pt x="1026" y="396"/>
                    </a:lnTo>
                    <a:lnTo>
                      <a:pt x="1026" y="396"/>
                    </a:lnTo>
                    <a:close/>
                    <a:moveTo>
                      <a:pt x="428" y="404"/>
                    </a:moveTo>
                    <a:lnTo>
                      <a:pt x="424" y="404"/>
                    </a:lnTo>
                    <a:lnTo>
                      <a:pt x="422" y="404"/>
                    </a:lnTo>
                    <a:lnTo>
                      <a:pt x="424" y="404"/>
                    </a:lnTo>
                    <a:lnTo>
                      <a:pt x="428" y="404"/>
                    </a:lnTo>
                    <a:lnTo>
                      <a:pt x="428" y="404"/>
                    </a:lnTo>
                    <a:lnTo>
                      <a:pt x="428" y="404"/>
                    </a:lnTo>
                    <a:close/>
                    <a:moveTo>
                      <a:pt x="834" y="408"/>
                    </a:moveTo>
                    <a:lnTo>
                      <a:pt x="832" y="408"/>
                    </a:lnTo>
                    <a:lnTo>
                      <a:pt x="834" y="408"/>
                    </a:lnTo>
                    <a:lnTo>
                      <a:pt x="834" y="408"/>
                    </a:lnTo>
                    <a:lnTo>
                      <a:pt x="834" y="408"/>
                    </a:lnTo>
                    <a:close/>
                    <a:moveTo>
                      <a:pt x="418" y="408"/>
                    </a:moveTo>
                    <a:lnTo>
                      <a:pt x="418" y="410"/>
                    </a:lnTo>
                    <a:lnTo>
                      <a:pt x="414" y="410"/>
                    </a:lnTo>
                    <a:lnTo>
                      <a:pt x="414" y="408"/>
                    </a:lnTo>
                    <a:lnTo>
                      <a:pt x="418" y="408"/>
                    </a:lnTo>
                    <a:lnTo>
                      <a:pt x="418" y="408"/>
                    </a:lnTo>
                    <a:lnTo>
                      <a:pt x="418" y="408"/>
                    </a:lnTo>
                    <a:close/>
                    <a:moveTo>
                      <a:pt x="444" y="410"/>
                    </a:moveTo>
                    <a:lnTo>
                      <a:pt x="440" y="410"/>
                    </a:lnTo>
                    <a:lnTo>
                      <a:pt x="440" y="414"/>
                    </a:lnTo>
                    <a:lnTo>
                      <a:pt x="440" y="410"/>
                    </a:lnTo>
                    <a:lnTo>
                      <a:pt x="444" y="410"/>
                    </a:lnTo>
                    <a:lnTo>
                      <a:pt x="444" y="410"/>
                    </a:lnTo>
                    <a:lnTo>
                      <a:pt x="444" y="410"/>
                    </a:lnTo>
                    <a:close/>
                    <a:moveTo>
                      <a:pt x="518" y="410"/>
                    </a:moveTo>
                    <a:lnTo>
                      <a:pt x="518" y="414"/>
                    </a:lnTo>
                    <a:lnTo>
                      <a:pt x="514" y="414"/>
                    </a:lnTo>
                    <a:lnTo>
                      <a:pt x="514" y="410"/>
                    </a:lnTo>
                    <a:lnTo>
                      <a:pt x="518" y="410"/>
                    </a:lnTo>
                    <a:lnTo>
                      <a:pt x="518" y="410"/>
                    </a:lnTo>
                    <a:lnTo>
                      <a:pt x="518" y="410"/>
                    </a:lnTo>
                    <a:close/>
                    <a:moveTo>
                      <a:pt x="440" y="414"/>
                    </a:moveTo>
                    <a:lnTo>
                      <a:pt x="436" y="414"/>
                    </a:lnTo>
                    <a:lnTo>
                      <a:pt x="440" y="414"/>
                    </a:lnTo>
                    <a:lnTo>
                      <a:pt x="440" y="414"/>
                    </a:lnTo>
                    <a:lnTo>
                      <a:pt x="440" y="414"/>
                    </a:lnTo>
                    <a:close/>
                    <a:moveTo>
                      <a:pt x="448" y="414"/>
                    </a:moveTo>
                    <a:lnTo>
                      <a:pt x="448" y="418"/>
                    </a:lnTo>
                    <a:lnTo>
                      <a:pt x="448" y="414"/>
                    </a:lnTo>
                    <a:lnTo>
                      <a:pt x="444" y="414"/>
                    </a:lnTo>
                    <a:lnTo>
                      <a:pt x="448" y="414"/>
                    </a:lnTo>
                    <a:lnTo>
                      <a:pt x="448" y="414"/>
                    </a:lnTo>
                    <a:lnTo>
                      <a:pt x="448" y="414"/>
                    </a:lnTo>
                    <a:close/>
                    <a:moveTo>
                      <a:pt x="462" y="418"/>
                    </a:moveTo>
                    <a:lnTo>
                      <a:pt x="458" y="418"/>
                    </a:lnTo>
                    <a:lnTo>
                      <a:pt x="462" y="418"/>
                    </a:lnTo>
                    <a:lnTo>
                      <a:pt x="462" y="418"/>
                    </a:lnTo>
                    <a:lnTo>
                      <a:pt x="462" y="418"/>
                    </a:lnTo>
                    <a:close/>
                    <a:moveTo>
                      <a:pt x="620" y="422"/>
                    </a:moveTo>
                    <a:lnTo>
                      <a:pt x="620" y="426"/>
                    </a:lnTo>
                    <a:lnTo>
                      <a:pt x="616" y="426"/>
                    </a:lnTo>
                    <a:lnTo>
                      <a:pt x="616" y="422"/>
                    </a:lnTo>
                    <a:lnTo>
                      <a:pt x="620" y="422"/>
                    </a:lnTo>
                    <a:lnTo>
                      <a:pt x="620" y="422"/>
                    </a:lnTo>
                    <a:lnTo>
                      <a:pt x="620" y="422"/>
                    </a:lnTo>
                    <a:close/>
                    <a:moveTo>
                      <a:pt x="466" y="430"/>
                    </a:moveTo>
                    <a:lnTo>
                      <a:pt x="466" y="426"/>
                    </a:lnTo>
                    <a:lnTo>
                      <a:pt x="466" y="430"/>
                    </a:lnTo>
                    <a:lnTo>
                      <a:pt x="466" y="430"/>
                    </a:lnTo>
                    <a:lnTo>
                      <a:pt x="466" y="430"/>
                    </a:lnTo>
                    <a:close/>
                    <a:moveTo>
                      <a:pt x="466" y="430"/>
                    </a:moveTo>
                    <a:lnTo>
                      <a:pt x="462" y="430"/>
                    </a:lnTo>
                    <a:lnTo>
                      <a:pt x="462" y="426"/>
                    </a:lnTo>
                    <a:lnTo>
                      <a:pt x="466" y="426"/>
                    </a:lnTo>
                    <a:lnTo>
                      <a:pt x="466" y="430"/>
                    </a:lnTo>
                    <a:lnTo>
                      <a:pt x="466" y="430"/>
                    </a:lnTo>
                    <a:lnTo>
                      <a:pt x="466" y="430"/>
                    </a:lnTo>
                    <a:close/>
                    <a:moveTo>
                      <a:pt x="1096" y="434"/>
                    </a:moveTo>
                    <a:lnTo>
                      <a:pt x="1092" y="434"/>
                    </a:lnTo>
                    <a:lnTo>
                      <a:pt x="1096" y="434"/>
                    </a:lnTo>
                    <a:lnTo>
                      <a:pt x="1100" y="434"/>
                    </a:lnTo>
                    <a:lnTo>
                      <a:pt x="1096" y="434"/>
                    </a:lnTo>
                    <a:lnTo>
                      <a:pt x="1096" y="434"/>
                    </a:lnTo>
                    <a:lnTo>
                      <a:pt x="1096" y="434"/>
                    </a:lnTo>
                    <a:close/>
                    <a:moveTo>
                      <a:pt x="646" y="434"/>
                    </a:moveTo>
                    <a:lnTo>
                      <a:pt x="646" y="436"/>
                    </a:lnTo>
                    <a:lnTo>
                      <a:pt x="642" y="436"/>
                    </a:lnTo>
                    <a:lnTo>
                      <a:pt x="642" y="434"/>
                    </a:lnTo>
                    <a:lnTo>
                      <a:pt x="646" y="434"/>
                    </a:lnTo>
                    <a:lnTo>
                      <a:pt x="646" y="434"/>
                    </a:lnTo>
                    <a:lnTo>
                      <a:pt x="646" y="434"/>
                    </a:lnTo>
                    <a:close/>
                    <a:moveTo>
                      <a:pt x="474" y="436"/>
                    </a:moveTo>
                    <a:lnTo>
                      <a:pt x="474" y="440"/>
                    </a:lnTo>
                    <a:lnTo>
                      <a:pt x="474" y="436"/>
                    </a:lnTo>
                    <a:lnTo>
                      <a:pt x="474" y="436"/>
                    </a:lnTo>
                    <a:lnTo>
                      <a:pt x="474" y="436"/>
                    </a:lnTo>
                    <a:close/>
                    <a:moveTo>
                      <a:pt x="1104" y="440"/>
                    </a:moveTo>
                    <a:lnTo>
                      <a:pt x="1100" y="440"/>
                    </a:lnTo>
                    <a:lnTo>
                      <a:pt x="1104" y="440"/>
                    </a:lnTo>
                    <a:lnTo>
                      <a:pt x="1104" y="440"/>
                    </a:lnTo>
                    <a:lnTo>
                      <a:pt x="1104" y="440"/>
                    </a:lnTo>
                    <a:close/>
                    <a:moveTo>
                      <a:pt x="470" y="440"/>
                    </a:moveTo>
                    <a:lnTo>
                      <a:pt x="470" y="444"/>
                    </a:lnTo>
                    <a:lnTo>
                      <a:pt x="466" y="444"/>
                    </a:lnTo>
                    <a:lnTo>
                      <a:pt x="470" y="440"/>
                    </a:lnTo>
                    <a:lnTo>
                      <a:pt x="470" y="440"/>
                    </a:lnTo>
                    <a:lnTo>
                      <a:pt x="470" y="440"/>
                    </a:lnTo>
                    <a:close/>
                    <a:moveTo>
                      <a:pt x="1114" y="460"/>
                    </a:moveTo>
                    <a:lnTo>
                      <a:pt x="1110" y="460"/>
                    </a:lnTo>
                    <a:lnTo>
                      <a:pt x="1114" y="460"/>
                    </a:lnTo>
                    <a:lnTo>
                      <a:pt x="1114" y="460"/>
                    </a:lnTo>
                    <a:lnTo>
                      <a:pt x="1114" y="460"/>
                    </a:lnTo>
                    <a:close/>
                    <a:moveTo>
                      <a:pt x="954" y="500"/>
                    </a:moveTo>
                    <a:lnTo>
                      <a:pt x="954" y="504"/>
                    </a:lnTo>
                    <a:lnTo>
                      <a:pt x="954" y="508"/>
                    </a:lnTo>
                    <a:lnTo>
                      <a:pt x="954" y="504"/>
                    </a:lnTo>
                    <a:lnTo>
                      <a:pt x="950" y="504"/>
                    </a:lnTo>
                    <a:lnTo>
                      <a:pt x="954" y="500"/>
                    </a:lnTo>
                    <a:lnTo>
                      <a:pt x="950" y="500"/>
                    </a:lnTo>
                    <a:lnTo>
                      <a:pt x="954" y="500"/>
                    </a:lnTo>
                    <a:lnTo>
                      <a:pt x="954" y="500"/>
                    </a:lnTo>
                    <a:lnTo>
                      <a:pt x="954" y="500"/>
                    </a:lnTo>
                    <a:close/>
                    <a:moveTo>
                      <a:pt x="944" y="500"/>
                    </a:moveTo>
                    <a:lnTo>
                      <a:pt x="944" y="504"/>
                    </a:lnTo>
                    <a:lnTo>
                      <a:pt x="948" y="504"/>
                    </a:lnTo>
                    <a:lnTo>
                      <a:pt x="944" y="504"/>
                    </a:lnTo>
                    <a:lnTo>
                      <a:pt x="944" y="500"/>
                    </a:lnTo>
                    <a:lnTo>
                      <a:pt x="944" y="500"/>
                    </a:lnTo>
                    <a:lnTo>
                      <a:pt x="944" y="500"/>
                    </a:lnTo>
                    <a:close/>
                    <a:moveTo>
                      <a:pt x="1076" y="504"/>
                    </a:moveTo>
                    <a:lnTo>
                      <a:pt x="1076" y="508"/>
                    </a:lnTo>
                    <a:lnTo>
                      <a:pt x="1076" y="504"/>
                    </a:lnTo>
                    <a:lnTo>
                      <a:pt x="1074" y="504"/>
                    </a:lnTo>
                    <a:lnTo>
                      <a:pt x="1076" y="504"/>
                    </a:lnTo>
                    <a:lnTo>
                      <a:pt x="1076" y="504"/>
                    </a:lnTo>
                    <a:lnTo>
                      <a:pt x="1076" y="504"/>
                    </a:lnTo>
                    <a:close/>
                    <a:moveTo>
                      <a:pt x="950" y="504"/>
                    </a:moveTo>
                    <a:lnTo>
                      <a:pt x="950" y="508"/>
                    </a:lnTo>
                    <a:lnTo>
                      <a:pt x="950" y="504"/>
                    </a:lnTo>
                    <a:lnTo>
                      <a:pt x="950" y="504"/>
                    </a:lnTo>
                    <a:lnTo>
                      <a:pt x="950" y="504"/>
                    </a:lnTo>
                    <a:close/>
                    <a:moveTo>
                      <a:pt x="1074" y="504"/>
                    </a:moveTo>
                    <a:lnTo>
                      <a:pt x="1076" y="508"/>
                    </a:lnTo>
                    <a:lnTo>
                      <a:pt x="1074" y="508"/>
                    </a:lnTo>
                    <a:lnTo>
                      <a:pt x="1074" y="504"/>
                    </a:lnTo>
                    <a:lnTo>
                      <a:pt x="1074" y="504"/>
                    </a:lnTo>
                    <a:lnTo>
                      <a:pt x="1074" y="504"/>
                    </a:lnTo>
                    <a:close/>
                    <a:moveTo>
                      <a:pt x="1080" y="516"/>
                    </a:moveTo>
                    <a:lnTo>
                      <a:pt x="1080" y="520"/>
                    </a:lnTo>
                    <a:lnTo>
                      <a:pt x="1084" y="520"/>
                    </a:lnTo>
                    <a:lnTo>
                      <a:pt x="1084" y="522"/>
                    </a:lnTo>
                    <a:lnTo>
                      <a:pt x="1080" y="522"/>
                    </a:lnTo>
                    <a:lnTo>
                      <a:pt x="1080" y="520"/>
                    </a:lnTo>
                    <a:lnTo>
                      <a:pt x="1076" y="520"/>
                    </a:lnTo>
                    <a:lnTo>
                      <a:pt x="1076" y="516"/>
                    </a:lnTo>
                    <a:lnTo>
                      <a:pt x="1080" y="516"/>
                    </a:lnTo>
                    <a:lnTo>
                      <a:pt x="1080" y="516"/>
                    </a:lnTo>
                    <a:lnTo>
                      <a:pt x="1080" y="516"/>
                    </a:lnTo>
                    <a:close/>
                    <a:moveTo>
                      <a:pt x="1084" y="516"/>
                    </a:moveTo>
                    <a:lnTo>
                      <a:pt x="1084" y="520"/>
                    </a:lnTo>
                    <a:lnTo>
                      <a:pt x="1084" y="516"/>
                    </a:lnTo>
                    <a:lnTo>
                      <a:pt x="1084" y="516"/>
                    </a:lnTo>
                    <a:lnTo>
                      <a:pt x="1084" y="516"/>
                    </a:lnTo>
                    <a:close/>
                    <a:moveTo>
                      <a:pt x="1088" y="520"/>
                    </a:moveTo>
                    <a:lnTo>
                      <a:pt x="1088" y="522"/>
                    </a:lnTo>
                    <a:lnTo>
                      <a:pt x="1084" y="522"/>
                    </a:lnTo>
                    <a:lnTo>
                      <a:pt x="1084" y="520"/>
                    </a:lnTo>
                    <a:lnTo>
                      <a:pt x="1088" y="520"/>
                    </a:lnTo>
                    <a:lnTo>
                      <a:pt x="1088" y="520"/>
                    </a:lnTo>
                    <a:lnTo>
                      <a:pt x="1088" y="520"/>
                    </a:lnTo>
                    <a:close/>
                    <a:moveTo>
                      <a:pt x="1084" y="522"/>
                    </a:moveTo>
                    <a:lnTo>
                      <a:pt x="1088" y="522"/>
                    </a:lnTo>
                    <a:lnTo>
                      <a:pt x="1088" y="526"/>
                    </a:lnTo>
                    <a:lnTo>
                      <a:pt x="1084" y="526"/>
                    </a:lnTo>
                    <a:lnTo>
                      <a:pt x="1084" y="522"/>
                    </a:lnTo>
                    <a:lnTo>
                      <a:pt x="1084" y="522"/>
                    </a:lnTo>
                    <a:lnTo>
                      <a:pt x="1084" y="522"/>
                    </a:lnTo>
                    <a:close/>
                    <a:moveTo>
                      <a:pt x="712" y="522"/>
                    </a:moveTo>
                    <a:lnTo>
                      <a:pt x="712" y="526"/>
                    </a:lnTo>
                    <a:lnTo>
                      <a:pt x="708" y="526"/>
                    </a:lnTo>
                    <a:lnTo>
                      <a:pt x="708" y="522"/>
                    </a:lnTo>
                    <a:lnTo>
                      <a:pt x="712" y="522"/>
                    </a:lnTo>
                    <a:lnTo>
                      <a:pt x="712" y="522"/>
                    </a:lnTo>
                    <a:lnTo>
                      <a:pt x="712" y="522"/>
                    </a:lnTo>
                    <a:close/>
                    <a:moveTo>
                      <a:pt x="890" y="546"/>
                    </a:moveTo>
                    <a:lnTo>
                      <a:pt x="894" y="546"/>
                    </a:lnTo>
                    <a:lnTo>
                      <a:pt x="894" y="550"/>
                    </a:lnTo>
                    <a:lnTo>
                      <a:pt x="890" y="550"/>
                    </a:lnTo>
                    <a:lnTo>
                      <a:pt x="890" y="546"/>
                    </a:lnTo>
                    <a:lnTo>
                      <a:pt x="890" y="546"/>
                    </a:lnTo>
                    <a:lnTo>
                      <a:pt x="890" y="546"/>
                    </a:lnTo>
                    <a:close/>
                    <a:moveTo>
                      <a:pt x="690" y="552"/>
                    </a:moveTo>
                    <a:lnTo>
                      <a:pt x="686" y="552"/>
                    </a:lnTo>
                    <a:lnTo>
                      <a:pt x="690" y="552"/>
                    </a:lnTo>
                    <a:lnTo>
                      <a:pt x="690" y="552"/>
                    </a:lnTo>
                    <a:lnTo>
                      <a:pt x="690" y="552"/>
                    </a:lnTo>
                    <a:close/>
                    <a:moveTo>
                      <a:pt x="1066" y="564"/>
                    </a:moveTo>
                    <a:lnTo>
                      <a:pt x="1066" y="566"/>
                    </a:lnTo>
                    <a:lnTo>
                      <a:pt x="1062" y="566"/>
                    </a:lnTo>
                    <a:lnTo>
                      <a:pt x="1062" y="564"/>
                    </a:lnTo>
                    <a:lnTo>
                      <a:pt x="1066" y="564"/>
                    </a:lnTo>
                    <a:lnTo>
                      <a:pt x="1066" y="564"/>
                    </a:lnTo>
                    <a:lnTo>
                      <a:pt x="1066" y="564"/>
                    </a:lnTo>
                    <a:close/>
                    <a:moveTo>
                      <a:pt x="1088" y="608"/>
                    </a:moveTo>
                    <a:lnTo>
                      <a:pt x="1088" y="612"/>
                    </a:lnTo>
                    <a:lnTo>
                      <a:pt x="1084" y="612"/>
                    </a:lnTo>
                    <a:lnTo>
                      <a:pt x="1088" y="608"/>
                    </a:lnTo>
                    <a:lnTo>
                      <a:pt x="1088" y="608"/>
                    </a:lnTo>
                    <a:lnTo>
                      <a:pt x="1088" y="608"/>
                    </a:lnTo>
                    <a:close/>
                    <a:moveTo>
                      <a:pt x="1118" y="664"/>
                    </a:moveTo>
                    <a:lnTo>
                      <a:pt x="1118" y="660"/>
                    </a:lnTo>
                    <a:lnTo>
                      <a:pt x="1122" y="660"/>
                    </a:lnTo>
                    <a:lnTo>
                      <a:pt x="1118" y="664"/>
                    </a:lnTo>
                    <a:lnTo>
                      <a:pt x="1118" y="664"/>
                    </a:lnTo>
                    <a:lnTo>
                      <a:pt x="1118" y="664"/>
                    </a:lnTo>
                    <a:close/>
                    <a:moveTo>
                      <a:pt x="1122" y="660"/>
                    </a:moveTo>
                    <a:lnTo>
                      <a:pt x="1122" y="664"/>
                    </a:lnTo>
                    <a:lnTo>
                      <a:pt x="1118" y="664"/>
                    </a:lnTo>
                    <a:lnTo>
                      <a:pt x="1122" y="664"/>
                    </a:lnTo>
                    <a:lnTo>
                      <a:pt x="1122" y="660"/>
                    </a:lnTo>
                    <a:lnTo>
                      <a:pt x="1122" y="660"/>
                    </a:lnTo>
                    <a:lnTo>
                      <a:pt x="1122" y="660"/>
                    </a:lnTo>
                    <a:close/>
                    <a:moveTo>
                      <a:pt x="864" y="676"/>
                    </a:moveTo>
                    <a:lnTo>
                      <a:pt x="864" y="680"/>
                    </a:lnTo>
                    <a:lnTo>
                      <a:pt x="864" y="676"/>
                    </a:lnTo>
                    <a:lnTo>
                      <a:pt x="864" y="676"/>
                    </a:lnTo>
                    <a:lnTo>
                      <a:pt x="864" y="676"/>
                    </a:lnTo>
                    <a:close/>
                    <a:moveTo>
                      <a:pt x="1132" y="698"/>
                    </a:moveTo>
                    <a:lnTo>
                      <a:pt x="1136" y="698"/>
                    </a:lnTo>
                    <a:lnTo>
                      <a:pt x="1132" y="698"/>
                    </a:lnTo>
                    <a:lnTo>
                      <a:pt x="1132" y="698"/>
                    </a:lnTo>
                    <a:lnTo>
                      <a:pt x="1132" y="698"/>
                    </a:lnTo>
                    <a:close/>
                    <a:moveTo>
                      <a:pt x="1174" y="720"/>
                    </a:moveTo>
                    <a:lnTo>
                      <a:pt x="1174" y="724"/>
                    </a:lnTo>
                    <a:lnTo>
                      <a:pt x="1170" y="724"/>
                    </a:lnTo>
                    <a:lnTo>
                      <a:pt x="1170" y="720"/>
                    </a:lnTo>
                    <a:lnTo>
                      <a:pt x="1174" y="720"/>
                    </a:lnTo>
                    <a:lnTo>
                      <a:pt x="1174" y="720"/>
                    </a:lnTo>
                    <a:lnTo>
                      <a:pt x="1174" y="720"/>
                    </a:lnTo>
                    <a:close/>
                    <a:moveTo>
                      <a:pt x="150" y="720"/>
                    </a:moveTo>
                    <a:lnTo>
                      <a:pt x="150" y="724"/>
                    </a:lnTo>
                    <a:lnTo>
                      <a:pt x="146" y="724"/>
                    </a:lnTo>
                    <a:lnTo>
                      <a:pt x="150" y="720"/>
                    </a:lnTo>
                    <a:lnTo>
                      <a:pt x="150" y="720"/>
                    </a:lnTo>
                    <a:lnTo>
                      <a:pt x="150" y="720"/>
                    </a:lnTo>
                    <a:close/>
                    <a:moveTo>
                      <a:pt x="1204" y="750"/>
                    </a:moveTo>
                    <a:lnTo>
                      <a:pt x="1208" y="750"/>
                    </a:lnTo>
                    <a:lnTo>
                      <a:pt x="1204" y="754"/>
                    </a:lnTo>
                    <a:lnTo>
                      <a:pt x="1204" y="750"/>
                    </a:lnTo>
                    <a:lnTo>
                      <a:pt x="1204" y="750"/>
                    </a:lnTo>
                    <a:lnTo>
                      <a:pt x="1204" y="750"/>
                    </a:lnTo>
                    <a:close/>
                    <a:moveTo>
                      <a:pt x="176" y="766"/>
                    </a:moveTo>
                    <a:lnTo>
                      <a:pt x="180" y="766"/>
                    </a:lnTo>
                    <a:lnTo>
                      <a:pt x="176" y="768"/>
                    </a:lnTo>
                    <a:lnTo>
                      <a:pt x="176" y="766"/>
                    </a:lnTo>
                    <a:lnTo>
                      <a:pt x="176" y="766"/>
                    </a:lnTo>
                    <a:lnTo>
                      <a:pt x="176" y="766"/>
                    </a:lnTo>
                    <a:close/>
                    <a:moveTo>
                      <a:pt x="182" y="776"/>
                    </a:moveTo>
                    <a:lnTo>
                      <a:pt x="186" y="776"/>
                    </a:lnTo>
                    <a:lnTo>
                      <a:pt x="182" y="776"/>
                    </a:lnTo>
                    <a:lnTo>
                      <a:pt x="182" y="776"/>
                    </a:lnTo>
                    <a:lnTo>
                      <a:pt x="182" y="776"/>
                    </a:lnTo>
                    <a:close/>
                    <a:moveTo>
                      <a:pt x="180" y="780"/>
                    </a:moveTo>
                    <a:lnTo>
                      <a:pt x="180" y="776"/>
                    </a:lnTo>
                    <a:lnTo>
                      <a:pt x="180" y="780"/>
                    </a:lnTo>
                    <a:lnTo>
                      <a:pt x="180" y="780"/>
                    </a:lnTo>
                    <a:lnTo>
                      <a:pt x="180" y="780"/>
                    </a:lnTo>
                    <a:close/>
                    <a:moveTo>
                      <a:pt x="182" y="780"/>
                    </a:moveTo>
                    <a:lnTo>
                      <a:pt x="186" y="780"/>
                    </a:lnTo>
                    <a:lnTo>
                      <a:pt x="182" y="780"/>
                    </a:lnTo>
                    <a:lnTo>
                      <a:pt x="182" y="780"/>
                    </a:lnTo>
                    <a:lnTo>
                      <a:pt x="182" y="780"/>
                    </a:lnTo>
                    <a:close/>
                    <a:moveTo>
                      <a:pt x="202" y="806"/>
                    </a:moveTo>
                    <a:lnTo>
                      <a:pt x="198" y="806"/>
                    </a:lnTo>
                    <a:lnTo>
                      <a:pt x="202" y="806"/>
                    </a:lnTo>
                    <a:lnTo>
                      <a:pt x="206" y="806"/>
                    </a:lnTo>
                    <a:lnTo>
                      <a:pt x="202" y="806"/>
                    </a:lnTo>
                    <a:lnTo>
                      <a:pt x="202" y="806"/>
                    </a:lnTo>
                    <a:lnTo>
                      <a:pt x="202" y="806"/>
                    </a:lnTo>
                    <a:close/>
                    <a:moveTo>
                      <a:pt x="1212" y="806"/>
                    </a:moveTo>
                    <a:lnTo>
                      <a:pt x="1208" y="810"/>
                    </a:lnTo>
                    <a:lnTo>
                      <a:pt x="1208" y="806"/>
                    </a:lnTo>
                    <a:lnTo>
                      <a:pt x="1212" y="806"/>
                    </a:lnTo>
                    <a:lnTo>
                      <a:pt x="1212" y="806"/>
                    </a:lnTo>
                    <a:lnTo>
                      <a:pt x="1212" y="806"/>
                    </a:lnTo>
                    <a:close/>
                    <a:moveTo>
                      <a:pt x="198" y="810"/>
                    </a:moveTo>
                    <a:lnTo>
                      <a:pt x="202" y="810"/>
                    </a:lnTo>
                    <a:lnTo>
                      <a:pt x="198" y="810"/>
                    </a:lnTo>
                    <a:lnTo>
                      <a:pt x="198" y="810"/>
                    </a:lnTo>
                    <a:lnTo>
                      <a:pt x="198" y="810"/>
                    </a:lnTo>
                    <a:close/>
                    <a:moveTo>
                      <a:pt x="210" y="810"/>
                    </a:moveTo>
                    <a:lnTo>
                      <a:pt x="210" y="814"/>
                    </a:lnTo>
                    <a:lnTo>
                      <a:pt x="206" y="814"/>
                    </a:lnTo>
                    <a:lnTo>
                      <a:pt x="202" y="814"/>
                    </a:lnTo>
                    <a:lnTo>
                      <a:pt x="206" y="814"/>
                    </a:lnTo>
                    <a:lnTo>
                      <a:pt x="210" y="810"/>
                    </a:lnTo>
                    <a:lnTo>
                      <a:pt x="210" y="810"/>
                    </a:lnTo>
                    <a:lnTo>
                      <a:pt x="210" y="810"/>
                    </a:lnTo>
                    <a:close/>
                    <a:moveTo>
                      <a:pt x="220" y="814"/>
                    </a:moveTo>
                    <a:lnTo>
                      <a:pt x="220" y="818"/>
                    </a:lnTo>
                    <a:lnTo>
                      <a:pt x="220" y="814"/>
                    </a:lnTo>
                    <a:lnTo>
                      <a:pt x="220" y="814"/>
                    </a:lnTo>
                    <a:lnTo>
                      <a:pt x="220" y="814"/>
                    </a:lnTo>
                    <a:close/>
                    <a:moveTo>
                      <a:pt x="224" y="814"/>
                    </a:moveTo>
                    <a:lnTo>
                      <a:pt x="224" y="818"/>
                    </a:lnTo>
                    <a:lnTo>
                      <a:pt x="224" y="822"/>
                    </a:lnTo>
                    <a:lnTo>
                      <a:pt x="224" y="818"/>
                    </a:lnTo>
                    <a:lnTo>
                      <a:pt x="220" y="818"/>
                    </a:lnTo>
                    <a:lnTo>
                      <a:pt x="224" y="814"/>
                    </a:lnTo>
                    <a:lnTo>
                      <a:pt x="224" y="814"/>
                    </a:lnTo>
                    <a:lnTo>
                      <a:pt x="224" y="814"/>
                    </a:lnTo>
                    <a:close/>
                    <a:moveTo>
                      <a:pt x="232" y="818"/>
                    </a:moveTo>
                    <a:lnTo>
                      <a:pt x="232" y="822"/>
                    </a:lnTo>
                    <a:lnTo>
                      <a:pt x="228" y="818"/>
                    </a:lnTo>
                    <a:lnTo>
                      <a:pt x="232" y="818"/>
                    </a:lnTo>
                    <a:lnTo>
                      <a:pt x="232" y="818"/>
                    </a:lnTo>
                    <a:lnTo>
                      <a:pt x="232" y="818"/>
                    </a:lnTo>
                    <a:close/>
                    <a:moveTo>
                      <a:pt x="228" y="818"/>
                    </a:moveTo>
                    <a:lnTo>
                      <a:pt x="232" y="822"/>
                    </a:lnTo>
                    <a:lnTo>
                      <a:pt x="228" y="822"/>
                    </a:lnTo>
                    <a:lnTo>
                      <a:pt x="228" y="818"/>
                    </a:lnTo>
                    <a:lnTo>
                      <a:pt x="228" y="818"/>
                    </a:lnTo>
                    <a:lnTo>
                      <a:pt x="228" y="818"/>
                    </a:lnTo>
                    <a:close/>
                    <a:moveTo>
                      <a:pt x="228" y="818"/>
                    </a:moveTo>
                    <a:lnTo>
                      <a:pt x="228" y="822"/>
                    </a:lnTo>
                    <a:lnTo>
                      <a:pt x="228" y="824"/>
                    </a:lnTo>
                    <a:lnTo>
                      <a:pt x="228" y="822"/>
                    </a:lnTo>
                    <a:lnTo>
                      <a:pt x="224" y="822"/>
                    </a:lnTo>
                    <a:lnTo>
                      <a:pt x="228" y="822"/>
                    </a:lnTo>
                    <a:lnTo>
                      <a:pt x="228" y="818"/>
                    </a:lnTo>
                    <a:lnTo>
                      <a:pt x="228" y="818"/>
                    </a:lnTo>
                    <a:lnTo>
                      <a:pt x="228" y="818"/>
                    </a:lnTo>
                    <a:close/>
                    <a:moveTo>
                      <a:pt x="238" y="828"/>
                    </a:moveTo>
                    <a:lnTo>
                      <a:pt x="238" y="832"/>
                    </a:lnTo>
                    <a:lnTo>
                      <a:pt x="238" y="828"/>
                    </a:lnTo>
                    <a:lnTo>
                      <a:pt x="238" y="828"/>
                    </a:lnTo>
                    <a:lnTo>
                      <a:pt x="238" y="828"/>
                    </a:lnTo>
                    <a:close/>
                    <a:moveTo>
                      <a:pt x="1230" y="828"/>
                    </a:moveTo>
                    <a:lnTo>
                      <a:pt x="1230" y="832"/>
                    </a:lnTo>
                    <a:lnTo>
                      <a:pt x="1226" y="832"/>
                    </a:lnTo>
                    <a:lnTo>
                      <a:pt x="1226" y="828"/>
                    </a:lnTo>
                    <a:lnTo>
                      <a:pt x="1230" y="828"/>
                    </a:lnTo>
                    <a:lnTo>
                      <a:pt x="1230" y="828"/>
                    </a:lnTo>
                    <a:lnTo>
                      <a:pt x="1230" y="828"/>
                    </a:lnTo>
                    <a:close/>
                    <a:moveTo>
                      <a:pt x="1222" y="832"/>
                    </a:moveTo>
                    <a:lnTo>
                      <a:pt x="1218" y="836"/>
                    </a:lnTo>
                    <a:lnTo>
                      <a:pt x="1218" y="832"/>
                    </a:lnTo>
                    <a:lnTo>
                      <a:pt x="1222" y="832"/>
                    </a:lnTo>
                    <a:lnTo>
                      <a:pt x="1222" y="832"/>
                    </a:lnTo>
                    <a:lnTo>
                      <a:pt x="1222" y="832"/>
                    </a:lnTo>
                    <a:close/>
                    <a:moveTo>
                      <a:pt x="250" y="832"/>
                    </a:moveTo>
                    <a:lnTo>
                      <a:pt x="250" y="836"/>
                    </a:lnTo>
                    <a:lnTo>
                      <a:pt x="246" y="836"/>
                    </a:lnTo>
                    <a:lnTo>
                      <a:pt x="250" y="836"/>
                    </a:lnTo>
                    <a:lnTo>
                      <a:pt x="250" y="832"/>
                    </a:lnTo>
                    <a:lnTo>
                      <a:pt x="250" y="832"/>
                    </a:lnTo>
                    <a:lnTo>
                      <a:pt x="250" y="832"/>
                    </a:lnTo>
                    <a:close/>
                    <a:moveTo>
                      <a:pt x="212" y="840"/>
                    </a:moveTo>
                    <a:lnTo>
                      <a:pt x="216" y="840"/>
                    </a:lnTo>
                    <a:lnTo>
                      <a:pt x="216" y="844"/>
                    </a:lnTo>
                    <a:lnTo>
                      <a:pt x="212" y="844"/>
                    </a:lnTo>
                    <a:lnTo>
                      <a:pt x="212" y="840"/>
                    </a:lnTo>
                    <a:lnTo>
                      <a:pt x="212" y="840"/>
                    </a:lnTo>
                    <a:lnTo>
                      <a:pt x="212" y="840"/>
                    </a:lnTo>
                    <a:close/>
                    <a:moveTo>
                      <a:pt x="1238" y="862"/>
                    </a:moveTo>
                    <a:lnTo>
                      <a:pt x="1234" y="862"/>
                    </a:lnTo>
                    <a:lnTo>
                      <a:pt x="1230" y="862"/>
                    </a:lnTo>
                    <a:lnTo>
                      <a:pt x="1234" y="862"/>
                    </a:lnTo>
                    <a:lnTo>
                      <a:pt x="1238" y="862"/>
                    </a:lnTo>
                    <a:lnTo>
                      <a:pt x="1238" y="862"/>
                    </a:lnTo>
                    <a:lnTo>
                      <a:pt x="1238" y="862"/>
                    </a:lnTo>
                    <a:close/>
                    <a:moveTo>
                      <a:pt x="1204" y="874"/>
                    </a:moveTo>
                    <a:lnTo>
                      <a:pt x="1200" y="874"/>
                    </a:lnTo>
                    <a:lnTo>
                      <a:pt x="1204" y="874"/>
                    </a:lnTo>
                    <a:lnTo>
                      <a:pt x="1204" y="874"/>
                    </a:lnTo>
                    <a:lnTo>
                      <a:pt x="1204" y="874"/>
                    </a:lnTo>
                    <a:close/>
                    <a:moveTo>
                      <a:pt x="1230" y="874"/>
                    </a:moveTo>
                    <a:lnTo>
                      <a:pt x="1226" y="874"/>
                    </a:lnTo>
                    <a:lnTo>
                      <a:pt x="1226" y="878"/>
                    </a:lnTo>
                    <a:lnTo>
                      <a:pt x="1226" y="874"/>
                    </a:lnTo>
                    <a:lnTo>
                      <a:pt x="1230" y="874"/>
                    </a:lnTo>
                    <a:lnTo>
                      <a:pt x="1230" y="874"/>
                    </a:lnTo>
                    <a:lnTo>
                      <a:pt x="1230" y="874"/>
                    </a:lnTo>
                    <a:close/>
                    <a:moveTo>
                      <a:pt x="738" y="146"/>
                    </a:moveTo>
                    <a:lnTo>
                      <a:pt x="734" y="146"/>
                    </a:lnTo>
                    <a:lnTo>
                      <a:pt x="732" y="146"/>
                    </a:lnTo>
                    <a:lnTo>
                      <a:pt x="732" y="142"/>
                    </a:lnTo>
                    <a:lnTo>
                      <a:pt x="728" y="138"/>
                    </a:lnTo>
                    <a:lnTo>
                      <a:pt x="724" y="138"/>
                    </a:lnTo>
                    <a:lnTo>
                      <a:pt x="724" y="136"/>
                    </a:lnTo>
                    <a:lnTo>
                      <a:pt x="720" y="136"/>
                    </a:lnTo>
                    <a:lnTo>
                      <a:pt x="720" y="138"/>
                    </a:lnTo>
                    <a:lnTo>
                      <a:pt x="724" y="138"/>
                    </a:lnTo>
                    <a:lnTo>
                      <a:pt x="724" y="142"/>
                    </a:lnTo>
                    <a:lnTo>
                      <a:pt x="728" y="142"/>
                    </a:lnTo>
                    <a:lnTo>
                      <a:pt x="732" y="146"/>
                    </a:lnTo>
                    <a:lnTo>
                      <a:pt x="728" y="146"/>
                    </a:lnTo>
                    <a:lnTo>
                      <a:pt x="724" y="146"/>
                    </a:lnTo>
                    <a:lnTo>
                      <a:pt x="724" y="142"/>
                    </a:lnTo>
                    <a:lnTo>
                      <a:pt x="720" y="142"/>
                    </a:lnTo>
                    <a:lnTo>
                      <a:pt x="716" y="142"/>
                    </a:lnTo>
                    <a:lnTo>
                      <a:pt x="712" y="142"/>
                    </a:lnTo>
                    <a:lnTo>
                      <a:pt x="716" y="142"/>
                    </a:lnTo>
                    <a:lnTo>
                      <a:pt x="716" y="146"/>
                    </a:lnTo>
                    <a:lnTo>
                      <a:pt x="712" y="146"/>
                    </a:lnTo>
                    <a:lnTo>
                      <a:pt x="708" y="146"/>
                    </a:lnTo>
                    <a:lnTo>
                      <a:pt x="706" y="146"/>
                    </a:lnTo>
                    <a:lnTo>
                      <a:pt x="702" y="146"/>
                    </a:lnTo>
                    <a:lnTo>
                      <a:pt x="698" y="146"/>
                    </a:lnTo>
                    <a:lnTo>
                      <a:pt x="694" y="146"/>
                    </a:lnTo>
                    <a:lnTo>
                      <a:pt x="690" y="146"/>
                    </a:lnTo>
                    <a:lnTo>
                      <a:pt x="690" y="142"/>
                    </a:lnTo>
                    <a:lnTo>
                      <a:pt x="686" y="142"/>
                    </a:lnTo>
                    <a:lnTo>
                      <a:pt x="678" y="138"/>
                    </a:lnTo>
                    <a:lnTo>
                      <a:pt x="682" y="138"/>
                    </a:lnTo>
                    <a:lnTo>
                      <a:pt x="686" y="138"/>
                    </a:lnTo>
                    <a:lnTo>
                      <a:pt x="686" y="136"/>
                    </a:lnTo>
                    <a:lnTo>
                      <a:pt x="690" y="136"/>
                    </a:lnTo>
                    <a:lnTo>
                      <a:pt x="694" y="136"/>
                    </a:lnTo>
                    <a:lnTo>
                      <a:pt x="698" y="136"/>
                    </a:lnTo>
                    <a:lnTo>
                      <a:pt x="694" y="136"/>
                    </a:lnTo>
                    <a:lnTo>
                      <a:pt x="690" y="136"/>
                    </a:lnTo>
                    <a:lnTo>
                      <a:pt x="686" y="136"/>
                    </a:lnTo>
                    <a:lnTo>
                      <a:pt x="682" y="136"/>
                    </a:lnTo>
                    <a:lnTo>
                      <a:pt x="678" y="136"/>
                    </a:lnTo>
                    <a:lnTo>
                      <a:pt x="676" y="136"/>
                    </a:lnTo>
                    <a:lnTo>
                      <a:pt x="672" y="136"/>
                    </a:lnTo>
                    <a:lnTo>
                      <a:pt x="668" y="132"/>
                    </a:lnTo>
                    <a:lnTo>
                      <a:pt x="668" y="128"/>
                    </a:lnTo>
                    <a:lnTo>
                      <a:pt x="672" y="128"/>
                    </a:lnTo>
                    <a:lnTo>
                      <a:pt x="672" y="132"/>
                    </a:lnTo>
                    <a:lnTo>
                      <a:pt x="676" y="132"/>
                    </a:lnTo>
                    <a:lnTo>
                      <a:pt x="678" y="132"/>
                    </a:lnTo>
                    <a:lnTo>
                      <a:pt x="676" y="128"/>
                    </a:lnTo>
                    <a:lnTo>
                      <a:pt x="672" y="128"/>
                    </a:lnTo>
                    <a:lnTo>
                      <a:pt x="668" y="128"/>
                    </a:lnTo>
                    <a:lnTo>
                      <a:pt x="664" y="128"/>
                    </a:lnTo>
                    <a:lnTo>
                      <a:pt x="664" y="124"/>
                    </a:lnTo>
                    <a:lnTo>
                      <a:pt x="660" y="124"/>
                    </a:lnTo>
                    <a:lnTo>
                      <a:pt x="664" y="124"/>
                    </a:lnTo>
                    <a:lnTo>
                      <a:pt x="668" y="120"/>
                    </a:lnTo>
                    <a:lnTo>
                      <a:pt x="668" y="124"/>
                    </a:lnTo>
                    <a:lnTo>
                      <a:pt x="668" y="120"/>
                    </a:lnTo>
                    <a:lnTo>
                      <a:pt x="672" y="120"/>
                    </a:lnTo>
                    <a:lnTo>
                      <a:pt x="676" y="120"/>
                    </a:lnTo>
                    <a:lnTo>
                      <a:pt x="676" y="116"/>
                    </a:lnTo>
                    <a:lnTo>
                      <a:pt x="676" y="120"/>
                    </a:lnTo>
                    <a:lnTo>
                      <a:pt x="678" y="120"/>
                    </a:lnTo>
                    <a:lnTo>
                      <a:pt x="682" y="120"/>
                    </a:lnTo>
                    <a:lnTo>
                      <a:pt x="686" y="120"/>
                    </a:lnTo>
                    <a:lnTo>
                      <a:pt x="690" y="120"/>
                    </a:lnTo>
                    <a:lnTo>
                      <a:pt x="694" y="120"/>
                    </a:lnTo>
                    <a:lnTo>
                      <a:pt x="698" y="116"/>
                    </a:lnTo>
                    <a:lnTo>
                      <a:pt x="702" y="116"/>
                    </a:lnTo>
                    <a:lnTo>
                      <a:pt x="706" y="116"/>
                    </a:lnTo>
                    <a:lnTo>
                      <a:pt x="708" y="116"/>
                    </a:lnTo>
                    <a:lnTo>
                      <a:pt x="712" y="116"/>
                    </a:lnTo>
                    <a:lnTo>
                      <a:pt x="716" y="116"/>
                    </a:lnTo>
                    <a:lnTo>
                      <a:pt x="712" y="116"/>
                    </a:lnTo>
                    <a:lnTo>
                      <a:pt x="708" y="116"/>
                    </a:lnTo>
                    <a:lnTo>
                      <a:pt x="706" y="116"/>
                    </a:lnTo>
                    <a:lnTo>
                      <a:pt x="702" y="116"/>
                    </a:lnTo>
                    <a:lnTo>
                      <a:pt x="694" y="116"/>
                    </a:lnTo>
                    <a:lnTo>
                      <a:pt x="690" y="116"/>
                    </a:lnTo>
                    <a:lnTo>
                      <a:pt x="686" y="116"/>
                    </a:lnTo>
                    <a:lnTo>
                      <a:pt x="682" y="116"/>
                    </a:lnTo>
                    <a:lnTo>
                      <a:pt x="686" y="116"/>
                    </a:lnTo>
                    <a:lnTo>
                      <a:pt x="686" y="112"/>
                    </a:lnTo>
                    <a:lnTo>
                      <a:pt x="690" y="112"/>
                    </a:lnTo>
                    <a:lnTo>
                      <a:pt x="694" y="116"/>
                    </a:lnTo>
                    <a:lnTo>
                      <a:pt x="694" y="112"/>
                    </a:lnTo>
                    <a:lnTo>
                      <a:pt x="698" y="112"/>
                    </a:lnTo>
                    <a:lnTo>
                      <a:pt x="702" y="112"/>
                    </a:lnTo>
                    <a:lnTo>
                      <a:pt x="706" y="112"/>
                    </a:lnTo>
                    <a:lnTo>
                      <a:pt x="702" y="112"/>
                    </a:lnTo>
                    <a:lnTo>
                      <a:pt x="698" y="112"/>
                    </a:lnTo>
                    <a:lnTo>
                      <a:pt x="694" y="112"/>
                    </a:lnTo>
                    <a:lnTo>
                      <a:pt x="690" y="112"/>
                    </a:lnTo>
                    <a:lnTo>
                      <a:pt x="686" y="112"/>
                    </a:lnTo>
                    <a:lnTo>
                      <a:pt x="690" y="112"/>
                    </a:lnTo>
                    <a:lnTo>
                      <a:pt x="690" y="108"/>
                    </a:lnTo>
                    <a:lnTo>
                      <a:pt x="686" y="108"/>
                    </a:lnTo>
                    <a:lnTo>
                      <a:pt x="682" y="108"/>
                    </a:lnTo>
                    <a:lnTo>
                      <a:pt x="682" y="112"/>
                    </a:lnTo>
                    <a:lnTo>
                      <a:pt x="678" y="112"/>
                    </a:lnTo>
                    <a:lnTo>
                      <a:pt x="678" y="108"/>
                    </a:lnTo>
                    <a:lnTo>
                      <a:pt x="678" y="112"/>
                    </a:lnTo>
                    <a:lnTo>
                      <a:pt x="676" y="112"/>
                    </a:lnTo>
                    <a:lnTo>
                      <a:pt x="676" y="108"/>
                    </a:lnTo>
                    <a:lnTo>
                      <a:pt x="672" y="112"/>
                    </a:lnTo>
                    <a:lnTo>
                      <a:pt x="668" y="116"/>
                    </a:lnTo>
                    <a:lnTo>
                      <a:pt x="664" y="116"/>
                    </a:lnTo>
                    <a:lnTo>
                      <a:pt x="660" y="116"/>
                    </a:lnTo>
                    <a:lnTo>
                      <a:pt x="664" y="112"/>
                    </a:lnTo>
                    <a:lnTo>
                      <a:pt x="660" y="112"/>
                    </a:lnTo>
                    <a:lnTo>
                      <a:pt x="656" y="112"/>
                    </a:lnTo>
                    <a:lnTo>
                      <a:pt x="660" y="112"/>
                    </a:lnTo>
                    <a:lnTo>
                      <a:pt x="656" y="112"/>
                    </a:lnTo>
                    <a:lnTo>
                      <a:pt x="652" y="112"/>
                    </a:lnTo>
                    <a:lnTo>
                      <a:pt x="652" y="116"/>
                    </a:lnTo>
                    <a:lnTo>
                      <a:pt x="650" y="116"/>
                    </a:lnTo>
                    <a:lnTo>
                      <a:pt x="646" y="112"/>
                    </a:lnTo>
                    <a:lnTo>
                      <a:pt x="642" y="112"/>
                    </a:lnTo>
                    <a:lnTo>
                      <a:pt x="642" y="108"/>
                    </a:lnTo>
                    <a:lnTo>
                      <a:pt x="642" y="106"/>
                    </a:lnTo>
                    <a:lnTo>
                      <a:pt x="646" y="106"/>
                    </a:lnTo>
                    <a:lnTo>
                      <a:pt x="650" y="106"/>
                    </a:lnTo>
                    <a:lnTo>
                      <a:pt x="652" y="106"/>
                    </a:lnTo>
                    <a:lnTo>
                      <a:pt x="656" y="106"/>
                    </a:lnTo>
                    <a:lnTo>
                      <a:pt x="660" y="106"/>
                    </a:lnTo>
                    <a:lnTo>
                      <a:pt x="660" y="102"/>
                    </a:lnTo>
                    <a:lnTo>
                      <a:pt x="656" y="102"/>
                    </a:lnTo>
                    <a:lnTo>
                      <a:pt x="652" y="106"/>
                    </a:lnTo>
                    <a:lnTo>
                      <a:pt x="650" y="106"/>
                    </a:lnTo>
                    <a:lnTo>
                      <a:pt x="646" y="106"/>
                    </a:lnTo>
                    <a:lnTo>
                      <a:pt x="642" y="106"/>
                    </a:lnTo>
                    <a:lnTo>
                      <a:pt x="638" y="106"/>
                    </a:lnTo>
                    <a:lnTo>
                      <a:pt x="638" y="102"/>
                    </a:lnTo>
                    <a:lnTo>
                      <a:pt x="634" y="102"/>
                    </a:lnTo>
                    <a:lnTo>
                      <a:pt x="630" y="98"/>
                    </a:lnTo>
                    <a:lnTo>
                      <a:pt x="626" y="98"/>
                    </a:lnTo>
                    <a:lnTo>
                      <a:pt x="630" y="98"/>
                    </a:lnTo>
                    <a:lnTo>
                      <a:pt x="634" y="98"/>
                    </a:lnTo>
                    <a:lnTo>
                      <a:pt x="630" y="94"/>
                    </a:lnTo>
                    <a:lnTo>
                      <a:pt x="626" y="94"/>
                    </a:lnTo>
                    <a:lnTo>
                      <a:pt x="630" y="94"/>
                    </a:lnTo>
                    <a:lnTo>
                      <a:pt x="626" y="94"/>
                    </a:lnTo>
                    <a:lnTo>
                      <a:pt x="626" y="90"/>
                    </a:lnTo>
                    <a:lnTo>
                      <a:pt x="630" y="90"/>
                    </a:lnTo>
                    <a:lnTo>
                      <a:pt x="634" y="90"/>
                    </a:lnTo>
                    <a:lnTo>
                      <a:pt x="638" y="90"/>
                    </a:lnTo>
                    <a:lnTo>
                      <a:pt x="638" y="94"/>
                    </a:lnTo>
                    <a:lnTo>
                      <a:pt x="642" y="94"/>
                    </a:lnTo>
                    <a:lnTo>
                      <a:pt x="646" y="94"/>
                    </a:lnTo>
                    <a:lnTo>
                      <a:pt x="650" y="94"/>
                    </a:lnTo>
                    <a:lnTo>
                      <a:pt x="652" y="94"/>
                    </a:lnTo>
                    <a:lnTo>
                      <a:pt x="656" y="94"/>
                    </a:lnTo>
                    <a:lnTo>
                      <a:pt x="660" y="94"/>
                    </a:lnTo>
                    <a:lnTo>
                      <a:pt x="656" y="94"/>
                    </a:lnTo>
                    <a:lnTo>
                      <a:pt x="652" y="90"/>
                    </a:lnTo>
                    <a:lnTo>
                      <a:pt x="656" y="90"/>
                    </a:lnTo>
                    <a:lnTo>
                      <a:pt x="660" y="90"/>
                    </a:lnTo>
                    <a:lnTo>
                      <a:pt x="664" y="90"/>
                    </a:lnTo>
                    <a:lnTo>
                      <a:pt x="660" y="90"/>
                    </a:lnTo>
                    <a:lnTo>
                      <a:pt x="656" y="86"/>
                    </a:lnTo>
                    <a:lnTo>
                      <a:pt x="656" y="90"/>
                    </a:lnTo>
                    <a:lnTo>
                      <a:pt x="652" y="90"/>
                    </a:lnTo>
                    <a:lnTo>
                      <a:pt x="650" y="90"/>
                    </a:lnTo>
                    <a:lnTo>
                      <a:pt x="646" y="90"/>
                    </a:lnTo>
                    <a:lnTo>
                      <a:pt x="642" y="90"/>
                    </a:lnTo>
                    <a:lnTo>
                      <a:pt x="642" y="86"/>
                    </a:lnTo>
                    <a:lnTo>
                      <a:pt x="646" y="86"/>
                    </a:lnTo>
                    <a:lnTo>
                      <a:pt x="650" y="86"/>
                    </a:lnTo>
                    <a:lnTo>
                      <a:pt x="646" y="86"/>
                    </a:lnTo>
                    <a:lnTo>
                      <a:pt x="642" y="86"/>
                    </a:lnTo>
                    <a:lnTo>
                      <a:pt x="638" y="86"/>
                    </a:lnTo>
                    <a:lnTo>
                      <a:pt x="638" y="90"/>
                    </a:lnTo>
                    <a:lnTo>
                      <a:pt x="638" y="86"/>
                    </a:lnTo>
                    <a:lnTo>
                      <a:pt x="634" y="86"/>
                    </a:lnTo>
                    <a:lnTo>
                      <a:pt x="630" y="86"/>
                    </a:lnTo>
                    <a:lnTo>
                      <a:pt x="626" y="82"/>
                    </a:lnTo>
                    <a:lnTo>
                      <a:pt x="630" y="82"/>
                    </a:lnTo>
                    <a:lnTo>
                      <a:pt x="634" y="82"/>
                    </a:lnTo>
                    <a:lnTo>
                      <a:pt x="638" y="82"/>
                    </a:lnTo>
                    <a:lnTo>
                      <a:pt x="642" y="82"/>
                    </a:lnTo>
                    <a:lnTo>
                      <a:pt x="646" y="82"/>
                    </a:lnTo>
                    <a:lnTo>
                      <a:pt x="642" y="82"/>
                    </a:lnTo>
                    <a:lnTo>
                      <a:pt x="638" y="78"/>
                    </a:lnTo>
                    <a:lnTo>
                      <a:pt x="638" y="76"/>
                    </a:lnTo>
                    <a:lnTo>
                      <a:pt x="642" y="76"/>
                    </a:lnTo>
                    <a:lnTo>
                      <a:pt x="646" y="76"/>
                    </a:lnTo>
                    <a:lnTo>
                      <a:pt x="650" y="76"/>
                    </a:lnTo>
                    <a:lnTo>
                      <a:pt x="652" y="76"/>
                    </a:lnTo>
                    <a:lnTo>
                      <a:pt x="652" y="78"/>
                    </a:lnTo>
                    <a:lnTo>
                      <a:pt x="656" y="78"/>
                    </a:lnTo>
                    <a:lnTo>
                      <a:pt x="660" y="78"/>
                    </a:lnTo>
                    <a:lnTo>
                      <a:pt x="664" y="78"/>
                    </a:lnTo>
                    <a:lnTo>
                      <a:pt x="668" y="78"/>
                    </a:lnTo>
                    <a:lnTo>
                      <a:pt x="664" y="78"/>
                    </a:lnTo>
                    <a:lnTo>
                      <a:pt x="664" y="76"/>
                    </a:lnTo>
                    <a:lnTo>
                      <a:pt x="660" y="76"/>
                    </a:lnTo>
                    <a:lnTo>
                      <a:pt x="656" y="76"/>
                    </a:lnTo>
                    <a:lnTo>
                      <a:pt x="660" y="76"/>
                    </a:lnTo>
                    <a:lnTo>
                      <a:pt x="664" y="76"/>
                    </a:lnTo>
                    <a:lnTo>
                      <a:pt x="664" y="72"/>
                    </a:lnTo>
                    <a:lnTo>
                      <a:pt x="660" y="72"/>
                    </a:lnTo>
                    <a:lnTo>
                      <a:pt x="656" y="72"/>
                    </a:lnTo>
                    <a:lnTo>
                      <a:pt x="652" y="72"/>
                    </a:lnTo>
                    <a:lnTo>
                      <a:pt x="650" y="72"/>
                    </a:lnTo>
                    <a:lnTo>
                      <a:pt x="646" y="72"/>
                    </a:lnTo>
                    <a:lnTo>
                      <a:pt x="642" y="72"/>
                    </a:lnTo>
                    <a:lnTo>
                      <a:pt x="646" y="68"/>
                    </a:lnTo>
                    <a:lnTo>
                      <a:pt x="650" y="68"/>
                    </a:lnTo>
                    <a:lnTo>
                      <a:pt x="646" y="68"/>
                    </a:lnTo>
                    <a:lnTo>
                      <a:pt x="650" y="64"/>
                    </a:lnTo>
                    <a:lnTo>
                      <a:pt x="652" y="64"/>
                    </a:lnTo>
                    <a:lnTo>
                      <a:pt x="656" y="64"/>
                    </a:lnTo>
                    <a:lnTo>
                      <a:pt x="660" y="64"/>
                    </a:lnTo>
                    <a:lnTo>
                      <a:pt x="664" y="64"/>
                    </a:lnTo>
                    <a:lnTo>
                      <a:pt x="668" y="64"/>
                    </a:lnTo>
                    <a:lnTo>
                      <a:pt x="664" y="64"/>
                    </a:lnTo>
                    <a:lnTo>
                      <a:pt x="660" y="60"/>
                    </a:lnTo>
                    <a:lnTo>
                      <a:pt x="664" y="60"/>
                    </a:lnTo>
                    <a:lnTo>
                      <a:pt x="668" y="60"/>
                    </a:lnTo>
                    <a:lnTo>
                      <a:pt x="672" y="64"/>
                    </a:lnTo>
                    <a:lnTo>
                      <a:pt x="676" y="64"/>
                    </a:lnTo>
                    <a:lnTo>
                      <a:pt x="676" y="60"/>
                    </a:lnTo>
                    <a:lnTo>
                      <a:pt x="678" y="60"/>
                    </a:lnTo>
                    <a:lnTo>
                      <a:pt x="676" y="56"/>
                    </a:lnTo>
                    <a:lnTo>
                      <a:pt x="672" y="56"/>
                    </a:lnTo>
                    <a:lnTo>
                      <a:pt x="668" y="60"/>
                    </a:lnTo>
                    <a:lnTo>
                      <a:pt x="664" y="60"/>
                    </a:lnTo>
                    <a:lnTo>
                      <a:pt x="664" y="56"/>
                    </a:lnTo>
                    <a:lnTo>
                      <a:pt x="660" y="56"/>
                    </a:lnTo>
                    <a:lnTo>
                      <a:pt x="660" y="52"/>
                    </a:lnTo>
                    <a:lnTo>
                      <a:pt x="664" y="52"/>
                    </a:lnTo>
                    <a:lnTo>
                      <a:pt x="668" y="52"/>
                    </a:lnTo>
                    <a:lnTo>
                      <a:pt x="672" y="56"/>
                    </a:lnTo>
                    <a:lnTo>
                      <a:pt x="672" y="52"/>
                    </a:lnTo>
                    <a:lnTo>
                      <a:pt x="676" y="52"/>
                    </a:lnTo>
                    <a:lnTo>
                      <a:pt x="678" y="52"/>
                    </a:lnTo>
                    <a:lnTo>
                      <a:pt x="678" y="56"/>
                    </a:lnTo>
                    <a:lnTo>
                      <a:pt x="682" y="56"/>
                    </a:lnTo>
                    <a:lnTo>
                      <a:pt x="686" y="56"/>
                    </a:lnTo>
                    <a:lnTo>
                      <a:pt x="690" y="56"/>
                    </a:lnTo>
                    <a:lnTo>
                      <a:pt x="694" y="56"/>
                    </a:lnTo>
                    <a:lnTo>
                      <a:pt x="694" y="60"/>
                    </a:lnTo>
                    <a:lnTo>
                      <a:pt x="698" y="60"/>
                    </a:lnTo>
                    <a:lnTo>
                      <a:pt x="698" y="64"/>
                    </a:lnTo>
                    <a:lnTo>
                      <a:pt x="694" y="64"/>
                    </a:lnTo>
                    <a:lnTo>
                      <a:pt x="698" y="64"/>
                    </a:lnTo>
                    <a:lnTo>
                      <a:pt x="702" y="64"/>
                    </a:lnTo>
                    <a:lnTo>
                      <a:pt x="702" y="68"/>
                    </a:lnTo>
                    <a:lnTo>
                      <a:pt x="706" y="72"/>
                    </a:lnTo>
                    <a:lnTo>
                      <a:pt x="708" y="72"/>
                    </a:lnTo>
                    <a:lnTo>
                      <a:pt x="712" y="72"/>
                    </a:lnTo>
                    <a:lnTo>
                      <a:pt x="712" y="76"/>
                    </a:lnTo>
                    <a:lnTo>
                      <a:pt x="712" y="78"/>
                    </a:lnTo>
                    <a:lnTo>
                      <a:pt x="716" y="78"/>
                    </a:lnTo>
                    <a:lnTo>
                      <a:pt x="720" y="78"/>
                    </a:lnTo>
                    <a:lnTo>
                      <a:pt x="724" y="78"/>
                    </a:lnTo>
                    <a:lnTo>
                      <a:pt x="728" y="78"/>
                    </a:lnTo>
                    <a:lnTo>
                      <a:pt x="732" y="78"/>
                    </a:lnTo>
                    <a:lnTo>
                      <a:pt x="734" y="78"/>
                    </a:lnTo>
                    <a:lnTo>
                      <a:pt x="734" y="82"/>
                    </a:lnTo>
                    <a:lnTo>
                      <a:pt x="732" y="82"/>
                    </a:lnTo>
                    <a:lnTo>
                      <a:pt x="734" y="82"/>
                    </a:lnTo>
                    <a:lnTo>
                      <a:pt x="734" y="86"/>
                    </a:lnTo>
                    <a:lnTo>
                      <a:pt x="732" y="86"/>
                    </a:lnTo>
                    <a:lnTo>
                      <a:pt x="734" y="86"/>
                    </a:lnTo>
                    <a:lnTo>
                      <a:pt x="734" y="90"/>
                    </a:lnTo>
                    <a:lnTo>
                      <a:pt x="738" y="90"/>
                    </a:lnTo>
                    <a:lnTo>
                      <a:pt x="742" y="90"/>
                    </a:lnTo>
                    <a:lnTo>
                      <a:pt x="746" y="90"/>
                    </a:lnTo>
                    <a:lnTo>
                      <a:pt x="746" y="86"/>
                    </a:lnTo>
                    <a:lnTo>
                      <a:pt x="742" y="86"/>
                    </a:lnTo>
                    <a:lnTo>
                      <a:pt x="738" y="82"/>
                    </a:lnTo>
                    <a:lnTo>
                      <a:pt x="742" y="82"/>
                    </a:lnTo>
                    <a:lnTo>
                      <a:pt x="746" y="82"/>
                    </a:lnTo>
                    <a:lnTo>
                      <a:pt x="748" y="82"/>
                    </a:lnTo>
                    <a:lnTo>
                      <a:pt x="752" y="82"/>
                    </a:lnTo>
                    <a:lnTo>
                      <a:pt x="756" y="86"/>
                    </a:lnTo>
                    <a:lnTo>
                      <a:pt x="756" y="90"/>
                    </a:lnTo>
                    <a:lnTo>
                      <a:pt x="752" y="90"/>
                    </a:lnTo>
                    <a:lnTo>
                      <a:pt x="748" y="90"/>
                    </a:lnTo>
                    <a:lnTo>
                      <a:pt x="748" y="94"/>
                    </a:lnTo>
                    <a:lnTo>
                      <a:pt x="752" y="94"/>
                    </a:lnTo>
                    <a:lnTo>
                      <a:pt x="752" y="90"/>
                    </a:lnTo>
                    <a:lnTo>
                      <a:pt x="756" y="90"/>
                    </a:lnTo>
                    <a:lnTo>
                      <a:pt x="760" y="90"/>
                    </a:lnTo>
                    <a:lnTo>
                      <a:pt x="760" y="94"/>
                    </a:lnTo>
                    <a:lnTo>
                      <a:pt x="764" y="94"/>
                    </a:lnTo>
                    <a:lnTo>
                      <a:pt x="760" y="98"/>
                    </a:lnTo>
                    <a:lnTo>
                      <a:pt x="756" y="98"/>
                    </a:lnTo>
                    <a:lnTo>
                      <a:pt x="760" y="98"/>
                    </a:lnTo>
                    <a:lnTo>
                      <a:pt x="764" y="98"/>
                    </a:lnTo>
                    <a:lnTo>
                      <a:pt x="764" y="102"/>
                    </a:lnTo>
                    <a:lnTo>
                      <a:pt x="760" y="106"/>
                    </a:lnTo>
                    <a:lnTo>
                      <a:pt x="756" y="106"/>
                    </a:lnTo>
                    <a:lnTo>
                      <a:pt x="756" y="108"/>
                    </a:lnTo>
                    <a:lnTo>
                      <a:pt x="760" y="108"/>
                    </a:lnTo>
                    <a:lnTo>
                      <a:pt x="760" y="106"/>
                    </a:lnTo>
                    <a:lnTo>
                      <a:pt x="764" y="106"/>
                    </a:lnTo>
                    <a:lnTo>
                      <a:pt x="768" y="106"/>
                    </a:lnTo>
                    <a:lnTo>
                      <a:pt x="764" y="108"/>
                    </a:lnTo>
                    <a:lnTo>
                      <a:pt x="768" y="108"/>
                    </a:lnTo>
                    <a:lnTo>
                      <a:pt x="768" y="106"/>
                    </a:lnTo>
                    <a:lnTo>
                      <a:pt x="772" y="106"/>
                    </a:lnTo>
                    <a:lnTo>
                      <a:pt x="776" y="106"/>
                    </a:lnTo>
                    <a:lnTo>
                      <a:pt x="778" y="108"/>
                    </a:lnTo>
                    <a:lnTo>
                      <a:pt x="776" y="108"/>
                    </a:lnTo>
                    <a:lnTo>
                      <a:pt x="778" y="108"/>
                    </a:lnTo>
                    <a:lnTo>
                      <a:pt x="778" y="106"/>
                    </a:lnTo>
                    <a:lnTo>
                      <a:pt x="782" y="106"/>
                    </a:lnTo>
                    <a:lnTo>
                      <a:pt x="786" y="108"/>
                    </a:lnTo>
                    <a:lnTo>
                      <a:pt x="786" y="112"/>
                    </a:lnTo>
                    <a:lnTo>
                      <a:pt x="790" y="112"/>
                    </a:lnTo>
                    <a:lnTo>
                      <a:pt x="794" y="112"/>
                    </a:lnTo>
                    <a:lnTo>
                      <a:pt x="794" y="116"/>
                    </a:lnTo>
                    <a:lnTo>
                      <a:pt x="790" y="116"/>
                    </a:lnTo>
                    <a:lnTo>
                      <a:pt x="786" y="116"/>
                    </a:lnTo>
                    <a:lnTo>
                      <a:pt x="782" y="120"/>
                    </a:lnTo>
                    <a:lnTo>
                      <a:pt x="778" y="120"/>
                    </a:lnTo>
                    <a:lnTo>
                      <a:pt x="776" y="120"/>
                    </a:lnTo>
                    <a:lnTo>
                      <a:pt x="772" y="120"/>
                    </a:lnTo>
                    <a:lnTo>
                      <a:pt x="768" y="124"/>
                    </a:lnTo>
                    <a:lnTo>
                      <a:pt x="764" y="124"/>
                    </a:lnTo>
                    <a:lnTo>
                      <a:pt x="764" y="120"/>
                    </a:lnTo>
                    <a:lnTo>
                      <a:pt x="764" y="124"/>
                    </a:lnTo>
                    <a:lnTo>
                      <a:pt x="764" y="128"/>
                    </a:lnTo>
                    <a:lnTo>
                      <a:pt x="760" y="128"/>
                    </a:lnTo>
                    <a:lnTo>
                      <a:pt x="756" y="132"/>
                    </a:lnTo>
                    <a:lnTo>
                      <a:pt x="756" y="136"/>
                    </a:lnTo>
                    <a:lnTo>
                      <a:pt x="752" y="136"/>
                    </a:lnTo>
                    <a:lnTo>
                      <a:pt x="752" y="132"/>
                    </a:lnTo>
                    <a:lnTo>
                      <a:pt x="748" y="132"/>
                    </a:lnTo>
                    <a:lnTo>
                      <a:pt x="748" y="128"/>
                    </a:lnTo>
                    <a:lnTo>
                      <a:pt x="748" y="124"/>
                    </a:lnTo>
                    <a:lnTo>
                      <a:pt x="752" y="124"/>
                    </a:lnTo>
                    <a:lnTo>
                      <a:pt x="752" y="120"/>
                    </a:lnTo>
                    <a:lnTo>
                      <a:pt x="748" y="124"/>
                    </a:lnTo>
                    <a:lnTo>
                      <a:pt x="746" y="124"/>
                    </a:lnTo>
                    <a:lnTo>
                      <a:pt x="746" y="128"/>
                    </a:lnTo>
                    <a:lnTo>
                      <a:pt x="746" y="132"/>
                    </a:lnTo>
                    <a:lnTo>
                      <a:pt x="748" y="132"/>
                    </a:lnTo>
                    <a:lnTo>
                      <a:pt x="748" y="136"/>
                    </a:lnTo>
                    <a:lnTo>
                      <a:pt x="748" y="138"/>
                    </a:lnTo>
                    <a:lnTo>
                      <a:pt x="746" y="138"/>
                    </a:lnTo>
                    <a:lnTo>
                      <a:pt x="746" y="136"/>
                    </a:lnTo>
                    <a:lnTo>
                      <a:pt x="742" y="136"/>
                    </a:lnTo>
                    <a:lnTo>
                      <a:pt x="738" y="136"/>
                    </a:lnTo>
                    <a:lnTo>
                      <a:pt x="742" y="138"/>
                    </a:lnTo>
                    <a:lnTo>
                      <a:pt x="742" y="142"/>
                    </a:lnTo>
                    <a:lnTo>
                      <a:pt x="738" y="142"/>
                    </a:lnTo>
                    <a:lnTo>
                      <a:pt x="738" y="146"/>
                    </a:lnTo>
                    <a:lnTo>
                      <a:pt x="738" y="146"/>
                    </a:lnTo>
                    <a:lnTo>
                      <a:pt x="738" y="146"/>
                    </a:lnTo>
                    <a:close/>
                    <a:moveTo>
                      <a:pt x="596" y="106"/>
                    </a:moveTo>
                    <a:lnTo>
                      <a:pt x="596" y="102"/>
                    </a:lnTo>
                    <a:lnTo>
                      <a:pt x="592" y="102"/>
                    </a:lnTo>
                    <a:lnTo>
                      <a:pt x="590" y="102"/>
                    </a:lnTo>
                    <a:lnTo>
                      <a:pt x="590" y="98"/>
                    </a:lnTo>
                    <a:lnTo>
                      <a:pt x="586" y="98"/>
                    </a:lnTo>
                    <a:lnTo>
                      <a:pt x="582" y="98"/>
                    </a:lnTo>
                    <a:lnTo>
                      <a:pt x="578" y="98"/>
                    </a:lnTo>
                    <a:lnTo>
                      <a:pt x="578" y="94"/>
                    </a:lnTo>
                    <a:lnTo>
                      <a:pt x="578" y="90"/>
                    </a:lnTo>
                    <a:lnTo>
                      <a:pt x="582" y="90"/>
                    </a:lnTo>
                    <a:lnTo>
                      <a:pt x="586" y="90"/>
                    </a:lnTo>
                    <a:lnTo>
                      <a:pt x="590" y="90"/>
                    </a:lnTo>
                    <a:lnTo>
                      <a:pt x="592" y="90"/>
                    </a:lnTo>
                    <a:lnTo>
                      <a:pt x="596" y="90"/>
                    </a:lnTo>
                    <a:lnTo>
                      <a:pt x="596" y="94"/>
                    </a:lnTo>
                    <a:lnTo>
                      <a:pt x="600" y="102"/>
                    </a:lnTo>
                    <a:lnTo>
                      <a:pt x="596" y="102"/>
                    </a:lnTo>
                    <a:lnTo>
                      <a:pt x="596" y="106"/>
                    </a:lnTo>
                    <a:lnTo>
                      <a:pt x="596" y="106"/>
                    </a:lnTo>
                    <a:lnTo>
                      <a:pt x="596" y="106"/>
                    </a:lnTo>
                    <a:close/>
                    <a:moveTo>
                      <a:pt x="526" y="132"/>
                    </a:moveTo>
                    <a:lnTo>
                      <a:pt x="526" y="128"/>
                    </a:lnTo>
                    <a:lnTo>
                      <a:pt x="526" y="132"/>
                    </a:lnTo>
                    <a:lnTo>
                      <a:pt x="522" y="132"/>
                    </a:lnTo>
                    <a:lnTo>
                      <a:pt x="522" y="128"/>
                    </a:lnTo>
                    <a:lnTo>
                      <a:pt x="526" y="128"/>
                    </a:lnTo>
                    <a:lnTo>
                      <a:pt x="526" y="124"/>
                    </a:lnTo>
                    <a:lnTo>
                      <a:pt x="522" y="124"/>
                    </a:lnTo>
                    <a:lnTo>
                      <a:pt x="518" y="124"/>
                    </a:lnTo>
                    <a:lnTo>
                      <a:pt x="514" y="124"/>
                    </a:lnTo>
                    <a:lnTo>
                      <a:pt x="514" y="128"/>
                    </a:lnTo>
                    <a:lnTo>
                      <a:pt x="510" y="128"/>
                    </a:lnTo>
                    <a:lnTo>
                      <a:pt x="508" y="128"/>
                    </a:lnTo>
                    <a:lnTo>
                      <a:pt x="510" y="124"/>
                    </a:lnTo>
                    <a:lnTo>
                      <a:pt x="514" y="124"/>
                    </a:lnTo>
                    <a:lnTo>
                      <a:pt x="510" y="120"/>
                    </a:lnTo>
                    <a:lnTo>
                      <a:pt x="508" y="120"/>
                    </a:lnTo>
                    <a:lnTo>
                      <a:pt x="508" y="124"/>
                    </a:lnTo>
                    <a:lnTo>
                      <a:pt x="504" y="124"/>
                    </a:lnTo>
                    <a:lnTo>
                      <a:pt x="500" y="124"/>
                    </a:lnTo>
                    <a:lnTo>
                      <a:pt x="500" y="120"/>
                    </a:lnTo>
                    <a:lnTo>
                      <a:pt x="504" y="112"/>
                    </a:lnTo>
                    <a:lnTo>
                      <a:pt x="508" y="112"/>
                    </a:lnTo>
                    <a:lnTo>
                      <a:pt x="510" y="112"/>
                    </a:lnTo>
                    <a:lnTo>
                      <a:pt x="514" y="112"/>
                    </a:lnTo>
                    <a:lnTo>
                      <a:pt x="518" y="112"/>
                    </a:lnTo>
                    <a:lnTo>
                      <a:pt x="522" y="112"/>
                    </a:lnTo>
                    <a:lnTo>
                      <a:pt x="526" y="112"/>
                    </a:lnTo>
                    <a:lnTo>
                      <a:pt x="530" y="112"/>
                    </a:lnTo>
                    <a:lnTo>
                      <a:pt x="534" y="112"/>
                    </a:lnTo>
                    <a:lnTo>
                      <a:pt x="536" y="116"/>
                    </a:lnTo>
                    <a:lnTo>
                      <a:pt x="540" y="116"/>
                    </a:lnTo>
                    <a:lnTo>
                      <a:pt x="540" y="120"/>
                    </a:lnTo>
                    <a:lnTo>
                      <a:pt x="544" y="120"/>
                    </a:lnTo>
                    <a:lnTo>
                      <a:pt x="540" y="124"/>
                    </a:lnTo>
                    <a:lnTo>
                      <a:pt x="544" y="128"/>
                    </a:lnTo>
                    <a:lnTo>
                      <a:pt x="544" y="124"/>
                    </a:lnTo>
                    <a:lnTo>
                      <a:pt x="548" y="124"/>
                    </a:lnTo>
                    <a:lnTo>
                      <a:pt x="552" y="120"/>
                    </a:lnTo>
                    <a:lnTo>
                      <a:pt x="556" y="120"/>
                    </a:lnTo>
                    <a:lnTo>
                      <a:pt x="560" y="120"/>
                    </a:lnTo>
                    <a:lnTo>
                      <a:pt x="564" y="124"/>
                    </a:lnTo>
                    <a:lnTo>
                      <a:pt x="566" y="124"/>
                    </a:lnTo>
                    <a:lnTo>
                      <a:pt x="564" y="128"/>
                    </a:lnTo>
                    <a:lnTo>
                      <a:pt x="566" y="128"/>
                    </a:lnTo>
                    <a:lnTo>
                      <a:pt x="570" y="128"/>
                    </a:lnTo>
                    <a:lnTo>
                      <a:pt x="574" y="128"/>
                    </a:lnTo>
                    <a:lnTo>
                      <a:pt x="574" y="132"/>
                    </a:lnTo>
                    <a:lnTo>
                      <a:pt x="578" y="132"/>
                    </a:lnTo>
                    <a:lnTo>
                      <a:pt x="582" y="132"/>
                    </a:lnTo>
                    <a:lnTo>
                      <a:pt x="578" y="136"/>
                    </a:lnTo>
                    <a:lnTo>
                      <a:pt x="582" y="136"/>
                    </a:lnTo>
                    <a:lnTo>
                      <a:pt x="586" y="136"/>
                    </a:lnTo>
                    <a:lnTo>
                      <a:pt x="586" y="138"/>
                    </a:lnTo>
                    <a:lnTo>
                      <a:pt x="582" y="138"/>
                    </a:lnTo>
                    <a:lnTo>
                      <a:pt x="582" y="142"/>
                    </a:lnTo>
                    <a:lnTo>
                      <a:pt x="586" y="142"/>
                    </a:lnTo>
                    <a:lnTo>
                      <a:pt x="586" y="146"/>
                    </a:lnTo>
                    <a:lnTo>
                      <a:pt x="590" y="146"/>
                    </a:lnTo>
                    <a:lnTo>
                      <a:pt x="592" y="146"/>
                    </a:lnTo>
                    <a:lnTo>
                      <a:pt x="592" y="150"/>
                    </a:lnTo>
                    <a:lnTo>
                      <a:pt x="596" y="150"/>
                    </a:lnTo>
                    <a:lnTo>
                      <a:pt x="592" y="150"/>
                    </a:lnTo>
                    <a:lnTo>
                      <a:pt x="592" y="154"/>
                    </a:lnTo>
                    <a:lnTo>
                      <a:pt x="590" y="158"/>
                    </a:lnTo>
                    <a:lnTo>
                      <a:pt x="586" y="158"/>
                    </a:lnTo>
                    <a:lnTo>
                      <a:pt x="582" y="158"/>
                    </a:lnTo>
                    <a:lnTo>
                      <a:pt x="578" y="158"/>
                    </a:lnTo>
                    <a:lnTo>
                      <a:pt x="574" y="158"/>
                    </a:lnTo>
                    <a:lnTo>
                      <a:pt x="570" y="154"/>
                    </a:lnTo>
                    <a:lnTo>
                      <a:pt x="566" y="150"/>
                    </a:lnTo>
                    <a:lnTo>
                      <a:pt x="566" y="146"/>
                    </a:lnTo>
                    <a:lnTo>
                      <a:pt x="564" y="146"/>
                    </a:lnTo>
                    <a:lnTo>
                      <a:pt x="560" y="146"/>
                    </a:lnTo>
                    <a:lnTo>
                      <a:pt x="556" y="142"/>
                    </a:lnTo>
                    <a:lnTo>
                      <a:pt x="548" y="142"/>
                    </a:lnTo>
                    <a:lnTo>
                      <a:pt x="544" y="142"/>
                    </a:lnTo>
                    <a:lnTo>
                      <a:pt x="544" y="146"/>
                    </a:lnTo>
                    <a:lnTo>
                      <a:pt x="540" y="146"/>
                    </a:lnTo>
                    <a:lnTo>
                      <a:pt x="540" y="142"/>
                    </a:lnTo>
                    <a:lnTo>
                      <a:pt x="536" y="142"/>
                    </a:lnTo>
                    <a:lnTo>
                      <a:pt x="534" y="142"/>
                    </a:lnTo>
                    <a:lnTo>
                      <a:pt x="530" y="142"/>
                    </a:lnTo>
                    <a:lnTo>
                      <a:pt x="526" y="142"/>
                    </a:lnTo>
                    <a:lnTo>
                      <a:pt x="526" y="146"/>
                    </a:lnTo>
                    <a:lnTo>
                      <a:pt x="522" y="146"/>
                    </a:lnTo>
                    <a:lnTo>
                      <a:pt x="518" y="146"/>
                    </a:lnTo>
                    <a:lnTo>
                      <a:pt x="518" y="142"/>
                    </a:lnTo>
                    <a:lnTo>
                      <a:pt x="514" y="142"/>
                    </a:lnTo>
                    <a:lnTo>
                      <a:pt x="510" y="142"/>
                    </a:lnTo>
                    <a:lnTo>
                      <a:pt x="510" y="138"/>
                    </a:lnTo>
                    <a:lnTo>
                      <a:pt x="508" y="138"/>
                    </a:lnTo>
                    <a:lnTo>
                      <a:pt x="508" y="136"/>
                    </a:lnTo>
                    <a:lnTo>
                      <a:pt x="510" y="136"/>
                    </a:lnTo>
                    <a:lnTo>
                      <a:pt x="514" y="136"/>
                    </a:lnTo>
                    <a:lnTo>
                      <a:pt x="518" y="136"/>
                    </a:lnTo>
                    <a:lnTo>
                      <a:pt x="522" y="136"/>
                    </a:lnTo>
                    <a:lnTo>
                      <a:pt x="526" y="136"/>
                    </a:lnTo>
                    <a:lnTo>
                      <a:pt x="530" y="138"/>
                    </a:lnTo>
                    <a:lnTo>
                      <a:pt x="530" y="136"/>
                    </a:lnTo>
                    <a:lnTo>
                      <a:pt x="534" y="136"/>
                    </a:lnTo>
                    <a:lnTo>
                      <a:pt x="530" y="136"/>
                    </a:lnTo>
                    <a:lnTo>
                      <a:pt x="526" y="136"/>
                    </a:lnTo>
                    <a:lnTo>
                      <a:pt x="522" y="136"/>
                    </a:lnTo>
                    <a:lnTo>
                      <a:pt x="526" y="132"/>
                    </a:lnTo>
                    <a:lnTo>
                      <a:pt x="530" y="132"/>
                    </a:lnTo>
                    <a:lnTo>
                      <a:pt x="534" y="132"/>
                    </a:lnTo>
                    <a:lnTo>
                      <a:pt x="534" y="128"/>
                    </a:lnTo>
                    <a:lnTo>
                      <a:pt x="530" y="128"/>
                    </a:lnTo>
                    <a:lnTo>
                      <a:pt x="530" y="132"/>
                    </a:lnTo>
                    <a:lnTo>
                      <a:pt x="526" y="132"/>
                    </a:lnTo>
                    <a:lnTo>
                      <a:pt x="526" y="132"/>
                    </a:lnTo>
                    <a:lnTo>
                      <a:pt x="526" y="132"/>
                    </a:lnTo>
                    <a:close/>
                    <a:moveTo>
                      <a:pt x="622" y="158"/>
                    </a:moveTo>
                    <a:lnTo>
                      <a:pt x="620" y="154"/>
                    </a:lnTo>
                    <a:lnTo>
                      <a:pt x="622" y="154"/>
                    </a:lnTo>
                    <a:lnTo>
                      <a:pt x="620" y="154"/>
                    </a:lnTo>
                    <a:lnTo>
                      <a:pt x="616" y="154"/>
                    </a:lnTo>
                    <a:lnTo>
                      <a:pt x="616" y="150"/>
                    </a:lnTo>
                    <a:lnTo>
                      <a:pt x="612" y="150"/>
                    </a:lnTo>
                    <a:lnTo>
                      <a:pt x="616" y="150"/>
                    </a:lnTo>
                    <a:lnTo>
                      <a:pt x="620" y="150"/>
                    </a:lnTo>
                    <a:lnTo>
                      <a:pt x="622" y="150"/>
                    </a:lnTo>
                    <a:lnTo>
                      <a:pt x="622" y="146"/>
                    </a:lnTo>
                    <a:lnTo>
                      <a:pt x="620" y="146"/>
                    </a:lnTo>
                    <a:lnTo>
                      <a:pt x="616" y="146"/>
                    </a:lnTo>
                    <a:lnTo>
                      <a:pt x="612" y="146"/>
                    </a:lnTo>
                    <a:lnTo>
                      <a:pt x="612" y="142"/>
                    </a:lnTo>
                    <a:lnTo>
                      <a:pt x="608" y="142"/>
                    </a:lnTo>
                    <a:lnTo>
                      <a:pt x="608" y="138"/>
                    </a:lnTo>
                    <a:lnTo>
                      <a:pt x="604" y="138"/>
                    </a:lnTo>
                    <a:lnTo>
                      <a:pt x="604" y="136"/>
                    </a:lnTo>
                    <a:lnTo>
                      <a:pt x="608" y="136"/>
                    </a:lnTo>
                    <a:lnTo>
                      <a:pt x="604" y="136"/>
                    </a:lnTo>
                    <a:lnTo>
                      <a:pt x="604" y="132"/>
                    </a:lnTo>
                    <a:lnTo>
                      <a:pt x="604" y="128"/>
                    </a:lnTo>
                    <a:lnTo>
                      <a:pt x="608" y="128"/>
                    </a:lnTo>
                    <a:lnTo>
                      <a:pt x="612" y="128"/>
                    </a:lnTo>
                    <a:lnTo>
                      <a:pt x="616" y="128"/>
                    </a:lnTo>
                    <a:lnTo>
                      <a:pt x="616" y="132"/>
                    </a:lnTo>
                    <a:lnTo>
                      <a:pt x="620" y="132"/>
                    </a:lnTo>
                    <a:lnTo>
                      <a:pt x="622" y="132"/>
                    </a:lnTo>
                    <a:lnTo>
                      <a:pt x="626" y="132"/>
                    </a:lnTo>
                    <a:lnTo>
                      <a:pt x="630" y="132"/>
                    </a:lnTo>
                    <a:lnTo>
                      <a:pt x="630" y="136"/>
                    </a:lnTo>
                    <a:lnTo>
                      <a:pt x="634" y="136"/>
                    </a:lnTo>
                    <a:lnTo>
                      <a:pt x="638" y="138"/>
                    </a:lnTo>
                    <a:lnTo>
                      <a:pt x="642" y="138"/>
                    </a:lnTo>
                    <a:lnTo>
                      <a:pt x="642" y="136"/>
                    </a:lnTo>
                    <a:lnTo>
                      <a:pt x="642" y="138"/>
                    </a:lnTo>
                    <a:lnTo>
                      <a:pt x="646" y="138"/>
                    </a:lnTo>
                    <a:lnTo>
                      <a:pt x="650" y="138"/>
                    </a:lnTo>
                    <a:lnTo>
                      <a:pt x="652" y="138"/>
                    </a:lnTo>
                    <a:lnTo>
                      <a:pt x="652" y="142"/>
                    </a:lnTo>
                    <a:lnTo>
                      <a:pt x="650" y="142"/>
                    </a:lnTo>
                    <a:lnTo>
                      <a:pt x="646" y="146"/>
                    </a:lnTo>
                    <a:lnTo>
                      <a:pt x="650" y="146"/>
                    </a:lnTo>
                    <a:lnTo>
                      <a:pt x="652" y="146"/>
                    </a:lnTo>
                    <a:lnTo>
                      <a:pt x="652" y="150"/>
                    </a:lnTo>
                    <a:lnTo>
                      <a:pt x="650" y="150"/>
                    </a:lnTo>
                    <a:lnTo>
                      <a:pt x="650" y="154"/>
                    </a:lnTo>
                    <a:lnTo>
                      <a:pt x="646" y="154"/>
                    </a:lnTo>
                    <a:lnTo>
                      <a:pt x="642" y="154"/>
                    </a:lnTo>
                    <a:lnTo>
                      <a:pt x="638" y="154"/>
                    </a:lnTo>
                    <a:lnTo>
                      <a:pt x="634" y="154"/>
                    </a:lnTo>
                    <a:lnTo>
                      <a:pt x="630" y="158"/>
                    </a:lnTo>
                    <a:lnTo>
                      <a:pt x="630" y="154"/>
                    </a:lnTo>
                    <a:lnTo>
                      <a:pt x="626" y="154"/>
                    </a:lnTo>
                    <a:lnTo>
                      <a:pt x="626" y="158"/>
                    </a:lnTo>
                    <a:lnTo>
                      <a:pt x="630" y="154"/>
                    </a:lnTo>
                    <a:lnTo>
                      <a:pt x="630" y="158"/>
                    </a:lnTo>
                    <a:lnTo>
                      <a:pt x="626" y="158"/>
                    </a:lnTo>
                    <a:lnTo>
                      <a:pt x="622" y="158"/>
                    </a:lnTo>
                    <a:lnTo>
                      <a:pt x="622" y="158"/>
                    </a:lnTo>
                    <a:lnTo>
                      <a:pt x="622" y="158"/>
                    </a:lnTo>
                    <a:close/>
                    <a:moveTo>
                      <a:pt x="440" y="142"/>
                    </a:moveTo>
                    <a:lnTo>
                      <a:pt x="436" y="142"/>
                    </a:lnTo>
                    <a:lnTo>
                      <a:pt x="432" y="142"/>
                    </a:lnTo>
                    <a:lnTo>
                      <a:pt x="428" y="142"/>
                    </a:lnTo>
                    <a:lnTo>
                      <a:pt x="424" y="142"/>
                    </a:lnTo>
                    <a:lnTo>
                      <a:pt x="422" y="138"/>
                    </a:lnTo>
                    <a:lnTo>
                      <a:pt x="422" y="142"/>
                    </a:lnTo>
                    <a:lnTo>
                      <a:pt x="418" y="142"/>
                    </a:lnTo>
                    <a:lnTo>
                      <a:pt x="414" y="142"/>
                    </a:lnTo>
                    <a:lnTo>
                      <a:pt x="410" y="142"/>
                    </a:lnTo>
                    <a:lnTo>
                      <a:pt x="408" y="142"/>
                    </a:lnTo>
                    <a:lnTo>
                      <a:pt x="404" y="142"/>
                    </a:lnTo>
                    <a:lnTo>
                      <a:pt x="400" y="142"/>
                    </a:lnTo>
                    <a:lnTo>
                      <a:pt x="396" y="142"/>
                    </a:lnTo>
                    <a:lnTo>
                      <a:pt x="392" y="142"/>
                    </a:lnTo>
                    <a:lnTo>
                      <a:pt x="392" y="138"/>
                    </a:lnTo>
                    <a:lnTo>
                      <a:pt x="396" y="138"/>
                    </a:lnTo>
                    <a:lnTo>
                      <a:pt x="400" y="138"/>
                    </a:lnTo>
                    <a:lnTo>
                      <a:pt x="404" y="138"/>
                    </a:lnTo>
                    <a:lnTo>
                      <a:pt x="408" y="136"/>
                    </a:lnTo>
                    <a:lnTo>
                      <a:pt x="410" y="136"/>
                    </a:lnTo>
                    <a:lnTo>
                      <a:pt x="414" y="136"/>
                    </a:lnTo>
                    <a:lnTo>
                      <a:pt x="418" y="136"/>
                    </a:lnTo>
                    <a:lnTo>
                      <a:pt x="422" y="132"/>
                    </a:lnTo>
                    <a:lnTo>
                      <a:pt x="424" y="132"/>
                    </a:lnTo>
                    <a:lnTo>
                      <a:pt x="428" y="132"/>
                    </a:lnTo>
                    <a:lnTo>
                      <a:pt x="432" y="132"/>
                    </a:lnTo>
                    <a:lnTo>
                      <a:pt x="436" y="132"/>
                    </a:lnTo>
                    <a:lnTo>
                      <a:pt x="440" y="132"/>
                    </a:lnTo>
                    <a:lnTo>
                      <a:pt x="444" y="136"/>
                    </a:lnTo>
                    <a:lnTo>
                      <a:pt x="448" y="136"/>
                    </a:lnTo>
                    <a:lnTo>
                      <a:pt x="448" y="138"/>
                    </a:lnTo>
                    <a:lnTo>
                      <a:pt x="448" y="142"/>
                    </a:lnTo>
                    <a:lnTo>
                      <a:pt x="444" y="142"/>
                    </a:lnTo>
                    <a:lnTo>
                      <a:pt x="440" y="142"/>
                    </a:lnTo>
                    <a:lnTo>
                      <a:pt x="440" y="142"/>
                    </a:lnTo>
                    <a:lnTo>
                      <a:pt x="440" y="142"/>
                    </a:lnTo>
                    <a:close/>
                    <a:moveTo>
                      <a:pt x="656" y="142"/>
                    </a:moveTo>
                    <a:lnTo>
                      <a:pt x="660" y="146"/>
                    </a:lnTo>
                    <a:lnTo>
                      <a:pt x="656" y="146"/>
                    </a:lnTo>
                    <a:lnTo>
                      <a:pt x="656" y="142"/>
                    </a:lnTo>
                    <a:lnTo>
                      <a:pt x="656" y="142"/>
                    </a:lnTo>
                    <a:lnTo>
                      <a:pt x="656" y="142"/>
                    </a:lnTo>
                    <a:close/>
                    <a:moveTo>
                      <a:pt x="540" y="142"/>
                    </a:moveTo>
                    <a:lnTo>
                      <a:pt x="540" y="146"/>
                    </a:lnTo>
                    <a:lnTo>
                      <a:pt x="536" y="146"/>
                    </a:lnTo>
                    <a:lnTo>
                      <a:pt x="536" y="150"/>
                    </a:lnTo>
                    <a:lnTo>
                      <a:pt x="534" y="150"/>
                    </a:lnTo>
                    <a:lnTo>
                      <a:pt x="534" y="146"/>
                    </a:lnTo>
                    <a:lnTo>
                      <a:pt x="536" y="146"/>
                    </a:lnTo>
                    <a:lnTo>
                      <a:pt x="536" y="142"/>
                    </a:lnTo>
                    <a:lnTo>
                      <a:pt x="540" y="142"/>
                    </a:lnTo>
                    <a:lnTo>
                      <a:pt x="540" y="142"/>
                    </a:lnTo>
                    <a:lnTo>
                      <a:pt x="540" y="142"/>
                    </a:lnTo>
                    <a:close/>
                    <a:moveTo>
                      <a:pt x="440" y="150"/>
                    </a:moveTo>
                    <a:lnTo>
                      <a:pt x="444" y="150"/>
                    </a:lnTo>
                    <a:lnTo>
                      <a:pt x="444" y="154"/>
                    </a:lnTo>
                    <a:lnTo>
                      <a:pt x="440" y="154"/>
                    </a:lnTo>
                    <a:lnTo>
                      <a:pt x="436" y="154"/>
                    </a:lnTo>
                    <a:lnTo>
                      <a:pt x="432" y="154"/>
                    </a:lnTo>
                    <a:lnTo>
                      <a:pt x="428" y="154"/>
                    </a:lnTo>
                    <a:lnTo>
                      <a:pt x="424" y="154"/>
                    </a:lnTo>
                    <a:lnTo>
                      <a:pt x="424" y="158"/>
                    </a:lnTo>
                    <a:lnTo>
                      <a:pt x="428" y="158"/>
                    </a:lnTo>
                    <a:lnTo>
                      <a:pt x="432" y="158"/>
                    </a:lnTo>
                    <a:lnTo>
                      <a:pt x="436" y="158"/>
                    </a:lnTo>
                    <a:lnTo>
                      <a:pt x="436" y="160"/>
                    </a:lnTo>
                    <a:lnTo>
                      <a:pt x="436" y="164"/>
                    </a:lnTo>
                    <a:lnTo>
                      <a:pt x="432" y="164"/>
                    </a:lnTo>
                    <a:lnTo>
                      <a:pt x="432" y="168"/>
                    </a:lnTo>
                    <a:lnTo>
                      <a:pt x="424" y="168"/>
                    </a:lnTo>
                    <a:lnTo>
                      <a:pt x="422" y="168"/>
                    </a:lnTo>
                    <a:lnTo>
                      <a:pt x="418" y="168"/>
                    </a:lnTo>
                    <a:lnTo>
                      <a:pt x="414" y="168"/>
                    </a:lnTo>
                    <a:lnTo>
                      <a:pt x="410" y="172"/>
                    </a:lnTo>
                    <a:lnTo>
                      <a:pt x="408" y="172"/>
                    </a:lnTo>
                    <a:lnTo>
                      <a:pt x="404" y="168"/>
                    </a:lnTo>
                    <a:lnTo>
                      <a:pt x="400" y="168"/>
                    </a:lnTo>
                    <a:lnTo>
                      <a:pt x="396" y="164"/>
                    </a:lnTo>
                    <a:lnTo>
                      <a:pt x="392" y="164"/>
                    </a:lnTo>
                    <a:lnTo>
                      <a:pt x="396" y="160"/>
                    </a:lnTo>
                    <a:lnTo>
                      <a:pt x="392" y="158"/>
                    </a:lnTo>
                    <a:lnTo>
                      <a:pt x="392" y="154"/>
                    </a:lnTo>
                    <a:lnTo>
                      <a:pt x="396" y="154"/>
                    </a:lnTo>
                    <a:lnTo>
                      <a:pt x="400" y="154"/>
                    </a:lnTo>
                    <a:lnTo>
                      <a:pt x="404" y="154"/>
                    </a:lnTo>
                    <a:lnTo>
                      <a:pt x="404" y="150"/>
                    </a:lnTo>
                    <a:lnTo>
                      <a:pt x="408" y="150"/>
                    </a:lnTo>
                    <a:lnTo>
                      <a:pt x="410" y="150"/>
                    </a:lnTo>
                    <a:lnTo>
                      <a:pt x="414" y="150"/>
                    </a:lnTo>
                    <a:lnTo>
                      <a:pt x="418" y="150"/>
                    </a:lnTo>
                    <a:lnTo>
                      <a:pt x="422" y="150"/>
                    </a:lnTo>
                    <a:lnTo>
                      <a:pt x="424" y="150"/>
                    </a:lnTo>
                    <a:lnTo>
                      <a:pt x="428" y="150"/>
                    </a:lnTo>
                    <a:lnTo>
                      <a:pt x="432" y="150"/>
                    </a:lnTo>
                    <a:lnTo>
                      <a:pt x="436" y="150"/>
                    </a:lnTo>
                    <a:lnTo>
                      <a:pt x="440" y="150"/>
                    </a:lnTo>
                    <a:lnTo>
                      <a:pt x="440" y="150"/>
                    </a:lnTo>
                    <a:lnTo>
                      <a:pt x="440" y="150"/>
                    </a:lnTo>
                    <a:close/>
                    <a:moveTo>
                      <a:pt x="380" y="160"/>
                    </a:moveTo>
                    <a:lnTo>
                      <a:pt x="378" y="160"/>
                    </a:lnTo>
                    <a:lnTo>
                      <a:pt x="378" y="158"/>
                    </a:lnTo>
                    <a:lnTo>
                      <a:pt x="374" y="158"/>
                    </a:lnTo>
                    <a:lnTo>
                      <a:pt x="370" y="158"/>
                    </a:lnTo>
                    <a:lnTo>
                      <a:pt x="366" y="154"/>
                    </a:lnTo>
                    <a:lnTo>
                      <a:pt x="370" y="154"/>
                    </a:lnTo>
                    <a:lnTo>
                      <a:pt x="374" y="150"/>
                    </a:lnTo>
                    <a:lnTo>
                      <a:pt x="378" y="150"/>
                    </a:lnTo>
                    <a:lnTo>
                      <a:pt x="380" y="154"/>
                    </a:lnTo>
                    <a:lnTo>
                      <a:pt x="384" y="154"/>
                    </a:lnTo>
                    <a:lnTo>
                      <a:pt x="388" y="154"/>
                    </a:lnTo>
                    <a:lnTo>
                      <a:pt x="388" y="158"/>
                    </a:lnTo>
                    <a:lnTo>
                      <a:pt x="384" y="158"/>
                    </a:lnTo>
                    <a:lnTo>
                      <a:pt x="384" y="160"/>
                    </a:lnTo>
                    <a:lnTo>
                      <a:pt x="380" y="160"/>
                    </a:lnTo>
                    <a:lnTo>
                      <a:pt x="380" y="160"/>
                    </a:lnTo>
                    <a:lnTo>
                      <a:pt x="380" y="160"/>
                    </a:lnTo>
                    <a:close/>
                    <a:moveTo>
                      <a:pt x="556" y="154"/>
                    </a:moveTo>
                    <a:lnTo>
                      <a:pt x="560" y="154"/>
                    </a:lnTo>
                    <a:lnTo>
                      <a:pt x="560" y="158"/>
                    </a:lnTo>
                    <a:lnTo>
                      <a:pt x="564" y="158"/>
                    </a:lnTo>
                    <a:lnTo>
                      <a:pt x="566" y="158"/>
                    </a:lnTo>
                    <a:lnTo>
                      <a:pt x="566" y="160"/>
                    </a:lnTo>
                    <a:lnTo>
                      <a:pt x="564" y="160"/>
                    </a:lnTo>
                    <a:lnTo>
                      <a:pt x="560" y="160"/>
                    </a:lnTo>
                    <a:lnTo>
                      <a:pt x="556" y="160"/>
                    </a:lnTo>
                    <a:lnTo>
                      <a:pt x="552" y="160"/>
                    </a:lnTo>
                    <a:lnTo>
                      <a:pt x="548" y="160"/>
                    </a:lnTo>
                    <a:lnTo>
                      <a:pt x="544" y="158"/>
                    </a:lnTo>
                    <a:lnTo>
                      <a:pt x="544" y="154"/>
                    </a:lnTo>
                    <a:lnTo>
                      <a:pt x="548" y="154"/>
                    </a:lnTo>
                    <a:lnTo>
                      <a:pt x="552" y="154"/>
                    </a:lnTo>
                    <a:lnTo>
                      <a:pt x="556" y="154"/>
                    </a:lnTo>
                    <a:lnTo>
                      <a:pt x="556" y="154"/>
                    </a:lnTo>
                    <a:lnTo>
                      <a:pt x="556" y="154"/>
                    </a:lnTo>
                    <a:close/>
                    <a:moveTo>
                      <a:pt x="676" y="160"/>
                    </a:moveTo>
                    <a:lnTo>
                      <a:pt x="678" y="160"/>
                    </a:lnTo>
                    <a:lnTo>
                      <a:pt x="676" y="160"/>
                    </a:lnTo>
                    <a:lnTo>
                      <a:pt x="672" y="164"/>
                    </a:lnTo>
                    <a:lnTo>
                      <a:pt x="672" y="168"/>
                    </a:lnTo>
                    <a:lnTo>
                      <a:pt x="668" y="168"/>
                    </a:lnTo>
                    <a:lnTo>
                      <a:pt x="660" y="168"/>
                    </a:lnTo>
                    <a:lnTo>
                      <a:pt x="660" y="164"/>
                    </a:lnTo>
                    <a:lnTo>
                      <a:pt x="652" y="164"/>
                    </a:lnTo>
                    <a:lnTo>
                      <a:pt x="650" y="164"/>
                    </a:lnTo>
                    <a:lnTo>
                      <a:pt x="650" y="168"/>
                    </a:lnTo>
                    <a:lnTo>
                      <a:pt x="646" y="164"/>
                    </a:lnTo>
                    <a:lnTo>
                      <a:pt x="642" y="164"/>
                    </a:lnTo>
                    <a:lnTo>
                      <a:pt x="638" y="164"/>
                    </a:lnTo>
                    <a:lnTo>
                      <a:pt x="634" y="164"/>
                    </a:lnTo>
                    <a:lnTo>
                      <a:pt x="630" y="160"/>
                    </a:lnTo>
                    <a:lnTo>
                      <a:pt x="634" y="160"/>
                    </a:lnTo>
                    <a:lnTo>
                      <a:pt x="634" y="158"/>
                    </a:lnTo>
                    <a:lnTo>
                      <a:pt x="638" y="158"/>
                    </a:lnTo>
                    <a:lnTo>
                      <a:pt x="642" y="158"/>
                    </a:lnTo>
                    <a:lnTo>
                      <a:pt x="646" y="158"/>
                    </a:lnTo>
                    <a:lnTo>
                      <a:pt x="650" y="158"/>
                    </a:lnTo>
                    <a:lnTo>
                      <a:pt x="652" y="158"/>
                    </a:lnTo>
                    <a:lnTo>
                      <a:pt x="656" y="158"/>
                    </a:lnTo>
                    <a:lnTo>
                      <a:pt x="660" y="158"/>
                    </a:lnTo>
                    <a:lnTo>
                      <a:pt x="664" y="158"/>
                    </a:lnTo>
                    <a:lnTo>
                      <a:pt x="668" y="158"/>
                    </a:lnTo>
                    <a:lnTo>
                      <a:pt x="672" y="158"/>
                    </a:lnTo>
                    <a:lnTo>
                      <a:pt x="676" y="158"/>
                    </a:lnTo>
                    <a:lnTo>
                      <a:pt x="676" y="160"/>
                    </a:lnTo>
                    <a:lnTo>
                      <a:pt x="676" y="160"/>
                    </a:lnTo>
                    <a:lnTo>
                      <a:pt x="676" y="160"/>
                    </a:lnTo>
                    <a:close/>
                    <a:moveTo>
                      <a:pt x="500" y="158"/>
                    </a:moveTo>
                    <a:lnTo>
                      <a:pt x="504" y="160"/>
                    </a:lnTo>
                    <a:lnTo>
                      <a:pt x="508" y="160"/>
                    </a:lnTo>
                    <a:lnTo>
                      <a:pt x="508" y="164"/>
                    </a:lnTo>
                    <a:lnTo>
                      <a:pt x="510" y="164"/>
                    </a:lnTo>
                    <a:lnTo>
                      <a:pt x="510" y="168"/>
                    </a:lnTo>
                    <a:lnTo>
                      <a:pt x="508" y="168"/>
                    </a:lnTo>
                    <a:lnTo>
                      <a:pt x="510" y="168"/>
                    </a:lnTo>
                    <a:lnTo>
                      <a:pt x="514" y="168"/>
                    </a:lnTo>
                    <a:lnTo>
                      <a:pt x="514" y="172"/>
                    </a:lnTo>
                    <a:lnTo>
                      <a:pt x="518" y="172"/>
                    </a:lnTo>
                    <a:lnTo>
                      <a:pt x="518" y="176"/>
                    </a:lnTo>
                    <a:lnTo>
                      <a:pt x="514" y="176"/>
                    </a:lnTo>
                    <a:lnTo>
                      <a:pt x="510" y="176"/>
                    </a:lnTo>
                    <a:lnTo>
                      <a:pt x="508" y="176"/>
                    </a:lnTo>
                    <a:lnTo>
                      <a:pt x="504" y="172"/>
                    </a:lnTo>
                    <a:lnTo>
                      <a:pt x="500" y="172"/>
                    </a:lnTo>
                    <a:lnTo>
                      <a:pt x="500" y="168"/>
                    </a:lnTo>
                    <a:lnTo>
                      <a:pt x="500" y="164"/>
                    </a:lnTo>
                    <a:lnTo>
                      <a:pt x="496" y="160"/>
                    </a:lnTo>
                    <a:lnTo>
                      <a:pt x="492" y="160"/>
                    </a:lnTo>
                    <a:lnTo>
                      <a:pt x="492" y="158"/>
                    </a:lnTo>
                    <a:lnTo>
                      <a:pt x="496" y="158"/>
                    </a:lnTo>
                    <a:lnTo>
                      <a:pt x="500" y="158"/>
                    </a:lnTo>
                    <a:lnTo>
                      <a:pt x="500" y="158"/>
                    </a:lnTo>
                    <a:lnTo>
                      <a:pt x="500" y="158"/>
                    </a:lnTo>
                    <a:close/>
                    <a:moveTo>
                      <a:pt x="716" y="172"/>
                    </a:moveTo>
                    <a:lnTo>
                      <a:pt x="712" y="172"/>
                    </a:lnTo>
                    <a:lnTo>
                      <a:pt x="708" y="172"/>
                    </a:lnTo>
                    <a:lnTo>
                      <a:pt x="706" y="168"/>
                    </a:lnTo>
                    <a:lnTo>
                      <a:pt x="706" y="164"/>
                    </a:lnTo>
                    <a:lnTo>
                      <a:pt x="706" y="160"/>
                    </a:lnTo>
                    <a:lnTo>
                      <a:pt x="708" y="160"/>
                    </a:lnTo>
                    <a:lnTo>
                      <a:pt x="712" y="160"/>
                    </a:lnTo>
                    <a:lnTo>
                      <a:pt x="716" y="160"/>
                    </a:lnTo>
                    <a:lnTo>
                      <a:pt x="720" y="160"/>
                    </a:lnTo>
                    <a:lnTo>
                      <a:pt x="720" y="164"/>
                    </a:lnTo>
                    <a:lnTo>
                      <a:pt x="724" y="164"/>
                    </a:lnTo>
                    <a:lnTo>
                      <a:pt x="728" y="168"/>
                    </a:lnTo>
                    <a:lnTo>
                      <a:pt x="728" y="172"/>
                    </a:lnTo>
                    <a:lnTo>
                      <a:pt x="724" y="172"/>
                    </a:lnTo>
                    <a:lnTo>
                      <a:pt x="720" y="172"/>
                    </a:lnTo>
                    <a:lnTo>
                      <a:pt x="716" y="172"/>
                    </a:lnTo>
                    <a:lnTo>
                      <a:pt x="716" y="172"/>
                    </a:lnTo>
                    <a:lnTo>
                      <a:pt x="716" y="172"/>
                    </a:lnTo>
                    <a:close/>
                    <a:moveTo>
                      <a:pt x="294" y="212"/>
                    </a:moveTo>
                    <a:lnTo>
                      <a:pt x="294" y="208"/>
                    </a:lnTo>
                    <a:lnTo>
                      <a:pt x="294" y="212"/>
                    </a:lnTo>
                    <a:lnTo>
                      <a:pt x="292" y="212"/>
                    </a:lnTo>
                    <a:lnTo>
                      <a:pt x="292" y="208"/>
                    </a:lnTo>
                    <a:lnTo>
                      <a:pt x="292" y="206"/>
                    </a:lnTo>
                    <a:lnTo>
                      <a:pt x="288" y="206"/>
                    </a:lnTo>
                    <a:lnTo>
                      <a:pt x="288" y="208"/>
                    </a:lnTo>
                    <a:lnTo>
                      <a:pt x="288" y="206"/>
                    </a:lnTo>
                    <a:lnTo>
                      <a:pt x="288" y="202"/>
                    </a:lnTo>
                    <a:lnTo>
                      <a:pt x="284" y="202"/>
                    </a:lnTo>
                    <a:lnTo>
                      <a:pt x="284" y="206"/>
                    </a:lnTo>
                    <a:lnTo>
                      <a:pt x="284" y="208"/>
                    </a:lnTo>
                    <a:lnTo>
                      <a:pt x="284" y="206"/>
                    </a:lnTo>
                    <a:lnTo>
                      <a:pt x="280" y="206"/>
                    </a:lnTo>
                    <a:lnTo>
                      <a:pt x="280" y="208"/>
                    </a:lnTo>
                    <a:lnTo>
                      <a:pt x="276" y="208"/>
                    </a:lnTo>
                    <a:lnTo>
                      <a:pt x="276" y="206"/>
                    </a:lnTo>
                    <a:lnTo>
                      <a:pt x="272" y="206"/>
                    </a:lnTo>
                    <a:lnTo>
                      <a:pt x="266" y="206"/>
                    </a:lnTo>
                    <a:lnTo>
                      <a:pt x="266" y="208"/>
                    </a:lnTo>
                    <a:lnTo>
                      <a:pt x="262" y="208"/>
                    </a:lnTo>
                    <a:lnTo>
                      <a:pt x="258" y="208"/>
                    </a:lnTo>
                    <a:lnTo>
                      <a:pt x="262" y="208"/>
                    </a:lnTo>
                    <a:lnTo>
                      <a:pt x="262" y="206"/>
                    </a:lnTo>
                    <a:lnTo>
                      <a:pt x="262" y="202"/>
                    </a:lnTo>
                    <a:lnTo>
                      <a:pt x="262" y="206"/>
                    </a:lnTo>
                    <a:lnTo>
                      <a:pt x="258" y="206"/>
                    </a:lnTo>
                    <a:lnTo>
                      <a:pt x="262" y="202"/>
                    </a:lnTo>
                    <a:lnTo>
                      <a:pt x="258" y="202"/>
                    </a:lnTo>
                    <a:lnTo>
                      <a:pt x="258" y="206"/>
                    </a:lnTo>
                    <a:lnTo>
                      <a:pt x="254" y="206"/>
                    </a:lnTo>
                    <a:lnTo>
                      <a:pt x="254" y="202"/>
                    </a:lnTo>
                    <a:lnTo>
                      <a:pt x="258" y="202"/>
                    </a:lnTo>
                    <a:lnTo>
                      <a:pt x="262" y="198"/>
                    </a:lnTo>
                    <a:lnTo>
                      <a:pt x="266" y="194"/>
                    </a:lnTo>
                    <a:lnTo>
                      <a:pt x="268" y="194"/>
                    </a:lnTo>
                    <a:lnTo>
                      <a:pt x="272" y="194"/>
                    </a:lnTo>
                    <a:lnTo>
                      <a:pt x="276" y="194"/>
                    </a:lnTo>
                    <a:lnTo>
                      <a:pt x="280" y="190"/>
                    </a:lnTo>
                    <a:lnTo>
                      <a:pt x="280" y="186"/>
                    </a:lnTo>
                    <a:lnTo>
                      <a:pt x="284" y="186"/>
                    </a:lnTo>
                    <a:lnTo>
                      <a:pt x="288" y="186"/>
                    </a:lnTo>
                    <a:lnTo>
                      <a:pt x="292" y="182"/>
                    </a:lnTo>
                    <a:lnTo>
                      <a:pt x="294" y="180"/>
                    </a:lnTo>
                    <a:lnTo>
                      <a:pt x="298" y="180"/>
                    </a:lnTo>
                    <a:lnTo>
                      <a:pt x="298" y="176"/>
                    </a:lnTo>
                    <a:lnTo>
                      <a:pt x="302" y="176"/>
                    </a:lnTo>
                    <a:lnTo>
                      <a:pt x="306" y="176"/>
                    </a:lnTo>
                    <a:lnTo>
                      <a:pt x="306" y="172"/>
                    </a:lnTo>
                    <a:lnTo>
                      <a:pt x="310" y="172"/>
                    </a:lnTo>
                    <a:lnTo>
                      <a:pt x="314" y="172"/>
                    </a:lnTo>
                    <a:lnTo>
                      <a:pt x="314" y="168"/>
                    </a:lnTo>
                    <a:lnTo>
                      <a:pt x="318" y="168"/>
                    </a:lnTo>
                    <a:lnTo>
                      <a:pt x="322" y="168"/>
                    </a:lnTo>
                    <a:lnTo>
                      <a:pt x="324" y="168"/>
                    </a:lnTo>
                    <a:lnTo>
                      <a:pt x="328" y="168"/>
                    </a:lnTo>
                    <a:lnTo>
                      <a:pt x="332" y="172"/>
                    </a:lnTo>
                    <a:lnTo>
                      <a:pt x="336" y="172"/>
                    </a:lnTo>
                    <a:lnTo>
                      <a:pt x="340" y="172"/>
                    </a:lnTo>
                    <a:lnTo>
                      <a:pt x="340" y="168"/>
                    </a:lnTo>
                    <a:lnTo>
                      <a:pt x="336" y="168"/>
                    </a:lnTo>
                    <a:lnTo>
                      <a:pt x="340" y="168"/>
                    </a:lnTo>
                    <a:lnTo>
                      <a:pt x="340" y="172"/>
                    </a:lnTo>
                    <a:lnTo>
                      <a:pt x="344" y="172"/>
                    </a:lnTo>
                    <a:lnTo>
                      <a:pt x="344" y="168"/>
                    </a:lnTo>
                    <a:lnTo>
                      <a:pt x="340" y="168"/>
                    </a:lnTo>
                    <a:lnTo>
                      <a:pt x="336" y="168"/>
                    </a:lnTo>
                    <a:lnTo>
                      <a:pt x="340" y="164"/>
                    </a:lnTo>
                    <a:lnTo>
                      <a:pt x="344" y="164"/>
                    </a:lnTo>
                    <a:lnTo>
                      <a:pt x="340" y="164"/>
                    </a:lnTo>
                    <a:lnTo>
                      <a:pt x="344" y="164"/>
                    </a:lnTo>
                    <a:lnTo>
                      <a:pt x="348" y="164"/>
                    </a:lnTo>
                    <a:lnTo>
                      <a:pt x="352" y="164"/>
                    </a:lnTo>
                    <a:lnTo>
                      <a:pt x="354" y="168"/>
                    </a:lnTo>
                    <a:lnTo>
                      <a:pt x="362" y="168"/>
                    </a:lnTo>
                    <a:lnTo>
                      <a:pt x="362" y="172"/>
                    </a:lnTo>
                    <a:lnTo>
                      <a:pt x="358" y="172"/>
                    </a:lnTo>
                    <a:lnTo>
                      <a:pt x="354" y="172"/>
                    </a:lnTo>
                    <a:lnTo>
                      <a:pt x="352" y="176"/>
                    </a:lnTo>
                    <a:lnTo>
                      <a:pt x="352" y="180"/>
                    </a:lnTo>
                    <a:lnTo>
                      <a:pt x="354" y="180"/>
                    </a:lnTo>
                    <a:lnTo>
                      <a:pt x="358" y="180"/>
                    </a:lnTo>
                    <a:lnTo>
                      <a:pt x="358" y="182"/>
                    </a:lnTo>
                    <a:lnTo>
                      <a:pt x="354" y="182"/>
                    </a:lnTo>
                    <a:lnTo>
                      <a:pt x="352" y="182"/>
                    </a:lnTo>
                    <a:lnTo>
                      <a:pt x="352" y="180"/>
                    </a:lnTo>
                    <a:lnTo>
                      <a:pt x="348" y="180"/>
                    </a:lnTo>
                    <a:lnTo>
                      <a:pt x="348" y="182"/>
                    </a:lnTo>
                    <a:lnTo>
                      <a:pt x="352" y="182"/>
                    </a:lnTo>
                    <a:lnTo>
                      <a:pt x="354" y="182"/>
                    </a:lnTo>
                    <a:lnTo>
                      <a:pt x="354" y="186"/>
                    </a:lnTo>
                    <a:lnTo>
                      <a:pt x="354" y="190"/>
                    </a:lnTo>
                    <a:lnTo>
                      <a:pt x="352" y="190"/>
                    </a:lnTo>
                    <a:lnTo>
                      <a:pt x="348" y="190"/>
                    </a:lnTo>
                    <a:lnTo>
                      <a:pt x="344" y="190"/>
                    </a:lnTo>
                    <a:lnTo>
                      <a:pt x="340" y="190"/>
                    </a:lnTo>
                    <a:lnTo>
                      <a:pt x="340" y="194"/>
                    </a:lnTo>
                    <a:lnTo>
                      <a:pt x="340" y="198"/>
                    </a:lnTo>
                    <a:lnTo>
                      <a:pt x="336" y="198"/>
                    </a:lnTo>
                    <a:lnTo>
                      <a:pt x="332" y="198"/>
                    </a:lnTo>
                    <a:lnTo>
                      <a:pt x="328" y="198"/>
                    </a:lnTo>
                    <a:lnTo>
                      <a:pt x="324" y="194"/>
                    </a:lnTo>
                    <a:lnTo>
                      <a:pt x="324" y="190"/>
                    </a:lnTo>
                    <a:lnTo>
                      <a:pt x="324" y="186"/>
                    </a:lnTo>
                    <a:lnTo>
                      <a:pt x="328" y="186"/>
                    </a:lnTo>
                    <a:lnTo>
                      <a:pt x="328" y="182"/>
                    </a:lnTo>
                    <a:lnTo>
                      <a:pt x="324" y="186"/>
                    </a:lnTo>
                    <a:lnTo>
                      <a:pt x="322" y="186"/>
                    </a:lnTo>
                    <a:lnTo>
                      <a:pt x="318" y="186"/>
                    </a:lnTo>
                    <a:lnTo>
                      <a:pt x="322" y="186"/>
                    </a:lnTo>
                    <a:lnTo>
                      <a:pt x="322" y="190"/>
                    </a:lnTo>
                    <a:lnTo>
                      <a:pt x="318" y="194"/>
                    </a:lnTo>
                    <a:lnTo>
                      <a:pt x="314" y="190"/>
                    </a:lnTo>
                    <a:lnTo>
                      <a:pt x="314" y="194"/>
                    </a:lnTo>
                    <a:lnTo>
                      <a:pt x="318" y="194"/>
                    </a:lnTo>
                    <a:lnTo>
                      <a:pt x="318" y="198"/>
                    </a:lnTo>
                    <a:lnTo>
                      <a:pt x="314" y="198"/>
                    </a:lnTo>
                    <a:lnTo>
                      <a:pt x="314" y="202"/>
                    </a:lnTo>
                    <a:lnTo>
                      <a:pt x="310" y="206"/>
                    </a:lnTo>
                    <a:lnTo>
                      <a:pt x="306" y="206"/>
                    </a:lnTo>
                    <a:lnTo>
                      <a:pt x="306" y="202"/>
                    </a:lnTo>
                    <a:lnTo>
                      <a:pt x="302" y="198"/>
                    </a:lnTo>
                    <a:lnTo>
                      <a:pt x="302" y="202"/>
                    </a:lnTo>
                    <a:lnTo>
                      <a:pt x="302" y="206"/>
                    </a:lnTo>
                    <a:lnTo>
                      <a:pt x="298" y="206"/>
                    </a:lnTo>
                    <a:lnTo>
                      <a:pt x="302" y="206"/>
                    </a:lnTo>
                    <a:lnTo>
                      <a:pt x="306" y="206"/>
                    </a:lnTo>
                    <a:lnTo>
                      <a:pt x="306" y="208"/>
                    </a:lnTo>
                    <a:lnTo>
                      <a:pt x="302" y="208"/>
                    </a:lnTo>
                    <a:lnTo>
                      <a:pt x="302" y="206"/>
                    </a:lnTo>
                    <a:lnTo>
                      <a:pt x="302" y="208"/>
                    </a:lnTo>
                    <a:lnTo>
                      <a:pt x="298" y="208"/>
                    </a:lnTo>
                    <a:lnTo>
                      <a:pt x="298" y="212"/>
                    </a:lnTo>
                    <a:lnTo>
                      <a:pt x="294" y="212"/>
                    </a:lnTo>
                    <a:lnTo>
                      <a:pt x="294" y="212"/>
                    </a:lnTo>
                    <a:lnTo>
                      <a:pt x="294" y="212"/>
                    </a:lnTo>
                    <a:close/>
                    <a:moveTo>
                      <a:pt x="706" y="172"/>
                    </a:moveTo>
                    <a:lnTo>
                      <a:pt x="708" y="172"/>
                    </a:lnTo>
                    <a:lnTo>
                      <a:pt x="712" y="172"/>
                    </a:lnTo>
                    <a:lnTo>
                      <a:pt x="712" y="176"/>
                    </a:lnTo>
                    <a:lnTo>
                      <a:pt x="708" y="176"/>
                    </a:lnTo>
                    <a:lnTo>
                      <a:pt x="706" y="176"/>
                    </a:lnTo>
                    <a:lnTo>
                      <a:pt x="706" y="172"/>
                    </a:lnTo>
                    <a:lnTo>
                      <a:pt x="706" y="172"/>
                    </a:lnTo>
                    <a:lnTo>
                      <a:pt x="706" y="172"/>
                    </a:lnTo>
                    <a:close/>
                    <a:moveTo>
                      <a:pt x="646" y="172"/>
                    </a:moveTo>
                    <a:lnTo>
                      <a:pt x="650" y="172"/>
                    </a:lnTo>
                    <a:lnTo>
                      <a:pt x="650" y="176"/>
                    </a:lnTo>
                    <a:lnTo>
                      <a:pt x="646" y="176"/>
                    </a:lnTo>
                    <a:lnTo>
                      <a:pt x="642" y="172"/>
                    </a:lnTo>
                    <a:lnTo>
                      <a:pt x="646" y="172"/>
                    </a:lnTo>
                    <a:lnTo>
                      <a:pt x="646" y="172"/>
                    </a:lnTo>
                    <a:lnTo>
                      <a:pt x="646" y="172"/>
                    </a:lnTo>
                    <a:close/>
                    <a:moveTo>
                      <a:pt x="522" y="176"/>
                    </a:moveTo>
                    <a:lnTo>
                      <a:pt x="518" y="176"/>
                    </a:lnTo>
                    <a:lnTo>
                      <a:pt x="522" y="176"/>
                    </a:lnTo>
                    <a:lnTo>
                      <a:pt x="522" y="176"/>
                    </a:lnTo>
                    <a:lnTo>
                      <a:pt x="522" y="176"/>
                    </a:lnTo>
                    <a:close/>
                    <a:moveTo>
                      <a:pt x="384" y="176"/>
                    </a:moveTo>
                    <a:lnTo>
                      <a:pt x="388" y="176"/>
                    </a:lnTo>
                    <a:lnTo>
                      <a:pt x="384" y="176"/>
                    </a:lnTo>
                    <a:lnTo>
                      <a:pt x="384" y="176"/>
                    </a:lnTo>
                    <a:lnTo>
                      <a:pt x="384" y="176"/>
                    </a:lnTo>
                    <a:close/>
                    <a:moveTo>
                      <a:pt x="858" y="236"/>
                    </a:moveTo>
                    <a:lnTo>
                      <a:pt x="862" y="236"/>
                    </a:lnTo>
                    <a:lnTo>
                      <a:pt x="858" y="236"/>
                    </a:lnTo>
                    <a:lnTo>
                      <a:pt x="862" y="236"/>
                    </a:lnTo>
                    <a:lnTo>
                      <a:pt x="864" y="236"/>
                    </a:lnTo>
                    <a:lnTo>
                      <a:pt x="868" y="236"/>
                    </a:lnTo>
                    <a:lnTo>
                      <a:pt x="872" y="236"/>
                    </a:lnTo>
                    <a:lnTo>
                      <a:pt x="872" y="238"/>
                    </a:lnTo>
                    <a:lnTo>
                      <a:pt x="868" y="238"/>
                    </a:lnTo>
                    <a:lnTo>
                      <a:pt x="864" y="238"/>
                    </a:lnTo>
                    <a:lnTo>
                      <a:pt x="862" y="238"/>
                    </a:lnTo>
                    <a:lnTo>
                      <a:pt x="858" y="238"/>
                    </a:lnTo>
                    <a:lnTo>
                      <a:pt x="858" y="236"/>
                    </a:lnTo>
                    <a:lnTo>
                      <a:pt x="858" y="238"/>
                    </a:lnTo>
                    <a:lnTo>
                      <a:pt x="862" y="238"/>
                    </a:lnTo>
                    <a:lnTo>
                      <a:pt x="862" y="242"/>
                    </a:lnTo>
                    <a:lnTo>
                      <a:pt x="862" y="246"/>
                    </a:lnTo>
                    <a:lnTo>
                      <a:pt x="858" y="246"/>
                    </a:lnTo>
                    <a:lnTo>
                      <a:pt x="854" y="246"/>
                    </a:lnTo>
                    <a:lnTo>
                      <a:pt x="850" y="246"/>
                    </a:lnTo>
                    <a:lnTo>
                      <a:pt x="846" y="246"/>
                    </a:lnTo>
                    <a:lnTo>
                      <a:pt x="842" y="246"/>
                    </a:lnTo>
                    <a:lnTo>
                      <a:pt x="838" y="246"/>
                    </a:lnTo>
                    <a:lnTo>
                      <a:pt x="838" y="250"/>
                    </a:lnTo>
                    <a:lnTo>
                      <a:pt x="834" y="250"/>
                    </a:lnTo>
                    <a:lnTo>
                      <a:pt x="832" y="246"/>
                    </a:lnTo>
                    <a:lnTo>
                      <a:pt x="828" y="246"/>
                    </a:lnTo>
                    <a:lnTo>
                      <a:pt x="824" y="246"/>
                    </a:lnTo>
                    <a:lnTo>
                      <a:pt x="820" y="246"/>
                    </a:lnTo>
                    <a:lnTo>
                      <a:pt x="820" y="242"/>
                    </a:lnTo>
                    <a:lnTo>
                      <a:pt x="820" y="238"/>
                    </a:lnTo>
                    <a:lnTo>
                      <a:pt x="816" y="238"/>
                    </a:lnTo>
                    <a:lnTo>
                      <a:pt x="812" y="236"/>
                    </a:lnTo>
                    <a:lnTo>
                      <a:pt x="812" y="238"/>
                    </a:lnTo>
                    <a:lnTo>
                      <a:pt x="816" y="238"/>
                    </a:lnTo>
                    <a:lnTo>
                      <a:pt x="816" y="242"/>
                    </a:lnTo>
                    <a:lnTo>
                      <a:pt x="812" y="246"/>
                    </a:lnTo>
                    <a:lnTo>
                      <a:pt x="808" y="246"/>
                    </a:lnTo>
                    <a:lnTo>
                      <a:pt x="806" y="246"/>
                    </a:lnTo>
                    <a:lnTo>
                      <a:pt x="802" y="246"/>
                    </a:lnTo>
                    <a:lnTo>
                      <a:pt x="798" y="246"/>
                    </a:lnTo>
                    <a:lnTo>
                      <a:pt x="794" y="246"/>
                    </a:lnTo>
                    <a:lnTo>
                      <a:pt x="790" y="246"/>
                    </a:lnTo>
                    <a:lnTo>
                      <a:pt x="794" y="242"/>
                    </a:lnTo>
                    <a:lnTo>
                      <a:pt x="790" y="242"/>
                    </a:lnTo>
                    <a:lnTo>
                      <a:pt x="790" y="246"/>
                    </a:lnTo>
                    <a:lnTo>
                      <a:pt x="786" y="246"/>
                    </a:lnTo>
                    <a:lnTo>
                      <a:pt x="786" y="242"/>
                    </a:lnTo>
                    <a:lnTo>
                      <a:pt x="782" y="242"/>
                    </a:lnTo>
                    <a:lnTo>
                      <a:pt x="782" y="246"/>
                    </a:lnTo>
                    <a:lnTo>
                      <a:pt x="786" y="246"/>
                    </a:lnTo>
                    <a:lnTo>
                      <a:pt x="782" y="246"/>
                    </a:lnTo>
                    <a:lnTo>
                      <a:pt x="778" y="246"/>
                    </a:lnTo>
                    <a:lnTo>
                      <a:pt x="776" y="246"/>
                    </a:lnTo>
                    <a:lnTo>
                      <a:pt x="772" y="246"/>
                    </a:lnTo>
                    <a:lnTo>
                      <a:pt x="768" y="246"/>
                    </a:lnTo>
                    <a:lnTo>
                      <a:pt x="768" y="242"/>
                    </a:lnTo>
                    <a:lnTo>
                      <a:pt x="768" y="246"/>
                    </a:lnTo>
                    <a:lnTo>
                      <a:pt x="768" y="250"/>
                    </a:lnTo>
                    <a:lnTo>
                      <a:pt x="764" y="250"/>
                    </a:lnTo>
                    <a:lnTo>
                      <a:pt x="760" y="250"/>
                    </a:lnTo>
                    <a:lnTo>
                      <a:pt x="760" y="246"/>
                    </a:lnTo>
                    <a:lnTo>
                      <a:pt x="756" y="250"/>
                    </a:lnTo>
                    <a:lnTo>
                      <a:pt x="752" y="250"/>
                    </a:lnTo>
                    <a:lnTo>
                      <a:pt x="752" y="246"/>
                    </a:lnTo>
                    <a:lnTo>
                      <a:pt x="752" y="250"/>
                    </a:lnTo>
                    <a:lnTo>
                      <a:pt x="748" y="250"/>
                    </a:lnTo>
                    <a:lnTo>
                      <a:pt x="746" y="246"/>
                    </a:lnTo>
                    <a:lnTo>
                      <a:pt x="742" y="246"/>
                    </a:lnTo>
                    <a:lnTo>
                      <a:pt x="746" y="242"/>
                    </a:lnTo>
                    <a:lnTo>
                      <a:pt x="746" y="238"/>
                    </a:lnTo>
                    <a:lnTo>
                      <a:pt x="742" y="238"/>
                    </a:lnTo>
                    <a:lnTo>
                      <a:pt x="742" y="236"/>
                    </a:lnTo>
                    <a:lnTo>
                      <a:pt x="742" y="238"/>
                    </a:lnTo>
                    <a:lnTo>
                      <a:pt x="738" y="238"/>
                    </a:lnTo>
                    <a:lnTo>
                      <a:pt x="738" y="242"/>
                    </a:lnTo>
                    <a:lnTo>
                      <a:pt x="738" y="238"/>
                    </a:lnTo>
                    <a:lnTo>
                      <a:pt x="734" y="238"/>
                    </a:lnTo>
                    <a:lnTo>
                      <a:pt x="734" y="242"/>
                    </a:lnTo>
                    <a:lnTo>
                      <a:pt x="732" y="242"/>
                    </a:lnTo>
                    <a:lnTo>
                      <a:pt x="732" y="238"/>
                    </a:lnTo>
                    <a:lnTo>
                      <a:pt x="732" y="242"/>
                    </a:lnTo>
                    <a:lnTo>
                      <a:pt x="734" y="242"/>
                    </a:lnTo>
                    <a:lnTo>
                      <a:pt x="734" y="246"/>
                    </a:lnTo>
                    <a:lnTo>
                      <a:pt x="732" y="246"/>
                    </a:lnTo>
                    <a:lnTo>
                      <a:pt x="728" y="246"/>
                    </a:lnTo>
                    <a:lnTo>
                      <a:pt x="724" y="246"/>
                    </a:lnTo>
                    <a:lnTo>
                      <a:pt x="720" y="246"/>
                    </a:lnTo>
                    <a:lnTo>
                      <a:pt x="716" y="246"/>
                    </a:lnTo>
                    <a:lnTo>
                      <a:pt x="712" y="246"/>
                    </a:lnTo>
                    <a:lnTo>
                      <a:pt x="712" y="242"/>
                    </a:lnTo>
                    <a:lnTo>
                      <a:pt x="708" y="242"/>
                    </a:lnTo>
                    <a:lnTo>
                      <a:pt x="708" y="238"/>
                    </a:lnTo>
                    <a:lnTo>
                      <a:pt x="712" y="238"/>
                    </a:lnTo>
                    <a:lnTo>
                      <a:pt x="708" y="238"/>
                    </a:lnTo>
                    <a:lnTo>
                      <a:pt x="706" y="238"/>
                    </a:lnTo>
                    <a:lnTo>
                      <a:pt x="706" y="242"/>
                    </a:lnTo>
                    <a:lnTo>
                      <a:pt x="706" y="238"/>
                    </a:lnTo>
                    <a:lnTo>
                      <a:pt x="706" y="242"/>
                    </a:lnTo>
                    <a:lnTo>
                      <a:pt x="702" y="242"/>
                    </a:lnTo>
                    <a:lnTo>
                      <a:pt x="698" y="242"/>
                    </a:lnTo>
                    <a:lnTo>
                      <a:pt x="694" y="242"/>
                    </a:lnTo>
                    <a:lnTo>
                      <a:pt x="694" y="238"/>
                    </a:lnTo>
                    <a:lnTo>
                      <a:pt x="694" y="236"/>
                    </a:lnTo>
                    <a:lnTo>
                      <a:pt x="690" y="236"/>
                    </a:lnTo>
                    <a:lnTo>
                      <a:pt x="690" y="232"/>
                    </a:lnTo>
                    <a:lnTo>
                      <a:pt x="694" y="232"/>
                    </a:lnTo>
                    <a:lnTo>
                      <a:pt x="690" y="232"/>
                    </a:lnTo>
                    <a:lnTo>
                      <a:pt x="686" y="228"/>
                    </a:lnTo>
                    <a:lnTo>
                      <a:pt x="686" y="224"/>
                    </a:lnTo>
                    <a:lnTo>
                      <a:pt x="686" y="220"/>
                    </a:lnTo>
                    <a:lnTo>
                      <a:pt x="690" y="220"/>
                    </a:lnTo>
                    <a:lnTo>
                      <a:pt x="694" y="220"/>
                    </a:lnTo>
                    <a:lnTo>
                      <a:pt x="694" y="216"/>
                    </a:lnTo>
                    <a:lnTo>
                      <a:pt x="690" y="212"/>
                    </a:lnTo>
                    <a:lnTo>
                      <a:pt x="690" y="208"/>
                    </a:lnTo>
                    <a:lnTo>
                      <a:pt x="686" y="208"/>
                    </a:lnTo>
                    <a:lnTo>
                      <a:pt x="686" y="206"/>
                    </a:lnTo>
                    <a:lnTo>
                      <a:pt x="682" y="206"/>
                    </a:lnTo>
                    <a:lnTo>
                      <a:pt x="682" y="202"/>
                    </a:lnTo>
                    <a:lnTo>
                      <a:pt x="678" y="202"/>
                    </a:lnTo>
                    <a:lnTo>
                      <a:pt x="678" y="198"/>
                    </a:lnTo>
                    <a:lnTo>
                      <a:pt x="676" y="198"/>
                    </a:lnTo>
                    <a:lnTo>
                      <a:pt x="672" y="198"/>
                    </a:lnTo>
                    <a:lnTo>
                      <a:pt x="668" y="198"/>
                    </a:lnTo>
                    <a:lnTo>
                      <a:pt x="668" y="202"/>
                    </a:lnTo>
                    <a:lnTo>
                      <a:pt x="664" y="198"/>
                    </a:lnTo>
                    <a:lnTo>
                      <a:pt x="660" y="198"/>
                    </a:lnTo>
                    <a:lnTo>
                      <a:pt x="656" y="198"/>
                    </a:lnTo>
                    <a:lnTo>
                      <a:pt x="652" y="198"/>
                    </a:lnTo>
                    <a:lnTo>
                      <a:pt x="650" y="202"/>
                    </a:lnTo>
                    <a:lnTo>
                      <a:pt x="646" y="202"/>
                    </a:lnTo>
                    <a:lnTo>
                      <a:pt x="646" y="198"/>
                    </a:lnTo>
                    <a:lnTo>
                      <a:pt x="650" y="198"/>
                    </a:lnTo>
                    <a:lnTo>
                      <a:pt x="652" y="198"/>
                    </a:lnTo>
                    <a:lnTo>
                      <a:pt x="650" y="198"/>
                    </a:lnTo>
                    <a:lnTo>
                      <a:pt x="646" y="198"/>
                    </a:lnTo>
                    <a:lnTo>
                      <a:pt x="642" y="198"/>
                    </a:lnTo>
                    <a:lnTo>
                      <a:pt x="642" y="194"/>
                    </a:lnTo>
                    <a:lnTo>
                      <a:pt x="638" y="194"/>
                    </a:lnTo>
                    <a:lnTo>
                      <a:pt x="634" y="194"/>
                    </a:lnTo>
                    <a:lnTo>
                      <a:pt x="638" y="194"/>
                    </a:lnTo>
                    <a:lnTo>
                      <a:pt x="642" y="194"/>
                    </a:lnTo>
                    <a:lnTo>
                      <a:pt x="642" y="190"/>
                    </a:lnTo>
                    <a:lnTo>
                      <a:pt x="638" y="190"/>
                    </a:lnTo>
                    <a:lnTo>
                      <a:pt x="634" y="190"/>
                    </a:lnTo>
                    <a:lnTo>
                      <a:pt x="630" y="190"/>
                    </a:lnTo>
                    <a:lnTo>
                      <a:pt x="630" y="186"/>
                    </a:lnTo>
                    <a:lnTo>
                      <a:pt x="626" y="186"/>
                    </a:lnTo>
                    <a:lnTo>
                      <a:pt x="622" y="186"/>
                    </a:lnTo>
                    <a:lnTo>
                      <a:pt x="622" y="182"/>
                    </a:lnTo>
                    <a:lnTo>
                      <a:pt x="626" y="186"/>
                    </a:lnTo>
                    <a:lnTo>
                      <a:pt x="630" y="186"/>
                    </a:lnTo>
                    <a:lnTo>
                      <a:pt x="634" y="186"/>
                    </a:lnTo>
                    <a:lnTo>
                      <a:pt x="630" y="182"/>
                    </a:lnTo>
                    <a:lnTo>
                      <a:pt x="626" y="182"/>
                    </a:lnTo>
                    <a:lnTo>
                      <a:pt x="622" y="182"/>
                    </a:lnTo>
                    <a:lnTo>
                      <a:pt x="626" y="180"/>
                    </a:lnTo>
                    <a:lnTo>
                      <a:pt x="630" y="180"/>
                    </a:lnTo>
                    <a:lnTo>
                      <a:pt x="634" y="180"/>
                    </a:lnTo>
                    <a:lnTo>
                      <a:pt x="638" y="180"/>
                    </a:lnTo>
                    <a:lnTo>
                      <a:pt x="642" y="176"/>
                    </a:lnTo>
                    <a:lnTo>
                      <a:pt x="642" y="180"/>
                    </a:lnTo>
                    <a:lnTo>
                      <a:pt x="646" y="180"/>
                    </a:lnTo>
                    <a:lnTo>
                      <a:pt x="650" y="180"/>
                    </a:lnTo>
                    <a:lnTo>
                      <a:pt x="652" y="180"/>
                    </a:lnTo>
                    <a:lnTo>
                      <a:pt x="656" y="180"/>
                    </a:lnTo>
                    <a:lnTo>
                      <a:pt x="660" y="182"/>
                    </a:lnTo>
                    <a:lnTo>
                      <a:pt x="664" y="182"/>
                    </a:lnTo>
                    <a:lnTo>
                      <a:pt x="664" y="180"/>
                    </a:lnTo>
                    <a:lnTo>
                      <a:pt x="668" y="180"/>
                    </a:lnTo>
                    <a:lnTo>
                      <a:pt x="668" y="182"/>
                    </a:lnTo>
                    <a:lnTo>
                      <a:pt x="672" y="182"/>
                    </a:lnTo>
                    <a:lnTo>
                      <a:pt x="676" y="186"/>
                    </a:lnTo>
                    <a:lnTo>
                      <a:pt x="676" y="190"/>
                    </a:lnTo>
                    <a:lnTo>
                      <a:pt x="672" y="194"/>
                    </a:lnTo>
                    <a:lnTo>
                      <a:pt x="672" y="198"/>
                    </a:lnTo>
                    <a:lnTo>
                      <a:pt x="672" y="194"/>
                    </a:lnTo>
                    <a:lnTo>
                      <a:pt x="676" y="194"/>
                    </a:lnTo>
                    <a:lnTo>
                      <a:pt x="678" y="190"/>
                    </a:lnTo>
                    <a:lnTo>
                      <a:pt x="682" y="190"/>
                    </a:lnTo>
                    <a:lnTo>
                      <a:pt x="686" y="190"/>
                    </a:lnTo>
                    <a:lnTo>
                      <a:pt x="690" y="190"/>
                    </a:lnTo>
                    <a:lnTo>
                      <a:pt x="694" y="190"/>
                    </a:lnTo>
                    <a:lnTo>
                      <a:pt x="694" y="186"/>
                    </a:lnTo>
                    <a:lnTo>
                      <a:pt x="698" y="186"/>
                    </a:lnTo>
                    <a:lnTo>
                      <a:pt x="702" y="186"/>
                    </a:lnTo>
                    <a:lnTo>
                      <a:pt x="706" y="186"/>
                    </a:lnTo>
                    <a:lnTo>
                      <a:pt x="708" y="190"/>
                    </a:lnTo>
                    <a:lnTo>
                      <a:pt x="712" y="190"/>
                    </a:lnTo>
                    <a:lnTo>
                      <a:pt x="716" y="190"/>
                    </a:lnTo>
                    <a:lnTo>
                      <a:pt x="716" y="194"/>
                    </a:lnTo>
                    <a:lnTo>
                      <a:pt x="712" y="194"/>
                    </a:lnTo>
                    <a:lnTo>
                      <a:pt x="708" y="194"/>
                    </a:lnTo>
                    <a:lnTo>
                      <a:pt x="706" y="194"/>
                    </a:lnTo>
                    <a:lnTo>
                      <a:pt x="702" y="194"/>
                    </a:lnTo>
                    <a:lnTo>
                      <a:pt x="706" y="194"/>
                    </a:lnTo>
                    <a:lnTo>
                      <a:pt x="708" y="194"/>
                    </a:lnTo>
                    <a:lnTo>
                      <a:pt x="712" y="194"/>
                    </a:lnTo>
                    <a:lnTo>
                      <a:pt x="716" y="194"/>
                    </a:lnTo>
                    <a:lnTo>
                      <a:pt x="716" y="198"/>
                    </a:lnTo>
                    <a:lnTo>
                      <a:pt x="720" y="198"/>
                    </a:lnTo>
                    <a:lnTo>
                      <a:pt x="724" y="198"/>
                    </a:lnTo>
                    <a:lnTo>
                      <a:pt x="728" y="198"/>
                    </a:lnTo>
                    <a:lnTo>
                      <a:pt x="732" y="198"/>
                    </a:lnTo>
                    <a:lnTo>
                      <a:pt x="734" y="202"/>
                    </a:lnTo>
                    <a:lnTo>
                      <a:pt x="732" y="202"/>
                    </a:lnTo>
                    <a:lnTo>
                      <a:pt x="728" y="202"/>
                    </a:lnTo>
                    <a:lnTo>
                      <a:pt x="724" y="202"/>
                    </a:lnTo>
                    <a:lnTo>
                      <a:pt x="716" y="202"/>
                    </a:lnTo>
                    <a:lnTo>
                      <a:pt x="720" y="202"/>
                    </a:lnTo>
                    <a:lnTo>
                      <a:pt x="716" y="202"/>
                    </a:lnTo>
                    <a:lnTo>
                      <a:pt x="712" y="202"/>
                    </a:lnTo>
                    <a:lnTo>
                      <a:pt x="708" y="202"/>
                    </a:lnTo>
                    <a:lnTo>
                      <a:pt x="706" y="202"/>
                    </a:lnTo>
                    <a:lnTo>
                      <a:pt x="702" y="202"/>
                    </a:lnTo>
                    <a:lnTo>
                      <a:pt x="702" y="198"/>
                    </a:lnTo>
                    <a:lnTo>
                      <a:pt x="698" y="198"/>
                    </a:lnTo>
                    <a:lnTo>
                      <a:pt x="698" y="202"/>
                    </a:lnTo>
                    <a:lnTo>
                      <a:pt x="702" y="202"/>
                    </a:lnTo>
                    <a:lnTo>
                      <a:pt x="706" y="202"/>
                    </a:lnTo>
                    <a:lnTo>
                      <a:pt x="708" y="202"/>
                    </a:lnTo>
                    <a:lnTo>
                      <a:pt x="712" y="206"/>
                    </a:lnTo>
                    <a:lnTo>
                      <a:pt x="708" y="206"/>
                    </a:lnTo>
                    <a:lnTo>
                      <a:pt x="712" y="206"/>
                    </a:lnTo>
                    <a:lnTo>
                      <a:pt x="716" y="206"/>
                    </a:lnTo>
                    <a:lnTo>
                      <a:pt x="720" y="206"/>
                    </a:lnTo>
                    <a:lnTo>
                      <a:pt x="716" y="206"/>
                    </a:lnTo>
                    <a:lnTo>
                      <a:pt x="712" y="206"/>
                    </a:lnTo>
                    <a:lnTo>
                      <a:pt x="708" y="206"/>
                    </a:lnTo>
                    <a:lnTo>
                      <a:pt x="706" y="206"/>
                    </a:lnTo>
                    <a:lnTo>
                      <a:pt x="708" y="208"/>
                    </a:lnTo>
                    <a:lnTo>
                      <a:pt x="706" y="208"/>
                    </a:lnTo>
                    <a:lnTo>
                      <a:pt x="706" y="212"/>
                    </a:lnTo>
                    <a:lnTo>
                      <a:pt x="706" y="208"/>
                    </a:lnTo>
                    <a:lnTo>
                      <a:pt x="708" y="208"/>
                    </a:lnTo>
                    <a:lnTo>
                      <a:pt x="708" y="206"/>
                    </a:lnTo>
                    <a:lnTo>
                      <a:pt x="712" y="206"/>
                    </a:lnTo>
                    <a:lnTo>
                      <a:pt x="712" y="208"/>
                    </a:lnTo>
                    <a:lnTo>
                      <a:pt x="716" y="208"/>
                    </a:lnTo>
                    <a:lnTo>
                      <a:pt x="712" y="208"/>
                    </a:lnTo>
                    <a:lnTo>
                      <a:pt x="716" y="208"/>
                    </a:lnTo>
                    <a:lnTo>
                      <a:pt x="720" y="208"/>
                    </a:lnTo>
                    <a:lnTo>
                      <a:pt x="720" y="206"/>
                    </a:lnTo>
                    <a:lnTo>
                      <a:pt x="724" y="206"/>
                    </a:lnTo>
                    <a:lnTo>
                      <a:pt x="724" y="208"/>
                    </a:lnTo>
                    <a:lnTo>
                      <a:pt x="728" y="208"/>
                    </a:lnTo>
                    <a:lnTo>
                      <a:pt x="724" y="212"/>
                    </a:lnTo>
                    <a:lnTo>
                      <a:pt x="728" y="212"/>
                    </a:lnTo>
                    <a:lnTo>
                      <a:pt x="728" y="208"/>
                    </a:lnTo>
                    <a:lnTo>
                      <a:pt x="732" y="212"/>
                    </a:lnTo>
                    <a:lnTo>
                      <a:pt x="734" y="212"/>
                    </a:lnTo>
                    <a:lnTo>
                      <a:pt x="732" y="216"/>
                    </a:lnTo>
                    <a:lnTo>
                      <a:pt x="728" y="216"/>
                    </a:lnTo>
                    <a:lnTo>
                      <a:pt x="724" y="220"/>
                    </a:lnTo>
                    <a:lnTo>
                      <a:pt x="728" y="216"/>
                    </a:lnTo>
                    <a:lnTo>
                      <a:pt x="728" y="220"/>
                    </a:lnTo>
                    <a:lnTo>
                      <a:pt x="728" y="216"/>
                    </a:lnTo>
                    <a:lnTo>
                      <a:pt x="732" y="216"/>
                    </a:lnTo>
                    <a:lnTo>
                      <a:pt x="734" y="220"/>
                    </a:lnTo>
                    <a:lnTo>
                      <a:pt x="734" y="224"/>
                    </a:lnTo>
                    <a:lnTo>
                      <a:pt x="738" y="224"/>
                    </a:lnTo>
                    <a:lnTo>
                      <a:pt x="738" y="220"/>
                    </a:lnTo>
                    <a:lnTo>
                      <a:pt x="738" y="216"/>
                    </a:lnTo>
                    <a:lnTo>
                      <a:pt x="742" y="216"/>
                    </a:lnTo>
                    <a:lnTo>
                      <a:pt x="746" y="216"/>
                    </a:lnTo>
                    <a:lnTo>
                      <a:pt x="746" y="220"/>
                    </a:lnTo>
                    <a:lnTo>
                      <a:pt x="748" y="220"/>
                    </a:lnTo>
                    <a:lnTo>
                      <a:pt x="752" y="220"/>
                    </a:lnTo>
                    <a:lnTo>
                      <a:pt x="756" y="220"/>
                    </a:lnTo>
                    <a:lnTo>
                      <a:pt x="756" y="216"/>
                    </a:lnTo>
                    <a:lnTo>
                      <a:pt x="760" y="216"/>
                    </a:lnTo>
                    <a:lnTo>
                      <a:pt x="764" y="216"/>
                    </a:lnTo>
                    <a:lnTo>
                      <a:pt x="764" y="220"/>
                    </a:lnTo>
                    <a:lnTo>
                      <a:pt x="768" y="220"/>
                    </a:lnTo>
                    <a:lnTo>
                      <a:pt x="772" y="220"/>
                    </a:lnTo>
                    <a:lnTo>
                      <a:pt x="772" y="224"/>
                    </a:lnTo>
                    <a:lnTo>
                      <a:pt x="768" y="224"/>
                    </a:lnTo>
                    <a:lnTo>
                      <a:pt x="772" y="224"/>
                    </a:lnTo>
                    <a:lnTo>
                      <a:pt x="776" y="224"/>
                    </a:lnTo>
                    <a:lnTo>
                      <a:pt x="778" y="224"/>
                    </a:lnTo>
                    <a:lnTo>
                      <a:pt x="782" y="224"/>
                    </a:lnTo>
                    <a:lnTo>
                      <a:pt x="778" y="220"/>
                    </a:lnTo>
                    <a:lnTo>
                      <a:pt x="776" y="220"/>
                    </a:lnTo>
                    <a:lnTo>
                      <a:pt x="778" y="220"/>
                    </a:lnTo>
                    <a:lnTo>
                      <a:pt x="782" y="220"/>
                    </a:lnTo>
                    <a:lnTo>
                      <a:pt x="786" y="220"/>
                    </a:lnTo>
                    <a:lnTo>
                      <a:pt x="790" y="216"/>
                    </a:lnTo>
                    <a:lnTo>
                      <a:pt x="794" y="216"/>
                    </a:lnTo>
                    <a:lnTo>
                      <a:pt x="798" y="216"/>
                    </a:lnTo>
                    <a:lnTo>
                      <a:pt x="802" y="216"/>
                    </a:lnTo>
                    <a:lnTo>
                      <a:pt x="806" y="212"/>
                    </a:lnTo>
                    <a:lnTo>
                      <a:pt x="808" y="212"/>
                    </a:lnTo>
                    <a:lnTo>
                      <a:pt x="812" y="212"/>
                    </a:lnTo>
                    <a:lnTo>
                      <a:pt x="816" y="212"/>
                    </a:lnTo>
                    <a:lnTo>
                      <a:pt x="820" y="212"/>
                    </a:lnTo>
                    <a:lnTo>
                      <a:pt x="824" y="212"/>
                    </a:lnTo>
                    <a:lnTo>
                      <a:pt x="828" y="212"/>
                    </a:lnTo>
                    <a:lnTo>
                      <a:pt x="832" y="212"/>
                    </a:lnTo>
                    <a:lnTo>
                      <a:pt x="834" y="212"/>
                    </a:lnTo>
                    <a:lnTo>
                      <a:pt x="838" y="212"/>
                    </a:lnTo>
                    <a:lnTo>
                      <a:pt x="842" y="212"/>
                    </a:lnTo>
                    <a:lnTo>
                      <a:pt x="846" y="212"/>
                    </a:lnTo>
                    <a:lnTo>
                      <a:pt x="846" y="216"/>
                    </a:lnTo>
                    <a:lnTo>
                      <a:pt x="850" y="216"/>
                    </a:lnTo>
                    <a:lnTo>
                      <a:pt x="854" y="216"/>
                    </a:lnTo>
                    <a:lnTo>
                      <a:pt x="858" y="216"/>
                    </a:lnTo>
                    <a:lnTo>
                      <a:pt x="862" y="216"/>
                    </a:lnTo>
                    <a:lnTo>
                      <a:pt x="864" y="220"/>
                    </a:lnTo>
                    <a:lnTo>
                      <a:pt x="862" y="220"/>
                    </a:lnTo>
                    <a:lnTo>
                      <a:pt x="858" y="220"/>
                    </a:lnTo>
                    <a:lnTo>
                      <a:pt x="862" y="220"/>
                    </a:lnTo>
                    <a:lnTo>
                      <a:pt x="864" y="220"/>
                    </a:lnTo>
                    <a:lnTo>
                      <a:pt x="868" y="220"/>
                    </a:lnTo>
                    <a:lnTo>
                      <a:pt x="868" y="224"/>
                    </a:lnTo>
                    <a:lnTo>
                      <a:pt x="868" y="228"/>
                    </a:lnTo>
                    <a:lnTo>
                      <a:pt x="872" y="228"/>
                    </a:lnTo>
                    <a:lnTo>
                      <a:pt x="868" y="228"/>
                    </a:lnTo>
                    <a:lnTo>
                      <a:pt x="864" y="232"/>
                    </a:lnTo>
                    <a:lnTo>
                      <a:pt x="864" y="228"/>
                    </a:lnTo>
                    <a:lnTo>
                      <a:pt x="864" y="232"/>
                    </a:lnTo>
                    <a:lnTo>
                      <a:pt x="862" y="232"/>
                    </a:lnTo>
                    <a:lnTo>
                      <a:pt x="858" y="232"/>
                    </a:lnTo>
                    <a:lnTo>
                      <a:pt x="858" y="236"/>
                    </a:lnTo>
                    <a:lnTo>
                      <a:pt x="858" y="236"/>
                    </a:lnTo>
                    <a:lnTo>
                      <a:pt x="858" y="236"/>
                    </a:lnTo>
                    <a:close/>
                    <a:moveTo>
                      <a:pt x="620" y="180"/>
                    </a:moveTo>
                    <a:lnTo>
                      <a:pt x="622" y="180"/>
                    </a:lnTo>
                    <a:lnTo>
                      <a:pt x="620" y="180"/>
                    </a:lnTo>
                    <a:lnTo>
                      <a:pt x="616" y="180"/>
                    </a:lnTo>
                    <a:lnTo>
                      <a:pt x="620" y="180"/>
                    </a:lnTo>
                    <a:lnTo>
                      <a:pt x="620" y="180"/>
                    </a:lnTo>
                    <a:lnTo>
                      <a:pt x="620" y="180"/>
                    </a:lnTo>
                    <a:close/>
                    <a:moveTo>
                      <a:pt x="380" y="186"/>
                    </a:moveTo>
                    <a:lnTo>
                      <a:pt x="374" y="186"/>
                    </a:lnTo>
                    <a:lnTo>
                      <a:pt x="370" y="186"/>
                    </a:lnTo>
                    <a:lnTo>
                      <a:pt x="370" y="182"/>
                    </a:lnTo>
                    <a:lnTo>
                      <a:pt x="374" y="182"/>
                    </a:lnTo>
                    <a:lnTo>
                      <a:pt x="378" y="182"/>
                    </a:lnTo>
                    <a:lnTo>
                      <a:pt x="380" y="182"/>
                    </a:lnTo>
                    <a:lnTo>
                      <a:pt x="384" y="182"/>
                    </a:lnTo>
                    <a:lnTo>
                      <a:pt x="388" y="182"/>
                    </a:lnTo>
                    <a:lnTo>
                      <a:pt x="388" y="186"/>
                    </a:lnTo>
                    <a:lnTo>
                      <a:pt x="384" y="186"/>
                    </a:lnTo>
                    <a:lnTo>
                      <a:pt x="380" y="186"/>
                    </a:lnTo>
                    <a:lnTo>
                      <a:pt x="380" y="186"/>
                    </a:lnTo>
                    <a:lnTo>
                      <a:pt x="380" y="186"/>
                    </a:lnTo>
                    <a:close/>
                    <a:moveTo>
                      <a:pt x="370" y="236"/>
                    </a:moveTo>
                    <a:lnTo>
                      <a:pt x="366" y="236"/>
                    </a:lnTo>
                    <a:lnTo>
                      <a:pt x="366" y="232"/>
                    </a:lnTo>
                    <a:lnTo>
                      <a:pt x="366" y="228"/>
                    </a:lnTo>
                    <a:lnTo>
                      <a:pt x="366" y="232"/>
                    </a:lnTo>
                    <a:lnTo>
                      <a:pt x="362" y="232"/>
                    </a:lnTo>
                    <a:lnTo>
                      <a:pt x="358" y="232"/>
                    </a:lnTo>
                    <a:lnTo>
                      <a:pt x="362" y="232"/>
                    </a:lnTo>
                    <a:lnTo>
                      <a:pt x="362" y="236"/>
                    </a:lnTo>
                    <a:lnTo>
                      <a:pt x="358" y="236"/>
                    </a:lnTo>
                    <a:lnTo>
                      <a:pt x="354" y="236"/>
                    </a:lnTo>
                    <a:lnTo>
                      <a:pt x="352" y="232"/>
                    </a:lnTo>
                    <a:lnTo>
                      <a:pt x="352" y="228"/>
                    </a:lnTo>
                    <a:lnTo>
                      <a:pt x="348" y="228"/>
                    </a:lnTo>
                    <a:lnTo>
                      <a:pt x="344" y="232"/>
                    </a:lnTo>
                    <a:lnTo>
                      <a:pt x="336" y="232"/>
                    </a:lnTo>
                    <a:lnTo>
                      <a:pt x="336" y="228"/>
                    </a:lnTo>
                    <a:lnTo>
                      <a:pt x="332" y="228"/>
                    </a:lnTo>
                    <a:lnTo>
                      <a:pt x="328" y="228"/>
                    </a:lnTo>
                    <a:lnTo>
                      <a:pt x="332" y="224"/>
                    </a:lnTo>
                    <a:lnTo>
                      <a:pt x="336" y="224"/>
                    </a:lnTo>
                    <a:lnTo>
                      <a:pt x="336" y="220"/>
                    </a:lnTo>
                    <a:lnTo>
                      <a:pt x="340" y="220"/>
                    </a:lnTo>
                    <a:lnTo>
                      <a:pt x="344" y="220"/>
                    </a:lnTo>
                    <a:lnTo>
                      <a:pt x="352" y="220"/>
                    </a:lnTo>
                    <a:lnTo>
                      <a:pt x="354" y="220"/>
                    </a:lnTo>
                    <a:lnTo>
                      <a:pt x="358" y="220"/>
                    </a:lnTo>
                    <a:lnTo>
                      <a:pt x="358" y="216"/>
                    </a:lnTo>
                    <a:lnTo>
                      <a:pt x="362" y="216"/>
                    </a:lnTo>
                    <a:lnTo>
                      <a:pt x="366" y="216"/>
                    </a:lnTo>
                    <a:lnTo>
                      <a:pt x="370" y="216"/>
                    </a:lnTo>
                    <a:lnTo>
                      <a:pt x="366" y="216"/>
                    </a:lnTo>
                    <a:lnTo>
                      <a:pt x="362" y="216"/>
                    </a:lnTo>
                    <a:lnTo>
                      <a:pt x="358" y="216"/>
                    </a:lnTo>
                    <a:lnTo>
                      <a:pt x="354" y="216"/>
                    </a:lnTo>
                    <a:lnTo>
                      <a:pt x="352" y="216"/>
                    </a:lnTo>
                    <a:lnTo>
                      <a:pt x="352" y="220"/>
                    </a:lnTo>
                    <a:lnTo>
                      <a:pt x="348" y="220"/>
                    </a:lnTo>
                    <a:lnTo>
                      <a:pt x="344" y="220"/>
                    </a:lnTo>
                    <a:lnTo>
                      <a:pt x="336" y="220"/>
                    </a:lnTo>
                    <a:lnTo>
                      <a:pt x="336" y="216"/>
                    </a:lnTo>
                    <a:lnTo>
                      <a:pt x="340" y="216"/>
                    </a:lnTo>
                    <a:lnTo>
                      <a:pt x="340" y="212"/>
                    </a:lnTo>
                    <a:lnTo>
                      <a:pt x="344" y="212"/>
                    </a:lnTo>
                    <a:lnTo>
                      <a:pt x="348" y="212"/>
                    </a:lnTo>
                    <a:lnTo>
                      <a:pt x="352" y="212"/>
                    </a:lnTo>
                    <a:lnTo>
                      <a:pt x="354" y="212"/>
                    </a:lnTo>
                    <a:lnTo>
                      <a:pt x="358" y="212"/>
                    </a:lnTo>
                    <a:lnTo>
                      <a:pt x="358" y="208"/>
                    </a:lnTo>
                    <a:lnTo>
                      <a:pt x="358" y="212"/>
                    </a:lnTo>
                    <a:lnTo>
                      <a:pt x="362" y="212"/>
                    </a:lnTo>
                    <a:lnTo>
                      <a:pt x="362" y="208"/>
                    </a:lnTo>
                    <a:lnTo>
                      <a:pt x="366" y="208"/>
                    </a:lnTo>
                    <a:lnTo>
                      <a:pt x="370" y="208"/>
                    </a:lnTo>
                    <a:lnTo>
                      <a:pt x="366" y="208"/>
                    </a:lnTo>
                    <a:lnTo>
                      <a:pt x="362" y="208"/>
                    </a:lnTo>
                    <a:lnTo>
                      <a:pt x="358" y="208"/>
                    </a:lnTo>
                    <a:lnTo>
                      <a:pt x="354" y="208"/>
                    </a:lnTo>
                    <a:lnTo>
                      <a:pt x="352" y="208"/>
                    </a:lnTo>
                    <a:lnTo>
                      <a:pt x="348" y="208"/>
                    </a:lnTo>
                    <a:lnTo>
                      <a:pt x="344" y="208"/>
                    </a:lnTo>
                    <a:lnTo>
                      <a:pt x="348" y="208"/>
                    </a:lnTo>
                    <a:lnTo>
                      <a:pt x="348" y="206"/>
                    </a:lnTo>
                    <a:lnTo>
                      <a:pt x="344" y="206"/>
                    </a:lnTo>
                    <a:lnTo>
                      <a:pt x="348" y="202"/>
                    </a:lnTo>
                    <a:lnTo>
                      <a:pt x="352" y="202"/>
                    </a:lnTo>
                    <a:lnTo>
                      <a:pt x="354" y="202"/>
                    </a:lnTo>
                    <a:lnTo>
                      <a:pt x="358" y="202"/>
                    </a:lnTo>
                    <a:lnTo>
                      <a:pt x="362" y="202"/>
                    </a:lnTo>
                    <a:lnTo>
                      <a:pt x="366" y="202"/>
                    </a:lnTo>
                    <a:lnTo>
                      <a:pt x="370" y="202"/>
                    </a:lnTo>
                    <a:lnTo>
                      <a:pt x="374" y="202"/>
                    </a:lnTo>
                    <a:lnTo>
                      <a:pt x="370" y="202"/>
                    </a:lnTo>
                    <a:lnTo>
                      <a:pt x="366" y="202"/>
                    </a:lnTo>
                    <a:lnTo>
                      <a:pt x="362" y="202"/>
                    </a:lnTo>
                    <a:lnTo>
                      <a:pt x="358" y="202"/>
                    </a:lnTo>
                    <a:lnTo>
                      <a:pt x="354" y="202"/>
                    </a:lnTo>
                    <a:lnTo>
                      <a:pt x="354" y="198"/>
                    </a:lnTo>
                    <a:lnTo>
                      <a:pt x="358" y="194"/>
                    </a:lnTo>
                    <a:lnTo>
                      <a:pt x="362" y="194"/>
                    </a:lnTo>
                    <a:lnTo>
                      <a:pt x="366" y="194"/>
                    </a:lnTo>
                    <a:lnTo>
                      <a:pt x="370" y="194"/>
                    </a:lnTo>
                    <a:lnTo>
                      <a:pt x="374" y="194"/>
                    </a:lnTo>
                    <a:lnTo>
                      <a:pt x="378" y="194"/>
                    </a:lnTo>
                    <a:lnTo>
                      <a:pt x="380" y="194"/>
                    </a:lnTo>
                    <a:lnTo>
                      <a:pt x="380" y="198"/>
                    </a:lnTo>
                    <a:lnTo>
                      <a:pt x="380" y="202"/>
                    </a:lnTo>
                    <a:lnTo>
                      <a:pt x="384" y="202"/>
                    </a:lnTo>
                    <a:lnTo>
                      <a:pt x="388" y="202"/>
                    </a:lnTo>
                    <a:lnTo>
                      <a:pt x="392" y="198"/>
                    </a:lnTo>
                    <a:lnTo>
                      <a:pt x="396" y="198"/>
                    </a:lnTo>
                    <a:lnTo>
                      <a:pt x="400" y="198"/>
                    </a:lnTo>
                    <a:lnTo>
                      <a:pt x="400" y="202"/>
                    </a:lnTo>
                    <a:lnTo>
                      <a:pt x="404" y="202"/>
                    </a:lnTo>
                    <a:lnTo>
                      <a:pt x="404" y="206"/>
                    </a:lnTo>
                    <a:lnTo>
                      <a:pt x="408" y="206"/>
                    </a:lnTo>
                    <a:lnTo>
                      <a:pt x="410" y="206"/>
                    </a:lnTo>
                    <a:lnTo>
                      <a:pt x="410" y="208"/>
                    </a:lnTo>
                    <a:lnTo>
                      <a:pt x="414" y="208"/>
                    </a:lnTo>
                    <a:lnTo>
                      <a:pt x="410" y="208"/>
                    </a:lnTo>
                    <a:lnTo>
                      <a:pt x="408" y="208"/>
                    </a:lnTo>
                    <a:lnTo>
                      <a:pt x="408" y="212"/>
                    </a:lnTo>
                    <a:lnTo>
                      <a:pt x="410" y="212"/>
                    </a:lnTo>
                    <a:lnTo>
                      <a:pt x="414" y="212"/>
                    </a:lnTo>
                    <a:lnTo>
                      <a:pt x="418" y="212"/>
                    </a:lnTo>
                    <a:lnTo>
                      <a:pt x="418" y="216"/>
                    </a:lnTo>
                    <a:lnTo>
                      <a:pt x="418" y="220"/>
                    </a:lnTo>
                    <a:lnTo>
                      <a:pt x="422" y="220"/>
                    </a:lnTo>
                    <a:lnTo>
                      <a:pt x="424" y="220"/>
                    </a:lnTo>
                    <a:lnTo>
                      <a:pt x="428" y="220"/>
                    </a:lnTo>
                    <a:lnTo>
                      <a:pt x="432" y="220"/>
                    </a:lnTo>
                    <a:lnTo>
                      <a:pt x="436" y="220"/>
                    </a:lnTo>
                    <a:lnTo>
                      <a:pt x="440" y="220"/>
                    </a:lnTo>
                    <a:lnTo>
                      <a:pt x="444" y="220"/>
                    </a:lnTo>
                    <a:lnTo>
                      <a:pt x="448" y="220"/>
                    </a:lnTo>
                    <a:lnTo>
                      <a:pt x="450" y="220"/>
                    </a:lnTo>
                    <a:lnTo>
                      <a:pt x="454" y="220"/>
                    </a:lnTo>
                    <a:lnTo>
                      <a:pt x="454" y="216"/>
                    </a:lnTo>
                    <a:lnTo>
                      <a:pt x="450" y="212"/>
                    </a:lnTo>
                    <a:lnTo>
                      <a:pt x="448" y="212"/>
                    </a:lnTo>
                    <a:lnTo>
                      <a:pt x="444" y="212"/>
                    </a:lnTo>
                    <a:lnTo>
                      <a:pt x="444" y="208"/>
                    </a:lnTo>
                    <a:lnTo>
                      <a:pt x="440" y="208"/>
                    </a:lnTo>
                    <a:lnTo>
                      <a:pt x="436" y="208"/>
                    </a:lnTo>
                    <a:lnTo>
                      <a:pt x="440" y="208"/>
                    </a:lnTo>
                    <a:lnTo>
                      <a:pt x="444" y="208"/>
                    </a:lnTo>
                    <a:lnTo>
                      <a:pt x="448" y="206"/>
                    </a:lnTo>
                    <a:lnTo>
                      <a:pt x="448" y="202"/>
                    </a:lnTo>
                    <a:lnTo>
                      <a:pt x="444" y="202"/>
                    </a:lnTo>
                    <a:lnTo>
                      <a:pt x="440" y="202"/>
                    </a:lnTo>
                    <a:lnTo>
                      <a:pt x="436" y="202"/>
                    </a:lnTo>
                    <a:lnTo>
                      <a:pt x="436" y="198"/>
                    </a:lnTo>
                    <a:lnTo>
                      <a:pt x="432" y="198"/>
                    </a:lnTo>
                    <a:lnTo>
                      <a:pt x="432" y="194"/>
                    </a:lnTo>
                    <a:lnTo>
                      <a:pt x="436" y="194"/>
                    </a:lnTo>
                    <a:lnTo>
                      <a:pt x="440" y="194"/>
                    </a:lnTo>
                    <a:lnTo>
                      <a:pt x="444" y="194"/>
                    </a:lnTo>
                    <a:lnTo>
                      <a:pt x="444" y="190"/>
                    </a:lnTo>
                    <a:lnTo>
                      <a:pt x="440" y="190"/>
                    </a:lnTo>
                    <a:lnTo>
                      <a:pt x="444" y="190"/>
                    </a:lnTo>
                    <a:lnTo>
                      <a:pt x="444" y="186"/>
                    </a:lnTo>
                    <a:lnTo>
                      <a:pt x="448" y="182"/>
                    </a:lnTo>
                    <a:lnTo>
                      <a:pt x="450" y="182"/>
                    </a:lnTo>
                    <a:lnTo>
                      <a:pt x="454" y="182"/>
                    </a:lnTo>
                    <a:lnTo>
                      <a:pt x="458" y="182"/>
                    </a:lnTo>
                    <a:lnTo>
                      <a:pt x="458" y="186"/>
                    </a:lnTo>
                    <a:lnTo>
                      <a:pt x="458" y="190"/>
                    </a:lnTo>
                    <a:lnTo>
                      <a:pt x="454" y="190"/>
                    </a:lnTo>
                    <a:lnTo>
                      <a:pt x="458" y="190"/>
                    </a:lnTo>
                    <a:lnTo>
                      <a:pt x="458" y="194"/>
                    </a:lnTo>
                    <a:lnTo>
                      <a:pt x="462" y="194"/>
                    </a:lnTo>
                    <a:lnTo>
                      <a:pt x="462" y="198"/>
                    </a:lnTo>
                    <a:lnTo>
                      <a:pt x="466" y="198"/>
                    </a:lnTo>
                    <a:lnTo>
                      <a:pt x="462" y="202"/>
                    </a:lnTo>
                    <a:lnTo>
                      <a:pt x="462" y="206"/>
                    </a:lnTo>
                    <a:lnTo>
                      <a:pt x="466" y="206"/>
                    </a:lnTo>
                    <a:lnTo>
                      <a:pt x="470" y="206"/>
                    </a:lnTo>
                    <a:lnTo>
                      <a:pt x="474" y="206"/>
                    </a:lnTo>
                    <a:lnTo>
                      <a:pt x="470" y="208"/>
                    </a:lnTo>
                    <a:lnTo>
                      <a:pt x="466" y="208"/>
                    </a:lnTo>
                    <a:lnTo>
                      <a:pt x="466" y="212"/>
                    </a:lnTo>
                    <a:lnTo>
                      <a:pt x="470" y="212"/>
                    </a:lnTo>
                    <a:lnTo>
                      <a:pt x="470" y="208"/>
                    </a:lnTo>
                    <a:lnTo>
                      <a:pt x="474" y="208"/>
                    </a:lnTo>
                    <a:lnTo>
                      <a:pt x="478" y="208"/>
                    </a:lnTo>
                    <a:lnTo>
                      <a:pt x="480" y="208"/>
                    </a:lnTo>
                    <a:lnTo>
                      <a:pt x="480" y="212"/>
                    </a:lnTo>
                    <a:lnTo>
                      <a:pt x="484" y="212"/>
                    </a:lnTo>
                    <a:lnTo>
                      <a:pt x="480" y="212"/>
                    </a:lnTo>
                    <a:lnTo>
                      <a:pt x="480" y="208"/>
                    </a:lnTo>
                    <a:lnTo>
                      <a:pt x="484" y="206"/>
                    </a:lnTo>
                    <a:lnTo>
                      <a:pt x="488" y="206"/>
                    </a:lnTo>
                    <a:lnTo>
                      <a:pt x="492" y="206"/>
                    </a:lnTo>
                    <a:lnTo>
                      <a:pt x="496" y="206"/>
                    </a:lnTo>
                    <a:lnTo>
                      <a:pt x="500" y="208"/>
                    </a:lnTo>
                    <a:lnTo>
                      <a:pt x="504" y="208"/>
                    </a:lnTo>
                    <a:lnTo>
                      <a:pt x="504" y="212"/>
                    </a:lnTo>
                    <a:lnTo>
                      <a:pt x="504" y="216"/>
                    </a:lnTo>
                    <a:lnTo>
                      <a:pt x="504" y="220"/>
                    </a:lnTo>
                    <a:lnTo>
                      <a:pt x="500" y="220"/>
                    </a:lnTo>
                    <a:lnTo>
                      <a:pt x="500" y="224"/>
                    </a:lnTo>
                    <a:lnTo>
                      <a:pt x="500" y="228"/>
                    </a:lnTo>
                    <a:lnTo>
                      <a:pt x="496" y="228"/>
                    </a:lnTo>
                    <a:lnTo>
                      <a:pt x="496" y="232"/>
                    </a:lnTo>
                    <a:lnTo>
                      <a:pt x="492" y="232"/>
                    </a:lnTo>
                    <a:lnTo>
                      <a:pt x="496" y="232"/>
                    </a:lnTo>
                    <a:lnTo>
                      <a:pt x="492" y="236"/>
                    </a:lnTo>
                    <a:lnTo>
                      <a:pt x="488" y="236"/>
                    </a:lnTo>
                    <a:lnTo>
                      <a:pt x="484" y="236"/>
                    </a:lnTo>
                    <a:lnTo>
                      <a:pt x="480" y="236"/>
                    </a:lnTo>
                    <a:lnTo>
                      <a:pt x="478" y="236"/>
                    </a:lnTo>
                    <a:lnTo>
                      <a:pt x="474" y="236"/>
                    </a:lnTo>
                    <a:lnTo>
                      <a:pt x="470" y="236"/>
                    </a:lnTo>
                    <a:lnTo>
                      <a:pt x="470" y="232"/>
                    </a:lnTo>
                    <a:lnTo>
                      <a:pt x="470" y="236"/>
                    </a:lnTo>
                    <a:lnTo>
                      <a:pt x="466" y="236"/>
                    </a:lnTo>
                    <a:lnTo>
                      <a:pt x="462" y="236"/>
                    </a:lnTo>
                    <a:lnTo>
                      <a:pt x="458" y="236"/>
                    </a:lnTo>
                    <a:lnTo>
                      <a:pt x="454" y="236"/>
                    </a:lnTo>
                    <a:lnTo>
                      <a:pt x="458" y="236"/>
                    </a:lnTo>
                    <a:lnTo>
                      <a:pt x="458" y="232"/>
                    </a:lnTo>
                    <a:lnTo>
                      <a:pt x="454" y="232"/>
                    </a:lnTo>
                    <a:lnTo>
                      <a:pt x="450" y="236"/>
                    </a:lnTo>
                    <a:lnTo>
                      <a:pt x="448" y="236"/>
                    </a:lnTo>
                    <a:lnTo>
                      <a:pt x="444" y="238"/>
                    </a:lnTo>
                    <a:lnTo>
                      <a:pt x="440" y="238"/>
                    </a:lnTo>
                    <a:lnTo>
                      <a:pt x="436" y="238"/>
                    </a:lnTo>
                    <a:lnTo>
                      <a:pt x="432" y="238"/>
                    </a:lnTo>
                    <a:lnTo>
                      <a:pt x="428" y="238"/>
                    </a:lnTo>
                    <a:lnTo>
                      <a:pt x="428" y="242"/>
                    </a:lnTo>
                    <a:lnTo>
                      <a:pt x="424" y="242"/>
                    </a:lnTo>
                    <a:lnTo>
                      <a:pt x="422" y="246"/>
                    </a:lnTo>
                    <a:lnTo>
                      <a:pt x="418" y="246"/>
                    </a:lnTo>
                    <a:lnTo>
                      <a:pt x="414" y="246"/>
                    </a:lnTo>
                    <a:lnTo>
                      <a:pt x="410" y="250"/>
                    </a:lnTo>
                    <a:lnTo>
                      <a:pt x="408" y="250"/>
                    </a:lnTo>
                    <a:lnTo>
                      <a:pt x="404" y="250"/>
                    </a:lnTo>
                    <a:lnTo>
                      <a:pt x="400" y="250"/>
                    </a:lnTo>
                    <a:lnTo>
                      <a:pt x="396" y="250"/>
                    </a:lnTo>
                    <a:lnTo>
                      <a:pt x="392" y="250"/>
                    </a:lnTo>
                    <a:lnTo>
                      <a:pt x="388" y="250"/>
                    </a:lnTo>
                    <a:lnTo>
                      <a:pt x="384" y="246"/>
                    </a:lnTo>
                    <a:lnTo>
                      <a:pt x="380" y="246"/>
                    </a:lnTo>
                    <a:lnTo>
                      <a:pt x="378" y="246"/>
                    </a:lnTo>
                    <a:lnTo>
                      <a:pt x="378" y="242"/>
                    </a:lnTo>
                    <a:lnTo>
                      <a:pt x="380" y="238"/>
                    </a:lnTo>
                    <a:lnTo>
                      <a:pt x="384" y="238"/>
                    </a:lnTo>
                    <a:lnTo>
                      <a:pt x="388" y="238"/>
                    </a:lnTo>
                    <a:lnTo>
                      <a:pt x="392" y="238"/>
                    </a:lnTo>
                    <a:lnTo>
                      <a:pt x="392" y="236"/>
                    </a:lnTo>
                    <a:lnTo>
                      <a:pt x="396" y="236"/>
                    </a:lnTo>
                    <a:lnTo>
                      <a:pt x="400" y="236"/>
                    </a:lnTo>
                    <a:lnTo>
                      <a:pt x="404" y="236"/>
                    </a:lnTo>
                    <a:lnTo>
                      <a:pt x="408" y="236"/>
                    </a:lnTo>
                    <a:lnTo>
                      <a:pt x="410" y="236"/>
                    </a:lnTo>
                    <a:lnTo>
                      <a:pt x="414" y="236"/>
                    </a:lnTo>
                    <a:lnTo>
                      <a:pt x="418" y="236"/>
                    </a:lnTo>
                    <a:lnTo>
                      <a:pt x="422" y="232"/>
                    </a:lnTo>
                    <a:lnTo>
                      <a:pt x="424" y="228"/>
                    </a:lnTo>
                    <a:lnTo>
                      <a:pt x="422" y="228"/>
                    </a:lnTo>
                    <a:lnTo>
                      <a:pt x="418" y="228"/>
                    </a:lnTo>
                    <a:lnTo>
                      <a:pt x="418" y="232"/>
                    </a:lnTo>
                    <a:lnTo>
                      <a:pt x="414" y="232"/>
                    </a:lnTo>
                    <a:lnTo>
                      <a:pt x="414" y="228"/>
                    </a:lnTo>
                    <a:lnTo>
                      <a:pt x="410" y="232"/>
                    </a:lnTo>
                    <a:lnTo>
                      <a:pt x="408" y="232"/>
                    </a:lnTo>
                    <a:lnTo>
                      <a:pt x="404" y="232"/>
                    </a:lnTo>
                    <a:lnTo>
                      <a:pt x="408" y="228"/>
                    </a:lnTo>
                    <a:lnTo>
                      <a:pt x="404" y="228"/>
                    </a:lnTo>
                    <a:lnTo>
                      <a:pt x="400" y="228"/>
                    </a:lnTo>
                    <a:lnTo>
                      <a:pt x="400" y="232"/>
                    </a:lnTo>
                    <a:lnTo>
                      <a:pt x="396" y="232"/>
                    </a:lnTo>
                    <a:lnTo>
                      <a:pt x="392" y="232"/>
                    </a:lnTo>
                    <a:lnTo>
                      <a:pt x="388" y="232"/>
                    </a:lnTo>
                    <a:lnTo>
                      <a:pt x="384" y="232"/>
                    </a:lnTo>
                    <a:lnTo>
                      <a:pt x="380" y="232"/>
                    </a:lnTo>
                    <a:lnTo>
                      <a:pt x="384" y="228"/>
                    </a:lnTo>
                    <a:lnTo>
                      <a:pt x="384" y="224"/>
                    </a:lnTo>
                    <a:lnTo>
                      <a:pt x="388" y="224"/>
                    </a:lnTo>
                    <a:lnTo>
                      <a:pt x="392" y="224"/>
                    </a:lnTo>
                    <a:lnTo>
                      <a:pt x="388" y="224"/>
                    </a:lnTo>
                    <a:lnTo>
                      <a:pt x="384" y="224"/>
                    </a:lnTo>
                    <a:lnTo>
                      <a:pt x="380" y="224"/>
                    </a:lnTo>
                    <a:lnTo>
                      <a:pt x="380" y="220"/>
                    </a:lnTo>
                    <a:lnTo>
                      <a:pt x="380" y="224"/>
                    </a:lnTo>
                    <a:lnTo>
                      <a:pt x="380" y="228"/>
                    </a:lnTo>
                    <a:lnTo>
                      <a:pt x="378" y="228"/>
                    </a:lnTo>
                    <a:lnTo>
                      <a:pt x="374" y="224"/>
                    </a:lnTo>
                    <a:lnTo>
                      <a:pt x="374" y="228"/>
                    </a:lnTo>
                    <a:lnTo>
                      <a:pt x="378" y="228"/>
                    </a:lnTo>
                    <a:lnTo>
                      <a:pt x="378" y="232"/>
                    </a:lnTo>
                    <a:lnTo>
                      <a:pt x="374" y="232"/>
                    </a:lnTo>
                    <a:lnTo>
                      <a:pt x="374" y="236"/>
                    </a:lnTo>
                    <a:lnTo>
                      <a:pt x="370" y="236"/>
                    </a:lnTo>
                    <a:lnTo>
                      <a:pt x="370" y="236"/>
                    </a:lnTo>
                    <a:lnTo>
                      <a:pt x="370" y="236"/>
                    </a:lnTo>
                    <a:close/>
                    <a:moveTo>
                      <a:pt x="724" y="194"/>
                    </a:moveTo>
                    <a:lnTo>
                      <a:pt x="720" y="194"/>
                    </a:lnTo>
                    <a:lnTo>
                      <a:pt x="720" y="190"/>
                    </a:lnTo>
                    <a:lnTo>
                      <a:pt x="716" y="190"/>
                    </a:lnTo>
                    <a:lnTo>
                      <a:pt x="716" y="186"/>
                    </a:lnTo>
                    <a:lnTo>
                      <a:pt x="712" y="186"/>
                    </a:lnTo>
                    <a:lnTo>
                      <a:pt x="716" y="186"/>
                    </a:lnTo>
                    <a:lnTo>
                      <a:pt x="716" y="182"/>
                    </a:lnTo>
                    <a:lnTo>
                      <a:pt x="720" y="182"/>
                    </a:lnTo>
                    <a:lnTo>
                      <a:pt x="724" y="182"/>
                    </a:lnTo>
                    <a:lnTo>
                      <a:pt x="724" y="186"/>
                    </a:lnTo>
                    <a:lnTo>
                      <a:pt x="728" y="186"/>
                    </a:lnTo>
                    <a:lnTo>
                      <a:pt x="724" y="186"/>
                    </a:lnTo>
                    <a:lnTo>
                      <a:pt x="724" y="190"/>
                    </a:lnTo>
                    <a:lnTo>
                      <a:pt x="724" y="194"/>
                    </a:lnTo>
                    <a:lnTo>
                      <a:pt x="728" y="194"/>
                    </a:lnTo>
                    <a:lnTo>
                      <a:pt x="724" y="194"/>
                    </a:lnTo>
                    <a:lnTo>
                      <a:pt x="724" y="194"/>
                    </a:lnTo>
                    <a:lnTo>
                      <a:pt x="724" y="194"/>
                    </a:lnTo>
                    <a:close/>
                    <a:moveTo>
                      <a:pt x="574" y="186"/>
                    </a:moveTo>
                    <a:lnTo>
                      <a:pt x="570" y="190"/>
                    </a:lnTo>
                    <a:lnTo>
                      <a:pt x="566" y="190"/>
                    </a:lnTo>
                    <a:lnTo>
                      <a:pt x="564" y="190"/>
                    </a:lnTo>
                    <a:lnTo>
                      <a:pt x="560" y="190"/>
                    </a:lnTo>
                    <a:lnTo>
                      <a:pt x="556" y="190"/>
                    </a:lnTo>
                    <a:lnTo>
                      <a:pt x="560" y="190"/>
                    </a:lnTo>
                    <a:lnTo>
                      <a:pt x="564" y="190"/>
                    </a:lnTo>
                    <a:lnTo>
                      <a:pt x="564" y="186"/>
                    </a:lnTo>
                    <a:lnTo>
                      <a:pt x="566" y="186"/>
                    </a:lnTo>
                    <a:lnTo>
                      <a:pt x="570" y="186"/>
                    </a:lnTo>
                    <a:lnTo>
                      <a:pt x="574" y="186"/>
                    </a:lnTo>
                    <a:lnTo>
                      <a:pt x="578" y="186"/>
                    </a:lnTo>
                    <a:lnTo>
                      <a:pt x="574" y="186"/>
                    </a:lnTo>
                    <a:lnTo>
                      <a:pt x="574" y="186"/>
                    </a:lnTo>
                    <a:lnTo>
                      <a:pt x="574" y="186"/>
                    </a:lnTo>
                    <a:close/>
                    <a:moveTo>
                      <a:pt x="586" y="186"/>
                    </a:moveTo>
                    <a:lnTo>
                      <a:pt x="590" y="186"/>
                    </a:lnTo>
                    <a:lnTo>
                      <a:pt x="586" y="186"/>
                    </a:lnTo>
                    <a:lnTo>
                      <a:pt x="582" y="186"/>
                    </a:lnTo>
                    <a:lnTo>
                      <a:pt x="578" y="186"/>
                    </a:lnTo>
                    <a:lnTo>
                      <a:pt x="582" y="186"/>
                    </a:lnTo>
                    <a:lnTo>
                      <a:pt x="586" y="186"/>
                    </a:lnTo>
                    <a:lnTo>
                      <a:pt x="586" y="186"/>
                    </a:lnTo>
                    <a:lnTo>
                      <a:pt x="586" y="186"/>
                    </a:lnTo>
                    <a:close/>
                    <a:moveTo>
                      <a:pt x="586" y="236"/>
                    </a:moveTo>
                    <a:lnTo>
                      <a:pt x="582" y="236"/>
                    </a:lnTo>
                    <a:lnTo>
                      <a:pt x="578" y="236"/>
                    </a:lnTo>
                    <a:lnTo>
                      <a:pt x="574" y="236"/>
                    </a:lnTo>
                    <a:lnTo>
                      <a:pt x="574" y="232"/>
                    </a:lnTo>
                    <a:lnTo>
                      <a:pt x="574" y="228"/>
                    </a:lnTo>
                    <a:lnTo>
                      <a:pt x="570" y="228"/>
                    </a:lnTo>
                    <a:lnTo>
                      <a:pt x="574" y="228"/>
                    </a:lnTo>
                    <a:lnTo>
                      <a:pt x="578" y="228"/>
                    </a:lnTo>
                    <a:lnTo>
                      <a:pt x="582" y="228"/>
                    </a:lnTo>
                    <a:lnTo>
                      <a:pt x="578" y="228"/>
                    </a:lnTo>
                    <a:lnTo>
                      <a:pt x="574" y="228"/>
                    </a:lnTo>
                    <a:lnTo>
                      <a:pt x="578" y="224"/>
                    </a:lnTo>
                    <a:lnTo>
                      <a:pt x="574" y="224"/>
                    </a:lnTo>
                    <a:lnTo>
                      <a:pt x="574" y="228"/>
                    </a:lnTo>
                    <a:lnTo>
                      <a:pt x="570" y="224"/>
                    </a:lnTo>
                    <a:lnTo>
                      <a:pt x="574" y="224"/>
                    </a:lnTo>
                    <a:lnTo>
                      <a:pt x="570" y="224"/>
                    </a:lnTo>
                    <a:lnTo>
                      <a:pt x="574" y="220"/>
                    </a:lnTo>
                    <a:lnTo>
                      <a:pt x="578" y="220"/>
                    </a:lnTo>
                    <a:lnTo>
                      <a:pt x="574" y="220"/>
                    </a:lnTo>
                    <a:lnTo>
                      <a:pt x="578" y="220"/>
                    </a:lnTo>
                    <a:lnTo>
                      <a:pt x="582" y="220"/>
                    </a:lnTo>
                    <a:lnTo>
                      <a:pt x="578" y="220"/>
                    </a:lnTo>
                    <a:lnTo>
                      <a:pt x="582" y="216"/>
                    </a:lnTo>
                    <a:lnTo>
                      <a:pt x="586" y="216"/>
                    </a:lnTo>
                    <a:lnTo>
                      <a:pt x="582" y="216"/>
                    </a:lnTo>
                    <a:lnTo>
                      <a:pt x="590" y="216"/>
                    </a:lnTo>
                    <a:lnTo>
                      <a:pt x="592" y="216"/>
                    </a:lnTo>
                    <a:lnTo>
                      <a:pt x="596" y="216"/>
                    </a:lnTo>
                    <a:lnTo>
                      <a:pt x="592" y="216"/>
                    </a:lnTo>
                    <a:lnTo>
                      <a:pt x="590" y="216"/>
                    </a:lnTo>
                    <a:lnTo>
                      <a:pt x="586" y="216"/>
                    </a:lnTo>
                    <a:lnTo>
                      <a:pt x="582" y="216"/>
                    </a:lnTo>
                    <a:lnTo>
                      <a:pt x="578" y="216"/>
                    </a:lnTo>
                    <a:lnTo>
                      <a:pt x="574" y="216"/>
                    </a:lnTo>
                    <a:lnTo>
                      <a:pt x="570" y="216"/>
                    </a:lnTo>
                    <a:lnTo>
                      <a:pt x="566" y="216"/>
                    </a:lnTo>
                    <a:lnTo>
                      <a:pt x="564" y="216"/>
                    </a:lnTo>
                    <a:lnTo>
                      <a:pt x="560" y="216"/>
                    </a:lnTo>
                    <a:lnTo>
                      <a:pt x="556" y="220"/>
                    </a:lnTo>
                    <a:lnTo>
                      <a:pt x="552" y="220"/>
                    </a:lnTo>
                    <a:lnTo>
                      <a:pt x="548" y="220"/>
                    </a:lnTo>
                    <a:lnTo>
                      <a:pt x="544" y="220"/>
                    </a:lnTo>
                    <a:lnTo>
                      <a:pt x="540" y="220"/>
                    </a:lnTo>
                    <a:lnTo>
                      <a:pt x="540" y="216"/>
                    </a:lnTo>
                    <a:lnTo>
                      <a:pt x="544" y="212"/>
                    </a:lnTo>
                    <a:lnTo>
                      <a:pt x="548" y="212"/>
                    </a:lnTo>
                    <a:lnTo>
                      <a:pt x="548" y="216"/>
                    </a:lnTo>
                    <a:lnTo>
                      <a:pt x="552" y="216"/>
                    </a:lnTo>
                    <a:lnTo>
                      <a:pt x="552" y="212"/>
                    </a:lnTo>
                    <a:lnTo>
                      <a:pt x="548" y="212"/>
                    </a:lnTo>
                    <a:lnTo>
                      <a:pt x="548" y="208"/>
                    </a:lnTo>
                    <a:lnTo>
                      <a:pt x="552" y="208"/>
                    </a:lnTo>
                    <a:lnTo>
                      <a:pt x="556" y="208"/>
                    </a:lnTo>
                    <a:lnTo>
                      <a:pt x="560" y="212"/>
                    </a:lnTo>
                    <a:lnTo>
                      <a:pt x="564" y="212"/>
                    </a:lnTo>
                    <a:lnTo>
                      <a:pt x="560" y="212"/>
                    </a:lnTo>
                    <a:lnTo>
                      <a:pt x="560" y="208"/>
                    </a:lnTo>
                    <a:lnTo>
                      <a:pt x="564" y="206"/>
                    </a:lnTo>
                    <a:lnTo>
                      <a:pt x="560" y="206"/>
                    </a:lnTo>
                    <a:lnTo>
                      <a:pt x="556" y="208"/>
                    </a:lnTo>
                    <a:lnTo>
                      <a:pt x="556" y="206"/>
                    </a:lnTo>
                    <a:lnTo>
                      <a:pt x="552" y="206"/>
                    </a:lnTo>
                    <a:lnTo>
                      <a:pt x="556" y="202"/>
                    </a:lnTo>
                    <a:lnTo>
                      <a:pt x="560" y="202"/>
                    </a:lnTo>
                    <a:lnTo>
                      <a:pt x="556" y="202"/>
                    </a:lnTo>
                    <a:lnTo>
                      <a:pt x="552" y="202"/>
                    </a:lnTo>
                    <a:lnTo>
                      <a:pt x="548" y="202"/>
                    </a:lnTo>
                    <a:lnTo>
                      <a:pt x="552" y="202"/>
                    </a:lnTo>
                    <a:lnTo>
                      <a:pt x="552" y="198"/>
                    </a:lnTo>
                    <a:lnTo>
                      <a:pt x="552" y="194"/>
                    </a:lnTo>
                    <a:lnTo>
                      <a:pt x="556" y="194"/>
                    </a:lnTo>
                    <a:lnTo>
                      <a:pt x="560" y="194"/>
                    </a:lnTo>
                    <a:lnTo>
                      <a:pt x="564" y="194"/>
                    </a:lnTo>
                    <a:lnTo>
                      <a:pt x="564" y="198"/>
                    </a:lnTo>
                    <a:lnTo>
                      <a:pt x="566" y="202"/>
                    </a:lnTo>
                    <a:lnTo>
                      <a:pt x="570" y="202"/>
                    </a:lnTo>
                    <a:lnTo>
                      <a:pt x="574" y="206"/>
                    </a:lnTo>
                    <a:lnTo>
                      <a:pt x="578" y="208"/>
                    </a:lnTo>
                    <a:lnTo>
                      <a:pt x="582" y="208"/>
                    </a:lnTo>
                    <a:lnTo>
                      <a:pt x="586" y="208"/>
                    </a:lnTo>
                    <a:lnTo>
                      <a:pt x="590" y="208"/>
                    </a:lnTo>
                    <a:lnTo>
                      <a:pt x="586" y="208"/>
                    </a:lnTo>
                    <a:lnTo>
                      <a:pt x="582" y="208"/>
                    </a:lnTo>
                    <a:lnTo>
                      <a:pt x="578" y="206"/>
                    </a:lnTo>
                    <a:lnTo>
                      <a:pt x="578" y="202"/>
                    </a:lnTo>
                    <a:lnTo>
                      <a:pt x="582" y="202"/>
                    </a:lnTo>
                    <a:lnTo>
                      <a:pt x="586" y="206"/>
                    </a:lnTo>
                    <a:lnTo>
                      <a:pt x="586" y="202"/>
                    </a:lnTo>
                    <a:lnTo>
                      <a:pt x="590" y="202"/>
                    </a:lnTo>
                    <a:lnTo>
                      <a:pt x="586" y="202"/>
                    </a:lnTo>
                    <a:lnTo>
                      <a:pt x="582" y="202"/>
                    </a:lnTo>
                    <a:lnTo>
                      <a:pt x="578" y="202"/>
                    </a:lnTo>
                    <a:lnTo>
                      <a:pt x="574" y="202"/>
                    </a:lnTo>
                    <a:lnTo>
                      <a:pt x="574" y="198"/>
                    </a:lnTo>
                    <a:lnTo>
                      <a:pt x="578" y="198"/>
                    </a:lnTo>
                    <a:lnTo>
                      <a:pt x="582" y="198"/>
                    </a:lnTo>
                    <a:lnTo>
                      <a:pt x="578" y="198"/>
                    </a:lnTo>
                    <a:lnTo>
                      <a:pt x="574" y="198"/>
                    </a:lnTo>
                    <a:lnTo>
                      <a:pt x="570" y="198"/>
                    </a:lnTo>
                    <a:lnTo>
                      <a:pt x="566" y="194"/>
                    </a:lnTo>
                    <a:lnTo>
                      <a:pt x="570" y="190"/>
                    </a:lnTo>
                    <a:lnTo>
                      <a:pt x="574" y="190"/>
                    </a:lnTo>
                    <a:lnTo>
                      <a:pt x="578" y="190"/>
                    </a:lnTo>
                    <a:lnTo>
                      <a:pt x="582" y="190"/>
                    </a:lnTo>
                    <a:lnTo>
                      <a:pt x="586" y="190"/>
                    </a:lnTo>
                    <a:lnTo>
                      <a:pt x="590" y="190"/>
                    </a:lnTo>
                    <a:lnTo>
                      <a:pt x="590" y="194"/>
                    </a:lnTo>
                    <a:lnTo>
                      <a:pt x="592" y="194"/>
                    </a:lnTo>
                    <a:lnTo>
                      <a:pt x="596" y="194"/>
                    </a:lnTo>
                    <a:lnTo>
                      <a:pt x="592" y="194"/>
                    </a:lnTo>
                    <a:lnTo>
                      <a:pt x="592" y="190"/>
                    </a:lnTo>
                    <a:lnTo>
                      <a:pt x="596" y="190"/>
                    </a:lnTo>
                    <a:lnTo>
                      <a:pt x="600" y="190"/>
                    </a:lnTo>
                    <a:lnTo>
                      <a:pt x="596" y="190"/>
                    </a:lnTo>
                    <a:lnTo>
                      <a:pt x="596" y="186"/>
                    </a:lnTo>
                    <a:lnTo>
                      <a:pt x="600" y="186"/>
                    </a:lnTo>
                    <a:lnTo>
                      <a:pt x="604" y="186"/>
                    </a:lnTo>
                    <a:lnTo>
                      <a:pt x="604" y="190"/>
                    </a:lnTo>
                    <a:lnTo>
                      <a:pt x="608" y="190"/>
                    </a:lnTo>
                    <a:lnTo>
                      <a:pt x="608" y="194"/>
                    </a:lnTo>
                    <a:lnTo>
                      <a:pt x="612" y="194"/>
                    </a:lnTo>
                    <a:lnTo>
                      <a:pt x="612" y="198"/>
                    </a:lnTo>
                    <a:lnTo>
                      <a:pt x="612" y="202"/>
                    </a:lnTo>
                    <a:lnTo>
                      <a:pt x="616" y="202"/>
                    </a:lnTo>
                    <a:lnTo>
                      <a:pt x="616" y="206"/>
                    </a:lnTo>
                    <a:lnTo>
                      <a:pt x="612" y="208"/>
                    </a:lnTo>
                    <a:lnTo>
                      <a:pt x="616" y="208"/>
                    </a:lnTo>
                    <a:lnTo>
                      <a:pt x="616" y="212"/>
                    </a:lnTo>
                    <a:lnTo>
                      <a:pt x="612" y="212"/>
                    </a:lnTo>
                    <a:lnTo>
                      <a:pt x="608" y="212"/>
                    </a:lnTo>
                    <a:lnTo>
                      <a:pt x="612" y="212"/>
                    </a:lnTo>
                    <a:lnTo>
                      <a:pt x="616" y="216"/>
                    </a:lnTo>
                    <a:lnTo>
                      <a:pt x="616" y="220"/>
                    </a:lnTo>
                    <a:lnTo>
                      <a:pt x="616" y="224"/>
                    </a:lnTo>
                    <a:lnTo>
                      <a:pt x="620" y="224"/>
                    </a:lnTo>
                    <a:lnTo>
                      <a:pt x="616" y="224"/>
                    </a:lnTo>
                    <a:lnTo>
                      <a:pt x="616" y="220"/>
                    </a:lnTo>
                    <a:lnTo>
                      <a:pt x="612" y="220"/>
                    </a:lnTo>
                    <a:lnTo>
                      <a:pt x="608" y="220"/>
                    </a:lnTo>
                    <a:lnTo>
                      <a:pt x="612" y="224"/>
                    </a:lnTo>
                    <a:lnTo>
                      <a:pt x="608" y="224"/>
                    </a:lnTo>
                    <a:lnTo>
                      <a:pt x="612" y="224"/>
                    </a:lnTo>
                    <a:lnTo>
                      <a:pt x="608" y="224"/>
                    </a:lnTo>
                    <a:lnTo>
                      <a:pt x="604" y="224"/>
                    </a:lnTo>
                    <a:lnTo>
                      <a:pt x="608" y="228"/>
                    </a:lnTo>
                    <a:lnTo>
                      <a:pt x="612" y="228"/>
                    </a:lnTo>
                    <a:lnTo>
                      <a:pt x="612" y="232"/>
                    </a:lnTo>
                    <a:lnTo>
                      <a:pt x="616" y="232"/>
                    </a:lnTo>
                    <a:lnTo>
                      <a:pt x="612" y="232"/>
                    </a:lnTo>
                    <a:lnTo>
                      <a:pt x="608" y="228"/>
                    </a:lnTo>
                    <a:lnTo>
                      <a:pt x="608" y="232"/>
                    </a:lnTo>
                    <a:lnTo>
                      <a:pt x="608" y="236"/>
                    </a:lnTo>
                    <a:lnTo>
                      <a:pt x="604" y="236"/>
                    </a:lnTo>
                    <a:lnTo>
                      <a:pt x="600" y="236"/>
                    </a:lnTo>
                    <a:lnTo>
                      <a:pt x="596" y="236"/>
                    </a:lnTo>
                    <a:lnTo>
                      <a:pt x="592" y="236"/>
                    </a:lnTo>
                    <a:lnTo>
                      <a:pt x="590" y="236"/>
                    </a:lnTo>
                    <a:lnTo>
                      <a:pt x="590" y="232"/>
                    </a:lnTo>
                    <a:lnTo>
                      <a:pt x="586" y="232"/>
                    </a:lnTo>
                    <a:lnTo>
                      <a:pt x="586" y="236"/>
                    </a:lnTo>
                    <a:lnTo>
                      <a:pt x="590" y="236"/>
                    </a:lnTo>
                    <a:lnTo>
                      <a:pt x="586" y="236"/>
                    </a:lnTo>
                    <a:lnTo>
                      <a:pt x="586" y="236"/>
                    </a:lnTo>
                    <a:lnTo>
                      <a:pt x="586" y="236"/>
                    </a:lnTo>
                    <a:close/>
                    <a:moveTo>
                      <a:pt x="522" y="186"/>
                    </a:moveTo>
                    <a:lnTo>
                      <a:pt x="522" y="190"/>
                    </a:lnTo>
                    <a:lnTo>
                      <a:pt x="526" y="190"/>
                    </a:lnTo>
                    <a:lnTo>
                      <a:pt x="522" y="190"/>
                    </a:lnTo>
                    <a:lnTo>
                      <a:pt x="526" y="190"/>
                    </a:lnTo>
                    <a:lnTo>
                      <a:pt x="530" y="190"/>
                    </a:lnTo>
                    <a:lnTo>
                      <a:pt x="530" y="194"/>
                    </a:lnTo>
                    <a:lnTo>
                      <a:pt x="534" y="194"/>
                    </a:lnTo>
                    <a:lnTo>
                      <a:pt x="536" y="194"/>
                    </a:lnTo>
                    <a:lnTo>
                      <a:pt x="536" y="198"/>
                    </a:lnTo>
                    <a:lnTo>
                      <a:pt x="534" y="198"/>
                    </a:lnTo>
                    <a:lnTo>
                      <a:pt x="530" y="198"/>
                    </a:lnTo>
                    <a:lnTo>
                      <a:pt x="526" y="198"/>
                    </a:lnTo>
                    <a:lnTo>
                      <a:pt x="522" y="198"/>
                    </a:lnTo>
                    <a:lnTo>
                      <a:pt x="518" y="198"/>
                    </a:lnTo>
                    <a:lnTo>
                      <a:pt x="518" y="194"/>
                    </a:lnTo>
                    <a:lnTo>
                      <a:pt x="514" y="194"/>
                    </a:lnTo>
                    <a:lnTo>
                      <a:pt x="514" y="190"/>
                    </a:lnTo>
                    <a:lnTo>
                      <a:pt x="518" y="190"/>
                    </a:lnTo>
                    <a:lnTo>
                      <a:pt x="518" y="186"/>
                    </a:lnTo>
                    <a:lnTo>
                      <a:pt x="522" y="186"/>
                    </a:lnTo>
                    <a:lnTo>
                      <a:pt x="522" y="186"/>
                    </a:lnTo>
                    <a:lnTo>
                      <a:pt x="522" y="186"/>
                    </a:lnTo>
                    <a:close/>
                    <a:moveTo>
                      <a:pt x="652" y="202"/>
                    </a:moveTo>
                    <a:lnTo>
                      <a:pt x="652" y="206"/>
                    </a:lnTo>
                    <a:lnTo>
                      <a:pt x="650" y="206"/>
                    </a:lnTo>
                    <a:lnTo>
                      <a:pt x="652" y="206"/>
                    </a:lnTo>
                    <a:lnTo>
                      <a:pt x="652" y="202"/>
                    </a:lnTo>
                    <a:lnTo>
                      <a:pt x="652" y="202"/>
                    </a:lnTo>
                    <a:lnTo>
                      <a:pt x="652" y="202"/>
                    </a:lnTo>
                    <a:close/>
                    <a:moveTo>
                      <a:pt x="332" y="206"/>
                    </a:moveTo>
                    <a:lnTo>
                      <a:pt x="332" y="208"/>
                    </a:lnTo>
                    <a:lnTo>
                      <a:pt x="328" y="208"/>
                    </a:lnTo>
                    <a:lnTo>
                      <a:pt x="324" y="212"/>
                    </a:lnTo>
                    <a:lnTo>
                      <a:pt x="324" y="216"/>
                    </a:lnTo>
                    <a:lnTo>
                      <a:pt x="322" y="216"/>
                    </a:lnTo>
                    <a:lnTo>
                      <a:pt x="322" y="220"/>
                    </a:lnTo>
                    <a:lnTo>
                      <a:pt x="318" y="220"/>
                    </a:lnTo>
                    <a:lnTo>
                      <a:pt x="314" y="220"/>
                    </a:lnTo>
                    <a:lnTo>
                      <a:pt x="310" y="220"/>
                    </a:lnTo>
                    <a:lnTo>
                      <a:pt x="306" y="216"/>
                    </a:lnTo>
                    <a:lnTo>
                      <a:pt x="310" y="216"/>
                    </a:lnTo>
                    <a:lnTo>
                      <a:pt x="310" y="212"/>
                    </a:lnTo>
                    <a:lnTo>
                      <a:pt x="314" y="212"/>
                    </a:lnTo>
                    <a:lnTo>
                      <a:pt x="314" y="208"/>
                    </a:lnTo>
                    <a:lnTo>
                      <a:pt x="318" y="208"/>
                    </a:lnTo>
                    <a:lnTo>
                      <a:pt x="322" y="208"/>
                    </a:lnTo>
                    <a:lnTo>
                      <a:pt x="324" y="208"/>
                    </a:lnTo>
                    <a:lnTo>
                      <a:pt x="324" y="206"/>
                    </a:lnTo>
                    <a:lnTo>
                      <a:pt x="328" y="206"/>
                    </a:lnTo>
                    <a:lnTo>
                      <a:pt x="332" y="206"/>
                    </a:lnTo>
                    <a:lnTo>
                      <a:pt x="332" y="206"/>
                    </a:lnTo>
                    <a:lnTo>
                      <a:pt x="332" y="206"/>
                    </a:lnTo>
                    <a:close/>
                    <a:moveTo>
                      <a:pt x="548" y="206"/>
                    </a:moveTo>
                    <a:lnTo>
                      <a:pt x="544" y="206"/>
                    </a:lnTo>
                    <a:lnTo>
                      <a:pt x="540" y="208"/>
                    </a:lnTo>
                    <a:lnTo>
                      <a:pt x="536" y="208"/>
                    </a:lnTo>
                    <a:lnTo>
                      <a:pt x="534" y="208"/>
                    </a:lnTo>
                    <a:lnTo>
                      <a:pt x="530" y="208"/>
                    </a:lnTo>
                    <a:lnTo>
                      <a:pt x="526" y="208"/>
                    </a:lnTo>
                    <a:lnTo>
                      <a:pt x="522" y="208"/>
                    </a:lnTo>
                    <a:lnTo>
                      <a:pt x="526" y="208"/>
                    </a:lnTo>
                    <a:lnTo>
                      <a:pt x="530" y="208"/>
                    </a:lnTo>
                    <a:lnTo>
                      <a:pt x="530" y="206"/>
                    </a:lnTo>
                    <a:lnTo>
                      <a:pt x="534" y="206"/>
                    </a:lnTo>
                    <a:lnTo>
                      <a:pt x="536" y="206"/>
                    </a:lnTo>
                    <a:lnTo>
                      <a:pt x="540" y="206"/>
                    </a:lnTo>
                    <a:lnTo>
                      <a:pt x="544" y="206"/>
                    </a:lnTo>
                    <a:lnTo>
                      <a:pt x="548" y="206"/>
                    </a:lnTo>
                    <a:lnTo>
                      <a:pt x="548" y="206"/>
                    </a:lnTo>
                    <a:lnTo>
                      <a:pt x="548" y="206"/>
                    </a:lnTo>
                    <a:close/>
                    <a:moveTo>
                      <a:pt x="552" y="208"/>
                    </a:moveTo>
                    <a:lnTo>
                      <a:pt x="548" y="208"/>
                    </a:lnTo>
                    <a:lnTo>
                      <a:pt x="544" y="208"/>
                    </a:lnTo>
                    <a:lnTo>
                      <a:pt x="544" y="212"/>
                    </a:lnTo>
                    <a:lnTo>
                      <a:pt x="540" y="212"/>
                    </a:lnTo>
                    <a:lnTo>
                      <a:pt x="536" y="212"/>
                    </a:lnTo>
                    <a:lnTo>
                      <a:pt x="534" y="212"/>
                    </a:lnTo>
                    <a:lnTo>
                      <a:pt x="536" y="208"/>
                    </a:lnTo>
                    <a:lnTo>
                      <a:pt x="540" y="208"/>
                    </a:lnTo>
                    <a:lnTo>
                      <a:pt x="544" y="208"/>
                    </a:lnTo>
                    <a:lnTo>
                      <a:pt x="548" y="208"/>
                    </a:lnTo>
                    <a:lnTo>
                      <a:pt x="548" y="206"/>
                    </a:lnTo>
                    <a:lnTo>
                      <a:pt x="552" y="208"/>
                    </a:lnTo>
                    <a:lnTo>
                      <a:pt x="552" y="208"/>
                    </a:lnTo>
                    <a:lnTo>
                      <a:pt x="552" y="208"/>
                    </a:lnTo>
                    <a:close/>
                    <a:moveTo>
                      <a:pt x="656" y="208"/>
                    </a:moveTo>
                    <a:lnTo>
                      <a:pt x="660" y="208"/>
                    </a:lnTo>
                    <a:lnTo>
                      <a:pt x="660" y="212"/>
                    </a:lnTo>
                    <a:lnTo>
                      <a:pt x="656" y="212"/>
                    </a:lnTo>
                    <a:lnTo>
                      <a:pt x="652" y="212"/>
                    </a:lnTo>
                    <a:lnTo>
                      <a:pt x="652" y="208"/>
                    </a:lnTo>
                    <a:lnTo>
                      <a:pt x="656" y="208"/>
                    </a:lnTo>
                    <a:lnTo>
                      <a:pt x="656" y="206"/>
                    </a:lnTo>
                    <a:lnTo>
                      <a:pt x="656" y="208"/>
                    </a:lnTo>
                    <a:lnTo>
                      <a:pt x="656" y="208"/>
                    </a:lnTo>
                    <a:lnTo>
                      <a:pt x="656" y="208"/>
                    </a:lnTo>
                    <a:close/>
                    <a:moveTo>
                      <a:pt x="630" y="212"/>
                    </a:moveTo>
                    <a:lnTo>
                      <a:pt x="626" y="212"/>
                    </a:lnTo>
                    <a:lnTo>
                      <a:pt x="630" y="212"/>
                    </a:lnTo>
                    <a:lnTo>
                      <a:pt x="630" y="212"/>
                    </a:lnTo>
                    <a:lnTo>
                      <a:pt x="630" y="212"/>
                    </a:lnTo>
                    <a:close/>
                    <a:moveTo>
                      <a:pt x="638" y="216"/>
                    </a:moveTo>
                    <a:lnTo>
                      <a:pt x="638" y="220"/>
                    </a:lnTo>
                    <a:lnTo>
                      <a:pt x="634" y="220"/>
                    </a:lnTo>
                    <a:lnTo>
                      <a:pt x="630" y="220"/>
                    </a:lnTo>
                    <a:lnTo>
                      <a:pt x="626" y="224"/>
                    </a:lnTo>
                    <a:lnTo>
                      <a:pt x="622" y="224"/>
                    </a:lnTo>
                    <a:lnTo>
                      <a:pt x="622" y="220"/>
                    </a:lnTo>
                    <a:lnTo>
                      <a:pt x="626" y="220"/>
                    </a:lnTo>
                    <a:lnTo>
                      <a:pt x="630" y="216"/>
                    </a:lnTo>
                    <a:lnTo>
                      <a:pt x="634" y="216"/>
                    </a:lnTo>
                    <a:lnTo>
                      <a:pt x="638" y="216"/>
                    </a:lnTo>
                    <a:lnTo>
                      <a:pt x="638" y="216"/>
                    </a:lnTo>
                    <a:lnTo>
                      <a:pt x="638" y="216"/>
                    </a:lnTo>
                    <a:close/>
                    <a:moveTo>
                      <a:pt x="638" y="238"/>
                    </a:moveTo>
                    <a:lnTo>
                      <a:pt x="634" y="236"/>
                    </a:lnTo>
                    <a:lnTo>
                      <a:pt x="630" y="236"/>
                    </a:lnTo>
                    <a:lnTo>
                      <a:pt x="626" y="236"/>
                    </a:lnTo>
                    <a:lnTo>
                      <a:pt x="626" y="232"/>
                    </a:lnTo>
                    <a:lnTo>
                      <a:pt x="630" y="232"/>
                    </a:lnTo>
                    <a:lnTo>
                      <a:pt x="630" y="228"/>
                    </a:lnTo>
                    <a:lnTo>
                      <a:pt x="634" y="228"/>
                    </a:lnTo>
                    <a:lnTo>
                      <a:pt x="638" y="228"/>
                    </a:lnTo>
                    <a:lnTo>
                      <a:pt x="634" y="224"/>
                    </a:lnTo>
                    <a:lnTo>
                      <a:pt x="638" y="224"/>
                    </a:lnTo>
                    <a:lnTo>
                      <a:pt x="634" y="224"/>
                    </a:lnTo>
                    <a:lnTo>
                      <a:pt x="638" y="224"/>
                    </a:lnTo>
                    <a:lnTo>
                      <a:pt x="642" y="224"/>
                    </a:lnTo>
                    <a:lnTo>
                      <a:pt x="638" y="224"/>
                    </a:lnTo>
                    <a:lnTo>
                      <a:pt x="638" y="220"/>
                    </a:lnTo>
                    <a:lnTo>
                      <a:pt x="642" y="220"/>
                    </a:lnTo>
                    <a:lnTo>
                      <a:pt x="646" y="220"/>
                    </a:lnTo>
                    <a:lnTo>
                      <a:pt x="646" y="216"/>
                    </a:lnTo>
                    <a:lnTo>
                      <a:pt x="650" y="216"/>
                    </a:lnTo>
                    <a:lnTo>
                      <a:pt x="652" y="216"/>
                    </a:lnTo>
                    <a:lnTo>
                      <a:pt x="656" y="216"/>
                    </a:lnTo>
                    <a:lnTo>
                      <a:pt x="660" y="216"/>
                    </a:lnTo>
                    <a:lnTo>
                      <a:pt x="660" y="220"/>
                    </a:lnTo>
                    <a:lnTo>
                      <a:pt x="664" y="220"/>
                    </a:lnTo>
                    <a:lnTo>
                      <a:pt x="664" y="224"/>
                    </a:lnTo>
                    <a:lnTo>
                      <a:pt x="668" y="224"/>
                    </a:lnTo>
                    <a:lnTo>
                      <a:pt x="672" y="228"/>
                    </a:lnTo>
                    <a:lnTo>
                      <a:pt x="672" y="232"/>
                    </a:lnTo>
                    <a:lnTo>
                      <a:pt x="672" y="236"/>
                    </a:lnTo>
                    <a:lnTo>
                      <a:pt x="676" y="238"/>
                    </a:lnTo>
                    <a:lnTo>
                      <a:pt x="672" y="242"/>
                    </a:lnTo>
                    <a:lnTo>
                      <a:pt x="668" y="242"/>
                    </a:lnTo>
                    <a:lnTo>
                      <a:pt x="664" y="242"/>
                    </a:lnTo>
                    <a:lnTo>
                      <a:pt x="660" y="242"/>
                    </a:lnTo>
                    <a:lnTo>
                      <a:pt x="656" y="242"/>
                    </a:lnTo>
                    <a:lnTo>
                      <a:pt x="650" y="242"/>
                    </a:lnTo>
                    <a:lnTo>
                      <a:pt x="646" y="238"/>
                    </a:lnTo>
                    <a:lnTo>
                      <a:pt x="642" y="238"/>
                    </a:lnTo>
                    <a:lnTo>
                      <a:pt x="638" y="238"/>
                    </a:lnTo>
                    <a:lnTo>
                      <a:pt x="638" y="238"/>
                    </a:lnTo>
                    <a:lnTo>
                      <a:pt x="638" y="238"/>
                    </a:lnTo>
                    <a:close/>
                    <a:moveTo>
                      <a:pt x="522" y="224"/>
                    </a:moveTo>
                    <a:lnTo>
                      <a:pt x="526" y="224"/>
                    </a:lnTo>
                    <a:lnTo>
                      <a:pt x="526" y="228"/>
                    </a:lnTo>
                    <a:lnTo>
                      <a:pt x="530" y="232"/>
                    </a:lnTo>
                    <a:lnTo>
                      <a:pt x="526" y="232"/>
                    </a:lnTo>
                    <a:lnTo>
                      <a:pt x="518" y="236"/>
                    </a:lnTo>
                    <a:lnTo>
                      <a:pt x="514" y="232"/>
                    </a:lnTo>
                    <a:lnTo>
                      <a:pt x="510" y="232"/>
                    </a:lnTo>
                    <a:lnTo>
                      <a:pt x="510" y="228"/>
                    </a:lnTo>
                    <a:lnTo>
                      <a:pt x="514" y="228"/>
                    </a:lnTo>
                    <a:lnTo>
                      <a:pt x="510" y="228"/>
                    </a:lnTo>
                    <a:lnTo>
                      <a:pt x="514" y="224"/>
                    </a:lnTo>
                    <a:lnTo>
                      <a:pt x="518" y="224"/>
                    </a:lnTo>
                    <a:lnTo>
                      <a:pt x="522" y="224"/>
                    </a:lnTo>
                    <a:lnTo>
                      <a:pt x="522" y="224"/>
                    </a:lnTo>
                    <a:lnTo>
                      <a:pt x="522" y="224"/>
                    </a:lnTo>
                    <a:close/>
                    <a:moveTo>
                      <a:pt x="642" y="242"/>
                    </a:moveTo>
                    <a:lnTo>
                      <a:pt x="646" y="242"/>
                    </a:lnTo>
                    <a:lnTo>
                      <a:pt x="646" y="246"/>
                    </a:lnTo>
                    <a:lnTo>
                      <a:pt x="650" y="246"/>
                    </a:lnTo>
                    <a:lnTo>
                      <a:pt x="646" y="246"/>
                    </a:lnTo>
                    <a:lnTo>
                      <a:pt x="642" y="246"/>
                    </a:lnTo>
                    <a:lnTo>
                      <a:pt x="638" y="246"/>
                    </a:lnTo>
                    <a:lnTo>
                      <a:pt x="642" y="242"/>
                    </a:lnTo>
                    <a:lnTo>
                      <a:pt x="642" y="242"/>
                    </a:lnTo>
                    <a:lnTo>
                      <a:pt x="642" y="242"/>
                    </a:lnTo>
                    <a:close/>
                    <a:moveTo>
                      <a:pt x="620" y="242"/>
                    </a:moveTo>
                    <a:lnTo>
                      <a:pt x="620" y="246"/>
                    </a:lnTo>
                    <a:lnTo>
                      <a:pt x="616" y="246"/>
                    </a:lnTo>
                    <a:lnTo>
                      <a:pt x="616" y="250"/>
                    </a:lnTo>
                    <a:lnTo>
                      <a:pt x="612" y="250"/>
                    </a:lnTo>
                    <a:lnTo>
                      <a:pt x="612" y="246"/>
                    </a:lnTo>
                    <a:lnTo>
                      <a:pt x="616" y="246"/>
                    </a:lnTo>
                    <a:lnTo>
                      <a:pt x="616" y="242"/>
                    </a:lnTo>
                    <a:lnTo>
                      <a:pt x="620" y="242"/>
                    </a:lnTo>
                    <a:lnTo>
                      <a:pt x="620" y="242"/>
                    </a:lnTo>
                    <a:lnTo>
                      <a:pt x="620" y="242"/>
                    </a:lnTo>
                    <a:close/>
                    <a:moveTo>
                      <a:pt x="250" y="332"/>
                    </a:moveTo>
                    <a:lnTo>
                      <a:pt x="246" y="332"/>
                    </a:lnTo>
                    <a:lnTo>
                      <a:pt x="246" y="328"/>
                    </a:lnTo>
                    <a:lnTo>
                      <a:pt x="242" y="324"/>
                    </a:lnTo>
                    <a:lnTo>
                      <a:pt x="242" y="322"/>
                    </a:lnTo>
                    <a:lnTo>
                      <a:pt x="238" y="322"/>
                    </a:lnTo>
                    <a:lnTo>
                      <a:pt x="236" y="322"/>
                    </a:lnTo>
                    <a:lnTo>
                      <a:pt x="232" y="322"/>
                    </a:lnTo>
                    <a:lnTo>
                      <a:pt x="232" y="318"/>
                    </a:lnTo>
                    <a:lnTo>
                      <a:pt x="228" y="318"/>
                    </a:lnTo>
                    <a:lnTo>
                      <a:pt x="224" y="318"/>
                    </a:lnTo>
                    <a:lnTo>
                      <a:pt x="224" y="314"/>
                    </a:lnTo>
                    <a:lnTo>
                      <a:pt x="228" y="318"/>
                    </a:lnTo>
                    <a:lnTo>
                      <a:pt x="228" y="314"/>
                    </a:lnTo>
                    <a:lnTo>
                      <a:pt x="224" y="314"/>
                    </a:lnTo>
                    <a:lnTo>
                      <a:pt x="220" y="314"/>
                    </a:lnTo>
                    <a:lnTo>
                      <a:pt x="216" y="314"/>
                    </a:lnTo>
                    <a:lnTo>
                      <a:pt x="212" y="314"/>
                    </a:lnTo>
                    <a:lnTo>
                      <a:pt x="216" y="314"/>
                    </a:lnTo>
                    <a:lnTo>
                      <a:pt x="216" y="310"/>
                    </a:lnTo>
                    <a:lnTo>
                      <a:pt x="216" y="306"/>
                    </a:lnTo>
                    <a:lnTo>
                      <a:pt x="220" y="306"/>
                    </a:lnTo>
                    <a:lnTo>
                      <a:pt x="220" y="302"/>
                    </a:lnTo>
                    <a:lnTo>
                      <a:pt x="224" y="302"/>
                    </a:lnTo>
                    <a:lnTo>
                      <a:pt x="224" y="298"/>
                    </a:lnTo>
                    <a:lnTo>
                      <a:pt x="228" y="298"/>
                    </a:lnTo>
                    <a:lnTo>
                      <a:pt x="228" y="294"/>
                    </a:lnTo>
                    <a:lnTo>
                      <a:pt x="228" y="292"/>
                    </a:lnTo>
                    <a:lnTo>
                      <a:pt x="232" y="292"/>
                    </a:lnTo>
                    <a:lnTo>
                      <a:pt x="236" y="292"/>
                    </a:lnTo>
                    <a:lnTo>
                      <a:pt x="236" y="288"/>
                    </a:lnTo>
                    <a:lnTo>
                      <a:pt x="232" y="288"/>
                    </a:lnTo>
                    <a:lnTo>
                      <a:pt x="228" y="288"/>
                    </a:lnTo>
                    <a:lnTo>
                      <a:pt x="228" y="284"/>
                    </a:lnTo>
                    <a:lnTo>
                      <a:pt x="232" y="284"/>
                    </a:lnTo>
                    <a:lnTo>
                      <a:pt x="232" y="280"/>
                    </a:lnTo>
                    <a:lnTo>
                      <a:pt x="236" y="280"/>
                    </a:lnTo>
                    <a:lnTo>
                      <a:pt x="236" y="276"/>
                    </a:lnTo>
                    <a:lnTo>
                      <a:pt x="238" y="276"/>
                    </a:lnTo>
                    <a:lnTo>
                      <a:pt x="238" y="272"/>
                    </a:lnTo>
                    <a:lnTo>
                      <a:pt x="238" y="268"/>
                    </a:lnTo>
                    <a:lnTo>
                      <a:pt x="242" y="268"/>
                    </a:lnTo>
                    <a:lnTo>
                      <a:pt x="242" y="264"/>
                    </a:lnTo>
                    <a:lnTo>
                      <a:pt x="238" y="264"/>
                    </a:lnTo>
                    <a:lnTo>
                      <a:pt x="236" y="262"/>
                    </a:lnTo>
                    <a:lnTo>
                      <a:pt x="236" y="258"/>
                    </a:lnTo>
                    <a:lnTo>
                      <a:pt x="232" y="254"/>
                    </a:lnTo>
                    <a:lnTo>
                      <a:pt x="228" y="254"/>
                    </a:lnTo>
                    <a:lnTo>
                      <a:pt x="232" y="250"/>
                    </a:lnTo>
                    <a:lnTo>
                      <a:pt x="236" y="250"/>
                    </a:lnTo>
                    <a:lnTo>
                      <a:pt x="238" y="250"/>
                    </a:lnTo>
                    <a:lnTo>
                      <a:pt x="242" y="250"/>
                    </a:lnTo>
                    <a:lnTo>
                      <a:pt x="246" y="250"/>
                    </a:lnTo>
                    <a:lnTo>
                      <a:pt x="250" y="250"/>
                    </a:lnTo>
                    <a:lnTo>
                      <a:pt x="254" y="250"/>
                    </a:lnTo>
                    <a:lnTo>
                      <a:pt x="258" y="250"/>
                    </a:lnTo>
                    <a:lnTo>
                      <a:pt x="262" y="250"/>
                    </a:lnTo>
                    <a:lnTo>
                      <a:pt x="266" y="250"/>
                    </a:lnTo>
                    <a:lnTo>
                      <a:pt x="268" y="246"/>
                    </a:lnTo>
                    <a:lnTo>
                      <a:pt x="272" y="246"/>
                    </a:lnTo>
                    <a:lnTo>
                      <a:pt x="276" y="246"/>
                    </a:lnTo>
                    <a:lnTo>
                      <a:pt x="280" y="246"/>
                    </a:lnTo>
                    <a:lnTo>
                      <a:pt x="284" y="246"/>
                    </a:lnTo>
                    <a:lnTo>
                      <a:pt x="284" y="250"/>
                    </a:lnTo>
                    <a:lnTo>
                      <a:pt x="288" y="250"/>
                    </a:lnTo>
                    <a:lnTo>
                      <a:pt x="292" y="254"/>
                    </a:lnTo>
                    <a:lnTo>
                      <a:pt x="294" y="254"/>
                    </a:lnTo>
                    <a:lnTo>
                      <a:pt x="298" y="254"/>
                    </a:lnTo>
                    <a:lnTo>
                      <a:pt x="302" y="254"/>
                    </a:lnTo>
                    <a:lnTo>
                      <a:pt x="302" y="258"/>
                    </a:lnTo>
                    <a:lnTo>
                      <a:pt x="298" y="258"/>
                    </a:lnTo>
                    <a:lnTo>
                      <a:pt x="298" y="262"/>
                    </a:lnTo>
                    <a:lnTo>
                      <a:pt x="302" y="262"/>
                    </a:lnTo>
                    <a:lnTo>
                      <a:pt x="302" y="258"/>
                    </a:lnTo>
                    <a:lnTo>
                      <a:pt x="306" y="254"/>
                    </a:lnTo>
                    <a:lnTo>
                      <a:pt x="310" y="254"/>
                    </a:lnTo>
                    <a:lnTo>
                      <a:pt x="310" y="258"/>
                    </a:lnTo>
                    <a:lnTo>
                      <a:pt x="310" y="262"/>
                    </a:lnTo>
                    <a:lnTo>
                      <a:pt x="314" y="262"/>
                    </a:lnTo>
                    <a:lnTo>
                      <a:pt x="314" y="258"/>
                    </a:lnTo>
                    <a:lnTo>
                      <a:pt x="314" y="254"/>
                    </a:lnTo>
                    <a:lnTo>
                      <a:pt x="318" y="254"/>
                    </a:lnTo>
                    <a:lnTo>
                      <a:pt x="324" y="254"/>
                    </a:lnTo>
                    <a:lnTo>
                      <a:pt x="328" y="254"/>
                    </a:lnTo>
                    <a:lnTo>
                      <a:pt x="332" y="254"/>
                    </a:lnTo>
                    <a:lnTo>
                      <a:pt x="336" y="254"/>
                    </a:lnTo>
                    <a:lnTo>
                      <a:pt x="336" y="258"/>
                    </a:lnTo>
                    <a:lnTo>
                      <a:pt x="344" y="258"/>
                    </a:lnTo>
                    <a:lnTo>
                      <a:pt x="344" y="262"/>
                    </a:lnTo>
                    <a:lnTo>
                      <a:pt x="348" y="262"/>
                    </a:lnTo>
                    <a:lnTo>
                      <a:pt x="348" y="264"/>
                    </a:lnTo>
                    <a:lnTo>
                      <a:pt x="352" y="264"/>
                    </a:lnTo>
                    <a:lnTo>
                      <a:pt x="354" y="264"/>
                    </a:lnTo>
                    <a:lnTo>
                      <a:pt x="354" y="268"/>
                    </a:lnTo>
                    <a:lnTo>
                      <a:pt x="358" y="268"/>
                    </a:lnTo>
                    <a:lnTo>
                      <a:pt x="362" y="272"/>
                    </a:lnTo>
                    <a:lnTo>
                      <a:pt x="362" y="276"/>
                    </a:lnTo>
                    <a:lnTo>
                      <a:pt x="358" y="276"/>
                    </a:lnTo>
                    <a:lnTo>
                      <a:pt x="354" y="280"/>
                    </a:lnTo>
                    <a:lnTo>
                      <a:pt x="352" y="280"/>
                    </a:lnTo>
                    <a:lnTo>
                      <a:pt x="348" y="280"/>
                    </a:lnTo>
                    <a:lnTo>
                      <a:pt x="344" y="284"/>
                    </a:lnTo>
                    <a:lnTo>
                      <a:pt x="340" y="284"/>
                    </a:lnTo>
                    <a:lnTo>
                      <a:pt x="336" y="284"/>
                    </a:lnTo>
                    <a:lnTo>
                      <a:pt x="336" y="288"/>
                    </a:lnTo>
                    <a:lnTo>
                      <a:pt x="332" y="288"/>
                    </a:lnTo>
                    <a:lnTo>
                      <a:pt x="328" y="288"/>
                    </a:lnTo>
                    <a:lnTo>
                      <a:pt x="328" y="292"/>
                    </a:lnTo>
                    <a:lnTo>
                      <a:pt x="324" y="292"/>
                    </a:lnTo>
                    <a:lnTo>
                      <a:pt x="322" y="292"/>
                    </a:lnTo>
                    <a:lnTo>
                      <a:pt x="318" y="294"/>
                    </a:lnTo>
                    <a:lnTo>
                      <a:pt x="314" y="294"/>
                    </a:lnTo>
                    <a:lnTo>
                      <a:pt x="310" y="298"/>
                    </a:lnTo>
                    <a:lnTo>
                      <a:pt x="306" y="302"/>
                    </a:lnTo>
                    <a:lnTo>
                      <a:pt x="306" y="306"/>
                    </a:lnTo>
                    <a:lnTo>
                      <a:pt x="302" y="306"/>
                    </a:lnTo>
                    <a:lnTo>
                      <a:pt x="302" y="310"/>
                    </a:lnTo>
                    <a:lnTo>
                      <a:pt x="298" y="310"/>
                    </a:lnTo>
                    <a:lnTo>
                      <a:pt x="294" y="306"/>
                    </a:lnTo>
                    <a:lnTo>
                      <a:pt x="294" y="310"/>
                    </a:lnTo>
                    <a:lnTo>
                      <a:pt x="294" y="314"/>
                    </a:lnTo>
                    <a:lnTo>
                      <a:pt x="292" y="314"/>
                    </a:lnTo>
                    <a:lnTo>
                      <a:pt x="292" y="318"/>
                    </a:lnTo>
                    <a:lnTo>
                      <a:pt x="292" y="322"/>
                    </a:lnTo>
                    <a:lnTo>
                      <a:pt x="292" y="324"/>
                    </a:lnTo>
                    <a:lnTo>
                      <a:pt x="288" y="328"/>
                    </a:lnTo>
                    <a:lnTo>
                      <a:pt x="284" y="328"/>
                    </a:lnTo>
                    <a:lnTo>
                      <a:pt x="280" y="328"/>
                    </a:lnTo>
                    <a:lnTo>
                      <a:pt x="276" y="328"/>
                    </a:lnTo>
                    <a:lnTo>
                      <a:pt x="272" y="328"/>
                    </a:lnTo>
                    <a:lnTo>
                      <a:pt x="268" y="328"/>
                    </a:lnTo>
                    <a:lnTo>
                      <a:pt x="268" y="332"/>
                    </a:lnTo>
                    <a:lnTo>
                      <a:pt x="266" y="332"/>
                    </a:lnTo>
                    <a:lnTo>
                      <a:pt x="266" y="336"/>
                    </a:lnTo>
                    <a:lnTo>
                      <a:pt x="262" y="336"/>
                    </a:lnTo>
                    <a:lnTo>
                      <a:pt x="258" y="336"/>
                    </a:lnTo>
                    <a:lnTo>
                      <a:pt x="258" y="340"/>
                    </a:lnTo>
                    <a:lnTo>
                      <a:pt x="254" y="340"/>
                    </a:lnTo>
                    <a:lnTo>
                      <a:pt x="254" y="336"/>
                    </a:lnTo>
                    <a:lnTo>
                      <a:pt x="250" y="336"/>
                    </a:lnTo>
                    <a:lnTo>
                      <a:pt x="250" y="332"/>
                    </a:lnTo>
                    <a:lnTo>
                      <a:pt x="250" y="332"/>
                    </a:lnTo>
                    <a:lnTo>
                      <a:pt x="250" y="332"/>
                    </a:lnTo>
                    <a:close/>
                    <a:moveTo>
                      <a:pt x="706" y="280"/>
                    </a:moveTo>
                    <a:lnTo>
                      <a:pt x="702" y="284"/>
                    </a:lnTo>
                    <a:lnTo>
                      <a:pt x="702" y="288"/>
                    </a:lnTo>
                    <a:lnTo>
                      <a:pt x="698" y="288"/>
                    </a:lnTo>
                    <a:lnTo>
                      <a:pt x="698" y="292"/>
                    </a:lnTo>
                    <a:lnTo>
                      <a:pt x="694" y="292"/>
                    </a:lnTo>
                    <a:lnTo>
                      <a:pt x="694" y="294"/>
                    </a:lnTo>
                    <a:lnTo>
                      <a:pt x="690" y="294"/>
                    </a:lnTo>
                    <a:lnTo>
                      <a:pt x="686" y="294"/>
                    </a:lnTo>
                    <a:lnTo>
                      <a:pt x="682" y="294"/>
                    </a:lnTo>
                    <a:lnTo>
                      <a:pt x="678" y="294"/>
                    </a:lnTo>
                    <a:lnTo>
                      <a:pt x="676" y="294"/>
                    </a:lnTo>
                    <a:lnTo>
                      <a:pt x="676" y="292"/>
                    </a:lnTo>
                    <a:lnTo>
                      <a:pt x="676" y="294"/>
                    </a:lnTo>
                    <a:lnTo>
                      <a:pt x="672" y="294"/>
                    </a:lnTo>
                    <a:lnTo>
                      <a:pt x="668" y="294"/>
                    </a:lnTo>
                    <a:lnTo>
                      <a:pt x="664" y="294"/>
                    </a:lnTo>
                    <a:lnTo>
                      <a:pt x="660" y="294"/>
                    </a:lnTo>
                    <a:lnTo>
                      <a:pt x="664" y="294"/>
                    </a:lnTo>
                    <a:lnTo>
                      <a:pt x="668" y="294"/>
                    </a:lnTo>
                    <a:lnTo>
                      <a:pt x="668" y="298"/>
                    </a:lnTo>
                    <a:lnTo>
                      <a:pt x="672" y="298"/>
                    </a:lnTo>
                    <a:lnTo>
                      <a:pt x="672" y="302"/>
                    </a:lnTo>
                    <a:lnTo>
                      <a:pt x="672" y="306"/>
                    </a:lnTo>
                    <a:lnTo>
                      <a:pt x="668" y="306"/>
                    </a:lnTo>
                    <a:lnTo>
                      <a:pt x="664" y="310"/>
                    </a:lnTo>
                    <a:lnTo>
                      <a:pt x="664" y="314"/>
                    </a:lnTo>
                    <a:lnTo>
                      <a:pt x="660" y="314"/>
                    </a:lnTo>
                    <a:lnTo>
                      <a:pt x="652" y="314"/>
                    </a:lnTo>
                    <a:lnTo>
                      <a:pt x="650" y="314"/>
                    </a:lnTo>
                    <a:lnTo>
                      <a:pt x="650" y="310"/>
                    </a:lnTo>
                    <a:lnTo>
                      <a:pt x="652" y="310"/>
                    </a:lnTo>
                    <a:lnTo>
                      <a:pt x="650" y="310"/>
                    </a:lnTo>
                    <a:lnTo>
                      <a:pt x="650" y="306"/>
                    </a:lnTo>
                    <a:lnTo>
                      <a:pt x="650" y="302"/>
                    </a:lnTo>
                    <a:lnTo>
                      <a:pt x="650" y="298"/>
                    </a:lnTo>
                    <a:lnTo>
                      <a:pt x="646" y="298"/>
                    </a:lnTo>
                    <a:lnTo>
                      <a:pt x="646" y="294"/>
                    </a:lnTo>
                    <a:lnTo>
                      <a:pt x="642" y="294"/>
                    </a:lnTo>
                    <a:lnTo>
                      <a:pt x="642" y="292"/>
                    </a:lnTo>
                    <a:lnTo>
                      <a:pt x="642" y="288"/>
                    </a:lnTo>
                    <a:lnTo>
                      <a:pt x="642" y="284"/>
                    </a:lnTo>
                    <a:lnTo>
                      <a:pt x="642" y="280"/>
                    </a:lnTo>
                    <a:lnTo>
                      <a:pt x="642" y="276"/>
                    </a:lnTo>
                    <a:lnTo>
                      <a:pt x="642" y="272"/>
                    </a:lnTo>
                    <a:lnTo>
                      <a:pt x="642" y="268"/>
                    </a:lnTo>
                    <a:lnTo>
                      <a:pt x="646" y="268"/>
                    </a:lnTo>
                    <a:lnTo>
                      <a:pt x="650" y="268"/>
                    </a:lnTo>
                    <a:lnTo>
                      <a:pt x="652" y="268"/>
                    </a:lnTo>
                    <a:lnTo>
                      <a:pt x="656" y="268"/>
                    </a:lnTo>
                    <a:lnTo>
                      <a:pt x="652" y="268"/>
                    </a:lnTo>
                    <a:lnTo>
                      <a:pt x="650" y="268"/>
                    </a:lnTo>
                    <a:lnTo>
                      <a:pt x="650" y="264"/>
                    </a:lnTo>
                    <a:lnTo>
                      <a:pt x="652" y="264"/>
                    </a:lnTo>
                    <a:lnTo>
                      <a:pt x="650" y="264"/>
                    </a:lnTo>
                    <a:lnTo>
                      <a:pt x="646" y="264"/>
                    </a:lnTo>
                    <a:lnTo>
                      <a:pt x="646" y="262"/>
                    </a:lnTo>
                    <a:lnTo>
                      <a:pt x="650" y="262"/>
                    </a:lnTo>
                    <a:lnTo>
                      <a:pt x="652" y="262"/>
                    </a:lnTo>
                    <a:lnTo>
                      <a:pt x="652" y="258"/>
                    </a:lnTo>
                    <a:lnTo>
                      <a:pt x="656" y="258"/>
                    </a:lnTo>
                    <a:lnTo>
                      <a:pt x="660" y="258"/>
                    </a:lnTo>
                    <a:lnTo>
                      <a:pt x="664" y="258"/>
                    </a:lnTo>
                    <a:lnTo>
                      <a:pt x="668" y="258"/>
                    </a:lnTo>
                    <a:lnTo>
                      <a:pt x="672" y="258"/>
                    </a:lnTo>
                    <a:lnTo>
                      <a:pt x="676" y="258"/>
                    </a:lnTo>
                    <a:lnTo>
                      <a:pt x="678" y="258"/>
                    </a:lnTo>
                    <a:lnTo>
                      <a:pt x="682" y="258"/>
                    </a:lnTo>
                    <a:lnTo>
                      <a:pt x="686" y="262"/>
                    </a:lnTo>
                    <a:lnTo>
                      <a:pt x="690" y="262"/>
                    </a:lnTo>
                    <a:lnTo>
                      <a:pt x="694" y="262"/>
                    </a:lnTo>
                    <a:lnTo>
                      <a:pt x="702" y="262"/>
                    </a:lnTo>
                    <a:lnTo>
                      <a:pt x="706" y="262"/>
                    </a:lnTo>
                    <a:lnTo>
                      <a:pt x="712" y="262"/>
                    </a:lnTo>
                    <a:lnTo>
                      <a:pt x="716" y="264"/>
                    </a:lnTo>
                    <a:lnTo>
                      <a:pt x="716" y="262"/>
                    </a:lnTo>
                    <a:lnTo>
                      <a:pt x="720" y="264"/>
                    </a:lnTo>
                    <a:lnTo>
                      <a:pt x="716" y="264"/>
                    </a:lnTo>
                    <a:lnTo>
                      <a:pt x="716" y="268"/>
                    </a:lnTo>
                    <a:lnTo>
                      <a:pt x="712" y="268"/>
                    </a:lnTo>
                    <a:lnTo>
                      <a:pt x="712" y="272"/>
                    </a:lnTo>
                    <a:lnTo>
                      <a:pt x="708" y="272"/>
                    </a:lnTo>
                    <a:lnTo>
                      <a:pt x="708" y="276"/>
                    </a:lnTo>
                    <a:lnTo>
                      <a:pt x="706" y="276"/>
                    </a:lnTo>
                    <a:lnTo>
                      <a:pt x="706" y="280"/>
                    </a:lnTo>
                    <a:lnTo>
                      <a:pt x="706" y="280"/>
                    </a:lnTo>
                    <a:lnTo>
                      <a:pt x="706" y="280"/>
                    </a:lnTo>
                    <a:close/>
                    <a:moveTo>
                      <a:pt x="720" y="262"/>
                    </a:moveTo>
                    <a:lnTo>
                      <a:pt x="716" y="262"/>
                    </a:lnTo>
                    <a:lnTo>
                      <a:pt x="720" y="262"/>
                    </a:lnTo>
                    <a:lnTo>
                      <a:pt x="720" y="258"/>
                    </a:lnTo>
                    <a:lnTo>
                      <a:pt x="724" y="258"/>
                    </a:lnTo>
                    <a:lnTo>
                      <a:pt x="724" y="262"/>
                    </a:lnTo>
                    <a:lnTo>
                      <a:pt x="720" y="262"/>
                    </a:lnTo>
                    <a:lnTo>
                      <a:pt x="720" y="262"/>
                    </a:lnTo>
                    <a:lnTo>
                      <a:pt x="720" y="262"/>
                    </a:lnTo>
                    <a:close/>
                    <a:moveTo>
                      <a:pt x="620" y="276"/>
                    </a:moveTo>
                    <a:lnTo>
                      <a:pt x="620" y="280"/>
                    </a:lnTo>
                    <a:lnTo>
                      <a:pt x="616" y="280"/>
                    </a:lnTo>
                    <a:lnTo>
                      <a:pt x="612" y="280"/>
                    </a:lnTo>
                    <a:lnTo>
                      <a:pt x="608" y="284"/>
                    </a:lnTo>
                    <a:lnTo>
                      <a:pt x="604" y="284"/>
                    </a:lnTo>
                    <a:lnTo>
                      <a:pt x="604" y="288"/>
                    </a:lnTo>
                    <a:lnTo>
                      <a:pt x="600" y="288"/>
                    </a:lnTo>
                    <a:lnTo>
                      <a:pt x="600" y="292"/>
                    </a:lnTo>
                    <a:lnTo>
                      <a:pt x="604" y="292"/>
                    </a:lnTo>
                    <a:lnTo>
                      <a:pt x="604" y="288"/>
                    </a:lnTo>
                    <a:lnTo>
                      <a:pt x="608" y="288"/>
                    </a:lnTo>
                    <a:lnTo>
                      <a:pt x="612" y="288"/>
                    </a:lnTo>
                    <a:lnTo>
                      <a:pt x="616" y="288"/>
                    </a:lnTo>
                    <a:lnTo>
                      <a:pt x="620" y="288"/>
                    </a:lnTo>
                    <a:lnTo>
                      <a:pt x="620" y="292"/>
                    </a:lnTo>
                    <a:lnTo>
                      <a:pt x="622" y="294"/>
                    </a:lnTo>
                    <a:lnTo>
                      <a:pt x="620" y="294"/>
                    </a:lnTo>
                    <a:lnTo>
                      <a:pt x="620" y="298"/>
                    </a:lnTo>
                    <a:lnTo>
                      <a:pt x="622" y="298"/>
                    </a:lnTo>
                    <a:lnTo>
                      <a:pt x="622" y="294"/>
                    </a:lnTo>
                    <a:lnTo>
                      <a:pt x="626" y="294"/>
                    </a:lnTo>
                    <a:lnTo>
                      <a:pt x="630" y="294"/>
                    </a:lnTo>
                    <a:lnTo>
                      <a:pt x="630" y="298"/>
                    </a:lnTo>
                    <a:lnTo>
                      <a:pt x="630" y="302"/>
                    </a:lnTo>
                    <a:lnTo>
                      <a:pt x="634" y="302"/>
                    </a:lnTo>
                    <a:lnTo>
                      <a:pt x="630" y="306"/>
                    </a:lnTo>
                    <a:lnTo>
                      <a:pt x="626" y="306"/>
                    </a:lnTo>
                    <a:lnTo>
                      <a:pt x="622" y="306"/>
                    </a:lnTo>
                    <a:lnTo>
                      <a:pt x="626" y="306"/>
                    </a:lnTo>
                    <a:lnTo>
                      <a:pt x="630" y="306"/>
                    </a:lnTo>
                    <a:lnTo>
                      <a:pt x="630" y="310"/>
                    </a:lnTo>
                    <a:lnTo>
                      <a:pt x="630" y="314"/>
                    </a:lnTo>
                    <a:lnTo>
                      <a:pt x="626" y="314"/>
                    </a:lnTo>
                    <a:lnTo>
                      <a:pt x="622" y="314"/>
                    </a:lnTo>
                    <a:lnTo>
                      <a:pt x="626" y="314"/>
                    </a:lnTo>
                    <a:lnTo>
                      <a:pt x="630" y="314"/>
                    </a:lnTo>
                    <a:lnTo>
                      <a:pt x="626" y="314"/>
                    </a:lnTo>
                    <a:lnTo>
                      <a:pt x="626" y="318"/>
                    </a:lnTo>
                    <a:lnTo>
                      <a:pt x="630" y="318"/>
                    </a:lnTo>
                    <a:lnTo>
                      <a:pt x="626" y="318"/>
                    </a:lnTo>
                    <a:lnTo>
                      <a:pt x="626" y="322"/>
                    </a:lnTo>
                    <a:lnTo>
                      <a:pt x="626" y="318"/>
                    </a:lnTo>
                    <a:lnTo>
                      <a:pt x="622" y="322"/>
                    </a:lnTo>
                    <a:lnTo>
                      <a:pt x="620" y="322"/>
                    </a:lnTo>
                    <a:lnTo>
                      <a:pt x="616" y="324"/>
                    </a:lnTo>
                    <a:lnTo>
                      <a:pt x="612" y="324"/>
                    </a:lnTo>
                    <a:lnTo>
                      <a:pt x="608" y="322"/>
                    </a:lnTo>
                    <a:lnTo>
                      <a:pt x="608" y="324"/>
                    </a:lnTo>
                    <a:lnTo>
                      <a:pt x="604" y="324"/>
                    </a:lnTo>
                    <a:lnTo>
                      <a:pt x="604" y="322"/>
                    </a:lnTo>
                    <a:lnTo>
                      <a:pt x="604" y="318"/>
                    </a:lnTo>
                    <a:lnTo>
                      <a:pt x="600" y="322"/>
                    </a:lnTo>
                    <a:lnTo>
                      <a:pt x="604" y="324"/>
                    </a:lnTo>
                    <a:lnTo>
                      <a:pt x="608" y="324"/>
                    </a:lnTo>
                    <a:lnTo>
                      <a:pt x="608" y="328"/>
                    </a:lnTo>
                    <a:lnTo>
                      <a:pt x="604" y="328"/>
                    </a:lnTo>
                    <a:lnTo>
                      <a:pt x="600" y="332"/>
                    </a:lnTo>
                    <a:lnTo>
                      <a:pt x="596" y="332"/>
                    </a:lnTo>
                    <a:lnTo>
                      <a:pt x="592" y="328"/>
                    </a:lnTo>
                    <a:lnTo>
                      <a:pt x="592" y="332"/>
                    </a:lnTo>
                    <a:lnTo>
                      <a:pt x="590" y="332"/>
                    </a:lnTo>
                    <a:lnTo>
                      <a:pt x="590" y="328"/>
                    </a:lnTo>
                    <a:lnTo>
                      <a:pt x="590" y="324"/>
                    </a:lnTo>
                    <a:lnTo>
                      <a:pt x="586" y="324"/>
                    </a:lnTo>
                    <a:lnTo>
                      <a:pt x="586" y="322"/>
                    </a:lnTo>
                    <a:lnTo>
                      <a:pt x="582" y="318"/>
                    </a:lnTo>
                    <a:lnTo>
                      <a:pt x="578" y="318"/>
                    </a:lnTo>
                    <a:lnTo>
                      <a:pt x="574" y="314"/>
                    </a:lnTo>
                    <a:lnTo>
                      <a:pt x="570" y="310"/>
                    </a:lnTo>
                    <a:lnTo>
                      <a:pt x="566" y="310"/>
                    </a:lnTo>
                    <a:lnTo>
                      <a:pt x="566" y="306"/>
                    </a:lnTo>
                    <a:lnTo>
                      <a:pt x="564" y="306"/>
                    </a:lnTo>
                    <a:lnTo>
                      <a:pt x="560" y="306"/>
                    </a:lnTo>
                    <a:lnTo>
                      <a:pt x="556" y="306"/>
                    </a:lnTo>
                    <a:lnTo>
                      <a:pt x="552" y="306"/>
                    </a:lnTo>
                    <a:lnTo>
                      <a:pt x="552" y="302"/>
                    </a:lnTo>
                    <a:lnTo>
                      <a:pt x="552" y="298"/>
                    </a:lnTo>
                    <a:lnTo>
                      <a:pt x="548" y="298"/>
                    </a:lnTo>
                    <a:lnTo>
                      <a:pt x="544" y="298"/>
                    </a:lnTo>
                    <a:lnTo>
                      <a:pt x="544" y="294"/>
                    </a:lnTo>
                    <a:lnTo>
                      <a:pt x="540" y="294"/>
                    </a:lnTo>
                    <a:lnTo>
                      <a:pt x="540" y="292"/>
                    </a:lnTo>
                    <a:lnTo>
                      <a:pt x="544" y="292"/>
                    </a:lnTo>
                    <a:lnTo>
                      <a:pt x="544" y="288"/>
                    </a:lnTo>
                    <a:lnTo>
                      <a:pt x="548" y="288"/>
                    </a:lnTo>
                    <a:lnTo>
                      <a:pt x="548" y="284"/>
                    </a:lnTo>
                    <a:lnTo>
                      <a:pt x="552" y="284"/>
                    </a:lnTo>
                    <a:lnTo>
                      <a:pt x="552" y="288"/>
                    </a:lnTo>
                    <a:lnTo>
                      <a:pt x="556" y="288"/>
                    </a:lnTo>
                    <a:lnTo>
                      <a:pt x="556" y="292"/>
                    </a:lnTo>
                    <a:lnTo>
                      <a:pt x="560" y="292"/>
                    </a:lnTo>
                    <a:lnTo>
                      <a:pt x="560" y="294"/>
                    </a:lnTo>
                    <a:lnTo>
                      <a:pt x="564" y="294"/>
                    </a:lnTo>
                    <a:lnTo>
                      <a:pt x="566" y="294"/>
                    </a:lnTo>
                    <a:lnTo>
                      <a:pt x="570" y="294"/>
                    </a:lnTo>
                    <a:lnTo>
                      <a:pt x="574" y="294"/>
                    </a:lnTo>
                    <a:lnTo>
                      <a:pt x="574" y="292"/>
                    </a:lnTo>
                    <a:lnTo>
                      <a:pt x="574" y="288"/>
                    </a:lnTo>
                    <a:lnTo>
                      <a:pt x="574" y="292"/>
                    </a:lnTo>
                    <a:lnTo>
                      <a:pt x="578" y="292"/>
                    </a:lnTo>
                    <a:lnTo>
                      <a:pt x="578" y="288"/>
                    </a:lnTo>
                    <a:lnTo>
                      <a:pt x="578" y="284"/>
                    </a:lnTo>
                    <a:lnTo>
                      <a:pt x="574" y="284"/>
                    </a:lnTo>
                    <a:lnTo>
                      <a:pt x="570" y="284"/>
                    </a:lnTo>
                    <a:lnTo>
                      <a:pt x="574" y="280"/>
                    </a:lnTo>
                    <a:lnTo>
                      <a:pt x="578" y="284"/>
                    </a:lnTo>
                    <a:lnTo>
                      <a:pt x="582" y="284"/>
                    </a:lnTo>
                    <a:lnTo>
                      <a:pt x="578" y="280"/>
                    </a:lnTo>
                    <a:lnTo>
                      <a:pt x="574" y="280"/>
                    </a:lnTo>
                    <a:lnTo>
                      <a:pt x="574" y="276"/>
                    </a:lnTo>
                    <a:lnTo>
                      <a:pt x="574" y="280"/>
                    </a:lnTo>
                    <a:lnTo>
                      <a:pt x="570" y="280"/>
                    </a:lnTo>
                    <a:lnTo>
                      <a:pt x="566" y="280"/>
                    </a:lnTo>
                    <a:lnTo>
                      <a:pt x="564" y="276"/>
                    </a:lnTo>
                    <a:lnTo>
                      <a:pt x="560" y="276"/>
                    </a:lnTo>
                    <a:lnTo>
                      <a:pt x="556" y="276"/>
                    </a:lnTo>
                    <a:lnTo>
                      <a:pt x="560" y="272"/>
                    </a:lnTo>
                    <a:lnTo>
                      <a:pt x="564" y="272"/>
                    </a:lnTo>
                    <a:lnTo>
                      <a:pt x="566" y="272"/>
                    </a:lnTo>
                    <a:lnTo>
                      <a:pt x="570" y="272"/>
                    </a:lnTo>
                    <a:lnTo>
                      <a:pt x="570" y="276"/>
                    </a:lnTo>
                    <a:lnTo>
                      <a:pt x="574" y="276"/>
                    </a:lnTo>
                    <a:lnTo>
                      <a:pt x="570" y="276"/>
                    </a:lnTo>
                    <a:lnTo>
                      <a:pt x="570" y="272"/>
                    </a:lnTo>
                    <a:lnTo>
                      <a:pt x="566" y="272"/>
                    </a:lnTo>
                    <a:lnTo>
                      <a:pt x="566" y="268"/>
                    </a:lnTo>
                    <a:lnTo>
                      <a:pt x="564" y="268"/>
                    </a:lnTo>
                    <a:lnTo>
                      <a:pt x="566" y="264"/>
                    </a:lnTo>
                    <a:lnTo>
                      <a:pt x="570" y="264"/>
                    </a:lnTo>
                    <a:lnTo>
                      <a:pt x="574" y="264"/>
                    </a:lnTo>
                    <a:lnTo>
                      <a:pt x="578" y="268"/>
                    </a:lnTo>
                    <a:lnTo>
                      <a:pt x="582" y="264"/>
                    </a:lnTo>
                    <a:lnTo>
                      <a:pt x="578" y="264"/>
                    </a:lnTo>
                    <a:lnTo>
                      <a:pt x="574" y="264"/>
                    </a:lnTo>
                    <a:lnTo>
                      <a:pt x="578" y="264"/>
                    </a:lnTo>
                    <a:lnTo>
                      <a:pt x="578" y="262"/>
                    </a:lnTo>
                    <a:lnTo>
                      <a:pt x="582" y="262"/>
                    </a:lnTo>
                    <a:lnTo>
                      <a:pt x="582" y="264"/>
                    </a:lnTo>
                    <a:lnTo>
                      <a:pt x="586" y="264"/>
                    </a:lnTo>
                    <a:lnTo>
                      <a:pt x="590" y="268"/>
                    </a:lnTo>
                    <a:lnTo>
                      <a:pt x="592" y="268"/>
                    </a:lnTo>
                    <a:lnTo>
                      <a:pt x="596" y="268"/>
                    </a:lnTo>
                    <a:lnTo>
                      <a:pt x="600" y="268"/>
                    </a:lnTo>
                    <a:lnTo>
                      <a:pt x="600" y="264"/>
                    </a:lnTo>
                    <a:lnTo>
                      <a:pt x="604" y="264"/>
                    </a:lnTo>
                    <a:lnTo>
                      <a:pt x="608" y="264"/>
                    </a:lnTo>
                    <a:lnTo>
                      <a:pt x="612" y="264"/>
                    </a:lnTo>
                    <a:lnTo>
                      <a:pt x="616" y="264"/>
                    </a:lnTo>
                    <a:lnTo>
                      <a:pt x="620" y="264"/>
                    </a:lnTo>
                    <a:lnTo>
                      <a:pt x="622" y="268"/>
                    </a:lnTo>
                    <a:lnTo>
                      <a:pt x="622" y="272"/>
                    </a:lnTo>
                    <a:lnTo>
                      <a:pt x="620" y="272"/>
                    </a:lnTo>
                    <a:lnTo>
                      <a:pt x="616" y="272"/>
                    </a:lnTo>
                    <a:lnTo>
                      <a:pt x="612" y="276"/>
                    </a:lnTo>
                    <a:lnTo>
                      <a:pt x="616" y="276"/>
                    </a:lnTo>
                    <a:lnTo>
                      <a:pt x="620" y="276"/>
                    </a:lnTo>
                    <a:lnTo>
                      <a:pt x="620" y="276"/>
                    </a:lnTo>
                    <a:lnTo>
                      <a:pt x="620" y="276"/>
                    </a:lnTo>
                    <a:close/>
                    <a:moveTo>
                      <a:pt x="1004" y="542"/>
                    </a:moveTo>
                    <a:lnTo>
                      <a:pt x="1000" y="542"/>
                    </a:lnTo>
                    <a:lnTo>
                      <a:pt x="996" y="542"/>
                    </a:lnTo>
                    <a:lnTo>
                      <a:pt x="992" y="538"/>
                    </a:lnTo>
                    <a:lnTo>
                      <a:pt x="988" y="538"/>
                    </a:lnTo>
                    <a:lnTo>
                      <a:pt x="992" y="538"/>
                    </a:lnTo>
                    <a:lnTo>
                      <a:pt x="992" y="534"/>
                    </a:lnTo>
                    <a:lnTo>
                      <a:pt x="988" y="534"/>
                    </a:lnTo>
                    <a:lnTo>
                      <a:pt x="988" y="538"/>
                    </a:lnTo>
                    <a:lnTo>
                      <a:pt x="984" y="534"/>
                    </a:lnTo>
                    <a:lnTo>
                      <a:pt x="980" y="534"/>
                    </a:lnTo>
                    <a:lnTo>
                      <a:pt x="980" y="530"/>
                    </a:lnTo>
                    <a:lnTo>
                      <a:pt x="980" y="526"/>
                    </a:lnTo>
                    <a:lnTo>
                      <a:pt x="976" y="526"/>
                    </a:lnTo>
                    <a:lnTo>
                      <a:pt x="974" y="526"/>
                    </a:lnTo>
                    <a:lnTo>
                      <a:pt x="976" y="526"/>
                    </a:lnTo>
                    <a:lnTo>
                      <a:pt x="980" y="526"/>
                    </a:lnTo>
                    <a:lnTo>
                      <a:pt x="984" y="526"/>
                    </a:lnTo>
                    <a:lnTo>
                      <a:pt x="984" y="522"/>
                    </a:lnTo>
                    <a:lnTo>
                      <a:pt x="988" y="522"/>
                    </a:lnTo>
                    <a:lnTo>
                      <a:pt x="984" y="522"/>
                    </a:lnTo>
                    <a:lnTo>
                      <a:pt x="980" y="522"/>
                    </a:lnTo>
                    <a:lnTo>
                      <a:pt x="980" y="520"/>
                    </a:lnTo>
                    <a:lnTo>
                      <a:pt x="976" y="520"/>
                    </a:lnTo>
                    <a:lnTo>
                      <a:pt x="976" y="522"/>
                    </a:lnTo>
                    <a:lnTo>
                      <a:pt x="974" y="520"/>
                    </a:lnTo>
                    <a:lnTo>
                      <a:pt x="974" y="522"/>
                    </a:lnTo>
                    <a:lnTo>
                      <a:pt x="970" y="520"/>
                    </a:lnTo>
                    <a:lnTo>
                      <a:pt x="974" y="520"/>
                    </a:lnTo>
                    <a:lnTo>
                      <a:pt x="974" y="516"/>
                    </a:lnTo>
                    <a:lnTo>
                      <a:pt x="970" y="516"/>
                    </a:lnTo>
                    <a:lnTo>
                      <a:pt x="970" y="520"/>
                    </a:lnTo>
                    <a:lnTo>
                      <a:pt x="970" y="516"/>
                    </a:lnTo>
                    <a:lnTo>
                      <a:pt x="966" y="516"/>
                    </a:lnTo>
                    <a:lnTo>
                      <a:pt x="970" y="512"/>
                    </a:lnTo>
                    <a:lnTo>
                      <a:pt x="966" y="512"/>
                    </a:lnTo>
                    <a:lnTo>
                      <a:pt x="966" y="516"/>
                    </a:lnTo>
                    <a:lnTo>
                      <a:pt x="966" y="512"/>
                    </a:lnTo>
                    <a:lnTo>
                      <a:pt x="962" y="512"/>
                    </a:lnTo>
                    <a:lnTo>
                      <a:pt x="962" y="508"/>
                    </a:lnTo>
                    <a:lnTo>
                      <a:pt x="958" y="508"/>
                    </a:lnTo>
                    <a:lnTo>
                      <a:pt x="954" y="504"/>
                    </a:lnTo>
                    <a:lnTo>
                      <a:pt x="958" y="500"/>
                    </a:lnTo>
                    <a:lnTo>
                      <a:pt x="958" y="496"/>
                    </a:lnTo>
                    <a:lnTo>
                      <a:pt x="958" y="500"/>
                    </a:lnTo>
                    <a:lnTo>
                      <a:pt x="954" y="500"/>
                    </a:lnTo>
                    <a:lnTo>
                      <a:pt x="954" y="496"/>
                    </a:lnTo>
                    <a:lnTo>
                      <a:pt x="950" y="496"/>
                    </a:lnTo>
                    <a:lnTo>
                      <a:pt x="950" y="500"/>
                    </a:lnTo>
                    <a:lnTo>
                      <a:pt x="948" y="500"/>
                    </a:lnTo>
                    <a:lnTo>
                      <a:pt x="950" y="500"/>
                    </a:lnTo>
                    <a:lnTo>
                      <a:pt x="948" y="504"/>
                    </a:lnTo>
                    <a:lnTo>
                      <a:pt x="948" y="500"/>
                    </a:lnTo>
                    <a:lnTo>
                      <a:pt x="948" y="496"/>
                    </a:lnTo>
                    <a:lnTo>
                      <a:pt x="944" y="496"/>
                    </a:lnTo>
                    <a:lnTo>
                      <a:pt x="944" y="500"/>
                    </a:lnTo>
                    <a:lnTo>
                      <a:pt x="940" y="500"/>
                    </a:lnTo>
                    <a:lnTo>
                      <a:pt x="940" y="496"/>
                    </a:lnTo>
                    <a:lnTo>
                      <a:pt x="940" y="494"/>
                    </a:lnTo>
                    <a:lnTo>
                      <a:pt x="936" y="494"/>
                    </a:lnTo>
                    <a:lnTo>
                      <a:pt x="936" y="496"/>
                    </a:lnTo>
                    <a:lnTo>
                      <a:pt x="936" y="494"/>
                    </a:lnTo>
                    <a:lnTo>
                      <a:pt x="932" y="494"/>
                    </a:lnTo>
                    <a:lnTo>
                      <a:pt x="936" y="496"/>
                    </a:lnTo>
                    <a:lnTo>
                      <a:pt x="940" y="496"/>
                    </a:lnTo>
                    <a:lnTo>
                      <a:pt x="940" y="500"/>
                    </a:lnTo>
                    <a:lnTo>
                      <a:pt x="940" y="504"/>
                    </a:lnTo>
                    <a:lnTo>
                      <a:pt x="936" y="504"/>
                    </a:lnTo>
                    <a:lnTo>
                      <a:pt x="932" y="504"/>
                    </a:lnTo>
                    <a:lnTo>
                      <a:pt x="932" y="500"/>
                    </a:lnTo>
                    <a:lnTo>
                      <a:pt x="932" y="504"/>
                    </a:lnTo>
                    <a:lnTo>
                      <a:pt x="928" y="504"/>
                    </a:lnTo>
                    <a:lnTo>
                      <a:pt x="928" y="500"/>
                    </a:lnTo>
                    <a:lnTo>
                      <a:pt x="924" y="500"/>
                    </a:lnTo>
                    <a:lnTo>
                      <a:pt x="920" y="500"/>
                    </a:lnTo>
                    <a:lnTo>
                      <a:pt x="924" y="500"/>
                    </a:lnTo>
                    <a:lnTo>
                      <a:pt x="924" y="504"/>
                    </a:lnTo>
                    <a:lnTo>
                      <a:pt x="920" y="504"/>
                    </a:lnTo>
                    <a:lnTo>
                      <a:pt x="920" y="500"/>
                    </a:lnTo>
                    <a:lnTo>
                      <a:pt x="924" y="504"/>
                    </a:lnTo>
                    <a:lnTo>
                      <a:pt x="920" y="504"/>
                    </a:lnTo>
                    <a:lnTo>
                      <a:pt x="918" y="504"/>
                    </a:lnTo>
                    <a:lnTo>
                      <a:pt x="918" y="508"/>
                    </a:lnTo>
                    <a:lnTo>
                      <a:pt x="914" y="508"/>
                    </a:lnTo>
                    <a:lnTo>
                      <a:pt x="910" y="508"/>
                    </a:lnTo>
                    <a:lnTo>
                      <a:pt x="906" y="508"/>
                    </a:lnTo>
                    <a:lnTo>
                      <a:pt x="902" y="508"/>
                    </a:lnTo>
                    <a:lnTo>
                      <a:pt x="898" y="508"/>
                    </a:lnTo>
                    <a:lnTo>
                      <a:pt x="898" y="504"/>
                    </a:lnTo>
                    <a:lnTo>
                      <a:pt x="894" y="504"/>
                    </a:lnTo>
                    <a:lnTo>
                      <a:pt x="890" y="504"/>
                    </a:lnTo>
                    <a:lnTo>
                      <a:pt x="888" y="500"/>
                    </a:lnTo>
                    <a:lnTo>
                      <a:pt x="888" y="496"/>
                    </a:lnTo>
                    <a:lnTo>
                      <a:pt x="890" y="494"/>
                    </a:lnTo>
                    <a:lnTo>
                      <a:pt x="888" y="490"/>
                    </a:lnTo>
                    <a:lnTo>
                      <a:pt x="890" y="490"/>
                    </a:lnTo>
                    <a:lnTo>
                      <a:pt x="894" y="486"/>
                    </a:lnTo>
                    <a:lnTo>
                      <a:pt x="898" y="486"/>
                    </a:lnTo>
                    <a:lnTo>
                      <a:pt x="902" y="486"/>
                    </a:lnTo>
                    <a:lnTo>
                      <a:pt x="898" y="482"/>
                    </a:lnTo>
                    <a:lnTo>
                      <a:pt x="902" y="482"/>
                    </a:lnTo>
                    <a:lnTo>
                      <a:pt x="898" y="478"/>
                    </a:lnTo>
                    <a:lnTo>
                      <a:pt x="902" y="478"/>
                    </a:lnTo>
                    <a:lnTo>
                      <a:pt x="906" y="478"/>
                    </a:lnTo>
                    <a:lnTo>
                      <a:pt x="910" y="482"/>
                    </a:lnTo>
                    <a:lnTo>
                      <a:pt x="914" y="482"/>
                    </a:lnTo>
                    <a:lnTo>
                      <a:pt x="918" y="482"/>
                    </a:lnTo>
                    <a:lnTo>
                      <a:pt x="920" y="482"/>
                    </a:lnTo>
                    <a:lnTo>
                      <a:pt x="920" y="486"/>
                    </a:lnTo>
                    <a:lnTo>
                      <a:pt x="924" y="486"/>
                    </a:lnTo>
                    <a:lnTo>
                      <a:pt x="928" y="490"/>
                    </a:lnTo>
                    <a:lnTo>
                      <a:pt x="924" y="490"/>
                    </a:lnTo>
                    <a:lnTo>
                      <a:pt x="924" y="494"/>
                    </a:lnTo>
                    <a:lnTo>
                      <a:pt x="928" y="494"/>
                    </a:lnTo>
                    <a:lnTo>
                      <a:pt x="928" y="496"/>
                    </a:lnTo>
                    <a:lnTo>
                      <a:pt x="928" y="494"/>
                    </a:lnTo>
                    <a:lnTo>
                      <a:pt x="924" y="494"/>
                    </a:lnTo>
                    <a:lnTo>
                      <a:pt x="928" y="494"/>
                    </a:lnTo>
                    <a:lnTo>
                      <a:pt x="928" y="490"/>
                    </a:lnTo>
                    <a:lnTo>
                      <a:pt x="932" y="490"/>
                    </a:lnTo>
                    <a:lnTo>
                      <a:pt x="932" y="486"/>
                    </a:lnTo>
                    <a:lnTo>
                      <a:pt x="928" y="486"/>
                    </a:lnTo>
                    <a:lnTo>
                      <a:pt x="928" y="490"/>
                    </a:lnTo>
                    <a:lnTo>
                      <a:pt x="928" y="486"/>
                    </a:lnTo>
                    <a:lnTo>
                      <a:pt x="924" y="486"/>
                    </a:lnTo>
                    <a:lnTo>
                      <a:pt x="920" y="486"/>
                    </a:lnTo>
                    <a:lnTo>
                      <a:pt x="920" y="482"/>
                    </a:lnTo>
                    <a:lnTo>
                      <a:pt x="924" y="482"/>
                    </a:lnTo>
                    <a:lnTo>
                      <a:pt x="928" y="482"/>
                    </a:lnTo>
                    <a:lnTo>
                      <a:pt x="932" y="482"/>
                    </a:lnTo>
                    <a:lnTo>
                      <a:pt x="936" y="482"/>
                    </a:lnTo>
                    <a:lnTo>
                      <a:pt x="940" y="482"/>
                    </a:lnTo>
                    <a:lnTo>
                      <a:pt x="944" y="478"/>
                    </a:lnTo>
                    <a:lnTo>
                      <a:pt x="948" y="478"/>
                    </a:lnTo>
                    <a:lnTo>
                      <a:pt x="950" y="478"/>
                    </a:lnTo>
                    <a:lnTo>
                      <a:pt x="954" y="478"/>
                    </a:lnTo>
                    <a:lnTo>
                      <a:pt x="954" y="474"/>
                    </a:lnTo>
                    <a:lnTo>
                      <a:pt x="950" y="474"/>
                    </a:lnTo>
                    <a:lnTo>
                      <a:pt x="950" y="470"/>
                    </a:lnTo>
                    <a:lnTo>
                      <a:pt x="948" y="470"/>
                    </a:lnTo>
                    <a:lnTo>
                      <a:pt x="948" y="466"/>
                    </a:lnTo>
                    <a:lnTo>
                      <a:pt x="944" y="466"/>
                    </a:lnTo>
                    <a:lnTo>
                      <a:pt x="944" y="464"/>
                    </a:lnTo>
                    <a:lnTo>
                      <a:pt x="940" y="464"/>
                    </a:lnTo>
                    <a:lnTo>
                      <a:pt x="944" y="460"/>
                    </a:lnTo>
                    <a:lnTo>
                      <a:pt x="948" y="460"/>
                    </a:lnTo>
                    <a:lnTo>
                      <a:pt x="950" y="456"/>
                    </a:lnTo>
                    <a:lnTo>
                      <a:pt x="954" y="452"/>
                    </a:lnTo>
                    <a:lnTo>
                      <a:pt x="958" y="448"/>
                    </a:lnTo>
                    <a:lnTo>
                      <a:pt x="962" y="448"/>
                    </a:lnTo>
                    <a:lnTo>
                      <a:pt x="962" y="444"/>
                    </a:lnTo>
                    <a:lnTo>
                      <a:pt x="966" y="440"/>
                    </a:lnTo>
                    <a:lnTo>
                      <a:pt x="970" y="440"/>
                    </a:lnTo>
                    <a:lnTo>
                      <a:pt x="970" y="436"/>
                    </a:lnTo>
                    <a:lnTo>
                      <a:pt x="974" y="436"/>
                    </a:lnTo>
                    <a:lnTo>
                      <a:pt x="974" y="434"/>
                    </a:lnTo>
                    <a:lnTo>
                      <a:pt x="970" y="434"/>
                    </a:lnTo>
                    <a:lnTo>
                      <a:pt x="970" y="430"/>
                    </a:lnTo>
                    <a:lnTo>
                      <a:pt x="970" y="426"/>
                    </a:lnTo>
                    <a:lnTo>
                      <a:pt x="966" y="426"/>
                    </a:lnTo>
                    <a:lnTo>
                      <a:pt x="966" y="422"/>
                    </a:lnTo>
                    <a:lnTo>
                      <a:pt x="970" y="422"/>
                    </a:lnTo>
                    <a:lnTo>
                      <a:pt x="966" y="422"/>
                    </a:lnTo>
                    <a:lnTo>
                      <a:pt x="966" y="418"/>
                    </a:lnTo>
                    <a:lnTo>
                      <a:pt x="962" y="418"/>
                    </a:lnTo>
                    <a:lnTo>
                      <a:pt x="962" y="414"/>
                    </a:lnTo>
                    <a:lnTo>
                      <a:pt x="962" y="410"/>
                    </a:lnTo>
                    <a:lnTo>
                      <a:pt x="958" y="410"/>
                    </a:lnTo>
                    <a:lnTo>
                      <a:pt x="954" y="410"/>
                    </a:lnTo>
                    <a:lnTo>
                      <a:pt x="954" y="408"/>
                    </a:lnTo>
                    <a:lnTo>
                      <a:pt x="958" y="408"/>
                    </a:lnTo>
                    <a:lnTo>
                      <a:pt x="954" y="408"/>
                    </a:lnTo>
                    <a:lnTo>
                      <a:pt x="954" y="410"/>
                    </a:lnTo>
                    <a:lnTo>
                      <a:pt x="950" y="408"/>
                    </a:lnTo>
                    <a:lnTo>
                      <a:pt x="950" y="404"/>
                    </a:lnTo>
                    <a:lnTo>
                      <a:pt x="950" y="400"/>
                    </a:lnTo>
                    <a:lnTo>
                      <a:pt x="948" y="400"/>
                    </a:lnTo>
                    <a:lnTo>
                      <a:pt x="950" y="404"/>
                    </a:lnTo>
                    <a:lnTo>
                      <a:pt x="948" y="404"/>
                    </a:lnTo>
                    <a:lnTo>
                      <a:pt x="944" y="404"/>
                    </a:lnTo>
                    <a:lnTo>
                      <a:pt x="940" y="400"/>
                    </a:lnTo>
                    <a:lnTo>
                      <a:pt x="936" y="400"/>
                    </a:lnTo>
                    <a:lnTo>
                      <a:pt x="936" y="396"/>
                    </a:lnTo>
                    <a:lnTo>
                      <a:pt x="940" y="396"/>
                    </a:lnTo>
                    <a:lnTo>
                      <a:pt x="936" y="396"/>
                    </a:lnTo>
                    <a:lnTo>
                      <a:pt x="940" y="396"/>
                    </a:lnTo>
                    <a:lnTo>
                      <a:pt x="936" y="396"/>
                    </a:lnTo>
                    <a:lnTo>
                      <a:pt x="936" y="392"/>
                    </a:lnTo>
                    <a:lnTo>
                      <a:pt x="932" y="392"/>
                    </a:lnTo>
                    <a:lnTo>
                      <a:pt x="936" y="392"/>
                    </a:lnTo>
                    <a:lnTo>
                      <a:pt x="940" y="392"/>
                    </a:lnTo>
                    <a:lnTo>
                      <a:pt x="940" y="388"/>
                    </a:lnTo>
                    <a:lnTo>
                      <a:pt x="936" y="388"/>
                    </a:lnTo>
                    <a:lnTo>
                      <a:pt x="932" y="392"/>
                    </a:lnTo>
                    <a:lnTo>
                      <a:pt x="928" y="392"/>
                    </a:lnTo>
                    <a:lnTo>
                      <a:pt x="924" y="392"/>
                    </a:lnTo>
                    <a:lnTo>
                      <a:pt x="924" y="396"/>
                    </a:lnTo>
                    <a:lnTo>
                      <a:pt x="920" y="396"/>
                    </a:lnTo>
                    <a:lnTo>
                      <a:pt x="918" y="396"/>
                    </a:lnTo>
                    <a:lnTo>
                      <a:pt x="918" y="400"/>
                    </a:lnTo>
                    <a:lnTo>
                      <a:pt x="914" y="400"/>
                    </a:lnTo>
                    <a:lnTo>
                      <a:pt x="910" y="400"/>
                    </a:lnTo>
                    <a:lnTo>
                      <a:pt x="910" y="396"/>
                    </a:lnTo>
                    <a:lnTo>
                      <a:pt x="914" y="396"/>
                    </a:lnTo>
                    <a:lnTo>
                      <a:pt x="910" y="396"/>
                    </a:lnTo>
                    <a:lnTo>
                      <a:pt x="910" y="392"/>
                    </a:lnTo>
                    <a:lnTo>
                      <a:pt x="914" y="388"/>
                    </a:lnTo>
                    <a:lnTo>
                      <a:pt x="918" y="388"/>
                    </a:lnTo>
                    <a:lnTo>
                      <a:pt x="918" y="392"/>
                    </a:lnTo>
                    <a:lnTo>
                      <a:pt x="920" y="392"/>
                    </a:lnTo>
                    <a:lnTo>
                      <a:pt x="920" y="388"/>
                    </a:lnTo>
                    <a:lnTo>
                      <a:pt x="924" y="388"/>
                    </a:lnTo>
                    <a:lnTo>
                      <a:pt x="924" y="384"/>
                    </a:lnTo>
                    <a:lnTo>
                      <a:pt x="920" y="384"/>
                    </a:lnTo>
                    <a:lnTo>
                      <a:pt x="920" y="380"/>
                    </a:lnTo>
                    <a:lnTo>
                      <a:pt x="918" y="380"/>
                    </a:lnTo>
                    <a:lnTo>
                      <a:pt x="914" y="380"/>
                    </a:lnTo>
                    <a:lnTo>
                      <a:pt x="910" y="378"/>
                    </a:lnTo>
                    <a:lnTo>
                      <a:pt x="914" y="374"/>
                    </a:lnTo>
                    <a:lnTo>
                      <a:pt x="918" y="374"/>
                    </a:lnTo>
                    <a:lnTo>
                      <a:pt x="914" y="374"/>
                    </a:lnTo>
                    <a:lnTo>
                      <a:pt x="910" y="374"/>
                    </a:lnTo>
                    <a:lnTo>
                      <a:pt x="914" y="374"/>
                    </a:lnTo>
                    <a:lnTo>
                      <a:pt x="910" y="378"/>
                    </a:lnTo>
                    <a:lnTo>
                      <a:pt x="906" y="378"/>
                    </a:lnTo>
                    <a:lnTo>
                      <a:pt x="902" y="374"/>
                    </a:lnTo>
                    <a:lnTo>
                      <a:pt x="906" y="374"/>
                    </a:lnTo>
                    <a:lnTo>
                      <a:pt x="910" y="374"/>
                    </a:lnTo>
                    <a:lnTo>
                      <a:pt x="906" y="370"/>
                    </a:lnTo>
                    <a:lnTo>
                      <a:pt x="902" y="370"/>
                    </a:lnTo>
                    <a:lnTo>
                      <a:pt x="906" y="366"/>
                    </a:lnTo>
                    <a:lnTo>
                      <a:pt x="902" y="366"/>
                    </a:lnTo>
                    <a:lnTo>
                      <a:pt x="902" y="370"/>
                    </a:lnTo>
                    <a:lnTo>
                      <a:pt x="898" y="370"/>
                    </a:lnTo>
                    <a:lnTo>
                      <a:pt x="898" y="374"/>
                    </a:lnTo>
                    <a:lnTo>
                      <a:pt x="894" y="374"/>
                    </a:lnTo>
                    <a:lnTo>
                      <a:pt x="894" y="370"/>
                    </a:lnTo>
                    <a:lnTo>
                      <a:pt x="894" y="366"/>
                    </a:lnTo>
                    <a:lnTo>
                      <a:pt x="894" y="362"/>
                    </a:lnTo>
                    <a:lnTo>
                      <a:pt x="894" y="358"/>
                    </a:lnTo>
                    <a:lnTo>
                      <a:pt x="890" y="358"/>
                    </a:lnTo>
                    <a:lnTo>
                      <a:pt x="888" y="358"/>
                    </a:lnTo>
                    <a:lnTo>
                      <a:pt x="888" y="362"/>
                    </a:lnTo>
                    <a:lnTo>
                      <a:pt x="884" y="358"/>
                    </a:lnTo>
                    <a:lnTo>
                      <a:pt x="884" y="354"/>
                    </a:lnTo>
                    <a:lnTo>
                      <a:pt x="884" y="358"/>
                    </a:lnTo>
                    <a:lnTo>
                      <a:pt x="880" y="354"/>
                    </a:lnTo>
                    <a:lnTo>
                      <a:pt x="876" y="354"/>
                    </a:lnTo>
                    <a:lnTo>
                      <a:pt x="876" y="350"/>
                    </a:lnTo>
                    <a:lnTo>
                      <a:pt x="880" y="350"/>
                    </a:lnTo>
                    <a:lnTo>
                      <a:pt x="876" y="350"/>
                    </a:lnTo>
                    <a:lnTo>
                      <a:pt x="876" y="348"/>
                    </a:lnTo>
                    <a:lnTo>
                      <a:pt x="876" y="350"/>
                    </a:lnTo>
                    <a:lnTo>
                      <a:pt x="876" y="354"/>
                    </a:lnTo>
                    <a:lnTo>
                      <a:pt x="872" y="354"/>
                    </a:lnTo>
                    <a:lnTo>
                      <a:pt x="868" y="354"/>
                    </a:lnTo>
                    <a:lnTo>
                      <a:pt x="872" y="354"/>
                    </a:lnTo>
                    <a:lnTo>
                      <a:pt x="872" y="358"/>
                    </a:lnTo>
                    <a:lnTo>
                      <a:pt x="876" y="358"/>
                    </a:lnTo>
                    <a:lnTo>
                      <a:pt x="880" y="358"/>
                    </a:lnTo>
                    <a:lnTo>
                      <a:pt x="880" y="362"/>
                    </a:lnTo>
                    <a:lnTo>
                      <a:pt x="880" y="366"/>
                    </a:lnTo>
                    <a:lnTo>
                      <a:pt x="880" y="370"/>
                    </a:lnTo>
                    <a:lnTo>
                      <a:pt x="876" y="370"/>
                    </a:lnTo>
                    <a:lnTo>
                      <a:pt x="872" y="370"/>
                    </a:lnTo>
                    <a:lnTo>
                      <a:pt x="868" y="370"/>
                    </a:lnTo>
                    <a:lnTo>
                      <a:pt x="864" y="370"/>
                    </a:lnTo>
                    <a:lnTo>
                      <a:pt x="864" y="366"/>
                    </a:lnTo>
                    <a:lnTo>
                      <a:pt x="862" y="366"/>
                    </a:lnTo>
                    <a:lnTo>
                      <a:pt x="858" y="366"/>
                    </a:lnTo>
                    <a:lnTo>
                      <a:pt x="854" y="366"/>
                    </a:lnTo>
                    <a:lnTo>
                      <a:pt x="850" y="366"/>
                    </a:lnTo>
                    <a:lnTo>
                      <a:pt x="850" y="362"/>
                    </a:lnTo>
                    <a:lnTo>
                      <a:pt x="846" y="362"/>
                    </a:lnTo>
                    <a:lnTo>
                      <a:pt x="842" y="362"/>
                    </a:lnTo>
                    <a:lnTo>
                      <a:pt x="838" y="362"/>
                    </a:lnTo>
                    <a:lnTo>
                      <a:pt x="838" y="366"/>
                    </a:lnTo>
                    <a:lnTo>
                      <a:pt x="842" y="366"/>
                    </a:lnTo>
                    <a:lnTo>
                      <a:pt x="846" y="366"/>
                    </a:lnTo>
                    <a:lnTo>
                      <a:pt x="846" y="370"/>
                    </a:lnTo>
                    <a:lnTo>
                      <a:pt x="850" y="370"/>
                    </a:lnTo>
                    <a:lnTo>
                      <a:pt x="854" y="374"/>
                    </a:lnTo>
                    <a:lnTo>
                      <a:pt x="850" y="374"/>
                    </a:lnTo>
                    <a:lnTo>
                      <a:pt x="846" y="374"/>
                    </a:lnTo>
                    <a:lnTo>
                      <a:pt x="846" y="370"/>
                    </a:lnTo>
                    <a:lnTo>
                      <a:pt x="842" y="370"/>
                    </a:lnTo>
                    <a:lnTo>
                      <a:pt x="842" y="366"/>
                    </a:lnTo>
                    <a:lnTo>
                      <a:pt x="838" y="366"/>
                    </a:lnTo>
                    <a:lnTo>
                      <a:pt x="834" y="366"/>
                    </a:lnTo>
                    <a:lnTo>
                      <a:pt x="834" y="362"/>
                    </a:lnTo>
                    <a:lnTo>
                      <a:pt x="832" y="362"/>
                    </a:lnTo>
                    <a:lnTo>
                      <a:pt x="828" y="362"/>
                    </a:lnTo>
                    <a:lnTo>
                      <a:pt x="824" y="358"/>
                    </a:lnTo>
                    <a:lnTo>
                      <a:pt x="820" y="358"/>
                    </a:lnTo>
                    <a:lnTo>
                      <a:pt x="824" y="358"/>
                    </a:lnTo>
                    <a:lnTo>
                      <a:pt x="824" y="362"/>
                    </a:lnTo>
                    <a:lnTo>
                      <a:pt x="828" y="362"/>
                    </a:lnTo>
                    <a:lnTo>
                      <a:pt x="832" y="362"/>
                    </a:lnTo>
                    <a:lnTo>
                      <a:pt x="834" y="366"/>
                    </a:lnTo>
                    <a:lnTo>
                      <a:pt x="838" y="366"/>
                    </a:lnTo>
                    <a:lnTo>
                      <a:pt x="838" y="370"/>
                    </a:lnTo>
                    <a:lnTo>
                      <a:pt x="834" y="370"/>
                    </a:lnTo>
                    <a:lnTo>
                      <a:pt x="832" y="370"/>
                    </a:lnTo>
                    <a:lnTo>
                      <a:pt x="828" y="370"/>
                    </a:lnTo>
                    <a:lnTo>
                      <a:pt x="824" y="370"/>
                    </a:lnTo>
                    <a:lnTo>
                      <a:pt x="820" y="366"/>
                    </a:lnTo>
                    <a:lnTo>
                      <a:pt x="816" y="366"/>
                    </a:lnTo>
                    <a:lnTo>
                      <a:pt x="812" y="366"/>
                    </a:lnTo>
                    <a:lnTo>
                      <a:pt x="808" y="366"/>
                    </a:lnTo>
                    <a:lnTo>
                      <a:pt x="806" y="366"/>
                    </a:lnTo>
                    <a:lnTo>
                      <a:pt x="802" y="366"/>
                    </a:lnTo>
                    <a:lnTo>
                      <a:pt x="798" y="366"/>
                    </a:lnTo>
                    <a:lnTo>
                      <a:pt x="794" y="366"/>
                    </a:lnTo>
                    <a:lnTo>
                      <a:pt x="790" y="362"/>
                    </a:lnTo>
                    <a:lnTo>
                      <a:pt x="786" y="362"/>
                    </a:lnTo>
                    <a:lnTo>
                      <a:pt x="782" y="362"/>
                    </a:lnTo>
                    <a:lnTo>
                      <a:pt x="778" y="362"/>
                    </a:lnTo>
                    <a:lnTo>
                      <a:pt x="778" y="366"/>
                    </a:lnTo>
                    <a:lnTo>
                      <a:pt x="782" y="362"/>
                    </a:lnTo>
                    <a:lnTo>
                      <a:pt x="786" y="366"/>
                    </a:lnTo>
                    <a:lnTo>
                      <a:pt x="790" y="366"/>
                    </a:lnTo>
                    <a:lnTo>
                      <a:pt x="786" y="366"/>
                    </a:lnTo>
                    <a:lnTo>
                      <a:pt x="782" y="366"/>
                    </a:lnTo>
                    <a:lnTo>
                      <a:pt x="778" y="366"/>
                    </a:lnTo>
                    <a:lnTo>
                      <a:pt x="776" y="366"/>
                    </a:lnTo>
                    <a:lnTo>
                      <a:pt x="776" y="362"/>
                    </a:lnTo>
                    <a:lnTo>
                      <a:pt x="772" y="362"/>
                    </a:lnTo>
                    <a:lnTo>
                      <a:pt x="772" y="358"/>
                    </a:lnTo>
                    <a:lnTo>
                      <a:pt x="768" y="354"/>
                    </a:lnTo>
                    <a:lnTo>
                      <a:pt x="772" y="354"/>
                    </a:lnTo>
                    <a:lnTo>
                      <a:pt x="776" y="354"/>
                    </a:lnTo>
                    <a:lnTo>
                      <a:pt x="772" y="354"/>
                    </a:lnTo>
                    <a:lnTo>
                      <a:pt x="772" y="350"/>
                    </a:lnTo>
                    <a:lnTo>
                      <a:pt x="772" y="354"/>
                    </a:lnTo>
                    <a:lnTo>
                      <a:pt x="768" y="354"/>
                    </a:lnTo>
                    <a:lnTo>
                      <a:pt x="768" y="358"/>
                    </a:lnTo>
                    <a:lnTo>
                      <a:pt x="764" y="358"/>
                    </a:lnTo>
                    <a:lnTo>
                      <a:pt x="764" y="354"/>
                    </a:lnTo>
                    <a:lnTo>
                      <a:pt x="760" y="354"/>
                    </a:lnTo>
                    <a:lnTo>
                      <a:pt x="764" y="354"/>
                    </a:lnTo>
                    <a:lnTo>
                      <a:pt x="764" y="358"/>
                    </a:lnTo>
                    <a:lnTo>
                      <a:pt x="760" y="358"/>
                    </a:lnTo>
                    <a:lnTo>
                      <a:pt x="756" y="358"/>
                    </a:lnTo>
                    <a:lnTo>
                      <a:pt x="752" y="358"/>
                    </a:lnTo>
                    <a:lnTo>
                      <a:pt x="756" y="358"/>
                    </a:lnTo>
                    <a:lnTo>
                      <a:pt x="752" y="358"/>
                    </a:lnTo>
                    <a:lnTo>
                      <a:pt x="748" y="358"/>
                    </a:lnTo>
                    <a:lnTo>
                      <a:pt x="746" y="358"/>
                    </a:lnTo>
                    <a:lnTo>
                      <a:pt x="748" y="358"/>
                    </a:lnTo>
                    <a:lnTo>
                      <a:pt x="748" y="354"/>
                    </a:lnTo>
                    <a:lnTo>
                      <a:pt x="746" y="354"/>
                    </a:lnTo>
                    <a:lnTo>
                      <a:pt x="742" y="354"/>
                    </a:lnTo>
                    <a:lnTo>
                      <a:pt x="738" y="354"/>
                    </a:lnTo>
                    <a:lnTo>
                      <a:pt x="738" y="350"/>
                    </a:lnTo>
                    <a:lnTo>
                      <a:pt x="734" y="350"/>
                    </a:lnTo>
                    <a:lnTo>
                      <a:pt x="734" y="348"/>
                    </a:lnTo>
                    <a:lnTo>
                      <a:pt x="732" y="348"/>
                    </a:lnTo>
                    <a:lnTo>
                      <a:pt x="732" y="344"/>
                    </a:lnTo>
                    <a:lnTo>
                      <a:pt x="734" y="340"/>
                    </a:lnTo>
                    <a:lnTo>
                      <a:pt x="732" y="340"/>
                    </a:lnTo>
                    <a:lnTo>
                      <a:pt x="728" y="340"/>
                    </a:lnTo>
                    <a:lnTo>
                      <a:pt x="728" y="336"/>
                    </a:lnTo>
                    <a:lnTo>
                      <a:pt x="732" y="340"/>
                    </a:lnTo>
                    <a:lnTo>
                      <a:pt x="734" y="340"/>
                    </a:lnTo>
                    <a:lnTo>
                      <a:pt x="738" y="340"/>
                    </a:lnTo>
                    <a:lnTo>
                      <a:pt x="742" y="340"/>
                    </a:lnTo>
                    <a:lnTo>
                      <a:pt x="746" y="340"/>
                    </a:lnTo>
                    <a:lnTo>
                      <a:pt x="748" y="344"/>
                    </a:lnTo>
                    <a:lnTo>
                      <a:pt x="752" y="340"/>
                    </a:lnTo>
                    <a:lnTo>
                      <a:pt x="756" y="340"/>
                    </a:lnTo>
                    <a:lnTo>
                      <a:pt x="760" y="340"/>
                    </a:lnTo>
                    <a:lnTo>
                      <a:pt x="764" y="340"/>
                    </a:lnTo>
                    <a:lnTo>
                      <a:pt x="760" y="340"/>
                    </a:lnTo>
                    <a:lnTo>
                      <a:pt x="756" y="340"/>
                    </a:lnTo>
                    <a:lnTo>
                      <a:pt x="756" y="336"/>
                    </a:lnTo>
                    <a:lnTo>
                      <a:pt x="752" y="336"/>
                    </a:lnTo>
                    <a:lnTo>
                      <a:pt x="752" y="332"/>
                    </a:lnTo>
                    <a:lnTo>
                      <a:pt x="748" y="332"/>
                    </a:lnTo>
                    <a:lnTo>
                      <a:pt x="748" y="336"/>
                    </a:lnTo>
                    <a:lnTo>
                      <a:pt x="746" y="332"/>
                    </a:lnTo>
                    <a:lnTo>
                      <a:pt x="742" y="332"/>
                    </a:lnTo>
                    <a:lnTo>
                      <a:pt x="738" y="332"/>
                    </a:lnTo>
                    <a:lnTo>
                      <a:pt x="734" y="332"/>
                    </a:lnTo>
                    <a:lnTo>
                      <a:pt x="732" y="332"/>
                    </a:lnTo>
                    <a:lnTo>
                      <a:pt x="728" y="332"/>
                    </a:lnTo>
                    <a:lnTo>
                      <a:pt x="724" y="332"/>
                    </a:lnTo>
                    <a:lnTo>
                      <a:pt x="724" y="328"/>
                    </a:lnTo>
                    <a:lnTo>
                      <a:pt x="720" y="324"/>
                    </a:lnTo>
                    <a:lnTo>
                      <a:pt x="724" y="324"/>
                    </a:lnTo>
                    <a:lnTo>
                      <a:pt x="724" y="322"/>
                    </a:lnTo>
                    <a:lnTo>
                      <a:pt x="724" y="318"/>
                    </a:lnTo>
                    <a:lnTo>
                      <a:pt x="720" y="318"/>
                    </a:lnTo>
                    <a:lnTo>
                      <a:pt x="720" y="314"/>
                    </a:lnTo>
                    <a:lnTo>
                      <a:pt x="724" y="314"/>
                    </a:lnTo>
                    <a:lnTo>
                      <a:pt x="724" y="310"/>
                    </a:lnTo>
                    <a:lnTo>
                      <a:pt x="728" y="310"/>
                    </a:lnTo>
                    <a:lnTo>
                      <a:pt x="724" y="310"/>
                    </a:lnTo>
                    <a:lnTo>
                      <a:pt x="724" y="306"/>
                    </a:lnTo>
                    <a:lnTo>
                      <a:pt x="724" y="302"/>
                    </a:lnTo>
                    <a:lnTo>
                      <a:pt x="724" y="298"/>
                    </a:lnTo>
                    <a:lnTo>
                      <a:pt x="728" y="298"/>
                    </a:lnTo>
                    <a:lnTo>
                      <a:pt x="728" y="294"/>
                    </a:lnTo>
                    <a:lnTo>
                      <a:pt x="732" y="294"/>
                    </a:lnTo>
                    <a:lnTo>
                      <a:pt x="732" y="288"/>
                    </a:lnTo>
                    <a:lnTo>
                      <a:pt x="732" y="284"/>
                    </a:lnTo>
                    <a:lnTo>
                      <a:pt x="734" y="280"/>
                    </a:lnTo>
                    <a:lnTo>
                      <a:pt x="738" y="280"/>
                    </a:lnTo>
                    <a:lnTo>
                      <a:pt x="738" y="276"/>
                    </a:lnTo>
                    <a:lnTo>
                      <a:pt x="742" y="276"/>
                    </a:lnTo>
                    <a:lnTo>
                      <a:pt x="742" y="272"/>
                    </a:lnTo>
                    <a:lnTo>
                      <a:pt x="746" y="272"/>
                    </a:lnTo>
                    <a:lnTo>
                      <a:pt x="748" y="272"/>
                    </a:lnTo>
                    <a:lnTo>
                      <a:pt x="748" y="268"/>
                    </a:lnTo>
                    <a:lnTo>
                      <a:pt x="752" y="268"/>
                    </a:lnTo>
                    <a:lnTo>
                      <a:pt x="756" y="268"/>
                    </a:lnTo>
                    <a:lnTo>
                      <a:pt x="760" y="264"/>
                    </a:lnTo>
                    <a:lnTo>
                      <a:pt x="764" y="264"/>
                    </a:lnTo>
                    <a:lnTo>
                      <a:pt x="768" y="264"/>
                    </a:lnTo>
                    <a:lnTo>
                      <a:pt x="772" y="264"/>
                    </a:lnTo>
                    <a:lnTo>
                      <a:pt x="776" y="264"/>
                    </a:lnTo>
                    <a:lnTo>
                      <a:pt x="782" y="264"/>
                    </a:lnTo>
                    <a:lnTo>
                      <a:pt x="786" y="264"/>
                    </a:lnTo>
                    <a:lnTo>
                      <a:pt x="790" y="264"/>
                    </a:lnTo>
                    <a:lnTo>
                      <a:pt x="794" y="268"/>
                    </a:lnTo>
                    <a:lnTo>
                      <a:pt x="790" y="268"/>
                    </a:lnTo>
                    <a:lnTo>
                      <a:pt x="786" y="272"/>
                    </a:lnTo>
                    <a:lnTo>
                      <a:pt x="782" y="276"/>
                    </a:lnTo>
                    <a:lnTo>
                      <a:pt x="778" y="276"/>
                    </a:lnTo>
                    <a:lnTo>
                      <a:pt x="778" y="280"/>
                    </a:lnTo>
                    <a:lnTo>
                      <a:pt x="776" y="280"/>
                    </a:lnTo>
                    <a:lnTo>
                      <a:pt x="776" y="284"/>
                    </a:lnTo>
                    <a:lnTo>
                      <a:pt x="776" y="288"/>
                    </a:lnTo>
                    <a:lnTo>
                      <a:pt x="772" y="288"/>
                    </a:lnTo>
                    <a:lnTo>
                      <a:pt x="768" y="292"/>
                    </a:lnTo>
                    <a:lnTo>
                      <a:pt x="768" y="294"/>
                    </a:lnTo>
                    <a:lnTo>
                      <a:pt x="768" y="298"/>
                    </a:lnTo>
                    <a:lnTo>
                      <a:pt x="772" y="298"/>
                    </a:lnTo>
                    <a:lnTo>
                      <a:pt x="772" y="302"/>
                    </a:lnTo>
                    <a:lnTo>
                      <a:pt x="776" y="302"/>
                    </a:lnTo>
                    <a:lnTo>
                      <a:pt x="772" y="306"/>
                    </a:lnTo>
                    <a:lnTo>
                      <a:pt x="772" y="310"/>
                    </a:lnTo>
                    <a:lnTo>
                      <a:pt x="772" y="314"/>
                    </a:lnTo>
                    <a:lnTo>
                      <a:pt x="776" y="318"/>
                    </a:lnTo>
                    <a:lnTo>
                      <a:pt x="776" y="322"/>
                    </a:lnTo>
                    <a:lnTo>
                      <a:pt x="778" y="322"/>
                    </a:lnTo>
                    <a:lnTo>
                      <a:pt x="786" y="328"/>
                    </a:lnTo>
                    <a:lnTo>
                      <a:pt x="790" y="328"/>
                    </a:lnTo>
                    <a:lnTo>
                      <a:pt x="794" y="328"/>
                    </a:lnTo>
                    <a:lnTo>
                      <a:pt x="794" y="332"/>
                    </a:lnTo>
                    <a:lnTo>
                      <a:pt x="790" y="332"/>
                    </a:lnTo>
                    <a:lnTo>
                      <a:pt x="786" y="336"/>
                    </a:lnTo>
                    <a:lnTo>
                      <a:pt x="782" y="336"/>
                    </a:lnTo>
                    <a:lnTo>
                      <a:pt x="778" y="336"/>
                    </a:lnTo>
                    <a:lnTo>
                      <a:pt x="776" y="336"/>
                    </a:lnTo>
                    <a:lnTo>
                      <a:pt x="776" y="340"/>
                    </a:lnTo>
                    <a:lnTo>
                      <a:pt x="772" y="340"/>
                    </a:lnTo>
                    <a:lnTo>
                      <a:pt x="768" y="340"/>
                    </a:lnTo>
                    <a:lnTo>
                      <a:pt x="772" y="340"/>
                    </a:lnTo>
                    <a:lnTo>
                      <a:pt x="776" y="340"/>
                    </a:lnTo>
                    <a:lnTo>
                      <a:pt x="778" y="340"/>
                    </a:lnTo>
                    <a:lnTo>
                      <a:pt x="778" y="336"/>
                    </a:lnTo>
                    <a:lnTo>
                      <a:pt x="782" y="336"/>
                    </a:lnTo>
                    <a:lnTo>
                      <a:pt x="786" y="336"/>
                    </a:lnTo>
                    <a:lnTo>
                      <a:pt x="790" y="336"/>
                    </a:lnTo>
                    <a:lnTo>
                      <a:pt x="794" y="336"/>
                    </a:lnTo>
                    <a:lnTo>
                      <a:pt x="794" y="340"/>
                    </a:lnTo>
                    <a:lnTo>
                      <a:pt x="794" y="336"/>
                    </a:lnTo>
                    <a:lnTo>
                      <a:pt x="790" y="336"/>
                    </a:lnTo>
                    <a:lnTo>
                      <a:pt x="790" y="340"/>
                    </a:lnTo>
                    <a:lnTo>
                      <a:pt x="794" y="340"/>
                    </a:lnTo>
                    <a:lnTo>
                      <a:pt x="794" y="344"/>
                    </a:lnTo>
                    <a:lnTo>
                      <a:pt x="794" y="340"/>
                    </a:lnTo>
                    <a:lnTo>
                      <a:pt x="794" y="336"/>
                    </a:lnTo>
                    <a:lnTo>
                      <a:pt x="794" y="332"/>
                    </a:lnTo>
                    <a:lnTo>
                      <a:pt x="794" y="328"/>
                    </a:lnTo>
                    <a:lnTo>
                      <a:pt x="798" y="328"/>
                    </a:lnTo>
                    <a:lnTo>
                      <a:pt x="798" y="324"/>
                    </a:lnTo>
                    <a:lnTo>
                      <a:pt x="798" y="322"/>
                    </a:lnTo>
                    <a:lnTo>
                      <a:pt x="794" y="322"/>
                    </a:lnTo>
                    <a:lnTo>
                      <a:pt x="794" y="324"/>
                    </a:lnTo>
                    <a:lnTo>
                      <a:pt x="790" y="324"/>
                    </a:lnTo>
                    <a:lnTo>
                      <a:pt x="790" y="322"/>
                    </a:lnTo>
                    <a:lnTo>
                      <a:pt x="786" y="322"/>
                    </a:lnTo>
                    <a:lnTo>
                      <a:pt x="782" y="322"/>
                    </a:lnTo>
                    <a:lnTo>
                      <a:pt x="786" y="322"/>
                    </a:lnTo>
                    <a:lnTo>
                      <a:pt x="786" y="318"/>
                    </a:lnTo>
                    <a:lnTo>
                      <a:pt x="782" y="318"/>
                    </a:lnTo>
                    <a:lnTo>
                      <a:pt x="778" y="314"/>
                    </a:lnTo>
                    <a:lnTo>
                      <a:pt x="776" y="314"/>
                    </a:lnTo>
                    <a:lnTo>
                      <a:pt x="778" y="314"/>
                    </a:lnTo>
                    <a:lnTo>
                      <a:pt x="782" y="314"/>
                    </a:lnTo>
                    <a:lnTo>
                      <a:pt x="786" y="314"/>
                    </a:lnTo>
                    <a:lnTo>
                      <a:pt x="786" y="310"/>
                    </a:lnTo>
                    <a:lnTo>
                      <a:pt x="786" y="306"/>
                    </a:lnTo>
                    <a:lnTo>
                      <a:pt x="790" y="306"/>
                    </a:lnTo>
                    <a:lnTo>
                      <a:pt x="794" y="306"/>
                    </a:lnTo>
                    <a:lnTo>
                      <a:pt x="794" y="310"/>
                    </a:lnTo>
                    <a:lnTo>
                      <a:pt x="798" y="310"/>
                    </a:lnTo>
                    <a:lnTo>
                      <a:pt x="802" y="314"/>
                    </a:lnTo>
                    <a:lnTo>
                      <a:pt x="802" y="318"/>
                    </a:lnTo>
                    <a:lnTo>
                      <a:pt x="806" y="318"/>
                    </a:lnTo>
                    <a:lnTo>
                      <a:pt x="806" y="314"/>
                    </a:lnTo>
                    <a:lnTo>
                      <a:pt x="802" y="314"/>
                    </a:lnTo>
                    <a:lnTo>
                      <a:pt x="802" y="310"/>
                    </a:lnTo>
                    <a:lnTo>
                      <a:pt x="798" y="310"/>
                    </a:lnTo>
                    <a:lnTo>
                      <a:pt x="794" y="310"/>
                    </a:lnTo>
                    <a:lnTo>
                      <a:pt x="794" y="306"/>
                    </a:lnTo>
                    <a:lnTo>
                      <a:pt x="798" y="306"/>
                    </a:lnTo>
                    <a:lnTo>
                      <a:pt x="802" y="302"/>
                    </a:lnTo>
                    <a:lnTo>
                      <a:pt x="798" y="302"/>
                    </a:lnTo>
                    <a:lnTo>
                      <a:pt x="798" y="306"/>
                    </a:lnTo>
                    <a:lnTo>
                      <a:pt x="794" y="306"/>
                    </a:lnTo>
                    <a:lnTo>
                      <a:pt x="794" y="302"/>
                    </a:lnTo>
                    <a:lnTo>
                      <a:pt x="790" y="302"/>
                    </a:lnTo>
                    <a:lnTo>
                      <a:pt x="790" y="306"/>
                    </a:lnTo>
                    <a:lnTo>
                      <a:pt x="786" y="302"/>
                    </a:lnTo>
                    <a:lnTo>
                      <a:pt x="782" y="302"/>
                    </a:lnTo>
                    <a:lnTo>
                      <a:pt x="782" y="298"/>
                    </a:lnTo>
                    <a:lnTo>
                      <a:pt x="786" y="298"/>
                    </a:lnTo>
                    <a:lnTo>
                      <a:pt x="782" y="298"/>
                    </a:lnTo>
                    <a:lnTo>
                      <a:pt x="782" y="294"/>
                    </a:lnTo>
                    <a:lnTo>
                      <a:pt x="782" y="292"/>
                    </a:lnTo>
                    <a:lnTo>
                      <a:pt x="782" y="288"/>
                    </a:lnTo>
                    <a:lnTo>
                      <a:pt x="786" y="288"/>
                    </a:lnTo>
                    <a:lnTo>
                      <a:pt x="790" y="292"/>
                    </a:lnTo>
                    <a:lnTo>
                      <a:pt x="794" y="292"/>
                    </a:lnTo>
                    <a:lnTo>
                      <a:pt x="798" y="292"/>
                    </a:lnTo>
                    <a:lnTo>
                      <a:pt x="802" y="292"/>
                    </a:lnTo>
                    <a:lnTo>
                      <a:pt x="802" y="294"/>
                    </a:lnTo>
                    <a:lnTo>
                      <a:pt x="806" y="294"/>
                    </a:lnTo>
                    <a:lnTo>
                      <a:pt x="802" y="294"/>
                    </a:lnTo>
                    <a:lnTo>
                      <a:pt x="802" y="292"/>
                    </a:lnTo>
                    <a:lnTo>
                      <a:pt x="798" y="292"/>
                    </a:lnTo>
                    <a:lnTo>
                      <a:pt x="794" y="292"/>
                    </a:lnTo>
                    <a:lnTo>
                      <a:pt x="794" y="288"/>
                    </a:lnTo>
                    <a:lnTo>
                      <a:pt x="790" y="288"/>
                    </a:lnTo>
                    <a:lnTo>
                      <a:pt x="782" y="288"/>
                    </a:lnTo>
                    <a:lnTo>
                      <a:pt x="786" y="284"/>
                    </a:lnTo>
                    <a:lnTo>
                      <a:pt x="786" y="288"/>
                    </a:lnTo>
                    <a:lnTo>
                      <a:pt x="790" y="288"/>
                    </a:lnTo>
                    <a:lnTo>
                      <a:pt x="790" y="284"/>
                    </a:lnTo>
                    <a:lnTo>
                      <a:pt x="794" y="284"/>
                    </a:lnTo>
                    <a:lnTo>
                      <a:pt x="794" y="288"/>
                    </a:lnTo>
                    <a:lnTo>
                      <a:pt x="798" y="288"/>
                    </a:lnTo>
                    <a:lnTo>
                      <a:pt x="802" y="288"/>
                    </a:lnTo>
                    <a:lnTo>
                      <a:pt x="806" y="288"/>
                    </a:lnTo>
                    <a:lnTo>
                      <a:pt x="808" y="288"/>
                    </a:lnTo>
                    <a:lnTo>
                      <a:pt x="812" y="288"/>
                    </a:lnTo>
                    <a:lnTo>
                      <a:pt x="808" y="288"/>
                    </a:lnTo>
                    <a:lnTo>
                      <a:pt x="806" y="288"/>
                    </a:lnTo>
                    <a:lnTo>
                      <a:pt x="802" y="288"/>
                    </a:lnTo>
                    <a:lnTo>
                      <a:pt x="802" y="284"/>
                    </a:lnTo>
                    <a:lnTo>
                      <a:pt x="798" y="284"/>
                    </a:lnTo>
                    <a:lnTo>
                      <a:pt x="794" y="284"/>
                    </a:lnTo>
                    <a:lnTo>
                      <a:pt x="790" y="284"/>
                    </a:lnTo>
                    <a:lnTo>
                      <a:pt x="790" y="280"/>
                    </a:lnTo>
                    <a:lnTo>
                      <a:pt x="794" y="280"/>
                    </a:lnTo>
                    <a:lnTo>
                      <a:pt x="794" y="276"/>
                    </a:lnTo>
                    <a:lnTo>
                      <a:pt x="798" y="280"/>
                    </a:lnTo>
                    <a:lnTo>
                      <a:pt x="802" y="280"/>
                    </a:lnTo>
                    <a:lnTo>
                      <a:pt x="798" y="280"/>
                    </a:lnTo>
                    <a:lnTo>
                      <a:pt x="798" y="276"/>
                    </a:lnTo>
                    <a:lnTo>
                      <a:pt x="802" y="276"/>
                    </a:lnTo>
                    <a:lnTo>
                      <a:pt x="806" y="276"/>
                    </a:lnTo>
                    <a:lnTo>
                      <a:pt x="808" y="276"/>
                    </a:lnTo>
                    <a:lnTo>
                      <a:pt x="808" y="280"/>
                    </a:lnTo>
                    <a:lnTo>
                      <a:pt x="812" y="280"/>
                    </a:lnTo>
                    <a:lnTo>
                      <a:pt x="812" y="276"/>
                    </a:lnTo>
                    <a:lnTo>
                      <a:pt x="808" y="276"/>
                    </a:lnTo>
                    <a:lnTo>
                      <a:pt x="806" y="276"/>
                    </a:lnTo>
                    <a:lnTo>
                      <a:pt x="806" y="272"/>
                    </a:lnTo>
                    <a:lnTo>
                      <a:pt x="808" y="272"/>
                    </a:lnTo>
                    <a:lnTo>
                      <a:pt x="812" y="272"/>
                    </a:lnTo>
                    <a:lnTo>
                      <a:pt x="816" y="268"/>
                    </a:lnTo>
                    <a:lnTo>
                      <a:pt x="820" y="268"/>
                    </a:lnTo>
                    <a:lnTo>
                      <a:pt x="824" y="268"/>
                    </a:lnTo>
                    <a:lnTo>
                      <a:pt x="828" y="268"/>
                    </a:lnTo>
                    <a:lnTo>
                      <a:pt x="832" y="268"/>
                    </a:lnTo>
                    <a:lnTo>
                      <a:pt x="834" y="268"/>
                    </a:lnTo>
                    <a:lnTo>
                      <a:pt x="838" y="268"/>
                    </a:lnTo>
                    <a:lnTo>
                      <a:pt x="842" y="268"/>
                    </a:lnTo>
                    <a:lnTo>
                      <a:pt x="846" y="272"/>
                    </a:lnTo>
                    <a:lnTo>
                      <a:pt x="846" y="276"/>
                    </a:lnTo>
                    <a:lnTo>
                      <a:pt x="846" y="280"/>
                    </a:lnTo>
                    <a:lnTo>
                      <a:pt x="850" y="284"/>
                    </a:lnTo>
                    <a:lnTo>
                      <a:pt x="854" y="284"/>
                    </a:lnTo>
                    <a:lnTo>
                      <a:pt x="854" y="288"/>
                    </a:lnTo>
                    <a:lnTo>
                      <a:pt x="854" y="292"/>
                    </a:lnTo>
                    <a:lnTo>
                      <a:pt x="858" y="292"/>
                    </a:lnTo>
                    <a:lnTo>
                      <a:pt x="858" y="294"/>
                    </a:lnTo>
                    <a:lnTo>
                      <a:pt x="854" y="298"/>
                    </a:lnTo>
                    <a:lnTo>
                      <a:pt x="850" y="302"/>
                    </a:lnTo>
                    <a:lnTo>
                      <a:pt x="846" y="306"/>
                    </a:lnTo>
                    <a:lnTo>
                      <a:pt x="842" y="306"/>
                    </a:lnTo>
                    <a:lnTo>
                      <a:pt x="846" y="306"/>
                    </a:lnTo>
                    <a:lnTo>
                      <a:pt x="850" y="302"/>
                    </a:lnTo>
                    <a:lnTo>
                      <a:pt x="854" y="302"/>
                    </a:lnTo>
                    <a:lnTo>
                      <a:pt x="858" y="302"/>
                    </a:lnTo>
                    <a:lnTo>
                      <a:pt x="854" y="302"/>
                    </a:lnTo>
                    <a:lnTo>
                      <a:pt x="854" y="306"/>
                    </a:lnTo>
                    <a:lnTo>
                      <a:pt x="850" y="306"/>
                    </a:lnTo>
                    <a:lnTo>
                      <a:pt x="850" y="310"/>
                    </a:lnTo>
                    <a:lnTo>
                      <a:pt x="854" y="310"/>
                    </a:lnTo>
                    <a:lnTo>
                      <a:pt x="854" y="314"/>
                    </a:lnTo>
                    <a:lnTo>
                      <a:pt x="854" y="310"/>
                    </a:lnTo>
                    <a:lnTo>
                      <a:pt x="850" y="314"/>
                    </a:lnTo>
                    <a:lnTo>
                      <a:pt x="846" y="314"/>
                    </a:lnTo>
                    <a:lnTo>
                      <a:pt x="850" y="314"/>
                    </a:lnTo>
                    <a:lnTo>
                      <a:pt x="850" y="318"/>
                    </a:lnTo>
                    <a:lnTo>
                      <a:pt x="854" y="318"/>
                    </a:lnTo>
                    <a:lnTo>
                      <a:pt x="854" y="314"/>
                    </a:lnTo>
                    <a:lnTo>
                      <a:pt x="858" y="314"/>
                    </a:lnTo>
                    <a:lnTo>
                      <a:pt x="858" y="310"/>
                    </a:lnTo>
                    <a:lnTo>
                      <a:pt x="862" y="310"/>
                    </a:lnTo>
                    <a:lnTo>
                      <a:pt x="858" y="310"/>
                    </a:lnTo>
                    <a:lnTo>
                      <a:pt x="858" y="306"/>
                    </a:lnTo>
                    <a:lnTo>
                      <a:pt x="862" y="306"/>
                    </a:lnTo>
                    <a:lnTo>
                      <a:pt x="862" y="310"/>
                    </a:lnTo>
                    <a:lnTo>
                      <a:pt x="864" y="310"/>
                    </a:lnTo>
                    <a:lnTo>
                      <a:pt x="868" y="310"/>
                    </a:lnTo>
                    <a:lnTo>
                      <a:pt x="864" y="310"/>
                    </a:lnTo>
                    <a:lnTo>
                      <a:pt x="862" y="306"/>
                    </a:lnTo>
                    <a:lnTo>
                      <a:pt x="862" y="302"/>
                    </a:lnTo>
                    <a:lnTo>
                      <a:pt x="864" y="302"/>
                    </a:lnTo>
                    <a:lnTo>
                      <a:pt x="868" y="302"/>
                    </a:lnTo>
                    <a:lnTo>
                      <a:pt x="864" y="302"/>
                    </a:lnTo>
                    <a:lnTo>
                      <a:pt x="868" y="302"/>
                    </a:lnTo>
                    <a:lnTo>
                      <a:pt x="868" y="306"/>
                    </a:lnTo>
                    <a:lnTo>
                      <a:pt x="864" y="306"/>
                    </a:lnTo>
                    <a:lnTo>
                      <a:pt x="864" y="310"/>
                    </a:lnTo>
                    <a:lnTo>
                      <a:pt x="868" y="310"/>
                    </a:lnTo>
                    <a:lnTo>
                      <a:pt x="868" y="306"/>
                    </a:lnTo>
                    <a:lnTo>
                      <a:pt x="872" y="302"/>
                    </a:lnTo>
                    <a:lnTo>
                      <a:pt x="876" y="306"/>
                    </a:lnTo>
                    <a:lnTo>
                      <a:pt x="876" y="310"/>
                    </a:lnTo>
                    <a:lnTo>
                      <a:pt x="876" y="314"/>
                    </a:lnTo>
                    <a:lnTo>
                      <a:pt x="872" y="314"/>
                    </a:lnTo>
                    <a:lnTo>
                      <a:pt x="876" y="314"/>
                    </a:lnTo>
                    <a:lnTo>
                      <a:pt x="880" y="318"/>
                    </a:lnTo>
                    <a:lnTo>
                      <a:pt x="884" y="318"/>
                    </a:lnTo>
                    <a:lnTo>
                      <a:pt x="880" y="314"/>
                    </a:lnTo>
                    <a:lnTo>
                      <a:pt x="880" y="310"/>
                    </a:lnTo>
                    <a:lnTo>
                      <a:pt x="884" y="310"/>
                    </a:lnTo>
                    <a:lnTo>
                      <a:pt x="884" y="314"/>
                    </a:lnTo>
                    <a:lnTo>
                      <a:pt x="888" y="314"/>
                    </a:lnTo>
                    <a:lnTo>
                      <a:pt x="888" y="318"/>
                    </a:lnTo>
                    <a:lnTo>
                      <a:pt x="890" y="318"/>
                    </a:lnTo>
                    <a:lnTo>
                      <a:pt x="890" y="322"/>
                    </a:lnTo>
                    <a:lnTo>
                      <a:pt x="890" y="318"/>
                    </a:lnTo>
                    <a:lnTo>
                      <a:pt x="888" y="318"/>
                    </a:lnTo>
                    <a:lnTo>
                      <a:pt x="888" y="314"/>
                    </a:lnTo>
                    <a:lnTo>
                      <a:pt x="890" y="318"/>
                    </a:lnTo>
                    <a:lnTo>
                      <a:pt x="894" y="322"/>
                    </a:lnTo>
                    <a:lnTo>
                      <a:pt x="894" y="318"/>
                    </a:lnTo>
                    <a:lnTo>
                      <a:pt x="890" y="318"/>
                    </a:lnTo>
                    <a:lnTo>
                      <a:pt x="890" y="314"/>
                    </a:lnTo>
                    <a:lnTo>
                      <a:pt x="888" y="314"/>
                    </a:lnTo>
                    <a:lnTo>
                      <a:pt x="888" y="310"/>
                    </a:lnTo>
                    <a:lnTo>
                      <a:pt x="884" y="310"/>
                    </a:lnTo>
                    <a:lnTo>
                      <a:pt x="880" y="310"/>
                    </a:lnTo>
                    <a:lnTo>
                      <a:pt x="880" y="306"/>
                    </a:lnTo>
                    <a:lnTo>
                      <a:pt x="884" y="306"/>
                    </a:lnTo>
                    <a:lnTo>
                      <a:pt x="884" y="310"/>
                    </a:lnTo>
                    <a:lnTo>
                      <a:pt x="888" y="310"/>
                    </a:lnTo>
                    <a:lnTo>
                      <a:pt x="884" y="310"/>
                    </a:lnTo>
                    <a:lnTo>
                      <a:pt x="884" y="306"/>
                    </a:lnTo>
                    <a:lnTo>
                      <a:pt x="888" y="306"/>
                    </a:lnTo>
                    <a:lnTo>
                      <a:pt x="890" y="306"/>
                    </a:lnTo>
                    <a:lnTo>
                      <a:pt x="894" y="306"/>
                    </a:lnTo>
                    <a:lnTo>
                      <a:pt x="894" y="310"/>
                    </a:lnTo>
                    <a:lnTo>
                      <a:pt x="898" y="310"/>
                    </a:lnTo>
                    <a:lnTo>
                      <a:pt x="902" y="310"/>
                    </a:lnTo>
                    <a:lnTo>
                      <a:pt x="906" y="310"/>
                    </a:lnTo>
                    <a:lnTo>
                      <a:pt x="902" y="310"/>
                    </a:lnTo>
                    <a:lnTo>
                      <a:pt x="898" y="310"/>
                    </a:lnTo>
                    <a:lnTo>
                      <a:pt x="894" y="310"/>
                    </a:lnTo>
                    <a:lnTo>
                      <a:pt x="894" y="306"/>
                    </a:lnTo>
                    <a:lnTo>
                      <a:pt x="890" y="306"/>
                    </a:lnTo>
                    <a:lnTo>
                      <a:pt x="888" y="306"/>
                    </a:lnTo>
                    <a:lnTo>
                      <a:pt x="884" y="302"/>
                    </a:lnTo>
                    <a:lnTo>
                      <a:pt x="884" y="298"/>
                    </a:lnTo>
                    <a:lnTo>
                      <a:pt x="888" y="298"/>
                    </a:lnTo>
                    <a:lnTo>
                      <a:pt x="890" y="294"/>
                    </a:lnTo>
                    <a:lnTo>
                      <a:pt x="894" y="294"/>
                    </a:lnTo>
                    <a:lnTo>
                      <a:pt x="898" y="294"/>
                    </a:lnTo>
                    <a:lnTo>
                      <a:pt x="902" y="294"/>
                    </a:lnTo>
                    <a:lnTo>
                      <a:pt x="906" y="294"/>
                    </a:lnTo>
                    <a:lnTo>
                      <a:pt x="910" y="294"/>
                    </a:lnTo>
                    <a:lnTo>
                      <a:pt x="910" y="298"/>
                    </a:lnTo>
                    <a:lnTo>
                      <a:pt x="914" y="298"/>
                    </a:lnTo>
                    <a:lnTo>
                      <a:pt x="918" y="298"/>
                    </a:lnTo>
                    <a:lnTo>
                      <a:pt x="918" y="302"/>
                    </a:lnTo>
                    <a:lnTo>
                      <a:pt x="918" y="298"/>
                    </a:lnTo>
                    <a:lnTo>
                      <a:pt x="920" y="298"/>
                    </a:lnTo>
                    <a:lnTo>
                      <a:pt x="924" y="298"/>
                    </a:lnTo>
                    <a:lnTo>
                      <a:pt x="928" y="298"/>
                    </a:lnTo>
                    <a:lnTo>
                      <a:pt x="928" y="302"/>
                    </a:lnTo>
                    <a:lnTo>
                      <a:pt x="932" y="302"/>
                    </a:lnTo>
                    <a:lnTo>
                      <a:pt x="932" y="306"/>
                    </a:lnTo>
                    <a:lnTo>
                      <a:pt x="936" y="306"/>
                    </a:lnTo>
                    <a:lnTo>
                      <a:pt x="932" y="310"/>
                    </a:lnTo>
                    <a:lnTo>
                      <a:pt x="928" y="310"/>
                    </a:lnTo>
                    <a:lnTo>
                      <a:pt x="924" y="310"/>
                    </a:lnTo>
                    <a:lnTo>
                      <a:pt x="920" y="310"/>
                    </a:lnTo>
                    <a:lnTo>
                      <a:pt x="920" y="314"/>
                    </a:lnTo>
                    <a:lnTo>
                      <a:pt x="918" y="314"/>
                    </a:lnTo>
                    <a:lnTo>
                      <a:pt x="914" y="318"/>
                    </a:lnTo>
                    <a:lnTo>
                      <a:pt x="918" y="314"/>
                    </a:lnTo>
                    <a:lnTo>
                      <a:pt x="920" y="314"/>
                    </a:lnTo>
                    <a:lnTo>
                      <a:pt x="920" y="310"/>
                    </a:lnTo>
                    <a:lnTo>
                      <a:pt x="924" y="310"/>
                    </a:lnTo>
                    <a:lnTo>
                      <a:pt x="928" y="310"/>
                    </a:lnTo>
                    <a:lnTo>
                      <a:pt x="932" y="314"/>
                    </a:lnTo>
                    <a:lnTo>
                      <a:pt x="928" y="314"/>
                    </a:lnTo>
                    <a:lnTo>
                      <a:pt x="924" y="314"/>
                    </a:lnTo>
                    <a:lnTo>
                      <a:pt x="924" y="318"/>
                    </a:lnTo>
                    <a:lnTo>
                      <a:pt x="920" y="322"/>
                    </a:lnTo>
                    <a:lnTo>
                      <a:pt x="918" y="322"/>
                    </a:lnTo>
                    <a:lnTo>
                      <a:pt x="920" y="322"/>
                    </a:lnTo>
                    <a:lnTo>
                      <a:pt x="924" y="318"/>
                    </a:lnTo>
                    <a:lnTo>
                      <a:pt x="924" y="314"/>
                    </a:lnTo>
                    <a:lnTo>
                      <a:pt x="928" y="314"/>
                    </a:lnTo>
                    <a:lnTo>
                      <a:pt x="932" y="314"/>
                    </a:lnTo>
                    <a:lnTo>
                      <a:pt x="932" y="310"/>
                    </a:lnTo>
                    <a:lnTo>
                      <a:pt x="936" y="310"/>
                    </a:lnTo>
                    <a:lnTo>
                      <a:pt x="940" y="310"/>
                    </a:lnTo>
                    <a:lnTo>
                      <a:pt x="944" y="314"/>
                    </a:lnTo>
                    <a:lnTo>
                      <a:pt x="948" y="314"/>
                    </a:lnTo>
                    <a:lnTo>
                      <a:pt x="948" y="318"/>
                    </a:lnTo>
                    <a:lnTo>
                      <a:pt x="944" y="318"/>
                    </a:lnTo>
                    <a:lnTo>
                      <a:pt x="944" y="322"/>
                    </a:lnTo>
                    <a:lnTo>
                      <a:pt x="940" y="318"/>
                    </a:lnTo>
                    <a:lnTo>
                      <a:pt x="940" y="322"/>
                    </a:lnTo>
                    <a:lnTo>
                      <a:pt x="936" y="322"/>
                    </a:lnTo>
                    <a:lnTo>
                      <a:pt x="932" y="322"/>
                    </a:lnTo>
                    <a:lnTo>
                      <a:pt x="928" y="322"/>
                    </a:lnTo>
                    <a:lnTo>
                      <a:pt x="932" y="322"/>
                    </a:lnTo>
                    <a:lnTo>
                      <a:pt x="936" y="322"/>
                    </a:lnTo>
                    <a:lnTo>
                      <a:pt x="932" y="324"/>
                    </a:lnTo>
                    <a:lnTo>
                      <a:pt x="928" y="324"/>
                    </a:lnTo>
                    <a:lnTo>
                      <a:pt x="932" y="324"/>
                    </a:lnTo>
                    <a:lnTo>
                      <a:pt x="936" y="324"/>
                    </a:lnTo>
                    <a:lnTo>
                      <a:pt x="936" y="322"/>
                    </a:lnTo>
                    <a:lnTo>
                      <a:pt x="940" y="322"/>
                    </a:lnTo>
                    <a:lnTo>
                      <a:pt x="940" y="324"/>
                    </a:lnTo>
                    <a:lnTo>
                      <a:pt x="936" y="324"/>
                    </a:lnTo>
                    <a:lnTo>
                      <a:pt x="932" y="324"/>
                    </a:lnTo>
                    <a:lnTo>
                      <a:pt x="932" y="328"/>
                    </a:lnTo>
                    <a:lnTo>
                      <a:pt x="932" y="324"/>
                    </a:lnTo>
                    <a:lnTo>
                      <a:pt x="936" y="324"/>
                    </a:lnTo>
                    <a:lnTo>
                      <a:pt x="936" y="328"/>
                    </a:lnTo>
                    <a:lnTo>
                      <a:pt x="940" y="328"/>
                    </a:lnTo>
                    <a:lnTo>
                      <a:pt x="936" y="332"/>
                    </a:lnTo>
                    <a:lnTo>
                      <a:pt x="932" y="336"/>
                    </a:lnTo>
                    <a:lnTo>
                      <a:pt x="936" y="332"/>
                    </a:lnTo>
                    <a:lnTo>
                      <a:pt x="940" y="332"/>
                    </a:lnTo>
                    <a:lnTo>
                      <a:pt x="940" y="328"/>
                    </a:lnTo>
                    <a:lnTo>
                      <a:pt x="936" y="328"/>
                    </a:lnTo>
                    <a:lnTo>
                      <a:pt x="936" y="324"/>
                    </a:lnTo>
                    <a:lnTo>
                      <a:pt x="940" y="324"/>
                    </a:lnTo>
                    <a:lnTo>
                      <a:pt x="944" y="322"/>
                    </a:lnTo>
                    <a:lnTo>
                      <a:pt x="948" y="322"/>
                    </a:lnTo>
                    <a:lnTo>
                      <a:pt x="948" y="324"/>
                    </a:lnTo>
                    <a:lnTo>
                      <a:pt x="944" y="324"/>
                    </a:lnTo>
                    <a:lnTo>
                      <a:pt x="948" y="324"/>
                    </a:lnTo>
                    <a:lnTo>
                      <a:pt x="948" y="322"/>
                    </a:lnTo>
                    <a:lnTo>
                      <a:pt x="950" y="322"/>
                    </a:lnTo>
                    <a:lnTo>
                      <a:pt x="954" y="322"/>
                    </a:lnTo>
                    <a:lnTo>
                      <a:pt x="950" y="322"/>
                    </a:lnTo>
                    <a:lnTo>
                      <a:pt x="950" y="324"/>
                    </a:lnTo>
                    <a:lnTo>
                      <a:pt x="948" y="324"/>
                    </a:lnTo>
                    <a:lnTo>
                      <a:pt x="948" y="328"/>
                    </a:lnTo>
                    <a:lnTo>
                      <a:pt x="944" y="328"/>
                    </a:lnTo>
                    <a:lnTo>
                      <a:pt x="948" y="328"/>
                    </a:lnTo>
                    <a:lnTo>
                      <a:pt x="948" y="332"/>
                    </a:lnTo>
                    <a:lnTo>
                      <a:pt x="944" y="332"/>
                    </a:lnTo>
                    <a:lnTo>
                      <a:pt x="944" y="336"/>
                    </a:lnTo>
                    <a:lnTo>
                      <a:pt x="948" y="336"/>
                    </a:lnTo>
                    <a:lnTo>
                      <a:pt x="948" y="332"/>
                    </a:lnTo>
                    <a:lnTo>
                      <a:pt x="948" y="328"/>
                    </a:lnTo>
                    <a:lnTo>
                      <a:pt x="950" y="324"/>
                    </a:lnTo>
                    <a:lnTo>
                      <a:pt x="954" y="324"/>
                    </a:lnTo>
                    <a:lnTo>
                      <a:pt x="954" y="328"/>
                    </a:lnTo>
                    <a:lnTo>
                      <a:pt x="954" y="332"/>
                    </a:lnTo>
                    <a:lnTo>
                      <a:pt x="954" y="328"/>
                    </a:lnTo>
                    <a:lnTo>
                      <a:pt x="958" y="328"/>
                    </a:lnTo>
                    <a:lnTo>
                      <a:pt x="954" y="332"/>
                    </a:lnTo>
                    <a:lnTo>
                      <a:pt x="950" y="332"/>
                    </a:lnTo>
                    <a:lnTo>
                      <a:pt x="950" y="336"/>
                    </a:lnTo>
                    <a:lnTo>
                      <a:pt x="950" y="340"/>
                    </a:lnTo>
                    <a:lnTo>
                      <a:pt x="950" y="336"/>
                    </a:lnTo>
                    <a:lnTo>
                      <a:pt x="954" y="332"/>
                    </a:lnTo>
                    <a:lnTo>
                      <a:pt x="958" y="332"/>
                    </a:lnTo>
                    <a:lnTo>
                      <a:pt x="962" y="332"/>
                    </a:lnTo>
                    <a:lnTo>
                      <a:pt x="958" y="332"/>
                    </a:lnTo>
                    <a:lnTo>
                      <a:pt x="958" y="336"/>
                    </a:lnTo>
                    <a:lnTo>
                      <a:pt x="958" y="340"/>
                    </a:lnTo>
                    <a:lnTo>
                      <a:pt x="954" y="340"/>
                    </a:lnTo>
                    <a:lnTo>
                      <a:pt x="958" y="340"/>
                    </a:lnTo>
                    <a:lnTo>
                      <a:pt x="958" y="336"/>
                    </a:lnTo>
                    <a:lnTo>
                      <a:pt x="962" y="332"/>
                    </a:lnTo>
                    <a:lnTo>
                      <a:pt x="962" y="336"/>
                    </a:lnTo>
                    <a:lnTo>
                      <a:pt x="962" y="332"/>
                    </a:lnTo>
                    <a:lnTo>
                      <a:pt x="962" y="328"/>
                    </a:lnTo>
                    <a:lnTo>
                      <a:pt x="966" y="328"/>
                    </a:lnTo>
                    <a:lnTo>
                      <a:pt x="966" y="324"/>
                    </a:lnTo>
                    <a:lnTo>
                      <a:pt x="970" y="324"/>
                    </a:lnTo>
                    <a:lnTo>
                      <a:pt x="970" y="322"/>
                    </a:lnTo>
                    <a:lnTo>
                      <a:pt x="970" y="324"/>
                    </a:lnTo>
                    <a:lnTo>
                      <a:pt x="974" y="324"/>
                    </a:lnTo>
                    <a:lnTo>
                      <a:pt x="976" y="324"/>
                    </a:lnTo>
                    <a:lnTo>
                      <a:pt x="980" y="324"/>
                    </a:lnTo>
                    <a:lnTo>
                      <a:pt x="980" y="328"/>
                    </a:lnTo>
                    <a:lnTo>
                      <a:pt x="984" y="328"/>
                    </a:lnTo>
                    <a:lnTo>
                      <a:pt x="988" y="332"/>
                    </a:lnTo>
                    <a:lnTo>
                      <a:pt x="988" y="336"/>
                    </a:lnTo>
                    <a:lnTo>
                      <a:pt x="984" y="336"/>
                    </a:lnTo>
                    <a:lnTo>
                      <a:pt x="984" y="340"/>
                    </a:lnTo>
                    <a:lnTo>
                      <a:pt x="980" y="340"/>
                    </a:lnTo>
                    <a:lnTo>
                      <a:pt x="980" y="336"/>
                    </a:lnTo>
                    <a:lnTo>
                      <a:pt x="976" y="336"/>
                    </a:lnTo>
                    <a:lnTo>
                      <a:pt x="974" y="340"/>
                    </a:lnTo>
                    <a:lnTo>
                      <a:pt x="974" y="344"/>
                    </a:lnTo>
                    <a:lnTo>
                      <a:pt x="970" y="344"/>
                    </a:lnTo>
                    <a:lnTo>
                      <a:pt x="966" y="344"/>
                    </a:lnTo>
                    <a:lnTo>
                      <a:pt x="970" y="344"/>
                    </a:lnTo>
                    <a:lnTo>
                      <a:pt x="974" y="344"/>
                    </a:lnTo>
                    <a:lnTo>
                      <a:pt x="970" y="348"/>
                    </a:lnTo>
                    <a:lnTo>
                      <a:pt x="970" y="350"/>
                    </a:lnTo>
                    <a:lnTo>
                      <a:pt x="966" y="350"/>
                    </a:lnTo>
                    <a:lnTo>
                      <a:pt x="970" y="350"/>
                    </a:lnTo>
                    <a:lnTo>
                      <a:pt x="970" y="348"/>
                    </a:lnTo>
                    <a:lnTo>
                      <a:pt x="974" y="348"/>
                    </a:lnTo>
                    <a:lnTo>
                      <a:pt x="976" y="348"/>
                    </a:lnTo>
                    <a:lnTo>
                      <a:pt x="976" y="344"/>
                    </a:lnTo>
                    <a:lnTo>
                      <a:pt x="980" y="344"/>
                    </a:lnTo>
                    <a:lnTo>
                      <a:pt x="984" y="344"/>
                    </a:lnTo>
                    <a:lnTo>
                      <a:pt x="988" y="340"/>
                    </a:lnTo>
                    <a:lnTo>
                      <a:pt x="992" y="336"/>
                    </a:lnTo>
                    <a:lnTo>
                      <a:pt x="996" y="336"/>
                    </a:lnTo>
                    <a:lnTo>
                      <a:pt x="996" y="340"/>
                    </a:lnTo>
                    <a:lnTo>
                      <a:pt x="996" y="344"/>
                    </a:lnTo>
                    <a:lnTo>
                      <a:pt x="996" y="348"/>
                    </a:lnTo>
                    <a:lnTo>
                      <a:pt x="992" y="348"/>
                    </a:lnTo>
                    <a:lnTo>
                      <a:pt x="988" y="348"/>
                    </a:lnTo>
                    <a:lnTo>
                      <a:pt x="988" y="350"/>
                    </a:lnTo>
                    <a:lnTo>
                      <a:pt x="984" y="350"/>
                    </a:lnTo>
                    <a:lnTo>
                      <a:pt x="980" y="350"/>
                    </a:lnTo>
                    <a:lnTo>
                      <a:pt x="980" y="354"/>
                    </a:lnTo>
                    <a:lnTo>
                      <a:pt x="980" y="358"/>
                    </a:lnTo>
                    <a:lnTo>
                      <a:pt x="976" y="358"/>
                    </a:lnTo>
                    <a:lnTo>
                      <a:pt x="980" y="358"/>
                    </a:lnTo>
                    <a:lnTo>
                      <a:pt x="980" y="354"/>
                    </a:lnTo>
                    <a:lnTo>
                      <a:pt x="984" y="350"/>
                    </a:lnTo>
                    <a:lnTo>
                      <a:pt x="988" y="350"/>
                    </a:lnTo>
                    <a:lnTo>
                      <a:pt x="988" y="354"/>
                    </a:lnTo>
                    <a:lnTo>
                      <a:pt x="984" y="358"/>
                    </a:lnTo>
                    <a:lnTo>
                      <a:pt x="984" y="362"/>
                    </a:lnTo>
                    <a:lnTo>
                      <a:pt x="984" y="366"/>
                    </a:lnTo>
                    <a:lnTo>
                      <a:pt x="984" y="362"/>
                    </a:lnTo>
                    <a:lnTo>
                      <a:pt x="988" y="358"/>
                    </a:lnTo>
                    <a:lnTo>
                      <a:pt x="988" y="354"/>
                    </a:lnTo>
                    <a:lnTo>
                      <a:pt x="988" y="350"/>
                    </a:lnTo>
                    <a:lnTo>
                      <a:pt x="992" y="350"/>
                    </a:lnTo>
                    <a:lnTo>
                      <a:pt x="992" y="348"/>
                    </a:lnTo>
                    <a:lnTo>
                      <a:pt x="996" y="348"/>
                    </a:lnTo>
                    <a:lnTo>
                      <a:pt x="1000" y="348"/>
                    </a:lnTo>
                    <a:lnTo>
                      <a:pt x="1000" y="344"/>
                    </a:lnTo>
                    <a:lnTo>
                      <a:pt x="1004" y="344"/>
                    </a:lnTo>
                    <a:lnTo>
                      <a:pt x="1006" y="344"/>
                    </a:lnTo>
                    <a:lnTo>
                      <a:pt x="1006" y="348"/>
                    </a:lnTo>
                    <a:lnTo>
                      <a:pt x="1004" y="348"/>
                    </a:lnTo>
                    <a:lnTo>
                      <a:pt x="1004" y="350"/>
                    </a:lnTo>
                    <a:lnTo>
                      <a:pt x="1000" y="350"/>
                    </a:lnTo>
                    <a:lnTo>
                      <a:pt x="1000" y="354"/>
                    </a:lnTo>
                    <a:lnTo>
                      <a:pt x="1000" y="350"/>
                    </a:lnTo>
                    <a:lnTo>
                      <a:pt x="1004" y="350"/>
                    </a:lnTo>
                    <a:lnTo>
                      <a:pt x="1004" y="348"/>
                    </a:lnTo>
                    <a:lnTo>
                      <a:pt x="1006" y="348"/>
                    </a:lnTo>
                    <a:lnTo>
                      <a:pt x="1010" y="348"/>
                    </a:lnTo>
                    <a:lnTo>
                      <a:pt x="1014" y="348"/>
                    </a:lnTo>
                    <a:lnTo>
                      <a:pt x="1018" y="348"/>
                    </a:lnTo>
                    <a:lnTo>
                      <a:pt x="1022" y="350"/>
                    </a:lnTo>
                    <a:lnTo>
                      <a:pt x="1026" y="350"/>
                    </a:lnTo>
                    <a:lnTo>
                      <a:pt x="1030" y="350"/>
                    </a:lnTo>
                    <a:lnTo>
                      <a:pt x="1030" y="354"/>
                    </a:lnTo>
                    <a:lnTo>
                      <a:pt x="1026" y="354"/>
                    </a:lnTo>
                    <a:lnTo>
                      <a:pt x="1022" y="354"/>
                    </a:lnTo>
                    <a:lnTo>
                      <a:pt x="1022" y="358"/>
                    </a:lnTo>
                    <a:lnTo>
                      <a:pt x="1018" y="358"/>
                    </a:lnTo>
                    <a:lnTo>
                      <a:pt x="1014" y="358"/>
                    </a:lnTo>
                    <a:lnTo>
                      <a:pt x="1010" y="358"/>
                    </a:lnTo>
                    <a:lnTo>
                      <a:pt x="1010" y="362"/>
                    </a:lnTo>
                    <a:lnTo>
                      <a:pt x="1006" y="362"/>
                    </a:lnTo>
                    <a:lnTo>
                      <a:pt x="1004" y="362"/>
                    </a:lnTo>
                    <a:lnTo>
                      <a:pt x="1004" y="366"/>
                    </a:lnTo>
                    <a:lnTo>
                      <a:pt x="1006" y="366"/>
                    </a:lnTo>
                    <a:lnTo>
                      <a:pt x="1004" y="366"/>
                    </a:lnTo>
                    <a:lnTo>
                      <a:pt x="1000" y="370"/>
                    </a:lnTo>
                    <a:lnTo>
                      <a:pt x="1004" y="370"/>
                    </a:lnTo>
                    <a:lnTo>
                      <a:pt x="1004" y="366"/>
                    </a:lnTo>
                    <a:lnTo>
                      <a:pt x="1006" y="366"/>
                    </a:lnTo>
                    <a:lnTo>
                      <a:pt x="1006" y="362"/>
                    </a:lnTo>
                    <a:lnTo>
                      <a:pt x="1010" y="362"/>
                    </a:lnTo>
                    <a:lnTo>
                      <a:pt x="1014" y="362"/>
                    </a:lnTo>
                    <a:lnTo>
                      <a:pt x="1018" y="362"/>
                    </a:lnTo>
                    <a:lnTo>
                      <a:pt x="1022" y="362"/>
                    </a:lnTo>
                    <a:lnTo>
                      <a:pt x="1026" y="362"/>
                    </a:lnTo>
                    <a:lnTo>
                      <a:pt x="1022" y="366"/>
                    </a:lnTo>
                    <a:lnTo>
                      <a:pt x="1018" y="366"/>
                    </a:lnTo>
                    <a:lnTo>
                      <a:pt x="1014" y="370"/>
                    </a:lnTo>
                    <a:lnTo>
                      <a:pt x="1010" y="370"/>
                    </a:lnTo>
                    <a:lnTo>
                      <a:pt x="1006" y="370"/>
                    </a:lnTo>
                    <a:lnTo>
                      <a:pt x="1004" y="374"/>
                    </a:lnTo>
                    <a:lnTo>
                      <a:pt x="1004" y="378"/>
                    </a:lnTo>
                    <a:lnTo>
                      <a:pt x="1006" y="374"/>
                    </a:lnTo>
                    <a:lnTo>
                      <a:pt x="1006" y="370"/>
                    </a:lnTo>
                    <a:lnTo>
                      <a:pt x="1010" y="370"/>
                    </a:lnTo>
                    <a:lnTo>
                      <a:pt x="1014" y="370"/>
                    </a:lnTo>
                    <a:lnTo>
                      <a:pt x="1018" y="370"/>
                    </a:lnTo>
                    <a:lnTo>
                      <a:pt x="1018" y="366"/>
                    </a:lnTo>
                    <a:lnTo>
                      <a:pt x="1022" y="366"/>
                    </a:lnTo>
                    <a:lnTo>
                      <a:pt x="1026" y="366"/>
                    </a:lnTo>
                    <a:lnTo>
                      <a:pt x="1030" y="366"/>
                    </a:lnTo>
                    <a:lnTo>
                      <a:pt x="1030" y="362"/>
                    </a:lnTo>
                    <a:lnTo>
                      <a:pt x="1030" y="358"/>
                    </a:lnTo>
                    <a:lnTo>
                      <a:pt x="1032" y="358"/>
                    </a:lnTo>
                    <a:lnTo>
                      <a:pt x="1036" y="358"/>
                    </a:lnTo>
                    <a:lnTo>
                      <a:pt x="1036" y="362"/>
                    </a:lnTo>
                    <a:lnTo>
                      <a:pt x="1040" y="362"/>
                    </a:lnTo>
                    <a:lnTo>
                      <a:pt x="1040" y="366"/>
                    </a:lnTo>
                    <a:lnTo>
                      <a:pt x="1044" y="366"/>
                    </a:lnTo>
                    <a:lnTo>
                      <a:pt x="1044" y="370"/>
                    </a:lnTo>
                    <a:lnTo>
                      <a:pt x="1044" y="374"/>
                    </a:lnTo>
                    <a:lnTo>
                      <a:pt x="1040" y="374"/>
                    </a:lnTo>
                    <a:lnTo>
                      <a:pt x="1036" y="374"/>
                    </a:lnTo>
                    <a:lnTo>
                      <a:pt x="1036" y="370"/>
                    </a:lnTo>
                    <a:lnTo>
                      <a:pt x="1032" y="370"/>
                    </a:lnTo>
                    <a:lnTo>
                      <a:pt x="1032" y="374"/>
                    </a:lnTo>
                    <a:lnTo>
                      <a:pt x="1030" y="374"/>
                    </a:lnTo>
                    <a:lnTo>
                      <a:pt x="1026" y="374"/>
                    </a:lnTo>
                    <a:lnTo>
                      <a:pt x="1022" y="378"/>
                    </a:lnTo>
                    <a:lnTo>
                      <a:pt x="1018" y="378"/>
                    </a:lnTo>
                    <a:lnTo>
                      <a:pt x="1014" y="378"/>
                    </a:lnTo>
                    <a:lnTo>
                      <a:pt x="1010" y="378"/>
                    </a:lnTo>
                    <a:lnTo>
                      <a:pt x="1006" y="378"/>
                    </a:lnTo>
                    <a:lnTo>
                      <a:pt x="1004" y="378"/>
                    </a:lnTo>
                    <a:lnTo>
                      <a:pt x="1006" y="378"/>
                    </a:lnTo>
                    <a:lnTo>
                      <a:pt x="1010" y="378"/>
                    </a:lnTo>
                    <a:lnTo>
                      <a:pt x="1014" y="378"/>
                    </a:lnTo>
                    <a:lnTo>
                      <a:pt x="1018" y="378"/>
                    </a:lnTo>
                    <a:lnTo>
                      <a:pt x="1022" y="378"/>
                    </a:lnTo>
                    <a:lnTo>
                      <a:pt x="1026" y="378"/>
                    </a:lnTo>
                    <a:lnTo>
                      <a:pt x="1030" y="378"/>
                    </a:lnTo>
                    <a:lnTo>
                      <a:pt x="1032" y="380"/>
                    </a:lnTo>
                    <a:lnTo>
                      <a:pt x="1036" y="380"/>
                    </a:lnTo>
                    <a:lnTo>
                      <a:pt x="1036" y="378"/>
                    </a:lnTo>
                    <a:lnTo>
                      <a:pt x="1040" y="380"/>
                    </a:lnTo>
                    <a:lnTo>
                      <a:pt x="1044" y="380"/>
                    </a:lnTo>
                    <a:lnTo>
                      <a:pt x="1048" y="380"/>
                    </a:lnTo>
                    <a:lnTo>
                      <a:pt x="1052" y="380"/>
                    </a:lnTo>
                    <a:lnTo>
                      <a:pt x="1052" y="384"/>
                    </a:lnTo>
                    <a:lnTo>
                      <a:pt x="1052" y="388"/>
                    </a:lnTo>
                    <a:lnTo>
                      <a:pt x="1048" y="388"/>
                    </a:lnTo>
                    <a:lnTo>
                      <a:pt x="1044" y="384"/>
                    </a:lnTo>
                    <a:lnTo>
                      <a:pt x="1040" y="384"/>
                    </a:lnTo>
                    <a:lnTo>
                      <a:pt x="1040" y="388"/>
                    </a:lnTo>
                    <a:lnTo>
                      <a:pt x="1036" y="388"/>
                    </a:lnTo>
                    <a:lnTo>
                      <a:pt x="1032" y="384"/>
                    </a:lnTo>
                    <a:lnTo>
                      <a:pt x="1030" y="384"/>
                    </a:lnTo>
                    <a:lnTo>
                      <a:pt x="1026" y="384"/>
                    </a:lnTo>
                    <a:lnTo>
                      <a:pt x="1022" y="384"/>
                    </a:lnTo>
                    <a:lnTo>
                      <a:pt x="1022" y="380"/>
                    </a:lnTo>
                    <a:lnTo>
                      <a:pt x="1018" y="380"/>
                    </a:lnTo>
                    <a:lnTo>
                      <a:pt x="1014" y="384"/>
                    </a:lnTo>
                    <a:lnTo>
                      <a:pt x="1018" y="384"/>
                    </a:lnTo>
                    <a:lnTo>
                      <a:pt x="1018" y="380"/>
                    </a:lnTo>
                    <a:lnTo>
                      <a:pt x="1022" y="384"/>
                    </a:lnTo>
                    <a:lnTo>
                      <a:pt x="1026" y="384"/>
                    </a:lnTo>
                    <a:lnTo>
                      <a:pt x="1030" y="384"/>
                    </a:lnTo>
                    <a:lnTo>
                      <a:pt x="1032" y="384"/>
                    </a:lnTo>
                    <a:lnTo>
                      <a:pt x="1030" y="384"/>
                    </a:lnTo>
                    <a:lnTo>
                      <a:pt x="1026" y="384"/>
                    </a:lnTo>
                    <a:lnTo>
                      <a:pt x="1022" y="384"/>
                    </a:lnTo>
                    <a:lnTo>
                      <a:pt x="1018" y="384"/>
                    </a:lnTo>
                    <a:lnTo>
                      <a:pt x="1022" y="384"/>
                    </a:lnTo>
                    <a:lnTo>
                      <a:pt x="1026" y="384"/>
                    </a:lnTo>
                    <a:lnTo>
                      <a:pt x="1022" y="388"/>
                    </a:lnTo>
                    <a:lnTo>
                      <a:pt x="1018" y="388"/>
                    </a:lnTo>
                    <a:lnTo>
                      <a:pt x="1018" y="392"/>
                    </a:lnTo>
                    <a:lnTo>
                      <a:pt x="1022" y="388"/>
                    </a:lnTo>
                    <a:lnTo>
                      <a:pt x="1026" y="388"/>
                    </a:lnTo>
                    <a:lnTo>
                      <a:pt x="1030" y="388"/>
                    </a:lnTo>
                    <a:lnTo>
                      <a:pt x="1032" y="388"/>
                    </a:lnTo>
                    <a:lnTo>
                      <a:pt x="1036" y="392"/>
                    </a:lnTo>
                    <a:lnTo>
                      <a:pt x="1032" y="392"/>
                    </a:lnTo>
                    <a:lnTo>
                      <a:pt x="1030" y="392"/>
                    </a:lnTo>
                    <a:lnTo>
                      <a:pt x="1026" y="392"/>
                    </a:lnTo>
                    <a:lnTo>
                      <a:pt x="1030" y="392"/>
                    </a:lnTo>
                    <a:lnTo>
                      <a:pt x="1032" y="392"/>
                    </a:lnTo>
                    <a:lnTo>
                      <a:pt x="1032" y="396"/>
                    </a:lnTo>
                    <a:lnTo>
                      <a:pt x="1030" y="396"/>
                    </a:lnTo>
                    <a:lnTo>
                      <a:pt x="1030" y="392"/>
                    </a:lnTo>
                    <a:lnTo>
                      <a:pt x="1026" y="392"/>
                    </a:lnTo>
                    <a:lnTo>
                      <a:pt x="1026" y="396"/>
                    </a:lnTo>
                    <a:lnTo>
                      <a:pt x="1030" y="396"/>
                    </a:lnTo>
                    <a:lnTo>
                      <a:pt x="1032" y="396"/>
                    </a:lnTo>
                    <a:lnTo>
                      <a:pt x="1036" y="396"/>
                    </a:lnTo>
                    <a:lnTo>
                      <a:pt x="1032" y="396"/>
                    </a:lnTo>
                    <a:lnTo>
                      <a:pt x="1030" y="396"/>
                    </a:lnTo>
                    <a:lnTo>
                      <a:pt x="1026" y="396"/>
                    </a:lnTo>
                    <a:lnTo>
                      <a:pt x="1022" y="396"/>
                    </a:lnTo>
                    <a:lnTo>
                      <a:pt x="1018" y="396"/>
                    </a:lnTo>
                    <a:lnTo>
                      <a:pt x="1014" y="396"/>
                    </a:lnTo>
                    <a:lnTo>
                      <a:pt x="1018" y="396"/>
                    </a:lnTo>
                    <a:lnTo>
                      <a:pt x="1014" y="396"/>
                    </a:lnTo>
                    <a:lnTo>
                      <a:pt x="1018" y="396"/>
                    </a:lnTo>
                    <a:lnTo>
                      <a:pt x="1030" y="400"/>
                    </a:lnTo>
                    <a:lnTo>
                      <a:pt x="1032" y="400"/>
                    </a:lnTo>
                    <a:lnTo>
                      <a:pt x="1030" y="400"/>
                    </a:lnTo>
                    <a:lnTo>
                      <a:pt x="1026" y="400"/>
                    </a:lnTo>
                    <a:lnTo>
                      <a:pt x="1022" y="400"/>
                    </a:lnTo>
                    <a:lnTo>
                      <a:pt x="1026" y="400"/>
                    </a:lnTo>
                    <a:lnTo>
                      <a:pt x="1026" y="404"/>
                    </a:lnTo>
                    <a:lnTo>
                      <a:pt x="1022" y="404"/>
                    </a:lnTo>
                    <a:lnTo>
                      <a:pt x="1026" y="404"/>
                    </a:lnTo>
                    <a:lnTo>
                      <a:pt x="1026" y="400"/>
                    </a:lnTo>
                    <a:lnTo>
                      <a:pt x="1030" y="400"/>
                    </a:lnTo>
                    <a:lnTo>
                      <a:pt x="1030" y="404"/>
                    </a:lnTo>
                    <a:lnTo>
                      <a:pt x="1032" y="404"/>
                    </a:lnTo>
                    <a:lnTo>
                      <a:pt x="1036" y="404"/>
                    </a:lnTo>
                    <a:lnTo>
                      <a:pt x="1040" y="404"/>
                    </a:lnTo>
                    <a:lnTo>
                      <a:pt x="1036" y="404"/>
                    </a:lnTo>
                    <a:lnTo>
                      <a:pt x="1036" y="408"/>
                    </a:lnTo>
                    <a:lnTo>
                      <a:pt x="1040" y="408"/>
                    </a:lnTo>
                    <a:lnTo>
                      <a:pt x="1040" y="404"/>
                    </a:lnTo>
                    <a:lnTo>
                      <a:pt x="1044" y="404"/>
                    </a:lnTo>
                    <a:lnTo>
                      <a:pt x="1044" y="408"/>
                    </a:lnTo>
                    <a:lnTo>
                      <a:pt x="1040" y="408"/>
                    </a:lnTo>
                    <a:lnTo>
                      <a:pt x="1044" y="408"/>
                    </a:lnTo>
                    <a:lnTo>
                      <a:pt x="1044" y="404"/>
                    </a:lnTo>
                    <a:lnTo>
                      <a:pt x="1048" y="404"/>
                    </a:lnTo>
                    <a:lnTo>
                      <a:pt x="1052" y="404"/>
                    </a:lnTo>
                    <a:lnTo>
                      <a:pt x="1052" y="408"/>
                    </a:lnTo>
                    <a:lnTo>
                      <a:pt x="1048" y="408"/>
                    </a:lnTo>
                    <a:lnTo>
                      <a:pt x="1044" y="408"/>
                    </a:lnTo>
                    <a:lnTo>
                      <a:pt x="1040" y="408"/>
                    </a:lnTo>
                    <a:lnTo>
                      <a:pt x="1036" y="408"/>
                    </a:lnTo>
                    <a:lnTo>
                      <a:pt x="1032" y="408"/>
                    </a:lnTo>
                    <a:lnTo>
                      <a:pt x="1032" y="410"/>
                    </a:lnTo>
                    <a:lnTo>
                      <a:pt x="1036" y="410"/>
                    </a:lnTo>
                    <a:lnTo>
                      <a:pt x="1036" y="408"/>
                    </a:lnTo>
                    <a:lnTo>
                      <a:pt x="1040" y="408"/>
                    </a:lnTo>
                    <a:lnTo>
                      <a:pt x="1040" y="410"/>
                    </a:lnTo>
                    <a:lnTo>
                      <a:pt x="1036" y="410"/>
                    </a:lnTo>
                    <a:lnTo>
                      <a:pt x="1040" y="410"/>
                    </a:lnTo>
                    <a:lnTo>
                      <a:pt x="1040" y="408"/>
                    </a:lnTo>
                    <a:lnTo>
                      <a:pt x="1044" y="408"/>
                    </a:lnTo>
                    <a:lnTo>
                      <a:pt x="1048" y="408"/>
                    </a:lnTo>
                    <a:lnTo>
                      <a:pt x="1044" y="408"/>
                    </a:lnTo>
                    <a:lnTo>
                      <a:pt x="1044" y="410"/>
                    </a:lnTo>
                    <a:lnTo>
                      <a:pt x="1040" y="410"/>
                    </a:lnTo>
                    <a:lnTo>
                      <a:pt x="1044" y="410"/>
                    </a:lnTo>
                    <a:lnTo>
                      <a:pt x="1040" y="410"/>
                    </a:lnTo>
                    <a:lnTo>
                      <a:pt x="1036" y="410"/>
                    </a:lnTo>
                    <a:lnTo>
                      <a:pt x="1040" y="410"/>
                    </a:lnTo>
                    <a:lnTo>
                      <a:pt x="1040" y="414"/>
                    </a:lnTo>
                    <a:lnTo>
                      <a:pt x="1044" y="410"/>
                    </a:lnTo>
                    <a:lnTo>
                      <a:pt x="1048" y="408"/>
                    </a:lnTo>
                    <a:lnTo>
                      <a:pt x="1048" y="410"/>
                    </a:lnTo>
                    <a:lnTo>
                      <a:pt x="1052" y="410"/>
                    </a:lnTo>
                    <a:lnTo>
                      <a:pt x="1048" y="414"/>
                    </a:lnTo>
                    <a:lnTo>
                      <a:pt x="1052" y="414"/>
                    </a:lnTo>
                    <a:lnTo>
                      <a:pt x="1052" y="410"/>
                    </a:lnTo>
                    <a:lnTo>
                      <a:pt x="1052" y="414"/>
                    </a:lnTo>
                    <a:lnTo>
                      <a:pt x="1052" y="418"/>
                    </a:lnTo>
                    <a:lnTo>
                      <a:pt x="1052" y="414"/>
                    </a:lnTo>
                    <a:lnTo>
                      <a:pt x="1052" y="410"/>
                    </a:lnTo>
                    <a:lnTo>
                      <a:pt x="1056" y="410"/>
                    </a:lnTo>
                    <a:lnTo>
                      <a:pt x="1056" y="414"/>
                    </a:lnTo>
                    <a:lnTo>
                      <a:pt x="1060" y="414"/>
                    </a:lnTo>
                    <a:lnTo>
                      <a:pt x="1056" y="414"/>
                    </a:lnTo>
                    <a:lnTo>
                      <a:pt x="1056" y="418"/>
                    </a:lnTo>
                    <a:lnTo>
                      <a:pt x="1052" y="418"/>
                    </a:lnTo>
                    <a:lnTo>
                      <a:pt x="1056" y="422"/>
                    </a:lnTo>
                    <a:lnTo>
                      <a:pt x="1056" y="418"/>
                    </a:lnTo>
                    <a:lnTo>
                      <a:pt x="1060" y="418"/>
                    </a:lnTo>
                    <a:lnTo>
                      <a:pt x="1062" y="414"/>
                    </a:lnTo>
                    <a:lnTo>
                      <a:pt x="1062" y="410"/>
                    </a:lnTo>
                    <a:lnTo>
                      <a:pt x="1062" y="414"/>
                    </a:lnTo>
                    <a:lnTo>
                      <a:pt x="1062" y="418"/>
                    </a:lnTo>
                    <a:lnTo>
                      <a:pt x="1060" y="418"/>
                    </a:lnTo>
                    <a:lnTo>
                      <a:pt x="1062" y="418"/>
                    </a:lnTo>
                    <a:lnTo>
                      <a:pt x="1062" y="422"/>
                    </a:lnTo>
                    <a:lnTo>
                      <a:pt x="1060" y="422"/>
                    </a:lnTo>
                    <a:lnTo>
                      <a:pt x="1060" y="426"/>
                    </a:lnTo>
                    <a:lnTo>
                      <a:pt x="1062" y="426"/>
                    </a:lnTo>
                    <a:lnTo>
                      <a:pt x="1062" y="422"/>
                    </a:lnTo>
                    <a:lnTo>
                      <a:pt x="1062" y="418"/>
                    </a:lnTo>
                    <a:lnTo>
                      <a:pt x="1066" y="414"/>
                    </a:lnTo>
                    <a:lnTo>
                      <a:pt x="1070" y="414"/>
                    </a:lnTo>
                    <a:lnTo>
                      <a:pt x="1070" y="418"/>
                    </a:lnTo>
                    <a:lnTo>
                      <a:pt x="1066" y="418"/>
                    </a:lnTo>
                    <a:lnTo>
                      <a:pt x="1066" y="422"/>
                    </a:lnTo>
                    <a:lnTo>
                      <a:pt x="1070" y="422"/>
                    </a:lnTo>
                    <a:lnTo>
                      <a:pt x="1070" y="426"/>
                    </a:lnTo>
                    <a:lnTo>
                      <a:pt x="1070" y="422"/>
                    </a:lnTo>
                    <a:lnTo>
                      <a:pt x="1066" y="422"/>
                    </a:lnTo>
                    <a:lnTo>
                      <a:pt x="1070" y="418"/>
                    </a:lnTo>
                    <a:lnTo>
                      <a:pt x="1074" y="418"/>
                    </a:lnTo>
                    <a:lnTo>
                      <a:pt x="1074" y="414"/>
                    </a:lnTo>
                    <a:lnTo>
                      <a:pt x="1076" y="418"/>
                    </a:lnTo>
                    <a:lnTo>
                      <a:pt x="1074" y="418"/>
                    </a:lnTo>
                    <a:lnTo>
                      <a:pt x="1074" y="422"/>
                    </a:lnTo>
                    <a:lnTo>
                      <a:pt x="1074" y="426"/>
                    </a:lnTo>
                    <a:lnTo>
                      <a:pt x="1074" y="422"/>
                    </a:lnTo>
                    <a:lnTo>
                      <a:pt x="1076" y="422"/>
                    </a:lnTo>
                    <a:lnTo>
                      <a:pt x="1076" y="426"/>
                    </a:lnTo>
                    <a:lnTo>
                      <a:pt x="1076" y="422"/>
                    </a:lnTo>
                    <a:lnTo>
                      <a:pt x="1080" y="422"/>
                    </a:lnTo>
                    <a:lnTo>
                      <a:pt x="1084" y="422"/>
                    </a:lnTo>
                    <a:lnTo>
                      <a:pt x="1080" y="422"/>
                    </a:lnTo>
                    <a:lnTo>
                      <a:pt x="1080" y="426"/>
                    </a:lnTo>
                    <a:lnTo>
                      <a:pt x="1080" y="422"/>
                    </a:lnTo>
                    <a:lnTo>
                      <a:pt x="1084" y="422"/>
                    </a:lnTo>
                    <a:lnTo>
                      <a:pt x="1088" y="426"/>
                    </a:lnTo>
                    <a:lnTo>
                      <a:pt x="1088" y="430"/>
                    </a:lnTo>
                    <a:lnTo>
                      <a:pt x="1084" y="430"/>
                    </a:lnTo>
                    <a:lnTo>
                      <a:pt x="1080" y="430"/>
                    </a:lnTo>
                    <a:lnTo>
                      <a:pt x="1084" y="430"/>
                    </a:lnTo>
                    <a:lnTo>
                      <a:pt x="1088" y="430"/>
                    </a:lnTo>
                    <a:lnTo>
                      <a:pt x="1088" y="434"/>
                    </a:lnTo>
                    <a:lnTo>
                      <a:pt x="1084" y="434"/>
                    </a:lnTo>
                    <a:lnTo>
                      <a:pt x="1080" y="434"/>
                    </a:lnTo>
                    <a:lnTo>
                      <a:pt x="1076" y="434"/>
                    </a:lnTo>
                    <a:lnTo>
                      <a:pt x="1080" y="434"/>
                    </a:lnTo>
                    <a:lnTo>
                      <a:pt x="1084" y="434"/>
                    </a:lnTo>
                    <a:lnTo>
                      <a:pt x="1080" y="434"/>
                    </a:lnTo>
                    <a:lnTo>
                      <a:pt x="1076" y="436"/>
                    </a:lnTo>
                    <a:lnTo>
                      <a:pt x="1080" y="436"/>
                    </a:lnTo>
                    <a:lnTo>
                      <a:pt x="1084" y="436"/>
                    </a:lnTo>
                    <a:lnTo>
                      <a:pt x="1084" y="434"/>
                    </a:lnTo>
                    <a:lnTo>
                      <a:pt x="1088" y="434"/>
                    </a:lnTo>
                    <a:lnTo>
                      <a:pt x="1088" y="436"/>
                    </a:lnTo>
                    <a:lnTo>
                      <a:pt x="1084" y="436"/>
                    </a:lnTo>
                    <a:lnTo>
                      <a:pt x="1080" y="436"/>
                    </a:lnTo>
                    <a:lnTo>
                      <a:pt x="1076" y="440"/>
                    </a:lnTo>
                    <a:lnTo>
                      <a:pt x="1080" y="440"/>
                    </a:lnTo>
                    <a:lnTo>
                      <a:pt x="1080" y="436"/>
                    </a:lnTo>
                    <a:lnTo>
                      <a:pt x="1084" y="436"/>
                    </a:lnTo>
                    <a:lnTo>
                      <a:pt x="1088" y="436"/>
                    </a:lnTo>
                    <a:lnTo>
                      <a:pt x="1092" y="436"/>
                    </a:lnTo>
                    <a:lnTo>
                      <a:pt x="1092" y="434"/>
                    </a:lnTo>
                    <a:lnTo>
                      <a:pt x="1096" y="436"/>
                    </a:lnTo>
                    <a:lnTo>
                      <a:pt x="1096" y="440"/>
                    </a:lnTo>
                    <a:lnTo>
                      <a:pt x="1092" y="440"/>
                    </a:lnTo>
                    <a:lnTo>
                      <a:pt x="1096" y="440"/>
                    </a:lnTo>
                    <a:lnTo>
                      <a:pt x="1096" y="436"/>
                    </a:lnTo>
                    <a:lnTo>
                      <a:pt x="1100" y="434"/>
                    </a:lnTo>
                    <a:lnTo>
                      <a:pt x="1104" y="434"/>
                    </a:lnTo>
                    <a:lnTo>
                      <a:pt x="1104" y="436"/>
                    </a:lnTo>
                    <a:lnTo>
                      <a:pt x="1100" y="436"/>
                    </a:lnTo>
                    <a:lnTo>
                      <a:pt x="1100" y="440"/>
                    </a:lnTo>
                    <a:lnTo>
                      <a:pt x="1096" y="444"/>
                    </a:lnTo>
                    <a:lnTo>
                      <a:pt x="1092" y="444"/>
                    </a:lnTo>
                    <a:lnTo>
                      <a:pt x="1096" y="444"/>
                    </a:lnTo>
                    <a:lnTo>
                      <a:pt x="1096" y="448"/>
                    </a:lnTo>
                    <a:lnTo>
                      <a:pt x="1100" y="444"/>
                    </a:lnTo>
                    <a:lnTo>
                      <a:pt x="1104" y="440"/>
                    </a:lnTo>
                    <a:lnTo>
                      <a:pt x="1106" y="440"/>
                    </a:lnTo>
                    <a:lnTo>
                      <a:pt x="1106" y="444"/>
                    </a:lnTo>
                    <a:lnTo>
                      <a:pt x="1106" y="448"/>
                    </a:lnTo>
                    <a:lnTo>
                      <a:pt x="1104" y="448"/>
                    </a:lnTo>
                    <a:lnTo>
                      <a:pt x="1106" y="448"/>
                    </a:lnTo>
                    <a:lnTo>
                      <a:pt x="1106" y="444"/>
                    </a:lnTo>
                    <a:lnTo>
                      <a:pt x="1106" y="440"/>
                    </a:lnTo>
                    <a:lnTo>
                      <a:pt x="1110" y="440"/>
                    </a:lnTo>
                    <a:lnTo>
                      <a:pt x="1110" y="444"/>
                    </a:lnTo>
                    <a:lnTo>
                      <a:pt x="1114" y="448"/>
                    </a:lnTo>
                    <a:lnTo>
                      <a:pt x="1110" y="444"/>
                    </a:lnTo>
                    <a:lnTo>
                      <a:pt x="1110" y="440"/>
                    </a:lnTo>
                    <a:lnTo>
                      <a:pt x="1114" y="440"/>
                    </a:lnTo>
                    <a:lnTo>
                      <a:pt x="1118" y="440"/>
                    </a:lnTo>
                    <a:lnTo>
                      <a:pt x="1114" y="444"/>
                    </a:lnTo>
                    <a:lnTo>
                      <a:pt x="1118" y="444"/>
                    </a:lnTo>
                    <a:lnTo>
                      <a:pt x="1118" y="440"/>
                    </a:lnTo>
                    <a:lnTo>
                      <a:pt x="1122" y="440"/>
                    </a:lnTo>
                    <a:lnTo>
                      <a:pt x="1122" y="444"/>
                    </a:lnTo>
                    <a:lnTo>
                      <a:pt x="1126" y="448"/>
                    </a:lnTo>
                    <a:lnTo>
                      <a:pt x="1130" y="452"/>
                    </a:lnTo>
                    <a:lnTo>
                      <a:pt x="1126" y="452"/>
                    </a:lnTo>
                    <a:lnTo>
                      <a:pt x="1122" y="452"/>
                    </a:lnTo>
                    <a:lnTo>
                      <a:pt x="1122" y="448"/>
                    </a:lnTo>
                    <a:lnTo>
                      <a:pt x="1118" y="448"/>
                    </a:lnTo>
                    <a:lnTo>
                      <a:pt x="1114" y="452"/>
                    </a:lnTo>
                    <a:lnTo>
                      <a:pt x="1118" y="452"/>
                    </a:lnTo>
                    <a:lnTo>
                      <a:pt x="1118" y="448"/>
                    </a:lnTo>
                    <a:lnTo>
                      <a:pt x="1118" y="452"/>
                    </a:lnTo>
                    <a:lnTo>
                      <a:pt x="1122" y="452"/>
                    </a:lnTo>
                    <a:lnTo>
                      <a:pt x="1122" y="456"/>
                    </a:lnTo>
                    <a:lnTo>
                      <a:pt x="1118" y="456"/>
                    </a:lnTo>
                    <a:lnTo>
                      <a:pt x="1122" y="456"/>
                    </a:lnTo>
                    <a:lnTo>
                      <a:pt x="1126" y="456"/>
                    </a:lnTo>
                    <a:lnTo>
                      <a:pt x="1122" y="456"/>
                    </a:lnTo>
                    <a:lnTo>
                      <a:pt x="1118" y="460"/>
                    </a:lnTo>
                    <a:lnTo>
                      <a:pt x="1114" y="460"/>
                    </a:lnTo>
                    <a:lnTo>
                      <a:pt x="1114" y="456"/>
                    </a:lnTo>
                    <a:lnTo>
                      <a:pt x="1110" y="456"/>
                    </a:lnTo>
                    <a:lnTo>
                      <a:pt x="1106" y="456"/>
                    </a:lnTo>
                    <a:lnTo>
                      <a:pt x="1110" y="456"/>
                    </a:lnTo>
                    <a:lnTo>
                      <a:pt x="1110" y="460"/>
                    </a:lnTo>
                    <a:lnTo>
                      <a:pt x="1114" y="460"/>
                    </a:lnTo>
                    <a:lnTo>
                      <a:pt x="1110" y="460"/>
                    </a:lnTo>
                    <a:lnTo>
                      <a:pt x="1106" y="460"/>
                    </a:lnTo>
                    <a:lnTo>
                      <a:pt x="1104" y="456"/>
                    </a:lnTo>
                    <a:lnTo>
                      <a:pt x="1106" y="460"/>
                    </a:lnTo>
                    <a:lnTo>
                      <a:pt x="1110" y="460"/>
                    </a:lnTo>
                    <a:lnTo>
                      <a:pt x="1114" y="464"/>
                    </a:lnTo>
                    <a:lnTo>
                      <a:pt x="1118" y="464"/>
                    </a:lnTo>
                    <a:lnTo>
                      <a:pt x="1114" y="466"/>
                    </a:lnTo>
                    <a:lnTo>
                      <a:pt x="1110" y="466"/>
                    </a:lnTo>
                    <a:lnTo>
                      <a:pt x="1110" y="464"/>
                    </a:lnTo>
                    <a:lnTo>
                      <a:pt x="1106" y="464"/>
                    </a:lnTo>
                    <a:lnTo>
                      <a:pt x="1104" y="464"/>
                    </a:lnTo>
                    <a:lnTo>
                      <a:pt x="1106" y="464"/>
                    </a:lnTo>
                    <a:lnTo>
                      <a:pt x="1106" y="466"/>
                    </a:lnTo>
                    <a:lnTo>
                      <a:pt x="1110" y="466"/>
                    </a:lnTo>
                    <a:lnTo>
                      <a:pt x="1114" y="470"/>
                    </a:lnTo>
                    <a:lnTo>
                      <a:pt x="1110" y="470"/>
                    </a:lnTo>
                    <a:lnTo>
                      <a:pt x="1106" y="470"/>
                    </a:lnTo>
                    <a:lnTo>
                      <a:pt x="1106" y="466"/>
                    </a:lnTo>
                    <a:lnTo>
                      <a:pt x="1104" y="466"/>
                    </a:lnTo>
                    <a:lnTo>
                      <a:pt x="1106" y="470"/>
                    </a:lnTo>
                    <a:lnTo>
                      <a:pt x="1110" y="470"/>
                    </a:lnTo>
                    <a:lnTo>
                      <a:pt x="1106" y="470"/>
                    </a:lnTo>
                    <a:lnTo>
                      <a:pt x="1106" y="474"/>
                    </a:lnTo>
                    <a:lnTo>
                      <a:pt x="1104" y="474"/>
                    </a:lnTo>
                    <a:lnTo>
                      <a:pt x="1104" y="470"/>
                    </a:lnTo>
                    <a:lnTo>
                      <a:pt x="1104" y="474"/>
                    </a:lnTo>
                    <a:lnTo>
                      <a:pt x="1100" y="474"/>
                    </a:lnTo>
                    <a:lnTo>
                      <a:pt x="1096" y="470"/>
                    </a:lnTo>
                    <a:lnTo>
                      <a:pt x="1100" y="474"/>
                    </a:lnTo>
                    <a:lnTo>
                      <a:pt x="1096" y="474"/>
                    </a:lnTo>
                    <a:lnTo>
                      <a:pt x="1092" y="474"/>
                    </a:lnTo>
                    <a:lnTo>
                      <a:pt x="1096" y="474"/>
                    </a:lnTo>
                    <a:lnTo>
                      <a:pt x="1100" y="474"/>
                    </a:lnTo>
                    <a:lnTo>
                      <a:pt x="1100" y="478"/>
                    </a:lnTo>
                    <a:lnTo>
                      <a:pt x="1096" y="478"/>
                    </a:lnTo>
                    <a:lnTo>
                      <a:pt x="1096" y="474"/>
                    </a:lnTo>
                    <a:lnTo>
                      <a:pt x="1096" y="478"/>
                    </a:lnTo>
                    <a:lnTo>
                      <a:pt x="1100" y="478"/>
                    </a:lnTo>
                    <a:lnTo>
                      <a:pt x="1096" y="478"/>
                    </a:lnTo>
                    <a:lnTo>
                      <a:pt x="1092" y="478"/>
                    </a:lnTo>
                    <a:lnTo>
                      <a:pt x="1096" y="478"/>
                    </a:lnTo>
                    <a:lnTo>
                      <a:pt x="1100" y="482"/>
                    </a:lnTo>
                    <a:lnTo>
                      <a:pt x="1096" y="486"/>
                    </a:lnTo>
                    <a:lnTo>
                      <a:pt x="1096" y="490"/>
                    </a:lnTo>
                    <a:lnTo>
                      <a:pt x="1096" y="494"/>
                    </a:lnTo>
                    <a:lnTo>
                      <a:pt x="1092" y="494"/>
                    </a:lnTo>
                    <a:lnTo>
                      <a:pt x="1092" y="490"/>
                    </a:lnTo>
                    <a:lnTo>
                      <a:pt x="1088" y="486"/>
                    </a:lnTo>
                    <a:lnTo>
                      <a:pt x="1088" y="490"/>
                    </a:lnTo>
                    <a:lnTo>
                      <a:pt x="1084" y="486"/>
                    </a:lnTo>
                    <a:lnTo>
                      <a:pt x="1088" y="486"/>
                    </a:lnTo>
                    <a:lnTo>
                      <a:pt x="1084" y="486"/>
                    </a:lnTo>
                    <a:lnTo>
                      <a:pt x="1084" y="482"/>
                    </a:lnTo>
                    <a:lnTo>
                      <a:pt x="1084" y="478"/>
                    </a:lnTo>
                    <a:lnTo>
                      <a:pt x="1080" y="482"/>
                    </a:lnTo>
                    <a:lnTo>
                      <a:pt x="1080" y="486"/>
                    </a:lnTo>
                    <a:lnTo>
                      <a:pt x="1076" y="486"/>
                    </a:lnTo>
                    <a:lnTo>
                      <a:pt x="1076" y="482"/>
                    </a:lnTo>
                    <a:lnTo>
                      <a:pt x="1076" y="486"/>
                    </a:lnTo>
                    <a:lnTo>
                      <a:pt x="1076" y="482"/>
                    </a:lnTo>
                    <a:lnTo>
                      <a:pt x="1080" y="482"/>
                    </a:lnTo>
                    <a:lnTo>
                      <a:pt x="1076" y="482"/>
                    </a:lnTo>
                    <a:lnTo>
                      <a:pt x="1080" y="478"/>
                    </a:lnTo>
                    <a:lnTo>
                      <a:pt x="1084" y="478"/>
                    </a:lnTo>
                    <a:lnTo>
                      <a:pt x="1080" y="478"/>
                    </a:lnTo>
                    <a:lnTo>
                      <a:pt x="1076" y="478"/>
                    </a:lnTo>
                    <a:lnTo>
                      <a:pt x="1074" y="478"/>
                    </a:lnTo>
                    <a:lnTo>
                      <a:pt x="1074" y="482"/>
                    </a:lnTo>
                    <a:lnTo>
                      <a:pt x="1074" y="478"/>
                    </a:lnTo>
                    <a:lnTo>
                      <a:pt x="1076" y="478"/>
                    </a:lnTo>
                    <a:lnTo>
                      <a:pt x="1076" y="474"/>
                    </a:lnTo>
                    <a:lnTo>
                      <a:pt x="1074" y="478"/>
                    </a:lnTo>
                    <a:lnTo>
                      <a:pt x="1070" y="478"/>
                    </a:lnTo>
                    <a:lnTo>
                      <a:pt x="1070" y="474"/>
                    </a:lnTo>
                    <a:lnTo>
                      <a:pt x="1074" y="474"/>
                    </a:lnTo>
                    <a:lnTo>
                      <a:pt x="1076" y="474"/>
                    </a:lnTo>
                    <a:lnTo>
                      <a:pt x="1076" y="470"/>
                    </a:lnTo>
                    <a:lnTo>
                      <a:pt x="1074" y="470"/>
                    </a:lnTo>
                    <a:lnTo>
                      <a:pt x="1074" y="474"/>
                    </a:lnTo>
                    <a:lnTo>
                      <a:pt x="1070" y="474"/>
                    </a:lnTo>
                    <a:lnTo>
                      <a:pt x="1070" y="470"/>
                    </a:lnTo>
                    <a:lnTo>
                      <a:pt x="1066" y="470"/>
                    </a:lnTo>
                    <a:lnTo>
                      <a:pt x="1070" y="470"/>
                    </a:lnTo>
                    <a:lnTo>
                      <a:pt x="1070" y="466"/>
                    </a:lnTo>
                    <a:lnTo>
                      <a:pt x="1074" y="466"/>
                    </a:lnTo>
                    <a:lnTo>
                      <a:pt x="1076" y="466"/>
                    </a:lnTo>
                    <a:lnTo>
                      <a:pt x="1076" y="464"/>
                    </a:lnTo>
                    <a:lnTo>
                      <a:pt x="1076" y="460"/>
                    </a:lnTo>
                    <a:lnTo>
                      <a:pt x="1080" y="460"/>
                    </a:lnTo>
                    <a:lnTo>
                      <a:pt x="1084" y="460"/>
                    </a:lnTo>
                    <a:lnTo>
                      <a:pt x="1084" y="456"/>
                    </a:lnTo>
                    <a:lnTo>
                      <a:pt x="1080" y="456"/>
                    </a:lnTo>
                    <a:lnTo>
                      <a:pt x="1076" y="460"/>
                    </a:lnTo>
                    <a:lnTo>
                      <a:pt x="1076" y="464"/>
                    </a:lnTo>
                    <a:lnTo>
                      <a:pt x="1074" y="464"/>
                    </a:lnTo>
                    <a:lnTo>
                      <a:pt x="1070" y="466"/>
                    </a:lnTo>
                    <a:lnTo>
                      <a:pt x="1062" y="466"/>
                    </a:lnTo>
                    <a:lnTo>
                      <a:pt x="1062" y="464"/>
                    </a:lnTo>
                    <a:lnTo>
                      <a:pt x="1066" y="464"/>
                    </a:lnTo>
                    <a:lnTo>
                      <a:pt x="1066" y="460"/>
                    </a:lnTo>
                    <a:lnTo>
                      <a:pt x="1070" y="456"/>
                    </a:lnTo>
                    <a:lnTo>
                      <a:pt x="1066" y="460"/>
                    </a:lnTo>
                    <a:lnTo>
                      <a:pt x="1062" y="464"/>
                    </a:lnTo>
                    <a:lnTo>
                      <a:pt x="1060" y="464"/>
                    </a:lnTo>
                    <a:lnTo>
                      <a:pt x="1060" y="460"/>
                    </a:lnTo>
                    <a:lnTo>
                      <a:pt x="1056" y="460"/>
                    </a:lnTo>
                    <a:lnTo>
                      <a:pt x="1052" y="456"/>
                    </a:lnTo>
                    <a:lnTo>
                      <a:pt x="1056" y="456"/>
                    </a:lnTo>
                    <a:lnTo>
                      <a:pt x="1052" y="456"/>
                    </a:lnTo>
                    <a:lnTo>
                      <a:pt x="1048" y="456"/>
                    </a:lnTo>
                    <a:lnTo>
                      <a:pt x="1048" y="452"/>
                    </a:lnTo>
                    <a:lnTo>
                      <a:pt x="1048" y="448"/>
                    </a:lnTo>
                    <a:lnTo>
                      <a:pt x="1048" y="452"/>
                    </a:lnTo>
                    <a:lnTo>
                      <a:pt x="1044" y="452"/>
                    </a:lnTo>
                    <a:lnTo>
                      <a:pt x="1040" y="452"/>
                    </a:lnTo>
                    <a:lnTo>
                      <a:pt x="1036" y="452"/>
                    </a:lnTo>
                    <a:lnTo>
                      <a:pt x="1040" y="452"/>
                    </a:lnTo>
                    <a:lnTo>
                      <a:pt x="1044" y="452"/>
                    </a:lnTo>
                    <a:lnTo>
                      <a:pt x="1044" y="456"/>
                    </a:lnTo>
                    <a:lnTo>
                      <a:pt x="1040" y="456"/>
                    </a:lnTo>
                    <a:lnTo>
                      <a:pt x="1044" y="456"/>
                    </a:lnTo>
                    <a:lnTo>
                      <a:pt x="1044" y="460"/>
                    </a:lnTo>
                    <a:lnTo>
                      <a:pt x="1040" y="460"/>
                    </a:lnTo>
                    <a:lnTo>
                      <a:pt x="1040" y="456"/>
                    </a:lnTo>
                    <a:lnTo>
                      <a:pt x="1036" y="456"/>
                    </a:lnTo>
                    <a:lnTo>
                      <a:pt x="1036" y="452"/>
                    </a:lnTo>
                    <a:lnTo>
                      <a:pt x="1032" y="452"/>
                    </a:lnTo>
                    <a:lnTo>
                      <a:pt x="1032" y="456"/>
                    </a:lnTo>
                    <a:lnTo>
                      <a:pt x="1036" y="456"/>
                    </a:lnTo>
                    <a:lnTo>
                      <a:pt x="1036" y="460"/>
                    </a:lnTo>
                    <a:lnTo>
                      <a:pt x="1040" y="460"/>
                    </a:lnTo>
                    <a:lnTo>
                      <a:pt x="1040" y="464"/>
                    </a:lnTo>
                    <a:lnTo>
                      <a:pt x="1044" y="464"/>
                    </a:lnTo>
                    <a:lnTo>
                      <a:pt x="1044" y="466"/>
                    </a:lnTo>
                    <a:lnTo>
                      <a:pt x="1040" y="466"/>
                    </a:lnTo>
                    <a:lnTo>
                      <a:pt x="1036" y="466"/>
                    </a:lnTo>
                    <a:lnTo>
                      <a:pt x="1032" y="466"/>
                    </a:lnTo>
                    <a:lnTo>
                      <a:pt x="1032" y="464"/>
                    </a:lnTo>
                    <a:lnTo>
                      <a:pt x="1030" y="464"/>
                    </a:lnTo>
                    <a:lnTo>
                      <a:pt x="1030" y="460"/>
                    </a:lnTo>
                    <a:lnTo>
                      <a:pt x="1026" y="460"/>
                    </a:lnTo>
                    <a:lnTo>
                      <a:pt x="1022" y="460"/>
                    </a:lnTo>
                    <a:lnTo>
                      <a:pt x="1026" y="460"/>
                    </a:lnTo>
                    <a:lnTo>
                      <a:pt x="1026" y="464"/>
                    </a:lnTo>
                    <a:lnTo>
                      <a:pt x="1030" y="464"/>
                    </a:lnTo>
                    <a:lnTo>
                      <a:pt x="1032" y="464"/>
                    </a:lnTo>
                    <a:lnTo>
                      <a:pt x="1032" y="466"/>
                    </a:lnTo>
                    <a:lnTo>
                      <a:pt x="1030" y="466"/>
                    </a:lnTo>
                    <a:lnTo>
                      <a:pt x="1030" y="464"/>
                    </a:lnTo>
                    <a:lnTo>
                      <a:pt x="1030" y="466"/>
                    </a:lnTo>
                    <a:lnTo>
                      <a:pt x="1030" y="470"/>
                    </a:lnTo>
                    <a:lnTo>
                      <a:pt x="1032" y="470"/>
                    </a:lnTo>
                    <a:lnTo>
                      <a:pt x="1036" y="470"/>
                    </a:lnTo>
                    <a:lnTo>
                      <a:pt x="1032" y="474"/>
                    </a:lnTo>
                    <a:lnTo>
                      <a:pt x="1032" y="478"/>
                    </a:lnTo>
                    <a:lnTo>
                      <a:pt x="1032" y="474"/>
                    </a:lnTo>
                    <a:lnTo>
                      <a:pt x="1036" y="474"/>
                    </a:lnTo>
                    <a:lnTo>
                      <a:pt x="1040" y="474"/>
                    </a:lnTo>
                    <a:lnTo>
                      <a:pt x="1044" y="474"/>
                    </a:lnTo>
                    <a:lnTo>
                      <a:pt x="1040" y="478"/>
                    </a:lnTo>
                    <a:lnTo>
                      <a:pt x="1044" y="478"/>
                    </a:lnTo>
                    <a:lnTo>
                      <a:pt x="1048" y="478"/>
                    </a:lnTo>
                    <a:lnTo>
                      <a:pt x="1044" y="482"/>
                    </a:lnTo>
                    <a:lnTo>
                      <a:pt x="1040" y="482"/>
                    </a:lnTo>
                    <a:lnTo>
                      <a:pt x="1044" y="482"/>
                    </a:lnTo>
                    <a:lnTo>
                      <a:pt x="1048" y="486"/>
                    </a:lnTo>
                    <a:lnTo>
                      <a:pt x="1044" y="486"/>
                    </a:lnTo>
                    <a:lnTo>
                      <a:pt x="1044" y="490"/>
                    </a:lnTo>
                    <a:lnTo>
                      <a:pt x="1048" y="486"/>
                    </a:lnTo>
                    <a:lnTo>
                      <a:pt x="1052" y="486"/>
                    </a:lnTo>
                    <a:lnTo>
                      <a:pt x="1048" y="490"/>
                    </a:lnTo>
                    <a:lnTo>
                      <a:pt x="1052" y="490"/>
                    </a:lnTo>
                    <a:lnTo>
                      <a:pt x="1052" y="494"/>
                    </a:lnTo>
                    <a:lnTo>
                      <a:pt x="1052" y="496"/>
                    </a:lnTo>
                    <a:lnTo>
                      <a:pt x="1052" y="494"/>
                    </a:lnTo>
                    <a:lnTo>
                      <a:pt x="1052" y="490"/>
                    </a:lnTo>
                    <a:lnTo>
                      <a:pt x="1056" y="490"/>
                    </a:lnTo>
                    <a:lnTo>
                      <a:pt x="1056" y="494"/>
                    </a:lnTo>
                    <a:lnTo>
                      <a:pt x="1060" y="494"/>
                    </a:lnTo>
                    <a:lnTo>
                      <a:pt x="1060" y="496"/>
                    </a:lnTo>
                    <a:lnTo>
                      <a:pt x="1060" y="494"/>
                    </a:lnTo>
                    <a:lnTo>
                      <a:pt x="1062" y="494"/>
                    </a:lnTo>
                    <a:lnTo>
                      <a:pt x="1060" y="496"/>
                    </a:lnTo>
                    <a:lnTo>
                      <a:pt x="1062" y="496"/>
                    </a:lnTo>
                    <a:lnTo>
                      <a:pt x="1062" y="494"/>
                    </a:lnTo>
                    <a:lnTo>
                      <a:pt x="1066" y="494"/>
                    </a:lnTo>
                    <a:lnTo>
                      <a:pt x="1066" y="496"/>
                    </a:lnTo>
                    <a:lnTo>
                      <a:pt x="1066" y="500"/>
                    </a:lnTo>
                    <a:lnTo>
                      <a:pt x="1070" y="500"/>
                    </a:lnTo>
                    <a:lnTo>
                      <a:pt x="1074" y="500"/>
                    </a:lnTo>
                    <a:lnTo>
                      <a:pt x="1074" y="504"/>
                    </a:lnTo>
                    <a:lnTo>
                      <a:pt x="1074" y="508"/>
                    </a:lnTo>
                    <a:lnTo>
                      <a:pt x="1070" y="508"/>
                    </a:lnTo>
                    <a:lnTo>
                      <a:pt x="1070" y="504"/>
                    </a:lnTo>
                    <a:lnTo>
                      <a:pt x="1066" y="504"/>
                    </a:lnTo>
                    <a:lnTo>
                      <a:pt x="1066" y="508"/>
                    </a:lnTo>
                    <a:lnTo>
                      <a:pt x="1070" y="508"/>
                    </a:lnTo>
                    <a:lnTo>
                      <a:pt x="1074" y="512"/>
                    </a:lnTo>
                    <a:lnTo>
                      <a:pt x="1076" y="512"/>
                    </a:lnTo>
                    <a:lnTo>
                      <a:pt x="1080" y="512"/>
                    </a:lnTo>
                    <a:lnTo>
                      <a:pt x="1080" y="516"/>
                    </a:lnTo>
                    <a:lnTo>
                      <a:pt x="1076" y="516"/>
                    </a:lnTo>
                    <a:lnTo>
                      <a:pt x="1074" y="516"/>
                    </a:lnTo>
                    <a:lnTo>
                      <a:pt x="1074" y="520"/>
                    </a:lnTo>
                    <a:lnTo>
                      <a:pt x="1076" y="520"/>
                    </a:lnTo>
                    <a:lnTo>
                      <a:pt x="1080" y="520"/>
                    </a:lnTo>
                    <a:lnTo>
                      <a:pt x="1080" y="522"/>
                    </a:lnTo>
                    <a:lnTo>
                      <a:pt x="1080" y="526"/>
                    </a:lnTo>
                    <a:lnTo>
                      <a:pt x="1080" y="530"/>
                    </a:lnTo>
                    <a:lnTo>
                      <a:pt x="1076" y="530"/>
                    </a:lnTo>
                    <a:lnTo>
                      <a:pt x="1076" y="526"/>
                    </a:lnTo>
                    <a:lnTo>
                      <a:pt x="1076" y="522"/>
                    </a:lnTo>
                    <a:lnTo>
                      <a:pt x="1074" y="522"/>
                    </a:lnTo>
                    <a:lnTo>
                      <a:pt x="1074" y="520"/>
                    </a:lnTo>
                    <a:lnTo>
                      <a:pt x="1070" y="520"/>
                    </a:lnTo>
                    <a:lnTo>
                      <a:pt x="1074" y="520"/>
                    </a:lnTo>
                    <a:lnTo>
                      <a:pt x="1074" y="522"/>
                    </a:lnTo>
                    <a:lnTo>
                      <a:pt x="1074" y="526"/>
                    </a:lnTo>
                    <a:lnTo>
                      <a:pt x="1076" y="530"/>
                    </a:lnTo>
                    <a:lnTo>
                      <a:pt x="1074" y="530"/>
                    </a:lnTo>
                    <a:lnTo>
                      <a:pt x="1074" y="534"/>
                    </a:lnTo>
                    <a:lnTo>
                      <a:pt x="1076" y="534"/>
                    </a:lnTo>
                    <a:lnTo>
                      <a:pt x="1076" y="538"/>
                    </a:lnTo>
                    <a:lnTo>
                      <a:pt x="1080" y="538"/>
                    </a:lnTo>
                    <a:lnTo>
                      <a:pt x="1076" y="542"/>
                    </a:lnTo>
                    <a:lnTo>
                      <a:pt x="1074" y="538"/>
                    </a:lnTo>
                    <a:lnTo>
                      <a:pt x="1070" y="538"/>
                    </a:lnTo>
                    <a:lnTo>
                      <a:pt x="1074" y="542"/>
                    </a:lnTo>
                    <a:lnTo>
                      <a:pt x="1074" y="546"/>
                    </a:lnTo>
                    <a:lnTo>
                      <a:pt x="1076" y="546"/>
                    </a:lnTo>
                    <a:lnTo>
                      <a:pt x="1074" y="546"/>
                    </a:lnTo>
                    <a:lnTo>
                      <a:pt x="1074" y="550"/>
                    </a:lnTo>
                    <a:lnTo>
                      <a:pt x="1070" y="546"/>
                    </a:lnTo>
                    <a:lnTo>
                      <a:pt x="1070" y="542"/>
                    </a:lnTo>
                    <a:lnTo>
                      <a:pt x="1066" y="542"/>
                    </a:lnTo>
                    <a:lnTo>
                      <a:pt x="1066" y="538"/>
                    </a:lnTo>
                    <a:lnTo>
                      <a:pt x="1062" y="538"/>
                    </a:lnTo>
                    <a:lnTo>
                      <a:pt x="1060" y="538"/>
                    </a:lnTo>
                    <a:lnTo>
                      <a:pt x="1060" y="534"/>
                    </a:lnTo>
                    <a:lnTo>
                      <a:pt x="1056" y="534"/>
                    </a:lnTo>
                    <a:lnTo>
                      <a:pt x="1060" y="538"/>
                    </a:lnTo>
                    <a:lnTo>
                      <a:pt x="1056" y="538"/>
                    </a:lnTo>
                    <a:lnTo>
                      <a:pt x="1056" y="534"/>
                    </a:lnTo>
                    <a:lnTo>
                      <a:pt x="1052" y="534"/>
                    </a:lnTo>
                    <a:lnTo>
                      <a:pt x="1052" y="530"/>
                    </a:lnTo>
                    <a:lnTo>
                      <a:pt x="1052" y="526"/>
                    </a:lnTo>
                    <a:lnTo>
                      <a:pt x="1052" y="530"/>
                    </a:lnTo>
                    <a:lnTo>
                      <a:pt x="1052" y="534"/>
                    </a:lnTo>
                    <a:lnTo>
                      <a:pt x="1052" y="538"/>
                    </a:lnTo>
                    <a:lnTo>
                      <a:pt x="1052" y="534"/>
                    </a:lnTo>
                    <a:lnTo>
                      <a:pt x="1052" y="530"/>
                    </a:lnTo>
                    <a:lnTo>
                      <a:pt x="1048" y="530"/>
                    </a:lnTo>
                    <a:lnTo>
                      <a:pt x="1048" y="534"/>
                    </a:lnTo>
                    <a:lnTo>
                      <a:pt x="1048" y="530"/>
                    </a:lnTo>
                    <a:lnTo>
                      <a:pt x="1048" y="526"/>
                    </a:lnTo>
                    <a:lnTo>
                      <a:pt x="1048" y="530"/>
                    </a:lnTo>
                    <a:lnTo>
                      <a:pt x="1044" y="530"/>
                    </a:lnTo>
                    <a:lnTo>
                      <a:pt x="1040" y="526"/>
                    </a:lnTo>
                    <a:lnTo>
                      <a:pt x="1036" y="522"/>
                    </a:lnTo>
                    <a:lnTo>
                      <a:pt x="1036" y="520"/>
                    </a:lnTo>
                    <a:lnTo>
                      <a:pt x="1032" y="520"/>
                    </a:lnTo>
                    <a:lnTo>
                      <a:pt x="1036" y="522"/>
                    </a:lnTo>
                    <a:lnTo>
                      <a:pt x="1036" y="526"/>
                    </a:lnTo>
                    <a:lnTo>
                      <a:pt x="1036" y="530"/>
                    </a:lnTo>
                    <a:lnTo>
                      <a:pt x="1036" y="526"/>
                    </a:lnTo>
                    <a:lnTo>
                      <a:pt x="1032" y="526"/>
                    </a:lnTo>
                    <a:lnTo>
                      <a:pt x="1032" y="522"/>
                    </a:lnTo>
                    <a:lnTo>
                      <a:pt x="1030" y="522"/>
                    </a:lnTo>
                    <a:lnTo>
                      <a:pt x="1026" y="522"/>
                    </a:lnTo>
                    <a:lnTo>
                      <a:pt x="1026" y="520"/>
                    </a:lnTo>
                    <a:lnTo>
                      <a:pt x="1022" y="520"/>
                    </a:lnTo>
                    <a:lnTo>
                      <a:pt x="1018" y="520"/>
                    </a:lnTo>
                    <a:lnTo>
                      <a:pt x="1022" y="522"/>
                    </a:lnTo>
                    <a:lnTo>
                      <a:pt x="1026" y="526"/>
                    </a:lnTo>
                    <a:lnTo>
                      <a:pt x="1030" y="530"/>
                    </a:lnTo>
                    <a:lnTo>
                      <a:pt x="1030" y="534"/>
                    </a:lnTo>
                    <a:lnTo>
                      <a:pt x="1032" y="534"/>
                    </a:lnTo>
                    <a:lnTo>
                      <a:pt x="1036" y="534"/>
                    </a:lnTo>
                    <a:lnTo>
                      <a:pt x="1036" y="538"/>
                    </a:lnTo>
                    <a:lnTo>
                      <a:pt x="1040" y="538"/>
                    </a:lnTo>
                    <a:lnTo>
                      <a:pt x="1036" y="538"/>
                    </a:lnTo>
                    <a:lnTo>
                      <a:pt x="1040" y="538"/>
                    </a:lnTo>
                    <a:lnTo>
                      <a:pt x="1044" y="542"/>
                    </a:lnTo>
                    <a:lnTo>
                      <a:pt x="1048" y="542"/>
                    </a:lnTo>
                    <a:lnTo>
                      <a:pt x="1048" y="546"/>
                    </a:lnTo>
                    <a:lnTo>
                      <a:pt x="1052" y="546"/>
                    </a:lnTo>
                    <a:lnTo>
                      <a:pt x="1056" y="550"/>
                    </a:lnTo>
                    <a:lnTo>
                      <a:pt x="1056" y="552"/>
                    </a:lnTo>
                    <a:lnTo>
                      <a:pt x="1060" y="552"/>
                    </a:lnTo>
                    <a:lnTo>
                      <a:pt x="1060" y="556"/>
                    </a:lnTo>
                    <a:lnTo>
                      <a:pt x="1062" y="556"/>
                    </a:lnTo>
                    <a:lnTo>
                      <a:pt x="1060" y="556"/>
                    </a:lnTo>
                    <a:lnTo>
                      <a:pt x="1060" y="560"/>
                    </a:lnTo>
                    <a:lnTo>
                      <a:pt x="1062" y="560"/>
                    </a:lnTo>
                    <a:lnTo>
                      <a:pt x="1062" y="564"/>
                    </a:lnTo>
                    <a:lnTo>
                      <a:pt x="1060" y="564"/>
                    </a:lnTo>
                    <a:lnTo>
                      <a:pt x="1056" y="564"/>
                    </a:lnTo>
                    <a:lnTo>
                      <a:pt x="1052" y="564"/>
                    </a:lnTo>
                    <a:lnTo>
                      <a:pt x="1052" y="560"/>
                    </a:lnTo>
                    <a:lnTo>
                      <a:pt x="1048" y="560"/>
                    </a:lnTo>
                    <a:lnTo>
                      <a:pt x="1044" y="560"/>
                    </a:lnTo>
                    <a:lnTo>
                      <a:pt x="1040" y="556"/>
                    </a:lnTo>
                    <a:lnTo>
                      <a:pt x="1036" y="556"/>
                    </a:lnTo>
                    <a:lnTo>
                      <a:pt x="1032" y="556"/>
                    </a:lnTo>
                    <a:lnTo>
                      <a:pt x="1030" y="556"/>
                    </a:lnTo>
                    <a:lnTo>
                      <a:pt x="1026" y="556"/>
                    </a:lnTo>
                    <a:lnTo>
                      <a:pt x="1026" y="552"/>
                    </a:lnTo>
                    <a:lnTo>
                      <a:pt x="1022" y="552"/>
                    </a:lnTo>
                    <a:lnTo>
                      <a:pt x="1018" y="552"/>
                    </a:lnTo>
                    <a:lnTo>
                      <a:pt x="1018" y="550"/>
                    </a:lnTo>
                    <a:lnTo>
                      <a:pt x="1014" y="550"/>
                    </a:lnTo>
                    <a:lnTo>
                      <a:pt x="1014" y="546"/>
                    </a:lnTo>
                    <a:lnTo>
                      <a:pt x="1014" y="550"/>
                    </a:lnTo>
                    <a:lnTo>
                      <a:pt x="1010" y="546"/>
                    </a:lnTo>
                    <a:lnTo>
                      <a:pt x="1010" y="542"/>
                    </a:lnTo>
                    <a:lnTo>
                      <a:pt x="1006" y="542"/>
                    </a:lnTo>
                    <a:lnTo>
                      <a:pt x="1004" y="542"/>
                    </a:lnTo>
                    <a:lnTo>
                      <a:pt x="1004" y="542"/>
                    </a:lnTo>
                    <a:lnTo>
                      <a:pt x="1004" y="542"/>
                    </a:lnTo>
                    <a:close/>
                    <a:moveTo>
                      <a:pt x="902" y="292"/>
                    </a:moveTo>
                    <a:lnTo>
                      <a:pt x="898" y="292"/>
                    </a:lnTo>
                    <a:lnTo>
                      <a:pt x="894" y="292"/>
                    </a:lnTo>
                    <a:lnTo>
                      <a:pt x="890" y="292"/>
                    </a:lnTo>
                    <a:lnTo>
                      <a:pt x="888" y="292"/>
                    </a:lnTo>
                    <a:lnTo>
                      <a:pt x="884" y="292"/>
                    </a:lnTo>
                    <a:lnTo>
                      <a:pt x="880" y="292"/>
                    </a:lnTo>
                    <a:lnTo>
                      <a:pt x="876" y="294"/>
                    </a:lnTo>
                    <a:lnTo>
                      <a:pt x="872" y="294"/>
                    </a:lnTo>
                    <a:lnTo>
                      <a:pt x="868" y="294"/>
                    </a:lnTo>
                    <a:lnTo>
                      <a:pt x="864" y="292"/>
                    </a:lnTo>
                    <a:lnTo>
                      <a:pt x="862" y="292"/>
                    </a:lnTo>
                    <a:lnTo>
                      <a:pt x="862" y="288"/>
                    </a:lnTo>
                    <a:lnTo>
                      <a:pt x="862" y="284"/>
                    </a:lnTo>
                    <a:lnTo>
                      <a:pt x="862" y="280"/>
                    </a:lnTo>
                    <a:lnTo>
                      <a:pt x="858" y="280"/>
                    </a:lnTo>
                    <a:lnTo>
                      <a:pt x="854" y="280"/>
                    </a:lnTo>
                    <a:lnTo>
                      <a:pt x="850" y="280"/>
                    </a:lnTo>
                    <a:lnTo>
                      <a:pt x="850" y="276"/>
                    </a:lnTo>
                    <a:lnTo>
                      <a:pt x="850" y="268"/>
                    </a:lnTo>
                    <a:lnTo>
                      <a:pt x="854" y="268"/>
                    </a:lnTo>
                    <a:lnTo>
                      <a:pt x="858" y="268"/>
                    </a:lnTo>
                    <a:lnTo>
                      <a:pt x="862" y="268"/>
                    </a:lnTo>
                    <a:lnTo>
                      <a:pt x="864" y="268"/>
                    </a:lnTo>
                    <a:lnTo>
                      <a:pt x="868" y="268"/>
                    </a:lnTo>
                    <a:lnTo>
                      <a:pt x="868" y="272"/>
                    </a:lnTo>
                    <a:lnTo>
                      <a:pt x="872" y="272"/>
                    </a:lnTo>
                    <a:lnTo>
                      <a:pt x="876" y="272"/>
                    </a:lnTo>
                    <a:lnTo>
                      <a:pt x="876" y="268"/>
                    </a:lnTo>
                    <a:lnTo>
                      <a:pt x="880" y="268"/>
                    </a:lnTo>
                    <a:lnTo>
                      <a:pt x="884" y="268"/>
                    </a:lnTo>
                    <a:lnTo>
                      <a:pt x="888" y="268"/>
                    </a:lnTo>
                    <a:lnTo>
                      <a:pt x="890" y="268"/>
                    </a:lnTo>
                    <a:lnTo>
                      <a:pt x="890" y="272"/>
                    </a:lnTo>
                    <a:lnTo>
                      <a:pt x="894" y="272"/>
                    </a:lnTo>
                    <a:lnTo>
                      <a:pt x="898" y="272"/>
                    </a:lnTo>
                    <a:lnTo>
                      <a:pt x="902" y="272"/>
                    </a:lnTo>
                    <a:lnTo>
                      <a:pt x="902" y="276"/>
                    </a:lnTo>
                    <a:lnTo>
                      <a:pt x="906" y="276"/>
                    </a:lnTo>
                    <a:lnTo>
                      <a:pt x="906" y="280"/>
                    </a:lnTo>
                    <a:lnTo>
                      <a:pt x="910" y="280"/>
                    </a:lnTo>
                    <a:lnTo>
                      <a:pt x="910" y="284"/>
                    </a:lnTo>
                    <a:lnTo>
                      <a:pt x="914" y="284"/>
                    </a:lnTo>
                    <a:lnTo>
                      <a:pt x="914" y="288"/>
                    </a:lnTo>
                    <a:lnTo>
                      <a:pt x="918" y="288"/>
                    </a:lnTo>
                    <a:lnTo>
                      <a:pt x="918" y="292"/>
                    </a:lnTo>
                    <a:lnTo>
                      <a:pt x="914" y="292"/>
                    </a:lnTo>
                    <a:lnTo>
                      <a:pt x="910" y="292"/>
                    </a:lnTo>
                    <a:lnTo>
                      <a:pt x="906" y="292"/>
                    </a:lnTo>
                    <a:lnTo>
                      <a:pt x="902" y="292"/>
                    </a:lnTo>
                    <a:lnTo>
                      <a:pt x="902" y="292"/>
                    </a:lnTo>
                    <a:lnTo>
                      <a:pt x="902" y="292"/>
                    </a:lnTo>
                    <a:close/>
                    <a:moveTo>
                      <a:pt x="508" y="292"/>
                    </a:moveTo>
                    <a:lnTo>
                      <a:pt x="504" y="288"/>
                    </a:lnTo>
                    <a:lnTo>
                      <a:pt x="504" y="292"/>
                    </a:lnTo>
                    <a:lnTo>
                      <a:pt x="508" y="292"/>
                    </a:lnTo>
                    <a:lnTo>
                      <a:pt x="504" y="292"/>
                    </a:lnTo>
                    <a:lnTo>
                      <a:pt x="500" y="288"/>
                    </a:lnTo>
                    <a:lnTo>
                      <a:pt x="496" y="284"/>
                    </a:lnTo>
                    <a:lnTo>
                      <a:pt x="492" y="284"/>
                    </a:lnTo>
                    <a:lnTo>
                      <a:pt x="492" y="280"/>
                    </a:lnTo>
                    <a:lnTo>
                      <a:pt x="488" y="276"/>
                    </a:lnTo>
                    <a:lnTo>
                      <a:pt x="484" y="276"/>
                    </a:lnTo>
                    <a:lnTo>
                      <a:pt x="480" y="276"/>
                    </a:lnTo>
                    <a:lnTo>
                      <a:pt x="480" y="272"/>
                    </a:lnTo>
                    <a:lnTo>
                      <a:pt x="484" y="268"/>
                    </a:lnTo>
                    <a:lnTo>
                      <a:pt x="488" y="268"/>
                    </a:lnTo>
                    <a:lnTo>
                      <a:pt x="492" y="268"/>
                    </a:lnTo>
                    <a:lnTo>
                      <a:pt x="496" y="268"/>
                    </a:lnTo>
                    <a:lnTo>
                      <a:pt x="500" y="268"/>
                    </a:lnTo>
                    <a:lnTo>
                      <a:pt x="504" y="268"/>
                    </a:lnTo>
                    <a:lnTo>
                      <a:pt x="508" y="268"/>
                    </a:lnTo>
                    <a:lnTo>
                      <a:pt x="510" y="268"/>
                    </a:lnTo>
                    <a:lnTo>
                      <a:pt x="514" y="272"/>
                    </a:lnTo>
                    <a:lnTo>
                      <a:pt x="514" y="276"/>
                    </a:lnTo>
                    <a:lnTo>
                      <a:pt x="514" y="280"/>
                    </a:lnTo>
                    <a:lnTo>
                      <a:pt x="510" y="284"/>
                    </a:lnTo>
                    <a:lnTo>
                      <a:pt x="510" y="288"/>
                    </a:lnTo>
                    <a:lnTo>
                      <a:pt x="508" y="288"/>
                    </a:lnTo>
                    <a:lnTo>
                      <a:pt x="508" y="292"/>
                    </a:lnTo>
                    <a:lnTo>
                      <a:pt x="508" y="292"/>
                    </a:lnTo>
                    <a:lnTo>
                      <a:pt x="508" y="292"/>
                    </a:lnTo>
                    <a:close/>
                    <a:moveTo>
                      <a:pt x="236" y="272"/>
                    </a:moveTo>
                    <a:lnTo>
                      <a:pt x="238" y="272"/>
                    </a:lnTo>
                    <a:lnTo>
                      <a:pt x="236" y="272"/>
                    </a:lnTo>
                    <a:lnTo>
                      <a:pt x="236" y="272"/>
                    </a:lnTo>
                    <a:lnTo>
                      <a:pt x="236" y="272"/>
                    </a:lnTo>
                    <a:close/>
                    <a:moveTo>
                      <a:pt x="474" y="272"/>
                    </a:moveTo>
                    <a:lnTo>
                      <a:pt x="470" y="272"/>
                    </a:lnTo>
                    <a:lnTo>
                      <a:pt x="466" y="272"/>
                    </a:lnTo>
                    <a:lnTo>
                      <a:pt x="470" y="272"/>
                    </a:lnTo>
                    <a:lnTo>
                      <a:pt x="474" y="272"/>
                    </a:lnTo>
                    <a:lnTo>
                      <a:pt x="474" y="272"/>
                    </a:lnTo>
                    <a:lnTo>
                      <a:pt x="474" y="272"/>
                    </a:lnTo>
                    <a:close/>
                    <a:moveTo>
                      <a:pt x="354" y="350"/>
                    </a:moveTo>
                    <a:lnTo>
                      <a:pt x="352" y="350"/>
                    </a:lnTo>
                    <a:lnTo>
                      <a:pt x="348" y="350"/>
                    </a:lnTo>
                    <a:lnTo>
                      <a:pt x="344" y="350"/>
                    </a:lnTo>
                    <a:lnTo>
                      <a:pt x="340" y="350"/>
                    </a:lnTo>
                    <a:lnTo>
                      <a:pt x="336" y="350"/>
                    </a:lnTo>
                    <a:lnTo>
                      <a:pt x="332" y="350"/>
                    </a:lnTo>
                    <a:lnTo>
                      <a:pt x="328" y="350"/>
                    </a:lnTo>
                    <a:lnTo>
                      <a:pt x="328" y="348"/>
                    </a:lnTo>
                    <a:lnTo>
                      <a:pt x="324" y="348"/>
                    </a:lnTo>
                    <a:lnTo>
                      <a:pt x="324" y="344"/>
                    </a:lnTo>
                    <a:lnTo>
                      <a:pt x="322" y="344"/>
                    </a:lnTo>
                    <a:lnTo>
                      <a:pt x="322" y="340"/>
                    </a:lnTo>
                    <a:lnTo>
                      <a:pt x="324" y="336"/>
                    </a:lnTo>
                    <a:lnTo>
                      <a:pt x="328" y="336"/>
                    </a:lnTo>
                    <a:lnTo>
                      <a:pt x="332" y="336"/>
                    </a:lnTo>
                    <a:lnTo>
                      <a:pt x="336" y="336"/>
                    </a:lnTo>
                    <a:lnTo>
                      <a:pt x="340" y="332"/>
                    </a:lnTo>
                    <a:lnTo>
                      <a:pt x="344" y="332"/>
                    </a:lnTo>
                    <a:lnTo>
                      <a:pt x="348" y="332"/>
                    </a:lnTo>
                    <a:lnTo>
                      <a:pt x="352" y="332"/>
                    </a:lnTo>
                    <a:lnTo>
                      <a:pt x="354" y="332"/>
                    </a:lnTo>
                    <a:lnTo>
                      <a:pt x="358" y="332"/>
                    </a:lnTo>
                    <a:lnTo>
                      <a:pt x="358" y="328"/>
                    </a:lnTo>
                    <a:lnTo>
                      <a:pt x="354" y="328"/>
                    </a:lnTo>
                    <a:lnTo>
                      <a:pt x="358" y="328"/>
                    </a:lnTo>
                    <a:lnTo>
                      <a:pt x="362" y="328"/>
                    </a:lnTo>
                    <a:lnTo>
                      <a:pt x="366" y="328"/>
                    </a:lnTo>
                    <a:lnTo>
                      <a:pt x="366" y="324"/>
                    </a:lnTo>
                    <a:lnTo>
                      <a:pt x="366" y="328"/>
                    </a:lnTo>
                    <a:lnTo>
                      <a:pt x="362" y="328"/>
                    </a:lnTo>
                    <a:lnTo>
                      <a:pt x="362" y="324"/>
                    </a:lnTo>
                    <a:lnTo>
                      <a:pt x="358" y="324"/>
                    </a:lnTo>
                    <a:lnTo>
                      <a:pt x="354" y="324"/>
                    </a:lnTo>
                    <a:lnTo>
                      <a:pt x="352" y="328"/>
                    </a:lnTo>
                    <a:lnTo>
                      <a:pt x="348" y="328"/>
                    </a:lnTo>
                    <a:lnTo>
                      <a:pt x="344" y="328"/>
                    </a:lnTo>
                    <a:lnTo>
                      <a:pt x="340" y="328"/>
                    </a:lnTo>
                    <a:lnTo>
                      <a:pt x="336" y="328"/>
                    </a:lnTo>
                    <a:lnTo>
                      <a:pt x="332" y="328"/>
                    </a:lnTo>
                    <a:lnTo>
                      <a:pt x="336" y="328"/>
                    </a:lnTo>
                    <a:lnTo>
                      <a:pt x="332" y="328"/>
                    </a:lnTo>
                    <a:lnTo>
                      <a:pt x="332" y="332"/>
                    </a:lnTo>
                    <a:lnTo>
                      <a:pt x="328" y="328"/>
                    </a:lnTo>
                    <a:lnTo>
                      <a:pt x="328" y="332"/>
                    </a:lnTo>
                    <a:lnTo>
                      <a:pt x="328" y="328"/>
                    </a:lnTo>
                    <a:lnTo>
                      <a:pt x="324" y="328"/>
                    </a:lnTo>
                    <a:lnTo>
                      <a:pt x="322" y="328"/>
                    </a:lnTo>
                    <a:lnTo>
                      <a:pt x="324" y="324"/>
                    </a:lnTo>
                    <a:lnTo>
                      <a:pt x="328" y="324"/>
                    </a:lnTo>
                    <a:lnTo>
                      <a:pt x="332" y="324"/>
                    </a:lnTo>
                    <a:lnTo>
                      <a:pt x="328" y="324"/>
                    </a:lnTo>
                    <a:lnTo>
                      <a:pt x="328" y="322"/>
                    </a:lnTo>
                    <a:lnTo>
                      <a:pt x="324" y="322"/>
                    </a:lnTo>
                    <a:lnTo>
                      <a:pt x="324" y="324"/>
                    </a:lnTo>
                    <a:lnTo>
                      <a:pt x="322" y="324"/>
                    </a:lnTo>
                    <a:lnTo>
                      <a:pt x="318" y="324"/>
                    </a:lnTo>
                    <a:lnTo>
                      <a:pt x="318" y="322"/>
                    </a:lnTo>
                    <a:lnTo>
                      <a:pt x="314" y="322"/>
                    </a:lnTo>
                    <a:lnTo>
                      <a:pt x="314" y="324"/>
                    </a:lnTo>
                    <a:lnTo>
                      <a:pt x="310" y="324"/>
                    </a:lnTo>
                    <a:lnTo>
                      <a:pt x="310" y="322"/>
                    </a:lnTo>
                    <a:lnTo>
                      <a:pt x="310" y="318"/>
                    </a:lnTo>
                    <a:lnTo>
                      <a:pt x="314" y="314"/>
                    </a:lnTo>
                    <a:lnTo>
                      <a:pt x="318" y="314"/>
                    </a:lnTo>
                    <a:lnTo>
                      <a:pt x="314" y="310"/>
                    </a:lnTo>
                    <a:lnTo>
                      <a:pt x="318" y="310"/>
                    </a:lnTo>
                    <a:lnTo>
                      <a:pt x="322" y="310"/>
                    </a:lnTo>
                    <a:lnTo>
                      <a:pt x="324" y="310"/>
                    </a:lnTo>
                    <a:lnTo>
                      <a:pt x="324" y="306"/>
                    </a:lnTo>
                    <a:lnTo>
                      <a:pt x="322" y="306"/>
                    </a:lnTo>
                    <a:lnTo>
                      <a:pt x="318" y="306"/>
                    </a:lnTo>
                    <a:lnTo>
                      <a:pt x="318" y="302"/>
                    </a:lnTo>
                    <a:lnTo>
                      <a:pt x="322" y="298"/>
                    </a:lnTo>
                    <a:lnTo>
                      <a:pt x="324" y="298"/>
                    </a:lnTo>
                    <a:lnTo>
                      <a:pt x="328" y="294"/>
                    </a:lnTo>
                    <a:lnTo>
                      <a:pt x="332" y="294"/>
                    </a:lnTo>
                    <a:lnTo>
                      <a:pt x="332" y="292"/>
                    </a:lnTo>
                    <a:lnTo>
                      <a:pt x="336" y="292"/>
                    </a:lnTo>
                    <a:lnTo>
                      <a:pt x="340" y="292"/>
                    </a:lnTo>
                    <a:lnTo>
                      <a:pt x="340" y="288"/>
                    </a:lnTo>
                    <a:lnTo>
                      <a:pt x="344" y="288"/>
                    </a:lnTo>
                    <a:lnTo>
                      <a:pt x="348" y="288"/>
                    </a:lnTo>
                    <a:lnTo>
                      <a:pt x="352" y="284"/>
                    </a:lnTo>
                    <a:lnTo>
                      <a:pt x="354" y="284"/>
                    </a:lnTo>
                    <a:lnTo>
                      <a:pt x="358" y="284"/>
                    </a:lnTo>
                    <a:lnTo>
                      <a:pt x="362" y="280"/>
                    </a:lnTo>
                    <a:lnTo>
                      <a:pt x="366" y="280"/>
                    </a:lnTo>
                    <a:lnTo>
                      <a:pt x="370" y="280"/>
                    </a:lnTo>
                    <a:lnTo>
                      <a:pt x="374" y="276"/>
                    </a:lnTo>
                    <a:lnTo>
                      <a:pt x="378" y="280"/>
                    </a:lnTo>
                    <a:lnTo>
                      <a:pt x="380" y="280"/>
                    </a:lnTo>
                    <a:lnTo>
                      <a:pt x="380" y="284"/>
                    </a:lnTo>
                    <a:lnTo>
                      <a:pt x="384" y="284"/>
                    </a:lnTo>
                    <a:lnTo>
                      <a:pt x="380" y="288"/>
                    </a:lnTo>
                    <a:lnTo>
                      <a:pt x="380" y="292"/>
                    </a:lnTo>
                    <a:lnTo>
                      <a:pt x="380" y="294"/>
                    </a:lnTo>
                    <a:lnTo>
                      <a:pt x="378" y="294"/>
                    </a:lnTo>
                    <a:lnTo>
                      <a:pt x="378" y="298"/>
                    </a:lnTo>
                    <a:lnTo>
                      <a:pt x="374" y="298"/>
                    </a:lnTo>
                    <a:lnTo>
                      <a:pt x="378" y="298"/>
                    </a:lnTo>
                    <a:lnTo>
                      <a:pt x="380" y="298"/>
                    </a:lnTo>
                    <a:lnTo>
                      <a:pt x="384" y="294"/>
                    </a:lnTo>
                    <a:lnTo>
                      <a:pt x="384" y="298"/>
                    </a:lnTo>
                    <a:lnTo>
                      <a:pt x="388" y="294"/>
                    </a:lnTo>
                    <a:lnTo>
                      <a:pt x="388" y="298"/>
                    </a:lnTo>
                    <a:lnTo>
                      <a:pt x="384" y="298"/>
                    </a:lnTo>
                    <a:lnTo>
                      <a:pt x="388" y="298"/>
                    </a:lnTo>
                    <a:lnTo>
                      <a:pt x="388" y="294"/>
                    </a:lnTo>
                    <a:lnTo>
                      <a:pt x="392" y="294"/>
                    </a:lnTo>
                    <a:lnTo>
                      <a:pt x="388" y="294"/>
                    </a:lnTo>
                    <a:lnTo>
                      <a:pt x="392" y="292"/>
                    </a:lnTo>
                    <a:lnTo>
                      <a:pt x="392" y="288"/>
                    </a:lnTo>
                    <a:lnTo>
                      <a:pt x="396" y="288"/>
                    </a:lnTo>
                    <a:lnTo>
                      <a:pt x="400" y="288"/>
                    </a:lnTo>
                    <a:lnTo>
                      <a:pt x="404" y="288"/>
                    </a:lnTo>
                    <a:lnTo>
                      <a:pt x="404" y="292"/>
                    </a:lnTo>
                    <a:lnTo>
                      <a:pt x="408" y="292"/>
                    </a:lnTo>
                    <a:lnTo>
                      <a:pt x="410" y="292"/>
                    </a:lnTo>
                    <a:lnTo>
                      <a:pt x="414" y="292"/>
                    </a:lnTo>
                    <a:lnTo>
                      <a:pt x="418" y="292"/>
                    </a:lnTo>
                    <a:lnTo>
                      <a:pt x="418" y="294"/>
                    </a:lnTo>
                    <a:lnTo>
                      <a:pt x="422" y="294"/>
                    </a:lnTo>
                    <a:lnTo>
                      <a:pt x="422" y="298"/>
                    </a:lnTo>
                    <a:lnTo>
                      <a:pt x="418" y="302"/>
                    </a:lnTo>
                    <a:lnTo>
                      <a:pt x="414" y="302"/>
                    </a:lnTo>
                    <a:lnTo>
                      <a:pt x="414" y="306"/>
                    </a:lnTo>
                    <a:lnTo>
                      <a:pt x="410" y="306"/>
                    </a:lnTo>
                    <a:lnTo>
                      <a:pt x="414" y="306"/>
                    </a:lnTo>
                    <a:lnTo>
                      <a:pt x="418" y="306"/>
                    </a:lnTo>
                    <a:lnTo>
                      <a:pt x="414" y="306"/>
                    </a:lnTo>
                    <a:lnTo>
                      <a:pt x="418" y="302"/>
                    </a:lnTo>
                    <a:lnTo>
                      <a:pt x="422" y="302"/>
                    </a:lnTo>
                    <a:lnTo>
                      <a:pt x="422" y="306"/>
                    </a:lnTo>
                    <a:lnTo>
                      <a:pt x="422" y="302"/>
                    </a:lnTo>
                    <a:lnTo>
                      <a:pt x="424" y="302"/>
                    </a:lnTo>
                    <a:lnTo>
                      <a:pt x="428" y="302"/>
                    </a:lnTo>
                    <a:lnTo>
                      <a:pt x="424" y="302"/>
                    </a:lnTo>
                    <a:lnTo>
                      <a:pt x="428" y="298"/>
                    </a:lnTo>
                    <a:lnTo>
                      <a:pt x="432" y="298"/>
                    </a:lnTo>
                    <a:lnTo>
                      <a:pt x="428" y="302"/>
                    </a:lnTo>
                    <a:lnTo>
                      <a:pt x="432" y="302"/>
                    </a:lnTo>
                    <a:lnTo>
                      <a:pt x="432" y="298"/>
                    </a:lnTo>
                    <a:lnTo>
                      <a:pt x="436" y="302"/>
                    </a:lnTo>
                    <a:lnTo>
                      <a:pt x="440" y="302"/>
                    </a:lnTo>
                    <a:lnTo>
                      <a:pt x="436" y="302"/>
                    </a:lnTo>
                    <a:lnTo>
                      <a:pt x="436" y="298"/>
                    </a:lnTo>
                    <a:lnTo>
                      <a:pt x="440" y="298"/>
                    </a:lnTo>
                    <a:lnTo>
                      <a:pt x="440" y="302"/>
                    </a:lnTo>
                    <a:lnTo>
                      <a:pt x="440" y="298"/>
                    </a:lnTo>
                    <a:lnTo>
                      <a:pt x="436" y="298"/>
                    </a:lnTo>
                    <a:lnTo>
                      <a:pt x="432" y="294"/>
                    </a:lnTo>
                    <a:lnTo>
                      <a:pt x="436" y="294"/>
                    </a:lnTo>
                    <a:lnTo>
                      <a:pt x="440" y="294"/>
                    </a:lnTo>
                    <a:lnTo>
                      <a:pt x="436" y="294"/>
                    </a:lnTo>
                    <a:lnTo>
                      <a:pt x="436" y="292"/>
                    </a:lnTo>
                    <a:lnTo>
                      <a:pt x="432" y="292"/>
                    </a:lnTo>
                    <a:lnTo>
                      <a:pt x="428" y="292"/>
                    </a:lnTo>
                    <a:lnTo>
                      <a:pt x="428" y="288"/>
                    </a:lnTo>
                    <a:lnTo>
                      <a:pt x="432" y="288"/>
                    </a:lnTo>
                    <a:lnTo>
                      <a:pt x="436" y="288"/>
                    </a:lnTo>
                    <a:lnTo>
                      <a:pt x="440" y="288"/>
                    </a:lnTo>
                    <a:lnTo>
                      <a:pt x="444" y="292"/>
                    </a:lnTo>
                    <a:lnTo>
                      <a:pt x="448" y="294"/>
                    </a:lnTo>
                    <a:lnTo>
                      <a:pt x="450" y="294"/>
                    </a:lnTo>
                    <a:lnTo>
                      <a:pt x="450" y="298"/>
                    </a:lnTo>
                    <a:lnTo>
                      <a:pt x="454" y="298"/>
                    </a:lnTo>
                    <a:lnTo>
                      <a:pt x="458" y="298"/>
                    </a:lnTo>
                    <a:lnTo>
                      <a:pt x="458" y="302"/>
                    </a:lnTo>
                    <a:lnTo>
                      <a:pt x="458" y="306"/>
                    </a:lnTo>
                    <a:lnTo>
                      <a:pt x="458" y="310"/>
                    </a:lnTo>
                    <a:lnTo>
                      <a:pt x="462" y="310"/>
                    </a:lnTo>
                    <a:lnTo>
                      <a:pt x="462" y="314"/>
                    </a:lnTo>
                    <a:lnTo>
                      <a:pt x="462" y="318"/>
                    </a:lnTo>
                    <a:lnTo>
                      <a:pt x="462" y="322"/>
                    </a:lnTo>
                    <a:lnTo>
                      <a:pt x="466" y="322"/>
                    </a:lnTo>
                    <a:lnTo>
                      <a:pt x="466" y="324"/>
                    </a:lnTo>
                    <a:lnTo>
                      <a:pt x="470" y="324"/>
                    </a:lnTo>
                    <a:lnTo>
                      <a:pt x="470" y="322"/>
                    </a:lnTo>
                    <a:lnTo>
                      <a:pt x="474" y="322"/>
                    </a:lnTo>
                    <a:lnTo>
                      <a:pt x="474" y="318"/>
                    </a:lnTo>
                    <a:lnTo>
                      <a:pt x="478" y="318"/>
                    </a:lnTo>
                    <a:lnTo>
                      <a:pt x="474" y="314"/>
                    </a:lnTo>
                    <a:lnTo>
                      <a:pt x="470" y="314"/>
                    </a:lnTo>
                    <a:lnTo>
                      <a:pt x="474" y="314"/>
                    </a:lnTo>
                    <a:lnTo>
                      <a:pt x="474" y="310"/>
                    </a:lnTo>
                    <a:lnTo>
                      <a:pt x="470" y="310"/>
                    </a:lnTo>
                    <a:lnTo>
                      <a:pt x="470" y="306"/>
                    </a:lnTo>
                    <a:lnTo>
                      <a:pt x="470" y="302"/>
                    </a:lnTo>
                    <a:lnTo>
                      <a:pt x="470" y="298"/>
                    </a:lnTo>
                    <a:lnTo>
                      <a:pt x="466" y="298"/>
                    </a:lnTo>
                    <a:lnTo>
                      <a:pt x="466" y="294"/>
                    </a:lnTo>
                    <a:lnTo>
                      <a:pt x="466" y="292"/>
                    </a:lnTo>
                    <a:lnTo>
                      <a:pt x="466" y="288"/>
                    </a:lnTo>
                    <a:lnTo>
                      <a:pt x="462" y="284"/>
                    </a:lnTo>
                    <a:lnTo>
                      <a:pt x="466" y="284"/>
                    </a:lnTo>
                    <a:lnTo>
                      <a:pt x="470" y="284"/>
                    </a:lnTo>
                    <a:lnTo>
                      <a:pt x="466" y="284"/>
                    </a:lnTo>
                    <a:lnTo>
                      <a:pt x="466" y="280"/>
                    </a:lnTo>
                    <a:lnTo>
                      <a:pt x="470" y="280"/>
                    </a:lnTo>
                    <a:lnTo>
                      <a:pt x="474" y="280"/>
                    </a:lnTo>
                    <a:lnTo>
                      <a:pt x="478" y="280"/>
                    </a:lnTo>
                    <a:lnTo>
                      <a:pt x="478" y="284"/>
                    </a:lnTo>
                    <a:lnTo>
                      <a:pt x="480" y="284"/>
                    </a:lnTo>
                    <a:lnTo>
                      <a:pt x="480" y="280"/>
                    </a:lnTo>
                    <a:lnTo>
                      <a:pt x="484" y="280"/>
                    </a:lnTo>
                    <a:lnTo>
                      <a:pt x="484" y="284"/>
                    </a:lnTo>
                    <a:lnTo>
                      <a:pt x="488" y="284"/>
                    </a:lnTo>
                    <a:lnTo>
                      <a:pt x="492" y="284"/>
                    </a:lnTo>
                    <a:lnTo>
                      <a:pt x="496" y="288"/>
                    </a:lnTo>
                    <a:lnTo>
                      <a:pt x="500" y="288"/>
                    </a:lnTo>
                    <a:lnTo>
                      <a:pt x="500" y="292"/>
                    </a:lnTo>
                    <a:lnTo>
                      <a:pt x="504" y="292"/>
                    </a:lnTo>
                    <a:lnTo>
                      <a:pt x="504" y="294"/>
                    </a:lnTo>
                    <a:lnTo>
                      <a:pt x="504" y="298"/>
                    </a:lnTo>
                    <a:lnTo>
                      <a:pt x="508" y="298"/>
                    </a:lnTo>
                    <a:lnTo>
                      <a:pt x="508" y="302"/>
                    </a:lnTo>
                    <a:lnTo>
                      <a:pt x="504" y="302"/>
                    </a:lnTo>
                    <a:lnTo>
                      <a:pt x="508" y="302"/>
                    </a:lnTo>
                    <a:lnTo>
                      <a:pt x="508" y="306"/>
                    </a:lnTo>
                    <a:lnTo>
                      <a:pt x="508" y="310"/>
                    </a:lnTo>
                    <a:lnTo>
                      <a:pt x="510" y="310"/>
                    </a:lnTo>
                    <a:lnTo>
                      <a:pt x="508" y="310"/>
                    </a:lnTo>
                    <a:lnTo>
                      <a:pt x="508" y="314"/>
                    </a:lnTo>
                    <a:lnTo>
                      <a:pt x="510" y="314"/>
                    </a:lnTo>
                    <a:lnTo>
                      <a:pt x="510" y="318"/>
                    </a:lnTo>
                    <a:lnTo>
                      <a:pt x="514" y="318"/>
                    </a:lnTo>
                    <a:lnTo>
                      <a:pt x="514" y="322"/>
                    </a:lnTo>
                    <a:lnTo>
                      <a:pt x="518" y="324"/>
                    </a:lnTo>
                    <a:lnTo>
                      <a:pt x="518" y="328"/>
                    </a:lnTo>
                    <a:lnTo>
                      <a:pt x="518" y="332"/>
                    </a:lnTo>
                    <a:lnTo>
                      <a:pt x="514" y="332"/>
                    </a:lnTo>
                    <a:lnTo>
                      <a:pt x="518" y="332"/>
                    </a:lnTo>
                    <a:lnTo>
                      <a:pt x="518" y="336"/>
                    </a:lnTo>
                    <a:lnTo>
                      <a:pt x="514" y="336"/>
                    </a:lnTo>
                    <a:lnTo>
                      <a:pt x="514" y="340"/>
                    </a:lnTo>
                    <a:lnTo>
                      <a:pt x="518" y="340"/>
                    </a:lnTo>
                    <a:lnTo>
                      <a:pt x="522" y="344"/>
                    </a:lnTo>
                    <a:lnTo>
                      <a:pt x="522" y="348"/>
                    </a:lnTo>
                    <a:lnTo>
                      <a:pt x="526" y="348"/>
                    </a:lnTo>
                    <a:lnTo>
                      <a:pt x="530" y="350"/>
                    </a:lnTo>
                    <a:lnTo>
                      <a:pt x="534" y="350"/>
                    </a:lnTo>
                    <a:lnTo>
                      <a:pt x="536" y="350"/>
                    </a:lnTo>
                    <a:lnTo>
                      <a:pt x="536" y="354"/>
                    </a:lnTo>
                    <a:lnTo>
                      <a:pt x="536" y="350"/>
                    </a:lnTo>
                    <a:lnTo>
                      <a:pt x="536" y="348"/>
                    </a:lnTo>
                    <a:lnTo>
                      <a:pt x="540" y="350"/>
                    </a:lnTo>
                    <a:lnTo>
                      <a:pt x="540" y="354"/>
                    </a:lnTo>
                    <a:lnTo>
                      <a:pt x="544" y="354"/>
                    </a:lnTo>
                    <a:lnTo>
                      <a:pt x="548" y="354"/>
                    </a:lnTo>
                    <a:lnTo>
                      <a:pt x="548" y="358"/>
                    </a:lnTo>
                    <a:lnTo>
                      <a:pt x="552" y="358"/>
                    </a:lnTo>
                    <a:lnTo>
                      <a:pt x="556" y="358"/>
                    </a:lnTo>
                    <a:lnTo>
                      <a:pt x="556" y="362"/>
                    </a:lnTo>
                    <a:lnTo>
                      <a:pt x="560" y="362"/>
                    </a:lnTo>
                    <a:lnTo>
                      <a:pt x="564" y="362"/>
                    </a:lnTo>
                    <a:lnTo>
                      <a:pt x="566" y="362"/>
                    </a:lnTo>
                    <a:lnTo>
                      <a:pt x="566" y="366"/>
                    </a:lnTo>
                    <a:lnTo>
                      <a:pt x="566" y="370"/>
                    </a:lnTo>
                    <a:lnTo>
                      <a:pt x="566" y="374"/>
                    </a:lnTo>
                    <a:lnTo>
                      <a:pt x="564" y="374"/>
                    </a:lnTo>
                    <a:lnTo>
                      <a:pt x="560" y="374"/>
                    </a:lnTo>
                    <a:lnTo>
                      <a:pt x="560" y="370"/>
                    </a:lnTo>
                    <a:lnTo>
                      <a:pt x="560" y="374"/>
                    </a:lnTo>
                    <a:lnTo>
                      <a:pt x="556" y="374"/>
                    </a:lnTo>
                    <a:lnTo>
                      <a:pt x="552" y="374"/>
                    </a:lnTo>
                    <a:lnTo>
                      <a:pt x="552" y="370"/>
                    </a:lnTo>
                    <a:lnTo>
                      <a:pt x="548" y="370"/>
                    </a:lnTo>
                    <a:lnTo>
                      <a:pt x="544" y="374"/>
                    </a:lnTo>
                    <a:lnTo>
                      <a:pt x="540" y="374"/>
                    </a:lnTo>
                    <a:lnTo>
                      <a:pt x="544" y="374"/>
                    </a:lnTo>
                    <a:lnTo>
                      <a:pt x="544" y="378"/>
                    </a:lnTo>
                    <a:lnTo>
                      <a:pt x="540" y="378"/>
                    </a:lnTo>
                    <a:lnTo>
                      <a:pt x="536" y="378"/>
                    </a:lnTo>
                    <a:lnTo>
                      <a:pt x="534" y="374"/>
                    </a:lnTo>
                    <a:lnTo>
                      <a:pt x="530" y="374"/>
                    </a:lnTo>
                    <a:lnTo>
                      <a:pt x="530" y="378"/>
                    </a:lnTo>
                    <a:lnTo>
                      <a:pt x="534" y="378"/>
                    </a:lnTo>
                    <a:lnTo>
                      <a:pt x="536" y="378"/>
                    </a:lnTo>
                    <a:lnTo>
                      <a:pt x="536" y="380"/>
                    </a:lnTo>
                    <a:lnTo>
                      <a:pt x="536" y="384"/>
                    </a:lnTo>
                    <a:lnTo>
                      <a:pt x="534" y="384"/>
                    </a:lnTo>
                    <a:lnTo>
                      <a:pt x="534" y="388"/>
                    </a:lnTo>
                    <a:lnTo>
                      <a:pt x="536" y="388"/>
                    </a:lnTo>
                    <a:lnTo>
                      <a:pt x="536" y="384"/>
                    </a:lnTo>
                    <a:lnTo>
                      <a:pt x="540" y="380"/>
                    </a:lnTo>
                    <a:lnTo>
                      <a:pt x="544" y="380"/>
                    </a:lnTo>
                    <a:lnTo>
                      <a:pt x="544" y="378"/>
                    </a:lnTo>
                    <a:lnTo>
                      <a:pt x="548" y="378"/>
                    </a:lnTo>
                    <a:lnTo>
                      <a:pt x="552" y="378"/>
                    </a:lnTo>
                    <a:lnTo>
                      <a:pt x="552" y="380"/>
                    </a:lnTo>
                    <a:lnTo>
                      <a:pt x="552" y="384"/>
                    </a:lnTo>
                    <a:lnTo>
                      <a:pt x="548" y="384"/>
                    </a:lnTo>
                    <a:lnTo>
                      <a:pt x="548" y="388"/>
                    </a:lnTo>
                    <a:lnTo>
                      <a:pt x="552" y="388"/>
                    </a:lnTo>
                    <a:lnTo>
                      <a:pt x="552" y="384"/>
                    </a:lnTo>
                    <a:lnTo>
                      <a:pt x="556" y="384"/>
                    </a:lnTo>
                    <a:lnTo>
                      <a:pt x="556" y="388"/>
                    </a:lnTo>
                    <a:lnTo>
                      <a:pt x="556" y="392"/>
                    </a:lnTo>
                    <a:lnTo>
                      <a:pt x="552" y="392"/>
                    </a:lnTo>
                    <a:lnTo>
                      <a:pt x="548" y="392"/>
                    </a:lnTo>
                    <a:lnTo>
                      <a:pt x="544" y="392"/>
                    </a:lnTo>
                    <a:lnTo>
                      <a:pt x="544" y="396"/>
                    </a:lnTo>
                    <a:lnTo>
                      <a:pt x="540" y="396"/>
                    </a:lnTo>
                    <a:lnTo>
                      <a:pt x="536" y="396"/>
                    </a:lnTo>
                    <a:lnTo>
                      <a:pt x="534" y="396"/>
                    </a:lnTo>
                    <a:lnTo>
                      <a:pt x="530" y="396"/>
                    </a:lnTo>
                    <a:lnTo>
                      <a:pt x="526" y="396"/>
                    </a:lnTo>
                    <a:lnTo>
                      <a:pt x="522" y="396"/>
                    </a:lnTo>
                    <a:lnTo>
                      <a:pt x="518" y="392"/>
                    </a:lnTo>
                    <a:lnTo>
                      <a:pt x="514" y="396"/>
                    </a:lnTo>
                    <a:lnTo>
                      <a:pt x="510" y="396"/>
                    </a:lnTo>
                    <a:lnTo>
                      <a:pt x="508" y="392"/>
                    </a:lnTo>
                    <a:lnTo>
                      <a:pt x="510" y="388"/>
                    </a:lnTo>
                    <a:lnTo>
                      <a:pt x="508" y="388"/>
                    </a:lnTo>
                    <a:lnTo>
                      <a:pt x="504" y="388"/>
                    </a:lnTo>
                    <a:lnTo>
                      <a:pt x="500" y="388"/>
                    </a:lnTo>
                    <a:lnTo>
                      <a:pt x="496" y="388"/>
                    </a:lnTo>
                    <a:lnTo>
                      <a:pt x="492" y="388"/>
                    </a:lnTo>
                    <a:lnTo>
                      <a:pt x="488" y="384"/>
                    </a:lnTo>
                    <a:lnTo>
                      <a:pt x="492" y="384"/>
                    </a:lnTo>
                    <a:lnTo>
                      <a:pt x="492" y="380"/>
                    </a:lnTo>
                    <a:lnTo>
                      <a:pt x="488" y="380"/>
                    </a:lnTo>
                    <a:lnTo>
                      <a:pt x="488" y="378"/>
                    </a:lnTo>
                    <a:lnTo>
                      <a:pt x="484" y="378"/>
                    </a:lnTo>
                    <a:lnTo>
                      <a:pt x="484" y="380"/>
                    </a:lnTo>
                    <a:lnTo>
                      <a:pt x="480" y="380"/>
                    </a:lnTo>
                    <a:lnTo>
                      <a:pt x="480" y="384"/>
                    </a:lnTo>
                    <a:lnTo>
                      <a:pt x="480" y="388"/>
                    </a:lnTo>
                    <a:lnTo>
                      <a:pt x="478" y="388"/>
                    </a:lnTo>
                    <a:lnTo>
                      <a:pt x="478" y="392"/>
                    </a:lnTo>
                    <a:lnTo>
                      <a:pt x="474" y="392"/>
                    </a:lnTo>
                    <a:lnTo>
                      <a:pt x="470" y="392"/>
                    </a:lnTo>
                    <a:lnTo>
                      <a:pt x="466" y="392"/>
                    </a:lnTo>
                    <a:lnTo>
                      <a:pt x="462" y="392"/>
                    </a:lnTo>
                    <a:lnTo>
                      <a:pt x="458" y="392"/>
                    </a:lnTo>
                    <a:lnTo>
                      <a:pt x="458" y="396"/>
                    </a:lnTo>
                    <a:lnTo>
                      <a:pt x="454" y="396"/>
                    </a:lnTo>
                    <a:lnTo>
                      <a:pt x="450" y="400"/>
                    </a:lnTo>
                    <a:lnTo>
                      <a:pt x="448" y="400"/>
                    </a:lnTo>
                    <a:lnTo>
                      <a:pt x="444" y="400"/>
                    </a:lnTo>
                    <a:lnTo>
                      <a:pt x="440" y="400"/>
                    </a:lnTo>
                    <a:lnTo>
                      <a:pt x="436" y="400"/>
                    </a:lnTo>
                    <a:lnTo>
                      <a:pt x="432" y="400"/>
                    </a:lnTo>
                    <a:lnTo>
                      <a:pt x="432" y="404"/>
                    </a:lnTo>
                    <a:lnTo>
                      <a:pt x="432" y="400"/>
                    </a:lnTo>
                    <a:lnTo>
                      <a:pt x="428" y="400"/>
                    </a:lnTo>
                    <a:lnTo>
                      <a:pt x="428" y="404"/>
                    </a:lnTo>
                    <a:lnTo>
                      <a:pt x="424" y="404"/>
                    </a:lnTo>
                    <a:lnTo>
                      <a:pt x="424" y="400"/>
                    </a:lnTo>
                    <a:lnTo>
                      <a:pt x="424" y="404"/>
                    </a:lnTo>
                    <a:lnTo>
                      <a:pt x="422" y="404"/>
                    </a:lnTo>
                    <a:lnTo>
                      <a:pt x="418" y="404"/>
                    </a:lnTo>
                    <a:lnTo>
                      <a:pt x="422" y="404"/>
                    </a:lnTo>
                    <a:lnTo>
                      <a:pt x="418" y="404"/>
                    </a:lnTo>
                    <a:lnTo>
                      <a:pt x="414" y="404"/>
                    </a:lnTo>
                    <a:lnTo>
                      <a:pt x="410" y="404"/>
                    </a:lnTo>
                    <a:lnTo>
                      <a:pt x="408" y="404"/>
                    </a:lnTo>
                    <a:lnTo>
                      <a:pt x="404" y="404"/>
                    </a:lnTo>
                    <a:lnTo>
                      <a:pt x="400" y="404"/>
                    </a:lnTo>
                    <a:lnTo>
                      <a:pt x="396" y="404"/>
                    </a:lnTo>
                    <a:lnTo>
                      <a:pt x="392" y="404"/>
                    </a:lnTo>
                    <a:lnTo>
                      <a:pt x="396" y="404"/>
                    </a:lnTo>
                    <a:lnTo>
                      <a:pt x="392" y="404"/>
                    </a:lnTo>
                    <a:lnTo>
                      <a:pt x="392" y="400"/>
                    </a:lnTo>
                    <a:lnTo>
                      <a:pt x="388" y="400"/>
                    </a:lnTo>
                    <a:lnTo>
                      <a:pt x="388" y="396"/>
                    </a:lnTo>
                    <a:lnTo>
                      <a:pt x="388" y="392"/>
                    </a:lnTo>
                    <a:lnTo>
                      <a:pt x="388" y="388"/>
                    </a:lnTo>
                    <a:lnTo>
                      <a:pt x="388" y="384"/>
                    </a:lnTo>
                    <a:lnTo>
                      <a:pt x="388" y="388"/>
                    </a:lnTo>
                    <a:lnTo>
                      <a:pt x="388" y="384"/>
                    </a:lnTo>
                    <a:lnTo>
                      <a:pt x="384" y="384"/>
                    </a:lnTo>
                    <a:lnTo>
                      <a:pt x="378" y="384"/>
                    </a:lnTo>
                    <a:lnTo>
                      <a:pt x="374" y="384"/>
                    </a:lnTo>
                    <a:lnTo>
                      <a:pt x="370" y="384"/>
                    </a:lnTo>
                    <a:lnTo>
                      <a:pt x="366" y="384"/>
                    </a:lnTo>
                    <a:lnTo>
                      <a:pt x="362" y="384"/>
                    </a:lnTo>
                    <a:lnTo>
                      <a:pt x="358" y="384"/>
                    </a:lnTo>
                    <a:lnTo>
                      <a:pt x="354" y="384"/>
                    </a:lnTo>
                    <a:lnTo>
                      <a:pt x="352" y="380"/>
                    </a:lnTo>
                    <a:lnTo>
                      <a:pt x="348" y="380"/>
                    </a:lnTo>
                    <a:lnTo>
                      <a:pt x="344" y="380"/>
                    </a:lnTo>
                    <a:lnTo>
                      <a:pt x="348" y="378"/>
                    </a:lnTo>
                    <a:lnTo>
                      <a:pt x="344" y="378"/>
                    </a:lnTo>
                    <a:lnTo>
                      <a:pt x="340" y="378"/>
                    </a:lnTo>
                    <a:lnTo>
                      <a:pt x="344" y="378"/>
                    </a:lnTo>
                    <a:lnTo>
                      <a:pt x="344" y="374"/>
                    </a:lnTo>
                    <a:lnTo>
                      <a:pt x="340" y="374"/>
                    </a:lnTo>
                    <a:lnTo>
                      <a:pt x="336" y="374"/>
                    </a:lnTo>
                    <a:lnTo>
                      <a:pt x="336" y="370"/>
                    </a:lnTo>
                    <a:lnTo>
                      <a:pt x="336" y="366"/>
                    </a:lnTo>
                    <a:lnTo>
                      <a:pt x="332" y="366"/>
                    </a:lnTo>
                    <a:lnTo>
                      <a:pt x="336" y="366"/>
                    </a:lnTo>
                    <a:lnTo>
                      <a:pt x="336" y="362"/>
                    </a:lnTo>
                    <a:lnTo>
                      <a:pt x="340" y="362"/>
                    </a:lnTo>
                    <a:lnTo>
                      <a:pt x="348" y="362"/>
                    </a:lnTo>
                    <a:lnTo>
                      <a:pt x="352" y="362"/>
                    </a:lnTo>
                    <a:lnTo>
                      <a:pt x="354" y="358"/>
                    </a:lnTo>
                    <a:lnTo>
                      <a:pt x="358" y="358"/>
                    </a:lnTo>
                    <a:lnTo>
                      <a:pt x="362" y="358"/>
                    </a:lnTo>
                    <a:lnTo>
                      <a:pt x="366" y="358"/>
                    </a:lnTo>
                    <a:lnTo>
                      <a:pt x="370" y="358"/>
                    </a:lnTo>
                    <a:lnTo>
                      <a:pt x="374" y="358"/>
                    </a:lnTo>
                    <a:lnTo>
                      <a:pt x="378" y="358"/>
                    </a:lnTo>
                    <a:lnTo>
                      <a:pt x="380" y="358"/>
                    </a:lnTo>
                    <a:lnTo>
                      <a:pt x="384" y="358"/>
                    </a:lnTo>
                    <a:lnTo>
                      <a:pt x="388" y="358"/>
                    </a:lnTo>
                    <a:lnTo>
                      <a:pt x="392" y="358"/>
                    </a:lnTo>
                    <a:lnTo>
                      <a:pt x="396" y="358"/>
                    </a:lnTo>
                    <a:lnTo>
                      <a:pt x="400" y="362"/>
                    </a:lnTo>
                    <a:lnTo>
                      <a:pt x="404" y="362"/>
                    </a:lnTo>
                    <a:lnTo>
                      <a:pt x="404" y="358"/>
                    </a:lnTo>
                    <a:lnTo>
                      <a:pt x="408" y="358"/>
                    </a:lnTo>
                    <a:lnTo>
                      <a:pt x="410" y="358"/>
                    </a:lnTo>
                    <a:lnTo>
                      <a:pt x="414" y="358"/>
                    </a:lnTo>
                    <a:lnTo>
                      <a:pt x="418" y="358"/>
                    </a:lnTo>
                    <a:lnTo>
                      <a:pt x="414" y="354"/>
                    </a:lnTo>
                    <a:lnTo>
                      <a:pt x="414" y="358"/>
                    </a:lnTo>
                    <a:lnTo>
                      <a:pt x="410" y="354"/>
                    </a:lnTo>
                    <a:lnTo>
                      <a:pt x="408" y="354"/>
                    </a:lnTo>
                    <a:lnTo>
                      <a:pt x="404" y="350"/>
                    </a:lnTo>
                    <a:lnTo>
                      <a:pt x="400" y="350"/>
                    </a:lnTo>
                    <a:lnTo>
                      <a:pt x="396" y="350"/>
                    </a:lnTo>
                    <a:lnTo>
                      <a:pt x="392" y="350"/>
                    </a:lnTo>
                    <a:lnTo>
                      <a:pt x="388" y="348"/>
                    </a:lnTo>
                    <a:lnTo>
                      <a:pt x="388" y="350"/>
                    </a:lnTo>
                    <a:lnTo>
                      <a:pt x="388" y="348"/>
                    </a:lnTo>
                    <a:lnTo>
                      <a:pt x="384" y="348"/>
                    </a:lnTo>
                    <a:lnTo>
                      <a:pt x="380" y="348"/>
                    </a:lnTo>
                    <a:lnTo>
                      <a:pt x="378" y="348"/>
                    </a:lnTo>
                    <a:lnTo>
                      <a:pt x="378" y="350"/>
                    </a:lnTo>
                    <a:lnTo>
                      <a:pt x="374" y="350"/>
                    </a:lnTo>
                    <a:lnTo>
                      <a:pt x="370" y="350"/>
                    </a:lnTo>
                    <a:lnTo>
                      <a:pt x="366" y="350"/>
                    </a:lnTo>
                    <a:lnTo>
                      <a:pt x="362" y="350"/>
                    </a:lnTo>
                    <a:lnTo>
                      <a:pt x="354" y="350"/>
                    </a:lnTo>
                    <a:lnTo>
                      <a:pt x="354" y="350"/>
                    </a:lnTo>
                    <a:lnTo>
                      <a:pt x="354" y="350"/>
                    </a:lnTo>
                    <a:close/>
                    <a:moveTo>
                      <a:pt x="626" y="284"/>
                    </a:moveTo>
                    <a:lnTo>
                      <a:pt x="630" y="288"/>
                    </a:lnTo>
                    <a:lnTo>
                      <a:pt x="626" y="288"/>
                    </a:lnTo>
                    <a:lnTo>
                      <a:pt x="626" y="292"/>
                    </a:lnTo>
                    <a:lnTo>
                      <a:pt x="622" y="292"/>
                    </a:lnTo>
                    <a:lnTo>
                      <a:pt x="622" y="288"/>
                    </a:lnTo>
                    <a:lnTo>
                      <a:pt x="620" y="288"/>
                    </a:lnTo>
                    <a:lnTo>
                      <a:pt x="620" y="284"/>
                    </a:lnTo>
                    <a:lnTo>
                      <a:pt x="622" y="284"/>
                    </a:lnTo>
                    <a:lnTo>
                      <a:pt x="626" y="284"/>
                    </a:lnTo>
                    <a:lnTo>
                      <a:pt x="626" y="284"/>
                    </a:lnTo>
                    <a:lnTo>
                      <a:pt x="626" y="284"/>
                    </a:lnTo>
                    <a:close/>
                    <a:moveTo>
                      <a:pt x="626" y="292"/>
                    </a:moveTo>
                    <a:lnTo>
                      <a:pt x="626" y="294"/>
                    </a:lnTo>
                    <a:lnTo>
                      <a:pt x="622" y="294"/>
                    </a:lnTo>
                    <a:lnTo>
                      <a:pt x="622" y="292"/>
                    </a:lnTo>
                    <a:lnTo>
                      <a:pt x="626" y="292"/>
                    </a:lnTo>
                    <a:lnTo>
                      <a:pt x="626" y="292"/>
                    </a:lnTo>
                    <a:lnTo>
                      <a:pt x="626" y="292"/>
                    </a:lnTo>
                    <a:close/>
                    <a:moveTo>
                      <a:pt x="936" y="310"/>
                    </a:moveTo>
                    <a:lnTo>
                      <a:pt x="940" y="310"/>
                    </a:lnTo>
                    <a:lnTo>
                      <a:pt x="936" y="310"/>
                    </a:lnTo>
                    <a:lnTo>
                      <a:pt x="936" y="310"/>
                    </a:lnTo>
                    <a:lnTo>
                      <a:pt x="936" y="310"/>
                    </a:lnTo>
                    <a:close/>
                    <a:moveTo>
                      <a:pt x="958" y="322"/>
                    </a:moveTo>
                    <a:lnTo>
                      <a:pt x="958" y="324"/>
                    </a:lnTo>
                    <a:lnTo>
                      <a:pt x="954" y="324"/>
                    </a:lnTo>
                    <a:lnTo>
                      <a:pt x="958" y="324"/>
                    </a:lnTo>
                    <a:lnTo>
                      <a:pt x="958" y="322"/>
                    </a:lnTo>
                    <a:lnTo>
                      <a:pt x="958" y="322"/>
                    </a:lnTo>
                    <a:lnTo>
                      <a:pt x="958" y="322"/>
                    </a:lnTo>
                    <a:close/>
                    <a:moveTo>
                      <a:pt x="962" y="324"/>
                    </a:moveTo>
                    <a:lnTo>
                      <a:pt x="966" y="324"/>
                    </a:lnTo>
                    <a:lnTo>
                      <a:pt x="966" y="322"/>
                    </a:lnTo>
                    <a:lnTo>
                      <a:pt x="966" y="324"/>
                    </a:lnTo>
                    <a:lnTo>
                      <a:pt x="962" y="324"/>
                    </a:lnTo>
                    <a:lnTo>
                      <a:pt x="962" y="324"/>
                    </a:lnTo>
                    <a:lnTo>
                      <a:pt x="962" y="324"/>
                    </a:lnTo>
                    <a:close/>
                    <a:moveTo>
                      <a:pt x="962" y="332"/>
                    </a:moveTo>
                    <a:lnTo>
                      <a:pt x="958" y="332"/>
                    </a:lnTo>
                    <a:lnTo>
                      <a:pt x="958" y="328"/>
                    </a:lnTo>
                    <a:lnTo>
                      <a:pt x="958" y="324"/>
                    </a:lnTo>
                    <a:lnTo>
                      <a:pt x="962" y="324"/>
                    </a:lnTo>
                    <a:lnTo>
                      <a:pt x="962" y="328"/>
                    </a:lnTo>
                    <a:lnTo>
                      <a:pt x="958" y="328"/>
                    </a:lnTo>
                    <a:lnTo>
                      <a:pt x="962" y="328"/>
                    </a:lnTo>
                    <a:lnTo>
                      <a:pt x="962" y="324"/>
                    </a:lnTo>
                    <a:lnTo>
                      <a:pt x="962" y="328"/>
                    </a:lnTo>
                    <a:lnTo>
                      <a:pt x="966" y="328"/>
                    </a:lnTo>
                    <a:lnTo>
                      <a:pt x="962" y="328"/>
                    </a:lnTo>
                    <a:lnTo>
                      <a:pt x="962" y="332"/>
                    </a:lnTo>
                    <a:lnTo>
                      <a:pt x="962" y="332"/>
                    </a:lnTo>
                    <a:lnTo>
                      <a:pt x="962" y="332"/>
                    </a:lnTo>
                    <a:close/>
                    <a:moveTo>
                      <a:pt x="988" y="336"/>
                    </a:moveTo>
                    <a:lnTo>
                      <a:pt x="988" y="340"/>
                    </a:lnTo>
                    <a:lnTo>
                      <a:pt x="988" y="336"/>
                    </a:lnTo>
                    <a:lnTo>
                      <a:pt x="988" y="336"/>
                    </a:lnTo>
                    <a:lnTo>
                      <a:pt x="988" y="336"/>
                    </a:lnTo>
                    <a:close/>
                    <a:moveTo>
                      <a:pt x="980" y="340"/>
                    </a:moveTo>
                    <a:lnTo>
                      <a:pt x="984" y="340"/>
                    </a:lnTo>
                    <a:lnTo>
                      <a:pt x="984" y="344"/>
                    </a:lnTo>
                    <a:lnTo>
                      <a:pt x="980" y="344"/>
                    </a:lnTo>
                    <a:lnTo>
                      <a:pt x="976" y="344"/>
                    </a:lnTo>
                    <a:lnTo>
                      <a:pt x="974" y="344"/>
                    </a:lnTo>
                    <a:lnTo>
                      <a:pt x="976" y="344"/>
                    </a:lnTo>
                    <a:lnTo>
                      <a:pt x="976" y="340"/>
                    </a:lnTo>
                    <a:lnTo>
                      <a:pt x="980" y="340"/>
                    </a:lnTo>
                    <a:lnTo>
                      <a:pt x="980" y="340"/>
                    </a:lnTo>
                    <a:lnTo>
                      <a:pt x="980" y="340"/>
                    </a:lnTo>
                    <a:close/>
                    <a:moveTo>
                      <a:pt x="574" y="348"/>
                    </a:moveTo>
                    <a:lnTo>
                      <a:pt x="574" y="350"/>
                    </a:lnTo>
                    <a:lnTo>
                      <a:pt x="578" y="350"/>
                    </a:lnTo>
                    <a:lnTo>
                      <a:pt x="578" y="354"/>
                    </a:lnTo>
                    <a:lnTo>
                      <a:pt x="574" y="354"/>
                    </a:lnTo>
                    <a:lnTo>
                      <a:pt x="574" y="350"/>
                    </a:lnTo>
                    <a:lnTo>
                      <a:pt x="570" y="350"/>
                    </a:lnTo>
                    <a:lnTo>
                      <a:pt x="570" y="348"/>
                    </a:lnTo>
                    <a:lnTo>
                      <a:pt x="574" y="348"/>
                    </a:lnTo>
                    <a:lnTo>
                      <a:pt x="574" y="348"/>
                    </a:lnTo>
                    <a:lnTo>
                      <a:pt x="574" y="348"/>
                    </a:lnTo>
                    <a:close/>
                    <a:moveTo>
                      <a:pt x="182" y="350"/>
                    </a:moveTo>
                    <a:lnTo>
                      <a:pt x="180" y="350"/>
                    </a:lnTo>
                    <a:lnTo>
                      <a:pt x="180" y="348"/>
                    </a:lnTo>
                    <a:lnTo>
                      <a:pt x="182" y="350"/>
                    </a:lnTo>
                    <a:lnTo>
                      <a:pt x="182" y="350"/>
                    </a:lnTo>
                    <a:lnTo>
                      <a:pt x="182" y="350"/>
                    </a:lnTo>
                    <a:close/>
                    <a:moveTo>
                      <a:pt x="760" y="362"/>
                    </a:moveTo>
                    <a:lnTo>
                      <a:pt x="764" y="362"/>
                    </a:lnTo>
                    <a:lnTo>
                      <a:pt x="768" y="362"/>
                    </a:lnTo>
                    <a:lnTo>
                      <a:pt x="772" y="362"/>
                    </a:lnTo>
                    <a:lnTo>
                      <a:pt x="772" y="366"/>
                    </a:lnTo>
                    <a:lnTo>
                      <a:pt x="768" y="366"/>
                    </a:lnTo>
                    <a:lnTo>
                      <a:pt x="764" y="366"/>
                    </a:lnTo>
                    <a:lnTo>
                      <a:pt x="760" y="366"/>
                    </a:lnTo>
                    <a:lnTo>
                      <a:pt x="760" y="362"/>
                    </a:lnTo>
                    <a:lnTo>
                      <a:pt x="756" y="362"/>
                    </a:lnTo>
                    <a:lnTo>
                      <a:pt x="760" y="362"/>
                    </a:lnTo>
                    <a:lnTo>
                      <a:pt x="760" y="362"/>
                    </a:lnTo>
                    <a:lnTo>
                      <a:pt x="760" y="362"/>
                    </a:lnTo>
                    <a:close/>
                    <a:moveTo>
                      <a:pt x="638" y="396"/>
                    </a:moveTo>
                    <a:lnTo>
                      <a:pt x="642" y="392"/>
                    </a:lnTo>
                    <a:lnTo>
                      <a:pt x="642" y="396"/>
                    </a:lnTo>
                    <a:lnTo>
                      <a:pt x="646" y="396"/>
                    </a:lnTo>
                    <a:lnTo>
                      <a:pt x="646" y="392"/>
                    </a:lnTo>
                    <a:lnTo>
                      <a:pt x="650" y="396"/>
                    </a:lnTo>
                    <a:lnTo>
                      <a:pt x="646" y="396"/>
                    </a:lnTo>
                    <a:lnTo>
                      <a:pt x="646" y="400"/>
                    </a:lnTo>
                    <a:lnTo>
                      <a:pt x="642" y="400"/>
                    </a:lnTo>
                    <a:lnTo>
                      <a:pt x="642" y="396"/>
                    </a:lnTo>
                    <a:lnTo>
                      <a:pt x="638" y="400"/>
                    </a:lnTo>
                    <a:lnTo>
                      <a:pt x="634" y="404"/>
                    </a:lnTo>
                    <a:lnTo>
                      <a:pt x="630" y="404"/>
                    </a:lnTo>
                    <a:lnTo>
                      <a:pt x="626" y="404"/>
                    </a:lnTo>
                    <a:lnTo>
                      <a:pt x="622" y="404"/>
                    </a:lnTo>
                    <a:lnTo>
                      <a:pt x="620" y="404"/>
                    </a:lnTo>
                    <a:lnTo>
                      <a:pt x="616" y="404"/>
                    </a:lnTo>
                    <a:lnTo>
                      <a:pt x="612" y="400"/>
                    </a:lnTo>
                    <a:lnTo>
                      <a:pt x="608" y="400"/>
                    </a:lnTo>
                    <a:lnTo>
                      <a:pt x="604" y="400"/>
                    </a:lnTo>
                    <a:lnTo>
                      <a:pt x="604" y="396"/>
                    </a:lnTo>
                    <a:lnTo>
                      <a:pt x="600" y="396"/>
                    </a:lnTo>
                    <a:lnTo>
                      <a:pt x="596" y="396"/>
                    </a:lnTo>
                    <a:lnTo>
                      <a:pt x="596" y="392"/>
                    </a:lnTo>
                    <a:lnTo>
                      <a:pt x="592" y="392"/>
                    </a:lnTo>
                    <a:lnTo>
                      <a:pt x="592" y="396"/>
                    </a:lnTo>
                    <a:lnTo>
                      <a:pt x="590" y="396"/>
                    </a:lnTo>
                    <a:lnTo>
                      <a:pt x="590" y="392"/>
                    </a:lnTo>
                    <a:lnTo>
                      <a:pt x="586" y="392"/>
                    </a:lnTo>
                    <a:lnTo>
                      <a:pt x="586" y="388"/>
                    </a:lnTo>
                    <a:lnTo>
                      <a:pt x="590" y="388"/>
                    </a:lnTo>
                    <a:lnTo>
                      <a:pt x="592" y="388"/>
                    </a:lnTo>
                    <a:lnTo>
                      <a:pt x="596" y="388"/>
                    </a:lnTo>
                    <a:lnTo>
                      <a:pt x="596" y="384"/>
                    </a:lnTo>
                    <a:lnTo>
                      <a:pt x="600" y="384"/>
                    </a:lnTo>
                    <a:lnTo>
                      <a:pt x="604" y="384"/>
                    </a:lnTo>
                    <a:lnTo>
                      <a:pt x="600" y="380"/>
                    </a:lnTo>
                    <a:lnTo>
                      <a:pt x="604" y="380"/>
                    </a:lnTo>
                    <a:lnTo>
                      <a:pt x="600" y="378"/>
                    </a:lnTo>
                    <a:lnTo>
                      <a:pt x="604" y="378"/>
                    </a:lnTo>
                    <a:lnTo>
                      <a:pt x="608" y="380"/>
                    </a:lnTo>
                    <a:lnTo>
                      <a:pt x="604" y="378"/>
                    </a:lnTo>
                    <a:lnTo>
                      <a:pt x="604" y="374"/>
                    </a:lnTo>
                    <a:lnTo>
                      <a:pt x="604" y="370"/>
                    </a:lnTo>
                    <a:lnTo>
                      <a:pt x="608" y="370"/>
                    </a:lnTo>
                    <a:lnTo>
                      <a:pt x="612" y="370"/>
                    </a:lnTo>
                    <a:lnTo>
                      <a:pt x="616" y="370"/>
                    </a:lnTo>
                    <a:lnTo>
                      <a:pt x="616" y="374"/>
                    </a:lnTo>
                    <a:lnTo>
                      <a:pt x="620" y="374"/>
                    </a:lnTo>
                    <a:lnTo>
                      <a:pt x="616" y="374"/>
                    </a:lnTo>
                    <a:lnTo>
                      <a:pt x="616" y="378"/>
                    </a:lnTo>
                    <a:lnTo>
                      <a:pt x="620" y="374"/>
                    </a:lnTo>
                    <a:lnTo>
                      <a:pt x="620" y="378"/>
                    </a:lnTo>
                    <a:lnTo>
                      <a:pt x="622" y="378"/>
                    </a:lnTo>
                    <a:lnTo>
                      <a:pt x="626" y="380"/>
                    </a:lnTo>
                    <a:lnTo>
                      <a:pt x="630" y="380"/>
                    </a:lnTo>
                    <a:lnTo>
                      <a:pt x="634" y="380"/>
                    </a:lnTo>
                    <a:lnTo>
                      <a:pt x="634" y="384"/>
                    </a:lnTo>
                    <a:lnTo>
                      <a:pt x="634" y="388"/>
                    </a:lnTo>
                    <a:lnTo>
                      <a:pt x="634" y="392"/>
                    </a:lnTo>
                    <a:lnTo>
                      <a:pt x="634" y="388"/>
                    </a:lnTo>
                    <a:lnTo>
                      <a:pt x="634" y="384"/>
                    </a:lnTo>
                    <a:lnTo>
                      <a:pt x="638" y="384"/>
                    </a:lnTo>
                    <a:lnTo>
                      <a:pt x="638" y="388"/>
                    </a:lnTo>
                    <a:lnTo>
                      <a:pt x="638" y="392"/>
                    </a:lnTo>
                    <a:lnTo>
                      <a:pt x="638" y="396"/>
                    </a:lnTo>
                    <a:lnTo>
                      <a:pt x="638" y="396"/>
                    </a:lnTo>
                    <a:lnTo>
                      <a:pt x="638" y="396"/>
                    </a:lnTo>
                    <a:close/>
                    <a:moveTo>
                      <a:pt x="824" y="370"/>
                    </a:moveTo>
                    <a:lnTo>
                      <a:pt x="828" y="370"/>
                    </a:lnTo>
                    <a:lnTo>
                      <a:pt x="824" y="370"/>
                    </a:lnTo>
                    <a:lnTo>
                      <a:pt x="824" y="370"/>
                    </a:lnTo>
                    <a:lnTo>
                      <a:pt x="824" y="370"/>
                    </a:lnTo>
                    <a:close/>
                    <a:moveTo>
                      <a:pt x="812" y="370"/>
                    </a:moveTo>
                    <a:lnTo>
                      <a:pt x="808" y="374"/>
                    </a:lnTo>
                    <a:lnTo>
                      <a:pt x="812" y="374"/>
                    </a:lnTo>
                    <a:lnTo>
                      <a:pt x="808" y="374"/>
                    </a:lnTo>
                    <a:lnTo>
                      <a:pt x="808" y="370"/>
                    </a:lnTo>
                    <a:lnTo>
                      <a:pt x="812" y="370"/>
                    </a:lnTo>
                    <a:lnTo>
                      <a:pt x="812" y="370"/>
                    </a:lnTo>
                    <a:lnTo>
                      <a:pt x="812" y="370"/>
                    </a:lnTo>
                    <a:close/>
                    <a:moveTo>
                      <a:pt x="864" y="374"/>
                    </a:moveTo>
                    <a:lnTo>
                      <a:pt x="864" y="370"/>
                    </a:lnTo>
                    <a:lnTo>
                      <a:pt x="868" y="370"/>
                    </a:lnTo>
                    <a:lnTo>
                      <a:pt x="872" y="370"/>
                    </a:lnTo>
                    <a:lnTo>
                      <a:pt x="872" y="374"/>
                    </a:lnTo>
                    <a:lnTo>
                      <a:pt x="868" y="374"/>
                    </a:lnTo>
                    <a:lnTo>
                      <a:pt x="868" y="378"/>
                    </a:lnTo>
                    <a:lnTo>
                      <a:pt x="864" y="378"/>
                    </a:lnTo>
                    <a:lnTo>
                      <a:pt x="864" y="374"/>
                    </a:lnTo>
                    <a:lnTo>
                      <a:pt x="862" y="374"/>
                    </a:lnTo>
                    <a:lnTo>
                      <a:pt x="862" y="378"/>
                    </a:lnTo>
                    <a:lnTo>
                      <a:pt x="864" y="378"/>
                    </a:lnTo>
                    <a:lnTo>
                      <a:pt x="862" y="378"/>
                    </a:lnTo>
                    <a:lnTo>
                      <a:pt x="858" y="378"/>
                    </a:lnTo>
                    <a:lnTo>
                      <a:pt x="858" y="374"/>
                    </a:lnTo>
                    <a:lnTo>
                      <a:pt x="854" y="374"/>
                    </a:lnTo>
                    <a:lnTo>
                      <a:pt x="850" y="374"/>
                    </a:lnTo>
                    <a:lnTo>
                      <a:pt x="854" y="374"/>
                    </a:lnTo>
                    <a:lnTo>
                      <a:pt x="858" y="374"/>
                    </a:lnTo>
                    <a:lnTo>
                      <a:pt x="858" y="370"/>
                    </a:lnTo>
                    <a:lnTo>
                      <a:pt x="862" y="370"/>
                    </a:lnTo>
                    <a:lnTo>
                      <a:pt x="862" y="374"/>
                    </a:lnTo>
                    <a:lnTo>
                      <a:pt x="864" y="374"/>
                    </a:lnTo>
                    <a:lnTo>
                      <a:pt x="864" y="374"/>
                    </a:lnTo>
                    <a:lnTo>
                      <a:pt x="864" y="374"/>
                    </a:lnTo>
                    <a:close/>
                    <a:moveTo>
                      <a:pt x="824" y="370"/>
                    </a:moveTo>
                    <a:lnTo>
                      <a:pt x="828" y="370"/>
                    </a:lnTo>
                    <a:lnTo>
                      <a:pt x="828" y="374"/>
                    </a:lnTo>
                    <a:lnTo>
                      <a:pt x="824" y="374"/>
                    </a:lnTo>
                    <a:lnTo>
                      <a:pt x="820" y="370"/>
                    </a:lnTo>
                    <a:lnTo>
                      <a:pt x="824" y="370"/>
                    </a:lnTo>
                    <a:lnTo>
                      <a:pt x="824" y="370"/>
                    </a:lnTo>
                    <a:lnTo>
                      <a:pt x="824" y="370"/>
                    </a:lnTo>
                    <a:close/>
                    <a:moveTo>
                      <a:pt x="888" y="374"/>
                    </a:moveTo>
                    <a:lnTo>
                      <a:pt x="890" y="374"/>
                    </a:lnTo>
                    <a:lnTo>
                      <a:pt x="890" y="378"/>
                    </a:lnTo>
                    <a:lnTo>
                      <a:pt x="888" y="378"/>
                    </a:lnTo>
                    <a:lnTo>
                      <a:pt x="884" y="378"/>
                    </a:lnTo>
                    <a:lnTo>
                      <a:pt x="880" y="378"/>
                    </a:lnTo>
                    <a:lnTo>
                      <a:pt x="880" y="380"/>
                    </a:lnTo>
                    <a:lnTo>
                      <a:pt x="880" y="378"/>
                    </a:lnTo>
                    <a:lnTo>
                      <a:pt x="884" y="378"/>
                    </a:lnTo>
                    <a:lnTo>
                      <a:pt x="884" y="374"/>
                    </a:lnTo>
                    <a:lnTo>
                      <a:pt x="888" y="374"/>
                    </a:lnTo>
                    <a:lnTo>
                      <a:pt x="888" y="374"/>
                    </a:lnTo>
                    <a:lnTo>
                      <a:pt x="888" y="374"/>
                    </a:lnTo>
                    <a:close/>
                    <a:moveTo>
                      <a:pt x="76" y="392"/>
                    </a:moveTo>
                    <a:lnTo>
                      <a:pt x="80" y="392"/>
                    </a:lnTo>
                    <a:lnTo>
                      <a:pt x="76" y="388"/>
                    </a:lnTo>
                    <a:lnTo>
                      <a:pt x="72" y="388"/>
                    </a:lnTo>
                    <a:lnTo>
                      <a:pt x="72" y="384"/>
                    </a:lnTo>
                    <a:lnTo>
                      <a:pt x="76" y="384"/>
                    </a:lnTo>
                    <a:lnTo>
                      <a:pt x="76" y="388"/>
                    </a:lnTo>
                    <a:lnTo>
                      <a:pt x="80" y="388"/>
                    </a:lnTo>
                    <a:lnTo>
                      <a:pt x="76" y="388"/>
                    </a:lnTo>
                    <a:lnTo>
                      <a:pt x="76" y="384"/>
                    </a:lnTo>
                    <a:lnTo>
                      <a:pt x="72" y="384"/>
                    </a:lnTo>
                    <a:lnTo>
                      <a:pt x="76" y="384"/>
                    </a:lnTo>
                    <a:lnTo>
                      <a:pt x="80" y="380"/>
                    </a:lnTo>
                    <a:lnTo>
                      <a:pt x="80" y="384"/>
                    </a:lnTo>
                    <a:lnTo>
                      <a:pt x="82" y="384"/>
                    </a:lnTo>
                    <a:lnTo>
                      <a:pt x="82" y="380"/>
                    </a:lnTo>
                    <a:lnTo>
                      <a:pt x="86" y="378"/>
                    </a:lnTo>
                    <a:lnTo>
                      <a:pt x="90" y="378"/>
                    </a:lnTo>
                    <a:lnTo>
                      <a:pt x="90" y="380"/>
                    </a:lnTo>
                    <a:lnTo>
                      <a:pt x="94" y="380"/>
                    </a:lnTo>
                    <a:lnTo>
                      <a:pt x="94" y="378"/>
                    </a:lnTo>
                    <a:lnTo>
                      <a:pt x="94" y="374"/>
                    </a:lnTo>
                    <a:lnTo>
                      <a:pt x="96" y="374"/>
                    </a:lnTo>
                    <a:lnTo>
                      <a:pt x="96" y="378"/>
                    </a:lnTo>
                    <a:lnTo>
                      <a:pt x="100" y="378"/>
                    </a:lnTo>
                    <a:lnTo>
                      <a:pt x="100" y="380"/>
                    </a:lnTo>
                    <a:lnTo>
                      <a:pt x="96" y="380"/>
                    </a:lnTo>
                    <a:lnTo>
                      <a:pt x="96" y="384"/>
                    </a:lnTo>
                    <a:lnTo>
                      <a:pt x="94" y="384"/>
                    </a:lnTo>
                    <a:lnTo>
                      <a:pt x="94" y="388"/>
                    </a:lnTo>
                    <a:lnTo>
                      <a:pt x="90" y="388"/>
                    </a:lnTo>
                    <a:lnTo>
                      <a:pt x="90" y="392"/>
                    </a:lnTo>
                    <a:lnTo>
                      <a:pt x="94" y="396"/>
                    </a:lnTo>
                    <a:lnTo>
                      <a:pt x="96" y="400"/>
                    </a:lnTo>
                    <a:lnTo>
                      <a:pt x="94" y="400"/>
                    </a:lnTo>
                    <a:lnTo>
                      <a:pt x="90" y="396"/>
                    </a:lnTo>
                    <a:lnTo>
                      <a:pt x="90" y="392"/>
                    </a:lnTo>
                    <a:lnTo>
                      <a:pt x="86" y="392"/>
                    </a:lnTo>
                    <a:lnTo>
                      <a:pt x="82" y="392"/>
                    </a:lnTo>
                    <a:lnTo>
                      <a:pt x="80" y="392"/>
                    </a:lnTo>
                    <a:lnTo>
                      <a:pt x="76" y="392"/>
                    </a:lnTo>
                    <a:lnTo>
                      <a:pt x="72" y="392"/>
                    </a:lnTo>
                    <a:lnTo>
                      <a:pt x="72" y="388"/>
                    </a:lnTo>
                    <a:lnTo>
                      <a:pt x="72" y="392"/>
                    </a:lnTo>
                    <a:lnTo>
                      <a:pt x="76" y="392"/>
                    </a:lnTo>
                    <a:lnTo>
                      <a:pt x="76" y="392"/>
                    </a:lnTo>
                    <a:lnTo>
                      <a:pt x="76" y="392"/>
                    </a:lnTo>
                    <a:close/>
                    <a:moveTo>
                      <a:pt x="1032" y="374"/>
                    </a:moveTo>
                    <a:lnTo>
                      <a:pt x="1036" y="374"/>
                    </a:lnTo>
                    <a:lnTo>
                      <a:pt x="1036" y="378"/>
                    </a:lnTo>
                    <a:lnTo>
                      <a:pt x="1032" y="378"/>
                    </a:lnTo>
                    <a:lnTo>
                      <a:pt x="1030" y="378"/>
                    </a:lnTo>
                    <a:lnTo>
                      <a:pt x="1032" y="374"/>
                    </a:lnTo>
                    <a:lnTo>
                      <a:pt x="1032" y="374"/>
                    </a:lnTo>
                    <a:lnTo>
                      <a:pt x="1032" y="374"/>
                    </a:lnTo>
                    <a:close/>
                    <a:moveTo>
                      <a:pt x="26" y="378"/>
                    </a:moveTo>
                    <a:lnTo>
                      <a:pt x="24" y="378"/>
                    </a:lnTo>
                    <a:lnTo>
                      <a:pt x="26" y="378"/>
                    </a:lnTo>
                    <a:lnTo>
                      <a:pt x="26" y="374"/>
                    </a:lnTo>
                    <a:lnTo>
                      <a:pt x="30" y="378"/>
                    </a:lnTo>
                    <a:lnTo>
                      <a:pt x="26" y="378"/>
                    </a:lnTo>
                    <a:lnTo>
                      <a:pt x="26" y="378"/>
                    </a:lnTo>
                    <a:lnTo>
                      <a:pt x="26" y="378"/>
                    </a:lnTo>
                    <a:close/>
                    <a:moveTo>
                      <a:pt x="646" y="378"/>
                    </a:moveTo>
                    <a:lnTo>
                      <a:pt x="646" y="380"/>
                    </a:lnTo>
                    <a:lnTo>
                      <a:pt x="642" y="384"/>
                    </a:lnTo>
                    <a:lnTo>
                      <a:pt x="642" y="380"/>
                    </a:lnTo>
                    <a:lnTo>
                      <a:pt x="642" y="378"/>
                    </a:lnTo>
                    <a:lnTo>
                      <a:pt x="638" y="378"/>
                    </a:lnTo>
                    <a:lnTo>
                      <a:pt x="638" y="380"/>
                    </a:lnTo>
                    <a:lnTo>
                      <a:pt x="638" y="378"/>
                    </a:lnTo>
                    <a:lnTo>
                      <a:pt x="638" y="374"/>
                    </a:lnTo>
                    <a:lnTo>
                      <a:pt x="642" y="374"/>
                    </a:lnTo>
                    <a:lnTo>
                      <a:pt x="642" y="378"/>
                    </a:lnTo>
                    <a:lnTo>
                      <a:pt x="646" y="378"/>
                    </a:lnTo>
                    <a:lnTo>
                      <a:pt x="646" y="378"/>
                    </a:lnTo>
                    <a:lnTo>
                      <a:pt x="646" y="378"/>
                    </a:lnTo>
                    <a:close/>
                    <a:moveTo>
                      <a:pt x="1040" y="378"/>
                    </a:moveTo>
                    <a:lnTo>
                      <a:pt x="1036" y="378"/>
                    </a:lnTo>
                    <a:lnTo>
                      <a:pt x="1040" y="378"/>
                    </a:lnTo>
                    <a:lnTo>
                      <a:pt x="1044" y="378"/>
                    </a:lnTo>
                    <a:lnTo>
                      <a:pt x="1040" y="378"/>
                    </a:lnTo>
                    <a:lnTo>
                      <a:pt x="1040" y="378"/>
                    </a:lnTo>
                    <a:lnTo>
                      <a:pt x="1040" y="378"/>
                    </a:lnTo>
                    <a:close/>
                    <a:moveTo>
                      <a:pt x="566" y="378"/>
                    </a:moveTo>
                    <a:lnTo>
                      <a:pt x="566" y="380"/>
                    </a:lnTo>
                    <a:lnTo>
                      <a:pt x="564" y="380"/>
                    </a:lnTo>
                    <a:lnTo>
                      <a:pt x="564" y="378"/>
                    </a:lnTo>
                    <a:lnTo>
                      <a:pt x="560" y="378"/>
                    </a:lnTo>
                    <a:lnTo>
                      <a:pt x="564" y="378"/>
                    </a:lnTo>
                    <a:lnTo>
                      <a:pt x="566" y="378"/>
                    </a:lnTo>
                    <a:lnTo>
                      <a:pt x="566" y="378"/>
                    </a:lnTo>
                    <a:lnTo>
                      <a:pt x="566" y="378"/>
                    </a:lnTo>
                    <a:close/>
                    <a:moveTo>
                      <a:pt x="902" y="380"/>
                    </a:moveTo>
                    <a:lnTo>
                      <a:pt x="906" y="380"/>
                    </a:lnTo>
                    <a:lnTo>
                      <a:pt x="910" y="380"/>
                    </a:lnTo>
                    <a:lnTo>
                      <a:pt x="910" y="384"/>
                    </a:lnTo>
                    <a:lnTo>
                      <a:pt x="906" y="384"/>
                    </a:lnTo>
                    <a:lnTo>
                      <a:pt x="906" y="388"/>
                    </a:lnTo>
                    <a:lnTo>
                      <a:pt x="902" y="388"/>
                    </a:lnTo>
                    <a:lnTo>
                      <a:pt x="898" y="384"/>
                    </a:lnTo>
                    <a:lnTo>
                      <a:pt x="898" y="380"/>
                    </a:lnTo>
                    <a:lnTo>
                      <a:pt x="902" y="380"/>
                    </a:lnTo>
                    <a:lnTo>
                      <a:pt x="902" y="380"/>
                    </a:lnTo>
                    <a:lnTo>
                      <a:pt x="902" y="380"/>
                    </a:lnTo>
                    <a:close/>
                    <a:moveTo>
                      <a:pt x="884" y="380"/>
                    </a:moveTo>
                    <a:lnTo>
                      <a:pt x="888" y="380"/>
                    </a:lnTo>
                    <a:lnTo>
                      <a:pt x="888" y="384"/>
                    </a:lnTo>
                    <a:lnTo>
                      <a:pt x="884" y="384"/>
                    </a:lnTo>
                    <a:lnTo>
                      <a:pt x="884" y="388"/>
                    </a:lnTo>
                    <a:lnTo>
                      <a:pt x="880" y="392"/>
                    </a:lnTo>
                    <a:lnTo>
                      <a:pt x="876" y="392"/>
                    </a:lnTo>
                    <a:lnTo>
                      <a:pt x="876" y="396"/>
                    </a:lnTo>
                    <a:lnTo>
                      <a:pt x="872" y="396"/>
                    </a:lnTo>
                    <a:lnTo>
                      <a:pt x="872" y="392"/>
                    </a:lnTo>
                    <a:lnTo>
                      <a:pt x="872" y="388"/>
                    </a:lnTo>
                    <a:lnTo>
                      <a:pt x="876" y="388"/>
                    </a:lnTo>
                    <a:lnTo>
                      <a:pt x="880" y="388"/>
                    </a:lnTo>
                    <a:lnTo>
                      <a:pt x="880" y="384"/>
                    </a:lnTo>
                    <a:lnTo>
                      <a:pt x="880" y="380"/>
                    </a:lnTo>
                    <a:lnTo>
                      <a:pt x="884" y="380"/>
                    </a:lnTo>
                    <a:lnTo>
                      <a:pt x="884" y="380"/>
                    </a:lnTo>
                    <a:lnTo>
                      <a:pt x="884" y="380"/>
                    </a:lnTo>
                    <a:close/>
                    <a:moveTo>
                      <a:pt x="556" y="396"/>
                    </a:moveTo>
                    <a:lnTo>
                      <a:pt x="556" y="400"/>
                    </a:lnTo>
                    <a:lnTo>
                      <a:pt x="556" y="404"/>
                    </a:lnTo>
                    <a:lnTo>
                      <a:pt x="552" y="404"/>
                    </a:lnTo>
                    <a:lnTo>
                      <a:pt x="552" y="400"/>
                    </a:lnTo>
                    <a:lnTo>
                      <a:pt x="548" y="400"/>
                    </a:lnTo>
                    <a:lnTo>
                      <a:pt x="548" y="396"/>
                    </a:lnTo>
                    <a:lnTo>
                      <a:pt x="552" y="396"/>
                    </a:lnTo>
                    <a:lnTo>
                      <a:pt x="556" y="396"/>
                    </a:lnTo>
                    <a:lnTo>
                      <a:pt x="556" y="396"/>
                    </a:lnTo>
                    <a:lnTo>
                      <a:pt x="556" y="396"/>
                    </a:lnTo>
                    <a:close/>
                    <a:moveTo>
                      <a:pt x="932" y="400"/>
                    </a:moveTo>
                    <a:lnTo>
                      <a:pt x="936" y="404"/>
                    </a:lnTo>
                    <a:lnTo>
                      <a:pt x="936" y="408"/>
                    </a:lnTo>
                    <a:lnTo>
                      <a:pt x="932" y="408"/>
                    </a:lnTo>
                    <a:lnTo>
                      <a:pt x="928" y="408"/>
                    </a:lnTo>
                    <a:lnTo>
                      <a:pt x="928" y="404"/>
                    </a:lnTo>
                    <a:lnTo>
                      <a:pt x="928" y="400"/>
                    </a:lnTo>
                    <a:lnTo>
                      <a:pt x="932" y="400"/>
                    </a:lnTo>
                    <a:lnTo>
                      <a:pt x="932" y="400"/>
                    </a:lnTo>
                    <a:lnTo>
                      <a:pt x="932" y="400"/>
                    </a:lnTo>
                    <a:close/>
                    <a:moveTo>
                      <a:pt x="936" y="400"/>
                    </a:moveTo>
                    <a:lnTo>
                      <a:pt x="940" y="400"/>
                    </a:lnTo>
                    <a:lnTo>
                      <a:pt x="940" y="404"/>
                    </a:lnTo>
                    <a:lnTo>
                      <a:pt x="936" y="404"/>
                    </a:lnTo>
                    <a:lnTo>
                      <a:pt x="936" y="400"/>
                    </a:lnTo>
                    <a:lnTo>
                      <a:pt x="936" y="400"/>
                    </a:lnTo>
                    <a:lnTo>
                      <a:pt x="936" y="400"/>
                    </a:lnTo>
                    <a:close/>
                    <a:moveTo>
                      <a:pt x="880" y="408"/>
                    </a:moveTo>
                    <a:lnTo>
                      <a:pt x="880" y="404"/>
                    </a:lnTo>
                    <a:lnTo>
                      <a:pt x="876" y="404"/>
                    </a:lnTo>
                    <a:lnTo>
                      <a:pt x="880" y="404"/>
                    </a:lnTo>
                    <a:lnTo>
                      <a:pt x="880" y="400"/>
                    </a:lnTo>
                    <a:lnTo>
                      <a:pt x="884" y="400"/>
                    </a:lnTo>
                    <a:lnTo>
                      <a:pt x="884" y="404"/>
                    </a:lnTo>
                    <a:lnTo>
                      <a:pt x="880" y="404"/>
                    </a:lnTo>
                    <a:lnTo>
                      <a:pt x="884" y="404"/>
                    </a:lnTo>
                    <a:lnTo>
                      <a:pt x="880" y="404"/>
                    </a:lnTo>
                    <a:lnTo>
                      <a:pt x="880" y="408"/>
                    </a:lnTo>
                    <a:lnTo>
                      <a:pt x="880" y="408"/>
                    </a:lnTo>
                    <a:lnTo>
                      <a:pt x="880" y="408"/>
                    </a:lnTo>
                    <a:close/>
                    <a:moveTo>
                      <a:pt x="514" y="404"/>
                    </a:moveTo>
                    <a:lnTo>
                      <a:pt x="518" y="404"/>
                    </a:lnTo>
                    <a:lnTo>
                      <a:pt x="518" y="408"/>
                    </a:lnTo>
                    <a:lnTo>
                      <a:pt x="514" y="408"/>
                    </a:lnTo>
                    <a:lnTo>
                      <a:pt x="510" y="408"/>
                    </a:lnTo>
                    <a:lnTo>
                      <a:pt x="510" y="404"/>
                    </a:lnTo>
                    <a:lnTo>
                      <a:pt x="508" y="404"/>
                    </a:lnTo>
                    <a:lnTo>
                      <a:pt x="510" y="404"/>
                    </a:lnTo>
                    <a:lnTo>
                      <a:pt x="514" y="404"/>
                    </a:lnTo>
                    <a:lnTo>
                      <a:pt x="514" y="404"/>
                    </a:lnTo>
                    <a:lnTo>
                      <a:pt x="514" y="404"/>
                    </a:lnTo>
                    <a:close/>
                    <a:moveTo>
                      <a:pt x="944" y="404"/>
                    </a:moveTo>
                    <a:lnTo>
                      <a:pt x="944" y="408"/>
                    </a:lnTo>
                    <a:lnTo>
                      <a:pt x="948" y="408"/>
                    </a:lnTo>
                    <a:lnTo>
                      <a:pt x="948" y="410"/>
                    </a:lnTo>
                    <a:lnTo>
                      <a:pt x="944" y="410"/>
                    </a:lnTo>
                    <a:lnTo>
                      <a:pt x="944" y="408"/>
                    </a:lnTo>
                    <a:lnTo>
                      <a:pt x="944" y="404"/>
                    </a:lnTo>
                    <a:lnTo>
                      <a:pt x="944" y="404"/>
                    </a:lnTo>
                    <a:lnTo>
                      <a:pt x="944" y="404"/>
                    </a:lnTo>
                    <a:close/>
                    <a:moveTo>
                      <a:pt x="876" y="408"/>
                    </a:moveTo>
                    <a:lnTo>
                      <a:pt x="880" y="408"/>
                    </a:lnTo>
                    <a:lnTo>
                      <a:pt x="880" y="410"/>
                    </a:lnTo>
                    <a:lnTo>
                      <a:pt x="876" y="410"/>
                    </a:lnTo>
                    <a:lnTo>
                      <a:pt x="872" y="410"/>
                    </a:lnTo>
                    <a:lnTo>
                      <a:pt x="872" y="408"/>
                    </a:lnTo>
                    <a:lnTo>
                      <a:pt x="876" y="408"/>
                    </a:lnTo>
                    <a:lnTo>
                      <a:pt x="876" y="408"/>
                    </a:lnTo>
                    <a:lnTo>
                      <a:pt x="876" y="408"/>
                    </a:lnTo>
                    <a:close/>
                    <a:moveTo>
                      <a:pt x="910" y="436"/>
                    </a:moveTo>
                    <a:lnTo>
                      <a:pt x="906" y="434"/>
                    </a:lnTo>
                    <a:lnTo>
                      <a:pt x="902" y="434"/>
                    </a:lnTo>
                    <a:lnTo>
                      <a:pt x="902" y="430"/>
                    </a:lnTo>
                    <a:lnTo>
                      <a:pt x="902" y="426"/>
                    </a:lnTo>
                    <a:lnTo>
                      <a:pt x="902" y="422"/>
                    </a:lnTo>
                    <a:lnTo>
                      <a:pt x="902" y="418"/>
                    </a:lnTo>
                    <a:lnTo>
                      <a:pt x="906" y="410"/>
                    </a:lnTo>
                    <a:lnTo>
                      <a:pt x="910" y="410"/>
                    </a:lnTo>
                    <a:lnTo>
                      <a:pt x="918" y="408"/>
                    </a:lnTo>
                    <a:lnTo>
                      <a:pt x="920" y="408"/>
                    </a:lnTo>
                    <a:lnTo>
                      <a:pt x="924" y="408"/>
                    </a:lnTo>
                    <a:lnTo>
                      <a:pt x="928" y="410"/>
                    </a:lnTo>
                    <a:lnTo>
                      <a:pt x="932" y="410"/>
                    </a:lnTo>
                    <a:lnTo>
                      <a:pt x="932" y="414"/>
                    </a:lnTo>
                    <a:lnTo>
                      <a:pt x="932" y="418"/>
                    </a:lnTo>
                    <a:lnTo>
                      <a:pt x="932" y="422"/>
                    </a:lnTo>
                    <a:lnTo>
                      <a:pt x="932" y="426"/>
                    </a:lnTo>
                    <a:lnTo>
                      <a:pt x="932" y="430"/>
                    </a:lnTo>
                    <a:lnTo>
                      <a:pt x="928" y="434"/>
                    </a:lnTo>
                    <a:lnTo>
                      <a:pt x="924" y="434"/>
                    </a:lnTo>
                    <a:lnTo>
                      <a:pt x="920" y="434"/>
                    </a:lnTo>
                    <a:lnTo>
                      <a:pt x="918" y="434"/>
                    </a:lnTo>
                    <a:lnTo>
                      <a:pt x="914" y="434"/>
                    </a:lnTo>
                    <a:lnTo>
                      <a:pt x="914" y="436"/>
                    </a:lnTo>
                    <a:lnTo>
                      <a:pt x="910" y="436"/>
                    </a:lnTo>
                    <a:lnTo>
                      <a:pt x="910" y="436"/>
                    </a:lnTo>
                    <a:lnTo>
                      <a:pt x="910" y="436"/>
                    </a:lnTo>
                    <a:close/>
                    <a:moveTo>
                      <a:pt x="772" y="410"/>
                    </a:moveTo>
                    <a:lnTo>
                      <a:pt x="772" y="414"/>
                    </a:lnTo>
                    <a:lnTo>
                      <a:pt x="772" y="418"/>
                    </a:lnTo>
                    <a:lnTo>
                      <a:pt x="772" y="422"/>
                    </a:lnTo>
                    <a:lnTo>
                      <a:pt x="768" y="422"/>
                    </a:lnTo>
                    <a:lnTo>
                      <a:pt x="764" y="422"/>
                    </a:lnTo>
                    <a:lnTo>
                      <a:pt x="764" y="418"/>
                    </a:lnTo>
                    <a:lnTo>
                      <a:pt x="764" y="414"/>
                    </a:lnTo>
                    <a:lnTo>
                      <a:pt x="764" y="410"/>
                    </a:lnTo>
                    <a:lnTo>
                      <a:pt x="768" y="410"/>
                    </a:lnTo>
                    <a:lnTo>
                      <a:pt x="768" y="408"/>
                    </a:lnTo>
                    <a:lnTo>
                      <a:pt x="772" y="410"/>
                    </a:lnTo>
                    <a:lnTo>
                      <a:pt x="772" y="410"/>
                    </a:lnTo>
                    <a:lnTo>
                      <a:pt x="772" y="410"/>
                    </a:lnTo>
                    <a:close/>
                    <a:moveTo>
                      <a:pt x="1066" y="410"/>
                    </a:moveTo>
                    <a:lnTo>
                      <a:pt x="1066" y="414"/>
                    </a:lnTo>
                    <a:lnTo>
                      <a:pt x="1066" y="410"/>
                    </a:lnTo>
                    <a:lnTo>
                      <a:pt x="1066" y="410"/>
                    </a:lnTo>
                    <a:lnTo>
                      <a:pt x="1066" y="410"/>
                    </a:lnTo>
                    <a:close/>
                    <a:moveTo>
                      <a:pt x="950" y="414"/>
                    </a:moveTo>
                    <a:lnTo>
                      <a:pt x="954" y="414"/>
                    </a:lnTo>
                    <a:lnTo>
                      <a:pt x="954" y="418"/>
                    </a:lnTo>
                    <a:lnTo>
                      <a:pt x="958" y="422"/>
                    </a:lnTo>
                    <a:lnTo>
                      <a:pt x="954" y="422"/>
                    </a:lnTo>
                    <a:lnTo>
                      <a:pt x="950" y="422"/>
                    </a:lnTo>
                    <a:lnTo>
                      <a:pt x="948" y="422"/>
                    </a:lnTo>
                    <a:lnTo>
                      <a:pt x="944" y="422"/>
                    </a:lnTo>
                    <a:lnTo>
                      <a:pt x="940" y="422"/>
                    </a:lnTo>
                    <a:lnTo>
                      <a:pt x="940" y="418"/>
                    </a:lnTo>
                    <a:lnTo>
                      <a:pt x="936" y="418"/>
                    </a:lnTo>
                    <a:lnTo>
                      <a:pt x="936" y="414"/>
                    </a:lnTo>
                    <a:lnTo>
                      <a:pt x="940" y="414"/>
                    </a:lnTo>
                    <a:lnTo>
                      <a:pt x="944" y="414"/>
                    </a:lnTo>
                    <a:lnTo>
                      <a:pt x="944" y="410"/>
                    </a:lnTo>
                    <a:lnTo>
                      <a:pt x="944" y="414"/>
                    </a:lnTo>
                    <a:lnTo>
                      <a:pt x="948" y="414"/>
                    </a:lnTo>
                    <a:lnTo>
                      <a:pt x="950" y="414"/>
                    </a:lnTo>
                    <a:lnTo>
                      <a:pt x="950" y="414"/>
                    </a:lnTo>
                    <a:lnTo>
                      <a:pt x="950" y="414"/>
                    </a:lnTo>
                    <a:close/>
                    <a:moveTo>
                      <a:pt x="454" y="418"/>
                    </a:moveTo>
                    <a:lnTo>
                      <a:pt x="450" y="418"/>
                    </a:lnTo>
                    <a:lnTo>
                      <a:pt x="454" y="418"/>
                    </a:lnTo>
                    <a:lnTo>
                      <a:pt x="454" y="418"/>
                    </a:lnTo>
                    <a:lnTo>
                      <a:pt x="454" y="418"/>
                    </a:lnTo>
                    <a:close/>
                    <a:moveTo>
                      <a:pt x="424" y="418"/>
                    </a:moveTo>
                    <a:lnTo>
                      <a:pt x="422" y="418"/>
                    </a:lnTo>
                    <a:lnTo>
                      <a:pt x="424" y="418"/>
                    </a:lnTo>
                    <a:lnTo>
                      <a:pt x="424" y="418"/>
                    </a:lnTo>
                    <a:lnTo>
                      <a:pt x="424" y="418"/>
                    </a:lnTo>
                    <a:close/>
                    <a:moveTo>
                      <a:pt x="462" y="430"/>
                    </a:moveTo>
                    <a:lnTo>
                      <a:pt x="458" y="430"/>
                    </a:lnTo>
                    <a:lnTo>
                      <a:pt x="458" y="426"/>
                    </a:lnTo>
                    <a:lnTo>
                      <a:pt x="462" y="426"/>
                    </a:lnTo>
                    <a:lnTo>
                      <a:pt x="462" y="430"/>
                    </a:lnTo>
                    <a:lnTo>
                      <a:pt x="462" y="430"/>
                    </a:lnTo>
                    <a:lnTo>
                      <a:pt x="462" y="430"/>
                    </a:lnTo>
                    <a:close/>
                    <a:moveTo>
                      <a:pt x="470" y="430"/>
                    </a:moveTo>
                    <a:lnTo>
                      <a:pt x="470" y="434"/>
                    </a:lnTo>
                    <a:lnTo>
                      <a:pt x="466" y="434"/>
                    </a:lnTo>
                    <a:lnTo>
                      <a:pt x="466" y="430"/>
                    </a:lnTo>
                    <a:lnTo>
                      <a:pt x="470" y="430"/>
                    </a:lnTo>
                    <a:lnTo>
                      <a:pt x="470" y="430"/>
                    </a:lnTo>
                    <a:lnTo>
                      <a:pt x="470" y="430"/>
                    </a:lnTo>
                    <a:close/>
                    <a:moveTo>
                      <a:pt x="1104" y="440"/>
                    </a:moveTo>
                    <a:lnTo>
                      <a:pt x="1106" y="440"/>
                    </a:lnTo>
                    <a:lnTo>
                      <a:pt x="1106" y="436"/>
                    </a:lnTo>
                    <a:lnTo>
                      <a:pt x="1110" y="436"/>
                    </a:lnTo>
                    <a:lnTo>
                      <a:pt x="1106" y="436"/>
                    </a:lnTo>
                    <a:lnTo>
                      <a:pt x="1106" y="440"/>
                    </a:lnTo>
                    <a:lnTo>
                      <a:pt x="1104" y="440"/>
                    </a:lnTo>
                    <a:lnTo>
                      <a:pt x="1104" y="440"/>
                    </a:lnTo>
                    <a:lnTo>
                      <a:pt x="1104" y="440"/>
                    </a:lnTo>
                    <a:close/>
                    <a:moveTo>
                      <a:pt x="1048" y="456"/>
                    </a:moveTo>
                    <a:lnTo>
                      <a:pt x="1052" y="456"/>
                    </a:lnTo>
                    <a:lnTo>
                      <a:pt x="1052" y="460"/>
                    </a:lnTo>
                    <a:lnTo>
                      <a:pt x="1048" y="456"/>
                    </a:lnTo>
                    <a:lnTo>
                      <a:pt x="1048" y="456"/>
                    </a:lnTo>
                    <a:lnTo>
                      <a:pt x="1048" y="456"/>
                    </a:lnTo>
                    <a:close/>
                    <a:moveTo>
                      <a:pt x="820" y="460"/>
                    </a:moveTo>
                    <a:lnTo>
                      <a:pt x="816" y="460"/>
                    </a:lnTo>
                    <a:lnTo>
                      <a:pt x="816" y="456"/>
                    </a:lnTo>
                    <a:lnTo>
                      <a:pt x="816" y="460"/>
                    </a:lnTo>
                    <a:lnTo>
                      <a:pt x="820" y="460"/>
                    </a:lnTo>
                    <a:lnTo>
                      <a:pt x="820" y="460"/>
                    </a:lnTo>
                    <a:lnTo>
                      <a:pt x="820" y="460"/>
                    </a:lnTo>
                    <a:close/>
                    <a:moveTo>
                      <a:pt x="808" y="466"/>
                    </a:moveTo>
                    <a:lnTo>
                      <a:pt x="808" y="470"/>
                    </a:lnTo>
                    <a:lnTo>
                      <a:pt x="812" y="470"/>
                    </a:lnTo>
                    <a:lnTo>
                      <a:pt x="816" y="470"/>
                    </a:lnTo>
                    <a:lnTo>
                      <a:pt x="816" y="474"/>
                    </a:lnTo>
                    <a:lnTo>
                      <a:pt x="812" y="474"/>
                    </a:lnTo>
                    <a:lnTo>
                      <a:pt x="808" y="474"/>
                    </a:lnTo>
                    <a:lnTo>
                      <a:pt x="808" y="470"/>
                    </a:lnTo>
                    <a:lnTo>
                      <a:pt x="806" y="470"/>
                    </a:lnTo>
                    <a:lnTo>
                      <a:pt x="806" y="466"/>
                    </a:lnTo>
                    <a:lnTo>
                      <a:pt x="802" y="466"/>
                    </a:lnTo>
                    <a:lnTo>
                      <a:pt x="802" y="464"/>
                    </a:lnTo>
                    <a:lnTo>
                      <a:pt x="798" y="464"/>
                    </a:lnTo>
                    <a:lnTo>
                      <a:pt x="802" y="464"/>
                    </a:lnTo>
                    <a:lnTo>
                      <a:pt x="806" y="464"/>
                    </a:lnTo>
                    <a:lnTo>
                      <a:pt x="808" y="466"/>
                    </a:lnTo>
                    <a:lnTo>
                      <a:pt x="808" y="466"/>
                    </a:lnTo>
                    <a:lnTo>
                      <a:pt x="808" y="466"/>
                    </a:lnTo>
                    <a:close/>
                    <a:moveTo>
                      <a:pt x="794" y="466"/>
                    </a:moveTo>
                    <a:lnTo>
                      <a:pt x="794" y="470"/>
                    </a:lnTo>
                    <a:lnTo>
                      <a:pt x="798" y="470"/>
                    </a:lnTo>
                    <a:lnTo>
                      <a:pt x="798" y="474"/>
                    </a:lnTo>
                    <a:lnTo>
                      <a:pt x="794" y="478"/>
                    </a:lnTo>
                    <a:lnTo>
                      <a:pt x="794" y="474"/>
                    </a:lnTo>
                    <a:lnTo>
                      <a:pt x="790" y="470"/>
                    </a:lnTo>
                    <a:lnTo>
                      <a:pt x="790" y="466"/>
                    </a:lnTo>
                    <a:lnTo>
                      <a:pt x="790" y="464"/>
                    </a:lnTo>
                    <a:lnTo>
                      <a:pt x="794" y="466"/>
                    </a:lnTo>
                    <a:lnTo>
                      <a:pt x="794" y="466"/>
                    </a:lnTo>
                    <a:lnTo>
                      <a:pt x="794" y="466"/>
                    </a:lnTo>
                    <a:close/>
                    <a:moveTo>
                      <a:pt x="772" y="496"/>
                    </a:moveTo>
                    <a:lnTo>
                      <a:pt x="776" y="496"/>
                    </a:lnTo>
                    <a:lnTo>
                      <a:pt x="776" y="494"/>
                    </a:lnTo>
                    <a:lnTo>
                      <a:pt x="776" y="490"/>
                    </a:lnTo>
                    <a:lnTo>
                      <a:pt x="776" y="486"/>
                    </a:lnTo>
                    <a:lnTo>
                      <a:pt x="776" y="482"/>
                    </a:lnTo>
                    <a:lnTo>
                      <a:pt x="776" y="478"/>
                    </a:lnTo>
                    <a:lnTo>
                      <a:pt x="778" y="470"/>
                    </a:lnTo>
                    <a:lnTo>
                      <a:pt x="782" y="470"/>
                    </a:lnTo>
                    <a:lnTo>
                      <a:pt x="782" y="466"/>
                    </a:lnTo>
                    <a:lnTo>
                      <a:pt x="786" y="466"/>
                    </a:lnTo>
                    <a:lnTo>
                      <a:pt x="786" y="470"/>
                    </a:lnTo>
                    <a:lnTo>
                      <a:pt x="782" y="470"/>
                    </a:lnTo>
                    <a:lnTo>
                      <a:pt x="786" y="470"/>
                    </a:lnTo>
                    <a:lnTo>
                      <a:pt x="790" y="470"/>
                    </a:lnTo>
                    <a:lnTo>
                      <a:pt x="790" y="474"/>
                    </a:lnTo>
                    <a:lnTo>
                      <a:pt x="790" y="478"/>
                    </a:lnTo>
                    <a:lnTo>
                      <a:pt x="786" y="474"/>
                    </a:lnTo>
                    <a:lnTo>
                      <a:pt x="786" y="478"/>
                    </a:lnTo>
                    <a:lnTo>
                      <a:pt x="790" y="478"/>
                    </a:lnTo>
                    <a:lnTo>
                      <a:pt x="790" y="482"/>
                    </a:lnTo>
                    <a:lnTo>
                      <a:pt x="794" y="486"/>
                    </a:lnTo>
                    <a:lnTo>
                      <a:pt x="794" y="482"/>
                    </a:lnTo>
                    <a:lnTo>
                      <a:pt x="798" y="478"/>
                    </a:lnTo>
                    <a:lnTo>
                      <a:pt x="802" y="478"/>
                    </a:lnTo>
                    <a:lnTo>
                      <a:pt x="802" y="482"/>
                    </a:lnTo>
                    <a:lnTo>
                      <a:pt x="806" y="482"/>
                    </a:lnTo>
                    <a:lnTo>
                      <a:pt x="802" y="482"/>
                    </a:lnTo>
                    <a:lnTo>
                      <a:pt x="806" y="486"/>
                    </a:lnTo>
                    <a:lnTo>
                      <a:pt x="808" y="486"/>
                    </a:lnTo>
                    <a:lnTo>
                      <a:pt x="812" y="486"/>
                    </a:lnTo>
                    <a:lnTo>
                      <a:pt x="816" y="486"/>
                    </a:lnTo>
                    <a:lnTo>
                      <a:pt x="816" y="490"/>
                    </a:lnTo>
                    <a:lnTo>
                      <a:pt x="820" y="494"/>
                    </a:lnTo>
                    <a:lnTo>
                      <a:pt x="824" y="494"/>
                    </a:lnTo>
                    <a:lnTo>
                      <a:pt x="824" y="496"/>
                    </a:lnTo>
                    <a:lnTo>
                      <a:pt x="828" y="496"/>
                    </a:lnTo>
                    <a:lnTo>
                      <a:pt x="832" y="496"/>
                    </a:lnTo>
                    <a:lnTo>
                      <a:pt x="834" y="496"/>
                    </a:lnTo>
                    <a:lnTo>
                      <a:pt x="834" y="500"/>
                    </a:lnTo>
                    <a:lnTo>
                      <a:pt x="838" y="500"/>
                    </a:lnTo>
                    <a:lnTo>
                      <a:pt x="838" y="504"/>
                    </a:lnTo>
                    <a:lnTo>
                      <a:pt x="838" y="508"/>
                    </a:lnTo>
                    <a:lnTo>
                      <a:pt x="838" y="512"/>
                    </a:lnTo>
                    <a:lnTo>
                      <a:pt x="834" y="512"/>
                    </a:lnTo>
                    <a:lnTo>
                      <a:pt x="834" y="516"/>
                    </a:lnTo>
                    <a:lnTo>
                      <a:pt x="838" y="512"/>
                    </a:lnTo>
                    <a:lnTo>
                      <a:pt x="842" y="512"/>
                    </a:lnTo>
                    <a:lnTo>
                      <a:pt x="846" y="512"/>
                    </a:lnTo>
                    <a:lnTo>
                      <a:pt x="850" y="516"/>
                    </a:lnTo>
                    <a:lnTo>
                      <a:pt x="850" y="512"/>
                    </a:lnTo>
                    <a:lnTo>
                      <a:pt x="854" y="512"/>
                    </a:lnTo>
                    <a:lnTo>
                      <a:pt x="854" y="516"/>
                    </a:lnTo>
                    <a:lnTo>
                      <a:pt x="858" y="516"/>
                    </a:lnTo>
                    <a:lnTo>
                      <a:pt x="854" y="516"/>
                    </a:lnTo>
                    <a:lnTo>
                      <a:pt x="858" y="516"/>
                    </a:lnTo>
                    <a:lnTo>
                      <a:pt x="858" y="520"/>
                    </a:lnTo>
                    <a:lnTo>
                      <a:pt x="862" y="520"/>
                    </a:lnTo>
                    <a:lnTo>
                      <a:pt x="858" y="520"/>
                    </a:lnTo>
                    <a:lnTo>
                      <a:pt x="854" y="522"/>
                    </a:lnTo>
                    <a:lnTo>
                      <a:pt x="850" y="522"/>
                    </a:lnTo>
                    <a:lnTo>
                      <a:pt x="850" y="526"/>
                    </a:lnTo>
                    <a:lnTo>
                      <a:pt x="846" y="526"/>
                    </a:lnTo>
                    <a:lnTo>
                      <a:pt x="842" y="526"/>
                    </a:lnTo>
                    <a:lnTo>
                      <a:pt x="838" y="522"/>
                    </a:lnTo>
                    <a:lnTo>
                      <a:pt x="834" y="522"/>
                    </a:lnTo>
                    <a:lnTo>
                      <a:pt x="834" y="520"/>
                    </a:lnTo>
                    <a:lnTo>
                      <a:pt x="832" y="520"/>
                    </a:lnTo>
                    <a:lnTo>
                      <a:pt x="832" y="522"/>
                    </a:lnTo>
                    <a:lnTo>
                      <a:pt x="828" y="522"/>
                    </a:lnTo>
                    <a:lnTo>
                      <a:pt x="828" y="520"/>
                    </a:lnTo>
                    <a:lnTo>
                      <a:pt x="828" y="516"/>
                    </a:lnTo>
                    <a:lnTo>
                      <a:pt x="824" y="516"/>
                    </a:lnTo>
                    <a:lnTo>
                      <a:pt x="820" y="516"/>
                    </a:lnTo>
                    <a:lnTo>
                      <a:pt x="816" y="512"/>
                    </a:lnTo>
                    <a:lnTo>
                      <a:pt x="820" y="512"/>
                    </a:lnTo>
                    <a:lnTo>
                      <a:pt x="820" y="508"/>
                    </a:lnTo>
                    <a:lnTo>
                      <a:pt x="816" y="508"/>
                    </a:lnTo>
                    <a:lnTo>
                      <a:pt x="816" y="512"/>
                    </a:lnTo>
                    <a:lnTo>
                      <a:pt x="812" y="512"/>
                    </a:lnTo>
                    <a:lnTo>
                      <a:pt x="808" y="512"/>
                    </a:lnTo>
                    <a:lnTo>
                      <a:pt x="808" y="516"/>
                    </a:lnTo>
                    <a:lnTo>
                      <a:pt x="812" y="516"/>
                    </a:lnTo>
                    <a:lnTo>
                      <a:pt x="812" y="520"/>
                    </a:lnTo>
                    <a:lnTo>
                      <a:pt x="808" y="520"/>
                    </a:lnTo>
                    <a:lnTo>
                      <a:pt x="806" y="522"/>
                    </a:lnTo>
                    <a:lnTo>
                      <a:pt x="802" y="522"/>
                    </a:lnTo>
                    <a:lnTo>
                      <a:pt x="802" y="526"/>
                    </a:lnTo>
                    <a:lnTo>
                      <a:pt x="798" y="526"/>
                    </a:lnTo>
                    <a:lnTo>
                      <a:pt x="798" y="530"/>
                    </a:lnTo>
                    <a:lnTo>
                      <a:pt x="794" y="530"/>
                    </a:lnTo>
                    <a:lnTo>
                      <a:pt x="794" y="534"/>
                    </a:lnTo>
                    <a:lnTo>
                      <a:pt x="790" y="534"/>
                    </a:lnTo>
                    <a:lnTo>
                      <a:pt x="786" y="534"/>
                    </a:lnTo>
                    <a:lnTo>
                      <a:pt x="782" y="534"/>
                    </a:lnTo>
                    <a:lnTo>
                      <a:pt x="782" y="530"/>
                    </a:lnTo>
                    <a:lnTo>
                      <a:pt x="782" y="526"/>
                    </a:lnTo>
                    <a:lnTo>
                      <a:pt x="782" y="522"/>
                    </a:lnTo>
                    <a:lnTo>
                      <a:pt x="782" y="520"/>
                    </a:lnTo>
                    <a:lnTo>
                      <a:pt x="778" y="520"/>
                    </a:lnTo>
                    <a:lnTo>
                      <a:pt x="776" y="522"/>
                    </a:lnTo>
                    <a:lnTo>
                      <a:pt x="772" y="522"/>
                    </a:lnTo>
                    <a:lnTo>
                      <a:pt x="768" y="522"/>
                    </a:lnTo>
                    <a:lnTo>
                      <a:pt x="764" y="522"/>
                    </a:lnTo>
                    <a:lnTo>
                      <a:pt x="760" y="522"/>
                    </a:lnTo>
                    <a:lnTo>
                      <a:pt x="760" y="520"/>
                    </a:lnTo>
                    <a:lnTo>
                      <a:pt x="764" y="516"/>
                    </a:lnTo>
                    <a:lnTo>
                      <a:pt x="768" y="516"/>
                    </a:lnTo>
                    <a:lnTo>
                      <a:pt x="772" y="512"/>
                    </a:lnTo>
                    <a:lnTo>
                      <a:pt x="776" y="512"/>
                    </a:lnTo>
                    <a:lnTo>
                      <a:pt x="776" y="508"/>
                    </a:lnTo>
                    <a:lnTo>
                      <a:pt x="772" y="508"/>
                    </a:lnTo>
                    <a:lnTo>
                      <a:pt x="772" y="504"/>
                    </a:lnTo>
                    <a:lnTo>
                      <a:pt x="772" y="500"/>
                    </a:lnTo>
                    <a:lnTo>
                      <a:pt x="772" y="496"/>
                    </a:lnTo>
                    <a:lnTo>
                      <a:pt x="772" y="496"/>
                    </a:lnTo>
                    <a:lnTo>
                      <a:pt x="772" y="496"/>
                    </a:lnTo>
                    <a:close/>
                    <a:moveTo>
                      <a:pt x="816" y="470"/>
                    </a:moveTo>
                    <a:lnTo>
                      <a:pt x="812" y="470"/>
                    </a:lnTo>
                    <a:lnTo>
                      <a:pt x="812" y="466"/>
                    </a:lnTo>
                    <a:lnTo>
                      <a:pt x="816" y="466"/>
                    </a:lnTo>
                    <a:lnTo>
                      <a:pt x="816" y="470"/>
                    </a:lnTo>
                    <a:lnTo>
                      <a:pt x="816" y="470"/>
                    </a:lnTo>
                    <a:lnTo>
                      <a:pt x="816" y="470"/>
                    </a:lnTo>
                    <a:close/>
                    <a:moveTo>
                      <a:pt x="1114" y="470"/>
                    </a:moveTo>
                    <a:lnTo>
                      <a:pt x="1114" y="474"/>
                    </a:lnTo>
                    <a:lnTo>
                      <a:pt x="1114" y="470"/>
                    </a:lnTo>
                    <a:lnTo>
                      <a:pt x="1114" y="474"/>
                    </a:lnTo>
                    <a:lnTo>
                      <a:pt x="1110" y="474"/>
                    </a:lnTo>
                    <a:lnTo>
                      <a:pt x="1110" y="470"/>
                    </a:lnTo>
                    <a:lnTo>
                      <a:pt x="1114" y="470"/>
                    </a:lnTo>
                    <a:lnTo>
                      <a:pt x="1114" y="470"/>
                    </a:lnTo>
                    <a:lnTo>
                      <a:pt x="1114" y="470"/>
                    </a:lnTo>
                    <a:close/>
                    <a:moveTo>
                      <a:pt x="1070" y="496"/>
                    </a:moveTo>
                    <a:lnTo>
                      <a:pt x="1074" y="496"/>
                    </a:lnTo>
                    <a:lnTo>
                      <a:pt x="1070" y="500"/>
                    </a:lnTo>
                    <a:lnTo>
                      <a:pt x="1066" y="500"/>
                    </a:lnTo>
                    <a:lnTo>
                      <a:pt x="1070" y="496"/>
                    </a:lnTo>
                    <a:lnTo>
                      <a:pt x="1070" y="496"/>
                    </a:lnTo>
                    <a:lnTo>
                      <a:pt x="1070" y="496"/>
                    </a:lnTo>
                    <a:close/>
                    <a:moveTo>
                      <a:pt x="894" y="516"/>
                    </a:moveTo>
                    <a:lnTo>
                      <a:pt x="890" y="516"/>
                    </a:lnTo>
                    <a:lnTo>
                      <a:pt x="890" y="512"/>
                    </a:lnTo>
                    <a:lnTo>
                      <a:pt x="894" y="512"/>
                    </a:lnTo>
                    <a:lnTo>
                      <a:pt x="898" y="512"/>
                    </a:lnTo>
                    <a:lnTo>
                      <a:pt x="894" y="516"/>
                    </a:lnTo>
                    <a:lnTo>
                      <a:pt x="894" y="516"/>
                    </a:lnTo>
                    <a:lnTo>
                      <a:pt x="894" y="516"/>
                    </a:lnTo>
                    <a:close/>
                    <a:moveTo>
                      <a:pt x="970" y="520"/>
                    </a:moveTo>
                    <a:lnTo>
                      <a:pt x="970" y="522"/>
                    </a:lnTo>
                    <a:lnTo>
                      <a:pt x="966" y="522"/>
                    </a:lnTo>
                    <a:lnTo>
                      <a:pt x="970" y="520"/>
                    </a:lnTo>
                    <a:lnTo>
                      <a:pt x="970" y="520"/>
                    </a:lnTo>
                    <a:lnTo>
                      <a:pt x="970" y="520"/>
                    </a:lnTo>
                    <a:close/>
                    <a:moveTo>
                      <a:pt x="910" y="526"/>
                    </a:moveTo>
                    <a:lnTo>
                      <a:pt x="914" y="526"/>
                    </a:lnTo>
                    <a:lnTo>
                      <a:pt x="910" y="526"/>
                    </a:lnTo>
                    <a:lnTo>
                      <a:pt x="910" y="530"/>
                    </a:lnTo>
                    <a:lnTo>
                      <a:pt x="906" y="526"/>
                    </a:lnTo>
                    <a:lnTo>
                      <a:pt x="902" y="526"/>
                    </a:lnTo>
                    <a:lnTo>
                      <a:pt x="902" y="522"/>
                    </a:lnTo>
                    <a:lnTo>
                      <a:pt x="898" y="522"/>
                    </a:lnTo>
                    <a:lnTo>
                      <a:pt x="898" y="520"/>
                    </a:lnTo>
                    <a:lnTo>
                      <a:pt x="902" y="522"/>
                    </a:lnTo>
                    <a:lnTo>
                      <a:pt x="906" y="522"/>
                    </a:lnTo>
                    <a:lnTo>
                      <a:pt x="910" y="522"/>
                    </a:lnTo>
                    <a:lnTo>
                      <a:pt x="910" y="526"/>
                    </a:lnTo>
                    <a:lnTo>
                      <a:pt x="910" y="526"/>
                    </a:lnTo>
                    <a:lnTo>
                      <a:pt x="910" y="526"/>
                    </a:lnTo>
                    <a:close/>
                    <a:moveTo>
                      <a:pt x="1084" y="522"/>
                    </a:moveTo>
                    <a:lnTo>
                      <a:pt x="1084" y="526"/>
                    </a:lnTo>
                    <a:lnTo>
                      <a:pt x="1088" y="530"/>
                    </a:lnTo>
                    <a:lnTo>
                      <a:pt x="1084" y="530"/>
                    </a:lnTo>
                    <a:lnTo>
                      <a:pt x="1084" y="526"/>
                    </a:lnTo>
                    <a:lnTo>
                      <a:pt x="1080" y="522"/>
                    </a:lnTo>
                    <a:lnTo>
                      <a:pt x="1084" y="522"/>
                    </a:lnTo>
                    <a:lnTo>
                      <a:pt x="1084" y="522"/>
                    </a:lnTo>
                    <a:lnTo>
                      <a:pt x="1084" y="522"/>
                    </a:lnTo>
                    <a:close/>
                    <a:moveTo>
                      <a:pt x="1076" y="522"/>
                    </a:moveTo>
                    <a:lnTo>
                      <a:pt x="1076" y="526"/>
                    </a:lnTo>
                    <a:lnTo>
                      <a:pt x="1074" y="526"/>
                    </a:lnTo>
                    <a:lnTo>
                      <a:pt x="1074" y="522"/>
                    </a:lnTo>
                    <a:lnTo>
                      <a:pt x="1076" y="522"/>
                    </a:lnTo>
                    <a:lnTo>
                      <a:pt x="1076" y="522"/>
                    </a:lnTo>
                    <a:lnTo>
                      <a:pt x="1076" y="522"/>
                    </a:lnTo>
                    <a:close/>
                    <a:moveTo>
                      <a:pt x="888" y="526"/>
                    </a:moveTo>
                    <a:lnTo>
                      <a:pt x="890" y="526"/>
                    </a:lnTo>
                    <a:lnTo>
                      <a:pt x="894" y="526"/>
                    </a:lnTo>
                    <a:lnTo>
                      <a:pt x="898" y="530"/>
                    </a:lnTo>
                    <a:lnTo>
                      <a:pt x="898" y="534"/>
                    </a:lnTo>
                    <a:lnTo>
                      <a:pt x="894" y="534"/>
                    </a:lnTo>
                    <a:lnTo>
                      <a:pt x="890" y="534"/>
                    </a:lnTo>
                    <a:lnTo>
                      <a:pt x="888" y="530"/>
                    </a:lnTo>
                    <a:lnTo>
                      <a:pt x="884" y="530"/>
                    </a:lnTo>
                    <a:lnTo>
                      <a:pt x="884" y="526"/>
                    </a:lnTo>
                    <a:lnTo>
                      <a:pt x="888" y="526"/>
                    </a:lnTo>
                    <a:lnTo>
                      <a:pt x="888" y="526"/>
                    </a:lnTo>
                    <a:lnTo>
                      <a:pt x="888" y="526"/>
                    </a:lnTo>
                    <a:close/>
                    <a:moveTo>
                      <a:pt x="832" y="538"/>
                    </a:moveTo>
                    <a:lnTo>
                      <a:pt x="834" y="538"/>
                    </a:lnTo>
                    <a:lnTo>
                      <a:pt x="834" y="542"/>
                    </a:lnTo>
                    <a:lnTo>
                      <a:pt x="834" y="546"/>
                    </a:lnTo>
                    <a:lnTo>
                      <a:pt x="832" y="546"/>
                    </a:lnTo>
                    <a:lnTo>
                      <a:pt x="832" y="550"/>
                    </a:lnTo>
                    <a:lnTo>
                      <a:pt x="828" y="550"/>
                    </a:lnTo>
                    <a:lnTo>
                      <a:pt x="828" y="552"/>
                    </a:lnTo>
                    <a:lnTo>
                      <a:pt x="824" y="552"/>
                    </a:lnTo>
                    <a:lnTo>
                      <a:pt x="820" y="556"/>
                    </a:lnTo>
                    <a:lnTo>
                      <a:pt x="816" y="556"/>
                    </a:lnTo>
                    <a:lnTo>
                      <a:pt x="812" y="556"/>
                    </a:lnTo>
                    <a:lnTo>
                      <a:pt x="808" y="556"/>
                    </a:lnTo>
                    <a:lnTo>
                      <a:pt x="808" y="552"/>
                    </a:lnTo>
                    <a:lnTo>
                      <a:pt x="806" y="550"/>
                    </a:lnTo>
                    <a:lnTo>
                      <a:pt x="808" y="550"/>
                    </a:lnTo>
                    <a:lnTo>
                      <a:pt x="812" y="546"/>
                    </a:lnTo>
                    <a:lnTo>
                      <a:pt x="812" y="542"/>
                    </a:lnTo>
                    <a:lnTo>
                      <a:pt x="816" y="538"/>
                    </a:lnTo>
                    <a:lnTo>
                      <a:pt x="816" y="542"/>
                    </a:lnTo>
                    <a:lnTo>
                      <a:pt x="820" y="542"/>
                    </a:lnTo>
                    <a:lnTo>
                      <a:pt x="824" y="542"/>
                    </a:lnTo>
                    <a:lnTo>
                      <a:pt x="824" y="538"/>
                    </a:lnTo>
                    <a:lnTo>
                      <a:pt x="828" y="538"/>
                    </a:lnTo>
                    <a:lnTo>
                      <a:pt x="832" y="538"/>
                    </a:lnTo>
                    <a:lnTo>
                      <a:pt x="832" y="538"/>
                    </a:lnTo>
                    <a:lnTo>
                      <a:pt x="832" y="538"/>
                    </a:lnTo>
                    <a:close/>
                    <a:moveTo>
                      <a:pt x="940" y="542"/>
                    </a:moveTo>
                    <a:lnTo>
                      <a:pt x="944" y="546"/>
                    </a:lnTo>
                    <a:lnTo>
                      <a:pt x="948" y="546"/>
                    </a:lnTo>
                    <a:lnTo>
                      <a:pt x="944" y="546"/>
                    </a:lnTo>
                    <a:lnTo>
                      <a:pt x="940" y="546"/>
                    </a:lnTo>
                    <a:lnTo>
                      <a:pt x="940" y="542"/>
                    </a:lnTo>
                    <a:lnTo>
                      <a:pt x="940" y="542"/>
                    </a:lnTo>
                    <a:lnTo>
                      <a:pt x="940" y="542"/>
                    </a:lnTo>
                    <a:close/>
                    <a:moveTo>
                      <a:pt x="1076" y="546"/>
                    </a:moveTo>
                    <a:lnTo>
                      <a:pt x="1076" y="550"/>
                    </a:lnTo>
                    <a:lnTo>
                      <a:pt x="1074" y="550"/>
                    </a:lnTo>
                    <a:lnTo>
                      <a:pt x="1074" y="546"/>
                    </a:lnTo>
                    <a:lnTo>
                      <a:pt x="1076" y="546"/>
                    </a:lnTo>
                    <a:lnTo>
                      <a:pt x="1076" y="546"/>
                    </a:lnTo>
                    <a:lnTo>
                      <a:pt x="1076" y="546"/>
                    </a:lnTo>
                    <a:close/>
                    <a:moveTo>
                      <a:pt x="1084" y="550"/>
                    </a:moveTo>
                    <a:lnTo>
                      <a:pt x="1080" y="552"/>
                    </a:lnTo>
                    <a:lnTo>
                      <a:pt x="1076" y="552"/>
                    </a:lnTo>
                    <a:lnTo>
                      <a:pt x="1076" y="550"/>
                    </a:lnTo>
                    <a:lnTo>
                      <a:pt x="1074" y="550"/>
                    </a:lnTo>
                    <a:lnTo>
                      <a:pt x="1076" y="550"/>
                    </a:lnTo>
                    <a:lnTo>
                      <a:pt x="1080" y="550"/>
                    </a:lnTo>
                    <a:lnTo>
                      <a:pt x="1084" y="550"/>
                    </a:lnTo>
                    <a:lnTo>
                      <a:pt x="1084" y="550"/>
                    </a:lnTo>
                    <a:lnTo>
                      <a:pt x="1084" y="550"/>
                    </a:lnTo>
                    <a:close/>
                    <a:moveTo>
                      <a:pt x="868" y="564"/>
                    </a:moveTo>
                    <a:lnTo>
                      <a:pt x="868" y="566"/>
                    </a:lnTo>
                    <a:lnTo>
                      <a:pt x="864" y="570"/>
                    </a:lnTo>
                    <a:lnTo>
                      <a:pt x="864" y="566"/>
                    </a:lnTo>
                    <a:lnTo>
                      <a:pt x="862" y="566"/>
                    </a:lnTo>
                    <a:lnTo>
                      <a:pt x="858" y="564"/>
                    </a:lnTo>
                    <a:lnTo>
                      <a:pt x="858" y="560"/>
                    </a:lnTo>
                    <a:lnTo>
                      <a:pt x="858" y="556"/>
                    </a:lnTo>
                    <a:lnTo>
                      <a:pt x="862" y="556"/>
                    </a:lnTo>
                    <a:lnTo>
                      <a:pt x="862" y="552"/>
                    </a:lnTo>
                    <a:lnTo>
                      <a:pt x="864" y="552"/>
                    </a:lnTo>
                    <a:lnTo>
                      <a:pt x="868" y="552"/>
                    </a:lnTo>
                    <a:lnTo>
                      <a:pt x="868" y="550"/>
                    </a:lnTo>
                    <a:lnTo>
                      <a:pt x="868" y="552"/>
                    </a:lnTo>
                    <a:lnTo>
                      <a:pt x="872" y="552"/>
                    </a:lnTo>
                    <a:lnTo>
                      <a:pt x="872" y="556"/>
                    </a:lnTo>
                    <a:lnTo>
                      <a:pt x="872" y="560"/>
                    </a:lnTo>
                    <a:lnTo>
                      <a:pt x="868" y="564"/>
                    </a:lnTo>
                    <a:lnTo>
                      <a:pt x="868" y="564"/>
                    </a:lnTo>
                    <a:lnTo>
                      <a:pt x="868" y="564"/>
                    </a:lnTo>
                    <a:close/>
                    <a:moveTo>
                      <a:pt x="1074" y="564"/>
                    </a:moveTo>
                    <a:lnTo>
                      <a:pt x="1076" y="564"/>
                    </a:lnTo>
                    <a:lnTo>
                      <a:pt x="1076" y="566"/>
                    </a:lnTo>
                    <a:lnTo>
                      <a:pt x="1074" y="564"/>
                    </a:lnTo>
                    <a:lnTo>
                      <a:pt x="1070" y="564"/>
                    </a:lnTo>
                    <a:lnTo>
                      <a:pt x="1074" y="560"/>
                    </a:lnTo>
                    <a:lnTo>
                      <a:pt x="1074" y="564"/>
                    </a:lnTo>
                    <a:lnTo>
                      <a:pt x="1074" y="564"/>
                    </a:lnTo>
                    <a:lnTo>
                      <a:pt x="1074" y="564"/>
                    </a:lnTo>
                    <a:close/>
                    <a:moveTo>
                      <a:pt x="678" y="564"/>
                    </a:moveTo>
                    <a:lnTo>
                      <a:pt x="676" y="564"/>
                    </a:lnTo>
                    <a:lnTo>
                      <a:pt x="678" y="564"/>
                    </a:lnTo>
                    <a:lnTo>
                      <a:pt x="678" y="564"/>
                    </a:lnTo>
                    <a:lnTo>
                      <a:pt x="678" y="564"/>
                    </a:lnTo>
                    <a:close/>
                    <a:moveTo>
                      <a:pt x="1080" y="570"/>
                    </a:moveTo>
                    <a:lnTo>
                      <a:pt x="1076" y="570"/>
                    </a:lnTo>
                    <a:lnTo>
                      <a:pt x="1080" y="570"/>
                    </a:lnTo>
                    <a:lnTo>
                      <a:pt x="1076" y="574"/>
                    </a:lnTo>
                    <a:lnTo>
                      <a:pt x="1074" y="574"/>
                    </a:lnTo>
                    <a:lnTo>
                      <a:pt x="1074" y="570"/>
                    </a:lnTo>
                    <a:lnTo>
                      <a:pt x="1070" y="570"/>
                    </a:lnTo>
                    <a:lnTo>
                      <a:pt x="1066" y="570"/>
                    </a:lnTo>
                    <a:lnTo>
                      <a:pt x="1070" y="566"/>
                    </a:lnTo>
                    <a:lnTo>
                      <a:pt x="1074" y="566"/>
                    </a:lnTo>
                    <a:lnTo>
                      <a:pt x="1076" y="566"/>
                    </a:lnTo>
                    <a:lnTo>
                      <a:pt x="1080" y="570"/>
                    </a:lnTo>
                    <a:lnTo>
                      <a:pt x="1080" y="570"/>
                    </a:lnTo>
                    <a:lnTo>
                      <a:pt x="1080" y="570"/>
                    </a:lnTo>
                    <a:close/>
                    <a:moveTo>
                      <a:pt x="888" y="586"/>
                    </a:moveTo>
                    <a:lnTo>
                      <a:pt x="888" y="590"/>
                    </a:lnTo>
                    <a:lnTo>
                      <a:pt x="884" y="590"/>
                    </a:lnTo>
                    <a:lnTo>
                      <a:pt x="880" y="590"/>
                    </a:lnTo>
                    <a:lnTo>
                      <a:pt x="884" y="590"/>
                    </a:lnTo>
                    <a:lnTo>
                      <a:pt x="884" y="586"/>
                    </a:lnTo>
                    <a:lnTo>
                      <a:pt x="888" y="586"/>
                    </a:lnTo>
                    <a:lnTo>
                      <a:pt x="888" y="586"/>
                    </a:lnTo>
                    <a:lnTo>
                      <a:pt x="888" y="586"/>
                    </a:lnTo>
                    <a:close/>
                    <a:moveTo>
                      <a:pt x="1032" y="594"/>
                    </a:moveTo>
                    <a:lnTo>
                      <a:pt x="1036" y="596"/>
                    </a:lnTo>
                    <a:lnTo>
                      <a:pt x="1032" y="596"/>
                    </a:lnTo>
                    <a:lnTo>
                      <a:pt x="1032" y="600"/>
                    </a:lnTo>
                    <a:lnTo>
                      <a:pt x="1030" y="600"/>
                    </a:lnTo>
                    <a:lnTo>
                      <a:pt x="1026" y="600"/>
                    </a:lnTo>
                    <a:lnTo>
                      <a:pt x="1030" y="600"/>
                    </a:lnTo>
                    <a:lnTo>
                      <a:pt x="1030" y="596"/>
                    </a:lnTo>
                    <a:lnTo>
                      <a:pt x="1030" y="594"/>
                    </a:lnTo>
                    <a:lnTo>
                      <a:pt x="1032" y="594"/>
                    </a:lnTo>
                    <a:lnTo>
                      <a:pt x="1032" y="594"/>
                    </a:lnTo>
                    <a:lnTo>
                      <a:pt x="1032" y="594"/>
                    </a:lnTo>
                    <a:close/>
                    <a:moveTo>
                      <a:pt x="864" y="608"/>
                    </a:moveTo>
                    <a:lnTo>
                      <a:pt x="864" y="612"/>
                    </a:lnTo>
                    <a:lnTo>
                      <a:pt x="862" y="612"/>
                    </a:lnTo>
                    <a:lnTo>
                      <a:pt x="862" y="608"/>
                    </a:lnTo>
                    <a:lnTo>
                      <a:pt x="864" y="608"/>
                    </a:lnTo>
                    <a:lnTo>
                      <a:pt x="864" y="608"/>
                    </a:lnTo>
                    <a:lnTo>
                      <a:pt x="864" y="608"/>
                    </a:lnTo>
                    <a:close/>
                    <a:moveTo>
                      <a:pt x="1014" y="626"/>
                    </a:moveTo>
                    <a:lnTo>
                      <a:pt x="1014" y="630"/>
                    </a:lnTo>
                    <a:lnTo>
                      <a:pt x="1014" y="626"/>
                    </a:lnTo>
                    <a:lnTo>
                      <a:pt x="1014" y="626"/>
                    </a:lnTo>
                    <a:lnTo>
                      <a:pt x="1014" y="626"/>
                    </a:lnTo>
                    <a:close/>
                    <a:moveTo>
                      <a:pt x="1118" y="652"/>
                    </a:moveTo>
                    <a:lnTo>
                      <a:pt x="1118" y="656"/>
                    </a:lnTo>
                    <a:lnTo>
                      <a:pt x="1114" y="656"/>
                    </a:lnTo>
                    <a:lnTo>
                      <a:pt x="1114" y="652"/>
                    </a:lnTo>
                    <a:lnTo>
                      <a:pt x="1118" y="652"/>
                    </a:lnTo>
                    <a:lnTo>
                      <a:pt x="1118" y="652"/>
                    </a:lnTo>
                    <a:lnTo>
                      <a:pt x="1118" y="652"/>
                    </a:lnTo>
                    <a:close/>
                    <a:moveTo>
                      <a:pt x="1122" y="656"/>
                    </a:moveTo>
                    <a:lnTo>
                      <a:pt x="1118" y="656"/>
                    </a:lnTo>
                    <a:lnTo>
                      <a:pt x="1118" y="652"/>
                    </a:lnTo>
                    <a:lnTo>
                      <a:pt x="1122" y="652"/>
                    </a:lnTo>
                    <a:lnTo>
                      <a:pt x="1122" y="656"/>
                    </a:lnTo>
                    <a:lnTo>
                      <a:pt x="1122" y="656"/>
                    </a:lnTo>
                    <a:lnTo>
                      <a:pt x="1122" y="656"/>
                    </a:lnTo>
                    <a:close/>
                    <a:moveTo>
                      <a:pt x="868" y="660"/>
                    </a:moveTo>
                    <a:lnTo>
                      <a:pt x="868" y="664"/>
                    </a:lnTo>
                    <a:lnTo>
                      <a:pt x="864" y="664"/>
                    </a:lnTo>
                    <a:lnTo>
                      <a:pt x="864" y="660"/>
                    </a:lnTo>
                    <a:lnTo>
                      <a:pt x="868" y="660"/>
                    </a:lnTo>
                    <a:lnTo>
                      <a:pt x="868" y="660"/>
                    </a:lnTo>
                    <a:lnTo>
                      <a:pt x="868" y="660"/>
                    </a:lnTo>
                    <a:close/>
                    <a:moveTo>
                      <a:pt x="1122" y="664"/>
                    </a:moveTo>
                    <a:lnTo>
                      <a:pt x="1122" y="668"/>
                    </a:lnTo>
                    <a:lnTo>
                      <a:pt x="1122" y="664"/>
                    </a:lnTo>
                    <a:lnTo>
                      <a:pt x="1122" y="664"/>
                    </a:lnTo>
                    <a:lnTo>
                      <a:pt x="1122" y="664"/>
                    </a:lnTo>
                    <a:close/>
                    <a:moveTo>
                      <a:pt x="1126" y="676"/>
                    </a:moveTo>
                    <a:lnTo>
                      <a:pt x="1126" y="680"/>
                    </a:lnTo>
                    <a:lnTo>
                      <a:pt x="1122" y="680"/>
                    </a:lnTo>
                    <a:lnTo>
                      <a:pt x="1126" y="680"/>
                    </a:lnTo>
                    <a:lnTo>
                      <a:pt x="1126" y="682"/>
                    </a:lnTo>
                    <a:lnTo>
                      <a:pt x="1126" y="680"/>
                    </a:lnTo>
                    <a:lnTo>
                      <a:pt x="1122" y="680"/>
                    </a:lnTo>
                    <a:lnTo>
                      <a:pt x="1122" y="676"/>
                    </a:lnTo>
                    <a:lnTo>
                      <a:pt x="1126" y="676"/>
                    </a:lnTo>
                    <a:lnTo>
                      <a:pt x="1126" y="676"/>
                    </a:lnTo>
                    <a:lnTo>
                      <a:pt x="1126" y="676"/>
                    </a:lnTo>
                    <a:close/>
                    <a:moveTo>
                      <a:pt x="864" y="676"/>
                    </a:moveTo>
                    <a:lnTo>
                      <a:pt x="864" y="680"/>
                    </a:lnTo>
                    <a:lnTo>
                      <a:pt x="864" y="676"/>
                    </a:lnTo>
                    <a:lnTo>
                      <a:pt x="864" y="676"/>
                    </a:lnTo>
                    <a:lnTo>
                      <a:pt x="864" y="676"/>
                    </a:lnTo>
                    <a:close/>
                    <a:moveTo>
                      <a:pt x="868" y="680"/>
                    </a:moveTo>
                    <a:lnTo>
                      <a:pt x="868" y="682"/>
                    </a:lnTo>
                    <a:lnTo>
                      <a:pt x="868" y="680"/>
                    </a:lnTo>
                    <a:lnTo>
                      <a:pt x="868" y="680"/>
                    </a:lnTo>
                    <a:lnTo>
                      <a:pt x="868" y="680"/>
                    </a:lnTo>
                    <a:close/>
                    <a:moveTo>
                      <a:pt x="864" y="702"/>
                    </a:moveTo>
                    <a:lnTo>
                      <a:pt x="864" y="698"/>
                    </a:lnTo>
                    <a:lnTo>
                      <a:pt x="868" y="698"/>
                    </a:lnTo>
                    <a:lnTo>
                      <a:pt x="868" y="694"/>
                    </a:lnTo>
                    <a:lnTo>
                      <a:pt x="864" y="698"/>
                    </a:lnTo>
                    <a:lnTo>
                      <a:pt x="862" y="698"/>
                    </a:lnTo>
                    <a:lnTo>
                      <a:pt x="864" y="698"/>
                    </a:lnTo>
                    <a:lnTo>
                      <a:pt x="864" y="694"/>
                    </a:lnTo>
                    <a:lnTo>
                      <a:pt x="868" y="690"/>
                    </a:lnTo>
                    <a:lnTo>
                      <a:pt x="868" y="686"/>
                    </a:lnTo>
                    <a:lnTo>
                      <a:pt x="868" y="682"/>
                    </a:lnTo>
                    <a:lnTo>
                      <a:pt x="872" y="682"/>
                    </a:lnTo>
                    <a:lnTo>
                      <a:pt x="872" y="686"/>
                    </a:lnTo>
                    <a:lnTo>
                      <a:pt x="868" y="690"/>
                    </a:lnTo>
                    <a:lnTo>
                      <a:pt x="872" y="690"/>
                    </a:lnTo>
                    <a:lnTo>
                      <a:pt x="872" y="686"/>
                    </a:lnTo>
                    <a:lnTo>
                      <a:pt x="872" y="682"/>
                    </a:lnTo>
                    <a:lnTo>
                      <a:pt x="876" y="682"/>
                    </a:lnTo>
                    <a:lnTo>
                      <a:pt x="876" y="686"/>
                    </a:lnTo>
                    <a:lnTo>
                      <a:pt x="880" y="686"/>
                    </a:lnTo>
                    <a:lnTo>
                      <a:pt x="876" y="690"/>
                    </a:lnTo>
                    <a:lnTo>
                      <a:pt x="876" y="694"/>
                    </a:lnTo>
                    <a:lnTo>
                      <a:pt x="876" y="698"/>
                    </a:lnTo>
                    <a:lnTo>
                      <a:pt x="872" y="698"/>
                    </a:lnTo>
                    <a:lnTo>
                      <a:pt x="876" y="698"/>
                    </a:lnTo>
                    <a:lnTo>
                      <a:pt x="876" y="694"/>
                    </a:lnTo>
                    <a:lnTo>
                      <a:pt x="876" y="690"/>
                    </a:lnTo>
                    <a:lnTo>
                      <a:pt x="876" y="686"/>
                    </a:lnTo>
                    <a:lnTo>
                      <a:pt x="876" y="690"/>
                    </a:lnTo>
                    <a:lnTo>
                      <a:pt x="872" y="698"/>
                    </a:lnTo>
                    <a:lnTo>
                      <a:pt x="876" y="694"/>
                    </a:lnTo>
                    <a:lnTo>
                      <a:pt x="876" y="690"/>
                    </a:lnTo>
                    <a:lnTo>
                      <a:pt x="872" y="690"/>
                    </a:lnTo>
                    <a:lnTo>
                      <a:pt x="872" y="694"/>
                    </a:lnTo>
                    <a:lnTo>
                      <a:pt x="872" y="698"/>
                    </a:lnTo>
                    <a:lnTo>
                      <a:pt x="868" y="698"/>
                    </a:lnTo>
                    <a:lnTo>
                      <a:pt x="864" y="702"/>
                    </a:lnTo>
                    <a:lnTo>
                      <a:pt x="864" y="702"/>
                    </a:lnTo>
                    <a:lnTo>
                      <a:pt x="864" y="702"/>
                    </a:lnTo>
                    <a:close/>
                    <a:moveTo>
                      <a:pt x="862" y="690"/>
                    </a:moveTo>
                    <a:lnTo>
                      <a:pt x="864" y="686"/>
                    </a:lnTo>
                    <a:lnTo>
                      <a:pt x="868" y="686"/>
                    </a:lnTo>
                    <a:lnTo>
                      <a:pt x="868" y="682"/>
                    </a:lnTo>
                    <a:lnTo>
                      <a:pt x="868" y="686"/>
                    </a:lnTo>
                    <a:lnTo>
                      <a:pt x="868" y="690"/>
                    </a:lnTo>
                    <a:lnTo>
                      <a:pt x="864" y="690"/>
                    </a:lnTo>
                    <a:lnTo>
                      <a:pt x="862" y="690"/>
                    </a:lnTo>
                    <a:lnTo>
                      <a:pt x="862" y="690"/>
                    </a:lnTo>
                    <a:lnTo>
                      <a:pt x="862" y="690"/>
                    </a:lnTo>
                    <a:close/>
                    <a:moveTo>
                      <a:pt x="876" y="694"/>
                    </a:moveTo>
                    <a:lnTo>
                      <a:pt x="880" y="690"/>
                    </a:lnTo>
                    <a:lnTo>
                      <a:pt x="880" y="686"/>
                    </a:lnTo>
                    <a:lnTo>
                      <a:pt x="884" y="690"/>
                    </a:lnTo>
                    <a:lnTo>
                      <a:pt x="880" y="690"/>
                    </a:lnTo>
                    <a:lnTo>
                      <a:pt x="880" y="694"/>
                    </a:lnTo>
                    <a:lnTo>
                      <a:pt x="876" y="694"/>
                    </a:lnTo>
                    <a:lnTo>
                      <a:pt x="876" y="694"/>
                    </a:lnTo>
                    <a:lnTo>
                      <a:pt x="876" y="694"/>
                    </a:lnTo>
                    <a:close/>
                    <a:moveTo>
                      <a:pt x="1122" y="686"/>
                    </a:moveTo>
                    <a:lnTo>
                      <a:pt x="1126" y="686"/>
                    </a:lnTo>
                    <a:lnTo>
                      <a:pt x="1126" y="690"/>
                    </a:lnTo>
                    <a:lnTo>
                      <a:pt x="1122" y="690"/>
                    </a:lnTo>
                    <a:lnTo>
                      <a:pt x="1122" y="686"/>
                    </a:lnTo>
                    <a:lnTo>
                      <a:pt x="1122" y="686"/>
                    </a:lnTo>
                    <a:lnTo>
                      <a:pt x="1122" y="686"/>
                    </a:lnTo>
                    <a:close/>
                    <a:moveTo>
                      <a:pt x="1130" y="690"/>
                    </a:moveTo>
                    <a:lnTo>
                      <a:pt x="1132" y="694"/>
                    </a:lnTo>
                    <a:lnTo>
                      <a:pt x="1130" y="694"/>
                    </a:lnTo>
                    <a:lnTo>
                      <a:pt x="1130" y="690"/>
                    </a:lnTo>
                    <a:lnTo>
                      <a:pt x="1130" y="690"/>
                    </a:lnTo>
                    <a:lnTo>
                      <a:pt x="1130" y="690"/>
                    </a:lnTo>
                    <a:close/>
                    <a:moveTo>
                      <a:pt x="876" y="694"/>
                    </a:moveTo>
                    <a:lnTo>
                      <a:pt x="876" y="698"/>
                    </a:lnTo>
                    <a:lnTo>
                      <a:pt x="876" y="702"/>
                    </a:lnTo>
                    <a:lnTo>
                      <a:pt x="876" y="698"/>
                    </a:lnTo>
                    <a:lnTo>
                      <a:pt x="876" y="694"/>
                    </a:lnTo>
                    <a:lnTo>
                      <a:pt x="876" y="694"/>
                    </a:lnTo>
                    <a:lnTo>
                      <a:pt x="876" y="694"/>
                    </a:lnTo>
                    <a:close/>
                    <a:moveTo>
                      <a:pt x="152" y="716"/>
                    </a:moveTo>
                    <a:lnTo>
                      <a:pt x="152" y="720"/>
                    </a:lnTo>
                    <a:lnTo>
                      <a:pt x="150" y="724"/>
                    </a:lnTo>
                    <a:lnTo>
                      <a:pt x="150" y="720"/>
                    </a:lnTo>
                    <a:lnTo>
                      <a:pt x="152" y="720"/>
                    </a:lnTo>
                    <a:lnTo>
                      <a:pt x="152" y="716"/>
                    </a:lnTo>
                    <a:lnTo>
                      <a:pt x="152" y="716"/>
                    </a:lnTo>
                    <a:lnTo>
                      <a:pt x="152" y="716"/>
                    </a:lnTo>
                    <a:close/>
                    <a:moveTo>
                      <a:pt x="876" y="720"/>
                    </a:moveTo>
                    <a:lnTo>
                      <a:pt x="872" y="720"/>
                    </a:lnTo>
                    <a:lnTo>
                      <a:pt x="868" y="720"/>
                    </a:lnTo>
                    <a:lnTo>
                      <a:pt x="864" y="724"/>
                    </a:lnTo>
                    <a:lnTo>
                      <a:pt x="864" y="720"/>
                    </a:lnTo>
                    <a:lnTo>
                      <a:pt x="868" y="720"/>
                    </a:lnTo>
                    <a:lnTo>
                      <a:pt x="872" y="720"/>
                    </a:lnTo>
                    <a:lnTo>
                      <a:pt x="876" y="720"/>
                    </a:lnTo>
                    <a:lnTo>
                      <a:pt x="876" y="720"/>
                    </a:lnTo>
                    <a:lnTo>
                      <a:pt x="876" y="720"/>
                    </a:lnTo>
                    <a:close/>
                    <a:moveTo>
                      <a:pt x="146" y="724"/>
                    </a:moveTo>
                    <a:lnTo>
                      <a:pt x="146" y="728"/>
                    </a:lnTo>
                    <a:lnTo>
                      <a:pt x="142" y="728"/>
                    </a:lnTo>
                    <a:lnTo>
                      <a:pt x="142" y="724"/>
                    </a:lnTo>
                    <a:lnTo>
                      <a:pt x="146" y="724"/>
                    </a:lnTo>
                    <a:lnTo>
                      <a:pt x="146" y="724"/>
                    </a:lnTo>
                    <a:lnTo>
                      <a:pt x="146" y="724"/>
                    </a:lnTo>
                    <a:close/>
                    <a:moveTo>
                      <a:pt x="112" y="746"/>
                    </a:moveTo>
                    <a:lnTo>
                      <a:pt x="112" y="742"/>
                    </a:lnTo>
                    <a:lnTo>
                      <a:pt x="112" y="738"/>
                    </a:lnTo>
                    <a:lnTo>
                      <a:pt x="112" y="736"/>
                    </a:lnTo>
                    <a:lnTo>
                      <a:pt x="116" y="736"/>
                    </a:lnTo>
                    <a:lnTo>
                      <a:pt x="120" y="736"/>
                    </a:lnTo>
                    <a:lnTo>
                      <a:pt x="120" y="738"/>
                    </a:lnTo>
                    <a:lnTo>
                      <a:pt x="116" y="738"/>
                    </a:lnTo>
                    <a:lnTo>
                      <a:pt x="120" y="738"/>
                    </a:lnTo>
                    <a:lnTo>
                      <a:pt x="124" y="736"/>
                    </a:lnTo>
                    <a:lnTo>
                      <a:pt x="124" y="738"/>
                    </a:lnTo>
                    <a:lnTo>
                      <a:pt x="126" y="738"/>
                    </a:lnTo>
                    <a:lnTo>
                      <a:pt x="126" y="742"/>
                    </a:lnTo>
                    <a:lnTo>
                      <a:pt x="124" y="742"/>
                    </a:lnTo>
                    <a:lnTo>
                      <a:pt x="120" y="746"/>
                    </a:lnTo>
                    <a:lnTo>
                      <a:pt x="124" y="746"/>
                    </a:lnTo>
                    <a:lnTo>
                      <a:pt x="126" y="742"/>
                    </a:lnTo>
                    <a:lnTo>
                      <a:pt x="126" y="738"/>
                    </a:lnTo>
                    <a:lnTo>
                      <a:pt x="130" y="738"/>
                    </a:lnTo>
                    <a:lnTo>
                      <a:pt x="130" y="736"/>
                    </a:lnTo>
                    <a:lnTo>
                      <a:pt x="130" y="738"/>
                    </a:lnTo>
                    <a:lnTo>
                      <a:pt x="130" y="742"/>
                    </a:lnTo>
                    <a:lnTo>
                      <a:pt x="126" y="746"/>
                    </a:lnTo>
                    <a:lnTo>
                      <a:pt x="126" y="750"/>
                    </a:lnTo>
                    <a:lnTo>
                      <a:pt x="126" y="754"/>
                    </a:lnTo>
                    <a:lnTo>
                      <a:pt x="124" y="754"/>
                    </a:lnTo>
                    <a:lnTo>
                      <a:pt x="124" y="758"/>
                    </a:lnTo>
                    <a:lnTo>
                      <a:pt x="126" y="758"/>
                    </a:lnTo>
                    <a:lnTo>
                      <a:pt x="124" y="758"/>
                    </a:lnTo>
                    <a:lnTo>
                      <a:pt x="120" y="758"/>
                    </a:lnTo>
                    <a:lnTo>
                      <a:pt x="120" y="754"/>
                    </a:lnTo>
                    <a:lnTo>
                      <a:pt x="116" y="754"/>
                    </a:lnTo>
                    <a:lnTo>
                      <a:pt x="120" y="754"/>
                    </a:lnTo>
                    <a:lnTo>
                      <a:pt x="124" y="754"/>
                    </a:lnTo>
                    <a:lnTo>
                      <a:pt x="120" y="750"/>
                    </a:lnTo>
                    <a:lnTo>
                      <a:pt x="116" y="750"/>
                    </a:lnTo>
                    <a:lnTo>
                      <a:pt x="112" y="750"/>
                    </a:lnTo>
                    <a:lnTo>
                      <a:pt x="112" y="746"/>
                    </a:lnTo>
                    <a:lnTo>
                      <a:pt x="116" y="746"/>
                    </a:lnTo>
                    <a:lnTo>
                      <a:pt x="112" y="746"/>
                    </a:lnTo>
                    <a:lnTo>
                      <a:pt x="112" y="746"/>
                    </a:lnTo>
                    <a:lnTo>
                      <a:pt x="112" y="746"/>
                    </a:lnTo>
                    <a:close/>
                    <a:moveTo>
                      <a:pt x="150" y="738"/>
                    </a:moveTo>
                    <a:lnTo>
                      <a:pt x="152" y="738"/>
                    </a:lnTo>
                    <a:lnTo>
                      <a:pt x="150" y="742"/>
                    </a:lnTo>
                    <a:lnTo>
                      <a:pt x="150" y="738"/>
                    </a:lnTo>
                    <a:lnTo>
                      <a:pt x="150" y="742"/>
                    </a:lnTo>
                    <a:lnTo>
                      <a:pt x="150" y="738"/>
                    </a:lnTo>
                    <a:lnTo>
                      <a:pt x="146" y="738"/>
                    </a:lnTo>
                    <a:lnTo>
                      <a:pt x="146" y="742"/>
                    </a:lnTo>
                    <a:lnTo>
                      <a:pt x="146" y="738"/>
                    </a:lnTo>
                    <a:lnTo>
                      <a:pt x="150" y="738"/>
                    </a:lnTo>
                    <a:lnTo>
                      <a:pt x="150" y="736"/>
                    </a:lnTo>
                    <a:lnTo>
                      <a:pt x="150" y="738"/>
                    </a:lnTo>
                    <a:lnTo>
                      <a:pt x="150" y="738"/>
                    </a:lnTo>
                    <a:lnTo>
                      <a:pt x="150" y="738"/>
                    </a:lnTo>
                    <a:close/>
                    <a:moveTo>
                      <a:pt x="152" y="742"/>
                    </a:moveTo>
                    <a:lnTo>
                      <a:pt x="152" y="746"/>
                    </a:lnTo>
                    <a:lnTo>
                      <a:pt x="152" y="750"/>
                    </a:lnTo>
                    <a:lnTo>
                      <a:pt x="152" y="746"/>
                    </a:lnTo>
                    <a:lnTo>
                      <a:pt x="150" y="746"/>
                    </a:lnTo>
                    <a:lnTo>
                      <a:pt x="152" y="742"/>
                    </a:lnTo>
                    <a:lnTo>
                      <a:pt x="152" y="742"/>
                    </a:lnTo>
                    <a:lnTo>
                      <a:pt x="152" y="742"/>
                    </a:lnTo>
                    <a:close/>
                    <a:moveTo>
                      <a:pt x="172" y="746"/>
                    </a:moveTo>
                    <a:lnTo>
                      <a:pt x="168" y="746"/>
                    </a:lnTo>
                    <a:lnTo>
                      <a:pt x="168" y="750"/>
                    </a:lnTo>
                    <a:lnTo>
                      <a:pt x="168" y="754"/>
                    </a:lnTo>
                    <a:lnTo>
                      <a:pt x="168" y="746"/>
                    </a:lnTo>
                    <a:lnTo>
                      <a:pt x="172" y="746"/>
                    </a:lnTo>
                    <a:lnTo>
                      <a:pt x="172" y="746"/>
                    </a:lnTo>
                    <a:lnTo>
                      <a:pt x="172" y="746"/>
                    </a:lnTo>
                    <a:close/>
                    <a:moveTo>
                      <a:pt x="150" y="746"/>
                    </a:moveTo>
                    <a:lnTo>
                      <a:pt x="152" y="746"/>
                    </a:lnTo>
                    <a:lnTo>
                      <a:pt x="152" y="750"/>
                    </a:lnTo>
                    <a:lnTo>
                      <a:pt x="156" y="750"/>
                    </a:lnTo>
                    <a:lnTo>
                      <a:pt x="156" y="754"/>
                    </a:lnTo>
                    <a:lnTo>
                      <a:pt x="160" y="758"/>
                    </a:lnTo>
                    <a:lnTo>
                      <a:pt x="156" y="758"/>
                    </a:lnTo>
                    <a:lnTo>
                      <a:pt x="152" y="754"/>
                    </a:lnTo>
                    <a:lnTo>
                      <a:pt x="150" y="754"/>
                    </a:lnTo>
                    <a:lnTo>
                      <a:pt x="150" y="750"/>
                    </a:lnTo>
                    <a:lnTo>
                      <a:pt x="150" y="746"/>
                    </a:lnTo>
                    <a:lnTo>
                      <a:pt x="150" y="746"/>
                    </a:lnTo>
                    <a:lnTo>
                      <a:pt x="150" y="746"/>
                    </a:lnTo>
                    <a:close/>
                    <a:moveTo>
                      <a:pt x="172" y="750"/>
                    </a:moveTo>
                    <a:lnTo>
                      <a:pt x="172" y="754"/>
                    </a:lnTo>
                    <a:lnTo>
                      <a:pt x="168" y="754"/>
                    </a:lnTo>
                    <a:lnTo>
                      <a:pt x="168" y="750"/>
                    </a:lnTo>
                    <a:lnTo>
                      <a:pt x="172" y="750"/>
                    </a:lnTo>
                    <a:lnTo>
                      <a:pt x="172" y="750"/>
                    </a:lnTo>
                    <a:lnTo>
                      <a:pt x="172" y="750"/>
                    </a:lnTo>
                    <a:close/>
                    <a:moveTo>
                      <a:pt x="864" y="754"/>
                    </a:moveTo>
                    <a:lnTo>
                      <a:pt x="862" y="754"/>
                    </a:lnTo>
                    <a:lnTo>
                      <a:pt x="864" y="754"/>
                    </a:lnTo>
                    <a:lnTo>
                      <a:pt x="864" y="754"/>
                    </a:lnTo>
                    <a:lnTo>
                      <a:pt x="864" y="754"/>
                    </a:lnTo>
                    <a:close/>
                    <a:moveTo>
                      <a:pt x="168" y="754"/>
                    </a:moveTo>
                    <a:lnTo>
                      <a:pt x="168" y="758"/>
                    </a:lnTo>
                    <a:lnTo>
                      <a:pt x="164" y="758"/>
                    </a:lnTo>
                    <a:lnTo>
                      <a:pt x="164" y="754"/>
                    </a:lnTo>
                    <a:lnTo>
                      <a:pt x="168" y="754"/>
                    </a:lnTo>
                    <a:lnTo>
                      <a:pt x="168" y="754"/>
                    </a:lnTo>
                    <a:lnTo>
                      <a:pt x="168" y="754"/>
                    </a:lnTo>
                    <a:close/>
                    <a:moveTo>
                      <a:pt x="846" y="758"/>
                    </a:moveTo>
                    <a:lnTo>
                      <a:pt x="850" y="758"/>
                    </a:lnTo>
                    <a:lnTo>
                      <a:pt x="850" y="762"/>
                    </a:lnTo>
                    <a:lnTo>
                      <a:pt x="854" y="766"/>
                    </a:lnTo>
                    <a:lnTo>
                      <a:pt x="854" y="768"/>
                    </a:lnTo>
                    <a:lnTo>
                      <a:pt x="854" y="766"/>
                    </a:lnTo>
                    <a:lnTo>
                      <a:pt x="850" y="766"/>
                    </a:lnTo>
                    <a:lnTo>
                      <a:pt x="846" y="766"/>
                    </a:lnTo>
                    <a:lnTo>
                      <a:pt x="842" y="766"/>
                    </a:lnTo>
                    <a:lnTo>
                      <a:pt x="838" y="762"/>
                    </a:lnTo>
                    <a:lnTo>
                      <a:pt x="834" y="762"/>
                    </a:lnTo>
                    <a:lnTo>
                      <a:pt x="834" y="758"/>
                    </a:lnTo>
                    <a:lnTo>
                      <a:pt x="838" y="758"/>
                    </a:lnTo>
                    <a:lnTo>
                      <a:pt x="842" y="758"/>
                    </a:lnTo>
                    <a:lnTo>
                      <a:pt x="842" y="754"/>
                    </a:lnTo>
                    <a:lnTo>
                      <a:pt x="842" y="758"/>
                    </a:lnTo>
                    <a:lnTo>
                      <a:pt x="846" y="758"/>
                    </a:lnTo>
                    <a:lnTo>
                      <a:pt x="846" y="758"/>
                    </a:lnTo>
                    <a:lnTo>
                      <a:pt x="846" y="758"/>
                    </a:lnTo>
                    <a:close/>
                    <a:moveTo>
                      <a:pt x="164" y="758"/>
                    </a:moveTo>
                    <a:lnTo>
                      <a:pt x="164" y="762"/>
                    </a:lnTo>
                    <a:lnTo>
                      <a:pt x="164" y="758"/>
                    </a:lnTo>
                    <a:lnTo>
                      <a:pt x="160" y="758"/>
                    </a:lnTo>
                    <a:lnTo>
                      <a:pt x="164" y="758"/>
                    </a:lnTo>
                    <a:lnTo>
                      <a:pt x="164" y="758"/>
                    </a:lnTo>
                    <a:lnTo>
                      <a:pt x="164" y="758"/>
                    </a:lnTo>
                    <a:close/>
                    <a:moveTo>
                      <a:pt x="168" y="766"/>
                    </a:moveTo>
                    <a:lnTo>
                      <a:pt x="172" y="768"/>
                    </a:lnTo>
                    <a:lnTo>
                      <a:pt x="172" y="772"/>
                    </a:lnTo>
                    <a:lnTo>
                      <a:pt x="168" y="768"/>
                    </a:lnTo>
                    <a:lnTo>
                      <a:pt x="164" y="766"/>
                    </a:lnTo>
                    <a:lnTo>
                      <a:pt x="168" y="766"/>
                    </a:lnTo>
                    <a:lnTo>
                      <a:pt x="168" y="766"/>
                    </a:lnTo>
                    <a:lnTo>
                      <a:pt x="168" y="766"/>
                    </a:lnTo>
                    <a:close/>
                    <a:moveTo>
                      <a:pt x="182" y="766"/>
                    </a:moveTo>
                    <a:lnTo>
                      <a:pt x="180" y="766"/>
                    </a:lnTo>
                    <a:lnTo>
                      <a:pt x="180" y="768"/>
                    </a:lnTo>
                    <a:lnTo>
                      <a:pt x="180" y="766"/>
                    </a:lnTo>
                    <a:lnTo>
                      <a:pt x="182" y="766"/>
                    </a:lnTo>
                    <a:lnTo>
                      <a:pt x="182" y="766"/>
                    </a:lnTo>
                    <a:lnTo>
                      <a:pt x="182" y="766"/>
                    </a:lnTo>
                    <a:close/>
                    <a:moveTo>
                      <a:pt x="180" y="766"/>
                    </a:moveTo>
                    <a:lnTo>
                      <a:pt x="180" y="768"/>
                    </a:lnTo>
                    <a:lnTo>
                      <a:pt x="180" y="772"/>
                    </a:lnTo>
                    <a:lnTo>
                      <a:pt x="176" y="772"/>
                    </a:lnTo>
                    <a:lnTo>
                      <a:pt x="180" y="768"/>
                    </a:lnTo>
                    <a:lnTo>
                      <a:pt x="180" y="766"/>
                    </a:lnTo>
                    <a:lnTo>
                      <a:pt x="180" y="766"/>
                    </a:lnTo>
                    <a:lnTo>
                      <a:pt x="180" y="766"/>
                    </a:lnTo>
                    <a:close/>
                    <a:moveTo>
                      <a:pt x="134" y="766"/>
                    </a:moveTo>
                    <a:lnTo>
                      <a:pt x="134" y="768"/>
                    </a:lnTo>
                    <a:lnTo>
                      <a:pt x="130" y="766"/>
                    </a:lnTo>
                    <a:lnTo>
                      <a:pt x="134" y="766"/>
                    </a:lnTo>
                    <a:lnTo>
                      <a:pt x="134" y="766"/>
                    </a:lnTo>
                    <a:lnTo>
                      <a:pt x="134" y="766"/>
                    </a:lnTo>
                    <a:close/>
                    <a:moveTo>
                      <a:pt x="176" y="768"/>
                    </a:moveTo>
                    <a:lnTo>
                      <a:pt x="176" y="772"/>
                    </a:lnTo>
                    <a:lnTo>
                      <a:pt x="172" y="772"/>
                    </a:lnTo>
                    <a:lnTo>
                      <a:pt x="172" y="768"/>
                    </a:lnTo>
                    <a:lnTo>
                      <a:pt x="176" y="768"/>
                    </a:lnTo>
                    <a:lnTo>
                      <a:pt x="176" y="768"/>
                    </a:lnTo>
                    <a:lnTo>
                      <a:pt x="176" y="768"/>
                    </a:lnTo>
                    <a:close/>
                    <a:moveTo>
                      <a:pt x="176" y="772"/>
                    </a:moveTo>
                    <a:lnTo>
                      <a:pt x="176" y="776"/>
                    </a:lnTo>
                    <a:lnTo>
                      <a:pt x="172" y="772"/>
                    </a:lnTo>
                    <a:lnTo>
                      <a:pt x="176" y="772"/>
                    </a:lnTo>
                    <a:lnTo>
                      <a:pt x="176" y="772"/>
                    </a:lnTo>
                    <a:lnTo>
                      <a:pt x="176" y="772"/>
                    </a:lnTo>
                    <a:close/>
                    <a:moveTo>
                      <a:pt x="190" y="780"/>
                    </a:moveTo>
                    <a:lnTo>
                      <a:pt x="186" y="780"/>
                    </a:lnTo>
                    <a:lnTo>
                      <a:pt x="186" y="784"/>
                    </a:lnTo>
                    <a:lnTo>
                      <a:pt x="186" y="780"/>
                    </a:lnTo>
                    <a:lnTo>
                      <a:pt x="186" y="776"/>
                    </a:lnTo>
                    <a:lnTo>
                      <a:pt x="190" y="776"/>
                    </a:lnTo>
                    <a:lnTo>
                      <a:pt x="190" y="772"/>
                    </a:lnTo>
                    <a:lnTo>
                      <a:pt x="194" y="772"/>
                    </a:lnTo>
                    <a:lnTo>
                      <a:pt x="194" y="776"/>
                    </a:lnTo>
                    <a:lnTo>
                      <a:pt x="190" y="776"/>
                    </a:lnTo>
                    <a:lnTo>
                      <a:pt x="190" y="780"/>
                    </a:lnTo>
                    <a:lnTo>
                      <a:pt x="190" y="780"/>
                    </a:lnTo>
                    <a:lnTo>
                      <a:pt x="190" y="780"/>
                    </a:lnTo>
                    <a:close/>
                    <a:moveTo>
                      <a:pt x="182" y="772"/>
                    </a:moveTo>
                    <a:lnTo>
                      <a:pt x="182" y="776"/>
                    </a:lnTo>
                    <a:lnTo>
                      <a:pt x="180" y="776"/>
                    </a:lnTo>
                    <a:lnTo>
                      <a:pt x="182" y="776"/>
                    </a:lnTo>
                    <a:lnTo>
                      <a:pt x="182" y="772"/>
                    </a:lnTo>
                    <a:lnTo>
                      <a:pt x="182" y="772"/>
                    </a:lnTo>
                    <a:lnTo>
                      <a:pt x="182" y="772"/>
                    </a:lnTo>
                    <a:close/>
                    <a:moveTo>
                      <a:pt x="142" y="780"/>
                    </a:moveTo>
                    <a:lnTo>
                      <a:pt x="142" y="784"/>
                    </a:lnTo>
                    <a:lnTo>
                      <a:pt x="138" y="780"/>
                    </a:lnTo>
                    <a:lnTo>
                      <a:pt x="142" y="780"/>
                    </a:lnTo>
                    <a:lnTo>
                      <a:pt x="142" y="780"/>
                    </a:lnTo>
                    <a:lnTo>
                      <a:pt x="142" y="780"/>
                    </a:lnTo>
                    <a:close/>
                    <a:moveTo>
                      <a:pt x="872" y="780"/>
                    </a:moveTo>
                    <a:lnTo>
                      <a:pt x="872" y="784"/>
                    </a:lnTo>
                    <a:lnTo>
                      <a:pt x="868" y="784"/>
                    </a:lnTo>
                    <a:lnTo>
                      <a:pt x="868" y="780"/>
                    </a:lnTo>
                    <a:lnTo>
                      <a:pt x="872" y="780"/>
                    </a:lnTo>
                    <a:lnTo>
                      <a:pt x="872" y="780"/>
                    </a:lnTo>
                    <a:lnTo>
                      <a:pt x="872" y="780"/>
                    </a:lnTo>
                    <a:close/>
                    <a:moveTo>
                      <a:pt x="182" y="788"/>
                    </a:moveTo>
                    <a:lnTo>
                      <a:pt x="182" y="792"/>
                    </a:lnTo>
                    <a:lnTo>
                      <a:pt x="186" y="792"/>
                    </a:lnTo>
                    <a:lnTo>
                      <a:pt x="186" y="794"/>
                    </a:lnTo>
                    <a:lnTo>
                      <a:pt x="182" y="794"/>
                    </a:lnTo>
                    <a:lnTo>
                      <a:pt x="182" y="792"/>
                    </a:lnTo>
                    <a:lnTo>
                      <a:pt x="182" y="788"/>
                    </a:lnTo>
                    <a:lnTo>
                      <a:pt x="182" y="788"/>
                    </a:lnTo>
                    <a:lnTo>
                      <a:pt x="182" y="788"/>
                    </a:lnTo>
                    <a:close/>
                    <a:moveTo>
                      <a:pt x="1188" y="874"/>
                    </a:moveTo>
                    <a:lnTo>
                      <a:pt x="1186" y="874"/>
                    </a:lnTo>
                    <a:lnTo>
                      <a:pt x="1182" y="874"/>
                    </a:lnTo>
                    <a:lnTo>
                      <a:pt x="1178" y="874"/>
                    </a:lnTo>
                    <a:lnTo>
                      <a:pt x="1174" y="874"/>
                    </a:lnTo>
                    <a:lnTo>
                      <a:pt x="1174" y="870"/>
                    </a:lnTo>
                    <a:lnTo>
                      <a:pt x="1170" y="874"/>
                    </a:lnTo>
                    <a:lnTo>
                      <a:pt x="1162" y="874"/>
                    </a:lnTo>
                    <a:lnTo>
                      <a:pt x="1160" y="874"/>
                    </a:lnTo>
                    <a:lnTo>
                      <a:pt x="1156" y="874"/>
                    </a:lnTo>
                    <a:lnTo>
                      <a:pt x="1156" y="870"/>
                    </a:lnTo>
                    <a:lnTo>
                      <a:pt x="1156" y="866"/>
                    </a:lnTo>
                    <a:lnTo>
                      <a:pt x="1160" y="862"/>
                    </a:lnTo>
                    <a:lnTo>
                      <a:pt x="1162" y="858"/>
                    </a:lnTo>
                    <a:lnTo>
                      <a:pt x="1166" y="854"/>
                    </a:lnTo>
                    <a:lnTo>
                      <a:pt x="1166" y="858"/>
                    </a:lnTo>
                    <a:lnTo>
                      <a:pt x="1166" y="854"/>
                    </a:lnTo>
                    <a:lnTo>
                      <a:pt x="1162" y="854"/>
                    </a:lnTo>
                    <a:lnTo>
                      <a:pt x="1160" y="854"/>
                    </a:lnTo>
                    <a:lnTo>
                      <a:pt x="1156" y="854"/>
                    </a:lnTo>
                    <a:lnTo>
                      <a:pt x="1160" y="852"/>
                    </a:lnTo>
                    <a:lnTo>
                      <a:pt x="1162" y="852"/>
                    </a:lnTo>
                    <a:lnTo>
                      <a:pt x="1160" y="852"/>
                    </a:lnTo>
                    <a:lnTo>
                      <a:pt x="1162" y="854"/>
                    </a:lnTo>
                    <a:lnTo>
                      <a:pt x="1162" y="852"/>
                    </a:lnTo>
                    <a:lnTo>
                      <a:pt x="1166" y="848"/>
                    </a:lnTo>
                    <a:lnTo>
                      <a:pt x="1166" y="844"/>
                    </a:lnTo>
                    <a:lnTo>
                      <a:pt x="1170" y="840"/>
                    </a:lnTo>
                    <a:lnTo>
                      <a:pt x="1170" y="844"/>
                    </a:lnTo>
                    <a:lnTo>
                      <a:pt x="1174" y="844"/>
                    </a:lnTo>
                    <a:lnTo>
                      <a:pt x="1174" y="848"/>
                    </a:lnTo>
                    <a:lnTo>
                      <a:pt x="1174" y="844"/>
                    </a:lnTo>
                    <a:lnTo>
                      <a:pt x="1170" y="844"/>
                    </a:lnTo>
                    <a:lnTo>
                      <a:pt x="1174" y="844"/>
                    </a:lnTo>
                    <a:lnTo>
                      <a:pt x="1174" y="840"/>
                    </a:lnTo>
                    <a:lnTo>
                      <a:pt x="1170" y="840"/>
                    </a:lnTo>
                    <a:lnTo>
                      <a:pt x="1170" y="836"/>
                    </a:lnTo>
                    <a:lnTo>
                      <a:pt x="1174" y="832"/>
                    </a:lnTo>
                    <a:lnTo>
                      <a:pt x="1178" y="836"/>
                    </a:lnTo>
                    <a:lnTo>
                      <a:pt x="1174" y="832"/>
                    </a:lnTo>
                    <a:lnTo>
                      <a:pt x="1174" y="828"/>
                    </a:lnTo>
                    <a:lnTo>
                      <a:pt x="1178" y="828"/>
                    </a:lnTo>
                    <a:lnTo>
                      <a:pt x="1178" y="822"/>
                    </a:lnTo>
                    <a:lnTo>
                      <a:pt x="1182" y="818"/>
                    </a:lnTo>
                    <a:lnTo>
                      <a:pt x="1182" y="814"/>
                    </a:lnTo>
                    <a:lnTo>
                      <a:pt x="1182" y="810"/>
                    </a:lnTo>
                    <a:lnTo>
                      <a:pt x="1186" y="810"/>
                    </a:lnTo>
                    <a:lnTo>
                      <a:pt x="1182" y="810"/>
                    </a:lnTo>
                    <a:lnTo>
                      <a:pt x="1186" y="810"/>
                    </a:lnTo>
                    <a:lnTo>
                      <a:pt x="1186" y="806"/>
                    </a:lnTo>
                    <a:lnTo>
                      <a:pt x="1188" y="806"/>
                    </a:lnTo>
                    <a:lnTo>
                      <a:pt x="1188" y="802"/>
                    </a:lnTo>
                    <a:lnTo>
                      <a:pt x="1188" y="798"/>
                    </a:lnTo>
                    <a:lnTo>
                      <a:pt x="1192" y="794"/>
                    </a:lnTo>
                    <a:lnTo>
                      <a:pt x="1196" y="794"/>
                    </a:lnTo>
                    <a:lnTo>
                      <a:pt x="1196" y="792"/>
                    </a:lnTo>
                    <a:lnTo>
                      <a:pt x="1200" y="792"/>
                    </a:lnTo>
                    <a:lnTo>
                      <a:pt x="1204" y="792"/>
                    </a:lnTo>
                    <a:lnTo>
                      <a:pt x="1208" y="792"/>
                    </a:lnTo>
                    <a:lnTo>
                      <a:pt x="1204" y="792"/>
                    </a:lnTo>
                    <a:lnTo>
                      <a:pt x="1208" y="792"/>
                    </a:lnTo>
                    <a:lnTo>
                      <a:pt x="1212" y="792"/>
                    </a:lnTo>
                    <a:lnTo>
                      <a:pt x="1212" y="794"/>
                    </a:lnTo>
                    <a:lnTo>
                      <a:pt x="1208" y="794"/>
                    </a:lnTo>
                    <a:lnTo>
                      <a:pt x="1204" y="794"/>
                    </a:lnTo>
                    <a:lnTo>
                      <a:pt x="1200" y="794"/>
                    </a:lnTo>
                    <a:lnTo>
                      <a:pt x="1200" y="798"/>
                    </a:lnTo>
                    <a:lnTo>
                      <a:pt x="1204" y="798"/>
                    </a:lnTo>
                    <a:lnTo>
                      <a:pt x="1208" y="798"/>
                    </a:lnTo>
                    <a:lnTo>
                      <a:pt x="1208" y="802"/>
                    </a:lnTo>
                    <a:lnTo>
                      <a:pt x="1204" y="802"/>
                    </a:lnTo>
                    <a:lnTo>
                      <a:pt x="1200" y="806"/>
                    </a:lnTo>
                    <a:lnTo>
                      <a:pt x="1200" y="810"/>
                    </a:lnTo>
                    <a:lnTo>
                      <a:pt x="1200" y="806"/>
                    </a:lnTo>
                    <a:lnTo>
                      <a:pt x="1200" y="810"/>
                    </a:lnTo>
                    <a:lnTo>
                      <a:pt x="1200" y="814"/>
                    </a:lnTo>
                    <a:lnTo>
                      <a:pt x="1196" y="814"/>
                    </a:lnTo>
                    <a:lnTo>
                      <a:pt x="1196" y="818"/>
                    </a:lnTo>
                    <a:lnTo>
                      <a:pt x="1196" y="822"/>
                    </a:lnTo>
                    <a:lnTo>
                      <a:pt x="1192" y="822"/>
                    </a:lnTo>
                    <a:lnTo>
                      <a:pt x="1192" y="824"/>
                    </a:lnTo>
                    <a:lnTo>
                      <a:pt x="1192" y="828"/>
                    </a:lnTo>
                    <a:lnTo>
                      <a:pt x="1188" y="828"/>
                    </a:lnTo>
                    <a:lnTo>
                      <a:pt x="1192" y="828"/>
                    </a:lnTo>
                    <a:lnTo>
                      <a:pt x="1188" y="832"/>
                    </a:lnTo>
                    <a:lnTo>
                      <a:pt x="1192" y="832"/>
                    </a:lnTo>
                    <a:lnTo>
                      <a:pt x="1192" y="828"/>
                    </a:lnTo>
                    <a:lnTo>
                      <a:pt x="1196" y="824"/>
                    </a:lnTo>
                    <a:lnTo>
                      <a:pt x="1200" y="822"/>
                    </a:lnTo>
                    <a:lnTo>
                      <a:pt x="1200" y="824"/>
                    </a:lnTo>
                    <a:lnTo>
                      <a:pt x="1204" y="824"/>
                    </a:lnTo>
                    <a:lnTo>
                      <a:pt x="1208" y="824"/>
                    </a:lnTo>
                    <a:lnTo>
                      <a:pt x="1212" y="824"/>
                    </a:lnTo>
                    <a:lnTo>
                      <a:pt x="1208" y="824"/>
                    </a:lnTo>
                    <a:lnTo>
                      <a:pt x="1208" y="828"/>
                    </a:lnTo>
                    <a:lnTo>
                      <a:pt x="1204" y="828"/>
                    </a:lnTo>
                    <a:lnTo>
                      <a:pt x="1200" y="832"/>
                    </a:lnTo>
                    <a:lnTo>
                      <a:pt x="1204" y="828"/>
                    </a:lnTo>
                    <a:lnTo>
                      <a:pt x="1204" y="832"/>
                    </a:lnTo>
                    <a:lnTo>
                      <a:pt x="1200" y="832"/>
                    </a:lnTo>
                    <a:lnTo>
                      <a:pt x="1200" y="836"/>
                    </a:lnTo>
                    <a:lnTo>
                      <a:pt x="1204" y="836"/>
                    </a:lnTo>
                    <a:lnTo>
                      <a:pt x="1204" y="832"/>
                    </a:lnTo>
                    <a:lnTo>
                      <a:pt x="1208" y="836"/>
                    </a:lnTo>
                    <a:lnTo>
                      <a:pt x="1212" y="836"/>
                    </a:lnTo>
                    <a:lnTo>
                      <a:pt x="1212" y="832"/>
                    </a:lnTo>
                    <a:lnTo>
                      <a:pt x="1212" y="836"/>
                    </a:lnTo>
                    <a:lnTo>
                      <a:pt x="1212" y="840"/>
                    </a:lnTo>
                    <a:lnTo>
                      <a:pt x="1212" y="836"/>
                    </a:lnTo>
                    <a:lnTo>
                      <a:pt x="1212" y="832"/>
                    </a:lnTo>
                    <a:lnTo>
                      <a:pt x="1216" y="832"/>
                    </a:lnTo>
                    <a:lnTo>
                      <a:pt x="1216" y="836"/>
                    </a:lnTo>
                    <a:lnTo>
                      <a:pt x="1212" y="840"/>
                    </a:lnTo>
                    <a:lnTo>
                      <a:pt x="1212" y="844"/>
                    </a:lnTo>
                    <a:lnTo>
                      <a:pt x="1212" y="840"/>
                    </a:lnTo>
                    <a:lnTo>
                      <a:pt x="1216" y="840"/>
                    </a:lnTo>
                    <a:lnTo>
                      <a:pt x="1216" y="836"/>
                    </a:lnTo>
                    <a:lnTo>
                      <a:pt x="1216" y="840"/>
                    </a:lnTo>
                    <a:lnTo>
                      <a:pt x="1218" y="840"/>
                    </a:lnTo>
                    <a:lnTo>
                      <a:pt x="1222" y="836"/>
                    </a:lnTo>
                    <a:lnTo>
                      <a:pt x="1222" y="832"/>
                    </a:lnTo>
                    <a:lnTo>
                      <a:pt x="1222" y="836"/>
                    </a:lnTo>
                    <a:lnTo>
                      <a:pt x="1222" y="840"/>
                    </a:lnTo>
                    <a:lnTo>
                      <a:pt x="1226" y="836"/>
                    </a:lnTo>
                    <a:lnTo>
                      <a:pt x="1230" y="836"/>
                    </a:lnTo>
                    <a:lnTo>
                      <a:pt x="1234" y="836"/>
                    </a:lnTo>
                    <a:lnTo>
                      <a:pt x="1238" y="840"/>
                    </a:lnTo>
                    <a:lnTo>
                      <a:pt x="1238" y="844"/>
                    </a:lnTo>
                    <a:lnTo>
                      <a:pt x="1234" y="844"/>
                    </a:lnTo>
                    <a:lnTo>
                      <a:pt x="1234" y="848"/>
                    </a:lnTo>
                    <a:lnTo>
                      <a:pt x="1230" y="848"/>
                    </a:lnTo>
                    <a:lnTo>
                      <a:pt x="1234" y="848"/>
                    </a:lnTo>
                    <a:lnTo>
                      <a:pt x="1234" y="852"/>
                    </a:lnTo>
                    <a:lnTo>
                      <a:pt x="1230" y="852"/>
                    </a:lnTo>
                    <a:lnTo>
                      <a:pt x="1234" y="852"/>
                    </a:lnTo>
                    <a:lnTo>
                      <a:pt x="1230" y="852"/>
                    </a:lnTo>
                    <a:lnTo>
                      <a:pt x="1234" y="852"/>
                    </a:lnTo>
                    <a:lnTo>
                      <a:pt x="1238" y="852"/>
                    </a:lnTo>
                    <a:lnTo>
                      <a:pt x="1234" y="852"/>
                    </a:lnTo>
                    <a:lnTo>
                      <a:pt x="1230" y="854"/>
                    </a:lnTo>
                    <a:lnTo>
                      <a:pt x="1234" y="854"/>
                    </a:lnTo>
                    <a:lnTo>
                      <a:pt x="1238" y="854"/>
                    </a:lnTo>
                    <a:lnTo>
                      <a:pt x="1238" y="852"/>
                    </a:lnTo>
                    <a:lnTo>
                      <a:pt x="1242" y="852"/>
                    </a:lnTo>
                    <a:lnTo>
                      <a:pt x="1242" y="854"/>
                    </a:lnTo>
                    <a:lnTo>
                      <a:pt x="1242" y="852"/>
                    </a:lnTo>
                    <a:lnTo>
                      <a:pt x="1244" y="852"/>
                    </a:lnTo>
                    <a:lnTo>
                      <a:pt x="1244" y="854"/>
                    </a:lnTo>
                    <a:lnTo>
                      <a:pt x="1244" y="858"/>
                    </a:lnTo>
                    <a:lnTo>
                      <a:pt x="1242" y="858"/>
                    </a:lnTo>
                    <a:lnTo>
                      <a:pt x="1238" y="858"/>
                    </a:lnTo>
                    <a:lnTo>
                      <a:pt x="1234" y="862"/>
                    </a:lnTo>
                    <a:lnTo>
                      <a:pt x="1230" y="862"/>
                    </a:lnTo>
                    <a:lnTo>
                      <a:pt x="1234" y="862"/>
                    </a:lnTo>
                    <a:lnTo>
                      <a:pt x="1234" y="866"/>
                    </a:lnTo>
                    <a:lnTo>
                      <a:pt x="1230" y="866"/>
                    </a:lnTo>
                    <a:lnTo>
                      <a:pt x="1234" y="866"/>
                    </a:lnTo>
                    <a:lnTo>
                      <a:pt x="1238" y="866"/>
                    </a:lnTo>
                    <a:lnTo>
                      <a:pt x="1234" y="870"/>
                    </a:lnTo>
                    <a:lnTo>
                      <a:pt x="1234" y="874"/>
                    </a:lnTo>
                    <a:lnTo>
                      <a:pt x="1238" y="874"/>
                    </a:lnTo>
                    <a:lnTo>
                      <a:pt x="1238" y="870"/>
                    </a:lnTo>
                    <a:lnTo>
                      <a:pt x="1242" y="866"/>
                    </a:lnTo>
                    <a:lnTo>
                      <a:pt x="1242" y="862"/>
                    </a:lnTo>
                    <a:lnTo>
                      <a:pt x="1242" y="866"/>
                    </a:lnTo>
                    <a:lnTo>
                      <a:pt x="1244" y="862"/>
                    </a:lnTo>
                    <a:lnTo>
                      <a:pt x="1248" y="862"/>
                    </a:lnTo>
                    <a:lnTo>
                      <a:pt x="1244" y="862"/>
                    </a:lnTo>
                    <a:lnTo>
                      <a:pt x="1244" y="866"/>
                    </a:lnTo>
                    <a:lnTo>
                      <a:pt x="1244" y="870"/>
                    </a:lnTo>
                    <a:lnTo>
                      <a:pt x="1242" y="874"/>
                    </a:lnTo>
                    <a:lnTo>
                      <a:pt x="1242" y="878"/>
                    </a:lnTo>
                    <a:lnTo>
                      <a:pt x="1244" y="878"/>
                    </a:lnTo>
                    <a:lnTo>
                      <a:pt x="1244" y="874"/>
                    </a:lnTo>
                    <a:lnTo>
                      <a:pt x="1248" y="870"/>
                    </a:lnTo>
                    <a:lnTo>
                      <a:pt x="1248" y="874"/>
                    </a:lnTo>
                    <a:lnTo>
                      <a:pt x="1248" y="878"/>
                    </a:lnTo>
                    <a:lnTo>
                      <a:pt x="1248" y="880"/>
                    </a:lnTo>
                    <a:lnTo>
                      <a:pt x="1244" y="880"/>
                    </a:lnTo>
                    <a:lnTo>
                      <a:pt x="1244" y="884"/>
                    </a:lnTo>
                    <a:lnTo>
                      <a:pt x="1244" y="888"/>
                    </a:lnTo>
                    <a:lnTo>
                      <a:pt x="1244" y="892"/>
                    </a:lnTo>
                    <a:lnTo>
                      <a:pt x="1242" y="892"/>
                    </a:lnTo>
                    <a:lnTo>
                      <a:pt x="1238" y="892"/>
                    </a:lnTo>
                    <a:lnTo>
                      <a:pt x="1234" y="892"/>
                    </a:lnTo>
                    <a:lnTo>
                      <a:pt x="1234" y="888"/>
                    </a:lnTo>
                    <a:lnTo>
                      <a:pt x="1238" y="888"/>
                    </a:lnTo>
                    <a:lnTo>
                      <a:pt x="1234" y="884"/>
                    </a:lnTo>
                    <a:lnTo>
                      <a:pt x="1238" y="884"/>
                    </a:lnTo>
                    <a:lnTo>
                      <a:pt x="1238" y="880"/>
                    </a:lnTo>
                    <a:lnTo>
                      <a:pt x="1234" y="884"/>
                    </a:lnTo>
                    <a:lnTo>
                      <a:pt x="1230" y="888"/>
                    </a:lnTo>
                    <a:lnTo>
                      <a:pt x="1226" y="888"/>
                    </a:lnTo>
                    <a:lnTo>
                      <a:pt x="1226" y="884"/>
                    </a:lnTo>
                    <a:lnTo>
                      <a:pt x="1230" y="884"/>
                    </a:lnTo>
                    <a:lnTo>
                      <a:pt x="1230" y="880"/>
                    </a:lnTo>
                    <a:lnTo>
                      <a:pt x="1234" y="878"/>
                    </a:lnTo>
                    <a:lnTo>
                      <a:pt x="1230" y="878"/>
                    </a:lnTo>
                    <a:lnTo>
                      <a:pt x="1230" y="874"/>
                    </a:lnTo>
                    <a:lnTo>
                      <a:pt x="1234" y="874"/>
                    </a:lnTo>
                    <a:lnTo>
                      <a:pt x="1230" y="874"/>
                    </a:lnTo>
                    <a:lnTo>
                      <a:pt x="1230" y="870"/>
                    </a:lnTo>
                    <a:lnTo>
                      <a:pt x="1226" y="870"/>
                    </a:lnTo>
                    <a:lnTo>
                      <a:pt x="1226" y="874"/>
                    </a:lnTo>
                    <a:lnTo>
                      <a:pt x="1222" y="874"/>
                    </a:lnTo>
                    <a:lnTo>
                      <a:pt x="1222" y="878"/>
                    </a:lnTo>
                    <a:lnTo>
                      <a:pt x="1226" y="874"/>
                    </a:lnTo>
                    <a:lnTo>
                      <a:pt x="1222" y="874"/>
                    </a:lnTo>
                    <a:lnTo>
                      <a:pt x="1222" y="878"/>
                    </a:lnTo>
                    <a:lnTo>
                      <a:pt x="1218" y="878"/>
                    </a:lnTo>
                    <a:lnTo>
                      <a:pt x="1216" y="880"/>
                    </a:lnTo>
                    <a:lnTo>
                      <a:pt x="1216" y="884"/>
                    </a:lnTo>
                    <a:lnTo>
                      <a:pt x="1212" y="888"/>
                    </a:lnTo>
                    <a:lnTo>
                      <a:pt x="1208" y="888"/>
                    </a:lnTo>
                    <a:lnTo>
                      <a:pt x="1204" y="888"/>
                    </a:lnTo>
                    <a:lnTo>
                      <a:pt x="1204" y="884"/>
                    </a:lnTo>
                    <a:lnTo>
                      <a:pt x="1208" y="884"/>
                    </a:lnTo>
                    <a:lnTo>
                      <a:pt x="1212" y="880"/>
                    </a:lnTo>
                    <a:lnTo>
                      <a:pt x="1212" y="878"/>
                    </a:lnTo>
                    <a:lnTo>
                      <a:pt x="1216" y="878"/>
                    </a:lnTo>
                    <a:lnTo>
                      <a:pt x="1218" y="874"/>
                    </a:lnTo>
                    <a:lnTo>
                      <a:pt x="1216" y="874"/>
                    </a:lnTo>
                    <a:lnTo>
                      <a:pt x="1216" y="870"/>
                    </a:lnTo>
                    <a:lnTo>
                      <a:pt x="1218" y="870"/>
                    </a:lnTo>
                    <a:lnTo>
                      <a:pt x="1216" y="870"/>
                    </a:lnTo>
                    <a:lnTo>
                      <a:pt x="1216" y="874"/>
                    </a:lnTo>
                    <a:lnTo>
                      <a:pt x="1212" y="874"/>
                    </a:lnTo>
                    <a:lnTo>
                      <a:pt x="1212" y="870"/>
                    </a:lnTo>
                    <a:lnTo>
                      <a:pt x="1212" y="874"/>
                    </a:lnTo>
                    <a:lnTo>
                      <a:pt x="1212" y="878"/>
                    </a:lnTo>
                    <a:lnTo>
                      <a:pt x="1208" y="878"/>
                    </a:lnTo>
                    <a:lnTo>
                      <a:pt x="1204" y="878"/>
                    </a:lnTo>
                    <a:lnTo>
                      <a:pt x="1204" y="874"/>
                    </a:lnTo>
                    <a:lnTo>
                      <a:pt x="1204" y="878"/>
                    </a:lnTo>
                    <a:lnTo>
                      <a:pt x="1200" y="878"/>
                    </a:lnTo>
                    <a:lnTo>
                      <a:pt x="1200" y="874"/>
                    </a:lnTo>
                    <a:lnTo>
                      <a:pt x="1204" y="874"/>
                    </a:lnTo>
                    <a:lnTo>
                      <a:pt x="1208" y="874"/>
                    </a:lnTo>
                    <a:lnTo>
                      <a:pt x="1204" y="874"/>
                    </a:lnTo>
                    <a:lnTo>
                      <a:pt x="1204" y="870"/>
                    </a:lnTo>
                    <a:lnTo>
                      <a:pt x="1204" y="866"/>
                    </a:lnTo>
                    <a:lnTo>
                      <a:pt x="1204" y="870"/>
                    </a:lnTo>
                    <a:lnTo>
                      <a:pt x="1200" y="870"/>
                    </a:lnTo>
                    <a:lnTo>
                      <a:pt x="1200" y="874"/>
                    </a:lnTo>
                    <a:lnTo>
                      <a:pt x="1196" y="874"/>
                    </a:lnTo>
                    <a:lnTo>
                      <a:pt x="1192" y="874"/>
                    </a:lnTo>
                    <a:lnTo>
                      <a:pt x="1188" y="874"/>
                    </a:lnTo>
                    <a:lnTo>
                      <a:pt x="1188" y="874"/>
                    </a:lnTo>
                    <a:lnTo>
                      <a:pt x="1188" y="874"/>
                    </a:lnTo>
                    <a:close/>
                    <a:moveTo>
                      <a:pt x="190" y="818"/>
                    </a:moveTo>
                    <a:lnTo>
                      <a:pt x="190" y="814"/>
                    </a:lnTo>
                    <a:lnTo>
                      <a:pt x="190" y="810"/>
                    </a:lnTo>
                    <a:lnTo>
                      <a:pt x="186" y="810"/>
                    </a:lnTo>
                    <a:lnTo>
                      <a:pt x="190" y="810"/>
                    </a:lnTo>
                    <a:lnTo>
                      <a:pt x="190" y="814"/>
                    </a:lnTo>
                    <a:lnTo>
                      <a:pt x="182" y="814"/>
                    </a:lnTo>
                    <a:lnTo>
                      <a:pt x="180" y="814"/>
                    </a:lnTo>
                    <a:lnTo>
                      <a:pt x="180" y="810"/>
                    </a:lnTo>
                    <a:lnTo>
                      <a:pt x="180" y="806"/>
                    </a:lnTo>
                    <a:lnTo>
                      <a:pt x="182" y="806"/>
                    </a:lnTo>
                    <a:lnTo>
                      <a:pt x="186" y="806"/>
                    </a:lnTo>
                    <a:lnTo>
                      <a:pt x="190" y="806"/>
                    </a:lnTo>
                    <a:lnTo>
                      <a:pt x="190" y="810"/>
                    </a:lnTo>
                    <a:lnTo>
                      <a:pt x="194" y="810"/>
                    </a:lnTo>
                    <a:lnTo>
                      <a:pt x="198" y="810"/>
                    </a:lnTo>
                    <a:lnTo>
                      <a:pt x="202" y="814"/>
                    </a:lnTo>
                    <a:lnTo>
                      <a:pt x="206" y="814"/>
                    </a:lnTo>
                    <a:lnTo>
                      <a:pt x="210" y="814"/>
                    </a:lnTo>
                    <a:lnTo>
                      <a:pt x="212" y="814"/>
                    </a:lnTo>
                    <a:lnTo>
                      <a:pt x="212" y="818"/>
                    </a:lnTo>
                    <a:lnTo>
                      <a:pt x="216" y="818"/>
                    </a:lnTo>
                    <a:lnTo>
                      <a:pt x="220" y="818"/>
                    </a:lnTo>
                    <a:lnTo>
                      <a:pt x="220" y="822"/>
                    </a:lnTo>
                    <a:lnTo>
                      <a:pt x="224" y="822"/>
                    </a:lnTo>
                    <a:lnTo>
                      <a:pt x="224" y="824"/>
                    </a:lnTo>
                    <a:lnTo>
                      <a:pt x="228" y="828"/>
                    </a:lnTo>
                    <a:lnTo>
                      <a:pt x="228" y="832"/>
                    </a:lnTo>
                    <a:lnTo>
                      <a:pt x="228" y="836"/>
                    </a:lnTo>
                    <a:lnTo>
                      <a:pt x="232" y="836"/>
                    </a:lnTo>
                    <a:lnTo>
                      <a:pt x="236" y="840"/>
                    </a:lnTo>
                    <a:lnTo>
                      <a:pt x="238" y="840"/>
                    </a:lnTo>
                    <a:lnTo>
                      <a:pt x="242" y="840"/>
                    </a:lnTo>
                    <a:lnTo>
                      <a:pt x="242" y="844"/>
                    </a:lnTo>
                    <a:lnTo>
                      <a:pt x="246" y="848"/>
                    </a:lnTo>
                    <a:lnTo>
                      <a:pt x="246" y="852"/>
                    </a:lnTo>
                    <a:lnTo>
                      <a:pt x="246" y="854"/>
                    </a:lnTo>
                    <a:lnTo>
                      <a:pt x="246" y="852"/>
                    </a:lnTo>
                    <a:lnTo>
                      <a:pt x="250" y="852"/>
                    </a:lnTo>
                    <a:lnTo>
                      <a:pt x="250" y="854"/>
                    </a:lnTo>
                    <a:lnTo>
                      <a:pt x="250" y="858"/>
                    </a:lnTo>
                    <a:lnTo>
                      <a:pt x="250" y="854"/>
                    </a:lnTo>
                    <a:lnTo>
                      <a:pt x="246" y="858"/>
                    </a:lnTo>
                    <a:lnTo>
                      <a:pt x="242" y="858"/>
                    </a:lnTo>
                    <a:lnTo>
                      <a:pt x="236" y="854"/>
                    </a:lnTo>
                    <a:lnTo>
                      <a:pt x="232" y="854"/>
                    </a:lnTo>
                    <a:lnTo>
                      <a:pt x="232" y="852"/>
                    </a:lnTo>
                    <a:lnTo>
                      <a:pt x="228" y="852"/>
                    </a:lnTo>
                    <a:lnTo>
                      <a:pt x="224" y="852"/>
                    </a:lnTo>
                    <a:lnTo>
                      <a:pt x="224" y="848"/>
                    </a:lnTo>
                    <a:lnTo>
                      <a:pt x="228" y="848"/>
                    </a:lnTo>
                    <a:lnTo>
                      <a:pt x="228" y="844"/>
                    </a:lnTo>
                    <a:lnTo>
                      <a:pt x="228" y="840"/>
                    </a:lnTo>
                    <a:lnTo>
                      <a:pt x="228" y="844"/>
                    </a:lnTo>
                    <a:lnTo>
                      <a:pt x="224" y="844"/>
                    </a:lnTo>
                    <a:lnTo>
                      <a:pt x="224" y="848"/>
                    </a:lnTo>
                    <a:lnTo>
                      <a:pt x="220" y="844"/>
                    </a:lnTo>
                    <a:lnTo>
                      <a:pt x="220" y="848"/>
                    </a:lnTo>
                    <a:lnTo>
                      <a:pt x="216" y="844"/>
                    </a:lnTo>
                    <a:lnTo>
                      <a:pt x="216" y="840"/>
                    </a:lnTo>
                    <a:lnTo>
                      <a:pt x="212" y="840"/>
                    </a:lnTo>
                    <a:lnTo>
                      <a:pt x="212" y="836"/>
                    </a:lnTo>
                    <a:lnTo>
                      <a:pt x="210" y="836"/>
                    </a:lnTo>
                    <a:lnTo>
                      <a:pt x="206" y="836"/>
                    </a:lnTo>
                    <a:lnTo>
                      <a:pt x="206" y="832"/>
                    </a:lnTo>
                    <a:lnTo>
                      <a:pt x="210" y="832"/>
                    </a:lnTo>
                    <a:lnTo>
                      <a:pt x="212" y="832"/>
                    </a:lnTo>
                    <a:lnTo>
                      <a:pt x="210" y="832"/>
                    </a:lnTo>
                    <a:lnTo>
                      <a:pt x="206" y="832"/>
                    </a:lnTo>
                    <a:lnTo>
                      <a:pt x="206" y="828"/>
                    </a:lnTo>
                    <a:lnTo>
                      <a:pt x="202" y="828"/>
                    </a:lnTo>
                    <a:lnTo>
                      <a:pt x="202" y="824"/>
                    </a:lnTo>
                    <a:lnTo>
                      <a:pt x="198" y="824"/>
                    </a:lnTo>
                    <a:lnTo>
                      <a:pt x="198" y="828"/>
                    </a:lnTo>
                    <a:lnTo>
                      <a:pt x="194" y="824"/>
                    </a:lnTo>
                    <a:lnTo>
                      <a:pt x="194" y="822"/>
                    </a:lnTo>
                    <a:lnTo>
                      <a:pt x="198" y="822"/>
                    </a:lnTo>
                    <a:lnTo>
                      <a:pt x="194" y="822"/>
                    </a:lnTo>
                    <a:lnTo>
                      <a:pt x="194" y="824"/>
                    </a:lnTo>
                    <a:lnTo>
                      <a:pt x="190" y="822"/>
                    </a:lnTo>
                    <a:lnTo>
                      <a:pt x="186" y="822"/>
                    </a:lnTo>
                    <a:lnTo>
                      <a:pt x="186" y="818"/>
                    </a:lnTo>
                    <a:lnTo>
                      <a:pt x="182" y="818"/>
                    </a:lnTo>
                    <a:lnTo>
                      <a:pt x="186" y="814"/>
                    </a:lnTo>
                    <a:lnTo>
                      <a:pt x="190" y="814"/>
                    </a:lnTo>
                    <a:lnTo>
                      <a:pt x="190" y="818"/>
                    </a:lnTo>
                    <a:lnTo>
                      <a:pt x="190" y="818"/>
                    </a:lnTo>
                    <a:lnTo>
                      <a:pt x="190" y="818"/>
                    </a:lnTo>
                    <a:close/>
                    <a:moveTo>
                      <a:pt x="210" y="806"/>
                    </a:moveTo>
                    <a:lnTo>
                      <a:pt x="210" y="810"/>
                    </a:lnTo>
                    <a:lnTo>
                      <a:pt x="206" y="810"/>
                    </a:lnTo>
                    <a:lnTo>
                      <a:pt x="206" y="806"/>
                    </a:lnTo>
                    <a:lnTo>
                      <a:pt x="210" y="806"/>
                    </a:lnTo>
                    <a:lnTo>
                      <a:pt x="210" y="806"/>
                    </a:lnTo>
                    <a:lnTo>
                      <a:pt x="210" y="806"/>
                    </a:lnTo>
                    <a:close/>
                    <a:moveTo>
                      <a:pt x="220" y="818"/>
                    </a:moveTo>
                    <a:lnTo>
                      <a:pt x="224" y="818"/>
                    </a:lnTo>
                    <a:lnTo>
                      <a:pt x="224" y="822"/>
                    </a:lnTo>
                    <a:lnTo>
                      <a:pt x="224" y="824"/>
                    </a:lnTo>
                    <a:lnTo>
                      <a:pt x="224" y="822"/>
                    </a:lnTo>
                    <a:lnTo>
                      <a:pt x="220" y="822"/>
                    </a:lnTo>
                    <a:lnTo>
                      <a:pt x="220" y="818"/>
                    </a:lnTo>
                    <a:lnTo>
                      <a:pt x="220" y="818"/>
                    </a:lnTo>
                    <a:lnTo>
                      <a:pt x="220" y="818"/>
                    </a:lnTo>
                    <a:close/>
                    <a:moveTo>
                      <a:pt x="1096" y="828"/>
                    </a:moveTo>
                    <a:lnTo>
                      <a:pt x="1100" y="828"/>
                    </a:lnTo>
                    <a:lnTo>
                      <a:pt x="1104" y="828"/>
                    </a:lnTo>
                    <a:lnTo>
                      <a:pt x="1106" y="832"/>
                    </a:lnTo>
                    <a:lnTo>
                      <a:pt x="1110" y="832"/>
                    </a:lnTo>
                    <a:lnTo>
                      <a:pt x="1110" y="836"/>
                    </a:lnTo>
                    <a:lnTo>
                      <a:pt x="1114" y="836"/>
                    </a:lnTo>
                    <a:lnTo>
                      <a:pt x="1118" y="836"/>
                    </a:lnTo>
                    <a:lnTo>
                      <a:pt x="1118" y="840"/>
                    </a:lnTo>
                    <a:lnTo>
                      <a:pt x="1122" y="840"/>
                    </a:lnTo>
                    <a:lnTo>
                      <a:pt x="1122" y="844"/>
                    </a:lnTo>
                    <a:lnTo>
                      <a:pt x="1118" y="844"/>
                    </a:lnTo>
                    <a:lnTo>
                      <a:pt x="1114" y="844"/>
                    </a:lnTo>
                    <a:lnTo>
                      <a:pt x="1110" y="844"/>
                    </a:lnTo>
                    <a:lnTo>
                      <a:pt x="1106" y="840"/>
                    </a:lnTo>
                    <a:lnTo>
                      <a:pt x="1104" y="840"/>
                    </a:lnTo>
                    <a:lnTo>
                      <a:pt x="1100" y="840"/>
                    </a:lnTo>
                    <a:lnTo>
                      <a:pt x="1096" y="836"/>
                    </a:lnTo>
                    <a:lnTo>
                      <a:pt x="1092" y="832"/>
                    </a:lnTo>
                    <a:lnTo>
                      <a:pt x="1088" y="832"/>
                    </a:lnTo>
                    <a:lnTo>
                      <a:pt x="1088" y="828"/>
                    </a:lnTo>
                    <a:lnTo>
                      <a:pt x="1084" y="828"/>
                    </a:lnTo>
                    <a:lnTo>
                      <a:pt x="1080" y="824"/>
                    </a:lnTo>
                    <a:lnTo>
                      <a:pt x="1084" y="824"/>
                    </a:lnTo>
                    <a:lnTo>
                      <a:pt x="1088" y="824"/>
                    </a:lnTo>
                    <a:lnTo>
                      <a:pt x="1096" y="828"/>
                    </a:lnTo>
                    <a:lnTo>
                      <a:pt x="1096" y="828"/>
                    </a:lnTo>
                    <a:lnTo>
                      <a:pt x="1096" y="828"/>
                    </a:lnTo>
                    <a:close/>
                    <a:moveTo>
                      <a:pt x="202" y="824"/>
                    </a:moveTo>
                    <a:lnTo>
                      <a:pt x="202" y="828"/>
                    </a:lnTo>
                    <a:lnTo>
                      <a:pt x="206" y="832"/>
                    </a:lnTo>
                    <a:lnTo>
                      <a:pt x="202" y="832"/>
                    </a:lnTo>
                    <a:lnTo>
                      <a:pt x="198" y="828"/>
                    </a:lnTo>
                    <a:lnTo>
                      <a:pt x="202" y="824"/>
                    </a:lnTo>
                    <a:lnTo>
                      <a:pt x="202" y="824"/>
                    </a:lnTo>
                    <a:lnTo>
                      <a:pt x="202" y="824"/>
                    </a:lnTo>
                    <a:close/>
                    <a:moveTo>
                      <a:pt x="238" y="836"/>
                    </a:moveTo>
                    <a:lnTo>
                      <a:pt x="236" y="832"/>
                    </a:lnTo>
                    <a:lnTo>
                      <a:pt x="232" y="828"/>
                    </a:lnTo>
                    <a:lnTo>
                      <a:pt x="236" y="828"/>
                    </a:lnTo>
                    <a:lnTo>
                      <a:pt x="238" y="832"/>
                    </a:lnTo>
                    <a:lnTo>
                      <a:pt x="238" y="836"/>
                    </a:lnTo>
                    <a:lnTo>
                      <a:pt x="238" y="836"/>
                    </a:lnTo>
                    <a:lnTo>
                      <a:pt x="238" y="836"/>
                    </a:lnTo>
                    <a:close/>
                    <a:moveTo>
                      <a:pt x="210" y="836"/>
                    </a:moveTo>
                    <a:lnTo>
                      <a:pt x="212" y="836"/>
                    </a:lnTo>
                    <a:lnTo>
                      <a:pt x="212" y="840"/>
                    </a:lnTo>
                    <a:lnTo>
                      <a:pt x="210" y="840"/>
                    </a:lnTo>
                    <a:lnTo>
                      <a:pt x="210" y="836"/>
                    </a:lnTo>
                    <a:lnTo>
                      <a:pt x="210" y="836"/>
                    </a:lnTo>
                    <a:lnTo>
                      <a:pt x="210" y="836"/>
                    </a:lnTo>
                    <a:close/>
                    <a:moveTo>
                      <a:pt x="246" y="844"/>
                    </a:moveTo>
                    <a:lnTo>
                      <a:pt x="246" y="848"/>
                    </a:lnTo>
                    <a:lnTo>
                      <a:pt x="250" y="848"/>
                    </a:lnTo>
                    <a:lnTo>
                      <a:pt x="246" y="848"/>
                    </a:lnTo>
                    <a:lnTo>
                      <a:pt x="246" y="844"/>
                    </a:lnTo>
                    <a:lnTo>
                      <a:pt x="246" y="844"/>
                    </a:lnTo>
                    <a:lnTo>
                      <a:pt x="246" y="844"/>
                    </a:lnTo>
                    <a:close/>
                    <a:moveTo>
                      <a:pt x="246" y="848"/>
                    </a:moveTo>
                    <a:lnTo>
                      <a:pt x="250" y="848"/>
                    </a:lnTo>
                    <a:lnTo>
                      <a:pt x="250" y="852"/>
                    </a:lnTo>
                    <a:lnTo>
                      <a:pt x="246" y="852"/>
                    </a:lnTo>
                    <a:lnTo>
                      <a:pt x="246" y="848"/>
                    </a:lnTo>
                    <a:lnTo>
                      <a:pt x="246" y="848"/>
                    </a:lnTo>
                    <a:lnTo>
                      <a:pt x="246" y="848"/>
                    </a:lnTo>
                    <a:close/>
                    <a:moveTo>
                      <a:pt x="1080" y="866"/>
                    </a:moveTo>
                    <a:lnTo>
                      <a:pt x="1080" y="870"/>
                    </a:lnTo>
                    <a:lnTo>
                      <a:pt x="1076" y="870"/>
                    </a:lnTo>
                    <a:lnTo>
                      <a:pt x="1080" y="870"/>
                    </a:lnTo>
                    <a:lnTo>
                      <a:pt x="1080" y="866"/>
                    </a:lnTo>
                    <a:lnTo>
                      <a:pt x="1080" y="866"/>
                    </a:lnTo>
                    <a:lnTo>
                      <a:pt x="1080" y="866"/>
                    </a:lnTo>
                    <a:close/>
                    <a:moveTo>
                      <a:pt x="1126" y="874"/>
                    </a:moveTo>
                    <a:lnTo>
                      <a:pt x="1122" y="874"/>
                    </a:lnTo>
                    <a:lnTo>
                      <a:pt x="1126" y="874"/>
                    </a:lnTo>
                    <a:lnTo>
                      <a:pt x="1122" y="874"/>
                    </a:lnTo>
                    <a:lnTo>
                      <a:pt x="1118" y="878"/>
                    </a:lnTo>
                    <a:lnTo>
                      <a:pt x="1122" y="878"/>
                    </a:lnTo>
                    <a:lnTo>
                      <a:pt x="1122" y="874"/>
                    </a:lnTo>
                    <a:lnTo>
                      <a:pt x="1122" y="878"/>
                    </a:lnTo>
                    <a:lnTo>
                      <a:pt x="1118" y="878"/>
                    </a:lnTo>
                    <a:lnTo>
                      <a:pt x="1118" y="880"/>
                    </a:lnTo>
                    <a:lnTo>
                      <a:pt x="1122" y="880"/>
                    </a:lnTo>
                    <a:lnTo>
                      <a:pt x="1118" y="880"/>
                    </a:lnTo>
                    <a:lnTo>
                      <a:pt x="1118" y="878"/>
                    </a:lnTo>
                    <a:lnTo>
                      <a:pt x="1122" y="874"/>
                    </a:lnTo>
                    <a:lnTo>
                      <a:pt x="1126" y="874"/>
                    </a:lnTo>
                    <a:lnTo>
                      <a:pt x="1126" y="874"/>
                    </a:lnTo>
                    <a:lnTo>
                      <a:pt x="1126" y="874"/>
                    </a:lnTo>
                    <a:close/>
                    <a:moveTo>
                      <a:pt x="1114" y="900"/>
                    </a:moveTo>
                    <a:lnTo>
                      <a:pt x="1110" y="900"/>
                    </a:lnTo>
                    <a:lnTo>
                      <a:pt x="1110" y="904"/>
                    </a:lnTo>
                    <a:lnTo>
                      <a:pt x="1106" y="904"/>
                    </a:lnTo>
                    <a:lnTo>
                      <a:pt x="1110" y="904"/>
                    </a:lnTo>
                    <a:lnTo>
                      <a:pt x="1110" y="908"/>
                    </a:lnTo>
                    <a:lnTo>
                      <a:pt x="1106" y="908"/>
                    </a:lnTo>
                    <a:lnTo>
                      <a:pt x="1104" y="908"/>
                    </a:lnTo>
                    <a:lnTo>
                      <a:pt x="1104" y="904"/>
                    </a:lnTo>
                    <a:lnTo>
                      <a:pt x="1100" y="904"/>
                    </a:lnTo>
                    <a:lnTo>
                      <a:pt x="1104" y="900"/>
                    </a:lnTo>
                    <a:lnTo>
                      <a:pt x="1100" y="904"/>
                    </a:lnTo>
                    <a:lnTo>
                      <a:pt x="1096" y="904"/>
                    </a:lnTo>
                    <a:lnTo>
                      <a:pt x="1092" y="900"/>
                    </a:lnTo>
                    <a:lnTo>
                      <a:pt x="1088" y="900"/>
                    </a:lnTo>
                    <a:lnTo>
                      <a:pt x="1088" y="896"/>
                    </a:lnTo>
                    <a:lnTo>
                      <a:pt x="1088" y="892"/>
                    </a:lnTo>
                    <a:lnTo>
                      <a:pt x="1084" y="892"/>
                    </a:lnTo>
                    <a:lnTo>
                      <a:pt x="1084" y="888"/>
                    </a:lnTo>
                    <a:lnTo>
                      <a:pt x="1088" y="884"/>
                    </a:lnTo>
                    <a:lnTo>
                      <a:pt x="1088" y="888"/>
                    </a:lnTo>
                    <a:lnTo>
                      <a:pt x="1088" y="892"/>
                    </a:lnTo>
                    <a:lnTo>
                      <a:pt x="1092" y="892"/>
                    </a:lnTo>
                    <a:lnTo>
                      <a:pt x="1092" y="896"/>
                    </a:lnTo>
                    <a:lnTo>
                      <a:pt x="1096" y="896"/>
                    </a:lnTo>
                    <a:lnTo>
                      <a:pt x="1100" y="896"/>
                    </a:lnTo>
                    <a:lnTo>
                      <a:pt x="1104" y="896"/>
                    </a:lnTo>
                    <a:lnTo>
                      <a:pt x="1106" y="896"/>
                    </a:lnTo>
                    <a:lnTo>
                      <a:pt x="1110" y="896"/>
                    </a:lnTo>
                    <a:lnTo>
                      <a:pt x="1114" y="896"/>
                    </a:lnTo>
                    <a:lnTo>
                      <a:pt x="1118" y="896"/>
                    </a:lnTo>
                    <a:lnTo>
                      <a:pt x="1114" y="900"/>
                    </a:lnTo>
                    <a:lnTo>
                      <a:pt x="1114" y="900"/>
                    </a:lnTo>
                    <a:lnTo>
                      <a:pt x="1114" y="900"/>
                    </a:lnTo>
                    <a:close/>
                    <a:moveTo>
                      <a:pt x="1136" y="914"/>
                    </a:moveTo>
                    <a:lnTo>
                      <a:pt x="1132" y="914"/>
                    </a:lnTo>
                    <a:lnTo>
                      <a:pt x="1130" y="914"/>
                    </a:lnTo>
                    <a:lnTo>
                      <a:pt x="1126" y="914"/>
                    </a:lnTo>
                    <a:lnTo>
                      <a:pt x="1126" y="910"/>
                    </a:lnTo>
                    <a:lnTo>
                      <a:pt x="1126" y="908"/>
                    </a:lnTo>
                    <a:lnTo>
                      <a:pt x="1126" y="904"/>
                    </a:lnTo>
                    <a:lnTo>
                      <a:pt x="1126" y="900"/>
                    </a:lnTo>
                    <a:lnTo>
                      <a:pt x="1130" y="896"/>
                    </a:lnTo>
                    <a:lnTo>
                      <a:pt x="1132" y="892"/>
                    </a:lnTo>
                    <a:lnTo>
                      <a:pt x="1132" y="888"/>
                    </a:lnTo>
                    <a:lnTo>
                      <a:pt x="1136" y="888"/>
                    </a:lnTo>
                    <a:lnTo>
                      <a:pt x="1136" y="884"/>
                    </a:lnTo>
                    <a:lnTo>
                      <a:pt x="1140" y="884"/>
                    </a:lnTo>
                    <a:lnTo>
                      <a:pt x="1136" y="888"/>
                    </a:lnTo>
                    <a:lnTo>
                      <a:pt x="1140" y="888"/>
                    </a:lnTo>
                    <a:lnTo>
                      <a:pt x="1140" y="892"/>
                    </a:lnTo>
                    <a:lnTo>
                      <a:pt x="1136" y="900"/>
                    </a:lnTo>
                    <a:lnTo>
                      <a:pt x="1136" y="904"/>
                    </a:lnTo>
                    <a:lnTo>
                      <a:pt x="1136" y="900"/>
                    </a:lnTo>
                    <a:lnTo>
                      <a:pt x="1140" y="900"/>
                    </a:lnTo>
                    <a:lnTo>
                      <a:pt x="1136" y="904"/>
                    </a:lnTo>
                    <a:lnTo>
                      <a:pt x="1132" y="904"/>
                    </a:lnTo>
                    <a:lnTo>
                      <a:pt x="1132" y="908"/>
                    </a:lnTo>
                    <a:lnTo>
                      <a:pt x="1130" y="908"/>
                    </a:lnTo>
                    <a:lnTo>
                      <a:pt x="1132" y="908"/>
                    </a:lnTo>
                    <a:lnTo>
                      <a:pt x="1132" y="904"/>
                    </a:lnTo>
                    <a:lnTo>
                      <a:pt x="1136" y="904"/>
                    </a:lnTo>
                    <a:lnTo>
                      <a:pt x="1132" y="908"/>
                    </a:lnTo>
                    <a:lnTo>
                      <a:pt x="1130" y="908"/>
                    </a:lnTo>
                    <a:lnTo>
                      <a:pt x="1132" y="908"/>
                    </a:lnTo>
                    <a:lnTo>
                      <a:pt x="1132" y="910"/>
                    </a:lnTo>
                    <a:lnTo>
                      <a:pt x="1130" y="910"/>
                    </a:lnTo>
                    <a:lnTo>
                      <a:pt x="1132" y="910"/>
                    </a:lnTo>
                    <a:lnTo>
                      <a:pt x="1136" y="910"/>
                    </a:lnTo>
                    <a:lnTo>
                      <a:pt x="1136" y="908"/>
                    </a:lnTo>
                    <a:lnTo>
                      <a:pt x="1140" y="908"/>
                    </a:lnTo>
                    <a:lnTo>
                      <a:pt x="1136" y="908"/>
                    </a:lnTo>
                    <a:lnTo>
                      <a:pt x="1132" y="908"/>
                    </a:lnTo>
                    <a:lnTo>
                      <a:pt x="1136" y="908"/>
                    </a:lnTo>
                    <a:lnTo>
                      <a:pt x="1136" y="904"/>
                    </a:lnTo>
                    <a:lnTo>
                      <a:pt x="1140" y="904"/>
                    </a:lnTo>
                    <a:lnTo>
                      <a:pt x="1140" y="900"/>
                    </a:lnTo>
                    <a:lnTo>
                      <a:pt x="1140" y="904"/>
                    </a:lnTo>
                    <a:lnTo>
                      <a:pt x="1136" y="904"/>
                    </a:lnTo>
                    <a:lnTo>
                      <a:pt x="1140" y="900"/>
                    </a:lnTo>
                    <a:lnTo>
                      <a:pt x="1144" y="900"/>
                    </a:lnTo>
                    <a:lnTo>
                      <a:pt x="1144" y="904"/>
                    </a:lnTo>
                    <a:lnTo>
                      <a:pt x="1148" y="904"/>
                    </a:lnTo>
                    <a:lnTo>
                      <a:pt x="1148" y="908"/>
                    </a:lnTo>
                    <a:lnTo>
                      <a:pt x="1144" y="908"/>
                    </a:lnTo>
                    <a:lnTo>
                      <a:pt x="1144" y="910"/>
                    </a:lnTo>
                    <a:lnTo>
                      <a:pt x="1140" y="910"/>
                    </a:lnTo>
                    <a:lnTo>
                      <a:pt x="1140" y="914"/>
                    </a:lnTo>
                    <a:lnTo>
                      <a:pt x="1136" y="914"/>
                    </a:lnTo>
                    <a:lnTo>
                      <a:pt x="1136" y="914"/>
                    </a:lnTo>
                    <a:lnTo>
                      <a:pt x="1136" y="914"/>
                    </a:lnTo>
                    <a:close/>
                    <a:moveTo>
                      <a:pt x="992" y="884"/>
                    </a:moveTo>
                    <a:lnTo>
                      <a:pt x="992" y="888"/>
                    </a:lnTo>
                    <a:lnTo>
                      <a:pt x="988" y="888"/>
                    </a:lnTo>
                    <a:lnTo>
                      <a:pt x="992" y="884"/>
                    </a:lnTo>
                    <a:lnTo>
                      <a:pt x="992" y="884"/>
                    </a:lnTo>
                    <a:lnTo>
                      <a:pt x="992" y="884"/>
                    </a:lnTo>
                    <a:close/>
                    <a:moveTo>
                      <a:pt x="1132" y="914"/>
                    </a:moveTo>
                    <a:lnTo>
                      <a:pt x="1132" y="918"/>
                    </a:lnTo>
                    <a:lnTo>
                      <a:pt x="1130" y="918"/>
                    </a:lnTo>
                    <a:lnTo>
                      <a:pt x="1130" y="914"/>
                    </a:lnTo>
                    <a:lnTo>
                      <a:pt x="1132" y="914"/>
                    </a:lnTo>
                    <a:lnTo>
                      <a:pt x="1132" y="914"/>
                    </a:lnTo>
                    <a:lnTo>
                      <a:pt x="1132" y="914"/>
                    </a:lnTo>
                    <a:close/>
                    <a:moveTo>
                      <a:pt x="1052" y="930"/>
                    </a:moveTo>
                    <a:lnTo>
                      <a:pt x="1052" y="934"/>
                    </a:lnTo>
                    <a:lnTo>
                      <a:pt x="1048" y="934"/>
                    </a:lnTo>
                    <a:lnTo>
                      <a:pt x="1048" y="930"/>
                    </a:lnTo>
                    <a:lnTo>
                      <a:pt x="1052" y="930"/>
                    </a:lnTo>
                    <a:lnTo>
                      <a:pt x="1052" y="930"/>
                    </a:lnTo>
                    <a:lnTo>
                      <a:pt x="1052" y="930"/>
                    </a:lnTo>
                    <a:close/>
                    <a:moveTo>
                      <a:pt x="820" y="78"/>
                    </a:moveTo>
                    <a:lnTo>
                      <a:pt x="816" y="78"/>
                    </a:lnTo>
                    <a:lnTo>
                      <a:pt x="816" y="76"/>
                    </a:lnTo>
                    <a:lnTo>
                      <a:pt x="820" y="76"/>
                    </a:lnTo>
                    <a:lnTo>
                      <a:pt x="824" y="76"/>
                    </a:lnTo>
                    <a:lnTo>
                      <a:pt x="828" y="76"/>
                    </a:lnTo>
                    <a:lnTo>
                      <a:pt x="828" y="72"/>
                    </a:lnTo>
                    <a:lnTo>
                      <a:pt x="832" y="72"/>
                    </a:lnTo>
                    <a:lnTo>
                      <a:pt x="834" y="72"/>
                    </a:lnTo>
                    <a:lnTo>
                      <a:pt x="838" y="72"/>
                    </a:lnTo>
                    <a:lnTo>
                      <a:pt x="834" y="68"/>
                    </a:lnTo>
                    <a:lnTo>
                      <a:pt x="834" y="72"/>
                    </a:lnTo>
                    <a:lnTo>
                      <a:pt x="832" y="72"/>
                    </a:lnTo>
                    <a:lnTo>
                      <a:pt x="828" y="72"/>
                    </a:lnTo>
                    <a:lnTo>
                      <a:pt x="820" y="72"/>
                    </a:lnTo>
                    <a:lnTo>
                      <a:pt x="816" y="76"/>
                    </a:lnTo>
                    <a:lnTo>
                      <a:pt x="812" y="76"/>
                    </a:lnTo>
                    <a:lnTo>
                      <a:pt x="812" y="72"/>
                    </a:lnTo>
                    <a:lnTo>
                      <a:pt x="816" y="72"/>
                    </a:lnTo>
                    <a:lnTo>
                      <a:pt x="820" y="72"/>
                    </a:lnTo>
                    <a:lnTo>
                      <a:pt x="816" y="68"/>
                    </a:lnTo>
                    <a:lnTo>
                      <a:pt x="816" y="72"/>
                    </a:lnTo>
                    <a:lnTo>
                      <a:pt x="812" y="72"/>
                    </a:lnTo>
                    <a:lnTo>
                      <a:pt x="808" y="72"/>
                    </a:lnTo>
                    <a:lnTo>
                      <a:pt x="808" y="76"/>
                    </a:lnTo>
                    <a:lnTo>
                      <a:pt x="808" y="78"/>
                    </a:lnTo>
                    <a:lnTo>
                      <a:pt x="806" y="78"/>
                    </a:lnTo>
                    <a:lnTo>
                      <a:pt x="802" y="78"/>
                    </a:lnTo>
                    <a:lnTo>
                      <a:pt x="798" y="78"/>
                    </a:lnTo>
                    <a:lnTo>
                      <a:pt x="794" y="78"/>
                    </a:lnTo>
                    <a:lnTo>
                      <a:pt x="790" y="78"/>
                    </a:lnTo>
                    <a:lnTo>
                      <a:pt x="786" y="78"/>
                    </a:lnTo>
                    <a:lnTo>
                      <a:pt x="782" y="78"/>
                    </a:lnTo>
                    <a:lnTo>
                      <a:pt x="778" y="78"/>
                    </a:lnTo>
                    <a:lnTo>
                      <a:pt x="782" y="76"/>
                    </a:lnTo>
                    <a:lnTo>
                      <a:pt x="778" y="76"/>
                    </a:lnTo>
                    <a:lnTo>
                      <a:pt x="778" y="78"/>
                    </a:lnTo>
                    <a:lnTo>
                      <a:pt x="776" y="78"/>
                    </a:lnTo>
                    <a:lnTo>
                      <a:pt x="772" y="78"/>
                    </a:lnTo>
                    <a:lnTo>
                      <a:pt x="768" y="76"/>
                    </a:lnTo>
                    <a:lnTo>
                      <a:pt x="772" y="72"/>
                    </a:lnTo>
                    <a:lnTo>
                      <a:pt x="776" y="72"/>
                    </a:lnTo>
                    <a:lnTo>
                      <a:pt x="776" y="68"/>
                    </a:lnTo>
                    <a:lnTo>
                      <a:pt x="778" y="68"/>
                    </a:lnTo>
                    <a:lnTo>
                      <a:pt x="782" y="68"/>
                    </a:lnTo>
                    <a:lnTo>
                      <a:pt x="782" y="64"/>
                    </a:lnTo>
                    <a:lnTo>
                      <a:pt x="790" y="64"/>
                    </a:lnTo>
                    <a:lnTo>
                      <a:pt x="794" y="64"/>
                    </a:lnTo>
                    <a:lnTo>
                      <a:pt x="802" y="64"/>
                    </a:lnTo>
                    <a:lnTo>
                      <a:pt x="806" y="64"/>
                    </a:lnTo>
                    <a:lnTo>
                      <a:pt x="808" y="64"/>
                    </a:lnTo>
                    <a:lnTo>
                      <a:pt x="812" y="60"/>
                    </a:lnTo>
                    <a:lnTo>
                      <a:pt x="816" y="60"/>
                    </a:lnTo>
                    <a:lnTo>
                      <a:pt x="820" y="60"/>
                    </a:lnTo>
                    <a:lnTo>
                      <a:pt x="824" y="60"/>
                    </a:lnTo>
                    <a:lnTo>
                      <a:pt x="828" y="60"/>
                    </a:lnTo>
                    <a:lnTo>
                      <a:pt x="824" y="60"/>
                    </a:lnTo>
                    <a:lnTo>
                      <a:pt x="820" y="60"/>
                    </a:lnTo>
                    <a:lnTo>
                      <a:pt x="816" y="60"/>
                    </a:lnTo>
                    <a:lnTo>
                      <a:pt x="812" y="60"/>
                    </a:lnTo>
                    <a:lnTo>
                      <a:pt x="808" y="60"/>
                    </a:lnTo>
                    <a:lnTo>
                      <a:pt x="806" y="60"/>
                    </a:lnTo>
                    <a:lnTo>
                      <a:pt x="802" y="60"/>
                    </a:lnTo>
                    <a:lnTo>
                      <a:pt x="798" y="60"/>
                    </a:lnTo>
                    <a:lnTo>
                      <a:pt x="794" y="64"/>
                    </a:lnTo>
                    <a:lnTo>
                      <a:pt x="790" y="64"/>
                    </a:lnTo>
                    <a:lnTo>
                      <a:pt x="786" y="64"/>
                    </a:lnTo>
                    <a:lnTo>
                      <a:pt x="782" y="64"/>
                    </a:lnTo>
                    <a:lnTo>
                      <a:pt x="778" y="64"/>
                    </a:lnTo>
                    <a:lnTo>
                      <a:pt x="776" y="64"/>
                    </a:lnTo>
                    <a:lnTo>
                      <a:pt x="772" y="68"/>
                    </a:lnTo>
                    <a:lnTo>
                      <a:pt x="764" y="72"/>
                    </a:lnTo>
                    <a:lnTo>
                      <a:pt x="760" y="76"/>
                    </a:lnTo>
                    <a:lnTo>
                      <a:pt x="756" y="76"/>
                    </a:lnTo>
                    <a:lnTo>
                      <a:pt x="752" y="76"/>
                    </a:lnTo>
                    <a:lnTo>
                      <a:pt x="748" y="76"/>
                    </a:lnTo>
                    <a:lnTo>
                      <a:pt x="746" y="76"/>
                    </a:lnTo>
                    <a:lnTo>
                      <a:pt x="746" y="72"/>
                    </a:lnTo>
                    <a:lnTo>
                      <a:pt x="742" y="72"/>
                    </a:lnTo>
                    <a:lnTo>
                      <a:pt x="738" y="72"/>
                    </a:lnTo>
                    <a:lnTo>
                      <a:pt x="734" y="72"/>
                    </a:lnTo>
                    <a:lnTo>
                      <a:pt x="732" y="68"/>
                    </a:lnTo>
                    <a:lnTo>
                      <a:pt x="734" y="68"/>
                    </a:lnTo>
                    <a:lnTo>
                      <a:pt x="738" y="64"/>
                    </a:lnTo>
                    <a:lnTo>
                      <a:pt x="742" y="64"/>
                    </a:lnTo>
                    <a:lnTo>
                      <a:pt x="746" y="64"/>
                    </a:lnTo>
                    <a:lnTo>
                      <a:pt x="748" y="64"/>
                    </a:lnTo>
                    <a:lnTo>
                      <a:pt x="752" y="64"/>
                    </a:lnTo>
                    <a:lnTo>
                      <a:pt x="756" y="64"/>
                    </a:lnTo>
                    <a:lnTo>
                      <a:pt x="760" y="64"/>
                    </a:lnTo>
                    <a:lnTo>
                      <a:pt x="764" y="64"/>
                    </a:lnTo>
                    <a:lnTo>
                      <a:pt x="768" y="64"/>
                    </a:lnTo>
                    <a:lnTo>
                      <a:pt x="772" y="64"/>
                    </a:lnTo>
                    <a:lnTo>
                      <a:pt x="776" y="64"/>
                    </a:lnTo>
                    <a:lnTo>
                      <a:pt x="778" y="60"/>
                    </a:lnTo>
                    <a:lnTo>
                      <a:pt x="782" y="60"/>
                    </a:lnTo>
                    <a:lnTo>
                      <a:pt x="786" y="60"/>
                    </a:lnTo>
                    <a:lnTo>
                      <a:pt x="786" y="56"/>
                    </a:lnTo>
                    <a:lnTo>
                      <a:pt x="790" y="56"/>
                    </a:lnTo>
                    <a:lnTo>
                      <a:pt x="794" y="56"/>
                    </a:lnTo>
                    <a:lnTo>
                      <a:pt x="790" y="56"/>
                    </a:lnTo>
                    <a:lnTo>
                      <a:pt x="786" y="56"/>
                    </a:lnTo>
                    <a:lnTo>
                      <a:pt x="782" y="56"/>
                    </a:lnTo>
                    <a:lnTo>
                      <a:pt x="778" y="56"/>
                    </a:lnTo>
                    <a:lnTo>
                      <a:pt x="776" y="60"/>
                    </a:lnTo>
                    <a:lnTo>
                      <a:pt x="772" y="60"/>
                    </a:lnTo>
                    <a:lnTo>
                      <a:pt x="768" y="60"/>
                    </a:lnTo>
                    <a:lnTo>
                      <a:pt x="764" y="60"/>
                    </a:lnTo>
                    <a:lnTo>
                      <a:pt x="760" y="60"/>
                    </a:lnTo>
                    <a:lnTo>
                      <a:pt x="760" y="64"/>
                    </a:lnTo>
                    <a:lnTo>
                      <a:pt x="752" y="64"/>
                    </a:lnTo>
                    <a:lnTo>
                      <a:pt x="748" y="64"/>
                    </a:lnTo>
                    <a:lnTo>
                      <a:pt x="746" y="64"/>
                    </a:lnTo>
                    <a:lnTo>
                      <a:pt x="742" y="64"/>
                    </a:lnTo>
                    <a:lnTo>
                      <a:pt x="738" y="64"/>
                    </a:lnTo>
                    <a:lnTo>
                      <a:pt x="734" y="64"/>
                    </a:lnTo>
                    <a:lnTo>
                      <a:pt x="732" y="64"/>
                    </a:lnTo>
                    <a:lnTo>
                      <a:pt x="728" y="64"/>
                    </a:lnTo>
                    <a:lnTo>
                      <a:pt x="724" y="64"/>
                    </a:lnTo>
                    <a:lnTo>
                      <a:pt x="720" y="64"/>
                    </a:lnTo>
                    <a:lnTo>
                      <a:pt x="716" y="60"/>
                    </a:lnTo>
                    <a:lnTo>
                      <a:pt x="720" y="56"/>
                    </a:lnTo>
                    <a:lnTo>
                      <a:pt x="724" y="56"/>
                    </a:lnTo>
                    <a:lnTo>
                      <a:pt x="728" y="56"/>
                    </a:lnTo>
                    <a:lnTo>
                      <a:pt x="728" y="60"/>
                    </a:lnTo>
                    <a:lnTo>
                      <a:pt x="732" y="60"/>
                    </a:lnTo>
                    <a:lnTo>
                      <a:pt x="732" y="56"/>
                    </a:lnTo>
                    <a:lnTo>
                      <a:pt x="734" y="56"/>
                    </a:lnTo>
                    <a:lnTo>
                      <a:pt x="732" y="56"/>
                    </a:lnTo>
                    <a:lnTo>
                      <a:pt x="728" y="56"/>
                    </a:lnTo>
                    <a:lnTo>
                      <a:pt x="724" y="56"/>
                    </a:lnTo>
                    <a:lnTo>
                      <a:pt x="724" y="52"/>
                    </a:lnTo>
                    <a:lnTo>
                      <a:pt x="728" y="52"/>
                    </a:lnTo>
                    <a:lnTo>
                      <a:pt x="732" y="52"/>
                    </a:lnTo>
                    <a:lnTo>
                      <a:pt x="734" y="52"/>
                    </a:lnTo>
                    <a:lnTo>
                      <a:pt x="738" y="50"/>
                    </a:lnTo>
                    <a:lnTo>
                      <a:pt x="742" y="50"/>
                    </a:lnTo>
                    <a:lnTo>
                      <a:pt x="746" y="50"/>
                    </a:lnTo>
                    <a:lnTo>
                      <a:pt x="748" y="50"/>
                    </a:lnTo>
                    <a:lnTo>
                      <a:pt x="752" y="50"/>
                    </a:lnTo>
                    <a:lnTo>
                      <a:pt x="756" y="50"/>
                    </a:lnTo>
                    <a:lnTo>
                      <a:pt x="760" y="50"/>
                    </a:lnTo>
                    <a:lnTo>
                      <a:pt x="756" y="50"/>
                    </a:lnTo>
                    <a:lnTo>
                      <a:pt x="752" y="50"/>
                    </a:lnTo>
                    <a:lnTo>
                      <a:pt x="748" y="50"/>
                    </a:lnTo>
                    <a:lnTo>
                      <a:pt x="746" y="50"/>
                    </a:lnTo>
                    <a:lnTo>
                      <a:pt x="742" y="50"/>
                    </a:lnTo>
                    <a:lnTo>
                      <a:pt x="738" y="50"/>
                    </a:lnTo>
                    <a:lnTo>
                      <a:pt x="734" y="50"/>
                    </a:lnTo>
                    <a:lnTo>
                      <a:pt x="732" y="50"/>
                    </a:lnTo>
                    <a:lnTo>
                      <a:pt x="728" y="50"/>
                    </a:lnTo>
                    <a:lnTo>
                      <a:pt x="728" y="52"/>
                    </a:lnTo>
                    <a:lnTo>
                      <a:pt x="720" y="52"/>
                    </a:lnTo>
                    <a:lnTo>
                      <a:pt x="716" y="52"/>
                    </a:lnTo>
                    <a:lnTo>
                      <a:pt x="712" y="52"/>
                    </a:lnTo>
                    <a:lnTo>
                      <a:pt x="716" y="52"/>
                    </a:lnTo>
                    <a:lnTo>
                      <a:pt x="712" y="52"/>
                    </a:lnTo>
                    <a:lnTo>
                      <a:pt x="708" y="52"/>
                    </a:lnTo>
                    <a:lnTo>
                      <a:pt x="708" y="50"/>
                    </a:lnTo>
                    <a:lnTo>
                      <a:pt x="712" y="50"/>
                    </a:lnTo>
                    <a:lnTo>
                      <a:pt x="716" y="50"/>
                    </a:lnTo>
                    <a:lnTo>
                      <a:pt x="720" y="50"/>
                    </a:lnTo>
                    <a:lnTo>
                      <a:pt x="724" y="46"/>
                    </a:lnTo>
                    <a:lnTo>
                      <a:pt x="728" y="46"/>
                    </a:lnTo>
                    <a:lnTo>
                      <a:pt x="724" y="46"/>
                    </a:lnTo>
                    <a:lnTo>
                      <a:pt x="720" y="46"/>
                    </a:lnTo>
                    <a:lnTo>
                      <a:pt x="716" y="46"/>
                    </a:lnTo>
                    <a:lnTo>
                      <a:pt x="712" y="46"/>
                    </a:lnTo>
                    <a:lnTo>
                      <a:pt x="708" y="46"/>
                    </a:lnTo>
                    <a:lnTo>
                      <a:pt x="708" y="50"/>
                    </a:lnTo>
                    <a:lnTo>
                      <a:pt x="706" y="50"/>
                    </a:lnTo>
                    <a:lnTo>
                      <a:pt x="702" y="50"/>
                    </a:lnTo>
                    <a:lnTo>
                      <a:pt x="702" y="46"/>
                    </a:lnTo>
                    <a:lnTo>
                      <a:pt x="698" y="46"/>
                    </a:lnTo>
                    <a:lnTo>
                      <a:pt x="694" y="46"/>
                    </a:lnTo>
                    <a:lnTo>
                      <a:pt x="698" y="46"/>
                    </a:lnTo>
                    <a:lnTo>
                      <a:pt x="698" y="42"/>
                    </a:lnTo>
                    <a:lnTo>
                      <a:pt x="702" y="42"/>
                    </a:lnTo>
                    <a:lnTo>
                      <a:pt x="706" y="42"/>
                    </a:lnTo>
                    <a:lnTo>
                      <a:pt x="708" y="42"/>
                    </a:lnTo>
                    <a:lnTo>
                      <a:pt x="708" y="38"/>
                    </a:lnTo>
                    <a:lnTo>
                      <a:pt x="712" y="38"/>
                    </a:lnTo>
                    <a:lnTo>
                      <a:pt x="716" y="38"/>
                    </a:lnTo>
                    <a:lnTo>
                      <a:pt x="720" y="38"/>
                    </a:lnTo>
                    <a:lnTo>
                      <a:pt x="724" y="38"/>
                    </a:lnTo>
                    <a:lnTo>
                      <a:pt x="728" y="38"/>
                    </a:lnTo>
                    <a:lnTo>
                      <a:pt x="732" y="42"/>
                    </a:lnTo>
                    <a:lnTo>
                      <a:pt x="732" y="38"/>
                    </a:lnTo>
                    <a:lnTo>
                      <a:pt x="734" y="38"/>
                    </a:lnTo>
                    <a:lnTo>
                      <a:pt x="734" y="34"/>
                    </a:lnTo>
                    <a:lnTo>
                      <a:pt x="738" y="34"/>
                    </a:lnTo>
                    <a:lnTo>
                      <a:pt x="742" y="34"/>
                    </a:lnTo>
                    <a:lnTo>
                      <a:pt x="746" y="34"/>
                    </a:lnTo>
                    <a:lnTo>
                      <a:pt x="748" y="30"/>
                    </a:lnTo>
                    <a:lnTo>
                      <a:pt x="752" y="34"/>
                    </a:lnTo>
                    <a:lnTo>
                      <a:pt x="752" y="30"/>
                    </a:lnTo>
                    <a:lnTo>
                      <a:pt x="756" y="30"/>
                    </a:lnTo>
                    <a:lnTo>
                      <a:pt x="756" y="34"/>
                    </a:lnTo>
                    <a:lnTo>
                      <a:pt x="760" y="34"/>
                    </a:lnTo>
                    <a:lnTo>
                      <a:pt x="760" y="38"/>
                    </a:lnTo>
                    <a:lnTo>
                      <a:pt x="764" y="38"/>
                    </a:lnTo>
                    <a:lnTo>
                      <a:pt x="768" y="38"/>
                    </a:lnTo>
                    <a:lnTo>
                      <a:pt x="764" y="38"/>
                    </a:lnTo>
                    <a:lnTo>
                      <a:pt x="760" y="38"/>
                    </a:lnTo>
                    <a:lnTo>
                      <a:pt x="760" y="34"/>
                    </a:lnTo>
                    <a:lnTo>
                      <a:pt x="764" y="34"/>
                    </a:lnTo>
                    <a:lnTo>
                      <a:pt x="768" y="34"/>
                    </a:lnTo>
                    <a:lnTo>
                      <a:pt x="772" y="34"/>
                    </a:lnTo>
                    <a:lnTo>
                      <a:pt x="776" y="34"/>
                    </a:lnTo>
                    <a:lnTo>
                      <a:pt x="778" y="34"/>
                    </a:lnTo>
                    <a:lnTo>
                      <a:pt x="782" y="34"/>
                    </a:lnTo>
                    <a:lnTo>
                      <a:pt x="782" y="38"/>
                    </a:lnTo>
                    <a:lnTo>
                      <a:pt x="786" y="38"/>
                    </a:lnTo>
                    <a:lnTo>
                      <a:pt x="782" y="38"/>
                    </a:lnTo>
                    <a:lnTo>
                      <a:pt x="782" y="34"/>
                    </a:lnTo>
                    <a:lnTo>
                      <a:pt x="786" y="34"/>
                    </a:lnTo>
                    <a:lnTo>
                      <a:pt x="790" y="34"/>
                    </a:lnTo>
                    <a:lnTo>
                      <a:pt x="790" y="38"/>
                    </a:lnTo>
                    <a:lnTo>
                      <a:pt x="794" y="38"/>
                    </a:lnTo>
                    <a:lnTo>
                      <a:pt x="790" y="38"/>
                    </a:lnTo>
                    <a:lnTo>
                      <a:pt x="790" y="34"/>
                    </a:lnTo>
                    <a:lnTo>
                      <a:pt x="794" y="34"/>
                    </a:lnTo>
                    <a:lnTo>
                      <a:pt x="794" y="38"/>
                    </a:lnTo>
                    <a:lnTo>
                      <a:pt x="798" y="38"/>
                    </a:lnTo>
                    <a:lnTo>
                      <a:pt x="794" y="34"/>
                    </a:lnTo>
                    <a:lnTo>
                      <a:pt x="790" y="34"/>
                    </a:lnTo>
                    <a:lnTo>
                      <a:pt x="786" y="34"/>
                    </a:lnTo>
                    <a:lnTo>
                      <a:pt x="782" y="34"/>
                    </a:lnTo>
                    <a:lnTo>
                      <a:pt x="778" y="34"/>
                    </a:lnTo>
                    <a:lnTo>
                      <a:pt x="778" y="30"/>
                    </a:lnTo>
                    <a:lnTo>
                      <a:pt x="776" y="30"/>
                    </a:lnTo>
                    <a:lnTo>
                      <a:pt x="772" y="30"/>
                    </a:lnTo>
                    <a:lnTo>
                      <a:pt x="768" y="30"/>
                    </a:lnTo>
                    <a:lnTo>
                      <a:pt x="764" y="30"/>
                    </a:lnTo>
                    <a:lnTo>
                      <a:pt x="764" y="26"/>
                    </a:lnTo>
                    <a:lnTo>
                      <a:pt x="768" y="26"/>
                    </a:lnTo>
                    <a:lnTo>
                      <a:pt x="772" y="26"/>
                    </a:lnTo>
                    <a:lnTo>
                      <a:pt x="776" y="26"/>
                    </a:lnTo>
                    <a:lnTo>
                      <a:pt x="778" y="26"/>
                    </a:lnTo>
                    <a:lnTo>
                      <a:pt x="782" y="26"/>
                    </a:lnTo>
                    <a:lnTo>
                      <a:pt x="786" y="26"/>
                    </a:lnTo>
                    <a:lnTo>
                      <a:pt x="782" y="22"/>
                    </a:lnTo>
                    <a:lnTo>
                      <a:pt x="786" y="22"/>
                    </a:lnTo>
                    <a:lnTo>
                      <a:pt x="782" y="22"/>
                    </a:lnTo>
                    <a:lnTo>
                      <a:pt x="778" y="22"/>
                    </a:lnTo>
                    <a:lnTo>
                      <a:pt x="778" y="20"/>
                    </a:lnTo>
                    <a:lnTo>
                      <a:pt x="782" y="20"/>
                    </a:lnTo>
                    <a:lnTo>
                      <a:pt x="786" y="20"/>
                    </a:lnTo>
                    <a:lnTo>
                      <a:pt x="790" y="20"/>
                    </a:lnTo>
                    <a:lnTo>
                      <a:pt x="798" y="20"/>
                    </a:lnTo>
                    <a:lnTo>
                      <a:pt x="798" y="22"/>
                    </a:lnTo>
                    <a:lnTo>
                      <a:pt x="794" y="22"/>
                    </a:lnTo>
                    <a:lnTo>
                      <a:pt x="798" y="22"/>
                    </a:lnTo>
                    <a:lnTo>
                      <a:pt x="802" y="22"/>
                    </a:lnTo>
                    <a:lnTo>
                      <a:pt x="806" y="22"/>
                    </a:lnTo>
                    <a:lnTo>
                      <a:pt x="808" y="22"/>
                    </a:lnTo>
                    <a:lnTo>
                      <a:pt x="812" y="26"/>
                    </a:lnTo>
                    <a:lnTo>
                      <a:pt x="816" y="26"/>
                    </a:lnTo>
                    <a:lnTo>
                      <a:pt x="816" y="30"/>
                    </a:lnTo>
                    <a:lnTo>
                      <a:pt x="820" y="30"/>
                    </a:lnTo>
                    <a:lnTo>
                      <a:pt x="820" y="34"/>
                    </a:lnTo>
                    <a:lnTo>
                      <a:pt x="824" y="34"/>
                    </a:lnTo>
                    <a:lnTo>
                      <a:pt x="828" y="34"/>
                    </a:lnTo>
                    <a:lnTo>
                      <a:pt x="832" y="34"/>
                    </a:lnTo>
                    <a:lnTo>
                      <a:pt x="834" y="34"/>
                    </a:lnTo>
                    <a:lnTo>
                      <a:pt x="832" y="34"/>
                    </a:lnTo>
                    <a:lnTo>
                      <a:pt x="828" y="30"/>
                    </a:lnTo>
                    <a:lnTo>
                      <a:pt x="824" y="30"/>
                    </a:lnTo>
                    <a:lnTo>
                      <a:pt x="820" y="30"/>
                    </a:lnTo>
                    <a:lnTo>
                      <a:pt x="820" y="26"/>
                    </a:lnTo>
                    <a:lnTo>
                      <a:pt x="824" y="26"/>
                    </a:lnTo>
                    <a:lnTo>
                      <a:pt x="828" y="26"/>
                    </a:lnTo>
                    <a:lnTo>
                      <a:pt x="832" y="26"/>
                    </a:lnTo>
                    <a:lnTo>
                      <a:pt x="832" y="30"/>
                    </a:lnTo>
                    <a:lnTo>
                      <a:pt x="834" y="30"/>
                    </a:lnTo>
                    <a:lnTo>
                      <a:pt x="838" y="30"/>
                    </a:lnTo>
                    <a:lnTo>
                      <a:pt x="842" y="30"/>
                    </a:lnTo>
                    <a:lnTo>
                      <a:pt x="846" y="34"/>
                    </a:lnTo>
                    <a:lnTo>
                      <a:pt x="850" y="34"/>
                    </a:lnTo>
                    <a:lnTo>
                      <a:pt x="854" y="34"/>
                    </a:lnTo>
                    <a:lnTo>
                      <a:pt x="858" y="34"/>
                    </a:lnTo>
                    <a:lnTo>
                      <a:pt x="862" y="34"/>
                    </a:lnTo>
                    <a:lnTo>
                      <a:pt x="864" y="38"/>
                    </a:lnTo>
                    <a:lnTo>
                      <a:pt x="868" y="38"/>
                    </a:lnTo>
                    <a:lnTo>
                      <a:pt x="868" y="42"/>
                    </a:lnTo>
                    <a:lnTo>
                      <a:pt x="872" y="42"/>
                    </a:lnTo>
                    <a:lnTo>
                      <a:pt x="868" y="38"/>
                    </a:lnTo>
                    <a:lnTo>
                      <a:pt x="864" y="34"/>
                    </a:lnTo>
                    <a:lnTo>
                      <a:pt x="862" y="34"/>
                    </a:lnTo>
                    <a:lnTo>
                      <a:pt x="858" y="34"/>
                    </a:lnTo>
                    <a:lnTo>
                      <a:pt x="854" y="34"/>
                    </a:lnTo>
                    <a:lnTo>
                      <a:pt x="850" y="34"/>
                    </a:lnTo>
                    <a:lnTo>
                      <a:pt x="850" y="30"/>
                    </a:lnTo>
                    <a:lnTo>
                      <a:pt x="846" y="30"/>
                    </a:lnTo>
                    <a:lnTo>
                      <a:pt x="842" y="30"/>
                    </a:lnTo>
                    <a:lnTo>
                      <a:pt x="838" y="26"/>
                    </a:lnTo>
                    <a:lnTo>
                      <a:pt x="834" y="26"/>
                    </a:lnTo>
                    <a:lnTo>
                      <a:pt x="832" y="26"/>
                    </a:lnTo>
                    <a:lnTo>
                      <a:pt x="828" y="26"/>
                    </a:lnTo>
                    <a:lnTo>
                      <a:pt x="828" y="22"/>
                    </a:lnTo>
                    <a:lnTo>
                      <a:pt x="824" y="22"/>
                    </a:lnTo>
                    <a:lnTo>
                      <a:pt x="828" y="20"/>
                    </a:lnTo>
                    <a:lnTo>
                      <a:pt x="832" y="20"/>
                    </a:lnTo>
                    <a:lnTo>
                      <a:pt x="838" y="20"/>
                    </a:lnTo>
                    <a:lnTo>
                      <a:pt x="842" y="20"/>
                    </a:lnTo>
                    <a:lnTo>
                      <a:pt x="838" y="20"/>
                    </a:lnTo>
                    <a:lnTo>
                      <a:pt x="834" y="20"/>
                    </a:lnTo>
                    <a:lnTo>
                      <a:pt x="832" y="20"/>
                    </a:lnTo>
                    <a:lnTo>
                      <a:pt x="832" y="16"/>
                    </a:lnTo>
                    <a:lnTo>
                      <a:pt x="828" y="16"/>
                    </a:lnTo>
                    <a:lnTo>
                      <a:pt x="832" y="16"/>
                    </a:lnTo>
                    <a:lnTo>
                      <a:pt x="834" y="16"/>
                    </a:lnTo>
                    <a:lnTo>
                      <a:pt x="842" y="16"/>
                    </a:lnTo>
                    <a:lnTo>
                      <a:pt x="846" y="20"/>
                    </a:lnTo>
                    <a:lnTo>
                      <a:pt x="850" y="20"/>
                    </a:lnTo>
                    <a:lnTo>
                      <a:pt x="854" y="20"/>
                    </a:lnTo>
                    <a:lnTo>
                      <a:pt x="850" y="16"/>
                    </a:lnTo>
                    <a:lnTo>
                      <a:pt x="846" y="16"/>
                    </a:lnTo>
                    <a:lnTo>
                      <a:pt x="846" y="12"/>
                    </a:lnTo>
                    <a:lnTo>
                      <a:pt x="842" y="12"/>
                    </a:lnTo>
                    <a:lnTo>
                      <a:pt x="838" y="12"/>
                    </a:lnTo>
                    <a:lnTo>
                      <a:pt x="842" y="12"/>
                    </a:lnTo>
                    <a:lnTo>
                      <a:pt x="842" y="8"/>
                    </a:lnTo>
                    <a:lnTo>
                      <a:pt x="850" y="12"/>
                    </a:lnTo>
                    <a:lnTo>
                      <a:pt x="858" y="12"/>
                    </a:lnTo>
                    <a:lnTo>
                      <a:pt x="862" y="12"/>
                    </a:lnTo>
                    <a:lnTo>
                      <a:pt x="862" y="16"/>
                    </a:lnTo>
                    <a:lnTo>
                      <a:pt x="864" y="16"/>
                    </a:lnTo>
                    <a:lnTo>
                      <a:pt x="864" y="12"/>
                    </a:lnTo>
                    <a:lnTo>
                      <a:pt x="868" y="16"/>
                    </a:lnTo>
                    <a:lnTo>
                      <a:pt x="872" y="16"/>
                    </a:lnTo>
                    <a:lnTo>
                      <a:pt x="876" y="16"/>
                    </a:lnTo>
                    <a:lnTo>
                      <a:pt x="880" y="16"/>
                    </a:lnTo>
                    <a:lnTo>
                      <a:pt x="884" y="16"/>
                    </a:lnTo>
                    <a:lnTo>
                      <a:pt x="880" y="16"/>
                    </a:lnTo>
                    <a:lnTo>
                      <a:pt x="876" y="16"/>
                    </a:lnTo>
                    <a:lnTo>
                      <a:pt x="872" y="16"/>
                    </a:lnTo>
                    <a:lnTo>
                      <a:pt x="872" y="12"/>
                    </a:lnTo>
                    <a:lnTo>
                      <a:pt x="868" y="12"/>
                    </a:lnTo>
                    <a:lnTo>
                      <a:pt x="864" y="12"/>
                    </a:lnTo>
                    <a:lnTo>
                      <a:pt x="862" y="12"/>
                    </a:lnTo>
                    <a:lnTo>
                      <a:pt x="864" y="12"/>
                    </a:lnTo>
                    <a:lnTo>
                      <a:pt x="868" y="12"/>
                    </a:lnTo>
                    <a:lnTo>
                      <a:pt x="864" y="8"/>
                    </a:lnTo>
                    <a:lnTo>
                      <a:pt x="862" y="8"/>
                    </a:lnTo>
                    <a:lnTo>
                      <a:pt x="858" y="8"/>
                    </a:lnTo>
                    <a:lnTo>
                      <a:pt x="862" y="8"/>
                    </a:lnTo>
                    <a:lnTo>
                      <a:pt x="864" y="4"/>
                    </a:lnTo>
                    <a:lnTo>
                      <a:pt x="868" y="4"/>
                    </a:lnTo>
                    <a:lnTo>
                      <a:pt x="872" y="4"/>
                    </a:lnTo>
                    <a:lnTo>
                      <a:pt x="876" y="4"/>
                    </a:lnTo>
                    <a:lnTo>
                      <a:pt x="876" y="8"/>
                    </a:lnTo>
                    <a:lnTo>
                      <a:pt x="880" y="8"/>
                    </a:lnTo>
                    <a:lnTo>
                      <a:pt x="884" y="8"/>
                    </a:lnTo>
                    <a:lnTo>
                      <a:pt x="888" y="8"/>
                    </a:lnTo>
                    <a:lnTo>
                      <a:pt x="888" y="12"/>
                    </a:lnTo>
                    <a:lnTo>
                      <a:pt x="890" y="8"/>
                    </a:lnTo>
                    <a:lnTo>
                      <a:pt x="888" y="8"/>
                    </a:lnTo>
                    <a:lnTo>
                      <a:pt x="890" y="8"/>
                    </a:lnTo>
                    <a:lnTo>
                      <a:pt x="894" y="8"/>
                    </a:lnTo>
                    <a:lnTo>
                      <a:pt x="898" y="8"/>
                    </a:lnTo>
                    <a:lnTo>
                      <a:pt x="902" y="8"/>
                    </a:lnTo>
                    <a:lnTo>
                      <a:pt x="906" y="12"/>
                    </a:lnTo>
                    <a:lnTo>
                      <a:pt x="910" y="12"/>
                    </a:lnTo>
                    <a:lnTo>
                      <a:pt x="910" y="16"/>
                    </a:lnTo>
                    <a:lnTo>
                      <a:pt x="914" y="16"/>
                    </a:lnTo>
                    <a:lnTo>
                      <a:pt x="918" y="16"/>
                    </a:lnTo>
                    <a:lnTo>
                      <a:pt x="920" y="16"/>
                    </a:lnTo>
                    <a:lnTo>
                      <a:pt x="920" y="20"/>
                    </a:lnTo>
                    <a:lnTo>
                      <a:pt x="918" y="20"/>
                    </a:lnTo>
                    <a:lnTo>
                      <a:pt x="918" y="22"/>
                    </a:lnTo>
                    <a:lnTo>
                      <a:pt x="918" y="20"/>
                    </a:lnTo>
                    <a:lnTo>
                      <a:pt x="920" y="20"/>
                    </a:lnTo>
                    <a:lnTo>
                      <a:pt x="924" y="16"/>
                    </a:lnTo>
                    <a:lnTo>
                      <a:pt x="928" y="16"/>
                    </a:lnTo>
                    <a:lnTo>
                      <a:pt x="924" y="16"/>
                    </a:lnTo>
                    <a:lnTo>
                      <a:pt x="920" y="16"/>
                    </a:lnTo>
                    <a:lnTo>
                      <a:pt x="918" y="16"/>
                    </a:lnTo>
                    <a:lnTo>
                      <a:pt x="918" y="12"/>
                    </a:lnTo>
                    <a:lnTo>
                      <a:pt x="914" y="12"/>
                    </a:lnTo>
                    <a:lnTo>
                      <a:pt x="918" y="12"/>
                    </a:lnTo>
                    <a:lnTo>
                      <a:pt x="920" y="12"/>
                    </a:lnTo>
                    <a:lnTo>
                      <a:pt x="918" y="12"/>
                    </a:lnTo>
                    <a:lnTo>
                      <a:pt x="914" y="12"/>
                    </a:lnTo>
                    <a:lnTo>
                      <a:pt x="910" y="8"/>
                    </a:lnTo>
                    <a:lnTo>
                      <a:pt x="906" y="8"/>
                    </a:lnTo>
                    <a:lnTo>
                      <a:pt x="902" y="8"/>
                    </a:lnTo>
                    <a:lnTo>
                      <a:pt x="898" y="4"/>
                    </a:lnTo>
                    <a:lnTo>
                      <a:pt x="902" y="4"/>
                    </a:lnTo>
                    <a:lnTo>
                      <a:pt x="906" y="4"/>
                    </a:lnTo>
                    <a:lnTo>
                      <a:pt x="910" y="4"/>
                    </a:lnTo>
                    <a:lnTo>
                      <a:pt x="914" y="4"/>
                    </a:lnTo>
                    <a:lnTo>
                      <a:pt x="918" y="4"/>
                    </a:lnTo>
                    <a:lnTo>
                      <a:pt x="920" y="4"/>
                    </a:lnTo>
                    <a:lnTo>
                      <a:pt x="924" y="4"/>
                    </a:lnTo>
                    <a:lnTo>
                      <a:pt x="928" y="4"/>
                    </a:lnTo>
                    <a:lnTo>
                      <a:pt x="932" y="4"/>
                    </a:lnTo>
                    <a:lnTo>
                      <a:pt x="936" y="4"/>
                    </a:lnTo>
                    <a:lnTo>
                      <a:pt x="940" y="4"/>
                    </a:lnTo>
                    <a:lnTo>
                      <a:pt x="944" y="4"/>
                    </a:lnTo>
                    <a:lnTo>
                      <a:pt x="948" y="4"/>
                    </a:lnTo>
                    <a:lnTo>
                      <a:pt x="950" y="8"/>
                    </a:lnTo>
                    <a:lnTo>
                      <a:pt x="954" y="12"/>
                    </a:lnTo>
                    <a:lnTo>
                      <a:pt x="958" y="12"/>
                    </a:lnTo>
                    <a:lnTo>
                      <a:pt x="962" y="12"/>
                    </a:lnTo>
                    <a:lnTo>
                      <a:pt x="966" y="12"/>
                    </a:lnTo>
                    <a:lnTo>
                      <a:pt x="966" y="16"/>
                    </a:lnTo>
                    <a:lnTo>
                      <a:pt x="970" y="12"/>
                    </a:lnTo>
                    <a:lnTo>
                      <a:pt x="966" y="12"/>
                    </a:lnTo>
                    <a:lnTo>
                      <a:pt x="962" y="12"/>
                    </a:lnTo>
                    <a:lnTo>
                      <a:pt x="958" y="12"/>
                    </a:lnTo>
                    <a:lnTo>
                      <a:pt x="954" y="8"/>
                    </a:lnTo>
                    <a:lnTo>
                      <a:pt x="958" y="4"/>
                    </a:lnTo>
                    <a:lnTo>
                      <a:pt x="962" y="4"/>
                    </a:lnTo>
                    <a:lnTo>
                      <a:pt x="966" y="0"/>
                    </a:lnTo>
                    <a:lnTo>
                      <a:pt x="970" y="0"/>
                    </a:lnTo>
                    <a:lnTo>
                      <a:pt x="974" y="0"/>
                    </a:lnTo>
                    <a:lnTo>
                      <a:pt x="976" y="0"/>
                    </a:lnTo>
                    <a:lnTo>
                      <a:pt x="980" y="0"/>
                    </a:lnTo>
                    <a:lnTo>
                      <a:pt x="980" y="4"/>
                    </a:lnTo>
                    <a:lnTo>
                      <a:pt x="980" y="8"/>
                    </a:lnTo>
                    <a:lnTo>
                      <a:pt x="984" y="8"/>
                    </a:lnTo>
                    <a:lnTo>
                      <a:pt x="988" y="8"/>
                    </a:lnTo>
                    <a:lnTo>
                      <a:pt x="992" y="8"/>
                    </a:lnTo>
                    <a:lnTo>
                      <a:pt x="988" y="8"/>
                    </a:lnTo>
                    <a:lnTo>
                      <a:pt x="984" y="4"/>
                    </a:lnTo>
                    <a:lnTo>
                      <a:pt x="988" y="0"/>
                    </a:lnTo>
                    <a:lnTo>
                      <a:pt x="992" y="0"/>
                    </a:lnTo>
                    <a:lnTo>
                      <a:pt x="996" y="0"/>
                    </a:lnTo>
                    <a:lnTo>
                      <a:pt x="1000" y="0"/>
                    </a:lnTo>
                    <a:lnTo>
                      <a:pt x="1004" y="0"/>
                    </a:lnTo>
                    <a:lnTo>
                      <a:pt x="1006" y="0"/>
                    </a:lnTo>
                    <a:lnTo>
                      <a:pt x="1010" y="0"/>
                    </a:lnTo>
                    <a:lnTo>
                      <a:pt x="1010" y="4"/>
                    </a:lnTo>
                    <a:lnTo>
                      <a:pt x="1006" y="4"/>
                    </a:lnTo>
                    <a:lnTo>
                      <a:pt x="1010" y="4"/>
                    </a:lnTo>
                    <a:lnTo>
                      <a:pt x="1014" y="4"/>
                    </a:lnTo>
                    <a:lnTo>
                      <a:pt x="1018" y="4"/>
                    </a:lnTo>
                    <a:lnTo>
                      <a:pt x="1022" y="4"/>
                    </a:lnTo>
                    <a:lnTo>
                      <a:pt x="1026" y="4"/>
                    </a:lnTo>
                    <a:lnTo>
                      <a:pt x="1030" y="4"/>
                    </a:lnTo>
                    <a:lnTo>
                      <a:pt x="1030" y="8"/>
                    </a:lnTo>
                    <a:lnTo>
                      <a:pt x="1032" y="8"/>
                    </a:lnTo>
                    <a:lnTo>
                      <a:pt x="1032" y="4"/>
                    </a:lnTo>
                    <a:lnTo>
                      <a:pt x="1036" y="4"/>
                    </a:lnTo>
                    <a:lnTo>
                      <a:pt x="1040" y="4"/>
                    </a:lnTo>
                    <a:lnTo>
                      <a:pt x="1040" y="8"/>
                    </a:lnTo>
                    <a:lnTo>
                      <a:pt x="1044" y="8"/>
                    </a:lnTo>
                    <a:lnTo>
                      <a:pt x="1044" y="4"/>
                    </a:lnTo>
                    <a:lnTo>
                      <a:pt x="1048" y="4"/>
                    </a:lnTo>
                    <a:lnTo>
                      <a:pt x="1048" y="8"/>
                    </a:lnTo>
                    <a:lnTo>
                      <a:pt x="1052" y="8"/>
                    </a:lnTo>
                    <a:lnTo>
                      <a:pt x="1056" y="8"/>
                    </a:lnTo>
                    <a:lnTo>
                      <a:pt x="1048" y="12"/>
                    </a:lnTo>
                    <a:lnTo>
                      <a:pt x="1044" y="12"/>
                    </a:lnTo>
                    <a:lnTo>
                      <a:pt x="1040" y="12"/>
                    </a:lnTo>
                    <a:lnTo>
                      <a:pt x="1036" y="12"/>
                    </a:lnTo>
                    <a:lnTo>
                      <a:pt x="1032" y="12"/>
                    </a:lnTo>
                    <a:lnTo>
                      <a:pt x="1032" y="16"/>
                    </a:lnTo>
                    <a:lnTo>
                      <a:pt x="1030" y="16"/>
                    </a:lnTo>
                    <a:lnTo>
                      <a:pt x="1026" y="16"/>
                    </a:lnTo>
                    <a:lnTo>
                      <a:pt x="1022" y="16"/>
                    </a:lnTo>
                    <a:lnTo>
                      <a:pt x="1026" y="16"/>
                    </a:lnTo>
                    <a:lnTo>
                      <a:pt x="1030" y="16"/>
                    </a:lnTo>
                    <a:lnTo>
                      <a:pt x="1032" y="16"/>
                    </a:lnTo>
                    <a:lnTo>
                      <a:pt x="1036" y="16"/>
                    </a:lnTo>
                    <a:lnTo>
                      <a:pt x="1040" y="16"/>
                    </a:lnTo>
                    <a:lnTo>
                      <a:pt x="1044" y="16"/>
                    </a:lnTo>
                    <a:lnTo>
                      <a:pt x="1048" y="12"/>
                    </a:lnTo>
                    <a:lnTo>
                      <a:pt x="1052" y="12"/>
                    </a:lnTo>
                    <a:lnTo>
                      <a:pt x="1060" y="12"/>
                    </a:lnTo>
                    <a:lnTo>
                      <a:pt x="1062" y="8"/>
                    </a:lnTo>
                    <a:lnTo>
                      <a:pt x="1066" y="8"/>
                    </a:lnTo>
                    <a:lnTo>
                      <a:pt x="1070" y="8"/>
                    </a:lnTo>
                    <a:lnTo>
                      <a:pt x="1066" y="12"/>
                    </a:lnTo>
                    <a:lnTo>
                      <a:pt x="1070" y="12"/>
                    </a:lnTo>
                    <a:lnTo>
                      <a:pt x="1074" y="12"/>
                    </a:lnTo>
                    <a:lnTo>
                      <a:pt x="1070" y="12"/>
                    </a:lnTo>
                    <a:lnTo>
                      <a:pt x="1070" y="8"/>
                    </a:lnTo>
                    <a:lnTo>
                      <a:pt x="1074" y="8"/>
                    </a:lnTo>
                    <a:lnTo>
                      <a:pt x="1070" y="8"/>
                    </a:lnTo>
                    <a:lnTo>
                      <a:pt x="1074" y="8"/>
                    </a:lnTo>
                    <a:lnTo>
                      <a:pt x="1076" y="8"/>
                    </a:lnTo>
                    <a:lnTo>
                      <a:pt x="1080" y="8"/>
                    </a:lnTo>
                    <a:lnTo>
                      <a:pt x="1076" y="8"/>
                    </a:lnTo>
                    <a:lnTo>
                      <a:pt x="1076" y="12"/>
                    </a:lnTo>
                    <a:lnTo>
                      <a:pt x="1080" y="12"/>
                    </a:lnTo>
                    <a:lnTo>
                      <a:pt x="1084" y="12"/>
                    </a:lnTo>
                    <a:lnTo>
                      <a:pt x="1088" y="8"/>
                    </a:lnTo>
                    <a:lnTo>
                      <a:pt x="1092" y="8"/>
                    </a:lnTo>
                    <a:lnTo>
                      <a:pt x="1096" y="8"/>
                    </a:lnTo>
                    <a:lnTo>
                      <a:pt x="1096" y="12"/>
                    </a:lnTo>
                    <a:lnTo>
                      <a:pt x="1092" y="12"/>
                    </a:lnTo>
                    <a:lnTo>
                      <a:pt x="1096" y="16"/>
                    </a:lnTo>
                    <a:lnTo>
                      <a:pt x="1100" y="16"/>
                    </a:lnTo>
                    <a:lnTo>
                      <a:pt x="1104" y="16"/>
                    </a:lnTo>
                    <a:lnTo>
                      <a:pt x="1104" y="20"/>
                    </a:lnTo>
                    <a:lnTo>
                      <a:pt x="1100" y="20"/>
                    </a:lnTo>
                    <a:lnTo>
                      <a:pt x="1100" y="22"/>
                    </a:lnTo>
                    <a:lnTo>
                      <a:pt x="1104" y="22"/>
                    </a:lnTo>
                    <a:lnTo>
                      <a:pt x="1104" y="20"/>
                    </a:lnTo>
                    <a:lnTo>
                      <a:pt x="1106" y="20"/>
                    </a:lnTo>
                    <a:lnTo>
                      <a:pt x="1110" y="20"/>
                    </a:lnTo>
                    <a:lnTo>
                      <a:pt x="1114" y="20"/>
                    </a:lnTo>
                    <a:lnTo>
                      <a:pt x="1110" y="20"/>
                    </a:lnTo>
                    <a:lnTo>
                      <a:pt x="1114" y="20"/>
                    </a:lnTo>
                    <a:lnTo>
                      <a:pt x="1118" y="20"/>
                    </a:lnTo>
                    <a:lnTo>
                      <a:pt x="1122" y="20"/>
                    </a:lnTo>
                    <a:lnTo>
                      <a:pt x="1126" y="20"/>
                    </a:lnTo>
                    <a:lnTo>
                      <a:pt x="1126" y="22"/>
                    </a:lnTo>
                    <a:lnTo>
                      <a:pt x="1130" y="22"/>
                    </a:lnTo>
                    <a:lnTo>
                      <a:pt x="1130" y="26"/>
                    </a:lnTo>
                    <a:lnTo>
                      <a:pt x="1126" y="30"/>
                    </a:lnTo>
                    <a:lnTo>
                      <a:pt x="1122" y="30"/>
                    </a:lnTo>
                    <a:lnTo>
                      <a:pt x="1118" y="30"/>
                    </a:lnTo>
                    <a:lnTo>
                      <a:pt x="1114" y="34"/>
                    </a:lnTo>
                    <a:lnTo>
                      <a:pt x="1110" y="34"/>
                    </a:lnTo>
                    <a:lnTo>
                      <a:pt x="1104" y="38"/>
                    </a:lnTo>
                    <a:lnTo>
                      <a:pt x="1100" y="38"/>
                    </a:lnTo>
                    <a:lnTo>
                      <a:pt x="1096" y="38"/>
                    </a:lnTo>
                    <a:lnTo>
                      <a:pt x="1092" y="38"/>
                    </a:lnTo>
                    <a:lnTo>
                      <a:pt x="1092" y="42"/>
                    </a:lnTo>
                    <a:lnTo>
                      <a:pt x="1088" y="42"/>
                    </a:lnTo>
                    <a:lnTo>
                      <a:pt x="1084" y="42"/>
                    </a:lnTo>
                    <a:lnTo>
                      <a:pt x="1088" y="42"/>
                    </a:lnTo>
                    <a:lnTo>
                      <a:pt x="1084" y="42"/>
                    </a:lnTo>
                    <a:lnTo>
                      <a:pt x="1080" y="42"/>
                    </a:lnTo>
                    <a:lnTo>
                      <a:pt x="1076" y="42"/>
                    </a:lnTo>
                    <a:lnTo>
                      <a:pt x="1074" y="42"/>
                    </a:lnTo>
                    <a:lnTo>
                      <a:pt x="1070" y="42"/>
                    </a:lnTo>
                    <a:lnTo>
                      <a:pt x="1066" y="46"/>
                    </a:lnTo>
                    <a:lnTo>
                      <a:pt x="1062" y="46"/>
                    </a:lnTo>
                    <a:lnTo>
                      <a:pt x="1060" y="46"/>
                    </a:lnTo>
                    <a:lnTo>
                      <a:pt x="1062" y="46"/>
                    </a:lnTo>
                    <a:lnTo>
                      <a:pt x="1066" y="46"/>
                    </a:lnTo>
                    <a:lnTo>
                      <a:pt x="1070" y="46"/>
                    </a:lnTo>
                    <a:lnTo>
                      <a:pt x="1066" y="46"/>
                    </a:lnTo>
                    <a:lnTo>
                      <a:pt x="1062" y="46"/>
                    </a:lnTo>
                    <a:lnTo>
                      <a:pt x="1060" y="46"/>
                    </a:lnTo>
                    <a:lnTo>
                      <a:pt x="1056" y="46"/>
                    </a:lnTo>
                    <a:lnTo>
                      <a:pt x="1052" y="46"/>
                    </a:lnTo>
                    <a:lnTo>
                      <a:pt x="1048" y="46"/>
                    </a:lnTo>
                    <a:lnTo>
                      <a:pt x="1044" y="46"/>
                    </a:lnTo>
                    <a:lnTo>
                      <a:pt x="1040" y="46"/>
                    </a:lnTo>
                    <a:lnTo>
                      <a:pt x="1036" y="46"/>
                    </a:lnTo>
                    <a:lnTo>
                      <a:pt x="1032" y="50"/>
                    </a:lnTo>
                    <a:lnTo>
                      <a:pt x="1030" y="50"/>
                    </a:lnTo>
                    <a:lnTo>
                      <a:pt x="1026" y="46"/>
                    </a:lnTo>
                    <a:lnTo>
                      <a:pt x="1022" y="46"/>
                    </a:lnTo>
                    <a:lnTo>
                      <a:pt x="1018" y="46"/>
                    </a:lnTo>
                    <a:lnTo>
                      <a:pt x="1014" y="42"/>
                    </a:lnTo>
                    <a:lnTo>
                      <a:pt x="1014" y="46"/>
                    </a:lnTo>
                    <a:lnTo>
                      <a:pt x="1018" y="46"/>
                    </a:lnTo>
                    <a:lnTo>
                      <a:pt x="1022" y="46"/>
                    </a:lnTo>
                    <a:lnTo>
                      <a:pt x="1026" y="46"/>
                    </a:lnTo>
                    <a:lnTo>
                      <a:pt x="1026" y="50"/>
                    </a:lnTo>
                    <a:lnTo>
                      <a:pt x="1030" y="50"/>
                    </a:lnTo>
                    <a:lnTo>
                      <a:pt x="1026" y="50"/>
                    </a:lnTo>
                    <a:lnTo>
                      <a:pt x="1022" y="50"/>
                    </a:lnTo>
                    <a:lnTo>
                      <a:pt x="1026" y="50"/>
                    </a:lnTo>
                    <a:lnTo>
                      <a:pt x="1030" y="50"/>
                    </a:lnTo>
                    <a:lnTo>
                      <a:pt x="1032" y="50"/>
                    </a:lnTo>
                    <a:lnTo>
                      <a:pt x="1036" y="50"/>
                    </a:lnTo>
                    <a:lnTo>
                      <a:pt x="1040" y="50"/>
                    </a:lnTo>
                    <a:lnTo>
                      <a:pt x="1044" y="50"/>
                    </a:lnTo>
                    <a:lnTo>
                      <a:pt x="1048" y="50"/>
                    </a:lnTo>
                    <a:lnTo>
                      <a:pt x="1052" y="50"/>
                    </a:lnTo>
                    <a:lnTo>
                      <a:pt x="1048" y="50"/>
                    </a:lnTo>
                    <a:lnTo>
                      <a:pt x="1044" y="52"/>
                    </a:lnTo>
                    <a:lnTo>
                      <a:pt x="1040" y="52"/>
                    </a:lnTo>
                    <a:lnTo>
                      <a:pt x="1036" y="52"/>
                    </a:lnTo>
                    <a:lnTo>
                      <a:pt x="1032" y="52"/>
                    </a:lnTo>
                    <a:lnTo>
                      <a:pt x="1030" y="52"/>
                    </a:lnTo>
                    <a:lnTo>
                      <a:pt x="1030" y="56"/>
                    </a:lnTo>
                    <a:lnTo>
                      <a:pt x="1026" y="56"/>
                    </a:lnTo>
                    <a:lnTo>
                      <a:pt x="1022" y="56"/>
                    </a:lnTo>
                    <a:lnTo>
                      <a:pt x="1018" y="56"/>
                    </a:lnTo>
                    <a:lnTo>
                      <a:pt x="1014" y="56"/>
                    </a:lnTo>
                    <a:lnTo>
                      <a:pt x="1010" y="56"/>
                    </a:lnTo>
                    <a:lnTo>
                      <a:pt x="1014" y="56"/>
                    </a:lnTo>
                    <a:lnTo>
                      <a:pt x="1010" y="56"/>
                    </a:lnTo>
                    <a:lnTo>
                      <a:pt x="1006" y="60"/>
                    </a:lnTo>
                    <a:lnTo>
                      <a:pt x="1004" y="60"/>
                    </a:lnTo>
                    <a:lnTo>
                      <a:pt x="1006" y="60"/>
                    </a:lnTo>
                    <a:lnTo>
                      <a:pt x="1010" y="60"/>
                    </a:lnTo>
                    <a:lnTo>
                      <a:pt x="1006" y="60"/>
                    </a:lnTo>
                    <a:lnTo>
                      <a:pt x="1004" y="60"/>
                    </a:lnTo>
                    <a:lnTo>
                      <a:pt x="1006" y="60"/>
                    </a:lnTo>
                    <a:lnTo>
                      <a:pt x="1010" y="60"/>
                    </a:lnTo>
                    <a:lnTo>
                      <a:pt x="1014" y="60"/>
                    </a:lnTo>
                    <a:lnTo>
                      <a:pt x="1022" y="56"/>
                    </a:lnTo>
                    <a:lnTo>
                      <a:pt x="1030" y="56"/>
                    </a:lnTo>
                    <a:lnTo>
                      <a:pt x="1032" y="56"/>
                    </a:lnTo>
                    <a:lnTo>
                      <a:pt x="1036" y="56"/>
                    </a:lnTo>
                    <a:lnTo>
                      <a:pt x="1036" y="52"/>
                    </a:lnTo>
                    <a:lnTo>
                      <a:pt x="1040" y="52"/>
                    </a:lnTo>
                    <a:lnTo>
                      <a:pt x="1044" y="52"/>
                    </a:lnTo>
                    <a:lnTo>
                      <a:pt x="1048" y="52"/>
                    </a:lnTo>
                    <a:lnTo>
                      <a:pt x="1052" y="52"/>
                    </a:lnTo>
                    <a:lnTo>
                      <a:pt x="1056" y="52"/>
                    </a:lnTo>
                    <a:lnTo>
                      <a:pt x="1060" y="52"/>
                    </a:lnTo>
                    <a:lnTo>
                      <a:pt x="1062" y="50"/>
                    </a:lnTo>
                    <a:lnTo>
                      <a:pt x="1066" y="50"/>
                    </a:lnTo>
                    <a:lnTo>
                      <a:pt x="1070" y="50"/>
                    </a:lnTo>
                    <a:lnTo>
                      <a:pt x="1074" y="50"/>
                    </a:lnTo>
                    <a:lnTo>
                      <a:pt x="1080" y="50"/>
                    </a:lnTo>
                    <a:lnTo>
                      <a:pt x="1080" y="52"/>
                    </a:lnTo>
                    <a:lnTo>
                      <a:pt x="1076" y="52"/>
                    </a:lnTo>
                    <a:lnTo>
                      <a:pt x="1074" y="56"/>
                    </a:lnTo>
                    <a:lnTo>
                      <a:pt x="1070" y="56"/>
                    </a:lnTo>
                    <a:lnTo>
                      <a:pt x="1066" y="56"/>
                    </a:lnTo>
                    <a:lnTo>
                      <a:pt x="1062" y="56"/>
                    </a:lnTo>
                    <a:lnTo>
                      <a:pt x="1060" y="60"/>
                    </a:lnTo>
                    <a:lnTo>
                      <a:pt x="1056" y="60"/>
                    </a:lnTo>
                    <a:lnTo>
                      <a:pt x="1056" y="64"/>
                    </a:lnTo>
                    <a:lnTo>
                      <a:pt x="1052" y="64"/>
                    </a:lnTo>
                    <a:lnTo>
                      <a:pt x="1048" y="64"/>
                    </a:lnTo>
                    <a:lnTo>
                      <a:pt x="1044" y="68"/>
                    </a:lnTo>
                    <a:lnTo>
                      <a:pt x="1040" y="68"/>
                    </a:lnTo>
                    <a:lnTo>
                      <a:pt x="1036" y="68"/>
                    </a:lnTo>
                    <a:lnTo>
                      <a:pt x="1040" y="68"/>
                    </a:lnTo>
                    <a:lnTo>
                      <a:pt x="1036" y="68"/>
                    </a:lnTo>
                    <a:lnTo>
                      <a:pt x="1032" y="68"/>
                    </a:lnTo>
                    <a:lnTo>
                      <a:pt x="1032" y="72"/>
                    </a:lnTo>
                    <a:lnTo>
                      <a:pt x="1030" y="72"/>
                    </a:lnTo>
                    <a:lnTo>
                      <a:pt x="1022" y="76"/>
                    </a:lnTo>
                    <a:lnTo>
                      <a:pt x="1018" y="76"/>
                    </a:lnTo>
                    <a:lnTo>
                      <a:pt x="1018" y="78"/>
                    </a:lnTo>
                    <a:lnTo>
                      <a:pt x="1014" y="78"/>
                    </a:lnTo>
                    <a:lnTo>
                      <a:pt x="1014" y="82"/>
                    </a:lnTo>
                    <a:lnTo>
                      <a:pt x="1010" y="82"/>
                    </a:lnTo>
                    <a:lnTo>
                      <a:pt x="1006" y="82"/>
                    </a:lnTo>
                    <a:lnTo>
                      <a:pt x="1004" y="82"/>
                    </a:lnTo>
                    <a:lnTo>
                      <a:pt x="1000" y="82"/>
                    </a:lnTo>
                    <a:lnTo>
                      <a:pt x="1000" y="78"/>
                    </a:lnTo>
                    <a:lnTo>
                      <a:pt x="996" y="78"/>
                    </a:lnTo>
                    <a:lnTo>
                      <a:pt x="992" y="78"/>
                    </a:lnTo>
                    <a:lnTo>
                      <a:pt x="996" y="78"/>
                    </a:lnTo>
                    <a:lnTo>
                      <a:pt x="1000" y="78"/>
                    </a:lnTo>
                    <a:lnTo>
                      <a:pt x="1000" y="82"/>
                    </a:lnTo>
                    <a:lnTo>
                      <a:pt x="1000" y="86"/>
                    </a:lnTo>
                    <a:lnTo>
                      <a:pt x="1004" y="86"/>
                    </a:lnTo>
                    <a:lnTo>
                      <a:pt x="1006" y="86"/>
                    </a:lnTo>
                    <a:lnTo>
                      <a:pt x="1004" y="86"/>
                    </a:lnTo>
                    <a:lnTo>
                      <a:pt x="1004" y="90"/>
                    </a:lnTo>
                    <a:lnTo>
                      <a:pt x="1000" y="90"/>
                    </a:lnTo>
                    <a:lnTo>
                      <a:pt x="996" y="86"/>
                    </a:lnTo>
                    <a:lnTo>
                      <a:pt x="992" y="90"/>
                    </a:lnTo>
                    <a:lnTo>
                      <a:pt x="988" y="90"/>
                    </a:lnTo>
                    <a:lnTo>
                      <a:pt x="984" y="90"/>
                    </a:lnTo>
                    <a:lnTo>
                      <a:pt x="980" y="90"/>
                    </a:lnTo>
                    <a:lnTo>
                      <a:pt x="976" y="90"/>
                    </a:lnTo>
                    <a:lnTo>
                      <a:pt x="974" y="90"/>
                    </a:lnTo>
                    <a:lnTo>
                      <a:pt x="974" y="86"/>
                    </a:lnTo>
                    <a:lnTo>
                      <a:pt x="970" y="86"/>
                    </a:lnTo>
                    <a:lnTo>
                      <a:pt x="974" y="90"/>
                    </a:lnTo>
                    <a:lnTo>
                      <a:pt x="976" y="90"/>
                    </a:lnTo>
                    <a:lnTo>
                      <a:pt x="974" y="90"/>
                    </a:lnTo>
                    <a:lnTo>
                      <a:pt x="970" y="90"/>
                    </a:lnTo>
                    <a:lnTo>
                      <a:pt x="970" y="94"/>
                    </a:lnTo>
                    <a:lnTo>
                      <a:pt x="974" y="94"/>
                    </a:lnTo>
                    <a:lnTo>
                      <a:pt x="976" y="94"/>
                    </a:lnTo>
                    <a:lnTo>
                      <a:pt x="980" y="94"/>
                    </a:lnTo>
                    <a:lnTo>
                      <a:pt x="984" y="94"/>
                    </a:lnTo>
                    <a:lnTo>
                      <a:pt x="984" y="90"/>
                    </a:lnTo>
                    <a:lnTo>
                      <a:pt x="988" y="90"/>
                    </a:lnTo>
                    <a:lnTo>
                      <a:pt x="992" y="90"/>
                    </a:lnTo>
                    <a:lnTo>
                      <a:pt x="996" y="90"/>
                    </a:lnTo>
                    <a:lnTo>
                      <a:pt x="996" y="94"/>
                    </a:lnTo>
                    <a:lnTo>
                      <a:pt x="992" y="94"/>
                    </a:lnTo>
                    <a:lnTo>
                      <a:pt x="988" y="94"/>
                    </a:lnTo>
                    <a:lnTo>
                      <a:pt x="984" y="98"/>
                    </a:lnTo>
                    <a:lnTo>
                      <a:pt x="988" y="98"/>
                    </a:lnTo>
                    <a:lnTo>
                      <a:pt x="992" y="98"/>
                    </a:lnTo>
                    <a:lnTo>
                      <a:pt x="988" y="102"/>
                    </a:lnTo>
                    <a:lnTo>
                      <a:pt x="984" y="102"/>
                    </a:lnTo>
                    <a:lnTo>
                      <a:pt x="980" y="102"/>
                    </a:lnTo>
                    <a:lnTo>
                      <a:pt x="976" y="102"/>
                    </a:lnTo>
                    <a:lnTo>
                      <a:pt x="974" y="106"/>
                    </a:lnTo>
                    <a:lnTo>
                      <a:pt x="970" y="106"/>
                    </a:lnTo>
                    <a:lnTo>
                      <a:pt x="970" y="102"/>
                    </a:lnTo>
                    <a:lnTo>
                      <a:pt x="970" y="106"/>
                    </a:lnTo>
                    <a:lnTo>
                      <a:pt x="966" y="106"/>
                    </a:lnTo>
                    <a:lnTo>
                      <a:pt x="962" y="102"/>
                    </a:lnTo>
                    <a:lnTo>
                      <a:pt x="962" y="98"/>
                    </a:lnTo>
                    <a:lnTo>
                      <a:pt x="958" y="98"/>
                    </a:lnTo>
                    <a:lnTo>
                      <a:pt x="954" y="98"/>
                    </a:lnTo>
                    <a:lnTo>
                      <a:pt x="950" y="98"/>
                    </a:lnTo>
                    <a:lnTo>
                      <a:pt x="948" y="98"/>
                    </a:lnTo>
                    <a:lnTo>
                      <a:pt x="944" y="98"/>
                    </a:lnTo>
                    <a:lnTo>
                      <a:pt x="940" y="98"/>
                    </a:lnTo>
                    <a:lnTo>
                      <a:pt x="936" y="98"/>
                    </a:lnTo>
                    <a:lnTo>
                      <a:pt x="936" y="102"/>
                    </a:lnTo>
                    <a:lnTo>
                      <a:pt x="940" y="102"/>
                    </a:lnTo>
                    <a:lnTo>
                      <a:pt x="944" y="102"/>
                    </a:lnTo>
                    <a:lnTo>
                      <a:pt x="948" y="102"/>
                    </a:lnTo>
                    <a:lnTo>
                      <a:pt x="950" y="102"/>
                    </a:lnTo>
                    <a:lnTo>
                      <a:pt x="954" y="102"/>
                    </a:lnTo>
                    <a:lnTo>
                      <a:pt x="958" y="102"/>
                    </a:lnTo>
                    <a:lnTo>
                      <a:pt x="958" y="106"/>
                    </a:lnTo>
                    <a:lnTo>
                      <a:pt x="958" y="108"/>
                    </a:lnTo>
                    <a:lnTo>
                      <a:pt x="954" y="108"/>
                    </a:lnTo>
                    <a:lnTo>
                      <a:pt x="950" y="108"/>
                    </a:lnTo>
                    <a:lnTo>
                      <a:pt x="948" y="108"/>
                    </a:lnTo>
                    <a:lnTo>
                      <a:pt x="944" y="108"/>
                    </a:lnTo>
                    <a:lnTo>
                      <a:pt x="940" y="108"/>
                    </a:lnTo>
                    <a:lnTo>
                      <a:pt x="936" y="108"/>
                    </a:lnTo>
                    <a:lnTo>
                      <a:pt x="932" y="108"/>
                    </a:lnTo>
                    <a:lnTo>
                      <a:pt x="936" y="108"/>
                    </a:lnTo>
                    <a:lnTo>
                      <a:pt x="936" y="112"/>
                    </a:lnTo>
                    <a:lnTo>
                      <a:pt x="932" y="112"/>
                    </a:lnTo>
                    <a:lnTo>
                      <a:pt x="928" y="112"/>
                    </a:lnTo>
                    <a:lnTo>
                      <a:pt x="924" y="112"/>
                    </a:lnTo>
                    <a:lnTo>
                      <a:pt x="920" y="108"/>
                    </a:lnTo>
                    <a:lnTo>
                      <a:pt x="920" y="112"/>
                    </a:lnTo>
                    <a:lnTo>
                      <a:pt x="920" y="108"/>
                    </a:lnTo>
                    <a:lnTo>
                      <a:pt x="918" y="108"/>
                    </a:lnTo>
                    <a:lnTo>
                      <a:pt x="914" y="108"/>
                    </a:lnTo>
                    <a:lnTo>
                      <a:pt x="910" y="108"/>
                    </a:lnTo>
                    <a:lnTo>
                      <a:pt x="906" y="108"/>
                    </a:lnTo>
                    <a:lnTo>
                      <a:pt x="902" y="108"/>
                    </a:lnTo>
                    <a:lnTo>
                      <a:pt x="906" y="108"/>
                    </a:lnTo>
                    <a:lnTo>
                      <a:pt x="910" y="108"/>
                    </a:lnTo>
                    <a:lnTo>
                      <a:pt x="914" y="108"/>
                    </a:lnTo>
                    <a:lnTo>
                      <a:pt x="918" y="108"/>
                    </a:lnTo>
                    <a:lnTo>
                      <a:pt x="918" y="112"/>
                    </a:lnTo>
                    <a:lnTo>
                      <a:pt x="920" y="112"/>
                    </a:lnTo>
                    <a:lnTo>
                      <a:pt x="918" y="112"/>
                    </a:lnTo>
                    <a:lnTo>
                      <a:pt x="914" y="112"/>
                    </a:lnTo>
                    <a:lnTo>
                      <a:pt x="910" y="112"/>
                    </a:lnTo>
                    <a:lnTo>
                      <a:pt x="906" y="112"/>
                    </a:lnTo>
                    <a:lnTo>
                      <a:pt x="902" y="112"/>
                    </a:lnTo>
                    <a:lnTo>
                      <a:pt x="902" y="108"/>
                    </a:lnTo>
                    <a:lnTo>
                      <a:pt x="898" y="108"/>
                    </a:lnTo>
                    <a:lnTo>
                      <a:pt x="902" y="112"/>
                    </a:lnTo>
                    <a:lnTo>
                      <a:pt x="898" y="112"/>
                    </a:lnTo>
                    <a:lnTo>
                      <a:pt x="894" y="112"/>
                    </a:lnTo>
                    <a:lnTo>
                      <a:pt x="890" y="112"/>
                    </a:lnTo>
                    <a:lnTo>
                      <a:pt x="894" y="112"/>
                    </a:lnTo>
                    <a:lnTo>
                      <a:pt x="898" y="112"/>
                    </a:lnTo>
                    <a:lnTo>
                      <a:pt x="898" y="116"/>
                    </a:lnTo>
                    <a:lnTo>
                      <a:pt x="902" y="116"/>
                    </a:lnTo>
                    <a:lnTo>
                      <a:pt x="898" y="116"/>
                    </a:lnTo>
                    <a:lnTo>
                      <a:pt x="902" y="116"/>
                    </a:lnTo>
                    <a:lnTo>
                      <a:pt x="906" y="116"/>
                    </a:lnTo>
                    <a:lnTo>
                      <a:pt x="910" y="116"/>
                    </a:lnTo>
                    <a:lnTo>
                      <a:pt x="918" y="116"/>
                    </a:lnTo>
                    <a:lnTo>
                      <a:pt x="920" y="116"/>
                    </a:lnTo>
                    <a:lnTo>
                      <a:pt x="924" y="116"/>
                    </a:lnTo>
                    <a:lnTo>
                      <a:pt x="928" y="116"/>
                    </a:lnTo>
                    <a:lnTo>
                      <a:pt x="932" y="116"/>
                    </a:lnTo>
                    <a:lnTo>
                      <a:pt x="936" y="116"/>
                    </a:lnTo>
                    <a:lnTo>
                      <a:pt x="940" y="116"/>
                    </a:lnTo>
                    <a:lnTo>
                      <a:pt x="936" y="116"/>
                    </a:lnTo>
                    <a:lnTo>
                      <a:pt x="936" y="120"/>
                    </a:lnTo>
                    <a:lnTo>
                      <a:pt x="940" y="120"/>
                    </a:lnTo>
                    <a:lnTo>
                      <a:pt x="944" y="120"/>
                    </a:lnTo>
                    <a:lnTo>
                      <a:pt x="940" y="120"/>
                    </a:lnTo>
                    <a:lnTo>
                      <a:pt x="940" y="124"/>
                    </a:lnTo>
                    <a:lnTo>
                      <a:pt x="936" y="124"/>
                    </a:lnTo>
                    <a:lnTo>
                      <a:pt x="932" y="124"/>
                    </a:lnTo>
                    <a:lnTo>
                      <a:pt x="928" y="120"/>
                    </a:lnTo>
                    <a:lnTo>
                      <a:pt x="924" y="120"/>
                    </a:lnTo>
                    <a:lnTo>
                      <a:pt x="920" y="120"/>
                    </a:lnTo>
                    <a:lnTo>
                      <a:pt x="920" y="116"/>
                    </a:lnTo>
                    <a:lnTo>
                      <a:pt x="918" y="116"/>
                    </a:lnTo>
                    <a:lnTo>
                      <a:pt x="914" y="116"/>
                    </a:lnTo>
                    <a:lnTo>
                      <a:pt x="906" y="116"/>
                    </a:lnTo>
                    <a:lnTo>
                      <a:pt x="902" y="116"/>
                    </a:lnTo>
                    <a:lnTo>
                      <a:pt x="898" y="116"/>
                    </a:lnTo>
                    <a:lnTo>
                      <a:pt x="894" y="116"/>
                    </a:lnTo>
                    <a:lnTo>
                      <a:pt x="888" y="116"/>
                    </a:lnTo>
                    <a:lnTo>
                      <a:pt x="888" y="120"/>
                    </a:lnTo>
                    <a:lnTo>
                      <a:pt x="890" y="116"/>
                    </a:lnTo>
                    <a:lnTo>
                      <a:pt x="894" y="116"/>
                    </a:lnTo>
                    <a:lnTo>
                      <a:pt x="898" y="116"/>
                    </a:lnTo>
                    <a:lnTo>
                      <a:pt x="902" y="120"/>
                    </a:lnTo>
                    <a:lnTo>
                      <a:pt x="906" y="120"/>
                    </a:lnTo>
                    <a:lnTo>
                      <a:pt x="910" y="120"/>
                    </a:lnTo>
                    <a:lnTo>
                      <a:pt x="914" y="120"/>
                    </a:lnTo>
                    <a:lnTo>
                      <a:pt x="918" y="120"/>
                    </a:lnTo>
                    <a:lnTo>
                      <a:pt x="914" y="120"/>
                    </a:lnTo>
                    <a:lnTo>
                      <a:pt x="910" y="120"/>
                    </a:lnTo>
                    <a:lnTo>
                      <a:pt x="906" y="120"/>
                    </a:lnTo>
                    <a:lnTo>
                      <a:pt x="902" y="120"/>
                    </a:lnTo>
                    <a:lnTo>
                      <a:pt x="898" y="120"/>
                    </a:lnTo>
                    <a:lnTo>
                      <a:pt x="898" y="124"/>
                    </a:lnTo>
                    <a:lnTo>
                      <a:pt x="894" y="124"/>
                    </a:lnTo>
                    <a:lnTo>
                      <a:pt x="894" y="120"/>
                    </a:lnTo>
                    <a:lnTo>
                      <a:pt x="890" y="120"/>
                    </a:lnTo>
                    <a:lnTo>
                      <a:pt x="888" y="120"/>
                    </a:lnTo>
                    <a:lnTo>
                      <a:pt x="884" y="120"/>
                    </a:lnTo>
                    <a:lnTo>
                      <a:pt x="880" y="120"/>
                    </a:lnTo>
                    <a:lnTo>
                      <a:pt x="884" y="120"/>
                    </a:lnTo>
                    <a:lnTo>
                      <a:pt x="888" y="120"/>
                    </a:lnTo>
                    <a:lnTo>
                      <a:pt x="890" y="120"/>
                    </a:lnTo>
                    <a:lnTo>
                      <a:pt x="894" y="120"/>
                    </a:lnTo>
                    <a:lnTo>
                      <a:pt x="894" y="124"/>
                    </a:lnTo>
                    <a:lnTo>
                      <a:pt x="890" y="124"/>
                    </a:lnTo>
                    <a:lnTo>
                      <a:pt x="890" y="128"/>
                    </a:lnTo>
                    <a:lnTo>
                      <a:pt x="888" y="128"/>
                    </a:lnTo>
                    <a:lnTo>
                      <a:pt x="888" y="132"/>
                    </a:lnTo>
                    <a:lnTo>
                      <a:pt x="888" y="128"/>
                    </a:lnTo>
                    <a:lnTo>
                      <a:pt x="890" y="128"/>
                    </a:lnTo>
                    <a:lnTo>
                      <a:pt x="890" y="124"/>
                    </a:lnTo>
                    <a:lnTo>
                      <a:pt x="894" y="124"/>
                    </a:lnTo>
                    <a:lnTo>
                      <a:pt x="898" y="124"/>
                    </a:lnTo>
                    <a:lnTo>
                      <a:pt x="902" y="124"/>
                    </a:lnTo>
                    <a:lnTo>
                      <a:pt x="906" y="124"/>
                    </a:lnTo>
                    <a:lnTo>
                      <a:pt x="910" y="124"/>
                    </a:lnTo>
                    <a:lnTo>
                      <a:pt x="914" y="124"/>
                    </a:lnTo>
                    <a:lnTo>
                      <a:pt x="920" y="124"/>
                    </a:lnTo>
                    <a:lnTo>
                      <a:pt x="924" y="124"/>
                    </a:lnTo>
                    <a:lnTo>
                      <a:pt x="920" y="124"/>
                    </a:lnTo>
                    <a:lnTo>
                      <a:pt x="918" y="124"/>
                    </a:lnTo>
                    <a:lnTo>
                      <a:pt x="918" y="128"/>
                    </a:lnTo>
                    <a:lnTo>
                      <a:pt x="914" y="128"/>
                    </a:lnTo>
                    <a:lnTo>
                      <a:pt x="918" y="128"/>
                    </a:lnTo>
                    <a:lnTo>
                      <a:pt x="920" y="128"/>
                    </a:lnTo>
                    <a:lnTo>
                      <a:pt x="928" y="128"/>
                    </a:lnTo>
                    <a:lnTo>
                      <a:pt x="932" y="128"/>
                    </a:lnTo>
                    <a:lnTo>
                      <a:pt x="936" y="128"/>
                    </a:lnTo>
                    <a:lnTo>
                      <a:pt x="936" y="132"/>
                    </a:lnTo>
                    <a:lnTo>
                      <a:pt x="936" y="136"/>
                    </a:lnTo>
                    <a:lnTo>
                      <a:pt x="932" y="136"/>
                    </a:lnTo>
                    <a:lnTo>
                      <a:pt x="928" y="136"/>
                    </a:lnTo>
                    <a:lnTo>
                      <a:pt x="928" y="138"/>
                    </a:lnTo>
                    <a:lnTo>
                      <a:pt x="920" y="138"/>
                    </a:lnTo>
                    <a:lnTo>
                      <a:pt x="918" y="136"/>
                    </a:lnTo>
                    <a:lnTo>
                      <a:pt x="914" y="136"/>
                    </a:lnTo>
                    <a:lnTo>
                      <a:pt x="910" y="136"/>
                    </a:lnTo>
                    <a:lnTo>
                      <a:pt x="910" y="138"/>
                    </a:lnTo>
                    <a:lnTo>
                      <a:pt x="914" y="138"/>
                    </a:lnTo>
                    <a:lnTo>
                      <a:pt x="918" y="138"/>
                    </a:lnTo>
                    <a:lnTo>
                      <a:pt x="920" y="138"/>
                    </a:lnTo>
                    <a:lnTo>
                      <a:pt x="924" y="138"/>
                    </a:lnTo>
                    <a:lnTo>
                      <a:pt x="928" y="138"/>
                    </a:lnTo>
                    <a:lnTo>
                      <a:pt x="932" y="142"/>
                    </a:lnTo>
                    <a:lnTo>
                      <a:pt x="928" y="142"/>
                    </a:lnTo>
                    <a:lnTo>
                      <a:pt x="928" y="146"/>
                    </a:lnTo>
                    <a:lnTo>
                      <a:pt x="924" y="146"/>
                    </a:lnTo>
                    <a:lnTo>
                      <a:pt x="920" y="146"/>
                    </a:lnTo>
                    <a:lnTo>
                      <a:pt x="918" y="146"/>
                    </a:lnTo>
                    <a:lnTo>
                      <a:pt x="914" y="146"/>
                    </a:lnTo>
                    <a:lnTo>
                      <a:pt x="910" y="146"/>
                    </a:lnTo>
                    <a:lnTo>
                      <a:pt x="906" y="146"/>
                    </a:lnTo>
                    <a:lnTo>
                      <a:pt x="910" y="146"/>
                    </a:lnTo>
                    <a:lnTo>
                      <a:pt x="914" y="146"/>
                    </a:lnTo>
                    <a:lnTo>
                      <a:pt x="920" y="146"/>
                    </a:lnTo>
                    <a:lnTo>
                      <a:pt x="924" y="146"/>
                    </a:lnTo>
                    <a:lnTo>
                      <a:pt x="924" y="150"/>
                    </a:lnTo>
                    <a:lnTo>
                      <a:pt x="920" y="150"/>
                    </a:lnTo>
                    <a:lnTo>
                      <a:pt x="920" y="154"/>
                    </a:lnTo>
                    <a:lnTo>
                      <a:pt x="918" y="150"/>
                    </a:lnTo>
                    <a:lnTo>
                      <a:pt x="914" y="150"/>
                    </a:lnTo>
                    <a:lnTo>
                      <a:pt x="914" y="154"/>
                    </a:lnTo>
                    <a:lnTo>
                      <a:pt x="910" y="154"/>
                    </a:lnTo>
                    <a:lnTo>
                      <a:pt x="906" y="154"/>
                    </a:lnTo>
                    <a:lnTo>
                      <a:pt x="902" y="154"/>
                    </a:lnTo>
                    <a:lnTo>
                      <a:pt x="894" y="154"/>
                    </a:lnTo>
                    <a:lnTo>
                      <a:pt x="890" y="154"/>
                    </a:lnTo>
                    <a:lnTo>
                      <a:pt x="888" y="154"/>
                    </a:lnTo>
                    <a:lnTo>
                      <a:pt x="888" y="150"/>
                    </a:lnTo>
                    <a:lnTo>
                      <a:pt x="884" y="154"/>
                    </a:lnTo>
                    <a:lnTo>
                      <a:pt x="888" y="154"/>
                    </a:lnTo>
                    <a:lnTo>
                      <a:pt x="888" y="158"/>
                    </a:lnTo>
                    <a:lnTo>
                      <a:pt x="890" y="158"/>
                    </a:lnTo>
                    <a:lnTo>
                      <a:pt x="890" y="160"/>
                    </a:lnTo>
                    <a:lnTo>
                      <a:pt x="894" y="160"/>
                    </a:lnTo>
                    <a:lnTo>
                      <a:pt x="890" y="164"/>
                    </a:lnTo>
                    <a:lnTo>
                      <a:pt x="888" y="168"/>
                    </a:lnTo>
                    <a:lnTo>
                      <a:pt x="880" y="172"/>
                    </a:lnTo>
                    <a:lnTo>
                      <a:pt x="880" y="168"/>
                    </a:lnTo>
                    <a:lnTo>
                      <a:pt x="876" y="168"/>
                    </a:lnTo>
                    <a:lnTo>
                      <a:pt x="876" y="172"/>
                    </a:lnTo>
                    <a:lnTo>
                      <a:pt x="872" y="172"/>
                    </a:lnTo>
                    <a:lnTo>
                      <a:pt x="868" y="172"/>
                    </a:lnTo>
                    <a:lnTo>
                      <a:pt x="864" y="172"/>
                    </a:lnTo>
                    <a:lnTo>
                      <a:pt x="862" y="172"/>
                    </a:lnTo>
                    <a:lnTo>
                      <a:pt x="858" y="172"/>
                    </a:lnTo>
                    <a:lnTo>
                      <a:pt x="854" y="168"/>
                    </a:lnTo>
                    <a:lnTo>
                      <a:pt x="850" y="168"/>
                    </a:lnTo>
                    <a:lnTo>
                      <a:pt x="846" y="168"/>
                    </a:lnTo>
                    <a:lnTo>
                      <a:pt x="842" y="168"/>
                    </a:lnTo>
                    <a:lnTo>
                      <a:pt x="842" y="164"/>
                    </a:lnTo>
                    <a:lnTo>
                      <a:pt x="838" y="164"/>
                    </a:lnTo>
                    <a:lnTo>
                      <a:pt x="834" y="160"/>
                    </a:lnTo>
                    <a:lnTo>
                      <a:pt x="838" y="164"/>
                    </a:lnTo>
                    <a:lnTo>
                      <a:pt x="838" y="168"/>
                    </a:lnTo>
                    <a:lnTo>
                      <a:pt x="842" y="168"/>
                    </a:lnTo>
                    <a:lnTo>
                      <a:pt x="846" y="168"/>
                    </a:lnTo>
                    <a:lnTo>
                      <a:pt x="846" y="172"/>
                    </a:lnTo>
                    <a:lnTo>
                      <a:pt x="842" y="172"/>
                    </a:lnTo>
                    <a:lnTo>
                      <a:pt x="834" y="172"/>
                    </a:lnTo>
                    <a:lnTo>
                      <a:pt x="832" y="172"/>
                    </a:lnTo>
                    <a:lnTo>
                      <a:pt x="834" y="172"/>
                    </a:lnTo>
                    <a:lnTo>
                      <a:pt x="834" y="176"/>
                    </a:lnTo>
                    <a:lnTo>
                      <a:pt x="838" y="176"/>
                    </a:lnTo>
                    <a:lnTo>
                      <a:pt x="838" y="172"/>
                    </a:lnTo>
                    <a:lnTo>
                      <a:pt x="842" y="172"/>
                    </a:lnTo>
                    <a:lnTo>
                      <a:pt x="846" y="172"/>
                    </a:lnTo>
                    <a:lnTo>
                      <a:pt x="850" y="172"/>
                    </a:lnTo>
                    <a:lnTo>
                      <a:pt x="854" y="172"/>
                    </a:lnTo>
                    <a:lnTo>
                      <a:pt x="858" y="172"/>
                    </a:lnTo>
                    <a:lnTo>
                      <a:pt x="862" y="172"/>
                    </a:lnTo>
                    <a:lnTo>
                      <a:pt x="862" y="176"/>
                    </a:lnTo>
                    <a:lnTo>
                      <a:pt x="858" y="176"/>
                    </a:lnTo>
                    <a:lnTo>
                      <a:pt x="862" y="176"/>
                    </a:lnTo>
                    <a:lnTo>
                      <a:pt x="864" y="172"/>
                    </a:lnTo>
                    <a:lnTo>
                      <a:pt x="868" y="172"/>
                    </a:lnTo>
                    <a:lnTo>
                      <a:pt x="872" y="172"/>
                    </a:lnTo>
                    <a:lnTo>
                      <a:pt x="876" y="176"/>
                    </a:lnTo>
                    <a:lnTo>
                      <a:pt x="876" y="180"/>
                    </a:lnTo>
                    <a:lnTo>
                      <a:pt x="872" y="180"/>
                    </a:lnTo>
                    <a:lnTo>
                      <a:pt x="872" y="182"/>
                    </a:lnTo>
                    <a:lnTo>
                      <a:pt x="872" y="180"/>
                    </a:lnTo>
                    <a:lnTo>
                      <a:pt x="876" y="180"/>
                    </a:lnTo>
                    <a:lnTo>
                      <a:pt x="880" y="182"/>
                    </a:lnTo>
                    <a:lnTo>
                      <a:pt x="884" y="182"/>
                    </a:lnTo>
                    <a:lnTo>
                      <a:pt x="884" y="180"/>
                    </a:lnTo>
                    <a:lnTo>
                      <a:pt x="888" y="180"/>
                    </a:lnTo>
                    <a:lnTo>
                      <a:pt x="890" y="180"/>
                    </a:lnTo>
                    <a:lnTo>
                      <a:pt x="894" y="186"/>
                    </a:lnTo>
                    <a:lnTo>
                      <a:pt x="894" y="190"/>
                    </a:lnTo>
                    <a:lnTo>
                      <a:pt x="890" y="190"/>
                    </a:lnTo>
                    <a:lnTo>
                      <a:pt x="888" y="190"/>
                    </a:lnTo>
                    <a:lnTo>
                      <a:pt x="888" y="194"/>
                    </a:lnTo>
                    <a:lnTo>
                      <a:pt x="884" y="194"/>
                    </a:lnTo>
                    <a:lnTo>
                      <a:pt x="884" y="190"/>
                    </a:lnTo>
                    <a:lnTo>
                      <a:pt x="880" y="190"/>
                    </a:lnTo>
                    <a:lnTo>
                      <a:pt x="880" y="194"/>
                    </a:lnTo>
                    <a:lnTo>
                      <a:pt x="876" y="194"/>
                    </a:lnTo>
                    <a:lnTo>
                      <a:pt x="872" y="194"/>
                    </a:lnTo>
                    <a:lnTo>
                      <a:pt x="872" y="198"/>
                    </a:lnTo>
                    <a:lnTo>
                      <a:pt x="868" y="198"/>
                    </a:lnTo>
                    <a:lnTo>
                      <a:pt x="864" y="198"/>
                    </a:lnTo>
                    <a:lnTo>
                      <a:pt x="864" y="202"/>
                    </a:lnTo>
                    <a:lnTo>
                      <a:pt x="862" y="202"/>
                    </a:lnTo>
                    <a:lnTo>
                      <a:pt x="858" y="202"/>
                    </a:lnTo>
                    <a:lnTo>
                      <a:pt x="854" y="202"/>
                    </a:lnTo>
                    <a:lnTo>
                      <a:pt x="850" y="202"/>
                    </a:lnTo>
                    <a:lnTo>
                      <a:pt x="846" y="202"/>
                    </a:lnTo>
                    <a:lnTo>
                      <a:pt x="850" y="198"/>
                    </a:lnTo>
                    <a:lnTo>
                      <a:pt x="854" y="194"/>
                    </a:lnTo>
                    <a:lnTo>
                      <a:pt x="850" y="194"/>
                    </a:lnTo>
                    <a:lnTo>
                      <a:pt x="846" y="194"/>
                    </a:lnTo>
                    <a:lnTo>
                      <a:pt x="846" y="190"/>
                    </a:lnTo>
                    <a:lnTo>
                      <a:pt x="842" y="194"/>
                    </a:lnTo>
                    <a:lnTo>
                      <a:pt x="838" y="194"/>
                    </a:lnTo>
                    <a:lnTo>
                      <a:pt x="834" y="194"/>
                    </a:lnTo>
                    <a:lnTo>
                      <a:pt x="834" y="190"/>
                    </a:lnTo>
                    <a:lnTo>
                      <a:pt x="838" y="190"/>
                    </a:lnTo>
                    <a:lnTo>
                      <a:pt x="838" y="186"/>
                    </a:lnTo>
                    <a:lnTo>
                      <a:pt x="834" y="186"/>
                    </a:lnTo>
                    <a:lnTo>
                      <a:pt x="834" y="190"/>
                    </a:lnTo>
                    <a:lnTo>
                      <a:pt x="832" y="190"/>
                    </a:lnTo>
                    <a:lnTo>
                      <a:pt x="828" y="190"/>
                    </a:lnTo>
                    <a:lnTo>
                      <a:pt x="828" y="186"/>
                    </a:lnTo>
                    <a:lnTo>
                      <a:pt x="824" y="182"/>
                    </a:lnTo>
                    <a:lnTo>
                      <a:pt x="824" y="186"/>
                    </a:lnTo>
                    <a:lnTo>
                      <a:pt x="828" y="186"/>
                    </a:lnTo>
                    <a:lnTo>
                      <a:pt x="828" y="190"/>
                    </a:lnTo>
                    <a:lnTo>
                      <a:pt x="832" y="190"/>
                    </a:lnTo>
                    <a:lnTo>
                      <a:pt x="832" y="194"/>
                    </a:lnTo>
                    <a:lnTo>
                      <a:pt x="828" y="194"/>
                    </a:lnTo>
                    <a:lnTo>
                      <a:pt x="824" y="198"/>
                    </a:lnTo>
                    <a:lnTo>
                      <a:pt x="824" y="194"/>
                    </a:lnTo>
                    <a:lnTo>
                      <a:pt x="820" y="194"/>
                    </a:lnTo>
                    <a:lnTo>
                      <a:pt x="820" y="190"/>
                    </a:lnTo>
                    <a:lnTo>
                      <a:pt x="816" y="190"/>
                    </a:lnTo>
                    <a:lnTo>
                      <a:pt x="816" y="186"/>
                    </a:lnTo>
                    <a:lnTo>
                      <a:pt x="812" y="186"/>
                    </a:lnTo>
                    <a:lnTo>
                      <a:pt x="816" y="190"/>
                    </a:lnTo>
                    <a:lnTo>
                      <a:pt x="816" y="194"/>
                    </a:lnTo>
                    <a:lnTo>
                      <a:pt x="812" y="194"/>
                    </a:lnTo>
                    <a:lnTo>
                      <a:pt x="808" y="194"/>
                    </a:lnTo>
                    <a:lnTo>
                      <a:pt x="806" y="194"/>
                    </a:lnTo>
                    <a:lnTo>
                      <a:pt x="806" y="190"/>
                    </a:lnTo>
                    <a:lnTo>
                      <a:pt x="802" y="190"/>
                    </a:lnTo>
                    <a:lnTo>
                      <a:pt x="802" y="194"/>
                    </a:lnTo>
                    <a:lnTo>
                      <a:pt x="806" y="194"/>
                    </a:lnTo>
                    <a:lnTo>
                      <a:pt x="802" y="194"/>
                    </a:lnTo>
                    <a:lnTo>
                      <a:pt x="798" y="194"/>
                    </a:lnTo>
                    <a:lnTo>
                      <a:pt x="794" y="194"/>
                    </a:lnTo>
                    <a:lnTo>
                      <a:pt x="794" y="190"/>
                    </a:lnTo>
                    <a:lnTo>
                      <a:pt x="790" y="190"/>
                    </a:lnTo>
                    <a:lnTo>
                      <a:pt x="790" y="194"/>
                    </a:lnTo>
                    <a:lnTo>
                      <a:pt x="794" y="194"/>
                    </a:lnTo>
                    <a:lnTo>
                      <a:pt x="802" y="198"/>
                    </a:lnTo>
                    <a:lnTo>
                      <a:pt x="798" y="198"/>
                    </a:lnTo>
                    <a:lnTo>
                      <a:pt x="794" y="198"/>
                    </a:lnTo>
                    <a:lnTo>
                      <a:pt x="790" y="198"/>
                    </a:lnTo>
                    <a:lnTo>
                      <a:pt x="786" y="198"/>
                    </a:lnTo>
                    <a:lnTo>
                      <a:pt x="782" y="198"/>
                    </a:lnTo>
                    <a:lnTo>
                      <a:pt x="778" y="198"/>
                    </a:lnTo>
                    <a:lnTo>
                      <a:pt x="776" y="198"/>
                    </a:lnTo>
                    <a:lnTo>
                      <a:pt x="772" y="198"/>
                    </a:lnTo>
                    <a:lnTo>
                      <a:pt x="772" y="194"/>
                    </a:lnTo>
                    <a:lnTo>
                      <a:pt x="776" y="194"/>
                    </a:lnTo>
                    <a:lnTo>
                      <a:pt x="772" y="190"/>
                    </a:lnTo>
                    <a:lnTo>
                      <a:pt x="768" y="190"/>
                    </a:lnTo>
                    <a:lnTo>
                      <a:pt x="772" y="190"/>
                    </a:lnTo>
                    <a:lnTo>
                      <a:pt x="772" y="194"/>
                    </a:lnTo>
                    <a:lnTo>
                      <a:pt x="768" y="194"/>
                    </a:lnTo>
                    <a:lnTo>
                      <a:pt x="768" y="198"/>
                    </a:lnTo>
                    <a:lnTo>
                      <a:pt x="764" y="198"/>
                    </a:lnTo>
                    <a:lnTo>
                      <a:pt x="760" y="194"/>
                    </a:lnTo>
                    <a:lnTo>
                      <a:pt x="756" y="194"/>
                    </a:lnTo>
                    <a:lnTo>
                      <a:pt x="756" y="190"/>
                    </a:lnTo>
                    <a:lnTo>
                      <a:pt x="756" y="194"/>
                    </a:lnTo>
                    <a:lnTo>
                      <a:pt x="756" y="198"/>
                    </a:lnTo>
                    <a:lnTo>
                      <a:pt x="752" y="198"/>
                    </a:lnTo>
                    <a:lnTo>
                      <a:pt x="752" y="194"/>
                    </a:lnTo>
                    <a:lnTo>
                      <a:pt x="752" y="198"/>
                    </a:lnTo>
                    <a:lnTo>
                      <a:pt x="748" y="198"/>
                    </a:lnTo>
                    <a:lnTo>
                      <a:pt x="746" y="198"/>
                    </a:lnTo>
                    <a:lnTo>
                      <a:pt x="742" y="194"/>
                    </a:lnTo>
                    <a:lnTo>
                      <a:pt x="746" y="194"/>
                    </a:lnTo>
                    <a:lnTo>
                      <a:pt x="742" y="190"/>
                    </a:lnTo>
                    <a:lnTo>
                      <a:pt x="742" y="186"/>
                    </a:lnTo>
                    <a:lnTo>
                      <a:pt x="742" y="182"/>
                    </a:lnTo>
                    <a:lnTo>
                      <a:pt x="738" y="186"/>
                    </a:lnTo>
                    <a:lnTo>
                      <a:pt x="742" y="186"/>
                    </a:lnTo>
                    <a:lnTo>
                      <a:pt x="742" y="190"/>
                    </a:lnTo>
                    <a:lnTo>
                      <a:pt x="742" y="194"/>
                    </a:lnTo>
                    <a:lnTo>
                      <a:pt x="738" y="194"/>
                    </a:lnTo>
                    <a:lnTo>
                      <a:pt x="742" y="194"/>
                    </a:lnTo>
                    <a:lnTo>
                      <a:pt x="742" y="190"/>
                    </a:lnTo>
                    <a:lnTo>
                      <a:pt x="738" y="190"/>
                    </a:lnTo>
                    <a:lnTo>
                      <a:pt x="738" y="194"/>
                    </a:lnTo>
                    <a:lnTo>
                      <a:pt x="734" y="194"/>
                    </a:lnTo>
                    <a:lnTo>
                      <a:pt x="732" y="194"/>
                    </a:lnTo>
                    <a:lnTo>
                      <a:pt x="728" y="190"/>
                    </a:lnTo>
                    <a:lnTo>
                      <a:pt x="732" y="186"/>
                    </a:lnTo>
                    <a:lnTo>
                      <a:pt x="728" y="186"/>
                    </a:lnTo>
                    <a:lnTo>
                      <a:pt x="728" y="182"/>
                    </a:lnTo>
                    <a:lnTo>
                      <a:pt x="732" y="182"/>
                    </a:lnTo>
                    <a:lnTo>
                      <a:pt x="734" y="182"/>
                    </a:lnTo>
                    <a:lnTo>
                      <a:pt x="734" y="180"/>
                    </a:lnTo>
                    <a:lnTo>
                      <a:pt x="738" y="180"/>
                    </a:lnTo>
                    <a:lnTo>
                      <a:pt x="742" y="176"/>
                    </a:lnTo>
                    <a:lnTo>
                      <a:pt x="746" y="176"/>
                    </a:lnTo>
                    <a:lnTo>
                      <a:pt x="748" y="176"/>
                    </a:lnTo>
                    <a:lnTo>
                      <a:pt x="752" y="176"/>
                    </a:lnTo>
                    <a:lnTo>
                      <a:pt x="756" y="176"/>
                    </a:lnTo>
                    <a:lnTo>
                      <a:pt x="760" y="176"/>
                    </a:lnTo>
                    <a:lnTo>
                      <a:pt x="756" y="176"/>
                    </a:lnTo>
                    <a:lnTo>
                      <a:pt x="760" y="176"/>
                    </a:lnTo>
                    <a:lnTo>
                      <a:pt x="764" y="176"/>
                    </a:lnTo>
                    <a:lnTo>
                      <a:pt x="768" y="176"/>
                    </a:lnTo>
                    <a:lnTo>
                      <a:pt x="764" y="172"/>
                    </a:lnTo>
                    <a:lnTo>
                      <a:pt x="760" y="172"/>
                    </a:lnTo>
                    <a:lnTo>
                      <a:pt x="764" y="172"/>
                    </a:lnTo>
                    <a:lnTo>
                      <a:pt x="760" y="172"/>
                    </a:lnTo>
                    <a:lnTo>
                      <a:pt x="760" y="168"/>
                    </a:lnTo>
                    <a:lnTo>
                      <a:pt x="764" y="168"/>
                    </a:lnTo>
                    <a:lnTo>
                      <a:pt x="760" y="168"/>
                    </a:lnTo>
                    <a:lnTo>
                      <a:pt x="756" y="168"/>
                    </a:lnTo>
                    <a:lnTo>
                      <a:pt x="752" y="168"/>
                    </a:lnTo>
                    <a:lnTo>
                      <a:pt x="752" y="164"/>
                    </a:lnTo>
                    <a:lnTo>
                      <a:pt x="748" y="160"/>
                    </a:lnTo>
                    <a:lnTo>
                      <a:pt x="746" y="160"/>
                    </a:lnTo>
                    <a:lnTo>
                      <a:pt x="746" y="158"/>
                    </a:lnTo>
                    <a:lnTo>
                      <a:pt x="748" y="158"/>
                    </a:lnTo>
                    <a:lnTo>
                      <a:pt x="752" y="158"/>
                    </a:lnTo>
                    <a:lnTo>
                      <a:pt x="752" y="154"/>
                    </a:lnTo>
                    <a:lnTo>
                      <a:pt x="760" y="154"/>
                    </a:lnTo>
                    <a:lnTo>
                      <a:pt x="764" y="154"/>
                    </a:lnTo>
                    <a:lnTo>
                      <a:pt x="768" y="154"/>
                    </a:lnTo>
                    <a:lnTo>
                      <a:pt x="772" y="158"/>
                    </a:lnTo>
                    <a:lnTo>
                      <a:pt x="776" y="158"/>
                    </a:lnTo>
                    <a:lnTo>
                      <a:pt x="778" y="160"/>
                    </a:lnTo>
                    <a:lnTo>
                      <a:pt x="782" y="164"/>
                    </a:lnTo>
                    <a:lnTo>
                      <a:pt x="782" y="168"/>
                    </a:lnTo>
                    <a:lnTo>
                      <a:pt x="778" y="168"/>
                    </a:lnTo>
                    <a:lnTo>
                      <a:pt x="782" y="168"/>
                    </a:lnTo>
                    <a:lnTo>
                      <a:pt x="782" y="164"/>
                    </a:lnTo>
                    <a:lnTo>
                      <a:pt x="786" y="168"/>
                    </a:lnTo>
                    <a:lnTo>
                      <a:pt x="790" y="168"/>
                    </a:lnTo>
                    <a:lnTo>
                      <a:pt x="794" y="168"/>
                    </a:lnTo>
                    <a:lnTo>
                      <a:pt x="794" y="172"/>
                    </a:lnTo>
                    <a:lnTo>
                      <a:pt x="798" y="172"/>
                    </a:lnTo>
                    <a:lnTo>
                      <a:pt x="798" y="168"/>
                    </a:lnTo>
                    <a:lnTo>
                      <a:pt x="802" y="168"/>
                    </a:lnTo>
                    <a:lnTo>
                      <a:pt x="806" y="168"/>
                    </a:lnTo>
                    <a:lnTo>
                      <a:pt x="808" y="168"/>
                    </a:lnTo>
                    <a:lnTo>
                      <a:pt x="812" y="168"/>
                    </a:lnTo>
                    <a:lnTo>
                      <a:pt x="808" y="168"/>
                    </a:lnTo>
                    <a:lnTo>
                      <a:pt x="808" y="164"/>
                    </a:lnTo>
                    <a:lnTo>
                      <a:pt x="812" y="164"/>
                    </a:lnTo>
                    <a:lnTo>
                      <a:pt x="816" y="164"/>
                    </a:lnTo>
                    <a:lnTo>
                      <a:pt x="820" y="160"/>
                    </a:lnTo>
                    <a:lnTo>
                      <a:pt x="824" y="158"/>
                    </a:lnTo>
                    <a:lnTo>
                      <a:pt x="828" y="154"/>
                    </a:lnTo>
                    <a:lnTo>
                      <a:pt x="828" y="150"/>
                    </a:lnTo>
                    <a:lnTo>
                      <a:pt x="832" y="150"/>
                    </a:lnTo>
                    <a:lnTo>
                      <a:pt x="828" y="150"/>
                    </a:lnTo>
                    <a:lnTo>
                      <a:pt x="824" y="150"/>
                    </a:lnTo>
                    <a:lnTo>
                      <a:pt x="824" y="154"/>
                    </a:lnTo>
                    <a:lnTo>
                      <a:pt x="820" y="154"/>
                    </a:lnTo>
                    <a:lnTo>
                      <a:pt x="820" y="158"/>
                    </a:lnTo>
                    <a:lnTo>
                      <a:pt x="816" y="158"/>
                    </a:lnTo>
                    <a:lnTo>
                      <a:pt x="816" y="160"/>
                    </a:lnTo>
                    <a:lnTo>
                      <a:pt x="812" y="160"/>
                    </a:lnTo>
                    <a:lnTo>
                      <a:pt x="812" y="164"/>
                    </a:lnTo>
                    <a:lnTo>
                      <a:pt x="808" y="164"/>
                    </a:lnTo>
                    <a:lnTo>
                      <a:pt x="806" y="164"/>
                    </a:lnTo>
                    <a:lnTo>
                      <a:pt x="802" y="164"/>
                    </a:lnTo>
                    <a:lnTo>
                      <a:pt x="798" y="164"/>
                    </a:lnTo>
                    <a:lnTo>
                      <a:pt x="794" y="164"/>
                    </a:lnTo>
                    <a:lnTo>
                      <a:pt x="794" y="160"/>
                    </a:lnTo>
                    <a:lnTo>
                      <a:pt x="798" y="160"/>
                    </a:lnTo>
                    <a:lnTo>
                      <a:pt x="802" y="160"/>
                    </a:lnTo>
                    <a:lnTo>
                      <a:pt x="798" y="158"/>
                    </a:lnTo>
                    <a:lnTo>
                      <a:pt x="798" y="160"/>
                    </a:lnTo>
                    <a:lnTo>
                      <a:pt x="794" y="160"/>
                    </a:lnTo>
                    <a:lnTo>
                      <a:pt x="790" y="160"/>
                    </a:lnTo>
                    <a:lnTo>
                      <a:pt x="786" y="160"/>
                    </a:lnTo>
                    <a:lnTo>
                      <a:pt x="786" y="158"/>
                    </a:lnTo>
                    <a:lnTo>
                      <a:pt x="790" y="158"/>
                    </a:lnTo>
                    <a:lnTo>
                      <a:pt x="786" y="158"/>
                    </a:lnTo>
                    <a:lnTo>
                      <a:pt x="786" y="154"/>
                    </a:lnTo>
                    <a:lnTo>
                      <a:pt x="790" y="154"/>
                    </a:lnTo>
                    <a:lnTo>
                      <a:pt x="794" y="154"/>
                    </a:lnTo>
                    <a:lnTo>
                      <a:pt x="798" y="154"/>
                    </a:lnTo>
                    <a:lnTo>
                      <a:pt x="802" y="154"/>
                    </a:lnTo>
                    <a:lnTo>
                      <a:pt x="798" y="154"/>
                    </a:lnTo>
                    <a:lnTo>
                      <a:pt x="794" y="154"/>
                    </a:lnTo>
                    <a:lnTo>
                      <a:pt x="790" y="154"/>
                    </a:lnTo>
                    <a:lnTo>
                      <a:pt x="786" y="154"/>
                    </a:lnTo>
                    <a:lnTo>
                      <a:pt x="782" y="154"/>
                    </a:lnTo>
                    <a:lnTo>
                      <a:pt x="786" y="150"/>
                    </a:lnTo>
                    <a:lnTo>
                      <a:pt x="790" y="150"/>
                    </a:lnTo>
                    <a:lnTo>
                      <a:pt x="794" y="150"/>
                    </a:lnTo>
                    <a:lnTo>
                      <a:pt x="798" y="150"/>
                    </a:lnTo>
                    <a:lnTo>
                      <a:pt x="802" y="150"/>
                    </a:lnTo>
                    <a:lnTo>
                      <a:pt x="798" y="150"/>
                    </a:lnTo>
                    <a:lnTo>
                      <a:pt x="794" y="150"/>
                    </a:lnTo>
                    <a:lnTo>
                      <a:pt x="790" y="150"/>
                    </a:lnTo>
                    <a:lnTo>
                      <a:pt x="790" y="146"/>
                    </a:lnTo>
                    <a:lnTo>
                      <a:pt x="794" y="146"/>
                    </a:lnTo>
                    <a:lnTo>
                      <a:pt x="798" y="146"/>
                    </a:lnTo>
                    <a:lnTo>
                      <a:pt x="802" y="146"/>
                    </a:lnTo>
                    <a:lnTo>
                      <a:pt x="806" y="146"/>
                    </a:lnTo>
                    <a:lnTo>
                      <a:pt x="802" y="146"/>
                    </a:lnTo>
                    <a:lnTo>
                      <a:pt x="798" y="146"/>
                    </a:lnTo>
                    <a:lnTo>
                      <a:pt x="794" y="146"/>
                    </a:lnTo>
                    <a:lnTo>
                      <a:pt x="794" y="142"/>
                    </a:lnTo>
                    <a:lnTo>
                      <a:pt x="798" y="142"/>
                    </a:lnTo>
                    <a:lnTo>
                      <a:pt x="794" y="142"/>
                    </a:lnTo>
                    <a:lnTo>
                      <a:pt x="794" y="138"/>
                    </a:lnTo>
                    <a:lnTo>
                      <a:pt x="794" y="136"/>
                    </a:lnTo>
                    <a:lnTo>
                      <a:pt x="798" y="136"/>
                    </a:lnTo>
                    <a:lnTo>
                      <a:pt x="794" y="138"/>
                    </a:lnTo>
                    <a:lnTo>
                      <a:pt x="794" y="142"/>
                    </a:lnTo>
                    <a:lnTo>
                      <a:pt x="790" y="142"/>
                    </a:lnTo>
                    <a:lnTo>
                      <a:pt x="790" y="146"/>
                    </a:lnTo>
                    <a:lnTo>
                      <a:pt x="786" y="150"/>
                    </a:lnTo>
                    <a:lnTo>
                      <a:pt x="782" y="150"/>
                    </a:lnTo>
                    <a:lnTo>
                      <a:pt x="778" y="150"/>
                    </a:lnTo>
                    <a:lnTo>
                      <a:pt x="776" y="150"/>
                    </a:lnTo>
                    <a:lnTo>
                      <a:pt x="776" y="146"/>
                    </a:lnTo>
                    <a:lnTo>
                      <a:pt x="778" y="146"/>
                    </a:lnTo>
                    <a:lnTo>
                      <a:pt x="778" y="142"/>
                    </a:lnTo>
                    <a:lnTo>
                      <a:pt x="776" y="142"/>
                    </a:lnTo>
                    <a:lnTo>
                      <a:pt x="776" y="146"/>
                    </a:lnTo>
                    <a:lnTo>
                      <a:pt x="772" y="146"/>
                    </a:lnTo>
                    <a:lnTo>
                      <a:pt x="768" y="146"/>
                    </a:lnTo>
                    <a:lnTo>
                      <a:pt x="768" y="150"/>
                    </a:lnTo>
                    <a:lnTo>
                      <a:pt x="764" y="150"/>
                    </a:lnTo>
                    <a:lnTo>
                      <a:pt x="760" y="150"/>
                    </a:lnTo>
                    <a:lnTo>
                      <a:pt x="756" y="150"/>
                    </a:lnTo>
                    <a:lnTo>
                      <a:pt x="756" y="146"/>
                    </a:lnTo>
                    <a:lnTo>
                      <a:pt x="760" y="146"/>
                    </a:lnTo>
                    <a:lnTo>
                      <a:pt x="756" y="146"/>
                    </a:lnTo>
                    <a:lnTo>
                      <a:pt x="756" y="142"/>
                    </a:lnTo>
                    <a:lnTo>
                      <a:pt x="756" y="138"/>
                    </a:lnTo>
                    <a:lnTo>
                      <a:pt x="760" y="138"/>
                    </a:lnTo>
                    <a:lnTo>
                      <a:pt x="760" y="136"/>
                    </a:lnTo>
                    <a:lnTo>
                      <a:pt x="764" y="136"/>
                    </a:lnTo>
                    <a:lnTo>
                      <a:pt x="760" y="136"/>
                    </a:lnTo>
                    <a:lnTo>
                      <a:pt x="764" y="132"/>
                    </a:lnTo>
                    <a:lnTo>
                      <a:pt x="768" y="128"/>
                    </a:lnTo>
                    <a:lnTo>
                      <a:pt x="772" y="128"/>
                    </a:lnTo>
                    <a:lnTo>
                      <a:pt x="776" y="128"/>
                    </a:lnTo>
                    <a:lnTo>
                      <a:pt x="778" y="128"/>
                    </a:lnTo>
                    <a:lnTo>
                      <a:pt x="782" y="128"/>
                    </a:lnTo>
                    <a:lnTo>
                      <a:pt x="786" y="128"/>
                    </a:lnTo>
                    <a:lnTo>
                      <a:pt x="786" y="124"/>
                    </a:lnTo>
                    <a:lnTo>
                      <a:pt x="790" y="124"/>
                    </a:lnTo>
                    <a:lnTo>
                      <a:pt x="794" y="128"/>
                    </a:lnTo>
                    <a:lnTo>
                      <a:pt x="798" y="128"/>
                    </a:lnTo>
                    <a:lnTo>
                      <a:pt x="802" y="128"/>
                    </a:lnTo>
                    <a:lnTo>
                      <a:pt x="806" y="128"/>
                    </a:lnTo>
                    <a:lnTo>
                      <a:pt x="808" y="128"/>
                    </a:lnTo>
                    <a:lnTo>
                      <a:pt x="812" y="128"/>
                    </a:lnTo>
                    <a:lnTo>
                      <a:pt x="816" y="128"/>
                    </a:lnTo>
                    <a:lnTo>
                      <a:pt x="816" y="132"/>
                    </a:lnTo>
                    <a:lnTo>
                      <a:pt x="820" y="132"/>
                    </a:lnTo>
                    <a:lnTo>
                      <a:pt x="824" y="132"/>
                    </a:lnTo>
                    <a:lnTo>
                      <a:pt x="828" y="136"/>
                    </a:lnTo>
                    <a:lnTo>
                      <a:pt x="832" y="136"/>
                    </a:lnTo>
                    <a:lnTo>
                      <a:pt x="828" y="136"/>
                    </a:lnTo>
                    <a:lnTo>
                      <a:pt x="828" y="132"/>
                    </a:lnTo>
                    <a:lnTo>
                      <a:pt x="832" y="132"/>
                    </a:lnTo>
                    <a:lnTo>
                      <a:pt x="828" y="132"/>
                    </a:lnTo>
                    <a:lnTo>
                      <a:pt x="824" y="132"/>
                    </a:lnTo>
                    <a:lnTo>
                      <a:pt x="820" y="132"/>
                    </a:lnTo>
                    <a:lnTo>
                      <a:pt x="820" y="128"/>
                    </a:lnTo>
                    <a:lnTo>
                      <a:pt x="816" y="128"/>
                    </a:lnTo>
                    <a:lnTo>
                      <a:pt x="820" y="128"/>
                    </a:lnTo>
                    <a:lnTo>
                      <a:pt x="824" y="128"/>
                    </a:lnTo>
                    <a:lnTo>
                      <a:pt x="828" y="128"/>
                    </a:lnTo>
                    <a:lnTo>
                      <a:pt x="832" y="128"/>
                    </a:lnTo>
                    <a:lnTo>
                      <a:pt x="834" y="128"/>
                    </a:lnTo>
                    <a:lnTo>
                      <a:pt x="838" y="128"/>
                    </a:lnTo>
                    <a:lnTo>
                      <a:pt x="834" y="128"/>
                    </a:lnTo>
                    <a:lnTo>
                      <a:pt x="838" y="128"/>
                    </a:lnTo>
                    <a:lnTo>
                      <a:pt x="838" y="124"/>
                    </a:lnTo>
                    <a:lnTo>
                      <a:pt x="842" y="124"/>
                    </a:lnTo>
                    <a:lnTo>
                      <a:pt x="842" y="120"/>
                    </a:lnTo>
                    <a:lnTo>
                      <a:pt x="838" y="120"/>
                    </a:lnTo>
                    <a:lnTo>
                      <a:pt x="834" y="124"/>
                    </a:lnTo>
                    <a:lnTo>
                      <a:pt x="832" y="124"/>
                    </a:lnTo>
                    <a:lnTo>
                      <a:pt x="832" y="128"/>
                    </a:lnTo>
                    <a:lnTo>
                      <a:pt x="828" y="128"/>
                    </a:lnTo>
                    <a:lnTo>
                      <a:pt x="824" y="128"/>
                    </a:lnTo>
                    <a:lnTo>
                      <a:pt x="824" y="124"/>
                    </a:lnTo>
                    <a:lnTo>
                      <a:pt x="820" y="124"/>
                    </a:lnTo>
                    <a:lnTo>
                      <a:pt x="816" y="124"/>
                    </a:lnTo>
                    <a:lnTo>
                      <a:pt x="812" y="124"/>
                    </a:lnTo>
                    <a:lnTo>
                      <a:pt x="808" y="124"/>
                    </a:lnTo>
                    <a:lnTo>
                      <a:pt x="806" y="124"/>
                    </a:lnTo>
                    <a:lnTo>
                      <a:pt x="802" y="124"/>
                    </a:lnTo>
                    <a:lnTo>
                      <a:pt x="798" y="124"/>
                    </a:lnTo>
                    <a:lnTo>
                      <a:pt x="794" y="124"/>
                    </a:lnTo>
                    <a:lnTo>
                      <a:pt x="794" y="120"/>
                    </a:lnTo>
                    <a:lnTo>
                      <a:pt x="798" y="120"/>
                    </a:lnTo>
                    <a:lnTo>
                      <a:pt x="806" y="120"/>
                    </a:lnTo>
                    <a:lnTo>
                      <a:pt x="808" y="120"/>
                    </a:lnTo>
                    <a:lnTo>
                      <a:pt x="808" y="124"/>
                    </a:lnTo>
                    <a:lnTo>
                      <a:pt x="812" y="124"/>
                    </a:lnTo>
                    <a:lnTo>
                      <a:pt x="816" y="120"/>
                    </a:lnTo>
                    <a:lnTo>
                      <a:pt x="812" y="120"/>
                    </a:lnTo>
                    <a:lnTo>
                      <a:pt x="808" y="120"/>
                    </a:lnTo>
                    <a:lnTo>
                      <a:pt x="806" y="120"/>
                    </a:lnTo>
                    <a:lnTo>
                      <a:pt x="806" y="116"/>
                    </a:lnTo>
                    <a:lnTo>
                      <a:pt x="802" y="116"/>
                    </a:lnTo>
                    <a:lnTo>
                      <a:pt x="802" y="112"/>
                    </a:lnTo>
                    <a:lnTo>
                      <a:pt x="798" y="112"/>
                    </a:lnTo>
                    <a:lnTo>
                      <a:pt x="798" y="108"/>
                    </a:lnTo>
                    <a:lnTo>
                      <a:pt x="794" y="108"/>
                    </a:lnTo>
                    <a:lnTo>
                      <a:pt x="790" y="106"/>
                    </a:lnTo>
                    <a:lnTo>
                      <a:pt x="786" y="106"/>
                    </a:lnTo>
                    <a:lnTo>
                      <a:pt x="786" y="102"/>
                    </a:lnTo>
                    <a:lnTo>
                      <a:pt x="782" y="102"/>
                    </a:lnTo>
                    <a:lnTo>
                      <a:pt x="778" y="102"/>
                    </a:lnTo>
                    <a:lnTo>
                      <a:pt x="776" y="102"/>
                    </a:lnTo>
                    <a:lnTo>
                      <a:pt x="772" y="102"/>
                    </a:lnTo>
                    <a:lnTo>
                      <a:pt x="772" y="98"/>
                    </a:lnTo>
                    <a:lnTo>
                      <a:pt x="772" y="94"/>
                    </a:lnTo>
                    <a:lnTo>
                      <a:pt x="776" y="94"/>
                    </a:lnTo>
                    <a:lnTo>
                      <a:pt x="778" y="94"/>
                    </a:lnTo>
                    <a:lnTo>
                      <a:pt x="778" y="98"/>
                    </a:lnTo>
                    <a:lnTo>
                      <a:pt x="782" y="98"/>
                    </a:lnTo>
                    <a:lnTo>
                      <a:pt x="786" y="98"/>
                    </a:lnTo>
                    <a:lnTo>
                      <a:pt x="782" y="94"/>
                    </a:lnTo>
                    <a:lnTo>
                      <a:pt x="776" y="94"/>
                    </a:lnTo>
                    <a:lnTo>
                      <a:pt x="772" y="94"/>
                    </a:lnTo>
                    <a:lnTo>
                      <a:pt x="768" y="94"/>
                    </a:lnTo>
                    <a:lnTo>
                      <a:pt x="768" y="90"/>
                    </a:lnTo>
                    <a:lnTo>
                      <a:pt x="772" y="86"/>
                    </a:lnTo>
                    <a:lnTo>
                      <a:pt x="776" y="82"/>
                    </a:lnTo>
                    <a:lnTo>
                      <a:pt x="778" y="82"/>
                    </a:lnTo>
                    <a:lnTo>
                      <a:pt x="782" y="86"/>
                    </a:lnTo>
                    <a:lnTo>
                      <a:pt x="786" y="86"/>
                    </a:lnTo>
                    <a:lnTo>
                      <a:pt x="790" y="86"/>
                    </a:lnTo>
                    <a:lnTo>
                      <a:pt x="794" y="86"/>
                    </a:lnTo>
                    <a:lnTo>
                      <a:pt x="798" y="86"/>
                    </a:lnTo>
                    <a:lnTo>
                      <a:pt x="802" y="86"/>
                    </a:lnTo>
                    <a:lnTo>
                      <a:pt x="806" y="86"/>
                    </a:lnTo>
                    <a:lnTo>
                      <a:pt x="808" y="86"/>
                    </a:lnTo>
                    <a:lnTo>
                      <a:pt x="812" y="86"/>
                    </a:lnTo>
                    <a:lnTo>
                      <a:pt x="812" y="90"/>
                    </a:lnTo>
                    <a:lnTo>
                      <a:pt x="816" y="90"/>
                    </a:lnTo>
                    <a:lnTo>
                      <a:pt x="820" y="90"/>
                    </a:lnTo>
                    <a:lnTo>
                      <a:pt x="820" y="94"/>
                    </a:lnTo>
                    <a:lnTo>
                      <a:pt x="824" y="94"/>
                    </a:lnTo>
                    <a:lnTo>
                      <a:pt x="828" y="94"/>
                    </a:lnTo>
                    <a:lnTo>
                      <a:pt x="832" y="98"/>
                    </a:lnTo>
                    <a:lnTo>
                      <a:pt x="834" y="98"/>
                    </a:lnTo>
                    <a:lnTo>
                      <a:pt x="834" y="102"/>
                    </a:lnTo>
                    <a:lnTo>
                      <a:pt x="838" y="102"/>
                    </a:lnTo>
                    <a:lnTo>
                      <a:pt x="838" y="106"/>
                    </a:lnTo>
                    <a:lnTo>
                      <a:pt x="842" y="106"/>
                    </a:lnTo>
                    <a:lnTo>
                      <a:pt x="846" y="106"/>
                    </a:lnTo>
                    <a:lnTo>
                      <a:pt x="850" y="106"/>
                    </a:lnTo>
                    <a:lnTo>
                      <a:pt x="854" y="106"/>
                    </a:lnTo>
                    <a:lnTo>
                      <a:pt x="858" y="106"/>
                    </a:lnTo>
                    <a:lnTo>
                      <a:pt x="862" y="106"/>
                    </a:lnTo>
                    <a:lnTo>
                      <a:pt x="864" y="106"/>
                    </a:lnTo>
                    <a:lnTo>
                      <a:pt x="864" y="102"/>
                    </a:lnTo>
                    <a:lnTo>
                      <a:pt x="862" y="102"/>
                    </a:lnTo>
                    <a:lnTo>
                      <a:pt x="858" y="102"/>
                    </a:lnTo>
                    <a:lnTo>
                      <a:pt x="858" y="106"/>
                    </a:lnTo>
                    <a:lnTo>
                      <a:pt x="854" y="106"/>
                    </a:lnTo>
                    <a:lnTo>
                      <a:pt x="850" y="106"/>
                    </a:lnTo>
                    <a:lnTo>
                      <a:pt x="846" y="102"/>
                    </a:lnTo>
                    <a:lnTo>
                      <a:pt x="842" y="102"/>
                    </a:lnTo>
                    <a:lnTo>
                      <a:pt x="838" y="98"/>
                    </a:lnTo>
                    <a:lnTo>
                      <a:pt x="842" y="98"/>
                    </a:lnTo>
                    <a:lnTo>
                      <a:pt x="842" y="94"/>
                    </a:lnTo>
                    <a:lnTo>
                      <a:pt x="838" y="94"/>
                    </a:lnTo>
                    <a:lnTo>
                      <a:pt x="834" y="94"/>
                    </a:lnTo>
                    <a:lnTo>
                      <a:pt x="832" y="94"/>
                    </a:lnTo>
                    <a:lnTo>
                      <a:pt x="828" y="94"/>
                    </a:lnTo>
                    <a:lnTo>
                      <a:pt x="824" y="90"/>
                    </a:lnTo>
                    <a:lnTo>
                      <a:pt x="820" y="86"/>
                    </a:lnTo>
                    <a:lnTo>
                      <a:pt x="816" y="86"/>
                    </a:lnTo>
                    <a:lnTo>
                      <a:pt x="816" y="82"/>
                    </a:lnTo>
                    <a:lnTo>
                      <a:pt x="820" y="82"/>
                    </a:lnTo>
                    <a:lnTo>
                      <a:pt x="824" y="82"/>
                    </a:lnTo>
                    <a:lnTo>
                      <a:pt x="828" y="82"/>
                    </a:lnTo>
                    <a:lnTo>
                      <a:pt x="832" y="82"/>
                    </a:lnTo>
                    <a:lnTo>
                      <a:pt x="834" y="82"/>
                    </a:lnTo>
                    <a:lnTo>
                      <a:pt x="838" y="82"/>
                    </a:lnTo>
                    <a:lnTo>
                      <a:pt x="842" y="82"/>
                    </a:lnTo>
                    <a:lnTo>
                      <a:pt x="846" y="82"/>
                    </a:lnTo>
                    <a:lnTo>
                      <a:pt x="850" y="82"/>
                    </a:lnTo>
                    <a:lnTo>
                      <a:pt x="850" y="78"/>
                    </a:lnTo>
                    <a:lnTo>
                      <a:pt x="854" y="78"/>
                    </a:lnTo>
                    <a:lnTo>
                      <a:pt x="858" y="78"/>
                    </a:lnTo>
                    <a:lnTo>
                      <a:pt x="862" y="78"/>
                    </a:lnTo>
                    <a:lnTo>
                      <a:pt x="864" y="78"/>
                    </a:lnTo>
                    <a:lnTo>
                      <a:pt x="868" y="78"/>
                    </a:lnTo>
                    <a:lnTo>
                      <a:pt x="872" y="78"/>
                    </a:lnTo>
                    <a:lnTo>
                      <a:pt x="876" y="78"/>
                    </a:lnTo>
                    <a:lnTo>
                      <a:pt x="880" y="78"/>
                    </a:lnTo>
                    <a:lnTo>
                      <a:pt x="884" y="78"/>
                    </a:lnTo>
                    <a:lnTo>
                      <a:pt x="888" y="78"/>
                    </a:lnTo>
                    <a:lnTo>
                      <a:pt x="890" y="78"/>
                    </a:lnTo>
                    <a:lnTo>
                      <a:pt x="890" y="76"/>
                    </a:lnTo>
                    <a:lnTo>
                      <a:pt x="888" y="76"/>
                    </a:lnTo>
                    <a:lnTo>
                      <a:pt x="880" y="76"/>
                    </a:lnTo>
                    <a:lnTo>
                      <a:pt x="876" y="76"/>
                    </a:lnTo>
                    <a:lnTo>
                      <a:pt x="872" y="76"/>
                    </a:lnTo>
                    <a:lnTo>
                      <a:pt x="868" y="76"/>
                    </a:lnTo>
                    <a:lnTo>
                      <a:pt x="864" y="76"/>
                    </a:lnTo>
                    <a:lnTo>
                      <a:pt x="868" y="76"/>
                    </a:lnTo>
                    <a:lnTo>
                      <a:pt x="872" y="76"/>
                    </a:lnTo>
                    <a:lnTo>
                      <a:pt x="876" y="72"/>
                    </a:lnTo>
                    <a:lnTo>
                      <a:pt x="880" y="72"/>
                    </a:lnTo>
                    <a:lnTo>
                      <a:pt x="884" y="72"/>
                    </a:lnTo>
                    <a:lnTo>
                      <a:pt x="888" y="72"/>
                    </a:lnTo>
                    <a:lnTo>
                      <a:pt x="890" y="72"/>
                    </a:lnTo>
                    <a:lnTo>
                      <a:pt x="894" y="72"/>
                    </a:lnTo>
                    <a:lnTo>
                      <a:pt x="902" y="68"/>
                    </a:lnTo>
                    <a:lnTo>
                      <a:pt x="906" y="68"/>
                    </a:lnTo>
                    <a:lnTo>
                      <a:pt x="910" y="68"/>
                    </a:lnTo>
                    <a:lnTo>
                      <a:pt x="914" y="68"/>
                    </a:lnTo>
                    <a:lnTo>
                      <a:pt x="910" y="68"/>
                    </a:lnTo>
                    <a:lnTo>
                      <a:pt x="906" y="68"/>
                    </a:lnTo>
                    <a:lnTo>
                      <a:pt x="902" y="68"/>
                    </a:lnTo>
                    <a:lnTo>
                      <a:pt x="898" y="68"/>
                    </a:lnTo>
                    <a:lnTo>
                      <a:pt x="894" y="68"/>
                    </a:lnTo>
                    <a:lnTo>
                      <a:pt x="890" y="68"/>
                    </a:lnTo>
                    <a:lnTo>
                      <a:pt x="884" y="68"/>
                    </a:lnTo>
                    <a:lnTo>
                      <a:pt x="880" y="68"/>
                    </a:lnTo>
                    <a:lnTo>
                      <a:pt x="876" y="68"/>
                    </a:lnTo>
                    <a:lnTo>
                      <a:pt x="876" y="64"/>
                    </a:lnTo>
                    <a:lnTo>
                      <a:pt x="880" y="64"/>
                    </a:lnTo>
                    <a:lnTo>
                      <a:pt x="884" y="64"/>
                    </a:lnTo>
                    <a:lnTo>
                      <a:pt x="884" y="60"/>
                    </a:lnTo>
                    <a:lnTo>
                      <a:pt x="888" y="60"/>
                    </a:lnTo>
                    <a:lnTo>
                      <a:pt x="890" y="56"/>
                    </a:lnTo>
                    <a:lnTo>
                      <a:pt x="894" y="56"/>
                    </a:lnTo>
                    <a:lnTo>
                      <a:pt x="898" y="56"/>
                    </a:lnTo>
                    <a:lnTo>
                      <a:pt x="902" y="52"/>
                    </a:lnTo>
                    <a:lnTo>
                      <a:pt x="906" y="52"/>
                    </a:lnTo>
                    <a:lnTo>
                      <a:pt x="910" y="52"/>
                    </a:lnTo>
                    <a:lnTo>
                      <a:pt x="906" y="52"/>
                    </a:lnTo>
                    <a:lnTo>
                      <a:pt x="902" y="52"/>
                    </a:lnTo>
                    <a:lnTo>
                      <a:pt x="898" y="52"/>
                    </a:lnTo>
                    <a:lnTo>
                      <a:pt x="894" y="52"/>
                    </a:lnTo>
                    <a:lnTo>
                      <a:pt x="890" y="56"/>
                    </a:lnTo>
                    <a:lnTo>
                      <a:pt x="888" y="56"/>
                    </a:lnTo>
                    <a:lnTo>
                      <a:pt x="884" y="56"/>
                    </a:lnTo>
                    <a:lnTo>
                      <a:pt x="884" y="60"/>
                    </a:lnTo>
                    <a:lnTo>
                      <a:pt x="880" y="60"/>
                    </a:lnTo>
                    <a:lnTo>
                      <a:pt x="876" y="60"/>
                    </a:lnTo>
                    <a:lnTo>
                      <a:pt x="872" y="60"/>
                    </a:lnTo>
                    <a:lnTo>
                      <a:pt x="868" y="60"/>
                    </a:lnTo>
                    <a:lnTo>
                      <a:pt x="872" y="60"/>
                    </a:lnTo>
                    <a:lnTo>
                      <a:pt x="876" y="60"/>
                    </a:lnTo>
                    <a:lnTo>
                      <a:pt x="876" y="64"/>
                    </a:lnTo>
                    <a:lnTo>
                      <a:pt x="872" y="64"/>
                    </a:lnTo>
                    <a:lnTo>
                      <a:pt x="876" y="64"/>
                    </a:lnTo>
                    <a:lnTo>
                      <a:pt x="872" y="68"/>
                    </a:lnTo>
                    <a:lnTo>
                      <a:pt x="868" y="72"/>
                    </a:lnTo>
                    <a:lnTo>
                      <a:pt x="864" y="72"/>
                    </a:lnTo>
                    <a:lnTo>
                      <a:pt x="862" y="72"/>
                    </a:lnTo>
                    <a:lnTo>
                      <a:pt x="858" y="72"/>
                    </a:lnTo>
                    <a:lnTo>
                      <a:pt x="854" y="72"/>
                    </a:lnTo>
                    <a:lnTo>
                      <a:pt x="854" y="76"/>
                    </a:lnTo>
                    <a:lnTo>
                      <a:pt x="850" y="76"/>
                    </a:lnTo>
                    <a:lnTo>
                      <a:pt x="842" y="76"/>
                    </a:lnTo>
                    <a:lnTo>
                      <a:pt x="838" y="76"/>
                    </a:lnTo>
                    <a:lnTo>
                      <a:pt x="834" y="76"/>
                    </a:lnTo>
                    <a:lnTo>
                      <a:pt x="828" y="78"/>
                    </a:lnTo>
                    <a:lnTo>
                      <a:pt x="824" y="78"/>
                    </a:lnTo>
                    <a:lnTo>
                      <a:pt x="820" y="78"/>
                    </a:lnTo>
                    <a:lnTo>
                      <a:pt x="820" y="78"/>
                    </a:lnTo>
                    <a:lnTo>
                      <a:pt x="820" y="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5" name="Freeform 69"/>
              <p:cNvSpPr>
                <a:spLocks/>
              </p:cNvSpPr>
              <p:nvPr/>
            </p:nvSpPr>
            <p:spPr bwMode="gray">
              <a:xfrm>
                <a:off x="2688479" y="4185718"/>
                <a:ext cx="83485" cy="97398"/>
              </a:xfrm>
              <a:custGeom>
                <a:avLst/>
                <a:gdLst>
                  <a:gd name="T0" fmla="*/ 6 w 48"/>
                  <a:gd name="T1" fmla="*/ 22 h 56"/>
                  <a:gd name="T2" fmla="*/ 2 w 48"/>
                  <a:gd name="T3" fmla="*/ 22 h 56"/>
                  <a:gd name="T4" fmla="*/ 2 w 48"/>
                  <a:gd name="T5" fmla="*/ 18 h 56"/>
                  <a:gd name="T6" fmla="*/ 0 w 48"/>
                  <a:gd name="T7" fmla="*/ 16 h 56"/>
                  <a:gd name="T8" fmla="*/ 2 w 48"/>
                  <a:gd name="T9" fmla="*/ 12 h 56"/>
                  <a:gd name="T10" fmla="*/ 0 w 48"/>
                  <a:gd name="T11" fmla="*/ 8 h 56"/>
                  <a:gd name="T12" fmla="*/ 0 w 48"/>
                  <a:gd name="T13" fmla="*/ 4 h 56"/>
                  <a:gd name="T14" fmla="*/ 2 w 48"/>
                  <a:gd name="T15" fmla="*/ 4 h 56"/>
                  <a:gd name="T16" fmla="*/ 2 w 48"/>
                  <a:gd name="T17" fmla="*/ 0 h 56"/>
                  <a:gd name="T18" fmla="*/ 6 w 48"/>
                  <a:gd name="T19" fmla="*/ 4 h 56"/>
                  <a:gd name="T20" fmla="*/ 10 w 48"/>
                  <a:gd name="T21" fmla="*/ 4 h 56"/>
                  <a:gd name="T22" fmla="*/ 18 w 48"/>
                  <a:gd name="T23" fmla="*/ 4 h 56"/>
                  <a:gd name="T24" fmla="*/ 26 w 48"/>
                  <a:gd name="T25" fmla="*/ 8 h 56"/>
                  <a:gd name="T26" fmla="*/ 26 w 48"/>
                  <a:gd name="T27" fmla="*/ 8 h 56"/>
                  <a:gd name="T28" fmla="*/ 28 w 48"/>
                  <a:gd name="T29" fmla="*/ 8 h 56"/>
                  <a:gd name="T30" fmla="*/ 28 w 48"/>
                  <a:gd name="T31" fmla="*/ 8 h 56"/>
                  <a:gd name="T32" fmla="*/ 32 w 48"/>
                  <a:gd name="T33" fmla="*/ 4 h 56"/>
                  <a:gd name="T34" fmla="*/ 32 w 48"/>
                  <a:gd name="T35" fmla="*/ 8 h 56"/>
                  <a:gd name="T36" fmla="*/ 32 w 48"/>
                  <a:gd name="T37" fmla="*/ 8 h 56"/>
                  <a:gd name="T38" fmla="*/ 36 w 48"/>
                  <a:gd name="T39" fmla="*/ 16 h 56"/>
                  <a:gd name="T40" fmla="*/ 40 w 48"/>
                  <a:gd name="T41" fmla="*/ 22 h 56"/>
                  <a:gd name="T42" fmla="*/ 44 w 48"/>
                  <a:gd name="T43" fmla="*/ 26 h 56"/>
                  <a:gd name="T44" fmla="*/ 48 w 48"/>
                  <a:gd name="T45" fmla="*/ 30 h 56"/>
                  <a:gd name="T46" fmla="*/ 44 w 48"/>
                  <a:gd name="T47" fmla="*/ 30 h 56"/>
                  <a:gd name="T48" fmla="*/ 44 w 48"/>
                  <a:gd name="T49" fmla="*/ 26 h 56"/>
                  <a:gd name="T50" fmla="*/ 40 w 48"/>
                  <a:gd name="T51" fmla="*/ 38 h 56"/>
                  <a:gd name="T52" fmla="*/ 44 w 48"/>
                  <a:gd name="T53" fmla="*/ 40 h 56"/>
                  <a:gd name="T54" fmla="*/ 40 w 48"/>
                  <a:gd name="T55" fmla="*/ 40 h 56"/>
                  <a:gd name="T56" fmla="*/ 40 w 48"/>
                  <a:gd name="T57" fmla="*/ 44 h 56"/>
                  <a:gd name="T58" fmla="*/ 40 w 48"/>
                  <a:gd name="T59" fmla="*/ 48 h 56"/>
                  <a:gd name="T60" fmla="*/ 40 w 48"/>
                  <a:gd name="T61" fmla="*/ 48 h 56"/>
                  <a:gd name="T62" fmla="*/ 40 w 48"/>
                  <a:gd name="T63" fmla="*/ 52 h 56"/>
                  <a:gd name="T64" fmla="*/ 40 w 48"/>
                  <a:gd name="T65" fmla="*/ 56 h 56"/>
                  <a:gd name="T66" fmla="*/ 40 w 48"/>
                  <a:gd name="T67" fmla="*/ 52 h 56"/>
                  <a:gd name="T68" fmla="*/ 36 w 48"/>
                  <a:gd name="T69" fmla="*/ 48 h 56"/>
                  <a:gd name="T70" fmla="*/ 36 w 48"/>
                  <a:gd name="T71" fmla="*/ 44 h 56"/>
                  <a:gd name="T72" fmla="*/ 36 w 48"/>
                  <a:gd name="T73" fmla="*/ 40 h 56"/>
                  <a:gd name="T74" fmla="*/ 32 w 48"/>
                  <a:gd name="T75" fmla="*/ 44 h 56"/>
                  <a:gd name="T76" fmla="*/ 36 w 48"/>
                  <a:gd name="T77" fmla="*/ 44 h 56"/>
                  <a:gd name="T78" fmla="*/ 36 w 48"/>
                  <a:gd name="T79" fmla="*/ 48 h 56"/>
                  <a:gd name="T80" fmla="*/ 36 w 48"/>
                  <a:gd name="T81" fmla="*/ 48 h 56"/>
                  <a:gd name="T82" fmla="*/ 32 w 48"/>
                  <a:gd name="T83" fmla="*/ 48 h 56"/>
                  <a:gd name="T84" fmla="*/ 28 w 48"/>
                  <a:gd name="T85" fmla="*/ 44 h 56"/>
                  <a:gd name="T86" fmla="*/ 32 w 48"/>
                  <a:gd name="T87" fmla="*/ 38 h 56"/>
                  <a:gd name="T88" fmla="*/ 28 w 48"/>
                  <a:gd name="T89" fmla="*/ 34 h 56"/>
                  <a:gd name="T90" fmla="*/ 26 w 48"/>
                  <a:gd name="T91" fmla="*/ 30 h 56"/>
                  <a:gd name="T92" fmla="*/ 22 w 48"/>
                  <a:gd name="T93" fmla="*/ 30 h 56"/>
                  <a:gd name="T94" fmla="*/ 18 w 48"/>
                  <a:gd name="T95" fmla="*/ 26 h 56"/>
                  <a:gd name="T96" fmla="*/ 18 w 48"/>
                  <a:gd name="T97" fmla="*/ 26 h 56"/>
                  <a:gd name="T98" fmla="*/ 14 w 48"/>
                  <a:gd name="T99" fmla="*/ 22 h 56"/>
                  <a:gd name="T100" fmla="*/ 10 w 48"/>
                  <a:gd name="T101" fmla="*/ 18 h 56"/>
                  <a:gd name="T102" fmla="*/ 10 w 48"/>
                  <a:gd name="T103" fmla="*/ 18 h 56"/>
                  <a:gd name="T104" fmla="*/ 10 w 48"/>
                  <a:gd name="T105" fmla="*/ 18 h 56"/>
                  <a:gd name="T106" fmla="*/ 14 w 48"/>
                  <a:gd name="T107" fmla="*/ 22 h 56"/>
                  <a:gd name="T108" fmla="*/ 10 w 48"/>
                  <a:gd name="T109" fmla="*/ 26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8" h="56">
                    <a:moveTo>
                      <a:pt x="10" y="26"/>
                    </a:moveTo>
                    <a:lnTo>
                      <a:pt x="6" y="26"/>
                    </a:lnTo>
                    <a:lnTo>
                      <a:pt x="6" y="22"/>
                    </a:lnTo>
                    <a:lnTo>
                      <a:pt x="6" y="22"/>
                    </a:lnTo>
                    <a:lnTo>
                      <a:pt x="6" y="22"/>
                    </a:lnTo>
                    <a:lnTo>
                      <a:pt x="2" y="22"/>
                    </a:lnTo>
                    <a:lnTo>
                      <a:pt x="2" y="22"/>
                    </a:lnTo>
                    <a:lnTo>
                      <a:pt x="2" y="22"/>
                    </a:lnTo>
                    <a:lnTo>
                      <a:pt x="2" y="22"/>
                    </a:lnTo>
                    <a:lnTo>
                      <a:pt x="2" y="22"/>
                    </a:lnTo>
                    <a:lnTo>
                      <a:pt x="2" y="22"/>
                    </a:lnTo>
                    <a:lnTo>
                      <a:pt x="2" y="18"/>
                    </a:lnTo>
                    <a:lnTo>
                      <a:pt x="2" y="18"/>
                    </a:lnTo>
                    <a:lnTo>
                      <a:pt x="0" y="18"/>
                    </a:lnTo>
                    <a:lnTo>
                      <a:pt x="0" y="18"/>
                    </a:lnTo>
                    <a:lnTo>
                      <a:pt x="0" y="16"/>
                    </a:lnTo>
                    <a:lnTo>
                      <a:pt x="0" y="16"/>
                    </a:lnTo>
                    <a:lnTo>
                      <a:pt x="0" y="16"/>
                    </a:lnTo>
                    <a:lnTo>
                      <a:pt x="2" y="12"/>
                    </a:lnTo>
                    <a:lnTo>
                      <a:pt x="2" y="12"/>
                    </a:lnTo>
                    <a:lnTo>
                      <a:pt x="2" y="8"/>
                    </a:lnTo>
                    <a:lnTo>
                      <a:pt x="2" y="8"/>
                    </a:lnTo>
                    <a:lnTo>
                      <a:pt x="2" y="8"/>
                    </a:lnTo>
                    <a:lnTo>
                      <a:pt x="0" y="8"/>
                    </a:lnTo>
                    <a:lnTo>
                      <a:pt x="0" y="4"/>
                    </a:lnTo>
                    <a:lnTo>
                      <a:pt x="0" y="4"/>
                    </a:lnTo>
                    <a:lnTo>
                      <a:pt x="0" y="4"/>
                    </a:lnTo>
                    <a:lnTo>
                      <a:pt x="0" y="4"/>
                    </a:lnTo>
                    <a:lnTo>
                      <a:pt x="2" y="4"/>
                    </a:lnTo>
                    <a:lnTo>
                      <a:pt x="2" y="4"/>
                    </a:lnTo>
                    <a:lnTo>
                      <a:pt x="2" y="4"/>
                    </a:lnTo>
                    <a:lnTo>
                      <a:pt x="2" y="4"/>
                    </a:lnTo>
                    <a:lnTo>
                      <a:pt x="2" y="4"/>
                    </a:lnTo>
                    <a:lnTo>
                      <a:pt x="2" y="4"/>
                    </a:lnTo>
                    <a:lnTo>
                      <a:pt x="2" y="0"/>
                    </a:lnTo>
                    <a:lnTo>
                      <a:pt x="2" y="0"/>
                    </a:lnTo>
                    <a:lnTo>
                      <a:pt x="2" y="0"/>
                    </a:lnTo>
                    <a:lnTo>
                      <a:pt x="6" y="0"/>
                    </a:lnTo>
                    <a:lnTo>
                      <a:pt x="6" y="0"/>
                    </a:lnTo>
                    <a:lnTo>
                      <a:pt x="6" y="4"/>
                    </a:lnTo>
                    <a:lnTo>
                      <a:pt x="10" y="4"/>
                    </a:lnTo>
                    <a:lnTo>
                      <a:pt x="10" y="4"/>
                    </a:lnTo>
                    <a:lnTo>
                      <a:pt x="10" y="4"/>
                    </a:lnTo>
                    <a:lnTo>
                      <a:pt x="10" y="4"/>
                    </a:lnTo>
                    <a:lnTo>
                      <a:pt x="10" y="4"/>
                    </a:lnTo>
                    <a:lnTo>
                      <a:pt x="10" y="4"/>
                    </a:lnTo>
                    <a:lnTo>
                      <a:pt x="14" y="4"/>
                    </a:lnTo>
                    <a:lnTo>
                      <a:pt x="18" y="4"/>
                    </a:lnTo>
                    <a:lnTo>
                      <a:pt x="22" y="4"/>
                    </a:lnTo>
                    <a:lnTo>
                      <a:pt x="22" y="4"/>
                    </a:lnTo>
                    <a:lnTo>
                      <a:pt x="22" y="8"/>
                    </a:lnTo>
                    <a:lnTo>
                      <a:pt x="26" y="8"/>
                    </a:lnTo>
                    <a:lnTo>
                      <a:pt x="26" y="8"/>
                    </a:lnTo>
                    <a:lnTo>
                      <a:pt x="26" y="8"/>
                    </a:lnTo>
                    <a:lnTo>
                      <a:pt x="26" y="8"/>
                    </a:lnTo>
                    <a:lnTo>
                      <a:pt x="26" y="8"/>
                    </a:lnTo>
                    <a:lnTo>
                      <a:pt x="26" y="8"/>
                    </a:lnTo>
                    <a:lnTo>
                      <a:pt x="26" y="8"/>
                    </a:lnTo>
                    <a:lnTo>
                      <a:pt x="28" y="8"/>
                    </a:lnTo>
                    <a:lnTo>
                      <a:pt x="28" y="8"/>
                    </a:lnTo>
                    <a:lnTo>
                      <a:pt x="28" y="8"/>
                    </a:lnTo>
                    <a:lnTo>
                      <a:pt x="28" y="8"/>
                    </a:lnTo>
                    <a:lnTo>
                      <a:pt x="28" y="8"/>
                    </a:lnTo>
                    <a:lnTo>
                      <a:pt x="28" y="8"/>
                    </a:lnTo>
                    <a:lnTo>
                      <a:pt x="28" y="8"/>
                    </a:lnTo>
                    <a:lnTo>
                      <a:pt x="32" y="8"/>
                    </a:lnTo>
                    <a:lnTo>
                      <a:pt x="32" y="8"/>
                    </a:lnTo>
                    <a:lnTo>
                      <a:pt x="32" y="4"/>
                    </a:lnTo>
                    <a:lnTo>
                      <a:pt x="32" y="4"/>
                    </a:lnTo>
                    <a:lnTo>
                      <a:pt x="32" y="4"/>
                    </a:lnTo>
                    <a:lnTo>
                      <a:pt x="32" y="4"/>
                    </a:lnTo>
                    <a:lnTo>
                      <a:pt x="32" y="8"/>
                    </a:lnTo>
                    <a:lnTo>
                      <a:pt x="32" y="8"/>
                    </a:lnTo>
                    <a:lnTo>
                      <a:pt x="32" y="8"/>
                    </a:lnTo>
                    <a:lnTo>
                      <a:pt x="32" y="8"/>
                    </a:lnTo>
                    <a:lnTo>
                      <a:pt x="32" y="8"/>
                    </a:lnTo>
                    <a:lnTo>
                      <a:pt x="32" y="12"/>
                    </a:lnTo>
                    <a:lnTo>
                      <a:pt x="32" y="12"/>
                    </a:lnTo>
                    <a:lnTo>
                      <a:pt x="32" y="16"/>
                    </a:lnTo>
                    <a:lnTo>
                      <a:pt x="36" y="16"/>
                    </a:lnTo>
                    <a:lnTo>
                      <a:pt x="40" y="22"/>
                    </a:lnTo>
                    <a:lnTo>
                      <a:pt x="40" y="22"/>
                    </a:lnTo>
                    <a:lnTo>
                      <a:pt x="40" y="22"/>
                    </a:lnTo>
                    <a:lnTo>
                      <a:pt x="40" y="22"/>
                    </a:lnTo>
                    <a:lnTo>
                      <a:pt x="40" y="22"/>
                    </a:lnTo>
                    <a:lnTo>
                      <a:pt x="40" y="22"/>
                    </a:lnTo>
                    <a:lnTo>
                      <a:pt x="44" y="26"/>
                    </a:lnTo>
                    <a:lnTo>
                      <a:pt x="44" y="26"/>
                    </a:lnTo>
                    <a:lnTo>
                      <a:pt x="44" y="26"/>
                    </a:lnTo>
                    <a:lnTo>
                      <a:pt x="44" y="26"/>
                    </a:lnTo>
                    <a:lnTo>
                      <a:pt x="48" y="26"/>
                    </a:lnTo>
                    <a:lnTo>
                      <a:pt x="48" y="30"/>
                    </a:lnTo>
                    <a:lnTo>
                      <a:pt x="48" y="30"/>
                    </a:lnTo>
                    <a:lnTo>
                      <a:pt x="48" y="30"/>
                    </a:lnTo>
                    <a:lnTo>
                      <a:pt x="44" y="30"/>
                    </a:lnTo>
                    <a:lnTo>
                      <a:pt x="44" y="30"/>
                    </a:lnTo>
                    <a:lnTo>
                      <a:pt x="44" y="30"/>
                    </a:lnTo>
                    <a:lnTo>
                      <a:pt x="44" y="26"/>
                    </a:lnTo>
                    <a:lnTo>
                      <a:pt x="44" y="26"/>
                    </a:lnTo>
                    <a:lnTo>
                      <a:pt x="44" y="26"/>
                    </a:lnTo>
                    <a:lnTo>
                      <a:pt x="44" y="26"/>
                    </a:lnTo>
                    <a:lnTo>
                      <a:pt x="40" y="30"/>
                    </a:lnTo>
                    <a:lnTo>
                      <a:pt x="40" y="34"/>
                    </a:lnTo>
                    <a:lnTo>
                      <a:pt x="40" y="38"/>
                    </a:lnTo>
                    <a:lnTo>
                      <a:pt x="40" y="38"/>
                    </a:lnTo>
                    <a:lnTo>
                      <a:pt x="44" y="38"/>
                    </a:lnTo>
                    <a:lnTo>
                      <a:pt x="44" y="40"/>
                    </a:lnTo>
                    <a:lnTo>
                      <a:pt x="44" y="40"/>
                    </a:lnTo>
                    <a:lnTo>
                      <a:pt x="44" y="40"/>
                    </a:lnTo>
                    <a:lnTo>
                      <a:pt x="44" y="40"/>
                    </a:lnTo>
                    <a:lnTo>
                      <a:pt x="44" y="40"/>
                    </a:lnTo>
                    <a:lnTo>
                      <a:pt x="40" y="40"/>
                    </a:lnTo>
                    <a:lnTo>
                      <a:pt x="40" y="40"/>
                    </a:lnTo>
                    <a:lnTo>
                      <a:pt x="40" y="40"/>
                    </a:lnTo>
                    <a:lnTo>
                      <a:pt x="40" y="44"/>
                    </a:lnTo>
                    <a:lnTo>
                      <a:pt x="40" y="44"/>
                    </a:lnTo>
                    <a:lnTo>
                      <a:pt x="44" y="44"/>
                    </a:lnTo>
                    <a:lnTo>
                      <a:pt x="44" y="44"/>
                    </a:lnTo>
                    <a:lnTo>
                      <a:pt x="44" y="48"/>
                    </a:lnTo>
                    <a:lnTo>
                      <a:pt x="40" y="48"/>
                    </a:lnTo>
                    <a:lnTo>
                      <a:pt x="40" y="48"/>
                    </a:lnTo>
                    <a:lnTo>
                      <a:pt x="40" y="48"/>
                    </a:lnTo>
                    <a:lnTo>
                      <a:pt x="40" y="48"/>
                    </a:lnTo>
                    <a:lnTo>
                      <a:pt x="40" y="48"/>
                    </a:lnTo>
                    <a:lnTo>
                      <a:pt x="40" y="48"/>
                    </a:lnTo>
                    <a:lnTo>
                      <a:pt x="40" y="52"/>
                    </a:lnTo>
                    <a:lnTo>
                      <a:pt x="40" y="52"/>
                    </a:lnTo>
                    <a:lnTo>
                      <a:pt x="40" y="52"/>
                    </a:lnTo>
                    <a:lnTo>
                      <a:pt x="40" y="52"/>
                    </a:lnTo>
                    <a:lnTo>
                      <a:pt x="40" y="52"/>
                    </a:lnTo>
                    <a:lnTo>
                      <a:pt x="40" y="56"/>
                    </a:lnTo>
                    <a:lnTo>
                      <a:pt x="40" y="56"/>
                    </a:lnTo>
                    <a:lnTo>
                      <a:pt x="40" y="52"/>
                    </a:lnTo>
                    <a:lnTo>
                      <a:pt x="40" y="52"/>
                    </a:lnTo>
                    <a:lnTo>
                      <a:pt x="40" y="52"/>
                    </a:lnTo>
                    <a:lnTo>
                      <a:pt x="40" y="52"/>
                    </a:lnTo>
                    <a:lnTo>
                      <a:pt x="40" y="48"/>
                    </a:lnTo>
                    <a:lnTo>
                      <a:pt x="40" y="48"/>
                    </a:lnTo>
                    <a:lnTo>
                      <a:pt x="40" y="48"/>
                    </a:lnTo>
                    <a:lnTo>
                      <a:pt x="36" y="48"/>
                    </a:lnTo>
                    <a:lnTo>
                      <a:pt x="40" y="48"/>
                    </a:lnTo>
                    <a:lnTo>
                      <a:pt x="40" y="48"/>
                    </a:lnTo>
                    <a:lnTo>
                      <a:pt x="40" y="48"/>
                    </a:lnTo>
                    <a:lnTo>
                      <a:pt x="36" y="44"/>
                    </a:lnTo>
                    <a:lnTo>
                      <a:pt x="36" y="44"/>
                    </a:lnTo>
                    <a:lnTo>
                      <a:pt x="36" y="44"/>
                    </a:lnTo>
                    <a:lnTo>
                      <a:pt x="36" y="44"/>
                    </a:lnTo>
                    <a:lnTo>
                      <a:pt x="36" y="40"/>
                    </a:lnTo>
                    <a:lnTo>
                      <a:pt x="36" y="40"/>
                    </a:lnTo>
                    <a:lnTo>
                      <a:pt x="32" y="40"/>
                    </a:lnTo>
                    <a:lnTo>
                      <a:pt x="32" y="44"/>
                    </a:lnTo>
                    <a:lnTo>
                      <a:pt x="32" y="44"/>
                    </a:lnTo>
                    <a:lnTo>
                      <a:pt x="36" y="44"/>
                    </a:lnTo>
                    <a:lnTo>
                      <a:pt x="36" y="44"/>
                    </a:lnTo>
                    <a:lnTo>
                      <a:pt x="36" y="44"/>
                    </a:lnTo>
                    <a:lnTo>
                      <a:pt x="36" y="44"/>
                    </a:lnTo>
                    <a:lnTo>
                      <a:pt x="36" y="44"/>
                    </a:lnTo>
                    <a:lnTo>
                      <a:pt x="36" y="48"/>
                    </a:lnTo>
                    <a:lnTo>
                      <a:pt x="36" y="48"/>
                    </a:lnTo>
                    <a:lnTo>
                      <a:pt x="36" y="48"/>
                    </a:lnTo>
                    <a:lnTo>
                      <a:pt x="36" y="48"/>
                    </a:lnTo>
                    <a:lnTo>
                      <a:pt x="36" y="48"/>
                    </a:lnTo>
                    <a:lnTo>
                      <a:pt x="36" y="48"/>
                    </a:lnTo>
                    <a:lnTo>
                      <a:pt x="36" y="48"/>
                    </a:lnTo>
                    <a:lnTo>
                      <a:pt x="32" y="48"/>
                    </a:lnTo>
                    <a:lnTo>
                      <a:pt x="32" y="48"/>
                    </a:lnTo>
                    <a:lnTo>
                      <a:pt x="32" y="48"/>
                    </a:lnTo>
                    <a:lnTo>
                      <a:pt x="32" y="48"/>
                    </a:lnTo>
                    <a:lnTo>
                      <a:pt x="28" y="44"/>
                    </a:lnTo>
                    <a:lnTo>
                      <a:pt x="28" y="44"/>
                    </a:lnTo>
                    <a:lnTo>
                      <a:pt x="28" y="44"/>
                    </a:lnTo>
                    <a:lnTo>
                      <a:pt x="28" y="44"/>
                    </a:lnTo>
                    <a:lnTo>
                      <a:pt x="28" y="44"/>
                    </a:lnTo>
                    <a:lnTo>
                      <a:pt x="32" y="40"/>
                    </a:lnTo>
                    <a:lnTo>
                      <a:pt x="32" y="40"/>
                    </a:lnTo>
                    <a:lnTo>
                      <a:pt x="32" y="38"/>
                    </a:lnTo>
                    <a:lnTo>
                      <a:pt x="32" y="38"/>
                    </a:lnTo>
                    <a:lnTo>
                      <a:pt x="28" y="38"/>
                    </a:lnTo>
                    <a:lnTo>
                      <a:pt x="28" y="38"/>
                    </a:lnTo>
                    <a:lnTo>
                      <a:pt x="28" y="34"/>
                    </a:lnTo>
                    <a:lnTo>
                      <a:pt x="26" y="34"/>
                    </a:lnTo>
                    <a:lnTo>
                      <a:pt x="26" y="34"/>
                    </a:lnTo>
                    <a:lnTo>
                      <a:pt x="26" y="34"/>
                    </a:lnTo>
                    <a:lnTo>
                      <a:pt x="26" y="30"/>
                    </a:lnTo>
                    <a:lnTo>
                      <a:pt x="26" y="30"/>
                    </a:lnTo>
                    <a:lnTo>
                      <a:pt x="26" y="30"/>
                    </a:lnTo>
                    <a:lnTo>
                      <a:pt x="22" y="30"/>
                    </a:lnTo>
                    <a:lnTo>
                      <a:pt x="22" y="30"/>
                    </a:lnTo>
                    <a:lnTo>
                      <a:pt x="18" y="30"/>
                    </a:lnTo>
                    <a:lnTo>
                      <a:pt x="18" y="30"/>
                    </a:lnTo>
                    <a:lnTo>
                      <a:pt x="18" y="30"/>
                    </a:lnTo>
                    <a:lnTo>
                      <a:pt x="18" y="26"/>
                    </a:lnTo>
                    <a:lnTo>
                      <a:pt x="18" y="26"/>
                    </a:lnTo>
                    <a:lnTo>
                      <a:pt x="18" y="26"/>
                    </a:lnTo>
                    <a:lnTo>
                      <a:pt x="18" y="26"/>
                    </a:lnTo>
                    <a:lnTo>
                      <a:pt x="18" y="26"/>
                    </a:lnTo>
                    <a:lnTo>
                      <a:pt x="18" y="26"/>
                    </a:lnTo>
                    <a:lnTo>
                      <a:pt x="18" y="22"/>
                    </a:lnTo>
                    <a:lnTo>
                      <a:pt x="14" y="22"/>
                    </a:lnTo>
                    <a:lnTo>
                      <a:pt x="14" y="22"/>
                    </a:lnTo>
                    <a:lnTo>
                      <a:pt x="14" y="22"/>
                    </a:lnTo>
                    <a:lnTo>
                      <a:pt x="14" y="22"/>
                    </a:lnTo>
                    <a:lnTo>
                      <a:pt x="14" y="18"/>
                    </a:lnTo>
                    <a:lnTo>
                      <a:pt x="10" y="18"/>
                    </a:lnTo>
                    <a:lnTo>
                      <a:pt x="10" y="18"/>
                    </a:lnTo>
                    <a:lnTo>
                      <a:pt x="10" y="18"/>
                    </a:lnTo>
                    <a:lnTo>
                      <a:pt x="10" y="18"/>
                    </a:lnTo>
                    <a:lnTo>
                      <a:pt x="10" y="18"/>
                    </a:lnTo>
                    <a:lnTo>
                      <a:pt x="10" y="18"/>
                    </a:lnTo>
                    <a:lnTo>
                      <a:pt x="10" y="18"/>
                    </a:lnTo>
                    <a:lnTo>
                      <a:pt x="10" y="18"/>
                    </a:lnTo>
                    <a:lnTo>
                      <a:pt x="10" y="18"/>
                    </a:lnTo>
                    <a:lnTo>
                      <a:pt x="10" y="22"/>
                    </a:lnTo>
                    <a:lnTo>
                      <a:pt x="10" y="22"/>
                    </a:lnTo>
                    <a:lnTo>
                      <a:pt x="14" y="22"/>
                    </a:lnTo>
                    <a:lnTo>
                      <a:pt x="14" y="22"/>
                    </a:lnTo>
                    <a:lnTo>
                      <a:pt x="14" y="26"/>
                    </a:lnTo>
                    <a:lnTo>
                      <a:pt x="10" y="26"/>
                    </a:lnTo>
                    <a:lnTo>
                      <a:pt x="10" y="26"/>
                    </a:lnTo>
                    <a:lnTo>
                      <a:pt x="10" y="26"/>
                    </a:lnTo>
                    <a:lnTo>
                      <a:pt x="10"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6" name="Freeform 70"/>
              <p:cNvSpPr>
                <a:spLocks noEditPoints="1"/>
              </p:cNvSpPr>
              <p:nvPr/>
            </p:nvSpPr>
            <p:spPr bwMode="gray">
              <a:xfrm>
                <a:off x="2712830" y="3823957"/>
                <a:ext cx="267848" cy="100875"/>
              </a:xfrm>
              <a:custGeom>
                <a:avLst/>
                <a:gdLst>
                  <a:gd name="T0" fmla="*/ 82 w 154"/>
                  <a:gd name="T1" fmla="*/ 30 h 58"/>
                  <a:gd name="T2" fmla="*/ 68 w 154"/>
                  <a:gd name="T3" fmla="*/ 26 h 58"/>
                  <a:gd name="T4" fmla="*/ 60 w 154"/>
                  <a:gd name="T5" fmla="*/ 18 h 58"/>
                  <a:gd name="T6" fmla="*/ 44 w 154"/>
                  <a:gd name="T7" fmla="*/ 14 h 58"/>
                  <a:gd name="T8" fmla="*/ 38 w 154"/>
                  <a:gd name="T9" fmla="*/ 14 h 58"/>
                  <a:gd name="T10" fmla="*/ 44 w 154"/>
                  <a:gd name="T11" fmla="*/ 8 h 58"/>
                  <a:gd name="T12" fmla="*/ 30 w 154"/>
                  <a:gd name="T13" fmla="*/ 8 h 58"/>
                  <a:gd name="T14" fmla="*/ 22 w 154"/>
                  <a:gd name="T15" fmla="*/ 14 h 58"/>
                  <a:gd name="T16" fmla="*/ 14 w 154"/>
                  <a:gd name="T17" fmla="*/ 18 h 58"/>
                  <a:gd name="T18" fmla="*/ 8 w 154"/>
                  <a:gd name="T19" fmla="*/ 26 h 58"/>
                  <a:gd name="T20" fmla="*/ 4 w 154"/>
                  <a:gd name="T21" fmla="*/ 18 h 58"/>
                  <a:gd name="T22" fmla="*/ 10 w 154"/>
                  <a:gd name="T23" fmla="*/ 8 h 58"/>
                  <a:gd name="T24" fmla="*/ 26 w 154"/>
                  <a:gd name="T25" fmla="*/ 4 h 58"/>
                  <a:gd name="T26" fmla="*/ 40 w 154"/>
                  <a:gd name="T27" fmla="*/ 0 h 58"/>
                  <a:gd name="T28" fmla="*/ 52 w 154"/>
                  <a:gd name="T29" fmla="*/ 4 h 58"/>
                  <a:gd name="T30" fmla="*/ 60 w 154"/>
                  <a:gd name="T31" fmla="*/ 4 h 58"/>
                  <a:gd name="T32" fmla="*/ 70 w 154"/>
                  <a:gd name="T33" fmla="*/ 8 h 58"/>
                  <a:gd name="T34" fmla="*/ 78 w 154"/>
                  <a:gd name="T35" fmla="*/ 14 h 58"/>
                  <a:gd name="T36" fmla="*/ 94 w 154"/>
                  <a:gd name="T37" fmla="*/ 18 h 58"/>
                  <a:gd name="T38" fmla="*/ 100 w 154"/>
                  <a:gd name="T39" fmla="*/ 26 h 58"/>
                  <a:gd name="T40" fmla="*/ 104 w 154"/>
                  <a:gd name="T41" fmla="*/ 22 h 58"/>
                  <a:gd name="T42" fmla="*/ 104 w 154"/>
                  <a:gd name="T43" fmla="*/ 26 h 58"/>
                  <a:gd name="T44" fmla="*/ 112 w 154"/>
                  <a:gd name="T45" fmla="*/ 30 h 58"/>
                  <a:gd name="T46" fmla="*/ 120 w 154"/>
                  <a:gd name="T47" fmla="*/ 34 h 58"/>
                  <a:gd name="T48" fmla="*/ 130 w 154"/>
                  <a:gd name="T49" fmla="*/ 38 h 58"/>
                  <a:gd name="T50" fmla="*/ 130 w 154"/>
                  <a:gd name="T51" fmla="*/ 44 h 58"/>
                  <a:gd name="T52" fmla="*/ 138 w 154"/>
                  <a:gd name="T53" fmla="*/ 44 h 58"/>
                  <a:gd name="T54" fmla="*/ 150 w 154"/>
                  <a:gd name="T55" fmla="*/ 50 h 58"/>
                  <a:gd name="T56" fmla="*/ 146 w 154"/>
                  <a:gd name="T57" fmla="*/ 54 h 58"/>
                  <a:gd name="T58" fmla="*/ 130 w 154"/>
                  <a:gd name="T59" fmla="*/ 58 h 58"/>
                  <a:gd name="T60" fmla="*/ 120 w 154"/>
                  <a:gd name="T61" fmla="*/ 54 h 58"/>
                  <a:gd name="T62" fmla="*/ 112 w 154"/>
                  <a:gd name="T63" fmla="*/ 54 h 58"/>
                  <a:gd name="T64" fmla="*/ 104 w 154"/>
                  <a:gd name="T65" fmla="*/ 58 h 58"/>
                  <a:gd name="T66" fmla="*/ 104 w 154"/>
                  <a:gd name="T67" fmla="*/ 50 h 58"/>
                  <a:gd name="T68" fmla="*/ 108 w 154"/>
                  <a:gd name="T69" fmla="*/ 44 h 58"/>
                  <a:gd name="T70" fmla="*/ 98 w 154"/>
                  <a:gd name="T71" fmla="*/ 40 h 58"/>
                  <a:gd name="T72" fmla="*/ 90 w 154"/>
                  <a:gd name="T73" fmla="*/ 38 h 58"/>
                  <a:gd name="T74" fmla="*/ 90 w 154"/>
                  <a:gd name="T75" fmla="*/ 30 h 58"/>
                  <a:gd name="T76" fmla="*/ 78 w 154"/>
                  <a:gd name="T77" fmla="*/ 8 h 58"/>
                  <a:gd name="T78" fmla="*/ 90 w 154"/>
                  <a:gd name="T79" fmla="*/ 14 h 58"/>
                  <a:gd name="T80" fmla="*/ 90 w 154"/>
                  <a:gd name="T81" fmla="*/ 10 h 58"/>
                  <a:gd name="T82" fmla="*/ 90 w 154"/>
                  <a:gd name="T83" fmla="*/ 14 h 58"/>
                  <a:gd name="T84" fmla="*/ 94 w 154"/>
                  <a:gd name="T85" fmla="*/ 10 h 58"/>
                  <a:gd name="T86" fmla="*/ 98 w 154"/>
                  <a:gd name="T87" fmla="*/ 14 h 58"/>
                  <a:gd name="T88" fmla="*/ 100 w 154"/>
                  <a:gd name="T89" fmla="*/ 14 h 58"/>
                  <a:gd name="T90" fmla="*/ 100 w 154"/>
                  <a:gd name="T91" fmla="*/ 22 h 58"/>
                  <a:gd name="T92" fmla="*/ 100 w 154"/>
                  <a:gd name="T93" fmla="*/ 22 h 58"/>
                  <a:gd name="T94" fmla="*/ 22 w 154"/>
                  <a:gd name="T95" fmla="*/ 26 h 58"/>
                  <a:gd name="T96" fmla="*/ 26 w 154"/>
                  <a:gd name="T97" fmla="*/ 22 h 58"/>
                  <a:gd name="T98" fmla="*/ 34 w 154"/>
                  <a:gd name="T99" fmla="*/ 30 h 58"/>
                  <a:gd name="T100" fmla="*/ 26 w 154"/>
                  <a:gd name="T101" fmla="*/ 3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4" h="58">
                    <a:moveTo>
                      <a:pt x="90" y="30"/>
                    </a:moveTo>
                    <a:lnTo>
                      <a:pt x="86" y="26"/>
                    </a:lnTo>
                    <a:lnTo>
                      <a:pt x="82" y="26"/>
                    </a:lnTo>
                    <a:lnTo>
                      <a:pt x="82" y="30"/>
                    </a:lnTo>
                    <a:lnTo>
                      <a:pt x="78" y="30"/>
                    </a:lnTo>
                    <a:lnTo>
                      <a:pt x="74" y="26"/>
                    </a:lnTo>
                    <a:lnTo>
                      <a:pt x="70" y="26"/>
                    </a:lnTo>
                    <a:lnTo>
                      <a:pt x="68" y="26"/>
                    </a:lnTo>
                    <a:lnTo>
                      <a:pt x="68" y="22"/>
                    </a:lnTo>
                    <a:lnTo>
                      <a:pt x="64" y="22"/>
                    </a:lnTo>
                    <a:lnTo>
                      <a:pt x="64" y="18"/>
                    </a:lnTo>
                    <a:lnTo>
                      <a:pt x="60" y="18"/>
                    </a:lnTo>
                    <a:lnTo>
                      <a:pt x="56" y="18"/>
                    </a:lnTo>
                    <a:lnTo>
                      <a:pt x="52" y="18"/>
                    </a:lnTo>
                    <a:lnTo>
                      <a:pt x="48" y="18"/>
                    </a:lnTo>
                    <a:lnTo>
                      <a:pt x="44" y="14"/>
                    </a:lnTo>
                    <a:lnTo>
                      <a:pt x="44" y="18"/>
                    </a:lnTo>
                    <a:lnTo>
                      <a:pt x="40" y="18"/>
                    </a:lnTo>
                    <a:lnTo>
                      <a:pt x="40" y="14"/>
                    </a:lnTo>
                    <a:lnTo>
                      <a:pt x="38" y="14"/>
                    </a:lnTo>
                    <a:lnTo>
                      <a:pt x="38" y="10"/>
                    </a:lnTo>
                    <a:lnTo>
                      <a:pt x="40" y="10"/>
                    </a:lnTo>
                    <a:lnTo>
                      <a:pt x="44" y="10"/>
                    </a:lnTo>
                    <a:lnTo>
                      <a:pt x="44" y="8"/>
                    </a:lnTo>
                    <a:lnTo>
                      <a:pt x="40" y="8"/>
                    </a:lnTo>
                    <a:lnTo>
                      <a:pt x="38" y="8"/>
                    </a:lnTo>
                    <a:lnTo>
                      <a:pt x="34" y="8"/>
                    </a:lnTo>
                    <a:lnTo>
                      <a:pt x="30" y="8"/>
                    </a:lnTo>
                    <a:lnTo>
                      <a:pt x="30" y="10"/>
                    </a:lnTo>
                    <a:lnTo>
                      <a:pt x="26" y="10"/>
                    </a:lnTo>
                    <a:lnTo>
                      <a:pt x="26" y="14"/>
                    </a:lnTo>
                    <a:lnTo>
                      <a:pt x="22" y="14"/>
                    </a:lnTo>
                    <a:lnTo>
                      <a:pt x="22" y="18"/>
                    </a:lnTo>
                    <a:lnTo>
                      <a:pt x="18" y="18"/>
                    </a:lnTo>
                    <a:lnTo>
                      <a:pt x="18" y="14"/>
                    </a:lnTo>
                    <a:lnTo>
                      <a:pt x="14" y="18"/>
                    </a:lnTo>
                    <a:lnTo>
                      <a:pt x="10" y="18"/>
                    </a:lnTo>
                    <a:lnTo>
                      <a:pt x="10" y="22"/>
                    </a:lnTo>
                    <a:lnTo>
                      <a:pt x="8" y="22"/>
                    </a:lnTo>
                    <a:lnTo>
                      <a:pt x="8" y="26"/>
                    </a:lnTo>
                    <a:lnTo>
                      <a:pt x="4" y="26"/>
                    </a:lnTo>
                    <a:lnTo>
                      <a:pt x="4" y="22"/>
                    </a:lnTo>
                    <a:lnTo>
                      <a:pt x="0" y="22"/>
                    </a:lnTo>
                    <a:lnTo>
                      <a:pt x="4" y="18"/>
                    </a:lnTo>
                    <a:lnTo>
                      <a:pt x="8" y="18"/>
                    </a:lnTo>
                    <a:lnTo>
                      <a:pt x="8" y="14"/>
                    </a:lnTo>
                    <a:lnTo>
                      <a:pt x="8" y="10"/>
                    </a:lnTo>
                    <a:lnTo>
                      <a:pt x="10" y="8"/>
                    </a:lnTo>
                    <a:lnTo>
                      <a:pt x="14" y="8"/>
                    </a:lnTo>
                    <a:lnTo>
                      <a:pt x="18" y="4"/>
                    </a:lnTo>
                    <a:lnTo>
                      <a:pt x="22" y="4"/>
                    </a:lnTo>
                    <a:lnTo>
                      <a:pt x="26" y="4"/>
                    </a:lnTo>
                    <a:lnTo>
                      <a:pt x="30" y="4"/>
                    </a:lnTo>
                    <a:lnTo>
                      <a:pt x="34" y="0"/>
                    </a:lnTo>
                    <a:lnTo>
                      <a:pt x="38" y="0"/>
                    </a:lnTo>
                    <a:lnTo>
                      <a:pt x="40" y="0"/>
                    </a:lnTo>
                    <a:lnTo>
                      <a:pt x="44" y="0"/>
                    </a:lnTo>
                    <a:lnTo>
                      <a:pt x="48" y="0"/>
                    </a:lnTo>
                    <a:lnTo>
                      <a:pt x="52" y="0"/>
                    </a:lnTo>
                    <a:lnTo>
                      <a:pt x="52" y="4"/>
                    </a:lnTo>
                    <a:lnTo>
                      <a:pt x="52" y="0"/>
                    </a:lnTo>
                    <a:lnTo>
                      <a:pt x="56" y="0"/>
                    </a:lnTo>
                    <a:lnTo>
                      <a:pt x="60" y="0"/>
                    </a:lnTo>
                    <a:lnTo>
                      <a:pt x="60" y="4"/>
                    </a:lnTo>
                    <a:lnTo>
                      <a:pt x="64" y="4"/>
                    </a:lnTo>
                    <a:lnTo>
                      <a:pt x="68" y="4"/>
                    </a:lnTo>
                    <a:lnTo>
                      <a:pt x="70" y="4"/>
                    </a:lnTo>
                    <a:lnTo>
                      <a:pt x="70" y="8"/>
                    </a:lnTo>
                    <a:lnTo>
                      <a:pt x="74" y="8"/>
                    </a:lnTo>
                    <a:lnTo>
                      <a:pt x="74" y="10"/>
                    </a:lnTo>
                    <a:lnTo>
                      <a:pt x="78" y="10"/>
                    </a:lnTo>
                    <a:lnTo>
                      <a:pt x="78" y="14"/>
                    </a:lnTo>
                    <a:lnTo>
                      <a:pt x="82" y="14"/>
                    </a:lnTo>
                    <a:lnTo>
                      <a:pt x="86" y="14"/>
                    </a:lnTo>
                    <a:lnTo>
                      <a:pt x="90" y="14"/>
                    </a:lnTo>
                    <a:lnTo>
                      <a:pt x="94" y="18"/>
                    </a:lnTo>
                    <a:lnTo>
                      <a:pt x="98" y="18"/>
                    </a:lnTo>
                    <a:lnTo>
                      <a:pt x="98" y="22"/>
                    </a:lnTo>
                    <a:lnTo>
                      <a:pt x="100" y="22"/>
                    </a:lnTo>
                    <a:lnTo>
                      <a:pt x="100" y="26"/>
                    </a:lnTo>
                    <a:lnTo>
                      <a:pt x="104" y="26"/>
                    </a:lnTo>
                    <a:lnTo>
                      <a:pt x="108" y="26"/>
                    </a:lnTo>
                    <a:lnTo>
                      <a:pt x="104" y="26"/>
                    </a:lnTo>
                    <a:lnTo>
                      <a:pt x="104" y="22"/>
                    </a:lnTo>
                    <a:lnTo>
                      <a:pt x="100" y="22"/>
                    </a:lnTo>
                    <a:lnTo>
                      <a:pt x="104" y="22"/>
                    </a:lnTo>
                    <a:lnTo>
                      <a:pt x="108" y="26"/>
                    </a:lnTo>
                    <a:lnTo>
                      <a:pt x="104" y="26"/>
                    </a:lnTo>
                    <a:lnTo>
                      <a:pt x="108" y="30"/>
                    </a:lnTo>
                    <a:lnTo>
                      <a:pt x="108" y="26"/>
                    </a:lnTo>
                    <a:lnTo>
                      <a:pt x="112" y="26"/>
                    </a:lnTo>
                    <a:lnTo>
                      <a:pt x="112" y="30"/>
                    </a:lnTo>
                    <a:lnTo>
                      <a:pt x="112" y="34"/>
                    </a:lnTo>
                    <a:lnTo>
                      <a:pt x="116" y="30"/>
                    </a:lnTo>
                    <a:lnTo>
                      <a:pt x="116" y="34"/>
                    </a:lnTo>
                    <a:lnTo>
                      <a:pt x="120" y="34"/>
                    </a:lnTo>
                    <a:lnTo>
                      <a:pt x="124" y="34"/>
                    </a:lnTo>
                    <a:lnTo>
                      <a:pt x="124" y="38"/>
                    </a:lnTo>
                    <a:lnTo>
                      <a:pt x="128" y="38"/>
                    </a:lnTo>
                    <a:lnTo>
                      <a:pt x="130" y="38"/>
                    </a:lnTo>
                    <a:lnTo>
                      <a:pt x="130" y="40"/>
                    </a:lnTo>
                    <a:lnTo>
                      <a:pt x="128" y="40"/>
                    </a:lnTo>
                    <a:lnTo>
                      <a:pt x="128" y="44"/>
                    </a:lnTo>
                    <a:lnTo>
                      <a:pt x="130" y="44"/>
                    </a:lnTo>
                    <a:lnTo>
                      <a:pt x="134" y="44"/>
                    </a:lnTo>
                    <a:lnTo>
                      <a:pt x="134" y="40"/>
                    </a:lnTo>
                    <a:lnTo>
                      <a:pt x="134" y="44"/>
                    </a:lnTo>
                    <a:lnTo>
                      <a:pt x="138" y="44"/>
                    </a:lnTo>
                    <a:lnTo>
                      <a:pt x="142" y="44"/>
                    </a:lnTo>
                    <a:lnTo>
                      <a:pt x="146" y="44"/>
                    </a:lnTo>
                    <a:lnTo>
                      <a:pt x="146" y="48"/>
                    </a:lnTo>
                    <a:lnTo>
                      <a:pt x="150" y="50"/>
                    </a:lnTo>
                    <a:lnTo>
                      <a:pt x="150" y="48"/>
                    </a:lnTo>
                    <a:lnTo>
                      <a:pt x="154" y="50"/>
                    </a:lnTo>
                    <a:lnTo>
                      <a:pt x="150" y="54"/>
                    </a:lnTo>
                    <a:lnTo>
                      <a:pt x="146" y="54"/>
                    </a:lnTo>
                    <a:lnTo>
                      <a:pt x="142" y="54"/>
                    </a:lnTo>
                    <a:lnTo>
                      <a:pt x="138" y="54"/>
                    </a:lnTo>
                    <a:lnTo>
                      <a:pt x="134" y="58"/>
                    </a:lnTo>
                    <a:lnTo>
                      <a:pt x="130" y="58"/>
                    </a:lnTo>
                    <a:lnTo>
                      <a:pt x="130" y="54"/>
                    </a:lnTo>
                    <a:lnTo>
                      <a:pt x="128" y="54"/>
                    </a:lnTo>
                    <a:lnTo>
                      <a:pt x="124" y="54"/>
                    </a:lnTo>
                    <a:lnTo>
                      <a:pt x="120" y="54"/>
                    </a:lnTo>
                    <a:lnTo>
                      <a:pt x="116" y="54"/>
                    </a:lnTo>
                    <a:lnTo>
                      <a:pt x="112" y="54"/>
                    </a:lnTo>
                    <a:lnTo>
                      <a:pt x="112" y="58"/>
                    </a:lnTo>
                    <a:lnTo>
                      <a:pt x="112" y="54"/>
                    </a:lnTo>
                    <a:lnTo>
                      <a:pt x="112" y="58"/>
                    </a:lnTo>
                    <a:lnTo>
                      <a:pt x="108" y="54"/>
                    </a:lnTo>
                    <a:lnTo>
                      <a:pt x="108" y="58"/>
                    </a:lnTo>
                    <a:lnTo>
                      <a:pt x="104" y="58"/>
                    </a:lnTo>
                    <a:lnTo>
                      <a:pt x="100" y="58"/>
                    </a:lnTo>
                    <a:lnTo>
                      <a:pt x="100" y="54"/>
                    </a:lnTo>
                    <a:lnTo>
                      <a:pt x="104" y="54"/>
                    </a:lnTo>
                    <a:lnTo>
                      <a:pt x="104" y="50"/>
                    </a:lnTo>
                    <a:lnTo>
                      <a:pt x="108" y="50"/>
                    </a:lnTo>
                    <a:lnTo>
                      <a:pt x="108" y="48"/>
                    </a:lnTo>
                    <a:lnTo>
                      <a:pt x="112" y="48"/>
                    </a:lnTo>
                    <a:lnTo>
                      <a:pt x="108" y="44"/>
                    </a:lnTo>
                    <a:lnTo>
                      <a:pt x="104" y="44"/>
                    </a:lnTo>
                    <a:lnTo>
                      <a:pt x="100" y="44"/>
                    </a:lnTo>
                    <a:lnTo>
                      <a:pt x="100" y="40"/>
                    </a:lnTo>
                    <a:lnTo>
                      <a:pt x="98" y="40"/>
                    </a:lnTo>
                    <a:lnTo>
                      <a:pt x="98" y="44"/>
                    </a:lnTo>
                    <a:lnTo>
                      <a:pt x="94" y="40"/>
                    </a:lnTo>
                    <a:lnTo>
                      <a:pt x="94" y="38"/>
                    </a:lnTo>
                    <a:lnTo>
                      <a:pt x="90" y="38"/>
                    </a:lnTo>
                    <a:lnTo>
                      <a:pt x="90" y="34"/>
                    </a:lnTo>
                    <a:lnTo>
                      <a:pt x="90" y="30"/>
                    </a:lnTo>
                    <a:lnTo>
                      <a:pt x="90" y="30"/>
                    </a:lnTo>
                    <a:lnTo>
                      <a:pt x="90" y="30"/>
                    </a:lnTo>
                    <a:close/>
                    <a:moveTo>
                      <a:pt x="78" y="10"/>
                    </a:moveTo>
                    <a:lnTo>
                      <a:pt x="78" y="8"/>
                    </a:lnTo>
                    <a:lnTo>
                      <a:pt x="74" y="8"/>
                    </a:lnTo>
                    <a:lnTo>
                      <a:pt x="78" y="8"/>
                    </a:lnTo>
                    <a:lnTo>
                      <a:pt x="78" y="10"/>
                    </a:lnTo>
                    <a:lnTo>
                      <a:pt x="78" y="10"/>
                    </a:lnTo>
                    <a:lnTo>
                      <a:pt x="78" y="10"/>
                    </a:lnTo>
                    <a:close/>
                    <a:moveTo>
                      <a:pt x="90" y="14"/>
                    </a:moveTo>
                    <a:lnTo>
                      <a:pt x="94" y="10"/>
                    </a:lnTo>
                    <a:lnTo>
                      <a:pt x="90" y="10"/>
                    </a:lnTo>
                    <a:lnTo>
                      <a:pt x="86" y="10"/>
                    </a:lnTo>
                    <a:lnTo>
                      <a:pt x="90" y="10"/>
                    </a:lnTo>
                    <a:lnTo>
                      <a:pt x="94" y="10"/>
                    </a:lnTo>
                    <a:lnTo>
                      <a:pt x="90" y="10"/>
                    </a:lnTo>
                    <a:lnTo>
                      <a:pt x="90" y="14"/>
                    </a:lnTo>
                    <a:lnTo>
                      <a:pt x="90" y="14"/>
                    </a:lnTo>
                    <a:lnTo>
                      <a:pt x="90" y="14"/>
                    </a:lnTo>
                    <a:close/>
                    <a:moveTo>
                      <a:pt x="98" y="14"/>
                    </a:moveTo>
                    <a:lnTo>
                      <a:pt x="94" y="14"/>
                    </a:lnTo>
                    <a:lnTo>
                      <a:pt x="94" y="10"/>
                    </a:lnTo>
                    <a:lnTo>
                      <a:pt x="98" y="10"/>
                    </a:lnTo>
                    <a:lnTo>
                      <a:pt x="98" y="14"/>
                    </a:lnTo>
                    <a:lnTo>
                      <a:pt x="98" y="14"/>
                    </a:lnTo>
                    <a:lnTo>
                      <a:pt x="98" y="14"/>
                    </a:lnTo>
                    <a:close/>
                    <a:moveTo>
                      <a:pt x="100" y="18"/>
                    </a:moveTo>
                    <a:lnTo>
                      <a:pt x="98" y="18"/>
                    </a:lnTo>
                    <a:lnTo>
                      <a:pt x="98" y="14"/>
                    </a:lnTo>
                    <a:lnTo>
                      <a:pt x="100" y="14"/>
                    </a:lnTo>
                    <a:lnTo>
                      <a:pt x="100" y="18"/>
                    </a:lnTo>
                    <a:lnTo>
                      <a:pt x="100" y="18"/>
                    </a:lnTo>
                    <a:lnTo>
                      <a:pt x="100" y="18"/>
                    </a:lnTo>
                    <a:close/>
                    <a:moveTo>
                      <a:pt x="100" y="22"/>
                    </a:moveTo>
                    <a:lnTo>
                      <a:pt x="98" y="18"/>
                    </a:lnTo>
                    <a:lnTo>
                      <a:pt x="100" y="18"/>
                    </a:lnTo>
                    <a:lnTo>
                      <a:pt x="100" y="22"/>
                    </a:lnTo>
                    <a:lnTo>
                      <a:pt x="100" y="22"/>
                    </a:lnTo>
                    <a:lnTo>
                      <a:pt x="100" y="22"/>
                    </a:lnTo>
                    <a:close/>
                    <a:moveTo>
                      <a:pt x="26" y="30"/>
                    </a:moveTo>
                    <a:lnTo>
                      <a:pt x="22" y="30"/>
                    </a:lnTo>
                    <a:lnTo>
                      <a:pt x="22" y="26"/>
                    </a:lnTo>
                    <a:lnTo>
                      <a:pt x="26" y="26"/>
                    </a:lnTo>
                    <a:lnTo>
                      <a:pt x="26" y="30"/>
                    </a:lnTo>
                    <a:lnTo>
                      <a:pt x="26" y="26"/>
                    </a:lnTo>
                    <a:lnTo>
                      <a:pt x="26" y="22"/>
                    </a:lnTo>
                    <a:lnTo>
                      <a:pt x="30" y="22"/>
                    </a:lnTo>
                    <a:lnTo>
                      <a:pt x="30" y="26"/>
                    </a:lnTo>
                    <a:lnTo>
                      <a:pt x="34" y="26"/>
                    </a:lnTo>
                    <a:lnTo>
                      <a:pt x="34" y="30"/>
                    </a:lnTo>
                    <a:lnTo>
                      <a:pt x="30" y="30"/>
                    </a:lnTo>
                    <a:lnTo>
                      <a:pt x="26" y="30"/>
                    </a:lnTo>
                    <a:lnTo>
                      <a:pt x="26" y="30"/>
                    </a:lnTo>
                    <a:lnTo>
                      <a:pt x="26"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7" name="Freeform 71"/>
              <p:cNvSpPr>
                <a:spLocks noEditPoints="1"/>
              </p:cNvSpPr>
              <p:nvPr/>
            </p:nvSpPr>
            <p:spPr bwMode="gray">
              <a:xfrm>
                <a:off x="3032854" y="3917876"/>
                <a:ext cx="86963" cy="73048"/>
              </a:xfrm>
              <a:custGeom>
                <a:avLst/>
                <a:gdLst>
                  <a:gd name="T0" fmla="*/ 24 w 50"/>
                  <a:gd name="T1" fmla="*/ 30 h 42"/>
                  <a:gd name="T2" fmla="*/ 22 w 50"/>
                  <a:gd name="T3" fmla="*/ 30 h 42"/>
                  <a:gd name="T4" fmla="*/ 18 w 50"/>
                  <a:gd name="T5" fmla="*/ 30 h 42"/>
                  <a:gd name="T6" fmla="*/ 18 w 50"/>
                  <a:gd name="T7" fmla="*/ 30 h 42"/>
                  <a:gd name="T8" fmla="*/ 18 w 50"/>
                  <a:gd name="T9" fmla="*/ 26 h 42"/>
                  <a:gd name="T10" fmla="*/ 18 w 50"/>
                  <a:gd name="T11" fmla="*/ 30 h 42"/>
                  <a:gd name="T12" fmla="*/ 14 w 50"/>
                  <a:gd name="T13" fmla="*/ 30 h 42"/>
                  <a:gd name="T14" fmla="*/ 10 w 50"/>
                  <a:gd name="T15" fmla="*/ 30 h 42"/>
                  <a:gd name="T16" fmla="*/ 10 w 50"/>
                  <a:gd name="T17" fmla="*/ 34 h 42"/>
                  <a:gd name="T18" fmla="*/ 10 w 50"/>
                  <a:gd name="T19" fmla="*/ 38 h 42"/>
                  <a:gd name="T20" fmla="*/ 2 w 50"/>
                  <a:gd name="T21" fmla="*/ 38 h 42"/>
                  <a:gd name="T22" fmla="*/ 2 w 50"/>
                  <a:gd name="T23" fmla="*/ 34 h 42"/>
                  <a:gd name="T24" fmla="*/ 2 w 50"/>
                  <a:gd name="T25" fmla="*/ 30 h 42"/>
                  <a:gd name="T26" fmla="*/ 0 w 50"/>
                  <a:gd name="T27" fmla="*/ 26 h 42"/>
                  <a:gd name="T28" fmla="*/ 0 w 50"/>
                  <a:gd name="T29" fmla="*/ 26 h 42"/>
                  <a:gd name="T30" fmla="*/ 0 w 50"/>
                  <a:gd name="T31" fmla="*/ 26 h 42"/>
                  <a:gd name="T32" fmla="*/ 2 w 50"/>
                  <a:gd name="T33" fmla="*/ 24 h 42"/>
                  <a:gd name="T34" fmla="*/ 2 w 50"/>
                  <a:gd name="T35" fmla="*/ 24 h 42"/>
                  <a:gd name="T36" fmla="*/ 2 w 50"/>
                  <a:gd name="T37" fmla="*/ 16 h 42"/>
                  <a:gd name="T38" fmla="*/ 2 w 50"/>
                  <a:gd name="T39" fmla="*/ 16 h 42"/>
                  <a:gd name="T40" fmla="*/ 2 w 50"/>
                  <a:gd name="T41" fmla="*/ 8 h 42"/>
                  <a:gd name="T42" fmla="*/ 2 w 50"/>
                  <a:gd name="T43" fmla="*/ 8 h 42"/>
                  <a:gd name="T44" fmla="*/ 2 w 50"/>
                  <a:gd name="T45" fmla="*/ 4 h 42"/>
                  <a:gd name="T46" fmla="*/ 2 w 50"/>
                  <a:gd name="T47" fmla="*/ 4 h 42"/>
                  <a:gd name="T48" fmla="*/ 6 w 50"/>
                  <a:gd name="T49" fmla="*/ 0 h 42"/>
                  <a:gd name="T50" fmla="*/ 10 w 50"/>
                  <a:gd name="T51" fmla="*/ 4 h 42"/>
                  <a:gd name="T52" fmla="*/ 10 w 50"/>
                  <a:gd name="T53" fmla="*/ 0 h 42"/>
                  <a:gd name="T54" fmla="*/ 14 w 50"/>
                  <a:gd name="T55" fmla="*/ 0 h 42"/>
                  <a:gd name="T56" fmla="*/ 18 w 50"/>
                  <a:gd name="T57" fmla="*/ 4 h 42"/>
                  <a:gd name="T58" fmla="*/ 22 w 50"/>
                  <a:gd name="T59" fmla="*/ 4 h 42"/>
                  <a:gd name="T60" fmla="*/ 24 w 50"/>
                  <a:gd name="T61" fmla="*/ 8 h 42"/>
                  <a:gd name="T62" fmla="*/ 24 w 50"/>
                  <a:gd name="T63" fmla="*/ 4 h 42"/>
                  <a:gd name="T64" fmla="*/ 28 w 50"/>
                  <a:gd name="T65" fmla="*/ 8 h 42"/>
                  <a:gd name="T66" fmla="*/ 28 w 50"/>
                  <a:gd name="T67" fmla="*/ 12 h 42"/>
                  <a:gd name="T68" fmla="*/ 28 w 50"/>
                  <a:gd name="T69" fmla="*/ 12 h 42"/>
                  <a:gd name="T70" fmla="*/ 36 w 50"/>
                  <a:gd name="T71" fmla="*/ 12 h 42"/>
                  <a:gd name="T72" fmla="*/ 40 w 50"/>
                  <a:gd name="T73" fmla="*/ 12 h 42"/>
                  <a:gd name="T74" fmla="*/ 32 w 50"/>
                  <a:gd name="T75" fmla="*/ 16 h 42"/>
                  <a:gd name="T76" fmla="*/ 32 w 50"/>
                  <a:gd name="T77" fmla="*/ 16 h 42"/>
                  <a:gd name="T78" fmla="*/ 36 w 50"/>
                  <a:gd name="T79" fmla="*/ 16 h 42"/>
                  <a:gd name="T80" fmla="*/ 36 w 50"/>
                  <a:gd name="T81" fmla="*/ 16 h 42"/>
                  <a:gd name="T82" fmla="*/ 40 w 50"/>
                  <a:gd name="T83" fmla="*/ 20 h 42"/>
                  <a:gd name="T84" fmla="*/ 44 w 50"/>
                  <a:gd name="T85" fmla="*/ 20 h 42"/>
                  <a:gd name="T86" fmla="*/ 48 w 50"/>
                  <a:gd name="T87" fmla="*/ 24 h 42"/>
                  <a:gd name="T88" fmla="*/ 50 w 50"/>
                  <a:gd name="T89" fmla="*/ 26 h 42"/>
                  <a:gd name="T90" fmla="*/ 48 w 50"/>
                  <a:gd name="T91" fmla="*/ 30 h 42"/>
                  <a:gd name="T92" fmla="*/ 48 w 50"/>
                  <a:gd name="T93" fmla="*/ 30 h 42"/>
                  <a:gd name="T94" fmla="*/ 44 w 50"/>
                  <a:gd name="T95" fmla="*/ 30 h 42"/>
                  <a:gd name="T96" fmla="*/ 44 w 50"/>
                  <a:gd name="T97" fmla="*/ 30 h 42"/>
                  <a:gd name="T98" fmla="*/ 40 w 50"/>
                  <a:gd name="T99" fmla="*/ 30 h 42"/>
                  <a:gd name="T100" fmla="*/ 32 w 50"/>
                  <a:gd name="T101" fmla="*/ 26 h 42"/>
                  <a:gd name="T102" fmla="*/ 28 w 50"/>
                  <a:gd name="T103" fmla="*/ 26 h 42"/>
                  <a:gd name="T104" fmla="*/ 24 w 50"/>
                  <a:gd name="T105" fmla="*/ 26 h 42"/>
                  <a:gd name="T106" fmla="*/ 44 w 50"/>
                  <a:gd name="T107" fmla="*/ 34 h 42"/>
                  <a:gd name="T108" fmla="*/ 44 w 50"/>
                  <a:gd name="T109" fmla="*/ 34 h 42"/>
                  <a:gd name="T110" fmla="*/ 48 w 50"/>
                  <a:gd name="T111" fmla="*/ 34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0" h="42">
                    <a:moveTo>
                      <a:pt x="24" y="26"/>
                    </a:moveTo>
                    <a:lnTo>
                      <a:pt x="24" y="26"/>
                    </a:lnTo>
                    <a:lnTo>
                      <a:pt x="24" y="26"/>
                    </a:lnTo>
                    <a:lnTo>
                      <a:pt x="24" y="30"/>
                    </a:lnTo>
                    <a:lnTo>
                      <a:pt x="24" y="30"/>
                    </a:lnTo>
                    <a:lnTo>
                      <a:pt x="24" y="30"/>
                    </a:lnTo>
                    <a:lnTo>
                      <a:pt x="24" y="30"/>
                    </a:lnTo>
                    <a:lnTo>
                      <a:pt x="24" y="30"/>
                    </a:lnTo>
                    <a:lnTo>
                      <a:pt x="24" y="30"/>
                    </a:lnTo>
                    <a:lnTo>
                      <a:pt x="22" y="30"/>
                    </a:lnTo>
                    <a:lnTo>
                      <a:pt x="22" y="30"/>
                    </a:lnTo>
                    <a:lnTo>
                      <a:pt x="22"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8" y="30"/>
                    </a:lnTo>
                    <a:lnTo>
                      <a:pt x="18" y="30"/>
                    </a:lnTo>
                    <a:lnTo>
                      <a:pt x="18" y="26"/>
                    </a:lnTo>
                    <a:lnTo>
                      <a:pt x="18" y="26"/>
                    </a:lnTo>
                    <a:lnTo>
                      <a:pt x="18" y="26"/>
                    </a:lnTo>
                    <a:lnTo>
                      <a:pt x="18" y="26"/>
                    </a:lnTo>
                    <a:lnTo>
                      <a:pt x="18" y="26"/>
                    </a:lnTo>
                    <a:lnTo>
                      <a:pt x="18" y="26"/>
                    </a:lnTo>
                    <a:lnTo>
                      <a:pt x="18" y="26"/>
                    </a:lnTo>
                    <a:lnTo>
                      <a:pt x="18" y="26"/>
                    </a:lnTo>
                    <a:lnTo>
                      <a:pt x="18" y="30"/>
                    </a:lnTo>
                    <a:lnTo>
                      <a:pt x="18" y="30"/>
                    </a:lnTo>
                    <a:lnTo>
                      <a:pt x="18" y="30"/>
                    </a:lnTo>
                    <a:lnTo>
                      <a:pt x="18" y="30"/>
                    </a:lnTo>
                    <a:lnTo>
                      <a:pt x="18" y="30"/>
                    </a:lnTo>
                    <a:lnTo>
                      <a:pt x="18" y="30"/>
                    </a:lnTo>
                    <a:lnTo>
                      <a:pt x="14" y="30"/>
                    </a:lnTo>
                    <a:lnTo>
                      <a:pt x="14" y="30"/>
                    </a:lnTo>
                    <a:lnTo>
                      <a:pt x="14" y="30"/>
                    </a:lnTo>
                    <a:lnTo>
                      <a:pt x="10" y="30"/>
                    </a:lnTo>
                    <a:lnTo>
                      <a:pt x="10" y="30"/>
                    </a:lnTo>
                    <a:lnTo>
                      <a:pt x="10" y="30"/>
                    </a:lnTo>
                    <a:lnTo>
                      <a:pt x="10" y="30"/>
                    </a:lnTo>
                    <a:lnTo>
                      <a:pt x="10" y="30"/>
                    </a:lnTo>
                    <a:lnTo>
                      <a:pt x="10" y="30"/>
                    </a:lnTo>
                    <a:lnTo>
                      <a:pt x="10" y="30"/>
                    </a:lnTo>
                    <a:lnTo>
                      <a:pt x="10" y="30"/>
                    </a:lnTo>
                    <a:lnTo>
                      <a:pt x="10" y="30"/>
                    </a:lnTo>
                    <a:lnTo>
                      <a:pt x="10" y="34"/>
                    </a:lnTo>
                    <a:lnTo>
                      <a:pt x="10" y="34"/>
                    </a:lnTo>
                    <a:lnTo>
                      <a:pt x="10" y="34"/>
                    </a:lnTo>
                    <a:lnTo>
                      <a:pt x="10" y="34"/>
                    </a:lnTo>
                    <a:lnTo>
                      <a:pt x="10" y="38"/>
                    </a:lnTo>
                    <a:lnTo>
                      <a:pt x="10" y="38"/>
                    </a:lnTo>
                    <a:lnTo>
                      <a:pt x="10" y="38"/>
                    </a:lnTo>
                    <a:lnTo>
                      <a:pt x="10" y="38"/>
                    </a:lnTo>
                    <a:lnTo>
                      <a:pt x="10" y="38"/>
                    </a:lnTo>
                    <a:lnTo>
                      <a:pt x="10" y="38"/>
                    </a:lnTo>
                    <a:lnTo>
                      <a:pt x="6" y="42"/>
                    </a:lnTo>
                    <a:lnTo>
                      <a:pt x="6" y="42"/>
                    </a:lnTo>
                    <a:lnTo>
                      <a:pt x="6" y="42"/>
                    </a:lnTo>
                    <a:lnTo>
                      <a:pt x="2" y="38"/>
                    </a:lnTo>
                    <a:lnTo>
                      <a:pt x="2" y="38"/>
                    </a:lnTo>
                    <a:lnTo>
                      <a:pt x="2" y="38"/>
                    </a:lnTo>
                    <a:lnTo>
                      <a:pt x="2" y="34"/>
                    </a:lnTo>
                    <a:lnTo>
                      <a:pt x="2" y="34"/>
                    </a:lnTo>
                    <a:lnTo>
                      <a:pt x="2" y="34"/>
                    </a:lnTo>
                    <a:lnTo>
                      <a:pt x="2" y="34"/>
                    </a:lnTo>
                    <a:lnTo>
                      <a:pt x="2" y="34"/>
                    </a:lnTo>
                    <a:lnTo>
                      <a:pt x="2" y="34"/>
                    </a:lnTo>
                    <a:lnTo>
                      <a:pt x="2" y="34"/>
                    </a:lnTo>
                    <a:lnTo>
                      <a:pt x="2" y="34"/>
                    </a:lnTo>
                    <a:lnTo>
                      <a:pt x="2" y="30"/>
                    </a:lnTo>
                    <a:lnTo>
                      <a:pt x="2" y="30"/>
                    </a:lnTo>
                    <a:lnTo>
                      <a:pt x="2" y="30"/>
                    </a:lnTo>
                    <a:lnTo>
                      <a:pt x="2" y="30"/>
                    </a:lnTo>
                    <a:lnTo>
                      <a:pt x="2" y="30"/>
                    </a:lnTo>
                    <a:lnTo>
                      <a:pt x="2" y="30"/>
                    </a:lnTo>
                    <a:lnTo>
                      <a:pt x="2" y="30"/>
                    </a:lnTo>
                    <a:lnTo>
                      <a:pt x="0" y="30"/>
                    </a:lnTo>
                    <a:lnTo>
                      <a:pt x="0" y="26"/>
                    </a:lnTo>
                    <a:lnTo>
                      <a:pt x="0" y="26"/>
                    </a:lnTo>
                    <a:lnTo>
                      <a:pt x="0" y="26"/>
                    </a:lnTo>
                    <a:lnTo>
                      <a:pt x="0" y="26"/>
                    </a:lnTo>
                    <a:lnTo>
                      <a:pt x="0" y="26"/>
                    </a:lnTo>
                    <a:lnTo>
                      <a:pt x="0" y="26"/>
                    </a:lnTo>
                    <a:lnTo>
                      <a:pt x="0" y="26"/>
                    </a:lnTo>
                    <a:lnTo>
                      <a:pt x="0" y="26"/>
                    </a:lnTo>
                    <a:lnTo>
                      <a:pt x="0" y="24"/>
                    </a:lnTo>
                    <a:lnTo>
                      <a:pt x="0" y="24"/>
                    </a:lnTo>
                    <a:lnTo>
                      <a:pt x="0" y="24"/>
                    </a:lnTo>
                    <a:lnTo>
                      <a:pt x="0" y="24"/>
                    </a:lnTo>
                    <a:lnTo>
                      <a:pt x="0" y="26"/>
                    </a:lnTo>
                    <a:lnTo>
                      <a:pt x="0" y="24"/>
                    </a:lnTo>
                    <a:lnTo>
                      <a:pt x="0" y="24"/>
                    </a:lnTo>
                    <a:lnTo>
                      <a:pt x="0" y="24"/>
                    </a:lnTo>
                    <a:lnTo>
                      <a:pt x="2" y="24"/>
                    </a:lnTo>
                    <a:lnTo>
                      <a:pt x="2" y="24"/>
                    </a:lnTo>
                    <a:lnTo>
                      <a:pt x="2" y="24"/>
                    </a:lnTo>
                    <a:lnTo>
                      <a:pt x="2" y="24"/>
                    </a:lnTo>
                    <a:lnTo>
                      <a:pt x="2" y="24"/>
                    </a:lnTo>
                    <a:lnTo>
                      <a:pt x="2" y="24"/>
                    </a:lnTo>
                    <a:lnTo>
                      <a:pt x="2" y="24"/>
                    </a:lnTo>
                    <a:lnTo>
                      <a:pt x="2" y="24"/>
                    </a:lnTo>
                    <a:lnTo>
                      <a:pt x="2" y="24"/>
                    </a:lnTo>
                    <a:lnTo>
                      <a:pt x="2" y="24"/>
                    </a:lnTo>
                    <a:lnTo>
                      <a:pt x="2" y="20"/>
                    </a:lnTo>
                    <a:lnTo>
                      <a:pt x="2" y="20"/>
                    </a:lnTo>
                    <a:lnTo>
                      <a:pt x="2" y="20"/>
                    </a:lnTo>
                    <a:lnTo>
                      <a:pt x="2" y="16"/>
                    </a:lnTo>
                    <a:lnTo>
                      <a:pt x="2" y="16"/>
                    </a:lnTo>
                    <a:lnTo>
                      <a:pt x="2" y="16"/>
                    </a:lnTo>
                    <a:lnTo>
                      <a:pt x="2" y="16"/>
                    </a:lnTo>
                    <a:lnTo>
                      <a:pt x="2" y="16"/>
                    </a:lnTo>
                    <a:lnTo>
                      <a:pt x="2" y="16"/>
                    </a:lnTo>
                    <a:lnTo>
                      <a:pt x="2" y="16"/>
                    </a:lnTo>
                    <a:lnTo>
                      <a:pt x="2" y="16"/>
                    </a:lnTo>
                    <a:lnTo>
                      <a:pt x="2" y="16"/>
                    </a:lnTo>
                    <a:lnTo>
                      <a:pt x="2" y="12"/>
                    </a:lnTo>
                    <a:lnTo>
                      <a:pt x="2" y="12"/>
                    </a:lnTo>
                    <a:lnTo>
                      <a:pt x="2" y="12"/>
                    </a:lnTo>
                    <a:lnTo>
                      <a:pt x="2" y="12"/>
                    </a:lnTo>
                    <a:lnTo>
                      <a:pt x="2" y="8"/>
                    </a:lnTo>
                    <a:lnTo>
                      <a:pt x="2" y="8"/>
                    </a:lnTo>
                    <a:lnTo>
                      <a:pt x="2" y="8"/>
                    </a:lnTo>
                    <a:lnTo>
                      <a:pt x="2" y="8"/>
                    </a:lnTo>
                    <a:lnTo>
                      <a:pt x="2" y="8"/>
                    </a:lnTo>
                    <a:lnTo>
                      <a:pt x="2" y="8"/>
                    </a:lnTo>
                    <a:lnTo>
                      <a:pt x="2" y="8"/>
                    </a:lnTo>
                    <a:lnTo>
                      <a:pt x="2" y="8"/>
                    </a:lnTo>
                    <a:lnTo>
                      <a:pt x="2" y="8"/>
                    </a:lnTo>
                    <a:lnTo>
                      <a:pt x="2" y="8"/>
                    </a:lnTo>
                    <a:lnTo>
                      <a:pt x="2" y="4"/>
                    </a:lnTo>
                    <a:lnTo>
                      <a:pt x="2" y="4"/>
                    </a:lnTo>
                    <a:lnTo>
                      <a:pt x="2" y="4"/>
                    </a:lnTo>
                    <a:lnTo>
                      <a:pt x="2" y="4"/>
                    </a:lnTo>
                    <a:lnTo>
                      <a:pt x="2" y="4"/>
                    </a:lnTo>
                    <a:lnTo>
                      <a:pt x="2" y="4"/>
                    </a:lnTo>
                    <a:lnTo>
                      <a:pt x="2" y="4"/>
                    </a:lnTo>
                    <a:lnTo>
                      <a:pt x="2" y="4"/>
                    </a:lnTo>
                    <a:lnTo>
                      <a:pt x="2" y="4"/>
                    </a:lnTo>
                    <a:lnTo>
                      <a:pt x="2" y="4"/>
                    </a:lnTo>
                    <a:lnTo>
                      <a:pt x="2" y="0"/>
                    </a:lnTo>
                    <a:lnTo>
                      <a:pt x="2" y="0"/>
                    </a:lnTo>
                    <a:lnTo>
                      <a:pt x="2" y="0"/>
                    </a:lnTo>
                    <a:lnTo>
                      <a:pt x="6" y="0"/>
                    </a:lnTo>
                    <a:lnTo>
                      <a:pt x="6" y="0"/>
                    </a:lnTo>
                    <a:lnTo>
                      <a:pt x="6" y="0"/>
                    </a:lnTo>
                    <a:lnTo>
                      <a:pt x="6" y="0"/>
                    </a:lnTo>
                    <a:lnTo>
                      <a:pt x="6" y="4"/>
                    </a:lnTo>
                    <a:lnTo>
                      <a:pt x="6" y="4"/>
                    </a:lnTo>
                    <a:lnTo>
                      <a:pt x="6" y="4"/>
                    </a:lnTo>
                    <a:lnTo>
                      <a:pt x="10" y="4"/>
                    </a:lnTo>
                    <a:lnTo>
                      <a:pt x="10" y="4"/>
                    </a:lnTo>
                    <a:lnTo>
                      <a:pt x="10" y="4"/>
                    </a:lnTo>
                    <a:lnTo>
                      <a:pt x="10" y="4"/>
                    </a:lnTo>
                    <a:lnTo>
                      <a:pt x="10" y="4"/>
                    </a:lnTo>
                    <a:lnTo>
                      <a:pt x="10" y="0"/>
                    </a:lnTo>
                    <a:lnTo>
                      <a:pt x="10" y="0"/>
                    </a:lnTo>
                    <a:lnTo>
                      <a:pt x="10" y="0"/>
                    </a:lnTo>
                    <a:lnTo>
                      <a:pt x="10" y="0"/>
                    </a:lnTo>
                    <a:lnTo>
                      <a:pt x="14" y="0"/>
                    </a:lnTo>
                    <a:lnTo>
                      <a:pt x="14" y="0"/>
                    </a:lnTo>
                    <a:lnTo>
                      <a:pt x="14" y="0"/>
                    </a:lnTo>
                    <a:lnTo>
                      <a:pt x="14" y="0"/>
                    </a:lnTo>
                    <a:lnTo>
                      <a:pt x="14" y="4"/>
                    </a:lnTo>
                    <a:lnTo>
                      <a:pt x="14" y="4"/>
                    </a:lnTo>
                    <a:lnTo>
                      <a:pt x="18" y="4"/>
                    </a:lnTo>
                    <a:lnTo>
                      <a:pt x="18" y="4"/>
                    </a:lnTo>
                    <a:lnTo>
                      <a:pt x="18" y="4"/>
                    </a:lnTo>
                    <a:lnTo>
                      <a:pt x="18" y="4"/>
                    </a:lnTo>
                    <a:lnTo>
                      <a:pt x="22" y="4"/>
                    </a:lnTo>
                    <a:lnTo>
                      <a:pt x="22" y="4"/>
                    </a:lnTo>
                    <a:lnTo>
                      <a:pt x="22" y="4"/>
                    </a:lnTo>
                    <a:lnTo>
                      <a:pt x="22" y="4"/>
                    </a:lnTo>
                    <a:lnTo>
                      <a:pt x="22" y="4"/>
                    </a:lnTo>
                    <a:lnTo>
                      <a:pt x="22" y="4"/>
                    </a:lnTo>
                    <a:lnTo>
                      <a:pt x="22" y="8"/>
                    </a:lnTo>
                    <a:lnTo>
                      <a:pt x="22" y="8"/>
                    </a:lnTo>
                    <a:lnTo>
                      <a:pt x="22" y="8"/>
                    </a:lnTo>
                    <a:lnTo>
                      <a:pt x="22" y="8"/>
                    </a:lnTo>
                    <a:lnTo>
                      <a:pt x="24" y="8"/>
                    </a:lnTo>
                    <a:lnTo>
                      <a:pt x="24" y="8"/>
                    </a:lnTo>
                    <a:lnTo>
                      <a:pt x="24" y="8"/>
                    </a:lnTo>
                    <a:lnTo>
                      <a:pt x="24" y="8"/>
                    </a:lnTo>
                    <a:lnTo>
                      <a:pt x="24" y="8"/>
                    </a:lnTo>
                    <a:lnTo>
                      <a:pt x="24" y="8"/>
                    </a:lnTo>
                    <a:lnTo>
                      <a:pt x="24" y="8"/>
                    </a:lnTo>
                    <a:lnTo>
                      <a:pt x="24" y="4"/>
                    </a:lnTo>
                    <a:lnTo>
                      <a:pt x="24" y="4"/>
                    </a:lnTo>
                    <a:lnTo>
                      <a:pt x="24" y="4"/>
                    </a:lnTo>
                    <a:lnTo>
                      <a:pt x="28" y="4"/>
                    </a:lnTo>
                    <a:lnTo>
                      <a:pt x="28" y="4"/>
                    </a:lnTo>
                    <a:lnTo>
                      <a:pt x="28" y="8"/>
                    </a:lnTo>
                    <a:lnTo>
                      <a:pt x="28" y="8"/>
                    </a:lnTo>
                    <a:lnTo>
                      <a:pt x="28" y="8"/>
                    </a:lnTo>
                    <a:lnTo>
                      <a:pt x="28" y="8"/>
                    </a:lnTo>
                    <a:lnTo>
                      <a:pt x="28" y="8"/>
                    </a:lnTo>
                    <a:lnTo>
                      <a:pt x="28" y="12"/>
                    </a:lnTo>
                    <a:lnTo>
                      <a:pt x="28" y="12"/>
                    </a:lnTo>
                    <a:lnTo>
                      <a:pt x="28" y="12"/>
                    </a:lnTo>
                    <a:lnTo>
                      <a:pt x="28" y="12"/>
                    </a:lnTo>
                    <a:lnTo>
                      <a:pt x="28" y="12"/>
                    </a:lnTo>
                    <a:lnTo>
                      <a:pt x="28" y="12"/>
                    </a:lnTo>
                    <a:lnTo>
                      <a:pt x="28" y="12"/>
                    </a:lnTo>
                    <a:lnTo>
                      <a:pt x="28" y="12"/>
                    </a:lnTo>
                    <a:lnTo>
                      <a:pt x="28" y="12"/>
                    </a:lnTo>
                    <a:lnTo>
                      <a:pt x="28" y="12"/>
                    </a:lnTo>
                    <a:lnTo>
                      <a:pt x="32" y="12"/>
                    </a:lnTo>
                    <a:lnTo>
                      <a:pt x="32" y="12"/>
                    </a:lnTo>
                    <a:lnTo>
                      <a:pt x="32" y="12"/>
                    </a:lnTo>
                    <a:lnTo>
                      <a:pt x="32" y="12"/>
                    </a:lnTo>
                    <a:lnTo>
                      <a:pt x="36" y="12"/>
                    </a:lnTo>
                    <a:lnTo>
                      <a:pt x="36" y="12"/>
                    </a:lnTo>
                    <a:lnTo>
                      <a:pt x="36" y="12"/>
                    </a:lnTo>
                    <a:lnTo>
                      <a:pt x="36" y="12"/>
                    </a:lnTo>
                    <a:lnTo>
                      <a:pt x="36" y="12"/>
                    </a:lnTo>
                    <a:lnTo>
                      <a:pt x="40" y="12"/>
                    </a:lnTo>
                    <a:lnTo>
                      <a:pt x="40" y="12"/>
                    </a:lnTo>
                    <a:lnTo>
                      <a:pt x="40" y="12"/>
                    </a:lnTo>
                    <a:lnTo>
                      <a:pt x="36" y="16"/>
                    </a:lnTo>
                    <a:lnTo>
                      <a:pt x="36" y="16"/>
                    </a:lnTo>
                    <a:lnTo>
                      <a:pt x="36" y="16"/>
                    </a:lnTo>
                    <a:lnTo>
                      <a:pt x="36" y="16"/>
                    </a:lnTo>
                    <a:lnTo>
                      <a:pt x="32" y="16"/>
                    </a:lnTo>
                    <a:lnTo>
                      <a:pt x="32" y="16"/>
                    </a:lnTo>
                    <a:lnTo>
                      <a:pt x="32" y="16"/>
                    </a:lnTo>
                    <a:lnTo>
                      <a:pt x="32" y="16"/>
                    </a:lnTo>
                    <a:lnTo>
                      <a:pt x="32" y="16"/>
                    </a:lnTo>
                    <a:lnTo>
                      <a:pt x="32" y="16"/>
                    </a:lnTo>
                    <a:lnTo>
                      <a:pt x="32" y="16"/>
                    </a:lnTo>
                    <a:lnTo>
                      <a:pt x="32" y="16"/>
                    </a:lnTo>
                    <a:lnTo>
                      <a:pt x="32" y="16"/>
                    </a:lnTo>
                    <a:lnTo>
                      <a:pt x="32" y="16"/>
                    </a:lnTo>
                    <a:lnTo>
                      <a:pt x="32" y="16"/>
                    </a:lnTo>
                    <a:lnTo>
                      <a:pt x="32" y="16"/>
                    </a:lnTo>
                    <a:lnTo>
                      <a:pt x="36" y="16"/>
                    </a:lnTo>
                    <a:lnTo>
                      <a:pt x="36" y="16"/>
                    </a:lnTo>
                    <a:lnTo>
                      <a:pt x="36" y="16"/>
                    </a:lnTo>
                    <a:lnTo>
                      <a:pt x="36" y="16"/>
                    </a:lnTo>
                    <a:lnTo>
                      <a:pt x="36" y="16"/>
                    </a:lnTo>
                    <a:lnTo>
                      <a:pt x="36" y="16"/>
                    </a:lnTo>
                    <a:lnTo>
                      <a:pt x="36" y="16"/>
                    </a:lnTo>
                    <a:lnTo>
                      <a:pt x="36" y="16"/>
                    </a:lnTo>
                    <a:lnTo>
                      <a:pt x="36" y="16"/>
                    </a:lnTo>
                    <a:lnTo>
                      <a:pt x="36" y="20"/>
                    </a:lnTo>
                    <a:lnTo>
                      <a:pt x="36" y="20"/>
                    </a:lnTo>
                    <a:lnTo>
                      <a:pt x="36" y="20"/>
                    </a:lnTo>
                    <a:lnTo>
                      <a:pt x="40" y="20"/>
                    </a:lnTo>
                    <a:lnTo>
                      <a:pt x="40" y="20"/>
                    </a:lnTo>
                    <a:lnTo>
                      <a:pt x="40" y="20"/>
                    </a:lnTo>
                    <a:lnTo>
                      <a:pt x="44" y="20"/>
                    </a:lnTo>
                    <a:lnTo>
                      <a:pt x="44" y="20"/>
                    </a:lnTo>
                    <a:lnTo>
                      <a:pt x="44" y="20"/>
                    </a:lnTo>
                    <a:lnTo>
                      <a:pt x="44" y="20"/>
                    </a:lnTo>
                    <a:lnTo>
                      <a:pt x="44" y="20"/>
                    </a:lnTo>
                    <a:lnTo>
                      <a:pt x="44" y="20"/>
                    </a:lnTo>
                    <a:lnTo>
                      <a:pt x="44" y="20"/>
                    </a:lnTo>
                    <a:lnTo>
                      <a:pt x="48" y="24"/>
                    </a:lnTo>
                    <a:lnTo>
                      <a:pt x="48" y="24"/>
                    </a:lnTo>
                    <a:lnTo>
                      <a:pt x="48" y="24"/>
                    </a:lnTo>
                    <a:lnTo>
                      <a:pt x="48" y="24"/>
                    </a:lnTo>
                    <a:lnTo>
                      <a:pt x="50" y="24"/>
                    </a:lnTo>
                    <a:lnTo>
                      <a:pt x="50" y="24"/>
                    </a:lnTo>
                    <a:lnTo>
                      <a:pt x="50" y="24"/>
                    </a:lnTo>
                    <a:lnTo>
                      <a:pt x="50" y="26"/>
                    </a:lnTo>
                    <a:lnTo>
                      <a:pt x="50" y="26"/>
                    </a:lnTo>
                    <a:lnTo>
                      <a:pt x="48" y="30"/>
                    </a:lnTo>
                    <a:lnTo>
                      <a:pt x="48" y="30"/>
                    </a:lnTo>
                    <a:lnTo>
                      <a:pt x="48" y="30"/>
                    </a:lnTo>
                    <a:lnTo>
                      <a:pt x="48" y="30"/>
                    </a:lnTo>
                    <a:lnTo>
                      <a:pt x="48" y="30"/>
                    </a:lnTo>
                    <a:lnTo>
                      <a:pt x="48" y="30"/>
                    </a:lnTo>
                    <a:lnTo>
                      <a:pt x="48" y="30"/>
                    </a:lnTo>
                    <a:lnTo>
                      <a:pt x="48" y="30"/>
                    </a:lnTo>
                    <a:lnTo>
                      <a:pt x="48" y="30"/>
                    </a:lnTo>
                    <a:lnTo>
                      <a:pt x="48" y="30"/>
                    </a:lnTo>
                    <a:lnTo>
                      <a:pt x="48" y="30"/>
                    </a:lnTo>
                    <a:lnTo>
                      <a:pt x="48" y="30"/>
                    </a:lnTo>
                    <a:lnTo>
                      <a:pt x="44" y="30"/>
                    </a:lnTo>
                    <a:lnTo>
                      <a:pt x="44" y="30"/>
                    </a:lnTo>
                    <a:lnTo>
                      <a:pt x="44" y="30"/>
                    </a:lnTo>
                    <a:lnTo>
                      <a:pt x="44" y="30"/>
                    </a:lnTo>
                    <a:lnTo>
                      <a:pt x="44" y="30"/>
                    </a:lnTo>
                    <a:lnTo>
                      <a:pt x="44" y="30"/>
                    </a:lnTo>
                    <a:lnTo>
                      <a:pt x="44" y="30"/>
                    </a:lnTo>
                    <a:lnTo>
                      <a:pt x="44" y="30"/>
                    </a:lnTo>
                    <a:lnTo>
                      <a:pt x="44" y="30"/>
                    </a:lnTo>
                    <a:lnTo>
                      <a:pt x="44" y="30"/>
                    </a:lnTo>
                    <a:lnTo>
                      <a:pt x="44" y="30"/>
                    </a:lnTo>
                    <a:lnTo>
                      <a:pt x="44" y="30"/>
                    </a:lnTo>
                    <a:lnTo>
                      <a:pt x="44" y="26"/>
                    </a:lnTo>
                    <a:lnTo>
                      <a:pt x="44" y="26"/>
                    </a:lnTo>
                    <a:lnTo>
                      <a:pt x="40" y="26"/>
                    </a:lnTo>
                    <a:lnTo>
                      <a:pt x="40" y="26"/>
                    </a:lnTo>
                    <a:lnTo>
                      <a:pt x="40" y="30"/>
                    </a:lnTo>
                    <a:lnTo>
                      <a:pt x="40" y="30"/>
                    </a:lnTo>
                    <a:lnTo>
                      <a:pt x="40" y="30"/>
                    </a:lnTo>
                    <a:lnTo>
                      <a:pt x="40" y="26"/>
                    </a:lnTo>
                    <a:lnTo>
                      <a:pt x="36" y="26"/>
                    </a:lnTo>
                    <a:lnTo>
                      <a:pt x="36" y="26"/>
                    </a:lnTo>
                    <a:lnTo>
                      <a:pt x="32" y="26"/>
                    </a:lnTo>
                    <a:lnTo>
                      <a:pt x="32" y="26"/>
                    </a:lnTo>
                    <a:lnTo>
                      <a:pt x="32" y="26"/>
                    </a:lnTo>
                    <a:lnTo>
                      <a:pt x="32" y="26"/>
                    </a:lnTo>
                    <a:lnTo>
                      <a:pt x="28" y="26"/>
                    </a:lnTo>
                    <a:lnTo>
                      <a:pt x="28" y="26"/>
                    </a:lnTo>
                    <a:lnTo>
                      <a:pt x="28" y="26"/>
                    </a:lnTo>
                    <a:lnTo>
                      <a:pt x="28" y="26"/>
                    </a:lnTo>
                    <a:lnTo>
                      <a:pt x="28" y="26"/>
                    </a:lnTo>
                    <a:lnTo>
                      <a:pt x="28" y="26"/>
                    </a:lnTo>
                    <a:lnTo>
                      <a:pt x="28" y="26"/>
                    </a:lnTo>
                    <a:lnTo>
                      <a:pt x="24" y="26"/>
                    </a:lnTo>
                    <a:lnTo>
                      <a:pt x="24" y="26"/>
                    </a:lnTo>
                    <a:lnTo>
                      <a:pt x="24" y="26"/>
                    </a:lnTo>
                    <a:close/>
                    <a:moveTo>
                      <a:pt x="48" y="34"/>
                    </a:moveTo>
                    <a:lnTo>
                      <a:pt x="48" y="34"/>
                    </a:lnTo>
                    <a:lnTo>
                      <a:pt x="48" y="34"/>
                    </a:lnTo>
                    <a:lnTo>
                      <a:pt x="48" y="34"/>
                    </a:lnTo>
                    <a:lnTo>
                      <a:pt x="44" y="34"/>
                    </a:lnTo>
                    <a:lnTo>
                      <a:pt x="44" y="34"/>
                    </a:lnTo>
                    <a:lnTo>
                      <a:pt x="44" y="34"/>
                    </a:lnTo>
                    <a:lnTo>
                      <a:pt x="44" y="34"/>
                    </a:lnTo>
                    <a:lnTo>
                      <a:pt x="44" y="34"/>
                    </a:lnTo>
                    <a:lnTo>
                      <a:pt x="44" y="34"/>
                    </a:lnTo>
                    <a:lnTo>
                      <a:pt x="44" y="34"/>
                    </a:lnTo>
                    <a:lnTo>
                      <a:pt x="44" y="34"/>
                    </a:lnTo>
                    <a:lnTo>
                      <a:pt x="44" y="30"/>
                    </a:lnTo>
                    <a:lnTo>
                      <a:pt x="48" y="34"/>
                    </a:lnTo>
                    <a:lnTo>
                      <a:pt x="48" y="34"/>
                    </a:lnTo>
                    <a:lnTo>
                      <a:pt x="48" y="34"/>
                    </a:lnTo>
                    <a:lnTo>
                      <a:pt x="48" y="34"/>
                    </a:lnTo>
                    <a:lnTo>
                      <a:pt x="48" y="34"/>
                    </a:lnTo>
                    <a:lnTo>
                      <a:pt x="48" y="34"/>
                    </a:lnTo>
                    <a:lnTo>
                      <a:pt x="48" y="34"/>
                    </a:lnTo>
                    <a:lnTo>
                      <a:pt x="48"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8" name="Freeform 72"/>
              <p:cNvSpPr>
                <a:spLocks/>
              </p:cNvSpPr>
              <p:nvPr/>
            </p:nvSpPr>
            <p:spPr bwMode="gray">
              <a:xfrm>
                <a:off x="2584125" y="4088321"/>
                <a:ext cx="55656" cy="38264"/>
              </a:xfrm>
              <a:custGeom>
                <a:avLst/>
                <a:gdLst>
                  <a:gd name="T0" fmla="*/ 32 w 32"/>
                  <a:gd name="T1" fmla="*/ 16 h 22"/>
                  <a:gd name="T2" fmla="*/ 32 w 32"/>
                  <a:gd name="T3" fmla="*/ 16 h 22"/>
                  <a:gd name="T4" fmla="*/ 32 w 32"/>
                  <a:gd name="T5" fmla="*/ 18 h 22"/>
                  <a:gd name="T6" fmla="*/ 32 w 32"/>
                  <a:gd name="T7" fmla="*/ 18 h 22"/>
                  <a:gd name="T8" fmla="*/ 32 w 32"/>
                  <a:gd name="T9" fmla="*/ 18 h 22"/>
                  <a:gd name="T10" fmla="*/ 32 w 32"/>
                  <a:gd name="T11" fmla="*/ 22 h 22"/>
                  <a:gd name="T12" fmla="*/ 28 w 32"/>
                  <a:gd name="T13" fmla="*/ 22 h 22"/>
                  <a:gd name="T14" fmla="*/ 28 w 32"/>
                  <a:gd name="T15" fmla="*/ 22 h 22"/>
                  <a:gd name="T16" fmla="*/ 22 w 32"/>
                  <a:gd name="T17" fmla="*/ 22 h 22"/>
                  <a:gd name="T18" fmla="*/ 22 w 32"/>
                  <a:gd name="T19" fmla="*/ 18 h 22"/>
                  <a:gd name="T20" fmla="*/ 22 w 32"/>
                  <a:gd name="T21" fmla="*/ 18 h 22"/>
                  <a:gd name="T22" fmla="*/ 22 w 32"/>
                  <a:gd name="T23" fmla="*/ 22 h 22"/>
                  <a:gd name="T24" fmla="*/ 18 w 32"/>
                  <a:gd name="T25" fmla="*/ 22 h 22"/>
                  <a:gd name="T26" fmla="*/ 18 w 32"/>
                  <a:gd name="T27" fmla="*/ 18 h 22"/>
                  <a:gd name="T28" fmla="*/ 14 w 32"/>
                  <a:gd name="T29" fmla="*/ 18 h 22"/>
                  <a:gd name="T30" fmla="*/ 14 w 32"/>
                  <a:gd name="T31" fmla="*/ 18 h 22"/>
                  <a:gd name="T32" fmla="*/ 10 w 32"/>
                  <a:gd name="T33" fmla="*/ 16 h 22"/>
                  <a:gd name="T34" fmla="*/ 8 w 32"/>
                  <a:gd name="T35" fmla="*/ 16 h 22"/>
                  <a:gd name="T36" fmla="*/ 4 w 32"/>
                  <a:gd name="T37" fmla="*/ 16 h 22"/>
                  <a:gd name="T38" fmla="*/ 4 w 32"/>
                  <a:gd name="T39" fmla="*/ 16 h 22"/>
                  <a:gd name="T40" fmla="*/ 4 w 32"/>
                  <a:gd name="T41" fmla="*/ 16 h 22"/>
                  <a:gd name="T42" fmla="*/ 0 w 32"/>
                  <a:gd name="T43" fmla="*/ 12 h 22"/>
                  <a:gd name="T44" fmla="*/ 0 w 32"/>
                  <a:gd name="T45" fmla="*/ 8 h 22"/>
                  <a:gd name="T46" fmla="*/ 4 w 32"/>
                  <a:gd name="T47" fmla="*/ 8 h 22"/>
                  <a:gd name="T48" fmla="*/ 8 w 32"/>
                  <a:gd name="T49" fmla="*/ 4 h 22"/>
                  <a:gd name="T50" fmla="*/ 8 w 32"/>
                  <a:gd name="T51" fmla="*/ 4 h 22"/>
                  <a:gd name="T52" fmla="*/ 8 w 32"/>
                  <a:gd name="T53" fmla="*/ 4 h 22"/>
                  <a:gd name="T54" fmla="*/ 8 w 32"/>
                  <a:gd name="T55" fmla="*/ 4 h 22"/>
                  <a:gd name="T56" fmla="*/ 8 w 32"/>
                  <a:gd name="T57" fmla="*/ 0 h 22"/>
                  <a:gd name="T58" fmla="*/ 10 w 32"/>
                  <a:gd name="T59" fmla="*/ 0 h 22"/>
                  <a:gd name="T60" fmla="*/ 10 w 32"/>
                  <a:gd name="T61" fmla="*/ 0 h 22"/>
                  <a:gd name="T62" fmla="*/ 14 w 32"/>
                  <a:gd name="T63" fmla="*/ 0 h 22"/>
                  <a:gd name="T64" fmla="*/ 14 w 32"/>
                  <a:gd name="T65" fmla="*/ 4 h 22"/>
                  <a:gd name="T66" fmla="*/ 14 w 32"/>
                  <a:gd name="T67" fmla="*/ 4 h 22"/>
                  <a:gd name="T68" fmla="*/ 18 w 32"/>
                  <a:gd name="T69" fmla="*/ 4 h 22"/>
                  <a:gd name="T70" fmla="*/ 18 w 32"/>
                  <a:gd name="T71" fmla="*/ 4 h 22"/>
                  <a:gd name="T72" fmla="*/ 18 w 32"/>
                  <a:gd name="T73" fmla="*/ 8 h 22"/>
                  <a:gd name="T74" fmla="*/ 18 w 32"/>
                  <a:gd name="T75" fmla="*/ 8 h 22"/>
                  <a:gd name="T76" fmla="*/ 22 w 32"/>
                  <a:gd name="T77" fmla="*/ 8 h 22"/>
                  <a:gd name="T78" fmla="*/ 22 w 32"/>
                  <a:gd name="T79" fmla="*/ 8 h 22"/>
                  <a:gd name="T80" fmla="*/ 22 w 32"/>
                  <a:gd name="T81" fmla="*/ 12 h 22"/>
                  <a:gd name="T82" fmla="*/ 24 w 32"/>
                  <a:gd name="T83" fmla="*/ 12 h 22"/>
                  <a:gd name="T84" fmla="*/ 24 w 32"/>
                  <a:gd name="T85" fmla="*/ 12 h 22"/>
                  <a:gd name="T86" fmla="*/ 24 w 32"/>
                  <a:gd name="T87" fmla="*/ 8 h 22"/>
                  <a:gd name="T88" fmla="*/ 28 w 32"/>
                  <a:gd name="T89" fmla="*/ 8 h 22"/>
                  <a:gd name="T90" fmla="*/ 28 w 32"/>
                  <a:gd name="T91" fmla="*/ 12 h 22"/>
                  <a:gd name="T92" fmla="*/ 28 w 32"/>
                  <a:gd name="T93" fmla="*/ 12 h 22"/>
                  <a:gd name="T94" fmla="*/ 32 w 32"/>
                  <a:gd name="T95" fmla="*/ 12 h 22"/>
                  <a:gd name="T96" fmla="*/ 32 w 32"/>
                  <a:gd name="T97" fmla="*/ 1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2" h="22">
                    <a:moveTo>
                      <a:pt x="32" y="12"/>
                    </a:moveTo>
                    <a:lnTo>
                      <a:pt x="32" y="12"/>
                    </a:lnTo>
                    <a:lnTo>
                      <a:pt x="32" y="16"/>
                    </a:lnTo>
                    <a:lnTo>
                      <a:pt x="32" y="16"/>
                    </a:lnTo>
                    <a:lnTo>
                      <a:pt x="32" y="16"/>
                    </a:lnTo>
                    <a:lnTo>
                      <a:pt x="32" y="16"/>
                    </a:lnTo>
                    <a:lnTo>
                      <a:pt x="32" y="16"/>
                    </a:lnTo>
                    <a:lnTo>
                      <a:pt x="32" y="18"/>
                    </a:lnTo>
                    <a:lnTo>
                      <a:pt x="32" y="18"/>
                    </a:lnTo>
                    <a:lnTo>
                      <a:pt x="32" y="18"/>
                    </a:lnTo>
                    <a:lnTo>
                      <a:pt x="32" y="18"/>
                    </a:lnTo>
                    <a:lnTo>
                      <a:pt x="32" y="18"/>
                    </a:lnTo>
                    <a:lnTo>
                      <a:pt x="32" y="18"/>
                    </a:lnTo>
                    <a:lnTo>
                      <a:pt x="32" y="18"/>
                    </a:lnTo>
                    <a:lnTo>
                      <a:pt x="32" y="18"/>
                    </a:lnTo>
                    <a:lnTo>
                      <a:pt x="32" y="18"/>
                    </a:lnTo>
                    <a:lnTo>
                      <a:pt x="32" y="18"/>
                    </a:lnTo>
                    <a:lnTo>
                      <a:pt x="32" y="22"/>
                    </a:lnTo>
                    <a:lnTo>
                      <a:pt x="28" y="22"/>
                    </a:lnTo>
                    <a:lnTo>
                      <a:pt x="28" y="22"/>
                    </a:lnTo>
                    <a:lnTo>
                      <a:pt x="28" y="22"/>
                    </a:lnTo>
                    <a:lnTo>
                      <a:pt x="28" y="22"/>
                    </a:lnTo>
                    <a:lnTo>
                      <a:pt x="28" y="22"/>
                    </a:lnTo>
                    <a:lnTo>
                      <a:pt x="28" y="22"/>
                    </a:lnTo>
                    <a:lnTo>
                      <a:pt x="24" y="22"/>
                    </a:lnTo>
                    <a:lnTo>
                      <a:pt x="24" y="22"/>
                    </a:lnTo>
                    <a:lnTo>
                      <a:pt x="22" y="22"/>
                    </a:lnTo>
                    <a:lnTo>
                      <a:pt x="22" y="22"/>
                    </a:lnTo>
                    <a:lnTo>
                      <a:pt x="22" y="18"/>
                    </a:lnTo>
                    <a:lnTo>
                      <a:pt x="22" y="18"/>
                    </a:lnTo>
                    <a:lnTo>
                      <a:pt x="18" y="18"/>
                    </a:lnTo>
                    <a:lnTo>
                      <a:pt x="22" y="22"/>
                    </a:lnTo>
                    <a:lnTo>
                      <a:pt x="22" y="18"/>
                    </a:lnTo>
                    <a:lnTo>
                      <a:pt x="22" y="18"/>
                    </a:lnTo>
                    <a:lnTo>
                      <a:pt x="22" y="22"/>
                    </a:lnTo>
                    <a:lnTo>
                      <a:pt x="22" y="22"/>
                    </a:lnTo>
                    <a:lnTo>
                      <a:pt x="22" y="22"/>
                    </a:lnTo>
                    <a:lnTo>
                      <a:pt x="22" y="22"/>
                    </a:lnTo>
                    <a:lnTo>
                      <a:pt x="18" y="22"/>
                    </a:lnTo>
                    <a:lnTo>
                      <a:pt x="18" y="22"/>
                    </a:lnTo>
                    <a:lnTo>
                      <a:pt x="18" y="22"/>
                    </a:lnTo>
                    <a:lnTo>
                      <a:pt x="18" y="18"/>
                    </a:lnTo>
                    <a:lnTo>
                      <a:pt x="18" y="18"/>
                    </a:lnTo>
                    <a:lnTo>
                      <a:pt x="18" y="18"/>
                    </a:lnTo>
                    <a:lnTo>
                      <a:pt x="14" y="18"/>
                    </a:lnTo>
                    <a:lnTo>
                      <a:pt x="14" y="18"/>
                    </a:lnTo>
                    <a:lnTo>
                      <a:pt x="14" y="18"/>
                    </a:lnTo>
                    <a:lnTo>
                      <a:pt x="14" y="18"/>
                    </a:lnTo>
                    <a:lnTo>
                      <a:pt x="14" y="18"/>
                    </a:lnTo>
                    <a:lnTo>
                      <a:pt x="10" y="18"/>
                    </a:lnTo>
                    <a:lnTo>
                      <a:pt x="10" y="16"/>
                    </a:lnTo>
                    <a:lnTo>
                      <a:pt x="10" y="16"/>
                    </a:lnTo>
                    <a:lnTo>
                      <a:pt x="8" y="16"/>
                    </a:lnTo>
                    <a:lnTo>
                      <a:pt x="8" y="16"/>
                    </a:lnTo>
                    <a:lnTo>
                      <a:pt x="8" y="16"/>
                    </a:lnTo>
                    <a:lnTo>
                      <a:pt x="8" y="16"/>
                    </a:lnTo>
                    <a:lnTo>
                      <a:pt x="4" y="16"/>
                    </a:lnTo>
                    <a:lnTo>
                      <a:pt x="4" y="16"/>
                    </a:lnTo>
                    <a:lnTo>
                      <a:pt x="4" y="16"/>
                    </a:lnTo>
                    <a:lnTo>
                      <a:pt x="4" y="16"/>
                    </a:lnTo>
                    <a:lnTo>
                      <a:pt x="4" y="16"/>
                    </a:lnTo>
                    <a:lnTo>
                      <a:pt x="4" y="16"/>
                    </a:lnTo>
                    <a:lnTo>
                      <a:pt x="4" y="16"/>
                    </a:lnTo>
                    <a:lnTo>
                      <a:pt x="0" y="12"/>
                    </a:lnTo>
                    <a:lnTo>
                      <a:pt x="0" y="12"/>
                    </a:lnTo>
                    <a:lnTo>
                      <a:pt x="0" y="12"/>
                    </a:lnTo>
                    <a:lnTo>
                      <a:pt x="0" y="12"/>
                    </a:lnTo>
                    <a:lnTo>
                      <a:pt x="0" y="12"/>
                    </a:lnTo>
                    <a:lnTo>
                      <a:pt x="0" y="8"/>
                    </a:lnTo>
                    <a:lnTo>
                      <a:pt x="4" y="8"/>
                    </a:lnTo>
                    <a:lnTo>
                      <a:pt x="4" y="8"/>
                    </a:lnTo>
                    <a:lnTo>
                      <a:pt x="4" y="8"/>
                    </a:lnTo>
                    <a:lnTo>
                      <a:pt x="4" y="8"/>
                    </a:lnTo>
                    <a:lnTo>
                      <a:pt x="4" y="8"/>
                    </a:lnTo>
                    <a:lnTo>
                      <a:pt x="8" y="4"/>
                    </a:lnTo>
                    <a:lnTo>
                      <a:pt x="8" y="4"/>
                    </a:lnTo>
                    <a:lnTo>
                      <a:pt x="8" y="4"/>
                    </a:lnTo>
                    <a:lnTo>
                      <a:pt x="8" y="4"/>
                    </a:lnTo>
                    <a:lnTo>
                      <a:pt x="8" y="4"/>
                    </a:lnTo>
                    <a:lnTo>
                      <a:pt x="8" y="4"/>
                    </a:lnTo>
                    <a:lnTo>
                      <a:pt x="8" y="4"/>
                    </a:lnTo>
                    <a:lnTo>
                      <a:pt x="8" y="4"/>
                    </a:lnTo>
                    <a:lnTo>
                      <a:pt x="8" y="4"/>
                    </a:lnTo>
                    <a:lnTo>
                      <a:pt x="8" y="4"/>
                    </a:lnTo>
                    <a:lnTo>
                      <a:pt x="8" y="4"/>
                    </a:lnTo>
                    <a:lnTo>
                      <a:pt x="8" y="0"/>
                    </a:lnTo>
                    <a:lnTo>
                      <a:pt x="8" y="0"/>
                    </a:lnTo>
                    <a:lnTo>
                      <a:pt x="8" y="0"/>
                    </a:lnTo>
                    <a:lnTo>
                      <a:pt x="8" y="0"/>
                    </a:lnTo>
                    <a:lnTo>
                      <a:pt x="10" y="0"/>
                    </a:lnTo>
                    <a:lnTo>
                      <a:pt x="10" y="0"/>
                    </a:lnTo>
                    <a:lnTo>
                      <a:pt x="10" y="0"/>
                    </a:lnTo>
                    <a:lnTo>
                      <a:pt x="10" y="0"/>
                    </a:lnTo>
                    <a:lnTo>
                      <a:pt x="10" y="0"/>
                    </a:lnTo>
                    <a:lnTo>
                      <a:pt x="10" y="0"/>
                    </a:lnTo>
                    <a:lnTo>
                      <a:pt x="14" y="0"/>
                    </a:lnTo>
                    <a:lnTo>
                      <a:pt x="14" y="4"/>
                    </a:lnTo>
                    <a:lnTo>
                      <a:pt x="14" y="0"/>
                    </a:lnTo>
                    <a:lnTo>
                      <a:pt x="14" y="4"/>
                    </a:lnTo>
                    <a:lnTo>
                      <a:pt x="14" y="4"/>
                    </a:lnTo>
                    <a:lnTo>
                      <a:pt x="14" y="4"/>
                    </a:lnTo>
                    <a:lnTo>
                      <a:pt x="14" y="4"/>
                    </a:lnTo>
                    <a:lnTo>
                      <a:pt x="14" y="4"/>
                    </a:lnTo>
                    <a:lnTo>
                      <a:pt x="18" y="4"/>
                    </a:lnTo>
                    <a:lnTo>
                      <a:pt x="18" y="4"/>
                    </a:lnTo>
                    <a:lnTo>
                      <a:pt x="18" y="4"/>
                    </a:lnTo>
                    <a:lnTo>
                      <a:pt x="18" y="4"/>
                    </a:lnTo>
                    <a:lnTo>
                      <a:pt x="18" y="4"/>
                    </a:lnTo>
                    <a:lnTo>
                      <a:pt x="18" y="8"/>
                    </a:lnTo>
                    <a:lnTo>
                      <a:pt x="18" y="8"/>
                    </a:lnTo>
                    <a:lnTo>
                      <a:pt x="18" y="8"/>
                    </a:lnTo>
                    <a:lnTo>
                      <a:pt x="18" y="4"/>
                    </a:lnTo>
                    <a:lnTo>
                      <a:pt x="18" y="4"/>
                    </a:lnTo>
                    <a:lnTo>
                      <a:pt x="18" y="8"/>
                    </a:lnTo>
                    <a:lnTo>
                      <a:pt x="18" y="8"/>
                    </a:lnTo>
                    <a:lnTo>
                      <a:pt x="18" y="8"/>
                    </a:lnTo>
                    <a:lnTo>
                      <a:pt x="22" y="8"/>
                    </a:lnTo>
                    <a:lnTo>
                      <a:pt x="22" y="8"/>
                    </a:lnTo>
                    <a:lnTo>
                      <a:pt x="22" y="8"/>
                    </a:lnTo>
                    <a:lnTo>
                      <a:pt x="22" y="8"/>
                    </a:lnTo>
                    <a:lnTo>
                      <a:pt x="22" y="8"/>
                    </a:lnTo>
                    <a:lnTo>
                      <a:pt x="22" y="12"/>
                    </a:lnTo>
                    <a:lnTo>
                      <a:pt x="22" y="12"/>
                    </a:lnTo>
                    <a:lnTo>
                      <a:pt x="22" y="12"/>
                    </a:lnTo>
                    <a:lnTo>
                      <a:pt x="24" y="12"/>
                    </a:lnTo>
                    <a:lnTo>
                      <a:pt x="24" y="12"/>
                    </a:lnTo>
                    <a:lnTo>
                      <a:pt x="24" y="12"/>
                    </a:lnTo>
                    <a:lnTo>
                      <a:pt x="24" y="12"/>
                    </a:lnTo>
                    <a:lnTo>
                      <a:pt x="24" y="12"/>
                    </a:lnTo>
                    <a:lnTo>
                      <a:pt x="24" y="8"/>
                    </a:lnTo>
                    <a:lnTo>
                      <a:pt x="24" y="8"/>
                    </a:lnTo>
                    <a:lnTo>
                      <a:pt x="24" y="8"/>
                    </a:lnTo>
                    <a:lnTo>
                      <a:pt x="24" y="8"/>
                    </a:lnTo>
                    <a:lnTo>
                      <a:pt x="28" y="8"/>
                    </a:lnTo>
                    <a:lnTo>
                      <a:pt x="28" y="8"/>
                    </a:lnTo>
                    <a:lnTo>
                      <a:pt x="28" y="8"/>
                    </a:lnTo>
                    <a:lnTo>
                      <a:pt x="28" y="12"/>
                    </a:lnTo>
                    <a:lnTo>
                      <a:pt x="28" y="12"/>
                    </a:lnTo>
                    <a:lnTo>
                      <a:pt x="28" y="12"/>
                    </a:lnTo>
                    <a:lnTo>
                      <a:pt x="28" y="12"/>
                    </a:lnTo>
                    <a:lnTo>
                      <a:pt x="28" y="12"/>
                    </a:lnTo>
                    <a:lnTo>
                      <a:pt x="32" y="12"/>
                    </a:lnTo>
                    <a:lnTo>
                      <a:pt x="32" y="12"/>
                    </a:lnTo>
                    <a:lnTo>
                      <a:pt x="32" y="12"/>
                    </a:lnTo>
                    <a:lnTo>
                      <a:pt x="32" y="12"/>
                    </a:lnTo>
                    <a:lnTo>
                      <a:pt x="32" y="12"/>
                    </a:lnTo>
                    <a:lnTo>
                      <a:pt x="32" y="12"/>
                    </a:lnTo>
                    <a:lnTo>
                      <a:pt x="32"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9" name="Freeform 73"/>
              <p:cNvSpPr>
                <a:spLocks noEditPoints="1"/>
              </p:cNvSpPr>
              <p:nvPr/>
            </p:nvSpPr>
            <p:spPr bwMode="gray">
              <a:xfrm>
                <a:off x="3005025" y="1475981"/>
                <a:ext cx="1495768" cy="1088765"/>
              </a:xfrm>
              <a:custGeom>
                <a:avLst/>
                <a:gdLst>
                  <a:gd name="T0" fmla="*/ 472 w 860"/>
                  <a:gd name="T1" fmla="*/ 18 h 626"/>
                  <a:gd name="T2" fmla="*/ 342 w 860"/>
                  <a:gd name="T3" fmla="*/ 34 h 626"/>
                  <a:gd name="T4" fmla="*/ 738 w 860"/>
                  <a:gd name="T5" fmla="*/ 60 h 626"/>
                  <a:gd name="T6" fmla="*/ 764 w 860"/>
                  <a:gd name="T7" fmla="*/ 160 h 626"/>
                  <a:gd name="T8" fmla="*/ 734 w 860"/>
                  <a:gd name="T9" fmla="*/ 204 h 626"/>
                  <a:gd name="T10" fmla="*/ 742 w 860"/>
                  <a:gd name="T11" fmla="*/ 256 h 626"/>
                  <a:gd name="T12" fmla="*/ 234 w 860"/>
                  <a:gd name="T13" fmla="*/ 284 h 626"/>
                  <a:gd name="T14" fmla="*/ 246 w 860"/>
                  <a:gd name="T15" fmla="*/ 294 h 626"/>
                  <a:gd name="T16" fmla="*/ 252 w 860"/>
                  <a:gd name="T17" fmla="*/ 314 h 626"/>
                  <a:gd name="T18" fmla="*/ 506 w 860"/>
                  <a:gd name="T19" fmla="*/ 484 h 626"/>
                  <a:gd name="T20" fmla="*/ 332 w 860"/>
                  <a:gd name="T21" fmla="*/ 578 h 626"/>
                  <a:gd name="T22" fmla="*/ 418 w 860"/>
                  <a:gd name="T23" fmla="*/ 622 h 626"/>
                  <a:gd name="T24" fmla="*/ 308 w 860"/>
                  <a:gd name="T25" fmla="*/ 398 h 626"/>
                  <a:gd name="T26" fmla="*/ 312 w 860"/>
                  <a:gd name="T27" fmla="*/ 366 h 626"/>
                  <a:gd name="T28" fmla="*/ 268 w 860"/>
                  <a:gd name="T29" fmla="*/ 320 h 626"/>
                  <a:gd name="T30" fmla="*/ 256 w 860"/>
                  <a:gd name="T31" fmla="*/ 306 h 626"/>
                  <a:gd name="T32" fmla="*/ 200 w 860"/>
                  <a:gd name="T33" fmla="*/ 238 h 626"/>
                  <a:gd name="T34" fmla="*/ 86 w 860"/>
                  <a:gd name="T35" fmla="*/ 216 h 626"/>
                  <a:gd name="T36" fmla="*/ 86 w 860"/>
                  <a:gd name="T37" fmla="*/ 190 h 626"/>
                  <a:gd name="T38" fmla="*/ 30 w 860"/>
                  <a:gd name="T39" fmla="*/ 172 h 626"/>
                  <a:gd name="T40" fmla="*/ 122 w 860"/>
                  <a:gd name="T41" fmla="*/ 104 h 626"/>
                  <a:gd name="T42" fmla="*/ 178 w 860"/>
                  <a:gd name="T43" fmla="*/ 52 h 626"/>
                  <a:gd name="T44" fmla="*/ 276 w 860"/>
                  <a:gd name="T45" fmla="*/ 60 h 626"/>
                  <a:gd name="T46" fmla="*/ 406 w 860"/>
                  <a:gd name="T47" fmla="*/ 56 h 626"/>
                  <a:gd name="T48" fmla="*/ 464 w 860"/>
                  <a:gd name="T49" fmla="*/ 26 h 626"/>
                  <a:gd name="T50" fmla="*/ 418 w 860"/>
                  <a:gd name="T51" fmla="*/ 12 h 626"/>
                  <a:gd name="T52" fmla="*/ 524 w 860"/>
                  <a:gd name="T53" fmla="*/ 4 h 626"/>
                  <a:gd name="T54" fmla="*/ 584 w 860"/>
                  <a:gd name="T55" fmla="*/ 18 h 626"/>
                  <a:gd name="T56" fmla="*/ 678 w 860"/>
                  <a:gd name="T57" fmla="*/ 16 h 626"/>
                  <a:gd name="T58" fmla="*/ 606 w 860"/>
                  <a:gd name="T59" fmla="*/ 44 h 626"/>
                  <a:gd name="T60" fmla="*/ 692 w 860"/>
                  <a:gd name="T61" fmla="*/ 48 h 626"/>
                  <a:gd name="T62" fmla="*/ 786 w 860"/>
                  <a:gd name="T63" fmla="*/ 52 h 626"/>
                  <a:gd name="T64" fmla="*/ 748 w 860"/>
                  <a:gd name="T65" fmla="*/ 90 h 626"/>
                  <a:gd name="T66" fmla="*/ 756 w 860"/>
                  <a:gd name="T67" fmla="*/ 124 h 626"/>
                  <a:gd name="T68" fmla="*/ 744 w 860"/>
                  <a:gd name="T69" fmla="*/ 178 h 626"/>
                  <a:gd name="T70" fmla="*/ 726 w 860"/>
                  <a:gd name="T71" fmla="*/ 208 h 626"/>
                  <a:gd name="T72" fmla="*/ 734 w 860"/>
                  <a:gd name="T73" fmla="*/ 238 h 626"/>
                  <a:gd name="T74" fmla="*/ 738 w 860"/>
                  <a:gd name="T75" fmla="*/ 280 h 626"/>
                  <a:gd name="T76" fmla="*/ 660 w 860"/>
                  <a:gd name="T77" fmla="*/ 294 h 626"/>
                  <a:gd name="T78" fmla="*/ 704 w 860"/>
                  <a:gd name="T79" fmla="*/ 328 h 626"/>
                  <a:gd name="T80" fmla="*/ 688 w 860"/>
                  <a:gd name="T81" fmla="*/ 358 h 626"/>
                  <a:gd name="T82" fmla="*/ 632 w 860"/>
                  <a:gd name="T83" fmla="*/ 358 h 626"/>
                  <a:gd name="T84" fmla="*/ 704 w 860"/>
                  <a:gd name="T85" fmla="*/ 388 h 626"/>
                  <a:gd name="T86" fmla="*/ 580 w 860"/>
                  <a:gd name="T87" fmla="*/ 426 h 626"/>
                  <a:gd name="T88" fmla="*/ 502 w 860"/>
                  <a:gd name="T89" fmla="*/ 484 h 626"/>
                  <a:gd name="T90" fmla="*/ 458 w 860"/>
                  <a:gd name="T91" fmla="*/ 530 h 626"/>
                  <a:gd name="T92" fmla="*/ 436 w 860"/>
                  <a:gd name="T93" fmla="*/ 578 h 626"/>
                  <a:gd name="T94" fmla="*/ 420 w 860"/>
                  <a:gd name="T95" fmla="*/ 618 h 626"/>
                  <a:gd name="T96" fmla="*/ 388 w 860"/>
                  <a:gd name="T97" fmla="*/ 596 h 626"/>
                  <a:gd name="T98" fmla="*/ 332 w 860"/>
                  <a:gd name="T99" fmla="*/ 578 h 626"/>
                  <a:gd name="T100" fmla="*/ 306 w 860"/>
                  <a:gd name="T101" fmla="*/ 534 h 626"/>
                  <a:gd name="T102" fmla="*/ 302 w 860"/>
                  <a:gd name="T103" fmla="*/ 518 h 626"/>
                  <a:gd name="T104" fmla="*/ 286 w 860"/>
                  <a:gd name="T105" fmla="*/ 482 h 626"/>
                  <a:gd name="T106" fmla="*/ 278 w 860"/>
                  <a:gd name="T107" fmla="*/ 462 h 626"/>
                  <a:gd name="T108" fmla="*/ 290 w 860"/>
                  <a:gd name="T109" fmla="*/ 436 h 626"/>
                  <a:gd name="T110" fmla="*/ 278 w 860"/>
                  <a:gd name="T111" fmla="*/ 432 h 626"/>
                  <a:gd name="T112" fmla="*/ 306 w 860"/>
                  <a:gd name="T113" fmla="*/ 418 h 626"/>
                  <a:gd name="T114" fmla="*/ 768 w 860"/>
                  <a:gd name="T115" fmla="*/ 216 h 626"/>
                  <a:gd name="T116" fmla="*/ 712 w 860"/>
                  <a:gd name="T117" fmla="*/ 310 h 626"/>
                  <a:gd name="T118" fmla="*/ 648 w 860"/>
                  <a:gd name="T119" fmla="*/ 358 h 626"/>
                  <a:gd name="T120" fmla="*/ 264 w 860"/>
                  <a:gd name="T121" fmla="*/ 380 h 626"/>
                  <a:gd name="T122" fmla="*/ 610 w 860"/>
                  <a:gd name="T123" fmla="*/ 426 h 626"/>
                  <a:gd name="T124" fmla="*/ 462 w 860"/>
                  <a:gd name="T125" fmla="*/ 518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860" h="626">
                    <a:moveTo>
                      <a:pt x="472" y="8"/>
                    </a:moveTo>
                    <a:lnTo>
                      <a:pt x="476" y="8"/>
                    </a:lnTo>
                    <a:lnTo>
                      <a:pt x="480" y="8"/>
                    </a:lnTo>
                    <a:lnTo>
                      <a:pt x="480" y="12"/>
                    </a:lnTo>
                    <a:lnTo>
                      <a:pt x="476" y="12"/>
                    </a:lnTo>
                    <a:lnTo>
                      <a:pt x="472" y="8"/>
                    </a:lnTo>
                    <a:lnTo>
                      <a:pt x="472" y="8"/>
                    </a:lnTo>
                    <a:lnTo>
                      <a:pt x="472" y="8"/>
                    </a:lnTo>
                    <a:close/>
                    <a:moveTo>
                      <a:pt x="480" y="16"/>
                    </a:moveTo>
                    <a:lnTo>
                      <a:pt x="476" y="16"/>
                    </a:lnTo>
                    <a:lnTo>
                      <a:pt x="472" y="16"/>
                    </a:lnTo>
                    <a:lnTo>
                      <a:pt x="468" y="16"/>
                    </a:lnTo>
                    <a:lnTo>
                      <a:pt x="468" y="12"/>
                    </a:lnTo>
                    <a:lnTo>
                      <a:pt x="464" y="12"/>
                    </a:lnTo>
                    <a:lnTo>
                      <a:pt x="462" y="12"/>
                    </a:lnTo>
                    <a:lnTo>
                      <a:pt x="458" y="12"/>
                    </a:lnTo>
                    <a:lnTo>
                      <a:pt x="458" y="8"/>
                    </a:lnTo>
                    <a:lnTo>
                      <a:pt x="462" y="8"/>
                    </a:lnTo>
                    <a:lnTo>
                      <a:pt x="464" y="12"/>
                    </a:lnTo>
                    <a:lnTo>
                      <a:pt x="468" y="12"/>
                    </a:lnTo>
                    <a:lnTo>
                      <a:pt x="472" y="12"/>
                    </a:lnTo>
                    <a:lnTo>
                      <a:pt x="476" y="12"/>
                    </a:lnTo>
                    <a:lnTo>
                      <a:pt x="476" y="16"/>
                    </a:lnTo>
                    <a:lnTo>
                      <a:pt x="480" y="16"/>
                    </a:lnTo>
                    <a:lnTo>
                      <a:pt x="484" y="16"/>
                    </a:lnTo>
                    <a:lnTo>
                      <a:pt x="480" y="16"/>
                    </a:lnTo>
                    <a:lnTo>
                      <a:pt x="480" y="16"/>
                    </a:lnTo>
                    <a:lnTo>
                      <a:pt x="480" y="16"/>
                    </a:lnTo>
                    <a:close/>
                    <a:moveTo>
                      <a:pt x="446" y="12"/>
                    </a:moveTo>
                    <a:lnTo>
                      <a:pt x="442" y="12"/>
                    </a:lnTo>
                    <a:lnTo>
                      <a:pt x="446" y="8"/>
                    </a:lnTo>
                    <a:lnTo>
                      <a:pt x="450" y="12"/>
                    </a:lnTo>
                    <a:lnTo>
                      <a:pt x="446" y="12"/>
                    </a:lnTo>
                    <a:lnTo>
                      <a:pt x="446" y="12"/>
                    </a:lnTo>
                    <a:lnTo>
                      <a:pt x="446" y="12"/>
                    </a:lnTo>
                    <a:close/>
                    <a:moveTo>
                      <a:pt x="432" y="12"/>
                    </a:moveTo>
                    <a:lnTo>
                      <a:pt x="436" y="12"/>
                    </a:lnTo>
                    <a:lnTo>
                      <a:pt x="440" y="12"/>
                    </a:lnTo>
                    <a:lnTo>
                      <a:pt x="436" y="12"/>
                    </a:lnTo>
                    <a:lnTo>
                      <a:pt x="432" y="12"/>
                    </a:lnTo>
                    <a:lnTo>
                      <a:pt x="432" y="12"/>
                    </a:lnTo>
                    <a:lnTo>
                      <a:pt x="432" y="12"/>
                    </a:lnTo>
                    <a:close/>
                    <a:moveTo>
                      <a:pt x="442" y="12"/>
                    </a:moveTo>
                    <a:lnTo>
                      <a:pt x="446" y="12"/>
                    </a:lnTo>
                    <a:lnTo>
                      <a:pt x="450" y="12"/>
                    </a:lnTo>
                    <a:lnTo>
                      <a:pt x="446" y="12"/>
                    </a:lnTo>
                    <a:lnTo>
                      <a:pt x="442" y="12"/>
                    </a:lnTo>
                    <a:lnTo>
                      <a:pt x="442" y="12"/>
                    </a:lnTo>
                    <a:lnTo>
                      <a:pt x="442" y="12"/>
                    </a:lnTo>
                    <a:close/>
                    <a:moveTo>
                      <a:pt x="488" y="16"/>
                    </a:moveTo>
                    <a:lnTo>
                      <a:pt x="484" y="16"/>
                    </a:lnTo>
                    <a:lnTo>
                      <a:pt x="488" y="16"/>
                    </a:lnTo>
                    <a:lnTo>
                      <a:pt x="490" y="16"/>
                    </a:lnTo>
                    <a:lnTo>
                      <a:pt x="494" y="16"/>
                    </a:lnTo>
                    <a:lnTo>
                      <a:pt x="490" y="16"/>
                    </a:lnTo>
                    <a:lnTo>
                      <a:pt x="488" y="16"/>
                    </a:lnTo>
                    <a:lnTo>
                      <a:pt x="488" y="16"/>
                    </a:lnTo>
                    <a:lnTo>
                      <a:pt x="488" y="16"/>
                    </a:lnTo>
                    <a:close/>
                    <a:moveTo>
                      <a:pt x="468" y="18"/>
                    </a:moveTo>
                    <a:lnTo>
                      <a:pt x="464" y="18"/>
                    </a:lnTo>
                    <a:lnTo>
                      <a:pt x="462" y="18"/>
                    </a:lnTo>
                    <a:lnTo>
                      <a:pt x="458" y="18"/>
                    </a:lnTo>
                    <a:lnTo>
                      <a:pt x="454" y="18"/>
                    </a:lnTo>
                    <a:lnTo>
                      <a:pt x="450" y="16"/>
                    </a:lnTo>
                    <a:lnTo>
                      <a:pt x="446" y="16"/>
                    </a:lnTo>
                    <a:lnTo>
                      <a:pt x="450" y="16"/>
                    </a:lnTo>
                    <a:lnTo>
                      <a:pt x="454" y="16"/>
                    </a:lnTo>
                    <a:lnTo>
                      <a:pt x="458" y="16"/>
                    </a:lnTo>
                    <a:lnTo>
                      <a:pt x="462" y="18"/>
                    </a:lnTo>
                    <a:lnTo>
                      <a:pt x="464" y="18"/>
                    </a:lnTo>
                    <a:lnTo>
                      <a:pt x="468" y="18"/>
                    </a:lnTo>
                    <a:lnTo>
                      <a:pt x="468" y="18"/>
                    </a:lnTo>
                    <a:lnTo>
                      <a:pt x="468" y="18"/>
                    </a:lnTo>
                    <a:close/>
                    <a:moveTo>
                      <a:pt x="472" y="18"/>
                    </a:moveTo>
                    <a:lnTo>
                      <a:pt x="468" y="18"/>
                    </a:lnTo>
                    <a:lnTo>
                      <a:pt x="464" y="18"/>
                    </a:lnTo>
                    <a:lnTo>
                      <a:pt x="464" y="16"/>
                    </a:lnTo>
                    <a:lnTo>
                      <a:pt x="462" y="16"/>
                    </a:lnTo>
                    <a:lnTo>
                      <a:pt x="458" y="16"/>
                    </a:lnTo>
                    <a:lnTo>
                      <a:pt x="462" y="16"/>
                    </a:lnTo>
                    <a:lnTo>
                      <a:pt x="464" y="16"/>
                    </a:lnTo>
                    <a:lnTo>
                      <a:pt x="468" y="16"/>
                    </a:lnTo>
                    <a:lnTo>
                      <a:pt x="472" y="16"/>
                    </a:lnTo>
                    <a:lnTo>
                      <a:pt x="476" y="16"/>
                    </a:lnTo>
                    <a:lnTo>
                      <a:pt x="476" y="18"/>
                    </a:lnTo>
                    <a:lnTo>
                      <a:pt x="472" y="18"/>
                    </a:lnTo>
                    <a:lnTo>
                      <a:pt x="472" y="18"/>
                    </a:lnTo>
                    <a:lnTo>
                      <a:pt x="472" y="18"/>
                    </a:lnTo>
                    <a:close/>
                    <a:moveTo>
                      <a:pt x="368" y="22"/>
                    </a:moveTo>
                    <a:lnTo>
                      <a:pt x="364" y="22"/>
                    </a:lnTo>
                    <a:lnTo>
                      <a:pt x="368" y="22"/>
                    </a:lnTo>
                    <a:lnTo>
                      <a:pt x="372" y="22"/>
                    </a:lnTo>
                    <a:lnTo>
                      <a:pt x="376" y="22"/>
                    </a:lnTo>
                    <a:lnTo>
                      <a:pt x="372" y="22"/>
                    </a:lnTo>
                    <a:lnTo>
                      <a:pt x="368" y="22"/>
                    </a:lnTo>
                    <a:lnTo>
                      <a:pt x="368" y="22"/>
                    </a:lnTo>
                    <a:lnTo>
                      <a:pt x="368" y="22"/>
                    </a:lnTo>
                    <a:close/>
                    <a:moveTo>
                      <a:pt x="350" y="26"/>
                    </a:moveTo>
                    <a:lnTo>
                      <a:pt x="346" y="26"/>
                    </a:lnTo>
                    <a:lnTo>
                      <a:pt x="346" y="22"/>
                    </a:lnTo>
                    <a:lnTo>
                      <a:pt x="350" y="22"/>
                    </a:lnTo>
                    <a:lnTo>
                      <a:pt x="354" y="22"/>
                    </a:lnTo>
                    <a:lnTo>
                      <a:pt x="358" y="22"/>
                    </a:lnTo>
                    <a:lnTo>
                      <a:pt x="362" y="22"/>
                    </a:lnTo>
                    <a:lnTo>
                      <a:pt x="362" y="26"/>
                    </a:lnTo>
                    <a:lnTo>
                      <a:pt x="358" y="26"/>
                    </a:lnTo>
                    <a:lnTo>
                      <a:pt x="354" y="26"/>
                    </a:lnTo>
                    <a:lnTo>
                      <a:pt x="350" y="26"/>
                    </a:lnTo>
                    <a:lnTo>
                      <a:pt x="350" y="26"/>
                    </a:lnTo>
                    <a:lnTo>
                      <a:pt x="350" y="26"/>
                    </a:lnTo>
                    <a:close/>
                    <a:moveTo>
                      <a:pt x="394" y="48"/>
                    </a:moveTo>
                    <a:lnTo>
                      <a:pt x="392" y="44"/>
                    </a:lnTo>
                    <a:lnTo>
                      <a:pt x="388" y="44"/>
                    </a:lnTo>
                    <a:lnTo>
                      <a:pt x="388" y="42"/>
                    </a:lnTo>
                    <a:lnTo>
                      <a:pt x="384" y="42"/>
                    </a:lnTo>
                    <a:lnTo>
                      <a:pt x="380" y="42"/>
                    </a:lnTo>
                    <a:lnTo>
                      <a:pt x="376" y="42"/>
                    </a:lnTo>
                    <a:lnTo>
                      <a:pt x="372" y="42"/>
                    </a:lnTo>
                    <a:lnTo>
                      <a:pt x="368" y="38"/>
                    </a:lnTo>
                    <a:lnTo>
                      <a:pt x="364" y="38"/>
                    </a:lnTo>
                    <a:lnTo>
                      <a:pt x="364" y="34"/>
                    </a:lnTo>
                    <a:lnTo>
                      <a:pt x="362" y="34"/>
                    </a:lnTo>
                    <a:lnTo>
                      <a:pt x="362" y="30"/>
                    </a:lnTo>
                    <a:lnTo>
                      <a:pt x="358" y="30"/>
                    </a:lnTo>
                    <a:lnTo>
                      <a:pt x="362" y="30"/>
                    </a:lnTo>
                    <a:lnTo>
                      <a:pt x="364" y="30"/>
                    </a:lnTo>
                    <a:lnTo>
                      <a:pt x="368" y="30"/>
                    </a:lnTo>
                    <a:lnTo>
                      <a:pt x="372" y="30"/>
                    </a:lnTo>
                    <a:lnTo>
                      <a:pt x="376" y="30"/>
                    </a:lnTo>
                    <a:lnTo>
                      <a:pt x="380" y="30"/>
                    </a:lnTo>
                    <a:lnTo>
                      <a:pt x="384" y="30"/>
                    </a:lnTo>
                    <a:lnTo>
                      <a:pt x="392" y="34"/>
                    </a:lnTo>
                    <a:lnTo>
                      <a:pt x="394" y="34"/>
                    </a:lnTo>
                    <a:lnTo>
                      <a:pt x="398" y="34"/>
                    </a:lnTo>
                    <a:lnTo>
                      <a:pt x="398" y="38"/>
                    </a:lnTo>
                    <a:lnTo>
                      <a:pt x="402" y="38"/>
                    </a:lnTo>
                    <a:lnTo>
                      <a:pt x="402" y="42"/>
                    </a:lnTo>
                    <a:lnTo>
                      <a:pt x="398" y="42"/>
                    </a:lnTo>
                    <a:lnTo>
                      <a:pt x="394" y="42"/>
                    </a:lnTo>
                    <a:lnTo>
                      <a:pt x="394" y="44"/>
                    </a:lnTo>
                    <a:lnTo>
                      <a:pt x="398" y="44"/>
                    </a:lnTo>
                    <a:lnTo>
                      <a:pt x="398" y="48"/>
                    </a:lnTo>
                    <a:lnTo>
                      <a:pt x="394" y="48"/>
                    </a:lnTo>
                    <a:lnTo>
                      <a:pt x="394" y="48"/>
                    </a:lnTo>
                    <a:lnTo>
                      <a:pt x="394" y="48"/>
                    </a:lnTo>
                    <a:close/>
                    <a:moveTo>
                      <a:pt x="350" y="38"/>
                    </a:moveTo>
                    <a:lnTo>
                      <a:pt x="346" y="34"/>
                    </a:lnTo>
                    <a:lnTo>
                      <a:pt x="342" y="34"/>
                    </a:lnTo>
                    <a:lnTo>
                      <a:pt x="346" y="34"/>
                    </a:lnTo>
                    <a:lnTo>
                      <a:pt x="350" y="34"/>
                    </a:lnTo>
                    <a:lnTo>
                      <a:pt x="354" y="34"/>
                    </a:lnTo>
                    <a:lnTo>
                      <a:pt x="350" y="38"/>
                    </a:lnTo>
                    <a:lnTo>
                      <a:pt x="350" y="38"/>
                    </a:lnTo>
                    <a:lnTo>
                      <a:pt x="350" y="38"/>
                    </a:lnTo>
                    <a:close/>
                    <a:moveTo>
                      <a:pt x="308" y="48"/>
                    </a:moveTo>
                    <a:lnTo>
                      <a:pt x="306" y="48"/>
                    </a:lnTo>
                    <a:lnTo>
                      <a:pt x="302" y="48"/>
                    </a:lnTo>
                    <a:lnTo>
                      <a:pt x="298" y="48"/>
                    </a:lnTo>
                    <a:lnTo>
                      <a:pt x="294" y="48"/>
                    </a:lnTo>
                    <a:lnTo>
                      <a:pt x="290" y="48"/>
                    </a:lnTo>
                    <a:lnTo>
                      <a:pt x="286" y="48"/>
                    </a:lnTo>
                    <a:lnTo>
                      <a:pt x="282" y="48"/>
                    </a:lnTo>
                    <a:lnTo>
                      <a:pt x="282" y="44"/>
                    </a:lnTo>
                    <a:lnTo>
                      <a:pt x="278" y="44"/>
                    </a:lnTo>
                    <a:lnTo>
                      <a:pt x="278" y="42"/>
                    </a:lnTo>
                    <a:lnTo>
                      <a:pt x="282" y="42"/>
                    </a:lnTo>
                    <a:lnTo>
                      <a:pt x="286" y="42"/>
                    </a:lnTo>
                    <a:lnTo>
                      <a:pt x="290" y="42"/>
                    </a:lnTo>
                    <a:lnTo>
                      <a:pt x="286" y="42"/>
                    </a:lnTo>
                    <a:lnTo>
                      <a:pt x="290" y="42"/>
                    </a:lnTo>
                    <a:lnTo>
                      <a:pt x="290" y="44"/>
                    </a:lnTo>
                    <a:lnTo>
                      <a:pt x="294" y="44"/>
                    </a:lnTo>
                    <a:lnTo>
                      <a:pt x="298" y="44"/>
                    </a:lnTo>
                    <a:lnTo>
                      <a:pt x="306" y="48"/>
                    </a:lnTo>
                    <a:lnTo>
                      <a:pt x="308" y="48"/>
                    </a:lnTo>
                    <a:lnTo>
                      <a:pt x="308" y="48"/>
                    </a:lnTo>
                    <a:lnTo>
                      <a:pt x="308" y="48"/>
                    </a:lnTo>
                    <a:close/>
                    <a:moveTo>
                      <a:pt x="294" y="42"/>
                    </a:moveTo>
                    <a:lnTo>
                      <a:pt x="298" y="42"/>
                    </a:lnTo>
                    <a:lnTo>
                      <a:pt x="298" y="44"/>
                    </a:lnTo>
                    <a:lnTo>
                      <a:pt x="294" y="44"/>
                    </a:lnTo>
                    <a:lnTo>
                      <a:pt x="294" y="42"/>
                    </a:lnTo>
                    <a:lnTo>
                      <a:pt x="294" y="42"/>
                    </a:lnTo>
                    <a:lnTo>
                      <a:pt x="294" y="42"/>
                    </a:lnTo>
                    <a:close/>
                    <a:moveTo>
                      <a:pt x="764" y="48"/>
                    </a:moveTo>
                    <a:lnTo>
                      <a:pt x="760" y="44"/>
                    </a:lnTo>
                    <a:lnTo>
                      <a:pt x="756" y="44"/>
                    </a:lnTo>
                    <a:lnTo>
                      <a:pt x="756" y="42"/>
                    </a:lnTo>
                    <a:lnTo>
                      <a:pt x="760" y="42"/>
                    </a:lnTo>
                    <a:lnTo>
                      <a:pt x="760" y="44"/>
                    </a:lnTo>
                    <a:lnTo>
                      <a:pt x="764" y="48"/>
                    </a:lnTo>
                    <a:lnTo>
                      <a:pt x="768" y="48"/>
                    </a:lnTo>
                    <a:lnTo>
                      <a:pt x="764" y="48"/>
                    </a:lnTo>
                    <a:lnTo>
                      <a:pt x="764" y="48"/>
                    </a:lnTo>
                    <a:lnTo>
                      <a:pt x="764" y="48"/>
                    </a:lnTo>
                    <a:close/>
                    <a:moveTo>
                      <a:pt x="744" y="52"/>
                    </a:moveTo>
                    <a:lnTo>
                      <a:pt x="742" y="48"/>
                    </a:lnTo>
                    <a:lnTo>
                      <a:pt x="738" y="48"/>
                    </a:lnTo>
                    <a:lnTo>
                      <a:pt x="738" y="44"/>
                    </a:lnTo>
                    <a:lnTo>
                      <a:pt x="742" y="44"/>
                    </a:lnTo>
                    <a:lnTo>
                      <a:pt x="744" y="44"/>
                    </a:lnTo>
                    <a:lnTo>
                      <a:pt x="744" y="48"/>
                    </a:lnTo>
                    <a:lnTo>
                      <a:pt x="748" y="48"/>
                    </a:lnTo>
                    <a:lnTo>
                      <a:pt x="752" y="48"/>
                    </a:lnTo>
                    <a:lnTo>
                      <a:pt x="752" y="52"/>
                    </a:lnTo>
                    <a:lnTo>
                      <a:pt x="748" y="52"/>
                    </a:lnTo>
                    <a:lnTo>
                      <a:pt x="744" y="52"/>
                    </a:lnTo>
                    <a:lnTo>
                      <a:pt x="744" y="52"/>
                    </a:lnTo>
                    <a:lnTo>
                      <a:pt x="744" y="52"/>
                    </a:lnTo>
                    <a:close/>
                    <a:moveTo>
                      <a:pt x="768" y="60"/>
                    </a:moveTo>
                    <a:lnTo>
                      <a:pt x="764" y="60"/>
                    </a:lnTo>
                    <a:lnTo>
                      <a:pt x="760" y="56"/>
                    </a:lnTo>
                    <a:lnTo>
                      <a:pt x="764" y="56"/>
                    </a:lnTo>
                    <a:lnTo>
                      <a:pt x="768" y="56"/>
                    </a:lnTo>
                    <a:lnTo>
                      <a:pt x="770" y="56"/>
                    </a:lnTo>
                    <a:lnTo>
                      <a:pt x="770" y="60"/>
                    </a:lnTo>
                    <a:lnTo>
                      <a:pt x="774" y="60"/>
                    </a:lnTo>
                    <a:lnTo>
                      <a:pt x="770" y="60"/>
                    </a:lnTo>
                    <a:lnTo>
                      <a:pt x="768" y="60"/>
                    </a:lnTo>
                    <a:lnTo>
                      <a:pt x="768" y="60"/>
                    </a:lnTo>
                    <a:lnTo>
                      <a:pt x="768" y="60"/>
                    </a:lnTo>
                    <a:close/>
                    <a:moveTo>
                      <a:pt x="738" y="60"/>
                    </a:moveTo>
                    <a:lnTo>
                      <a:pt x="734" y="56"/>
                    </a:lnTo>
                    <a:lnTo>
                      <a:pt x="738" y="56"/>
                    </a:lnTo>
                    <a:lnTo>
                      <a:pt x="742" y="60"/>
                    </a:lnTo>
                    <a:lnTo>
                      <a:pt x="744" y="60"/>
                    </a:lnTo>
                    <a:lnTo>
                      <a:pt x="742" y="60"/>
                    </a:lnTo>
                    <a:lnTo>
                      <a:pt x="738" y="60"/>
                    </a:lnTo>
                    <a:lnTo>
                      <a:pt x="738" y="60"/>
                    </a:lnTo>
                    <a:lnTo>
                      <a:pt x="738" y="60"/>
                    </a:lnTo>
                    <a:close/>
                    <a:moveTo>
                      <a:pt x="86" y="90"/>
                    </a:moveTo>
                    <a:lnTo>
                      <a:pt x="90" y="90"/>
                    </a:lnTo>
                    <a:lnTo>
                      <a:pt x="94" y="90"/>
                    </a:lnTo>
                    <a:lnTo>
                      <a:pt x="90" y="90"/>
                    </a:lnTo>
                    <a:lnTo>
                      <a:pt x="86" y="90"/>
                    </a:lnTo>
                    <a:lnTo>
                      <a:pt x="86" y="90"/>
                    </a:lnTo>
                    <a:lnTo>
                      <a:pt x="86" y="90"/>
                    </a:lnTo>
                    <a:close/>
                    <a:moveTo>
                      <a:pt x="760" y="130"/>
                    </a:moveTo>
                    <a:lnTo>
                      <a:pt x="760" y="134"/>
                    </a:lnTo>
                    <a:lnTo>
                      <a:pt x="756" y="134"/>
                    </a:lnTo>
                    <a:lnTo>
                      <a:pt x="756" y="130"/>
                    </a:lnTo>
                    <a:lnTo>
                      <a:pt x="760" y="130"/>
                    </a:lnTo>
                    <a:lnTo>
                      <a:pt x="760" y="130"/>
                    </a:lnTo>
                    <a:lnTo>
                      <a:pt x="760" y="130"/>
                    </a:lnTo>
                    <a:close/>
                    <a:moveTo>
                      <a:pt x="782" y="130"/>
                    </a:moveTo>
                    <a:lnTo>
                      <a:pt x="782" y="134"/>
                    </a:lnTo>
                    <a:lnTo>
                      <a:pt x="778" y="134"/>
                    </a:lnTo>
                    <a:lnTo>
                      <a:pt x="778" y="138"/>
                    </a:lnTo>
                    <a:lnTo>
                      <a:pt x="774" y="138"/>
                    </a:lnTo>
                    <a:lnTo>
                      <a:pt x="774" y="134"/>
                    </a:lnTo>
                    <a:lnTo>
                      <a:pt x="778" y="130"/>
                    </a:lnTo>
                    <a:lnTo>
                      <a:pt x="782" y="130"/>
                    </a:lnTo>
                    <a:lnTo>
                      <a:pt x="782" y="130"/>
                    </a:lnTo>
                    <a:lnTo>
                      <a:pt x="782" y="130"/>
                    </a:lnTo>
                    <a:close/>
                    <a:moveTo>
                      <a:pt x="774" y="146"/>
                    </a:moveTo>
                    <a:lnTo>
                      <a:pt x="770" y="142"/>
                    </a:lnTo>
                    <a:lnTo>
                      <a:pt x="774" y="142"/>
                    </a:lnTo>
                    <a:lnTo>
                      <a:pt x="774" y="146"/>
                    </a:lnTo>
                    <a:lnTo>
                      <a:pt x="774" y="146"/>
                    </a:lnTo>
                    <a:lnTo>
                      <a:pt x="774" y="146"/>
                    </a:lnTo>
                    <a:close/>
                    <a:moveTo>
                      <a:pt x="770" y="146"/>
                    </a:moveTo>
                    <a:lnTo>
                      <a:pt x="770" y="150"/>
                    </a:lnTo>
                    <a:lnTo>
                      <a:pt x="768" y="150"/>
                    </a:lnTo>
                    <a:lnTo>
                      <a:pt x="768" y="146"/>
                    </a:lnTo>
                    <a:lnTo>
                      <a:pt x="770" y="146"/>
                    </a:lnTo>
                    <a:lnTo>
                      <a:pt x="770" y="146"/>
                    </a:lnTo>
                    <a:lnTo>
                      <a:pt x="770" y="146"/>
                    </a:lnTo>
                    <a:close/>
                    <a:moveTo>
                      <a:pt x="760" y="154"/>
                    </a:moveTo>
                    <a:lnTo>
                      <a:pt x="764" y="158"/>
                    </a:lnTo>
                    <a:lnTo>
                      <a:pt x="760" y="158"/>
                    </a:lnTo>
                    <a:lnTo>
                      <a:pt x="756" y="158"/>
                    </a:lnTo>
                    <a:lnTo>
                      <a:pt x="756" y="154"/>
                    </a:lnTo>
                    <a:lnTo>
                      <a:pt x="760" y="154"/>
                    </a:lnTo>
                    <a:lnTo>
                      <a:pt x="760" y="154"/>
                    </a:lnTo>
                    <a:lnTo>
                      <a:pt x="760" y="154"/>
                    </a:lnTo>
                    <a:close/>
                    <a:moveTo>
                      <a:pt x="756" y="158"/>
                    </a:moveTo>
                    <a:lnTo>
                      <a:pt x="752" y="158"/>
                    </a:lnTo>
                    <a:lnTo>
                      <a:pt x="752" y="154"/>
                    </a:lnTo>
                    <a:lnTo>
                      <a:pt x="756" y="154"/>
                    </a:lnTo>
                    <a:lnTo>
                      <a:pt x="756" y="158"/>
                    </a:lnTo>
                    <a:lnTo>
                      <a:pt x="756" y="158"/>
                    </a:lnTo>
                    <a:lnTo>
                      <a:pt x="756" y="158"/>
                    </a:lnTo>
                    <a:close/>
                    <a:moveTo>
                      <a:pt x="760" y="160"/>
                    </a:moveTo>
                    <a:lnTo>
                      <a:pt x="760" y="158"/>
                    </a:lnTo>
                    <a:lnTo>
                      <a:pt x="764" y="158"/>
                    </a:lnTo>
                    <a:lnTo>
                      <a:pt x="760" y="160"/>
                    </a:lnTo>
                    <a:lnTo>
                      <a:pt x="760" y="160"/>
                    </a:lnTo>
                    <a:lnTo>
                      <a:pt x="760" y="160"/>
                    </a:lnTo>
                    <a:close/>
                    <a:moveTo>
                      <a:pt x="744" y="160"/>
                    </a:moveTo>
                    <a:lnTo>
                      <a:pt x="742" y="160"/>
                    </a:lnTo>
                    <a:lnTo>
                      <a:pt x="738" y="160"/>
                    </a:lnTo>
                    <a:lnTo>
                      <a:pt x="742" y="160"/>
                    </a:lnTo>
                    <a:lnTo>
                      <a:pt x="744" y="160"/>
                    </a:lnTo>
                    <a:lnTo>
                      <a:pt x="744" y="160"/>
                    </a:lnTo>
                    <a:lnTo>
                      <a:pt x="744" y="160"/>
                    </a:lnTo>
                    <a:close/>
                    <a:moveTo>
                      <a:pt x="764" y="160"/>
                    </a:moveTo>
                    <a:lnTo>
                      <a:pt x="764" y="164"/>
                    </a:lnTo>
                    <a:lnTo>
                      <a:pt x="760" y="164"/>
                    </a:lnTo>
                    <a:lnTo>
                      <a:pt x="760" y="160"/>
                    </a:lnTo>
                    <a:lnTo>
                      <a:pt x="764" y="160"/>
                    </a:lnTo>
                    <a:lnTo>
                      <a:pt x="768" y="160"/>
                    </a:lnTo>
                    <a:lnTo>
                      <a:pt x="764" y="160"/>
                    </a:lnTo>
                    <a:lnTo>
                      <a:pt x="764" y="160"/>
                    </a:lnTo>
                    <a:lnTo>
                      <a:pt x="764" y="160"/>
                    </a:lnTo>
                    <a:close/>
                    <a:moveTo>
                      <a:pt x="734" y="164"/>
                    </a:moveTo>
                    <a:lnTo>
                      <a:pt x="734" y="168"/>
                    </a:lnTo>
                    <a:lnTo>
                      <a:pt x="730" y="168"/>
                    </a:lnTo>
                    <a:lnTo>
                      <a:pt x="730" y="164"/>
                    </a:lnTo>
                    <a:lnTo>
                      <a:pt x="734" y="164"/>
                    </a:lnTo>
                    <a:lnTo>
                      <a:pt x="734" y="164"/>
                    </a:lnTo>
                    <a:lnTo>
                      <a:pt x="734" y="164"/>
                    </a:lnTo>
                    <a:close/>
                    <a:moveTo>
                      <a:pt x="748" y="174"/>
                    </a:moveTo>
                    <a:lnTo>
                      <a:pt x="748" y="178"/>
                    </a:lnTo>
                    <a:lnTo>
                      <a:pt x="744" y="174"/>
                    </a:lnTo>
                    <a:lnTo>
                      <a:pt x="742" y="174"/>
                    </a:lnTo>
                    <a:lnTo>
                      <a:pt x="744" y="174"/>
                    </a:lnTo>
                    <a:lnTo>
                      <a:pt x="748" y="174"/>
                    </a:lnTo>
                    <a:lnTo>
                      <a:pt x="748" y="174"/>
                    </a:lnTo>
                    <a:lnTo>
                      <a:pt x="748" y="174"/>
                    </a:lnTo>
                    <a:close/>
                    <a:moveTo>
                      <a:pt x="752" y="178"/>
                    </a:moveTo>
                    <a:lnTo>
                      <a:pt x="748" y="178"/>
                    </a:lnTo>
                    <a:lnTo>
                      <a:pt x="752" y="178"/>
                    </a:lnTo>
                    <a:lnTo>
                      <a:pt x="752" y="178"/>
                    </a:lnTo>
                    <a:lnTo>
                      <a:pt x="752" y="178"/>
                    </a:lnTo>
                    <a:close/>
                    <a:moveTo>
                      <a:pt x="96" y="178"/>
                    </a:moveTo>
                    <a:lnTo>
                      <a:pt x="94" y="178"/>
                    </a:lnTo>
                    <a:lnTo>
                      <a:pt x="90" y="178"/>
                    </a:lnTo>
                    <a:lnTo>
                      <a:pt x="94" y="178"/>
                    </a:lnTo>
                    <a:lnTo>
                      <a:pt x="96" y="178"/>
                    </a:lnTo>
                    <a:lnTo>
                      <a:pt x="96" y="178"/>
                    </a:lnTo>
                    <a:lnTo>
                      <a:pt x="96" y="178"/>
                    </a:lnTo>
                    <a:close/>
                    <a:moveTo>
                      <a:pt x="26" y="182"/>
                    </a:moveTo>
                    <a:lnTo>
                      <a:pt x="26" y="178"/>
                    </a:lnTo>
                    <a:lnTo>
                      <a:pt x="30" y="178"/>
                    </a:lnTo>
                    <a:lnTo>
                      <a:pt x="34" y="178"/>
                    </a:lnTo>
                    <a:lnTo>
                      <a:pt x="34" y="182"/>
                    </a:lnTo>
                    <a:lnTo>
                      <a:pt x="38" y="182"/>
                    </a:lnTo>
                    <a:lnTo>
                      <a:pt x="40" y="182"/>
                    </a:lnTo>
                    <a:lnTo>
                      <a:pt x="38" y="182"/>
                    </a:lnTo>
                    <a:lnTo>
                      <a:pt x="34" y="182"/>
                    </a:lnTo>
                    <a:lnTo>
                      <a:pt x="30" y="182"/>
                    </a:lnTo>
                    <a:lnTo>
                      <a:pt x="26" y="182"/>
                    </a:lnTo>
                    <a:lnTo>
                      <a:pt x="22" y="182"/>
                    </a:lnTo>
                    <a:lnTo>
                      <a:pt x="26" y="182"/>
                    </a:lnTo>
                    <a:lnTo>
                      <a:pt x="26" y="182"/>
                    </a:lnTo>
                    <a:lnTo>
                      <a:pt x="26" y="182"/>
                    </a:lnTo>
                    <a:close/>
                    <a:moveTo>
                      <a:pt x="10" y="182"/>
                    </a:moveTo>
                    <a:lnTo>
                      <a:pt x="14" y="182"/>
                    </a:lnTo>
                    <a:lnTo>
                      <a:pt x="18" y="182"/>
                    </a:lnTo>
                    <a:lnTo>
                      <a:pt x="22" y="182"/>
                    </a:lnTo>
                    <a:lnTo>
                      <a:pt x="18" y="186"/>
                    </a:lnTo>
                    <a:lnTo>
                      <a:pt x="14" y="186"/>
                    </a:lnTo>
                    <a:lnTo>
                      <a:pt x="10" y="186"/>
                    </a:lnTo>
                    <a:lnTo>
                      <a:pt x="10" y="182"/>
                    </a:lnTo>
                    <a:lnTo>
                      <a:pt x="8" y="182"/>
                    </a:lnTo>
                    <a:lnTo>
                      <a:pt x="10" y="182"/>
                    </a:lnTo>
                    <a:lnTo>
                      <a:pt x="10" y="182"/>
                    </a:lnTo>
                    <a:lnTo>
                      <a:pt x="10" y="182"/>
                    </a:lnTo>
                    <a:close/>
                    <a:moveTo>
                      <a:pt x="752" y="198"/>
                    </a:moveTo>
                    <a:lnTo>
                      <a:pt x="756" y="198"/>
                    </a:lnTo>
                    <a:lnTo>
                      <a:pt x="752" y="200"/>
                    </a:lnTo>
                    <a:lnTo>
                      <a:pt x="752" y="198"/>
                    </a:lnTo>
                    <a:lnTo>
                      <a:pt x="752" y="198"/>
                    </a:lnTo>
                    <a:lnTo>
                      <a:pt x="752" y="198"/>
                    </a:lnTo>
                    <a:close/>
                    <a:moveTo>
                      <a:pt x="752" y="200"/>
                    </a:moveTo>
                    <a:lnTo>
                      <a:pt x="756" y="200"/>
                    </a:lnTo>
                    <a:lnTo>
                      <a:pt x="752" y="200"/>
                    </a:lnTo>
                    <a:lnTo>
                      <a:pt x="752" y="200"/>
                    </a:lnTo>
                    <a:lnTo>
                      <a:pt x="752" y="200"/>
                    </a:lnTo>
                    <a:close/>
                    <a:moveTo>
                      <a:pt x="734" y="204"/>
                    </a:moveTo>
                    <a:lnTo>
                      <a:pt x="730" y="204"/>
                    </a:lnTo>
                    <a:lnTo>
                      <a:pt x="726" y="204"/>
                    </a:lnTo>
                    <a:lnTo>
                      <a:pt x="730" y="204"/>
                    </a:lnTo>
                    <a:lnTo>
                      <a:pt x="734" y="204"/>
                    </a:lnTo>
                    <a:lnTo>
                      <a:pt x="734" y="204"/>
                    </a:lnTo>
                    <a:lnTo>
                      <a:pt x="734" y="204"/>
                    </a:lnTo>
                    <a:close/>
                    <a:moveTo>
                      <a:pt x="48" y="204"/>
                    </a:moveTo>
                    <a:lnTo>
                      <a:pt x="44" y="204"/>
                    </a:lnTo>
                    <a:lnTo>
                      <a:pt x="40" y="204"/>
                    </a:lnTo>
                    <a:lnTo>
                      <a:pt x="44" y="204"/>
                    </a:lnTo>
                    <a:lnTo>
                      <a:pt x="48" y="204"/>
                    </a:lnTo>
                    <a:lnTo>
                      <a:pt x="48" y="204"/>
                    </a:lnTo>
                    <a:lnTo>
                      <a:pt x="48" y="204"/>
                    </a:lnTo>
                    <a:close/>
                    <a:moveTo>
                      <a:pt x="738" y="208"/>
                    </a:moveTo>
                    <a:lnTo>
                      <a:pt x="738" y="212"/>
                    </a:lnTo>
                    <a:lnTo>
                      <a:pt x="738" y="208"/>
                    </a:lnTo>
                    <a:lnTo>
                      <a:pt x="734" y="208"/>
                    </a:lnTo>
                    <a:lnTo>
                      <a:pt x="738" y="208"/>
                    </a:lnTo>
                    <a:lnTo>
                      <a:pt x="738" y="204"/>
                    </a:lnTo>
                    <a:lnTo>
                      <a:pt x="738" y="208"/>
                    </a:lnTo>
                    <a:lnTo>
                      <a:pt x="738" y="208"/>
                    </a:lnTo>
                    <a:lnTo>
                      <a:pt x="738" y="208"/>
                    </a:lnTo>
                    <a:close/>
                    <a:moveTo>
                      <a:pt x="40" y="208"/>
                    </a:moveTo>
                    <a:lnTo>
                      <a:pt x="44" y="208"/>
                    </a:lnTo>
                    <a:lnTo>
                      <a:pt x="40" y="208"/>
                    </a:lnTo>
                    <a:lnTo>
                      <a:pt x="40" y="208"/>
                    </a:lnTo>
                    <a:lnTo>
                      <a:pt x="40" y="208"/>
                    </a:lnTo>
                    <a:close/>
                    <a:moveTo>
                      <a:pt x="744" y="208"/>
                    </a:moveTo>
                    <a:lnTo>
                      <a:pt x="748" y="208"/>
                    </a:lnTo>
                    <a:lnTo>
                      <a:pt x="748" y="212"/>
                    </a:lnTo>
                    <a:lnTo>
                      <a:pt x="744" y="212"/>
                    </a:lnTo>
                    <a:lnTo>
                      <a:pt x="744" y="208"/>
                    </a:lnTo>
                    <a:lnTo>
                      <a:pt x="742" y="212"/>
                    </a:lnTo>
                    <a:lnTo>
                      <a:pt x="742" y="208"/>
                    </a:lnTo>
                    <a:lnTo>
                      <a:pt x="744" y="208"/>
                    </a:lnTo>
                    <a:lnTo>
                      <a:pt x="744" y="208"/>
                    </a:lnTo>
                    <a:lnTo>
                      <a:pt x="744" y="208"/>
                    </a:lnTo>
                    <a:close/>
                    <a:moveTo>
                      <a:pt x="734" y="212"/>
                    </a:moveTo>
                    <a:lnTo>
                      <a:pt x="738" y="212"/>
                    </a:lnTo>
                    <a:lnTo>
                      <a:pt x="742" y="212"/>
                    </a:lnTo>
                    <a:lnTo>
                      <a:pt x="742" y="216"/>
                    </a:lnTo>
                    <a:lnTo>
                      <a:pt x="742" y="212"/>
                    </a:lnTo>
                    <a:lnTo>
                      <a:pt x="738" y="212"/>
                    </a:lnTo>
                    <a:lnTo>
                      <a:pt x="734" y="212"/>
                    </a:lnTo>
                    <a:lnTo>
                      <a:pt x="734" y="212"/>
                    </a:lnTo>
                    <a:lnTo>
                      <a:pt x="734" y="212"/>
                    </a:lnTo>
                    <a:close/>
                    <a:moveTo>
                      <a:pt x="744" y="212"/>
                    </a:moveTo>
                    <a:lnTo>
                      <a:pt x="742" y="212"/>
                    </a:lnTo>
                    <a:lnTo>
                      <a:pt x="744" y="212"/>
                    </a:lnTo>
                    <a:lnTo>
                      <a:pt x="748" y="212"/>
                    </a:lnTo>
                    <a:lnTo>
                      <a:pt x="744" y="212"/>
                    </a:lnTo>
                    <a:lnTo>
                      <a:pt x="744" y="212"/>
                    </a:lnTo>
                    <a:lnTo>
                      <a:pt x="744" y="212"/>
                    </a:lnTo>
                    <a:close/>
                    <a:moveTo>
                      <a:pt x="110" y="220"/>
                    </a:moveTo>
                    <a:lnTo>
                      <a:pt x="114" y="220"/>
                    </a:lnTo>
                    <a:lnTo>
                      <a:pt x="110" y="220"/>
                    </a:lnTo>
                    <a:lnTo>
                      <a:pt x="108" y="220"/>
                    </a:lnTo>
                    <a:lnTo>
                      <a:pt x="110" y="220"/>
                    </a:lnTo>
                    <a:lnTo>
                      <a:pt x="110" y="220"/>
                    </a:lnTo>
                    <a:lnTo>
                      <a:pt x="110" y="220"/>
                    </a:lnTo>
                    <a:close/>
                    <a:moveTo>
                      <a:pt x="748" y="224"/>
                    </a:moveTo>
                    <a:lnTo>
                      <a:pt x="744" y="224"/>
                    </a:lnTo>
                    <a:lnTo>
                      <a:pt x="748" y="220"/>
                    </a:lnTo>
                    <a:lnTo>
                      <a:pt x="748" y="224"/>
                    </a:lnTo>
                    <a:lnTo>
                      <a:pt x="748" y="224"/>
                    </a:lnTo>
                    <a:lnTo>
                      <a:pt x="748" y="224"/>
                    </a:lnTo>
                    <a:close/>
                    <a:moveTo>
                      <a:pt x="744" y="246"/>
                    </a:moveTo>
                    <a:lnTo>
                      <a:pt x="748" y="250"/>
                    </a:lnTo>
                    <a:lnTo>
                      <a:pt x="744" y="250"/>
                    </a:lnTo>
                    <a:lnTo>
                      <a:pt x="748" y="250"/>
                    </a:lnTo>
                    <a:lnTo>
                      <a:pt x="752" y="254"/>
                    </a:lnTo>
                    <a:lnTo>
                      <a:pt x="748" y="256"/>
                    </a:lnTo>
                    <a:lnTo>
                      <a:pt x="744" y="256"/>
                    </a:lnTo>
                    <a:lnTo>
                      <a:pt x="742" y="256"/>
                    </a:lnTo>
                    <a:lnTo>
                      <a:pt x="742" y="254"/>
                    </a:lnTo>
                    <a:lnTo>
                      <a:pt x="742" y="250"/>
                    </a:lnTo>
                    <a:lnTo>
                      <a:pt x="742" y="246"/>
                    </a:lnTo>
                    <a:lnTo>
                      <a:pt x="744" y="246"/>
                    </a:lnTo>
                    <a:lnTo>
                      <a:pt x="744" y="246"/>
                    </a:lnTo>
                    <a:lnTo>
                      <a:pt x="744" y="246"/>
                    </a:lnTo>
                    <a:close/>
                    <a:moveTo>
                      <a:pt x="770" y="256"/>
                    </a:moveTo>
                    <a:lnTo>
                      <a:pt x="768" y="256"/>
                    </a:lnTo>
                    <a:lnTo>
                      <a:pt x="770" y="256"/>
                    </a:lnTo>
                    <a:lnTo>
                      <a:pt x="774" y="256"/>
                    </a:lnTo>
                    <a:lnTo>
                      <a:pt x="770" y="256"/>
                    </a:lnTo>
                    <a:lnTo>
                      <a:pt x="770" y="256"/>
                    </a:lnTo>
                    <a:lnTo>
                      <a:pt x="770" y="256"/>
                    </a:lnTo>
                    <a:close/>
                    <a:moveTo>
                      <a:pt x="768" y="260"/>
                    </a:moveTo>
                    <a:lnTo>
                      <a:pt x="764" y="260"/>
                    </a:lnTo>
                    <a:lnTo>
                      <a:pt x="760" y="260"/>
                    </a:lnTo>
                    <a:lnTo>
                      <a:pt x="764" y="256"/>
                    </a:lnTo>
                    <a:lnTo>
                      <a:pt x="768" y="256"/>
                    </a:lnTo>
                    <a:lnTo>
                      <a:pt x="768" y="260"/>
                    </a:lnTo>
                    <a:lnTo>
                      <a:pt x="768" y="260"/>
                    </a:lnTo>
                    <a:lnTo>
                      <a:pt x="768" y="260"/>
                    </a:lnTo>
                    <a:close/>
                    <a:moveTo>
                      <a:pt x="226" y="260"/>
                    </a:moveTo>
                    <a:lnTo>
                      <a:pt x="222" y="260"/>
                    </a:lnTo>
                    <a:lnTo>
                      <a:pt x="226" y="260"/>
                    </a:lnTo>
                    <a:lnTo>
                      <a:pt x="226" y="260"/>
                    </a:lnTo>
                    <a:lnTo>
                      <a:pt x="226" y="260"/>
                    </a:lnTo>
                    <a:close/>
                    <a:moveTo>
                      <a:pt x="220" y="260"/>
                    </a:moveTo>
                    <a:lnTo>
                      <a:pt x="222" y="260"/>
                    </a:lnTo>
                    <a:lnTo>
                      <a:pt x="226" y="260"/>
                    </a:lnTo>
                    <a:lnTo>
                      <a:pt x="230" y="260"/>
                    </a:lnTo>
                    <a:lnTo>
                      <a:pt x="234" y="260"/>
                    </a:lnTo>
                    <a:lnTo>
                      <a:pt x="230" y="260"/>
                    </a:lnTo>
                    <a:lnTo>
                      <a:pt x="226" y="260"/>
                    </a:lnTo>
                    <a:lnTo>
                      <a:pt x="222" y="264"/>
                    </a:lnTo>
                    <a:lnTo>
                      <a:pt x="220" y="260"/>
                    </a:lnTo>
                    <a:lnTo>
                      <a:pt x="220" y="260"/>
                    </a:lnTo>
                    <a:lnTo>
                      <a:pt x="220" y="260"/>
                    </a:lnTo>
                    <a:close/>
                    <a:moveTo>
                      <a:pt x="734" y="264"/>
                    </a:moveTo>
                    <a:lnTo>
                      <a:pt x="738" y="264"/>
                    </a:lnTo>
                    <a:lnTo>
                      <a:pt x="742" y="264"/>
                    </a:lnTo>
                    <a:lnTo>
                      <a:pt x="742" y="268"/>
                    </a:lnTo>
                    <a:lnTo>
                      <a:pt x="744" y="268"/>
                    </a:lnTo>
                    <a:lnTo>
                      <a:pt x="748" y="268"/>
                    </a:lnTo>
                    <a:lnTo>
                      <a:pt x="748" y="272"/>
                    </a:lnTo>
                    <a:lnTo>
                      <a:pt x="744" y="272"/>
                    </a:lnTo>
                    <a:lnTo>
                      <a:pt x="742" y="272"/>
                    </a:lnTo>
                    <a:lnTo>
                      <a:pt x="738" y="272"/>
                    </a:lnTo>
                    <a:lnTo>
                      <a:pt x="734" y="272"/>
                    </a:lnTo>
                    <a:lnTo>
                      <a:pt x="730" y="272"/>
                    </a:lnTo>
                    <a:lnTo>
                      <a:pt x="726" y="272"/>
                    </a:lnTo>
                    <a:lnTo>
                      <a:pt x="722" y="272"/>
                    </a:lnTo>
                    <a:lnTo>
                      <a:pt x="722" y="268"/>
                    </a:lnTo>
                    <a:lnTo>
                      <a:pt x="722" y="264"/>
                    </a:lnTo>
                    <a:lnTo>
                      <a:pt x="726" y="264"/>
                    </a:lnTo>
                    <a:lnTo>
                      <a:pt x="730" y="264"/>
                    </a:lnTo>
                    <a:lnTo>
                      <a:pt x="734" y="264"/>
                    </a:lnTo>
                    <a:lnTo>
                      <a:pt x="734" y="264"/>
                    </a:lnTo>
                    <a:lnTo>
                      <a:pt x="734" y="264"/>
                    </a:lnTo>
                    <a:close/>
                    <a:moveTo>
                      <a:pt x="234" y="280"/>
                    </a:moveTo>
                    <a:lnTo>
                      <a:pt x="230" y="280"/>
                    </a:lnTo>
                    <a:lnTo>
                      <a:pt x="234" y="280"/>
                    </a:lnTo>
                    <a:lnTo>
                      <a:pt x="238" y="280"/>
                    </a:lnTo>
                    <a:lnTo>
                      <a:pt x="242" y="280"/>
                    </a:lnTo>
                    <a:lnTo>
                      <a:pt x="238" y="280"/>
                    </a:lnTo>
                    <a:lnTo>
                      <a:pt x="234" y="280"/>
                    </a:lnTo>
                    <a:lnTo>
                      <a:pt x="234" y="280"/>
                    </a:lnTo>
                    <a:lnTo>
                      <a:pt x="234" y="280"/>
                    </a:lnTo>
                    <a:close/>
                    <a:moveTo>
                      <a:pt x="234" y="284"/>
                    </a:moveTo>
                    <a:lnTo>
                      <a:pt x="230" y="286"/>
                    </a:lnTo>
                    <a:lnTo>
                      <a:pt x="226" y="286"/>
                    </a:lnTo>
                    <a:lnTo>
                      <a:pt x="226" y="284"/>
                    </a:lnTo>
                    <a:lnTo>
                      <a:pt x="230" y="284"/>
                    </a:lnTo>
                    <a:lnTo>
                      <a:pt x="234" y="284"/>
                    </a:lnTo>
                    <a:lnTo>
                      <a:pt x="234" y="284"/>
                    </a:lnTo>
                    <a:lnTo>
                      <a:pt x="234" y="284"/>
                    </a:lnTo>
                    <a:close/>
                    <a:moveTo>
                      <a:pt x="234" y="286"/>
                    </a:moveTo>
                    <a:lnTo>
                      <a:pt x="230" y="286"/>
                    </a:lnTo>
                    <a:lnTo>
                      <a:pt x="234" y="286"/>
                    </a:lnTo>
                    <a:lnTo>
                      <a:pt x="234" y="284"/>
                    </a:lnTo>
                    <a:lnTo>
                      <a:pt x="238" y="284"/>
                    </a:lnTo>
                    <a:lnTo>
                      <a:pt x="238" y="286"/>
                    </a:lnTo>
                    <a:lnTo>
                      <a:pt x="234" y="286"/>
                    </a:lnTo>
                    <a:lnTo>
                      <a:pt x="234" y="286"/>
                    </a:lnTo>
                    <a:lnTo>
                      <a:pt x="234" y="286"/>
                    </a:lnTo>
                    <a:close/>
                    <a:moveTo>
                      <a:pt x="242" y="286"/>
                    </a:moveTo>
                    <a:lnTo>
                      <a:pt x="246" y="286"/>
                    </a:lnTo>
                    <a:lnTo>
                      <a:pt x="246" y="290"/>
                    </a:lnTo>
                    <a:lnTo>
                      <a:pt x="242" y="290"/>
                    </a:lnTo>
                    <a:lnTo>
                      <a:pt x="246" y="290"/>
                    </a:lnTo>
                    <a:lnTo>
                      <a:pt x="242" y="290"/>
                    </a:lnTo>
                    <a:lnTo>
                      <a:pt x="238" y="286"/>
                    </a:lnTo>
                    <a:lnTo>
                      <a:pt x="242" y="286"/>
                    </a:lnTo>
                    <a:lnTo>
                      <a:pt x="242" y="286"/>
                    </a:lnTo>
                    <a:lnTo>
                      <a:pt x="242" y="286"/>
                    </a:lnTo>
                    <a:close/>
                    <a:moveTo>
                      <a:pt x="242" y="290"/>
                    </a:moveTo>
                    <a:lnTo>
                      <a:pt x="238" y="290"/>
                    </a:lnTo>
                    <a:lnTo>
                      <a:pt x="242" y="290"/>
                    </a:lnTo>
                    <a:lnTo>
                      <a:pt x="242" y="290"/>
                    </a:lnTo>
                    <a:lnTo>
                      <a:pt x="242" y="290"/>
                    </a:lnTo>
                    <a:close/>
                    <a:moveTo>
                      <a:pt x="686" y="290"/>
                    </a:moveTo>
                    <a:lnTo>
                      <a:pt x="688" y="290"/>
                    </a:lnTo>
                    <a:lnTo>
                      <a:pt x="692" y="294"/>
                    </a:lnTo>
                    <a:lnTo>
                      <a:pt x="696" y="294"/>
                    </a:lnTo>
                    <a:lnTo>
                      <a:pt x="700" y="294"/>
                    </a:lnTo>
                    <a:lnTo>
                      <a:pt x="704" y="294"/>
                    </a:lnTo>
                    <a:lnTo>
                      <a:pt x="704" y="298"/>
                    </a:lnTo>
                    <a:lnTo>
                      <a:pt x="696" y="298"/>
                    </a:lnTo>
                    <a:lnTo>
                      <a:pt x="696" y="294"/>
                    </a:lnTo>
                    <a:lnTo>
                      <a:pt x="692" y="294"/>
                    </a:lnTo>
                    <a:lnTo>
                      <a:pt x="688" y="294"/>
                    </a:lnTo>
                    <a:lnTo>
                      <a:pt x="686" y="294"/>
                    </a:lnTo>
                    <a:lnTo>
                      <a:pt x="682" y="294"/>
                    </a:lnTo>
                    <a:lnTo>
                      <a:pt x="678" y="294"/>
                    </a:lnTo>
                    <a:lnTo>
                      <a:pt x="682" y="294"/>
                    </a:lnTo>
                    <a:lnTo>
                      <a:pt x="686" y="294"/>
                    </a:lnTo>
                    <a:lnTo>
                      <a:pt x="688" y="294"/>
                    </a:lnTo>
                    <a:lnTo>
                      <a:pt x="692" y="294"/>
                    </a:lnTo>
                    <a:lnTo>
                      <a:pt x="692" y="298"/>
                    </a:lnTo>
                    <a:lnTo>
                      <a:pt x="696" y="298"/>
                    </a:lnTo>
                    <a:lnTo>
                      <a:pt x="700" y="298"/>
                    </a:lnTo>
                    <a:lnTo>
                      <a:pt x="704" y="298"/>
                    </a:lnTo>
                    <a:lnTo>
                      <a:pt x="708" y="298"/>
                    </a:lnTo>
                    <a:lnTo>
                      <a:pt x="704" y="298"/>
                    </a:lnTo>
                    <a:lnTo>
                      <a:pt x="700" y="298"/>
                    </a:lnTo>
                    <a:lnTo>
                      <a:pt x="700" y="302"/>
                    </a:lnTo>
                    <a:lnTo>
                      <a:pt x="696" y="302"/>
                    </a:lnTo>
                    <a:lnTo>
                      <a:pt x="692" y="302"/>
                    </a:lnTo>
                    <a:lnTo>
                      <a:pt x="688" y="302"/>
                    </a:lnTo>
                    <a:lnTo>
                      <a:pt x="686" y="302"/>
                    </a:lnTo>
                    <a:lnTo>
                      <a:pt x="682" y="302"/>
                    </a:lnTo>
                    <a:lnTo>
                      <a:pt x="678" y="298"/>
                    </a:lnTo>
                    <a:lnTo>
                      <a:pt x="674" y="298"/>
                    </a:lnTo>
                    <a:lnTo>
                      <a:pt x="670" y="298"/>
                    </a:lnTo>
                    <a:lnTo>
                      <a:pt x="666" y="298"/>
                    </a:lnTo>
                    <a:lnTo>
                      <a:pt x="670" y="294"/>
                    </a:lnTo>
                    <a:lnTo>
                      <a:pt x="674" y="294"/>
                    </a:lnTo>
                    <a:lnTo>
                      <a:pt x="674" y="290"/>
                    </a:lnTo>
                    <a:lnTo>
                      <a:pt x="678" y="290"/>
                    </a:lnTo>
                    <a:lnTo>
                      <a:pt x="682" y="290"/>
                    </a:lnTo>
                    <a:lnTo>
                      <a:pt x="686" y="290"/>
                    </a:lnTo>
                    <a:lnTo>
                      <a:pt x="686" y="290"/>
                    </a:lnTo>
                    <a:lnTo>
                      <a:pt x="686" y="290"/>
                    </a:lnTo>
                    <a:close/>
                    <a:moveTo>
                      <a:pt x="246" y="294"/>
                    </a:moveTo>
                    <a:lnTo>
                      <a:pt x="250" y="290"/>
                    </a:lnTo>
                    <a:lnTo>
                      <a:pt x="250" y="294"/>
                    </a:lnTo>
                    <a:lnTo>
                      <a:pt x="246" y="294"/>
                    </a:lnTo>
                    <a:lnTo>
                      <a:pt x="246" y="294"/>
                    </a:lnTo>
                    <a:lnTo>
                      <a:pt x="246" y="294"/>
                    </a:lnTo>
                    <a:close/>
                    <a:moveTo>
                      <a:pt x="242" y="290"/>
                    </a:moveTo>
                    <a:lnTo>
                      <a:pt x="242" y="294"/>
                    </a:lnTo>
                    <a:lnTo>
                      <a:pt x="238" y="294"/>
                    </a:lnTo>
                    <a:lnTo>
                      <a:pt x="238" y="290"/>
                    </a:lnTo>
                    <a:lnTo>
                      <a:pt x="242" y="290"/>
                    </a:lnTo>
                    <a:lnTo>
                      <a:pt x="242" y="290"/>
                    </a:lnTo>
                    <a:lnTo>
                      <a:pt x="242" y="290"/>
                    </a:lnTo>
                    <a:close/>
                    <a:moveTo>
                      <a:pt x="246" y="294"/>
                    </a:moveTo>
                    <a:lnTo>
                      <a:pt x="242" y="294"/>
                    </a:lnTo>
                    <a:lnTo>
                      <a:pt x="246" y="294"/>
                    </a:lnTo>
                    <a:lnTo>
                      <a:pt x="246" y="294"/>
                    </a:lnTo>
                    <a:lnTo>
                      <a:pt x="246" y="294"/>
                    </a:lnTo>
                    <a:close/>
                    <a:moveTo>
                      <a:pt x="242" y="294"/>
                    </a:moveTo>
                    <a:lnTo>
                      <a:pt x="242" y="298"/>
                    </a:lnTo>
                    <a:lnTo>
                      <a:pt x="238" y="298"/>
                    </a:lnTo>
                    <a:lnTo>
                      <a:pt x="238" y="294"/>
                    </a:lnTo>
                    <a:lnTo>
                      <a:pt x="242" y="294"/>
                    </a:lnTo>
                    <a:lnTo>
                      <a:pt x="242" y="294"/>
                    </a:lnTo>
                    <a:lnTo>
                      <a:pt x="242" y="294"/>
                    </a:lnTo>
                    <a:close/>
                    <a:moveTo>
                      <a:pt x="250" y="306"/>
                    </a:moveTo>
                    <a:lnTo>
                      <a:pt x="250" y="302"/>
                    </a:lnTo>
                    <a:lnTo>
                      <a:pt x="246" y="302"/>
                    </a:lnTo>
                    <a:lnTo>
                      <a:pt x="250" y="302"/>
                    </a:lnTo>
                    <a:lnTo>
                      <a:pt x="252" y="302"/>
                    </a:lnTo>
                    <a:lnTo>
                      <a:pt x="252" y="306"/>
                    </a:lnTo>
                    <a:lnTo>
                      <a:pt x="250" y="306"/>
                    </a:lnTo>
                    <a:lnTo>
                      <a:pt x="250" y="306"/>
                    </a:lnTo>
                    <a:lnTo>
                      <a:pt x="250" y="306"/>
                    </a:lnTo>
                    <a:close/>
                    <a:moveTo>
                      <a:pt x="682" y="306"/>
                    </a:moveTo>
                    <a:lnTo>
                      <a:pt x="682" y="310"/>
                    </a:lnTo>
                    <a:lnTo>
                      <a:pt x="678" y="310"/>
                    </a:lnTo>
                    <a:lnTo>
                      <a:pt x="674" y="306"/>
                    </a:lnTo>
                    <a:lnTo>
                      <a:pt x="678" y="306"/>
                    </a:lnTo>
                    <a:lnTo>
                      <a:pt x="682" y="306"/>
                    </a:lnTo>
                    <a:lnTo>
                      <a:pt x="682" y="306"/>
                    </a:lnTo>
                    <a:lnTo>
                      <a:pt x="682" y="306"/>
                    </a:lnTo>
                    <a:close/>
                    <a:moveTo>
                      <a:pt x="246" y="306"/>
                    </a:moveTo>
                    <a:lnTo>
                      <a:pt x="250" y="306"/>
                    </a:lnTo>
                    <a:lnTo>
                      <a:pt x="246" y="306"/>
                    </a:lnTo>
                    <a:lnTo>
                      <a:pt x="246" y="306"/>
                    </a:lnTo>
                    <a:lnTo>
                      <a:pt x="246" y="306"/>
                    </a:lnTo>
                    <a:close/>
                    <a:moveTo>
                      <a:pt x="252" y="306"/>
                    </a:moveTo>
                    <a:lnTo>
                      <a:pt x="252" y="310"/>
                    </a:lnTo>
                    <a:lnTo>
                      <a:pt x="250" y="310"/>
                    </a:lnTo>
                    <a:lnTo>
                      <a:pt x="250" y="314"/>
                    </a:lnTo>
                    <a:lnTo>
                      <a:pt x="246" y="314"/>
                    </a:lnTo>
                    <a:lnTo>
                      <a:pt x="242" y="314"/>
                    </a:lnTo>
                    <a:lnTo>
                      <a:pt x="246" y="310"/>
                    </a:lnTo>
                    <a:lnTo>
                      <a:pt x="250" y="310"/>
                    </a:lnTo>
                    <a:lnTo>
                      <a:pt x="250" y="306"/>
                    </a:lnTo>
                    <a:lnTo>
                      <a:pt x="252" y="306"/>
                    </a:lnTo>
                    <a:lnTo>
                      <a:pt x="252" y="306"/>
                    </a:lnTo>
                    <a:lnTo>
                      <a:pt x="252" y="306"/>
                    </a:lnTo>
                    <a:close/>
                    <a:moveTo>
                      <a:pt x="246" y="310"/>
                    </a:moveTo>
                    <a:lnTo>
                      <a:pt x="242" y="310"/>
                    </a:lnTo>
                    <a:lnTo>
                      <a:pt x="238" y="314"/>
                    </a:lnTo>
                    <a:lnTo>
                      <a:pt x="238" y="310"/>
                    </a:lnTo>
                    <a:lnTo>
                      <a:pt x="242" y="310"/>
                    </a:lnTo>
                    <a:lnTo>
                      <a:pt x="246" y="310"/>
                    </a:lnTo>
                    <a:lnTo>
                      <a:pt x="246" y="310"/>
                    </a:lnTo>
                    <a:lnTo>
                      <a:pt x="246" y="310"/>
                    </a:lnTo>
                    <a:close/>
                    <a:moveTo>
                      <a:pt x="252" y="310"/>
                    </a:moveTo>
                    <a:lnTo>
                      <a:pt x="256" y="310"/>
                    </a:lnTo>
                    <a:lnTo>
                      <a:pt x="252" y="310"/>
                    </a:lnTo>
                    <a:lnTo>
                      <a:pt x="252" y="310"/>
                    </a:lnTo>
                    <a:lnTo>
                      <a:pt x="252" y="310"/>
                    </a:lnTo>
                    <a:close/>
                    <a:moveTo>
                      <a:pt x="252" y="310"/>
                    </a:moveTo>
                    <a:lnTo>
                      <a:pt x="252" y="314"/>
                    </a:lnTo>
                    <a:lnTo>
                      <a:pt x="250" y="314"/>
                    </a:lnTo>
                    <a:lnTo>
                      <a:pt x="250" y="310"/>
                    </a:lnTo>
                    <a:lnTo>
                      <a:pt x="252" y="310"/>
                    </a:lnTo>
                    <a:lnTo>
                      <a:pt x="252" y="310"/>
                    </a:lnTo>
                    <a:lnTo>
                      <a:pt x="252" y="310"/>
                    </a:lnTo>
                    <a:close/>
                    <a:moveTo>
                      <a:pt x="252" y="314"/>
                    </a:moveTo>
                    <a:lnTo>
                      <a:pt x="250" y="314"/>
                    </a:lnTo>
                    <a:lnTo>
                      <a:pt x="252" y="314"/>
                    </a:lnTo>
                    <a:lnTo>
                      <a:pt x="252" y="314"/>
                    </a:lnTo>
                    <a:lnTo>
                      <a:pt x="252" y="314"/>
                    </a:lnTo>
                    <a:close/>
                    <a:moveTo>
                      <a:pt x="252" y="316"/>
                    </a:moveTo>
                    <a:lnTo>
                      <a:pt x="252" y="320"/>
                    </a:lnTo>
                    <a:lnTo>
                      <a:pt x="250" y="320"/>
                    </a:lnTo>
                    <a:lnTo>
                      <a:pt x="250" y="324"/>
                    </a:lnTo>
                    <a:lnTo>
                      <a:pt x="246" y="324"/>
                    </a:lnTo>
                    <a:lnTo>
                      <a:pt x="246" y="320"/>
                    </a:lnTo>
                    <a:lnTo>
                      <a:pt x="250" y="320"/>
                    </a:lnTo>
                    <a:lnTo>
                      <a:pt x="252" y="320"/>
                    </a:lnTo>
                    <a:lnTo>
                      <a:pt x="252" y="316"/>
                    </a:lnTo>
                    <a:lnTo>
                      <a:pt x="252" y="316"/>
                    </a:lnTo>
                    <a:lnTo>
                      <a:pt x="252" y="316"/>
                    </a:lnTo>
                    <a:close/>
                    <a:moveTo>
                      <a:pt x="670" y="350"/>
                    </a:moveTo>
                    <a:lnTo>
                      <a:pt x="674" y="354"/>
                    </a:lnTo>
                    <a:lnTo>
                      <a:pt x="670" y="350"/>
                    </a:lnTo>
                    <a:lnTo>
                      <a:pt x="670" y="350"/>
                    </a:lnTo>
                    <a:lnTo>
                      <a:pt x="670" y="350"/>
                    </a:lnTo>
                    <a:close/>
                    <a:moveTo>
                      <a:pt x="308" y="370"/>
                    </a:moveTo>
                    <a:lnTo>
                      <a:pt x="306" y="370"/>
                    </a:lnTo>
                    <a:lnTo>
                      <a:pt x="306" y="366"/>
                    </a:lnTo>
                    <a:lnTo>
                      <a:pt x="302" y="366"/>
                    </a:lnTo>
                    <a:lnTo>
                      <a:pt x="306" y="366"/>
                    </a:lnTo>
                    <a:lnTo>
                      <a:pt x="308" y="370"/>
                    </a:lnTo>
                    <a:lnTo>
                      <a:pt x="308" y="370"/>
                    </a:lnTo>
                    <a:lnTo>
                      <a:pt x="308" y="370"/>
                    </a:lnTo>
                    <a:close/>
                    <a:moveTo>
                      <a:pt x="704" y="388"/>
                    </a:moveTo>
                    <a:lnTo>
                      <a:pt x="700" y="388"/>
                    </a:lnTo>
                    <a:lnTo>
                      <a:pt x="696" y="388"/>
                    </a:lnTo>
                    <a:lnTo>
                      <a:pt x="700" y="388"/>
                    </a:lnTo>
                    <a:lnTo>
                      <a:pt x="704" y="388"/>
                    </a:lnTo>
                    <a:lnTo>
                      <a:pt x="704" y="388"/>
                    </a:lnTo>
                    <a:lnTo>
                      <a:pt x="704" y="388"/>
                    </a:lnTo>
                    <a:close/>
                    <a:moveTo>
                      <a:pt x="298" y="414"/>
                    </a:moveTo>
                    <a:lnTo>
                      <a:pt x="294" y="418"/>
                    </a:lnTo>
                    <a:lnTo>
                      <a:pt x="290" y="418"/>
                    </a:lnTo>
                    <a:lnTo>
                      <a:pt x="290" y="414"/>
                    </a:lnTo>
                    <a:lnTo>
                      <a:pt x="294" y="414"/>
                    </a:lnTo>
                    <a:lnTo>
                      <a:pt x="298" y="414"/>
                    </a:lnTo>
                    <a:lnTo>
                      <a:pt x="294" y="414"/>
                    </a:lnTo>
                    <a:lnTo>
                      <a:pt x="294" y="418"/>
                    </a:lnTo>
                    <a:lnTo>
                      <a:pt x="298" y="414"/>
                    </a:lnTo>
                    <a:lnTo>
                      <a:pt x="298" y="414"/>
                    </a:lnTo>
                    <a:lnTo>
                      <a:pt x="298" y="414"/>
                    </a:lnTo>
                    <a:close/>
                    <a:moveTo>
                      <a:pt x="282" y="418"/>
                    </a:moveTo>
                    <a:lnTo>
                      <a:pt x="282" y="422"/>
                    </a:lnTo>
                    <a:lnTo>
                      <a:pt x="278" y="422"/>
                    </a:lnTo>
                    <a:lnTo>
                      <a:pt x="282" y="418"/>
                    </a:lnTo>
                    <a:lnTo>
                      <a:pt x="282" y="418"/>
                    </a:lnTo>
                    <a:lnTo>
                      <a:pt x="282" y="418"/>
                    </a:lnTo>
                    <a:close/>
                    <a:moveTo>
                      <a:pt x="584" y="426"/>
                    </a:moveTo>
                    <a:lnTo>
                      <a:pt x="580" y="426"/>
                    </a:lnTo>
                    <a:lnTo>
                      <a:pt x="584" y="426"/>
                    </a:lnTo>
                    <a:lnTo>
                      <a:pt x="580" y="426"/>
                    </a:lnTo>
                    <a:lnTo>
                      <a:pt x="584" y="426"/>
                    </a:lnTo>
                    <a:lnTo>
                      <a:pt x="584" y="426"/>
                    </a:lnTo>
                    <a:lnTo>
                      <a:pt x="584" y="426"/>
                    </a:lnTo>
                    <a:close/>
                    <a:moveTo>
                      <a:pt x="282" y="458"/>
                    </a:moveTo>
                    <a:lnTo>
                      <a:pt x="278" y="458"/>
                    </a:lnTo>
                    <a:lnTo>
                      <a:pt x="276" y="458"/>
                    </a:lnTo>
                    <a:lnTo>
                      <a:pt x="278" y="458"/>
                    </a:lnTo>
                    <a:lnTo>
                      <a:pt x="282" y="458"/>
                    </a:lnTo>
                    <a:lnTo>
                      <a:pt x="282" y="458"/>
                    </a:lnTo>
                    <a:lnTo>
                      <a:pt x="282" y="458"/>
                    </a:lnTo>
                    <a:close/>
                    <a:moveTo>
                      <a:pt x="510" y="484"/>
                    </a:moveTo>
                    <a:lnTo>
                      <a:pt x="510" y="482"/>
                    </a:lnTo>
                    <a:lnTo>
                      <a:pt x="510" y="484"/>
                    </a:lnTo>
                    <a:lnTo>
                      <a:pt x="510" y="484"/>
                    </a:lnTo>
                    <a:lnTo>
                      <a:pt x="510" y="484"/>
                    </a:lnTo>
                    <a:close/>
                    <a:moveTo>
                      <a:pt x="510" y="488"/>
                    </a:moveTo>
                    <a:lnTo>
                      <a:pt x="506" y="488"/>
                    </a:lnTo>
                    <a:lnTo>
                      <a:pt x="506" y="484"/>
                    </a:lnTo>
                    <a:lnTo>
                      <a:pt x="510" y="488"/>
                    </a:lnTo>
                    <a:lnTo>
                      <a:pt x="510" y="488"/>
                    </a:lnTo>
                    <a:lnTo>
                      <a:pt x="510" y="488"/>
                    </a:lnTo>
                    <a:close/>
                    <a:moveTo>
                      <a:pt x="278" y="488"/>
                    </a:moveTo>
                    <a:lnTo>
                      <a:pt x="282" y="488"/>
                    </a:lnTo>
                    <a:lnTo>
                      <a:pt x="282" y="492"/>
                    </a:lnTo>
                    <a:lnTo>
                      <a:pt x="278" y="488"/>
                    </a:lnTo>
                    <a:lnTo>
                      <a:pt x="278" y="488"/>
                    </a:lnTo>
                    <a:lnTo>
                      <a:pt x="278" y="488"/>
                    </a:lnTo>
                    <a:close/>
                    <a:moveTo>
                      <a:pt x="450" y="522"/>
                    </a:moveTo>
                    <a:lnTo>
                      <a:pt x="454" y="522"/>
                    </a:lnTo>
                    <a:lnTo>
                      <a:pt x="458" y="522"/>
                    </a:lnTo>
                    <a:lnTo>
                      <a:pt x="454" y="522"/>
                    </a:lnTo>
                    <a:lnTo>
                      <a:pt x="450" y="522"/>
                    </a:lnTo>
                    <a:lnTo>
                      <a:pt x="450" y="522"/>
                    </a:lnTo>
                    <a:lnTo>
                      <a:pt x="450" y="522"/>
                    </a:lnTo>
                    <a:close/>
                    <a:moveTo>
                      <a:pt x="450" y="548"/>
                    </a:moveTo>
                    <a:lnTo>
                      <a:pt x="450" y="544"/>
                    </a:lnTo>
                    <a:lnTo>
                      <a:pt x="446" y="544"/>
                    </a:lnTo>
                    <a:lnTo>
                      <a:pt x="442" y="544"/>
                    </a:lnTo>
                    <a:lnTo>
                      <a:pt x="442" y="540"/>
                    </a:lnTo>
                    <a:lnTo>
                      <a:pt x="440" y="540"/>
                    </a:lnTo>
                    <a:lnTo>
                      <a:pt x="442" y="540"/>
                    </a:lnTo>
                    <a:lnTo>
                      <a:pt x="446" y="540"/>
                    </a:lnTo>
                    <a:lnTo>
                      <a:pt x="446" y="544"/>
                    </a:lnTo>
                    <a:lnTo>
                      <a:pt x="450" y="544"/>
                    </a:lnTo>
                    <a:lnTo>
                      <a:pt x="450" y="548"/>
                    </a:lnTo>
                    <a:lnTo>
                      <a:pt x="450" y="548"/>
                    </a:lnTo>
                    <a:lnTo>
                      <a:pt x="450" y="548"/>
                    </a:lnTo>
                    <a:close/>
                    <a:moveTo>
                      <a:pt x="450" y="548"/>
                    </a:moveTo>
                    <a:lnTo>
                      <a:pt x="446" y="548"/>
                    </a:lnTo>
                    <a:lnTo>
                      <a:pt x="450" y="548"/>
                    </a:lnTo>
                    <a:lnTo>
                      <a:pt x="450" y="548"/>
                    </a:lnTo>
                    <a:lnTo>
                      <a:pt x="450" y="548"/>
                    </a:lnTo>
                    <a:close/>
                    <a:moveTo>
                      <a:pt x="312" y="548"/>
                    </a:moveTo>
                    <a:lnTo>
                      <a:pt x="316" y="548"/>
                    </a:lnTo>
                    <a:lnTo>
                      <a:pt x="312" y="548"/>
                    </a:lnTo>
                    <a:lnTo>
                      <a:pt x="312" y="548"/>
                    </a:lnTo>
                    <a:lnTo>
                      <a:pt x="312" y="548"/>
                    </a:lnTo>
                    <a:close/>
                    <a:moveTo>
                      <a:pt x="446" y="548"/>
                    </a:moveTo>
                    <a:lnTo>
                      <a:pt x="442" y="548"/>
                    </a:lnTo>
                    <a:lnTo>
                      <a:pt x="446" y="548"/>
                    </a:lnTo>
                    <a:lnTo>
                      <a:pt x="446" y="552"/>
                    </a:lnTo>
                    <a:lnTo>
                      <a:pt x="446" y="548"/>
                    </a:lnTo>
                    <a:lnTo>
                      <a:pt x="446" y="548"/>
                    </a:lnTo>
                    <a:lnTo>
                      <a:pt x="446" y="548"/>
                    </a:lnTo>
                    <a:close/>
                    <a:moveTo>
                      <a:pt x="442" y="556"/>
                    </a:moveTo>
                    <a:lnTo>
                      <a:pt x="442" y="552"/>
                    </a:lnTo>
                    <a:lnTo>
                      <a:pt x="446" y="552"/>
                    </a:lnTo>
                    <a:lnTo>
                      <a:pt x="442" y="556"/>
                    </a:lnTo>
                    <a:lnTo>
                      <a:pt x="442" y="556"/>
                    </a:lnTo>
                    <a:lnTo>
                      <a:pt x="442" y="556"/>
                    </a:lnTo>
                    <a:close/>
                    <a:moveTo>
                      <a:pt x="432" y="560"/>
                    </a:moveTo>
                    <a:lnTo>
                      <a:pt x="432" y="556"/>
                    </a:lnTo>
                    <a:lnTo>
                      <a:pt x="436" y="556"/>
                    </a:lnTo>
                    <a:lnTo>
                      <a:pt x="440" y="556"/>
                    </a:lnTo>
                    <a:lnTo>
                      <a:pt x="440" y="560"/>
                    </a:lnTo>
                    <a:lnTo>
                      <a:pt x="440" y="556"/>
                    </a:lnTo>
                    <a:lnTo>
                      <a:pt x="436" y="556"/>
                    </a:lnTo>
                    <a:lnTo>
                      <a:pt x="436" y="560"/>
                    </a:lnTo>
                    <a:lnTo>
                      <a:pt x="440" y="560"/>
                    </a:lnTo>
                    <a:lnTo>
                      <a:pt x="436" y="560"/>
                    </a:lnTo>
                    <a:lnTo>
                      <a:pt x="432" y="560"/>
                    </a:lnTo>
                    <a:lnTo>
                      <a:pt x="432" y="560"/>
                    </a:lnTo>
                    <a:lnTo>
                      <a:pt x="432" y="560"/>
                    </a:lnTo>
                    <a:close/>
                    <a:moveTo>
                      <a:pt x="436" y="564"/>
                    </a:moveTo>
                    <a:lnTo>
                      <a:pt x="432" y="564"/>
                    </a:lnTo>
                    <a:lnTo>
                      <a:pt x="436" y="560"/>
                    </a:lnTo>
                    <a:lnTo>
                      <a:pt x="436" y="564"/>
                    </a:lnTo>
                    <a:lnTo>
                      <a:pt x="436" y="564"/>
                    </a:lnTo>
                    <a:lnTo>
                      <a:pt x="436" y="564"/>
                    </a:lnTo>
                    <a:close/>
                    <a:moveTo>
                      <a:pt x="332" y="578"/>
                    </a:moveTo>
                    <a:lnTo>
                      <a:pt x="332" y="574"/>
                    </a:lnTo>
                    <a:lnTo>
                      <a:pt x="332" y="578"/>
                    </a:lnTo>
                    <a:lnTo>
                      <a:pt x="332" y="578"/>
                    </a:lnTo>
                    <a:lnTo>
                      <a:pt x="332" y="578"/>
                    </a:lnTo>
                    <a:close/>
                    <a:moveTo>
                      <a:pt x="436" y="582"/>
                    </a:moveTo>
                    <a:lnTo>
                      <a:pt x="436" y="578"/>
                    </a:lnTo>
                    <a:lnTo>
                      <a:pt x="436" y="582"/>
                    </a:lnTo>
                    <a:lnTo>
                      <a:pt x="436" y="582"/>
                    </a:lnTo>
                    <a:lnTo>
                      <a:pt x="436" y="582"/>
                    </a:lnTo>
                    <a:close/>
                    <a:moveTo>
                      <a:pt x="346" y="588"/>
                    </a:moveTo>
                    <a:lnTo>
                      <a:pt x="342" y="588"/>
                    </a:lnTo>
                    <a:lnTo>
                      <a:pt x="346" y="588"/>
                    </a:lnTo>
                    <a:lnTo>
                      <a:pt x="346" y="588"/>
                    </a:lnTo>
                    <a:lnTo>
                      <a:pt x="346" y="588"/>
                    </a:lnTo>
                    <a:close/>
                    <a:moveTo>
                      <a:pt x="350" y="596"/>
                    </a:moveTo>
                    <a:lnTo>
                      <a:pt x="354" y="596"/>
                    </a:lnTo>
                    <a:lnTo>
                      <a:pt x="350" y="596"/>
                    </a:lnTo>
                    <a:lnTo>
                      <a:pt x="346" y="596"/>
                    </a:lnTo>
                    <a:lnTo>
                      <a:pt x="350" y="596"/>
                    </a:lnTo>
                    <a:lnTo>
                      <a:pt x="350" y="596"/>
                    </a:lnTo>
                    <a:lnTo>
                      <a:pt x="350" y="596"/>
                    </a:lnTo>
                    <a:close/>
                    <a:moveTo>
                      <a:pt x="380" y="600"/>
                    </a:moveTo>
                    <a:lnTo>
                      <a:pt x="376" y="600"/>
                    </a:lnTo>
                    <a:lnTo>
                      <a:pt x="376" y="604"/>
                    </a:lnTo>
                    <a:lnTo>
                      <a:pt x="372" y="604"/>
                    </a:lnTo>
                    <a:lnTo>
                      <a:pt x="368" y="604"/>
                    </a:lnTo>
                    <a:lnTo>
                      <a:pt x="372" y="604"/>
                    </a:lnTo>
                    <a:lnTo>
                      <a:pt x="372" y="600"/>
                    </a:lnTo>
                    <a:lnTo>
                      <a:pt x="376" y="600"/>
                    </a:lnTo>
                    <a:lnTo>
                      <a:pt x="380" y="600"/>
                    </a:lnTo>
                    <a:lnTo>
                      <a:pt x="380" y="600"/>
                    </a:lnTo>
                    <a:lnTo>
                      <a:pt x="380" y="600"/>
                    </a:lnTo>
                    <a:close/>
                    <a:moveTo>
                      <a:pt x="424" y="600"/>
                    </a:moveTo>
                    <a:lnTo>
                      <a:pt x="428" y="600"/>
                    </a:lnTo>
                    <a:lnTo>
                      <a:pt x="424" y="600"/>
                    </a:lnTo>
                    <a:lnTo>
                      <a:pt x="424" y="600"/>
                    </a:lnTo>
                    <a:lnTo>
                      <a:pt x="424" y="600"/>
                    </a:lnTo>
                    <a:close/>
                    <a:moveTo>
                      <a:pt x="358" y="604"/>
                    </a:moveTo>
                    <a:lnTo>
                      <a:pt x="354" y="604"/>
                    </a:lnTo>
                    <a:lnTo>
                      <a:pt x="350" y="604"/>
                    </a:lnTo>
                    <a:lnTo>
                      <a:pt x="354" y="600"/>
                    </a:lnTo>
                    <a:lnTo>
                      <a:pt x="358" y="600"/>
                    </a:lnTo>
                    <a:lnTo>
                      <a:pt x="358" y="604"/>
                    </a:lnTo>
                    <a:lnTo>
                      <a:pt x="358" y="604"/>
                    </a:lnTo>
                    <a:lnTo>
                      <a:pt x="358" y="604"/>
                    </a:lnTo>
                    <a:close/>
                    <a:moveTo>
                      <a:pt x="384" y="604"/>
                    </a:moveTo>
                    <a:lnTo>
                      <a:pt x="380" y="604"/>
                    </a:lnTo>
                    <a:lnTo>
                      <a:pt x="380" y="608"/>
                    </a:lnTo>
                    <a:lnTo>
                      <a:pt x="380" y="604"/>
                    </a:lnTo>
                    <a:lnTo>
                      <a:pt x="384" y="604"/>
                    </a:lnTo>
                    <a:lnTo>
                      <a:pt x="384" y="604"/>
                    </a:lnTo>
                    <a:lnTo>
                      <a:pt x="384" y="604"/>
                    </a:lnTo>
                    <a:close/>
                    <a:moveTo>
                      <a:pt x="384" y="604"/>
                    </a:moveTo>
                    <a:lnTo>
                      <a:pt x="384" y="608"/>
                    </a:lnTo>
                    <a:lnTo>
                      <a:pt x="380" y="608"/>
                    </a:lnTo>
                    <a:lnTo>
                      <a:pt x="384" y="604"/>
                    </a:lnTo>
                    <a:lnTo>
                      <a:pt x="384" y="604"/>
                    </a:lnTo>
                    <a:lnTo>
                      <a:pt x="384" y="604"/>
                    </a:lnTo>
                    <a:close/>
                    <a:moveTo>
                      <a:pt x="394" y="612"/>
                    </a:moveTo>
                    <a:lnTo>
                      <a:pt x="394" y="614"/>
                    </a:lnTo>
                    <a:lnTo>
                      <a:pt x="392" y="614"/>
                    </a:lnTo>
                    <a:lnTo>
                      <a:pt x="392" y="612"/>
                    </a:lnTo>
                    <a:lnTo>
                      <a:pt x="394" y="612"/>
                    </a:lnTo>
                    <a:lnTo>
                      <a:pt x="394" y="612"/>
                    </a:lnTo>
                    <a:lnTo>
                      <a:pt x="394" y="612"/>
                    </a:lnTo>
                    <a:close/>
                    <a:moveTo>
                      <a:pt x="418" y="622"/>
                    </a:moveTo>
                    <a:lnTo>
                      <a:pt x="414" y="622"/>
                    </a:lnTo>
                    <a:lnTo>
                      <a:pt x="410" y="618"/>
                    </a:lnTo>
                    <a:lnTo>
                      <a:pt x="410" y="614"/>
                    </a:lnTo>
                    <a:lnTo>
                      <a:pt x="414" y="618"/>
                    </a:lnTo>
                    <a:lnTo>
                      <a:pt x="418" y="618"/>
                    </a:lnTo>
                    <a:lnTo>
                      <a:pt x="420" y="618"/>
                    </a:lnTo>
                    <a:lnTo>
                      <a:pt x="420" y="622"/>
                    </a:lnTo>
                    <a:lnTo>
                      <a:pt x="420" y="618"/>
                    </a:lnTo>
                    <a:lnTo>
                      <a:pt x="418" y="618"/>
                    </a:lnTo>
                    <a:lnTo>
                      <a:pt x="418" y="622"/>
                    </a:lnTo>
                    <a:lnTo>
                      <a:pt x="418" y="622"/>
                    </a:lnTo>
                    <a:lnTo>
                      <a:pt x="418" y="622"/>
                    </a:lnTo>
                    <a:close/>
                    <a:moveTo>
                      <a:pt x="406" y="614"/>
                    </a:moveTo>
                    <a:lnTo>
                      <a:pt x="406" y="618"/>
                    </a:lnTo>
                    <a:lnTo>
                      <a:pt x="410" y="618"/>
                    </a:lnTo>
                    <a:lnTo>
                      <a:pt x="406" y="618"/>
                    </a:lnTo>
                    <a:lnTo>
                      <a:pt x="406" y="614"/>
                    </a:lnTo>
                    <a:lnTo>
                      <a:pt x="406" y="614"/>
                    </a:lnTo>
                    <a:lnTo>
                      <a:pt x="406" y="614"/>
                    </a:lnTo>
                    <a:close/>
                    <a:moveTo>
                      <a:pt x="406" y="618"/>
                    </a:moveTo>
                    <a:lnTo>
                      <a:pt x="406" y="622"/>
                    </a:lnTo>
                    <a:lnTo>
                      <a:pt x="402" y="622"/>
                    </a:lnTo>
                    <a:lnTo>
                      <a:pt x="402" y="618"/>
                    </a:lnTo>
                    <a:lnTo>
                      <a:pt x="406" y="618"/>
                    </a:lnTo>
                    <a:lnTo>
                      <a:pt x="406" y="618"/>
                    </a:lnTo>
                    <a:lnTo>
                      <a:pt x="406" y="618"/>
                    </a:lnTo>
                    <a:close/>
                    <a:moveTo>
                      <a:pt x="418" y="622"/>
                    </a:moveTo>
                    <a:lnTo>
                      <a:pt x="418" y="618"/>
                    </a:lnTo>
                    <a:lnTo>
                      <a:pt x="420" y="618"/>
                    </a:lnTo>
                    <a:lnTo>
                      <a:pt x="418" y="622"/>
                    </a:lnTo>
                    <a:lnTo>
                      <a:pt x="418" y="622"/>
                    </a:lnTo>
                    <a:lnTo>
                      <a:pt x="418" y="622"/>
                    </a:lnTo>
                    <a:close/>
                    <a:moveTo>
                      <a:pt x="406" y="622"/>
                    </a:moveTo>
                    <a:lnTo>
                      <a:pt x="406" y="618"/>
                    </a:lnTo>
                    <a:lnTo>
                      <a:pt x="410" y="618"/>
                    </a:lnTo>
                    <a:lnTo>
                      <a:pt x="410" y="622"/>
                    </a:lnTo>
                    <a:lnTo>
                      <a:pt x="406" y="622"/>
                    </a:lnTo>
                    <a:lnTo>
                      <a:pt x="406" y="622"/>
                    </a:lnTo>
                    <a:lnTo>
                      <a:pt x="406" y="622"/>
                    </a:lnTo>
                    <a:close/>
                    <a:moveTo>
                      <a:pt x="410" y="626"/>
                    </a:moveTo>
                    <a:lnTo>
                      <a:pt x="410" y="622"/>
                    </a:lnTo>
                    <a:lnTo>
                      <a:pt x="414" y="622"/>
                    </a:lnTo>
                    <a:lnTo>
                      <a:pt x="414" y="626"/>
                    </a:lnTo>
                    <a:lnTo>
                      <a:pt x="410" y="626"/>
                    </a:lnTo>
                    <a:lnTo>
                      <a:pt x="410" y="626"/>
                    </a:lnTo>
                    <a:lnTo>
                      <a:pt x="410" y="626"/>
                    </a:lnTo>
                    <a:close/>
                    <a:moveTo>
                      <a:pt x="312" y="414"/>
                    </a:moveTo>
                    <a:lnTo>
                      <a:pt x="312" y="410"/>
                    </a:lnTo>
                    <a:lnTo>
                      <a:pt x="316" y="410"/>
                    </a:lnTo>
                    <a:lnTo>
                      <a:pt x="312" y="410"/>
                    </a:lnTo>
                    <a:lnTo>
                      <a:pt x="308" y="410"/>
                    </a:lnTo>
                    <a:lnTo>
                      <a:pt x="308" y="414"/>
                    </a:lnTo>
                    <a:lnTo>
                      <a:pt x="308" y="410"/>
                    </a:lnTo>
                    <a:lnTo>
                      <a:pt x="306" y="410"/>
                    </a:lnTo>
                    <a:lnTo>
                      <a:pt x="308" y="410"/>
                    </a:lnTo>
                    <a:lnTo>
                      <a:pt x="312" y="406"/>
                    </a:lnTo>
                    <a:lnTo>
                      <a:pt x="308" y="406"/>
                    </a:lnTo>
                    <a:lnTo>
                      <a:pt x="308" y="402"/>
                    </a:lnTo>
                    <a:lnTo>
                      <a:pt x="312" y="402"/>
                    </a:lnTo>
                    <a:lnTo>
                      <a:pt x="312" y="406"/>
                    </a:lnTo>
                    <a:lnTo>
                      <a:pt x="312" y="402"/>
                    </a:lnTo>
                    <a:lnTo>
                      <a:pt x="316" y="402"/>
                    </a:lnTo>
                    <a:lnTo>
                      <a:pt x="316" y="406"/>
                    </a:lnTo>
                    <a:lnTo>
                      <a:pt x="320" y="406"/>
                    </a:lnTo>
                    <a:lnTo>
                      <a:pt x="316" y="406"/>
                    </a:lnTo>
                    <a:lnTo>
                      <a:pt x="320" y="406"/>
                    </a:lnTo>
                    <a:lnTo>
                      <a:pt x="320" y="402"/>
                    </a:lnTo>
                    <a:lnTo>
                      <a:pt x="320" y="406"/>
                    </a:lnTo>
                    <a:lnTo>
                      <a:pt x="324" y="406"/>
                    </a:lnTo>
                    <a:lnTo>
                      <a:pt x="324" y="402"/>
                    </a:lnTo>
                    <a:lnTo>
                      <a:pt x="320" y="402"/>
                    </a:lnTo>
                    <a:lnTo>
                      <a:pt x="316" y="402"/>
                    </a:lnTo>
                    <a:lnTo>
                      <a:pt x="320" y="402"/>
                    </a:lnTo>
                    <a:lnTo>
                      <a:pt x="324" y="402"/>
                    </a:lnTo>
                    <a:lnTo>
                      <a:pt x="324" y="398"/>
                    </a:lnTo>
                    <a:lnTo>
                      <a:pt x="320" y="398"/>
                    </a:lnTo>
                    <a:lnTo>
                      <a:pt x="316" y="398"/>
                    </a:lnTo>
                    <a:lnTo>
                      <a:pt x="320" y="398"/>
                    </a:lnTo>
                    <a:lnTo>
                      <a:pt x="320" y="396"/>
                    </a:lnTo>
                    <a:lnTo>
                      <a:pt x="316" y="396"/>
                    </a:lnTo>
                    <a:lnTo>
                      <a:pt x="316" y="398"/>
                    </a:lnTo>
                    <a:lnTo>
                      <a:pt x="312" y="402"/>
                    </a:lnTo>
                    <a:lnTo>
                      <a:pt x="308" y="402"/>
                    </a:lnTo>
                    <a:lnTo>
                      <a:pt x="308" y="398"/>
                    </a:lnTo>
                    <a:lnTo>
                      <a:pt x="312" y="398"/>
                    </a:lnTo>
                    <a:lnTo>
                      <a:pt x="312" y="396"/>
                    </a:lnTo>
                    <a:lnTo>
                      <a:pt x="316" y="392"/>
                    </a:lnTo>
                    <a:lnTo>
                      <a:pt x="320" y="392"/>
                    </a:lnTo>
                    <a:lnTo>
                      <a:pt x="316" y="392"/>
                    </a:lnTo>
                    <a:lnTo>
                      <a:pt x="312" y="392"/>
                    </a:lnTo>
                    <a:lnTo>
                      <a:pt x="312" y="388"/>
                    </a:lnTo>
                    <a:lnTo>
                      <a:pt x="316" y="388"/>
                    </a:lnTo>
                    <a:lnTo>
                      <a:pt x="316" y="392"/>
                    </a:lnTo>
                    <a:lnTo>
                      <a:pt x="320" y="392"/>
                    </a:lnTo>
                    <a:lnTo>
                      <a:pt x="320" y="388"/>
                    </a:lnTo>
                    <a:lnTo>
                      <a:pt x="316" y="388"/>
                    </a:lnTo>
                    <a:lnTo>
                      <a:pt x="312" y="388"/>
                    </a:lnTo>
                    <a:lnTo>
                      <a:pt x="316" y="388"/>
                    </a:lnTo>
                    <a:lnTo>
                      <a:pt x="316" y="384"/>
                    </a:lnTo>
                    <a:lnTo>
                      <a:pt x="320" y="388"/>
                    </a:lnTo>
                    <a:lnTo>
                      <a:pt x="324" y="388"/>
                    </a:lnTo>
                    <a:lnTo>
                      <a:pt x="320" y="384"/>
                    </a:lnTo>
                    <a:lnTo>
                      <a:pt x="316" y="384"/>
                    </a:lnTo>
                    <a:lnTo>
                      <a:pt x="316" y="380"/>
                    </a:lnTo>
                    <a:lnTo>
                      <a:pt x="320" y="380"/>
                    </a:lnTo>
                    <a:lnTo>
                      <a:pt x="316" y="380"/>
                    </a:lnTo>
                    <a:lnTo>
                      <a:pt x="312" y="380"/>
                    </a:lnTo>
                    <a:lnTo>
                      <a:pt x="308" y="380"/>
                    </a:lnTo>
                    <a:lnTo>
                      <a:pt x="306" y="380"/>
                    </a:lnTo>
                    <a:lnTo>
                      <a:pt x="308" y="380"/>
                    </a:lnTo>
                    <a:lnTo>
                      <a:pt x="312" y="380"/>
                    </a:lnTo>
                    <a:lnTo>
                      <a:pt x="308" y="376"/>
                    </a:lnTo>
                    <a:lnTo>
                      <a:pt x="306" y="376"/>
                    </a:lnTo>
                    <a:lnTo>
                      <a:pt x="306" y="380"/>
                    </a:lnTo>
                    <a:lnTo>
                      <a:pt x="302" y="380"/>
                    </a:lnTo>
                    <a:lnTo>
                      <a:pt x="298" y="380"/>
                    </a:lnTo>
                    <a:lnTo>
                      <a:pt x="294" y="380"/>
                    </a:lnTo>
                    <a:lnTo>
                      <a:pt x="290" y="380"/>
                    </a:lnTo>
                    <a:lnTo>
                      <a:pt x="290" y="376"/>
                    </a:lnTo>
                    <a:lnTo>
                      <a:pt x="286" y="376"/>
                    </a:lnTo>
                    <a:lnTo>
                      <a:pt x="286" y="372"/>
                    </a:lnTo>
                    <a:lnTo>
                      <a:pt x="282" y="372"/>
                    </a:lnTo>
                    <a:lnTo>
                      <a:pt x="278" y="372"/>
                    </a:lnTo>
                    <a:lnTo>
                      <a:pt x="276" y="370"/>
                    </a:lnTo>
                    <a:lnTo>
                      <a:pt x="272" y="370"/>
                    </a:lnTo>
                    <a:lnTo>
                      <a:pt x="268" y="370"/>
                    </a:lnTo>
                    <a:lnTo>
                      <a:pt x="264" y="370"/>
                    </a:lnTo>
                    <a:lnTo>
                      <a:pt x="264" y="366"/>
                    </a:lnTo>
                    <a:lnTo>
                      <a:pt x="260" y="362"/>
                    </a:lnTo>
                    <a:lnTo>
                      <a:pt x="264" y="362"/>
                    </a:lnTo>
                    <a:lnTo>
                      <a:pt x="264" y="358"/>
                    </a:lnTo>
                    <a:lnTo>
                      <a:pt x="268" y="358"/>
                    </a:lnTo>
                    <a:lnTo>
                      <a:pt x="272" y="358"/>
                    </a:lnTo>
                    <a:lnTo>
                      <a:pt x="276" y="362"/>
                    </a:lnTo>
                    <a:lnTo>
                      <a:pt x="278" y="362"/>
                    </a:lnTo>
                    <a:lnTo>
                      <a:pt x="282" y="362"/>
                    </a:lnTo>
                    <a:lnTo>
                      <a:pt x="286" y="362"/>
                    </a:lnTo>
                    <a:lnTo>
                      <a:pt x="290" y="362"/>
                    </a:lnTo>
                    <a:lnTo>
                      <a:pt x="294" y="366"/>
                    </a:lnTo>
                    <a:lnTo>
                      <a:pt x="298" y="366"/>
                    </a:lnTo>
                    <a:lnTo>
                      <a:pt x="302" y="370"/>
                    </a:lnTo>
                    <a:lnTo>
                      <a:pt x="306" y="370"/>
                    </a:lnTo>
                    <a:lnTo>
                      <a:pt x="308" y="370"/>
                    </a:lnTo>
                    <a:lnTo>
                      <a:pt x="312" y="370"/>
                    </a:lnTo>
                    <a:lnTo>
                      <a:pt x="312" y="372"/>
                    </a:lnTo>
                    <a:lnTo>
                      <a:pt x="316" y="372"/>
                    </a:lnTo>
                    <a:lnTo>
                      <a:pt x="316" y="370"/>
                    </a:lnTo>
                    <a:lnTo>
                      <a:pt x="316" y="366"/>
                    </a:lnTo>
                    <a:lnTo>
                      <a:pt x="316" y="370"/>
                    </a:lnTo>
                    <a:lnTo>
                      <a:pt x="312" y="370"/>
                    </a:lnTo>
                    <a:lnTo>
                      <a:pt x="308" y="370"/>
                    </a:lnTo>
                    <a:lnTo>
                      <a:pt x="312" y="370"/>
                    </a:lnTo>
                    <a:lnTo>
                      <a:pt x="308" y="366"/>
                    </a:lnTo>
                    <a:lnTo>
                      <a:pt x="306" y="366"/>
                    </a:lnTo>
                    <a:lnTo>
                      <a:pt x="308" y="366"/>
                    </a:lnTo>
                    <a:lnTo>
                      <a:pt x="312" y="366"/>
                    </a:lnTo>
                    <a:lnTo>
                      <a:pt x="312" y="362"/>
                    </a:lnTo>
                    <a:lnTo>
                      <a:pt x="312" y="366"/>
                    </a:lnTo>
                    <a:lnTo>
                      <a:pt x="316" y="366"/>
                    </a:lnTo>
                    <a:lnTo>
                      <a:pt x="312" y="362"/>
                    </a:lnTo>
                    <a:lnTo>
                      <a:pt x="308" y="362"/>
                    </a:lnTo>
                    <a:lnTo>
                      <a:pt x="306" y="362"/>
                    </a:lnTo>
                    <a:lnTo>
                      <a:pt x="306" y="358"/>
                    </a:lnTo>
                    <a:lnTo>
                      <a:pt x="308" y="358"/>
                    </a:lnTo>
                    <a:lnTo>
                      <a:pt x="312" y="362"/>
                    </a:lnTo>
                    <a:lnTo>
                      <a:pt x="316" y="362"/>
                    </a:lnTo>
                    <a:lnTo>
                      <a:pt x="312" y="362"/>
                    </a:lnTo>
                    <a:lnTo>
                      <a:pt x="312" y="358"/>
                    </a:lnTo>
                    <a:lnTo>
                      <a:pt x="308" y="358"/>
                    </a:lnTo>
                    <a:lnTo>
                      <a:pt x="306" y="358"/>
                    </a:lnTo>
                    <a:lnTo>
                      <a:pt x="302" y="358"/>
                    </a:lnTo>
                    <a:lnTo>
                      <a:pt x="302" y="354"/>
                    </a:lnTo>
                    <a:lnTo>
                      <a:pt x="298" y="354"/>
                    </a:lnTo>
                    <a:lnTo>
                      <a:pt x="302" y="354"/>
                    </a:lnTo>
                    <a:lnTo>
                      <a:pt x="306" y="354"/>
                    </a:lnTo>
                    <a:lnTo>
                      <a:pt x="308" y="354"/>
                    </a:lnTo>
                    <a:lnTo>
                      <a:pt x="312" y="354"/>
                    </a:lnTo>
                    <a:lnTo>
                      <a:pt x="308" y="354"/>
                    </a:lnTo>
                    <a:lnTo>
                      <a:pt x="306" y="354"/>
                    </a:lnTo>
                    <a:lnTo>
                      <a:pt x="306" y="350"/>
                    </a:lnTo>
                    <a:lnTo>
                      <a:pt x="308" y="350"/>
                    </a:lnTo>
                    <a:lnTo>
                      <a:pt x="306" y="350"/>
                    </a:lnTo>
                    <a:lnTo>
                      <a:pt x="302" y="350"/>
                    </a:lnTo>
                    <a:lnTo>
                      <a:pt x="298" y="350"/>
                    </a:lnTo>
                    <a:lnTo>
                      <a:pt x="294" y="350"/>
                    </a:lnTo>
                    <a:lnTo>
                      <a:pt x="298" y="350"/>
                    </a:lnTo>
                    <a:lnTo>
                      <a:pt x="298" y="346"/>
                    </a:lnTo>
                    <a:lnTo>
                      <a:pt x="302" y="346"/>
                    </a:lnTo>
                    <a:lnTo>
                      <a:pt x="298" y="346"/>
                    </a:lnTo>
                    <a:lnTo>
                      <a:pt x="294" y="346"/>
                    </a:lnTo>
                    <a:lnTo>
                      <a:pt x="294" y="350"/>
                    </a:lnTo>
                    <a:lnTo>
                      <a:pt x="290" y="350"/>
                    </a:lnTo>
                    <a:lnTo>
                      <a:pt x="290" y="346"/>
                    </a:lnTo>
                    <a:lnTo>
                      <a:pt x="294" y="346"/>
                    </a:lnTo>
                    <a:lnTo>
                      <a:pt x="294" y="342"/>
                    </a:lnTo>
                    <a:lnTo>
                      <a:pt x="298" y="342"/>
                    </a:lnTo>
                    <a:lnTo>
                      <a:pt x="302" y="342"/>
                    </a:lnTo>
                    <a:lnTo>
                      <a:pt x="306" y="342"/>
                    </a:lnTo>
                    <a:lnTo>
                      <a:pt x="302" y="342"/>
                    </a:lnTo>
                    <a:lnTo>
                      <a:pt x="298" y="342"/>
                    </a:lnTo>
                    <a:lnTo>
                      <a:pt x="294" y="342"/>
                    </a:lnTo>
                    <a:lnTo>
                      <a:pt x="290" y="342"/>
                    </a:lnTo>
                    <a:lnTo>
                      <a:pt x="286" y="342"/>
                    </a:lnTo>
                    <a:lnTo>
                      <a:pt x="282" y="342"/>
                    </a:lnTo>
                    <a:lnTo>
                      <a:pt x="286" y="342"/>
                    </a:lnTo>
                    <a:lnTo>
                      <a:pt x="286" y="340"/>
                    </a:lnTo>
                    <a:lnTo>
                      <a:pt x="290" y="340"/>
                    </a:lnTo>
                    <a:lnTo>
                      <a:pt x="294" y="340"/>
                    </a:lnTo>
                    <a:lnTo>
                      <a:pt x="298" y="340"/>
                    </a:lnTo>
                    <a:lnTo>
                      <a:pt x="302" y="340"/>
                    </a:lnTo>
                    <a:lnTo>
                      <a:pt x="302" y="336"/>
                    </a:lnTo>
                    <a:lnTo>
                      <a:pt x="298" y="336"/>
                    </a:lnTo>
                    <a:lnTo>
                      <a:pt x="298" y="340"/>
                    </a:lnTo>
                    <a:lnTo>
                      <a:pt x="294" y="340"/>
                    </a:lnTo>
                    <a:lnTo>
                      <a:pt x="290" y="340"/>
                    </a:lnTo>
                    <a:lnTo>
                      <a:pt x="286" y="340"/>
                    </a:lnTo>
                    <a:lnTo>
                      <a:pt x="286" y="336"/>
                    </a:lnTo>
                    <a:lnTo>
                      <a:pt x="282" y="336"/>
                    </a:lnTo>
                    <a:lnTo>
                      <a:pt x="278" y="336"/>
                    </a:lnTo>
                    <a:lnTo>
                      <a:pt x="282" y="336"/>
                    </a:lnTo>
                    <a:lnTo>
                      <a:pt x="282" y="332"/>
                    </a:lnTo>
                    <a:lnTo>
                      <a:pt x="286" y="328"/>
                    </a:lnTo>
                    <a:lnTo>
                      <a:pt x="282" y="332"/>
                    </a:lnTo>
                    <a:lnTo>
                      <a:pt x="278" y="332"/>
                    </a:lnTo>
                    <a:lnTo>
                      <a:pt x="276" y="332"/>
                    </a:lnTo>
                    <a:lnTo>
                      <a:pt x="276" y="328"/>
                    </a:lnTo>
                    <a:lnTo>
                      <a:pt x="276" y="324"/>
                    </a:lnTo>
                    <a:lnTo>
                      <a:pt x="272" y="324"/>
                    </a:lnTo>
                    <a:lnTo>
                      <a:pt x="272" y="320"/>
                    </a:lnTo>
                    <a:lnTo>
                      <a:pt x="276" y="320"/>
                    </a:lnTo>
                    <a:lnTo>
                      <a:pt x="272" y="320"/>
                    </a:lnTo>
                    <a:lnTo>
                      <a:pt x="268" y="320"/>
                    </a:lnTo>
                    <a:lnTo>
                      <a:pt x="272" y="324"/>
                    </a:lnTo>
                    <a:lnTo>
                      <a:pt x="272" y="328"/>
                    </a:lnTo>
                    <a:lnTo>
                      <a:pt x="276" y="328"/>
                    </a:lnTo>
                    <a:lnTo>
                      <a:pt x="276" y="332"/>
                    </a:lnTo>
                    <a:lnTo>
                      <a:pt x="276" y="336"/>
                    </a:lnTo>
                    <a:lnTo>
                      <a:pt x="272" y="336"/>
                    </a:lnTo>
                    <a:lnTo>
                      <a:pt x="268" y="336"/>
                    </a:lnTo>
                    <a:lnTo>
                      <a:pt x="272" y="336"/>
                    </a:lnTo>
                    <a:lnTo>
                      <a:pt x="272" y="340"/>
                    </a:lnTo>
                    <a:lnTo>
                      <a:pt x="268" y="340"/>
                    </a:lnTo>
                    <a:lnTo>
                      <a:pt x="268" y="336"/>
                    </a:lnTo>
                    <a:lnTo>
                      <a:pt x="268" y="340"/>
                    </a:lnTo>
                    <a:lnTo>
                      <a:pt x="272" y="340"/>
                    </a:lnTo>
                    <a:lnTo>
                      <a:pt x="272" y="342"/>
                    </a:lnTo>
                    <a:lnTo>
                      <a:pt x="268" y="342"/>
                    </a:lnTo>
                    <a:lnTo>
                      <a:pt x="264" y="342"/>
                    </a:lnTo>
                    <a:lnTo>
                      <a:pt x="264" y="346"/>
                    </a:lnTo>
                    <a:lnTo>
                      <a:pt x="260" y="346"/>
                    </a:lnTo>
                    <a:lnTo>
                      <a:pt x="256" y="346"/>
                    </a:lnTo>
                    <a:lnTo>
                      <a:pt x="252" y="342"/>
                    </a:lnTo>
                    <a:lnTo>
                      <a:pt x="250" y="342"/>
                    </a:lnTo>
                    <a:lnTo>
                      <a:pt x="252" y="342"/>
                    </a:lnTo>
                    <a:lnTo>
                      <a:pt x="250" y="342"/>
                    </a:lnTo>
                    <a:lnTo>
                      <a:pt x="246" y="342"/>
                    </a:lnTo>
                    <a:lnTo>
                      <a:pt x="246" y="340"/>
                    </a:lnTo>
                    <a:lnTo>
                      <a:pt x="242" y="336"/>
                    </a:lnTo>
                    <a:lnTo>
                      <a:pt x="246" y="336"/>
                    </a:lnTo>
                    <a:lnTo>
                      <a:pt x="250" y="336"/>
                    </a:lnTo>
                    <a:lnTo>
                      <a:pt x="250" y="332"/>
                    </a:lnTo>
                    <a:lnTo>
                      <a:pt x="252" y="332"/>
                    </a:lnTo>
                    <a:lnTo>
                      <a:pt x="256" y="332"/>
                    </a:lnTo>
                    <a:lnTo>
                      <a:pt x="260" y="328"/>
                    </a:lnTo>
                    <a:lnTo>
                      <a:pt x="260" y="324"/>
                    </a:lnTo>
                    <a:lnTo>
                      <a:pt x="264" y="324"/>
                    </a:lnTo>
                    <a:lnTo>
                      <a:pt x="260" y="324"/>
                    </a:lnTo>
                    <a:lnTo>
                      <a:pt x="260" y="328"/>
                    </a:lnTo>
                    <a:lnTo>
                      <a:pt x="256" y="328"/>
                    </a:lnTo>
                    <a:lnTo>
                      <a:pt x="256" y="332"/>
                    </a:lnTo>
                    <a:lnTo>
                      <a:pt x="252" y="332"/>
                    </a:lnTo>
                    <a:lnTo>
                      <a:pt x="250" y="332"/>
                    </a:lnTo>
                    <a:lnTo>
                      <a:pt x="250" y="328"/>
                    </a:lnTo>
                    <a:lnTo>
                      <a:pt x="246" y="328"/>
                    </a:lnTo>
                    <a:lnTo>
                      <a:pt x="250" y="328"/>
                    </a:lnTo>
                    <a:lnTo>
                      <a:pt x="250" y="324"/>
                    </a:lnTo>
                    <a:lnTo>
                      <a:pt x="256" y="320"/>
                    </a:lnTo>
                    <a:lnTo>
                      <a:pt x="252" y="320"/>
                    </a:lnTo>
                    <a:lnTo>
                      <a:pt x="256" y="320"/>
                    </a:lnTo>
                    <a:lnTo>
                      <a:pt x="256" y="316"/>
                    </a:lnTo>
                    <a:lnTo>
                      <a:pt x="252" y="316"/>
                    </a:lnTo>
                    <a:lnTo>
                      <a:pt x="256" y="316"/>
                    </a:lnTo>
                    <a:lnTo>
                      <a:pt x="252" y="316"/>
                    </a:lnTo>
                    <a:lnTo>
                      <a:pt x="250" y="320"/>
                    </a:lnTo>
                    <a:lnTo>
                      <a:pt x="250" y="316"/>
                    </a:lnTo>
                    <a:lnTo>
                      <a:pt x="246" y="316"/>
                    </a:lnTo>
                    <a:lnTo>
                      <a:pt x="246" y="314"/>
                    </a:lnTo>
                    <a:lnTo>
                      <a:pt x="250" y="314"/>
                    </a:lnTo>
                    <a:lnTo>
                      <a:pt x="250" y="316"/>
                    </a:lnTo>
                    <a:lnTo>
                      <a:pt x="252" y="316"/>
                    </a:lnTo>
                    <a:lnTo>
                      <a:pt x="260" y="316"/>
                    </a:lnTo>
                    <a:lnTo>
                      <a:pt x="264" y="316"/>
                    </a:lnTo>
                    <a:lnTo>
                      <a:pt x="260" y="316"/>
                    </a:lnTo>
                    <a:lnTo>
                      <a:pt x="256" y="316"/>
                    </a:lnTo>
                    <a:lnTo>
                      <a:pt x="256" y="314"/>
                    </a:lnTo>
                    <a:lnTo>
                      <a:pt x="252" y="316"/>
                    </a:lnTo>
                    <a:lnTo>
                      <a:pt x="252" y="314"/>
                    </a:lnTo>
                    <a:lnTo>
                      <a:pt x="256" y="314"/>
                    </a:lnTo>
                    <a:lnTo>
                      <a:pt x="260" y="314"/>
                    </a:lnTo>
                    <a:lnTo>
                      <a:pt x="256" y="314"/>
                    </a:lnTo>
                    <a:lnTo>
                      <a:pt x="256" y="310"/>
                    </a:lnTo>
                    <a:lnTo>
                      <a:pt x="260" y="310"/>
                    </a:lnTo>
                    <a:lnTo>
                      <a:pt x="256" y="310"/>
                    </a:lnTo>
                    <a:lnTo>
                      <a:pt x="256" y="306"/>
                    </a:lnTo>
                    <a:lnTo>
                      <a:pt x="260" y="306"/>
                    </a:lnTo>
                    <a:lnTo>
                      <a:pt x="256" y="306"/>
                    </a:lnTo>
                    <a:lnTo>
                      <a:pt x="256" y="302"/>
                    </a:lnTo>
                    <a:lnTo>
                      <a:pt x="252" y="302"/>
                    </a:lnTo>
                    <a:lnTo>
                      <a:pt x="250" y="302"/>
                    </a:lnTo>
                    <a:lnTo>
                      <a:pt x="246" y="302"/>
                    </a:lnTo>
                    <a:lnTo>
                      <a:pt x="246" y="298"/>
                    </a:lnTo>
                    <a:lnTo>
                      <a:pt x="250" y="298"/>
                    </a:lnTo>
                    <a:lnTo>
                      <a:pt x="252" y="298"/>
                    </a:lnTo>
                    <a:lnTo>
                      <a:pt x="250" y="294"/>
                    </a:lnTo>
                    <a:lnTo>
                      <a:pt x="250" y="290"/>
                    </a:lnTo>
                    <a:lnTo>
                      <a:pt x="252" y="290"/>
                    </a:lnTo>
                    <a:lnTo>
                      <a:pt x="252" y="294"/>
                    </a:lnTo>
                    <a:lnTo>
                      <a:pt x="252" y="290"/>
                    </a:lnTo>
                    <a:lnTo>
                      <a:pt x="250" y="290"/>
                    </a:lnTo>
                    <a:lnTo>
                      <a:pt x="246" y="290"/>
                    </a:lnTo>
                    <a:lnTo>
                      <a:pt x="246" y="286"/>
                    </a:lnTo>
                    <a:lnTo>
                      <a:pt x="242" y="286"/>
                    </a:lnTo>
                    <a:lnTo>
                      <a:pt x="238" y="286"/>
                    </a:lnTo>
                    <a:lnTo>
                      <a:pt x="238" y="284"/>
                    </a:lnTo>
                    <a:lnTo>
                      <a:pt x="242" y="284"/>
                    </a:lnTo>
                    <a:lnTo>
                      <a:pt x="238" y="284"/>
                    </a:lnTo>
                    <a:lnTo>
                      <a:pt x="242" y="284"/>
                    </a:lnTo>
                    <a:lnTo>
                      <a:pt x="246" y="284"/>
                    </a:lnTo>
                    <a:lnTo>
                      <a:pt x="242" y="284"/>
                    </a:lnTo>
                    <a:lnTo>
                      <a:pt x="242" y="280"/>
                    </a:lnTo>
                    <a:lnTo>
                      <a:pt x="246" y="280"/>
                    </a:lnTo>
                    <a:lnTo>
                      <a:pt x="242" y="280"/>
                    </a:lnTo>
                    <a:lnTo>
                      <a:pt x="242" y="276"/>
                    </a:lnTo>
                    <a:lnTo>
                      <a:pt x="238" y="276"/>
                    </a:lnTo>
                    <a:lnTo>
                      <a:pt x="242" y="276"/>
                    </a:lnTo>
                    <a:lnTo>
                      <a:pt x="238" y="276"/>
                    </a:lnTo>
                    <a:lnTo>
                      <a:pt x="234" y="276"/>
                    </a:lnTo>
                    <a:lnTo>
                      <a:pt x="234" y="272"/>
                    </a:lnTo>
                    <a:lnTo>
                      <a:pt x="238" y="272"/>
                    </a:lnTo>
                    <a:lnTo>
                      <a:pt x="238" y="268"/>
                    </a:lnTo>
                    <a:lnTo>
                      <a:pt x="234" y="268"/>
                    </a:lnTo>
                    <a:lnTo>
                      <a:pt x="230" y="272"/>
                    </a:lnTo>
                    <a:lnTo>
                      <a:pt x="226" y="272"/>
                    </a:lnTo>
                    <a:lnTo>
                      <a:pt x="222" y="272"/>
                    </a:lnTo>
                    <a:lnTo>
                      <a:pt x="220" y="272"/>
                    </a:lnTo>
                    <a:lnTo>
                      <a:pt x="222" y="272"/>
                    </a:lnTo>
                    <a:lnTo>
                      <a:pt x="226" y="272"/>
                    </a:lnTo>
                    <a:lnTo>
                      <a:pt x="230" y="272"/>
                    </a:lnTo>
                    <a:lnTo>
                      <a:pt x="230" y="268"/>
                    </a:lnTo>
                    <a:lnTo>
                      <a:pt x="234" y="268"/>
                    </a:lnTo>
                    <a:lnTo>
                      <a:pt x="230" y="268"/>
                    </a:lnTo>
                    <a:lnTo>
                      <a:pt x="230" y="264"/>
                    </a:lnTo>
                    <a:lnTo>
                      <a:pt x="234" y="264"/>
                    </a:lnTo>
                    <a:lnTo>
                      <a:pt x="238" y="264"/>
                    </a:lnTo>
                    <a:lnTo>
                      <a:pt x="234" y="264"/>
                    </a:lnTo>
                    <a:lnTo>
                      <a:pt x="230" y="264"/>
                    </a:lnTo>
                    <a:lnTo>
                      <a:pt x="226" y="264"/>
                    </a:lnTo>
                    <a:lnTo>
                      <a:pt x="230" y="264"/>
                    </a:lnTo>
                    <a:lnTo>
                      <a:pt x="234" y="264"/>
                    </a:lnTo>
                    <a:lnTo>
                      <a:pt x="238" y="260"/>
                    </a:lnTo>
                    <a:lnTo>
                      <a:pt x="234" y="260"/>
                    </a:lnTo>
                    <a:lnTo>
                      <a:pt x="230" y="260"/>
                    </a:lnTo>
                    <a:lnTo>
                      <a:pt x="230" y="256"/>
                    </a:lnTo>
                    <a:lnTo>
                      <a:pt x="226" y="256"/>
                    </a:lnTo>
                    <a:lnTo>
                      <a:pt x="222" y="256"/>
                    </a:lnTo>
                    <a:lnTo>
                      <a:pt x="222" y="254"/>
                    </a:lnTo>
                    <a:lnTo>
                      <a:pt x="226" y="254"/>
                    </a:lnTo>
                    <a:lnTo>
                      <a:pt x="226" y="250"/>
                    </a:lnTo>
                    <a:lnTo>
                      <a:pt x="222" y="250"/>
                    </a:lnTo>
                    <a:lnTo>
                      <a:pt x="220" y="250"/>
                    </a:lnTo>
                    <a:lnTo>
                      <a:pt x="216" y="250"/>
                    </a:lnTo>
                    <a:lnTo>
                      <a:pt x="212" y="250"/>
                    </a:lnTo>
                    <a:lnTo>
                      <a:pt x="212" y="246"/>
                    </a:lnTo>
                    <a:lnTo>
                      <a:pt x="208" y="246"/>
                    </a:lnTo>
                    <a:lnTo>
                      <a:pt x="212" y="246"/>
                    </a:lnTo>
                    <a:lnTo>
                      <a:pt x="212" y="242"/>
                    </a:lnTo>
                    <a:lnTo>
                      <a:pt x="208" y="242"/>
                    </a:lnTo>
                    <a:lnTo>
                      <a:pt x="208" y="238"/>
                    </a:lnTo>
                    <a:lnTo>
                      <a:pt x="204" y="238"/>
                    </a:lnTo>
                    <a:lnTo>
                      <a:pt x="200" y="238"/>
                    </a:lnTo>
                    <a:lnTo>
                      <a:pt x="204" y="238"/>
                    </a:lnTo>
                    <a:lnTo>
                      <a:pt x="208" y="238"/>
                    </a:lnTo>
                    <a:lnTo>
                      <a:pt x="208" y="234"/>
                    </a:lnTo>
                    <a:lnTo>
                      <a:pt x="204" y="234"/>
                    </a:lnTo>
                    <a:lnTo>
                      <a:pt x="204" y="230"/>
                    </a:lnTo>
                    <a:lnTo>
                      <a:pt x="208" y="230"/>
                    </a:lnTo>
                    <a:lnTo>
                      <a:pt x="204" y="230"/>
                    </a:lnTo>
                    <a:lnTo>
                      <a:pt x="204" y="228"/>
                    </a:lnTo>
                    <a:lnTo>
                      <a:pt x="200" y="228"/>
                    </a:lnTo>
                    <a:lnTo>
                      <a:pt x="200" y="230"/>
                    </a:lnTo>
                    <a:lnTo>
                      <a:pt x="196" y="230"/>
                    </a:lnTo>
                    <a:lnTo>
                      <a:pt x="194" y="228"/>
                    </a:lnTo>
                    <a:lnTo>
                      <a:pt x="196" y="228"/>
                    </a:lnTo>
                    <a:lnTo>
                      <a:pt x="196" y="224"/>
                    </a:lnTo>
                    <a:lnTo>
                      <a:pt x="194" y="224"/>
                    </a:lnTo>
                    <a:lnTo>
                      <a:pt x="190" y="224"/>
                    </a:lnTo>
                    <a:lnTo>
                      <a:pt x="190" y="228"/>
                    </a:lnTo>
                    <a:lnTo>
                      <a:pt x="186" y="228"/>
                    </a:lnTo>
                    <a:lnTo>
                      <a:pt x="186" y="224"/>
                    </a:lnTo>
                    <a:lnTo>
                      <a:pt x="190" y="224"/>
                    </a:lnTo>
                    <a:lnTo>
                      <a:pt x="186" y="224"/>
                    </a:lnTo>
                    <a:lnTo>
                      <a:pt x="182" y="224"/>
                    </a:lnTo>
                    <a:lnTo>
                      <a:pt x="182" y="220"/>
                    </a:lnTo>
                    <a:lnTo>
                      <a:pt x="178" y="220"/>
                    </a:lnTo>
                    <a:lnTo>
                      <a:pt x="174" y="220"/>
                    </a:lnTo>
                    <a:lnTo>
                      <a:pt x="170" y="220"/>
                    </a:lnTo>
                    <a:lnTo>
                      <a:pt x="170" y="216"/>
                    </a:lnTo>
                    <a:lnTo>
                      <a:pt x="164" y="216"/>
                    </a:lnTo>
                    <a:lnTo>
                      <a:pt x="160" y="216"/>
                    </a:lnTo>
                    <a:lnTo>
                      <a:pt x="156" y="216"/>
                    </a:lnTo>
                    <a:lnTo>
                      <a:pt x="152" y="216"/>
                    </a:lnTo>
                    <a:lnTo>
                      <a:pt x="152" y="212"/>
                    </a:lnTo>
                    <a:lnTo>
                      <a:pt x="148" y="212"/>
                    </a:lnTo>
                    <a:lnTo>
                      <a:pt x="148" y="216"/>
                    </a:lnTo>
                    <a:lnTo>
                      <a:pt x="148" y="212"/>
                    </a:lnTo>
                    <a:lnTo>
                      <a:pt x="144" y="212"/>
                    </a:lnTo>
                    <a:lnTo>
                      <a:pt x="144" y="216"/>
                    </a:lnTo>
                    <a:lnTo>
                      <a:pt x="140" y="216"/>
                    </a:lnTo>
                    <a:lnTo>
                      <a:pt x="144" y="212"/>
                    </a:lnTo>
                    <a:lnTo>
                      <a:pt x="140" y="212"/>
                    </a:lnTo>
                    <a:lnTo>
                      <a:pt x="136" y="212"/>
                    </a:lnTo>
                    <a:lnTo>
                      <a:pt x="134" y="212"/>
                    </a:lnTo>
                    <a:lnTo>
                      <a:pt x="130" y="216"/>
                    </a:lnTo>
                    <a:lnTo>
                      <a:pt x="126" y="216"/>
                    </a:lnTo>
                    <a:lnTo>
                      <a:pt x="122" y="216"/>
                    </a:lnTo>
                    <a:lnTo>
                      <a:pt x="122" y="212"/>
                    </a:lnTo>
                    <a:lnTo>
                      <a:pt x="118" y="216"/>
                    </a:lnTo>
                    <a:lnTo>
                      <a:pt x="118" y="212"/>
                    </a:lnTo>
                    <a:lnTo>
                      <a:pt x="118" y="216"/>
                    </a:lnTo>
                    <a:lnTo>
                      <a:pt x="114" y="216"/>
                    </a:lnTo>
                    <a:lnTo>
                      <a:pt x="118" y="216"/>
                    </a:lnTo>
                    <a:lnTo>
                      <a:pt x="118" y="220"/>
                    </a:lnTo>
                    <a:lnTo>
                      <a:pt x="114" y="220"/>
                    </a:lnTo>
                    <a:lnTo>
                      <a:pt x="114" y="216"/>
                    </a:lnTo>
                    <a:lnTo>
                      <a:pt x="110" y="216"/>
                    </a:lnTo>
                    <a:lnTo>
                      <a:pt x="110" y="220"/>
                    </a:lnTo>
                    <a:lnTo>
                      <a:pt x="110" y="216"/>
                    </a:lnTo>
                    <a:lnTo>
                      <a:pt x="108" y="216"/>
                    </a:lnTo>
                    <a:lnTo>
                      <a:pt x="110" y="216"/>
                    </a:lnTo>
                    <a:lnTo>
                      <a:pt x="108" y="216"/>
                    </a:lnTo>
                    <a:lnTo>
                      <a:pt x="108" y="220"/>
                    </a:lnTo>
                    <a:lnTo>
                      <a:pt x="104" y="220"/>
                    </a:lnTo>
                    <a:lnTo>
                      <a:pt x="100" y="220"/>
                    </a:lnTo>
                    <a:lnTo>
                      <a:pt x="100" y="216"/>
                    </a:lnTo>
                    <a:lnTo>
                      <a:pt x="104" y="216"/>
                    </a:lnTo>
                    <a:lnTo>
                      <a:pt x="100" y="216"/>
                    </a:lnTo>
                    <a:lnTo>
                      <a:pt x="104" y="216"/>
                    </a:lnTo>
                    <a:lnTo>
                      <a:pt x="104" y="212"/>
                    </a:lnTo>
                    <a:lnTo>
                      <a:pt x="100" y="212"/>
                    </a:lnTo>
                    <a:lnTo>
                      <a:pt x="96" y="212"/>
                    </a:lnTo>
                    <a:lnTo>
                      <a:pt x="94" y="216"/>
                    </a:lnTo>
                    <a:lnTo>
                      <a:pt x="94" y="220"/>
                    </a:lnTo>
                    <a:lnTo>
                      <a:pt x="90" y="216"/>
                    </a:lnTo>
                    <a:lnTo>
                      <a:pt x="86" y="216"/>
                    </a:lnTo>
                    <a:lnTo>
                      <a:pt x="86" y="212"/>
                    </a:lnTo>
                    <a:lnTo>
                      <a:pt x="82" y="216"/>
                    </a:lnTo>
                    <a:lnTo>
                      <a:pt x="86" y="216"/>
                    </a:lnTo>
                    <a:lnTo>
                      <a:pt x="86" y="220"/>
                    </a:lnTo>
                    <a:lnTo>
                      <a:pt x="90" y="220"/>
                    </a:lnTo>
                    <a:lnTo>
                      <a:pt x="94" y="224"/>
                    </a:lnTo>
                    <a:lnTo>
                      <a:pt x="90" y="224"/>
                    </a:lnTo>
                    <a:lnTo>
                      <a:pt x="86" y="224"/>
                    </a:lnTo>
                    <a:lnTo>
                      <a:pt x="82" y="220"/>
                    </a:lnTo>
                    <a:lnTo>
                      <a:pt x="78" y="220"/>
                    </a:lnTo>
                    <a:lnTo>
                      <a:pt x="74" y="220"/>
                    </a:lnTo>
                    <a:lnTo>
                      <a:pt x="70" y="220"/>
                    </a:lnTo>
                    <a:lnTo>
                      <a:pt x="66" y="220"/>
                    </a:lnTo>
                    <a:lnTo>
                      <a:pt x="64" y="220"/>
                    </a:lnTo>
                    <a:lnTo>
                      <a:pt x="64" y="216"/>
                    </a:lnTo>
                    <a:lnTo>
                      <a:pt x="60" y="216"/>
                    </a:lnTo>
                    <a:lnTo>
                      <a:pt x="56" y="216"/>
                    </a:lnTo>
                    <a:lnTo>
                      <a:pt x="56" y="212"/>
                    </a:lnTo>
                    <a:lnTo>
                      <a:pt x="52" y="212"/>
                    </a:lnTo>
                    <a:lnTo>
                      <a:pt x="48" y="212"/>
                    </a:lnTo>
                    <a:lnTo>
                      <a:pt x="48" y="208"/>
                    </a:lnTo>
                    <a:lnTo>
                      <a:pt x="52" y="208"/>
                    </a:lnTo>
                    <a:lnTo>
                      <a:pt x="56" y="208"/>
                    </a:lnTo>
                    <a:lnTo>
                      <a:pt x="60" y="204"/>
                    </a:lnTo>
                    <a:lnTo>
                      <a:pt x="64" y="204"/>
                    </a:lnTo>
                    <a:lnTo>
                      <a:pt x="70" y="204"/>
                    </a:lnTo>
                    <a:lnTo>
                      <a:pt x="70" y="200"/>
                    </a:lnTo>
                    <a:lnTo>
                      <a:pt x="66" y="200"/>
                    </a:lnTo>
                    <a:lnTo>
                      <a:pt x="64" y="200"/>
                    </a:lnTo>
                    <a:lnTo>
                      <a:pt x="64" y="204"/>
                    </a:lnTo>
                    <a:lnTo>
                      <a:pt x="60" y="204"/>
                    </a:lnTo>
                    <a:lnTo>
                      <a:pt x="60" y="200"/>
                    </a:lnTo>
                    <a:lnTo>
                      <a:pt x="56" y="200"/>
                    </a:lnTo>
                    <a:lnTo>
                      <a:pt x="52" y="200"/>
                    </a:lnTo>
                    <a:lnTo>
                      <a:pt x="48" y="200"/>
                    </a:lnTo>
                    <a:lnTo>
                      <a:pt x="44" y="200"/>
                    </a:lnTo>
                    <a:lnTo>
                      <a:pt x="40" y="200"/>
                    </a:lnTo>
                    <a:lnTo>
                      <a:pt x="40" y="198"/>
                    </a:lnTo>
                    <a:lnTo>
                      <a:pt x="44" y="198"/>
                    </a:lnTo>
                    <a:lnTo>
                      <a:pt x="44" y="194"/>
                    </a:lnTo>
                    <a:lnTo>
                      <a:pt x="48" y="194"/>
                    </a:lnTo>
                    <a:lnTo>
                      <a:pt x="44" y="194"/>
                    </a:lnTo>
                    <a:lnTo>
                      <a:pt x="40" y="198"/>
                    </a:lnTo>
                    <a:lnTo>
                      <a:pt x="38" y="198"/>
                    </a:lnTo>
                    <a:lnTo>
                      <a:pt x="38" y="200"/>
                    </a:lnTo>
                    <a:lnTo>
                      <a:pt x="34" y="200"/>
                    </a:lnTo>
                    <a:lnTo>
                      <a:pt x="34" y="198"/>
                    </a:lnTo>
                    <a:lnTo>
                      <a:pt x="30" y="198"/>
                    </a:lnTo>
                    <a:lnTo>
                      <a:pt x="34" y="194"/>
                    </a:lnTo>
                    <a:lnTo>
                      <a:pt x="30" y="198"/>
                    </a:lnTo>
                    <a:lnTo>
                      <a:pt x="30" y="194"/>
                    </a:lnTo>
                    <a:lnTo>
                      <a:pt x="26" y="194"/>
                    </a:lnTo>
                    <a:lnTo>
                      <a:pt x="22" y="194"/>
                    </a:lnTo>
                    <a:lnTo>
                      <a:pt x="22" y="190"/>
                    </a:lnTo>
                    <a:lnTo>
                      <a:pt x="26" y="190"/>
                    </a:lnTo>
                    <a:lnTo>
                      <a:pt x="30" y="190"/>
                    </a:lnTo>
                    <a:lnTo>
                      <a:pt x="34" y="186"/>
                    </a:lnTo>
                    <a:lnTo>
                      <a:pt x="38" y="186"/>
                    </a:lnTo>
                    <a:lnTo>
                      <a:pt x="40" y="186"/>
                    </a:lnTo>
                    <a:lnTo>
                      <a:pt x="44" y="186"/>
                    </a:lnTo>
                    <a:lnTo>
                      <a:pt x="48" y="186"/>
                    </a:lnTo>
                    <a:lnTo>
                      <a:pt x="52" y="186"/>
                    </a:lnTo>
                    <a:lnTo>
                      <a:pt x="56" y="186"/>
                    </a:lnTo>
                    <a:lnTo>
                      <a:pt x="56" y="190"/>
                    </a:lnTo>
                    <a:lnTo>
                      <a:pt x="60" y="190"/>
                    </a:lnTo>
                    <a:lnTo>
                      <a:pt x="64" y="190"/>
                    </a:lnTo>
                    <a:lnTo>
                      <a:pt x="66" y="190"/>
                    </a:lnTo>
                    <a:lnTo>
                      <a:pt x="70" y="190"/>
                    </a:lnTo>
                    <a:lnTo>
                      <a:pt x="70" y="186"/>
                    </a:lnTo>
                    <a:lnTo>
                      <a:pt x="74" y="186"/>
                    </a:lnTo>
                    <a:lnTo>
                      <a:pt x="74" y="190"/>
                    </a:lnTo>
                    <a:lnTo>
                      <a:pt x="78" y="190"/>
                    </a:lnTo>
                    <a:lnTo>
                      <a:pt x="82" y="190"/>
                    </a:lnTo>
                    <a:lnTo>
                      <a:pt x="86" y="190"/>
                    </a:lnTo>
                    <a:lnTo>
                      <a:pt x="90" y="190"/>
                    </a:lnTo>
                    <a:lnTo>
                      <a:pt x="94" y="190"/>
                    </a:lnTo>
                    <a:lnTo>
                      <a:pt x="96" y="190"/>
                    </a:lnTo>
                    <a:lnTo>
                      <a:pt x="96" y="186"/>
                    </a:lnTo>
                    <a:lnTo>
                      <a:pt x="94" y="190"/>
                    </a:lnTo>
                    <a:lnTo>
                      <a:pt x="90" y="190"/>
                    </a:lnTo>
                    <a:lnTo>
                      <a:pt x="86" y="190"/>
                    </a:lnTo>
                    <a:lnTo>
                      <a:pt x="82" y="190"/>
                    </a:lnTo>
                    <a:lnTo>
                      <a:pt x="78" y="190"/>
                    </a:lnTo>
                    <a:lnTo>
                      <a:pt x="78" y="186"/>
                    </a:lnTo>
                    <a:lnTo>
                      <a:pt x="74" y="186"/>
                    </a:lnTo>
                    <a:lnTo>
                      <a:pt x="70" y="186"/>
                    </a:lnTo>
                    <a:lnTo>
                      <a:pt x="66" y="186"/>
                    </a:lnTo>
                    <a:lnTo>
                      <a:pt x="64" y="186"/>
                    </a:lnTo>
                    <a:lnTo>
                      <a:pt x="60" y="186"/>
                    </a:lnTo>
                    <a:lnTo>
                      <a:pt x="56" y="186"/>
                    </a:lnTo>
                    <a:lnTo>
                      <a:pt x="60" y="186"/>
                    </a:lnTo>
                    <a:lnTo>
                      <a:pt x="64" y="182"/>
                    </a:lnTo>
                    <a:lnTo>
                      <a:pt x="66" y="182"/>
                    </a:lnTo>
                    <a:lnTo>
                      <a:pt x="70" y="182"/>
                    </a:lnTo>
                    <a:lnTo>
                      <a:pt x="74" y="182"/>
                    </a:lnTo>
                    <a:lnTo>
                      <a:pt x="78" y="182"/>
                    </a:lnTo>
                    <a:lnTo>
                      <a:pt x="82" y="182"/>
                    </a:lnTo>
                    <a:lnTo>
                      <a:pt x="86" y="182"/>
                    </a:lnTo>
                    <a:lnTo>
                      <a:pt x="90" y="182"/>
                    </a:lnTo>
                    <a:lnTo>
                      <a:pt x="90" y="186"/>
                    </a:lnTo>
                    <a:lnTo>
                      <a:pt x="94" y="186"/>
                    </a:lnTo>
                    <a:lnTo>
                      <a:pt x="96" y="186"/>
                    </a:lnTo>
                    <a:lnTo>
                      <a:pt x="94" y="186"/>
                    </a:lnTo>
                    <a:lnTo>
                      <a:pt x="90" y="182"/>
                    </a:lnTo>
                    <a:lnTo>
                      <a:pt x="94" y="182"/>
                    </a:lnTo>
                    <a:lnTo>
                      <a:pt x="96" y="182"/>
                    </a:lnTo>
                    <a:lnTo>
                      <a:pt x="96" y="178"/>
                    </a:lnTo>
                    <a:lnTo>
                      <a:pt x="96" y="174"/>
                    </a:lnTo>
                    <a:lnTo>
                      <a:pt x="94" y="174"/>
                    </a:lnTo>
                    <a:lnTo>
                      <a:pt x="90" y="174"/>
                    </a:lnTo>
                    <a:lnTo>
                      <a:pt x="86" y="174"/>
                    </a:lnTo>
                    <a:lnTo>
                      <a:pt x="82" y="174"/>
                    </a:lnTo>
                    <a:lnTo>
                      <a:pt x="82" y="178"/>
                    </a:lnTo>
                    <a:lnTo>
                      <a:pt x="78" y="178"/>
                    </a:lnTo>
                    <a:lnTo>
                      <a:pt x="74" y="178"/>
                    </a:lnTo>
                    <a:lnTo>
                      <a:pt x="70" y="178"/>
                    </a:lnTo>
                    <a:lnTo>
                      <a:pt x="66" y="178"/>
                    </a:lnTo>
                    <a:lnTo>
                      <a:pt x="64" y="178"/>
                    </a:lnTo>
                    <a:lnTo>
                      <a:pt x="66" y="178"/>
                    </a:lnTo>
                    <a:lnTo>
                      <a:pt x="64" y="178"/>
                    </a:lnTo>
                    <a:lnTo>
                      <a:pt x="64" y="174"/>
                    </a:lnTo>
                    <a:lnTo>
                      <a:pt x="60" y="174"/>
                    </a:lnTo>
                    <a:lnTo>
                      <a:pt x="60" y="178"/>
                    </a:lnTo>
                    <a:lnTo>
                      <a:pt x="64" y="178"/>
                    </a:lnTo>
                    <a:lnTo>
                      <a:pt x="60" y="178"/>
                    </a:lnTo>
                    <a:lnTo>
                      <a:pt x="56" y="178"/>
                    </a:lnTo>
                    <a:lnTo>
                      <a:pt x="56" y="182"/>
                    </a:lnTo>
                    <a:lnTo>
                      <a:pt x="52" y="182"/>
                    </a:lnTo>
                    <a:lnTo>
                      <a:pt x="52" y="178"/>
                    </a:lnTo>
                    <a:lnTo>
                      <a:pt x="48" y="178"/>
                    </a:lnTo>
                    <a:lnTo>
                      <a:pt x="44" y="178"/>
                    </a:lnTo>
                    <a:lnTo>
                      <a:pt x="40" y="178"/>
                    </a:lnTo>
                    <a:lnTo>
                      <a:pt x="38" y="178"/>
                    </a:lnTo>
                    <a:lnTo>
                      <a:pt x="40" y="174"/>
                    </a:lnTo>
                    <a:lnTo>
                      <a:pt x="44" y="174"/>
                    </a:lnTo>
                    <a:lnTo>
                      <a:pt x="48" y="174"/>
                    </a:lnTo>
                    <a:lnTo>
                      <a:pt x="48" y="172"/>
                    </a:lnTo>
                    <a:lnTo>
                      <a:pt x="48" y="174"/>
                    </a:lnTo>
                    <a:lnTo>
                      <a:pt x="44" y="174"/>
                    </a:lnTo>
                    <a:lnTo>
                      <a:pt x="40" y="174"/>
                    </a:lnTo>
                    <a:lnTo>
                      <a:pt x="38" y="174"/>
                    </a:lnTo>
                    <a:lnTo>
                      <a:pt x="34" y="174"/>
                    </a:lnTo>
                    <a:lnTo>
                      <a:pt x="34" y="172"/>
                    </a:lnTo>
                    <a:lnTo>
                      <a:pt x="38" y="172"/>
                    </a:lnTo>
                    <a:lnTo>
                      <a:pt x="40" y="172"/>
                    </a:lnTo>
                    <a:lnTo>
                      <a:pt x="38" y="172"/>
                    </a:lnTo>
                    <a:lnTo>
                      <a:pt x="34" y="172"/>
                    </a:lnTo>
                    <a:lnTo>
                      <a:pt x="30" y="172"/>
                    </a:lnTo>
                    <a:lnTo>
                      <a:pt x="26" y="172"/>
                    </a:lnTo>
                    <a:lnTo>
                      <a:pt x="22" y="172"/>
                    </a:lnTo>
                    <a:lnTo>
                      <a:pt x="26" y="172"/>
                    </a:lnTo>
                    <a:lnTo>
                      <a:pt x="26" y="168"/>
                    </a:lnTo>
                    <a:lnTo>
                      <a:pt x="22" y="168"/>
                    </a:lnTo>
                    <a:lnTo>
                      <a:pt x="22" y="172"/>
                    </a:lnTo>
                    <a:lnTo>
                      <a:pt x="18" y="172"/>
                    </a:lnTo>
                    <a:lnTo>
                      <a:pt x="18" y="168"/>
                    </a:lnTo>
                    <a:lnTo>
                      <a:pt x="14" y="168"/>
                    </a:lnTo>
                    <a:lnTo>
                      <a:pt x="10" y="168"/>
                    </a:lnTo>
                    <a:lnTo>
                      <a:pt x="8" y="164"/>
                    </a:lnTo>
                    <a:lnTo>
                      <a:pt x="10" y="164"/>
                    </a:lnTo>
                    <a:lnTo>
                      <a:pt x="8" y="164"/>
                    </a:lnTo>
                    <a:lnTo>
                      <a:pt x="4" y="164"/>
                    </a:lnTo>
                    <a:lnTo>
                      <a:pt x="0" y="160"/>
                    </a:lnTo>
                    <a:lnTo>
                      <a:pt x="4" y="160"/>
                    </a:lnTo>
                    <a:lnTo>
                      <a:pt x="4" y="158"/>
                    </a:lnTo>
                    <a:lnTo>
                      <a:pt x="8" y="158"/>
                    </a:lnTo>
                    <a:lnTo>
                      <a:pt x="4" y="158"/>
                    </a:lnTo>
                    <a:lnTo>
                      <a:pt x="4" y="154"/>
                    </a:lnTo>
                    <a:lnTo>
                      <a:pt x="8" y="154"/>
                    </a:lnTo>
                    <a:lnTo>
                      <a:pt x="4" y="154"/>
                    </a:lnTo>
                    <a:lnTo>
                      <a:pt x="8" y="150"/>
                    </a:lnTo>
                    <a:lnTo>
                      <a:pt x="10" y="150"/>
                    </a:lnTo>
                    <a:lnTo>
                      <a:pt x="14" y="150"/>
                    </a:lnTo>
                    <a:lnTo>
                      <a:pt x="18" y="150"/>
                    </a:lnTo>
                    <a:lnTo>
                      <a:pt x="22" y="150"/>
                    </a:lnTo>
                    <a:lnTo>
                      <a:pt x="26" y="150"/>
                    </a:lnTo>
                    <a:lnTo>
                      <a:pt x="30" y="150"/>
                    </a:lnTo>
                    <a:lnTo>
                      <a:pt x="30" y="146"/>
                    </a:lnTo>
                    <a:lnTo>
                      <a:pt x="34" y="146"/>
                    </a:lnTo>
                    <a:lnTo>
                      <a:pt x="38" y="146"/>
                    </a:lnTo>
                    <a:lnTo>
                      <a:pt x="40" y="146"/>
                    </a:lnTo>
                    <a:lnTo>
                      <a:pt x="44" y="146"/>
                    </a:lnTo>
                    <a:lnTo>
                      <a:pt x="40" y="146"/>
                    </a:lnTo>
                    <a:lnTo>
                      <a:pt x="40" y="142"/>
                    </a:lnTo>
                    <a:lnTo>
                      <a:pt x="44" y="142"/>
                    </a:lnTo>
                    <a:lnTo>
                      <a:pt x="48" y="142"/>
                    </a:lnTo>
                    <a:lnTo>
                      <a:pt x="52" y="142"/>
                    </a:lnTo>
                    <a:lnTo>
                      <a:pt x="56" y="142"/>
                    </a:lnTo>
                    <a:lnTo>
                      <a:pt x="60" y="142"/>
                    </a:lnTo>
                    <a:lnTo>
                      <a:pt x="56" y="142"/>
                    </a:lnTo>
                    <a:lnTo>
                      <a:pt x="56" y="138"/>
                    </a:lnTo>
                    <a:lnTo>
                      <a:pt x="60" y="138"/>
                    </a:lnTo>
                    <a:lnTo>
                      <a:pt x="66" y="134"/>
                    </a:lnTo>
                    <a:lnTo>
                      <a:pt x="70" y="134"/>
                    </a:lnTo>
                    <a:lnTo>
                      <a:pt x="74" y="138"/>
                    </a:lnTo>
                    <a:lnTo>
                      <a:pt x="74" y="134"/>
                    </a:lnTo>
                    <a:lnTo>
                      <a:pt x="78" y="134"/>
                    </a:lnTo>
                    <a:lnTo>
                      <a:pt x="82" y="134"/>
                    </a:lnTo>
                    <a:lnTo>
                      <a:pt x="86" y="134"/>
                    </a:lnTo>
                    <a:lnTo>
                      <a:pt x="90" y="134"/>
                    </a:lnTo>
                    <a:lnTo>
                      <a:pt x="94" y="134"/>
                    </a:lnTo>
                    <a:lnTo>
                      <a:pt x="96" y="134"/>
                    </a:lnTo>
                    <a:lnTo>
                      <a:pt x="100" y="134"/>
                    </a:lnTo>
                    <a:lnTo>
                      <a:pt x="104" y="130"/>
                    </a:lnTo>
                    <a:lnTo>
                      <a:pt x="108" y="128"/>
                    </a:lnTo>
                    <a:lnTo>
                      <a:pt x="110" y="128"/>
                    </a:lnTo>
                    <a:lnTo>
                      <a:pt x="110" y="124"/>
                    </a:lnTo>
                    <a:lnTo>
                      <a:pt x="114" y="124"/>
                    </a:lnTo>
                    <a:lnTo>
                      <a:pt x="114" y="120"/>
                    </a:lnTo>
                    <a:lnTo>
                      <a:pt x="110" y="120"/>
                    </a:lnTo>
                    <a:lnTo>
                      <a:pt x="110" y="116"/>
                    </a:lnTo>
                    <a:lnTo>
                      <a:pt x="110" y="112"/>
                    </a:lnTo>
                    <a:lnTo>
                      <a:pt x="110" y="108"/>
                    </a:lnTo>
                    <a:lnTo>
                      <a:pt x="114" y="108"/>
                    </a:lnTo>
                    <a:lnTo>
                      <a:pt x="122" y="108"/>
                    </a:lnTo>
                    <a:lnTo>
                      <a:pt x="122" y="104"/>
                    </a:lnTo>
                    <a:lnTo>
                      <a:pt x="126" y="104"/>
                    </a:lnTo>
                    <a:lnTo>
                      <a:pt x="130" y="104"/>
                    </a:lnTo>
                    <a:lnTo>
                      <a:pt x="126" y="104"/>
                    </a:lnTo>
                    <a:lnTo>
                      <a:pt x="122" y="104"/>
                    </a:lnTo>
                    <a:lnTo>
                      <a:pt x="122" y="100"/>
                    </a:lnTo>
                    <a:lnTo>
                      <a:pt x="122" y="104"/>
                    </a:lnTo>
                    <a:lnTo>
                      <a:pt x="118" y="104"/>
                    </a:lnTo>
                    <a:lnTo>
                      <a:pt x="114" y="104"/>
                    </a:lnTo>
                    <a:lnTo>
                      <a:pt x="114" y="108"/>
                    </a:lnTo>
                    <a:lnTo>
                      <a:pt x="110" y="108"/>
                    </a:lnTo>
                    <a:lnTo>
                      <a:pt x="110" y="104"/>
                    </a:lnTo>
                    <a:lnTo>
                      <a:pt x="108" y="104"/>
                    </a:lnTo>
                    <a:lnTo>
                      <a:pt x="108" y="108"/>
                    </a:lnTo>
                    <a:lnTo>
                      <a:pt x="104" y="108"/>
                    </a:lnTo>
                    <a:lnTo>
                      <a:pt x="100" y="108"/>
                    </a:lnTo>
                    <a:lnTo>
                      <a:pt x="96" y="108"/>
                    </a:lnTo>
                    <a:lnTo>
                      <a:pt x="96" y="104"/>
                    </a:lnTo>
                    <a:lnTo>
                      <a:pt x="94" y="104"/>
                    </a:lnTo>
                    <a:lnTo>
                      <a:pt x="90" y="104"/>
                    </a:lnTo>
                    <a:lnTo>
                      <a:pt x="90" y="108"/>
                    </a:lnTo>
                    <a:lnTo>
                      <a:pt x="86" y="108"/>
                    </a:lnTo>
                    <a:lnTo>
                      <a:pt x="82" y="108"/>
                    </a:lnTo>
                    <a:lnTo>
                      <a:pt x="82" y="104"/>
                    </a:lnTo>
                    <a:lnTo>
                      <a:pt x="78" y="104"/>
                    </a:lnTo>
                    <a:lnTo>
                      <a:pt x="78" y="100"/>
                    </a:lnTo>
                    <a:lnTo>
                      <a:pt x="78" y="98"/>
                    </a:lnTo>
                    <a:lnTo>
                      <a:pt x="82" y="98"/>
                    </a:lnTo>
                    <a:lnTo>
                      <a:pt x="86" y="98"/>
                    </a:lnTo>
                    <a:lnTo>
                      <a:pt x="90" y="94"/>
                    </a:lnTo>
                    <a:lnTo>
                      <a:pt x="94" y="94"/>
                    </a:lnTo>
                    <a:lnTo>
                      <a:pt x="94" y="90"/>
                    </a:lnTo>
                    <a:lnTo>
                      <a:pt x="96" y="90"/>
                    </a:lnTo>
                    <a:lnTo>
                      <a:pt x="100" y="90"/>
                    </a:lnTo>
                    <a:lnTo>
                      <a:pt x="104" y="90"/>
                    </a:lnTo>
                    <a:lnTo>
                      <a:pt x="104" y="86"/>
                    </a:lnTo>
                    <a:lnTo>
                      <a:pt x="108" y="86"/>
                    </a:lnTo>
                    <a:lnTo>
                      <a:pt x="110" y="86"/>
                    </a:lnTo>
                    <a:lnTo>
                      <a:pt x="110" y="82"/>
                    </a:lnTo>
                    <a:lnTo>
                      <a:pt x="114" y="82"/>
                    </a:lnTo>
                    <a:lnTo>
                      <a:pt x="114" y="78"/>
                    </a:lnTo>
                    <a:lnTo>
                      <a:pt x="118" y="78"/>
                    </a:lnTo>
                    <a:lnTo>
                      <a:pt x="122" y="78"/>
                    </a:lnTo>
                    <a:lnTo>
                      <a:pt x="126" y="78"/>
                    </a:lnTo>
                    <a:lnTo>
                      <a:pt x="130" y="78"/>
                    </a:lnTo>
                    <a:lnTo>
                      <a:pt x="130" y="74"/>
                    </a:lnTo>
                    <a:lnTo>
                      <a:pt x="134" y="74"/>
                    </a:lnTo>
                    <a:lnTo>
                      <a:pt x="134" y="78"/>
                    </a:lnTo>
                    <a:lnTo>
                      <a:pt x="136" y="82"/>
                    </a:lnTo>
                    <a:lnTo>
                      <a:pt x="140" y="86"/>
                    </a:lnTo>
                    <a:lnTo>
                      <a:pt x="144" y="86"/>
                    </a:lnTo>
                    <a:lnTo>
                      <a:pt x="140" y="86"/>
                    </a:lnTo>
                    <a:lnTo>
                      <a:pt x="140" y="82"/>
                    </a:lnTo>
                    <a:lnTo>
                      <a:pt x="136" y="82"/>
                    </a:lnTo>
                    <a:lnTo>
                      <a:pt x="136" y="78"/>
                    </a:lnTo>
                    <a:lnTo>
                      <a:pt x="136" y="74"/>
                    </a:lnTo>
                    <a:lnTo>
                      <a:pt x="140" y="72"/>
                    </a:lnTo>
                    <a:lnTo>
                      <a:pt x="144" y="72"/>
                    </a:lnTo>
                    <a:lnTo>
                      <a:pt x="144" y="74"/>
                    </a:lnTo>
                    <a:lnTo>
                      <a:pt x="148" y="74"/>
                    </a:lnTo>
                    <a:lnTo>
                      <a:pt x="152" y="74"/>
                    </a:lnTo>
                    <a:lnTo>
                      <a:pt x="156" y="74"/>
                    </a:lnTo>
                    <a:lnTo>
                      <a:pt x="160" y="78"/>
                    </a:lnTo>
                    <a:lnTo>
                      <a:pt x="164" y="78"/>
                    </a:lnTo>
                    <a:lnTo>
                      <a:pt x="164" y="74"/>
                    </a:lnTo>
                    <a:lnTo>
                      <a:pt x="166" y="74"/>
                    </a:lnTo>
                    <a:lnTo>
                      <a:pt x="170" y="74"/>
                    </a:lnTo>
                    <a:lnTo>
                      <a:pt x="166" y="74"/>
                    </a:lnTo>
                    <a:lnTo>
                      <a:pt x="166" y="72"/>
                    </a:lnTo>
                    <a:lnTo>
                      <a:pt x="164" y="68"/>
                    </a:lnTo>
                    <a:lnTo>
                      <a:pt x="166" y="68"/>
                    </a:lnTo>
                    <a:lnTo>
                      <a:pt x="170" y="68"/>
                    </a:lnTo>
                    <a:lnTo>
                      <a:pt x="170" y="64"/>
                    </a:lnTo>
                    <a:lnTo>
                      <a:pt x="166" y="64"/>
                    </a:lnTo>
                    <a:lnTo>
                      <a:pt x="166" y="60"/>
                    </a:lnTo>
                    <a:lnTo>
                      <a:pt x="164" y="60"/>
                    </a:lnTo>
                    <a:lnTo>
                      <a:pt x="164" y="56"/>
                    </a:lnTo>
                    <a:lnTo>
                      <a:pt x="166" y="56"/>
                    </a:lnTo>
                    <a:lnTo>
                      <a:pt x="170" y="52"/>
                    </a:lnTo>
                    <a:lnTo>
                      <a:pt x="174" y="52"/>
                    </a:lnTo>
                    <a:lnTo>
                      <a:pt x="178" y="52"/>
                    </a:lnTo>
                    <a:lnTo>
                      <a:pt x="182" y="52"/>
                    </a:lnTo>
                    <a:lnTo>
                      <a:pt x="186" y="52"/>
                    </a:lnTo>
                    <a:lnTo>
                      <a:pt x="190" y="52"/>
                    </a:lnTo>
                    <a:lnTo>
                      <a:pt x="194" y="52"/>
                    </a:lnTo>
                    <a:lnTo>
                      <a:pt x="196" y="52"/>
                    </a:lnTo>
                    <a:lnTo>
                      <a:pt x="200" y="52"/>
                    </a:lnTo>
                    <a:lnTo>
                      <a:pt x="200" y="56"/>
                    </a:lnTo>
                    <a:lnTo>
                      <a:pt x="200" y="60"/>
                    </a:lnTo>
                    <a:lnTo>
                      <a:pt x="204" y="60"/>
                    </a:lnTo>
                    <a:lnTo>
                      <a:pt x="212" y="60"/>
                    </a:lnTo>
                    <a:lnTo>
                      <a:pt x="212" y="64"/>
                    </a:lnTo>
                    <a:lnTo>
                      <a:pt x="216" y="64"/>
                    </a:lnTo>
                    <a:lnTo>
                      <a:pt x="216" y="60"/>
                    </a:lnTo>
                    <a:lnTo>
                      <a:pt x="216" y="64"/>
                    </a:lnTo>
                    <a:lnTo>
                      <a:pt x="220" y="64"/>
                    </a:lnTo>
                    <a:lnTo>
                      <a:pt x="222" y="64"/>
                    </a:lnTo>
                    <a:lnTo>
                      <a:pt x="222" y="68"/>
                    </a:lnTo>
                    <a:lnTo>
                      <a:pt x="226" y="68"/>
                    </a:lnTo>
                    <a:lnTo>
                      <a:pt x="230" y="68"/>
                    </a:lnTo>
                    <a:lnTo>
                      <a:pt x="230" y="72"/>
                    </a:lnTo>
                    <a:lnTo>
                      <a:pt x="234" y="72"/>
                    </a:lnTo>
                    <a:lnTo>
                      <a:pt x="234" y="68"/>
                    </a:lnTo>
                    <a:lnTo>
                      <a:pt x="230" y="68"/>
                    </a:lnTo>
                    <a:lnTo>
                      <a:pt x="226" y="68"/>
                    </a:lnTo>
                    <a:lnTo>
                      <a:pt x="222" y="68"/>
                    </a:lnTo>
                    <a:lnTo>
                      <a:pt x="222" y="64"/>
                    </a:lnTo>
                    <a:lnTo>
                      <a:pt x="220" y="64"/>
                    </a:lnTo>
                    <a:lnTo>
                      <a:pt x="216" y="60"/>
                    </a:lnTo>
                    <a:lnTo>
                      <a:pt x="212" y="60"/>
                    </a:lnTo>
                    <a:lnTo>
                      <a:pt x="208" y="60"/>
                    </a:lnTo>
                    <a:lnTo>
                      <a:pt x="208" y="56"/>
                    </a:lnTo>
                    <a:lnTo>
                      <a:pt x="204" y="52"/>
                    </a:lnTo>
                    <a:lnTo>
                      <a:pt x="200" y="52"/>
                    </a:lnTo>
                    <a:lnTo>
                      <a:pt x="196" y="52"/>
                    </a:lnTo>
                    <a:lnTo>
                      <a:pt x="194" y="52"/>
                    </a:lnTo>
                    <a:lnTo>
                      <a:pt x="194" y="48"/>
                    </a:lnTo>
                    <a:lnTo>
                      <a:pt x="190" y="48"/>
                    </a:lnTo>
                    <a:lnTo>
                      <a:pt x="194" y="48"/>
                    </a:lnTo>
                    <a:lnTo>
                      <a:pt x="196" y="48"/>
                    </a:lnTo>
                    <a:lnTo>
                      <a:pt x="200" y="44"/>
                    </a:lnTo>
                    <a:lnTo>
                      <a:pt x="204" y="44"/>
                    </a:lnTo>
                    <a:lnTo>
                      <a:pt x="208" y="44"/>
                    </a:lnTo>
                    <a:lnTo>
                      <a:pt x="212" y="44"/>
                    </a:lnTo>
                    <a:lnTo>
                      <a:pt x="216" y="44"/>
                    </a:lnTo>
                    <a:lnTo>
                      <a:pt x="220" y="44"/>
                    </a:lnTo>
                    <a:lnTo>
                      <a:pt x="222" y="44"/>
                    </a:lnTo>
                    <a:lnTo>
                      <a:pt x="226" y="44"/>
                    </a:lnTo>
                    <a:lnTo>
                      <a:pt x="230" y="42"/>
                    </a:lnTo>
                    <a:lnTo>
                      <a:pt x="234" y="42"/>
                    </a:lnTo>
                    <a:lnTo>
                      <a:pt x="234" y="44"/>
                    </a:lnTo>
                    <a:lnTo>
                      <a:pt x="238" y="44"/>
                    </a:lnTo>
                    <a:lnTo>
                      <a:pt x="238" y="42"/>
                    </a:lnTo>
                    <a:lnTo>
                      <a:pt x="242" y="42"/>
                    </a:lnTo>
                    <a:lnTo>
                      <a:pt x="246" y="42"/>
                    </a:lnTo>
                    <a:lnTo>
                      <a:pt x="250" y="42"/>
                    </a:lnTo>
                    <a:lnTo>
                      <a:pt x="250" y="44"/>
                    </a:lnTo>
                    <a:lnTo>
                      <a:pt x="252" y="44"/>
                    </a:lnTo>
                    <a:lnTo>
                      <a:pt x="252" y="42"/>
                    </a:lnTo>
                    <a:lnTo>
                      <a:pt x="250" y="42"/>
                    </a:lnTo>
                    <a:lnTo>
                      <a:pt x="246" y="42"/>
                    </a:lnTo>
                    <a:lnTo>
                      <a:pt x="252" y="42"/>
                    </a:lnTo>
                    <a:lnTo>
                      <a:pt x="256" y="38"/>
                    </a:lnTo>
                    <a:lnTo>
                      <a:pt x="260" y="38"/>
                    </a:lnTo>
                    <a:lnTo>
                      <a:pt x="264" y="38"/>
                    </a:lnTo>
                    <a:lnTo>
                      <a:pt x="268" y="42"/>
                    </a:lnTo>
                    <a:lnTo>
                      <a:pt x="272" y="42"/>
                    </a:lnTo>
                    <a:lnTo>
                      <a:pt x="276" y="44"/>
                    </a:lnTo>
                    <a:lnTo>
                      <a:pt x="276" y="52"/>
                    </a:lnTo>
                    <a:lnTo>
                      <a:pt x="276" y="56"/>
                    </a:lnTo>
                    <a:lnTo>
                      <a:pt x="272" y="56"/>
                    </a:lnTo>
                    <a:lnTo>
                      <a:pt x="272" y="60"/>
                    </a:lnTo>
                    <a:lnTo>
                      <a:pt x="272" y="64"/>
                    </a:lnTo>
                    <a:lnTo>
                      <a:pt x="276" y="64"/>
                    </a:lnTo>
                    <a:lnTo>
                      <a:pt x="276" y="60"/>
                    </a:lnTo>
                    <a:lnTo>
                      <a:pt x="278" y="56"/>
                    </a:lnTo>
                    <a:lnTo>
                      <a:pt x="282" y="56"/>
                    </a:lnTo>
                    <a:lnTo>
                      <a:pt x="282" y="52"/>
                    </a:lnTo>
                    <a:lnTo>
                      <a:pt x="282" y="48"/>
                    </a:lnTo>
                    <a:lnTo>
                      <a:pt x="286" y="48"/>
                    </a:lnTo>
                    <a:lnTo>
                      <a:pt x="290" y="48"/>
                    </a:lnTo>
                    <a:lnTo>
                      <a:pt x="298" y="52"/>
                    </a:lnTo>
                    <a:lnTo>
                      <a:pt x="302" y="52"/>
                    </a:lnTo>
                    <a:lnTo>
                      <a:pt x="306" y="52"/>
                    </a:lnTo>
                    <a:lnTo>
                      <a:pt x="308" y="52"/>
                    </a:lnTo>
                    <a:lnTo>
                      <a:pt x="312" y="56"/>
                    </a:lnTo>
                    <a:lnTo>
                      <a:pt x="316" y="56"/>
                    </a:lnTo>
                    <a:lnTo>
                      <a:pt x="320" y="56"/>
                    </a:lnTo>
                    <a:lnTo>
                      <a:pt x="320" y="60"/>
                    </a:lnTo>
                    <a:lnTo>
                      <a:pt x="324" y="60"/>
                    </a:lnTo>
                    <a:lnTo>
                      <a:pt x="328" y="60"/>
                    </a:lnTo>
                    <a:lnTo>
                      <a:pt x="332" y="60"/>
                    </a:lnTo>
                    <a:lnTo>
                      <a:pt x="328" y="60"/>
                    </a:lnTo>
                    <a:lnTo>
                      <a:pt x="324" y="56"/>
                    </a:lnTo>
                    <a:lnTo>
                      <a:pt x="320" y="56"/>
                    </a:lnTo>
                    <a:lnTo>
                      <a:pt x="316" y="56"/>
                    </a:lnTo>
                    <a:lnTo>
                      <a:pt x="316" y="52"/>
                    </a:lnTo>
                    <a:lnTo>
                      <a:pt x="312" y="52"/>
                    </a:lnTo>
                    <a:lnTo>
                      <a:pt x="308" y="52"/>
                    </a:lnTo>
                    <a:lnTo>
                      <a:pt x="312" y="52"/>
                    </a:lnTo>
                    <a:lnTo>
                      <a:pt x="316" y="52"/>
                    </a:lnTo>
                    <a:lnTo>
                      <a:pt x="320" y="52"/>
                    </a:lnTo>
                    <a:lnTo>
                      <a:pt x="324" y="52"/>
                    </a:lnTo>
                    <a:lnTo>
                      <a:pt x="328" y="52"/>
                    </a:lnTo>
                    <a:lnTo>
                      <a:pt x="332" y="52"/>
                    </a:lnTo>
                    <a:lnTo>
                      <a:pt x="328" y="48"/>
                    </a:lnTo>
                    <a:lnTo>
                      <a:pt x="324" y="48"/>
                    </a:lnTo>
                    <a:lnTo>
                      <a:pt x="320" y="48"/>
                    </a:lnTo>
                    <a:lnTo>
                      <a:pt x="320" y="44"/>
                    </a:lnTo>
                    <a:lnTo>
                      <a:pt x="316" y="44"/>
                    </a:lnTo>
                    <a:lnTo>
                      <a:pt x="312" y="44"/>
                    </a:lnTo>
                    <a:lnTo>
                      <a:pt x="312" y="42"/>
                    </a:lnTo>
                    <a:lnTo>
                      <a:pt x="312" y="38"/>
                    </a:lnTo>
                    <a:lnTo>
                      <a:pt x="308" y="38"/>
                    </a:lnTo>
                    <a:lnTo>
                      <a:pt x="308" y="34"/>
                    </a:lnTo>
                    <a:lnTo>
                      <a:pt x="312" y="34"/>
                    </a:lnTo>
                    <a:lnTo>
                      <a:pt x="316" y="34"/>
                    </a:lnTo>
                    <a:lnTo>
                      <a:pt x="320" y="34"/>
                    </a:lnTo>
                    <a:lnTo>
                      <a:pt x="324" y="34"/>
                    </a:lnTo>
                    <a:lnTo>
                      <a:pt x="328" y="34"/>
                    </a:lnTo>
                    <a:lnTo>
                      <a:pt x="332" y="34"/>
                    </a:lnTo>
                    <a:lnTo>
                      <a:pt x="334" y="34"/>
                    </a:lnTo>
                    <a:lnTo>
                      <a:pt x="338" y="34"/>
                    </a:lnTo>
                    <a:lnTo>
                      <a:pt x="338" y="38"/>
                    </a:lnTo>
                    <a:lnTo>
                      <a:pt x="342" y="38"/>
                    </a:lnTo>
                    <a:lnTo>
                      <a:pt x="346" y="38"/>
                    </a:lnTo>
                    <a:lnTo>
                      <a:pt x="346" y="42"/>
                    </a:lnTo>
                    <a:lnTo>
                      <a:pt x="350" y="42"/>
                    </a:lnTo>
                    <a:lnTo>
                      <a:pt x="354" y="42"/>
                    </a:lnTo>
                    <a:lnTo>
                      <a:pt x="358" y="42"/>
                    </a:lnTo>
                    <a:lnTo>
                      <a:pt x="362" y="42"/>
                    </a:lnTo>
                    <a:lnTo>
                      <a:pt x="362" y="44"/>
                    </a:lnTo>
                    <a:lnTo>
                      <a:pt x="364" y="44"/>
                    </a:lnTo>
                    <a:lnTo>
                      <a:pt x="368" y="44"/>
                    </a:lnTo>
                    <a:lnTo>
                      <a:pt x="372" y="44"/>
                    </a:lnTo>
                    <a:lnTo>
                      <a:pt x="376" y="44"/>
                    </a:lnTo>
                    <a:lnTo>
                      <a:pt x="376" y="48"/>
                    </a:lnTo>
                    <a:lnTo>
                      <a:pt x="380" y="48"/>
                    </a:lnTo>
                    <a:lnTo>
                      <a:pt x="384" y="48"/>
                    </a:lnTo>
                    <a:lnTo>
                      <a:pt x="384" y="52"/>
                    </a:lnTo>
                    <a:lnTo>
                      <a:pt x="380" y="52"/>
                    </a:lnTo>
                    <a:lnTo>
                      <a:pt x="384" y="52"/>
                    </a:lnTo>
                    <a:lnTo>
                      <a:pt x="388" y="52"/>
                    </a:lnTo>
                    <a:lnTo>
                      <a:pt x="392" y="52"/>
                    </a:lnTo>
                    <a:lnTo>
                      <a:pt x="392" y="56"/>
                    </a:lnTo>
                    <a:lnTo>
                      <a:pt x="394" y="56"/>
                    </a:lnTo>
                    <a:lnTo>
                      <a:pt x="398" y="56"/>
                    </a:lnTo>
                    <a:lnTo>
                      <a:pt x="402" y="56"/>
                    </a:lnTo>
                    <a:lnTo>
                      <a:pt x="406" y="56"/>
                    </a:lnTo>
                    <a:lnTo>
                      <a:pt x="406" y="52"/>
                    </a:lnTo>
                    <a:lnTo>
                      <a:pt x="402" y="52"/>
                    </a:lnTo>
                    <a:lnTo>
                      <a:pt x="398" y="52"/>
                    </a:lnTo>
                    <a:lnTo>
                      <a:pt x="402" y="52"/>
                    </a:lnTo>
                    <a:lnTo>
                      <a:pt x="402" y="48"/>
                    </a:lnTo>
                    <a:lnTo>
                      <a:pt x="398" y="48"/>
                    </a:lnTo>
                    <a:lnTo>
                      <a:pt x="394" y="48"/>
                    </a:lnTo>
                    <a:lnTo>
                      <a:pt x="398" y="48"/>
                    </a:lnTo>
                    <a:lnTo>
                      <a:pt x="402" y="48"/>
                    </a:lnTo>
                    <a:lnTo>
                      <a:pt x="402" y="44"/>
                    </a:lnTo>
                    <a:lnTo>
                      <a:pt x="398" y="44"/>
                    </a:lnTo>
                    <a:lnTo>
                      <a:pt x="398" y="42"/>
                    </a:lnTo>
                    <a:lnTo>
                      <a:pt x="402" y="42"/>
                    </a:lnTo>
                    <a:lnTo>
                      <a:pt x="406" y="42"/>
                    </a:lnTo>
                    <a:lnTo>
                      <a:pt x="410" y="42"/>
                    </a:lnTo>
                    <a:lnTo>
                      <a:pt x="414" y="42"/>
                    </a:lnTo>
                    <a:lnTo>
                      <a:pt x="418" y="42"/>
                    </a:lnTo>
                    <a:lnTo>
                      <a:pt x="420" y="42"/>
                    </a:lnTo>
                    <a:lnTo>
                      <a:pt x="424" y="42"/>
                    </a:lnTo>
                    <a:lnTo>
                      <a:pt x="428" y="42"/>
                    </a:lnTo>
                    <a:lnTo>
                      <a:pt x="432" y="42"/>
                    </a:lnTo>
                    <a:lnTo>
                      <a:pt x="428" y="42"/>
                    </a:lnTo>
                    <a:lnTo>
                      <a:pt x="424" y="42"/>
                    </a:lnTo>
                    <a:lnTo>
                      <a:pt x="420" y="42"/>
                    </a:lnTo>
                    <a:lnTo>
                      <a:pt x="418" y="42"/>
                    </a:lnTo>
                    <a:lnTo>
                      <a:pt x="414" y="42"/>
                    </a:lnTo>
                    <a:lnTo>
                      <a:pt x="414" y="38"/>
                    </a:lnTo>
                    <a:lnTo>
                      <a:pt x="410" y="38"/>
                    </a:lnTo>
                    <a:lnTo>
                      <a:pt x="414" y="38"/>
                    </a:lnTo>
                    <a:lnTo>
                      <a:pt x="410" y="38"/>
                    </a:lnTo>
                    <a:lnTo>
                      <a:pt x="406" y="34"/>
                    </a:lnTo>
                    <a:lnTo>
                      <a:pt x="402" y="34"/>
                    </a:lnTo>
                    <a:lnTo>
                      <a:pt x="398" y="34"/>
                    </a:lnTo>
                    <a:lnTo>
                      <a:pt x="398" y="30"/>
                    </a:lnTo>
                    <a:lnTo>
                      <a:pt x="394" y="30"/>
                    </a:lnTo>
                    <a:lnTo>
                      <a:pt x="392" y="30"/>
                    </a:lnTo>
                    <a:lnTo>
                      <a:pt x="388" y="26"/>
                    </a:lnTo>
                    <a:lnTo>
                      <a:pt x="384" y="26"/>
                    </a:lnTo>
                    <a:lnTo>
                      <a:pt x="388" y="26"/>
                    </a:lnTo>
                    <a:lnTo>
                      <a:pt x="392" y="26"/>
                    </a:lnTo>
                    <a:lnTo>
                      <a:pt x="394" y="26"/>
                    </a:lnTo>
                    <a:lnTo>
                      <a:pt x="398" y="26"/>
                    </a:lnTo>
                    <a:lnTo>
                      <a:pt x="402" y="26"/>
                    </a:lnTo>
                    <a:lnTo>
                      <a:pt x="406" y="26"/>
                    </a:lnTo>
                    <a:lnTo>
                      <a:pt x="410" y="26"/>
                    </a:lnTo>
                    <a:lnTo>
                      <a:pt x="414" y="26"/>
                    </a:lnTo>
                    <a:lnTo>
                      <a:pt x="418" y="26"/>
                    </a:lnTo>
                    <a:lnTo>
                      <a:pt x="420" y="26"/>
                    </a:lnTo>
                    <a:lnTo>
                      <a:pt x="424" y="26"/>
                    </a:lnTo>
                    <a:lnTo>
                      <a:pt x="428" y="26"/>
                    </a:lnTo>
                    <a:lnTo>
                      <a:pt x="432" y="26"/>
                    </a:lnTo>
                    <a:lnTo>
                      <a:pt x="436" y="26"/>
                    </a:lnTo>
                    <a:lnTo>
                      <a:pt x="436" y="30"/>
                    </a:lnTo>
                    <a:lnTo>
                      <a:pt x="440" y="30"/>
                    </a:lnTo>
                    <a:lnTo>
                      <a:pt x="440" y="34"/>
                    </a:lnTo>
                    <a:lnTo>
                      <a:pt x="442" y="34"/>
                    </a:lnTo>
                    <a:lnTo>
                      <a:pt x="442" y="30"/>
                    </a:lnTo>
                    <a:lnTo>
                      <a:pt x="440" y="26"/>
                    </a:lnTo>
                    <a:lnTo>
                      <a:pt x="442" y="26"/>
                    </a:lnTo>
                    <a:lnTo>
                      <a:pt x="446" y="26"/>
                    </a:lnTo>
                    <a:lnTo>
                      <a:pt x="446" y="30"/>
                    </a:lnTo>
                    <a:lnTo>
                      <a:pt x="454" y="30"/>
                    </a:lnTo>
                    <a:lnTo>
                      <a:pt x="458" y="30"/>
                    </a:lnTo>
                    <a:lnTo>
                      <a:pt x="458" y="34"/>
                    </a:lnTo>
                    <a:lnTo>
                      <a:pt x="462" y="34"/>
                    </a:lnTo>
                    <a:lnTo>
                      <a:pt x="464" y="34"/>
                    </a:lnTo>
                    <a:lnTo>
                      <a:pt x="464" y="38"/>
                    </a:lnTo>
                    <a:lnTo>
                      <a:pt x="468" y="38"/>
                    </a:lnTo>
                    <a:lnTo>
                      <a:pt x="468" y="34"/>
                    </a:lnTo>
                    <a:lnTo>
                      <a:pt x="464" y="34"/>
                    </a:lnTo>
                    <a:lnTo>
                      <a:pt x="464" y="30"/>
                    </a:lnTo>
                    <a:lnTo>
                      <a:pt x="468" y="30"/>
                    </a:lnTo>
                    <a:lnTo>
                      <a:pt x="464" y="30"/>
                    </a:lnTo>
                    <a:lnTo>
                      <a:pt x="464" y="26"/>
                    </a:lnTo>
                    <a:lnTo>
                      <a:pt x="462" y="26"/>
                    </a:lnTo>
                    <a:lnTo>
                      <a:pt x="458" y="26"/>
                    </a:lnTo>
                    <a:lnTo>
                      <a:pt x="454" y="26"/>
                    </a:lnTo>
                    <a:lnTo>
                      <a:pt x="450" y="26"/>
                    </a:lnTo>
                    <a:lnTo>
                      <a:pt x="446" y="26"/>
                    </a:lnTo>
                    <a:lnTo>
                      <a:pt x="442" y="26"/>
                    </a:lnTo>
                    <a:lnTo>
                      <a:pt x="442" y="22"/>
                    </a:lnTo>
                    <a:lnTo>
                      <a:pt x="436" y="22"/>
                    </a:lnTo>
                    <a:lnTo>
                      <a:pt x="432" y="22"/>
                    </a:lnTo>
                    <a:lnTo>
                      <a:pt x="428" y="22"/>
                    </a:lnTo>
                    <a:lnTo>
                      <a:pt x="424" y="22"/>
                    </a:lnTo>
                    <a:lnTo>
                      <a:pt x="418" y="22"/>
                    </a:lnTo>
                    <a:lnTo>
                      <a:pt x="414" y="22"/>
                    </a:lnTo>
                    <a:lnTo>
                      <a:pt x="410" y="22"/>
                    </a:lnTo>
                    <a:lnTo>
                      <a:pt x="406" y="22"/>
                    </a:lnTo>
                    <a:lnTo>
                      <a:pt x="402" y="22"/>
                    </a:lnTo>
                    <a:lnTo>
                      <a:pt x="398" y="22"/>
                    </a:lnTo>
                    <a:lnTo>
                      <a:pt x="394" y="22"/>
                    </a:lnTo>
                    <a:lnTo>
                      <a:pt x="398" y="22"/>
                    </a:lnTo>
                    <a:lnTo>
                      <a:pt x="394" y="22"/>
                    </a:lnTo>
                    <a:lnTo>
                      <a:pt x="392" y="22"/>
                    </a:lnTo>
                    <a:lnTo>
                      <a:pt x="388" y="22"/>
                    </a:lnTo>
                    <a:lnTo>
                      <a:pt x="384" y="22"/>
                    </a:lnTo>
                    <a:lnTo>
                      <a:pt x="380" y="22"/>
                    </a:lnTo>
                    <a:lnTo>
                      <a:pt x="376" y="22"/>
                    </a:lnTo>
                    <a:lnTo>
                      <a:pt x="372" y="22"/>
                    </a:lnTo>
                    <a:lnTo>
                      <a:pt x="368" y="18"/>
                    </a:lnTo>
                    <a:lnTo>
                      <a:pt x="376" y="18"/>
                    </a:lnTo>
                    <a:lnTo>
                      <a:pt x="380" y="22"/>
                    </a:lnTo>
                    <a:lnTo>
                      <a:pt x="380" y="18"/>
                    </a:lnTo>
                    <a:lnTo>
                      <a:pt x="376" y="18"/>
                    </a:lnTo>
                    <a:lnTo>
                      <a:pt x="372" y="18"/>
                    </a:lnTo>
                    <a:lnTo>
                      <a:pt x="376" y="18"/>
                    </a:lnTo>
                    <a:lnTo>
                      <a:pt x="380" y="18"/>
                    </a:lnTo>
                    <a:lnTo>
                      <a:pt x="380" y="16"/>
                    </a:lnTo>
                    <a:lnTo>
                      <a:pt x="384" y="16"/>
                    </a:lnTo>
                    <a:lnTo>
                      <a:pt x="384" y="18"/>
                    </a:lnTo>
                    <a:lnTo>
                      <a:pt x="388" y="18"/>
                    </a:lnTo>
                    <a:lnTo>
                      <a:pt x="392" y="18"/>
                    </a:lnTo>
                    <a:lnTo>
                      <a:pt x="394" y="18"/>
                    </a:lnTo>
                    <a:lnTo>
                      <a:pt x="394" y="22"/>
                    </a:lnTo>
                    <a:lnTo>
                      <a:pt x="398" y="22"/>
                    </a:lnTo>
                    <a:lnTo>
                      <a:pt x="398" y="18"/>
                    </a:lnTo>
                    <a:lnTo>
                      <a:pt x="402" y="18"/>
                    </a:lnTo>
                    <a:lnTo>
                      <a:pt x="402" y="22"/>
                    </a:lnTo>
                    <a:lnTo>
                      <a:pt x="410" y="22"/>
                    </a:lnTo>
                    <a:lnTo>
                      <a:pt x="414" y="22"/>
                    </a:lnTo>
                    <a:lnTo>
                      <a:pt x="418" y="22"/>
                    </a:lnTo>
                    <a:lnTo>
                      <a:pt x="414" y="22"/>
                    </a:lnTo>
                    <a:lnTo>
                      <a:pt x="410" y="22"/>
                    </a:lnTo>
                    <a:lnTo>
                      <a:pt x="406" y="22"/>
                    </a:lnTo>
                    <a:lnTo>
                      <a:pt x="406" y="18"/>
                    </a:lnTo>
                    <a:lnTo>
                      <a:pt x="402" y="18"/>
                    </a:lnTo>
                    <a:lnTo>
                      <a:pt x="398" y="18"/>
                    </a:lnTo>
                    <a:lnTo>
                      <a:pt x="394" y="18"/>
                    </a:lnTo>
                    <a:lnTo>
                      <a:pt x="392" y="18"/>
                    </a:lnTo>
                    <a:lnTo>
                      <a:pt x="388" y="16"/>
                    </a:lnTo>
                    <a:lnTo>
                      <a:pt x="392" y="16"/>
                    </a:lnTo>
                    <a:lnTo>
                      <a:pt x="394" y="16"/>
                    </a:lnTo>
                    <a:lnTo>
                      <a:pt x="398" y="16"/>
                    </a:lnTo>
                    <a:lnTo>
                      <a:pt x="402" y="16"/>
                    </a:lnTo>
                    <a:lnTo>
                      <a:pt x="406" y="16"/>
                    </a:lnTo>
                    <a:lnTo>
                      <a:pt x="410" y="16"/>
                    </a:lnTo>
                    <a:lnTo>
                      <a:pt x="414" y="16"/>
                    </a:lnTo>
                    <a:lnTo>
                      <a:pt x="418" y="16"/>
                    </a:lnTo>
                    <a:lnTo>
                      <a:pt x="420" y="16"/>
                    </a:lnTo>
                    <a:lnTo>
                      <a:pt x="424" y="16"/>
                    </a:lnTo>
                    <a:lnTo>
                      <a:pt x="420" y="16"/>
                    </a:lnTo>
                    <a:lnTo>
                      <a:pt x="418" y="16"/>
                    </a:lnTo>
                    <a:lnTo>
                      <a:pt x="414" y="16"/>
                    </a:lnTo>
                    <a:lnTo>
                      <a:pt x="410" y="16"/>
                    </a:lnTo>
                    <a:lnTo>
                      <a:pt x="410" y="12"/>
                    </a:lnTo>
                    <a:lnTo>
                      <a:pt x="414" y="12"/>
                    </a:lnTo>
                    <a:lnTo>
                      <a:pt x="418" y="12"/>
                    </a:lnTo>
                    <a:lnTo>
                      <a:pt x="420" y="12"/>
                    </a:lnTo>
                    <a:lnTo>
                      <a:pt x="424" y="12"/>
                    </a:lnTo>
                    <a:lnTo>
                      <a:pt x="420" y="12"/>
                    </a:lnTo>
                    <a:lnTo>
                      <a:pt x="424" y="12"/>
                    </a:lnTo>
                    <a:lnTo>
                      <a:pt x="428" y="12"/>
                    </a:lnTo>
                    <a:lnTo>
                      <a:pt x="432" y="12"/>
                    </a:lnTo>
                    <a:lnTo>
                      <a:pt x="436" y="12"/>
                    </a:lnTo>
                    <a:lnTo>
                      <a:pt x="440" y="12"/>
                    </a:lnTo>
                    <a:lnTo>
                      <a:pt x="442" y="16"/>
                    </a:lnTo>
                    <a:lnTo>
                      <a:pt x="440" y="16"/>
                    </a:lnTo>
                    <a:lnTo>
                      <a:pt x="442" y="16"/>
                    </a:lnTo>
                    <a:lnTo>
                      <a:pt x="446" y="16"/>
                    </a:lnTo>
                    <a:lnTo>
                      <a:pt x="450" y="16"/>
                    </a:lnTo>
                    <a:lnTo>
                      <a:pt x="450" y="18"/>
                    </a:lnTo>
                    <a:lnTo>
                      <a:pt x="454" y="18"/>
                    </a:lnTo>
                    <a:lnTo>
                      <a:pt x="458" y="18"/>
                    </a:lnTo>
                    <a:lnTo>
                      <a:pt x="464" y="18"/>
                    </a:lnTo>
                    <a:lnTo>
                      <a:pt x="468" y="18"/>
                    </a:lnTo>
                    <a:lnTo>
                      <a:pt x="472" y="18"/>
                    </a:lnTo>
                    <a:lnTo>
                      <a:pt x="480" y="22"/>
                    </a:lnTo>
                    <a:lnTo>
                      <a:pt x="480" y="26"/>
                    </a:lnTo>
                    <a:lnTo>
                      <a:pt x="484" y="26"/>
                    </a:lnTo>
                    <a:lnTo>
                      <a:pt x="488" y="26"/>
                    </a:lnTo>
                    <a:lnTo>
                      <a:pt x="484" y="26"/>
                    </a:lnTo>
                    <a:lnTo>
                      <a:pt x="484" y="22"/>
                    </a:lnTo>
                    <a:lnTo>
                      <a:pt x="480" y="22"/>
                    </a:lnTo>
                    <a:lnTo>
                      <a:pt x="476" y="18"/>
                    </a:lnTo>
                    <a:lnTo>
                      <a:pt x="480" y="18"/>
                    </a:lnTo>
                    <a:lnTo>
                      <a:pt x="484" y="18"/>
                    </a:lnTo>
                    <a:lnTo>
                      <a:pt x="488" y="18"/>
                    </a:lnTo>
                    <a:lnTo>
                      <a:pt x="490" y="18"/>
                    </a:lnTo>
                    <a:lnTo>
                      <a:pt x="498" y="18"/>
                    </a:lnTo>
                    <a:lnTo>
                      <a:pt x="502" y="18"/>
                    </a:lnTo>
                    <a:lnTo>
                      <a:pt x="506" y="18"/>
                    </a:lnTo>
                    <a:lnTo>
                      <a:pt x="502" y="18"/>
                    </a:lnTo>
                    <a:lnTo>
                      <a:pt x="498" y="18"/>
                    </a:lnTo>
                    <a:lnTo>
                      <a:pt x="490" y="18"/>
                    </a:lnTo>
                    <a:lnTo>
                      <a:pt x="488" y="18"/>
                    </a:lnTo>
                    <a:lnTo>
                      <a:pt x="484" y="18"/>
                    </a:lnTo>
                    <a:lnTo>
                      <a:pt x="484" y="16"/>
                    </a:lnTo>
                    <a:lnTo>
                      <a:pt x="488" y="16"/>
                    </a:lnTo>
                    <a:lnTo>
                      <a:pt x="490" y="16"/>
                    </a:lnTo>
                    <a:lnTo>
                      <a:pt x="494" y="16"/>
                    </a:lnTo>
                    <a:lnTo>
                      <a:pt x="498" y="16"/>
                    </a:lnTo>
                    <a:lnTo>
                      <a:pt x="502" y="16"/>
                    </a:lnTo>
                    <a:lnTo>
                      <a:pt x="506" y="16"/>
                    </a:lnTo>
                    <a:lnTo>
                      <a:pt x="510" y="16"/>
                    </a:lnTo>
                    <a:lnTo>
                      <a:pt x="506" y="16"/>
                    </a:lnTo>
                    <a:lnTo>
                      <a:pt x="502" y="16"/>
                    </a:lnTo>
                    <a:lnTo>
                      <a:pt x="498" y="16"/>
                    </a:lnTo>
                    <a:lnTo>
                      <a:pt x="494" y="12"/>
                    </a:lnTo>
                    <a:lnTo>
                      <a:pt x="490" y="12"/>
                    </a:lnTo>
                    <a:lnTo>
                      <a:pt x="488" y="12"/>
                    </a:lnTo>
                    <a:lnTo>
                      <a:pt x="484" y="12"/>
                    </a:lnTo>
                    <a:lnTo>
                      <a:pt x="484" y="8"/>
                    </a:lnTo>
                    <a:lnTo>
                      <a:pt x="488" y="8"/>
                    </a:lnTo>
                    <a:lnTo>
                      <a:pt x="490" y="8"/>
                    </a:lnTo>
                    <a:lnTo>
                      <a:pt x="494" y="8"/>
                    </a:lnTo>
                    <a:lnTo>
                      <a:pt x="498" y="8"/>
                    </a:lnTo>
                    <a:lnTo>
                      <a:pt x="494" y="8"/>
                    </a:lnTo>
                    <a:lnTo>
                      <a:pt x="494" y="4"/>
                    </a:lnTo>
                    <a:lnTo>
                      <a:pt x="498" y="4"/>
                    </a:lnTo>
                    <a:lnTo>
                      <a:pt x="502" y="4"/>
                    </a:lnTo>
                    <a:lnTo>
                      <a:pt x="506" y="4"/>
                    </a:lnTo>
                    <a:lnTo>
                      <a:pt x="510" y="8"/>
                    </a:lnTo>
                    <a:lnTo>
                      <a:pt x="514" y="8"/>
                    </a:lnTo>
                    <a:lnTo>
                      <a:pt x="518" y="8"/>
                    </a:lnTo>
                    <a:lnTo>
                      <a:pt x="514" y="8"/>
                    </a:lnTo>
                    <a:lnTo>
                      <a:pt x="514" y="4"/>
                    </a:lnTo>
                    <a:lnTo>
                      <a:pt x="510" y="4"/>
                    </a:lnTo>
                    <a:lnTo>
                      <a:pt x="514" y="4"/>
                    </a:lnTo>
                    <a:lnTo>
                      <a:pt x="518" y="4"/>
                    </a:lnTo>
                    <a:lnTo>
                      <a:pt x="520" y="4"/>
                    </a:lnTo>
                    <a:lnTo>
                      <a:pt x="524" y="4"/>
                    </a:lnTo>
                    <a:lnTo>
                      <a:pt x="528" y="4"/>
                    </a:lnTo>
                    <a:lnTo>
                      <a:pt x="532" y="4"/>
                    </a:lnTo>
                    <a:lnTo>
                      <a:pt x="536" y="0"/>
                    </a:lnTo>
                    <a:lnTo>
                      <a:pt x="540" y="0"/>
                    </a:lnTo>
                    <a:lnTo>
                      <a:pt x="544" y="0"/>
                    </a:lnTo>
                    <a:lnTo>
                      <a:pt x="544" y="4"/>
                    </a:lnTo>
                    <a:lnTo>
                      <a:pt x="544" y="0"/>
                    </a:lnTo>
                    <a:lnTo>
                      <a:pt x="546" y="0"/>
                    </a:lnTo>
                    <a:lnTo>
                      <a:pt x="546" y="4"/>
                    </a:lnTo>
                    <a:lnTo>
                      <a:pt x="550" y="4"/>
                    </a:lnTo>
                    <a:lnTo>
                      <a:pt x="554" y="4"/>
                    </a:lnTo>
                    <a:lnTo>
                      <a:pt x="550" y="4"/>
                    </a:lnTo>
                    <a:lnTo>
                      <a:pt x="550" y="0"/>
                    </a:lnTo>
                    <a:lnTo>
                      <a:pt x="554" y="0"/>
                    </a:lnTo>
                    <a:lnTo>
                      <a:pt x="558" y="0"/>
                    </a:lnTo>
                    <a:lnTo>
                      <a:pt x="562" y="0"/>
                    </a:lnTo>
                    <a:lnTo>
                      <a:pt x="566" y="0"/>
                    </a:lnTo>
                    <a:lnTo>
                      <a:pt x="570" y="0"/>
                    </a:lnTo>
                    <a:lnTo>
                      <a:pt x="574" y="0"/>
                    </a:lnTo>
                    <a:lnTo>
                      <a:pt x="576" y="0"/>
                    </a:lnTo>
                    <a:lnTo>
                      <a:pt x="574" y="0"/>
                    </a:lnTo>
                    <a:lnTo>
                      <a:pt x="576" y="0"/>
                    </a:lnTo>
                    <a:lnTo>
                      <a:pt x="580" y="0"/>
                    </a:lnTo>
                    <a:lnTo>
                      <a:pt x="584" y="0"/>
                    </a:lnTo>
                    <a:lnTo>
                      <a:pt x="588" y="0"/>
                    </a:lnTo>
                    <a:lnTo>
                      <a:pt x="592" y="0"/>
                    </a:lnTo>
                    <a:lnTo>
                      <a:pt x="596" y="0"/>
                    </a:lnTo>
                    <a:lnTo>
                      <a:pt x="600" y="0"/>
                    </a:lnTo>
                    <a:lnTo>
                      <a:pt x="604" y="0"/>
                    </a:lnTo>
                    <a:lnTo>
                      <a:pt x="610" y="0"/>
                    </a:lnTo>
                    <a:lnTo>
                      <a:pt x="614" y="4"/>
                    </a:lnTo>
                    <a:lnTo>
                      <a:pt x="618" y="4"/>
                    </a:lnTo>
                    <a:lnTo>
                      <a:pt x="622" y="4"/>
                    </a:lnTo>
                    <a:lnTo>
                      <a:pt x="626" y="4"/>
                    </a:lnTo>
                    <a:lnTo>
                      <a:pt x="630" y="4"/>
                    </a:lnTo>
                    <a:lnTo>
                      <a:pt x="626" y="4"/>
                    </a:lnTo>
                    <a:lnTo>
                      <a:pt x="622" y="4"/>
                    </a:lnTo>
                    <a:lnTo>
                      <a:pt x="626" y="8"/>
                    </a:lnTo>
                    <a:lnTo>
                      <a:pt x="630" y="8"/>
                    </a:lnTo>
                    <a:lnTo>
                      <a:pt x="632" y="8"/>
                    </a:lnTo>
                    <a:lnTo>
                      <a:pt x="630" y="4"/>
                    </a:lnTo>
                    <a:lnTo>
                      <a:pt x="632" y="4"/>
                    </a:lnTo>
                    <a:lnTo>
                      <a:pt x="636" y="4"/>
                    </a:lnTo>
                    <a:lnTo>
                      <a:pt x="640" y="4"/>
                    </a:lnTo>
                    <a:lnTo>
                      <a:pt x="644" y="4"/>
                    </a:lnTo>
                    <a:lnTo>
                      <a:pt x="648" y="4"/>
                    </a:lnTo>
                    <a:lnTo>
                      <a:pt x="652" y="8"/>
                    </a:lnTo>
                    <a:lnTo>
                      <a:pt x="660" y="8"/>
                    </a:lnTo>
                    <a:lnTo>
                      <a:pt x="662" y="8"/>
                    </a:lnTo>
                    <a:lnTo>
                      <a:pt x="666" y="8"/>
                    </a:lnTo>
                    <a:lnTo>
                      <a:pt x="670" y="12"/>
                    </a:lnTo>
                    <a:lnTo>
                      <a:pt x="666" y="12"/>
                    </a:lnTo>
                    <a:lnTo>
                      <a:pt x="662" y="12"/>
                    </a:lnTo>
                    <a:lnTo>
                      <a:pt x="660" y="12"/>
                    </a:lnTo>
                    <a:lnTo>
                      <a:pt x="656" y="16"/>
                    </a:lnTo>
                    <a:lnTo>
                      <a:pt x="652" y="16"/>
                    </a:lnTo>
                    <a:lnTo>
                      <a:pt x="648" y="16"/>
                    </a:lnTo>
                    <a:lnTo>
                      <a:pt x="644" y="16"/>
                    </a:lnTo>
                    <a:lnTo>
                      <a:pt x="640" y="16"/>
                    </a:lnTo>
                    <a:lnTo>
                      <a:pt x="636" y="16"/>
                    </a:lnTo>
                    <a:lnTo>
                      <a:pt x="632" y="16"/>
                    </a:lnTo>
                    <a:lnTo>
                      <a:pt x="630" y="16"/>
                    </a:lnTo>
                    <a:lnTo>
                      <a:pt x="626" y="16"/>
                    </a:lnTo>
                    <a:lnTo>
                      <a:pt x="618" y="16"/>
                    </a:lnTo>
                    <a:lnTo>
                      <a:pt x="614" y="16"/>
                    </a:lnTo>
                    <a:lnTo>
                      <a:pt x="610" y="16"/>
                    </a:lnTo>
                    <a:lnTo>
                      <a:pt x="606" y="16"/>
                    </a:lnTo>
                    <a:lnTo>
                      <a:pt x="604" y="16"/>
                    </a:lnTo>
                    <a:lnTo>
                      <a:pt x="600" y="16"/>
                    </a:lnTo>
                    <a:lnTo>
                      <a:pt x="596" y="16"/>
                    </a:lnTo>
                    <a:lnTo>
                      <a:pt x="592" y="16"/>
                    </a:lnTo>
                    <a:lnTo>
                      <a:pt x="588" y="16"/>
                    </a:lnTo>
                    <a:lnTo>
                      <a:pt x="584" y="16"/>
                    </a:lnTo>
                    <a:lnTo>
                      <a:pt x="584" y="18"/>
                    </a:lnTo>
                    <a:lnTo>
                      <a:pt x="580" y="18"/>
                    </a:lnTo>
                    <a:lnTo>
                      <a:pt x="576" y="18"/>
                    </a:lnTo>
                    <a:lnTo>
                      <a:pt x="574" y="16"/>
                    </a:lnTo>
                    <a:lnTo>
                      <a:pt x="570" y="16"/>
                    </a:lnTo>
                    <a:lnTo>
                      <a:pt x="562" y="16"/>
                    </a:lnTo>
                    <a:lnTo>
                      <a:pt x="558" y="16"/>
                    </a:lnTo>
                    <a:lnTo>
                      <a:pt x="562" y="16"/>
                    </a:lnTo>
                    <a:lnTo>
                      <a:pt x="566" y="16"/>
                    </a:lnTo>
                    <a:lnTo>
                      <a:pt x="570" y="16"/>
                    </a:lnTo>
                    <a:lnTo>
                      <a:pt x="574" y="18"/>
                    </a:lnTo>
                    <a:lnTo>
                      <a:pt x="570" y="18"/>
                    </a:lnTo>
                    <a:lnTo>
                      <a:pt x="566" y="18"/>
                    </a:lnTo>
                    <a:lnTo>
                      <a:pt x="562" y="18"/>
                    </a:lnTo>
                    <a:lnTo>
                      <a:pt x="558" y="18"/>
                    </a:lnTo>
                    <a:lnTo>
                      <a:pt x="554" y="18"/>
                    </a:lnTo>
                    <a:lnTo>
                      <a:pt x="550" y="22"/>
                    </a:lnTo>
                    <a:lnTo>
                      <a:pt x="546" y="22"/>
                    </a:lnTo>
                    <a:lnTo>
                      <a:pt x="544" y="22"/>
                    </a:lnTo>
                    <a:lnTo>
                      <a:pt x="540" y="22"/>
                    </a:lnTo>
                    <a:lnTo>
                      <a:pt x="536" y="22"/>
                    </a:lnTo>
                    <a:lnTo>
                      <a:pt x="532" y="22"/>
                    </a:lnTo>
                    <a:lnTo>
                      <a:pt x="528" y="22"/>
                    </a:lnTo>
                    <a:lnTo>
                      <a:pt x="532" y="22"/>
                    </a:lnTo>
                    <a:lnTo>
                      <a:pt x="528" y="26"/>
                    </a:lnTo>
                    <a:lnTo>
                      <a:pt x="532" y="26"/>
                    </a:lnTo>
                    <a:lnTo>
                      <a:pt x="532" y="22"/>
                    </a:lnTo>
                    <a:lnTo>
                      <a:pt x="536" y="22"/>
                    </a:lnTo>
                    <a:lnTo>
                      <a:pt x="540" y="22"/>
                    </a:lnTo>
                    <a:lnTo>
                      <a:pt x="544" y="22"/>
                    </a:lnTo>
                    <a:lnTo>
                      <a:pt x="546" y="22"/>
                    </a:lnTo>
                    <a:lnTo>
                      <a:pt x="550" y="22"/>
                    </a:lnTo>
                    <a:lnTo>
                      <a:pt x="554" y="22"/>
                    </a:lnTo>
                    <a:lnTo>
                      <a:pt x="554" y="26"/>
                    </a:lnTo>
                    <a:lnTo>
                      <a:pt x="550" y="26"/>
                    </a:lnTo>
                    <a:lnTo>
                      <a:pt x="554" y="26"/>
                    </a:lnTo>
                    <a:lnTo>
                      <a:pt x="554" y="22"/>
                    </a:lnTo>
                    <a:lnTo>
                      <a:pt x="558" y="22"/>
                    </a:lnTo>
                    <a:lnTo>
                      <a:pt x="558" y="18"/>
                    </a:lnTo>
                    <a:lnTo>
                      <a:pt x="562" y="18"/>
                    </a:lnTo>
                    <a:lnTo>
                      <a:pt x="566" y="18"/>
                    </a:lnTo>
                    <a:lnTo>
                      <a:pt x="574" y="18"/>
                    </a:lnTo>
                    <a:lnTo>
                      <a:pt x="576" y="18"/>
                    </a:lnTo>
                    <a:lnTo>
                      <a:pt x="580" y="18"/>
                    </a:lnTo>
                    <a:lnTo>
                      <a:pt x="584" y="18"/>
                    </a:lnTo>
                    <a:lnTo>
                      <a:pt x="584" y="22"/>
                    </a:lnTo>
                    <a:lnTo>
                      <a:pt x="584" y="18"/>
                    </a:lnTo>
                    <a:lnTo>
                      <a:pt x="588" y="18"/>
                    </a:lnTo>
                    <a:lnTo>
                      <a:pt x="592" y="18"/>
                    </a:lnTo>
                    <a:lnTo>
                      <a:pt x="596" y="18"/>
                    </a:lnTo>
                    <a:lnTo>
                      <a:pt x="596" y="16"/>
                    </a:lnTo>
                    <a:lnTo>
                      <a:pt x="600" y="16"/>
                    </a:lnTo>
                    <a:lnTo>
                      <a:pt x="604" y="16"/>
                    </a:lnTo>
                    <a:lnTo>
                      <a:pt x="606" y="16"/>
                    </a:lnTo>
                    <a:lnTo>
                      <a:pt x="610" y="16"/>
                    </a:lnTo>
                    <a:lnTo>
                      <a:pt x="614" y="16"/>
                    </a:lnTo>
                    <a:lnTo>
                      <a:pt x="618" y="16"/>
                    </a:lnTo>
                    <a:lnTo>
                      <a:pt x="622" y="16"/>
                    </a:lnTo>
                    <a:lnTo>
                      <a:pt x="626" y="16"/>
                    </a:lnTo>
                    <a:lnTo>
                      <a:pt x="630" y="16"/>
                    </a:lnTo>
                    <a:lnTo>
                      <a:pt x="632" y="18"/>
                    </a:lnTo>
                    <a:lnTo>
                      <a:pt x="636" y="18"/>
                    </a:lnTo>
                    <a:lnTo>
                      <a:pt x="636" y="16"/>
                    </a:lnTo>
                    <a:lnTo>
                      <a:pt x="640" y="18"/>
                    </a:lnTo>
                    <a:lnTo>
                      <a:pt x="648" y="18"/>
                    </a:lnTo>
                    <a:lnTo>
                      <a:pt x="656" y="18"/>
                    </a:lnTo>
                    <a:lnTo>
                      <a:pt x="656" y="16"/>
                    </a:lnTo>
                    <a:lnTo>
                      <a:pt x="660" y="16"/>
                    </a:lnTo>
                    <a:lnTo>
                      <a:pt x="662" y="16"/>
                    </a:lnTo>
                    <a:lnTo>
                      <a:pt x="666" y="16"/>
                    </a:lnTo>
                    <a:lnTo>
                      <a:pt x="670" y="16"/>
                    </a:lnTo>
                    <a:lnTo>
                      <a:pt x="674" y="16"/>
                    </a:lnTo>
                    <a:lnTo>
                      <a:pt x="678" y="16"/>
                    </a:lnTo>
                    <a:lnTo>
                      <a:pt x="682" y="16"/>
                    </a:lnTo>
                    <a:lnTo>
                      <a:pt x="678" y="16"/>
                    </a:lnTo>
                    <a:lnTo>
                      <a:pt x="678" y="18"/>
                    </a:lnTo>
                    <a:lnTo>
                      <a:pt x="682" y="18"/>
                    </a:lnTo>
                    <a:lnTo>
                      <a:pt x="678" y="22"/>
                    </a:lnTo>
                    <a:lnTo>
                      <a:pt x="674" y="22"/>
                    </a:lnTo>
                    <a:lnTo>
                      <a:pt x="670" y="26"/>
                    </a:lnTo>
                    <a:lnTo>
                      <a:pt x="666" y="26"/>
                    </a:lnTo>
                    <a:lnTo>
                      <a:pt x="670" y="26"/>
                    </a:lnTo>
                    <a:lnTo>
                      <a:pt x="674" y="26"/>
                    </a:lnTo>
                    <a:lnTo>
                      <a:pt x="678" y="26"/>
                    </a:lnTo>
                    <a:lnTo>
                      <a:pt x="678" y="22"/>
                    </a:lnTo>
                    <a:lnTo>
                      <a:pt x="682" y="22"/>
                    </a:lnTo>
                    <a:lnTo>
                      <a:pt x="686" y="22"/>
                    </a:lnTo>
                    <a:lnTo>
                      <a:pt x="688" y="22"/>
                    </a:lnTo>
                    <a:lnTo>
                      <a:pt x="692" y="22"/>
                    </a:lnTo>
                    <a:lnTo>
                      <a:pt x="696" y="22"/>
                    </a:lnTo>
                    <a:lnTo>
                      <a:pt x="692" y="22"/>
                    </a:lnTo>
                    <a:lnTo>
                      <a:pt x="692" y="26"/>
                    </a:lnTo>
                    <a:lnTo>
                      <a:pt x="696" y="26"/>
                    </a:lnTo>
                    <a:lnTo>
                      <a:pt x="696" y="22"/>
                    </a:lnTo>
                    <a:lnTo>
                      <a:pt x="700" y="22"/>
                    </a:lnTo>
                    <a:lnTo>
                      <a:pt x="704" y="22"/>
                    </a:lnTo>
                    <a:lnTo>
                      <a:pt x="704" y="26"/>
                    </a:lnTo>
                    <a:lnTo>
                      <a:pt x="708" y="26"/>
                    </a:lnTo>
                    <a:lnTo>
                      <a:pt x="712" y="26"/>
                    </a:lnTo>
                    <a:lnTo>
                      <a:pt x="716" y="26"/>
                    </a:lnTo>
                    <a:lnTo>
                      <a:pt x="718" y="26"/>
                    </a:lnTo>
                    <a:lnTo>
                      <a:pt x="722" y="30"/>
                    </a:lnTo>
                    <a:lnTo>
                      <a:pt x="726" y="30"/>
                    </a:lnTo>
                    <a:lnTo>
                      <a:pt x="730" y="30"/>
                    </a:lnTo>
                    <a:lnTo>
                      <a:pt x="730" y="34"/>
                    </a:lnTo>
                    <a:lnTo>
                      <a:pt x="722" y="34"/>
                    </a:lnTo>
                    <a:lnTo>
                      <a:pt x="718" y="34"/>
                    </a:lnTo>
                    <a:lnTo>
                      <a:pt x="718" y="38"/>
                    </a:lnTo>
                    <a:lnTo>
                      <a:pt x="716" y="38"/>
                    </a:lnTo>
                    <a:lnTo>
                      <a:pt x="718" y="38"/>
                    </a:lnTo>
                    <a:lnTo>
                      <a:pt x="716" y="38"/>
                    </a:lnTo>
                    <a:lnTo>
                      <a:pt x="716" y="42"/>
                    </a:lnTo>
                    <a:lnTo>
                      <a:pt x="712" y="42"/>
                    </a:lnTo>
                    <a:lnTo>
                      <a:pt x="708" y="42"/>
                    </a:lnTo>
                    <a:lnTo>
                      <a:pt x="704" y="42"/>
                    </a:lnTo>
                    <a:lnTo>
                      <a:pt x="700" y="42"/>
                    </a:lnTo>
                    <a:lnTo>
                      <a:pt x="696" y="42"/>
                    </a:lnTo>
                    <a:lnTo>
                      <a:pt x="688" y="42"/>
                    </a:lnTo>
                    <a:lnTo>
                      <a:pt x="686" y="42"/>
                    </a:lnTo>
                    <a:lnTo>
                      <a:pt x="686" y="44"/>
                    </a:lnTo>
                    <a:lnTo>
                      <a:pt x="682" y="44"/>
                    </a:lnTo>
                    <a:lnTo>
                      <a:pt x="678" y="44"/>
                    </a:lnTo>
                    <a:lnTo>
                      <a:pt x="674" y="44"/>
                    </a:lnTo>
                    <a:lnTo>
                      <a:pt x="666" y="44"/>
                    </a:lnTo>
                    <a:lnTo>
                      <a:pt x="662" y="44"/>
                    </a:lnTo>
                    <a:lnTo>
                      <a:pt x="656" y="44"/>
                    </a:lnTo>
                    <a:lnTo>
                      <a:pt x="652" y="44"/>
                    </a:lnTo>
                    <a:lnTo>
                      <a:pt x="648" y="44"/>
                    </a:lnTo>
                    <a:lnTo>
                      <a:pt x="644" y="44"/>
                    </a:lnTo>
                    <a:lnTo>
                      <a:pt x="640" y="44"/>
                    </a:lnTo>
                    <a:lnTo>
                      <a:pt x="636" y="44"/>
                    </a:lnTo>
                    <a:lnTo>
                      <a:pt x="632" y="44"/>
                    </a:lnTo>
                    <a:lnTo>
                      <a:pt x="630" y="44"/>
                    </a:lnTo>
                    <a:lnTo>
                      <a:pt x="626" y="44"/>
                    </a:lnTo>
                    <a:lnTo>
                      <a:pt x="622" y="44"/>
                    </a:lnTo>
                    <a:lnTo>
                      <a:pt x="618" y="44"/>
                    </a:lnTo>
                    <a:lnTo>
                      <a:pt x="614" y="44"/>
                    </a:lnTo>
                    <a:lnTo>
                      <a:pt x="610" y="44"/>
                    </a:lnTo>
                    <a:lnTo>
                      <a:pt x="606" y="44"/>
                    </a:lnTo>
                    <a:lnTo>
                      <a:pt x="604" y="44"/>
                    </a:lnTo>
                    <a:lnTo>
                      <a:pt x="600" y="44"/>
                    </a:lnTo>
                    <a:lnTo>
                      <a:pt x="596" y="44"/>
                    </a:lnTo>
                    <a:lnTo>
                      <a:pt x="592" y="44"/>
                    </a:lnTo>
                    <a:lnTo>
                      <a:pt x="588" y="44"/>
                    </a:lnTo>
                    <a:lnTo>
                      <a:pt x="584" y="44"/>
                    </a:lnTo>
                    <a:lnTo>
                      <a:pt x="588" y="44"/>
                    </a:lnTo>
                    <a:lnTo>
                      <a:pt x="592" y="44"/>
                    </a:lnTo>
                    <a:lnTo>
                      <a:pt x="600" y="44"/>
                    </a:lnTo>
                    <a:lnTo>
                      <a:pt x="606" y="44"/>
                    </a:lnTo>
                    <a:lnTo>
                      <a:pt x="610" y="44"/>
                    </a:lnTo>
                    <a:lnTo>
                      <a:pt x="606" y="44"/>
                    </a:lnTo>
                    <a:lnTo>
                      <a:pt x="604" y="48"/>
                    </a:lnTo>
                    <a:lnTo>
                      <a:pt x="600" y="48"/>
                    </a:lnTo>
                    <a:lnTo>
                      <a:pt x="596" y="48"/>
                    </a:lnTo>
                    <a:lnTo>
                      <a:pt x="592" y="48"/>
                    </a:lnTo>
                    <a:lnTo>
                      <a:pt x="588" y="48"/>
                    </a:lnTo>
                    <a:lnTo>
                      <a:pt x="584" y="52"/>
                    </a:lnTo>
                    <a:lnTo>
                      <a:pt x="580" y="52"/>
                    </a:lnTo>
                    <a:lnTo>
                      <a:pt x="576" y="52"/>
                    </a:lnTo>
                    <a:lnTo>
                      <a:pt x="574" y="52"/>
                    </a:lnTo>
                    <a:lnTo>
                      <a:pt x="570" y="52"/>
                    </a:lnTo>
                    <a:lnTo>
                      <a:pt x="566" y="52"/>
                    </a:lnTo>
                    <a:lnTo>
                      <a:pt x="566" y="56"/>
                    </a:lnTo>
                    <a:lnTo>
                      <a:pt x="562" y="56"/>
                    </a:lnTo>
                    <a:lnTo>
                      <a:pt x="566" y="60"/>
                    </a:lnTo>
                    <a:lnTo>
                      <a:pt x="570" y="60"/>
                    </a:lnTo>
                    <a:lnTo>
                      <a:pt x="574" y="60"/>
                    </a:lnTo>
                    <a:lnTo>
                      <a:pt x="574" y="56"/>
                    </a:lnTo>
                    <a:lnTo>
                      <a:pt x="580" y="56"/>
                    </a:lnTo>
                    <a:lnTo>
                      <a:pt x="584" y="56"/>
                    </a:lnTo>
                    <a:lnTo>
                      <a:pt x="588" y="52"/>
                    </a:lnTo>
                    <a:lnTo>
                      <a:pt x="592" y="52"/>
                    </a:lnTo>
                    <a:lnTo>
                      <a:pt x="596" y="52"/>
                    </a:lnTo>
                    <a:lnTo>
                      <a:pt x="600" y="52"/>
                    </a:lnTo>
                    <a:lnTo>
                      <a:pt x="604" y="52"/>
                    </a:lnTo>
                    <a:lnTo>
                      <a:pt x="610" y="52"/>
                    </a:lnTo>
                    <a:lnTo>
                      <a:pt x="614" y="52"/>
                    </a:lnTo>
                    <a:lnTo>
                      <a:pt x="622" y="48"/>
                    </a:lnTo>
                    <a:lnTo>
                      <a:pt x="626" y="48"/>
                    </a:lnTo>
                    <a:lnTo>
                      <a:pt x="630" y="48"/>
                    </a:lnTo>
                    <a:lnTo>
                      <a:pt x="636" y="48"/>
                    </a:lnTo>
                    <a:lnTo>
                      <a:pt x="640" y="48"/>
                    </a:lnTo>
                    <a:lnTo>
                      <a:pt x="644" y="48"/>
                    </a:lnTo>
                    <a:lnTo>
                      <a:pt x="648" y="48"/>
                    </a:lnTo>
                    <a:lnTo>
                      <a:pt x="652" y="48"/>
                    </a:lnTo>
                    <a:lnTo>
                      <a:pt x="656" y="48"/>
                    </a:lnTo>
                    <a:lnTo>
                      <a:pt x="660" y="48"/>
                    </a:lnTo>
                    <a:lnTo>
                      <a:pt x="662" y="48"/>
                    </a:lnTo>
                    <a:lnTo>
                      <a:pt x="670" y="48"/>
                    </a:lnTo>
                    <a:lnTo>
                      <a:pt x="674" y="48"/>
                    </a:lnTo>
                    <a:lnTo>
                      <a:pt x="674" y="56"/>
                    </a:lnTo>
                    <a:lnTo>
                      <a:pt x="670" y="56"/>
                    </a:lnTo>
                    <a:lnTo>
                      <a:pt x="666" y="60"/>
                    </a:lnTo>
                    <a:lnTo>
                      <a:pt x="662" y="60"/>
                    </a:lnTo>
                    <a:lnTo>
                      <a:pt x="660" y="60"/>
                    </a:lnTo>
                    <a:lnTo>
                      <a:pt x="656" y="60"/>
                    </a:lnTo>
                    <a:lnTo>
                      <a:pt x="656" y="64"/>
                    </a:lnTo>
                    <a:lnTo>
                      <a:pt x="652" y="64"/>
                    </a:lnTo>
                    <a:lnTo>
                      <a:pt x="648" y="64"/>
                    </a:lnTo>
                    <a:lnTo>
                      <a:pt x="644" y="64"/>
                    </a:lnTo>
                    <a:lnTo>
                      <a:pt x="640" y="64"/>
                    </a:lnTo>
                    <a:lnTo>
                      <a:pt x="644" y="68"/>
                    </a:lnTo>
                    <a:lnTo>
                      <a:pt x="648" y="68"/>
                    </a:lnTo>
                    <a:lnTo>
                      <a:pt x="644" y="68"/>
                    </a:lnTo>
                    <a:lnTo>
                      <a:pt x="640" y="68"/>
                    </a:lnTo>
                    <a:lnTo>
                      <a:pt x="644" y="68"/>
                    </a:lnTo>
                    <a:lnTo>
                      <a:pt x="648" y="68"/>
                    </a:lnTo>
                    <a:lnTo>
                      <a:pt x="652" y="68"/>
                    </a:lnTo>
                    <a:lnTo>
                      <a:pt x="656" y="68"/>
                    </a:lnTo>
                    <a:lnTo>
                      <a:pt x="656" y="64"/>
                    </a:lnTo>
                    <a:lnTo>
                      <a:pt x="660" y="64"/>
                    </a:lnTo>
                    <a:lnTo>
                      <a:pt x="662" y="64"/>
                    </a:lnTo>
                    <a:lnTo>
                      <a:pt x="670" y="60"/>
                    </a:lnTo>
                    <a:lnTo>
                      <a:pt x="674" y="60"/>
                    </a:lnTo>
                    <a:lnTo>
                      <a:pt x="678" y="60"/>
                    </a:lnTo>
                    <a:lnTo>
                      <a:pt x="682" y="60"/>
                    </a:lnTo>
                    <a:lnTo>
                      <a:pt x="686" y="56"/>
                    </a:lnTo>
                    <a:lnTo>
                      <a:pt x="688" y="60"/>
                    </a:lnTo>
                    <a:lnTo>
                      <a:pt x="688" y="56"/>
                    </a:lnTo>
                    <a:lnTo>
                      <a:pt x="692" y="56"/>
                    </a:lnTo>
                    <a:lnTo>
                      <a:pt x="688" y="56"/>
                    </a:lnTo>
                    <a:lnTo>
                      <a:pt x="688" y="52"/>
                    </a:lnTo>
                    <a:lnTo>
                      <a:pt x="692" y="48"/>
                    </a:lnTo>
                    <a:lnTo>
                      <a:pt x="696" y="48"/>
                    </a:lnTo>
                    <a:lnTo>
                      <a:pt x="700" y="48"/>
                    </a:lnTo>
                    <a:lnTo>
                      <a:pt x="704" y="48"/>
                    </a:lnTo>
                    <a:lnTo>
                      <a:pt x="708" y="48"/>
                    </a:lnTo>
                    <a:lnTo>
                      <a:pt x="712" y="48"/>
                    </a:lnTo>
                    <a:lnTo>
                      <a:pt x="716" y="48"/>
                    </a:lnTo>
                    <a:lnTo>
                      <a:pt x="718" y="48"/>
                    </a:lnTo>
                    <a:lnTo>
                      <a:pt x="718" y="52"/>
                    </a:lnTo>
                    <a:lnTo>
                      <a:pt x="722" y="56"/>
                    </a:lnTo>
                    <a:lnTo>
                      <a:pt x="718" y="64"/>
                    </a:lnTo>
                    <a:lnTo>
                      <a:pt x="716" y="68"/>
                    </a:lnTo>
                    <a:lnTo>
                      <a:pt x="716" y="72"/>
                    </a:lnTo>
                    <a:lnTo>
                      <a:pt x="712" y="72"/>
                    </a:lnTo>
                    <a:lnTo>
                      <a:pt x="708" y="72"/>
                    </a:lnTo>
                    <a:lnTo>
                      <a:pt x="712" y="72"/>
                    </a:lnTo>
                    <a:lnTo>
                      <a:pt x="708" y="74"/>
                    </a:lnTo>
                    <a:lnTo>
                      <a:pt x="704" y="74"/>
                    </a:lnTo>
                    <a:lnTo>
                      <a:pt x="700" y="78"/>
                    </a:lnTo>
                    <a:lnTo>
                      <a:pt x="696" y="78"/>
                    </a:lnTo>
                    <a:lnTo>
                      <a:pt x="692" y="82"/>
                    </a:lnTo>
                    <a:lnTo>
                      <a:pt x="696" y="82"/>
                    </a:lnTo>
                    <a:lnTo>
                      <a:pt x="696" y="86"/>
                    </a:lnTo>
                    <a:lnTo>
                      <a:pt x="692" y="86"/>
                    </a:lnTo>
                    <a:lnTo>
                      <a:pt x="688" y="86"/>
                    </a:lnTo>
                    <a:lnTo>
                      <a:pt x="686" y="90"/>
                    </a:lnTo>
                    <a:lnTo>
                      <a:pt x="688" y="90"/>
                    </a:lnTo>
                    <a:lnTo>
                      <a:pt x="692" y="90"/>
                    </a:lnTo>
                    <a:lnTo>
                      <a:pt x="688" y="90"/>
                    </a:lnTo>
                    <a:lnTo>
                      <a:pt x="686" y="94"/>
                    </a:lnTo>
                    <a:lnTo>
                      <a:pt x="688" y="94"/>
                    </a:lnTo>
                    <a:lnTo>
                      <a:pt x="688" y="90"/>
                    </a:lnTo>
                    <a:lnTo>
                      <a:pt x="692" y="90"/>
                    </a:lnTo>
                    <a:lnTo>
                      <a:pt x="696" y="90"/>
                    </a:lnTo>
                    <a:lnTo>
                      <a:pt x="696" y="86"/>
                    </a:lnTo>
                    <a:lnTo>
                      <a:pt x="700" y="86"/>
                    </a:lnTo>
                    <a:lnTo>
                      <a:pt x="700" y="82"/>
                    </a:lnTo>
                    <a:lnTo>
                      <a:pt x="704" y="82"/>
                    </a:lnTo>
                    <a:lnTo>
                      <a:pt x="708" y="82"/>
                    </a:lnTo>
                    <a:lnTo>
                      <a:pt x="712" y="78"/>
                    </a:lnTo>
                    <a:lnTo>
                      <a:pt x="716" y="74"/>
                    </a:lnTo>
                    <a:lnTo>
                      <a:pt x="718" y="74"/>
                    </a:lnTo>
                    <a:lnTo>
                      <a:pt x="718" y="72"/>
                    </a:lnTo>
                    <a:lnTo>
                      <a:pt x="722" y="72"/>
                    </a:lnTo>
                    <a:lnTo>
                      <a:pt x="726" y="72"/>
                    </a:lnTo>
                    <a:lnTo>
                      <a:pt x="730" y="68"/>
                    </a:lnTo>
                    <a:lnTo>
                      <a:pt x="734" y="64"/>
                    </a:lnTo>
                    <a:lnTo>
                      <a:pt x="738" y="64"/>
                    </a:lnTo>
                    <a:lnTo>
                      <a:pt x="742" y="60"/>
                    </a:lnTo>
                    <a:lnTo>
                      <a:pt x="744" y="60"/>
                    </a:lnTo>
                    <a:lnTo>
                      <a:pt x="748" y="60"/>
                    </a:lnTo>
                    <a:lnTo>
                      <a:pt x="744" y="60"/>
                    </a:lnTo>
                    <a:lnTo>
                      <a:pt x="744" y="64"/>
                    </a:lnTo>
                    <a:lnTo>
                      <a:pt x="744" y="68"/>
                    </a:lnTo>
                    <a:lnTo>
                      <a:pt x="748" y="68"/>
                    </a:lnTo>
                    <a:lnTo>
                      <a:pt x="748" y="64"/>
                    </a:lnTo>
                    <a:lnTo>
                      <a:pt x="756" y="64"/>
                    </a:lnTo>
                    <a:lnTo>
                      <a:pt x="760" y="64"/>
                    </a:lnTo>
                    <a:lnTo>
                      <a:pt x="764" y="64"/>
                    </a:lnTo>
                    <a:lnTo>
                      <a:pt x="768" y="64"/>
                    </a:lnTo>
                    <a:lnTo>
                      <a:pt x="770" y="64"/>
                    </a:lnTo>
                    <a:lnTo>
                      <a:pt x="770" y="68"/>
                    </a:lnTo>
                    <a:lnTo>
                      <a:pt x="774" y="68"/>
                    </a:lnTo>
                    <a:lnTo>
                      <a:pt x="778" y="64"/>
                    </a:lnTo>
                    <a:lnTo>
                      <a:pt x="782" y="64"/>
                    </a:lnTo>
                    <a:lnTo>
                      <a:pt x="782" y="60"/>
                    </a:lnTo>
                    <a:lnTo>
                      <a:pt x="778" y="60"/>
                    </a:lnTo>
                    <a:lnTo>
                      <a:pt x="778" y="56"/>
                    </a:lnTo>
                    <a:lnTo>
                      <a:pt x="782" y="56"/>
                    </a:lnTo>
                    <a:lnTo>
                      <a:pt x="782" y="60"/>
                    </a:lnTo>
                    <a:lnTo>
                      <a:pt x="786" y="60"/>
                    </a:lnTo>
                    <a:lnTo>
                      <a:pt x="786" y="56"/>
                    </a:lnTo>
                    <a:lnTo>
                      <a:pt x="782" y="56"/>
                    </a:lnTo>
                    <a:lnTo>
                      <a:pt x="782" y="52"/>
                    </a:lnTo>
                    <a:lnTo>
                      <a:pt x="786" y="52"/>
                    </a:lnTo>
                    <a:lnTo>
                      <a:pt x="786" y="56"/>
                    </a:lnTo>
                    <a:lnTo>
                      <a:pt x="786" y="52"/>
                    </a:lnTo>
                    <a:lnTo>
                      <a:pt x="788" y="52"/>
                    </a:lnTo>
                    <a:lnTo>
                      <a:pt x="792" y="52"/>
                    </a:lnTo>
                    <a:lnTo>
                      <a:pt x="796" y="52"/>
                    </a:lnTo>
                    <a:lnTo>
                      <a:pt x="800" y="52"/>
                    </a:lnTo>
                    <a:lnTo>
                      <a:pt x="804" y="52"/>
                    </a:lnTo>
                    <a:lnTo>
                      <a:pt x="808" y="52"/>
                    </a:lnTo>
                    <a:lnTo>
                      <a:pt x="812" y="52"/>
                    </a:lnTo>
                    <a:lnTo>
                      <a:pt x="816" y="52"/>
                    </a:lnTo>
                    <a:lnTo>
                      <a:pt x="818" y="52"/>
                    </a:lnTo>
                    <a:lnTo>
                      <a:pt x="822" y="52"/>
                    </a:lnTo>
                    <a:lnTo>
                      <a:pt x="826" y="52"/>
                    </a:lnTo>
                    <a:lnTo>
                      <a:pt x="830" y="52"/>
                    </a:lnTo>
                    <a:lnTo>
                      <a:pt x="834" y="52"/>
                    </a:lnTo>
                    <a:lnTo>
                      <a:pt x="834" y="56"/>
                    </a:lnTo>
                    <a:lnTo>
                      <a:pt x="838" y="56"/>
                    </a:lnTo>
                    <a:lnTo>
                      <a:pt x="842" y="56"/>
                    </a:lnTo>
                    <a:lnTo>
                      <a:pt x="844" y="56"/>
                    </a:lnTo>
                    <a:lnTo>
                      <a:pt x="848" y="56"/>
                    </a:lnTo>
                    <a:lnTo>
                      <a:pt x="852" y="56"/>
                    </a:lnTo>
                    <a:lnTo>
                      <a:pt x="852" y="60"/>
                    </a:lnTo>
                    <a:lnTo>
                      <a:pt x="856" y="60"/>
                    </a:lnTo>
                    <a:lnTo>
                      <a:pt x="860" y="60"/>
                    </a:lnTo>
                    <a:lnTo>
                      <a:pt x="856" y="64"/>
                    </a:lnTo>
                    <a:lnTo>
                      <a:pt x="852" y="64"/>
                    </a:lnTo>
                    <a:lnTo>
                      <a:pt x="852" y="68"/>
                    </a:lnTo>
                    <a:lnTo>
                      <a:pt x="848" y="68"/>
                    </a:lnTo>
                    <a:lnTo>
                      <a:pt x="844" y="68"/>
                    </a:lnTo>
                    <a:lnTo>
                      <a:pt x="844" y="72"/>
                    </a:lnTo>
                    <a:lnTo>
                      <a:pt x="842" y="72"/>
                    </a:lnTo>
                    <a:lnTo>
                      <a:pt x="838" y="72"/>
                    </a:lnTo>
                    <a:lnTo>
                      <a:pt x="834" y="74"/>
                    </a:lnTo>
                    <a:lnTo>
                      <a:pt x="830" y="74"/>
                    </a:lnTo>
                    <a:lnTo>
                      <a:pt x="826" y="74"/>
                    </a:lnTo>
                    <a:lnTo>
                      <a:pt x="822" y="74"/>
                    </a:lnTo>
                    <a:lnTo>
                      <a:pt x="818" y="74"/>
                    </a:lnTo>
                    <a:lnTo>
                      <a:pt x="818" y="78"/>
                    </a:lnTo>
                    <a:lnTo>
                      <a:pt x="822" y="78"/>
                    </a:lnTo>
                    <a:lnTo>
                      <a:pt x="822" y="82"/>
                    </a:lnTo>
                    <a:lnTo>
                      <a:pt x="818" y="82"/>
                    </a:lnTo>
                    <a:lnTo>
                      <a:pt x="816" y="82"/>
                    </a:lnTo>
                    <a:lnTo>
                      <a:pt x="812" y="82"/>
                    </a:lnTo>
                    <a:lnTo>
                      <a:pt x="808" y="86"/>
                    </a:lnTo>
                    <a:lnTo>
                      <a:pt x="804" y="86"/>
                    </a:lnTo>
                    <a:lnTo>
                      <a:pt x="800" y="86"/>
                    </a:lnTo>
                    <a:lnTo>
                      <a:pt x="796" y="86"/>
                    </a:lnTo>
                    <a:lnTo>
                      <a:pt x="792" y="86"/>
                    </a:lnTo>
                    <a:lnTo>
                      <a:pt x="788" y="86"/>
                    </a:lnTo>
                    <a:lnTo>
                      <a:pt x="786" y="86"/>
                    </a:lnTo>
                    <a:lnTo>
                      <a:pt x="782" y="86"/>
                    </a:lnTo>
                    <a:lnTo>
                      <a:pt x="778" y="86"/>
                    </a:lnTo>
                    <a:lnTo>
                      <a:pt x="774" y="86"/>
                    </a:lnTo>
                    <a:lnTo>
                      <a:pt x="774" y="90"/>
                    </a:lnTo>
                    <a:lnTo>
                      <a:pt x="770" y="90"/>
                    </a:lnTo>
                    <a:lnTo>
                      <a:pt x="768" y="90"/>
                    </a:lnTo>
                    <a:lnTo>
                      <a:pt x="764" y="90"/>
                    </a:lnTo>
                    <a:lnTo>
                      <a:pt x="760" y="90"/>
                    </a:lnTo>
                    <a:lnTo>
                      <a:pt x="756" y="90"/>
                    </a:lnTo>
                    <a:lnTo>
                      <a:pt x="752" y="90"/>
                    </a:lnTo>
                    <a:lnTo>
                      <a:pt x="748" y="90"/>
                    </a:lnTo>
                    <a:lnTo>
                      <a:pt x="744" y="90"/>
                    </a:lnTo>
                    <a:lnTo>
                      <a:pt x="742" y="90"/>
                    </a:lnTo>
                    <a:lnTo>
                      <a:pt x="738" y="94"/>
                    </a:lnTo>
                    <a:lnTo>
                      <a:pt x="734" y="94"/>
                    </a:lnTo>
                    <a:lnTo>
                      <a:pt x="734" y="90"/>
                    </a:lnTo>
                    <a:lnTo>
                      <a:pt x="730" y="90"/>
                    </a:lnTo>
                    <a:lnTo>
                      <a:pt x="730" y="94"/>
                    </a:lnTo>
                    <a:lnTo>
                      <a:pt x="734" y="94"/>
                    </a:lnTo>
                    <a:lnTo>
                      <a:pt x="738" y="94"/>
                    </a:lnTo>
                    <a:lnTo>
                      <a:pt x="742" y="94"/>
                    </a:lnTo>
                    <a:lnTo>
                      <a:pt x="744" y="94"/>
                    </a:lnTo>
                    <a:lnTo>
                      <a:pt x="744" y="90"/>
                    </a:lnTo>
                    <a:lnTo>
                      <a:pt x="748" y="90"/>
                    </a:lnTo>
                    <a:lnTo>
                      <a:pt x="752" y="90"/>
                    </a:lnTo>
                    <a:lnTo>
                      <a:pt x="756" y="90"/>
                    </a:lnTo>
                    <a:lnTo>
                      <a:pt x="760" y="90"/>
                    </a:lnTo>
                    <a:lnTo>
                      <a:pt x="764" y="90"/>
                    </a:lnTo>
                    <a:lnTo>
                      <a:pt x="768" y="94"/>
                    </a:lnTo>
                    <a:lnTo>
                      <a:pt x="770" y="94"/>
                    </a:lnTo>
                    <a:lnTo>
                      <a:pt x="774" y="94"/>
                    </a:lnTo>
                    <a:lnTo>
                      <a:pt x="778" y="94"/>
                    </a:lnTo>
                    <a:lnTo>
                      <a:pt x="782" y="90"/>
                    </a:lnTo>
                    <a:lnTo>
                      <a:pt x="786" y="90"/>
                    </a:lnTo>
                    <a:lnTo>
                      <a:pt x="788" y="90"/>
                    </a:lnTo>
                    <a:lnTo>
                      <a:pt x="788" y="94"/>
                    </a:lnTo>
                    <a:lnTo>
                      <a:pt x="792" y="94"/>
                    </a:lnTo>
                    <a:lnTo>
                      <a:pt x="796" y="94"/>
                    </a:lnTo>
                    <a:lnTo>
                      <a:pt x="800" y="94"/>
                    </a:lnTo>
                    <a:lnTo>
                      <a:pt x="804" y="94"/>
                    </a:lnTo>
                    <a:lnTo>
                      <a:pt x="800" y="94"/>
                    </a:lnTo>
                    <a:lnTo>
                      <a:pt x="800" y="98"/>
                    </a:lnTo>
                    <a:lnTo>
                      <a:pt x="796" y="98"/>
                    </a:lnTo>
                    <a:lnTo>
                      <a:pt x="792" y="98"/>
                    </a:lnTo>
                    <a:lnTo>
                      <a:pt x="796" y="98"/>
                    </a:lnTo>
                    <a:lnTo>
                      <a:pt x="792" y="100"/>
                    </a:lnTo>
                    <a:lnTo>
                      <a:pt x="788" y="100"/>
                    </a:lnTo>
                    <a:lnTo>
                      <a:pt x="786" y="100"/>
                    </a:lnTo>
                    <a:lnTo>
                      <a:pt x="782" y="100"/>
                    </a:lnTo>
                    <a:lnTo>
                      <a:pt x="778" y="100"/>
                    </a:lnTo>
                    <a:lnTo>
                      <a:pt x="774" y="100"/>
                    </a:lnTo>
                    <a:lnTo>
                      <a:pt x="770" y="100"/>
                    </a:lnTo>
                    <a:lnTo>
                      <a:pt x="768" y="100"/>
                    </a:lnTo>
                    <a:lnTo>
                      <a:pt x="764" y="100"/>
                    </a:lnTo>
                    <a:lnTo>
                      <a:pt x="760" y="100"/>
                    </a:lnTo>
                    <a:lnTo>
                      <a:pt x="756" y="100"/>
                    </a:lnTo>
                    <a:lnTo>
                      <a:pt x="752" y="100"/>
                    </a:lnTo>
                    <a:lnTo>
                      <a:pt x="748" y="100"/>
                    </a:lnTo>
                    <a:lnTo>
                      <a:pt x="748" y="104"/>
                    </a:lnTo>
                    <a:lnTo>
                      <a:pt x="744" y="104"/>
                    </a:lnTo>
                    <a:lnTo>
                      <a:pt x="742" y="104"/>
                    </a:lnTo>
                    <a:lnTo>
                      <a:pt x="744" y="104"/>
                    </a:lnTo>
                    <a:lnTo>
                      <a:pt x="742" y="108"/>
                    </a:lnTo>
                    <a:lnTo>
                      <a:pt x="738" y="112"/>
                    </a:lnTo>
                    <a:lnTo>
                      <a:pt x="742" y="112"/>
                    </a:lnTo>
                    <a:lnTo>
                      <a:pt x="744" y="112"/>
                    </a:lnTo>
                    <a:lnTo>
                      <a:pt x="744" y="116"/>
                    </a:lnTo>
                    <a:lnTo>
                      <a:pt x="748" y="116"/>
                    </a:lnTo>
                    <a:lnTo>
                      <a:pt x="748" y="112"/>
                    </a:lnTo>
                    <a:lnTo>
                      <a:pt x="752" y="112"/>
                    </a:lnTo>
                    <a:lnTo>
                      <a:pt x="748" y="112"/>
                    </a:lnTo>
                    <a:lnTo>
                      <a:pt x="744" y="112"/>
                    </a:lnTo>
                    <a:lnTo>
                      <a:pt x="748" y="108"/>
                    </a:lnTo>
                    <a:lnTo>
                      <a:pt x="752" y="108"/>
                    </a:lnTo>
                    <a:lnTo>
                      <a:pt x="756" y="108"/>
                    </a:lnTo>
                    <a:lnTo>
                      <a:pt x="756" y="104"/>
                    </a:lnTo>
                    <a:lnTo>
                      <a:pt x="760" y="104"/>
                    </a:lnTo>
                    <a:lnTo>
                      <a:pt x="764" y="104"/>
                    </a:lnTo>
                    <a:lnTo>
                      <a:pt x="768" y="104"/>
                    </a:lnTo>
                    <a:lnTo>
                      <a:pt x="770" y="104"/>
                    </a:lnTo>
                    <a:lnTo>
                      <a:pt x="774" y="104"/>
                    </a:lnTo>
                    <a:lnTo>
                      <a:pt x="778" y="104"/>
                    </a:lnTo>
                    <a:lnTo>
                      <a:pt x="782" y="104"/>
                    </a:lnTo>
                    <a:lnTo>
                      <a:pt x="786" y="104"/>
                    </a:lnTo>
                    <a:lnTo>
                      <a:pt x="786" y="108"/>
                    </a:lnTo>
                    <a:lnTo>
                      <a:pt x="782" y="108"/>
                    </a:lnTo>
                    <a:lnTo>
                      <a:pt x="778" y="112"/>
                    </a:lnTo>
                    <a:lnTo>
                      <a:pt x="778" y="116"/>
                    </a:lnTo>
                    <a:lnTo>
                      <a:pt x="774" y="116"/>
                    </a:lnTo>
                    <a:lnTo>
                      <a:pt x="770" y="116"/>
                    </a:lnTo>
                    <a:lnTo>
                      <a:pt x="768" y="116"/>
                    </a:lnTo>
                    <a:lnTo>
                      <a:pt x="764" y="116"/>
                    </a:lnTo>
                    <a:lnTo>
                      <a:pt x="760" y="116"/>
                    </a:lnTo>
                    <a:lnTo>
                      <a:pt x="756" y="116"/>
                    </a:lnTo>
                    <a:lnTo>
                      <a:pt x="756" y="120"/>
                    </a:lnTo>
                    <a:lnTo>
                      <a:pt x="752" y="120"/>
                    </a:lnTo>
                    <a:lnTo>
                      <a:pt x="756" y="120"/>
                    </a:lnTo>
                    <a:lnTo>
                      <a:pt x="756" y="124"/>
                    </a:lnTo>
                    <a:lnTo>
                      <a:pt x="752" y="124"/>
                    </a:lnTo>
                    <a:lnTo>
                      <a:pt x="752" y="128"/>
                    </a:lnTo>
                    <a:lnTo>
                      <a:pt x="752" y="130"/>
                    </a:lnTo>
                    <a:lnTo>
                      <a:pt x="752" y="134"/>
                    </a:lnTo>
                    <a:lnTo>
                      <a:pt x="752" y="130"/>
                    </a:lnTo>
                    <a:lnTo>
                      <a:pt x="756" y="128"/>
                    </a:lnTo>
                    <a:lnTo>
                      <a:pt x="760" y="128"/>
                    </a:lnTo>
                    <a:lnTo>
                      <a:pt x="764" y="128"/>
                    </a:lnTo>
                    <a:lnTo>
                      <a:pt x="764" y="130"/>
                    </a:lnTo>
                    <a:lnTo>
                      <a:pt x="760" y="130"/>
                    </a:lnTo>
                    <a:lnTo>
                      <a:pt x="764" y="130"/>
                    </a:lnTo>
                    <a:lnTo>
                      <a:pt x="760" y="130"/>
                    </a:lnTo>
                    <a:lnTo>
                      <a:pt x="756" y="130"/>
                    </a:lnTo>
                    <a:lnTo>
                      <a:pt x="756" y="134"/>
                    </a:lnTo>
                    <a:lnTo>
                      <a:pt x="752" y="134"/>
                    </a:lnTo>
                    <a:lnTo>
                      <a:pt x="748" y="134"/>
                    </a:lnTo>
                    <a:lnTo>
                      <a:pt x="748" y="138"/>
                    </a:lnTo>
                    <a:lnTo>
                      <a:pt x="748" y="142"/>
                    </a:lnTo>
                    <a:lnTo>
                      <a:pt x="744" y="142"/>
                    </a:lnTo>
                    <a:lnTo>
                      <a:pt x="742" y="142"/>
                    </a:lnTo>
                    <a:lnTo>
                      <a:pt x="738" y="142"/>
                    </a:lnTo>
                    <a:lnTo>
                      <a:pt x="734" y="142"/>
                    </a:lnTo>
                    <a:lnTo>
                      <a:pt x="734" y="146"/>
                    </a:lnTo>
                    <a:lnTo>
                      <a:pt x="738" y="146"/>
                    </a:lnTo>
                    <a:lnTo>
                      <a:pt x="734" y="146"/>
                    </a:lnTo>
                    <a:lnTo>
                      <a:pt x="730" y="146"/>
                    </a:lnTo>
                    <a:lnTo>
                      <a:pt x="730" y="150"/>
                    </a:lnTo>
                    <a:lnTo>
                      <a:pt x="734" y="150"/>
                    </a:lnTo>
                    <a:lnTo>
                      <a:pt x="734" y="146"/>
                    </a:lnTo>
                    <a:lnTo>
                      <a:pt x="738" y="146"/>
                    </a:lnTo>
                    <a:lnTo>
                      <a:pt x="738" y="150"/>
                    </a:lnTo>
                    <a:lnTo>
                      <a:pt x="734" y="150"/>
                    </a:lnTo>
                    <a:lnTo>
                      <a:pt x="734" y="154"/>
                    </a:lnTo>
                    <a:lnTo>
                      <a:pt x="730" y="158"/>
                    </a:lnTo>
                    <a:lnTo>
                      <a:pt x="730" y="160"/>
                    </a:lnTo>
                    <a:lnTo>
                      <a:pt x="726" y="160"/>
                    </a:lnTo>
                    <a:lnTo>
                      <a:pt x="722" y="160"/>
                    </a:lnTo>
                    <a:lnTo>
                      <a:pt x="726" y="164"/>
                    </a:lnTo>
                    <a:lnTo>
                      <a:pt x="730" y="164"/>
                    </a:lnTo>
                    <a:lnTo>
                      <a:pt x="726" y="164"/>
                    </a:lnTo>
                    <a:lnTo>
                      <a:pt x="722" y="168"/>
                    </a:lnTo>
                    <a:lnTo>
                      <a:pt x="726" y="168"/>
                    </a:lnTo>
                    <a:lnTo>
                      <a:pt x="722" y="172"/>
                    </a:lnTo>
                    <a:lnTo>
                      <a:pt x="718" y="174"/>
                    </a:lnTo>
                    <a:lnTo>
                      <a:pt x="722" y="174"/>
                    </a:lnTo>
                    <a:lnTo>
                      <a:pt x="726" y="174"/>
                    </a:lnTo>
                    <a:lnTo>
                      <a:pt x="730" y="174"/>
                    </a:lnTo>
                    <a:lnTo>
                      <a:pt x="726" y="174"/>
                    </a:lnTo>
                    <a:lnTo>
                      <a:pt x="726" y="178"/>
                    </a:lnTo>
                    <a:lnTo>
                      <a:pt x="730" y="174"/>
                    </a:lnTo>
                    <a:lnTo>
                      <a:pt x="730" y="172"/>
                    </a:lnTo>
                    <a:lnTo>
                      <a:pt x="734" y="168"/>
                    </a:lnTo>
                    <a:lnTo>
                      <a:pt x="738" y="164"/>
                    </a:lnTo>
                    <a:lnTo>
                      <a:pt x="742" y="168"/>
                    </a:lnTo>
                    <a:lnTo>
                      <a:pt x="744" y="168"/>
                    </a:lnTo>
                    <a:lnTo>
                      <a:pt x="748" y="172"/>
                    </a:lnTo>
                    <a:lnTo>
                      <a:pt x="752" y="172"/>
                    </a:lnTo>
                    <a:lnTo>
                      <a:pt x="756" y="172"/>
                    </a:lnTo>
                    <a:lnTo>
                      <a:pt x="760" y="172"/>
                    </a:lnTo>
                    <a:lnTo>
                      <a:pt x="764" y="174"/>
                    </a:lnTo>
                    <a:lnTo>
                      <a:pt x="760" y="174"/>
                    </a:lnTo>
                    <a:lnTo>
                      <a:pt x="760" y="178"/>
                    </a:lnTo>
                    <a:lnTo>
                      <a:pt x="756" y="174"/>
                    </a:lnTo>
                    <a:lnTo>
                      <a:pt x="748" y="174"/>
                    </a:lnTo>
                    <a:lnTo>
                      <a:pt x="748" y="172"/>
                    </a:lnTo>
                    <a:lnTo>
                      <a:pt x="744" y="172"/>
                    </a:lnTo>
                    <a:lnTo>
                      <a:pt x="744" y="174"/>
                    </a:lnTo>
                    <a:lnTo>
                      <a:pt x="742" y="174"/>
                    </a:lnTo>
                    <a:lnTo>
                      <a:pt x="738" y="174"/>
                    </a:lnTo>
                    <a:lnTo>
                      <a:pt x="742" y="174"/>
                    </a:lnTo>
                    <a:lnTo>
                      <a:pt x="744" y="174"/>
                    </a:lnTo>
                    <a:lnTo>
                      <a:pt x="744" y="178"/>
                    </a:lnTo>
                    <a:lnTo>
                      <a:pt x="742" y="178"/>
                    </a:lnTo>
                    <a:lnTo>
                      <a:pt x="744" y="178"/>
                    </a:lnTo>
                    <a:lnTo>
                      <a:pt x="742" y="178"/>
                    </a:lnTo>
                    <a:lnTo>
                      <a:pt x="738" y="178"/>
                    </a:lnTo>
                    <a:lnTo>
                      <a:pt x="734" y="178"/>
                    </a:lnTo>
                    <a:lnTo>
                      <a:pt x="738" y="178"/>
                    </a:lnTo>
                    <a:lnTo>
                      <a:pt x="742" y="178"/>
                    </a:lnTo>
                    <a:lnTo>
                      <a:pt x="744" y="178"/>
                    </a:lnTo>
                    <a:lnTo>
                      <a:pt x="748" y="182"/>
                    </a:lnTo>
                    <a:lnTo>
                      <a:pt x="744" y="182"/>
                    </a:lnTo>
                    <a:lnTo>
                      <a:pt x="742" y="182"/>
                    </a:lnTo>
                    <a:lnTo>
                      <a:pt x="738" y="182"/>
                    </a:lnTo>
                    <a:lnTo>
                      <a:pt x="742" y="182"/>
                    </a:lnTo>
                    <a:lnTo>
                      <a:pt x="744" y="182"/>
                    </a:lnTo>
                    <a:lnTo>
                      <a:pt x="748" y="182"/>
                    </a:lnTo>
                    <a:lnTo>
                      <a:pt x="752" y="182"/>
                    </a:lnTo>
                    <a:lnTo>
                      <a:pt x="756" y="182"/>
                    </a:lnTo>
                    <a:lnTo>
                      <a:pt x="756" y="186"/>
                    </a:lnTo>
                    <a:lnTo>
                      <a:pt x="760" y="186"/>
                    </a:lnTo>
                    <a:lnTo>
                      <a:pt x="764" y="186"/>
                    </a:lnTo>
                    <a:lnTo>
                      <a:pt x="764" y="182"/>
                    </a:lnTo>
                    <a:lnTo>
                      <a:pt x="768" y="182"/>
                    </a:lnTo>
                    <a:lnTo>
                      <a:pt x="770" y="182"/>
                    </a:lnTo>
                    <a:lnTo>
                      <a:pt x="774" y="186"/>
                    </a:lnTo>
                    <a:lnTo>
                      <a:pt x="774" y="190"/>
                    </a:lnTo>
                    <a:lnTo>
                      <a:pt x="774" y="194"/>
                    </a:lnTo>
                    <a:lnTo>
                      <a:pt x="774" y="198"/>
                    </a:lnTo>
                    <a:lnTo>
                      <a:pt x="770" y="198"/>
                    </a:lnTo>
                    <a:lnTo>
                      <a:pt x="770" y="200"/>
                    </a:lnTo>
                    <a:lnTo>
                      <a:pt x="768" y="198"/>
                    </a:lnTo>
                    <a:lnTo>
                      <a:pt x="764" y="198"/>
                    </a:lnTo>
                    <a:lnTo>
                      <a:pt x="760" y="198"/>
                    </a:lnTo>
                    <a:lnTo>
                      <a:pt x="756" y="198"/>
                    </a:lnTo>
                    <a:lnTo>
                      <a:pt x="752" y="194"/>
                    </a:lnTo>
                    <a:lnTo>
                      <a:pt x="748" y="194"/>
                    </a:lnTo>
                    <a:lnTo>
                      <a:pt x="744" y="194"/>
                    </a:lnTo>
                    <a:lnTo>
                      <a:pt x="738" y="194"/>
                    </a:lnTo>
                    <a:lnTo>
                      <a:pt x="734" y="194"/>
                    </a:lnTo>
                    <a:lnTo>
                      <a:pt x="738" y="194"/>
                    </a:lnTo>
                    <a:lnTo>
                      <a:pt x="742" y="194"/>
                    </a:lnTo>
                    <a:lnTo>
                      <a:pt x="742" y="198"/>
                    </a:lnTo>
                    <a:lnTo>
                      <a:pt x="738" y="198"/>
                    </a:lnTo>
                    <a:lnTo>
                      <a:pt x="734" y="198"/>
                    </a:lnTo>
                    <a:lnTo>
                      <a:pt x="730" y="198"/>
                    </a:lnTo>
                    <a:lnTo>
                      <a:pt x="726" y="198"/>
                    </a:lnTo>
                    <a:lnTo>
                      <a:pt x="730" y="198"/>
                    </a:lnTo>
                    <a:lnTo>
                      <a:pt x="734" y="198"/>
                    </a:lnTo>
                    <a:lnTo>
                      <a:pt x="738" y="198"/>
                    </a:lnTo>
                    <a:lnTo>
                      <a:pt x="734" y="198"/>
                    </a:lnTo>
                    <a:lnTo>
                      <a:pt x="734" y="200"/>
                    </a:lnTo>
                    <a:lnTo>
                      <a:pt x="734" y="198"/>
                    </a:lnTo>
                    <a:lnTo>
                      <a:pt x="730" y="198"/>
                    </a:lnTo>
                    <a:lnTo>
                      <a:pt x="730" y="200"/>
                    </a:lnTo>
                    <a:lnTo>
                      <a:pt x="726" y="204"/>
                    </a:lnTo>
                    <a:lnTo>
                      <a:pt x="722" y="204"/>
                    </a:lnTo>
                    <a:lnTo>
                      <a:pt x="722" y="200"/>
                    </a:lnTo>
                    <a:lnTo>
                      <a:pt x="718" y="198"/>
                    </a:lnTo>
                    <a:lnTo>
                      <a:pt x="716" y="198"/>
                    </a:lnTo>
                    <a:lnTo>
                      <a:pt x="716" y="200"/>
                    </a:lnTo>
                    <a:lnTo>
                      <a:pt x="712" y="200"/>
                    </a:lnTo>
                    <a:lnTo>
                      <a:pt x="716" y="204"/>
                    </a:lnTo>
                    <a:lnTo>
                      <a:pt x="716" y="208"/>
                    </a:lnTo>
                    <a:lnTo>
                      <a:pt x="716" y="204"/>
                    </a:lnTo>
                    <a:lnTo>
                      <a:pt x="718" y="204"/>
                    </a:lnTo>
                    <a:lnTo>
                      <a:pt x="722" y="204"/>
                    </a:lnTo>
                    <a:lnTo>
                      <a:pt x="726" y="208"/>
                    </a:lnTo>
                    <a:lnTo>
                      <a:pt x="722" y="208"/>
                    </a:lnTo>
                    <a:lnTo>
                      <a:pt x="718" y="208"/>
                    </a:lnTo>
                    <a:lnTo>
                      <a:pt x="722" y="208"/>
                    </a:lnTo>
                    <a:lnTo>
                      <a:pt x="726" y="208"/>
                    </a:lnTo>
                    <a:lnTo>
                      <a:pt x="722" y="208"/>
                    </a:lnTo>
                    <a:lnTo>
                      <a:pt x="718" y="208"/>
                    </a:lnTo>
                    <a:lnTo>
                      <a:pt x="716" y="208"/>
                    </a:lnTo>
                    <a:lnTo>
                      <a:pt x="718" y="208"/>
                    </a:lnTo>
                    <a:lnTo>
                      <a:pt x="722" y="208"/>
                    </a:lnTo>
                    <a:lnTo>
                      <a:pt x="726" y="208"/>
                    </a:lnTo>
                    <a:lnTo>
                      <a:pt x="726" y="212"/>
                    </a:lnTo>
                    <a:lnTo>
                      <a:pt x="726" y="216"/>
                    </a:lnTo>
                    <a:lnTo>
                      <a:pt x="730" y="212"/>
                    </a:lnTo>
                    <a:lnTo>
                      <a:pt x="734" y="212"/>
                    </a:lnTo>
                    <a:lnTo>
                      <a:pt x="734" y="216"/>
                    </a:lnTo>
                    <a:lnTo>
                      <a:pt x="738" y="216"/>
                    </a:lnTo>
                    <a:lnTo>
                      <a:pt x="742" y="216"/>
                    </a:lnTo>
                    <a:lnTo>
                      <a:pt x="744" y="216"/>
                    </a:lnTo>
                    <a:lnTo>
                      <a:pt x="742" y="216"/>
                    </a:lnTo>
                    <a:lnTo>
                      <a:pt x="738" y="216"/>
                    </a:lnTo>
                    <a:lnTo>
                      <a:pt x="734" y="212"/>
                    </a:lnTo>
                    <a:lnTo>
                      <a:pt x="738" y="212"/>
                    </a:lnTo>
                    <a:lnTo>
                      <a:pt x="742" y="212"/>
                    </a:lnTo>
                    <a:lnTo>
                      <a:pt x="742" y="216"/>
                    </a:lnTo>
                    <a:lnTo>
                      <a:pt x="744" y="216"/>
                    </a:lnTo>
                    <a:lnTo>
                      <a:pt x="748" y="216"/>
                    </a:lnTo>
                    <a:lnTo>
                      <a:pt x="748" y="212"/>
                    </a:lnTo>
                    <a:lnTo>
                      <a:pt x="752" y="216"/>
                    </a:lnTo>
                    <a:lnTo>
                      <a:pt x="752" y="220"/>
                    </a:lnTo>
                    <a:lnTo>
                      <a:pt x="748" y="220"/>
                    </a:lnTo>
                    <a:lnTo>
                      <a:pt x="744" y="220"/>
                    </a:lnTo>
                    <a:lnTo>
                      <a:pt x="744" y="224"/>
                    </a:lnTo>
                    <a:lnTo>
                      <a:pt x="742" y="224"/>
                    </a:lnTo>
                    <a:lnTo>
                      <a:pt x="738" y="220"/>
                    </a:lnTo>
                    <a:lnTo>
                      <a:pt x="730" y="220"/>
                    </a:lnTo>
                    <a:lnTo>
                      <a:pt x="730" y="224"/>
                    </a:lnTo>
                    <a:lnTo>
                      <a:pt x="726" y="224"/>
                    </a:lnTo>
                    <a:lnTo>
                      <a:pt x="722" y="224"/>
                    </a:lnTo>
                    <a:lnTo>
                      <a:pt x="722" y="220"/>
                    </a:lnTo>
                    <a:lnTo>
                      <a:pt x="722" y="224"/>
                    </a:lnTo>
                    <a:lnTo>
                      <a:pt x="726" y="224"/>
                    </a:lnTo>
                    <a:lnTo>
                      <a:pt x="730" y="224"/>
                    </a:lnTo>
                    <a:lnTo>
                      <a:pt x="734" y="224"/>
                    </a:lnTo>
                    <a:lnTo>
                      <a:pt x="738" y="224"/>
                    </a:lnTo>
                    <a:lnTo>
                      <a:pt x="742" y="224"/>
                    </a:lnTo>
                    <a:lnTo>
                      <a:pt x="744" y="224"/>
                    </a:lnTo>
                    <a:lnTo>
                      <a:pt x="748" y="224"/>
                    </a:lnTo>
                    <a:lnTo>
                      <a:pt x="752" y="224"/>
                    </a:lnTo>
                    <a:lnTo>
                      <a:pt x="756" y="228"/>
                    </a:lnTo>
                    <a:lnTo>
                      <a:pt x="756" y="230"/>
                    </a:lnTo>
                    <a:lnTo>
                      <a:pt x="756" y="234"/>
                    </a:lnTo>
                    <a:lnTo>
                      <a:pt x="760" y="238"/>
                    </a:lnTo>
                    <a:lnTo>
                      <a:pt x="756" y="238"/>
                    </a:lnTo>
                    <a:lnTo>
                      <a:pt x="756" y="242"/>
                    </a:lnTo>
                    <a:lnTo>
                      <a:pt x="756" y="246"/>
                    </a:lnTo>
                    <a:lnTo>
                      <a:pt x="752" y="246"/>
                    </a:lnTo>
                    <a:lnTo>
                      <a:pt x="748" y="246"/>
                    </a:lnTo>
                    <a:lnTo>
                      <a:pt x="748" y="242"/>
                    </a:lnTo>
                    <a:lnTo>
                      <a:pt x="748" y="238"/>
                    </a:lnTo>
                    <a:lnTo>
                      <a:pt x="744" y="238"/>
                    </a:lnTo>
                    <a:lnTo>
                      <a:pt x="742" y="238"/>
                    </a:lnTo>
                    <a:lnTo>
                      <a:pt x="742" y="242"/>
                    </a:lnTo>
                    <a:lnTo>
                      <a:pt x="738" y="242"/>
                    </a:lnTo>
                    <a:lnTo>
                      <a:pt x="734" y="238"/>
                    </a:lnTo>
                    <a:lnTo>
                      <a:pt x="730" y="234"/>
                    </a:lnTo>
                    <a:lnTo>
                      <a:pt x="726" y="234"/>
                    </a:lnTo>
                    <a:lnTo>
                      <a:pt x="726" y="230"/>
                    </a:lnTo>
                    <a:lnTo>
                      <a:pt x="722" y="230"/>
                    </a:lnTo>
                    <a:lnTo>
                      <a:pt x="718" y="230"/>
                    </a:lnTo>
                    <a:lnTo>
                      <a:pt x="716" y="230"/>
                    </a:lnTo>
                    <a:lnTo>
                      <a:pt x="718" y="230"/>
                    </a:lnTo>
                    <a:lnTo>
                      <a:pt x="722" y="230"/>
                    </a:lnTo>
                    <a:lnTo>
                      <a:pt x="722" y="234"/>
                    </a:lnTo>
                    <a:lnTo>
                      <a:pt x="726" y="234"/>
                    </a:lnTo>
                    <a:lnTo>
                      <a:pt x="730" y="234"/>
                    </a:lnTo>
                    <a:lnTo>
                      <a:pt x="726" y="234"/>
                    </a:lnTo>
                    <a:lnTo>
                      <a:pt x="722" y="234"/>
                    </a:lnTo>
                    <a:lnTo>
                      <a:pt x="718" y="234"/>
                    </a:lnTo>
                    <a:lnTo>
                      <a:pt x="716" y="234"/>
                    </a:lnTo>
                    <a:lnTo>
                      <a:pt x="718" y="234"/>
                    </a:lnTo>
                    <a:lnTo>
                      <a:pt x="722" y="234"/>
                    </a:lnTo>
                    <a:lnTo>
                      <a:pt x="726" y="234"/>
                    </a:lnTo>
                    <a:lnTo>
                      <a:pt x="730" y="238"/>
                    </a:lnTo>
                    <a:lnTo>
                      <a:pt x="734" y="238"/>
                    </a:lnTo>
                    <a:lnTo>
                      <a:pt x="738" y="242"/>
                    </a:lnTo>
                    <a:lnTo>
                      <a:pt x="742" y="242"/>
                    </a:lnTo>
                    <a:lnTo>
                      <a:pt x="742" y="246"/>
                    </a:lnTo>
                    <a:lnTo>
                      <a:pt x="738" y="246"/>
                    </a:lnTo>
                    <a:lnTo>
                      <a:pt x="734" y="246"/>
                    </a:lnTo>
                    <a:lnTo>
                      <a:pt x="730" y="246"/>
                    </a:lnTo>
                    <a:lnTo>
                      <a:pt x="730" y="250"/>
                    </a:lnTo>
                    <a:lnTo>
                      <a:pt x="726" y="250"/>
                    </a:lnTo>
                    <a:lnTo>
                      <a:pt x="722" y="250"/>
                    </a:lnTo>
                    <a:lnTo>
                      <a:pt x="722" y="246"/>
                    </a:lnTo>
                    <a:lnTo>
                      <a:pt x="718" y="246"/>
                    </a:lnTo>
                    <a:lnTo>
                      <a:pt x="716" y="246"/>
                    </a:lnTo>
                    <a:lnTo>
                      <a:pt x="716" y="242"/>
                    </a:lnTo>
                    <a:lnTo>
                      <a:pt x="716" y="246"/>
                    </a:lnTo>
                    <a:lnTo>
                      <a:pt x="718" y="246"/>
                    </a:lnTo>
                    <a:lnTo>
                      <a:pt x="722" y="246"/>
                    </a:lnTo>
                    <a:lnTo>
                      <a:pt x="722" y="250"/>
                    </a:lnTo>
                    <a:lnTo>
                      <a:pt x="726" y="250"/>
                    </a:lnTo>
                    <a:lnTo>
                      <a:pt x="730" y="250"/>
                    </a:lnTo>
                    <a:lnTo>
                      <a:pt x="730" y="246"/>
                    </a:lnTo>
                    <a:lnTo>
                      <a:pt x="734" y="246"/>
                    </a:lnTo>
                    <a:lnTo>
                      <a:pt x="738" y="246"/>
                    </a:lnTo>
                    <a:lnTo>
                      <a:pt x="742" y="246"/>
                    </a:lnTo>
                    <a:lnTo>
                      <a:pt x="742" y="250"/>
                    </a:lnTo>
                    <a:lnTo>
                      <a:pt x="738" y="254"/>
                    </a:lnTo>
                    <a:lnTo>
                      <a:pt x="742" y="254"/>
                    </a:lnTo>
                    <a:lnTo>
                      <a:pt x="742" y="256"/>
                    </a:lnTo>
                    <a:lnTo>
                      <a:pt x="738" y="256"/>
                    </a:lnTo>
                    <a:lnTo>
                      <a:pt x="734" y="256"/>
                    </a:lnTo>
                    <a:lnTo>
                      <a:pt x="738" y="256"/>
                    </a:lnTo>
                    <a:lnTo>
                      <a:pt x="742" y="256"/>
                    </a:lnTo>
                    <a:lnTo>
                      <a:pt x="744" y="256"/>
                    </a:lnTo>
                    <a:lnTo>
                      <a:pt x="748" y="256"/>
                    </a:lnTo>
                    <a:lnTo>
                      <a:pt x="752" y="260"/>
                    </a:lnTo>
                    <a:lnTo>
                      <a:pt x="756" y="256"/>
                    </a:lnTo>
                    <a:lnTo>
                      <a:pt x="760" y="256"/>
                    </a:lnTo>
                    <a:lnTo>
                      <a:pt x="760" y="260"/>
                    </a:lnTo>
                    <a:lnTo>
                      <a:pt x="764" y="260"/>
                    </a:lnTo>
                    <a:lnTo>
                      <a:pt x="764" y="264"/>
                    </a:lnTo>
                    <a:lnTo>
                      <a:pt x="760" y="264"/>
                    </a:lnTo>
                    <a:lnTo>
                      <a:pt x="760" y="268"/>
                    </a:lnTo>
                    <a:lnTo>
                      <a:pt x="756" y="268"/>
                    </a:lnTo>
                    <a:lnTo>
                      <a:pt x="752" y="268"/>
                    </a:lnTo>
                    <a:lnTo>
                      <a:pt x="748" y="268"/>
                    </a:lnTo>
                    <a:lnTo>
                      <a:pt x="744" y="268"/>
                    </a:lnTo>
                    <a:lnTo>
                      <a:pt x="744" y="264"/>
                    </a:lnTo>
                    <a:lnTo>
                      <a:pt x="742" y="264"/>
                    </a:lnTo>
                    <a:lnTo>
                      <a:pt x="738" y="264"/>
                    </a:lnTo>
                    <a:lnTo>
                      <a:pt x="734" y="264"/>
                    </a:lnTo>
                    <a:lnTo>
                      <a:pt x="730" y="264"/>
                    </a:lnTo>
                    <a:lnTo>
                      <a:pt x="726" y="264"/>
                    </a:lnTo>
                    <a:lnTo>
                      <a:pt x="722" y="264"/>
                    </a:lnTo>
                    <a:lnTo>
                      <a:pt x="722" y="260"/>
                    </a:lnTo>
                    <a:lnTo>
                      <a:pt x="718" y="260"/>
                    </a:lnTo>
                    <a:lnTo>
                      <a:pt x="722" y="260"/>
                    </a:lnTo>
                    <a:lnTo>
                      <a:pt x="722" y="264"/>
                    </a:lnTo>
                    <a:lnTo>
                      <a:pt x="722" y="268"/>
                    </a:lnTo>
                    <a:lnTo>
                      <a:pt x="718" y="268"/>
                    </a:lnTo>
                    <a:lnTo>
                      <a:pt x="716" y="268"/>
                    </a:lnTo>
                    <a:lnTo>
                      <a:pt x="718" y="268"/>
                    </a:lnTo>
                    <a:lnTo>
                      <a:pt x="718" y="272"/>
                    </a:lnTo>
                    <a:lnTo>
                      <a:pt x="716" y="272"/>
                    </a:lnTo>
                    <a:lnTo>
                      <a:pt x="718" y="276"/>
                    </a:lnTo>
                    <a:lnTo>
                      <a:pt x="722" y="276"/>
                    </a:lnTo>
                    <a:lnTo>
                      <a:pt x="722" y="280"/>
                    </a:lnTo>
                    <a:lnTo>
                      <a:pt x="722" y="284"/>
                    </a:lnTo>
                    <a:lnTo>
                      <a:pt x="726" y="284"/>
                    </a:lnTo>
                    <a:lnTo>
                      <a:pt x="722" y="280"/>
                    </a:lnTo>
                    <a:lnTo>
                      <a:pt x="722" y="276"/>
                    </a:lnTo>
                    <a:lnTo>
                      <a:pt x="726" y="272"/>
                    </a:lnTo>
                    <a:lnTo>
                      <a:pt x="726" y="276"/>
                    </a:lnTo>
                    <a:lnTo>
                      <a:pt x="730" y="276"/>
                    </a:lnTo>
                    <a:lnTo>
                      <a:pt x="734" y="276"/>
                    </a:lnTo>
                    <a:lnTo>
                      <a:pt x="738" y="280"/>
                    </a:lnTo>
                    <a:lnTo>
                      <a:pt x="742" y="280"/>
                    </a:lnTo>
                    <a:lnTo>
                      <a:pt x="744" y="280"/>
                    </a:lnTo>
                    <a:lnTo>
                      <a:pt x="744" y="284"/>
                    </a:lnTo>
                    <a:lnTo>
                      <a:pt x="742" y="284"/>
                    </a:lnTo>
                    <a:lnTo>
                      <a:pt x="742" y="286"/>
                    </a:lnTo>
                    <a:lnTo>
                      <a:pt x="744" y="286"/>
                    </a:lnTo>
                    <a:lnTo>
                      <a:pt x="742" y="290"/>
                    </a:lnTo>
                    <a:lnTo>
                      <a:pt x="738" y="290"/>
                    </a:lnTo>
                    <a:lnTo>
                      <a:pt x="734" y="290"/>
                    </a:lnTo>
                    <a:lnTo>
                      <a:pt x="730" y="290"/>
                    </a:lnTo>
                    <a:lnTo>
                      <a:pt x="726" y="290"/>
                    </a:lnTo>
                    <a:lnTo>
                      <a:pt x="722" y="290"/>
                    </a:lnTo>
                    <a:lnTo>
                      <a:pt x="722" y="294"/>
                    </a:lnTo>
                    <a:lnTo>
                      <a:pt x="718" y="294"/>
                    </a:lnTo>
                    <a:lnTo>
                      <a:pt x="716" y="294"/>
                    </a:lnTo>
                    <a:lnTo>
                      <a:pt x="712" y="294"/>
                    </a:lnTo>
                    <a:lnTo>
                      <a:pt x="708" y="294"/>
                    </a:lnTo>
                    <a:lnTo>
                      <a:pt x="704" y="294"/>
                    </a:lnTo>
                    <a:lnTo>
                      <a:pt x="704" y="290"/>
                    </a:lnTo>
                    <a:lnTo>
                      <a:pt x="700" y="290"/>
                    </a:lnTo>
                    <a:lnTo>
                      <a:pt x="696" y="290"/>
                    </a:lnTo>
                    <a:lnTo>
                      <a:pt x="696" y="286"/>
                    </a:lnTo>
                    <a:lnTo>
                      <a:pt x="692" y="286"/>
                    </a:lnTo>
                    <a:lnTo>
                      <a:pt x="692" y="284"/>
                    </a:lnTo>
                    <a:lnTo>
                      <a:pt x="696" y="284"/>
                    </a:lnTo>
                    <a:lnTo>
                      <a:pt x="700" y="284"/>
                    </a:lnTo>
                    <a:lnTo>
                      <a:pt x="704" y="286"/>
                    </a:lnTo>
                    <a:lnTo>
                      <a:pt x="708" y="286"/>
                    </a:lnTo>
                    <a:lnTo>
                      <a:pt x="712" y="286"/>
                    </a:lnTo>
                    <a:lnTo>
                      <a:pt x="716" y="286"/>
                    </a:lnTo>
                    <a:lnTo>
                      <a:pt x="718" y="286"/>
                    </a:lnTo>
                    <a:lnTo>
                      <a:pt x="716" y="286"/>
                    </a:lnTo>
                    <a:lnTo>
                      <a:pt x="712" y="286"/>
                    </a:lnTo>
                    <a:lnTo>
                      <a:pt x="708" y="286"/>
                    </a:lnTo>
                    <a:lnTo>
                      <a:pt x="704" y="284"/>
                    </a:lnTo>
                    <a:lnTo>
                      <a:pt x="700" y="284"/>
                    </a:lnTo>
                    <a:lnTo>
                      <a:pt x="696" y="284"/>
                    </a:lnTo>
                    <a:lnTo>
                      <a:pt x="692" y="284"/>
                    </a:lnTo>
                    <a:lnTo>
                      <a:pt x="692" y="280"/>
                    </a:lnTo>
                    <a:lnTo>
                      <a:pt x="688" y="280"/>
                    </a:lnTo>
                    <a:lnTo>
                      <a:pt x="688" y="284"/>
                    </a:lnTo>
                    <a:lnTo>
                      <a:pt x="686" y="284"/>
                    </a:lnTo>
                    <a:lnTo>
                      <a:pt x="686" y="286"/>
                    </a:lnTo>
                    <a:lnTo>
                      <a:pt x="682" y="286"/>
                    </a:lnTo>
                    <a:lnTo>
                      <a:pt x="678" y="286"/>
                    </a:lnTo>
                    <a:lnTo>
                      <a:pt x="678" y="284"/>
                    </a:lnTo>
                    <a:lnTo>
                      <a:pt x="674" y="284"/>
                    </a:lnTo>
                    <a:lnTo>
                      <a:pt x="674" y="280"/>
                    </a:lnTo>
                    <a:lnTo>
                      <a:pt x="670" y="280"/>
                    </a:lnTo>
                    <a:lnTo>
                      <a:pt x="670" y="276"/>
                    </a:lnTo>
                    <a:lnTo>
                      <a:pt x="666" y="276"/>
                    </a:lnTo>
                    <a:lnTo>
                      <a:pt x="666" y="280"/>
                    </a:lnTo>
                    <a:lnTo>
                      <a:pt x="670" y="280"/>
                    </a:lnTo>
                    <a:lnTo>
                      <a:pt x="674" y="284"/>
                    </a:lnTo>
                    <a:lnTo>
                      <a:pt x="678" y="284"/>
                    </a:lnTo>
                    <a:lnTo>
                      <a:pt x="678" y="286"/>
                    </a:lnTo>
                    <a:lnTo>
                      <a:pt x="682" y="286"/>
                    </a:lnTo>
                    <a:lnTo>
                      <a:pt x="682" y="290"/>
                    </a:lnTo>
                    <a:lnTo>
                      <a:pt x="678" y="290"/>
                    </a:lnTo>
                    <a:lnTo>
                      <a:pt x="674" y="290"/>
                    </a:lnTo>
                    <a:lnTo>
                      <a:pt x="670" y="290"/>
                    </a:lnTo>
                    <a:lnTo>
                      <a:pt x="670" y="294"/>
                    </a:lnTo>
                    <a:lnTo>
                      <a:pt x="666" y="294"/>
                    </a:lnTo>
                    <a:lnTo>
                      <a:pt x="662" y="294"/>
                    </a:lnTo>
                    <a:lnTo>
                      <a:pt x="660" y="294"/>
                    </a:lnTo>
                    <a:lnTo>
                      <a:pt x="656" y="294"/>
                    </a:lnTo>
                    <a:lnTo>
                      <a:pt x="652" y="294"/>
                    </a:lnTo>
                    <a:lnTo>
                      <a:pt x="652" y="290"/>
                    </a:lnTo>
                    <a:lnTo>
                      <a:pt x="648" y="290"/>
                    </a:lnTo>
                    <a:lnTo>
                      <a:pt x="644" y="290"/>
                    </a:lnTo>
                    <a:lnTo>
                      <a:pt x="648" y="294"/>
                    </a:lnTo>
                    <a:lnTo>
                      <a:pt x="652" y="294"/>
                    </a:lnTo>
                    <a:lnTo>
                      <a:pt x="656" y="294"/>
                    </a:lnTo>
                    <a:lnTo>
                      <a:pt x="660" y="294"/>
                    </a:lnTo>
                    <a:lnTo>
                      <a:pt x="656" y="294"/>
                    </a:lnTo>
                    <a:lnTo>
                      <a:pt x="656" y="298"/>
                    </a:lnTo>
                    <a:lnTo>
                      <a:pt x="652" y="298"/>
                    </a:lnTo>
                    <a:lnTo>
                      <a:pt x="648" y="298"/>
                    </a:lnTo>
                    <a:lnTo>
                      <a:pt x="644" y="298"/>
                    </a:lnTo>
                    <a:lnTo>
                      <a:pt x="640" y="298"/>
                    </a:lnTo>
                    <a:lnTo>
                      <a:pt x="644" y="298"/>
                    </a:lnTo>
                    <a:lnTo>
                      <a:pt x="644" y="302"/>
                    </a:lnTo>
                    <a:lnTo>
                      <a:pt x="644" y="306"/>
                    </a:lnTo>
                    <a:lnTo>
                      <a:pt x="644" y="302"/>
                    </a:lnTo>
                    <a:lnTo>
                      <a:pt x="644" y="298"/>
                    </a:lnTo>
                    <a:lnTo>
                      <a:pt x="648" y="298"/>
                    </a:lnTo>
                    <a:lnTo>
                      <a:pt x="652" y="298"/>
                    </a:lnTo>
                    <a:lnTo>
                      <a:pt x="656" y="298"/>
                    </a:lnTo>
                    <a:lnTo>
                      <a:pt x="660" y="298"/>
                    </a:lnTo>
                    <a:lnTo>
                      <a:pt x="662" y="298"/>
                    </a:lnTo>
                    <a:lnTo>
                      <a:pt x="666" y="298"/>
                    </a:lnTo>
                    <a:lnTo>
                      <a:pt x="670" y="298"/>
                    </a:lnTo>
                    <a:lnTo>
                      <a:pt x="674" y="298"/>
                    </a:lnTo>
                    <a:lnTo>
                      <a:pt x="674" y="302"/>
                    </a:lnTo>
                    <a:lnTo>
                      <a:pt x="678" y="298"/>
                    </a:lnTo>
                    <a:lnTo>
                      <a:pt x="678" y="302"/>
                    </a:lnTo>
                    <a:lnTo>
                      <a:pt x="678" y="306"/>
                    </a:lnTo>
                    <a:lnTo>
                      <a:pt x="674" y="306"/>
                    </a:lnTo>
                    <a:lnTo>
                      <a:pt x="670" y="306"/>
                    </a:lnTo>
                    <a:lnTo>
                      <a:pt x="666" y="306"/>
                    </a:lnTo>
                    <a:lnTo>
                      <a:pt x="662" y="310"/>
                    </a:lnTo>
                    <a:lnTo>
                      <a:pt x="660" y="310"/>
                    </a:lnTo>
                    <a:lnTo>
                      <a:pt x="656" y="306"/>
                    </a:lnTo>
                    <a:lnTo>
                      <a:pt x="652" y="306"/>
                    </a:lnTo>
                    <a:lnTo>
                      <a:pt x="648" y="306"/>
                    </a:lnTo>
                    <a:lnTo>
                      <a:pt x="644" y="306"/>
                    </a:lnTo>
                    <a:lnTo>
                      <a:pt x="648" y="306"/>
                    </a:lnTo>
                    <a:lnTo>
                      <a:pt x="652" y="306"/>
                    </a:lnTo>
                    <a:lnTo>
                      <a:pt x="656" y="306"/>
                    </a:lnTo>
                    <a:lnTo>
                      <a:pt x="660" y="310"/>
                    </a:lnTo>
                    <a:lnTo>
                      <a:pt x="656" y="310"/>
                    </a:lnTo>
                    <a:lnTo>
                      <a:pt x="652" y="310"/>
                    </a:lnTo>
                    <a:lnTo>
                      <a:pt x="656" y="310"/>
                    </a:lnTo>
                    <a:lnTo>
                      <a:pt x="660" y="310"/>
                    </a:lnTo>
                    <a:lnTo>
                      <a:pt x="660" y="314"/>
                    </a:lnTo>
                    <a:lnTo>
                      <a:pt x="660" y="310"/>
                    </a:lnTo>
                    <a:lnTo>
                      <a:pt x="662" y="310"/>
                    </a:lnTo>
                    <a:lnTo>
                      <a:pt x="666" y="310"/>
                    </a:lnTo>
                    <a:lnTo>
                      <a:pt x="670" y="306"/>
                    </a:lnTo>
                    <a:lnTo>
                      <a:pt x="674" y="310"/>
                    </a:lnTo>
                    <a:lnTo>
                      <a:pt x="678" y="310"/>
                    </a:lnTo>
                    <a:lnTo>
                      <a:pt x="682" y="310"/>
                    </a:lnTo>
                    <a:lnTo>
                      <a:pt x="682" y="314"/>
                    </a:lnTo>
                    <a:lnTo>
                      <a:pt x="686" y="314"/>
                    </a:lnTo>
                    <a:lnTo>
                      <a:pt x="682" y="316"/>
                    </a:lnTo>
                    <a:lnTo>
                      <a:pt x="678" y="316"/>
                    </a:lnTo>
                    <a:lnTo>
                      <a:pt x="674" y="316"/>
                    </a:lnTo>
                    <a:lnTo>
                      <a:pt x="670" y="316"/>
                    </a:lnTo>
                    <a:lnTo>
                      <a:pt x="666" y="316"/>
                    </a:lnTo>
                    <a:lnTo>
                      <a:pt x="670" y="316"/>
                    </a:lnTo>
                    <a:lnTo>
                      <a:pt x="674" y="316"/>
                    </a:lnTo>
                    <a:lnTo>
                      <a:pt x="674" y="320"/>
                    </a:lnTo>
                    <a:lnTo>
                      <a:pt x="670" y="320"/>
                    </a:lnTo>
                    <a:lnTo>
                      <a:pt x="670" y="324"/>
                    </a:lnTo>
                    <a:lnTo>
                      <a:pt x="674" y="324"/>
                    </a:lnTo>
                    <a:lnTo>
                      <a:pt x="674" y="320"/>
                    </a:lnTo>
                    <a:lnTo>
                      <a:pt x="678" y="320"/>
                    </a:lnTo>
                    <a:lnTo>
                      <a:pt x="678" y="316"/>
                    </a:lnTo>
                    <a:lnTo>
                      <a:pt x="682" y="316"/>
                    </a:lnTo>
                    <a:lnTo>
                      <a:pt x="686" y="316"/>
                    </a:lnTo>
                    <a:lnTo>
                      <a:pt x="686" y="320"/>
                    </a:lnTo>
                    <a:lnTo>
                      <a:pt x="688" y="320"/>
                    </a:lnTo>
                    <a:lnTo>
                      <a:pt x="692" y="320"/>
                    </a:lnTo>
                    <a:lnTo>
                      <a:pt x="696" y="320"/>
                    </a:lnTo>
                    <a:lnTo>
                      <a:pt x="696" y="324"/>
                    </a:lnTo>
                    <a:lnTo>
                      <a:pt x="700" y="324"/>
                    </a:lnTo>
                    <a:lnTo>
                      <a:pt x="704" y="324"/>
                    </a:lnTo>
                    <a:lnTo>
                      <a:pt x="704" y="328"/>
                    </a:lnTo>
                    <a:lnTo>
                      <a:pt x="708" y="328"/>
                    </a:lnTo>
                    <a:lnTo>
                      <a:pt x="712" y="328"/>
                    </a:lnTo>
                    <a:lnTo>
                      <a:pt x="712" y="332"/>
                    </a:lnTo>
                    <a:lnTo>
                      <a:pt x="716" y="332"/>
                    </a:lnTo>
                    <a:lnTo>
                      <a:pt x="712" y="332"/>
                    </a:lnTo>
                    <a:lnTo>
                      <a:pt x="712" y="336"/>
                    </a:lnTo>
                    <a:lnTo>
                      <a:pt x="708" y="336"/>
                    </a:lnTo>
                    <a:lnTo>
                      <a:pt x="704" y="336"/>
                    </a:lnTo>
                    <a:lnTo>
                      <a:pt x="704" y="340"/>
                    </a:lnTo>
                    <a:lnTo>
                      <a:pt x="708" y="340"/>
                    </a:lnTo>
                    <a:lnTo>
                      <a:pt x="708" y="336"/>
                    </a:lnTo>
                    <a:lnTo>
                      <a:pt x="712" y="336"/>
                    </a:lnTo>
                    <a:lnTo>
                      <a:pt x="716" y="336"/>
                    </a:lnTo>
                    <a:lnTo>
                      <a:pt x="712" y="336"/>
                    </a:lnTo>
                    <a:lnTo>
                      <a:pt x="712" y="340"/>
                    </a:lnTo>
                    <a:lnTo>
                      <a:pt x="716" y="340"/>
                    </a:lnTo>
                    <a:lnTo>
                      <a:pt x="716" y="336"/>
                    </a:lnTo>
                    <a:lnTo>
                      <a:pt x="718" y="336"/>
                    </a:lnTo>
                    <a:lnTo>
                      <a:pt x="722" y="336"/>
                    </a:lnTo>
                    <a:lnTo>
                      <a:pt x="718" y="336"/>
                    </a:lnTo>
                    <a:lnTo>
                      <a:pt x="718" y="340"/>
                    </a:lnTo>
                    <a:lnTo>
                      <a:pt x="716" y="340"/>
                    </a:lnTo>
                    <a:lnTo>
                      <a:pt x="712" y="342"/>
                    </a:lnTo>
                    <a:lnTo>
                      <a:pt x="716" y="342"/>
                    </a:lnTo>
                    <a:lnTo>
                      <a:pt x="716" y="346"/>
                    </a:lnTo>
                    <a:lnTo>
                      <a:pt x="716" y="342"/>
                    </a:lnTo>
                    <a:lnTo>
                      <a:pt x="718" y="342"/>
                    </a:lnTo>
                    <a:lnTo>
                      <a:pt x="722" y="342"/>
                    </a:lnTo>
                    <a:lnTo>
                      <a:pt x="726" y="342"/>
                    </a:lnTo>
                    <a:lnTo>
                      <a:pt x="722" y="342"/>
                    </a:lnTo>
                    <a:lnTo>
                      <a:pt x="722" y="346"/>
                    </a:lnTo>
                    <a:lnTo>
                      <a:pt x="726" y="346"/>
                    </a:lnTo>
                    <a:lnTo>
                      <a:pt x="722" y="346"/>
                    </a:lnTo>
                    <a:lnTo>
                      <a:pt x="726" y="346"/>
                    </a:lnTo>
                    <a:lnTo>
                      <a:pt x="726" y="350"/>
                    </a:lnTo>
                    <a:lnTo>
                      <a:pt x="722" y="350"/>
                    </a:lnTo>
                    <a:lnTo>
                      <a:pt x="722" y="354"/>
                    </a:lnTo>
                    <a:lnTo>
                      <a:pt x="718" y="354"/>
                    </a:lnTo>
                    <a:lnTo>
                      <a:pt x="716" y="354"/>
                    </a:lnTo>
                    <a:lnTo>
                      <a:pt x="718" y="354"/>
                    </a:lnTo>
                    <a:lnTo>
                      <a:pt x="722" y="354"/>
                    </a:lnTo>
                    <a:lnTo>
                      <a:pt x="726" y="354"/>
                    </a:lnTo>
                    <a:lnTo>
                      <a:pt x="726" y="358"/>
                    </a:lnTo>
                    <a:lnTo>
                      <a:pt x="722" y="358"/>
                    </a:lnTo>
                    <a:lnTo>
                      <a:pt x="722" y="362"/>
                    </a:lnTo>
                    <a:lnTo>
                      <a:pt x="722" y="358"/>
                    </a:lnTo>
                    <a:lnTo>
                      <a:pt x="722" y="362"/>
                    </a:lnTo>
                    <a:lnTo>
                      <a:pt x="726" y="362"/>
                    </a:lnTo>
                    <a:lnTo>
                      <a:pt x="726" y="358"/>
                    </a:lnTo>
                    <a:lnTo>
                      <a:pt x="726" y="362"/>
                    </a:lnTo>
                    <a:lnTo>
                      <a:pt x="722" y="362"/>
                    </a:lnTo>
                    <a:lnTo>
                      <a:pt x="726" y="362"/>
                    </a:lnTo>
                    <a:lnTo>
                      <a:pt x="722" y="366"/>
                    </a:lnTo>
                    <a:lnTo>
                      <a:pt x="726" y="366"/>
                    </a:lnTo>
                    <a:lnTo>
                      <a:pt x="730" y="366"/>
                    </a:lnTo>
                    <a:lnTo>
                      <a:pt x="726" y="370"/>
                    </a:lnTo>
                    <a:lnTo>
                      <a:pt x="722" y="370"/>
                    </a:lnTo>
                    <a:lnTo>
                      <a:pt x="718" y="370"/>
                    </a:lnTo>
                    <a:lnTo>
                      <a:pt x="716" y="370"/>
                    </a:lnTo>
                    <a:lnTo>
                      <a:pt x="716" y="366"/>
                    </a:lnTo>
                    <a:lnTo>
                      <a:pt x="716" y="362"/>
                    </a:lnTo>
                    <a:lnTo>
                      <a:pt x="716" y="358"/>
                    </a:lnTo>
                    <a:lnTo>
                      <a:pt x="712" y="358"/>
                    </a:lnTo>
                    <a:lnTo>
                      <a:pt x="712" y="362"/>
                    </a:lnTo>
                    <a:lnTo>
                      <a:pt x="712" y="366"/>
                    </a:lnTo>
                    <a:lnTo>
                      <a:pt x="712" y="370"/>
                    </a:lnTo>
                    <a:lnTo>
                      <a:pt x="708" y="370"/>
                    </a:lnTo>
                    <a:lnTo>
                      <a:pt x="704" y="370"/>
                    </a:lnTo>
                    <a:lnTo>
                      <a:pt x="700" y="370"/>
                    </a:lnTo>
                    <a:lnTo>
                      <a:pt x="696" y="366"/>
                    </a:lnTo>
                    <a:lnTo>
                      <a:pt x="692" y="366"/>
                    </a:lnTo>
                    <a:lnTo>
                      <a:pt x="692" y="362"/>
                    </a:lnTo>
                    <a:lnTo>
                      <a:pt x="688" y="362"/>
                    </a:lnTo>
                    <a:lnTo>
                      <a:pt x="688" y="358"/>
                    </a:lnTo>
                    <a:lnTo>
                      <a:pt x="688" y="354"/>
                    </a:lnTo>
                    <a:lnTo>
                      <a:pt x="688" y="350"/>
                    </a:lnTo>
                    <a:lnTo>
                      <a:pt x="686" y="350"/>
                    </a:lnTo>
                    <a:lnTo>
                      <a:pt x="682" y="346"/>
                    </a:lnTo>
                    <a:lnTo>
                      <a:pt x="678" y="346"/>
                    </a:lnTo>
                    <a:lnTo>
                      <a:pt x="674" y="346"/>
                    </a:lnTo>
                    <a:lnTo>
                      <a:pt x="674" y="342"/>
                    </a:lnTo>
                    <a:lnTo>
                      <a:pt x="670" y="342"/>
                    </a:lnTo>
                    <a:lnTo>
                      <a:pt x="670" y="340"/>
                    </a:lnTo>
                    <a:lnTo>
                      <a:pt x="666" y="340"/>
                    </a:lnTo>
                    <a:lnTo>
                      <a:pt x="660" y="340"/>
                    </a:lnTo>
                    <a:lnTo>
                      <a:pt x="656" y="340"/>
                    </a:lnTo>
                    <a:lnTo>
                      <a:pt x="652" y="340"/>
                    </a:lnTo>
                    <a:lnTo>
                      <a:pt x="648" y="336"/>
                    </a:lnTo>
                    <a:lnTo>
                      <a:pt x="644" y="336"/>
                    </a:lnTo>
                    <a:lnTo>
                      <a:pt x="644" y="332"/>
                    </a:lnTo>
                    <a:lnTo>
                      <a:pt x="640" y="332"/>
                    </a:lnTo>
                    <a:lnTo>
                      <a:pt x="640" y="328"/>
                    </a:lnTo>
                    <a:lnTo>
                      <a:pt x="636" y="328"/>
                    </a:lnTo>
                    <a:lnTo>
                      <a:pt x="632" y="328"/>
                    </a:lnTo>
                    <a:lnTo>
                      <a:pt x="630" y="324"/>
                    </a:lnTo>
                    <a:lnTo>
                      <a:pt x="626" y="324"/>
                    </a:lnTo>
                    <a:lnTo>
                      <a:pt x="626" y="328"/>
                    </a:lnTo>
                    <a:lnTo>
                      <a:pt x="630" y="328"/>
                    </a:lnTo>
                    <a:lnTo>
                      <a:pt x="630" y="332"/>
                    </a:lnTo>
                    <a:lnTo>
                      <a:pt x="632" y="332"/>
                    </a:lnTo>
                    <a:lnTo>
                      <a:pt x="636" y="332"/>
                    </a:lnTo>
                    <a:lnTo>
                      <a:pt x="640" y="336"/>
                    </a:lnTo>
                    <a:lnTo>
                      <a:pt x="644" y="336"/>
                    </a:lnTo>
                    <a:lnTo>
                      <a:pt x="644" y="340"/>
                    </a:lnTo>
                    <a:lnTo>
                      <a:pt x="640" y="340"/>
                    </a:lnTo>
                    <a:lnTo>
                      <a:pt x="636" y="340"/>
                    </a:lnTo>
                    <a:lnTo>
                      <a:pt x="632" y="340"/>
                    </a:lnTo>
                    <a:lnTo>
                      <a:pt x="630" y="340"/>
                    </a:lnTo>
                    <a:lnTo>
                      <a:pt x="632" y="340"/>
                    </a:lnTo>
                    <a:lnTo>
                      <a:pt x="636" y="340"/>
                    </a:lnTo>
                    <a:lnTo>
                      <a:pt x="640" y="340"/>
                    </a:lnTo>
                    <a:lnTo>
                      <a:pt x="644" y="340"/>
                    </a:lnTo>
                    <a:lnTo>
                      <a:pt x="648" y="340"/>
                    </a:lnTo>
                    <a:lnTo>
                      <a:pt x="644" y="340"/>
                    </a:lnTo>
                    <a:lnTo>
                      <a:pt x="644" y="342"/>
                    </a:lnTo>
                    <a:lnTo>
                      <a:pt x="648" y="342"/>
                    </a:lnTo>
                    <a:lnTo>
                      <a:pt x="648" y="340"/>
                    </a:lnTo>
                    <a:lnTo>
                      <a:pt x="652" y="340"/>
                    </a:lnTo>
                    <a:lnTo>
                      <a:pt x="652" y="342"/>
                    </a:lnTo>
                    <a:lnTo>
                      <a:pt x="656" y="342"/>
                    </a:lnTo>
                    <a:lnTo>
                      <a:pt x="660" y="342"/>
                    </a:lnTo>
                    <a:lnTo>
                      <a:pt x="662" y="342"/>
                    </a:lnTo>
                    <a:lnTo>
                      <a:pt x="666" y="342"/>
                    </a:lnTo>
                    <a:lnTo>
                      <a:pt x="670" y="342"/>
                    </a:lnTo>
                    <a:lnTo>
                      <a:pt x="674" y="346"/>
                    </a:lnTo>
                    <a:lnTo>
                      <a:pt x="670" y="350"/>
                    </a:lnTo>
                    <a:lnTo>
                      <a:pt x="670" y="346"/>
                    </a:lnTo>
                    <a:lnTo>
                      <a:pt x="666" y="346"/>
                    </a:lnTo>
                    <a:lnTo>
                      <a:pt x="670" y="350"/>
                    </a:lnTo>
                    <a:lnTo>
                      <a:pt x="662" y="354"/>
                    </a:lnTo>
                    <a:lnTo>
                      <a:pt x="660" y="354"/>
                    </a:lnTo>
                    <a:lnTo>
                      <a:pt x="652" y="358"/>
                    </a:lnTo>
                    <a:lnTo>
                      <a:pt x="652" y="354"/>
                    </a:lnTo>
                    <a:lnTo>
                      <a:pt x="648" y="358"/>
                    </a:lnTo>
                    <a:lnTo>
                      <a:pt x="644" y="358"/>
                    </a:lnTo>
                    <a:lnTo>
                      <a:pt x="644" y="354"/>
                    </a:lnTo>
                    <a:lnTo>
                      <a:pt x="640" y="354"/>
                    </a:lnTo>
                    <a:lnTo>
                      <a:pt x="640" y="350"/>
                    </a:lnTo>
                    <a:lnTo>
                      <a:pt x="636" y="350"/>
                    </a:lnTo>
                    <a:lnTo>
                      <a:pt x="636" y="354"/>
                    </a:lnTo>
                    <a:lnTo>
                      <a:pt x="640" y="354"/>
                    </a:lnTo>
                    <a:lnTo>
                      <a:pt x="640" y="358"/>
                    </a:lnTo>
                    <a:lnTo>
                      <a:pt x="640" y="354"/>
                    </a:lnTo>
                    <a:lnTo>
                      <a:pt x="636" y="354"/>
                    </a:lnTo>
                    <a:lnTo>
                      <a:pt x="632" y="354"/>
                    </a:lnTo>
                    <a:lnTo>
                      <a:pt x="630" y="354"/>
                    </a:lnTo>
                    <a:lnTo>
                      <a:pt x="632" y="354"/>
                    </a:lnTo>
                    <a:lnTo>
                      <a:pt x="632" y="358"/>
                    </a:lnTo>
                    <a:lnTo>
                      <a:pt x="636" y="358"/>
                    </a:lnTo>
                    <a:lnTo>
                      <a:pt x="636" y="362"/>
                    </a:lnTo>
                    <a:lnTo>
                      <a:pt x="632" y="366"/>
                    </a:lnTo>
                    <a:lnTo>
                      <a:pt x="630" y="366"/>
                    </a:lnTo>
                    <a:lnTo>
                      <a:pt x="626" y="366"/>
                    </a:lnTo>
                    <a:lnTo>
                      <a:pt x="622" y="370"/>
                    </a:lnTo>
                    <a:lnTo>
                      <a:pt x="618" y="370"/>
                    </a:lnTo>
                    <a:lnTo>
                      <a:pt x="622" y="370"/>
                    </a:lnTo>
                    <a:lnTo>
                      <a:pt x="626" y="370"/>
                    </a:lnTo>
                    <a:lnTo>
                      <a:pt x="630" y="370"/>
                    </a:lnTo>
                    <a:lnTo>
                      <a:pt x="632" y="366"/>
                    </a:lnTo>
                    <a:lnTo>
                      <a:pt x="632" y="370"/>
                    </a:lnTo>
                    <a:lnTo>
                      <a:pt x="630" y="370"/>
                    </a:lnTo>
                    <a:lnTo>
                      <a:pt x="632" y="370"/>
                    </a:lnTo>
                    <a:lnTo>
                      <a:pt x="636" y="370"/>
                    </a:lnTo>
                    <a:lnTo>
                      <a:pt x="640" y="370"/>
                    </a:lnTo>
                    <a:lnTo>
                      <a:pt x="648" y="370"/>
                    </a:lnTo>
                    <a:lnTo>
                      <a:pt x="652" y="370"/>
                    </a:lnTo>
                    <a:lnTo>
                      <a:pt x="656" y="370"/>
                    </a:lnTo>
                    <a:lnTo>
                      <a:pt x="660" y="370"/>
                    </a:lnTo>
                    <a:lnTo>
                      <a:pt x="660" y="372"/>
                    </a:lnTo>
                    <a:lnTo>
                      <a:pt x="656" y="372"/>
                    </a:lnTo>
                    <a:lnTo>
                      <a:pt x="652" y="372"/>
                    </a:lnTo>
                    <a:lnTo>
                      <a:pt x="648" y="372"/>
                    </a:lnTo>
                    <a:lnTo>
                      <a:pt x="644" y="372"/>
                    </a:lnTo>
                    <a:lnTo>
                      <a:pt x="644" y="376"/>
                    </a:lnTo>
                    <a:lnTo>
                      <a:pt x="640" y="376"/>
                    </a:lnTo>
                    <a:lnTo>
                      <a:pt x="636" y="376"/>
                    </a:lnTo>
                    <a:lnTo>
                      <a:pt x="632" y="376"/>
                    </a:lnTo>
                    <a:lnTo>
                      <a:pt x="630" y="376"/>
                    </a:lnTo>
                    <a:lnTo>
                      <a:pt x="630" y="380"/>
                    </a:lnTo>
                    <a:lnTo>
                      <a:pt x="632" y="376"/>
                    </a:lnTo>
                    <a:lnTo>
                      <a:pt x="632" y="380"/>
                    </a:lnTo>
                    <a:lnTo>
                      <a:pt x="636" y="380"/>
                    </a:lnTo>
                    <a:lnTo>
                      <a:pt x="640" y="380"/>
                    </a:lnTo>
                    <a:lnTo>
                      <a:pt x="644" y="380"/>
                    </a:lnTo>
                    <a:lnTo>
                      <a:pt x="648" y="376"/>
                    </a:lnTo>
                    <a:lnTo>
                      <a:pt x="652" y="372"/>
                    </a:lnTo>
                    <a:lnTo>
                      <a:pt x="656" y="372"/>
                    </a:lnTo>
                    <a:lnTo>
                      <a:pt x="656" y="376"/>
                    </a:lnTo>
                    <a:lnTo>
                      <a:pt x="660" y="376"/>
                    </a:lnTo>
                    <a:lnTo>
                      <a:pt x="662" y="372"/>
                    </a:lnTo>
                    <a:lnTo>
                      <a:pt x="666" y="372"/>
                    </a:lnTo>
                    <a:lnTo>
                      <a:pt x="670" y="372"/>
                    </a:lnTo>
                    <a:lnTo>
                      <a:pt x="674" y="370"/>
                    </a:lnTo>
                    <a:lnTo>
                      <a:pt x="674" y="372"/>
                    </a:lnTo>
                    <a:lnTo>
                      <a:pt x="678" y="372"/>
                    </a:lnTo>
                    <a:lnTo>
                      <a:pt x="678" y="370"/>
                    </a:lnTo>
                    <a:lnTo>
                      <a:pt x="678" y="372"/>
                    </a:lnTo>
                    <a:lnTo>
                      <a:pt x="682" y="372"/>
                    </a:lnTo>
                    <a:lnTo>
                      <a:pt x="686" y="372"/>
                    </a:lnTo>
                    <a:lnTo>
                      <a:pt x="692" y="376"/>
                    </a:lnTo>
                    <a:lnTo>
                      <a:pt x="696" y="376"/>
                    </a:lnTo>
                    <a:lnTo>
                      <a:pt x="700" y="376"/>
                    </a:lnTo>
                    <a:lnTo>
                      <a:pt x="704" y="376"/>
                    </a:lnTo>
                    <a:lnTo>
                      <a:pt x="708" y="376"/>
                    </a:lnTo>
                    <a:lnTo>
                      <a:pt x="712" y="376"/>
                    </a:lnTo>
                    <a:lnTo>
                      <a:pt x="716" y="376"/>
                    </a:lnTo>
                    <a:lnTo>
                      <a:pt x="718" y="376"/>
                    </a:lnTo>
                    <a:lnTo>
                      <a:pt x="718" y="380"/>
                    </a:lnTo>
                    <a:lnTo>
                      <a:pt x="716" y="380"/>
                    </a:lnTo>
                    <a:lnTo>
                      <a:pt x="712" y="380"/>
                    </a:lnTo>
                    <a:lnTo>
                      <a:pt x="708" y="380"/>
                    </a:lnTo>
                    <a:lnTo>
                      <a:pt x="708" y="384"/>
                    </a:lnTo>
                    <a:lnTo>
                      <a:pt x="712" y="384"/>
                    </a:lnTo>
                    <a:lnTo>
                      <a:pt x="708" y="384"/>
                    </a:lnTo>
                    <a:lnTo>
                      <a:pt x="708" y="380"/>
                    </a:lnTo>
                    <a:lnTo>
                      <a:pt x="704" y="380"/>
                    </a:lnTo>
                    <a:lnTo>
                      <a:pt x="704" y="384"/>
                    </a:lnTo>
                    <a:lnTo>
                      <a:pt x="708" y="384"/>
                    </a:lnTo>
                    <a:lnTo>
                      <a:pt x="704" y="384"/>
                    </a:lnTo>
                    <a:lnTo>
                      <a:pt x="708" y="384"/>
                    </a:lnTo>
                    <a:lnTo>
                      <a:pt x="708" y="388"/>
                    </a:lnTo>
                    <a:lnTo>
                      <a:pt x="704" y="388"/>
                    </a:lnTo>
                    <a:lnTo>
                      <a:pt x="704" y="384"/>
                    </a:lnTo>
                    <a:lnTo>
                      <a:pt x="700" y="384"/>
                    </a:lnTo>
                    <a:lnTo>
                      <a:pt x="704" y="384"/>
                    </a:lnTo>
                    <a:lnTo>
                      <a:pt x="704" y="388"/>
                    </a:lnTo>
                    <a:lnTo>
                      <a:pt x="700" y="388"/>
                    </a:lnTo>
                    <a:lnTo>
                      <a:pt x="696" y="388"/>
                    </a:lnTo>
                    <a:lnTo>
                      <a:pt x="692" y="388"/>
                    </a:lnTo>
                    <a:lnTo>
                      <a:pt x="696" y="388"/>
                    </a:lnTo>
                    <a:lnTo>
                      <a:pt x="700" y="388"/>
                    </a:lnTo>
                    <a:lnTo>
                      <a:pt x="696" y="392"/>
                    </a:lnTo>
                    <a:lnTo>
                      <a:pt x="692" y="392"/>
                    </a:lnTo>
                    <a:lnTo>
                      <a:pt x="688" y="392"/>
                    </a:lnTo>
                    <a:lnTo>
                      <a:pt x="692" y="392"/>
                    </a:lnTo>
                    <a:lnTo>
                      <a:pt x="688" y="396"/>
                    </a:lnTo>
                    <a:lnTo>
                      <a:pt x="686" y="396"/>
                    </a:lnTo>
                    <a:lnTo>
                      <a:pt x="682" y="396"/>
                    </a:lnTo>
                    <a:lnTo>
                      <a:pt x="686" y="398"/>
                    </a:lnTo>
                    <a:lnTo>
                      <a:pt x="682" y="398"/>
                    </a:lnTo>
                    <a:lnTo>
                      <a:pt x="678" y="398"/>
                    </a:lnTo>
                    <a:lnTo>
                      <a:pt x="674" y="398"/>
                    </a:lnTo>
                    <a:lnTo>
                      <a:pt x="678" y="398"/>
                    </a:lnTo>
                    <a:lnTo>
                      <a:pt x="678" y="402"/>
                    </a:lnTo>
                    <a:lnTo>
                      <a:pt x="674" y="402"/>
                    </a:lnTo>
                    <a:lnTo>
                      <a:pt x="674" y="406"/>
                    </a:lnTo>
                    <a:lnTo>
                      <a:pt x="670" y="402"/>
                    </a:lnTo>
                    <a:lnTo>
                      <a:pt x="670" y="406"/>
                    </a:lnTo>
                    <a:lnTo>
                      <a:pt x="666" y="406"/>
                    </a:lnTo>
                    <a:lnTo>
                      <a:pt x="670" y="406"/>
                    </a:lnTo>
                    <a:lnTo>
                      <a:pt x="670" y="410"/>
                    </a:lnTo>
                    <a:lnTo>
                      <a:pt x="666" y="410"/>
                    </a:lnTo>
                    <a:lnTo>
                      <a:pt x="662" y="410"/>
                    </a:lnTo>
                    <a:lnTo>
                      <a:pt x="660" y="414"/>
                    </a:lnTo>
                    <a:lnTo>
                      <a:pt x="656" y="414"/>
                    </a:lnTo>
                    <a:lnTo>
                      <a:pt x="652" y="414"/>
                    </a:lnTo>
                    <a:lnTo>
                      <a:pt x="648" y="418"/>
                    </a:lnTo>
                    <a:lnTo>
                      <a:pt x="648" y="414"/>
                    </a:lnTo>
                    <a:lnTo>
                      <a:pt x="644" y="414"/>
                    </a:lnTo>
                    <a:lnTo>
                      <a:pt x="644" y="418"/>
                    </a:lnTo>
                    <a:lnTo>
                      <a:pt x="648" y="418"/>
                    </a:lnTo>
                    <a:lnTo>
                      <a:pt x="644" y="418"/>
                    </a:lnTo>
                    <a:lnTo>
                      <a:pt x="640" y="418"/>
                    </a:lnTo>
                    <a:lnTo>
                      <a:pt x="636" y="418"/>
                    </a:lnTo>
                    <a:lnTo>
                      <a:pt x="632" y="422"/>
                    </a:lnTo>
                    <a:lnTo>
                      <a:pt x="630" y="418"/>
                    </a:lnTo>
                    <a:lnTo>
                      <a:pt x="626" y="422"/>
                    </a:lnTo>
                    <a:lnTo>
                      <a:pt x="622" y="422"/>
                    </a:lnTo>
                    <a:lnTo>
                      <a:pt x="618" y="422"/>
                    </a:lnTo>
                    <a:lnTo>
                      <a:pt x="622" y="422"/>
                    </a:lnTo>
                    <a:lnTo>
                      <a:pt x="622" y="426"/>
                    </a:lnTo>
                    <a:lnTo>
                      <a:pt x="618" y="426"/>
                    </a:lnTo>
                    <a:lnTo>
                      <a:pt x="618" y="422"/>
                    </a:lnTo>
                    <a:lnTo>
                      <a:pt x="618" y="426"/>
                    </a:lnTo>
                    <a:lnTo>
                      <a:pt x="614" y="426"/>
                    </a:lnTo>
                    <a:lnTo>
                      <a:pt x="610" y="422"/>
                    </a:lnTo>
                    <a:lnTo>
                      <a:pt x="606" y="422"/>
                    </a:lnTo>
                    <a:lnTo>
                      <a:pt x="604" y="426"/>
                    </a:lnTo>
                    <a:lnTo>
                      <a:pt x="606" y="426"/>
                    </a:lnTo>
                    <a:lnTo>
                      <a:pt x="606" y="428"/>
                    </a:lnTo>
                    <a:lnTo>
                      <a:pt x="604" y="428"/>
                    </a:lnTo>
                    <a:lnTo>
                      <a:pt x="604" y="426"/>
                    </a:lnTo>
                    <a:lnTo>
                      <a:pt x="600" y="426"/>
                    </a:lnTo>
                    <a:lnTo>
                      <a:pt x="596" y="426"/>
                    </a:lnTo>
                    <a:lnTo>
                      <a:pt x="600" y="426"/>
                    </a:lnTo>
                    <a:lnTo>
                      <a:pt x="604" y="428"/>
                    </a:lnTo>
                    <a:lnTo>
                      <a:pt x="600" y="428"/>
                    </a:lnTo>
                    <a:lnTo>
                      <a:pt x="596" y="428"/>
                    </a:lnTo>
                    <a:lnTo>
                      <a:pt x="592" y="428"/>
                    </a:lnTo>
                    <a:lnTo>
                      <a:pt x="588" y="428"/>
                    </a:lnTo>
                    <a:lnTo>
                      <a:pt x="588" y="426"/>
                    </a:lnTo>
                    <a:lnTo>
                      <a:pt x="584" y="428"/>
                    </a:lnTo>
                    <a:lnTo>
                      <a:pt x="588" y="428"/>
                    </a:lnTo>
                    <a:lnTo>
                      <a:pt x="584" y="428"/>
                    </a:lnTo>
                    <a:lnTo>
                      <a:pt x="584" y="426"/>
                    </a:lnTo>
                    <a:lnTo>
                      <a:pt x="580" y="426"/>
                    </a:lnTo>
                    <a:lnTo>
                      <a:pt x="576" y="426"/>
                    </a:lnTo>
                    <a:lnTo>
                      <a:pt x="576" y="422"/>
                    </a:lnTo>
                    <a:lnTo>
                      <a:pt x="574" y="422"/>
                    </a:lnTo>
                    <a:lnTo>
                      <a:pt x="574" y="418"/>
                    </a:lnTo>
                    <a:lnTo>
                      <a:pt x="574" y="414"/>
                    </a:lnTo>
                    <a:lnTo>
                      <a:pt x="574" y="418"/>
                    </a:lnTo>
                    <a:lnTo>
                      <a:pt x="570" y="418"/>
                    </a:lnTo>
                    <a:lnTo>
                      <a:pt x="574" y="418"/>
                    </a:lnTo>
                    <a:lnTo>
                      <a:pt x="574" y="422"/>
                    </a:lnTo>
                    <a:lnTo>
                      <a:pt x="576" y="422"/>
                    </a:lnTo>
                    <a:lnTo>
                      <a:pt x="576" y="426"/>
                    </a:lnTo>
                    <a:lnTo>
                      <a:pt x="574" y="426"/>
                    </a:lnTo>
                    <a:lnTo>
                      <a:pt x="576" y="426"/>
                    </a:lnTo>
                    <a:lnTo>
                      <a:pt x="580" y="428"/>
                    </a:lnTo>
                    <a:lnTo>
                      <a:pt x="576" y="428"/>
                    </a:lnTo>
                    <a:lnTo>
                      <a:pt x="576" y="432"/>
                    </a:lnTo>
                    <a:lnTo>
                      <a:pt x="574" y="432"/>
                    </a:lnTo>
                    <a:lnTo>
                      <a:pt x="570" y="432"/>
                    </a:lnTo>
                    <a:lnTo>
                      <a:pt x="574" y="432"/>
                    </a:lnTo>
                    <a:lnTo>
                      <a:pt x="574" y="436"/>
                    </a:lnTo>
                    <a:lnTo>
                      <a:pt x="570" y="436"/>
                    </a:lnTo>
                    <a:lnTo>
                      <a:pt x="566" y="436"/>
                    </a:lnTo>
                    <a:lnTo>
                      <a:pt x="566" y="440"/>
                    </a:lnTo>
                    <a:lnTo>
                      <a:pt x="562" y="440"/>
                    </a:lnTo>
                    <a:lnTo>
                      <a:pt x="562" y="436"/>
                    </a:lnTo>
                    <a:lnTo>
                      <a:pt x="562" y="440"/>
                    </a:lnTo>
                    <a:lnTo>
                      <a:pt x="566" y="440"/>
                    </a:lnTo>
                    <a:lnTo>
                      <a:pt x="562" y="440"/>
                    </a:lnTo>
                    <a:lnTo>
                      <a:pt x="562" y="444"/>
                    </a:lnTo>
                    <a:lnTo>
                      <a:pt x="562" y="448"/>
                    </a:lnTo>
                    <a:lnTo>
                      <a:pt x="558" y="448"/>
                    </a:lnTo>
                    <a:lnTo>
                      <a:pt x="558" y="452"/>
                    </a:lnTo>
                    <a:lnTo>
                      <a:pt x="554" y="452"/>
                    </a:lnTo>
                    <a:lnTo>
                      <a:pt x="554" y="456"/>
                    </a:lnTo>
                    <a:lnTo>
                      <a:pt x="550" y="456"/>
                    </a:lnTo>
                    <a:lnTo>
                      <a:pt x="550" y="458"/>
                    </a:lnTo>
                    <a:lnTo>
                      <a:pt x="550" y="462"/>
                    </a:lnTo>
                    <a:lnTo>
                      <a:pt x="546" y="466"/>
                    </a:lnTo>
                    <a:lnTo>
                      <a:pt x="546" y="462"/>
                    </a:lnTo>
                    <a:lnTo>
                      <a:pt x="546" y="466"/>
                    </a:lnTo>
                    <a:lnTo>
                      <a:pt x="544" y="466"/>
                    </a:lnTo>
                    <a:lnTo>
                      <a:pt x="544" y="462"/>
                    </a:lnTo>
                    <a:lnTo>
                      <a:pt x="546" y="462"/>
                    </a:lnTo>
                    <a:lnTo>
                      <a:pt x="544" y="462"/>
                    </a:lnTo>
                    <a:lnTo>
                      <a:pt x="544" y="466"/>
                    </a:lnTo>
                    <a:lnTo>
                      <a:pt x="544" y="470"/>
                    </a:lnTo>
                    <a:lnTo>
                      <a:pt x="540" y="470"/>
                    </a:lnTo>
                    <a:lnTo>
                      <a:pt x="540" y="474"/>
                    </a:lnTo>
                    <a:lnTo>
                      <a:pt x="536" y="474"/>
                    </a:lnTo>
                    <a:lnTo>
                      <a:pt x="536" y="470"/>
                    </a:lnTo>
                    <a:lnTo>
                      <a:pt x="532" y="470"/>
                    </a:lnTo>
                    <a:lnTo>
                      <a:pt x="532" y="474"/>
                    </a:lnTo>
                    <a:lnTo>
                      <a:pt x="536" y="474"/>
                    </a:lnTo>
                    <a:lnTo>
                      <a:pt x="532" y="474"/>
                    </a:lnTo>
                    <a:lnTo>
                      <a:pt x="528" y="474"/>
                    </a:lnTo>
                    <a:lnTo>
                      <a:pt x="524" y="470"/>
                    </a:lnTo>
                    <a:lnTo>
                      <a:pt x="528" y="474"/>
                    </a:lnTo>
                    <a:lnTo>
                      <a:pt x="528" y="478"/>
                    </a:lnTo>
                    <a:lnTo>
                      <a:pt x="524" y="478"/>
                    </a:lnTo>
                    <a:lnTo>
                      <a:pt x="524" y="482"/>
                    </a:lnTo>
                    <a:lnTo>
                      <a:pt x="520" y="482"/>
                    </a:lnTo>
                    <a:lnTo>
                      <a:pt x="518" y="482"/>
                    </a:lnTo>
                    <a:lnTo>
                      <a:pt x="518" y="478"/>
                    </a:lnTo>
                    <a:lnTo>
                      <a:pt x="514" y="478"/>
                    </a:lnTo>
                    <a:lnTo>
                      <a:pt x="518" y="478"/>
                    </a:lnTo>
                    <a:lnTo>
                      <a:pt x="514" y="482"/>
                    </a:lnTo>
                    <a:lnTo>
                      <a:pt x="510" y="482"/>
                    </a:lnTo>
                    <a:lnTo>
                      <a:pt x="510" y="484"/>
                    </a:lnTo>
                    <a:lnTo>
                      <a:pt x="506" y="484"/>
                    </a:lnTo>
                    <a:lnTo>
                      <a:pt x="506" y="482"/>
                    </a:lnTo>
                    <a:lnTo>
                      <a:pt x="506" y="478"/>
                    </a:lnTo>
                    <a:lnTo>
                      <a:pt x="506" y="482"/>
                    </a:lnTo>
                    <a:lnTo>
                      <a:pt x="506" y="484"/>
                    </a:lnTo>
                    <a:lnTo>
                      <a:pt x="502" y="484"/>
                    </a:lnTo>
                    <a:lnTo>
                      <a:pt x="502" y="482"/>
                    </a:lnTo>
                    <a:lnTo>
                      <a:pt x="498" y="482"/>
                    </a:lnTo>
                    <a:lnTo>
                      <a:pt x="498" y="478"/>
                    </a:lnTo>
                    <a:lnTo>
                      <a:pt x="502" y="474"/>
                    </a:lnTo>
                    <a:lnTo>
                      <a:pt x="506" y="474"/>
                    </a:lnTo>
                    <a:lnTo>
                      <a:pt x="506" y="470"/>
                    </a:lnTo>
                    <a:lnTo>
                      <a:pt x="502" y="470"/>
                    </a:lnTo>
                    <a:lnTo>
                      <a:pt x="502" y="474"/>
                    </a:lnTo>
                    <a:lnTo>
                      <a:pt x="498" y="474"/>
                    </a:lnTo>
                    <a:lnTo>
                      <a:pt x="498" y="470"/>
                    </a:lnTo>
                    <a:lnTo>
                      <a:pt x="494" y="470"/>
                    </a:lnTo>
                    <a:lnTo>
                      <a:pt x="490" y="470"/>
                    </a:lnTo>
                    <a:lnTo>
                      <a:pt x="494" y="470"/>
                    </a:lnTo>
                    <a:lnTo>
                      <a:pt x="494" y="474"/>
                    </a:lnTo>
                    <a:lnTo>
                      <a:pt x="498" y="474"/>
                    </a:lnTo>
                    <a:lnTo>
                      <a:pt x="494" y="474"/>
                    </a:lnTo>
                    <a:lnTo>
                      <a:pt x="494" y="478"/>
                    </a:lnTo>
                    <a:lnTo>
                      <a:pt x="494" y="482"/>
                    </a:lnTo>
                    <a:lnTo>
                      <a:pt x="490" y="482"/>
                    </a:lnTo>
                    <a:lnTo>
                      <a:pt x="488" y="482"/>
                    </a:lnTo>
                    <a:lnTo>
                      <a:pt x="488" y="478"/>
                    </a:lnTo>
                    <a:lnTo>
                      <a:pt x="488" y="482"/>
                    </a:lnTo>
                    <a:lnTo>
                      <a:pt x="490" y="484"/>
                    </a:lnTo>
                    <a:lnTo>
                      <a:pt x="490" y="488"/>
                    </a:lnTo>
                    <a:lnTo>
                      <a:pt x="488" y="488"/>
                    </a:lnTo>
                    <a:lnTo>
                      <a:pt x="484" y="488"/>
                    </a:lnTo>
                    <a:lnTo>
                      <a:pt x="488" y="488"/>
                    </a:lnTo>
                    <a:lnTo>
                      <a:pt x="484" y="488"/>
                    </a:lnTo>
                    <a:lnTo>
                      <a:pt x="480" y="488"/>
                    </a:lnTo>
                    <a:lnTo>
                      <a:pt x="476" y="488"/>
                    </a:lnTo>
                    <a:lnTo>
                      <a:pt x="476" y="484"/>
                    </a:lnTo>
                    <a:lnTo>
                      <a:pt x="476" y="488"/>
                    </a:lnTo>
                    <a:lnTo>
                      <a:pt x="476" y="492"/>
                    </a:lnTo>
                    <a:lnTo>
                      <a:pt x="472" y="492"/>
                    </a:lnTo>
                    <a:lnTo>
                      <a:pt x="472" y="488"/>
                    </a:lnTo>
                    <a:lnTo>
                      <a:pt x="468" y="488"/>
                    </a:lnTo>
                    <a:lnTo>
                      <a:pt x="468" y="492"/>
                    </a:lnTo>
                    <a:lnTo>
                      <a:pt x="464" y="492"/>
                    </a:lnTo>
                    <a:lnTo>
                      <a:pt x="464" y="488"/>
                    </a:lnTo>
                    <a:lnTo>
                      <a:pt x="462" y="492"/>
                    </a:lnTo>
                    <a:lnTo>
                      <a:pt x="464" y="492"/>
                    </a:lnTo>
                    <a:lnTo>
                      <a:pt x="468" y="492"/>
                    </a:lnTo>
                    <a:lnTo>
                      <a:pt x="468" y="496"/>
                    </a:lnTo>
                    <a:lnTo>
                      <a:pt x="468" y="492"/>
                    </a:lnTo>
                    <a:lnTo>
                      <a:pt x="464" y="496"/>
                    </a:lnTo>
                    <a:lnTo>
                      <a:pt x="468" y="496"/>
                    </a:lnTo>
                    <a:lnTo>
                      <a:pt x="468" y="500"/>
                    </a:lnTo>
                    <a:lnTo>
                      <a:pt x="464" y="500"/>
                    </a:lnTo>
                    <a:lnTo>
                      <a:pt x="464" y="504"/>
                    </a:lnTo>
                    <a:lnTo>
                      <a:pt x="462" y="504"/>
                    </a:lnTo>
                    <a:lnTo>
                      <a:pt x="458" y="504"/>
                    </a:lnTo>
                    <a:lnTo>
                      <a:pt x="458" y="500"/>
                    </a:lnTo>
                    <a:lnTo>
                      <a:pt x="458" y="504"/>
                    </a:lnTo>
                    <a:lnTo>
                      <a:pt x="450" y="504"/>
                    </a:lnTo>
                    <a:lnTo>
                      <a:pt x="450" y="508"/>
                    </a:lnTo>
                    <a:lnTo>
                      <a:pt x="454" y="508"/>
                    </a:lnTo>
                    <a:lnTo>
                      <a:pt x="454" y="512"/>
                    </a:lnTo>
                    <a:lnTo>
                      <a:pt x="458" y="512"/>
                    </a:lnTo>
                    <a:lnTo>
                      <a:pt x="458" y="514"/>
                    </a:lnTo>
                    <a:lnTo>
                      <a:pt x="458" y="518"/>
                    </a:lnTo>
                    <a:lnTo>
                      <a:pt x="462" y="518"/>
                    </a:lnTo>
                    <a:lnTo>
                      <a:pt x="458" y="518"/>
                    </a:lnTo>
                    <a:lnTo>
                      <a:pt x="454" y="518"/>
                    </a:lnTo>
                    <a:lnTo>
                      <a:pt x="450" y="522"/>
                    </a:lnTo>
                    <a:lnTo>
                      <a:pt x="446" y="518"/>
                    </a:lnTo>
                    <a:lnTo>
                      <a:pt x="442" y="518"/>
                    </a:lnTo>
                    <a:lnTo>
                      <a:pt x="442" y="522"/>
                    </a:lnTo>
                    <a:lnTo>
                      <a:pt x="446" y="522"/>
                    </a:lnTo>
                    <a:lnTo>
                      <a:pt x="450" y="526"/>
                    </a:lnTo>
                    <a:lnTo>
                      <a:pt x="454" y="526"/>
                    </a:lnTo>
                    <a:lnTo>
                      <a:pt x="454" y="522"/>
                    </a:lnTo>
                    <a:lnTo>
                      <a:pt x="458" y="526"/>
                    </a:lnTo>
                    <a:lnTo>
                      <a:pt x="454" y="530"/>
                    </a:lnTo>
                    <a:lnTo>
                      <a:pt x="458" y="530"/>
                    </a:lnTo>
                    <a:lnTo>
                      <a:pt x="458" y="534"/>
                    </a:lnTo>
                    <a:lnTo>
                      <a:pt x="458" y="538"/>
                    </a:lnTo>
                    <a:lnTo>
                      <a:pt x="454" y="538"/>
                    </a:lnTo>
                    <a:lnTo>
                      <a:pt x="454" y="534"/>
                    </a:lnTo>
                    <a:lnTo>
                      <a:pt x="450" y="534"/>
                    </a:lnTo>
                    <a:lnTo>
                      <a:pt x="446" y="534"/>
                    </a:lnTo>
                    <a:lnTo>
                      <a:pt x="442" y="534"/>
                    </a:lnTo>
                    <a:lnTo>
                      <a:pt x="446" y="534"/>
                    </a:lnTo>
                    <a:lnTo>
                      <a:pt x="450" y="534"/>
                    </a:lnTo>
                    <a:lnTo>
                      <a:pt x="450" y="538"/>
                    </a:lnTo>
                    <a:lnTo>
                      <a:pt x="454" y="538"/>
                    </a:lnTo>
                    <a:lnTo>
                      <a:pt x="454" y="540"/>
                    </a:lnTo>
                    <a:lnTo>
                      <a:pt x="454" y="538"/>
                    </a:lnTo>
                    <a:lnTo>
                      <a:pt x="450" y="538"/>
                    </a:lnTo>
                    <a:lnTo>
                      <a:pt x="450" y="540"/>
                    </a:lnTo>
                    <a:lnTo>
                      <a:pt x="446" y="540"/>
                    </a:lnTo>
                    <a:lnTo>
                      <a:pt x="446" y="538"/>
                    </a:lnTo>
                    <a:lnTo>
                      <a:pt x="446" y="540"/>
                    </a:lnTo>
                    <a:lnTo>
                      <a:pt x="450" y="540"/>
                    </a:lnTo>
                    <a:lnTo>
                      <a:pt x="446" y="540"/>
                    </a:lnTo>
                    <a:lnTo>
                      <a:pt x="442" y="540"/>
                    </a:lnTo>
                    <a:lnTo>
                      <a:pt x="446" y="540"/>
                    </a:lnTo>
                    <a:lnTo>
                      <a:pt x="450" y="544"/>
                    </a:lnTo>
                    <a:lnTo>
                      <a:pt x="446" y="544"/>
                    </a:lnTo>
                    <a:lnTo>
                      <a:pt x="446" y="540"/>
                    </a:lnTo>
                    <a:lnTo>
                      <a:pt x="442" y="540"/>
                    </a:lnTo>
                    <a:lnTo>
                      <a:pt x="440" y="540"/>
                    </a:lnTo>
                    <a:lnTo>
                      <a:pt x="442" y="544"/>
                    </a:lnTo>
                    <a:lnTo>
                      <a:pt x="446" y="544"/>
                    </a:lnTo>
                    <a:lnTo>
                      <a:pt x="446" y="548"/>
                    </a:lnTo>
                    <a:lnTo>
                      <a:pt x="442" y="548"/>
                    </a:lnTo>
                    <a:lnTo>
                      <a:pt x="440" y="548"/>
                    </a:lnTo>
                    <a:lnTo>
                      <a:pt x="440" y="544"/>
                    </a:lnTo>
                    <a:lnTo>
                      <a:pt x="440" y="548"/>
                    </a:lnTo>
                    <a:lnTo>
                      <a:pt x="442" y="548"/>
                    </a:lnTo>
                    <a:lnTo>
                      <a:pt x="442" y="552"/>
                    </a:lnTo>
                    <a:lnTo>
                      <a:pt x="440" y="552"/>
                    </a:lnTo>
                    <a:lnTo>
                      <a:pt x="440" y="548"/>
                    </a:lnTo>
                    <a:lnTo>
                      <a:pt x="436" y="548"/>
                    </a:lnTo>
                    <a:lnTo>
                      <a:pt x="440" y="552"/>
                    </a:lnTo>
                    <a:lnTo>
                      <a:pt x="442" y="552"/>
                    </a:lnTo>
                    <a:lnTo>
                      <a:pt x="442" y="556"/>
                    </a:lnTo>
                    <a:lnTo>
                      <a:pt x="440" y="556"/>
                    </a:lnTo>
                    <a:lnTo>
                      <a:pt x="436" y="556"/>
                    </a:lnTo>
                    <a:lnTo>
                      <a:pt x="432" y="556"/>
                    </a:lnTo>
                    <a:lnTo>
                      <a:pt x="432" y="552"/>
                    </a:lnTo>
                    <a:lnTo>
                      <a:pt x="436" y="552"/>
                    </a:lnTo>
                    <a:lnTo>
                      <a:pt x="432" y="552"/>
                    </a:lnTo>
                    <a:lnTo>
                      <a:pt x="432" y="556"/>
                    </a:lnTo>
                    <a:lnTo>
                      <a:pt x="432" y="560"/>
                    </a:lnTo>
                    <a:lnTo>
                      <a:pt x="428" y="556"/>
                    </a:lnTo>
                    <a:lnTo>
                      <a:pt x="428" y="560"/>
                    </a:lnTo>
                    <a:lnTo>
                      <a:pt x="424" y="560"/>
                    </a:lnTo>
                    <a:lnTo>
                      <a:pt x="420" y="556"/>
                    </a:lnTo>
                    <a:lnTo>
                      <a:pt x="420" y="560"/>
                    </a:lnTo>
                    <a:lnTo>
                      <a:pt x="424" y="560"/>
                    </a:lnTo>
                    <a:lnTo>
                      <a:pt x="428" y="560"/>
                    </a:lnTo>
                    <a:lnTo>
                      <a:pt x="432" y="564"/>
                    </a:lnTo>
                    <a:lnTo>
                      <a:pt x="436" y="564"/>
                    </a:lnTo>
                    <a:lnTo>
                      <a:pt x="436" y="568"/>
                    </a:lnTo>
                    <a:lnTo>
                      <a:pt x="432" y="568"/>
                    </a:lnTo>
                    <a:lnTo>
                      <a:pt x="432" y="564"/>
                    </a:lnTo>
                    <a:lnTo>
                      <a:pt x="428" y="564"/>
                    </a:lnTo>
                    <a:lnTo>
                      <a:pt x="424" y="564"/>
                    </a:lnTo>
                    <a:lnTo>
                      <a:pt x="428" y="564"/>
                    </a:lnTo>
                    <a:lnTo>
                      <a:pt x="428" y="568"/>
                    </a:lnTo>
                    <a:lnTo>
                      <a:pt x="432" y="568"/>
                    </a:lnTo>
                    <a:lnTo>
                      <a:pt x="436" y="570"/>
                    </a:lnTo>
                    <a:lnTo>
                      <a:pt x="432" y="570"/>
                    </a:lnTo>
                    <a:lnTo>
                      <a:pt x="432" y="574"/>
                    </a:lnTo>
                    <a:lnTo>
                      <a:pt x="436" y="574"/>
                    </a:lnTo>
                    <a:lnTo>
                      <a:pt x="436" y="578"/>
                    </a:lnTo>
                    <a:lnTo>
                      <a:pt x="432" y="578"/>
                    </a:lnTo>
                    <a:lnTo>
                      <a:pt x="436" y="578"/>
                    </a:lnTo>
                    <a:lnTo>
                      <a:pt x="432" y="582"/>
                    </a:lnTo>
                    <a:lnTo>
                      <a:pt x="428" y="582"/>
                    </a:lnTo>
                    <a:lnTo>
                      <a:pt x="428" y="578"/>
                    </a:lnTo>
                    <a:lnTo>
                      <a:pt x="424" y="578"/>
                    </a:lnTo>
                    <a:lnTo>
                      <a:pt x="424" y="582"/>
                    </a:lnTo>
                    <a:lnTo>
                      <a:pt x="428" y="578"/>
                    </a:lnTo>
                    <a:lnTo>
                      <a:pt x="428" y="582"/>
                    </a:lnTo>
                    <a:lnTo>
                      <a:pt x="432" y="582"/>
                    </a:lnTo>
                    <a:lnTo>
                      <a:pt x="432" y="584"/>
                    </a:lnTo>
                    <a:lnTo>
                      <a:pt x="428" y="584"/>
                    </a:lnTo>
                    <a:lnTo>
                      <a:pt x="424" y="584"/>
                    </a:lnTo>
                    <a:lnTo>
                      <a:pt x="428" y="584"/>
                    </a:lnTo>
                    <a:lnTo>
                      <a:pt x="432" y="584"/>
                    </a:lnTo>
                    <a:lnTo>
                      <a:pt x="432" y="588"/>
                    </a:lnTo>
                    <a:lnTo>
                      <a:pt x="428" y="588"/>
                    </a:lnTo>
                    <a:lnTo>
                      <a:pt x="428" y="592"/>
                    </a:lnTo>
                    <a:lnTo>
                      <a:pt x="428" y="588"/>
                    </a:lnTo>
                    <a:lnTo>
                      <a:pt x="424" y="588"/>
                    </a:lnTo>
                    <a:lnTo>
                      <a:pt x="420" y="588"/>
                    </a:lnTo>
                    <a:lnTo>
                      <a:pt x="424" y="588"/>
                    </a:lnTo>
                    <a:lnTo>
                      <a:pt x="428" y="592"/>
                    </a:lnTo>
                    <a:lnTo>
                      <a:pt x="424" y="592"/>
                    </a:lnTo>
                    <a:lnTo>
                      <a:pt x="428" y="592"/>
                    </a:lnTo>
                    <a:lnTo>
                      <a:pt x="424" y="592"/>
                    </a:lnTo>
                    <a:lnTo>
                      <a:pt x="420" y="592"/>
                    </a:lnTo>
                    <a:lnTo>
                      <a:pt x="424" y="592"/>
                    </a:lnTo>
                    <a:lnTo>
                      <a:pt x="428" y="592"/>
                    </a:lnTo>
                    <a:lnTo>
                      <a:pt x="428" y="596"/>
                    </a:lnTo>
                    <a:lnTo>
                      <a:pt x="424" y="596"/>
                    </a:lnTo>
                    <a:lnTo>
                      <a:pt x="420" y="596"/>
                    </a:lnTo>
                    <a:lnTo>
                      <a:pt x="418" y="592"/>
                    </a:lnTo>
                    <a:lnTo>
                      <a:pt x="418" y="596"/>
                    </a:lnTo>
                    <a:lnTo>
                      <a:pt x="420" y="596"/>
                    </a:lnTo>
                    <a:lnTo>
                      <a:pt x="424" y="596"/>
                    </a:lnTo>
                    <a:lnTo>
                      <a:pt x="428" y="596"/>
                    </a:lnTo>
                    <a:lnTo>
                      <a:pt x="428" y="600"/>
                    </a:lnTo>
                    <a:lnTo>
                      <a:pt x="424" y="600"/>
                    </a:lnTo>
                    <a:lnTo>
                      <a:pt x="420" y="600"/>
                    </a:lnTo>
                    <a:lnTo>
                      <a:pt x="418" y="600"/>
                    </a:lnTo>
                    <a:lnTo>
                      <a:pt x="420" y="600"/>
                    </a:lnTo>
                    <a:lnTo>
                      <a:pt x="424" y="600"/>
                    </a:lnTo>
                    <a:lnTo>
                      <a:pt x="428" y="600"/>
                    </a:lnTo>
                    <a:lnTo>
                      <a:pt x="428" y="604"/>
                    </a:lnTo>
                    <a:lnTo>
                      <a:pt x="424" y="604"/>
                    </a:lnTo>
                    <a:lnTo>
                      <a:pt x="424" y="600"/>
                    </a:lnTo>
                    <a:lnTo>
                      <a:pt x="420" y="600"/>
                    </a:lnTo>
                    <a:lnTo>
                      <a:pt x="418" y="600"/>
                    </a:lnTo>
                    <a:lnTo>
                      <a:pt x="420" y="604"/>
                    </a:lnTo>
                    <a:lnTo>
                      <a:pt x="424" y="604"/>
                    </a:lnTo>
                    <a:lnTo>
                      <a:pt x="428" y="604"/>
                    </a:lnTo>
                    <a:lnTo>
                      <a:pt x="424" y="604"/>
                    </a:lnTo>
                    <a:lnTo>
                      <a:pt x="420" y="604"/>
                    </a:lnTo>
                    <a:lnTo>
                      <a:pt x="424" y="604"/>
                    </a:lnTo>
                    <a:lnTo>
                      <a:pt x="424" y="608"/>
                    </a:lnTo>
                    <a:lnTo>
                      <a:pt x="424" y="604"/>
                    </a:lnTo>
                    <a:lnTo>
                      <a:pt x="428" y="604"/>
                    </a:lnTo>
                    <a:lnTo>
                      <a:pt x="424" y="608"/>
                    </a:lnTo>
                    <a:lnTo>
                      <a:pt x="420" y="608"/>
                    </a:lnTo>
                    <a:lnTo>
                      <a:pt x="420" y="612"/>
                    </a:lnTo>
                    <a:lnTo>
                      <a:pt x="418" y="608"/>
                    </a:lnTo>
                    <a:lnTo>
                      <a:pt x="414" y="608"/>
                    </a:lnTo>
                    <a:lnTo>
                      <a:pt x="414" y="604"/>
                    </a:lnTo>
                    <a:lnTo>
                      <a:pt x="414" y="608"/>
                    </a:lnTo>
                    <a:lnTo>
                      <a:pt x="410" y="608"/>
                    </a:lnTo>
                    <a:lnTo>
                      <a:pt x="406" y="608"/>
                    </a:lnTo>
                    <a:lnTo>
                      <a:pt x="410" y="608"/>
                    </a:lnTo>
                    <a:lnTo>
                      <a:pt x="418" y="608"/>
                    </a:lnTo>
                    <a:lnTo>
                      <a:pt x="420" y="612"/>
                    </a:lnTo>
                    <a:lnTo>
                      <a:pt x="418" y="612"/>
                    </a:lnTo>
                    <a:lnTo>
                      <a:pt x="418" y="614"/>
                    </a:lnTo>
                    <a:lnTo>
                      <a:pt x="418" y="612"/>
                    </a:lnTo>
                    <a:lnTo>
                      <a:pt x="420" y="612"/>
                    </a:lnTo>
                    <a:lnTo>
                      <a:pt x="420" y="614"/>
                    </a:lnTo>
                    <a:lnTo>
                      <a:pt x="420" y="618"/>
                    </a:lnTo>
                    <a:lnTo>
                      <a:pt x="418" y="618"/>
                    </a:lnTo>
                    <a:lnTo>
                      <a:pt x="414" y="618"/>
                    </a:lnTo>
                    <a:lnTo>
                      <a:pt x="414" y="614"/>
                    </a:lnTo>
                    <a:lnTo>
                      <a:pt x="410" y="614"/>
                    </a:lnTo>
                    <a:lnTo>
                      <a:pt x="410" y="612"/>
                    </a:lnTo>
                    <a:lnTo>
                      <a:pt x="410" y="614"/>
                    </a:lnTo>
                    <a:lnTo>
                      <a:pt x="406" y="614"/>
                    </a:lnTo>
                    <a:lnTo>
                      <a:pt x="406" y="618"/>
                    </a:lnTo>
                    <a:lnTo>
                      <a:pt x="402" y="614"/>
                    </a:lnTo>
                    <a:lnTo>
                      <a:pt x="402" y="618"/>
                    </a:lnTo>
                    <a:lnTo>
                      <a:pt x="402" y="622"/>
                    </a:lnTo>
                    <a:lnTo>
                      <a:pt x="398" y="618"/>
                    </a:lnTo>
                    <a:lnTo>
                      <a:pt x="394" y="618"/>
                    </a:lnTo>
                    <a:lnTo>
                      <a:pt x="394" y="614"/>
                    </a:lnTo>
                    <a:lnTo>
                      <a:pt x="398" y="614"/>
                    </a:lnTo>
                    <a:lnTo>
                      <a:pt x="398" y="612"/>
                    </a:lnTo>
                    <a:lnTo>
                      <a:pt x="402" y="612"/>
                    </a:lnTo>
                    <a:lnTo>
                      <a:pt x="402" y="608"/>
                    </a:lnTo>
                    <a:lnTo>
                      <a:pt x="398" y="614"/>
                    </a:lnTo>
                    <a:lnTo>
                      <a:pt x="394" y="614"/>
                    </a:lnTo>
                    <a:lnTo>
                      <a:pt x="394" y="618"/>
                    </a:lnTo>
                    <a:lnTo>
                      <a:pt x="392" y="618"/>
                    </a:lnTo>
                    <a:lnTo>
                      <a:pt x="394" y="614"/>
                    </a:lnTo>
                    <a:lnTo>
                      <a:pt x="392" y="614"/>
                    </a:lnTo>
                    <a:lnTo>
                      <a:pt x="394" y="614"/>
                    </a:lnTo>
                    <a:lnTo>
                      <a:pt x="394" y="612"/>
                    </a:lnTo>
                    <a:lnTo>
                      <a:pt x="398" y="612"/>
                    </a:lnTo>
                    <a:lnTo>
                      <a:pt x="398" y="604"/>
                    </a:lnTo>
                    <a:lnTo>
                      <a:pt x="402" y="604"/>
                    </a:lnTo>
                    <a:lnTo>
                      <a:pt x="398" y="604"/>
                    </a:lnTo>
                    <a:lnTo>
                      <a:pt x="398" y="608"/>
                    </a:lnTo>
                    <a:lnTo>
                      <a:pt x="394" y="608"/>
                    </a:lnTo>
                    <a:lnTo>
                      <a:pt x="394" y="612"/>
                    </a:lnTo>
                    <a:lnTo>
                      <a:pt x="392" y="612"/>
                    </a:lnTo>
                    <a:lnTo>
                      <a:pt x="392" y="608"/>
                    </a:lnTo>
                    <a:lnTo>
                      <a:pt x="394" y="608"/>
                    </a:lnTo>
                    <a:lnTo>
                      <a:pt x="394" y="604"/>
                    </a:lnTo>
                    <a:lnTo>
                      <a:pt x="394" y="608"/>
                    </a:lnTo>
                    <a:lnTo>
                      <a:pt x="392" y="608"/>
                    </a:lnTo>
                    <a:lnTo>
                      <a:pt x="388" y="608"/>
                    </a:lnTo>
                    <a:lnTo>
                      <a:pt x="392" y="608"/>
                    </a:lnTo>
                    <a:lnTo>
                      <a:pt x="392" y="604"/>
                    </a:lnTo>
                    <a:lnTo>
                      <a:pt x="392" y="608"/>
                    </a:lnTo>
                    <a:lnTo>
                      <a:pt x="388" y="608"/>
                    </a:lnTo>
                    <a:lnTo>
                      <a:pt x="388" y="612"/>
                    </a:lnTo>
                    <a:lnTo>
                      <a:pt x="384" y="608"/>
                    </a:lnTo>
                    <a:lnTo>
                      <a:pt x="388" y="608"/>
                    </a:lnTo>
                    <a:lnTo>
                      <a:pt x="384" y="608"/>
                    </a:lnTo>
                    <a:lnTo>
                      <a:pt x="388" y="604"/>
                    </a:lnTo>
                    <a:lnTo>
                      <a:pt x="384" y="604"/>
                    </a:lnTo>
                    <a:lnTo>
                      <a:pt x="388" y="604"/>
                    </a:lnTo>
                    <a:lnTo>
                      <a:pt x="392" y="600"/>
                    </a:lnTo>
                    <a:lnTo>
                      <a:pt x="392" y="596"/>
                    </a:lnTo>
                    <a:lnTo>
                      <a:pt x="392" y="600"/>
                    </a:lnTo>
                    <a:lnTo>
                      <a:pt x="388" y="600"/>
                    </a:lnTo>
                    <a:lnTo>
                      <a:pt x="388" y="604"/>
                    </a:lnTo>
                    <a:lnTo>
                      <a:pt x="384" y="604"/>
                    </a:lnTo>
                    <a:lnTo>
                      <a:pt x="384" y="600"/>
                    </a:lnTo>
                    <a:lnTo>
                      <a:pt x="384" y="604"/>
                    </a:lnTo>
                    <a:lnTo>
                      <a:pt x="380" y="604"/>
                    </a:lnTo>
                    <a:lnTo>
                      <a:pt x="380" y="600"/>
                    </a:lnTo>
                    <a:lnTo>
                      <a:pt x="384" y="600"/>
                    </a:lnTo>
                    <a:lnTo>
                      <a:pt x="380" y="600"/>
                    </a:lnTo>
                    <a:lnTo>
                      <a:pt x="380" y="604"/>
                    </a:lnTo>
                    <a:lnTo>
                      <a:pt x="380" y="600"/>
                    </a:lnTo>
                    <a:lnTo>
                      <a:pt x="384" y="600"/>
                    </a:lnTo>
                    <a:lnTo>
                      <a:pt x="388" y="600"/>
                    </a:lnTo>
                    <a:lnTo>
                      <a:pt x="388" y="596"/>
                    </a:lnTo>
                    <a:lnTo>
                      <a:pt x="392" y="596"/>
                    </a:lnTo>
                    <a:lnTo>
                      <a:pt x="392" y="592"/>
                    </a:lnTo>
                    <a:lnTo>
                      <a:pt x="392" y="596"/>
                    </a:lnTo>
                    <a:lnTo>
                      <a:pt x="392" y="592"/>
                    </a:lnTo>
                    <a:lnTo>
                      <a:pt x="388" y="592"/>
                    </a:lnTo>
                    <a:lnTo>
                      <a:pt x="388" y="596"/>
                    </a:lnTo>
                    <a:lnTo>
                      <a:pt x="384" y="600"/>
                    </a:lnTo>
                    <a:lnTo>
                      <a:pt x="384" y="596"/>
                    </a:lnTo>
                    <a:lnTo>
                      <a:pt x="384" y="600"/>
                    </a:lnTo>
                    <a:lnTo>
                      <a:pt x="380" y="600"/>
                    </a:lnTo>
                    <a:lnTo>
                      <a:pt x="380" y="596"/>
                    </a:lnTo>
                    <a:lnTo>
                      <a:pt x="384" y="596"/>
                    </a:lnTo>
                    <a:lnTo>
                      <a:pt x="388" y="592"/>
                    </a:lnTo>
                    <a:lnTo>
                      <a:pt x="384" y="592"/>
                    </a:lnTo>
                    <a:lnTo>
                      <a:pt x="384" y="588"/>
                    </a:lnTo>
                    <a:lnTo>
                      <a:pt x="388" y="588"/>
                    </a:lnTo>
                    <a:lnTo>
                      <a:pt x="384" y="588"/>
                    </a:lnTo>
                    <a:lnTo>
                      <a:pt x="380" y="592"/>
                    </a:lnTo>
                    <a:lnTo>
                      <a:pt x="384" y="592"/>
                    </a:lnTo>
                    <a:lnTo>
                      <a:pt x="384" y="596"/>
                    </a:lnTo>
                    <a:lnTo>
                      <a:pt x="380" y="596"/>
                    </a:lnTo>
                    <a:lnTo>
                      <a:pt x="376" y="596"/>
                    </a:lnTo>
                    <a:lnTo>
                      <a:pt x="372" y="596"/>
                    </a:lnTo>
                    <a:lnTo>
                      <a:pt x="372" y="600"/>
                    </a:lnTo>
                    <a:lnTo>
                      <a:pt x="368" y="600"/>
                    </a:lnTo>
                    <a:lnTo>
                      <a:pt x="372" y="600"/>
                    </a:lnTo>
                    <a:lnTo>
                      <a:pt x="368" y="604"/>
                    </a:lnTo>
                    <a:lnTo>
                      <a:pt x="368" y="600"/>
                    </a:lnTo>
                    <a:lnTo>
                      <a:pt x="368" y="596"/>
                    </a:lnTo>
                    <a:lnTo>
                      <a:pt x="364" y="600"/>
                    </a:lnTo>
                    <a:lnTo>
                      <a:pt x="362" y="600"/>
                    </a:lnTo>
                    <a:lnTo>
                      <a:pt x="358" y="600"/>
                    </a:lnTo>
                    <a:lnTo>
                      <a:pt x="362" y="600"/>
                    </a:lnTo>
                    <a:lnTo>
                      <a:pt x="358" y="600"/>
                    </a:lnTo>
                    <a:lnTo>
                      <a:pt x="354" y="600"/>
                    </a:lnTo>
                    <a:lnTo>
                      <a:pt x="350" y="600"/>
                    </a:lnTo>
                    <a:lnTo>
                      <a:pt x="354" y="600"/>
                    </a:lnTo>
                    <a:lnTo>
                      <a:pt x="358" y="596"/>
                    </a:lnTo>
                    <a:lnTo>
                      <a:pt x="354" y="596"/>
                    </a:lnTo>
                    <a:lnTo>
                      <a:pt x="350" y="600"/>
                    </a:lnTo>
                    <a:lnTo>
                      <a:pt x="350" y="596"/>
                    </a:lnTo>
                    <a:lnTo>
                      <a:pt x="346" y="596"/>
                    </a:lnTo>
                    <a:lnTo>
                      <a:pt x="350" y="596"/>
                    </a:lnTo>
                    <a:lnTo>
                      <a:pt x="354" y="596"/>
                    </a:lnTo>
                    <a:lnTo>
                      <a:pt x="350" y="596"/>
                    </a:lnTo>
                    <a:lnTo>
                      <a:pt x="350" y="592"/>
                    </a:lnTo>
                    <a:lnTo>
                      <a:pt x="354" y="588"/>
                    </a:lnTo>
                    <a:lnTo>
                      <a:pt x="350" y="588"/>
                    </a:lnTo>
                    <a:lnTo>
                      <a:pt x="350" y="592"/>
                    </a:lnTo>
                    <a:lnTo>
                      <a:pt x="350" y="596"/>
                    </a:lnTo>
                    <a:lnTo>
                      <a:pt x="346" y="592"/>
                    </a:lnTo>
                    <a:lnTo>
                      <a:pt x="350" y="592"/>
                    </a:lnTo>
                    <a:lnTo>
                      <a:pt x="346" y="592"/>
                    </a:lnTo>
                    <a:lnTo>
                      <a:pt x="342" y="592"/>
                    </a:lnTo>
                    <a:lnTo>
                      <a:pt x="346" y="592"/>
                    </a:lnTo>
                    <a:lnTo>
                      <a:pt x="346" y="588"/>
                    </a:lnTo>
                    <a:lnTo>
                      <a:pt x="342" y="588"/>
                    </a:lnTo>
                    <a:lnTo>
                      <a:pt x="338" y="588"/>
                    </a:lnTo>
                    <a:lnTo>
                      <a:pt x="342" y="584"/>
                    </a:lnTo>
                    <a:lnTo>
                      <a:pt x="346" y="584"/>
                    </a:lnTo>
                    <a:lnTo>
                      <a:pt x="350" y="584"/>
                    </a:lnTo>
                    <a:lnTo>
                      <a:pt x="346" y="584"/>
                    </a:lnTo>
                    <a:lnTo>
                      <a:pt x="342" y="584"/>
                    </a:lnTo>
                    <a:lnTo>
                      <a:pt x="338" y="584"/>
                    </a:lnTo>
                    <a:lnTo>
                      <a:pt x="334" y="584"/>
                    </a:lnTo>
                    <a:lnTo>
                      <a:pt x="338" y="584"/>
                    </a:lnTo>
                    <a:lnTo>
                      <a:pt x="342" y="584"/>
                    </a:lnTo>
                    <a:lnTo>
                      <a:pt x="346" y="582"/>
                    </a:lnTo>
                    <a:lnTo>
                      <a:pt x="342" y="582"/>
                    </a:lnTo>
                    <a:lnTo>
                      <a:pt x="338" y="584"/>
                    </a:lnTo>
                    <a:lnTo>
                      <a:pt x="338" y="582"/>
                    </a:lnTo>
                    <a:lnTo>
                      <a:pt x="334" y="582"/>
                    </a:lnTo>
                    <a:lnTo>
                      <a:pt x="338" y="578"/>
                    </a:lnTo>
                    <a:lnTo>
                      <a:pt x="338" y="574"/>
                    </a:lnTo>
                    <a:lnTo>
                      <a:pt x="342" y="574"/>
                    </a:lnTo>
                    <a:lnTo>
                      <a:pt x="338" y="574"/>
                    </a:lnTo>
                    <a:lnTo>
                      <a:pt x="334" y="578"/>
                    </a:lnTo>
                    <a:lnTo>
                      <a:pt x="334" y="582"/>
                    </a:lnTo>
                    <a:lnTo>
                      <a:pt x="334" y="578"/>
                    </a:lnTo>
                    <a:lnTo>
                      <a:pt x="332" y="578"/>
                    </a:lnTo>
                    <a:lnTo>
                      <a:pt x="334" y="574"/>
                    </a:lnTo>
                    <a:lnTo>
                      <a:pt x="338" y="574"/>
                    </a:lnTo>
                    <a:lnTo>
                      <a:pt x="342" y="574"/>
                    </a:lnTo>
                    <a:lnTo>
                      <a:pt x="338" y="574"/>
                    </a:lnTo>
                    <a:lnTo>
                      <a:pt x="338" y="570"/>
                    </a:lnTo>
                    <a:lnTo>
                      <a:pt x="334" y="570"/>
                    </a:lnTo>
                    <a:lnTo>
                      <a:pt x="334" y="574"/>
                    </a:lnTo>
                    <a:lnTo>
                      <a:pt x="332" y="574"/>
                    </a:lnTo>
                    <a:lnTo>
                      <a:pt x="328" y="574"/>
                    </a:lnTo>
                    <a:lnTo>
                      <a:pt x="328" y="570"/>
                    </a:lnTo>
                    <a:lnTo>
                      <a:pt x="332" y="570"/>
                    </a:lnTo>
                    <a:lnTo>
                      <a:pt x="332" y="574"/>
                    </a:lnTo>
                    <a:lnTo>
                      <a:pt x="334" y="570"/>
                    </a:lnTo>
                    <a:lnTo>
                      <a:pt x="332" y="570"/>
                    </a:lnTo>
                    <a:lnTo>
                      <a:pt x="334" y="570"/>
                    </a:lnTo>
                    <a:lnTo>
                      <a:pt x="334" y="568"/>
                    </a:lnTo>
                    <a:lnTo>
                      <a:pt x="332" y="570"/>
                    </a:lnTo>
                    <a:lnTo>
                      <a:pt x="328" y="568"/>
                    </a:lnTo>
                    <a:lnTo>
                      <a:pt x="328" y="570"/>
                    </a:lnTo>
                    <a:lnTo>
                      <a:pt x="328" y="568"/>
                    </a:lnTo>
                    <a:lnTo>
                      <a:pt x="324" y="568"/>
                    </a:lnTo>
                    <a:lnTo>
                      <a:pt x="320" y="564"/>
                    </a:lnTo>
                    <a:lnTo>
                      <a:pt x="320" y="560"/>
                    </a:lnTo>
                    <a:lnTo>
                      <a:pt x="324" y="556"/>
                    </a:lnTo>
                    <a:lnTo>
                      <a:pt x="320" y="560"/>
                    </a:lnTo>
                    <a:lnTo>
                      <a:pt x="320" y="556"/>
                    </a:lnTo>
                    <a:lnTo>
                      <a:pt x="324" y="552"/>
                    </a:lnTo>
                    <a:lnTo>
                      <a:pt x="328" y="552"/>
                    </a:lnTo>
                    <a:lnTo>
                      <a:pt x="328" y="548"/>
                    </a:lnTo>
                    <a:lnTo>
                      <a:pt x="328" y="552"/>
                    </a:lnTo>
                    <a:lnTo>
                      <a:pt x="324" y="552"/>
                    </a:lnTo>
                    <a:lnTo>
                      <a:pt x="320" y="556"/>
                    </a:lnTo>
                    <a:lnTo>
                      <a:pt x="320" y="552"/>
                    </a:lnTo>
                    <a:lnTo>
                      <a:pt x="324" y="552"/>
                    </a:lnTo>
                    <a:lnTo>
                      <a:pt x="320" y="552"/>
                    </a:lnTo>
                    <a:lnTo>
                      <a:pt x="316" y="552"/>
                    </a:lnTo>
                    <a:lnTo>
                      <a:pt x="316" y="548"/>
                    </a:lnTo>
                    <a:lnTo>
                      <a:pt x="320" y="548"/>
                    </a:lnTo>
                    <a:lnTo>
                      <a:pt x="324" y="544"/>
                    </a:lnTo>
                    <a:lnTo>
                      <a:pt x="320" y="544"/>
                    </a:lnTo>
                    <a:lnTo>
                      <a:pt x="320" y="548"/>
                    </a:lnTo>
                    <a:lnTo>
                      <a:pt x="316" y="548"/>
                    </a:lnTo>
                    <a:lnTo>
                      <a:pt x="316" y="544"/>
                    </a:lnTo>
                    <a:lnTo>
                      <a:pt x="312" y="548"/>
                    </a:lnTo>
                    <a:lnTo>
                      <a:pt x="312" y="544"/>
                    </a:lnTo>
                    <a:lnTo>
                      <a:pt x="312" y="548"/>
                    </a:lnTo>
                    <a:lnTo>
                      <a:pt x="308" y="548"/>
                    </a:lnTo>
                    <a:lnTo>
                      <a:pt x="308" y="544"/>
                    </a:lnTo>
                    <a:lnTo>
                      <a:pt x="312" y="544"/>
                    </a:lnTo>
                    <a:lnTo>
                      <a:pt x="316" y="544"/>
                    </a:lnTo>
                    <a:lnTo>
                      <a:pt x="320" y="540"/>
                    </a:lnTo>
                    <a:lnTo>
                      <a:pt x="316" y="540"/>
                    </a:lnTo>
                    <a:lnTo>
                      <a:pt x="312" y="540"/>
                    </a:lnTo>
                    <a:lnTo>
                      <a:pt x="308" y="540"/>
                    </a:lnTo>
                    <a:lnTo>
                      <a:pt x="312" y="540"/>
                    </a:lnTo>
                    <a:lnTo>
                      <a:pt x="312" y="538"/>
                    </a:lnTo>
                    <a:lnTo>
                      <a:pt x="308" y="538"/>
                    </a:lnTo>
                    <a:lnTo>
                      <a:pt x="308" y="540"/>
                    </a:lnTo>
                    <a:lnTo>
                      <a:pt x="308" y="538"/>
                    </a:lnTo>
                    <a:lnTo>
                      <a:pt x="312" y="538"/>
                    </a:lnTo>
                    <a:lnTo>
                      <a:pt x="316" y="538"/>
                    </a:lnTo>
                    <a:lnTo>
                      <a:pt x="312" y="538"/>
                    </a:lnTo>
                    <a:lnTo>
                      <a:pt x="308" y="538"/>
                    </a:lnTo>
                    <a:lnTo>
                      <a:pt x="308" y="540"/>
                    </a:lnTo>
                    <a:lnTo>
                      <a:pt x="306" y="538"/>
                    </a:lnTo>
                    <a:lnTo>
                      <a:pt x="302" y="538"/>
                    </a:lnTo>
                    <a:lnTo>
                      <a:pt x="302" y="534"/>
                    </a:lnTo>
                    <a:lnTo>
                      <a:pt x="306" y="534"/>
                    </a:lnTo>
                    <a:lnTo>
                      <a:pt x="308" y="534"/>
                    </a:lnTo>
                    <a:lnTo>
                      <a:pt x="308" y="530"/>
                    </a:lnTo>
                    <a:lnTo>
                      <a:pt x="312" y="530"/>
                    </a:lnTo>
                    <a:lnTo>
                      <a:pt x="308" y="530"/>
                    </a:lnTo>
                    <a:lnTo>
                      <a:pt x="306" y="530"/>
                    </a:lnTo>
                    <a:lnTo>
                      <a:pt x="306" y="534"/>
                    </a:lnTo>
                    <a:lnTo>
                      <a:pt x="306" y="530"/>
                    </a:lnTo>
                    <a:lnTo>
                      <a:pt x="302" y="530"/>
                    </a:lnTo>
                    <a:lnTo>
                      <a:pt x="302" y="526"/>
                    </a:lnTo>
                    <a:lnTo>
                      <a:pt x="306" y="526"/>
                    </a:lnTo>
                    <a:lnTo>
                      <a:pt x="312" y="526"/>
                    </a:lnTo>
                    <a:lnTo>
                      <a:pt x="316" y="526"/>
                    </a:lnTo>
                    <a:lnTo>
                      <a:pt x="316" y="522"/>
                    </a:lnTo>
                    <a:lnTo>
                      <a:pt x="316" y="526"/>
                    </a:lnTo>
                    <a:lnTo>
                      <a:pt x="320" y="522"/>
                    </a:lnTo>
                    <a:lnTo>
                      <a:pt x="324" y="522"/>
                    </a:lnTo>
                    <a:lnTo>
                      <a:pt x="320" y="522"/>
                    </a:lnTo>
                    <a:lnTo>
                      <a:pt x="316" y="522"/>
                    </a:lnTo>
                    <a:lnTo>
                      <a:pt x="312" y="522"/>
                    </a:lnTo>
                    <a:lnTo>
                      <a:pt x="312" y="526"/>
                    </a:lnTo>
                    <a:lnTo>
                      <a:pt x="308" y="526"/>
                    </a:lnTo>
                    <a:lnTo>
                      <a:pt x="306" y="526"/>
                    </a:lnTo>
                    <a:lnTo>
                      <a:pt x="302" y="526"/>
                    </a:lnTo>
                    <a:lnTo>
                      <a:pt x="302" y="522"/>
                    </a:lnTo>
                    <a:lnTo>
                      <a:pt x="306" y="522"/>
                    </a:lnTo>
                    <a:lnTo>
                      <a:pt x="306" y="526"/>
                    </a:lnTo>
                    <a:lnTo>
                      <a:pt x="306" y="522"/>
                    </a:lnTo>
                    <a:lnTo>
                      <a:pt x="302" y="522"/>
                    </a:lnTo>
                    <a:lnTo>
                      <a:pt x="302" y="526"/>
                    </a:lnTo>
                    <a:lnTo>
                      <a:pt x="302" y="522"/>
                    </a:lnTo>
                    <a:lnTo>
                      <a:pt x="306" y="522"/>
                    </a:lnTo>
                    <a:lnTo>
                      <a:pt x="308" y="522"/>
                    </a:lnTo>
                    <a:lnTo>
                      <a:pt x="312" y="522"/>
                    </a:lnTo>
                    <a:lnTo>
                      <a:pt x="308" y="522"/>
                    </a:lnTo>
                    <a:lnTo>
                      <a:pt x="312" y="518"/>
                    </a:lnTo>
                    <a:lnTo>
                      <a:pt x="316" y="518"/>
                    </a:lnTo>
                    <a:lnTo>
                      <a:pt x="320" y="518"/>
                    </a:lnTo>
                    <a:lnTo>
                      <a:pt x="324" y="518"/>
                    </a:lnTo>
                    <a:lnTo>
                      <a:pt x="324" y="514"/>
                    </a:lnTo>
                    <a:lnTo>
                      <a:pt x="320" y="514"/>
                    </a:lnTo>
                    <a:lnTo>
                      <a:pt x="320" y="518"/>
                    </a:lnTo>
                    <a:lnTo>
                      <a:pt x="316" y="518"/>
                    </a:lnTo>
                    <a:lnTo>
                      <a:pt x="316" y="514"/>
                    </a:lnTo>
                    <a:lnTo>
                      <a:pt x="320" y="514"/>
                    </a:lnTo>
                    <a:lnTo>
                      <a:pt x="316" y="514"/>
                    </a:lnTo>
                    <a:lnTo>
                      <a:pt x="312" y="514"/>
                    </a:lnTo>
                    <a:lnTo>
                      <a:pt x="312" y="512"/>
                    </a:lnTo>
                    <a:lnTo>
                      <a:pt x="316" y="512"/>
                    </a:lnTo>
                    <a:lnTo>
                      <a:pt x="320" y="512"/>
                    </a:lnTo>
                    <a:lnTo>
                      <a:pt x="316" y="512"/>
                    </a:lnTo>
                    <a:lnTo>
                      <a:pt x="320" y="512"/>
                    </a:lnTo>
                    <a:lnTo>
                      <a:pt x="320" y="514"/>
                    </a:lnTo>
                    <a:lnTo>
                      <a:pt x="324" y="514"/>
                    </a:lnTo>
                    <a:lnTo>
                      <a:pt x="324" y="518"/>
                    </a:lnTo>
                    <a:lnTo>
                      <a:pt x="328" y="518"/>
                    </a:lnTo>
                    <a:lnTo>
                      <a:pt x="332" y="518"/>
                    </a:lnTo>
                    <a:lnTo>
                      <a:pt x="328" y="518"/>
                    </a:lnTo>
                    <a:lnTo>
                      <a:pt x="324" y="514"/>
                    </a:lnTo>
                    <a:lnTo>
                      <a:pt x="324" y="512"/>
                    </a:lnTo>
                    <a:lnTo>
                      <a:pt x="320" y="512"/>
                    </a:lnTo>
                    <a:lnTo>
                      <a:pt x="324" y="508"/>
                    </a:lnTo>
                    <a:lnTo>
                      <a:pt x="320" y="508"/>
                    </a:lnTo>
                    <a:lnTo>
                      <a:pt x="320" y="512"/>
                    </a:lnTo>
                    <a:lnTo>
                      <a:pt x="316" y="512"/>
                    </a:lnTo>
                    <a:lnTo>
                      <a:pt x="316" y="508"/>
                    </a:lnTo>
                    <a:lnTo>
                      <a:pt x="316" y="504"/>
                    </a:lnTo>
                    <a:lnTo>
                      <a:pt x="312" y="504"/>
                    </a:lnTo>
                    <a:lnTo>
                      <a:pt x="312" y="500"/>
                    </a:lnTo>
                    <a:lnTo>
                      <a:pt x="312" y="504"/>
                    </a:lnTo>
                    <a:lnTo>
                      <a:pt x="316" y="508"/>
                    </a:lnTo>
                    <a:lnTo>
                      <a:pt x="316" y="512"/>
                    </a:lnTo>
                    <a:lnTo>
                      <a:pt x="312" y="512"/>
                    </a:lnTo>
                    <a:lnTo>
                      <a:pt x="308" y="512"/>
                    </a:lnTo>
                    <a:lnTo>
                      <a:pt x="308" y="514"/>
                    </a:lnTo>
                    <a:lnTo>
                      <a:pt x="308" y="512"/>
                    </a:lnTo>
                    <a:lnTo>
                      <a:pt x="308" y="508"/>
                    </a:lnTo>
                    <a:lnTo>
                      <a:pt x="308" y="512"/>
                    </a:lnTo>
                    <a:lnTo>
                      <a:pt x="306" y="512"/>
                    </a:lnTo>
                    <a:lnTo>
                      <a:pt x="306" y="514"/>
                    </a:lnTo>
                    <a:lnTo>
                      <a:pt x="302" y="518"/>
                    </a:lnTo>
                    <a:lnTo>
                      <a:pt x="302" y="522"/>
                    </a:lnTo>
                    <a:lnTo>
                      <a:pt x="298" y="522"/>
                    </a:lnTo>
                    <a:lnTo>
                      <a:pt x="298" y="518"/>
                    </a:lnTo>
                    <a:lnTo>
                      <a:pt x="294" y="518"/>
                    </a:lnTo>
                    <a:lnTo>
                      <a:pt x="294" y="514"/>
                    </a:lnTo>
                    <a:lnTo>
                      <a:pt x="294" y="512"/>
                    </a:lnTo>
                    <a:lnTo>
                      <a:pt x="298" y="508"/>
                    </a:lnTo>
                    <a:lnTo>
                      <a:pt x="302" y="508"/>
                    </a:lnTo>
                    <a:lnTo>
                      <a:pt x="306" y="508"/>
                    </a:lnTo>
                    <a:lnTo>
                      <a:pt x="306" y="504"/>
                    </a:lnTo>
                    <a:lnTo>
                      <a:pt x="308" y="504"/>
                    </a:lnTo>
                    <a:lnTo>
                      <a:pt x="306" y="504"/>
                    </a:lnTo>
                    <a:lnTo>
                      <a:pt x="302" y="508"/>
                    </a:lnTo>
                    <a:lnTo>
                      <a:pt x="302" y="504"/>
                    </a:lnTo>
                    <a:lnTo>
                      <a:pt x="298" y="508"/>
                    </a:lnTo>
                    <a:lnTo>
                      <a:pt x="294" y="508"/>
                    </a:lnTo>
                    <a:lnTo>
                      <a:pt x="298" y="508"/>
                    </a:lnTo>
                    <a:lnTo>
                      <a:pt x="294" y="508"/>
                    </a:lnTo>
                    <a:lnTo>
                      <a:pt x="294" y="504"/>
                    </a:lnTo>
                    <a:lnTo>
                      <a:pt x="298" y="504"/>
                    </a:lnTo>
                    <a:lnTo>
                      <a:pt x="294" y="504"/>
                    </a:lnTo>
                    <a:lnTo>
                      <a:pt x="294" y="500"/>
                    </a:lnTo>
                    <a:lnTo>
                      <a:pt x="294" y="496"/>
                    </a:lnTo>
                    <a:lnTo>
                      <a:pt x="294" y="500"/>
                    </a:lnTo>
                    <a:lnTo>
                      <a:pt x="290" y="500"/>
                    </a:lnTo>
                    <a:lnTo>
                      <a:pt x="294" y="500"/>
                    </a:lnTo>
                    <a:lnTo>
                      <a:pt x="294" y="496"/>
                    </a:lnTo>
                    <a:lnTo>
                      <a:pt x="290" y="496"/>
                    </a:lnTo>
                    <a:lnTo>
                      <a:pt x="290" y="500"/>
                    </a:lnTo>
                    <a:lnTo>
                      <a:pt x="290" y="496"/>
                    </a:lnTo>
                    <a:lnTo>
                      <a:pt x="294" y="492"/>
                    </a:lnTo>
                    <a:lnTo>
                      <a:pt x="298" y="492"/>
                    </a:lnTo>
                    <a:lnTo>
                      <a:pt x="298" y="488"/>
                    </a:lnTo>
                    <a:lnTo>
                      <a:pt x="302" y="488"/>
                    </a:lnTo>
                    <a:lnTo>
                      <a:pt x="298" y="488"/>
                    </a:lnTo>
                    <a:lnTo>
                      <a:pt x="302" y="488"/>
                    </a:lnTo>
                    <a:lnTo>
                      <a:pt x="302" y="484"/>
                    </a:lnTo>
                    <a:lnTo>
                      <a:pt x="306" y="484"/>
                    </a:lnTo>
                    <a:lnTo>
                      <a:pt x="308" y="484"/>
                    </a:lnTo>
                    <a:lnTo>
                      <a:pt x="312" y="484"/>
                    </a:lnTo>
                    <a:lnTo>
                      <a:pt x="312" y="488"/>
                    </a:lnTo>
                    <a:lnTo>
                      <a:pt x="316" y="488"/>
                    </a:lnTo>
                    <a:lnTo>
                      <a:pt x="316" y="484"/>
                    </a:lnTo>
                    <a:lnTo>
                      <a:pt x="312" y="484"/>
                    </a:lnTo>
                    <a:lnTo>
                      <a:pt x="308" y="484"/>
                    </a:lnTo>
                    <a:lnTo>
                      <a:pt x="306" y="484"/>
                    </a:lnTo>
                    <a:lnTo>
                      <a:pt x="302" y="484"/>
                    </a:lnTo>
                    <a:lnTo>
                      <a:pt x="298" y="488"/>
                    </a:lnTo>
                    <a:lnTo>
                      <a:pt x="298" y="492"/>
                    </a:lnTo>
                    <a:lnTo>
                      <a:pt x="294" y="492"/>
                    </a:lnTo>
                    <a:lnTo>
                      <a:pt x="290" y="492"/>
                    </a:lnTo>
                    <a:lnTo>
                      <a:pt x="290" y="496"/>
                    </a:lnTo>
                    <a:lnTo>
                      <a:pt x="286" y="492"/>
                    </a:lnTo>
                    <a:lnTo>
                      <a:pt x="290" y="488"/>
                    </a:lnTo>
                    <a:lnTo>
                      <a:pt x="286" y="488"/>
                    </a:lnTo>
                    <a:lnTo>
                      <a:pt x="286" y="492"/>
                    </a:lnTo>
                    <a:lnTo>
                      <a:pt x="286" y="488"/>
                    </a:lnTo>
                    <a:lnTo>
                      <a:pt x="286" y="484"/>
                    </a:lnTo>
                    <a:lnTo>
                      <a:pt x="286" y="488"/>
                    </a:lnTo>
                    <a:lnTo>
                      <a:pt x="282" y="488"/>
                    </a:lnTo>
                    <a:lnTo>
                      <a:pt x="278" y="488"/>
                    </a:lnTo>
                    <a:lnTo>
                      <a:pt x="278" y="484"/>
                    </a:lnTo>
                    <a:lnTo>
                      <a:pt x="282" y="484"/>
                    </a:lnTo>
                    <a:lnTo>
                      <a:pt x="278" y="484"/>
                    </a:lnTo>
                    <a:lnTo>
                      <a:pt x="282" y="484"/>
                    </a:lnTo>
                    <a:lnTo>
                      <a:pt x="282" y="482"/>
                    </a:lnTo>
                    <a:lnTo>
                      <a:pt x="286" y="482"/>
                    </a:lnTo>
                    <a:lnTo>
                      <a:pt x="290" y="482"/>
                    </a:lnTo>
                    <a:lnTo>
                      <a:pt x="294" y="482"/>
                    </a:lnTo>
                    <a:lnTo>
                      <a:pt x="298" y="482"/>
                    </a:lnTo>
                    <a:lnTo>
                      <a:pt x="298" y="478"/>
                    </a:lnTo>
                    <a:lnTo>
                      <a:pt x="294" y="482"/>
                    </a:lnTo>
                    <a:lnTo>
                      <a:pt x="290" y="482"/>
                    </a:lnTo>
                    <a:lnTo>
                      <a:pt x="286" y="482"/>
                    </a:lnTo>
                    <a:lnTo>
                      <a:pt x="282" y="482"/>
                    </a:lnTo>
                    <a:lnTo>
                      <a:pt x="278" y="484"/>
                    </a:lnTo>
                    <a:lnTo>
                      <a:pt x="278" y="482"/>
                    </a:lnTo>
                    <a:lnTo>
                      <a:pt x="282" y="482"/>
                    </a:lnTo>
                    <a:lnTo>
                      <a:pt x="282" y="478"/>
                    </a:lnTo>
                    <a:lnTo>
                      <a:pt x="282" y="482"/>
                    </a:lnTo>
                    <a:lnTo>
                      <a:pt x="278" y="482"/>
                    </a:lnTo>
                    <a:lnTo>
                      <a:pt x="276" y="482"/>
                    </a:lnTo>
                    <a:lnTo>
                      <a:pt x="278" y="482"/>
                    </a:lnTo>
                    <a:lnTo>
                      <a:pt x="278" y="478"/>
                    </a:lnTo>
                    <a:lnTo>
                      <a:pt x="278" y="482"/>
                    </a:lnTo>
                    <a:lnTo>
                      <a:pt x="278" y="478"/>
                    </a:lnTo>
                    <a:lnTo>
                      <a:pt x="276" y="478"/>
                    </a:lnTo>
                    <a:lnTo>
                      <a:pt x="278" y="478"/>
                    </a:lnTo>
                    <a:lnTo>
                      <a:pt x="282" y="478"/>
                    </a:lnTo>
                    <a:lnTo>
                      <a:pt x="282" y="474"/>
                    </a:lnTo>
                    <a:lnTo>
                      <a:pt x="286" y="474"/>
                    </a:lnTo>
                    <a:lnTo>
                      <a:pt x="286" y="470"/>
                    </a:lnTo>
                    <a:lnTo>
                      <a:pt x="290" y="470"/>
                    </a:lnTo>
                    <a:lnTo>
                      <a:pt x="294" y="470"/>
                    </a:lnTo>
                    <a:lnTo>
                      <a:pt x="294" y="466"/>
                    </a:lnTo>
                    <a:lnTo>
                      <a:pt x="298" y="466"/>
                    </a:lnTo>
                    <a:lnTo>
                      <a:pt x="298" y="462"/>
                    </a:lnTo>
                    <a:lnTo>
                      <a:pt x="302" y="462"/>
                    </a:lnTo>
                    <a:lnTo>
                      <a:pt x="306" y="462"/>
                    </a:lnTo>
                    <a:lnTo>
                      <a:pt x="306" y="458"/>
                    </a:lnTo>
                    <a:lnTo>
                      <a:pt x="308" y="458"/>
                    </a:lnTo>
                    <a:lnTo>
                      <a:pt x="312" y="458"/>
                    </a:lnTo>
                    <a:lnTo>
                      <a:pt x="316" y="458"/>
                    </a:lnTo>
                    <a:lnTo>
                      <a:pt x="320" y="458"/>
                    </a:lnTo>
                    <a:lnTo>
                      <a:pt x="316" y="458"/>
                    </a:lnTo>
                    <a:lnTo>
                      <a:pt x="312" y="458"/>
                    </a:lnTo>
                    <a:lnTo>
                      <a:pt x="308" y="458"/>
                    </a:lnTo>
                    <a:lnTo>
                      <a:pt x="312" y="458"/>
                    </a:lnTo>
                    <a:lnTo>
                      <a:pt x="312" y="456"/>
                    </a:lnTo>
                    <a:lnTo>
                      <a:pt x="316" y="456"/>
                    </a:lnTo>
                    <a:lnTo>
                      <a:pt x="320" y="456"/>
                    </a:lnTo>
                    <a:lnTo>
                      <a:pt x="324" y="456"/>
                    </a:lnTo>
                    <a:lnTo>
                      <a:pt x="320" y="456"/>
                    </a:lnTo>
                    <a:lnTo>
                      <a:pt x="316" y="456"/>
                    </a:lnTo>
                    <a:lnTo>
                      <a:pt x="320" y="456"/>
                    </a:lnTo>
                    <a:lnTo>
                      <a:pt x="316" y="456"/>
                    </a:lnTo>
                    <a:lnTo>
                      <a:pt x="312" y="456"/>
                    </a:lnTo>
                    <a:lnTo>
                      <a:pt x="308" y="456"/>
                    </a:lnTo>
                    <a:lnTo>
                      <a:pt x="308" y="458"/>
                    </a:lnTo>
                    <a:lnTo>
                      <a:pt x="306" y="458"/>
                    </a:lnTo>
                    <a:lnTo>
                      <a:pt x="302" y="458"/>
                    </a:lnTo>
                    <a:lnTo>
                      <a:pt x="302" y="462"/>
                    </a:lnTo>
                    <a:lnTo>
                      <a:pt x="298" y="462"/>
                    </a:lnTo>
                    <a:lnTo>
                      <a:pt x="298" y="466"/>
                    </a:lnTo>
                    <a:lnTo>
                      <a:pt x="294" y="466"/>
                    </a:lnTo>
                    <a:lnTo>
                      <a:pt x="290" y="470"/>
                    </a:lnTo>
                    <a:lnTo>
                      <a:pt x="286" y="470"/>
                    </a:lnTo>
                    <a:lnTo>
                      <a:pt x="286" y="474"/>
                    </a:lnTo>
                    <a:lnTo>
                      <a:pt x="282" y="474"/>
                    </a:lnTo>
                    <a:lnTo>
                      <a:pt x="278" y="478"/>
                    </a:lnTo>
                    <a:lnTo>
                      <a:pt x="276" y="478"/>
                    </a:lnTo>
                    <a:lnTo>
                      <a:pt x="276" y="474"/>
                    </a:lnTo>
                    <a:lnTo>
                      <a:pt x="278" y="474"/>
                    </a:lnTo>
                    <a:lnTo>
                      <a:pt x="276" y="474"/>
                    </a:lnTo>
                    <a:lnTo>
                      <a:pt x="272" y="474"/>
                    </a:lnTo>
                    <a:lnTo>
                      <a:pt x="272" y="470"/>
                    </a:lnTo>
                    <a:lnTo>
                      <a:pt x="272" y="466"/>
                    </a:lnTo>
                    <a:lnTo>
                      <a:pt x="276" y="466"/>
                    </a:lnTo>
                    <a:lnTo>
                      <a:pt x="278" y="466"/>
                    </a:lnTo>
                    <a:lnTo>
                      <a:pt x="282" y="466"/>
                    </a:lnTo>
                    <a:lnTo>
                      <a:pt x="286" y="466"/>
                    </a:lnTo>
                    <a:lnTo>
                      <a:pt x="290" y="466"/>
                    </a:lnTo>
                    <a:lnTo>
                      <a:pt x="286" y="466"/>
                    </a:lnTo>
                    <a:lnTo>
                      <a:pt x="282" y="466"/>
                    </a:lnTo>
                    <a:lnTo>
                      <a:pt x="278" y="466"/>
                    </a:lnTo>
                    <a:lnTo>
                      <a:pt x="276" y="466"/>
                    </a:lnTo>
                    <a:lnTo>
                      <a:pt x="276" y="462"/>
                    </a:lnTo>
                    <a:lnTo>
                      <a:pt x="278" y="462"/>
                    </a:lnTo>
                    <a:lnTo>
                      <a:pt x="282" y="462"/>
                    </a:lnTo>
                    <a:lnTo>
                      <a:pt x="286" y="462"/>
                    </a:lnTo>
                    <a:lnTo>
                      <a:pt x="282" y="462"/>
                    </a:lnTo>
                    <a:lnTo>
                      <a:pt x="278" y="462"/>
                    </a:lnTo>
                    <a:lnTo>
                      <a:pt x="282" y="462"/>
                    </a:lnTo>
                    <a:lnTo>
                      <a:pt x="282" y="458"/>
                    </a:lnTo>
                    <a:lnTo>
                      <a:pt x="282" y="462"/>
                    </a:lnTo>
                    <a:lnTo>
                      <a:pt x="278" y="462"/>
                    </a:lnTo>
                    <a:lnTo>
                      <a:pt x="282" y="462"/>
                    </a:lnTo>
                    <a:lnTo>
                      <a:pt x="282" y="458"/>
                    </a:lnTo>
                    <a:lnTo>
                      <a:pt x="286" y="458"/>
                    </a:lnTo>
                    <a:lnTo>
                      <a:pt x="290" y="458"/>
                    </a:lnTo>
                    <a:lnTo>
                      <a:pt x="294" y="458"/>
                    </a:lnTo>
                    <a:lnTo>
                      <a:pt x="290" y="458"/>
                    </a:lnTo>
                    <a:lnTo>
                      <a:pt x="286" y="458"/>
                    </a:lnTo>
                    <a:lnTo>
                      <a:pt x="282" y="458"/>
                    </a:lnTo>
                    <a:lnTo>
                      <a:pt x="278" y="458"/>
                    </a:lnTo>
                    <a:lnTo>
                      <a:pt x="276" y="458"/>
                    </a:lnTo>
                    <a:lnTo>
                      <a:pt x="272" y="458"/>
                    </a:lnTo>
                    <a:lnTo>
                      <a:pt x="272" y="456"/>
                    </a:lnTo>
                    <a:lnTo>
                      <a:pt x="276" y="456"/>
                    </a:lnTo>
                    <a:lnTo>
                      <a:pt x="278" y="456"/>
                    </a:lnTo>
                    <a:lnTo>
                      <a:pt x="276" y="456"/>
                    </a:lnTo>
                    <a:lnTo>
                      <a:pt x="272" y="456"/>
                    </a:lnTo>
                    <a:lnTo>
                      <a:pt x="276" y="456"/>
                    </a:lnTo>
                    <a:lnTo>
                      <a:pt x="276" y="452"/>
                    </a:lnTo>
                    <a:lnTo>
                      <a:pt x="272" y="456"/>
                    </a:lnTo>
                    <a:lnTo>
                      <a:pt x="268" y="456"/>
                    </a:lnTo>
                    <a:lnTo>
                      <a:pt x="268" y="452"/>
                    </a:lnTo>
                    <a:lnTo>
                      <a:pt x="272" y="452"/>
                    </a:lnTo>
                    <a:lnTo>
                      <a:pt x="276" y="452"/>
                    </a:lnTo>
                    <a:lnTo>
                      <a:pt x="276" y="448"/>
                    </a:lnTo>
                    <a:lnTo>
                      <a:pt x="278" y="448"/>
                    </a:lnTo>
                    <a:lnTo>
                      <a:pt x="282" y="448"/>
                    </a:lnTo>
                    <a:lnTo>
                      <a:pt x="286" y="448"/>
                    </a:lnTo>
                    <a:lnTo>
                      <a:pt x="290" y="448"/>
                    </a:lnTo>
                    <a:lnTo>
                      <a:pt x="294" y="448"/>
                    </a:lnTo>
                    <a:lnTo>
                      <a:pt x="298" y="448"/>
                    </a:lnTo>
                    <a:lnTo>
                      <a:pt x="302" y="448"/>
                    </a:lnTo>
                    <a:lnTo>
                      <a:pt x="306" y="448"/>
                    </a:lnTo>
                    <a:lnTo>
                      <a:pt x="306" y="452"/>
                    </a:lnTo>
                    <a:lnTo>
                      <a:pt x="308" y="452"/>
                    </a:lnTo>
                    <a:lnTo>
                      <a:pt x="312" y="452"/>
                    </a:lnTo>
                    <a:lnTo>
                      <a:pt x="316" y="452"/>
                    </a:lnTo>
                    <a:lnTo>
                      <a:pt x="320" y="452"/>
                    </a:lnTo>
                    <a:lnTo>
                      <a:pt x="316" y="452"/>
                    </a:lnTo>
                    <a:lnTo>
                      <a:pt x="312" y="452"/>
                    </a:lnTo>
                    <a:lnTo>
                      <a:pt x="308" y="452"/>
                    </a:lnTo>
                    <a:lnTo>
                      <a:pt x="306" y="448"/>
                    </a:lnTo>
                    <a:lnTo>
                      <a:pt x="302" y="448"/>
                    </a:lnTo>
                    <a:lnTo>
                      <a:pt x="306" y="448"/>
                    </a:lnTo>
                    <a:lnTo>
                      <a:pt x="308" y="444"/>
                    </a:lnTo>
                    <a:lnTo>
                      <a:pt x="306" y="444"/>
                    </a:lnTo>
                    <a:lnTo>
                      <a:pt x="302" y="448"/>
                    </a:lnTo>
                    <a:lnTo>
                      <a:pt x="298" y="448"/>
                    </a:lnTo>
                    <a:lnTo>
                      <a:pt x="294" y="448"/>
                    </a:lnTo>
                    <a:lnTo>
                      <a:pt x="294" y="444"/>
                    </a:lnTo>
                    <a:lnTo>
                      <a:pt x="286" y="448"/>
                    </a:lnTo>
                    <a:lnTo>
                      <a:pt x="282" y="448"/>
                    </a:lnTo>
                    <a:lnTo>
                      <a:pt x="278" y="448"/>
                    </a:lnTo>
                    <a:lnTo>
                      <a:pt x="276" y="448"/>
                    </a:lnTo>
                    <a:lnTo>
                      <a:pt x="272" y="452"/>
                    </a:lnTo>
                    <a:lnTo>
                      <a:pt x="272" y="448"/>
                    </a:lnTo>
                    <a:lnTo>
                      <a:pt x="272" y="444"/>
                    </a:lnTo>
                    <a:lnTo>
                      <a:pt x="276" y="444"/>
                    </a:lnTo>
                    <a:lnTo>
                      <a:pt x="278" y="440"/>
                    </a:lnTo>
                    <a:lnTo>
                      <a:pt x="282" y="440"/>
                    </a:lnTo>
                    <a:lnTo>
                      <a:pt x="278" y="440"/>
                    </a:lnTo>
                    <a:lnTo>
                      <a:pt x="282" y="440"/>
                    </a:lnTo>
                    <a:lnTo>
                      <a:pt x="282" y="436"/>
                    </a:lnTo>
                    <a:lnTo>
                      <a:pt x="286" y="436"/>
                    </a:lnTo>
                    <a:lnTo>
                      <a:pt x="290" y="436"/>
                    </a:lnTo>
                    <a:lnTo>
                      <a:pt x="286" y="436"/>
                    </a:lnTo>
                    <a:lnTo>
                      <a:pt x="290" y="436"/>
                    </a:lnTo>
                    <a:lnTo>
                      <a:pt x="294" y="436"/>
                    </a:lnTo>
                    <a:lnTo>
                      <a:pt x="298" y="436"/>
                    </a:lnTo>
                    <a:lnTo>
                      <a:pt x="298" y="440"/>
                    </a:lnTo>
                    <a:lnTo>
                      <a:pt x="302" y="440"/>
                    </a:lnTo>
                    <a:lnTo>
                      <a:pt x="306" y="440"/>
                    </a:lnTo>
                    <a:lnTo>
                      <a:pt x="308" y="440"/>
                    </a:lnTo>
                    <a:lnTo>
                      <a:pt x="312" y="440"/>
                    </a:lnTo>
                    <a:lnTo>
                      <a:pt x="312" y="444"/>
                    </a:lnTo>
                    <a:lnTo>
                      <a:pt x="316" y="444"/>
                    </a:lnTo>
                    <a:lnTo>
                      <a:pt x="320" y="444"/>
                    </a:lnTo>
                    <a:lnTo>
                      <a:pt x="324" y="444"/>
                    </a:lnTo>
                    <a:lnTo>
                      <a:pt x="320" y="444"/>
                    </a:lnTo>
                    <a:lnTo>
                      <a:pt x="316" y="444"/>
                    </a:lnTo>
                    <a:lnTo>
                      <a:pt x="316" y="440"/>
                    </a:lnTo>
                    <a:lnTo>
                      <a:pt x="312" y="440"/>
                    </a:lnTo>
                    <a:lnTo>
                      <a:pt x="316" y="440"/>
                    </a:lnTo>
                    <a:lnTo>
                      <a:pt x="320" y="440"/>
                    </a:lnTo>
                    <a:lnTo>
                      <a:pt x="320" y="436"/>
                    </a:lnTo>
                    <a:lnTo>
                      <a:pt x="324" y="436"/>
                    </a:lnTo>
                    <a:lnTo>
                      <a:pt x="324" y="440"/>
                    </a:lnTo>
                    <a:lnTo>
                      <a:pt x="324" y="436"/>
                    </a:lnTo>
                    <a:lnTo>
                      <a:pt x="320" y="436"/>
                    </a:lnTo>
                    <a:lnTo>
                      <a:pt x="316" y="436"/>
                    </a:lnTo>
                    <a:lnTo>
                      <a:pt x="316" y="440"/>
                    </a:lnTo>
                    <a:lnTo>
                      <a:pt x="312" y="440"/>
                    </a:lnTo>
                    <a:lnTo>
                      <a:pt x="308" y="440"/>
                    </a:lnTo>
                    <a:lnTo>
                      <a:pt x="308" y="436"/>
                    </a:lnTo>
                    <a:lnTo>
                      <a:pt x="312" y="436"/>
                    </a:lnTo>
                    <a:lnTo>
                      <a:pt x="316" y="436"/>
                    </a:lnTo>
                    <a:lnTo>
                      <a:pt x="320" y="436"/>
                    </a:lnTo>
                    <a:lnTo>
                      <a:pt x="320" y="432"/>
                    </a:lnTo>
                    <a:lnTo>
                      <a:pt x="312" y="432"/>
                    </a:lnTo>
                    <a:lnTo>
                      <a:pt x="316" y="432"/>
                    </a:lnTo>
                    <a:lnTo>
                      <a:pt x="316" y="436"/>
                    </a:lnTo>
                    <a:lnTo>
                      <a:pt x="312" y="436"/>
                    </a:lnTo>
                    <a:lnTo>
                      <a:pt x="308" y="436"/>
                    </a:lnTo>
                    <a:lnTo>
                      <a:pt x="306" y="432"/>
                    </a:lnTo>
                    <a:lnTo>
                      <a:pt x="308" y="432"/>
                    </a:lnTo>
                    <a:lnTo>
                      <a:pt x="312" y="432"/>
                    </a:lnTo>
                    <a:lnTo>
                      <a:pt x="308" y="432"/>
                    </a:lnTo>
                    <a:lnTo>
                      <a:pt x="306" y="432"/>
                    </a:lnTo>
                    <a:lnTo>
                      <a:pt x="302" y="432"/>
                    </a:lnTo>
                    <a:lnTo>
                      <a:pt x="306" y="432"/>
                    </a:lnTo>
                    <a:lnTo>
                      <a:pt x="306" y="436"/>
                    </a:lnTo>
                    <a:lnTo>
                      <a:pt x="302" y="436"/>
                    </a:lnTo>
                    <a:lnTo>
                      <a:pt x="306" y="436"/>
                    </a:lnTo>
                    <a:lnTo>
                      <a:pt x="302" y="436"/>
                    </a:lnTo>
                    <a:lnTo>
                      <a:pt x="298" y="436"/>
                    </a:lnTo>
                    <a:lnTo>
                      <a:pt x="302" y="436"/>
                    </a:lnTo>
                    <a:lnTo>
                      <a:pt x="298" y="436"/>
                    </a:lnTo>
                    <a:lnTo>
                      <a:pt x="294" y="436"/>
                    </a:lnTo>
                    <a:lnTo>
                      <a:pt x="290" y="436"/>
                    </a:lnTo>
                    <a:lnTo>
                      <a:pt x="294" y="432"/>
                    </a:lnTo>
                    <a:lnTo>
                      <a:pt x="298" y="432"/>
                    </a:lnTo>
                    <a:lnTo>
                      <a:pt x="302" y="432"/>
                    </a:lnTo>
                    <a:lnTo>
                      <a:pt x="298" y="432"/>
                    </a:lnTo>
                    <a:lnTo>
                      <a:pt x="294" y="432"/>
                    </a:lnTo>
                    <a:lnTo>
                      <a:pt x="290" y="432"/>
                    </a:lnTo>
                    <a:lnTo>
                      <a:pt x="290" y="436"/>
                    </a:lnTo>
                    <a:lnTo>
                      <a:pt x="286" y="436"/>
                    </a:lnTo>
                    <a:lnTo>
                      <a:pt x="282" y="436"/>
                    </a:lnTo>
                    <a:lnTo>
                      <a:pt x="278" y="440"/>
                    </a:lnTo>
                    <a:lnTo>
                      <a:pt x="276" y="444"/>
                    </a:lnTo>
                    <a:lnTo>
                      <a:pt x="272" y="444"/>
                    </a:lnTo>
                    <a:lnTo>
                      <a:pt x="272" y="440"/>
                    </a:lnTo>
                    <a:lnTo>
                      <a:pt x="276" y="440"/>
                    </a:lnTo>
                    <a:lnTo>
                      <a:pt x="276" y="436"/>
                    </a:lnTo>
                    <a:lnTo>
                      <a:pt x="272" y="436"/>
                    </a:lnTo>
                    <a:lnTo>
                      <a:pt x="276" y="432"/>
                    </a:lnTo>
                    <a:lnTo>
                      <a:pt x="276" y="436"/>
                    </a:lnTo>
                    <a:lnTo>
                      <a:pt x="278" y="436"/>
                    </a:lnTo>
                    <a:lnTo>
                      <a:pt x="276" y="436"/>
                    </a:lnTo>
                    <a:lnTo>
                      <a:pt x="276" y="432"/>
                    </a:lnTo>
                    <a:lnTo>
                      <a:pt x="278" y="432"/>
                    </a:lnTo>
                    <a:lnTo>
                      <a:pt x="278" y="436"/>
                    </a:lnTo>
                    <a:lnTo>
                      <a:pt x="278" y="432"/>
                    </a:lnTo>
                    <a:lnTo>
                      <a:pt x="282" y="432"/>
                    </a:lnTo>
                    <a:lnTo>
                      <a:pt x="278" y="432"/>
                    </a:lnTo>
                    <a:lnTo>
                      <a:pt x="282" y="432"/>
                    </a:lnTo>
                    <a:lnTo>
                      <a:pt x="282" y="428"/>
                    </a:lnTo>
                    <a:lnTo>
                      <a:pt x="278" y="432"/>
                    </a:lnTo>
                    <a:lnTo>
                      <a:pt x="278" y="428"/>
                    </a:lnTo>
                    <a:lnTo>
                      <a:pt x="282" y="428"/>
                    </a:lnTo>
                    <a:lnTo>
                      <a:pt x="286" y="432"/>
                    </a:lnTo>
                    <a:lnTo>
                      <a:pt x="290" y="432"/>
                    </a:lnTo>
                    <a:lnTo>
                      <a:pt x="294" y="432"/>
                    </a:lnTo>
                    <a:lnTo>
                      <a:pt x="290" y="432"/>
                    </a:lnTo>
                    <a:lnTo>
                      <a:pt x="286" y="432"/>
                    </a:lnTo>
                    <a:lnTo>
                      <a:pt x="286" y="428"/>
                    </a:lnTo>
                    <a:lnTo>
                      <a:pt x="282" y="428"/>
                    </a:lnTo>
                    <a:lnTo>
                      <a:pt x="278" y="428"/>
                    </a:lnTo>
                    <a:lnTo>
                      <a:pt x="276" y="426"/>
                    </a:lnTo>
                    <a:lnTo>
                      <a:pt x="278" y="426"/>
                    </a:lnTo>
                    <a:lnTo>
                      <a:pt x="282" y="426"/>
                    </a:lnTo>
                    <a:lnTo>
                      <a:pt x="286" y="428"/>
                    </a:lnTo>
                    <a:lnTo>
                      <a:pt x="290" y="428"/>
                    </a:lnTo>
                    <a:lnTo>
                      <a:pt x="286" y="428"/>
                    </a:lnTo>
                    <a:lnTo>
                      <a:pt x="286" y="426"/>
                    </a:lnTo>
                    <a:lnTo>
                      <a:pt x="290" y="426"/>
                    </a:lnTo>
                    <a:lnTo>
                      <a:pt x="290" y="428"/>
                    </a:lnTo>
                    <a:lnTo>
                      <a:pt x="294" y="428"/>
                    </a:lnTo>
                    <a:lnTo>
                      <a:pt x="298" y="428"/>
                    </a:lnTo>
                    <a:lnTo>
                      <a:pt x="302" y="428"/>
                    </a:lnTo>
                    <a:lnTo>
                      <a:pt x="306" y="428"/>
                    </a:lnTo>
                    <a:lnTo>
                      <a:pt x="308" y="428"/>
                    </a:lnTo>
                    <a:lnTo>
                      <a:pt x="316" y="432"/>
                    </a:lnTo>
                    <a:lnTo>
                      <a:pt x="320" y="432"/>
                    </a:lnTo>
                    <a:lnTo>
                      <a:pt x="324" y="432"/>
                    </a:lnTo>
                    <a:lnTo>
                      <a:pt x="320" y="432"/>
                    </a:lnTo>
                    <a:lnTo>
                      <a:pt x="316" y="432"/>
                    </a:lnTo>
                    <a:lnTo>
                      <a:pt x="316" y="428"/>
                    </a:lnTo>
                    <a:lnTo>
                      <a:pt x="312" y="428"/>
                    </a:lnTo>
                    <a:lnTo>
                      <a:pt x="308" y="428"/>
                    </a:lnTo>
                    <a:lnTo>
                      <a:pt x="306" y="426"/>
                    </a:lnTo>
                    <a:lnTo>
                      <a:pt x="308" y="426"/>
                    </a:lnTo>
                    <a:lnTo>
                      <a:pt x="312" y="426"/>
                    </a:lnTo>
                    <a:lnTo>
                      <a:pt x="308" y="426"/>
                    </a:lnTo>
                    <a:lnTo>
                      <a:pt x="308" y="422"/>
                    </a:lnTo>
                    <a:lnTo>
                      <a:pt x="312" y="418"/>
                    </a:lnTo>
                    <a:lnTo>
                      <a:pt x="308" y="422"/>
                    </a:lnTo>
                    <a:lnTo>
                      <a:pt x="306" y="422"/>
                    </a:lnTo>
                    <a:lnTo>
                      <a:pt x="302" y="422"/>
                    </a:lnTo>
                    <a:lnTo>
                      <a:pt x="306" y="422"/>
                    </a:lnTo>
                    <a:lnTo>
                      <a:pt x="308" y="422"/>
                    </a:lnTo>
                    <a:lnTo>
                      <a:pt x="306" y="426"/>
                    </a:lnTo>
                    <a:lnTo>
                      <a:pt x="302" y="426"/>
                    </a:lnTo>
                    <a:lnTo>
                      <a:pt x="298" y="426"/>
                    </a:lnTo>
                    <a:lnTo>
                      <a:pt x="294" y="426"/>
                    </a:lnTo>
                    <a:lnTo>
                      <a:pt x="290" y="426"/>
                    </a:lnTo>
                    <a:lnTo>
                      <a:pt x="286" y="426"/>
                    </a:lnTo>
                    <a:lnTo>
                      <a:pt x="282" y="426"/>
                    </a:lnTo>
                    <a:lnTo>
                      <a:pt x="282" y="422"/>
                    </a:lnTo>
                    <a:lnTo>
                      <a:pt x="286" y="422"/>
                    </a:lnTo>
                    <a:lnTo>
                      <a:pt x="282" y="422"/>
                    </a:lnTo>
                    <a:lnTo>
                      <a:pt x="282" y="426"/>
                    </a:lnTo>
                    <a:lnTo>
                      <a:pt x="278" y="426"/>
                    </a:lnTo>
                    <a:lnTo>
                      <a:pt x="278" y="422"/>
                    </a:lnTo>
                    <a:lnTo>
                      <a:pt x="278" y="426"/>
                    </a:lnTo>
                    <a:lnTo>
                      <a:pt x="276" y="426"/>
                    </a:lnTo>
                    <a:lnTo>
                      <a:pt x="276" y="422"/>
                    </a:lnTo>
                    <a:lnTo>
                      <a:pt x="278" y="422"/>
                    </a:lnTo>
                    <a:lnTo>
                      <a:pt x="282" y="422"/>
                    </a:lnTo>
                    <a:lnTo>
                      <a:pt x="286" y="418"/>
                    </a:lnTo>
                    <a:lnTo>
                      <a:pt x="290" y="418"/>
                    </a:lnTo>
                    <a:lnTo>
                      <a:pt x="294" y="418"/>
                    </a:lnTo>
                    <a:lnTo>
                      <a:pt x="298" y="418"/>
                    </a:lnTo>
                    <a:lnTo>
                      <a:pt x="302" y="418"/>
                    </a:lnTo>
                    <a:lnTo>
                      <a:pt x="306" y="418"/>
                    </a:lnTo>
                    <a:lnTo>
                      <a:pt x="308" y="418"/>
                    </a:lnTo>
                    <a:lnTo>
                      <a:pt x="308" y="414"/>
                    </a:lnTo>
                    <a:lnTo>
                      <a:pt x="312" y="414"/>
                    </a:lnTo>
                    <a:lnTo>
                      <a:pt x="312" y="414"/>
                    </a:lnTo>
                    <a:lnTo>
                      <a:pt x="312" y="414"/>
                    </a:lnTo>
                    <a:close/>
                    <a:moveTo>
                      <a:pt x="764" y="104"/>
                    </a:moveTo>
                    <a:lnTo>
                      <a:pt x="760" y="104"/>
                    </a:lnTo>
                    <a:lnTo>
                      <a:pt x="756" y="104"/>
                    </a:lnTo>
                    <a:lnTo>
                      <a:pt x="752" y="104"/>
                    </a:lnTo>
                    <a:lnTo>
                      <a:pt x="748" y="108"/>
                    </a:lnTo>
                    <a:lnTo>
                      <a:pt x="748" y="104"/>
                    </a:lnTo>
                    <a:lnTo>
                      <a:pt x="752" y="100"/>
                    </a:lnTo>
                    <a:lnTo>
                      <a:pt x="756" y="100"/>
                    </a:lnTo>
                    <a:lnTo>
                      <a:pt x="764" y="104"/>
                    </a:lnTo>
                    <a:lnTo>
                      <a:pt x="764" y="104"/>
                    </a:lnTo>
                    <a:lnTo>
                      <a:pt x="764" y="104"/>
                    </a:lnTo>
                    <a:close/>
                    <a:moveTo>
                      <a:pt x="756" y="146"/>
                    </a:moveTo>
                    <a:lnTo>
                      <a:pt x="752" y="146"/>
                    </a:lnTo>
                    <a:lnTo>
                      <a:pt x="752" y="142"/>
                    </a:lnTo>
                    <a:lnTo>
                      <a:pt x="756" y="138"/>
                    </a:lnTo>
                    <a:lnTo>
                      <a:pt x="760" y="138"/>
                    </a:lnTo>
                    <a:lnTo>
                      <a:pt x="760" y="142"/>
                    </a:lnTo>
                    <a:lnTo>
                      <a:pt x="756" y="142"/>
                    </a:lnTo>
                    <a:lnTo>
                      <a:pt x="760" y="142"/>
                    </a:lnTo>
                    <a:lnTo>
                      <a:pt x="760" y="146"/>
                    </a:lnTo>
                    <a:lnTo>
                      <a:pt x="756" y="146"/>
                    </a:lnTo>
                    <a:lnTo>
                      <a:pt x="756" y="146"/>
                    </a:lnTo>
                    <a:lnTo>
                      <a:pt x="756" y="146"/>
                    </a:lnTo>
                    <a:close/>
                    <a:moveTo>
                      <a:pt x="752" y="168"/>
                    </a:moveTo>
                    <a:lnTo>
                      <a:pt x="756" y="168"/>
                    </a:lnTo>
                    <a:lnTo>
                      <a:pt x="760" y="168"/>
                    </a:lnTo>
                    <a:lnTo>
                      <a:pt x="760" y="172"/>
                    </a:lnTo>
                    <a:lnTo>
                      <a:pt x="756" y="172"/>
                    </a:lnTo>
                    <a:lnTo>
                      <a:pt x="752" y="172"/>
                    </a:lnTo>
                    <a:lnTo>
                      <a:pt x="748" y="168"/>
                    </a:lnTo>
                    <a:lnTo>
                      <a:pt x="744" y="168"/>
                    </a:lnTo>
                    <a:lnTo>
                      <a:pt x="742" y="168"/>
                    </a:lnTo>
                    <a:lnTo>
                      <a:pt x="744" y="168"/>
                    </a:lnTo>
                    <a:lnTo>
                      <a:pt x="748" y="168"/>
                    </a:lnTo>
                    <a:lnTo>
                      <a:pt x="752" y="168"/>
                    </a:lnTo>
                    <a:lnTo>
                      <a:pt x="752" y="168"/>
                    </a:lnTo>
                    <a:lnTo>
                      <a:pt x="752" y="168"/>
                    </a:lnTo>
                    <a:close/>
                    <a:moveTo>
                      <a:pt x="782" y="168"/>
                    </a:moveTo>
                    <a:lnTo>
                      <a:pt x="782" y="172"/>
                    </a:lnTo>
                    <a:lnTo>
                      <a:pt x="782" y="174"/>
                    </a:lnTo>
                    <a:lnTo>
                      <a:pt x="778" y="174"/>
                    </a:lnTo>
                    <a:lnTo>
                      <a:pt x="774" y="174"/>
                    </a:lnTo>
                    <a:lnTo>
                      <a:pt x="774" y="172"/>
                    </a:lnTo>
                    <a:lnTo>
                      <a:pt x="778" y="172"/>
                    </a:lnTo>
                    <a:lnTo>
                      <a:pt x="778" y="168"/>
                    </a:lnTo>
                    <a:lnTo>
                      <a:pt x="782" y="168"/>
                    </a:lnTo>
                    <a:lnTo>
                      <a:pt x="782" y="168"/>
                    </a:lnTo>
                    <a:lnTo>
                      <a:pt x="782" y="168"/>
                    </a:lnTo>
                    <a:close/>
                    <a:moveTo>
                      <a:pt x="768" y="216"/>
                    </a:moveTo>
                    <a:lnTo>
                      <a:pt x="770" y="220"/>
                    </a:lnTo>
                    <a:lnTo>
                      <a:pt x="770" y="224"/>
                    </a:lnTo>
                    <a:lnTo>
                      <a:pt x="768" y="224"/>
                    </a:lnTo>
                    <a:lnTo>
                      <a:pt x="768" y="220"/>
                    </a:lnTo>
                    <a:lnTo>
                      <a:pt x="768" y="216"/>
                    </a:lnTo>
                    <a:lnTo>
                      <a:pt x="764" y="216"/>
                    </a:lnTo>
                    <a:lnTo>
                      <a:pt x="764" y="212"/>
                    </a:lnTo>
                    <a:lnTo>
                      <a:pt x="764" y="208"/>
                    </a:lnTo>
                    <a:lnTo>
                      <a:pt x="760" y="208"/>
                    </a:lnTo>
                    <a:lnTo>
                      <a:pt x="760" y="204"/>
                    </a:lnTo>
                    <a:lnTo>
                      <a:pt x="764" y="204"/>
                    </a:lnTo>
                    <a:lnTo>
                      <a:pt x="768" y="204"/>
                    </a:lnTo>
                    <a:lnTo>
                      <a:pt x="764" y="204"/>
                    </a:lnTo>
                    <a:lnTo>
                      <a:pt x="764" y="200"/>
                    </a:lnTo>
                    <a:lnTo>
                      <a:pt x="768" y="200"/>
                    </a:lnTo>
                    <a:lnTo>
                      <a:pt x="768" y="204"/>
                    </a:lnTo>
                    <a:lnTo>
                      <a:pt x="768" y="208"/>
                    </a:lnTo>
                    <a:lnTo>
                      <a:pt x="768" y="212"/>
                    </a:lnTo>
                    <a:lnTo>
                      <a:pt x="768" y="216"/>
                    </a:lnTo>
                    <a:lnTo>
                      <a:pt x="768" y="216"/>
                    </a:lnTo>
                    <a:lnTo>
                      <a:pt x="768" y="216"/>
                    </a:lnTo>
                    <a:close/>
                    <a:moveTo>
                      <a:pt x="778" y="238"/>
                    </a:moveTo>
                    <a:lnTo>
                      <a:pt x="778" y="242"/>
                    </a:lnTo>
                    <a:lnTo>
                      <a:pt x="774" y="242"/>
                    </a:lnTo>
                    <a:lnTo>
                      <a:pt x="778" y="246"/>
                    </a:lnTo>
                    <a:lnTo>
                      <a:pt x="782" y="246"/>
                    </a:lnTo>
                    <a:lnTo>
                      <a:pt x="786" y="246"/>
                    </a:lnTo>
                    <a:lnTo>
                      <a:pt x="786" y="250"/>
                    </a:lnTo>
                    <a:lnTo>
                      <a:pt x="782" y="250"/>
                    </a:lnTo>
                    <a:lnTo>
                      <a:pt x="778" y="250"/>
                    </a:lnTo>
                    <a:lnTo>
                      <a:pt x="778" y="246"/>
                    </a:lnTo>
                    <a:lnTo>
                      <a:pt x="774" y="246"/>
                    </a:lnTo>
                    <a:lnTo>
                      <a:pt x="774" y="250"/>
                    </a:lnTo>
                    <a:lnTo>
                      <a:pt x="770" y="250"/>
                    </a:lnTo>
                    <a:lnTo>
                      <a:pt x="768" y="250"/>
                    </a:lnTo>
                    <a:lnTo>
                      <a:pt x="764" y="250"/>
                    </a:lnTo>
                    <a:lnTo>
                      <a:pt x="764" y="246"/>
                    </a:lnTo>
                    <a:lnTo>
                      <a:pt x="768" y="246"/>
                    </a:lnTo>
                    <a:lnTo>
                      <a:pt x="768" y="242"/>
                    </a:lnTo>
                    <a:lnTo>
                      <a:pt x="764" y="242"/>
                    </a:lnTo>
                    <a:lnTo>
                      <a:pt x="768" y="238"/>
                    </a:lnTo>
                    <a:lnTo>
                      <a:pt x="770" y="238"/>
                    </a:lnTo>
                    <a:lnTo>
                      <a:pt x="770" y="242"/>
                    </a:lnTo>
                    <a:lnTo>
                      <a:pt x="774" y="242"/>
                    </a:lnTo>
                    <a:lnTo>
                      <a:pt x="774" y="238"/>
                    </a:lnTo>
                    <a:lnTo>
                      <a:pt x="778" y="238"/>
                    </a:lnTo>
                    <a:lnTo>
                      <a:pt x="778" y="238"/>
                    </a:lnTo>
                    <a:lnTo>
                      <a:pt x="778" y="238"/>
                    </a:lnTo>
                    <a:close/>
                    <a:moveTo>
                      <a:pt x="722" y="310"/>
                    </a:moveTo>
                    <a:lnTo>
                      <a:pt x="718" y="310"/>
                    </a:lnTo>
                    <a:lnTo>
                      <a:pt x="716" y="310"/>
                    </a:lnTo>
                    <a:lnTo>
                      <a:pt x="712" y="310"/>
                    </a:lnTo>
                    <a:lnTo>
                      <a:pt x="712" y="306"/>
                    </a:lnTo>
                    <a:lnTo>
                      <a:pt x="708" y="306"/>
                    </a:lnTo>
                    <a:lnTo>
                      <a:pt x="704" y="306"/>
                    </a:lnTo>
                    <a:lnTo>
                      <a:pt x="700" y="306"/>
                    </a:lnTo>
                    <a:lnTo>
                      <a:pt x="696" y="306"/>
                    </a:lnTo>
                    <a:lnTo>
                      <a:pt x="692" y="306"/>
                    </a:lnTo>
                    <a:lnTo>
                      <a:pt x="688" y="306"/>
                    </a:lnTo>
                    <a:lnTo>
                      <a:pt x="686" y="306"/>
                    </a:lnTo>
                    <a:lnTo>
                      <a:pt x="686" y="302"/>
                    </a:lnTo>
                    <a:lnTo>
                      <a:pt x="688" y="302"/>
                    </a:lnTo>
                    <a:lnTo>
                      <a:pt x="692" y="302"/>
                    </a:lnTo>
                    <a:lnTo>
                      <a:pt x="696" y="302"/>
                    </a:lnTo>
                    <a:lnTo>
                      <a:pt x="700" y="302"/>
                    </a:lnTo>
                    <a:lnTo>
                      <a:pt x="704" y="302"/>
                    </a:lnTo>
                    <a:lnTo>
                      <a:pt x="708" y="302"/>
                    </a:lnTo>
                    <a:lnTo>
                      <a:pt x="712" y="302"/>
                    </a:lnTo>
                    <a:lnTo>
                      <a:pt x="716" y="302"/>
                    </a:lnTo>
                    <a:lnTo>
                      <a:pt x="718" y="302"/>
                    </a:lnTo>
                    <a:lnTo>
                      <a:pt x="718" y="306"/>
                    </a:lnTo>
                    <a:lnTo>
                      <a:pt x="722" y="306"/>
                    </a:lnTo>
                    <a:lnTo>
                      <a:pt x="718" y="306"/>
                    </a:lnTo>
                    <a:lnTo>
                      <a:pt x="718" y="310"/>
                    </a:lnTo>
                    <a:lnTo>
                      <a:pt x="722" y="310"/>
                    </a:lnTo>
                    <a:lnTo>
                      <a:pt x="722" y="310"/>
                    </a:lnTo>
                    <a:lnTo>
                      <a:pt x="722" y="310"/>
                    </a:lnTo>
                    <a:close/>
                    <a:moveTo>
                      <a:pt x="716" y="324"/>
                    </a:moveTo>
                    <a:lnTo>
                      <a:pt x="712" y="324"/>
                    </a:lnTo>
                    <a:lnTo>
                      <a:pt x="708" y="320"/>
                    </a:lnTo>
                    <a:lnTo>
                      <a:pt x="704" y="320"/>
                    </a:lnTo>
                    <a:lnTo>
                      <a:pt x="700" y="316"/>
                    </a:lnTo>
                    <a:lnTo>
                      <a:pt x="692" y="316"/>
                    </a:lnTo>
                    <a:lnTo>
                      <a:pt x="692" y="314"/>
                    </a:lnTo>
                    <a:lnTo>
                      <a:pt x="688" y="314"/>
                    </a:lnTo>
                    <a:lnTo>
                      <a:pt x="686" y="306"/>
                    </a:lnTo>
                    <a:lnTo>
                      <a:pt x="688" y="306"/>
                    </a:lnTo>
                    <a:lnTo>
                      <a:pt x="692" y="306"/>
                    </a:lnTo>
                    <a:lnTo>
                      <a:pt x="696" y="306"/>
                    </a:lnTo>
                    <a:lnTo>
                      <a:pt x="700" y="306"/>
                    </a:lnTo>
                    <a:lnTo>
                      <a:pt x="704" y="306"/>
                    </a:lnTo>
                    <a:lnTo>
                      <a:pt x="704" y="310"/>
                    </a:lnTo>
                    <a:lnTo>
                      <a:pt x="708" y="310"/>
                    </a:lnTo>
                    <a:lnTo>
                      <a:pt x="712" y="310"/>
                    </a:lnTo>
                    <a:lnTo>
                      <a:pt x="712" y="314"/>
                    </a:lnTo>
                    <a:lnTo>
                      <a:pt x="716" y="314"/>
                    </a:lnTo>
                    <a:lnTo>
                      <a:pt x="718" y="314"/>
                    </a:lnTo>
                    <a:lnTo>
                      <a:pt x="722" y="316"/>
                    </a:lnTo>
                    <a:lnTo>
                      <a:pt x="718" y="316"/>
                    </a:lnTo>
                    <a:lnTo>
                      <a:pt x="716" y="316"/>
                    </a:lnTo>
                    <a:lnTo>
                      <a:pt x="712" y="316"/>
                    </a:lnTo>
                    <a:lnTo>
                      <a:pt x="712" y="320"/>
                    </a:lnTo>
                    <a:lnTo>
                      <a:pt x="716" y="320"/>
                    </a:lnTo>
                    <a:lnTo>
                      <a:pt x="718" y="320"/>
                    </a:lnTo>
                    <a:lnTo>
                      <a:pt x="718" y="324"/>
                    </a:lnTo>
                    <a:lnTo>
                      <a:pt x="716" y="324"/>
                    </a:lnTo>
                    <a:lnTo>
                      <a:pt x="716" y="324"/>
                    </a:lnTo>
                    <a:lnTo>
                      <a:pt x="716" y="324"/>
                    </a:lnTo>
                    <a:close/>
                    <a:moveTo>
                      <a:pt x="246" y="332"/>
                    </a:moveTo>
                    <a:lnTo>
                      <a:pt x="250" y="332"/>
                    </a:lnTo>
                    <a:lnTo>
                      <a:pt x="246" y="332"/>
                    </a:lnTo>
                    <a:lnTo>
                      <a:pt x="242" y="332"/>
                    </a:lnTo>
                    <a:lnTo>
                      <a:pt x="246" y="332"/>
                    </a:lnTo>
                    <a:lnTo>
                      <a:pt x="246" y="332"/>
                    </a:lnTo>
                    <a:lnTo>
                      <a:pt x="246" y="332"/>
                    </a:lnTo>
                    <a:close/>
                    <a:moveTo>
                      <a:pt x="278" y="340"/>
                    </a:moveTo>
                    <a:lnTo>
                      <a:pt x="276" y="340"/>
                    </a:lnTo>
                    <a:lnTo>
                      <a:pt x="276" y="336"/>
                    </a:lnTo>
                    <a:lnTo>
                      <a:pt x="278" y="336"/>
                    </a:lnTo>
                    <a:lnTo>
                      <a:pt x="282" y="340"/>
                    </a:lnTo>
                    <a:lnTo>
                      <a:pt x="286" y="340"/>
                    </a:lnTo>
                    <a:lnTo>
                      <a:pt x="286" y="336"/>
                    </a:lnTo>
                    <a:lnTo>
                      <a:pt x="286" y="340"/>
                    </a:lnTo>
                    <a:lnTo>
                      <a:pt x="282" y="340"/>
                    </a:lnTo>
                    <a:lnTo>
                      <a:pt x="278" y="340"/>
                    </a:lnTo>
                    <a:lnTo>
                      <a:pt x="278" y="340"/>
                    </a:lnTo>
                    <a:lnTo>
                      <a:pt x="278" y="340"/>
                    </a:lnTo>
                    <a:close/>
                    <a:moveTo>
                      <a:pt x="278" y="346"/>
                    </a:moveTo>
                    <a:lnTo>
                      <a:pt x="282" y="346"/>
                    </a:lnTo>
                    <a:lnTo>
                      <a:pt x="282" y="342"/>
                    </a:lnTo>
                    <a:lnTo>
                      <a:pt x="286" y="346"/>
                    </a:lnTo>
                    <a:lnTo>
                      <a:pt x="290" y="346"/>
                    </a:lnTo>
                    <a:lnTo>
                      <a:pt x="286" y="346"/>
                    </a:lnTo>
                    <a:lnTo>
                      <a:pt x="286" y="350"/>
                    </a:lnTo>
                    <a:lnTo>
                      <a:pt x="282" y="350"/>
                    </a:lnTo>
                    <a:lnTo>
                      <a:pt x="278" y="350"/>
                    </a:lnTo>
                    <a:lnTo>
                      <a:pt x="278" y="346"/>
                    </a:lnTo>
                    <a:lnTo>
                      <a:pt x="278" y="346"/>
                    </a:lnTo>
                    <a:lnTo>
                      <a:pt x="278" y="346"/>
                    </a:lnTo>
                    <a:close/>
                    <a:moveTo>
                      <a:pt x="276" y="346"/>
                    </a:moveTo>
                    <a:lnTo>
                      <a:pt x="276" y="350"/>
                    </a:lnTo>
                    <a:lnTo>
                      <a:pt x="276" y="354"/>
                    </a:lnTo>
                    <a:lnTo>
                      <a:pt x="272" y="354"/>
                    </a:lnTo>
                    <a:lnTo>
                      <a:pt x="268" y="350"/>
                    </a:lnTo>
                    <a:lnTo>
                      <a:pt x="272" y="350"/>
                    </a:lnTo>
                    <a:lnTo>
                      <a:pt x="272" y="346"/>
                    </a:lnTo>
                    <a:lnTo>
                      <a:pt x="276" y="346"/>
                    </a:lnTo>
                    <a:lnTo>
                      <a:pt x="276" y="346"/>
                    </a:lnTo>
                    <a:lnTo>
                      <a:pt x="276" y="346"/>
                    </a:lnTo>
                    <a:close/>
                    <a:moveTo>
                      <a:pt x="670" y="354"/>
                    </a:moveTo>
                    <a:lnTo>
                      <a:pt x="674" y="358"/>
                    </a:lnTo>
                    <a:lnTo>
                      <a:pt x="674" y="362"/>
                    </a:lnTo>
                    <a:lnTo>
                      <a:pt x="670" y="366"/>
                    </a:lnTo>
                    <a:lnTo>
                      <a:pt x="666" y="366"/>
                    </a:lnTo>
                    <a:lnTo>
                      <a:pt x="662" y="366"/>
                    </a:lnTo>
                    <a:lnTo>
                      <a:pt x="660" y="366"/>
                    </a:lnTo>
                    <a:lnTo>
                      <a:pt x="656" y="366"/>
                    </a:lnTo>
                    <a:lnTo>
                      <a:pt x="652" y="366"/>
                    </a:lnTo>
                    <a:lnTo>
                      <a:pt x="648" y="370"/>
                    </a:lnTo>
                    <a:lnTo>
                      <a:pt x="640" y="370"/>
                    </a:lnTo>
                    <a:lnTo>
                      <a:pt x="636" y="370"/>
                    </a:lnTo>
                    <a:lnTo>
                      <a:pt x="632" y="370"/>
                    </a:lnTo>
                    <a:lnTo>
                      <a:pt x="632" y="366"/>
                    </a:lnTo>
                    <a:lnTo>
                      <a:pt x="636" y="366"/>
                    </a:lnTo>
                    <a:lnTo>
                      <a:pt x="640" y="366"/>
                    </a:lnTo>
                    <a:lnTo>
                      <a:pt x="640" y="362"/>
                    </a:lnTo>
                    <a:lnTo>
                      <a:pt x="644" y="362"/>
                    </a:lnTo>
                    <a:lnTo>
                      <a:pt x="648" y="358"/>
                    </a:lnTo>
                    <a:lnTo>
                      <a:pt x="652" y="358"/>
                    </a:lnTo>
                    <a:lnTo>
                      <a:pt x="656" y="358"/>
                    </a:lnTo>
                    <a:lnTo>
                      <a:pt x="660" y="358"/>
                    </a:lnTo>
                    <a:lnTo>
                      <a:pt x="660" y="354"/>
                    </a:lnTo>
                    <a:lnTo>
                      <a:pt x="662" y="354"/>
                    </a:lnTo>
                    <a:lnTo>
                      <a:pt x="666" y="354"/>
                    </a:lnTo>
                    <a:lnTo>
                      <a:pt x="670" y="354"/>
                    </a:lnTo>
                    <a:lnTo>
                      <a:pt x="670" y="354"/>
                    </a:lnTo>
                    <a:lnTo>
                      <a:pt x="670" y="354"/>
                    </a:lnTo>
                    <a:close/>
                    <a:moveTo>
                      <a:pt x="298" y="354"/>
                    </a:moveTo>
                    <a:lnTo>
                      <a:pt x="302" y="358"/>
                    </a:lnTo>
                    <a:lnTo>
                      <a:pt x="298" y="358"/>
                    </a:lnTo>
                    <a:lnTo>
                      <a:pt x="294" y="358"/>
                    </a:lnTo>
                    <a:lnTo>
                      <a:pt x="294" y="354"/>
                    </a:lnTo>
                    <a:lnTo>
                      <a:pt x="298" y="354"/>
                    </a:lnTo>
                    <a:lnTo>
                      <a:pt x="298" y="354"/>
                    </a:lnTo>
                    <a:lnTo>
                      <a:pt x="298" y="354"/>
                    </a:lnTo>
                    <a:close/>
                    <a:moveTo>
                      <a:pt x="648" y="358"/>
                    </a:moveTo>
                    <a:lnTo>
                      <a:pt x="644" y="358"/>
                    </a:lnTo>
                    <a:lnTo>
                      <a:pt x="640" y="362"/>
                    </a:lnTo>
                    <a:lnTo>
                      <a:pt x="640" y="358"/>
                    </a:lnTo>
                    <a:lnTo>
                      <a:pt x="644" y="358"/>
                    </a:lnTo>
                    <a:lnTo>
                      <a:pt x="648" y="358"/>
                    </a:lnTo>
                    <a:lnTo>
                      <a:pt x="648" y="358"/>
                    </a:lnTo>
                    <a:lnTo>
                      <a:pt x="648" y="358"/>
                    </a:lnTo>
                    <a:close/>
                    <a:moveTo>
                      <a:pt x="302" y="366"/>
                    </a:moveTo>
                    <a:lnTo>
                      <a:pt x="302" y="362"/>
                    </a:lnTo>
                    <a:lnTo>
                      <a:pt x="298" y="362"/>
                    </a:lnTo>
                    <a:lnTo>
                      <a:pt x="302" y="362"/>
                    </a:lnTo>
                    <a:lnTo>
                      <a:pt x="306" y="362"/>
                    </a:lnTo>
                    <a:lnTo>
                      <a:pt x="302" y="366"/>
                    </a:lnTo>
                    <a:lnTo>
                      <a:pt x="302" y="366"/>
                    </a:lnTo>
                    <a:lnTo>
                      <a:pt x="302" y="366"/>
                    </a:lnTo>
                    <a:close/>
                    <a:moveTo>
                      <a:pt x="662" y="366"/>
                    </a:moveTo>
                    <a:lnTo>
                      <a:pt x="662" y="370"/>
                    </a:lnTo>
                    <a:lnTo>
                      <a:pt x="660" y="370"/>
                    </a:lnTo>
                    <a:lnTo>
                      <a:pt x="660" y="366"/>
                    </a:lnTo>
                    <a:lnTo>
                      <a:pt x="662" y="366"/>
                    </a:lnTo>
                    <a:lnTo>
                      <a:pt x="662" y="366"/>
                    </a:lnTo>
                    <a:lnTo>
                      <a:pt x="662" y="366"/>
                    </a:lnTo>
                    <a:close/>
                    <a:moveTo>
                      <a:pt x="252" y="370"/>
                    </a:moveTo>
                    <a:lnTo>
                      <a:pt x="256" y="370"/>
                    </a:lnTo>
                    <a:lnTo>
                      <a:pt x="260" y="370"/>
                    </a:lnTo>
                    <a:lnTo>
                      <a:pt x="256" y="370"/>
                    </a:lnTo>
                    <a:lnTo>
                      <a:pt x="252" y="370"/>
                    </a:lnTo>
                    <a:lnTo>
                      <a:pt x="252" y="370"/>
                    </a:lnTo>
                    <a:lnTo>
                      <a:pt x="252" y="370"/>
                    </a:lnTo>
                    <a:close/>
                    <a:moveTo>
                      <a:pt x="264" y="396"/>
                    </a:moveTo>
                    <a:lnTo>
                      <a:pt x="268" y="396"/>
                    </a:lnTo>
                    <a:lnTo>
                      <a:pt x="272" y="396"/>
                    </a:lnTo>
                    <a:lnTo>
                      <a:pt x="276" y="396"/>
                    </a:lnTo>
                    <a:lnTo>
                      <a:pt x="276" y="392"/>
                    </a:lnTo>
                    <a:lnTo>
                      <a:pt x="278" y="392"/>
                    </a:lnTo>
                    <a:lnTo>
                      <a:pt x="276" y="392"/>
                    </a:lnTo>
                    <a:lnTo>
                      <a:pt x="272" y="392"/>
                    </a:lnTo>
                    <a:lnTo>
                      <a:pt x="272" y="396"/>
                    </a:lnTo>
                    <a:lnTo>
                      <a:pt x="272" y="392"/>
                    </a:lnTo>
                    <a:lnTo>
                      <a:pt x="268" y="392"/>
                    </a:lnTo>
                    <a:lnTo>
                      <a:pt x="272" y="392"/>
                    </a:lnTo>
                    <a:lnTo>
                      <a:pt x="268" y="392"/>
                    </a:lnTo>
                    <a:lnTo>
                      <a:pt x="260" y="392"/>
                    </a:lnTo>
                    <a:lnTo>
                      <a:pt x="256" y="392"/>
                    </a:lnTo>
                    <a:lnTo>
                      <a:pt x="252" y="388"/>
                    </a:lnTo>
                    <a:lnTo>
                      <a:pt x="256" y="388"/>
                    </a:lnTo>
                    <a:lnTo>
                      <a:pt x="260" y="388"/>
                    </a:lnTo>
                    <a:lnTo>
                      <a:pt x="264" y="388"/>
                    </a:lnTo>
                    <a:lnTo>
                      <a:pt x="260" y="388"/>
                    </a:lnTo>
                    <a:lnTo>
                      <a:pt x="260" y="384"/>
                    </a:lnTo>
                    <a:lnTo>
                      <a:pt x="256" y="384"/>
                    </a:lnTo>
                    <a:lnTo>
                      <a:pt x="256" y="380"/>
                    </a:lnTo>
                    <a:lnTo>
                      <a:pt x="260" y="380"/>
                    </a:lnTo>
                    <a:lnTo>
                      <a:pt x="264" y="380"/>
                    </a:lnTo>
                    <a:lnTo>
                      <a:pt x="264" y="384"/>
                    </a:lnTo>
                    <a:lnTo>
                      <a:pt x="264" y="380"/>
                    </a:lnTo>
                    <a:lnTo>
                      <a:pt x="260" y="380"/>
                    </a:lnTo>
                    <a:lnTo>
                      <a:pt x="256" y="380"/>
                    </a:lnTo>
                    <a:lnTo>
                      <a:pt x="256" y="376"/>
                    </a:lnTo>
                    <a:lnTo>
                      <a:pt x="256" y="372"/>
                    </a:lnTo>
                    <a:lnTo>
                      <a:pt x="260" y="372"/>
                    </a:lnTo>
                    <a:lnTo>
                      <a:pt x="264" y="372"/>
                    </a:lnTo>
                    <a:lnTo>
                      <a:pt x="268" y="372"/>
                    </a:lnTo>
                    <a:lnTo>
                      <a:pt x="272" y="372"/>
                    </a:lnTo>
                    <a:lnTo>
                      <a:pt x="276" y="372"/>
                    </a:lnTo>
                    <a:lnTo>
                      <a:pt x="278" y="376"/>
                    </a:lnTo>
                    <a:lnTo>
                      <a:pt x="282" y="376"/>
                    </a:lnTo>
                    <a:lnTo>
                      <a:pt x="282" y="380"/>
                    </a:lnTo>
                    <a:lnTo>
                      <a:pt x="286" y="380"/>
                    </a:lnTo>
                    <a:lnTo>
                      <a:pt x="286" y="384"/>
                    </a:lnTo>
                    <a:lnTo>
                      <a:pt x="290" y="384"/>
                    </a:lnTo>
                    <a:lnTo>
                      <a:pt x="294" y="384"/>
                    </a:lnTo>
                    <a:lnTo>
                      <a:pt x="298" y="384"/>
                    </a:lnTo>
                    <a:lnTo>
                      <a:pt x="298" y="388"/>
                    </a:lnTo>
                    <a:lnTo>
                      <a:pt x="298" y="392"/>
                    </a:lnTo>
                    <a:lnTo>
                      <a:pt x="294" y="392"/>
                    </a:lnTo>
                    <a:lnTo>
                      <a:pt x="294" y="396"/>
                    </a:lnTo>
                    <a:lnTo>
                      <a:pt x="290" y="396"/>
                    </a:lnTo>
                    <a:lnTo>
                      <a:pt x="286" y="396"/>
                    </a:lnTo>
                    <a:lnTo>
                      <a:pt x="282" y="396"/>
                    </a:lnTo>
                    <a:lnTo>
                      <a:pt x="278" y="398"/>
                    </a:lnTo>
                    <a:lnTo>
                      <a:pt x="276" y="398"/>
                    </a:lnTo>
                    <a:lnTo>
                      <a:pt x="272" y="398"/>
                    </a:lnTo>
                    <a:lnTo>
                      <a:pt x="268" y="398"/>
                    </a:lnTo>
                    <a:lnTo>
                      <a:pt x="268" y="396"/>
                    </a:lnTo>
                    <a:lnTo>
                      <a:pt x="264" y="396"/>
                    </a:lnTo>
                    <a:lnTo>
                      <a:pt x="264" y="396"/>
                    </a:lnTo>
                    <a:lnTo>
                      <a:pt x="264" y="396"/>
                    </a:lnTo>
                    <a:close/>
                    <a:moveTo>
                      <a:pt x="308" y="384"/>
                    </a:moveTo>
                    <a:lnTo>
                      <a:pt x="312" y="384"/>
                    </a:lnTo>
                    <a:lnTo>
                      <a:pt x="316" y="384"/>
                    </a:lnTo>
                    <a:lnTo>
                      <a:pt x="312" y="388"/>
                    </a:lnTo>
                    <a:lnTo>
                      <a:pt x="312" y="392"/>
                    </a:lnTo>
                    <a:lnTo>
                      <a:pt x="308" y="392"/>
                    </a:lnTo>
                    <a:lnTo>
                      <a:pt x="306" y="388"/>
                    </a:lnTo>
                    <a:lnTo>
                      <a:pt x="306" y="384"/>
                    </a:lnTo>
                    <a:lnTo>
                      <a:pt x="308" y="384"/>
                    </a:lnTo>
                    <a:lnTo>
                      <a:pt x="306" y="384"/>
                    </a:lnTo>
                    <a:lnTo>
                      <a:pt x="308" y="384"/>
                    </a:lnTo>
                    <a:lnTo>
                      <a:pt x="308" y="380"/>
                    </a:lnTo>
                    <a:lnTo>
                      <a:pt x="308" y="384"/>
                    </a:lnTo>
                    <a:lnTo>
                      <a:pt x="308" y="384"/>
                    </a:lnTo>
                    <a:lnTo>
                      <a:pt x="308" y="384"/>
                    </a:lnTo>
                    <a:close/>
                    <a:moveTo>
                      <a:pt x="294" y="414"/>
                    </a:moveTo>
                    <a:lnTo>
                      <a:pt x="290" y="414"/>
                    </a:lnTo>
                    <a:lnTo>
                      <a:pt x="286" y="414"/>
                    </a:lnTo>
                    <a:lnTo>
                      <a:pt x="282" y="414"/>
                    </a:lnTo>
                    <a:lnTo>
                      <a:pt x="282" y="418"/>
                    </a:lnTo>
                    <a:lnTo>
                      <a:pt x="278" y="418"/>
                    </a:lnTo>
                    <a:lnTo>
                      <a:pt x="282" y="414"/>
                    </a:lnTo>
                    <a:lnTo>
                      <a:pt x="286" y="414"/>
                    </a:lnTo>
                    <a:lnTo>
                      <a:pt x="282" y="414"/>
                    </a:lnTo>
                    <a:lnTo>
                      <a:pt x="286" y="414"/>
                    </a:lnTo>
                    <a:lnTo>
                      <a:pt x="290" y="414"/>
                    </a:lnTo>
                    <a:lnTo>
                      <a:pt x="294" y="414"/>
                    </a:lnTo>
                    <a:lnTo>
                      <a:pt x="294" y="414"/>
                    </a:lnTo>
                    <a:lnTo>
                      <a:pt x="294" y="414"/>
                    </a:lnTo>
                    <a:close/>
                    <a:moveTo>
                      <a:pt x="294" y="426"/>
                    </a:moveTo>
                    <a:lnTo>
                      <a:pt x="298" y="426"/>
                    </a:lnTo>
                    <a:lnTo>
                      <a:pt x="302" y="426"/>
                    </a:lnTo>
                    <a:lnTo>
                      <a:pt x="306" y="426"/>
                    </a:lnTo>
                    <a:lnTo>
                      <a:pt x="302" y="426"/>
                    </a:lnTo>
                    <a:lnTo>
                      <a:pt x="298" y="426"/>
                    </a:lnTo>
                    <a:lnTo>
                      <a:pt x="298" y="428"/>
                    </a:lnTo>
                    <a:lnTo>
                      <a:pt x="294" y="428"/>
                    </a:lnTo>
                    <a:lnTo>
                      <a:pt x="290" y="426"/>
                    </a:lnTo>
                    <a:lnTo>
                      <a:pt x="294" y="426"/>
                    </a:lnTo>
                    <a:lnTo>
                      <a:pt x="294" y="426"/>
                    </a:lnTo>
                    <a:lnTo>
                      <a:pt x="294" y="426"/>
                    </a:lnTo>
                    <a:close/>
                    <a:moveTo>
                      <a:pt x="610" y="426"/>
                    </a:moveTo>
                    <a:lnTo>
                      <a:pt x="610" y="428"/>
                    </a:lnTo>
                    <a:lnTo>
                      <a:pt x="610" y="426"/>
                    </a:lnTo>
                    <a:lnTo>
                      <a:pt x="606" y="426"/>
                    </a:lnTo>
                    <a:lnTo>
                      <a:pt x="610" y="426"/>
                    </a:lnTo>
                    <a:lnTo>
                      <a:pt x="610" y="426"/>
                    </a:lnTo>
                    <a:lnTo>
                      <a:pt x="610" y="426"/>
                    </a:lnTo>
                    <a:close/>
                    <a:moveTo>
                      <a:pt x="298" y="428"/>
                    </a:moveTo>
                    <a:lnTo>
                      <a:pt x="306" y="426"/>
                    </a:lnTo>
                    <a:lnTo>
                      <a:pt x="308" y="428"/>
                    </a:lnTo>
                    <a:lnTo>
                      <a:pt x="306" y="428"/>
                    </a:lnTo>
                    <a:lnTo>
                      <a:pt x="302" y="428"/>
                    </a:lnTo>
                    <a:lnTo>
                      <a:pt x="298" y="428"/>
                    </a:lnTo>
                    <a:lnTo>
                      <a:pt x="298" y="428"/>
                    </a:lnTo>
                    <a:lnTo>
                      <a:pt x="298" y="428"/>
                    </a:lnTo>
                    <a:close/>
                    <a:moveTo>
                      <a:pt x="276" y="428"/>
                    </a:moveTo>
                    <a:lnTo>
                      <a:pt x="278" y="428"/>
                    </a:lnTo>
                    <a:lnTo>
                      <a:pt x="276" y="428"/>
                    </a:lnTo>
                    <a:lnTo>
                      <a:pt x="276" y="428"/>
                    </a:lnTo>
                    <a:lnTo>
                      <a:pt x="276" y="428"/>
                    </a:lnTo>
                    <a:close/>
                    <a:moveTo>
                      <a:pt x="272" y="440"/>
                    </a:moveTo>
                    <a:lnTo>
                      <a:pt x="272" y="436"/>
                    </a:lnTo>
                    <a:lnTo>
                      <a:pt x="276" y="436"/>
                    </a:lnTo>
                    <a:lnTo>
                      <a:pt x="272" y="440"/>
                    </a:lnTo>
                    <a:lnTo>
                      <a:pt x="272" y="440"/>
                    </a:lnTo>
                    <a:lnTo>
                      <a:pt x="272" y="440"/>
                    </a:lnTo>
                    <a:close/>
                    <a:moveTo>
                      <a:pt x="272" y="478"/>
                    </a:moveTo>
                    <a:lnTo>
                      <a:pt x="276" y="478"/>
                    </a:lnTo>
                    <a:lnTo>
                      <a:pt x="272" y="478"/>
                    </a:lnTo>
                    <a:lnTo>
                      <a:pt x="272" y="478"/>
                    </a:lnTo>
                    <a:lnTo>
                      <a:pt x="272" y="478"/>
                    </a:lnTo>
                    <a:close/>
                    <a:moveTo>
                      <a:pt x="514" y="484"/>
                    </a:moveTo>
                    <a:lnTo>
                      <a:pt x="514" y="482"/>
                    </a:lnTo>
                    <a:lnTo>
                      <a:pt x="514" y="484"/>
                    </a:lnTo>
                    <a:lnTo>
                      <a:pt x="514" y="484"/>
                    </a:lnTo>
                    <a:lnTo>
                      <a:pt x="514" y="484"/>
                    </a:lnTo>
                    <a:close/>
                    <a:moveTo>
                      <a:pt x="518" y="484"/>
                    </a:moveTo>
                    <a:lnTo>
                      <a:pt x="518" y="482"/>
                    </a:lnTo>
                    <a:lnTo>
                      <a:pt x="520" y="482"/>
                    </a:lnTo>
                    <a:lnTo>
                      <a:pt x="520" y="484"/>
                    </a:lnTo>
                    <a:lnTo>
                      <a:pt x="518" y="484"/>
                    </a:lnTo>
                    <a:lnTo>
                      <a:pt x="518" y="484"/>
                    </a:lnTo>
                    <a:lnTo>
                      <a:pt x="518" y="484"/>
                    </a:lnTo>
                    <a:close/>
                    <a:moveTo>
                      <a:pt x="498" y="488"/>
                    </a:moveTo>
                    <a:lnTo>
                      <a:pt x="494" y="488"/>
                    </a:lnTo>
                    <a:lnTo>
                      <a:pt x="494" y="484"/>
                    </a:lnTo>
                    <a:lnTo>
                      <a:pt x="494" y="482"/>
                    </a:lnTo>
                    <a:lnTo>
                      <a:pt x="498" y="482"/>
                    </a:lnTo>
                    <a:lnTo>
                      <a:pt x="502" y="482"/>
                    </a:lnTo>
                    <a:lnTo>
                      <a:pt x="502" y="484"/>
                    </a:lnTo>
                    <a:lnTo>
                      <a:pt x="506" y="484"/>
                    </a:lnTo>
                    <a:lnTo>
                      <a:pt x="502" y="484"/>
                    </a:lnTo>
                    <a:lnTo>
                      <a:pt x="502" y="488"/>
                    </a:lnTo>
                    <a:lnTo>
                      <a:pt x="498" y="488"/>
                    </a:lnTo>
                    <a:lnTo>
                      <a:pt x="498" y="488"/>
                    </a:lnTo>
                    <a:lnTo>
                      <a:pt x="498" y="488"/>
                    </a:lnTo>
                    <a:close/>
                    <a:moveTo>
                      <a:pt x="472" y="496"/>
                    </a:moveTo>
                    <a:lnTo>
                      <a:pt x="468" y="496"/>
                    </a:lnTo>
                    <a:lnTo>
                      <a:pt x="472" y="496"/>
                    </a:lnTo>
                    <a:lnTo>
                      <a:pt x="472" y="496"/>
                    </a:lnTo>
                    <a:lnTo>
                      <a:pt x="472" y="496"/>
                    </a:lnTo>
                    <a:close/>
                    <a:moveTo>
                      <a:pt x="462" y="518"/>
                    </a:moveTo>
                    <a:lnTo>
                      <a:pt x="462" y="514"/>
                    </a:lnTo>
                    <a:lnTo>
                      <a:pt x="458" y="514"/>
                    </a:lnTo>
                    <a:lnTo>
                      <a:pt x="458" y="512"/>
                    </a:lnTo>
                    <a:lnTo>
                      <a:pt x="454" y="508"/>
                    </a:lnTo>
                    <a:lnTo>
                      <a:pt x="458" y="508"/>
                    </a:lnTo>
                    <a:lnTo>
                      <a:pt x="462" y="512"/>
                    </a:lnTo>
                    <a:lnTo>
                      <a:pt x="458" y="512"/>
                    </a:lnTo>
                    <a:lnTo>
                      <a:pt x="462" y="514"/>
                    </a:lnTo>
                    <a:lnTo>
                      <a:pt x="464" y="514"/>
                    </a:lnTo>
                    <a:lnTo>
                      <a:pt x="464" y="518"/>
                    </a:lnTo>
                    <a:lnTo>
                      <a:pt x="462" y="518"/>
                    </a:lnTo>
                    <a:lnTo>
                      <a:pt x="462" y="518"/>
                    </a:lnTo>
                    <a:lnTo>
                      <a:pt x="462" y="518"/>
                    </a:lnTo>
                    <a:close/>
                    <a:moveTo>
                      <a:pt x="308" y="514"/>
                    </a:moveTo>
                    <a:lnTo>
                      <a:pt x="308" y="518"/>
                    </a:lnTo>
                    <a:lnTo>
                      <a:pt x="306" y="518"/>
                    </a:lnTo>
                    <a:lnTo>
                      <a:pt x="306" y="514"/>
                    </a:lnTo>
                    <a:lnTo>
                      <a:pt x="308" y="514"/>
                    </a:lnTo>
                    <a:lnTo>
                      <a:pt x="308" y="514"/>
                    </a:lnTo>
                    <a:lnTo>
                      <a:pt x="308" y="514"/>
                    </a:lnTo>
                    <a:close/>
                    <a:moveTo>
                      <a:pt x="312" y="514"/>
                    </a:moveTo>
                    <a:lnTo>
                      <a:pt x="312" y="518"/>
                    </a:lnTo>
                    <a:lnTo>
                      <a:pt x="308" y="518"/>
                    </a:lnTo>
                    <a:lnTo>
                      <a:pt x="308" y="522"/>
                    </a:lnTo>
                    <a:lnTo>
                      <a:pt x="306" y="522"/>
                    </a:lnTo>
                    <a:lnTo>
                      <a:pt x="308" y="518"/>
                    </a:lnTo>
                    <a:lnTo>
                      <a:pt x="308" y="514"/>
                    </a:lnTo>
                    <a:lnTo>
                      <a:pt x="312" y="514"/>
                    </a:lnTo>
                    <a:lnTo>
                      <a:pt x="312" y="514"/>
                    </a:lnTo>
                    <a:lnTo>
                      <a:pt x="312" y="514"/>
                    </a:lnTo>
                    <a:close/>
                    <a:moveTo>
                      <a:pt x="306" y="518"/>
                    </a:moveTo>
                    <a:lnTo>
                      <a:pt x="306" y="522"/>
                    </a:lnTo>
                    <a:lnTo>
                      <a:pt x="302" y="522"/>
                    </a:lnTo>
                    <a:lnTo>
                      <a:pt x="306" y="518"/>
                    </a:lnTo>
                    <a:lnTo>
                      <a:pt x="306" y="518"/>
                    </a:lnTo>
                    <a:lnTo>
                      <a:pt x="306" y="518"/>
                    </a:lnTo>
                    <a:close/>
                    <a:moveTo>
                      <a:pt x="450" y="522"/>
                    </a:moveTo>
                    <a:lnTo>
                      <a:pt x="446" y="522"/>
                    </a:lnTo>
                    <a:lnTo>
                      <a:pt x="446" y="518"/>
                    </a:lnTo>
                    <a:lnTo>
                      <a:pt x="450" y="522"/>
                    </a:lnTo>
                    <a:lnTo>
                      <a:pt x="450" y="522"/>
                    </a:lnTo>
                    <a:lnTo>
                      <a:pt x="450" y="5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0" name="Freeform 74"/>
              <p:cNvSpPr>
                <a:spLocks/>
              </p:cNvSpPr>
              <p:nvPr/>
            </p:nvSpPr>
            <p:spPr bwMode="gray">
              <a:xfrm>
                <a:off x="2531947" y="3983966"/>
                <a:ext cx="97399" cy="125225"/>
              </a:xfrm>
              <a:custGeom>
                <a:avLst/>
                <a:gdLst>
                  <a:gd name="T0" fmla="*/ 38 w 56"/>
                  <a:gd name="T1" fmla="*/ 60 h 72"/>
                  <a:gd name="T2" fmla="*/ 38 w 56"/>
                  <a:gd name="T3" fmla="*/ 64 h 72"/>
                  <a:gd name="T4" fmla="*/ 38 w 56"/>
                  <a:gd name="T5" fmla="*/ 64 h 72"/>
                  <a:gd name="T6" fmla="*/ 38 w 56"/>
                  <a:gd name="T7" fmla="*/ 64 h 72"/>
                  <a:gd name="T8" fmla="*/ 34 w 56"/>
                  <a:gd name="T9" fmla="*/ 68 h 72"/>
                  <a:gd name="T10" fmla="*/ 30 w 56"/>
                  <a:gd name="T11" fmla="*/ 72 h 72"/>
                  <a:gd name="T12" fmla="*/ 30 w 56"/>
                  <a:gd name="T13" fmla="*/ 72 h 72"/>
                  <a:gd name="T14" fmla="*/ 26 w 56"/>
                  <a:gd name="T15" fmla="*/ 72 h 72"/>
                  <a:gd name="T16" fmla="*/ 22 w 56"/>
                  <a:gd name="T17" fmla="*/ 68 h 72"/>
                  <a:gd name="T18" fmla="*/ 22 w 56"/>
                  <a:gd name="T19" fmla="*/ 68 h 72"/>
                  <a:gd name="T20" fmla="*/ 16 w 56"/>
                  <a:gd name="T21" fmla="*/ 68 h 72"/>
                  <a:gd name="T22" fmla="*/ 12 w 56"/>
                  <a:gd name="T23" fmla="*/ 68 h 72"/>
                  <a:gd name="T24" fmla="*/ 8 w 56"/>
                  <a:gd name="T25" fmla="*/ 68 h 72"/>
                  <a:gd name="T26" fmla="*/ 8 w 56"/>
                  <a:gd name="T27" fmla="*/ 64 h 72"/>
                  <a:gd name="T28" fmla="*/ 4 w 56"/>
                  <a:gd name="T29" fmla="*/ 64 h 72"/>
                  <a:gd name="T30" fmla="*/ 0 w 56"/>
                  <a:gd name="T31" fmla="*/ 60 h 72"/>
                  <a:gd name="T32" fmla="*/ 0 w 56"/>
                  <a:gd name="T33" fmla="*/ 56 h 72"/>
                  <a:gd name="T34" fmla="*/ 0 w 56"/>
                  <a:gd name="T35" fmla="*/ 56 h 72"/>
                  <a:gd name="T36" fmla="*/ 0 w 56"/>
                  <a:gd name="T37" fmla="*/ 52 h 72"/>
                  <a:gd name="T38" fmla="*/ 0 w 56"/>
                  <a:gd name="T39" fmla="*/ 44 h 72"/>
                  <a:gd name="T40" fmla="*/ 8 w 56"/>
                  <a:gd name="T41" fmla="*/ 30 h 72"/>
                  <a:gd name="T42" fmla="*/ 18 w 56"/>
                  <a:gd name="T43" fmla="*/ 30 h 72"/>
                  <a:gd name="T44" fmla="*/ 26 w 56"/>
                  <a:gd name="T45" fmla="*/ 30 h 72"/>
                  <a:gd name="T46" fmla="*/ 26 w 56"/>
                  <a:gd name="T47" fmla="*/ 30 h 72"/>
                  <a:gd name="T48" fmla="*/ 26 w 56"/>
                  <a:gd name="T49" fmla="*/ 26 h 72"/>
                  <a:gd name="T50" fmla="*/ 22 w 56"/>
                  <a:gd name="T51" fmla="*/ 26 h 72"/>
                  <a:gd name="T52" fmla="*/ 22 w 56"/>
                  <a:gd name="T53" fmla="*/ 22 h 72"/>
                  <a:gd name="T54" fmla="*/ 22 w 56"/>
                  <a:gd name="T55" fmla="*/ 18 h 72"/>
                  <a:gd name="T56" fmla="*/ 18 w 56"/>
                  <a:gd name="T57" fmla="*/ 18 h 72"/>
                  <a:gd name="T58" fmla="*/ 16 w 56"/>
                  <a:gd name="T59" fmla="*/ 14 h 72"/>
                  <a:gd name="T60" fmla="*/ 12 w 56"/>
                  <a:gd name="T61" fmla="*/ 12 h 72"/>
                  <a:gd name="T62" fmla="*/ 18 w 56"/>
                  <a:gd name="T63" fmla="*/ 0 h 72"/>
                  <a:gd name="T64" fmla="*/ 22 w 56"/>
                  <a:gd name="T65" fmla="*/ 0 h 72"/>
                  <a:gd name="T66" fmla="*/ 42 w 56"/>
                  <a:gd name="T67" fmla="*/ 0 h 72"/>
                  <a:gd name="T68" fmla="*/ 46 w 56"/>
                  <a:gd name="T69" fmla="*/ 14 h 72"/>
                  <a:gd name="T70" fmla="*/ 42 w 56"/>
                  <a:gd name="T71" fmla="*/ 34 h 72"/>
                  <a:gd name="T72" fmla="*/ 50 w 56"/>
                  <a:gd name="T73" fmla="*/ 34 h 72"/>
                  <a:gd name="T74" fmla="*/ 50 w 56"/>
                  <a:gd name="T75" fmla="*/ 34 h 72"/>
                  <a:gd name="T76" fmla="*/ 52 w 56"/>
                  <a:gd name="T77" fmla="*/ 38 h 72"/>
                  <a:gd name="T78" fmla="*/ 52 w 56"/>
                  <a:gd name="T79" fmla="*/ 34 h 72"/>
                  <a:gd name="T80" fmla="*/ 56 w 56"/>
                  <a:gd name="T81" fmla="*/ 38 h 72"/>
                  <a:gd name="T82" fmla="*/ 56 w 56"/>
                  <a:gd name="T83" fmla="*/ 38 h 72"/>
                  <a:gd name="T84" fmla="*/ 52 w 56"/>
                  <a:gd name="T85" fmla="*/ 44 h 72"/>
                  <a:gd name="T86" fmla="*/ 46 w 56"/>
                  <a:gd name="T87" fmla="*/ 48 h 72"/>
                  <a:gd name="T88" fmla="*/ 46 w 56"/>
                  <a:gd name="T89" fmla="*/ 48 h 72"/>
                  <a:gd name="T90" fmla="*/ 42 w 56"/>
                  <a:gd name="T91" fmla="*/ 52 h 72"/>
                  <a:gd name="T92" fmla="*/ 46 w 56"/>
                  <a:gd name="T93" fmla="*/ 56 h 72"/>
                  <a:gd name="T94" fmla="*/ 42 w 56"/>
                  <a:gd name="T95" fmla="*/ 6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6" h="72">
                    <a:moveTo>
                      <a:pt x="42" y="60"/>
                    </a:moveTo>
                    <a:lnTo>
                      <a:pt x="42" y="60"/>
                    </a:lnTo>
                    <a:lnTo>
                      <a:pt x="38" y="60"/>
                    </a:lnTo>
                    <a:lnTo>
                      <a:pt x="38" y="60"/>
                    </a:lnTo>
                    <a:lnTo>
                      <a:pt x="38" y="60"/>
                    </a:lnTo>
                    <a:lnTo>
                      <a:pt x="38" y="60"/>
                    </a:lnTo>
                    <a:lnTo>
                      <a:pt x="38" y="64"/>
                    </a:lnTo>
                    <a:lnTo>
                      <a:pt x="38" y="64"/>
                    </a:lnTo>
                    <a:lnTo>
                      <a:pt x="38" y="64"/>
                    </a:lnTo>
                    <a:lnTo>
                      <a:pt x="38" y="64"/>
                    </a:lnTo>
                    <a:lnTo>
                      <a:pt x="38" y="64"/>
                    </a:lnTo>
                    <a:lnTo>
                      <a:pt x="38" y="64"/>
                    </a:lnTo>
                    <a:lnTo>
                      <a:pt x="38" y="64"/>
                    </a:lnTo>
                    <a:lnTo>
                      <a:pt x="38" y="64"/>
                    </a:lnTo>
                    <a:lnTo>
                      <a:pt x="38" y="64"/>
                    </a:lnTo>
                    <a:lnTo>
                      <a:pt x="38" y="64"/>
                    </a:lnTo>
                    <a:lnTo>
                      <a:pt x="38" y="64"/>
                    </a:lnTo>
                    <a:lnTo>
                      <a:pt x="34" y="68"/>
                    </a:lnTo>
                    <a:lnTo>
                      <a:pt x="34" y="68"/>
                    </a:lnTo>
                    <a:lnTo>
                      <a:pt x="34" y="68"/>
                    </a:lnTo>
                    <a:lnTo>
                      <a:pt x="34" y="68"/>
                    </a:lnTo>
                    <a:lnTo>
                      <a:pt x="34" y="68"/>
                    </a:lnTo>
                    <a:lnTo>
                      <a:pt x="30" y="68"/>
                    </a:lnTo>
                    <a:lnTo>
                      <a:pt x="30" y="72"/>
                    </a:lnTo>
                    <a:lnTo>
                      <a:pt x="30" y="72"/>
                    </a:lnTo>
                    <a:lnTo>
                      <a:pt x="30" y="72"/>
                    </a:lnTo>
                    <a:lnTo>
                      <a:pt x="30" y="72"/>
                    </a:lnTo>
                    <a:lnTo>
                      <a:pt x="30" y="72"/>
                    </a:lnTo>
                    <a:lnTo>
                      <a:pt x="30" y="72"/>
                    </a:lnTo>
                    <a:lnTo>
                      <a:pt x="30" y="72"/>
                    </a:lnTo>
                    <a:lnTo>
                      <a:pt x="30" y="72"/>
                    </a:lnTo>
                    <a:lnTo>
                      <a:pt x="26" y="72"/>
                    </a:lnTo>
                    <a:lnTo>
                      <a:pt x="26" y="72"/>
                    </a:lnTo>
                    <a:lnTo>
                      <a:pt x="26" y="72"/>
                    </a:lnTo>
                    <a:lnTo>
                      <a:pt x="26" y="72"/>
                    </a:lnTo>
                    <a:lnTo>
                      <a:pt x="22" y="68"/>
                    </a:lnTo>
                    <a:lnTo>
                      <a:pt x="22" y="68"/>
                    </a:lnTo>
                    <a:lnTo>
                      <a:pt x="22" y="68"/>
                    </a:lnTo>
                    <a:lnTo>
                      <a:pt x="22" y="68"/>
                    </a:lnTo>
                    <a:lnTo>
                      <a:pt x="22" y="68"/>
                    </a:lnTo>
                    <a:lnTo>
                      <a:pt x="18" y="68"/>
                    </a:lnTo>
                    <a:lnTo>
                      <a:pt x="18" y="68"/>
                    </a:lnTo>
                    <a:lnTo>
                      <a:pt x="18" y="68"/>
                    </a:lnTo>
                    <a:lnTo>
                      <a:pt x="16" y="68"/>
                    </a:lnTo>
                    <a:lnTo>
                      <a:pt x="16" y="68"/>
                    </a:lnTo>
                    <a:lnTo>
                      <a:pt x="16" y="68"/>
                    </a:lnTo>
                    <a:lnTo>
                      <a:pt x="16" y="68"/>
                    </a:lnTo>
                    <a:lnTo>
                      <a:pt x="12" y="68"/>
                    </a:lnTo>
                    <a:lnTo>
                      <a:pt x="12" y="68"/>
                    </a:lnTo>
                    <a:lnTo>
                      <a:pt x="12" y="68"/>
                    </a:lnTo>
                    <a:lnTo>
                      <a:pt x="12" y="68"/>
                    </a:lnTo>
                    <a:lnTo>
                      <a:pt x="8" y="68"/>
                    </a:lnTo>
                    <a:lnTo>
                      <a:pt x="8" y="68"/>
                    </a:lnTo>
                    <a:lnTo>
                      <a:pt x="8" y="68"/>
                    </a:lnTo>
                    <a:lnTo>
                      <a:pt x="8" y="64"/>
                    </a:lnTo>
                    <a:lnTo>
                      <a:pt x="8" y="64"/>
                    </a:lnTo>
                    <a:lnTo>
                      <a:pt x="8" y="64"/>
                    </a:lnTo>
                    <a:lnTo>
                      <a:pt x="8" y="64"/>
                    </a:lnTo>
                    <a:lnTo>
                      <a:pt x="8" y="64"/>
                    </a:lnTo>
                    <a:lnTo>
                      <a:pt x="4" y="64"/>
                    </a:lnTo>
                    <a:lnTo>
                      <a:pt x="4" y="64"/>
                    </a:lnTo>
                    <a:lnTo>
                      <a:pt x="4" y="60"/>
                    </a:lnTo>
                    <a:lnTo>
                      <a:pt x="4" y="60"/>
                    </a:lnTo>
                    <a:lnTo>
                      <a:pt x="0" y="60"/>
                    </a:lnTo>
                    <a:lnTo>
                      <a:pt x="0" y="60"/>
                    </a:lnTo>
                    <a:lnTo>
                      <a:pt x="0" y="60"/>
                    </a:lnTo>
                    <a:lnTo>
                      <a:pt x="0" y="56"/>
                    </a:lnTo>
                    <a:lnTo>
                      <a:pt x="0" y="56"/>
                    </a:lnTo>
                    <a:lnTo>
                      <a:pt x="0" y="56"/>
                    </a:lnTo>
                    <a:lnTo>
                      <a:pt x="0" y="56"/>
                    </a:lnTo>
                    <a:lnTo>
                      <a:pt x="0" y="56"/>
                    </a:lnTo>
                    <a:lnTo>
                      <a:pt x="0" y="56"/>
                    </a:lnTo>
                    <a:lnTo>
                      <a:pt x="0" y="56"/>
                    </a:lnTo>
                    <a:lnTo>
                      <a:pt x="0" y="52"/>
                    </a:lnTo>
                    <a:lnTo>
                      <a:pt x="0" y="52"/>
                    </a:lnTo>
                    <a:lnTo>
                      <a:pt x="0" y="52"/>
                    </a:lnTo>
                    <a:lnTo>
                      <a:pt x="0" y="52"/>
                    </a:lnTo>
                    <a:lnTo>
                      <a:pt x="4" y="48"/>
                    </a:lnTo>
                    <a:lnTo>
                      <a:pt x="4" y="48"/>
                    </a:lnTo>
                    <a:lnTo>
                      <a:pt x="0" y="44"/>
                    </a:lnTo>
                    <a:lnTo>
                      <a:pt x="0" y="42"/>
                    </a:lnTo>
                    <a:lnTo>
                      <a:pt x="8" y="34"/>
                    </a:lnTo>
                    <a:lnTo>
                      <a:pt x="8" y="34"/>
                    </a:lnTo>
                    <a:lnTo>
                      <a:pt x="8" y="30"/>
                    </a:lnTo>
                    <a:lnTo>
                      <a:pt x="8" y="30"/>
                    </a:lnTo>
                    <a:lnTo>
                      <a:pt x="12" y="30"/>
                    </a:lnTo>
                    <a:lnTo>
                      <a:pt x="18" y="30"/>
                    </a:lnTo>
                    <a:lnTo>
                      <a:pt x="18" y="30"/>
                    </a:lnTo>
                    <a:lnTo>
                      <a:pt x="22" y="30"/>
                    </a:lnTo>
                    <a:lnTo>
                      <a:pt x="26" y="30"/>
                    </a:lnTo>
                    <a:lnTo>
                      <a:pt x="26" y="30"/>
                    </a:lnTo>
                    <a:lnTo>
                      <a:pt x="26" y="30"/>
                    </a:lnTo>
                    <a:lnTo>
                      <a:pt x="26" y="30"/>
                    </a:lnTo>
                    <a:lnTo>
                      <a:pt x="26" y="30"/>
                    </a:lnTo>
                    <a:lnTo>
                      <a:pt x="26" y="30"/>
                    </a:lnTo>
                    <a:lnTo>
                      <a:pt x="26" y="30"/>
                    </a:lnTo>
                    <a:lnTo>
                      <a:pt x="26" y="26"/>
                    </a:lnTo>
                    <a:lnTo>
                      <a:pt x="26" y="26"/>
                    </a:lnTo>
                    <a:lnTo>
                      <a:pt x="26" y="26"/>
                    </a:lnTo>
                    <a:lnTo>
                      <a:pt x="26" y="26"/>
                    </a:lnTo>
                    <a:lnTo>
                      <a:pt x="26" y="26"/>
                    </a:lnTo>
                    <a:lnTo>
                      <a:pt x="26" y="26"/>
                    </a:lnTo>
                    <a:lnTo>
                      <a:pt x="26" y="26"/>
                    </a:lnTo>
                    <a:lnTo>
                      <a:pt x="22" y="26"/>
                    </a:lnTo>
                    <a:lnTo>
                      <a:pt x="22" y="26"/>
                    </a:lnTo>
                    <a:lnTo>
                      <a:pt x="22" y="22"/>
                    </a:lnTo>
                    <a:lnTo>
                      <a:pt x="22" y="22"/>
                    </a:lnTo>
                    <a:lnTo>
                      <a:pt x="22" y="22"/>
                    </a:lnTo>
                    <a:lnTo>
                      <a:pt x="22" y="22"/>
                    </a:lnTo>
                    <a:lnTo>
                      <a:pt x="22" y="22"/>
                    </a:lnTo>
                    <a:lnTo>
                      <a:pt x="22" y="22"/>
                    </a:lnTo>
                    <a:lnTo>
                      <a:pt x="22" y="18"/>
                    </a:lnTo>
                    <a:lnTo>
                      <a:pt x="22" y="18"/>
                    </a:lnTo>
                    <a:lnTo>
                      <a:pt x="18" y="18"/>
                    </a:lnTo>
                    <a:lnTo>
                      <a:pt x="18" y="18"/>
                    </a:lnTo>
                    <a:lnTo>
                      <a:pt x="18" y="18"/>
                    </a:lnTo>
                    <a:lnTo>
                      <a:pt x="18" y="18"/>
                    </a:lnTo>
                    <a:lnTo>
                      <a:pt x="18" y="18"/>
                    </a:lnTo>
                    <a:lnTo>
                      <a:pt x="16" y="14"/>
                    </a:lnTo>
                    <a:lnTo>
                      <a:pt x="16" y="14"/>
                    </a:lnTo>
                    <a:lnTo>
                      <a:pt x="16" y="12"/>
                    </a:lnTo>
                    <a:lnTo>
                      <a:pt x="12" y="12"/>
                    </a:lnTo>
                    <a:lnTo>
                      <a:pt x="12" y="12"/>
                    </a:lnTo>
                    <a:lnTo>
                      <a:pt x="12" y="12"/>
                    </a:lnTo>
                    <a:lnTo>
                      <a:pt x="18" y="12"/>
                    </a:lnTo>
                    <a:lnTo>
                      <a:pt x="18" y="4"/>
                    </a:lnTo>
                    <a:lnTo>
                      <a:pt x="18" y="0"/>
                    </a:lnTo>
                    <a:lnTo>
                      <a:pt x="18" y="0"/>
                    </a:lnTo>
                    <a:lnTo>
                      <a:pt x="18" y="0"/>
                    </a:lnTo>
                    <a:lnTo>
                      <a:pt x="18" y="0"/>
                    </a:lnTo>
                    <a:lnTo>
                      <a:pt x="22" y="0"/>
                    </a:lnTo>
                    <a:lnTo>
                      <a:pt x="22" y="0"/>
                    </a:lnTo>
                    <a:lnTo>
                      <a:pt x="30" y="0"/>
                    </a:lnTo>
                    <a:lnTo>
                      <a:pt x="30" y="0"/>
                    </a:lnTo>
                    <a:lnTo>
                      <a:pt x="34" y="0"/>
                    </a:lnTo>
                    <a:lnTo>
                      <a:pt x="42" y="0"/>
                    </a:lnTo>
                    <a:lnTo>
                      <a:pt x="46" y="0"/>
                    </a:lnTo>
                    <a:lnTo>
                      <a:pt x="46" y="4"/>
                    </a:lnTo>
                    <a:lnTo>
                      <a:pt x="46" y="8"/>
                    </a:lnTo>
                    <a:lnTo>
                      <a:pt x="46" y="14"/>
                    </a:lnTo>
                    <a:lnTo>
                      <a:pt x="46" y="26"/>
                    </a:lnTo>
                    <a:lnTo>
                      <a:pt x="42" y="30"/>
                    </a:lnTo>
                    <a:lnTo>
                      <a:pt x="42" y="34"/>
                    </a:lnTo>
                    <a:lnTo>
                      <a:pt x="42" y="34"/>
                    </a:lnTo>
                    <a:lnTo>
                      <a:pt x="46" y="34"/>
                    </a:lnTo>
                    <a:lnTo>
                      <a:pt x="46" y="34"/>
                    </a:lnTo>
                    <a:lnTo>
                      <a:pt x="46" y="34"/>
                    </a:lnTo>
                    <a:lnTo>
                      <a:pt x="50" y="34"/>
                    </a:lnTo>
                    <a:lnTo>
                      <a:pt x="50" y="34"/>
                    </a:lnTo>
                    <a:lnTo>
                      <a:pt x="50" y="34"/>
                    </a:lnTo>
                    <a:lnTo>
                      <a:pt x="50" y="34"/>
                    </a:lnTo>
                    <a:lnTo>
                      <a:pt x="50" y="34"/>
                    </a:lnTo>
                    <a:lnTo>
                      <a:pt x="50" y="34"/>
                    </a:lnTo>
                    <a:lnTo>
                      <a:pt x="50" y="38"/>
                    </a:lnTo>
                    <a:lnTo>
                      <a:pt x="52" y="38"/>
                    </a:lnTo>
                    <a:lnTo>
                      <a:pt x="52" y="38"/>
                    </a:lnTo>
                    <a:lnTo>
                      <a:pt x="52" y="38"/>
                    </a:lnTo>
                    <a:lnTo>
                      <a:pt x="52" y="38"/>
                    </a:lnTo>
                    <a:lnTo>
                      <a:pt x="52" y="34"/>
                    </a:lnTo>
                    <a:lnTo>
                      <a:pt x="52" y="34"/>
                    </a:lnTo>
                    <a:lnTo>
                      <a:pt x="52" y="34"/>
                    </a:lnTo>
                    <a:lnTo>
                      <a:pt x="52" y="34"/>
                    </a:lnTo>
                    <a:lnTo>
                      <a:pt x="56" y="34"/>
                    </a:lnTo>
                    <a:lnTo>
                      <a:pt x="56" y="38"/>
                    </a:lnTo>
                    <a:lnTo>
                      <a:pt x="56" y="38"/>
                    </a:lnTo>
                    <a:lnTo>
                      <a:pt x="56" y="38"/>
                    </a:lnTo>
                    <a:lnTo>
                      <a:pt x="56" y="38"/>
                    </a:lnTo>
                    <a:lnTo>
                      <a:pt x="56" y="38"/>
                    </a:lnTo>
                    <a:lnTo>
                      <a:pt x="56" y="38"/>
                    </a:lnTo>
                    <a:lnTo>
                      <a:pt x="52" y="42"/>
                    </a:lnTo>
                    <a:lnTo>
                      <a:pt x="52" y="42"/>
                    </a:lnTo>
                    <a:lnTo>
                      <a:pt x="52" y="44"/>
                    </a:lnTo>
                    <a:lnTo>
                      <a:pt x="50" y="44"/>
                    </a:lnTo>
                    <a:lnTo>
                      <a:pt x="50" y="44"/>
                    </a:lnTo>
                    <a:lnTo>
                      <a:pt x="46" y="48"/>
                    </a:lnTo>
                    <a:lnTo>
                      <a:pt x="46" y="48"/>
                    </a:lnTo>
                    <a:lnTo>
                      <a:pt x="46" y="48"/>
                    </a:lnTo>
                    <a:lnTo>
                      <a:pt x="46" y="48"/>
                    </a:lnTo>
                    <a:lnTo>
                      <a:pt x="46" y="48"/>
                    </a:lnTo>
                    <a:lnTo>
                      <a:pt x="46" y="48"/>
                    </a:lnTo>
                    <a:lnTo>
                      <a:pt x="46" y="48"/>
                    </a:lnTo>
                    <a:lnTo>
                      <a:pt x="46" y="52"/>
                    </a:lnTo>
                    <a:lnTo>
                      <a:pt x="46" y="52"/>
                    </a:lnTo>
                    <a:lnTo>
                      <a:pt x="42" y="52"/>
                    </a:lnTo>
                    <a:lnTo>
                      <a:pt x="42" y="52"/>
                    </a:lnTo>
                    <a:lnTo>
                      <a:pt x="42" y="52"/>
                    </a:lnTo>
                    <a:lnTo>
                      <a:pt x="46" y="56"/>
                    </a:lnTo>
                    <a:lnTo>
                      <a:pt x="46" y="56"/>
                    </a:lnTo>
                    <a:lnTo>
                      <a:pt x="46" y="56"/>
                    </a:lnTo>
                    <a:lnTo>
                      <a:pt x="46" y="56"/>
                    </a:lnTo>
                    <a:lnTo>
                      <a:pt x="42" y="56"/>
                    </a:lnTo>
                    <a:lnTo>
                      <a:pt x="42" y="60"/>
                    </a:lnTo>
                    <a:lnTo>
                      <a:pt x="42" y="60"/>
                    </a:lnTo>
                    <a:lnTo>
                      <a:pt x="42" y="60"/>
                    </a:lnTo>
                    <a:lnTo>
                      <a:pt x="42"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1" name="Freeform 75"/>
              <p:cNvSpPr>
                <a:spLocks noEditPoints="1"/>
              </p:cNvSpPr>
              <p:nvPr/>
            </p:nvSpPr>
            <p:spPr bwMode="gray">
              <a:xfrm>
                <a:off x="2966764" y="3917875"/>
                <a:ext cx="69571" cy="59134"/>
              </a:xfrm>
              <a:custGeom>
                <a:avLst/>
                <a:gdLst>
                  <a:gd name="T0" fmla="*/ 22 w 40"/>
                  <a:gd name="T1" fmla="*/ 0 h 34"/>
                  <a:gd name="T2" fmla="*/ 26 w 40"/>
                  <a:gd name="T3" fmla="*/ 0 h 34"/>
                  <a:gd name="T4" fmla="*/ 26 w 40"/>
                  <a:gd name="T5" fmla="*/ 0 h 34"/>
                  <a:gd name="T6" fmla="*/ 18 w 40"/>
                  <a:gd name="T7" fmla="*/ 8 h 34"/>
                  <a:gd name="T8" fmla="*/ 14 w 40"/>
                  <a:gd name="T9" fmla="*/ 8 h 34"/>
                  <a:gd name="T10" fmla="*/ 14 w 40"/>
                  <a:gd name="T11" fmla="*/ 4 h 34"/>
                  <a:gd name="T12" fmla="*/ 18 w 40"/>
                  <a:gd name="T13" fmla="*/ 4 h 34"/>
                  <a:gd name="T14" fmla="*/ 22 w 40"/>
                  <a:gd name="T15" fmla="*/ 0 h 34"/>
                  <a:gd name="T16" fmla="*/ 26 w 40"/>
                  <a:gd name="T17" fmla="*/ 0 h 34"/>
                  <a:gd name="T18" fmla="*/ 30 w 40"/>
                  <a:gd name="T19" fmla="*/ 4 h 34"/>
                  <a:gd name="T20" fmla="*/ 34 w 40"/>
                  <a:gd name="T21" fmla="*/ 4 h 34"/>
                  <a:gd name="T22" fmla="*/ 40 w 40"/>
                  <a:gd name="T23" fmla="*/ 4 h 34"/>
                  <a:gd name="T24" fmla="*/ 40 w 40"/>
                  <a:gd name="T25" fmla="*/ 8 h 34"/>
                  <a:gd name="T26" fmla="*/ 40 w 40"/>
                  <a:gd name="T27" fmla="*/ 8 h 34"/>
                  <a:gd name="T28" fmla="*/ 40 w 40"/>
                  <a:gd name="T29" fmla="*/ 12 h 34"/>
                  <a:gd name="T30" fmla="*/ 40 w 40"/>
                  <a:gd name="T31" fmla="*/ 16 h 34"/>
                  <a:gd name="T32" fmla="*/ 40 w 40"/>
                  <a:gd name="T33" fmla="*/ 16 h 34"/>
                  <a:gd name="T34" fmla="*/ 40 w 40"/>
                  <a:gd name="T35" fmla="*/ 22 h 34"/>
                  <a:gd name="T36" fmla="*/ 40 w 40"/>
                  <a:gd name="T37" fmla="*/ 22 h 34"/>
                  <a:gd name="T38" fmla="*/ 38 w 40"/>
                  <a:gd name="T39" fmla="*/ 22 h 34"/>
                  <a:gd name="T40" fmla="*/ 38 w 40"/>
                  <a:gd name="T41" fmla="*/ 22 h 34"/>
                  <a:gd name="T42" fmla="*/ 38 w 40"/>
                  <a:gd name="T43" fmla="*/ 26 h 34"/>
                  <a:gd name="T44" fmla="*/ 38 w 40"/>
                  <a:gd name="T45" fmla="*/ 26 h 34"/>
                  <a:gd name="T46" fmla="*/ 40 w 40"/>
                  <a:gd name="T47" fmla="*/ 30 h 34"/>
                  <a:gd name="T48" fmla="*/ 40 w 40"/>
                  <a:gd name="T49" fmla="*/ 34 h 34"/>
                  <a:gd name="T50" fmla="*/ 38 w 40"/>
                  <a:gd name="T51" fmla="*/ 34 h 34"/>
                  <a:gd name="T52" fmla="*/ 34 w 40"/>
                  <a:gd name="T53" fmla="*/ 30 h 34"/>
                  <a:gd name="T54" fmla="*/ 34 w 40"/>
                  <a:gd name="T55" fmla="*/ 30 h 34"/>
                  <a:gd name="T56" fmla="*/ 30 w 40"/>
                  <a:gd name="T57" fmla="*/ 34 h 34"/>
                  <a:gd name="T58" fmla="*/ 26 w 40"/>
                  <a:gd name="T59" fmla="*/ 34 h 34"/>
                  <a:gd name="T60" fmla="*/ 22 w 40"/>
                  <a:gd name="T61" fmla="*/ 34 h 34"/>
                  <a:gd name="T62" fmla="*/ 18 w 40"/>
                  <a:gd name="T63" fmla="*/ 30 h 34"/>
                  <a:gd name="T64" fmla="*/ 10 w 40"/>
                  <a:gd name="T65" fmla="*/ 34 h 34"/>
                  <a:gd name="T66" fmla="*/ 10 w 40"/>
                  <a:gd name="T67" fmla="*/ 34 h 34"/>
                  <a:gd name="T68" fmla="*/ 10 w 40"/>
                  <a:gd name="T69" fmla="*/ 34 h 34"/>
                  <a:gd name="T70" fmla="*/ 10 w 40"/>
                  <a:gd name="T71" fmla="*/ 34 h 34"/>
                  <a:gd name="T72" fmla="*/ 8 w 40"/>
                  <a:gd name="T73" fmla="*/ 34 h 34"/>
                  <a:gd name="T74" fmla="*/ 4 w 40"/>
                  <a:gd name="T75" fmla="*/ 30 h 34"/>
                  <a:gd name="T76" fmla="*/ 4 w 40"/>
                  <a:gd name="T77" fmla="*/ 30 h 34"/>
                  <a:gd name="T78" fmla="*/ 4 w 40"/>
                  <a:gd name="T79" fmla="*/ 22 h 34"/>
                  <a:gd name="T80" fmla="*/ 8 w 40"/>
                  <a:gd name="T81" fmla="*/ 22 h 34"/>
                  <a:gd name="T82" fmla="*/ 10 w 40"/>
                  <a:gd name="T83" fmla="*/ 26 h 34"/>
                  <a:gd name="T84" fmla="*/ 10 w 40"/>
                  <a:gd name="T85" fmla="*/ 26 h 34"/>
                  <a:gd name="T86" fmla="*/ 14 w 40"/>
                  <a:gd name="T87" fmla="*/ 26 h 34"/>
                  <a:gd name="T88" fmla="*/ 10 w 40"/>
                  <a:gd name="T89" fmla="*/ 26 h 34"/>
                  <a:gd name="T90" fmla="*/ 14 w 40"/>
                  <a:gd name="T91" fmla="*/ 26 h 34"/>
                  <a:gd name="T92" fmla="*/ 22 w 40"/>
                  <a:gd name="T93" fmla="*/ 26 h 34"/>
                  <a:gd name="T94" fmla="*/ 22 w 40"/>
                  <a:gd name="T95" fmla="*/ 26 h 34"/>
                  <a:gd name="T96" fmla="*/ 26 w 40"/>
                  <a:gd name="T97" fmla="*/ 26 h 34"/>
                  <a:gd name="T98" fmla="*/ 26 w 40"/>
                  <a:gd name="T99" fmla="*/ 26 h 34"/>
                  <a:gd name="T100" fmla="*/ 30 w 40"/>
                  <a:gd name="T101" fmla="*/ 26 h 34"/>
                  <a:gd name="T102" fmla="*/ 30 w 40"/>
                  <a:gd name="T103" fmla="*/ 22 h 34"/>
                  <a:gd name="T104" fmla="*/ 30 w 40"/>
                  <a:gd name="T105" fmla="*/ 22 h 34"/>
                  <a:gd name="T106" fmla="*/ 26 w 40"/>
                  <a:gd name="T107" fmla="*/ 20 h 34"/>
                  <a:gd name="T108" fmla="*/ 26 w 40"/>
                  <a:gd name="T109" fmla="*/ 16 h 34"/>
                  <a:gd name="T110" fmla="*/ 22 w 40"/>
                  <a:gd name="T111" fmla="*/ 8 h 34"/>
                  <a:gd name="T112" fmla="*/ 22 w 40"/>
                  <a:gd name="T113" fmla="*/ 8 h 34"/>
                  <a:gd name="T114" fmla="*/ 18 w 40"/>
                  <a:gd name="T115" fmla="*/ 20 h 34"/>
                  <a:gd name="T116" fmla="*/ 18 w 40"/>
                  <a:gd name="T117" fmla="*/ 20 h 34"/>
                  <a:gd name="T118" fmla="*/ 22 w 40"/>
                  <a:gd name="T119" fmla="*/ 20 h 34"/>
                  <a:gd name="T120" fmla="*/ 26 w 40"/>
                  <a:gd name="T121" fmla="*/ 22 h 34"/>
                  <a:gd name="T122" fmla="*/ 26 w 40"/>
                  <a:gd name="T123" fmla="*/ 22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0" h="34">
                    <a:moveTo>
                      <a:pt x="26" y="0"/>
                    </a:moveTo>
                    <a:lnTo>
                      <a:pt x="26" y="0"/>
                    </a:lnTo>
                    <a:lnTo>
                      <a:pt x="22" y="0"/>
                    </a:lnTo>
                    <a:lnTo>
                      <a:pt x="22" y="0"/>
                    </a:lnTo>
                    <a:lnTo>
                      <a:pt x="22" y="0"/>
                    </a:lnTo>
                    <a:lnTo>
                      <a:pt x="22" y="0"/>
                    </a:lnTo>
                    <a:lnTo>
                      <a:pt x="22" y="0"/>
                    </a:lnTo>
                    <a:lnTo>
                      <a:pt x="22" y="0"/>
                    </a:lnTo>
                    <a:lnTo>
                      <a:pt x="22" y="0"/>
                    </a:lnTo>
                    <a:lnTo>
                      <a:pt x="26" y="0"/>
                    </a:lnTo>
                    <a:lnTo>
                      <a:pt x="26" y="0"/>
                    </a:lnTo>
                    <a:lnTo>
                      <a:pt x="26" y="0"/>
                    </a:lnTo>
                    <a:lnTo>
                      <a:pt x="26" y="0"/>
                    </a:lnTo>
                    <a:lnTo>
                      <a:pt x="26" y="0"/>
                    </a:lnTo>
                    <a:lnTo>
                      <a:pt x="26" y="0"/>
                    </a:lnTo>
                    <a:lnTo>
                      <a:pt x="26" y="0"/>
                    </a:lnTo>
                    <a:lnTo>
                      <a:pt x="26" y="0"/>
                    </a:lnTo>
                    <a:lnTo>
                      <a:pt x="26" y="0"/>
                    </a:lnTo>
                    <a:close/>
                    <a:moveTo>
                      <a:pt x="22" y="8"/>
                    </a:moveTo>
                    <a:lnTo>
                      <a:pt x="18" y="8"/>
                    </a:lnTo>
                    <a:lnTo>
                      <a:pt x="18" y="8"/>
                    </a:lnTo>
                    <a:lnTo>
                      <a:pt x="18" y="8"/>
                    </a:lnTo>
                    <a:lnTo>
                      <a:pt x="14" y="8"/>
                    </a:lnTo>
                    <a:lnTo>
                      <a:pt x="14" y="8"/>
                    </a:lnTo>
                    <a:lnTo>
                      <a:pt x="14" y="8"/>
                    </a:lnTo>
                    <a:lnTo>
                      <a:pt x="14" y="4"/>
                    </a:lnTo>
                    <a:lnTo>
                      <a:pt x="14" y="4"/>
                    </a:lnTo>
                    <a:lnTo>
                      <a:pt x="14" y="4"/>
                    </a:lnTo>
                    <a:lnTo>
                      <a:pt x="14" y="4"/>
                    </a:lnTo>
                    <a:lnTo>
                      <a:pt x="14" y="4"/>
                    </a:lnTo>
                    <a:lnTo>
                      <a:pt x="14" y="4"/>
                    </a:lnTo>
                    <a:lnTo>
                      <a:pt x="14" y="4"/>
                    </a:lnTo>
                    <a:lnTo>
                      <a:pt x="18" y="4"/>
                    </a:lnTo>
                    <a:lnTo>
                      <a:pt x="18" y="4"/>
                    </a:lnTo>
                    <a:lnTo>
                      <a:pt x="18" y="4"/>
                    </a:lnTo>
                    <a:lnTo>
                      <a:pt x="18" y="4"/>
                    </a:lnTo>
                    <a:lnTo>
                      <a:pt x="18" y="4"/>
                    </a:lnTo>
                    <a:lnTo>
                      <a:pt x="18" y="0"/>
                    </a:lnTo>
                    <a:lnTo>
                      <a:pt x="18" y="0"/>
                    </a:lnTo>
                    <a:lnTo>
                      <a:pt x="22" y="0"/>
                    </a:lnTo>
                    <a:lnTo>
                      <a:pt x="22" y="0"/>
                    </a:lnTo>
                    <a:lnTo>
                      <a:pt x="22" y="0"/>
                    </a:lnTo>
                    <a:lnTo>
                      <a:pt x="26" y="0"/>
                    </a:lnTo>
                    <a:lnTo>
                      <a:pt x="26" y="0"/>
                    </a:lnTo>
                    <a:lnTo>
                      <a:pt x="26" y="0"/>
                    </a:lnTo>
                    <a:lnTo>
                      <a:pt x="26" y="0"/>
                    </a:lnTo>
                    <a:lnTo>
                      <a:pt x="26" y="0"/>
                    </a:lnTo>
                    <a:lnTo>
                      <a:pt x="26" y="0"/>
                    </a:lnTo>
                    <a:lnTo>
                      <a:pt x="30" y="0"/>
                    </a:lnTo>
                    <a:lnTo>
                      <a:pt x="30" y="4"/>
                    </a:lnTo>
                    <a:lnTo>
                      <a:pt x="30" y="4"/>
                    </a:lnTo>
                    <a:lnTo>
                      <a:pt x="34" y="4"/>
                    </a:lnTo>
                    <a:lnTo>
                      <a:pt x="34" y="4"/>
                    </a:lnTo>
                    <a:lnTo>
                      <a:pt x="34" y="4"/>
                    </a:lnTo>
                    <a:lnTo>
                      <a:pt x="34" y="4"/>
                    </a:lnTo>
                    <a:lnTo>
                      <a:pt x="34" y="4"/>
                    </a:lnTo>
                    <a:lnTo>
                      <a:pt x="38" y="4"/>
                    </a:lnTo>
                    <a:lnTo>
                      <a:pt x="38" y="4"/>
                    </a:lnTo>
                    <a:lnTo>
                      <a:pt x="38" y="4"/>
                    </a:lnTo>
                    <a:lnTo>
                      <a:pt x="40" y="4"/>
                    </a:lnTo>
                    <a:lnTo>
                      <a:pt x="40" y="4"/>
                    </a:lnTo>
                    <a:lnTo>
                      <a:pt x="40" y="4"/>
                    </a:lnTo>
                    <a:lnTo>
                      <a:pt x="40" y="4"/>
                    </a:lnTo>
                    <a:lnTo>
                      <a:pt x="40" y="8"/>
                    </a:lnTo>
                    <a:lnTo>
                      <a:pt x="40" y="8"/>
                    </a:lnTo>
                    <a:lnTo>
                      <a:pt x="40" y="8"/>
                    </a:lnTo>
                    <a:lnTo>
                      <a:pt x="40" y="8"/>
                    </a:lnTo>
                    <a:lnTo>
                      <a:pt x="40" y="8"/>
                    </a:lnTo>
                    <a:lnTo>
                      <a:pt x="40" y="8"/>
                    </a:lnTo>
                    <a:lnTo>
                      <a:pt x="40" y="8"/>
                    </a:lnTo>
                    <a:lnTo>
                      <a:pt x="40" y="8"/>
                    </a:lnTo>
                    <a:lnTo>
                      <a:pt x="40" y="8"/>
                    </a:lnTo>
                    <a:lnTo>
                      <a:pt x="40" y="8"/>
                    </a:lnTo>
                    <a:lnTo>
                      <a:pt x="40" y="12"/>
                    </a:lnTo>
                    <a:lnTo>
                      <a:pt x="40" y="12"/>
                    </a:lnTo>
                    <a:lnTo>
                      <a:pt x="40" y="12"/>
                    </a:lnTo>
                    <a:lnTo>
                      <a:pt x="40" y="12"/>
                    </a:lnTo>
                    <a:lnTo>
                      <a:pt x="40" y="16"/>
                    </a:lnTo>
                    <a:lnTo>
                      <a:pt x="40" y="16"/>
                    </a:lnTo>
                    <a:lnTo>
                      <a:pt x="40" y="16"/>
                    </a:lnTo>
                    <a:lnTo>
                      <a:pt x="40" y="16"/>
                    </a:lnTo>
                    <a:lnTo>
                      <a:pt x="40" y="16"/>
                    </a:lnTo>
                    <a:lnTo>
                      <a:pt x="40" y="16"/>
                    </a:lnTo>
                    <a:lnTo>
                      <a:pt x="40" y="16"/>
                    </a:lnTo>
                    <a:lnTo>
                      <a:pt x="40" y="16"/>
                    </a:lnTo>
                    <a:lnTo>
                      <a:pt x="40" y="16"/>
                    </a:lnTo>
                    <a:lnTo>
                      <a:pt x="40" y="20"/>
                    </a:lnTo>
                    <a:lnTo>
                      <a:pt x="40" y="20"/>
                    </a:lnTo>
                    <a:lnTo>
                      <a:pt x="40" y="20"/>
                    </a:lnTo>
                    <a:lnTo>
                      <a:pt x="40" y="22"/>
                    </a:lnTo>
                    <a:lnTo>
                      <a:pt x="40" y="22"/>
                    </a:lnTo>
                    <a:lnTo>
                      <a:pt x="40" y="22"/>
                    </a:lnTo>
                    <a:lnTo>
                      <a:pt x="40" y="22"/>
                    </a:lnTo>
                    <a:lnTo>
                      <a:pt x="40" y="22"/>
                    </a:lnTo>
                    <a:lnTo>
                      <a:pt x="40" y="22"/>
                    </a:lnTo>
                    <a:lnTo>
                      <a:pt x="40" y="22"/>
                    </a:lnTo>
                    <a:lnTo>
                      <a:pt x="40" y="22"/>
                    </a:lnTo>
                    <a:lnTo>
                      <a:pt x="40" y="22"/>
                    </a:lnTo>
                    <a:lnTo>
                      <a:pt x="40" y="22"/>
                    </a:lnTo>
                    <a:lnTo>
                      <a:pt x="38" y="22"/>
                    </a:lnTo>
                    <a:lnTo>
                      <a:pt x="38" y="22"/>
                    </a:lnTo>
                    <a:lnTo>
                      <a:pt x="38" y="22"/>
                    </a:lnTo>
                    <a:lnTo>
                      <a:pt x="38" y="26"/>
                    </a:lnTo>
                    <a:lnTo>
                      <a:pt x="38" y="22"/>
                    </a:lnTo>
                    <a:lnTo>
                      <a:pt x="38" y="22"/>
                    </a:lnTo>
                    <a:lnTo>
                      <a:pt x="38" y="22"/>
                    </a:lnTo>
                    <a:lnTo>
                      <a:pt x="38" y="22"/>
                    </a:lnTo>
                    <a:lnTo>
                      <a:pt x="38" y="26"/>
                    </a:lnTo>
                    <a:lnTo>
                      <a:pt x="38" y="26"/>
                    </a:lnTo>
                    <a:lnTo>
                      <a:pt x="38" y="26"/>
                    </a:lnTo>
                    <a:lnTo>
                      <a:pt x="38" y="26"/>
                    </a:lnTo>
                    <a:lnTo>
                      <a:pt x="38" y="26"/>
                    </a:lnTo>
                    <a:lnTo>
                      <a:pt x="38" y="26"/>
                    </a:lnTo>
                    <a:lnTo>
                      <a:pt x="38" y="26"/>
                    </a:lnTo>
                    <a:lnTo>
                      <a:pt x="38" y="26"/>
                    </a:lnTo>
                    <a:lnTo>
                      <a:pt x="38" y="30"/>
                    </a:lnTo>
                    <a:lnTo>
                      <a:pt x="40" y="30"/>
                    </a:lnTo>
                    <a:lnTo>
                      <a:pt x="40" y="30"/>
                    </a:lnTo>
                    <a:lnTo>
                      <a:pt x="40" y="30"/>
                    </a:lnTo>
                    <a:lnTo>
                      <a:pt x="40" y="30"/>
                    </a:lnTo>
                    <a:lnTo>
                      <a:pt x="40" y="30"/>
                    </a:lnTo>
                    <a:lnTo>
                      <a:pt x="40" y="30"/>
                    </a:lnTo>
                    <a:lnTo>
                      <a:pt x="40" y="30"/>
                    </a:lnTo>
                    <a:lnTo>
                      <a:pt x="40" y="34"/>
                    </a:lnTo>
                    <a:lnTo>
                      <a:pt x="40" y="34"/>
                    </a:lnTo>
                    <a:lnTo>
                      <a:pt x="40" y="34"/>
                    </a:lnTo>
                    <a:lnTo>
                      <a:pt x="40" y="34"/>
                    </a:lnTo>
                    <a:lnTo>
                      <a:pt x="40" y="34"/>
                    </a:lnTo>
                    <a:lnTo>
                      <a:pt x="40" y="34"/>
                    </a:lnTo>
                    <a:lnTo>
                      <a:pt x="38" y="34"/>
                    </a:lnTo>
                    <a:lnTo>
                      <a:pt x="38" y="34"/>
                    </a:lnTo>
                    <a:lnTo>
                      <a:pt x="38" y="34"/>
                    </a:lnTo>
                    <a:lnTo>
                      <a:pt x="38" y="34"/>
                    </a:lnTo>
                    <a:lnTo>
                      <a:pt x="38" y="30"/>
                    </a:lnTo>
                    <a:lnTo>
                      <a:pt x="34" y="30"/>
                    </a:lnTo>
                    <a:lnTo>
                      <a:pt x="34" y="30"/>
                    </a:lnTo>
                    <a:lnTo>
                      <a:pt x="34" y="30"/>
                    </a:lnTo>
                    <a:lnTo>
                      <a:pt x="34" y="30"/>
                    </a:lnTo>
                    <a:lnTo>
                      <a:pt x="34" y="30"/>
                    </a:lnTo>
                    <a:lnTo>
                      <a:pt x="34" y="30"/>
                    </a:lnTo>
                    <a:lnTo>
                      <a:pt x="34" y="30"/>
                    </a:lnTo>
                    <a:lnTo>
                      <a:pt x="30" y="30"/>
                    </a:lnTo>
                    <a:lnTo>
                      <a:pt x="30" y="30"/>
                    </a:lnTo>
                    <a:lnTo>
                      <a:pt x="30" y="30"/>
                    </a:lnTo>
                    <a:lnTo>
                      <a:pt x="30" y="34"/>
                    </a:lnTo>
                    <a:lnTo>
                      <a:pt x="26" y="34"/>
                    </a:lnTo>
                    <a:lnTo>
                      <a:pt x="26" y="34"/>
                    </a:lnTo>
                    <a:lnTo>
                      <a:pt x="26" y="34"/>
                    </a:lnTo>
                    <a:lnTo>
                      <a:pt x="26" y="34"/>
                    </a:lnTo>
                    <a:lnTo>
                      <a:pt x="26" y="34"/>
                    </a:lnTo>
                    <a:lnTo>
                      <a:pt x="26" y="34"/>
                    </a:lnTo>
                    <a:lnTo>
                      <a:pt x="26" y="34"/>
                    </a:lnTo>
                    <a:lnTo>
                      <a:pt x="26" y="34"/>
                    </a:lnTo>
                    <a:lnTo>
                      <a:pt x="26" y="34"/>
                    </a:lnTo>
                    <a:lnTo>
                      <a:pt x="22" y="34"/>
                    </a:lnTo>
                    <a:lnTo>
                      <a:pt x="22" y="34"/>
                    </a:lnTo>
                    <a:lnTo>
                      <a:pt x="22" y="34"/>
                    </a:lnTo>
                    <a:lnTo>
                      <a:pt x="22" y="34"/>
                    </a:lnTo>
                    <a:lnTo>
                      <a:pt x="18" y="30"/>
                    </a:lnTo>
                    <a:lnTo>
                      <a:pt x="18" y="30"/>
                    </a:lnTo>
                    <a:lnTo>
                      <a:pt x="18" y="30"/>
                    </a:lnTo>
                    <a:lnTo>
                      <a:pt x="18" y="30"/>
                    </a:lnTo>
                    <a:lnTo>
                      <a:pt x="14" y="30"/>
                    </a:lnTo>
                    <a:lnTo>
                      <a:pt x="14" y="30"/>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8" y="34"/>
                    </a:lnTo>
                    <a:lnTo>
                      <a:pt x="8" y="34"/>
                    </a:lnTo>
                    <a:lnTo>
                      <a:pt x="8" y="34"/>
                    </a:lnTo>
                    <a:lnTo>
                      <a:pt x="8" y="30"/>
                    </a:lnTo>
                    <a:lnTo>
                      <a:pt x="8" y="30"/>
                    </a:lnTo>
                    <a:lnTo>
                      <a:pt x="4" y="30"/>
                    </a:lnTo>
                    <a:lnTo>
                      <a:pt x="4" y="30"/>
                    </a:lnTo>
                    <a:lnTo>
                      <a:pt x="4" y="30"/>
                    </a:lnTo>
                    <a:lnTo>
                      <a:pt x="4" y="30"/>
                    </a:lnTo>
                    <a:lnTo>
                      <a:pt x="4" y="30"/>
                    </a:lnTo>
                    <a:lnTo>
                      <a:pt x="4" y="30"/>
                    </a:lnTo>
                    <a:lnTo>
                      <a:pt x="4" y="30"/>
                    </a:lnTo>
                    <a:lnTo>
                      <a:pt x="4" y="30"/>
                    </a:lnTo>
                    <a:lnTo>
                      <a:pt x="0" y="30"/>
                    </a:lnTo>
                    <a:lnTo>
                      <a:pt x="0" y="30"/>
                    </a:lnTo>
                    <a:lnTo>
                      <a:pt x="0" y="26"/>
                    </a:lnTo>
                    <a:lnTo>
                      <a:pt x="4" y="22"/>
                    </a:lnTo>
                    <a:lnTo>
                      <a:pt x="4" y="22"/>
                    </a:lnTo>
                    <a:lnTo>
                      <a:pt x="4" y="22"/>
                    </a:lnTo>
                    <a:lnTo>
                      <a:pt x="4" y="22"/>
                    </a:lnTo>
                    <a:lnTo>
                      <a:pt x="8" y="22"/>
                    </a:lnTo>
                    <a:lnTo>
                      <a:pt x="8" y="22"/>
                    </a:lnTo>
                    <a:lnTo>
                      <a:pt x="8" y="22"/>
                    </a:lnTo>
                    <a:lnTo>
                      <a:pt x="8" y="22"/>
                    </a:lnTo>
                    <a:lnTo>
                      <a:pt x="8" y="26"/>
                    </a:lnTo>
                    <a:lnTo>
                      <a:pt x="8" y="26"/>
                    </a:lnTo>
                    <a:lnTo>
                      <a:pt x="8" y="26"/>
                    </a:lnTo>
                    <a:lnTo>
                      <a:pt x="10" y="26"/>
                    </a:lnTo>
                    <a:lnTo>
                      <a:pt x="10" y="26"/>
                    </a:lnTo>
                    <a:lnTo>
                      <a:pt x="10" y="26"/>
                    </a:lnTo>
                    <a:lnTo>
                      <a:pt x="10" y="26"/>
                    </a:lnTo>
                    <a:lnTo>
                      <a:pt x="10" y="26"/>
                    </a:lnTo>
                    <a:lnTo>
                      <a:pt x="10" y="26"/>
                    </a:lnTo>
                    <a:lnTo>
                      <a:pt x="14" y="26"/>
                    </a:lnTo>
                    <a:lnTo>
                      <a:pt x="14" y="26"/>
                    </a:lnTo>
                    <a:lnTo>
                      <a:pt x="14" y="26"/>
                    </a:lnTo>
                    <a:lnTo>
                      <a:pt x="14" y="26"/>
                    </a:lnTo>
                    <a:lnTo>
                      <a:pt x="14" y="26"/>
                    </a:lnTo>
                    <a:lnTo>
                      <a:pt x="10" y="26"/>
                    </a:lnTo>
                    <a:lnTo>
                      <a:pt x="10" y="26"/>
                    </a:lnTo>
                    <a:lnTo>
                      <a:pt x="10" y="26"/>
                    </a:lnTo>
                    <a:lnTo>
                      <a:pt x="10" y="26"/>
                    </a:lnTo>
                    <a:lnTo>
                      <a:pt x="10" y="26"/>
                    </a:lnTo>
                    <a:lnTo>
                      <a:pt x="14" y="26"/>
                    </a:lnTo>
                    <a:lnTo>
                      <a:pt x="14" y="26"/>
                    </a:lnTo>
                    <a:lnTo>
                      <a:pt x="14" y="26"/>
                    </a:lnTo>
                    <a:lnTo>
                      <a:pt x="14" y="26"/>
                    </a:lnTo>
                    <a:lnTo>
                      <a:pt x="14" y="26"/>
                    </a:lnTo>
                    <a:lnTo>
                      <a:pt x="14" y="26"/>
                    </a:lnTo>
                    <a:lnTo>
                      <a:pt x="18" y="26"/>
                    </a:lnTo>
                    <a:lnTo>
                      <a:pt x="18" y="26"/>
                    </a:lnTo>
                    <a:lnTo>
                      <a:pt x="18" y="26"/>
                    </a:lnTo>
                    <a:lnTo>
                      <a:pt x="22" y="26"/>
                    </a:lnTo>
                    <a:lnTo>
                      <a:pt x="22" y="26"/>
                    </a:lnTo>
                    <a:lnTo>
                      <a:pt x="22" y="26"/>
                    </a:lnTo>
                    <a:lnTo>
                      <a:pt x="22" y="26"/>
                    </a:lnTo>
                    <a:lnTo>
                      <a:pt x="22" y="26"/>
                    </a:lnTo>
                    <a:lnTo>
                      <a:pt x="22" y="26"/>
                    </a:lnTo>
                    <a:lnTo>
                      <a:pt x="22" y="26"/>
                    </a:lnTo>
                    <a:lnTo>
                      <a:pt x="26" y="26"/>
                    </a:lnTo>
                    <a:lnTo>
                      <a:pt x="26" y="26"/>
                    </a:lnTo>
                    <a:lnTo>
                      <a:pt x="26" y="26"/>
                    </a:lnTo>
                    <a:lnTo>
                      <a:pt x="26" y="26"/>
                    </a:lnTo>
                    <a:lnTo>
                      <a:pt x="26" y="26"/>
                    </a:lnTo>
                    <a:lnTo>
                      <a:pt x="26" y="26"/>
                    </a:lnTo>
                    <a:lnTo>
                      <a:pt x="26" y="26"/>
                    </a:lnTo>
                    <a:lnTo>
                      <a:pt x="26" y="26"/>
                    </a:lnTo>
                    <a:lnTo>
                      <a:pt x="26" y="26"/>
                    </a:lnTo>
                    <a:lnTo>
                      <a:pt x="30" y="26"/>
                    </a:lnTo>
                    <a:lnTo>
                      <a:pt x="30" y="26"/>
                    </a:lnTo>
                    <a:lnTo>
                      <a:pt x="30" y="26"/>
                    </a:lnTo>
                    <a:lnTo>
                      <a:pt x="30" y="26"/>
                    </a:lnTo>
                    <a:lnTo>
                      <a:pt x="30" y="26"/>
                    </a:lnTo>
                    <a:lnTo>
                      <a:pt x="30" y="26"/>
                    </a:lnTo>
                    <a:lnTo>
                      <a:pt x="30" y="26"/>
                    </a:lnTo>
                    <a:lnTo>
                      <a:pt x="34" y="22"/>
                    </a:lnTo>
                    <a:lnTo>
                      <a:pt x="34" y="22"/>
                    </a:lnTo>
                    <a:lnTo>
                      <a:pt x="30" y="22"/>
                    </a:lnTo>
                    <a:lnTo>
                      <a:pt x="30" y="22"/>
                    </a:lnTo>
                    <a:lnTo>
                      <a:pt x="30" y="22"/>
                    </a:lnTo>
                    <a:lnTo>
                      <a:pt x="30" y="22"/>
                    </a:lnTo>
                    <a:lnTo>
                      <a:pt x="30" y="22"/>
                    </a:lnTo>
                    <a:lnTo>
                      <a:pt x="30" y="22"/>
                    </a:lnTo>
                    <a:lnTo>
                      <a:pt x="30" y="22"/>
                    </a:lnTo>
                    <a:lnTo>
                      <a:pt x="30" y="22"/>
                    </a:lnTo>
                    <a:lnTo>
                      <a:pt x="30" y="20"/>
                    </a:lnTo>
                    <a:lnTo>
                      <a:pt x="26" y="20"/>
                    </a:lnTo>
                    <a:lnTo>
                      <a:pt x="26" y="20"/>
                    </a:lnTo>
                    <a:lnTo>
                      <a:pt x="26" y="20"/>
                    </a:lnTo>
                    <a:lnTo>
                      <a:pt x="26" y="20"/>
                    </a:lnTo>
                    <a:lnTo>
                      <a:pt x="26" y="20"/>
                    </a:lnTo>
                    <a:lnTo>
                      <a:pt x="26" y="20"/>
                    </a:lnTo>
                    <a:lnTo>
                      <a:pt x="26" y="16"/>
                    </a:lnTo>
                    <a:lnTo>
                      <a:pt x="26" y="16"/>
                    </a:lnTo>
                    <a:lnTo>
                      <a:pt x="26" y="12"/>
                    </a:lnTo>
                    <a:lnTo>
                      <a:pt x="26" y="12"/>
                    </a:lnTo>
                    <a:lnTo>
                      <a:pt x="26" y="12"/>
                    </a:lnTo>
                    <a:lnTo>
                      <a:pt x="22" y="8"/>
                    </a:lnTo>
                    <a:lnTo>
                      <a:pt x="22" y="8"/>
                    </a:lnTo>
                    <a:lnTo>
                      <a:pt x="22" y="8"/>
                    </a:lnTo>
                    <a:lnTo>
                      <a:pt x="22" y="8"/>
                    </a:lnTo>
                    <a:lnTo>
                      <a:pt x="22" y="8"/>
                    </a:lnTo>
                    <a:lnTo>
                      <a:pt x="22" y="8"/>
                    </a:lnTo>
                    <a:close/>
                    <a:moveTo>
                      <a:pt x="26" y="22"/>
                    </a:moveTo>
                    <a:lnTo>
                      <a:pt x="26" y="22"/>
                    </a:lnTo>
                    <a:lnTo>
                      <a:pt x="22" y="22"/>
                    </a:lnTo>
                    <a:lnTo>
                      <a:pt x="22" y="22"/>
                    </a:lnTo>
                    <a:lnTo>
                      <a:pt x="18" y="20"/>
                    </a:lnTo>
                    <a:lnTo>
                      <a:pt x="18" y="20"/>
                    </a:lnTo>
                    <a:lnTo>
                      <a:pt x="18" y="20"/>
                    </a:lnTo>
                    <a:lnTo>
                      <a:pt x="18" y="20"/>
                    </a:lnTo>
                    <a:lnTo>
                      <a:pt x="18" y="20"/>
                    </a:lnTo>
                    <a:lnTo>
                      <a:pt x="18" y="20"/>
                    </a:lnTo>
                    <a:lnTo>
                      <a:pt x="18" y="20"/>
                    </a:lnTo>
                    <a:lnTo>
                      <a:pt x="18" y="20"/>
                    </a:lnTo>
                    <a:lnTo>
                      <a:pt x="18" y="20"/>
                    </a:lnTo>
                    <a:lnTo>
                      <a:pt x="18" y="20"/>
                    </a:lnTo>
                    <a:lnTo>
                      <a:pt x="22" y="20"/>
                    </a:lnTo>
                    <a:lnTo>
                      <a:pt x="22" y="20"/>
                    </a:lnTo>
                    <a:lnTo>
                      <a:pt x="26" y="20"/>
                    </a:lnTo>
                    <a:lnTo>
                      <a:pt x="26" y="20"/>
                    </a:lnTo>
                    <a:lnTo>
                      <a:pt x="26" y="22"/>
                    </a:lnTo>
                    <a:lnTo>
                      <a:pt x="26" y="22"/>
                    </a:lnTo>
                    <a:lnTo>
                      <a:pt x="26" y="22"/>
                    </a:lnTo>
                    <a:lnTo>
                      <a:pt x="26" y="22"/>
                    </a:lnTo>
                    <a:lnTo>
                      <a:pt x="26" y="22"/>
                    </a:lnTo>
                    <a:lnTo>
                      <a:pt x="26" y="22"/>
                    </a:lnTo>
                    <a:lnTo>
                      <a:pt x="26" y="22"/>
                    </a:lnTo>
                    <a:lnTo>
                      <a:pt x="2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2" name="Freeform 76"/>
              <p:cNvSpPr>
                <a:spLocks noEditPoints="1"/>
              </p:cNvSpPr>
              <p:nvPr/>
            </p:nvSpPr>
            <p:spPr bwMode="gray">
              <a:xfrm>
                <a:off x="2604994" y="4029186"/>
                <a:ext cx="153055" cy="104355"/>
              </a:xfrm>
              <a:custGeom>
                <a:avLst/>
                <a:gdLst>
                  <a:gd name="T0" fmla="*/ 36 w 88"/>
                  <a:gd name="T1" fmla="*/ 52 h 60"/>
                  <a:gd name="T2" fmla="*/ 32 w 88"/>
                  <a:gd name="T3" fmla="*/ 56 h 60"/>
                  <a:gd name="T4" fmla="*/ 32 w 88"/>
                  <a:gd name="T5" fmla="*/ 60 h 60"/>
                  <a:gd name="T6" fmla="*/ 24 w 88"/>
                  <a:gd name="T7" fmla="*/ 56 h 60"/>
                  <a:gd name="T8" fmla="*/ 24 w 88"/>
                  <a:gd name="T9" fmla="*/ 52 h 60"/>
                  <a:gd name="T10" fmla="*/ 24 w 88"/>
                  <a:gd name="T11" fmla="*/ 52 h 60"/>
                  <a:gd name="T12" fmla="*/ 20 w 88"/>
                  <a:gd name="T13" fmla="*/ 52 h 60"/>
                  <a:gd name="T14" fmla="*/ 20 w 88"/>
                  <a:gd name="T15" fmla="*/ 52 h 60"/>
                  <a:gd name="T16" fmla="*/ 20 w 88"/>
                  <a:gd name="T17" fmla="*/ 46 h 60"/>
                  <a:gd name="T18" fmla="*/ 16 w 88"/>
                  <a:gd name="T19" fmla="*/ 46 h 60"/>
                  <a:gd name="T20" fmla="*/ 16 w 88"/>
                  <a:gd name="T21" fmla="*/ 42 h 60"/>
                  <a:gd name="T22" fmla="*/ 14 w 88"/>
                  <a:gd name="T23" fmla="*/ 46 h 60"/>
                  <a:gd name="T24" fmla="*/ 10 w 88"/>
                  <a:gd name="T25" fmla="*/ 46 h 60"/>
                  <a:gd name="T26" fmla="*/ 10 w 88"/>
                  <a:gd name="T27" fmla="*/ 42 h 60"/>
                  <a:gd name="T28" fmla="*/ 6 w 88"/>
                  <a:gd name="T29" fmla="*/ 42 h 60"/>
                  <a:gd name="T30" fmla="*/ 6 w 88"/>
                  <a:gd name="T31" fmla="*/ 38 h 60"/>
                  <a:gd name="T32" fmla="*/ 4 w 88"/>
                  <a:gd name="T33" fmla="*/ 38 h 60"/>
                  <a:gd name="T34" fmla="*/ 0 w 88"/>
                  <a:gd name="T35" fmla="*/ 34 h 60"/>
                  <a:gd name="T36" fmla="*/ 4 w 88"/>
                  <a:gd name="T37" fmla="*/ 30 h 60"/>
                  <a:gd name="T38" fmla="*/ 4 w 88"/>
                  <a:gd name="T39" fmla="*/ 26 h 60"/>
                  <a:gd name="T40" fmla="*/ 4 w 88"/>
                  <a:gd name="T41" fmla="*/ 22 h 60"/>
                  <a:gd name="T42" fmla="*/ 10 w 88"/>
                  <a:gd name="T43" fmla="*/ 16 h 60"/>
                  <a:gd name="T44" fmla="*/ 14 w 88"/>
                  <a:gd name="T45" fmla="*/ 12 h 60"/>
                  <a:gd name="T46" fmla="*/ 16 w 88"/>
                  <a:gd name="T47" fmla="*/ 8 h 60"/>
                  <a:gd name="T48" fmla="*/ 20 w 88"/>
                  <a:gd name="T49" fmla="*/ 8 h 60"/>
                  <a:gd name="T50" fmla="*/ 28 w 88"/>
                  <a:gd name="T51" fmla="*/ 8 h 60"/>
                  <a:gd name="T52" fmla="*/ 36 w 88"/>
                  <a:gd name="T53" fmla="*/ 12 h 60"/>
                  <a:gd name="T54" fmla="*/ 40 w 88"/>
                  <a:gd name="T55" fmla="*/ 12 h 60"/>
                  <a:gd name="T56" fmla="*/ 42 w 88"/>
                  <a:gd name="T57" fmla="*/ 8 h 60"/>
                  <a:gd name="T58" fmla="*/ 46 w 88"/>
                  <a:gd name="T59" fmla="*/ 8 h 60"/>
                  <a:gd name="T60" fmla="*/ 46 w 88"/>
                  <a:gd name="T61" fmla="*/ 8 h 60"/>
                  <a:gd name="T62" fmla="*/ 50 w 88"/>
                  <a:gd name="T63" fmla="*/ 8 h 60"/>
                  <a:gd name="T64" fmla="*/ 58 w 88"/>
                  <a:gd name="T65" fmla="*/ 8 h 60"/>
                  <a:gd name="T66" fmla="*/ 66 w 88"/>
                  <a:gd name="T67" fmla="*/ 8 h 60"/>
                  <a:gd name="T68" fmla="*/ 66 w 88"/>
                  <a:gd name="T69" fmla="*/ 8 h 60"/>
                  <a:gd name="T70" fmla="*/ 76 w 88"/>
                  <a:gd name="T71" fmla="*/ 16 h 60"/>
                  <a:gd name="T72" fmla="*/ 72 w 88"/>
                  <a:gd name="T73" fmla="*/ 18 h 60"/>
                  <a:gd name="T74" fmla="*/ 72 w 88"/>
                  <a:gd name="T75" fmla="*/ 18 h 60"/>
                  <a:gd name="T76" fmla="*/ 76 w 88"/>
                  <a:gd name="T77" fmla="*/ 18 h 60"/>
                  <a:gd name="T78" fmla="*/ 80 w 88"/>
                  <a:gd name="T79" fmla="*/ 18 h 60"/>
                  <a:gd name="T80" fmla="*/ 80 w 88"/>
                  <a:gd name="T81" fmla="*/ 22 h 60"/>
                  <a:gd name="T82" fmla="*/ 80 w 88"/>
                  <a:gd name="T83" fmla="*/ 18 h 60"/>
                  <a:gd name="T84" fmla="*/ 84 w 88"/>
                  <a:gd name="T85" fmla="*/ 18 h 60"/>
                  <a:gd name="T86" fmla="*/ 84 w 88"/>
                  <a:gd name="T87" fmla="*/ 22 h 60"/>
                  <a:gd name="T88" fmla="*/ 84 w 88"/>
                  <a:gd name="T89" fmla="*/ 22 h 60"/>
                  <a:gd name="T90" fmla="*/ 76 w 88"/>
                  <a:gd name="T91" fmla="*/ 26 h 60"/>
                  <a:gd name="T92" fmla="*/ 66 w 88"/>
                  <a:gd name="T93" fmla="*/ 30 h 60"/>
                  <a:gd name="T94" fmla="*/ 58 w 88"/>
                  <a:gd name="T95" fmla="*/ 30 h 60"/>
                  <a:gd name="T96" fmla="*/ 58 w 88"/>
                  <a:gd name="T97" fmla="*/ 34 h 60"/>
                  <a:gd name="T98" fmla="*/ 58 w 88"/>
                  <a:gd name="T99" fmla="*/ 38 h 60"/>
                  <a:gd name="T100" fmla="*/ 54 w 88"/>
                  <a:gd name="T101" fmla="*/ 38 h 60"/>
                  <a:gd name="T102" fmla="*/ 50 w 88"/>
                  <a:gd name="T103" fmla="*/ 46 h 60"/>
                  <a:gd name="T104" fmla="*/ 46 w 88"/>
                  <a:gd name="T105" fmla="*/ 42 h 60"/>
                  <a:gd name="T106" fmla="*/ 42 w 88"/>
                  <a:gd name="T107" fmla="*/ 42 h 60"/>
                  <a:gd name="T108" fmla="*/ 36 w 88"/>
                  <a:gd name="T109" fmla="*/ 46 h 60"/>
                  <a:gd name="T110" fmla="*/ 36 w 88"/>
                  <a:gd name="T111" fmla="*/ 0 h 60"/>
                  <a:gd name="T112" fmla="*/ 40 w 88"/>
                  <a:gd name="T113" fmla="*/ 0 h 60"/>
                  <a:gd name="T114" fmla="*/ 40 w 88"/>
                  <a:gd name="T115" fmla="*/ 0 h 60"/>
                  <a:gd name="T116" fmla="*/ 36 w 88"/>
                  <a:gd name="T117" fmla="*/ 0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8" h="60">
                    <a:moveTo>
                      <a:pt x="36" y="46"/>
                    </a:moveTo>
                    <a:lnTo>
                      <a:pt x="36" y="50"/>
                    </a:lnTo>
                    <a:lnTo>
                      <a:pt x="36" y="52"/>
                    </a:lnTo>
                    <a:lnTo>
                      <a:pt x="36" y="52"/>
                    </a:lnTo>
                    <a:lnTo>
                      <a:pt x="36" y="52"/>
                    </a:lnTo>
                    <a:lnTo>
                      <a:pt x="36" y="52"/>
                    </a:lnTo>
                    <a:lnTo>
                      <a:pt x="36" y="52"/>
                    </a:lnTo>
                    <a:lnTo>
                      <a:pt x="36" y="52"/>
                    </a:lnTo>
                    <a:lnTo>
                      <a:pt x="36" y="52"/>
                    </a:lnTo>
                    <a:lnTo>
                      <a:pt x="36" y="52"/>
                    </a:lnTo>
                    <a:lnTo>
                      <a:pt x="32" y="52"/>
                    </a:lnTo>
                    <a:lnTo>
                      <a:pt x="32" y="56"/>
                    </a:lnTo>
                    <a:lnTo>
                      <a:pt x="32" y="56"/>
                    </a:lnTo>
                    <a:lnTo>
                      <a:pt x="32" y="56"/>
                    </a:lnTo>
                    <a:lnTo>
                      <a:pt x="32" y="56"/>
                    </a:lnTo>
                    <a:lnTo>
                      <a:pt x="32" y="60"/>
                    </a:lnTo>
                    <a:lnTo>
                      <a:pt x="32" y="60"/>
                    </a:lnTo>
                    <a:lnTo>
                      <a:pt x="32" y="60"/>
                    </a:lnTo>
                    <a:lnTo>
                      <a:pt x="28" y="60"/>
                    </a:lnTo>
                    <a:lnTo>
                      <a:pt x="28" y="60"/>
                    </a:lnTo>
                    <a:lnTo>
                      <a:pt x="28" y="60"/>
                    </a:lnTo>
                    <a:lnTo>
                      <a:pt x="28" y="56"/>
                    </a:lnTo>
                    <a:lnTo>
                      <a:pt x="24" y="56"/>
                    </a:lnTo>
                    <a:lnTo>
                      <a:pt x="24" y="56"/>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0" y="52"/>
                    </a:lnTo>
                    <a:lnTo>
                      <a:pt x="20" y="52"/>
                    </a:lnTo>
                    <a:lnTo>
                      <a:pt x="20" y="52"/>
                    </a:lnTo>
                    <a:lnTo>
                      <a:pt x="20" y="52"/>
                    </a:lnTo>
                    <a:lnTo>
                      <a:pt x="20" y="52"/>
                    </a:lnTo>
                    <a:lnTo>
                      <a:pt x="20" y="52"/>
                    </a:lnTo>
                    <a:lnTo>
                      <a:pt x="20" y="52"/>
                    </a:lnTo>
                    <a:lnTo>
                      <a:pt x="20" y="52"/>
                    </a:lnTo>
                    <a:lnTo>
                      <a:pt x="20" y="52"/>
                    </a:lnTo>
                    <a:lnTo>
                      <a:pt x="20" y="52"/>
                    </a:lnTo>
                    <a:lnTo>
                      <a:pt x="20" y="50"/>
                    </a:lnTo>
                    <a:lnTo>
                      <a:pt x="20" y="50"/>
                    </a:lnTo>
                    <a:lnTo>
                      <a:pt x="20" y="50"/>
                    </a:lnTo>
                    <a:lnTo>
                      <a:pt x="20" y="50"/>
                    </a:lnTo>
                    <a:lnTo>
                      <a:pt x="20" y="50"/>
                    </a:lnTo>
                    <a:lnTo>
                      <a:pt x="20" y="46"/>
                    </a:lnTo>
                    <a:lnTo>
                      <a:pt x="20" y="46"/>
                    </a:lnTo>
                    <a:lnTo>
                      <a:pt x="20" y="46"/>
                    </a:lnTo>
                    <a:lnTo>
                      <a:pt x="20" y="46"/>
                    </a:lnTo>
                    <a:lnTo>
                      <a:pt x="20" y="46"/>
                    </a:lnTo>
                    <a:lnTo>
                      <a:pt x="20" y="46"/>
                    </a:lnTo>
                    <a:lnTo>
                      <a:pt x="16" y="46"/>
                    </a:lnTo>
                    <a:lnTo>
                      <a:pt x="16" y="46"/>
                    </a:lnTo>
                    <a:lnTo>
                      <a:pt x="16" y="46"/>
                    </a:lnTo>
                    <a:lnTo>
                      <a:pt x="16" y="46"/>
                    </a:lnTo>
                    <a:lnTo>
                      <a:pt x="16" y="46"/>
                    </a:lnTo>
                    <a:lnTo>
                      <a:pt x="16" y="42"/>
                    </a:lnTo>
                    <a:lnTo>
                      <a:pt x="16" y="42"/>
                    </a:lnTo>
                    <a:lnTo>
                      <a:pt x="16" y="42"/>
                    </a:lnTo>
                    <a:lnTo>
                      <a:pt x="14" y="42"/>
                    </a:lnTo>
                    <a:lnTo>
                      <a:pt x="14" y="42"/>
                    </a:lnTo>
                    <a:lnTo>
                      <a:pt x="14" y="42"/>
                    </a:lnTo>
                    <a:lnTo>
                      <a:pt x="14" y="42"/>
                    </a:lnTo>
                    <a:lnTo>
                      <a:pt x="14" y="46"/>
                    </a:lnTo>
                    <a:lnTo>
                      <a:pt x="14" y="46"/>
                    </a:lnTo>
                    <a:lnTo>
                      <a:pt x="14" y="46"/>
                    </a:lnTo>
                    <a:lnTo>
                      <a:pt x="14" y="46"/>
                    </a:lnTo>
                    <a:lnTo>
                      <a:pt x="14" y="46"/>
                    </a:lnTo>
                    <a:lnTo>
                      <a:pt x="10" y="46"/>
                    </a:lnTo>
                    <a:lnTo>
                      <a:pt x="10" y="46"/>
                    </a:lnTo>
                    <a:lnTo>
                      <a:pt x="10" y="46"/>
                    </a:lnTo>
                    <a:lnTo>
                      <a:pt x="10" y="42"/>
                    </a:lnTo>
                    <a:lnTo>
                      <a:pt x="10" y="42"/>
                    </a:lnTo>
                    <a:lnTo>
                      <a:pt x="10" y="42"/>
                    </a:lnTo>
                    <a:lnTo>
                      <a:pt x="10" y="42"/>
                    </a:lnTo>
                    <a:lnTo>
                      <a:pt x="10" y="42"/>
                    </a:lnTo>
                    <a:lnTo>
                      <a:pt x="6" y="42"/>
                    </a:lnTo>
                    <a:lnTo>
                      <a:pt x="6" y="42"/>
                    </a:lnTo>
                    <a:lnTo>
                      <a:pt x="6" y="42"/>
                    </a:lnTo>
                    <a:lnTo>
                      <a:pt x="6" y="38"/>
                    </a:lnTo>
                    <a:lnTo>
                      <a:pt x="6" y="38"/>
                    </a:lnTo>
                    <a:lnTo>
                      <a:pt x="6" y="42"/>
                    </a:lnTo>
                    <a:lnTo>
                      <a:pt x="6" y="42"/>
                    </a:lnTo>
                    <a:lnTo>
                      <a:pt x="6" y="42"/>
                    </a:lnTo>
                    <a:lnTo>
                      <a:pt x="6" y="38"/>
                    </a:lnTo>
                    <a:lnTo>
                      <a:pt x="6" y="38"/>
                    </a:lnTo>
                    <a:lnTo>
                      <a:pt x="6" y="38"/>
                    </a:lnTo>
                    <a:lnTo>
                      <a:pt x="6" y="38"/>
                    </a:lnTo>
                    <a:lnTo>
                      <a:pt x="6" y="38"/>
                    </a:lnTo>
                    <a:lnTo>
                      <a:pt x="4" y="38"/>
                    </a:lnTo>
                    <a:lnTo>
                      <a:pt x="4" y="38"/>
                    </a:lnTo>
                    <a:lnTo>
                      <a:pt x="4" y="38"/>
                    </a:lnTo>
                    <a:lnTo>
                      <a:pt x="4" y="38"/>
                    </a:lnTo>
                    <a:lnTo>
                      <a:pt x="4" y="38"/>
                    </a:lnTo>
                    <a:lnTo>
                      <a:pt x="4" y="34"/>
                    </a:lnTo>
                    <a:lnTo>
                      <a:pt x="4" y="38"/>
                    </a:lnTo>
                    <a:lnTo>
                      <a:pt x="4" y="34"/>
                    </a:lnTo>
                    <a:lnTo>
                      <a:pt x="0" y="34"/>
                    </a:lnTo>
                    <a:lnTo>
                      <a:pt x="0" y="34"/>
                    </a:lnTo>
                    <a:lnTo>
                      <a:pt x="0" y="34"/>
                    </a:lnTo>
                    <a:lnTo>
                      <a:pt x="0" y="34"/>
                    </a:lnTo>
                    <a:lnTo>
                      <a:pt x="0" y="34"/>
                    </a:lnTo>
                    <a:lnTo>
                      <a:pt x="0" y="34"/>
                    </a:lnTo>
                    <a:lnTo>
                      <a:pt x="0" y="30"/>
                    </a:lnTo>
                    <a:lnTo>
                      <a:pt x="4" y="30"/>
                    </a:lnTo>
                    <a:lnTo>
                      <a:pt x="4" y="30"/>
                    </a:lnTo>
                    <a:lnTo>
                      <a:pt x="4" y="30"/>
                    </a:lnTo>
                    <a:lnTo>
                      <a:pt x="4" y="30"/>
                    </a:lnTo>
                    <a:lnTo>
                      <a:pt x="0" y="26"/>
                    </a:lnTo>
                    <a:lnTo>
                      <a:pt x="0" y="26"/>
                    </a:lnTo>
                    <a:lnTo>
                      <a:pt x="0" y="26"/>
                    </a:lnTo>
                    <a:lnTo>
                      <a:pt x="4" y="26"/>
                    </a:lnTo>
                    <a:lnTo>
                      <a:pt x="4" y="26"/>
                    </a:lnTo>
                    <a:lnTo>
                      <a:pt x="4" y="22"/>
                    </a:lnTo>
                    <a:lnTo>
                      <a:pt x="4" y="22"/>
                    </a:lnTo>
                    <a:lnTo>
                      <a:pt x="4" y="22"/>
                    </a:lnTo>
                    <a:lnTo>
                      <a:pt x="4" y="22"/>
                    </a:lnTo>
                    <a:lnTo>
                      <a:pt x="4" y="22"/>
                    </a:lnTo>
                    <a:lnTo>
                      <a:pt x="4" y="22"/>
                    </a:lnTo>
                    <a:lnTo>
                      <a:pt x="4" y="22"/>
                    </a:lnTo>
                    <a:lnTo>
                      <a:pt x="6" y="18"/>
                    </a:lnTo>
                    <a:lnTo>
                      <a:pt x="6" y="18"/>
                    </a:lnTo>
                    <a:lnTo>
                      <a:pt x="10" y="18"/>
                    </a:lnTo>
                    <a:lnTo>
                      <a:pt x="10" y="16"/>
                    </a:lnTo>
                    <a:lnTo>
                      <a:pt x="10" y="16"/>
                    </a:lnTo>
                    <a:lnTo>
                      <a:pt x="14" y="12"/>
                    </a:lnTo>
                    <a:lnTo>
                      <a:pt x="14" y="12"/>
                    </a:lnTo>
                    <a:lnTo>
                      <a:pt x="14" y="12"/>
                    </a:lnTo>
                    <a:lnTo>
                      <a:pt x="14" y="12"/>
                    </a:lnTo>
                    <a:lnTo>
                      <a:pt x="14" y="12"/>
                    </a:lnTo>
                    <a:lnTo>
                      <a:pt x="14" y="12"/>
                    </a:lnTo>
                    <a:lnTo>
                      <a:pt x="14" y="12"/>
                    </a:lnTo>
                    <a:lnTo>
                      <a:pt x="16" y="12"/>
                    </a:lnTo>
                    <a:lnTo>
                      <a:pt x="16" y="12"/>
                    </a:lnTo>
                    <a:lnTo>
                      <a:pt x="16" y="12"/>
                    </a:lnTo>
                    <a:lnTo>
                      <a:pt x="16" y="8"/>
                    </a:lnTo>
                    <a:lnTo>
                      <a:pt x="20" y="8"/>
                    </a:lnTo>
                    <a:lnTo>
                      <a:pt x="20" y="8"/>
                    </a:lnTo>
                    <a:lnTo>
                      <a:pt x="20" y="8"/>
                    </a:lnTo>
                    <a:lnTo>
                      <a:pt x="20" y="8"/>
                    </a:lnTo>
                    <a:lnTo>
                      <a:pt x="20" y="8"/>
                    </a:lnTo>
                    <a:lnTo>
                      <a:pt x="20" y="8"/>
                    </a:lnTo>
                    <a:lnTo>
                      <a:pt x="24" y="8"/>
                    </a:lnTo>
                    <a:lnTo>
                      <a:pt x="24" y="12"/>
                    </a:lnTo>
                    <a:lnTo>
                      <a:pt x="24" y="12"/>
                    </a:lnTo>
                    <a:lnTo>
                      <a:pt x="24" y="12"/>
                    </a:lnTo>
                    <a:lnTo>
                      <a:pt x="24" y="12"/>
                    </a:lnTo>
                    <a:lnTo>
                      <a:pt x="28" y="8"/>
                    </a:lnTo>
                    <a:lnTo>
                      <a:pt x="28" y="12"/>
                    </a:lnTo>
                    <a:lnTo>
                      <a:pt x="28" y="12"/>
                    </a:lnTo>
                    <a:lnTo>
                      <a:pt x="32" y="12"/>
                    </a:lnTo>
                    <a:lnTo>
                      <a:pt x="32" y="12"/>
                    </a:lnTo>
                    <a:lnTo>
                      <a:pt x="32" y="12"/>
                    </a:lnTo>
                    <a:lnTo>
                      <a:pt x="36" y="12"/>
                    </a:lnTo>
                    <a:lnTo>
                      <a:pt x="36" y="12"/>
                    </a:lnTo>
                    <a:lnTo>
                      <a:pt x="36" y="12"/>
                    </a:lnTo>
                    <a:lnTo>
                      <a:pt x="40" y="12"/>
                    </a:lnTo>
                    <a:lnTo>
                      <a:pt x="40" y="12"/>
                    </a:lnTo>
                    <a:lnTo>
                      <a:pt x="40" y="12"/>
                    </a:lnTo>
                    <a:lnTo>
                      <a:pt x="40" y="12"/>
                    </a:lnTo>
                    <a:lnTo>
                      <a:pt x="40" y="12"/>
                    </a:lnTo>
                    <a:lnTo>
                      <a:pt x="42" y="12"/>
                    </a:lnTo>
                    <a:lnTo>
                      <a:pt x="42" y="12"/>
                    </a:lnTo>
                    <a:lnTo>
                      <a:pt x="42" y="8"/>
                    </a:lnTo>
                    <a:lnTo>
                      <a:pt x="42" y="8"/>
                    </a:lnTo>
                    <a:lnTo>
                      <a:pt x="42" y="8"/>
                    </a:lnTo>
                    <a:lnTo>
                      <a:pt x="42" y="8"/>
                    </a:lnTo>
                    <a:lnTo>
                      <a:pt x="42" y="8"/>
                    </a:lnTo>
                    <a:lnTo>
                      <a:pt x="46" y="8"/>
                    </a:lnTo>
                    <a:lnTo>
                      <a:pt x="46" y="8"/>
                    </a:lnTo>
                    <a:lnTo>
                      <a:pt x="46" y="8"/>
                    </a:lnTo>
                    <a:lnTo>
                      <a:pt x="46" y="8"/>
                    </a:lnTo>
                    <a:lnTo>
                      <a:pt x="46" y="8"/>
                    </a:lnTo>
                    <a:lnTo>
                      <a:pt x="46" y="8"/>
                    </a:lnTo>
                    <a:lnTo>
                      <a:pt x="46" y="8"/>
                    </a:lnTo>
                    <a:lnTo>
                      <a:pt x="46" y="8"/>
                    </a:lnTo>
                    <a:lnTo>
                      <a:pt x="46" y="8"/>
                    </a:lnTo>
                    <a:lnTo>
                      <a:pt x="46" y="8"/>
                    </a:lnTo>
                    <a:lnTo>
                      <a:pt x="46" y="8"/>
                    </a:lnTo>
                    <a:lnTo>
                      <a:pt x="50" y="8"/>
                    </a:lnTo>
                    <a:lnTo>
                      <a:pt x="50" y="8"/>
                    </a:lnTo>
                    <a:lnTo>
                      <a:pt x="50" y="8"/>
                    </a:lnTo>
                    <a:lnTo>
                      <a:pt x="50" y="8"/>
                    </a:lnTo>
                    <a:lnTo>
                      <a:pt x="50" y="8"/>
                    </a:lnTo>
                    <a:lnTo>
                      <a:pt x="54" y="8"/>
                    </a:lnTo>
                    <a:lnTo>
                      <a:pt x="54" y="8"/>
                    </a:lnTo>
                    <a:lnTo>
                      <a:pt x="58" y="8"/>
                    </a:lnTo>
                    <a:lnTo>
                      <a:pt x="58" y="8"/>
                    </a:lnTo>
                    <a:lnTo>
                      <a:pt x="58" y="8"/>
                    </a:lnTo>
                    <a:lnTo>
                      <a:pt x="58" y="8"/>
                    </a:lnTo>
                    <a:lnTo>
                      <a:pt x="58" y="8"/>
                    </a:lnTo>
                    <a:lnTo>
                      <a:pt x="58" y="8"/>
                    </a:lnTo>
                    <a:lnTo>
                      <a:pt x="58" y="8"/>
                    </a:lnTo>
                    <a:lnTo>
                      <a:pt x="58" y="8"/>
                    </a:lnTo>
                    <a:lnTo>
                      <a:pt x="62" y="8"/>
                    </a:lnTo>
                    <a:lnTo>
                      <a:pt x="66" y="8"/>
                    </a:lnTo>
                    <a:lnTo>
                      <a:pt x="66" y="12"/>
                    </a:lnTo>
                    <a:lnTo>
                      <a:pt x="66" y="12"/>
                    </a:lnTo>
                    <a:lnTo>
                      <a:pt x="66" y="12"/>
                    </a:lnTo>
                    <a:lnTo>
                      <a:pt x="66" y="12"/>
                    </a:lnTo>
                    <a:lnTo>
                      <a:pt x="70" y="12"/>
                    </a:lnTo>
                    <a:lnTo>
                      <a:pt x="66" y="8"/>
                    </a:lnTo>
                    <a:lnTo>
                      <a:pt x="66" y="8"/>
                    </a:lnTo>
                    <a:lnTo>
                      <a:pt x="70" y="12"/>
                    </a:lnTo>
                    <a:lnTo>
                      <a:pt x="72" y="12"/>
                    </a:lnTo>
                    <a:lnTo>
                      <a:pt x="72" y="12"/>
                    </a:lnTo>
                    <a:lnTo>
                      <a:pt x="76" y="16"/>
                    </a:lnTo>
                    <a:lnTo>
                      <a:pt x="76" y="16"/>
                    </a:lnTo>
                    <a:lnTo>
                      <a:pt x="72" y="16"/>
                    </a:lnTo>
                    <a:lnTo>
                      <a:pt x="72" y="16"/>
                    </a:lnTo>
                    <a:lnTo>
                      <a:pt x="72" y="16"/>
                    </a:lnTo>
                    <a:lnTo>
                      <a:pt x="70" y="16"/>
                    </a:lnTo>
                    <a:lnTo>
                      <a:pt x="70" y="16"/>
                    </a:lnTo>
                    <a:lnTo>
                      <a:pt x="72" y="18"/>
                    </a:lnTo>
                    <a:lnTo>
                      <a:pt x="72" y="18"/>
                    </a:lnTo>
                    <a:lnTo>
                      <a:pt x="76" y="18"/>
                    </a:lnTo>
                    <a:lnTo>
                      <a:pt x="76" y="18"/>
                    </a:lnTo>
                    <a:lnTo>
                      <a:pt x="76" y="18"/>
                    </a:lnTo>
                    <a:lnTo>
                      <a:pt x="72" y="18"/>
                    </a:lnTo>
                    <a:lnTo>
                      <a:pt x="72" y="18"/>
                    </a:lnTo>
                    <a:lnTo>
                      <a:pt x="72" y="18"/>
                    </a:lnTo>
                    <a:lnTo>
                      <a:pt x="72" y="18"/>
                    </a:lnTo>
                    <a:lnTo>
                      <a:pt x="72" y="16"/>
                    </a:lnTo>
                    <a:lnTo>
                      <a:pt x="72" y="16"/>
                    </a:lnTo>
                    <a:lnTo>
                      <a:pt x="76" y="18"/>
                    </a:lnTo>
                    <a:lnTo>
                      <a:pt x="76" y="18"/>
                    </a:lnTo>
                    <a:lnTo>
                      <a:pt x="76" y="18"/>
                    </a:lnTo>
                    <a:lnTo>
                      <a:pt x="76" y="18"/>
                    </a:lnTo>
                    <a:lnTo>
                      <a:pt x="76" y="18"/>
                    </a:lnTo>
                    <a:lnTo>
                      <a:pt x="80" y="18"/>
                    </a:lnTo>
                    <a:lnTo>
                      <a:pt x="80" y="18"/>
                    </a:lnTo>
                    <a:lnTo>
                      <a:pt x="80" y="18"/>
                    </a:lnTo>
                    <a:lnTo>
                      <a:pt x="80" y="18"/>
                    </a:lnTo>
                    <a:lnTo>
                      <a:pt x="80" y="18"/>
                    </a:lnTo>
                    <a:lnTo>
                      <a:pt x="80" y="18"/>
                    </a:lnTo>
                    <a:lnTo>
                      <a:pt x="80" y="18"/>
                    </a:lnTo>
                    <a:lnTo>
                      <a:pt x="80" y="18"/>
                    </a:lnTo>
                    <a:lnTo>
                      <a:pt x="80" y="22"/>
                    </a:lnTo>
                    <a:lnTo>
                      <a:pt x="80" y="22"/>
                    </a:lnTo>
                    <a:lnTo>
                      <a:pt x="80" y="22"/>
                    </a:lnTo>
                    <a:lnTo>
                      <a:pt x="80" y="18"/>
                    </a:lnTo>
                    <a:lnTo>
                      <a:pt x="80" y="18"/>
                    </a:lnTo>
                    <a:lnTo>
                      <a:pt x="80" y="18"/>
                    </a:lnTo>
                    <a:lnTo>
                      <a:pt x="80" y="18"/>
                    </a:lnTo>
                    <a:lnTo>
                      <a:pt x="80" y="18"/>
                    </a:lnTo>
                    <a:lnTo>
                      <a:pt x="80" y="18"/>
                    </a:lnTo>
                    <a:lnTo>
                      <a:pt x="80" y="18"/>
                    </a:lnTo>
                    <a:lnTo>
                      <a:pt x="80" y="18"/>
                    </a:lnTo>
                    <a:lnTo>
                      <a:pt x="84" y="18"/>
                    </a:lnTo>
                    <a:lnTo>
                      <a:pt x="84" y="18"/>
                    </a:lnTo>
                    <a:lnTo>
                      <a:pt x="84" y="22"/>
                    </a:lnTo>
                    <a:lnTo>
                      <a:pt x="84" y="22"/>
                    </a:lnTo>
                    <a:lnTo>
                      <a:pt x="84" y="22"/>
                    </a:lnTo>
                    <a:lnTo>
                      <a:pt x="84" y="22"/>
                    </a:lnTo>
                    <a:lnTo>
                      <a:pt x="84" y="22"/>
                    </a:lnTo>
                    <a:lnTo>
                      <a:pt x="84" y="22"/>
                    </a:lnTo>
                    <a:lnTo>
                      <a:pt x="84" y="22"/>
                    </a:lnTo>
                    <a:lnTo>
                      <a:pt x="88" y="22"/>
                    </a:lnTo>
                    <a:lnTo>
                      <a:pt x="84" y="22"/>
                    </a:lnTo>
                    <a:lnTo>
                      <a:pt x="84" y="22"/>
                    </a:lnTo>
                    <a:lnTo>
                      <a:pt x="84" y="22"/>
                    </a:lnTo>
                    <a:lnTo>
                      <a:pt x="84" y="22"/>
                    </a:lnTo>
                    <a:lnTo>
                      <a:pt x="84" y="22"/>
                    </a:lnTo>
                    <a:lnTo>
                      <a:pt x="80" y="22"/>
                    </a:lnTo>
                    <a:lnTo>
                      <a:pt x="80" y="26"/>
                    </a:lnTo>
                    <a:lnTo>
                      <a:pt x="80" y="26"/>
                    </a:lnTo>
                    <a:lnTo>
                      <a:pt x="76" y="26"/>
                    </a:lnTo>
                    <a:lnTo>
                      <a:pt x="76" y="26"/>
                    </a:lnTo>
                    <a:lnTo>
                      <a:pt x="72" y="30"/>
                    </a:lnTo>
                    <a:lnTo>
                      <a:pt x="72" y="30"/>
                    </a:lnTo>
                    <a:lnTo>
                      <a:pt x="72" y="30"/>
                    </a:lnTo>
                    <a:lnTo>
                      <a:pt x="70" y="30"/>
                    </a:lnTo>
                    <a:lnTo>
                      <a:pt x="70" y="30"/>
                    </a:lnTo>
                    <a:lnTo>
                      <a:pt x="66" y="30"/>
                    </a:lnTo>
                    <a:lnTo>
                      <a:pt x="66" y="30"/>
                    </a:lnTo>
                    <a:lnTo>
                      <a:pt x="62" y="26"/>
                    </a:lnTo>
                    <a:lnTo>
                      <a:pt x="62" y="26"/>
                    </a:lnTo>
                    <a:lnTo>
                      <a:pt x="62" y="26"/>
                    </a:lnTo>
                    <a:lnTo>
                      <a:pt x="58" y="30"/>
                    </a:lnTo>
                    <a:lnTo>
                      <a:pt x="58" y="30"/>
                    </a:lnTo>
                    <a:lnTo>
                      <a:pt x="58" y="30"/>
                    </a:lnTo>
                    <a:lnTo>
                      <a:pt x="58" y="30"/>
                    </a:lnTo>
                    <a:lnTo>
                      <a:pt x="58" y="30"/>
                    </a:lnTo>
                    <a:lnTo>
                      <a:pt x="58" y="30"/>
                    </a:lnTo>
                    <a:lnTo>
                      <a:pt x="58" y="34"/>
                    </a:lnTo>
                    <a:lnTo>
                      <a:pt x="58" y="34"/>
                    </a:lnTo>
                    <a:lnTo>
                      <a:pt x="58" y="34"/>
                    </a:lnTo>
                    <a:lnTo>
                      <a:pt x="58" y="34"/>
                    </a:lnTo>
                    <a:lnTo>
                      <a:pt x="58" y="34"/>
                    </a:lnTo>
                    <a:lnTo>
                      <a:pt x="58" y="34"/>
                    </a:lnTo>
                    <a:lnTo>
                      <a:pt x="58" y="38"/>
                    </a:lnTo>
                    <a:lnTo>
                      <a:pt x="58" y="38"/>
                    </a:lnTo>
                    <a:lnTo>
                      <a:pt x="54" y="38"/>
                    </a:lnTo>
                    <a:lnTo>
                      <a:pt x="54" y="38"/>
                    </a:lnTo>
                    <a:lnTo>
                      <a:pt x="54" y="38"/>
                    </a:lnTo>
                    <a:lnTo>
                      <a:pt x="54" y="38"/>
                    </a:lnTo>
                    <a:lnTo>
                      <a:pt x="54" y="38"/>
                    </a:lnTo>
                    <a:lnTo>
                      <a:pt x="54" y="38"/>
                    </a:lnTo>
                    <a:lnTo>
                      <a:pt x="54" y="38"/>
                    </a:lnTo>
                    <a:lnTo>
                      <a:pt x="54" y="38"/>
                    </a:lnTo>
                    <a:lnTo>
                      <a:pt x="50" y="42"/>
                    </a:lnTo>
                    <a:lnTo>
                      <a:pt x="50" y="42"/>
                    </a:lnTo>
                    <a:lnTo>
                      <a:pt x="50" y="42"/>
                    </a:lnTo>
                    <a:lnTo>
                      <a:pt x="50" y="46"/>
                    </a:lnTo>
                    <a:lnTo>
                      <a:pt x="50" y="46"/>
                    </a:lnTo>
                    <a:lnTo>
                      <a:pt x="50" y="46"/>
                    </a:lnTo>
                    <a:lnTo>
                      <a:pt x="50" y="46"/>
                    </a:lnTo>
                    <a:lnTo>
                      <a:pt x="46" y="46"/>
                    </a:lnTo>
                    <a:lnTo>
                      <a:pt x="46" y="46"/>
                    </a:lnTo>
                    <a:lnTo>
                      <a:pt x="46" y="42"/>
                    </a:lnTo>
                    <a:lnTo>
                      <a:pt x="46" y="42"/>
                    </a:lnTo>
                    <a:lnTo>
                      <a:pt x="46" y="42"/>
                    </a:lnTo>
                    <a:lnTo>
                      <a:pt x="46" y="42"/>
                    </a:lnTo>
                    <a:lnTo>
                      <a:pt x="42" y="42"/>
                    </a:lnTo>
                    <a:lnTo>
                      <a:pt x="42" y="42"/>
                    </a:lnTo>
                    <a:lnTo>
                      <a:pt x="42" y="42"/>
                    </a:lnTo>
                    <a:lnTo>
                      <a:pt x="40" y="46"/>
                    </a:lnTo>
                    <a:lnTo>
                      <a:pt x="40" y="46"/>
                    </a:lnTo>
                    <a:lnTo>
                      <a:pt x="40" y="46"/>
                    </a:lnTo>
                    <a:lnTo>
                      <a:pt x="36" y="46"/>
                    </a:lnTo>
                    <a:lnTo>
                      <a:pt x="36" y="46"/>
                    </a:lnTo>
                    <a:lnTo>
                      <a:pt x="36" y="46"/>
                    </a:lnTo>
                    <a:lnTo>
                      <a:pt x="36" y="46"/>
                    </a:lnTo>
                    <a:lnTo>
                      <a:pt x="36" y="46"/>
                    </a:lnTo>
                    <a:lnTo>
                      <a:pt x="36" y="46"/>
                    </a:lnTo>
                    <a:close/>
                    <a:moveTo>
                      <a:pt x="36" y="0"/>
                    </a:moveTo>
                    <a:lnTo>
                      <a:pt x="36" y="0"/>
                    </a:lnTo>
                    <a:lnTo>
                      <a:pt x="36" y="0"/>
                    </a:lnTo>
                    <a:lnTo>
                      <a:pt x="36" y="0"/>
                    </a:lnTo>
                    <a:lnTo>
                      <a:pt x="36" y="0"/>
                    </a:lnTo>
                    <a:lnTo>
                      <a:pt x="36" y="0"/>
                    </a:lnTo>
                    <a:lnTo>
                      <a:pt x="36" y="0"/>
                    </a:lnTo>
                    <a:lnTo>
                      <a:pt x="40" y="0"/>
                    </a:lnTo>
                    <a:lnTo>
                      <a:pt x="40" y="0"/>
                    </a:lnTo>
                    <a:lnTo>
                      <a:pt x="40" y="0"/>
                    </a:lnTo>
                    <a:lnTo>
                      <a:pt x="40" y="0"/>
                    </a:lnTo>
                    <a:lnTo>
                      <a:pt x="42" y="0"/>
                    </a:lnTo>
                    <a:lnTo>
                      <a:pt x="42" y="0"/>
                    </a:lnTo>
                    <a:lnTo>
                      <a:pt x="40" y="0"/>
                    </a:lnTo>
                    <a:lnTo>
                      <a:pt x="40" y="0"/>
                    </a:lnTo>
                    <a:lnTo>
                      <a:pt x="40" y="0"/>
                    </a:lnTo>
                    <a:lnTo>
                      <a:pt x="36" y="0"/>
                    </a:lnTo>
                    <a:lnTo>
                      <a:pt x="36" y="0"/>
                    </a:lnTo>
                    <a:lnTo>
                      <a:pt x="36" y="0"/>
                    </a:lnTo>
                    <a:lnTo>
                      <a:pt x="36" y="0"/>
                    </a:lnTo>
                    <a:lnTo>
                      <a:pt x="3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3" name="Freeform 77"/>
              <p:cNvSpPr>
                <a:spLocks/>
              </p:cNvSpPr>
              <p:nvPr/>
            </p:nvSpPr>
            <p:spPr bwMode="gray">
              <a:xfrm>
                <a:off x="2872842" y="3966574"/>
                <a:ext cx="55656" cy="24350"/>
              </a:xfrm>
              <a:custGeom>
                <a:avLst/>
                <a:gdLst>
                  <a:gd name="T0" fmla="*/ 24 w 32"/>
                  <a:gd name="T1" fmla="*/ 10 h 14"/>
                  <a:gd name="T2" fmla="*/ 24 w 32"/>
                  <a:gd name="T3" fmla="*/ 10 h 14"/>
                  <a:gd name="T4" fmla="*/ 20 w 32"/>
                  <a:gd name="T5" fmla="*/ 6 h 14"/>
                  <a:gd name="T6" fmla="*/ 20 w 32"/>
                  <a:gd name="T7" fmla="*/ 10 h 14"/>
                  <a:gd name="T8" fmla="*/ 20 w 32"/>
                  <a:gd name="T9" fmla="*/ 10 h 14"/>
                  <a:gd name="T10" fmla="*/ 20 w 32"/>
                  <a:gd name="T11" fmla="*/ 10 h 14"/>
                  <a:gd name="T12" fmla="*/ 16 w 32"/>
                  <a:gd name="T13" fmla="*/ 10 h 14"/>
                  <a:gd name="T14" fmla="*/ 16 w 32"/>
                  <a:gd name="T15" fmla="*/ 10 h 14"/>
                  <a:gd name="T16" fmla="*/ 16 w 32"/>
                  <a:gd name="T17" fmla="*/ 14 h 14"/>
                  <a:gd name="T18" fmla="*/ 16 w 32"/>
                  <a:gd name="T19" fmla="*/ 14 h 14"/>
                  <a:gd name="T20" fmla="*/ 16 w 32"/>
                  <a:gd name="T21" fmla="*/ 14 h 14"/>
                  <a:gd name="T22" fmla="*/ 12 w 32"/>
                  <a:gd name="T23" fmla="*/ 10 h 14"/>
                  <a:gd name="T24" fmla="*/ 12 w 32"/>
                  <a:gd name="T25" fmla="*/ 10 h 14"/>
                  <a:gd name="T26" fmla="*/ 12 w 32"/>
                  <a:gd name="T27" fmla="*/ 10 h 14"/>
                  <a:gd name="T28" fmla="*/ 8 w 32"/>
                  <a:gd name="T29" fmla="*/ 10 h 14"/>
                  <a:gd name="T30" fmla="*/ 8 w 32"/>
                  <a:gd name="T31" fmla="*/ 6 h 14"/>
                  <a:gd name="T32" fmla="*/ 4 w 32"/>
                  <a:gd name="T33" fmla="*/ 6 h 14"/>
                  <a:gd name="T34" fmla="*/ 4 w 32"/>
                  <a:gd name="T35" fmla="*/ 6 h 14"/>
                  <a:gd name="T36" fmla="*/ 4 w 32"/>
                  <a:gd name="T37" fmla="*/ 6 h 14"/>
                  <a:gd name="T38" fmla="*/ 4 w 32"/>
                  <a:gd name="T39" fmla="*/ 4 h 14"/>
                  <a:gd name="T40" fmla="*/ 0 w 32"/>
                  <a:gd name="T41" fmla="*/ 4 h 14"/>
                  <a:gd name="T42" fmla="*/ 0 w 32"/>
                  <a:gd name="T43" fmla="*/ 4 h 14"/>
                  <a:gd name="T44" fmla="*/ 0 w 32"/>
                  <a:gd name="T45" fmla="*/ 4 h 14"/>
                  <a:gd name="T46" fmla="*/ 0 w 32"/>
                  <a:gd name="T47" fmla="*/ 4 h 14"/>
                  <a:gd name="T48" fmla="*/ 0 w 32"/>
                  <a:gd name="T49" fmla="*/ 4 h 14"/>
                  <a:gd name="T50" fmla="*/ 4 w 32"/>
                  <a:gd name="T51" fmla="*/ 0 h 14"/>
                  <a:gd name="T52" fmla="*/ 4 w 32"/>
                  <a:gd name="T53" fmla="*/ 0 h 14"/>
                  <a:gd name="T54" fmla="*/ 8 w 32"/>
                  <a:gd name="T55" fmla="*/ 0 h 14"/>
                  <a:gd name="T56" fmla="*/ 8 w 32"/>
                  <a:gd name="T57" fmla="*/ 0 h 14"/>
                  <a:gd name="T58" fmla="*/ 12 w 32"/>
                  <a:gd name="T59" fmla="*/ 0 h 14"/>
                  <a:gd name="T60" fmla="*/ 12 w 32"/>
                  <a:gd name="T61" fmla="*/ 0 h 14"/>
                  <a:gd name="T62" fmla="*/ 16 w 32"/>
                  <a:gd name="T63" fmla="*/ 0 h 14"/>
                  <a:gd name="T64" fmla="*/ 16 w 32"/>
                  <a:gd name="T65" fmla="*/ 0 h 14"/>
                  <a:gd name="T66" fmla="*/ 20 w 32"/>
                  <a:gd name="T67" fmla="*/ 0 h 14"/>
                  <a:gd name="T68" fmla="*/ 20 w 32"/>
                  <a:gd name="T69" fmla="*/ 4 h 14"/>
                  <a:gd name="T70" fmla="*/ 20 w 32"/>
                  <a:gd name="T71" fmla="*/ 4 h 14"/>
                  <a:gd name="T72" fmla="*/ 24 w 32"/>
                  <a:gd name="T73" fmla="*/ 4 h 14"/>
                  <a:gd name="T74" fmla="*/ 24 w 32"/>
                  <a:gd name="T75" fmla="*/ 4 h 14"/>
                  <a:gd name="T76" fmla="*/ 28 w 32"/>
                  <a:gd name="T77" fmla="*/ 6 h 14"/>
                  <a:gd name="T78" fmla="*/ 28 w 32"/>
                  <a:gd name="T79" fmla="*/ 6 h 14"/>
                  <a:gd name="T80" fmla="*/ 32 w 32"/>
                  <a:gd name="T81" fmla="*/ 6 h 14"/>
                  <a:gd name="T82" fmla="*/ 32 w 32"/>
                  <a:gd name="T83" fmla="*/ 10 h 14"/>
                  <a:gd name="T84" fmla="*/ 28 w 32"/>
                  <a:gd name="T85" fmla="*/ 10 h 14"/>
                  <a:gd name="T86" fmla="*/ 24 w 32"/>
                  <a:gd name="T87" fmla="*/ 10 h 14"/>
                  <a:gd name="T88" fmla="*/ 24 w 32"/>
                  <a:gd name="T89" fmla="*/ 1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 h="14">
                    <a:moveTo>
                      <a:pt x="24" y="10"/>
                    </a:moveTo>
                    <a:lnTo>
                      <a:pt x="24" y="10"/>
                    </a:lnTo>
                    <a:lnTo>
                      <a:pt x="24" y="10"/>
                    </a:lnTo>
                    <a:lnTo>
                      <a:pt x="24" y="10"/>
                    </a:lnTo>
                    <a:lnTo>
                      <a:pt x="24" y="10"/>
                    </a:lnTo>
                    <a:lnTo>
                      <a:pt x="24" y="10"/>
                    </a:lnTo>
                    <a:lnTo>
                      <a:pt x="24" y="10"/>
                    </a:lnTo>
                    <a:lnTo>
                      <a:pt x="24" y="6"/>
                    </a:lnTo>
                    <a:lnTo>
                      <a:pt x="20" y="6"/>
                    </a:lnTo>
                    <a:lnTo>
                      <a:pt x="20" y="6"/>
                    </a:lnTo>
                    <a:lnTo>
                      <a:pt x="20" y="6"/>
                    </a:lnTo>
                    <a:lnTo>
                      <a:pt x="20" y="10"/>
                    </a:lnTo>
                    <a:lnTo>
                      <a:pt x="20" y="10"/>
                    </a:lnTo>
                    <a:lnTo>
                      <a:pt x="20" y="10"/>
                    </a:lnTo>
                    <a:lnTo>
                      <a:pt x="20" y="10"/>
                    </a:lnTo>
                    <a:lnTo>
                      <a:pt x="20" y="10"/>
                    </a:lnTo>
                    <a:lnTo>
                      <a:pt x="20" y="10"/>
                    </a:lnTo>
                    <a:lnTo>
                      <a:pt x="20" y="10"/>
                    </a:lnTo>
                    <a:lnTo>
                      <a:pt x="16" y="10"/>
                    </a:lnTo>
                    <a:lnTo>
                      <a:pt x="16" y="10"/>
                    </a:lnTo>
                    <a:lnTo>
                      <a:pt x="16" y="10"/>
                    </a:lnTo>
                    <a:lnTo>
                      <a:pt x="16" y="10"/>
                    </a:lnTo>
                    <a:lnTo>
                      <a:pt x="16" y="10"/>
                    </a:lnTo>
                    <a:lnTo>
                      <a:pt x="16" y="10"/>
                    </a:lnTo>
                    <a:lnTo>
                      <a:pt x="16" y="10"/>
                    </a:lnTo>
                    <a:lnTo>
                      <a:pt x="16" y="14"/>
                    </a:lnTo>
                    <a:lnTo>
                      <a:pt x="16" y="14"/>
                    </a:lnTo>
                    <a:lnTo>
                      <a:pt x="16" y="14"/>
                    </a:lnTo>
                    <a:lnTo>
                      <a:pt x="16" y="14"/>
                    </a:lnTo>
                    <a:lnTo>
                      <a:pt x="16" y="14"/>
                    </a:lnTo>
                    <a:lnTo>
                      <a:pt x="16" y="14"/>
                    </a:lnTo>
                    <a:lnTo>
                      <a:pt x="16" y="14"/>
                    </a:lnTo>
                    <a:lnTo>
                      <a:pt x="16" y="14"/>
                    </a:lnTo>
                    <a:lnTo>
                      <a:pt x="16" y="14"/>
                    </a:lnTo>
                    <a:lnTo>
                      <a:pt x="12" y="10"/>
                    </a:lnTo>
                    <a:lnTo>
                      <a:pt x="12" y="10"/>
                    </a:lnTo>
                    <a:lnTo>
                      <a:pt x="12" y="10"/>
                    </a:lnTo>
                    <a:lnTo>
                      <a:pt x="12" y="10"/>
                    </a:lnTo>
                    <a:lnTo>
                      <a:pt x="12" y="10"/>
                    </a:lnTo>
                    <a:lnTo>
                      <a:pt x="12" y="10"/>
                    </a:lnTo>
                    <a:lnTo>
                      <a:pt x="12" y="10"/>
                    </a:lnTo>
                    <a:lnTo>
                      <a:pt x="12" y="10"/>
                    </a:lnTo>
                    <a:lnTo>
                      <a:pt x="8" y="10"/>
                    </a:lnTo>
                    <a:lnTo>
                      <a:pt x="8" y="10"/>
                    </a:lnTo>
                    <a:lnTo>
                      <a:pt x="8" y="10"/>
                    </a:lnTo>
                    <a:lnTo>
                      <a:pt x="8" y="10"/>
                    </a:lnTo>
                    <a:lnTo>
                      <a:pt x="8" y="10"/>
                    </a:lnTo>
                    <a:lnTo>
                      <a:pt x="8" y="6"/>
                    </a:lnTo>
                    <a:lnTo>
                      <a:pt x="8" y="6"/>
                    </a:lnTo>
                    <a:lnTo>
                      <a:pt x="8" y="6"/>
                    </a:lnTo>
                    <a:lnTo>
                      <a:pt x="4" y="6"/>
                    </a:lnTo>
                    <a:lnTo>
                      <a:pt x="4" y="6"/>
                    </a:lnTo>
                    <a:lnTo>
                      <a:pt x="4" y="6"/>
                    </a:lnTo>
                    <a:lnTo>
                      <a:pt x="4" y="6"/>
                    </a:lnTo>
                    <a:lnTo>
                      <a:pt x="4" y="6"/>
                    </a:lnTo>
                    <a:lnTo>
                      <a:pt x="4" y="6"/>
                    </a:lnTo>
                    <a:lnTo>
                      <a:pt x="4" y="6"/>
                    </a:lnTo>
                    <a:lnTo>
                      <a:pt x="4" y="4"/>
                    </a:lnTo>
                    <a:lnTo>
                      <a:pt x="4" y="4"/>
                    </a:lnTo>
                    <a:lnTo>
                      <a:pt x="4" y="4"/>
                    </a:lnTo>
                    <a:lnTo>
                      <a:pt x="4" y="4"/>
                    </a:lnTo>
                    <a:lnTo>
                      <a:pt x="4" y="4"/>
                    </a:lnTo>
                    <a:lnTo>
                      <a:pt x="0" y="4"/>
                    </a:lnTo>
                    <a:lnTo>
                      <a:pt x="0" y="4"/>
                    </a:lnTo>
                    <a:lnTo>
                      <a:pt x="0" y="4"/>
                    </a:lnTo>
                    <a:lnTo>
                      <a:pt x="0" y="4"/>
                    </a:lnTo>
                    <a:lnTo>
                      <a:pt x="0" y="4"/>
                    </a:lnTo>
                    <a:lnTo>
                      <a:pt x="0" y="4"/>
                    </a:lnTo>
                    <a:lnTo>
                      <a:pt x="0" y="4"/>
                    </a:lnTo>
                    <a:lnTo>
                      <a:pt x="0" y="4"/>
                    </a:lnTo>
                    <a:lnTo>
                      <a:pt x="0" y="4"/>
                    </a:lnTo>
                    <a:lnTo>
                      <a:pt x="0" y="4"/>
                    </a:lnTo>
                    <a:lnTo>
                      <a:pt x="0" y="4"/>
                    </a:lnTo>
                    <a:lnTo>
                      <a:pt x="0" y="4"/>
                    </a:lnTo>
                    <a:lnTo>
                      <a:pt x="0" y="4"/>
                    </a:lnTo>
                    <a:lnTo>
                      <a:pt x="0" y="0"/>
                    </a:lnTo>
                    <a:lnTo>
                      <a:pt x="4" y="0"/>
                    </a:lnTo>
                    <a:lnTo>
                      <a:pt x="4" y="0"/>
                    </a:lnTo>
                    <a:lnTo>
                      <a:pt x="4" y="0"/>
                    </a:lnTo>
                    <a:lnTo>
                      <a:pt x="4" y="0"/>
                    </a:lnTo>
                    <a:lnTo>
                      <a:pt x="4" y="0"/>
                    </a:lnTo>
                    <a:lnTo>
                      <a:pt x="8" y="0"/>
                    </a:lnTo>
                    <a:lnTo>
                      <a:pt x="8" y="0"/>
                    </a:lnTo>
                    <a:lnTo>
                      <a:pt x="8" y="0"/>
                    </a:lnTo>
                    <a:lnTo>
                      <a:pt x="8" y="0"/>
                    </a:lnTo>
                    <a:lnTo>
                      <a:pt x="8" y="0"/>
                    </a:lnTo>
                    <a:lnTo>
                      <a:pt x="8" y="0"/>
                    </a:lnTo>
                    <a:lnTo>
                      <a:pt x="8" y="0"/>
                    </a:lnTo>
                    <a:lnTo>
                      <a:pt x="12" y="0"/>
                    </a:lnTo>
                    <a:lnTo>
                      <a:pt x="12" y="0"/>
                    </a:lnTo>
                    <a:lnTo>
                      <a:pt x="12" y="0"/>
                    </a:lnTo>
                    <a:lnTo>
                      <a:pt x="12" y="0"/>
                    </a:lnTo>
                    <a:lnTo>
                      <a:pt x="12" y="0"/>
                    </a:lnTo>
                    <a:lnTo>
                      <a:pt x="12" y="0"/>
                    </a:lnTo>
                    <a:lnTo>
                      <a:pt x="16" y="0"/>
                    </a:lnTo>
                    <a:lnTo>
                      <a:pt x="16" y="0"/>
                    </a:lnTo>
                    <a:lnTo>
                      <a:pt x="16" y="0"/>
                    </a:lnTo>
                    <a:lnTo>
                      <a:pt x="16" y="0"/>
                    </a:lnTo>
                    <a:lnTo>
                      <a:pt x="16" y="0"/>
                    </a:lnTo>
                    <a:lnTo>
                      <a:pt x="16" y="0"/>
                    </a:lnTo>
                    <a:lnTo>
                      <a:pt x="16" y="0"/>
                    </a:lnTo>
                    <a:lnTo>
                      <a:pt x="20" y="0"/>
                    </a:lnTo>
                    <a:lnTo>
                      <a:pt x="20" y="0"/>
                    </a:lnTo>
                    <a:lnTo>
                      <a:pt x="20" y="0"/>
                    </a:lnTo>
                    <a:lnTo>
                      <a:pt x="20" y="4"/>
                    </a:lnTo>
                    <a:lnTo>
                      <a:pt x="20" y="0"/>
                    </a:lnTo>
                    <a:lnTo>
                      <a:pt x="20" y="4"/>
                    </a:lnTo>
                    <a:lnTo>
                      <a:pt x="20" y="4"/>
                    </a:lnTo>
                    <a:lnTo>
                      <a:pt x="24" y="4"/>
                    </a:lnTo>
                    <a:lnTo>
                      <a:pt x="24" y="4"/>
                    </a:lnTo>
                    <a:lnTo>
                      <a:pt x="24" y="4"/>
                    </a:lnTo>
                    <a:lnTo>
                      <a:pt x="24" y="4"/>
                    </a:lnTo>
                    <a:lnTo>
                      <a:pt x="24" y="4"/>
                    </a:lnTo>
                    <a:lnTo>
                      <a:pt x="24" y="4"/>
                    </a:lnTo>
                    <a:lnTo>
                      <a:pt x="28" y="4"/>
                    </a:lnTo>
                    <a:lnTo>
                      <a:pt x="28" y="4"/>
                    </a:lnTo>
                    <a:lnTo>
                      <a:pt x="28" y="6"/>
                    </a:lnTo>
                    <a:lnTo>
                      <a:pt x="28" y="6"/>
                    </a:lnTo>
                    <a:lnTo>
                      <a:pt x="28" y="6"/>
                    </a:lnTo>
                    <a:lnTo>
                      <a:pt x="28" y="6"/>
                    </a:lnTo>
                    <a:lnTo>
                      <a:pt x="28" y="6"/>
                    </a:lnTo>
                    <a:lnTo>
                      <a:pt x="32" y="6"/>
                    </a:lnTo>
                    <a:lnTo>
                      <a:pt x="32" y="6"/>
                    </a:lnTo>
                    <a:lnTo>
                      <a:pt x="32" y="6"/>
                    </a:lnTo>
                    <a:lnTo>
                      <a:pt x="32" y="10"/>
                    </a:lnTo>
                    <a:lnTo>
                      <a:pt x="32" y="10"/>
                    </a:lnTo>
                    <a:lnTo>
                      <a:pt x="32" y="10"/>
                    </a:lnTo>
                    <a:lnTo>
                      <a:pt x="28" y="10"/>
                    </a:lnTo>
                    <a:lnTo>
                      <a:pt x="28" y="10"/>
                    </a:lnTo>
                    <a:lnTo>
                      <a:pt x="28" y="10"/>
                    </a:lnTo>
                    <a:lnTo>
                      <a:pt x="24" y="10"/>
                    </a:lnTo>
                    <a:lnTo>
                      <a:pt x="24" y="10"/>
                    </a:lnTo>
                    <a:lnTo>
                      <a:pt x="24" y="10"/>
                    </a:lnTo>
                    <a:lnTo>
                      <a:pt x="24" y="10"/>
                    </a:lnTo>
                    <a:lnTo>
                      <a:pt x="24"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4" name="Freeform 78"/>
              <p:cNvSpPr>
                <a:spLocks noEditPoints="1"/>
              </p:cNvSpPr>
              <p:nvPr/>
            </p:nvSpPr>
            <p:spPr bwMode="gray">
              <a:xfrm>
                <a:off x="1891897" y="3517850"/>
                <a:ext cx="775713" cy="563512"/>
              </a:xfrm>
              <a:custGeom>
                <a:avLst/>
                <a:gdLst>
                  <a:gd name="T0" fmla="*/ 90 w 446"/>
                  <a:gd name="T1" fmla="*/ 134 h 324"/>
                  <a:gd name="T2" fmla="*/ 74 w 446"/>
                  <a:gd name="T3" fmla="*/ 112 h 324"/>
                  <a:gd name="T4" fmla="*/ 60 w 446"/>
                  <a:gd name="T5" fmla="*/ 104 h 324"/>
                  <a:gd name="T6" fmla="*/ 56 w 446"/>
                  <a:gd name="T7" fmla="*/ 90 h 324"/>
                  <a:gd name="T8" fmla="*/ 48 w 446"/>
                  <a:gd name="T9" fmla="*/ 64 h 324"/>
                  <a:gd name="T10" fmla="*/ 32 w 446"/>
                  <a:gd name="T11" fmla="*/ 38 h 324"/>
                  <a:gd name="T12" fmla="*/ 18 w 446"/>
                  <a:gd name="T13" fmla="*/ 4 h 324"/>
                  <a:gd name="T14" fmla="*/ 52 w 446"/>
                  <a:gd name="T15" fmla="*/ 8 h 324"/>
                  <a:gd name="T16" fmla="*/ 104 w 446"/>
                  <a:gd name="T17" fmla="*/ 26 h 324"/>
                  <a:gd name="T18" fmla="*/ 156 w 446"/>
                  <a:gd name="T19" fmla="*/ 18 h 324"/>
                  <a:gd name="T20" fmla="*/ 182 w 446"/>
                  <a:gd name="T21" fmla="*/ 38 h 324"/>
                  <a:gd name="T22" fmla="*/ 208 w 446"/>
                  <a:gd name="T23" fmla="*/ 68 h 324"/>
                  <a:gd name="T24" fmla="*/ 230 w 446"/>
                  <a:gd name="T25" fmla="*/ 56 h 324"/>
                  <a:gd name="T26" fmla="*/ 256 w 446"/>
                  <a:gd name="T27" fmla="*/ 82 h 324"/>
                  <a:gd name="T28" fmla="*/ 274 w 446"/>
                  <a:gd name="T29" fmla="*/ 116 h 324"/>
                  <a:gd name="T30" fmla="*/ 298 w 446"/>
                  <a:gd name="T31" fmla="*/ 132 h 324"/>
                  <a:gd name="T32" fmla="*/ 290 w 446"/>
                  <a:gd name="T33" fmla="*/ 172 h 324"/>
                  <a:gd name="T34" fmla="*/ 294 w 446"/>
                  <a:gd name="T35" fmla="*/ 210 h 324"/>
                  <a:gd name="T36" fmla="*/ 294 w 446"/>
                  <a:gd name="T37" fmla="*/ 214 h 324"/>
                  <a:gd name="T38" fmla="*/ 316 w 446"/>
                  <a:gd name="T39" fmla="*/ 250 h 324"/>
                  <a:gd name="T40" fmla="*/ 350 w 446"/>
                  <a:gd name="T41" fmla="*/ 262 h 324"/>
                  <a:gd name="T42" fmla="*/ 372 w 446"/>
                  <a:gd name="T43" fmla="*/ 258 h 324"/>
                  <a:gd name="T44" fmla="*/ 390 w 446"/>
                  <a:gd name="T45" fmla="*/ 238 h 324"/>
                  <a:gd name="T46" fmla="*/ 402 w 446"/>
                  <a:gd name="T47" fmla="*/ 210 h 324"/>
                  <a:gd name="T48" fmla="*/ 430 w 446"/>
                  <a:gd name="T49" fmla="*/ 206 h 324"/>
                  <a:gd name="T50" fmla="*/ 442 w 446"/>
                  <a:gd name="T51" fmla="*/ 220 h 324"/>
                  <a:gd name="T52" fmla="*/ 430 w 446"/>
                  <a:gd name="T53" fmla="*/ 242 h 324"/>
                  <a:gd name="T54" fmla="*/ 428 w 446"/>
                  <a:gd name="T55" fmla="*/ 250 h 324"/>
                  <a:gd name="T56" fmla="*/ 410 w 446"/>
                  <a:gd name="T57" fmla="*/ 268 h 324"/>
                  <a:gd name="T58" fmla="*/ 390 w 446"/>
                  <a:gd name="T59" fmla="*/ 290 h 324"/>
                  <a:gd name="T60" fmla="*/ 368 w 446"/>
                  <a:gd name="T61" fmla="*/ 320 h 324"/>
                  <a:gd name="T62" fmla="*/ 346 w 446"/>
                  <a:gd name="T63" fmla="*/ 302 h 324"/>
                  <a:gd name="T64" fmla="*/ 330 w 446"/>
                  <a:gd name="T65" fmla="*/ 294 h 324"/>
                  <a:gd name="T66" fmla="*/ 298 w 446"/>
                  <a:gd name="T67" fmla="*/ 302 h 324"/>
                  <a:gd name="T68" fmla="*/ 264 w 446"/>
                  <a:gd name="T69" fmla="*/ 288 h 324"/>
                  <a:gd name="T70" fmla="*/ 230 w 446"/>
                  <a:gd name="T71" fmla="*/ 268 h 324"/>
                  <a:gd name="T72" fmla="*/ 204 w 446"/>
                  <a:gd name="T73" fmla="*/ 250 h 324"/>
                  <a:gd name="T74" fmla="*/ 178 w 446"/>
                  <a:gd name="T75" fmla="*/ 228 h 324"/>
                  <a:gd name="T76" fmla="*/ 182 w 446"/>
                  <a:gd name="T77" fmla="*/ 198 h 324"/>
                  <a:gd name="T78" fmla="*/ 162 w 446"/>
                  <a:gd name="T79" fmla="*/ 164 h 324"/>
                  <a:gd name="T80" fmla="*/ 144 w 446"/>
                  <a:gd name="T81" fmla="*/ 150 h 324"/>
                  <a:gd name="T82" fmla="*/ 130 w 446"/>
                  <a:gd name="T83" fmla="*/ 134 h 324"/>
                  <a:gd name="T84" fmla="*/ 130 w 446"/>
                  <a:gd name="T85" fmla="*/ 120 h 324"/>
                  <a:gd name="T86" fmla="*/ 106 w 446"/>
                  <a:gd name="T87" fmla="*/ 90 h 324"/>
                  <a:gd name="T88" fmla="*/ 86 w 446"/>
                  <a:gd name="T89" fmla="*/ 72 h 324"/>
                  <a:gd name="T90" fmla="*/ 74 w 446"/>
                  <a:gd name="T91" fmla="*/ 34 h 324"/>
                  <a:gd name="T92" fmla="*/ 48 w 446"/>
                  <a:gd name="T93" fmla="*/ 18 h 324"/>
                  <a:gd name="T94" fmla="*/ 52 w 446"/>
                  <a:gd name="T95" fmla="*/ 46 h 324"/>
                  <a:gd name="T96" fmla="*/ 70 w 446"/>
                  <a:gd name="T97" fmla="*/ 72 h 324"/>
                  <a:gd name="T98" fmla="*/ 90 w 446"/>
                  <a:gd name="T99" fmla="*/ 108 h 324"/>
                  <a:gd name="T100" fmla="*/ 100 w 446"/>
                  <a:gd name="T101" fmla="*/ 128 h 324"/>
                  <a:gd name="T102" fmla="*/ 110 w 446"/>
                  <a:gd name="T103" fmla="*/ 158 h 324"/>
                  <a:gd name="T104" fmla="*/ 122 w 446"/>
                  <a:gd name="T105" fmla="*/ 176 h 324"/>
                  <a:gd name="T106" fmla="*/ 96 w 446"/>
                  <a:gd name="T107" fmla="*/ 154 h 324"/>
                  <a:gd name="T108" fmla="*/ 86 w 446"/>
                  <a:gd name="T109" fmla="*/ 146 h 324"/>
                  <a:gd name="T110" fmla="*/ 104 w 446"/>
                  <a:gd name="T111" fmla="*/ 254 h 324"/>
                  <a:gd name="T112" fmla="*/ 74 w 446"/>
                  <a:gd name="T113" fmla="*/ 72 h 324"/>
                  <a:gd name="T114" fmla="*/ 0 w 446"/>
                  <a:gd name="T115" fmla="*/ 72 h 324"/>
                  <a:gd name="T116" fmla="*/ 44 w 446"/>
                  <a:gd name="T117" fmla="*/ 90 h 324"/>
                  <a:gd name="T118" fmla="*/ 92 w 446"/>
                  <a:gd name="T119" fmla="*/ 154 h 324"/>
                  <a:gd name="T120" fmla="*/ 162 w 446"/>
                  <a:gd name="T121" fmla="*/ 206 h 324"/>
                  <a:gd name="T122" fmla="*/ 442 w 446"/>
                  <a:gd name="T123" fmla="*/ 228 h 324"/>
                  <a:gd name="T124" fmla="*/ 380 w 446"/>
                  <a:gd name="T125" fmla="*/ 254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46" h="324">
                    <a:moveTo>
                      <a:pt x="96" y="154"/>
                    </a:moveTo>
                    <a:lnTo>
                      <a:pt x="92" y="154"/>
                    </a:lnTo>
                    <a:lnTo>
                      <a:pt x="92" y="150"/>
                    </a:lnTo>
                    <a:lnTo>
                      <a:pt x="90" y="150"/>
                    </a:lnTo>
                    <a:lnTo>
                      <a:pt x="90" y="146"/>
                    </a:lnTo>
                    <a:lnTo>
                      <a:pt x="90" y="142"/>
                    </a:lnTo>
                    <a:lnTo>
                      <a:pt x="86" y="142"/>
                    </a:lnTo>
                    <a:lnTo>
                      <a:pt x="86" y="146"/>
                    </a:lnTo>
                    <a:lnTo>
                      <a:pt x="86" y="142"/>
                    </a:lnTo>
                    <a:lnTo>
                      <a:pt x="86" y="138"/>
                    </a:lnTo>
                    <a:lnTo>
                      <a:pt x="90" y="138"/>
                    </a:lnTo>
                    <a:lnTo>
                      <a:pt x="90" y="134"/>
                    </a:lnTo>
                    <a:lnTo>
                      <a:pt x="90" y="132"/>
                    </a:lnTo>
                    <a:lnTo>
                      <a:pt x="90" y="134"/>
                    </a:lnTo>
                    <a:lnTo>
                      <a:pt x="90" y="132"/>
                    </a:lnTo>
                    <a:lnTo>
                      <a:pt x="90" y="128"/>
                    </a:lnTo>
                    <a:lnTo>
                      <a:pt x="86" y="128"/>
                    </a:lnTo>
                    <a:lnTo>
                      <a:pt x="86" y="124"/>
                    </a:lnTo>
                    <a:lnTo>
                      <a:pt x="86" y="120"/>
                    </a:lnTo>
                    <a:lnTo>
                      <a:pt x="82" y="120"/>
                    </a:lnTo>
                    <a:lnTo>
                      <a:pt x="78" y="120"/>
                    </a:lnTo>
                    <a:lnTo>
                      <a:pt x="78" y="116"/>
                    </a:lnTo>
                    <a:lnTo>
                      <a:pt x="74" y="116"/>
                    </a:lnTo>
                    <a:lnTo>
                      <a:pt x="74" y="112"/>
                    </a:lnTo>
                    <a:lnTo>
                      <a:pt x="70" y="112"/>
                    </a:lnTo>
                    <a:lnTo>
                      <a:pt x="70" y="108"/>
                    </a:lnTo>
                    <a:lnTo>
                      <a:pt x="74" y="108"/>
                    </a:lnTo>
                    <a:lnTo>
                      <a:pt x="70" y="108"/>
                    </a:lnTo>
                    <a:lnTo>
                      <a:pt x="70" y="112"/>
                    </a:lnTo>
                    <a:lnTo>
                      <a:pt x="70" y="108"/>
                    </a:lnTo>
                    <a:lnTo>
                      <a:pt x="66" y="108"/>
                    </a:lnTo>
                    <a:lnTo>
                      <a:pt x="66" y="112"/>
                    </a:lnTo>
                    <a:lnTo>
                      <a:pt x="62" y="108"/>
                    </a:lnTo>
                    <a:lnTo>
                      <a:pt x="62" y="104"/>
                    </a:lnTo>
                    <a:lnTo>
                      <a:pt x="60" y="108"/>
                    </a:lnTo>
                    <a:lnTo>
                      <a:pt x="60" y="104"/>
                    </a:lnTo>
                    <a:lnTo>
                      <a:pt x="56" y="104"/>
                    </a:lnTo>
                    <a:lnTo>
                      <a:pt x="56" y="102"/>
                    </a:lnTo>
                    <a:lnTo>
                      <a:pt x="52" y="98"/>
                    </a:lnTo>
                    <a:lnTo>
                      <a:pt x="48" y="98"/>
                    </a:lnTo>
                    <a:lnTo>
                      <a:pt x="48" y="94"/>
                    </a:lnTo>
                    <a:lnTo>
                      <a:pt x="44" y="94"/>
                    </a:lnTo>
                    <a:lnTo>
                      <a:pt x="48" y="90"/>
                    </a:lnTo>
                    <a:lnTo>
                      <a:pt x="48" y="94"/>
                    </a:lnTo>
                    <a:lnTo>
                      <a:pt x="52" y="94"/>
                    </a:lnTo>
                    <a:lnTo>
                      <a:pt x="56" y="94"/>
                    </a:lnTo>
                    <a:lnTo>
                      <a:pt x="60" y="94"/>
                    </a:lnTo>
                    <a:lnTo>
                      <a:pt x="56" y="90"/>
                    </a:lnTo>
                    <a:lnTo>
                      <a:pt x="60" y="90"/>
                    </a:lnTo>
                    <a:lnTo>
                      <a:pt x="60" y="86"/>
                    </a:lnTo>
                    <a:lnTo>
                      <a:pt x="60" y="90"/>
                    </a:lnTo>
                    <a:lnTo>
                      <a:pt x="60" y="86"/>
                    </a:lnTo>
                    <a:lnTo>
                      <a:pt x="60" y="82"/>
                    </a:lnTo>
                    <a:lnTo>
                      <a:pt x="60" y="78"/>
                    </a:lnTo>
                    <a:lnTo>
                      <a:pt x="60" y="74"/>
                    </a:lnTo>
                    <a:lnTo>
                      <a:pt x="56" y="74"/>
                    </a:lnTo>
                    <a:lnTo>
                      <a:pt x="56" y="72"/>
                    </a:lnTo>
                    <a:lnTo>
                      <a:pt x="52" y="72"/>
                    </a:lnTo>
                    <a:lnTo>
                      <a:pt x="52" y="68"/>
                    </a:lnTo>
                    <a:lnTo>
                      <a:pt x="48" y="64"/>
                    </a:lnTo>
                    <a:lnTo>
                      <a:pt x="44" y="64"/>
                    </a:lnTo>
                    <a:lnTo>
                      <a:pt x="44" y="60"/>
                    </a:lnTo>
                    <a:lnTo>
                      <a:pt x="40" y="60"/>
                    </a:lnTo>
                    <a:lnTo>
                      <a:pt x="36" y="56"/>
                    </a:lnTo>
                    <a:lnTo>
                      <a:pt x="36" y="52"/>
                    </a:lnTo>
                    <a:lnTo>
                      <a:pt x="36" y="48"/>
                    </a:lnTo>
                    <a:lnTo>
                      <a:pt x="36" y="46"/>
                    </a:lnTo>
                    <a:lnTo>
                      <a:pt x="32" y="46"/>
                    </a:lnTo>
                    <a:lnTo>
                      <a:pt x="32" y="42"/>
                    </a:lnTo>
                    <a:lnTo>
                      <a:pt x="32" y="46"/>
                    </a:lnTo>
                    <a:lnTo>
                      <a:pt x="32" y="42"/>
                    </a:lnTo>
                    <a:lnTo>
                      <a:pt x="32" y="38"/>
                    </a:lnTo>
                    <a:lnTo>
                      <a:pt x="30" y="34"/>
                    </a:lnTo>
                    <a:lnTo>
                      <a:pt x="30" y="30"/>
                    </a:lnTo>
                    <a:lnTo>
                      <a:pt x="26" y="30"/>
                    </a:lnTo>
                    <a:lnTo>
                      <a:pt x="26" y="26"/>
                    </a:lnTo>
                    <a:lnTo>
                      <a:pt x="22" y="22"/>
                    </a:lnTo>
                    <a:lnTo>
                      <a:pt x="26" y="18"/>
                    </a:lnTo>
                    <a:lnTo>
                      <a:pt x="22" y="18"/>
                    </a:lnTo>
                    <a:lnTo>
                      <a:pt x="22" y="16"/>
                    </a:lnTo>
                    <a:lnTo>
                      <a:pt x="18" y="16"/>
                    </a:lnTo>
                    <a:lnTo>
                      <a:pt x="18" y="12"/>
                    </a:lnTo>
                    <a:lnTo>
                      <a:pt x="18" y="8"/>
                    </a:lnTo>
                    <a:lnTo>
                      <a:pt x="18" y="4"/>
                    </a:lnTo>
                    <a:lnTo>
                      <a:pt x="22" y="4"/>
                    </a:lnTo>
                    <a:lnTo>
                      <a:pt x="26" y="4"/>
                    </a:lnTo>
                    <a:lnTo>
                      <a:pt x="30" y="4"/>
                    </a:lnTo>
                    <a:lnTo>
                      <a:pt x="32" y="4"/>
                    </a:lnTo>
                    <a:lnTo>
                      <a:pt x="36" y="4"/>
                    </a:lnTo>
                    <a:lnTo>
                      <a:pt x="40" y="4"/>
                    </a:lnTo>
                    <a:lnTo>
                      <a:pt x="44" y="4"/>
                    </a:lnTo>
                    <a:lnTo>
                      <a:pt x="48" y="0"/>
                    </a:lnTo>
                    <a:lnTo>
                      <a:pt x="52" y="0"/>
                    </a:lnTo>
                    <a:lnTo>
                      <a:pt x="52" y="4"/>
                    </a:lnTo>
                    <a:lnTo>
                      <a:pt x="48" y="4"/>
                    </a:lnTo>
                    <a:lnTo>
                      <a:pt x="52" y="8"/>
                    </a:lnTo>
                    <a:lnTo>
                      <a:pt x="56" y="8"/>
                    </a:lnTo>
                    <a:lnTo>
                      <a:pt x="60" y="12"/>
                    </a:lnTo>
                    <a:lnTo>
                      <a:pt x="62" y="12"/>
                    </a:lnTo>
                    <a:lnTo>
                      <a:pt x="66" y="12"/>
                    </a:lnTo>
                    <a:lnTo>
                      <a:pt x="70" y="16"/>
                    </a:lnTo>
                    <a:lnTo>
                      <a:pt x="74" y="16"/>
                    </a:lnTo>
                    <a:lnTo>
                      <a:pt x="78" y="16"/>
                    </a:lnTo>
                    <a:lnTo>
                      <a:pt x="82" y="18"/>
                    </a:lnTo>
                    <a:lnTo>
                      <a:pt x="86" y="18"/>
                    </a:lnTo>
                    <a:lnTo>
                      <a:pt x="90" y="22"/>
                    </a:lnTo>
                    <a:lnTo>
                      <a:pt x="96" y="26"/>
                    </a:lnTo>
                    <a:lnTo>
                      <a:pt x="104" y="26"/>
                    </a:lnTo>
                    <a:lnTo>
                      <a:pt x="110" y="26"/>
                    </a:lnTo>
                    <a:lnTo>
                      <a:pt x="114" y="26"/>
                    </a:lnTo>
                    <a:lnTo>
                      <a:pt x="118" y="26"/>
                    </a:lnTo>
                    <a:lnTo>
                      <a:pt x="122" y="26"/>
                    </a:lnTo>
                    <a:lnTo>
                      <a:pt x="130" y="26"/>
                    </a:lnTo>
                    <a:lnTo>
                      <a:pt x="132" y="26"/>
                    </a:lnTo>
                    <a:lnTo>
                      <a:pt x="140" y="26"/>
                    </a:lnTo>
                    <a:lnTo>
                      <a:pt x="140" y="22"/>
                    </a:lnTo>
                    <a:lnTo>
                      <a:pt x="140" y="18"/>
                    </a:lnTo>
                    <a:lnTo>
                      <a:pt x="148" y="18"/>
                    </a:lnTo>
                    <a:lnTo>
                      <a:pt x="152" y="18"/>
                    </a:lnTo>
                    <a:lnTo>
                      <a:pt x="156" y="18"/>
                    </a:lnTo>
                    <a:lnTo>
                      <a:pt x="160" y="18"/>
                    </a:lnTo>
                    <a:lnTo>
                      <a:pt x="162" y="18"/>
                    </a:lnTo>
                    <a:lnTo>
                      <a:pt x="166" y="18"/>
                    </a:lnTo>
                    <a:lnTo>
                      <a:pt x="166" y="22"/>
                    </a:lnTo>
                    <a:lnTo>
                      <a:pt x="170" y="22"/>
                    </a:lnTo>
                    <a:lnTo>
                      <a:pt x="170" y="26"/>
                    </a:lnTo>
                    <a:lnTo>
                      <a:pt x="174" y="26"/>
                    </a:lnTo>
                    <a:lnTo>
                      <a:pt x="174" y="30"/>
                    </a:lnTo>
                    <a:lnTo>
                      <a:pt x="178" y="30"/>
                    </a:lnTo>
                    <a:lnTo>
                      <a:pt x="178" y="34"/>
                    </a:lnTo>
                    <a:lnTo>
                      <a:pt x="182" y="34"/>
                    </a:lnTo>
                    <a:lnTo>
                      <a:pt x="182" y="38"/>
                    </a:lnTo>
                    <a:lnTo>
                      <a:pt x="186" y="38"/>
                    </a:lnTo>
                    <a:lnTo>
                      <a:pt x="188" y="42"/>
                    </a:lnTo>
                    <a:lnTo>
                      <a:pt x="188" y="46"/>
                    </a:lnTo>
                    <a:lnTo>
                      <a:pt x="192" y="48"/>
                    </a:lnTo>
                    <a:lnTo>
                      <a:pt x="192" y="52"/>
                    </a:lnTo>
                    <a:lnTo>
                      <a:pt x="192" y="56"/>
                    </a:lnTo>
                    <a:lnTo>
                      <a:pt x="196" y="60"/>
                    </a:lnTo>
                    <a:lnTo>
                      <a:pt x="200" y="60"/>
                    </a:lnTo>
                    <a:lnTo>
                      <a:pt x="200" y="64"/>
                    </a:lnTo>
                    <a:lnTo>
                      <a:pt x="204" y="64"/>
                    </a:lnTo>
                    <a:lnTo>
                      <a:pt x="204" y="68"/>
                    </a:lnTo>
                    <a:lnTo>
                      <a:pt x="208" y="68"/>
                    </a:lnTo>
                    <a:lnTo>
                      <a:pt x="212" y="72"/>
                    </a:lnTo>
                    <a:lnTo>
                      <a:pt x="216" y="72"/>
                    </a:lnTo>
                    <a:lnTo>
                      <a:pt x="216" y="68"/>
                    </a:lnTo>
                    <a:lnTo>
                      <a:pt x="218" y="68"/>
                    </a:lnTo>
                    <a:lnTo>
                      <a:pt x="218" y="64"/>
                    </a:lnTo>
                    <a:lnTo>
                      <a:pt x="218" y="60"/>
                    </a:lnTo>
                    <a:lnTo>
                      <a:pt x="218" y="56"/>
                    </a:lnTo>
                    <a:lnTo>
                      <a:pt x="222" y="56"/>
                    </a:lnTo>
                    <a:lnTo>
                      <a:pt x="226" y="56"/>
                    </a:lnTo>
                    <a:lnTo>
                      <a:pt x="226" y="52"/>
                    </a:lnTo>
                    <a:lnTo>
                      <a:pt x="226" y="56"/>
                    </a:lnTo>
                    <a:lnTo>
                      <a:pt x="230" y="56"/>
                    </a:lnTo>
                    <a:lnTo>
                      <a:pt x="234" y="56"/>
                    </a:lnTo>
                    <a:lnTo>
                      <a:pt x="238" y="56"/>
                    </a:lnTo>
                    <a:lnTo>
                      <a:pt x="238" y="60"/>
                    </a:lnTo>
                    <a:lnTo>
                      <a:pt x="242" y="60"/>
                    </a:lnTo>
                    <a:lnTo>
                      <a:pt x="244" y="60"/>
                    </a:lnTo>
                    <a:lnTo>
                      <a:pt x="244" y="64"/>
                    </a:lnTo>
                    <a:lnTo>
                      <a:pt x="248" y="68"/>
                    </a:lnTo>
                    <a:lnTo>
                      <a:pt x="248" y="72"/>
                    </a:lnTo>
                    <a:lnTo>
                      <a:pt x="252" y="74"/>
                    </a:lnTo>
                    <a:lnTo>
                      <a:pt x="252" y="78"/>
                    </a:lnTo>
                    <a:lnTo>
                      <a:pt x="252" y="82"/>
                    </a:lnTo>
                    <a:lnTo>
                      <a:pt x="256" y="82"/>
                    </a:lnTo>
                    <a:lnTo>
                      <a:pt x="256" y="86"/>
                    </a:lnTo>
                    <a:lnTo>
                      <a:pt x="260" y="90"/>
                    </a:lnTo>
                    <a:lnTo>
                      <a:pt x="260" y="94"/>
                    </a:lnTo>
                    <a:lnTo>
                      <a:pt x="264" y="94"/>
                    </a:lnTo>
                    <a:lnTo>
                      <a:pt x="264" y="98"/>
                    </a:lnTo>
                    <a:lnTo>
                      <a:pt x="268" y="98"/>
                    </a:lnTo>
                    <a:lnTo>
                      <a:pt x="268" y="102"/>
                    </a:lnTo>
                    <a:lnTo>
                      <a:pt x="268" y="104"/>
                    </a:lnTo>
                    <a:lnTo>
                      <a:pt x="268" y="108"/>
                    </a:lnTo>
                    <a:lnTo>
                      <a:pt x="272" y="112"/>
                    </a:lnTo>
                    <a:lnTo>
                      <a:pt x="272" y="116"/>
                    </a:lnTo>
                    <a:lnTo>
                      <a:pt x="274" y="116"/>
                    </a:lnTo>
                    <a:lnTo>
                      <a:pt x="274" y="120"/>
                    </a:lnTo>
                    <a:lnTo>
                      <a:pt x="278" y="120"/>
                    </a:lnTo>
                    <a:lnTo>
                      <a:pt x="282" y="120"/>
                    </a:lnTo>
                    <a:lnTo>
                      <a:pt x="282" y="124"/>
                    </a:lnTo>
                    <a:lnTo>
                      <a:pt x="286" y="124"/>
                    </a:lnTo>
                    <a:lnTo>
                      <a:pt x="290" y="124"/>
                    </a:lnTo>
                    <a:lnTo>
                      <a:pt x="294" y="124"/>
                    </a:lnTo>
                    <a:lnTo>
                      <a:pt x="294" y="128"/>
                    </a:lnTo>
                    <a:lnTo>
                      <a:pt x="298" y="128"/>
                    </a:lnTo>
                    <a:lnTo>
                      <a:pt x="298" y="124"/>
                    </a:lnTo>
                    <a:lnTo>
                      <a:pt x="298" y="128"/>
                    </a:lnTo>
                    <a:lnTo>
                      <a:pt x="298" y="132"/>
                    </a:lnTo>
                    <a:lnTo>
                      <a:pt x="298" y="134"/>
                    </a:lnTo>
                    <a:lnTo>
                      <a:pt x="294" y="138"/>
                    </a:lnTo>
                    <a:lnTo>
                      <a:pt x="294" y="142"/>
                    </a:lnTo>
                    <a:lnTo>
                      <a:pt x="294" y="146"/>
                    </a:lnTo>
                    <a:lnTo>
                      <a:pt x="294" y="150"/>
                    </a:lnTo>
                    <a:lnTo>
                      <a:pt x="290" y="150"/>
                    </a:lnTo>
                    <a:lnTo>
                      <a:pt x="290" y="154"/>
                    </a:lnTo>
                    <a:lnTo>
                      <a:pt x="290" y="158"/>
                    </a:lnTo>
                    <a:lnTo>
                      <a:pt x="290" y="160"/>
                    </a:lnTo>
                    <a:lnTo>
                      <a:pt x="290" y="164"/>
                    </a:lnTo>
                    <a:lnTo>
                      <a:pt x="290" y="168"/>
                    </a:lnTo>
                    <a:lnTo>
                      <a:pt x="290" y="172"/>
                    </a:lnTo>
                    <a:lnTo>
                      <a:pt x="290" y="176"/>
                    </a:lnTo>
                    <a:lnTo>
                      <a:pt x="290" y="180"/>
                    </a:lnTo>
                    <a:lnTo>
                      <a:pt x="290" y="184"/>
                    </a:lnTo>
                    <a:lnTo>
                      <a:pt x="290" y="188"/>
                    </a:lnTo>
                    <a:lnTo>
                      <a:pt x="290" y="190"/>
                    </a:lnTo>
                    <a:lnTo>
                      <a:pt x="290" y="194"/>
                    </a:lnTo>
                    <a:lnTo>
                      <a:pt x="290" y="198"/>
                    </a:lnTo>
                    <a:lnTo>
                      <a:pt x="294" y="198"/>
                    </a:lnTo>
                    <a:lnTo>
                      <a:pt x="294" y="202"/>
                    </a:lnTo>
                    <a:lnTo>
                      <a:pt x="298" y="202"/>
                    </a:lnTo>
                    <a:lnTo>
                      <a:pt x="298" y="206"/>
                    </a:lnTo>
                    <a:lnTo>
                      <a:pt x="294" y="210"/>
                    </a:lnTo>
                    <a:lnTo>
                      <a:pt x="294" y="206"/>
                    </a:lnTo>
                    <a:lnTo>
                      <a:pt x="298" y="206"/>
                    </a:lnTo>
                    <a:lnTo>
                      <a:pt x="294" y="206"/>
                    </a:lnTo>
                    <a:lnTo>
                      <a:pt x="294" y="202"/>
                    </a:lnTo>
                    <a:lnTo>
                      <a:pt x="294" y="198"/>
                    </a:lnTo>
                    <a:lnTo>
                      <a:pt x="290" y="198"/>
                    </a:lnTo>
                    <a:lnTo>
                      <a:pt x="290" y="194"/>
                    </a:lnTo>
                    <a:lnTo>
                      <a:pt x="290" y="198"/>
                    </a:lnTo>
                    <a:lnTo>
                      <a:pt x="290" y="202"/>
                    </a:lnTo>
                    <a:lnTo>
                      <a:pt x="294" y="206"/>
                    </a:lnTo>
                    <a:lnTo>
                      <a:pt x="294" y="210"/>
                    </a:lnTo>
                    <a:lnTo>
                      <a:pt x="294" y="214"/>
                    </a:lnTo>
                    <a:lnTo>
                      <a:pt x="298" y="214"/>
                    </a:lnTo>
                    <a:lnTo>
                      <a:pt x="298" y="218"/>
                    </a:lnTo>
                    <a:lnTo>
                      <a:pt x="298" y="220"/>
                    </a:lnTo>
                    <a:lnTo>
                      <a:pt x="302" y="220"/>
                    </a:lnTo>
                    <a:lnTo>
                      <a:pt x="304" y="228"/>
                    </a:lnTo>
                    <a:lnTo>
                      <a:pt x="308" y="232"/>
                    </a:lnTo>
                    <a:lnTo>
                      <a:pt x="308" y="234"/>
                    </a:lnTo>
                    <a:lnTo>
                      <a:pt x="308" y="238"/>
                    </a:lnTo>
                    <a:lnTo>
                      <a:pt x="312" y="242"/>
                    </a:lnTo>
                    <a:lnTo>
                      <a:pt x="312" y="246"/>
                    </a:lnTo>
                    <a:lnTo>
                      <a:pt x="316" y="246"/>
                    </a:lnTo>
                    <a:lnTo>
                      <a:pt x="316" y="250"/>
                    </a:lnTo>
                    <a:lnTo>
                      <a:pt x="316" y="254"/>
                    </a:lnTo>
                    <a:lnTo>
                      <a:pt x="320" y="254"/>
                    </a:lnTo>
                    <a:lnTo>
                      <a:pt x="324" y="254"/>
                    </a:lnTo>
                    <a:lnTo>
                      <a:pt x="328" y="254"/>
                    </a:lnTo>
                    <a:lnTo>
                      <a:pt x="328" y="258"/>
                    </a:lnTo>
                    <a:lnTo>
                      <a:pt x="330" y="258"/>
                    </a:lnTo>
                    <a:lnTo>
                      <a:pt x="330" y="262"/>
                    </a:lnTo>
                    <a:lnTo>
                      <a:pt x="334" y="264"/>
                    </a:lnTo>
                    <a:lnTo>
                      <a:pt x="338" y="264"/>
                    </a:lnTo>
                    <a:lnTo>
                      <a:pt x="342" y="262"/>
                    </a:lnTo>
                    <a:lnTo>
                      <a:pt x="346" y="262"/>
                    </a:lnTo>
                    <a:lnTo>
                      <a:pt x="350" y="262"/>
                    </a:lnTo>
                    <a:lnTo>
                      <a:pt x="350" y="258"/>
                    </a:lnTo>
                    <a:lnTo>
                      <a:pt x="346" y="262"/>
                    </a:lnTo>
                    <a:lnTo>
                      <a:pt x="350" y="258"/>
                    </a:lnTo>
                    <a:lnTo>
                      <a:pt x="354" y="258"/>
                    </a:lnTo>
                    <a:lnTo>
                      <a:pt x="354" y="262"/>
                    </a:lnTo>
                    <a:lnTo>
                      <a:pt x="358" y="262"/>
                    </a:lnTo>
                    <a:lnTo>
                      <a:pt x="358" y="258"/>
                    </a:lnTo>
                    <a:lnTo>
                      <a:pt x="360" y="258"/>
                    </a:lnTo>
                    <a:lnTo>
                      <a:pt x="364" y="254"/>
                    </a:lnTo>
                    <a:lnTo>
                      <a:pt x="368" y="254"/>
                    </a:lnTo>
                    <a:lnTo>
                      <a:pt x="372" y="254"/>
                    </a:lnTo>
                    <a:lnTo>
                      <a:pt x="372" y="258"/>
                    </a:lnTo>
                    <a:lnTo>
                      <a:pt x="376" y="258"/>
                    </a:lnTo>
                    <a:lnTo>
                      <a:pt x="372" y="258"/>
                    </a:lnTo>
                    <a:lnTo>
                      <a:pt x="376" y="262"/>
                    </a:lnTo>
                    <a:lnTo>
                      <a:pt x="376" y="258"/>
                    </a:lnTo>
                    <a:lnTo>
                      <a:pt x="380" y="258"/>
                    </a:lnTo>
                    <a:lnTo>
                      <a:pt x="384" y="254"/>
                    </a:lnTo>
                    <a:lnTo>
                      <a:pt x="380" y="254"/>
                    </a:lnTo>
                    <a:lnTo>
                      <a:pt x="380" y="250"/>
                    </a:lnTo>
                    <a:lnTo>
                      <a:pt x="384" y="250"/>
                    </a:lnTo>
                    <a:lnTo>
                      <a:pt x="386" y="246"/>
                    </a:lnTo>
                    <a:lnTo>
                      <a:pt x="390" y="242"/>
                    </a:lnTo>
                    <a:lnTo>
                      <a:pt x="390" y="238"/>
                    </a:lnTo>
                    <a:lnTo>
                      <a:pt x="390" y="234"/>
                    </a:lnTo>
                    <a:lnTo>
                      <a:pt x="394" y="232"/>
                    </a:lnTo>
                    <a:lnTo>
                      <a:pt x="394" y="228"/>
                    </a:lnTo>
                    <a:lnTo>
                      <a:pt x="394" y="224"/>
                    </a:lnTo>
                    <a:lnTo>
                      <a:pt x="394" y="220"/>
                    </a:lnTo>
                    <a:lnTo>
                      <a:pt x="394" y="218"/>
                    </a:lnTo>
                    <a:lnTo>
                      <a:pt x="394" y="214"/>
                    </a:lnTo>
                    <a:lnTo>
                      <a:pt x="394" y="218"/>
                    </a:lnTo>
                    <a:lnTo>
                      <a:pt x="394" y="214"/>
                    </a:lnTo>
                    <a:lnTo>
                      <a:pt x="398" y="214"/>
                    </a:lnTo>
                    <a:lnTo>
                      <a:pt x="398" y="210"/>
                    </a:lnTo>
                    <a:lnTo>
                      <a:pt x="402" y="210"/>
                    </a:lnTo>
                    <a:lnTo>
                      <a:pt x="406" y="210"/>
                    </a:lnTo>
                    <a:lnTo>
                      <a:pt x="410" y="210"/>
                    </a:lnTo>
                    <a:lnTo>
                      <a:pt x="414" y="206"/>
                    </a:lnTo>
                    <a:lnTo>
                      <a:pt x="416" y="206"/>
                    </a:lnTo>
                    <a:lnTo>
                      <a:pt x="420" y="206"/>
                    </a:lnTo>
                    <a:lnTo>
                      <a:pt x="424" y="206"/>
                    </a:lnTo>
                    <a:lnTo>
                      <a:pt x="428" y="202"/>
                    </a:lnTo>
                    <a:lnTo>
                      <a:pt x="424" y="202"/>
                    </a:lnTo>
                    <a:lnTo>
                      <a:pt x="424" y="206"/>
                    </a:lnTo>
                    <a:lnTo>
                      <a:pt x="424" y="202"/>
                    </a:lnTo>
                    <a:lnTo>
                      <a:pt x="428" y="202"/>
                    </a:lnTo>
                    <a:lnTo>
                      <a:pt x="430" y="206"/>
                    </a:lnTo>
                    <a:lnTo>
                      <a:pt x="434" y="206"/>
                    </a:lnTo>
                    <a:lnTo>
                      <a:pt x="438" y="206"/>
                    </a:lnTo>
                    <a:lnTo>
                      <a:pt x="434" y="206"/>
                    </a:lnTo>
                    <a:lnTo>
                      <a:pt x="438" y="206"/>
                    </a:lnTo>
                    <a:lnTo>
                      <a:pt x="438" y="202"/>
                    </a:lnTo>
                    <a:lnTo>
                      <a:pt x="442" y="202"/>
                    </a:lnTo>
                    <a:lnTo>
                      <a:pt x="442" y="206"/>
                    </a:lnTo>
                    <a:lnTo>
                      <a:pt x="446" y="206"/>
                    </a:lnTo>
                    <a:lnTo>
                      <a:pt x="446" y="210"/>
                    </a:lnTo>
                    <a:lnTo>
                      <a:pt x="446" y="214"/>
                    </a:lnTo>
                    <a:lnTo>
                      <a:pt x="442" y="218"/>
                    </a:lnTo>
                    <a:lnTo>
                      <a:pt x="442" y="220"/>
                    </a:lnTo>
                    <a:lnTo>
                      <a:pt x="438" y="220"/>
                    </a:lnTo>
                    <a:lnTo>
                      <a:pt x="438" y="224"/>
                    </a:lnTo>
                    <a:lnTo>
                      <a:pt x="434" y="228"/>
                    </a:lnTo>
                    <a:lnTo>
                      <a:pt x="434" y="232"/>
                    </a:lnTo>
                    <a:lnTo>
                      <a:pt x="434" y="234"/>
                    </a:lnTo>
                    <a:lnTo>
                      <a:pt x="434" y="232"/>
                    </a:lnTo>
                    <a:lnTo>
                      <a:pt x="434" y="234"/>
                    </a:lnTo>
                    <a:lnTo>
                      <a:pt x="430" y="234"/>
                    </a:lnTo>
                    <a:lnTo>
                      <a:pt x="430" y="238"/>
                    </a:lnTo>
                    <a:lnTo>
                      <a:pt x="434" y="238"/>
                    </a:lnTo>
                    <a:lnTo>
                      <a:pt x="434" y="242"/>
                    </a:lnTo>
                    <a:lnTo>
                      <a:pt x="430" y="242"/>
                    </a:lnTo>
                    <a:lnTo>
                      <a:pt x="430" y="246"/>
                    </a:lnTo>
                    <a:lnTo>
                      <a:pt x="434" y="242"/>
                    </a:lnTo>
                    <a:lnTo>
                      <a:pt x="434" y="246"/>
                    </a:lnTo>
                    <a:lnTo>
                      <a:pt x="434" y="250"/>
                    </a:lnTo>
                    <a:lnTo>
                      <a:pt x="430" y="250"/>
                    </a:lnTo>
                    <a:lnTo>
                      <a:pt x="430" y="254"/>
                    </a:lnTo>
                    <a:lnTo>
                      <a:pt x="430" y="258"/>
                    </a:lnTo>
                    <a:lnTo>
                      <a:pt x="430" y="262"/>
                    </a:lnTo>
                    <a:lnTo>
                      <a:pt x="428" y="262"/>
                    </a:lnTo>
                    <a:lnTo>
                      <a:pt x="428" y="258"/>
                    </a:lnTo>
                    <a:lnTo>
                      <a:pt x="428" y="254"/>
                    </a:lnTo>
                    <a:lnTo>
                      <a:pt x="428" y="250"/>
                    </a:lnTo>
                    <a:lnTo>
                      <a:pt x="428" y="254"/>
                    </a:lnTo>
                    <a:lnTo>
                      <a:pt x="424" y="254"/>
                    </a:lnTo>
                    <a:lnTo>
                      <a:pt x="424" y="258"/>
                    </a:lnTo>
                    <a:lnTo>
                      <a:pt x="420" y="258"/>
                    </a:lnTo>
                    <a:lnTo>
                      <a:pt x="420" y="262"/>
                    </a:lnTo>
                    <a:lnTo>
                      <a:pt x="416" y="262"/>
                    </a:lnTo>
                    <a:lnTo>
                      <a:pt x="416" y="264"/>
                    </a:lnTo>
                    <a:lnTo>
                      <a:pt x="416" y="268"/>
                    </a:lnTo>
                    <a:lnTo>
                      <a:pt x="414" y="268"/>
                    </a:lnTo>
                    <a:lnTo>
                      <a:pt x="414" y="264"/>
                    </a:lnTo>
                    <a:lnTo>
                      <a:pt x="414" y="268"/>
                    </a:lnTo>
                    <a:lnTo>
                      <a:pt x="410" y="268"/>
                    </a:lnTo>
                    <a:lnTo>
                      <a:pt x="402" y="268"/>
                    </a:lnTo>
                    <a:lnTo>
                      <a:pt x="398" y="268"/>
                    </a:lnTo>
                    <a:lnTo>
                      <a:pt x="390" y="268"/>
                    </a:lnTo>
                    <a:lnTo>
                      <a:pt x="386" y="268"/>
                    </a:lnTo>
                    <a:lnTo>
                      <a:pt x="386" y="272"/>
                    </a:lnTo>
                    <a:lnTo>
                      <a:pt x="386" y="280"/>
                    </a:lnTo>
                    <a:lnTo>
                      <a:pt x="380" y="280"/>
                    </a:lnTo>
                    <a:lnTo>
                      <a:pt x="384" y="280"/>
                    </a:lnTo>
                    <a:lnTo>
                      <a:pt x="384" y="284"/>
                    </a:lnTo>
                    <a:lnTo>
                      <a:pt x="386" y="288"/>
                    </a:lnTo>
                    <a:lnTo>
                      <a:pt x="390" y="288"/>
                    </a:lnTo>
                    <a:lnTo>
                      <a:pt x="390" y="290"/>
                    </a:lnTo>
                    <a:lnTo>
                      <a:pt x="390" y="294"/>
                    </a:lnTo>
                    <a:lnTo>
                      <a:pt x="394" y="294"/>
                    </a:lnTo>
                    <a:lnTo>
                      <a:pt x="394" y="298"/>
                    </a:lnTo>
                    <a:lnTo>
                      <a:pt x="390" y="298"/>
                    </a:lnTo>
                    <a:lnTo>
                      <a:pt x="386" y="298"/>
                    </a:lnTo>
                    <a:lnTo>
                      <a:pt x="380" y="298"/>
                    </a:lnTo>
                    <a:lnTo>
                      <a:pt x="376" y="298"/>
                    </a:lnTo>
                    <a:lnTo>
                      <a:pt x="376" y="302"/>
                    </a:lnTo>
                    <a:lnTo>
                      <a:pt x="368" y="310"/>
                    </a:lnTo>
                    <a:lnTo>
                      <a:pt x="368" y="314"/>
                    </a:lnTo>
                    <a:lnTo>
                      <a:pt x="372" y="318"/>
                    </a:lnTo>
                    <a:lnTo>
                      <a:pt x="368" y="320"/>
                    </a:lnTo>
                    <a:lnTo>
                      <a:pt x="368" y="324"/>
                    </a:lnTo>
                    <a:lnTo>
                      <a:pt x="364" y="324"/>
                    </a:lnTo>
                    <a:lnTo>
                      <a:pt x="364" y="320"/>
                    </a:lnTo>
                    <a:lnTo>
                      <a:pt x="360" y="320"/>
                    </a:lnTo>
                    <a:lnTo>
                      <a:pt x="360" y="318"/>
                    </a:lnTo>
                    <a:lnTo>
                      <a:pt x="360" y="314"/>
                    </a:lnTo>
                    <a:lnTo>
                      <a:pt x="358" y="314"/>
                    </a:lnTo>
                    <a:lnTo>
                      <a:pt x="358" y="310"/>
                    </a:lnTo>
                    <a:lnTo>
                      <a:pt x="354" y="310"/>
                    </a:lnTo>
                    <a:lnTo>
                      <a:pt x="354" y="306"/>
                    </a:lnTo>
                    <a:lnTo>
                      <a:pt x="350" y="306"/>
                    </a:lnTo>
                    <a:lnTo>
                      <a:pt x="346" y="302"/>
                    </a:lnTo>
                    <a:lnTo>
                      <a:pt x="346" y="298"/>
                    </a:lnTo>
                    <a:lnTo>
                      <a:pt x="342" y="298"/>
                    </a:lnTo>
                    <a:lnTo>
                      <a:pt x="338" y="298"/>
                    </a:lnTo>
                    <a:lnTo>
                      <a:pt x="338" y="294"/>
                    </a:lnTo>
                    <a:lnTo>
                      <a:pt x="338" y="298"/>
                    </a:lnTo>
                    <a:lnTo>
                      <a:pt x="342" y="298"/>
                    </a:lnTo>
                    <a:lnTo>
                      <a:pt x="342" y="302"/>
                    </a:lnTo>
                    <a:lnTo>
                      <a:pt x="338" y="298"/>
                    </a:lnTo>
                    <a:lnTo>
                      <a:pt x="334" y="298"/>
                    </a:lnTo>
                    <a:lnTo>
                      <a:pt x="334" y="294"/>
                    </a:lnTo>
                    <a:lnTo>
                      <a:pt x="330" y="298"/>
                    </a:lnTo>
                    <a:lnTo>
                      <a:pt x="330" y="294"/>
                    </a:lnTo>
                    <a:lnTo>
                      <a:pt x="328" y="294"/>
                    </a:lnTo>
                    <a:lnTo>
                      <a:pt x="328" y="298"/>
                    </a:lnTo>
                    <a:lnTo>
                      <a:pt x="330" y="298"/>
                    </a:lnTo>
                    <a:lnTo>
                      <a:pt x="328" y="298"/>
                    </a:lnTo>
                    <a:lnTo>
                      <a:pt x="324" y="302"/>
                    </a:lnTo>
                    <a:lnTo>
                      <a:pt x="320" y="302"/>
                    </a:lnTo>
                    <a:lnTo>
                      <a:pt x="316" y="306"/>
                    </a:lnTo>
                    <a:lnTo>
                      <a:pt x="312" y="306"/>
                    </a:lnTo>
                    <a:lnTo>
                      <a:pt x="308" y="306"/>
                    </a:lnTo>
                    <a:lnTo>
                      <a:pt x="304" y="306"/>
                    </a:lnTo>
                    <a:lnTo>
                      <a:pt x="302" y="302"/>
                    </a:lnTo>
                    <a:lnTo>
                      <a:pt x="298" y="302"/>
                    </a:lnTo>
                    <a:lnTo>
                      <a:pt x="294" y="302"/>
                    </a:lnTo>
                    <a:lnTo>
                      <a:pt x="290" y="302"/>
                    </a:lnTo>
                    <a:lnTo>
                      <a:pt x="286" y="298"/>
                    </a:lnTo>
                    <a:lnTo>
                      <a:pt x="282" y="298"/>
                    </a:lnTo>
                    <a:lnTo>
                      <a:pt x="282" y="294"/>
                    </a:lnTo>
                    <a:lnTo>
                      <a:pt x="278" y="294"/>
                    </a:lnTo>
                    <a:lnTo>
                      <a:pt x="274" y="294"/>
                    </a:lnTo>
                    <a:lnTo>
                      <a:pt x="274" y="290"/>
                    </a:lnTo>
                    <a:lnTo>
                      <a:pt x="272" y="290"/>
                    </a:lnTo>
                    <a:lnTo>
                      <a:pt x="268" y="290"/>
                    </a:lnTo>
                    <a:lnTo>
                      <a:pt x="264" y="290"/>
                    </a:lnTo>
                    <a:lnTo>
                      <a:pt x="264" y="288"/>
                    </a:lnTo>
                    <a:lnTo>
                      <a:pt x="260" y="288"/>
                    </a:lnTo>
                    <a:lnTo>
                      <a:pt x="256" y="284"/>
                    </a:lnTo>
                    <a:lnTo>
                      <a:pt x="252" y="284"/>
                    </a:lnTo>
                    <a:lnTo>
                      <a:pt x="248" y="280"/>
                    </a:lnTo>
                    <a:lnTo>
                      <a:pt x="244" y="280"/>
                    </a:lnTo>
                    <a:lnTo>
                      <a:pt x="242" y="280"/>
                    </a:lnTo>
                    <a:lnTo>
                      <a:pt x="242" y="276"/>
                    </a:lnTo>
                    <a:lnTo>
                      <a:pt x="238" y="276"/>
                    </a:lnTo>
                    <a:lnTo>
                      <a:pt x="238" y="272"/>
                    </a:lnTo>
                    <a:lnTo>
                      <a:pt x="234" y="272"/>
                    </a:lnTo>
                    <a:lnTo>
                      <a:pt x="234" y="268"/>
                    </a:lnTo>
                    <a:lnTo>
                      <a:pt x="230" y="268"/>
                    </a:lnTo>
                    <a:lnTo>
                      <a:pt x="230" y="264"/>
                    </a:lnTo>
                    <a:lnTo>
                      <a:pt x="230" y="268"/>
                    </a:lnTo>
                    <a:lnTo>
                      <a:pt x="226" y="268"/>
                    </a:lnTo>
                    <a:lnTo>
                      <a:pt x="222" y="264"/>
                    </a:lnTo>
                    <a:lnTo>
                      <a:pt x="218" y="264"/>
                    </a:lnTo>
                    <a:lnTo>
                      <a:pt x="216" y="264"/>
                    </a:lnTo>
                    <a:lnTo>
                      <a:pt x="216" y="262"/>
                    </a:lnTo>
                    <a:lnTo>
                      <a:pt x="212" y="262"/>
                    </a:lnTo>
                    <a:lnTo>
                      <a:pt x="208" y="262"/>
                    </a:lnTo>
                    <a:lnTo>
                      <a:pt x="208" y="258"/>
                    </a:lnTo>
                    <a:lnTo>
                      <a:pt x="204" y="254"/>
                    </a:lnTo>
                    <a:lnTo>
                      <a:pt x="204" y="250"/>
                    </a:lnTo>
                    <a:lnTo>
                      <a:pt x="200" y="250"/>
                    </a:lnTo>
                    <a:lnTo>
                      <a:pt x="196" y="250"/>
                    </a:lnTo>
                    <a:lnTo>
                      <a:pt x="196" y="246"/>
                    </a:lnTo>
                    <a:lnTo>
                      <a:pt x="192" y="246"/>
                    </a:lnTo>
                    <a:lnTo>
                      <a:pt x="188" y="242"/>
                    </a:lnTo>
                    <a:lnTo>
                      <a:pt x="186" y="242"/>
                    </a:lnTo>
                    <a:lnTo>
                      <a:pt x="186" y="238"/>
                    </a:lnTo>
                    <a:lnTo>
                      <a:pt x="186" y="234"/>
                    </a:lnTo>
                    <a:lnTo>
                      <a:pt x="182" y="234"/>
                    </a:lnTo>
                    <a:lnTo>
                      <a:pt x="182" y="232"/>
                    </a:lnTo>
                    <a:lnTo>
                      <a:pt x="178" y="232"/>
                    </a:lnTo>
                    <a:lnTo>
                      <a:pt x="178" y="228"/>
                    </a:lnTo>
                    <a:lnTo>
                      <a:pt x="178" y="224"/>
                    </a:lnTo>
                    <a:lnTo>
                      <a:pt x="182" y="224"/>
                    </a:lnTo>
                    <a:lnTo>
                      <a:pt x="182" y="220"/>
                    </a:lnTo>
                    <a:lnTo>
                      <a:pt x="186" y="220"/>
                    </a:lnTo>
                    <a:lnTo>
                      <a:pt x="182" y="218"/>
                    </a:lnTo>
                    <a:lnTo>
                      <a:pt x="182" y="214"/>
                    </a:lnTo>
                    <a:lnTo>
                      <a:pt x="186" y="214"/>
                    </a:lnTo>
                    <a:lnTo>
                      <a:pt x="186" y="210"/>
                    </a:lnTo>
                    <a:lnTo>
                      <a:pt x="186" y="206"/>
                    </a:lnTo>
                    <a:lnTo>
                      <a:pt x="182" y="206"/>
                    </a:lnTo>
                    <a:lnTo>
                      <a:pt x="182" y="202"/>
                    </a:lnTo>
                    <a:lnTo>
                      <a:pt x="182" y="198"/>
                    </a:lnTo>
                    <a:lnTo>
                      <a:pt x="178" y="198"/>
                    </a:lnTo>
                    <a:lnTo>
                      <a:pt x="178" y="194"/>
                    </a:lnTo>
                    <a:lnTo>
                      <a:pt x="178" y="190"/>
                    </a:lnTo>
                    <a:lnTo>
                      <a:pt x="178" y="188"/>
                    </a:lnTo>
                    <a:lnTo>
                      <a:pt x="178" y="184"/>
                    </a:lnTo>
                    <a:lnTo>
                      <a:pt x="174" y="184"/>
                    </a:lnTo>
                    <a:lnTo>
                      <a:pt x="170" y="180"/>
                    </a:lnTo>
                    <a:lnTo>
                      <a:pt x="170" y="176"/>
                    </a:lnTo>
                    <a:lnTo>
                      <a:pt x="166" y="176"/>
                    </a:lnTo>
                    <a:lnTo>
                      <a:pt x="166" y="172"/>
                    </a:lnTo>
                    <a:lnTo>
                      <a:pt x="162" y="168"/>
                    </a:lnTo>
                    <a:lnTo>
                      <a:pt x="162" y="164"/>
                    </a:lnTo>
                    <a:lnTo>
                      <a:pt x="160" y="164"/>
                    </a:lnTo>
                    <a:lnTo>
                      <a:pt x="160" y="160"/>
                    </a:lnTo>
                    <a:lnTo>
                      <a:pt x="152" y="158"/>
                    </a:lnTo>
                    <a:lnTo>
                      <a:pt x="152" y="154"/>
                    </a:lnTo>
                    <a:lnTo>
                      <a:pt x="148" y="154"/>
                    </a:lnTo>
                    <a:lnTo>
                      <a:pt x="152" y="154"/>
                    </a:lnTo>
                    <a:lnTo>
                      <a:pt x="152" y="150"/>
                    </a:lnTo>
                    <a:lnTo>
                      <a:pt x="148" y="154"/>
                    </a:lnTo>
                    <a:lnTo>
                      <a:pt x="148" y="150"/>
                    </a:lnTo>
                    <a:lnTo>
                      <a:pt x="144" y="150"/>
                    </a:lnTo>
                    <a:lnTo>
                      <a:pt x="148" y="150"/>
                    </a:lnTo>
                    <a:lnTo>
                      <a:pt x="144" y="150"/>
                    </a:lnTo>
                    <a:lnTo>
                      <a:pt x="144" y="146"/>
                    </a:lnTo>
                    <a:lnTo>
                      <a:pt x="144" y="142"/>
                    </a:lnTo>
                    <a:lnTo>
                      <a:pt x="144" y="146"/>
                    </a:lnTo>
                    <a:lnTo>
                      <a:pt x="140" y="142"/>
                    </a:lnTo>
                    <a:lnTo>
                      <a:pt x="144" y="142"/>
                    </a:lnTo>
                    <a:lnTo>
                      <a:pt x="140" y="138"/>
                    </a:lnTo>
                    <a:lnTo>
                      <a:pt x="136" y="138"/>
                    </a:lnTo>
                    <a:lnTo>
                      <a:pt x="136" y="134"/>
                    </a:lnTo>
                    <a:lnTo>
                      <a:pt x="132" y="134"/>
                    </a:lnTo>
                    <a:lnTo>
                      <a:pt x="132" y="132"/>
                    </a:lnTo>
                    <a:lnTo>
                      <a:pt x="132" y="134"/>
                    </a:lnTo>
                    <a:lnTo>
                      <a:pt x="130" y="134"/>
                    </a:lnTo>
                    <a:lnTo>
                      <a:pt x="130" y="132"/>
                    </a:lnTo>
                    <a:lnTo>
                      <a:pt x="132" y="132"/>
                    </a:lnTo>
                    <a:lnTo>
                      <a:pt x="132" y="128"/>
                    </a:lnTo>
                    <a:lnTo>
                      <a:pt x="132" y="132"/>
                    </a:lnTo>
                    <a:lnTo>
                      <a:pt x="130" y="132"/>
                    </a:lnTo>
                    <a:lnTo>
                      <a:pt x="126" y="132"/>
                    </a:lnTo>
                    <a:lnTo>
                      <a:pt x="126" y="128"/>
                    </a:lnTo>
                    <a:lnTo>
                      <a:pt x="126" y="124"/>
                    </a:lnTo>
                    <a:lnTo>
                      <a:pt x="126" y="120"/>
                    </a:lnTo>
                    <a:lnTo>
                      <a:pt x="126" y="124"/>
                    </a:lnTo>
                    <a:lnTo>
                      <a:pt x="126" y="120"/>
                    </a:lnTo>
                    <a:lnTo>
                      <a:pt x="130" y="120"/>
                    </a:lnTo>
                    <a:lnTo>
                      <a:pt x="126" y="116"/>
                    </a:lnTo>
                    <a:lnTo>
                      <a:pt x="126" y="112"/>
                    </a:lnTo>
                    <a:lnTo>
                      <a:pt x="122" y="112"/>
                    </a:lnTo>
                    <a:lnTo>
                      <a:pt x="118" y="112"/>
                    </a:lnTo>
                    <a:lnTo>
                      <a:pt x="118" y="108"/>
                    </a:lnTo>
                    <a:lnTo>
                      <a:pt x="118" y="104"/>
                    </a:lnTo>
                    <a:lnTo>
                      <a:pt x="114" y="104"/>
                    </a:lnTo>
                    <a:lnTo>
                      <a:pt x="110" y="104"/>
                    </a:lnTo>
                    <a:lnTo>
                      <a:pt x="110" y="102"/>
                    </a:lnTo>
                    <a:lnTo>
                      <a:pt x="106" y="98"/>
                    </a:lnTo>
                    <a:lnTo>
                      <a:pt x="106" y="94"/>
                    </a:lnTo>
                    <a:lnTo>
                      <a:pt x="106" y="90"/>
                    </a:lnTo>
                    <a:lnTo>
                      <a:pt x="110" y="90"/>
                    </a:lnTo>
                    <a:lnTo>
                      <a:pt x="106" y="90"/>
                    </a:lnTo>
                    <a:lnTo>
                      <a:pt x="104" y="90"/>
                    </a:lnTo>
                    <a:lnTo>
                      <a:pt x="100" y="90"/>
                    </a:lnTo>
                    <a:lnTo>
                      <a:pt x="100" y="86"/>
                    </a:lnTo>
                    <a:lnTo>
                      <a:pt x="96" y="86"/>
                    </a:lnTo>
                    <a:lnTo>
                      <a:pt x="96" y="82"/>
                    </a:lnTo>
                    <a:lnTo>
                      <a:pt x="92" y="78"/>
                    </a:lnTo>
                    <a:lnTo>
                      <a:pt x="92" y="74"/>
                    </a:lnTo>
                    <a:lnTo>
                      <a:pt x="90" y="74"/>
                    </a:lnTo>
                    <a:lnTo>
                      <a:pt x="90" y="72"/>
                    </a:lnTo>
                    <a:lnTo>
                      <a:pt x="86" y="72"/>
                    </a:lnTo>
                    <a:lnTo>
                      <a:pt x="86" y="68"/>
                    </a:lnTo>
                    <a:lnTo>
                      <a:pt x="86" y="64"/>
                    </a:lnTo>
                    <a:lnTo>
                      <a:pt x="82" y="64"/>
                    </a:lnTo>
                    <a:lnTo>
                      <a:pt x="86" y="60"/>
                    </a:lnTo>
                    <a:lnTo>
                      <a:pt x="82" y="60"/>
                    </a:lnTo>
                    <a:lnTo>
                      <a:pt x="82" y="56"/>
                    </a:lnTo>
                    <a:lnTo>
                      <a:pt x="78" y="52"/>
                    </a:lnTo>
                    <a:lnTo>
                      <a:pt x="78" y="48"/>
                    </a:lnTo>
                    <a:lnTo>
                      <a:pt x="78" y="46"/>
                    </a:lnTo>
                    <a:lnTo>
                      <a:pt x="74" y="42"/>
                    </a:lnTo>
                    <a:lnTo>
                      <a:pt x="74" y="38"/>
                    </a:lnTo>
                    <a:lnTo>
                      <a:pt x="74" y="34"/>
                    </a:lnTo>
                    <a:lnTo>
                      <a:pt x="74" y="30"/>
                    </a:lnTo>
                    <a:lnTo>
                      <a:pt x="70" y="30"/>
                    </a:lnTo>
                    <a:lnTo>
                      <a:pt x="66" y="30"/>
                    </a:lnTo>
                    <a:lnTo>
                      <a:pt x="66" y="26"/>
                    </a:lnTo>
                    <a:lnTo>
                      <a:pt x="66" y="22"/>
                    </a:lnTo>
                    <a:lnTo>
                      <a:pt x="62" y="22"/>
                    </a:lnTo>
                    <a:lnTo>
                      <a:pt x="60" y="22"/>
                    </a:lnTo>
                    <a:lnTo>
                      <a:pt x="62" y="22"/>
                    </a:lnTo>
                    <a:lnTo>
                      <a:pt x="60" y="22"/>
                    </a:lnTo>
                    <a:lnTo>
                      <a:pt x="56" y="22"/>
                    </a:lnTo>
                    <a:lnTo>
                      <a:pt x="52" y="18"/>
                    </a:lnTo>
                    <a:lnTo>
                      <a:pt x="48" y="18"/>
                    </a:lnTo>
                    <a:lnTo>
                      <a:pt x="48" y="16"/>
                    </a:lnTo>
                    <a:lnTo>
                      <a:pt x="44" y="16"/>
                    </a:lnTo>
                    <a:lnTo>
                      <a:pt x="48" y="16"/>
                    </a:lnTo>
                    <a:lnTo>
                      <a:pt x="48" y="18"/>
                    </a:lnTo>
                    <a:lnTo>
                      <a:pt x="48" y="22"/>
                    </a:lnTo>
                    <a:lnTo>
                      <a:pt x="48" y="26"/>
                    </a:lnTo>
                    <a:lnTo>
                      <a:pt x="48" y="30"/>
                    </a:lnTo>
                    <a:lnTo>
                      <a:pt x="48" y="34"/>
                    </a:lnTo>
                    <a:lnTo>
                      <a:pt x="52" y="34"/>
                    </a:lnTo>
                    <a:lnTo>
                      <a:pt x="52" y="38"/>
                    </a:lnTo>
                    <a:lnTo>
                      <a:pt x="52" y="42"/>
                    </a:lnTo>
                    <a:lnTo>
                      <a:pt x="52" y="46"/>
                    </a:lnTo>
                    <a:lnTo>
                      <a:pt x="52" y="48"/>
                    </a:lnTo>
                    <a:lnTo>
                      <a:pt x="52" y="52"/>
                    </a:lnTo>
                    <a:lnTo>
                      <a:pt x="56" y="52"/>
                    </a:lnTo>
                    <a:lnTo>
                      <a:pt x="56" y="56"/>
                    </a:lnTo>
                    <a:lnTo>
                      <a:pt x="60" y="56"/>
                    </a:lnTo>
                    <a:lnTo>
                      <a:pt x="60" y="60"/>
                    </a:lnTo>
                    <a:lnTo>
                      <a:pt x="62" y="60"/>
                    </a:lnTo>
                    <a:lnTo>
                      <a:pt x="62" y="64"/>
                    </a:lnTo>
                    <a:lnTo>
                      <a:pt x="66" y="64"/>
                    </a:lnTo>
                    <a:lnTo>
                      <a:pt x="66" y="68"/>
                    </a:lnTo>
                    <a:lnTo>
                      <a:pt x="66" y="72"/>
                    </a:lnTo>
                    <a:lnTo>
                      <a:pt x="70" y="72"/>
                    </a:lnTo>
                    <a:lnTo>
                      <a:pt x="70" y="74"/>
                    </a:lnTo>
                    <a:lnTo>
                      <a:pt x="74" y="74"/>
                    </a:lnTo>
                    <a:lnTo>
                      <a:pt x="74" y="78"/>
                    </a:lnTo>
                    <a:lnTo>
                      <a:pt x="78" y="82"/>
                    </a:lnTo>
                    <a:lnTo>
                      <a:pt x="78" y="86"/>
                    </a:lnTo>
                    <a:lnTo>
                      <a:pt x="78" y="90"/>
                    </a:lnTo>
                    <a:lnTo>
                      <a:pt x="78" y="94"/>
                    </a:lnTo>
                    <a:lnTo>
                      <a:pt x="82" y="94"/>
                    </a:lnTo>
                    <a:lnTo>
                      <a:pt x="86" y="98"/>
                    </a:lnTo>
                    <a:lnTo>
                      <a:pt x="86" y="102"/>
                    </a:lnTo>
                    <a:lnTo>
                      <a:pt x="90" y="104"/>
                    </a:lnTo>
                    <a:lnTo>
                      <a:pt x="90" y="108"/>
                    </a:lnTo>
                    <a:lnTo>
                      <a:pt x="90" y="112"/>
                    </a:lnTo>
                    <a:lnTo>
                      <a:pt x="92" y="112"/>
                    </a:lnTo>
                    <a:lnTo>
                      <a:pt x="92" y="116"/>
                    </a:lnTo>
                    <a:lnTo>
                      <a:pt x="92" y="112"/>
                    </a:lnTo>
                    <a:lnTo>
                      <a:pt x="92" y="108"/>
                    </a:lnTo>
                    <a:lnTo>
                      <a:pt x="92" y="112"/>
                    </a:lnTo>
                    <a:lnTo>
                      <a:pt x="96" y="112"/>
                    </a:lnTo>
                    <a:lnTo>
                      <a:pt x="96" y="116"/>
                    </a:lnTo>
                    <a:lnTo>
                      <a:pt x="96" y="120"/>
                    </a:lnTo>
                    <a:lnTo>
                      <a:pt x="96" y="124"/>
                    </a:lnTo>
                    <a:lnTo>
                      <a:pt x="96" y="128"/>
                    </a:lnTo>
                    <a:lnTo>
                      <a:pt x="100" y="128"/>
                    </a:lnTo>
                    <a:lnTo>
                      <a:pt x="100" y="132"/>
                    </a:lnTo>
                    <a:lnTo>
                      <a:pt x="104" y="134"/>
                    </a:lnTo>
                    <a:lnTo>
                      <a:pt x="104" y="138"/>
                    </a:lnTo>
                    <a:lnTo>
                      <a:pt x="104" y="142"/>
                    </a:lnTo>
                    <a:lnTo>
                      <a:pt x="106" y="142"/>
                    </a:lnTo>
                    <a:lnTo>
                      <a:pt x="106" y="146"/>
                    </a:lnTo>
                    <a:lnTo>
                      <a:pt x="106" y="150"/>
                    </a:lnTo>
                    <a:lnTo>
                      <a:pt x="106" y="154"/>
                    </a:lnTo>
                    <a:lnTo>
                      <a:pt x="106" y="158"/>
                    </a:lnTo>
                    <a:lnTo>
                      <a:pt x="110" y="158"/>
                    </a:lnTo>
                    <a:lnTo>
                      <a:pt x="114" y="158"/>
                    </a:lnTo>
                    <a:lnTo>
                      <a:pt x="110" y="158"/>
                    </a:lnTo>
                    <a:lnTo>
                      <a:pt x="110" y="154"/>
                    </a:lnTo>
                    <a:lnTo>
                      <a:pt x="114" y="154"/>
                    </a:lnTo>
                    <a:lnTo>
                      <a:pt x="114" y="158"/>
                    </a:lnTo>
                    <a:lnTo>
                      <a:pt x="118" y="158"/>
                    </a:lnTo>
                    <a:lnTo>
                      <a:pt x="118" y="160"/>
                    </a:lnTo>
                    <a:lnTo>
                      <a:pt x="118" y="164"/>
                    </a:lnTo>
                    <a:lnTo>
                      <a:pt x="122" y="164"/>
                    </a:lnTo>
                    <a:lnTo>
                      <a:pt x="122" y="168"/>
                    </a:lnTo>
                    <a:lnTo>
                      <a:pt x="126" y="168"/>
                    </a:lnTo>
                    <a:lnTo>
                      <a:pt x="126" y="172"/>
                    </a:lnTo>
                    <a:lnTo>
                      <a:pt x="126" y="176"/>
                    </a:lnTo>
                    <a:lnTo>
                      <a:pt x="122" y="176"/>
                    </a:lnTo>
                    <a:lnTo>
                      <a:pt x="122" y="180"/>
                    </a:lnTo>
                    <a:lnTo>
                      <a:pt x="118" y="180"/>
                    </a:lnTo>
                    <a:lnTo>
                      <a:pt x="114" y="180"/>
                    </a:lnTo>
                    <a:lnTo>
                      <a:pt x="114" y="176"/>
                    </a:lnTo>
                    <a:lnTo>
                      <a:pt x="114" y="172"/>
                    </a:lnTo>
                    <a:lnTo>
                      <a:pt x="110" y="168"/>
                    </a:lnTo>
                    <a:lnTo>
                      <a:pt x="106" y="164"/>
                    </a:lnTo>
                    <a:lnTo>
                      <a:pt x="104" y="160"/>
                    </a:lnTo>
                    <a:lnTo>
                      <a:pt x="104" y="158"/>
                    </a:lnTo>
                    <a:lnTo>
                      <a:pt x="100" y="158"/>
                    </a:lnTo>
                    <a:lnTo>
                      <a:pt x="96" y="154"/>
                    </a:lnTo>
                    <a:lnTo>
                      <a:pt x="96" y="154"/>
                    </a:lnTo>
                    <a:lnTo>
                      <a:pt x="96" y="154"/>
                    </a:lnTo>
                    <a:close/>
                    <a:moveTo>
                      <a:pt x="106" y="142"/>
                    </a:moveTo>
                    <a:lnTo>
                      <a:pt x="110" y="146"/>
                    </a:lnTo>
                    <a:lnTo>
                      <a:pt x="106" y="146"/>
                    </a:lnTo>
                    <a:lnTo>
                      <a:pt x="106" y="142"/>
                    </a:lnTo>
                    <a:lnTo>
                      <a:pt x="106" y="142"/>
                    </a:lnTo>
                    <a:lnTo>
                      <a:pt x="106" y="142"/>
                    </a:lnTo>
                    <a:close/>
                    <a:moveTo>
                      <a:pt x="86" y="138"/>
                    </a:moveTo>
                    <a:lnTo>
                      <a:pt x="90" y="138"/>
                    </a:lnTo>
                    <a:lnTo>
                      <a:pt x="86" y="138"/>
                    </a:lnTo>
                    <a:lnTo>
                      <a:pt x="86" y="142"/>
                    </a:lnTo>
                    <a:lnTo>
                      <a:pt x="86" y="146"/>
                    </a:lnTo>
                    <a:lnTo>
                      <a:pt x="90" y="150"/>
                    </a:lnTo>
                    <a:lnTo>
                      <a:pt x="86" y="150"/>
                    </a:lnTo>
                    <a:lnTo>
                      <a:pt x="86" y="146"/>
                    </a:lnTo>
                    <a:lnTo>
                      <a:pt x="86" y="142"/>
                    </a:lnTo>
                    <a:lnTo>
                      <a:pt x="86" y="138"/>
                    </a:lnTo>
                    <a:lnTo>
                      <a:pt x="86" y="138"/>
                    </a:lnTo>
                    <a:lnTo>
                      <a:pt x="86" y="138"/>
                    </a:lnTo>
                    <a:close/>
                    <a:moveTo>
                      <a:pt x="104" y="254"/>
                    </a:moveTo>
                    <a:lnTo>
                      <a:pt x="100" y="254"/>
                    </a:lnTo>
                    <a:lnTo>
                      <a:pt x="104" y="254"/>
                    </a:lnTo>
                    <a:lnTo>
                      <a:pt x="104" y="250"/>
                    </a:lnTo>
                    <a:lnTo>
                      <a:pt x="104" y="254"/>
                    </a:lnTo>
                    <a:lnTo>
                      <a:pt x="104" y="254"/>
                    </a:lnTo>
                    <a:lnTo>
                      <a:pt x="104" y="254"/>
                    </a:lnTo>
                    <a:close/>
                    <a:moveTo>
                      <a:pt x="74" y="72"/>
                    </a:moveTo>
                    <a:lnTo>
                      <a:pt x="70" y="72"/>
                    </a:lnTo>
                    <a:lnTo>
                      <a:pt x="70" y="68"/>
                    </a:lnTo>
                    <a:lnTo>
                      <a:pt x="66" y="64"/>
                    </a:lnTo>
                    <a:lnTo>
                      <a:pt x="66" y="60"/>
                    </a:lnTo>
                    <a:lnTo>
                      <a:pt x="70" y="60"/>
                    </a:lnTo>
                    <a:lnTo>
                      <a:pt x="70" y="64"/>
                    </a:lnTo>
                    <a:lnTo>
                      <a:pt x="70" y="68"/>
                    </a:lnTo>
                    <a:lnTo>
                      <a:pt x="74" y="68"/>
                    </a:lnTo>
                    <a:lnTo>
                      <a:pt x="74" y="72"/>
                    </a:lnTo>
                    <a:lnTo>
                      <a:pt x="74" y="72"/>
                    </a:lnTo>
                    <a:lnTo>
                      <a:pt x="74" y="72"/>
                    </a:lnTo>
                    <a:close/>
                    <a:moveTo>
                      <a:pt x="86" y="74"/>
                    </a:moveTo>
                    <a:lnTo>
                      <a:pt x="82" y="74"/>
                    </a:lnTo>
                    <a:lnTo>
                      <a:pt x="82" y="72"/>
                    </a:lnTo>
                    <a:lnTo>
                      <a:pt x="82" y="68"/>
                    </a:lnTo>
                    <a:lnTo>
                      <a:pt x="86" y="68"/>
                    </a:lnTo>
                    <a:lnTo>
                      <a:pt x="86" y="72"/>
                    </a:lnTo>
                    <a:lnTo>
                      <a:pt x="86" y="74"/>
                    </a:lnTo>
                    <a:lnTo>
                      <a:pt x="86" y="74"/>
                    </a:lnTo>
                    <a:lnTo>
                      <a:pt x="86" y="74"/>
                    </a:lnTo>
                    <a:close/>
                    <a:moveTo>
                      <a:pt x="0" y="72"/>
                    </a:moveTo>
                    <a:lnTo>
                      <a:pt x="0" y="68"/>
                    </a:lnTo>
                    <a:lnTo>
                      <a:pt x="0" y="72"/>
                    </a:lnTo>
                    <a:lnTo>
                      <a:pt x="0" y="72"/>
                    </a:lnTo>
                    <a:lnTo>
                      <a:pt x="0" y="72"/>
                    </a:lnTo>
                    <a:close/>
                    <a:moveTo>
                      <a:pt x="44" y="90"/>
                    </a:moveTo>
                    <a:lnTo>
                      <a:pt x="44" y="86"/>
                    </a:lnTo>
                    <a:lnTo>
                      <a:pt x="40" y="86"/>
                    </a:lnTo>
                    <a:lnTo>
                      <a:pt x="44" y="86"/>
                    </a:lnTo>
                    <a:lnTo>
                      <a:pt x="44" y="82"/>
                    </a:lnTo>
                    <a:lnTo>
                      <a:pt x="44" y="86"/>
                    </a:lnTo>
                    <a:lnTo>
                      <a:pt x="44" y="90"/>
                    </a:lnTo>
                    <a:lnTo>
                      <a:pt x="44" y="90"/>
                    </a:lnTo>
                    <a:lnTo>
                      <a:pt x="44" y="90"/>
                    </a:lnTo>
                    <a:close/>
                    <a:moveTo>
                      <a:pt x="100" y="128"/>
                    </a:moveTo>
                    <a:lnTo>
                      <a:pt x="100" y="124"/>
                    </a:lnTo>
                    <a:lnTo>
                      <a:pt x="100" y="128"/>
                    </a:lnTo>
                    <a:lnTo>
                      <a:pt x="100" y="128"/>
                    </a:lnTo>
                    <a:lnTo>
                      <a:pt x="100" y="128"/>
                    </a:lnTo>
                    <a:close/>
                    <a:moveTo>
                      <a:pt x="110" y="154"/>
                    </a:moveTo>
                    <a:lnTo>
                      <a:pt x="110" y="150"/>
                    </a:lnTo>
                    <a:lnTo>
                      <a:pt x="110" y="154"/>
                    </a:lnTo>
                    <a:lnTo>
                      <a:pt x="110" y="154"/>
                    </a:lnTo>
                    <a:lnTo>
                      <a:pt x="110" y="154"/>
                    </a:lnTo>
                    <a:close/>
                    <a:moveTo>
                      <a:pt x="92" y="154"/>
                    </a:moveTo>
                    <a:lnTo>
                      <a:pt x="90" y="154"/>
                    </a:lnTo>
                    <a:lnTo>
                      <a:pt x="90" y="150"/>
                    </a:lnTo>
                    <a:lnTo>
                      <a:pt x="92" y="150"/>
                    </a:lnTo>
                    <a:lnTo>
                      <a:pt x="92" y="154"/>
                    </a:lnTo>
                    <a:lnTo>
                      <a:pt x="92" y="154"/>
                    </a:lnTo>
                    <a:lnTo>
                      <a:pt x="92" y="154"/>
                    </a:lnTo>
                    <a:close/>
                    <a:moveTo>
                      <a:pt x="118" y="158"/>
                    </a:moveTo>
                    <a:lnTo>
                      <a:pt x="118" y="154"/>
                    </a:lnTo>
                    <a:lnTo>
                      <a:pt x="118" y="158"/>
                    </a:lnTo>
                    <a:lnTo>
                      <a:pt x="118" y="158"/>
                    </a:lnTo>
                    <a:lnTo>
                      <a:pt x="118" y="158"/>
                    </a:lnTo>
                    <a:close/>
                    <a:moveTo>
                      <a:pt x="162" y="206"/>
                    </a:moveTo>
                    <a:lnTo>
                      <a:pt x="162" y="202"/>
                    </a:lnTo>
                    <a:lnTo>
                      <a:pt x="166" y="202"/>
                    </a:lnTo>
                    <a:lnTo>
                      <a:pt x="166" y="206"/>
                    </a:lnTo>
                    <a:lnTo>
                      <a:pt x="162" y="206"/>
                    </a:lnTo>
                    <a:lnTo>
                      <a:pt x="162" y="206"/>
                    </a:lnTo>
                    <a:lnTo>
                      <a:pt x="162" y="206"/>
                    </a:lnTo>
                    <a:close/>
                    <a:moveTo>
                      <a:pt x="166" y="206"/>
                    </a:moveTo>
                    <a:lnTo>
                      <a:pt x="170" y="206"/>
                    </a:lnTo>
                    <a:lnTo>
                      <a:pt x="166" y="206"/>
                    </a:lnTo>
                    <a:lnTo>
                      <a:pt x="166" y="206"/>
                    </a:lnTo>
                    <a:lnTo>
                      <a:pt x="166" y="206"/>
                    </a:lnTo>
                    <a:close/>
                    <a:moveTo>
                      <a:pt x="442" y="228"/>
                    </a:moveTo>
                    <a:lnTo>
                      <a:pt x="442" y="224"/>
                    </a:lnTo>
                    <a:lnTo>
                      <a:pt x="442" y="220"/>
                    </a:lnTo>
                    <a:lnTo>
                      <a:pt x="446" y="220"/>
                    </a:lnTo>
                    <a:lnTo>
                      <a:pt x="446" y="224"/>
                    </a:lnTo>
                    <a:lnTo>
                      <a:pt x="442" y="224"/>
                    </a:lnTo>
                    <a:lnTo>
                      <a:pt x="442" y="228"/>
                    </a:lnTo>
                    <a:lnTo>
                      <a:pt x="442" y="228"/>
                    </a:lnTo>
                    <a:lnTo>
                      <a:pt x="442" y="228"/>
                    </a:lnTo>
                    <a:close/>
                    <a:moveTo>
                      <a:pt x="376" y="254"/>
                    </a:moveTo>
                    <a:lnTo>
                      <a:pt x="372" y="254"/>
                    </a:lnTo>
                    <a:lnTo>
                      <a:pt x="376" y="254"/>
                    </a:lnTo>
                    <a:lnTo>
                      <a:pt x="380" y="254"/>
                    </a:lnTo>
                    <a:lnTo>
                      <a:pt x="376" y="254"/>
                    </a:lnTo>
                    <a:lnTo>
                      <a:pt x="376" y="254"/>
                    </a:lnTo>
                    <a:lnTo>
                      <a:pt x="376" y="25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5" name="Freeform 79"/>
              <p:cNvSpPr>
                <a:spLocks noEditPoints="1"/>
              </p:cNvSpPr>
              <p:nvPr/>
            </p:nvSpPr>
            <p:spPr bwMode="gray">
              <a:xfrm>
                <a:off x="3102424" y="4150932"/>
                <a:ext cx="17393" cy="6957"/>
              </a:xfrm>
              <a:custGeom>
                <a:avLst/>
                <a:gdLst>
                  <a:gd name="T0" fmla="*/ 4 w 10"/>
                  <a:gd name="T1" fmla="*/ 4 h 4"/>
                  <a:gd name="T2" fmla="*/ 4 w 10"/>
                  <a:gd name="T3" fmla="*/ 4 h 4"/>
                  <a:gd name="T4" fmla="*/ 4 w 10"/>
                  <a:gd name="T5" fmla="*/ 4 h 4"/>
                  <a:gd name="T6" fmla="*/ 4 w 10"/>
                  <a:gd name="T7" fmla="*/ 4 h 4"/>
                  <a:gd name="T8" fmla="*/ 0 w 10"/>
                  <a:gd name="T9" fmla="*/ 4 h 4"/>
                  <a:gd name="T10" fmla="*/ 0 w 10"/>
                  <a:gd name="T11" fmla="*/ 0 h 4"/>
                  <a:gd name="T12" fmla="*/ 0 w 10"/>
                  <a:gd name="T13" fmla="*/ 0 h 4"/>
                  <a:gd name="T14" fmla="*/ 0 w 10"/>
                  <a:gd name="T15" fmla="*/ 0 h 4"/>
                  <a:gd name="T16" fmla="*/ 0 w 10"/>
                  <a:gd name="T17" fmla="*/ 0 h 4"/>
                  <a:gd name="T18" fmla="*/ 0 w 10"/>
                  <a:gd name="T19" fmla="*/ 0 h 4"/>
                  <a:gd name="T20" fmla="*/ 0 w 10"/>
                  <a:gd name="T21" fmla="*/ 0 h 4"/>
                  <a:gd name="T22" fmla="*/ 0 w 10"/>
                  <a:gd name="T23" fmla="*/ 0 h 4"/>
                  <a:gd name="T24" fmla="*/ 0 w 10"/>
                  <a:gd name="T25" fmla="*/ 0 h 4"/>
                  <a:gd name="T26" fmla="*/ 0 w 10"/>
                  <a:gd name="T27" fmla="*/ 0 h 4"/>
                  <a:gd name="T28" fmla="*/ 0 w 10"/>
                  <a:gd name="T29" fmla="*/ 0 h 4"/>
                  <a:gd name="T30" fmla="*/ 0 w 10"/>
                  <a:gd name="T31" fmla="*/ 0 h 4"/>
                  <a:gd name="T32" fmla="*/ 0 w 10"/>
                  <a:gd name="T33" fmla="*/ 0 h 4"/>
                  <a:gd name="T34" fmla="*/ 0 w 10"/>
                  <a:gd name="T35" fmla="*/ 0 h 4"/>
                  <a:gd name="T36" fmla="*/ 0 w 10"/>
                  <a:gd name="T37" fmla="*/ 0 h 4"/>
                  <a:gd name="T38" fmla="*/ 0 w 10"/>
                  <a:gd name="T39" fmla="*/ 0 h 4"/>
                  <a:gd name="T40" fmla="*/ 0 w 10"/>
                  <a:gd name="T41" fmla="*/ 0 h 4"/>
                  <a:gd name="T42" fmla="*/ 0 w 10"/>
                  <a:gd name="T43" fmla="*/ 0 h 4"/>
                  <a:gd name="T44" fmla="*/ 4 w 10"/>
                  <a:gd name="T45" fmla="*/ 0 h 4"/>
                  <a:gd name="T46" fmla="*/ 4 w 10"/>
                  <a:gd name="T47" fmla="*/ 0 h 4"/>
                  <a:gd name="T48" fmla="*/ 4 w 10"/>
                  <a:gd name="T49" fmla="*/ 4 h 4"/>
                  <a:gd name="T50" fmla="*/ 4 w 10"/>
                  <a:gd name="T51" fmla="*/ 4 h 4"/>
                  <a:gd name="T52" fmla="*/ 4 w 10"/>
                  <a:gd name="T53" fmla="*/ 4 h 4"/>
                  <a:gd name="T54" fmla="*/ 4 w 10"/>
                  <a:gd name="T55" fmla="*/ 4 h 4"/>
                  <a:gd name="T56" fmla="*/ 4 w 10"/>
                  <a:gd name="T57" fmla="*/ 4 h 4"/>
                  <a:gd name="T58" fmla="*/ 4 w 10"/>
                  <a:gd name="T59" fmla="*/ 4 h 4"/>
                  <a:gd name="T60" fmla="*/ 4 w 10"/>
                  <a:gd name="T61" fmla="*/ 4 h 4"/>
                  <a:gd name="T62" fmla="*/ 10 w 10"/>
                  <a:gd name="T63" fmla="*/ 4 h 4"/>
                  <a:gd name="T64" fmla="*/ 10 w 10"/>
                  <a:gd name="T65" fmla="*/ 4 h 4"/>
                  <a:gd name="T66" fmla="*/ 10 w 10"/>
                  <a:gd name="T67" fmla="*/ 4 h 4"/>
                  <a:gd name="T68" fmla="*/ 10 w 10"/>
                  <a:gd name="T69" fmla="*/ 4 h 4"/>
                  <a:gd name="T70" fmla="*/ 10 w 10"/>
                  <a:gd name="T71" fmla="*/ 4 h 4"/>
                  <a:gd name="T72" fmla="*/ 10 w 10"/>
                  <a:gd name="T73" fmla="*/ 4 h 4"/>
                  <a:gd name="T74" fmla="*/ 10 w 10"/>
                  <a:gd name="T75" fmla="*/ 4 h 4"/>
                  <a:gd name="T76" fmla="*/ 10 w 10"/>
                  <a:gd name="T77" fmla="*/ 4 h 4"/>
                  <a:gd name="T78" fmla="*/ 10 w 10"/>
                  <a:gd name="T79" fmla="*/ 0 h 4"/>
                  <a:gd name="T80" fmla="*/ 10 w 10"/>
                  <a:gd name="T81" fmla="*/ 0 h 4"/>
                  <a:gd name="T82" fmla="*/ 10 w 10"/>
                  <a:gd name="T83" fmla="*/ 0 h 4"/>
                  <a:gd name="T84" fmla="*/ 10 w 10"/>
                  <a:gd name="T85" fmla="*/ 0 h 4"/>
                  <a:gd name="T86" fmla="*/ 10 w 10"/>
                  <a:gd name="T87" fmla="*/ 0 h 4"/>
                  <a:gd name="T88" fmla="*/ 8 w 10"/>
                  <a:gd name="T89" fmla="*/ 0 h 4"/>
                  <a:gd name="T90" fmla="*/ 8 w 10"/>
                  <a:gd name="T91" fmla="*/ 0 h 4"/>
                  <a:gd name="T92" fmla="*/ 8 w 10"/>
                  <a:gd name="T93" fmla="*/ 0 h 4"/>
                  <a:gd name="T94" fmla="*/ 8 w 10"/>
                  <a:gd name="T95" fmla="*/ 0 h 4"/>
                  <a:gd name="T96" fmla="*/ 8 w 10"/>
                  <a:gd name="T97" fmla="*/ 0 h 4"/>
                  <a:gd name="T98" fmla="*/ 8 w 10"/>
                  <a:gd name="T99" fmla="*/ 0 h 4"/>
                  <a:gd name="T100" fmla="*/ 10 w 10"/>
                  <a:gd name="T101" fmla="*/ 0 h 4"/>
                  <a:gd name="T102" fmla="*/ 10 w 10"/>
                  <a:gd name="T103" fmla="*/ 0 h 4"/>
                  <a:gd name="T104" fmla="*/ 10 w 10"/>
                  <a:gd name="T105" fmla="*/ 0 h 4"/>
                  <a:gd name="T106" fmla="*/ 10 w 10"/>
                  <a:gd name="T107" fmla="*/ 4 h 4"/>
                  <a:gd name="T108" fmla="*/ 10 w 10"/>
                  <a:gd name="T109" fmla="*/ 4 h 4"/>
                  <a:gd name="T110" fmla="*/ 10 w 10"/>
                  <a:gd name="T111" fmla="*/ 4 h 4"/>
                  <a:gd name="T112" fmla="*/ 10 w 10"/>
                  <a:gd name="T113" fmla="*/ 4 h 4"/>
                  <a:gd name="T114" fmla="*/ 10 w 10"/>
                  <a:gd name="T115" fmla="*/ 4 h 4"/>
                  <a:gd name="T116" fmla="*/ 10 w 10"/>
                  <a:gd name="T117"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 h="4">
                    <a:moveTo>
                      <a:pt x="4" y="4"/>
                    </a:moveTo>
                    <a:lnTo>
                      <a:pt x="4" y="4"/>
                    </a:lnTo>
                    <a:lnTo>
                      <a:pt x="4" y="4"/>
                    </a:lnTo>
                    <a:lnTo>
                      <a:pt x="4" y="4"/>
                    </a:lnTo>
                    <a:lnTo>
                      <a:pt x="0" y="4"/>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4" y="0"/>
                    </a:lnTo>
                    <a:lnTo>
                      <a:pt x="4" y="0"/>
                    </a:lnTo>
                    <a:lnTo>
                      <a:pt x="4" y="4"/>
                    </a:lnTo>
                    <a:lnTo>
                      <a:pt x="4" y="4"/>
                    </a:lnTo>
                    <a:lnTo>
                      <a:pt x="4" y="4"/>
                    </a:lnTo>
                    <a:lnTo>
                      <a:pt x="4" y="4"/>
                    </a:lnTo>
                    <a:lnTo>
                      <a:pt x="4" y="4"/>
                    </a:lnTo>
                    <a:lnTo>
                      <a:pt x="4" y="4"/>
                    </a:lnTo>
                    <a:lnTo>
                      <a:pt x="4" y="4"/>
                    </a:lnTo>
                    <a:close/>
                    <a:moveTo>
                      <a:pt x="10" y="4"/>
                    </a:moveTo>
                    <a:lnTo>
                      <a:pt x="10" y="4"/>
                    </a:lnTo>
                    <a:lnTo>
                      <a:pt x="10" y="4"/>
                    </a:lnTo>
                    <a:lnTo>
                      <a:pt x="10" y="4"/>
                    </a:lnTo>
                    <a:lnTo>
                      <a:pt x="10" y="4"/>
                    </a:lnTo>
                    <a:lnTo>
                      <a:pt x="10" y="4"/>
                    </a:lnTo>
                    <a:lnTo>
                      <a:pt x="10" y="4"/>
                    </a:lnTo>
                    <a:lnTo>
                      <a:pt x="10" y="4"/>
                    </a:lnTo>
                    <a:lnTo>
                      <a:pt x="10" y="0"/>
                    </a:lnTo>
                    <a:lnTo>
                      <a:pt x="10" y="0"/>
                    </a:lnTo>
                    <a:lnTo>
                      <a:pt x="10" y="0"/>
                    </a:lnTo>
                    <a:lnTo>
                      <a:pt x="10" y="0"/>
                    </a:lnTo>
                    <a:lnTo>
                      <a:pt x="10" y="0"/>
                    </a:lnTo>
                    <a:lnTo>
                      <a:pt x="8" y="0"/>
                    </a:lnTo>
                    <a:lnTo>
                      <a:pt x="8" y="0"/>
                    </a:lnTo>
                    <a:lnTo>
                      <a:pt x="8" y="0"/>
                    </a:lnTo>
                    <a:lnTo>
                      <a:pt x="8" y="0"/>
                    </a:lnTo>
                    <a:lnTo>
                      <a:pt x="8" y="0"/>
                    </a:lnTo>
                    <a:lnTo>
                      <a:pt x="8" y="0"/>
                    </a:lnTo>
                    <a:lnTo>
                      <a:pt x="10" y="0"/>
                    </a:lnTo>
                    <a:lnTo>
                      <a:pt x="10" y="0"/>
                    </a:lnTo>
                    <a:lnTo>
                      <a:pt x="10" y="0"/>
                    </a:lnTo>
                    <a:lnTo>
                      <a:pt x="10" y="4"/>
                    </a:lnTo>
                    <a:lnTo>
                      <a:pt x="10" y="4"/>
                    </a:lnTo>
                    <a:lnTo>
                      <a:pt x="10" y="4"/>
                    </a:lnTo>
                    <a:lnTo>
                      <a:pt x="10" y="4"/>
                    </a:lnTo>
                    <a:lnTo>
                      <a:pt x="10" y="4"/>
                    </a:lnTo>
                    <a:lnTo>
                      <a:pt x="1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6" name="Freeform 80"/>
              <p:cNvSpPr>
                <a:spLocks/>
              </p:cNvSpPr>
              <p:nvPr/>
            </p:nvSpPr>
            <p:spPr bwMode="gray">
              <a:xfrm>
                <a:off x="2639781" y="4067450"/>
                <a:ext cx="118270" cy="132183"/>
              </a:xfrm>
              <a:custGeom>
                <a:avLst/>
                <a:gdLst>
                  <a:gd name="T0" fmla="*/ 64 w 68"/>
                  <a:gd name="T1" fmla="*/ 4 h 76"/>
                  <a:gd name="T2" fmla="*/ 64 w 68"/>
                  <a:gd name="T3" fmla="*/ 8 h 76"/>
                  <a:gd name="T4" fmla="*/ 64 w 68"/>
                  <a:gd name="T5" fmla="*/ 12 h 76"/>
                  <a:gd name="T6" fmla="*/ 64 w 68"/>
                  <a:gd name="T7" fmla="*/ 20 h 76"/>
                  <a:gd name="T8" fmla="*/ 60 w 68"/>
                  <a:gd name="T9" fmla="*/ 24 h 76"/>
                  <a:gd name="T10" fmla="*/ 60 w 68"/>
                  <a:gd name="T11" fmla="*/ 30 h 76"/>
                  <a:gd name="T12" fmla="*/ 60 w 68"/>
                  <a:gd name="T13" fmla="*/ 34 h 76"/>
                  <a:gd name="T14" fmla="*/ 60 w 68"/>
                  <a:gd name="T15" fmla="*/ 42 h 76"/>
                  <a:gd name="T16" fmla="*/ 60 w 68"/>
                  <a:gd name="T17" fmla="*/ 46 h 76"/>
                  <a:gd name="T18" fmla="*/ 60 w 68"/>
                  <a:gd name="T19" fmla="*/ 46 h 76"/>
                  <a:gd name="T20" fmla="*/ 60 w 68"/>
                  <a:gd name="T21" fmla="*/ 46 h 76"/>
                  <a:gd name="T22" fmla="*/ 60 w 68"/>
                  <a:gd name="T23" fmla="*/ 42 h 76"/>
                  <a:gd name="T24" fmla="*/ 56 w 68"/>
                  <a:gd name="T25" fmla="*/ 46 h 76"/>
                  <a:gd name="T26" fmla="*/ 56 w 68"/>
                  <a:gd name="T27" fmla="*/ 54 h 76"/>
                  <a:gd name="T28" fmla="*/ 56 w 68"/>
                  <a:gd name="T29" fmla="*/ 58 h 76"/>
                  <a:gd name="T30" fmla="*/ 56 w 68"/>
                  <a:gd name="T31" fmla="*/ 58 h 76"/>
                  <a:gd name="T32" fmla="*/ 60 w 68"/>
                  <a:gd name="T33" fmla="*/ 60 h 76"/>
                  <a:gd name="T34" fmla="*/ 56 w 68"/>
                  <a:gd name="T35" fmla="*/ 64 h 76"/>
                  <a:gd name="T36" fmla="*/ 56 w 68"/>
                  <a:gd name="T37" fmla="*/ 68 h 76"/>
                  <a:gd name="T38" fmla="*/ 56 w 68"/>
                  <a:gd name="T39" fmla="*/ 72 h 76"/>
                  <a:gd name="T40" fmla="*/ 60 w 68"/>
                  <a:gd name="T41" fmla="*/ 76 h 76"/>
                  <a:gd name="T42" fmla="*/ 56 w 68"/>
                  <a:gd name="T43" fmla="*/ 76 h 76"/>
                  <a:gd name="T44" fmla="*/ 52 w 68"/>
                  <a:gd name="T45" fmla="*/ 76 h 76"/>
                  <a:gd name="T46" fmla="*/ 48 w 68"/>
                  <a:gd name="T47" fmla="*/ 76 h 76"/>
                  <a:gd name="T48" fmla="*/ 38 w 68"/>
                  <a:gd name="T49" fmla="*/ 72 h 76"/>
                  <a:gd name="T50" fmla="*/ 38 w 68"/>
                  <a:gd name="T51" fmla="*/ 72 h 76"/>
                  <a:gd name="T52" fmla="*/ 30 w 68"/>
                  <a:gd name="T53" fmla="*/ 68 h 76"/>
                  <a:gd name="T54" fmla="*/ 26 w 68"/>
                  <a:gd name="T55" fmla="*/ 68 h 76"/>
                  <a:gd name="T56" fmla="*/ 22 w 68"/>
                  <a:gd name="T57" fmla="*/ 64 h 76"/>
                  <a:gd name="T58" fmla="*/ 20 w 68"/>
                  <a:gd name="T59" fmla="*/ 58 h 76"/>
                  <a:gd name="T60" fmla="*/ 16 w 68"/>
                  <a:gd name="T61" fmla="*/ 54 h 76"/>
                  <a:gd name="T62" fmla="*/ 16 w 68"/>
                  <a:gd name="T63" fmla="*/ 50 h 76"/>
                  <a:gd name="T64" fmla="*/ 12 w 68"/>
                  <a:gd name="T65" fmla="*/ 46 h 76"/>
                  <a:gd name="T66" fmla="*/ 4 w 68"/>
                  <a:gd name="T67" fmla="*/ 42 h 76"/>
                  <a:gd name="T68" fmla="*/ 0 w 68"/>
                  <a:gd name="T69" fmla="*/ 38 h 76"/>
                  <a:gd name="T70" fmla="*/ 4 w 68"/>
                  <a:gd name="T71" fmla="*/ 38 h 76"/>
                  <a:gd name="T72" fmla="*/ 8 w 68"/>
                  <a:gd name="T73" fmla="*/ 38 h 76"/>
                  <a:gd name="T74" fmla="*/ 12 w 68"/>
                  <a:gd name="T75" fmla="*/ 38 h 76"/>
                  <a:gd name="T76" fmla="*/ 12 w 68"/>
                  <a:gd name="T77" fmla="*/ 34 h 76"/>
                  <a:gd name="T78" fmla="*/ 16 w 68"/>
                  <a:gd name="T79" fmla="*/ 30 h 76"/>
                  <a:gd name="T80" fmla="*/ 16 w 68"/>
                  <a:gd name="T81" fmla="*/ 30 h 76"/>
                  <a:gd name="T82" fmla="*/ 16 w 68"/>
                  <a:gd name="T83" fmla="*/ 24 h 76"/>
                  <a:gd name="T84" fmla="*/ 22 w 68"/>
                  <a:gd name="T85" fmla="*/ 20 h 76"/>
                  <a:gd name="T86" fmla="*/ 26 w 68"/>
                  <a:gd name="T87" fmla="*/ 20 h 76"/>
                  <a:gd name="T88" fmla="*/ 30 w 68"/>
                  <a:gd name="T89" fmla="*/ 24 h 76"/>
                  <a:gd name="T90" fmla="*/ 34 w 68"/>
                  <a:gd name="T91" fmla="*/ 16 h 76"/>
                  <a:gd name="T92" fmla="*/ 34 w 68"/>
                  <a:gd name="T93" fmla="*/ 16 h 76"/>
                  <a:gd name="T94" fmla="*/ 38 w 68"/>
                  <a:gd name="T95" fmla="*/ 12 h 76"/>
                  <a:gd name="T96" fmla="*/ 38 w 68"/>
                  <a:gd name="T97" fmla="*/ 12 h 76"/>
                  <a:gd name="T98" fmla="*/ 38 w 68"/>
                  <a:gd name="T99" fmla="*/ 8 h 76"/>
                  <a:gd name="T100" fmla="*/ 46 w 68"/>
                  <a:gd name="T101" fmla="*/ 8 h 76"/>
                  <a:gd name="T102" fmla="*/ 52 w 68"/>
                  <a:gd name="T103" fmla="*/ 8 h 76"/>
                  <a:gd name="T104" fmla="*/ 60 w 68"/>
                  <a:gd name="T105" fmla="*/ 4 h 76"/>
                  <a:gd name="T106" fmla="*/ 64 w 68"/>
                  <a:gd name="T107" fmla="*/ 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8" h="76">
                    <a:moveTo>
                      <a:pt x="68" y="0"/>
                    </a:moveTo>
                    <a:lnTo>
                      <a:pt x="64" y="4"/>
                    </a:lnTo>
                    <a:lnTo>
                      <a:pt x="64" y="4"/>
                    </a:lnTo>
                    <a:lnTo>
                      <a:pt x="64" y="4"/>
                    </a:lnTo>
                    <a:lnTo>
                      <a:pt x="64" y="4"/>
                    </a:lnTo>
                    <a:lnTo>
                      <a:pt x="64" y="4"/>
                    </a:lnTo>
                    <a:lnTo>
                      <a:pt x="60" y="4"/>
                    </a:lnTo>
                    <a:lnTo>
                      <a:pt x="64" y="8"/>
                    </a:lnTo>
                    <a:lnTo>
                      <a:pt x="64" y="8"/>
                    </a:lnTo>
                    <a:lnTo>
                      <a:pt x="64" y="8"/>
                    </a:lnTo>
                    <a:lnTo>
                      <a:pt x="64" y="8"/>
                    </a:lnTo>
                    <a:lnTo>
                      <a:pt x="64" y="8"/>
                    </a:lnTo>
                    <a:lnTo>
                      <a:pt x="64" y="12"/>
                    </a:lnTo>
                    <a:lnTo>
                      <a:pt x="64" y="12"/>
                    </a:lnTo>
                    <a:lnTo>
                      <a:pt x="64" y="12"/>
                    </a:lnTo>
                    <a:lnTo>
                      <a:pt x="64" y="16"/>
                    </a:lnTo>
                    <a:lnTo>
                      <a:pt x="64" y="16"/>
                    </a:lnTo>
                    <a:lnTo>
                      <a:pt x="64" y="16"/>
                    </a:lnTo>
                    <a:lnTo>
                      <a:pt x="64" y="16"/>
                    </a:lnTo>
                    <a:lnTo>
                      <a:pt x="64" y="20"/>
                    </a:lnTo>
                    <a:lnTo>
                      <a:pt x="64" y="20"/>
                    </a:lnTo>
                    <a:lnTo>
                      <a:pt x="64" y="20"/>
                    </a:lnTo>
                    <a:lnTo>
                      <a:pt x="60" y="20"/>
                    </a:lnTo>
                    <a:lnTo>
                      <a:pt x="60" y="20"/>
                    </a:lnTo>
                    <a:lnTo>
                      <a:pt x="60" y="24"/>
                    </a:lnTo>
                    <a:lnTo>
                      <a:pt x="60" y="24"/>
                    </a:lnTo>
                    <a:lnTo>
                      <a:pt x="60" y="24"/>
                    </a:lnTo>
                    <a:lnTo>
                      <a:pt x="60" y="28"/>
                    </a:lnTo>
                    <a:lnTo>
                      <a:pt x="60" y="30"/>
                    </a:lnTo>
                    <a:lnTo>
                      <a:pt x="60" y="30"/>
                    </a:lnTo>
                    <a:lnTo>
                      <a:pt x="60" y="30"/>
                    </a:lnTo>
                    <a:lnTo>
                      <a:pt x="60" y="30"/>
                    </a:lnTo>
                    <a:lnTo>
                      <a:pt x="60" y="34"/>
                    </a:lnTo>
                    <a:lnTo>
                      <a:pt x="60" y="34"/>
                    </a:lnTo>
                    <a:lnTo>
                      <a:pt x="60" y="34"/>
                    </a:lnTo>
                    <a:lnTo>
                      <a:pt x="60" y="34"/>
                    </a:lnTo>
                    <a:lnTo>
                      <a:pt x="60" y="38"/>
                    </a:lnTo>
                    <a:lnTo>
                      <a:pt x="60" y="38"/>
                    </a:lnTo>
                    <a:lnTo>
                      <a:pt x="60" y="38"/>
                    </a:lnTo>
                    <a:lnTo>
                      <a:pt x="60" y="42"/>
                    </a:lnTo>
                    <a:lnTo>
                      <a:pt x="60" y="42"/>
                    </a:lnTo>
                    <a:lnTo>
                      <a:pt x="60" y="46"/>
                    </a:lnTo>
                    <a:lnTo>
                      <a:pt x="60" y="46"/>
                    </a:lnTo>
                    <a:lnTo>
                      <a:pt x="60" y="46"/>
                    </a:lnTo>
                    <a:lnTo>
                      <a:pt x="60" y="46"/>
                    </a:lnTo>
                    <a:lnTo>
                      <a:pt x="60" y="46"/>
                    </a:lnTo>
                    <a:lnTo>
                      <a:pt x="60" y="46"/>
                    </a:lnTo>
                    <a:lnTo>
                      <a:pt x="60" y="50"/>
                    </a:lnTo>
                    <a:lnTo>
                      <a:pt x="60" y="50"/>
                    </a:lnTo>
                    <a:lnTo>
                      <a:pt x="60" y="46"/>
                    </a:lnTo>
                    <a:lnTo>
                      <a:pt x="60" y="46"/>
                    </a:lnTo>
                    <a:lnTo>
                      <a:pt x="60" y="46"/>
                    </a:lnTo>
                    <a:lnTo>
                      <a:pt x="60" y="46"/>
                    </a:lnTo>
                    <a:lnTo>
                      <a:pt x="60" y="46"/>
                    </a:lnTo>
                    <a:lnTo>
                      <a:pt x="60" y="46"/>
                    </a:lnTo>
                    <a:lnTo>
                      <a:pt x="60" y="42"/>
                    </a:lnTo>
                    <a:lnTo>
                      <a:pt x="60" y="42"/>
                    </a:lnTo>
                    <a:lnTo>
                      <a:pt x="60" y="42"/>
                    </a:lnTo>
                    <a:lnTo>
                      <a:pt x="60" y="42"/>
                    </a:lnTo>
                    <a:lnTo>
                      <a:pt x="60" y="42"/>
                    </a:lnTo>
                    <a:lnTo>
                      <a:pt x="60" y="42"/>
                    </a:lnTo>
                    <a:lnTo>
                      <a:pt x="60" y="42"/>
                    </a:lnTo>
                    <a:lnTo>
                      <a:pt x="60" y="42"/>
                    </a:lnTo>
                    <a:lnTo>
                      <a:pt x="60" y="42"/>
                    </a:lnTo>
                    <a:lnTo>
                      <a:pt x="56" y="46"/>
                    </a:lnTo>
                    <a:lnTo>
                      <a:pt x="56" y="46"/>
                    </a:lnTo>
                    <a:lnTo>
                      <a:pt x="56" y="50"/>
                    </a:lnTo>
                    <a:lnTo>
                      <a:pt x="56" y="50"/>
                    </a:lnTo>
                    <a:lnTo>
                      <a:pt x="56" y="50"/>
                    </a:lnTo>
                    <a:lnTo>
                      <a:pt x="56" y="54"/>
                    </a:lnTo>
                    <a:lnTo>
                      <a:pt x="56" y="54"/>
                    </a:lnTo>
                    <a:lnTo>
                      <a:pt x="56" y="54"/>
                    </a:lnTo>
                    <a:lnTo>
                      <a:pt x="56" y="54"/>
                    </a:lnTo>
                    <a:lnTo>
                      <a:pt x="56" y="58"/>
                    </a:lnTo>
                    <a:lnTo>
                      <a:pt x="56" y="58"/>
                    </a:lnTo>
                    <a:lnTo>
                      <a:pt x="56" y="58"/>
                    </a:lnTo>
                    <a:lnTo>
                      <a:pt x="56" y="58"/>
                    </a:lnTo>
                    <a:lnTo>
                      <a:pt x="56" y="58"/>
                    </a:lnTo>
                    <a:lnTo>
                      <a:pt x="56" y="58"/>
                    </a:lnTo>
                    <a:lnTo>
                      <a:pt x="56" y="58"/>
                    </a:lnTo>
                    <a:lnTo>
                      <a:pt x="56" y="58"/>
                    </a:lnTo>
                    <a:lnTo>
                      <a:pt x="56" y="58"/>
                    </a:lnTo>
                    <a:lnTo>
                      <a:pt x="56" y="58"/>
                    </a:lnTo>
                    <a:lnTo>
                      <a:pt x="56" y="60"/>
                    </a:lnTo>
                    <a:lnTo>
                      <a:pt x="60" y="60"/>
                    </a:lnTo>
                    <a:lnTo>
                      <a:pt x="60" y="60"/>
                    </a:lnTo>
                    <a:lnTo>
                      <a:pt x="56" y="60"/>
                    </a:lnTo>
                    <a:lnTo>
                      <a:pt x="56" y="60"/>
                    </a:lnTo>
                    <a:lnTo>
                      <a:pt x="56" y="64"/>
                    </a:lnTo>
                    <a:lnTo>
                      <a:pt x="56" y="64"/>
                    </a:lnTo>
                    <a:lnTo>
                      <a:pt x="56" y="64"/>
                    </a:lnTo>
                    <a:lnTo>
                      <a:pt x="56" y="64"/>
                    </a:lnTo>
                    <a:lnTo>
                      <a:pt x="56" y="68"/>
                    </a:lnTo>
                    <a:lnTo>
                      <a:pt x="56" y="68"/>
                    </a:lnTo>
                    <a:lnTo>
                      <a:pt x="56" y="68"/>
                    </a:lnTo>
                    <a:lnTo>
                      <a:pt x="56" y="72"/>
                    </a:lnTo>
                    <a:lnTo>
                      <a:pt x="56" y="72"/>
                    </a:lnTo>
                    <a:lnTo>
                      <a:pt x="56" y="72"/>
                    </a:lnTo>
                    <a:lnTo>
                      <a:pt x="56" y="72"/>
                    </a:lnTo>
                    <a:lnTo>
                      <a:pt x="56" y="72"/>
                    </a:lnTo>
                    <a:lnTo>
                      <a:pt x="60" y="72"/>
                    </a:lnTo>
                    <a:lnTo>
                      <a:pt x="60" y="72"/>
                    </a:lnTo>
                    <a:lnTo>
                      <a:pt x="60" y="72"/>
                    </a:lnTo>
                    <a:lnTo>
                      <a:pt x="60" y="76"/>
                    </a:lnTo>
                    <a:lnTo>
                      <a:pt x="60" y="76"/>
                    </a:lnTo>
                    <a:lnTo>
                      <a:pt x="56" y="76"/>
                    </a:lnTo>
                    <a:lnTo>
                      <a:pt x="56" y="76"/>
                    </a:lnTo>
                    <a:lnTo>
                      <a:pt x="56" y="76"/>
                    </a:lnTo>
                    <a:lnTo>
                      <a:pt x="56" y="76"/>
                    </a:lnTo>
                    <a:lnTo>
                      <a:pt x="56" y="76"/>
                    </a:lnTo>
                    <a:lnTo>
                      <a:pt x="56" y="76"/>
                    </a:lnTo>
                    <a:lnTo>
                      <a:pt x="56" y="76"/>
                    </a:lnTo>
                    <a:lnTo>
                      <a:pt x="52" y="76"/>
                    </a:lnTo>
                    <a:lnTo>
                      <a:pt x="52" y="76"/>
                    </a:lnTo>
                    <a:lnTo>
                      <a:pt x="52" y="76"/>
                    </a:lnTo>
                    <a:lnTo>
                      <a:pt x="52" y="76"/>
                    </a:lnTo>
                    <a:lnTo>
                      <a:pt x="52" y="76"/>
                    </a:lnTo>
                    <a:lnTo>
                      <a:pt x="52" y="76"/>
                    </a:lnTo>
                    <a:lnTo>
                      <a:pt x="52" y="76"/>
                    </a:lnTo>
                    <a:lnTo>
                      <a:pt x="48" y="76"/>
                    </a:lnTo>
                    <a:lnTo>
                      <a:pt x="48" y="72"/>
                    </a:lnTo>
                    <a:lnTo>
                      <a:pt x="48" y="72"/>
                    </a:lnTo>
                    <a:lnTo>
                      <a:pt x="46" y="72"/>
                    </a:lnTo>
                    <a:lnTo>
                      <a:pt x="42" y="72"/>
                    </a:lnTo>
                    <a:lnTo>
                      <a:pt x="38" y="72"/>
                    </a:lnTo>
                    <a:lnTo>
                      <a:pt x="38" y="72"/>
                    </a:lnTo>
                    <a:lnTo>
                      <a:pt x="38" y="72"/>
                    </a:lnTo>
                    <a:lnTo>
                      <a:pt x="38" y="72"/>
                    </a:lnTo>
                    <a:lnTo>
                      <a:pt x="38" y="72"/>
                    </a:lnTo>
                    <a:lnTo>
                      <a:pt x="38" y="72"/>
                    </a:lnTo>
                    <a:lnTo>
                      <a:pt x="34" y="72"/>
                    </a:lnTo>
                    <a:lnTo>
                      <a:pt x="34" y="68"/>
                    </a:lnTo>
                    <a:lnTo>
                      <a:pt x="34" y="68"/>
                    </a:lnTo>
                    <a:lnTo>
                      <a:pt x="30" y="68"/>
                    </a:lnTo>
                    <a:lnTo>
                      <a:pt x="30" y="68"/>
                    </a:lnTo>
                    <a:lnTo>
                      <a:pt x="30" y="68"/>
                    </a:lnTo>
                    <a:lnTo>
                      <a:pt x="30" y="72"/>
                    </a:lnTo>
                    <a:lnTo>
                      <a:pt x="30" y="72"/>
                    </a:lnTo>
                    <a:lnTo>
                      <a:pt x="26" y="68"/>
                    </a:lnTo>
                    <a:lnTo>
                      <a:pt x="26" y="68"/>
                    </a:lnTo>
                    <a:lnTo>
                      <a:pt x="26" y="68"/>
                    </a:lnTo>
                    <a:lnTo>
                      <a:pt x="26" y="68"/>
                    </a:lnTo>
                    <a:lnTo>
                      <a:pt x="22" y="64"/>
                    </a:lnTo>
                    <a:lnTo>
                      <a:pt x="22" y="64"/>
                    </a:lnTo>
                    <a:lnTo>
                      <a:pt x="22" y="64"/>
                    </a:lnTo>
                    <a:lnTo>
                      <a:pt x="22" y="60"/>
                    </a:lnTo>
                    <a:lnTo>
                      <a:pt x="20" y="60"/>
                    </a:lnTo>
                    <a:lnTo>
                      <a:pt x="20" y="60"/>
                    </a:lnTo>
                    <a:lnTo>
                      <a:pt x="20" y="58"/>
                    </a:lnTo>
                    <a:lnTo>
                      <a:pt x="20" y="58"/>
                    </a:lnTo>
                    <a:lnTo>
                      <a:pt x="20" y="58"/>
                    </a:lnTo>
                    <a:lnTo>
                      <a:pt x="20" y="58"/>
                    </a:lnTo>
                    <a:lnTo>
                      <a:pt x="16" y="54"/>
                    </a:lnTo>
                    <a:lnTo>
                      <a:pt x="16" y="54"/>
                    </a:lnTo>
                    <a:lnTo>
                      <a:pt x="16" y="54"/>
                    </a:lnTo>
                    <a:lnTo>
                      <a:pt x="16" y="54"/>
                    </a:lnTo>
                    <a:lnTo>
                      <a:pt x="16" y="54"/>
                    </a:lnTo>
                    <a:lnTo>
                      <a:pt x="16" y="54"/>
                    </a:lnTo>
                    <a:lnTo>
                      <a:pt x="16" y="54"/>
                    </a:lnTo>
                    <a:lnTo>
                      <a:pt x="16" y="50"/>
                    </a:lnTo>
                    <a:lnTo>
                      <a:pt x="16" y="50"/>
                    </a:lnTo>
                    <a:lnTo>
                      <a:pt x="12" y="50"/>
                    </a:lnTo>
                    <a:lnTo>
                      <a:pt x="12" y="50"/>
                    </a:lnTo>
                    <a:lnTo>
                      <a:pt x="12" y="50"/>
                    </a:lnTo>
                    <a:lnTo>
                      <a:pt x="12" y="46"/>
                    </a:lnTo>
                    <a:lnTo>
                      <a:pt x="8" y="46"/>
                    </a:lnTo>
                    <a:lnTo>
                      <a:pt x="8" y="46"/>
                    </a:lnTo>
                    <a:lnTo>
                      <a:pt x="8" y="46"/>
                    </a:lnTo>
                    <a:lnTo>
                      <a:pt x="8" y="46"/>
                    </a:lnTo>
                    <a:lnTo>
                      <a:pt x="4" y="42"/>
                    </a:lnTo>
                    <a:lnTo>
                      <a:pt x="4" y="42"/>
                    </a:lnTo>
                    <a:lnTo>
                      <a:pt x="4" y="38"/>
                    </a:lnTo>
                    <a:lnTo>
                      <a:pt x="0" y="38"/>
                    </a:lnTo>
                    <a:lnTo>
                      <a:pt x="0" y="38"/>
                    </a:lnTo>
                    <a:lnTo>
                      <a:pt x="0" y="38"/>
                    </a:lnTo>
                    <a:lnTo>
                      <a:pt x="4" y="34"/>
                    </a:lnTo>
                    <a:lnTo>
                      <a:pt x="4" y="34"/>
                    </a:lnTo>
                    <a:lnTo>
                      <a:pt x="4" y="38"/>
                    </a:lnTo>
                    <a:lnTo>
                      <a:pt x="4" y="38"/>
                    </a:lnTo>
                    <a:lnTo>
                      <a:pt x="4" y="38"/>
                    </a:lnTo>
                    <a:lnTo>
                      <a:pt x="4" y="38"/>
                    </a:lnTo>
                    <a:lnTo>
                      <a:pt x="4" y="38"/>
                    </a:lnTo>
                    <a:lnTo>
                      <a:pt x="4" y="38"/>
                    </a:lnTo>
                    <a:lnTo>
                      <a:pt x="4" y="38"/>
                    </a:lnTo>
                    <a:lnTo>
                      <a:pt x="8" y="38"/>
                    </a:lnTo>
                    <a:lnTo>
                      <a:pt x="8" y="38"/>
                    </a:lnTo>
                    <a:lnTo>
                      <a:pt x="8" y="38"/>
                    </a:lnTo>
                    <a:lnTo>
                      <a:pt x="8" y="38"/>
                    </a:lnTo>
                    <a:lnTo>
                      <a:pt x="8" y="38"/>
                    </a:lnTo>
                    <a:lnTo>
                      <a:pt x="12" y="38"/>
                    </a:lnTo>
                    <a:lnTo>
                      <a:pt x="12" y="38"/>
                    </a:lnTo>
                    <a:lnTo>
                      <a:pt x="12" y="38"/>
                    </a:lnTo>
                    <a:lnTo>
                      <a:pt x="12" y="34"/>
                    </a:lnTo>
                    <a:lnTo>
                      <a:pt x="12" y="34"/>
                    </a:lnTo>
                    <a:lnTo>
                      <a:pt x="12" y="34"/>
                    </a:lnTo>
                    <a:lnTo>
                      <a:pt x="12" y="34"/>
                    </a:lnTo>
                    <a:lnTo>
                      <a:pt x="12" y="30"/>
                    </a:lnTo>
                    <a:lnTo>
                      <a:pt x="16" y="30"/>
                    </a:lnTo>
                    <a:lnTo>
                      <a:pt x="16" y="30"/>
                    </a:lnTo>
                    <a:lnTo>
                      <a:pt x="16" y="30"/>
                    </a:lnTo>
                    <a:lnTo>
                      <a:pt x="16" y="30"/>
                    </a:lnTo>
                    <a:lnTo>
                      <a:pt x="16" y="30"/>
                    </a:lnTo>
                    <a:lnTo>
                      <a:pt x="16" y="30"/>
                    </a:lnTo>
                    <a:lnTo>
                      <a:pt x="16" y="30"/>
                    </a:lnTo>
                    <a:lnTo>
                      <a:pt x="16" y="30"/>
                    </a:lnTo>
                    <a:lnTo>
                      <a:pt x="16" y="28"/>
                    </a:lnTo>
                    <a:lnTo>
                      <a:pt x="16" y="24"/>
                    </a:lnTo>
                    <a:lnTo>
                      <a:pt x="16" y="24"/>
                    </a:lnTo>
                    <a:lnTo>
                      <a:pt x="16" y="24"/>
                    </a:lnTo>
                    <a:lnTo>
                      <a:pt x="16" y="24"/>
                    </a:lnTo>
                    <a:lnTo>
                      <a:pt x="20" y="24"/>
                    </a:lnTo>
                    <a:lnTo>
                      <a:pt x="20" y="24"/>
                    </a:lnTo>
                    <a:lnTo>
                      <a:pt x="20" y="24"/>
                    </a:lnTo>
                    <a:lnTo>
                      <a:pt x="22" y="20"/>
                    </a:lnTo>
                    <a:lnTo>
                      <a:pt x="22" y="20"/>
                    </a:lnTo>
                    <a:lnTo>
                      <a:pt x="22" y="20"/>
                    </a:lnTo>
                    <a:lnTo>
                      <a:pt x="26" y="20"/>
                    </a:lnTo>
                    <a:lnTo>
                      <a:pt x="26" y="20"/>
                    </a:lnTo>
                    <a:lnTo>
                      <a:pt x="26" y="20"/>
                    </a:lnTo>
                    <a:lnTo>
                      <a:pt x="26" y="20"/>
                    </a:lnTo>
                    <a:lnTo>
                      <a:pt x="26" y="24"/>
                    </a:lnTo>
                    <a:lnTo>
                      <a:pt x="26" y="24"/>
                    </a:lnTo>
                    <a:lnTo>
                      <a:pt x="30" y="24"/>
                    </a:lnTo>
                    <a:lnTo>
                      <a:pt x="30" y="24"/>
                    </a:lnTo>
                    <a:lnTo>
                      <a:pt x="30" y="24"/>
                    </a:lnTo>
                    <a:lnTo>
                      <a:pt x="30" y="24"/>
                    </a:lnTo>
                    <a:lnTo>
                      <a:pt x="30" y="20"/>
                    </a:lnTo>
                    <a:lnTo>
                      <a:pt x="30" y="20"/>
                    </a:lnTo>
                    <a:lnTo>
                      <a:pt x="30" y="20"/>
                    </a:lnTo>
                    <a:lnTo>
                      <a:pt x="34" y="16"/>
                    </a:lnTo>
                    <a:lnTo>
                      <a:pt x="34" y="16"/>
                    </a:lnTo>
                    <a:lnTo>
                      <a:pt x="34" y="16"/>
                    </a:lnTo>
                    <a:lnTo>
                      <a:pt x="34" y="16"/>
                    </a:lnTo>
                    <a:lnTo>
                      <a:pt x="34" y="16"/>
                    </a:lnTo>
                    <a:lnTo>
                      <a:pt x="34" y="16"/>
                    </a:lnTo>
                    <a:lnTo>
                      <a:pt x="34" y="16"/>
                    </a:lnTo>
                    <a:lnTo>
                      <a:pt x="34" y="16"/>
                    </a:lnTo>
                    <a:lnTo>
                      <a:pt x="38" y="16"/>
                    </a:lnTo>
                    <a:lnTo>
                      <a:pt x="38" y="16"/>
                    </a:lnTo>
                    <a:lnTo>
                      <a:pt x="38" y="12"/>
                    </a:lnTo>
                    <a:lnTo>
                      <a:pt x="38" y="12"/>
                    </a:lnTo>
                    <a:lnTo>
                      <a:pt x="38" y="12"/>
                    </a:lnTo>
                    <a:lnTo>
                      <a:pt x="38" y="12"/>
                    </a:lnTo>
                    <a:lnTo>
                      <a:pt x="38" y="12"/>
                    </a:lnTo>
                    <a:lnTo>
                      <a:pt x="38" y="12"/>
                    </a:lnTo>
                    <a:lnTo>
                      <a:pt x="38" y="8"/>
                    </a:lnTo>
                    <a:lnTo>
                      <a:pt x="38" y="8"/>
                    </a:lnTo>
                    <a:lnTo>
                      <a:pt x="38" y="8"/>
                    </a:lnTo>
                    <a:lnTo>
                      <a:pt x="38" y="8"/>
                    </a:lnTo>
                    <a:lnTo>
                      <a:pt x="38" y="8"/>
                    </a:lnTo>
                    <a:lnTo>
                      <a:pt x="38" y="8"/>
                    </a:lnTo>
                    <a:lnTo>
                      <a:pt x="42" y="4"/>
                    </a:lnTo>
                    <a:lnTo>
                      <a:pt x="42" y="4"/>
                    </a:lnTo>
                    <a:lnTo>
                      <a:pt x="42" y="4"/>
                    </a:lnTo>
                    <a:lnTo>
                      <a:pt x="46" y="8"/>
                    </a:lnTo>
                    <a:lnTo>
                      <a:pt x="46" y="8"/>
                    </a:lnTo>
                    <a:lnTo>
                      <a:pt x="48" y="8"/>
                    </a:lnTo>
                    <a:lnTo>
                      <a:pt x="48" y="8"/>
                    </a:lnTo>
                    <a:lnTo>
                      <a:pt x="52" y="8"/>
                    </a:lnTo>
                    <a:lnTo>
                      <a:pt x="52" y="8"/>
                    </a:lnTo>
                    <a:lnTo>
                      <a:pt x="52" y="8"/>
                    </a:lnTo>
                    <a:lnTo>
                      <a:pt x="56" y="4"/>
                    </a:lnTo>
                    <a:lnTo>
                      <a:pt x="56" y="4"/>
                    </a:lnTo>
                    <a:lnTo>
                      <a:pt x="60" y="4"/>
                    </a:lnTo>
                    <a:lnTo>
                      <a:pt x="60" y="4"/>
                    </a:lnTo>
                    <a:lnTo>
                      <a:pt x="60" y="0"/>
                    </a:lnTo>
                    <a:lnTo>
                      <a:pt x="64" y="0"/>
                    </a:lnTo>
                    <a:lnTo>
                      <a:pt x="64" y="0"/>
                    </a:lnTo>
                    <a:lnTo>
                      <a:pt x="64" y="0"/>
                    </a:lnTo>
                    <a:lnTo>
                      <a:pt x="64" y="0"/>
                    </a:lnTo>
                    <a:lnTo>
                      <a:pt x="64" y="0"/>
                    </a:lnTo>
                    <a:lnTo>
                      <a:pt x="68" y="0"/>
                    </a:lnTo>
                    <a:lnTo>
                      <a:pt x="68" y="0"/>
                    </a:lnTo>
                    <a:lnTo>
                      <a:pt x="68"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7" name="Freeform 81"/>
              <p:cNvSpPr>
                <a:spLocks noEditPoints="1"/>
              </p:cNvSpPr>
              <p:nvPr/>
            </p:nvSpPr>
            <p:spPr bwMode="gray">
              <a:xfrm>
                <a:off x="2758050" y="4230938"/>
                <a:ext cx="142620" cy="73048"/>
              </a:xfrm>
              <a:custGeom>
                <a:avLst/>
                <a:gdLst>
                  <a:gd name="T0" fmla="*/ 38 w 82"/>
                  <a:gd name="T1" fmla="*/ 22 h 42"/>
                  <a:gd name="T2" fmla="*/ 38 w 82"/>
                  <a:gd name="T3" fmla="*/ 30 h 42"/>
                  <a:gd name="T4" fmla="*/ 40 w 82"/>
                  <a:gd name="T5" fmla="*/ 34 h 42"/>
                  <a:gd name="T6" fmla="*/ 40 w 82"/>
                  <a:gd name="T7" fmla="*/ 38 h 42"/>
                  <a:gd name="T8" fmla="*/ 34 w 82"/>
                  <a:gd name="T9" fmla="*/ 42 h 42"/>
                  <a:gd name="T10" fmla="*/ 30 w 82"/>
                  <a:gd name="T11" fmla="*/ 42 h 42"/>
                  <a:gd name="T12" fmla="*/ 30 w 82"/>
                  <a:gd name="T13" fmla="*/ 34 h 42"/>
                  <a:gd name="T14" fmla="*/ 26 w 82"/>
                  <a:gd name="T15" fmla="*/ 30 h 42"/>
                  <a:gd name="T16" fmla="*/ 22 w 82"/>
                  <a:gd name="T17" fmla="*/ 34 h 42"/>
                  <a:gd name="T18" fmla="*/ 18 w 82"/>
                  <a:gd name="T19" fmla="*/ 30 h 42"/>
                  <a:gd name="T20" fmla="*/ 18 w 82"/>
                  <a:gd name="T21" fmla="*/ 26 h 42"/>
                  <a:gd name="T22" fmla="*/ 10 w 82"/>
                  <a:gd name="T23" fmla="*/ 26 h 42"/>
                  <a:gd name="T24" fmla="*/ 8 w 82"/>
                  <a:gd name="T25" fmla="*/ 26 h 42"/>
                  <a:gd name="T26" fmla="*/ 4 w 82"/>
                  <a:gd name="T27" fmla="*/ 22 h 42"/>
                  <a:gd name="T28" fmla="*/ 4 w 82"/>
                  <a:gd name="T29" fmla="*/ 30 h 42"/>
                  <a:gd name="T30" fmla="*/ 0 w 82"/>
                  <a:gd name="T31" fmla="*/ 26 h 42"/>
                  <a:gd name="T32" fmla="*/ 4 w 82"/>
                  <a:gd name="T33" fmla="*/ 22 h 42"/>
                  <a:gd name="T34" fmla="*/ 0 w 82"/>
                  <a:gd name="T35" fmla="*/ 16 h 42"/>
                  <a:gd name="T36" fmla="*/ 0 w 82"/>
                  <a:gd name="T37" fmla="*/ 12 h 42"/>
                  <a:gd name="T38" fmla="*/ 4 w 82"/>
                  <a:gd name="T39" fmla="*/ 0 h 42"/>
                  <a:gd name="T40" fmla="*/ 8 w 82"/>
                  <a:gd name="T41" fmla="*/ 4 h 42"/>
                  <a:gd name="T42" fmla="*/ 10 w 82"/>
                  <a:gd name="T43" fmla="*/ 12 h 42"/>
                  <a:gd name="T44" fmla="*/ 14 w 82"/>
                  <a:gd name="T45" fmla="*/ 12 h 42"/>
                  <a:gd name="T46" fmla="*/ 18 w 82"/>
                  <a:gd name="T47" fmla="*/ 16 h 42"/>
                  <a:gd name="T48" fmla="*/ 26 w 82"/>
                  <a:gd name="T49" fmla="*/ 16 h 42"/>
                  <a:gd name="T50" fmla="*/ 30 w 82"/>
                  <a:gd name="T51" fmla="*/ 16 h 42"/>
                  <a:gd name="T52" fmla="*/ 38 w 82"/>
                  <a:gd name="T53" fmla="*/ 12 h 42"/>
                  <a:gd name="T54" fmla="*/ 40 w 82"/>
                  <a:gd name="T55" fmla="*/ 8 h 42"/>
                  <a:gd name="T56" fmla="*/ 48 w 82"/>
                  <a:gd name="T57" fmla="*/ 4 h 42"/>
                  <a:gd name="T58" fmla="*/ 56 w 82"/>
                  <a:gd name="T59" fmla="*/ 4 h 42"/>
                  <a:gd name="T60" fmla="*/ 56 w 82"/>
                  <a:gd name="T61" fmla="*/ 4 h 42"/>
                  <a:gd name="T62" fmla="*/ 64 w 82"/>
                  <a:gd name="T63" fmla="*/ 4 h 42"/>
                  <a:gd name="T64" fmla="*/ 70 w 82"/>
                  <a:gd name="T65" fmla="*/ 12 h 42"/>
                  <a:gd name="T66" fmla="*/ 78 w 82"/>
                  <a:gd name="T67" fmla="*/ 16 h 42"/>
                  <a:gd name="T68" fmla="*/ 78 w 82"/>
                  <a:gd name="T69" fmla="*/ 18 h 42"/>
                  <a:gd name="T70" fmla="*/ 78 w 82"/>
                  <a:gd name="T71" fmla="*/ 22 h 42"/>
                  <a:gd name="T72" fmla="*/ 82 w 82"/>
                  <a:gd name="T73" fmla="*/ 26 h 42"/>
                  <a:gd name="T74" fmla="*/ 82 w 82"/>
                  <a:gd name="T75" fmla="*/ 34 h 42"/>
                  <a:gd name="T76" fmla="*/ 74 w 82"/>
                  <a:gd name="T77" fmla="*/ 34 h 42"/>
                  <a:gd name="T78" fmla="*/ 74 w 82"/>
                  <a:gd name="T79" fmla="*/ 38 h 42"/>
                  <a:gd name="T80" fmla="*/ 68 w 82"/>
                  <a:gd name="T81" fmla="*/ 38 h 42"/>
                  <a:gd name="T82" fmla="*/ 68 w 82"/>
                  <a:gd name="T83" fmla="*/ 30 h 42"/>
                  <a:gd name="T84" fmla="*/ 68 w 82"/>
                  <a:gd name="T85" fmla="*/ 30 h 42"/>
                  <a:gd name="T86" fmla="*/ 68 w 82"/>
                  <a:gd name="T87" fmla="*/ 26 h 42"/>
                  <a:gd name="T88" fmla="*/ 70 w 82"/>
                  <a:gd name="T89" fmla="*/ 26 h 42"/>
                  <a:gd name="T90" fmla="*/ 74 w 82"/>
                  <a:gd name="T91" fmla="*/ 26 h 42"/>
                  <a:gd name="T92" fmla="*/ 70 w 82"/>
                  <a:gd name="T93" fmla="*/ 22 h 42"/>
                  <a:gd name="T94" fmla="*/ 64 w 82"/>
                  <a:gd name="T95" fmla="*/ 22 h 42"/>
                  <a:gd name="T96" fmla="*/ 60 w 82"/>
                  <a:gd name="T97" fmla="*/ 16 h 42"/>
                  <a:gd name="T98" fmla="*/ 56 w 82"/>
                  <a:gd name="T99" fmla="*/ 12 h 42"/>
                  <a:gd name="T100" fmla="*/ 56 w 82"/>
                  <a:gd name="T101" fmla="*/ 12 h 42"/>
                  <a:gd name="T102" fmla="*/ 48 w 82"/>
                  <a:gd name="T103" fmla="*/ 12 h 42"/>
                  <a:gd name="T104" fmla="*/ 44 w 82"/>
                  <a:gd name="T105" fmla="*/ 16 h 42"/>
                  <a:gd name="T106" fmla="*/ 40 w 82"/>
                  <a:gd name="T107" fmla="*/ 22 h 42"/>
                  <a:gd name="T108" fmla="*/ 10 w 82"/>
                  <a:gd name="T109" fmla="*/ 8 h 42"/>
                  <a:gd name="T110" fmla="*/ 60 w 82"/>
                  <a:gd name="T111" fmla="*/ 22 h 42"/>
                  <a:gd name="T112" fmla="*/ 56 w 82"/>
                  <a:gd name="T113" fmla="*/ 22 h 42"/>
                  <a:gd name="T114" fmla="*/ 18 w 82"/>
                  <a:gd name="T115" fmla="*/ 38 h 42"/>
                  <a:gd name="T116" fmla="*/ 18 w 82"/>
                  <a:gd name="T117" fmla="*/ 42 h 42"/>
                  <a:gd name="T118" fmla="*/ 18 w 82"/>
                  <a:gd name="T119" fmla="*/ 42 h 42"/>
                  <a:gd name="T120" fmla="*/ 18 w 82"/>
                  <a:gd name="T121" fmla="*/ 34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82" h="42">
                    <a:moveTo>
                      <a:pt x="40" y="22"/>
                    </a:moveTo>
                    <a:lnTo>
                      <a:pt x="40" y="22"/>
                    </a:lnTo>
                    <a:lnTo>
                      <a:pt x="40" y="22"/>
                    </a:lnTo>
                    <a:lnTo>
                      <a:pt x="40" y="22"/>
                    </a:lnTo>
                    <a:lnTo>
                      <a:pt x="40" y="22"/>
                    </a:lnTo>
                    <a:lnTo>
                      <a:pt x="38" y="22"/>
                    </a:lnTo>
                    <a:lnTo>
                      <a:pt x="38" y="22"/>
                    </a:lnTo>
                    <a:lnTo>
                      <a:pt x="38" y="26"/>
                    </a:lnTo>
                    <a:lnTo>
                      <a:pt x="38" y="26"/>
                    </a:lnTo>
                    <a:lnTo>
                      <a:pt x="38" y="26"/>
                    </a:lnTo>
                    <a:lnTo>
                      <a:pt x="38" y="26"/>
                    </a:lnTo>
                    <a:lnTo>
                      <a:pt x="38" y="26"/>
                    </a:lnTo>
                    <a:lnTo>
                      <a:pt x="38" y="26"/>
                    </a:lnTo>
                    <a:lnTo>
                      <a:pt x="38" y="30"/>
                    </a:lnTo>
                    <a:lnTo>
                      <a:pt x="38" y="30"/>
                    </a:lnTo>
                    <a:lnTo>
                      <a:pt x="38" y="30"/>
                    </a:lnTo>
                    <a:lnTo>
                      <a:pt x="38" y="30"/>
                    </a:lnTo>
                    <a:lnTo>
                      <a:pt x="38" y="30"/>
                    </a:lnTo>
                    <a:lnTo>
                      <a:pt x="38" y="30"/>
                    </a:lnTo>
                    <a:lnTo>
                      <a:pt x="38" y="30"/>
                    </a:lnTo>
                    <a:lnTo>
                      <a:pt x="40" y="34"/>
                    </a:lnTo>
                    <a:lnTo>
                      <a:pt x="40" y="34"/>
                    </a:lnTo>
                    <a:lnTo>
                      <a:pt x="40" y="38"/>
                    </a:lnTo>
                    <a:lnTo>
                      <a:pt x="40" y="38"/>
                    </a:lnTo>
                    <a:lnTo>
                      <a:pt x="40" y="38"/>
                    </a:lnTo>
                    <a:lnTo>
                      <a:pt x="40" y="38"/>
                    </a:lnTo>
                    <a:lnTo>
                      <a:pt x="40" y="38"/>
                    </a:lnTo>
                    <a:lnTo>
                      <a:pt x="40" y="38"/>
                    </a:lnTo>
                    <a:lnTo>
                      <a:pt x="38" y="38"/>
                    </a:lnTo>
                    <a:lnTo>
                      <a:pt x="38" y="38"/>
                    </a:lnTo>
                    <a:lnTo>
                      <a:pt x="38" y="38"/>
                    </a:lnTo>
                    <a:lnTo>
                      <a:pt x="38" y="42"/>
                    </a:lnTo>
                    <a:lnTo>
                      <a:pt x="38" y="42"/>
                    </a:lnTo>
                    <a:lnTo>
                      <a:pt x="38" y="42"/>
                    </a:lnTo>
                    <a:lnTo>
                      <a:pt x="34" y="42"/>
                    </a:lnTo>
                    <a:lnTo>
                      <a:pt x="34" y="42"/>
                    </a:lnTo>
                    <a:lnTo>
                      <a:pt x="34" y="42"/>
                    </a:lnTo>
                    <a:lnTo>
                      <a:pt x="34" y="42"/>
                    </a:lnTo>
                    <a:lnTo>
                      <a:pt x="34" y="42"/>
                    </a:lnTo>
                    <a:lnTo>
                      <a:pt x="30" y="42"/>
                    </a:lnTo>
                    <a:lnTo>
                      <a:pt x="30" y="42"/>
                    </a:lnTo>
                    <a:lnTo>
                      <a:pt x="30" y="42"/>
                    </a:lnTo>
                    <a:lnTo>
                      <a:pt x="30" y="42"/>
                    </a:lnTo>
                    <a:lnTo>
                      <a:pt x="30" y="42"/>
                    </a:lnTo>
                    <a:lnTo>
                      <a:pt x="30" y="42"/>
                    </a:lnTo>
                    <a:lnTo>
                      <a:pt x="30" y="38"/>
                    </a:lnTo>
                    <a:lnTo>
                      <a:pt x="30" y="38"/>
                    </a:lnTo>
                    <a:lnTo>
                      <a:pt x="30" y="38"/>
                    </a:lnTo>
                    <a:lnTo>
                      <a:pt x="30" y="34"/>
                    </a:lnTo>
                    <a:lnTo>
                      <a:pt x="26" y="34"/>
                    </a:lnTo>
                    <a:lnTo>
                      <a:pt x="26" y="34"/>
                    </a:lnTo>
                    <a:lnTo>
                      <a:pt x="26" y="34"/>
                    </a:lnTo>
                    <a:lnTo>
                      <a:pt x="26" y="30"/>
                    </a:lnTo>
                    <a:lnTo>
                      <a:pt x="26" y="34"/>
                    </a:lnTo>
                    <a:lnTo>
                      <a:pt x="26" y="30"/>
                    </a:lnTo>
                    <a:lnTo>
                      <a:pt x="26" y="30"/>
                    </a:lnTo>
                    <a:lnTo>
                      <a:pt x="26" y="34"/>
                    </a:lnTo>
                    <a:lnTo>
                      <a:pt x="26" y="34"/>
                    </a:lnTo>
                    <a:lnTo>
                      <a:pt x="26" y="34"/>
                    </a:lnTo>
                    <a:lnTo>
                      <a:pt x="26" y="34"/>
                    </a:lnTo>
                    <a:lnTo>
                      <a:pt x="26" y="38"/>
                    </a:lnTo>
                    <a:lnTo>
                      <a:pt x="26" y="34"/>
                    </a:lnTo>
                    <a:lnTo>
                      <a:pt x="22" y="34"/>
                    </a:lnTo>
                    <a:lnTo>
                      <a:pt x="22" y="34"/>
                    </a:lnTo>
                    <a:lnTo>
                      <a:pt x="22" y="34"/>
                    </a:lnTo>
                    <a:lnTo>
                      <a:pt x="22" y="34"/>
                    </a:lnTo>
                    <a:lnTo>
                      <a:pt x="18" y="34"/>
                    </a:lnTo>
                    <a:lnTo>
                      <a:pt x="18" y="34"/>
                    </a:lnTo>
                    <a:lnTo>
                      <a:pt x="18" y="30"/>
                    </a:lnTo>
                    <a:lnTo>
                      <a:pt x="18" y="30"/>
                    </a:lnTo>
                    <a:lnTo>
                      <a:pt x="18" y="30"/>
                    </a:lnTo>
                    <a:lnTo>
                      <a:pt x="18" y="30"/>
                    </a:lnTo>
                    <a:lnTo>
                      <a:pt x="18" y="30"/>
                    </a:lnTo>
                    <a:lnTo>
                      <a:pt x="18" y="30"/>
                    </a:lnTo>
                    <a:lnTo>
                      <a:pt x="18" y="30"/>
                    </a:lnTo>
                    <a:lnTo>
                      <a:pt x="18" y="26"/>
                    </a:lnTo>
                    <a:lnTo>
                      <a:pt x="18" y="26"/>
                    </a:lnTo>
                    <a:lnTo>
                      <a:pt x="18" y="26"/>
                    </a:lnTo>
                    <a:lnTo>
                      <a:pt x="18" y="26"/>
                    </a:lnTo>
                    <a:lnTo>
                      <a:pt x="14" y="26"/>
                    </a:lnTo>
                    <a:lnTo>
                      <a:pt x="10" y="26"/>
                    </a:lnTo>
                    <a:lnTo>
                      <a:pt x="10" y="26"/>
                    </a:lnTo>
                    <a:lnTo>
                      <a:pt x="10" y="26"/>
                    </a:lnTo>
                    <a:lnTo>
                      <a:pt x="10" y="26"/>
                    </a:lnTo>
                    <a:lnTo>
                      <a:pt x="10" y="26"/>
                    </a:lnTo>
                    <a:lnTo>
                      <a:pt x="10" y="22"/>
                    </a:lnTo>
                    <a:lnTo>
                      <a:pt x="10" y="22"/>
                    </a:lnTo>
                    <a:lnTo>
                      <a:pt x="10" y="22"/>
                    </a:lnTo>
                    <a:lnTo>
                      <a:pt x="8" y="22"/>
                    </a:lnTo>
                    <a:lnTo>
                      <a:pt x="8" y="22"/>
                    </a:lnTo>
                    <a:lnTo>
                      <a:pt x="8" y="26"/>
                    </a:lnTo>
                    <a:lnTo>
                      <a:pt x="8" y="26"/>
                    </a:lnTo>
                    <a:lnTo>
                      <a:pt x="8" y="26"/>
                    </a:lnTo>
                    <a:lnTo>
                      <a:pt x="8" y="22"/>
                    </a:lnTo>
                    <a:lnTo>
                      <a:pt x="8" y="22"/>
                    </a:lnTo>
                    <a:lnTo>
                      <a:pt x="4" y="22"/>
                    </a:lnTo>
                    <a:lnTo>
                      <a:pt x="4" y="22"/>
                    </a:lnTo>
                    <a:lnTo>
                      <a:pt x="4" y="22"/>
                    </a:lnTo>
                    <a:lnTo>
                      <a:pt x="4" y="22"/>
                    </a:lnTo>
                    <a:lnTo>
                      <a:pt x="4" y="26"/>
                    </a:lnTo>
                    <a:lnTo>
                      <a:pt x="4" y="26"/>
                    </a:lnTo>
                    <a:lnTo>
                      <a:pt x="4" y="26"/>
                    </a:lnTo>
                    <a:lnTo>
                      <a:pt x="4" y="26"/>
                    </a:lnTo>
                    <a:lnTo>
                      <a:pt x="4" y="30"/>
                    </a:lnTo>
                    <a:lnTo>
                      <a:pt x="4" y="30"/>
                    </a:lnTo>
                    <a:lnTo>
                      <a:pt x="0" y="30"/>
                    </a:lnTo>
                    <a:lnTo>
                      <a:pt x="0" y="30"/>
                    </a:lnTo>
                    <a:lnTo>
                      <a:pt x="0" y="26"/>
                    </a:lnTo>
                    <a:lnTo>
                      <a:pt x="0" y="26"/>
                    </a:lnTo>
                    <a:lnTo>
                      <a:pt x="0" y="26"/>
                    </a:lnTo>
                    <a:lnTo>
                      <a:pt x="0" y="26"/>
                    </a:lnTo>
                    <a:lnTo>
                      <a:pt x="0" y="26"/>
                    </a:lnTo>
                    <a:lnTo>
                      <a:pt x="0" y="22"/>
                    </a:lnTo>
                    <a:lnTo>
                      <a:pt x="0" y="22"/>
                    </a:lnTo>
                    <a:lnTo>
                      <a:pt x="0" y="22"/>
                    </a:lnTo>
                    <a:lnTo>
                      <a:pt x="0" y="22"/>
                    </a:lnTo>
                    <a:lnTo>
                      <a:pt x="0" y="22"/>
                    </a:lnTo>
                    <a:lnTo>
                      <a:pt x="0" y="22"/>
                    </a:lnTo>
                    <a:lnTo>
                      <a:pt x="4" y="22"/>
                    </a:lnTo>
                    <a:lnTo>
                      <a:pt x="4" y="18"/>
                    </a:lnTo>
                    <a:lnTo>
                      <a:pt x="4" y="18"/>
                    </a:lnTo>
                    <a:lnTo>
                      <a:pt x="0" y="18"/>
                    </a:lnTo>
                    <a:lnTo>
                      <a:pt x="0" y="18"/>
                    </a:lnTo>
                    <a:lnTo>
                      <a:pt x="0" y="16"/>
                    </a:lnTo>
                    <a:lnTo>
                      <a:pt x="0" y="16"/>
                    </a:lnTo>
                    <a:lnTo>
                      <a:pt x="0" y="16"/>
                    </a:lnTo>
                    <a:lnTo>
                      <a:pt x="4" y="16"/>
                    </a:lnTo>
                    <a:lnTo>
                      <a:pt x="4" y="16"/>
                    </a:lnTo>
                    <a:lnTo>
                      <a:pt x="4" y="16"/>
                    </a:lnTo>
                    <a:lnTo>
                      <a:pt x="4" y="16"/>
                    </a:lnTo>
                    <a:lnTo>
                      <a:pt x="4" y="16"/>
                    </a:lnTo>
                    <a:lnTo>
                      <a:pt x="4" y="12"/>
                    </a:lnTo>
                    <a:lnTo>
                      <a:pt x="0" y="12"/>
                    </a:lnTo>
                    <a:lnTo>
                      <a:pt x="0" y="12"/>
                    </a:lnTo>
                    <a:lnTo>
                      <a:pt x="0" y="8"/>
                    </a:lnTo>
                    <a:lnTo>
                      <a:pt x="0" y="4"/>
                    </a:lnTo>
                    <a:lnTo>
                      <a:pt x="4" y="0"/>
                    </a:lnTo>
                    <a:lnTo>
                      <a:pt x="4" y="0"/>
                    </a:lnTo>
                    <a:lnTo>
                      <a:pt x="4" y="0"/>
                    </a:lnTo>
                    <a:lnTo>
                      <a:pt x="4" y="0"/>
                    </a:lnTo>
                    <a:lnTo>
                      <a:pt x="4" y="4"/>
                    </a:lnTo>
                    <a:lnTo>
                      <a:pt x="4" y="4"/>
                    </a:lnTo>
                    <a:lnTo>
                      <a:pt x="4" y="4"/>
                    </a:lnTo>
                    <a:lnTo>
                      <a:pt x="8" y="4"/>
                    </a:lnTo>
                    <a:lnTo>
                      <a:pt x="8" y="4"/>
                    </a:lnTo>
                    <a:lnTo>
                      <a:pt x="8" y="4"/>
                    </a:lnTo>
                    <a:lnTo>
                      <a:pt x="8" y="4"/>
                    </a:lnTo>
                    <a:lnTo>
                      <a:pt x="8" y="4"/>
                    </a:lnTo>
                    <a:lnTo>
                      <a:pt x="8" y="4"/>
                    </a:lnTo>
                    <a:lnTo>
                      <a:pt x="8" y="8"/>
                    </a:lnTo>
                    <a:lnTo>
                      <a:pt x="8" y="8"/>
                    </a:lnTo>
                    <a:lnTo>
                      <a:pt x="10" y="8"/>
                    </a:lnTo>
                    <a:lnTo>
                      <a:pt x="10" y="12"/>
                    </a:lnTo>
                    <a:lnTo>
                      <a:pt x="10" y="12"/>
                    </a:lnTo>
                    <a:lnTo>
                      <a:pt x="10" y="12"/>
                    </a:lnTo>
                    <a:lnTo>
                      <a:pt x="14" y="16"/>
                    </a:lnTo>
                    <a:lnTo>
                      <a:pt x="14" y="12"/>
                    </a:lnTo>
                    <a:lnTo>
                      <a:pt x="18" y="12"/>
                    </a:lnTo>
                    <a:lnTo>
                      <a:pt x="18" y="12"/>
                    </a:lnTo>
                    <a:lnTo>
                      <a:pt x="14" y="12"/>
                    </a:lnTo>
                    <a:lnTo>
                      <a:pt x="14" y="12"/>
                    </a:lnTo>
                    <a:lnTo>
                      <a:pt x="14" y="8"/>
                    </a:lnTo>
                    <a:lnTo>
                      <a:pt x="14" y="8"/>
                    </a:lnTo>
                    <a:lnTo>
                      <a:pt x="14" y="8"/>
                    </a:lnTo>
                    <a:lnTo>
                      <a:pt x="18" y="12"/>
                    </a:lnTo>
                    <a:lnTo>
                      <a:pt x="18" y="12"/>
                    </a:lnTo>
                    <a:lnTo>
                      <a:pt x="18" y="12"/>
                    </a:lnTo>
                    <a:lnTo>
                      <a:pt x="18" y="16"/>
                    </a:lnTo>
                    <a:lnTo>
                      <a:pt x="18" y="16"/>
                    </a:lnTo>
                    <a:lnTo>
                      <a:pt x="18" y="16"/>
                    </a:lnTo>
                    <a:lnTo>
                      <a:pt x="22" y="16"/>
                    </a:lnTo>
                    <a:lnTo>
                      <a:pt x="26" y="16"/>
                    </a:lnTo>
                    <a:lnTo>
                      <a:pt x="26" y="16"/>
                    </a:lnTo>
                    <a:lnTo>
                      <a:pt x="26" y="16"/>
                    </a:lnTo>
                    <a:lnTo>
                      <a:pt x="26" y="16"/>
                    </a:lnTo>
                    <a:lnTo>
                      <a:pt x="26" y="16"/>
                    </a:lnTo>
                    <a:lnTo>
                      <a:pt x="30" y="16"/>
                    </a:lnTo>
                    <a:lnTo>
                      <a:pt x="30" y="16"/>
                    </a:lnTo>
                    <a:lnTo>
                      <a:pt x="30" y="16"/>
                    </a:lnTo>
                    <a:lnTo>
                      <a:pt x="30" y="16"/>
                    </a:lnTo>
                    <a:lnTo>
                      <a:pt x="30" y="16"/>
                    </a:lnTo>
                    <a:lnTo>
                      <a:pt x="30" y="16"/>
                    </a:lnTo>
                    <a:lnTo>
                      <a:pt x="30" y="16"/>
                    </a:lnTo>
                    <a:lnTo>
                      <a:pt x="30" y="12"/>
                    </a:lnTo>
                    <a:lnTo>
                      <a:pt x="34" y="12"/>
                    </a:lnTo>
                    <a:lnTo>
                      <a:pt x="34" y="12"/>
                    </a:lnTo>
                    <a:lnTo>
                      <a:pt x="34" y="12"/>
                    </a:lnTo>
                    <a:lnTo>
                      <a:pt x="34" y="12"/>
                    </a:lnTo>
                    <a:lnTo>
                      <a:pt x="38" y="12"/>
                    </a:lnTo>
                    <a:lnTo>
                      <a:pt x="38" y="8"/>
                    </a:lnTo>
                    <a:lnTo>
                      <a:pt x="38" y="8"/>
                    </a:lnTo>
                    <a:lnTo>
                      <a:pt x="40" y="8"/>
                    </a:lnTo>
                    <a:lnTo>
                      <a:pt x="40" y="8"/>
                    </a:lnTo>
                    <a:lnTo>
                      <a:pt x="40" y="8"/>
                    </a:lnTo>
                    <a:lnTo>
                      <a:pt x="40" y="8"/>
                    </a:lnTo>
                    <a:lnTo>
                      <a:pt x="40" y="8"/>
                    </a:lnTo>
                    <a:lnTo>
                      <a:pt x="40" y="8"/>
                    </a:lnTo>
                    <a:lnTo>
                      <a:pt x="44" y="8"/>
                    </a:lnTo>
                    <a:lnTo>
                      <a:pt x="44" y="8"/>
                    </a:lnTo>
                    <a:lnTo>
                      <a:pt x="44" y="4"/>
                    </a:lnTo>
                    <a:lnTo>
                      <a:pt x="44" y="4"/>
                    </a:lnTo>
                    <a:lnTo>
                      <a:pt x="48" y="4"/>
                    </a:lnTo>
                    <a:lnTo>
                      <a:pt x="48" y="4"/>
                    </a:lnTo>
                    <a:lnTo>
                      <a:pt x="48" y="0"/>
                    </a:lnTo>
                    <a:lnTo>
                      <a:pt x="48" y="0"/>
                    </a:lnTo>
                    <a:lnTo>
                      <a:pt x="48" y="0"/>
                    </a:lnTo>
                    <a:lnTo>
                      <a:pt x="48" y="4"/>
                    </a:lnTo>
                    <a:lnTo>
                      <a:pt x="52" y="4"/>
                    </a:lnTo>
                    <a:lnTo>
                      <a:pt x="56" y="4"/>
                    </a:lnTo>
                    <a:lnTo>
                      <a:pt x="56" y="4"/>
                    </a:lnTo>
                    <a:lnTo>
                      <a:pt x="56" y="4"/>
                    </a:lnTo>
                    <a:lnTo>
                      <a:pt x="56" y="4"/>
                    </a:lnTo>
                    <a:lnTo>
                      <a:pt x="56" y="4"/>
                    </a:lnTo>
                    <a:lnTo>
                      <a:pt x="56" y="4"/>
                    </a:lnTo>
                    <a:lnTo>
                      <a:pt x="56" y="4"/>
                    </a:lnTo>
                    <a:lnTo>
                      <a:pt x="56" y="4"/>
                    </a:lnTo>
                    <a:lnTo>
                      <a:pt x="56" y="4"/>
                    </a:lnTo>
                    <a:lnTo>
                      <a:pt x="56" y="4"/>
                    </a:lnTo>
                    <a:lnTo>
                      <a:pt x="56" y="4"/>
                    </a:lnTo>
                    <a:lnTo>
                      <a:pt x="56" y="4"/>
                    </a:lnTo>
                    <a:lnTo>
                      <a:pt x="60" y="4"/>
                    </a:lnTo>
                    <a:lnTo>
                      <a:pt x="64" y="4"/>
                    </a:lnTo>
                    <a:lnTo>
                      <a:pt x="64" y="4"/>
                    </a:lnTo>
                    <a:lnTo>
                      <a:pt x="64" y="4"/>
                    </a:lnTo>
                    <a:lnTo>
                      <a:pt x="64" y="8"/>
                    </a:lnTo>
                    <a:lnTo>
                      <a:pt x="68" y="8"/>
                    </a:lnTo>
                    <a:lnTo>
                      <a:pt x="68" y="8"/>
                    </a:lnTo>
                    <a:lnTo>
                      <a:pt x="68" y="8"/>
                    </a:lnTo>
                    <a:lnTo>
                      <a:pt x="70" y="8"/>
                    </a:lnTo>
                    <a:lnTo>
                      <a:pt x="70" y="12"/>
                    </a:lnTo>
                    <a:lnTo>
                      <a:pt x="70" y="12"/>
                    </a:lnTo>
                    <a:lnTo>
                      <a:pt x="74" y="12"/>
                    </a:lnTo>
                    <a:lnTo>
                      <a:pt x="74" y="12"/>
                    </a:lnTo>
                    <a:lnTo>
                      <a:pt x="74" y="12"/>
                    </a:lnTo>
                    <a:lnTo>
                      <a:pt x="74" y="12"/>
                    </a:lnTo>
                    <a:lnTo>
                      <a:pt x="74" y="16"/>
                    </a:lnTo>
                    <a:lnTo>
                      <a:pt x="74" y="16"/>
                    </a:lnTo>
                    <a:lnTo>
                      <a:pt x="78" y="16"/>
                    </a:lnTo>
                    <a:lnTo>
                      <a:pt x="78" y="18"/>
                    </a:lnTo>
                    <a:lnTo>
                      <a:pt x="78" y="18"/>
                    </a:lnTo>
                    <a:lnTo>
                      <a:pt x="78" y="18"/>
                    </a:lnTo>
                    <a:lnTo>
                      <a:pt x="78" y="18"/>
                    </a:lnTo>
                    <a:lnTo>
                      <a:pt x="78" y="18"/>
                    </a:lnTo>
                    <a:lnTo>
                      <a:pt x="78" y="18"/>
                    </a:lnTo>
                    <a:lnTo>
                      <a:pt x="78" y="18"/>
                    </a:lnTo>
                    <a:lnTo>
                      <a:pt x="78" y="18"/>
                    </a:lnTo>
                    <a:lnTo>
                      <a:pt x="78" y="18"/>
                    </a:lnTo>
                    <a:lnTo>
                      <a:pt x="78" y="18"/>
                    </a:lnTo>
                    <a:lnTo>
                      <a:pt x="78" y="22"/>
                    </a:lnTo>
                    <a:lnTo>
                      <a:pt x="78" y="22"/>
                    </a:lnTo>
                    <a:lnTo>
                      <a:pt x="78" y="22"/>
                    </a:lnTo>
                    <a:lnTo>
                      <a:pt x="78" y="22"/>
                    </a:lnTo>
                    <a:lnTo>
                      <a:pt x="78" y="22"/>
                    </a:lnTo>
                    <a:lnTo>
                      <a:pt x="78" y="22"/>
                    </a:lnTo>
                    <a:lnTo>
                      <a:pt x="78" y="22"/>
                    </a:lnTo>
                    <a:lnTo>
                      <a:pt x="78" y="26"/>
                    </a:lnTo>
                    <a:lnTo>
                      <a:pt x="82" y="26"/>
                    </a:lnTo>
                    <a:lnTo>
                      <a:pt x="82" y="26"/>
                    </a:lnTo>
                    <a:lnTo>
                      <a:pt x="82" y="26"/>
                    </a:lnTo>
                    <a:lnTo>
                      <a:pt x="82" y="26"/>
                    </a:lnTo>
                    <a:lnTo>
                      <a:pt x="82" y="30"/>
                    </a:lnTo>
                    <a:lnTo>
                      <a:pt x="82" y="30"/>
                    </a:lnTo>
                    <a:lnTo>
                      <a:pt x="82" y="30"/>
                    </a:lnTo>
                    <a:lnTo>
                      <a:pt x="82" y="30"/>
                    </a:lnTo>
                    <a:lnTo>
                      <a:pt x="78" y="34"/>
                    </a:lnTo>
                    <a:lnTo>
                      <a:pt x="82" y="34"/>
                    </a:lnTo>
                    <a:lnTo>
                      <a:pt x="82" y="34"/>
                    </a:lnTo>
                    <a:lnTo>
                      <a:pt x="78" y="38"/>
                    </a:lnTo>
                    <a:lnTo>
                      <a:pt x="78" y="38"/>
                    </a:lnTo>
                    <a:lnTo>
                      <a:pt x="74" y="38"/>
                    </a:lnTo>
                    <a:lnTo>
                      <a:pt x="74" y="38"/>
                    </a:lnTo>
                    <a:lnTo>
                      <a:pt x="74" y="34"/>
                    </a:lnTo>
                    <a:lnTo>
                      <a:pt x="74" y="34"/>
                    </a:lnTo>
                    <a:lnTo>
                      <a:pt x="74" y="34"/>
                    </a:lnTo>
                    <a:lnTo>
                      <a:pt x="74" y="34"/>
                    </a:lnTo>
                    <a:lnTo>
                      <a:pt x="74" y="34"/>
                    </a:lnTo>
                    <a:lnTo>
                      <a:pt x="74" y="38"/>
                    </a:lnTo>
                    <a:lnTo>
                      <a:pt x="74" y="38"/>
                    </a:lnTo>
                    <a:lnTo>
                      <a:pt x="74" y="38"/>
                    </a:lnTo>
                    <a:lnTo>
                      <a:pt x="74" y="38"/>
                    </a:lnTo>
                    <a:lnTo>
                      <a:pt x="74" y="38"/>
                    </a:lnTo>
                    <a:lnTo>
                      <a:pt x="74" y="38"/>
                    </a:lnTo>
                    <a:lnTo>
                      <a:pt x="74" y="38"/>
                    </a:lnTo>
                    <a:lnTo>
                      <a:pt x="70" y="42"/>
                    </a:lnTo>
                    <a:lnTo>
                      <a:pt x="70" y="42"/>
                    </a:lnTo>
                    <a:lnTo>
                      <a:pt x="70" y="42"/>
                    </a:lnTo>
                    <a:lnTo>
                      <a:pt x="68" y="38"/>
                    </a:lnTo>
                    <a:lnTo>
                      <a:pt x="68" y="38"/>
                    </a:lnTo>
                    <a:lnTo>
                      <a:pt x="68" y="38"/>
                    </a:lnTo>
                    <a:lnTo>
                      <a:pt x="68" y="34"/>
                    </a:lnTo>
                    <a:lnTo>
                      <a:pt x="68" y="34"/>
                    </a:lnTo>
                    <a:lnTo>
                      <a:pt x="68" y="34"/>
                    </a:lnTo>
                    <a:lnTo>
                      <a:pt x="68" y="30"/>
                    </a:lnTo>
                    <a:lnTo>
                      <a:pt x="68" y="30"/>
                    </a:lnTo>
                    <a:lnTo>
                      <a:pt x="68" y="30"/>
                    </a:lnTo>
                    <a:lnTo>
                      <a:pt x="64" y="30"/>
                    </a:lnTo>
                    <a:lnTo>
                      <a:pt x="64" y="30"/>
                    </a:lnTo>
                    <a:lnTo>
                      <a:pt x="64" y="26"/>
                    </a:lnTo>
                    <a:lnTo>
                      <a:pt x="64" y="26"/>
                    </a:lnTo>
                    <a:lnTo>
                      <a:pt x="64" y="26"/>
                    </a:lnTo>
                    <a:lnTo>
                      <a:pt x="68" y="30"/>
                    </a:lnTo>
                    <a:lnTo>
                      <a:pt x="68" y="30"/>
                    </a:lnTo>
                    <a:lnTo>
                      <a:pt x="68" y="26"/>
                    </a:lnTo>
                    <a:lnTo>
                      <a:pt x="68" y="26"/>
                    </a:lnTo>
                    <a:lnTo>
                      <a:pt x="68" y="26"/>
                    </a:lnTo>
                    <a:lnTo>
                      <a:pt x="68" y="26"/>
                    </a:lnTo>
                    <a:lnTo>
                      <a:pt x="68" y="26"/>
                    </a:lnTo>
                    <a:lnTo>
                      <a:pt x="68" y="26"/>
                    </a:lnTo>
                    <a:lnTo>
                      <a:pt x="68" y="26"/>
                    </a:lnTo>
                    <a:lnTo>
                      <a:pt x="68" y="22"/>
                    </a:lnTo>
                    <a:lnTo>
                      <a:pt x="68" y="22"/>
                    </a:lnTo>
                    <a:lnTo>
                      <a:pt x="68" y="22"/>
                    </a:lnTo>
                    <a:lnTo>
                      <a:pt x="70" y="22"/>
                    </a:lnTo>
                    <a:lnTo>
                      <a:pt x="70" y="26"/>
                    </a:lnTo>
                    <a:lnTo>
                      <a:pt x="70" y="26"/>
                    </a:lnTo>
                    <a:lnTo>
                      <a:pt x="70" y="26"/>
                    </a:lnTo>
                    <a:lnTo>
                      <a:pt x="70" y="26"/>
                    </a:lnTo>
                    <a:lnTo>
                      <a:pt x="74" y="26"/>
                    </a:lnTo>
                    <a:lnTo>
                      <a:pt x="74" y="26"/>
                    </a:lnTo>
                    <a:lnTo>
                      <a:pt x="74" y="26"/>
                    </a:lnTo>
                    <a:lnTo>
                      <a:pt x="74" y="26"/>
                    </a:lnTo>
                    <a:lnTo>
                      <a:pt x="74" y="26"/>
                    </a:lnTo>
                    <a:lnTo>
                      <a:pt x="70" y="26"/>
                    </a:lnTo>
                    <a:lnTo>
                      <a:pt x="70" y="26"/>
                    </a:lnTo>
                    <a:lnTo>
                      <a:pt x="70" y="26"/>
                    </a:lnTo>
                    <a:lnTo>
                      <a:pt x="70" y="26"/>
                    </a:lnTo>
                    <a:lnTo>
                      <a:pt x="70" y="22"/>
                    </a:lnTo>
                    <a:lnTo>
                      <a:pt x="70" y="22"/>
                    </a:lnTo>
                    <a:lnTo>
                      <a:pt x="70" y="22"/>
                    </a:lnTo>
                    <a:lnTo>
                      <a:pt x="68" y="22"/>
                    </a:lnTo>
                    <a:lnTo>
                      <a:pt x="68" y="22"/>
                    </a:lnTo>
                    <a:lnTo>
                      <a:pt x="68" y="22"/>
                    </a:lnTo>
                    <a:lnTo>
                      <a:pt x="68" y="22"/>
                    </a:lnTo>
                    <a:lnTo>
                      <a:pt x="64" y="22"/>
                    </a:lnTo>
                    <a:lnTo>
                      <a:pt x="64" y="22"/>
                    </a:lnTo>
                    <a:lnTo>
                      <a:pt x="64" y="22"/>
                    </a:lnTo>
                    <a:lnTo>
                      <a:pt x="64" y="22"/>
                    </a:lnTo>
                    <a:lnTo>
                      <a:pt x="64" y="18"/>
                    </a:lnTo>
                    <a:lnTo>
                      <a:pt x="64" y="18"/>
                    </a:lnTo>
                    <a:lnTo>
                      <a:pt x="64" y="18"/>
                    </a:lnTo>
                    <a:lnTo>
                      <a:pt x="64" y="18"/>
                    </a:lnTo>
                    <a:lnTo>
                      <a:pt x="64" y="18"/>
                    </a:lnTo>
                    <a:lnTo>
                      <a:pt x="60" y="16"/>
                    </a:lnTo>
                    <a:lnTo>
                      <a:pt x="60" y="16"/>
                    </a:lnTo>
                    <a:lnTo>
                      <a:pt x="60" y="16"/>
                    </a:lnTo>
                    <a:lnTo>
                      <a:pt x="56" y="12"/>
                    </a:lnTo>
                    <a:lnTo>
                      <a:pt x="56" y="12"/>
                    </a:lnTo>
                    <a:lnTo>
                      <a:pt x="56" y="12"/>
                    </a:lnTo>
                    <a:lnTo>
                      <a:pt x="56" y="12"/>
                    </a:lnTo>
                    <a:lnTo>
                      <a:pt x="56" y="12"/>
                    </a:lnTo>
                    <a:lnTo>
                      <a:pt x="56" y="12"/>
                    </a:lnTo>
                    <a:lnTo>
                      <a:pt x="56" y="12"/>
                    </a:lnTo>
                    <a:lnTo>
                      <a:pt x="56" y="12"/>
                    </a:lnTo>
                    <a:lnTo>
                      <a:pt x="56" y="12"/>
                    </a:lnTo>
                    <a:lnTo>
                      <a:pt x="56" y="12"/>
                    </a:lnTo>
                    <a:lnTo>
                      <a:pt x="56" y="12"/>
                    </a:lnTo>
                    <a:lnTo>
                      <a:pt x="56" y="12"/>
                    </a:lnTo>
                    <a:lnTo>
                      <a:pt x="52" y="12"/>
                    </a:lnTo>
                    <a:lnTo>
                      <a:pt x="52" y="12"/>
                    </a:lnTo>
                    <a:lnTo>
                      <a:pt x="52" y="12"/>
                    </a:lnTo>
                    <a:lnTo>
                      <a:pt x="52" y="12"/>
                    </a:lnTo>
                    <a:lnTo>
                      <a:pt x="52" y="12"/>
                    </a:lnTo>
                    <a:lnTo>
                      <a:pt x="52" y="12"/>
                    </a:lnTo>
                    <a:lnTo>
                      <a:pt x="48" y="12"/>
                    </a:lnTo>
                    <a:lnTo>
                      <a:pt x="48" y="12"/>
                    </a:lnTo>
                    <a:lnTo>
                      <a:pt x="48" y="16"/>
                    </a:lnTo>
                    <a:lnTo>
                      <a:pt x="48" y="16"/>
                    </a:lnTo>
                    <a:lnTo>
                      <a:pt x="48" y="16"/>
                    </a:lnTo>
                    <a:lnTo>
                      <a:pt x="48" y="16"/>
                    </a:lnTo>
                    <a:lnTo>
                      <a:pt x="44" y="16"/>
                    </a:lnTo>
                    <a:lnTo>
                      <a:pt x="44" y="16"/>
                    </a:lnTo>
                    <a:lnTo>
                      <a:pt x="44" y="16"/>
                    </a:lnTo>
                    <a:lnTo>
                      <a:pt x="44" y="18"/>
                    </a:lnTo>
                    <a:lnTo>
                      <a:pt x="44" y="18"/>
                    </a:lnTo>
                    <a:lnTo>
                      <a:pt x="44" y="22"/>
                    </a:lnTo>
                    <a:lnTo>
                      <a:pt x="40" y="22"/>
                    </a:lnTo>
                    <a:lnTo>
                      <a:pt x="40" y="22"/>
                    </a:lnTo>
                    <a:lnTo>
                      <a:pt x="40" y="22"/>
                    </a:lnTo>
                    <a:lnTo>
                      <a:pt x="40" y="22"/>
                    </a:lnTo>
                    <a:close/>
                    <a:moveTo>
                      <a:pt x="10" y="4"/>
                    </a:moveTo>
                    <a:lnTo>
                      <a:pt x="10" y="4"/>
                    </a:lnTo>
                    <a:lnTo>
                      <a:pt x="10" y="4"/>
                    </a:lnTo>
                    <a:lnTo>
                      <a:pt x="10" y="4"/>
                    </a:lnTo>
                    <a:lnTo>
                      <a:pt x="10" y="8"/>
                    </a:lnTo>
                    <a:lnTo>
                      <a:pt x="10" y="8"/>
                    </a:lnTo>
                    <a:lnTo>
                      <a:pt x="10" y="8"/>
                    </a:lnTo>
                    <a:lnTo>
                      <a:pt x="10" y="4"/>
                    </a:lnTo>
                    <a:lnTo>
                      <a:pt x="10" y="4"/>
                    </a:lnTo>
                    <a:lnTo>
                      <a:pt x="10" y="4"/>
                    </a:lnTo>
                    <a:close/>
                    <a:moveTo>
                      <a:pt x="60" y="22"/>
                    </a:moveTo>
                    <a:lnTo>
                      <a:pt x="60" y="22"/>
                    </a:lnTo>
                    <a:lnTo>
                      <a:pt x="60" y="22"/>
                    </a:lnTo>
                    <a:lnTo>
                      <a:pt x="60" y="22"/>
                    </a:lnTo>
                    <a:lnTo>
                      <a:pt x="60" y="22"/>
                    </a:lnTo>
                    <a:lnTo>
                      <a:pt x="60" y="22"/>
                    </a:lnTo>
                    <a:lnTo>
                      <a:pt x="60" y="22"/>
                    </a:lnTo>
                    <a:lnTo>
                      <a:pt x="60" y="26"/>
                    </a:lnTo>
                    <a:lnTo>
                      <a:pt x="56" y="22"/>
                    </a:lnTo>
                    <a:lnTo>
                      <a:pt x="56" y="22"/>
                    </a:lnTo>
                    <a:lnTo>
                      <a:pt x="56" y="22"/>
                    </a:lnTo>
                    <a:lnTo>
                      <a:pt x="60" y="22"/>
                    </a:lnTo>
                    <a:lnTo>
                      <a:pt x="60" y="22"/>
                    </a:lnTo>
                    <a:lnTo>
                      <a:pt x="60" y="22"/>
                    </a:lnTo>
                    <a:lnTo>
                      <a:pt x="60" y="22"/>
                    </a:lnTo>
                    <a:close/>
                    <a:moveTo>
                      <a:pt x="18" y="34"/>
                    </a:moveTo>
                    <a:lnTo>
                      <a:pt x="18" y="38"/>
                    </a:lnTo>
                    <a:lnTo>
                      <a:pt x="18" y="38"/>
                    </a:lnTo>
                    <a:lnTo>
                      <a:pt x="18" y="38"/>
                    </a:lnTo>
                    <a:lnTo>
                      <a:pt x="18" y="38"/>
                    </a:lnTo>
                    <a:lnTo>
                      <a:pt x="18" y="38"/>
                    </a:lnTo>
                    <a:lnTo>
                      <a:pt x="18" y="38"/>
                    </a:lnTo>
                    <a:lnTo>
                      <a:pt x="18" y="42"/>
                    </a:lnTo>
                    <a:lnTo>
                      <a:pt x="18" y="42"/>
                    </a:lnTo>
                    <a:lnTo>
                      <a:pt x="18" y="42"/>
                    </a:lnTo>
                    <a:lnTo>
                      <a:pt x="18" y="42"/>
                    </a:lnTo>
                    <a:lnTo>
                      <a:pt x="18" y="42"/>
                    </a:lnTo>
                    <a:lnTo>
                      <a:pt x="18" y="42"/>
                    </a:lnTo>
                    <a:lnTo>
                      <a:pt x="18" y="42"/>
                    </a:lnTo>
                    <a:lnTo>
                      <a:pt x="18" y="42"/>
                    </a:lnTo>
                    <a:lnTo>
                      <a:pt x="18" y="42"/>
                    </a:lnTo>
                    <a:lnTo>
                      <a:pt x="18" y="42"/>
                    </a:lnTo>
                    <a:lnTo>
                      <a:pt x="14" y="38"/>
                    </a:lnTo>
                    <a:lnTo>
                      <a:pt x="14" y="38"/>
                    </a:lnTo>
                    <a:lnTo>
                      <a:pt x="14" y="38"/>
                    </a:lnTo>
                    <a:lnTo>
                      <a:pt x="14" y="38"/>
                    </a:lnTo>
                    <a:lnTo>
                      <a:pt x="14" y="38"/>
                    </a:lnTo>
                    <a:lnTo>
                      <a:pt x="18" y="34"/>
                    </a:lnTo>
                    <a:lnTo>
                      <a:pt x="18" y="34"/>
                    </a:lnTo>
                    <a:lnTo>
                      <a:pt x="18" y="34"/>
                    </a:lnTo>
                    <a:lnTo>
                      <a:pt x="18"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8" name="Freeform 82"/>
              <p:cNvSpPr>
                <a:spLocks noEditPoints="1"/>
              </p:cNvSpPr>
              <p:nvPr/>
            </p:nvSpPr>
            <p:spPr bwMode="gray">
              <a:xfrm>
                <a:off x="3147646" y="3966574"/>
                <a:ext cx="45221" cy="17393"/>
              </a:xfrm>
              <a:custGeom>
                <a:avLst/>
                <a:gdLst>
                  <a:gd name="T0" fmla="*/ 18 w 26"/>
                  <a:gd name="T1" fmla="*/ 6 h 10"/>
                  <a:gd name="T2" fmla="*/ 18 w 26"/>
                  <a:gd name="T3" fmla="*/ 6 h 10"/>
                  <a:gd name="T4" fmla="*/ 18 w 26"/>
                  <a:gd name="T5" fmla="*/ 10 h 10"/>
                  <a:gd name="T6" fmla="*/ 16 w 26"/>
                  <a:gd name="T7" fmla="*/ 10 h 10"/>
                  <a:gd name="T8" fmla="*/ 12 w 26"/>
                  <a:gd name="T9" fmla="*/ 10 h 10"/>
                  <a:gd name="T10" fmla="*/ 12 w 26"/>
                  <a:gd name="T11" fmla="*/ 10 h 10"/>
                  <a:gd name="T12" fmla="*/ 8 w 26"/>
                  <a:gd name="T13" fmla="*/ 10 h 10"/>
                  <a:gd name="T14" fmla="*/ 8 w 26"/>
                  <a:gd name="T15" fmla="*/ 10 h 10"/>
                  <a:gd name="T16" fmla="*/ 8 w 26"/>
                  <a:gd name="T17" fmla="*/ 6 h 10"/>
                  <a:gd name="T18" fmla="*/ 4 w 26"/>
                  <a:gd name="T19" fmla="*/ 10 h 10"/>
                  <a:gd name="T20" fmla="*/ 4 w 26"/>
                  <a:gd name="T21" fmla="*/ 10 h 10"/>
                  <a:gd name="T22" fmla="*/ 4 w 26"/>
                  <a:gd name="T23" fmla="*/ 10 h 10"/>
                  <a:gd name="T24" fmla="*/ 0 w 26"/>
                  <a:gd name="T25" fmla="*/ 10 h 10"/>
                  <a:gd name="T26" fmla="*/ 0 w 26"/>
                  <a:gd name="T27" fmla="*/ 10 h 10"/>
                  <a:gd name="T28" fmla="*/ 0 w 26"/>
                  <a:gd name="T29" fmla="*/ 6 h 10"/>
                  <a:gd name="T30" fmla="*/ 0 w 26"/>
                  <a:gd name="T31" fmla="*/ 2 h 10"/>
                  <a:gd name="T32" fmla="*/ 0 w 26"/>
                  <a:gd name="T33" fmla="*/ 2 h 10"/>
                  <a:gd name="T34" fmla="*/ 0 w 26"/>
                  <a:gd name="T35" fmla="*/ 2 h 10"/>
                  <a:gd name="T36" fmla="*/ 0 w 26"/>
                  <a:gd name="T37" fmla="*/ 2 h 10"/>
                  <a:gd name="T38" fmla="*/ 0 w 26"/>
                  <a:gd name="T39" fmla="*/ 2 h 10"/>
                  <a:gd name="T40" fmla="*/ 0 w 26"/>
                  <a:gd name="T41" fmla="*/ 2 h 10"/>
                  <a:gd name="T42" fmla="*/ 0 w 26"/>
                  <a:gd name="T43" fmla="*/ 0 h 10"/>
                  <a:gd name="T44" fmla="*/ 0 w 26"/>
                  <a:gd name="T45" fmla="*/ 0 h 10"/>
                  <a:gd name="T46" fmla="*/ 0 w 26"/>
                  <a:gd name="T47" fmla="*/ 0 h 10"/>
                  <a:gd name="T48" fmla="*/ 4 w 26"/>
                  <a:gd name="T49" fmla="*/ 0 h 10"/>
                  <a:gd name="T50" fmla="*/ 4 w 26"/>
                  <a:gd name="T51" fmla="*/ 0 h 10"/>
                  <a:gd name="T52" fmla="*/ 8 w 26"/>
                  <a:gd name="T53" fmla="*/ 0 h 10"/>
                  <a:gd name="T54" fmla="*/ 12 w 26"/>
                  <a:gd name="T55" fmla="*/ 0 h 10"/>
                  <a:gd name="T56" fmla="*/ 16 w 26"/>
                  <a:gd name="T57" fmla="*/ 0 h 10"/>
                  <a:gd name="T58" fmla="*/ 16 w 26"/>
                  <a:gd name="T59" fmla="*/ 0 h 10"/>
                  <a:gd name="T60" fmla="*/ 16 w 26"/>
                  <a:gd name="T61" fmla="*/ 0 h 10"/>
                  <a:gd name="T62" fmla="*/ 16 w 26"/>
                  <a:gd name="T63" fmla="*/ 0 h 10"/>
                  <a:gd name="T64" fmla="*/ 18 w 26"/>
                  <a:gd name="T65" fmla="*/ 0 h 10"/>
                  <a:gd name="T66" fmla="*/ 18 w 26"/>
                  <a:gd name="T67" fmla="*/ 0 h 10"/>
                  <a:gd name="T68" fmla="*/ 22 w 26"/>
                  <a:gd name="T69" fmla="*/ 2 h 10"/>
                  <a:gd name="T70" fmla="*/ 22 w 26"/>
                  <a:gd name="T71" fmla="*/ 2 h 10"/>
                  <a:gd name="T72" fmla="*/ 22 w 26"/>
                  <a:gd name="T73" fmla="*/ 2 h 10"/>
                  <a:gd name="T74" fmla="*/ 22 w 26"/>
                  <a:gd name="T75" fmla="*/ 2 h 10"/>
                  <a:gd name="T76" fmla="*/ 18 w 26"/>
                  <a:gd name="T77" fmla="*/ 6 h 10"/>
                  <a:gd name="T78" fmla="*/ 18 w 26"/>
                  <a:gd name="T79" fmla="*/ 6 h 10"/>
                  <a:gd name="T80" fmla="*/ 22 w 26"/>
                  <a:gd name="T81" fmla="*/ 6 h 10"/>
                  <a:gd name="T82" fmla="*/ 22 w 26"/>
                  <a:gd name="T83" fmla="*/ 6 h 10"/>
                  <a:gd name="T84" fmla="*/ 22 w 26"/>
                  <a:gd name="T85" fmla="*/ 6 h 10"/>
                  <a:gd name="T86" fmla="*/ 26 w 26"/>
                  <a:gd name="T87" fmla="*/ 6 h 10"/>
                  <a:gd name="T88" fmla="*/ 26 w 26"/>
                  <a:gd name="T89" fmla="*/ 6 h 10"/>
                  <a:gd name="T90" fmla="*/ 26 w 26"/>
                  <a:gd name="T91" fmla="*/ 6 h 10"/>
                  <a:gd name="T92" fmla="*/ 22 w 26"/>
                  <a:gd name="T93" fmla="*/ 6 h 10"/>
                  <a:gd name="T94" fmla="*/ 22 w 26"/>
                  <a:gd name="T95" fmla="*/ 6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0">
                    <a:moveTo>
                      <a:pt x="18" y="6"/>
                    </a:moveTo>
                    <a:lnTo>
                      <a:pt x="18" y="6"/>
                    </a:lnTo>
                    <a:lnTo>
                      <a:pt x="18" y="6"/>
                    </a:lnTo>
                    <a:lnTo>
                      <a:pt x="18" y="6"/>
                    </a:lnTo>
                    <a:lnTo>
                      <a:pt x="18" y="6"/>
                    </a:lnTo>
                    <a:lnTo>
                      <a:pt x="18" y="10"/>
                    </a:lnTo>
                    <a:lnTo>
                      <a:pt x="18" y="10"/>
                    </a:lnTo>
                    <a:lnTo>
                      <a:pt x="16" y="10"/>
                    </a:lnTo>
                    <a:lnTo>
                      <a:pt x="16" y="10"/>
                    </a:lnTo>
                    <a:lnTo>
                      <a:pt x="12" y="10"/>
                    </a:lnTo>
                    <a:lnTo>
                      <a:pt x="12" y="10"/>
                    </a:lnTo>
                    <a:lnTo>
                      <a:pt x="12" y="10"/>
                    </a:lnTo>
                    <a:lnTo>
                      <a:pt x="12" y="6"/>
                    </a:lnTo>
                    <a:lnTo>
                      <a:pt x="8" y="10"/>
                    </a:lnTo>
                    <a:lnTo>
                      <a:pt x="8" y="10"/>
                    </a:lnTo>
                    <a:lnTo>
                      <a:pt x="8" y="10"/>
                    </a:lnTo>
                    <a:lnTo>
                      <a:pt x="8" y="10"/>
                    </a:lnTo>
                    <a:lnTo>
                      <a:pt x="8" y="6"/>
                    </a:lnTo>
                    <a:lnTo>
                      <a:pt x="8" y="6"/>
                    </a:lnTo>
                    <a:lnTo>
                      <a:pt x="4" y="10"/>
                    </a:lnTo>
                    <a:lnTo>
                      <a:pt x="4" y="10"/>
                    </a:lnTo>
                    <a:lnTo>
                      <a:pt x="4" y="10"/>
                    </a:lnTo>
                    <a:lnTo>
                      <a:pt x="4" y="10"/>
                    </a:lnTo>
                    <a:lnTo>
                      <a:pt x="4" y="10"/>
                    </a:lnTo>
                    <a:lnTo>
                      <a:pt x="4" y="10"/>
                    </a:lnTo>
                    <a:lnTo>
                      <a:pt x="0" y="10"/>
                    </a:lnTo>
                    <a:lnTo>
                      <a:pt x="0" y="10"/>
                    </a:lnTo>
                    <a:lnTo>
                      <a:pt x="0" y="10"/>
                    </a:lnTo>
                    <a:lnTo>
                      <a:pt x="0" y="10"/>
                    </a:lnTo>
                    <a:lnTo>
                      <a:pt x="0" y="6"/>
                    </a:lnTo>
                    <a:lnTo>
                      <a:pt x="0" y="6"/>
                    </a:lnTo>
                    <a:lnTo>
                      <a:pt x="0" y="2"/>
                    </a:lnTo>
                    <a:lnTo>
                      <a:pt x="0" y="2"/>
                    </a:lnTo>
                    <a:lnTo>
                      <a:pt x="0" y="2"/>
                    </a:lnTo>
                    <a:lnTo>
                      <a:pt x="0" y="2"/>
                    </a:lnTo>
                    <a:lnTo>
                      <a:pt x="0" y="2"/>
                    </a:lnTo>
                    <a:lnTo>
                      <a:pt x="0" y="2"/>
                    </a:lnTo>
                    <a:lnTo>
                      <a:pt x="0" y="2"/>
                    </a:lnTo>
                    <a:lnTo>
                      <a:pt x="0" y="2"/>
                    </a:lnTo>
                    <a:lnTo>
                      <a:pt x="0" y="2"/>
                    </a:lnTo>
                    <a:lnTo>
                      <a:pt x="0" y="2"/>
                    </a:lnTo>
                    <a:lnTo>
                      <a:pt x="0" y="2"/>
                    </a:lnTo>
                    <a:lnTo>
                      <a:pt x="0" y="0"/>
                    </a:lnTo>
                    <a:lnTo>
                      <a:pt x="0" y="0"/>
                    </a:lnTo>
                    <a:lnTo>
                      <a:pt x="0" y="0"/>
                    </a:lnTo>
                    <a:lnTo>
                      <a:pt x="0" y="0"/>
                    </a:lnTo>
                    <a:lnTo>
                      <a:pt x="0" y="0"/>
                    </a:lnTo>
                    <a:lnTo>
                      <a:pt x="0" y="0"/>
                    </a:lnTo>
                    <a:lnTo>
                      <a:pt x="4" y="0"/>
                    </a:lnTo>
                    <a:lnTo>
                      <a:pt x="4" y="0"/>
                    </a:lnTo>
                    <a:lnTo>
                      <a:pt x="4" y="0"/>
                    </a:lnTo>
                    <a:lnTo>
                      <a:pt x="4" y="0"/>
                    </a:lnTo>
                    <a:lnTo>
                      <a:pt x="8" y="0"/>
                    </a:lnTo>
                    <a:lnTo>
                      <a:pt x="8" y="0"/>
                    </a:lnTo>
                    <a:lnTo>
                      <a:pt x="8" y="0"/>
                    </a:lnTo>
                    <a:lnTo>
                      <a:pt x="12" y="0"/>
                    </a:lnTo>
                    <a:lnTo>
                      <a:pt x="12" y="0"/>
                    </a:lnTo>
                    <a:lnTo>
                      <a:pt x="16" y="0"/>
                    </a:lnTo>
                    <a:lnTo>
                      <a:pt x="16" y="0"/>
                    </a:lnTo>
                    <a:lnTo>
                      <a:pt x="16" y="0"/>
                    </a:lnTo>
                    <a:lnTo>
                      <a:pt x="16" y="0"/>
                    </a:lnTo>
                    <a:lnTo>
                      <a:pt x="16" y="0"/>
                    </a:lnTo>
                    <a:lnTo>
                      <a:pt x="16" y="0"/>
                    </a:lnTo>
                    <a:lnTo>
                      <a:pt x="16" y="0"/>
                    </a:lnTo>
                    <a:lnTo>
                      <a:pt x="18" y="0"/>
                    </a:lnTo>
                    <a:lnTo>
                      <a:pt x="18" y="0"/>
                    </a:lnTo>
                    <a:lnTo>
                      <a:pt x="18" y="0"/>
                    </a:lnTo>
                    <a:lnTo>
                      <a:pt x="18" y="0"/>
                    </a:lnTo>
                    <a:lnTo>
                      <a:pt x="18" y="0"/>
                    </a:lnTo>
                    <a:lnTo>
                      <a:pt x="22" y="2"/>
                    </a:lnTo>
                    <a:lnTo>
                      <a:pt x="22" y="2"/>
                    </a:lnTo>
                    <a:lnTo>
                      <a:pt x="22" y="2"/>
                    </a:lnTo>
                    <a:lnTo>
                      <a:pt x="22" y="2"/>
                    </a:lnTo>
                    <a:lnTo>
                      <a:pt x="22" y="2"/>
                    </a:lnTo>
                    <a:lnTo>
                      <a:pt x="22" y="2"/>
                    </a:lnTo>
                    <a:lnTo>
                      <a:pt x="22" y="2"/>
                    </a:lnTo>
                    <a:lnTo>
                      <a:pt x="18" y="6"/>
                    </a:lnTo>
                    <a:lnTo>
                      <a:pt x="18" y="6"/>
                    </a:lnTo>
                    <a:lnTo>
                      <a:pt x="18" y="6"/>
                    </a:lnTo>
                    <a:lnTo>
                      <a:pt x="18" y="6"/>
                    </a:lnTo>
                    <a:close/>
                    <a:moveTo>
                      <a:pt x="22" y="6"/>
                    </a:moveTo>
                    <a:lnTo>
                      <a:pt x="22" y="6"/>
                    </a:lnTo>
                    <a:lnTo>
                      <a:pt x="22" y="6"/>
                    </a:lnTo>
                    <a:lnTo>
                      <a:pt x="22" y="6"/>
                    </a:lnTo>
                    <a:lnTo>
                      <a:pt x="22" y="6"/>
                    </a:lnTo>
                    <a:lnTo>
                      <a:pt x="22" y="6"/>
                    </a:lnTo>
                    <a:lnTo>
                      <a:pt x="22" y="6"/>
                    </a:lnTo>
                    <a:lnTo>
                      <a:pt x="26" y="6"/>
                    </a:lnTo>
                    <a:lnTo>
                      <a:pt x="26" y="6"/>
                    </a:lnTo>
                    <a:lnTo>
                      <a:pt x="26" y="6"/>
                    </a:lnTo>
                    <a:lnTo>
                      <a:pt x="26" y="6"/>
                    </a:lnTo>
                    <a:lnTo>
                      <a:pt x="26" y="6"/>
                    </a:lnTo>
                    <a:lnTo>
                      <a:pt x="26" y="6"/>
                    </a:lnTo>
                    <a:lnTo>
                      <a:pt x="22" y="6"/>
                    </a:lnTo>
                    <a:lnTo>
                      <a:pt x="22" y="6"/>
                    </a:lnTo>
                    <a:lnTo>
                      <a:pt x="22"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9" name="Freeform 83"/>
              <p:cNvSpPr>
                <a:spLocks noEditPoints="1"/>
              </p:cNvSpPr>
              <p:nvPr/>
            </p:nvSpPr>
            <p:spPr bwMode="gray">
              <a:xfrm>
                <a:off x="3412014" y="3037819"/>
                <a:ext cx="6957" cy="13914"/>
              </a:xfrm>
              <a:custGeom>
                <a:avLst/>
                <a:gdLst>
                  <a:gd name="T0" fmla="*/ 0 w 4"/>
                  <a:gd name="T1" fmla="*/ 0 h 8"/>
                  <a:gd name="T2" fmla="*/ 4 w 4"/>
                  <a:gd name="T3" fmla="*/ 0 h 8"/>
                  <a:gd name="T4" fmla="*/ 4 w 4"/>
                  <a:gd name="T5" fmla="*/ 0 h 8"/>
                  <a:gd name="T6" fmla="*/ 0 w 4"/>
                  <a:gd name="T7" fmla="*/ 0 h 8"/>
                  <a:gd name="T8" fmla="*/ 0 w 4"/>
                  <a:gd name="T9" fmla="*/ 0 h 8"/>
                  <a:gd name="T10" fmla="*/ 0 w 4"/>
                  <a:gd name="T11" fmla="*/ 0 h 8"/>
                  <a:gd name="T12" fmla="*/ 0 w 4"/>
                  <a:gd name="T13" fmla="*/ 0 h 8"/>
                  <a:gd name="T14" fmla="*/ 0 w 4"/>
                  <a:gd name="T15" fmla="*/ 0 h 8"/>
                  <a:gd name="T16" fmla="*/ 0 w 4"/>
                  <a:gd name="T17" fmla="*/ 0 h 8"/>
                  <a:gd name="T18" fmla="*/ 0 w 4"/>
                  <a:gd name="T19" fmla="*/ 0 h 8"/>
                  <a:gd name="T20" fmla="*/ 0 w 4"/>
                  <a:gd name="T21" fmla="*/ 0 h 8"/>
                  <a:gd name="T22" fmla="*/ 0 w 4"/>
                  <a:gd name="T23" fmla="*/ 4 h 8"/>
                  <a:gd name="T24" fmla="*/ 0 w 4"/>
                  <a:gd name="T25" fmla="*/ 4 h 8"/>
                  <a:gd name="T26" fmla="*/ 0 w 4"/>
                  <a:gd name="T27" fmla="*/ 4 h 8"/>
                  <a:gd name="T28" fmla="*/ 0 w 4"/>
                  <a:gd name="T29" fmla="*/ 4 h 8"/>
                  <a:gd name="T30" fmla="*/ 0 w 4"/>
                  <a:gd name="T31" fmla="*/ 4 h 8"/>
                  <a:gd name="T32" fmla="*/ 4 w 4"/>
                  <a:gd name="T33" fmla="*/ 4 h 8"/>
                  <a:gd name="T34" fmla="*/ 4 w 4"/>
                  <a:gd name="T35" fmla="*/ 4 h 8"/>
                  <a:gd name="T36" fmla="*/ 4 w 4"/>
                  <a:gd name="T37" fmla="*/ 4 h 8"/>
                  <a:gd name="T38" fmla="*/ 4 w 4"/>
                  <a:gd name="T39" fmla="*/ 4 h 8"/>
                  <a:gd name="T40" fmla="*/ 4 w 4"/>
                  <a:gd name="T41" fmla="*/ 4 h 8"/>
                  <a:gd name="T42" fmla="*/ 4 w 4"/>
                  <a:gd name="T43" fmla="*/ 4 h 8"/>
                  <a:gd name="T44" fmla="*/ 0 w 4"/>
                  <a:gd name="T45" fmla="*/ 4 h 8"/>
                  <a:gd name="T46" fmla="*/ 0 w 4"/>
                  <a:gd name="T47" fmla="*/ 4 h 8"/>
                  <a:gd name="T48" fmla="*/ 0 w 4"/>
                  <a:gd name="T49" fmla="*/ 4 h 8"/>
                  <a:gd name="T50" fmla="*/ 0 w 4"/>
                  <a:gd name="T51" fmla="*/ 4 h 8"/>
                  <a:gd name="T52" fmla="*/ 0 w 4"/>
                  <a:gd name="T53" fmla="*/ 4 h 8"/>
                  <a:gd name="T54" fmla="*/ 0 w 4"/>
                  <a:gd name="T55" fmla="*/ 4 h 8"/>
                  <a:gd name="T56" fmla="*/ 0 w 4"/>
                  <a:gd name="T57" fmla="*/ 4 h 8"/>
                  <a:gd name="T58" fmla="*/ 0 w 4"/>
                  <a:gd name="T59" fmla="*/ 4 h 8"/>
                  <a:gd name="T60" fmla="*/ 0 w 4"/>
                  <a:gd name="T61" fmla="*/ 4 h 8"/>
                  <a:gd name="T62" fmla="*/ 0 w 4"/>
                  <a:gd name="T63" fmla="*/ 4 h 8"/>
                  <a:gd name="T64" fmla="*/ 0 w 4"/>
                  <a:gd name="T65" fmla="*/ 4 h 8"/>
                  <a:gd name="T66" fmla="*/ 0 w 4"/>
                  <a:gd name="T67" fmla="*/ 0 h 8"/>
                  <a:gd name="T68" fmla="*/ 0 w 4"/>
                  <a:gd name="T69" fmla="*/ 0 h 8"/>
                  <a:gd name="T70" fmla="*/ 0 w 4"/>
                  <a:gd name="T71" fmla="*/ 0 h 8"/>
                  <a:gd name="T72" fmla="*/ 0 w 4"/>
                  <a:gd name="T73" fmla="*/ 0 h 8"/>
                  <a:gd name="T74" fmla="*/ 0 w 4"/>
                  <a:gd name="T75" fmla="*/ 0 h 8"/>
                  <a:gd name="T76" fmla="*/ 0 w 4"/>
                  <a:gd name="T77" fmla="*/ 0 h 8"/>
                  <a:gd name="T78" fmla="*/ 0 w 4"/>
                  <a:gd name="T79" fmla="*/ 0 h 8"/>
                  <a:gd name="T80" fmla="*/ 0 w 4"/>
                  <a:gd name="T81" fmla="*/ 0 h 8"/>
                  <a:gd name="T82" fmla="*/ 0 w 4"/>
                  <a:gd name="T83" fmla="*/ 0 h 8"/>
                  <a:gd name="T84" fmla="*/ 0 w 4"/>
                  <a:gd name="T85" fmla="*/ 0 h 8"/>
                  <a:gd name="T86" fmla="*/ 0 w 4"/>
                  <a:gd name="T87" fmla="*/ 0 h 8"/>
                  <a:gd name="T88" fmla="*/ 0 w 4"/>
                  <a:gd name="T89" fmla="*/ 0 h 8"/>
                  <a:gd name="T90" fmla="*/ 0 w 4"/>
                  <a:gd name="T91" fmla="*/ 0 h 8"/>
                  <a:gd name="T92" fmla="*/ 4 w 4"/>
                  <a:gd name="T93" fmla="*/ 4 h 8"/>
                  <a:gd name="T94" fmla="*/ 4 w 4"/>
                  <a:gd name="T95" fmla="*/ 4 h 8"/>
                  <a:gd name="T96" fmla="*/ 4 w 4"/>
                  <a:gd name="T97" fmla="*/ 8 h 8"/>
                  <a:gd name="T98" fmla="*/ 4 w 4"/>
                  <a:gd name="T99" fmla="*/ 8 h 8"/>
                  <a:gd name="T100" fmla="*/ 4 w 4"/>
                  <a:gd name="T101" fmla="*/ 8 h 8"/>
                  <a:gd name="T102" fmla="*/ 4 w 4"/>
                  <a:gd name="T103" fmla="*/ 4 h 8"/>
                  <a:gd name="T104" fmla="*/ 4 w 4"/>
                  <a:gd name="T105" fmla="*/ 4 h 8"/>
                  <a:gd name="T106" fmla="*/ 4 w 4"/>
                  <a:gd name="T107" fmla="*/ 4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 h="8">
                    <a:moveTo>
                      <a:pt x="0" y="0"/>
                    </a:moveTo>
                    <a:lnTo>
                      <a:pt x="4" y="0"/>
                    </a:lnTo>
                    <a:lnTo>
                      <a:pt x="4" y="0"/>
                    </a:lnTo>
                    <a:lnTo>
                      <a:pt x="0" y="0"/>
                    </a:lnTo>
                    <a:lnTo>
                      <a:pt x="0" y="0"/>
                    </a:lnTo>
                    <a:lnTo>
                      <a:pt x="0" y="0"/>
                    </a:lnTo>
                    <a:lnTo>
                      <a:pt x="0" y="0"/>
                    </a:lnTo>
                    <a:lnTo>
                      <a:pt x="0" y="0"/>
                    </a:lnTo>
                    <a:lnTo>
                      <a:pt x="0" y="0"/>
                    </a:lnTo>
                    <a:lnTo>
                      <a:pt x="0" y="0"/>
                    </a:lnTo>
                    <a:lnTo>
                      <a:pt x="0" y="0"/>
                    </a:lnTo>
                    <a:lnTo>
                      <a:pt x="0" y="4"/>
                    </a:lnTo>
                    <a:lnTo>
                      <a:pt x="0" y="4"/>
                    </a:lnTo>
                    <a:lnTo>
                      <a:pt x="0" y="4"/>
                    </a:lnTo>
                    <a:lnTo>
                      <a:pt x="0" y="4"/>
                    </a:lnTo>
                    <a:lnTo>
                      <a:pt x="0" y="4"/>
                    </a:lnTo>
                    <a:lnTo>
                      <a:pt x="4" y="4"/>
                    </a:lnTo>
                    <a:lnTo>
                      <a:pt x="4" y="4"/>
                    </a:lnTo>
                    <a:lnTo>
                      <a:pt x="4" y="4"/>
                    </a:lnTo>
                    <a:lnTo>
                      <a:pt x="4" y="4"/>
                    </a:lnTo>
                    <a:lnTo>
                      <a:pt x="4" y="4"/>
                    </a:lnTo>
                    <a:lnTo>
                      <a:pt x="4" y="4"/>
                    </a:lnTo>
                    <a:lnTo>
                      <a:pt x="0" y="4"/>
                    </a:lnTo>
                    <a:lnTo>
                      <a:pt x="0" y="4"/>
                    </a:lnTo>
                    <a:lnTo>
                      <a:pt x="0" y="4"/>
                    </a:lnTo>
                    <a:lnTo>
                      <a:pt x="0" y="4"/>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close/>
                    <a:moveTo>
                      <a:pt x="4" y="4"/>
                    </a:moveTo>
                    <a:lnTo>
                      <a:pt x="4" y="4"/>
                    </a:lnTo>
                    <a:lnTo>
                      <a:pt x="4" y="8"/>
                    </a:lnTo>
                    <a:lnTo>
                      <a:pt x="4" y="8"/>
                    </a:lnTo>
                    <a:lnTo>
                      <a:pt x="4" y="8"/>
                    </a:lnTo>
                    <a:lnTo>
                      <a:pt x="4" y="4"/>
                    </a:lnTo>
                    <a:lnTo>
                      <a:pt x="4"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0" name="Freeform 84"/>
              <p:cNvSpPr>
                <a:spLocks noEditPoints="1"/>
              </p:cNvSpPr>
              <p:nvPr/>
            </p:nvSpPr>
            <p:spPr bwMode="gray">
              <a:xfrm>
                <a:off x="2855449" y="3705687"/>
                <a:ext cx="156534" cy="191317"/>
              </a:xfrm>
              <a:custGeom>
                <a:avLst/>
                <a:gdLst>
                  <a:gd name="T0" fmla="*/ 52 w 90"/>
                  <a:gd name="T1" fmla="*/ 50 h 110"/>
                  <a:gd name="T2" fmla="*/ 48 w 90"/>
                  <a:gd name="T3" fmla="*/ 46 h 110"/>
                  <a:gd name="T4" fmla="*/ 52 w 90"/>
                  <a:gd name="T5" fmla="*/ 50 h 110"/>
                  <a:gd name="T6" fmla="*/ 64 w 90"/>
                  <a:gd name="T7" fmla="*/ 50 h 110"/>
                  <a:gd name="T8" fmla="*/ 64 w 90"/>
                  <a:gd name="T9" fmla="*/ 54 h 110"/>
                  <a:gd name="T10" fmla="*/ 86 w 90"/>
                  <a:gd name="T11" fmla="*/ 82 h 110"/>
                  <a:gd name="T12" fmla="*/ 86 w 90"/>
                  <a:gd name="T13" fmla="*/ 80 h 110"/>
                  <a:gd name="T14" fmla="*/ 90 w 90"/>
                  <a:gd name="T15" fmla="*/ 82 h 110"/>
                  <a:gd name="T16" fmla="*/ 22 w 90"/>
                  <a:gd name="T17" fmla="*/ 0 h 110"/>
                  <a:gd name="T18" fmla="*/ 26 w 90"/>
                  <a:gd name="T19" fmla="*/ 8 h 110"/>
                  <a:gd name="T20" fmla="*/ 26 w 90"/>
                  <a:gd name="T21" fmla="*/ 12 h 110"/>
                  <a:gd name="T22" fmla="*/ 26 w 90"/>
                  <a:gd name="T23" fmla="*/ 16 h 110"/>
                  <a:gd name="T24" fmla="*/ 26 w 90"/>
                  <a:gd name="T25" fmla="*/ 12 h 110"/>
                  <a:gd name="T26" fmla="*/ 22 w 90"/>
                  <a:gd name="T27" fmla="*/ 4 h 110"/>
                  <a:gd name="T28" fmla="*/ 16 w 90"/>
                  <a:gd name="T29" fmla="*/ 0 h 110"/>
                  <a:gd name="T30" fmla="*/ 4 w 90"/>
                  <a:gd name="T31" fmla="*/ 8 h 110"/>
                  <a:gd name="T32" fmla="*/ 8 w 90"/>
                  <a:gd name="T33" fmla="*/ 4 h 110"/>
                  <a:gd name="T34" fmla="*/ 12 w 90"/>
                  <a:gd name="T35" fmla="*/ 4 h 110"/>
                  <a:gd name="T36" fmla="*/ 4 w 90"/>
                  <a:gd name="T37" fmla="*/ 8 h 110"/>
                  <a:gd name="T38" fmla="*/ 34 w 90"/>
                  <a:gd name="T39" fmla="*/ 26 h 110"/>
                  <a:gd name="T40" fmla="*/ 42 w 90"/>
                  <a:gd name="T41" fmla="*/ 30 h 110"/>
                  <a:gd name="T42" fmla="*/ 42 w 90"/>
                  <a:gd name="T43" fmla="*/ 42 h 110"/>
                  <a:gd name="T44" fmla="*/ 42 w 90"/>
                  <a:gd name="T45" fmla="*/ 38 h 110"/>
                  <a:gd name="T46" fmla="*/ 38 w 90"/>
                  <a:gd name="T47" fmla="*/ 30 h 110"/>
                  <a:gd name="T48" fmla="*/ 34 w 90"/>
                  <a:gd name="T49" fmla="*/ 24 h 110"/>
                  <a:gd name="T50" fmla="*/ 12 w 90"/>
                  <a:gd name="T51" fmla="*/ 30 h 110"/>
                  <a:gd name="T52" fmla="*/ 16 w 90"/>
                  <a:gd name="T53" fmla="*/ 38 h 110"/>
                  <a:gd name="T54" fmla="*/ 18 w 90"/>
                  <a:gd name="T55" fmla="*/ 46 h 110"/>
                  <a:gd name="T56" fmla="*/ 12 w 90"/>
                  <a:gd name="T57" fmla="*/ 46 h 110"/>
                  <a:gd name="T58" fmla="*/ 12 w 90"/>
                  <a:gd name="T59" fmla="*/ 42 h 110"/>
                  <a:gd name="T60" fmla="*/ 12 w 90"/>
                  <a:gd name="T61" fmla="*/ 38 h 110"/>
                  <a:gd name="T62" fmla="*/ 12 w 90"/>
                  <a:gd name="T63" fmla="*/ 30 h 110"/>
                  <a:gd name="T64" fmla="*/ 26 w 90"/>
                  <a:gd name="T65" fmla="*/ 34 h 110"/>
                  <a:gd name="T66" fmla="*/ 22 w 90"/>
                  <a:gd name="T67" fmla="*/ 34 h 110"/>
                  <a:gd name="T68" fmla="*/ 18 w 90"/>
                  <a:gd name="T69" fmla="*/ 50 h 110"/>
                  <a:gd name="T70" fmla="*/ 22 w 90"/>
                  <a:gd name="T71" fmla="*/ 56 h 110"/>
                  <a:gd name="T72" fmla="*/ 18 w 90"/>
                  <a:gd name="T73" fmla="*/ 56 h 110"/>
                  <a:gd name="T74" fmla="*/ 18 w 90"/>
                  <a:gd name="T75" fmla="*/ 50 h 110"/>
                  <a:gd name="T76" fmla="*/ 44 w 90"/>
                  <a:gd name="T77" fmla="*/ 60 h 110"/>
                  <a:gd name="T78" fmla="*/ 44 w 90"/>
                  <a:gd name="T79" fmla="*/ 56 h 110"/>
                  <a:gd name="T80" fmla="*/ 52 w 90"/>
                  <a:gd name="T81" fmla="*/ 60 h 110"/>
                  <a:gd name="T82" fmla="*/ 60 w 90"/>
                  <a:gd name="T83" fmla="*/ 68 h 110"/>
                  <a:gd name="T84" fmla="*/ 56 w 90"/>
                  <a:gd name="T85" fmla="*/ 68 h 110"/>
                  <a:gd name="T86" fmla="*/ 52 w 90"/>
                  <a:gd name="T87" fmla="*/ 60 h 110"/>
                  <a:gd name="T88" fmla="*/ 68 w 90"/>
                  <a:gd name="T89" fmla="*/ 76 h 110"/>
                  <a:gd name="T90" fmla="*/ 70 w 90"/>
                  <a:gd name="T91" fmla="*/ 76 h 110"/>
                  <a:gd name="T92" fmla="*/ 68 w 90"/>
                  <a:gd name="T93" fmla="*/ 86 h 110"/>
                  <a:gd name="T94" fmla="*/ 70 w 90"/>
                  <a:gd name="T95" fmla="*/ 80 h 110"/>
                  <a:gd name="T96" fmla="*/ 70 w 90"/>
                  <a:gd name="T97" fmla="*/ 76 h 110"/>
                  <a:gd name="T98" fmla="*/ 70 w 90"/>
                  <a:gd name="T99" fmla="*/ 82 h 110"/>
                  <a:gd name="T100" fmla="*/ 68 w 90"/>
                  <a:gd name="T101" fmla="*/ 86 h 110"/>
                  <a:gd name="T102" fmla="*/ 74 w 90"/>
                  <a:gd name="T103" fmla="*/ 106 h 110"/>
                  <a:gd name="T104" fmla="*/ 82 w 90"/>
                  <a:gd name="T105" fmla="*/ 102 h 110"/>
                  <a:gd name="T106" fmla="*/ 86 w 90"/>
                  <a:gd name="T107" fmla="*/ 102 h 110"/>
                  <a:gd name="T108" fmla="*/ 82 w 90"/>
                  <a:gd name="T109" fmla="*/ 110 h 110"/>
                  <a:gd name="T110" fmla="*/ 74 w 90"/>
                  <a:gd name="T111"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90" h="110">
                    <a:moveTo>
                      <a:pt x="52" y="50"/>
                    </a:moveTo>
                    <a:lnTo>
                      <a:pt x="48" y="50"/>
                    </a:lnTo>
                    <a:lnTo>
                      <a:pt x="52" y="50"/>
                    </a:lnTo>
                    <a:lnTo>
                      <a:pt x="48" y="46"/>
                    </a:lnTo>
                    <a:lnTo>
                      <a:pt x="48" y="42"/>
                    </a:lnTo>
                    <a:lnTo>
                      <a:pt x="48" y="46"/>
                    </a:lnTo>
                    <a:lnTo>
                      <a:pt x="52" y="46"/>
                    </a:lnTo>
                    <a:lnTo>
                      <a:pt x="52" y="50"/>
                    </a:lnTo>
                    <a:lnTo>
                      <a:pt x="52" y="50"/>
                    </a:lnTo>
                    <a:lnTo>
                      <a:pt x="52" y="50"/>
                    </a:lnTo>
                    <a:close/>
                    <a:moveTo>
                      <a:pt x="64" y="54"/>
                    </a:moveTo>
                    <a:lnTo>
                      <a:pt x="64" y="50"/>
                    </a:lnTo>
                    <a:lnTo>
                      <a:pt x="68" y="54"/>
                    </a:lnTo>
                    <a:lnTo>
                      <a:pt x="64" y="54"/>
                    </a:lnTo>
                    <a:lnTo>
                      <a:pt x="64" y="54"/>
                    </a:lnTo>
                    <a:lnTo>
                      <a:pt x="64" y="54"/>
                    </a:lnTo>
                    <a:close/>
                    <a:moveTo>
                      <a:pt x="90" y="82"/>
                    </a:moveTo>
                    <a:lnTo>
                      <a:pt x="86" y="82"/>
                    </a:lnTo>
                    <a:lnTo>
                      <a:pt x="82" y="82"/>
                    </a:lnTo>
                    <a:lnTo>
                      <a:pt x="82" y="80"/>
                    </a:lnTo>
                    <a:lnTo>
                      <a:pt x="86" y="80"/>
                    </a:lnTo>
                    <a:lnTo>
                      <a:pt x="90" y="82"/>
                    </a:lnTo>
                    <a:lnTo>
                      <a:pt x="90" y="82"/>
                    </a:lnTo>
                    <a:lnTo>
                      <a:pt x="90" y="82"/>
                    </a:lnTo>
                    <a:close/>
                    <a:moveTo>
                      <a:pt x="16" y="0"/>
                    </a:moveTo>
                    <a:lnTo>
                      <a:pt x="18" y="0"/>
                    </a:lnTo>
                    <a:lnTo>
                      <a:pt x="22" y="0"/>
                    </a:lnTo>
                    <a:lnTo>
                      <a:pt x="22" y="4"/>
                    </a:lnTo>
                    <a:lnTo>
                      <a:pt x="26" y="4"/>
                    </a:lnTo>
                    <a:lnTo>
                      <a:pt x="26" y="8"/>
                    </a:lnTo>
                    <a:lnTo>
                      <a:pt x="30" y="8"/>
                    </a:lnTo>
                    <a:lnTo>
                      <a:pt x="30" y="12"/>
                    </a:lnTo>
                    <a:lnTo>
                      <a:pt x="26" y="12"/>
                    </a:lnTo>
                    <a:lnTo>
                      <a:pt x="26" y="16"/>
                    </a:lnTo>
                    <a:lnTo>
                      <a:pt x="26" y="20"/>
                    </a:lnTo>
                    <a:lnTo>
                      <a:pt x="26" y="16"/>
                    </a:lnTo>
                    <a:lnTo>
                      <a:pt x="22" y="16"/>
                    </a:lnTo>
                    <a:lnTo>
                      <a:pt x="26" y="16"/>
                    </a:lnTo>
                    <a:lnTo>
                      <a:pt x="26" y="12"/>
                    </a:lnTo>
                    <a:lnTo>
                      <a:pt x="26" y="8"/>
                    </a:lnTo>
                    <a:lnTo>
                      <a:pt x="26" y="4"/>
                    </a:lnTo>
                    <a:lnTo>
                      <a:pt x="22" y="4"/>
                    </a:lnTo>
                    <a:lnTo>
                      <a:pt x="22" y="0"/>
                    </a:lnTo>
                    <a:lnTo>
                      <a:pt x="18" y="0"/>
                    </a:lnTo>
                    <a:lnTo>
                      <a:pt x="16" y="0"/>
                    </a:lnTo>
                    <a:lnTo>
                      <a:pt x="16" y="0"/>
                    </a:lnTo>
                    <a:lnTo>
                      <a:pt x="16" y="0"/>
                    </a:lnTo>
                    <a:close/>
                    <a:moveTo>
                      <a:pt x="4" y="8"/>
                    </a:moveTo>
                    <a:lnTo>
                      <a:pt x="0" y="4"/>
                    </a:lnTo>
                    <a:lnTo>
                      <a:pt x="4" y="4"/>
                    </a:lnTo>
                    <a:lnTo>
                      <a:pt x="8" y="4"/>
                    </a:lnTo>
                    <a:lnTo>
                      <a:pt x="12" y="4"/>
                    </a:lnTo>
                    <a:lnTo>
                      <a:pt x="16" y="4"/>
                    </a:lnTo>
                    <a:lnTo>
                      <a:pt x="12" y="4"/>
                    </a:lnTo>
                    <a:lnTo>
                      <a:pt x="8" y="8"/>
                    </a:lnTo>
                    <a:lnTo>
                      <a:pt x="4" y="8"/>
                    </a:lnTo>
                    <a:lnTo>
                      <a:pt x="4" y="8"/>
                    </a:lnTo>
                    <a:lnTo>
                      <a:pt x="4" y="8"/>
                    </a:lnTo>
                    <a:close/>
                    <a:moveTo>
                      <a:pt x="34" y="24"/>
                    </a:moveTo>
                    <a:lnTo>
                      <a:pt x="34" y="26"/>
                    </a:lnTo>
                    <a:lnTo>
                      <a:pt x="38" y="26"/>
                    </a:lnTo>
                    <a:lnTo>
                      <a:pt x="38" y="30"/>
                    </a:lnTo>
                    <a:lnTo>
                      <a:pt x="42" y="30"/>
                    </a:lnTo>
                    <a:lnTo>
                      <a:pt x="42" y="34"/>
                    </a:lnTo>
                    <a:lnTo>
                      <a:pt x="42" y="38"/>
                    </a:lnTo>
                    <a:lnTo>
                      <a:pt x="42" y="42"/>
                    </a:lnTo>
                    <a:lnTo>
                      <a:pt x="42" y="38"/>
                    </a:lnTo>
                    <a:lnTo>
                      <a:pt x="38" y="38"/>
                    </a:lnTo>
                    <a:lnTo>
                      <a:pt x="42" y="38"/>
                    </a:lnTo>
                    <a:lnTo>
                      <a:pt x="42" y="34"/>
                    </a:lnTo>
                    <a:lnTo>
                      <a:pt x="42" y="30"/>
                    </a:lnTo>
                    <a:lnTo>
                      <a:pt x="38" y="30"/>
                    </a:lnTo>
                    <a:lnTo>
                      <a:pt x="38" y="26"/>
                    </a:lnTo>
                    <a:lnTo>
                      <a:pt x="34" y="26"/>
                    </a:lnTo>
                    <a:lnTo>
                      <a:pt x="34" y="24"/>
                    </a:lnTo>
                    <a:lnTo>
                      <a:pt x="34" y="24"/>
                    </a:lnTo>
                    <a:lnTo>
                      <a:pt x="34" y="24"/>
                    </a:lnTo>
                    <a:close/>
                    <a:moveTo>
                      <a:pt x="12" y="30"/>
                    </a:moveTo>
                    <a:lnTo>
                      <a:pt x="16" y="30"/>
                    </a:lnTo>
                    <a:lnTo>
                      <a:pt x="16" y="34"/>
                    </a:lnTo>
                    <a:lnTo>
                      <a:pt x="16" y="38"/>
                    </a:lnTo>
                    <a:lnTo>
                      <a:pt x="18" y="38"/>
                    </a:lnTo>
                    <a:lnTo>
                      <a:pt x="18" y="42"/>
                    </a:lnTo>
                    <a:lnTo>
                      <a:pt x="18" y="46"/>
                    </a:lnTo>
                    <a:lnTo>
                      <a:pt x="16" y="50"/>
                    </a:lnTo>
                    <a:lnTo>
                      <a:pt x="16" y="46"/>
                    </a:lnTo>
                    <a:lnTo>
                      <a:pt x="12" y="46"/>
                    </a:lnTo>
                    <a:lnTo>
                      <a:pt x="12" y="42"/>
                    </a:lnTo>
                    <a:lnTo>
                      <a:pt x="8" y="42"/>
                    </a:lnTo>
                    <a:lnTo>
                      <a:pt x="12" y="42"/>
                    </a:lnTo>
                    <a:lnTo>
                      <a:pt x="12" y="38"/>
                    </a:lnTo>
                    <a:lnTo>
                      <a:pt x="12" y="42"/>
                    </a:lnTo>
                    <a:lnTo>
                      <a:pt x="12" y="38"/>
                    </a:lnTo>
                    <a:lnTo>
                      <a:pt x="12" y="34"/>
                    </a:lnTo>
                    <a:lnTo>
                      <a:pt x="12" y="30"/>
                    </a:lnTo>
                    <a:lnTo>
                      <a:pt x="12" y="30"/>
                    </a:lnTo>
                    <a:lnTo>
                      <a:pt x="12" y="30"/>
                    </a:lnTo>
                    <a:close/>
                    <a:moveTo>
                      <a:pt x="22" y="34"/>
                    </a:moveTo>
                    <a:lnTo>
                      <a:pt x="26" y="34"/>
                    </a:lnTo>
                    <a:lnTo>
                      <a:pt x="22" y="34"/>
                    </a:lnTo>
                    <a:lnTo>
                      <a:pt x="22" y="34"/>
                    </a:lnTo>
                    <a:lnTo>
                      <a:pt x="22" y="34"/>
                    </a:lnTo>
                    <a:close/>
                    <a:moveTo>
                      <a:pt x="18" y="50"/>
                    </a:moveTo>
                    <a:lnTo>
                      <a:pt x="18" y="54"/>
                    </a:lnTo>
                    <a:lnTo>
                      <a:pt x="18" y="50"/>
                    </a:lnTo>
                    <a:lnTo>
                      <a:pt x="22" y="50"/>
                    </a:lnTo>
                    <a:lnTo>
                      <a:pt x="22" y="54"/>
                    </a:lnTo>
                    <a:lnTo>
                      <a:pt x="22" y="56"/>
                    </a:lnTo>
                    <a:lnTo>
                      <a:pt x="18" y="56"/>
                    </a:lnTo>
                    <a:lnTo>
                      <a:pt x="22" y="56"/>
                    </a:lnTo>
                    <a:lnTo>
                      <a:pt x="18" y="56"/>
                    </a:lnTo>
                    <a:lnTo>
                      <a:pt x="16" y="54"/>
                    </a:lnTo>
                    <a:lnTo>
                      <a:pt x="18" y="50"/>
                    </a:lnTo>
                    <a:lnTo>
                      <a:pt x="18" y="50"/>
                    </a:lnTo>
                    <a:lnTo>
                      <a:pt x="18" y="50"/>
                    </a:lnTo>
                    <a:close/>
                    <a:moveTo>
                      <a:pt x="44" y="56"/>
                    </a:moveTo>
                    <a:lnTo>
                      <a:pt x="44" y="60"/>
                    </a:lnTo>
                    <a:lnTo>
                      <a:pt x="42" y="60"/>
                    </a:lnTo>
                    <a:lnTo>
                      <a:pt x="42" y="56"/>
                    </a:lnTo>
                    <a:lnTo>
                      <a:pt x="44" y="56"/>
                    </a:lnTo>
                    <a:lnTo>
                      <a:pt x="44" y="56"/>
                    </a:lnTo>
                    <a:lnTo>
                      <a:pt x="44" y="56"/>
                    </a:lnTo>
                    <a:close/>
                    <a:moveTo>
                      <a:pt x="52" y="60"/>
                    </a:moveTo>
                    <a:lnTo>
                      <a:pt x="56" y="64"/>
                    </a:lnTo>
                    <a:lnTo>
                      <a:pt x="56" y="68"/>
                    </a:lnTo>
                    <a:lnTo>
                      <a:pt x="60" y="68"/>
                    </a:lnTo>
                    <a:lnTo>
                      <a:pt x="60" y="72"/>
                    </a:lnTo>
                    <a:lnTo>
                      <a:pt x="60" y="68"/>
                    </a:lnTo>
                    <a:lnTo>
                      <a:pt x="56" y="68"/>
                    </a:lnTo>
                    <a:lnTo>
                      <a:pt x="56" y="64"/>
                    </a:lnTo>
                    <a:lnTo>
                      <a:pt x="52" y="60"/>
                    </a:lnTo>
                    <a:lnTo>
                      <a:pt x="52" y="60"/>
                    </a:lnTo>
                    <a:lnTo>
                      <a:pt x="52" y="60"/>
                    </a:lnTo>
                    <a:close/>
                    <a:moveTo>
                      <a:pt x="70" y="76"/>
                    </a:moveTo>
                    <a:lnTo>
                      <a:pt x="68" y="76"/>
                    </a:lnTo>
                    <a:lnTo>
                      <a:pt x="68" y="72"/>
                    </a:lnTo>
                    <a:lnTo>
                      <a:pt x="68" y="76"/>
                    </a:lnTo>
                    <a:lnTo>
                      <a:pt x="70" y="76"/>
                    </a:lnTo>
                    <a:lnTo>
                      <a:pt x="70" y="76"/>
                    </a:lnTo>
                    <a:lnTo>
                      <a:pt x="70" y="76"/>
                    </a:lnTo>
                    <a:close/>
                    <a:moveTo>
                      <a:pt x="68" y="86"/>
                    </a:moveTo>
                    <a:lnTo>
                      <a:pt x="68" y="82"/>
                    </a:lnTo>
                    <a:lnTo>
                      <a:pt x="70" y="82"/>
                    </a:lnTo>
                    <a:lnTo>
                      <a:pt x="70" y="80"/>
                    </a:lnTo>
                    <a:lnTo>
                      <a:pt x="74" y="80"/>
                    </a:lnTo>
                    <a:lnTo>
                      <a:pt x="70" y="80"/>
                    </a:lnTo>
                    <a:lnTo>
                      <a:pt x="70" y="76"/>
                    </a:lnTo>
                    <a:lnTo>
                      <a:pt x="74" y="76"/>
                    </a:lnTo>
                    <a:lnTo>
                      <a:pt x="74" y="80"/>
                    </a:lnTo>
                    <a:lnTo>
                      <a:pt x="70" y="82"/>
                    </a:lnTo>
                    <a:lnTo>
                      <a:pt x="68" y="82"/>
                    </a:lnTo>
                    <a:lnTo>
                      <a:pt x="68" y="86"/>
                    </a:lnTo>
                    <a:lnTo>
                      <a:pt x="68" y="86"/>
                    </a:lnTo>
                    <a:lnTo>
                      <a:pt x="68" y="86"/>
                    </a:lnTo>
                    <a:close/>
                    <a:moveTo>
                      <a:pt x="74" y="110"/>
                    </a:moveTo>
                    <a:lnTo>
                      <a:pt x="74" y="106"/>
                    </a:lnTo>
                    <a:lnTo>
                      <a:pt x="78" y="106"/>
                    </a:lnTo>
                    <a:lnTo>
                      <a:pt x="78" y="102"/>
                    </a:lnTo>
                    <a:lnTo>
                      <a:pt x="82" y="102"/>
                    </a:lnTo>
                    <a:lnTo>
                      <a:pt x="82" y="106"/>
                    </a:lnTo>
                    <a:lnTo>
                      <a:pt x="82" y="102"/>
                    </a:lnTo>
                    <a:lnTo>
                      <a:pt x="86" y="102"/>
                    </a:lnTo>
                    <a:lnTo>
                      <a:pt x="86" y="106"/>
                    </a:lnTo>
                    <a:lnTo>
                      <a:pt x="82" y="106"/>
                    </a:lnTo>
                    <a:lnTo>
                      <a:pt x="82" y="110"/>
                    </a:lnTo>
                    <a:lnTo>
                      <a:pt x="78" y="110"/>
                    </a:lnTo>
                    <a:lnTo>
                      <a:pt x="78" y="106"/>
                    </a:lnTo>
                    <a:lnTo>
                      <a:pt x="74" y="110"/>
                    </a:lnTo>
                    <a:lnTo>
                      <a:pt x="74" y="110"/>
                    </a:lnTo>
                    <a:lnTo>
                      <a:pt x="74" y="1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1" name="Freeform 85"/>
              <p:cNvSpPr>
                <a:spLocks noEditPoints="1"/>
              </p:cNvSpPr>
              <p:nvPr/>
            </p:nvSpPr>
            <p:spPr bwMode="gray">
              <a:xfrm>
                <a:off x="3276350" y="4178761"/>
                <a:ext cx="31307" cy="38264"/>
              </a:xfrm>
              <a:custGeom>
                <a:avLst/>
                <a:gdLst>
                  <a:gd name="T0" fmla="*/ 14 w 18"/>
                  <a:gd name="T1" fmla="*/ 4 h 22"/>
                  <a:gd name="T2" fmla="*/ 14 w 18"/>
                  <a:gd name="T3" fmla="*/ 4 h 22"/>
                  <a:gd name="T4" fmla="*/ 18 w 18"/>
                  <a:gd name="T5" fmla="*/ 4 h 22"/>
                  <a:gd name="T6" fmla="*/ 18 w 18"/>
                  <a:gd name="T7" fmla="*/ 0 h 22"/>
                  <a:gd name="T8" fmla="*/ 18 w 18"/>
                  <a:gd name="T9" fmla="*/ 4 h 22"/>
                  <a:gd name="T10" fmla="*/ 18 w 18"/>
                  <a:gd name="T11" fmla="*/ 4 h 22"/>
                  <a:gd name="T12" fmla="*/ 18 w 18"/>
                  <a:gd name="T13" fmla="*/ 4 h 22"/>
                  <a:gd name="T14" fmla="*/ 14 w 18"/>
                  <a:gd name="T15" fmla="*/ 4 h 22"/>
                  <a:gd name="T16" fmla="*/ 14 w 18"/>
                  <a:gd name="T17" fmla="*/ 4 h 22"/>
                  <a:gd name="T18" fmla="*/ 12 w 18"/>
                  <a:gd name="T19" fmla="*/ 12 h 22"/>
                  <a:gd name="T20" fmla="*/ 14 w 18"/>
                  <a:gd name="T21" fmla="*/ 12 h 22"/>
                  <a:gd name="T22" fmla="*/ 14 w 18"/>
                  <a:gd name="T23" fmla="*/ 12 h 22"/>
                  <a:gd name="T24" fmla="*/ 14 w 18"/>
                  <a:gd name="T25" fmla="*/ 12 h 22"/>
                  <a:gd name="T26" fmla="*/ 12 w 18"/>
                  <a:gd name="T27" fmla="*/ 12 h 22"/>
                  <a:gd name="T28" fmla="*/ 12 w 18"/>
                  <a:gd name="T29" fmla="*/ 16 h 22"/>
                  <a:gd name="T30" fmla="*/ 14 w 18"/>
                  <a:gd name="T31" fmla="*/ 18 h 22"/>
                  <a:gd name="T32" fmla="*/ 12 w 18"/>
                  <a:gd name="T33" fmla="*/ 22 h 22"/>
                  <a:gd name="T34" fmla="*/ 12 w 18"/>
                  <a:gd name="T35" fmla="*/ 22 h 22"/>
                  <a:gd name="T36" fmla="*/ 8 w 18"/>
                  <a:gd name="T37" fmla="*/ 22 h 22"/>
                  <a:gd name="T38" fmla="*/ 4 w 18"/>
                  <a:gd name="T39" fmla="*/ 22 h 22"/>
                  <a:gd name="T40" fmla="*/ 0 w 18"/>
                  <a:gd name="T41" fmla="*/ 22 h 22"/>
                  <a:gd name="T42" fmla="*/ 0 w 18"/>
                  <a:gd name="T43" fmla="*/ 22 h 22"/>
                  <a:gd name="T44" fmla="*/ 0 w 18"/>
                  <a:gd name="T45" fmla="*/ 22 h 22"/>
                  <a:gd name="T46" fmla="*/ 0 w 18"/>
                  <a:gd name="T47" fmla="*/ 22 h 22"/>
                  <a:gd name="T48" fmla="*/ 8 w 18"/>
                  <a:gd name="T49" fmla="*/ 18 h 22"/>
                  <a:gd name="T50" fmla="*/ 8 w 18"/>
                  <a:gd name="T51" fmla="*/ 18 h 22"/>
                  <a:gd name="T52" fmla="*/ 8 w 18"/>
                  <a:gd name="T53" fmla="*/ 16 h 22"/>
                  <a:gd name="T54" fmla="*/ 4 w 18"/>
                  <a:gd name="T55" fmla="*/ 12 h 22"/>
                  <a:gd name="T56" fmla="*/ 4 w 18"/>
                  <a:gd name="T57" fmla="*/ 12 h 22"/>
                  <a:gd name="T58" fmla="*/ 4 w 18"/>
                  <a:gd name="T59" fmla="*/ 12 h 22"/>
                  <a:gd name="T60" fmla="*/ 8 w 18"/>
                  <a:gd name="T61" fmla="*/ 12 h 22"/>
                  <a:gd name="T62" fmla="*/ 8 w 18"/>
                  <a:gd name="T63" fmla="*/ 12 h 22"/>
                  <a:gd name="T64" fmla="*/ 12 w 18"/>
                  <a:gd name="T65" fmla="*/ 12 h 22"/>
                  <a:gd name="T66" fmla="*/ 12 w 18"/>
                  <a:gd name="T67" fmla="*/ 12 h 22"/>
                  <a:gd name="T68" fmla="*/ 12 w 18"/>
                  <a:gd name="T69" fmla="*/ 1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 h="22">
                    <a:moveTo>
                      <a:pt x="14" y="4"/>
                    </a:moveTo>
                    <a:lnTo>
                      <a:pt x="14" y="4"/>
                    </a:lnTo>
                    <a:lnTo>
                      <a:pt x="14" y="4"/>
                    </a:lnTo>
                    <a:lnTo>
                      <a:pt x="14" y="4"/>
                    </a:lnTo>
                    <a:lnTo>
                      <a:pt x="18" y="4"/>
                    </a:lnTo>
                    <a:lnTo>
                      <a:pt x="18" y="4"/>
                    </a:lnTo>
                    <a:lnTo>
                      <a:pt x="18" y="0"/>
                    </a:lnTo>
                    <a:lnTo>
                      <a:pt x="18" y="0"/>
                    </a:lnTo>
                    <a:lnTo>
                      <a:pt x="18" y="4"/>
                    </a:lnTo>
                    <a:lnTo>
                      <a:pt x="18" y="4"/>
                    </a:lnTo>
                    <a:lnTo>
                      <a:pt x="18" y="4"/>
                    </a:lnTo>
                    <a:lnTo>
                      <a:pt x="18" y="4"/>
                    </a:lnTo>
                    <a:lnTo>
                      <a:pt x="18" y="4"/>
                    </a:lnTo>
                    <a:lnTo>
                      <a:pt x="18" y="4"/>
                    </a:lnTo>
                    <a:lnTo>
                      <a:pt x="14" y="4"/>
                    </a:lnTo>
                    <a:lnTo>
                      <a:pt x="14" y="4"/>
                    </a:lnTo>
                    <a:lnTo>
                      <a:pt x="14" y="4"/>
                    </a:lnTo>
                    <a:lnTo>
                      <a:pt x="14" y="4"/>
                    </a:lnTo>
                    <a:close/>
                    <a:moveTo>
                      <a:pt x="12" y="12"/>
                    </a:moveTo>
                    <a:lnTo>
                      <a:pt x="12" y="12"/>
                    </a:lnTo>
                    <a:lnTo>
                      <a:pt x="12" y="12"/>
                    </a:lnTo>
                    <a:lnTo>
                      <a:pt x="14" y="12"/>
                    </a:lnTo>
                    <a:lnTo>
                      <a:pt x="14" y="12"/>
                    </a:lnTo>
                    <a:lnTo>
                      <a:pt x="14" y="12"/>
                    </a:lnTo>
                    <a:lnTo>
                      <a:pt x="14" y="12"/>
                    </a:lnTo>
                    <a:lnTo>
                      <a:pt x="14" y="12"/>
                    </a:lnTo>
                    <a:lnTo>
                      <a:pt x="14" y="12"/>
                    </a:lnTo>
                    <a:lnTo>
                      <a:pt x="12" y="12"/>
                    </a:lnTo>
                    <a:lnTo>
                      <a:pt x="12" y="12"/>
                    </a:lnTo>
                    <a:lnTo>
                      <a:pt x="12" y="16"/>
                    </a:lnTo>
                    <a:lnTo>
                      <a:pt x="12" y="18"/>
                    </a:lnTo>
                    <a:lnTo>
                      <a:pt x="14" y="18"/>
                    </a:lnTo>
                    <a:lnTo>
                      <a:pt x="12" y="22"/>
                    </a:lnTo>
                    <a:lnTo>
                      <a:pt x="12" y="22"/>
                    </a:lnTo>
                    <a:lnTo>
                      <a:pt x="12" y="22"/>
                    </a:lnTo>
                    <a:lnTo>
                      <a:pt x="12" y="22"/>
                    </a:lnTo>
                    <a:lnTo>
                      <a:pt x="12" y="22"/>
                    </a:lnTo>
                    <a:lnTo>
                      <a:pt x="8" y="22"/>
                    </a:lnTo>
                    <a:lnTo>
                      <a:pt x="8" y="22"/>
                    </a:lnTo>
                    <a:lnTo>
                      <a:pt x="4" y="22"/>
                    </a:lnTo>
                    <a:lnTo>
                      <a:pt x="4" y="22"/>
                    </a:lnTo>
                    <a:lnTo>
                      <a:pt x="0" y="22"/>
                    </a:lnTo>
                    <a:lnTo>
                      <a:pt x="0" y="22"/>
                    </a:lnTo>
                    <a:lnTo>
                      <a:pt x="0" y="22"/>
                    </a:lnTo>
                    <a:lnTo>
                      <a:pt x="0" y="22"/>
                    </a:lnTo>
                    <a:lnTo>
                      <a:pt x="0" y="22"/>
                    </a:lnTo>
                    <a:lnTo>
                      <a:pt x="0" y="22"/>
                    </a:lnTo>
                    <a:lnTo>
                      <a:pt x="0" y="22"/>
                    </a:lnTo>
                    <a:lnTo>
                      <a:pt x="4" y="22"/>
                    </a:lnTo>
                    <a:lnTo>
                      <a:pt x="8" y="18"/>
                    </a:lnTo>
                    <a:lnTo>
                      <a:pt x="8" y="18"/>
                    </a:lnTo>
                    <a:lnTo>
                      <a:pt x="8" y="18"/>
                    </a:lnTo>
                    <a:lnTo>
                      <a:pt x="8" y="16"/>
                    </a:lnTo>
                    <a:lnTo>
                      <a:pt x="8" y="16"/>
                    </a:lnTo>
                    <a:lnTo>
                      <a:pt x="8" y="16"/>
                    </a:lnTo>
                    <a:lnTo>
                      <a:pt x="4" y="12"/>
                    </a:lnTo>
                    <a:lnTo>
                      <a:pt x="4" y="12"/>
                    </a:lnTo>
                    <a:lnTo>
                      <a:pt x="4" y="12"/>
                    </a:lnTo>
                    <a:lnTo>
                      <a:pt x="4" y="12"/>
                    </a:lnTo>
                    <a:lnTo>
                      <a:pt x="4" y="12"/>
                    </a:lnTo>
                    <a:lnTo>
                      <a:pt x="4" y="12"/>
                    </a:lnTo>
                    <a:lnTo>
                      <a:pt x="8" y="12"/>
                    </a:lnTo>
                    <a:lnTo>
                      <a:pt x="8" y="12"/>
                    </a:lnTo>
                    <a:lnTo>
                      <a:pt x="8" y="12"/>
                    </a:lnTo>
                    <a:lnTo>
                      <a:pt x="12" y="12"/>
                    </a:lnTo>
                    <a:lnTo>
                      <a:pt x="12" y="12"/>
                    </a:lnTo>
                    <a:lnTo>
                      <a:pt x="12" y="12"/>
                    </a:lnTo>
                    <a:lnTo>
                      <a:pt x="12" y="12"/>
                    </a:lnTo>
                    <a:lnTo>
                      <a:pt x="12" y="12"/>
                    </a:lnTo>
                    <a:lnTo>
                      <a:pt x="12" y="12"/>
                    </a:lnTo>
                    <a:lnTo>
                      <a:pt x="12"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2" name="Freeform 86"/>
              <p:cNvSpPr>
                <a:spLocks noEditPoints="1"/>
              </p:cNvSpPr>
              <p:nvPr/>
            </p:nvSpPr>
            <p:spPr bwMode="gray">
              <a:xfrm>
                <a:off x="3032854" y="3862219"/>
                <a:ext cx="17393" cy="13914"/>
              </a:xfrm>
              <a:custGeom>
                <a:avLst/>
                <a:gdLst>
                  <a:gd name="T0" fmla="*/ 10 w 10"/>
                  <a:gd name="T1" fmla="*/ 8 h 8"/>
                  <a:gd name="T2" fmla="*/ 10 w 10"/>
                  <a:gd name="T3" fmla="*/ 8 h 8"/>
                  <a:gd name="T4" fmla="*/ 10 w 10"/>
                  <a:gd name="T5" fmla="*/ 8 h 8"/>
                  <a:gd name="T6" fmla="*/ 10 w 10"/>
                  <a:gd name="T7" fmla="*/ 8 h 8"/>
                  <a:gd name="T8" fmla="*/ 10 w 10"/>
                  <a:gd name="T9" fmla="*/ 8 h 8"/>
                  <a:gd name="T10" fmla="*/ 10 w 10"/>
                  <a:gd name="T11" fmla="*/ 8 h 8"/>
                  <a:gd name="T12" fmla="*/ 10 w 10"/>
                  <a:gd name="T13" fmla="*/ 8 h 8"/>
                  <a:gd name="T14" fmla="*/ 0 w 10"/>
                  <a:gd name="T15" fmla="*/ 0 h 8"/>
                  <a:gd name="T16" fmla="*/ 0 w 10"/>
                  <a:gd name="T17" fmla="*/ 0 h 8"/>
                  <a:gd name="T18" fmla="*/ 0 w 10"/>
                  <a:gd name="T19" fmla="*/ 0 h 8"/>
                  <a:gd name="T20" fmla="*/ 0 w 10"/>
                  <a:gd name="T21" fmla="*/ 0 h 8"/>
                  <a:gd name="T22" fmla="*/ 0 w 10"/>
                  <a:gd name="T23" fmla="*/ 0 h 8"/>
                  <a:gd name="T24" fmla="*/ 0 w 10"/>
                  <a:gd name="T25" fmla="*/ 0 h 8"/>
                  <a:gd name="T26" fmla="*/ 0 w 10"/>
                  <a:gd name="T27" fmla="*/ 0 h 8"/>
                  <a:gd name="T28" fmla="*/ 0 w 10"/>
                  <a:gd name="T29" fmla="*/ 0 h 8"/>
                  <a:gd name="T30" fmla="*/ 0 w 10"/>
                  <a:gd name="T31" fmla="*/ 0 h 8"/>
                  <a:gd name="T32" fmla="*/ 0 w 10"/>
                  <a:gd name="T33" fmla="*/ 0 h 8"/>
                  <a:gd name="T34" fmla="*/ 0 w 10"/>
                  <a:gd name="T35" fmla="*/ 0 h 8"/>
                  <a:gd name="T36" fmla="*/ 0 w 10"/>
                  <a:gd name="T37" fmla="*/ 0 h 8"/>
                  <a:gd name="T38" fmla="*/ 0 w 10"/>
                  <a:gd name="T39" fmla="*/ 0 h 8"/>
                  <a:gd name="T40" fmla="*/ 0 w 10"/>
                  <a:gd name="T41" fmla="*/ 0 h 8"/>
                  <a:gd name="T42" fmla="*/ 0 w 10"/>
                  <a:gd name="T43" fmla="*/ 0 h 8"/>
                  <a:gd name="T44" fmla="*/ 2 w 10"/>
                  <a:gd name="T45" fmla="*/ 4 h 8"/>
                  <a:gd name="T46" fmla="*/ 2 w 10"/>
                  <a:gd name="T47" fmla="*/ 4 h 8"/>
                  <a:gd name="T48" fmla="*/ 2 w 10"/>
                  <a:gd name="T49" fmla="*/ 4 h 8"/>
                  <a:gd name="T50" fmla="*/ 2 w 10"/>
                  <a:gd name="T51" fmla="*/ 0 h 8"/>
                  <a:gd name="T52" fmla="*/ 2 w 10"/>
                  <a:gd name="T53" fmla="*/ 0 h 8"/>
                  <a:gd name="T54" fmla="*/ 2 w 10"/>
                  <a:gd name="T55" fmla="*/ 0 h 8"/>
                  <a:gd name="T56" fmla="*/ 2 w 10"/>
                  <a:gd name="T57" fmla="*/ 0 h 8"/>
                  <a:gd name="T58" fmla="*/ 0 w 10"/>
                  <a:gd name="T59" fmla="*/ 4 h 8"/>
                  <a:gd name="T60" fmla="*/ 0 w 10"/>
                  <a:gd name="T61" fmla="*/ 4 h 8"/>
                  <a:gd name="T62" fmla="*/ 0 w 10"/>
                  <a:gd name="T63" fmla="*/ 0 h 8"/>
                  <a:gd name="T64" fmla="*/ 0 w 10"/>
                  <a:gd name="T65" fmla="*/ 0 h 8"/>
                  <a:gd name="T66" fmla="*/ 0 w 10"/>
                  <a:gd name="T67" fmla="*/ 0 h 8"/>
                  <a:gd name="T68" fmla="*/ 2 w 10"/>
                  <a:gd name="T69" fmla="*/ 0 h 8"/>
                  <a:gd name="T70" fmla="*/ 2 w 10"/>
                  <a:gd name="T71" fmla="*/ 0 h 8"/>
                  <a:gd name="T72" fmla="*/ 2 w 10"/>
                  <a:gd name="T73" fmla="*/ 0 h 8"/>
                  <a:gd name="T74" fmla="*/ 2 w 10"/>
                  <a:gd name="T75" fmla="*/ 0 h 8"/>
                  <a:gd name="T76" fmla="*/ 2 w 10"/>
                  <a:gd name="T77" fmla="*/ 4 h 8"/>
                  <a:gd name="T78" fmla="*/ 2 w 10"/>
                  <a:gd name="T79" fmla="*/ 4 h 8"/>
                  <a:gd name="T80" fmla="*/ 2 w 10"/>
                  <a:gd name="T81" fmla="*/ 4 h 8"/>
                  <a:gd name="T82" fmla="*/ 2 w 10"/>
                  <a:gd name="T83" fmla="*/ 4 h 8"/>
                  <a:gd name="T84" fmla="*/ 2 w 10"/>
                  <a:gd name="T85" fmla="*/ 4 h 8"/>
                  <a:gd name="T86" fmla="*/ 2 w 10"/>
                  <a:gd name="T87" fmla="*/ 4 h 8"/>
                  <a:gd name="T88" fmla="*/ 2 w 10"/>
                  <a:gd name="T89" fmla="*/ 4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 h="8">
                    <a:moveTo>
                      <a:pt x="10" y="8"/>
                    </a:moveTo>
                    <a:lnTo>
                      <a:pt x="10" y="8"/>
                    </a:lnTo>
                    <a:lnTo>
                      <a:pt x="10" y="8"/>
                    </a:lnTo>
                    <a:lnTo>
                      <a:pt x="10" y="8"/>
                    </a:lnTo>
                    <a:lnTo>
                      <a:pt x="10" y="8"/>
                    </a:lnTo>
                    <a:lnTo>
                      <a:pt x="10" y="8"/>
                    </a:lnTo>
                    <a:lnTo>
                      <a:pt x="10" y="8"/>
                    </a:lnTo>
                    <a:close/>
                    <a:moveTo>
                      <a:pt x="0" y="0"/>
                    </a:move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close/>
                    <a:moveTo>
                      <a:pt x="2" y="4"/>
                    </a:moveTo>
                    <a:lnTo>
                      <a:pt x="2" y="4"/>
                    </a:lnTo>
                    <a:lnTo>
                      <a:pt x="2" y="4"/>
                    </a:lnTo>
                    <a:lnTo>
                      <a:pt x="2" y="0"/>
                    </a:lnTo>
                    <a:lnTo>
                      <a:pt x="2" y="0"/>
                    </a:lnTo>
                    <a:lnTo>
                      <a:pt x="2" y="0"/>
                    </a:lnTo>
                    <a:lnTo>
                      <a:pt x="2" y="0"/>
                    </a:lnTo>
                    <a:lnTo>
                      <a:pt x="0" y="4"/>
                    </a:lnTo>
                    <a:lnTo>
                      <a:pt x="0" y="4"/>
                    </a:lnTo>
                    <a:lnTo>
                      <a:pt x="0" y="0"/>
                    </a:lnTo>
                    <a:lnTo>
                      <a:pt x="0" y="0"/>
                    </a:lnTo>
                    <a:lnTo>
                      <a:pt x="0" y="0"/>
                    </a:lnTo>
                    <a:lnTo>
                      <a:pt x="2" y="0"/>
                    </a:lnTo>
                    <a:lnTo>
                      <a:pt x="2" y="0"/>
                    </a:lnTo>
                    <a:lnTo>
                      <a:pt x="2" y="0"/>
                    </a:lnTo>
                    <a:lnTo>
                      <a:pt x="2" y="0"/>
                    </a:lnTo>
                    <a:lnTo>
                      <a:pt x="2" y="4"/>
                    </a:lnTo>
                    <a:lnTo>
                      <a:pt x="2" y="4"/>
                    </a:lnTo>
                    <a:lnTo>
                      <a:pt x="2" y="4"/>
                    </a:lnTo>
                    <a:lnTo>
                      <a:pt x="2" y="4"/>
                    </a:lnTo>
                    <a:lnTo>
                      <a:pt x="2" y="4"/>
                    </a:lnTo>
                    <a:lnTo>
                      <a:pt x="2" y="4"/>
                    </a:lnTo>
                    <a:lnTo>
                      <a:pt x="2"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4" name="Freeform 178"/>
              <p:cNvSpPr>
                <a:spLocks noEditPoints="1"/>
              </p:cNvSpPr>
              <p:nvPr/>
            </p:nvSpPr>
            <p:spPr bwMode="gray">
              <a:xfrm>
                <a:off x="2991110" y="5173608"/>
                <a:ext cx="486995" cy="1120071"/>
              </a:xfrm>
              <a:custGeom>
                <a:avLst/>
                <a:gdLst>
                  <a:gd name="T0" fmla="*/ 28 w 280"/>
                  <a:gd name="T1" fmla="*/ 328 h 644"/>
                  <a:gd name="T2" fmla="*/ 38 w 280"/>
                  <a:gd name="T3" fmla="*/ 304 h 644"/>
                  <a:gd name="T4" fmla="*/ 38 w 280"/>
                  <a:gd name="T5" fmla="*/ 272 h 644"/>
                  <a:gd name="T6" fmla="*/ 46 w 280"/>
                  <a:gd name="T7" fmla="*/ 242 h 644"/>
                  <a:gd name="T8" fmla="*/ 54 w 280"/>
                  <a:gd name="T9" fmla="*/ 208 h 644"/>
                  <a:gd name="T10" fmla="*/ 42 w 280"/>
                  <a:gd name="T11" fmla="*/ 174 h 644"/>
                  <a:gd name="T12" fmla="*/ 54 w 280"/>
                  <a:gd name="T13" fmla="*/ 144 h 644"/>
                  <a:gd name="T14" fmla="*/ 60 w 280"/>
                  <a:gd name="T15" fmla="*/ 114 h 644"/>
                  <a:gd name="T16" fmla="*/ 72 w 280"/>
                  <a:gd name="T17" fmla="*/ 84 h 644"/>
                  <a:gd name="T18" fmla="*/ 76 w 280"/>
                  <a:gd name="T19" fmla="*/ 48 h 644"/>
                  <a:gd name="T20" fmla="*/ 90 w 280"/>
                  <a:gd name="T21" fmla="*/ 22 h 644"/>
                  <a:gd name="T22" fmla="*/ 106 w 280"/>
                  <a:gd name="T23" fmla="*/ 4 h 644"/>
                  <a:gd name="T24" fmla="*/ 130 w 280"/>
                  <a:gd name="T25" fmla="*/ 22 h 644"/>
                  <a:gd name="T26" fmla="*/ 156 w 280"/>
                  <a:gd name="T27" fmla="*/ 10 h 644"/>
                  <a:gd name="T28" fmla="*/ 176 w 280"/>
                  <a:gd name="T29" fmla="*/ 36 h 644"/>
                  <a:gd name="T30" fmla="*/ 208 w 280"/>
                  <a:gd name="T31" fmla="*/ 56 h 644"/>
                  <a:gd name="T32" fmla="*/ 220 w 280"/>
                  <a:gd name="T33" fmla="*/ 78 h 644"/>
                  <a:gd name="T34" fmla="*/ 224 w 280"/>
                  <a:gd name="T35" fmla="*/ 100 h 644"/>
                  <a:gd name="T36" fmla="*/ 254 w 280"/>
                  <a:gd name="T37" fmla="*/ 100 h 644"/>
                  <a:gd name="T38" fmla="*/ 272 w 280"/>
                  <a:gd name="T39" fmla="*/ 70 h 644"/>
                  <a:gd name="T40" fmla="*/ 276 w 280"/>
                  <a:gd name="T41" fmla="*/ 96 h 644"/>
                  <a:gd name="T42" fmla="*/ 250 w 280"/>
                  <a:gd name="T43" fmla="*/ 114 h 644"/>
                  <a:gd name="T44" fmla="*/ 238 w 280"/>
                  <a:gd name="T45" fmla="*/ 136 h 644"/>
                  <a:gd name="T46" fmla="*/ 220 w 280"/>
                  <a:gd name="T47" fmla="*/ 170 h 644"/>
                  <a:gd name="T48" fmla="*/ 216 w 280"/>
                  <a:gd name="T49" fmla="*/ 200 h 644"/>
                  <a:gd name="T50" fmla="*/ 216 w 280"/>
                  <a:gd name="T51" fmla="*/ 234 h 644"/>
                  <a:gd name="T52" fmla="*/ 230 w 280"/>
                  <a:gd name="T53" fmla="*/ 264 h 644"/>
                  <a:gd name="T54" fmla="*/ 228 w 280"/>
                  <a:gd name="T55" fmla="*/ 294 h 644"/>
                  <a:gd name="T56" fmla="*/ 194 w 280"/>
                  <a:gd name="T57" fmla="*/ 316 h 644"/>
                  <a:gd name="T58" fmla="*/ 156 w 280"/>
                  <a:gd name="T59" fmla="*/ 312 h 644"/>
                  <a:gd name="T60" fmla="*/ 160 w 280"/>
                  <a:gd name="T61" fmla="*/ 330 h 644"/>
                  <a:gd name="T62" fmla="*/ 152 w 280"/>
                  <a:gd name="T63" fmla="*/ 358 h 644"/>
                  <a:gd name="T64" fmla="*/ 122 w 280"/>
                  <a:gd name="T65" fmla="*/ 350 h 644"/>
                  <a:gd name="T66" fmla="*/ 126 w 280"/>
                  <a:gd name="T67" fmla="*/ 380 h 644"/>
                  <a:gd name="T68" fmla="*/ 142 w 280"/>
                  <a:gd name="T69" fmla="*/ 386 h 644"/>
                  <a:gd name="T70" fmla="*/ 126 w 280"/>
                  <a:gd name="T71" fmla="*/ 394 h 644"/>
                  <a:gd name="T72" fmla="*/ 120 w 280"/>
                  <a:gd name="T73" fmla="*/ 414 h 644"/>
                  <a:gd name="T74" fmla="*/ 98 w 280"/>
                  <a:gd name="T75" fmla="*/ 440 h 644"/>
                  <a:gd name="T76" fmla="*/ 86 w 280"/>
                  <a:gd name="T77" fmla="*/ 470 h 644"/>
                  <a:gd name="T78" fmla="*/ 108 w 280"/>
                  <a:gd name="T79" fmla="*/ 490 h 644"/>
                  <a:gd name="T80" fmla="*/ 90 w 280"/>
                  <a:gd name="T81" fmla="*/ 510 h 644"/>
                  <a:gd name="T82" fmla="*/ 82 w 280"/>
                  <a:gd name="T83" fmla="*/ 536 h 644"/>
                  <a:gd name="T84" fmla="*/ 76 w 280"/>
                  <a:gd name="T85" fmla="*/ 540 h 644"/>
                  <a:gd name="T86" fmla="*/ 64 w 280"/>
                  <a:gd name="T87" fmla="*/ 566 h 644"/>
                  <a:gd name="T88" fmla="*/ 72 w 280"/>
                  <a:gd name="T89" fmla="*/ 584 h 644"/>
                  <a:gd name="T90" fmla="*/ 34 w 280"/>
                  <a:gd name="T91" fmla="*/ 580 h 644"/>
                  <a:gd name="T92" fmla="*/ 16 w 280"/>
                  <a:gd name="T93" fmla="*/ 550 h 644"/>
                  <a:gd name="T94" fmla="*/ 0 w 280"/>
                  <a:gd name="T95" fmla="*/ 536 h 644"/>
                  <a:gd name="T96" fmla="*/ 16 w 280"/>
                  <a:gd name="T97" fmla="*/ 512 h 644"/>
                  <a:gd name="T98" fmla="*/ 20 w 280"/>
                  <a:gd name="T99" fmla="*/ 488 h 644"/>
                  <a:gd name="T100" fmla="*/ 28 w 280"/>
                  <a:gd name="T101" fmla="*/ 458 h 644"/>
                  <a:gd name="T102" fmla="*/ 24 w 280"/>
                  <a:gd name="T103" fmla="*/ 432 h 644"/>
                  <a:gd name="T104" fmla="*/ 24 w 280"/>
                  <a:gd name="T105" fmla="*/ 416 h 644"/>
                  <a:gd name="T106" fmla="*/ 20 w 280"/>
                  <a:gd name="T107" fmla="*/ 394 h 644"/>
                  <a:gd name="T108" fmla="*/ 24 w 280"/>
                  <a:gd name="T109" fmla="*/ 364 h 644"/>
                  <a:gd name="T110" fmla="*/ 72 w 280"/>
                  <a:gd name="T111" fmla="*/ 592 h 644"/>
                  <a:gd name="T112" fmla="*/ 80 w 280"/>
                  <a:gd name="T113" fmla="*/ 614 h 644"/>
                  <a:gd name="T114" fmla="*/ 108 w 280"/>
                  <a:gd name="T115" fmla="*/ 636 h 644"/>
                  <a:gd name="T116" fmla="*/ 94 w 280"/>
                  <a:gd name="T117" fmla="*/ 640 h 644"/>
                  <a:gd name="T118" fmla="*/ 72 w 280"/>
                  <a:gd name="T119" fmla="*/ 610 h 644"/>
                  <a:gd name="T120" fmla="*/ 126 w 280"/>
                  <a:gd name="T121" fmla="*/ 636 h 644"/>
                  <a:gd name="T122" fmla="*/ 126 w 280"/>
                  <a:gd name="T123" fmla="*/ 640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80" h="644">
                    <a:moveTo>
                      <a:pt x="24" y="358"/>
                    </a:moveTo>
                    <a:lnTo>
                      <a:pt x="24" y="354"/>
                    </a:lnTo>
                    <a:lnTo>
                      <a:pt x="24" y="350"/>
                    </a:lnTo>
                    <a:lnTo>
                      <a:pt x="24" y="346"/>
                    </a:lnTo>
                    <a:lnTo>
                      <a:pt x="28" y="346"/>
                    </a:lnTo>
                    <a:lnTo>
                      <a:pt x="28" y="342"/>
                    </a:lnTo>
                    <a:lnTo>
                      <a:pt x="24" y="342"/>
                    </a:lnTo>
                    <a:lnTo>
                      <a:pt x="28" y="338"/>
                    </a:lnTo>
                    <a:lnTo>
                      <a:pt x="28" y="334"/>
                    </a:lnTo>
                    <a:lnTo>
                      <a:pt x="28" y="330"/>
                    </a:lnTo>
                    <a:lnTo>
                      <a:pt x="28" y="328"/>
                    </a:lnTo>
                    <a:lnTo>
                      <a:pt x="28" y="330"/>
                    </a:lnTo>
                    <a:lnTo>
                      <a:pt x="30" y="330"/>
                    </a:lnTo>
                    <a:lnTo>
                      <a:pt x="30" y="328"/>
                    </a:lnTo>
                    <a:lnTo>
                      <a:pt x="30" y="324"/>
                    </a:lnTo>
                    <a:lnTo>
                      <a:pt x="30" y="320"/>
                    </a:lnTo>
                    <a:lnTo>
                      <a:pt x="30" y="316"/>
                    </a:lnTo>
                    <a:lnTo>
                      <a:pt x="34" y="316"/>
                    </a:lnTo>
                    <a:lnTo>
                      <a:pt x="34" y="312"/>
                    </a:lnTo>
                    <a:lnTo>
                      <a:pt x="38" y="312"/>
                    </a:lnTo>
                    <a:lnTo>
                      <a:pt x="38" y="308"/>
                    </a:lnTo>
                    <a:lnTo>
                      <a:pt x="38" y="304"/>
                    </a:lnTo>
                    <a:lnTo>
                      <a:pt x="38" y="302"/>
                    </a:lnTo>
                    <a:lnTo>
                      <a:pt x="34" y="298"/>
                    </a:lnTo>
                    <a:lnTo>
                      <a:pt x="34" y="294"/>
                    </a:lnTo>
                    <a:lnTo>
                      <a:pt x="34" y="290"/>
                    </a:lnTo>
                    <a:lnTo>
                      <a:pt x="34" y="286"/>
                    </a:lnTo>
                    <a:lnTo>
                      <a:pt x="34" y="282"/>
                    </a:lnTo>
                    <a:lnTo>
                      <a:pt x="34" y="278"/>
                    </a:lnTo>
                    <a:lnTo>
                      <a:pt x="34" y="274"/>
                    </a:lnTo>
                    <a:lnTo>
                      <a:pt x="34" y="272"/>
                    </a:lnTo>
                    <a:lnTo>
                      <a:pt x="38" y="268"/>
                    </a:lnTo>
                    <a:lnTo>
                      <a:pt x="38" y="272"/>
                    </a:lnTo>
                    <a:lnTo>
                      <a:pt x="42" y="268"/>
                    </a:lnTo>
                    <a:lnTo>
                      <a:pt x="42" y="264"/>
                    </a:lnTo>
                    <a:lnTo>
                      <a:pt x="46" y="264"/>
                    </a:lnTo>
                    <a:lnTo>
                      <a:pt x="46" y="260"/>
                    </a:lnTo>
                    <a:lnTo>
                      <a:pt x="46" y="256"/>
                    </a:lnTo>
                    <a:lnTo>
                      <a:pt x="46" y="252"/>
                    </a:lnTo>
                    <a:lnTo>
                      <a:pt x="46" y="248"/>
                    </a:lnTo>
                    <a:lnTo>
                      <a:pt x="42" y="248"/>
                    </a:lnTo>
                    <a:lnTo>
                      <a:pt x="42" y="246"/>
                    </a:lnTo>
                    <a:lnTo>
                      <a:pt x="46" y="246"/>
                    </a:lnTo>
                    <a:lnTo>
                      <a:pt x="46" y="242"/>
                    </a:lnTo>
                    <a:lnTo>
                      <a:pt x="46" y="238"/>
                    </a:lnTo>
                    <a:lnTo>
                      <a:pt x="46" y="234"/>
                    </a:lnTo>
                    <a:lnTo>
                      <a:pt x="50" y="234"/>
                    </a:lnTo>
                    <a:lnTo>
                      <a:pt x="50" y="230"/>
                    </a:lnTo>
                    <a:lnTo>
                      <a:pt x="50" y="226"/>
                    </a:lnTo>
                    <a:lnTo>
                      <a:pt x="54" y="226"/>
                    </a:lnTo>
                    <a:lnTo>
                      <a:pt x="54" y="222"/>
                    </a:lnTo>
                    <a:lnTo>
                      <a:pt x="54" y="218"/>
                    </a:lnTo>
                    <a:lnTo>
                      <a:pt x="54" y="216"/>
                    </a:lnTo>
                    <a:lnTo>
                      <a:pt x="54" y="212"/>
                    </a:lnTo>
                    <a:lnTo>
                      <a:pt x="54" y="208"/>
                    </a:lnTo>
                    <a:lnTo>
                      <a:pt x="50" y="208"/>
                    </a:lnTo>
                    <a:lnTo>
                      <a:pt x="50" y="204"/>
                    </a:lnTo>
                    <a:lnTo>
                      <a:pt x="50" y="200"/>
                    </a:lnTo>
                    <a:lnTo>
                      <a:pt x="50" y="196"/>
                    </a:lnTo>
                    <a:lnTo>
                      <a:pt x="50" y="192"/>
                    </a:lnTo>
                    <a:lnTo>
                      <a:pt x="46" y="192"/>
                    </a:lnTo>
                    <a:lnTo>
                      <a:pt x="46" y="190"/>
                    </a:lnTo>
                    <a:lnTo>
                      <a:pt x="46" y="186"/>
                    </a:lnTo>
                    <a:lnTo>
                      <a:pt x="46" y="182"/>
                    </a:lnTo>
                    <a:lnTo>
                      <a:pt x="42" y="178"/>
                    </a:lnTo>
                    <a:lnTo>
                      <a:pt x="42" y="174"/>
                    </a:lnTo>
                    <a:lnTo>
                      <a:pt x="42" y="170"/>
                    </a:lnTo>
                    <a:lnTo>
                      <a:pt x="46" y="170"/>
                    </a:lnTo>
                    <a:lnTo>
                      <a:pt x="46" y="166"/>
                    </a:lnTo>
                    <a:lnTo>
                      <a:pt x="46" y="162"/>
                    </a:lnTo>
                    <a:lnTo>
                      <a:pt x="46" y="160"/>
                    </a:lnTo>
                    <a:lnTo>
                      <a:pt x="50" y="160"/>
                    </a:lnTo>
                    <a:lnTo>
                      <a:pt x="50" y="156"/>
                    </a:lnTo>
                    <a:lnTo>
                      <a:pt x="54" y="156"/>
                    </a:lnTo>
                    <a:lnTo>
                      <a:pt x="54" y="152"/>
                    </a:lnTo>
                    <a:lnTo>
                      <a:pt x="54" y="148"/>
                    </a:lnTo>
                    <a:lnTo>
                      <a:pt x="54" y="144"/>
                    </a:lnTo>
                    <a:lnTo>
                      <a:pt x="50" y="140"/>
                    </a:lnTo>
                    <a:lnTo>
                      <a:pt x="54" y="140"/>
                    </a:lnTo>
                    <a:lnTo>
                      <a:pt x="50" y="140"/>
                    </a:lnTo>
                    <a:lnTo>
                      <a:pt x="50" y="136"/>
                    </a:lnTo>
                    <a:lnTo>
                      <a:pt x="54" y="134"/>
                    </a:lnTo>
                    <a:lnTo>
                      <a:pt x="54" y="130"/>
                    </a:lnTo>
                    <a:lnTo>
                      <a:pt x="54" y="126"/>
                    </a:lnTo>
                    <a:lnTo>
                      <a:pt x="54" y="122"/>
                    </a:lnTo>
                    <a:lnTo>
                      <a:pt x="56" y="122"/>
                    </a:lnTo>
                    <a:lnTo>
                      <a:pt x="56" y="118"/>
                    </a:lnTo>
                    <a:lnTo>
                      <a:pt x="60" y="114"/>
                    </a:lnTo>
                    <a:lnTo>
                      <a:pt x="60" y="110"/>
                    </a:lnTo>
                    <a:lnTo>
                      <a:pt x="64" y="110"/>
                    </a:lnTo>
                    <a:lnTo>
                      <a:pt x="64" y="106"/>
                    </a:lnTo>
                    <a:lnTo>
                      <a:pt x="64" y="104"/>
                    </a:lnTo>
                    <a:lnTo>
                      <a:pt x="68" y="100"/>
                    </a:lnTo>
                    <a:lnTo>
                      <a:pt x="68" y="96"/>
                    </a:lnTo>
                    <a:lnTo>
                      <a:pt x="72" y="96"/>
                    </a:lnTo>
                    <a:lnTo>
                      <a:pt x="76" y="96"/>
                    </a:lnTo>
                    <a:lnTo>
                      <a:pt x="76" y="92"/>
                    </a:lnTo>
                    <a:lnTo>
                      <a:pt x="72" y="88"/>
                    </a:lnTo>
                    <a:lnTo>
                      <a:pt x="72" y="84"/>
                    </a:lnTo>
                    <a:lnTo>
                      <a:pt x="72" y="82"/>
                    </a:lnTo>
                    <a:lnTo>
                      <a:pt x="72" y="78"/>
                    </a:lnTo>
                    <a:lnTo>
                      <a:pt x="72" y="74"/>
                    </a:lnTo>
                    <a:lnTo>
                      <a:pt x="72" y="70"/>
                    </a:lnTo>
                    <a:lnTo>
                      <a:pt x="72" y="66"/>
                    </a:lnTo>
                    <a:lnTo>
                      <a:pt x="72" y="64"/>
                    </a:lnTo>
                    <a:lnTo>
                      <a:pt x="76" y="60"/>
                    </a:lnTo>
                    <a:lnTo>
                      <a:pt x="72" y="56"/>
                    </a:lnTo>
                    <a:lnTo>
                      <a:pt x="72" y="52"/>
                    </a:lnTo>
                    <a:lnTo>
                      <a:pt x="72" y="48"/>
                    </a:lnTo>
                    <a:lnTo>
                      <a:pt x="76" y="48"/>
                    </a:lnTo>
                    <a:lnTo>
                      <a:pt x="80" y="44"/>
                    </a:lnTo>
                    <a:lnTo>
                      <a:pt x="82" y="44"/>
                    </a:lnTo>
                    <a:lnTo>
                      <a:pt x="86" y="44"/>
                    </a:lnTo>
                    <a:lnTo>
                      <a:pt x="86" y="40"/>
                    </a:lnTo>
                    <a:lnTo>
                      <a:pt x="90" y="36"/>
                    </a:lnTo>
                    <a:lnTo>
                      <a:pt x="90" y="34"/>
                    </a:lnTo>
                    <a:lnTo>
                      <a:pt x="90" y="30"/>
                    </a:lnTo>
                    <a:lnTo>
                      <a:pt x="90" y="26"/>
                    </a:lnTo>
                    <a:lnTo>
                      <a:pt x="94" y="26"/>
                    </a:lnTo>
                    <a:lnTo>
                      <a:pt x="94" y="22"/>
                    </a:lnTo>
                    <a:lnTo>
                      <a:pt x="90" y="22"/>
                    </a:lnTo>
                    <a:lnTo>
                      <a:pt x="90" y="18"/>
                    </a:lnTo>
                    <a:lnTo>
                      <a:pt x="94" y="18"/>
                    </a:lnTo>
                    <a:lnTo>
                      <a:pt x="94" y="14"/>
                    </a:lnTo>
                    <a:lnTo>
                      <a:pt x="98" y="14"/>
                    </a:lnTo>
                    <a:lnTo>
                      <a:pt x="98" y="10"/>
                    </a:lnTo>
                    <a:lnTo>
                      <a:pt x="98" y="6"/>
                    </a:lnTo>
                    <a:lnTo>
                      <a:pt x="102" y="6"/>
                    </a:lnTo>
                    <a:lnTo>
                      <a:pt x="102" y="4"/>
                    </a:lnTo>
                    <a:lnTo>
                      <a:pt x="106" y="4"/>
                    </a:lnTo>
                    <a:lnTo>
                      <a:pt x="106" y="0"/>
                    </a:lnTo>
                    <a:lnTo>
                      <a:pt x="106" y="4"/>
                    </a:lnTo>
                    <a:lnTo>
                      <a:pt x="108" y="4"/>
                    </a:lnTo>
                    <a:lnTo>
                      <a:pt x="108" y="6"/>
                    </a:lnTo>
                    <a:lnTo>
                      <a:pt x="112" y="6"/>
                    </a:lnTo>
                    <a:lnTo>
                      <a:pt x="120" y="6"/>
                    </a:lnTo>
                    <a:lnTo>
                      <a:pt x="122" y="6"/>
                    </a:lnTo>
                    <a:lnTo>
                      <a:pt x="126" y="6"/>
                    </a:lnTo>
                    <a:lnTo>
                      <a:pt x="126" y="10"/>
                    </a:lnTo>
                    <a:lnTo>
                      <a:pt x="126" y="14"/>
                    </a:lnTo>
                    <a:lnTo>
                      <a:pt x="126" y="18"/>
                    </a:lnTo>
                    <a:lnTo>
                      <a:pt x="130" y="18"/>
                    </a:lnTo>
                    <a:lnTo>
                      <a:pt x="130" y="22"/>
                    </a:lnTo>
                    <a:lnTo>
                      <a:pt x="130" y="18"/>
                    </a:lnTo>
                    <a:lnTo>
                      <a:pt x="130" y="14"/>
                    </a:lnTo>
                    <a:lnTo>
                      <a:pt x="134" y="10"/>
                    </a:lnTo>
                    <a:lnTo>
                      <a:pt x="134" y="6"/>
                    </a:lnTo>
                    <a:lnTo>
                      <a:pt x="138" y="6"/>
                    </a:lnTo>
                    <a:lnTo>
                      <a:pt x="142" y="6"/>
                    </a:lnTo>
                    <a:lnTo>
                      <a:pt x="146" y="6"/>
                    </a:lnTo>
                    <a:lnTo>
                      <a:pt x="150" y="6"/>
                    </a:lnTo>
                    <a:lnTo>
                      <a:pt x="152" y="6"/>
                    </a:lnTo>
                    <a:lnTo>
                      <a:pt x="152" y="10"/>
                    </a:lnTo>
                    <a:lnTo>
                      <a:pt x="156" y="10"/>
                    </a:lnTo>
                    <a:lnTo>
                      <a:pt x="156" y="14"/>
                    </a:lnTo>
                    <a:lnTo>
                      <a:pt x="160" y="14"/>
                    </a:lnTo>
                    <a:lnTo>
                      <a:pt x="160" y="18"/>
                    </a:lnTo>
                    <a:lnTo>
                      <a:pt x="164" y="22"/>
                    </a:lnTo>
                    <a:lnTo>
                      <a:pt x="164" y="26"/>
                    </a:lnTo>
                    <a:lnTo>
                      <a:pt x="168" y="26"/>
                    </a:lnTo>
                    <a:lnTo>
                      <a:pt x="168" y="30"/>
                    </a:lnTo>
                    <a:lnTo>
                      <a:pt x="172" y="30"/>
                    </a:lnTo>
                    <a:lnTo>
                      <a:pt x="172" y="34"/>
                    </a:lnTo>
                    <a:lnTo>
                      <a:pt x="176" y="34"/>
                    </a:lnTo>
                    <a:lnTo>
                      <a:pt x="176" y="36"/>
                    </a:lnTo>
                    <a:lnTo>
                      <a:pt x="178" y="36"/>
                    </a:lnTo>
                    <a:lnTo>
                      <a:pt x="182" y="36"/>
                    </a:lnTo>
                    <a:lnTo>
                      <a:pt x="182" y="40"/>
                    </a:lnTo>
                    <a:lnTo>
                      <a:pt x="186" y="40"/>
                    </a:lnTo>
                    <a:lnTo>
                      <a:pt x="190" y="40"/>
                    </a:lnTo>
                    <a:lnTo>
                      <a:pt x="198" y="44"/>
                    </a:lnTo>
                    <a:lnTo>
                      <a:pt x="198" y="48"/>
                    </a:lnTo>
                    <a:lnTo>
                      <a:pt x="202" y="48"/>
                    </a:lnTo>
                    <a:lnTo>
                      <a:pt x="202" y="52"/>
                    </a:lnTo>
                    <a:lnTo>
                      <a:pt x="204" y="52"/>
                    </a:lnTo>
                    <a:lnTo>
                      <a:pt x="208" y="56"/>
                    </a:lnTo>
                    <a:lnTo>
                      <a:pt x="212" y="56"/>
                    </a:lnTo>
                    <a:lnTo>
                      <a:pt x="216" y="60"/>
                    </a:lnTo>
                    <a:lnTo>
                      <a:pt x="220" y="60"/>
                    </a:lnTo>
                    <a:lnTo>
                      <a:pt x="224" y="64"/>
                    </a:lnTo>
                    <a:lnTo>
                      <a:pt x="224" y="66"/>
                    </a:lnTo>
                    <a:lnTo>
                      <a:pt x="228" y="66"/>
                    </a:lnTo>
                    <a:lnTo>
                      <a:pt x="228" y="70"/>
                    </a:lnTo>
                    <a:lnTo>
                      <a:pt x="224" y="70"/>
                    </a:lnTo>
                    <a:lnTo>
                      <a:pt x="224" y="74"/>
                    </a:lnTo>
                    <a:lnTo>
                      <a:pt x="220" y="74"/>
                    </a:lnTo>
                    <a:lnTo>
                      <a:pt x="220" y="78"/>
                    </a:lnTo>
                    <a:lnTo>
                      <a:pt x="216" y="82"/>
                    </a:lnTo>
                    <a:lnTo>
                      <a:pt x="216" y="84"/>
                    </a:lnTo>
                    <a:lnTo>
                      <a:pt x="216" y="88"/>
                    </a:lnTo>
                    <a:lnTo>
                      <a:pt x="216" y="92"/>
                    </a:lnTo>
                    <a:lnTo>
                      <a:pt x="212" y="92"/>
                    </a:lnTo>
                    <a:lnTo>
                      <a:pt x="212" y="96"/>
                    </a:lnTo>
                    <a:lnTo>
                      <a:pt x="208" y="96"/>
                    </a:lnTo>
                    <a:lnTo>
                      <a:pt x="212" y="100"/>
                    </a:lnTo>
                    <a:lnTo>
                      <a:pt x="216" y="100"/>
                    </a:lnTo>
                    <a:lnTo>
                      <a:pt x="220" y="100"/>
                    </a:lnTo>
                    <a:lnTo>
                      <a:pt x="224" y="100"/>
                    </a:lnTo>
                    <a:lnTo>
                      <a:pt x="228" y="104"/>
                    </a:lnTo>
                    <a:lnTo>
                      <a:pt x="230" y="104"/>
                    </a:lnTo>
                    <a:lnTo>
                      <a:pt x="234" y="104"/>
                    </a:lnTo>
                    <a:lnTo>
                      <a:pt x="238" y="104"/>
                    </a:lnTo>
                    <a:lnTo>
                      <a:pt x="242" y="104"/>
                    </a:lnTo>
                    <a:lnTo>
                      <a:pt x="242" y="100"/>
                    </a:lnTo>
                    <a:lnTo>
                      <a:pt x="246" y="100"/>
                    </a:lnTo>
                    <a:lnTo>
                      <a:pt x="250" y="100"/>
                    </a:lnTo>
                    <a:lnTo>
                      <a:pt x="250" y="104"/>
                    </a:lnTo>
                    <a:lnTo>
                      <a:pt x="254" y="104"/>
                    </a:lnTo>
                    <a:lnTo>
                      <a:pt x="254" y="100"/>
                    </a:lnTo>
                    <a:lnTo>
                      <a:pt x="254" y="96"/>
                    </a:lnTo>
                    <a:lnTo>
                      <a:pt x="258" y="92"/>
                    </a:lnTo>
                    <a:lnTo>
                      <a:pt x="260" y="92"/>
                    </a:lnTo>
                    <a:lnTo>
                      <a:pt x="260" y="88"/>
                    </a:lnTo>
                    <a:lnTo>
                      <a:pt x="264" y="88"/>
                    </a:lnTo>
                    <a:lnTo>
                      <a:pt x="264" y="84"/>
                    </a:lnTo>
                    <a:lnTo>
                      <a:pt x="268" y="82"/>
                    </a:lnTo>
                    <a:lnTo>
                      <a:pt x="268" y="78"/>
                    </a:lnTo>
                    <a:lnTo>
                      <a:pt x="268" y="74"/>
                    </a:lnTo>
                    <a:lnTo>
                      <a:pt x="268" y="70"/>
                    </a:lnTo>
                    <a:lnTo>
                      <a:pt x="272" y="70"/>
                    </a:lnTo>
                    <a:lnTo>
                      <a:pt x="272" y="66"/>
                    </a:lnTo>
                    <a:lnTo>
                      <a:pt x="276" y="66"/>
                    </a:lnTo>
                    <a:lnTo>
                      <a:pt x="280" y="70"/>
                    </a:lnTo>
                    <a:lnTo>
                      <a:pt x="280" y="74"/>
                    </a:lnTo>
                    <a:lnTo>
                      <a:pt x="280" y="78"/>
                    </a:lnTo>
                    <a:lnTo>
                      <a:pt x="280" y="82"/>
                    </a:lnTo>
                    <a:lnTo>
                      <a:pt x="280" y="84"/>
                    </a:lnTo>
                    <a:lnTo>
                      <a:pt x="280" y="88"/>
                    </a:lnTo>
                    <a:lnTo>
                      <a:pt x="280" y="92"/>
                    </a:lnTo>
                    <a:lnTo>
                      <a:pt x="280" y="96"/>
                    </a:lnTo>
                    <a:lnTo>
                      <a:pt x="276" y="96"/>
                    </a:lnTo>
                    <a:lnTo>
                      <a:pt x="276" y="100"/>
                    </a:lnTo>
                    <a:lnTo>
                      <a:pt x="272" y="100"/>
                    </a:lnTo>
                    <a:lnTo>
                      <a:pt x="272" y="104"/>
                    </a:lnTo>
                    <a:lnTo>
                      <a:pt x="268" y="104"/>
                    </a:lnTo>
                    <a:lnTo>
                      <a:pt x="264" y="104"/>
                    </a:lnTo>
                    <a:lnTo>
                      <a:pt x="264" y="106"/>
                    </a:lnTo>
                    <a:lnTo>
                      <a:pt x="260" y="110"/>
                    </a:lnTo>
                    <a:lnTo>
                      <a:pt x="258" y="110"/>
                    </a:lnTo>
                    <a:lnTo>
                      <a:pt x="258" y="114"/>
                    </a:lnTo>
                    <a:lnTo>
                      <a:pt x="254" y="114"/>
                    </a:lnTo>
                    <a:lnTo>
                      <a:pt x="250" y="114"/>
                    </a:lnTo>
                    <a:lnTo>
                      <a:pt x="250" y="118"/>
                    </a:lnTo>
                    <a:lnTo>
                      <a:pt x="254" y="118"/>
                    </a:lnTo>
                    <a:lnTo>
                      <a:pt x="250" y="118"/>
                    </a:lnTo>
                    <a:lnTo>
                      <a:pt x="250" y="122"/>
                    </a:lnTo>
                    <a:lnTo>
                      <a:pt x="246" y="122"/>
                    </a:lnTo>
                    <a:lnTo>
                      <a:pt x="246" y="126"/>
                    </a:lnTo>
                    <a:lnTo>
                      <a:pt x="242" y="126"/>
                    </a:lnTo>
                    <a:lnTo>
                      <a:pt x="242" y="130"/>
                    </a:lnTo>
                    <a:lnTo>
                      <a:pt x="242" y="134"/>
                    </a:lnTo>
                    <a:lnTo>
                      <a:pt x="238" y="134"/>
                    </a:lnTo>
                    <a:lnTo>
                      <a:pt x="238" y="136"/>
                    </a:lnTo>
                    <a:lnTo>
                      <a:pt x="234" y="140"/>
                    </a:lnTo>
                    <a:lnTo>
                      <a:pt x="234" y="144"/>
                    </a:lnTo>
                    <a:lnTo>
                      <a:pt x="230" y="144"/>
                    </a:lnTo>
                    <a:lnTo>
                      <a:pt x="228" y="148"/>
                    </a:lnTo>
                    <a:lnTo>
                      <a:pt x="228" y="152"/>
                    </a:lnTo>
                    <a:lnTo>
                      <a:pt x="224" y="152"/>
                    </a:lnTo>
                    <a:lnTo>
                      <a:pt x="224" y="156"/>
                    </a:lnTo>
                    <a:lnTo>
                      <a:pt x="220" y="160"/>
                    </a:lnTo>
                    <a:lnTo>
                      <a:pt x="224" y="162"/>
                    </a:lnTo>
                    <a:lnTo>
                      <a:pt x="220" y="166"/>
                    </a:lnTo>
                    <a:lnTo>
                      <a:pt x="220" y="170"/>
                    </a:lnTo>
                    <a:lnTo>
                      <a:pt x="220" y="174"/>
                    </a:lnTo>
                    <a:lnTo>
                      <a:pt x="220" y="178"/>
                    </a:lnTo>
                    <a:lnTo>
                      <a:pt x="220" y="182"/>
                    </a:lnTo>
                    <a:lnTo>
                      <a:pt x="216" y="182"/>
                    </a:lnTo>
                    <a:lnTo>
                      <a:pt x="216" y="186"/>
                    </a:lnTo>
                    <a:lnTo>
                      <a:pt x="216" y="190"/>
                    </a:lnTo>
                    <a:lnTo>
                      <a:pt x="220" y="190"/>
                    </a:lnTo>
                    <a:lnTo>
                      <a:pt x="220" y="192"/>
                    </a:lnTo>
                    <a:lnTo>
                      <a:pt x="216" y="192"/>
                    </a:lnTo>
                    <a:lnTo>
                      <a:pt x="216" y="196"/>
                    </a:lnTo>
                    <a:lnTo>
                      <a:pt x="216" y="200"/>
                    </a:lnTo>
                    <a:lnTo>
                      <a:pt x="216" y="204"/>
                    </a:lnTo>
                    <a:lnTo>
                      <a:pt x="212" y="204"/>
                    </a:lnTo>
                    <a:lnTo>
                      <a:pt x="212" y="208"/>
                    </a:lnTo>
                    <a:lnTo>
                      <a:pt x="212" y="212"/>
                    </a:lnTo>
                    <a:lnTo>
                      <a:pt x="212" y="216"/>
                    </a:lnTo>
                    <a:lnTo>
                      <a:pt x="212" y="218"/>
                    </a:lnTo>
                    <a:lnTo>
                      <a:pt x="212" y="222"/>
                    </a:lnTo>
                    <a:lnTo>
                      <a:pt x="212" y="226"/>
                    </a:lnTo>
                    <a:lnTo>
                      <a:pt x="212" y="230"/>
                    </a:lnTo>
                    <a:lnTo>
                      <a:pt x="212" y="234"/>
                    </a:lnTo>
                    <a:lnTo>
                      <a:pt x="216" y="234"/>
                    </a:lnTo>
                    <a:lnTo>
                      <a:pt x="216" y="238"/>
                    </a:lnTo>
                    <a:lnTo>
                      <a:pt x="220" y="238"/>
                    </a:lnTo>
                    <a:lnTo>
                      <a:pt x="224" y="238"/>
                    </a:lnTo>
                    <a:lnTo>
                      <a:pt x="228" y="242"/>
                    </a:lnTo>
                    <a:lnTo>
                      <a:pt x="228" y="246"/>
                    </a:lnTo>
                    <a:lnTo>
                      <a:pt x="230" y="246"/>
                    </a:lnTo>
                    <a:lnTo>
                      <a:pt x="230" y="248"/>
                    </a:lnTo>
                    <a:lnTo>
                      <a:pt x="230" y="252"/>
                    </a:lnTo>
                    <a:lnTo>
                      <a:pt x="228" y="256"/>
                    </a:lnTo>
                    <a:lnTo>
                      <a:pt x="228" y="260"/>
                    </a:lnTo>
                    <a:lnTo>
                      <a:pt x="230" y="264"/>
                    </a:lnTo>
                    <a:lnTo>
                      <a:pt x="230" y="268"/>
                    </a:lnTo>
                    <a:lnTo>
                      <a:pt x="234" y="268"/>
                    </a:lnTo>
                    <a:lnTo>
                      <a:pt x="238" y="268"/>
                    </a:lnTo>
                    <a:lnTo>
                      <a:pt x="238" y="272"/>
                    </a:lnTo>
                    <a:lnTo>
                      <a:pt x="238" y="274"/>
                    </a:lnTo>
                    <a:lnTo>
                      <a:pt x="238" y="278"/>
                    </a:lnTo>
                    <a:lnTo>
                      <a:pt x="234" y="282"/>
                    </a:lnTo>
                    <a:lnTo>
                      <a:pt x="234" y="286"/>
                    </a:lnTo>
                    <a:lnTo>
                      <a:pt x="230" y="286"/>
                    </a:lnTo>
                    <a:lnTo>
                      <a:pt x="230" y="290"/>
                    </a:lnTo>
                    <a:lnTo>
                      <a:pt x="228" y="294"/>
                    </a:lnTo>
                    <a:lnTo>
                      <a:pt x="228" y="298"/>
                    </a:lnTo>
                    <a:lnTo>
                      <a:pt x="228" y="302"/>
                    </a:lnTo>
                    <a:lnTo>
                      <a:pt x="224" y="302"/>
                    </a:lnTo>
                    <a:lnTo>
                      <a:pt x="224" y="304"/>
                    </a:lnTo>
                    <a:lnTo>
                      <a:pt x="216" y="304"/>
                    </a:lnTo>
                    <a:lnTo>
                      <a:pt x="216" y="308"/>
                    </a:lnTo>
                    <a:lnTo>
                      <a:pt x="208" y="308"/>
                    </a:lnTo>
                    <a:lnTo>
                      <a:pt x="204" y="312"/>
                    </a:lnTo>
                    <a:lnTo>
                      <a:pt x="202" y="312"/>
                    </a:lnTo>
                    <a:lnTo>
                      <a:pt x="198" y="312"/>
                    </a:lnTo>
                    <a:lnTo>
                      <a:pt x="194" y="316"/>
                    </a:lnTo>
                    <a:lnTo>
                      <a:pt x="190" y="316"/>
                    </a:lnTo>
                    <a:lnTo>
                      <a:pt x="186" y="316"/>
                    </a:lnTo>
                    <a:lnTo>
                      <a:pt x="182" y="316"/>
                    </a:lnTo>
                    <a:lnTo>
                      <a:pt x="178" y="316"/>
                    </a:lnTo>
                    <a:lnTo>
                      <a:pt x="176" y="316"/>
                    </a:lnTo>
                    <a:lnTo>
                      <a:pt x="172" y="316"/>
                    </a:lnTo>
                    <a:lnTo>
                      <a:pt x="168" y="316"/>
                    </a:lnTo>
                    <a:lnTo>
                      <a:pt x="164" y="316"/>
                    </a:lnTo>
                    <a:lnTo>
                      <a:pt x="160" y="316"/>
                    </a:lnTo>
                    <a:lnTo>
                      <a:pt x="160" y="312"/>
                    </a:lnTo>
                    <a:lnTo>
                      <a:pt x="156" y="312"/>
                    </a:lnTo>
                    <a:lnTo>
                      <a:pt x="156" y="316"/>
                    </a:lnTo>
                    <a:lnTo>
                      <a:pt x="160" y="316"/>
                    </a:lnTo>
                    <a:lnTo>
                      <a:pt x="160" y="320"/>
                    </a:lnTo>
                    <a:lnTo>
                      <a:pt x="156" y="320"/>
                    </a:lnTo>
                    <a:lnTo>
                      <a:pt x="156" y="324"/>
                    </a:lnTo>
                    <a:lnTo>
                      <a:pt x="160" y="324"/>
                    </a:lnTo>
                    <a:lnTo>
                      <a:pt x="164" y="324"/>
                    </a:lnTo>
                    <a:lnTo>
                      <a:pt x="164" y="328"/>
                    </a:lnTo>
                    <a:lnTo>
                      <a:pt x="160" y="324"/>
                    </a:lnTo>
                    <a:lnTo>
                      <a:pt x="160" y="328"/>
                    </a:lnTo>
                    <a:lnTo>
                      <a:pt x="160" y="330"/>
                    </a:lnTo>
                    <a:lnTo>
                      <a:pt x="160" y="334"/>
                    </a:lnTo>
                    <a:lnTo>
                      <a:pt x="156" y="338"/>
                    </a:lnTo>
                    <a:lnTo>
                      <a:pt x="156" y="342"/>
                    </a:lnTo>
                    <a:lnTo>
                      <a:pt x="156" y="346"/>
                    </a:lnTo>
                    <a:lnTo>
                      <a:pt x="160" y="346"/>
                    </a:lnTo>
                    <a:lnTo>
                      <a:pt x="160" y="350"/>
                    </a:lnTo>
                    <a:lnTo>
                      <a:pt x="156" y="350"/>
                    </a:lnTo>
                    <a:lnTo>
                      <a:pt x="160" y="350"/>
                    </a:lnTo>
                    <a:lnTo>
                      <a:pt x="160" y="354"/>
                    </a:lnTo>
                    <a:lnTo>
                      <a:pt x="156" y="354"/>
                    </a:lnTo>
                    <a:lnTo>
                      <a:pt x="152" y="358"/>
                    </a:lnTo>
                    <a:lnTo>
                      <a:pt x="150" y="358"/>
                    </a:lnTo>
                    <a:lnTo>
                      <a:pt x="150" y="360"/>
                    </a:lnTo>
                    <a:lnTo>
                      <a:pt x="146" y="360"/>
                    </a:lnTo>
                    <a:lnTo>
                      <a:pt x="142" y="360"/>
                    </a:lnTo>
                    <a:lnTo>
                      <a:pt x="138" y="360"/>
                    </a:lnTo>
                    <a:lnTo>
                      <a:pt x="138" y="358"/>
                    </a:lnTo>
                    <a:lnTo>
                      <a:pt x="134" y="358"/>
                    </a:lnTo>
                    <a:lnTo>
                      <a:pt x="130" y="358"/>
                    </a:lnTo>
                    <a:lnTo>
                      <a:pt x="126" y="354"/>
                    </a:lnTo>
                    <a:lnTo>
                      <a:pt x="122" y="354"/>
                    </a:lnTo>
                    <a:lnTo>
                      <a:pt x="122" y="350"/>
                    </a:lnTo>
                    <a:lnTo>
                      <a:pt x="120" y="350"/>
                    </a:lnTo>
                    <a:lnTo>
                      <a:pt x="120" y="354"/>
                    </a:lnTo>
                    <a:lnTo>
                      <a:pt x="120" y="358"/>
                    </a:lnTo>
                    <a:lnTo>
                      <a:pt x="120" y="360"/>
                    </a:lnTo>
                    <a:lnTo>
                      <a:pt x="120" y="364"/>
                    </a:lnTo>
                    <a:lnTo>
                      <a:pt x="120" y="368"/>
                    </a:lnTo>
                    <a:lnTo>
                      <a:pt x="120" y="372"/>
                    </a:lnTo>
                    <a:lnTo>
                      <a:pt x="120" y="376"/>
                    </a:lnTo>
                    <a:lnTo>
                      <a:pt x="120" y="380"/>
                    </a:lnTo>
                    <a:lnTo>
                      <a:pt x="122" y="380"/>
                    </a:lnTo>
                    <a:lnTo>
                      <a:pt x="126" y="380"/>
                    </a:lnTo>
                    <a:lnTo>
                      <a:pt x="126" y="384"/>
                    </a:lnTo>
                    <a:lnTo>
                      <a:pt x="134" y="384"/>
                    </a:lnTo>
                    <a:lnTo>
                      <a:pt x="134" y="380"/>
                    </a:lnTo>
                    <a:lnTo>
                      <a:pt x="130" y="380"/>
                    </a:lnTo>
                    <a:lnTo>
                      <a:pt x="134" y="380"/>
                    </a:lnTo>
                    <a:lnTo>
                      <a:pt x="138" y="380"/>
                    </a:lnTo>
                    <a:lnTo>
                      <a:pt x="138" y="376"/>
                    </a:lnTo>
                    <a:lnTo>
                      <a:pt x="138" y="380"/>
                    </a:lnTo>
                    <a:lnTo>
                      <a:pt x="142" y="380"/>
                    </a:lnTo>
                    <a:lnTo>
                      <a:pt x="142" y="384"/>
                    </a:lnTo>
                    <a:lnTo>
                      <a:pt x="142" y="386"/>
                    </a:lnTo>
                    <a:lnTo>
                      <a:pt x="142" y="390"/>
                    </a:lnTo>
                    <a:lnTo>
                      <a:pt x="138" y="390"/>
                    </a:lnTo>
                    <a:lnTo>
                      <a:pt x="134" y="394"/>
                    </a:lnTo>
                    <a:lnTo>
                      <a:pt x="130" y="390"/>
                    </a:lnTo>
                    <a:lnTo>
                      <a:pt x="130" y="386"/>
                    </a:lnTo>
                    <a:lnTo>
                      <a:pt x="126" y="386"/>
                    </a:lnTo>
                    <a:lnTo>
                      <a:pt x="122" y="386"/>
                    </a:lnTo>
                    <a:lnTo>
                      <a:pt x="120" y="390"/>
                    </a:lnTo>
                    <a:lnTo>
                      <a:pt x="122" y="390"/>
                    </a:lnTo>
                    <a:lnTo>
                      <a:pt x="122" y="394"/>
                    </a:lnTo>
                    <a:lnTo>
                      <a:pt x="126" y="394"/>
                    </a:lnTo>
                    <a:lnTo>
                      <a:pt x="130" y="394"/>
                    </a:lnTo>
                    <a:lnTo>
                      <a:pt x="130" y="398"/>
                    </a:lnTo>
                    <a:lnTo>
                      <a:pt x="126" y="398"/>
                    </a:lnTo>
                    <a:lnTo>
                      <a:pt x="122" y="398"/>
                    </a:lnTo>
                    <a:lnTo>
                      <a:pt x="122" y="402"/>
                    </a:lnTo>
                    <a:lnTo>
                      <a:pt x="120" y="402"/>
                    </a:lnTo>
                    <a:lnTo>
                      <a:pt x="120" y="406"/>
                    </a:lnTo>
                    <a:lnTo>
                      <a:pt x="116" y="406"/>
                    </a:lnTo>
                    <a:lnTo>
                      <a:pt x="116" y="410"/>
                    </a:lnTo>
                    <a:lnTo>
                      <a:pt x="116" y="414"/>
                    </a:lnTo>
                    <a:lnTo>
                      <a:pt x="120" y="414"/>
                    </a:lnTo>
                    <a:lnTo>
                      <a:pt x="116" y="416"/>
                    </a:lnTo>
                    <a:lnTo>
                      <a:pt x="116" y="420"/>
                    </a:lnTo>
                    <a:lnTo>
                      <a:pt x="116" y="424"/>
                    </a:lnTo>
                    <a:lnTo>
                      <a:pt x="112" y="428"/>
                    </a:lnTo>
                    <a:lnTo>
                      <a:pt x="112" y="432"/>
                    </a:lnTo>
                    <a:lnTo>
                      <a:pt x="112" y="436"/>
                    </a:lnTo>
                    <a:lnTo>
                      <a:pt x="108" y="436"/>
                    </a:lnTo>
                    <a:lnTo>
                      <a:pt x="106" y="436"/>
                    </a:lnTo>
                    <a:lnTo>
                      <a:pt x="102" y="436"/>
                    </a:lnTo>
                    <a:lnTo>
                      <a:pt x="102" y="440"/>
                    </a:lnTo>
                    <a:lnTo>
                      <a:pt x="98" y="440"/>
                    </a:lnTo>
                    <a:lnTo>
                      <a:pt x="94" y="440"/>
                    </a:lnTo>
                    <a:lnTo>
                      <a:pt x="94" y="442"/>
                    </a:lnTo>
                    <a:lnTo>
                      <a:pt x="90" y="442"/>
                    </a:lnTo>
                    <a:lnTo>
                      <a:pt x="90" y="446"/>
                    </a:lnTo>
                    <a:lnTo>
                      <a:pt x="86" y="446"/>
                    </a:lnTo>
                    <a:lnTo>
                      <a:pt x="86" y="450"/>
                    </a:lnTo>
                    <a:lnTo>
                      <a:pt x="86" y="454"/>
                    </a:lnTo>
                    <a:lnTo>
                      <a:pt x="82" y="458"/>
                    </a:lnTo>
                    <a:lnTo>
                      <a:pt x="86" y="462"/>
                    </a:lnTo>
                    <a:lnTo>
                      <a:pt x="86" y="466"/>
                    </a:lnTo>
                    <a:lnTo>
                      <a:pt x="86" y="470"/>
                    </a:lnTo>
                    <a:lnTo>
                      <a:pt x="90" y="470"/>
                    </a:lnTo>
                    <a:lnTo>
                      <a:pt x="94" y="472"/>
                    </a:lnTo>
                    <a:lnTo>
                      <a:pt x="94" y="476"/>
                    </a:lnTo>
                    <a:lnTo>
                      <a:pt x="98" y="476"/>
                    </a:lnTo>
                    <a:lnTo>
                      <a:pt x="102" y="476"/>
                    </a:lnTo>
                    <a:lnTo>
                      <a:pt x="106" y="476"/>
                    </a:lnTo>
                    <a:lnTo>
                      <a:pt x="108" y="476"/>
                    </a:lnTo>
                    <a:lnTo>
                      <a:pt x="108" y="480"/>
                    </a:lnTo>
                    <a:lnTo>
                      <a:pt x="112" y="484"/>
                    </a:lnTo>
                    <a:lnTo>
                      <a:pt x="108" y="488"/>
                    </a:lnTo>
                    <a:lnTo>
                      <a:pt x="108" y="490"/>
                    </a:lnTo>
                    <a:lnTo>
                      <a:pt x="106" y="490"/>
                    </a:lnTo>
                    <a:lnTo>
                      <a:pt x="108" y="490"/>
                    </a:lnTo>
                    <a:lnTo>
                      <a:pt x="108" y="494"/>
                    </a:lnTo>
                    <a:lnTo>
                      <a:pt x="108" y="498"/>
                    </a:lnTo>
                    <a:lnTo>
                      <a:pt x="106" y="498"/>
                    </a:lnTo>
                    <a:lnTo>
                      <a:pt x="102" y="502"/>
                    </a:lnTo>
                    <a:lnTo>
                      <a:pt x="98" y="502"/>
                    </a:lnTo>
                    <a:lnTo>
                      <a:pt x="98" y="506"/>
                    </a:lnTo>
                    <a:lnTo>
                      <a:pt x="94" y="506"/>
                    </a:lnTo>
                    <a:lnTo>
                      <a:pt x="94" y="510"/>
                    </a:lnTo>
                    <a:lnTo>
                      <a:pt x="90" y="510"/>
                    </a:lnTo>
                    <a:lnTo>
                      <a:pt x="90" y="512"/>
                    </a:lnTo>
                    <a:lnTo>
                      <a:pt x="86" y="512"/>
                    </a:lnTo>
                    <a:lnTo>
                      <a:pt x="86" y="516"/>
                    </a:lnTo>
                    <a:lnTo>
                      <a:pt x="82" y="516"/>
                    </a:lnTo>
                    <a:lnTo>
                      <a:pt x="82" y="520"/>
                    </a:lnTo>
                    <a:lnTo>
                      <a:pt x="82" y="524"/>
                    </a:lnTo>
                    <a:lnTo>
                      <a:pt x="82" y="520"/>
                    </a:lnTo>
                    <a:lnTo>
                      <a:pt x="82" y="524"/>
                    </a:lnTo>
                    <a:lnTo>
                      <a:pt x="82" y="528"/>
                    </a:lnTo>
                    <a:lnTo>
                      <a:pt x="82" y="532"/>
                    </a:lnTo>
                    <a:lnTo>
                      <a:pt x="82" y="536"/>
                    </a:lnTo>
                    <a:lnTo>
                      <a:pt x="80" y="536"/>
                    </a:lnTo>
                    <a:lnTo>
                      <a:pt x="80" y="540"/>
                    </a:lnTo>
                    <a:lnTo>
                      <a:pt x="76" y="540"/>
                    </a:lnTo>
                    <a:lnTo>
                      <a:pt x="72" y="540"/>
                    </a:lnTo>
                    <a:lnTo>
                      <a:pt x="72" y="536"/>
                    </a:lnTo>
                    <a:lnTo>
                      <a:pt x="68" y="536"/>
                    </a:lnTo>
                    <a:lnTo>
                      <a:pt x="64" y="536"/>
                    </a:lnTo>
                    <a:lnTo>
                      <a:pt x="68" y="536"/>
                    </a:lnTo>
                    <a:lnTo>
                      <a:pt x="72" y="536"/>
                    </a:lnTo>
                    <a:lnTo>
                      <a:pt x="72" y="540"/>
                    </a:lnTo>
                    <a:lnTo>
                      <a:pt x="76" y="540"/>
                    </a:lnTo>
                    <a:lnTo>
                      <a:pt x="72" y="540"/>
                    </a:lnTo>
                    <a:lnTo>
                      <a:pt x="72" y="542"/>
                    </a:lnTo>
                    <a:lnTo>
                      <a:pt x="68" y="542"/>
                    </a:lnTo>
                    <a:lnTo>
                      <a:pt x="64" y="542"/>
                    </a:lnTo>
                    <a:lnTo>
                      <a:pt x="64" y="546"/>
                    </a:lnTo>
                    <a:lnTo>
                      <a:pt x="64" y="550"/>
                    </a:lnTo>
                    <a:lnTo>
                      <a:pt x="64" y="554"/>
                    </a:lnTo>
                    <a:lnTo>
                      <a:pt x="60" y="558"/>
                    </a:lnTo>
                    <a:lnTo>
                      <a:pt x="64" y="558"/>
                    </a:lnTo>
                    <a:lnTo>
                      <a:pt x="64" y="562"/>
                    </a:lnTo>
                    <a:lnTo>
                      <a:pt x="64" y="566"/>
                    </a:lnTo>
                    <a:lnTo>
                      <a:pt x="64" y="568"/>
                    </a:lnTo>
                    <a:lnTo>
                      <a:pt x="60" y="568"/>
                    </a:lnTo>
                    <a:lnTo>
                      <a:pt x="56" y="568"/>
                    </a:lnTo>
                    <a:lnTo>
                      <a:pt x="60" y="568"/>
                    </a:lnTo>
                    <a:lnTo>
                      <a:pt x="64" y="568"/>
                    </a:lnTo>
                    <a:lnTo>
                      <a:pt x="64" y="572"/>
                    </a:lnTo>
                    <a:lnTo>
                      <a:pt x="68" y="572"/>
                    </a:lnTo>
                    <a:lnTo>
                      <a:pt x="68" y="576"/>
                    </a:lnTo>
                    <a:lnTo>
                      <a:pt x="68" y="580"/>
                    </a:lnTo>
                    <a:lnTo>
                      <a:pt x="72" y="580"/>
                    </a:lnTo>
                    <a:lnTo>
                      <a:pt x="72" y="584"/>
                    </a:lnTo>
                    <a:lnTo>
                      <a:pt x="72" y="588"/>
                    </a:lnTo>
                    <a:lnTo>
                      <a:pt x="72" y="584"/>
                    </a:lnTo>
                    <a:lnTo>
                      <a:pt x="68" y="584"/>
                    </a:lnTo>
                    <a:lnTo>
                      <a:pt x="64" y="584"/>
                    </a:lnTo>
                    <a:lnTo>
                      <a:pt x="60" y="580"/>
                    </a:lnTo>
                    <a:lnTo>
                      <a:pt x="56" y="580"/>
                    </a:lnTo>
                    <a:lnTo>
                      <a:pt x="54" y="580"/>
                    </a:lnTo>
                    <a:lnTo>
                      <a:pt x="50" y="580"/>
                    </a:lnTo>
                    <a:lnTo>
                      <a:pt x="46" y="580"/>
                    </a:lnTo>
                    <a:lnTo>
                      <a:pt x="42" y="580"/>
                    </a:lnTo>
                    <a:lnTo>
                      <a:pt x="34" y="580"/>
                    </a:lnTo>
                    <a:lnTo>
                      <a:pt x="28" y="580"/>
                    </a:lnTo>
                    <a:lnTo>
                      <a:pt x="24" y="576"/>
                    </a:lnTo>
                    <a:lnTo>
                      <a:pt x="20" y="572"/>
                    </a:lnTo>
                    <a:lnTo>
                      <a:pt x="16" y="568"/>
                    </a:lnTo>
                    <a:lnTo>
                      <a:pt x="20" y="566"/>
                    </a:lnTo>
                    <a:lnTo>
                      <a:pt x="20" y="562"/>
                    </a:lnTo>
                    <a:lnTo>
                      <a:pt x="16" y="562"/>
                    </a:lnTo>
                    <a:lnTo>
                      <a:pt x="16" y="558"/>
                    </a:lnTo>
                    <a:lnTo>
                      <a:pt x="20" y="558"/>
                    </a:lnTo>
                    <a:lnTo>
                      <a:pt x="20" y="554"/>
                    </a:lnTo>
                    <a:lnTo>
                      <a:pt x="16" y="550"/>
                    </a:lnTo>
                    <a:lnTo>
                      <a:pt x="20" y="550"/>
                    </a:lnTo>
                    <a:lnTo>
                      <a:pt x="16" y="550"/>
                    </a:lnTo>
                    <a:lnTo>
                      <a:pt x="12" y="550"/>
                    </a:lnTo>
                    <a:lnTo>
                      <a:pt x="8" y="550"/>
                    </a:lnTo>
                    <a:lnTo>
                      <a:pt x="8" y="554"/>
                    </a:lnTo>
                    <a:lnTo>
                      <a:pt x="4" y="554"/>
                    </a:lnTo>
                    <a:lnTo>
                      <a:pt x="4" y="550"/>
                    </a:lnTo>
                    <a:lnTo>
                      <a:pt x="4" y="546"/>
                    </a:lnTo>
                    <a:lnTo>
                      <a:pt x="4" y="542"/>
                    </a:lnTo>
                    <a:lnTo>
                      <a:pt x="0" y="540"/>
                    </a:lnTo>
                    <a:lnTo>
                      <a:pt x="0" y="536"/>
                    </a:lnTo>
                    <a:lnTo>
                      <a:pt x="0" y="532"/>
                    </a:lnTo>
                    <a:lnTo>
                      <a:pt x="0" y="528"/>
                    </a:lnTo>
                    <a:lnTo>
                      <a:pt x="0" y="524"/>
                    </a:lnTo>
                    <a:lnTo>
                      <a:pt x="0" y="520"/>
                    </a:lnTo>
                    <a:lnTo>
                      <a:pt x="4" y="520"/>
                    </a:lnTo>
                    <a:lnTo>
                      <a:pt x="8" y="520"/>
                    </a:lnTo>
                    <a:lnTo>
                      <a:pt x="4" y="520"/>
                    </a:lnTo>
                    <a:lnTo>
                      <a:pt x="8" y="516"/>
                    </a:lnTo>
                    <a:lnTo>
                      <a:pt x="8" y="512"/>
                    </a:lnTo>
                    <a:lnTo>
                      <a:pt x="12" y="512"/>
                    </a:lnTo>
                    <a:lnTo>
                      <a:pt x="16" y="512"/>
                    </a:lnTo>
                    <a:lnTo>
                      <a:pt x="16" y="510"/>
                    </a:lnTo>
                    <a:lnTo>
                      <a:pt x="16" y="506"/>
                    </a:lnTo>
                    <a:lnTo>
                      <a:pt x="12" y="506"/>
                    </a:lnTo>
                    <a:lnTo>
                      <a:pt x="16" y="506"/>
                    </a:lnTo>
                    <a:lnTo>
                      <a:pt x="16" y="502"/>
                    </a:lnTo>
                    <a:lnTo>
                      <a:pt x="20" y="502"/>
                    </a:lnTo>
                    <a:lnTo>
                      <a:pt x="20" y="498"/>
                    </a:lnTo>
                    <a:lnTo>
                      <a:pt x="16" y="494"/>
                    </a:lnTo>
                    <a:lnTo>
                      <a:pt x="16" y="490"/>
                    </a:lnTo>
                    <a:lnTo>
                      <a:pt x="16" y="488"/>
                    </a:lnTo>
                    <a:lnTo>
                      <a:pt x="20" y="488"/>
                    </a:lnTo>
                    <a:lnTo>
                      <a:pt x="16" y="484"/>
                    </a:lnTo>
                    <a:lnTo>
                      <a:pt x="20" y="484"/>
                    </a:lnTo>
                    <a:lnTo>
                      <a:pt x="24" y="480"/>
                    </a:lnTo>
                    <a:lnTo>
                      <a:pt x="24" y="476"/>
                    </a:lnTo>
                    <a:lnTo>
                      <a:pt x="24" y="472"/>
                    </a:lnTo>
                    <a:lnTo>
                      <a:pt x="28" y="470"/>
                    </a:lnTo>
                    <a:lnTo>
                      <a:pt x="28" y="466"/>
                    </a:lnTo>
                    <a:lnTo>
                      <a:pt x="28" y="462"/>
                    </a:lnTo>
                    <a:lnTo>
                      <a:pt x="28" y="458"/>
                    </a:lnTo>
                    <a:lnTo>
                      <a:pt x="24" y="458"/>
                    </a:lnTo>
                    <a:lnTo>
                      <a:pt x="28" y="458"/>
                    </a:lnTo>
                    <a:lnTo>
                      <a:pt x="28" y="454"/>
                    </a:lnTo>
                    <a:lnTo>
                      <a:pt x="28" y="450"/>
                    </a:lnTo>
                    <a:lnTo>
                      <a:pt x="28" y="446"/>
                    </a:lnTo>
                    <a:lnTo>
                      <a:pt x="30" y="442"/>
                    </a:lnTo>
                    <a:lnTo>
                      <a:pt x="30" y="440"/>
                    </a:lnTo>
                    <a:lnTo>
                      <a:pt x="30" y="436"/>
                    </a:lnTo>
                    <a:lnTo>
                      <a:pt x="28" y="436"/>
                    </a:lnTo>
                    <a:lnTo>
                      <a:pt x="24" y="436"/>
                    </a:lnTo>
                    <a:lnTo>
                      <a:pt x="24" y="432"/>
                    </a:lnTo>
                    <a:lnTo>
                      <a:pt x="20" y="432"/>
                    </a:lnTo>
                    <a:lnTo>
                      <a:pt x="24" y="432"/>
                    </a:lnTo>
                    <a:lnTo>
                      <a:pt x="28" y="432"/>
                    </a:lnTo>
                    <a:lnTo>
                      <a:pt x="30" y="432"/>
                    </a:lnTo>
                    <a:lnTo>
                      <a:pt x="34" y="432"/>
                    </a:lnTo>
                    <a:lnTo>
                      <a:pt x="34" y="428"/>
                    </a:lnTo>
                    <a:lnTo>
                      <a:pt x="34" y="424"/>
                    </a:lnTo>
                    <a:lnTo>
                      <a:pt x="30" y="424"/>
                    </a:lnTo>
                    <a:lnTo>
                      <a:pt x="28" y="424"/>
                    </a:lnTo>
                    <a:lnTo>
                      <a:pt x="24" y="424"/>
                    </a:lnTo>
                    <a:lnTo>
                      <a:pt x="24" y="420"/>
                    </a:lnTo>
                    <a:lnTo>
                      <a:pt x="28" y="420"/>
                    </a:lnTo>
                    <a:lnTo>
                      <a:pt x="24" y="416"/>
                    </a:lnTo>
                    <a:lnTo>
                      <a:pt x="28" y="416"/>
                    </a:lnTo>
                    <a:lnTo>
                      <a:pt x="28" y="414"/>
                    </a:lnTo>
                    <a:lnTo>
                      <a:pt x="28" y="410"/>
                    </a:lnTo>
                    <a:lnTo>
                      <a:pt x="28" y="406"/>
                    </a:lnTo>
                    <a:lnTo>
                      <a:pt x="24" y="406"/>
                    </a:lnTo>
                    <a:lnTo>
                      <a:pt x="24" y="402"/>
                    </a:lnTo>
                    <a:lnTo>
                      <a:pt x="28" y="402"/>
                    </a:lnTo>
                    <a:lnTo>
                      <a:pt x="28" y="398"/>
                    </a:lnTo>
                    <a:lnTo>
                      <a:pt x="24" y="398"/>
                    </a:lnTo>
                    <a:lnTo>
                      <a:pt x="20" y="398"/>
                    </a:lnTo>
                    <a:lnTo>
                      <a:pt x="20" y="394"/>
                    </a:lnTo>
                    <a:lnTo>
                      <a:pt x="20" y="390"/>
                    </a:lnTo>
                    <a:lnTo>
                      <a:pt x="20" y="386"/>
                    </a:lnTo>
                    <a:lnTo>
                      <a:pt x="24" y="384"/>
                    </a:lnTo>
                    <a:lnTo>
                      <a:pt x="20" y="384"/>
                    </a:lnTo>
                    <a:lnTo>
                      <a:pt x="24" y="380"/>
                    </a:lnTo>
                    <a:lnTo>
                      <a:pt x="28" y="380"/>
                    </a:lnTo>
                    <a:lnTo>
                      <a:pt x="28" y="376"/>
                    </a:lnTo>
                    <a:lnTo>
                      <a:pt x="28" y="372"/>
                    </a:lnTo>
                    <a:lnTo>
                      <a:pt x="24" y="372"/>
                    </a:lnTo>
                    <a:lnTo>
                      <a:pt x="24" y="368"/>
                    </a:lnTo>
                    <a:lnTo>
                      <a:pt x="24" y="364"/>
                    </a:lnTo>
                    <a:lnTo>
                      <a:pt x="24" y="360"/>
                    </a:lnTo>
                    <a:lnTo>
                      <a:pt x="24" y="358"/>
                    </a:lnTo>
                    <a:lnTo>
                      <a:pt x="24" y="358"/>
                    </a:lnTo>
                    <a:lnTo>
                      <a:pt x="24" y="358"/>
                    </a:lnTo>
                    <a:close/>
                    <a:moveTo>
                      <a:pt x="164" y="324"/>
                    </a:moveTo>
                    <a:lnTo>
                      <a:pt x="160" y="320"/>
                    </a:lnTo>
                    <a:lnTo>
                      <a:pt x="164" y="320"/>
                    </a:lnTo>
                    <a:lnTo>
                      <a:pt x="164" y="324"/>
                    </a:lnTo>
                    <a:lnTo>
                      <a:pt x="164" y="324"/>
                    </a:lnTo>
                    <a:lnTo>
                      <a:pt x="164" y="324"/>
                    </a:lnTo>
                    <a:close/>
                    <a:moveTo>
                      <a:pt x="72" y="592"/>
                    </a:moveTo>
                    <a:lnTo>
                      <a:pt x="72" y="596"/>
                    </a:lnTo>
                    <a:lnTo>
                      <a:pt x="76" y="598"/>
                    </a:lnTo>
                    <a:lnTo>
                      <a:pt x="76" y="602"/>
                    </a:lnTo>
                    <a:lnTo>
                      <a:pt x="76" y="598"/>
                    </a:lnTo>
                    <a:lnTo>
                      <a:pt x="72" y="598"/>
                    </a:lnTo>
                    <a:lnTo>
                      <a:pt x="72" y="602"/>
                    </a:lnTo>
                    <a:lnTo>
                      <a:pt x="72" y="606"/>
                    </a:lnTo>
                    <a:lnTo>
                      <a:pt x="76" y="606"/>
                    </a:lnTo>
                    <a:lnTo>
                      <a:pt x="80" y="606"/>
                    </a:lnTo>
                    <a:lnTo>
                      <a:pt x="80" y="610"/>
                    </a:lnTo>
                    <a:lnTo>
                      <a:pt x="80" y="614"/>
                    </a:lnTo>
                    <a:lnTo>
                      <a:pt x="82" y="614"/>
                    </a:lnTo>
                    <a:lnTo>
                      <a:pt x="82" y="618"/>
                    </a:lnTo>
                    <a:lnTo>
                      <a:pt x="86" y="618"/>
                    </a:lnTo>
                    <a:lnTo>
                      <a:pt x="86" y="622"/>
                    </a:lnTo>
                    <a:lnTo>
                      <a:pt x="90" y="622"/>
                    </a:lnTo>
                    <a:lnTo>
                      <a:pt x="94" y="626"/>
                    </a:lnTo>
                    <a:lnTo>
                      <a:pt x="98" y="626"/>
                    </a:lnTo>
                    <a:lnTo>
                      <a:pt x="98" y="628"/>
                    </a:lnTo>
                    <a:lnTo>
                      <a:pt x="102" y="632"/>
                    </a:lnTo>
                    <a:lnTo>
                      <a:pt x="106" y="632"/>
                    </a:lnTo>
                    <a:lnTo>
                      <a:pt x="108" y="636"/>
                    </a:lnTo>
                    <a:lnTo>
                      <a:pt x="112" y="636"/>
                    </a:lnTo>
                    <a:lnTo>
                      <a:pt x="116" y="636"/>
                    </a:lnTo>
                    <a:lnTo>
                      <a:pt x="120" y="636"/>
                    </a:lnTo>
                    <a:lnTo>
                      <a:pt x="116" y="640"/>
                    </a:lnTo>
                    <a:lnTo>
                      <a:pt x="112" y="640"/>
                    </a:lnTo>
                    <a:lnTo>
                      <a:pt x="108" y="640"/>
                    </a:lnTo>
                    <a:lnTo>
                      <a:pt x="106" y="644"/>
                    </a:lnTo>
                    <a:lnTo>
                      <a:pt x="102" y="644"/>
                    </a:lnTo>
                    <a:lnTo>
                      <a:pt x="98" y="644"/>
                    </a:lnTo>
                    <a:lnTo>
                      <a:pt x="98" y="640"/>
                    </a:lnTo>
                    <a:lnTo>
                      <a:pt x="94" y="640"/>
                    </a:lnTo>
                    <a:lnTo>
                      <a:pt x="90" y="640"/>
                    </a:lnTo>
                    <a:lnTo>
                      <a:pt x="86" y="640"/>
                    </a:lnTo>
                    <a:lnTo>
                      <a:pt x="82" y="640"/>
                    </a:lnTo>
                    <a:lnTo>
                      <a:pt x="80" y="640"/>
                    </a:lnTo>
                    <a:lnTo>
                      <a:pt x="76" y="640"/>
                    </a:lnTo>
                    <a:lnTo>
                      <a:pt x="72" y="640"/>
                    </a:lnTo>
                    <a:lnTo>
                      <a:pt x="72" y="632"/>
                    </a:lnTo>
                    <a:lnTo>
                      <a:pt x="72" y="628"/>
                    </a:lnTo>
                    <a:lnTo>
                      <a:pt x="72" y="622"/>
                    </a:lnTo>
                    <a:lnTo>
                      <a:pt x="72" y="618"/>
                    </a:lnTo>
                    <a:lnTo>
                      <a:pt x="72" y="610"/>
                    </a:lnTo>
                    <a:lnTo>
                      <a:pt x="72" y="606"/>
                    </a:lnTo>
                    <a:lnTo>
                      <a:pt x="72" y="602"/>
                    </a:lnTo>
                    <a:lnTo>
                      <a:pt x="72" y="596"/>
                    </a:lnTo>
                    <a:lnTo>
                      <a:pt x="72" y="592"/>
                    </a:lnTo>
                    <a:lnTo>
                      <a:pt x="72" y="592"/>
                    </a:lnTo>
                    <a:lnTo>
                      <a:pt x="72" y="592"/>
                    </a:lnTo>
                    <a:close/>
                    <a:moveTo>
                      <a:pt x="126" y="640"/>
                    </a:moveTo>
                    <a:lnTo>
                      <a:pt x="122" y="640"/>
                    </a:lnTo>
                    <a:lnTo>
                      <a:pt x="126" y="636"/>
                    </a:lnTo>
                    <a:lnTo>
                      <a:pt x="126" y="640"/>
                    </a:lnTo>
                    <a:lnTo>
                      <a:pt x="126" y="636"/>
                    </a:lnTo>
                    <a:lnTo>
                      <a:pt x="130" y="636"/>
                    </a:lnTo>
                    <a:lnTo>
                      <a:pt x="134" y="636"/>
                    </a:lnTo>
                    <a:lnTo>
                      <a:pt x="138" y="636"/>
                    </a:lnTo>
                    <a:lnTo>
                      <a:pt x="138" y="640"/>
                    </a:lnTo>
                    <a:lnTo>
                      <a:pt x="134" y="640"/>
                    </a:lnTo>
                    <a:lnTo>
                      <a:pt x="134" y="636"/>
                    </a:lnTo>
                    <a:lnTo>
                      <a:pt x="134" y="640"/>
                    </a:lnTo>
                    <a:lnTo>
                      <a:pt x="130" y="640"/>
                    </a:lnTo>
                    <a:lnTo>
                      <a:pt x="126" y="640"/>
                    </a:lnTo>
                    <a:lnTo>
                      <a:pt x="126" y="640"/>
                    </a:lnTo>
                    <a:lnTo>
                      <a:pt x="126" y="6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5" name="Freeform 179"/>
              <p:cNvSpPr>
                <a:spLocks/>
              </p:cNvSpPr>
              <p:nvPr/>
            </p:nvSpPr>
            <p:spPr bwMode="gray">
              <a:xfrm>
                <a:off x="3088509" y="4808366"/>
                <a:ext cx="299153" cy="403505"/>
              </a:xfrm>
              <a:custGeom>
                <a:avLst/>
                <a:gdLst>
                  <a:gd name="T0" fmla="*/ 104 w 172"/>
                  <a:gd name="T1" fmla="*/ 198 h 232"/>
                  <a:gd name="T2" fmla="*/ 96 w 172"/>
                  <a:gd name="T3" fmla="*/ 216 h 232"/>
                  <a:gd name="T4" fmla="*/ 90 w 172"/>
                  <a:gd name="T5" fmla="*/ 216 h 232"/>
                  <a:gd name="T6" fmla="*/ 78 w 172"/>
                  <a:gd name="T7" fmla="*/ 220 h 232"/>
                  <a:gd name="T8" fmla="*/ 74 w 172"/>
                  <a:gd name="T9" fmla="*/ 228 h 232"/>
                  <a:gd name="T10" fmla="*/ 70 w 172"/>
                  <a:gd name="T11" fmla="*/ 216 h 232"/>
                  <a:gd name="T12" fmla="*/ 52 w 172"/>
                  <a:gd name="T13" fmla="*/ 216 h 232"/>
                  <a:gd name="T14" fmla="*/ 50 w 172"/>
                  <a:gd name="T15" fmla="*/ 212 h 232"/>
                  <a:gd name="T16" fmla="*/ 42 w 172"/>
                  <a:gd name="T17" fmla="*/ 220 h 232"/>
                  <a:gd name="T18" fmla="*/ 34 w 172"/>
                  <a:gd name="T19" fmla="*/ 228 h 232"/>
                  <a:gd name="T20" fmla="*/ 26 w 172"/>
                  <a:gd name="T21" fmla="*/ 224 h 232"/>
                  <a:gd name="T22" fmla="*/ 24 w 172"/>
                  <a:gd name="T23" fmla="*/ 212 h 232"/>
                  <a:gd name="T24" fmla="*/ 16 w 172"/>
                  <a:gd name="T25" fmla="*/ 194 h 232"/>
                  <a:gd name="T26" fmla="*/ 12 w 172"/>
                  <a:gd name="T27" fmla="*/ 190 h 232"/>
                  <a:gd name="T28" fmla="*/ 16 w 172"/>
                  <a:gd name="T29" fmla="*/ 180 h 232"/>
                  <a:gd name="T30" fmla="*/ 16 w 172"/>
                  <a:gd name="T31" fmla="*/ 168 h 232"/>
                  <a:gd name="T32" fmla="*/ 8 w 172"/>
                  <a:gd name="T33" fmla="*/ 156 h 232"/>
                  <a:gd name="T34" fmla="*/ 4 w 172"/>
                  <a:gd name="T35" fmla="*/ 146 h 232"/>
                  <a:gd name="T36" fmla="*/ 0 w 172"/>
                  <a:gd name="T37" fmla="*/ 134 h 232"/>
                  <a:gd name="T38" fmla="*/ 4 w 172"/>
                  <a:gd name="T39" fmla="*/ 124 h 232"/>
                  <a:gd name="T40" fmla="*/ 12 w 172"/>
                  <a:gd name="T41" fmla="*/ 116 h 232"/>
                  <a:gd name="T42" fmla="*/ 4 w 172"/>
                  <a:gd name="T43" fmla="*/ 100 h 232"/>
                  <a:gd name="T44" fmla="*/ 4 w 172"/>
                  <a:gd name="T45" fmla="*/ 94 h 232"/>
                  <a:gd name="T46" fmla="*/ 8 w 172"/>
                  <a:gd name="T47" fmla="*/ 78 h 232"/>
                  <a:gd name="T48" fmla="*/ 8 w 172"/>
                  <a:gd name="T49" fmla="*/ 72 h 232"/>
                  <a:gd name="T50" fmla="*/ 8 w 172"/>
                  <a:gd name="T51" fmla="*/ 56 h 232"/>
                  <a:gd name="T52" fmla="*/ 12 w 172"/>
                  <a:gd name="T53" fmla="*/ 46 h 232"/>
                  <a:gd name="T54" fmla="*/ 4 w 172"/>
                  <a:gd name="T55" fmla="*/ 34 h 232"/>
                  <a:gd name="T56" fmla="*/ 4 w 172"/>
                  <a:gd name="T57" fmla="*/ 22 h 232"/>
                  <a:gd name="T58" fmla="*/ 16 w 172"/>
                  <a:gd name="T59" fmla="*/ 26 h 232"/>
                  <a:gd name="T60" fmla="*/ 24 w 172"/>
                  <a:gd name="T61" fmla="*/ 18 h 232"/>
                  <a:gd name="T62" fmla="*/ 26 w 172"/>
                  <a:gd name="T63" fmla="*/ 16 h 232"/>
                  <a:gd name="T64" fmla="*/ 38 w 172"/>
                  <a:gd name="T65" fmla="*/ 12 h 232"/>
                  <a:gd name="T66" fmla="*/ 50 w 172"/>
                  <a:gd name="T67" fmla="*/ 0 h 232"/>
                  <a:gd name="T68" fmla="*/ 56 w 172"/>
                  <a:gd name="T69" fmla="*/ 0 h 232"/>
                  <a:gd name="T70" fmla="*/ 60 w 172"/>
                  <a:gd name="T71" fmla="*/ 12 h 232"/>
                  <a:gd name="T72" fmla="*/ 60 w 172"/>
                  <a:gd name="T73" fmla="*/ 26 h 232"/>
                  <a:gd name="T74" fmla="*/ 64 w 172"/>
                  <a:gd name="T75" fmla="*/ 34 h 232"/>
                  <a:gd name="T76" fmla="*/ 70 w 172"/>
                  <a:gd name="T77" fmla="*/ 46 h 232"/>
                  <a:gd name="T78" fmla="*/ 86 w 172"/>
                  <a:gd name="T79" fmla="*/ 48 h 232"/>
                  <a:gd name="T80" fmla="*/ 94 w 172"/>
                  <a:gd name="T81" fmla="*/ 56 h 232"/>
                  <a:gd name="T82" fmla="*/ 104 w 172"/>
                  <a:gd name="T83" fmla="*/ 64 h 232"/>
                  <a:gd name="T84" fmla="*/ 116 w 172"/>
                  <a:gd name="T85" fmla="*/ 68 h 232"/>
                  <a:gd name="T86" fmla="*/ 130 w 172"/>
                  <a:gd name="T87" fmla="*/ 72 h 232"/>
                  <a:gd name="T88" fmla="*/ 130 w 172"/>
                  <a:gd name="T89" fmla="*/ 82 h 232"/>
                  <a:gd name="T90" fmla="*/ 126 w 172"/>
                  <a:gd name="T91" fmla="*/ 94 h 232"/>
                  <a:gd name="T92" fmla="*/ 134 w 172"/>
                  <a:gd name="T93" fmla="*/ 116 h 232"/>
                  <a:gd name="T94" fmla="*/ 160 w 172"/>
                  <a:gd name="T95" fmla="*/ 116 h 232"/>
                  <a:gd name="T96" fmla="*/ 156 w 172"/>
                  <a:gd name="T97" fmla="*/ 128 h 232"/>
                  <a:gd name="T98" fmla="*/ 164 w 172"/>
                  <a:gd name="T99" fmla="*/ 134 h 232"/>
                  <a:gd name="T100" fmla="*/ 172 w 172"/>
                  <a:gd name="T101" fmla="*/ 150 h 232"/>
                  <a:gd name="T102" fmla="*/ 164 w 172"/>
                  <a:gd name="T103" fmla="*/ 164 h 232"/>
                  <a:gd name="T104" fmla="*/ 164 w 172"/>
                  <a:gd name="T105" fmla="*/ 176 h 232"/>
                  <a:gd name="T106" fmla="*/ 160 w 172"/>
                  <a:gd name="T107" fmla="*/ 176 h 232"/>
                  <a:gd name="T108" fmla="*/ 142 w 172"/>
                  <a:gd name="T109" fmla="*/ 168 h 232"/>
                  <a:gd name="T110" fmla="*/ 126 w 172"/>
                  <a:gd name="T111" fmla="*/ 172 h 232"/>
                  <a:gd name="T112" fmla="*/ 112 w 172"/>
                  <a:gd name="T113" fmla="*/ 176 h 232"/>
                  <a:gd name="T114" fmla="*/ 104 w 172"/>
                  <a:gd name="T115" fmla="*/ 18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72" h="232">
                    <a:moveTo>
                      <a:pt x="104" y="186"/>
                    </a:moveTo>
                    <a:lnTo>
                      <a:pt x="104" y="190"/>
                    </a:lnTo>
                    <a:lnTo>
                      <a:pt x="104" y="194"/>
                    </a:lnTo>
                    <a:lnTo>
                      <a:pt x="104" y="198"/>
                    </a:lnTo>
                    <a:lnTo>
                      <a:pt x="100" y="206"/>
                    </a:lnTo>
                    <a:lnTo>
                      <a:pt x="100" y="210"/>
                    </a:lnTo>
                    <a:lnTo>
                      <a:pt x="100" y="212"/>
                    </a:lnTo>
                    <a:lnTo>
                      <a:pt x="96" y="216"/>
                    </a:lnTo>
                    <a:lnTo>
                      <a:pt x="96" y="220"/>
                    </a:lnTo>
                    <a:lnTo>
                      <a:pt x="96" y="216"/>
                    </a:lnTo>
                    <a:lnTo>
                      <a:pt x="94" y="216"/>
                    </a:lnTo>
                    <a:lnTo>
                      <a:pt x="90" y="216"/>
                    </a:lnTo>
                    <a:lnTo>
                      <a:pt x="86" y="216"/>
                    </a:lnTo>
                    <a:lnTo>
                      <a:pt x="82" y="216"/>
                    </a:lnTo>
                    <a:lnTo>
                      <a:pt x="78" y="216"/>
                    </a:lnTo>
                    <a:lnTo>
                      <a:pt x="78" y="220"/>
                    </a:lnTo>
                    <a:lnTo>
                      <a:pt x="74" y="224"/>
                    </a:lnTo>
                    <a:lnTo>
                      <a:pt x="74" y="228"/>
                    </a:lnTo>
                    <a:lnTo>
                      <a:pt x="74" y="232"/>
                    </a:lnTo>
                    <a:lnTo>
                      <a:pt x="74" y="228"/>
                    </a:lnTo>
                    <a:lnTo>
                      <a:pt x="70" y="228"/>
                    </a:lnTo>
                    <a:lnTo>
                      <a:pt x="70" y="224"/>
                    </a:lnTo>
                    <a:lnTo>
                      <a:pt x="70" y="220"/>
                    </a:lnTo>
                    <a:lnTo>
                      <a:pt x="70" y="216"/>
                    </a:lnTo>
                    <a:lnTo>
                      <a:pt x="66" y="216"/>
                    </a:lnTo>
                    <a:lnTo>
                      <a:pt x="64" y="216"/>
                    </a:lnTo>
                    <a:lnTo>
                      <a:pt x="56" y="216"/>
                    </a:lnTo>
                    <a:lnTo>
                      <a:pt x="52" y="216"/>
                    </a:lnTo>
                    <a:lnTo>
                      <a:pt x="52" y="212"/>
                    </a:lnTo>
                    <a:lnTo>
                      <a:pt x="50" y="212"/>
                    </a:lnTo>
                    <a:lnTo>
                      <a:pt x="50" y="210"/>
                    </a:lnTo>
                    <a:lnTo>
                      <a:pt x="50" y="212"/>
                    </a:lnTo>
                    <a:lnTo>
                      <a:pt x="46" y="212"/>
                    </a:lnTo>
                    <a:lnTo>
                      <a:pt x="46" y="216"/>
                    </a:lnTo>
                    <a:lnTo>
                      <a:pt x="42" y="216"/>
                    </a:lnTo>
                    <a:lnTo>
                      <a:pt x="42" y="220"/>
                    </a:lnTo>
                    <a:lnTo>
                      <a:pt x="42" y="224"/>
                    </a:lnTo>
                    <a:lnTo>
                      <a:pt x="38" y="224"/>
                    </a:lnTo>
                    <a:lnTo>
                      <a:pt x="38" y="228"/>
                    </a:lnTo>
                    <a:lnTo>
                      <a:pt x="34" y="228"/>
                    </a:lnTo>
                    <a:lnTo>
                      <a:pt x="30" y="232"/>
                    </a:lnTo>
                    <a:lnTo>
                      <a:pt x="26" y="232"/>
                    </a:lnTo>
                    <a:lnTo>
                      <a:pt x="24" y="228"/>
                    </a:lnTo>
                    <a:lnTo>
                      <a:pt x="26" y="224"/>
                    </a:lnTo>
                    <a:lnTo>
                      <a:pt x="24" y="224"/>
                    </a:lnTo>
                    <a:lnTo>
                      <a:pt x="24" y="220"/>
                    </a:lnTo>
                    <a:lnTo>
                      <a:pt x="24" y="216"/>
                    </a:lnTo>
                    <a:lnTo>
                      <a:pt x="24" y="212"/>
                    </a:lnTo>
                    <a:lnTo>
                      <a:pt x="24" y="210"/>
                    </a:lnTo>
                    <a:lnTo>
                      <a:pt x="20" y="210"/>
                    </a:lnTo>
                    <a:lnTo>
                      <a:pt x="20" y="202"/>
                    </a:lnTo>
                    <a:lnTo>
                      <a:pt x="16" y="194"/>
                    </a:lnTo>
                    <a:lnTo>
                      <a:pt x="16" y="198"/>
                    </a:lnTo>
                    <a:lnTo>
                      <a:pt x="16" y="194"/>
                    </a:lnTo>
                    <a:lnTo>
                      <a:pt x="16" y="190"/>
                    </a:lnTo>
                    <a:lnTo>
                      <a:pt x="12" y="190"/>
                    </a:lnTo>
                    <a:lnTo>
                      <a:pt x="12" y="186"/>
                    </a:lnTo>
                    <a:lnTo>
                      <a:pt x="12" y="184"/>
                    </a:lnTo>
                    <a:lnTo>
                      <a:pt x="12" y="180"/>
                    </a:lnTo>
                    <a:lnTo>
                      <a:pt x="16" y="180"/>
                    </a:lnTo>
                    <a:lnTo>
                      <a:pt x="16" y="176"/>
                    </a:lnTo>
                    <a:lnTo>
                      <a:pt x="12" y="176"/>
                    </a:lnTo>
                    <a:lnTo>
                      <a:pt x="16" y="172"/>
                    </a:lnTo>
                    <a:lnTo>
                      <a:pt x="16" y="168"/>
                    </a:lnTo>
                    <a:lnTo>
                      <a:pt x="12" y="168"/>
                    </a:lnTo>
                    <a:lnTo>
                      <a:pt x="12" y="164"/>
                    </a:lnTo>
                    <a:lnTo>
                      <a:pt x="8" y="160"/>
                    </a:lnTo>
                    <a:lnTo>
                      <a:pt x="8" y="156"/>
                    </a:lnTo>
                    <a:lnTo>
                      <a:pt x="8" y="154"/>
                    </a:lnTo>
                    <a:lnTo>
                      <a:pt x="8" y="150"/>
                    </a:lnTo>
                    <a:lnTo>
                      <a:pt x="8" y="146"/>
                    </a:lnTo>
                    <a:lnTo>
                      <a:pt x="4" y="146"/>
                    </a:lnTo>
                    <a:lnTo>
                      <a:pt x="4" y="142"/>
                    </a:lnTo>
                    <a:lnTo>
                      <a:pt x="4" y="138"/>
                    </a:lnTo>
                    <a:lnTo>
                      <a:pt x="0" y="138"/>
                    </a:lnTo>
                    <a:lnTo>
                      <a:pt x="0" y="134"/>
                    </a:lnTo>
                    <a:lnTo>
                      <a:pt x="0" y="130"/>
                    </a:lnTo>
                    <a:lnTo>
                      <a:pt x="0" y="128"/>
                    </a:lnTo>
                    <a:lnTo>
                      <a:pt x="4" y="128"/>
                    </a:lnTo>
                    <a:lnTo>
                      <a:pt x="4" y="124"/>
                    </a:lnTo>
                    <a:lnTo>
                      <a:pt x="8" y="124"/>
                    </a:lnTo>
                    <a:lnTo>
                      <a:pt x="8" y="120"/>
                    </a:lnTo>
                    <a:lnTo>
                      <a:pt x="8" y="116"/>
                    </a:lnTo>
                    <a:lnTo>
                      <a:pt x="12" y="116"/>
                    </a:lnTo>
                    <a:lnTo>
                      <a:pt x="8" y="112"/>
                    </a:lnTo>
                    <a:lnTo>
                      <a:pt x="4" y="112"/>
                    </a:lnTo>
                    <a:lnTo>
                      <a:pt x="4" y="104"/>
                    </a:lnTo>
                    <a:lnTo>
                      <a:pt x="4" y="100"/>
                    </a:lnTo>
                    <a:lnTo>
                      <a:pt x="4" y="98"/>
                    </a:lnTo>
                    <a:lnTo>
                      <a:pt x="8" y="98"/>
                    </a:lnTo>
                    <a:lnTo>
                      <a:pt x="8" y="94"/>
                    </a:lnTo>
                    <a:lnTo>
                      <a:pt x="4" y="94"/>
                    </a:lnTo>
                    <a:lnTo>
                      <a:pt x="4" y="90"/>
                    </a:lnTo>
                    <a:lnTo>
                      <a:pt x="4" y="86"/>
                    </a:lnTo>
                    <a:lnTo>
                      <a:pt x="8" y="82"/>
                    </a:lnTo>
                    <a:lnTo>
                      <a:pt x="8" y="78"/>
                    </a:lnTo>
                    <a:lnTo>
                      <a:pt x="12" y="78"/>
                    </a:lnTo>
                    <a:lnTo>
                      <a:pt x="12" y="74"/>
                    </a:lnTo>
                    <a:lnTo>
                      <a:pt x="8" y="74"/>
                    </a:lnTo>
                    <a:lnTo>
                      <a:pt x="8" y="72"/>
                    </a:lnTo>
                    <a:lnTo>
                      <a:pt x="8" y="68"/>
                    </a:lnTo>
                    <a:lnTo>
                      <a:pt x="8" y="64"/>
                    </a:lnTo>
                    <a:lnTo>
                      <a:pt x="8" y="60"/>
                    </a:lnTo>
                    <a:lnTo>
                      <a:pt x="8" y="56"/>
                    </a:lnTo>
                    <a:lnTo>
                      <a:pt x="8" y="52"/>
                    </a:lnTo>
                    <a:lnTo>
                      <a:pt x="12" y="52"/>
                    </a:lnTo>
                    <a:lnTo>
                      <a:pt x="12" y="48"/>
                    </a:lnTo>
                    <a:lnTo>
                      <a:pt x="12" y="46"/>
                    </a:lnTo>
                    <a:lnTo>
                      <a:pt x="12" y="42"/>
                    </a:lnTo>
                    <a:lnTo>
                      <a:pt x="8" y="42"/>
                    </a:lnTo>
                    <a:lnTo>
                      <a:pt x="8" y="38"/>
                    </a:lnTo>
                    <a:lnTo>
                      <a:pt x="4" y="34"/>
                    </a:lnTo>
                    <a:lnTo>
                      <a:pt x="4" y="30"/>
                    </a:lnTo>
                    <a:lnTo>
                      <a:pt x="4" y="26"/>
                    </a:lnTo>
                    <a:lnTo>
                      <a:pt x="0" y="22"/>
                    </a:lnTo>
                    <a:lnTo>
                      <a:pt x="4" y="22"/>
                    </a:lnTo>
                    <a:lnTo>
                      <a:pt x="8" y="22"/>
                    </a:lnTo>
                    <a:lnTo>
                      <a:pt x="12" y="22"/>
                    </a:lnTo>
                    <a:lnTo>
                      <a:pt x="12" y="26"/>
                    </a:lnTo>
                    <a:lnTo>
                      <a:pt x="16" y="26"/>
                    </a:lnTo>
                    <a:lnTo>
                      <a:pt x="16" y="22"/>
                    </a:lnTo>
                    <a:lnTo>
                      <a:pt x="20" y="22"/>
                    </a:lnTo>
                    <a:lnTo>
                      <a:pt x="20" y="18"/>
                    </a:lnTo>
                    <a:lnTo>
                      <a:pt x="24" y="18"/>
                    </a:lnTo>
                    <a:lnTo>
                      <a:pt x="24" y="16"/>
                    </a:lnTo>
                    <a:lnTo>
                      <a:pt x="26" y="16"/>
                    </a:lnTo>
                    <a:lnTo>
                      <a:pt x="26" y="18"/>
                    </a:lnTo>
                    <a:lnTo>
                      <a:pt x="26" y="16"/>
                    </a:lnTo>
                    <a:lnTo>
                      <a:pt x="30" y="16"/>
                    </a:lnTo>
                    <a:lnTo>
                      <a:pt x="30" y="12"/>
                    </a:lnTo>
                    <a:lnTo>
                      <a:pt x="34" y="12"/>
                    </a:lnTo>
                    <a:lnTo>
                      <a:pt x="38" y="12"/>
                    </a:lnTo>
                    <a:lnTo>
                      <a:pt x="38" y="8"/>
                    </a:lnTo>
                    <a:lnTo>
                      <a:pt x="42" y="4"/>
                    </a:lnTo>
                    <a:lnTo>
                      <a:pt x="46" y="4"/>
                    </a:lnTo>
                    <a:lnTo>
                      <a:pt x="50" y="0"/>
                    </a:lnTo>
                    <a:lnTo>
                      <a:pt x="52" y="0"/>
                    </a:lnTo>
                    <a:lnTo>
                      <a:pt x="56" y="0"/>
                    </a:lnTo>
                    <a:lnTo>
                      <a:pt x="56" y="4"/>
                    </a:lnTo>
                    <a:lnTo>
                      <a:pt x="56" y="0"/>
                    </a:lnTo>
                    <a:lnTo>
                      <a:pt x="60" y="0"/>
                    </a:lnTo>
                    <a:lnTo>
                      <a:pt x="60" y="4"/>
                    </a:lnTo>
                    <a:lnTo>
                      <a:pt x="60" y="8"/>
                    </a:lnTo>
                    <a:lnTo>
                      <a:pt x="60" y="12"/>
                    </a:lnTo>
                    <a:lnTo>
                      <a:pt x="60" y="16"/>
                    </a:lnTo>
                    <a:lnTo>
                      <a:pt x="60" y="18"/>
                    </a:lnTo>
                    <a:lnTo>
                      <a:pt x="60" y="22"/>
                    </a:lnTo>
                    <a:lnTo>
                      <a:pt x="60" y="26"/>
                    </a:lnTo>
                    <a:lnTo>
                      <a:pt x="60" y="30"/>
                    </a:lnTo>
                    <a:lnTo>
                      <a:pt x="64" y="34"/>
                    </a:lnTo>
                    <a:lnTo>
                      <a:pt x="64" y="38"/>
                    </a:lnTo>
                    <a:lnTo>
                      <a:pt x="64" y="34"/>
                    </a:lnTo>
                    <a:lnTo>
                      <a:pt x="64" y="38"/>
                    </a:lnTo>
                    <a:lnTo>
                      <a:pt x="64" y="42"/>
                    </a:lnTo>
                    <a:lnTo>
                      <a:pt x="66" y="42"/>
                    </a:lnTo>
                    <a:lnTo>
                      <a:pt x="70" y="46"/>
                    </a:lnTo>
                    <a:lnTo>
                      <a:pt x="74" y="48"/>
                    </a:lnTo>
                    <a:lnTo>
                      <a:pt x="78" y="48"/>
                    </a:lnTo>
                    <a:lnTo>
                      <a:pt x="82" y="48"/>
                    </a:lnTo>
                    <a:lnTo>
                      <a:pt x="86" y="48"/>
                    </a:lnTo>
                    <a:lnTo>
                      <a:pt x="86" y="52"/>
                    </a:lnTo>
                    <a:lnTo>
                      <a:pt x="90" y="52"/>
                    </a:lnTo>
                    <a:lnTo>
                      <a:pt x="94" y="52"/>
                    </a:lnTo>
                    <a:lnTo>
                      <a:pt x="94" y="56"/>
                    </a:lnTo>
                    <a:lnTo>
                      <a:pt x="96" y="56"/>
                    </a:lnTo>
                    <a:lnTo>
                      <a:pt x="100" y="60"/>
                    </a:lnTo>
                    <a:lnTo>
                      <a:pt x="104" y="60"/>
                    </a:lnTo>
                    <a:lnTo>
                      <a:pt x="104" y="64"/>
                    </a:lnTo>
                    <a:lnTo>
                      <a:pt x="108" y="64"/>
                    </a:lnTo>
                    <a:lnTo>
                      <a:pt x="108" y="68"/>
                    </a:lnTo>
                    <a:lnTo>
                      <a:pt x="112" y="68"/>
                    </a:lnTo>
                    <a:lnTo>
                      <a:pt x="116" y="68"/>
                    </a:lnTo>
                    <a:lnTo>
                      <a:pt x="120" y="68"/>
                    </a:lnTo>
                    <a:lnTo>
                      <a:pt x="122" y="68"/>
                    </a:lnTo>
                    <a:lnTo>
                      <a:pt x="126" y="72"/>
                    </a:lnTo>
                    <a:lnTo>
                      <a:pt x="130" y="72"/>
                    </a:lnTo>
                    <a:lnTo>
                      <a:pt x="130" y="74"/>
                    </a:lnTo>
                    <a:lnTo>
                      <a:pt x="126" y="78"/>
                    </a:lnTo>
                    <a:lnTo>
                      <a:pt x="130" y="78"/>
                    </a:lnTo>
                    <a:lnTo>
                      <a:pt x="130" y="82"/>
                    </a:lnTo>
                    <a:lnTo>
                      <a:pt x="130" y="86"/>
                    </a:lnTo>
                    <a:lnTo>
                      <a:pt x="130" y="90"/>
                    </a:lnTo>
                    <a:lnTo>
                      <a:pt x="130" y="94"/>
                    </a:lnTo>
                    <a:lnTo>
                      <a:pt x="126" y="94"/>
                    </a:lnTo>
                    <a:lnTo>
                      <a:pt x="130" y="98"/>
                    </a:lnTo>
                    <a:lnTo>
                      <a:pt x="130" y="100"/>
                    </a:lnTo>
                    <a:lnTo>
                      <a:pt x="134" y="108"/>
                    </a:lnTo>
                    <a:lnTo>
                      <a:pt x="134" y="116"/>
                    </a:lnTo>
                    <a:lnTo>
                      <a:pt x="142" y="116"/>
                    </a:lnTo>
                    <a:lnTo>
                      <a:pt x="150" y="116"/>
                    </a:lnTo>
                    <a:lnTo>
                      <a:pt x="156" y="116"/>
                    </a:lnTo>
                    <a:lnTo>
                      <a:pt x="160" y="116"/>
                    </a:lnTo>
                    <a:lnTo>
                      <a:pt x="160" y="120"/>
                    </a:lnTo>
                    <a:lnTo>
                      <a:pt x="156" y="120"/>
                    </a:lnTo>
                    <a:lnTo>
                      <a:pt x="156" y="124"/>
                    </a:lnTo>
                    <a:lnTo>
                      <a:pt x="156" y="128"/>
                    </a:lnTo>
                    <a:lnTo>
                      <a:pt x="156" y="130"/>
                    </a:lnTo>
                    <a:lnTo>
                      <a:pt x="160" y="130"/>
                    </a:lnTo>
                    <a:lnTo>
                      <a:pt x="160" y="134"/>
                    </a:lnTo>
                    <a:lnTo>
                      <a:pt x="164" y="134"/>
                    </a:lnTo>
                    <a:lnTo>
                      <a:pt x="168" y="138"/>
                    </a:lnTo>
                    <a:lnTo>
                      <a:pt x="168" y="142"/>
                    </a:lnTo>
                    <a:lnTo>
                      <a:pt x="168" y="146"/>
                    </a:lnTo>
                    <a:lnTo>
                      <a:pt x="172" y="150"/>
                    </a:lnTo>
                    <a:lnTo>
                      <a:pt x="168" y="154"/>
                    </a:lnTo>
                    <a:lnTo>
                      <a:pt x="168" y="160"/>
                    </a:lnTo>
                    <a:lnTo>
                      <a:pt x="168" y="164"/>
                    </a:lnTo>
                    <a:lnTo>
                      <a:pt x="164" y="164"/>
                    </a:lnTo>
                    <a:lnTo>
                      <a:pt x="164" y="168"/>
                    </a:lnTo>
                    <a:lnTo>
                      <a:pt x="164" y="176"/>
                    </a:lnTo>
                    <a:lnTo>
                      <a:pt x="160" y="176"/>
                    </a:lnTo>
                    <a:lnTo>
                      <a:pt x="164" y="176"/>
                    </a:lnTo>
                    <a:lnTo>
                      <a:pt x="164" y="180"/>
                    </a:lnTo>
                    <a:lnTo>
                      <a:pt x="160" y="184"/>
                    </a:lnTo>
                    <a:lnTo>
                      <a:pt x="160" y="180"/>
                    </a:lnTo>
                    <a:lnTo>
                      <a:pt x="160" y="176"/>
                    </a:lnTo>
                    <a:lnTo>
                      <a:pt x="156" y="172"/>
                    </a:lnTo>
                    <a:lnTo>
                      <a:pt x="152" y="172"/>
                    </a:lnTo>
                    <a:lnTo>
                      <a:pt x="150" y="168"/>
                    </a:lnTo>
                    <a:lnTo>
                      <a:pt x="142" y="168"/>
                    </a:lnTo>
                    <a:lnTo>
                      <a:pt x="134" y="168"/>
                    </a:lnTo>
                    <a:lnTo>
                      <a:pt x="130" y="168"/>
                    </a:lnTo>
                    <a:lnTo>
                      <a:pt x="126" y="168"/>
                    </a:lnTo>
                    <a:lnTo>
                      <a:pt x="126" y="172"/>
                    </a:lnTo>
                    <a:lnTo>
                      <a:pt x="122" y="172"/>
                    </a:lnTo>
                    <a:lnTo>
                      <a:pt x="116" y="172"/>
                    </a:lnTo>
                    <a:lnTo>
                      <a:pt x="112" y="172"/>
                    </a:lnTo>
                    <a:lnTo>
                      <a:pt x="112" y="176"/>
                    </a:lnTo>
                    <a:lnTo>
                      <a:pt x="108" y="180"/>
                    </a:lnTo>
                    <a:lnTo>
                      <a:pt x="104" y="186"/>
                    </a:lnTo>
                    <a:lnTo>
                      <a:pt x="104" y="186"/>
                    </a:lnTo>
                    <a:lnTo>
                      <a:pt x="104" y="1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6" name="Freeform 180"/>
              <p:cNvSpPr>
                <a:spLocks noEditPoints="1"/>
              </p:cNvSpPr>
              <p:nvPr/>
            </p:nvSpPr>
            <p:spPr bwMode="gray">
              <a:xfrm>
                <a:off x="2980677" y="4359643"/>
                <a:ext cx="963553" cy="1193119"/>
              </a:xfrm>
              <a:custGeom>
                <a:avLst/>
                <a:gdLst>
                  <a:gd name="T0" fmla="*/ 424 w 554"/>
                  <a:gd name="T1" fmla="*/ 140 h 686"/>
                  <a:gd name="T2" fmla="*/ 460 w 554"/>
                  <a:gd name="T3" fmla="*/ 142 h 686"/>
                  <a:gd name="T4" fmla="*/ 520 w 554"/>
                  <a:gd name="T5" fmla="*/ 172 h 686"/>
                  <a:gd name="T6" fmla="*/ 554 w 554"/>
                  <a:gd name="T7" fmla="*/ 224 h 686"/>
                  <a:gd name="T8" fmla="*/ 520 w 554"/>
                  <a:gd name="T9" fmla="*/ 280 h 686"/>
                  <a:gd name="T10" fmla="*/ 498 w 554"/>
                  <a:gd name="T11" fmla="*/ 310 h 686"/>
                  <a:gd name="T12" fmla="*/ 494 w 554"/>
                  <a:gd name="T13" fmla="*/ 358 h 686"/>
                  <a:gd name="T14" fmla="*/ 484 w 554"/>
                  <a:gd name="T15" fmla="*/ 418 h 686"/>
                  <a:gd name="T16" fmla="*/ 454 w 554"/>
                  <a:gd name="T17" fmla="*/ 482 h 686"/>
                  <a:gd name="T18" fmla="*/ 420 w 554"/>
                  <a:gd name="T19" fmla="*/ 490 h 686"/>
                  <a:gd name="T20" fmla="*/ 384 w 554"/>
                  <a:gd name="T21" fmla="*/ 512 h 686"/>
                  <a:gd name="T22" fmla="*/ 358 w 554"/>
                  <a:gd name="T23" fmla="*/ 546 h 686"/>
                  <a:gd name="T24" fmla="*/ 350 w 554"/>
                  <a:gd name="T25" fmla="*/ 594 h 686"/>
                  <a:gd name="T26" fmla="*/ 316 w 554"/>
                  <a:gd name="T27" fmla="*/ 650 h 686"/>
                  <a:gd name="T28" fmla="*/ 330 w 554"/>
                  <a:gd name="T29" fmla="*/ 622 h 686"/>
                  <a:gd name="T30" fmla="*/ 312 w 554"/>
                  <a:gd name="T31" fmla="*/ 646 h 686"/>
                  <a:gd name="T32" fmla="*/ 294 w 554"/>
                  <a:gd name="T33" fmla="*/ 664 h 686"/>
                  <a:gd name="T34" fmla="*/ 256 w 554"/>
                  <a:gd name="T35" fmla="*/ 630 h 686"/>
                  <a:gd name="T36" fmla="*/ 248 w 554"/>
                  <a:gd name="T37" fmla="*/ 600 h 686"/>
                  <a:gd name="T38" fmla="*/ 286 w 554"/>
                  <a:gd name="T39" fmla="*/ 564 h 686"/>
                  <a:gd name="T40" fmla="*/ 272 w 554"/>
                  <a:gd name="T41" fmla="*/ 508 h 686"/>
                  <a:gd name="T42" fmla="*/ 230 w 554"/>
                  <a:gd name="T43" fmla="*/ 474 h 686"/>
                  <a:gd name="T44" fmla="*/ 230 w 554"/>
                  <a:gd name="T45" fmla="*/ 404 h 686"/>
                  <a:gd name="T46" fmla="*/ 192 w 554"/>
                  <a:gd name="T47" fmla="*/ 348 h 686"/>
                  <a:gd name="T48" fmla="*/ 148 w 554"/>
                  <a:gd name="T49" fmla="*/ 310 h 686"/>
                  <a:gd name="T50" fmla="*/ 118 w 554"/>
                  <a:gd name="T51" fmla="*/ 258 h 686"/>
                  <a:gd name="T52" fmla="*/ 74 w 554"/>
                  <a:gd name="T53" fmla="*/ 284 h 686"/>
                  <a:gd name="T54" fmla="*/ 30 w 554"/>
                  <a:gd name="T55" fmla="*/ 262 h 686"/>
                  <a:gd name="T56" fmla="*/ 4 w 554"/>
                  <a:gd name="T57" fmla="*/ 216 h 686"/>
                  <a:gd name="T58" fmla="*/ 36 w 554"/>
                  <a:gd name="T59" fmla="*/ 168 h 686"/>
                  <a:gd name="T60" fmla="*/ 66 w 554"/>
                  <a:gd name="T61" fmla="*/ 110 h 686"/>
                  <a:gd name="T62" fmla="*/ 66 w 554"/>
                  <a:gd name="T63" fmla="*/ 64 h 686"/>
                  <a:gd name="T64" fmla="*/ 108 w 554"/>
                  <a:gd name="T65" fmla="*/ 80 h 686"/>
                  <a:gd name="T66" fmla="*/ 152 w 554"/>
                  <a:gd name="T67" fmla="*/ 54 h 686"/>
                  <a:gd name="T68" fmla="*/ 140 w 554"/>
                  <a:gd name="T69" fmla="*/ 28 h 686"/>
                  <a:gd name="T70" fmla="*/ 186 w 554"/>
                  <a:gd name="T71" fmla="*/ 16 h 686"/>
                  <a:gd name="T72" fmla="*/ 196 w 554"/>
                  <a:gd name="T73" fmla="*/ 46 h 686"/>
                  <a:gd name="T74" fmla="*/ 234 w 554"/>
                  <a:gd name="T75" fmla="*/ 60 h 686"/>
                  <a:gd name="T76" fmla="*/ 282 w 554"/>
                  <a:gd name="T77" fmla="*/ 56 h 686"/>
                  <a:gd name="T78" fmla="*/ 320 w 554"/>
                  <a:gd name="T79" fmla="*/ 24 h 686"/>
                  <a:gd name="T80" fmla="*/ 338 w 554"/>
                  <a:gd name="T81" fmla="*/ 72 h 686"/>
                  <a:gd name="T82" fmla="*/ 302 w 554"/>
                  <a:gd name="T83" fmla="*/ 120 h 686"/>
                  <a:gd name="T84" fmla="*/ 316 w 554"/>
                  <a:gd name="T85" fmla="*/ 128 h 686"/>
                  <a:gd name="T86" fmla="*/ 346 w 554"/>
                  <a:gd name="T87" fmla="*/ 120 h 686"/>
                  <a:gd name="T88" fmla="*/ 364 w 554"/>
                  <a:gd name="T89" fmla="*/ 116 h 686"/>
                  <a:gd name="T90" fmla="*/ 390 w 554"/>
                  <a:gd name="T91" fmla="*/ 114 h 686"/>
                  <a:gd name="T92" fmla="*/ 414 w 554"/>
                  <a:gd name="T93" fmla="*/ 124 h 686"/>
                  <a:gd name="T94" fmla="*/ 328 w 554"/>
                  <a:gd name="T95" fmla="*/ 110 h 686"/>
                  <a:gd name="T96" fmla="*/ 360 w 554"/>
                  <a:gd name="T97" fmla="*/ 110 h 686"/>
                  <a:gd name="T98" fmla="*/ 338 w 554"/>
                  <a:gd name="T99" fmla="*/ 76 h 686"/>
                  <a:gd name="T100" fmla="*/ 330 w 554"/>
                  <a:gd name="T101" fmla="*/ 86 h 686"/>
                  <a:gd name="T102" fmla="*/ 330 w 554"/>
                  <a:gd name="T103" fmla="*/ 90 h 686"/>
                  <a:gd name="T104" fmla="*/ 328 w 554"/>
                  <a:gd name="T105" fmla="*/ 90 h 686"/>
                  <a:gd name="T106" fmla="*/ 324 w 554"/>
                  <a:gd name="T107" fmla="*/ 98 h 686"/>
                  <a:gd name="T108" fmla="*/ 324 w 554"/>
                  <a:gd name="T109" fmla="*/ 110 h 686"/>
                  <a:gd name="T110" fmla="*/ 386 w 554"/>
                  <a:gd name="T111" fmla="*/ 110 h 686"/>
                  <a:gd name="T112" fmla="*/ 410 w 554"/>
                  <a:gd name="T113" fmla="*/ 116 h 686"/>
                  <a:gd name="T114" fmla="*/ 354 w 554"/>
                  <a:gd name="T115" fmla="*/ 120 h 686"/>
                  <a:gd name="T116" fmla="*/ 416 w 554"/>
                  <a:gd name="T117" fmla="*/ 142 h 686"/>
                  <a:gd name="T118" fmla="*/ 360 w 554"/>
                  <a:gd name="T119" fmla="*/ 546 h 686"/>
                  <a:gd name="T120" fmla="*/ 324 w 554"/>
                  <a:gd name="T121" fmla="*/ 10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54" h="686">
                    <a:moveTo>
                      <a:pt x="414" y="124"/>
                    </a:moveTo>
                    <a:lnTo>
                      <a:pt x="416" y="124"/>
                    </a:lnTo>
                    <a:lnTo>
                      <a:pt x="416" y="128"/>
                    </a:lnTo>
                    <a:lnTo>
                      <a:pt x="416" y="132"/>
                    </a:lnTo>
                    <a:lnTo>
                      <a:pt x="416" y="128"/>
                    </a:lnTo>
                    <a:lnTo>
                      <a:pt x="420" y="132"/>
                    </a:lnTo>
                    <a:lnTo>
                      <a:pt x="416" y="136"/>
                    </a:lnTo>
                    <a:lnTo>
                      <a:pt x="416" y="140"/>
                    </a:lnTo>
                    <a:lnTo>
                      <a:pt x="414" y="142"/>
                    </a:lnTo>
                    <a:lnTo>
                      <a:pt x="416" y="142"/>
                    </a:lnTo>
                    <a:lnTo>
                      <a:pt x="414" y="146"/>
                    </a:lnTo>
                    <a:lnTo>
                      <a:pt x="414" y="150"/>
                    </a:lnTo>
                    <a:lnTo>
                      <a:pt x="416" y="146"/>
                    </a:lnTo>
                    <a:lnTo>
                      <a:pt x="416" y="142"/>
                    </a:lnTo>
                    <a:lnTo>
                      <a:pt x="420" y="140"/>
                    </a:lnTo>
                    <a:lnTo>
                      <a:pt x="420" y="136"/>
                    </a:lnTo>
                    <a:lnTo>
                      <a:pt x="424" y="136"/>
                    </a:lnTo>
                    <a:lnTo>
                      <a:pt x="424" y="140"/>
                    </a:lnTo>
                    <a:lnTo>
                      <a:pt x="420" y="140"/>
                    </a:lnTo>
                    <a:lnTo>
                      <a:pt x="420" y="142"/>
                    </a:lnTo>
                    <a:lnTo>
                      <a:pt x="424" y="140"/>
                    </a:lnTo>
                    <a:lnTo>
                      <a:pt x="424" y="136"/>
                    </a:lnTo>
                    <a:lnTo>
                      <a:pt x="428" y="136"/>
                    </a:lnTo>
                    <a:lnTo>
                      <a:pt x="432" y="136"/>
                    </a:lnTo>
                    <a:lnTo>
                      <a:pt x="432" y="132"/>
                    </a:lnTo>
                    <a:lnTo>
                      <a:pt x="436" y="132"/>
                    </a:lnTo>
                    <a:lnTo>
                      <a:pt x="436" y="136"/>
                    </a:lnTo>
                    <a:lnTo>
                      <a:pt x="440" y="136"/>
                    </a:lnTo>
                    <a:lnTo>
                      <a:pt x="444" y="136"/>
                    </a:lnTo>
                    <a:lnTo>
                      <a:pt x="444" y="140"/>
                    </a:lnTo>
                    <a:lnTo>
                      <a:pt x="446" y="140"/>
                    </a:lnTo>
                    <a:lnTo>
                      <a:pt x="450" y="140"/>
                    </a:lnTo>
                    <a:lnTo>
                      <a:pt x="450" y="142"/>
                    </a:lnTo>
                    <a:lnTo>
                      <a:pt x="450" y="140"/>
                    </a:lnTo>
                    <a:lnTo>
                      <a:pt x="454" y="140"/>
                    </a:lnTo>
                    <a:lnTo>
                      <a:pt x="454" y="142"/>
                    </a:lnTo>
                    <a:lnTo>
                      <a:pt x="454" y="140"/>
                    </a:lnTo>
                    <a:lnTo>
                      <a:pt x="458" y="140"/>
                    </a:lnTo>
                    <a:lnTo>
                      <a:pt x="458" y="142"/>
                    </a:lnTo>
                    <a:lnTo>
                      <a:pt x="460" y="142"/>
                    </a:lnTo>
                    <a:lnTo>
                      <a:pt x="464" y="142"/>
                    </a:lnTo>
                    <a:lnTo>
                      <a:pt x="460" y="142"/>
                    </a:lnTo>
                    <a:lnTo>
                      <a:pt x="464" y="142"/>
                    </a:lnTo>
                    <a:lnTo>
                      <a:pt x="468" y="142"/>
                    </a:lnTo>
                    <a:lnTo>
                      <a:pt x="472" y="142"/>
                    </a:lnTo>
                    <a:lnTo>
                      <a:pt x="472" y="140"/>
                    </a:lnTo>
                    <a:lnTo>
                      <a:pt x="476" y="140"/>
                    </a:lnTo>
                    <a:lnTo>
                      <a:pt x="480" y="142"/>
                    </a:lnTo>
                    <a:lnTo>
                      <a:pt x="484" y="142"/>
                    </a:lnTo>
                    <a:lnTo>
                      <a:pt x="486" y="146"/>
                    </a:lnTo>
                    <a:lnTo>
                      <a:pt x="490" y="146"/>
                    </a:lnTo>
                    <a:lnTo>
                      <a:pt x="490" y="150"/>
                    </a:lnTo>
                    <a:lnTo>
                      <a:pt x="494" y="150"/>
                    </a:lnTo>
                    <a:lnTo>
                      <a:pt x="498" y="154"/>
                    </a:lnTo>
                    <a:lnTo>
                      <a:pt x="502" y="156"/>
                    </a:lnTo>
                    <a:lnTo>
                      <a:pt x="506" y="156"/>
                    </a:lnTo>
                    <a:lnTo>
                      <a:pt x="506" y="160"/>
                    </a:lnTo>
                    <a:lnTo>
                      <a:pt x="506" y="164"/>
                    </a:lnTo>
                    <a:lnTo>
                      <a:pt x="510" y="164"/>
                    </a:lnTo>
                    <a:lnTo>
                      <a:pt x="514" y="168"/>
                    </a:lnTo>
                    <a:lnTo>
                      <a:pt x="514" y="172"/>
                    </a:lnTo>
                    <a:lnTo>
                      <a:pt x="516" y="172"/>
                    </a:lnTo>
                    <a:lnTo>
                      <a:pt x="520" y="172"/>
                    </a:lnTo>
                    <a:lnTo>
                      <a:pt x="520" y="176"/>
                    </a:lnTo>
                    <a:lnTo>
                      <a:pt x="524" y="176"/>
                    </a:lnTo>
                    <a:lnTo>
                      <a:pt x="524" y="180"/>
                    </a:lnTo>
                    <a:lnTo>
                      <a:pt x="528" y="180"/>
                    </a:lnTo>
                    <a:lnTo>
                      <a:pt x="532" y="180"/>
                    </a:lnTo>
                    <a:lnTo>
                      <a:pt x="536" y="180"/>
                    </a:lnTo>
                    <a:lnTo>
                      <a:pt x="540" y="180"/>
                    </a:lnTo>
                    <a:lnTo>
                      <a:pt x="542" y="180"/>
                    </a:lnTo>
                    <a:lnTo>
                      <a:pt x="546" y="180"/>
                    </a:lnTo>
                    <a:lnTo>
                      <a:pt x="546" y="184"/>
                    </a:lnTo>
                    <a:lnTo>
                      <a:pt x="546" y="186"/>
                    </a:lnTo>
                    <a:lnTo>
                      <a:pt x="546" y="190"/>
                    </a:lnTo>
                    <a:lnTo>
                      <a:pt x="550" y="194"/>
                    </a:lnTo>
                    <a:lnTo>
                      <a:pt x="550" y="198"/>
                    </a:lnTo>
                    <a:lnTo>
                      <a:pt x="550" y="202"/>
                    </a:lnTo>
                    <a:lnTo>
                      <a:pt x="550" y="206"/>
                    </a:lnTo>
                    <a:lnTo>
                      <a:pt x="554" y="210"/>
                    </a:lnTo>
                    <a:lnTo>
                      <a:pt x="554" y="212"/>
                    </a:lnTo>
                    <a:lnTo>
                      <a:pt x="554" y="216"/>
                    </a:lnTo>
                    <a:lnTo>
                      <a:pt x="554" y="220"/>
                    </a:lnTo>
                    <a:lnTo>
                      <a:pt x="554" y="224"/>
                    </a:lnTo>
                    <a:lnTo>
                      <a:pt x="554" y="228"/>
                    </a:lnTo>
                    <a:lnTo>
                      <a:pt x="554" y="232"/>
                    </a:lnTo>
                    <a:lnTo>
                      <a:pt x="550" y="236"/>
                    </a:lnTo>
                    <a:lnTo>
                      <a:pt x="550" y="240"/>
                    </a:lnTo>
                    <a:lnTo>
                      <a:pt x="550" y="242"/>
                    </a:lnTo>
                    <a:lnTo>
                      <a:pt x="550" y="246"/>
                    </a:lnTo>
                    <a:lnTo>
                      <a:pt x="546" y="246"/>
                    </a:lnTo>
                    <a:lnTo>
                      <a:pt x="546" y="250"/>
                    </a:lnTo>
                    <a:lnTo>
                      <a:pt x="542" y="254"/>
                    </a:lnTo>
                    <a:lnTo>
                      <a:pt x="542" y="258"/>
                    </a:lnTo>
                    <a:lnTo>
                      <a:pt x="540" y="258"/>
                    </a:lnTo>
                    <a:lnTo>
                      <a:pt x="540" y="262"/>
                    </a:lnTo>
                    <a:lnTo>
                      <a:pt x="536" y="266"/>
                    </a:lnTo>
                    <a:lnTo>
                      <a:pt x="532" y="268"/>
                    </a:lnTo>
                    <a:lnTo>
                      <a:pt x="532" y="272"/>
                    </a:lnTo>
                    <a:lnTo>
                      <a:pt x="528" y="272"/>
                    </a:lnTo>
                    <a:lnTo>
                      <a:pt x="524" y="276"/>
                    </a:lnTo>
                    <a:lnTo>
                      <a:pt x="524" y="280"/>
                    </a:lnTo>
                    <a:lnTo>
                      <a:pt x="520" y="280"/>
                    </a:lnTo>
                    <a:lnTo>
                      <a:pt x="520" y="276"/>
                    </a:lnTo>
                    <a:lnTo>
                      <a:pt x="520" y="280"/>
                    </a:lnTo>
                    <a:lnTo>
                      <a:pt x="520" y="284"/>
                    </a:lnTo>
                    <a:lnTo>
                      <a:pt x="520" y="280"/>
                    </a:lnTo>
                    <a:lnTo>
                      <a:pt x="520" y="284"/>
                    </a:lnTo>
                    <a:lnTo>
                      <a:pt x="516" y="288"/>
                    </a:lnTo>
                    <a:lnTo>
                      <a:pt x="516" y="284"/>
                    </a:lnTo>
                    <a:lnTo>
                      <a:pt x="516" y="288"/>
                    </a:lnTo>
                    <a:lnTo>
                      <a:pt x="516" y="292"/>
                    </a:lnTo>
                    <a:lnTo>
                      <a:pt x="514" y="296"/>
                    </a:lnTo>
                    <a:lnTo>
                      <a:pt x="514" y="298"/>
                    </a:lnTo>
                    <a:lnTo>
                      <a:pt x="514" y="302"/>
                    </a:lnTo>
                    <a:lnTo>
                      <a:pt x="510" y="302"/>
                    </a:lnTo>
                    <a:lnTo>
                      <a:pt x="510" y="306"/>
                    </a:lnTo>
                    <a:lnTo>
                      <a:pt x="510" y="310"/>
                    </a:lnTo>
                    <a:lnTo>
                      <a:pt x="506" y="314"/>
                    </a:lnTo>
                    <a:lnTo>
                      <a:pt x="502" y="314"/>
                    </a:lnTo>
                    <a:lnTo>
                      <a:pt x="502" y="310"/>
                    </a:lnTo>
                    <a:lnTo>
                      <a:pt x="498" y="310"/>
                    </a:lnTo>
                    <a:lnTo>
                      <a:pt x="498" y="306"/>
                    </a:lnTo>
                    <a:lnTo>
                      <a:pt x="498" y="310"/>
                    </a:lnTo>
                    <a:lnTo>
                      <a:pt x="498" y="314"/>
                    </a:lnTo>
                    <a:lnTo>
                      <a:pt x="498" y="310"/>
                    </a:lnTo>
                    <a:lnTo>
                      <a:pt x="494" y="310"/>
                    </a:lnTo>
                    <a:lnTo>
                      <a:pt x="498" y="310"/>
                    </a:lnTo>
                    <a:lnTo>
                      <a:pt x="494" y="310"/>
                    </a:lnTo>
                    <a:lnTo>
                      <a:pt x="498" y="314"/>
                    </a:lnTo>
                    <a:lnTo>
                      <a:pt x="498" y="318"/>
                    </a:lnTo>
                    <a:lnTo>
                      <a:pt x="494" y="318"/>
                    </a:lnTo>
                    <a:lnTo>
                      <a:pt x="494" y="322"/>
                    </a:lnTo>
                    <a:lnTo>
                      <a:pt x="494" y="326"/>
                    </a:lnTo>
                    <a:lnTo>
                      <a:pt x="494" y="328"/>
                    </a:lnTo>
                    <a:lnTo>
                      <a:pt x="494" y="332"/>
                    </a:lnTo>
                    <a:lnTo>
                      <a:pt x="494" y="336"/>
                    </a:lnTo>
                    <a:lnTo>
                      <a:pt x="494" y="332"/>
                    </a:lnTo>
                    <a:lnTo>
                      <a:pt x="494" y="328"/>
                    </a:lnTo>
                    <a:lnTo>
                      <a:pt x="494" y="332"/>
                    </a:lnTo>
                    <a:lnTo>
                      <a:pt x="494" y="336"/>
                    </a:lnTo>
                    <a:lnTo>
                      <a:pt x="494" y="340"/>
                    </a:lnTo>
                    <a:lnTo>
                      <a:pt x="494" y="344"/>
                    </a:lnTo>
                    <a:lnTo>
                      <a:pt x="494" y="348"/>
                    </a:lnTo>
                    <a:lnTo>
                      <a:pt x="494" y="352"/>
                    </a:lnTo>
                    <a:lnTo>
                      <a:pt x="494" y="354"/>
                    </a:lnTo>
                    <a:lnTo>
                      <a:pt x="494" y="358"/>
                    </a:lnTo>
                    <a:lnTo>
                      <a:pt x="494" y="362"/>
                    </a:lnTo>
                    <a:lnTo>
                      <a:pt x="494" y="366"/>
                    </a:lnTo>
                    <a:lnTo>
                      <a:pt x="494" y="370"/>
                    </a:lnTo>
                    <a:lnTo>
                      <a:pt x="494" y="374"/>
                    </a:lnTo>
                    <a:lnTo>
                      <a:pt x="494" y="378"/>
                    </a:lnTo>
                    <a:lnTo>
                      <a:pt x="494" y="382"/>
                    </a:lnTo>
                    <a:lnTo>
                      <a:pt x="490" y="382"/>
                    </a:lnTo>
                    <a:lnTo>
                      <a:pt x="494" y="382"/>
                    </a:lnTo>
                    <a:lnTo>
                      <a:pt x="490" y="384"/>
                    </a:lnTo>
                    <a:lnTo>
                      <a:pt x="490" y="388"/>
                    </a:lnTo>
                    <a:lnTo>
                      <a:pt x="490" y="392"/>
                    </a:lnTo>
                    <a:lnTo>
                      <a:pt x="490" y="396"/>
                    </a:lnTo>
                    <a:lnTo>
                      <a:pt x="494" y="396"/>
                    </a:lnTo>
                    <a:lnTo>
                      <a:pt x="490" y="400"/>
                    </a:lnTo>
                    <a:lnTo>
                      <a:pt x="486" y="400"/>
                    </a:lnTo>
                    <a:lnTo>
                      <a:pt x="486" y="404"/>
                    </a:lnTo>
                    <a:lnTo>
                      <a:pt x="486" y="408"/>
                    </a:lnTo>
                    <a:lnTo>
                      <a:pt x="484" y="408"/>
                    </a:lnTo>
                    <a:lnTo>
                      <a:pt x="484" y="410"/>
                    </a:lnTo>
                    <a:lnTo>
                      <a:pt x="484" y="414"/>
                    </a:lnTo>
                    <a:lnTo>
                      <a:pt x="484" y="418"/>
                    </a:lnTo>
                    <a:lnTo>
                      <a:pt x="484" y="422"/>
                    </a:lnTo>
                    <a:lnTo>
                      <a:pt x="484" y="426"/>
                    </a:lnTo>
                    <a:lnTo>
                      <a:pt x="484" y="430"/>
                    </a:lnTo>
                    <a:lnTo>
                      <a:pt x="484" y="434"/>
                    </a:lnTo>
                    <a:lnTo>
                      <a:pt x="480" y="434"/>
                    </a:lnTo>
                    <a:lnTo>
                      <a:pt x="480" y="438"/>
                    </a:lnTo>
                    <a:lnTo>
                      <a:pt x="480" y="440"/>
                    </a:lnTo>
                    <a:lnTo>
                      <a:pt x="476" y="440"/>
                    </a:lnTo>
                    <a:lnTo>
                      <a:pt x="476" y="444"/>
                    </a:lnTo>
                    <a:lnTo>
                      <a:pt x="476" y="448"/>
                    </a:lnTo>
                    <a:lnTo>
                      <a:pt x="472" y="452"/>
                    </a:lnTo>
                    <a:lnTo>
                      <a:pt x="468" y="452"/>
                    </a:lnTo>
                    <a:lnTo>
                      <a:pt x="468" y="456"/>
                    </a:lnTo>
                    <a:lnTo>
                      <a:pt x="468" y="460"/>
                    </a:lnTo>
                    <a:lnTo>
                      <a:pt x="464" y="464"/>
                    </a:lnTo>
                    <a:lnTo>
                      <a:pt x="464" y="466"/>
                    </a:lnTo>
                    <a:lnTo>
                      <a:pt x="468" y="470"/>
                    </a:lnTo>
                    <a:lnTo>
                      <a:pt x="464" y="474"/>
                    </a:lnTo>
                    <a:lnTo>
                      <a:pt x="460" y="474"/>
                    </a:lnTo>
                    <a:lnTo>
                      <a:pt x="458" y="478"/>
                    </a:lnTo>
                    <a:lnTo>
                      <a:pt x="454" y="482"/>
                    </a:lnTo>
                    <a:lnTo>
                      <a:pt x="454" y="486"/>
                    </a:lnTo>
                    <a:lnTo>
                      <a:pt x="450" y="490"/>
                    </a:lnTo>
                    <a:lnTo>
                      <a:pt x="446" y="490"/>
                    </a:lnTo>
                    <a:lnTo>
                      <a:pt x="444" y="490"/>
                    </a:lnTo>
                    <a:lnTo>
                      <a:pt x="440" y="490"/>
                    </a:lnTo>
                    <a:lnTo>
                      <a:pt x="436" y="490"/>
                    </a:lnTo>
                    <a:lnTo>
                      <a:pt x="436" y="486"/>
                    </a:lnTo>
                    <a:lnTo>
                      <a:pt x="440" y="486"/>
                    </a:lnTo>
                    <a:lnTo>
                      <a:pt x="436" y="486"/>
                    </a:lnTo>
                    <a:lnTo>
                      <a:pt x="436" y="490"/>
                    </a:lnTo>
                    <a:lnTo>
                      <a:pt x="432" y="490"/>
                    </a:lnTo>
                    <a:lnTo>
                      <a:pt x="428" y="494"/>
                    </a:lnTo>
                    <a:lnTo>
                      <a:pt x="424" y="494"/>
                    </a:lnTo>
                    <a:lnTo>
                      <a:pt x="424" y="490"/>
                    </a:lnTo>
                    <a:lnTo>
                      <a:pt x="424" y="494"/>
                    </a:lnTo>
                    <a:lnTo>
                      <a:pt x="428" y="494"/>
                    </a:lnTo>
                    <a:lnTo>
                      <a:pt x="432" y="490"/>
                    </a:lnTo>
                    <a:lnTo>
                      <a:pt x="428" y="490"/>
                    </a:lnTo>
                    <a:lnTo>
                      <a:pt x="424" y="490"/>
                    </a:lnTo>
                    <a:lnTo>
                      <a:pt x="420" y="494"/>
                    </a:lnTo>
                    <a:lnTo>
                      <a:pt x="420" y="490"/>
                    </a:lnTo>
                    <a:lnTo>
                      <a:pt x="416" y="490"/>
                    </a:lnTo>
                    <a:lnTo>
                      <a:pt x="416" y="494"/>
                    </a:lnTo>
                    <a:lnTo>
                      <a:pt x="414" y="494"/>
                    </a:lnTo>
                    <a:lnTo>
                      <a:pt x="416" y="494"/>
                    </a:lnTo>
                    <a:lnTo>
                      <a:pt x="416" y="496"/>
                    </a:lnTo>
                    <a:lnTo>
                      <a:pt x="414" y="496"/>
                    </a:lnTo>
                    <a:lnTo>
                      <a:pt x="410" y="496"/>
                    </a:lnTo>
                    <a:lnTo>
                      <a:pt x="410" y="500"/>
                    </a:lnTo>
                    <a:lnTo>
                      <a:pt x="406" y="500"/>
                    </a:lnTo>
                    <a:lnTo>
                      <a:pt x="406" y="504"/>
                    </a:lnTo>
                    <a:lnTo>
                      <a:pt x="402" y="504"/>
                    </a:lnTo>
                    <a:lnTo>
                      <a:pt x="398" y="504"/>
                    </a:lnTo>
                    <a:lnTo>
                      <a:pt x="394" y="504"/>
                    </a:lnTo>
                    <a:lnTo>
                      <a:pt x="394" y="508"/>
                    </a:lnTo>
                    <a:lnTo>
                      <a:pt x="394" y="504"/>
                    </a:lnTo>
                    <a:lnTo>
                      <a:pt x="394" y="508"/>
                    </a:lnTo>
                    <a:lnTo>
                      <a:pt x="390" y="508"/>
                    </a:lnTo>
                    <a:lnTo>
                      <a:pt x="390" y="504"/>
                    </a:lnTo>
                    <a:lnTo>
                      <a:pt x="390" y="508"/>
                    </a:lnTo>
                    <a:lnTo>
                      <a:pt x="386" y="512"/>
                    </a:lnTo>
                    <a:lnTo>
                      <a:pt x="384" y="512"/>
                    </a:lnTo>
                    <a:lnTo>
                      <a:pt x="384" y="516"/>
                    </a:lnTo>
                    <a:lnTo>
                      <a:pt x="380" y="520"/>
                    </a:lnTo>
                    <a:lnTo>
                      <a:pt x="376" y="520"/>
                    </a:lnTo>
                    <a:lnTo>
                      <a:pt x="372" y="522"/>
                    </a:lnTo>
                    <a:lnTo>
                      <a:pt x="368" y="522"/>
                    </a:lnTo>
                    <a:lnTo>
                      <a:pt x="368" y="526"/>
                    </a:lnTo>
                    <a:lnTo>
                      <a:pt x="368" y="530"/>
                    </a:lnTo>
                    <a:lnTo>
                      <a:pt x="364" y="534"/>
                    </a:lnTo>
                    <a:lnTo>
                      <a:pt x="364" y="530"/>
                    </a:lnTo>
                    <a:lnTo>
                      <a:pt x="360" y="530"/>
                    </a:lnTo>
                    <a:lnTo>
                      <a:pt x="360" y="534"/>
                    </a:lnTo>
                    <a:lnTo>
                      <a:pt x="358" y="534"/>
                    </a:lnTo>
                    <a:lnTo>
                      <a:pt x="360" y="534"/>
                    </a:lnTo>
                    <a:lnTo>
                      <a:pt x="360" y="538"/>
                    </a:lnTo>
                    <a:lnTo>
                      <a:pt x="360" y="542"/>
                    </a:lnTo>
                    <a:lnTo>
                      <a:pt x="358" y="542"/>
                    </a:lnTo>
                    <a:lnTo>
                      <a:pt x="360" y="542"/>
                    </a:lnTo>
                    <a:lnTo>
                      <a:pt x="360" y="546"/>
                    </a:lnTo>
                    <a:lnTo>
                      <a:pt x="360" y="550"/>
                    </a:lnTo>
                    <a:lnTo>
                      <a:pt x="358" y="550"/>
                    </a:lnTo>
                    <a:lnTo>
                      <a:pt x="358" y="546"/>
                    </a:lnTo>
                    <a:lnTo>
                      <a:pt x="358" y="550"/>
                    </a:lnTo>
                    <a:lnTo>
                      <a:pt x="358" y="552"/>
                    </a:lnTo>
                    <a:lnTo>
                      <a:pt x="360" y="552"/>
                    </a:lnTo>
                    <a:lnTo>
                      <a:pt x="358" y="552"/>
                    </a:lnTo>
                    <a:lnTo>
                      <a:pt x="358" y="556"/>
                    </a:lnTo>
                    <a:lnTo>
                      <a:pt x="358" y="560"/>
                    </a:lnTo>
                    <a:lnTo>
                      <a:pt x="360" y="564"/>
                    </a:lnTo>
                    <a:lnTo>
                      <a:pt x="360" y="566"/>
                    </a:lnTo>
                    <a:lnTo>
                      <a:pt x="360" y="564"/>
                    </a:lnTo>
                    <a:lnTo>
                      <a:pt x="358" y="566"/>
                    </a:lnTo>
                    <a:lnTo>
                      <a:pt x="358" y="570"/>
                    </a:lnTo>
                    <a:lnTo>
                      <a:pt x="360" y="570"/>
                    </a:lnTo>
                    <a:lnTo>
                      <a:pt x="358" y="574"/>
                    </a:lnTo>
                    <a:lnTo>
                      <a:pt x="360" y="574"/>
                    </a:lnTo>
                    <a:lnTo>
                      <a:pt x="360" y="578"/>
                    </a:lnTo>
                    <a:lnTo>
                      <a:pt x="358" y="582"/>
                    </a:lnTo>
                    <a:lnTo>
                      <a:pt x="358" y="590"/>
                    </a:lnTo>
                    <a:lnTo>
                      <a:pt x="358" y="586"/>
                    </a:lnTo>
                    <a:lnTo>
                      <a:pt x="358" y="590"/>
                    </a:lnTo>
                    <a:lnTo>
                      <a:pt x="354" y="594"/>
                    </a:lnTo>
                    <a:lnTo>
                      <a:pt x="350" y="594"/>
                    </a:lnTo>
                    <a:lnTo>
                      <a:pt x="350" y="596"/>
                    </a:lnTo>
                    <a:lnTo>
                      <a:pt x="346" y="596"/>
                    </a:lnTo>
                    <a:lnTo>
                      <a:pt x="346" y="600"/>
                    </a:lnTo>
                    <a:lnTo>
                      <a:pt x="346" y="604"/>
                    </a:lnTo>
                    <a:lnTo>
                      <a:pt x="342" y="604"/>
                    </a:lnTo>
                    <a:lnTo>
                      <a:pt x="342" y="608"/>
                    </a:lnTo>
                    <a:lnTo>
                      <a:pt x="338" y="608"/>
                    </a:lnTo>
                    <a:lnTo>
                      <a:pt x="338" y="612"/>
                    </a:lnTo>
                    <a:lnTo>
                      <a:pt x="338" y="616"/>
                    </a:lnTo>
                    <a:lnTo>
                      <a:pt x="338" y="620"/>
                    </a:lnTo>
                    <a:lnTo>
                      <a:pt x="334" y="620"/>
                    </a:lnTo>
                    <a:lnTo>
                      <a:pt x="334" y="622"/>
                    </a:lnTo>
                    <a:lnTo>
                      <a:pt x="334" y="626"/>
                    </a:lnTo>
                    <a:lnTo>
                      <a:pt x="330" y="630"/>
                    </a:lnTo>
                    <a:lnTo>
                      <a:pt x="330" y="634"/>
                    </a:lnTo>
                    <a:lnTo>
                      <a:pt x="328" y="634"/>
                    </a:lnTo>
                    <a:lnTo>
                      <a:pt x="328" y="638"/>
                    </a:lnTo>
                    <a:lnTo>
                      <a:pt x="324" y="642"/>
                    </a:lnTo>
                    <a:lnTo>
                      <a:pt x="324" y="646"/>
                    </a:lnTo>
                    <a:lnTo>
                      <a:pt x="320" y="650"/>
                    </a:lnTo>
                    <a:lnTo>
                      <a:pt x="316" y="650"/>
                    </a:lnTo>
                    <a:lnTo>
                      <a:pt x="312" y="652"/>
                    </a:lnTo>
                    <a:lnTo>
                      <a:pt x="308" y="656"/>
                    </a:lnTo>
                    <a:lnTo>
                      <a:pt x="308" y="652"/>
                    </a:lnTo>
                    <a:lnTo>
                      <a:pt x="312" y="652"/>
                    </a:lnTo>
                    <a:lnTo>
                      <a:pt x="308" y="652"/>
                    </a:lnTo>
                    <a:lnTo>
                      <a:pt x="308" y="650"/>
                    </a:lnTo>
                    <a:lnTo>
                      <a:pt x="312" y="650"/>
                    </a:lnTo>
                    <a:lnTo>
                      <a:pt x="316" y="650"/>
                    </a:lnTo>
                    <a:lnTo>
                      <a:pt x="316" y="646"/>
                    </a:lnTo>
                    <a:lnTo>
                      <a:pt x="320" y="646"/>
                    </a:lnTo>
                    <a:lnTo>
                      <a:pt x="320" y="642"/>
                    </a:lnTo>
                    <a:lnTo>
                      <a:pt x="324" y="642"/>
                    </a:lnTo>
                    <a:lnTo>
                      <a:pt x="324" y="638"/>
                    </a:lnTo>
                    <a:lnTo>
                      <a:pt x="324" y="634"/>
                    </a:lnTo>
                    <a:lnTo>
                      <a:pt x="324" y="638"/>
                    </a:lnTo>
                    <a:lnTo>
                      <a:pt x="328" y="638"/>
                    </a:lnTo>
                    <a:lnTo>
                      <a:pt x="328" y="634"/>
                    </a:lnTo>
                    <a:lnTo>
                      <a:pt x="328" y="630"/>
                    </a:lnTo>
                    <a:lnTo>
                      <a:pt x="330" y="630"/>
                    </a:lnTo>
                    <a:lnTo>
                      <a:pt x="330" y="626"/>
                    </a:lnTo>
                    <a:lnTo>
                      <a:pt x="330" y="622"/>
                    </a:lnTo>
                    <a:lnTo>
                      <a:pt x="330" y="626"/>
                    </a:lnTo>
                    <a:lnTo>
                      <a:pt x="330" y="622"/>
                    </a:lnTo>
                    <a:lnTo>
                      <a:pt x="330" y="620"/>
                    </a:lnTo>
                    <a:lnTo>
                      <a:pt x="330" y="622"/>
                    </a:lnTo>
                    <a:lnTo>
                      <a:pt x="328" y="622"/>
                    </a:lnTo>
                    <a:lnTo>
                      <a:pt x="324" y="622"/>
                    </a:lnTo>
                    <a:lnTo>
                      <a:pt x="324" y="620"/>
                    </a:lnTo>
                    <a:lnTo>
                      <a:pt x="324" y="616"/>
                    </a:lnTo>
                    <a:lnTo>
                      <a:pt x="320" y="616"/>
                    </a:lnTo>
                    <a:lnTo>
                      <a:pt x="320" y="620"/>
                    </a:lnTo>
                    <a:lnTo>
                      <a:pt x="320" y="622"/>
                    </a:lnTo>
                    <a:lnTo>
                      <a:pt x="324" y="622"/>
                    </a:lnTo>
                    <a:lnTo>
                      <a:pt x="320" y="626"/>
                    </a:lnTo>
                    <a:lnTo>
                      <a:pt x="320" y="630"/>
                    </a:lnTo>
                    <a:lnTo>
                      <a:pt x="320" y="626"/>
                    </a:lnTo>
                    <a:lnTo>
                      <a:pt x="320" y="630"/>
                    </a:lnTo>
                    <a:lnTo>
                      <a:pt x="320" y="634"/>
                    </a:lnTo>
                    <a:lnTo>
                      <a:pt x="320" y="638"/>
                    </a:lnTo>
                    <a:lnTo>
                      <a:pt x="316" y="638"/>
                    </a:lnTo>
                    <a:lnTo>
                      <a:pt x="312" y="642"/>
                    </a:lnTo>
                    <a:lnTo>
                      <a:pt x="312" y="646"/>
                    </a:lnTo>
                    <a:lnTo>
                      <a:pt x="308" y="646"/>
                    </a:lnTo>
                    <a:lnTo>
                      <a:pt x="308" y="650"/>
                    </a:lnTo>
                    <a:lnTo>
                      <a:pt x="308" y="652"/>
                    </a:lnTo>
                    <a:lnTo>
                      <a:pt x="308" y="656"/>
                    </a:lnTo>
                    <a:lnTo>
                      <a:pt x="308" y="660"/>
                    </a:lnTo>
                    <a:lnTo>
                      <a:pt x="304" y="664"/>
                    </a:lnTo>
                    <a:lnTo>
                      <a:pt x="304" y="668"/>
                    </a:lnTo>
                    <a:lnTo>
                      <a:pt x="304" y="672"/>
                    </a:lnTo>
                    <a:lnTo>
                      <a:pt x="302" y="676"/>
                    </a:lnTo>
                    <a:lnTo>
                      <a:pt x="298" y="678"/>
                    </a:lnTo>
                    <a:lnTo>
                      <a:pt x="294" y="682"/>
                    </a:lnTo>
                    <a:lnTo>
                      <a:pt x="294" y="686"/>
                    </a:lnTo>
                    <a:lnTo>
                      <a:pt x="290" y="686"/>
                    </a:lnTo>
                    <a:lnTo>
                      <a:pt x="290" y="682"/>
                    </a:lnTo>
                    <a:lnTo>
                      <a:pt x="290" y="678"/>
                    </a:lnTo>
                    <a:lnTo>
                      <a:pt x="290" y="676"/>
                    </a:lnTo>
                    <a:lnTo>
                      <a:pt x="290" y="672"/>
                    </a:lnTo>
                    <a:lnTo>
                      <a:pt x="294" y="672"/>
                    </a:lnTo>
                    <a:lnTo>
                      <a:pt x="294" y="668"/>
                    </a:lnTo>
                    <a:lnTo>
                      <a:pt x="298" y="668"/>
                    </a:lnTo>
                    <a:lnTo>
                      <a:pt x="294" y="664"/>
                    </a:lnTo>
                    <a:lnTo>
                      <a:pt x="290" y="664"/>
                    </a:lnTo>
                    <a:lnTo>
                      <a:pt x="290" y="660"/>
                    </a:lnTo>
                    <a:lnTo>
                      <a:pt x="286" y="660"/>
                    </a:lnTo>
                    <a:lnTo>
                      <a:pt x="286" y="656"/>
                    </a:lnTo>
                    <a:lnTo>
                      <a:pt x="286" y="652"/>
                    </a:lnTo>
                    <a:lnTo>
                      <a:pt x="282" y="652"/>
                    </a:lnTo>
                    <a:lnTo>
                      <a:pt x="282" y="650"/>
                    </a:lnTo>
                    <a:lnTo>
                      <a:pt x="278" y="650"/>
                    </a:lnTo>
                    <a:lnTo>
                      <a:pt x="274" y="646"/>
                    </a:lnTo>
                    <a:lnTo>
                      <a:pt x="274" y="642"/>
                    </a:lnTo>
                    <a:lnTo>
                      <a:pt x="272" y="642"/>
                    </a:lnTo>
                    <a:lnTo>
                      <a:pt x="268" y="642"/>
                    </a:lnTo>
                    <a:lnTo>
                      <a:pt x="264" y="638"/>
                    </a:lnTo>
                    <a:lnTo>
                      <a:pt x="264" y="634"/>
                    </a:lnTo>
                    <a:lnTo>
                      <a:pt x="260" y="634"/>
                    </a:lnTo>
                    <a:lnTo>
                      <a:pt x="260" y="630"/>
                    </a:lnTo>
                    <a:lnTo>
                      <a:pt x="260" y="634"/>
                    </a:lnTo>
                    <a:lnTo>
                      <a:pt x="256" y="634"/>
                    </a:lnTo>
                    <a:lnTo>
                      <a:pt x="252" y="634"/>
                    </a:lnTo>
                    <a:lnTo>
                      <a:pt x="256" y="634"/>
                    </a:lnTo>
                    <a:lnTo>
                      <a:pt x="256" y="630"/>
                    </a:lnTo>
                    <a:lnTo>
                      <a:pt x="252" y="630"/>
                    </a:lnTo>
                    <a:lnTo>
                      <a:pt x="252" y="626"/>
                    </a:lnTo>
                    <a:lnTo>
                      <a:pt x="248" y="626"/>
                    </a:lnTo>
                    <a:lnTo>
                      <a:pt x="248" y="622"/>
                    </a:lnTo>
                    <a:lnTo>
                      <a:pt x="244" y="622"/>
                    </a:lnTo>
                    <a:lnTo>
                      <a:pt x="244" y="620"/>
                    </a:lnTo>
                    <a:lnTo>
                      <a:pt x="242" y="620"/>
                    </a:lnTo>
                    <a:lnTo>
                      <a:pt x="238" y="620"/>
                    </a:lnTo>
                    <a:lnTo>
                      <a:pt x="238" y="622"/>
                    </a:lnTo>
                    <a:lnTo>
                      <a:pt x="234" y="620"/>
                    </a:lnTo>
                    <a:lnTo>
                      <a:pt x="234" y="622"/>
                    </a:lnTo>
                    <a:lnTo>
                      <a:pt x="234" y="620"/>
                    </a:lnTo>
                    <a:lnTo>
                      <a:pt x="230" y="620"/>
                    </a:lnTo>
                    <a:lnTo>
                      <a:pt x="234" y="620"/>
                    </a:lnTo>
                    <a:lnTo>
                      <a:pt x="234" y="616"/>
                    </a:lnTo>
                    <a:lnTo>
                      <a:pt x="238" y="612"/>
                    </a:lnTo>
                    <a:lnTo>
                      <a:pt x="242" y="612"/>
                    </a:lnTo>
                    <a:lnTo>
                      <a:pt x="242" y="608"/>
                    </a:lnTo>
                    <a:lnTo>
                      <a:pt x="244" y="604"/>
                    </a:lnTo>
                    <a:lnTo>
                      <a:pt x="244" y="600"/>
                    </a:lnTo>
                    <a:lnTo>
                      <a:pt x="248" y="600"/>
                    </a:lnTo>
                    <a:lnTo>
                      <a:pt x="248" y="596"/>
                    </a:lnTo>
                    <a:lnTo>
                      <a:pt x="248" y="594"/>
                    </a:lnTo>
                    <a:lnTo>
                      <a:pt x="252" y="594"/>
                    </a:lnTo>
                    <a:lnTo>
                      <a:pt x="252" y="590"/>
                    </a:lnTo>
                    <a:lnTo>
                      <a:pt x="256" y="590"/>
                    </a:lnTo>
                    <a:lnTo>
                      <a:pt x="256" y="586"/>
                    </a:lnTo>
                    <a:lnTo>
                      <a:pt x="260" y="586"/>
                    </a:lnTo>
                    <a:lnTo>
                      <a:pt x="256" y="586"/>
                    </a:lnTo>
                    <a:lnTo>
                      <a:pt x="256" y="582"/>
                    </a:lnTo>
                    <a:lnTo>
                      <a:pt x="260" y="582"/>
                    </a:lnTo>
                    <a:lnTo>
                      <a:pt x="264" y="582"/>
                    </a:lnTo>
                    <a:lnTo>
                      <a:pt x="264" y="578"/>
                    </a:lnTo>
                    <a:lnTo>
                      <a:pt x="268" y="578"/>
                    </a:lnTo>
                    <a:lnTo>
                      <a:pt x="272" y="574"/>
                    </a:lnTo>
                    <a:lnTo>
                      <a:pt x="272" y="570"/>
                    </a:lnTo>
                    <a:lnTo>
                      <a:pt x="274" y="570"/>
                    </a:lnTo>
                    <a:lnTo>
                      <a:pt x="278" y="570"/>
                    </a:lnTo>
                    <a:lnTo>
                      <a:pt x="278" y="566"/>
                    </a:lnTo>
                    <a:lnTo>
                      <a:pt x="282" y="566"/>
                    </a:lnTo>
                    <a:lnTo>
                      <a:pt x="282" y="564"/>
                    </a:lnTo>
                    <a:lnTo>
                      <a:pt x="286" y="564"/>
                    </a:lnTo>
                    <a:lnTo>
                      <a:pt x="286" y="560"/>
                    </a:lnTo>
                    <a:lnTo>
                      <a:pt x="286" y="556"/>
                    </a:lnTo>
                    <a:lnTo>
                      <a:pt x="286" y="552"/>
                    </a:lnTo>
                    <a:lnTo>
                      <a:pt x="286" y="550"/>
                    </a:lnTo>
                    <a:lnTo>
                      <a:pt x="286" y="546"/>
                    </a:lnTo>
                    <a:lnTo>
                      <a:pt x="286" y="542"/>
                    </a:lnTo>
                    <a:lnTo>
                      <a:pt x="286" y="538"/>
                    </a:lnTo>
                    <a:lnTo>
                      <a:pt x="282" y="534"/>
                    </a:lnTo>
                    <a:lnTo>
                      <a:pt x="278" y="534"/>
                    </a:lnTo>
                    <a:lnTo>
                      <a:pt x="278" y="538"/>
                    </a:lnTo>
                    <a:lnTo>
                      <a:pt x="274" y="538"/>
                    </a:lnTo>
                    <a:lnTo>
                      <a:pt x="274" y="534"/>
                    </a:lnTo>
                    <a:lnTo>
                      <a:pt x="274" y="530"/>
                    </a:lnTo>
                    <a:lnTo>
                      <a:pt x="274" y="526"/>
                    </a:lnTo>
                    <a:lnTo>
                      <a:pt x="278" y="522"/>
                    </a:lnTo>
                    <a:lnTo>
                      <a:pt x="278" y="520"/>
                    </a:lnTo>
                    <a:lnTo>
                      <a:pt x="278" y="516"/>
                    </a:lnTo>
                    <a:lnTo>
                      <a:pt x="278" y="512"/>
                    </a:lnTo>
                    <a:lnTo>
                      <a:pt x="278" y="508"/>
                    </a:lnTo>
                    <a:lnTo>
                      <a:pt x="274" y="504"/>
                    </a:lnTo>
                    <a:lnTo>
                      <a:pt x="272" y="508"/>
                    </a:lnTo>
                    <a:lnTo>
                      <a:pt x="268" y="508"/>
                    </a:lnTo>
                    <a:lnTo>
                      <a:pt x="264" y="508"/>
                    </a:lnTo>
                    <a:lnTo>
                      <a:pt x="264" y="504"/>
                    </a:lnTo>
                    <a:lnTo>
                      <a:pt x="264" y="500"/>
                    </a:lnTo>
                    <a:lnTo>
                      <a:pt x="260" y="500"/>
                    </a:lnTo>
                    <a:lnTo>
                      <a:pt x="260" y="496"/>
                    </a:lnTo>
                    <a:lnTo>
                      <a:pt x="260" y="494"/>
                    </a:lnTo>
                    <a:lnTo>
                      <a:pt x="260" y="490"/>
                    </a:lnTo>
                    <a:lnTo>
                      <a:pt x="260" y="486"/>
                    </a:lnTo>
                    <a:lnTo>
                      <a:pt x="260" y="482"/>
                    </a:lnTo>
                    <a:lnTo>
                      <a:pt x="256" y="482"/>
                    </a:lnTo>
                    <a:lnTo>
                      <a:pt x="256" y="478"/>
                    </a:lnTo>
                    <a:lnTo>
                      <a:pt x="252" y="478"/>
                    </a:lnTo>
                    <a:lnTo>
                      <a:pt x="248" y="478"/>
                    </a:lnTo>
                    <a:lnTo>
                      <a:pt x="248" y="474"/>
                    </a:lnTo>
                    <a:lnTo>
                      <a:pt x="244" y="474"/>
                    </a:lnTo>
                    <a:lnTo>
                      <a:pt x="244" y="478"/>
                    </a:lnTo>
                    <a:lnTo>
                      <a:pt x="242" y="478"/>
                    </a:lnTo>
                    <a:lnTo>
                      <a:pt x="238" y="478"/>
                    </a:lnTo>
                    <a:lnTo>
                      <a:pt x="234" y="478"/>
                    </a:lnTo>
                    <a:lnTo>
                      <a:pt x="230" y="474"/>
                    </a:lnTo>
                    <a:lnTo>
                      <a:pt x="226" y="474"/>
                    </a:lnTo>
                    <a:lnTo>
                      <a:pt x="226" y="470"/>
                    </a:lnTo>
                    <a:lnTo>
                      <a:pt x="226" y="466"/>
                    </a:lnTo>
                    <a:lnTo>
                      <a:pt x="226" y="464"/>
                    </a:lnTo>
                    <a:lnTo>
                      <a:pt x="226" y="460"/>
                    </a:lnTo>
                    <a:lnTo>
                      <a:pt x="230" y="456"/>
                    </a:lnTo>
                    <a:lnTo>
                      <a:pt x="226" y="452"/>
                    </a:lnTo>
                    <a:lnTo>
                      <a:pt x="226" y="448"/>
                    </a:lnTo>
                    <a:lnTo>
                      <a:pt x="226" y="444"/>
                    </a:lnTo>
                    <a:lnTo>
                      <a:pt x="222" y="440"/>
                    </a:lnTo>
                    <a:lnTo>
                      <a:pt x="226" y="438"/>
                    </a:lnTo>
                    <a:lnTo>
                      <a:pt x="226" y="434"/>
                    </a:lnTo>
                    <a:lnTo>
                      <a:pt x="222" y="434"/>
                    </a:lnTo>
                    <a:lnTo>
                      <a:pt x="226" y="434"/>
                    </a:lnTo>
                    <a:lnTo>
                      <a:pt x="226" y="426"/>
                    </a:lnTo>
                    <a:lnTo>
                      <a:pt x="226" y="422"/>
                    </a:lnTo>
                    <a:lnTo>
                      <a:pt x="230" y="422"/>
                    </a:lnTo>
                    <a:lnTo>
                      <a:pt x="230" y="418"/>
                    </a:lnTo>
                    <a:lnTo>
                      <a:pt x="230" y="410"/>
                    </a:lnTo>
                    <a:lnTo>
                      <a:pt x="234" y="408"/>
                    </a:lnTo>
                    <a:lnTo>
                      <a:pt x="230" y="404"/>
                    </a:lnTo>
                    <a:lnTo>
                      <a:pt x="230" y="400"/>
                    </a:lnTo>
                    <a:lnTo>
                      <a:pt x="230" y="396"/>
                    </a:lnTo>
                    <a:lnTo>
                      <a:pt x="226" y="392"/>
                    </a:lnTo>
                    <a:lnTo>
                      <a:pt x="222" y="392"/>
                    </a:lnTo>
                    <a:lnTo>
                      <a:pt x="222" y="388"/>
                    </a:lnTo>
                    <a:lnTo>
                      <a:pt x="218" y="388"/>
                    </a:lnTo>
                    <a:lnTo>
                      <a:pt x="218" y="384"/>
                    </a:lnTo>
                    <a:lnTo>
                      <a:pt x="218" y="382"/>
                    </a:lnTo>
                    <a:lnTo>
                      <a:pt x="218" y="378"/>
                    </a:lnTo>
                    <a:lnTo>
                      <a:pt x="222" y="378"/>
                    </a:lnTo>
                    <a:lnTo>
                      <a:pt x="222" y="374"/>
                    </a:lnTo>
                    <a:lnTo>
                      <a:pt x="218" y="374"/>
                    </a:lnTo>
                    <a:lnTo>
                      <a:pt x="212" y="374"/>
                    </a:lnTo>
                    <a:lnTo>
                      <a:pt x="204" y="374"/>
                    </a:lnTo>
                    <a:lnTo>
                      <a:pt x="196" y="374"/>
                    </a:lnTo>
                    <a:lnTo>
                      <a:pt x="196" y="366"/>
                    </a:lnTo>
                    <a:lnTo>
                      <a:pt x="192" y="358"/>
                    </a:lnTo>
                    <a:lnTo>
                      <a:pt x="192" y="354"/>
                    </a:lnTo>
                    <a:lnTo>
                      <a:pt x="188" y="352"/>
                    </a:lnTo>
                    <a:lnTo>
                      <a:pt x="192" y="352"/>
                    </a:lnTo>
                    <a:lnTo>
                      <a:pt x="192" y="348"/>
                    </a:lnTo>
                    <a:lnTo>
                      <a:pt x="192" y="344"/>
                    </a:lnTo>
                    <a:lnTo>
                      <a:pt x="192" y="340"/>
                    </a:lnTo>
                    <a:lnTo>
                      <a:pt x="192" y="336"/>
                    </a:lnTo>
                    <a:lnTo>
                      <a:pt x="188" y="336"/>
                    </a:lnTo>
                    <a:lnTo>
                      <a:pt x="192" y="332"/>
                    </a:lnTo>
                    <a:lnTo>
                      <a:pt x="192" y="328"/>
                    </a:lnTo>
                    <a:lnTo>
                      <a:pt x="188" y="328"/>
                    </a:lnTo>
                    <a:lnTo>
                      <a:pt x="186" y="326"/>
                    </a:lnTo>
                    <a:lnTo>
                      <a:pt x="182" y="326"/>
                    </a:lnTo>
                    <a:lnTo>
                      <a:pt x="178" y="326"/>
                    </a:lnTo>
                    <a:lnTo>
                      <a:pt x="174" y="326"/>
                    </a:lnTo>
                    <a:lnTo>
                      <a:pt x="170" y="326"/>
                    </a:lnTo>
                    <a:lnTo>
                      <a:pt x="170" y="322"/>
                    </a:lnTo>
                    <a:lnTo>
                      <a:pt x="166" y="322"/>
                    </a:lnTo>
                    <a:lnTo>
                      <a:pt x="166" y="318"/>
                    </a:lnTo>
                    <a:lnTo>
                      <a:pt x="162" y="318"/>
                    </a:lnTo>
                    <a:lnTo>
                      <a:pt x="160" y="314"/>
                    </a:lnTo>
                    <a:lnTo>
                      <a:pt x="156" y="314"/>
                    </a:lnTo>
                    <a:lnTo>
                      <a:pt x="156" y="310"/>
                    </a:lnTo>
                    <a:lnTo>
                      <a:pt x="152" y="310"/>
                    </a:lnTo>
                    <a:lnTo>
                      <a:pt x="148" y="310"/>
                    </a:lnTo>
                    <a:lnTo>
                      <a:pt x="148" y="306"/>
                    </a:lnTo>
                    <a:lnTo>
                      <a:pt x="144" y="306"/>
                    </a:lnTo>
                    <a:lnTo>
                      <a:pt x="140" y="306"/>
                    </a:lnTo>
                    <a:lnTo>
                      <a:pt x="136" y="306"/>
                    </a:lnTo>
                    <a:lnTo>
                      <a:pt x="132" y="302"/>
                    </a:lnTo>
                    <a:lnTo>
                      <a:pt x="130" y="298"/>
                    </a:lnTo>
                    <a:lnTo>
                      <a:pt x="126" y="298"/>
                    </a:lnTo>
                    <a:lnTo>
                      <a:pt x="126" y="296"/>
                    </a:lnTo>
                    <a:lnTo>
                      <a:pt x="126" y="292"/>
                    </a:lnTo>
                    <a:lnTo>
                      <a:pt x="126" y="296"/>
                    </a:lnTo>
                    <a:lnTo>
                      <a:pt x="126" y="292"/>
                    </a:lnTo>
                    <a:lnTo>
                      <a:pt x="122" y="288"/>
                    </a:lnTo>
                    <a:lnTo>
                      <a:pt x="122" y="284"/>
                    </a:lnTo>
                    <a:lnTo>
                      <a:pt x="122" y="280"/>
                    </a:lnTo>
                    <a:lnTo>
                      <a:pt x="122" y="276"/>
                    </a:lnTo>
                    <a:lnTo>
                      <a:pt x="122" y="272"/>
                    </a:lnTo>
                    <a:lnTo>
                      <a:pt x="122" y="268"/>
                    </a:lnTo>
                    <a:lnTo>
                      <a:pt x="122" y="266"/>
                    </a:lnTo>
                    <a:lnTo>
                      <a:pt x="122" y="262"/>
                    </a:lnTo>
                    <a:lnTo>
                      <a:pt x="122" y="258"/>
                    </a:lnTo>
                    <a:lnTo>
                      <a:pt x="118" y="258"/>
                    </a:lnTo>
                    <a:lnTo>
                      <a:pt x="118" y="262"/>
                    </a:lnTo>
                    <a:lnTo>
                      <a:pt x="118" y="258"/>
                    </a:lnTo>
                    <a:lnTo>
                      <a:pt x="116" y="258"/>
                    </a:lnTo>
                    <a:lnTo>
                      <a:pt x="112" y="258"/>
                    </a:lnTo>
                    <a:lnTo>
                      <a:pt x="108" y="262"/>
                    </a:lnTo>
                    <a:lnTo>
                      <a:pt x="104" y="262"/>
                    </a:lnTo>
                    <a:lnTo>
                      <a:pt x="100" y="266"/>
                    </a:lnTo>
                    <a:lnTo>
                      <a:pt x="100" y="268"/>
                    </a:lnTo>
                    <a:lnTo>
                      <a:pt x="96" y="268"/>
                    </a:lnTo>
                    <a:lnTo>
                      <a:pt x="92" y="268"/>
                    </a:lnTo>
                    <a:lnTo>
                      <a:pt x="92" y="272"/>
                    </a:lnTo>
                    <a:lnTo>
                      <a:pt x="88" y="272"/>
                    </a:lnTo>
                    <a:lnTo>
                      <a:pt x="88" y="276"/>
                    </a:lnTo>
                    <a:lnTo>
                      <a:pt x="88" y="272"/>
                    </a:lnTo>
                    <a:lnTo>
                      <a:pt x="86" y="272"/>
                    </a:lnTo>
                    <a:lnTo>
                      <a:pt x="86" y="276"/>
                    </a:lnTo>
                    <a:lnTo>
                      <a:pt x="82" y="276"/>
                    </a:lnTo>
                    <a:lnTo>
                      <a:pt x="82" y="280"/>
                    </a:lnTo>
                    <a:lnTo>
                      <a:pt x="78" y="280"/>
                    </a:lnTo>
                    <a:lnTo>
                      <a:pt x="78" y="284"/>
                    </a:lnTo>
                    <a:lnTo>
                      <a:pt x="74" y="284"/>
                    </a:lnTo>
                    <a:lnTo>
                      <a:pt x="74" y="280"/>
                    </a:lnTo>
                    <a:lnTo>
                      <a:pt x="70" y="280"/>
                    </a:lnTo>
                    <a:lnTo>
                      <a:pt x="66" y="280"/>
                    </a:lnTo>
                    <a:lnTo>
                      <a:pt x="62" y="280"/>
                    </a:lnTo>
                    <a:lnTo>
                      <a:pt x="60" y="280"/>
                    </a:lnTo>
                    <a:lnTo>
                      <a:pt x="56" y="280"/>
                    </a:lnTo>
                    <a:lnTo>
                      <a:pt x="52" y="280"/>
                    </a:lnTo>
                    <a:lnTo>
                      <a:pt x="48" y="280"/>
                    </a:lnTo>
                    <a:lnTo>
                      <a:pt x="48" y="276"/>
                    </a:lnTo>
                    <a:lnTo>
                      <a:pt x="48" y="272"/>
                    </a:lnTo>
                    <a:lnTo>
                      <a:pt x="48" y="268"/>
                    </a:lnTo>
                    <a:lnTo>
                      <a:pt x="48" y="266"/>
                    </a:lnTo>
                    <a:lnTo>
                      <a:pt x="48" y="262"/>
                    </a:lnTo>
                    <a:lnTo>
                      <a:pt x="48" y="258"/>
                    </a:lnTo>
                    <a:lnTo>
                      <a:pt x="48" y="254"/>
                    </a:lnTo>
                    <a:lnTo>
                      <a:pt x="44" y="258"/>
                    </a:lnTo>
                    <a:lnTo>
                      <a:pt x="44" y="262"/>
                    </a:lnTo>
                    <a:lnTo>
                      <a:pt x="40" y="262"/>
                    </a:lnTo>
                    <a:lnTo>
                      <a:pt x="36" y="262"/>
                    </a:lnTo>
                    <a:lnTo>
                      <a:pt x="32" y="262"/>
                    </a:lnTo>
                    <a:lnTo>
                      <a:pt x="30" y="262"/>
                    </a:lnTo>
                    <a:lnTo>
                      <a:pt x="26" y="262"/>
                    </a:lnTo>
                    <a:lnTo>
                      <a:pt x="26" y="258"/>
                    </a:lnTo>
                    <a:lnTo>
                      <a:pt x="26" y="254"/>
                    </a:lnTo>
                    <a:lnTo>
                      <a:pt x="22" y="254"/>
                    </a:lnTo>
                    <a:lnTo>
                      <a:pt x="18" y="254"/>
                    </a:lnTo>
                    <a:lnTo>
                      <a:pt x="14" y="254"/>
                    </a:lnTo>
                    <a:lnTo>
                      <a:pt x="10" y="254"/>
                    </a:lnTo>
                    <a:lnTo>
                      <a:pt x="10" y="250"/>
                    </a:lnTo>
                    <a:lnTo>
                      <a:pt x="14" y="250"/>
                    </a:lnTo>
                    <a:lnTo>
                      <a:pt x="14" y="246"/>
                    </a:lnTo>
                    <a:lnTo>
                      <a:pt x="14" y="242"/>
                    </a:lnTo>
                    <a:lnTo>
                      <a:pt x="10" y="242"/>
                    </a:lnTo>
                    <a:lnTo>
                      <a:pt x="10" y="240"/>
                    </a:lnTo>
                    <a:lnTo>
                      <a:pt x="6" y="236"/>
                    </a:lnTo>
                    <a:lnTo>
                      <a:pt x="6" y="232"/>
                    </a:lnTo>
                    <a:lnTo>
                      <a:pt x="6" y="228"/>
                    </a:lnTo>
                    <a:lnTo>
                      <a:pt x="4" y="228"/>
                    </a:lnTo>
                    <a:lnTo>
                      <a:pt x="4" y="224"/>
                    </a:lnTo>
                    <a:lnTo>
                      <a:pt x="0" y="220"/>
                    </a:lnTo>
                    <a:lnTo>
                      <a:pt x="0" y="216"/>
                    </a:lnTo>
                    <a:lnTo>
                      <a:pt x="4" y="216"/>
                    </a:lnTo>
                    <a:lnTo>
                      <a:pt x="4" y="212"/>
                    </a:lnTo>
                    <a:lnTo>
                      <a:pt x="4" y="210"/>
                    </a:lnTo>
                    <a:lnTo>
                      <a:pt x="6" y="206"/>
                    </a:lnTo>
                    <a:lnTo>
                      <a:pt x="10" y="206"/>
                    </a:lnTo>
                    <a:lnTo>
                      <a:pt x="10" y="202"/>
                    </a:lnTo>
                    <a:lnTo>
                      <a:pt x="14" y="202"/>
                    </a:lnTo>
                    <a:lnTo>
                      <a:pt x="10" y="198"/>
                    </a:lnTo>
                    <a:lnTo>
                      <a:pt x="10" y="194"/>
                    </a:lnTo>
                    <a:lnTo>
                      <a:pt x="10" y="190"/>
                    </a:lnTo>
                    <a:lnTo>
                      <a:pt x="14" y="190"/>
                    </a:lnTo>
                    <a:lnTo>
                      <a:pt x="14" y="186"/>
                    </a:lnTo>
                    <a:lnTo>
                      <a:pt x="14" y="184"/>
                    </a:lnTo>
                    <a:lnTo>
                      <a:pt x="14" y="180"/>
                    </a:lnTo>
                    <a:lnTo>
                      <a:pt x="18" y="180"/>
                    </a:lnTo>
                    <a:lnTo>
                      <a:pt x="22" y="176"/>
                    </a:lnTo>
                    <a:lnTo>
                      <a:pt x="22" y="172"/>
                    </a:lnTo>
                    <a:lnTo>
                      <a:pt x="26" y="172"/>
                    </a:lnTo>
                    <a:lnTo>
                      <a:pt x="30" y="172"/>
                    </a:lnTo>
                    <a:lnTo>
                      <a:pt x="30" y="168"/>
                    </a:lnTo>
                    <a:lnTo>
                      <a:pt x="32" y="168"/>
                    </a:lnTo>
                    <a:lnTo>
                      <a:pt x="36" y="168"/>
                    </a:lnTo>
                    <a:lnTo>
                      <a:pt x="40" y="164"/>
                    </a:lnTo>
                    <a:lnTo>
                      <a:pt x="40" y="168"/>
                    </a:lnTo>
                    <a:lnTo>
                      <a:pt x="44" y="168"/>
                    </a:lnTo>
                    <a:lnTo>
                      <a:pt x="44" y="164"/>
                    </a:lnTo>
                    <a:lnTo>
                      <a:pt x="48" y="164"/>
                    </a:lnTo>
                    <a:lnTo>
                      <a:pt x="52" y="164"/>
                    </a:lnTo>
                    <a:lnTo>
                      <a:pt x="52" y="160"/>
                    </a:lnTo>
                    <a:lnTo>
                      <a:pt x="52" y="164"/>
                    </a:lnTo>
                    <a:lnTo>
                      <a:pt x="56" y="164"/>
                    </a:lnTo>
                    <a:lnTo>
                      <a:pt x="60" y="164"/>
                    </a:lnTo>
                    <a:lnTo>
                      <a:pt x="60" y="156"/>
                    </a:lnTo>
                    <a:lnTo>
                      <a:pt x="60" y="150"/>
                    </a:lnTo>
                    <a:lnTo>
                      <a:pt x="62" y="136"/>
                    </a:lnTo>
                    <a:lnTo>
                      <a:pt x="62" y="132"/>
                    </a:lnTo>
                    <a:lnTo>
                      <a:pt x="62" y="124"/>
                    </a:lnTo>
                    <a:lnTo>
                      <a:pt x="62" y="116"/>
                    </a:lnTo>
                    <a:lnTo>
                      <a:pt x="66" y="116"/>
                    </a:lnTo>
                    <a:lnTo>
                      <a:pt x="66" y="114"/>
                    </a:lnTo>
                    <a:lnTo>
                      <a:pt x="66" y="110"/>
                    </a:lnTo>
                    <a:lnTo>
                      <a:pt x="62" y="110"/>
                    </a:lnTo>
                    <a:lnTo>
                      <a:pt x="66" y="110"/>
                    </a:lnTo>
                    <a:lnTo>
                      <a:pt x="62" y="110"/>
                    </a:lnTo>
                    <a:lnTo>
                      <a:pt x="62" y="106"/>
                    </a:lnTo>
                    <a:lnTo>
                      <a:pt x="62" y="102"/>
                    </a:lnTo>
                    <a:lnTo>
                      <a:pt x="60" y="102"/>
                    </a:lnTo>
                    <a:lnTo>
                      <a:pt x="60" y="98"/>
                    </a:lnTo>
                    <a:lnTo>
                      <a:pt x="56" y="94"/>
                    </a:lnTo>
                    <a:lnTo>
                      <a:pt x="56" y="90"/>
                    </a:lnTo>
                    <a:lnTo>
                      <a:pt x="56" y="86"/>
                    </a:lnTo>
                    <a:lnTo>
                      <a:pt x="56" y="84"/>
                    </a:lnTo>
                    <a:lnTo>
                      <a:pt x="60" y="84"/>
                    </a:lnTo>
                    <a:lnTo>
                      <a:pt x="62" y="80"/>
                    </a:lnTo>
                    <a:lnTo>
                      <a:pt x="66" y="80"/>
                    </a:lnTo>
                    <a:lnTo>
                      <a:pt x="66" y="84"/>
                    </a:lnTo>
                    <a:lnTo>
                      <a:pt x="70" y="84"/>
                    </a:lnTo>
                    <a:lnTo>
                      <a:pt x="70" y="80"/>
                    </a:lnTo>
                    <a:lnTo>
                      <a:pt x="66" y="76"/>
                    </a:lnTo>
                    <a:lnTo>
                      <a:pt x="62" y="76"/>
                    </a:lnTo>
                    <a:lnTo>
                      <a:pt x="60" y="76"/>
                    </a:lnTo>
                    <a:lnTo>
                      <a:pt x="60" y="64"/>
                    </a:lnTo>
                    <a:lnTo>
                      <a:pt x="62" y="60"/>
                    </a:lnTo>
                    <a:lnTo>
                      <a:pt x="66" y="64"/>
                    </a:lnTo>
                    <a:lnTo>
                      <a:pt x="70" y="64"/>
                    </a:lnTo>
                    <a:lnTo>
                      <a:pt x="74" y="64"/>
                    </a:lnTo>
                    <a:lnTo>
                      <a:pt x="82" y="64"/>
                    </a:lnTo>
                    <a:lnTo>
                      <a:pt x="82" y="60"/>
                    </a:lnTo>
                    <a:lnTo>
                      <a:pt x="82" y="56"/>
                    </a:lnTo>
                    <a:lnTo>
                      <a:pt x="82" y="60"/>
                    </a:lnTo>
                    <a:lnTo>
                      <a:pt x="86" y="60"/>
                    </a:lnTo>
                    <a:lnTo>
                      <a:pt x="86" y="64"/>
                    </a:lnTo>
                    <a:lnTo>
                      <a:pt x="86" y="60"/>
                    </a:lnTo>
                    <a:lnTo>
                      <a:pt x="88" y="60"/>
                    </a:lnTo>
                    <a:lnTo>
                      <a:pt x="88" y="56"/>
                    </a:lnTo>
                    <a:lnTo>
                      <a:pt x="92" y="56"/>
                    </a:lnTo>
                    <a:lnTo>
                      <a:pt x="96" y="56"/>
                    </a:lnTo>
                    <a:lnTo>
                      <a:pt x="96" y="60"/>
                    </a:lnTo>
                    <a:lnTo>
                      <a:pt x="96" y="64"/>
                    </a:lnTo>
                    <a:lnTo>
                      <a:pt x="100" y="68"/>
                    </a:lnTo>
                    <a:lnTo>
                      <a:pt x="96" y="68"/>
                    </a:lnTo>
                    <a:lnTo>
                      <a:pt x="96" y="72"/>
                    </a:lnTo>
                    <a:lnTo>
                      <a:pt x="100" y="72"/>
                    </a:lnTo>
                    <a:lnTo>
                      <a:pt x="104" y="72"/>
                    </a:lnTo>
                    <a:lnTo>
                      <a:pt x="108" y="80"/>
                    </a:lnTo>
                    <a:lnTo>
                      <a:pt x="112" y="80"/>
                    </a:lnTo>
                    <a:lnTo>
                      <a:pt x="116" y="80"/>
                    </a:lnTo>
                    <a:lnTo>
                      <a:pt x="116" y="76"/>
                    </a:lnTo>
                    <a:lnTo>
                      <a:pt x="118" y="76"/>
                    </a:lnTo>
                    <a:lnTo>
                      <a:pt x="118" y="80"/>
                    </a:lnTo>
                    <a:lnTo>
                      <a:pt x="118" y="84"/>
                    </a:lnTo>
                    <a:lnTo>
                      <a:pt x="118" y="80"/>
                    </a:lnTo>
                    <a:lnTo>
                      <a:pt x="122" y="80"/>
                    </a:lnTo>
                    <a:lnTo>
                      <a:pt x="122" y="76"/>
                    </a:lnTo>
                    <a:lnTo>
                      <a:pt x="126" y="76"/>
                    </a:lnTo>
                    <a:lnTo>
                      <a:pt x="126" y="72"/>
                    </a:lnTo>
                    <a:lnTo>
                      <a:pt x="130" y="72"/>
                    </a:lnTo>
                    <a:lnTo>
                      <a:pt x="132" y="68"/>
                    </a:lnTo>
                    <a:lnTo>
                      <a:pt x="136" y="68"/>
                    </a:lnTo>
                    <a:lnTo>
                      <a:pt x="140" y="64"/>
                    </a:lnTo>
                    <a:lnTo>
                      <a:pt x="140" y="60"/>
                    </a:lnTo>
                    <a:lnTo>
                      <a:pt x="140" y="56"/>
                    </a:lnTo>
                    <a:lnTo>
                      <a:pt x="144" y="56"/>
                    </a:lnTo>
                    <a:lnTo>
                      <a:pt x="148" y="56"/>
                    </a:lnTo>
                    <a:lnTo>
                      <a:pt x="148" y="54"/>
                    </a:lnTo>
                    <a:lnTo>
                      <a:pt x="152" y="54"/>
                    </a:lnTo>
                    <a:lnTo>
                      <a:pt x="152" y="50"/>
                    </a:lnTo>
                    <a:lnTo>
                      <a:pt x="148" y="50"/>
                    </a:lnTo>
                    <a:lnTo>
                      <a:pt x="144" y="50"/>
                    </a:lnTo>
                    <a:lnTo>
                      <a:pt x="140" y="50"/>
                    </a:lnTo>
                    <a:lnTo>
                      <a:pt x="140" y="46"/>
                    </a:lnTo>
                    <a:lnTo>
                      <a:pt x="140" y="42"/>
                    </a:lnTo>
                    <a:lnTo>
                      <a:pt x="140" y="38"/>
                    </a:lnTo>
                    <a:lnTo>
                      <a:pt x="136" y="38"/>
                    </a:lnTo>
                    <a:lnTo>
                      <a:pt x="136" y="34"/>
                    </a:lnTo>
                    <a:lnTo>
                      <a:pt x="136" y="30"/>
                    </a:lnTo>
                    <a:lnTo>
                      <a:pt x="136" y="28"/>
                    </a:lnTo>
                    <a:lnTo>
                      <a:pt x="132" y="28"/>
                    </a:lnTo>
                    <a:lnTo>
                      <a:pt x="132" y="24"/>
                    </a:lnTo>
                    <a:lnTo>
                      <a:pt x="130" y="24"/>
                    </a:lnTo>
                    <a:lnTo>
                      <a:pt x="130" y="20"/>
                    </a:lnTo>
                    <a:lnTo>
                      <a:pt x="132" y="20"/>
                    </a:lnTo>
                    <a:lnTo>
                      <a:pt x="132" y="24"/>
                    </a:lnTo>
                    <a:lnTo>
                      <a:pt x="136" y="20"/>
                    </a:lnTo>
                    <a:lnTo>
                      <a:pt x="136" y="24"/>
                    </a:lnTo>
                    <a:lnTo>
                      <a:pt x="140" y="24"/>
                    </a:lnTo>
                    <a:lnTo>
                      <a:pt x="140" y="28"/>
                    </a:lnTo>
                    <a:lnTo>
                      <a:pt x="140" y="24"/>
                    </a:lnTo>
                    <a:lnTo>
                      <a:pt x="144" y="24"/>
                    </a:lnTo>
                    <a:lnTo>
                      <a:pt x="148" y="24"/>
                    </a:lnTo>
                    <a:lnTo>
                      <a:pt x="148" y="28"/>
                    </a:lnTo>
                    <a:lnTo>
                      <a:pt x="148" y="24"/>
                    </a:lnTo>
                    <a:lnTo>
                      <a:pt x="152" y="24"/>
                    </a:lnTo>
                    <a:lnTo>
                      <a:pt x="152" y="28"/>
                    </a:lnTo>
                    <a:lnTo>
                      <a:pt x="156" y="30"/>
                    </a:lnTo>
                    <a:lnTo>
                      <a:pt x="160" y="30"/>
                    </a:lnTo>
                    <a:lnTo>
                      <a:pt x="160" y="28"/>
                    </a:lnTo>
                    <a:lnTo>
                      <a:pt x="160" y="24"/>
                    </a:lnTo>
                    <a:lnTo>
                      <a:pt x="162" y="24"/>
                    </a:lnTo>
                    <a:lnTo>
                      <a:pt x="162" y="20"/>
                    </a:lnTo>
                    <a:lnTo>
                      <a:pt x="166" y="20"/>
                    </a:lnTo>
                    <a:lnTo>
                      <a:pt x="166" y="24"/>
                    </a:lnTo>
                    <a:lnTo>
                      <a:pt x="170" y="20"/>
                    </a:lnTo>
                    <a:lnTo>
                      <a:pt x="174" y="20"/>
                    </a:lnTo>
                    <a:lnTo>
                      <a:pt x="178" y="20"/>
                    </a:lnTo>
                    <a:lnTo>
                      <a:pt x="178" y="16"/>
                    </a:lnTo>
                    <a:lnTo>
                      <a:pt x="182" y="16"/>
                    </a:lnTo>
                    <a:lnTo>
                      <a:pt x="186" y="16"/>
                    </a:lnTo>
                    <a:lnTo>
                      <a:pt x="186" y="12"/>
                    </a:lnTo>
                    <a:lnTo>
                      <a:pt x="188" y="12"/>
                    </a:lnTo>
                    <a:lnTo>
                      <a:pt x="188" y="8"/>
                    </a:lnTo>
                    <a:lnTo>
                      <a:pt x="188" y="4"/>
                    </a:lnTo>
                    <a:lnTo>
                      <a:pt x="192" y="4"/>
                    </a:lnTo>
                    <a:lnTo>
                      <a:pt x="192" y="0"/>
                    </a:lnTo>
                    <a:lnTo>
                      <a:pt x="196" y="0"/>
                    </a:lnTo>
                    <a:lnTo>
                      <a:pt x="196" y="4"/>
                    </a:lnTo>
                    <a:lnTo>
                      <a:pt x="196" y="8"/>
                    </a:lnTo>
                    <a:lnTo>
                      <a:pt x="196" y="12"/>
                    </a:lnTo>
                    <a:lnTo>
                      <a:pt x="196" y="16"/>
                    </a:lnTo>
                    <a:lnTo>
                      <a:pt x="200" y="16"/>
                    </a:lnTo>
                    <a:lnTo>
                      <a:pt x="204" y="16"/>
                    </a:lnTo>
                    <a:lnTo>
                      <a:pt x="200" y="20"/>
                    </a:lnTo>
                    <a:lnTo>
                      <a:pt x="204" y="24"/>
                    </a:lnTo>
                    <a:lnTo>
                      <a:pt x="204" y="28"/>
                    </a:lnTo>
                    <a:lnTo>
                      <a:pt x="200" y="30"/>
                    </a:lnTo>
                    <a:lnTo>
                      <a:pt x="200" y="34"/>
                    </a:lnTo>
                    <a:lnTo>
                      <a:pt x="200" y="38"/>
                    </a:lnTo>
                    <a:lnTo>
                      <a:pt x="196" y="42"/>
                    </a:lnTo>
                    <a:lnTo>
                      <a:pt x="196" y="46"/>
                    </a:lnTo>
                    <a:lnTo>
                      <a:pt x="196" y="50"/>
                    </a:lnTo>
                    <a:lnTo>
                      <a:pt x="200" y="50"/>
                    </a:lnTo>
                    <a:lnTo>
                      <a:pt x="200" y="54"/>
                    </a:lnTo>
                    <a:lnTo>
                      <a:pt x="200" y="56"/>
                    </a:lnTo>
                    <a:lnTo>
                      <a:pt x="200" y="60"/>
                    </a:lnTo>
                    <a:lnTo>
                      <a:pt x="204" y="60"/>
                    </a:lnTo>
                    <a:lnTo>
                      <a:pt x="204" y="64"/>
                    </a:lnTo>
                    <a:lnTo>
                      <a:pt x="208" y="64"/>
                    </a:lnTo>
                    <a:lnTo>
                      <a:pt x="208" y="68"/>
                    </a:lnTo>
                    <a:lnTo>
                      <a:pt x="212" y="68"/>
                    </a:lnTo>
                    <a:lnTo>
                      <a:pt x="212" y="72"/>
                    </a:lnTo>
                    <a:lnTo>
                      <a:pt x="216" y="72"/>
                    </a:lnTo>
                    <a:lnTo>
                      <a:pt x="218" y="72"/>
                    </a:lnTo>
                    <a:lnTo>
                      <a:pt x="218" y="68"/>
                    </a:lnTo>
                    <a:lnTo>
                      <a:pt x="222" y="64"/>
                    </a:lnTo>
                    <a:lnTo>
                      <a:pt x="222" y="68"/>
                    </a:lnTo>
                    <a:lnTo>
                      <a:pt x="226" y="68"/>
                    </a:lnTo>
                    <a:lnTo>
                      <a:pt x="226" y="64"/>
                    </a:lnTo>
                    <a:lnTo>
                      <a:pt x="230" y="64"/>
                    </a:lnTo>
                    <a:lnTo>
                      <a:pt x="234" y="64"/>
                    </a:lnTo>
                    <a:lnTo>
                      <a:pt x="234" y="60"/>
                    </a:lnTo>
                    <a:lnTo>
                      <a:pt x="234" y="56"/>
                    </a:lnTo>
                    <a:lnTo>
                      <a:pt x="238" y="56"/>
                    </a:lnTo>
                    <a:lnTo>
                      <a:pt x="238" y="60"/>
                    </a:lnTo>
                    <a:lnTo>
                      <a:pt x="238" y="56"/>
                    </a:lnTo>
                    <a:lnTo>
                      <a:pt x="242" y="60"/>
                    </a:lnTo>
                    <a:lnTo>
                      <a:pt x="244" y="60"/>
                    </a:lnTo>
                    <a:lnTo>
                      <a:pt x="248" y="60"/>
                    </a:lnTo>
                    <a:lnTo>
                      <a:pt x="252" y="60"/>
                    </a:lnTo>
                    <a:lnTo>
                      <a:pt x="256" y="60"/>
                    </a:lnTo>
                    <a:lnTo>
                      <a:pt x="256" y="56"/>
                    </a:lnTo>
                    <a:lnTo>
                      <a:pt x="252" y="54"/>
                    </a:lnTo>
                    <a:lnTo>
                      <a:pt x="252" y="50"/>
                    </a:lnTo>
                    <a:lnTo>
                      <a:pt x="256" y="50"/>
                    </a:lnTo>
                    <a:lnTo>
                      <a:pt x="260" y="54"/>
                    </a:lnTo>
                    <a:lnTo>
                      <a:pt x="260" y="50"/>
                    </a:lnTo>
                    <a:lnTo>
                      <a:pt x="268" y="50"/>
                    </a:lnTo>
                    <a:lnTo>
                      <a:pt x="272" y="50"/>
                    </a:lnTo>
                    <a:lnTo>
                      <a:pt x="272" y="54"/>
                    </a:lnTo>
                    <a:lnTo>
                      <a:pt x="274" y="54"/>
                    </a:lnTo>
                    <a:lnTo>
                      <a:pt x="278" y="56"/>
                    </a:lnTo>
                    <a:lnTo>
                      <a:pt x="282" y="56"/>
                    </a:lnTo>
                    <a:lnTo>
                      <a:pt x="282" y="54"/>
                    </a:lnTo>
                    <a:lnTo>
                      <a:pt x="286" y="54"/>
                    </a:lnTo>
                    <a:lnTo>
                      <a:pt x="290" y="54"/>
                    </a:lnTo>
                    <a:lnTo>
                      <a:pt x="294" y="54"/>
                    </a:lnTo>
                    <a:lnTo>
                      <a:pt x="298" y="54"/>
                    </a:lnTo>
                    <a:lnTo>
                      <a:pt x="298" y="56"/>
                    </a:lnTo>
                    <a:lnTo>
                      <a:pt x="298" y="54"/>
                    </a:lnTo>
                    <a:lnTo>
                      <a:pt x="302" y="54"/>
                    </a:lnTo>
                    <a:lnTo>
                      <a:pt x="302" y="50"/>
                    </a:lnTo>
                    <a:lnTo>
                      <a:pt x="304" y="50"/>
                    </a:lnTo>
                    <a:lnTo>
                      <a:pt x="304" y="46"/>
                    </a:lnTo>
                    <a:lnTo>
                      <a:pt x="304" y="42"/>
                    </a:lnTo>
                    <a:lnTo>
                      <a:pt x="304" y="38"/>
                    </a:lnTo>
                    <a:lnTo>
                      <a:pt x="308" y="38"/>
                    </a:lnTo>
                    <a:lnTo>
                      <a:pt x="308" y="34"/>
                    </a:lnTo>
                    <a:lnTo>
                      <a:pt x="312" y="30"/>
                    </a:lnTo>
                    <a:lnTo>
                      <a:pt x="312" y="28"/>
                    </a:lnTo>
                    <a:lnTo>
                      <a:pt x="312" y="24"/>
                    </a:lnTo>
                    <a:lnTo>
                      <a:pt x="316" y="24"/>
                    </a:lnTo>
                    <a:lnTo>
                      <a:pt x="316" y="20"/>
                    </a:lnTo>
                    <a:lnTo>
                      <a:pt x="320" y="24"/>
                    </a:lnTo>
                    <a:lnTo>
                      <a:pt x="316" y="20"/>
                    </a:lnTo>
                    <a:lnTo>
                      <a:pt x="316" y="16"/>
                    </a:lnTo>
                    <a:lnTo>
                      <a:pt x="320" y="20"/>
                    </a:lnTo>
                    <a:lnTo>
                      <a:pt x="324" y="24"/>
                    </a:lnTo>
                    <a:lnTo>
                      <a:pt x="324" y="28"/>
                    </a:lnTo>
                    <a:lnTo>
                      <a:pt x="324" y="30"/>
                    </a:lnTo>
                    <a:lnTo>
                      <a:pt x="324" y="34"/>
                    </a:lnTo>
                    <a:lnTo>
                      <a:pt x="324" y="38"/>
                    </a:lnTo>
                    <a:lnTo>
                      <a:pt x="324" y="42"/>
                    </a:lnTo>
                    <a:lnTo>
                      <a:pt x="328" y="42"/>
                    </a:lnTo>
                    <a:lnTo>
                      <a:pt x="328" y="46"/>
                    </a:lnTo>
                    <a:lnTo>
                      <a:pt x="328" y="50"/>
                    </a:lnTo>
                    <a:lnTo>
                      <a:pt x="330" y="56"/>
                    </a:lnTo>
                    <a:lnTo>
                      <a:pt x="330" y="60"/>
                    </a:lnTo>
                    <a:lnTo>
                      <a:pt x="334" y="60"/>
                    </a:lnTo>
                    <a:lnTo>
                      <a:pt x="338" y="60"/>
                    </a:lnTo>
                    <a:lnTo>
                      <a:pt x="342" y="64"/>
                    </a:lnTo>
                    <a:lnTo>
                      <a:pt x="342" y="68"/>
                    </a:lnTo>
                    <a:lnTo>
                      <a:pt x="338" y="72"/>
                    </a:lnTo>
                    <a:lnTo>
                      <a:pt x="342" y="72"/>
                    </a:lnTo>
                    <a:lnTo>
                      <a:pt x="338" y="72"/>
                    </a:lnTo>
                    <a:lnTo>
                      <a:pt x="338" y="76"/>
                    </a:lnTo>
                    <a:lnTo>
                      <a:pt x="334" y="76"/>
                    </a:lnTo>
                    <a:lnTo>
                      <a:pt x="334" y="80"/>
                    </a:lnTo>
                    <a:lnTo>
                      <a:pt x="330" y="84"/>
                    </a:lnTo>
                    <a:lnTo>
                      <a:pt x="330" y="86"/>
                    </a:lnTo>
                    <a:lnTo>
                      <a:pt x="328" y="90"/>
                    </a:lnTo>
                    <a:lnTo>
                      <a:pt x="324" y="90"/>
                    </a:lnTo>
                    <a:lnTo>
                      <a:pt x="324" y="94"/>
                    </a:lnTo>
                    <a:lnTo>
                      <a:pt x="320" y="94"/>
                    </a:lnTo>
                    <a:lnTo>
                      <a:pt x="320" y="98"/>
                    </a:lnTo>
                    <a:lnTo>
                      <a:pt x="320" y="102"/>
                    </a:lnTo>
                    <a:lnTo>
                      <a:pt x="316" y="102"/>
                    </a:lnTo>
                    <a:lnTo>
                      <a:pt x="316" y="106"/>
                    </a:lnTo>
                    <a:lnTo>
                      <a:pt x="316" y="110"/>
                    </a:lnTo>
                    <a:lnTo>
                      <a:pt x="312" y="114"/>
                    </a:lnTo>
                    <a:lnTo>
                      <a:pt x="312" y="116"/>
                    </a:lnTo>
                    <a:lnTo>
                      <a:pt x="308" y="116"/>
                    </a:lnTo>
                    <a:lnTo>
                      <a:pt x="304" y="116"/>
                    </a:lnTo>
                    <a:lnTo>
                      <a:pt x="304" y="120"/>
                    </a:lnTo>
                    <a:lnTo>
                      <a:pt x="302" y="116"/>
                    </a:lnTo>
                    <a:lnTo>
                      <a:pt x="302" y="120"/>
                    </a:lnTo>
                    <a:lnTo>
                      <a:pt x="304" y="120"/>
                    </a:lnTo>
                    <a:lnTo>
                      <a:pt x="308" y="120"/>
                    </a:lnTo>
                    <a:lnTo>
                      <a:pt x="312" y="120"/>
                    </a:lnTo>
                    <a:lnTo>
                      <a:pt x="312" y="116"/>
                    </a:lnTo>
                    <a:lnTo>
                      <a:pt x="316" y="116"/>
                    </a:lnTo>
                    <a:lnTo>
                      <a:pt x="320" y="116"/>
                    </a:lnTo>
                    <a:lnTo>
                      <a:pt x="324" y="114"/>
                    </a:lnTo>
                    <a:lnTo>
                      <a:pt x="324" y="110"/>
                    </a:lnTo>
                    <a:lnTo>
                      <a:pt x="328" y="110"/>
                    </a:lnTo>
                    <a:lnTo>
                      <a:pt x="328" y="114"/>
                    </a:lnTo>
                    <a:lnTo>
                      <a:pt x="328" y="116"/>
                    </a:lnTo>
                    <a:lnTo>
                      <a:pt x="328" y="120"/>
                    </a:lnTo>
                    <a:lnTo>
                      <a:pt x="330" y="120"/>
                    </a:lnTo>
                    <a:lnTo>
                      <a:pt x="330" y="124"/>
                    </a:lnTo>
                    <a:lnTo>
                      <a:pt x="328" y="124"/>
                    </a:lnTo>
                    <a:lnTo>
                      <a:pt x="324" y="124"/>
                    </a:lnTo>
                    <a:lnTo>
                      <a:pt x="320" y="124"/>
                    </a:lnTo>
                    <a:lnTo>
                      <a:pt x="320" y="120"/>
                    </a:lnTo>
                    <a:lnTo>
                      <a:pt x="320" y="124"/>
                    </a:lnTo>
                    <a:lnTo>
                      <a:pt x="320" y="128"/>
                    </a:lnTo>
                    <a:lnTo>
                      <a:pt x="316" y="128"/>
                    </a:lnTo>
                    <a:lnTo>
                      <a:pt x="320" y="132"/>
                    </a:lnTo>
                    <a:lnTo>
                      <a:pt x="320" y="128"/>
                    </a:lnTo>
                    <a:lnTo>
                      <a:pt x="320" y="124"/>
                    </a:lnTo>
                    <a:lnTo>
                      <a:pt x="324" y="124"/>
                    </a:lnTo>
                    <a:lnTo>
                      <a:pt x="324" y="128"/>
                    </a:lnTo>
                    <a:lnTo>
                      <a:pt x="324" y="132"/>
                    </a:lnTo>
                    <a:lnTo>
                      <a:pt x="324" y="136"/>
                    </a:lnTo>
                    <a:lnTo>
                      <a:pt x="328" y="136"/>
                    </a:lnTo>
                    <a:lnTo>
                      <a:pt x="324" y="132"/>
                    </a:lnTo>
                    <a:lnTo>
                      <a:pt x="328" y="128"/>
                    </a:lnTo>
                    <a:lnTo>
                      <a:pt x="330" y="132"/>
                    </a:lnTo>
                    <a:lnTo>
                      <a:pt x="328" y="128"/>
                    </a:lnTo>
                    <a:lnTo>
                      <a:pt x="328" y="124"/>
                    </a:lnTo>
                    <a:lnTo>
                      <a:pt x="330" y="124"/>
                    </a:lnTo>
                    <a:lnTo>
                      <a:pt x="334" y="124"/>
                    </a:lnTo>
                    <a:lnTo>
                      <a:pt x="330" y="124"/>
                    </a:lnTo>
                    <a:lnTo>
                      <a:pt x="334" y="124"/>
                    </a:lnTo>
                    <a:lnTo>
                      <a:pt x="338" y="124"/>
                    </a:lnTo>
                    <a:lnTo>
                      <a:pt x="342" y="124"/>
                    </a:lnTo>
                    <a:lnTo>
                      <a:pt x="346" y="124"/>
                    </a:lnTo>
                    <a:lnTo>
                      <a:pt x="346" y="120"/>
                    </a:lnTo>
                    <a:lnTo>
                      <a:pt x="350" y="120"/>
                    </a:lnTo>
                    <a:lnTo>
                      <a:pt x="350" y="124"/>
                    </a:lnTo>
                    <a:lnTo>
                      <a:pt x="350" y="128"/>
                    </a:lnTo>
                    <a:lnTo>
                      <a:pt x="346" y="128"/>
                    </a:lnTo>
                    <a:lnTo>
                      <a:pt x="346" y="132"/>
                    </a:lnTo>
                    <a:lnTo>
                      <a:pt x="346" y="136"/>
                    </a:lnTo>
                    <a:lnTo>
                      <a:pt x="346" y="132"/>
                    </a:lnTo>
                    <a:lnTo>
                      <a:pt x="350" y="132"/>
                    </a:lnTo>
                    <a:lnTo>
                      <a:pt x="350" y="128"/>
                    </a:lnTo>
                    <a:lnTo>
                      <a:pt x="350" y="124"/>
                    </a:lnTo>
                    <a:lnTo>
                      <a:pt x="354" y="124"/>
                    </a:lnTo>
                    <a:lnTo>
                      <a:pt x="358" y="120"/>
                    </a:lnTo>
                    <a:lnTo>
                      <a:pt x="358" y="116"/>
                    </a:lnTo>
                    <a:lnTo>
                      <a:pt x="360" y="116"/>
                    </a:lnTo>
                    <a:lnTo>
                      <a:pt x="360" y="120"/>
                    </a:lnTo>
                    <a:lnTo>
                      <a:pt x="360" y="116"/>
                    </a:lnTo>
                    <a:lnTo>
                      <a:pt x="364" y="116"/>
                    </a:lnTo>
                    <a:lnTo>
                      <a:pt x="360" y="116"/>
                    </a:lnTo>
                    <a:lnTo>
                      <a:pt x="360" y="114"/>
                    </a:lnTo>
                    <a:lnTo>
                      <a:pt x="360" y="116"/>
                    </a:lnTo>
                    <a:lnTo>
                      <a:pt x="364" y="116"/>
                    </a:lnTo>
                    <a:lnTo>
                      <a:pt x="364" y="114"/>
                    </a:lnTo>
                    <a:lnTo>
                      <a:pt x="364" y="110"/>
                    </a:lnTo>
                    <a:lnTo>
                      <a:pt x="364" y="106"/>
                    </a:lnTo>
                    <a:lnTo>
                      <a:pt x="368" y="106"/>
                    </a:lnTo>
                    <a:lnTo>
                      <a:pt x="372" y="102"/>
                    </a:lnTo>
                    <a:lnTo>
                      <a:pt x="372" y="106"/>
                    </a:lnTo>
                    <a:lnTo>
                      <a:pt x="372" y="102"/>
                    </a:lnTo>
                    <a:lnTo>
                      <a:pt x="376" y="102"/>
                    </a:lnTo>
                    <a:lnTo>
                      <a:pt x="376" y="106"/>
                    </a:lnTo>
                    <a:lnTo>
                      <a:pt x="376" y="102"/>
                    </a:lnTo>
                    <a:lnTo>
                      <a:pt x="380" y="102"/>
                    </a:lnTo>
                    <a:lnTo>
                      <a:pt x="380" y="106"/>
                    </a:lnTo>
                    <a:lnTo>
                      <a:pt x="384" y="106"/>
                    </a:lnTo>
                    <a:lnTo>
                      <a:pt x="384" y="110"/>
                    </a:lnTo>
                    <a:lnTo>
                      <a:pt x="384" y="106"/>
                    </a:lnTo>
                    <a:lnTo>
                      <a:pt x="386" y="106"/>
                    </a:lnTo>
                    <a:lnTo>
                      <a:pt x="386" y="110"/>
                    </a:lnTo>
                    <a:lnTo>
                      <a:pt x="390" y="110"/>
                    </a:lnTo>
                    <a:lnTo>
                      <a:pt x="394" y="110"/>
                    </a:lnTo>
                    <a:lnTo>
                      <a:pt x="394" y="114"/>
                    </a:lnTo>
                    <a:lnTo>
                      <a:pt x="390" y="114"/>
                    </a:lnTo>
                    <a:lnTo>
                      <a:pt x="394" y="114"/>
                    </a:lnTo>
                    <a:lnTo>
                      <a:pt x="398" y="110"/>
                    </a:lnTo>
                    <a:lnTo>
                      <a:pt x="398" y="114"/>
                    </a:lnTo>
                    <a:lnTo>
                      <a:pt x="402" y="114"/>
                    </a:lnTo>
                    <a:lnTo>
                      <a:pt x="402" y="116"/>
                    </a:lnTo>
                    <a:lnTo>
                      <a:pt x="402" y="114"/>
                    </a:lnTo>
                    <a:lnTo>
                      <a:pt x="406" y="116"/>
                    </a:lnTo>
                    <a:lnTo>
                      <a:pt x="402" y="116"/>
                    </a:lnTo>
                    <a:lnTo>
                      <a:pt x="402" y="120"/>
                    </a:lnTo>
                    <a:lnTo>
                      <a:pt x="406" y="120"/>
                    </a:lnTo>
                    <a:lnTo>
                      <a:pt x="406" y="116"/>
                    </a:lnTo>
                    <a:lnTo>
                      <a:pt x="406" y="120"/>
                    </a:lnTo>
                    <a:lnTo>
                      <a:pt x="406" y="116"/>
                    </a:lnTo>
                    <a:lnTo>
                      <a:pt x="410" y="116"/>
                    </a:lnTo>
                    <a:lnTo>
                      <a:pt x="414" y="116"/>
                    </a:lnTo>
                    <a:lnTo>
                      <a:pt x="414" y="120"/>
                    </a:lnTo>
                    <a:lnTo>
                      <a:pt x="410" y="120"/>
                    </a:lnTo>
                    <a:lnTo>
                      <a:pt x="414" y="120"/>
                    </a:lnTo>
                    <a:lnTo>
                      <a:pt x="414" y="124"/>
                    </a:lnTo>
                    <a:lnTo>
                      <a:pt x="414" y="124"/>
                    </a:lnTo>
                    <a:lnTo>
                      <a:pt x="414" y="124"/>
                    </a:lnTo>
                    <a:close/>
                    <a:moveTo>
                      <a:pt x="358" y="116"/>
                    </a:moveTo>
                    <a:lnTo>
                      <a:pt x="354" y="116"/>
                    </a:lnTo>
                    <a:lnTo>
                      <a:pt x="350" y="120"/>
                    </a:lnTo>
                    <a:lnTo>
                      <a:pt x="346" y="120"/>
                    </a:lnTo>
                    <a:lnTo>
                      <a:pt x="346" y="124"/>
                    </a:lnTo>
                    <a:lnTo>
                      <a:pt x="342" y="120"/>
                    </a:lnTo>
                    <a:lnTo>
                      <a:pt x="342" y="124"/>
                    </a:lnTo>
                    <a:lnTo>
                      <a:pt x="338" y="124"/>
                    </a:lnTo>
                    <a:lnTo>
                      <a:pt x="338" y="120"/>
                    </a:lnTo>
                    <a:lnTo>
                      <a:pt x="338" y="124"/>
                    </a:lnTo>
                    <a:lnTo>
                      <a:pt x="334" y="124"/>
                    </a:lnTo>
                    <a:lnTo>
                      <a:pt x="330" y="124"/>
                    </a:lnTo>
                    <a:lnTo>
                      <a:pt x="330" y="120"/>
                    </a:lnTo>
                    <a:lnTo>
                      <a:pt x="328" y="120"/>
                    </a:lnTo>
                    <a:lnTo>
                      <a:pt x="328" y="116"/>
                    </a:lnTo>
                    <a:lnTo>
                      <a:pt x="328" y="114"/>
                    </a:lnTo>
                    <a:lnTo>
                      <a:pt x="330" y="114"/>
                    </a:lnTo>
                    <a:lnTo>
                      <a:pt x="330" y="110"/>
                    </a:lnTo>
                    <a:lnTo>
                      <a:pt x="330" y="114"/>
                    </a:lnTo>
                    <a:lnTo>
                      <a:pt x="330" y="110"/>
                    </a:lnTo>
                    <a:lnTo>
                      <a:pt x="328" y="110"/>
                    </a:lnTo>
                    <a:lnTo>
                      <a:pt x="328" y="106"/>
                    </a:lnTo>
                    <a:lnTo>
                      <a:pt x="328" y="102"/>
                    </a:lnTo>
                    <a:lnTo>
                      <a:pt x="330" y="102"/>
                    </a:lnTo>
                    <a:lnTo>
                      <a:pt x="330" y="106"/>
                    </a:lnTo>
                    <a:lnTo>
                      <a:pt x="330" y="102"/>
                    </a:lnTo>
                    <a:lnTo>
                      <a:pt x="330" y="98"/>
                    </a:lnTo>
                    <a:lnTo>
                      <a:pt x="330" y="94"/>
                    </a:lnTo>
                    <a:lnTo>
                      <a:pt x="334" y="94"/>
                    </a:lnTo>
                    <a:lnTo>
                      <a:pt x="338" y="94"/>
                    </a:lnTo>
                    <a:lnTo>
                      <a:pt x="342" y="94"/>
                    </a:lnTo>
                    <a:lnTo>
                      <a:pt x="342" y="98"/>
                    </a:lnTo>
                    <a:lnTo>
                      <a:pt x="346" y="98"/>
                    </a:lnTo>
                    <a:lnTo>
                      <a:pt x="350" y="98"/>
                    </a:lnTo>
                    <a:lnTo>
                      <a:pt x="350" y="94"/>
                    </a:lnTo>
                    <a:lnTo>
                      <a:pt x="354" y="94"/>
                    </a:lnTo>
                    <a:lnTo>
                      <a:pt x="358" y="94"/>
                    </a:lnTo>
                    <a:lnTo>
                      <a:pt x="358" y="98"/>
                    </a:lnTo>
                    <a:lnTo>
                      <a:pt x="360" y="98"/>
                    </a:lnTo>
                    <a:lnTo>
                      <a:pt x="360" y="102"/>
                    </a:lnTo>
                    <a:lnTo>
                      <a:pt x="360" y="106"/>
                    </a:lnTo>
                    <a:lnTo>
                      <a:pt x="360" y="110"/>
                    </a:lnTo>
                    <a:lnTo>
                      <a:pt x="358" y="110"/>
                    </a:lnTo>
                    <a:lnTo>
                      <a:pt x="358" y="114"/>
                    </a:lnTo>
                    <a:lnTo>
                      <a:pt x="358" y="116"/>
                    </a:lnTo>
                    <a:lnTo>
                      <a:pt x="358" y="116"/>
                    </a:lnTo>
                    <a:lnTo>
                      <a:pt x="358" y="116"/>
                    </a:lnTo>
                    <a:close/>
                    <a:moveTo>
                      <a:pt x="330" y="56"/>
                    </a:moveTo>
                    <a:lnTo>
                      <a:pt x="330" y="54"/>
                    </a:lnTo>
                    <a:lnTo>
                      <a:pt x="334" y="54"/>
                    </a:lnTo>
                    <a:lnTo>
                      <a:pt x="334" y="56"/>
                    </a:lnTo>
                    <a:lnTo>
                      <a:pt x="330" y="56"/>
                    </a:lnTo>
                    <a:lnTo>
                      <a:pt x="330" y="56"/>
                    </a:lnTo>
                    <a:lnTo>
                      <a:pt x="330" y="56"/>
                    </a:lnTo>
                    <a:close/>
                    <a:moveTo>
                      <a:pt x="334" y="60"/>
                    </a:moveTo>
                    <a:lnTo>
                      <a:pt x="330" y="56"/>
                    </a:lnTo>
                    <a:lnTo>
                      <a:pt x="334" y="56"/>
                    </a:lnTo>
                    <a:lnTo>
                      <a:pt x="334" y="60"/>
                    </a:lnTo>
                    <a:lnTo>
                      <a:pt x="334" y="60"/>
                    </a:lnTo>
                    <a:lnTo>
                      <a:pt x="334" y="60"/>
                    </a:lnTo>
                    <a:close/>
                    <a:moveTo>
                      <a:pt x="338" y="76"/>
                    </a:moveTo>
                    <a:lnTo>
                      <a:pt x="342" y="76"/>
                    </a:lnTo>
                    <a:lnTo>
                      <a:pt x="338" y="76"/>
                    </a:lnTo>
                    <a:lnTo>
                      <a:pt x="338" y="76"/>
                    </a:lnTo>
                    <a:lnTo>
                      <a:pt x="338" y="76"/>
                    </a:lnTo>
                    <a:close/>
                    <a:moveTo>
                      <a:pt x="334" y="80"/>
                    </a:moveTo>
                    <a:lnTo>
                      <a:pt x="334" y="76"/>
                    </a:lnTo>
                    <a:lnTo>
                      <a:pt x="338" y="76"/>
                    </a:lnTo>
                    <a:lnTo>
                      <a:pt x="338" y="80"/>
                    </a:lnTo>
                    <a:lnTo>
                      <a:pt x="338" y="76"/>
                    </a:lnTo>
                    <a:lnTo>
                      <a:pt x="338" y="80"/>
                    </a:lnTo>
                    <a:lnTo>
                      <a:pt x="334" y="80"/>
                    </a:lnTo>
                    <a:lnTo>
                      <a:pt x="334" y="80"/>
                    </a:lnTo>
                    <a:lnTo>
                      <a:pt x="334" y="80"/>
                    </a:lnTo>
                    <a:close/>
                    <a:moveTo>
                      <a:pt x="334" y="86"/>
                    </a:moveTo>
                    <a:lnTo>
                      <a:pt x="334" y="84"/>
                    </a:lnTo>
                    <a:lnTo>
                      <a:pt x="338" y="84"/>
                    </a:lnTo>
                    <a:lnTo>
                      <a:pt x="338" y="86"/>
                    </a:lnTo>
                    <a:lnTo>
                      <a:pt x="334" y="86"/>
                    </a:lnTo>
                    <a:lnTo>
                      <a:pt x="334" y="86"/>
                    </a:lnTo>
                    <a:lnTo>
                      <a:pt x="334" y="86"/>
                    </a:lnTo>
                    <a:close/>
                    <a:moveTo>
                      <a:pt x="334" y="90"/>
                    </a:moveTo>
                    <a:lnTo>
                      <a:pt x="330" y="90"/>
                    </a:lnTo>
                    <a:lnTo>
                      <a:pt x="330" y="86"/>
                    </a:lnTo>
                    <a:lnTo>
                      <a:pt x="334" y="86"/>
                    </a:lnTo>
                    <a:lnTo>
                      <a:pt x="334" y="84"/>
                    </a:lnTo>
                    <a:lnTo>
                      <a:pt x="334" y="86"/>
                    </a:lnTo>
                    <a:lnTo>
                      <a:pt x="334" y="90"/>
                    </a:lnTo>
                    <a:lnTo>
                      <a:pt x="334" y="90"/>
                    </a:lnTo>
                    <a:lnTo>
                      <a:pt x="334" y="90"/>
                    </a:lnTo>
                    <a:close/>
                    <a:moveTo>
                      <a:pt x="338" y="90"/>
                    </a:moveTo>
                    <a:lnTo>
                      <a:pt x="334" y="90"/>
                    </a:lnTo>
                    <a:lnTo>
                      <a:pt x="338" y="90"/>
                    </a:lnTo>
                    <a:lnTo>
                      <a:pt x="338" y="86"/>
                    </a:lnTo>
                    <a:lnTo>
                      <a:pt x="342" y="86"/>
                    </a:lnTo>
                    <a:lnTo>
                      <a:pt x="346" y="86"/>
                    </a:lnTo>
                    <a:lnTo>
                      <a:pt x="346" y="90"/>
                    </a:lnTo>
                    <a:lnTo>
                      <a:pt x="342" y="90"/>
                    </a:lnTo>
                    <a:lnTo>
                      <a:pt x="342" y="94"/>
                    </a:lnTo>
                    <a:lnTo>
                      <a:pt x="338" y="94"/>
                    </a:lnTo>
                    <a:lnTo>
                      <a:pt x="338" y="90"/>
                    </a:lnTo>
                    <a:lnTo>
                      <a:pt x="338" y="90"/>
                    </a:lnTo>
                    <a:lnTo>
                      <a:pt x="338" y="90"/>
                    </a:lnTo>
                    <a:close/>
                    <a:moveTo>
                      <a:pt x="330" y="94"/>
                    </a:moveTo>
                    <a:lnTo>
                      <a:pt x="330" y="90"/>
                    </a:lnTo>
                    <a:lnTo>
                      <a:pt x="334" y="90"/>
                    </a:lnTo>
                    <a:lnTo>
                      <a:pt x="334" y="94"/>
                    </a:lnTo>
                    <a:lnTo>
                      <a:pt x="330" y="94"/>
                    </a:lnTo>
                    <a:lnTo>
                      <a:pt x="330" y="94"/>
                    </a:lnTo>
                    <a:lnTo>
                      <a:pt x="330" y="94"/>
                    </a:lnTo>
                    <a:close/>
                    <a:moveTo>
                      <a:pt x="342" y="90"/>
                    </a:moveTo>
                    <a:lnTo>
                      <a:pt x="346" y="90"/>
                    </a:lnTo>
                    <a:lnTo>
                      <a:pt x="350" y="90"/>
                    </a:lnTo>
                    <a:lnTo>
                      <a:pt x="350" y="94"/>
                    </a:lnTo>
                    <a:lnTo>
                      <a:pt x="346" y="94"/>
                    </a:lnTo>
                    <a:lnTo>
                      <a:pt x="342" y="94"/>
                    </a:lnTo>
                    <a:lnTo>
                      <a:pt x="342" y="90"/>
                    </a:lnTo>
                    <a:lnTo>
                      <a:pt x="342" y="90"/>
                    </a:lnTo>
                    <a:lnTo>
                      <a:pt x="342" y="90"/>
                    </a:lnTo>
                    <a:close/>
                    <a:moveTo>
                      <a:pt x="328" y="90"/>
                    </a:moveTo>
                    <a:lnTo>
                      <a:pt x="330" y="90"/>
                    </a:lnTo>
                    <a:lnTo>
                      <a:pt x="328" y="90"/>
                    </a:lnTo>
                    <a:lnTo>
                      <a:pt x="328" y="94"/>
                    </a:lnTo>
                    <a:lnTo>
                      <a:pt x="328" y="90"/>
                    </a:lnTo>
                    <a:lnTo>
                      <a:pt x="328" y="90"/>
                    </a:lnTo>
                    <a:lnTo>
                      <a:pt x="328" y="90"/>
                    </a:lnTo>
                    <a:close/>
                    <a:moveTo>
                      <a:pt x="328" y="98"/>
                    </a:moveTo>
                    <a:lnTo>
                      <a:pt x="324" y="98"/>
                    </a:lnTo>
                    <a:lnTo>
                      <a:pt x="324" y="94"/>
                    </a:lnTo>
                    <a:lnTo>
                      <a:pt x="328" y="94"/>
                    </a:lnTo>
                    <a:lnTo>
                      <a:pt x="330" y="94"/>
                    </a:lnTo>
                    <a:lnTo>
                      <a:pt x="328" y="94"/>
                    </a:lnTo>
                    <a:lnTo>
                      <a:pt x="328" y="98"/>
                    </a:lnTo>
                    <a:lnTo>
                      <a:pt x="328" y="98"/>
                    </a:lnTo>
                    <a:lnTo>
                      <a:pt x="328" y="98"/>
                    </a:lnTo>
                    <a:close/>
                    <a:moveTo>
                      <a:pt x="320" y="102"/>
                    </a:moveTo>
                    <a:lnTo>
                      <a:pt x="320" y="98"/>
                    </a:lnTo>
                    <a:lnTo>
                      <a:pt x="324" y="98"/>
                    </a:lnTo>
                    <a:lnTo>
                      <a:pt x="324" y="94"/>
                    </a:lnTo>
                    <a:lnTo>
                      <a:pt x="324" y="98"/>
                    </a:lnTo>
                    <a:lnTo>
                      <a:pt x="320" y="102"/>
                    </a:lnTo>
                    <a:lnTo>
                      <a:pt x="320" y="102"/>
                    </a:lnTo>
                    <a:lnTo>
                      <a:pt x="320" y="102"/>
                    </a:lnTo>
                    <a:close/>
                    <a:moveTo>
                      <a:pt x="324" y="102"/>
                    </a:moveTo>
                    <a:lnTo>
                      <a:pt x="324" y="98"/>
                    </a:lnTo>
                    <a:lnTo>
                      <a:pt x="328" y="98"/>
                    </a:lnTo>
                    <a:lnTo>
                      <a:pt x="324" y="98"/>
                    </a:lnTo>
                    <a:lnTo>
                      <a:pt x="324" y="102"/>
                    </a:lnTo>
                    <a:lnTo>
                      <a:pt x="324" y="102"/>
                    </a:lnTo>
                    <a:lnTo>
                      <a:pt x="324" y="102"/>
                    </a:lnTo>
                    <a:close/>
                    <a:moveTo>
                      <a:pt x="328" y="102"/>
                    </a:moveTo>
                    <a:lnTo>
                      <a:pt x="328" y="98"/>
                    </a:lnTo>
                    <a:lnTo>
                      <a:pt x="328" y="102"/>
                    </a:lnTo>
                    <a:lnTo>
                      <a:pt x="328" y="102"/>
                    </a:lnTo>
                    <a:lnTo>
                      <a:pt x="328" y="102"/>
                    </a:lnTo>
                    <a:close/>
                    <a:moveTo>
                      <a:pt x="324" y="102"/>
                    </a:moveTo>
                    <a:lnTo>
                      <a:pt x="324" y="98"/>
                    </a:lnTo>
                    <a:lnTo>
                      <a:pt x="328" y="98"/>
                    </a:lnTo>
                    <a:lnTo>
                      <a:pt x="328" y="102"/>
                    </a:lnTo>
                    <a:lnTo>
                      <a:pt x="324" y="102"/>
                    </a:lnTo>
                    <a:lnTo>
                      <a:pt x="324" y="102"/>
                    </a:lnTo>
                    <a:lnTo>
                      <a:pt x="324" y="102"/>
                    </a:lnTo>
                    <a:close/>
                    <a:moveTo>
                      <a:pt x="324" y="110"/>
                    </a:moveTo>
                    <a:lnTo>
                      <a:pt x="324" y="106"/>
                    </a:lnTo>
                    <a:lnTo>
                      <a:pt x="328" y="102"/>
                    </a:lnTo>
                    <a:lnTo>
                      <a:pt x="328" y="106"/>
                    </a:lnTo>
                    <a:lnTo>
                      <a:pt x="324" y="106"/>
                    </a:lnTo>
                    <a:lnTo>
                      <a:pt x="324" y="110"/>
                    </a:lnTo>
                    <a:lnTo>
                      <a:pt x="324" y="110"/>
                    </a:lnTo>
                    <a:lnTo>
                      <a:pt x="324" y="110"/>
                    </a:lnTo>
                    <a:close/>
                    <a:moveTo>
                      <a:pt x="320" y="114"/>
                    </a:moveTo>
                    <a:lnTo>
                      <a:pt x="320" y="110"/>
                    </a:lnTo>
                    <a:lnTo>
                      <a:pt x="324" y="110"/>
                    </a:lnTo>
                    <a:lnTo>
                      <a:pt x="324" y="106"/>
                    </a:lnTo>
                    <a:lnTo>
                      <a:pt x="324" y="110"/>
                    </a:lnTo>
                    <a:lnTo>
                      <a:pt x="324" y="114"/>
                    </a:lnTo>
                    <a:lnTo>
                      <a:pt x="320" y="114"/>
                    </a:lnTo>
                    <a:lnTo>
                      <a:pt x="320" y="114"/>
                    </a:lnTo>
                    <a:lnTo>
                      <a:pt x="320" y="114"/>
                    </a:lnTo>
                    <a:close/>
                    <a:moveTo>
                      <a:pt x="328" y="106"/>
                    </a:moveTo>
                    <a:lnTo>
                      <a:pt x="328" y="110"/>
                    </a:lnTo>
                    <a:lnTo>
                      <a:pt x="324" y="110"/>
                    </a:lnTo>
                    <a:lnTo>
                      <a:pt x="324" y="114"/>
                    </a:lnTo>
                    <a:lnTo>
                      <a:pt x="324" y="110"/>
                    </a:lnTo>
                    <a:lnTo>
                      <a:pt x="324" y="106"/>
                    </a:lnTo>
                    <a:lnTo>
                      <a:pt x="328" y="106"/>
                    </a:lnTo>
                    <a:lnTo>
                      <a:pt x="328" y="106"/>
                    </a:lnTo>
                    <a:lnTo>
                      <a:pt x="328" y="106"/>
                    </a:lnTo>
                    <a:close/>
                    <a:moveTo>
                      <a:pt x="386" y="110"/>
                    </a:moveTo>
                    <a:lnTo>
                      <a:pt x="390" y="110"/>
                    </a:lnTo>
                    <a:lnTo>
                      <a:pt x="386" y="110"/>
                    </a:lnTo>
                    <a:lnTo>
                      <a:pt x="386" y="110"/>
                    </a:lnTo>
                    <a:lnTo>
                      <a:pt x="386" y="110"/>
                    </a:lnTo>
                    <a:close/>
                    <a:moveTo>
                      <a:pt x="364" y="114"/>
                    </a:moveTo>
                    <a:lnTo>
                      <a:pt x="360" y="114"/>
                    </a:lnTo>
                    <a:lnTo>
                      <a:pt x="360" y="110"/>
                    </a:lnTo>
                    <a:lnTo>
                      <a:pt x="364" y="110"/>
                    </a:lnTo>
                    <a:lnTo>
                      <a:pt x="364" y="114"/>
                    </a:lnTo>
                    <a:lnTo>
                      <a:pt x="364" y="114"/>
                    </a:lnTo>
                    <a:lnTo>
                      <a:pt x="364" y="114"/>
                    </a:lnTo>
                    <a:close/>
                    <a:moveTo>
                      <a:pt x="402" y="116"/>
                    </a:moveTo>
                    <a:lnTo>
                      <a:pt x="402" y="114"/>
                    </a:lnTo>
                    <a:lnTo>
                      <a:pt x="402" y="116"/>
                    </a:lnTo>
                    <a:lnTo>
                      <a:pt x="402" y="116"/>
                    </a:lnTo>
                    <a:lnTo>
                      <a:pt x="402" y="116"/>
                    </a:lnTo>
                    <a:close/>
                    <a:moveTo>
                      <a:pt x="410" y="116"/>
                    </a:moveTo>
                    <a:lnTo>
                      <a:pt x="410" y="114"/>
                    </a:lnTo>
                    <a:lnTo>
                      <a:pt x="414" y="114"/>
                    </a:lnTo>
                    <a:lnTo>
                      <a:pt x="414" y="116"/>
                    </a:lnTo>
                    <a:lnTo>
                      <a:pt x="410" y="116"/>
                    </a:lnTo>
                    <a:lnTo>
                      <a:pt x="410" y="116"/>
                    </a:lnTo>
                    <a:lnTo>
                      <a:pt x="410" y="116"/>
                    </a:lnTo>
                    <a:close/>
                    <a:moveTo>
                      <a:pt x="304" y="116"/>
                    </a:moveTo>
                    <a:lnTo>
                      <a:pt x="308" y="116"/>
                    </a:lnTo>
                    <a:lnTo>
                      <a:pt x="304" y="116"/>
                    </a:lnTo>
                    <a:lnTo>
                      <a:pt x="304" y="116"/>
                    </a:lnTo>
                    <a:lnTo>
                      <a:pt x="304" y="116"/>
                    </a:lnTo>
                    <a:close/>
                    <a:moveTo>
                      <a:pt x="308" y="120"/>
                    </a:moveTo>
                    <a:lnTo>
                      <a:pt x="308" y="116"/>
                    </a:lnTo>
                    <a:lnTo>
                      <a:pt x="312" y="116"/>
                    </a:lnTo>
                    <a:lnTo>
                      <a:pt x="312" y="120"/>
                    </a:lnTo>
                    <a:lnTo>
                      <a:pt x="308" y="120"/>
                    </a:lnTo>
                    <a:lnTo>
                      <a:pt x="308" y="120"/>
                    </a:lnTo>
                    <a:lnTo>
                      <a:pt x="308" y="120"/>
                    </a:lnTo>
                    <a:close/>
                    <a:moveTo>
                      <a:pt x="414" y="120"/>
                    </a:moveTo>
                    <a:lnTo>
                      <a:pt x="416" y="120"/>
                    </a:lnTo>
                    <a:lnTo>
                      <a:pt x="414" y="120"/>
                    </a:lnTo>
                    <a:lnTo>
                      <a:pt x="414" y="120"/>
                    </a:lnTo>
                    <a:lnTo>
                      <a:pt x="414" y="120"/>
                    </a:lnTo>
                    <a:close/>
                    <a:moveTo>
                      <a:pt x="354" y="124"/>
                    </a:moveTo>
                    <a:lnTo>
                      <a:pt x="354" y="120"/>
                    </a:lnTo>
                    <a:lnTo>
                      <a:pt x="354" y="124"/>
                    </a:lnTo>
                    <a:lnTo>
                      <a:pt x="354" y="124"/>
                    </a:lnTo>
                    <a:lnTo>
                      <a:pt x="354" y="124"/>
                    </a:lnTo>
                    <a:close/>
                    <a:moveTo>
                      <a:pt x="354" y="124"/>
                    </a:moveTo>
                    <a:lnTo>
                      <a:pt x="350" y="124"/>
                    </a:lnTo>
                    <a:lnTo>
                      <a:pt x="354" y="124"/>
                    </a:lnTo>
                    <a:lnTo>
                      <a:pt x="354" y="120"/>
                    </a:lnTo>
                    <a:lnTo>
                      <a:pt x="354" y="124"/>
                    </a:lnTo>
                    <a:lnTo>
                      <a:pt x="354" y="124"/>
                    </a:lnTo>
                    <a:lnTo>
                      <a:pt x="354" y="124"/>
                    </a:lnTo>
                    <a:close/>
                    <a:moveTo>
                      <a:pt x="328" y="128"/>
                    </a:moveTo>
                    <a:lnTo>
                      <a:pt x="328" y="124"/>
                    </a:lnTo>
                    <a:lnTo>
                      <a:pt x="328" y="128"/>
                    </a:lnTo>
                    <a:lnTo>
                      <a:pt x="324" y="128"/>
                    </a:lnTo>
                    <a:lnTo>
                      <a:pt x="324" y="124"/>
                    </a:lnTo>
                    <a:lnTo>
                      <a:pt x="328" y="124"/>
                    </a:lnTo>
                    <a:lnTo>
                      <a:pt x="328" y="128"/>
                    </a:lnTo>
                    <a:lnTo>
                      <a:pt x="328" y="128"/>
                    </a:lnTo>
                    <a:lnTo>
                      <a:pt x="328" y="128"/>
                    </a:lnTo>
                    <a:close/>
                    <a:moveTo>
                      <a:pt x="416" y="146"/>
                    </a:moveTo>
                    <a:lnTo>
                      <a:pt x="416" y="142"/>
                    </a:lnTo>
                    <a:lnTo>
                      <a:pt x="416" y="140"/>
                    </a:lnTo>
                    <a:lnTo>
                      <a:pt x="416" y="142"/>
                    </a:lnTo>
                    <a:lnTo>
                      <a:pt x="416" y="146"/>
                    </a:lnTo>
                    <a:lnTo>
                      <a:pt x="416" y="146"/>
                    </a:lnTo>
                    <a:lnTo>
                      <a:pt x="416" y="146"/>
                    </a:lnTo>
                    <a:close/>
                    <a:moveTo>
                      <a:pt x="498" y="318"/>
                    </a:moveTo>
                    <a:lnTo>
                      <a:pt x="498" y="314"/>
                    </a:lnTo>
                    <a:lnTo>
                      <a:pt x="502" y="314"/>
                    </a:lnTo>
                    <a:lnTo>
                      <a:pt x="498" y="314"/>
                    </a:lnTo>
                    <a:lnTo>
                      <a:pt x="498" y="318"/>
                    </a:lnTo>
                    <a:lnTo>
                      <a:pt x="498" y="318"/>
                    </a:lnTo>
                    <a:lnTo>
                      <a:pt x="498" y="318"/>
                    </a:lnTo>
                    <a:close/>
                    <a:moveTo>
                      <a:pt x="494" y="326"/>
                    </a:moveTo>
                    <a:lnTo>
                      <a:pt x="494" y="322"/>
                    </a:lnTo>
                    <a:lnTo>
                      <a:pt x="494" y="326"/>
                    </a:lnTo>
                    <a:lnTo>
                      <a:pt x="494" y="326"/>
                    </a:lnTo>
                    <a:lnTo>
                      <a:pt x="494" y="326"/>
                    </a:lnTo>
                    <a:close/>
                    <a:moveTo>
                      <a:pt x="360" y="552"/>
                    </a:moveTo>
                    <a:lnTo>
                      <a:pt x="358" y="552"/>
                    </a:lnTo>
                    <a:lnTo>
                      <a:pt x="358" y="550"/>
                    </a:lnTo>
                    <a:lnTo>
                      <a:pt x="360" y="546"/>
                    </a:lnTo>
                    <a:lnTo>
                      <a:pt x="360" y="550"/>
                    </a:lnTo>
                    <a:lnTo>
                      <a:pt x="360" y="552"/>
                    </a:lnTo>
                    <a:lnTo>
                      <a:pt x="360" y="552"/>
                    </a:lnTo>
                    <a:lnTo>
                      <a:pt x="360" y="552"/>
                    </a:lnTo>
                    <a:close/>
                    <a:moveTo>
                      <a:pt x="360" y="578"/>
                    </a:moveTo>
                    <a:lnTo>
                      <a:pt x="360" y="574"/>
                    </a:lnTo>
                    <a:lnTo>
                      <a:pt x="360" y="570"/>
                    </a:lnTo>
                    <a:lnTo>
                      <a:pt x="360" y="566"/>
                    </a:lnTo>
                    <a:lnTo>
                      <a:pt x="360" y="570"/>
                    </a:lnTo>
                    <a:lnTo>
                      <a:pt x="360" y="574"/>
                    </a:lnTo>
                    <a:lnTo>
                      <a:pt x="360" y="578"/>
                    </a:lnTo>
                    <a:lnTo>
                      <a:pt x="360" y="578"/>
                    </a:lnTo>
                    <a:lnTo>
                      <a:pt x="360" y="578"/>
                    </a:lnTo>
                    <a:close/>
                    <a:moveTo>
                      <a:pt x="312" y="116"/>
                    </a:moveTo>
                    <a:lnTo>
                      <a:pt x="312" y="114"/>
                    </a:lnTo>
                    <a:lnTo>
                      <a:pt x="316" y="114"/>
                    </a:lnTo>
                    <a:lnTo>
                      <a:pt x="316" y="110"/>
                    </a:lnTo>
                    <a:lnTo>
                      <a:pt x="316" y="106"/>
                    </a:lnTo>
                    <a:lnTo>
                      <a:pt x="316" y="102"/>
                    </a:lnTo>
                    <a:lnTo>
                      <a:pt x="320" y="102"/>
                    </a:lnTo>
                    <a:lnTo>
                      <a:pt x="324" y="102"/>
                    </a:lnTo>
                    <a:lnTo>
                      <a:pt x="324" y="106"/>
                    </a:lnTo>
                    <a:lnTo>
                      <a:pt x="324" y="110"/>
                    </a:lnTo>
                    <a:lnTo>
                      <a:pt x="320" y="110"/>
                    </a:lnTo>
                    <a:lnTo>
                      <a:pt x="320" y="114"/>
                    </a:lnTo>
                    <a:lnTo>
                      <a:pt x="316" y="114"/>
                    </a:lnTo>
                    <a:lnTo>
                      <a:pt x="316" y="116"/>
                    </a:lnTo>
                    <a:lnTo>
                      <a:pt x="312" y="116"/>
                    </a:lnTo>
                    <a:lnTo>
                      <a:pt x="312" y="116"/>
                    </a:lnTo>
                    <a:lnTo>
                      <a:pt x="312" y="116"/>
                    </a:lnTo>
                    <a:close/>
                    <a:moveTo>
                      <a:pt x="420" y="494"/>
                    </a:moveTo>
                    <a:lnTo>
                      <a:pt x="424" y="494"/>
                    </a:lnTo>
                    <a:lnTo>
                      <a:pt x="420" y="494"/>
                    </a:lnTo>
                    <a:lnTo>
                      <a:pt x="420" y="494"/>
                    </a:lnTo>
                    <a:lnTo>
                      <a:pt x="420" y="494"/>
                    </a:lnTo>
                    <a:close/>
                    <a:moveTo>
                      <a:pt x="406" y="508"/>
                    </a:moveTo>
                    <a:lnTo>
                      <a:pt x="406" y="504"/>
                    </a:lnTo>
                    <a:lnTo>
                      <a:pt x="406" y="508"/>
                    </a:lnTo>
                    <a:lnTo>
                      <a:pt x="406" y="508"/>
                    </a:lnTo>
                    <a:lnTo>
                      <a:pt x="406" y="5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7" name="Freeform 181"/>
              <p:cNvSpPr>
                <a:spLocks noEditPoints="1"/>
              </p:cNvSpPr>
              <p:nvPr/>
            </p:nvSpPr>
            <p:spPr bwMode="gray">
              <a:xfrm>
                <a:off x="2855449" y="4147456"/>
                <a:ext cx="299153" cy="497422"/>
              </a:xfrm>
              <a:custGeom>
                <a:avLst/>
                <a:gdLst>
                  <a:gd name="T0" fmla="*/ 68 w 172"/>
                  <a:gd name="T1" fmla="*/ 30 h 286"/>
                  <a:gd name="T2" fmla="*/ 82 w 172"/>
                  <a:gd name="T3" fmla="*/ 22 h 286"/>
                  <a:gd name="T4" fmla="*/ 98 w 172"/>
                  <a:gd name="T5" fmla="*/ 8 h 286"/>
                  <a:gd name="T6" fmla="*/ 104 w 172"/>
                  <a:gd name="T7" fmla="*/ 0 h 286"/>
                  <a:gd name="T8" fmla="*/ 104 w 172"/>
                  <a:gd name="T9" fmla="*/ 12 h 286"/>
                  <a:gd name="T10" fmla="*/ 94 w 172"/>
                  <a:gd name="T11" fmla="*/ 26 h 286"/>
                  <a:gd name="T12" fmla="*/ 86 w 172"/>
                  <a:gd name="T13" fmla="*/ 44 h 286"/>
                  <a:gd name="T14" fmla="*/ 86 w 172"/>
                  <a:gd name="T15" fmla="*/ 60 h 286"/>
                  <a:gd name="T16" fmla="*/ 98 w 172"/>
                  <a:gd name="T17" fmla="*/ 74 h 286"/>
                  <a:gd name="T18" fmla="*/ 98 w 172"/>
                  <a:gd name="T19" fmla="*/ 90 h 286"/>
                  <a:gd name="T20" fmla="*/ 112 w 172"/>
                  <a:gd name="T21" fmla="*/ 96 h 286"/>
                  <a:gd name="T22" fmla="*/ 128 w 172"/>
                  <a:gd name="T23" fmla="*/ 96 h 286"/>
                  <a:gd name="T24" fmla="*/ 142 w 172"/>
                  <a:gd name="T25" fmla="*/ 108 h 286"/>
                  <a:gd name="T26" fmla="*/ 164 w 172"/>
                  <a:gd name="T27" fmla="*/ 108 h 286"/>
                  <a:gd name="T28" fmla="*/ 160 w 172"/>
                  <a:gd name="T29" fmla="*/ 130 h 286"/>
                  <a:gd name="T30" fmla="*/ 164 w 172"/>
                  <a:gd name="T31" fmla="*/ 150 h 286"/>
                  <a:gd name="T32" fmla="*/ 160 w 172"/>
                  <a:gd name="T33" fmla="*/ 164 h 286"/>
                  <a:gd name="T34" fmla="*/ 172 w 172"/>
                  <a:gd name="T35" fmla="*/ 186 h 286"/>
                  <a:gd name="T36" fmla="*/ 168 w 172"/>
                  <a:gd name="T37" fmla="*/ 186 h 286"/>
                  <a:gd name="T38" fmla="*/ 158 w 172"/>
                  <a:gd name="T39" fmla="*/ 182 h 286"/>
                  <a:gd name="T40" fmla="*/ 154 w 172"/>
                  <a:gd name="T41" fmla="*/ 186 h 286"/>
                  <a:gd name="T42" fmla="*/ 132 w 172"/>
                  <a:gd name="T43" fmla="*/ 198 h 286"/>
                  <a:gd name="T44" fmla="*/ 138 w 172"/>
                  <a:gd name="T45" fmla="*/ 202 h 286"/>
                  <a:gd name="T46" fmla="*/ 128 w 172"/>
                  <a:gd name="T47" fmla="*/ 216 h 286"/>
                  <a:gd name="T48" fmla="*/ 138 w 172"/>
                  <a:gd name="T49" fmla="*/ 232 h 286"/>
                  <a:gd name="T50" fmla="*/ 134 w 172"/>
                  <a:gd name="T51" fmla="*/ 246 h 286"/>
                  <a:gd name="T52" fmla="*/ 128 w 172"/>
                  <a:gd name="T53" fmla="*/ 286 h 286"/>
                  <a:gd name="T54" fmla="*/ 128 w 172"/>
                  <a:gd name="T55" fmla="*/ 260 h 286"/>
                  <a:gd name="T56" fmla="*/ 112 w 172"/>
                  <a:gd name="T57" fmla="*/ 254 h 286"/>
                  <a:gd name="T58" fmla="*/ 98 w 172"/>
                  <a:gd name="T59" fmla="*/ 258 h 286"/>
                  <a:gd name="T60" fmla="*/ 86 w 172"/>
                  <a:gd name="T61" fmla="*/ 254 h 286"/>
                  <a:gd name="T62" fmla="*/ 78 w 172"/>
                  <a:gd name="T63" fmla="*/ 246 h 286"/>
                  <a:gd name="T64" fmla="*/ 68 w 172"/>
                  <a:gd name="T65" fmla="*/ 228 h 286"/>
                  <a:gd name="T66" fmla="*/ 60 w 172"/>
                  <a:gd name="T67" fmla="*/ 216 h 286"/>
                  <a:gd name="T68" fmla="*/ 46 w 172"/>
                  <a:gd name="T69" fmla="*/ 208 h 286"/>
                  <a:gd name="T70" fmla="*/ 22 w 172"/>
                  <a:gd name="T71" fmla="*/ 208 h 286"/>
                  <a:gd name="T72" fmla="*/ 12 w 172"/>
                  <a:gd name="T73" fmla="*/ 198 h 286"/>
                  <a:gd name="T74" fmla="*/ 0 w 172"/>
                  <a:gd name="T75" fmla="*/ 182 h 286"/>
                  <a:gd name="T76" fmla="*/ 8 w 172"/>
                  <a:gd name="T77" fmla="*/ 176 h 286"/>
                  <a:gd name="T78" fmla="*/ 16 w 172"/>
                  <a:gd name="T79" fmla="*/ 168 h 286"/>
                  <a:gd name="T80" fmla="*/ 22 w 172"/>
                  <a:gd name="T81" fmla="*/ 160 h 286"/>
                  <a:gd name="T82" fmla="*/ 26 w 172"/>
                  <a:gd name="T83" fmla="*/ 146 h 286"/>
                  <a:gd name="T84" fmla="*/ 22 w 172"/>
                  <a:gd name="T85" fmla="*/ 142 h 286"/>
                  <a:gd name="T86" fmla="*/ 22 w 172"/>
                  <a:gd name="T87" fmla="*/ 126 h 286"/>
                  <a:gd name="T88" fmla="*/ 22 w 172"/>
                  <a:gd name="T89" fmla="*/ 112 h 286"/>
                  <a:gd name="T90" fmla="*/ 18 w 172"/>
                  <a:gd name="T91" fmla="*/ 94 h 286"/>
                  <a:gd name="T92" fmla="*/ 26 w 172"/>
                  <a:gd name="T93" fmla="*/ 82 h 286"/>
                  <a:gd name="T94" fmla="*/ 22 w 172"/>
                  <a:gd name="T95" fmla="*/ 68 h 286"/>
                  <a:gd name="T96" fmla="*/ 34 w 172"/>
                  <a:gd name="T97" fmla="*/ 74 h 286"/>
                  <a:gd name="T98" fmla="*/ 38 w 172"/>
                  <a:gd name="T99" fmla="*/ 60 h 286"/>
                  <a:gd name="T100" fmla="*/ 48 w 172"/>
                  <a:gd name="T101" fmla="*/ 44 h 286"/>
                  <a:gd name="T102" fmla="*/ 52 w 172"/>
                  <a:gd name="T103" fmla="*/ 34 h 286"/>
                  <a:gd name="T104" fmla="*/ 60 w 172"/>
                  <a:gd name="T105" fmla="*/ 26 h 286"/>
                  <a:gd name="T106" fmla="*/ 22 w 172"/>
                  <a:gd name="T107" fmla="*/ 142 h 286"/>
                  <a:gd name="T108" fmla="*/ 16 w 172"/>
                  <a:gd name="T109" fmla="*/ 172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72" h="286">
                    <a:moveTo>
                      <a:pt x="60" y="22"/>
                    </a:moveTo>
                    <a:lnTo>
                      <a:pt x="64" y="26"/>
                    </a:lnTo>
                    <a:lnTo>
                      <a:pt x="68" y="26"/>
                    </a:lnTo>
                    <a:lnTo>
                      <a:pt x="64" y="26"/>
                    </a:lnTo>
                    <a:lnTo>
                      <a:pt x="64" y="30"/>
                    </a:lnTo>
                    <a:lnTo>
                      <a:pt x="68" y="30"/>
                    </a:lnTo>
                    <a:lnTo>
                      <a:pt x="68" y="26"/>
                    </a:lnTo>
                    <a:lnTo>
                      <a:pt x="68" y="22"/>
                    </a:lnTo>
                    <a:lnTo>
                      <a:pt x="72" y="18"/>
                    </a:lnTo>
                    <a:lnTo>
                      <a:pt x="74" y="22"/>
                    </a:lnTo>
                    <a:lnTo>
                      <a:pt x="78" y="22"/>
                    </a:lnTo>
                    <a:lnTo>
                      <a:pt x="82" y="22"/>
                    </a:lnTo>
                    <a:lnTo>
                      <a:pt x="82" y="18"/>
                    </a:lnTo>
                    <a:lnTo>
                      <a:pt x="86" y="18"/>
                    </a:lnTo>
                    <a:lnTo>
                      <a:pt x="90" y="14"/>
                    </a:lnTo>
                    <a:lnTo>
                      <a:pt x="94" y="12"/>
                    </a:lnTo>
                    <a:lnTo>
                      <a:pt x="98" y="12"/>
                    </a:lnTo>
                    <a:lnTo>
                      <a:pt x="98" y="8"/>
                    </a:lnTo>
                    <a:lnTo>
                      <a:pt x="98" y="4"/>
                    </a:lnTo>
                    <a:lnTo>
                      <a:pt x="102" y="4"/>
                    </a:lnTo>
                    <a:lnTo>
                      <a:pt x="102" y="8"/>
                    </a:lnTo>
                    <a:lnTo>
                      <a:pt x="102" y="4"/>
                    </a:lnTo>
                    <a:lnTo>
                      <a:pt x="104" y="4"/>
                    </a:lnTo>
                    <a:lnTo>
                      <a:pt x="104" y="0"/>
                    </a:lnTo>
                    <a:lnTo>
                      <a:pt x="108" y="0"/>
                    </a:lnTo>
                    <a:lnTo>
                      <a:pt x="112" y="4"/>
                    </a:lnTo>
                    <a:lnTo>
                      <a:pt x="112" y="8"/>
                    </a:lnTo>
                    <a:lnTo>
                      <a:pt x="112" y="12"/>
                    </a:lnTo>
                    <a:lnTo>
                      <a:pt x="108" y="12"/>
                    </a:lnTo>
                    <a:lnTo>
                      <a:pt x="104" y="12"/>
                    </a:lnTo>
                    <a:lnTo>
                      <a:pt x="104" y="14"/>
                    </a:lnTo>
                    <a:lnTo>
                      <a:pt x="102" y="14"/>
                    </a:lnTo>
                    <a:lnTo>
                      <a:pt x="98" y="18"/>
                    </a:lnTo>
                    <a:lnTo>
                      <a:pt x="98" y="22"/>
                    </a:lnTo>
                    <a:lnTo>
                      <a:pt x="94" y="22"/>
                    </a:lnTo>
                    <a:lnTo>
                      <a:pt x="94" y="26"/>
                    </a:lnTo>
                    <a:lnTo>
                      <a:pt x="90" y="26"/>
                    </a:lnTo>
                    <a:lnTo>
                      <a:pt x="90" y="30"/>
                    </a:lnTo>
                    <a:lnTo>
                      <a:pt x="90" y="34"/>
                    </a:lnTo>
                    <a:lnTo>
                      <a:pt x="86" y="38"/>
                    </a:lnTo>
                    <a:lnTo>
                      <a:pt x="86" y="42"/>
                    </a:lnTo>
                    <a:lnTo>
                      <a:pt x="86" y="44"/>
                    </a:lnTo>
                    <a:lnTo>
                      <a:pt x="86" y="48"/>
                    </a:lnTo>
                    <a:lnTo>
                      <a:pt x="86" y="52"/>
                    </a:lnTo>
                    <a:lnTo>
                      <a:pt x="82" y="52"/>
                    </a:lnTo>
                    <a:lnTo>
                      <a:pt x="82" y="56"/>
                    </a:lnTo>
                    <a:lnTo>
                      <a:pt x="86" y="56"/>
                    </a:lnTo>
                    <a:lnTo>
                      <a:pt x="86" y="60"/>
                    </a:lnTo>
                    <a:lnTo>
                      <a:pt x="90" y="60"/>
                    </a:lnTo>
                    <a:lnTo>
                      <a:pt x="90" y="64"/>
                    </a:lnTo>
                    <a:lnTo>
                      <a:pt x="90" y="68"/>
                    </a:lnTo>
                    <a:lnTo>
                      <a:pt x="94" y="70"/>
                    </a:lnTo>
                    <a:lnTo>
                      <a:pt x="94" y="74"/>
                    </a:lnTo>
                    <a:lnTo>
                      <a:pt x="98" y="74"/>
                    </a:lnTo>
                    <a:lnTo>
                      <a:pt x="98" y="78"/>
                    </a:lnTo>
                    <a:lnTo>
                      <a:pt x="94" y="78"/>
                    </a:lnTo>
                    <a:lnTo>
                      <a:pt x="94" y="82"/>
                    </a:lnTo>
                    <a:lnTo>
                      <a:pt x="94" y="86"/>
                    </a:lnTo>
                    <a:lnTo>
                      <a:pt x="94" y="90"/>
                    </a:lnTo>
                    <a:lnTo>
                      <a:pt x="98" y="90"/>
                    </a:lnTo>
                    <a:lnTo>
                      <a:pt x="98" y="94"/>
                    </a:lnTo>
                    <a:lnTo>
                      <a:pt x="102" y="94"/>
                    </a:lnTo>
                    <a:lnTo>
                      <a:pt x="104" y="94"/>
                    </a:lnTo>
                    <a:lnTo>
                      <a:pt x="108" y="94"/>
                    </a:lnTo>
                    <a:lnTo>
                      <a:pt x="112" y="94"/>
                    </a:lnTo>
                    <a:lnTo>
                      <a:pt x="112" y="96"/>
                    </a:lnTo>
                    <a:lnTo>
                      <a:pt x="112" y="94"/>
                    </a:lnTo>
                    <a:lnTo>
                      <a:pt x="116" y="94"/>
                    </a:lnTo>
                    <a:lnTo>
                      <a:pt x="120" y="94"/>
                    </a:lnTo>
                    <a:lnTo>
                      <a:pt x="124" y="94"/>
                    </a:lnTo>
                    <a:lnTo>
                      <a:pt x="124" y="96"/>
                    </a:lnTo>
                    <a:lnTo>
                      <a:pt x="128" y="96"/>
                    </a:lnTo>
                    <a:lnTo>
                      <a:pt x="128" y="94"/>
                    </a:lnTo>
                    <a:lnTo>
                      <a:pt x="128" y="96"/>
                    </a:lnTo>
                    <a:lnTo>
                      <a:pt x="132" y="104"/>
                    </a:lnTo>
                    <a:lnTo>
                      <a:pt x="138" y="108"/>
                    </a:lnTo>
                    <a:lnTo>
                      <a:pt x="138" y="112"/>
                    </a:lnTo>
                    <a:lnTo>
                      <a:pt x="142" y="108"/>
                    </a:lnTo>
                    <a:lnTo>
                      <a:pt x="146" y="108"/>
                    </a:lnTo>
                    <a:lnTo>
                      <a:pt x="150" y="108"/>
                    </a:lnTo>
                    <a:lnTo>
                      <a:pt x="154" y="108"/>
                    </a:lnTo>
                    <a:lnTo>
                      <a:pt x="158" y="108"/>
                    </a:lnTo>
                    <a:lnTo>
                      <a:pt x="160" y="108"/>
                    </a:lnTo>
                    <a:lnTo>
                      <a:pt x="164" y="108"/>
                    </a:lnTo>
                    <a:lnTo>
                      <a:pt x="164" y="112"/>
                    </a:lnTo>
                    <a:lnTo>
                      <a:pt x="160" y="116"/>
                    </a:lnTo>
                    <a:lnTo>
                      <a:pt x="160" y="120"/>
                    </a:lnTo>
                    <a:lnTo>
                      <a:pt x="160" y="124"/>
                    </a:lnTo>
                    <a:lnTo>
                      <a:pt x="160" y="126"/>
                    </a:lnTo>
                    <a:lnTo>
                      <a:pt x="160" y="130"/>
                    </a:lnTo>
                    <a:lnTo>
                      <a:pt x="160" y="134"/>
                    </a:lnTo>
                    <a:lnTo>
                      <a:pt x="158" y="138"/>
                    </a:lnTo>
                    <a:lnTo>
                      <a:pt x="160" y="142"/>
                    </a:lnTo>
                    <a:lnTo>
                      <a:pt x="160" y="146"/>
                    </a:lnTo>
                    <a:lnTo>
                      <a:pt x="160" y="150"/>
                    </a:lnTo>
                    <a:lnTo>
                      <a:pt x="164" y="150"/>
                    </a:lnTo>
                    <a:lnTo>
                      <a:pt x="164" y="152"/>
                    </a:lnTo>
                    <a:lnTo>
                      <a:pt x="164" y="156"/>
                    </a:lnTo>
                    <a:lnTo>
                      <a:pt x="168" y="156"/>
                    </a:lnTo>
                    <a:lnTo>
                      <a:pt x="164" y="156"/>
                    </a:lnTo>
                    <a:lnTo>
                      <a:pt x="164" y="160"/>
                    </a:lnTo>
                    <a:lnTo>
                      <a:pt x="160" y="164"/>
                    </a:lnTo>
                    <a:lnTo>
                      <a:pt x="160" y="168"/>
                    </a:lnTo>
                    <a:lnTo>
                      <a:pt x="164" y="168"/>
                    </a:lnTo>
                    <a:lnTo>
                      <a:pt x="168" y="172"/>
                    </a:lnTo>
                    <a:lnTo>
                      <a:pt x="168" y="176"/>
                    </a:lnTo>
                    <a:lnTo>
                      <a:pt x="168" y="178"/>
                    </a:lnTo>
                    <a:lnTo>
                      <a:pt x="172" y="186"/>
                    </a:lnTo>
                    <a:lnTo>
                      <a:pt x="172" y="190"/>
                    </a:lnTo>
                    <a:lnTo>
                      <a:pt x="172" y="194"/>
                    </a:lnTo>
                    <a:lnTo>
                      <a:pt x="168" y="194"/>
                    </a:lnTo>
                    <a:lnTo>
                      <a:pt x="168" y="190"/>
                    </a:lnTo>
                    <a:lnTo>
                      <a:pt x="172" y="190"/>
                    </a:lnTo>
                    <a:lnTo>
                      <a:pt x="168" y="186"/>
                    </a:lnTo>
                    <a:lnTo>
                      <a:pt x="168" y="182"/>
                    </a:lnTo>
                    <a:lnTo>
                      <a:pt x="168" y="178"/>
                    </a:lnTo>
                    <a:lnTo>
                      <a:pt x="164" y="178"/>
                    </a:lnTo>
                    <a:lnTo>
                      <a:pt x="160" y="178"/>
                    </a:lnTo>
                    <a:lnTo>
                      <a:pt x="160" y="182"/>
                    </a:lnTo>
                    <a:lnTo>
                      <a:pt x="158" y="182"/>
                    </a:lnTo>
                    <a:lnTo>
                      <a:pt x="158" y="186"/>
                    </a:lnTo>
                    <a:lnTo>
                      <a:pt x="158" y="182"/>
                    </a:lnTo>
                    <a:lnTo>
                      <a:pt x="154" y="182"/>
                    </a:lnTo>
                    <a:lnTo>
                      <a:pt x="154" y="178"/>
                    </a:lnTo>
                    <a:lnTo>
                      <a:pt x="154" y="182"/>
                    </a:lnTo>
                    <a:lnTo>
                      <a:pt x="154" y="186"/>
                    </a:lnTo>
                    <a:lnTo>
                      <a:pt x="146" y="186"/>
                    </a:lnTo>
                    <a:lnTo>
                      <a:pt x="142" y="186"/>
                    </a:lnTo>
                    <a:lnTo>
                      <a:pt x="138" y="186"/>
                    </a:lnTo>
                    <a:lnTo>
                      <a:pt x="134" y="182"/>
                    </a:lnTo>
                    <a:lnTo>
                      <a:pt x="132" y="186"/>
                    </a:lnTo>
                    <a:lnTo>
                      <a:pt x="132" y="198"/>
                    </a:lnTo>
                    <a:lnTo>
                      <a:pt x="134" y="198"/>
                    </a:lnTo>
                    <a:lnTo>
                      <a:pt x="138" y="198"/>
                    </a:lnTo>
                    <a:lnTo>
                      <a:pt x="142" y="202"/>
                    </a:lnTo>
                    <a:lnTo>
                      <a:pt x="142" y="206"/>
                    </a:lnTo>
                    <a:lnTo>
                      <a:pt x="138" y="206"/>
                    </a:lnTo>
                    <a:lnTo>
                      <a:pt x="138" y="202"/>
                    </a:lnTo>
                    <a:lnTo>
                      <a:pt x="134" y="202"/>
                    </a:lnTo>
                    <a:lnTo>
                      <a:pt x="132" y="206"/>
                    </a:lnTo>
                    <a:lnTo>
                      <a:pt x="128" y="206"/>
                    </a:lnTo>
                    <a:lnTo>
                      <a:pt x="128" y="208"/>
                    </a:lnTo>
                    <a:lnTo>
                      <a:pt x="128" y="212"/>
                    </a:lnTo>
                    <a:lnTo>
                      <a:pt x="128" y="216"/>
                    </a:lnTo>
                    <a:lnTo>
                      <a:pt x="132" y="220"/>
                    </a:lnTo>
                    <a:lnTo>
                      <a:pt x="132" y="224"/>
                    </a:lnTo>
                    <a:lnTo>
                      <a:pt x="134" y="224"/>
                    </a:lnTo>
                    <a:lnTo>
                      <a:pt x="134" y="228"/>
                    </a:lnTo>
                    <a:lnTo>
                      <a:pt x="134" y="232"/>
                    </a:lnTo>
                    <a:lnTo>
                      <a:pt x="138" y="232"/>
                    </a:lnTo>
                    <a:lnTo>
                      <a:pt x="134" y="232"/>
                    </a:lnTo>
                    <a:lnTo>
                      <a:pt x="138" y="232"/>
                    </a:lnTo>
                    <a:lnTo>
                      <a:pt x="138" y="234"/>
                    </a:lnTo>
                    <a:lnTo>
                      <a:pt x="138" y="238"/>
                    </a:lnTo>
                    <a:lnTo>
                      <a:pt x="134" y="238"/>
                    </a:lnTo>
                    <a:lnTo>
                      <a:pt x="134" y="246"/>
                    </a:lnTo>
                    <a:lnTo>
                      <a:pt x="134" y="254"/>
                    </a:lnTo>
                    <a:lnTo>
                      <a:pt x="134" y="258"/>
                    </a:lnTo>
                    <a:lnTo>
                      <a:pt x="132" y="272"/>
                    </a:lnTo>
                    <a:lnTo>
                      <a:pt x="132" y="278"/>
                    </a:lnTo>
                    <a:lnTo>
                      <a:pt x="132" y="286"/>
                    </a:lnTo>
                    <a:lnTo>
                      <a:pt x="128" y="286"/>
                    </a:lnTo>
                    <a:lnTo>
                      <a:pt x="128" y="282"/>
                    </a:lnTo>
                    <a:lnTo>
                      <a:pt x="124" y="278"/>
                    </a:lnTo>
                    <a:lnTo>
                      <a:pt x="120" y="278"/>
                    </a:lnTo>
                    <a:lnTo>
                      <a:pt x="120" y="274"/>
                    </a:lnTo>
                    <a:lnTo>
                      <a:pt x="124" y="272"/>
                    </a:lnTo>
                    <a:lnTo>
                      <a:pt x="128" y="260"/>
                    </a:lnTo>
                    <a:lnTo>
                      <a:pt x="128" y="258"/>
                    </a:lnTo>
                    <a:lnTo>
                      <a:pt x="124" y="258"/>
                    </a:lnTo>
                    <a:lnTo>
                      <a:pt x="120" y="258"/>
                    </a:lnTo>
                    <a:lnTo>
                      <a:pt x="120" y="254"/>
                    </a:lnTo>
                    <a:lnTo>
                      <a:pt x="116" y="254"/>
                    </a:lnTo>
                    <a:lnTo>
                      <a:pt x="112" y="254"/>
                    </a:lnTo>
                    <a:lnTo>
                      <a:pt x="108" y="254"/>
                    </a:lnTo>
                    <a:lnTo>
                      <a:pt x="104" y="254"/>
                    </a:lnTo>
                    <a:lnTo>
                      <a:pt x="104" y="250"/>
                    </a:lnTo>
                    <a:lnTo>
                      <a:pt x="102" y="254"/>
                    </a:lnTo>
                    <a:lnTo>
                      <a:pt x="102" y="258"/>
                    </a:lnTo>
                    <a:lnTo>
                      <a:pt x="98" y="258"/>
                    </a:lnTo>
                    <a:lnTo>
                      <a:pt x="94" y="258"/>
                    </a:lnTo>
                    <a:lnTo>
                      <a:pt x="90" y="258"/>
                    </a:lnTo>
                    <a:lnTo>
                      <a:pt x="86" y="258"/>
                    </a:lnTo>
                    <a:lnTo>
                      <a:pt x="86" y="254"/>
                    </a:lnTo>
                    <a:lnTo>
                      <a:pt x="86" y="258"/>
                    </a:lnTo>
                    <a:lnTo>
                      <a:pt x="86" y="254"/>
                    </a:lnTo>
                    <a:lnTo>
                      <a:pt x="82" y="254"/>
                    </a:lnTo>
                    <a:lnTo>
                      <a:pt x="86" y="254"/>
                    </a:lnTo>
                    <a:lnTo>
                      <a:pt x="86" y="250"/>
                    </a:lnTo>
                    <a:lnTo>
                      <a:pt x="86" y="246"/>
                    </a:lnTo>
                    <a:lnTo>
                      <a:pt x="82" y="246"/>
                    </a:lnTo>
                    <a:lnTo>
                      <a:pt x="78" y="246"/>
                    </a:lnTo>
                    <a:lnTo>
                      <a:pt x="78" y="242"/>
                    </a:lnTo>
                    <a:lnTo>
                      <a:pt x="78" y="238"/>
                    </a:lnTo>
                    <a:lnTo>
                      <a:pt x="74" y="234"/>
                    </a:lnTo>
                    <a:lnTo>
                      <a:pt x="72" y="232"/>
                    </a:lnTo>
                    <a:lnTo>
                      <a:pt x="68" y="232"/>
                    </a:lnTo>
                    <a:lnTo>
                      <a:pt x="68" y="228"/>
                    </a:lnTo>
                    <a:lnTo>
                      <a:pt x="68" y="224"/>
                    </a:lnTo>
                    <a:lnTo>
                      <a:pt x="64" y="220"/>
                    </a:lnTo>
                    <a:lnTo>
                      <a:pt x="60" y="220"/>
                    </a:lnTo>
                    <a:lnTo>
                      <a:pt x="60" y="216"/>
                    </a:lnTo>
                    <a:lnTo>
                      <a:pt x="60" y="220"/>
                    </a:lnTo>
                    <a:lnTo>
                      <a:pt x="60" y="216"/>
                    </a:lnTo>
                    <a:lnTo>
                      <a:pt x="56" y="216"/>
                    </a:lnTo>
                    <a:lnTo>
                      <a:pt x="52" y="216"/>
                    </a:lnTo>
                    <a:lnTo>
                      <a:pt x="48" y="216"/>
                    </a:lnTo>
                    <a:lnTo>
                      <a:pt x="48" y="212"/>
                    </a:lnTo>
                    <a:lnTo>
                      <a:pt x="46" y="212"/>
                    </a:lnTo>
                    <a:lnTo>
                      <a:pt x="46" y="208"/>
                    </a:lnTo>
                    <a:lnTo>
                      <a:pt x="42" y="208"/>
                    </a:lnTo>
                    <a:lnTo>
                      <a:pt x="38" y="208"/>
                    </a:lnTo>
                    <a:lnTo>
                      <a:pt x="34" y="208"/>
                    </a:lnTo>
                    <a:lnTo>
                      <a:pt x="30" y="208"/>
                    </a:lnTo>
                    <a:lnTo>
                      <a:pt x="26" y="208"/>
                    </a:lnTo>
                    <a:lnTo>
                      <a:pt x="22" y="208"/>
                    </a:lnTo>
                    <a:lnTo>
                      <a:pt x="22" y="206"/>
                    </a:lnTo>
                    <a:lnTo>
                      <a:pt x="22" y="202"/>
                    </a:lnTo>
                    <a:lnTo>
                      <a:pt x="18" y="202"/>
                    </a:lnTo>
                    <a:lnTo>
                      <a:pt x="16" y="202"/>
                    </a:lnTo>
                    <a:lnTo>
                      <a:pt x="16" y="198"/>
                    </a:lnTo>
                    <a:lnTo>
                      <a:pt x="12" y="198"/>
                    </a:lnTo>
                    <a:lnTo>
                      <a:pt x="8" y="194"/>
                    </a:lnTo>
                    <a:lnTo>
                      <a:pt x="4" y="194"/>
                    </a:lnTo>
                    <a:lnTo>
                      <a:pt x="4" y="190"/>
                    </a:lnTo>
                    <a:lnTo>
                      <a:pt x="4" y="186"/>
                    </a:lnTo>
                    <a:lnTo>
                      <a:pt x="0" y="186"/>
                    </a:lnTo>
                    <a:lnTo>
                      <a:pt x="0" y="182"/>
                    </a:lnTo>
                    <a:lnTo>
                      <a:pt x="4" y="182"/>
                    </a:lnTo>
                    <a:lnTo>
                      <a:pt x="8" y="182"/>
                    </a:lnTo>
                    <a:lnTo>
                      <a:pt x="8" y="178"/>
                    </a:lnTo>
                    <a:lnTo>
                      <a:pt x="4" y="178"/>
                    </a:lnTo>
                    <a:lnTo>
                      <a:pt x="4" y="176"/>
                    </a:lnTo>
                    <a:lnTo>
                      <a:pt x="8" y="176"/>
                    </a:lnTo>
                    <a:lnTo>
                      <a:pt x="8" y="172"/>
                    </a:lnTo>
                    <a:lnTo>
                      <a:pt x="8" y="176"/>
                    </a:lnTo>
                    <a:lnTo>
                      <a:pt x="8" y="172"/>
                    </a:lnTo>
                    <a:lnTo>
                      <a:pt x="12" y="172"/>
                    </a:lnTo>
                    <a:lnTo>
                      <a:pt x="16" y="172"/>
                    </a:lnTo>
                    <a:lnTo>
                      <a:pt x="16" y="168"/>
                    </a:lnTo>
                    <a:lnTo>
                      <a:pt x="16" y="172"/>
                    </a:lnTo>
                    <a:lnTo>
                      <a:pt x="18" y="172"/>
                    </a:lnTo>
                    <a:lnTo>
                      <a:pt x="18" y="168"/>
                    </a:lnTo>
                    <a:lnTo>
                      <a:pt x="18" y="164"/>
                    </a:lnTo>
                    <a:lnTo>
                      <a:pt x="22" y="164"/>
                    </a:lnTo>
                    <a:lnTo>
                      <a:pt x="22" y="160"/>
                    </a:lnTo>
                    <a:lnTo>
                      <a:pt x="22" y="156"/>
                    </a:lnTo>
                    <a:lnTo>
                      <a:pt x="26" y="152"/>
                    </a:lnTo>
                    <a:lnTo>
                      <a:pt x="26" y="150"/>
                    </a:lnTo>
                    <a:lnTo>
                      <a:pt x="30" y="150"/>
                    </a:lnTo>
                    <a:lnTo>
                      <a:pt x="26" y="150"/>
                    </a:lnTo>
                    <a:lnTo>
                      <a:pt x="26" y="146"/>
                    </a:lnTo>
                    <a:lnTo>
                      <a:pt x="22" y="146"/>
                    </a:lnTo>
                    <a:lnTo>
                      <a:pt x="22" y="150"/>
                    </a:lnTo>
                    <a:lnTo>
                      <a:pt x="22" y="146"/>
                    </a:lnTo>
                    <a:lnTo>
                      <a:pt x="22" y="142"/>
                    </a:lnTo>
                    <a:lnTo>
                      <a:pt x="26" y="142"/>
                    </a:lnTo>
                    <a:lnTo>
                      <a:pt x="22" y="142"/>
                    </a:lnTo>
                    <a:lnTo>
                      <a:pt x="22" y="138"/>
                    </a:lnTo>
                    <a:lnTo>
                      <a:pt x="26" y="138"/>
                    </a:lnTo>
                    <a:lnTo>
                      <a:pt x="26" y="134"/>
                    </a:lnTo>
                    <a:lnTo>
                      <a:pt x="26" y="130"/>
                    </a:lnTo>
                    <a:lnTo>
                      <a:pt x="22" y="130"/>
                    </a:lnTo>
                    <a:lnTo>
                      <a:pt x="22" y="126"/>
                    </a:lnTo>
                    <a:lnTo>
                      <a:pt x="22" y="124"/>
                    </a:lnTo>
                    <a:lnTo>
                      <a:pt x="22" y="120"/>
                    </a:lnTo>
                    <a:lnTo>
                      <a:pt x="26" y="120"/>
                    </a:lnTo>
                    <a:lnTo>
                      <a:pt x="26" y="116"/>
                    </a:lnTo>
                    <a:lnTo>
                      <a:pt x="26" y="112"/>
                    </a:lnTo>
                    <a:lnTo>
                      <a:pt x="22" y="112"/>
                    </a:lnTo>
                    <a:lnTo>
                      <a:pt x="22" y="108"/>
                    </a:lnTo>
                    <a:lnTo>
                      <a:pt x="22" y="104"/>
                    </a:lnTo>
                    <a:lnTo>
                      <a:pt x="26" y="100"/>
                    </a:lnTo>
                    <a:lnTo>
                      <a:pt x="22" y="100"/>
                    </a:lnTo>
                    <a:lnTo>
                      <a:pt x="18" y="96"/>
                    </a:lnTo>
                    <a:lnTo>
                      <a:pt x="18" y="94"/>
                    </a:lnTo>
                    <a:lnTo>
                      <a:pt x="16" y="90"/>
                    </a:lnTo>
                    <a:lnTo>
                      <a:pt x="18" y="86"/>
                    </a:lnTo>
                    <a:lnTo>
                      <a:pt x="18" y="82"/>
                    </a:lnTo>
                    <a:lnTo>
                      <a:pt x="18" y="86"/>
                    </a:lnTo>
                    <a:lnTo>
                      <a:pt x="22" y="86"/>
                    </a:lnTo>
                    <a:lnTo>
                      <a:pt x="26" y="82"/>
                    </a:lnTo>
                    <a:lnTo>
                      <a:pt x="22" y="82"/>
                    </a:lnTo>
                    <a:lnTo>
                      <a:pt x="26" y="78"/>
                    </a:lnTo>
                    <a:lnTo>
                      <a:pt x="26" y="74"/>
                    </a:lnTo>
                    <a:lnTo>
                      <a:pt x="22" y="74"/>
                    </a:lnTo>
                    <a:lnTo>
                      <a:pt x="22" y="70"/>
                    </a:lnTo>
                    <a:lnTo>
                      <a:pt x="22" y="68"/>
                    </a:lnTo>
                    <a:lnTo>
                      <a:pt x="26" y="68"/>
                    </a:lnTo>
                    <a:lnTo>
                      <a:pt x="26" y="70"/>
                    </a:lnTo>
                    <a:lnTo>
                      <a:pt x="30" y="74"/>
                    </a:lnTo>
                    <a:lnTo>
                      <a:pt x="30" y="78"/>
                    </a:lnTo>
                    <a:lnTo>
                      <a:pt x="34" y="78"/>
                    </a:lnTo>
                    <a:lnTo>
                      <a:pt x="34" y="74"/>
                    </a:lnTo>
                    <a:lnTo>
                      <a:pt x="34" y="70"/>
                    </a:lnTo>
                    <a:lnTo>
                      <a:pt x="30" y="70"/>
                    </a:lnTo>
                    <a:lnTo>
                      <a:pt x="30" y="68"/>
                    </a:lnTo>
                    <a:lnTo>
                      <a:pt x="34" y="68"/>
                    </a:lnTo>
                    <a:lnTo>
                      <a:pt x="38" y="64"/>
                    </a:lnTo>
                    <a:lnTo>
                      <a:pt x="38" y="60"/>
                    </a:lnTo>
                    <a:lnTo>
                      <a:pt x="42" y="60"/>
                    </a:lnTo>
                    <a:lnTo>
                      <a:pt x="42" y="56"/>
                    </a:lnTo>
                    <a:lnTo>
                      <a:pt x="46" y="52"/>
                    </a:lnTo>
                    <a:lnTo>
                      <a:pt x="48" y="52"/>
                    </a:lnTo>
                    <a:lnTo>
                      <a:pt x="48" y="48"/>
                    </a:lnTo>
                    <a:lnTo>
                      <a:pt x="48" y="44"/>
                    </a:lnTo>
                    <a:lnTo>
                      <a:pt x="48" y="42"/>
                    </a:lnTo>
                    <a:lnTo>
                      <a:pt x="48" y="38"/>
                    </a:lnTo>
                    <a:lnTo>
                      <a:pt x="52" y="38"/>
                    </a:lnTo>
                    <a:lnTo>
                      <a:pt x="52" y="34"/>
                    </a:lnTo>
                    <a:lnTo>
                      <a:pt x="48" y="34"/>
                    </a:lnTo>
                    <a:lnTo>
                      <a:pt x="52" y="34"/>
                    </a:lnTo>
                    <a:lnTo>
                      <a:pt x="52" y="30"/>
                    </a:lnTo>
                    <a:lnTo>
                      <a:pt x="56" y="30"/>
                    </a:lnTo>
                    <a:lnTo>
                      <a:pt x="52" y="30"/>
                    </a:lnTo>
                    <a:lnTo>
                      <a:pt x="56" y="30"/>
                    </a:lnTo>
                    <a:lnTo>
                      <a:pt x="56" y="26"/>
                    </a:lnTo>
                    <a:lnTo>
                      <a:pt x="60" y="26"/>
                    </a:lnTo>
                    <a:lnTo>
                      <a:pt x="60" y="22"/>
                    </a:lnTo>
                    <a:lnTo>
                      <a:pt x="60" y="22"/>
                    </a:lnTo>
                    <a:lnTo>
                      <a:pt x="60" y="22"/>
                    </a:lnTo>
                    <a:close/>
                    <a:moveTo>
                      <a:pt x="22" y="142"/>
                    </a:moveTo>
                    <a:lnTo>
                      <a:pt x="26" y="142"/>
                    </a:lnTo>
                    <a:lnTo>
                      <a:pt x="22" y="142"/>
                    </a:lnTo>
                    <a:lnTo>
                      <a:pt x="22" y="142"/>
                    </a:lnTo>
                    <a:lnTo>
                      <a:pt x="22" y="142"/>
                    </a:lnTo>
                    <a:close/>
                    <a:moveTo>
                      <a:pt x="16" y="172"/>
                    </a:moveTo>
                    <a:lnTo>
                      <a:pt x="12" y="172"/>
                    </a:lnTo>
                    <a:lnTo>
                      <a:pt x="12" y="168"/>
                    </a:lnTo>
                    <a:lnTo>
                      <a:pt x="16" y="172"/>
                    </a:lnTo>
                    <a:lnTo>
                      <a:pt x="16" y="172"/>
                    </a:lnTo>
                    <a:lnTo>
                      <a:pt x="16" y="1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8" name="Freeform 182"/>
              <p:cNvSpPr>
                <a:spLocks noEditPoints="1"/>
              </p:cNvSpPr>
              <p:nvPr/>
            </p:nvSpPr>
            <p:spPr bwMode="gray">
              <a:xfrm>
                <a:off x="2545859" y="4477910"/>
                <a:ext cx="406988" cy="187838"/>
              </a:xfrm>
              <a:custGeom>
                <a:avLst/>
                <a:gdLst>
                  <a:gd name="T0" fmla="*/ 166 w 234"/>
                  <a:gd name="T1" fmla="*/ 100 h 108"/>
                  <a:gd name="T2" fmla="*/ 164 w 234"/>
                  <a:gd name="T3" fmla="*/ 100 h 108"/>
                  <a:gd name="T4" fmla="*/ 160 w 234"/>
                  <a:gd name="T5" fmla="*/ 92 h 108"/>
                  <a:gd name="T6" fmla="*/ 160 w 234"/>
                  <a:gd name="T7" fmla="*/ 82 h 108"/>
                  <a:gd name="T8" fmla="*/ 166 w 234"/>
                  <a:gd name="T9" fmla="*/ 78 h 108"/>
                  <a:gd name="T10" fmla="*/ 166 w 234"/>
                  <a:gd name="T11" fmla="*/ 68 h 108"/>
                  <a:gd name="T12" fmla="*/ 166 w 234"/>
                  <a:gd name="T13" fmla="*/ 64 h 108"/>
                  <a:gd name="T14" fmla="*/ 164 w 234"/>
                  <a:gd name="T15" fmla="*/ 64 h 108"/>
                  <a:gd name="T16" fmla="*/ 164 w 234"/>
                  <a:gd name="T17" fmla="*/ 68 h 108"/>
                  <a:gd name="T18" fmla="*/ 156 w 234"/>
                  <a:gd name="T19" fmla="*/ 68 h 108"/>
                  <a:gd name="T20" fmla="*/ 152 w 234"/>
                  <a:gd name="T21" fmla="*/ 60 h 108"/>
                  <a:gd name="T22" fmla="*/ 152 w 234"/>
                  <a:gd name="T23" fmla="*/ 56 h 108"/>
                  <a:gd name="T24" fmla="*/ 156 w 234"/>
                  <a:gd name="T25" fmla="*/ 48 h 108"/>
                  <a:gd name="T26" fmla="*/ 156 w 234"/>
                  <a:gd name="T27" fmla="*/ 42 h 108"/>
                  <a:gd name="T28" fmla="*/ 160 w 234"/>
                  <a:gd name="T29" fmla="*/ 34 h 108"/>
                  <a:gd name="T30" fmla="*/ 164 w 234"/>
                  <a:gd name="T31" fmla="*/ 26 h 108"/>
                  <a:gd name="T32" fmla="*/ 164 w 234"/>
                  <a:gd name="T33" fmla="*/ 16 h 108"/>
                  <a:gd name="T34" fmla="*/ 166 w 234"/>
                  <a:gd name="T35" fmla="*/ 8 h 108"/>
                  <a:gd name="T36" fmla="*/ 178 w 234"/>
                  <a:gd name="T37" fmla="*/ 4 h 108"/>
                  <a:gd name="T38" fmla="*/ 182 w 234"/>
                  <a:gd name="T39" fmla="*/ 4 h 108"/>
                  <a:gd name="T40" fmla="*/ 192 w 234"/>
                  <a:gd name="T41" fmla="*/ 8 h 108"/>
                  <a:gd name="T42" fmla="*/ 200 w 234"/>
                  <a:gd name="T43" fmla="*/ 12 h 108"/>
                  <a:gd name="T44" fmla="*/ 204 w 234"/>
                  <a:gd name="T45" fmla="*/ 18 h 108"/>
                  <a:gd name="T46" fmla="*/ 216 w 234"/>
                  <a:gd name="T47" fmla="*/ 18 h 108"/>
                  <a:gd name="T48" fmla="*/ 222 w 234"/>
                  <a:gd name="T49" fmla="*/ 22 h 108"/>
                  <a:gd name="T50" fmla="*/ 230 w 234"/>
                  <a:gd name="T51" fmla="*/ 26 h 108"/>
                  <a:gd name="T52" fmla="*/ 230 w 234"/>
                  <a:gd name="T53" fmla="*/ 34 h 108"/>
                  <a:gd name="T54" fmla="*/ 230 w 234"/>
                  <a:gd name="T55" fmla="*/ 42 h 108"/>
                  <a:gd name="T56" fmla="*/ 226 w 234"/>
                  <a:gd name="T57" fmla="*/ 52 h 108"/>
                  <a:gd name="T58" fmla="*/ 220 w 234"/>
                  <a:gd name="T59" fmla="*/ 60 h 108"/>
                  <a:gd name="T60" fmla="*/ 208 w 234"/>
                  <a:gd name="T61" fmla="*/ 72 h 108"/>
                  <a:gd name="T62" fmla="*/ 196 w 234"/>
                  <a:gd name="T63" fmla="*/ 74 h 108"/>
                  <a:gd name="T64" fmla="*/ 192 w 234"/>
                  <a:gd name="T65" fmla="*/ 82 h 108"/>
                  <a:gd name="T66" fmla="*/ 190 w 234"/>
                  <a:gd name="T67" fmla="*/ 82 h 108"/>
                  <a:gd name="T68" fmla="*/ 186 w 234"/>
                  <a:gd name="T69" fmla="*/ 88 h 108"/>
                  <a:gd name="T70" fmla="*/ 182 w 234"/>
                  <a:gd name="T71" fmla="*/ 96 h 108"/>
                  <a:gd name="T72" fmla="*/ 182 w 234"/>
                  <a:gd name="T73" fmla="*/ 100 h 108"/>
                  <a:gd name="T74" fmla="*/ 174 w 234"/>
                  <a:gd name="T75" fmla="*/ 108 h 108"/>
                  <a:gd name="T76" fmla="*/ 170 w 234"/>
                  <a:gd name="T77" fmla="*/ 104 h 108"/>
                  <a:gd name="T78" fmla="*/ 14 w 234"/>
                  <a:gd name="T79" fmla="*/ 38 h 108"/>
                  <a:gd name="T80" fmla="*/ 22 w 234"/>
                  <a:gd name="T81" fmla="*/ 34 h 108"/>
                  <a:gd name="T82" fmla="*/ 18 w 234"/>
                  <a:gd name="T83" fmla="*/ 38 h 108"/>
                  <a:gd name="T84" fmla="*/ 4 w 234"/>
                  <a:gd name="T85" fmla="*/ 42 h 108"/>
                  <a:gd name="T86" fmla="*/ 8 w 234"/>
                  <a:gd name="T87" fmla="*/ 34 h 108"/>
                  <a:gd name="T88" fmla="*/ 0 w 234"/>
                  <a:gd name="T89" fmla="*/ 26 h 108"/>
                  <a:gd name="T90" fmla="*/ 8 w 234"/>
                  <a:gd name="T91" fmla="*/ 22 h 108"/>
                  <a:gd name="T92" fmla="*/ 10 w 234"/>
                  <a:gd name="T93" fmla="*/ 30 h 108"/>
                  <a:gd name="T94" fmla="*/ 10 w 234"/>
                  <a:gd name="T95" fmla="*/ 42 h 108"/>
                  <a:gd name="T96" fmla="*/ 8 w 234"/>
                  <a:gd name="T97" fmla="*/ 42 h 108"/>
                  <a:gd name="T98" fmla="*/ 10 w 234"/>
                  <a:gd name="T99" fmla="*/ 26 h 108"/>
                  <a:gd name="T100" fmla="*/ 14 w 234"/>
                  <a:gd name="T101" fmla="*/ 30 h 108"/>
                  <a:gd name="T102" fmla="*/ 0 w 234"/>
                  <a:gd name="T103" fmla="*/ 34 h 108"/>
                  <a:gd name="T104" fmla="*/ 4 w 234"/>
                  <a:gd name="T105" fmla="*/ 34 h 108"/>
                  <a:gd name="T106" fmla="*/ 30 w 234"/>
                  <a:gd name="T107" fmla="*/ 42 h 108"/>
                  <a:gd name="T108" fmla="*/ 34 w 234"/>
                  <a:gd name="T109" fmla="*/ 42 h 108"/>
                  <a:gd name="T110" fmla="*/ 30 w 234"/>
                  <a:gd name="T111" fmla="*/ 42 h 108"/>
                  <a:gd name="T112" fmla="*/ 18 w 234"/>
                  <a:gd name="T113" fmla="*/ 46 h 108"/>
                  <a:gd name="T114" fmla="*/ 18 w 234"/>
                  <a:gd name="T115" fmla="*/ 48 h 108"/>
                  <a:gd name="T116" fmla="*/ 160 w 234"/>
                  <a:gd name="T117" fmla="*/ 72 h 108"/>
                  <a:gd name="T118" fmla="*/ 164 w 234"/>
                  <a:gd name="T119" fmla="*/ 74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34" h="108">
                    <a:moveTo>
                      <a:pt x="170" y="104"/>
                    </a:moveTo>
                    <a:lnTo>
                      <a:pt x="170" y="100"/>
                    </a:lnTo>
                    <a:lnTo>
                      <a:pt x="166" y="100"/>
                    </a:lnTo>
                    <a:lnTo>
                      <a:pt x="164" y="100"/>
                    </a:lnTo>
                    <a:lnTo>
                      <a:pt x="164" y="96"/>
                    </a:lnTo>
                    <a:lnTo>
                      <a:pt x="164" y="100"/>
                    </a:lnTo>
                    <a:lnTo>
                      <a:pt x="160" y="100"/>
                    </a:lnTo>
                    <a:lnTo>
                      <a:pt x="160" y="96"/>
                    </a:lnTo>
                    <a:lnTo>
                      <a:pt x="160" y="92"/>
                    </a:lnTo>
                    <a:lnTo>
                      <a:pt x="164" y="88"/>
                    </a:lnTo>
                    <a:lnTo>
                      <a:pt x="164" y="86"/>
                    </a:lnTo>
                    <a:lnTo>
                      <a:pt x="160" y="82"/>
                    </a:lnTo>
                    <a:lnTo>
                      <a:pt x="164" y="82"/>
                    </a:lnTo>
                    <a:lnTo>
                      <a:pt x="164" y="78"/>
                    </a:lnTo>
                    <a:lnTo>
                      <a:pt x="166" y="78"/>
                    </a:lnTo>
                    <a:lnTo>
                      <a:pt x="166" y="74"/>
                    </a:lnTo>
                    <a:lnTo>
                      <a:pt x="166" y="72"/>
                    </a:lnTo>
                    <a:lnTo>
                      <a:pt x="166" y="68"/>
                    </a:lnTo>
                    <a:lnTo>
                      <a:pt x="166" y="64"/>
                    </a:lnTo>
                    <a:lnTo>
                      <a:pt x="166" y="60"/>
                    </a:lnTo>
                    <a:lnTo>
                      <a:pt x="166" y="64"/>
                    </a:lnTo>
                    <a:lnTo>
                      <a:pt x="166" y="68"/>
                    </a:lnTo>
                    <a:lnTo>
                      <a:pt x="164" y="68"/>
                    </a:lnTo>
                    <a:lnTo>
                      <a:pt x="164" y="64"/>
                    </a:lnTo>
                    <a:lnTo>
                      <a:pt x="166" y="64"/>
                    </a:lnTo>
                    <a:lnTo>
                      <a:pt x="164" y="64"/>
                    </a:lnTo>
                    <a:lnTo>
                      <a:pt x="164" y="68"/>
                    </a:lnTo>
                    <a:lnTo>
                      <a:pt x="164" y="72"/>
                    </a:lnTo>
                    <a:lnTo>
                      <a:pt x="160" y="72"/>
                    </a:lnTo>
                    <a:lnTo>
                      <a:pt x="156" y="68"/>
                    </a:lnTo>
                    <a:lnTo>
                      <a:pt x="156" y="64"/>
                    </a:lnTo>
                    <a:lnTo>
                      <a:pt x="152" y="64"/>
                    </a:lnTo>
                    <a:lnTo>
                      <a:pt x="152" y="60"/>
                    </a:lnTo>
                    <a:lnTo>
                      <a:pt x="156" y="60"/>
                    </a:lnTo>
                    <a:lnTo>
                      <a:pt x="156" y="56"/>
                    </a:lnTo>
                    <a:lnTo>
                      <a:pt x="152" y="56"/>
                    </a:lnTo>
                    <a:lnTo>
                      <a:pt x="152" y="52"/>
                    </a:lnTo>
                    <a:lnTo>
                      <a:pt x="152" y="48"/>
                    </a:lnTo>
                    <a:lnTo>
                      <a:pt x="156" y="48"/>
                    </a:lnTo>
                    <a:lnTo>
                      <a:pt x="152" y="46"/>
                    </a:lnTo>
                    <a:lnTo>
                      <a:pt x="152" y="42"/>
                    </a:lnTo>
                    <a:lnTo>
                      <a:pt x="156" y="42"/>
                    </a:lnTo>
                    <a:lnTo>
                      <a:pt x="156" y="38"/>
                    </a:lnTo>
                    <a:lnTo>
                      <a:pt x="160" y="38"/>
                    </a:lnTo>
                    <a:lnTo>
                      <a:pt x="160" y="34"/>
                    </a:lnTo>
                    <a:lnTo>
                      <a:pt x="160" y="30"/>
                    </a:lnTo>
                    <a:lnTo>
                      <a:pt x="160" y="26"/>
                    </a:lnTo>
                    <a:lnTo>
                      <a:pt x="164" y="26"/>
                    </a:lnTo>
                    <a:lnTo>
                      <a:pt x="164" y="22"/>
                    </a:lnTo>
                    <a:lnTo>
                      <a:pt x="164" y="18"/>
                    </a:lnTo>
                    <a:lnTo>
                      <a:pt x="164" y="16"/>
                    </a:lnTo>
                    <a:lnTo>
                      <a:pt x="164" y="12"/>
                    </a:lnTo>
                    <a:lnTo>
                      <a:pt x="166" y="12"/>
                    </a:lnTo>
                    <a:lnTo>
                      <a:pt x="166" y="8"/>
                    </a:lnTo>
                    <a:lnTo>
                      <a:pt x="170" y="8"/>
                    </a:lnTo>
                    <a:lnTo>
                      <a:pt x="174" y="8"/>
                    </a:lnTo>
                    <a:lnTo>
                      <a:pt x="178" y="4"/>
                    </a:lnTo>
                    <a:lnTo>
                      <a:pt x="182" y="4"/>
                    </a:lnTo>
                    <a:lnTo>
                      <a:pt x="182" y="0"/>
                    </a:lnTo>
                    <a:lnTo>
                      <a:pt x="182" y="4"/>
                    </a:lnTo>
                    <a:lnTo>
                      <a:pt x="186" y="4"/>
                    </a:lnTo>
                    <a:lnTo>
                      <a:pt x="190" y="8"/>
                    </a:lnTo>
                    <a:lnTo>
                      <a:pt x="192" y="8"/>
                    </a:lnTo>
                    <a:lnTo>
                      <a:pt x="192" y="12"/>
                    </a:lnTo>
                    <a:lnTo>
                      <a:pt x="196" y="12"/>
                    </a:lnTo>
                    <a:lnTo>
                      <a:pt x="200" y="12"/>
                    </a:lnTo>
                    <a:lnTo>
                      <a:pt x="200" y="16"/>
                    </a:lnTo>
                    <a:lnTo>
                      <a:pt x="200" y="18"/>
                    </a:lnTo>
                    <a:lnTo>
                      <a:pt x="204" y="18"/>
                    </a:lnTo>
                    <a:lnTo>
                      <a:pt x="208" y="18"/>
                    </a:lnTo>
                    <a:lnTo>
                      <a:pt x="212" y="18"/>
                    </a:lnTo>
                    <a:lnTo>
                      <a:pt x="216" y="18"/>
                    </a:lnTo>
                    <a:lnTo>
                      <a:pt x="220" y="18"/>
                    </a:lnTo>
                    <a:lnTo>
                      <a:pt x="222" y="18"/>
                    </a:lnTo>
                    <a:lnTo>
                      <a:pt x="222" y="22"/>
                    </a:lnTo>
                    <a:lnTo>
                      <a:pt x="226" y="22"/>
                    </a:lnTo>
                    <a:lnTo>
                      <a:pt x="226" y="26"/>
                    </a:lnTo>
                    <a:lnTo>
                      <a:pt x="230" y="26"/>
                    </a:lnTo>
                    <a:lnTo>
                      <a:pt x="226" y="26"/>
                    </a:lnTo>
                    <a:lnTo>
                      <a:pt x="230" y="30"/>
                    </a:lnTo>
                    <a:lnTo>
                      <a:pt x="230" y="34"/>
                    </a:lnTo>
                    <a:lnTo>
                      <a:pt x="230" y="38"/>
                    </a:lnTo>
                    <a:lnTo>
                      <a:pt x="234" y="42"/>
                    </a:lnTo>
                    <a:lnTo>
                      <a:pt x="230" y="42"/>
                    </a:lnTo>
                    <a:lnTo>
                      <a:pt x="230" y="46"/>
                    </a:lnTo>
                    <a:lnTo>
                      <a:pt x="226" y="48"/>
                    </a:lnTo>
                    <a:lnTo>
                      <a:pt x="226" y="52"/>
                    </a:lnTo>
                    <a:lnTo>
                      <a:pt x="222" y="56"/>
                    </a:lnTo>
                    <a:lnTo>
                      <a:pt x="222" y="60"/>
                    </a:lnTo>
                    <a:lnTo>
                      <a:pt x="220" y="60"/>
                    </a:lnTo>
                    <a:lnTo>
                      <a:pt x="216" y="64"/>
                    </a:lnTo>
                    <a:lnTo>
                      <a:pt x="212" y="68"/>
                    </a:lnTo>
                    <a:lnTo>
                      <a:pt x="208" y="72"/>
                    </a:lnTo>
                    <a:lnTo>
                      <a:pt x="204" y="72"/>
                    </a:lnTo>
                    <a:lnTo>
                      <a:pt x="200" y="74"/>
                    </a:lnTo>
                    <a:lnTo>
                      <a:pt x="196" y="74"/>
                    </a:lnTo>
                    <a:lnTo>
                      <a:pt x="192" y="74"/>
                    </a:lnTo>
                    <a:lnTo>
                      <a:pt x="192" y="78"/>
                    </a:lnTo>
                    <a:lnTo>
                      <a:pt x="192" y="82"/>
                    </a:lnTo>
                    <a:lnTo>
                      <a:pt x="190" y="82"/>
                    </a:lnTo>
                    <a:lnTo>
                      <a:pt x="190" y="86"/>
                    </a:lnTo>
                    <a:lnTo>
                      <a:pt x="190" y="82"/>
                    </a:lnTo>
                    <a:lnTo>
                      <a:pt x="190" y="86"/>
                    </a:lnTo>
                    <a:lnTo>
                      <a:pt x="190" y="88"/>
                    </a:lnTo>
                    <a:lnTo>
                      <a:pt x="186" y="88"/>
                    </a:lnTo>
                    <a:lnTo>
                      <a:pt x="186" y="92"/>
                    </a:lnTo>
                    <a:lnTo>
                      <a:pt x="186" y="96"/>
                    </a:lnTo>
                    <a:lnTo>
                      <a:pt x="182" y="96"/>
                    </a:lnTo>
                    <a:lnTo>
                      <a:pt x="182" y="100"/>
                    </a:lnTo>
                    <a:lnTo>
                      <a:pt x="186" y="100"/>
                    </a:lnTo>
                    <a:lnTo>
                      <a:pt x="182" y="100"/>
                    </a:lnTo>
                    <a:lnTo>
                      <a:pt x="182" y="104"/>
                    </a:lnTo>
                    <a:lnTo>
                      <a:pt x="178" y="108"/>
                    </a:lnTo>
                    <a:lnTo>
                      <a:pt x="174" y="108"/>
                    </a:lnTo>
                    <a:lnTo>
                      <a:pt x="174" y="104"/>
                    </a:lnTo>
                    <a:lnTo>
                      <a:pt x="170" y="104"/>
                    </a:lnTo>
                    <a:lnTo>
                      <a:pt x="170" y="104"/>
                    </a:lnTo>
                    <a:lnTo>
                      <a:pt x="170" y="104"/>
                    </a:lnTo>
                    <a:close/>
                    <a:moveTo>
                      <a:pt x="18" y="38"/>
                    </a:moveTo>
                    <a:lnTo>
                      <a:pt x="14" y="38"/>
                    </a:lnTo>
                    <a:lnTo>
                      <a:pt x="14" y="34"/>
                    </a:lnTo>
                    <a:lnTo>
                      <a:pt x="18" y="34"/>
                    </a:lnTo>
                    <a:lnTo>
                      <a:pt x="22" y="34"/>
                    </a:lnTo>
                    <a:lnTo>
                      <a:pt x="22" y="38"/>
                    </a:lnTo>
                    <a:lnTo>
                      <a:pt x="18" y="38"/>
                    </a:lnTo>
                    <a:lnTo>
                      <a:pt x="18" y="38"/>
                    </a:lnTo>
                    <a:lnTo>
                      <a:pt x="18" y="38"/>
                    </a:lnTo>
                    <a:close/>
                    <a:moveTo>
                      <a:pt x="8" y="42"/>
                    </a:moveTo>
                    <a:lnTo>
                      <a:pt x="4" y="42"/>
                    </a:lnTo>
                    <a:lnTo>
                      <a:pt x="4" y="38"/>
                    </a:lnTo>
                    <a:lnTo>
                      <a:pt x="8" y="38"/>
                    </a:lnTo>
                    <a:lnTo>
                      <a:pt x="8" y="34"/>
                    </a:lnTo>
                    <a:lnTo>
                      <a:pt x="4" y="30"/>
                    </a:lnTo>
                    <a:lnTo>
                      <a:pt x="4" y="26"/>
                    </a:lnTo>
                    <a:lnTo>
                      <a:pt x="0" y="26"/>
                    </a:lnTo>
                    <a:lnTo>
                      <a:pt x="0" y="22"/>
                    </a:lnTo>
                    <a:lnTo>
                      <a:pt x="4" y="22"/>
                    </a:lnTo>
                    <a:lnTo>
                      <a:pt x="8" y="22"/>
                    </a:lnTo>
                    <a:lnTo>
                      <a:pt x="8" y="26"/>
                    </a:lnTo>
                    <a:lnTo>
                      <a:pt x="8" y="30"/>
                    </a:lnTo>
                    <a:lnTo>
                      <a:pt x="10" y="30"/>
                    </a:lnTo>
                    <a:lnTo>
                      <a:pt x="10" y="34"/>
                    </a:lnTo>
                    <a:lnTo>
                      <a:pt x="10" y="38"/>
                    </a:lnTo>
                    <a:lnTo>
                      <a:pt x="10" y="42"/>
                    </a:lnTo>
                    <a:lnTo>
                      <a:pt x="8" y="42"/>
                    </a:lnTo>
                    <a:lnTo>
                      <a:pt x="8" y="42"/>
                    </a:lnTo>
                    <a:lnTo>
                      <a:pt x="8" y="42"/>
                    </a:lnTo>
                    <a:close/>
                    <a:moveTo>
                      <a:pt x="14" y="30"/>
                    </a:moveTo>
                    <a:lnTo>
                      <a:pt x="10" y="30"/>
                    </a:lnTo>
                    <a:lnTo>
                      <a:pt x="10" y="26"/>
                    </a:lnTo>
                    <a:lnTo>
                      <a:pt x="14" y="26"/>
                    </a:lnTo>
                    <a:lnTo>
                      <a:pt x="14" y="30"/>
                    </a:lnTo>
                    <a:lnTo>
                      <a:pt x="14" y="30"/>
                    </a:lnTo>
                    <a:lnTo>
                      <a:pt x="14" y="30"/>
                    </a:lnTo>
                    <a:close/>
                    <a:moveTo>
                      <a:pt x="4" y="34"/>
                    </a:moveTo>
                    <a:lnTo>
                      <a:pt x="0" y="34"/>
                    </a:lnTo>
                    <a:lnTo>
                      <a:pt x="0" y="30"/>
                    </a:lnTo>
                    <a:lnTo>
                      <a:pt x="4" y="30"/>
                    </a:lnTo>
                    <a:lnTo>
                      <a:pt x="4" y="34"/>
                    </a:lnTo>
                    <a:lnTo>
                      <a:pt x="4" y="34"/>
                    </a:lnTo>
                    <a:lnTo>
                      <a:pt x="4" y="34"/>
                    </a:lnTo>
                    <a:close/>
                    <a:moveTo>
                      <a:pt x="30" y="42"/>
                    </a:moveTo>
                    <a:lnTo>
                      <a:pt x="30" y="38"/>
                    </a:lnTo>
                    <a:lnTo>
                      <a:pt x="34" y="38"/>
                    </a:lnTo>
                    <a:lnTo>
                      <a:pt x="34" y="42"/>
                    </a:lnTo>
                    <a:lnTo>
                      <a:pt x="30" y="42"/>
                    </a:lnTo>
                    <a:lnTo>
                      <a:pt x="30" y="42"/>
                    </a:lnTo>
                    <a:lnTo>
                      <a:pt x="30" y="42"/>
                    </a:lnTo>
                    <a:close/>
                    <a:moveTo>
                      <a:pt x="18" y="48"/>
                    </a:moveTo>
                    <a:lnTo>
                      <a:pt x="14" y="46"/>
                    </a:lnTo>
                    <a:lnTo>
                      <a:pt x="18" y="46"/>
                    </a:lnTo>
                    <a:lnTo>
                      <a:pt x="18" y="48"/>
                    </a:lnTo>
                    <a:lnTo>
                      <a:pt x="18" y="48"/>
                    </a:lnTo>
                    <a:lnTo>
                      <a:pt x="18" y="48"/>
                    </a:lnTo>
                    <a:close/>
                    <a:moveTo>
                      <a:pt x="164" y="74"/>
                    </a:moveTo>
                    <a:lnTo>
                      <a:pt x="160" y="74"/>
                    </a:lnTo>
                    <a:lnTo>
                      <a:pt x="160" y="72"/>
                    </a:lnTo>
                    <a:lnTo>
                      <a:pt x="164" y="72"/>
                    </a:lnTo>
                    <a:lnTo>
                      <a:pt x="166" y="72"/>
                    </a:lnTo>
                    <a:lnTo>
                      <a:pt x="164" y="74"/>
                    </a:lnTo>
                    <a:lnTo>
                      <a:pt x="164" y="74"/>
                    </a:lnTo>
                    <a:lnTo>
                      <a:pt x="164"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9" name="Freeform 183"/>
              <p:cNvSpPr>
                <a:spLocks/>
              </p:cNvSpPr>
              <p:nvPr/>
            </p:nvSpPr>
            <p:spPr bwMode="gray">
              <a:xfrm>
                <a:off x="3457235" y="4349206"/>
                <a:ext cx="73049" cy="107833"/>
              </a:xfrm>
              <a:custGeom>
                <a:avLst/>
                <a:gdLst>
                  <a:gd name="T0" fmla="*/ 4 w 42"/>
                  <a:gd name="T1" fmla="*/ 56 h 62"/>
                  <a:gd name="T2" fmla="*/ 4 w 42"/>
                  <a:gd name="T3" fmla="*/ 52 h 62"/>
                  <a:gd name="T4" fmla="*/ 4 w 42"/>
                  <a:gd name="T5" fmla="*/ 48 h 62"/>
                  <a:gd name="T6" fmla="*/ 4 w 42"/>
                  <a:gd name="T7" fmla="*/ 44 h 62"/>
                  <a:gd name="T8" fmla="*/ 8 w 42"/>
                  <a:gd name="T9" fmla="*/ 40 h 62"/>
                  <a:gd name="T10" fmla="*/ 8 w 42"/>
                  <a:gd name="T11" fmla="*/ 32 h 62"/>
                  <a:gd name="T12" fmla="*/ 4 w 42"/>
                  <a:gd name="T13" fmla="*/ 30 h 62"/>
                  <a:gd name="T14" fmla="*/ 0 w 42"/>
                  <a:gd name="T15" fmla="*/ 22 h 62"/>
                  <a:gd name="T16" fmla="*/ 0 w 42"/>
                  <a:gd name="T17" fmla="*/ 18 h 62"/>
                  <a:gd name="T18" fmla="*/ 0 w 42"/>
                  <a:gd name="T19" fmla="*/ 14 h 62"/>
                  <a:gd name="T20" fmla="*/ 4 w 42"/>
                  <a:gd name="T21" fmla="*/ 10 h 62"/>
                  <a:gd name="T22" fmla="*/ 4 w 42"/>
                  <a:gd name="T23" fmla="*/ 6 h 62"/>
                  <a:gd name="T24" fmla="*/ 8 w 42"/>
                  <a:gd name="T25" fmla="*/ 6 h 62"/>
                  <a:gd name="T26" fmla="*/ 8 w 42"/>
                  <a:gd name="T27" fmla="*/ 4 h 62"/>
                  <a:gd name="T28" fmla="*/ 8 w 42"/>
                  <a:gd name="T29" fmla="*/ 0 h 62"/>
                  <a:gd name="T30" fmla="*/ 12 w 42"/>
                  <a:gd name="T31" fmla="*/ 0 h 62"/>
                  <a:gd name="T32" fmla="*/ 16 w 42"/>
                  <a:gd name="T33" fmla="*/ 4 h 62"/>
                  <a:gd name="T34" fmla="*/ 20 w 42"/>
                  <a:gd name="T35" fmla="*/ 4 h 62"/>
                  <a:gd name="T36" fmla="*/ 24 w 42"/>
                  <a:gd name="T37" fmla="*/ 4 h 62"/>
                  <a:gd name="T38" fmla="*/ 28 w 42"/>
                  <a:gd name="T39" fmla="*/ 6 h 62"/>
                  <a:gd name="T40" fmla="*/ 30 w 42"/>
                  <a:gd name="T41" fmla="*/ 14 h 62"/>
                  <a:gd name="T42" fmla="*/ 38 w 42"/>
                  <a:gd name="T43" fmla="*/ 18 h 62"/>
                  <a:gd name="T44" fmla="*/ 38 w 42"/>
                  <a:gd name="T45" fmla="*/ 22 h 62"/>
                  <a:gd name="T46" fmla="*/ 38 w 42"/>
                  <a:gd name="T47" fmla="*/ 26 h 62"/>
                  <a:gd name="T48" fmla="*/ 38 w 42"/>
                  <a:gd name="T49" fmla="*/ 22 h 62"/>
                  <a:gd name="T50" fmla="*/ 38 w 42"/>
                  <a:gd name="T51" fmla="*/ 22 h 62"/>
                  <a:gd name="T52" fmla="*/ 38 w 42"/>
                  <a:gd name="T53" fmla="*/ 18 h 62"/>
                  <a:gd name="T54" fmla="*/ 42 w 42"/>
                  <a:gd name="T55" fmla="*/ 22 h 62"/>
                  <a:gd name="T56" fmla="*/ 42 w 42"/>
                  <a:gd name="T57" fmla="*/ 26 h 62"/>
                  <a:gd name="T58" fmla="*/ 42 w 42"/>
                  <a:gd name="T59" fmla="*/ 26 h 62"/>
                  <a:gd name="T60" fmla="*/ 42 w 42"/>
                  <a:gd name="T61" fmla="*/ 30 h 62"/>
                  <a:gd name="T62" fmla="*/ 42 w 42"/>
                  <a:gd name="T63" fmla="*/ 30 h 62"/>
                  <a:gd name="T64" fmla="*/ 38 w 42"/>
                  <a:gd name="T65" fmla="*/ 32 h 62"/>
                  <a:gd name="T66" fmla="*/ 38 w 42"/>
                  <a:gd name="T67" fmla="*/ 36 h 62"/>
                  <a:gd name="T68" fmla="*/ 34 w 42"/>
                  <a:gd name="T69" fmla="*/ 44 h 62"/>
                  <a:gd name="T70" fmla="*/ 30 w 42"/>
                  <a:gd name="T71" fmla="*/ 44 h 62"/>
                  <a:gd name="T72" fmla="*/ 30 w 42"/>
                  <a:gd name="T73" fmla="*/ 48 h 62"/>
                  <a:gd name="T74" fmla="*/ 30 w 42"/>
                  <a:gd name="T75" fmla="*/ 56 h 62"/>
                  <a:gd name="T76" fmla="*/ 28 w 42"/>
                  <a:gd name="T77" fmla="*/ 58 h 62"/>
                  <a:gd name="T78" fmla="*/ 24 w 42"/>
                  <a:gd name="T79" fmla="*/ 62 h 62"/>
                  <a:gd name="T80" fmla="*/ 24 w 42"/>
                  <a:gd name="T81" fmla="*/ 58 h 62"/>
                  <a:gd name="T82" fmla="*/ 20 w 42"/>
                  <a:gd name="T83" fmla="*/ 58 h 62"/>
                  <a:gd name="T84" fmla="*/ 20 w 42"/>
                  <a:gd name="T85" fmla="*/ 58 h 62"/>
                  <a:gd name="T86" fmla="*/ 12 w 42"/>
                  <a:gd name="T87" fmla="*/ 58 h 62"/>
                  <a:gd name="T88" fmla="*/ 8 w 42"/>
                  <a:gd name="T89" fmla="*/ 58 h 62"/>
                  <a:gd name="T90" fmla="*/ 4 w 42"/>
                  <a:gd name="T91" fmla="*/ 62 h 62"/>
                  <a:gd name="T92" fmla="*/ 0 w 42"/>
                  <a:gd name="T93" fmla="*/ 58 h 62"/>
                  <a:gd name="T94" fmla="*/ 0 w 42"/>
                  <a:gd name="T95" fmla="*/ 58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2" h="62">
                    <a:moveTo>
                      <a:pt x="0" y="58"/>
                    </a:moveTo>
                    <a:lnTo>
                      <a:pt x="0" y="58"/>
                    </a:lnTo>
                    <a:lnTo>
                      <a:pt x="0" y="56"/>
                    </a:lnTo>
                    <a:lnTo>
                      <a:pt x="4" y="56"/>
                    </a:lnTo>
                    <a:lnTo>
                      <a:pt x="4" y="56"/>
                    </a:lnTo>
                    <a:lnTo>
                      <a:pt x="4" y="56"/>
                    </a:lnTo>
                    <a:lnTo>
                      <a:pt x="4" y="52"/>
                    </a:lnTo>
                    <a:lnTo>
                      <a:pt x="4" y="52"/>
                    </a:lnTo>
                    <a:lnTo>
                      <a:pt x="4" y="52"/>
                    </a:lnTo>
                    <a:lnTo>
                      <a:pt x="4" y="52"/>
                    </a:lnTo>
                    <a:lnTo>
                      <a:pt x="4" y="52"/>
                    </a:lnTo>
                    <a:lnTo>
                      <a:pt x="4" y="48"/>
                    </a:lnTo>
                    <a:lnTo>
                      <a:pt x="4" y="48"/>
                    </a:lnTo>
                    <a:lnTo>
                      <a:pt x="4" y="44"/>
                    </a:lnTo>
                    <a:lnTo>
                      <a:pt x="4" y="44"/>
                    </a:lnTo>
                    <a:lnTo>
                      <a:pt x="4" y="44"/>
                    </a:lnTo>
                    <a:lnTo>
                      <a:pt x="4" y="44"/>
                    </a:lnTo>
                    <a:lnTo>
                      <a:pt x="8" y="40"/>
                    </a:lnTo>
                    <a:lnTo>
                      <a:pt x="8" y="40"/>
                    </a:lnTo>
                    <a:lnTo>
                      <a:pt x="8" y="40"/>
                    </a:lnTo>
                    <a:lnTo>
                      <a:pt x="8" y="40"/>
                    </a:lnTo>
                    <a:lnTo>
                      <a:pt x="8" y="36"/>
                    </a:lnTo>
                    <a:lnTo>
                      <a:pt x="8" y="36"/>
                    </a:lnTo>
                    <a:lnTo>
                      <a:pt x="8" y="32"/>
                    </a:lnTo>
                    <a:lnTo>
                      <a:pt x="8" y="32"/>
                    </a:lnTo>
                    <a:lnTo>
                      <a:pt x="4" y="32"/>
                    </a:lnTo>
                    <a:lnTo>
                      <a:pt x="4" y="30"/>
                    </a:lnTo>
                    <a:lnTo>
                      <a:pt x="4" y="30"/>
                    </a:lnTo>
                    <a:lnTo>
                      <a:pt x="4" y="26"/>
                    </a:lnTo>
                    <a:lnTo>
                      <a:pt x="4" y="26"/>
                    </a:lnTo>
                    <a:lnTo>
                      <a:pt x="0" y="22"/>
                    </a:lnTo>
                    <a:lnTo>
                      <a:pt x="0" y="22"/>
                    </a:lnTo>
                    <a:lnTo>
                      <a:pt x="0" y="22"/>
                    </a:lnTo>
                    <a:lnTo>
                      <a:pt x="0" y="22"/>
                    </a:lnTo>
                    <a:lnTo>
                      <a:pt x="0" y="22"/>
                    </a:lnTo>
                    <a:lnTo>
                      <a:pt x="0" y="18"/>
                    </a:lnTo>
                    <a:lnTo>
                      <a:pt x="0" y="18"/>
                    </a:lnTo>
                    <a:lnTo>
                      <a:pt x="0" y="18"/>
                    </a:lnTo>
                    <a:lnTo>
                      <a:pt x="0" y="18"/>
                    </a:lnTo>
                    <a:lnTo>
                      <a:pt x="0" y="14"/>
                    </a:lnTo>
                    <a:lnTo>
                      <a:pt x="0" y="14"/>
                    </a:lnTo>
                    <a:lnTo>
                      <a:pt x="0" y="10"/>
                    </a:lnTo>
                    <a:lnTo>
                      <a:pt x="4" y="10"/>
                    </a:lnTo>
                    <a:lnTo>
                      <a:pt x="4" y="10"/>
                    </a:lnTo>
                    <a:lnTo>
                      <a:pt x="4" y="10"/>
                    </a:lnTo>
                    <a:lnTo>
                      <a:pt x="4" y="10"/>
                    </a:lnTo>
                    <a:lnTo>
                      <a:pt x="4" y="6"/>
                    </a:lnTo>
                    <a:lnTo>
                      <a:pt x="4" y="6"/>
                    </a:lnTo>
                    <a:lnTo>
                      <a:pt x="4" y="6"/>
                    </a:lnTo>
                    <a:lnTo>
                      <a:pt x="4" y="6"/>
                    </a:lnTo>
                    <a:lnTo>
                      <a:pt x="4" y="6"/>
                    </a:lnTo>
                    <a:lnTo>
                      <a:pt x="8" y="6"/>
                    </a:lnTo>
                    <a:lnTo>
                      <a:pt x="8" y="6"/>
                    </a:lnTo>
                    <a:lnTo>
                      <a:pt x="8" y="6"/>
                    </a:lnTo>
                    <a:lnTo>
                      <a:pt x="8" y="6"/>
                    </a:lnTo>
                    <a:lnTo>
                      <a:pt x="8" y="4"/>
                    </a:lnTo>
                    <a:lnTo>
                      <a:pt x="8" y="4"/>
                    </a:lnTo>
                    <a:lnTo>
                      <a:pt x="8" y="4"/>
                    </a:lnTo>
                    <a:lnTo>
                      <a:pt x="8" y="4"/>
                    </a:lnTo>
                    <a:lnTo>
                      <a:pt x="8" y="0"/>
                    </a:lnTo>
                    <a:lnTo>
                      <a:pt x="8" y="0"/>
                    </a:lnTo>
                    <a:lnTo>
                      <a:pt x="8" y="0"/>
                    </a:lnTo>
                    <a:lnTo>
                      <a:pt x="8" y="0"/>
                    </a:lnTo>
                    <a:lnTo>
                      <a:pt x="12" y="0"/>
                    </a:lnTo>
                    <a:lnTo>
                      <a:pt x="12" y="0"/>
                    </a:lnTo>
                    <a:lnTo>
                      <a:pt x="12" y="0"/>
                    </a:lnTo>
                    <a:lnTo>
                      <a:pt x="16" y="4"/>
                    </a:lnTo>
                    <a:lnTo>
                      <a:pt x="16" y="4"/>
                    </a:lnTo>
                    <a:lnTo>
                      <a:pt x="16" y="4"/>
                    </a:lnTo>
                    <a:lnTo>
                      <a:pt x="16" y="4"/>
                    </a:lnTo>
                    <a:lnTo>
                      <a:pt x="16" y="4"/>
                    </a:lnTo>
                    <a:lnTo>
                      <a:pt x="20" y="4"/>
                    </a:lnTo>
                    <a:lnTo>
                      <a:pt x="20" y="4"/>
                    </a:lnTo>
                    <a:lnTo>
                      <a:pt x="24" y="4"/>
                    </a:lnTo>
                    <a:lnTo>
                      <a:pt x="24" y="4"/>
                    </a:lnTo>
                    <a:lnTo>
                      <a:pt x="24" y="4"/>
                    </a:lnTo>
                    <a:lnTo>
                      <a:pt x="24" y="6"/>
                    </a:lnTo>
                    <a:lnTo>
                      <a:pt x="28" y="6"/>
                    </a:lnTo>
                    <a:lnTo>
                      <a:pt x="28" y="6"/>
                    </a:lnTo>
                    <a:lnTo>
                      <a:pt x="28" y="6"/>
                    </a:lnTo>
                    <a:lnTo>
                      <a:pt x="28" y="10"/>
                    </a:lnTo>
                    <a:lnTo>
                      <a:pt x="30" y="10"/>
                    </a:lnTo>
                    <a:lnTo>
                      <a:pt x="30" y="14"/>
                    </a:lnTo>
                    <a:lnTo>
                      <a:pt x="30" y="14"/>
                    </a:lnTo>
                    <a:lnTo>
                      <a:pt x="34" y="14"/>
                    </a:lnTo>
                    <a:lnTo>
                      <a:pt x="34" y="18"/>
                    </a:lnTo>
                    <a:lnTo>
                      <a:pt x="38" y="18"/>
                    </a:lnTo>
                    <a:lnTo>
                      <a:pt x="38" y="18"/>
                    </a:lnTo>
                    <a:lnTo>
                      <a:pt x="38" y="18"/>
                    </a:lnTo>
                    <a:lnTo>
                      <a:pt x="38" y="18"/>
                    </a:lnTo>
                    <a:lnTo>
                      <a:pt x="38" y="22"/>
                    </a:lnTo>
                    <a:lnTo>
                      <a:pt x="38" y="22"/>
                    </a:lnTo>
                    <a:lnTo>
                      <a:pt x="38" y="22"/>
                    </a:lnTo>
                    <a:lnTo>
                      <a:pt x="38" y="22"/>
                    </a:lnTo>
                    <a:lnTo>
                      <a:pt x="38" y="22"/>
                    </a:lnTo>
                    <a:lnTo>
                      <a:pt x="38" y="26"/>
                    </a:lnTo>
                    <a:lnTo>
                      <a:pt x="38" y="26"/>
                    </a:lnTo>
                    <a:lnTo>
                      <a:pt x="38" y="26"/>
                    </a:lnTo>
                    <a:lnTo>
                      <a:pt x="38" y="22"/>
                    </a:lnTo>
                    <a:lnTo>
                      <a:pt x="38" y="22"/>
                    </a:lnTo>
                    <a:lnTo>
                      <a:pt x="38" y="22"/>
                    </a:lnTo>
                    <a:lnTo>
                      <a:pt x="38" y="22"/>
                    </a:lnTo>
                    <a:lnTo>
                      <a:pt x="38" y="22"/>
                    </a:lnTo>
                    <a:lnTo>
                      <a:pt x="38" y="22"/>
                    </a:lnTo>
                    <a:lnTo>
                      <a:pt x="38" y="22"/>
                    </a:lnTo>
                    <a:lnTo>
                      <a:pt x="38" y="18"/>
                    </a:lnTo>
                    <a:lnTo>
                      <a:pt x="38" y="18"/>
                    </a:lnTo>
                    <a:lnTo>
                      <a:pt x="38" y="18"/>
                    </a:lnTo>
                    <a:lnTo>
                      <a:pt x="38" y="18"/>
                    </a:lnTo>
                    <a:lnTo>
                      <a:pt x="38" y="18"/>
                    </a:lnTo>
                    <a:lnTo>
                      <a:pt x="42" y="22"/>
                    </a:lnTo>
                    <a:lnTo>
                      <a:pt x="42" y="22"/>
                    </a:lnTo>
                    <a:lnTo>
                      <a:pt x="42" y="22"/>
                    </a:lnTo>
                    <a:lnTo>
                      <a:pt x="42" y="22"/>
                    </a:lnTo>
                    <a:lnTo>
                      <a:pt x="42" y="22"/>
                    </a:lnTo>
                    <a:lnTo>
                      <a:pt x="42" y="26"/>
                    </a:lnTo>
                    <a:lnTo>
                      <a:pt x="42" y="26"/>
                    </a:lnTo>
                    <a:lnTo>
                      <a:pt x="42" y="26"/>
                    </a:lnTo>
                    <a:lnTo>
                      <a:pt x="42" y="26"/>
                    </a:lnTo>
                    <a:lnTo>
                      <a:pt x="42" y="26"/>
                    </a:lnTo>
                    <a:lnTo>
                      <a:pt x="42" y="26"/>
                    </a:lnTo>
                    <a:lnTo>
                      <a:pt x="42" y="30"/>
                    </a:lnTo>
                    <a:lnTo>
                      <a:pt x="42" y="30"/>
                    </a:lnTo>
                    <a:lnTo>
                      <a:pt x="42" y="30"/>
                    </a:lnTo>
                    <a:lnTo>
                      <a:pt x="42" y="30"/>
                    </a:lnTo>
                    <a:lnTo>
                      <a:pt x="42" y="30"/>
                    </a:lnTo>
                    <a:lnTo>
                      <a:pt x="42" y="30"/>
                    </a:lnTo>
                    <a:lnTo>
                      <a:pt x="42" y="30"/>
                    </a:lnTo>
                    <a:lnTo>
                      <a:pt x="42" y="30"/>
                    </a:lnTo>
                    <a:lnTo>
                      <a:pt x="38" y="30"/>
                    </a:lnTo>
                    <a:lnTo>
                      <a:pt x="38" y="32"/>
                    </a:lnTo>
                    <a:lnTo>
                      <a:pt x="38" y="32"/>
                    </a:lnTo>
                    <a:lnTo>
                      <a:pt x="38" y="32"/>
                    </a:lnTo>
                    <a:lnTo>
                      <a:pt x="38" y="32"/>
                    </a:lnTo>
                    <a:lnTo>
                      <a:pt x="38" y="36"/>
                    </a:lnTo>
                    <a:lnTo>
                      <a:pt x="38" y="36"/>
                    </a:lnTo>
                    <a:lnTo>
                      <a:pt x="38" y="36"/>
                    </a:lnTo>
                    <a:lnTo>
                      <a:pt x="34" y="40"/>
                    </a:lnTo>
                    <a:lnTo>
                      <a:pt x="34" y="40"/>
                    </a:lnTo>
                    <a:lnTo>
                      <a:pt x="34" y="44"/>
                    </a:lnTo>
                    <a:lnTo>
                      <a:pt x="34" y="44"/>
                    </a:lnTo>
                    <a:lnTo>
                      <a:pt x="34" y="44"/>
                    </a:lnTo>
                    <a:lnTo>
                      <a:pt x="30" y="44"/>
                    </a:lnTo>
                    <a:lnTo>
                      <a:pt x="30" y="44"/>
                    </a:lnTo>
                    <a:lnTo>
                      <a:pt x="30" y="44"/>
                    </a:lnTo>
                    <a:lnTo>
                      <a:pt x="30" y="48"/>
                    </a:lnTo>
                    <a:lnTo>
                      <a:pt x="30" y="48"/>
                    </a:lnTo>
                    <a:lnTo>
                      <a:pt x="30" y="48"/>
                    </a:lnTo>
                    <a:lnTo>
                      <a:pt x="30" y="52"/>
                    </a:lnTo>
                    <a:lnTo>
                      <a:pt x="30" y="52"/>
                    </a:lnTo>
                    <a:lnTo>
                      <a:pt x="30" y="52"/>
                    </a:lnTo>
                    <a:lnTo>
                      <a:pt x="30" y="56"/>
                    </a:lnTo>
                    <a:lnTo>
                      <a:pt x="30" y="56"/>
                    </a:lnTo>
                    <a:lnTo>
                      <a:pt x="30" y="56"/>
                    </a:lnTo>
                    <a:lnTo>
                      <a:pt x="28" y="56"/>
                    </a:lnTo>
                    <a:lnTo>
                      <a:pt x="28" y="58"/>
                    </a:lnTo>
                    <a:lnTo>
                      <a:pt x="28" y="58"/>
                    </a:lnTo>
                    <a:lnTo>
                      <a:pt x="24" y="58"/>
                    </a:lnTo>
                    <a:lnTo>
                      <a:pt x="24" y="58"/>
                    </a:lnTo>
                    <a:lnTo>
                      <a:pt x="24" y="62"/>
                    </a:lnTo>
                    <a:lnTo>
                      <a:pt x="24" y="62"/>
                    </a:lnTo>
                    <a:lnTo>
                      <a:pt x="24" y="58"/>
                    </a:lnTo>
                    <a:lnTo>
                      <a:pt x="24" y="58"/>
                    </a:lnTo>
                    <a:lnTo>
                      <a:pt x="24" y="58"/>
                    </a:lnTo>
                    <a:lnTo>
                      <a:pt x="20" y="58"/>
                    </a:lnTo>
                    <a:lnTo>
                      <a:pt x="20" y="58"/>
                    </a:lnTo>
                    <a:lnTo>
                      <a:pt x="20" y="58"/>
                    </a:lnTo>
                    <a:lnTo>
                      <a:pt x="20" y="58"/>
                    </a:lnTo>
                    <a:lnTo>
                      <a:pt x="20" y="58"/>
                    </a:lnTo>
                    <a:lnTo>
                      <a:pt x="20" y="58"/>
                    </a:lnTo>
                    <a:lnTo>
                      <a:pt x="20" y="58"/>
                    </a:lnTo>
                    <a:lnTo>
                      <a:pt x="20" y="58"/>
                    </a:lnTo>
                    <a:lnTo>
                      <a:pt x="16" y="58"/>
                    </a:lnTo>
                    <a:lnTo>
                      <a:pt x="16" y="58"/>
                    </a:lnTo>
                    <a:lnTo>
                      <a:pt x="12" y="58"/>
                    </a:lnTo>
                    <a:lnTo>
                      <a:pt x="12" y="58"/>
                    </a:lnTo>
                    <a:lnTo>
                      <a:pt x="12" y="58"/>
                    </a:lnTo>
                    <a:lnTo>
                      <a:pt x="12" y="58"/>
                    </a:lnTo>
                    <a:lnTo>
                      <a:pt x="12" y="58"/>
                    </a:lnTo>
                    <a:lnTo>
                      <a:pt x="8" y="58"/>
                    </a:lnTo>
                    <a:lnTo>
                      <a:pt x="8" y="58"/>
                    </a:lnTo>
                    <a:lnTo>
                      <a:pt x="8" y="58"/>
                    </a:lnTo>
                    <a:lnTo>
                      <a:pt x="8" y="62"/>
                    </a:lnTo>
                    <a:lnTo>
                      <a:pt x="4" y="62"/>
                    </a:lnTo>
                    <a:lnTo>
                      <a:pt x="0" y="58"/>
                    </a:lnTo>
                    <a:lnTo>
                      <a:pt x="0" y="58"/>
                    </a:lnTo>
                    <a:lnTo>
                      <a:pt x="0" y="58"/>
                    </a:lnTo>
                    <a:lnTo>
                      <a:pt x="0" y="58"/>
                    </a:lnTo>
                    <a:lnTo>
                      <a:pt x="0" y="58"/>
                    </a:lnTo>
                    <a:lnTo>
                      <a:pt x="0" y="58"/>
                    </a:lnTo>
                    <a:lnTo>
                      <a:pt x="0" y="58"/>
                    </a:lnTo>
                    <a:lnTo>
                      <a:pt x="0" y="58"/>
                    </a:lnTo>
                    <a:lnTo>
                      <a:pt x="0" y="5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0" name="Freeform 184"/>
              <p:cNvSpPr>
                <a:spLocks/>
              </p:cNvSpPr>
              <p:nvPr/>
            </p:nvSpPr>
            <p:spPr bwMode="gray">
              <a:xfrm>
                <a:off x="3290265" y="4265723"/>
                <a:ext cx="121748" cy="219144"/>
              </a:xfrm>
              <a:custGeom>
                <a:avLst/>
                <a:gdLst>
                  <a:gd name="T0" fmla="*/ 48 w 70"/>
                  <a:gd name="T1" fmla="*/ 32 h 126"/>
                  <a:gd name="T2" fmla="*/ 52 w 70"/>
                  <a:gd name="T3" fmla="*/ 36 h 126"/>
                  <a:gd name="T4" fmla="*/ 56 w 70"/>
                  <a:gd name="T5" fmla="*/ 40 h 126"/>
                  <a:gd name="T6" fmla="*/ 60 w 70"/>
                  <a:gd name="T7" fmla="*/ 44 h 126"/>
                  <a:gd name="T8" fmla="*/ 60 w 70"/>
                  <a:gd name="T9" fmla="*/ 56 h 126"/>
                  <a:gd name="T10" fmla="*/ 60 w 70"/>
                  <a:gd name="T11" fmla="*/ 58 h 126"/>
                  <a:gd name="T12" fmla="*/ 56 w 70"/>
                  <a:gd name="T13" fmla="*/ 58 h 126"/>
                  <a:gd name="T14" fmla="*/ 52 w 70"/>
                  <a:gd name="T15" fmla="*/ 62 h 126"/>
                  <a:gd name="T16" fmla="*/ 48 w 70"/>
                  <a:gd name="T17" fmla="*/ 66 h 126"/>
                  <a:gd name="T18" fmla="*/ 48 w 70"/>
                  <a:gd name="T19" fmla="*/ 74 h 126"/>
                  <a:gd name="T20" fmla="*/ 48 w 70"/>
                  <a:gd name="T21" fmla="*/ 78 h 126"/>
                  <a:gd name="T22" fmla="*/ 48 w 70"/>
                  <a:gd name="T23" fmla="*/ 82 h 126"/>
                  <a:gd name="T24" fmla="*/ 52 w 70"/>
                  <a:gd name="T25" fmla="*/ 86 h 126"/>
                  <a:gd name="T26" fmla="*/ 52 w 70"/>
                  <a:gd name="T27" fmla="*/ 88 h 126"/>
                  <a:gd name="T28" fmla="*/ 60 w 70"/>
                  <a:gd name="T29" fmla="*/ 92 h 126"/>
                  <a:gd name="T30" fmla="*/ 60 w 70"/>
                  <a:gd name="T31" fmla="*/ 96 h 126"/>
                  <a:gd name="T32" fmla="*/ 64 w 70"/>
                  <a:gd name="T33" fmla="*/ 108 h 126"/>
                  <a:gd name="T34" fmla="*/ 70 w 70"/>
                  <a:gd name="T35" fmla="*/ 114 h 126"/>
                  <a:gd name="T36" fmla="*/ 68 w 70"/>
                  <a:gd name="T37" fmla="*/ 114 h 126"/>
                  <a:gd name="T38" fmla="*/ 60 w 70"/>
                  <a:gd name="T39" fmla="*/ 112 h 126"/>
                  <a:gd name="T40" fmla="*/ 60 w 70"/>
                  <a:gd name="T41" fmla="*/ 112 h 126"/>
                  <a:gd name="T42" fmla="*/ 56 w 70"/>
                  <a:gd name="T43" fmla="*/ 118 h 126"/>
                  <a:gd name="T44" fmla="*/ 52 w 70"/>
                  <a:gd name="T45" fmla="*/ 118 h 126"/>
                  <a:gd name="T46" fmla="*/ 44 w 70"/>
                  <a:gd name="T47" fmla="*/ 122 h 126"/>
                  <a:gd name="T48" fmla="*/ 40 w 70"/>
                  <a:gd name="T49" fmla="*/ 122 h 126"/>
                  <a:gd name="T50" fmla="*/ 38 w 70"/>
                  <a:gd name="T51" fmla="*/ 126 h 126"/>
                  <a:gd name="T52" fmla="*/ 34 w 70"/>
                  <a:gd name="T53" fmla="*/ 126 h 126"/>
                  <a:gd name="T54" fmla="*/ 30 w 70"/>
                  <a:gd name="T55" fmla="*/ 118 h 126"/>
                  <a:gd name="T56" fmla="*/ 26 w 70"/>
                  <a:gd name="T57" fmla="*/ 114 h 126"/>
                  <a:gd name="T58" fmla="*/ 22 w 70"/>
                  <a:gd name="T59" fmla="*/ 108 h 126"/>
                  <a:gd name="T60" fmla="*/ 22 w 70"/>
                  <a:gd name="T61" fmla="*/ 104 h 126"/>
                  <a:gd name="T62" fmla="*/ 18 w 70"/>
                  <a:gd name="T63" fmla="*/ 96 h 126"/>
                  <a:gd name="T64" fmla="*/ 22 w 70"/>
                  <a:gd name="T65" fmla="*/ 88 h 126"/>
                  <a:gd name="T66" fmla="*/ 26 w 70"/>
                  <a:gd name="T67" fmla="*/ 82 h 126"/>
                  <a:gd name="T68" fmla="*/ 26 w 70"/>
                  <a:gd name="T69" fmla="*/ 70 h 126"/>
                  <a:gd name="T70" fmla="*/ 18 w 70"/>
                  <a:gd name="T71" fmla="*/ 70 h 126"/>
                  <a:gd name="T72" fmla="*/ 18 w 70"/>
                  <a:gd name="T73" fmla="*/ 66 h 126"/>
                  <a:gd name="T74" fmla="*/ 18 w 70"/>
                  <a:gd name="T75" fmla="*/ 58 h 126"/>
                  <a:gd name="T76" fmla="*/ 14 w 70"/>
                  <a:gd name="T77" fmla="*/ 58 h 126"/>
                  <a:gd name="T78" fmla="*/ 12 w 70"/>
                  <a:gd name="T79" fmla="*/ 58 h 126"/>
                  <a:gd name="T80" fmla="*/ 0 w 70"/>
                  <a:gd name="T81" fmla="*/ 44 h 126"/>
                  <a:gd name="T82" fmla="*/ 4 w 70"/>
                  <a:gd name="T83" fmla="*/ 40 h 126"/>
                  <a:gd name="T84" fmla="*/ 4 w 70"/>
                  <a:gd name="T85" fmla="*/ 32 h 126"/>
                  <a:gd name="T86" fmla="*/ 12 w 70"/>
                  <a:gd name="T87" fmla="*/ 32 h 126"/>
                  <a:gd name="T88" fmla="*/ 12 w 70"/>
                  <a:gd name="T89" fmla="*/ 30 h 126"/>
                  <a:gd name="T90" fmla="*/ 14 w 70"/>
                  <a:gd name="T91" fmla="*/ 26 h 126"/>
                  <a:gd name="T92" fmla="*/ 12 w 70"/>
                  <a:gd name="T93" fmla="*/ 26 h 126"/>
                  <a:gd name="T94" fmla="*/ 12 w 70"/>
                  <a:gd name="T95" fmla="*/ 22 h 126"/>
                  <a:gd name="T96" fmla="*/ 12 w 70"/>
                  <a:gd name="T97" fmla="*/ 18 h 126"/>
                  <a:gd name="T98" fmla="*/ 12 w 70"/>
                  <a:gd name="T99" fmla="*/ 14 h 126"/>
                  <a:gd name="T100" fmla="*/ 18 w 70"/>
                  <a:gd name="T101" fmla="*/ 10 h 126"/>
                  <a:gd name="T102" fmla="*/ 22 w 70"/>
                  <a:gd name="T103" fmla="*/ 6 h 126"/>
                  <a:gd name="T104" fmla="*/ 18 w 70"/>
                  <a:gd name="T105" fmla="*/ 0 h 126"/>
                  <a:gd name="T106" fmla="*/ 22 w 70"/>
                  <a:gd name="T107" fmla="*/ 4 h 126"/>
                  <a:gd name="T108" fmla="*/ 26 w 70"/>
                  <a:gd name="T109" fmla="*/ 4 h 126"/>
                  <a:gd name="T110" fmla="*/ 34 w 70"/>
                  <a:gd name="T111" fmla="*/ 10 h 126"/>
                  <a:gd name="T112" fmla="*/ 38 w 70"/>
                  <a:gd name="T113" fmla="*/ 18 h 126"/>
                  <a:gd name="T114" fmla="*/ 40 w 70"/>
                  <a:gd name="T115" fmla="*/ 26 h 126"/>
                  <a:gd name="T116" fmla="*/ 40 w 70"/>
                  <a:gd name="T117" fmla="*/ 30 h 126"/>
                  <a:gd name="T118" fmla="*/ 40 w 70"/>
                  <a:gd name="T119" fmla="*/ 36 h 126"/>
                  <a:gd name="T120" fmla="*/ 40 w 70"/>
                  <a:gd name="T121" fmla="*/ 32 h 126"/>
                  <a:gd name="T122" fmla="*/ 44 w 70"/>
                  <a:gd name="T123" fmla="*/ 3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0" h="126">
                    <a:moveTo>
                      <a:pt x="44" y="30"/>
                    </a:moveTo>
                    <a:lnTo>
                      <a:pt x="44" y="30"/>
                    </a:lnTo>
                    <a:lnTo>
                      <a:pt x="48" y="30"/>
                    </a:lnTo>
                    <a:lnTo>
                      <a:pt x="48" y="30"/>
                    </a:lnTo>
                    <a:lnTo>
                      <a:pt x="48" y="30"/>
                    </a:lnTo>
                    <a:lnTo>
                      <a:pt x="48" y="32"/>
                    </a:lnTo>
                    <a:lnTo>
                      <a:pt x="48" y="32"/>
                    </a:lnTo>
                    <a:lnTo>
                      <a:pt x="48" y="32"/>
                    </a:lnTo>
                    <a:lnTo>
                      <a:pt x="48" y="32"/>
                    </a:lnTo>
                    <a:lnTo>
                      <a:pt x="48" y="32"/>
                    </a:lnTo>
                    <a:lnTo>
                      <a:pt x="52" y="32"/>
                    </a:lnTo>
                    <a:lnTo>
                      <a:pt x="52" y="36"/>
                    </a:lnTo>
                    <a:lnTo>
                      <a:pt x="52" y="36"/>
                    </a:lnTo>
                    <a:lnTo>
                      <a:pt x="56" y="40"/>
                    </a:lnTo>
                    <a:lnTo>
                      <a:pt x="56" y="40"/>
                    </a:lnTo>
                    <a:lnTo>
                      <a:pt x="56" y="36"/>
                    </a:lnTo>
                    <a:lnTo>
                      <a:pt x="56" y="36"/>
                    </a:lnTo>
                    <a:lnTo>
                      <a:pt x="56" y="40"/>
                    </a:lnTo>
                    <a:lnTo>
                      <a:pt x="56" y="40"/>
                    </a:lnTo>
                    <a:lnTo>
                      <a:pt x="60" y="40"/>
                    </a:lnTo>
                    <a:lnTo>
                      <a:pt x="60" y="40"/>
                    </a:lnTo>
                    <a:lnTo>
                      <a:pt x="60" y="40"/>
                    </a:lnTo>
                    <a:lnTo>
                      <a:pt x="60" y="40"/>
                    </a:lnTo>
                    <a:lnTo>
                      <a:pt x="60" y="44"/>
                    </a:lnTo>
                    <a:lnTo>
                      <a:pt x="60" y="44"/>
                    </a:lnTo>
                    <a:lnTo>
                      <a:pt x="60" y="52"/>
                    </a:lnTo>
                    <a:lnTo>
                      <a:pt x="60" y="52"/>
                    </a:lnTo>
                    <a:lnTo>
                      <a:pt x="60" y="52"/>
                    </a:lnTo>
                    <a:lnTo>
                      <a:pt x="60" y="52"/>
                    </a:lnTo>
                    <a:lnTo>
                      <a:pt x="60" y="56"/>
                    </a:lnTo>
                    <a:lnTo>
                      <a:pt x="60" y="56"/>
                    </a:lnTo>
                    <a:lnTo>
                      <a:pt x="56" y="56"/>
                    </a:lnTo>
                    <a:lnTo>
                      <a:pt x="60" y="58"/>
                    </a:lnTo>
                    <a:lnTo>
                      <a:pt x="60" y="58"/>
                    </a:lnTo>
                    <a:lnTo>
                      <a:pt x="60" y="56"/>
                    </a:lnTo>
                    <a:lnTo>
                      <a:pt x="60" y="58"/>
                    </a:lnTo>
                    <a:lnTo>
                      <a:pt x="60" y="58"/>
                    </a:lnTo>
                    <a:lnTo>
                      <a:pt x="60" y="58"/>
                    </a:lnTo>
                    <a:lnTo>
                      <a:pt x="60" y="58"/>
                    </a:lnTo>
                    <a:lnTo>
                      <a:pt x="60" y="58"/>
                    </a:lnTo>
                    <a:lnTo>
                      <a:pt x="60" y="58"/>
                    </a:lnTo>
                    <a:lnTo>
                      <a:pt x="56" y="58"/>
                    </a:lnTo>
                    <a:lnTo>
                      <a:pt x="56" y="58"/>
                    </a:lnTo>
                    <a:lnTo>
                      <a:pt x="56" y="62"/>
                    </a:lnTo>
                    <a:lnTo>
                      <a:pt x="56" y="62"/>
                    </a:lnTo>
                    <a:lnTo>
                      <a:pt x="52" y="62"/>
                    </a:lnTo>
                    <a:lnTo>
                      <a:pt x="52" y="62"/>
                    </a:lnTo>
                    <a:lnTo>
                      <a:pt x="52" y="62"/>
                    </a:lnTo>
                    <a:lnTo>
                      <a:pt x="52" y="62"/>
                    </a:lnTo>
                    <a:lnTo>
                      <a:pt x="48" y="62"/>
                    </a:lnTo>
                    <a:lnTo>
                      <a:pt x="48" y="62"/>
                    </a:lnTo>
                    <a:lnTo>
                      <a:pt x="48" y="66"/>
                    </a:lnTo>
                    <a:lnTo>
                      <a:pt x="48" y="66"/>
                    </a:lnTo>
                    <a:lnTo>
                      <a:pt x="48" y="66"/>
                    </a:lnTo>
                    <a:lnTo>
                      <a:pt x="52" y="66"/>
                    </a:lnTo>
                    <a:lnTo>
                      <a:pt x="48" y="66"/>
                    </a:lnTo>
                    <a:lnTo>
                      <a:pt x="48" y="70"/>
                    </a:lnTo>
                    <a:lnTo>
                      <a:pt x="48" y="74"/>
                    </a:lnTo>
                    <a:lnTo>
                      <a:pt x="48" y="74"/>
                    </a:lnTo>
                    <a:lnTo>
                      <a:pt x="48" y="74"/>
                    </a:lnTo>
                    <a:lnTo>
                      <a:pt x="48" y="74"/>
                    </a:lnTo>
                    <a:lnTo>
                      <a:pt x="48" y="74"/>
                    </a:lnTo>
                    <a:lnTo>
                      <a:pt x="48" y="74"/>
                    </a:lnTo>
                    <a:lnTo>
                      <a:pt x="48" y="74"/>
                    </a:lnTo>
                    <a:lnTo>
                      <a:pt x="48" y="78"/>
                    </a:lnTo>
                    <a:lnTo>
                      <a:pt x="48" y="78"/>
                    </a:lnTo>
                    <a:lnTo>
                      <a:pt x="48" y="78"/>
                    </a:lnTo>
                    <a:lnTo>
                      <a:pt x="48" y="82"/>
                    </a:lnTo>
                    <a:lnTo>
                      <a:pt x="48" y="82"/>
                    </a:lnTo>
                    <a:lnTo>
                      <a:pt x="48" y="82"/>
                    </a:lnTo>
                    <a:lnTo>
                      <a:pt x="48" y="82"/>
                    </a:lnTo>
                    <a:lnTo>
                      <a:pt x="48" y="82"/>
                    </a:lnTo>
                    <a:lnTo>
                      <a:pt x="48" y="82"/>
                    </a:lnTo>
                    <a:lnTo>
                      <a:pt x="48" y="86"/>
                    </a:lnTo>
                    <a:lnTo>
                      <a:pt x="52" y="86"/>
                    </a:lnTo>
                    <a:lnTo>
                      <a:pt x="52" y="86"/>
                    </a:lnTo>
                    <a:lnTo>
                      <a:pt x="52" y="86"/>
                    </a:lnTo>
                    <a:lnTo>
                      <a:pt x="52" y="86"/>
                    </a:lnTo>
                    <a:lnTo>
                      <a:pt x="52" y="86"/>
                    </a:lnTo>
                    <a:lnTo>
                      <a:pt x="52" y="86"/>
                    </a:lnTo>
                    <a:lnTo>
                      <a:pt x="52" y="88"/>
                    </a:lnTo>
                    <a:lnTo>
                      <a:pt x="52" y="88"/>
                    </a:lnTo>
                    <a:lnTo>
                      <a:pt x="52" y="88"/>
                    </a:lnTo>
                    <a:lnTo>
                      <a:pt x="52" y="88"/>
                    </a:lnTo>
                    <a:lnTo>
                      <a:pt x="56" y="88"/>
                    </a:lnTo>
                    <a:lnTo>
                      <a:pt x="56" y="88"/>
                    </a:lnTo>
                    <a:lnTo>
                      <a:pt x="60" y="88"/>
                    </a:lnTo>
                    <a:lnTo>
                      <a:pt x="60" y="88"/>
                    </a:lnTo>
                    <a:lnTo>
                      <a:pt x="60" y="92"/>
                    </a:lnTo>
                    <a:lnTo>
                      <a:pt x="60" y="92"/>
                    </a:lnTo>
                    <a:lnTo>
                      <a:pt x="60" y="92"/>
                    </a:lnTo>
                    <a:lnTo>
                      <a:pt x="60" y="92"/>
                    </a:lnTo>
                    <a:lnTo>
                      <a:pt x="60" y="92"/>
                    </a:lnTo>
                    <a:lnTo>
                      <a:pt x="60" y="96"/>
                    </a:lnTo>
                    <a:lnTo>
                      <a:pt x="60" y="96"/>
                    </a:lnTo>
                    <a:lnTo>
                      <a:pt x="60" y="96"/>
                    </a:lnTo>
                    <a:lnTo>
                      <a:pt x="60" y="100"/>
                    </a:lnTo>
                    <a:lnTo>
                      <a:pt x="60" y="100"/>
                    </a:lnTo>
                    <a:lnTo>
                      <a:pt x="64" y="104"/>
                    </a:lnTo>
                    <a:lnTo>
                      <a:pt x="64" y="104"/>
                    </a:lnTo>
                    <a:lnTo>
                      <a:pt x="64" y="108"/>
                    </a:lnTo>
                    <a:lnTo>
                      <a:pt x="64" y="108"/>
                    </a:lnTo>
                    <a:lnTo>
                      <a:pt x="68" y="112"/>
                    </a:lnTo>
                    <a:lnTo>
                      <a:pt x="68" y="112"/>
                    </a:lnTo>
                    <a:lnTo>
                      <a:pt x="68" y="112"/>
                    </a:lnTo>
                    <a:lnTo>
                      <a:pt x="68" y="112"/>
                    </a:lnTo>
                    <a:lnTo>
                      <a:pt x="68" y="112"/>
                    </a:lnTo>
                    <a:lnTo>
                      <a:pt x="70" y="114"/>
                    </a:lnTo>
                    <a:lnTo>
                      <a:pt x="70" y="114"/>
                    </a:lnTo>
                    <a:lnTo>
                      <a:pt x="68" y="114"/>
                    </a:lnTo>
                    <a:lnTo>
                      <a:pt x="68" y="114"/>
                    </a:lnTo>
                    <a:lnTo>
                      <a:pt x="68" y="114"/>
                    </a:lnTo>
                    <a:lnTo>
                      <a:pt x="68" y="114"/>
                    </a:lnTo>
                    <a:lnTo>
                      <a:pt x="68" y="114"/>
                    </a:lnTo>
                    <a:lnTo>
                      <a:pt x="68" y="114"/>
                    </a:lnTo>
                    <a:lnTo>
                      <a:pt x="68" y="114"/>
                    </a:lnTo>
                    <a:lnTo>
                      <a:pt x="64" y="114"/>
                    </a:lnTo>
                    <a:lnTo>
                      <a:pt x="64" y="114"/>
                    </a:lnTo>
                    <a:lnTo>
                      <a:pt x="64" y="114"/>
                    </a:lnTo>
                    <a:lnTo>
                      <a:pt x="60" y="112"/>
                    </a:lnTo>
                    <a:lnTo>
                      <a:pt x="60" y="112"/>
                    </a:lnTo>
                    <a:lnTo>
                      <a:pt x="60" y="112"/>
                    </a:lnTo>
                    <a:lnTo>
                      <a:pt x="60" y="112"/>
                    </a:lnTo>
                    <a:lnTo>
                      <a:pt x="60" y="112"/>
                    </a:lnTo>
                    <a:lnTo>
                      <a:pt x="60" y="114"/>
                    </a:lnTo>
                    <a:lnTo>
                      <a:pt x="60" y="112"/>
                    </a:lnTo>
                    <a:lnTo>
                      <a:pt x="60" y="112"/>
                    </a:lnTo>
                    <a:lnTo>
                      <a:pt x="56" y="112"/>
                    </a:lnTo>
                    <a:lnTo>
                      <a:pt x="56" y="114"/>
                    </a:lnTo>
                    <a:lnTo>
                      <a:pt x="56" y="114"/>
                    </a:lnTo>
                    <a:lnTo>
                      <a:pt x="56" y="114"/>
                    </a:lnTo>
                    <a:lnTo>
                      <a:pt x="56" y="118"/>
                    </a:lnTo>
                    <a:lnTo>
                      <a:pt x="56" y="118"/>
                    </a:lnTo>
                    <a:lnTo>
                      <a:pt x="56" y="118"/>
                    </a:lnTo>
                    <a:lnTo>
                      <a:pt x="52" y="118"/>
                    </a:lnTo>
                    <a:lnTo>
                      <a:pt x="52" y="118"/>
                    </a:lnTo>
                    <a:lnTo>
                      <a:pt x="52" y="118"/>
                    </a:lnTo>
                    <a:lnTo>
                      <a:pt x="52" y="118"/>
                    </a:lnTo>
                    <a:lnTo>
                      <a:pt x="52" y="118"/>
                    </a:lnTo>
                    <a:lnTo>
                      <a:pt x="48" y="118"/>
                    </a:lnTo>
                    <a:lnTo>
                      <a:pt x="48" y="118"/>
                    </a:lnTo>
                    <a:lnTo>
                      <a:pt x="48" y="118"/>
                    </a:lnTo>
                    <a:lnTo>
                      <a:pt x="48" y="122"/>
                    </a:lnTo>
                    <a:lnTo>
                      <a:pt x="44" y="122"/>
                    </a:lnTo>
                    <a:lnTo>
                      <a:pt x="44" y="118"/>
                    </a:lnTo>
                    <a:lnTo>
                      <a:pt x="44" y="118"/>
                    </a:lnTo>
                    <a:lnTo>
                      <a:pt x="40" y="122"/>
                    </a:lnTo>
                    <a:lnTo>
                      <a:pt x="40" y="122"/>
                    </a:lnTo>
                    <a:lnTo>
                      <a:pt x="40" y="122"/>
                    </a:lnTo>
                    <a:lnTo>
                      <a:pt x="40" y="122"/>
                    </a:lnTo>
                    <a:lnTo>
                      <a:pt x="40" y="122"/>
                    </a:lnTo>
                    <a:lnTo>
                      <a:pt x="40" y="126"/>
                    </a:lnTo>
                    <a:lnTo>
                      <a:pt x="40" y="126"/>
                    </a:lnTo>
                    <a:lnTo>
                      <a:pt x="38" y="126"/>
                    </a:lnTo>
                    <a:lnTo>
                      <a:pt x="38" y="126"/>
                    </a:lnTo>
                    <a:lnTo>
                      <a:pt x="38" y="126"/>
                    </a:lnTo>
                    <a:lnTo>
                      <a:pt x="38" y="126"/>
                    </a:lnTo>
                    <a:lnTo>
                      <a:pt x="38" y="126"/>
                    </a:lnTo>
                    <a:lnTo>
                      <a:pt x="38" y="126"/>
                    </a:lnTo>
                    <a:lnTo>
                      <a:pt x="38" y="126"/>
                    </a:lnTo>
                    <a:lnTo>
                      <a:pt x="34" y="126"/>
                    </a:lnTo>
                    <a:lnTo>
                      <a:pt x="34" y="126"/>
                    </a:lnTo>
                    <a:lnTo>
                      <a:pt x="34" y="126"/>
                    </a:lnTo>
                    <a:lnTo>
                      <a:pt x="34" y="122"/>
                    </a:lnTo>
                    <a:lnTo>
                      <a:pt x="34" y="122"/>
                    </a:lnTo>
                    <a:lnTo>
                      <a:pt x="34" y="122"/>
                    </a:lnTo>
                    <a:lnTo>
                      <a:pt x="30" y="122"/>
                    </a:lnTo>
                    <a:lnTo>
                      <a:pt x="30" y="118"/>
                    </a:lnTo>
                    <a:lnTo>
                      <a:pt x="26" y="118"/>
                    </a:lnTo>
                    <a:lnTo>
                      <a:pt x="26" y="118"/>
                    </a:lnTo>
                    <a:lnTo>
                      <a:pt x="26" y="118"/>
                    </a:lnTo>
                    <a:lnTo>
                      <a:pt x="26" y="118"/>
                    </a:lnTo>
                    <a:lnTo>
                      <a:pt x="26" y="114"/>
                    </a:lnTo>
                    <a:lnTo>
                      <a:pt x="26" y="114"/>
                    </a:lnTo>
                    <a:lnTo>
                      <a:pt x="26" y="114"/>
                    </a:lnTo>
                    <a:lnTo>
                      <a:pt x="22" y="114"/>
                    </a:lnTo>
                    <a:lnTo>
                      <a:pt x="22" y="114"/>
                    </a:lnTo>
                    <a:lnTo>
                      <a:pt x="22" y="114"/>
                    </a:lnTo>
                    <a:lnTo>
                      <a:pt x="22" y="112"/>
                    </a:lnTo>
                    <a:lnTo>
                      <a:pt x="22" y="108"/>
                    </a:lnTo>
                    <a:lnTo>
                      <a:pt x="22" y="108"/>
                    </a:lnTo>
                    <a:lnTo>
                      <a:pt x="22" y="108"/>
                    </a:lnTo>
                    <a:lnTo>
                      <a:pt x="22" y="108"/>
                    </a:lnTo>
                    <a:lnTo>
                      <a:pt x="22" y="108"/>
                    </a:lnTo>
                    <a:lnTo>
                      <a:pt x="22" y="108"/>
                    </a:lnTo>
                    <a:lnTo>
                      <a:pt x="22" y="104"/>
                    </a:lnTo>
                    <a:lnTo>
                      <a:pt x="22" y="104"/>
                    </a:lnTo>
                    <a:lnTo>
                      <a:pt x="22" y="104"/>
                    </a:lnTo>
                    <a:lnTo>
                      <a:pt x="18" y="104"/>
                    </a:lnTo>
                    <a:lnTo>
                      <a:pt x="18" y="100"/>
                    </a:lnTo>
                    <a:lnTo>
                      <a:pt x="18" y="96"/>
                    </a:lnTo>
                    <a:lnTo>
                      <a:pt x="18" y="96"/>
                    </a:lnTo>
                    <a:lnTo>
                      <a:pt x="18" y="96"/>
                    </a:lnTo>
                    <a:lnTo>
                      <a:pt x="22" y="92"/>
                    </a:lnTo>
                    <a:lnTo>
                      <a:pt x="22" y="92"/>
                    </a:lnTo>
                    <a:lnTo>
                      <a:pt x="22" y="88"/>
                    </a:lnTo>
                    <a:lnTo>
                      <a:pt x="22" y="88"/>
                    </a:lnTo>
                    <a:lnTo>
                      <a:pt x="22" y="88"/>
                    </a:lnTo>
                    <a:lnTo>
                      <a:pt x="22" y="88"/>
                    </a:lnTo>
                    <a:lnTo>
                      <a:pt x="22" y="86"/>
                    </a:lnTo>
                    <a:lnTo>
                      <a:pt x="22" y="86"/>
                    </a:lnTo>
                    <a:lnTo>
                      <a:pt x="22" y="86"/>
                    </a:lnTo>
                    <a:lnTo>
                      <a:pt x="26" y="82"/>
                    </a:lnTo>
                    <a:lnTo>
                      <a:pt x="26" y="82"/>
                    </a:lnTo>
                    <a:lnTo>
                      <a:pt x="26" y="78"/>
                    </a:lnTo>
                    <a:lnTo>
                      <a:pt x="22" y="74"/>
                    </a:lnTo>
                    <a:lnTo>
                      <a:pt x="22" y="74"/>
                    </a:lnTo>
                    <a:lnTo>
                      <a:pt x="22" y="74"/>
                    </a:lnTo>
                    <a:lnTo>
                      <a:pt x="22" y="74"/>
                    </a:lnTo>
                    <a:lnTo>
                      <a:pt x="26" y="70"/>
                    </a:lnTo>
                    <a:lnTo>
                      <a:pt x="26" y="70"/>
                    </a:lnTo>
                    <a:lnTo>
                      <a:pt x="22" y="70"/>
                    </a:lnTo>
                    <a:lnTo>
                      <a:pt x="22" y="70"/>
                    </a:lnTo>
                    <a:lnTo>
                      <a:pt x="22" y="70"/>
                    </a:lnTo>
                    <a:lnTo>
                      <a:pt x="18" y="70"/>
                    </a:lnTo>
                    <a:lnTo>
                      <a:pt x="18" y="70"/>
                    </a:lnTo>
                    <a:lnTo>
                      <a:pt x="18" y="70"/>
                    </a:lnTo>
                    <a:lnTo>
                      <a:pt x="18" y="70"/>
                    </a:lnTo>
                    <a:lnTo>
                      <a:pt x="18" y="70"/>
                    </a:lnTo>
                    <a:lnTo>
                      <a:pt x="18" y="66"/>
                    </a:lnTo>
                    <a:lnTo>
                      <a:pt x="18" y="66"/>
                    </a:lnTo>
                    <a:lnTo>
                      <a:pt x="18" y="66"/>
                    </a:lnTo>
                    <a:lnTo>
                      <a:pt x="18" y="66"/>
                    </a:lnTo>
                    <a:lnTo>
                      <a:pt x="18" y="66"/>
                    </a:lnTo>
                    <a:lnTo>
                      <a:pt x="18" y="62"/>
                    </a:lnTo>
                    <a:lnTo>
                      <a:pt x="18" y="58"/>
                    </a:lnTo>
                    <a:lnTo>
                      <a:pt x="18" y="58"/>
                    </a:lnTo>
                    <a:lnTo>
                      <a:pt x="18" y="58"/>
                    </a:lnTo>
                    <a:lnTo>
                      <a:pt x="18" y="58"/>
                    </a:lnTo>
                    <a:lnTo>
                      <a:pt x="18" y="58"/>
                    </a:lnTo>
                    <a:lnTo>
                      <a:pt x="18" y="56"/>
                    </a:lnTo>
                    <a:lnTo>
                      <a:pt x="18" y="56"/>
                    </a:lnTo>
                    <a:lnTo>
                      <a:pt x="14" y="56"/>
                    </a:lnTo>
                    <a:lnTo>
                      <a:pt x="14" y="58"/>
                    </a:lnTo>
                    <a:lnTo>
                      <a:pt x="14" y="58"/>
                    </a:lnTo>
                    <a:lnTo>
                      <a:pt x="12" y="58"/>
                    </a:lnTo>
                    <a:lnTo>
                      <a:pt x="12" y="58"/>
                    </a:lnTo>
                    <a:lnTo>
                      <a:pt x="12" y="58"/>
                    </a:lnTo>
                    <a:lnTo>
                      <a:pt x="12" y="58"/>
                    </a:lnTo>
                    <a:lnTo>
                      <a:pt x="12" y="58"/>
                    </a:lnTo>
                    <a:lnTo>
                      <a:pt x="8" y="58"/>
                    </a:lnTo>
                    <a:lnTo>
                      <a:pt x="8" y="56"/>
                    </a:lnTo>
                    <a:lnTo>
                      <a:pt x="8" y="56"/>
                    </a:lnTo>
                    <a:lnTo>
                      <a:pt x="4" y="52"/>
                    </a:lnTo>
                    <a:lnTo>
                      <a:pt x="0" y="44"/>
                    </a:lnTo>
                    <a:lnTo>
                      <a:pt x="0" y="44"/>
                    </a:lnTo>
                    <a:lnTo>
                      <a:pt x="0" y="44"/>
                    </a:lnTo>
                    <a:lnTo>
                      <a:pt x="0" y="44"/>
                    </a:lnTo>
                    <a:lnTo>
                      <a:pt x="0" y="44"/>
                    </a:lnTo>
                    <a:lnTo>
                      <a:pt x="0" y="44"/>
                    </a:lnTo>
                    <a:lnTo>
                      <a:pt x="4" y="40"/>
                    </a:lnTo>
                    <a:lnTo>
                      <a:pt x="4" y="40"/>
                    </a:lnTo>
                    <a:lnTo>
                      <a:pt x="4" y="40"/>
                    </a:lnTo>
                    <a:lnTo>
                      <a:pt x="4" y="36"/>
                    </a:lnTo>
                    <a:lnTo>
                      <a:pt x="4" y="36"/>
                    </a:lnTo>
                    <a:lnTo>
                      <a:pt x="4" y="32"/>
                    </a:lnTo>
                    <a:lnTo>
                      <a:pt x="4" y="32"/>
                    </a:lnTo>
                    <a:lnTo>
                      <a:pt x="4" y="32"/>
                    </a:lnTo>
                    <a:lnTo>
                      <a:pt x="4" y="32"/>
                    </a:lnTo>
                    <a:lnTo>
                      <a:pt x="4" y="32"/>
                    </a:lnTo>
                    <a:lnTo>
                      <a:pt x="8" y="32"/>
                    </a:lnTo>
                    <a:lnTo>
                      <a:pt x="8" y="30"/>
                    </a:lnTo>
                    <a:lnTo>
                      <a:pt x="8" y="30"/>
                    </a:lnTo>
                    <a:lnTo>
                      <a:pt x="12" y="32"/>
                    </a:lnTo>
                    <a:lnTo>
                      <a:pt x="12" y="30"/>
                    </a:lnTo>
                    <a:lnTo>
                      <a:pt x="12" y="30"/>
                    </a:lnTo>
                    <a:lnTo>
                      <a:pt x="12" y="30"/>
                    </a:lnTo>
                    <a:lnTo>
                      <a:pt x="12" y="30"/>
                    </a:lnTo>
                    <a:lnTo>
                      <a:pt x="12" y="30"/>
                    </a:lnTo>
                    <a:lnTo>
                      <a:pt x="12" y="30"/>
                    </a:lnTo>
                    <a:lnTo>
                      <a:pt x="12" y="30"/>
                    </a:lnTo>
                    <a:lnTo>
                      <a:pt x="14" y="30"/>
                    </a:lnTo>
                    <a:lnTo>
                      <a:pt x="14" y="30"/>
                    </a:lnTo>
                    <a:lnTo>
                      <a:pt x="14" y="26"/>
                    </a:lnTo>
                    <a:lnTo>
                      <a:pt x="14" y="26"/>
                    </a:lnTo>
                    <a:lnTo>
                      <a:pt x="14" y="26"/>
                    </a:lnTo>
                    <a:lnTo>
                      <a:pt x="14" y="26"/>
                    </a:lnTo>
                    <a:lnTo>
                      <a:pt x="14" y="26"/>
                    </a:lnTo>
                    <a:lnTo>
                      <a:pt x="14" y="26"/>
                    </a:lnTo>
                    <a:lnTo>
                      <a:pt x="14" y="22"/>
                    </a:lnTo>
                    <a:lnTo>
                      <a:pt x="12" y="26"/>
                    </a:lnTo>
                    <a:lnTo>
                      <a:pt x="12" y="26"/>
                    </a:lnTo>
                    <a:lnTo>
                      <a:pt x="12" y="26"/>
                    </a:lnTo>
                    <a:lnTo>
                      <a:pt x="12" y="26"/>
                    </a:lnTo>
                    <a:lnTo>
                      <a:pt x="12" y="22"/>
                    </a:lnTo>
                    <a:lnTo>
                      <a:pt x="12" y="22"/>
                    </a:lnTo>
                    <a:lnTo>
                      <a:pt x="12" y="22"/>
                    </a:lnTo>
                    <a:lnTo>
                      <a:pt x="12" y="22"/>
                    </a:lnTo>
                    <a:lnTo>
                      <a:pt x="12" y="22"/>
                    </a:lnTo>
                    <a:lnTo>
                      <a:pt x="12" y="22"/>
                    </a:lnTo>
                    <a:lnTo>
                      <a:pt x="12" y="18"/>
                    </a:lnTo>
                    <a:lnTo>
                      <a:pt x="12" y="18"/>
                    </a:lnTo>
                    <a:lnTo>
                      <a:pt x="12" y="18"/>
                    </a:lnTo>
                    <a:lnTo>
                      <a:pt x="12" y="18"/>
                    </a:lnTo>
                    <a:lnTo>
                      <a:pt x="12" y="18"/>
                    </a:lnTo>
                    <a:lnTo>
                      <a:pt x="12" y="18"/>
                    </a:lnTo>
                    <a:lnTo>
                      <a:pt x="12" y="14"/>
                    </a:lnTo>
                    <a:lnTo>
                      <a:pt x="12" y="14"/>
                    </a:lnTo>
                    <a:lnTo>
                      <a:pt x="12" y="14"/>
                    </a:lnTo>
                    <a:lnTo>
                      <a:pt x="12" y="14"/>
                    </a:lnTo>
                    <a:lnTo>
                      <a:pt x="14" y="10"/>
                    </a:lnTo>
                    <a:lnTo>
                      <a:pt x="14" y="10"/>
                    </a:lnTo>
                    <a:lnTo>
                      <a:pt x="14" y="10"/>
                    </a:lnTo>
                    <a:lnTo>
                      <a:pt x="18" y="10"/>
                    </a:lnTo>
                    <a:lnTo>
                      <a:pt x="18" y="10"/>
                    </a:lnTo>
                    <a:lnTo>
                      <a:pt x="18" y="10"/>
                    </a:lnTo>
                    <a:lnTo>
                      <a:pt x="18" y="10"/>
                    </a:lnTo>
                    <a:lnTo>
                      <a:pt x="18" y="6"/>
                    </a:lnTo>
                    <a:lnTo>
                      <a:pt x="18" y="6"/>
                    </a:lnTo>
                    <a:lnTo>
                      <a:pt x="22" y="6"/>
                    </a:lnTo>
                    <a:lnTo>
                      <a:pt x="22" y="6"/>
                    </a:lnTo>
                    <a:lnTo>
                      <a:pt x="22" y="6"/>
                    </a:lnTo>
                    <a:lnTo>
                      <a:pt x="22" y="6"/>
                    </a:lnTo>
                    <a:lnTo>
                      <a:pt x="22" y="4"/>
                    </a:lnTo>
                    <a:lnTo>
                      <a:pt x="22" y="4"/>
                    </a:lnTo>
                    <a:lnTo>
                      <a:pt x="22" y="4"/>
                    </a:lnTo>
                    <a:lnTo>
                      <a:pt x="18" y="0"/>
                    </a:lnTo>
                    <a:lnTo>
                      <a:pt x="18" y="0"/>
                    </a:lnTo>
                    <a:lnTo>
                      <a:pt x="18" y="0"/>
                    </a:lnTo>
                    <a:lnTo>
                      <a:pt x="22" y="4"/>
                    </a:lnTo>
                    <a:lnTo>
                      <a:pt x="22" y="4"/>
                    </a:lnTo>
                    <a:lnTo>
                      <a:pt x="22" y="4"/>
                    </a:lnTo>
                    <a:lnTo>
                      <a:pt x="22" y="4"/>
                    </a:lnTo>
                    <a:lnTo>
                      <a:pt x="22" y="4"/>
                    </a:lnTo>
                    <a:lnTo>
                      <a:pt x="22" y="4"/>
                    </a:lnTo>
                    <a:lnTo>
                      <a:pt x="22" y="4"/>
                    </a:lnTo>
                    <a:lnTo>
                      <a:pt x="22" y="4"/>
                    </a:lnTo>
                    <a:lnTo>
                      <a:pt x="22" y="4"/>
                    </a:lnTo>
                    <a:lnTo>
                      <a:pt x="22" y="4"/>
                    </a:lnTo>
                    <a:lnTo>
                      <a:pt x="26" y="4"/>
                    </a:lnTo>
                    <a:lnTo>
                      <a:pt x="26" y="4"/>
                    </a:lnTo>
                    <a:lnTo>
                      <a:pt x="30" y="6"/>
                    </a:lnTo>
                    <a:lnTo>
                      <a:pt x="34" y="10"/>
                    </a:lnTo>
                    <a:lnTo>
                      <a:pt x="34" y="10"/>
                    </a:lnTo>
                    <a:lnTo>
                      <a:pt x="34" y="10"/>
                    </a:lnTo>
                    <a:lnTo>
                      <a:pt x="34" y="10"/>
                    </a:lnTo>
                    <a:lnTo>
                      <a:pt x="34" y="10"/>
                    </a:lnTo>
                    <a:lnTo>
                      <a:pt x="34" y="10"/>
                    </a:lnTo>
                    <a:lnTo>
                      <a:pt x="38" y="14"/>
                    </a:lnTo>
                    <a:lnTo>
                      <a:pt x="38" y="14"/>
                    </a:lnTo>
                    <a:lnTo>
                      <a:pt x="38" y="14"/>
                    </a:lnTo>
                    <a:lnTo>
                      <a:pt x="38" y="18"/>
                    </a:lnTo>
                    <a:lnTo>
                      <a:pt x="38" y="18"/>
                    </a:lnTo>
                    <a:lnTo>
                      <a:pt x="40" y="22"/>
                    </a:lnTo>
                    <a:lnTo>
                      <a:pt x="40" y="22"/>
                    </a:lnTo>
                    <a:lnTo>
                      <a:pt x="40" y="26"/>
                    </a:lnTo>
                    <a:lnTo>
                      <a:pt x="40" y="26"/>
                    </a:lnTo>
                    <a:lnTo>
                      <a:pt x="40" y="26"/>
                    </a:lnTo>
                    <a:lnTo>
                      <a:pt x="40" y="26"/>
                    </a:lnTo>
                    <a:lnTo>
                      <a:pt x="40" y="26"/>
                    </a:lnTo>
                    <a:lnTo>
                      <a:pt x="40" y="30"/>
                    </a:lnTo>
                    <a:lnTo>
                      <a:pt x="40" y="30"/>
                    </a:lnTo>
                    <a:lnTo>
                      <a:pt x="40" y="30"/>
                    </a:lnTo>
                    <a:lnTo>
                      <a:pt x="40" y="30"/>
                    </a:lnTo>
                    <a:lnTo>
                      <a:pt x="40" y="30"/>
                    </a:lnTo>
                    <a:lnTo>
                      <a:pt x="40" y="32"/>
                    </a:lnTo>
                    <a:lnTo>
                      <a:pt x="40" y="36"/>
                    </a:lnTo>
                    <a:lnTo>
                      <a:pt x="38" y="36"/>
                    </a:lnTo>
                    <a:lnTo>
                      <a:pt x="40" y="36"/>
                    </a:lnTo>
                    <a:lnTo>
                      <a:pt x="40" y="36"/>
                    </a:lnTo>
                    <a:lnTo>
                      <a:pt x="40" y="36"/>
                    </a:lnTo>
                    <a:lnTo>
                      <a:pt x="40" y="36"/>
                    </a:lnTo>
                    <a:lnTo>
                      <a:pt x="40" y="36"/>
                    </a:lnTo>
                    <a:lnTo>
                      <a:pt x="40" y="32"/>
                    </a:lnTo>
                    <a:lnTo>
                      <a:pt x="40" y="32"/>
                    </a:lnTo>
                    <a:lnTo>
                      <a:pt x="40" y="32"/>
                    </a:lnTo>
                    <a:lnTo>
                      <a:pt x="40" y="30"/>
                    </a:lnTo>
                    <a:lnTo>
                      <a:pt x="40" y="30"/>
                    </a:lnTo>
                    <a:lnTo>
                      <a:pt x="40" y="30"/>
                    </a:lnTo>
                    <a:lnTo>
                      <a:pt x="40" y="30"/>
                    </a:lnTo>
                    <a:lnTo>
                      <a:pt x="44" y="30"/>
                    </a:lnTo>
                    <a:lnTo>
                      <a:pt x="44" y="30"/>
                    </a:lnTo>
                    <a:lnTo>
                      <a:pt x="44" y="30"/>
                    </a:lnTo>
                    <a:lnTo>
                      <a:pt x="44" y="30"/>
                    </a:lnTo>
                    <a:lnTo>
                      <a:pt x="44" y="30"/>
                    </a:lnTo>
                    <a:lnTo>
                      <a:pt x="44"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1" name="Freeform 185"/>
              <p:cNvSpPr>
                <a:spLocks/>
              </p:cNvSpPr>
              <p:nvPr/>
            </p:nvSpPr>
            <p:spPr bwMode="gray">
              <a:xfrm>
                <a:off x="3255481" y="5100560"/>
                <a:ext cx="208712" cy="253929"/>
              </a:xfrm>
              <a:custGeom>
                <a:avLst/>
                <a:gdLst>
                  <a:gd name="T0" fmla="*/ 68 w 120"/>
                  <a:gd name="T1" fmla="*/ 102 h 146"/>
                  <a:gd name="T2" fmla="*/ 64 w 120"/>
                  <a:gd name="T3" fmla="*/ 102 h 146"/>
                  <a:gd name="T4" fmla="*/ 56 w 120"/>
                  <a:gd name="T5" fmla="*/ 98 h 146"/>
                  <a:gd name="T6" fmla="*/ 50 w 120"/>
                  <a:gd name="T7" fmla="*/ 90 h 146"/>
                  <a:gd name="T8" fmla="*/ 38 w 120"/>
                  <a:gd name="T9" fmla="*/ 82 h 146"/>
                  <a:gd name="T10" fmla="*/ 34 w 120"/>
                  <a:gd name="T11" fmla="*/ 82 h 146"/>
                  <a:gd name="T12" fmla="*/ 26 w 120"/>
                  <a:gd name="T13" fmla="*/ 78 h 146"/>
                  <a:gd name="T14" fmla="*/ 20 w 120"/>
                  <a:gd name="T15" fmla="*/ 72 h 146"/>
                  <a:gd name="T16" fmla="*/ 16 w 120"/>
                  <a:gd name="T17" fmla="*/ 68 h 146"/>
                  <a:gd name="T18" fmla="*/ 12 w 120"/>
                  <a:gd name="T19" fmla="*/ 64 h 146"/>
                  <a:gd name="T20" fmla="*/ 8 w 120"/>
                  <a:gd name="T21" fmla="*/ 56 h 146"/>
                  <a:gd name="T22" fmla="*/ 0 w 120"/>
                  <a:gd name="T23" fmla="*/ 52 h 146"/>
                  <a:gd name="T24" fmla="*/ 4 w 120"/>
                  <a:gd name="T25" fmla="*/ 38 h 146"/>
                  <a:gd name="T26" fmla="*/ 8 w 120"/>
                  <a:gd name="T27" fmla="*/ 18 h 146"/>
                  <a:gd name="T28" fmla="*/ 20 w 120"/>
                  <a:gd name="T29" fmla="*/ 4 h 146"/>
                  <a:gd name="T30" fmla="*/ 38 w 120"/>
                  <a:gd name="T31" fmla="*/ 0 h 146"/>
                  <a:gd name="T32" fmla="*/ 64 w 120"/>
                  <a:gd name="T33" fmla="*/ 8 h 146"/>
                  <a:gd name="T34" fmla="*/ 64 w 120"/>
                  <a:gd name="T35" fmla="*/ 16 h 146"/>
                  <a:gd name="T36" fmla="*/ 68 w 120"/>
                  <a:gd name="T37" fmla="*/ 22 h 146"/>
                  <a:gd name="T38" fmla="*/ 68 w 120"/>
                  <a:gd name="T39" fmla="*/ 38 h 146"/>
                  <a:gd name="T40" fmla="*/ 68 w 120"/>
                  <a:gd name="T41" fmla="*/ 48 h 146"/>
                  <a:gd name="T42" fmla="*/ 72 w 120"/>
                  <a:gd name="T43" fmla="*/ 48 h 146"/>
                  <a:gd name="T44" fmla="*/ 80 w 120"/>
                  <a:gd name="T45" fmla="*/ 52 h 146"/>
                  <a:gd name="T46" fmla="*/ 86 w 120"/>
                  <a:gd name="T47" fmla="*/ 52 h 146"/>
                  <a:gd name="T48" fmla="*/ 90 w 120"/>
                  <a:gd name="T49" fmla="*/ 48 h 146"/>
                  <a:gd name="T50" fmla="*/ 94 w 120"/>
                  <a:gd name="T51" fmla="*/ 52 h 146"/>
                  <a:gd name="T52" fmla="*/ 98 w 120"/>
                  <a:gd name="T53" fmla="*/ 56 h 146"/>
                  <a:gd name="T54" fmla="*/ 102 w 120"/>
                  <a:gd name="T55" fmla="*/ 56 h 146"/>
                  <a:gd name="T56" fmla="*/ 102 w 120"/>
                  <a:gd name="T57" fmla="*/ 68 h 146"/>
                  <a:gd name="T58" fmla="*/ 102 w 120"/>
                  <a:gd name="T59" fmla="*/ 76 h 146"/>
                  <a:gd name="T60" fmla="*/ 106 w 120"/>
                  <a:gd name="T61" fmla="*/ 82 h 146"/>
                  <a:gd name="T62" fmla="*/ 110 w 120"/>
                  <a:gd name="T63" fmla="*/ 82 h 146"/>
                  <a:gd name="T64" fmla="*/ 120 w 120"/>
                  <a:gd name="T65" fmla="*/ 82 h 146"/>
                  <a:gd name="T66" fmla="*/ 120 w 120"/>
                  <a:gd name="T67" fmla="*/ 86 h 146"/>
                  <a:gd name="T68" fmla="*/ 120 w 120"/>
                  <a:gd name="T69" fmla="*/ 90 h 146"/>
                  <a:gd name="T70" fmla="*/ 120 w 120"/>
                  <a:gd name="T71" fmla="*/ 94 h 146"/>
                  <a:gd name="T72" fmla="*/ 116 w 120"/>
                  <a:gd name="T73" fmla="*/ 104 h 146"/>
                  <a:gd name="T74" fmla="*/ 116 w 120"/>
                  <a:gd name="T75" fmla="*/ 108 h 146"/>
                  <a:gd name="T76" fmla="*/ 116 w 120"/>
                  <a:gd name="T77" fmla="*/ 124 h 146"/>
                  <a:gd name="T78" fmla="*/ 114 w 120"/>
                  <a:gd name="T79" fmla="*/ 130 h 146"/>
                  <a:gd name="T80" fmla="*/ 110 w 120"/>
                  <a:gd name="T81" fmla="*/ 134 h 146"/>
                  <a:gd name="T82" fmla="*/ 102 w 120"/>
                  <a:gd name="T83" fmla="*/ 138 h 146"/>
                  <a:gd name="T84" fmla="*/ 102 w 120"/>
                  <a:gd name="T85" fmla="*/ 146 h 146"/>
                  <a:gd name="T86" fmla="*/ 98 w 120"/>
                  <a:gd name="T87" fmla="*/ 142 h 146"/>
                  <a:gd name="T88" fmla="*/ 90 w 120"/>
                  <a:gd name="T89" fmla="*/ 146 h 146"/>
                  <a:gd name="T90" fmla="*/ 90 w 120"/>
                  <a:gd name="T91" fmla="*/ 146 h 146"/>
                  <a:gd name="T92" fmla="*/ 86 w 120"/>
                  <a:gd name="T93" fmla="*/ 146 h 146"/>
                  <a:gd name="T94" fmla="*/ 84 w 120"/>
                  <a:gd name="T95" fmla="*/ 146 h 146"/>
                  <a:gd name="T96" fmla="*/ 80 w 120"/>
                  <a:gd name="T97" fmla="*/ 146 h 146"/>
                  <a:gd name="T98" fmla="*/ 76 w 120"/>
                  <a:gd name="T99" fmla="*/ 146 h 146"/>
                  <a:gd name="T100" fmla="*/ 72 w 120"/>
                  <a:gd name="T101" fmla="*/ 142 h 146"/>
                  <a:gd name="T102" fmla="*/ 60 w 120"/>
                  <a:gd name="T103" fmla="*/ 142 h 146"/>
                  <a:gd name="T104" fmla="*/ 56 w 120"/>
                  <a:gd name="T105" fmla="*/ 138 h 146"/>
                  <a:gd name="T106" fmla="*/ 64 w 120"/>
                  <a:gd name="T107" fmla="*/ 134 h 146"/>
                  <a:gd name="T108" fmla="*/ 64 w 120"/>
                  <a:gd name="T109" fmla="*/ 124 h 146"/>
                  <a:gd name="T110" fmla="*/ 68 w 120"/>
                  <a:gd name="T111" fmla="*/ 116 h 146"/>
                  <a:gd name="T112" fmla="*/ 76 w 120"/>
                  <a:gd name="T113" fmla="*/ 10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20" h="146">
                    <a:moveTo>
                      <a:pt x="72" y="104"/>
                    </a:moveTo>
                    <a:lnTo>
                      <a:pt x="72" y="104"/>
                    </a:lnTo>
                    <a:lnTo>
                      <a:pt x="72" y="104"/>
                    </a:lnTo>
                    <a:lnTo>
                      <a:pt x="72" y="104"/>
                    </a:lnTo>
                    <a:lnTo>
                      <a:pt x="72" y="104"/>
                    </a:lnTo>
                    <a:lnTo>
                      <a:pt x="68" y="102"/>
                    </a:lnTo>
                    <a:lnTo>
                      <a:pt x="68" y="102"/>
                    </a:lnTo>
                    <a:lnTo>
                      <a:pt x="68" y="102"/>
                    </a:lnTo>
                    <a:lnTo>
                      <a:pt x="68" y="102"/>
                    </a:lnTo>
                    <a:lnTo>
                      <a:pt x="68" y="102"/>
                    </a:lnTo>
                    <a:lnTo>
                      <a:pt x="64" y="102"/>
                    </a:lnTo>
                    <a:lnTo>
                      <a:pt x="64" y="102"/>
                    </a:lnTo>
                    <a:lnTo>
                      <a:pt x="64" y="102"/>
                    </a:lnTo>
                    <a:lnTo>
                      <a:pt x="64" y="102"/>
                    </a:lnTo>
                    <a:lnTo>
                      <a:pt x="60" y="98"/>
                    </a:lnTo>
                    <a:lnTo>
                      <a:pt x="60" y="98"/>
                    </a:lnTo>
                    <a:lnTo>
                      <a:pt x="60" y="98"/>
                    </a:lnTo>
                    <a:lnTo>
                      <a:pt x="60" y="98"/>
                    </a:lnTo>
                    <a:lnTo>
                      <a:pt x="56" y="98"/>
                    </a:lnTo>
                    <a:lnTo>
                      <a:pt x="56" y="98"/>
                    </a:lnTo>
                    <a:lnTo>
                      <a:pt x="56" y="98"/>
                    </a:lnTo>
                    <a:lnTo>
                      <a:pt x="54" y="94"/>
                    </a:lnTo>
                    <a:lnTo>
                      <a:pt x="54" y="94"/>
                    </a:lnTo>
                    <a:lnTo>
                      <a:pt x="54" y="94"/>
                    </a:lnTo>
                    <a:lnTo>
                      <a:pt x="54" y="94"/>
                    </a:lnTo>
                    <a:lnTo>
                      <a:pt x="54" y="94"/>
                    </a:lnTo>
                    <a:lnTo>
                      <a:pt x="50" y="94"/>
                    </a:lnTo>
                    <a:lnTo>
                      <a:pt x="50" y="90"/>
                    </a:lnTo>
                    <a:lnTo>
                      <a:pt x="50" y="90"/>
                    </a:lnTo>
                    <a:lnTo>
                      <a:pt x="50" y="90"/>
                    </a:lnTo>
                    <a:lnTo>
                      <a:pt x="46" y="90"/>
                    </a:lnTo>
                    <a:lnTo>
                      <a:pt x="46" y="90"/>
                    </a:lnTo>
                    <a:lnTo>
                      <a:pt x="46" y="86"/>
                    </a:lnTo>
                    <a:lnTo>
                      <a:pt x="38" y="82"/>
                    </a:lnTo>
                    <a:lnTo>
                      <a:pt x="38" y="82"/>
                    </a:lnTo>
                    <a:lnTo>
                      <a:pt x="38" y="82"/>
                    </a:lnTo>
                    <a:lnTo>
                      <a:pt x="38" y="82"/>
                    </a:lnTo>
                    <a:lnTo>
                      <a:pt x="38" y="82"/>
                    </a:lnTo>
                    <a:lnTo>
                      <a:pt x="38" y="82"/>
                    </a:lnTo>
                    <a:lnTo>
                      <a:pt x="38" y="82"/>
                    </a:lnTo>
                    <a:lnTo>
                      <a:pt x="34" y="82"/>
                    </a:lnTo>
                    <a:lnTo>
                      <a:pt x="34" y="82"/>
                    </a:lnTo>
                    <a:lnTo>
                      <a:pt x="30" y="82"/>
                    </a:lnTo>
                    <a:lnTo>
                      <a:pt x="30" y="82"/>
                    </a:lnTo>
                    <a:lnTo>
                      <a:pt x="30" y="82"/>
                    </a:lnTo>
                    <a:lnTo>
                      <a:pt x="30" y="78"/>
                    </a:lnTo>
                    <a:lnTo>
                      <a:pt x="26" y="78"/>
                    </a:lnTo>
                    <a:lnTo>
                      <a:pt x="26" y="78"/>
                    </a:lnTo>
                    <a:lnTo>
                      <a:pt x="26" y="78"/>
                    </a:lnTo>
                    <a:lnTo>
                      <a:pt x="24" y="78"/>
                    </a:lnTo>
                    <a:lnTo>
                      <a:pt x="24" y="78"/>
                    </a:lnTo>
                    <a:lnTo>
                      <a:pt x="24" y="78"/>
                    </a:lnTo>
                    <a:lnTo>
                      <a:pt x="24" y="76"/>
                    </a:lnTo>
                    <a:lnTo>
                      <a:pt x="24" y="76"/>
                    </a:lnTo>
                    <a:lnTo>
                      <a:pt x="20" y="76"/>
                    </a:lnTo>
                    <a:lnTo>
                      <a:pt x="20" y="72"/>
                    </a:lnTo>
                    <a:lnTo>
                      <a:pt x="20" y="72"/>
                    </a:lnTo>
                    <a:lnTo>
                      <a:pt x="16" y="72"/>
                    </a:lnTo>
                    <a:lnTo>
                      <a:pt x="16" y="72"/>
                    </a:lnTo>
                    <a:lnTo>
                      <a:pt x="16" y="72"/>
                    </a:lnTo>
                    <a:lnTo>
                      <a:pt x="16" y="68"/>
                    </a:lnTo>
                    <a:lnTo>
                      <a:pt x="16" y="68"/>
                    </a:lnTo>
                    <a:lnTo>
                      <a:pt x="16" y="68"/>
                    </a:lnTo>
                    <a:lnTo>
                      <a:pt x="12" y="68"/>
                    </a:lnTo>
                    <a:lnTo>
                      <a:pt x="12" y="68"/>
                    </a:lnTo>
                    <a:lnTo>
                      <a:pt x="12" y="68"/>
                    </a:lnTo>
                    <a:lnTo>
                      <a:pt x="12" y="64"/>
                    </a:lnTo>
                    <a:lnTo>
                      <a:pt x="12" y="64"/>
                    </a:lnTo>
                    <a:lnTo>
                      <a:pt x="12" y="64"/>
                    </a:lnTo>
                    <a:lnTo>
                      <a:pt x="12" y="64"/>
                    </a:lnTo>
                    <a:lnTo>
                      <a:pt x="12" y="64"/>
                    </a:lnTo>
                    <a:lnTo>
                      <a:pt x="8" y="60"/>
                    </a:lnTo>
                    <a:lnTo>
                      <a:pt x="8" y="60"/>
                    </a:lnTo>
                    <a:lnTo>
                      <a:pt x="8" y="56"/>
                    </a:lnTo>
                    <a:lnTo>
                      <a:pt x="8" y="56"/>
                    </a:lnTo>
                    <a:lnTo>
                      <a:pt x="8" y="56"/>
                    </a:lnTo>
                    <a:lnTo>
                      <a:pt x="8" y="56"/>
                    </a:lnTo>
                    <a:lnTo>
                      <a:pt x="8" y="56"/>
                    </a:lnTo>
                    <a:lnTo>
                      <a:pt x="4" y="56"/>
                    </a:lnTo>
                    <a:lnTo>
                      <a:pt x="4" y="56"/>
                    </a:lnTo>
                    <a:lnTo>
                      <a:pt x="4" y="56"/>
                    </a:lnTo>
                    <a:lnTo>
                      <a:pt x="4" y="52"/>
                    </a:lnTo>
                    <a:lnTo>
                      <a:pt x="0" y="52"/>
                    </a:lnTo>
                    <a:lnTo>
                      <a:pt x="0" y="52"/>
                    </a:lnTo>
                    <a:lnTo>
                      <a:pt x="0" y="52"/>
                    </a:lnTo>
                    <a:lnTo>
                      <a:pt x="0" y="48"/>
                    </a:lnTo>
                    <a:lnTo>
                      <a:pt x="4" y="46"/>
                    </a:lnTo>
                    <a:lnTo>
                      <a:pt x="4" y="42"/>
                    </a:lnTo>
                    <a:lnTo>
                      <a:pt x="4" y="42"/>
                    </a:lnTo>
                    <a:lnTo>
                      <a:pt x="4" y="42"/>
                    </a:lnTo>
                    <a:lnTo>
                      <a:pt x="4" y="38"/>
                    </a:lnTo>
                    <a:lnTo>
                      <a:pt x="8" y="30"/>
                    </a:lnTo>
                    <a:lnTo>
                      <a:pt x="8" y="30"/>
                    </a:lnTo>
                    <a:lnTo>
                      <a:pt x="8" y="26"/>
                    </a:lnTo>
                    <a:lnTo>
                      <a:pt x="8" y="26"/>
                    </a:lnTo>
                    <a:lnTo>
                      <a:pt x="8" y="22"/>
                    </a:lnTo>
                    <a:lnTo>
                      <a:pt x="8" y="22"/>
                    </a:lnTo>
                    <a:lnTo>
                      <a:pt x="8" y="18"/>
                    </a:lnTo>
                    <a:lnTo>
                      <a:pt x="8" y="18"/>
                    </a:lnTo>
                    <a:lnTo>
                      <a:pt x="12" y="12"/>
                    </a:lnTo>
                    <a:lnTo>
                      <a:pt x="12" y="12"/>
                    </a:lnTo>
                    <a:lnTo>
                      <a:pt x="16" y="8"/>
                    </a:lnTo>
                    <a:lnTo>
                      <a:pt x="16" y="4"/>
                    </a:lnTo>
                    <a:lnTo>
                      <a:pt x="16" y="4"/>
                    </a:lnTo>
                    <a:lnTo>
                      <a:pt x="20" y="4"/>
                    </a:lnTo>
                    <a:lnTo>
                      <a:pt x="26" y="4"/>
                    </a:lnTo>
                    <a:lnTo>
                      <a:pt x="30" y="4"/>
                    </a:lnTo>
                    <a:lnTo>
                      <a:pt x="30" y="0"/>
                    </a:lnTo>
                    <a:lnTo>
                      <a:pt x="34" y="0"/>
                    </a:lnTo>
                    <a:lnTo>
                      <a:pt x="38" y="0"/>
                    </a:lnTo>
                    <a:lnTo>
                      <a:pt x="38" y="0"/>
                    </a:lnTo>
                    <a:lnTo>
                      <a:pt x="38" y="0"/>
                    </a:lnTo>
                    <a:lnTo>
                      <a:pt x="46" y="0"/>
                    </a:lnTo>
                    <a:lnTo>
                      <a:pt x="46" y="0"/>
                    </a:lnTo>
                    <a:lnTo>
                      <a:pt x="54" y="0"/>
                    </a:lnTo>
                    <a:lnTo>
                      <a:pt x="54" y="0"/>
                    </a:lnTo>
                    <a:lnTo>
                      <a:pt x="56" y="4"/>
                    </a:lnTo>
                    <a:lnTo>
                      <a:pt x="60" y="4"/>
                    </a:lnTo>
                    <a:lnTo>
                      <a:pt x="64" y="8"/>
                    </a:lnTo>
                    <a:lnTo>
                      <a:pt x="64" y="8"/>
                    </a:lnTo>
                    <a:lnTo>
                      <a:pt x="64" y="8"/>
                    </a:lnTo>
                    <a:lnTo>
                      <a:pt x="64" y="12"/>
                    </a:lnTo>
                    <a:lnTo>
                      <a:pt x="64" y="12"/>
                    </a:lnTo>
                    <a:lnTo>
                      <a:pt x="64" y="16"/>
                    </a:lnTo>
                    <a:lnTo>
                      <a:pt x="64" y="16"/>
                    </a:lnTo>
                    <a:lnTo>
                      <a:pt x="64" y="16"/>
                    </a:lnTo>
                    <a:lnTo>
                      <a:pt x="64" y="16"/>
                    </a:lnTo>
                    <a:lnTo>
                      <a:pt x="68" y="18"/>
                    </a:lnTo>
                    <a:lnTo>
                      <a:pt x="68" y="18"/>
                    </a:lnTo>
                    <a:lnTo>
                      <a:pt x="68" y="18"/>
                    </a:lnTo>
                    <a:lnTo>
                      <a:pt x="68" y="22"/>
                    </a:lnTo>
                    <a:lnTo>
                      <a:pt x="68" y="22"/>
                    </a:lnTo>
                    <a:lnTo>
                      <a:pt x="68" y="22"/>
                    </a:lnTo>
                    <a:lnTo>
                      <a:pt x="68" y="22"/>
                    </a:lnTo>
                    <a:lnTo>
                      <a:pt x="68" y="26"/>
                    </a:lnTo>
                    <a:lnTo>
                      <a:pt x="68" y="26"/>
                    </a:lnTo>
                    <a:lnTo>
                      <a:pt x="72" y="30"/>
                    </a:lnTo>
                    <a:lnTo>
                      <a:pt x="68" y="34"/>
                    </a:lnTo>
                    <a:lnTo>
                      <a:pt x="68" y="38"/>
                    </a:lnTo>
                    <a:lnTo>
                      <a:pt x="68" y="38"/>
                    </a:lnTo>
                    <a:lnTo>
                      <a:pt x="68" y="38"/>
                    </a:lnTo>
                    <a:lnTo>
                      <a:pt x="68" y="38"/>
                    </a:lnTo>
                    <a:lnTo>
                      <a:pt x="68" y="42"/>
                    </a:lnTo>
                    <a:lnTo>
                      <a:pt x="68" y="42"/>
                    </a:lnTo>
                    <a:lnTo>
                      <a:pt x="68" y="42"/>
                    </a:lnTo>
                    <a:lnTo>
                      <a:pt x="68" y="46"/>
                    </a:lnTo>
                    <a:lnTo>
                      <a:pt x="68" y="48"/>
                    </a:lnTo>
                    <a:lnTo>
                      <a:pt x="68" y="48"/>
                    </a:lnTo>
                    <a:lnTo>
                      <a:pt x="68" y="48"/>
                    </a:lnTo>
                    <a:lnTo>
                      <a:pt x="68" y="48"/>
                    </a:lnTo>
                    <a:lnTo>
                      <a:pt x="68" y="48"/>
                    </a:lnTo>
                    <a:lnTo>
                      <a:pt x="72" y="48"/>
                    </a:lnTo>
                    <a:lnTo>
                      <a:pt x="72" y="48"/>
                    </a:lnTo>
                    <a:lnTo>
                      <a:pt x="72" y="48"/>
                    </a:lnTo>
                    <a:lnTo>
                      <a:pt x="72" y="48"/>
                    </a:lnTo>
                    <a:lnTo>
                      <a:pt x="72" y="48"/>
                    </a:lnTo>
                    <a:lnTo>
                      <a:pt x="76" y="52"/>
                    </a:lnTo>
                    <a:lnTo>
                      <a:pt x="76" y="52"/>
                    </a:lnTo>
                    <a:lnTo>
                      <a:pt x="80" y="52"/>
                    </a:lnTo>
                    <a:lnTo>
                      <a:pt x="80" y="52"/>
                    </a:lnTo>
                    <a:lnTo>
                      <a:pt x="80" y="52"/>
                    </a:lnTo>
                    <a:lnTo>
                      <a:pt x="84" y="52"/>
                    </a:lnTo>
                    <a:lnTo>
                      <a:pt x="84" y="52"/>
                    </a:lnTo>
                    <a:lnTo>
                      <a:pt x="84" y="52"/>
                    </a:lnTo>
                    <a:lnTo>
                      <a:pt x="86" y="52"/>
                    </a:lnTo>
                    <a:lnTo>
                      <a:pt x="86" y="52"/>
                    </a:lnTo>
                    <a:lnTo>
                      <a:pt x="86" y="52"/>
                    </a:lnTo>
                    <a:lnTo>
                      <a:pt x="86" y="52"/>
                    </a:lnTo>
                    <a:lnTo>
                      <a:pt x="86" y="52"/>
                    </a:lnTo>
                    <a:lnTo>
                      <a:pt x="86" y="48"/>
                    </a:lnTo>
                    <a:lnTo>
                      <a:pt x="86" y="48"/>
                    </a:lnTo>
                    <a:lnTo>
                      <a:pt x="86" y="48"/>
                    </a:lnTo>
                    <a:lnTo>
                      <a:pt x="86" y="48"/>
                    </a:lnTo>
                    <a:lnTo>
                      <a:pt x="90" y="48"/>
                    </a:lnTo>
                    <a:lnTo>
                      <a:pt x="90" y="48"/>
                    </a:lnTo>
                    <a:lnTo>
                      <a:pt x="90" y="48"/>
                    </a:lnTo>
                    <a:lnTo>
                      <a:pt x="90" y="48"/>
                    </a:lnTo>
                    <a:lnTo>
                      <a:pt x="90" y="48"/>
                    </a:lnTo>
                    <a:lnTo>
                      <a:pt x="90" y="48"/>
                    </a:lnTo>
                    <a:lnTo>
                      <a:pt x="90" y="52"/>
                    </a:lnTo>
                    <a:lnTo>
                      <a:pt x="94" y="52"/>
                    </a:lnTo>
                    <a:lnTo>
                      <a:pt x="94" y="52"/>
                    </a:lnTo>
                    <a:lnTo>
                      <a:pt x="94" y="52"/>
                    </a:lnTo>
                    <a:lnTo>
                      <a:pt x="94" y="52"/>
                    </a:lnTo>
                    <a:lnTo>
                      <a:pt x="98" y="52"/>
                    </a:lnTo>
                    <a:lnTo>
                      <a:pt x="98" y="52"/>
                    </a:lnTo>
                    <a:lnTo>
                      <a:pt x="98" y="52"/>
                    </a:lnTo>
                    <a:lnTo>
                      <a:pt x="98" y="56"/>
                    </a:lnTo>
                    <a:lnTo>
                      <a:pt x="98" y="56"/>
                    </a:lnTo>
                    <a:lnTo>
                      <a:pt x="98" y="56"/>
                    </a:lnTo>
                    <a:lnTo>
                      <a:pt x="98" y="56"/>
                    </a:lnTo>
                    <a:lnTo>
                      <a:pt x="102" y="56"/>
                    </a:lnTo>
                    <a:lnTo>
                      <a:pt x="102" y="56"/>
                    </a:lnTo>
                    <a:lnTo>
                      <a:pt x="102" y="56"/>
                    </a:lnTo>
                    <a:lnTo>
                      <a:pt x="102" y="56"/>
                    </a:lnTo>
                    <a:lnTo>
                      <a:pt x="102" y="56"/>
                    </a:lnTo>
                    <a:lnTo>
                      <a:pt x="102" y="60"/>
                    </a:lnTo>
                    <a:lnTo>
                      <a:pt x="102" y="60"/>
                    </a:lnTo>
                    <a:lnTo>
                      <a:pt x="102" y="60"/>
                    </a:lnTo>
                    <a:lnTo>
                      <a:pt x="102" y="60"/>
                    </a:lnTo>
                    <a:lnTo>
                      <a:pt x="102" y="64"/>
                    </a:lnTo>
                    <a:lnTo>
                      <a:pt x="102" y="64"/>
                    </a:lnTo>
                    <a:lnTo>
                      <a:pt x="102" y="68"/>
                    </a:lnTo>
                    <a:lnTo>
                      <a:pt x="102" y="68"/>
                    </a:lnTo>
                    <a:lnTo>
                      <a:pt x="102" y="72"/>
                    </a:lnTo>
                    <a:lnTo>
                      <a:pt x="102" y="72"/>
                    </a:lnTo>
                    <a:lnTo>
                      <a:pt x="102" y="72"/>
                    </a:lnTo>
                    <a:lnTo>
                      <a:pt x="102" y="72"/>
                    </a:lnTo>
                    <a:lnTo>
                      <a:pt x="102" y="76"/>
                    </a:lnTo>
                    <a:lnTo>
                      <a:pt x="102" y="76"/>
                    </a:lnTo>
                    <a:lnTo>
                      <a:pt x="102" y="76"/>
                    </a:lnTo>
                    <a:lnTo>
                      <a:pt x="106" y="76"/>
                    </a:lnTo>
                    <a:lnTo>
                      <a:pt x="106" y="78"/>
                    </a:lnTo>
                    <a:lnTo>
                      <a:pt x="106" y="78"/>
                    </a:lnTo>
                    <a:lnTo>
                      <a:pt x="106" y="78"/>
                    </a:lnTo>
                    <a:lnTo>
                      <a:pt x="106" y="78"/>
                    </a:lnTo>
                    <a:lnTo>
                      <a:pt x="106" y="82"/>
                    </a:lnTo>
                    <a:lnTo>
                      <a:pt x="106" y="82"/>
                    </a:lnTo>
                    <a:lnTo>
                      <a:pt x="106" y="82"/>
                    </a:lnTo>
                    <a:lnTo>
                      <a:pt x="106" y="82"/>
                    </a:lnTo>
                    <a:lnTo>
                      <a:pt x="106" y="82"/>
                    </a:lnTo>
                    <a:lnTo>
                      <a:pt x="110" y="82"/>
                    </a:lnTo>
                    <a:lnTo>
                      <a:pt x="110" y="82"/>
                    </a:lnTo>
                    <a:lnTo>
                      <a:pt x="110" y="82"/>
                    </a:lnTo>
                    <a:lnTo>
                      <a:pt x="110" y="82"/>
                    </a:lnTo>
                    <a:lnTo>
                      <a:pt x="114" y="82"/>
                    </a:lnTo>
                    <a:lnTo>
                      <a:pt x="114" y="82"/>
                    </a:lnTo>
                    <a:lnTo>
                      <a:pt x="114" y="82"/>
                    </a:lnTo>
                    <a:lnTo>
                      <a:pt x="116" y="78"/>
                    </a:lnTo>
                    <a:lnTo>
                      <a:pt x="116" y="78"/>
                    </a:lnTo>
                    <a:lnTo>
                      <a:pt x="120" y="82"/>
                    </a:lnTo>
                    <a:lnTo>
                      <a:pt x="120" y="82"/>
                    </a:lnTo>
                    <a:lnTo>
                      <a:pt x="120" y="82"/>
                    </a:lnTo>
                    <a:lnTo>
                      <a:pt x="120" y="82"/>
                    </a:lnTo>
                    <a:lnTo>
                      <a:pt x="120" y="82"/>
                    </a:lnTo>
                    <a:lnTo>
                      <a:pt x="120" y="86"/>
                    </a:lnTo>
                    <a:lnTo>
                      <a:pt x="120" y="86"/>
                    </a:lnTo>
                    <a:lnTo>
                      <a:pt x="120" y="86"/>
                    </a:lnTo>
                    <a:lnTo>
                      <a:pt x="120" y="86"/>
                    </a:lnTo>
                    <a:lnTo>
                      <a:pt x="120" y="86"/>
                    </a:lnTo>
                    <a:lnTo>
                      <a:pt x="120" y="86"/>
                    </a:lnTo>
                    <a:lnTo>
                      <a:pt x="120" y="90"/>
                    </a:lnTo>
                    <a:lnTo>
                      <a:pt x="120" y="90"/>
                    </a:lnTo>
                    <a:lnTo>
                      <a:pt x="120" y="90"/>
                    </a:lnTo>
                    <a:lnTo>
                      <a:pt x="120" y="90"/>
                    </a:lnTo>
                    <a:lnTo>
                      <a:pt x="120" y="90"/>
                    </a:lnTo>
                    <a:lnTo>
                      <a:pt x="120" y="90"/>
                    </a:lnTo>
                    <a:lnTo>
                      <a:pt x="120" y="94"/>
                    </a:lnTo>
                    <a:lnTo>
                      <a:pt x="120" y="94"/>
                    </a:lnTo>
                    <a:lnTo>
                      <a:pt x="120" y="94"/>
                    </a:lnTo>
                    <a:lnTo>
                      <a:pt x="120" y="94"/>
                    </a:lnTo>
                    <a:lnTo>
                      <a:pt x="120" y="94"/>
                    </a:lnTo>
                    <a:lnTo>
                      <a:pt x="120" y="94"/>
                    </a:lnTo>
                    <a:lnTo>
                      <a:pt x="120" y="98"/>
                    </a:lnTo>
                    <a:lnTo>
                      <a:pt x="120" y="98"/>
                    </a:lnTo>
                    <a:lnTo>
                      <a:pt x="116" y="102"/>
                    </a:lnTo>
                    <a:lnTo>
                      <a:pt x="116" y="102"/>
                    </a:lnTo>
                    <a:lnTo>
                      <a:pt x="116" y="102"/>
                    </a:lnTo>
                    <a:lnTo>
                      <a:pt x="116" y="104"/>
                    </a:lnTo>
                    <a:lnTo>
                      <a:pt x="116" y="104"/>
                    </a:lnTo>
                    <a:lnTo>
                      <a:pt x="116" y="104"/>
                    </a:lnTo>
                    <a:lnTo>
                      <a:pt x="116" y="104"/>
                    </a:lnTo>
                    <a:lnTo>
                      <a:pt x="116" y="104"/>
                    </a:lnTo>
                    <a:lnTo>
                      <a:pt x="116" y="108"/>
                    </a:lnTo>
                    <a:lnTo>
                      <a:pt x="116" y="108"/>
                    </a:lnTo>
                    <a:lnTo>
                      <a:pt x="116" y="108"/>
                    </a:lnTo>
                    <a:lnTo>
                      <a:pt x="116" y="112"/>
                    </a:lnTo>
                    <a:lnTo>
                      <a:pt x="116" y="112"/>
                    </a:lnTo>
                    <a:lnTo>
                      <a:pt x="116" y="116"/>
                    </a:lnTo>
                    <a:lnTo>
                      <a:pt x="116" y="116"/>
                    </a:lnTo>
                    <a:lnTo>
                      <a:pt x="116" y="120"/>
                    </a:lnTo>
                    <a:lnTo>
                      <a:pt x="116" y="120"/>
                    </a:lnTo>
                    <a:lnTo>
                      <a:pt x="116" y="124"/>
                    </a:lnTo>
                    <a:lnTo>
                      <a:pt x="116" y="124"/>
                    </a:lnTo>
                    <a:lnTo>
                      <a:pt x="116" y="124"/>
                    </a:lnTo>
                    <a:lnTo>
                      <a:pt x="116" y="124"/>
                    </a:lnTo>
                    <a:lnTo>
                      <a:pt x="114" y="126"/>
                    </a:lnTo>
                    <a:lnTo>
                      <a:pt x="114" y="130"/>
                    </a:lnTo>
                    <a:lnTo>
                      <a:pt x="114" y="130"/>
                    </a:lnTo>
                    <a:lnTo>
                      <a:pt x="114" y="130"/>
                    </a:lnTo>
                    <a:lnTo>
                      <a:pt x="114" y="130"/>
                    </a:lnTo>
                    <a:lnTo>
                      <a:pt x="114" y="130"/>
                    </a:lnTo>
                    <a:lnTo>
                      <a:pt x="110" y="130"/>
                    </a:lnTo>
                    <a:lnTo>
                      <a:pt x="110" y="130"/>
                    </a:lnTo>
                    <a:lnTo>
                      <a:pt x="110" y="134"/>
                    </a:lnTo>
                    <a:lnTo>
                      <a:pt x="110" y="134"/>
                    </a:lnTo>
                    <a:lnTo>
                      <a:pt x="110" y="134"/>
                    </a:lnTo>
                    <a:lnTo>
                      <a:pt x="110" y="134"/>
                    </a:lnTo>
                    <a:lnTo>
                      <a:pt x="106" y="134"/>
                    </a:lnTo>
                    <a:lnTo>
                      <a:pt x="106" y="134"/>
                    </a:lnTo>
                    <a:lnTo>
                      <a:pt x="106" y="134"/>
                    </a:lnTo>
                    <a:lnTo>
                      <a:pt x="106" y="134"/>
                    </a:lnTo>
                    <a:lnTo>
                      <a:pt x="106" y="134"/>
                    </a:lnTo>
                    <a:lnTo>
                      <a:pt x="102" y="138"/>
                    </a:lnTo>
                    <a:lnTo>
                      <a:pt x="102" y="138"/>
                    </a:lnTo>
                    <a:lnTo>
                      <a:pt x="102" y="142"/>
                    </a:lnTo>
                    <a:lnTo>
                      <a:pt x="102" y="142"/>
                    </a:lnTo>
                    <a:lnTo>
                      <a:pt x="102" y="142"/>
                    </a:lnTo>
                    <a:lnTo>
                      <a:pt x="102" y="142"/>
                    </a:lnTo>
                    <a:lnTo>
                      <a:pt x="102" y="142"/>
                    </a:lnTo>
                    <a:lnTo>
                      <a:pt x="102" y="146"/>
                    </a:lnTo>
                    <a:lnTo>
                      <a:pt x="98" y="146"/>
                    </a:lnTo>
                    <a:lnTo>
                      <a:pt x="98" y="142"/>
                    </a:lnTo>
                    <a:lnTo>
                      <a:pt x="98" y="142"/>
                    </a:lnTo>
                    <a:lnTo>
                      <a:pt x="98" y="142"/>
                    </a:lnTo>
                    <a:lnTo>
                      <a:pt x="98" y="142"/>
                    </a:lnTo>
                    <a:lnTo>
                      <a:pt x="98" y="142"/>
                    </a:lnTo>
                    <a:lnTo>
                      <a:pt x="98" y="142"/>
                    </a:lnTo>
                    <a:lnTo>
                      <a:pt x="94" y="142"/>
                    </a:lnTo>
                    <a:lnTo>
                      <a:pt x="94" y="142"/>
                    </a:lnTo>
                    <a:lnTo>
                      <a:pt x="94" y="142"/>
                    </a:lnTo>
                    <a:lnTo>
                      <a:pt x="94" y="142"/>
                    </a:lnTo>
                    <a:lnTo>
                      <a:pt x="90" y="142"/>
                    </a:lnTo>
                    <a:lnTo>
                      <a:pt x="90" y="146"/>
                    </a:lnTo>
                    <a:lnTo>
                      <a:pt x="90" y="146"/>
                    </a:lnTo>
                    <a:lnTo>
                      <a:pt x="90" y="146"/>
                    </a:lnTo>
                    <a:lnTo>
                      <a:pt x="90" y="146"/>
                    </a:lnTo>
                    <a:lnTo>
                      <a:pt x="90" y="146"/>
                    </a:lnTo>
                    <a:lnTo>
                      <a:pt x="90" y="146"/>
                    </a:lnTo>
                    <a:lnTo>
                      <a:pt x="90" y="146"/>
                    </a:lnTo>
                    <a:lnTo>
                      <a:pt x="90" y="146"/>
                    </a:lnTo>
                    <a:lnTo>
                      <a:pt x="90" y="146"/>
                    </a:lnTo>
                    <a:lnTo>
                      <a:pt x="90" y="146"/>
                    </a:lnTo>
                    <a:lnTo>
                      <a:pt x="90" y="146"/>
                    </a:lnTo>
                    <a:lnTo>
                      <a:pt x="86" y="146"/>
                    </a:lnTo>
                    <a:lnTo>
                      <a:pt x="86" y="146"/>
                    </a:lnTo>
                    <a:lnTo>
                      <a:pt x="86" y="146"/>
                    </a:lnTo>
                    <a:lnTo>
                      <a:pt x="86" y="146"/>
                    </a:lnTo>
                    <a:lnTo>
                      <a:pt x="86" y="146"/>
                    </a:lnTo>
                    <a:lnTo>
                      <a:pt x="86" y="146"/>
                    </a:lnTo>
                    <a:lnTo>
                      <a:pt x="86" y="146"/>
                    </a:lnTo>
                    <a:lnTo>
                      <a:pt x="86" y="146"/>
                    </a:lnTo>
                    <a:lnTo>
                      <a:pt x="86" y="146"/>
                    </a:lnTo>
                    <a:lnTo>
                      <a:pt x="84" y="146"/>
                    </a:lnTo>
                    <a:lnTo>
                      <a:pt x="84" y="146"/>
                    </a:lnTo>
                    <a:lnTo>
                      <a:pt x="84" y="146"/>
                    </a:lnTo>
                    <a:lnTo>
                      <a:pt x="84" y="146"/>
                    </a:lnTo>
                    <a:lnTo>
                      <a:pt x="84" y="146"/>
                    </a:lnTo>
                    <a:lnTo>
                      <a:pt x="84" y="146"/>
                    </a:lnTo>
                    <a:lnTo>
                      <a:pt x="84" y="146"/>
                    </a:lnTo>
                    <a:lnTo>
                      <a:pt x="84" y="146"/>
                    </a:lnTo>
                    <a:lnTo>
                      <a:pt x="84" y="146"/>
                    </a:lnTo>
                    <a:lnTo>
                      <a:pt x="80" y="146"/>
                    </a:lnTo>
                    <a:lnTo>
                      <a:pt x="80" y="146"/>
                    </a:lnTo>
                    <a:lnTo>
                      <a:pt x="80" y="146"/>
                    </a:lnTo>
                    <a:lnTo>
                      <a:pt x="80" y="146"/>
                    </a:lnTo>
                    <a:lnTo>
                      <a:pt x="80" y="146"/>
                    </a:lnTo>
                    <a:lnTo>
                      <a:pt x="80" y="146"/>
                    </a:lnTo>
                    <a:lnTo>
                      <a:pt x="80" y="146"/>
                    </a:lnTo>
                    <a:lnTo>
                      <a:pt x="76" y="146"/>
                    </a:lnTo>
                    <a:lnTo>
                      <a:pt x="76" y="146"/>
                    </a:lnTo>
                    <a:lnTo>
                      <a:pt x="76" y="146"/>
                    </a:lnTo>
                    <a:lnTo>
                      <a:pt x="72" y="142"/>
                    </a:lnTo>
                    <a:lnTo>
                      <a:pt x="72" y="142"/>
                    </a:lnTo>
                    <a:lnTo>
                      <a:pt x="72" y="142"/>
                    </a:lnTo>
                    <a:lnTo>
                      <a:pt x="72" y="142"/>
                    </a:lnTo>
                    <a:lnTo>
                      <a:pt x="72" y="142"/>
                    </a:lnTo>
                    <a:lnTo>
                      <a:pt x="72" y="142"/>
                    </a:lnTo>
                    <a:lnTo>
                      <a:pt x="68" y="142"/>
                    </a:lnTo>
                    <a:lnTo>
                      <a:pt x="68" y="142"/>
                    </a:lnTo>
                    <a:lnTo>
                      <a:pt x="64" y="142"/>
                    </a:lnTo>
                    <a:lnTo>
                      <a:pt x="64" y="142"/>
                    </a:lnTo>
                    <a:lnTo>
                      <a:pt x="60" y="142"/>
                    </a:lnTo>
                    <a:lnTo>
                      <a:pt x="60" y="142"/>
                    </a:lnTo>
                    <a:lnTo>
                      <a:pt x="60" y="142"/>
                    </a:lnTo>
                    <a:lnTo>
                      <a:pt x="60" y="142"/>
                    </a:lnTo>
                    <a:lnTo>
                      <a:pt x="60" y="142"/>
                    </a:lnTo>
                    <a:lnTo>
                      <a:pt x="60" y="142"/>
                    </a:lnTo>
                    <a:lnTo>
                      <a:pt x="60" y="142"/>
                    </a:lnTo>
                    <a:lnTo>
                      <a:pt x="56" y="138"/>
                    </a:lnTo>
                    <a:lnTo>
                      <a:pt x="56" y="138"/>
                    </a:lnTo>
                    <a:lnTo>
                      <a:pt x="60" y="138"/>
                    </a:lnTo>
                    <a:lnTo>
                      <a:pt x="60" y="138"/>
                    </a:lnTo>
                    <a:lnTo>
                      <a:pt x="60" y="138"/>
                    </a:lnTo>
                    <a:lnTo>
                      <a:pt x="60" y="134"/>
                    </a:lnTo>
                    <a:lnTo>
                      <a:pt x="60" y="134"/>
                    </a:lnTo>
                    <a:lnTo>
                      <a:pt x="64" y="134"/>
                    </a:lnTo>
                    <a:lnTo>
                      <a:pt x="64" y="134"/>
                    </a:lnTo>
                    <a:lnTo>
                      <a:pt x="64" y="130"/>
                    </a:lnTo>
                    <a:lnTo>
                      <a:pt x="64" y="130"/>
                    </a:lnTo>
                    <a:lnTo>
                      <a:pt x="64" y="126"/>
                    </a:lnTo>
                    <a:lnTo>
                      <a:pt x="64" y="126"/>
                    </a:lnTo>
                    <a:lnTo>
                      <a:pt x="64" y="126"/>
                    </a:lnTo>
                    <a:lnTo>
                      <a:pt x="64" y="124"/>
                    </a:lnTo>
                    <a:lnTo>
                      <a:pt x="64" y="124"/>
                    </a:lnTo>
                    <a:lnTo>
                      <a:pt x="64" y="124"/>
                    </a:lnTo>
                    <a:lnTo>
                      <a:pt x="68" y="120"/>
                    </a:lnTo>
                    <a:lnTo>
                      <a:pt x="68" y="120"/>
                    </a:lnTo>
                    <a:lnTo>
                      <a:pt x="68" y="120"/>
                    </a:lnTo>
                    <a:lnTo>
                      <a:pt x="68" y="120"/>
                    </a:lnTo>
                    <a:lnTo>
                      <a:pt x="68" y="116"/>
                    </a:lnTo>
                    <a:lnTo>
                      <a:pt x="68" y="116"/>
                    </a:lnTo>
                    <a:lnTo>
                      <a:pt x="72" y="116"/>
                    </a:lnTo>
                    <a:lnTo>
                      <a:pt x="72" y="116"/>
                    </a:lnTo>
                    <a:lnTo>
                      <a:pt x="72" y="116"/>
                    </a:lnTo>
                    <a:lnTo>
                      <a:pt x="72" y="112"/>
                    </a:lnTo>
                    <a:lnTo>
                      <a:pt x="76" y="112"/>
                    </a:lnTo>
                    <a:lnTo>
                      <a:pt x="76" y="108"/>
                    </a:lnTo>
                    <a:lnTo>
                      <a:pt x="76" y="108"/>
                    </a:lnTo>
                    <a:lnTo>
                      <a:pt x="72" y="108"/>
                    </a:lnTo>
                    <a:lnTo>
                      <a:pt x="72" y="108"/>
                    </a:lnTo>
                    <a:lnTo>
                      <a:pt x="72" y="104"/>
                    </a:lnTo>
                    <a:lnTo>
                      <a:pt x="72" y="104"/>
                    </a:lnTo>
                    <a:lnTo>
                      <a:pt x="72" y="104"/>
                    </a:lnTo>
                    <a:lnTo>
                      <a:pt x="72" y="10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2" name="Freeform 186"/>
              <p:cNvSpPr>
                <a:spLocks/>
              </p:cNvSpPr>
              <p:nvPr/>
            </p:nvSpPr>
            <p:spPr bwMode="gray">
              <a:xfrm>
                <a:off x="2796315" y="4523130"/>
                <a:ext cx="313067" cy="546122"/>
              </a:xfrm>
              <a:custGeom>
                <a:avLst/>
                <a:gdLst>
                  <a:gd name="T0" fmla="*/ 166 w 180"/>
                  <a:gd name="T1" fmla="*/ 310 h 314"/>
                  <a:gd name="T2" fmla="*/ 154 w 180"/>
                  <a:gd name="T3" fmla="*/ 310 h 314"/>
                  <a:gd name="T4" fmla="*/ 142 w 180"/>
                  <a:gd name="T5" fmla="*/ 298 h 314"/>
                  <a:gd name="T6" fmla="*/ 132 w 180"/>
                  <a:gd name="T7" fmla="*/ 290 h 314"/>
                  <a:gd name="T8" fmla="*/ 120 w 180"/>
                  <a:gd name="T9" fmla="*/ 284 h 314"/>
                  <a:gd name="T10" fmla="*/ 106 w 180"/>
                  <a:gd name="T11" fmla="*/ 276 h 314"/>
                  <a:gd name="T12" fmla="*/ 94 w 180"/>
                  <a:gd name="T13" fmla="*/ 264 h 314"/>
                  <a:gd name="T14" fmla="*/ 82 w 180"/>
                  <a:gd name="T15" fmla="*/ 254 h 314"/>
                  <a:gd name="T16" fmla="*/ 76 w 180"/>
                  <a:gd name="T17" fmla="*/ 238 h 314"/>
                  <a:gd name="T18" fmla="*/ 76 w 180"/>
                  <a:gd name="T19" fmla="*/ 230 h 314"/>
                  <a:gd name="T20" fmla="*/ 68 w 180"/>
                  <a:gd name="T21" fmla="*/ 212 h 314"/>
                  <a:gd name="T22" fmla="*/ 60 w 180"/>
                  <a:gd name="T23" fmla="*/ 200 h 314"/>
                  <a:gd name="T24" fmla="*/ 54 w 180"/>
                  <a:gd name="T25" fmla="*/ 186 h 314"/>
                  <a:gd name="T26" fmla="*/ 46 w 180"/>
                  <a:gd name="T27" fmla="*/ 168 h 314"/>
                  <a:gd name="T28" fmla="*/ 38 w 180"/>
                  <a:gd name="T29" fmla="*/ 152 h 314"/>
                  <a:gd name="T30" fmla="*/ 34 w 180"/>
                  <a:gd name="T31" fmla="*/ 138 h 314"/>
                  <a:gd name="T32" fmla="*/ 26 w 180"/>
                  <a:gd name="T33" fmla="*/ 126 h 314"/>
                  <a:gd name="T34" fmla="*/ 20 w 180"/>
                  <a:gd name="T35" fmla="*/ 114 h 314"/>
                  <a:gd name="T36" fmla="*/ 12 w 180"/>
                  <a:gd name="T37" fmla="*/ 104 h 314"/>
                  <a:gd name="T38" fmla="*/ 8 w 180"/>
                  <a:gd name="T39" fmla="*/ 96 h 314"/>
                  <a:gd name="T40" fmla="*/ 4 w 180"/>
                  <a:gd name="T41" fmla="*/ 82 h 314"/>
                  <a:gd name="T42" fmla="*/ 4 w 180"/>
                  <a:gd name="T43" fmla="*/ 66 h 314"/>
                  <a:gd name="T44" fmla="*/ 16 w 180"/>
                  <a:gd name="T45" fmla="*/ 56 h 314"/>
                  <a:gd name="T46" fmla="*/ 16 w 180"/>
                  <a:gd name="T47" fmla="*/ 74 h 314"/>
                  <a:gd name="T48" fmla="*/ 26 w 180"/>
                  <a:gd name="T49" fmla="*/ 74 h 314"/>
                  <a:gd name="T50" fmla="*/ 38 w 180"/>
                  <a:gd name="T51" fmla="*/ 78 h 314"/>
                  <a:gd name="T52" fmla="*/ 42 w 180"/>
                  <a:gd name="T53" fmla="*/ 70 h 314"/>
                  <a:gd name="T54" fmla="*/ 46 w 180"/>
                  <a:gd name="T55" fmla="*/ 56 h 314"/>
                  <a:gd name="T56" fmla="*/ 50 w 180"/>
                  <a:gd name="T57" fmla="*/ 48 h 314"/>
                  <a:gd name="T58" fmla="*/ 68 w 180"/>
                  <a:gd name="T59" fmla="*/ 42 h 314"/>
                  <a:gd name="T60" fmla="*/ 82 w 180"/>
                  <a:gd name="T61" fmla="*/ 26 h 314"/>
                  <a:gd name="T62" fmla="*/ 86 w 180"/>
                  <a:gd name="T63" fmla="*/ 12 h 314"/>
                  <a:gd name="T64" fmla="*/ 90 w 180"/>
                  <a:gd name="T65" fmla="*/ 0 h 314"/>
                  <a:gd name="T66" fmla="*/ 98 w 180"/>
                  <a:gd name="T67" fmla="*/ 4 h 314"/>
                  <a:gd name="T68" fmla="*/ 110 w 180"/>
                  <a:gd name="T69" fmla="*/ 18 h 314"/>
                  <a:gd name="T70" fmla="*/ 120 w 180"/>
                  <a:gd name="T71" fmla="*/ 30 h 314"/>
                  <a:gd name="T72" fmla="*/ 120 w 180"/>
                  <a:gd name="T73" fmla="*/ 42 h 314"/>
                  <a:gd name="T74" fmla="*/ 132 w 180"/>
                  <a:gd name="T75" fmla="*/ 42 h 314"/>
                  <a:gd name="T76" fmla="*/ 142 w 180"/>
                  <a:gd name="T77" fmla="*/ 38 h 314"/>
                  <a:gd name="T78" fmla="*/ 158 w 180"/>
                  <a:gd name="T79" fmla="*/ 42 h 314"/>
                  <a:gd name="T80" fmla="*/ 154 w 180"/>
                  <a:gd name="T81" fmla="*/ 62 h 314"/>
                  <a:gd name="T82" fmla="*/ 162 w 180"/>
                  <a:gd name="T83" fmla="*/ 70 h 314"/>
                  <a:gd name="T84" fmla="*/ 150 w 180"/>
                  <a:gd name="T85" fmla="*/ 70 h 314"/>
                  <a:gd name="T86" fmla="*/ 140 w 180"/>
                  <a:gd name="T87" fmla="*/ 74 h 314"/>
                  <a:gd name="T88" fmla="*/ 128 w 180"/>
                  <a:gd name="T89" fmla="*/ 82 h 314"/>
                  <a:gd name="T90" fmla="*/ 120 w 180"/>
                  <a:gd name="T91" fmla="*/ 96 h 314"/>
                  <a:gd name="T92" fmla="*/ 116 w 180"/>
                  <a:gd name="T93" fmla="*/ 108 h 314"/>
                  <a:gd name="T94" fmla="*/ 110 w 180"/>
                  <a:gd name="T95" fmla="*/ 122 h 314"/>
                  <a:gd name="T96" fmla="*/ 112 w 180"/>
                  <a:gd name="T97" fmla="*/ 134 h 314"/>
                  <a:gd name="T98" fmla="*/ 120 w 180"/>
                  <a:gd name="T99" fmla="*/ 148 h 314"/>
                  <a:gd name="T100" fmla="*/ 120 w 180"/>
                  <a:gd name="T101" fmla="*/ 160 h 314"/>
                  <a:gd name="T102" fmla="*/ 132 w 180"/>
                  <a:gd name="T103" fmla="*/ 168 h 314"/>
                  <a:gd name="T104" fmla="*/ 150 w 180"/>
                  <a:gd name="T105" fmla="*/ 168 h 314"/>
                  <a:gd name="T106" fmla="*/ 154 w 180"/>
                  <a:gd name="T107" fmla="*/ 172 h 314"/>
                  <a:gd name="T108" fmla="*/ 158 w 180"/>
                  <a:gd name="T109" fmla="*/ 186 h 314"/>
                  <a:gd name="T110" fmla="*/ 172 w 180"/>
                  <a:gd name="T111" fmla="*/ 194 h 314"/>
                  <a:gd name="T112" fmla="*/ 180 w 180"/>
                  <a:gd name="T113" fmla="*/ 208 h 314"/>
                  <a:gd name="T114" fmla="*/ 176 w 180"/>
                  <a:gd name="T115" fmla="*/ 224 h 314"/>
                  <a:gd name="T116" fmla="*/ 180 w 180"/>
                  <a:gd name="T117" fmla="*/ 238 h 314"/>
                  <a:gd name="T118" fmla="*/ 172 w 180"/>
                  <a:gd name="T119" fmla="*/ 254 h 314"/>
                  <a:gd name="T120" fmla="*/ 172 w 180"/>
                  <a:gd name="T121" fmla="*/ 264 h 314"/>
                  <a:gd name="T122" fmla="*/ 176 w 180"/>
                  <a:gd name="T123" fmla="*/ 280 h 314"/>
                  <a:gd name="T124" fmla="*/ 168 w 180"/>
                  <a:gd name="T125" fmla="*/ 290 h 3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80" h="314">
                    <a:moveTo>
                      <a:pt x="168" y="298"/>
                    </a:moveTo>
                    <a:lnTo>
                      <a:pt x="168" y="302"/>
                    </a:lnTo>
                    <a:lnTo>
                      <a:pt x="166" y="302"/>
                    </a:lnTo>
                    <a:lnTo>
                      <a:pt x="166" y="306"/>
                    </a:lnTo>
                    <a:lnTo>
                      <a:pt x="166" y="310"/>
                    </a:lnTo>
                    <a:lnTo>
                      <a:pt x="166" y="314"/>
                    </a:lnTo>
                    <a:lnTo>
                      <a:pt x="162" y="314"/>
                    </a:lnTo>
                    <a:lnTo>
                      <a:pt x="158" y="314"/>
                    </a:lnTo>
                    <a:lnTo>
                      <a:pt x="154" y="314"/>
                    </a:lnTo>
                    <a:lnTo>
                      <a:pt x="154" y="310"/>
                    </a:lnTo>
                    <a:lnTo>
                      <a:pt x="150" y="310"/>
                    </a:lnTo>
                    <a:lnTo>
                      <a:pt x="150" y="306"/>
                    </a:lnTo>
                    <a:lnTo>
                      <a:pt x="146" y="306"/>
                    </a:lnTo>
                    <a:lnTo>
                      <a:pt x="142" y="302"/>
                    </a:lnTo>
                    <a:lnTo>
                      <a:pt x="142" y="298"/>
                    </a:lnTo>
                    <a:lnTo>
                      <a:pt x="142" y="294"/>
                    </a:lnTo>
                    <a:lnTo>
                      <a:pt x="140" y="294"/>
                    </a:lnTo>
                    <a:lnTo>
                      <a:pt x="136" y="294"/>
                    </a:lnTo>
                    <a:lnTo>
                      <a:pt x="136" y="290"/>
                    </a:lnTo>
                    <a:lnTo>
                      <a:pt x="132" y="290"/>
                    </a:lnTo>
                    <a:lnTo>
                      <a:pt x="132" y="286"/>
                    </a:lnTo>
                    <a:lnTo>
                      <a:pt x="128" y="286"/>
                    </a:lnTo>
                    <a:lnTo>
                      <a:pt x="128" y="284"/>
                    </a:lnTo>
                    <a:lnTo>
                      <a:pt x="124" y="284"/>
                    </a:lnTo>
                    <a:lnTo>
                      <a:pt x="120" y="284"/>
                    </a:lnTo>
                    <a:lnTo>
                      <a:pt x="116" y="280"/>
                    </a:lnTo>
                    <a:lnTo>
                      <a:pt x="112" y="280"/>
                    </a:lnTo>
                    <a:lnTo>
                      <a:pt x="112" y="276"/>
                    </a:lnTo>
                    <a:lnTo>
                      <a:pt x="110" y="276"/>
                    </a:lnTo>
                    <a:lnTo>
                      <a:pt x="106" y="276"/>
                    </a:lnTo>
                    <a:lnTo>
                      <a:pt x="106" y="272"/>
                    </a:lnTo>
                    <a:lnTo>
                      <a:pt x="102" y="272"/>
                    </a:lnTo>
                    <a:lnTo>
                      <a:pt x="102" y="268"/>
                    </a:lnTo>
                    <a:lnTo>
                      <a:pt x="98" y="268"/>
                    </a:lnTo>
                    <a:lnTo>
                      <a:pt x="94" y="264"/>
                    </a:lnTo>
                    <a:lnTo>
                      <a:pt x="90" y="264"/>
                    </a:lnTo>
                    <a:lnTo>
                      <a:pt x="90" y="260"/>
                    </a:lnTo>
                    <a:lnTo>
                      <a:pt x="86" y="260"/>
                    </a:lnTo>
                    <a:lnTo>
                      <a:pt x="86" y="256"/>
                    </a:lnTo>
                    <a:lnTo>
                      <a:pt x="82" y="254"/>
                    </a:lnTo>
                    <a:lnTo>
                      <a:pt x="80" y="250"/>
                    </a:lnTo>
                    <a:lnTo>
                      <a:pt x="80" y="246"/>
                    </a:lnTo>
                    <a:lnTo>
                      <a:pt x="76" y="246"/>
                    </a:lnTo>
                    <a:lnTo>
                      <a:pt x="76" y="242"/>
                    </a:lnTo>
                    <a:lnTo>
                      <a:pt x="76" y="238"/>
                    </a:lnTo>
                    <a:lnTo>
                      <a:pt x="72" y="234"/>
                    </a:lnTo>
                    <a:lnTo>
                      <a:pt x="72" y="238"/>
                    </a:lnTo>
                    <a:lnTo>
                      <a:pt x="72" y="234"/>
                    </a:lnTo>
                    <a:lnTo>
                      <a:pt x="76" y="234"/>
                    </a:lnTo>
                    <a:lnTo>
                      <a:pt x="76" y="230"/>
                    </a:lnTo>
                    <a:lnTo>
                      <a:pt x="76" y="228"/>
                    </a:lnTo>
                    <a:lnTo>
                      <a:pt x="72" y="224"/>
                    </a:lnTo>
                    <a:lnTo>
                      <a:pt x="72" y="220"/>
                    </a:lnTo>
                    <a:lnTo>
                      <a:pt x="68" y="216"/>
                    </a:lnTo>
                    <a:lnTo>
                      <a:pt x="68" y="212"/>
                    </a:lnTo>
                    <a:lnTo>
                      <a:pt x="68" y="208"/>
                    </a:lnTo>
                    <a:lnTo>
                      <a:pt x="64" y="208"/>
                    </a:lnTo>
                    <a:lnTo>
                      <a:pt x="64" y="204"/>
                    </a:lnTo>
                    <a:lnTo>
                      <a:pt x="60" y="204"/>
                    </a:lnTo>
                    <a:lnTo>
                      <a:pt x="60" y="200"/>
                    </a:lnTo>
                    <a:lnTo>
                      <a:pt x="60" y="198"/>
                    </a:lnTo>
                    <a:lnTo>
                      <a:pt x="60" y="194"/>
                    </a:lnTo>
                    <a:lnTo>
                      <a:pt x="56" y="194"/>
                    </a:lnTo>
                    <a:lnTo>
                      <a:pt x="54" y="190"/>
                    </a:lnTo>
                    <a:lnTo>
                      <a:pt x="54" y="186"/>
                    </a:lnTo>
                    <a:lnTo>
                      <a:pt x="54" y="182"/>
                    </a:lnTo>
                    <a:lnTo>
                      <a:pt x="50" y="178"/>
                    </a:lnTo>
                    <a:lnTo>
                      <a:pt x="50" y="174"/>
                    </a:lnTo>
                    <a:lnTo>
                      <a:pt x="46" y="172"/>
                    </a:lnTo>
                    <a:lnTo>
                      <a:pt x="46" y="168"/>
                    </a:lnTo>
                    <a:lnTo>
                      <a:pt x="46" y="164"/>
                    </a:lnTo>
                    <a:lnTo>
                      <a:pt x="42" y="160"/>
                    </a:lnTo>
                    <a:lnTo>
                      <a:pt x="42" y="156"/>
                    </a:lnTo>
                    <a:lnTo>
                      <a:pt x="42" y="152"/>
                    </a:lnTo>
                    <a:lnTo>
                      <a:pt x="38" y="152"/>
                    </a:lnTo>
                    <a:lnTo>
                      <a:pt x="38" y="148"/>
                    </a:lnTo>
                    <a:lnTo>
                      <a:pt x="38" y="144"/>
                    </a:lnTo>
                    <a:lnTo>
                      <a:pt x="34" y="142"/>
                    </a:lnTo>
                    <a:lnTo>
                      <a:pt x="38" y="142"/>
                    </a:lnTo>
                    <a:lnTo>
                      <a:pt x="34" y="138"/>
                    </a:lnTo>
                    <a:lnTo>
                      <a:pt x="34" y="134"/>
                    </a:lnTo>
                    <a:lnTo>
                      <a:pt x="30" y="134"/>
                    </a:lnTo>
                    <a:lnTo>
                      <a:pt x="30" y="130"/>
                    </a:lnTo>
                    <a:lnTo>
                      <a:pt x="26" y="130"/>
                    </a:lnTo>
                    <a:lnTo>
                      <a:pt x="26" y="126"/>
                    </a:lnTo>
                    <a:lnTo>
                      <a:pt x="26" y="122"/>
                    </a:lnTo>
                    <a:lnTo>
                      <a:pt x="26" y="118"/>
                    </a:lnTo>
                    <a:lnTo>
                      <a:pt x="24" y="118"/>
                    </a:lnTo>
                    <a:lnTo>
                      <a:pt x="24" y="114"/>
                    </a:lnTo>
                    <a:lnTo>
                      <a:pt x="20" y="114"/>
                    </a:lnTo>
                    <a:lnTo>
                      <a:pt x="20" y="112"/>
                    </a:lnTo>
                    <a:lnTo>
                      <a:pt x="16" y="112"/>
                    </a:lnTo>
                    <a:lnTo>
                      <a:pt x="16" y="108"/>
                    </a:lnTo>
                    <a:lnTo>
                      <a:pt x="12" y="108"/>
                    </a:lnTo>
                    <a:lnTo>
                      <a:pt x="12" y="104"/>
                    </a:lnTo>
                    <a:lnTo>
                      <a:pt x="8" y="104"/>
                    </a:lnTo>
                    <a:lnTo>
                      <a:pt x="4" y="104"/>
                    </a:lnTo>
                    <a:lnTo>
                      <a:pt x="4" y="100"/>
                    </a:lnTo>
                    <a:lnTo>
                      <a:pt x="4" y="96"/>
                    </a:lnTo>
                    <a:lnTo>
                      <a:pt x="8" y="96"/>
                    </a:lnTo>
                    <a:lnTo>
                      <a:pt x="8" y="92"/>
                    </a:lnTo>
                    <a:lnTo>
                      <a:pt x="8" y="88"/>
                    </a:lnTo>
                    <a:lnTo>
                      <a:pt x="4" y="88"/>
                    </a:lnTo>
                    <a:lnTo>
                      <a:pt x="4" y="86"/>
                    </a:lnTo>
                    <a:lnTo>
                      <a:pt x="4" y="82"/>
                    </a:lnTo>
                    <a:lnTo>
                      <a:pt x="0" y="78"/>
                    </a:lnTo>
                    <a:lnTo>
                      <a:pt x="0" y="74"/>
                    </a:lnTo>
                    <a:lnTo>
                      <a:pt x="4" y="74"/>
                    </a:lnTo>
                    <a:lnTo>
                      <a:pt x="4" y="70"/>
                    </a:lnTo>
                    <a:lnTo>
                      <a:pt x="4" y="66"/>
                    </a:lnTo>
                    <a:lnTo>
                      <a:pt x="8" y="66"/>
                    </a:lnTo>
                    <a:lnTo>
                      <a:pt x="8" y="62"/>
                    </a:lnTo>
                    <a:lnTo>
                      <a:pt x="12" y="58"/>
                    </a:lnTo>
                    <a:lnTo>
                      <a:pt x="16" y="58"/>
                    </a:lnTo>
                    <a:lnTo>
                      <a:pt x="16" y="56"/>
                    </a:lnTo>
                    <a:lnTo>
                      <a:pt x="20" y="58"/>
                    </a:lnTo>
                    <a:lnTo>
                      <a:pt x="20" y="62"/>
                    </a:lnTo>
                    <a:lnTo>
                      <a:pt x="16" y="66"/>
                    </a:lnTo>
                    <a:lnTo>
                      <a:pt x="16" y="70"/>
                    </a:lnTo>
                    <a:lnTo>
                      <a:pt x="16" y="74"/>
                    </a:lnTo>
                    <a:lnTo>
                      <a:pt x="20" y="74"/>
                    </a:lnTo>
                    <a:lnTo>
                      <a:pt x="20" y="70"/>
                    </a:lnTo>
                    <a:lnTo>
                      <a:pt x="20" y="74"/>
                    </a:lnTo>
                    <a:lnTo>
                      <a:pt x="24" y="74"/>
                    </a:lnTo>
                    <a:lnTo>
                      <a:pt x="26" y="74"/>
                    </a:lnTo>
                    <a:lnTo>
                      <a:pt x="26" y="78"/>
                    </a:lnTo>
                    <a:lnTo>
                      <a:pt x="30" y="78"/>
                    </a:lnTo>
                    <a:lnTo>
                      <a:pt x="30" y="82"/>
                    </a:lnTo>
                    <a:lnTo>
                      <a:pt x="34" y="82"/>
                    </a:lnTo>
                    <a:lnTo>
                      <a:pt x="38" y="78"/>
                    </a:lnTo>
                    <a:lnTo>
                      <a:pt x="38" y="74"/>
                    </a:lnTo>
                    <a:lnTo>
                      <a:pt x="42" y="74"/>
                    </a:lnTo>
                    <a:lnTo>
                      <a:pt x="38" y="74"/>
                    </a:lnTo>
                    <a:lnTo>
                      <a:pt x="38" y="70"/>
                    </a:lnTo>
                    <a:lnTo>
                      <a:pt x="42" y="70"/>
                    </a:lnTo>
                    <a:lnTo>
                      <a:pt x="42" y="66"/>
                    </a:lnTo>
                    <a:lnTo>
                      <a:pt x="42" y="62"/>
                    </a:lnTo>
                    <a:lnTo>
                      <a:pt x="46" y="62"/>
                    </a:lnTo>
                    <a:lnTo>
                      <a:pt x="46" y="58"/>
                    </a:lnTo>
                    <a:lnTo>
                      <a:pt x="46" y="56"/>
                    </a:lnTo>
                    <a:lnTo>
                      <a:pt x="46" y="58"/>
                    </a:lnTo>
                    <a:lnTo>
                      <a:pt x="46" y="56"/>
                    </a:lnTo>
                    <a:lnTo>
                      <a:pt x="50" y="56"/>
                    </a:lnTo>
                    <a:lnTo>
                      <a:pt x="50" y="52"/>
                    </a:lnTo>
                    <a:lnTo>
                      <a:pt x="50" y="48"/>
                    </a:lnTo>
                    <a:lnTo>
                      <a:pt x="54" y="48"/>
                    </a:lnTo>
                    <a:lnTo>
                      <a:pt x="56" y="48"/>
                    </a:lnTo>
                    <a:lnTo>
                      <a:pt x="60" y="44"/>
                    </a:lnTo>
                    <a:lnTo>
                      <a:pt x="64" y="44"/>
                    </a:lnTo>
                    <a:lnTo>
                      <a:pt x="68" y="42"/>
                    </a:lnTo>
                    <a:lnTo>
                      <a:pt x="72" y="38"/>
                    </a:lnTo>
                    <a:lnTo>
                      <a:pt x="76" y="34"/>
                    </a:lnTo>
                    <a:lnTo>
                      <a:pt x="80" y="34"/>
                    </a:lnTo>
                    <a:lnTo>
                      <a:pt x="80" y="30"/>
                    </a:lnTo>
                    <a:lnTo>
                      <a:pt x="82" y="26"/>
                    </a:lnTo>
                    <a:lnTo>
                      <a:pt x="82" y="22"/>
                    </a:lnTo>
                    <a:lnTo>
                      <a:pt x="86" y="18"/>
                    </a:lnTo>
                    <a:lnTo>
                      <a:pt x="86" y="16"/>
                    </a:lnTo>
                    <a:lnTo>
                      <a:pt x="90" y="16"/>
                    </a:lnTo>
                    <a:lnTo>
                      <a:pt x="86" y="12"/>
                    </a:lnTo>
                    <a:lnTo>
                      <a:pt x="86" y="8"/>
                    </a:lnTo>
                    <a:lnTo>
                      <a:pt x="86" y="4"/>
                    </a:lnTo>
                    <a:lnTo>
                      <a:pt x="82" y="0"/>
                    </a:lnTo>
                    <a:lnTo>
                      <a:pt x="86" y="0"/>
                    </a:lnTo>
                    <a:lnTo>
                      <a:pt x="90" y="0"/>
                    </a:lnTo>
                    <a:lnTo>
                      <a:pt x="94" y="0"/>
                    </a:lnTo>
                    <a:lnTo>
                      <a:pt x="94" y="4"/>
                    </a:lnTo>
                    <a:lnTo>
                      <a:pt x="94" y="0"/>
                    </a:lnTo>
                    <a:lnTo>
                      <a:pt x="94" y="4"/>
                    </a:lnTo>
                    <a:lnTo>
                      <a:pt x="98" y="4"/>
                    </a:lnTo>
                    <a:lnTo>
                      <a:pt x="102" y="8"/>
                    </a:lnTo>
                    <a:lnTo>
                      <a:pt x="102" y="12"/>
                    </a:lnTo>
                    <a:lnTo>
                      <a:pt x="102" y="16"/>
                    </a:lnTo>
                    <a:lnTo>
                      <a:pt x="106" y="16"/>
                    </a:lnTo>
                    <a:lnTo>
                      <a:pt x="110" y="18"/>
                    </a:lnTo>
                    <a:lnTo>
                      <a:pt x="112" y="22"/>
                    </a:lnTo>
                    <a:lnTo>
                      <a:pt x="112" y="26"/>
                    </a:lnTo>
                    <a:lnTo>
                      <a:pt x="112" y="30"/>
                    </a:lnTo>
                    <a:lnTo>
                      <a:pt x="116" y="30"/>
                    </a:lnTo>
                    <a:lnTo>
                      <a:pt x="120" y="30"/>
                    </a:lnTo>
                    <a:lnTo>
                      <a:pt x="120" y="34"/>
                    </a:lnTo>
                    <a:lnTo>
                      <a:pt x="120" y="38"/>
                    </a:lnTo>
                    <a:lnTo>
                      <a:pt x="116" y="38"/>
                    </a:lnTo>
                    <a:lnTo>
                      <a:pt x="120" y="38"/>
                    </a:lnTo>
                    <a:lnTo>
                      <a:pt x="120" y="42"/>
                    </a:lnTo>
                    <a:lnTo>
                      <a:pt x="120" y="38"/>
                    </a:lnTo>
                    <a:lnTo>
                      <a:pt x="120" y="42"/>
                    </a:lnTo>
                    <a:lnTo>
                      <a:pt x="124" y="42"/>
                    </a:lnTo>
                    <a:lnTo>
                      <a:pt x="128" y="42"/>
                    </a:lnTo>
                    <a:lnTo>
                      <a:pt x="132" y="42"/>
                    </a:lnTo>
                    <a:lnTo>
                      <a:pt x="136" y="42"/>
                    </a:lnTo>
                    <a:lnTo>
                      <a:pt x="136" y="38"/>
                    </a:lnTo>
                    <a:lnTo>
                      <a:pt x="140" y="34"/>
                    </a:lnTo>
                    <a:lnTo>
                      <a:pt x="140" y="38"/>
                    </a:lnTo>
                    <a:lnTo>
                      <a:pt x="142" y="38"/>
                    </a:lnTo>
                    <a:lnTo>
                      <a:pt x="146" y="38"/>
                    </a:lnTo>
                    <a:lnTo>
                      <a:pt x="150" y="38"/>
                    </a:lnTo>
                    <a:lnTo>
                      <a:pt x="154" y="38"/>
                    </a:lnTo>
                    <a:lnTo>
                      <a:pt x="154" y="42"/>
                    </a:lnTo>
                    <a:lnTo>
                      <a:pt x="158" y="42"/>
                    </a:lnTo>
                    <a:lnTo>
                      <a:pt x="162" y="42"/>
                    </a:lnTo>
                    <a:lnTo>
                      <a:pt x="162" y="44"/>
                    </a:lnTo>
                    <a:lnTo>
                      <a:pt x="158" y="56"/>
                    </a:lnTo>
                    <a:lnTo>
                      <a:pt x="154" y="58"/>
                    </a:lnTo>
                    <a:lnTo>
                      <a:pt x="154" y="62"/>
                    </a:lnTo>
                    <a:lnTo>
                      <a:pt x="158" y="62"/>
                    </a:lnTo>
                    <a:lnTo>
                      <a:pt x="162" y="66"/>
                    </a:lnTo>
                    <a:lnTo>
                      <a:pt x="162" y="70"/>
                    </a:lnTo>
                    <a:lnTo>
                      <a:pt x="166" y="70"/>
                    </a:lnTo>
                    <a:lnTo>
                      <a:pt x="162" y="70"/>
                    </a:lnTo>
                    <a:lnTo>
                      <a:pt x="158" y="70"/>
                    </a:lnTo>
                    <a:lnTo>
                      <a:pt x="158" y="66"/>
                    </a:lnTo>
                    <a:lnTo>
                      <a:pt x="158" y="70"/>
                    </a:lnTo>
                    <a:lnTo>
                      <a:pt x="154" y="70"/>
                    </a:lnTo>
                    <a:lnTo>
                      <a:pt x="150" y="70"/>
                    </a:lnTo>
                    <a:lnTo>
                      <a:pt x="150" y="74"/>
                    </a:lnTo>
                    <a:lnTo>
                      <a:pt x="146" y="74"/>
                    </a:lnTo>
                    <a:lnTo>
                      <a:pt x="146" y="70"/>
                    </a:lnTo>
                    <a:lnTo>
                      <a:pt x="142" y="74"/>
                    </a:lnTo>
                    <a:lnTo>
                      <a:pt x="140" y="74"/>
                    </a:lnTo>
                    <a:lnTo>
                      <a:pt x="136" y="74"/>
                    </a:lnTo>
                    <a:lnTo>
                      <a:pt x="136" y="78"/>
                    </a:lnTo>
                    <a:lnTo>
                      <a:pt x="132" y="78"/>
                    </a:lnTo>
                    <a:lnTo>
                      <a:pt x="128" y="78"/>
                    </a:lnTo>
                    <a:lnTo>
                      <a:pt x="128" y="82"/>
                    </a:lnTo>
                    <a:lnTo>
                      <a:pt x="124" y="86"/>
                    </a:lnTo>
                    <a:lnTo>
                      <a:pt x="120" y="86"/>
                    </a:lnTo>
                    <a:lnTo>
                      <a:pt x="120" y="88"/>
                    </a:lnTo>
                    <a:lnTo>
                      <a:pt x="120" y="92"/>
                    </a:lnTo>
                    <a:lnTo>
                      <a:pt x="120" y="96"/>
                    </a:lnTo>
                    <a:lnTo>
                      <a:pt x="116" y="96"/>
                    </a:lnTo>
                    <a:lnTo>
                      <a:pt x="116" y="100"/>
                    </a:lnTo>
                    <a:lnTo>
                      <a:pt x="116" y="104"/>
                    </a:lnTo>
                    <a:lnTo>
                      <a:pt x="120" y="108"/>
                    </a:lnTo>
                    <a:lnTo>
                      <a:pt x="116" y="108"/>
                    </a:lnTo>
                    <a:lnTo>
                      <a:pt x="116" y="112"/>
                    </a:lnTo>
                    <a:lnTo>
                      <a:pt x="112" y="112"/>
                    </a:lnTo>
                    <a:lnTo>
                      <a:pt x="110" y="114"/>
                    </a:lnTo>
                    <a:lnTo>
                      <a:pt x="110" y="118"/>
                    </a:lnTo>
                    <a:lnTo>
                      <a:pt x="110" y="122"/>
                    </a:lnTo>
                    <a:lnTo>
                      <a:pt x="106" y="122"/>
                    </a:lnTo>
                    <a:lnTo>
                      <a:pt x="106" y="126"/>
                    </a:lnTo>
                    <a:lnTo>
                      <a:pt x="110" y="130"/>
                    </a:lnTo>
                    <a:lnTo>
                      <a:pt x="110" y="134"/>
                    </a:lnTo>
                    <a:lnTo>
                      <a:pt x="112" y="134"/>
                    </a:lnTo>
                    <a:lnTo>
                      <a:pt x="112" y="138"/>
                    </a:lnTo>
                    <a:lnTo>
                      <a:pt x="112" y="142"/>
                    </a:lnTo>
                    <a:lnTo>
                      <a:pt x="116" y="144"/>
                    </a:lnTo>
                    <a:lnTo>
                      <a:pt x="116" y="148"/>
                    </a:lnTo>
                    <a:lnTo>
                      <a:pt x="120" y="148"/>
                    </a:lnTo>
                    <a:lnTo>
                      <a:pt x="120" y="152"/>
                    </a:lnTo>
                    <a:lnTo>
                      <a:pt x="120" y="156"/>
                    </a:lnTo>
                    <a:lnTo>
                      <a:pt x="116" y="156"/>
                    </a:lnTo>
                    <a:lnTo>
                      <a:pt x="116" y="160"/>
                    </a:lnTo>
                    <a:lnTo>
                      <a:pt x="120" y="160"/>
                    </a:lnTo>
                    <a:lnTo>
                      <a:pt x="124" y="160"/>
                    </a:lnTo>
                    <a:lnTo>
                      <a:pt x="128" y="160"/>
                    </a:lnTo>
                    <a:lnTo>
                      <a:pt x="132" y="160"/>
                    </a:lnTo>
                    <a:lnTo>
                      <a:pt x="132" y="164"/>
                    </a:lnTo>
                    <a:lnTo>
                      <a:pt x="132" y="168"/>
                    </a:lnTo>
                    <a:lnTo>
                      <a:pt x="136" y="168"/>
                    </a:lnTo>
                    <a:lnTo>
                      <a:pt x="140" y="168"/>
                    </a:lnTo>
                    <a:lnTo>
                      <a:pt x="142" y="168"/>
                    </a:lnTo>
                    <a:lnTo>
                      <a:pt x="146" y="168"/>
                    </a:lnTo>
                    <a:lnTo>
                      <a:pt x="150" y="168"/>
                    </a:lnTo>
                    <a:lnTo>
                      <a:pt x="150" y="164"/>
                    </a:lnTo>
                    <a:lnTo>
                      <a:pt x="154" y="160"/>
                    </a:lnTo>
                    <a:lnTo>
                      <a:pt x="154" y="164"/>
                    </a:lnTo>
                    <a:lnTo>
                      <a:pt x="154" y="168"/>
                    </a:lnTo>
                    <a:lnTo>
                      <a:pt x="154" y="172"/>
                    </a:lnTo>
                    <a:lnTo>
                      <a:pt x="154" y="174"/>
                    </a:lnTo>
                    <a:lnTo>
                      <a:pt x="154" y="178"/>
                    </a:lnTo>
                    <a:lnTo>
                      <a:pt x="154" y="182"/>
                    </a:lnTo>
                    <a:lnTo>
                      <a:pt x="154" y="186"/>
                    </a:lnTo>
                    <a:lnTo>
                      <a:pt x="158" y="186"/>
                    </a:lnTo>
                    <a:lnTo>
                      <a:pt x="162" y="186"/>
                    </a:lnTo>
                    <a:lnTo>
                      <a:pt x="166" y="186"/>
                    </a:lnTo>
                    <a:lnTo>
                      <a:pt x="168" y="186"/>
                    </a:lnTo>
                    <a:lnTo>
                      <a:pt x="172" y="190"/>
                    </a:lnTo>
                    <a:lnTo>
                      <a:pt x="172" y="194"/>
                    </a:lnTo>
                    <a:lnTo>
                      <a:pt x="172" y="198"/>
                    </a:lnTo>
                    <a:lnTo>
                      <a:pt x="176" y="200"/>
                    </a:lnTo>
                    <a:lnTo>
                      <a:pt x="176" y="204"/>
                    </a:lnTo>
                    <a:lnTo>
                      <a:pt x="180" y="204"/>
                    </a:lnTo>
                    <a:lnTo>
                      <a:pt x="180" y="208"/>
                    </a:lnTo>
                    <a:lnTo>
                      <a:pt x="180" y="212"/>
                    </a:lnTo>
                    <a:lnTo>
                      <a:pt x="180" y="216"/>
                    </a:lnTo>
                    <a:lnTo>
                      <a:pt x="176" y="216"/>
                    </a:lnTo>
                    <a:lnTo>
                      <a:pt x="176" y="220"/>
                    </a:lnTo>
                    <a:lnTo>
                      <a:pt x="176" y="224"/>
                    </a:lnTo>
                    <a:lnTo>
                      <a:pt x="176" y="228"/>
                    </a:lnTo>
                    <a:lnTo>
                      <a:pt x="176" y="230"/>
                    </a:lnTo>
                    <a:lnTo>
                      <a:pt x="176" y="234"/>
                    </a:lnTo>
                    <a:lnTo>
                      <a:pt x="176" y="238"/>
                    </a:lnTo>
                    <a:lnTo>
                      <a:pt x="180" y="238"/>
                    </a:lnTo>
                    <a:lnTo>
                      <a:pt x="180" y="242"/>
                    </a:lnTo>
                    <a:lnTo>
                      <a:pt x="176" y="242"/>
                    </a:lnTo>
                    <a:lnTo>
                      <a:pt x="176" y="246"/>
                    </a:lnTo>
                    <a:lnTo>
                      <a:pt x="172" y="250"/>
                    </a:lnTo>
                    <a:lnTo>
                      <a:pt x="172" y="254"/>
                    </a:lnTo>
                    <a:lnTo>
                      <a:pt x="172" y="256"/>
                    </a:lnTo>
                    <a:lnTo>
                      <a:pt x="176" y="256"/>
                    </a:lnTo>
                    <a:lnTo>
                      <a:pt x="176" y="260"/>
                    </a:lnTo>
                    <a:lnTo>
                      <a:pt x="172" y="260"/>
                    </a:lnTo>
                    <a:lnTo>
                      <a:pt x="172" y="264"/>
                    </a:lnTo>
                    <a:lnTo>
                      <a:pt x="172" y="268"/>
                    </a:lnTo>
                    <a:lnTo>
                      <a:pt x="172" y="276"/>
                    </a:lnTo>
                    <a:lnTo>
                      <a:pt x="176" y="276"/>
                    </a:lnTo>
                    <a:lnTo>
                      <a:pt x="180" y="280"/>
                    </a:lnTo>
                    <a:lnTo>
                      <a:pt x="176" y="280"/>
                    </a:lnTo>
                    <a:lnTo>
                      <a:pt x="176" y="284"/>
                    </a:lnTo>
                    <a:lnTo>
                      <a:pt x="176" y="286"/>
                    </a:lnTo>
                    <a:lnTo>
                      <a:pt x="172" y="286"/>
                    </a:lnTo>
                    <a:lnTo>
                      <a:pt x="172" y="290"/>
                    </a:lnTo>
                    <a:lnTo>
                      <a:pt x="168" y="290"/>
                    </a:lnTo>
                    <a:lnTo>
                      <a:pt x="168" y="294"/>
                    </a:lnTo>
                    <a:lnTo>
                      <a:pt x="168" y="298"/>
                    </a:lnTo>
                    <a:lnTo>
                      <a:pt x="168" y="298"/>
                    </a:lnTo>
                    <a:lnTo>
                      <a:pt x="168" y="2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3" name="Freeform 187"/>
              <p:cNvSpPr>
                <a:spLocks/>
              </p:cNvSpPr>
              <p:nvPr/>
            </p:nvSpPr>
            <p:spPr bwMode="gray">
              <a:xfrm>
                <a:off x="3373750" y="4342249"/>
                <a:ext cx="97399" cy="121747"/>
              </a:xfrm>
              <a:custGeom>
                <a:avLst/>
                <a:gdLst>
                  <a:gd name="T0" fmla="*/ 42 w 56"/>
                  <a:gd name="T1" fmla="*/ 4 h 70"/>
                  <a:gd name="T2" fmla="*/ 42 w 56"/>
                  <a:gd name="T3" fmla="*/ 4 h 70"/>
                  <a:gd name="T4" fmla="*/ 42 w 56"/>
                  <a:gd name="T5" fmla="*/ 0 h 70"/>
                  <a:gd name="T6" fmla="*/ 46 w 56"/>
                  <a:gd name="T7" fmla="*/ 0 h 70"/>
                  <a:gd name="T8" fmla="*/ 52 w 56"/>
                  <a:gd name="T9" fmla="*/ 4 h 70"/>
                  <a:gd name="T10" fmla="*/ 56 w 56"/>
                  <a:gd name="T11" fmla="*/ 4 h 70"/>
                  <a:gd name="T12" fmla="*/ 56 w 56"/>
                  <a:gd name="T13" fmla="*/ 6 h 70"/>
                  <a:gd name="T14" fmla="*/ 52 w 56"/>
                  <a:gd name="T15" fmla="*/ 10 h 70"/>
                  <a:gd name="T16" fmla="*/ 52 w 56"/>
                  <a:gd name="T17" fmla="*/ 10 h 70"/>
                  <a:gd name="T18" fmla="*/ 52 w 56"/>
                  <a:gd name="T19" fmla="*/ 14 h 70"/>
                  <a:gd name="T20" fmla="*/ 48 w 56"/>
                  <a:gd name="T21" fmla="*/ 22 h 70"/>
                  <a:gd name="T22" fmla="*/ 48 w 56"/>
                  <a:gd name="T23" fmla="*/ 26 h 70"/>
                  <a:gd name="T24" fmla="*/ 48 w 56"/>
                  <a:gd name="T25" fmla="*/ 26 h 70"/>
                  <a:gd name="T26" fmla="*/ 52 w 56"/>
                  <a:gd name="T27" fmla="*/ 34 h 70"/>
                  <a:gd name="T28" fmla="*/ 56 w 56"/>
                  <a:gd name="T29" fmla="*/ 40 h 70"/>
                  <a:gd name="T30" fmla="*/ 56 w 56"/>
                  <a:gd name="T31" fmla="*/ 44 h 70"/>
                  <a:gd name="T32" fmla="*/ 52 w 56"/>
                  <a:gd name="T33" fmla="*/ 48 h 70"/>
                  <a:gd name="T34" fmla="*/ 52 w 56"/>
                  <a:gd name="T35" fmla="*/ 56 h 70"/>
                  <a:gd name="T36" fmla="*/ 52 w 56"/>
                  <a:gd name="T37" fmla="*/ 56 h 70"/>
                  <a:gd name="T38" fmla="*/ 48 w 56"/>
                  <a:gd name="T39" fmla="*/ 60 h 70"/>
                  <a:gd name="T40" fmla="*/ 46 w 56"/>
                  <a:gd name="T41" fmla="*/ 64 h 70"/>
                  <a:gd name="T42" fmla="*/ 46 w 56"/>
                  <a:gd name="T43" fmla="*/ 60 h 70"/>
                  <a:gd name="T44" fmla="*/ 46 w 56"/>
                  <a:gd name="T45" fmla="*/ 60 h 70"/>
                  <a:gd name="T46" fmla="*/ 34 w 56"/>
                  <a:gd name="T47" fmla="*/ 60 h 70"/>
                  <a:gd name="T48" fmla="*/ 30 w 56"/>
                  <a:gd name="T49" fmla="*/ 60 h 70"/>
                  <a:gd name="T50" fmla="*/ 26 w 56"/>
                  <a:gd name="T51" fmla="*/ 60 h 70"/>
                  <a:gd name="T52" fmla="*/ 30 w 56"/>
                  <a:gd name="T53" fmla="*/ 66 h 70"/>
                  <a:gd name="T54" fmla="*/ 30 w 56"/>
                  <a:gd name="T55" fmla="*/ 70 h 70"/>
                  <a:gd name="T56" fmla="*/ 26 w 56"/>
                  <a:gd name="T57" fmla="*/ 70 h 70"/>
                  <a:gd name="T58" fmla="*/ 22 w 56"/>
                  <a:gd name="T59" fmla="*/ 70 h 70"/>
                  <a:gd name="T60" fmla="*/ 18 w 56"/>
                  <a:gd name="T61" fmla="*/ 66 h 70"/>
                  <a:gd name="T62" fmla="*/ 14 w 56"/>
                  <a:gd name="T63" fmla="*/ 60 h 70"/>
                  <a:gd name="T64" fmla="*/ 12 w 56"/>
                  <a:gd name="T65" fmla="*/ 52 h 70"/>
                  <a:gd name="T66" fmla="*/ 12 w 56"/>
                  <a:gd name="T67" fmla="*/ 48 h 70"/>
                  <a:gd name="T68" fmla="*/ 12 w 56"/>
                  <a:gd name="T69" fmla="*/ 44 h 70"/>
                  <a:gd name="T70" fmla="*/ 4 w 56"/>
                  <a:gd name="T71" fmla="*/ 44 h 70"/>
                  <a:gd name="T72" fmla="*/ 4 w 56"/>
                  <a:gd name="T73" fmla="*/ 40 h 70"/>
                  <a:gd name="T74" fmla="*/ 4 w 56"/>
                  <a:gd name="T75" fmla="*/ 40 h 70"/>
                  <a:gd name="T76" fmla="*/ 0 w 56"/>
                  <a:gd name="T77" fmla="*/ 36 h 70"/>
                  <a:gd name="T78" fmla="*/ 0 w 56"/>
                  <a:gd name="T79" fmla="*/ 36 h 70"/>
                  <a:gd name="T80" fmla="*/ 0 w 56"/>
                  <a:gd name="T81" fmla="*/ 30 h 70"/>
                  <a:gd name="T82" fmla="*/ 0 w 56"/>
                  <a:gd name="T83" fmla="*/ 30 h 70"/>
                  <a:gd name="T84" fmla="*/ 0 w 56"/>
                  <a:gd name="T85" fmla="*/ 22 h 70"/>
                  <a:gd name="T86" fmla="*/ 0 w 56"/>
                  <a:gd name="T87" fmla="*/ 22 h 70"/>
                  <a:gd name="T88" fmla="*/ 4 w 56"/>
                  <a:gd name="T89" fmla="*/ 18 h 70"/>
                  <a:gd name="T90" fmla="*/ 8 w 56"/>
                  <a:gd name="T91" fmla="*/ 18 h 70"/>
                  <a:gd name="T92" fmla="*/ 12 w 56"/>
                  <a:gd name="T93" fmla="*/ 14 h 70"/>
                  <a:gd name="T94" fmla="*/ 12 w 56"/>
                  <a:gd name="T95" fmla="*/ 14 h 70"/>
                  <a:gd name="T96" fmla="*/ 8 w 56"/>
                  <a:gd name="T97" fmla="*/ 10 h 70"/>
                  <a:gd name="T98" fmla="*/ 12 w 56"/>
                  <a:gd name="T99" fmla="*/ 6 h 70"/>
                  <a:gd name="T100" fmla="*/ 12 w 56"/>
                  <a:gd name="T101" fmla="*/ 4 h 70"/>
                  <a:gd name="T102" fmla="*/ 18 w 56"/>
                  <a:gd name="T103" fmla="*/ 0 h 70"/>
                  <a:gd name="T104" fmla="*/ 26 w 56"/>
                  <a:gd name="T105" fmla="*/ 0 h 70"/>
                  <a:gd name="T106" fmla="*/ 30 w 56"/>
                  <a:gd name="T107" fmla="*/ 4 h 70"/>
                  <a:gd name="T108" fmla="*/ 30 w 56"/>
                  <a:gd name="T109" fmla="*/ 4 h 70"/>
                  <a:gd name="T110" fmla="*/ 30 w 56"/>
                  <a:gd name="T111" fmla="*/ 0 h 70"/>
                  <a:gd name="T112" fmla="*/ 38 w 56"/>
                  <a:gd name="T113" fmla="*/ 0 h 70"/>
                  <a:gd name="T114" fmla="*/ 38 w 56"/>
                  <a:gd name="T115" fmla="*/ 0 h 70"/>
                  <a:gd name="T116" fmla="*/ 42 w 56"/>
                  <a:gd name="T117" fmla="*/ 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6" h="70">
                    <a:moveTo>
                      <a:pt x="42" y="4"/>
                    </a:moveTo>
                    <a:lnTo>
                      <a:pt x="42" y="4"/>
                    </a:lnTo>
                    <a:lnTo>
                      <a:pt x="42" y="4"/>
                    </a:lnTo>
                    <a:lnTo>
                      <a:pt x="42" y="4"/>
                    </a:lnTo>
                    <a:lnTo>
                      <a:pt x="46" y="4"/>
                    </a:lnTo>
                    <a:lnTo>
                      <a:pt x="46" y="4"/>
                    </a:lnTo>
                    <a:lnTo>
                      <a:pt x="42" y="4"/>
                    </a:lnTo>
                    <a:lnTo>
                      <a:pt x="42" y="4"/>
                    </a:lnTo>
                    <a:lnTo>
                      <a:pt x="42" y="0"/>
                    </a:lnTo>
                    <a:lnTo>
                      <a:pt x="42" y="0"/>
                    </a:lnTo>
                    <a:lnTo>
                      <a:pt x="42" y="0"/>
                    </a:lnTo>
                    <a:lnTo>
                      <a:pt x="42" y="0"/>
                    </a:lnTo>
                    <a:lnTo>
                      <a:pt x="42" y="0"/>
                    </a:lnTo>
                    <a:lnTo>
                      <a:pt x="46" y="0"/>
                    </a:lnTo>
                    <a:lnTo>
                      <a:pt x="46" y="0"/>
                    </a:lnTo>
                    <a:lnTo>
                      <a:pt x="46" y="0"/>
                    </a:lnTo>
                    <a:lnTo>
                      <a:pt x="48" y="0"/>
                    </a:lnTo>
                    <a:lnTo>
                      <a:pt x="52" y="0"/>
                    </a:lnTo>
                    <a:lnTo>
                      <a:pt x="52" y="0"/>
                    </a:lnTo>
                    <a:lnTo>
                      <a:pt x="52" y="4"/>
                    </a:lnTo>
                    <a:lnTo>
                      <a:pt x="52" y="4"/>
                    </a:lnTo>
                    <a:lnTo>
                      <a:pt x="56" y="4"/>
                    </a:lnTo>
                    <a:lnTo>
                      <a:pt x="56" y="4"/>
                    </a:lnTo>
                    <a:lnTo>
                      <a:pt x="56" y="4"/>
                    </a:lnTo>
                    <a:lnTo>
                      <a:pt x="56" y="6"/>
                    </a:lnTo>
                    <a:lnTo>
                      <a:pt x="56" y="6"/>
                    </a:lnTo>
                    <a:lnTo>
                      <a:pt x="56" y="6"/>
                    </a:lnTo>
                    <a:lnTo>
                      <a:pt x="56" y="6"/>
                    </a:lnTo>
                    <a:lnTo>
                      <a:pt x="56" y="6"/>
                    </a:lnTo>
                    <a:lnTo>
                      <a:pt x="56" y="10"/>
                    </a:lnTo>
                    <a:lnTo>
                      <a:pt x="56" y="10"/>
                    </a:lnTo>
                    <a:lnTo>
                      <a:pt x="52" y="10"/>
                    </a:lnTo>
                    <a:lnTo>
                      <a:pt x="52" y="10"/>
                    </a:lnTo>
                    <a:lnTo>
                      <a:pt x="52" y="10"/>
                    </a:lnTo>
                    <a:lnTo>
                      <a:pt x="52" y="10"/>
                    </a:lnTo>
                    <a:lnTo>
                      <a:pt x="52" y="10"/>
                    </a:lnTo>
                    <a:lnTo>
                      <a:pt x="52" y="14"/>
                    </a:lnTo>
                    <a:lnTo>
                      <a:pt x="52" y="14"/>
                    </a:lnTo>
                    <a:lnTo>
                      <a:pt x="52" y="14"/>
                    </a:lnTo>
                    <a:lnTo>
                      <a:pt x="52" y="14"/>
                    </a:lnTo>
                    <a:lnTo>
                      <a:pt x="48" y="14"/>
                    </a:lnTo>
                    <a:lnTo>
                      <a:pt x="48" y="18"/>
                    </a:lnTo>
                    <a:lnTo>
                      <a:pt x="48" y="18"/>
                    </a:lnTo>
                    <a:lnTo>
                      <a:pt x="48" y="22"/>
                    </a:lnTo>
                    <a:lnTo>
                      <a:pt x="48" y="22"/>
                    </a:lnTo>
                    <a:lnTo>
                      <a:pt x="48" y="22"/>
                    </a:lnTo>
                    <a:lnTo>
                      <a:pt x="48" y="22"/>
                    </a:lnTo>
                    <a:lnTo>
                      <a:pt x="48" y="26"/>
                    </a:lnTo>
                    <a:lnTo>
                      <a:pt x="48" y="26"/>
                    </a:lnTo>
                    <a:lnTo>
                      <a:pt x="48" y="26"/>
                    </a:lnTo>
                    <a:lnTo>
                      <a:pt x="48" y="26"/>
                    </a:lnTo>
                    <a:lnTo>
                      <a:pt x="48" y="26"/>
                    </a:lnTo>
                    <a:lnTo>
                      <a:pt x="52" y="30"/>
                    </a:lnTo>
                    <a:lnTo>
                      <a:pt x="52" y="30"/>
                    </a:lnTo>
                    <a:lnTo>
                      <a:pt x="52" y="34"/>
                    </a:lnTo>
                    <a:lnTo>
                      <a:pt x="52" y="34"/>
                    </a:lnTo>
                    <a:lnTo>
                      <a:pt x="52" y="36"/>
                    </a:lnTo>
                    <a:lnTo>
                      <a:pt x="56" y="36"/>
                    </a:lnTo>
                    <a:lnTo>
                      <a:pt x="56" y="36"/>
                    </a:lnTo>
                    <a:lnTo>
                      <a:pt x="56" y="40"/>
                    </a:lnTo>
                    <a:lnTo>
                      <a:pt x="56" y="40"/>
                    </a:lnTo>
                    <a:lnTo>
                      <a:pt x="56" y="44"/>
                    </a:lnTo>
                    <a:lnTo>
                      <a:pt x="56" y="44"/>
                    </a:lnTo>
                    <a:lnTo>
                      <a:pt x="56" y="44"/>
                    </a:lnTo>
                    <a:lnTo>
                      <a:pt x="56" y="44"/>
                    </a:lnTo>
                    <a:lnTo>
                      <a:pt x="52" y="48"/>
                    </a:lnTo>
                    <a:lnTo>
                      <a:pt x="52" y="48"/>
                    </a:lnTo>
                    <a:lnTo>
                      <a:pt x="52" y="48"/>
                    </a:lnTo>
                    <a:lnTo>
                      <a:pt x="52" y="48"/>
                    </a:lnTo>
                    <a:lnTo>
                      <a:pt x="52" y="52"/>
                    </a:lnTo>
                    <a:lnTo>
                      <a:pt x="52" y="52"/>
                    </a:lnTo>
                    <a:lnTo>
                      <a:pt x="52" y="56"/>
                    </a:lnTo>
                    <a:lnTo>
                      <a:pt x="52" y="56"/>
                    </a:lnTo>
                    <a:lnTo>
                      <a:pt x="52" y="56"/>
                    </a:lnTo>
                    <a:lnTo>
                      <a:pt x="52" y="56"/>
                    </a:lnTo>
                    <a:lnTo>
                      <a:pt x="52" y="56"/>
                    </a:lnTo>
                    <a:lnTo>
                      <a:pt x="52" y="60"/>
                    </a:lnTo>
                    <a:lnTo>
                      <a:pt x="52" y="60"/>
                    </a:lnTo>
                    <a:lnTo>
                      <a:pt x="52" y="60"/>
                    </a:lnTo>
                    <a:lnTo>
                      <a:pt x="48" y="60"/>
                    </a:lnTo>
                    <a:lnTo>
                      <a:pt x="48" y="64"/>
                    </a:lnTo>
                    <a:lnTo>
                      <a:pt x="48" y="64"/>
                    </a:lnTo>
                    <a:lnTo>
                      <a:pt x="48" y="64"/>
                    </a:lnTo>
                    <a:lnTo>
                      <a:pt x="46" y="64"/>
                    </a:lnTo>
                    <a:lnTo>
                      <a:pt x="46" y="64"/>
                    </a:lnTo>
                    <a:lnTo>
                      <a:pt x="46" y="64"/>
                    </a:lnTo>
                    <a:lnTo>
                      <a:pt x="46" y="60"/>
                    </a:lnTo>
                    <a:lnTo>
                      <a:pt x="46" y="60"/>
                    </a:lnTo>
                    <a:lnTo>
                      <a:pt x="46" y="60"/>
                    </a:lnTo>
                    <a:lnTo>
                      <a:pt x="46" y="60"/>
                    </a:lnTo>
                    <a:lnTo>
                      <a:pt x="46" y="60"/>
                    </a:lnTo>
                    <a:lnTo>
                      <a:pt x="46" y="60"/>
                    </a:lnTo>
                    <a:lnTo>
                      <a:pt x="42" y="60"/>
                    </a:lnTo>
                    <a:lnTo>
                      <a:pt x="42" y="60"/>
                    </a:lnTo>
                    <a:lnTo>
                      <a:pt x="42" y="60"/>
                    </a:lnTo>
                    <a:lnTo>
                      <a:pt x="34" y="60"/>
                    </a:lnTo>
                    <a:lnTo>
                      <a:pt x="34" y="64"/>
                    </a:lnTo>
                    <a:lnTo>
                      <a:pt x="30" y="60"/>
                    </a:lnTo>
                    <a:lnTo>
                      <a:pt x="30" y="60"/>
                    </a:lnTo>
                    <a:lnTo>
                      <a:pt x="30" y="60"/>
                    </a:lnTo>
                    <a:lnTo>
                      <a:pt x="30" y="60"/>
                    </a:lnTo>
                    <a:lnTo>
                      <a:pt x="30" y="60"/>
                    </a:lnTo>
                    <a:lnTo>
                      <a:pt x="30" y="60"/>
                    </a:lnTo>
                    <a:lnTo>
                      <a:pt x="26" y="60"/>
                    </a:lnTo>
                    <a:lnTo>
                      <a:pt x="26" y="64"/>
                    </a:lnTo>
                    <a:lnTo>
                      <a:pt x="26" y="64"/>
                    </a:lnTo>
                    <a:lnTo>
                      <a:pt x="26" y="64"/>
                    </a:lnTo>
                    <a:lnTo>
                      <a:pt x="30" y="66"/>
                    </a:lnTo>
                    <a:lnTo>
                      <a:pt x="30" y="70"/>
                    </a:lnTo>
                    <a:lnTo>
                      <a:pt x="30" y="70"/>
                    </a:lnTo>
                    <a:lnTo>
                      <a:pt x="30" y="70"/>
                    </a:lnTo>
                    <a:lnTo>
                      <a:pt x="30" y="70"/>
                    </a:lnTo>
                    <a:lnTo>
                      <a:pt x="26" y="70"/>
                    </a:lnTo>
                    <a:lnTo>
                      <a:pt x="26" y="70"/>
                    </a:lnTo>
                    <a:lnTo>
                      <a:pt x="26" y="70"/>
                    </a:lnTo>
                    <a:lnTo>
                      <a:pt x="26" y="70"/>
                    </a:lnTo>
                    <a:lnTo>
                      <a:pt x="22" y="70"/>
                    </a:lnTo>
                    <a:lnTo>
                      <a:pt x="22" y="70"/>
                    </a:lnTo>
                    <a:lnTo>
                      <a:pt x="22" y="70"/>
                    </a:lnTo>
                    <a:lnTo>
                      <a:pt x="22" y="70"/>
                    </a:lnTo>
                    <a:lnTo>
                      <a:pt x="18" y="66"/>
                    </a:lnTo>
                    <a:lnTo>
                      <a:pt x="18" y="66"/>
                    </a:lnTo>
                    <a:lnTo>
                      <a:pt x="18" y="66"/>
                    </a:lnTo>
                    <a:lnTo>
                      <a:pt x="18" y="66"/>
                    </a:lnTo>
                    <a:lnTo>
                      <a:pt x="18" y="66"/>
                    </a:lnTo>
                    <a:lnTo>
                      <a:pt x="14" y="64"/>
                    </a:lnTo>
                    <a:lnTo>
                      <a:pt x="14" y="64"/>
                    </a:lnTo>
                    <a:lnTo>
                      <a:pt x="14" y="60"/>
                    </a:lnTo>
                    <a:lnTo>
                      <a:pt x="14" y="60"/>
                    </a:lnTo>
                    <a:lnTo>
                      <a:pt x="12" y="56"/>
                    </a:lnTo>
                    <a:lnTo>
                      <a:pt x="12" y="56"/>
                    </a:lnTo>
                    <a:lnTo>
                      <a:pt x="12" y="52"/>
                    </a:lnTo>
                    <a:lnTo>
                      <a:pt x="12" y="52"/>
                    </a:lnTo>
                    <a:lnTo>
                      <a:pt x="12" y="52"/>
                    </a:lnTo>
                    <a:lnTo>
                      <a:pt x="12" y="48"/>
                    </a:lnTo>
                    <a:lnTo>
                      <a:pt x="12" y="48"/>
                    </a:lnTo>
                    <a:lnTo>
                      <a:pt x="12" y="48"/>
                    </a:lnTo>
                    <a:lnTo>
                      <a:pt x="12" y="48"/>
                    </a:lnTo>
                    <a:lnTo>
                      <a:pt x="12" y="48"/>
                    </a:lnTo>
                    <a:lnTo>
                      <a:pt x="12" y="44"/>
                    </a:lnTo>
                    <a:lnTo>
                      <a:pt x="12" y="44"/>
                    </a:lnTo>
                    <a:lnTo>
                      <a:pt x="8" y="44"/>
                    </a:lnTo>
                    <a:lnTo>
                      <a:pt x="8" y="44"/>
                    </a:lnTo>
                    <a:lnTo>
                      <a:pt x="4" y="44"/>
                    </a:lnTo>
                    <a:lnTo>
                      <a:pt x="4" y="44"/>
                    </a:lnTo>
                    <a:lnTo>
                      <a:pt x="4" y="44"/>
                    </a:lnTo>
                    <a:lnTo>
                      <a:pt x="4" y="44"/>
                    </a:lnTo>
                    <a:lnTo>
                      <a:pt x="4" y="40"/>
                    </a:lnTo>
                    <a:lnTo>
                      <a:pt x="4" y="40"/>
                    </a:lnTo>
                    <a:lnTo>
                      <a:pt x="4" y="40"/>
                    </a:lnTo>
                    <a:lnTo>
                      <a:pt x="4" y="40"/>
                    </a:lnTo>
                    <a:lnTo>
                      <a:pt x="4" y="40"/>
                    </a:lnTo>
                    <a:lnTo>
                      <a:pt x="4" y="40"/>
                    </a:lnTo>
                    <a:lnTo>
                      <a:pt x="0" y="40"/>
                    </a:lnTo>
                    <a:lnTo>
                      <a:pt x="0" y="36"/>
                    </a:lnTo>
                    <a:lnTo>
                      <a:pt x="0" y="36"/>
                    </a:lnTo>
                    <a:lnTo>
                      <a:pt x="0" y="36"/>
                    </a:lnTo>
                    <a:lnTo>
                      <a:pt x="0" y="36"/>
                    </a:lnTo>
                    <a:lnTo>
                      <a:pt x="0" y="36"/>
                    </a:lnTo>
                    <a:lnTo>
                      <a:pt x="0" y="36"/>
                    </a:lnTo>
                    <a:lnTo>
                      <a:pt x="0" y="34"/>
                    </a:lnTo>
                    <a:lnTo>
                      <a:pt x="0" y="34"/>
                    </a:lnTo>
                    <a:lnTo>
                      <a:pt x="0" y="34"/>
                    </a:lnTo>
                    <a:lnTo>
                      <a:pt x="0" y="30"/>
                    </a:lnTo>
                    <a:lnTo>
                      <a:pt x="0" y="30"/>
                    </a:lnTo>
                    <a:lnTo>
                      <a:pt x="0" y="30"/>
                    </a:lnTo>
                    <a:lnTo>
                      <a:pt x="0" y="30"/>
                    </a:lnTo>
                    <a:lnTo>
                      <a:pt x="0" y="30"/>
                    </a:lnTo>
                    <a:lnTo>
                      <a:pt x="0" y="30"/>
                    </a:lnTo>
                    <a:lnTo>
                      <a:pt x="0" y="30"/>
                    </a:lnTo>
                    <a:lnTo>
                      <a:pt x="0" y="26"/>
                    </a:lnTo>
                    <a:lnTo>
                      <a:pt x="0" y="22"/>
                    </a:lnTo>
                    <a:lnTo>
                      <a:pt x="4" y="22"/>
                    </a:lnTo>
                    <a:lnTo>
                      <a:pt x="0" y="22"/>
                    </a:lnTo>
                    <a:lnTo>
                      <a:pt x="0" y="22"/>
                    </a:lnTo>
                    <a:lnTo>
                      <a:pt x="0" y="22"/>
                    </a:lnTo>
                    <a:lnTo>
                      <a:pt x="0" y="18"/>
                    </a:lnTo>
                    <a:lnTo>
                      <a:pt x="0" y="18"/>
                    </a:lnTo>
                    <a:lnTo>
                      <a:pt x="4" y="18"/>
                    </a:lnTo>
                    <a:lnTo>
                      <a:pt x="4" y="18"/>
                    </a:lnTo>
                    <a:lnTo>
                      <a:pt x="4" y="18"/>
                    </a:lnTo>
                    <a:lnTo>
                      <a:pt x="4" y="18"/>
                    </a:lnTo>
                    <a:lnTo>
                      <a:pt x="8" y="18"/>
                    </a:lnTo>
                    <a:lnTo>
                      <a:pt x="8" y="18"/>
                    </a:lnTo>
                    <a:lnTo>
                      <a:pt x="8" y="14"/>
                    </a:lnTo>
                    <a:lnTo>
                      <a:pt x="8" y="14"/>
                    </a:lnTo>
                    <a:lnTo>
                      <a:pt x="12" y="14"/>
                    </a:lnTo>
                    <a:lnTo>
                      <a:pt x="12" y="14"/>
                    </a:lnTo>
                    <a:lnTo>
                      <a:pt x="12" y="14"/>
                    </a:lnTo>
                    <a:lnTo>
                      <a:pt x="12" y="14"/>
                    </a:lnTo>
                    <a:lnTo>
                      <a:pt x="12" y="14"/>
                    </a:lnTo>
                    <a:lnTo>
                      <a:pt x="12" y="14"/>
                    </a:lnTo>
                    <a:lnTo>
                      <a:pt x="12" y="10"/>
                    </a:lnTo>
                    <a:lnTo>
                      <a:pt x="12" y="14"/>
                    </a:lnTo>
                    <a:lnTo>
                      <a:pt x="12" y="14"/>
                    </a:lnTo>
                    <a:lnTo>
                      <a:pt x="8" y="10"/>
                    </a:lnTo>
                    <a:lnTo>
                      <a:pt x="12" y="10"/>
                    </a:lnTo>
                    <a:lnTo>
                      <a:pt x="12" y="10"/>
                    </a:lnTo>
                    <a:lnTo>
                      <a:pt x="12" y="6"/>
                    </a:lnTo>
                    <a:lnTo>
                      <a:pt x="12" y="6"/>
                    </a:lnTo>
                    <a:lnTo>
                      <a:pt x="12" y="6"/>
                    </a:lnTo>
                    <a:lnTo>
                      <a:pt x="12" y="4"/>
                    </a:lnTo>
                    <a:lnTo>
                      <a:pt x="12" y="4"/>
                    </a:lnTo>
                    <a:lnTo>
                      <a:pt x="12" y="4"/>
                    </a:lnTo>
                    <a:lnTo>
                      <a:pt x="12" y="0"/>
                    </a:lnTo>
                    <a:lnTo>
                      <a:pt x="14" y="0"/>
                    </a:lnTo>
                    <a:lnTo>
                      <a:pt x="14" y="0"/>
                    </a:lnTo>
                    <a:lnTo>
                      <a:pt x="18" y="0"/>
                    </a:lnTo>
                    <a:lnTo>
                      <a:pt x="18" y="0"/>
                    </a:lnTo>
                    <a:lnTo>
                      <a:pt x="18" y="0"/>
                    </a:lnTo>
                    <a:lnTo>
                      <a:pt x="22" y="0"/>
                    </a:lnTo>
                    <a:lnTo>
                      <a:pt x="26" y="0"/>
                    </a:lnTo>
                    <a:lnTo>
                      <a:pt x="26" y="4"/>
                    </a:lnTo>
                    <a:lnTo>
                      <a:pt x="30" y="4"/>
                    </a:lnTo>
                    <a:lnTo>
                      <a:pt x="30" y="4"/>
                    </a:lnTo>
                    <a:lnTo>
                      <a:pt x="30" y="4"/>
                    </a:lnTo>
                    <a:lnTo>
                      <a:pt x="30" y="4"/>
                    </a:lnTo>
                    <a:lnTo>
                      <a:pt x="30" y="4"/>
                    </a:lnTo>
                    <a:lnTo>
                      <a:pt x="30" y="4"/>
                    </a:lnTo>
                    <a:lnTo>
                      <a:pt x="30" y="4"/>
                    </a:lnTo>
                    <a:lnTo>
                      <a:pt x="30" y="4"/>
                    </a:lnTo>
                    <a:lnTo>
                      <a:pt x="30" y="0"/>
                    </a:lnTo>
                    <a:lnTo>
                      <a:pt x="30" y="0"/>
                    </a:lnTo>
                    <a:lnTo>
                      <a:pt x="30" y="0"/>
                    </a:lnTo>
                    <a:lnTo>
                      <a:pt x="34" y="0"/>
                    </a:lnTo>
                    <a:lnTo>
                      <a:pt x="34" y="0"/>
                    </a:lnTo>
                    <a:lnTo>
                      <a:pt x="38" y="0"/>
                    </a:lnTo>
                    <a:lnTo>
                      <a:pt x="38" y="0"/>
                    </a:lnTo>
                    <a:lnTo>
                      <a:pt x="38" y="0"/>
                    </a:lnTo>
                    <a:lnTo>
                      <a:pt x="38" y="0"/>
                    </a:lnTo>
                    <a:lnTo>
                      <a:pt x="38" y="0"/>
                    </a:lnTo>
                    <a:lnTo>
                      <a:pt x="38" y="0"/>
                    </a:lnTo>
                    <a:lnTo>
                      <a:pt x="42" y="0"/>
                    </a:lnTo>
                    <a:lnTo>
                      <a:pt x="42" y="4"/>
                    </a:lnTo>
                    <a:lnTo>
                      <a:pt x="42" y="4"/>
                    </a:lnTo>
                    <a:lnTo>
                      <a:pt x="42" y="4"/>
                    </a:lnTo>
                    <a:lnTo>
                      <a:pt x="42" y="4"/>
                    </a:lnTo>
                    <a:lnTo>
                      <a:pt x="42"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4" name="Freeform 188"/>
              <p:cNvSpPr>
                <a:spLocks/>
              </p:cNvSpPr>
              <p:nvPr/>
            </p:nvSpPr>
            <p:spPr bwMode="gray">
              <a:xfrm>
                <a:off x="3359836" y="5437970"/>
                <a:ext cx="135663" cy="156531"/>
              </a:xfrm>
              <a:custGeom>
                <a:avLst/>
                <a:gdLst>
                  <a:gd name="T0" fmla="*/ 4 w 78"/>
                  <a:gd name="T1" fmla="*/ 60 h 90"/>
                  <a:gd name="T2" fmla="*/ 4 w 78"/>
                  <a:gd name="T3" fmla="*/ 56 h 90"/>
                  <a:gd name="T4" fmla="*/ 4 w 78"/>
                  <a:gd name="T5" fmla="*/ 56 h 90"/>
                  <a:gd name="T6" fmla="*/ 8 w 78"/>
                  <a:gd name="T7" fmla="*/ 48 h 90"/>
                  <a:gd name="T8" fmla="*/ 4 w 78"/>
                  <a:gd name="T9" fmla="*/ 48 h 90"/>
                  <a:gd name="T10" fmla="*/ 4 w 78"/>
                  <a:gd name="T11" fmla="*/ 40 h 90"/>
                  <a:gd name="T12" fmla="*/ 4 w 78"/>
                  <a:gd name="T13" fmla="*/ 40 h 90"/>
                  <a:gd name="T14" fmla="*/ 4 w 78"/>
                  <a:gd name="T15" fmla="*/ 36 h 90"/>
                  <a:gd name="T16" fmla="*/ 4 w 78"/>
                  <a:gd name="T17" fmla="*/ 34 h 90"/>
                  <a:gd name="T18" fmla="*/ 4 w 78"/>
                  <a:gd name="T19" fmla="*/ 30 h 90"/>
                  <a:gd name="T20" fmla="*/ 8 w 78"/>
                  <a:gd name="T21" fmla="*/ 26 h 90"/>
                  <a:gd name="T22" fmla="*/ 8 w 78"/>
                  <a:gd name="T23" fmla="*/ 22 h 90"/>
                  <a:gd name="T24" fmla="*/ 8 w 78"/>
                  <a:gd name="T25" fmla="*/ 14 h 90"/>
                  <a:gd name="T26" fmla="*/ 12 w 78"/>
                  <a:gd name="T27" fmla="*/ 10 h 90"/>
                  <a:gd name="T28" fmla="*/ 8 w 78"/>
                  <a:gd name="T29" fmla="*/ 6 h 90"/>
                  <a:gd name="T30" fmla="*/ 12 w 78"/>
                  <a:gd name="T31" fmla="*/ 2 h 90"/>
                  <a:gd name="T32" fmla="*/ 16 w 78"/>
                  <a:gd name="T33" fmla="*/ 0 h 90"/>
                  <a:gd name="T34" fmla="*/ 16 w 78"/>
                  <a:gd name="T35" fmla="*/ 2 h 90"/>
                  <a:gd name="T36" fmla="*/ 18 w 78"/>
                  <a:gd name="T37" fmla="*/ 2 h 90"/>
                  <a:gd name="T38" fmla="*/ 18 w 78"/>
                  <a:gd name="T39" fmla="*/ 0 h 90"/>
                  <a:gd name="T40" fmla="*/ 22 w 78"/>
                  <a:gd name="T41" fmla="*/ 0 h 90"/>
                  <a:gd name="T42" fmla="*/ 26 w 78"/>
                  <a:gd name="T43" fmla="*/ 2 h 90"/>
                  <a:gd name="T44" fmla="*/ 34 w 78"/>
                  <a:gd name="T45" fmla="*/ 6 h 90"/>
                  <a:gd name="T46" fmla="*/ 38 w 78"/>
                  <a:gd name="T47" fmla="*/ 14 h 90"/>
                  <a:gd name="T48" fmla="*/ 38 w 78"/>
                  <a:gd name="T49" fmla="*/ 14 h 90"/>
                  <a:gd name="T50" fmla="*/ 42 w 78"/>
                  <a:gd name="T51" fmla="*/ 14 h 90"/>
                  <a:gd name="T52" fmla="*/ 46 w 78"/>
                  <a:gd name="T53" fmla="*/ 14 h 90"/>
                  <a:gd name="T54" fmla="*/ 48 w 78"/>
                  <a:gd name="T55" fmla="*/ 22 h 90"/>
                  <a:gd name="T56" fmla="*/ 52 w 78"/>
                  <a:gd name="T57" fmla="*/ 22 h 90"/>
                  <a:gd name="T58" fmla="*/ 52 w 78"/>
                  <a:gd name="T59" fmla="*/ 22 h 90"/>
                  <a:gd name="T60" fmla="*/ 60 w 78"/>
                  <a:gd name="T61" fmla="*/ 30 h 90"/>
                  <a:gd name="T62" fmla="*/ 64 w 78"/>
                  <a:gd name="T63" fmla="*/ 30 h 90"/>
                  <a:gd name="T64" fmla="*/ 68 w 78"/>
                  <a:gd name="T65" fmla="*/ 36 h 90"/>
                  <a:gd name="T66" fmla="*/ 72 w 78"/>
                  <a:gd name="T67" fmla="*/ 40 h 90"/>
                  <a:gd name="T68" fmla="*/ 76 w 78"/>
                  <a:gd name="T69" fmla="*/ 44 h 90"/>
                  <a:gd name="T70" fmla="*/ 76 w 78"/>
                  <a:gd name="T71" fmla="*/ 48 h 90"/>
                  <a:gd name="T72" fmla="*/ 72 w 78"/>
                  <a:gd name="T73" fmla="*/ 52 h 90"/>
                  <a:gd name="T74" fmla="*/ 72 w 78"/>
                  <a:gd name="T75" fmla="*/ 56 h 90"/>
                  <a:gd name="T76" fmla="*/ 72 w 78"/>
                  <a:gd name="T77" fmla="*/ 60 h 90"/>
                  <a:gd name="T78" fmla="*/ 72 w 78"/>
                  <a:gd name="T79" fmla="*/ 64 h 90"/>
                  <a:gd name="T80" fmla="*/ 72 w 78"/>
                  <a:gd name="T81" fmla="*/ 66 h 90"/>
                  <a:gd name="T82" fmla="*/ 72 w 78"/>
                  <a:gd name="T83" fmla="*/ 66 h 90"/>
                  <a:gd name="T84" fmla="*/ 72 w 78"/>
                  <a:gd name="T85" fmla="*/ 70 h 90"/>
                  <a:gd name="T86" fmla="*/ 68 w 78"/>
                  <a:gd name="T87" fmla="*/ 78 h 90"/>
                  <a:gd name="T88" fmla="*/ 64 w 78"/>
                  <a:gd name="T89" fmla="*/ 82 h 90"/>
                  <a:gd name="T90" fmla="*/ 60 w 78"/>
                  <a:gd name="T91" fmla="*/ 82 h 90"/>
                  <a:gd name="T92" fmla="*/ 60 w 78"/>
                  <a:gd name="T93" fmla="*/ 82 h 90"/>
                  <a:gd name="T94" fmla="*/ 52 w 78"/>
                  <a:gd name="T95" fmla="*/ 86 h 90"/>
                  <a:gd name="T96" fmla="*/ 48 w 78"/>
                  <a:gd name="T97" fmla="*/ 86 h 90"/>
                  <a:gd name="T98" fmla="*/ 46 w 78"/>
                  <a:gd name="T99" fmla="*/ 90 h 90"/>
                  <a:gd name="T100" fmla="*/ 46 w 78"/>
                  <a:gd name="T101" fmla="*/ 86 h 90"/>
                  <a:gd name="T102" fmla="*/ 38 w 78"/>
                  <a:gd name="T103" fmla="*/ 86 h 90"/>
                  <a:gd name="T104" fmla="*/ 34 w 78"/>
                  <a:gd name="T105" fmla="*/ 86 h 90"/>
                  <a:gd name="T106" fmla="*/ 30 w 78"/>
                  <a:gd name="T107" fmla="*/ 86 h 90"/>
                  <a:gd name="T108" fmla="*/ 22 w 78"/>
                  <a:gd name="T109" fmla="*/ 82 h 90"/>
                  <a:gd name="T110" fmla="*/ 16 w 78"/>
                  <a:gd name="T111" fmla="*/ 78 h 90"/>
                  <a:gd name="T112" fmla="*/ 8 w 78"/>
                  <a:gd name="T113" fmla="*/ 78 h 90"/>
                  <a:gd name="T114" fmla="*/ 4 w 78"/>
                  <a:gd name="T115" fmla="*/ 74 h 90"/>
                  <a:gd name="T116" fmla="*/ 4 w 78"/>
                  <a:gd name="T117" fmla="*/ 70 h 90"/>
                  <a:gd name="T118" fmla="*/ 0 w 78"/>
                  <a:gd name="T119" fmla="*/ 64 h 90"/>
                  <a:gd name="T120" fmla="*/ 0 w 78"/>
                  <a:gd name="T121" fmla="*/ 6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8" h="90">
                    <a:moveTo>
                      <a:pt x="0" y="60"/>
                    </a:moveTo>
                    <a:lnTo>
                      <a:pt x="0" y="60"/>
                    </a:lnTo>
                    <a:lnTo>
                      <a:pt x="0" y="60"/>
                    </a:lnTo>
                    <a:lnTo>
                      <a:pt x="0" y="60"/>
                    </a:lnTo>
                    <a:lnTo>
                      <a:pt x="4" y="60"/>
                    </a:lnTo>
                    <a:lnTo>
                      <a:pt x="4" y="56"/>
                    </a:lnTo>
                    <a:lnTo>
                      <a:pt x="4" y="56"/>
                    </a:lnTo>
                    <a:lnTo>
                      <a:pt x="4" y="56"/>
                    </a:lnTo>
                    <a:lnTo>
                      <a:pt x="4" y="56"/>
                    </a:lnTo>
                    <a:lnTo>
                      <a:pt x="4" y="56"/>
                    </a:lnTo>
                    <a:lnTo>
                      <a:pt x="4" y="56"/>
                    </a:lnTo>
                    <a:lnTo>
                      <a:pt x="4" y="56"/>
                    </a:lnTo>
                    <a:lnTo>
                      <a:pt x="4" y="56"/>
                    </a:lnTo>
                    <a:lnTo>
                      <a:pt x="4" y="56"/>
                    </a:lnTo>
                    <a:lnTo>
                      <a:pt x="4" y="56"/>
                    </a:lnTo>
                    <a:lnTo>
                      <a:pt x="4" y="56"/>
                    </a:lnTo>
                    <a:lnTo>
                      <a:pt x="4" y="52"/>
                    </a:lnTo>
                    <a:lnTo>
                      <a:pt x="8" y="52"/>
                    </a:lnTo>
                    <a:lnTo>
                      <a:pt x="8" y="52"/>
                    </a:lnTo>
                    <a:lnTo>
                      <a:pt x="8" y="48"/>
                    </a:lnTo>
                    <a:lnTo>
                      <a:pt x="8" y="48"/>
                    </a:lnTo>
                    <a:lnTo>
                      <a:pt x="8" y="48"/>
                    </a:lnTo>
                    <a:lnTo>
                      <a:pt x="4" y="48"/>
                    </a:lnTo>
                    <a:lnTo>
                      <a:pt x="4" y="48"/>
                    </a:lnTo>
                    <a:lnTo>
                      <a:pt x="4" y="48"/>
                    </a:lnTo>
                    <a:lnTo>
                      <a:pt x="4" y="48"/>
                    </a:lnTo>
                    <a:lnTo>
                      <a:pt x="4" y="48"/>
                    </a:lnTo>
                    <a:lnTo>
                      <a:pt x="4" y="44"/>
                    </a:lnTo>
                    <a:lnTo>
                      <a:pt x="4" y="44"/>
                    </a:lnTo>
                    <a:lnTo>
                      <a:pt x="4" y="40"/>
                    </a:lnTo>
                    <a:lnTo>
                      <a:pt x="4" y="40"/>
                    </a:lnTo>
                    <a:lnTo>
                      <a:pt x="4" y="40"/>
                    </a:lnTo>
                    <a:lnTo>
                      <a:pt x="4" y="40"/>
                    </a:lnTo>
                    <a:lnTo>
                      <a:pt x="4" y="40"/>
                    </a:lnTo>
                    <a:lnTo>
                      <a:pt x="4" y="40"/>
                    </a:lnTo>
                    <a:lnTo>
                      <a:pt x="8" y="40"/>
                    </a:lnTo>
                    <a:lnTo>
                      <a:pt x="8" y="36"/>
                    </a:lnTo>
                    <a:lnTo>
                      <a:pt x="8" y="36"/>
                    </a:lnTo>
                    <a:lnTo>
                      <a:pt x="4" y="36"/>
                    </a:lnTo>
                    <a:lnTo>
                      <a:pt x="4" y="36"/>
                    </a:lnTo>
                    <a:lnTo>
                      <a:pt x="4" y="36"/>
                    </a:lnTo>
                    <a:lnTo>
                      <a:pt x="4" y="36"/>
                    </a:lnTo>
                    <a:lnTo>
                      <a:pt x="4" y="36"/>
                    </a:lnTo>
                    <a:lnTo>
                      <a:pt x="4" y="34"/>
                    </a:lnTo>
                    <a:lnTo>
                      <a:pt x="4" y="34"/>
                    </a:lnTo>
                    <a:lnTo>
                      <a:pt x="4" y="34"/>
                    </a:lnTo>
                    <a:lnTo>
                      <a:pt x="4" y="30"/>
                    </a:lnTo>
                    <a:lnTo>
                      <a:pt x="4" y="30"/>
                    </a:lnTo>
                    <a:lnTo>
                      <a:pt x="4" y="30"/>
                    </a:lnTo>
                    <a:lnTo>
                      <a:pt x="4" y="30"/>
                    </a:lnTo>
                    <a:lnTo>
                      <a:pt x="8" y="30"/>
                    </a:lnTo>
                    <a:lnTo>
                      <a:pt x="8" y="30"/>
                    </a:lnTo>
                    <a:lnTo>
                      <a:pt x="8" y="30"/>
                    </a:lnTo>
                    <a:lnTo>
                      <a:pt x="8" y="26"/>
                    </a:lnTo>
                    <a:lnTo>
                      <a:pt x="8" y="26"/>
                    </a:lnTo>
                    <a:lnTo>
                      <a:pt x="8" y="26"/>
                    </a:lnTo>
                    <a:lnTo>
                      <a:pt x="8" y="26"/>
                    </a:lnTo>
                    <a:lnTo>
                      <a:pt x="8" y="26"/>
                    </a:lnTo>
                    <a:lnTo>
                      <a:pt x="8" y="26"/>
                    </a:lnTo>
                    <a:lnTo>
                      <a:pt x="8" y="22"/>
                    </a:lnTo>
                    <a:lnTo>
                      <a:pt x="8" y="22"/>
                    </a:lnTo>
                    <a:lnTo>
                      <a:pt x="8" y="22"/>
                    </a:lnTo>
                    <a:lnTo>
                      <a:pt x="8" y="22"/>
                    </a:lnTo>
                    <a:lnTo>
                      <a:pt x="8" y="18"/>
                    </a:lnTo>
                    <a:lnTo>
                      <a:pt x="8" y="14"/>
                    </a:lnTo>
                    <a:lnTo>
                      <a:pt x="12" y="10"/>
                    </a:lnTo>
                    <a:lnTo>
                      <a:pt x="12" y="10"/>
                    </a:lnTo>
                    <a:lnTo>
                      <a:pt x="12" y="10"/>
                    </a:lnTo>
                    <a:lnTo>
                      <a:pt x="12" y="10"/>
                    </a:lnTo>
                    <a:lnTo>
                      <a:pt x="12" y="10"/>
                    </a:lnTo>
                    <a:lnTo>
                      <a:pt x="12" y="10"/>
                    </a:lnTo>
                    <a:lnTo>
                      <a:pt x="8" y="6"/>
                    </a:lnTo>
                    <a:lnTo>
                      <a:pt x="8" y="6"/>
                    </a:lnTo>
                    <a:lnTo>
                      <a:pt x="8" y="6"/>
                    </a:lnTo>
                    <a:lnTo>
                      <a:pt x="8" y="6"/>
                    </a:lnTo>
                    <a:lnTo>
                      <a:pt x="8" y="6"/>
                    </a:lnTo>
                    <a:lnTo>
                      <a:pt x="8" y="6"/>
                    </a:lnTo>
                    <a:lnTo>
                      <a:pt x="12" y="2"/>
                    </a:lnTo>
                    <a:lnTo>
                      <a:pt x="12" y="2"/>
                    </a:lnTo>
                    <a:lnTo>
                      <a:pt x="12" y="2"/>
                    </a:lnTo>
                    <a:lnTo>
                      <a:pt x="12" y="2"/>
                    </a:lnTo>
                    <a:lnTo>
                      <a:pt x="12" y="2"/>
                    </a:lnTo>
                    <a:lnTo>
                      <a:pt x="12" y="0"/>
                    </a:lnTo>
                    <a:lnTo>
                      <a:pt x="12" y="0"/>
                    </a:lnTo>
                    <a:lnTo>
                      <a:pt x="16" y="0"/>
                    </a:lnTo>
                    <a:lnTo>
                      <a:pt x="16" y="0"/>
                    </a:lnTo>
                    <a:lnTo>
                      <a:pt x="16" y="0"/>
                    </a:lnTo>
                    <a:lnTo>
                      <a:pt x="16" y="0"/>
                    </a:lnTo>
                    <a:lnTo>
                      <a:pt x="16" y="2"/>
                    </a:lnTo>
                    <a:lnTo>
                      <a:pt x="16" y="2"/>
                    </a:lnTo>
                    <a:lnTo>
                      <a:pt x="16" y="0"/>
                    </a:lnTo>
                    <a:lnTo>
                      <a:pt x="16" y="0"/>
                    </a:lnTo>
                    <a:lnTo>
                      <a:pt x="18" y="2"/>
                    </a:lnTo>
                    <a:lnTo>
                      <a:pt x="18" y="2"/>
                    </a:lnTo>
                    <a:lnTo>
                      <a:pt x="18" y="2"/>
                    </a:lnTo>
                    <a:lnTo>
                      <a:pt x="18" y="2"/>
                    </a:lnTo>
                    <a:lnTo>
                      <a:pt x="18" y="2"/>
                    </a:lnTo>
                    <a:lnTo>
                      <a:pt x="18" y="0"/>
                    </a:lnTo>
                    <a:lnTo>
                      <a:pt x="18" y="0"/>
                    </a:lnTo>
                    <a:lnTo>
                      <a:pt x="18" y="0"/>
                    </a:lnTo>
                    <a:lnTo>
                      <a:pt x="18" y="0"/>
                    </a:lnTo>
                    <a:lnTo>
                      <a:pt x="18" y="0"/>
                    </a:lnTo>
                    <a:lnTo>
                      <a:pt x="22" y="0"/>
                    </a:lnTo>
                    <a:lnTo>
                      <a:pt x="22" y="0"/>
                    </a:lnTo>
                    <a:lnTo>
                      <a:pt x="22" y="0"/>
                    </a:lnTo>
                    <a:lnTo>
                      <a:pt x="22" y="0"/>
                    </a:lnTo>
                    <a:lnTo>
                      <a:pt x="26" y="0"/>
                    </a:lnTo>
                    <a:lnTo>
                      <a:pt x="26" y="2"/>
                    </a:lnTo>
                    <a:lnTo>
                      <a:pt x="26" y="2"/>
                    </a:lnTo>
                    <a:lnTo>
                      <a:pt x="26" y="2"/>
                    </a:lnTo>
                    <a:lnTo>
                      <a:pt x="30" y="2"/>
                    </a:lnTo>
                    <a:lnTo>
                      <a:pt x="30" y="2"/>
                    </a:lnTo>
                    <a:lnTo>
                      <a:pt x="30" y="6"/>
                    </a:lnTo>
                    <a:lnTo>
                      <a:pt x="30" y="6"/>
                    </a:lnTo>
                    <a:lnTo>
                      <a:pt x="34" y="6"/>
                    </a:lnTo>
                    <a:lnTo>
                      <a:pt x="34" y="6"/>
                    </a:lnTo>
                    <a:lnTo>
                      <a:pt x="34" y="10"/>
                    </a:lnTo>
                    <a:lnTo>
                      <a:pt x="38" y="10"/>
                    </a:lnTo>
                    <a:lnTo>
                      <a:pt x="38" y="10"/>
                    </a:lnTo>
                    <a:lnTo>
                      <a:pt x="38" y="14"/>
                    </a:lnTo>
                    <a:lnTo>
                      <a:pt x="34" y="14"/>
                    </a:lnTo>
                    <a:lnTo>
                      <a:pt x="34" y="14"/>
                    </a:lnTo>
                    <a:lnTo>
                      <a:pt x="34" y="14"/>
                    </a:lnTo>
                    <a:lnTo>
                      <a:pt x="34" y="14"/>
                    </a:lnTo>
                    <a:lnTo>
                      <a:pt x="38" y="14"/>
                    </a:lnTo>
                    <a:lnTo>
                      <a:pt x="38" y="14"/>
                    </a:lnTo>
                    <a:lnTo>
                      <a:pt x="38" y="14"/>
                    </a:lnTo>
                    <a:lnTo>
                      <a:pt x="38" y="14"/>
                    </a:lnTo>
                    <a:lnTo>
                      <a:pt x="38" y="14"/>
                    </a:lnTo>
                    <a:lnTo>
                      <a:pt x="42" y="14"/>
                    </a:lnTo>
                    <a:lnTo>
                      <a:pt x="42" y="10"/>
                    </a:lnTo>
                    <a:lnTo>
                      <a:pt x="42" y="10"/>
                    </a:lnTo>
                    <a:lnTo>
                      <a:pt x="42" y="10"/>
                    </a:lnTo>
                    <a:lnTo>
                      <a:pt x="42" y="14"/>
                    </a:lnTo>
                    <a:lnTo>
                      <a:pt x="46" y="14"/>
                    </a:lnTo>
                    <a:lnTo>
                      <a:pt x="46" y="14"/>
                    </a:lnTo>
                    <a:lnTo>
                      <a:pt x="46" y="14"/>
                    </a:lnTo>
                    <a:lnTo>
                      <a:pt x="46" y="18"/>
                    </a:lnTo>
                    <a:lnTo>
                      <a:pt x="46" y="18"/>
                    </a:lnTo>
                    <a:lnTo>
                      <a:pt x="48" y="22"/>
                    </a:lnTo>
                    <a:lnTo>
                      <a:pt x="48" y="22"/>
                    </a:lnTo>
                    <a:lnTo>
                      <a:pt x="48" y="22"/>
                    </a:lnTo>
                    <a:lnTo>
                      <a:pt x="52" y="22"/>
                    </a:lnTo>
                    <a:lnTo>
                      <a:pt x="52" y="22"/>
                    </a:lnTo>
                    <a:lnTo>
                      <a:pt x="52" y="22"/>
                    </a:lnTo>
                    <a:lnTo>
                      <a:pt x="52" y="22"/>
                    </a:lnTo>
                    <a:lnTo>
                      <a:pt x="52" y="22"/>
                    </a:lnTo>
                    <a:lnTo>
                      <a:pt x="52" y="22"/>
                    </a:lnTo>
                    <a:lnTo>
                      <a:pt x="52" y="22"/>
                    </a:lnTo>
                    <a:lnTo>
                      <a:pt x="52" y="22"/>
                    </a:lnTo>
                    <a:lnTo>
                      <a:pt x="56" y="22"/>
                    </a:lnTo>
                    <a:lnTo>
                      <a:pt x="56" y="26"/>
                    </a:lnTo>
                    <a:lnTo>
                      <a:pt x="56" y="26"/>
                    </a:lnTo>
                    <a:lnTo>
                      <a:pt x="56" y="26"/>
                    </a:lnTo>
                    <a:lnTo>
                      <a:pt x="60" y="30"/>
                    </a:lnTo>
                    <a:lnTo>
                      <a:pt x="60" y="30"/>
                    </a:lnTo>
                    <a:lnTo>
                      <a:pt x="60" y="30"/>
                    </a:lnTo>
                    <a:lnTo>
                      <a:pt x="60" y="30"/>
                    </a:lnTo>
                    <a:lnTo>
                      <a:pt x="60" y="30"/>
                    </a:lnTo>
                    <a:lnTo>
                      <a:pt x="64" y="30"/>
                    </a:lnTo>
                    <a:lnTo>
                      <a:pt x="64" y="30"/>
                    </a:lnTo>
                    <a:lnTo>
                      <a:pt x="64" y="34"/>
                    </a:lnTo>
                    <a:lnTo>
                      <a:pt x="68" y="34"/>
                    </a:lnTo>
                    <a:lnTo>
                      <a:pt x="68" y="34"/>
                    </a:lnTo>
                    <a:lnTo>
                      <a:pt x="68" y="36"/>
                    </a:lnTo>
                    <a:lnTo>
                      <a:pt x="68" y="36"/>
                    </a:lnTo>
                    <a:lnTo>
                      <a:pt x="68" y="40"/>
                    </a:lnTo>
                    <a:lnTo>
                      <a:pt x="68" y="40"/>
                    </a:lnTo>
                    <a:lnTo>
                      <a:pt x="72" y="40"/>
                    </a:lnTo>
                    <a:lnTo>
                      <a:pt x="72" y="40"/>
                    </a:lnTo>
                    <a:lnTo>
                      <a:pt x="72" y="40"/>
                    </a:lnTo>
                    <a:lnTo>
                      <a:pt x="72" y="40"/>
                    </a:lnTo>
                    <a:lnTo>
                      <a:pt x="72" y="44"/>
                    </a:lnTo>
                    <a:lnTo>
                      <a:pt x="72" y="44"/>
                    </a:lnTo>
                    <a:lnTo>
                      <a:pt x="76" y="44"/>
                    </a:lnTo>
                    <a:lnTo>
                      <a:pt x="76" y="44"/>
                    </a:lnTo>
                    <a:lnTo>
                      <a:pt x="76" y="44"/>
                    </a:lnTo>
                    <a:lnTo>
                      <a:pt x="76" y="44"/>
                    </a:lnTo>
                    <a:lnTo>
                      <a:pt x="78" y="48"/>
                    </a:lnTo>
                    <a:lnTo>
                      <a:pt x="76" y="48"/>
                    </a:lnTo>
                    <a:lnTo>
                      <a:pt x="76" y="48"/>
                    </a:lnTo>
                    <a:lnTo>
                      <a:pt x="76" y="52"/>
                    </a:lnTo>
                    <a:lnTo>
                      <a:pt x="72" y="52"/>
                    </a:lnTo>
                    <a:lnTo>
                      <a:pt x="72" y="52"/>
                    </a:lnTo>
                    <a:lnTo>
                      <a:pt x="72" y="52"/>
                    </a:lnTo>
                    <a:lnTo>
                      <a:pt x="72" y="52"/>
                    </a:lnTo>
                    <a:lnTo>
                      <a:pt x="72" y="56"/>
                    </a:lnTo>
                    <a:lnTo>
                      <a:pt x="72" y="56"/>
                    </a:lnTo>
                    <a:lnTo>
                      <a:pt x="72" y="56"/>
                    </a:lnTo>
                    <a:lnTo>
                      <a:pt x="72" y="56"/>
                    </a:lnTo>
                    <a:lnTo>
                      <a:pt x="72" y="56"/>
                    </a:lnTo>
                    <a:lnTo>
                      <a:pt x="72" y="56"/>
                    </a:lnTo>
                    <a:lnTo>
                      <a:pt x="72" y="56"/>
                    </a:lnTo>
                    <a:lnTo>
                      <a:pt x="72" y="60"/>
                    </a:lnTo>
                    <a:lnTo>
                      <a:pt x="72" y="60"/>
                    </a:lnTo>
                    <a:lnTo>
                      <a:pt x="72" y="60"/>
                    </a:lnTo>
                    <a:lnTo>
                      <a:pt x="72" y="60"/>
                    </a:lnTo>
                    <a:lnTo>
                      <a:pt x="72" y="60"/>
                    </a:lnTo>
                    <a:lnTo>
                      <a:pt x="72" y="64"/>
                    </a:lnTo>
                    <a:lnTo>
                      <a:pt x="72" y="64"/>
                    </a:lnTo>
                    <a:lnTo>
                      <a:pt x="72" y="64"/>
                    </a:lnTo>
                    <a:lnTo>
                      <a:pt x="72" y="64"/>
                    </a:lnTo>
                    <a:lnTo>
                      <a:pt x="72" y="64"/>
                    </a:lnTo>
                    <a:lnTo>
                      <a:pt x="72" y="66"/>
                    </a:lnTo>
                    <a:lnTo>
                      <a:pt x="72" y="66"/>
                    </a:lnTo>
                    <a:lnTo>
                      <a:pt x="72" y="66"/>
                    </a:lnTo>
                    <a:lnTo>
                      <a:pt x="72" y="66"/>
                    </a:lnTo>
                    <a:lnTo>
                      <a:pt x="72" y="66"/>
                    </a:lnTo>
                    <a:lnTo>
                      <a:pt x="72" y="66"/>
                    </a:lnTo>
                    <a:lnTo>
                      <a:pt x="72" y="66"/>
                    </a:lnTo>
                    <a:lnTo>
                      <a:pt x="72" y="66"/>
                    </a:lnTo>
                    <a:lnTo>
                      <a:pt x="72" y="70"/>
                    </a:lnTo>
                    <a:lnTo>
                      <a:pt x="72" y="70"/>
                    </a:lnTo>
                    <a:lnTo>
                      <a:pt x="72" y="70"/>
                    </a:lnTo>
                    <a:lnTo>
                      <a:pt x="72" y="70"/>
                    </a:lnTo>
                    <a:lnTo>
                      <a:pt x="72" y="74"/>
                    </a:lnTo>
                    <a:lnTo>
                      <a:pt x="68" y="74"/>
                    </a:lnTo>
                    <a:lnTo>
                      <a:pt x="68" y="74"/>
                    </a:lnTo>
                    <a:lnTo>
                      <a:pt x="68" y="74"/>
                    </a:lnTo>
                    <a:lnTo>
                      <a:pt x="68" y="78"/>
                    </a:lnTo>
                    <a:lnTo>
                      <a:pt x="68" y="78"/>
                    </a:lnTo>
                    <a:lnTo>
                      <a:pt x="64" y="78"/>
                    </a:lnTo>
                    <a:lnTo>
                      <a:pt x="64" y="78"/>
                    </a:lnTo>
                    <a:lnTo>
                      <a:pt x="64" y="82"/>
                    </a:lnTo>
                    <a:lnTo>
                      <a:pt x="64" y="82"/>
                    </a:lnTo>
                    <a:lnTo>
                      <a:pt x="64" y="82"/>
                    </a:lnTo>
                    <a:lnTo>
                      <a:pt x="64" y="82"/>
                    </a:lnTo>
                    <a:lnTo>
                      <a:pt x="60" y="82"/>
                    </a:lnTo>
                    <a:lnTo>
                      <a:pt x="60" y="82"/>
                    </a:lnTo>
                    <a:lnTo>
                      <a:pt x="60" y="82"/>
                    </a:lnTo>
                    <a:lnTo>
                      <a:pt x="60" y="82"/>
                    </a:lnTo>
                    <a:lnTo>
                      <a:pt x="60" y="82"/>
                    </a:lnTo>
                    <a:lnTo>
                      <a:pt x="60" y="82"/>
                    </a:lnTo>
                    <a:lnTo>
                      <a:pt x="60" y="82"/>
                    </a:lnTo>
                    <a:lnTo>
                      <a:pt x="60" y="82"/>
                    </a:lnTo>
                    <a:lnTo>
                      <a:pt x="60" y="86"/>
                    </a:lnTo>
                    <a:lnTo>
                      <a:pt x="56" y="86"/>
                    </a:lnTo>
                    <a:lnTo>
                      <a:pt x="56" y="86"/>
                    </a:lnTo>
                    <a:lnTo>
                      <a:pt x="56" y="86"/>
                    </a:lnTo>
                    <a:lnTo>
                      <a:pt x="52" y="86"/>
                    </a:lnTo>
                    <a:lnTo>
                      <a:pt x="52" y="86"/>
                    </a:lnTo>
                    <a:lnTo>
                      <a:pt x="52" y="90"/>
                    </a:lnTo>
                    <a:lnTo>
                      <a:pt x="52" y="90"/>
                    </a:lnTo>
                    <a:lnTo>
                      <a:pt x="48" y="90"/>
                    </a:lnTo>
                    <a:lnTo>
                      <a:pt x="48" y="86"/>
                    </a:lnTo>
                    <a:lnTo>
                      <a:pt x="48" y="86"/>
                    </a:lnTo>
                    <a:lnTo>
                      <a:pt x="48" y="86"/>
                    </a:lnTo>
                    <a:lnTo>
                      <a:pt x="48" y="86"/>
                    </a:lnTo>
                    <a:lnTo>
                      <a:pt x="46" y="90"/>
                    </a:lnTo>
                    <a:lnTo>
                      <a:pt x="46" y="90"/>
                    </a:lnTo>
                    <a:lnTo>
                      <a:pt x="46" y="86"/>
                    </a:lnTo>
                    <a:lnTo>
                      <a:pt x="46" y="86"/>
                    </a:lnTo>
                    <a:lnTo>
                      <a:pt x="46" y="86"/>
                    </a:lnTo>
                    <a:lnTo>
                      <a:pt x="46" y="86"/>
                    </a:lnTo>
                    <a:lnTo>
                      <a:pt x="46" y="86"/>
                    </a:lnTo>
                    <a:lnTo>
                      <a:pt x="46" y="86"/>
                    </a:lnTo>
                    <a:lnTo>
                      <a:pt x="42" y="86"/>
                    </a:lnTo>
                    <a:lnTo>
                      <a:pt x="42" y="86"/>
                    </a:lnTo>
                    <a:lnTo>
                      <a:pt x="38" y="86"/>
                    </a:lnTo>
                    <a:lnTo>
                      <a:pt x="38" y="86"/>
                    </a:lnTo>
                    <a:lnTo>
                      <a:pt x="38" y="86"/>
                    </a:lnTo>
                    <a:lnTo>
                      <a:pt x="38" y="86"/>
                    </a:lnTo>
                    <a:lnTo>
                      <a:pt x="38" y="86"/>
                    </a:lnTo>
                    <a:lnTo>
                      <a:pt x="34" y="86"/>
                    </a:lnTo>
                    <a:lnTo>
                      <a:pt x="34" y="86"/>
                    </a:lnTo>
                    <a:lnTo>
                      <a:pt x="34" y="86"/>
                    </a:lnTo>
                    <a:lnTo>
                      <a:pt x="34" y="90"/>
                    </a:lnTo>
                    <a:lnTo>
                      <a:pt x="30" y="90"/>
                    </a:lnTo>
                    <a:lnTo>
                      <a:pt x="30" y="86"/>
                    </a:lnTo>
                    <a:lnTo>
                      <a:pt x="30" y="86"/>
                    </a:lnTo>
                    <a:lnTo>
                      <a:pt x="30" y="86"/>
                    </a:lnTo>
                    <a:lnTo>
                      <a:pt x="30" y="86"/>
                    </a:lnTo>
                    <a:lnTo>
                      <a:pt x="26" y="86"/>
                    </a:lnTo>
                    <a:lnTo>
                      <a:pt x="22" y="82"/>
                    </a:lnTo>
                    <a:lnTo>
                      <a:pt x="22" y="82"/>
                    </a:lnTo>
                    <a:lnTo>
                      <a:pt x="18" y="78"/>
                    </a:lnTo>
                    <a:lnTo>
                      <a:pt x="18" y="78"/>
                    </a:lnTo>
                    <a:lnTo>
                      <a:pt x="18" y="78"/>
                    </a:lnTo>
                    <a:lnTo>
                      <a:pt x="16" y="78"/>
                    </a:lnTo>
                    <a:lnTo>
                      <a:pt x="16" y="78"/>
                    </a:lnTo>
                    <a:lnTo>
                      <a:pt x="12" y="78"/>
                    </a:lnTo>
                    <a:lnTo>
                      <a:pt x="12" y="78"/>
                    </a:lnTo>
                    <a:lnTo>
                      <a:pt x="8" y="78"/>
                    </a:lnTo>
                    <a:lnTo>
                      <a:pt x="8" y="78"/>
                    </a:lnTo>
                    <a:lnTo>
                      <a:pt x="8" y="78"/>
                    </a:lnTo>
                    <a:lnTo>
                      <a:pt x="8" y="78"/>
                    </a:lnTo>
                    <a:lnTo>
                      <a:pt x="8" y="74"/>
                    </a:lnTo>
                    <a:lnTo>
                      <a:pt x="8" y="74"/>
                    </a:lnTo>
                    <a:lnTo>
                      <a:pt x="4" y="74"/>
                    </a:lnTo>
                    <a:lnTo>
                      <a:pt x="4" y="74"/>
                    </a:lnTo>
                    <a:lnTo>
                      <a:pt x="4" y="70"/>
                    </a:lnTo>
                    <a:lnTo>
                      <a:pt x="4" y="70"/>
                    </a:lnTo>
                    <a:lnTo>
                      <a:pt x="4" y="70"/>
                    </a:lnTo>
                    <a:lnTo>
                      <a:pt x="4" y="70"/>
                    </a:lnTo>
                    <a:lnTo>
                      <a:pt x="4" y="70"/>
                    </a:lnTo>
                    <a:lnTo>
                      <a:pt x="0" y="70"/>
                    </a:lnTo>
                    <a:lnTo>
                      <a:pt x="0" y="66"/>
                    </a:lnTo>
                    <a:lnTo>
                      <a:pt x="0" y="66"/>
                    </a:lnTo>
                    <a:lnTo>
                      <a:pt x="0" y="66"/>
                    </a:lnTo>
                    <a:lnTo>
                      <a:pt x="0" y="64"/>
                    </a:lnTo>
                    <a:lnTo>
                      <a:pt x="0" y="64"/>
                    </a:lnTo>
                    <a:lnTo>
                      <a:pt x="0" y="64"/>
                    </a:lnTo>
                    <a:lnTo>
                      <a:pt x="0" y="64"/>
                    </a:lnTo>
                    <a:lnTo>
                      <a:pt x="0" y="60"/>
                    </a:lnTo>
                    <a:lnTo>
                      <a:pt x="0" y="60"/>
                    </a:lnTo>
                    <a:lnTo>
                      <a:pt x="0" y="60"/>
                    </a:lnTo>
                    <a:lnTo>
                      <a:pt x="0" y="60"/>
                    </a:lnTo>
                    <a:lnTo>
                      <a:pt x="0"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5" name="Freeform 189"/>
              <p:cNvSpPr>
                <a:spLocks noEditPoints="1"/>
              </p:cNvSpPr>
              <p:nvPr/>
            </p:nvSpPr>
            <p:spPr bwMode="gray">
              <a:xfrm>
                <a:off x="2998069" y="4150932"/>
                <a:ext cx="330460" cy="354805"/>
              </a:xfrm>
              <a:custGeom>
                <a:avLst/>
                <a:gdLst>
                  <a:gd name="T0" fmla="*/ 108 w 190"/>
                  <a:gd name="T1" fmla="*/ 38 h 204"/>
                  <a:gd name="T2" fmla="*/ 126 w 190"/>
                  <a:gd name="T3" fmla="*/ 30 h 204"/>
                  <a:gd name="T4" fmla="*/ 126 w 190"/>
                  <a:gd name="T5" fmla="*/ 30 h 204"/>
                  <a:gd name="T6" fmla="*/ 148 w 190"/>
                  <a:gd name="T7" fmla="*/ 28 h 204"/>
                  <a:gd name="T8" fmla="*/ 152 w 190"/>
                  <a:gd name="T9" fmla="*/ 30 h 204"/>
                  <a:gd name="T10" fmla="*/ 148 w 190"/>
                  <a:gd name="T11" fmla="*/ 34 h 204"/>
                  <a:gd name="T12" fmla="*/ 152 w 190"/>
                  <a:gd name="T13" fmla="*/ 42 h 204"/>
                  <a:gd name="T14" fmla="*/ 156 w 190"/>
                  <a:gd name="T15" fmla="*/ 42 h 204"/>
                  <a:gd name="T16" fmla="*/ 160 w 190"/>
                  <a:gd name="T17" fmla="*/ 42 h 204"/>
                  <a:gd name="T18" fmla="*/ 172 w 190"/>
                  <a:gd name="T19" fmla="*/ 46 h 204"/>
                  <a:gd name="T20" fmla="*/ 172 w 190"/>
                  <a:gd name="T21" fmla="*/ 58 h 204"/>
                  <a:gd name="T22" fmla="*/ 168 w 190"/>
                  <a:gd name="T23" fmla="*/ 68 h 204"/>
                  <a:gd name="T24" fmla="*/ 190 w 190"/>
                  <a:gd name="T25" fmla="*/ 68 h 204"/>
                  <a:gd name="T26" fmla="*/ 178 w 190"/>
                  <a:gd name="T27" fmla="*/ 84 h 204"/>
                  <a:gd name="T28" fmla="*/ 178 w 190"/>
                  <a:gd name="T29" fmla="*/ 94 h 204"/>
                  <a:gd name="T30" fmla="*/ 172 w 190"/>
                  <a:gd name="T31" fmla="*/ 106 h 204"/>
                  <a:gd name="T32" fmla="*/ 178 w 190"/>
                  <a:gd name="T33" fmla="*/ 128 h 204"/>
                  <a:gd name="T34" fmla="*/ 168 w 190"/>
                  <a:gd name="T35" fmla="*/ 140 h 204"/>
                  <a:gd name="T36" fmla="*/ 152 w 190"/>
                  <a:gd name="T37" fmla="*/ 144 h 204"/>
                  <a:gd name="T38" fmla="*/ 142 w 190"/>
                  <a:gd name="T39" fmla="*/ 144 h 204"/>
                  <a:gd name="T40" fmla="*/ 130 w 190"/>
                  <a:gd name="T41" fmla="*/ 148 h 204"/>
                  <a:gd name="T42" fmla="*/ 118 w 190"/>
                  <a:gd name="T43" fmla="*/ 140 h 204"/>
                  <a:gd name="T44" fmla="*/ 126 w 190"/>
                  <a:gd name="T45" fmla="*/ 154 h 204"/>
                  <a:gd name="T46" fmla="*/ 134 w 190"/>
                  <a:gd name="T47" fmla="*/ 170 h 204"/>
                  <a:gd name="T48" fmla="*/ 134 w 190"/>
                  <a:gd name="T49" fmla="*/ 178 h 204"/>
                  <a:gd name="T50" fmla="*/ 118 w 190"/>
                  <a:gd name="T51" fmla="*/ 192 h 204"/>
                  <a:gd name="T52" fmla="*/ 108 w 190"/>
                  <a:gd name="T53" fmla="*/ 204 h 204"/>
                  <a:gd name="T54" fmla="*/ 98 w 190"/>
                  <a:gd name="T55" fmla="*/ 200 h 204"/>
                  <a:gd name="T56" fmla="*/ 86 w 190"/>
                  <a:gd name="T57" fmla="*/ 174 h 204"/>
                  <a:gd name="T58" fmla="*/ 82 w 190"/>
                  <a:gd name="T59" fmla="*/ 154 h 204"/>
                  <a:gd name="T60" fmla="*/ 78 w 190"/>
                  <a:gd name="T61" fmla="*/ 144 h 204"/>
                  <a:gd name="T62" fmla="*/ 78 w 190"/>
                  <a:gd name="T63" fmla="*/ 120 h 204"/>
                  <a:gd name="T64" fmla="*/ 74 w 190"/>
                  <a:gd name="T65" fmla="*/ 106 h 204"/>
                  <a:gd name="T66" fmla="*/ 56 w 190"/>
                  <a:gd name="T67" fmla="*/ 106 h 204"/>
                  <a:gd name="T68" fmla="*/ 42 w 190"/>
                  <a:gd name="T69" fmla="*/ 90 h 204"/>
                  <a:gd name="T70" fmla="*/ 26 w 190"/>
                  <a:gd name="T71" fmla="*/ 90 h 204"/>
                  <a:gd name="T72" fmla="*/ 12 w 190"/>
                  <a:gd name="T73" fmla="*/ 84 h 204"/>
                  <a:gd name="T74" fmla="*/ 12 w 190"/>
                  <a:gd name="T75" fmla="*/ 68 h 204"/>
                  <a:gd name="T76" fmla="*/ 0 w 190"/>
                  <a:gd name="T77" fmla="*/ 54 h 204"/>
                  <a:gd name="T78" fmla="*/ 4 w 190"/>
                  <a:gd name="T79" fmla="*/ 34 h 204"/>
                  <a:gd name="T80" fmla="*/ 14 w 190"/>
                  <a:gd name="T81" fmla="*/ 20 h 204"/>
                  <a:gd name="T82" fmla="*/ 26 w 190"/>
                  <a:gd name="T83" fmla="*/ 12 h 204"/>
                  <a:gd name="T84" fmla="*/ 22 w 190"/>
                  <a:gd name="T85" fmla="*/ 24 h 204"/>
                  <a:gd name="T86" fmla="*/ 14 w 190"/>
                  <a:gd name="T87" fmla="*/ 42 h 204"/>
                  <a:gd name="T88" fmla="*/ 22 w 190"/>
                  <a:gd name="T89" fmla="*/ 58 h 204"/>
                  <a:gd name="T90" fmla="*/ 30 w 190"/>
                  <a:gd name="T91" fmla="*/ 38 h 204"/>
                  <a:gd name="T92" fmla="*/ 26 w 190"/>
                  <a:gd name="T93" fmla="*/ 24 h 204"/>
                  <a:gd name="T94" fmla="*/ 42 w 190"/>
                  <a:gd name="T95" fmla="*/ 16 h 204"/>
                  <a:gd name="T96" fmla="*/ 44 w 190"/>
                  <a:gd name="T97" fmla="*/ 12 h 204"/>
                  <a:gd name="T98" fmla="*/ 48 w 190"/>
                  <a:gd name="T99" fmla="*/ 8 h 204"/>
                  <a:gd name="T100" fmla="*/ 64 w 190"/>
                  <a:gd name="T101" fmla="*/ 16 h 204"/>
                  <a:gd name="T102" fmla="*/ 78 w 190"/>
                  <a:gd name="T103" fmla="*/ 30 h 204"/>
                  <a:gd name="T104" fmla="*/ 98 w 190"/>
                  <a:gd name="T105" fmla="*/ 30 h 204"/>
                  <a:gd name="T106" fmla="*/ 174 w 190"/>
                  <a:gd name="T107" fmla="*/ 58 h 204"/>
                  <a:gd name="T108" fmla="*/ 174 w 190"/>
                  <a:gd name="T109" fmla="*/ 60 h 204"/>
                  <a:gd name="T110" fmla="*/ 172 w 190"/>
                  <a:gd name="T111" fmla="*/ 64 h 204"/>
                  <a:gd name="T112" fmla="*/ 172 w 190"/>
                  <a:gd name="T113" fmla="*/ 64 h 204"/>
                  <a:gd name="T114" fmla="*/ 172 w 190"/>
                  <a:gd name="T115" fmla="*/ 64 h 204"/>
                  <a:gd name="T116" fmla="*/ 168 w 190"/>
                  <a:gd name="T117" fmla="*/ 68 h 204"/>
                  <a:gd name="T118" fmla="*/ 172 w 190"/>
                  <a:gd name="T119" fmla="*/ 64 h 204"/>
                  <a:gd name="T120" fmla="*/ 126 w 190"/>
                  <a:gd name="T121" fmla="*/ 24 h 204"/>
                  <a:gd name="T122" fmla="*/ 130 w 190"/>
                  <a:gd name="T123" fmla="*/ 28 h 204"/>
                  <a:gd name="T124" fmla="*/ 112 w 190"/>
                  <a:gd name="T125" fmla="*/ 28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90" h="204">
                    <a:moveTo>
                      <a:pt x="98" y="30"/>
                    </a:moveTo>
                    <a:lnTo>
                      <a:pt x="100" y="30"/>
                    </a:lnTo>
                    <a:lnTo>
                      <a:pt x="100" y="34"/>
                    </a:lnTo>
                    <a:lnTo>
                      <a:pt x="104" y="34"/>
                    </a:lnTo>
                    <a:lnTo>
                      <a:pt x="104" y="38"/>
                    </a:lnTo>
                    <a:lnTo>
                      <a:pt x="108" y="38"/>
                    </a:lnTo>
                    <a:lnTo>
                      <a:pt x="112" y="38"/>
                    </a:lnTo>
                    <a:lnTo>
                      <a:pt x="116" y="38"/>
                    </a:lnTo>
                    <a:lnTo>
                      <a:pt x="118" y="38"/>
                    </a:lnTo>
                    <a:lnTo>
                      <a:pt x="122" y="34"/>
                    </a:lnTo>
                    <a:lnTo>
                      <a:pt x="126" y="34"/>
                    </a:lnTo>
                    <a:lnTo>
                      <a:pt x="126" y="30"/>
                    </a:lnTo>
                    <a:lnTo>
                      <a:pt x="130" y="30"/>
                    </a:lnTo>
                    <a:lnTo>
                      <a:pt x="130" y="34"/>
                    </a:lnTo>
                    <a:lnTo>
                      <a:pt x="134" y="34"/>
                    </a:lnTo>
                    <a:lnTo>
                      <a:pt x="134" y="30"/>
                    </a:lnTo>
                    <a:lnTo>
                      <a:pt x="130" y="30"/>
                    </a:lnTo>
                    <a:lnTo>
                      <a:pt x="126" y="30"/>
                    </a:lnTo>
                    <a:lnTo>
                      <a:pt x="130" y="30"/>
                    </a:lnTo>
                    <a:lnTo>
                      <a:pt x="134" y="30"/>
                    </a:lnTo>
                    <a:lnTo>
                      <a:pt x="138" y="30"/>
                    </a:lnTo>
                    <a:lnTo>
                      <a:pt x="142" y="28"/>
                    </a:lnTo>
                    <a:lnTo>
                      <a:pt x="144" y="28"/>
                    </a:lnTo>
                    <a:lnTo>
                      <a:pt x="148" y="28"/>
                    </a:lnTo>
                    <a:lnTo>
                      <a:pt x="152" y="28"/>
                    </a:lnTo>
                    <a:lnTo>
                      <a:pt x="156" y="28"/>
                    </a:lnTo>
                    <a:lnTo>
                      <a:pt x="160" y="28"/>
                    </a:lnTo>
                    <a:lnTo>
                      <a:pt x="160" y="30"/>
                    </a:lnTo>
                    <a:lnTo>
                      <a:pt x="156" y="30"/>
                    </a:lnTo>
                    <a:lnTo>
                      <a:pt x="152" y="30"/>
                    </a:lnTo>
                    <a:lnTo>
                      <a:pt x="148" y="30"/>
                    </a:lnTo>
                    <a:lnTo>
                      <a:pt x="144" y="30"/>
                    </a:lnTo>
                    <a:lnTo>
                      <a:pt x="148" y="30"/>
                    </a:lnTo>
                    <a:lnTo>
                      <a:pt x="148" y="34"/>
                    </a:lnTo>
                    <a:lnTo>
                      <a:pt x="144" y="34"/>
                    </a:lnTo>
                    <a:lnTo>
                      <a:pt x="148" y="34"/>
                    </a:lnTo>
                    <a:lnTo>
                      <a:pt x="148" y="38"/>
                    </a:lnTo>
                    <a:lnTo>
                      <a:pt x="144" y="38"/>
                    </a:lnTo>
                    <a:lnTo>
                      <a:pt x="148" y="42"/>
                    </a:lnTo>
                    <a:lnTo>
                      <a:pt x="148" y="38"/>
                    </a:lnTo>
                    <a:lnTo>
                      <a:pt x="152" y="38"/>
                    </a:lnTo>
                    <a:lnTo>
                      <a:pt x="152" y="42"/>
                    </a:lnTo>
                    <a:lnTo>
                      <a:pt x="156" y="46"/>
                    </a:lnTo>
                    <a:lnTo>
                      <a:pt x="152" y="46"/>
                    </a:lnTo>
                    <a:lnTo>
                      <a:pt x="156" y="46"/>
                    </a:lnTo>
                    <a:lnTo>
                      <a:pt x="156" y="42"/>
                    </a:lnTo>
                    <a:lnTo>
                      <a:pt x="156" y="46"/>
                    </a:lnTo>
                    <a:lnTo>
                      <a:pt x="156" y="42"/>
                    </a:lnTo>
                    <a:lnTo>
                      <a:pt x="160" y="42"/>
                    </a:lnTo>
                    <a:lnTo>
                      <a:pt x="156" y="42"/>
                    </a:lnTo>
                    <a:lnTo>
                      <a:pt x="160" y="42"/>
                    </a:lnTo>
                    <a:lnTo>
                      <a:pt x="160" y="46"/>
                    </a:lnTo>
                    <a:lnTo>
                      <a:pt x="164" y="46"/>
                    </a:lnTo>
                    <a:lnTo>
                      <a:pt x="160" y="42"/>
                    </a:lnTo>
                    <a:lnTo>
                      <a:pt x="164" y="42"/>
                    </a:lnTo>
                    <a:lnTo>
                      <a:pt x="164" y="46"/>
                    </a:lnTo>
                    <a:lnTo>
                      <a:pt x="164" y="42"/>
                    </a:lnTo>
                    <a:lnTo>
                      <a:pt x="168" y="42"/>
                    </a:lnTo>
                    <a:lnTo>
                      <a:pt x="168" y="46"/>
                    </a:lnTo>
                    <a:lnTo>
                      <a:pt x="172" y="46"/>
                    </a:lnTo>
                    <a:lnTo>
                      <a:pt x="172" y="50"/>
                    </a:lnTo>
                    <a:lnTo>
                      <a:pt x="174" y="50"/>
                    </a:lnTo>
                    <a:lnTo>
                      <a:pt x="174" y="54"/>
                    </a:lnTo>
                    <a:lnTo>
                      <a:pt x="172" y="58"/>
                    </a:lnTo>
                    <a:lnTo>
                      <a:pt x="174" y="54"/>
                    </a:lnTo>
                    <a:lnTo>
                      <a:pt x="172" y="58"/>
                    </a:lnTo>
                    <a:lnTo>
                      <a:pt x="172" y="60"/>
                    </a:lnTo>
                    <a:lnTo>
                      <a:pt x="172" y="64"/>
                    </a:lnTo>
                    <a:lnTo>
                      <a:pt x="168" y="64"/>
                    </a:lnTo>
                    <a:lnTo>
                      <a:pt x="164" y="64"/>
                    </a:lnTo>
                    <a:lnTo>
                      <a:pt x="168" y="64"/>
                    </a:lnTo>
                    <a:lnTo>
                      <a:pt x="168" y="68"/>
                    </a:lnTo>
                    <a:lnTo>
                      <a:pt x="172" y="68"/>
                    </a:lnTo>
                    <a:lnTo>
                      <a:pt x="174" y="64"/>
                    </a:lnTo>
                    <a:lnTo>
                      <a:pt x="178" y="64"/>
                    </a:lnTo>
                    <a:lnTo>
                      <a:pt x="182" y="64"/>
                    </a:lnTo>
                    <a:lnTo>
                      <a:pt x="186" y="64"/>
                    </a:lnTo>
                    <a:lnTo>
                      <a:pt x="190" y="68"/>
                    </a:lnTo>
                    <a:lnTo>
                      <a:pt x="190" y="72"/>
                    </a:lnTo>
                    <a:lnTo>
                      <a:pt x="186" y="72"/>
                    </a:lnTo>
                    <a:lnTo>
                      <a:pt x="186" y="76"/>
                    </a:lnTo>
                    <a:lnTo>
                      <a:pt x="182" y="76"/>
                    </a:lnTo>
                    <a:lnTo>
                      <a:pt x="178" y="80"/>
                    </a:lnTo>
                    <a:lnTo>
                      <a:pt x="178" y="84"/>
                    </a:lnTo>
                    <a:lnTo>
                      <a:pt x="178" y="88"/>
                    </a:lnTo>
                    <a:lnTo>
                      <a:pt x="178" y="90"/>
                    </a:lnTo>
                    <a:lnTo>
                      <a:pt x="182" y="88"/>
                    </a:lnTo>
                    <a:lnTo>
                      <a:pt x="182" y="90"/>
                    </a:lnTo>
                    <a:lnTo>
                      <a:pt x="182" y="94"/>
                    </a:lnTo>
                    <a:lnTo>
                      <a:pt x="178" y="94"/>
                    </a:lnTo>
                    <a:lnTo>
                      <a:pt x="178" y="98"/>
                    </a:lnTo>
                    <a:lnTo>
                      <a:pt x="174" y="94"/>
                    </a:lnTo>
                    <a:lnTo>
                      <a:pt x="174" y="98"/>
                    </a:lnTo>
                    <a:lnTo>
                      <a:pt x="172" y="98"/>
                    </a:lnTo>
                    <a:lnTo>
                      <a:pt x="172" y="102"/>
                    </a:lnTo>
                    <a:lnTo>
                      <a:pt x="172" y="106"/>
                    </a:lnTo>
                    <a:lnTo>
                      <a:pt x="168" y="110"/>
                    </a:lnTo>
                    <a:lnTo>
                      <a:pt x="172" y="118"/>
                    </a:lnTo>
                    <a:lnTo>
                      <a:pt x="174" y="120"/>
                    </a:lnTo>
                    <a:lnTo>
                      <a:pt x="174" y="124"/>
                    </a:lnTo>
                    <a:lnTo>
                      <a:pt x="178" y="124"/>
                    </a:lnTo>
                    <a:lnTo>
                      <a:pt x="178" y="128"/>
                    </a:lnTo>
                    <a:lnTo>
                      <a:pt x="178" y="132"/>
                    </a:lnTo>
                    <a:lnTo>
                      <a:pt x="174" y="132"/>
                    </a:lnTo>
                    <a:lnTo>
                      <a:pt x="174" y="136"/>
                    </a:lnTo>
                    <a:lnTo>
                      <a:pt x="172" y="136"/>
                    </a:lnTo>
                    <a:lnTo>
                      <a:pt x="168" y="136"/>
                    </a:lnTo>
                    <a:lnTo>
                      <a:pt x="168" y="140"/>
                    </a:lnTo>
                    <a:lnTo>
                      <a:pt x="164" y="140"/>
                    </a:lnTo>
                    <a:lnTo>
                      <a:pt x="160" y="140"/>
                    </a:lnTo>
                    <a:lnTo>
                      <a:pt x="156" y="144"/>
                    </a:lnTo>
                    <a:lnTo>
                      <a:pt x="156" y="140"/>
                    </a:lnTo>
                    <a:lnTo>
                      <a:pt x="152" y="140"/>
                    </a:lnTo>
                    <a:lnTo>
                      <a:pt x="152" y="144"/>
                    </a:lnTo>
                    <a:lnTo>
                      <a:pt x="148" y="144"/>
                    </a:lnTo>
                    <a:lnTo>
                      <a:pt x="148" y="148"/>
                    </a:lnTo>
                    <a:lnTo>
                      <a:pt x="148" y="152"/>
                    </a:lnTo>
                    <a:lnTo>
                      <a:pt x="144" y="152"/>
                    </a:lnTo>
                    <a:lnTo>
                      <a:pt x="142" y="148"/>
                    </a:lnTo>
                    <a:lnTo>
                      <a:pt x="142" y="144"/>
                    </a:lnTo>
                    <a:lnTo>
                      <a:pt x="138" y="144"/>
                    </a:lnTo>
                    <a:lnTo>
                      <a:pt x="138" y="148"/>
                    </a:lnTo>
                    <a:lnTo>
                      <a:pt x="138" y="144"/>
                    </a:lnTo>
                    <a:lnTo>
                      <a:pt x="134" y="144"/>
                    </a:lnTo>
                    <a:lnTo>
                      <a:pt x="130" y="144"/>
                    </a:lnTo>
                    <a:lnTo>
                      <a:pt x="130" y="148"/>
                    </a:lnTo>
                    <a:lnTo>
                      <a:pt x="130" y="144"/>
                    </a:lnTo>
                    <a:lnTo>
                      <a:pt x="126" y="144"/>
                    </a:lnTo>
                    <a:lnTo>
                      <a:pt x="126" y="140"/>
                    </a:lnTo>
                    <a:lnTo>
                      <a:pt x="122" y="144"/>
                    </a:lnTo>
                    <a:lnTo>
                      <a:pt x="122" y="140"/>
                    </a:lnTo>
                    <a:lnTo>
                      <a:pt x="118" y="140"/>
                    </a:lnTo>
                    <a:lnTo>
                      <a:pt x="118" y="144"/>
                    </a:lnTo>
                    <a:lnTo>
                      <a:pt x="122" y="144"/>
                    </a:lnTo>
                    <a:lnTo>
                      <a:pt x="122" y="148"/>
                    </a:lnTo>
                    <a:lnTo>
                      <a:pt x="126" y="148"/>
                    </a:lnTo>
                    <a:lnTo>
                      <a:pt x="126" y="152"/>
                    </a:lnTo>
                    <a:lnTo>
                      <a:pt x="126" y="154"/>
                    </a:lnTo>
                    <a:lnTo>
                      <a:pt x="126" y="158"/>
                    </a:lnTo>
                    <a:lnTo>
                      <a:pt x="130" y="158"/>
                    </a:lnTo>
                    <a:lnTo>
                      <a:pt x="130" y="162"/>
                    </a:lnTo>
                    <a:lnTo>
                      <a:pt x="130" y="166"/>
                    </a:lnTo>
                    <a:lnTo>
                      <a:pt x="130" y="170"/>
                    </a:lnTo>
                    <a:lnTo>
                      <a:pt x="134" y="170"/>
                    </a:lnTo>
                    <a:lnTo>
                      <a:pt x="138" y="170"/>
                    </a:lnTo>
                    <a:lnTo>
                      <a:pt x="142" y="170"/>
                    </a:lnTo>
                    <a:lnTo>
                      <a:pt x="142" y="174"/>
                    </a:lnTo>
                    <a:lnTo>
                      <a:pt x="138" y="174"/>
                    </a:lnTo>
                    <a:lnTo>
                      <a:pt x="138" y="178"/>
                    </a:lnTo>
                    <a:lnTo>
                      <a:pt x="134" y="178"/>
                    </a:lnTo>
                    <a:lnTo>
                      <a:pt x="130" y="178"/>
                    </a:lnTo>
                    <a:lnTo>
                      <a:pt x="130" y="182"/>
                    </a:lnTo>
                    <a:lnTo>
                      <a:pt x="130" y="184"/>
                    </a:lnTo>
                    <a:lnTo>
                      <a:pt x="126" y="188"/>
                    </a:lnTo>
                    <a:lnTo>
                      <a:pt x="122" y="188"/>
                    </a:lnTo>
                    <a:lnTo>
                      <a:pt x="118" y="192"/>
                    </a:lnTo>
                    <a:lnTo>
                      <a:pt x="116" y="192"/>
                    </a:lnTo>
                    <a:lnTo>
                      <a:pt x="116" y="196"/>
                    </a:lnTo>
                    <a:lnTo>
                      <a:pt x="112" y="196"/>
                    </a:lnTo>
                    <a:lnTo>
                      <a:pt x="112" y="200"/>
                    </a:lnTo>
                    <a:lnTo>
                      <a:pt x="108" y="200"/>
                    </a:lnTo>
                    <a:lnTo>
                      <a:pt x="108" y="204"/>
                    </a:lnTo>
                    <a:lnTo>
                      <a:pt x="108" y="200"/>
                    </a:lnTo>
                    <a:lnTo>
                      <a:pt x="108" y="196"/>
                    </a:lnTo>
                    <a:lnTo>
                      <a:pt x="104" y="196"/>
                    </a:lnTo>
                    <a:lnTo>
                      <a:pt x="104" y="200"/>
                    </a:lnTo>
                    <a:lnTo>
                      <a:pt x="100" y="200"/>
                    </a:lnTo>
                    <a:lnTo>
                      <a:pt x="98" y="200"/>
                    </a:lnTo>
                    <a:lnTo>
                      <a:pt x="94" y="192"/>
                    </a:lnTo>
                    <a:lnTo>
                      <a:pt x="90" y="192"/>
                    </a:lnTo>
                    <a:lnTo>
                      <a:pt x="90" y="188"/>
                    </a:lnTo>
                    <a:lnTo>
                      <a:pt x="90" y="184"/>
                    </a:lnTo>
                    <a:lnTo>
                      <a:pt x="86" y="178"/>
                    </a:lnTo>
                    <a:lnTo>
                      <a:pt x="86" y="174"/>
                    </a:lnTo>
                    <a:lnTo>
                      <a:pt x="86" y="170"/>
                    </a:lnTo>
                    <a:lnTo>
                      <a:pt x="82" y="166"/>
                    </a:lnTo>
                    <a:lnTo>
                      <a:pt x="78" y="166"/>
                    </a:lnTo>
                    <a:lnTo>
                      <a:pt x="78" y="162"/>
                    </a:lnTo>
                    <a:lnTo>
                      <a:pt x="82" y="158"/>
                    </a:lnTo>
                    <a:lnTo>
                      <a:pt x="82" y="154"/>
                    </a:lnTo>
                    <a:lnTo>
                      <a:pt x="86" y="154"/>
                    </a:lnTo>
                    <a:lnTo>
                      <a:pt x="82" y="154"/>
                    </a:lnTo>
                    <a:lnTo>
                      <a:pt x="82" y="152"/>
                    </a:lnTo>
                    <a:lnTo>
                      <a:pt x="82" y="148"/>
                    </a:lnTo>
                    <a:lnTo>
                      <a:pt x="78" y="148"/>
                    </a:lnTo>
                    <a:lnTo>
                      <a:pt x="78" y="144"/>
                    </a:lnTo>
                    <a:lnTo>
                      <a:pt x="78" y="140"/>
                    </a:lnTo>
                    <a:lnTo>
                      <a:pt x="74" y="136"/>
                    </a:lnTo>
                    <a:lnTo>
                      <a:pt x="78" y="132"/>
                    </a:lnTo>
                    <a:lnTo>
                      <a:pt x="78" y="128"/>
                    </a:lnTo>
                    <a:lnTo>
                      <a:pt x="78" y="124"/>
                    </a:lnTo>
                    <a:lnTo>
                      <a:pt x="78" y="120"/>
                    </a:lnTo>
                    <a:lnTo>
                      <a:pt x="78" y="118"/>
                    </a:lnTo>
                    <a:lnTo>
                      <a:pt x="78" y="114"/>
                    </a:lnTo>
                    <a:lnTo>
                      <a:pt x="82" y="110"/>
                    </a:lnTo>
                    <a:lnTo>
                      <a:pt x="82" y="106"/>
                    </a:lnTo>
                    <a:lnTo>
                      <a:pt x="78" y="106"/>
                    </a:lnTo>
                    <a:lnTo>
                      <a:pt x="74" y="106"/>
                    </a:lnTo>
                    <a:lnTo>
                      <a:pt x="72" y="106"/>
                    </a:lnTo>
                    <a:lnTo>
                      <a:pt x="68" y="106"/>
                    </a:lnTo>
                    <a:lnTo>
                      <a:pt x="64" y="106"/>
                    </a:lnTo>
                    <a:lnTo>
                      <a:pt x="60" y="106"/>
                    </a:lnTo>
                    <a:lnTo>
                      <a:pt x="56" y="110"/>
                    </a:lnTo>
                    <a:lnTo>
                      <a:pt x="56" y="106"/>
                    </a:lnTo>
                    <a:lnTo>
                      <a:pt x="48" y="102"/>
                    </a:lnTo>
                    <a:lnTo>
                      <a:pt x="44" y="94"/>
                    </a:lnTo>
                    <a:lnTo>
                      <a:pt x="44" y="90"/>
                    </a:lnTo>
                    <a:lnTo>
                      <a:pt x="44" y="94"/>
                    </a:lnTo>
                    <a:lnTo>
                      <a:pt x="42" y="94"/>
                    </a:lnTo>
                    <a:lnTo>
                      <a:pt x="42" y="90"/>
                    </a:lnTo>
                    <a:lnTo>
                      <a:pt x="38" y="90"/>
                    </a:lnTo>
                    <a:lnTo>
                      <a:pt x="34" y="90"/>
                    </a:lnTo>
                    <a:lnTo>
                      <a:pt x="30" y="90"/>
                    </a:lnTo>
                    <a:lnTo>
                      <a:pt x="30" y="94"/>
                    </a:lnTo>
                    <a:lnTo>
                      <a:pt x="30" y="90"/>
                    </a:lnTo>
                    <a:lnTo>
                      <a:pt x="26" y="90"/>
                    </a:lnTo>
                    <a:lnTo>
                      <a:pt x="22" y="90"/>
                    </a:lnTo>
                    <a:lnTo>
                      <a:pt x="18" y="90"/>
                    </a:lnTo>
                    <a:lnTo>
                      <a:pt x="14" y="90"/>
                    </a:lnTo>
                    <a:lnTo>
                      <a:pt x="14" y="88"/>
                    </a:lnTo>
                    <a:lnTo>
                      <a:pt x="12" y="88"/>
                    </a:lnTo>
                    <a:lnTo>
                      <a:pt x="12" y="84"/>
                    </a:lnTo>
                    <a:lnTo>
                      <a:pt x="12" y="80"/>
                    </a:lnTo>
                    <a:lnTo>
                      <a:pt x="12" y="76"/>
                    </a:lnTo>
                    <a:lnTo>
                      <a:pt x="14" y="76"/>
                    </a:lnTo>
                    <a:lnTo>
                      <a:pt x="14" y="72"/>
                    </a:lnTo>
                    <a:lnTo>
                      <a:pt x="12" y="72"/>
                    </a:lnTo>
                    <a:lnTo>
                      <a:pt x="12" y="68"/>
                    </a:lnTo>
                    <a:lnTo>
                      <a:pt x="8" y="64"/>
                    </a:lnTo>
                    <a:lnTo>
                      <a:pt x="8" y="60"/>
                    </a:lnTo>
                    <a:lnTo>
                      <a:pt x="8" y="58"/>
                    </a:lnTo>
                    <a:lnTo>
                      <a:pt x="4" y="58"/>
                    </a:lnTo>
                    <a:lnTo>
                      <a:pt x="4" y="54"/>
                    </a:lnTo>
                    <a:lnTo>
                      <a:pt x="0" y="54"/>
                    </a:lnTo>
                    <a:lnTo>
                      <a:pt x="0" y="50"/>
                    </a:lnTo>
                    <a:lnTo>
                      <a:pt x="4" y="50"/>
                    </a:lnTo>
                    <a:lnTo>
                      <a:pt x="4" y="46"/>
                    </a:lnTo>
                    <a:lnTo>
                      <a:pt x="4" y="42"/>
                    </a:lnTo>
                    <a:lnTo>
                      <a:pt x="4" y="38"/>
                    </a:lnTo>
                    <a:lnTo>
                      <a:pt x="4" y="34"/>
                    </a:lnTo>
                    <a:lnTo>
                      <a:pt x="8" y="30"/>
                    </a:lnTo>
                    <a:lnTo>
                      <a:pt x="8" y="28"/>
                    </a:lnTo>
                    <a:lnTo>
                      <a:pt x="8" y="24"/>
                    </a:lnTo>
                    <a:lnTo>
                      <a:pt x="12" y="24"/>
                    </a:lnTo>
                    <a:lnTo>
                      <a:pt x="12" y="20"/>
                    </a:lnTo>
                    <a:lnTo>
                      <a:pt x="14" y="20"/>
                    </a:lnTo>
                    <a:lnTo>
                      <a:pt x="14" y="16"/>
                    </a:lnTo>
                    <a:lnTo>
                      <a:pt x="18" y="12"/>
                    </a:lnTo>
                    <a:lnTo>
                      <a:pt x="22" y="12"/>
                    </a:lnTo>
                    <a:lnTo>
                      <a:pt x="22" y="8"/>
                    </a:lnTo>
                    <a:lnTo>
                      <a:pt x="26" y="8"/>
                    </a:lnTo>
                    <a:lnTo>
                      <a:pt x="26" y="12"/>
                    </a:lnTo>
                    <a:lnTo>
                      <a:pt x="22" y="12"/>
                    </a:lnTo>
                    <a:lnTo>
                      <a:pt x="18" y="12"/>
                    </a:lnTo>
                    <a:lnTo>
                      <a:pt x="18" y="16"/>
                    </a:lnTo>
                    <a:lnTo>
                      <a:pt x="18" y="20"/>
                    </a:lnTo>
                    <a:lnTo>
                      <a:pt x="22" y="20"/>
                    </a:lnTo>
                    <a:lnTo>
                      <a:pt x="22" y="24"/>
                    </a:lnTo>
                    <a:lnTo>
                      <a:pt x="22" y="28"/>
                    </a:lnTo>
                    <a:lnTo>
                      <a:pt x="22" y="30"/>
                    </a:lnTo>
                    <a:lnTo>
                      <a:pt x="22" y="34"/>
                    </a:lnTo>
                    <a:lnTo>
                      <a:pt x="18" y="34"/>
                    </a:lnTo>
                    <a:lnTo>
                      <a:pt x="18" y="38"/>
                    </a:lnTo>
                    <a:lnTo>
                      <a:pt x="14" y="42"/>
                    </a:lnTo>
                    <a:lnTo>
                      <a:pt x="14" y="46"/>
                    </a:lnTo>
                    <a:lnTo>
                      <a:pt x="18" y="46"/>
                    </a:lnTo>
                    <a:lnTo>
                      <a:pt x="18" y="50"/>
                    </a:lnTo>
                    <a:lnTo>
                      <a:pt x="22" y="50"/>
                    </a:lnTo>
                    <a:lnTo>
                      <a:pt x="22" y="54"/>
                    </a:lnTo>
                    <a:lnTo>
                      <a:pt x="22" y="58"/>
                    </a:lnTo>
                    <a:lnTo>
                      <a:pt x="26" y="58"/>
                    </a:lnTo>
                    <a:lnTo>
                      <a:pt x="30" y="54"/>
                    </a:lnTo>
                    <a:lnTo>
                      <a:pt x="30" y="50"/>
                    </a:lnTo>
                    <a:lnTo>
                      <a:pt x="30" y="46"/>
                    </a:lnTo>
                    <a:lnTo>
                      <a:pt x="30" y="42"/>
                    </a:lnTo>
                    <a:lnTo>
                      <a:pt x="30" y="38"/>
                    </a:lnTo>
                    <a:lnTo>
                      <a:pt x="26" y="38"/>
                    </a:lnTo>
                    <a:lnTo>
                      <a:pt x="26" y="34"/>
                    </a:lnTo>
                    <a:lnTo>
                      <a:pt x="26" y="30"/>
                    </a:lnTo>
                    <a:lnTo>
                      <a:pt x="22" y="30"/>
                    </a:lnTo>
                    <a:lnTo>
                      <a:pt x="26" y="28"/>
                    </a:lnTo>
                    <a:lnTo>
                      <a:pt x="26" y="24"/>
                    </a:lnTo>
                    <a:lnTo>
                      <a:pt x="30" y="24"/>
                    </a:lnTo>
                    <a:lnTo>
                      <a:pt x="30" y="20"/>
                    </a:lnTo>
                    <a:lnTo>
                      <a:pt x="34" y="20"/>
                    </a:lnTo>
                    <a:lnTo>
                      <a:pt x="38" y="20"/>
                    </a:lnTo>
                    <a:lnTo>
                      <a:pt x="42" y="20"/>
                    </a:lnTo>
                    <a:lnTo>
                      <a:pt x="42" y="16"/>
                    </a:lnTo>
                    <a:lnTo>
                      <a:pt x="44" y="16"/>
                    </a:lnTo>
                    <a:lnTo>
                      <a:pt x="48" y="16"/>
                    </a:lnTo>
                    <a:lnTo>
                      <a:pt x="48" y="12"/>
                    </a:lnTo>
                    <a:lnTo>
                      <a:pt x="44" y="12"/>
                    </a:lnTo>
                    <a:lnTo>
                      <a:pt x="42" y="12"/>
                    </a:lnTo>
                    <a:lnTo>
                      <a:pt x="44" y="12"/>
                    </a:lnTo>
                    <a:lnTo>
                      <a:pt x="42" y="8"/>
                    </a:lnTo>
                    <a:lnTo>
                      <a:pt x="42" y="4"/>
                    </a:lnTo>
                    <a:lnTo>
                      <a:pt x="44" y="4"/>
                    </a:lnTo>
                    <a:lnTo>
                      <a:pt x="44" y="0"/>
                    </a:lnTo>
                    <a:lnTo>
                      <a:pt x="48" y="4"/>
                    </a:lnTo>
                    <a:lnTo>
                      <a:pt x="48" y="8"/>
                    </a:lnTo>
                    <a:lnTo>
                      <a:pt x="48" y="12"/>
                    </a:lnTo>
                    <a:lnTo>
                      <a:pt x="52" y="16"/>
                    </a:lnTo>
                    <a:lnTo>
                      <a:pt x="56" y="16"/>
                    </a:lnTo>
                    <a:lnTo>
                      <a:pt x="56" y="12"/>
                    </a:lnTo>
                    <a:lnTo>
                      <a:pt x="60" y="16"/>
                    </a:lnTo>
                    <a:lnTo>
                      <a:pt x="64" y="16"/>
                    </a:lnTo>
                    <a:lnTo>
                      <a:pt x="68" y="20"/>
                    </a:lnTo>
                    <a:lnTo>
                      <a:pt x="72" y="24"/>
                    </a:lnTo>
                    <a:lnTo>
                      <a:pt x="72" y="28"/>
                    </a:lnTo>
                    <a:lnTo>
                      <a:pt x="72" y="30"/>
                    </a:lnTo>
                    <a:lnTo>
                      <a:pt x="74" y="30"/>
                    </a:lnTo>
                    <a:lnTo>
                      <a:pt x="78" y="30"/>
                    </a:lnTo>
                    <a:lnTo>
                      <a:pt x="82" y="30"/>
                    </a:lnTo>
                    <a:lnTo>
                      <a:pt x="86" y="30"/>
                    </a:lnTo>
                    <a:lnTo>
                      <a:pt x="90" y="30"/>
                    </a:lnTo>
                    <a:lnTo>
                      <a:pt x="98" y="30"/>
                    </a:lnTo>
                    <a:lnTo>
                      <a:pt x="98" y="30"/>
                    </a:lnTo>
                    <a:lnTo>
                      <a:pt x="98" y="30"/>
                    </a:lnTo>
                    <a:close/>
                    <a:moveTo>
                      <a:pt x="174" y="58"/>
                    </a:moveTo>
                    <a:lnTo>
                      <a:pt x="172" y="60"/>
                    </a:lnTo>
                    <a:lnTo>
                      <a:pt x="172" y="58"/>
                    </a:lnTo>
                    <a:lnTo>
                      <a:pt x="174" y="58"/>
                    </a:lnTo>
                    <a:lnTo>
                      <a:pt x="174" y="58"/>
                    </a:lnTo>
                    <a:lnTo>
                      <a:pt x="174" y="58"/>
                    </a:lnTo>
                    <a:close/>
                    <a:moveTo>
                      <a:pt x="174" y="60"/>
                    </a:moveTo>
                    <a:lnTo>
                      <a:pt x="172" y="60"/>
                    </a:lnTo>
                    <a:lnTo>
                      <a:pt x="174" y="58"/>
                    </a:lnTo>
                    <a:lnTo>
                      <a:pt x="174" y="60"/>
                    </a:lnTo>
                    <a:lnTo>
                      <a:pt x="174" y="60"/>
                    </a:lnTo>
                    <a:lnTo>
                      <a:pt x="174" y="60"/>
                    </a:lnTo>
                    <a:close/>
                    <a:moveTo>
                      <a:pt x="172" y="64"/>
                    </a:moveTo>
                    <a:lnTo>
                      <a:pt x="172" y="60"/>
                    </a:lnTo>
                    <a:lnTo>
                      <a:pt x="174" y="60"/>
                    </a:lnTo>
                    <a:lnTo>
                      <a:pt x="172" y="64"/>
                    </a:lnTo>
                    <a:lnTo>
                      <a:pt x="172" y="64"/>
                    </a:lnTo>
                    <a:lnTo>
                      <a:pt x="172" y="64"/>
                    </a:lnTo>
                    <a:close/>
                    <a:moveTo>
                      <a:pt x="174" y="64"/>
                    </a:moveTo>
                    <a:lnTo>
                      <a:pt x="174" y="60"/>
                    </a:lnTo>
                    <a:lnTo>
                      <a:pt x="174" y="64"/>
                    </a:lnTo>
                    <a:lnTo>
                      <a:pt x="174" y="64"/>
                    </a:lnTo>
                    <a:lnTo>
                      <a:pt x="174" y="64"/>
                    </a:lnTo>
                    <a:close/>
                    <a:moveTo>
                      <a:pt x="172" y="64"/>
                    </a:moveTo>
                    <a:lnTo>
                      <a:pt x="174" y="60"/>
                    </a:lnTo>
                    <a:lnTo>
                      <a:pt x="174" y="64"/>
                    </a:lnTo>
                    <a:lnTo>
                      <a:pt x="172" y="64"/>
                    </a:lnTo>
                    <a:lnTo>
                      <a:pt x="172" y="64"/>
                    </a:lnTo>
                    <a:lnTo>
                      <a:pt x="172" y="64"/>
                    </a:lnTo>
                    <a:close/>
                    <a:moveTo>
                      <a:pt x="172" y="64"/>
                    </a:moveTo>
                    <a:lnTo>
                      <a:pt x="174" y="64"/>
                    </a:lnTo>
                    <a:lnTo>
                      <a:pt x="172" y="64"/>
                    </a:lnTo>
                    <a:lnTo>
                      <a:pt x="172" y="64"/>
                    </a:lnTo>
                    <a:lnTo>
                      <a:pt x="172" y="64"/>
                    </a:lnTo>
                    <a:close/>
                    <a:moveTo>
                      <a:pt x="172" y="68"/>
                    </a:moveTo>
                    <a:lnTo>
                      <a:pt x="168" y="68"/>
                    </a:lnTo>
                    <a:lnTo>
                      <a:pt x="168" y="64"/>
                    </a:lnTo>
                    <a:lnTo>
                      <a:pt x="164" y="64"/>
                    </a:lnTo>
                    <a:lnTo>
                      <a:pt x="168" y="64"/>
                    </a:lnTo>
                    <a:lnTo>
                      <a:pt x="172" y="64"/>
                    </a:lnTo>
                    <a:lnTo>
                      <a:pt x="168" y="64"/>
                    </a:lnTo>
                    <a:lnTo>
                      <a:pt x="172" y="64"/>
                    </a:lnTo>
                    <a:lnTo>
                      <a:pt x="172" y="68"/>
                    </a:lnTo>
                    <a:lnTo>
                      <a:pt x="172" y="68"/>
                    </a:lnTo>
                    <a:lnTo>
                      <a:pt x="172" y="68"/>
                    </a:lnTo>
                    <a:close/>
                    <a:moveTo>
                      <a:pt x="130" y="28"/>
                    </a:moveTo>
                    <a:lnTo>
                      <a:pt x="130" y="24"/>
                    </a:lnTo>
                    <a:lnTo>
                      <a:pt x="126" y="24"/>
                    </a:lnTo>
                    <a:lnTo>
                      <a:pt x="130" y="24"/>
                    </a:lnTo>
                    <a:lnTo>
                      <a:pt x="130" y="20"/>
                    </a:lnTo>
                    <a:lnTo>
                      <a:pt x="134" y="20"/>
                    </a:lnTo>
                    <a:lnTo>
                      <a:pt x="134" y="24"/>
                    </a:lnTo>
                    <a:lnTo>
                      <a:pt x="130" y="24"/>
                    </a:lnTo>
                    <a:lnTo>
                      <a:pt x="130" y="28"/>
                    </a:lnTo>
                    <a:lnTo>
                      <a:pt x="130" y="28"/>
                    </a:lnTo>
                    <a:lnTo>
                      <a:pt x="130" y="28"/>
                    </a:lnTo>
                    <a:close/>
                    <a:moveTo>
                      <a:pt x="112" y="28"/>
                    </a:moveTo>
                    <a:lnTo>
                      <a:pt x="112" y="24"/>
                    </a:lnTo>
                    <a:lnTo>
                      <a:pt x="116" y="24"/>
                    </a:lnTo>
                    <a:lnTo>
                      <a:pt x="112" y="28"/>
                    </a:lnTo>
                    <a:lnTo>
                      <a:pt x="112" y="28"/>
                    </a:lnTo>
                    <a:lnTo>
                      <a:pt x="112" y="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7" name="Freeform 191"/>
              <p:cNvSpPr>
                <a:spLocks noEditPoints="1"/>
              </p:cNvSpPr>
              <p:nvPr/>
            </p:nvSpPr>
            <p:spPr bwMode="gray">
              <a:xfrm>
                <a:off x="2111046" y="5041424"/>
                <a:ext cx="1057475" cy="1283558"/>
              </a:xfrm>
              <a:custGeom>
                <a:avLst/>
                <a:gdLst>
                  <a:gd name="T0" fmla="*/ 514 w 608"/>
                  <a:gd name="T1" fmla="*/ 444 h 738"/>
                  <a:gd name="T2" fmla="*/ 504 w 608"/>
                  <a:gd name="T3" fmla="*/ 366 h 738"/>
                  <a:gd name="T4" fmla="*/ 532 w 608"/>
                  <a:gd name="T5" fmla="*/ 280 h 738"/>
                  <a:gd name="T6" fmla="*/ 544 w 608"/>
                  <a:gd name="T7" fmla="*/ 180 h 738"/>
                  <a:gd name="T8" fmla="*/ 552 w 608"/>
                  <a:gd name="T9" fmla="*/ 94 h 738"/>
                  <a:gd name="T10" fmla="*/ 570 w 608"/>
                  <a:gd name="T11" fmla="*/ 16 h 738"/>
                  <a:gd name="T12" fmla="*/ 600 w 608"/>
                  <a:gd name="T13" fmla="*/ 98 h 738"/>
                  <a:gd name="T14" fmla="*/ 566 w 608"/>
                  <a:gd name="T15" fmla="*/ 190 h 738"/>
                  <a:gd name="T16" fmla="*/ 556 w 608"/>
                  <a:gd name="T17" fmla="*/ 284 h 738"/>
                  <a:gd name="T18" fmla="*/ 540 w 608"/>
                  <a:gd name="T19" fmla="*/ 374 h 738"/>
                  <a:gd name="T20" fmla="*/ 526 w 608"/>
                  <a:gd name="T21" fmla="*/ 460 h 738"/>
                  <a:gd name="T22" fmla="*/ 536 w 608"/>
                  <a:gd name="T23" fmla="*/ 516 h 738"/>
                  <a:gd name="T24" fmla="*/ 514 w 608"/>
                  <a:gd name="T25" fmla="*/ 596 h 738"/>
                  <a:gd name="T26" fmla="*/ 560 w 608"/>
                  <a:gd name="T27" fmla="*/ 656 h 738"/>
                  <a:gd name="T28" fmla="*/ 526 w 608"/>
                  <a:gd name="T29" fmla="*/ 686 h 738"/>
                  <a:gd name="T30" fmla="*/ 518 w 608"/>
                  <a:gd name="T31" fmla="*/ 682 h 738"/>
                  <a:gd name="T32" fmla="*/ 510 w 608"/>
                  <a:gd name="T33" fmla="*/ 668 h 738"/>
                  <a:gd name="T34" fmla="*/ 518 w 608"/>
                  <a:gd name="T35" fmla="*/ 656 h 738"/>
                  <a:gd name="T36" fmla="*/ 506 w 608"/>
                  <a:gd name="T37" fmla="*/ 652 h 738"/>
                  <a:gd name="T38" fmla="*/ 492 w 608"/>
                  <a:gd name="T39" fmla="*/ 620 h 738"/>
                  <a:gd name="T40" fmla="*/ 500 w 608"/>
                  <a:gd name="T41" fmla="*/ 600 h 738"/>
                  <a:gd name="T42" fmla="*/ 506 w 608"/>
                  <a:gd name="T43" fmla="*/ 570 h 738"/>
                  <a:gd name="T44" fmla="*/ 488 w 608"/>
                  <a:gd name="T45" fmla="*/ 542 h 738"/>
                  <a:gd name="T46" fmla="*/ 496 w 608"/>
                  <a:gd name="T47" fmla="*/ 538 h 738"/>
                  <a:gd name="T48" fmla="*/ 510 w 608"/>
                  <a:gd name="T49" fmla="*/ 516 h 738"/>
                  <a:gd name="T50" fmla="*/ 476 w 608"/>
                  <a:gd name="T51" fmla="*/ 590 h 738"/>
                  <a:gd name="T52" fmla="*/ 484 w 608"/>
                  <a:gd name="T53" fmla="*/ 534 h 738"/>
                  <a:gd name="T54" fmla="*/ 500 w 608"/>
                  <a:gd name="T55" fmla="*/ 642 h 738"/>
                  <a:gd name="T56" fmla="*/ 506 w 608"/>
                  <a:gd name="T57" fmla="*/ 470 h 738"/>
                  <a:gd name="T58" fmla="*/ 506 w 608"/>
                  <a:gd name="T59" fmla="*/ 470 h 738"/>
                  <a:gd name="T60" fmla="*/ 504 w 608"/>
                  <a:gd name="T61" fmla="*/ 494 h 738"/>
                  <a:gd name="T62" fmla="*/ 514 w 608"/>
                  <a:gd name="T63" fmla="*/ 508 h 738"/>
                  <a:gd name="T64" fmla="*/ 500 w 608"/>
                  <a:gd name="T65" fmla="*/ 504 h 738"/>
                  <a:gd name="T66" fmla="*/ 496 w 608"/>
                  <a:gd name="T67" fmla="*/ 512 h 738"/>
                  <a:gd name="T68" fmla="*/ 504 w 608"/>
                  <a:gd name="T69" fmla="*/ 520 h 738"/>
                  <a:gd name="T70" fmla="*/ 500 w 608"/>
                  <a:gd name="T71" fmla="*/ 526 h 738"/>
                  <a:gd name="T72" fmla="*/ 492 w 608"/>
                  <a:gd name="T73" fmla="*/ 556 h 738"/>
                  <a:gd name="T74" fmla="*/ 488 w 608"/>
                  <a:gd name="T75" fmla="*/ 574 h 738"/>
                  <a:gd name="T76" fmla="*/ 496 w 608"/>
                  <a:gd name="T77" fmla="*/ 574 h 738"/>
                  <a:gd name="T78" fmla="*/ 500 w 608"/>
                  <a:gd name="T79" fmla="*/ 578 h 738"/>
                  <a:gd name="T80" fmla="*/ 488 w 608"/>
                  <a:gd name="T81" fmla="*/ 604 h 738"/>
                  <a:gd name="T82" fmla="*/ 484 w 608"/>
                  <a:gd name="T83" fmla="*/ 590 h 738"/>
                  <a:gd name="T84" fmla="*/ 480 w 608"/>
                  <a:gd name="T85" fmla="*/ 608 h 738"/>
                  <a:gd name="T86" fmla="*/ 488 w 608"/>
                  <a:gd name="T87" fmla="*/ 624 h 738"/>
                  <a:gd name="T88" fmla="*/ 492 w 608"/>
                  <a:gd name="T89" fmla="*/ 630 h 738"/>
                  <a:gd name="T90" fmla="*/ 492 w 608"/>
                  <a:gd name="T91" fmla="*/ 642 h 738"/>
                  <a:gd name="T92" fmla="*/ 484 w 608"/>
                  <a:gd name="T93" fmla="*/ 656 h 738"/>
                  <a:gd name="T94" fmla="*/ 500 w 608"/>
                  <a:gd name="T95" fmla="*/ 650 h 738"/>
                  <a:gd name="T96" fmla="*/ 496 w 608"/>
                  <a:gd name="T97" fmla="*/ 664 h 738"/>
                  <a:gd name="T98" fmla="*/ 552 w 608"/>
                  <a:gd name="T99" fmla="*/ 712 h 738"/>
                  <a:gd name="T100" fmla="*/ 540 w 608"/>
                  <a:gd name="T101" fmla="*/ 706 h 738"/>
                  <a:gd name="T102" fmla="*/ 562 w 608"/>
                  <a:gd name="T103" fmla="*/ 702 h 738"/>
                  <a:gd name="T104" fmla="*/ 578 w 608"/>
                  <a:gd name="T105" fmla="*/ 686 h 738"/>
                  <a:gd name="T106" fmla="*/ 504 w 608"/>
                  <a:gd name="T107" fmla="*/ 676 h 738"/>
                  <a:gd name="T108" fmla="*/ 522 w 608"/>
                  <a:gd name="T109" fmla="*/ 690 h 738"/>
                  <a:gd name="T110" fmla="*/ 548 w 608"/>
                  <a:gd name="T111" fmla="*/ 690 h 738"/>
                  <a:gd name="T112" fmla="*/ 544 w 608"/>
                  <a:gd name="T113" fmla="*/ 706 h 738"/>
                  <a:gd name="T114" fmla="*/ 522 w 608"/>
                  <a:gd name="T115" fmla="*/ 706 h 738"/>
                  <a:gd name="T116" fmla="*/ 548 w 608"/>
                  <a:gd name="T117" fmla="*/ 724 h 738"/>
                  <a:gd name="T118" fmla="*/ 556 w 608"/>
                  <a:gd name="T119" fmla="*/ 720 h 738"/>
                  <a:gd name="T120" fmla="*/ 578 w 608"/>
                  <a:gd name="T121" fmla="*/ 716 h 738"/>
                  <a:gd name="T122" fmla="*/ 596 w 608"/>
                  <a:gd name="T123" fmla="*/ 724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08" h="738">
                    <a:moveTo>
                      <a:pt x="514" y="486"/>
                    </a:moveTo>
                    <a:lnTo>
                      <a:pt x="514" y="482"/>
                    </a:lnTo>
                    <a:lnTo>
                      <a:pt x="514" y="478"/>
                    </a:lnTo>
                    <a:lnTo>
                      <a:pt x="514" y="474"/>
                    </a:lnTo>
                    <a:lnTo>
                      <a:pt x="514" y="470"/>
                    </a:lnTo>
                    <a:lnTo>
                      <a:pt x="518" y="470"/>
                    </a:lnTo>
                    <a:lnTo>
                      <a:pt x="518" y="474"/>
                    </a:lnTo>
                    <a:lnTo>
                      <a:pt x="518" y="470"/>
                    </a:lnTo>
                    <a:lnTo>
                      <a:pt x="518" y="466"/>
                    </a:lnTo>
                    <a:lnTo>
                      <a:pt x="518" y="464"/>
                    </a:lnTo>
                    <a:lnTo>
                      <a:pt x="522" y="464"/>
                    </a:lnTo>
                    <a:lnTo>
                      <a:pt x="518" y="464"/>
                    </a:lnTo>
                    <a:lnTo>
                      <a:pt x="518" y="460"/>
                    </a:lnTo>
                    <a:lnTo>
                      <a:pt x="518" y="456"/>
                    </a:lnTo>
                    <a:lnTo>
                      <a:pt x="522" y="456"/>
                    </a:lnTo>
                    <a:lnTo>
                      <a:pt x="522" y="460"/>
                    </a:lnTo>
                    <a:lnTo>
                      <a:pt x="522" y="456"/>
                    </a:lnTo>
                    <a:lnTo>
                      <a:pt x="522" y="452"/>
                    </a:lnTo>
                    <a:lnTo>
                      <a:pt x="518" y="452"/>
                    </a:lnTo>
                    <a:lnTo>
                      <a:pt x="514" y="452"/>
                    </a:lnTo>
                    <a:lnTo>
                      <a:pt x="518" y="452"/>
                    </a:lnTo>
                    <a:lnTo>
                      <a:pt x="518" y="448"/>
                    </a:lnTo>
                    <a:lnTo>
                      <a:pt x="522" y="448"/>
                    </a:lnTo>
                    <a:lnTo>
                      <a:pt x="522" y="444"/>
                    </a:lnTo>
                    <a:lnTo>
                      <a:pt x="526" y="444"/>
                    </a:lnTo>
                    <a:lnTo>
                      <a:pt x="526" y="440"/>
                    </a:lnTo>
                    <a:lnTo>
                      <a:pt x="522" y="440"/>
                    </a:lnTo>
                    <a:lnTo>
                      <a:pt x="522" y="444"/>
                    </a:lnTo>
                    <a:lnTo>
                      <a:pt x="518" y="444"/>
                    </a:lnTo>
                    <a:lnTo>
                      <a:pt x="518" y="440"/>
                    </a:lnTo>
                    <a:lnTo>
                      <a:pt x="514" y="440"/>
                    </a:lnTo>
                    <a:lnTo>
                      <a:pt x="514" y="444"/>
                    </a:lnTo>
                    <a:lnTo>
                      <a:pt x="510" y="448"/>
                    </a:lnTo>
                    <a:lnTo>
                      <a:pt x="506" y="448"/>
                    </a:lnTo>
                    <a:lnTo>
                      <a:pt x="504" y="448"/>
                    </a:lnTo>
                    <a:lnTo>
                      <a:pt x="504" y="444"/>
                    </a:lnTo>
                    <a:lnTo>
                      <a:pt x="506" y="444"/>
                    </a:lnTo>
                    <a:lnTo>
                      <a:pt x="506" y="440"/>
                    </a:lnTo>
                    <a:lnTo>
                      <a:pt x="506" y="444"/>
                    </a:lnTo>
                    <a:lnTo>
                      <a:pt x="504" y="444"/>
                    </a:lnTo>
                    <a:lnTo>
                      <a:pt x="504" y="440"/>
                    </a:lnTo>
                    <a:lnTo>
                      <a:pt x="504" y="438"/>
                    </a:lnTo>
                    <a:lnTo>
                      <a:pt x="500" y="438"/>
                    </a:lnTo>
                    <a:lnTo>
                      <a:pt x="500" y="434"/>
                    </a:lnTo>
                    <a:lnTo>
                      <a:pt x="500" y="430"/>
                    </a:lnTo>
                    <a:lnTo>
                      <a:pt x="504" y="426"/>
                    </a:lnTo>
                    <a:lnTo>
                      <a:pt x="504" y="422"/>
                    </a:lnTo>
                    <a:lnTo>
                      <a:pt x="504" y="414"/>
                    </a:lnTo>
                    <a:lnTo>
                      <a:pt x="504" y="410"/>
                    </a:lnTo>
                    <a:lnTo>
                      <a:pt x="506" y="410"/>
                    </a:lnTo>
                    <a:lnTo>
                      <a:pt x="510" y="410"/>
                    </a:lnTo>
                    <a:lnTo>
                      <a:pt x="510" y="408"/>
                    </a:lnTo>
                    <a:lnTo>
                      <a:pt x="510" y="404"/>
                    </a:lnTo>
                    <a:lnTo>
                      <a:pt x="510" y="400"/>
                    </a:lnTo>
                    <a:lnTo>
                      <a:pt x="510" y="396"/>
                    </a:lnTo>
                    <a:lnTo>
                      <a:pt x="510" y="392"/>
                    </a:lnTo>
                    <a:lnTo>
                      <a:pt x="506" y="388"/>
                    </a:lnTo>
                    <a:lnTo>
                      <a:pt x="506" y="384"/>
                    </a:lnTo>
                    <a:lnTo>
                      <a:pt x="506" y="380"/>
                    </a:lnTo>
                    <a:lnTo>
                      <a:pt x="506" y="378"/>
                    </a:lnTo>
                    <a:lnTo>
                      <a:pt x="506" y="374"/>
                    </a:lnTo>
                    <a:lnTo>
                      <a:pt x="506" y="370"/>
                    </a:lnTo>
                    <a:lnTo>
                      <a:pt x="504" y="370"/>
                    </a:lnTo>
                    <a:lnTo>
                      <a:pt x="504" y="366"/>
                    </a:lnTo>
                    <a:lnTo>
                      <a:pt x="506" y="366"/>
                    </a:lnTo>
                    <a:lnTo>
                      <a:pt x="506" y="362"/>
                    </a:lnTo>
                    <a:lnTo>
                      <a:pt x="504" y="362"/>
                    </a:lnTo>
                    <a:lnTo>
                      <a:pt x="506" y="358"/>
                    </a:lnTo>
                    <a:lnTo>
                      <a:pt x="510" y="358"/>
                    </a:lnTo>
                    <a:lnTo>
                      <a:pt x="510" y="354"/>
                    </a:lnTo>
                    <a:lnTo>
                      <a:pt x="510" y="352"/>
                    </a:lnTo>
                    <a:lnTo>
                      <a:pt x="514" y="352"/>
                    </a:lnTo>
                    <a:lnTo>
                      <a:pt x="514" y="348"/>
                    </a:lnTo>
                    <a:lnTo>
                      <a:pt x="514" y="344"/>
                    </a:lnTo>
                    <a:lnTo>
                      <a:pt x="518" y="344"/>
                    </a:lnTo>
                    <a:lnTo>
                      <a:pt x="518" y="340"/>
                    </a:lnTo>
                    <a:lnTo>
                      <a:pt x="518" y="336"/>
                    </a:lnTo>
                    <a:lnTo>
                      <a:pt x="518" y="332"/>
                    </a:lnTo>
                    <a:lnTo>
                      <a:pt x="522" y="332"/>
                    </a:lnTo>
                    <a:lnTo>
                      <a:pt x="518" y="328"/>
                    </a:lnTo>
                    <a:lnTo>
                      <a:pt x="522" y="328"/>
                    </a:lnTo>
                    <a:lnTo>
                      <a:pt x="522" y="324"/>
                    </a:lnTo>
                    <a:lnTo>
                      <a:pt x="522" y="322"/>
                    </a:lnTo>
                    <a:lnTo>
                      <a:pt x="526" y="322"/>
                    </a:lnTo>
                    <a:lnTo>
                      <a:pt x="526" y="318"/>
                    </a:lnTo>
                    <a:lnTo>
                      <a:pt x="526" y="314"/>
                    </a:lnTo>
                    <a:lnTo>
                      <a:pt x="530" y="310"/>
                    </a:lnTo>
                    <a:lnTo>
                      <a:pt x="530" y="306"/>
                    </a:lnTo>
                    <a:lnTo>
                      <a:pt x="530" y="302"/>
                    </a:lnTo>
                    <a:lnTo>
                      <a:pt x="530" y="298"/>
                    </a:lnTo>
                    <a:lnTo>
                      <a:pt x="530" y="296"/>
                    </a:lnTo>
                    <a:lnTo>
                      <a:pt x="532" y="296"/>
                    </a:lnTo>
                    <a:lnTo>
                      <a:pt x="532" y="292"/>
                    </a:lnTo>
                    <a:lnTo>
                      <a:pt x="532" y="288"/>
                    </a:lnTo>
                    <a:lnTo>
                      <a:pt x="532" y="284"/>
                    </a:lnTo>
                    <a:lnTo>
                      <a:pt x="532" y="280"/>
                    </a:lnTo>
                    <a:lnTo>
                      <a:pt x="536" y="276"/>
                    </a:lnTo>
                    <a:lnTo>
                      <a:pt x="536" y="272"/>
                    </a:lnTo>
                    <a:lnTo>
                      <a:pt x="536" y="268"/>
                    </a:lnTo>
                    <a:lnTo>
                      <a:pt x="536" y="266"/>
                    </a:lnTo>
                    <a:lnTo>
                      <a:pt x="536" y="262"/>
                    </a:lnTo>
                    <a:lnTo>
                      <a:pt x="536" y="258"/>
                    </a:lnTo>
                    <a:lnTo>
                      <a:pt x="532" y="254"/>
                    </a:lnTo>
                    <a:lnTo>
                      <a:pt x="532" y="250"/>
                    </a:lnTo>
                    <a:lnTo>
                      <a:pt x="532" y="246"/>
                    </a:lnTo>
                    <a:lnTo>
                      <a:pt x="532" y="242"/>
                    </a:lnTo>
                    <a:lnTo>
                      <a:pt x="532" y="238"/>
                    </a:lnTo>
                    <a:lnTo>
                      <a:pt x="532" y="236"/>
                    </a:lnTo>
                    <a:lnTo>
                      <a:pt x="532" y="232"/>
                    </a:lnTo>
                    <a:lnTo>
                      <a:pt x="532" y="228"/>
                    </a:lnTo>
                    <a:lnTo>
                      <a:pt x="532" y="232"/>
                    </a:lnTo>
                    <a:lnTo>
                      <a:pt x="536" y="232"/>
                    </a:lnTo>
                    <a:lnTo>
                      <a:pt x="536" y="228"/>
                    </a:lnTo>
                    <a:lnTo>
                      <a:pt x="536" y="224"/>
                    </a:lnTo>
                    <a:lnTo>
                      <a:pt x="536" y="220"/>
                    </a:lnTo>
                    <a:lnTo>
                      <a:pt x="536" y="216"/>
                    </a:lnTo>
                    <a:lnTo>
                      <a:pt x="536" y="212"/>
                    </a:lnTo>
                    <a:lnTo>
                      <a:pt x="536" y="210"/>
                    </a:lnTo>
                    <a:lnTo>
                      <a:pt x="536" y="206"/>
                    </a:lnTo>
                    <a:lnTo>
                      <a:pt x="536" y="202"/>
                    </a:lnTo>
                    <a:lnTo>
                      <a:pt x="536" y="198"/>
                    </a:lnTo>
                    <a:lnTo>
                      <a:pt x="540" y="198"/>
                    </a:lnTo>
                    <a:lnTo>
                      <a:pt x="540" y="194"/>
                    </a:lnTo>
                    <a:lnTo>
                      <a:pt x="540" y="190"/>
                    </a:lnTo>
                    <a:lnTo>
                      <a:pt x="540" y="186"/>
                    </a:lnTo>
                    <a:lnTo>
                      <a:pt x="540" y="182"/>
                    </a:lnTo>
                    <a:lnTo>
                      <a:pt x="544" y="182"/>
                    </a:lnTo>
                    <a:lnTo>
                      <a:pt x="544" y="180"/>
                    </a:lnTo>
                    <a:lnTo>
                      <a:pt x="544" y="176"/>
                    </a:lnTo>
                    <a:lnTo>
                      <a:pt x="544" y="172"/>
                    </a:lnTo>
                    <a:lnTo>
                      <a:pt x="544" y="168"/>
                    </a:lnTo>
                    <a:lnTo>
                      <a:pt x="544" y="164"/>
                    </a:lnTo>
                    <a:lnTo>
                      <a:pt x="548" y="164"/>
                    </a:lnTo>
                    <a:lnTo>
                      <a:pt x="548" y="160"/>
                    </a:lnTo>
                    <a:lnTo>
                      <a:pt x="548" y="158"/>
                    </a:lnTo>
                    <a:lnTo>
                      <a:pt x="548" y="154"/>
                    </a:lnTo>
                    <a:lnTo>
                      <a:pt x="548" y="150"/>
                    </a:lnTo>
                    <a:lnTo>
                      <a:pt x="548" y="146"/>
                    </a:lnTo>
                    <a:lnTo>
                      <a:pt x="548" y="142"/>
                    </a:lnTo>
                    <a:lnTo>
                      <a:pt x="552" y="142"/>
                    </a:lnTo>
                    <a:lnTo>
                      <a:pt x="552" y="138"/>
                    </a:lnTo>
                    <a:lnTo>
                      <a:pt x="548" y="136"/>
                    </a:lnTo>
                    <a:lnTo>
                      <a:pt x="548" y="132"/>
                    </a:lnTo>
                    <a:lnTo>
                      <a:pt x="548" y="128"/>
                    </a:lnTo>
                    <a:lnTo>
                      <a:pt x="548" y="124"/>
                    </a:lnTo>
                    <a:lnTo>
                      <a:pt x="548" y="120"/>
                    </a:lnTo>
                    <a:lnTo>
                      <a:pt x="548" y="116"/>
                    </a:lnTo>
                    <a:lnTo>
                      <a:pt x="548" y="112"/>
                    </a:lnTo>
                    <a:lnTo>
                      <a:pt x="552" y="112"/>
                    </a:lnTo>
                    <a:lnTo>
                      <a:pt x="552" y="110"/>
                    </a:lnTo>
                    <a:lnTo>
                      <a:pt x="552" y="106"/>
                    </a:lnTo>
                    <a:lnTo>
                      <a:pt x="548" y="106"/>
                    </a:lnTo>
                    <a:lnTo>
                      <a:pt x="548" y="110"/>
                    </a:lnTo>
                    <a:lnTo>
                      <a:pt x="548" y="106"/>
                    </a:lnTo>
                    <a:lnTo>
                      <a:pt x="548" y="102"/>
                    </a:lnTo>
                    <a:lnTo>
                      <a:pt x="548" y="98"/>
                    </a:lnTo>
                    <a:lnTo>
                      <a:pt x="548" y="102"/>
                    </a:lnTo>
                    <a:lnTo>
                      <a:pt x="552" y="102"/>
                    </a:lnTo>
                    <a:lnTo>
                      <a:pt x="552" y="98"/>
                    </a:lnTo>
                    <a:lnTo>
                      <a:pt x="552" y="94"/>
                    </a:lnTo>
                    <a:lnTo>
                      <a:pt x="552" y="90"/>
                    </a:lnTo>
                    <a:lnTo>
                      <a:pt x="552" y="86"/>
                    </a:lnTo>
                    <a:lnTo>
                      <a:pt x="556" y="82"/>
                    </a:lnTo>
                    <a:lnTo>
                      <a:pt x="556" y="76"/>
                    </a:lnTo>
                    <a:lnTo>
                      <a:pt x="556" y="72"/>
                    </a:lnTo>
                    <a:lnTo>
                      <a:pt x="556" y="68"/>
                    </a:lnTo>
                    <a:lnTo>
                      <a:pt x="556" y="64"/>
                    </a:lnTo>
                    <a:lnTo>
                      <a:pt x="556" y="60"/>
                    </a:lnTo>
                    <a:lnTo>
                      <a:pt x="556" y="52"/>
                    </a:lnTo>
                    <a:lnTo>
                      <a:pt x="556" y="50"/>
                    </a:lnTo>
                    <a:lnTo>
                      <a:pt x="556" y="46"/>
                    </a:lnTo>
                    <a:lnTo>
                      <a:pt x="556" y="42"/>
                    </a:lnTo>
                    <a:lnTo>
                      <a:pt x="556" y="38"/>
                    </a:lnTo>
                    <a:lnTo>
                      <a:pt x="552" y="34"/>
                    </a:lnTo>
                    <a:lnTo>
                      <a:pt x="552" y="30"/>
                    </a:lnTo>
                    <a:lnTo>
                      <a:pt x="552" y="26"/>
                    </a:lnTo>
                    <a:lnTo>
                      <a:pt x="552" y="24"/>
                    </a:lnTo>
                    <a:lnTo>
                      <a:pt x="552" y="20"/>
                    </a:lnTo>
                    <a:lnTo>
                      <a:pt x="552" y="16"/>
                    </a:lnTo>
                    <a:lnTo>
                      <a:pt x="556" y="16"/>
                    </a:lnTo>
                    <a:lnTo>
                      <a:pt x="560" y="16"/>
                    </a:lnTo>
                    <a:lnTo>
                      <a:pt x="560" y="12"/>
                    </a:lnTo>
                    <a:lnTo>
                      <a:pt x="560" y="8"/>
                    </a:lnTo>
                    <a:lnTo>
                      <a:pt x="560" y="4"/>
                    </a:lnTo>
                    <a:lnTo>
                      <a:pt x="562" y="4"/>
                    </a:lnTo>
                    <a:lnTo>
                      <a:pt x="562" y="0"/>
                    </a:lnTo>
                    <a:lnTo>
                      <a:pt x="562" y="4"/>
                    </a:lnTo>
                    <a:lnTo>
                      <a:pt x="566" y="4"/>
                    </a:lnTo>
                    <a:lnTo>
                      <a:pt x="566" y="8"/>
                    </a:lnTo>
                    <a:lnTo>
                      <a:pt x="566" y="12"/>
                    </a:lnTo>
                    <a:lnTo>
                      <a:pt x="570" y="12"/>
                    </a:lnTo>
                    <a:lnTo>
                      <a:pt x="570" y="16"/>
                    </a:lnTo>
                    <a:lnTo>
                      <a:pt x="570" y="20"/>
                    </a:lnTo>
                    <a:lnTo>
                      <a:pt x="570" y="24"/>
                    </a:lnTo>
                    <a:lnTo>
                      <a:pt x="570" y="26"/>
                    </a:lnTo>
                    <a:lnTo>
                      <a:pt x="574" y="30"/>
                    </a:lnTo>
                    <a:lnTo>
                      <a:pt x="574" y="34"/>
                    </a:lnTo>
                    <a:lnTo>
                      <a:pt x="578" y="34"/>
                    </a:lnTo>
                    <a:lnTo>
                      <a:pt x="578" y="38"/>
                    </a:lnTo>
                    <a:lnTo>
                      <a:pt x="574" y="42"/>
                    </a:lnTo>
                    <a:lnTo>
                      <a:pt x="578" y="42"/>
                    </a:lnTo>
                    <a:lnTo>
                      <a:pt x="578" y="46"/>
                    </a:lnTo>
                    <a:lnTo>
                      <a:pt x="574" y="46"/>
                    </a:lnTo>
                    <a:lnTo>
                      <a:pt x="574" y="50"/>
                    </a:lnTo>
                    <a:lnTo>
                      <a:pt x="574" y="52"/>
                    </a:lnTo>
                    <a:lnTo>
                      <a:pt x="574" y="56"/>
                    </a:lnTo>
                    <a:lnTo>
                      <a:pt x="578" y="56"/>
                    </a:lnTo>
                    <a:lnTo>
                      <a:pt x="578" y="60"/>
                    </a:lnTo>
                    <a:lnTo>
                      <a:pt x="578" y="64"/>
                    </a:lnTo>
                    <a:lnTo>
                      <a:pt x="578" y="60"/>
                    </a:lnTo>
                    <a:lnTo>
                      <a:pt x="582" y="68"/>
                    </a:lnTo>
                    <a:lnTo>
                      <a:pt x="582" y="76"/>
                    </a:lnTo>
                    <a:lnTo>
                      <a:pt x="586" y="76"/>
                    </a:lnTo>
                    <a:lnTo>
                      <a:pt x="586" y="80"/>
                    </a:lnTo>
                    <a:lnTo>
                      <a:pt x="586" y="82"/>
                    </a:lnTo>
                    <a:lnTo>
                      <a:pt x="586" y="86"/>
                    </a:lnTo>
                    <a:lnTo>
                      <a:pt x="586" y="90"/>
                    </a:lnTo>
                    <a:lnTo>
                      <a:pt x="590" y="90"/>
                    </a:lnTo>
                    <a:lnTo>
                      <a:pt x="586" y="94"/>
                    </a:lnTo>
                    <a:lnTo>
                      <a:pt x="590" y="98"/>
                    </a:lnTo>
                    <a:lnTo>
                      <a:pt x="592" y="98"/>
                    </a:lnTo>
                    <a:lnTo>
                      <a:pt x="596" y="94"/>
                    </a:lnTo>
                    <a:lnTo>
                      <a:pt x="596" y="98"/>
                    </a:lnTo>
                    <a:lnTo>
                      <a:pt x="600" y="98"/>
                    </a:lnTo>
                    <a:lnTo>
                      <a:pt x="600" y="102"/>
                    </a:lnTo>
                    <a:lnTo>
                      <a:pt x="596" y="102"/>
                    </a:lnTo>
                    <a:lnTo>
                      <a:pt x="596" y="106"/>
                    </a:lnTo>
                    <a:lnTo>
                      <a:pt x="596" y="110"/>
                    </a:lnTo>
                    <a:lnTo>
                      <a:pt x="596" y="112"/>
                    </a:lnTo>
                    <a:lnTo>
                      <a:pt x="592" y="116"/>
                    </a:lnTo>
                    <a:lnTo>
                      <a:pt x="592" y="120"/>
                    </a:lnTo>
                    <a:lnTo>
                      <a:pt x="590" y="120"/>
                    </a:lnTo>
                    <a:lnTo>
                      <a:pt x="586" y="120"/>
                    </a:lnTo>
                    <a:lnTo>
                      <a:pt x="582" y="124"/>
                    </a:lnTo>
                    <a:lnTo>
                      <a:pt x="578" y="124"/>
                    </a:lnTo>
                    <a:lnTo>
                      <a:pt x="578" y="128"/>
                    </a:lnTo>
                    <a:lnTo>
                      <a:pt x="578" y="132"/>
                    </a:lnTo>
                    <a:lnTo>
                      <a:pt x="582" y="136"/>
                    </a:lnTo>
                    <a:lnTo>
                      <a:pt x="578" y="138"/>
                    </a:lnTo>
                    <a:lnTo>
                      <a:pt x="578" y="142"/>
                    </a:lnTo>
                    <a:lnTo>
                      <a:pt x="578" y="146"/>
                    </a:lnTo>
                    <a:lnTo>
                      <a:pt x="578" y="150"/>
                    </a:lnTo>
                    <a:lnTo>
                      <a:pt x="578" y="154"/>
                    </a:lnTo>
                    <a:lnTo>
                      <a:pt x="578" y="158"/>
                    </a:lnTo>
                    <a:lnTo>
                      <a:pt x="578" y="160"/>
                    </a:lnTo>
                    <a:lnTo>
                      <a:pt x="578" y="164"/>
                    </a:lnTo>
                    <a:lnTo>
                      <a:pt x="582" y="168"/>
                    </a:lnTo>
                    <a:lnTo>
                      <a:pt x="582" y="172"/>
                    </a:lnTo>
                    <a:lnTo>
                      <a:pt x="578" y="172"/>
                    </a:lnTo>
                    <a:lnTo>
                      <a:pt x="574" y="172"/>
                    </a:lnTo>
                    <a:lnTo>
                      <a:pt x="574" y="176"/>
                    </a:lnTo>
                    <a:lnTo>
                      <a:pt x="570" y="180"/>
                    </a:lnTo>
                    <a:lnTo>
                      <a:pt x="570" y="182"/>
                    </a:lnTo>
                    <a:lnTo>
                      <a:pt x="570" y="186"/>
                    </a:lnTo>
                    <a:lnTo>
                      <a:pt x="566" y="186"/>
                    </a:lnTo>
                    <a:lnTo>
                      <a:pt x="566" y="190"/>
                    </a:lnTo>
                    <a:lnTo>
                      <a:pt x="562" y="194"/>
                    </a:lnTo>
                    <a:lnTo>
                      <a:pt x="562" y="198"/>
                    </a:lnTo>
                    <a:lnTo>
                      <a:pt x="560" y="198"/>
                    </a:lnTo>
                    <a:lnTo>
                      <a:pt x="560" y="202"/>
                    </a:lnTo>
                    <a:lnTo>
                      <a:pt x="560" y="206"/>
                    </a:lnTo>
                    <a:lnTo>
                      <a:pt x="560" y="210"/>
                    </a:lnTo>
                    <a:lnTo>
                      <a:pt x="556" y="212"/>
                    </a:lnTo>
                    <a:lnTo>
                      <a:pt x="556" y="216"/>
                    </a:lnTo>
                    <a:lnTo>
                      <a:pt x="560" y="216"/>
                    </a:lnTo>
                    <a:lnTo>
                      <a:pt x="556" y="216"/>
                    </a:lnTo>
                    <a:lnTo>
                      <a:pt x="560" y="220"/>
                    </a:lnTo>
                    <a:lnTo>
                      <a:pt x="560" y="224"/>
                    </a:lnTo>
                    <a:lnTo>
                      <a:pt x="560" y="228"/>
                    </a:lnTo>
                    <a:lnTo>
                      <a:pt x="560" y="232"/>
                    </a:lnTo>
                    <a:lnTo>
                      <a:pt x="556" y="232"/>
                    </a:lnTo>
                    <a:lnTo>
                      <a:pt x="556" y="236"/>
                    </a:lnTo>
                    <a:lnTo>
                      <a:pt x="552" y="236"/>
                    </a:lnTo>
                    <a:lnTo>
                      <a:pt x="552" y="238"/>
                    </a:lnTo>
                    <a:lnTo>
                      <a:pt x="552" y="242"/>
                    </a:lnTo>
                    <a:lnTo>
                      <a:pt x="552" y="246"/>
                    </a:lnTo>
                    <a:lnTo>
                      <a:pt x="548" y="246"/>
                    </a:lnTo>
                    <a:lnTo>
                      <a:pt x="548" y="250"/>
                    </a:lnTo>
                    <a:lnTo>
                      <a:pt x="548" y="254"/>
                    </a:lnTo>
                    <a:lnTo>
                      <a:pt x="552" y="258"/>
                    </a:lnTo>
                    <a:lnTo>
                      <a:pt x="552" y="262"/>
                    </a:lnTo>
                    <a:lnTo>
                      <a:pt x="552" y="266"/>
                    </a:lnTo>
                    <a:lnTo>
                      <a:pt x="552" y="268"/>
                    </a:lnTo>
                    <a:lnTo>
                      <a:pt x="556" y="268"/>
                    </a:lnTo>
                    <a:lnTo>
                      <a:pt x="556" y="272"/>
                    </a:lnTo>
                    <a:lnTo>
                      <a:pt x="556" y="276"/>
                    </a:lnTo>
                    <a:lnTo>
                      <a:pt x="556" y="280"/>
                    </a:lnTo>
                    <a:lnTo>
                      <a:pt x="556" y="284"/>
                    </a:lnTo>
                    <a:lnTo>
                      <a:pt x="560" y="284"/>
                    </a:lnTo>
                    <a:lnTo>
                      <a:pt x="560" y="288"/>
                    </a:lnTo>
                    <a:lnTo>
                      <a:pt x="560" y="292"/>
                    </a:lnTo>
                    <a:lnTo>
                      <a:pt x="560" y="296"/>
                    </a:lnTo>
                    <a:lnTo>
                      <a:pt x="560" y="298"/>
                    </a:lnTo>
                    <a:lnTo>
                      <a:pt x="560" y="302"/>
                    </a:lnTo>
                    <a:lnTo>
                      <a:pt x="556" y="302"/>
                    </a:lnTo>
                    <a:lnTo>
                      <a:pt x="556" y="306"/>
                    </a:lnTo>
                    <a:lnTo>
                      <a:pt x="556" y="310"/>
                    </a:lnTo>
                    <a:lnTo>
                      <a:pt x="552" y="310"/>
                    </a:lnTo>
                    <a:lnTo>
                      <a:pt x="552" y="314"/>
                    </a:lnTo>
                    <a:lnTo>
                      <a:pt x="552" y="318"/>
                    </a:lnTo>
                    <a:lnTo>
                      <a:pt x="552" y="322"/>
                    </a:lnTo>
                    <a:lnTo>
                      <a:pt x="548" y="322"/>
                    </a:lnTo>
                    <a:lnTo>
                      <a:pt x="548" y="324"/>
                    </a:lnTo>
                    <a:lnTo>
                      <a:pt x="552" y="324"/>
                    </a:lnTo>
                    <a:lnTo>
                      <a:pt x="552" y="328"/>
                    </a:lnTo>
                    <a:lnTo>
                      <a:pt x="552" y="332"/>
                    </a:lnTo>
                    <a:lnTo>
                      <a:pt x="552" y="336"/>
                    </a:lnTo>
                    <a:lnTo>
                      <a:pt x="552" y="340"/>
                    </a:lnTo>
                    <a:lnTo>
                      <a:pt x="548" y="340"/>
                    </a:lnTo>
                    <a:lnTo>
                      <a:pt x="548" y="344"/>
                    </a:lnTo>
                    <a:lnTo>
                      <a:pt x="544" y="348"/>
                    </a:lnTo>
                    <a:lnTo>
                      <a:pt x="544" y="344"/>
                    </a:lnTo>
                    <a:lnTo>
                      <a:pt x="540" y="348"/>
                    </a:lnTo>
                    <a:lnTo>
                      <a:pt x="540" y="352"/>
                    </a:lnTo>
                    <a:lnTo>
                      <a:pt x="540" y="354"/>
                    </a:lnTo>
                    <a:lnTo>
                      <a:pt x="540" y="358"/>
                    </a:lnTo>
                    <a:lnTo>
                      <a:pt x="540" y="362"/>
                    </a:lnTo>
                    <a:lnTo>
                      <a:pt x="540" y="366"/>
                    </a:lnTo>
                    <a:lnTo>
                      <a:pt x="540" y="370"/>
                    </a:lnTo>
                    <a:lnTo>
                      <a:pt x="540" y="374"/>
                    </a:lnTo>
                    <a:lnTo>
                      <a:pt x="544" y="378"/>
                    </a:lnTo>
                    <a:lnTo>
                      <a:pt x="544" y="380"/>
                    </a:lnTo>
                    <a:lnTo>
                      <a:pt x="544" y="384"/>
                    </a:lnTo>
                    <a:lnTo>
                      <a:pt x="544" y="388"/>
                    </a:lnTo>
                    <a:lnTo>
                      <a:pt x="540" y="388"/>
                    </a:lnTo>
                    <a:lnTo>
                      <a:pt x="540" y="392"/>
                    </a:lnTo>
                    <a:lnTo>
                      <a:pt x="536" y="392"/>
                    </a:lnTo>
                    <a:lnTo>
                      <a:pt x="536" y="396"/>
                    </a:lnTo>
                    <a:lnTo>
                      <a:pt x="536" y="400"/>
                    </a:lnTo>
                    <a:lnTo>
                      <a:pt x="536" y="404"/>
                    </a:lnTo>
                    <a:lnTo>
                      <a:pt x="536" y="408"/>
                    </a:lnTo>
                    <a:lnTo>
                      <a:pt x="532" y="408"/>
                    </a:lnTo>
                    <a:lnTo>
                      <a:pt x="532" y="404"/>
                    </a:lnTo>
                    <a:lnTo>
                      <a:pt x="532" y="408"/>
                    </a:lnTo>
                    <a:lnTo>
                      <a:pt x="532" y="410"/>
                    </a:lnTo>
                    <a:lnTo>
                      <a:pt x="532" y="414"/>
                    </a:lnTo>
                    <a:lnTo>
                      <a:pt x="530" y="418"/>
                    </a:lnTo>
                    <a:lnTo>
                      <a:pt x="532" y="418"/>
                    </a:lnTo>
                    <a:lnTo>
                      <a:pt x="532" y="422"/>
                    </a:lnTo>
                    <a:lnTo>
                      <a:pt x="530" y="422"/>
                    </a:lnTo>
                    <a:lnTo>
                      <a:pt x="530" y="426"/>
                    </a:lnTo>
                    <a:lnTo>
                      <a:pt x="530" y="430"/>
                    </a:lnTo>
                    <a:lnTo>
                      <a:pt x="530" y="434"/>
                    </a:lnTo>
                    <a:lnTo>
                      <a:pt x="530" y="438"/>
                    </a:lnTo>
                    <a:lnTo>
                      <a:pt x="530" y="440"/>
                    </a:lnTo>
                    <a:lnTo>
                      <a:pt x="530" y="444"/>
                    </a:lnTo>
                    <a:lnTo>
                      <a:pt x="530" y="448"/>
                    </a:lnTo>
                    <a:lnTo>
                      <a:pt x="532" y="448"/>
                    </a:lnTo>
                    <a:lnTo>
                      <a:pt x="532" y="452"/>
                    </a:lnTo>
                    <a:lnTo>
                      <a:pt x="532" y="456"/>
                    </a:lnTo>
                    <a:lnTo>
                      <a:pt x="530" y="456"/>
                    </a:lnTo>
                    <a:lnTo>
                      <a:pt x="526" y="460"/>
                    </a:lnTo>
                    <a:lnTo>
                      <a:pt x="530" y="460"/>
                    </a:lnTo>
                    <a:lnTo>
                      <a:pt x="526" y="464"/>
                    </a:lnTo>
                    <a:lnTo>
                      <a:pt x="526" y="466"/>
                    </a:lnTo>
                    <a:lnTo>
                      <a:pt x="526" y="470"/>
                    </a:lnTo>
                    <a:lnTo>
                      <a:pt x="526" y="474"/>
                    </a:lnTo>
                    <a:lnTo>
                      <a:pt x="530" y="474"/>
                    </a:lnTo>
                    <a:lnTo>
                      <a:pt x="532" y="474"/>
                    </a:lnTo>
                    <a:lnTo>
                      <a:pt x="532" y="478"/>
                    </a:lnTo>
                    <a:lnTo>
                      <a:pt x="530" y="478"/>
                    </a:lnTo>
                    <a:lnTo>
                      <a:pt x="530" y="482"/>
                    </a:lnTo>
                    <a:lnTo>
                      <a:pt x="532" y="482"/>
                    </a:lnTo>
                    <a:lnTo>
                      <a:pt x="532" y="486"/>
                    </a:lnTo>
                    <a:lnTo>
                      <a:pt x="532" y="490"/>
                    </a:lnTo>
                    <a:lnTo>
                      <a:pt x="532" y="494"/>
                    </a:lnTo>
                    <a:lnTo>
                      <a:pt x="530" y="494"/>
                    </a:lnTo>
                    <a:lnTo>
                      <a:pt x="532" y="496"/>
                    </a:lnTo>
                    <a:lnTo>
                      <a:pt x="530" y="496"/>
                    </a:lnTo>
                    <a:lnTo>
                      <a:pt x="530" y="500"/>
                    </a:lnTo>
                    <a:lnTo>
                      <a:pt x="532" y="500"/>
                    </a:lnTo>
                    <a:lnTo>
                      <a:pt x="536" y="500"/>
                    </a:lnTo>
                    <a:lnTo>
                      <a:pt x="540" y="500"/>
                    </a:lnTo>
                    <a:lnTo>
                      <a:pt x="540" y="504"/>
                    </a:lnTo>
                    <a:lnTo>
                      <a:pt x="540" y="508"/>
                    </a:lnTo>
                    <a:lnTo>
                      <a:pt x="536" y="508"/>
                    </a:lnTo>
                    <a:lnTo>
                      <a:pt x="532" y="508"/>
                    </a:lnTo>
                    <a:lnTo>
                      <a:pt x="530" y="508"/>
                    </a:lnTo>
                    <a:lnTo>
                      <a:pt x="526" y="508"/>
                    </a:lnTo>
                    <a:lnTo>
                      <a:pt x="530" y="508"/>
                    </a:lnTo>
                    <a:lnTo>
                      <a:pt x="530" y="512"/>
                    </a:lnTo>
                    <a:lnTo>
                      <a:pt x="532" y="512"/>
                    </a:lnTo>
                    <a:lnTo>
                      <a:pt x="536" y="512"/>
                    </a:lnTo>
                    <a:lnTo>
                      <a:pt x="536" y="516"/>
                    </a:lnTo>
                    <a:lnTo>
                      <a:pt x="536" y="520"/>
                    </a:lnTo>
                    <a:lnTo>
                      <a:pt x="532" y="524"/>
                    </a:lnTo>
                    <a:lnTo>
                      <a:pt x="532" y="526"/>
                    </a:lnTo>
                    <a:lnTo>
                      <a:pt x="532" y="530"/>
                    </a:lnTo>
                    <a:lnTo>
                      <a:pt x="532" y="534"/>
                    </a:lnTo>
                    <a:lnTo>
                      <a:pt x="530" y="534"/>
                    </a:lnTo>
                    <a:lnTo>
                      <a:pt x="532" y="534"/>
                    </a:lnTo>
                    <a:lnTo>
                      <a:pt x="532" y="538"/>
                    </a:lnTo>
                    <a:lnTo>
                      <a:pt x="532" y="542"/>
                    </a:lnTo>
                    <a:lnTo>
                      <a:pt x="532" y="546"/>
                    </a:lnTo>
                    <a:lnTo>
                      <a:pt x="530" y="550"/>
                    </a:lnTo>
                    <a:lnTo>
                      <a:pt x="530" y="552"/>
                    </a:lnTo>
                    <a:lnTo>
                      <a:pt x="530" y="556"/>
                    </a:lnTo>
                    <a:lnTo>
                      <a:pt x="526" y="560"/>
                    </a:lnTo>
                    <a:lnTo>
                      <a:pt x="522" y="560"/>
                    </a:lnTo>
                    <a:lnTo>
                      <a:pt x="526" y="564"/>
                    </a:lnTo>
                    <a:lnTo>
                      <a:pt x="522" y="564"/>
                    </a:lnTo>
                    <a:lnTo>
                      <a:pt x="522" y="566"/>
                    </a:lnTo>
                    <a:lnTo>
                      <a:pt x="522" y="570"/>
                    </a:lnTo>
                    <a:lnTo>
                      <a:pt x="526" y="574"/>
                    </a:lnTo>
                    <a:lnTo>
                      <a:pt x="526" y="578"/>
                    </a:lnTo>
                    <a:lnTo>
                      <a:pt x="522" y="578"/>
                    </a:lnTo>
                    <a:lnTo>
                      <a:pt x="522" y="582"/>
                    </a:lnTo>
                    <a:lnTo>
                      <a:pt x="518" y="582"/>
                    </a:lnTo>
                    <a:lnTo>
                      <a:pt x="522" y="582"/>
                    </a:lnTo>
                    <a:lnTo>
                      <a:pt x="522" y="586"/>
                    </a:lnTo>
                    <a:lnTo>
                      <a:pt x="522" y="590"/>
                    </a:lnTo>
                    <a:lnTo>
                      <a:pt x="518" y="590"/>
                    </a:lnTo>
                    <a:lnTo>
                      <a:pt x="514" y="590"/>
                    </a:lnTo>
                    <a:lnTo>
                      <a:pt x="514" y="594"/>
                    </a:lnTo>
                    <a:lnTo>
                      <a:pt x="510" y="596"/>
                    </a:lnTo>
                    <a:lnTo>
                      <a:pt x="514" y="596"/>
                    </a:lnTo>
                    <a:lnTo>
                      <a:pt x="510" y="596"/>
                    </a:lnTo>
                    <a:lnTo>
                      <a:pt x="506" y="596"/>
                    </a:lnTo>
                    <a:lnTo>
                      <a:pt x="506" y="600"/>
                    </a:lnTo>
                    <a:lnTo>
                      <a:pt x="506" y="604"/>
                    </a:lnTo>
                    <a:lnTo>
                      <a:pt x="506" y="608"/>
                    </a:lnTo>
                    <a:lnTo>
                      <a:pt x="506" y="612"/>
                    </a:lnTo>
                    <a:lnTo>
                      <a:pt x="506" y="616"/>
                    </a:lnTo>
                    <a:lnTo>
                      <a:pt x="510" y="620"/>
                    </a:lnTo>
                    <a:lnTo>
                      <a:pt x="510" y="624"/>
                    </a:lnTo>
                    <a:lnTo>
                      <a:pt x="510" y="626"/>
                    </a:lnTo>
                    <a:lnTo>
                      <a:pt x="510" y="630"/>
                    </a:lnTo>
                    <a:lnTo>
                      <a:pt x="514" y="630"/>
                    </a:lnTo>
                    <a:lnTo>
                      <a:pt x="514" y="626"/>
                    </a:lnTo>
                    <a:lnTo>
                      <a:pt x="518" y="626"/>
                    </a:lnTo>
                    <a:lnTo>
                      <a:pt x="522" y="626"/>
                    </a:lnTo>
                    <a:lnTo>
                      <a:pt x="526" y="626"/>
                    </a:lnTo>
                    <a:lnTo>
                      <a:pt x="522" y="626"/>
                    </a:lnTo>
                    <a:lnTo>
                      <a:pt x="526" y="630"/>
                    </a:lnTo>
                    <a:lnTo>
                      <a:pt x="526" y="634"/>
                    </a:lnTo>
                    <a:lnTo>
                      <a:pt x="522" y="634"/>
                    </a:lnTo>
                    <a:lnTo>
                      <a:pt x="522" y="638"/>
                    </a:lnTo>
                    <a:lnTo>
                      <a:pt x="526" y="638"/>
                    </a:lnTo>
                    <a:lnTo>
                      <a:pt x="526" y="642"/>
                    </a:lnTo>
                    <a:lnTo>
                      <a:pt x="522" y="646"/>
                    </a:lnTo>
                    <a:lnTo>
                      <a:pt x="526" y="650"/>
                    </a:lnTo>
                    <a:lnTo>
                      <a:pt x="530" y="652"/>
                    </a:lnTo>
                    <a:lnTo>
                      <a:pt x="532" y="656"/>
                    </a:lnTo>
                    <a:lnTo>
                      <a:pt x="540" y="656"/>
                    </a:lnTo>
                    <a:lnTo>
                      <a:pt x="548" y="656"/>
                    </a:lnTo>
                    <a:lnTo>
                      <a:pt x="552" y="656"/>
                    </a:lnTo>
                    <a:lnTo>
                      <a:pt x="556" y="656"/>
                    </a:lnTo>
                    <a:lnTo>
                      <a:pt x="560" y="656"/>
                    </a:lnTo>
                    <a:lnTo>
                      <a:pt x="562" y="656"/>
                    </a:lnTo>
                    <a:lnTo>
                      <a:pt x="566" y="656"/>
                    </a:lnTo>
                    <a:lnTo>
                      <a:pt x="570" y="660"/>
                    </a:lnTo>
                    <a:lnTo>
                      <a:pt x="574" y="660"/>
                    </a:lnTo>
                    <a:lnTo>
                      <a:pt x="578" y="660"/>
                    </a:lnTo>
                    <a:lnTo>
                      <a:pt x="578" y="664"/>
                    </a:lnTo>
                    <a:lnTo>
                      <a:pt x="578" y="660"/>
                    </a:lnTo>
                    <a:lnTo>
                      <a:pt x="574" y="660"/>
                    </a:lnTo>
                    <a:lnTo>
                      <a:pt x="570" y="660"/>
                    </a:lnTo>
                    <a:lnTo>
                      <a:pt x="566" y="660"/>
                    </a:lnTo>
                    <a:lnTo>
                      <a:pt x="562" y="660"/>
                    </a:lnTo>
                    <a:lnTo>
                      <a:pt x="562" y="664"/>
                    </a:lnTo>
                    <a:lnTo>
                      <a:pt x="562" y="668"/>
                    </a:lnTo>
                    <a:lnTo>
                      <a:pt x="560" y="664"/>
                    </a:lnTo>
                    <a:lnTo>
                      <a:pt x="556" y="668"/>
                    </a:lnTo>
                    <a:lnTo>
                      <a:pt x="548" y="672"/>
                    </a:lnTo>
                    <a:lnTo>
                      <a:pt x="544" y="672"/>
                    </a:lnTo>
                    <a:lnTo>
                      <a:pt x="544" y="676"/>
                    </a:lnTo>
                    <a:lnTo>
                      <a:pt x="544" y="680"/>
                    </a:lnTo>
                    <a:lnTo>
                      <a:pt x="544" y="682"/>
                    </a:lnTo>
                    <a:lnTo>
                      <a:pt x="544" y="686"/>
                    </a:lnTo>
                    <a:lnTo>
                      <a:pt x="544" y="690"/>
                    </a:lnTo>
                    <a:lnTo>
                      <a:pt x="544" y="694"/>
                    </a:lnTo>
                    <a:lnTo>
                      <a:pt x="540" y="694"/>
                    </a:lnTo>
                    <a:lnTo>
                      <a:pt x="536" y="694"/>
                    </a:lnTo>
                    <a:lnTo>
                      <a:pt x="532" y="694"/>
                    </a:lnTo>
                    <a:lnTo>
                      <a:pt x="530" y="690"/>
                    </a:lnTo>
                    <a:lnTo>
                      <a:pt x="526" y="690"/>
                    </a:lnTo>
                    <a:lnTo>
                      <a:pt x="522" y="686"/>
                    </a:lnTo>
                    <a:lnTo>
                      <a:pt x="522" y="682"/>
                    </a:lnTo>
                    <a:lnTo>
                      <a:pt x="526" y="682"/>
                    </a:lnTo>
                    <a:lnTo>
                      <a:pt x="526" y="686"/>
                    </a:lnTo>
                    <a:lnTo>
                      <a:pt x="530" y="686"/>
                    </a:lnTo>
                    <a:lnTo>
                      <a:pt x="530" y="682"/>
                    </a:lnTo>
                    <a:lnTo>
                      <a:pt x="530" y="680"/>
                    </a:lnTo>
                    <a:lnTo>
                      <a:pt x="530" y="682"/>
                    </a:lnTo>
                    <a:lnTo>
                      <a:pt x="532" y="686"/>
                    </a:lnTo>
                    <a:lnTo>
                      <a:pt x="530" y="686"/>
                    </a:lnTo>
                    <a:lnTo>
                      <a:pt x="532" y="686"/>
                    </a:lnTo>
                    <a:lnTo>
                      <a:pt x="532" y="682"/>
                    </a:lnTo>
                    <a:lnTo>
                      <a:pt x="532" y="680"/>
                    </a:lnTo>
                    <a:lnTo>
                      <a:pt x="536" y="680"/>
                    </a:lnTo>
                    <a:lnTo>
                      <a:pt x="540" y="676"/>
                    </a:lnTo>
                    <a:lnTo>
                      <a:pt x="540" y="672"/>
                    </a:lnTo>
                    <a:lnTo>
                      <a:pt x="536" y="672"/>
                    </a:lnTo>
                    <a:lnTo>
                      <a:pt x="532" y="676"/>
                    </a:lnTo>
                    <a:lnTo>
                      <a:pt x="530" y="676"/>
                    </a:lnTo>
                    <a:lnTo>
                      <a:pt x="530" y="680"/>
                    </a:lnTo>
                    <a:lnTo>
                      <a:pt x="526" y="680"/>
                    </a:lnTo>
                    <a:lnTo>
                      <a:pt x="526" y="676"/>
                    </a:lnTo>
                    <a:lnTo>
                      <a:pt x="522" y="680"/>
                    </a:lnTo>
                    <a:lnTo>
                      <a:pt x="526" y="680"/>
                    </a:lnTo>
                    <a:lnTo>
                      <a:pt x="522" y="682"/>
                    </a:lnTo>
                    <a:lnTo>
                      <a:pt x="522" y="680"/>
                    </a:lnTo>
                    <a:lnTo>
                      <a:pt x="522" y="682"/>
                    </a:lnTo>
                    <a:lnTo>
                      <a:pt x="518" y="682"/>
                    </a:lnTo>
                    <a:lnTo>
                      <a:pt x="522" y="686"/>
                    </a:lnTo>
                    <a:lnTo>
                      <a:pt x="518" y="686"/>
                    </a:lnTo>
                    <a:lnTo>
                      <a:pt x="514" y="682"/>
                    </a:lnTo>
                    <a:lnTo>
                      <a:pt x="510" y="682"/>
                    </a:lnTo>
                    <a:lnTo>
                      <a:pt x="510" y="680"/>
                    </a:lnTo>
                    <a:lnTo>
                      <a:pt x="514" y="680"/>
                    </a:lnTo>
                    <a:lnTo>
                      <a:pt x="518" y="680"/>
                    </a:lnTo>
                    <a:lnTo>
                      <a:pt x="518" y="682"/>
                    </a:lnTo>
                    <a:lnTo>
                      <a:pt x="518" y="680"/>
                    </a:lnTo>
                    <a:lnTo>
                      <a:pt x="514" y="680"/>
                    </a:lnTo>
                    <a:lnTo>
                      <a:pt x="514" y="676"/>
                    </a:lnTo>
                    <a:lnTo>
                      <a:pt x="514" y="672"/>
                    </a:lnTo>
                    <a:lnTo>
                      <a:pt x="518" y="672"/>
                    </a:lnTo>
                    <a:lnTo>
                      <a:pt x="522" y="672"/>
                    </a:lnTo>
                    <a:lnTo>
                      <a:pt x="526" y="672"/>
                    </a:lnTo>
                    <a:lnTo>
                      <a:pt x="526" y="668"/>
                    </a:lnTo>
                    <a:lnTo>
                      <a:pt x="530" y="668"/>
                    </a:lnTo>
                    <a:lnTo>
                      <a:pt x="532" y="668"/>
                    </a:lnTo>
                    <a:lnTo>
                      <a:pt x="536" y="668"/>
                    </a:lnTo>
                    <a:lnTo>
                      <a:pt x="532" y="668"/>
                    </a:lnTo>
                    <a:lnTo>
                      <a:pt x="530" y="668"/>
                    </a:lnTo>
                    <a:lnTo>
                      <a:pt x="526" y="664"/>
                    </a:lnTo>
                    <a:lnTo>
                      <a:pt x="522" y="668"/>
                    </a:lnTo>
                    <a:lnTo>
                      <a:pt x="522" y="664"/>
                    </a:lnTo>
                    <a:lnTo>
                      <a:pt x="522" y="668"/>
                    </a:lnTo>
                    <a:lnTo>
                      <a:pt x="518" y="668"/>
                    </a:lnTo>
                    <a:lnTo>
                      <a:pt x="514" y="668"/>
                    </a:lnTo>
                    <a:lnTo>
                      <a:pt x="518" y="668"/>
                    </a:lnTo>
                    <a:lnTo>
                      <a:pt x="518" y="672"/>
                    </a:lnTo>
                    <a:lnTo>
                      <a:pt x="514" y="672"/>
                    </a:lnTo>
                    <a:lnTo>
                      <a:pt x="514" y="676"/>
                    </a:lnTo>
                    <a:lnTo>
                      <a:pt x="514" y="680"/>
                    </a:lnTo>
                    <a:lnTo>
                      <a:pt x="510" y="680"/>
                    </a:lnTo>
                    <a:lnTo>
                      <a:pt x="506" y="676"/>
                    </a:lnTo>
                    <a:lnTo>
                      <a:pt x="510" y="676"/>
                    </a:lnTo>
                    <a:lnTo>
                      <a:pt x="506" y="672"/>
                    </a:lnTo>
                    <a:lnTo>
                      <a:pt x="510" y="672"/>
                    </a:lnTo>
                    <a:lnTo>
                      <a:pt x="514" y="664"/>
                    </a:lnTo>
                    <a:lnTo>
                      <a:pt x="510" y="664"/>
                    </a:lnTo>
                    <a:lnTo>
                      <a:pt x="510" y="668"/>
                    </a:lnTo>
                    <a:lnTo>
                      <a:pt x="506" y="668"/>
                    </a:lnTo>
                    <a:lnTo>
                      <a:pt x="506" y="672"/>
                    </a:lnTo>
                    <a:lnTo>
                      <a:pt x="504" y="672"/>
                    </a:lnTo>
                    <a:lnTo>
                      <a:pt x="504" y="668"/>
                    </a:lnTo>
                    <a:lnTo>
                      <a:pt x="506" y="668"/>
                    </a:lnTo>
                    <a:lnTo>
                      <a:pt x="506" y="664"/>
                    </a:lnTo>
                    <a:lnTo>
                      <a:pt x="504" y="664"/>
                    </a:lnTo>
                    <a:lnTo>
                      <a:pt x="506" y="664"/>
                    </a:lnTo>
                    <a:lnTo>
                      <a:pt x="506" y="660"/>
                    </a:lnTo>
                    <a:lnTo>
                      <a:pt x="506" y="656"/>
                    </a:lnTo>
                    <a:lnTo>
                      <a:pt x="504" y="656"/>
                    </a:lnTo>
                    <a:lnTo>
                      <a:pt x="506" y="660"/>
                    </a:lnTo>
                    <a:lnTo>
                      <a:pt x="510" y="660"/>
                    </a:lnTo>
                    <a:lnTo>
                      <a:pt x="510" y="656"/>
                    </a:lnTo>
                    <a:lnTo>
                      <a:pt x="514" y="656"/>
                    </a:lnTo>
                    <a:lnTo>
                      <a:pt x="514" y="660"/>
                    </a:lnTo>
                    <a:lnTo>
                      <a:pt x="518" y="660"/>
                    </a:lnTo>
                    <a:lnTo>
                      <a:pt x="518" y="656"/>
                    </a:lnTo>
                    <a:lnTo>
                      <a:pt x="514" y="660"/>
                    </a:lnTo>
                    <a:lnTo>
                      <a:pt x="514" y="656"/>
                    </a:lnTo>
                    <a:lnTo>
                      <a:pt x="518" y="652"/>
                    </a:lnTo>
                    <a:lnTo>
                      <a:pt x="518" y="656"/>
                    </a:lnTo>
                    <a:lnTo>
                      <a:pt x="522" y="656"/>
                    </a:lnTo>
                    <a:lnTo>
                      <a:pt x="522" y="660"/>
                    </a:lnTo>
                    <a:lnTo>
                      <a:pt x="518" y="660"/>
                    </a:lnTo>
                    <a:lnTo>
                      <a:pt x="518" y="664"/>
                    </a:lnTo>
                    <a:lnTo>
                      <a:pt x="514" y="664"/>
                    </a:lnTo>
                    <a:lnTo>
                      <a:pt x="518" y="664"/>
                    </a:lnTo>
                    <a:lnTo>
                      <a:pt x="522" y="664"/>
                    </a:lnTo>
                    <a:lnTo>
                      <a:pt x="522" y="660"/>
                    </a:lnTo>
                    <a:lnTo>
                      <a:pt x="522" y="656"/>
                    </a:lnTo>
                    <a:lnTo>
                      <a:pt x="518" y="656"/>
                    </a:lnTo>
                    <a:lnTo>
                      <a:pt x="518" y="652"/>
                    </a:lnTo>
                    <a:lnTo>
                      <a:pt x="522" y="652"/>
                    </a:lnTo>
                    <a:lnTo>
                      <a:pt x="522" y="650"/>
                    </a:lnTo>
                    <a:lnTo>
                      <a:pt x="518" y="646"/>
                    </a:lnTo>
                    <a:lnTo>
                      <a:pt x="514" y="646"/>
                    </a:lnTo>
                    <a:lnTo>
                      <a:pt x="514" y="642"/>
                    </a:lnTo>
                    <a:lnTo>
                      <a:pt x="510" y="642"/>
                    </a:lnTo>
                    <a:lnTo>
                      <a:pt x="510" y="646"/>
                    </a:lnTo>
                    <a:lnTo>
                      <a:pt x="514" y="646"/>
                    </a:lnTo>
                    <a:lnTo>
                      <a:pt x="518" y="646"/>
                    </a:lnTo>
                    <a:lnTo>
                      <a:pt x="518" y="650"/>
                    </a:lnTo>
                    <a:lnTo>
                      <a:pt x="522" y="650"/>
                    </a:lnTo>
                    <a:lnTo>
                      <a:pt x="518" y="652"/>
                    </a:lnTo>
                    <a:lnTo>
                      <a:pt x="518" y="650"/>
                    </a:lnTo>
                    <a:lnTo>
                      <a:pt x="514" y="650"/>
                    </a:lnTo>
                    <a:lnTo>
                      <a:pt x="510" y="646"/>
                    </a:lnTo>
                    <a:lnTo>
                      <a:pt x="510" y="650"/>
                    </a:lnTo>
                    <a:lnTo>
                      <a:pt x="514" y="650"/>
                    </a:lnTo>
                    <a:lnTo>
                      <a:pt x="514" y="652"/>
                    </a:lnTo>
                    <a:lnTo>
                      <a:pt x="510" y="652"/>
                    </a:lnTo>
                    <a:lnTo>
                      <a:pt x="514" y="652"/>
                    </a:lnTo>
                    <a:lnTo>
                      <a:pt x="510" y="652"/>
                    </a:lnTo>
                    <a:lnTo>
                      <a:pt x="510" y="656"/>
                    </a:lnTo>
                    <a:lnTo>
                      <a:pt x="510" y="652"/>
                    </a:lnTo>
                    <a:lnTo>
                      <a:pt x="510" y="650"/>
                    </a:lnTo>
                    <a:lnTo>
                      <a:pt x="510" y="656"/>
                    </a:lnTo>
                    <a:lnTo>
                      <a:pt x="506" y="656"/>
                    </a:lnTo>
                    <a:lnTo>
                      <a:pt x="506" y="652"/>
                    </a:lnTo>
                    <a:lnTo>
                      <a:pt x="506" y="650"/>
                    </a:lnTo>
                    <a:lnTo>
                      <a:pt x="506" y="652"/>
                    </a:lnTo>
                    <a:lnTo>
                      <a:pt x="506" y="656"/>
                    </a:lnTo>
                    <a:lnTo>
                      <a:pt x="506" y="652"/>
                    </a:lnTo>
                    <a:lnTo>
                      <a:pt x="506" y="650"/>
                    </a:lnTo>
                    <a:lnTo>
                      <a:pt x="504" y="650"/>
                    </a:lnTo>
                    <a:lnTo>
                      <a:pt x="504" y="646"/>
                    </a:lnTo>
                    <a:lnTo>
                      <a:pt x="500" y="642"/>
                    </a:lnTo>
                    <a:lnTo>
                      <a:pt x="504" y="642"/>
                    </a:lnTo>
                    <a:lnTo>
                      <a:pt x="504" y="646"/>
                    </a:lnTo>
                    <a:lnTo>
                      <a:pt x="506" y="646"/>
                    </a:lnTo>
                    <a:lnTo>
                      <a:pt x="504" y="642"/>
                    </a:lnTo>
                    <a:lnTo>
                      <a:pt x="504" y="638"/>
                    </a:lnTo>
                    <a:lnTo>
                      <a:pt x="500" y="638"/>
                    </a:lnTo>
                    <a:lnTo>
                      <a:pt x="500" y="634"/>
                    </a:lnTo>
                    <a:lnTo>
                      <a:pt x="496" y="634"/>
                    </a:lnTo>
                    <a:lnTo>
                      <a:pt x="496" y="630"/>
                    </a:lnTo>
                    <a:lnTo>
                      <a:pt x="500" y="630"/>
                    </a:lnTo>
                    <a:lnTo>
                      <a:pt x="504" y="630"/>
                    </a:lnTo>
                    <a:lnTo>
                      <a:pt x="504" y="626"/>
                    </a:lnTo>
                    <a:lnTo>
                      <a:pt x="506" y="626"/>
                    </a:lnTo>
                    <a:lnTo>
                      <a:pt x="504" y="626"/>
                    </a:lnTo>
                    <a:lnTo>
                      <a:pt x="504" y="624"/>
                    </a:lnTo>
                    <a:lnTo>
                      <a:pt x="506" y="624"/>
                    </a:lnTo>
                    <a:lnTo>
                      <a:pt x="504" y="624"/>
                    </a:lnTo>
                    <a:lnTo>
                      <a:pt x="504" y="626"/>
                    </a:lnTo>
                    <a:lnTo>
                      <a:pt x="504" y="630"/>
                    </a:lnTo>
                    <a:lnTo>
                      <a:pt x="500" y="630"/>
                    </a:lnTo>
                    <a:lnTo>
                      <a:pt x="500" y="626"/>
                    </a:lnTo>
                    <a:lnTo>
                      <a:pt x="496" y="626"/>
                    </a:lnTo>
                    <a:lnTo>
                      <a:pt x="496" y="624"/>
                    </a:lnTo>
                    <a:lnTo>
                      <a:pt x="500" y="624"/>
                    </a:lnTo>
                    <a:lnTo>
                      <a:pt x="504" y="624"/>
                    </a:lnTo>
                    <a:lnTo>
                      <a:pt x="500" y="624"/>
                    </a:lnTo>
                    <a:lnTo>
                      <a:pt x="496" y="624"/>
                    </a:lnTo>
                    <a:lnTo>
                      <a:pt x="492" y="620"/>
                    </a:lnTo>
                    <a:lnTo>
                      <a:pt x="492" y="616"/>
                    </a:lnTo>
                    <a:lnTo>
                      <a:pt x="496" y="616"/>
                    </a:lnTo>
                    <a:lnTo>
                      <a:pt x="500" y="620"/>
                    </a:lnTo>
                    <a:lnTo>
                      <a:pt x="504" y="620"/>
                    </a:lnTo>
                    <a:lnTo>
                      <a:pt x="500" y="616"/>
                    </a:lnTo>
                    <a:lnTo>
                      <a:pt x="496" y="616"/>
                    </a:lnTo>
                    <a:lnTo>
                      <a:pt x="496" y="612"/>
                    </a:lnTo>
                    <a:lnTo>
                      <a:pt x="500" y="612"/>
                    </a:lnTo>
                    <a:lnTo>
                      <a:pt x="504" y="616"/>
                    </a:lnTo>
                    <a:lnTo>
                      <a:pt x="504" y="612"/>
                    </a:lnTo>
                    <a:lnTo>
                      <a:pt x="500" y="612"/>
                    </a:lnTo>
                    <a:lnTo>
                      <a:pt x="496" y="612"/>
                    </a:lnTo>
                    <a:lnTo>
                      <a:pt x="496" y="608"/>
                    </a:lnTo>
                    <a:lnTo>
                      <a:pt x="500" y="608"/>
                    </a:lnTo>
                    <a:lnTo>
                      <a:pt x="496" y="608"/>
                    </a:lnTo>
                    <a:lnTo>
                      <a:pt x="496" y="604"/>
                    </a:lnTo>
                    <a:lnTo>
                      <a:pt x="500" y="604"/>
                    </a:lnTo>
                    <a:lnTo>
                      <a:pt x="504" y="604"/>
                    </a:lnTo>
                    <a:lnTo>
                      <a:pt x="504" y="608"/>
                    </a:lnTo>
                    <a:lnTo>
                      <a:pt x="504" y="604"/>
                    </a:lnTo>
                    <a:lnTo>
                      <a:pt x="500" y="604"/>
                    </a:lnTo>
                    <a:lnTo>
                      <a:pt x="500" y="600"/>
                    </a:lnTo>
                    <a:lnTo>
                      <a:pt x="500" y="596"/>
                    </a:lnTo>
                    <a:lnTo>
                      <a:pt x="500" y="600"/>
                    </a:lnTo>
                    <a:lnTo>
                      <a:pt x="504" y="600"/>
                    </a:lnTo>
                    <a:lnTo>
                      <a:pt x="500" y="600"/>
                    </a:lnTo>
                    <a:lnTo>
                      <a:pt x="500" y="596"/>
                    </a:lnTo>
                    <a:lnTo>
                      <a:pt x="500" y="594"/>
                    </a:lnTo>
                    <a:lnTo>
                      <a:pt x="504" y="594"/>
                    </a:lnTo>
                    <a:lnTo>
                      <a:pt x="500" y="594"/>
                    </a:lnTo>
                    <a:lnTo>
                      <a:pt x="500" y="596"/>
                    </a:lnTo>
                    <a:lnTo>
                      <a:pt x="500" y="600"/>
                    </a:lnTo>
                    <a:lnTo>
                      <a:pt x="496" y="604"/>
                    </a:lnTo>
                    <a:lnTo>
                      <a:pt x="496" y="600"/>
                    </a:lnTo>
                    <a:lnTo>
                      <a:pt x="496" y="596"/>
                    </a:lnTo>
                    <a:lnTo>
                      <a:pt x="496" y="594"/>
                    </a:lnTo>
                    <a:lnTo>
                      <a:pt x="496" y="590"/>
                    </a:lnTo>
                    <a:lnTo>
                      <a:pt x="492" y="590"/>
                    </a:lnTo>
                    <a:lnTo>
                      <a:pt x="496" y="590"/>
                    </a:lnTo>
                    <a:lnTo>
                      <a:pt x="496" y="586"/>
                    </a:lnTo>
                    <a:lnTo>
                      <a:pt x="500" y="586"/>
                    </a:lnTo>
                    <a:lnTo>
                      <a:pt x="496" y="586"/>
                    </a:lnTo>
                    <a:lnTo>
                      <a:pt x="496" y="582"/>
                    </a:lnTo>
                    <a:lnTo>
                      <a:pt x="500" y="582"/>
                    </a:lnTo>
                    <a:lnTo>
                      <a:pt x="500" y="578"/>
                    </a:lnTo>
                    <a:lnTo>
                      <a:pt x="496" y="578"/>
                    </a:lnTo>
                    <a:lnTo>
                      <a:pt x="500" y="578"/>
                    </a:lnTo>
                    <a:lnTo>
                      <a:pt x="496" y="578"/>
                    </a:lnTo>
                    <a:lnTo>
                      <a:pt x="496" y="574"/>
                    </a:lnTo>
                    <a:lnTo>
                      <a:pt x="492" y="574"/>
                    </a:lnTo>
                    <a:lnTo>
                      <a:pt x="492" y="570"/>
                    </a:lnTo>
                    <a:lnTo>
                      <a:pt x="496" y="570"/>
                    </a:lnTo>
                    <a:lnTo>
                      <a:pt x="496" y="574"/>
                    </a:lnTo>
                    <a:lnTo>
                      <a:pt x="496" y="570"/>
                    </a:lnTo>
                    <a:lnTo>
                      <a:pt x="500" y="570"/>
                    </a:lnTo>
                    <a:lnTo>
                      <a:pt x="504" y="570"/>
                    </a:lnTo>
                    <a:lnTo>
                      <a:pt x="506" y="574"/>
                    </a:lnTo>
                    <a:lnTo>
                      <a:pt x="506" y="578"/>
                    </a:lnTo>
                    <a:lnTo>
                      <a:pt x="506" y="574"/>
                    </a:lnTo>
                    <a:lnTo>
                      <a:pt x="510" y="574"/>
                    </a:lnTo>
                    <a:lnTo>
                      <a:pt x="506" y="574"/>
                    </a:lnTo>
                    <a:lnTo>
                      <a:pt x="506" y="570"/>
                    </a:lnTo>
                    <a:lnTo>
                      <a:pt x="504" y="570"/>
                    </a:lnTo>
                    <a:lnTo>
                      <a:pt x="506" y="570"/>
                    </a:lnTo>
                    <a:lnTo>
                      <a:pt x="510" y="570"/>
                    </a:lnTo>
                    <a:lnTo>
                      <a:pt x="506" y="570"/>
                    </a:lnTo>
                    <a:lnTo>
                      <a:pt x="504" y="566"/>
                    </a:lnTo>
                    <a:lnTo>
                      <a:pt x="504" y="564"/>
                    </a:lnTo>
                    <a:lnTo>
                      <a:pt x="504" y="566"/>
                    </a:lnTo>
                    <a:lnTo>
                      <a:pt x="500" y="566"/>
                    </a:lnTo>
                    <a:lnTo>
                      <a:pt x="496" y="566"/>
                    </a:lnTo>
                    <a:lnTo>
                      <a:pt x="492" y="566"/>
                    </a:lnTo>
                    <a:lnTo>
                      <a:pt x="488" y="566"/>
                    </a:lnTo>
                    <a:lnTo>
                      <a:pt x="492" y="564"/>
                    </a:lnTo>
                    <a:lnTo>
                      <a:pt x="496" y="564"/>
                    </a:lnTo>
                    <a:lnTo>
                      <a:pt x="496" y="566"/>
                    </a:lnTo>
                    <a:lnTo>
                      <a:pt x="500" y="566"/>
                    </a:lnTo>
                    <a:lnTo>
                      <a:pt x="496" y="566"/>
                    </a:lnTo>
                    <a:lnTo>
                      <a:pt x="496" y="564"/>
                    </a:lnTo>
                    <a:lnTo>
                      <a:pt x="500" y="564"/>
                    </a:lnTo>
                    <a:lnTo>
                      <a:pt x="496" y="564"/>
                    </a:lnTo>
                    <a:lnTo>
                      <a:pt x="492" y="560"/>
                    </a:lnTo>
                    <a:lnTo>
                      <a:pt x="496" y="556"/>
                    </a:lnTo>
                    <a:lnTo>
                      <a:pt x="500" y="556"/>
                    </a:lnTo>
                    <a:lnTo>
                      <a:pt x="500" y="560"/>
                    </a:lnTo>
                    <a:lnTo>
                      <a:pt x="500" y="556"/>
                    </a:lnTo>
                    <a:lnTo>
                      <a:pt x="500" y="552"/>
                    </a:lnTo>
                    <a:lnTo>
                      <a:pt x="496" y="550"/>
                    </a:lnTo>
                    <a:lnTo>
                      <a:pt x="496" y="546"/>
                    </a:lnTo>
                    <a:lnTo>
                      <a:pt x="492" y="550"/>
                    </a:lnTo>
                    <a:lnTo>
                      <a:pt x="496" y="550"/>
                    </a:lnTo>
                    <a:lnTo>
                      <a:pt x="492" y="550"/>
                    </a:lnTo>
                    <a:lnTo>
                      <a:pt x="488" y="550"/>
                    </a:lnTo>
                    <a:lnTo>
                      <a:pt x="484" y="546"/>
                    </a:lnTo>
                    <a:lnTo>
                      <a:pt x="484" y="542"/>
                    </a:lnTo>
                    <a:lnTo>
                      <a:pt x="488" y="542"/>
                    </a:lnTo>
                    <a:lnTo>
                      <a:pt x="484" y="542"/>
                    </a:lnTo>
                    <a:lnTo>
                      <a:pt x="484" y="546"/>
                    </a:lnTo>
                    <a:lnTo>
                      <a:pt x="480" y="546"/>
                    </a:lnTo>
                    <a:lnTo>
                      <a:pt x="476" y="546"/>
                    </a:lnTo>
                    <a:lnTo>
                      <a:pt x="476" y="550"/>
                    </a:lnTo>
                    <a:lnTo>
                      <a:pt x="476" y="546"/>
                    </a:lnTo>
                    <a:lnTo>
                      <a:pt x="480" y="546"/>
                    </a:lnTo>
                    <a:lnTo>
                      <a:pt x="480" y="550"/>
                    </a:lnTo>
                    <a:lnTo>
                      <a:pt x="480" y="552"/>
                    </a:lnTo>
                    <a:lnTo>
                      <a:pt x="476" y="552"/>
                    </a:lnTo>
                    <a:lnTo>
                      <a:pt x="476" y="550"/>
                    </a:lnTo>
                    <a:lnTo>
                      <a:pt x="476" y="546"/>
                    </a:lnTo>
                    <a:lnTo>
                      <a:pt x="476" y="542"/>
                    </a:lnTo>
                    <a:lnTo>
                      <a:pt x="480" y="542"/>
                    </a:lnTo>
                    <a:lnTo>
                      <a:pt x="480" y="538"/>
                    </a:lnTo>
                    <a:lnTo>
                      <a:pt x="484" y="538"/>
                    </a:lnTo>
                    <a:lnTo>
                      <a:pt x="484" y="542"/>
                    </a:lnTo>
                    <a:lnTo>
                      <a:pt x="484" y="538"/>
                    </a:lnTo>
                    <a:lnTo>
                      <a:pt x="484" y="534"/>
                    </a:lnTo>
                    <a:lnTo>
                      <a:pt x="488" y="534"/>
                    </a:lnTo>
                    <a:lnTo>
                      <a:pt x="488" y="530"/>
                    </a:lnTo>
                    <a:lnTo>
                      <a:pt x="492" y="526"/>
                    </a:lnTo>
                    <a:lnTo>
                      <a:pt x="496" y="526"/>
                    </a:lnTo>
                    <a:lnTo>
                      <a:pt x="500" y="526"/>
                    </a:lnTo>
                    <a:lnTo>
                      <a:pt x="500" y="530"/>
                    </a:lnTo>
                    <a:lnTo>
                      <a:pt x="500" y="534"/>
                    </a:lnTo>
                    <a:lnTo>
                      <a:pt x="500" y="530"/>
                    </a:lnTo>
                    <a:lnTo>
                      <a:pt x="500" y="534"/>
                    </a:lnTo>
                    <a:lnTo>
                      <a:pt x="496" y="538"/>
                    </a:lnTo>
                    <a:lnTo>
                      <a:pt x="496" y="534"/>
                    </a:lnTo>
                    <a:lnTo>
                      <a:pt x="492" y="534"/>
                    </a:lnTo>
                    <a:lnTo>
                      <a:pt x="496" y="538"/>
                    </a:lnTo>
                    <a:lnTo>
                      <a:pt x="500" y="538"/>
                    </a:lnTo>
                    <a:lnTo>
                      <a:pt x="500" y="534"/>
                    </a:lnTo>
                    <a:lnTo>
                      <a:pt x="500" y="538"/>
                    </a:lnTo>
                    <a:lnTo>
                      <a:pt x="504" y="538"/>
                    </a:lnTo>
                    <a:lnTo>
                      <a:pt x="500" y="538"/>
                    </a:lnTo>
                    <a:lnTo>
                      <a:pt x="500" y="534"/>
                    </a:lnTo>
                    <a:lnTo>
                      <a:pt x="504" y="534"/>
                    </a:lnTo>
                    <a:lnTo>
                      <a:pt x="504" y="538"/>
                    </a:lnTo>
                    <a:lnTo>
                      <a:pt x="504" y="542"/>
                    </a:lnTo>
                    <a:lnTo>
                      <a:pt x="500" y="542"/>
                    </a:lnTo>
                    <a:lnTo>
                      <a:pt x="504" y="546"/>
                    </a:lnTo>
                    <a:lnTo>
                      <a:pt x="504" y="542"/>
                    </a:lnTo>
                    <a:lnTo>
                      <a:pt x="504" y="538"/>
                    </a:lnTo>
                    <a:lnTo>
                      <a:pt x="506" y="538"/>
                    </a:lnTo>
                    <a:lnTo>
                      <a:pt x="506" y="534"/>
                    </a:lnTo>
                    <a:lnTo>
                      <a:pt x="506" y="538"/>
                    </a:lnTo>
                    <a:lnTo>
                      <a:pt x="504" y="538"/>
                    </a:lnTo>
                    <a:lnTo>
                      <a:pt x="506" y="534"/>
                    </a:lnTo>
                    <a:lnTo>
                      <a:pt x="506" y="530"/>
                    </a:lnTo>
                    <a:lnTo>
                      <a:pt x="504" y="530"/>
                    </a:lnTo>
                    <a:lnTo>
                      <a:pt x="506" y="526"/>
                    </a:lnTo>
                    <a:lnTo>
                      <a:pt x="510" y="526"/>
                    </a:lnTo>
                    <a:lnTo>
                      <a:pt x="510" y="524"/>
                    </a:lnTo>
                    <a:lnTo>
                      <a:pt x="506" y="524"/>
                    </a:lnTo>
                    <a:lnTo>
                      <a:pt x="506" y="526"/>
                    </a:lnTo>
                    <a:lnTo>
                      <a:pt x="506" y="520"/>
                    </a:lnTo>
                    <a:lnTo>
                      <a:pt x="510" y="520"/>
                    </a:lnTo>
                    <a:lnTo>
                      <a:pt x="514" y="520"/>
                    </a:lnTo>
                    <a:lnTo>
                      <a:pt x="518" y="520"/>
                    </a:lnTo>
                    <a:lnTo>
                      <a:pt x="514" y="520"/>
                    </a:lnTo>
                    <a:lnTo>
                      <a:pt x="510" y="520"/>
                    </a:lnTo>
                    <a:lnTo>
                      <a:pt x="510" y="516"/>
                    </a:lnTo>
                    <a:lnTo>
                      <a:pt x="510" y="520"/>
                    </a:lnTo>
                    <a:lnTo>
                      <a:pt x="506" y="516"/>
                    </a:lnTo>
                    <a:lnTo>
                      <a:pt x="510" y="516"/>
                    </a:lnTo>
                    <a:lnTo>
                      <a:pt x="510" y="512"/>
                    </a:lnTo>
                    <a:lnTo>
                      <a:pt x="506" y="512"/>
                    </a:lnTo>
                    <a:lnTo>
                      <a:pt x="510" y="512"/>
                    </a:lnTo>
                    <a:lnTo>
                      <a:pt x="514" y="508"/>
                    </a:lnTo>
                    <a:lnTo>
                      <a:pt x="518" y="508"/>
                    </a:lnTo>
                    <a:lnTo>
                      <a:pt x="518" y="504"/>
                    </a:lnTo>
                    <a:lnTo>
                      <a:pt x="518" y="500"/>
                    </a:lnTo>
                    <a:lnTo>
                      <a:pt x="514" y="496"/>
                    </a:lnTo>
                    <a:lnTo>
                      <a:pt x="510" y="496"/>
                    </a:lnTo>
                    <a:lnTo>
                      <a:pt x="510" y="494"/>
                    </a:lnTo>
                    <a:lnTo>
                      <a:pt x="514" y="490"/>
                    </a:lnTo>
                    <a:lnTo>
                      <a:pt x="518" y="486"/>
                    </a:lnTo>
                    <a:lnTo>
                      <a:pt x="514" y="486"/>
                    </a:lnTo>
                    <a:lnTo>
                      <a:pt x="514" y="486"/>
                    </a:lnTo>
                    <a:lnTo>
                      <a:pt x="514" y="486"/>
                    </a:lnTo>
                    <a:close/>
                    <a:moveTo>
                      <a:pt x="504" y="512"/>
                    </a:moveTo>
                    <a:lnTo>
                      <a:pt x="504" y="508"/>
                    </a:lnTo>
                    <a:lnTo>
                      <a:pt x="500" y="508"/>
                    </a:lnTo>
                    <a:lnTo>
                      <a:pt x="504" y="508"/>
                    </a:lnTo>
                    <a:lnTo>
                      <a:pt x="504" y="512"/>
                    </a:lnTo>
                    <a:lnTo>
                      <a:pt x="504" y="512"/>
                    </a:lnTo>
                    <a:lnTo>
                      <a:pt x="504" y="512"/>
                    </a:lnTo>
                    <a:close/>
                    <a:moveTo>
                      <a:pt x="476" y="590"/>
                    </a:moveTo>
                    <a:lnTo>
                      <a:pt x="476" y="586"/>
                    </a:lnTo>
                    <a:lnTo>
                      <a:pt x="480" y="586"/>
                    </a:lnTo>
                    <a:lnTo>
                      <a:pt x="480" y="590"/>
                    </a:lnTo>
                    <a:lnTo>
                      <a:pt x="476" y="590"/>
                    </a:lnTo>
                    <a:lnTo>
                      <a:pt x="476" y="590"/>
                    </a:lnTo>
                    <a:lnTo>
                      <a:pt x="476" y="590"/>
                    </a:lnTo>
                    <a:close/>
                    <a:moveTo>
                      <a:pt x="484" y="590"/>
                    </a:moveTo>
                    <a:lnTo>
                      <a:pt x="480" y="590"/>
                    </a:lnTo>
                    <a:lnTo>
                      <a:pt x="480" y="586"/>
                    </a:lnTo>
                    <a:lnTo>
                      <a:pt x="484" y="586"/>
                    </a:lnTo>
                    <a:lnTo>
                      <a:pt x="484" y="590"/>
                    </a:lnTo>
                    <a:lnTo>
                      <a:pt x="484" y="590"/>
                    </a:lnTo>
                    <a:lnTo>
                      <a:pt x="484" y="590"/>
                    </a:lnTo>
                    <a:close/>
                    <a:moveTo>
                      <a:pt x="500" y="672"/>
                    </a:moveTo>
                    <a:lnTo>
                      <a:pt x="500" y="668"/>
                    </a:lnTo>
                    <a:lnTo>
                      <a:pt x="500" y="664"/>
                    </a:lnTo>
                    <a:lnTo>
                      <a:pt x="504" y="664"/>
                    </a:lnTo>
                    <a:lnTo>
                      <a:pt x="504" y="668"/>
                    </a:lnTo>
                    <a:lnTo>
                      <a:pt x="504" y="672"/>
                    </a:lnTo>
                    <a:lnTo>
                      <a:pt x="500" y="672"/>
                    </a:lnTo>
                    <a:lnTo>
                      <a:pt x="500" y="672"/>
                    </a:lnTo>
                    <a:lnTo>
                      <a:pt x="500" y="672"/>
                    </a:lnTo>
                    <a:close/>
                    <a:moveTo>
                      <a:pt x="504" y="496"/>
                    </a:moveTo>
                    <a:lnTo>
                      <a:pt x="500" y="496"/>
                    </a:lnTo>
                    <a:lnTo>
                      <a:pt x="504" y="496"/>
                    </a:lnTo>
                    <a:lnTo>
                      <a:pt x="504" y="496"/>
                    </a:lnTo>
                    <a:lnTo>
                      <a:pt x="504" y="496"/>
                    </a:lnTo>
                    <a:close/>
                    <a:moveTo>
                      <a:pt x="484" y="534"/>
                    </a:moveTo>
                    <a:lnTo>
                      <a:pt x="484" y="530"/>
                    </a:lnTo>
                    <a:lnTo>
                      <a:pt x="488" y="530"/>
                    </a:lnTo>
                    <a:lnTo>
                      <a:pt x="484" y="530"/>
                    </a:lnTo>
                    <a:lnTo>
                      <a:pt x="488" y="530"/>
                    </a:lnTo>
                    <a:lnTo>
                      <a:pt x="488" y="526"/>
                    </a:lnTo>
                    <a:lnTo>
                      <a:pt x="488" y="530"/>
                    </a:lnTo>
                    <a:lnTo>
                      <a:pt x="488" y="534"/>
                    </a:lnTo>
                    <a:lnTo>
                      <a:pt x="484" y="534"/>
                    </a:lnTo>
                    <a:lnTo>
                      <a:pt x="484" y="534"/>
                    </a:lnTo>
                    <a:lnTo>
                      <a:pt x="484" y="534"/>
                    </a:lnTo>
                    <a:close/>
                    <a:moveTo>
                      <a:pt x="500" y="556"/>
                    </a:moveTo>
                    <a:lnTo>
                      <a:pt x="496" y="556"/>
                    </a:lnTo>
                    <a:lnTo>
                      <a:pt x="496" y="552"/>
                    </a:lnTo>
                    <a:lnTo>
                      <a:pt x="500" y="552"/>
                    </a:lnTo>
                    <a:lnTo>
                      <a:pt x="500" y="556"/>
                    </a:lnTo>
                    <a:lnTo>
                      <a:pt x="500" y="556"/>
                    </a:lnTo>
                    <a:lnTo>
                      <a:pt x="500" y="556"/>
                    </a:lnTo>
                    <a:close/>
                    <a:moveTo>
                      <a:pt x="496" y="582"/>
                    </a:moveTo>
                    <a:lnTo>
                      <a:pt x="492" y="582"/>
                    </a:lnTo>
                    <a:lnTo>
                      <a:pt x="492" y="578"/>
                    </a:lnTo>
                    <a:lnTo>
                      <a:pt x="496" y="582"/>
                    </a:lnTo>
                    <a:lnTo>
                      <a:pt x="496" y="582"/>
                    </a:lnTo>
                    <a:lnTo>
                      <a:pt x="496" y="582"/>
                    </a:lnTo>
                    <a:close/>
                    <a:moveTo>
                      <a:pt x="484" y="586"/>
                    </a:moveTo>
                    <a:lnTo>
                      <a:pt x="488" y="586"/>
                    </a:lnTo>
                    <a:lnTo>
                      <a:pt x="484" y="586"/>
                    </a:lnTo>
                    <a:lnTo>
                      <a:pt x="484" y="586"/>
                    </a:lnTo>
                    <a:lnTo>
                      <a:pt x="484" y="586"/>
                    </a:lnTo>
                    <a:close/>
                    <a:moveTo>
                      <a:pt x="476" y="596"/>
                    </a:moveTo>
                    <a:lnTo>
                      <a:pt x="476" y="594"/>
                    </a:lnTo>
                    <a:lnTo>
                      <a:pt x="480" y="594"/>
                    </a:lnTo>
                    <a:lnTo>
                      <a:pt x="480" y="596"/>
                    </a:lnTo>
                    <a:lnTo>
                      <a:pt x="476" y="596"/>
                    </a:lnTo>
                    <a:lnTo>
                      <a:pt x="476" y="596"/>
                    </a:lnTo>
                    <a:lnTo>
                      <a:pt x="476" y="596"/>
                    </a:lnTo>
                    <a:close/>
                    <a:moveTo>
                      <a:pt x="500" y="642"/>
                    </a:moveTo>
                    <a:lnTo>
                      <a:pt x="496" y="642"/>
                    </a:lnTo>
                    <a:lnTo>
                      <a:pt x="496" y="638"/>
                    </a:lnTo>
                    <a:lnTo>
                      <a:pt x="500" y="638"/>
                    </a:lnTo>
                    <a:lnTo>
                      <a:pt x="500" y="642"/>
                    </a:lnTo>
                    <a:lnTo>
                      <a:pt x="500" y="642"/>
                    </a:lnTo>
                    <a:lnTo>
                      <a:pt x="500" y="642"/>
                    </a:lnTo>
                    <a:close/>
                    <a:moveTo>
                      <a:pt x="488" y="660"/>
                    </a:moveTo>
                    <a:lnTo>
                      <a:pt x="488" y="656"/>
                    </a:lnTo>
                    <a:lnTo>
                      <a:pt x="492" y="656"/>
                    </a:lnTo>
                    <a:lnTo>
                      <a:pt x="488" y="660"/>
                    </a:lnTo>
                    <a:lnTo>
                      <a:pt x="488" y="660"/>
                    </a:lnTo>
                    <a:lnTo>
                      <a:pt x="488" y="660"/>
                    </a:lnTo>
                    <a:close/>
                    <a:moveTo>
                      <a:pt x="506" y="682"/>
                    </a:moveTo>
                    <a:lnTo>
                      <a:pt x="506" y="686"/>
                    </a:lnTo>
                    <a:lnTo>
                      <a:pt x="506" y="690"/>
                    </a:lnTo>
                    <a:lnTo>
                      <a:pt x="506" y="686"/>
                    </a:lnTo>
                    <a:lnTo>
                      <a:pt x="504" y="686"/>
                    </a:lnTo>
                    <a:lnTo>
                      <a:pt x="506" y="686"/>
                    </a:lnTo>
                    <a:lnTo>
                      <a:pt x="506" y="682"/>
                    </a:lnTo>
                    <a:lnTo>
                      <a:pt x="506" y="682"/>
                    </a:lnTo>
                    <a:lnTo>
                      <a:pt x="506" y="682"/>
                    </a:lnTo>
                    <a:close/>
                    <a:moveTo>
                      <a:pt x="552" y="706"/>
                    </a:moveTo>
                    <a:lnTo>
                      <a:pt x="552" y="702"/>
                    </a:lnTo>
                    <a:lnTo>
                      <a:pt x="548" y="702"/>
                    </a:lnTo>
                    <a:lnTo>
                      <a:pt x="552" y="702"/>
                    </a:lnTo>
                    <a:lnTo>
                      <a:pt x="556" y="702"/>
                    </a:lnTo>
                    <a:lnTo>
                      <a:pt x="552" y="702"/>
                    </a:lnTo>
                    <a:lnTo>
                      <a:pt x="552" y="706"/>
                    </a:lnTo>
                    <a:lnTo>
                      <a:pt x="552" y="706"/>
                    </a:lnTo>
                    <a:lnTo>
                      <a:pt x="552" y="706"/>
                    </a:lnTo>
                    <a:close/>
                    <a:moveTo>
                      <a:pt x="0" y="176"/>
                    </a:moveTo>
                    <a:lnTo>
                      <a:pt x="0" y="172"/>
                    </a:lnTo>
                    <a:lnTo>
                      <a:pt x="2" y="172"/>
                    </a:lnTo>
                    <a:lnTo>
                      <a:pt x="0" y="172"/>
                    </a:lnTo>
                    <a:lnTo>
                      <a:pt x="0" y="176"/>
                    </a:lnTo>
                    <a:lnTo>
                      <a:pt x="0" y="176"/>
                    </a:lnTo>
                    <a:lnTo>
                      <a:pt x="0" y="176"/>
                    </a:lnTo>
                    <a:close/>
                    <a:moveTo>
                      <a:pt x="506" y="470"/>
                    </a:moveTo>
                    <a:lnTo>
                      <a:pt x="506" y="474"/>
                    </a:lnTo>
                    <a:lnTo>
                      <a:pt x="504" y="474"/>
                    </a:lnTo>
                    <a:lnTo>
                      <a:pt x="504" y="478"/>
                    </a:lnTo>
                    <a:lnTo>
                      <a:pt x="500" y="478"/>
                    </a:lnTo>
                    <a:lnTo>
                      <a:pt x="496" y="478"/>
                    </a:lnTo>
                    <a:lnTo>
                      <a:pt x="496" y="474"/>
                    </a:lnTo>
                    <a:lnTo>
                      <a:pt x="496" y="470"/>
                    </a:lnTo>
                    <a:lnTo>
                      <a:pt x="500" y="470"/>
                    </a:lnTo>
                    <a:lnTo>
                      <a:pt x="500" y="464"/>
                    </a:lnTo>
                    <a:lnTo>
                      <a:pt x="496" y="464"/>
                    </a:lnTo>
                    <a:lnTo>
                      <a:pt x="496" y="460"/>
                    </a:lnTo>
                    <a:lnTo>
                      <a:pt x="500" y="456"/>
                    </a:lnTo>
                    <a:lnTo>
                      <a:pt x="500" y="452"/>
                    </a:lnTo>
                    <a:lnTo>
                      <a:pt x="500" y="448"/>
                    </a:lnTo>
                    <a:lnTo>
                      <a:pt x="504" y="448"/>
                    </a:lnTo>
                    <a:lnTo>
                      <a:pt x="500" y="448"/>
                    </a:lnTo>
                    <a:lnTo>
                      <a:pt x="504" y="448"/>
                    </a:lnTo>
                    <a:lnTo>
                      <a:pt x="506" y="448"/>
                    </a:lnTo>
                    <a:lnTo>
                      <a:pt x="506" y="452"/>
                    </a:lnTo>
                    <a:lnTo>
                      <a:pt x="506" y="456"/>
                    </a:lnTo>
                    <a:lnTo>
                      <a:pt x="510" y="456"/>
                    </a:lnTo>
                    <a:lnTo>
                      <a:pt x="506" y="460"/>
                    </a:lnTo>
                    <a:lnTo>
                      <a:pt x="504" y="460"/>
                    </a:lnTo>
                    <a:lnTo>
                      <a:pt x="504" y="464"/>
                    </a:lnTo>
                    <a:lnTo>
                      <a:pt x="506" y="464"/>
                    </a:lnTo>
                    <a:lnTo>
                      <a:pt x="504" y="464"/>
                    </a:lnTo>
                    <a:lnTo>
                      <a:pt x="504" y="460"/>
                    </a:lnTo>
                    <a:lnTo>
                      <a:pt x="504" y="464"/>
                    </a:lnTo>
                    <a:lnTo>
                      <a:pt x="506" y="466"/>
                    </a:lnTo>
                    <a:lnTo>
                      <a:pt x="506" y="470"/>
                    </a:lnTo>
                    <a:lnTo>
                      <a:pt x="506" y="470"/>
                    </a:lnTo>
                    <a:lnTo>
                      <a:pt x="506" y="470"/>
                    </a:lnTo>
                    <a:close/>
                    <a:moveTo>
                      <a:pt x="506" y="464"/>
                    </a:moveTo>
                    <a:lnTo>
                      <a:pt x="506" y="460"/>
                    </a:lnTo>
                    <a:lnTo>
                      <a:pt x="504" y="460"/>
                    </a:lnTo>
                    <a:lnTo>
                      <a:pt x="506" y="460"/>
                    </a:lnTo>
                    <a:lnTo>
                      <a:pt x="506" y="464"/>
                    </a:lnTo>
                    <a:lnTo>
                      <a:pt x="506" y="464"/>
                    </a:lnTo>
                    <a:lnTo>
                      <a:pt x="506" y="464"/>
                    </a:lnTo>
                    <a:close/>
                    <a:moveTo>
                      <a:pt x="488" y="486"/>
                    </a:moveTo>
                    <a:lnTo>
                      <a:pt x="488" y="482"/>
                    </a:lnTo>
                    <a:lnTo>
                      <a:pt x="492" y="482"/>
                    </a:lnTo>
                    <a:lnTo>
                      <a:pt x="492" y="486"/>
                    </a:lnTo>
                    <a:lnTo>
                      <a:pt x="488" y="486"/>
                    </a:lnTo>
                    <a:lnTo>
                      <a:pt x="488" y="486"/>
                    </a:lnTo>
                    <a:lnTo>
                      <a:pt x="488" y="486"/>
                    </a:lnTo>
                    <a:close/>
                    <a:moveTo>
                      <a:pt x="500" y="490"/>
                    </a:moveTo>
                    <a:lnTo>
                      <a:pt x="504" y="490"/>
                    </a:lnTo>
                    <a:lnTo>
                      <a:pt x="504" y="486"/>
                    </a:lnTo>
                    <a:lnTo>
                      <a:pt x="504" y="490"/>
                    </a:lnTo>
                    <a:lnTo>
                      <a:pt x="500" y="490"/>
                    </a:lnTo>
                    <a:lnTo>
                      <a:pt x="500" y="490"/>
                    </a:lnTo>
                    <a:lnTo>
                      <a:pt x="500" y="490"/>
                    </a:lnTo>
                    <a:close/>
                    <a:moveTo>
                      <a:pt x="510" y="494"/>
                    </a:moveTo>
                    <a:lnTo>
                      <a:pt x="510" y="490"/>
                    </a:lnTo>
                    <a:lnTo>
                      <a:pt x="510" y="494"/>
                    </a:lnTo>
                    <a:lnTo>
                      <a:pt x="510" y="494"/>
                    </a:lnTo>
                    <a:lnTo>
                      <a:pt x="510" y="494"/>
                    </a:lnTo>
                    <a:close/>
                    <a:moveTo>
                      <a:pt x="504" y="494"/>
                    </a:moveTo>
                    <a:lnTo>
                      <a:pt x="504" y="490"/>
                    </a:lnTo>
                    <a:lnTo>
                      <a:pt x="506" y="494"/>
                    </a:lnTo>
                    <a:lnTo>
                      <a:pt x="504" y="494"/>
                    </a:lnTo>
                    <a:lnTo>
                      <a:pt x="504" y="494"/>
                    </a:lnTo>
                    <a:lnTo>
                      <a:pt x="504" y="494"/>
                    </a:lnTo>
                    <a:close/>
                    <a:moveTo>
                      <a:pt x="504" y="496"/>
                    </a:moveTo>
                    <a:lnTo>
                      <a:pt x="500" y="496"/>
                    </a:lnTo>
                    <a:lnTo>
                      <a:pt x="500" y="494"/>
                    </a:lnTo>
                    <a:lnTo>
                      <a:pt x="504" y="494"/>
                    </a:lnTo>
                    <a:lnTo>
                      <a:pt x="504" y="496"/>
                    </a:lnTo>
                    <a:lnTo>
                      <a:pt x="504" y="496"/>
                    </a:lnTo>
                    <a:lnTo>
                      <a:pt x="504" y="496"/>
                    </a:lnTo>
                    <a:close/>
                    <a:moveTo>
                      <a:pt x="500" y="496"/>
                    </a:moveTo>
                    <a:lnTo>
                      <a:pt x="500" y="494"/>
                    </a:lnTo>
                    <a:lnTo>
                      <a:pt x="500" y="496"/>
                    </a:lnTo>
                    <a:lnTo>
                      <a:pt x="500" y="496"/>
                    </a:lnTo>
                    <a:lnTo>
                      <a:pt x="500" y="496"/>
                    </a:lnTo>
                    <a:close/>
                    <a:moveTo>
                      <a:pt x="500" y="500"/>
                    </a:moveTo>
                    <a:lnTo>
                      <a:pt x="500" y="496"/>
                    </a:lnTo>
                    <a:lnTo>
                      <a:pt x="500" y="500"/>
                    </a:lnTo>
                    <a:lnTo>
                      <a:pt x="500" y="500"/>
                    </a:lnTo>
                    <a:lnTo>
                      <a:pt x="500" y="500"/>
                    </a:lnTo>
                    <a:close/>
                    <a:moveTo>
                      <a:pt x="514" y="508"/>
                    </a:moveTo>
                    <a:lnTo>
                      <a:pt x="510" y="508"/>
                    </a:lnTo>
                    <a:lnTo>
                      <a:pt x="510" y="512"/>
                    </a:lnTo>
                    <a:lnTo>
                      <a:pt x="506" y="508"/>
                    </a:lnTo>
                    <a:lnTo>
                      <a:pt x="510" y="508"/>
                    </a:lnTo>
                    <a:lnTo>
                      <a:pt x="506" y="508"/>
                    </a:lnTo>
                    <a:lnTo>
                      <a:pt x="506" y="504"/>
                    </a:lnTo>
                    <a:lnTo>
                      <a:pt x="510" y="504"/>
                    </a:lnTo>
                    <a:lnTo>
                      <a:pt x="510" y="500"/>
                    </a:lnTo>
                    <a:lnTo>
                      <a:pt x="514" y="500"/>
                    </a:lnTo>
                    <a:lnTo>
                      <a:pt x="518" y="500"/>
                    </a:lnTo>
                    <a:lnTo>
                      <a:pt x="518" y="504"/>
                    </a:lnTo>
                    <a:lnTo>
                      <a:pt x="514" y="504"/>
                    </a:lnTo>
                    <a:lnTo>
                      <a:pt x="518" y="504"/>
                    </a:lnTo>
                    <a:lnTo>
                      <a:pt x="514" y="508"/>
                    </a:lnTo>
                    <a:lnTo>
                      <a:pt x="514" y="508"/>
                    </a:lnTo>
                    <a:lnTo>
                      <a:pt x="514" y="508"/>
                    </a:lnTo>
                    <a:close/>
                    <a:moveTo>
                      <a:pt x="496" y="504"/>
                    </a:moveTo>
                    <a:lnTo>
                      <a:pt x="492" y="500"/>
                    </a:lnTo>
                    <a:lnTo>
                      <a:pt x="496" y="500"/>
                    </a:lnTo>
                    <a:lnTo>
                      <a:pt x="496" y="504"/>
                    </a:lnTo>
                    <a:lnTo>
                      <a:pt x="496" y="504"/>
                    </a:lnTo>
                    <a:lnTo>
                      <a:pt x="496" y="504"/>
                    </a:lnTo>
                    <a:close/>
                    <a:moveTo>
                      <a:pt x="500" y="504"/>
                    </a:moveTo>
                    <a:lnTo>
                      <a:pt x="500" y="500"/>
                    </a:lnTo>
                    <a:lnTo>
                      <a:pt x="500" y="504"/>
                    </a:lnTo>
                    <a:lnTo>
                      <a:pt x="500" y="504"/>
                    </a:lnTo>
                    <a:lnTo>
                      <a:pt x="500" y="504"/>
                    </a:lnTo>
                    <a:close/>
                    <a:moveTo>
                      <a:pt x="496" y="504"/>
                    </a:moveTo>
                    <a:lnTo>
                      <a:pt x="496" y="500"/>
                    </a:lnTo>
                    <a:lnTo>
                      <a:pt x="500" y="504"/>
                    </a:lnTo>
                    <a:lnTo>
                      <a:pt x="496" y="504"/>
                    </a:lnTo>
                    <a:lnTo>
                      <a:pt x="496" y="504"/>
                    </a:lnTo>
                    <a:lnTo>
                      <a:pt x="496" y="504"/>
                    </a:lnTo>
                    <a:close/>
                    <a:moveTo>
                      <a:pt x="504" y="508"/>
                    </a:moveTo>
                    <a:lnTo>
                      <a:pt x="504" y="504"/>
                    </a:lnTo>
                    <a:lnTo>
                      <a:pt x="504" y="500"/>
                    </a:lnTo>
                    <a:lnTo>
                      <a:pt x="504" y="504"/>
                    </a:lnTo>
                    <a:lnTo>
                      <a:pt x="506" y="504"/>
                    </a:lnTo>
                    <a:lnTo>
                      <a:pt x="504" y="508"/>
                    </a:lnTo>
                    <a:lnTo>
                      <a:pt x="504" y="508"/>
                    </a:lnTo>
                    <a:lnTo>
                      <a:pt x="504" y="508"/>
                    </a:lnTo>
                    <a:close/>
                    <a:moveTo>
                      <a:pt x="496" y="508"/>
                    </a:moveTo>
                    <a:lnTo>
                      <a:pt x="496" y="504"/>
                    </a:lnTo>
                    <a:lnTo>
                      <a:pt x="500" y="504"/>
                    </a:lnTo>
                    <a:lnTo>
                      <a:pt x="504" y="504"/>
                    </a:lnTo>
                    <a:lnTo>
                      <a:pt x="500" y="504"/>
                    </a:lnTo>
                    <a:lnTo>
                      <a:pt x="496" y="508"/>
                    </a:lnTo>
                    <a:lnTo>
                      <a:pt x="496" y="508"/>
                    </a:lnTo>
                    <a:lnTo>
                      <a:pt x="496" y="508"/>
                    </a:lnTo>
                    <a:close/>
                    <a:moveTo>
                      <a:pt x="496" y="508"/>
                    </a:moveTo>
                    <a:lnTo>
                      <a:pt x="492" y="508"/>
                    </a:lnTo>
                    <a:lnTo>
                      <a:pt x="492" y="504"/>
                    </a:lnTo>
                    <a:lnTo>
                      <a:pt x="496" y="504"/>
                    </a:lnTo>
                    <a:lnTo>
                      <a:pt x="496" y="508"/>
                    </a:lnTo>
                    <a:lnTo>
                      <a:pt x="496" y="508"/>
                    </a:lnTo>
                    <a:lnTo>
                      <a:pt x="496" y="508"/>
                    </a:lnTo>
                    <a:close/>
                    <a:moveTo>
                      <a:pt x="504" y="508"/>
                    </a:moveTo>
                    <a:lnTo>
                      <a:pt x="506" y="508"/>
                    </a:lnTo>
                    <a:lnTo>
                      <a:pt x="504" y="508"/>
                    </a:lnTo>
                    <a:lnTo>
                      <a:pt x="504" y="508"/>
                    </a:lnTo>
                    <a:lnTo>
                      <a:pt x="504" y="508"/>
                    </a:lnTo>
                    <a:close/>
                    <a:moveTo>
                      <a:pt x="500" y="508"/>
                    </a:moveTo>
                    <a:lnTo>
                      <a:pt x="496" y="508"/>
                    </a:lnTo>
                    <a:lnTo>
                      <a:pt x="500" y="508"/>
                    </a:lnTo>
                    <a:lnTo>
                      <a:pt x="500" y="508"/>
                    </a:lnTo>
                    <a:lnTo>
                      <a:pt x="500" y="508"/>
                    </a:lnTo>
                    <a:close/>
                    <a:moveTo>
                      <a:pt x="484" y="512"/>
                    </a:moveTo>
                    <a:lnTo>
                      <a:pt x="484" y="508"/>
                    </a:lnTo>
                    <a:lnTo>
                      <a:pt x="484" y="512"/>
                    </a:lnTo>
                    <a:lnTo>
                      <a:pt x="484" y="512"/>
                    </a:lnTo>
                    <a:lnTo>
                      <a:pt x="484" y="512"/>
                    </a:lnTo>
                    <a:close/>
                    <a:moveTo>
                      <a:pt x="496" y="512"/>
                    </a:moveTo>
                    <a:lnTo>
                      <a:pt x="496" y="508"/>
                    </a:lnTo>
                    <a:lnTo>
                      <a:pt x="500" y="508"/>
                    </a:lnTo>
                    <a:lnTo>
                      <a:pt x="500" y="512"/>
                    </a:lnTo>
                    <a:lnTo>
                      <a:pt x="504" y="512"/>
                    </a:lnTo>
                    <a:lnTo>
                      <a:pt x="500" y="512"/>
                    </a:lnTo>
                    <a:lnTo>
                      <a:pt x="496" y="512"/>
                    </a:lnTo>
                    <a:lnTo>
                      <a:pt x="496" y="512"/>
                    </a:lnTo>
                    <a:lnTo>
                      <a:pt x="496" y="512"/>
                    </a:lnTo>
                    <a:close/>
                    <a:moveTo>
                      <a:pt x="504" y="516"/>
                    </a:moveTo>
                    <a:lnTo>
                      <a:pt x="500" y="516"/>
                    </a:lnTo>
                    <a:lnTo>
                      <a:pt x="496" y="516"/>
                    </a:lnTo>
                    <a:lnTo>
                      <a:pt x="496" y="512"/>
                    </a:lnTo>
                    <a:lnTo>
                      <a:pt x="500" y="512"/>
                    </a:lnTo>
                    <a:lnTo>
                      <a:pt x="504" y="512"/>
                    </a:lnTo>
                    <a:lnTo>
                      <a:pt x="504" y="516"/>
                    </a:lnTo>
                    <a:lnTo>
                      <a:pt x="504" y="516"/>
                    </a:lnTo>
                    <a:lnTo>
                      <a:pt x="504" y="516"/>
                    </a:lnTo>
                    <a:close/>
                    <a:moveTo>
                      <a:pt x="496" y="520"/>
                    </a:moveTo>
                    <a:lnTo>
                      <a:pt x="496" y="516"/>
                    </a:lnTo>
                    <a:lnTo>
                      <a:pt x="496" y="520"/>
                    </a:lnTo>
                    <a:lnTo>
                      <a:pt x="496" y="520"/>
                    </a:lnTo>
                    <a:lnTo>
                      <a:pt x="496" y="520"/>
                    </a:lnTo>
                    <a:close/>
                    <a:moveTo>
                      <a:pt x="500" y="520"/>
                    </a:moveTo>
                    <a:lnTo>
                      <a:pt x="500" y="516"/>
                    </a:lnTo>
                    <a:lnTo>
                      <a:pt x="504" y="516"/>
                    </a:lnTo>
                    <a:lnTo>
                      <a:pt x="504" y="520"/>
                    </a:lnTo>
                    <a:lnTo>
                      <a:pt x="500" y="520"/>
                    </a:lnTo>
                    <a:lnTo>
                      <a:pt x="500" y="520"/>
                    </a:lnTo>
                    <a:lnTo>
                      <a:pt x="500" y="520"/>
                    </a:lnTo>
                    <a:close/>
                    <a:moveTo>
                      <a:pt x="496" y="520"/>
                    </a:moveTo>
                    <a:lnTo>
                      <a:pt x="492" y="520"/>
                    </a:lnTo>
                    <a:lnTo>
                      <a:pt x="492" y="516"/>
                    </a:lnTo>
                    <a:lnTo>
                      <a:pt x="496" y="516"/>
                    </a:lnTo>
                    <a:lnTo>
                      <a:pt x="496" y="520"/>
                    </a:lnTo>
                    <a:lnTo>
                      <a:pt x="496" y="520"/>
                    </a:lnTo>
                    <a:lnTo>
                      <a:pt x="496" y="520"/>
                    </a:lnTo>
                    <a:close/>
                    <a:moveTo>
                      <a:pt x="500" y="520"/>
                    </a:moveTo>
                    <a:lnTo>
                      <a:pt x="504" y="520"/>
                    </a:lnTo>
                    <a:lnTo>
                      <a:pt x="500" y="520"/>
                    </a:lnTo>
                    <a:lnTo>
                      <a:pt x="500" y="520"/>
                    </a:lnTo>
                    <a:lnTo>
                      <a:pt x="500" y="520"/>
                    </a:lnTo>
                    <a:close/>
                    <a:moveTo>
                      <a:pt x="500" y="524"/>
                    </a:moveTo>
                    <a:lnTo>
                      <a:pt x="500" y="520"/>
                    </a:lnTo>
                    <a:lnTo>
                      <a:pt x="504" y="520"/>
                    </a:lnTo>
                    <a:lnTo>
                      <a:pt x="504" y="524"/>
                    </a:lnTo>
                    <a:lnTo>
                      <a:pt x="500" y="524"/>
                    </a:lnTo>
                    <a:lnTo>
                      <a:pt x="500" y="524"/>
                    </a:lnTo>
                    <a:lnTo>
                      <a:pt x="500" y="524"/>
                    </a:lnTo>
                    <a:close/>
                    <a:moveTo>
                      <a:pt x="506" y="526"/>
                    </a:moveTo>
                    <a:lnTo>
                      <a:pt x="504" y="526"/>
                    </a:lnTo>
                    <a:lnTo>
                      <a:pt x="504" y="524"/>
                    </a:lnTo>
                    <a:lnTo>
                      <a:pt x="504" y="520"/>
                    </a:lnTo>
                    <a:lnTo>
                      <a:pt x="506" y="520"/>
                    </a:lnTo>
                    <a:lnTo>
                      <a:pt x="506" y="524"/>
                    </a:lnTo>
                    <a:lnTo>
                      <a:pt x="506" y="526"/>
                    </a:lnTo>
                    <a:lnTo>
                      <a:pt x="506" y="526"/>
                    </a:lnTo>
                    <a:lnTo>
                      <a:pt x="506" y="526"/>
                    </a:lnTo>
                    <a:close/>
                    <a:moveTo>
                      <a:pt x="492" y="526"/>
                    </a:moveTo>
                    <a:lnTo>
                      <a:pt x="492" y="524"/>
                    </a:lnTo>
                    <a:lnTo>
                      <a:pt x="496" y="520"/>
                    </a:lnTo>
                    <a:lnTo>
                      <a:pt x="496" y="524"/>
                    </a:lnTo>
                    <a:lnTo>
                      <a:pt x="496" y="526"/>
                    </a:lnTo>
                    <a:lnTo>
                      <a:pt x="492" y="526"/>
                    </a:lnTo>
                    <a:lnTo>
                      <a:pt x="492" y="526"/>
                    </a:lnTo>
                    <a:lnTo>
                      <a:pt x="492" y="526"/>
                    </a:lnTo>
                    <a:close/>
                    <a:moveTo>
                      <a:pt x="500" y="526"/>
                    </a:moveTo>
                    <a:lnTo>
                      <a:pt x="500" y="524"/>
                    </a:lnTo>
                    <a:lnTo>
                      <a:pt x="504" y="524"/>
                    </a:lnTo>
                    <a:lnTo>
                      <a:pt x="504" y="526"/>
                    </a:lnTo>
                    <a:lnTo>
                      <a:pt x="500" y="526"/>
                    </a:lnTo>
                    <a:lnTo>
                      <a:pt x="500" y="526"/>
                    </a:lnTo>
                    <a:lnTo>
                      <a:pt x="500" y="526"/>
                    </a:lnTo>
                    <a:close/>
                    <a:moveTo>
                      <a:pt x="492" y="526"/>
                    </a:moveTo>
                    <a:lnTo>
                      <a:pt x="492" y="524"/>
                    </a:lnTo>
                    <a:lnTo>
                      <a:pt x="492" y="526"/>
                    </a:lnTo>
                    <a:lnTo>
                      <a:pt x="492" y="526"/>
                    </a:lnTo>
                    <a:lnTo>
                      <a:pt x="492" y="526"/>
                    </a:lnTo>
                    <a:close/>
                    <a:moveTo>
                      <a:pt x="500" y="530"/>
                    </a:moveTo>
                    <a:lnTo>
                      <a:pt x="500" y="526"/>
                    </a:lnTo>
                    <a:lnTo>
                      <a:pt x="500" y="530"/>
                    </a:lnTo>
                    <a:lnTo>
                      <a:pt x="500" y="530"/>
                    </a:lnTo>
                    <a:lnTo>
                      <a:pt x="500" y="530"/>
                    </a:lnTo>
                    <a:close/>
                    <a:moveTo>
                      <a:pt x="504" y="530"/>
                    </a:moveTo>
                    <a:lnTo>
                      <a:pt x="500" y="530"/>
                    </a:lnTo>
                    <a:lnTo>
                      <a:pt x="504" y="530"/>
                    </a:lnTo>
                    <a:lnTo>
                      <a:pt x="504" y="526"/>
                    </a:lnTo>
                    <a:lnTo>
                      <a:pt x="504" y="530"/>
                    </a:lnTo>
                    <a:lnTo>
                      <a:pt x="504" y="530"/>
                    </a:lnTo>
                    <a:lnTo>
                      <a:pt x="504" y="530"/>
                    </a:lnTo>
                    <a:close/>
                    <a:moveTo>
                      <a:pt x="504" y="534"/>
                    </a:moveTo>
                    <a:lnTo>
                      <a:pt x="500" y="534"/>
                    </a:lnTo>
                    <a:lnTo>
                      <a:pt x="500" y="530"/>
                    </a:lnTo>
                    <a:lnTo>
                      <a:pt x="504" y="530"/>
                    </a:lnTo>
                    <a:lnTo>
                      <a:pt x="504" y="534"/>
                    </a:lnTo>
                    <a:lnTo>
                      <a:pt x="504" y="534"/>
                    </a:lnTo>
                    <a:lnTo>
                      <a:pt x="504" y="534"/>
                    </a:lnTo>
                    <a:close/>
                    <a:moveTo>
                      <a:pt x="492" y="556"/>
                    </a:moveTo>
                    <a:lnTo>
                      <a:pt x="492" y="552"/>
                    </a:lnTo>
                    <a:lnTo>
                      <a:pt x="496" y="552"/>
                    </a:lnTo>
                    <a:lnTo>
                      <a:pt x="496" y="556"/>
                    </a:lnTo>
                    <a:lnTo>
                      <a:pt x="492" y="556"/>
                    </a:lnTo>
                    <a:lnTo>
                      <a:pt x="492" y="556"/>
                    </a:lnTo>
                    <a:lnTo>
                      <a:pt x="492" y="556"/>
                    </a:lnTo>
                    <a:close/>
                    <a:moveTo>
                      <a:pt x="484" y="566"/>
                    </a:moveTo>
                    <a:lnTo>
                      <a:pt x="488" y="566"/>
                    </a:lnTo>
                    <a:lnTo>
                      <a:pt x="484" y="566"/>
                    </a:lnTo>
                    <a:lnTo>
                      <a:pt x="484" y="566"/>
                    </a:lnTo>
                    <a:lnTo>
                      <a:pt x="484" y="566"/>
                    </a:lnTo>
                    <a:close/>
                    <a:moveTo>
                      <a:pt x="484" y="566"/>
                    </a:moveTo>
                    <a:lnTo>
                      <a:pt x="480" y="566"/>
                    </a:lnTo>
                    <a:lnTo>
                      <a:pt x="484" y="566"/>
                    </a:lnTo>
                    <a:lnTo>
                      <a:pt x="484" y="566"/>
                    </a:lnTo>
                    <a:lnTo>
                      <a:pt x="484" y="566"/>
                    </a:lnTo>
                    <a:close/>
                    <a:moveTo>
                      <a:pt x="496" y="570"/>
                    </a:moveTo>
                    <a:lnTo>
                      <a:pt x="492" y="570"/>
                    </a:lnTo>
                    <a:lnTo>
                      <a:pt x="496" y="566"/>
                    </a:lnTo>
                    <a:lnTo>
                      <a:pt x="500" y="566"/>
                    </a:lnTo>
                    <a:lnTo>
                      <a:pt x="500" y="570"/>
                    </a:lnTo>
                    <a:lnTo>
                      <a:pt x="504" y="570"/>
                    </a:lnTo>
                    <a:lnTo>
                      <a:pt x="504" y="566"/>
                    </a:lnTo>
                    <a:lnTo>
                      <a:pt x="504" y="570"/>
                    </a:lnTo>
                    <a:lnTo>
                      <a:pt x="500" y="570"/>
                    </a:lnTo>
                    <a:lnTo>
                      <a:pt x="496" y="570"/>
                    </a:lnTo>
                    <a:lnTo>
                      <a:pt x="496" y="570"/>
                    </a:lnTo>
                    <a:lnTo>
                      <a:pt x="496" y="570"/>
                    </a:lnTo>
                    <a:close/>
                    <a:moveTo>
                      <a:pt x="488" y="574"/>
                    </a:moveTo>
                    <a:lnTo>
                      <a:pt x="484" y="570"/>
                    </a:lnTo>
                    <a:lnTo>
                      <a:pt x="480" y="570"/>
                    </a:lnTo>
                    <a:lnTo>
                      <a:pt x="484" y="570"/>
                    </a:lnTo>
                    <a:lnTo>
                      <a:pt x="488" y="570"/>
                    </a:lnTo>
                    <a:lnTo>
                      <a:pt x="488" y="566"/>
                    </a:lnTo>
                    <a:lnTo>
                      <a:pt x="488" y="570"/>
                    </a:lnTo>
                    <a:lnTo>
                      <a:pt x="488" y="574"/>
                    </a:lnTo>
                    <a:lnTo>
                      <a:pt x="488" y="574"/>
                    </a:lnTo>
                    <a:lnTo>
                      <a:pt x="488" y="574"/>
                    </a:lnTo>
                    <a:close/>
                    <a:moveTo>
                      <a:pt x="484" y="586"/>
                    </a:moveTo>
                    <a:lnTo>
                      <a:pt x="480" y="586"/>
                    </a:lnTo>
                    <a:lnTo>
                      <a:pt x="480" y="582"/>
                    </a:lnTo>
                    <a:lnTo>
                      <a:pt x="480" y="578"/>
                    </a:lnTo>
                    <a:lnTo>
                      <a:pt x="480" y="582"/>
                    </a:lnTo>
                    <a:lnTo>
                      <a:pt x="476" y="582"/>
                    </a:lnTo>
                    <a:lnTo>
                      <a:pt x="476" y="578"/>
                    </a:lnTo>
                    <a:lnTo>
                      <a:pt x="480" y="578"/>
                    </a:lnTo>
                    <a:lnTo>
                      <a:pt x="476" y="578"/>
                    </a:lnTo>
                    <a:lnTo>
                      <a:pt x="476" y="574"/>
                    </a:lnTo>
                    <a:lnTo>
                      <a:pt x="476" y="570"/>
                    </a:lnTo>
                    <a:lnTo>
                      <a:pt x="480" y="570"/>
                    </a:lnTo>
                    <a:lnTo>
                      <a:pt x="480" y="574"/>
                    </a:lnTo>
                    <a:lnTo>
                      <a:pt x="480" y="578"/>
                    </a:lnTo>
                    <a:lnTo>
                      <a:pt x="484" y="578"/>
                    </a:lnTo>
                    <a:lnTo>
                      <a:pt x="484" y="582"/>
                    </a:lnTo>
                    <a:lnTo>
                      <a:pt x="484" y="586"/>
                    </a:lnTo>
                    <a:lnTo>
                      <a:pt x="484" y="586"/>
                    </a:lnTo>
                    <a:lnTo>
                      <a:pt x="484" y="586"/>
                    </a:lnTo>
                    <a:close/>
                    <a:moveTo>
                      <a:pt x="484" y="582"/>
                    </a:moveTo>
                    <a:lnTo>
                      <a:pt x="484" y="574"/>
                    </a:lnTo>
                    <a:lnTo>
                      <a:pt x="480" y="574"/>
                    </a:lnTo>
                    <a:lnTo>
                      <a:pt x="484" y="574"/>
                    </a:lnTo>
                    <a:lnTo>
                      <a:pt x="488" y="574"/>
                    </a:lnTo>
                    <a:lnTo>
                      <a:pt x="488" y="578"/>
                    </a:lnTo>
                    <a:lnTo>
                      <a:pt x="484" y="582"/>
                    </a:lnTo>
                    <a:lnTo>
                      <a:pt x="484" y="582"/>
                    </a:lnTo>
                    <a:lnTo>
                      <a:pt x="484" y="582"/>
                    </a:lnTo>
                    <a:close/>
                    <a:moveTo>
                      <a:pt x="492" y="578"/>
                    </a:moveTo>
                    <a:lnTo>
                      <a:pt x="492" y="574"/>
                    </a:lnTo>
                    <a:lnTo>
                      <a:pt x="496" y="574"/>
                    </a:lnTo>
                    <a:lnTo>
                      <a:pt x="496" y="578"/>
                    </a:lnTo>
                    <a:lnTo>
                      <a:pt x="492" y="578"/>
                    </a:lnTo>
                    <a:lnTo>
                      <a:pt x="492" y="578"/>
                    </a:lnTo>
                    <a:lnTo>
                      <a:pt x="492" y="578"/>
                    </a:lnTo>
                    <a:close/>
                    <a:moveTo>
                      <a:pt x="492" y="586"/>
                    </a:moveTo>
                    <a:lnTo>
                      <a:pt x="488" y="586"/>
                    </a:lnTo>
                    <a:lnTo>
                      <a:pt x="484" y="586"/>
                    </a:lnTo>
                    <a:lnTo>
                      <a:pt x="484" y="582"/>
                    </a:lnTo>
                    <a:lnTo>
                      <a:pt x="488" y="582"/>
                    </a:lnTo>
                    <a:lnTo>
                      <a:pt x="488" y="578"/>
                    </a:lnTo>
                    <a:lnTo>
                      <a:pt x="488" y="582"/>
                    </a:lnTo>
                    <a:lnTo>
                      <a:pt x="488" y="578"/>
                    </a:lnTo>
                    <a:lnTo>
                      <a:pt x="488" y="574"/>
                    </a:lnTo>
                    <a:lnTo>
                      <a:pt x="492" y="574"/>
                    </a:lnTo>
                    <a:lnTo>
                      <a:pt x="492" y="578"/>
                    </a:lnTo>
                    <a:lnTo>
                      <a:pt x="492" y="582"/>
                    </a:lnTo>
                    <a:lnTo>
                      <a:pt x="492" y="586"/>
                    </a:lnTo>
                    <a:lnTo>
                      <a:pt x="492" y="582"/>
                    </a:lnTo>
                    <a:lnTo>
                      <a:pt x="492" y="586"/>
                    </a:lnTo>
                    <a:lnTo>
                      <a:pt x="492" y="586"/>
                    </a:lnTo>
                    <a:lnTo>
                      <a:pt x="492" y="586"/>
                    </a:lnTo>
                    <a:close/>
                    <a:moveTo>
                      <a:pt x="496" y="582"/>
                    </a:moveTo>
                    <a:lnTo>
                      <a:pt x="496" y="578"/>
                    </a:lnTo>
                    <a:lnTo>
                      <a:pt x="492" y="578"/>
                    </a:lnTo>
                    <a:lnTo>
                      <a:pt x="496" y="578"/>
                    </a:lnTo>
                    <a:lnTo>
                      <a:pt x="496" y="582"/>
                    </a:lnTo>
                    <a:lnTo>
                      <a:pt x="496" y="582"/>
                    </a:lnTo>
                    <a:lnTo>
                      <a:pt x="496" y="582"/>
                    </a:lnTo>
                    <a:close/>
                    <a:moveTo>
                      <a:pt x="500" y="582"/>
                    </a:moveTo>
                    <a:lnTo>
                      <a:pt x="496" y="582"/>
                    </a:lnTo>
                    <a:lnTo>
                      <a:pt x="496" y="578"/>
                    </a:lnTo>
                    <a:lnTo>
                      <a:pt x="500" y="578"/>
                    </a:lnTo>
                    <a:lnTo>
                      <a:pt x="500" y="582"/>
                    </a:lnTo>
                    <a:lnTo>
                      <a:pt x="500" y="582"/>
                    </a:lnTo>
                    <a:lnTo>
                      <a:pt x="500" y="582"/>
                    </a:lnTo>
                    <a:close/>
                    <a:moveTo>
                      <a:pt x="476" y="586"/>
                    </a:moveTo>
                    <a:lnTo>
                      <a:pt x="480" y="586"/>
                    </a:lnTo>
                    <a:lnTo>
                      <a:pt x="476" y="586"/>
                    </a:lnTo>
                    <a:lnTo>
                      <a:pt x="476" y="582"/>
                    </a:lnTo>
                    <a:lnTo>
                      <a:pt x="480" y="582"/>
                    </a:lnTo>
                    <a:lnTo>
                      <a:pt x="480" y="586"/>
                    </a:lnTo>
                    <a:lnTo>
                      <a:pt x="476" y="586"/>
                    </a:lnTo>
                    <a:lnTo>
                      <a:pt x="476" y="586"/>
                    </a:lnTo>
                    <a:lnTo>
                      <a:pt x="476" y="586"/>
                    </a:lnTo>
                    <a:close/>
                    <a:moveTo>
                      <a:pt x="492" y="604"/>
                    </a:moveTo>
                    <a:lnTo>
                      <a:pt x="492" y="608"/>
                    </a:lnTo>
                    <a:lnTo>
                      <a:pt x="492" y="604"/>
                    </a:lnTo>
                    <a:lnTo>
                      <a:pt x="496" y="604"/>
                    </a:lnTo>
                    <a:lnTo>
                      <a:pt x="496" y="608"/>
                    </a:lnTo>
                    <a:lnTo>
                      <a:pt x="492" y="612"/>
                    </a:lnTo>
                    <a:lnTo>
                      <a:pt x="492" y="616"/>
                    </a:lnTo>
                    <a:lnTo>
                      <a:pt x="488" y="616"/>
                    </a:lnTo>
                    <a:lnTo>
                      <a:pt x="488" y="612"/>
                    </a:lnTo>
                    <a:lnTo>
                      <a:pt x="492" y="612"/>
                    </a:lnTo>
                    <a:lnTo>
                      <a:pt x="488" y="612"/>
                    </a:lnTo>
                    <a:lnTo>
                      <a:pt x="488" y="608"/>
                    </a:lnTo>
                    <a:lnTo>
                      <a:pt x="488" y="604"/>
                    </a:lnTo>
                    <a:lnTo>
                      <a:pt x="488" y="600"/>
                    </a:lnTo>
                    <a:lnTo>
                      <a:pt x="492" y="600"/>
                    </a:lnTo>
                    <a:lnTo>
                      <a:pt x="488" y="600"/>
                    </a:lnTo>
                    <a:lnTo>
                      <a:pt x="488" y="604"/>
                    </a:lnTo>
                    <a:lnTo>
                      <a:pt x="488" y="600"/>
                    </a:lnTo>
                    <a:lnTo>
                      <a:pt x="484" y="604"/>
                    </a:lnTo>
                    <a:lnTo>
                      <a:pt x="488" y="604"/>
                    </a:lnTo>
                    <a:lnTo>
                      <a:pt x="484" y="608"/>
                    </a:lnTo>
                    <a:lnTo>
                      <a:pt x="484" y="612"/>
                    </a:lnTo>
                    <a:lnTo>
                      <a:pt x="484" y="608"/>
                    </a:lnTo>
                    <a:lnTo>
                      <a:pt x="480" y="604"/>
                    </a:lnTo>
                    <a:lnTo>
                      <a:pt x="480" y="600"/>
                    </a:lnTo>
                    <a:lnTo>
                      <a:pt x="480" y="596"/>
                    </a:lnTo>
                    <a:lnTo>
                      <a:pt x="480" y="600"/>
                    </a:lnTo>
                    <a:lnTo>
                      <a:pt x="484" y="600"/>
                    </a:lnTo>
                    <a:lnTo>
                      <a:pt x="484" y="604"/>
                    </a:lnTo>
                    <a:lnTo>
                      <a:pt x="484" y="600"/>
                    </a:lnTo>
                    <a:lnTo>
                      <a:pt x="480" y="600"/>
                    </a:lnTo>
                    <a:lnTo>
                      <a:pt x="480" y="596"/>
                    </a:lnTo>
                    <a:lnTo>
                      <a:pt x="484" y="600"/>
                    </a:lnTo>
                    <a:lnTo>
                      <a:pt x="484" y="596"/>
                    </a:lnTo>
                    <a:lnTo>
                      <a:pt x="488" y="600"/>
                    </a:lnTo>
                    <a:lnTo>
                      <a:pt x="488" y="596"/>
                    </a:lnTo>
                    <a:lnTo>
                      <a:pt x="488" y="594"/>
                    </a:lnTo>
                    <a:lnTo>
                      <a:pt x="484" y="590"/>
                    </a:lnTo>
                    <a:lnTo>
                      <a:pt x="484" y="586"/>
                    </a:lnTo>
                    <a:lnTo>
                      <a:pt x="488" y="586"/>
                    </a:lnTo>
                    <a:lnTo>
                      <a:pt x="492" y="586"/>
                    </a:lnTo>
                    <a:lnTo>
                      <a:pt x="492" y="590"/>
                    </a:lnTo>
                    <a:lnTo>
                      <a:pt x="492" y="594"/>
                    </a:lnTo>
                    <a:lnTo>
                      <a:pt x="492" y="596"/>
                    </a:lnTo>
                    <a:lnTo>
                      <a:pt x="496" y="596"/>
                    </a:lnTo>
                    <a:lnTo>
                      <a:pt x="492" y="600"/>
                    </a:lnTo>
                    <a:lnTo>
                      <a:pt x="492" y="604"/>
                    </a:lnTo>
                    <a:lnTo>
                      <a:pt x="492" y="604"/>
                    </a:lnTo>
                    <a:lnTo>
                      <a:pt x="492" y="604"/>
                    </a:lnTo>
                    <a:close/>
                    <a:moveTo>
                      <a:pt x="484" y="594"/>
                    </a:moveTo>
                    <a:lnTo>
                      <a:pt x="480" y="590"/>
                    </a:lnTo>
                    <a:lnTo>
                      <a:pt x="484" y="590"/>
                    </a:lnTo>
                    <a:lnTo>
                      <a:pt x="484" y="594"/>
                    </a:lnTo>
                    <a:lnTo>
                      <a:pt x="484" y="594"/>
                    </a:lnTo>
                    <a:lnTo>
                      <a:pt x="484" y="594"/>
                    </a:lnTo>
                    <a:close/>
                    <a:moveTo>
                      <a:pt x="480" y="594"/>
                    </a:moveTo>
                    <a:lnTo>
                      <a:pt x="480" y="590"/>
                    </a:lnTo>
                    <a:lnTo>
                      <a:pt x="480" y="594"/>
                    </a:lnTo>
                    <a:lnTo>
                      <a:pt x="476" y="594"/>
                    </a:lnTo>
                    <a:lnTo>
                      <a:pt x="476" y="590"/>
                    </a:lnTo>
                    <a:lnTo>
                      <a:pt x="480" y="590"/>
                    </a:lnTo>
                    <a:lnTo>
                      <a:pt x="484" y="594"/>
                    </a:lnTo>
                    <a:lnTo>
                      <a:pt x="480" y="594"/>
                    </a:lnTo>
                    <a:lnTo>
                      <a:pt x="480" y="594"/>
                    </a:lnTo>
                    <a:lnTo>
                      <a:pt x="480" y="594"/>
                    </a:lnTo>
                    <a:close/>
                    <a:moveTo>
                      <a:pt x="488" y="596"/>
                    </a:moveTo>
                    <a:lnTo>
                      <a:pt x="484" y="596"/>
                    </a:lnTo>
                    <a:lnTo>
                      <a:pt x="480" y="596"/>
                    </a:lnTo>
                    <a:lnTo>
                      <a:pt x="480" y="594"/>
                    </a:lnTo>
                    <a:lnTo>
                      <a:pt x="484" y="594"/>
                    </a:lnTo>
                    <a:lnTo>
                      <a:pt x="488" y="594"/>
                    </a:lnTo>
                    <a:lnTo>
                      <a:pt x="488" y="596"/>
                    </a:lnTo>
                    <a:lnTo>
                      <a:pt x="488" y="596"/>
                    </a:lnTo>
                    <a:lnTo>
                      <a:pt x="488" y="596"/>
                    </a:lnTo>
                    <a:close/>
                    <a:moveTo>
                      <a:pt x="496" y="604"/>
                    </a:moveTo>
                    <a:lnTo>
                      <a:pt x="492" y="600"/>
                    </a:lnTo>
                    <a:lnTo>
                      <a:pt x="496" y="600"/>
                    </a:lnTo>
                    <a:lnTo>
                      <a:pt x="496" y="604"/>
                    </a:lnTo>
                    <a:lnTo>
                      <a:pt x="496" y="604"/>
                    </a:lnTo>
                    <a:lnTo>
                      <a:pt x="496" y="604"/>
                    </a:lnTo>
                    <a:close/>
                    <a:moveTo>
                      <a:pt x="484" y="612"/>
                    </a:moveTo>
                    <a:lnTo>
                      <a:pt x="480" y="608"/>
                    </a:lnTo>
                    <a:lnTo>
                      <a:pt x="480" y="612"/>
                    </a:lnTo>
                    <a:lnTo>
                      <a:pt x="480" y="608"/>
                    </a:lnTo>
                    <a:lnTo>
                      <a:pt x="476" y="608"/>
                    </a:lnTo>
                    <a:lnTo>
                      <a:pt x="476" y="604"/>
                    </a:lnTo>
                    <a:lnTo>
                      <a:pt x="480" y="604"/>
                    </a:lnTo>
                    <a:lnTo>
                      <a:pt x="484" y="608"/>
                    </a:lnTo>
                    <a:lnTo>
                      <a:pt x="484" y="612"/>
                    </a:lnTo>
                    <a:lnTo>
                      <a:pt x="484" y="612"/>
                    </a:lnTo>
                    <a:lnTo>
                      <a:pt x="484" y="612"/>
                    </a:lnTo>
                    <a:close/>
                    <a:moveTo>
                      <a:pt x="484" y="620"/>
                    </a:moveTo>
                    <a:lnTo>
                      <a:pt x="484" y="624"/>
                    </a:lnTo>
                    <a:lnTo>
                      <a:pt x="480" y="624"/>
                    </a:lnTo>
                    <a:lnTo>
                      <a:pt x="480" y="620"/>
                    </a:lnTo>
                    <a:lnTo>
                      <a:pt x="484" y="620"/>
                    </a:lnTo>
                    <a:lnTo>
                      <a:pt x="480" y="620"/>
                    </a:lnTo>
                    <a:lnTo>
                      <a:pt x="480" y="616"/>
                    </a:lnTo>
                    <a:lnTo>
                      <a:pt x="480" y="620"/>
                    </a:lnTo>
                    <a:lnTo>
                      <a:pt x="484" y="620"/>
                    </a:lnTo>
                    <a:lnTo>
                      <a:pt x="484" y="616"/>
                    </a:lnTo>
                    <a:lnTo>
                      <a:pt x="480" y="616"/>
                    </a:lnTo>
                    <a:lnTo>
                      <a:pt x="480" y="612"/>
                    </a:lnTo>
                    <a:lnTo>
                      <a:pt x="484" y="612"/>
                    </a:lnTo>
                    <a:lnTo>
                      <a:pt x="484" y="616"/>
                    </a:lnTo>
                    <a:lnTo>
                      <a:pt x="488" y="616"/>
                    </a:lnTo>
                    <a:lnTo>
                      <a:pt x="484" y="620"/>
                    </a:lnTo>
                    <a:lnTo>
                      <a:pt x="484" y="620"/>
                    </a:lnTo>
                    <a:lnTo>
                      <a:pt x="484" y="620"/>
                    </a:lnTo>
                    <a:close/>
                    <a:moveTo>
                      <a:pt x="488" y="624"/>
                    </a:moveTo>
                    <a:lnTo>
                      <a:pt x="488" y="620"/>
                    </a:lnTo>
                    <a:lnTo>
                      <a:pt x="492" y="620"/>
                    </a:lnTo>
                    <a:lnTo>
                      <a:pt x="492" y="624"/>
                    </a:lnTo>
                    <a:lnTo>
                      <a:pt x="488" y="624"/>
                    </a:lnTo>
                    <a:lnTo>
                      <a:pt x="488" y="624"/>
                    </a:lnTo>
                    <a:lnTo>
                      <a:pt x="488" y="624"/>
                    </a:lnTo>
                    <a:close/>
                    <a:moveTo>
                      <a:pt x="496" y="630"/>
                    </a:moveTo>
                    <a:lnTo>
                      <a:pt x="492" y="626"/>
                    </a:lnTo>
                    <a:lnTo>
                      <a:pt x="492" y="624"/>
                    </a:lnTo>
                    <a:lnTo>
                      <a:pt x="496" y="624"/>
                    </a:lnTo>
                    <a:lnTo>
                      <a:pt x="492" y="624"/>
                    </a:lnTo>
                    <a:lnTo>
                      <a:pt x="496" y="624"/>
                    </a:lnTo>
                    <a:lnTo>
                      <a:pt x="496" y="626"/>
                    </a:lnTo>
                    <a:lnTo>
                      <a:pt x="496" y="630"/>
                    </a:lnTo>
                    <a:lnTo>
                      <a:pt x="500" y="630"/>
                    </a:lnTo>
                    <a:lnTo>
                      <a:pt x="496" y="630"/>
                    </a:lnTo>
                    <a:lnTo>
                      <a:pt x="496" y="630"/>
                    </a:lnTo>
                    <a:lnTo>
                      <a:pt x="496" y="630"/>
                    </a:lnTo>
                    <a:close/>
                    <a:moveTo>
                      <a:pt x="480" y="630"/>
                    </a:moveTo>
                    <a:lnTo>
                      <a:pt x="476" y="626"/>
                    </a:lnTo>
                    <a:lnTo>
                      <a:pt x="480" y="626"/>
                    </a:lnTo>
                    <a:lnTo>
                      <a:pt x="480" y="624"/>
                    </a:lnTo>
                    <a:lnTo>
                      <a:pt x="484" y="624"/>
                    </a:lnTo>
                    <a:lnTo>
                      <a:pt x="484" y="626"/>
                    </a:lnTo>
                    <a:lnTo>
                      <a:pt x="480" y="626"/>
                    </a:lnTo>
                    <a:lnTo>
                      <a:pt x="480" y="630"/>
                    </a:lnTo>
                    <a:lnTo>
                      <a:pt x="480" y="630"/>
                    </a:lnTo>
                    <a:lnTo>
                      <a:pt x="480" y="630"/>
                    </a:lnTo>
                    <a:close/>
                    <a:moveTo>
                      <a:pt x="484" y="630"/>
                    </a:moveTo>
                    <a:lnTo>
                      <a:pt x="484" y="626"/>
                    </a:lnTo>
                    <a:lnTo>
                      <a:pt x="484" y="630"/>
                    </a:lnTo>
                    <a:lnTo>
                      <a:pt x="484" y="630"/>
                    </a:lnTo>
                    <a:lnTo>
                      <a:pt x="484" y="630"/>
                    </a:lnTo>
                    <a:close/>
                    <a:moveTo>
                      <a:pt x="492" y="630"/>
                    </a:moveTo>
                    <a:lnTo>
                      <a:pt x="488" y="630"/>
                    </a:lnTo>
                    <a:lnTo>
                      <a:pt x="488" y="626"/>
                    </a:lnTo>
                    <a:lnTo>
                      <a:pt x="492" y="630"/>
                    </a:lnTo>
                    <a:lnTo>
                      <a:pt x="492" y="630"/>
                    </a:lnTo>
                    <a:lnTo>
                      <a:pt x="492" y="630"/>
                    </a:lnTo>
                    <a:close/>
                    <a:moveTo>
                      <a:pt x="488" y="638"/>
                    </a:moveTo>
                    <a:lnTo>
                      <a:pt x="488" y="634"/>
                    </a:lnTo>
                    <a:lnTo>
                      <a:pt x="488" y="630"/>
                    </a:lnTo>
                    <a:lnTo>
                      <a:pt x="492" y="630"/>
                    </a:lnTo>
                    <a:lnTo>
                      <a:pt x="492" y="626"/>
                    </a:lnTo>
                    <a:lnTo>
                      <a:pt x="492" y="630"/>
                    </a:lnTo>
                    <a:lnTo>
                      <a:pt x="496" y="630"/>
                    </a:lnTo>
                    <a:lnTo>
                      <a:pt x="496" y="634"/>
                    </a:lnTo>
                    <a:lnTo>
                      <a:pt x="492" y="634"/>
                    </a:lnTo>
                    <a:lnTo>
                      <a:pt x="488" y="638"/>
                    </a:lnTo>
                    <a:lnTo>
                      <a:pt x="488" y="638"/>
                    </a:lnTo>
                    <a:lnTo>
                      <a:pt x="488" y="638"/>
                    </a:lnTo>
                    <a:close/>
                    <a:moveTo>
                      <a:pt x="496" y="638"/>
                    </a:moveTo>
                    <a:lnTo>
                      <a:pt x="496" y="634"/>
                    </a:lnTo>
                    <a:lnTo>
                      <a:pt x="496" y="630"/>
                    </a:lnTo>
                    <a:lnTo>
                      <a:pt x="496" y="634"/>
                    </a:lnTo>
                    <a:lnTo>
                      <a:pt x="496" y="638"/>
                    </a:lnTo>
                    <a:lnTo>
                      <a:pt x="496" y="638"/>
                    </a:lnTo>
                    <a:lnTo>
                      <a:pt x="496" y="638"/>
                    </a:lnTo>
                    <a:close/>
                    <a:moveTo>
                      <a:pt x="496" y="638"/>
                    </a:moveTo>
                    <a:lnTo>
                      <a:pt x="492" y="638"/>
                    </a:lnTo>
                    <a:lnTo>
                      <a:pt x="492" y="634"/>
                    </a:lnTo>
                    <a:lnTo>
                      <a:pt x="496" y="638"/>
                    </a:lnTo>
                    <a:lnTo>
                      <a:pt x="496" y="638"/>
                    </a:lnTo>
                    <a:lnTo>
                      <a:pt x="496" y="638"/>
                    </a:lnTo>
                    <a:close/>
                    <a:moveTo>
                      <a:pt x="484" y="646"/>
                    </a:moveTo>
                    <a:lnTo>
                      <a:pt x="484" y="642"/>
                    </a:lnTo>
                    <a:lnTo>
                      <a:pt x="488" y="642"/>
                    </a:lnTo>
                    <a:lnTo>
                      <a:pt x="488" y="638"/>
                    </a:lnTo>
                    <a:lnTo>
                      <a:pt x="492" y="638"/>
                    </a:lnTo>
                    <a:lnTo>
                      <a:pt x="492" y="642"/>
                    </a:lnTo>
                    <a:lnTo>
                      <a:pt x="488" y="642"/>
                    </a:lnTo>
                    <a:lnTo>
                      <a:pt x="484" y="646"/>
                    </a:lnTo>
                    <a:lnTo>
                      <a:pt x="484" y="646"/>
                    </a:lnTo>
                    <a:lnTo>
                      <a:pt x="484" y="646"/>
                    </a:lnTo>
                    <a:close/>
                    <a:moveTo>
                      <a:pt x="500" y="642"/>
                    </a:moveTo>
                    <a:lnTo>
                      <a:pt x="500" y="638"/>
                    </a:lnTo>
                    <a:lnTo>
                      <a:pt x="500" y="642"/>
                    </a:lnTo>
                    <a:lnTo>
                      <a:pt x="500" y="642"/>
                    </a:lnTo>
                    <a:lnTo>
                      <a:pt x="500" y="642"/>
                    </a:lnTo>
                    <a:close/>
                    <a:moveTo>
                      <a:pt x="504" y="642"/>
                    </a:moveTo>
                    <a:lnTo>
                      <a:pt x="504" y="638"/>
                    </a:lnTo>
                    <a:lnTo>
                      <a:pt x="504" y="642"/>
                    </a:lnTo>
                    <a:lnTo>
                      <a:pt x="504" y="642"/>
                    </a:lnTo>
                    <a:lnTo>
                      <a:pt x="504" y="642"/>
                    </a:lnTo>
                    <a:close/>
                    <a:moveTo>
                      <a:pt x="480" y="646"/>
                    </a:moveTo>
                    <a:lnTo>
                      <a:pt x="484" y="646"/>
                    </a:lnTo>
                    <a:lnTo>
                      <a:pt x="484" y="642"/>
                    </a:lnTo>
                    <a:lnTo>
                      <a:pt x="484" y="638"/>
                    </a:lnTo>
                    <a:lnTo>
                      <a:pt x="484" y="642"/>
                    </a:lnTo>
                    <a:lnTo>
                      <a:pt x="484" y="646"/>
                    </a:lnTo>
                    <a:lnTo>
                      <a:pt x="480" y="646"/>
                    </a:lnTo>
                    <a:lnTo>
                      <a:pt x="480" y="646"/>
                    </a:lnTo>
                    <a:lnTo>
                      <a:pt x="480" y="646"/>
                    </a:lnTo>
                    <a:close/>
                    <a:moveTo>
                      <a:pt x="500" y="650"/>
                    </a:moveTo>
                    <a:lnTo>
                      <a:pt x="496" y="650"/>
                    </a:lnTo>
                    <a:lnTo>
                      <a:pt x="500" y="650"/>
                    </a:lnTo>
                    <a:lnTo>
                      <a:pt x="500" y="646"/>
                    </a:lnTo>
                    <a:lnTo>
                      <a:pt x="500" y="650"/>
                    </a:lnTo>
                    <a:lnTo>
                      <a:pt x="500" y="650"/>
                    </a:lnTo>
                    <a:lnTo>
                      <a:pt x="500" y="650"/>
                    </a:lnTo>
                    <a:close/>
                    <a:moveTo>
                      <a:pt x="488" y="656"/>
                    </a:moveTo>
                    <a:lnTo>
                      <a:pt x="484" y="656"/>
                    </a:lnTo>
                    <a:lnTo>
                      <a:pt x="484" y="652"/>
                    </a:lnTo>
                    <a:lnTo>
                      <a:pt x="488" y="650"/>
                    </a:lnTo>
                    <a:lnTo>
                      <a:pt x="488" y="652"/>
                    </a:lnTo>
                    <a:lnTo>
                      <a:pt x="488" y="650"/>
                    </a:lnTo>
                    <a:lnTo>
                      <a:pt x="488" y="646"/>
                    </a:lnTo>
                    <a:lnTo>
                      <a:pt x="488" y="650"/>
                    </a:lnTo>
                    <a:lnTo>
                      <a:pt x="488" y="652"/>
                    </a:lnTo>
                    <a:lnTo>
                      <a:pt x="488" y="656"/>
                    </a:lnTo>
                    <a:lnTo>
                      <a:pt x="488" y="656"/>
                    </a:lnTo>
                    <a:lnTo>
                      <a:pt x="488" y="656"/>
                    </a:lnTo>
                    <a:close/>
                    <a:moveTo>
                      <a:pt x="504" y="650"/>
                    </a:moveTo>
                    <a:lnTo>
                      <a:pt x="500" y="650"/>
                    </a:lnTo>
                    <a:lnTo>
                      <a:pt x="504" y="650"/>
                    </a:lnTo>
                    <a:lnTo>
                      <a:pt x="504" y="650"/>
                    </a:lnTo>
                    <a:lnTo>
                      <a:pt x="504" y="650"/>
                    </a:lnTo>
                    <a:close/>
                    <a:moveTo>
                      <a:pt x="500" y="652"/>
                    </a:moveTo>
                    <a:lnTo>
                      <a:pt x="496" y="652"/>
                    </a:lnTo>
                    <a:lnTo>
                      <a:pt x="492" y="650"/>
                    </a:lnTo>
                    <a:lnTo>
                      <a:pt x="496" y="650"/>
                    </a:lnTo>
                    <a:lnTo>
                      <a:pt x="500" y="652"/>
                    </a:lnTo>
                    <a:lnTo>
                      <a:pt x="500" y="652"/>
                    </a:lnTo>
                    <a:lnTo>
                      <a:pt x="500" y="652"/>
                    </a:lnTo>
                    <a:close/>
                    <a:moveTo>
                      <a:pt x="484" y="652"/>
                    </a:moveTo>
                    <a:lnTo>
                      <a:pt x="484" y="650"/>
                    </a:lnTo>
                    <a:lnTo>
                      <a:pt x="488" y="650"/>
                    </a:lnTo>
                    <a:lnTo>
                      <a:pt x="484" y="650"/>
                    </a:lnTo>
                    <a:lnTo>
                      <a:pt x="484" y="652"/>
                    </a:lnTo>
                    <a:lnTo>
                      <a:pt x="484" y="652"/>
                    </a:lnTo>
                    <a:lnTo>
                      <a:pt x="484" y="652"/>
                    </a:lnTo>
                    <a:close/>
                    <a:moveTo>
                      <a:pt x="504" y="652"/>
                    </a:moveTo>
                    <a:lnTo>
                      <a:pt x="500" y="652"/>
                    </a:lnTo>
                    <a:lnTo>
                      <a:pt x="500" y="650"/>
                    </a:lnTo>
                    <a:lnTo>
                      <a:pt x="504" y="650"/>
                    </a:lnTo>
                    <a:lnTo>
                      <a:pt x="504" y="652"/>
                    </a:lnTo>
                    <a:lnTo>
                      <a:pt x="504" y="652"/>
                    </a:lnTo>
                    <a:lnTo>
                      <a:pt x="504" y="652"/>
                    </a:lnTo>
                    <a:close/>
                    <a:moveTo>
                      <a:pt x="488" y="656"/>
                    </a:moveTo>
                    <a:lnTo>
                      <a:pt x="488" y="652"/>
                    </a:lnTo>
                    <a:lnTo>
                      <a:pt x="492" y="652"/>
                    </a:lnTo>
                    <a:lnTo>
                      <a:pt x="488" y="656"/>
                    </a:lnTo>
                    <a:lnTo>
                      <a:pt x="488" y="656"/>
                    </a:lnTo>
                    <a:lnTo>
                      <a:pt x="488" y="656"/>
                    </a:lnTo>
                    <a:close/>
                    <a:moveTo>
                      <a:pt x="514" y="656"/>
                    </a:moveTo>
                    <a:lnTo>
                      <a:pt x="514" y="652"/>
                    </a:lnTo>
                    <a:lnTo>
                      <a:pt x="514" y="656"/>
                    </a:lnTo>
                    <a:lnTo>
                      <a:pt x="514" y="656"/>
                    </a:lnTo>
                    <a:lnTo>
                      <a:pt x="514" y="656"/>
                    </a:lnTo>
                    <a:close/>
                    <a:moveTo>
                      <a:pt x="504" y="660"/>
                    </a:moveTo>
                    <a:lnTo>
                      <a:pt x="504" y="656"/>
                    </a:lnTo>
                    <a:lnTo>
                      <a:pt x="500" y="656"/>
                    </a:lnTo>
                    <a:lnTo>
                      <a:pt x="500" y="652"/>
                    </a:lnTo>
                    <a:lnTo>
                      <a:pt x="504" y="656"/>
                    </a:lnTo>
                    <a:lnTo>
                      <a:pt x="504" y="660"/>
                    </a:lnTo>
                    <a:lnTo>
                      <a:pt x="504" y="660"/>
                    </a:lnTo>
                    <a:lnTo>
                      <a:pt x="504" y="660"/>
                    </a:lnTo>
                    <a:close/>
                    <a:moveTo>
                      <a:pt x="488" y="656"/>
                    </a:moveTo>
                    <a:lnTo>
                      <a:pt x="492" y="656"/>
                    </a:lnTo>
                    <a:lnTo>
                      <a:pt x="492" y="652"/>
                    </a:lnTo>
                    <a:lnTo>
                      <a:pt x="492" y="656"/>
                    </a:lnTo>
                    <a:lnTo>
                      <a:pt x="488" y="656"/>
                    </a:lnTo>
                    <a:lnTo>
                      <a:pt x="488" y="656"/>
                    </a:lnTo>
                    <a:lnTo>
                      <a:pt x="488" y="656"/>
                    </a:lnTo>
                    <a:close/>
                    <a:moveTo>
                      <a:pt x="500" y="664"/>
                    </a:moveTo>
                    <a:lnTo>
                      <a:pt x="496" y="664"/>
                    </a:lnTo>
                    <a:lnTo>
                      <a:pt x="496" y="660"/>
                    </a:lnTo>
                    <a:lnTo>
                      <a:pt x="500" y="660"/>
                    </a:lnTo>
                    <a:lnTo>
                      <a:pt x="496" y="660"/>
                    </a:lnTo>
                    <a:lnTo>
                      <a:pt x="496" y="656"/>
                    </a:lnTo>
                    <a:lnTo>
                      <a:pt x="500" y="660"/>
                    </a:lnTo>
                    <a:lnTo>
                      <a:pt x="500" y="664"/>
                    </a:lnTo>
                    <a:lnTo>
                      <a:pt x="500" y="664"/>
                    </a:lnTo>
                    <a:lnTo>
                      <a:pt x="500" y="664"/>
                    </a:lnTo>
                    <a:close/>
                    <a:moveTo>
                      <a:pt x="504" y="664"/>
                    </a:moveTo>
                    <a:lnTo>
                      <a:pt x="504" y="660"/>
                    </a:lnTo>
                    <a:lnTo>
                      <a:pt x="500" y="660"/>
                    </a:lnTo>
                    <a:lnTo>
                      <a:pt x="500" y="656"/>
                    </a:lnTo>
                    <a:lnTo>
                      <a:pt x="500" y="660"/>
                    </a:lnTo>
                    <a:lnTo>
                      <a:pt x="504" y="660"/>
                    </a:lnTo>
                    <a:lnTo>
                      <a:pt x="504" y="664"/>
                    </a:lnTo>
                    <a:lnTo>
                      <a:pt x="504" y="664"/>
                    </a:lnTo>
                    <a:lnTo>
                      <a:pt x="504" y="664"/>
                    </a:lnTo>
                    <a:close/>
                    <a:moveTo>
                      <a:pt x="488" y="660"/>
                    </a:moveTo>
                    <a:lnTo>
                      <a:pt x="492" y="660"/>
                    </a:lnTo>
                    <a:lnTo>
                      <a:pt x="488" y="660"/>
                    </a:lnTo>
                    <a:lnTo>
                      <a:pt x="488" y="660"/>
                    </a:lnTo>
                    <a:lnTo>
                      <a:pt x="488" y="660"/>
                    </a:lnTo>
                    <a:close/>
                    <a:moveTo>
                      <a:pt x="578" y="716"/>
                    </a:moveTo>
                    <a:lnTo>
                      <a:pt x="574" y="716"/>
                    </a:lnTo>
                    <a:lnTo>
                      <a:pt x="570" y="716"/>
                    </a:lnTo>
                    <a:lnTo>
                      <a:pt x="562" y="716"/>
                    </a:lnTo>
                    <a:lnTo>
                      <a:pt x="562" y="712"/>
                    </a:lnTo>
                    <a:lnTo>
                      <a:pt x="560" y="712"/>
                    </a:lnTo>
                    <a:lnTo>
                      <a:pt x="560" y="716"/>
                    </a:lnTo>
                    <a:lnTo>
                      <a:pt x="556" y="716"/>
                    </a:lnTo>
                    <a:lnTo>
                      <a:pt x="552" y="716"/>
                    </a:lnTo>
                    <a:lnTo>
                      <a:pt x="552" y="712"/>
                    </a:lnTo>
                    <a:lnTo>
                      <a:pt x="552" y="716"/>
                    </a:lnTo>
                    <a:lnTo>
                      <a:pt x="548" y="716"/>
                    </a:lnTo>
                    <a:lnTo>
                      <a:pt x="544" y="716"/>
                    </a:lnTo>
                    <a:lnTo>
                      <a:pt x="544" y="712"/>
                    </a:lnTo>
                    <a:lnTo>
                      <a:pt x="548" y="712"/>
                    </a:lnTo>
                    <a:lnTo>
                      <a:pt x="552" y="712"/>
                    </a:lnTo>
                    <a:lnTo>
                      <a:pt x="548" y="712"/>
                    </a:lnTo>
                    <a:lnTo>
                      <a:pt x="544" y="712"/>
                    </a:lnTo>
                    <a:lnTo>
                      <a:pt x="540" y="712"/>
                    </a:lnTo>
                    <a:lnTo>
                      <a:pt x="544" y="712"/>
                    </a:lnTo>
                    <a:lnTo>
                      <a:pt x="540" y="712"/>
                    </a:lnTo>
                    <a:lnTo>
                      <a:pt x="536" y="712"/>
                    </a:lnTo>
                    <a:lnTo>
                      <a:pt x="540" y="712"/>
                    </a:lnTo>
                    <a:lnTo>
                      <a:pt x="540" y="708"/>
                    </a:lnTo>
                    <a:lnTo>
                      <a:pt x="536" y="708"/>
                    </a:lnTo>
                    <a:lnTo>
                      <a:pt x="536" y="712"/>
                    </a:lnTo>
                    <a:lnTo>
                      <a:pt x="532" y="712"/>
                    </a:lnTo>
                    <a:lnTo>
                      <a:pt x="532" y="708"/>
                    </a:lnTo>
                    <a:lnTo>
                      <a:pt x="532" y="712"/>
                    </a:lnTo>
                    <a:lnTo>
                      <a:pt x="530" y="712"/>
                    </a:lnTo>
                    <a:lnTo>
                      <a:pt x="530" y="708"/>
                    </a:lnTo>
                    <a:lnTo>
                      <a:pt x="532" y="708"/>
                    </a:lnTo>
                    <a:lnTo>
                      <a:pt x="530" y="708"/>
                    </a:lnTo>
                    <a:lnTo>
                      <a:pt x="530" y="706"/>
                    </a:lnTo>
                    <a:lnTo>
                      <a:pt x="532" y="706"/>
                    </a:lnTo>
                    <a:lnTo>
                      <a:pt x="532" y="708"/>
                    </a:lnTo>
                    <a:lnTo>
                      <a:pt x="536" y="708"/>
                    </a:lnTo>
                    <a:lnTo>
                      <a:pt x="532" y="708"/>
                    </a:lnTo>
                    <a:lnTo>
                      <a:pt x="532" y="706"/>
                    </a:lnTo>
                    <a:lnTo>
                      <a:pt x="536" y="708"/>
                    </a:lnTo>
                    <a:lnTo>
                      <a:pt x="536" y="706"/>
                    </a:lnTo>
                    <a:lnTo>
                      <a:pt x="540" y="706"/>
                    </a:lnTo>
                    <a:lnTo>
                      <a:pt x="544" y="708"/>
                    </a:lnTo>
                    <a:lnTo>
                      <a:pt x="544" y="706"/>
                    </a:lnTo>
                    <a:lnTo>
                      <a:pt x="548" y="706"/>
                    </a:lnTo>
                    <a:lnTo>
                      <a:pt x="548" y="708"/>
                    </a:lnTo>
                    <a:lnTo>
                      <a:pt x="548" y="706"/>
                    </a:lnTo>
                    <a:lnTo>
                      <a:pt x="552" y="708"/>
                    </a:lnTo>
                    <a:lnTo>
                      <a:pt x="556" y="708"/>
                    </a:lnTo>
                    <a:lnTo>
                      <a:pt x="552" y="708"/>
                    </a:lnTo>
                    <a:lnTo>
                      <a:pt x="552" y="706"/>
                    </a:lnTo>
                    <a:lnTo>
                      <a:pt x="548" y="706"/>
                    </a:lnTo>
                    <a:lnTo>
                      <a:pt x="544" y="706"/>
                    </a:lnTo>
                    <a:lnTo>
                      <a:pt x="544" y="702"/>
                    </a:lnTo>
                    <a:lnTo>
                      <a:pt x="548" y="702"/>
                    </a:lnTo>
                    <a:lnTo>
                      <a:pt x="552" y="706"/>
                    </a:lnTo>
                    <a:lnTo>
                      <a:pt x="556" y="706"/>
                    </a:lnTo>
                    <a:lnTo>
                      <a:pt x="556" y="702"/>
                    </a:lnTo>
                    <a:lnTo>
                      <a:pt x="556" y="706"/>
                    </a:lnTo>
                    <a:lnTo>
                      <a:pt x="560" y="706"/>
                    </a:lnTo>
                    <a:lnTo>
                      <a:pt x="560" y="708"/>
                    </a:lnTo>
                    <a:lnTo>
                      <a:pt x="560" y="706"/>
                    </a:lnTo>
                    <a:lnTo>
                      <a:pt x="562" y="706"/>
                    </a:lnTo>
                    <a:lnTo>
                      <a:pt x="566" y="706"/>
                    </a:lnTo>
                    <a:lnTo>
                      <a:pt x="566" y="708"/>
                    </a:lnTo>
                    <a:lnTo>
                      <a:pt x="566" y="712"/>
                    </a:lnTo>
                    <a:lnTo>
                      <a:pt x="566" y="708"/>
                    </a:lnTo>
                    <a:lnTo>
                      <a:pt x="570" y="708"/>
                    </a:lnTo>
                    <a:lnTo>
                      <a:pt x="566" y="708"/>
                    </a:lnTo>
                    <a:lnTo>
                      <a:pt x="570" y="708"/>
                    </a:lnTo>
                    <a:lnTo>
                      <a:pt x="570" y="706"/>
                    </a:lnTo>
                    <a:lnTo>
                      <a:pt x="566" y="706"/>
                    </a:lnTo>
                    <a:lnTo>
                      <a:pt x="562" y="706"/>
                    </a:lnTo>
                    <a:lnTo>
                      <a:pt x="562" y="702"/>
                    </a:lnTo>
                    <a:lnTo>
                      <a:pt x="560" y="702"/>
                    </a:lnTo>
                    <a:lnTo>
                      <a:pt x="556" y="702"/>
                    </a:lnTo>
                    <a:lnTo>
                      <a:pt x="556" y="698"/>
                    </a:lnTo>
                    <a:lnTo>
                      <a:pt x="556" y="694"/>
                    </a:lnTo>
                    <a:lnTo>
                      <a:pt x="556" y="690"/>
                    </a:lnTo>
                    <a:lnTo>
                      <a:pt x="560" y="690"/>
                    </a:lnTo>
                    <a:lnTo>
                      <a:pt x="566" y="686"/>
                    </a:lnTo>
                    <a:lnTo>
                      <a:pt x="566" y="682"/>
                    </a:lnTo>
                    <a:lnTo>
                      <a:pt x="562" y="682"/>
                    </a:lnTo>
                    <a:lnTo>
                      <a:pt x="560" y="682"/>
                    </a:lnTo>
                    <a:lnTo>
                      <a:pt x="556" y="682"/>
                    </a:lnTo>
                    <a:lnTo>
                      <a:pt x="556" y="686"/>
                    </a:lnTo>
                    <a:lnTo>
                      <a:pt x="552" y="686"/>
                    </a:lnTo>
                    <a:lnTo>
                      <a:pt x="552" y="682"/>
                    </a:lnTo>
                    <a:lnTo>
                      <a:pt x="552" y="680"/>
                    </a:lnTo>
                    <a:lnTo>
                      <a:pt x="552" y="676"/>
                    </a:lnTo>
                    <a:lnTo>
                      <a:pt x="556" y="676"/>
                    </a:lnTo>
                    <a:lnTo>
                      <a:pt x="556" y="672"/>
                    </a:lnTo>
                    <a:lnTo>
                      <a:pt x="552" y="672"/>
                    </a:lnTo>
                    <a:lnTo>
                      <a:pt x="556" y="672"/>
                    </a:lnTo>
                    <a:lnTo>
                      <a:pt x="560" y="672"/>
                    </a:lnTo>
                    <a:lnTo>
                      <a:pt x="562" y="668"/>
                    </a:lnTo>
                    <a:lnTo>
                      <a:pt x="562" y="664"/>
                    </a:lnTo>
                    <a:lnTo>
                      <a:pt x="566" y="664"/>
                    </a:lnTo>
                    <a:lnTo>
                      <a:pt x="566" y="668"/>
                    </a:lnTo>
                    <a:lnTo>
                      <a:pt x="570" y="668"/>
                    </a:lnTo>
                    <a:lnTo>
                      <a:pt x="574" y="668"/>
                    </a:lnTo>
                    <a:lnTo>
                      <a:pt x="578" y="668"/>
                    </a:lnTo>
                    <a:lnTo>
                      <a:pt x="578" y="672"/>
                    </a:lnTo>
                    <a:lnTo>
                      <a:pt x="578" y="680"/>
                    </a:lnTo>
                    <a:lnTo>
                      <a:pt x="578" y="682"/>
                    </a:lnTo>
                    <a:lnTo>
                      <a:pt x="578" y="686"/>
                    </a:lnTo>
                    <a:lnTo>
                      <a:pt x="578" y="694"/>
                    </a:lnTo>
                    <a:lnTo>
                      <a:pt x="578" y="698"/>
                    </a:lnTo>
                    <a:lnTo>
                      <a:pt x="578" y="706"/>
                    </a:lnTo>
                    <a:lnTo>
                      <a:pt x="578" y="708"/>
                    </a:lnTo>
                    <a:lnTo>
                      <a:pt x="578" y="716"/>
                    </a:lnTo>
                    <a:lnTo>
                      <a:pt x="578" y="716"/>
                    </a:lnTo>
                    <a:lnTo>
                      <a:pt x="578" y="716"/>
                    </a:lnTo>
                    <a:close/>
                    <a:moveTo>
                      <a:pt x="510" y="682"/>
                    </a:moveTo>
                    <a:lnTo>
                      <a:pt x="514" y="682"/>
                    </a:lnTo>
                    <a:lnTo>
                      <a:pt x="510" y="682"/>
                    </a:lnTo>
                    <a:lnTo>
                      <a:pt x="506" y="682"/>
                    </a:lnTo>
                    <a:lnTo>
                      <a:pt x="504" y="680"/>
                    </a:lnTo>
                    <a:lnTo>
                      <a:pt x="500" y="680"/>
                    </a:lnTo>
                    <a:lnTo>
                      <a:pt x="496" y="680"/>
                    </a:lnTo>
                    <a:lnTo>
                      <a:pt x="496" y="676"/>
                    </a:lnTo>
                    <a:lnTo>
                      <a:pt x="492" y="676"/>
                    </a:lnTo>
                    <a:lnTo>
                      <a:pt x="492" y="672"/>
                    </a:lnTo>
                    <a:lnTo>
                      <a:pt x="488" y="672"/>
                    </a:lnTo>
                    <a:lnTo>
                      <a:pt x="492" y="672"/>
                    </a:lnTo>
                    <a:lnTo>
                      <a:pt x="496" y="672"/>
                    </a:lnTo>
                    <a:lnTo>
                      <a:pt x="496" y="676"/>
                    </a:lnTo>
                    <a:lnTo>
                      <a:pt x="500" y="676"/>
                    </a:lnTo>
                    <a:lnTo>
                      <a:pt x="504" y="676"/>
                    </a:lnTo>
                    <a:lnTo>
                      <a:pt x="504" y="680"/>
                    </a:lnTo>
                    <a:lnTo>
                      <a:pt x="506" y="680"/>
                    </a:lnTo>
                    <a:lnTo>
                      <a:pt x="506" y="682"/>
                    </a:lnTo>
                    <a:lnTo>
                      <a:pt x="506" y="680"/>
                    </a:lnTo>
                    <a:lnTo>
                      <a:pt x="510" y="682"/>
                    </a:lnTo>
                    <a:lnTo>
                      <a:pt x="510" y="682"/>
                    </a:lnTo>
                    <a:lnTo>
                      <a:pt x="510" y="682"/>
                    </a:lnTo>
                    <a:close/>
                    <a:moveTo>
                      <a:pt x="506" y="676"/>
                    </a:moveTo>
                    <a:lnTo>
                      <a:pt x="504" y="676"/>
                    </a:lnTo>
                    <a:lnTo>
                      <a:pt x="504" y="672"/>
                    </a:lnTo>
                    <a:lnTo>
                      <a:pt x="506" y="672"/>
                    </a:lnTo>
                    <a:lnTo>
                      <a:pt x="506" y="676"/>
                    </a:lnTo>
                    <a:lnTo>
                      <a:pt x="510" y="676"/>
                    </a:lnTo>
                    <a:lnTo>
                      <a:pt x="506" y="676"/>
                    </a:lnTo>
                    <a:lnTo>
                      <a:pt x="506" y="676"/>
                    </a:lnTo>
                    <a:lnTo>
                      <a:pt x="506" y="676"/>
                    </a:lnTo>
                    <a:close/>
                    <a:moveTo>
                      <a:pt x="500" y="682"/>
                    </a:moveTo>
                    <a:lnTo>
                      <a:pt x="496" y="682"/>
                    </a:lnTo>
                    <a:lnTo>
                      <a:pt x="500" y="682"/>
                    </a:lnTo>
                    <a:lnTo>
                      <a:pt x="500" y="682"/>
                    </a:lnTo>
                    <a:lnTo>
                      <a:pt x="500" y="682"/>
                    </a:lnTo>
                    <a:close/>
                    <a:moveTo>
                      <a:pt x="510" y="694"/>
                    </a:moveTo>
                    <a:lnTo>
                      <a:pt x="510" y="690"/>
                    </a:lnTo>
                    <a:lnTo>
                      <a:pt x="506" y="690"/>
                    </a:lnTo>
                    <a:lnTo>
                      <a:pt x="506" y="694"/>
                    </a:lnTo>
                    <a:lnTo>
                      <a:pt x="506" y="690"/>
                    </a:lnTo>
                    <a:lnTo>
                      <a:pt x="506" y="686"/>
                    </a:lnTo>
                    <a:lnTo>
                      <a:pt x="510" y="690"/>
                    </a:lnTo>
                    <a:lnTo>
                      <a:pt x="514" y="690"/>
                    </a:lnTo>
                    <a:lnTo>
                      <a:pt x="510" y="690"/>
                    </a:lnTo>
                    <a:lnTo>
                      <a:pt x="506" y="686"/>
                    </a:lnTo>
                    <a:lnTo>
                      <a:pt x="510" y="686"/>
                    </a:lnTo>
                    <a:lnTo>
                      <a:pt x="514" y="686"/>
                    </a:lnTo>
                    <a:lnTo>
                      <a:pt x="510" y="686"/>
                    </a:lnTo>
                    <a:lnTo>
                      <a:pt x="514" y="686"/>
                    </a:lnTo>
                    <a:lnTo>
                      <a:pt x="514" y="690"/>
                    </a:lnTo>
                    <a:lnTo>
                      <a:pt x="518" y="690"/>
                    </a:lnTo>
                    <a:lnTo>
                      <a:pt x="518" y="686"/>
                    </a:lnTo>
                    <a:lnTo>
                      <a:pt x="518" y="690"/>
                    </a:lnTo>
                    <a:lnTo>
                      <a:pt x="522" y="686"/>
                    </a:lnTo>
                    <a:lnTo>
                      <a:pt x="522" y="690"/>
                    </a:lnTo>
                    <a:lnTo>
                      <a:pt x="522" y="694"/>
                    </a:lnTo>
                    <a:lnTo>
                      <a:pt x="522" y="690"/>
                    </a:lnTo>
                    <a:lnTo>
                      <a:pt x="526" y="690"/>
                    </a:lnTo>
                    <a:lnTo>
                      <a:pt x="526" y="694"/>
                    </a:lnTo>
                    <a:lnTo>
                      <a:pt x="522" y="694"/>
                    </a:lnTo>
                    <a:lnTo>
                      <a:pt x="522" y="698"/>
                    </a:lnTo>
                    <a:lnTo>
                      <a:pt x="526" y="698"/>
                    </a:lnTo>
                    <a:lnTo>
                      <a:pt x="522" y="698"/>
                    </a:lnTo>
                    <a:lnTo>
                      <a:pt x="522" y="702"/>
                    </a:lnTo>
                    <a:lnTo>
                      <a:pt x="518" y="698"/>
                    </a:lnTo>
                    <a:lnTo>
                      <a:pt x="518" y="702"/>
                    </a:lnTo>
                    <a:lnTo>
                      <a:pt x="514" y="702"/>
                    </a:lnTo>
                    <a:lnTo>
                      <a:pt x="514" y="698"/>
                    </a:lnTo>
                    <a:lnTo>
                      <a:pt x="518" y="698"/>
                    </a:lnTo>
                    <a:lnTo>
                      <a:pt x="518" y="694"/>
                    </a:lnTo>
                    <a:lnTo>
                      <a:pt x="514" y="694"/>
                    </a:lnTo>
                    <a:lnTo>
                      <a:pt x="514" y="698"/>
                    </a:lnTo>
                    <a:lnTo>
                      <a:pt x="510" y="698"/>
                    </a:lnTo>
                    <a:lnTo>
                      <a:pt x="510" y="694"/>
                    </a:lnTo>
                    <a:lnTo>
                      <a:pt x="510" y="694"/>
                    </a:lnTo>
                    <a:lnTo>
                      <a:pt x="510" y="694"/>
                    </a:lnTo>
                    <a:close/>
                    <a:moveTo>
                      <a:pt x="504" y="690"/>
                    </a:moveTo>
                    <a:lnTo>
                      <a:pt x="504" y="686"/>
                    </a:lnTo>
                    <a:lnTo>
                      <a:pt x="504" y="690"/>
                    </a:lnTo>
                    <a:lnTo>
                      <a:pt x="504" y="690"/>
                    </a:lnTo>
                    <a:lnTo>
                      <a:pt x="504" y="690"/>
                    </a:lnTo>
                    <a:close/>
                    <a:moveTo>
                      <a:pt x="548" y="702"/>
                    </a:moveTo>
                    <a:lnTo>
                      <a:pt x="544" y="702"/>
                    </a:lnTo>
                    <a:lnTo>
                      <a:pt x="544" y="698"/>
                    </a:lnTo>
                    <a:lnTo>
                      <a:pt x="544" y="694"/>
                    </a:lnTo>
                    <a:lnTo>
                      <a:pt x="548" y="694"/>
                    </a:lnTo>
                    <a:lnTo>
                      <a:pt x="548" y="690"/>
                    </a:lnTo>
                    <a:lnTo>
                      <a:pt x="548" y="686"/>
                    </a:lnTo>
                    <a:lnTo>
                      <a:pt x="552" y="686"/>
                    </a:lnTo>
                    <a:lnTo>
                      <a:pt x="552" y="690"/>
                    </a:lnTo>
                    <a:lnTo>
                      <a:pt x="548" y="690"/>
                    </a:lnTo>
                    <a:lnTo>
                      <a:pt x="552" y="694"/>
                    </a:lnTo>
                    <a:lnTo>
                      <a:pt x="552" y="698"/>
                    </a:lnTo>
                    <a:lnTo>
                      <a:pt x="548" y="698"/>
                    </a:lnTo>
                    <a:lnTo>
                      <a:pt x="548" y="694"/>
                    </a:lnTo>
                    <a:lnTo>
                      <a:pt x="548" y="698"/>
                    </a:lnTo>
                    <a:lnTo>
                      <a:pt x="548" y="702"/>
                    </a:lnTo>
                    <a:lnTo>
                      <a:pt x="548" y="702"/>
                    </a:lnTo>
                    <a:lnTo>
                      <a:pt x="548" y="702"/>
                    </a:lnTo>
                    <a:close/>
                    <a:moveTo>
                      <a:pt x="532" y="698"/>
                    </a:moveTo>
                    <a:lnTo>
                      <a:pt x="532" y="702"/>
                    </a:lnTo>
                    <a:lnTo>
                      <a:pt x="530" y="702"/>
                    </a:lnTo>
                    <a:lnTo>
                      <a:pt x="530" y="698"/>
                    </a:lnTo>
                    <a:lnTo>
                      <a:pt x="530" y="702"/>
                    </a:lnTo>
                    <a:lnTo>
                      <a:pt x="532" y="702"/>
                    </a:lnTo>
                    <a:lnTo>
                      <a:pt x="530" y="706"/>
                    </a:lnTo>
                    <a:lnTo>
                      <a:pt x="530" y="702"/>
                    </a:lnTo>
                    <a:lnTo>
                      <a:pt x="526" y="702"/>
                    </a:lnTo>
                    <a:lnTo>
                      <a:pt x="526" y="698"/>
                    </a:lnTo>
                    <a:lnTo>
                      <a:pt x="530" y="698"/>
                    </a:lnTo>
                    <a:lnTo>
                      <a:pt x="530" y="694"/>
                    </a:lnTo>
                    <a:lnTo>
                      <a:pt x="532" y="694"/>
                    </a:lnTo>
                    <a:lnTo>
                      <a:pt x="532" y="698"/>
                    </a:lnTo>
                    <a:lnTo>
                      <a:pt x="532" y="698"/>
                    </a:lnTo>
                    <a:lnTo>
                      <a:pt x="532" y="698"/>
                    </a:lnTo>
                    <a:close/>
                    <a:moveTo>
                      <a:pt x="536" y="698"/>
                    </a:moveTo>
                    <a:lnTo>
                      <a:pt x="540" y="698"/>
                    </a:lnTo>
                    <a:lnTo>
                      <a:pt x="544" y="702"/>
                    </a:lnTo>
                    <a:lnTo>
                      <a:pt x="544" y="706"/>
                    </a:lnTo>
                    <a:lnTo>
                      <a:pt x="540" y="706"/>
                    </a:lnTo>
                    <a:lnTo>
                      <a:pt x="536" y="706"/>
                    </a:lnTo>
                    <a:lnTo>
                      <a:pt x="536" y="702"/>
                    </a:lnTo>
                    <a:lnTo>
                      <a:pt x="532" y="702"/>
                    </a:lnTo>
                    <a:lnTo>
                      <a:pt x="532" y="698"/>
                    </a:lnTo>
                    <a:lnTo>
                      <a:pt x="536" y="698"/>
                    </a:lnTo>
                    <a:lnTo>
                      <a:pt x="536" y="698"/>
                    </a:lnTo>
                    <a:lnTo>
                      <a:pt x="536" y="698"/>
                    </a:lnTo>
                    <a:close/>
                    <a:moveTo>
                      <a:pt x="510" y="702"/>
                    </a:moveTo>
                    <a:lnTo>
                      <a:pt x="506" y="698"/>
                    </a:lnTo>
                    <a:lnTo>
                      <a:pt x="510" y="698"/>
                    </a:lnTo>
                    <a:lnTo>
                      <a:pt x="510" y="702"/>
                    </a:lnTo>
                    <a:lnTo>
                      <a:pt x="510" y="702"/>
                    </a:lnTo>
                    <a:lnTo>
                      <a:pt x="510" y="702"/>
                    </a:lnTo>
                    <a:close/>
                    <a:moveTo>
                      <a:pt x="552" y="702"/>
                    </a:moveTo>
                    <a:lnTo>
                      <a:pt x="548" y="698"/>
                    </a:lnTo>
                    <a:lnTo>
                      <a:pt x="552" y="698"/>
                    </a:lnTo>
                    <a:lnTo>
                      <a:pt x="552" y="702"/>
                    </a:lnTo>
                    <a:lnTo>
                      <a:pt x="552" y="702"/>
                    </a:lnTo>
                    <a:lnTo>
                      <a:pt x="552" y="702"/>
                    </a:lnTo>
                    <a:close/>
                    <a:moveTo>
                      <a:pt x="526" y="698"/>
                    </a:moveTo>
                    <a:lnTo>
                      <a:pt x="526" y="702"/>
                    </a:lnTo>
                    <a:lnTo>
                      <a:pt x="522" y="702"/>
                    </a:lnTo>
                    <a:lnTo>
                      <a:pt x="522" y="698"/>
                    </a:lnTo>
                    <a:lnTo>
                      <a:pt x="526" y="698"/>
                    </a:lnTo>
                    <a:lnTo>
                      <a:pt x="526" y="698"/>
                    </a:lnTo>
                    <a:lnTo>
                      <a:pt x="526" y="698"/>
                    </a:lnTo>
                    <a:close/>
                    <a:moveTo>
                      <a:pt x="522" y="706"/>
                    </a:moveTo>
                    <a:lnTo>
                      <a:pt x="526" y="706"/>
                    </a:lnTo>
                    <a:lnTo>
                      <a:pt x="522" y="706"/>
                    </a:lnTo>
                    <a:lnTo>
                      <a:pt x="522" y="706"/>
                    </a:lnTo>
                    <a:lnTo>
                      <a:pt x="522" y="706"/>
                    </a:lnTo>
                    <a:close/>
                    <a:moveTo>
                      <a:pt x="540" y="716"/>
                    </a:moveTo>
                    <a:lnTo>
                      <a:pt x="536" y="716"/>
                    </a:lnTo>
                    <a:lnTo>
                      <a:pt x="540" y="716"/>
                    </a:lnTo>
                    <a:lnTo>
                      <a:pt x="544" y="716"/>
                    </a:lnTo>
                    <a:lnTo>
                      <a:pt x="540" y="716"/>
                    </a:lnTo>
                    <a:lnTo>
                      <a:pt x="540" y="716"/>
                    </a:lnTo>
                    <a:lnTo>
                      <a:pt x="540" y="716"/>
                    </a:lnTo>
                    <a:close/>
                    <a:moveTo>
                      <a:pt x="552" y="716"/>
                    </a:moveTo>
                    <a:lnTo>
                      <a:pt x="548" y="716"/>
                    </a:lnTo>
                    <a:lnTo>
                      <a:pt x="552" y="716"/>
                    </a:lnTo>
                    <a:lnTo>
                      <a:pt x="552" y="716"/>
                    </a:lnTo>
                    <a:lnTo>
                      <a:pt x="552" y="716"/>
                    </a:lnTo>
                    <a:close/>
                    <a:moveTo>
                      <a:pt x="560" y="720"/>
                    </a:moveTo>
                    <a:lnTo>
                      <a:pt x="560" y="716"/>
                    </a:lnTo>
                    <a:lnTo>
                      <a:pt x="562" y="716"/>
                    </a:lnTo>
                    <a:lnTo>
                      <a:pt x="566" y="716"/>
                    </a:lnTo>
                    <a:lnTo>
                      <a:pt x="570" y="720"/>
                    </a:lnTo>
                    <a:lnTo>
                      <a:pt x="566" y="720"/>
                    </a:lnTo>
                    <a:lnTo>
                      <a:pt x="562" y="720"/>
                    </a:lnTo>
                    <a:lnTo>
                      <a:pt x="560" y="720"/>
                    </a:lnTo>
                    <a:lnTo>
                      <a:pt x="560" y="720"/>
                    </a:lnTo>
                    <a:lnTo>
                      <a:pt x="560" y="720"/>
                    </a:lnTo>
                    <a:close/>
                    <a:moveTo>
                      <a:pt x="552" y="716"/>
                    </a:moveTo>
                    <a:lnTo>
                      <a:pt x="548" y="716"/>
                    </a:lnTo>
                    <a:lnTo>
                      <a:pt x="548" y="720"/>
                    </a:lnTo>
                    <a:lnTo>
                      <a:pt x="552" y="720"/>
                    </a:lnTo>
                    <a:lnTo>
                      <a:pt x="552" y="724"/>
                    </a:lnTo>
                    <a:lnTo>
                      <a:pt x="552" y="720"/>
                    </a:lnTo>
                    <a:lnTo>
                      <a:pt x="552" y="724"/>
                    </a:lnTo>
                    <a:lnTo>
                      <a:pt x="548" y="724"/>
                    </a:lnTo>
                    <a:lnTo>
                      <a:pt x="548" y="720"/>
                    </a:lnTo>
                    <a:lnTo>
                      <a:pt x="548" y="724"/>
                    </a:lnTo>
                    <a:lnTo>
                      <a:pt x="548" y="720"/>
                    </a:lnTo>
                    <a:lnTo>
                      <a:pt x="544" y="720"/>
                    </a:lnTo>
                    <a:lnTo>
                      <a:pt x="544" y="716"/>
                    </a:lnTo>
                    <a:lnTo>
                      <a:pt x="548" y="720"/>
                    </a:lnTo>
                    <a:lnTo>
                      <a:pt x="548" y="716"/>
                    </a:lnTo>
                    <a:lnTo>
                      <a:pt x="552" y="716"/>
                    </a:lnTo>
                    <a:lnTo>
                      <a:pt x="552" y="716"/>
                    </a:lnTo>
                    <a:lnTo>
                      <a:pt x="552" y="716"/>
                    </a:lnTo>
                    <a:close/>
                    <a:moveTo>
                      <a:pt x="586" y="716"/>
                    </a:moveTo>
                    <a:lnTo>
                      <a:pt x="590" y="716"/>
                    </a:lnTo>
                    <a:lnTo>
                      <a:pt x="592" y="716"/>
                    </a:lnTo>
                    <a:lnTo>
                      <a:pt x="596" y="716"/>
                    </a:lnTo>
                    <a:lnTo>
                      <a:pt x="596" y="720"/>
                    </a:lnTo>
                    <a:lnTo>
                      <a:pt x="600" y="720"/>
                    </a:lnTo>
                    <a:lnTo>
                      <a:pt x="600" y="724"/>
                    </a:lnTo>
                    <a:lnTo>
                      <a:pt x="596" y="724"/>
                    </a:lnTo>
                    <a:lnTo>
                      <a:pt x="596" y="728"/>
                    </a:lnTo>
                    <a:lnTo>
                      <a:pt x="592" y="724"/>
                    </a:lnTo>
                    <a:lnTo>
                      <a:pt x="590" y="724"/>
                    </a:lnTo>
                    <a:lnTo>
                      <a:pt x="586" y="724"/>
                    </a:lnTo>
                    <a:lnTo>
                      <a:pt x="590" y="724"/>
                    </a:lnTo>
                    <a:lnTo>
                      <a:pt x="586" y="724"/>
                    </a:lnTo>
                    <a:lnTo>
                      <a:pt x="582" y="724"/>
                    </a:lnTo>
                    <a:lnTo>
                      <a:pt x="582" y="720"/>
                    </a:lnTo>
                    <a:lnTo>
                      <a:pt x="582" y="716"/>
                    </a:lnTo>
                    <a:lnTo>
                      <a:pt x="586" y="716"/>
                    </a:lnTo>
                    <a:lnTo>
                      <a:pt x="586" y="716"/>
                    </a:lnTo>
                    <a:lnTo>
                      <a:pt x="586" y="716"/>
                    </a:lnTo>
                    <a:close/>
                    <a:moveTo>
                      <a:pt x="556" y="720"/>
                    </a:moveTo>
                    <a:lnTo>
                      <a:pt x="556" y="716"/>
                    </a:lnTo>
                    <a:lnTo>
                      <a:pt x="556" y="720"/>
                    </a:lnTo>
                    <a:lnTo>
                      <a:pt x="556" y="720"/>
                    </a:lnTo>
                    <a:lnTo>
                      <a:pt x="556" y="720"/>
                    </a:lnTo>
                    <a:close/>
                    <a:moveTo>
                      <a:pt x="586" y="736"/>
                    </a:moveTo>
                    <a:lnTo>
                      <a:pt x="582" y="736"/>
                    </a:lnTo>
                    <a:lnTo>
                      <a:pt x="582" y="732"/>
                    </a:lnTo>
                    <a:lnTo>
                      <a:pt x="578" y="732"/>
                    </a:lnTo>
                    <a:lnTo>
                      <a:pt x="578" y="728"/>
                    </a:lnTo>
                    <a:lnTo>
                      <a:pt x="574" y="728"/>
                    </a:lnTo>
                    <a:lnTo>
                      <a:pt x="574" y="732"/>
                    </a:lnTo>
                    <a:lnTo>
                      <a:pt x="570" y="728"/>
                    </a:lnTo>
                    <a:lnTo>
                      <a:pt x="574" y="728"/>
                    </a:lnTo>
                    <a:lnTo>
                      <a:pt x="570" y="728"/>
                    </a:lnTo>
                    <a:lnTo>
                      <a:pt x="574" y="724"/>
                    </a:lnTo>
                    <a:lnTo>
                      <a:pt x="570" y="724"/>
                    </a:lnTo>
                    <a:lnTo>
                      <a:pt x="566" y="724"/>
                    </a:lnTo>
                    <a:lnTo>
                      <a:pt x="566" y="728"/>
                    </a:lnTo>
                    <a:lnTo>
                      <a:pt x="570" y="728"/>
                    </a:lnTo>
                    <a:lnTo>
                      <a:pt x="570" y="732"/>
                    </a:lnTo>
                    <a:lnTo>
                      <a:pt x="566" y="732"/>
                    </a:lnTo>
                    <a:lnTo>
                      <a:pt x="562" y="728"/>
                    </a:lnTo>
                    <a:lnTo>
                      <a:pt x="566" y="728"/>
                    </a:lnTo>
                    <a:lnTo>
                      <a:pt x="562" y="728"/>
                    </a:lnTo>
                    <a:lnTo>
                      <a:pt x="560" y="728"/>
                    </a:lnTo>
                    <a:lnTo>
                      <a:pt x="562" y="724"/>
                    </a:lnTo>
                    <a:lnTo>
                      <a:pt x="560" y="724"/>
                    </a:lnTo>
                    <a:lnTo>
                      <a:pt x="556" y="724"/>
                    </a:lnTo>
                    <a:lnTo>
                      <a:pt x="560" y="720"/>
                    </a:lnTo>
                    <a:lnTo>
                      <a:pt x="562" y="720"/>
                    </a:lnTo>
                    <a:lnTo>
                      <a:pt x="566" y="720"/>
                    </a:lnTo>
                    <a:lnTo>
                      <a:pt x="570" y="720"/>
                    </a:lnTo>
                    <a:lnTo>
                      <a:pt x="574" y="720"/>
                    </a:lnTo>
                    <a:lnTo>
                      <a:pt x="574" y="716"/>
                    </a:lnTo>
                    <a:lnTo>
                      <a:pt x="578" y="716"/>
                    </a:lnTo>
                    <a:lnTo>
                      <a:pt x="582" y="720"/>
                    </a:lnTo>
                    <a:lnTo>
                      <a:pt x="578" y="724"/>
                    </a:lnTo>
                    <a:lnTo>
                      <a:pt x="574" y="724"/>
                    </a:lnTo>
                    <a:lnTo>
                      <a:pt x="574" y="720"/>
                    </a:lnTo>
                    <a:lnTo>
                      <a:pt x="570" y="720"/>
                    </a:lnTo>
                    <a:lnTo>
                      <a:pt x="574" y="724"/>
                    </a:lnTo>
                    <a:lnTo>
                      <a:pt x="578" y="724"/>
                    </a:lnTo>
                    <a:lnTo>
                      <a:pt x="582" y="724"/>
                    </a:lnTo>
                    <a:lnTo>
                      <a:pt x="578" y="728"/>
                    </a:lnTo>
                    <a:lnTo>
                      <a:pt x="578" y="724"/>
                    </a:lnTo>
                    <a:lnTo>
                      <a:pt x="574" y="724"/>
                    </a:lnTo>
                    <a:lnTo>
                      <a:pt x="578" y="728"/>
                    </a:lnTo>
                    <a:lnTo>
                      <a:pt x="582" y="728"/>
                    </a:lnTo>
                    <a:lnTo>
                      <a:pt x="582" y="732"/>
                    </a:lnTo>
                    <a:lnTo>
                      <a:pt x="586" y="728"/>
                    </a:lnTo>
                    <a:lnTo>
                      <a:pt x="586" y="732"/>
                    </a:lnTo>
                    <a:lnTo>
                      <a:pt x="586" y="736"/>
                    </a:lnTo>
                    <a:lnTo>
                      <a:pt x="586" y="736"/>
                    </a:lnTo>
                    <a:lnTo>
                      <a:pt x="586" y="736"/>
                    </a:lnTo>
                    <a:close/>
                    <a:moveTo>
                      <a:pt x="600" y="720"/>
                    </a:moveTo>
                    <a:lnTo>
                      <a:pt x="596" y="720"/>
                    </a:lnTo>
                    <a:lnTo>
                      <a:pt x="600" y="720"/>
                    </a:lnTo>
                    <a:lnTo>
                      <a:pt x="600" y="720"/>
                    </a:lnTo>
                    <a:lnTo>
                      <a:pt x="600" y="720"/>
                    </a:lnTo>
                    <a:close/>
                    <a:moveTo>
                      <a:pt x="604" y="724"/>
                    </a:moveTo>
                    <a:lnTo>
                      <a:pt x="608" y="724"/>
                    </a:lnTo>
                    <a:lnTo>
                      <a:pt x="604" y="724"/>
                    </a:lnTo>
                    <a:lnTo>
                      <a:pt x="604" y="724"/>
                    </a:lnTo>
                    <a:lnTo>
                      <a:pt x="604" y="724"/>
                    </a:lnTo>
                    <a:close/>
                    <a:moveTo>
                      <a:pt x="600" y="724"/>
                    </a:moveTo>
                    <a:lnTo>
                      <a:pt x="600" y="728"/>
                    </a:lnTo>
                    <a:lnTo>
                      <a:pt x="596" y="724"/>
                    </a:lnTo>
                    <a:lnTo>
                      <a:pt x="600" y="724"/>
                    </a:lnTo>
                    <a:lnTo>
                      <a:pt x="600" y="724"/>
                    </a:lnTo>
                    <a:lnTo>
                      <a:pt x="600" y="724"/>
                    </a:lnTo>
                    <a:close/>
                    <a:moveTo>
                      <a:pt x="590" y="732"/>
                    </a:moveTo>
                    <a:lnTo>
                      <a:pt x="592" y="732"/>
                    </a:lnTo>
                    <a:lnTo>
                      <a:pt x="590" y="732"/>
                    </a:lnTo>
                    <a:lnTo>
                      <a:pt x="590" y="732"/>
                    </a:lnTo>
                    <a:lnTo>
                      <a:pt x="590" y="732"/>
                    </a:lnTo>
                    <a:close/>
                    <a:moveTo>
                      <a:pt x="592" y="736"/>
                    </a:moveTo>
                    <a:lnTo>
                      <a:pt x="592" y="732"/>
                    </a:lnTo>
                    <a:lnTo>
                      <a:pt x="596" y="736"/>
                    </a:lnTo>
                    <a:lnTo>
                      <a:pt x="592" y="736"/>
                    </a:lnTo>
                    <a:lnTo>
                      <a:pt x="592" y="736"/>
                    </a:lnTo>
                    <a:lnTo>
                      <a:pt x="592" y="736"/>
                    </a:lnTo>
                    <a:close/>
                    <a:moveTo>
                      <a:pt x="590" y="738"/>
                    </a:moveTo>
                    <a:lnTo>
                      <a:pt x="592" y="738"/>
                    </a:lnTo>
                    <a:lnTo>
                      <a:pt x="592" y="736"/>
                    </a:lnTo>
                    <a:lnTo>
                      <a:pt x="592" y="738"/>
                    </a:lnTo>
                    <a:lnTo>
                      <a:pt x="590" y="738"/>
                    </a:lnTo>
                    <a:lnTo>
                      <a:pt x="590" y="738"/>
                    </a:lnTo>
                    <a:lnTo>
                      <a:pt x="590" y="738"/>
                    </a:lnTo>
                    <a:close/>
                    <a:moveTo>
                      <a:pt x="596" y="738"/>
                    </a:moveTo>
                    <a:lnTo>
                      <a:pt x="592" y="738"/>
                    </a:lnTo>
                    <a:lnTo>
                      <a:pt x="596" y="738"/>
                    </a:lnTo>
                    <a:lnTo>
                      <a:pt x="596" y="738"/>
                    </a:lnTo>
                    <a:lnTo>
                      <a:pt x="596" y="7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3" name="Freeform 197"/>
              <p:cNvSpPr>
                <a:spLocks/>
              </p:cNvSpPr>
              <p:nvPr/>
            </p:nvSpPr>
            <p:spPr bwMode="gray">
              <a:xfrm>
                <a:off x="3043290" y="2269074"/>
                <a:ext cx="59135" cy="45220"/>
              </a:xfrm>
              <a:custGeom>
                <a:avLst/>
                <a:gdLst>
                  <a:gd name="T0" fmla="*/ 0 w 34"/>
                  <a:gd name="T1" fmla="*/ 6 h 26"/>
                  <a:gd name="T2" fmla="*/ 4 w 34"/>
                  <a:gd name="T3" fmla="*/ 2 h 26"/>
                  <a:gd name="T4" fmla="*/ 4 w 34"/>
                  <a:gd name="T5" fmla="*/ 0 h 26"/>
                  <a:gd name="T6" fmla="*/ 4 w 34"/>
                  <a:gd name="T7" fmla="*/ 0 h 26"/>
                  <a:gd name="T8" fmla="*/ 4 w 34"/>
                  <a:gd name="T9" fmla="*/ 0 h 26"/>
                  <a:gd name="T10" fmla="*/ 8 w 34"/>
                  <a:gd name="T11" fmla="*/ 0 h 26"/>
                  <a:gd name="T12" fmla="*/ 8 w 34"/>
                  <a:gd name="T13" fmla="*/ 0 h 26"/>
                  <a:gd name="T14" fmla="*/ 8 w 34"/>
                  <a:gd name="T15" fmla="*/ 0 h 26"/>
                  <a:gd name="T16" fmla="*/ 8 w 34"/>
                  <a:gd name="T17" fmla="*/ 0 h 26"/>
                  <a:gd name="T18" fmla="*/ 12 w 34"/>
                  <a:gd name="T19" fmla="*/ 2 h 26"/>
                  <a:gd name="T20" fmla="*/ 12 w 34"/>
                  <a:gd name="T21" fmla="*/ 2 h 26"/>
                  <a:gd name="T22" fmla="*/ 20 w 34"/>
                  <a:gd name="T23" fmla="*/ 6 h 26"/>
                  <a:gd name="T24" fmla="*/ 26 w 34"/>
                  <a:gd name="T25" fmla="*/ 10 h 26"/>
                  <a:gd name="T26" fmla="*/ 26 w 34"/>
                  <a:gd name="T27" fmla="*/ 10 h 26"/>
                  <a:gd name="T28" fmla="*/ 26 w 34"/>
                  <a:gd name="T29" fmla="*/ 10 h 26"/>
                  <a:gd name="T30" fmla="*/ 26 w 34"/>
                  <a:gd name="T31" fmla="*/ 10 h 26"/>
                  <a:gd name="T32" fmla="*/ 30 w 34"/>
                  <a:gd name="T33" fmla="*/ 10 h 26"/>
                  <a:gd name="T34" fmla="*/ 30 w 34"/>
                  <a:gd name="T35" fmla="*/ 10 h 26"/>
                  <a:gd name="T36" fmla="*/ 30 w 34"/>
                  <a:gd name="T37" fmla="*/ 10 h 26"/>
                  <a:gd name="T38" fmla="*/ 26 w 34"/>
                  <a:gd name="T39" fmla="*/ 10 h 26"/>
                  <a:gd name="T40" fmla="*/ 24 w 34"/>
                  <a:gd name="T41" fmla="*/ 14 h 26"/>
                  <a:gd name="T42" fmla="*/ 26 w 34"/>
                  <a:gd name="T43" fmla="*/ 14 h 26"/>
                  <a:gd name="T44" fmla="*/ 30 w 34"/>
                  <a:gd name="T45" fmla="*/ 14 h 26"/>
                  <a:gd name="T46" fmla="*/ 30 w 34"/>
                  <a:gd name="T47" fmla="*/ 14 h 26"/>
                  <a:gd name="T48" fmla="*/ 34 w 34"/>
                  <a:gd name="T49" fmla="*/ 14 h 26"/>
                  <a:gd name="T50" fmla="*/ 34 w 34"/>
                  <a:gd name="T51" fmla="*/ 14 h 26"/>
                  <a:gd name="T52" fmla="*/ 30 w 34"/>
                  <a:gd name="T53" fmla="*/ 14 h 26"/>
                  <a:gd name="T54" fmla="*/ 26 w 34"/>
                  <a:gd name="T55" fmla="*/ 18 h 26"/>
                  <a:gd name="T56" fmla="*/ 26 w 34"/>
                  <a:gd name="T57" fmla="*/ 18 h 26"/>
                  <a:gd name="T58" fmla="*/ 26 w 34"/>
                  <a:gd name="T59" fmla="*/ 18 h 26"/>
                  <a:gd name="T60" fmla="*/ 24 w 34"/>
                  <a:gd name="T61" fmla="*/ 18 h 26"/>
                  <a:gd name="T62" fmla="*/ 24 w 34"/>
                  <a:gd name="T63" fmla="*/ 18 h 26"/>
                  <a:gd name="T64" fmla="*/ 20 w 34"/>
                  <a:gd name="T65" fmla="*/ 18 h 26"/>
                  <a:gd name="T66" fmla="*/ 16 w 34"/>
                  <a:gd name="T67" fmla="*/ 18 h 26"/>
                  <a:gd name="T68" fmla="*/ 16 w 34"/>
                  <a:gd name="T69" fmla="*/ 18 h 26"/>
                  <a:gd name="T70" fmla="*/ 16 w 34"/>
                  <a:gd name="T71" fmla="*/ 18 h 26"/>
                  <a:gd name="T72" fmla="*/ 12 w 34"/>
                  <a:gd name="T73" fmla="*/ 14 h 26"/>
                  <a:gd name="T74" fmla="*/ 12 w 34"/>
                  <a:gd name="T75" fmla="*/ 18 h 26"/>
                  <a:gd name="T76" fmla="*/ 8 w 34"/>
                  <a:gd name="T77" fmla="*/ 22 h 26"/>
                  <a:gd name="T78" fmla="*/ 4 w 34"/>
                  <a:gd name="T79" fmla="*/ 26 h 26"/>
                  <a:gd name="T80" fmla="*/ 0 w 34"/>
                  <a:gd name="T81" fmla="*/ 26 h 26"/>
                  <a:gd name="T82" fmla="*/ 4 w 34"/>
                  <a:gd name="T83" fmla="*/ 22 h 26"/>
                  <a:gd name="T84" fmla="*/ 4 w 34"/>
                  <a:gd name="T85" fmla="*/ 22 h 26"/>
                  <a:gd name="T86" fmla="*/ 4 w 34"/>
                  <a:gd name="T87" fmla="*/ 22 h 26"/>
                  <a:gd name="T88" fmla="*/ 4 w 34"/>
                  <a:gd name="T89" fmla="*/ 22 h 26"/>
                  <a:gd name="T90" fmla="*/ 0 w 34"/>
                  <a:gd name="T91" fmla="*/ 22 h 26"/>
                  <a:gd name="T92" fmla="*/ 4 w 34"/>
                  <a:gd name="T93" fmla="*/ 22 h 26"/>
                  <a:gd name="T94" fmla="*/ 4 w 34"/>
                  <a:gd name="T95" fmla="*/ 18 h 26"/>
                  <a:gd name="T96" fmla="*/ 4 w 34"/>
                  <a:gd name="T97" fmla="*/ 14 h 26"/>
                  <a:gd name="T98" fmla="*/ 0 w 34"/>
                  <a:gd name="T99" fmla="*/ 10 h 26"/>
                  <a:gd name="T100" fmla="*/ 0 w 34"/>
                  <a:gd name="T101" fmla="*/ 1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 h="26">
                    <a:moveTo>
                      <a:pt x="0" y="10"/>
                    </a:moveTo>
                    <a:lnTo>
                      <a:pt x="0" y="10"/>
                    </a:lnTo>
                    <a:lnTo>
                      <a:pt x="0" y="6"/>
                    </a:lnTo>
                    <a:lnTo>
                      <a:pt x="0" y="6"/>
                    </a:lnTo>
                    <a:lnTo>
                      <a:pt x="0" y="6"/>
                    </a:lnTo>
                    <a:lnTo>
                      <a:pt x="0" y="6"/>
                    </a:lnTo>
                    <a:lnTo>
                      <a:pt x="0" y="6"/>
                    </a:lnTo>
                    <a:lnTo>
                      <a:pt x="4" y="2"/>
                    </a:lnTo>
                    <a:lnTo>
                      <a:pt x="4" y="2"/>
                    </a:lnTo>
                    <a:lnTo>
                      <a:pt x="4" y="0"/>
                    </a:lnTo>
                    <a:lnTo>
                      <a:pt x="4" y="0"/>
                    </a:lnTo>
                    <a:lnTo>
                      <a:pt x="4" y="0"/>
                    </a:lnTo>
                    <a:lnTo>
                      <a:pt x="4" y="0"/>
                    </a:lnTo>
                    <a:lnTo>
                      <a:pt x="4" y="0"/>
                    </a:lnTo>
                    <a:lnTo>
                      <a:pt x="4" y="0"/>
                    </a:lnTo>
                    <a:lnTo>
                      <a:pt x="4" y="0"/>
                    </a:lnTo>
                    <a:lnTo>
                      <a:pt x="4" y="0"/>
                    </a:lnTo>
                    <a:lnTo>
                      <a:pt x="4" y="0"/>
                    </a:lnTo>
                    <a:lnTo>
                      <a:pt x="4" y="0"/>
                    </a:lnTo>
                    <a:lnTo>
                      <a:pt x="4" y="0"/>
                    </a:lnTo>
                    <a:lnTo>
                      <a:pt x="8" y="0"/>
                    </a:lnTo>
                    <a:lnTo>
                      <a:pt x="8" y="0"/>
                    </a:lnTo>
                    <a:lnTo>
                      <a:pt x="8" y="0"/>
                    </a:lnTo>
                    <a:lnTo>
                      <a:pt x="8" y="0"/>
                    </a:lnTo>
                    <a:lnTo>
                      <a:pt x="12" y="0"/>
                    </a:lnTo>
                    <a:lnTo>
                      <a:pt x="12" y="0"/>
                    </a:lnTo>
                    <a:lnTo>
                      <a:pt x="12" y="0"/>
                    </a:lnTo>
                    <a:lnTo>
                      <a:pt x="8" y="0"/>
                    </a:lnTo>
                    <a:lnTo>
                      <a:pt x="8" y="0"/>
                    </a:lnTo>
                    <a:lnTo>
                      <a:pt x="8" y="0"/>
                    </a:lnTo>
                    <a:lnTo>
                      <a:pt x="8" y="0"/>
                    </a:lnTo>
                    <a:lnTo>
                      <a:pt x="8" y="0"/>
                    </a:lnTo>
                    <a:lnTo>
                      <a:pt x="8" y="0"/>
                    </a:lnTo>
                    <a:lnTo>
                      <a:pt x="8" y="0"/>
                    </a:lnTo>
                    <a:lnTo>
                      <a:pt x="8" y="0"/>
                    </a:lnTo>
                    <a:lnTo>
                      <a:pt x="8" y="0"/>
                    </a:lnTo>
                    <a:lnTo>
                      <a:pt x="12" y="2"/>
                    </a:lnTo>
                    <a:lnTo>
                      <a:pt x="12" y="2"/>
                    </a:lnTo>
                    <a:lnTo>
                      <a:pt x="12" y="2"/>
                    </a:lnTo>
                    <a:lnTo>
                      <a:pt x="12" y="2"/>
                    </a:lnTo>
                    <a:lnTo>
                      <a:pt x="12" y="2"/>
                    </a:lnTo>
                    <a:lnTo>
                      <a:pt x="12" y="2"/>
                    </a:lnTo>
                    <a:lnTo>
                      <a:pt x="12" y="2"/>
                    </a:lnTo>
                    <a:lnTo>
                      <a:pt x="12" y="2"/>
                    </a:lnTo>
                    <a:lnTo>
                      <a:pt x="12" y="6"/>
                    </a:lnTo>
                    <a:lnTo>
                      <a:pt x="12" y="6"/>
                    </a:lnTo>
                    <a:lnTo>
                      <a:pt x="16" y="6"/>
                    </a:lnTo>
                    <a:lnTo>
                      <a:pt x="20" y="6"/>
                    </a:lnTo>
                    <a:lnTo>
                      <a:pt x="20" y="6"/>
                    </a:lnTo>
                    <a:lnTo>
                      <a:pt x="20" y="6"/>
                    </a:lnTo>
                    <a:lnTo>
                      <a:pt x="24" y="6"/>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30" y="10"/>
                    </a:lnTo>
                    <a:lnTo>
                      <a:pt x="30" y="10"/>
                    </a:lnTo>
                    <a:lnTo>
                      <a:pt x="30" y="10"/>
                    </a:lnTo>
                    <a:lnTo>
                      <a:pt x="30" y="10"/>
                    </a:lnTo>
                    <a:lnTo>
                      <a:pt x="30" y="10"/>
                    </a:lnTo>
                    <a:lnTo>
                      <a:pt x="30" y="10"/>
                    </a:lnTo>
                    <a:lnTo>
                      <a:pt x="30" y="10"/>
                    </a:lnTo>
                    <a:lnTo>
                      <a:pt x="30" y="10"/>
                    </a:lnTo>
                    <a:lnTo>
                      <a:pt x="30" y="10"/>
                    </a:lnTo>
                    <a:lnTo>
                      <a:pt x="30" y="10"/>
                    </a:lnTo>
                    <a:lnTo>
                      <a:pt x="30" y="10"/>
                    </a:lnTo>
                    <a:lnTo>
                      <a:pt x="30" y="10"/>
                    </a:lnTo>
                    <a:lnTo>
                      <a:pt x="30" y="10"/>
                    </a:lnTo>
                    <a:lnTo>
                      <a:pt x="26" y="10"/>
                    </a:lnTo>
                    <a:lnTo>
                      <a:pt x="26" y="10"/>
                    </a:lnTo>
                    <a:lnTo>
                      <a:pt x="26" y="10"/>
                    </a:lnTo>
                    <a:lnTo>
                      <a:pt x="26" y="10"/>
                    </a:lnTo>
                    <a:lnTo>
                      <a:pt x="26" y="14"/>
                    </a:lnTo>
                    <a:lnTo>
                      <a:pt x="24" y="14"/>
                    </a:lnTo>
                    <a:lnTo>
                      <a:pt x="24" y="14"/>
                    </a:lnTo>
                    <a:lnTo>
                      <a:pt x="26" y="14"/>
                    </a:lnTo>
                    <a:lnTo>
                      <a:pt x="26" y="14"/>
                    </a:lnTo>
                    <a:lnTo>
                      <a:pt x="26" y="14"/>
                    </a:lnTo>
                    <a:lnTo>
                      <a:pt x="26" y="14"/>
                    </a:lnTo>
                    <a:lnTo>
                      <a:pt x="30" y="14"/>
                    </a:lnTo>
                    <a:lnTo>
                      <a:pt x="30" y="14"/>
                    </a:lnTo>
                    <a:lnTo>
                      <a:pt x="30" y="14"/>
                    </a:lnTo>
                    <a:lnTo>
                      <a:pt x="30" y="14"/>
                    </a:lnTo>
                    <a:lnTo>
                      <a:pt x="30" y="14"/>
                    </a:lnTo>
                    <a:lnTo>
                      <a:pt x="30" y="14"/>
                    </a:lnTo>
                    <a:lnTo>
                      <a:pt x="30" y="14"/>
                    </a:lnTo>
                    <a:lnTo>
                      <a:pt x="30" y="14"/>
                    </a:lnTo>
                    <a:lnTo>
                      <a:pt x="30" y="14"/>
                    </a:lnTo>
                    <a:lnTo>
                      <a:pt x="30" y="14"/>
                    </a:lnTo>
                    <a:lnTo>
                      <a:pt x="34" y="14"/>
                    </a:lnTo>
                    <a:lnTo>
                      <a:pt x="34" y="14"/>
                    </a:lnTo>
                    <a:lnTo>
                      <a:pt x="34" y="14"/>
                    </a:lnTo>
                    <a:lnTo>
                      <a:pt x="34" y="14"/>
                    </a:lnTo>
                    <a:lnTo>
                      <a:pt x="34" y="14"/>
                    </a:lnTo>
                    <a:lnTo>
                      <a:pt x="34" y="14"/>
                    </a:lnTo>
                    <a:lnTo>
                      <a:pt x="34" y="14"/>
                    </a:lnTo>
                    <a:lnTo>
                      <a:pt x="30" y="14"/>
                    </a:lnTo>
                    <a:lnTo>
                      <a:pt x="30" y="14"/>
                    </a:lnTo>
                    <a:lnTo>
                      <a:pt x="30" y="14"/>
                    </a:lnTo>
                    <a:lnTo>
                      <a:pt x="30" y="14"/>
                    </a:lnTo>
                    <a:lnTo>
                      <a:pt x="26" y="18"/>
                    </a:lnTo>
                    <a:lnTo>
                      <a:pt x="26" y="18"/>
                    </a:lnTo>
                    <a:lnTo>
                      <a:pt x="26" y="18"/>
                    </a:lnTo>
                    <a:lnTo>
                      <a:pt x="26" y="18"/>
                    </a:lnTo>
                    <a:lnTo>
                      <a:pt x="26" y="18"/>
                    </a:lnTo>
                    <a:lnTo>
                      <a:pt x="26" y="18"/>
                    </a:lnTo>
                    <a:lnTo>
                      <a:pt x="26" y="18"/>
                    </a:lnTo>
                    <a:lnTo>
                      <a:pt x="26" y="18"/>
                    </a:lnTo>
                    <a:lnTo>
                      <a:pt x="26" y="18"/>
                    </a:lnTo>
                    <a:lnTo>
                      <a:pt x="26" y="18"/>
                    </a:lnTo>
                    <a:lnTo>
                      <a:pt x="26" y="18"/>
                    </a:lnTo>
                    <a:lnTo>
                      <a:pt x="26" y="18"/>
                    </a:lnTo>
                    <a:lnTo>
                      <a:pt x="24" y="18"/>
                    </a:lnTo>
                    <a:lnTo>
                      <a:pt x="24" y="18"/>
                    </a:lnTo>
                    <a:lnTo>
                      <a:pt x="24" y="18"/>
                    </a:lnTo>
                    <a:lnTo>
                      <a:pt x="24" y="18"/>
                    </a:lnTo>
                    <a:lnTo>
                      <a:pt x="24" y="18"/>
                    </a:lnTo>
                    <a:lnTo>
                      <a:pt x="24" y="18"/>
                    </a:lnTo>
                    <a:lnTo>
                      <a:pt x="24" y="18"/>
                    </a:lnTo>
                    <a:lnTo>
                      <a:pt x="20" y="18"/>
                    </a:lnTo>
                    <a:lnTo>
                      <a:pt x="20" y="18"/>
                    </a:lnTo>
                    <a:lnTo>
                      <a:pt x="20" y="18"/>
                    </a:lnTo>
                    <a:lnTo>
                      <a:pt x="20" y="18"/>
                    </a:lnTo>
                    <a:lnTo>
                      <a:pt x="16" y="18"/>
                    </a:lnTo>
                    <a:lnTo>
                      <a:pt x="16" y="18"/>
                    </a:lnTo>
                    <a:lnTo>
                      <a:pt x="16" y="18"/>
                    </a:lnTo>
                    <a:lnTo>
                      <a:pt x="16" y="22"/>
                    </a:lnTo>
                    <a:lnTo>
                      <a:pt x="16" y="22"/>
                    </a:lnTo>
                    <a:lnTo>
                      <a:pt x="16" y="18"/>
                    </a:lnTo>
                    <a:lnTo>
                      <a:pt x="16" y="18"/>
                    </a:lnTo>
                    <a:lnTo>
                      <a:pt x="16" y="18"/>
                    </a:lnTo>
                    <a:lnTo>
                      <a:pt x="16" y="18"/>
                    </a:lnTo>
                    <a:lnTo>
                      <a:pt x="16" y="18"/>
                    </a:lnTo>
                    <a:lnTo>
                      <a:pt x="16" y="18"/>
                    </a:lnTo>
                    <a:lnTo>
                      <a:pt x="12" y="14"/>
                    </a:lnTo>
                    <a:lnTo>
                      <a:pt x="12" y="14"/>
                    </a:lnTo>
                    <a:lnTo>
                      <a:pt x="12" y="14"/>
                    </a:lnTo>
                    <a:lnTo>
                      <a:pt x="12" y="14"/>
                    </a:lnTo>
                    <a:lnTo>
                      <a:pt x="12" y="18"/>
                    </a:lnTo>
                    <a:lnTo>
                      <a:pt x="12" y="18"/>
                    </a:lnTo>
                    <a:lnTo>
                      <a:pt x="12" y="18"/>
                    </a:lnTo>
                    <a:lnTo>
                      <a:pt x="12" y="18"/>
                    </a:lnTo>
                    <a:lnTo>
                      <a:pt x="12" y="18"/>
                    </a:lnTo>
                    <a:lnTo>
                      <a:pt x="12" y="18"/>
                    </a:lnTo>
                    <a:lnTo>
                      <a:pt x="12" y="18"/>
                    </a:lnTo>
                    <a:lnTo>
                      <a:pt x="8" y="22"/>
                    </a:lnTo>
                    <a:lnTo>
                      <a:pt x="8" y="22"/>
                    </a:lnTo>
                    <a:lnTo>
                      <a:pt x="4" y="26"/>
                    </a:lnTo>
                    <a:lnTo>
                      <a:pt x="4" y="26"/>
                    </a:lnTo>
                    <a:lnTo>
                      <a:pt x="4" y="26"/>
                    </a:lnTo>
                    <a:lnTo>
                      <a:pt x="4" y="26"/>
                    </a:lnTo>
                    <a:lnTo>
                      <a:pt x="4" y="26"/>
                    </a:lnTo>
                    <a:lnTo>
                      <a:pt x="0" y="26"/>
                    </a:lnTo>
                    <a:lnTo>
                      <a:pt x="0" y="26"/>
                    </a:lnTo>
                    <a:lnTo>
                      <a:pt x="0" y="26"/>
                    </a:lnTo>
                    <a:lnTo>
                      <a:pt x="0" y="26"/>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0" y="22"/>
                    </a:lnTo>
                    <a:lnTo>
                      <a:pt x="0" y="22"/>
                    </a:lnTo>
                    <a:lnTo>
                      <a:pt x="4" y="22"/>
                    </a:lnTo>
                    <a:lnTo>
                      <a:pt x="4" y="22"/>
                    </a:lnTo>
                    <a:lnTo>
                      <a:pt x="4" y="22"/>
                    </a:lnTo>
                    <a:lnTo>
                      <a:pt x="4" y="22"/>
                    </a:lnTo>
                    <a:lnTo>
                      <a:pt x="4" y="22"/>
                    </a:lnTo>
                    <a:lnTo>
                      <a:pt x="4" y="18"/>
                    </a:lnTo>
                    <a:lnTo>
                      <a:pt x="4" y="18"/>
                    </a:lnTo>
                    <a:lnTo>
                      <a:pt x="4" y="14"/>
                    </a:lnTo>
                    <a:lnTo>
                      <a:pt x="4" y="14"/>
                    </a:lnTo>
                    <a:lnTo>
                      <a:pt x="4" y="14"/>
                    </a:lnTo>
                    <a:lnTo>
                      <a:pt x="4" y="14"/>
                    </a:lnTo>
                    <a:lnTo>
                      <a:pt x="4" y="14"/>
                    </a:lnTo>
                    <a:lnTo>
                      <a:pt x="0" y="10"/>
                    </a:lnTo>
                    <a:lnTo>
                      <a:pt x="0" y="10"/>
                    </a:lnTo>
                    <a:lnTo>
                      <a:pt x="0" y="10"/>
                    </a:lnTo>
                    <a:lnTo>
                      <a:pt x="0" y="10"/>
                    </a:lnTo>
                    <a:lnTo>
                      <a:pt x="0" y="10"/>
                    </a:lnTo>
                    <a:lnTo>
                      <a:pt x="0" y="10"/>
                    </a:lnTo>
                    <a:lnTo>
                      <a:pt x="0" y="10"/>
                    </a:lnTo>
                    <a:lnTo>
                      <a:pt x="0" y="10"/>
                    </a:lnTo>
                    <a:lnTo>
                      <a:pt x="0" y="10"/>
                    </a:lnTo>
                    <a:lnTo>
                      <a:pt x="0"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4" name="Freeform 198"/>
              <p:cNvSpPr>
                <a:spLocks/>
              </p:cNvSpPr>
              <p:nvPr/>
            </p:nvSpPr>
            <p:spPr bwMode="gray">
              <a:xfrm>
                <a:off x="2688481" y="4157888"/>
                <a:ext cx="24350" cy="34785"/>
              </a:xfrm>
              <a:custGeom>
                <a:avLst/>
                <a:gdLst>
                  <a:gd name="T0" fmla="*/ 14 w 14"/>
                  <a:gd name="T1" fmla="*/ 16 h 20"/>
                  <a:gd name="T2" fmla="*/ 14 w 14"/>
                  <a:gd name="T3" fmla="*/ 20 h 20"/>
                  <a:gd name="T4" fmla="*/ 14 w 14"/>
                  <a:gd name="T5" fmla="*/ 20 h 20"/>
                  <a:gd name="T6" fmla="*/ 14 w 14"/>
                  <a:gd name="T7" fmla="*/ 20 h 20"/>
                  <a:gd name="T8" fmla="*/ 14 w 14"/>
                  <a:gd name="T9" fmla="*/ 20 h 20"/>
                  <a:gd name="T10" fmla="*/ 14 w 14"/>
                  <a:gd name="T11" fmla="*/ 20 h 20"/>
                  <a:gd name="T12" fmla="*/ 10 w 14"/>
                  <a:gd name="T13" fmla="*/ 20 h 20"/>
                  <a:gd name="T14" fmla="*/ 6 w 14"/>
                  <a:gd name="T15" fmla="*/ 16 h 20"/>
                  <a:gd name="T16" fmla="*/ 2 w 14"/>
                  <a:gd name="T17" fmla="*/ 16 h 20"/>
                  <a:gd name="T18" fmla="*/ 2 w 14"/>
                  <a:gd name="T19" fmla="*/ 12 h 20"/>
                  <a:gd name="T20" fmla="*/ 2 w 14"/>
                  <a:gd name="T21" fmla="*/ 12 h 20"/>
                  <a:gd name="T22" fmla="*/ 0 w 14"/>
                  <a:gd name="T23" fmla="*/ 12 h 20"/>
                  <a:gd name="T24" fmla="*/ 0 w 14"/>
                  <a:gd name="T25" fmla="*/ 12 h 20"/>
                  <a:gd name="T26" fmla="*/ 0 w 14"/>
                  <a:gd name="T27" fmla="*/ 12 h 20"/>
                  <a:gd name="T28" fmla="*/ 0 w 14"/>
                  <a:gd name="T29" fmla="*/ 8 h 20"/>
                  <a:gd name="T30" fmla="*/ 0 w 14"/>
                  <a:gd name="T31" fmla="*/ 8 h 20"/>
                  <a:gd name="T32" fmla="*/ 0 w 14"/>
                  <a:gd name="T33" fmla="*/ 4 h 20"/>
                  <a:gd name="T34" fmla="*/ 0 w 14"/>
                  <a:gd name="T35" fmla="*/ 4 h 20"/>
                  <a:gd name="T36" fmla="*/ 0 w 14"/>
                  <a:gd name="T37" fmla="*/ 4 h 20"/>
                  <a:gd name="T38" fmla="*/ 0 w 14"/>
                  <a:gd name="T39" fmla="*/ 4 h 20"/>
                  <a:gd name="T40" fmla="*/ 0 w 14"/>
                  <a:gd name="T41" fmla="*/ 4 h 20"/>
                  <a:gd name="T42" fmla="*/ 0 w 14"/>
                  <a:gd name="T43" fmla="*/ 0 h 20"/>
                  <a:gd name="T44" fmla="*/ 0 w 14"/>
                  <a:gd name="T45" fmla="*/ 0 h 20"/>
                  <a:gd name="T46" fmla="*/ 0 w 14"/>
                  <a:gd name="T47" fmla="*/ 0 h 20"/>
                  <a:gd name="T48" fmla="*/ 0 w 14"/>
                  <a:gd name="T49" fmla="*/ 0 h 20"/>
                  <a:gd name="T50" fmla="*/ 0 w 14"/>
                  <a:gd name="T51" fmla="*/ 0 h 20"/>
                  <a:gd name="T52" fmla="*/ 2 w 14"/>
                  <a:gd name="T53" fmla="*/ 0 h 20"/>
                  <a:gd name="T54" fmla="*/ 2 w 14"/>
                  <a:gd name="T55" fmla="*/ 0 h 20"/>
                  <a:gd name="T56" fmla="*/ 2 w 14"/>
                  <a:gd name="T57" fmla="*/ 0 h 20"/>
                  <a:gd name="T58" fmla="*/ 6 w 14"/>
                  <a:gd name="T59" fmla="*/ 4 h 20"/>
                  <a:gd name="T60" fmla="*/ 6 w 14"/>
                  <a:gd name="T61" fmla="*/ 4 h 20"/>
                  <a:gd name="T62" fmla="*/ 6 w 14"/>
                  <a:gd name="T63" fmla="*/ 4 h 20"/>
                  <a:gd name="T64" fmla="*/ 10 w 14"/>
                  <a:gd name="T65" fmla="*/ 8 h 20"/>
                  <a:gd name="T66" fmla="*/ 10 w 14"/>
                  <a:gd name="T67" fmla="*/ 8 h 20"/>
                  <a:gd name="T68" fmla="*/ 10 w 14"/>
                  <a:gd name="T69" fmla="*/ 8 h 20"/>
                  <a:gd name="T70" fmla="*/ 14 w 14"/>
                  <a:gd name="T71" fmla="*/ 12 h 20"/>
                  <a:gd name="T72" fmla="*/ 14 w 14"/>
                  <a:gd name="T73" fmla="*/ 16 h 20"/>
                  <a:gd name="T74" fmla="*/ 14 w 14"/>
                  <a:gd name="T75" fmla="*/ 16 h 20"/>
                  <a:gd name="T76" fmla="*/ 14 w 14"/>
                  <a:gd name="T77" fmla="*/ 16 h 20"/>
                  <a:gd name="T78" fmla="*/ 14 w 14"/>
                  <a:gd name="T79" fmla="*/ 16 h 20"/>
                  <a:gd name="T80" fmla="*/ 14 w 14"/>
                  <a:gd name="T81" fmla="*/ 16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4" h="20">
                    <a:moveTo>
                      <a:pt x="14" y="16"/>
                    </a:moveTo>
                    <a:lnTo>
                      <a:pt x="14" y="16"/>
                    </a:lnTo>
                    <a:lnTo>
                      <a:pt x="14" y="20"/>
                    </a:lnTo>
                    <a:lnTo>
                      <a:pt x="14" y="20"/>
                    </a:lnTo>
                    <a:lnTo>
                      <a:pt x="14" y="20"/>
                    </a:lnTo>
                    <a:lnTo>
                      <a:pt x="14" y="20"/>
                    </a:lnTo>
                    <a:lnTo>
                      <a:pt x="14" y="20"/>
                    </a:lnTo>
                    <a:lnTo>
                      <a:pt x="14" y="20"/>
                    </a:lnTo>
                    <a:lnTo>
                      <a:pt x="14" y="20"/>
                    </a:lnTo>
                    <a:lnTo>
                      <a:pt x="14" y="20"/>
                    </a:lnTo>
                    <a:lnTo>
                      <a:pt x="14" y="20"/>
                    </a:lnTo>
                    <a:lnTo>
                      <a:pt x="14" y="20"/>
                    </a:lnTo>
                    <a:lnTo>
                      <a:pt x="14" y="20"/>
                    </a:lnTo>
                    <a:lnTo>
                      <a:pt x="10" y="20"/>
                    </a:lnTo>
                    <a:lnTo>
                      <a:pt x="10" y="16"/>
                    </a:lnTo>
                    <a:lnTo>
                      <a:pt x="6" y="16"/>
                    </a:lnTo>
                    <a:lnTo>
                      <a:pt x="6" y="16"/>
                    </a:lnTo>
                    <a:lnTo>
                      <a:pt x="2" y="16"/>
                    </a:lnTo>
                    <a:lnTo>
                      <a:pt x="2" y="16"/>
                    </a:lnTo>
                    <a:lnTo>
                      <a:pt x="2" y="12"/>
                    </a:lnTo>
                    <a:lnTo>
                      <a:pt x="2" y="12"/>
                    </a:lnTo>
                    <a:lnTo>
                      <a:pt x="2" y="12"/>
                    </a:lnTo>
                    <a:lnTo>
                      <a:pt x="0" y="12"/>
                    </a:lnTo>
                    <a:lnTo>
                      <a:pt x="0" y="12"/>
                    </a:lnTo>
                    <a:lnTo>
                      <a:pt x="0" y="12"/>
                    </a:lnTo>
                    <a:lnTo>
                      <a:pt x="0" y="12"/>
                    </a:lnTo>
                    <a:lnTo>
                      <a:pt x="0" y="12"/>
                    </a:lnTo>
                    <a:lnTo>
                      <a:pt x="0" y="12"/>
                    </a:lnTo>
                    <a:lnTo>
                      <a:pt x="0" y="8"/>
                    </a:lnTo>
                    <a:lnTo>
                      <a:pt x="0" y="8"/>
                    </a:lnTo>
                    <a:lnTo>
                      <a:pt x="0" y="8"/>
                    </a:lnTo>
                    <a:lnTo>
                      <a:pt x="0" y="8"/>
                    </a:lnTo>
                    <a:lnTo>
                      <a:pt x="0" y="8"/>
                    </a:lnTo>
                    <a:lnTo>
                      <a:pt x="0" y="4"/>
                    </a:lnTo>
                    <a:lnTo>
                      <a:pt x="0" y="4"/>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0" y="0"/>
                    </a:lnTo>
                    <a:lnTo>
                      <a:pt x="0" y="0"/>
                    </a:lnTo>
                    <a:lnTo>
                      <a:pt x="2" y="0"/>
                    </a:lnTo>
                    <a:lnTo>
                      <a:pt x="2" y="0"/>
                    </a:lnTo>
                    <a:lnTo>
                      <a:pt x="2" y="0"/>
                    </a:lnTo>
                    <a:lnTo>
                      <a:pt x="2" y="0"/>
                    </a:lnTo>
                    <a:lnTo>
                      <a:pt x="2" y="0"/>
                    </a:lnTo>
                    <a:lnTo>
                      <a:pt x="2" y="0"/>
                    </a:lnTo>
                    <a:lnTo>
                      <a:pt x="2" y="0"/>
                    </a:lnTo>
                    <a:lnTo>
                      <a:pt x="6" y="4"/>
                    </a:lnTo>
                    <a:lnTo>
                      <a:pt x="6" y="4"/>
                    </a:lnTo>
                    <a:lnTo>
                      <a:pt x="6" y="4"/>
                    </a:lnTo>
                    <a:lnTo>
                      <a:pt x="6" y="4"/>
                    </a:lnTo>
                    <a:lnTo>
                      <a:pt x="6" y="4"/>
                    </a:lnTo>
                    <a:lnTo>
                      <a:pt x="10" y="8"/>
                    </a:lnTo>
                    <a:lnTo>
                      <a:pt x="10" y="8"/>
                    </a:lnTo>
                    <a:lnTo>
                      <a:pt x="10" y="8"/>
                    </a:lnTo>
                    <a:lnTo>
                      <a:pt x="10" y="8"/>
                    </a:lnTo>
                    <a:lnTo>
                      <a:pt x="10" y="8"/>
                    </a:lnTo>
                    <a:lnTo>
                      <a:pt x="10" y="8"/>
                    </a:lnTo>
                    <a:lnTo>
                      <a:pt x="10" y="12"/>
                    </a:lnTo>
                    <a:lnTo>
                      <a:pt x="14" y="12"/>
                    </a:lnTo>
                    <a:lnTo>
                      <a:pt x="14" y="12"/>
                    </a:lnTo>
                    <a:lnTo>
                      <a:pt x="14" y="16"/>
                    </a:lnTo>
                    <a:lnTo>
                      <a:pt x="14" y="16"/>
                    </a:lnTo>
                    <a:lnTo>
                      <a:pt x="14" y="16"/>
                    </a:lnTo>
                    <a:lnTo>
                      <a:pt x="14" y="16"/>
                    </a:lnTo>
                    <a:lnTo>
                      <a:pt x="14" y="16"/>
                    </a:lnTo>
                    <a:lnTo>
                      <a:pt x="14" y="16"/>
                    </a:lnTo>
                    <a:lnTo>
                      <a:pt x="14" y="16"/>
                    </a:lnTo>
                    <a:lnTo>
                      <a:pt x="14" y="16"/>
                    </a:lnTo>
                    <a:lnTo>
                      <a:pt x="14" y="16"/>
                    </a:lnTo>
                    <a:lnTo>
                      <a:pt x="14"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5" name="Freeform 199"/>
              <p:cNvSpPr>
                <a:spLocks/>
              </p:cNvSpPr>
              <p:nvPr/>
            </p:nvSpPr>
            <p:spPr bwMode="gray">
              <a:xfrm>
                <a:off x="2758051" y="3187392"/>
                <a:ext cx="13914" cy="10436"/>
              </a:xfrm>
              <a:custGeom>
                <a:avLst/>
                <a:gdLst>
                  <a:gd name="T0" fmla="*/ 4 w 8"/>
                  <a:gd name="T1" fmla="*/ 4 h 6"/>
                  <a:gd name="T2" fmla="*/ 4 w 8"/>
                  <a:gd name="T3" fmla="*/ 4 h 6"/>
                  <a:gd name="T4" fmla="*/ 8 w 8"/>
                  <a:gd name="T5" fmla="*/ 4 h 6"/>
                  <a:gd name="T6" fmla="*/ 8 w 8"/>
                  <a:gd name="T7" fmla="*/ 4 h 6"/>
                  <a:gd name="T8" fmla="*/ 8 w 8"/>
                  <a:gd name="T9" fmla="*/ 4 h 6"/>
                  <a:gd name="T10" fmla="*/ 8 w 8"/>
                  <a:gd name="T11" fmla="*/ 4 h 6"/>
                  <a:gd name="T12" fmla="*/ 8 w 8"/>
                  <a:gd name="T13" fmla="*/ 4 h 6"/>
                  <a:gd name="T14" fmla="*/ 8 w 8"/>
                  <a:gd name="T15" fmla="*/ 4 h 6"/>
                  <a:gd name="T16" fmla="*/ 8 w 8"/>
                  <a:gd name="T17" fmla="*/ 6 h 6"/>
                  <a:gd name="T18" fmla="*/ 8 w 8"/>
                  <a:gd name="T19" fmla="*/ 6 h 6"/>
                  <a:gd name="T20" fmla="*/ 8 w 8"/>
                  <a:gd name="T21" fmla="*/ 6 h 6"/>
                  <a:gd name="T22" fmla="*/ 8 w 8"/>
                  <a:gd name="T23" fmla="*/ 6 h 6"/>
                  <a:gd name="T24" fmla="*/ 8 w 8"/>
                  <a:gd name="T25" fmla="*/ 6 h 6"/>
                  <a:gd name="T26" fmla="*/ 8 w 8"/>
                  <a:gd name="T27" fmla="*/ 6 h 6"/>
                  <a:gd name="T28" fmla="*/ 4 w 8"/>
                  <a:gd name="T29" fmla="*/ 6 h 6"/>
                  <a:gd name="T30" fmla="*/ 4 w 8"/>
                  <a:gd name="T31" fmla="*/ 6 h 6"/>
                  <a:gd name="T32" fmla="*/ 4 w 8"/>
                  <a:gd name="T33" fmla="*/ 6 h 6"/>
                  <a:gd name="T34" fmla="*/ 4 w 8"/>
                  <a:gd name="T35" fmla="*/ 6 h 6"/>
                  <a:gd name="T36" fmla="*/ 0 w 8"/>
                  <a:gd name="T37" fmla="*/ 6 h 6"/>
                  <a:gd name="T38" fmla="*/ 0 w 8"/>
                  <a:gd name="T39" fmla="*/ 6 h 6"/>
                  <a:gd name="T40" fmla="*/ 0 w 8"/>
                  <a:gd name="T41" fmla="*/ 6 h 6"/>
                  <a:gd name="T42" fmla="*/ 0 w 8"/>
                  <a:gd name="T43" fmla="*/ 6 h 6"/>
                  <a:gd name="T44" fmla="*/ 0 w 8"/>
                  <a:gd name="T45" fmla="*/ 6 h 6"/>
                  <a:gd name="T46" fmla="*/ 0 w 8"/>
                  <a:gd name="T47" fmla="*/ 6 h 6"/>
                  <a:gd name="T48" fmla="*/ 0 w 8"/>
                  <a:gd name="T49" fmla="*/ 6 h 6"/>
                  <a:gd name="T50" fmla="*/ 0 w 8"/>
                  <a:gd name="T51" fmla="*/ 6 h 6"/>
                  <a:gd name="T52" fmla="*/ 0 w 8"/>
                  <a:gd name="T53" fmla="*/ 6 h 6"/>
                  <a:gd name="T54" fmla="*/ 0 w 8"/>
                  <a:gd name="T55" fmla="*/ 6 h 6"/>
                  <a:gd name="T56" fmla="*/ 0 w 8"/>
                  <a:gd name="T57" fmla="*/ 6 h 6"/>
                  <a:gd name="T58" fmla="*/ 0 w 8"/>
                  <a:gd name="T59" fmla="*/ 6 h 6"/>
                  <a:gd name="T60" fmla="*/ 4 w 8"/>
                  <a:gd name="T61" fmla="*/ 6 h 6"/>
                  <a:gd name="T62" fmla="*/ 4 w 8"/>
                  <a:gd name="T63" fmla="*/ 6 h 6"/>
                  <a:gd name="T64" fmla="*/ 4 w 8"/>
                  <a:gd name="T65" fmla="*/ 6 h 6"/>
                  <a:gd name="T66" fmla="*/ 0 w 8"/>
                  <a:gd name="T67" fmla="*/ 4 h 6"/>
                  <a:gd name="T68" fmla="*/ 0 w 8"/>
                  <a:gd name="T69" fmla="*/ 4 h 6"/>
                  <a:gd name="T70" fmla="*/ 0 w 8"/>
                  <a:gd name="T71" fmla="*/ 4 h 6"/>
                  <a:gd name="T72" fmla="*/ 4 w 8"/>
                  <a:gd name="T73" fmla="*/ 4 h 6"/>
                  <a:gd name="T74" fmla="*/ 4 w 8"/>
                  <a:gd name="T75" fmla="*/ 4 h 6"/>
                  <a:gd name="T76" fmla="*/ 4 w 8"/>
                  <a:gd name="T77" fmla="*/ 4 h 6"/>
                  <a:gd name="T78" fmla="*/ 4 w 8"/>
                  <a:gd name="T79" fmla="*/ 0 h 6"/>
                  <a:gd name="T80" fmla="*/ 4 w 8"/>
                  <a:gd name="T81" fmla="*/ 0 h 6"/>
                  <a:gd name="T82" fmla="*/ 4 w 8"/>
                  <a:gd name="T83" fmla="*/ 0 h 6"/>
                  <a:gd name="T84" fmla="*/ 4 w 8"/>
                  <a:gd name="T85" fmla="*/ 0 h 6"/>
                  <a:gd name="T86" fmla="*/ 4 w 8"/>
                  <a:gd name="T87" fmla="*/ 0 h 6"/>
                  <a:gd name="T88" fmla="*/ 4 w 8"/>
                  <a:gd name="T89" fmla="*/ 4 h 6"/>
                  <a:gd name="T90" fmla="*/ 4 w 8"/>
                  <a:gd name="T91" fmla="*/ 4 h 6"/>
                  <a:gd name="T92" fmla="*/ 4 w 8"/>
                  <a:gd name="T93" fmla="*/ 4 h 6"/>
                  <a:gd name="T94" fmla="*/ 4 w 8"/>
                  <a:gd name="T95" fmla="*/ 4 h 6"/>
                  <a:gd name="T96" fmla="*/ 4 w 8"/>
                  <a:gd name="T97" fmla="*/ 4 h 6"/>
                  <a:gd name="T98" fmla="*/ 4 w 8"/>
                  <a:gd name="T99" fmla="*/ 4 h 6"/>
                  <a:gd name="T100" fmla="*/ 4 w 8"/>
                  <a:gd name="T101" fmla="*/ 4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 h="6">
                    <a:moveTo>
                      <a:pt x="4" y="4"/>
                    </a:moveTo>
                    <a:lnTo>
                      <a:pt x="4" y="4"/>
                    </a:lnTo>
                    <a:lnTo>
                      <a:pt x="8" y="4"/>
                    </a:lnTo>
                    <a:lnTo>
                      <a:pt x="8" y="4"/>
                    </a:lnTo>
                    <a:lnTo>
                      <a:pt x="8" y="4"/>
                    </a:lnTo>
                    <a:lnTo>
                      <a:pt x="8" y="4"/>
                    </a:lnTo>
                    <a:lnTo>
                      <a:pt x="8" y="4"/>
                    </a:lnTo>
                    <a:lnTo>
                      <a:pt x="8" y="4"/>
                    </a:lnTo>
                    <a:lnTo>
                      <a:pt x="8" y="6"/>
                    </a:lnTo>
                    <a:lnTo>
                      <a:pt x="8" y="6"/>
                    </a:lnTo>
                    <a:lnTo>
                      <a:pt x="8" y="6"/>
                    </a:lnTo>
                    <a:lnTo>
                      <a:pt x="8" y="6"/>
                    </a:lnTo>
                    <a:lnTo>
                      <a:pt x="8" y="6"/>
                    </a:lnTo>
                    <a:lnTo>
                      <a:pt x="8" y="6"/>
                    </a:lnTo>
                    <a:lnTo>
                      <a:pt x="4" y="6"/>
                    </a:lnTo>
                    <a:lnTo>
                      <a:pt x="4" y="6"/>
                    </a:lnTo>
                    <a:lnTo>
                      <a:pt x="4" y="6"/>
                    </a:lnTo>
                    <a:lnTo>
                      <a:pt x="4" y="6"/>
                    </a:lnTo>
                    <a:lnTo>
                      <a:pt x="0" y="6"/>
                    </a:lnTo>
                    <a:lnTo>
                      <a:pt x="0" y="6"/>
                    </a:lnTo>
                    <a:lnTo>
                      <a:pt x="0" y="6"/>
                    </a:lnTo>
                    <a:lnTo>
                      <a:pt x="0" y="6"/>
                    </a:lnTo>
                    <a:lnTo>
                      <a:pt x="0" y="6"/>
                    </a:lnTo>
                    <a:lnTo>
                      <a:pt x="0" y="6"/>
                    </a:lnTo>
                    <a:lnTo>
                      <a:pt x="0" y="6"/>
                    </a:lnTo>
                    <a:lnTo>
                      <a:pt x="0" y="6"/>
                    </a:lnTo>
                    <a:lnTo>
                      <a:pt x="0" y="6"/>
                    </a:lnTo>
                    <a:lnTo>
                      <a:pt x="0" y="6"/>
                    </a:lnTo>
                    <a:lnTo>
                      <a:pt x="0" y="6"/>
                    </a:lnTo>
                    <a:lnTo>
                      <a:pt x="0" y="6"/>
                    </a:lnTo>
                    <a:lnTo>
                      <a:pt x="4" y="6"/>
                    </a:lnTo>
                    <a:lnTo>
                      <a:pt x="4" y="6"/>
                    </a:lnTo>
                    <a:lnTo>
                      <a:pt x="4" y="6"/>
                    </a:lnTo>
                    <a:lnTo>
                      <a:pt x="0" y="4"/>
                    </a:lnTo>
                    <a:lnTo>
                      <a:pt x="0" y="4"/>
                    </a:lnTo>
                    <a:lnTo>
                      <a:pt x="0" y="4"/>
                    </a:lnTo>
                    <a:lnTo>
                      <a:pt x="4" y="4"/>
                    </a:lnTo>
                    <a:lnTo>
                      <a:pt x="4" y="4"/>
                    </a:lnTo>
                    <a:lnTo>
                      <a:pt x="4" y="4"/>
                    </a:lnTo>
                    <a:lnTo>
                      <a:pt x="4" y="0"/>
                    </a:lnTo>
                    <a:lnTo>
                      <a:pt x="4" y="0"/>
                    </a:lnTo>
                    <a:lnTo>
                      <a:pt x="4" y="0"/>
                    </a:lnTo>
                    <a:lnTo>
                      <a:pt x="4" y="0"/>
                    </a:lnTo>
                    <a:lnTo>
                      <a:pt x="4" y="0"/>
                    </a:lnTo>
                    <a:lnTo>
                      <a:pt x="4" y="4"/>
                    </a:lnTo>
                    <a:lnTo>
                      <a:pt x="4" y="4"/>
                    </a:lnTo>
                    <a:lnTo>
                      <a:pt x="4" y="4"/>
                    </a:lnTo>
                    <a:lnTo>
                      <a:pt x="4" y="4"/>
                    </a:lnTo>
                    <a:lnTo>
                      <a:pt x="4" y="4"/>
                    </a:lnTo>
                    <a:lnTo>
                      <a:pt x="4"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4" name="Freeform 208"/>
              <p:cNvSpPr>
                <a:spLocks/>
              </p:cNvSpPr>
              <p:nvPr/>
            </p:nvSpPr>
            <p:spPr bwMode="gray">
              <a:xfrm>
                <a:off x="472656" y="3681337"/>
                <a:ext cx="3479" cy="3479"/>
              </a:xfrm>
              <a:custGeom>
                <a:avLst/>
                <a:gdLst>
                  <a:gd name="T0" fmla="*/ 0 w 2"/>
                  <a:gd name="T1" fmla="*/ 0 h 2"/>
                  <a:gd name="T2" fmla="*/ 2 w 2"/>
                  <a:gd name="T3" fmla="*/ 0 h 2"/>
                  <a:gd name="T4" fmla="*/ 2 w 2"/>
                  <a:gd name="T5" fmla="*/ 2 h 2"/>
                  <a:gd name="T6" fmla="*/ 0 w 2"/>
                  <a:gd name="T7" fmla="*/ 2 h 2"/>
                  <a:gd name="T8" fmla="*/ 0 w 2"/>
                  <a:gd name="T9" fmla="*/ 0 h 2"/>
                  <a:gd name="T10" fmla="*/ 0 w 2"/>
                  <a:gd name="T11" fmla="*/ 0 h 2"/>
                </a:gdLst>
                <a:ahLst/>
                <a:cxnLst>
                  <a:cxn ang="0">
                    <a:pos x="T0" y="T1"/>
                  </a:cxn>
                  <a:cxn ang="0">
                    <a:pos x="T2" y="T3"/>
                  </a:cxn>
                  <a:cxn ang="0">
                    <a:pos x="T4" y="T5"/>
                  </a:cxn>
                  <a:cxn ang="0">
                    <a:pos x="T6" y="T7"/>
                  </a:cxn>
                  <a:cxn ang="0">
                    <a:pos x="T8" y="T9"/>
                  </a:cxn>
                  <a:cxn ang="0">
                    <a:pos x="T10" y="T11"/>
                  </a:cxn>
                </a:cxnLst>
                <a:rect l="0" t="0" r="r" b="b"/>
                <a:pathLst>
                  <a:path w="2" h="2">
                    <a:moveTo>
                      <a:pt x="0" y="0"/>
                    </a:moveTo>
                    <a:lnTo>
                      <a:pt x="2" y="0"/>
                    </a:lnTo>
                    <a:lnTo>
                      <a:pt x="2" y="2"/>
                    </a:lnTo>
                    <a:lnTo>
                      <a:pt x="0" y="2"/>
                    </a:lnTo>
                    <a:lnTo>
                      <a:pt x="0" y="0"/>
                    </a:lnTo>
                    <a:lnTo>
                      <a:pt x="0"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0" name="Freeform 215"/>
              <p:cNvSpPr>
                <a:spLocks noEditPoints="1"/>
              </p:cNvSpPr>
              <p:nvPr/>
            </p:nvSpPr>
            <p:spPr bwMode="gray">
              <a:xfrm>
                <a:off x="3279833" y="6168451"/>
                <a:ext cx="83485" cy="41741"/>
              </a:xfrm>
              <a:custGeom>
                <a:avLst/>
                <a:gdLst>
                  <a:gd name="T0" fmla="*/ 30 w 48"/>
                  <a:gd name="T1" fmla="*/ 12 h 24"/>
                  <a:gd name="T2" fmla="*/ 26 w 48"/>
                  <a:gd name="T3" fmla="*/ 6 h 24"/>
                  <a:gd name="T4" fmla="*/ 30 w 48"/>
                  <a:gd name="T5" fmla="*/ 0 h 24"/>
                  <a:gd name="T6" fmla="*/ 38 w 48"/>
                  <a:gd name="T7" fmla="*/ 0 h 24"/>
                  <a:gd name="T8" fmla="*/ 38 w 48"/>
                  <a:gd name="T9" fmla="*/ 2 h 24"/>
                  <a:gd name="T10" fmla="*/ 36 w 48"/>
                  <a:gd name="T11" fmla="*/ 2 h 24"/>
                  <a:gd name="T12" fmla="*/ 40 w 48"/>
                  <a:gd name="T13" fmla="*/ 8 h 24"/>
                  <a:gd name="T14" fmla="*/ 40 w 48"/>
                  <a:gd name="T15" fmla="*/ 2 h 24"/>
                  <a:gd name="T16" fmla="*/ 44 w 48"/>
                  <a:gd name="T17" fmla="*/ 2 h 24"/>
                  <a:gd name="T18" fmla="*/ 46 w 48"/>
                  <a:gd name="T19" fmla="*/ 6 h 24"/>
                  <a:gd name="T20" fmla="*/ 42 w 48"/>
                  <a:gd name="T21" fmla="*/ 6 h 24"/>
                  <a:gd name="T22" fmla="*/ 48 w 48"/>
                  <a:gd name="T23" fmla="*/ 8 h 24"/>
                  <a:gd name="T24" fmla="*/ 38 w 48"/>
                  <a:gd name="T25" fmla="*/ 14 h 24"/>
                  <a:gd name="T26" fmla="*/ 30 w 48"/>
                  <a:gd name="T27" fmla="*/ 12 h 24"/>
                  <a:gd name="T28" fmla="*/ 34 w 48"/>
                  <a:gd name="T29" fmla="*/ 18 h 24"/>
                  <a:gd name="T30" fmla="*/ 26 w 48"/>
                  <a:gd name="T31" fmla="*/ 16 h 24"/>
                  <a:gd name="T32" fmla="*/ 28 w 48"/>
                  <a:gd name="T33" fmla="*/ 20 h 24"/>
                  <a:gd name="T34" fmla="*/ 24 w 48"/>
                  <a:gd name="T35" fmla="*/ 20 h 24"/>
                  <a:gd name="T36" fmla="*/ 24 w 48"/>
                  <a:gd name="T37" fmla="*/ 24 h 24"/>
                  <a:gd name="T38" fmla="*/ 20 w 48"/>
                  <a:gd name="T39" fmla="*/ 18 h 24"/>
                  <a:gd name="T40" fmla="*/ 26 w 48"/>
                  <a:gd name="T41" fmla="*/ 8 h 24"/>
                  <a:gd name="T42" fmla="*/ 30 w 48"/>
                  <a:gd name="T43" fmla="*/ 12 h 24"/>
                  <a:gd name="T44" fmla="*/ 30 w 48"/>
                  <a:gd name="T45" fmla="*/ 12 h 24"/>
                  <a:gd name="T46" fmla="*/ 30 w 48"/>
                  <a:gd name="T47" fmla="*/ 12 h 24"/>
                  <a:gd name="T48" fmla="*/ 10 w 48"/>
                  <a:gd name="T49" fmla="*/ 12 h 24"/>
                  <a:gd name="T50" fmla="*/ 14 w 48"/>
                  <a:gd name="T51" fmla="*/ 8 h 24"/>
                  <a:gd name="T52" fmla="*/ 6 w 48"/>
                  <a:gd name="T53" fmla="*/ 8 h 24"/>
                  <a:gd name="T54" fmla="*/ 14 w 48"/>
                  <a:gd name="T55" fmla="*/ 8 h 24"/>
                  <a:gd name="T56" fmla="*/ 6 w 48"/>
                  <a:gd name="T57" fmla="*/ 2 h 24"/>
                  <a:gd name="T58" fmla="*/ 14 w 48"/>
                  <a:gd name="T59" fmla="*/ 4 h 24"/>
                  <a:gd name="T60" fmla="*/ 14 w 48"/>
                  <a:gd name="T61" fmla="*/ 2 h 24"/>
                  <a:gd name="T62" fmla="*/ 26 w 48"/>
                  <a:gd name="T63" fmla="*/ 2 h 24"/>
                  <a:gd name="T64" fmla="*/ 10 w 48"/>
                  <a:gd name="T65" fmla="*/ 20 h 24"/>
                  <a:gd name="T66" fmla="*/ 6 w 48"/>
                  <a:gd name="T67" fmla="*/ 22 h 24"/>
                  <a:gd name="T68" fmla="*/ 2 w 48"/>
                  <a:gd name="T69" fmla="*/ 18 h 24"/>
                  <a:gd name="T70" fmla="*/ 8 w 48"/>
                  <a:gd name="T71" fmla="*/ 14 h 24"/>
                  <a:gd name="T72" fmla="*/ 8 w 48"/>
                  <a:gd name="T73" fmla="*/ 10 h 24"/>
                  <a:gd name="T74" fmla="*/ 10 w 48"/>
                  <a:gd name="T75" fmla="*/ 12 h 24"/>
                  <a:gd name="T76" fmla="*/ 10 w 48"/>
                  <a:gd name="T77" fmla="*/ 12 h 24"/>
                  <a:gd name="T78" fmla="*/ 10 w 48"/>
                  <a:gd name="T79" fmla="*/ 12 h 24"/>
                  <a:gd name="T80" fmla="*/ 2 w 48"/>
                  <a:gd name="T81" fmla="*/ 14 h 24"/>
                  <a:gd name="T82" fmla="*/ 0 w 48"/>
                  <a:gd name="T83" fmla="*/ 12 h 24"/>
                  <a:gd name="T84" fmla="*/ 4 w 48"/>
                  <a:gd name="T85" fmla="*/ 12 h 24"/>
                  <a:gd name="T86" fmla="*/ 2 w 48"/>
                  <a:gd name="T87" fmla="*/ 14 h 24"/>
                  <a:gd name="T88" fmla="*/ 2 w 48"/>
                  <a:gd name="T89" fmla="*/ 14 h 24"/>
                  <a:gd name="T90" fmla="*/ 2 w 48"/>
                  <a:gd name="T91"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8" h="24">
                    <a:moveTo>
                      <a:pt x="30" y="12"/>
                    </a:moveTo>
                    <a:lnTo>
                      <a:pt x="26" y="6"/>
                    </a:lnTo>
                    <a:lnTo>
                      <a:pt x="30" y="0"/>
                    </a:lnTo>
                    <a:lnTo>
                      <a:pt x="38" y="0"/>
                    </a:lnTo>
                    <a:lnTo>
                      <a:pt x="38" y="2"/>
                    </a:lnTo>
                    <a:lnTo>
                      <a:pt x="36" y="2"/>
                    </a:lnTo>
                    <a:lnTo>
                      <a:pt x="40" y="8"/>
                    </a:lnTo>
                    <a:lnTo>
                      <a:pt x="40" y="2"/>
                    </a:lnTo>
                    <a:lnTo>
                      <a:pt x="44" y="2"/>
                    </a:lnTo>
                    <a:lnTo>
                      <a:pt x="46" y="6"/>
                    </a:lnTo>
                    <a:lnTo>
                      <a:pt x="42" y="6"/>
                    </a:lnTo>
                    <a:lnTo>
                      <a:pt x="48" y="8"/>
                    </a:lnTo>
                    <a:lnTo>
                      <a:pt x="38" y="14"/>
                    </a:lnTo>
                    <a:lnTo>
                      <a:pt x="30" y="12"/>
                    </a:lnTo>
                    <a:lnTo>
                      <a:pt x="34" y="18"/>
                    </a:lnTo>
                    <a:lnTo>
                      <a:pt x="26" y="16"/>
                    </a:lnTo>
                    <a:lnTo>
                      <a:pt x="28" y="20"/>
                    </a:lnTo>
                    <a:lnTo>
                      <a:pt x="24" y="20"/>
                    </a:lnTo>
                    <a:lnTo>
                      <a:pt x="24" y="24"/>
                    </a:lnTo>
                    <a:lnTo>
                      <a:pt x="20" y="18"/>
                    </a:lnTo>
                    <a:lnTo>
                      <a:pt x="26" y="8"/>
                    </a:lnTo>
                    <a:lnTo>
                      <a:pt x="30" y="12"/>
                    </a:lnTo>
                    <a:lnTo>
                      <a:pt x="30" y="12"/>
                    </a:lnTo>
                    <a:lnTo>
                      <a:pt x="30" y="12"/>
                    </a:lnTo>
                    <a:close/>
                    <a:moveTo>
                      <a:pt x="10" y="12"/>
                    </a:moveTo>
                    <a:lnTo>
                      <a:pt x="14" y="8"/>
                    </a:lnTo>
                    <a:lnTo>
                      <a:pt x="6" y="8"/>
                    </a:lnTo>
                    <a:lnTo>
                      <a:pt x="14" y="8"/>
                    </a:lnTo>
                    <a:lnTo>
                      <a:pt x="6" y="2"/>
                    </a:lnTo>
                    <a:lnTo>
                      <a:pt x="14" y="4"/>
                    </a:lnTo>
                    <a:lnTo>
                      <a:pt x="14" y="2"/>
                    </a:lnTo>
                    <a:lnTo>
                      <a:pt x="26" y="2"/>
                    </a:lnTo>
                    <a:lnTo>
                      <a:pt x="10" y="20"/>
                    </a:lnTo>
                    <a:lnTo>
                      <a:pt x="6" y="22"/>
                    </a:lnTo>
                    <a:lnTo>
                      <a:pt x="2" y="18"/>
                    </a:lnTo>
                    <a:lnTo>
                      <a:pt x="8" y="14"/>
                    </a:lnTo>
                    <a:lnTo>
                      <a:pt x="8" y="10"/>
                    </a:lnTo>
                    <a:lnTo>
                      <a:pt x="10" y="12"/>
                    </a:lnTo>
                    <a:lnTo>
                      <a:pt x="10" y="12"/>
                    </a:lnTo>
                    <a:lnTo>
                      <a:pt x="10" y="12"/>
                    </a:lnTo>
                    <a:close/>
                    <a:moveTo>
                      <a:pt x="2" y="14"/>
                    </a:moveTo>
                    <a:lnTo>
                      <a:pt x="0" y="12"/>
                    </a:lnTo>
                    <a:lnTo>
                      <a:pt x="4" y="12"/>
                    </a:lnTo>
                    <a:lnTo>
                      <a:pt x="2" y="14"/>
                    </a:lnTo>
                    <a:lnTo>
                      <a:pt x="2" y="14"/>
                    </a:lnTo>
                    <a:lnTo>
                      <a:pt x="2"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1" name="Freeform 216"/>
              <p:cNvSpPr>
                <a:spLocks/>
              </p:cNvSpPr>
              <p:nvPr/>
            </p:nvSpPr>
            <p:spPr bwMode="gray">
              <a:xfrm>
                <a:off x="3224175" y="3514363"/>
                <a:ext cx="3479" cy="6957"/>
              </a:xfrm>
              <a:custGeom>
                <a:avLst/>
                <a:gdLst>
                  <a:gd name="T0" fmla="*/ 2 w 2"/>
                  <a:gd name="T1" fmla="*/ 0 h 4"/>
                  <a:gd name="T2" fmla="*/ 2 w 2"/>
                  <a:gd name="T3" fmla="*/ 2 h 4"/>
                  <a:gd name="T4" fmla="*/ 0 w 2"/>
                  <a:gd name="T5" fmla="*/ 4 h 4"/>
                  <a:gd name="T6" fmla="*/ 2 w 2"/>
                  <a:gd name="T7" fmla="*/ 0 h 4"/>
                  <a:gd name="T8" fmla="*/ 2 w 2"/>
                  <a:gd name="T9" fmla="*/ 0 h 4"/>
                  <a:gd name="T10" fmla="*/ 2 w 2"/>
                  <a:gd name="T11" fmla="*/ 0 h 4"/>
                  <a:gd name="T12" fmla="*/ 2 w 2"/>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 h="4">
                    <a:moveTo>
                      <a:pt x="2" y="0"/>
                    </a:moveTo>
                    <a:lnTo>
                      <a:pt x="2" y="2"/>
                    </a:lnTo>
                    <a:lnTo>
                      <a:pt x="0" y="4"/>
                    </a:lnTo>
                    <a:lnTo>
                      <a:pt x="2" y="0"/>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7" name="Freeform 222"/>
              <p:cNvSpPr>
                <a:spLocks noEditPoints="1"/>
              </p:cNvSpPr>
              <p:nvPr/>
            </p:nvSpPr>
            <p:spPr bwMode="gray">
              <a:xfrm>
                <a:off x="2531942" y="2968245"/>
                <a:ext cx="194798" cy="90441"/>
              </a:xfrm>
              <a:custGeom>
                <a:avLst/>
                <a:gdLst>
                  <a:gd name="T0" fmla="*/ 100 w 112"/>
                  <a:gd name="T1" fmla="*/ 52 h 52"/>
                  <a:gd name="T2" fmla="*/ 96 w 112"/>
                  <a:gd name="T3" fmla="*/ 48 h 52"/>
                  <a:gd name="T4" fmla="*/ 86 w 112"/>
                  <a:gd name="T5" fmla="*/ 48 h 52"/>
                  <a:gd name="T6" fmla="*/ 74 w 112"/>
                  <a:gd name="T7" fmla="*/ 52 h 52"/>
                  <a:gd name="T8" fmla="*/ 66 w 112"/>
                  <a:gd name="T9" fmla="*/ 48 h 52"/>
                  <a:gd name="T10" fmla="*/ 58 w 112"/>
                  <a:gd name="T11" fmla="*/ 44 h 52"/>
                  <a:gd name="T12" fmla="*/ 56 w 112"/>
                  <a:gd name="T13" fmla="*/ 40 h 52"/>
                  <a:gd name="T14" fmla="*/ 52 w 112"/>
                  <a:gd name="T15" fmla="*/ 48 h 52"/>
                  <a:gd name="T16" fmla="*/ 52 w 112"/>
                  <a:gd name="T17" fmla="*/ 38 h 52"/>
                  <a:gd name="T18" fmla="*/ 44 w 112"/>
                  <a:gd name="T19" fmla="*/ 40 h 52"/>
                  <a:gd name="T20" fmla="*/ 34 w 112"/>
                  <a:gd name="T21" fmla="*/ 44 h 52"/>
                  <a:gd name="T22" fmla="*/ 26 w 112"/>
                  <a:gd name="T23" fmla="*/ 52 h 52"/>
                  <a:gd name="T24" fmla="*/ 18 w 112"/>
                  <a:gd name="T25" fmla="*/ 44 h 52"/>
                  <a:gd name="T26" fmla="*/ 18 w 112"/>
                  <a:gd name="T27" fmla="*/ 40 h 52"/>
                  <a:gd name="T28" fmla="*/ 12 w 112"/>
                  <a:gd name="T29" fmla="*/ 44 h 52"/>
                  <a:gd name="T30" fmla="*/ 4 w 112"/>
                  <a:gd name="T31" fmla="*/ 48 h 52"/>
                  <a:gd name="T32" fmla="*/ 4 w 112"/>
                  <a:gd name="T33" fmla="*/ 44 h 52"/>
                  <a:gd name="T34" fmla="*/ 12 w 112"/>
                  <a:gd name="T35" fmla="*/ 38 h 52"/>
                  <a:gd name="T36" fmla="*/ 18 w 112"/>
                  <a:gd name="T37" fmla="*/ 30 h 52"/>
                  <a:gd name="T38" fmla="*/ 30 w 112"/>
                  <a:gd name="T39" fmla="*/ 26 h 52"/>
                  <a:gd name="T40" fmla="*/ 42 w 112"/>
                  <a:gd name="T41" fmla="*/ 18 h 52"/>
                  <a:gd name="T42" fmla="*/ 44 w 112"/>
                  <a:gd name="T43" fmla="*/ 10 h 52"/>
                  <a:gd name="T44" fmla="*/ 44 w 112"/>
                  <a:gd name="T45" fmla="*/ 14 h 52"/>
                  <a:gd name="T46" fmla="*/ 52 w 112"/>
                  <a:gd name="T47" fmla="*/ 10 h 52"/>
                  <a:gd name="T48" fmla="*/ 56 w 112"/>
                  <a:gd name="T49" fmla="*/ 4 h 52"/>
                  <a:gd name="T50" fmla="*/ 52 w 112"/>
                  <a:gd name="T51" fmla="*/ 10 h 52"/>
                  <a:gd name="T52" fmla="*/ 56 w 112"/>
                  <a:gd name="T53" fmla="*/ 6 h 52"/>
                  <a:gd name="T54" fmla="*/ 56 w 112"/>
                  <a:gd name="T55" fmla="*/ 4 h 52"/>
                  <a:gd name="T56" fmla="*/ 58 w 112"/>
                  <a:gd name="T57" fmla="*/ 4 h 52"/>
                  <a:gd name="T58" fmla="*/ 70 w 112"/>
                  <a:gd name="T59" fmla="*/ 6 h 52"/>
                  <a:gd name="T60" fmla="*/ 78 w 112"/>
                  <a:gd name="T61" fmla="*/ 6 h 52"/>
                  <a:gd name="T62" fmla="*/ 86 w 112"/>
                  <a:gd name="T63" fmla="*/ 10 h 52"/>
                  <a:gd name="T64" fmla="*/ 88 w 112"/>
                  <a:gd name="T65" fmla="*/ 18 h 52"/>
                  <a:gd name="T66" fmla="*/ 96 w 112"/>
                  <a:gd name="T67" fmla="*/ 22 h 52"/>
                  <a:gd name="T68" fmla="*/ 104 w 112"/>
                  <a:gd name="T69" fmla="*/ 26 h 52"/>
                  <a:gd name="T70" fmla="*/ 104 w 112"/>
                  <a:gd name="T71" fmla="*/ 34 h 52"/>
                  <a:gd name="T72" fmla="*/ 104 w 112"/>
                  <a:gd name="T73" fmla="*/ 38 h 52"/>
                  <a:gd name="T74" fmla="*/ 112 w 112"/>
                  <a:gd name="T75" fmla="*/ 44 h 52"/>
                  <a:gd name="T76" fmla="*/ 112 w 112"/>
                  <a:gd name="T77" fmla="*/ 48 h 52"/>
                  <a:gd name="T78" fmla="*/ 108 w 112"/>
                  <a:gd name="T79" fmla="*/ 52 h 52"/>
                  <a:gd name="T80" fmla="*/ 48 w 112"/>
                  <a:gd name="T81" fmla="*/ 18 h 52"/>
                  <a:gd name="T82" fmla="*/ 42 w 112"/>
                  <a:gd name="T83" fmla="*/ 26 h 52"/>
                  <a:gd name="T84" fmla="*/ 48 w 112"/>
                  <a:gd name="T85" fmla="*/ 22 h 52"/>
                  <a:gd name="T86" fmla="*/ 52 w 112"/>
                  <a:gd name="T87" fmla="*/ 18 h 52"/>
                  <a:gd name="T88" fmla="*/ 52 w 112"/>
                  <a:gd name="T89" fmla="*/ 40 h 52"/>
                  <a:gd name="T90" fmla="*/ 52 w 112"/>
                  <a:gd name="T91" fmla="*/ 40 h 52"/>
                  <a:gd name="T92" fmla="*/ 58 w 112"/>
                  <a:gd name="T93" fmla="*/ 38 h 52"/>
                  <a:gd name="T94" fmla="*/ 58 w 112"/>
                  <a:gd name="T95" fmla="*/ 34 h 52"/>
                  <a:gd name="T96" fmla="*/ 52 w 112"/>
                  <a:gd name="T97" fmla="*/ 3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2" h="52">
                    <a:moveTo>
                      <a:pt x="108" y="52"/>
                    </a:moveTo>
                    <a:lnTo>
                      <a:pt x="104" y="52"/>
                    </a:lnTo>
                    <a:lnTo>
                      <a:pt x="100" y="52"/>
                    </a:lnTo>
                    <a:lnTo>
                      <a:pt x="100" y="48"/>
                    </a:lnTo>
                    <a:lnTo>
                      <a:pt x="100" y="44"/>
                    </a:lnTo>
                    <a:lnTo>
                      <a:pt x="96" y="48"/>
                    </a:lnTo>
                    <a:lnTo>
                      <a:pt x="92" y="48"/>
                    </a:lnTo>
                    <a:lnTo>
                      <a:pt x="88" y="48"/>
                    </a:lnTo>
                    <a:lnTo>
                      <a:pt x="86" y="48"/>
                    </a:lnTo>
                    <a:lnTo>
                      <a:pt x="82" y="52"/>
                    </a:lnTo>
                    <a:lnTo>
                      <a:pt x="78" y="52"/>
                    </a:lnTo>
                    <a:lnTo>
                      <a:pt x="74" y="52"/>
                    </a:lnTo>
                    <a:lnTo>
                      <a:pt x="70" y="52"/>
                    </a:lnTo>
                    <a:lnTo>
                      <a:pt x="66" y="52"/>
                    </a:lnTo>
                    <a:lnTo>
                      <a:pt x="66" y="48"/>
                    </a:lnTo>
                    <a:lnTo>
                      <a:pt x="66" y="44"/>
                    </a:lnTo>
                    <a:lnTo>
                      <a:pt x="62" y="44"/>
                    </a:lnTo>
                    <a:lnTo>
                      <a:pt x="58" y="44"/>
                    </a:lnTo>
                    <a:lnTo>
                      <a:pt x="56" y="44"/>
                    </a:lnTo>
                    <a:lnTo>
                      <a:pt x="58" y="40"/>
                    </a:lnTo>
                    <a:lnTo>
                      <a:pt x="56" y="40"/>
                    </a:lnTo>
                    <a:lnTo>
                      <a:pt x="56" y="44"/>
                    </a:lnTo>
                    <a:lnTo>
                      <a:pt x="52" y="44"/>
                    </a:lnTo>
                    <a:lnTo>
                      <a:pt x="52" y="48"/>
                    </a:lnTo>
                    <a:lnTo>
                      <a:pt x="52" y="44"/>
                    </a:lnTo>
                    <a:lnTo>
                      <a:pt x="52" y="40"/>
                    </a:lnTo>
                    <a:lnTo>
                      <a:pt x="52" y="38"/>
                    </a:lnTo>
                    <a:lnTo>
                      <a:pt x="48" y="38"/>
                    </a:lnTo>
                    <a:lnTo>
                      <a:pt x="48" y="40"/>
                    </a:lnTo>
                    <a:lnTo>
                      <a:pt x="44" y="40"/>
                    </a:lnTo>
                    <a:lnTo>
                      <a:pt x="42" y="44"/>
                    </a:lnTo>
                    <a:lnTo>
                      <a:pt x="38" y="44"/>
                    </a:lnTo>
                    <a:lnTo>
                      <a:pt x="34" y="44"/>
                    </a:lnTo>
                    <a:lnTo>
                      <a:pt x="34" y="48"/>
                    </a:lnTo>
                    <a:lnTo>
                      <a:pt x="30" y="48"/>
                    </a:lnTo>
                    <a:lnTo>
                      <a:pt x="26" y="52"/>
                    </a:lnTo>
                    <a:lnTo>
                      <a:pt x="22" y="48"/>
                    </a:lnTo>
                    <a:lnTo>
                      <a:pt x="18" y="48"/>
                    </a:lnTo>
                    <a:lnTo>
                      <a:pt x="18" y="44"/>
                    </a:lnTo>
                    <a:lnTo>
                      <a:pt x="22" y="44"/>
                    </a:lnTo>
                    <a:lnTo>
                      <a:pt x="18" y="44"/>
                    </a:lnTo>
                    <a:lnTo>
                      <a:pt x="18" y="40"/>
                    </a:lnTo>
                    <a:lnTo>
                      <a:pt x="18" y="44"/>
                    </a:lnTo>
                    <a:lnTo>
                      <a:pt x="14" y="44"/>
                    </a:lnTo>
                    <a:lnTo>
                      <a:pt x="12" y="44"/>
                    </a:lnTo>
                    <a:lnTo>
                      <a:pt x="12" y="48"/>
                    </a:lnTo>
                    <a:lnTo>
                      <a:pt x="8" y="48"/>
                    </a:lnTo>
                    <a:lnTo>
                      <a:pt x="4" y="48"/>
                    </a:lnTo>
                    <a:lnTo>
                      <a:pt x="0" y="48"/>
                    </a:lnTo>
                    <a:lnTo>
                      <a:pt x="0" y="44"/>
                    </a:lnTo>
                    <a:lnTo>
                      <a:pt x="4" y="44"/>
                    </a:lnTo>
                    <a:lnTo>
                      <a:pt x="8" y="44"/>
                    </a:lnTo>
                    <a:lnTo>
                      <a:pt x="8" y="40"/>
                    </a:lnTo>
                    <a:lnTo>
                      <a:pt x="12" y="38"/>
                    </a:lnTo>
                    <a:lnTo>
                      <a:pt x="14" y="38"/>
                    </a:lnTo>
                    <a:lnTo>
                      <a:pt x="14" y="34"/>
                    </a:lnTo>
                    <a:lnTo>
                      <a:pt x="18" y="30"/>
                    </a:lnTo>
                    <a:lnTo>
                      <a:pt x="22" y="30"/>
                    </a:lnTo>
                    <a:lnTo>
                      <a:pt x="26" y="26"/>
                    </a:lnTo>
                    <a:lnTo>
                      <a:pt x="30" y="26"/>
                    </a:lnTo>
                    <a:lnTo>
                      <a:pt x="34" y="22"/>
                    </a:lnTo>
                    <a:lnTo>
                      <a:pt x="38" y="22"/>
                    </a:lnTo>
                    <a:lnTo>
                      <a:pt x="42" y="18"/>
                    </a:lnTo>
                    <a:lnTo>
                      <a:pt x="42" y="14"/>
                    </a:lnTo>
                    <a:lnTo>
                      <a:pt x="42" y="10"/>
                    </a:lnTo>
                    <a:lnTo>
                      <a:pt x="44" y="10"/>
                    </a:lnTo>
                    <a:lnTo>
                      <a:pt x="48" y="10"/>
                    </a:lnTo>
                    <a:lnTo>
                      <a:pt x="48" y="14"/>
                    </a:lnTo>
                    <a:lnTo>
                      <a:pt x="44" y="14"/>
                    </a:lnTo>
                    <a:lnTo>
                      <a:pt x="48" y="14"/>
                    </a:lnTo>
                    <a:lnTo>
                      <a:pt x="48" y="10"/>
                    </a:lnTo>
                    <a:lnTo>
                      <a:pt x="52" y="10"/>
                    </a:lnTo>
                    <a:lnTo>
                      <a:pt x="52" y="6"/>
                    </a:lnTo>
                    <a:lnTo>
                      <a:pt x="52" y="4"/>
                    </a:lnTo>
                    <a:lnTo>
                      <a:pt x="56" y="4"/>
                    </a:lnTo>
                    <a:lnTo>
                      <a:pt x="56" y="6"/>
                    </a:lnTo>
                    <a:lnTo>
                      <a:pt x="52" y="6"/>
                    </a:lnTo>
                    <a:lnTo>
                      <a:pt x="52" y="10"/>
                    </a:lnTo>
                    <a:lnTo>
                      <a:pt x="56" y="6"/>
                    </a:lnTo>
                    <a:lnTo>
                      <a:pt x="56" y="10"/>
                    </a:lnTo>
                    <a:lnTo>
                      <a:pt x="56" y="6"/>
                    </a:lnTo>
                    <a:lnTo>
                      <a:pt x="58" y="6"/>
                    </a:lnTo>
                    <a:lnTo>
                      <a:pt x="58" y="4"/>
                    </a:lnTo>
                    <a:lnTo>
                      <a:pt x="56" y="4"/>
                    </a:lnTo>
                    <a:lnTo>
                      <a:pt x="56" y="0"/>
                    </a:lnTo>
                    <a:lnTo>
                      <a:pt x="58" y="0"/>
                    </a:lnTo>
                    <a:lnTo>
                      <a:pt x="58" y="4"/>
                    </a:lnTo>
                    <a:lnTo>
                      <a:pt x="62" y="4"/>
                    </a:lnTo>
                    <a:lnTo>
                      <a:pt x="66" y="4"/>
                    </a:lnTo>
                    <a:lnTo>
                      <a:pt x="70" y="6"/>
                    </a:lnTo>
                    <a:lnTo>
                      <a:pt x="74" y="4"/>
                    </a:lnTo>
                    <a:lnTo>
                      <a:pt x="74" y="6"/>
                    </a:lnTo>
                    <a:lnTo>
                      <a:pt x="78" y="6"/>
                    </a:lnTo>
                    <a:lnTo>
                      <a:pt x="78" y="4"/>
                    </a:lnTo>
                    <a:lnTo>
                      <a:pt x="82" y="6"/>
                    </a:lnTo>
                    <a:lnTo>
                      <a:pt x="86" y="10"/>
                    </a:lnTo>
                    <a:lnTo>
                      <a:pt x="86" y="14"/>
                    </a:lnTo>
                    <a:lnTo>
                      <a:pt x="86" y="18"/>
                    </a:lnTo>
                    <a:lnTo>
                      <a:pt x="88" y="18"/>
                    </a:lnTo>
                    <a:lnTo>
                      <a:pt x="88" y="22"/>
                    </a:lnTo>
                    <a:lnTo>
                      <a:pt x="92" y="22"/>
                    </a:lnTo>
                    <a:lnTo>
                      <a:pt x="96" y="22"/>
                    </a:lnTo>
                    <a:lnTo>
                      <a:pt x="100" y="22"/>
                    </a:lnTo>
                    <a:lnTo>
                      <a:pt x="104" y="22"/>
                    </a:lnTo>
                    <a:lnTo>
                      <a:pt x="104" y="26"/>
                    </a:lnTo>
                    <a:lnTo>
                      <a:pt x="100" y="30"/>
                    </a:lnTo>
                    <a:lnTo>
                      <a:pt x="104" y="30"/>
                    </a:lnTo>
                    <a:lnTo>
                      <a:pt x="104" y="34"/>
                    </a:lnTo>
                    <a:lnTo>
                      <a:pt x="108" y="34"/>
                    </a:lnTo>
                    <a:lnTo>
                      <a:pt x="108" y="38"/>
                    </a:lnTo>
                    <a:lnTo>
                      <a:pt x="104" y="38"/>
                    </a:lnTo>
                    <a:lnTo>
                      <a:pt x="104" y="40"/>
                    </a:lnTo>
                    <a:lnTo>
                      <a:pt x="108" y="44"/>
                    </a:lnTo>
                    <a:lnTo>
                      <a:pt x="112" y="44"/>
                    </a:lnTo>
                    <a:lnTo>
                      <a:pt x="108" y="44"/>
                    </a:lnTo>
                    <a:lnTo>
                      <a:pt x="108" y="48"/>
                    </a:lnTo>
                    <a:lnTo>
                      <a:pt x="112" y="48"/>
                    </a:lnTo>
                    <a:lnTo>
                      <a:pt x="108" y="48"/>
                    </a:lnTo>
                    <a:lnTo>
                      <a:pt x="108" y="52"/>
                    </a:lnTo>
                    <a:lnTo>
                      <a:pt x="108" y="52"/>
                    </a:lnTo>
                    <a:lnTo>
                      <a:pt x="108" y="52"/>
                    </a:lnTo>
                    <a:close/>
                    <a:moveTo>
                      <a:pt x="52" y="18"/>
                    </a:moveTo>
                    <a:lnTo>
                      <a:pt x="48" y="18"/>
                    </a:lnTo>
                    <a:lnTo>
                      <a:pt x="44" y="22"/>
                    </a:lnTo>
                    <a:lnTo>
                      <a:pt x="42" y="22"/>
                    </a:lnTo>
                    <a:lnTo>
                      <a:pt x="42" y="26"/>
                    </a:lnTo>
                    <a:lnTo>
                      <a:pt x="44" y="26"/>
                    </a:lnTo>
                    <a:lnTo>
                      <a:pt x="44" y="22"/>
                    </a:lnTo>
                    <a:lnTo>
                      <a:pt x="48" y="22"/>
                    </a:lnTo>
                    <a:lnTo>
                      <a:pt x="52" y="22"/>
                    </a:lnTo>
                    <a:lnTo>
                      <a:pt x="52" y="18"/>
                    </a:lnTo>
                    <a:lnTo>
                      <a:pt x="52" y="18"/>
                    </a:lnTo>
                    <a:lnTo>
                      <a:pt x="52" y="18"/>
                    </a:lnTo>
                    <a:close/>
                    <a:moveTo>
                      <a:pt x="52" y="38"/>
                    </a:moveTo>
                    <a:lnTo>
                      <a:pt x="52" y="40"/>
                    </a:lnTo>
                    <a:lnTo>
                      <a:pt x="52" y="38"/>
                    </a:lnTo>
                    <a:lnTo>
                      <a:pt x="56" y="38"/>
                    </a:lnTo>
                    <a:lnTo>
                      <a:pt x="52" y="40"/>
                    </a:lnTo>
                    <a:lnTo>
                      <a:pt x="56" y="40"/>
                    </a:lnTo>
                    <a:lnTo>
                      <a:pt x="56" y="38"/>
                    </a:lnTo>
                    <a:lnTo>
                      <a:pt x="58" y="38"/>
                    </a:lnTo>
                    <a:lnTo>
                      <a:pt x="58" y="34"/>
                    </a:lnTo>
                    <a:lnTo>
                      <a:pt x="62" y="34"/>
                    </a:lnTo>
                    <a:lnTo>
                      <a:pt x="58" y="34"/>
                    </a:lnTo>
                    <a:lnTo>
                      <a:pt x="56" y="34"/>
                    </a:lnTo>
                    <a:lnTo>
                      <a:pt x="52" y="34"/>
                    </a:lnTo>
                    <a:lnTo>
                      <a:pt x="52" y="38"/>
                    </a:lnTo>
                    <a:lnTo>
                      <a:pt x="52" y="38"/>
                    </a:lnTo>
                    <a:lnTo>
                      <a:pt x="52"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8" name="Freeform 223"/>
              <p:cNvSpPr>
                <a:spLocks noEditPoints="1"/>
              </p:cNvSpPr>
              <p:nvPr/>
            </p:nvSpPr>
            <p:spPr bwMode="gray">
              <a:xfrm>
                <a:off x="2632820" y="3069121"/>
                <a:ext cx="80006" cy="156530"/>
              </a:xfrm>
              <a:custGeom>
                <a:avLst/>
                <a:gdLst>
                  <a:gd name="T0" fmla="*/ 46 w 46"/>
                  <a:gd name="T1" fmla="*/ 8 h 90"/>
                  <a:gd name="T2" fmla="*/ 46 w 46"/>
                  <a:gd name="T3" fmla="*/ 8 h 90"/>
                  <a:gd name="T4" fmla="*/ 42 w 46"/>
                  <a:gd name="T5" fmla="*/ 12 h 90"/>
                  <a:gd name="T6" fmla="*/ 42 w 46"/>
                  <a:gd name="T7" fmla="*/ 16 h 90"/>
                  <a:gd name="T8" fmla="*/ 46 w 46"/>
                  <a:gd name="T9" fmla="*/ 16 h 90"/>
                  <a:gd name="T10" fmla="*/ 42 w 46"/>
                  <a:gd name="T11" fmla="*/ 16 h 90"/>
                  <a:gd name="T12" fmla="*/ 38 w 46"/>
                  <a:gd name="T13" fmla="*/ 20 h 90"/>
                  <a:gd name="T14" fmla="*/ 34 w 46"/>
                  <a:gd name="T15" fmla="*/ 28 h 90"/>
                  <a:gd name="T16" fmla="*/ 34 w 46"/>
                  <a:gd name="T17" fmla="*/ 28 h 90"/>
                  <a:gd name="T18" fmla="*/ 38 w 46"/>
                  <a:gd name="T19" fmla="*/ 24 h 90"/>
                  <a:gd name="T20" fmla="*/ 34 w 46"/>
                  <a:gd name="T21" fmla="*/ 28 h 90"/>
                  <a:gd name="T22" fmla="*/ 34 w 46"/>
                  <a:gd name="T23" fmla="*/ 24 h 90"/>
                  <a:gd name="T24" fmla="*/ 34 w 46"/>
                  <a:gd name="T25" fmla="*/ 20 h 90"/>
                  <a:gd name="T26" fmla="*/ 34 w 46"/>
                  <a:gd name="T27" fmla="*/ 24 h 90"/>
                  <a:gd name="T28" fmla="*/ 30 w 46"/>
                  <a:gd name="T29" fmla="*/ 24 h 90"/>
                  <a:gd name="T30" fmla="*/ 26 w 46"/>
                  <a:gd name="T31" fmla="*/ 28 h 90"/>
                  <a:gd name="T32" fmla="*/ 26 w 46"/>
                  <a:gd name="T33" fmla="*/ 30 h 90"/>
                  <a:gd name="T34" fmla="*/ 24 w 46"/>
                  <a:gd name="T35" fmla="*/ 42 h 90"/>
                  <a:gd name="T36" fmla="*/ 24 w 46"/>
                  <a:gd name="T37" fmla="*/ 50 h 90"/>
                  <a:gd name="T38" fmla="*/ 24 w 46"/>
                  <a:gd name="T39" fmla="*/ 50 h 90"/>
                  <a:gd name="T40" fmla="*/ 26 w 46"/>
                  <a:gd name="T41" fmla="*/ 64 h 90"/>
                  <a:gd name="T42" fmla="*/ 26 w 46"/>
                  <a:gd name="T43" fmla="*/ 76 h 90"/>
                  <a:gd name="T44" fmla="*/ 20 w 46"/>
                  <a:gd name="T45" fmla="*/ 82 h 90"/>
                  <a:gd name="T46" fmla="*/ 12 w 46"/>
                  <a:gd name="T47" fmla="*/ 90 h 90"/>
                  <a:gd name="T48" fmla="*/ 8 w 46"/>
                  <a:gd name="T49" fmla="*/ 90 h 90"/>
                  <a:gd name="T50" fmla="*/ 4 w 46"/>
                  <a:gd name="T51" fmla="*/ 82 h 90"/>
                  <a:gd name="T52" fmla="*/ 4 w 46"/>
                  <a:gd name="T53" fmla="*/ 76 h 90"/>
                  <a:gd name="T54" fmla="*/ 4 w 46"/>
                  <a:gd name="T55" fmla="*/ 68 h 90"/>
                  <a:gd name="T56" fmla="*/ 4 w 46"/>
                  <a:gd name="T57" fmla="*/ 62 h 90"/>
                  <a:gd name="T58" fmla="*/ 4 w 46"/>
                  <a:gd name="T59" fmla="*/ 58 h 90"/>
                  <a:gd name="T60" fmla="*/ 4 w 46"/>
                  <a:gd name="T61" fmla="*/ 54 h 90"/>
                  <a:gd name="T62" fmla="*/ 4 w 46"/>
                  <a:gd name="T63" fmla="*/ 46 h 90"/>
                  <a:gd name="T64" fmla="*/ 8 w 46"/>
                  <a:gd name="T65" fmla="*/ 42 h 90"/>
                  <a:gd name="T66" fmla="*/ 8 w 46"/>
                  <a:gd name="T67" fmla="*/ 38 h 90"/>
                  <a:gd name="T68" fmla="*/ 8 w 46"/>
                  <a:gd name="T69" fmla="*/ 34 h 90"/>
                  <a:gd name="T70" fmla="*/ 8 w 46"/>
                  <a:gd name="T71" fmla="*/ 30 h 90"/>
                  <a:gd name="T72" fmla="*/ 4 w 46"/>
                  <a:gd name="T73" fmla="*/ 28 h 90"/>
                  <a:gd name="T74" fmla="*/ 0 w 46"/>
                  <a:gd name="T75" fmla="*/ 34 h 90"/>
                  <a:gd name="T76" fmla="*/ 4 w 46"/>
                  <a:gd name="T77" fmla="*/ 24 h 90"/>
                  <a:gd name="T78" fmla="*/ 4 w 46"/>
                  <a:gd name="T79" fmla="*/ 24 h 90"/>
                  <a:gd name="T80" fmla="*/ 12 w 46"/>
                  <a:gd name="T81" fmla="*/ 16 h 90"/>
                  <a:gd name="T82" fmla="*/ 16 w 46"/>
                  <a:gd name="T83" fmla="*/ 4 h 90"/>
                  <a:gd name="T84" fmla="*/ 16 w 46"/>
                  <a:gd name="T85" fmla="*/ 8 h 90"/>
                  <a:gd name="T86" fmla="*/ 24 w 46"/>
                  <a:gd name="T87" fmla="*/ 4 h 90"/>
                  <a:gd name="T88" fmla="*/ 20 w 46"/>
                  <a:gd name="T89" fmla="*/ 8 h 90"/>
                  <a:gd name="T90" fmla="*/ 20 w 46"/>
                  <a:gd name="T91" fmla="*/ 12 h 90"/>
                  <a:gd name="T92" fmla="*/ 20 w 46"/>
                  <a:gd name="T93" fmla="*/ 8 h 90"/>
                  <a:gd name="T94" fmla="*/ 24 w 46"/>
                  <a:gd name="T95" fmla="*/ 4 h 90"/>
                  <a:gd name="T96" fmla="*/ 34 w 46"/>
                  <a:gd name="T97" fmla="*/ 4 h 90"/>
                  <a:gd name="T98" fmla="*/ 34 w 46"/>
                  <a:gd name="T99" fmla="*/ 0 h 90"/>
                  <a:gd name="T100" fmla="*/ 42 w 46"/>
                  <a:gd name="T101" fmla="*/ 4 h 90"/>
                  <a:gd name="T102" fmla="*/ 46 w 46"/>
                  <a:gd name="T103" fmla="*/ 8 h 90"/>
                  <a:gd name="T104" fmla="*/ 12 w 46"/>
                  <a:gd name="T105" fmla="*/ 20 h 90"/>
                  <a:gd name="T106" fmla="*/ 8 w 46"/>
                  <a:gd name="T107" fmla="*/ 24 h 90"/>
                  <a:gd name="T108" fmla="*/ 12 w 46"/>
                  <a:gd name="T109" fmla="*/ 28 h 90"/>
                  <a:gd name="T110" fmla="*/ 12 w 46"/>
                  <a:gd name="T111" fmla="*/ 24 h 90"/>
                  <a:gd name="T112" fmla="*/ 16 w 46"/>
                  <a:gd name="T113" fmla="*/ 2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6" h="90">
                    <a:moveTo>
                      <a:pt x="46" y="8"/>
                    </a:moveTo>
                    <a:lnTo>
                      <a:pt x="46" y="8"/>
                    </a:lnTo>
                    <a:lnTo>
                      <a:pt x="46" y="8"/>
                    </a:lnTo>
                    <a:lnTo>
                      <a:pt x="46" y="8"/>
                    </a:lnTo>
                    <a:lnTo>
                      <a:pt x="46" y="8"/>
                    </a:lnTo>
                    <a:lnTo>
                      <a:pt x="46" y="8"/>
                    </a:lnTo>
                    <a:lnTo>
                      <a:pt x="46" y="8"/>
                    </a:lnTo>
                    <a:lnTo>
                      <a:pt x="46" y="8"/>
                    </a:lnTo>
                    <a:lnTo>
                      <a:pt x="42" y="8"/>
                    </a:lnTo>
                    <a:lnTo>
                      <a:pt x="42" y="8"/>
                    </a:lnTo>
                    <a:lnTo>
                      <a:pt x="46" y="8"/>
                    </a:lnTo>
                    <a:lnTo>
                      <a:pt x="46" y="8"/>
                    </a:lnTo>
                    <a:lnTo>
                      <a:pt x="46" y="8"/>
                    </a:lnTo>
                    <a:lnTo>
                      <a:pt x="46" y="8"/>
                    </a:lnTo>
                    <a:lnTo>
                      <a:pt x="46" y="8"/>
                    </a:lnTo>
                    <a:lnTo>
                      <a:pt x="46" y="8"/>
                    </a:lnTo>
                    <a:lnTo>
                      <a:pt x="46" y="8"/>
                    </a:lnTo>
                    <a:lnTo>
                      <a:pt x="42" y="8"/>
                    </a:lnTo>
                    <a:lnTo>
                      <a:pt x="42" y="8"/>
                    </a:lnTo>
                    <a:lnTo>
                      <a:pt x="42" y="12"/>
                    </a:lnTo>
                    <a:lnTo>
                      <a:pt x="42" y="12"/>
                    </a:lnTo>
                    <a:lnTo>
                      <a:pt x="42" y="12"/>
                    </a:lnTo>
                    <a:lnTo>
                      <a:pt x="42" y="12"/>
                    </a:lnTo>
                    <a:lnTo>
                      <a:pt x="42" y="12"/>
                    </a:lnTo>
                    <a:lnTo>
                      <a:pt x="42" y="12"/>
                    </a:lnTo>
                    <a:lnTo>
                      <a:pt x="42" y="12"/>
                    </a:lnTo>
                    <a:lnTo>
                      <a:pt x="42" y="12"/>
                    </a:lnTo>
                    <a:lnTo>
                      <a:pt x="42" y="12"/>
                    </a:lnTo>
                    <a:lnTo>
                      <a:pt x="42" y="16"/>
                    </a:lnTo>
                    <a:lnTo>
                      <a:pt x="42" y="16"/>
                    </a:lnTo>
                    <a:lnTo>
                      <a:pt x="42" y="16"/>
                    </a:lnTo>
                    <a:lnTo>
                      <a:pt x="42" y="16"/>
                    </a:lnTo>
                    <a:lnTo>
                      <a:pt x="42" y="16"/>
                    </a:lnTo>
                    <a:lnTo>
                      <a:pt x="46" y="16"/>
                    </a:lnTo>
                    <a:lnTo>
                      <a:pt x="46" y="16"/>
                    </a:lnTo>
                    <a:lnTo>
                      <a:pt x="46" y="16"/>
                    </a:lnTo>
                    <a:lnTo>
                      <a:pt x="46" y="16"/>
                    </a:lnTo>
                    <a:lnTo>
                      <a:pt x="46" y="16"/>
                    </a:lnTo>
                    <a:lnTo>
                      <a:pt x="46" y="16"/>
                    </a:lnTo>
                    <a:lnTo>
                      <a:pt x="46" y="16"/>
                    </a:lnTo>
                    <a:lnTo>
                      <a:pt x="42" y="16"/>
                    </a:lnTo>
                    <a:lnTo>
                      <a:pt x="42" y="16"/>
                    </a:lnTo>
                    <a:lnTo>
                      <a:pt x="42" y="16"/>
                    </a:lnTo>
                    <a:lnTo>
                      <a:pt x="42" y="16"/>
                    </a:lnTo>
                    <a:lnTo>
                      <a:pt x="42" y="16"/>
                    </a:lnTo>
                    <a:lnTo>
                      <a:pt x="42" y="16"/>
                    </a:lnTo>
                    <a:lnTo>
                      <a:pt x="42" y="16"/>
                    </a:lnTo>
                    <a:lnTo>
                      <a:pt x="42" y="16"/>
                    </a:lnTo>
                    <a:lnTo>
                      <a:pt x="38" y="16"/>
                    </a:lnTo>
                    <a:lnTo>
                      <a:pt x="38" y="16"/>
                    </a:lnTo>
                    <a:lnTo>
                      <a:pt x="38" y="20"/>
                    </a:lnTo>
                    <a:lnTo>
                      <a:pt x="38" y="20"/>
                    </a:lnTo>
                    <a:lnTo>
                      <a:pt x="38" y="20"/>
                    </a:lnTo>
                    <a:lnTo>
                      <a:pt x="38" y="20"/>
                    </a:lnTo>
                    <a:lnTo>
                      <a:pt x="38" y="20"/>
                    </a:lnTo>
                    <a:lnTo>
                      <a:pt x="38" y="20"/>
                    </a:lnTo>
                    <a:lnTo>
                      <a:pt x="38" y="20"/>
                    </a:lnTo>
                    <a:lnTo>
                      <a:pt x="38" y="24"/>
                    </a:lnTo>
                    <a:lnTo>
                      <a:pt x="38" y="24"/>
                    </a:lnTo>
                    <a:lnTo>
                      <a:pt x="38" y="24"/>
                    </a:lnTo>
                    <a:lnTo>
                      <a:pt x="38" y="24"/>
                    </a:lnTo>
                    <a:lnTo>
                      <a:pt x="38" y="24"/>
                    </a:lnTo>
                    <a:lnTo>
                      <a:pt x="38" y="24"/>
                    </a:lnTo>
                    <a:lnTo>
                      <a:pt x="34" y="28"/>
                    </a:lnTo>
                    <a:lnTo>
                      <a:pt x="34" y="28"/>
                    </a:lnTo>
                    <a:lnTo>
                      <a:pt x="34" y="28"/>
                    </a:lnTo>
                    <a:lnTo>
                      <a:pt x="34" y="28"/>
                    </a:lnTo>
                    <a:lnTo>
                      <a:pt x="34" y="28"/>
                    </a:lnTo>
                    <a:lnTo>
                      <a:pt x="34" y="28"/>
                    </a:lnTo>
                    <a:lnTo>
                      <a:pt x="34" y="28"/>
                    </a:lnTo>
                    <a:lnTo>
                      <a:pt x="34" y="28"/>
                    </a:lnTo>
                    <a:lnTo>
                      <a:pt x="34" y="28"/>
                    </a:lnTo>
                    <a:lnTo>
                      <a:pt x="34" y="28"/>
                    </a:lnTo>
                    <a:lnTo>
                      <a:pt x="38" y="28"/>
                    </a:lnTo>
                    <a:lnTo>
                      <a:pt x="38" y="24"/>
                    </a:lnTo>
                    <a:lnTo>
                      <a:pt x="38" y="24"/>
                    </a:lnTo>
                    <a:lnTo>
                      <a:pt x="38" y="24"/>
                    </a:lnTo>
                    <a:lnTo>
                      <a:pt x="38" y="24"/>
                    </a:lnTo>
                    <a:lnTo>
                      <a:pt x="38" y="24"/>
                    </a:lnTo>
                    <a:lnTo>
                      <a:pt x="38" y="24"/>
                    </a:lnTo>
                    <a:lnTo>
                      <a:pt x="34" y="24"/>
                    </a:lnTo>
                    <a:lnTo>
                      <a:pt x="34" y="24"/>
                    </a:lnTo>
                    <a:lnTo>
                      <a:pt x="34" y="28"/>
                    </a:lnTo>
                    <a:lnTo>
                      <a:pt x="34" y="28"/>
                    </a:lnTo>
                    <a:lnTo>
                      <a:pt x="34" y="28"/>
                    </a:lnTo>
                    <a:lnTo>
                      <a:pt x="34" y="28"/>
                    </a:lnTo>
                    <a:lnTo>
                      <a:pt x="34" y="28"/>
                    </a:lnTo>
                    <a:lnTo>
                      <a:pt x="34" y="28"/>
                    </a:lnTo>
                    <a:lnTo>
                      <a:pt x="34" y="28"/>
                    </a:lnTo>
                    <a:lnTo>
                      <a:pt x="34" y="28"/>
                    </a:lnTo>
                    <a:lnTo>
                      <a:pt x="34" y="28"/>
                    </a:lnTo>
                    <a:lnTo>
                      <a:pt x="34" y="28"/>
                    </a:lnTo>
                    <a:lnTo>
                      <a:pt x="34" y="28"/>
                    </a:lnTo>
                    <a:lnTo>
                      <a:pt x="34" y="28"/>
                    </a:lnTo>
                    <a:lnTo>
                      <a:pt x="34" y="24"/>
                    </a:lnTo>
                    <a:lnTo>
                      <a:pt x="34" y="24"/>
                    </a:lnTo>
                    <a:lnTo>
                      <a:pt x="34" y="24"/>
                    </a:lnTo>
                    <a:lnTo>
                      <a:pt x="34" y="24"/>
                    </a:lnTo>
                    <a:lnTo>
                      <a:pt x="34" y="24"/>
                    </a:lnTo>
                    <a:lnTo>
                      <a:pt x="34" y="20"/>
                    </a:lnTo>
                    <a:lnTo>
                      <a:pt x="34" y="20"/>
                    </a:lnTo>
                    <a:lnTo>
                      <a:pt x="34" y="20"/>
                    </a:lnTo>
                    <a:lnTo>
                      <a:pt x="34" y="20"/>
                    </a:lnTo>
                    <a:lnTo>
                      <a:pt x="34" y="20"/>
                    </a:lnTo>
                    <a:lnTo>
                      <a:pt x="34" y="20"/>
                    </a:lnTo>
                    <a:lnTo>
                      <a:pt x="34" y="20"/>
                    </a:lnTo>
                    <a:lnTo>
                      <a:pt x="34" y="20"/>
                    </a:lnTo>
                    <a:lnTo>
                      <a:pt x="34" y="20"/>
                    </a:lnTo>
                    <a:lnTo>
                      <a:pt x="34" y="20"/>
                    </a:lnTo>
                    <a:lnTo>
                      <a:pt x="34" y="24"/>
                    </a:lnTo>
                    <a:lnTo>
                      <a:pt x="34" y="24"/>
                    </a:lnTo>
                    <a:lnTo>
                      <a:pt x="34" y="24"/>
                    </a:lnTo>
                    <a:lnTo>
                      <a:pt x="30" y="24"/>
                    </a:lnTo>
                    <a:lnTo>
                      <a:pt x="30" y="24"/>
                    </a:lnTo>
                    <a:lnTo>
                      <a:pt x="30" y="24"/>
                    </a:lnTo>
                    <a:lnTo>
                      <a:pt x="30" y="24"/>
                    </a:lnTo>
                    <a:lnTo>
                      <a:pt x="30" y="24"/>
                    </a:lnTo>
                    <a:lnTo>
                      <a:pt x="30" y="24"/>
                    </a:lnTo>
                    <a:lnTo>
                      <a:pt x="30" y="24"/>
                    </a:lnTo>
                    <a:lnTo>
                      <a:pt x="30" y="24"/>
                    </a:lnTo>
                    <a:lnTo>
                      <a:pt x="30" y="24"/>
                    </a:lnTo>
                    <a:lnTo>
                      <a:pt x="26" y="24"/>
                    </a:lnTo>
                    <a:lnTo>
                      <a:pt x="26" y="28"/>
                    </a:lnTo>
                    <a:lnTo>
                      <a:pt x="26" y="28"/>
                    </a:lnTo>
                    <a:lnTo>
                      <a:pt x="26" y="28"/>
                    </a:lnTo>
                    <a:lnTo>
                      <a:pt x="26" y="28"/>
                    </a:lnTo>
                    <a:lnTo>
                      <a:pt x="26" y="28"/>
                    </a:lnTo>
                    <a:lnTo>
                      <a:pt x="26" y="28"/>
                    </a:lnTo>
                    <a:lnTo>
                      <a:pt x="26" y="28"/>
                    </a:lnTo>
                    <a:lnTo>
                      <a:pt x="26" y="28"/>
                    </a:lnTo>
                    <a:lnTo>
                      <a:pt x="26" y="28"/>
                    </a:lnTo>
                    <a:lnTo>
                      <a:pt x="26" y="30"/>
                    </a:lnTo>
                    <a:lnTo>
                      <a:pt x="26" y="30"/>
                    </a:lnTo>
                    <a:lnTo>
                      <a:pt x="26" y="30"/>
                    </a:lnTo>
                    <a:lnTo>
                      <a:pt x="26" y="30"/>
                    </a:lnTo>
                    <a:lnTo>
                      <a:pt x="26" y="30"/>
                    </a:lnTo>
                    <a:lnTo>
                      <a:pt x="26" y="30"/>
                    </a:lnTo>
                    <a:lnTo>
                      <a:pt x="26" y="34"/>
                    </a:lnTo>
                    <a:lnTo>
                      <a:pt x="26" y="34"/>
                    </a:lnTo>
                    <a:lnTo>
                      <a:pt x="26" y="34"/>
                    </a:lnTo>
                    <a:lnTo>
                      <a:pt x="26" y="38"/>
                    </a:lnTo>
                    <a:lnTo>
                      <a:pt x="24" y="38"/>
                    </a:lnTo>
                    <a:lnTo>
                      <a:pt x="24" y="42"/>
                    </a:lnTo>
                    <a:lnTo>
                      <a:pt x="24" y="42"/>
                    </a:lnTo>
                    <a:lnTo>
                      <a:pt x="24" y="42"/>
                    </a:lnTo>
                    <a:lnTo>
                      <a:pt x="24" y="42"/>
                    </a:lnTo>
                    <a:lnTo>
                      <a:pt x="24" y="42"/>
                    </a:lnTo>
                    <a:lnTo>
                      <a:pt x="24" y="42"/>
                    </a:lnTo>
                    <a:lnTo>
                      <a:pt x="24" y="42"/>
                    </a:lnTo>
                    <a:lnTo>
                      <a:pt x="24" y="46"/>
                    </a:lnTo>
                    <a:lnTo>
                      <a:pt x="24" y="46"/>
                    </a:lnTo>
                    <a:lnTo>
                      <a:pt x="24" y="50"/>
                    </a:lnTo>
                    <a:lnTo>
                      <a:pt x="24" y="50"/>
                    </a:lnTo>
                    <a:lnTo>
                      <a:pt x="24" y="50"/>
                    </a:lnTo>
                    <a:lnTo>
                      <a:pt x="24" y="50"/>
                    </a:lnTo>
                    <a:lnTo>
                      <a:pt x="24" y="50"/>
                    </a:lnTo>
                    <a:lnTo>
                      <a:pt x="24" y="50"/>
                    </a:lnTo>
                    <a:lnTo>
                      <a:pt x="24" y="50"/>
                    </a:lnTo>
                    <a:lnTo>
                      <a:pt x="24" y="50"/>
                    </a:lnTo>
                    <a:lnTo>
                      <a:pt x="24" y="50"/>
                    </a:lnTo>
                    <a:lnTo>
                      <a:pt x="24" y="50"/>
                    </a:lnTo>
                    <a:lnTo>
                      <a:pt x="24" y="54"/>
                    </a:lnTo>
                    <a:lnTo>
                      <a:pt x="24" y="58"/>
                    </a:lnTo>
                    <a:lnTo>
                      <a:pt x="24" y="58"/>
                    </a:lnTo>
                    <a:lnTo>
                      <a:pt x="24" y="58"/>
                    </a:lnTo>
                    <a:lnTo>
                      <a:pt x="24" y="62"/>
                    </a:lnTo>
                    <a:lnTo>
                      <a:pt x="26" y="64"/>
                    </a:lnTo>
                    <a:lnTo>
                      <a:pt x="26" y="64"/>
                    </a:lnTo>
                    <a:lnTo>
                      <a:pt x="26" y="68"/>
                    </a:lnTo>
                    <a:lnTo>
                      <a:pt x="26" y="68"/>
                    </a:lnTo>
                    <a:lnTo>
                      <a:pt x="26" y="68"/>
                    </a:lnTo>
                    <a:lnTo>
                      <a:pt x="26" y="72"/>
                    </a:lnTo>
                    <a:lnTo>
                      <a:pt x="26" y="72"/>
                    </a:lnTo>
                    <a:lnTo>
                      <a:pt x="26" y="72"/>
                    </a:lnTo>
                    <a:lnTo>
                      <a:pt x="26" y="76"/>
                    </a:lnTo>
                    <a:lnTo>
                      <a:pt x="26" y="76"/>
                    </a:lnTo>
                    <a:lnTo>
                      <a:pt x="24" y="76"/>
                    </a:lnTo>
                    <a:lnTo>
                      <a:pt x="24" y="76"/>
                    </a:lnTo>
                    <a:lnTo>
                      <a:pt x="24" y="78"/>
                    </a:lnTo>
                    <a:lnTo>
                      <a:pt x="24" y="78"/>
                    </a:lnTo>
                    <a:lnTo>
                      <a:pt x="24" y="82"/>
                    </a:lnTo>
                    <a:lnTo>
                      <a:pt x="24" y="82"/>
                    </a:lnTo>
                    <a:lnTo>
                      <a:pt x="20" y="82"/>
                    </a:lnTo>
                    <a:lnTo>
                      <a:pt x="20" y="82"/>
                    </a:lnTo>
                    <a:lnTo>
                      <a:pt x="20" y="82"/>
                    </a:lnTo>
                    <a:lnTo>
                      <a:pt x="20" y="86"/>
                    </a:lnTo>
                    <a:lnTo>
                      <a:pt x="20" y="86"/>
                    </a:lnTo>
                    <a:lnTo>
                      <a:pt x="20" y="86"/>
                    </a:lnTo>
                    <a:lnTo>
                      <a:pt x="20" y="86"/>
                    </a:lnTo>
                    <a:lnTo>
                      <a:pt x="16" y="90"/>
                    </a:lnTo>
                    <a:lnTo>
                      <a:pt x="16" y="90"/>
                    </a:lnTo>
                    <a:lnTo>
                      <a:pt x="12" y="90"/>
                    </a:lnTo>
                    <a:lnTo>
                      <a:pt x="12" y="90"/>
                    </a:lnTo>
                    <a:lnTo>
                      <a:pt x="12" y="90"/>
                    </a:lnTo>
                    <a:lnTo>
                      <a:pt x="12" y="90"/>
                    </a:lnTo>
                    <a:lnTo>
                      <a:pt x="12" y="90"/>
                    </a:lnTo>
                    <a:lnTo>
                      <a:pt x="8" y="90"/>
                    </a:lnTo>
                    <a:lnTo>
                      <a:pt x="8" y="90"/>
                    </a:lnTo>
                    <a:lnTo>
                      <a:pt x="8" y="90"/>
                    </a:lnTo>
                    <a:lnTo>
                      <a:pt x="8" y="90"/>
                    </a:lnTo>
                    <a:lnTo>
                      <a:pt x="8" y="86"/>
                    </a:lnTo>
                    <a:lnTo>
                      <a:pt x="8" y="86"/>
                    </a:lnTo>
                    <a:lnTo>
                      <a:pt x="8" y="86"/>
                    </a:lnTo>
                    <a:lnTo>
                      <a:pt x="4" y="82"/>
                    </a:lnTo>
                    <a:lnTo>
                      <a:pt x="4" y="82"/>
                    </a:lnTo>
                    <a:lnTo>
                      <a:pt x="4" y="82"/>
                    </a:lnTo>
                    <a:lnTo>
                      <a:pt x="4" y="82"/>
                    </a:lnTo>
                    <a:lnTo>
                      <a:pt x="4" y="82"/>
                    </a:lnTo>
                    <a:lnTo>
                      <a:pt x="4" y="82"/>
                    </a:lnTo>
                    <a:lnTo>
                      <a:pt x="4" y="78"/>
                    </a:lnTo>
                    <a:lnTo>
                      <a:pt x="4" y="78"/>
                    </a:lnTo>
                    <a:lnTo>
                      <a:pt x="4" y="78"/>
                    </a:lnTo>
                    <a:lnTo>
                      <a:pt x="4" y="76"/>
                    </a:lnTo>
                    <a:lnTo>
                      <a:pt x="4" y="76"/>
                    </a:lnTo>
                    <a:lnTo>
                      <a:pt x="4" y="76"/>
                    </a:lnTo>
                    <a:lnTo>
                      <a:pt x="4" y="76"/>
                    </a:lnTo>
                    <a:lnTo>
                      <a:pt x="4" y="76"/>
                    </a:lnTo>
                    <a:lnTo>
                      <a:pt x="4" y="76"/>
                    </a:lnTo>
                    <a:lnTo>
                      <a:pt x="4" y="72"/>
                    </a:lnTo>
                    <a:lnTo>
                      <a:pt x="4" y="72"/>
                    </a:lnTo>
                    <a:lnTo>
                      <a:pt x="4" y="72"/>
                    </a:lnTo>
                    <a:lnTo>
                      <a:pt x="4" y="72"/>
                    </a:lnTo>
                    <a:lnTo>
                      <a:pt x="4" y="72"/>
                    </a:lnTo>
                    <a:lnTo>
                      <a:pt x="4" y="68"/>
                    </a:lnTo>
                    <a:lnTo>
                      <a:pt x="4" y="68"/>
                    </a:lnTo>
                    <a:lnTo>
                      <a:pt x="4" y="68"/>
                    </a:lnTo>
                    <a:lnTo>
                      <a:pt x="4" y="68"/>
                    </a:lnTo>
                    <a:lnTo>
                      <a:pt x="4" y="68"/>
                    </a:lnTo>
                    <a:lnTo>
                      <a:pt x="4" y="68"/>
                    </a:lnTo>
                    <a:lnTo>
                      <a:pt x="4" y="64"/>
                    </a:lnTo>
                    <a:lnTo>
                      <a:pt x="4" y="62"/>
                    </a:lnTo>
                    <a:lnTo>
                      <a:pt x="4" y="62"/>
                    </a:lnTo>
                    <a:lnTo>
                      <a:pt x="4" y="62"/>
                    </a:lnTo>
                    <a:lnTo>
                      <a:pt x="0" y="62"/>
                    </a:lnTo>
                    <a:lnTo>
                      <a:pt x="0" y="62"/>
                    </a:lnTo>
                    <a:lnTo>
                      <a:pt x="0" y="62"/>
                    </a:lnTo>
                    <a:lnTo>
                      <a:pt x="0" y="58"/>
                    </a:lnTo>
                    <a:lnTo>
                      <a:pt x="0" y="58"/>
                    </a:lnTo>
                    <a:lnTo>
                      <a:pt x="4" y="58"/>
                    </a:lnTo>
                    <a:lnTo>
                      <a:pt x="4" y="58"/>
                    </a:lnTo>
                    <a:lnTo>
                      <a:pt x="4" y="58"/>
                    </a:lnTo>
                    <a:lnTo>
                      <a:pt x="4" y="58"/>
                    </a:lnTo>
                    <a:lnTo>
                      <a:pt x="4" y="54"/>
                    </a:lnTo>
                    <a:lnTo>
                      <a:pt x="4" y="54"/>
                    </a:lnTo>
                    <a:lnTo>
                      <a:pt x="4" y="54"/>
                    </a:lnTo>
                    <a:lnTo>
                      <a:pt x="4" y="54"/>
                    </a:lnTo>
                    <a:lnTo>
                      <a:pt x="4" y="54"/>
                    </a:lnTo>
                    <a:lnTo>
                      <a:pt x="4" y="54"/>
                    </a:lnTo>
                    <a:lnTo>
                      <a:pt x="4" y="54"/>
                    </a:lnTo>
                    <a:lnTo>
                      <a:pt x="4" y="54"/>
                    </a:lnTo>
                    <a:lnTo>
                      <a:pt x="4" y="50"/>
                    </a:lnTo>
                    <a:lnTo>
                      <a:pt x="4" y="50"/>
                    </a:lnTo>
                    <a:lnTo>
                      <a:pt x="4" y="50"/>
                    </a:lnTo>
                    <a:lnTo>
                      <a:pt x="4" y="50"/>
                    </a:lnTo>
                    <a:lnTo>
                      <a:pt x="4" y="46"/>
                    </a:lnTo>
                    <a:lnTo>
                      <a:pt x="4" y="46"/>
                    </a:lnTo>
                    <a:lnTo>
                      <a:pt x="4" y="46"/>
                    </a:lnTo>
                    <a:lnTo>
                      <a:pt x="4" y="46"/>
                    </a:lnTo>
                    <a:lnTo>
                      <a:pt x="4" y="42"/>
                    </a:lnTo>
                    <a:lnTo>
                      <a:pt x="4" y="42"/>
                    </a:lnTo>
                    <a:lnTo>
                      <a:pt x="4" y="42"/>
                    </a:lnTo>
                    <a:lnTo>
                      <a:pt x="4" y="42"/>
                    </a:lnTo>
                    <a:lnTo>
                      <a:pt x="8" y="42"/>
                    </a:lnTo>
                    <a:lnTo>
                      <a:pt x="8" y="42"/>
                    </a:lnTo>
                    <a:lnTo>
                      <a:pt x="8" y="42"/>
                    </a:lnTo>
                    <a:lnTo>
                      <a:pt x="8" y="42"/>
                    </a:lnTo>
                    <a:lnTo>
                      <a:pt x="8" y="38"/>
                    </a:lnTo>
                    <a:lnTo>
                      <a:pt x="8" y="38"/>
                    </a:lnTo>
                    <a:lnTo>
                      <a:pt x="8" y="38"/>
                    </a:lnTo>
                    <a:lnTo>
                      <a:pt x="8" y="38"/>
                    </a:lnTo>
                    <a:lnTo>
                      <a:pt x="8" y="38"/>
                    </a:lnTo>
                    <a:lnTo>
                      <a:pt x="8" y="38"/>
                    </a:lnTo>
                    <a:lnTo>
                      <a:pt x="8" y="38"/>
                    </a:lnTo>
                    <a:lnTo>
                      <a:pt x="8" y="38"/>
                    </a:lnTo>
                    <a:lnTo>
                      <a:pt x="8" y="38"/>
                    </a:lnTo>
                    <a:lnTo>
                      <a:pt x="8" y="38"/>
                    </a:lnTo>
                    <a:lnTo>
                      <a:pt x="8" y="38"/>
                    </a:lnTo>
                    <a:lnTo>
                      <a:pt x="8" y="34"/>
                    </a:lnTo>
                    <a:lnTo>
                      <a:pt x="8" y="34"/>
                    </a:lnTo>
                    <a:lnTo>
                      <a:pt x="8" y="34"/>
                    </a:lnTo>
                    <a:lnTo>
                      <a:pt x="8" y="34"/>
                    </a:lnTo>
                    <a:lnTo>
                      <a:pt x="8" y="34"/>
                    </a:lnTo>
                    <a:lnTo>
                      <a:pt x="8" y="30"/>
                    </a:lnTo>
                    <a:lnTo>
                      <a:pt x="8" y="30"/>
                    </a:lnTo>
                    <a:lnTo>
                      <a:pt x="8" y="30"/>
                    </a:lnTo>
                    <a:lnTo>
                      <a:pt x="8" y="30"/>
                    </a:lnTo>
                    <a:lnTo>
                      <a:pt x="8" y="30"/>
                    </a:lnTo>
                    <a:lnTo>
                      <a:pt x="8" y="30"/>
                    </a:lnTo>
                    <a:lnTo>
                      <a:pt x="12" y="28"/>
                    </a:lnTo>
                    <a:lnTo>
                      <a:pt x="12" y="28"/>
                    </a:lnTo>
                    <a:lnTo>
                      <a:pt x="12" y="28"/>
                    </a:lnTo>
                    <a:lnTo>
                      <a:pt x="8" y="28"/>
                    </a:lnTo>
                    <a:lnTo>
                      <a:pt x="8" y="28"/>
                    </a:lnTo>
                    <a:lnTo>
                      <a:pt x="8" y="28"/>
                    </a:lnTo>
                    <a:lnTo>
                      <a:pt x="4" y="28"/>
                    </a:lnTo>
                    <a:lnTo>
                      <a:pt x="4" y="28"/>
                    </a:lnTo>
                    <a:lnTo>
                      <a:pt x="4" y="28"/>
                    </a:lnTo>
                    <a:lnTo>
                      <a:pt x="4" y="28"/>
                    </a:lnTo>
                    <a:lnTo>
                      <a:pt x="4" y="30"/>
                    </a:lnTo>
                    <a:lnTo>
                      <a:pt x="4" y="30"/>
                    </a:lnTo>
                    <a:lnTo>
                      <a:pt x="4" y="30"/>
                    </a:lnTo>
                    <a:lnTo>
                      <a:pt x="0" y="34"/>
                    </a:lnTo>
                    <a:lnTo>
                      <a:pt x="0" y="34"/>
                    </a:lnTo>
                    <a:lnTo>
                      <a:pt x="0" y="34"/>
                    </a:lnTo>
                    <a:lnTo>
                      <a:pt x="0" y="34"/>
                    </a:lnTo>
                    <a:lnTo>
                      <a:pt x="0" y="34"/>
                    </a:lnTo>
                    <a:lnTo>
                      <a:pt x="0" y="30"/>
                    </a:lnTo>
                    <a:lnTo>
                      <a:pt x="0" y="30"/>
                    </a:lnTo>
                    <a:lnTo>
                      <a:pt x="0" y="30"/>
                    </a:lnTo>
                    <a:lnTo>
                      <a:pt x="0" y="28"/>
                    </a:lnTo>
                    <a:lnTo>
                      <a:pt x="4" y="28"/>
                    </a:lnTo>
                    <a:lnTo>
                      <a:pt x="4" y="24"/>
                    </a:lnTo>
                    <a:lnTo>
                      <a:pt x="4" y="24"/>
                    </a:lnTo>
                    <a:lnTo>
                      <a:pt x="4" y="24"/>
                    </a:lnTo>
                    <a:lnTo>
                      <a:pt x="4" y="24"/>
                    </a:lnTo>
                    <a:lnTo>
                      <a:pt x="4" y="24"/>
                    </a:lnTo>
                    <a:lnTo>
                      <a:pt x="4" y="24"/>
                    </a:lnTo>
                    <a:lnTo>
                      <a:pt x="4" y="24"/>
                    </a:lnTo>
                    <a:lnTo>
                      <a:pt x="4" y="24"/>
                    </a:lnTo>
                    <a:lnTo>
                      <a:pt x="4" y="24"/>
                    </a:lnTo>
                    <a:lnTo>
                      <a:pt x="8" y="20"/>
                    </a:lnTo>
                    <a:lnTo>
                      <a:pt x="8" y="20"/>
                    </a:lnTo>
                    <a:lnTo>
                      <a:pt x="8" y="20"/>
                    </a:lnTo>
                    <a:lnTo>
                      <a:pt x="8" y="20"/>
                    </a:lnTo>
                    <a:lnTo>
                      <a:pt x="8" y="20"/>
                    </a:lnTo>
                    <a:lnTo>
                      <a:pt x="8" y="20"/>
                    </a:lnTo>
                    <a:lnTo>
                      <a:pt x="8" y="16"/>
                    </a:lnTo>
                    <a:lnTo>
                      <a:pt x="12" y="16"/>
                    </a:lnTo>
                    <a:lnTo>
                      <a:pt x="12" y="16"/>
                    </a:lnTo>
                    <a:lnTo>
                      <a:pt x="12" y="8"/>
                    </a:lnTo>
                    <a:lnTo>
                      <a:pt x="16" y="4"/>
                    </a:lnTo>
                    <a:lnTo>
                      <a:pt x="16" y="4"/>
                    </a:lnTo>
                    <a:lnTo>
                      <a:pt x="16" y="4"/>
                    </a:lnTo>
                    <a:lnTo>
                      <a:pt x="16" y="4"/>
                    </a:lnTo>
                    <a:lnTo>
                      <a:pt x="16" y="4"/>
                    </a:lnTo>
                    <a:lnTo>
                      <a:pt x="16" y="4"/>
                    </a:lnTo>
                    <a:lnTo>
                      <a:pt x="16" y="4"/>
                    </a:lnTo>
                    <a:lnTo>
                      <a:pt x="16" y="4"/>
                    </a:lnTo>
                    <a:lnTo>
                      <a:pt x="16" y="4"/>
                    </a:lnTo>
                    <a:lnTo>
                      <a:pt x="16" y="8"/>
                    </a:lnTo>
                    <a:lnTo>
                      <a:pt x="16" y="8"/>
                    </a:lnTo>
                    <a:lnTo>
                      <a:pt x="16" y="8"/>
                    </a:lnTo>
                    <a:lnTo>
                      <a:pt x="16" y="8"/>
                    </a:lnTo>
                    <a:lnTo>
                      <a:pt x="16" y="8"/>
                    </a:lnTo>
                    <a:lnTo>
                      <a:pt x="16" y="8"/>
                    </a:lnTo>
                    <a:lnTo>
                      <a:pt x="16" y="8"/>
                    </a:lnTo>
                    <a:lnTo>
                      <a:pt x="16" y="8"/>
                    </a:lnTo>
                    <a:lnTo>
                      <a:pt x="20" y="8"/>
                    </a:lnTo>
                    <a:lnTo>
                      <a:pt x="20" y="4"/>
                    </a:lnTo>
                    <a:lnTo>
                      <a:pt x="20" y="4"/>
                    </a:lnTo>
                    <a:lnTo>
                      <a:pt x="20" y="4"/>
                    </a:lnTo>
                    <a:lnTo>
                      <a:pt x="24" y="4"/>
                    </a:lnTo>
                    <a:lnTo>
                      <a:pt x="24" y="4"/>
                    </a:lnTo>
                    <a:lnTo>
                      <a:pt x="24" y="4"/>
                    </a:lnTo>
                    <a:lnTo>
                      <a:pt x="24" y="8"/>
                    </a:lnTo>
                    <a:lnTo>
                      <a:pt x="24" y="8"/>
                    </a:lnTo>
                    <a:lnTo>
                      <a:pt x="20" y="8"/>
                    </a:lnTo>
                    <a:lnTo>
                      <a:pt x="20" y="8"/>
                    </a:lnTo>
                    <a:lnTo>
                      <a:pt x="20" y="8"/>
                    </a:lnTo>
                    <a:lnTo>
                      <a:pt x="20" y="8"/>
                    </a:lnTo>
                    <a:lnTo>
                      <a:pt x="20" y="8"/>
                    </a:lnTo>
                    <a:lnTo>
                      <a:pt x="20" y="12"/>
                    </a:lnTo>
                    <a:lnTo>
                      <a:pt x="20" y="12"/>
                    </a:lnTo>
                    <a:lnTo>
                      <a:pt x="20" y="12"/>
                    </a:lnTo>
                    <a:lnTo>
                      <a:pt x="20" y="12"/>
                    </a:lnTo>
                    <a:lnTo>
                      <a:pt x="20" y="12"/>
                    </a:lnTo>
                    <a:lnTo>
                      <a:pt x="20" y="12"/>
                    </a:lnTo>
                    <a:lnTo>
                      <a:pt x="20" y="12"/>
                    </a:lnTo>
                    <a:lnTo>
                      <a:pt x="20" y="12"/>
                    </a:lnTo>
                    <a:lnTo>
                      <a:pt x="20" y="12"/>
                    </a:lnTo>
                    <a:lnTo>
                      <a:pt x="20" y="12"/>
                    </a:lnTo>
                    <a:lnTo>
                      <a:pt x="20" y="12"/>
                    </a:lnTo>
                    <a:lnTo>
                      <a:pt x="20" y="12"/>
                    </a:lnTo>
                    <a:lnTo>
                      <a:pt x="20" y="8"/>
                    </a:lnTo>
                    <a:lnTo>
                      <a:pt x="20" y="8"/>
                    </a:lnTo>
                    <a:lnTo>
                      <a:pt x="20" y="8"/>
                    </a:lnTo>
                    <a:lnTo>
                      <a:pt x="24" y="8"/>
                    </a:lnTo>
                    <a:lnTo>
                      <a:pt x="24" y="8"/>
                    </a:lnTo>
                    <a:lnTo>
                      <a:pt x="24" y="8"/>
                    </a:lnTo>
                    <a:lnTo>
                      <a:pt x="24" y="8"/>
                    </a:lnTo>
                    <a:lnTo>
                      <a:pt x="24" y="8"/>
                    </a:lnTo>
                    <a:lnTo>
                      <a:pt x="24" y="4"/>
                    </a:lnTo>
                    <a:lnTo>
                      <a:pt x="24" y="4"/>
                    </a:lnTo>
                    <a:lnTo>
                      <a:pt x="24" y="4"/>
                    </a:lnTo>
                    <a:lnTo>
                      <a:pt x="26" y="4"/>
                    </a:lnTo>
                    <a:lnTo>
                      <a:pt x="26" y="4"/>
                    </a:lnTo>
                    <a:lnTo>
                      <a:pt x="26" y="4"/>
                    </a:lnTo>
                    <a:lnTo>
                      <a:pt x="26" y="4"/>
                    </a:lnTo>
                    <a:lnTo>
                      <a:pt x="26" y="4"/>
                    </a:lnTo>
                    <a:lnTo>
                      <a:pt x="30" y="4"/>
                    </a:lnTo>
                    <a:lnTo>
                      <a:pt x="34" y="4"/>
                    </a:lnTo>
                    <a:lnTo>
                      <a:pt x="34" y="4"/>
                    </a:lnTo>
                    <a:lnTo>
                      <a:pt x="34" y="4"/>
                    </a:lnTo>
                    <a:lnTo>
                      <a:pt x="34" y="4"/>
                    </a:lnTo>
                    <a:lnTo>
                      <a:pt x="34" y="4"/>
                    </a:lnTo>
                    <a:lnTo>
                      <a:pt x="34" y="4"/>
                    </a:lnTo>
                    <a:lnTo>
                      <a:pt x="34" y="4"/>
                    </a:lnTo>
                    <a:lnTo>
                      <a:pt x="34" y="4"/>
                    </a:lnTo>
                    <a:lnTo>
                      <a:pt x="34" y="0"/>
                    </a:lnTo>
                    <a:lnTo>
                      <a:pt x="34" y="0"/>
                    </a:lnTo>
                    <a:lnTo>
                      <a:pt x="34" y="0"/>
                    </a:lnTo>
                    <a:lnTo>
                      <a:pt x="34" y="0"/>
                    </a:lnTo>
                    <a:lnTo>
                      <a:pt x="38" y="0"/>
                    </a:lnTo>
                    <a:lnTo>
                      <a:pt x="38" y="0"/>
                    </a:lnTo>
                    <a:lnTo>
                      <a:pt x="42" y="0"/>
                    </a:lnTo>
                    <a:lnTo>
                      <a:pt x="42" y="0"/>
                    </a:lnTo>
                    <a:lnTo>
                      <a:pt x="42" y="4"/>
                    </a:lnTo>
                    <a:lnTo>
                      <a:pt x="42" y="4"/>
                    </a:lnTo>
                    <a:lnTo>
                      <a:pt x="46" y="4"/>
                    </a:lnTo>
                    <a:lnTo>
                      <a:pt x="46" y="4"/>
                    </a:lnTo>
                    <a:lnTo>
                      <a:pt x="46" y="4"/>
                    </a:lnTo>
                    <a:lnTo>
                      <a:pt x="46" y="4"/>
                    </a:lnTo>
                    <a:lnTo>
                      <a:pt x="46" y="4"/>
                    </a:lnTo>
                    <a:lnTo>
                      <a:pt x="46" y="8"/>
                    </a:lnTo>
                    <a:lnTo>
                      <a:pt x="46" y="8"/>
                    </a:lnTo>
                    <a:lnTo>
                      <a:pt x="46" y="8"/>
                    </a:lnTo>
                    <a:close/>
                    <a:moveTo>
                      <a:pt x="16" y="20"/>
                    </a:moveTo>
                    <a:lnTo>
                      <a:pt x="16" y="20"/>
                    </a:lnTo>
                    <a:lnTo>
                      <a:pt x="16" y="20"/>
                    </a:lnTo>
                    <a:lnTo>
                      <a:pt x="16" y="16"/>
                    </a:lnTo>
                    <a:lnTo>
                      <a:pt x="16" y="16"/>
                    </a:lnTo>
                    <a:lnTo>
                      <a:pt x="16" y="16"/>
                    </a:lnTo>
                    <a:lnTo>
                      <a:pt x="12" y="20"/>
                    </a:lnTo>
                    <a:lnTo>
                      <a:pt x="12" y="20"/>
                    </a:lnTo>
                    <a:lnTo>
                      <a:pt x="12" y="20"/>
                    </a:lnTo>
                    <a:lnTo>
                      <a:pt x="12" y="20"/>
                    </a:lnTo>
                    <a:lnTo>
                      <a:pt x="12" y="20"/>
                    </a:lnTo>
                    <a:lnTo>
                      <a:pt x="12" y="20"/>
                    </a:lnTo>
                    <a:lnTo>
                      <a:pt x="12" y="20"/>
                    </a:lnTo>
                    <a:lnTo>
                      <a:pt x="12" y="20"/>
                    </a:lnTo>
                    <a:lnTo>
                      <a:pt x="12" y="20"/>
                    </a:lnTo>
                    <a:lnTo>
                      <a:pt x="8" y="24"/>
                    </a:lnTo>
                    <a:lnTo>
                      <a:pt x="8" y="24"/>
                    </a:lnTo>
                    <a:lnTo>
                      <a:pt x="8" y="28"/>
                    </a:lnTo>
                    <a:lnTo>
                      <a:pt x="8" y="28"/>
                    </a:lnTo>
                    <a:lnTo>
                      <a:pt x="8" y="28"/>
                    </a:lnTo>
                    <a:lnTo>
                      <a:pt x="8" y="28"/>
                    </a:lnTo>
                    <a:lnTo>
                      <a:pt x="8" y="28"/>
                    </a:lnTo>
                    <a:lnTo>
                      <a:pt x="12" y="28"/>
                    </a:lnTo>
                    <a:lnTo>
                      <a:pt x="12" y="28"/>
                    </a:lnTo>
                    <a:lnTo>
                      <a:pt x="12" y="28"/>
                    </a:lnTo>
                    <a:lnTo>
                      <a:pt x="12" y="28"/>
                    </a:lnTo>
                    <a:lnTo>
                      <a:pt x="12" y="28"/>
                    </a:lnTo>
                    <a:lnTo>
                      <a:pt x="12" y="28"/>
                    </a:lnTo>
                    <a:lnTo>
                      <a:pt x="12" y="24"/>
                    </a:lnTo>
                    <a:lnTo>
                      <a:pt x="12" y="24"/>
                    </a:lnTo>
                    <a:lnTo>
                      <a:pt x="12" y="24"/>
                    </a:lnTo>
                    <a:lnTo>
                      <a:pt x="12" y="24"/>
                    </a:lnTo>
                    <a:lnTo>
                      <a:pt x="12" y="24"/>
                    </a:lnTo>
                    <a:lnTo>
                      <a:pt x="12" y="24"/>
                    </a:lnTo>
                    <a:lnTo>
                      <a:pt x="12" y="24"/>
                    </a:lnTo>
                    <a:lnTo>
                      <a:pt x="12" y="24"/>
                    </a:lnTo>
                    <a:lnTo>
                      <a:pt x="16" y="20"/>
                    </a:lnTo>
                    <a:lnTo>
                      <a:pt x="16" y="20"/>
                    </a:lnTo>
                    <a:lnTo>
                      <a:pt x="16" y="20"/>
                    </a:lnTo>
                    <a:lnTo>
                      <a:pt x="16" y="20"/>
                    </a:lnTo>
                    <a:lnTo>
                      <a:pt x="16" y="20"/>
                    </a:lnTo>
                    <a:lnTo>
                      <a:pt x="16" y="20"/>
                    </a:lnTo>
                    <a:lnTo>
                      <a:pt x="16" y="20"/>
                    </a:lnTo>
                    <a:lnTo>
                      <a:pt x="16" y="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9" name="Freeform 224"/>
              <p:cNvSpPr>
                <a:spLocks/>
              </p:cNvSpPr>
              <p:nvPr/>
            </p:nvSpPr>
            <p:spPr bwMode="gray">
              <a:xfrm>
                <a:off x="2834571" y="3128255"/>
                <a:ext cx="97399" cy="48699"/>
              </a:xfrm>
              <a:custGeom>
                <a:avLst/>
                <a:gdLst>
                  <a:gd name="T0" fmla="*/ 8 w 56"/>
                  <a:gd name="T1" fmla="*/ 28 h 28"/>
                  <a:gd name="T2" fmla="*/ 4 w 56"/>
                  <a:gd name="T3" fmla="*/ 24 h 28"/>
                  <a:gd name="T4" fmla="*/ 0 w 56"/>
                  <a:gd name="T5" fmla="*/ 24 h 28"/>
                  <a:gd name="T6" fmla="*/ 4 w 56"/>
                  <a:gd name="T7" fmla="*/ 20 h 28"/>
                  <a:gd name="T8" fmla="*/ 4 w 56"/>
                  <a:gd name="T9" fmla="*/ 20 h 28"/>
                  <a:gd name="T10" fmla="*/ 8 w 56"/>
                  <a:gd name="T11" fmla="*/ 16 h 28"/>
                  <a:gd name="T12" fmla="*/ 12 w 56"/>
                  <a:gd name="T13" fmla="*/ 12 h 28"/>
                  <a:gd name="T14" fmla="*/ 24 w 56"/>
                  <a:gd name="T15" fmla="*/ 12 h 28"/>
                  <a:gd name="T16" fmla="*/ 30 w 56"/>
                  <a:gd name="T17" fmla="*/ 8 h 28"/>
                  <a:gd name="T18" fmla="*/ 34 w 56"/>
                  <a:gd name="T19" fmla="*/ 8 h 28"/>
                  <a:gd name="T20" fmla="*/ 34 w 56"/>
                  <a:gd name="T21" fmla="*/ 12 h 28"/>
                  <a:gd name="T22" fmla="*/ 38 w 56"/>
                  <a:gd name="T23" fmla="*/ 12 h 28"/>
                  <a:gd name="T24" fmla="*/ 38 w 56"/>
                  <a:gd name="T25" fmla="*/ 12 h 28"/>
                  <a:gd name="T26" fmla="*/ 42 w 56"/>
                  <a:gd name="T27" fmla="*/ 12 h 28"/>
                  <a:gd name="T28" fmla="*/ 42 w 56"/>
                  <a:gd name="T29" fmla="*/ 12 h 28"/>
                  <a:gd name="T30" fmla="*/ 42 w 56"/>
                  <a:gd name="T31" fmla="*/ 12 h 28"/>
                  <a:gd name="T32" fmla="*/ 42 w 56"/>
                  <a:gd name="T33" fmla="*/ 12 h 28"/>
                  <a:gd name="T34" fmla="*/ 42 w 56"/>
                  <a:gd name="T35" fmla="*/ 8 h 28"/>
                  <a:gd name="T36" fmla="*/ 42 w 56"/>
                  <a:gd name="T37" fmla="*/ 8 h 28"/>
                  <a:gd name="T38" fmla="*/ 42 w 56"/>
                  <a:gd name="T39" fmla="*/ 8 h 28"/>
                  <a:gd name="T40" fmla="*/ 42 w 56"/>
                  <a:gd name="T41" fmla="*/ 8 h 28"/>
                  <a:gd name="T42" fmla="*/ 42 w 56"/>
                  <a:gd name="T43" fmla="*/ 4 h 28"/>
                  <a:gd name="T44" fmla="*/ 34 w 56"/>
                  <a:gd name="T45" fmla="*/ 8 h 28"/>
                  <a:gd name="T46" fmla="*/ 38 w 56"/>
                  <a:gd name="T47" fmla="*/ 4 h 28"/>
                  <a:gd name="T48" fmla="*/ 42 w 56"/>
                  <a:gd name="T49" fmla="*/ 4 h 28"/>
                  <a:gd name="T50" fmla="*/ 42 w 56"/>
                  <a:gd name="T51" fmla="*/ 8 h 28"/>
                  <a:gd name="T52" fmla="*/ 42 w 56"/>
                  <a:gd name="T53" fmla="*/ 8 h 28"/>
                  <a:gd name="T54" fmla="*/ 42 w 56"/>
                  <a:gd name="T55" fmla="*/ 8 h 28"/>
                  <a:gd name="T56" fmla="*/ 46 w 56"/>
                  <a:gd name="T57" fmla="*/ 4 h 28"/>
                  <a:gd name="T58" fmla="*/ 46 w 56"/>
                  <a:gd name="T59" fmla="*/ 4 h 28"/>
                  <a:gd name="T60" fmla="*/ 52 w 56"/>
                  <a:gd name="T61" fmla="*/ 4 h 28"/>
                  <a:gd name="T62" fmla="*/ 56 w 56"/>
                  <a:gd name="T63" fmla="*/ 0 h 28"/>
                  <a:gd name="T64" fmla="*/ 56 w 56"/>
                  <a:gd name="T65" fmla="*/ 0 h 28"/>
                  <a:gd name="T66" fmla="*/ 56 w 56"/>
                  <a:gd name="T67" fmla="*/ 0 h 28"/>
                  <a:gd name="T68" fmla="*/ 52 w 56"/>
                  <a:gd name="T69" fmla="*/ 4 h 28"/>
                  <a:gd name="T70" fmla="*/ 48 w 56"/>
                  <a:gd name="T71" fmla="*/ 8 h 28"/>
                  <a:gd name="T72" fmla="*/ 48 w 56"/>
                  <a:gd name="T73" fmla="*/ 8 h 28"/>
                  <a:gd name="T74" fmla="*/ 52 w 56"/>
                  <a:gd name="T75" fmla="*/ 8 h 28"/>
                  <a:gd name="T76" fmla="*/ 52 w 56"/>
                  <a:gd name="T77" fmla="*/ 8 h 28"/>
                  <a:gd name="T78" fmla="*/ 52 w 56"/>
                  <a:gd name="T79" fmla="*/ 8 h 28"/>
                  <a:gd name="T80" fmla="*/ 52 w 56"/>
                  <a:gd name="T81" fmla="*/ 12 h 28"/>
                  <a:gd name="T82" fmla="*/ 52 w 56"/>
                  <a:gd name="T83" fmla="*/ 20 h 28"/>
                  <a:gd name="T84" fmla="*/ 48 w 56"/>
                  <a:gd name="T85" fmla="*/ 20 h 28"/>
                  <a:gd name="T86" fmla="*/ 48 w 56"/>
                  <a:gd name="T87" fmla="*/ 20 h 28"/>
                  <a:gd name="T88" fmla="*/ 46 w 56"/>
                  <a:gd name="T89" fmla="*/ 24 h 28"/>
                  <a:gd name="T90" fmla="*/ 38 w 56"/>
                  <a:gd name="T91" fmla="*/ 24 h 28"/>
                  <a:gd name="T92" fmla="*/ 34 w 56"/>
                  <a:gd name="T93" fmla="*/ 24 h 28"/>
                  <a:gd name="T94" fmla="*/ 30 w 56"/>
                  <a:gd name="T95" fmla="*/ 24 h 28"/>
                  <a:gd name="T96" fmla="*/ 26 w 56"/>
                  <a:gd name="T97" fmla="*/ 24 h 28"/>
                  <a:gd name="T98" fmla="*/ 20 w 56"/>
                  <a:gd name="T99" fmla="*/ 24 h 28"/>
                  <a:gd name="T100" fmla="*/ 12 w 56"/>
                  <a:gd name="T101" fmla="*/ 24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6" h="28">
                    <a:moveTo>
                      <a:pt x="12" y="24"/>
                    </a:moveTo>
                    <a:lnTo>
                      <a:pt x="12" y="24"/>
                    </a:lnTo>
                    <a:lnTo>
                      <a:pt x="12" y="24"/>
                    </a:lnTo>
                    <a:lnTo>
                      <a:pt x="12" y="24"/>
                    </a:lnTo>
                    <a:lnTo>
                      <a:pt x="8" y="28"/>
                    </a:lnTo>
                    <a:lnTo>
                      <a:pt x="8" y="28"/>
                    </a:lnTo>
                    <a:lnTo>
                      <a:pt x="8" y="28"/>
                    </a:lnTo>
                    <a:lnTo>
                      <a:pt x="4" y="28"/>
                    </a:lnTo>
                    <a:lnTo>
                      <a:pt x="4" y="28"/>
                    </a:lnTo>
                    <a:lnTo>
                      <a:pt x="4" y="24"/>
                    </a:lnTo>
                    <a:lnTo>
                      <a:pt x="0" y="24"/>
                    </a:lnTo>
                    <a:lnTo>
                      <a:pt x="0" y="24"/>
                    </a:lnTo>
                    <a:lnTo>
                      <a:pt x="0" y="24"/>
                    </a:lnTo>
                    <a:lnTo>
                      <a:pt x="0" y="24"/>
                    </a:lnTo>
                    <a:lnTo>
                      <a:pt x="0" y="24"/>
                    </a:lnTo>
                    <a:lnTo>
                      <a:pt x="0" y="24"/>
                    </a:lnTo>
                    <a:lnTo>
                      <a:pt x="0" y="24"/>
                    </a:lnTo>
                    <a:lnTo>
                      <a:pt x="0" y="24"/>
                    </a:lnTo>
                    <a:lnTo>
                      <a:pt x="4" y="20"/>
                    </a:lnTo>
                    <a:lnTo>
                      <a:pt x="4" y="20"/>
                    </a:lnTo>
                    <a:lnTo>
                      <a:pt x="4" y="20"/>
                    </a:lnTo>
                    <a:lnTo>
                      <a:pt x="4" y="20"/>
                    </a:lnTo>
                    <a:lnTo>
                      <a:pt x="4" y="20"/>
                    </a:lnTo>
                    <a:lnTo>
                      <a:pt x="4" y="20"/>
                    </a:lnTo>
                    <a:lnTo>
                      <a:pt x="4" y="20"/>
                    </a:lnTo>
                    <a:lnTo>
                      <a:pt x="4" y="20"/>
                    </a:lnTo>
                    <a:lnTo>
                      <a:pt x="4" y="16"/>
                    </a:lnTo>
                    <a:lnTo>
                      <a:pt x="4" y="16"/>
                    </a:lnTo>
                    <a:lnTo>
                      <a:pt x="8" y="16"/>
                    </a:lnTo>
                    <a:lnTo>
                      <a:pt x="8" y="16"/>
                    </a:lnTo>
                    <a:lnTo>
                      <a:pt x="8" y="16"/>
                    </a:lnTo>
                    <a:lnTo>
                      <a:pt x="8" y="16"/>
                    </a:lnTo>
                    <a:lnTo>
                      <a:pt x="8" y="16"/>
                    </a:lnTo>
                    <a:lnTo>
                      <a:pt x="12" y="16"/>
                    </a:lnTo>
                    <a:lnTo>
                      <a:pt x="12" y="12"/>
                    </a:lnTo>
                    <a:lnTo>
                      <a:pt x="12" y="12"/>
                    </a:lnTo>
                    <a:lnTo>
                      <a:pt x="16" y="12"/>
                    </a:lnTo>
                    <a:lnTo>
                      <a:pt x="20" y="12"/>
                    </a:lnTo>
                    <a:lnTo>
                      <a:pt x="24" y="12"/>
                    </a:lnTo>
                    <a:lnTo>
                      <a:pt x="24" y="12"/>
                    </a:lnTo>
                    <a:lnTo>
                      <a:pt x="24" y="12"/>
                    </a:lnTo>
                    <a:lnTo>
                      <a:pt x="26" y="12"/>
                    </a:lnTo>
                    <a:lnTo>
                      <a:pt x="26" y="12"/>
                    </a:lnTo>
                    <a:lnTo>
                      <a:pt x="30" y="8"/>
                    </a:lnTo>
                    <a:lnTo>
                      <a:pt x="30" y="8"/>
                    </a:lnTo>
                    <a:lnTo>
                      <a:pt x="34" y="8"/>
                    </a:lnTo>
                    <a:lnTo>
                      <a:pt x="34" y="8"/>
                    </a:lnTo>
                    <a:lnTo>
                      <a:pt x="34" y="8"/>
                    </a:lnTo>
                    <a:lnTo>
                      <a:pt x="34" y="8"/>
                    </a:lnTo>
                    <a:lnTo>
                      <a:pt x="34" y="8"/>
                    </a:lnTo>
                    <a:lnTo>
                      <a:pt x="34" y="8"/>
                    </a:lnTo>
                    <a:lnTo>
                      <a:pt x="34" y="8"/>
                    </a:lnTo>
                    <a:lnTo>
                      <a:pt x="34" y="8"/>
                    </a:lnTo>
                    <a:lnTo>
                      <a:pt x="34" y="12"/>
                    </a:lnTo>
                    <a:lnTo>
                      <a:pt x="34" y="12"/>
                    </a:lnTo>
                    <a:lnTo>
                      <a:pt x="34" y="12"/>
                    </a:lnTo>
                    <a:lnTo>
                      <a:pt x="34" y="12"/>
                    </a:lnTo>
                    <a:lnTo>
                      <a:pt x="34" y="12"/>
                    </a:lnTo>
                    <a:lnTo>
                      <a:pt x="34" y="12"/>
                    </a:lnTo>
                    <a:lnTo>
                      <a:pt x="38" y="12"/>
                    </a:lnTo>
                    <a:lnTo>
                      <a:pt x="38" y="12"/>
                    </a:lnTo>
                    <a:lnTo>
                      <a:pt x="38" y="12"/>
                    </a:lnTo>
                    <a:lnTo>
                      <a:pt x="38" y="12"/>
                    </a:lnTo>
                    <a:lnTo>
                      <a:pt x="38" y="12"/>
                    </a:lnTo>
                    <a:lnTo>
                      <a:pt x="38" y="12"/>
                    </a:lnTo>
                    <a:lnTo>
                      <a:pt x="38" y="12"/>
                    </a:lnTo>
                    <a:lnTo>
                      <a:pt x="38" y="12"/>
                    </a:lnTo>
                    <a:lnTo>
                      <a:pt x="38" y="12"/>
                    </a:lnTo>
                    <a:lnTo>
                      <a:pt x="38"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38" y="8"/>
                    </a:lnTo>
                    <a:lnTo>
                      <a:pt x="38" y="8"/>
                    </a:lnTo>
                    <a:lnTo>
                      <a:pt x="42" y="8"/>
                    </a:lnTo>
                    <a:lnTo>
                      <a:pt x="42" y="4"/>
                    </a:lnTo>
                    <a:lnTo>
                      <a:pt x="42" y="4"/>
                    </a:lnTo>
                    <a:lnTo>
                      <a:pt x="42" y="4"/>
                    </a:lnTo>
                    <a:lnTo>
                      <a:pt x="38" y="8"/>
                    </a:lnTo>
                    <a:lnTo>
                      <a:pt x="38" y="8"/>
                    </a:lnTo>
                    <a:lnTo>
                      <a:pt x="38" y="8"/>
                    </a:lnTo>
                    <a:lnTo>
                      <a:pt x="34" y="8"/>
                    </a:lnTo>
                    <a:lnTo>
                      <a:pt x="34" y="8"/>
                    </a:lnTo>
                    <a:lnTo>
                      <a:pt x="34" y="8"/>
                    </a:lnTo>
                    <a:lnTo>
                      <a:pt x="34" y="8"/>
                    </a:lnTo>
                    <a:lnTo>
                      <a:pt x="34" y="8"/>
                    </a:lnTo>
                    <a:lnTo>
                      <a:pt x="38" y="4"/>
                    </a:lnTo>
                    <a:lnTo>
                      <a:pt x="38" y="4"/>
                    </a:lnTo>
                    <a:lnTo>
                      <a:pt x="42" y="4"/>
                    </a:lnTo>
                    <a:lnTo>
                      <a:pt x="42" y="4"/>
                    </a:lnTo>
                    <a:lnTo>
                      <a:pt x="42" y="4"/>
                    </a:lnTo>
                    <a:lnTo>
                      <a:pt x="42" y="4"/>
                    </a:lnTo>
                    <a:lnTo>
                      <a:pt x="42" y="4"/>
                    </a:lnTo>
                    <a:lnTo>
                      <a:pt x="42" y="4"/>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6" y="4"/>
                    </a:lnTo>
                    <a:lnTo>
                      <a:pt x="46" y="4"/>
                    </a:lnTo>
                    <a:lnTo>
                      <a:pt x="46" y="4"/>
                    </a:lnTo>
                    <a:lnTo>
                      <a:pt x="46" y="4"/>
                    </a:lnTo>
                    <a:lnTo>
                      <a:pt x="46" y="4"/>
                    </a:lnTo>
                    <a:lnTo>
                      <a:pt x="46" y="4"/>
                    </a:lnTo>
                    <a:lnTo>
                      <a:pt x="48" y="4"/>
                    </a:lnTo>
                    <a:lnTo>
                      <a:pt x="48" y="4"/>
                    </a:lnTo>
                    <a:lnTo>
                      <a:pt x="48" y="4"/>
                    </a:lnTo>
                    <a:lnTo>
                      <a:pt x="48" y="4"/>
                    </a:lnTo>
                    <a:lnTo>
                      <a:pt x="52" y="4"/>
                    </a:lnTo>
                    <a:lnTo>
                      <a:pt x="52"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4"/>
                    </a:lnTo>
                    <a:lnTo>
                      <a:pt x="52" y="4"/>
                    </a:lnTo>
                    <a:lnTo>
                      <a:pt x="52" y="4"/>
                    </a:lnTo>
                    <a:lnTo>
                      <a:pt x="52" y="4"/>
                    </a:lnTo>
                    <a:lnTo>
                      <a:pt x="52" y="4"/>
                    </a:lnTo>
                    <a:lnTo>
                      <a:pt x="52" y="4"/>
                    </a:lnTo>
                    <a:lnTo>
                      <a:pt x="48" y="8"/>
                    </a:lnTo>
                    <a:lnTo>
                      <a:pt x="48" y="8"/>
                    </a:lnTo>
                    <a:lnTo>
                      <a:pt x="48" y="8"/>
                    </a:lnTo>
                    <a:lnTo>
                      <a:pt x="48" y="8"/>
                    </a:lnTo>
                    <a:lnTo>
                      <a:pt x="48" y="8"/>
                    </a:lnTo>
                    <a:lnTo>
                      <a:pt x="48" y="8"/>
                    </a:lnTo>
                    <a:lnTo>
                      <a:pt x="48" y="8"/>
                    </a:lnTo>
                    <a:lnTo>
                      <a:pt x="52" y="8"/>
                    </a:lnTo>
                    <a:lnTo>
                      <a:pt x="52" y="8"/>
                    </a:lnTo>
                    <a:lnTo>
                      <a:pt x="52" y="8"/>
                    </a:lnTo>
                    <a:lnTo>
                      <a:pt x="52" y="8"/>
                    </a:lnTo>
                    <a:lnTo>
                      <a:pt x="52" y="8"/>
                    </a:lnTo>
                    <a:lnTo>
                      <a:pt x="52" y="8"/>
                    </a:lnTo>
                    <a:lnTo>
                      <a:pt x="52" y="8"/>
                    </a:lnTo>
                    <a:lnTo>
                      <a:pt x="52" y="8"/>
                    </a:lnTo>
                    <a:lnTo>
                      <a:pt x="52" y="8"/>
                    </a:lnTo>
                    <a:lnTo>
                      <a:pt x="52" y="8"/>
                    </a:lnTo>
                    <a:lnTo>
                      <a:pt x="52" y="12"/>
                    </a:lnTo>
                    <a:lnTo>
                      <a:pt x="52" y="12"/>
                    </a:lnTo>
                    <a:lnTo>
                      <a:pt x="52" y="12"/>
                    </a:lnTo>
                    <a:lnTo>
                      <a:pt x="52" y="12"/>
                    </a:lnTo>
                    <a:lnTo>
                      <a:pt x="52" y="8"/>
                    </a:lnTo>
                    <a:lnTo>
                      <a:pt x="52" y="8"/>
                    </a:lnTo>
                    <a:lnTo>
                      <a:pt x="52" y="12"/>
                    </a:lnTo>
                    <a:lnTo>
                      <a:pt x="52" y="12"/>
                    </a:lnTo>
                    <a:lnTo>
                      <a:pt x="52" y="12"/>
                    </a:lnTo>
                    <a:lnTo>
                      <a:pt x="52" y="12"/>
                    </a:lnTo>
                    <a:lnTo>
                      <a:pt x="52" y="12"/>
                    </a:lnTo>
                    <a:lnTo>
                      <a:pt x="52" y="12"/>
                    </a:lnTo>
                    <a:lnTo>
                      <a:pt x="52" y="12"/>
                    </a:lnTo>
                    <a:lnTo>
                      <a:pt x="52" y="16"/>
                    </a:lnTo>
                    <a:lnTo>
                      <a:pt x="52" y="20"/>
                    </a:lnTo>
                    <a:lnTo>
                      <a:pt x="52" y="20"/>
                    </a:lnTo>
                    <a:lnTo>
                      <a:pt x="52" y="20"/>
                    </a:lnTo>
                    <a:lnTo>
                      <a:pt x="52" y="20"/>
                    </a:lnTo>
                    <a:lnTo>
                      <a:pt x="48" y="20"/>
                    </a:lnTo>
                    <a:lnTo>
                      <a:pt x="48" y="20"/>
                    </a:lnTo>
                    <a:lnTo>
                      <a:pt x="48" y="20"/>
                    </a:lnTo>
                    <a:lnTo>
                      <a:pt x="48" y="20"/>
                    </a:lnTo>
                    <a:lnTo>
                      <a:pt x="48" y="20"/>
                    </a:lnTo>
                    <a:lnTo>
                      <a:pt x="48" y="20"/>
                    </a:lnTo>
                    <a:lnTo>
                      <a:pt x="48" y="20"/>
                    </a:lnTo>
                    <a:lnTo>
                      <a:pt x="48" y="20"/>
                    </a:lnTo>
                    <a:lnTo>
                      <a:pt x="46" y="20"/>
                    </a:lnTo>
                    <a:lnTo>
                      <a:pt x="46" y="20"/>
                    </a:lnTo>
                    <a:lnTo>
                      <a:pt x="46" y="24"/>
                    </a:lnTo>
                    <a:lnTo>
                      <a:pt x="46" y="24"/>
                    </a:lnTo>
                    <a:lnTo>
                      <a:pt x="46" y="24"/>
                    </a:lnTo>
                    <a:lnTo>
                      <a:pt x="42" y="24"/>
                    </a:lnTo>
                    <a:lnTo>
                      <a:pt x="42" y="24"/>
                    </a:lnTo>
                    <a:lnTo>
                      <a:pt x="38" y="24"/>
                    </a:lnTo>
                    <a:lnTo>
                      <a:pt x="38" y="24"/>
                    </a:lnTo>
                    <a:lnTo>
                      <a:pt x="38" y="24"/>
                    </a:lnTo>
                    <a:lnTo>
                      <a:pt x="34" y="24"/>
                    </a:lnTo>
                    <a:lnTo>
                      <a:pt x="34" y="24"/>
                    </a:lnTo>
                    <a:lnTo>
                      <a:pt x="34" y="24"/>
                    </a:lnTo>
                    <a:lnTo>
                      <a:pt x="34" y="24"/>
                    </a:lnTo>
                    <a:lnTo>
                      <a:pt x="34" y="24"/>
                    </a:lnTo>
                    <a:lnTo>
                      <a:pt x="34" y="24"/>
                    </a:lnTo>
                    <a:lnTo>
                      <a:pt x="30" y="24"/>
                    </a:lnTo>
                    <a:lnTo>
                      <a:pt x="30" y="24"/>
                    </a:lnTo>
                    <a:lnTo>
                      <a:pt x="30" y="24"/>
                    </a:lnTo>
                    <a:lnTo>
                      <a:pt x="30" y="24"/>
                    </a:lnTo>
                    <a:lnTo>
                      <a:pt x="30" y="24"/>
                    </a:lnTo>
                    <a:lnTo>
                      <a:pt x="30" y="24"/>
                    </a:lnTo>
                    <a:lnTo>
                      <a:pt x="30" y="24"/>
                    </a:lnTo>
                    <a:lnTo>
                      <a:pt x="26" y="24"/>
                    </a:lnTo>
                    <a:lnTo>
                      <a:pt x="26" y="24"/>
                    </a:lnTo>
                    <a:lnTo>
                      <a:pt x="24" y="24"/>
                    </a:lnTo>
                    <a:lnTo>
                      <a:pt x="20" y="24"/>
                    </a:lnTo>
                    <a:lnTo>
                      <a:pt x="20" y="24"/>
                    </a:lnTo>
                    <a:lnTo>
                      <a:pt x="20" y="24"/>
                    </a:lnTo>
                    <a:lnTo>
                      <a:pt x="16" y="24"/>
                    </a:lnTo>
                    <a:lnTo>
                      <a:pt x="16" y="24"/>
                    </a:lnTo>
                    <a:lnTo>
                      <a:pt x="12" y="24"/>
                    </a:lnTo>
                    <a:lnTo>
                      <a:pt x="12" y="24"/>
                    </a:lnTo>
                    <a:lnTo>
                      <a:pt x="12" y="24"/>
                    </a:lnTo>
                    <a:lnTo>
                      <a:pt x="12"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0" name="Freeform 225"/>
              <p:cNvSpPr>
                <a:spLocks noEditPoints="1"/>
              </p:cNvSpPr>
              <p:nvPr/>
            </p:nvSpPr>
            <p:spPr bwMode="gray">
              <a:xfrm>
                <a:off x="2712811" y="3058691"/>
                <a:ext cx="128704" cy="125226"/>
              </a:xfrm>
              <a:custGeom>
                <a:avLst/>
                <a:gdLst>
                  <a:gd name="T0" fmla="*/ 34 w 74"/>
                  <a:gd name="T1" fmla="*/ 64 h 72"/>
                  <a:gd name="T2" fmla="*/ 30 w 74"/>
                  <a:gd name="T3" fmla="*/ 56 h 72"/>
                  <a:gd name="T4" fmla="*/ 26 w 74"/>
                  <a:gd name="T5" fmla="*/ 48 h 72"/>
                  <a:gd name="T6" fmla="*/ 18 w 74"/>
                  <a:gd name="T7" fmla="*/ 56 h 72"/>
                  <a:gd name="T8" fmla="*/ 10 w 74"/>
                  <a:gd name="T9" fmla="*/ 56 h 72"/>
                  <a:gd name="T10" fmla="*/ 14 w 74"/>
                  <a:gd name="T11" fmla="*/ 48 h 72"/>
                  <a:gd name="T12" fmla="*/ 22 w 74"/>
                  <a:gd name="T13" fmla="*/ 46 h 72"/>
                  <a:gd name="T14" fmla="*/ 22 w 74"/>
                  <a:gd name="T15" fmla="*/ 34 h 72"/>
                  <a:gd name="T16" fmla="*/ 22 w 74"/>
                  <a:gd name="T17" fmla="*/ 26 h 72"/>
                  <a:gd name="T18" fmla="*/ 18 w 74"/>
                  <a:gd name="T19" fmla="*/ 22 h 72"/>
                  <a:gd name="T20" fmla="*/ 10 w 74"/>
                  <a:gd name="T21" fmla="*/ 18 h 72"/>
                  <a:gd name="T22" fmla="*/ 8 w 74"/>
                  <a:gd name="T23" fmla="*/ 18 h 72"/>
                  <a:gd name="T24" fmla="*/ 0 w 74"/>
                  <a:gd name="T25" fmla="*/ 16 h 72"/>
                  <a:gd name="T26" fmla="*/ 4 w 74"/>
                  <a:gd name="T27" fmla="*/ 12 h 72"/>
                  <a:gd name="T28" fmla="*/ 14 w 74"/>
                  <a:gd name="T29" fmla="*/ 12 h 72"/>
                  <a:gd name="T30" fmla="*/ 10 w 74"/>
                  <a:gd name="T31" fmla="*/ 8 h 72"/>
                  <a:gd name="T32" fmla="*/ 8 w 74"/>
                  <a:gd name="T33" fmla="*/ 0 h 72"/>
                  <a:gd name="T34" fmla="*/ 10 w 74"/>
                  <a:gd name="T35" fmla="*/ 0 h 72"/>
                  <a:gd name="T36" fmla="*/ 18 w 74"/>
                  <a:gd name="T37" fmla="*/ 4 h 72"/>
                  <a:gd name="T38" fmla="*/ 30 w 74"/>
                  <a:gd name="T39" fmla="*/ 8 h 72"/>
                  <a:gd name="T40" fmla="*/ 34 w 74"/>
                  <a:gd name="T41" fmla="*/ 8 h 72"/>
                  <a:gd name="T42" fmla="*/ 44 w 74"/>
                  <a:gd name="T43" fmla="*/ 8 h 72"/>
                  <a:gd name="T44" fmla="*/ 44 w 74"/>
                  <a:gd name="T45" fmla="*/ 12 h 72"/>
                  <a:gd name="T46" fmla="*/ 56 w 74"/>
                  <a:gd name="T47" fmla="*/ 12 h 72"/>
                  <a:gd name="T48" fmla="*/ 60 w 74"/>
                  <a:gd name="T49" fmla="*/ 18 h 72"/>
                  <a:gd name="T50" fmla="*/ 68 w 74"/>
                  <a:gd name="T51" fmla="*/ 22 h 72"/>
                  <a:gd name="T52" fmla="*/ 70 w 74"/>
                  <a:gd name="T53" fmla="*/ 30 h 72"/>
                  <a:gd name="T54" fmla="*/ 70 w 74"/>
                  <a:gd name="T55" fmla="*/ 34 h 72"/>
                  <a:gd name="T56" fmla="*/ 68 w 74"/>
                  <a:gd name="T57" fmla="*/ 42 h 72"/>
                  <a:gd name="T58" fmla="*/ 60 w 74"/>
                  <a:gd name="T59" fmla="*/ 38 h 72"/>
                  <a:gd name="T60" fmla="*/ 56 w 74"/>
                  <a:gd name="T61" fmla="*/ 30 h 72"/>
                  <a:gd name="T62" fmla="*/ 44 w 74"/>
                  <a:gd name="T63" fmla="*/ 26 h 72"/>
                  <a:gd name="T64" fmla="*/ 52 w 74"/>
                  <a:gd name="T65" fmla="*/ 38 h 72"/>
                  <a:gd name="T66" fmla="*/ 44 w 74"/>
                  <a:gd name="T67" fmla="*/ 48 h 72"/>
                  <a:gd name="T68" fmla="*/ 44 w 74"/>
                  <a:gd name="T69" fmla="*/ 60 h 72"/>
                  <a:gd name="T70" fmla="*/ 40 w 74"/>
                  <a:gd name="T71" fmla="*/ 68 h 72"/>
                  <a:gd name="T72" fmla="*/ 34 w 74"/>
                  <a:gd name="T73" fmla="*/ 72 h 72"/>
                  <a:gd name="T74" fmla="*/ 22 w 74"/>
                  <a:gd name="T75" fmla="*/ 12 h 72"/>
                  <a:gd name="T76" fmla="*/ 30 w 74"/>
                  <a:gd name="T77" fmla="*/ 16 h 72"/>
                  <a:gd name="T78" fmla="*/ 38 w 74"/>
                  <a:gd name="T79" fmla="*/ 18 h 72"/>
                  <a:gd name="T80" fmla="*/ 44 w 74"/>
                  <a:gd name="T81" fmla="*/ 16 h 72"/>
                  <a:gd name="T82" fmla="*/ 44 w 74"/>
                  <a:gd name="T83" fmla="*/ 16 h 72"/>
                  <a:gd name="T84" fmla="*/ 38 w 74"/>
                  <a:gd name="T85" fmla="*/ 12 h 72"/>
                  <a:gd name="T86" fmla="*/ 30 w 74"/>
                  <a:gd name="T87" fmla="*/ 12 h 72"/>
                  <a:gd name="T88" fmla="*/ 26 w 74"/>
                  <a:gd name="T89" fmla="*/ 1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4" h="72">
                    <a:moveTo>
                      <a:pt x="34" y="72"/>
                    </a:moveTo>
                    <a:lnTo>
                      <a:pt x="34" y="68"/>
                    </a:lnTo>
                    <a:lnTo>
                      <a:pt x="34" y="64"/>
                    </a:lnTo>
                    <a:lnTo>
                      <a:pt x="34" y="60"/>
                    </a:lnTo>
                    <a:lnTo>
                      <a:pt x="34" y="56"/>
                    </a:lnTo>
                    <a:lnTo>
                      <a:pt x="30" y="56"/>
                    </a:lnTo>
                    <a:lnTo>
                      <a:pt x="30" y="52"/>
                    </a:lnTo>
                    <a:lnTo>
                      <a:pt x="30" y="48"/>
                    </a:lnTo>
                    <a:lnTo>
                      <a:pt x="26" y="48"/>
                    </a:lnTo>
                    <a:lnTo>
                      <a:pt x="22" y="48"/>
                    </a:lnTo>
                    <a:lnTo>
                      <a:pt x="22" y="52"/>
                    </a:lnTo>
                    <a:lnTo>
                      <a:pt x="18" y="56"/>
                    </a:lnTo>
                    <a:lnTo>
                      <a:pt x="14" y="60"/>
                    </a:lnTo>
                    <a:lnTo>
                      <a:pt x="14" y="56"/>
                    </a:lnTo>
                    <a:lnTo>
                      <a:pt x="10" y="56"/>
                    </a:lnTo>
                    <a:lnTo>
                      <a:pt x="10" y="52"/>
                    </a:lnTo>
                    <a:lnTo>
                      <a:pt x="14" y="52"/>
                    </a:lnTo>
                    <a:lnTo>
                      <a:pt x="14" y="48"/>
                    </a:lnTo>
                    <a:lnTo>
                      <a:pt x="18" y="48"/>
                    </a:lnTo>
                    <a:lnTo>
                      <a:pt x="18" y="46"/>
                    </a:lnTo>
                    <a:lnTo>
                      <a:pt x="22" y="46"/>
                    </a:lnTo>
                    <a:lnTo>
                      <a:pt x="22" y="42"/>
                    </a:lnTo>
                    <a:lnTo>
                      <a:pt x="22" y="38"/>
                    </a:lnTo>
                    <a:lnTo>
                      <a:pt x="22" y="34"/>
                    </a:lnTo>
                    <a:lnTo>
                      <a:pt x="18" y="30"/>
                    </a:lnTo>
                    <a:lnTo>
                      <a:pt x="22" y="30"/>
                    </a:lnTo>
                    <a:lnTo>
                      <a:pt x="22" y="26"/>
                    </a:lnTo>
                    <a:lnTo>
                      <a:pt x="18" y="26"/>
                    </a:lnTo>
                    <a:lnTo>
                      <a:pt x="22" y="26"/>
                    </a:lnTo>
                    <a:lnTo>
                      <a:pt x="18" y="22"/>
                    </a:lnTo>
                    <a:lnTo>
                      <a:pt x="14" y="22"/>
                    </a:lnTo>
                    <a:lnTo>
                      <a:pt x="14" y="18"/>
                    </a:lnTo>
                    <a:lnTo>
                      <a:pt x="10" y="18"/>
                    </a:lnTo>
                    <a:lnTo>
                      <a:pt x="8" y="18"/>
                    </a:lnTo>
                    <a:lnTo>
                      <a:pt x="8" y="16"/>
                    </a:lnTo>
                    <a:lnTo>
                      <a:pt x="8" y="18"/>
                    </a:lnTo>
                    <a:lnTo>
                      <a:pt x="4" y="18"/>
                    </a:lnTo>
                    <a:lnTo>
                      <a:pt x="4" y="16"/>
                    </a:lnTo>
                    <a:lnTo>
                      <a:pt x="0" y="16"/>
                    </a:lnTo>
                    <a:lnTo>
                      <a:pt x="0" y="12"/>
                    </a:lnTo>
                    <a:lnTo>
                      <a:pt x="4" y="8"/>
                    </a:lnTo>
                    <a:lnTo>
                      <a:pt x="4" y="12"/>
                    </a:lnTo>
                    <a:lnTo>
                      <a:pt x="8" y="12"/>
                    </a:lnTo>
                    <a:lnTo>
                      <a:pt x="10" y="12"/>
                    </a:lnTo>
                    <a:lnTo>
                      <a:pt x="14" y="12"/>
                    </a:lnTo>
                    <a:lnTo>
                      <a:pt x="10" y="8"/>
                    </a:lnTo>
                    <a:lnTo>
                      <a:pt x="10" y="12"/>
                    </a:lnTo>
                    <a:lnTo>
                      <a:pt x="10" y="8"/>
                    </a:lnTo>
                    <a:lnTo>
                      <a:pt x="10" y="4"/>
                    </a:lnTo>
                    <a:lnTo>
                      <a:pt x="8" y="4"/>
                    </a:lnTo>
                    <a:lnTo>
                      <a:pt x="8" y="0"/>
                    </a:lnTo>
                    <a:lnTo>
                      <a:pt x="4" y="0"/>
                    </a:lnTo>
                    <a:lnTo>
                      <a:pt x="8" y="0"/>
                    </a:lnTo>
                    <a:lnTo>
                      <a:pt x="10" y="0"/>
                    </a:lnTo>
                    <a:lnTo>
                      <a:pt x="10" y="4"/>
                    </a:lnTo>
                    <a:lnTo>
                      <a:pt x="14" y="4"/>
                    </a:lnTo>
                    <a:lnTo>
                      <a:pt x="18" y="4"/>
                    </a:lnTo>
                    <a:lnTo>
                      <a:pt x="22" y="8"/>
                    </a:lnTo>
                    <a:lnTo>
                      <a:pt x="26" y="8"/>
                    </a:lnTo>
                    <a:lnTo>
                      <a:pt x="30" y="8"/>
                    </a:lnTo>
                    <a:lnTo>
                      <a:pt x="34" y="8"/>
                    </a:lnTo>
                    <a:lnTo>
                      <a:pt x="38" y="8"/>
                    </a:lnTo>
                    <a:lnTo>
                      <a:pt x="34" y="8"/>
                    </a:lnTo>
                    <a:lnTo>
                      <a:pt x="38" y="8"/>
                    </a:lnTo>
                    <a:lnTo>
                      <a:pt x="40" y="8"/>
                    </a:lnTo>
                    <a:lnTo>
                      <a:pt x="44" y="8"/>
                    </a:lnTo>
                    <a:lnTo>
                      <a:pt x="48" y="8"/>
                    </a:lnTo>
                    <a:lnTo>
                      <a:pt x="48" y="12"/>
                    </a:lnTo>
                    <a:lnTo>
                      <a:pt x="44" y="12"/>
                    </a:lnTo>
                    <a:lnTo>
                      <a:pt x="48" y="12"/>
                    </a:lnTo>
                    <a:lnTo>
                      <a:pt x="52" y="12"/>
                    </a:lnTo>
                    <a:lnTo>
                      <a:pt x="56" y="12"/>
                    </a:lnTo>
                    <a:lnTo>
                      <a:pt x="60" y="12"/>
                    </a:lnTo>
                    <a:lnTo>
                      <a:pt x="60" y="16"/>
                    </a:lnTo>
                    <a:lnTo>
                      <a:pt x="60" y="18"/>
                    </a:lnTo>
                    <a:lnTo>
                      <a:pt x="64" y="18"/>
                    </a:lnTo>
                    <a:lnTo>
                      <a:pt x="64" y="22"/>
                    </a:lnTo>
                    <a:lnTo>
                      <a:pt x="68" y="22"/>
                    </a:lnTo>
                    <a:lnTo>
                      <a:pt x="68" y="26"/>
                    </a:lnTo>
                    <a:lnTo>
                      <a:pt x="68" y="30"/>
                    </a:lnTo>
                    <a:lnTo>
                      <a:pt x="70" y="30"/>
                    </a:lnTo>
                    <a:lnTo>
                      <a:pt x="70" y="34"/>
                    </a:lnTo>
                    <a:lnTo>
                      <a:pt x="74" y="34"/>
                    </a:lnTo>
                    <a:lnTo>
                      <a:pt x="70" y="34"/>
                    </a:lnTo>
                    <a:lnTo>
                      <a:pt x="68" y="34"/>
                    </a:lnTo>
                    <a:lnTo>
                      <a:pt x="68" y="38"/>
                    </a:lnTo>
                    <a:lnTo>
                      <a:pt x="68" y="42"/>
                    </a:lnTo>
                    <a:lnTo>
                      <a:pt x="64" y="42"/>
                    </a:lnTo>
                    <a:lnTo>
                      <a:pt x="64" y="38"/>
                    </a:lnTo>
                    <a:lnTo>
                      <a:pt x="60" y="38"/>
                    </a:lnTo>
                    <a:lnTo>
                      <a:pt x="56" y="38"/>
                    </a:lnTo>
                    <a:lnTo>
                      <a:pt x="56" y="34"/>
                    </a:lnTo>
                    <a:lnTo>
                      <a:pt x="56" y="30"/>
                    </a:lnTo>
                    <a:lnTo>
                      <a:pt x="52" y="30"/>
                    </a:lnTo>
                    <a:lnTo>
                      <a:pt x="48" y="26"/>
                    </a:lnTo>
                    <a:lnTo>
                      <a:pt x="44" y="26"/>
                    </a:lnTo>
                    <a:lnTo>
                      <a:pt x="48" y="30"/>
                    </a:lnTo>
                    <a:lnTo>
                      <a:pt x="52" y="34"/>
                    </a:lnTo>
                    <a:lnTo>
                      <a:pt x="52" y="38"/>
                    </a:lnTo>
                    <a:lnTo>
                      <a:pt x="48" y="42"/>
                    </a:lnTo>
                    <a:lnTo>
                      <a:pt x="44" y="46"/>
                    </a:lnTo>
                    <a:lnTo>
                      <a:pt x="44" y="48"/>
                    </a:lnTo>
                    <a:lnTo>
                      <a:pt x="44" y="52"/>
                    </a:lnTo>
                    <a:lnTo>
                      <a:pt x="44" y="56"/>
                    </a:lnTo>
                    <a:lnTo>
                      <a:pt x="44" y="60"/>
                    </a:lnTo>
                    <a:lnTo>
                      <a:pt x="44" y="64"/>
                    </a:lnTo>
                    <a:lnTo>
                      <a:pt x="40" y="64"/>
                    </a:lnTo>
                    <a:lnTo>
                      <a:pt x="40" y="68"/>
                    </a:lnTo>
                    <a:lnTo>
                      <a:pt x="38" y="68"/>
                    </a:lnTo>
                    <a:lnTo>
                      <a:pt x="34" y="72"/>
                    </a:lnTo>
                    <a:lnTo>
                      <a:pt x="34" y="72"/>
                    </a:lnTo>
                    <a:lnTo>
                      <a:pt x="34" y="72"/>
                    </a:lnTo>
                    <a:close/>
                    <a:moveTo>
                      <a:pt x="26" y="12"/>
                    </a:moveTo>
                    <a:lnTo>
                      <a:pt x="22" y="12"/>
                    </a:lnTo>
                    <a:lnTo>
                      <a:pt x="26" y="12"/>
                    </a:lnTo>
                    <a:lnTo>
                      <a:pt x="26" y="16"/>
                    </a:lnTo>
                    <a:lnTo>
                      <a:pt x="30" y="16"/>
                    </a:lnTo>
                    <a:lnTo>
                      <a:pt x="34" y="16"/>
                    </a:lnTo>
                    <a:lnTo>
                      <a:pt x="38" y="16"/>
                    </a:lnTo>
                    <a:lnTo>
                      <a:pt x="38" y="18"/>
                    </a:lnTo>
                    <a:lnTo>
                      <a:pt x="40" y="18"/>
                    </a:lnTo>
                    <a:lnTo>
                      <a:pt x="40" y="16"/>
                    </a:lnTo>
                    <a:lnTo>
                      <a:pt x="44" y="16"/>
                    </a:lnTo>
                    <a:lnTo>
                      <a:pt x="40" y="18"/>
                    </a:lnTo>
                    <a:lnTo>
                      <a:pt x="44" y="18"/>
                    </a:lnTo>
                    <a:lnTo>
                      <a:pt x="44" y="16"/>
                    </a:lnTo>
                    <a:lnTo>
                      <a:pt x="44" y="12"/>
                    </a:lnTo>
                    <a:lnTo>
                      <a:pt x="40" y="12"/>
                    </a:lnTo>
                    <a:lnTo>
                      <a:pt x="38" y="12"/>
                    </a:lnTo>
                    <a:lnTo>
                      <a:pt x="34" y="12"/>
                    </a:lnTo>
                    <a:lnTo>
                      <a:pt x="30" y="16"/>
                    </a:lnTo>
                    <a:lnTo>
                      <a:pt x="30" y="12"/>
                    </a:lnTo>
                    <a:lnTo>
                      <a:pt x="26" y="12"/>
                    </a:lnTo>
                    <a:lnTo>
                      <a:pt x="26" y="12"/>
                    </a:lnTo>
                    <a:lnTo>
                      <a:pt x="26"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1" name="Freeform 226"/>
              <p:cNvSpPr>
                <a:spLocks/>
              </p:cNvSpPr>
              <p:nvPr/>
            </p:nvSpPr>
            <p:spPr bwMode="gray">
              <a:xfrm>
                <a:off x="2744134" y="3183972"/>
                <a:ext cx="118270" cy="48699"/>
              </a:xfrm>
              <a:custGeom>
                <a:avLst/>
                <a:gdLst>
                  <a:gd name="T0" fmla="*/ 68 w 68"/>
                  <a:gd name="T1" fmla="*/ 0 h 28"/>
                  <a:gd name="T2" fmla="*/ 68 w 68"/>
                  <a:gd name="T3" fmla="*/ 2 h 28"/>
                  <a:gd name="T4" fmla="*/ 68 w 68"/>
                  <a:gd name="T5" fmla="*/ 2 h 28"/>
                  <a:gd name="T6" fmla="*/ 56 w 68"/>
                  <a:gd name="T7" fmla="*/ 10 h 28"/>
                  <a:gd name="T8" fmla="*/ 54 w 68"/>
                  <a:gd name="T9" fmla="*/ 14 h 28"/>
                  <a:gd name="T10" fmla="*/ 46 w 68"/>
                  <a:gd name="T11" fmla="*/ 16 h 28"/>
                  <a:gd name="T12" fmla="*/ 42 w 68"/>
                  <a:gd name="T13" fmla="*/ 16 h 28"/>
                  <a:gd name="T14" fmla="*/ 34 w 68"/>
                  <a:gd name="T15" fmla="*/ 20 h 28"/>
                  <a:gd name="T16" fmla="*/ 30 w 68"/>
                  <a:gd name="T17" fmla="*/ 24 h 28"/>
                  <a:gd name="T18" fmla="*/ 28 w 68"/>
                  <a:gd name="T19" fmla="*/ 28 h 28"/>
                  <a:gd name="T20" fmla="*/ 24 w 68"/>
                  <a:gd name="T21" fmla="*/ 28 h 28"/>
                  <a:gd name="T22" fmla="*/ 24 w 68"/>
                  <a:gd name="T23" fmla="*/ 28 h 28"/>
                  <a:gd name="T24" fmla="*/ 20 w 68"/>
                  <a:gd name="T25" fmla="*/ 28 h 28"/>
                  <a:gd name="T26" fmla="*/ 16 w 68"/>
                  <a:gd name="T27" fmla="*/ 28 h 28"/>
                  <a:gd name="T28" fmla="*/ 12 w 68"/>
                  <a:gd name="T29" fmla="*/ 28 h 28"/>
                  <a:gd name="T30" fmla="*/ 8 w 68"/>
                  <a:gd name="T31" fmla="*/ 28 h 28"/>
                  <a:gd name="T32" fmla="*/ 8 w 68"/>
                  <a:gd name="T33" fmla="*/ 28 h 28"/>
                  <a:gd name="T34" fmla="*/ 12 w 68"/>
                  <a:gd name="T35" fmla="*/ 28 h 28"/>
                  <a:gd name="T36" fmla="*/ 12 w 68"/>
                  <a:gd name="T37" fmla="*/ 28 h 28"/>
                  <a:gd name="T38" fmla="*/ 12 w 68"/>
                  <a:gd name="T39" fmla="*/ 24 h 28"/>
                  <a:gd name="T40" fmla="*/ 12 w 68"/>
                  <a:gd name="T41" fmla="*/ 24 h 28"/>
                  <a:gd name="T42" fmla="*/ 8 w 68"/>
                  <a:gd name="T43" fmla="*/ 24 h 28"/>
                  <a:gd name="T44" fmla="*/ 8 w 68"/>
                  <a:gd name="T45" fmla="*/ 24 h 28"/>
                  <a:gd name="T46" fmla="*/ 4 w 68"/>
                  <a:gd name="T47" fmla="*/ 24 h 28"/>
                  <a:gd name="T48" fmla="*/ 0 w 68"/>
                  <a:gd name="T49" fmla="*/ 20 h 28"/>
                  <a:gd name="T50" fmla="*/ 0 w 68"/>
                  <a:gd name="T51" fmla="*/ 20 h 28"/>
                  <a:gd name="T52" fmla="*/ 4 w 68"/>
                  <a:gd name="T53" fmla="*/ 16 h 28"/>
                  <a:gd name="T54" fmla="*/ 4 w 68"/>
                  <a:gd name="T55" fmla="*/ 14 h 28"/>
                  <a:gd name="T56" fmla="*/ 8 w 68"/>
                  <a:gd name="T57" fmla="*/ 10 h 28"/>
                  <a:gd name="T58" fmla="*/ 8 w 68"/>
                  <a:gd name="T59" fmla="*/ 10 h 28"/>
                  <a:gd name="T60" fmla="*/ 8 w 68"/>
                  <a:gd name="T61" fmla="*/ 16 h 28"/>
                  <a:gd name="T62" fmla="*/ 8 w 68"/>
                  <a:gd name="T63" fmla="*/ 16 h 28"/>
                  <a:gd name="T64" fmla="*/ 12 w 68"/>
                  <a:gd name="T65" fmla="*/ 16 h 28"/>
                  <a:gd name="T66" fmla="*/ 12 w 68"/>
                  <a:gd name="T67" fmla="*/ 16 h 28"/>
                  <a:gd name="T68" fmla="*/ 16 w 68"/>
                  <a:gd name="T69" fmla="*/ 16 h 28"/>
                  <a:gd name="T70" fmla="*/ 16 w 68"/>
                  <a:gd name="T71" fmla="*/ 16 h 28"/>
                  <a:gd name="T72" fmla="*/ 20 w 68"/>
                  <a:gd name="T73" fmla="*/ 14 h 28"/>
                  <a:gd name="T74" fmla="*/ 28 w 68"/>
                  <a:gd name="T75" fmla="*/ 10 h 28"/>
                  <a:gd name="T76" fmla="*/ 30 w 68"/>
                  <a:gd name="T77" fmla="*/ 6 h 28"/>
                  <a:gd name="T78" fmla="*/ 34 w 68"/>
                  <a:gd name="T79" fmla="*/ 2 h 28"/>
                  <a:gd name="T80" fmla="*/ 42 w 68"/>
                  <a:gd name="T81" fmla="*/ 6 h 28"/>
                  <a:gd name="T82" fmla="*/ 42 w 68"/>
                  <a:gd name="T83" fmla="*/ 6 h 28"/>
                  <a:gd name="T84" fmla="*/ 50 w 68"/>
                  <a:gd name="T85" fmla="*/ 6 h 28"/>
                  <a:gd name="T86" fmla="*/ 50 w 68"/>
                  <a:gd name="T87" fmla="*/ 6 h 28"/>
                  <a:gd name="T88" fmla="*/ 50 w 68"/>
                  <a:gd name="T89" fmla="*/ 6 h 28"/>
                  <a:gd name="T90" fmla="*/ 46 w 68"/>
                  <a:gd name="T91" fmla="*/ 6 h 28"/>
                  <a:gd name="T92" fmla="*/ 46 w 68"/>
                  <a:gd name="T93" fmla="*/ 6 h 28"/>
                  <a:gd name="T94" fmla="*/ 50 w 68"/>
                  <a:gd name="T95" fmla="*/ 2 h 28"/>
                  <a:gd name="T96" fmla="*/ 54 w 68"/>
                  <a:gd name="T97" fmla="*/ 2 h 28"/>
                  <a:gd name="T98" fmla="*/ 56 w 68"/>
                  <a:gd name="T99" fmla="*/ 0 h 28"/>
                  <a:gd name="T100" fmla="*/ 64 w 68"/>
                  <a:gd name="T101" fmla="*/ 0 h 28"/>
                  <a:gd name="T102" fmla="*/ 64 w 68"/>
                  <a:gd name="T103" fmla="*/ 2 h 28"/>
                  <a:gd name="T104" fmla="*/ 68 w 68"/>
                  <a:gd name="T105"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 h="28">
                    <a:moveTo>
                      <a:pt x="68" y="0"/>
                    </a:moveTo>
                    <a:lnTo>
                      <a:pt x="68" y="0"/>
                    </a:lnTo>
                    <a:lnTo>
                      <a:pt x="68" y="0"/>
                    </a:lnTo>
                    <a:lnTo>
                      <a:pt x="68" y="0"/>
                    </a:lnTo>
                    <a:lnTo>
                      <a:pt x="68" y="2"/>
                    </a:lnTo>
                    <a:lnTo>
                      <a:pt x="68" y="2"/>
                    </a:lnTo>
                    <a:lnTo>
                      <a:pt x="68" y="2"/>
                    </a:lnTo>
                    <a:lnTo>
                      <a:pt x="68" y="2"/>
                    </a:lnTo>
                    <a:lnTo>
                      <a:pt x="68" y="2"/>
                    </a:lnTo>
                    <a:lnTo>
                      <a:pt x="68" y="2"/>
                    </a:lnTo>
                    <a:lnTo>
                      <a:pt x="68" y="2"/>
                    </a:lnTo>
                    <a:lnTo>
                      <a:pt x="68" y="2"/>
                    </a:lnTo>
                    <a:lnTo>
                      <a:pt x="64" y="2"/>
                    </a:lnTo>
                    <a:lnTo>
                      <a:pt x="64" y="6"/>
                    </a:lnTo>
                    <a:lnTo>
                      <a:pt x="60" y="6"/>
                    </a:lnTo>
                    <a:lnTo>
                      <a:pt x="56" y="10"/>
                    </a:lnTo>
                    <a:lnTo>
                      <a:pt x="56" y="10"/>
                    </a:lnTo>
                    <a:lnTo>
                      <a:pt x="54" y="14"/>
                    </a:lnTo>
                    <a:lnTo>
                      <a:pt x="54" y="14"/>
                    </a:lnTo>
                    <a:lnTo>
                      <a:pt x="54" y="14"/>
                    </a:lnTo>
                    <a:lnTo>
                      <a:pt x="54" y="14"/>
                    </a:lnTo>
                    <a:lnTo>
                      <a:pt x="50" y="14"/>
                    </a:lnTo>
                    <a:lnTo>
                      <a:pt x="46" y="16"/>
                    </a:lnTo>
                    <a:lnTo>
                      <a:pt x="46" y="16"/>
                    </a:lnTo>
                    <a:lnTo>
                      <a:pt x="42" y="16"/>
                    </a:lnTo>
                    <a:lnTo>
                      <a:pt x="42" y="16"/>
                    </a:lnTo>
                    <a:lnTo>
                      <a:pt x="42" y="16"/>
                    </a:lnTo>
                    <a:lnTo>
                      <a:pt x="42" y="16"/>
                    </a:lnTo>
                    <a:lnTo>
                      <a:pt x="38" y="16"/>
                    </a:lnTo>
                    <a:lnTo>
                      <a:pt x="34" y="20"/>
                    </a:lnTo>
                    <a:lnTo>
                      <a:pt x="34" y="20"/>
                    </a:lnTo>
                    <a:lnTo>
                      <a:pt x="34" y="20"/>
                    </a:lnTo>
                    <a:lnTo>
                      <a:pt x="30" y="20"/>
                    </a:lnTo>
                    <a:lnTo>
                      <a:pt x="30" y="24"/>
                    </a:lnTo>
                    <a:lnTo>
                      <a:pt x="30" y="24"/>
                    </a:lnTo>
                    <a:lnTo>
                      <a:pt x="30" y="24"/>
                    </a:lnTo>
                    <a:lnTo>
                      <a:pt x="30" y="24"/>
                    </a:lnTo>
                    <a:lnTo>
                      <a:pt x="28" y="24"/>
                    </a:lnTo>
                    <a:lnTo>
                      <a:pt x="28" y="24"/>
                    </a:lnTo>
                    <a:lnTo>
                      <a:pt x="28" y="28"/>
                    </a:lnTo>
                    <a:lnTo>
                      <a:pt x="28" y="28"/>
                    </a:lnTo>
                    <a:lnTo>
                      <a:pt x="28" y="28"/>
                    </a:lnTo>
                    <a:lnTo>
                      <a:pt x="24" y="28"/>
                    </a:lnTo>
                    <a:lnTo>
                      <a:pt x="24" y="28"/>
                    </a:lnTo>
                    <a:lnTo>
                      <a:pt x="24" y="28"/>
                    </a:lnTo>
                    <a:lnTo>
                      <a:pt x="24" y="28"/>
                    </a:lnTo>
                    <a:lnTo>
                      <a:pt x="24" y="28"/>
                    </a:lnTo>
                    <a:lnTo>
                      <a:pt x="24" y="28"/>
                    </a:lnTo>
                    <a:lnTo>
                      <a:pt x="24" y="28"/>
                    </a:lnTo>
                    <a:lnTo>
                      <a:pt x="20" y="28"/>
                    </a:lnTo>
                    <a:lnTo>
                      <a:pt x="20" y="28"/>
                    </a:lnTo>
                    <a:lnTo>
                      <a:pt x="20" y="28"/>
                    </a:lnTo>
                    <a:lnTo>
                      <a:pt x="20" y="28"/>
                    </a:lnTo>
                    <a:lnTo>
                      <a:pt x="20" y="28"/>
                    </a:lnTo>
                    <a:lnTo>
                      <a:pt x="16" y="28"/>
                    </a:lnTo>
                    <a:lnTo>
                      <a:pt x="16" y="28"/>
                    </a:lnTo>
                    <a:lnTo>
                      <a:pt x="16" y="28"/>
                    </a:lnTo>
                    <a:lnTo>
                      <a:pt x="16" y="28"/>
                    </a:lnTo>
                    <a:lnTo>
                      <a:pt x="12" y="28"/>
                    </a:lnTo>
                    <a:lnTo>
                      <a:pt x="12" y="28"/>
                    </a:lnTo>
                    <a:lnTo>
                      <a:pt x="12" y="28"/>
                    </a:lnTo>
                    <a:lnTo>
                      <a:pt x="12" y="28"/>
                    </a:lnTo>
                    <a:lnTo>
                      <a:pt x="12" y="28"/>
                    </a:lnTo>
                    <a:lnTo>
                      <a:pt x="8" y="28"/>
                    </a:lnTo>
                    <a:lnTo>
                      <a:pt x="8" y="28"/>
                    </a:lnTo>
                    <a:lnTo>
                      <a:pt x="8" y="28"/>
                    </a:lnTo>
                    <a:lnTo>
                      <a:pt x="8" y="28"/>
                    </a:lnTo>
                    <a:lnTo>
                      <a:pt x="8" y="28"/>
                    </a:lnTo>
                    <a:lnTo>
                      <a:pt x="8" y="28"/>
                    </a:lnTo>
                    <a:lnTo>
                      <a:pt x="8" y="28"/>
                    </a:lnTo>
                    <a:lnTo>
                      <a:pt x="8" y="28"/>
                    </a:lnTo>
                    <a:lnTo>
                      <a:pt x="12" y="28"/>
                    </a:lnTo>
                    <a:lnTo>
                      <a:pt x="12" y="28"/>
                    </a:lnTo>
                    <a:lnTo>
                      <a:pt x="12" y="28"/>
                    </a:lnTo>
                    <a:lnTo>
                      <a:pt x="12" y="28"/>
                    </a:lnTo>
                    <a:lnTo>
                      <a:pt x="12" y="28"/>
                    </a:lnTo>
                    <a:lnTo>
                      <a:pt x="12" y="28"/>
                    </a:lnTo>
                    <a:lnTo>
                      <a:pt x="12" y="28"/>
                    </a:lnTo>
                    <a:lnTo>
                      <a:pt x="12" y="24"/>
                    </a:lnTo>
                    <a:lnTo>
                      <a:pt x="12" y="24"/>
                    </a:lnTo>
                    <a:lnTo>
                      <a:pt x="12" y="24"/>
                    </a:lnTo>
                    <a:lnTo>
                      <a:pt x="12" y="24"/>
                    </a:lnTo>
                    <a:lnTo>
                      <a:pt x="12" y="24"/>
                    </a:lnTo>
                    <a:lnTo>
                      <a:pt x="12" y="24"/>
                    </a:lnTo>
                    <a:lnTo>
                      <a:pt x="12" y="24"/>
                    </a:lnTo>
                    <a:lnTo>
                      <a:pt x="8" y="24"/>
                    </a:lnTo>
                    <a:lnTo>
                      <a:pt x="8" y="24"/>
                    </a:lnTo>
                    <a:lnTo>
                      <a:pt x="8" y="24"/>
                    </a:lnTo>
                    <a:lnTo>
                      <a:pt x="8" y="24"/>
                    </a:lnTo>
                    <a:lnTo>
                      <a:pt x="8" y="24"/>
                    </a:lnTo>
                    <a:lnTo>
                      <a:pt x="8" y="24"/>
                    </a:lnTo>
                    <a:lnTo>
                      <a:pt x="8" y="24"/>
                    </a:lnTo>
                    <a:lnTo>
                      <a:pt x="8" y="24"/>
                    </a:lnTo>
                    <a:lnTo>
                      <a:pt x="4" y="24"/>
                    </a:lnTo>
                    <a:lnTo>
                      <a:pt x="4" y="24"/>
                    </a:lnTo>
                    <a:lnTo>
                      <a:pt x="4" y="24"/>
                    </a:lnTo>
                    <a:lnTo>
                      <a:pt x="0" y="24"/>
                    </a:lnTo>
                    <a:lnTo>
                      <a:pt x="0" y="20"/>
                    </a:lnTo>
                    <a:lnTo>
                      <a:pt x="0" y="20"/>
                    </a:lnTo>
                    <a:lnTo>
                      <a:pt x="0" y="20"/>
                    </a:lnTo>
                    <a:lnTo>
                      <a:pt x="0" y="20"/>
                    </a:lnTo>
                    <a:lnTo>
                      <a:pt x="0" y="20"/>
                    </a:lnTo>
                    <a:lnTo>
                      <a:pt x="0" y="20"/>
                    </a:lnTo>
                    <a:lnTo>
                      <a:pt x="0" y="20"/>
                    </a:lnTo>
                    <a:lnTo>
                      <a:pt x="4" y="20"/>
                    </a:lnTo>
                    <a:lnTo>
                      <a:pt x="4" y="16"/>
                    </a:lnTo>
                    <a:lnTo>
                      <a:pt x="4" y="16"/>
                    </a:lnTo>
                    <a:lnTo>
                      <a:pt x="4" y="16"/>
                    </a:lnTo>
                    <a:lnTo>
                      <a:pt x="4" y="16"/>
                    </a:lnTo>
                    <a:lnTo>
                      <a:pt x="4" y="16"/>
                    </a:lnTo>
                    <a:lnTo>
                      <a:pt x="4" y="16"/>
                    </a:lnTo>
                    <a:lnTo>
                      <a:pt x="4" y="14"/>
                    </a:lnTo>
                    <a:lnTo>
                      <a:pt x="8" y="14"/>
                    </a:lnTo>
                    <a:lnTo>
                      <a:pt x="8" y="14"/>
                    </a:lnTo>
                    <a:lnTo>
                      <a:pt x="8" y="10"/>
                    </a:lnTo>
                    <a:lnTo>
                      <a:pt x="8" y="10"/>
                    </a:lnTo>
                    <a:lnTo>
                      <a:pt x="8" y="10"/>
                    </a:lnTo>
                    <a:lnTo>
                      <a:pt x="8" y="10"/>
                    </a:lnTo>
                    <a:lnTo>
                      <a:pt x="8" y="10"/>
                    </a:lnTo>
                    <a:lnTo>
                      <a:pt x="8" y="10"/>
                    </a:lnTo>
                    <a:lnTo>
                      <a:pt x="8" y="14"/>
                    </a:lnTo>
                    <a:lnTo>
                      <a:pt x="8" y="14"/>
                    </a:lnTo>
                    <a:lnTo>
                      <a:pt x="8" y="14"/>
                    </a:lnTo>
                    <a:lnTo>
                      <a:pt x="8" y="16"/>
                    </a:lnTo>
                    <a:lnTo>
                      <a:pt x="8" y="16"/>
                    </a:lnTo>
                    <a:lnTo>
                      <a:pt x="8" y="16"/>
                    </a:lnTo>
                    <a:lnTo>
                      <a:pt x="8" y="16"/>
                    </a:lnTo>
                    <a:lnTo>
                      <a:pt x="8" y="16"/>
                    </a:lnTo>
                    <a:lnTo>
                      <a:pt x="8" y="16"/>
                    </a:lnTo>
                    <a:lnTo>
                      <a:pt x="8" y="16"/>
                    </a:lnTo>
                    <a:lnTo>
                      <a:pt x="8" y="16"/>
                    </a:lnTo>
                    <a:lnTo>
                      <a:pt x="12" y="16"/>
                    </a:lnTo>
                    <a:lnTo>
                      <a:pt x="12" y="16"/>
                    </a:lnTo>
                    <a:lnTo>
                      <a:pt x="12" y="16"/>
                    </a:lnTo>
                    <a:lnTo>
                      <a:pt x="12" y="16"/>
                    </a:lnTo>
                    <a:lnTo>
                      <a:pt x="12" y="16"/>
                    </a:lnTo>
                    <a:lnTo>
                      <a:pt x="12" y="16"/>
                    </a:lnTo>
                    <a:lnTo>
                      <a:pt x="12" y="16"/>
                    </a:lnTo>
                    <a:lnTo>
                      <a:pt x="12" y="16"/>
                    </a:lnTo>
                    <a:lnTo>
                      <a:pt x="16" y="16"/>
                    </a:lnTo>
                    <a:lnTo>
                      <a:pt x="16" y="16"/>
                    </a:lnTo>
                    <a:lnTo>
                      <a:pt x="16" y="16"/>
                    </a:lnTo>
                    <a:lnTo>
                      <a:pt x="16" y="16"/>
                    </a:lnTo>
                    <a:lnTo>
                      <a:pt x="16" y="16"/>
                    </a:lnTo>
                    <a:lnTo>
                      <a:pt x="16" y="14"/>
                    </a:lnTo>
                    <a:lnTo>
                      <a:pt x="16" y="14"/>
                    </a:lnTo>
                    <a:lnTo>
                      <a:pt x="16" y="14"/>
                    </a:lnTo>
                    <a:lnTo>
                      <a:pt x="20" y="14"/>
                    </a:lnTo>
                    <a:lnTo>
                      <a:pt x="24" y="10"/>
                    </a:lnTo>
                    <a:lnTo>
                      <a:pt x="24" y="10"/>
                    </a:lnTo>
                    <a:lnTo>
                      <a:pt x="28" y="10"/>
                    </a:lnTo>
                    <a:lnTo>
                      <a:pt x="28" y="10"/>
                    </a:lnTo>
                    <a:lnTo>
                      <a:pt x="28" y="6"/>
                    </a:lnTo>
                    <a:lnTo>
                      <a:pt x="30" y="6"/>
                    </a:lnTo>
                    <a:lnTo>
                      <a:pt x="30" y="6"/>
                    </a:lnTo>
                    <a:lnTo>
                      <a:pt x="30" y="6"/>
                    </a:lnTo>
                    <a:lnTo>
                      <a:pt x="30" y="6"/>
                    </a:lnTo>
                    <a:lnTo>
                      <a:pt x="34" y="6"/>
                    </a:lnTo>
                    <a:lnTo>
                      <a:pt x="34" y="2"/>
                    </a:lnTo>
                    <a:lnTo>
                      <a:pt x="34" y="2"/>
                    </a:lnTo>
                    <a:lnTo>
                      <a:pt x="38" y="2"/>
                    </a:lnTo>
                    <a:lnTo>
                      <a:pt x="38" y="6"/>
                    </a:lnTo>
                    <a:lnTo>
                      <a:pt x="38" y="6"/>
                    </a:lnTo>
                    <a:lnTo>
                      <a:pt x="42" y="6"/>
                    </a:lnTo>
                    <a:lnTo>
                      <a:pt x="42" y="6"/>
                    </a:lnTo>
                    <a:lnTo>
                      <a:pt x="42" y="6"/>
                    </a:lnTo>
                    <a:lnTo>
                      <a:pt x="42" y="6"/>
                    </a:lnTo>
                    <a:lnTo>
                      <a:pt x="42" y="6"/>
                    </a:lnTo>
                    <a:lnTo>
                      <a:pt x="46" y="6"/>
                    </a:lnTo>
                    <a:lnTo>
                      <a:pt x="46" y="6"/>
                    </a:lnTo>
                    <a:lnTo>
                      <a:pt x="46" y="6"/>
                    </a:lnTo>
                    <a:lnTo>
                      <a:pt x="50" y="6"/>
                    </a:lnTo>
                    <a:lnTo>
                      <a:pt x="50" y="6"/>
                    </a:lnTo>
                    <a:lnTo>
                      <a:pt x="50" y="6"/>
                    </a:lnTo>
                    <a:lnTo>
                      <a:pt x="50" y="6"/>
                    </a:lnTo>
                    <a:lnTo>
                      <a:pt x="50" y="6"/>
                    </a:lnTo>
                    <a:lnTo>
                      <a:pt x="50" y="6"/>
                    </a:lnTo>
                    <a:lnTo>
                      <a:pt x="50" y="6"/>
                    </a:lnTo>
                    <a:lnTo>
                      <a:pt x="50" y="6"/>
                    </a:lnTo>
                    <a:lnTo>
                      <a:pt x="50" y="6"/>
                    </a:lnTo>
                    <a:lnTo>
                      <a:pt x="50" y="6"/>
                    </a:lnTo>
                    <a:lnTo>
                      <a:pt x="46" y="6"/>
                    </a:lnTo>
                    <a:lnTo>
                      <a:pt x="46" y="6"/>
                    </a:lnTo>
                    <a:lnTo>
                      <a:pt x="46" y="6"/>
                    </a:lnTo>
                    <a:lnTo>
                      <a:pt x="46" y="6"/>
                    </a:lnTo>
                    <a:lnTo>
                      <a:pt x="46" y="6"/>
                    </a:lnTo>
                    <a:lnTo>
                      <a:pt x="46" y="6"/>
                    </a:lnTo>
                    <a:lnTo>
                      <a:pt x="46" y="6"/>
                    </a:lnTo>
                    <a:lnTo>
                      <a:pt x="46" y="2"/>
                    </a:lnTo>
                    <a:lnTo>
                      <a:pt x="50" y="2"/>
                    </a:lnTo>
                    <a:lnTo>
                      <a:pt x="50" y="2"/>
                    </a:lnTo>
                    <a:lnTo>
                      <a:pt x="50" y="2"/>
                    </a:lnTo>
                    <a:lnTo>
                      <a:pt x="50" y="2"/>
                    </a:lnTo>
                    <a:lnTo>
                      <a:pt x="50" y="2"/>
                    </a:lnTo>
                    <a:lnTo>
                      <a:pt x="50" y="2"/>
                    </a:lnTo>
                    <a:lnTo>
                      <a:pt x="54" y="2"/>
                    </a:lnTo>
                    <a:lnTo>
                      <a:pt x="54" y="2"/>
                    </a:lnTo>
                    <a:lnTo>
                      <a:pt x="56" y="0"/>
                    </a:lnTo>
                    <a:lnTo>
                      <a:pt x="56" y="0"/>
                    </a:lnTo>
                    <a:lnTo>
                      <a:pt x="56" y="0"/>
                    </a:lnTo>
                    <a:lnTo>
                      <a:pt x="56" y="0"/>
                    </a:lnTo>
                    <a:lnTo>
                      <a:pt x="60" y="0"/>
                    </a:lnTo>
                    <a:lnTo>
                      <a:pt x="60" y="0"/>
                    </a:lnTo>
                    <a:lnTo>
                      <a:pt x="64" y="0"/>
                    </a:lnTo>
                    <a:lnTo>
                      <a:pt x="64" y="0"/>
                    </a:lnTo>
                    <a:lnTo>
                      <a:pt x="64" y="0"/>
                    </a:lnTo>
                    <a:lnTo>
                      <a:pt x="64" y="0"/>
                    </a:lnTo>
                    <a:lnTo>
                      <a:pt x="64" y="2"/>
                    </a:lnTo>
                    <a:lnTo>
                      <a:pt x="64" y="2"/>
                    </a:lnTo>
                    <a:lnTo>
                      <a:pt x="64" y="0"/>
                    </a:lnTo>
                    <a:lnTo>
                      <a:pt x="64" y="0"/>
                    </a:lnTo>
                    <a:lnTo>
                      <a:pt x="68" y="0"/>
                    </a:lnTo>
                    <a:lnTo>
                      <a:pt x="68" y="0"/>
                    </a:lnTo>
                    <a:lnTo>
                      <a:pt x="68"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grpSp>
        <p:grpSp>
          <p:nvGrpSpPr>
            <p:cNvPr id="8" name="グループ化 7"/>
            <p:cNvGrpSpPr>
              <a:grpSpLocks noChangeAspect="1"/>
            </p:cNvGrpSpPr>
            <p:nvPr/>
          </p:nvGrpSpPr>
          <p:grpSpPr bwMode="gray">
            <a:xfrm>
              <a:off x="353418" y="1569434"/>
              <a:ext cx="5433071" cy="4685578"/>
              <a:chOff x="4027718" y="1569909"/>
              <a:chExt cx="5461296" cy="4709904"/>
            </a:xfrm>
            <a:solidFill>
              <a:srgbClr val="BBBCBC"/>
            </a:solidFill>
          </p:grpSpPr>
          <p:sp>
            <p:nvSpPr>
              <p:cNvPr id="828" name="Freeform 5"/>
              <p:cNvSpPr>
                <a:spLocks noEditPoints="1"/>
              </p:cNvSpPr>
              <p:nvPr/>
            </p:nvSpPr>
            <p:spPr bwMode="gray">
              <a:xfrm>
                <a:off x="9043231" y="2827613"/>
                <a:ext cx="174706" cy="60325"/>
              </a:xfrm>
              <a:custGeom>
                <a:avLst/>
                <a:gdLst>
                  <a:gd name="T0" fmla="*/ 104 w 110"/>
                  <a:gd name="T1" fmla="*/ 38 h 38"/>
                  <a:gd name="T2" fmla="*/ 100 w 110"/>
                  <a:gd name="T3" fmla="*/ 32 h 38"/>
                  <a:gd name="T4" fmla="*/ 94 w 110"/>
                  <a:gd name="T5" fmla="*/ 32 h 38"/>
                  <a:gd name="T6" fmla="*/ 94 w 110"/>
                  <a:gd name="T7" fmla="*/ 28 h 38"/>
                  <a:gd name="T8" fmla="*/ 94 w 110"/>
                  <a:gd name="T9" fmla="*/ 32 h 38"/>
                  <a:gd name="T10" fmla="*/ 100 w 110"/>
                  <a:gd name="T11" fmla="*/ 32 h 38"/>
                  <a:gd name="T12" fmla="*/ 104 w 110"/>
                  <a:gd name="T13" fmla="*/ 32 h 38"/>
                  <a:gd name="T14" fmla="*/ 104 w 110"/>
                  <a:gd name="T15" fmla="*/ 38 h 38"/>
                  <a:gd name="T16" fmla="*/ 108 w 110"/>
                  <a:gd name="T17" fmla="*/ 38 h 38"/>
                  <a:gd name="T18" fmla="*/ 104 w 110"/>
                  <a:gd name="T19" fmla="*/ 38 h 38"/>
                  <a:gd name="T20" fmla="*/ 90 w 110"/>
                  <a:gd name="T21" fmla="*/ 24 h 38"/>
                  <a:gd name="T22" fmla="*/ 94 w 110"/>
                  <a:gd name="T23" fmla="*/ 24 h 38"/>
                  <a:gd name="T24" fmla="*/ 90 w 110"/>
                  <a:gd name="T25" fmla="*/ 24 h 38"/>
                  <a:gd name="T26" fmla="*/ 110 w 110"/>
                  <a:gd name="T27" fmla="*/ 24 h 38"/>
                  <a:gd name="T28" fmla="*/ 108 w 110"/>
                  <a:gd name="T29" fmla="*/ 24 h 38"/>
                  <a:gd name="T30" fmla="*/ 110 w 110"/>
                  <a:gd name="T31" fmla="*/ 20 h 38"/>
                  <a:gd name="T32" fmla="*/ 110 w 110"/>
                  <a:gd name="T33" fmla="*/ 24 h 38"/>
                  <a:gd name="T34" fmla="*/ 76 w 110"/>
                  <a:gd name="T35" fmla="*/ 24 h 38"/>
                  <a:gd name="T36" fmla="*/ 78 w 110"/>
                  <a:gd name="T37" fmla="*/ 20 h 38"/>
                  <a:gd name="T38" fmla="*/ 78 w 110"/>
                  <a:gd name="T39" fmla="*/ 24 h 38"/>
                  <a:gd name="T40" fmla="*/ 76 w 110"/>
                  <a:gd name="T41" fmla="*/ 24 h 38"/>
                  <a:gd name="T42" fmla="*/ 16 w 110"/>
                  <a:gd name="T43" fmla="*/ 10 h 38"/>
                  <a:gd name="T44" fmla="*/ 14 w 110"/>
                  <a:gd name="T45" fmla="*/ 10 h 38"/>
                  <a:gd name="T46" fmla="*/ 16 w 110"/>
                  <a:gd name="T47" fmla="*/ 10 h 38"/>
                  <a:gd name="T48" fmla="*/ 4 w 110"/>
                  <a:gd name="T49" fmla="*/ 4 h 38"/>
                  <a:gd name="T50" fmla="*/ 4 w 110"/>
                  <a:gd name="T51" fmla="*/ 0 h 38"/>
                  <a:gd name="T52" fmla="*/ 0 w 110"/>
                  <a:gd name="T53" fmla="*/ 4 h 38"/>
                  <a:gd name="T54" fmla="*/ 0 w 110"/>
                  <a:gd name="T55" fmla="*/ 0 h 38"/>
                  <a:gd name="T56" fmla="*/ 4 w 110"/>
                  <a:gd name="T57" fmla="*/ 0 h 38"/>
                  <a:gd name="T58" fmla="*/ 10 w 110"/>
                  <a:gd name="T59" fmla="*/ 0 h 38"/>
                  <a:gd name="T60" fmla="*/ 14 w 110"/>
                  <a:gd name="T61" fmla="*/ 0 h 38"/>
                  <a:gd name="T62" fmla="*/ 14 w 110"/>
                  <a:gd name="T63" fmla="*/ 4 h 38"/>
                  <a:gd name="T64" fmla="*/ 10 w 110"/>
                  <a:gd name="T65" fmla="*/ 4 h 38"/>
                  <a:gd name="T66" fmla="*/ 4 w 110"/>
                  <a:gd name="T67" fmla="*/ 4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0" h="38">
                    <a:moveTo>
                      <a:pt x="104" y="38"/>
                    </a:moveTo>
                    <a:lnTo>
                      <a:pt x="100" y="32"/>
                    </a:lnTo>
                    <a:lnTo>
                      <a:pt x="94" y="32"/>
                    </a:lnTo>
                    <a:lnTo>
                      <a:pt x="94" y="28"/>
                    </a:lnTo>
                    <a:lnTo>
                      <a:pt x="94" y="32"/>
                    </a:lnTo>
                    <a:lnTo>
                      <a:pt x="100" y="32"/>
                    </a:lnTo>
                    <a:lnTo>
                      <a:pt x="104" y="32"/>
                    </a:lnTo>
                    <a:lnTo>
                      <a:pt x="104" y="38"/>
                    </a:lnTo>
                    <a:lnTo>
                      <a:pt x="108" y="38"/>
                    </a:lnTo>
                    <a:lnTo>
                      <a:pt x="104" y="38"/>
                    </a:lnTo>
                    <a:close/>
                    <a:moveTo>
                      <a:pt x="90" y="24"/>
                    </a:moveTo>
                    <a:lnTo>
                      <a:pt x="94" y="24"/>
                    </a:lnTo>
                    <a:lnTo>
                      <a:pt x="90" y="24"/>
                    </a:lnTo>
                    <a:close/>
                    <a:moveTo>
                      <a:pt x="110" y="24"/>
                    </a:moveTo>
                    <a:lnTo>
                      <a:pt x="108" y="24"/>
                    </a:lnTo>
                    <a:lnTo>
                      <a:pt x="110" y="20"/>
                    </a:lnTo>
                    <a:lnTo>
                      <a:pt x="110" y="24"/>
                    </a:lnTo>
                    <a:close/>
                    <a:moveTo>
                      <a:pt x="76" y="24"/>
                    </a:moveTo>
                    <a:lnTo>
                      <a:pt x="78" y="20"/>
                    </a:lnTo>
                    <a:lnTo>
                      <a:pt x="78" y="24"/>
                    </a:lnTo>
                    <a:lnTo>
                      <a:pt x="76" y="24"/>
                    </a:lnTo>
                    <a:close/>
                    <a:moveTo>
                      <a:pt x="16" y="10"/>
                    </a:moveTo>
                    <a:lnTo>
                      <a:pt x="14" y="10"/>
                    </a:lnTo>
                    <a:lnTo>
                      <a:pt x="16" y="10"/>
                    </a:lnTo>
                    <a:close/>
                    <a:moveTo>
                      <a:pt x="4" y="4"/>
                    </a:moveTo>
                    <a:lnTo>
                      <a:pt x="4" y="0"/>
                    </a:lnTo>
                    <a:lnTo>
                      <a:pt x="0" y="4"/>
                    </a:lnTo>
                    <a:lnTo>
                      <a:pt x="0" y="0"/>
                    </a:lnTo>
                    <a:lnTo>
                      <a:pt x="4" y="0"/>
                    </a:lnTo>
                    <a:lnTo>
                      <a:pt x="10" y="0"/>
                    </a:lnTo>
                    <a:lnTo>
                      <a:pt x="14" y="0"/>
                    </a:lnTo>
                    <a:lnTo>
                      <a:pt x="14" y="4"/>
                    </a:lnTo>
                    <a:lnTo>
                      <a:pt x="10"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419" name="Freeform 13"/>
              <p:cNvSpPr>
                <a:spLocks noEditPoints="1"/>
              </p:cNvSpPr>
              <p:nvPr/>
            </p:nvSpPr>
            <p:spPr bwMode="gray">
              <a:xfrm>
                <a:off x="5283469" y="1569909"/>
                <a:ext cx="4205545" cy="1666207"/>
              </a:xfrm>
              <a:custGeom>
                <a:avLst/>
                <a:gdLst>
                  <a:gd name="T0" fmla="*/ 946 w 2418"/>
                  <a:gd name="T1" fmla="*/ 206 h 958"/>
                  <a:gd name="T2" fmla="*/ 1986 w 2418"/>
                  <a:gd name="T3" fmla="*/ 336 h 958"/>
                  <a:gd name="T4" fmla="*/ 1570 w 2418"/>
                  <a:gd name="T5" fmla="*/ 302 h 958"/>
                  <a:gd name="T6" fmla="*/ 1320 w 2418"/>
                  <a:gd name="T7" fmla="*/ 174 h 958"/>
                  <a:gd name="T8" fmla="*/ 860 w 2418"/>
                  <a:gd name="T9" fmla="*/ 248 h 958"/>
                  <a:gd name="T10" fmla="*/ 822 w 2418"/>
                  <a:gd name="T11" fmla="*/ 350 h 958"/>
                  <a:gd name="T12" fmla="*/ 692 w 2418"/>
                  <a:gd name="T13" fmla="*/ 356 h 958"/>
                  <a:gd name="T14" fmla="*/ 344 w 2418"/>
                  <a:gd name="T15" fmla="*/ 422 h 958"/>
                  <a:gd name="T16" fmla="*/ 204 w 2418"/>
                  <a:gd name="T17" fmla="*/ 342 h 958"/>
                  <a:gd name="T18" fmla="*/ 114 w 2418"/>
                  <a:gd name="T19" fmla="*/ 632 h 958"/>
                  <a:gd name="T20" fmla="*/ 302 w 2418"/>
                  <a:gd name="T21" fmla="*/ 920 h 958"/>
                  <a:gd name="T22" fmla="*/ 536 w 2418"/>
                  <a:gd name="T23" fmla="*/ 764 h 958"/>
                  <a:gd name="T24" fmla="*/ 886 w 2418"/>
                  <a:gd name="T25" fmla="*/ 770 h 958"/>
                  <a:gd name="T26" fmla="*/ 1412 w 2418"/>
                  <a:gd name="T27" fmla="*/ 764 h 958"/>
                  <a:gd name="T28" fmla="*/ 1672 w 2418"/>
                  <a:gd name="T29" fmla="*/ 856 h 958"/>
                  <a:gd name="T30" fmla="*/ 1814 w 2418"/>
                  <a:gd name="T31" fmla="*/ 584 h 958"/>
                  <a:gd name="T32" fmla="*/ 1982 w 2418"/>
                  <a:gd name="T33" fmla="*/ 584 h 958"/>
                  <a:gd name="T34" fmla="*/ 2052 w 2418"/>
                  <a:gd name="T35" fmla="*/ 574 h 958"/>
                  <a:gd name="T36" fmla="*/ 2326 w 2418"/>
                  <a:gd name="T37" fmla="*/ 456 h 958"/>
                  <a:gd name="T38" fmla="*/ 2284 w 2418"/>
                  <a:gd name="T39" fmla="*/ 296 h 958"/>
                  <a:gd name="T40" fmla="*/ 1466 w 2418"/>
                  <a:gd name="T41" fmla="*/ 248 h 958"/>
                  <a:gd name="T42" fmla="*/ 1530 w 2418"/>
                  <a:gd name="T43" fmla="*/ 260 h 958"/>
                  <a:gd name="T44" fmla="*/ 4 w 2418"/>
                  <a:gd name="T45" fmla="*/ 682 h 958"/>
                  <a:gd name="T46" fmla="*/ 536 w 2418"/>
                  <a:gd name="T47" fmla="*/ 16 h 958"/>
                  <a:gd name="T48" fmla="*/ 536 w 2418"/>
                  <a:gd name="T49" fmla="*/ 26 h 958"/>
                  <a:gd name="T50" fmla="*/ 524 w 2418"/>
                  <a:gd name="T51" fmla="*/ 32 h 958"/>
                  <a:gd name="T52" fmla="*/ 512 w 2418"/>
                  <a:gd name="T53" fmla="*/ 42 h 958"/>
                  <a:gd name="T54" fmla="*/ 442 w 2418"/>
                  <a:gd name="T55" fmla="*/ 54 h 958"/>
                  <a:gd name="T56" fmla="*/ 1710 w 2418"/>
                  <a:gd name="T57" fmla="*/ 174 h 958"/>
                  <a:gd name="T58" fmla="*/ 800 w 2418"/>
                  <a:gd name="T59" fmla="*/ 242 h 958"/>
                  <a:gd name="T60" fmla="*/ 1516 w 2418"/>
                  <a:gd name="T61" fmla="*/ 270 h 958"/>
                  <a:gd name="T62" fmla="*/ 710 w 2418"/>
                  <a:gd name="T63" fmla="*/ 406 h 958"/>
                  <a:gd name="T64" fmla="*/ 546 w 2418"/>
                  <a:gd name="T65" fmla="*/ 12 h 958"/>
                  <a:gd name="T66" fmla="*/ 1034 w 2418"/>
                  <a:gd name="T67" fmla="*/ 38 h 958"/>
                  <a:gd name="T68" fmla="*/ 604 w 2418"/>
                  <a:gd name="T69" fmla="*/ 26 h 958"/>
                  <a:gd name="T70" fmla="*/ 454 w 2418"/>
                  <a:gd name="T71" fmla="*/ 32 h 958"/>
                  <a:gd name="T72" fmla="*/ 362 w 2418"/>
                  <a:gd name="T73" fmla="*/ 38 h 958"/>
                  <a:gd name="T74" fmla="*/ 512 w 2418"/>
                  <a:gd name="T75" fmla="*/ 48 h 958"/>
                  <a:gd name="T76" fmla="*/ 1104 w 2418"/>
                  <a:gd name="T77" fmla="*/ 86 h 958"/>
                  <a:gd name="T78" fmla="*/ 806 w 2418"/>
                  <a:gd name="T79" fmla="*/ 70 h 958"/>
                  <a:gd name="T80" fmla="*/ 1174 w 2418"/>
                  <a:gd name="T81" fmla="*/ 86 h 958"/>
                  <a:gd name="T82" fmla="*/ 1240 w 2418"/>
                  <a:gd name="T83" fmla="*/ 128 h 958"/>
                  <a:gd name="T84" fmla="*/ 664 w 2418"/>
                  <a:gd name="T85" fmla="*/ 140 h 958"/>
                  <a:gd name="T86" fmla="*/ 546 w 2418"/>
                  <a:gd name="T87" fmla="*/ 216 h 958"/>
                  <a:gd name="T88" fmla="*/ 508 w 2418"/>
                  <a:gd name="T89" fmla="*/ 216 h 958"/>
                  <a:gd name="T90" fmla="*/ 1104 w 2418"/>
                  <a:gd name="T91" fmla="*/ 146 h 958"/>
                  <a:gd name="T92" fmla="*/ 1078 w 2418"/>
                  <a:gd name="T93" fmla="*/ 162 h 958"/>
                  <a:gd name="T94" fmla="*/ 1672 w 2418"/>
                  <a:gd name="T95" fmla="*/ 168 h 958"/>
                  <a:gd name="T96" fmla="*/ 1748 w 2418"/>
                  <a:gd name="T97" fmla="*/ 194 h 958"/>
                  <a:gd name="T98" fmla="*/ 1808 w 2418"/>
                  <a:gd name="T99" fmla="*/ 180 h 958"/>
                  <a:gd name="T100" fmla="*/ 952 w 2418"/>
                  <a:gd name="T101" fmla="*/ 194 h 958"/>
                  <a:gd name="T102" fmla="*/ 1716 w 2418"/>
                  <a:gd name="T103" fmla="*/ 216 h 958"/>
                  <a:gd name="T104" fmla="*/ 1728 w 2418"/>
                  <a:gd name="T105" fmla="*/ 238 h 958"/>
                  <a:gd name="T106" fmla="*/ 464 w 2418"/>
                  <a:gd name="T107" fmla="*/ 288 h 958"/>
                  <a:gd name="T108" fmla="*/ 502 w 2418"/>
                  <a:gd name="T109" fmla="*/ 276 h 958"/>
                  <a:gd name="T110" fmla="*/ 838 w 2418"/>
                  <a:gd name="T111" fmla="*/ 248 h 958"/>
                  <a:gd name="T112" fmla="*/ 2008 w 2418"/>
                  <a:gd name="T113" fmla="*/ 308 h 958"/>
                  <a:gd name="T114" fmla="*/ 2004 w 2418"/>
                  <a:gd name="T115" fmla="*/ 342 h 958"/>
                  <a:gd name="T116" fmla="*/ 324 w 2418"/>
                  <a:gd name="T117" fmla="*/ 406 h 958"/>
                  <a:gd name="T118" fmla="*/ 1662 w 2418"/>
                  <a:gd name="T119" fmla="*/ 682 h 958"/>
                  <a:gd name="T120" fmla="*/ 1736 w 2418"/>
                  <a:gd name="T121" fmla="*/ 704 h 958"/>
                  <a:gd name="T122" fmla="*/ 1754 w 2418"/>
                  <a:gd name="T123" fmla="*/ 850 h 958"/>
                  <a:gd name="T124" fmla="*/ 1842 w 2418"/>
                  <a:gd name="T125" fmla="*/ 866 h 9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418" h="958">
                    <a:moveTo>
                      <a:pt x="758" y="710"/>
                    </a:moveTo>
                    <a:lnTo>
                      <a:pt x="764" y="710"/>
                    </a:lnTo>
                    <a:lnTo>
                      <a:pt x="766" y="704"/>
                    </a:lnTo>
                    <a:lnTo>
                      <a:pt x="758" y="704"/>
                    </a:lnTo>
                    <a:lnTo>
                      <a:pt x="758" y="710"/>
                    </a:lnTo>
                    <a:lnTo>
                      <a:pt x="758" y="710"/>
                    </a:lnTo>
                    <a:lnTo>
                      <a:pt x="758" y="710"/>
                    </a:lnTo>
                    <a:close/>
                    <a:moveTo>
                      <a:pt x="1682" y="698"/>
                    </a:moveTo>
                    <a:lnTo>
                      <a:pt x="1678" y="704"/>
                    </a:lnTo>
                    <a:lnTo>
                      <a:pt x="1682" y="704"/>
                    </a:lnTo>
                    <a:lnTo>
                      <a:pt x="1682" y="698"/>
                    </a:lnTo>
                    <a:lnTo>
                      <a:pt x="1682" y="698"/>
                    </a:lnTo>
                    <a:lnTo>
                      <a:pt x="1682" y="698"/>
                    </a:lnTo>
                    <a:close/>
                    <a:moveTo>
                      <a:pt x="242" y="878"/>
                    </a:moveTo>
                    <a:lnTo>
                      <a:pt x="242" y="884"/>
                    </a:lnTo>
                    <a:lnTo>
                      <a:pt x="248" y="884"/>
                    </a:lnTo>
                    <a:lnTo>
                      <a:pt x="248" y="878"/>
                    </a:lnTo>
                    <a:lnTo>
                      <a:pt x="242" y="878"/>
                    </a:lnTo>
                    <a:lnTo>
                      <a:pt x="242" y="878"/>
                    </a:lnTo>
                    <a:lnTo>
                      <a:pt x="242" y="878"/>
                    </a:lnTo>
                    <a:close/>
                    <a:moveTo>
                      <a:pt x="122" y="548"/>
                    </a:moveTo>
                    <a:lnTo>
                      <a:pt x="118" y="548"/>
                    </a:lnTo>
                    <a:lnTo>
                      <a:pt x="118" y="552"/>
                    </a:lnTo>
                    <a:lnTo>
                      <a:pt x="122" y="552"/>
                    </a:lnTo>
                    <a:lnTo>
                      <a:pt x="122" y="548"/>
                    </a:lnTo>
                    <a:lnTo>
                      <a:pt x="122" y="548"/>
                    </a:lnTo>
                    <a:lnTo>
                      <a:pt x="122" y="548"/>
                    </a:lnTo>
                    <a:close/>
                    <a:moveTo>
                      <a:pt x="492" y="774"/>
                    </a:moveTo>
                    <a:lnTo>
                      <a:pt x="496" y="770"/>
                    </a:lnTo>
                    <a:lnTo>
                      <a:pt x="492" y="770"/>
                    </a:lnTo>
                    <a:lnTo>
                      <a:pt x="492" y="774"/>
                    </a:lnTo>
                    <a:lnTo>
                      <a:pt x="492" y="774"/>
                    </a:lnTo>
                    <a:lnTo>
                      <a:pt x="492" y="774"/>
                    </a:lnTo>
                    <a:close/>
                    <a:moveTo>
                      <a:pt x="1554" y="276"/>
                    </a:moveTo>
                    <a:lnTo>
                      <a:pt x="1548" y="276"/>
                    </a:lnTo>
                    <a:lnTo>
                      <a:pt x="1548" y="282"/>
                    </a:lnTo>
                    <a:lnTo>
                      <a:pt x="1554" y="282"/>
                    </a:lnTo>
                    <a:lnTo>
                      <a:pt x="1554" y="276"/>
                    </a:lnTo>
                    <a:lnTo>
                      <a:pt x="1554" y="276"/>
                    </a:lnTo>
                    <a:lnTo>
                      <a:pt x="1554" y="276"/>
                    </a:lnTo>
                    <a:close/>
                    <a:moveTo>
                      <a:pt x="176" y="324"/>
                    </a:moveTo>
                    <a:lnTo>
                      <a:pt x="172" y="324"/>
                    </a:lnTo>
                    <a:lnTo>
                      <a:pt x="172" y="330"/>
                    </a:lnTo>
                    <a:lnTo>
                      <a:pt x="176" y="330"/>
                    </a:lnTo>
                    <a:lnTo>
                      <a:pt x="176" y="324"/>
                    </a:lnTo>
                    <a:lnTo>
                      <a:pt x="176" y="324"/>
                    </a:lnTo>
                    <a:lnTo>
                      <a:pt x="176" y="324"/>
                    </a:lnTo>
                    <a:close/>
                    <a:moveTo>
                      <a:pt x="1982" y="542"/>
                    </a:moveTo>
                    <a:lnTo>
                      <a:pt x="1982" y="548"/>
                    </a:lnTo>
                    <a:lnTo>
                      <a:pt x="1986" y="548"/>
                    </a:lnTo>
                    <a:lnTo>
                      <a:pt x="1986" y="542"/>
                    </a:lnTo>
                    <a:lnTo>
                      <a:pt x="1982" y="542"/>
                    </a:lnTo>
                    <a:lnTo>
                      <a:pt x="1982" y="542"/>
                    </a:lnTo>
                    <a:lnTo>
                      <a:pt x="1982" y="542"/>
                    </a:lnTo>
                    <a:close/>
                    <a:moveTo>
                      <a:pt x="1672" y="698"/>
                    </a:moveTo>
                    <a:lnTo>
                      <a:pt x="1662" y="698"/>
                    </a:lnTo>
                    <a:lnTo>
                      <a:pt x="1662" y="704"/>
                    </a:lnTo>
                    <a:lnTo>
                      <a:pt x="1672" y="704"/>
                    </a:lnTo>
                    <a:lnTo>
                      <a:pt x="1672" y="698"/>
                    </a:lnTo>
                    <a:lnTo>
                      <a:pt x="1672" y="698"/>
                    </a:lnTo>
                    <a:lnTo>
                      <a:pt x="1672" y="698"/>
                    </a:lnTo>
                    <a:close/>
                    <a:moveTo>
                      <a:pt x="596" y="710"/>
                    </a:moveTo>
                    <a:lnTo>
                      <a:pt x="596" y="704"/>
                    </a:lnTo>
                    <a:lnTo>
                      <a:pt x="590" y="704"/>
                    </a:lnTo>
                    <a:lnTo>
                      <a:pt x="590" y="710"/>
                    </a:lnTo>
                    <a:lnTo>
                      <a:pt x="596" y="710"/>
                    </a:lnTo>
                    <a:lnTo>
                      <a:pt x="596" y="710"/>
                    </a:lnTo>
                    <a:lnTo>
                      <a:pt x="596" y="710"/>
                    </a:lnTo>
                    <a:close/>
                    <a:moveTo>
                      <a:pt x="936" y="216"/>
                    </a:moveTo>
                    <a:lnTo>
                      <a:pt x="940" y="216"/>
                    </a:lnTo>
                    <a:lnTo>
                      <a:pt x="940" y="210"/>
                    </a:lnTo>
                    <a:lnTo>
                      <a:pt x="936" y="210"/>
                    </a:lnTo>
                    <a:lnTo>
                      <a:pt x="936" y="216"/>
                    </a:lnTo>
                    <a:lnTo>
                      <a:pt x="936" y="216"/>
                    </a:lnTo>
                    <a:lnTo>
                      <a:pt x="936" y="216"/>
                    </a:lnTo>
                    <a:close/>
                    <a:moveTo>
                      <a:pt x="336" y="356"/>
                    </a:moveTo>
                    <a:lnTo>
                      <a:pt x="336" y="362"/>
                    </a:lnTo>
                    <a:lnTo>
                      <a:pt x="340" y="362"/>
                    </a:lnTo>
                    <a:lnTo>
                      <a:pt x="340" y="356"/>
                    </a:lnTo>
                    <a:lnTo>
                      <a:pt x="336" y="356"/>
                    </a:lnTo>
                    <a:lnTo>
                      <a:pt x="336" y="356"/>
                    </a:lnTo>
                    <a:lnTo>
                      <a:pt x="336" y="356"/>
                    </a:lnTo>
                    <a:close/>
                    <a:moveTo>
                      <a:pt x="940" y="200"/>
                    </a:moveTo>
                    <a:lnTo>
                      <a:pt x="940" y="206"/>
                    </a:lnTo>
                    <a:lnTo>
                      <a:pt x="946" y="206"/>
                    </a:lnTo>
                    <a:lnTo>
                      <a:pt x="946" y="200"/>
                    </a:lnTo>
                    <a:lnTo>
                      <a:pt x="940" y="200"/>
                    </a:lnTo>
                    <a:lnTo>
                      <a:pt x="940" y="200"/>
                    </a:lnTo>
                    <a:lnTo>
                      <a:pt x="940" y="200"/>
                    </a:lnTo>
                    <a:close/>
                    <a:moveTo>
                      <a:pt x="2338" y="390"/>
                    </a:moveTo>
                    <a:lnTo>
                      <a:pt x="2338" y="396"/>
                    </a:lnTo>
                    <a:lnTo>
                      <a:pt x="2344" y="396"/>
                    </a:lnTo>
                    <a:lnTo>
                      <a:pt x="2338" y="390"/>
                    </a:lnTo>
                    <a:lnTo>
                      <a:pt x="2338" y="390"/>
                    </a:lnTo>
                    <a:lnTo>
                      <a:pt x="2338" y="390"/>
                    </a:lnTo>
                    <a:close/>
                    <a:moveTo>
                      <a:pt x="2398" y="410"/>
                    </a:moveTo>
                    <a:lnTo>
                      <a:pt x="2392" y="410"/>
                    </a:lnTo>
                    <a:lnTo>
                      <a:pt x="2392" y="406"/>
                    </a:lnTo>
                    <a:lnTo>
                      <a:pt x="2380" y="406"/>
                    </a:lnTo>
                    <a:lnTo>
                      <a:pt x="2380" y="402"/>
                    </a:lnTo>
                    <a:lnTo>
                      <a:pt x="2378" y="402"/>
                    </a:lnTo>
                    <a:lnTo>
                      <a:pt x="2372" y="406"/>
                    </a:lnTo>
                    <a:lnTo>
                      <a:pt x="2360" y="406"/>
                    </a:lnTo>
                    <a:lnTo>
                      <a:pt x="2360" y="396"/>
                    </a:lnTo>
                    <a:lnTo>
                      <a:pt x="2344" y="396"/>
                    </a:lnTo>
                    <a:lnTo>
                      <a:pt x="2344" y="402"/>
                    </a:lnTo>
                    <a:lnTo>
                      <a:pt x="2350" y="402"/>
                    </a:lnTo>
                    <a:lnTo>
                      <a:pt x="2354" y="406"/>
                    </a:lnTo>
                    <a:lnTo>
                      <a:pt x="2350" y="406"/>
                    </a:lnTo>
                    <a:lnTo>
                      <a:pt x="2350" y="416"/>
                    </a:lnTo>
                    <a:lnTo>
                      <a:pt x="2344" y="416"/>
                    </a:lnTo>
                    <a:lnTo>
                      <a:pt x="2344" y="410"/>
                    </a:lnTo>
                    <a:lnTo>
                      <a:pt x="2338" y="410"/>
                    </a:lnTo>
                    <a:lnTo>
                      <a:pt x="2338" y="406"/>
                    </a:lnTo>
                    <a:lnTo>
                      <a:pt x="2344" y="406"/>
                    </a:lnTo>
                    <a:lnTo>
                      <a:pt x="2344" y="402"/>
                    </a:lnTo>
                    <a:lnTo>
                      <a:pt x="2338" y="402"/>
                    </a:lnTo>
                    <a:lnTo>
                      <a:pt x="2338" y="396"/>
                    </a:lnTo>
                    <a:lnTo>
                      <a:pt x="2332" y="396"/>
                    </a:lnTo>
                    <a:lnTo>
                      <a:pt x="2332" y="384"/>
                    </a:lnTo>
                    <a:lnTo>
                      <a:pt x="2324" y="378"/>
                    </a:lnTo>
                    <a:lnTo>
                      <a:pt x="2318" y="378"/>
                    </a:lnTo>
                    <a:lnTo>
                      <a:pt x="2318" y="374"/>
                    </a:lnTo>
                    <a:lnTo>
                      <a:pt x="2306" y="374"/>
                    </a:lnTo>
                    <a:lnTo>
                      <a:pt x="2306" y="368"/>
                    </a:lnTo>
                    <a:lnTo>
                      <a:pt x="2296" y="368"/>
                    </a:lnTo>
                    <a:lnTo>
                      <a:pt x="2296" y="362"/>
                    </a:lnTo>
                    <a:lnTo>
                      <a:pt x="2284" y="362"/>
                    </a:lnTo>
                    <a:lnTo>
                      <a:pt x="2284" y="356"/>
                    </a:lnTo>
                    <a:lnTo>
                      <a:pt x="2272" y="356"/>
                    </a:lnTo>
                    <a:lnTo>
                      <a:pt x="2272" y="350"/>
                    </a:lnTo>
                    <a:lnTo>
                      <a:pt x="2268" y="350"/>
                    </a:lnTo>
                    <a:lnTo>
                      <a:pt x="2264" y="348"/>
                    </a:lnTo>
                    <a:lnTo>
                      <a:pt x="2258" y="348"/>
                    </a:lnTo>
                    <a:lnTo>
                      <a:pt x="2252" y="342"/>
                    </a:lnTo>
                    <a:lnTo>
                      <a:pt x="2252" y="348"/>
                    </a:lnTo>
                    <a:lnTo>
                      <a:pt x="2246" y="348"/>
                    </a:lnTo>
                    <a:lnTo>
                      <a:pt x="2246" y="342"/>
                    </a:lnTo>
                    <a:lnTo>
                      <a:pt x="2240" y="342"/>
                    </a:lnTo>
                    <a:lnTo>
                      <a:pt x="2236" y="336"/>
                    </a:lnTo>
                    <a:lnTo>
                      <a:pt x="2214" y="336"/>
                    </a:lnTo>
                    <a:lnTo>
                      <a:pt x="2214" y="330"/>
                    </a:lnTo>
                    <a:lnTo>
                      <a:pt x="2176" y="330"/>
                    </a:lnTo>
                    <a:lnTo>
                      <a:pt x="2176" y="324"/>
                    </a:lnTo>
                    <a:lnTo>
                      <a:pt x="2170" y="324"/>
                    </a:lnTo>
                    <a:lnTo>
                      <a:pt x="2170" y="330"/>
                    </a:lnTo>
                    <a:lnTo>
                      <a:pt x="2164" y="330"/>
                    </a:lnTo>
                    <a:lnTo>
                      <a:pt x="2164" y="324"/>
                    </a:lnTo>
                    <a:lnTo>
                      <a:pt x="2144" y="324"/>
                    </a:lnTo>
                    <a:lnTo>
                      <a:pt x="2144" y="320"/>
                    </a:lnTo>
                    <a:lnTo>
                      <a:pt x="2132" y="320"/>
                    </a:lnTo>
                    <a:lnTo>
                      <a:pt x="2132" y="336"/>
                    </a:lnTo>
                    <a:lnTo>
                      <a:pt x="2138" y="336"/>
                    </a:lnTo>
                    <a:lnTo>
                      <a:pt x="2138" y="350"/>
                    </a:lnTo>
                    <a:lnTo>
                      <a:pt x="2132" y="350"/>
                    </a:lnTo>
                    <a:lnTo>
                      <a:pt x="2132" y="356"/>
                    </a:lnTo>
                    <a:lnTo>
                      <a:pt x="2116" y="356"/>
                    </a:lnTo>
                    <a:lnTo>
                      <a:pt x="2116" y="348"/>
                    </a:lnTo>
                    <a:lnTo>
                      <a:pt x="2100" y="348"/>
                    </a:lnTo>
                    <a:lnTo>
                      <a:pt x="2100" y="336"/>
                    </a:lnTo>
                    <a:lnTo>
                      <a:pt x="2008" y="336"/>
                    </a:lnTo>
                    <a:lnTo>
                      <a:pt x="2008" y="356"/>
                    </a:lnTo>
                    <a:lnTo>
                      <a:pt x="2004" y="356"/>
                    </a:lnTo>
                    <a:lnTo>
                      <a:pt x="2004" y="362"/>
                    </a:lnTo>
                    <a:lnTo>
                      <a:pt x="1998" y="362"/>
                    </a:lnTo>
                    <a:lnTo>
                      <a:pt x="2004" y="356"/>
                    </a:lnTo>
                    <a:lnTo>
                      <a:pt x="2004" y="348"/>
                    </a:lnTo>
                    <a:lnTo>
                      <a:pt x="1998" y="348"/>
                    </a:lnTo>
                    <a:lnTo>
                      <a:pt x="1998" y="336"/>
                    </a:lnTo>
                    <a:lnTo>
                      <a:pt x="1986" y="336"/>
                    </a:lnTo>
                    <a:lnTo>
                      <a:pt x="1982" y="330"/>
                    </a:lnTo>
                    <a:lnTo>
                      <a:pt x="1982" y="324"/>
                    </a:lnTo>
                    <a:lnTo>
                      <a:pt x="1986" y="320"/>
                    </a:lnTo>
                    <a:lnTo>
                      <a:pt x="1986" y="308"/>
                    </a:lnTo>
                    <a:lnTo>
                      <a:pt x="1976" y="308"/>
                    </a:lnTo>
                    <a:lnTo>
                      <a:pt x="1970" y="302"/>
                    </a:lnTo>
                    <a:lnTo>
                      <a:pt x="1964" y="302"/>
                    </a:lnTo>
                    <a:lnTo>
                      <a:pt x="1958" y="296"/>
                    </a:lnTo>
                    <a:lnTo>
                      <a:pt x="1898" y="296"/>
                    </a:lnTo>
                    <a:lnTo>
                      <a:pt x="1898" y="302"/>
                    </a:lnTo>
                    <a:lnTo>
                      <a:pt x="1872" y="302"/>
                    </a:lnTo>
                    <a:lnTo>
                      <a:pt x="1872" y="296"/>
                    </a:lnTo>
                    <a:lnTo>
                      <a:pt x="1868" y="296"/>
                    </a:lnTo>
                    <a:lnTo>
                      <a:pt x="1868" y="292"/>
                    </a:lnTo>
                    <a:lnTo>
                      <a:pt x="1862" y="292"/>
                    </a:lnTo>
                    <a:lnTo>
                      <a:pt x="1856" y="288"/>
                    </a:lnTo>
                    <a:lnTo>
                      <a:pt x="1850" y="292"/>
                    </a:lnTo>
                    <a:lnTo>
                      <a:pt x="1850" y="288"/>
                    </a:lnTo>
                    <a:lnTo>
                      <a:pt x="1836" y="288"/>
                    </a:lnTo>
                    <a:lnTo>
                      <a:pt x="1836" y="282"/>
                    </a:lnTo>
                    <a:lnTo>
                      <a:pt x="1830" y="282"/>
                    </a:lnTo>
                    <a:lnTo>
                      <a:pt x="1830" y="276"/>
                    </a:lnTo>
                    <a:lnTo>
                      <a:pt x="1836" y="276"/>
                    </a:lnTo>
                    <a:lnTo>
                      <a:pt x="1842" y="282"/>
                    </a:lnTo>
                    <a:lnTo>
                      <a:pt x="1842" y="270"/>
                    </a:lnTo>
                    <a:lnTo>
                      <a:pt x="1830" y="270"/>
                    </a:lnTo>
                    <a:lnTo>
                      <a:pt x="1830" y="266"/>
                    </a:lnTo>
                    <a:lnTo>
                      <a:pt x="1802" y="266"/>
                    </a:lnTo>
                    <a:lnTo>
                      <a:pt x="1796" y="270"/>
                    </a:lnTo>
                    <a:lnTo>
                      <a:pt x="1786" y="282"/>
                    </a:lnTo>
                    <a:lnTo>
                      <a:pt x="1782" y="282"/>
                    </a:lnTo>
                    <a:lnTo>
                      <a:pt x="1776" y="288"/>
                    </a:lnTo>
                    <a:lnTo>
                      <a:pt x="1776" y="282"/>
                    </a:lnTo>
                    <a:lnTo>
                      <a:pt x="1770" y="282"/>
                    </a:lnTo>
                    <a:lnTo>
                      <a:pt x="1776" y="276"/>
                    </a:lnTo>
                    <a:lnTo>
                      <a:pt x="1782" y="276"/>
                    </a:lnTo>
                    <a:lnTo>
                      <a:pt x="1782" y="270"/>
                    </a:lnTo>
                    <a:lnTo>
                      <a:pt x="1796" y="270"/>
                    </a:lnTo>
                    <a:lnTo>
                      <a:pt x="1796" y="266"/>
                    </a:lnTo>
                    <a:lnTo>
                      <a:pt x="1790" y="260"/>
                    </a:lnTo>
                    <a:lnTo>
                      <a:pt x="1776" y="260"/>
                    </a:lnTo>
                    <a:lnTo>
                      <a:pt x="1776" y="266"/>
                    </a:lnTo>
                    <a:lnTo>
                      <a:pt x="1770" y="266"/>
                    </a:lnTo>
                    <a:lnTo>
                      <a:pt x="1770" y="270"/>
                    </a:lnTo>
                    <a:lnTo>
                      <a:pt x="1764" y="270"/>
                    </a:lnTo>
                    <a:lnTo>
                      <a:pt x="1758" y="270"/>
                    </a:lnTo>
                    <a:lnTo>
                      <a:pt x="1758" y="266"/>
                    </a:lnTo>
                    <a:lnTo>
                      <a:pt x="1764" y="266"/>
                    </a:lnTo>
                    <a:lnTo>
                      <a:pt x="1764" y="270"/>
                    </a:lnTo>
                    <a:lnTo>
                      <a:pt x="1770" y="266"/>
                    </a:lnTo>
                    <a:lnTo>
                      <a:pt x="1770" y="260"/>
                    </a:lnTo>
                    <a:lnTo>
                      <a:pt x="1758" y="260"/>
                    </a:lnTo>
                    <a:lnTo>
                      <a:pt x="1754" y="254"/>
                    </a:lnTo>
                    <a:lnTo>
                      <a:pt x="1722" y="254"/>
                    </a:lnTo>
                    <a:lnTo>
                      <a:pt x="1722" y="248"/>
                    </a:lnTo>
                    <a:lnTo>
                      <a:pt x="1710" y="248"/>
                    </a:lnTo>
                    <a:lnTo>
                      <a:pt x="1710" y="254"/>
                    </a:lnTo>
                    <a:lnTo>
                      <a:pt x="1716" y="254"/>
                    </a:lnTo>
                    <a:lnTo>
                      <a:pt x="1716" y="260"/>
                    </a:lnTo>
                    <a:lnTo>
                      <a:pt x="1694" y="260"/>
                    </a:lnTo>
                    <a:lnTo>
                      <a:pt x="1688" y="266"/>
                    </a:lnTo>
                    <a:lnTo>
                      <a:pt x="1688" y="270"/>
                    </a:lnTo>
                    <a:lnTo>
                      <a:pt x="1694" y="270"/>
                    </a:lnTo>
                    <a:lnTo>
                      <a:pt x="1700" y="266"/>
                    </a:lnTo>
                    <a:lnTo>
                      <a:pt x="1704" y="270"/>
                    </a:lnTo>
                    <a:lnTo>
                      <a:pt x="1700" y="270"/>
                    </a:lnTo>
                    <a:lnTo>
                      <a:pt x="1700" y="288"/>
                    </a:lnTo>
                    <a:lnTo>
                      <a:pt x="1672" y="288"/>
                    </a:lnTo>
                    <a:lnTo>
                      <a:pt x="1672" y="296"/>
                    </a:lnTo>
                    <a:lnTo>
                      <a:pt x="1668" y="292"/>
                    </a:lnTo>
                    <a:lnTo>
                      <a:pt x="1662" y="288"/>
                    </a:lnTo>
                    <a:lnTo>
                      <a:pt x="1624" y="288"/>
                    </a:lnTo>
                    <a:lnTo>
                      <a:pt x="1624" y="292"/>
                    </a:lnTo>
                    <a:lnTo>
                      <a:pt x="1618" y="288"/>
                    </a:lnTo>
                    <a:lnTo>
                      <a:pt x="1602" y="288"/>
                    </a:lnTo>
                    <a:lnTo>
                      <a:pt x="1602" y="276"/>
                    </a:lnTo>
                    <a:lnTo>
                      <a:pt x="1596" y="276"/>
                    </a:lnTo>
                    <a:lnTo>
                      <a:pt x="1590" y="282"/>
                    </a:lnTo>
                    <a:lnTo>
                      <a:pt x="1590" y="296"/>
                    </a:lnTo>
                    <a:lnTo>
                      <a:pt x="1586" y="296"/>
                    </a:lnTo>
                    <a:lnTo>
                      <a:pt x="1580" y="302"/>
                    </a:lnTo>
                    <a:lnTo>
                      <a:pt x="1574" y="308"/>
                    </a:lnTo>
                    <a:lnTo>
                      <a:pt x="1574" y="302"/>
                    </a:lnTo>
                    <a:lnTo>
                      <a:pt x="1570" y="296"/>
                    </a:lnTo>
                    <a:lnTo>
                      <a:pt x="1570" y="302"/>
                    </a:lnTo>
                    <a:lnTo>
                      <a:pt x="1564" y="302"/>
                    </a:lnTo>
                    <a:lnTo>
                      <a:pt x="1564" y="296"/>
                    </a:lnTo>
                    <a:lnTo>
                      <a:pt x="1554" y="296"/>
                    </a:lnTo>
                    <a:lnTo>
                      <a:pt x="1554" y="288"/>
                    </a:lnTo>
                    <a:lnTo>
                      <a:pt x="1542" y="288"/>
                    </a:lnTo>
                    <a:lnTo>
                      <a:pt x="1542" y="276"/>
                    </a:lnTo>
                    <a:lnTo>
                      <a:pt x="1536" y="276"/>
                    </a:lnTo>
                    <a:lnTo>
                      <a:pt x="1536" y="270"/>
                    </a:lnTo>
                    <a:lnTo>
                      <a:pt x="1530" y="270"/>
                    </a:lnTo>
                    <a:lnTo>
                      <a:pt x="1530" y="266"/>
                    </a:lnTo>
                    <a:lnTo>
                      <a:pt x="1520" y="266"/>
                    </a:lnTo>
                    <a:lnTo>
                      <a:pt x="1520" y="260"/>
                    </a:lnTo>
                    <a:lnTo>
                      <a:pt x="1516" y="260"/>
                    </a:lnTo>
                    <a:lnTo>
                      <a:pt x="1516" y="270"/>
                    </a:lnTo>
                    <a:lnTo>
                      <a:pt x="1510" y="266"/>
                    </a:lnTo>
                    <a:lnTo>
                      <a:pt x="1494" y="266"/>
                    </a:lnTo>
                    <a:lnTo>
                      <a:pt x="1494" y="260"/>
                    </a:lnTo>
                    <a:lnTo>
                      <a:pt x="1482" y="260"/>
                    </a:lnTo>
                    <a:lnTo>
                      <a:pt x="1476" y="254"/>
                    </a:lnTo>
                    <a:lnTo>
                      <a:pt x="1456" y="254"/>
                    </a:lnTo>
                    <a:lnTo>
                      <a:pt x="1456" y="248"/>
                    </a:lnTo>
                    <a:lnTo>
                      <a:pt x="1412" y="248"/>
                    </a:lnTo>
                    <a:lnTo>
                      <a:pt x="1408" y="242"/>
                    </a:lnTo>
                    <a:lnTo>
                      <a:pt x="1402" y="242"/>
                    </a:lnTo>
                    <a:lnTo>
                      <a:pt x="1396" y="238"/>
                    </a:lnTo>
                    <a:lnTo>
                      <a:pt x="1408" y="238"/>
                    </a:lnTo>
                    <a:lnTo>
                      <a:pt x="1402" y="234"/>
                    </a:lnTo>
                    <a:lnTo>
                      <a:pt x="1374" y="234"/>
                    </a:lnTo>
                    <a:lnTo>
                      <a:pt x="1374" y="228"/>
                    </a:lnTo>
                    <a:lnTo>
                      <a:pt x="1348" y="228"/>
                    </a:lnTo>
                    <a:lnTo>
                      <a:pt x="1348" y="234"/>
                    </a:lnTo>
                    <a:lnTo>
                      <a:pt x="1326" y="234"/>
                    </a:lnTo>
                    <a:lnTo>
                      <a:pt x="1326" y="238"/>
                    </a:lnTo>
                    <a:lnTo>
                      <a:pt x="1320" y="238"/>
                    </a:lnTo>
                    <a:lnTo>
                      <a:pt x="1326" y="234"/>
                    </a:lnTo>
                    <a:lnTo>
                      <a:pt x="1326" y="228"/>
                    </a:lnTo>
                    <a:lnTo>
                      <a:pt x="1294" y="228"/>
                    </a:lnTo>
                    <a:lnTo>
                      <a:pt x="1288" y="222"/>
                    </a:lnTo>
                    <a:lnTo>
                      <a:pt x="1276" y="222"/>
                    </a:lnTo>
                    <a:lnTo>
                      <a:pt x="1276" y="228"/>
                    </a:lnTo>
                    <a:lnTo>
                      <a:pt x="1282" y="228"/>
                    </a:lnTo>
                    <a:lnTo>
                      <a:pt x="1282" y="234"/>
                    </a:lnTo>
                    <a:lnTo>
                      <a:pt x="1276" y="234"/>
                    </a:lnTo>
                    <a:lnTo>
                      <a:pt x="1276" y="238"/>
                    </a:lnTo>
                    <a:lnTo>
                      <a:pt x="1250" y="238"/>
                    </a:lnTo>
                    <a:lnTo>
                      <a:pt x="1250" y="242"/>
                    </a:lnTo>
                    <a:lnTo>
                      <a:pt x="1222" y="242"/>
                    </a:lnTo>
                    <a:lnTo>
                      <a:pt x="1222" y="248"/>
                    </a:lnTo>
                    <a:lnTo>
                      <a:pt x="1218" y="248"/>
                    </a:lnTo>
                    <a:lnTo>
                      <a:pt x="1212" y="254"/>
                    </a:lnTo>
                    <a:lnTo>
                      <a:pt x="1206" y="254"/>
                    </a:lnTo>
                    <a:lnTo>
                      <a:pt x="1212" y="248"/>
                    </a:lnTo>
                    <a:lnTo>
                      <a:pt x="1218" y="248"/>
                    </a:lnTo>
                    <a:lnTo>
                      <a:pt x="1218" y="238"/>
                    </a:lnTo>
                    <a:lnTo>
                      <a:pt x="1234" y="238"/>
                    </a:lnTo>
                    <a:lnTo>
                      <a:pt x="1240" y="234"/>
                    </a:lnTo>
                    <a:lnTo>
                      <a:pt x="1246" y="234"/>
                    </a:lnTo>
                    <a:lnTo>
                      <a:pt x="1250" y="228"/>
                    </a:lnTo>
                    <a:lnTo>
                      <a:pt x="1260" y="228"/>
                    </a:lnTo>
                    <a:lnTo>
                      <a:pt x="1260" y="222"/>
                    </a:lnTo>
                    <a:lnTo>
                      <a:pt x="1266" y="222"/>
                    </a:lnTo>
                    <a:lnTo>
                      <a:pt x="1266" y="216"/>
                    </a:lnTo>
                    <a:lnTo>
                      <a:pt x="1276" y="216"/>
                    </a:lnTo>
                    <a:lnTo>
                      <a:pt x="1276" y="210"/>
                    </a:lnTo>
                    <a:lnTo>
                      <a:pt x="1288" y="210"/>
                    </a:lnTo>
                    <a:lnTo>
                      <a:pt x="1288" y="206"/>
                    </a:lnTo>
                    <a:lnTo>
                      <a:pt x="1294" y="206"/>
                    </a:lnTo>
                    <a:lnTo>
                      <a:pt x="1294" y="200"/>
                    </a:lnTo>
                    <a:lnTo>
                      <a:pt x="1308" y="200"/>
                    </a:lnTo>
                    <a:lnTo>
                      <a:pt x="1308" y="194"/>
                    </a:lnTo>
                    <a:lnTo>
                      <a:pt x="1314" y="194"/>
                    </a:lnTo>
                    <a:lnTo>
                      <a:pt x="1320" y="188"/>
                    </a:lnTo>
                    <a:lnTo>
                      <a:pt x="1326" y="188"/>
                    </a:lnTo>
                    <a:lnTo>
                      <a:pt x="1326" y="182"/>
                    </a:lnTo>
                    <a:lnTo>
                      <a:pt x="1332" y="182"/>
                    </a:lnTo>
                    <a:lnTo>
                      <a:pt x="1326" y="180"/>
                    </a:lnTo>
                    <a:lnTo>
                      <a:pt x="1332" y="180"/>
                    </a:lnTo>
                    <a:lnTo>
                      <a:pt x="1332" y="168"/>
                    </a:lnTo>
                    <a:lnTo>
                      <a:pt x="1326" y="168"/>
                    </a:lnTo>
                    <a:lnTo>
                      <a:pt x="1326" y="156"/>
                    </a:lnTo>
                    <a:lnTo>
                      <a:pt x="1320" y="162"/>
                    </a:lnTo>
                    <a:lnTo>
                      <a:pt x="1320" y="168"/>
                    </a:lnTo>
                    <a:lnTo>
                      <a:pt x="1314" y="168"/>
                    </a:lnTo>
                    <a:lnTo>
                      <a:pt x="1314" y="174"/>
                    </a:lnTo>
                    <a:lnTo>
                      <a:pt x="1320" y="174"/>
                    </a:lnTo>
                    <a:lnTo>
                      <a:pt x="1320" y="180"/>
                    </a:lnTo>
                    <a:lnTo>
                      <a:pt x="1314" y="180"/>
                    </a:lnTo>
                    <a:lnTo>
                      <a:pt x="1314" y="174"/>
                    </a:lnTo>
                    <a:lnTo>
                      <a:pt x="1308" y="174"/>
                    </a:lnTo>
                    <a:lnTo>
                      <a:pt x="1308" y="168"/>
                    </a:lnTo>
                    <a:lnTo>
                      <a:pt x="1314" y="168"/>
                    </a:lnTo>
                    <a:lnTo>
                      <a:pt x="1314" y="156"/>
                    </a:lnTo>
                    <a:lnTo>
                      <a:pt x="1308" y="152"/>
                    </a:lnTo>
                    <a:lnTo>
                      <a:pt x="1300" y="152"/>
                    </a:lnTo>
                    <a:lnTo>
                      <a:pt x="1300" y="146"/>
                    </a:lnTo>
                    <a:lnTo>
                      <a:pt x="1250" y="146"/>
                    </a:lnTo>
                    <a:lnTo>
                      <a:pt x="1250" y="152"/>
                    </a:lnTo>
                    <a:lnTo>
                      <a:pt x="1234" y="152"/>
                    </a:lnTo>
                    <a:lnTo>
                      <a:pt x="1234" y="140"/>
                    </a:lnTo>
                    <a:lnTo>
                      <a:pt x="1218" y="140"/>
                    </a:lnTo>
                    <a:lnTo>
                      <a:pt x="1218" y="134"/>
                    </a:lnTo>
                    <a:lnTo>
                      <a:pt x="1206" y="134"/>
                    </a:lnTo>
                    <a:lnTo>
                      <a:pt x="1206" y="128"/>
                    </a:lnTo>
                    <a:lnTo>
                      <a:pt x="1218" y="128"/>
                    </a:lnTo>
                    <a:lnTo>
                      <a:pt x="1218" y="124"/>
                    </a:lnTo>
                    <a:lnTo>
                      <a:pt x="1206" y="124"/>
                    </a:lnTo>
                    <a:lnTo>
                      <a:pt x="1206" y="120"/>
                    </a:lnTo>
                    <a:lnTo>
                      <a:pt x="1180" y="120"/>
                    </a:lnTo>
                    <a:lnTo>
                      <a:pt x="1180" y="124"/>
                    </a:lnTo>
                    <a:lnTo>
                      <a:pt x="1168" y="124"/>
                    </a:lnTo>
                    <a:lnTo>
                      <a:pt x="1168" y="128"/>
                    </a:lnTo>
                    <a:lnTo>
                      <a:pt x="1162" y="128"/>
                    </a:lnTo>
                    <a:lnTo>
                      <a:pt x="1158" y="134"/>
                    </a:lnTo>
                    <a:lnTo>
                      <a:pt x="1152" y="134"/>
                    </a:lnTo>
                    <a:lnTo>
                      <a:pt x="1152" y="140"/>
                    </a:lnTo>
                    <a:lnTo>
                      <a:pt x="1146" y="140"/>
                    </a:lnTo>
                    <a:lnTo>
                      <a:pt x="1146" y="146"/>
                    </a:lnTo>
                    <a:lnTo>
                      <a:pt x="1152" y="146"/>
                    </a:lnTo>
                    <a:lnTo>
                      <a:pt x="1152" y="152"/>
                    </a:lnTo>
                    <a:lnTo>
                      <a:pt x="1120" y="152"/>
                    </a:lnTo>
                    <a:lnTo>
                      <a:pt x="1120" y="156"/>
                    </a:lnTo>
                    <a:lnTo>
                      <a:pt x="1132" y="156"/>
                    </a:lnTo>
                    <a:lnTo>
                      <a:pt x="1132" y="162"/>
                    </a:lnTo>
                    <a:lnTo>
                      <a:pt x="1136" y="162"/>
                    </a:lnTo>
                    <a:lnTo>
                      <a:pt x="1136" y="168"/>
                    </a:lnTo>
                    <a:lnTo>
                      <a:pt x="1132" y="174"/>
                    </a:lnTo>
                    <a:lnTo>
                      <a:pt x="1132" y="162"/>
                    </a:lnTo>
                    <a:lnTo>
                      <a:pt x="1120" y="162"/>
                    </a:lnTo>
                    <a:lnTo>
                      <a:pt x="1120" y="156"/>
                    </a:lnTo>
                    <a:lnTo>
                      <a:pt x="1114" y="162"/>
                    </a:lnTo>
                    <a:lnTo>
                      <a:pt x="1108" y="162"/>
                    </a:lnTo>
                    <a:lnTo>
                      <a:pt x="1108" y="168"/>
                    </a:lnTo>
                    <a:lnTo>
                      <a:pt x="1082" y="168"/>
                    </a:lnTo>
                    <a:lnTo>
                      <a:pt x="1078" y="162"/>
                    </a:lnTo>
                    <a:lnTo>
                      <a:pt x="1060" y="162"/>
                    </a:lnTo>
                    <a:lnTo>
                      <a:pt x="1066" y="168"/>
                    </a:lnTo>
                    <a:lnTo>
                      <a:pt x="1054" y="168"/>
                    </a:lnTo>
                    <a:lnTo>
                      <a:pt x="1050" y="162"/>
                    </a:lnTo>
                    <a:lnTo>
                      <a:pt x="1044" y="162"/>
                    </a:lnTo>
                    <a:lnTo>
                      <a:pt x="1044" y="174"/>
                    </a:lnTo>
                    <a:lnTo>
                      <a:pt x="1018" y="174"/>
                    </a:lnTo>
                    <a:lnTo>
                      <a:pt x="1018" y="180"/>
                    </a:lnTo>
                    <a:lnTo>
                      <a:pt x="990" y="180"/>
                    </a:lnTo>
                    <a:lnTo>
                      <a:pt x="984" y="182"/>
                    </a:lnTo>
                    <a:lnTo>
                      <a:pt x="984" y="180"/>
                    </a:lnTo>
                    <a:lnTo>
                      <a:pt x="980" y="180"/>
                    </a:lnTo>
                    <a:lnTo>
                      <a:pt x="980" y="182"/>
                    </a:lnTo>
                    <a:lnTo>
                      <a:pt x="974" y="182"/>
                    </a:lnTo>
                    <a:lnTo>
                      <a:pt x="968" y="188"/>
                    </a:lnTo>
                    <a:lnTo>
                      <a:pt x="964" y="188"/>
                    </a:lnTo>
                    <a:lnTo>
                      <a:pt x="964" y="194"/>
                    </a:lnTo>
                    <a:lnTo>
                      <a:pt x="958" y="194"/>
                    </a:lnTo>
                    <a:lnTo>
                      <a:pt x="958" y="200"/>
                    </a:lnTo>
                    <a:lnTo>
                      <a:pt x="952" y="200"/>
                    </a:lnTo>
                    <a:lnTo>
                      <a:pt x="952" y="206"/>
                    </a:lnTo>
                    <a:lnTo>
                      <a:pt x="946" y="206"/>
                    </a:lnTo>
                    <a:lnTo>
                      <a:pt x="946" y="210"/>
                    </a:lnTo>
                    <a:lnTo>
                      <a:pt x="940" y="210"/>
                    </a:lnTo>
                    <a:lnTo>
                      <a:pt x="946" y="216"/>
                    </a:lnTo>
                    <a:lnTo>
                      <a:pt x="952" y="210"/>
                    </a:lnTo>
                    <a:lnTo>
                      <a:pt x="958" y="210"/>
                    </a:lnTo>
                    <a:lnTo>
                      <a:pt x="952" y="216"/>
                    </a:lnTo>
                    <a:lnTo>
                      <a:pt x="958" y="216"/>
                    </a:lnTo>
                    <a:lnTo>
                      <a:pt x="958" y="234"/>
                    </a:lnTo>
                    <a:lnTo>
                      <a:pt x="946" y="234"/>
                    </a:lnTo>
                    <a:lnTo>
                      <a:pt x="946" y="228"/>
                    </a:lnTo>
                    <a:lnTo>
                      <a:pt x="876" y="228"/>
                    </a:lnTo>
                    <a:lnTo>
                      <a:pt x="872" y="234"/>
                    </a:lnTo>
                    <a:lnTo>
                      <a:pt x="860" y="234"/>
                    </a:lnTo>
                    <a:lnTo>
                      <a:pt x="860" y="248"/>
                    </a:lnTo>
                    <a:lnTo>
                      <a:pt x="866" y="248"/>
                    </a:lnTo>
                    <a:lnTo>
                      <a:pt x="860" y="254"/>
                    </a:lnTo>
                    <a:lnTo>
                      <a:pt x="860" y="260"/>
                    </a:lnTo>
                    <a:lnTo>
                      <a:pt x="872" y="260"/>
                    </a:lnTo>
                    <a:lnTo>
                      <a:pt x="872" y="266"/>
                    </a:lnTo>
                    <a:lnTo>
                      <a:pt x="880" y="266"/>
                    </a:lnTo>
                    <a:lnTo>
                      <a:pt x="880" y="276"/>
                    </a:lnTo>
                    <a:lnTo>
                      <a:pt x="904" y="276"/>
                    </a:lnTo>
                    <a:lnTo>
                      <a:pt x="904" y="288"/>
                    </a:lnTo>
                    <a:lnTo>
                      <a:pt x="898" y="288"/>
                    </a:lnTo>
                    <a:lnTo>
                      <a:pt x="898" y="296"/>
                    </a:lnTo>
                    <a:lnTo>
                      <a:pt x="904" y="302"/>
                    </a:lnTo>
                    <a:lnTo>
                      <a:pt x="904" y="308"/>
                    </a:lnTo>
                    <a:lnTo>
                      <a:pt x="908" y="308"/>
                    </a:lnTo>
                    <a:lnTo>
                      <a:pt x="908" y="314"/>
                    </a:lnTo>
                    <a:lnTo>
                      <a:pt x="904" y="314"/>
                    </a:lnTo>
                    <a:lnTo>
                      <a:pt x="904" y="320"/>
                    </a:lnTo>
                    <a:lnTo>
                      <a:pt x="892" y="320"/>
                    </a:lnTo>
                    <a:lnTo>
                      <a:pt x="898" y="314"/>
                    </a:lnTo>
                    <a:lnTo>
                      <a:pt x="898" y="296"/>
                    </a:lnTo>
                    <a:lnTo>
                      <a:pt x="892" y="296"/>
                    </a:lnTo>
                    <a:lnTo>
                      <a:pt x="886" y="302"/>
                    </a:lnTo>
                    <a:lnTo>
                      <a:pt x="886" y="308"/>
                    </a:lnTo>
                    <a:lnTo>
                      <a:pt x="880" y="302"/>
                    </a:lnTo>
                    <a:lnTo>
                      <a:pt x="880" y="292"/>
                    </a:lnTo>
                    <a:lnTo>
                      <a:pt x="892" y="292"/>
                    </a:lnTo>
                    <a:lnTo>
                      <a:pt x="892" y="288"/>
                    </a:lnTo>
                    <a:lnTo>
                      <a:pt x="898" y="288"/>
                    </a:lnTo>
                    <a:lnTo>
                      <a:pt x="898" y="282"/>
                    </a:lnTo>
                    <a:lnTo>
                      <a:pt x="872" y="282"/>
                    </a:lnTo>
                    <a:lnTo>
                      <a:pt x="872" y="276"/>
                    </a:lnTo>
                    <a:lnTo>
                      <a:pt x="866" y="276"/>
                    </a:lnTo>
                    <a:lnTo>
                      <a:pt x="866" y="270"/>
                    </a:lnTo>
                    <a:lnTo>
                      <a:pt x="854" y="270"/>
                    </a:lnTo>
                    <a:lnTo>
                      <a:pt x="850" y="266"/>
                    </a:lnTo>
                    <a:lnTo>
                      <a:pt x="844" y="260"/>
                    </a:lnTo>
                    <a:lnTo>
                      <a:pt x="826" y="260"/>
                    </a:lnTo>
                    <a:lnTo>
                      <a:pt x="826" y="266"/>
                    </a:lnTo>
                    <a:lnTo>
                      <a:pt x="822" y="266"/>
                    </a:lnTo>
                    <a:lnTo>
                      <a:pt x="822" y="270"/>
                    </a:lnTo>
                    <a:lnTo>
                      <a:pt x="818" y="270"/>
                    </a:lnTo>
                    <a:lnTo>
                      <a:pt x="818" y="276"/>
                    </a:lnTo>
                    <a:lnTo>
                      <a:pt x="800" y="276"/>
                    </a:lnTo>
                    <a:lnTo>
                      <a:pt x="800" y="288"/>
                    </a:lnTo>
                    <a:lnTo>
                      <a:pt x="812" y="288"/>
                    </a:lnTo>
                    <a:lnTo>
                      <a:pt x="812" y="292"/>
                    </a:lnTo>
                    <a:lnTo>
                      <a:pt x="826" y="292"/>
                    </a:lnTo>
                    <a:lnTo>
                      <a:pt x="826" y="296"/>
                    </a:lnTo>
                    <a:lnTo>
                      <a:pt x="832" y="296"/>
                    </a:lnTo>
                    <a:lnTo>
                      <a:pt x="838" y="302"/>
                    </a:lnTo>
                    <a:lnTo>
                      <a:pt x="826" y="302"/>
                    </a:lnTo>
                    <a:lnTo>
                      <a:pt x="822" y="296"/>
                    </a:lnTo>
                    <a:lnTo>
                      <a:pt x="800" y="296"/>
                    </a:lnTo>
                    <a:lnTo>
                      <a:pt x="794" y="292"/>
                    </a:lnTo>
                    <a:lnTo>
                      <a:pt x="790" y="292"/>
                    </a:lnTo>
                    <a:lnTo>
                      <a:pt x="790" y="282"/>
                    </a:lnTo>
                    <a:lnTo>
                      <a:pt x="784" y="282"/>
                    </a:lnTo>
                    <a:lnTo>
                      <a:pt x="784" y="276"/>
                    </a:lnTo>
                    <a:lnTo>
                      <a:pt x="790" y="276"/>
                    </a:lnTo>
                    <a:lnTo>
                      <a:pt x="790" y="248"/>
                    </a:lnTo>
                    <a:lnTo>
                      <a:pt x="778" y="248"/>
                    </a:lnTo>
                    <a:lnTo>
                      <a:pt x="778" y="254"/>
                    </a:lnTo>
                    <a:lnTo>
                      <a:pt x="784" y="254"/>
                    </a:lnTo>
                    <a:lnTo>
                      <a:pt x="784" y="270"/>
                    </a:lnTo>
                    <a:lnTo>
                      <a:pt x="778" y="270"/>
                    </a:lnTo>
                    <a:lnTo>
                      <a:pt x="778" y="276"/>
                    </a:lnTo>
                    <a:lnTo>
                      <a:pt x="764" y="276"/>
                    </a:lnTo>
                    <a:lnTo>
                      <a:pt x="764" y="288"/>
                    </a:lnTo>
                    <a:lnTo>
                      <a:pt x="758" y="288"/>
                    </a:lnTo>
                    <a:lnTo>
                      <a:pt x="758" y="292"/>
                    </a:lnTo>
                    <a:lnTo>
                      <a:pt x="764" y="292"/>
                    </a:lnTo>
                    <a:lnTo>
                      <a:pt x="764" y="296"/>
                    </a:lnTo>
                    <a:lnTo>
                      <a:pt x="766" y="296"/>
                    </a:lnTo>
                    <a:lnTo>
                      <a:pt x="766" y="308"/>
                    </a:lnTo>
                    <a:lnTo>
                      <a:pt x="772" y="308"/>
                    </a:lnTo>
                    <a:lnTo>
                      <a:pt x="772" y="314"/>
                    </a:lnTo>
                    <a:lnTo>
                      <a:pt x="766" y="314"/>
                    </a:lnTo>
                    <a:lnTo>
                      <a:pt x="766" y="320"/>
                    </a:lnTo>
                    <a:lnTo>
                      <a:pt x="764" y="330"/>
                    </a:lnTo>
                    <a:lnTo>
                      <a:pt x="764" y="336"/>
                    </a:lnTo>
                    <a:lnTo>
                      <a:pt x="766" y="336"/>
                    </a:lnTo>
                    <a:lnTo>
                      <a:pt x="766" y="348"/>
                    </a:lnTo>
                    <a:lnTo>
                      <a:pt x="812" y="348"/>
                    </a:lnTo>
                    <a:lnTo>
                      <a:pt x="812" y="350"/>
                    </a:lnTo>
                    <a:lnTo>
                      <a:pt x="822" y="350"/>
                    </a:lnTo>
                    <a:lnTo>
                      <a:pt x="822" y="368"/>
                    </a:lnTo>
                    <a:lnTo>
                      <a:pt x="818" y="368"/>
                    </a:lnTo>
                    <a:lnTo>
                      <a:pt x="818" y="384"/>
                    </a:lnTo>
                    <a:lnTo>
                      <a:pt x="812" y="384"/>
                    </a:lnTo>
                    <a:lnTo>
                      <a:pt x="812" y="356"/>
                    </a:lnTo>
                    <a:lnTo>
                      <a:pt x="806" y="356"/>
                    </a:lnTo>
                    <a:lnTo>
                      <a:pt x="806" y="350"/>
                    </a:lnTo>
                    <a:lnTo>
                      <a:pt x="790" y="350"/>
                    </a:lnTo>
                    <a:lnTo>
                      <a:pt x="784" y="356"/>
                    </a:lnTo>
                    <a:lnTo>
                      <a:pt x="772" y="356"/>
                    </a:lnTo>
                    <a:lnTo>
                      <a:pt x="772" y="368"/>
                    </a:lnTo>
                    <a:lnTo>
                      <a:pt x="778" y="368"/>
                    </a:lnTo>
                    <a:lnTo>
                      <a:pt x="778" y="384"/>
                    </a:lnTo>
                    <a:lnTo>
                      <a:pt x="772" y="384"/>
                    </a:lnTo>
                    <a:lnTo>
                      <a:pt x="772" y="390"/>
                    </a:lnTo>
                    <a:lnTo>
                      <a:pt x="766" y="390"/>
                    </a:lnTo>
                    <a:lnTo>
                      <a:pt x="766" y="402"/>
                    </a:lnTo>
                    <a:lnTo>
                      <a:pt x="764" y="406"/>
                    </a:lnTo>
                    <a:lnTo>
                      <a:pt x="752" y="406"/>
                    </a:lnTo>
                    <a:lnTo>
                      <a:pt x="752" y="410"/>
                    </a:lnTo>
                    <a:lnTo>
                      <a:pt x="746" y="410"/>
                    </a:lnTo>
                    <a:lnTo>
                      <a:pt x="746" y="416"/>
                    </a:lnTo>
                    <a:lnTo>
                      <a:pt x="710" y="416"/>
                    </a:lnTo>
                    <a:lnTo>
                      <a:pt x="710" y="410"/>
                    </a:lnTo>
                    <a:lnTo>
                      <a:pt x="698" y="410"/>
                    </a:lnTo>
                    <a:lnTo>
                      <a:pt x="698" y="406"/>
                    </a:lnTo>
                    <a:lnTo>
                      <a:pt x="718" y="406"/>
                    </a:lnTo>
                    <a:lnTo>
                      <a:pt x="718" y="410"/>
                    </a:lnTo>
                    <a:lnTo>
                      <a:pt x="730" y="410"/>
                    </a:lnTo>
                    <a:lnTo>
                      <a:pt x="730" y="402"/>
                    </a:lnTo>
                    <a:lnTo>
                      <a:pt x="736" y="406"/>
                    </a:lnTo>
                    <a:lnTo>
                      <a:pt x="736" y="402"/>
                    </a:lnTo>
                    <a:lnTo>
                      <a:pt x="740" y="402"/>
                    </a:lnTo>
                    <a:lnTo>
                      <a:pt x="740" y="396"/>
                    </a:lnTo>
                    <a:lnTo>
                      <a:pt x="746" y="396"/>
                    </a:lnTo>
                    <a:lnTo>
                      <a:pt x="746" y="384"/>
                    </a:lnTo>
                    <a:lnTo>
                      <a:pt x="758" y="384"/>
                    </a:lnTo>
                    <a:lnTo>
                      <a:pt x="758" y="368"/>
                    </a:lnTo>
                    <a:lnTo>
                      <a:pt x="764" y="368"/>
                    </a:lnTo>
                    <a:lnTo>
                      <a:pt x="764" y="356"/>
                    </a:lnTo>
                    <a:lnTo>
                      <a:pt x="752" y="356"/>
                    </a:lnTo>
                    <a:lnTo>
                      <a:pt x="752" y="350"/>
                    </a:lnTo>
                    <a:lnTo>
                      <a:pt x="746" y="350"/>
                    </a:lnTo>
                    <a:lnTo>
                      <a:pt x="746" y="348"/>
                    </a:lnTo>
                    <a:lnTo>
                      <a:pt x="752" y="342"/>
                    </a:lnTo>
                    <a:lnTo>
                      <a:pt x="752" y="330"/>
                    </a:lnTo>
                    <a:lnTo>
                      <a:pt x="746" y="324"/>
                    </a:lnTo>
                    <a:lnTo>
                      <a:pt x="746" y="314"/>
                    </a:lnTo>
                    <a:lnTo>
                      <a:pt x="752" y="314"/>
                    </a:lnTo>
                    <a:lnTo>
                      <a:pt x="752" y="296"/>
                    </a:lnTo>
                    <a:lnTo>
                      <a:pt x="746" y="296"/>
                    </a:lnTo>
                    <a:lnTo>
                      <a:pt x="740" y="292"/>
                    </a:lnTo>
                    <a:lnTo>
                      <a:pt x="740" y="288"/>
                    </a:lnTo>
                    <a:lnTo>
                      <a:pt x="746" y="282"/>
                    </a:lnTo>
                    <a:lnTo>
                      <a:pt x="740" y="282"/>
                    </a:lnTo>
                    <a:lnTo>
                      <a:pt x="740" y="276"/>
                    </a:lnTo>
                    <a:lnTo>
                      <a:pt x="746" y="276"/>
                    </a:lnTo>
                    <a:lnTo>
                      <a:pt x="752" y="270"/>
                    </a:lnTo>
                    <a:lnTo>
                      <a:pt x="752" y="254"/>
                    </a:lnTo>
                    <a:lnTo>
                      <a:pt x="746" y="254"/>
                    </a:lnTo>
                    <a:lnTo>
                      <a:pt x="740" y="248"/>
                    </a:lnTo>
                    <a:lnTo>
                      <a:pt x="704" y="248"/>
                    </a:lnTo>
                    <a:lnTo>
                      <a:pt x="704" y="254"/>
                    </a:lnTo>
                    <a:lnTo>
                      <a:pt x="698" y="254"/>
                    </a:lnTo>
                    <a:lnTo>
                      <a:pt x="698" y="260"/>
                    </a:lnTo>
                    <a:lnTo>
                      <a:pt x="692" y="266"/>
                    </a:lnTo>
                    <a:lnTo>
                      <a:pt x="692" y="276"/>
                    </a:lnTo>
                    <a:lnTo>
                      <a:pt x="686" y="282"/>
                    </a:lnTo>
                    <a:lnTo>
                      <a:pt x="686" y="288"/>
                    </a:lnTo>
                    <a:lnTo>
                      <a:pt x="676" y="288"/>
                    </a:lnTo>
                    <a:lnTo>
                      <a:pt x="676" y="292"/>
                    </a:lnTo>
                    <a:lnTo>
                      <a:pt x="670" y="292"/>
                    </a:lnTo>
                    <a:lnTo>
                      <a:pt x="670" y="296"/>
                    </a:lnTo>
                    <a:lnTo>
                      <a:pt x="664" y="296"/>
                    </a:lnTo>
                    <a:lnTo>
                      <a:pt x="664" y="308"/>
                    </a:lnTo>
                    <a:lnTo>
                      <a:pt x="670" y="302"/>
                    </a:lnTo>
                    <a:lnTo>
                      <a:pt x="670" y="324"/>
                    </a:lnTo>
                    <a:lnTo>
                      <a:pt x="664" y="336"/>
                    </a:lnTo>
                    <a:lnTo>
                      <a:pt x="680" y="336"/>
                    </a:lnTo>
                    <a:lnTo>
                      <a:pt x="680" y="348"/>
                    </a:lnTo>
                    <a:lnTo>
                      <a:pt x="692" y="348"/>
                    </a:lnTo>
                    <a:lnTo>
                      <a:pt x="692" y="350"/>
                    </a:lnTo>
                    <a:lnTo>
                      <a:pt x="698" y="350"/>
                    </a:lnTo>
                    <a:lnTo>
                      <a:pt x="698" y="356"/>
                    </a:lnTo>
                    <a:lnTo>
                      <a:pt x="692" y="356"/>
                    </a:lnTo>
                    <a:lnTo>
                      <a:pt x="692" y="368"/>
                    </a:lnTo>
                    <a:lnTo>
                      <a:pt x="680" y="368"/>
                    </a:lnTo>
                    <a:lnTo>
                      <a:pt x="680" y="362"/>
                    </a:lnTo>
                    <a:lnTo>
                      <a:pt x="676" y="356"/>
                    </a:lnTo>
                    <a:lnTo>
                      <a:pt x="670" y="356"/>
                    </a:lnTo>
                    <a:lnTo>
                      <a:pt x="670" y="350"/>
                    </a:lnTo>
                    <a:lnTo>
                      <a:pt x="658" y="350"/>
                    </a:lnTo>
                    <a:lnTo>
                      <a:pt x="658" y="348"/>
                    </a:lnTo>
                    <a:lnTo>
                      <a:pt x="644" y="348"/>
                    </a:lnTo>
                    <a:lnTo>
                      <a:pt x="638" y="342"/>
                    </a:lnTo>
                    <a:lnTo>
                      <a:pt x="632" y="342"/>
                    </a:lnTo>
                    <a:lnTo>
                      <a:pt x="632" y="336"/>
                    </a:lnTo>
                    <a:lnTo>
                      <a:pt x="596" y="336"/>
                    </a:lnTo>
                    <a:lnTo>
                      <a:pt x="596" y="330"/>
                    </a:lnTo>
                    <a:lnTo>
                      <a:pt x="578" y="330"/>
                    </a:lnTo>
                    <a:lnTo>
                      <a:pt x="578" y="336"/>
                    </a:lnTo>
                    <a:lnTo>
                      <a:pt x="572" y="336"/>
                    </a:lnTo>
                    <a:lnTo>
                      <a:pt x="572" y="342"/>
                    </a:lnTo>
                    <a:lnTo>
                      <a:pt x="578" y="348"/>
                    </a:lnTo>
                    <a:lnTo>
                      <a:pt x="584" y="348"/>
                    </a:lnTo>
                    <a:lnTo>
                      <a:pt x="584" y="356"/>
                    </a:lnTo>
                    <a:lnTo>
                      <a:pt x="568" y="356"/>
                    </a:lnTo>
                    <a:lnTo>
                      <a:pt x="568" y="362"/>
                    </a:lnTo>
                    <a:lnTo>
                      <a:pt x="572" y="362"/>
                    </a:lnTo>
                    <a:lnTo>
                      <a:pt x="568" y="368"/>
                    </a:lnTo>
                    <a:lnTo>
                      <a:pt x="556" y="368"/>
                    </a:lnTo>
                    <a:lnTo>
                      <a:pt x="556" y="356"/>
                    </a:lnTo>
                    <a:lnTo>
                      <a:pt x="562" y="356"/>
                    </a:lnTo>
                    <a:lnTo>
                      <a:pt x="556" y="350"/>
                    </a:lnTo>
                    <a:lnTo>
                      <a:pt x="546" y="350"/>
                    </a:lnTo>
                    <a:lnTo>
                      <a:pt x="546" y="356"/>
                    </a:lnTo>
                    <a:lnTo>
                      <a:pt x="536" y="356"/>
                    </a:lnTo>
                    <a:lnTo>
                      <a:pt x="536" y="362"/>
                    </a:lnTo>
                    <a:lnTo>
                      <a:pt x="524" y="362"/>
                    </a:lnTo>
                    <a:lnTo>
                      <a:pt x="524" y="356"/>
                    </a:lnTo>
                    <a:lnTo>
                      <a:pt x="512" y="356"/>
                    </a:lnTo>
                    <a:lnTo>
                      <a:pt x="508" y="362"/>
                    </a:lnTo>
                    <a:lnTo>
                      <a:pt x="502" y="362"/>
                    </a:lnTo>
                    <a:lnTo>
                      <a:pt x="502" y="368"/>
                    </a:lnTo>
                    <a:lnTo>
                      <a:pt x="486" y="368"/>
                    </a:lnTo>
                    <a:lnTo>
                      <a:pt x="486" y="362"/>
                    </a:lnTo>
                    <a:lnTo>
                      <a:pt x="482" y="362"/>
                    </a:lnTo>
                    <a:lnTo>
                      <a:pt x="482" y="356"/>
                    </a:lnTo>
                    <a:lnTo>
                      <a:pt x="458" y="356"/>
                    </a:lnTo>
                    <a:lnTo>
                      <a:pt x="464" y="362"/>
                    </a:lnTo>
                    <a:lnTo>
                      <a:pt x="464" y="368"/>
                    </a:lnTo>
                    <a:lnTo>
                      <a:pt x="458" y="368"/>
                    </a:lnTo>
                    <a:lnTo>
                      <a:pt x="464" y="362"/>
                    </a:lnTo>
                    <a:lnTo>
                      <a:pt x="454" y="362"/>
                    </a:lnTo>
                    <a:lnTo>
                      <a:pt x="454" y="368"/>
                    </a:lnTo>
                    <a:lnTo>
                      <a:pt x="432" y="368"/>
                    </a:lnTo>
                    <a:lnTo>
                      <a:pt x="432" y="374"/>
                    </a:lnTo>
                    <a:lnTo>
                      <a:pt x="426" y="374"/>
                    </a:lnTo>
                    <a:lnTo>
                      <a:pt x="422" y="378"/>
                    </a:lnTo>
                    <a:lnTo>
                      <a:pt x="410" y="378"/>
                    </a:lnTo>
                    <a:lnTo>
                      <a:pt x="410" y="384"/>
                    </a:lnTo>
                    <a:lnTo>
                      <a:pt x="394" y="384"/>
                    </a:lnTo>
                    <a:lnTo>
                      <a:pt x="398" y="390"/>
                    </a:lnTo>
                    <a:lnTo>
                      <a:pt x="398" y="396"/>
                    </a:lnTo>
                    <a:lnTo>
                      <a:pt x="394" y="396"/>
                    </a:lnTo>
                    <a:lnTo>
                      <a:pt x="394" y="406"/>
                    </a:lnTo>
                    <a:lnTo>
                      <a:pt x="372" y="406"/>
                    </a:lnTo>
                    <a:lnTo>
                      <a:pt x="368" y="402"/>
                    </a:lnTo>
                    <a:lnTo>
                      <a:pt x="368" y="396"/>
                    </a:lnTo>
                    <a:lnTo>
                      <a:pt x="356" y="396"/>
                    </a:lnTo>
                    <a:lnTo>
                      <a:pt x="356" y="390"/>
                    </a:lnTo>
                    <a:lnTo>
                      <a:pt x="362" y="390"/>
                    </a:lnTo>
                    <a:lnTo>
                      <a:pt x="362" y="384"/>
                    </a:lnTo>
                    <a:lnTo>
                      <a:pt x="384" y="384"/>
                    </a:lnTo>
                    <a:lnTo>
                      <a:pt x="384" y="374"/>
                    </a:lnTo>
                    <a:lnTo>
                      <a:pt x="378" y="368"/>
                    </a:lnTo>
                    <a:lnTo>
                      <a:pt x="372" y="368"/>
                    </a:lnTo>
                    <a:lnTo>
                      <a:pt x="372" y="362"/>
                    </a:lnTo>
                    <a:lnTo>
                      <a:pt x="340" y="362"/>
                    </a:lnTo>
                    <a:lnTo>
                      <a:pt x="340" y="368"/>
                    </a:lnTo>
                    <a:lnTo>
                      <a:pt x="344" y="368"/>
                    </a:lnTo>
                    <a:lnTo>
                      <a:pt x="344" y="384"/>
                    </a:lnTo>
                    <a:lnTo>
                      <a:pt x="340" y="390"/>
                    </a:lnTo>
                    <a:lnTo>
                      <a:pt x="340" y="396"/>
                    </a:lnTo>
                    <a:lnTo>
                      <a:pt x="344" y="396"/>
                    </a:lnTo>
                    <a:lnTo>
                      <a:pt x="344" y="402"/>
                    </a:lnTo>
                    <a:lnTo>
                      <a:pt x="350" y="402"/>
                    </a:lnTo>
                    <a:lnTo>
                      <a:pt x="350" y="406"/>
                    </a:lnTo>
                    <a:lnTo>
                      <a:pt x="344" y="410"/>
                    </a:lnTo>
                    <a:lnTo>
                      <a:pt x="344" y="422"/>
                    </a:lnTo>
                    <a:lnTo>
                      <a:pt x="340" y="416"/>
                    </a:lnTo>
                    <a:lnTo>
                      <a:pt x="336" y="422"/>
                    </a:lnTo>
                    <a:lnTo>
                      <a:pt x="336" y="416"/>
                    </a:lnTo>
                    <a:lnTo>
                      <a:pt x="324" y="416"/>
                    </a:lnTo>
                    <a:lnTo>
                      <a:pt x="324" y="410"/>
                    </a:lnTo>
                    <a:lnTo>
                      <a:pt x="318" y="410"/>
                    </a:lnTo>
                    <a:lnTo>
                      <a:pt x="318" y="416"/>
                    </a:lnTo>
                    <a:lnTo>
                      <a:pt x="312" y="416"/>
                    </a:lnTo>
                    <a:lnTo>
                      <a:pt x="308" y="422"/>
                    </a:lnTo>
                    <a:lnTo>
                      <a:pt x="302" y="422"/>
                    </a:lnTo>
                    <a:lnTo>
                      <a:pt x="302" y="428"/>
                    </a:lnTo>
                    <a:lnTo>
                      <a:pt x="296" y="428"/>
                    </a:lnTo>
                    <a:lnTo>
                      <a:pt x="296" y="434"/>
                    </a:lnTo>
                    <a:lnTo>
                      <a:pt x="284" y="434"/>
                    </a:lnTo>
                    <a:lnTo>
                      <a:pt x="284" y="450"/>
                    </a:lnTo>
                    <a:lnTo>
                      <a:pt x="290" y="450"/>
                    </a:lnTo>
                    <a:lnTo>
                      <a:pt x="290" y="456"/>
                    </a:lnTo>
                    <a:lnTo>
                      <a:pt x="296" y="456"/>
                    </a:lnTo>
                    <a:lnTo>
                      <a:pt x="296" y="460"/>
                    </a:lnTo>
                    <a:lnTo>
                      <a:pt x="276" y="460"/>
                    </a:lnTo>
                    <a:lnTo>
                      <a:pt x="276" y="456"/>
                    </a:lnTo>
                    <a:lnTo>
                      <a:pt x="258" y="456"/>
                    </a:lnTo>
                    <a:lnTo>
                      <a:pt x="254" y="450"/>
                    </a:lnTo>
                    <a:lnTo>
                      <a:pt x="254" y="444"/>
                    </a:lnTo>
                    <a:lnTo>
                      <a:pt x="242" y="444"/>
                    </a:lnTo>
                    <a:lnTo>
                      <a:pt x="242" y="450"/>
                    </a:lnTo>
                    <a:lnTo>
                      <a:pt x="236" y="456"/>
                    </a:lnTo>
                    <a:lnTo>
                      <a:pt x="242" y="460"/>
                    </a:lnTo>
                    <a:lnTo>
                      <a:pt x="248" y="464"/>
                    </a:lnTo>
                    <a:lnTo>
                      <a:pt x="258" y="464"/>
                    </a:lnTo>
                    <a:lnTo>
                      <a:pt x="258" y="476"/>
                    </a:lnTo>
                    <a:lnTo>
                      <a:pt x="236" y="476"/>
                    </a:lnTo>
                    <a:lnTo>
                      <a:pt x="236" y="470"/>
                    </a:lnTo>
                    <a:lnTo>
                      <a:pt x="230" y="464"/>
                    </a:lnTo>
                    <a:lnTo>
                      <a:pt x="216" y="464"/>
                    </a:lnTo>
                    <a:lnTo>
                      <a:pt x="216" y="444"/>
                    </a:lnTo>
                    <a:lnTo>
                      <a:pt x="204" y="444"/>
                    </a:lnTo>
                    <a:lnTo>
                      <a:pt x="210" y="438"/>
                    </a:lnTo>
                    <a:lnTo>
                      <a:pt x="216" y="438"/>
                    </a:lnTo>
                    <a:lnTo>
                      <a:pt x="216" y="428"/>
                    </a:lnTo>
                    <a:lnTo>
                      <a:pt x="210" y="422"/>
                    </a:lnTo>
                    <a:lnTo>
                      <a:pt x="204" y="422"/>
                    </a:lnTo>
                    <a:lnTo>
                      <a:pt x="204" y="416"/>
                    </a:lnTo>
                    <a:lnTo>
                      <a:pt x="200" y="416"/>
                    </a:lnTo>
                    <a:lnTo>
                      <a:pt x="200" y="410"/>
                    </a:lnTo>
                    <a:lnTo>
                      <a:pt x="194" y="410"/>
                    </a:lnTo>
                    <a:lnTo>
                      <a:pt x="194" y="416"/>
                    </a:lnTo>
                    <a:lnTo>
                      <a:pt x="188" y="410"/>
                    </a:lnTo>
                    <a:lnTo>
                      <a:pt x="188" y="406"/>
                    </a:lnTo>
                    <a:lnTo>
                      <a:pt x="176" y="406"/>
                    </a:lnTo>
                    <a:lnTo>
                      <a:pt x="176" y="396"/>
                    </a:lnTo>
                    <a:lnTo>
                      <a:pt x="182" y="396"/>
                    </a:lnTo>
                    <a:lnTo>
                      <a:pt x="182" y="402"/>
                    </a:lnTo>
                    <a:lnTo>
                      <a:pt x="188" y="402"/>
                    </a:lnTo>
                    <a:lnTo>
                      <a:pt x="188" y="406"/>
                    </a:lnTo>
                    <a:lnTo>
                      <a:pt x="204" y="406"/>
                    </a:lnTo>
                    <a:lnTo>
                      <a:pt x="204" y="410"/>
                    </a:lnTo>
                    <a:lnTo>
                      <a:pt x="216" y="410"/>
                    </a:lnTo>
                    <a:lnTo>
                      <a:pt x="222" y="416"/>
                    </a:lnTo>
                    <a:lnTo>
                      <a:pt x="254" y="416"/>
                    </a:lnTo>
                    <a:lnTo>
                      <a:pt x="254" y="422"/>
                    </a:lnTo>
                    <a:lnTo>
                      <a:pt x="276" y="422"/>
                    </a:lnTo>
                    <a:lnTo>
                      <a:pt x="282" y="416"/>
                    </a:lnTo>
                    <a:lnTo>
                      <a:pt x="296" y="416"/>
                    </a:lnTo>
                    <a:lnTo>
                      <a:pt x="302" y="410"/>
                    </a:lnTo>
                    <a:lnTo>
                      <a:pt x="302" y="406"/>
                    </a:lnTo>
                    <a:lnTo>
                      <a:pt x="308" y="406"/>
                    </a:lnTo>
                    <a:lnTo>
                      <a:pt x="308" y="396"/>
                    </a:lnTo>
                    <a:lnTo>
                      <a:pt x="302" y="396"/>
                    </a:lnTo>
                    <a:lnTo>
                      <a:pt x="302" y="384"/>
                    </a:lnTo>
                    <a:lnTo>
                      <a:pt x="290" y="384"/>
                    </a:lnTo>
                    <a:lnTo>
                      <a:pt x="290" y="378"/>
                    </a:lnTo>
                    <a:lnTo>
                      <a:pt x="284" y="378"/>
                    </a:lnTo>
                    <a:lnTo>
                      <a:pt x="284" y="374"/>
                    </a:lnTo>
                    <a:lnTo>
                      <a:pt x="282" y="374"/>
                    </a:lnTo>
                    <a:lnTo>
                      <a:pt x="276" y="368"/>
                    </a:lnTo>
                    <a:lnTo>
                      <a:pt x="264" y="368"/>
                    </a:lnTo>
                    <a:lnTo>
                      <a:pt x="258" y="362"/>
                    </a:lnTo>
                    <a:lnTo>
                      <a:pt x="258" y="356"/>
                    </a:lnTo>
                    <a:lnTo>
                      <a:pt x="248" y="356"/>
                    </a:lnTo>
                    <a:lnTo>
                      <a:pt x="242" y="350"/>
                    </a:lnTo>
                    <a:lnTo>
                      <a:pt x="236" y="350"/>
                    </a:lnTo>
                    <a:lnTo>
                      <a:pt x="236" y="348"/>
                    </a:lnTo>
                    <a:lnTo>
                      <a:pt x="204" y="348"/>
                    </a:lnTo>
                    <a:lnTo>
                      <a:pt x="204" y="342"/>
                    </a:lnTo>
                    <a:lnTo>
                      <a:pt x="200" y="342"/>
                    </a:lnTo>
                    <a:lnTo>
                      <a:pt x="200" y="348"/>
                    </a:lnTo>
                    <a:lnTo>
                      <a:pt x="194" y="348"/>
                    </a:lnTo>
                    <a:lnTo>
                      <a:pt x="194" y="342"/>
                    </a:lnTo>
                    <a:lnTo>
                      <a:pt x="188" y="342"/>
                    </a:lnTo>
                    <a:lnTo>
                      <a:pt x="188" y="348"/>
                    </a:lnTo>
                    <a:lnTo>
                      <a:pt x="182" y="348"/>
                    </a:lnTo>
                    <a:lnTo>
                      <a:pt x="188" y="342"/>
                    </a:lnTo>
                    <a:lnTo>
                      <a:pt x="188" y="330"/>
                    </a:lnTo>
                    <a:lnTo>
                      <a:pt x="176" y="330"/>
                    </a:lnTo>
                    <a:lnTo>
                      <a:pt x="176" y="336"/>
                    </a:lnTo>
                    <a:lnTo>
                      <a:pt x="172" y="330"/>
                    </a:lnTo>
                    <a:lnTo>
                      <a:pt x="168" y="330"/>
                    </a:lnTo>
                    <a:lnTo>
                      <a:pt x="168" y="336"/>
                    </a:lnTo>
                    <a:lnTo>
                      <a:pt x="156" y="330"/>
                    </a:lnTo>
                    <a:lnTo>
                      <a:pt x="156" y="336"/>
                    </a:lnTo>
                    <a:lnTo>
                      <a:pt x="144" y="336"/>
                    </a:lnTo>
                    <a:lnTo>
                      <a:pt x="144" y="342"/>
                    </a:lnTo>
                    <a:lnTo>
                      <a:pt x="140" y="342"/>
                    </a:lnTo>
                    <a:lnTo>
                      <a:pt x="134" y="348"/>
                    </a:lnTo>
                    <a:lnTo>
                      <a:pt x="128" y="348"/>
                    </a:lnTo>
                    <a:lnTo>
                      <a:pt x="128" y="350"/>
                    </a:lnTo>
                    <a:lnTo>
                      <a:pt x="122" y="350"/>
                    </a:lnTo>
                    <a:lnTo>
                      <a:pt x="122" y="356"/>
                    </a:lnTo>
                    <a:lnTo>
                      <a:pt x="128" y="356"/>
                    </a:lnTo>
                    <a:lnTo>
                      <a:pt x="122" y="362"/>
                    </a:lnTo>
                    <a:lnTo>
                      <a:pt x="122" y="368"/>
                    </a:lnTo>
                    <a:lnTo>
                      <a:pt x="128" y="368"/>
                    </a:lnTo>
                    <a:lnTo>
                      <a:pt x="134" y="374"/>
                    </a:lnTo>
                    <a:lnTo>
                      <a:pt x="140" y="374"/>
                    </a:lnTo>
                    <a:lnTo>
                      <a:pt x="140" y="378"/>
                    </a:lnTo>
                    <a:lnTo>
                      <a:pt x="144" y="384"/>
                    </a:lnTo>
                    <a:lnTo>
                      <a:pt x="144" y="390"/>
                    </a:lnTo>
                    <a:lnTo>
                      <a:pt x="140" y="396"/>
                    </a:lnTo>
                    <a:lnTo>
                      <a:pt x="134" y="402"/>
                    </a:lnTo>
                    <a:lnTo>
                      <a:pt x="128" y="402"/>
                    </a:lnTo>
                    <a:lnTo>
                      <a:pt x="128" y="406"/>
                    </a:lnTo>
                    <a:lnTo>
                      <a:pt x="134" y="406"/>
                    </a:lnTo>
                    <a:lnTo>
                      <a:pt x="140" y="410"/>
                    </a:lnTo>
                    <a:lnTo>
                      <a:pt x="140" y="416"/>
                    </a:lnTo>
                    <a:lnTo>
                      <a:pt x="144" y="416"/>
                    </a:lnTo>
                    <a:lnTo>
                      <a:pt x="144" y="450"/>
                    </a:lnTo>
                    <a:lnTo>
                      <a:pt x="140" y="450"/>
                    </a:lnTo>
                    <a:lnTo>
                      <a:pt x="140" y="456"/>
                    </a:lnTo>
                    <a:lnTo>
                      <a:pt x="150" y="456"/>
                    </a:lnTo>
                    <a:lnTo>
                      <a:pt x="144" y="460"/>
                    </a:lnTo>
                    <a:lnTo>
                      <a:pt x="144" y="464"/>
                    </a:lnTo>
                    <a:lnTo>
                      <a:pt x="156" y="464"/>
                    </a:lnTo>
                    <a:lnTo>
                      <a:pt x="156" y="476"/>
                    </a:lnTo>
                    <a:lnTo>
                      <a:pt x="144" y="476"/>
                    </a:lnTo>
                    <a:lnTo>
                      <a:pt x="156" y="488"/>
                    </a:lnTo>
                    <a:lnTo>
                      <a:pt x="156" y="492"/>
                    </a:lnTo>
                    <a:lnTo>
                      <a:pt x="168" y="492"/>
                    </a:lnTo>
                    <a:lnTo>
                      <a:pt x="168" y="510"/>
                    </a:lnTo>
                    <a:lnTo>
                      <a:pt x="162" y="514"/>
                    </a:lnTo>
                    <a:lnTo>
                      <a:pt x="156" y="514"/>
                    </a:lnTo>
                    <a:lnTo>
                      <a:pt x="150" y="520"/>
                    </a:lnTo>
                    <a:lnTo>
                      <a:pt x="150" y="524"/>
                    </a:lnTo>
                    <a:lnTo>
                      <a:pt x="144" y="524"/>
                    </a:lnTo>
                    <a:lnTo>
                      <a:pt x="144" y="530"/>
                    </a:lnTo>
                    <a:lnTo>
                      <a:pt x="140" y="536"/>
                    </a:lnTo>
                    <a:lnTo>
                      <a:pt x="128" y="536"/>
                    </a:lnTo>
                    <a:lnTo>
                      <a:pt x="128" y="558"/>
                    </a:lnTo>
                    <a:lnTo>
                      <a:pt x="144" y="558"/>
                    </a:lnTo>
                    <a:lnTo>
                      <a:pt x="144" y="564"/>
                    </a:lnTo>
                    <a:lnTo>
                      <a:pt x="150" y="568"/>
                    </a:lnTo>
                    <a:lnTo>
                      <a:pt x="140" y="568"/>
                    </a:lnTo>
                    <a:lnTo>
                      <a:pt x="134" y="564"/>
                    </a:lnTo>
                    <a:lnTo>
                      <a:pt x="128" y="568"/>
                    </a:lnTo>
                    <a:lnTo>
                      <a:pt x="128" y="574"/>
                    </a:lnTo>
                    <a:lnTo>
                      <a:pt x="122" y="568"/>
                    </a:lnTo>
                    <a:lnTo>
                      <a:pt x="122" y="574"/>
                    </a:lnTo>
                    <a:lnTo>
                      <a:pt x="118" y="574"/>
                    </a:lnTo>
                    <a:lnTo>
                      <a:pt x="118" y="584"/>
                    </a:lnTo>
                    <a:lnTo>
                      <a:pt x="114" y="584"/>
                    </a:lnTo>
                    <a:lnTo>
                      <a:pt x="114" y="590"/>
                    </a:lnTo>
                    <a:lnTo>
                      <a:pt x="108" y="590"/>
                    </a:lnTo>
                    <a:lnTo>
                      <a:pt x="108" y="606"/>
                    </a:lnTo>
                    <a:lnTo>
                      <a:pt x="114" y="606"/>
                    </a:lnTo>
                    <a:lnTo>
                      <a:pt x="114" y="618"/>
                    </a:lnTo>
                    <a:lnTo>
                      <a:pt x="108" y="618"/>
                    </a:lnTo>
                    <a:lnTo>
                      <a:pt x="108" y="622"/>
                    </a:lnTo>
                    <a:lnTo>
                      <a:pt x="114" y="622"/>
                    </a:lnTo>
                    <a:lnTo>
                      <a:pt x="118" y="628"/>
                    </a:lnTo>
                    <a:lnTo>
                      <a:pt x="114" y="632"/>
                    </a:lnTo>
                    <a:lnTo>
                      <a:pt x="118" y="632"/>
                    </a:lnTo>
                    <a:lnTo>
                      <a:pt x="118" y="656"/>
                    </a:lnTo>
                    <a:lnTo>
                      <a:pt x="140" y="656"/>
                    </a:lnTo>
                    <a:lnTo>
                      <a:pt x="134" y="660"/>
                    </a:lnTo>
                    <a:lnTo>
                      <a:pt x="144" y="660"/>
                    </a:lnTo>
                    <a:lnTo>
                      <a:pt x="144" y="656"/>
                    </a:lnTo>
                    <a:lnTo>
                      <a:pt x="150" y="656"/>
                    </a:lnTo>
                    <a:lnTo>
                      <a:pt x="156" y="660"/>
                    </a:lnTo>
                    <a:lnTo>
                      <a:pt x="156" y="672"/>
                    </a:lnTo>
                    <a:lnTo>
                      <a:pt x="162" y="672"/>
                    </a:lnTo>
                    <a:lnTo>
                      <a:pt x="162" y="676"/>
                    </a:lnTo>
                    <a:lnTo>
                      <a:pt x="156" y="676"/>
                    </a:lnTo>
                    <a:lnTo>
                      <a:pt x="156" y="682"/>
                    </a:lnTo>
                    <a:lnTo>
                      <a:pt x="162" y="682"/>
                    </a:lnTo>
                    <a:lnTo>
                      <a:pt x="162" y="688"/>
                    </a:lnTo>
                    <a:lnTo>
                      <a:pt x="168" y="688"/>
                    </a:lnTo>
                    <a:lnTo>
                      <a:pt x="168" y="692"/>
                    </a:lnTo>
                    <a:lnTo>
                      <a:pt x="172" y="692"/>
                    </a:lnTo>
                    <a:lnTo>
                      <a:pt x="172" y="704"/>
                    </a:lnTo>
                    <a:lnTo>
                      <a:pt x="176" y="704"/>
                    </a:lnTo>
                    <a:lnTo>
                      <a:pt x="176" y="710"/>
                    </a:lnTo>
                    <a:lnTo>
                      <a:pt x="182" y="710"/>
                    </a:lnTo>
                    <a:lnTo>
                      <a:pt x="182" y="716"/>
                    </a:lnTo>
                    <a:lnTo>
                      <a:pt x="168" y="716"/>
                    </a:lnTo>
                    <a:lnTo>
                      <a:pt x="168" y="736"/>
                    </a:lnTo>
                    <a:lnTo>
                      <a:pt x="172" y="736"/>
                    </a:lnTo>
                    <a:lnTo>
                      <a:pt x="172" y="742"/>
                    </a:lnTo>
                    <a:lnTo>
                      <a:pt x="176" y="742"/>
                    </a:lnTo>
                    <a:lnTo>
                      <a:pt x="176" y="736"/>
                    </a:lnTo>
                    <a:lnTo>
                      <a:pt x="188" y="736"/>
                    </a:lnTo>
                    <a:lnTo>
                      <a:pt x="188" y="730"/>
                    </a:lnTo>
                    <a:lnTo>
                      <a:pt x="194" y="730"/>
                    </a:lnTo>
                    <a:lnTo>
                      <a:pt x="194" y="736"/>
                    </a:lnTo>
                    <a:lnTo>
                      <a:pt x="200" y="736"/>
                    </a:lnTo>
                    <a:lnTo>
                      <a:pt x="200" y="730"/>
                    </a:lnTo>
                    <a:lnTo>
                      <a:pt x="204" y="736"/>
                    </a:lnTo>
                    <a:lnTo>
                      <a:pt x="204" y="742"/>
                    </a:lnTo>
                    <a:lnTo>
                      <a:pt x="210" y="746"/>
                    </a:lnTo>
                    <a:lnTo>
                      <a:pt x="204" y="746"/>
                    </a:lnTo>
                    <a:lnTo>
                      <a:pt x="204" y="758"/>
                    </a:lnTo>
                    <a:lnTo>
                      <a:pt x="216" y="758"/>
                    </a:lnTo>
                    <a:lnTo>
                      <a:pt x="216" y="764"/>
                    </a:lnTo>
                    <a:lnTo>
                      <a:pt x="228" y="764"/>
                    </a:lnTo>
                    <a:lnTo>
                      <a:pt x="228" y="770"/>
                    </a:lnTo>
                    <a:lnTo>
                      <a:pt x="222" y="770"/>
                    </a:lnTo>
                    <a:lnTo>
                      <a:pt x="222" y="774"/>
                    </a:lnTo>
                    <a:lnTo>
                      <a:pt x="254" y="774"/>
                    </a:lnTo>
                    <a:lnTo>
                      <a:pt x="254" y="780"/>
                    </a:lnTo>
                    <a:lnTo>
                      <a:pt x="258" y="780"/>
                    </a:lnTo>
                    <a:lnTo>
                      <a:pt x="258" y="784"/>
                    </a:lnTo>
                    <a:lnTo>
                      <a:pt x="276" y="784"/>
                    </a:lnTo>
                    <a:lnTo>
                      <a:pt x="276" y="790"/>
                    </a:lnTo>
                    <a:lnTo>
                      <a:pt x="284" y="790"/>
                    </a:lnTo>
                    <a:lnTo>
                      <a:pt x="284" y="830"/>
                    </a:lnTo>
                    <a:lnTo>
                      <a:pt x="270" y="830"/>
                    </a:lnTo>
                    <a:lnTo>
                      <a:pt x="270" y="834"/>
                    </a:lnTo>
                    <a:lnTo>
                      <a:pt x="264" y="834"/>
                    </a:lnTo>
                    <a:lnTo>
                      <a:pt x="264" y="844"/>
                    </a:lnTo>
                    <a:lnTo>
                      <a:pt x="270" y="844"/>
                    </a:lnTo>
                    <a:lnTo>
                      <a:pt x="270" y="838"/>
                    </a:lnTo>
                    <a:lnTo>
                      <a:pt x="276" y="838"/>
                    </a:lnTo>
                    <a:lnTo>
                      <a:pt x="276" y="850"/>
                    </a:lnTo>
                    <a:lnTo>
                      <a:pt x="254" y="850"/>
                    </a:lnTo>
                    <a:lnTo>
                      <a:pt x="258" y="856"/>
                    </a:lnTo>
                    <a:lnTo>
                      <a:pt x="258" y="866"/>
                    </a:lnTo>
                    <a:lnTo>
                      <a:pt x="264" y="860"/>
                    </a:lnTo>
                    <a:lnTo>
                      <a:pt x="264" y="866"/>
                    </a:lnTo>
                    <a:lnTo>
                      <a:pt x="258" y="866"/>
                    </a:lnTo>
                    <a:lnTo>
                      <a:pt x="258" y="872"/>
                    </a:lnTo>
                    <a:lnTo>
                      <a:pt x="254" y="872"/>
                    </a:lnTo>
                    <a:lnTo>
                      <a:pt x="254" y="878"/>
                    </a:lnTo>
                    <a:lnTo>
                      <a:pt x="248" y="878"/>
                    </a:lnTo>
                    <a:lnTo>
                      <a:pt x="254" y="884"/>
                    </a:lnTo>
                    <a:lnTo>
                      <a:pt x="248" y="884"/>
                    </a:lnTo>
                    <a:lnTo>
                      <a:pt x="254" y="888"/>
                    </a:lnTo>
                    <a:lnTo>
                      <a:pt x="254" y="892"/>
                    </a:lnTo>
                    <a:lnTo>
                      <a:pt x="258" y="892"/>
                    </a:lnTo>
                    <a:lnTo>
                      <a:pt x="264" y="898"/>
                    </a:lnTo>
                    <a:lnTo>
                      <a:pt x="270" y="898"/>
                    </a:lnTo>
                    <a:lnTo>
                      <a:pt x="276" y="904"/>
                    </a:lnTo>
                    <a:lnTo>
                      <a:pt x="276" y="910"/>
                    </a:lnTo>
                    <a:lnTo>
                      <a:pt x="282" y="910"/>
                    </a:lnTo>
                    <a:lnTo>
                      <a:pt x="284" y="914"/>
                    </a:lnTo>
                    <a:lnTo>
                      <a:pt x="302" y="914"/>
                    </a:lnTo>
                    <a:lnTo>
                      <a:pt x="302" y="920"/>
                    </a:lnTo>
                    <a:lnTo>
                      <a:pt x="330" y="920"/>
                    </a:lnTo>
                    <a:lnTo>
                      <a:pt x="336" y="926"/>
                    </a:lnTo>
                    <a:lnTo>
                      <a:pt x="336" y="932"/>
                    </a:lnTo>
                    <a:lnTo>
                      <a:pt x="372" y="932"/>
                    </a:lnTo>
                    <a:lnTo>
                      <a:pt x="372" y="938"/>
                    </a:lnTo>
                    <a:lnTo>
                      <a:pt x="368" y="938"/>
                    </a:lnTo>
                    <a:lnTo>
                      <a:pt x="368" y="942"/>
                    </a:lnTo>
                    <a:lnTo>
                      <a:pt x="378" y="942"/>
                    </a:lnTo>
                    <a:lnTo>
                      <a:pt x="378" y="946"/>
                    </a:lnTo>
                    <a:lnTo>
                      <a:pt x="384" y="946"/>
                    </a:lnTo>
                    <a:lnTo>
                      <a:pt x="384" y="952"/>
                    </a:lnTo>
                    <a:lnTo>
                      <a:pt x="390" y="952"/>
                    </a:lnTo>
                    <a:lnTo>
                      <a:pt x="390" y="958"/>
                    </a:lnTo>
                    <a:lnTo>
                      <a:pt x="398" y="958"/>
                    </a:lnTo>
                    <a:lnTo>
                      <a:pt x="398" y="952"/>
                    </a:lnTo>
                    <a:lnTo>
                      <a:pt x="410" y="952"/>
                    </a:lnTo>
                    <a:lnTo>
                      <a:pt x="410" y="942"/>
                    </a:lnTo>
                    <a:lnTo>
                      <a:pt x="416" y="942"/>
                    </a:lnTo>
                    <a:lnTo>
                      <a:pt x="422" y="938"/>
                    </a:lnTo>
                    <a:lnTo>
                      <a:pt x="426" y="932"/>
                    </a:lnTo>
                    <a:lnTo>
                      <a:pt x="422" y="926"/>
                    </a:lnTo>
                    <a:lnTo>
                      <a:pt x="422" y="914"/>
                    </a:lnTo>
                    <a:lnTo>
                      <a:pt x="416" y="910"/>
                    </a:lnTo>
                    <a:lnTo>
                      <a:pt x="416" y="898"/>
                    </a:lnTo>
                    <a:lnTo>
                      <a:pt x="410" y="892"/>
                    </a:lnTo>
                    <a:lnTo>
                      <a:pt x="410" y="884"/>
                    </a:lnTo>
                    <a:lnTo>
                      <a:pt x="416" y="884"/>
                    </a:lnTo>
                    <a:lnTo>
                      <a:pt x="422" y="878"/>
                    </a:lnTo>
                    <a:lnTo>
                      <a:pt x="422" y="872"/>
                    </a:lnTo>
                    <a:lnTo>
                      <a:pt x="432" y="872"/>
                    </a:lnTo>
                    <a:lnTo>
                      <a:pt x="432" y="866"/>
                    </a:lnTo>
                    <a:lnTo>
                      <a:pt x="426" y="866"/>
                    </a:lnTo>
                    <a:lnTo>
                      <a:pt x="416" y="856"/>
                    </a:lnTo>
                    <a:lnTo>
                      <a:pt x="410" y="856"/>
                    </a:lnTo>
                    <a:lnTo>
                      <a:pt x="410" y="850"/>
                    </a:lnTo>
                    <a:lnTo>
                      <a:pt x="416" y="850"/>
                    </a:lnTo>
                    <a:lnTo>
                      <a:pt x="410" y="844"/>
                    </a:lnTo>
                    <a:lnTo>
                      <a:pt x="410" y="838"/>
                    </a:lnTo>
                    <a:lnTo>
                      <a:pt x="404" y="834"/>
                    </a:lnTo>
                    <a:lnTo>
                      <a:pt x="404" y="830"/>
                    </a:lnTo>
                    <a:lnTo>
                      <a:pt x="390" y="830"/>
                    </a:lnTo>
                    <a:lnTo>
                      <a:pt x="390" y="818"/>
                    </a:lnTo>
                    <a:lnTo>
                      <a:pt x="384" y="818"/>
                    </a:lnTo>
                    <a:lnTo>
                      <a:pt x="378" y="812"/>
                    </a:lnTo>
                    <a:lnTo>
                      <a:pt x="384" y="812"/>
                    </a:lnTo>
                    <a:lnTo>
                      <a:pt x="384" y="784"/>
                    </a:lnTo>
                    <a:lnTo>
                      <a:pt x="394" y="784"/>
                    </a:lnTo>
                    <a:lnTo>
                      <a:pt x="394" y="780"/>
                    </a:lnTo>
                    <a:lnTo>
                      <a:pt x="390" y="780"/>
                    </a:lnTo>
                    <a:lnTo>
                      <a:pt x="394" y="774"/>
                    </a:lnTo>
                    <a:lnTo>
                      <a:pt x="398" y="774"/>
                    </a:lnTo>
                    <a:lnTo>
                      <a:pt x="398" y="780"/>
                    </a:lnTo>
                    <a:lnTo>
                      <a:pt x="404" y="780"/>
                    </a:lnTo>
                    <a:lnTo>
                      <a:pt x="404" y="784"/>
                    </a:lnTo>
                    <a:lnTo>
                      <a:pt x="410" y="790"/>
                    </a:lnTo>
                    <a:lnTo>
                      <a:pt x="410" y="784"/>
                    </a:lnTo>
                    <a:lnTo>
                      <a:pt x="416" y="784"/>
                    </a:lnTo>
                    <a:lnTo>
                      <a:pt x="416" y="780"/>
                    </a:lnTo>
                    <a:lnTo>
                      <a:pt x="410" y="780"/>
                    </a:lnTo>
                    <a:lnTo>
                      <a:pt x="410" y="770"/>
                    </a:lnTo>
                    <a:lnTo>
                      <a:pt x="416" y="770"/>
                    </a:lnTo>
                    <a:lnTo>
                      <a:pt x="416" y="764"/>
                    </a:lnTo>
                    <a:lnTo>
                      <a:pt x="422" y="764"/>
                    </a:lnTo>
                    <a:lnTo>
                      <a:pt x="426" y="758"/>
                    </a:lnTo>
                    <a:lnTo>
                      <a:pt x="432" y="758"/>
                    </a:lnTo>
                    <a:lnTo>
                      <a:pt x="432" y="752"/>
                    </a:lnTo>
                    <a:lnTo>
                      <a:pt x="442" y="752"/>
                    </a:lnTo>
                    <a:lnTo>
                      <a:pt x="442" y="746"/>
                    </a:lnTo>
                    <a:lnTo>
                      <a:pt x="448" y="746"/>
                    </a:lnTo>
                    <a:lnTo>
                      <a:pt x="448" y="752"/>
                    </a:lnTo>
                    <a:lnTo>
                      <a:pt x="454" y="752"/>
                    </a:lnTo>
                    <a:lnTo>
                      <a:pt x="454" y="746"/>
                    </a:lnTo>
                    <a:lnTo>
                      <a:pt x="464" y="746"/>
                    </a:lnTo>
                    <a:lnTo>
                      <a:pt x="464" y="752"/>
                    </a:lnTo>
                    <a:lnTo>
                      <a:pt x="476" y="752"/>
                    </a:lnTo>
                    <a:lnTo>
                      <a:pt x="482" y="758"/>
                    </a:lnTo>
                    <a:lnTo>
                      <a:pt x="486" y="758"/>
                    </a:lnTo>
                    <a:lnTo>
                      <a:pt x="486" y="764"/>
                    </a:lnTo>
                    <a:lnTo>
                      <a:pt x="502" y="764"/>
                    </a:lnTo>
                    <a:lnTo>
                      <a:pt x="502" y="770"/>
                    </a:lnTo>
                    <a:lnTo>
                      <a:pt x="508" y="770"/>
                    </a:lnTo>
                    <a:lnTo>
                      <a:pt x="508" y="774"/>
                    </a:lnTo>
                    <a:lnTo>
                      <a:pt x="512" y="770"/>
                    </a:lnTo>
                    <a:lnTo>
                      <a:pt x="512" y="764"/>
                    </a:lnTo>
                    <a:lnTo>
                      <a:pt x="536" y="764"/>
                    </a:lnTo>
                    <a:lnTo>
                      <a:pt x="536" y="758"/>
                    </a:lnTo>
                    <a:lnTo>
                      <a:pt x="540" y="764"/>
                    </a:lnTo>
                    <a:lnTo>
                      <a:pt x="546" y="764"/>
                    </a:lnTo>
                    <a:lnTo>
                      <a:pt x="546" y="758"/>
                    </a:lnTo>
                    <a:lnTo>
                      <a:pt x="550" y="758"/>
                    </a:lnTo>
                    <a:lnTo>
                      <a:pt x="550" y="764"/>
                    </a:lnTo>
                    <a:lnTo>
                      <a:pt x="556" y="770"/>
                    </a:lnTo>
                    <a:lnTo>
                      <a:pt x="562" y="770"/>
                    </a:lnTo>
                    <a:lnTo>
                      <a:pt x="562" y="774"/>
                    </a:lnTo>
                    <a:lnTo>
                      <a:pt x="568" y="774"/>
                    </a:lnTo>
                    <a:lnTo>
                      <a:pt x="568" y="764"/>
                    </a:lnTo>
                    <a:lnTo>
                      <a:pt x="572" y="764"/>
                    </a:lnTo>
                    <a:lnTo>
                      <a:pt x="572" y="770"/>
                    </a:lnTo>
                    <a:lnTo>
                      <a:pt x="584" y="770"/>
                    </a:lnTo>
                    <a:lnTo>
                      <a:pt x="590" y="764"/>
                    </a:lnTo>
                    <a:lnTo>
                      <a:pt x="596" y="758"/>
                    </a:lnTo>
                    <a:lnTo>
                      <a:pt x="596" y="752"/>
                    </a:lnTo>
                    <a:lnTo>
                      <a:pt x="578" y="752"/>
                    </a:lnTo>
                    <a:lnTo>
                      <a:pt x="572" y="746"/>
                    </a:lnTo>
                    <a:lnTo>
                      <a:pt x="572" y="742"/>
                    </a:lnTo>
                    <a:lnTo>
                      <a:pt x="578" y="742"/>
                    </a:lnTo>
                    <a:lnTo>
                      <a:pt x="584" y="736"/>
                    </a:lnTo>
                    <a:lnTo>
                      <a:pt x="584" y="720"/>
                    </a:lnTo>
                    <a:lnTo>
                      <a:pt x="600" y="720"/>
                    </a:lnTo>
                    <a:lnTo>
                      <a:pt x="600" y="716"/>
                    </a:lnTo>
                    <a:lnTo>
                      <a:pt x="584" y="716"/>
                    </a:lnTo>
                    <a:lnTo>
                      <a:pt x="584" y="698"/>
                    </a:lnTo>
                    <a:lnTo>
                      <a:pt x="610" y="698"/>
                    </a:lnTo>
                    <a:lnTo>
                      <a:pt x="610" y="692"/>
                    </a:lnTo>
                    <a:lnTo>
                      <a:pt x="644" y="692"/>
                    </a:lnTo>
                    <a:lnTo>
                      <a:pt x="644" y="682"/>
                    </a:lnTo>
                    <a:lnTo>
                      <a:pt x="650" y="682"/>
                    </a:lnTo>
                    <a:lnTo>
                      <a:pt x="650" y="688"/>
                    </a:lnTo>
                    <a:lnTo>
                      <a:pt x="654" y="688"/>
                    </a:lnTo>
                    <a:lnTo>
                      <a:pt x="654" y="682"/>
                    </a:lnTo>
                    <a:lnTo>
                      <a:pt x="680" y="682"/>
                    </a:lnTo>
                    <a:lnTo>
                      <a:pt x="686" y="676"/>
                    </a:lnTo>
                    <a:lnTo>
                      <a:pt x="686" y="672"/>
                    </a:lnTo>
                    <a:lnTo>
                      <a:pt x="692" y="672"/>
                    </a:lnTo>
                    <a:lnTo>
                      <a:pt x="692" y="666"/>
                    </a:lnTo>
                    <a:lnTo>
                      <a:pt x="698" y="672"/>
                    </a:lnTo>
                    <a:lnTo>
                      <a:pt x="698" y="666"/>
                    </a:lnTo>
                    <a:lnTo>
                      <a:pt x="710" y="666"/>
                    </a:lnTo>
                    <a:lnTo>
                      <a:pt x="710" y="672"/>
                    </a:lnTo>
                    <a:lnTo>
                      <a:pt x="718" y="672"/>
                    </a:lnTo>
                    <a:lnTo>
                      <a:pt x="718" y="666"/>
                    </a:lnTo>
                    <a:lnTo>
                      <a:pt x="724" y="666"/>
                    </a:lnTo>
                    <a:lnTo>
                      <a:pt x="724" y="682"/>
                    </a:lnTo>
                    <a:lnTo>
                      <a:pt x="730" y="682"/>
                    </a:lnTo>
                    <a:lnTo>
                      <a:pt x="730" y="692"/>
                    </a:lnTo>
                    <a:lnTo>
                      <a:pt x="758" y="692"/>
                    </a:lnTo>
                    <a:lnTo>
                      <a:pt x="758" y="698"/>
                    </a:lnTo>
                    <a:lnTo>
                      <a:pt x="766" y="698"/>
                    </a:lnTo>
                    <a:lnTo>
                      <a:pt x="766" y="704"/>
                    </a:lnTo>
                    <a:lnTo>
                      <a:pt x="772" y="704"/>
                    </a:lnTo>
                    <a:lnTo>
                      <a:pt x="772" y="710"/>
                    </a:lnTo>
                    <a:lnTo>
                      <a:pt x="778" y="704"/>
                    </a:lnTo>
                    <a:lnTo>
                      <a:pt x="784" y="704"/>
                    </a:lnTo>
                    <a:lnTo>
                      <a:pt x="790" y="698"/>
                    </a:lnTo>
                    <a:lnTo>
                      <a:pt x="790" y="692"/>
                    </a:lnTo>
                    <a:lnTo>
                      <a:pt x="800" y="692"/>
                    </a:lnTo>
                    <a:lnTo>
                      <a:pt x="800" y="698"/>
                    </a:lnTo>
                    <a:lnTo>
                      <a:pt x="806" y="704"/>
                    </a:lnTo>
                    <a:lnTo>
                      <a:pt x="812" y="704"/>
                    </a:lnTo>
                    <a:lnTo>
                      <a:pt x="818" y="710"/>
                    </a:lnTo>
                    <a:lnTo>
                      <a:pt x="822" y="716"/>
                    </a:lnTo>
                    <a:lnTo>
                      <a:pt x="826" y="726"/>
                    </a:lnTo>
                    <a:lnTo>
                      <a:pt x="832" y="726"/>
                    </a:lnTo>
                    <a:lnTo>
                      <a:pt x="832" y="730"/>
                    </a:lnTo>
                    <a:lnTo>
                      <a:pt x="838" y="730"/>
                    </a:lnTo>
                    <a:lnTo>
                      <a:pt x="838" y="736"/>
                    </a:lnTo>
                    <a:lnTo>
                      <a:pt x="844" y="746"/>
                    </a:lnTo>
                    <a:lnTo>
                      <a:pt x="850" y="752"/>
                    </a:lnTo>
                    <a:lnTo>
                      <a:pt x="850" y="764"/>
                    </a:lnTo>
                    <a:lnTo>
                      <a:pt x="860" y="764"/>
                    </a:lnTo>
                    <a:lnTo>
                      <a:pt x="860" y="752"/>
                    </a:lnTo>
                    <a:lnTo>
                      <a:pt x="866" y="758"/>
                    </a:lnTo>
                    <a:lnTo>
                      <a:pt x="872" y="758"/>
                    </a:lnTo>
                    <a:lnTo>
                      <a:pt x="872" y="770"/>
                    </a:lnTo>
                    <a:lnTo>
                      <a:pt x="876" y="770"/>
                    </a:lnTo>
                    <a:lnTo>
                      <a:pt x="876" y="764"/>
                    </a:lnTo>
                    <a:lnTo>
                      <a:pt x="880" y="764"/>
                    </a:lnTo>
                    <a:lnTo>
                      <a:pt x="880" y="770"/>
                    </a:lnTo>
                    <a:lnTo>
                      <a:pt x="886" y="764"/>
                    </a:lnTo>
                    <a:lnTo>
                      <a:pt x="886" y="770"/>
                    </a:lnTo>
                    <a:lnTo>
                      <a:pt x="892" y="764"/>
                    </a:lnTo>
                    <a:lnTo>
                      <a:pt x="908" y="764"/>
                    </a:lnTo>
                    <a:lnTo>
                      <a:pt x="908" y="770"/>
                    </a:lnTo>
                    <a:lnTo>
                      <a:pt x="914" y="774"/>
                    </a:lnTo>
                    <a:lnTo>
                      <a:pt x="914" y="780"/>
                    </a:lnTo>
                    <a:lnTo>
                      <a:pt x="926" y="780"/>
                    </a:lnTo>
                    <a:lnTo>
                      <a:pt x="926" y="790"/>
                    </a:lnTo>
                    <a:lnTo>
                      <a:pt x="936" y="790"/>
                    </a:lnTo>
                    <a:lnTo>
                      <a:pt x="940" y="796"/>
                    </a:lnTo>
                    <a:lnTo>
                      <a:pt x="940" y="790"/>
                    </a:lnTo>
                    <a:lnTo>
                      <a:pt x="952" y="790"/>
                    </a:lnTo>
                    <a:lnTo>
                      <a:pt x="952" y="802"/>
                    </a:lnTo>
                    <a:lnTo>
                      <a:pt x="968" y="802"/>
                    </a:lnTo>
                    <a:lnTo>
                      <a:pt x="968" y="796"/>
                    </a:lnTo>
                    <a:lnTo>
                      <a:pt x="980" y="796"/>
                    </a:lnTo>
                    <a:lnTo>
                      <a:pt x="980" y="790"/>
                    </a:lnTo>
                    <a:lnTo>
                      <a:pt x="990" y="790"/>
                    </a:lnTo>
                    <a:lnTo>
                      <a:pt x="990" y="784"/>
                    </a:lnTo>
                    <a:lnTo>
                      <a:pt x="994" y="784"/>
                    </a:lnTo>
                    <a:lnTo>
                      <a:pt x="994" y="780"/>
                    </a:lnTo>
                    <a:lnTo>
                      <a:pt x="1000" y="780"/>
                    </a:lnTo>
                    <a:lnTo>
                      <a:pt x="1000" y="774"/>
                    </a:lnTo>
                    <a:lnTo>
                      <a:pt x="1018" y="774"/>
                    </a:lnTo>
                    <a:lnTo>
                      <a:pt x="1018" y="770"/>
                    </a:lnTo>
                    <a:lnTo>
                      <a:pt x="1028" y="770"/>
                    </a:lnTo>
                    <a:lnTo>
                      <a:pt x="1028" y="764"/>
                    </a:lnTo>
                    <a:lnTo>
                      <a:pt x="1034" y="770"/>
                    </a:lnTo>
                    <a:lnTo>
                      <a:pt x="1034" y="764"/>
                    </a:lnTo>
                    <a:lnTo>
                      <a:pt x="1038" y="764"/>
                    </a:lnTo>
                    <a:lnTo>
                      <a:pt x="1038" y="770"/>
                    </a:lnTo>
                    <a:lnTo>
                      <a:pt x="1054" y="770"/>
                    </a:lnTo>
                    <a:lnTo>
                      <a:pt x="1054" y="780"/>
                    </a:lnTo>
                    <a:lnTo>
                      <a:pt x="1060" y="780"/>
                    </a:lnTo>
                    <a:lnTo>
                      <a:pt x="1060" y="784"/>
                    </a:lnTo>
                    <a:lnTo>
                      <a:pt x="1066" y="780"/>
                    </a:lnTo>
                    <a:lnTo>
                      <a:pt x="1066" y="784"/>
                    </a:lnTo>
                    <a:lnTo>
                      <a:pt x="1092" y="784"/>
                    </a:lnTo>
                    <a:lnTo>
                      <a:pt x="1098" y="790"/>
                    </a:lnTo>
                    <a:lnTo>
                      <a:pt x="1104" y="790"/>
                    </a:lnTo>
                    <a:lnTo>
                      <a:pt x="1104" y="784"/>
                    </a:lnTo>
                    <a:lnTo>
                      <a:pt x="1108" y="784"/>
                    </a:lnTo>
                    <a:lnTo>
                      <a:pt x="1108" y="764"/>
                    </a:lnTo>
                    <a:lnTo>
                      <a:pt x="1104" y="764"/>
                    </a:lnTo>
                    <a:lnTo>
                      <a:pt x="1108" y="758"/>
                    </a:lnTo>
                    <a:lnTo>
                      <a:pt x="1108" y="746"/>
                    </a:lnTo>
                    <a:lnTo>
                      <a:pt x="1120" y="746"/>
                    </a:lnTo>
                    <a:lnTo>
                      <a:pt x="1120" y="742"/>
                    </a:lnTo>
                    <a:lnTo>
                      <a:pt x="1136" y="742"/>
                    </a:lnTo>
                    <a:lnTo>
                      <a:pt x="1136" y="746"/>
                    </a:lnTo>
                    <a:lnTo>
                      <a:pt x="1146" y="746"/>
                    </a:lnTo>
                    <a:lnTo>
                      <a:pt x="1146" y="752"/>
                    </a:lnTo>
                    <a:lnTo>
                      <a:pt x="1168" y="752"/>
                    </a:lnTo>
                    <a:lnTo>
                      <a:pt x="1168" y="774"/>
                    </a:lnTo>
                    <a:lnTo>
                      <a:pt x="1186" y="774"/>
                    </a:lnTo>
                    <a:lnTo>
                      <a:pt x="1186" y="780"/>
                    </a:lnTo>
                    <a:lnTo>
                      <a:pt x="1196" y="780"/>
                    </a:lnTo>
                    <a:lnTo>
                      <a:pt x="1196" y="774"/>
                    </a:lnTo>
                    <a:lnTo>
                      <a:pt x="1234" y="774"/>
                    </a:lnTo>
                    <a:lnTo>
                      <a:pt x="1234" y="780"/>
                    </a:lnTo>
                    <a:lnTo>
                      <a:pt x="1240" y="784"/>
                    </a:lnTo>
                    <a:lnTo>
                      <a:pt x="1250" y="784"/>
                    </a:lnTo>
                    <a:lnTo>
                      <a:pt x="1250" y="790"/>
                    </a:lnTo>
                    <a:lnTo>
                      <a:pt x="1254" y="796"/>
                    </a:lnTo>
                    <a:lnTo>
                      <a:pt x="1266" y="796"/>
                    </a:lnTo>
                    <a:lnTo>
                      <a:pt x="1272" y="802"/>
                    </a:lnTo>
                    <a:lnTo>
                      <a:pt x="1294" y="802"/>
                    </a:lnTo>
                    <a:lnTo>
                      <a:pt x="1294" y="796"/>
                    </a:lnTo>
                    <a:lnTo>
                      <a:pt x="1308" y="796"/>
                    </a:lnTo>
                    <a:lnTo>
                      <a:pt x="1314" y="790"/>
                    </a:lnTo>
                    <a:lnTo>
                      <a:pt x="1326" y="790"/>
                    </a:lnTo>
                    <a:lnTo>
                      <a:pt x="1326" y="784"/>
                    </a:lnTo>
                    <a:lnTo>
                      <a:pt x="1332" y="780"/>
                    </a:lnTo>
                    <a:lnTo>
                      <a:pt x="1336" y="780"/>
                    </a:lnTo>
                    <a:lnTo>
                      <a:pt x="1336" y="774"/>
                    </a:lnTo>
                    <a:lnTo>
                      <a:pt x="1348" y="774"/>
                    </a:lnTo>
                    <a:lnTo>
                      <a:pt x="1348" y="780"/>
                    </a:lnTo>
                    <a:lnTo>
                      <a:pt x="1354" y="780"/>
                    </a:lnTo>
                    <a:lnTo>
                      <a:pt x="1354" y="784"/>
                    </a:lnTo>
                    <a:lnTo>
                      <a:pt x="1374" y="784"/>
                    </a:lnTo>
                    <a:lnTo>
                      <a:pt x="1374" y="790"/>
                    </a:lnTo>
                    <a:lnTo>
                      <a:pt x="1402" y="790"/>
                    </a:lnTo>
                    <a:lnTo>
                      <a:pt x="1402" y="784"/>
                    </a:lnTo>
                    <a:lnTo>
                      <a:pt x="1408" y="784"/>
                    </a:lnTo>
                    <a:lnTo>
                      <a:pt x="1412" y="780"/>
                    </a:lnTo>
                    <a:lnTo>
                      <a:pt x="1412" y="764"/>
                    </a:lnTo>
                    <a:lnTo>
                      <a:pt x="1418" y="758"/>
                    </a:lnTo>
                    <a:lnTo>
                      <a:pt x="1418" y="752"/>
                    </a:lnTo>
                    <a:lnTo>
                      <a:pt x="1422" y="752"/>
                    </a:lnTo>
                    <a:lnTo>
                      <a:pt x="1422" y="742"/>
                    </a:lnTo>
                    <a:lnTo>
                      <a:pt x="1428" y="742"/>
                    </a:lnTo>
                    <a:lnTo>
                      <a:pt x="1428" y="726"/>
                    </a:lnTo>
                    <a:lnTo>
                      <a:pt x="1422" y="726"/>
                    </a:lnTo>
                    <a:lnTo>
                      <a:pt x="1422" y="720"/>
                    </a:lnTo>
                    <a:lnTo>
                      <a:pt x="1428" y="716"/>
                    </a:lnTo>
                    <a:lnTo>
                      <a:pt x="1446" y="716"/>
                    </a:lnTo>
                    <a:lnTo>
                      <a:pt x="1446" y="710"/>
                    </a:lnTo>
                    <a:lnTo>
                      <a:pt x="1476" y="710"/>
                    </a:lnTo>
                    <a:lnTo>
                      <a:pt x="1476" y="716"/>
                    </a:lnTo>
                    <a:lnTo>
                      <a:pt x="1500" y="716"/>
                    </a:lnTo>
                    <a:lnTo>
                      <a:pt x="1500" y="720"/>
                    </a:lnTo>
                    <a:lnTo>
                      <a:pt x="1504" y="726"/>
                    </a:lnTo>
                    <a:lnTo>
                      <a:pt x="1504" y="736"/>
                    </a:lnTo>
                    <a:lnTo>
                      <a:pt x="1510" y="736"/>
                    </a:lnTo>
                    <a:lnTo>
                      <a:pt x="1510" y="746"/>
                    </a:lnTo>
                    <a:lnTo>
                      <a:pt x="1516" y="746"/>
                    </a:lnTo>
                    <a:lnTo>
                      <a:pt x="1516" y="764"/>
                    </a:lnTo>
                    <a:lnTo>
                      <a:pt x="1520" y="764"/>
                    </a:lnTo>
                    <a:lnTo>
                      <a:pt x="1520" y="774"/>
                    </a:lnTo>
                    <a:lnTo>
                      <a:pt x="1526" y="774"/>
                    </a:lnTo>
                    <a:lnTo>
                      <a:pt x="1526" y="790"/>
                    </a:lnTo>
                    <a:lnTo>
                      <a:pt x="1542" y="790"/>
                    </a:lnTo>
                    <a:lnTo>
                      <a:pt x="1542" y="796"/>
                    </a:lnTo>
                    <a:lnTo>
                      <a:pt x="1554" y="796"/>
                    </a:lnTo>
                    <a:lnTo>
                      <a:pt x="1554" y="802"/>
                    </a:lnTo>
                    <a:lnTo>
                      <a:pt x="1560" y="802"/>
                    </a:lnTo>
                    <a:lnTo>
                      <a:pt x="1564" y="806"/>
                    </a:lnTo>
                    <a:lnTo>
                      <a:pt x="1570" y="806"/>
                    </a:lnTo>
                    <a:lnTo>
                      <a:pt x="1570" y="824"/>
                    </a:lnTo>
                    <a:lnTo>
                      <a:pt x="1574" y="824"/>
                    </a:lnTo>
                    <a:lnTo>
                      <a:pt x="1574" y="830"/>
                    </a:lnTo>
                    <a:lnTo>
                      <a:pt x="1580" y="830"/>
                    </a:lnTo>
                    <a:lnTo>
                      <a:pt x="1580" y="834"/>
                    </a:lnTo>
                    <a:lnTo>
                      <a:pt x="1590" y="834"/>
                    </a:lnTo>
                    <a:lnTo>
                      <a:pt x="1590" y="830"/>
                    </a:lnTo>
                    <a:lnTo>
                      <a:pt x="1596" y="830"/>
                    </a:lnTo>
                    <a:lnTo>
                      <a:pt x="1596" y="824"/>
                    </a:lnTo>
                    <a:lnTo>
                      <a:pt x="1614" y="824"/>
                    </a:lnTo>
                    <a:lnTo>
                      <a:pt x="1614" y="818"/>
                    </a:lnTo>
                    <a:lnTo>
                      <a:pt x="1624" y="818"/>
                    </a:lnTo>
                    <a:lnTo>
                      <a:pt x="1624" y="838"/>
                    </a:lnTo>
                    <a:lnTo>
                      <a:pt x="1618" y="838"/>
                    </a:lnTo>
                    <a:lnTo>
                      <a:pt x="1618" y="850"/>
                    </a:lnTo>
                    <a:lnTo>
                      <a:pt x="1614" y="850"/>
                    </a:lnTo>
                    <a:lnTo>
                      <a:pt x="1614" y="872"/>
                    </a:lnTo>
                    <a:lnTo>
                      <a:pt x="1602" y="872"/>
                    </a:lnTo>
                    <a:lnTo>
                      <a:pt x="1602" y="884"/>
                    </a:lnTo>
                    <a:lnTo>
                      <a:pt x="1590" y="884"/>
                    </a:lnTo>
                    <a:lnTo>
                      <a:pt x="1590" y="878"/>
                    </a:lnTo>
                    <a:lnTo>
                      <a:pt x="1586" y="878"/>
                    </a:lnTo>
                    <a:lnTo>
                      <a:pt x="1586" y="884"/>
                    </a:lnTo>
                    <a:lnTo>
                      <a:pt x="1574" y="884"/>
                    </a:lnTo>
                    <a:lnTo>
                      <a:pt x="1574" y="926"/>
                    </a:lnTo>
                    <a:lnTo>
                      <a:pt x="1570" y="926"/>
                    </a:lnTo>
                    <a:lnTo>
                      <a:pt x="1570" y="938"/>
                    </a:lnTo>
                    <a:lnTo>
                      <a:pt x="1574" y="932"/>
                    </a:lnTo>
                    <a:lnTo>
                      <a:pt x="1580" y="926"/>
                    </a:lnTo>
                    <a:lnTo>
                      <a:pt x="1580" y="920"/>
                    </a:lnTo>
                    <a:lnTo>
                      <a:pt x="1590" y="920"/>
                    </a:lnTo>
                    <a:lnTo>
                      <a:pt x="1590" y="926"/>
                    </a:lnTo>
                    <a:lnTo>
                      <a:pt x="1596" y="926"/>
                    </a:lnTo>
                    <a:lnTo>
                      <a:pt x="1596" y="932"/>
                    </a:lnTo>
                    <a:lnTo>
                      <a:pt x="1602" y="926"/>
                    </a:lnTo>
                    <a:lnTo>
                      <a:pt x="1602" y="932"/>
                    </a:lnTo>
                    <a:lnTo>
                      <a:pt x="1614" y="932"/>
                    </a:lnTo>
                    <a:lnTo>
                      <a:pt x="1614" y="926"/>
                    </a:lnTo>
                    <a:lnTo>
                      <a:pt x="1618" y="926"/>
                    </a:lnTo>
                    <a:lnTo>
                      <a:pt x="1618" y="920"/>
                    </a:lnTo>
                    <a:lnTo>
                      <a:pt x="1628" y="920"/>
                    </a:lnTo>
                    <a:lnTo>
                      <a:pt x="1628" y="914"/>
                    </a:lnTo>
                    <a:lnTo>
                      <a:pt x="1634" y="914"/>
                    </a:lnTo>
                    <a:lnTo>
                      <a:pt x="1634" y="910"/>
                    </a:lnTo>
                    <a:lnTo>
                      <a:pt x="1640" y="910"/>
                    </a:lnTo>
                    <a:lnTo>
                      <a:pt x="1640" y="898"/>
                    </a:lnTo>
                    <a:lnTo>
                      <a:pt x="1650" y="898"/>
                    </a:lnTo>
                    <a:lnTo>
                      <a:pt x="1650" y="884"/>
                    </a:lnTo>
                    <a:lnTo>
                      <a:pt x="1656" y="884"/>
                    </a:lnTo>
                    <a:lnTo>
                      <a:pt x="1662" y="878"/>
                    </a:lnTo>
                    <a:lnTo>
                      <a:pt x="1662" y="872"/>
                    </a:lnTo>
                    <a:lnTo>
                      <a:pt x="1672" y="872"/>
                    </a:lnTo>
                    <a:lnTo>
                      <a:pt x="1672" y="856"/>
                    </a:lnTo>
                    <a:lnTo>
                      <a:pt x="1678" y="856"/>
                    </a:lnTo>
                    <a:lnTo>
                      <a:pt x="1678" y="850"/>
                    </a:lnTo>
                    <a:lnTo>
                      <a:pt x="1682" y="844"/>
                    </a:lnTo>
                    <a:lnTo>
                      <a:pt x="1682" y="838"/>
                    </a:lnTo>
                    <a:lnTo>
                      <a:pt x="1688" y="838"/>
                    </a:lnTo>
                    <a:lnTo>
                      <a:pt x="1688" y="830"/>
                    </a:lnTo>
                    <a:lnTo>
                      <a:pt x="1694" y="830"/>
                    </a:lnTo>
                    <a:lnTo>
                      <a:pt x="1694" y="824"/>
                    </a:lnTo>
                    <a:lnTo>
                      <a:pt x="1700" y="824"/>
                    </a:lnTo>
                    <a:lnTo>
                      <a:pt x="1700" y="818"/>
                    </a:lnTo>
                    <a:lnTo>
                      <a:pt x="1704" y="812"/>
                    </a:lnTo>
                    <a:lnTo>
                      <a:pt x="1704" y="806"/>
                    </a:lnTo>
                    <a:lnTo>
                      <a:pt x="1710" y="806"/>
                    </a:lnTo>
                    <a:lnTo>
                      <a:pt x="1710" y="752"/>
                    </a:lnTo>
                    <a:lnTo>
                      <a:pt x="1716" y="752"/>
                    </a:lnTo>
                    <a:lnTo>
                      <a:pt x="1716" y="746"/>
                    </a:lnTo>
                    <a:lnTo>
                      <a:pt x="1722" y="746"/>
                    </a:lnTo>
                    <a:lnTo>
                      <a:pt x="1722" y="726"/>
                    </a:lnTo>
                    <a:lnTo>
                      <a:pt x="1716" y="720"/>
                    </a:lnTo>
                    <a:lnTo>
                      <a:pt x="1710" y="716"/>
                    </a:lnTo>
                    <a:lnTo>
                      <a:pt x="1716" y="716"/>
                    </a:lnTo>
                    <a:lnTo>
                      <a:pt x="1722" y="720"/>
                    </a:lnTo>
                    <a:lnTo>
                      <a:pt x="1722" y="716"/>
                    </a:lnTo>
                    <a:lnTo>
                      <a:pt x="1716" y="710"/>
                    </a:lnTo>
                    <a:lnTo>
                      <a:pt x="1710" y="710"/>
                    </a:lnTo>
                    <a:lnTo>
                      <a:pt x="1710" y="704"/>
                    </a:lnTo>
                    <a:lnTo>
                      <a:pt x="1704" y="704"/>
                    </a:lnTo>
                    <a:lnTo>
                      <a:pt x="1704" y="692"/>
                    </a:lnTo>
                    <a:lnTo>
                      <a:pt x="1688" y="692"/>
                    </a:lnTo>
                    <a:lnTo>
                      <a:pt x="1688" y="698"/>
                    </a:lnTo>
                    <a:lnTo>
                      <a:pt x="1682" y="704"/>
                    </a:lnTo>
                    <a:lnTo>
                      <a:pt x="1682" y="710"/>
                    </a:lnTo>
                    <a:lnTo>
                      <a:pt x="1678" y="710"/>
                    </a:lnTo>
                    <a:lnTo>
                      <a:pt x="1678" y="704"/>
                    </a:lnTo>
                    <a:lnTo>
                      <a:pt x="1672" y="704"/>
                    </a:lnTo>
                    <a:lnTo>
                      <a:pt x="1672" y="710"/>
                    </a:lnTo>
                    <a:lnTo>
                      <a:pt x="1662" y="710"/>
                    </a:lnTo>
                    <a:lnTo>
                      <a:pt x="1662" y="704"/>
                    </a:lnTo>
                    <a:lnTo>
                      <a:pt x="1656" y="704"/>
                    </a:lnTo>
                    <a:lnTo>
                      <a:pt x="1656" y="682"/>
                    </a:lnTo>
                    <a:lnTo>
                      <a:pt x="1650" y="688"/>
                    </a:lnTo>
                    <a:lnTo>
                      <a:pt x="1650" y="682"/>
                    </a:lnTo>
                    <a:lnTo>
                      <a:pt x="1644" y="688"/>
                    </a:lnTo>
                    <a:lnTo>
                      <a:pt x="1640" y="688"/>
                    </a:lnTo>
                    <a:lnTo>
                      <a:pt x="1640" y="682"/>
                    </a:lnTo>
                    <a:lnTo>
                      <a:pt x="1634" y="682"/>
                    </a:lnTo>
                    <a:lnTo>
                      <a:pt x="1634" y="676"/>
                    </a:lnTo>
                    <a:lnTo>
                      <a:pt x="1640" y="676"/>
                    </a:lnTo>
                    <a:lnTo>
                      <a:pt x="1640" y="672"/>
                    </a:lnTo>
                    <a:lnTo>
                      <a:pt x="1644" y="672"/>
                    </a:lnTo>
                    <a:lnTo>
                      <a:pt x="1644" y="666"/>
                    </a:lnTo>
                    <a:lnTo>
                      <a:pt x="1650" y="666"/>
                    </a:lnTo>
                    <a:lnTo>
                      <a:pt x="1656" y="660"/>
                    </a:lnTo>
                    <a:lnTo>
                      <a:pt x="1662" y="660"/>
                    </a:lnTo>
                    <a:lnTo>
                      <a:pt x="1662" y="656"/>
                    </a:lnTo>
                    <a:lnTo>
                      <a:pt x="1668" y="656"/>
                    </a:lnTo>
                    <a:lnTo>
                      <a:pt x="1672" y="650"/>
                    </a:lnTo>
                    <a:lnTo>
                      <a:pt x="1672" y="644"/>
                    </a:lnTo>
                    <a:lnTo>
                      <a:pt x="1678" y="644"/>
                    </a:lnTo>
                    <a:lnTo>
                      <a:pt x="1678" y="638"/>
                    </a:lnTo>
                    <a:lnTo>
                      <a:pt x="1682" y="632"/>
                    </a:lnTo>
                    <a:lnTo>
                      <a:pt x="1688" y="632"/>
                    </a:lnTo>
                    <a:lnTo>
                      <a:pt x="1688" y="628"/>
                    </a:lnTo>
                    <a:lnTo>
                      <a:pt x="1694" y="628"/>
                    </a:lnTo>
                    <a:lnTo>
                      <a:pt x="1694" y="622"/>
                    </a:lnTo>
                    <a:lnTo>
                      <a:pt x="1700" y="622"/>
                    </a:lnTo>
                    <a:lnTo>
                      <a:pt x="1700" y="618"/>
                    </a:lnTo>
                    <a:lnTo>
                      <a:pt x="1710" y="618"/>
                    </a:lnTo>
                    <a:lnTo>
                      <a:pt x="1710" y="606"/>
                    </a:lnTo>
                    <a:lnTo>
                      <a:pt x="1716" y="602"/>
                    </a:lnTo>
                    <a:lnTo>
                      <a:pt x="1722" y="602"/>
                    </a:lnTo>
                    <a:lnTo>
                      <a:pt x="1722" y="596"/>
                    </a:lnTo>
                    <a:lnTo>
                      <a:pt x="1728" y="596"/>
                    </a:lnTo>
                    <a:lnTo>
                      <a:pt x="1728" y="590"/>
                    </a:lnTo>
                    <a:lnTo>
                      <a:pt x="1732" y="590"/>
                    </a:lnTo>
                    <a:lnTo>
                      <a:pt x="1732" y="584"/>
                    </a:lnTo>
                    <a:lnTo>
                      <a:pt x="1748" y="584"/>
                    </a:lnTo>
                    <a:lnTo>
                      <a:pt x="1748" y="578"/>
                    </a:lnTo>
                    <a:lnTo>
                      <a:pt x="1786" y="578"/>
                    </a:lnTo>
                    <a:lnTo>
                      <a:pt x="1782" y="584"/>
                    </a:lnTo>
                    <a:lnTo>
                      <a:pt x="1790" y="584"/>
                    </a:lnTo>
                    <a:lnTo>
                      <a:pt x="1790" y="578"/>
                    </a:lnTo>
                    <a:lnTo>
                      <a:pt x="1802" y="578"/>
                    </a:lnTo>
                    <a:lnTo>
                      <a:pt x="1802" y="584"/>
                    </a:lnTo>
                    <a:lnTo>
                      <a:pt x="1814" y="584"/>
                    </a:lnTo>
                    <a:lnTo>
                      <a:pt x="1814" y="578"/>
                    </a:lnTo>
                    <a:lnTo>
                      <a:pt x="1818" y="578"/>
                    </a:lnTo>
                    <a:lnTo>
                      <a:pt x="1818" y="584"/>
                    </a:lnTo>
                    <a:lnTo>
                      <a:pt x="1830" y="584"/>
                    </a:lnTo>
                    <a:lnTo>
                      <a:pt x="1830" y="578"/>
                    </a:lnTo>
                    <a:lnTo>
                      <a:pt x="1824" y="578"/>
                    </a:lnTo>
                    <a:lnTo>
                      <a:pt x="1830" y="574"/>
                    </a:lnTo>
                    <a:lnTo>
                      <a:pt x="1850" y="574"/>
                    </a:lnTo>
                    <a:lnTo>
                      <a:pt x="1850" y="578"/>
                    </a:lnTo>
                    <a:lnTo>
                      <a:pt x="1856" y="578"/>
                    </a:lnTo>
                    <a:lnTo>
                      <a:pt x="1856" y="574"/>
                    </a:lnTo>
                    <a:lnTo>
                      <a:pt x="1862" y="574"/>
                    </a:lnTo>
                    <a:lnTo>
                      <a:pt x="1862" y="578"/>
                    </a:lnTo>
                    <a:lnTo>
                      <a:pt x="1868" y="578"/>
                    </a:lnTo>
                    <a:lnTo>
                      <a:pt x="1868" y="584"/>
                    </a:lnTo>
                    <a:lnTo>
                      <a:pt x="1862" y="584"/>
                    </a:lnTo>
                    <a:lnTo>
                      <a:pt x="1862" y="590"/>
                    </a:lnTo>
                    <a:lnTo>
                      <a:pt x="1872" y="590"/>
                    </a:lnTo>
                    <a:lnTo>
                      <a:pt x="1878" y="584"/>
                    </a:lnTo>
                    <a:lnTo>
                      <a:pt x="1878" y="590"/>
                    </a:lnTo>
                    <a:lnTo>
                      <a:pt x="1884" y="590"/>
                    </a:lnTo>
                    <a:lnTo>
                      <a:pt x="1890" y="584"/>
                    </a:lnTo>
                    <a:lnTo>
                      <a:pt x="1916" y="584"/>
                    </a:lnTo>
                    <a:lnTo>
                      <a:pt x="1916" y="578"/>
                    </a:lnTo>
                    <a:lnTo>
                      <a:pt x="1910" y="578"/>
                    </a:lnTo>
                    <a:lnTo>
                      <a:pt x="1910" y="574"/>
                    </a:lnTo>
                    <a:lnTo>
                      <a:pt x="1904" y="574"/>
                    </a:lnTo>
                    <a:lnTo>
                      <a:pt x="1904" y="578"/>
                    </a:lnTo>
                    <a:lnTo>
                      <a:pt x="1898" y="578"/>
                    </a:lnTo>
                    <a:lnTo>
                      <a:pt x="1898" y="568"/>
                    </a:lnTo>
                    <a:lnTo>
                      <a:pt x="1904" y="568"/>
                    </a:lnTo>
                    <a:lnTo>
                      <a:pt x="1904" y="564"/>
                    </a:lnTo>
                    <a:lnTo>
                      <a:pt x="1910" y="564"/>
                    </a:lnTo>
                    <a:lnTo>
                      <a:pt x="1910" y="558"/>
                    </a:lnTo>
                    <a:lnTo>
                      <a:pt x="1916" y="558"/>
                    </a:lnTo>
                    <a:lnTo>
                      <a:pt x="1922" y="552"/>
                    </a:lnTo>
                    <a:lnTo>
                      <a:pt x="1922" y="548"/>
                    </a:lnTo>
                    <a:lnTo>
                      <a:pt x="1928" y="548"/>
                    </a:lnTo>
                    <a:lnTo>
                      <a:pt x="1928" y="542"/>
                    </a:lnTo>
                    <a:lnTo>
                      <a:pt x="1932" y="536"/>
                    </a:lnTo>
                    <a:lnTo>
                      <a:pt x="1938" y="536"/>
                    </a:lnTo>
                    <a:lnTo>
                      <a:pt x="1938" y="530"/>
                    </a:lnTo>
                    <a:lnTo>
                      <a:pt x="1944" y="530"/>
                    </a:lnTo>
                    <a:lnTo>
                      <a:pt x="1944" y="524"/>
                    </a:lnTo>
                    <a:lnTo>
                      <a:pt x="1986" y="524"/>
                    </a:lnTo>
                    <a:lnTo>
                      <a:pt x="1986" y="520"/>
                    </a:lnTo>
                    <a:lnTo>
                      <a:pt x="1992" y="520"/>
                    </a:lnTo>
                    <a:lnTo>
                      <a:pt x="1992" y="524"/>
                    </a:lnTo>
                    <a:lnTo>
                      <a:pt x="1986" y="530"/>
                    </a:lnTo>
                    <a:lnTo>
                      <a:pt x="1986" y="542"/>
                    </a:lnTo>
                    <a:lnTo>
                      <a:pt x="1992" y="542"/>
                    </a:lnTo>
                    <a:lnTo>
                      <a:pt x="1986" y="548"/>
                    </a:lnTo>
                    <a:lnTo>
                      <a:pt x="1998" y="548"/>
                    </a:lnTo>
                    <a:lnTo>
                      <a:pt x="1998" y="542"/>
                    </a:lnTo>
                    <a:lnTo>
                      <a:pt x="2004" y="542"/>
                    </a:lnTo>
                    <a:lnTo>
                      <a:pt x="2008" y="536"/>
                    </a:lnTo>
                    <a:lnTo>
                      <a:pt x="2012" y="536"/>
                    </a:lnTo>
                    <a:lnTo>
                      <a:pt x="2018" y="530"/>
                    </a:lnTo>
                    <a:lnTo>
                      <a:pt x="2030" y="530"/>
                    </a:lnTo>
                    <a:lnTo>
                      <a:pt x="2030" y="524"/>
                    </a:lnTo>
                    <a:lnTo>
                      <a:pt x="2024" y="524"/>
                    </a:lnTo>
                    <a:lnTo>
                      <a:pt x="2030" y="520"/>
                    </a:lnTo>
                    <a:lnTo>
                      <a:pt x="2030" y="510"/>
                    </a:lnTo>
                    <a:lnTo>
                      <a:pt x="2036" y="510"/>
                    </a:lnTo>
                    <a:lnTo>
                      <a:pt x="2036" y="504"/>
                    </a:lnTo>
                    <a:lnTo>
                      <a:pt x="2052" y="504"/>
                    </a:lnTo>
                    <a:lnTo>
                      <a:pt x="2052" y="510"/>
                    </a:lnTo>
                    <a:lnTo>
                      <a:pt x="2046" y="510"/>
                    </a:lnTo>
                    <a:lnTo>
                      <a:pt x="2046" y="524"/>
                    </a:lnTo>
                    <a:lnTo>
                      <a:pt x="2040" y="524"/>
                    </a:lnTo>
                    <a:lnTo>
                      <a:pt x="2036" y="536"/>
                    </a:lnTo>
                    <a:lnTo>
                      <a:pt x="2036" y="548"/>
                    </a:lnTo>
                    <a:lnTo>
                      <a:pt x="2024" y="548"/>
                    </a:lnTo>
                    <a:lnTo>
                      <a:pt x="2018" y="552"/>
                    </a:lnTo>
                    <a:lnTo>
                      <a:pt x="2012" y="552"/>
                    </a:lnTo>
                    <a:lnTo>
                      <a:pt x="2012" y="558"/>
                    </a:lnTo>
                    <a:lnTo>
                      <a:pt x="2008" y="558"/>
                    </a:lnTo>
                    <a:lnTo>
                      <a:pt x="2008" y="564"/>
                    </a:lnTo>
                    <a:lnTo>
                      <a:pt x="2004" y="568"/>
                    </a:lnTo>
                    <a:lnTo>
                      <a:pt x="1998" y="574"/>
                    </a:lnTo>
                    <a:lnTo>
                      <a:pt x="1992" y="574"/>
                    </a:lnTo>
                    <a:lnTo>
                      <a:pt x="1992" y="578"/>
                    </a:lnTo>
                    <a:lnTo>
                      <a:pt x="1986" y="578"/>
                    </a:lnTo>
                    <a:lnTo>
                      <a:pt x="1986" y="584"/>
                    </a:lnTo>
                    <a:lnTo>
                      <a:pt x="1982" y="584"/>
                    </a:lnTo>
                    <a:lnTo>
                      <a:pt x="1982" y="590"/>
                    </a:lnTo>
                    <a:lnTo>
                      <a:pt x="1976" y="596"/>
                    </a:lnTo>
                    <a:lnTo>
                      <a:pt x="1970" y="596"/>
                    </a:lnTo>
                    <a:lnTo>
                      <a:pt x="1970" y="602"/>
                    </a:lnTo>
                    <a:lnTo>
                      <a:pt x="1964" y="606"/>
                    </a:lnTo>
                    <a:lnTo>
                      <a:pt x="1958" y="606"/>
                    </a:lnTo>
                    <a:lnTo>
                      <a:pt x="1958" y="612"/>
                    </a:lnTo>
                    <a:lnTo>
                      <a:pt x="1950" y="612"/>
                    </a:lnTo>
                    <a:lnTo>
                      <a:pt x="1950" y="618"/>
                    </a:lnTo>
                    <a:lnTo>
                      <a:pt x="1944" y="618"/>
                    </a:lnTo>
                    <a:lnTo>
                      <a:pt x="1944" y="612"/>
                    </a:lnTo>
                    <a:lnTo>
                      <a:pt x="1938" y="618"/>
                    </a:lnTo>
                    <a:lnTo>
                      <a:pt x="1938" y="622"/>
                    </a:lnTo>
                    <a:lnTo>
                      <a:pt x="1944" y="622"/>
                    </a:lnTo>
                    <a:lnTo>
                      <a:pt x="1938" y="628"/>
                    </a:lnTo>
                    <a:lnTo>
                      <a:pt x="1938" y="632"/>
                    </a:lnTo>
                    <a:lnTo>
                      <a:pt x="1932" y="632"/>
                    </a:lnTo>
                    <a:lnTo>
                      <a:pt x="1932" y="638"/>
                    </a:lnTo>
                    <a:lnTo>
                      <a:pt x="1928" y="638"/>
                    </a:lnTo>
                    <a:lnTo>
                      <a:pt x="1928" y="644"/>
                    </a:lnTo>
                    <a:lnTo>
                      <a:pt x="1922" y="644"/>
                    </a:lnTo>
                    <a:lnTo>
                      <a:pt x="1922" y="698"/>
                    </a:lnTo>
                    <a:lnTo>
                      <a:pt x="1928" y="698"/>
                    </a:lnTo>
                    <a:lnTo>
                      <a:pt x="1928" y="726"/>
                    </a:lnTo>
                    <a:lnTo>
                      <a:pt x="1932" y="726"/>
                    </a:lnTo>
                    <a:lnTo>
                      <a:pt x="1932" y="730"/>
                    </a:lnTo>
                    <a:lnTo>
                      <a:pt x="1938" y="726"/>
                    </a:lnTo>
                    <a:lnTo>
                      <a:pt x="1938" y="730"/>
                    </a:lnTo>
                    <a:lnTo>
                      <a:pt x="1932" y="730"/>
                    </a:lnTo>
                    <a:lnTo>
                      <a:pt x="1938" y="736"/>
                    </a:lnTo>
                    <a:lnTo>
                      <a:pt x="1938" y="764"/>
                    </a:lnTo>
                    <a:lnTo>
                      <a:pt x="1944" y="758"/>
                    </a:lnTo>
                    <a:lnTo>
                      <a:pt x="1950" y="758"/>
                    </a:lnTo>
                    <a:lnTo>
                      <a:pt x="1950" y="752"/>
                    </a:lnTo>
                    <a:lnTo>
                      <a:pt x="1954" y="752"/>
                    </a:lnTo>
                    <a:lnTo>
                      <a:pt x="1954" y="746"/>
                    </a:lnTo>
                    <a:lnTo>
                      <a:pt x="1958" y="742"/>
                    </a:lnTo>
                    <a:lnTo>
                      <a:pt x="1958" y="736"/>
                    </a:lnTo>
                    <a:lnTo>
                      <a:pt x="1964" y="736"/>
                    </a:lnTo>
                    <a:lnTo>
                      <a:pt x="1964" y="720"/>
                    </a:lnTo>
                    <a:lnTo>
                      <a:pt x="1958" y="720"/>
                    </a:lnTo>
                    <a:lnTo>
                      <a:pt x="1964" y="716"/>
                    </a:lnTo>
                    <a:lnTo>
                      <a:pt x="1964" y="720"/>
                    </a:lnTo>
                    <a:lnTo>
                      <a:pt x="1970" y="720"/>
                    </a:lnTo>
                    <a:lnTo>
                      <a:pt x="1970" y="716"/>
                    </a:lnTo>
                    <a:lnTo>
                      <a:pt x="1986" y="716"/>
                    </a:lnTo>
                    <a:lnTo>
                      <a:pt x="1986" y="692"/>
                    </a:lnTo>
                    <a:lnTo>
                      <a:pt x="1992" y="692"/>
                    </a:lnTo>
                    <a:lnTo>
                      <a:pt x="1992" y="688"/>
                    </a:lnTo>
                    <a:lnTo>
                      <a:pt x="2008" y="688"/>
                    </a:lnTo>
                    <a:lnTo>
                      <a:pt x="2008" y="682"/>
                    </a:lnTo>
                    <a:lnTo>
                      <a:pt x="2012" y="682"/>
                    </a:lnTo>
                    <a:lnTo>
                      <a:pt x="2012" y="676"/>
                    </a:lnTo>
                    <a:lnTo>
                      <a:pt x="2008" y="676"/>
                    </a:lnTo>
                    <a:lnTo>
                      <a:pt x="2008" y="656"/>
                    </a:lnTo>
                    <a:lnTo>
                      <a:pt x="2012" y="656"/>
                    </a:lnTo>
                    <a:lnTo>
                      <a:pt x="2018" y="650"/>
                    </a:lnTo>
                    <a:lnTo>
                      <a:pt x="2024" y="656"/>
                    </a:lnTo>
                    <a:lnTo>
                      <a:pt x="2030" y="656"/>
                    </a:lnTo>
                    <a:lnTo>
                      <a:pt x="2036" y="650"/>
                    </a:lnTo>
                    <a:lnTo>
                      <a:pt x="2036" y="644"/>
                    </a:lnTo>
                    <a:lnTo>
                      <a:pt x="2030" y="644"/>
                    </a:lnTo>
                    <a:lnTo>
                      <a:pt x="2036" y="638"/>
                    </a:lnTo>
                    <a:lnTo>
                      <a:pt x="2024" y="638"/>
                    </a:lnTo>
                    <a:lnTo>
                      <a:pt x="2024" y="622"/>
                    </a:lnTo>
                    <a:lnTo>
                      <a:pt x="2030" y="622"/>
                    </a:lnTo>
                    <a:lnTo>
                      <a:pt x="2036" y="618"/>
                    </a:lnTo>
                    <a:lnTo>
                      <a:pt x="2030" y="612"/>
                    </a:lnTo>
                    <a:lnTo>
                      <a:pt x="2018" y="612"/>
                    </a:lnTo>
                    <a:lnTo>
                      <a:pt x="2018" y="618"/>
                    </a:lnTo>
                    <a:lnTo>
                      <a:pt x="2012" y="612"/>
                    </a:lnTo>
                    <a:lnTo>
                      <a:pt x="2012" y="602"/>
                    </a:lnTo>
                    <a:lnTo>
                      <a:pt x="2018" y="596"/>
                    </a:lnTo>
                    <a:lnTo>
                      <a:pt x="2024" y="596"/>
                    </a:lnTo>
                    <a:lnTo>
                      <a:pt x="2024" y="590"/>
                    </a:lnTo>
                    <a:lnTo>
                      <a:pt x="2030" y="590"/>
                    </a:lnTo>
                    <a:lnTo>
                      <a:pt x="2030" y="584"/>
                    </a:lnTo>
                    <a:lnTo>
                      <a:pt x="2036" y="584"/>
                    </a:lnTo>
                    <a:lnTo>
                      <a:pt x="2036" y="578"/>
                    </a:lnTo>
                    <a:lnTo>
                      <a:pt x="2030" y="578"/>
                    </a:lnTo>
                    <a:lnTo>
                      <a:pt x="2030" y="574"/>
                    </a:lnTo>
                    <a:lnTo>
                      <a:pt x="2036" y="574"/>
                    </a:lnTo>
                    <a:lnTo>
                      <a:pt x="2036" y="564"/>
                    </a:lnTo>
                    <a:lnTo>
                      <a:pt x="2052" y="564"/>
                    </a:lnTo>
                    <a:lnTo>
                      <a:pt x="2052" y="574"/>
                    </a:lnTo>
                    <a:lnTo>
                      <a:pt x="2058" y="568"/>
                    </a:lnTo>
                    <a:lnTo>
                      <a:pt x="2058" y="564"/>
                    </a:lnTo>
                    <a:lnTo>
                      <a:pt x="2062" y="558"/>
                    </a:lnTo>
                    <a:lnTo>
                      <a:pt x="2068" y="558"/>
                    </a:lnTo>
                    <a:lnTo>
                      <a:pt x="2072" y="552"/>
                    </a:lnTo>
                    <a:lnTo>
                      <a:pt x="2072" y="564"/>
                    </a:lnTo>
                    <a:lnTo>
                      <a:pt x="2068" y="564"/>
                    </a:lnTo>
                    <a:lnTo>
                      <a:pt x="2068" y="574"/>
                    </a:lnTo>
                    <a:lnTo>
                      <a:pt x="2072" y="574"/>
                    </a:lnTo>
                    <a:lnTo>
                      <a:pt x="2072" y="568"/>
                    </a:lnTo>
                    <a:lnTo>
                      <a:pt x="2078" y="568"/>
                    </a:lnTo>
                    <a:lnTo>
                      <a:pt x="2078" y="558"/>
                    </a:lnTo>
                    <a:lnTo>
                      <a:pt x="2096" y="558"/>
                    </a:lnTo>
                    <a:lnTo>
                      <a:pt x="2096" y="552"/>
                    </a:lnTo>
                    <a:lnTo>
                      <a:pt x="2116" y="552"/>
                    </a:lnTo>
                    <a:lnTo>
                      <a:pt x="2116" y="558"/>
                    </a:lnTo>
                    <a:lnTo>
                      <a:pt x="2122" y="558"/>
                    </a:lnTo>
                    <a:lnTo>
                      <a:pt x="2126" y="564"/>
                    </a:lnTo>
                    <a:lnTo>
                      <a:pt x="2126" y="568"/>
                    </a:lnTo>
                    <a:lnTo>
                      <a:pt x="2132" y="568"/>
                    </a:lnTo>
                    <a:lnTo>
                      <a:pt x="2132" y="558"/>
                    </a:lnTo>
                    <a:lnTo>
                      <a:pt x="2138" y="558"/>
                    </a:lnTo>
                    <a:lnTo>
                      <a:pt x="2138" y="552"/>
                    </a:lnTo>
                    <a:lnTo>
                      <a:pt x="2144" y="552"/>
                    </a:lnTo>
                    <a:lnTo>
                      <a:pt x="2144" y="548"/>
                    </a:lnTo>
                    <a:lnTo>
                      <a:pt x="2154" y="548"/>
                    </a:lnTo>
                    <a:lnTo>
                      <a:pt x="2154" y="542"/>
                    </a:lnTo>
                    <a:lnTo>
                      <a:pt x="2160" y="542"/>
                    </a:lnTo>
                    <a:lnTo>
                      <a:pt x="2160" y="536"/>
                    </a:lnTo>
                    <a:lnTo>
                      <a:pt x="2164" y="530"/>
                    </a:lnTo>
                    <a:lnTo>
                      <a:pt x="2164" y="536"/>
                    </a:lnTo>
                    <a:lnTo>
                      <a:pt x="2170" y="536"/>
                    </a:lnTo>
                    <a:lnTo>
                      <a:pt x="2176" y="530"/>
                    </a:lnTo>
                    <a:lnTo>
                      <a:pt x="2176" y="524"/>
                    </a:lnTo>
                    <a:lnTo>
                      <a:pt x="2192" y="524"/>
                    </a:lnTo>
                    <a:lnTo>
                      <a:pt x="2192" y="520"/>
                    </a:lnTo>
                    <a:lnTo>
                      <a:pt x="2198" y="520"/>
                    </a:lnTo>
                    <a:lnTo>
                      <a:pt x="2198" y="514"/>
                    </a:lnTo>
                    <a:lnTo>
                      <a:pt x="2214" y="514"/>
                    </a:lnTo>
                    <a:lnTo>
                      <a:pt x="2218" y="510"/>
                    </a:lnTo>
                    <a:lnTo>
                      <a:pt x="2246" y="510"/>
                    </a:lnTo>
                    <a:lnTo>
                      <a:pt x="2246" y="514"/>
                    </a:lnTo>
                    <a:lnTo>
                      <a:pt x="2258" y="514"/>
                    </a:lnTo>
                    <a:lnTo>
                      <a:pt x="2258" y="492"/>
                    </a:lnTo>
                    <a:lnTo>
                      <a:pt x="2252" y="492"/>
                    </a:lnTo>
                    <a:lnTo>
                      <a:pt x="2252" y="488"/>
                    </a:lnTo>
                    <a:lnTo>
                      <a:pt x="2246" y="482"/>
                    </a:lnTo>
                    <a:lnTo>
                      <a:pt x="2246" y="488"/>
                    </a:lnTo>
                    <a:lnTo>
                      <a:pt x="2240" y="482"/>
                    </a:lnTo>
                    <a:lnTo>
                      <a:pt x="2246" y="482"/>
                    </a:lnTo>
                    <a:lnTo>
                      <a:pt x="2246" y="464"/>
                    </a:lnTo>
                    <a:lnTo>
                      <a:pt x="2230" y="464"/>
                    </a:lnTo>
                    <a:lnTo>
                      <a:pt x="2230" y="456"/>
                    </a:lnTo>
                    <a:lnTo>
                      <a:pt x="2224" y="450"/>
                    </a:lnTo>
                    <a:lnTo>
                      <a:pt x="2230" y="450"/>
                    </a:lnTo>
                    <a:lnTo>
                      <a:pt x="2230" y="456"/>
                    </a:lnTo>
                    <a:lnTo>
                      <a:pt x="2246" y="456"/>
                    </a:lnTo>
                    <a:lnTo>
                      <a:pt x="2246" y="460"/>
                    </a:lnTo>
                    <a:lnTo>
                      <a:pt x="2252" y="456"/>
                    </a:lnTo>
                    <a:lnTo>
                      <a:pt x="2264" y="456"/>
                    </a:lnTo>
                    <a:lnTo>
                      <a:pt x="2264" y="450"/>
                    </a:lnTo>
                    <a:lnTo>
                      <a:pt x="2268" y="450"/>
                    </a:lnTo>
                    <a:lnTo>
                      <a:pt x="2268" y="444"/>
                    </a:lnTo>
                    <a:lnTo>
                      <a:pt x="2272" y="444"/>
                    </a:lnTo>
                    <a:lnTo>
                      <a:pt x="2272" y="438"/>
                    </a:lnTo>
                    <a:lnTo>
                      <a:pt x="2278" y="438"/>
                    </a:lnTo>
                    <a:lnTo>
                      <a:pt x="2272" y="434"/>
                    </a:lnTo>
                    <a:lnTo>
                      <a:pt x="2268" y="434"/>
                    </a:lnTo>
                    <a:lnTo>
                      <a:pt x="2268" y="416"/>
                    </a:lnTo>
                    <a:lnTo>
                      <a:pt x="2272" y="422"/>
                    </a:lnTo>
                    <a:lnTo>
                      <a:pt x="2278" y="422"/>
                    </a:lnTo>
                    <a:lnTo>
                      <a:pt x="2278" y="416"/>
                    </a:lnTo>
                    <a:lnTo>
                      <a:pt x="2290" y="416"/>
                    </a:lnTo>
                    <a:lnTo>
                      <a:pt x="2284" y="422"/>
                    </a:lnTo>
                    <a:lnTo>
                      <a:pt x="2284" y="434"/>
                    </a:lnTo>
                    <a:lnTo>
                      <a:pt x="2290" y="434"/>
                    </a:lnTo>
                    <a:lnTo>
                      <a:pt x="2284" y="438"/>
                    </a:lnTo>
                    <a:lnTo>
                      <a:pt x="2306" y="438"/>
                    </a:lnTo>
                    <a:lnTo>
                      <a:pt x="2306" y="434"/>
                    </a:lnTo>
                    <a:lnTo>
                      <a:pt x="2318" y="434"/>
                    </a:lnTo>
                    <a:lnTo>
                      <a:pt x="2318" y="438"/>
                    </a:lnTo>
                    <a:lnTo>
                      <a:pt x="2324" y="438"/>
                    </a:lnTo>
                    <a:lnTo>
                      <a:pt x="2324" y="444"/>
                    </a:lnTo>
                    <a:lnTo>
                      <a:pt x="2326" y="444"/>
                    </a:lnTo>
                    <a:lnTo>
                      <a:pt x="2326" y="456"/>
                    </a:lnTo>
                    <a:lnTo>
                      <a:pt x="2344" y="456"/>
                    </a:lnTo>
                    <a:lnTo>
                      <a:pt x="2350" y="460"/>
                    </a:lnTo>
                    <a:lnTo>
                      <a:pt x="2350" y="464"/>
                    </a:lnTo>
                    <a:lnTo>
                      <a:pt x="2378" y="464"/>
                    </a:lnTo>
                    <a:lnTo>
                      <a:pt x="2378" y="460"/>
                    </a:lnTo>
                    <a:lnTo>
                      <a:pt x="2366" y="460"/>
                    </a:lnTo>
                    <a:lnTo>
                      <a:pt x="2366" y="456"/>
                    </a:lnTo>
                    <a:lnTo>
                      <a:pt x="2378" y="456"/>
                    </a:lnTo>
                    <a:lnTo>
                      <a:pt x="2378" y="438"/>
                    </a:lnTo>
                    <a:lnTo>
                      <a:pt x="2392" y="438"/>
                    </a:lnTo>
                    <a:lnTo>
                      <a:pt x="2392" y="434"/>
                    </a:lnTo>
                    <a:lnTo>
                      <a:pt x="2404" y="434"/>
                    </a:lnTo>
                    <a:lnTo>
                      <a:pt x="2404" y="416"/>
                    </a:lnTo>
                    <a:lnTo>
                      <a:pt x="2398" y="416"/>
                    </a:lnTo>
                    <a:lnTo>
                      <a:pt x="2398" y="410"/>
                    </a:lnTo>
                    <a:lnTo>
                      <a:pt x="2398" y="410"/>
                    </a:lnTo>
                    <a:lnTo>
                      <a:pt x="2398" y="410"/>
                    </a:lnTo>
                    <a:close/>
                    <a:moveTo>
                      <a:pt x="806" y="692"/>
                    </a:moveTo>
                    <a:lnTo>
                      <a:pt x="806" y="688"/>
                    </a:lnTo>
                    <a:lnTo>
                      <a:pt x="812" y="692"/>
                    </a:lnTo>
                    <a:lnTo>
                      <a:pt x="806" y="692"/>
                    </a:lnTo>
                    <a:lnTo>
                      <a:pt x="806" y="692"/>
                    </a:lnTo>
                    <a:lnTo>
                      <a:pt x="806" y="692"/>
                    </a:lnTo>
                    <a:close/>
                    <a:moveTo>
                      <a:pt x="936" y="238"/>
                    </a:moveTo>
                    <a:lnTo>
                      <a:pt x="936" y="234"/>
                    </a:lnTo>
                    <a:lnTo>
                      <a:pt x="940" y="234"/>
                    </a:lnTo>
                    <a:lnTo>
                      <a:pt x="936" y="238"/>
                    </a:lnTo>
                    <a:lnTo>
                      <a:pt x="936" y="238"/>
                    </a:lnTo>
                    <a:lnTo>
                      <a:pt x="936" y="238"/>
                    </a:lnTo>
                    <a:close/>
                    <a:moveTo>
                      <a:pt x="946" y="242"/>
                    </a:moveTo>
                    <a:lnTo>
                      <a:pt x="940" y="242"/>
                    </a:lnTo>
                    <a:lnTo>
                      <a:pt x="940" y="238"/>
                    </a:lnTo>
                    <a:lnTo>
                      <a:pt x="946" y="238"/>
                    </a:lnTo>
                    <a:lnTo>
                      <a:pt x="946" y="242"/>
                    </a:lnTo>
                    <a:lnTo>
                      <a:pt x="946" y="242"/>
                    </a:lnTo>
                    <a:lnTo>
                      <a:pt x="946" y="242"/>
                    </a:lnTo>
                    <a:close/>
                    <a:moveTo>
                      <a:pt x="1126" y="180"/>
                    </a:moveTo>
                    <a:lnTo>
                      <a:pt x="1120" y="180"/>
                    </a:lnTo>
                    <a:lnTo>
                      <a:pt x="1126" y="174"/>
                    </a:lnTo>
                    <a:lnTo>
                      <a:pt x="1126" y="180"/>
                    </a:lnTo>
                    <a:lnTo>
                      <a:pt x="1126" y="180"/>
                    </a:lnTo>
                    <a:lnTo>
                      <a:pt x="1126" y="180"/>
                    </a:lnTo>
                    <a:close/>
                    <a:moveTo>
                      <a:pt x="1136" y="182"/>
                    </a:moveTo>
                    <a:lnTo>
                      <a:pt x="1132" y="182"/>
                    </a:lnTo>
                    <a:lnTo>
                      <a:pt x="1132" y="180"/>
                    </a:lnTo>
                    <a:lnTo>
                      <a:pt x="1136" y="180"/>
                    </a:lnTo>
                    <a:lnTo>
                      <a:pt x="1136" y="182"/>
                    </a:lnTo>
                    <a:lnTo>
                      <a:pt x="1136" y="182"/>
                    </a:lnTo>
                    <a:lnTo>
                      <a:pt x="1136" y="182"/>
                    </a:lnTo>
                    <a:close/>
                    <a:moveTo>
                      <a:pt x="1168" y="156"/>
                    </a:moveTo>
                    <a:lnTo>
                      <a:pt x="1162" y="152"/>
                    </a:lnTo>
                    <a:lnTo>
                      <a:pt x="1168" y="152"/>
                    </a:lnTo>
                    <a:lnTo>
                      <a:pt x="1168" y="156"/>
                    </a:lnTo>
                    <a:lnTo>
                      <a:pt x="1168" y="156"/>
                    </a:lnTo>
                    <a:lnTo>
                      <a:pt x="1168" y="156"/>
                    </a:lnTo>
                    <a:close/>
                    <a:moveTo>
                      <a:pt x="1520" y="288"/>
                    </a:moveTo>
                    <a:lnTo>
                      <a:pt x="1516" y="282"/>
                    </a:lnTo>
                    <a:lnTo>
                      <a:pt x="1516" y="276"/>
                    </a:lnTo>
                    <a:lnTo>
                      <a:pt x="1520" y="276"/>
                    </a:lnTo>
                    <a:lnTo>
                      <a:pt x="1520" y="288"/>
                    </a:lnTo>
                    <a:lnTo>
                      <a:pt x="1520" y="288"/>
                    </a:lnTo>
                    <a:lnTo>
                      <a:pt x="1520" y="288"/>
                    </a:lnTo>
                    <a:close/>
                    <a:moveTo>
                      <a:pt x="1844" y="296"/>
                    </a:moveTo>
                    <a:lnTo>
                      <a:pt x="1842" y="296"/>
                    </a:lnTo>
                    <a:lnTo>
                      <a:pt x="1844" y="292"/>
                    </a:lnTo>
                    <a:lnTo>
                      <a:pt x="1844" y="296"/>
                    </a:lnTo>
                    <a:lnTo>
                      <a:pt x="1844" y="296"/>
                    </a:lnTo>
                    <a:lnTo>
                      <a:pt x="1844" y="296"/>
                    </a:lnTo>
                    <a:close/>
                    <a:moveTo>
                      <a:pt x="2214" y="460"/>
                    </a:moveTo>
                    <a:lnTo>
                      <a:pt x="2210" y="460"/>
                    </a:lnTo>
                    <a:lnTo>
                      <a:pt x="2210" y="450"/>
                    </a:lnTo>
                    <a:lnTo>
                      <a:pt x="2214" y="456"/>
                    </a:lnTo>
                    <a:lnTo>
                      <a:pt x="2214" y="460"/>
                    </a:lnTo>
                    <a:lnTo>
                      <a:pt x="2214" y="460"/>
                    </a:lnTo>
                    <a:lnTo>
                      <a:pt x="2214" y="460"/>
                    </a:lnTo>
                    <a:close/>
                    <a:moveTo>
                      <a:pt x="2408" y="416"/>
                    </a:moveTo>
                    <a:lnTo>
                      <a:pt x="2408" y="428"/>
                    </a:lnTo>
                    <a:lnTo>
                      <a:pt x="2414" y="428"/>
                    </a:lnTo>
                    <a:lnTo>
                      <a:pt x="2414" y="422"/>
                    </a:lnTo>
                    <a:lnTo>
                      <a:pt x="2408" y="416"/>
                    </a:lnTo>
                    <a:lnTo>
                      <a:pt x="2408" y="416"/>
                    </a:lnTo>
                    <a:lnTo>
                      <a:pt x="2408" y="416"/>
                    </a:lnTo>
                    <a:close/>
                    <a:moveTo>
                      <a:pt x="2306" y="292"/>
                    </a:moveTo>
                    <a:lnTo>
                      <a:pt x="2300" y="296"/>
                    </a:lnTo>
                    <a:lnTo>
                      <a:pt x="2284" y="296"/>
                    </a:lnTo>
                    <a:lnTo>
                      <a:pt x="2278" y="302"/>
                    </a:lnTo>
                    <a:lnTo>
                      <a:pt x="2272" y="302"/>
                    </a:lnTo>
                    <a:lnTo>
                      <a:pt x="2268" y="296"/>
                    </a:lnTo>
                    <a:lnTo>
                      <a:pt x="2264" y="296"/>
                    </a:lnTo>
                    <a:lnTo>
                      <a:pt x="2264" y="302"/>
                    </a:lnTo>
                    <a:lnTo>
                      <a:pt x="2246" y="302"/>
                    </a:lnTo>
                    <a:lnTo>
                      <a:pt x="2246" y="296"/>
                    </a:lnTo>
                    <a:lnTo>
                      <a:pt x="2252" y="296"/>
                    </a:lnTo>
                    <a:lnTo>
                      <a:pt x="2252" y="292"/>
                    </a:lnTo>
                    <a:lnTo>
                      <a:pt x="2258" y="292"/>
                    </a:lnTo>
                    <a:lnTo>
                      <a:pt x="2258" y="288"/>
                    </a:lnTo>
                    <a:lnTo>
                      <a:pt x="2296" y="288"/>
                    </a:lnTo>
                    <a:lnTo>
                      <a:pt x="2296" y="292"/>
                    </a:lnTo>
                    <a:lnTo>
                      <a:pt x="2306" y="292"/>
                    </a:lnTo>
                    <a:lnTo>
                      <a:pt x="2306" y="292"/>
                    </a:lnTo>
                    <a:lnTo>
                      <a:pt x="2306" y="292"/>
                    </a:lnTo>
                    <a:close/>
                    <a:moveTo>
                      <a:pt x="1314" y="152"/>
                    </a:moveTo>
                    <a:lnTo>
                      <a:pt x="1308" y="152"/>
                    </a:lnTo>
                    <a:lnTo>
                      <a:pt x="1308" y="152"/>
                    </a:lnTo>
                    <a:lnTo>
                      <a:pt x="1304" y="152"/>
                    </a:lnTo>
                    <a:lnTo>
                      <a:pt x="1308" y="152"/>
                    </a:lnTo>
                    <a:lnTo>
                      <a:pt x="1314" y="152"/>
                    </a:lnTo>
                    <a:lnTo>
                      <a:pt x="1314" y="152"/>
                    </a:lnTo>
                    <a:lnTo>
                      <a:pt x="1314" y="152"/>
                    </a:lnTo>
                    <a:lnTo>
                      <a:pt x="1314" y="152"/>
                    </a:lnTo>
                    <a:lnTo>
                      <a:pt x="1314" y="152"/>
                    </a:lnTo>
                    <a:lnTo>
                      <a:pt x="1314" y="152"/>
                    </a:lnTo>
                    <a:lnTo>
                      <a:pt x="1314" y="152"/>
                    </a:lnTo>
                    <a:close/>
                    <a:moveTo>
                      <a:pt x="1466" y="242"/>
                    </a:moveTo>
                    <a:lnTo>
                      <a:pt x="1466" y="238"/>
                    </a:lnTo>
                    <a:lnTo>
                      <a:pt x="1466" y="238"/>
                    </a:lnTo>
                    <a:lnTo>
                      <a:pt x="1466" y="234"/>
                    </a:lnTo>
                    <a:lnTo>
                      <a:pt x="1466" y="228"/>
                    </a:lnTo>
                    <a:lnTo>
                      <a:pt x="1466" y="228"/>
                    </a:lnTo>
                    <a:lnTo>
                      <a:pt x="1466" y="234"/>
                    </a:lnTo>
                    <a:lnTo>
                      <a:pt x="1472" y="234"/>
                    </a:lnTo>
                    <a:lnTo>
                      <a:pt x="1476" y="234"/>
                    </a:lnTo>
                    <a:lnTo>
                      <a:pt x="1472" y="228"/>
                    </a:lnTo>
                    <a:lnTo>
                      <a:pt x="1476" y="228"/>
                    </a:lnTo>
                    <a:lnTo>
                      <a:pt x="1482" y="228"/>
                    </a:lnTo>
                    <a:lnTo>
                      <a:pt x="1482" y="228"/>
                    </a:lnTo>
                    <a:lnTo>
                      <a:pt x="1482" y="228"/>
                    </a:lnTo>
                    <a:lnTo>
                      <a:pt x="1488" y="228"/>
                    </a:lnTo>
                    <a:lnTo>
                      <a:pt x="1488" y="234"/>
                    </a:lnTo>
                    <a:lnTo>
                      <a:pt x="1494" y="228"/>
                    </a:lnTo>
                    <a:lnTo>
                      <a:pt x="1494" y="234"/>
                    </a:lnTo>
                    <a:lnTo>
                      <a:pt x="1494" y="234"/>
                    </a:lnTo>
                    <a:lnTo>
                      <a:pt x="1500" y="234"/>
                    </a:lnTo>
                    <a:lnTo>
                      <a:pt x="1500" y="238"/>
                    </a:lnTo>
                    <a:lnTo>
                      <a:pt x="1494" y="238"/>
                    </a:lnTo>
                    <a:lnTo>
                      <a:pt x="1500" y="238"/>
                    </a:lnTo>
                    <a:lnTo>
                      <a:pt x="1504" y="238"/>
                    </a:lnTo>
                    <a:lnTo>
                      <a:pt x="1504" y="234"/>
                    </a:lnTo>
                    <a:lnTo>
                      <a:pt x="1504" y="234"/>
                    </a:lnTo>
                    <a:lnTo>
                      <a:pt x="1510" y="234"/>
                    </a:lnTo>
                    <a:lnTo>
                      <a:pt x="1504" y="238"/>
                    </a:lnTo>
                    <a:lnTo>
                      <a:pt x="1510" y="238"/>
                    </a:lnTo>
                    <a:lnTo>
                      <a:pt x="1510" y="238"/>
                    </a:lnTo>
                    <a:lnTo>
                      <a:pt x="1510" y="242"/>
                    </a:lnTo>
                    <a:lnTo>
                      <a:pt x="1516" y="242"/>
                    </a:lnTo>
                    <a:lnTo>
                      <a:pt x="1516" y="248"/>
                    </a:lnTo>
                    <a:lnTo>
                      <a:pt x="1510" y="248"/>
                    </a:lnTo>
                    <a:lnTo>
                      <a:pt x="1510" y="248"/>
                    </a:lnTo>
                    <a:lnTo>
                      <a:pt x="1504" y="248"/>
                    </a:lnTo>
                    <a:lnTo>
                      <a:pt x="1510" y="248"/>
                    </a:lnTo>
                    <a:lnTo>
                      <a:pt x="1510" y="254"/>
                    </a:lnTo>
                    <a:lnTo>
                      <a:pt x="1504" y="254"/>
                    </a:lnTo>
                    <a:lnTo>
                      <a:pt x="1504" y="260"/>
                    </a:lnTo>
                    <a:lnTo>
                      <a:pt x="1504" y="260"/>
                    </a:lnTo>
                    <a:lnTo>
                      <a:pt x="1504" y="266"/>
                    </a:lnTo>
                    <a:lnTo>
                      <a:pt x="1504" y="266"/>
                    </a:lnTo>
                    <a:lnTo>
                      <a:pt x="1500" y="266"/>
                    </a:lnTo>
                    <a:lnTo>
                      <a:pt x="1500" y="260"/>
                    </a:lnTo>
                    <a:lnTo>
                      <a:pt x="1494" y="260"/>
                    </a:lnTo>
                    <a:lnTo>
                      <a:pt x="1494" y="260"/>
                    </a:lnTo>
                    <a:lnTo>
                      <a:pt x="1494" y="260"/>
                    </a:lnTo>
                    <a:lnTo>
                      <a:pt x="1488" y="260"/>
                    </a:lnTo>
                    <a:lnTo>
                      <a:pt x="1488" y="254"/>
                    </a:lnTo>
                    <a:lnTo>
                      <a:pt x="1482" y="254"/>
                    </a:lnTo>
                    <a:lnTo>
                      <a:pt x="1482" y="254"/>
                    </a:lnTo>
                    <a:lnTo>
                      <a:pt x="1476" y="254"/>
                    </a:lnTo>
                    <a:lnTo>
                      <a:pt x="1472" y="254"/>
                    </a:lnTo>
                    <a:lnTo>
                      <a:pt x="1466" y="254"/>
                    </a:lnTo>
                    <a:lnTo>
                      <a:pt x="1466" y="248"/>
                    </a:lnTo>
                    <a:lnTo>
                      <a:pt x="1466" y="248"/>
                    </a:lnTo>
                    <a:lnTo>
                      <a:pt x="1462" y="248"/>
                    </a:lnTo>
                    <a:lnTo>
                      <a:pt x="1456" y="248"/>
                    </a:lnTo>
                    <a:lnTo>
                      <a:pt x="1456" y="248"/>
                    </a:lnTo>
                    <a:lnTo>
                      <a:pt x="1456" y="248"/>
                    </a:lnTo>
                    <a:lnTo>
                      <a:pt x="1456" y="248"/>
                    </a:lnTo>
                    <a:lnTo>
                      <a:pt x="1462" y="248"/>
                    </a:lnTo>
                    <a:lnTo>
                      <a:pt x="1466" y="248"/>
                    </a:lnTo>
                    <a:lnTo>
                      <a:pt x="1466" y="248"/>
                    </a:lnTo>
                    <a:lnTo>
                      <a:pt x="1466" y="242"/>
                    </a:lnTo>
                    <a:lnTo>
                      <a:pt x="1466" y="242"/>
                    </a:lnTo>
                    <a:lnTo>
                      <a:pt x="1466" y="242"/>
                    </a:lnTo>
                    <a:lnTo>
                      <a:pt x="1466" y="242"/>
                    </a:lnTo>
                    <a:lnTo>
                      <a:pt x="1466" y="242"/>
                    </a:lnTo>
                    <a:close/>
                    <a:moveTo>
                      <a:pt x="1516" y="248"/>
                    </a:moveTo>
                    <a:lnTo>
                      <a:pt x="1516" y="242"/>
                    </a:lnTo>
                    <a:lnTo>
                      <a:pt x="1510" y="238"/>
                    </a:lnTo>
                    <a:lnTo>
                      <a:pt x="1516" y="238"/>
                    </a:lnTo>
                    <a:lnTo>
                      <a:pt x="1516" y="238"/>
                    </a:lnTo>
                    <a:lnTo>
                      <a:pt x="1516" y="234"/>
                    </a:lnTo>
                    <a:lnTo>
                      <a:pt x="1516" y="234"/>
                    </a:lnTo>
                    <a:lnTo>
                      <a:pt x="1516" y="234"/>
                    </a:lnTo>
                    <a:lnTo>
                      <a:pt x="1520" y="234"/>
                    </a:lnTo>
                    <a:lnTo>
                      <a:pt x="1526" y="238"/>
                    </a:lnTo>
                    <a:lnTo>
                      <a:pt x="1530" y="238"/>
                    </a:lnTo>
                    <a:lnTo>
                      <a:pt x="1530" y="238"/>
                    </a:lnTo>
                    <a:lnTo>
                      <a:pt x="1530" y="238"/>
                    </a:lnTo>
                    <a:lnTo>
                      <a:pt x="1536" y="238"/>
                    </a:lnTo>
                    <a:lnTo>
                      <a:pt x="1542" y="238"/>
                    </a:lnTo>
                    <a:lnTo>
                      <a:pt x="1542" y="238"/>
                    </a:lnTo>
                    <a:lnTo>
                      <a:pt x="1542" y="242"/>
                    </a:lnTo>
                    <a:lnTo>
                      <a:pt x="1542" y="248"/>
                    </a:lnTo>
                    <a:lnTo>
                      <a:pt x="1542" y="242"/>
                    </a:lnTo>
                    <a:lnTo>
                      <a:pt x="1548" y="242"/>
                    </a:lnTo>
                    <a:lnTo>
                      <a:pt x="1548" y="248"/>
                    </a:lnTo>
                    <a:lnTo>
                      <a:pt x="1542" y="248"/>
                    </a:lnTo>
                    <a:lnTo>
                      <a:pt x="1542" y="248"/>
                    </a:lnTo>
                    <a:lnTo>
                      <a:pt x="1536" y="248"/>
                    </a:lnTo>
                    <a:lnTo>
                      <a:pt x="1530" y="248"/>
                    </a:lnTo>
                    <a:lnTo>
                      <a:pt x="1530" y="254"/>
                    </a:lnTo>
                    <a:lnTo>
                      <a:pt x="1530" y="254"/>
                    </a:lnTo>
                    <a:lnTo>
                      <a:pt x="1526" y="254"/>
                    </a:lnTo>
                    <a:lnTo>
                      <a:pt x="1520" y="254"/>
                    </a:lnTo>
                    <a:lnTo>
                      <a:pt x="1516" y="260"/>
                    </a:lnTo>
                    <a:lnTo>
                      <a:pt x="1516" y="260"/>
                    </a:lnTo>
                    <a:lnTo>
                      <a:pt x="1510" y="260"/>
                    </a:lnTo>
                    <a:lnTo>
                      <a:pt x="1510" y="260"/>
                    </a:lnTo>
                    <a:lnTo>
                      <a:pt x="1504" y="260"/>
                    </a:lnTo>
                    <a:lnTo>
                      <a:pt x="1504" y="254"/>
                    </a:lnTo>
                    <a:lnTo>
                      <a:pt x="1510" y="254"/>
                    </a:lnTo>
                    <a:lnTo>
                      <a:pt x="1510" y="248"/>
                    </a:lnTo>
                    <a:lnTo>
                      <a:pt x="1504" y="248"/>
                    </a:lnTo>
                    <a:lnTo>
                      <a:pt x="1510" y="248"/>
                    </a:lnTo>
                    <a:lnTo>
                      <a:pt x="1510" y="248"/>
                    </a:lnTo>
                    <a:lnTo>
                      <a:pt x="1516" y="248"/>
                    </a:lnTo>
                    <a:lnTo>
                      <a:pt x="1516" y="248"/>
                    </a:lnTo>
                    <a:lnTo>
                      <a:pt x="1516" y="248"/>
                    </a:lnTo>
                    <a:lnTo>
                      <a:pt x="1516" y="248"/>
                    </a:lnTo>
                    <a:close/>
                    <a:moveTo>
                      <a:pt x="1520" y="260"/>
                    </a:moveTo>
                    <a:lnTo>
                      <a:pt x="1520" y="254"/>
                    </a:lnTo>
                    <a:lnTo>
                      <a:pt x="1526" y="254"/>
                    </a:lnTo>
                    <a:lnTo>
                      <a:pt x="1530" y="254"/>
                    </a:lnTo>
                    <a:lnTo>
                      <a:pt x="1530" y="254"/>
                    </a:lnTo>
                    <a:lnTo>
                      <a:pt x="1536" y="254"/>
                    </a:lnTo>
                    <a:lnTo>
                      <a:pt x="1542" y="254"/>
                    </a:lnTo>
                    <a:lnTo>
                      <a:pt x="1542" y="254"/>
                    </a:lnTo>
                    <a:lnTo>
                      <a:pt x="1548" y="254"/>
                    </a:lnTo>
                    <a:lnTo>
                      <a:pt x="1554" y="254"/>
                    </a:lnTo>
                    <a:lnTo>
                      <a:pt x="1548" y="260"/>
                    </a:lnTo>
                    <a:lnTo>
                      <a:pt x="1542" y="254"/>
                    </a:lnTo>
                    <a:lnTo>
                      <a:pt x="1542" y="254"/>
                    </a:lnTo>
                    <a:lnTo>
                      <a:pt x="1536" y="254"/>
                    </a:lnTo>
                    <a:lnTo>
                      <a:pt x="1530" y="260"/>
                    </a:lnTo>
                    <a:lnTo>
                      <a:pt x="1530" y="254"/>
                    </a:lnTo>
                    <a:lnTo>
                      <a:pt x="1526" y="260"/>
                    </a:lnTo>
                    <a:lnTo>
                      <a:pt x="1520" y="260"/>
                    </a:lnTo>
                    <a:lnTo>
                      <a:pt x="1520" y="260"/>
                    </a:lnTo>
                    <a:lnTo>
                      <a:pt x="1520" y="260"/>
                    </a:lnTo>
                    <a:lnTo>
                      <a:pt x="1520" y="260"/>
                    </a:lnTo>
                    <a:close/>
                    <a:moveTo>
                      <a:pt x="1516" y="260"/>
                    </a:moveTo>
                    <a:lnTo>
                      <a:pt x="1516" y="260"/>
                    </a:lnTo>
                    <a:lnTo>
                      <a:pt x="1516" y="260"/>
                    </a:lnTo>
                    <a:lnTo>
                      <a:pt x="1520" y="260"/>
                    </a:lnTo>
                    <a:lnTo>
                      <a:pt x="1526" y="260"/>
                    </a:lnTo>
                    <a:lnTo>
                      <a:pt x="1530" y="260"/>
                    </a:lnTo>
                    <a:lnTo>
                      <a:pt x="1530" y="260"/>
                    </a:lnTo>
                    <a:lnTo>
                      <a:pt x="1542" y="260"/>
                    </a:lnTo>
                    <a:lnTo>
                      <a:pt x="1542" y="260"/>
                    </a:lnTo>
                    <a:lnTo>
                      <a:pt x="1548" y="260"/>
                    </a:lnTo>
                    <a:lnTo>
                      <a:pt x="1554" y="260"/>
                    </a:lnTo>
                    <a:lnTo>
                      <a:pt x="1554" y="266"/>
                    </a:lnTo>
                    <a:lnTo>
                      <a:pt x="1554" y="266"/>
                    </a:lnTo>
                    <a:lnTo>
                      <a:pt x="1554" y="270"/>
                    </a:lnTo>
                    <a:lnTo>
                      <a:pt x="1554" y="270"/>
                    </a:lnTo>
                    <a:lnTo>
                      <a:pt x="1548" y="270"/>
                    </a:lnTo>
                    <a:lnTo>
                      <a:pt x="1554" y="270"/>
                    </a:lnTo>
                    <a:lnTo>
                      <a:pt x="1548" y="276"/>
                    </a:lnTo>
                    <a:lnTo>
                      <a:pt x="1542" y="276"/>
                    </a:lnTo>
                    <a:lnTo>
                      <a:pt x="1542" y="276"/>
                    </a:lnTo>
                    <a:lnTo>
                      <a:pt x="1542" y="270"/>
                    </a:lnTo>
                    <a:lnTo>
                      <a:pt x="1536" y="270"/>
                    </a:lnTo>
                    <a:lnTo>
                      <a:pt x="1536" y="266"/>
                    </a:lnTo>
                    <a:lnTo>
                      <a:pt x="1530" y="266"/>
                    </a:lnTo>
                    <a:lnTo>
                      <a:pt x="1530" y="266"/>
                    </a:lnTo>
                    <a:lnTo>
                      <a:pt x="1530" y="260"/>
                    </a:lnTo>
                    <a:lnTo>
                      <a:pt x="1526" y="260"/>
                    </a:lnTo>
                    <a:lnTo>
                      <a:pt x="1520" y="260"/>
                    </a:lnTo>
                    <a:lnTo>
                      <a:pt x="1516" y="260"/>
                    </a:lnTo>
                    <a:lnTo>
                      <a:pt x="1516" y="260"/>
                    </a:lnTo>
                    <a:lnTo>
                      <a:pt x="1516" y="260"/>
                    </a:lnTo>
                    <a:lnTo>
                      <a:pt x="1516" y="260"/>
                    </a:lnTo>
                    <a:lnTo>
                      <a:pt x="1516" y="260"/>
                    </a:lnTo>
                    <a:close/>
                    <a:moveTo>
                      <a:pt x="1998" y="302"/>
                    </a:moveTo>
                    <a:lnTo>
                      <a:pt x="1992" y="302"/>
                    </a:lnTo>
                    <a:lnTo>
                      <a:pt x="1998" y="302"/>
                    </a:lnTo>
                    <a:lnTo>
                      <a:pt x="1998" y="302"/>
                    </a:lnTo>
                    <a:lnTo>
                      <a:pt x="1998" y="302"/>
                    </a:lnTo>
                    <a:lnTo>
                      <a:pt x="1998" y="302"/>
                    </a:lnTo>
                    <a:close/>
                    <a:moveTo>
                      <a:pt x="562" y="348"/>
                    </a:moveTo>
                    <a:lnTo>
                      <a:pt x="556" y="348"/>
                    </a:lnTo>
                    <a:lnTo>
                      <a:pt x="550" y="348"/>
                    </a:lnTo>
                    <a:lnTo>
                      <a:pt x="550" y="342"/>
                    </a:lnTo>
                    <a:lnTo>
                      <a:pt x="550" y="348"/>
                    </a:lnTo>
                    <a:lnTo>
                      <a:pt x="556" y="348"/>
                    </a:lnTo>
                    <a:lnTo>
                      <a:pt x="562" y="348"/>
                    </a:lnTo>
                    <a:lnTo>
                      <a:pt x="562" y="348"/>
                    </a:lnTo>
                    <a:lnTo>
                      <a:pt x="562" y="348"/>
                    </a:lnTo>
                    <a:lnTo>
                      <a:pt x="562" y="348"/>
                    </a:lnTo>
                    <a:lnTo>
                      <a:pt x="562" y="348"/>
                    </a:lnTo>
                    <a:close/>
                    <a:moveTo>
                      <a:pt x="14" y="672"/>
                    </a:moveTo>
                    <a:lnTo>
                      <a:pt x="20" y="672"/>
                    </a:lnTo>
                    <a:lnTo>
                      <a:pt x="14" y="672"/>
                    </a:lnTo>
                    <a:lnTo>
                      <a:pt x="14" y="676"/>
                    </a:lnTo>
                    <a:lnTo>
                      <a:pt x="14" y="676"/>
                    </a:lnTo>
                    <a:lnTo>
                      <a:pt x="14" y="682"/>
                    </a:lnTo>
                    <a:lnTo>
                      <a:pt x="14" y="682"/>
                    </a:lnTo>
                    <a:lnTo>
                      <a:pt x="20" y="682"/>
                    </a:lnTo>
                    <a:lnTo>
                      <a:pt x="26" y="682"/>
                    </a:lnTo>
                    <a:lnTo>
                      <a:pt x="26" y="676"/>
                    </a:lnTo>
                    <a:lnTo>
                      <a:pt x="20" y="672"/>
                    </a:lnTo>
                    <a:lnTo>
                      <a:pt x="26" y="672"/>
                    </a:lnTo>
                    <a:lnTo>
                      <a:pt x="26" y="672"/>
                    </a:lnTo>
                    <a:lnTo>
                      <a:pt x="36" y="676"/>
                    </a:lnTo>
                    <a:lnTo>
                      <a:pt x="36" y="676"/>
                    </a:lnTo>
                    <a:lnTo>
                      <a:pt x="42" y="676"/>
                    </a:lnTo>
                    <a:lnTo>
                      <a:pt x="48" y="682"/>
                    </a:lnTo>
                    <a:lnTo>
                      <a:pt x="48" y="682"/>
                    </a:lnTo>
                    <a:lnTo>
                      <a:pt x="42" y="682"/>
                    </a:lnTo>
                    <a:lnTo>
                      <a:pt x="42" y="688"/>
                    </a:lnTo>
                    <a:lnTo>
                      <a:pt x="42" y="692"/>
                    </a:lnTo>
                    <a:lnTo>
                      <a:pt x="36" y="692"/>
                    </a:lnTo>
                    <a:lnTo>
                      <a:pt x="36" y="692"/>
                    </a:lnTo>
                    <a:lnTo>
                      <a:pt x="30" y="692"/>
                    </a:lnTo>
                    <a:lnTo>
                      <a:pt x="26" y="692"/>
                    </a:lnTo>
                    <a:lnTo>
                      <a:pt x="26" y="692"/>
                    </a:lnTo>
                    <a:lnTo>
                      <a:pt x="20" y="692"/>
                    </a:lnTo>
                    <a:lnTo>
                      <a:pt x="14" y="692"/>
                    </a:lnTo>
                    <a:lnTo>
                      <a:pt x="14" y="692"/>
                    </a:lnTo>
                    <a:lnTo>
                      <a:pt x="10" y="692"/>
                    </a:lnTo>
                    <a:lnTo>
                      <a:pt x="4" y="692"/>
                    </a:lnTo>
                    <a:lnTo>
                      <a:pt x="0" y="692"/>
                    </a:lnTo>
                    <a:lnTo>
                      <a:pt x="0" y="688"/>
                    </a:lnTo>
                    <a:lnTo>
                      <a:pt x="4" y="688"/>
                    </a:lnTo>
                    <a:lnTo>
                      <a:pt x="10" y="688"/>
                    </a:lnTo>
                    <a:lnTo>
                      <a:pt x="10" y="682"/>
                    </a:lnTo>
                    <a:lnTo>
                      <a:pt x="4" y="682"/>
                    </a:lnTo>
                    <a:lnTo>
                      <a:pt x="0" y="682"/>
                    </a:lnTo>
                    <a:lnTo>
                      <a:pt x="4" y="682"/>
                    </a:lnTo>
                    <a:lnTo>
                      <a:pt x="4" y="682"/>
                    </a:lnTo>
                    <a:lnTo>
                      <a:pt x="4" y="676"/>
                    </a:lnTo>
                    <a:lnTo>
                      <a:pt x="4" y="682"/>
                    </a:lnTo>
                    <a:lnTo>
                      <a:pt x="10" y="682"/>
                    </a:lnTo>
                    <a:lnTo>
                      <a:pt x="14" y="682"/>
                    </a:lnTo>
                    <a:lnTo>
                      <a:pt x="14" y="676"/>
                    </a:lnTo>
                    <a:lnTo>
                      <a:pt x="14" y="676"/>
                    </a:lnTo>
                    <a:lnTo>
                      <a:pt x="14" y="672"/>
                    </a:lnTo>
                    <a:lnTo>
                      <a:pt x="14" y="672"/>
                    </a:lnTo>
                    <a:lnTo>
                      <a:pt x="14" y="672"/>
                    </a:lnTo>
                    <a:lnTo>
                      <a:pt x="14" y="672"/>
                    </a:lnTo>
                    <a:close/>
                    <a:moveTo>
                      <a:pt x="0" y="688"/>
                    </a:moveTo>
                    <a:lnTo>
                      <a:pt x="0" y="688"/>
                    </a:lnTo>
                    <a:lnTo>
                      <a:pt x="0" y="688"/>
                    </a:lnTo>
                    <a:lnTo>
                      <a:pt x="0" y="688"/>
                    </a:lnTo>
                    <a:lnTo>
                      <a:pt x="0" y="688"/>
                    </a:lnTo>
                    <a:lnTo>
                      <a:pt x="0" y="688"/>
                    </a:lnTo>
                    <a:close/>
                    <a:moveTo>
                      <a:pt x="600" y="6"/>
                    </a:moveTo>
                    <a:lnTo>
                      <a:pt x="604" y="6"/>
                    </a:lnTo>
                    <a:lnTo>
                      <a:pt x="610" y="0"/>
                    </a:lnTo>
                    <a:lnTo>
                      <a:pt x="610" y="6"/>
                    </a:lnTo>
                    <a:lnTo>
                      <a:pt x="610" y="6"/>
                    </a:lnTo>
                    <a:lnTo>
                      <a:pt x="610" y="0"/>
                    </a:lnTo>
                    <a:lnTo>
                      <a:pt x="616" y="0"/>
                    </a:lnTo>
                    <a:lnTo>
                      <a:pt x="622" y="0"/>
                    </a:lnTo>
                    <a:lnTo>
                      <a:pt x="622" y="6"/>
                    </a:lnTo>
                    <a:lnTo>
                      <a:pt x="622" y="6"/>
                    </a:lnTo>
                    <a:lnTo>
                      <a:pt x="622" y="12"/>
                    </a:lnTo>
                    <a:lnTo>
                      <a:pt x="616" y="6"/>
                    </a:lnTo>
                    <a:lnTo>
                      <a:pt x="610" y="6"/>
                    </a:lnTo>
                    <a:lnTo>
                      <a:pt x="610" y="6"/>
                    </a:lnTo>
                    <a:lnTo>
                      <a:pt x="604" y="6"/>
                    </a:lnTo>
                    <a:lnTo>
                      <a:pt x="600" y="6"/>
                    </a:lnTo>
                    <a:lnTo>
                      <a:pt x="600" y="6"/>
                    </a:lnTo>
                    <a:lnTo>
                      <a:pt x="600" y="6"/>
                    </a:lnTo>
                    <a:lnTo>
                      <a:pt x="600" y="6"/>
                    </a:lnTo>
                    <a:close/>
                    <a:moveTo>
                      <a:pt x="546" y="6"/>
                    </a:moveTo>
                    <a:lnTo>
                      <a:pt x="550" y="6"/>
                    </a:lnTo>
                    <a:lnTo>
                      <a:pt x="550" y="6"/>
                    </a:lnTo>
                    <a:lnTo>
                      <a:pt x="550" y="12"/>
                    </a:lnTo>
                    <a:lnTo>
                      <a:pt x="550" y="12"/>
                    </a:lnTo>
                    <a:lnTo>
                      <a:pt x="546" y="12"/>
                    </a:lnTo>
                    <a:lnTo>
                      <a:pt x="546" y="6"/>
                    </a:lnTo>
                    <a:lnTo>
                      <a:pt x="546" y="6"/>
                    </a:lnTo>
                    <a:lnTo>
                      <a:pt x="546" y="6"/>
                    </a:lnTo>
                    <a:lnTo>
                      <a:pt x="546" y="6"/>
                    </a:lnTo>
                    <a:close/>
                    <a:moveTo>
                      <a:pt x="596" y="6"/>
                    </a:moveTo>
                    <a:lnTo>
                      <a:pt x="600" y="6"/>
                    </a:lnTo>
                    <a:lnTo>
                      <a:pt x="600" y="12"/>
                    </a:lnTo>
                    <a:lnTo>
                      <a:pt x="600" y="12"/>
                    </a:lnTo>
                    <a:lnTo>
                      <a:pt x="596" y="6"/>
                    </a:lnTo>
                    <a:lnTo>
                      <a:pt x="596" y="6"/>
                    </a:lnTo>
                    <a:lnTo>
                      <a:pt x="596" y="6"/>
                    </a:lnTo>
                    <a:lnTo>
                      <a:pt x="596" y="6"/>
                    </a:lnTo>
                    <a:close/>
                    <a:moveTo>
                      <a:pt x="550" y="12"/>
                    </a:moveTo>
                    <a:lnTo>
                      <a:pt x="550" y="12"/>
                    </a:lnTo>
                    <a:lnTo>
                      <a:pt x="556" y="12"/>
                    </a:lnTo>
                    <a:lnTo>
                      <a:pt x="562" y="12"/>
                    </a:lnTo>
                    <a:lnTo>
                      <a:pt x="562" y="16"/>
                    </a:lnTo>
                    <a:lnTo>
                      <a:pt x="556" y="16"/>
                    </a:lnTo>
                    <a:lnTo>
                      <a:pt x="550" y="16"/>
                    </a:lnTo>
                    <a:lnTo>
                      <a:pt x="550" y="16"/>
                    </a:lnTo>
                    <a:lnTo>
                      <a:pt x="550" y="12"/>
                    </a:lnTo>
                    <a:lnTo>
                      <a:pt x="550" y="12"/>
                    </a:lnTo>
                    <a:lnTo>
                      <a:pt x="550" y="12"/>
                    </a:lnTo>
                    <a:lnTo>
                      <a:pt x="550" y="12"/>
                    </a:lnTo>
                    <a:close/>
                    <a:moveTo>
                      <a:pt x="492" y="16"/>
                    </a:moveTo>
                    <a:lnTo>
                      <a:pt x="486" y="12"/>
                    </a:lnTo>
                    <a:lnTo>
                      <a:pt x="492" y="12"/>
                    </a:lnTo>
                    <a:lnTo>
                      <a:pt x="492" y="16"/>
                    </a:lnTo>
                    <a:lnTo>
                      <a:pt x="492" y="16"/>
                    </a:lnTo>
                    <a:lnTo>
                      <a:pt x="492" y="16"/>
                    </a:lnTo>
                    <a:lnTo>
                      <a:pt x="492" y="16"/>
                    </a:lnTo>
                    <a:lnTo>
                      <a:pt x="492" y="16"/>
                    </a:lnTo>
                    <a:lnTo>
                      <a:pt x="492" y="16"/>
                    </a:lnTo>
                    <a:close/>
                    <a:moveTo>
                      <a:pt x="568" y="16"/>
                    </a:moveTo>
                    <a:lnTo>
                      <a:pt x="572" y="16"/>
                    </a:lnTo>
                    <a:lnTo>
                      <a:pt x="572" y="16"/>
                    </a:lnTo>
                    <a:lnTo>
                      <a:pt x="578" y="16"/>
                    </a:lnTo>
                    <a:lnTo>
                      <a:pt x="572" y="16"/>
                    </a:lnTo>
                    <a:lnTo>
                      <a:pt x="572" y="16"/>
                    </a:lnTo>
                    <a:lnTo>
                      <a:pt x="568" y="16"/>
                    </a:lnTo>
                    <a:lnTo>
                      <a:pt x="568" y="16"/>
                    </a:lnTo>
                    <a:lnTo>
                      <a:pt x="568" y="16"/>
                    </a:lnTo>
                    <a:lnTo>
                      <a:pt x="568" y="16"/>
                    </a:lnTo>
                    <a:close/>
                    <a:moveTo>
                      <a:pt x="530" y="20"/>
                    </a:moveTo>
                    <a:lnTo>
                      <a:pt x="536" y="16"/>
                    </a:lnTo>
                    <a:lnTo>
                      <a:pt x="536" y="16"/>
                    </a:lnTo>
                    <a:lnTo>
                      <a:pt x="540" y="16"/>
                    </a:lnTo>
                    <a:lnTo>
                      <a:pt x="540" y="20"/>
                    </a:lnTo>
                    <a:lnTo>
                      <a:pt x="536" y="20"/>
                    </a:lnTo>
                    <a:lnTo>
                      <a:pt x="536" y="20"/>
                    </a:lnTo>
                    <a:lnTo>
                      <a:pt x="530" y="20"/>
                    </a:lnTo>
                    <a:lnTo>
                      <a:pt x="524" y="20"/>
                    </a:lnTo>
                    <a:lnTo>
                      <a:pt x="530" y="20"/>
                    </a:lnTo>
                    <a:lnTo>
                      <a:pt x="530" y="20"/>
                    </a:lnTo>
                    <a:lnTo>
                      <a:pt x="530" y="20"/>
                    </a:lnTo>
                    <a:lnTo>
                      <a:pt x="530" y="20"/>
                    </a:lnTo>
                    <a:close/>
                    <a:moveTo>
                      <a:pt x="1006" y="26"/>
                    </a:moveTo>
                    <a:lnTo>
                      <a:pt x="1006" y="26"/>
                    </a:lnTo>
                    <a:lnTo>
                      <a:pt x="994" y="20"/>
                    </a:lnTo>
                    <a:lnTo>
                      <a:pt x="990" y="20"/>
                    </a:lnTo>
                    <a:lnTo>
                      <a:pt x="994" y="20"/>
                    </a:lnTo>
                    <a:lnTo>
                      <a:pt x="994" y="16"/>
                    </a:lnTo>
                    <a:lnTo>
                      <a:pt x="1000" y="16"/>
                    </a:lnTo>
                    <a:lnTo>
                      <a:pt x="1006" y="16"/>
                    </a:lnTo>
                    <a:lnTo>
                      <a:pt x="1006" y="16"/>
                    </a:lnTo>
                    <a:lnTo>
                      <a:pt x="1012" y="16"/>
                    </a:lnTo>
                    <a:lnTo>
                      <a:pt x="1018" y="20"/>
                    </a:lnTo>
                    <a:lnTo>
                      <a:pt x="1018" y="20"/>
                    </a:lnTo>
                    <a:lnTo>
                      <a:pt x="1018" y="20"/>
                    </a:lnTo>
                    <a:lnTo>
                      <a:pt x="1018" y="26"/>
                    </a:lnTo>
                    <a:lnTo>
                      <a:pt x="1012" y="26"/>
                    </a:lnTo>
                    <a:lnTo>
                      <a:pt x="1006" y="26"/>
                    </a:lnTo>
                    <a:lnTo>
                      <a:pt x="1006" y="26"/>
                    </a:lnTo>
                    <a:lnTo>
                      <a:pt x="1006" y="26"/>
                    </a:lnTo>
                    <a:lnTo>
                      <a:pt x="1006" y="26"/>
                    </a:lnTo>
                    <a:close/>
                    <a:moveTo>
                      <a:pt x="556" y="16"/>
                    </a:moveTo>
                    <a:lnTo>
                      <a:pt x="562" y="16"/>
                    </a:lnTo>
                    <a:lnTo>
                      <a:pt x="562" y="16"/>
                    </a:lnTo>
                    <a:lnTo>
                      <a:pt x="562" y="20"/>
                    </a:lnTo>
                    <a:lnTo>
                      <a:pt x="568" y="20"/>
                    </a:lnTo>
                    <a:lnTo>
                      <a:pt x="562" y="20"/>
                    </a:lnTo>
                    <a:lnTo>
                      <a:pt x="556" y="20"/>
                    </a:lnTo>
                    <a:lnTo>
                      <a:pt x="556" y="16"/>
                    </a:lnTo>
                    <a:lnTo>
                      <a:pt x="556" y="16"/>
                    </a:lnTo>
                    <a:lnTo>
                      <a:pt x="556" y="16"/>
                    </a:lnTo>
                    <a:lnTo>
                      <a:pt x="556" y="16"/>
                    </a:lnTo>
                    <a:close/>
                    <a:moveTo>
                      <a:pt x="432" y="26"/>
                    </a:moveTo>
                    <a:lnTo>
                      <a:pt x="438" y="26"/>
                    </a:lnTo>
                    <a:lnTo>
                      <a:pt x="432" y="26"/>
                    </a:lnTo>
                    <a:lnTo>
                      <a:pt x="432" y="20"/>
                    </a:lnTo>
                    <a:lnTo>
                      <a:pt x="438" y="20"/>
                    </a:lnTo>
                    <a:lnTo>
                      <a:pt x="442" y="20"/>
                    </a:lnTo>
                    <a:lnTo>
                      <a:pt x="442" y="26"/>
                    </a:lnTo>
                    <a:lnTo>
                      <a:pt x="438" y="26"/>
                    </a:lnTo>
                    <a:lnTo>
                      <a:pt x="432" y="26"/>
                    </a:lnTo>
                    <a:lnTo>
                      <a:pt x="432" y="26"/>
                    </a:lnTo>
                    <a:lnTo>
                      <a:pt x="432" y="26"/>
                    </a:lnTo>
                    <a:lnTo>
                      <a:pt x="432" y="26"/>
                    </a:lnTo>
                    <a:close/>
                    <a:moveTo>
                      <a:pt x="546" y="20"/>
                    </a:moveTo>
                    <a:lnTo>
                      <a:pt x="550" y="20"/>
                    </a:lnTo>
                    <a:lnTo>
                      <a:pt x="550" y="20"/>
                    </a:lnTo>
                    <a:lnTo>
                      <a:pt x="550" y="20"/>
                    </a:lnTo>
                    <a:lnTo>
                      <a:pt x="546" y="20"/>
                    </a:lnTo>
                    <a:lnTo>
                      <a:pt x="546" y="20"/>
                    </a:lnTo>
                    <a:lnTo>
                      <a:pt x="546" y="20"/>
                    </a:lnTo>
                    <a:lnTo>
                      <a:pt x="546" y="20"/>
                    </a:lnTo>
                    <a:close/>
                    <a:moveTo>
                      <a:pt x="572" y="26"/>
                    </a:moveTo>
                    <a:lnTo>
                      <a:pt x="572" y="26"/>
                    </a:lnTo>
                    <a:lnTo>
                      <a:pt x="578" y="20"/>
                    </a:lnTo>
                    <a:lnTo>
                      <a:pt x="584" y="20"/>
                    </a:lnTo>
                    <a:lnTo>
                      <a:pt x="584" y="20"/>
                    </a:lnTo>
                    <a:lnTo>
                      <a:pt x="590" y="20"/>
                    </a:lnTo>
                    <a:lnTo>
                      <a:pt x="596" y="20"/>
                    </a:lnTo>
                    <a:lnTo>
                      <a:pt x="596" y="26"/>
                    </a:lnTo>
                    <a:lnTo>
                      <a:pt x="590" y="26"/>
                    </a:lnTo>
                    <a:lnTo>
                      <a:pt x="584" y="26"/>
                    </a:lnTo>
                    <a:lnTo>
                      <a:pt x="584" y="26"/>
                    </a:lnTo>
                    <a:lnTo>
                      <a:pt x="578" y="26"/>
                    </a:lnTo>
                    <a:lnTo>
                      <a:pt x="572" y="26"/>
                    </a:lnTo>
                    <a:lnTo>
                      <a:pt x="572" y="26"/>
                    </a:lnTo>
                    <a:lnTo>
                      <a:pt x="572" y="26"/>
                    </a:lnTo>
                    <a:lnTo>
                      <a:pt x="572" y="26"/>
                    </a:lnTo>
                    <a:lnTo>
                      <a:pt x="572" y="26"/>
                    </a:lnTo>
                    <a:close/>
                    <a:moveTo>
                      <a:pt x="512" y="20"/>
                    </a:moveTo>
                    <a:lnTo>
                      <a:pt x="518" y="20"/>
                    </a:lnTo>
                    <a:lnTo>
                      <a:pt x="524" y="20"/>
                    </a:lnTo>
                    <a:lnTo>
                      <a:pt x="524" y="20"/>
                    </a:lnTo>
                    <a:lnTo>
                      <a:pt x="524" y="26"/>
                    </a:lnTo>
                    <a:lnTo>
                      <a:pt x="530" y="26"/>
                    </a:lnTo>
                    <a:lnTo>
                      <a:pt x="536" y="26"/>
                    </a:lnTo>
                    <a:lnTo>
                      <a:pt x="536" y="26"/>
                    </a:lnTo>
                    <a:lnTo>
                      <a:pt x="540" y="26"/>
                    </a:lnTo>
                    <a:lnTo>
                      <a:pt x="546" y="26"/>
                    </a:lnTo>
                    <a:lnTo>
                      <a:pt x="540" y="26"/>
                    </a:lnTo>
                    <a:lnTo>
                      <a:pt x="536" y="26"/>
                    </a:lnTo>
                    <a:lnTo>
                      <a:pt x="536" y="26"/>
                    </a:lnTo>
                    <a:lnTo>
                      <a:pt x="530" y="26"/>
                    </a:lnTo>
                    <a:lnTo>
                      <a:pt x="524" y="26"/>
                    </a:lnTo>
                    <a:lnTo>
                      <a:pt x="524" y="26"/>
                    </a:lnTo>
                    <a:lnTo>
                      <a:pt x="518" y="26"/>
                    </a:lnTo>
                    <a:lnTo>
                      <a:pt x="512" y="26"/>
                    </a:lnTo>
                    <a:lnTo>
                      <a:pt x="512" y="20"/>
                    </a:lnTo>
                    <a:lnTo>
                      <a:pt x="512" y="20"/>
                    </a:lnTo>
                    <a:lnTo>
                      <a:pt x="512" y="20"/>
                    </a:lnTo>
                    <a:lnTo>
                      <a:pt x="512" y="20"/>
                    </a:lnTo>
                    <a:close/>
                    <a:moveTo>
                      <a:pt x="540" y="26"/>
                    </a:moveTo>
                    <a:lnTo>
                      <a:pt x="536" y="26"/>
                    </a:lnTo>
                    <a:lnTo>
                      <a:pt x="540" y="20"/>
                    </a:lnTo>
                    <a:lnTo>
                      <a:pt x="546" y="20"/>
                    </a:lnTo>
                    <a:lnTo>
                      <a:pt x="550" y="20"/>
                    </a:lnTo>
                    <a:lnTo>
                      <a:pt x="550" y="26"/>
                    </a:lnTo>
                    <a:lnTo>
                      <a:pt x="550" y="26"/>
                    </a:lnTo>
                    <a:lnTo>
                      <a:pt x="550" y="26"/>
                    </a:lnTo>
                    <a:lnTo>
                      <a:pt x="546" y="26"/>
                    </a:lnTo>
                    <a:lnTo>
                      <a:pt x="546" y="26"/>
                    </a:lnTo>
                    <a:lnTo>
                      <a:pt x="540" y="26"/>
                    </a:lnTo>
                    <a:lnTo>
                      <a:pt x="540" y="26"/>
                    </a:lnTo>
                    <a:lnTo>
                      <a:pt x="540" y="26"/>
                    </a:lnTo>
                    <a:lnTo>
                      <a:pt x="540" y="26"/>
                    </a:lnTo>
                    <a:close/>
                    <a:moveTo>
                      <a:pt x="844" y="26"/>
                    </a:moveTo>
                    <a:lnTo>
                      <a:pt x="850" y="26"/>
                    </a:lnTo>
                    <a:lnTo>
                      <a:pt x="850" y="26"/>
                    </a:lnTo>
                    <a:lnTo>
                      <a:pt x="850" y="26"/>
                    </a:lnTo>
                    <a:lnTo>
                      <a:pt x="850" y="26"/>
                    </a:lnTo>
                    <a:lnTo>
                      <a:pt x="854" y="26"/>
                    </a:lnTo>
                    <a:lnTo>
                      <a:pt x="860" y="26"/>
                    </a:lnTo>
                    <a:lnTo>
                      <a:pt x="854" y="32"/>
                    </a:lnTo>
                    <a:lnTo>
                      <a:pt x="850" y="32"/>
                    </a:lnTo>
                    <a:lnTo>
                      <a:pt x="844" y="32"/>
                    </a:lnTo>
                    <a:lnTo>
                      <a:pt x="838" y="32"/>
                    </a:lnTo>
                    <a:lnTo>
                      <a:pt x="838" y="26"/>
                    </a:lnTo>
                    <a:lnTo>
                      <a:pt x="844" y="26"/>
                    </a:lnTo>
                    <a:lnTo>
                      <a:pt x="844" y="26"/>
                    </a:lnTo>
                    <a:lnTo>
                      <a:pt x="844" y="26"/>
                    </a:lnTo>
                    <a:lnTo>
                      <a:pt x="844" y="26"/>
                    </a:lnTo>
                    <a:close/>
                    <a:moveTo>
                      <a:pt x="540" y="32"/>
                    </a:moveTo>
                    <a:lnTo>
                      <a:pt x="540" y="26"/>
                    </a:lnTo>
                    <a:lnTo>
                      <a:pt x="546" y="26"/>
                    </a:lnTo>
                    <a:lnTo>
                      <a:pt x="550" y="26"/>
                    </a:lnTo>
                    <a:lnTo>
                      <a:pt x="550" y="26"/>
                    </a:lnTo>
                    <a:lnTo>
                      <a:pt x="556" y="26"/>
                    </a:lnTo>
                    <a:lnTo>
                      <a:pt x="556" y="32"/>
                    </a:lnTo>
                    <a:lnTo>
                      <a:pt x="550" y="32"/>
                    </a:lnTo>
                    <a:lnTo>
                      <a:pt x="550" y="32"/>
                    </a:lnTo>
                    <a:lnTo>
                      <a:pt x="546" y="32"/>
                    </a:lnTo>
                    <a:lnTo>
                      <a:pt x="540" y="32"/>
                    </a:lnTo>
                    <a:lnTo>
                      <a:pt x="536" y="32"/>
                    </a:lnTo>
                    <a:lnTo>
                      <a:pt x="540" y="32"/>
                    </a:lnTo>
                    <a:lnTo>
                      <a:pt x="540" y="32"/>
                    </a:lnTo>
                    <a:lnTo>
                      <a:pt x="540" y="32"/>
                    </a:lnTo>
                    <a:lnTo>
                      <a:pt x="540" y="32"/>
                    </a:lnTo>
                    <a:close/>
                    <a:moveTo>
                      <a:pt x="486" y="32"/>
                    </a:moveTo>
                    <a:lnTo>
                      <a:pt x="486" y="26"/>
                    </a:lnTo>
                    <a:lnTo>
                      <a:pt x="492" y="26"/>
                    </a:lnTo>
                    <a:lnTo>
                      <a:pt x="492" y="26"/>
                    </a:lnTo>
                    <a:lnTo>
                      <a:pt x="496" y="26"/>
                    </a:lnTo>
                    <a:lnTo>
                      <a:pt x="502" y="26"/>
                    </a:lnTo>
                    <a:lnTo>
                      <a:pt x="502" y="26"/>
                    </a:lnTo>
                    <a:lnTo>
                      <a:pt x="508" y="32"/>
                    </a:lnTo>
                    <a:lnTo>
                      <a:pt x="512" y="32"/>
                    </a:lnTo>
                    <a:lnTo>
                      <a:pt x="508" y="32"/>
                    </a:lnTo>
                    <a:lnTo>
                      <a:pt x="502" y="32"/>
                    </a:lnTo>
                    <a:lnTo>
                      <a:pt x="502" y="32"/>
                    </a:lnTo>
                    <a:lnTo>
                      <a:pt x="496" y="32"/>
                    </a:lnTo>
                    <a:lnTo>
                      <a:pt x="492" y="32"/>
                    </a:lnTo>
                    <a:lnTo>
                      <a:pt x="496" y="32"/>
                    </a:lnTo>
                    <a:lnTo>
                      <a:pt x="492" y="32"/>
                    </a:lnTo>
                    <a:lnTo>
                      <a:pt x="492" y="32"/>
                    </a:lnTo>
                    <a:lnTo>
                      <a:pt x="486" y="32"/>
                    </a:lnTo>
                    <a:lnTo>
                      <a:pt x="486" y="32"/>
                    </a:lnTo>
                    <a:lnTo>
                      <a:pt x="486" y="32"/>
                    </a:lnTo>
                    <a:lnTo>
                      <a:pt x="486" y="32"/>
                    </a:lnTo>
                    <a:close/>
                    <a:moveTo>
                      <a:pt x="508" y="32"/>
                    </a:moveTo>
                    <a:lnTo>
                      <a:pt x="512" y="32"/>
                    </a:lnTo>
                    <a:lnTo>
                      <a:pt x="518" y="32"/>
                    </a:lnTo>
                    <a:lnTo>
                      <a:pt x="524" y="32"/>
                    </a:lnTo>
                    <a:lnTo>
                      <a:pt x="524" y="38"/>
                    </a:lnTo>
                    <a:lnTo>
                      <a:pt x="524" y="38"/>
                    </a:lnTo>
                    <a:lnTo>
                      <a:pt x="518" y="38"/>
                    </a:lnTo>
                    <a:lnTo>
                      <a:pt x="512" y="38"/>
                    </a:lnTo>
                    <a:lnTo>
                      <a:pt x="512" y="38"/>
                    </a:lnTo>
                    <a:lnTo>
                      <a:pt x="508" y="38"/>
                    </a:lnTo>
                    <a:lnTo>
                      <a:pt x="502" y="38"/>
                    </a:lnTo>
                    <a:lnTo>
                      <a:pt x="502" y="32"/>
                    </a:lnTo>
                    <a:lnTo>
                      <a:pt x="508" y="32"/>
                    </a:lnTo>
                    <a:lnTo>
                      <a:pt x="508" y="32"/>
                    </a:lnTo>
                    <a:lnTo>
                      <a:pt x="508" y="32"/>
                    </a:lnTo>
                    <a:lnTo>
                      <a:pt x="508" y="32"/>
                    </a:lnTo>
                    <a:close/>
                    <a:moveTo>
                      <a:pt x="476" y="38"/>
                    </a:moveTo>
                    <a:lnTo>
                      <a:pt x="476" y="38"/>
                    </a:lnTo>
                    <a:lnTo>
                      <a:pt x="476" y="38"/>
                    </a:lnTo>
                    <a:lnTo>
                      <a:pt x="476" y="38"/>
                    </a:lnTo>
                    <a:lnTo>
                      <a:pt x="476" y="38"/>
                    </a:lnTo>
                    <a:lnTo>
                      <a:pt x="476" y="38"/>
                    </a:lnTo>
                    <a:lnTo>
                      <a:pt x="476" y="38"/>
                    </a:lnTo>
                    <a:lnTo>
                      <a:pt x="476" y="38"/>
                    </a:lnTo>
                    <a:close/>
                    <a:moveTo>
                      <a:pt x="550" y="38"/>
                    </a:moveTo>
                    <a:lnTo>
                      <a:pt x="550" y="38"/>
                    </a:lnTo>
                    <a:lnTo>
                      <a:pt x="550" y="38"/>
                    </a:lnTo>
                    <a:lnTo>
                      <a:pt x="550" y="38"/>
                    </a:lnTo>
                    <a:lnTo>
                      <a:pt x="550" y="38"/>
                    </a:lnTo>
                    <a:lnTo>
                      <a:pt x="550" y="38"/>
                    </a:lnTo>
                    <a:close/>
                    <a:moveTo>
                      <a:pt x="530" y="38"/>
                    </a:moveTo>
                    <a:lnTo>
                      <a:pt x="536" y="38"/>
                    </a:lnTo>
                    <a:lnTo>
                      <a:pt x="536" y="38"/>
                    </a:lnTo>
                    <a:lnTo>
                      <a:pt x="540" y="38"/>
                    </a:lnTo>
                    <a:lnTo>
                      <a:pt x="540" y="38"/>
                    </a:lnTo>
                    <a:lnTo>
                      <a:pt x="536" y="38"/>
                    </a:lnTo>
                    <a:lnTo>
                      <a:pt x="536" y="38"/>
                    </a:lnTo>
                    <a:lnTo>
                      <a:pt x="530" y="38"/>
                    </a:lnTo>
                    <a:lnTo>
                      <a:pt x="530" y="38"/>
                    </a:lnTo>
                    <a:lnTo>
                      <a:pt x="530" y="38"/>
                    </a:lnTo>
                    <a:lnTo>
                      <a:pt x="530" y="38"/>
                    </a:lnTo>
                    <a:close/>
                    <a:moveTo>
                      <a:pt x="482" y="38"/>
                    </a:moveTo>
                    <a:lnTo>
                      <a:pt x="486" y="38"/>
                    </a:lnTo>
                    <a:lnTo>
                      <a:pt x="482" y="38"/>
                    </a:lnTo>
                    <a:lnTo>
                      <a:pt x="482" y="38"/>
                    </a:lnTo>
                    <a:lnTo>
                      <a:pt x="486" y="38"/>
                    </a:lnTo>
                    <a:lnTo>
                      <a:pt x="492" y="38"/>
                    </a:lnTo>
                    <a:lnTo>
                      <a:pt x="492" y="38"/>
                    </a:lnTo>
                    <a:lnTo>
                      <a:pt x="486" y="38"/>
                    </a:lnTo>
                    <a:lnTo>
                      <a:pt x="492" y="38"/>
                    </a:lnTo>
                    <a:lnTo>
                      <a:pt x="492" y="38"/>
                    </a:lnTo>
                    <a:lnTo>
                      <a:pt x="492" y="42"/>
                    </a:lnTo>
                    <a:lnTo>
                      <a:pt x="486" y="42"/>
                    </a:lnTo>
                    <a:lnTo>
                      <a:pt x="486" y="38"/>
                    </a:lnTo>
                    <a:lnTo>
                      <a:pt x="482" y="38"/>
                    </a:lnTo>
                    <a:lnTo>
                      <a:pt x="482" y="38"/>
                    </a:lnTo>
                    <a:lnTo>
                      <a:pt x="482" y="38"/>
                    </a:lnTo>
                    <a:lnTo>
                      <a:pt x="482" y="38"/>
                    </a:lnTo>
                    <a:close/>
                    <a:moveTo>
                      <a:pt x="492" y="38"/>
                    </a:moveTo>
                    <a:lnTo>
                      <a:pt x="496" y="38"/>
                    </a:lnTo>
                    <a:lnTo>
                      <a:pt x="502" y="38"/>
                    </a:lnTo>
                    <a:lnTo>
                      <a:pt x="496" y="38"/>
                    </a:lnTo>
                    <a:lnTo>
                      <a:pt x="492" y="38"/>
                    </a:lnTo>
                    <a:lnTo>
                      <a:pt x="492" y="38"/>
                    </a:lnTo>
                    <a:lnTo>
                      <a:pt x="492" y="38"/>
                    </a:lnTo>
                    <a:lnTo>
                      <a:pt x="492" y="38"/>
                    </a:lnTo>
                    <a:close/>
                    <a:moveTo>
                      <a:pt x="492" y="42"/>
                    </a:moveTo>
                    <a:lnTo>
                      <a:pt x="492" y="38"/>
                    </a:lnTo>
                    <a:lnTo>
                      <a:pt x="496" y="38"/>
                    </a:lnTo>
                    <a:lnTo>
                      <a:pt x="496" y="42"/>
                    </a:lnTo>
                    <a:lnTo>
                      <a:pt x="492" y="42"/>
                    </a:lnTo>
                    <a:lnTo>
                      <a:pt x="492" y="42"/>
                    </a:lnTo>
                    <a:lnTo>
                      <a:pt x="492" y="42"/>
                    </a:lnTo>
                    <a:lnTo>
                      <a:pt x="492" y="42"/>
                    </a:lnTo>
                    <a:lnTo>
                      <a:pt x="492" y="42"/>
                    </a:lnTo>
                    <a:lnTo>
                      <a:pt x="492" y="42"/>
                    </a:lnTo>
                    <a:close/>
                    <a:moveTo>
                      <a:pt x="502" y="42"/>
                    </a:moveTo>
                    <a:lnTo>
                      <a:pt x="502" y="42"/>
                    </a:lnTo>
                    <a:lnTo>
                      <a:pt x="502" y="42"/>
                    </a:lnTo>
                    <a:lnTo>
                      <a:pt x="502" y="42"/>
                    </a:lnTo>
                    <a:lnTo>
                      <a:pt x="502" y="42"/>
                    </a:lnTo>
                    <a:lnTo>
                      <a:pt x="502" y="42"/>
                    </a:lnTo>
                    <a:close/>
                    <a:moveTo>
                      <a:pt x="512" y="42"/>
                    </a:moveTo>
                    <a:lnTo>
                      <a:pt x="512" y="42"/>
                    </a:lnTo>
                    <a:lnTo>
                      <a:pt x="518" y="42"/>
                    </a:lnTo>
                    <a:lnTo>
                      <a:pt x="512" y="42"/>
                    </a:lnTo>
                    <a:lnTo>
                      <a:pt x="512" y="42"/>
                    </a:lnTo>
                    <a:lnTo>
                      <a:pt x="512" y="42"/>
                    </a:lnTo>
                    <a:lnTo>
                      <a:pt x="512" y="42"/>
                    </a:lnTo>
                    <a:lnTo>
                      <a:pt x="512" y="42"/>
                    </a:lnTo>
                    <a:close/>
                    <a:moveTo>
                      <a:pt x="464" y="48"/>
                    </a:moveTo>
                    <a:lnTo>
                      <a:pt x="458" y="48"/>
                    </a:lnTo>
                    <a:lnTo>
                      <a:pt x="464" y="48"/>
                    </a:lnTo>
                    <a:lnTo>
                      <a:pt x="464" y="48"/>
                    </a:lnTo>
                    <a:lnTo>
                      <a:pt x="464" y="42"/>
                    </a:lnTo>
                    <a:lnTo>
                      <a:pt x="470" y="42"/>
                    </a:lnTo>
                    <a:lnTo>
                      <a:pt x="476" y="42"/>
                    </a:lnTo>
                    <a:lnTo>
                      <a:pt x="476" y="42"/>
                    </a:lnTo>
                    <a:lnTo>
                      <a:pt x="476" y="48"/>
                    </a:lnTo>
                    <a:lnTo>
                      <a:pt x="482" y="48"/>
                    </a:lnTo>
                    <a:lnTo>
                      <a:pt x="476" y="48"/>
                    </a:lnTo>
                    <a:lnTo>
                      <a:pt x="476" y="48"/>
                    </a:lnTo>
                    <a:lnTo>
                      <a:pt x="476" y="48"/>
                    </a:lnTo>
                    <a:lnTo>
                      <a:pt x="470" y="48"/>
                    </a:lnTo>
                    <a:lnTo>
                      <a:pt x="464" y="48"/>
                    </a:lnTo>
                    <a:lnTo>
                      <a:pt x="464" y="48"/>
                    </a:lnTo>
                    <a:lnTo>
                      <a:pt x="464" y="48"/>
                    </a:lnTo>
                    <a:lnTo>
                      <a:pt x="464" y="48"/>
                    </a:lnTo>
                    <a:lnTo>
                      <a:pt x="464" y="48"/>
                    </a:lnTo>
                    <a:lnTo>
                      <a:pt x="464" y="48"/>
                    </a:lnTo>
                    <a:lnTo>
                      <a:pt x="464" y="48"/>
                    </a:lnTo>
                    <a:close/>
                    <a:moveTo>
                      <a:pt x="496" y="48"/>
                    </a:moveTo>
                    <a:lnTo>
                      <a:pt x="502" y="48"/>
                    </a:lnTo>
                    <a:lnTo>
                      <a:pt x="502" y="42"/>
                    </a:lnTo>
                    <a:lnTo>
                      <a:pt x="508" y="48"/>
                    </a:lnTo>
                    <a:lnTo>
                      <a:pt x="502" y="48"/>
                    </a:lnTo>
                    <a:lnTo>
                      <a:pt x="502" y="48"/>
                    </a:lnTo>
                    <a:lnTo>
                      <a:pt x="496" y="48"/>
                    </a:lnTo>
                    <a:lnTo>
                      <a:pt x="496" y="48"/>
                    </a:lnTo>
                    <a:lnTo>
                      <a:pt x="496" y="48"/>
                    </a:lnTo>
                    <a:lnTo>
                      <a:pt x="496" y="48"/>
                    </a:lnTo>
                    <a:close/>
                    <a:moveTo>
                      <a:pt x="492" y="48"/>
                    </a:moveTo>
                    <a:lnTo>
                      <a:pt x="486" y="48"/>
                    </a:lnTo>
                    <a:lnTo>
                      <a:pt x="492" y="48"/>
                    </a:lnTo>
                    <a:lnTo>
                      <a:pt x="492" y="42"/>
                    </a:lnTo>
                    <a:lnTo>
                      <a:pt x="492" y="48"/>
                    </a:lnTo>
                    <a:lnTo>
                      <a:pt x="492" y="48"/>
                    </a:lnTo>
                    <a:lnTo>
                      <a:pt x="492" y="48"/>
                    </a:lnTo>
                    <a:lnTo>
                      <a:pt x="492" y="48"/>
                    </a:lnTo>
                    <a:lnTo>
                      <a:pt x="492" y="48"/>
                    </a:lnTo>
                    <a:lnTo>
                      <a:pt x="492" y="48"/>
                    </a:lnTo>
                    <a:close/>
                    <a:moveTo>
                      <a:pt x="426" y="54"/>
                    </a:moveTo>
                    <a:lnTo>
                      <a:pt x="426" y="48"/>
                    </a:lnTo>
                    <a:lnTo>
                      <a:pt x="422" y="48"/>
                    </a:lnTo>
                    <a:lnTo>
                      <a:pt x="426" y="48"/>
                    </a:lnTo>
                    <a:lnTo>
                      <a:pt x="432" y="48"/>
                    </a:lnTo>
                    <a:lnTo>
                      <a:pt x="432" y="48"/>
                    </a:lnTo>
                    <a:lnTo>
                      <a:pt x="432" y="48"/>
                    </a:lnTo>
                    <a:lnTo>
                      <a:pt x="432" y="48"/>
                    </a:lnTo>
                    <a:lnTo>
                      <a:pt x="432" y="54"/>
                    </a:lnTo>
                    <a:lnTo>
                      <a:pt x="426" y="54"/>
                    </a:lnTo>
                    <a:lnTo>
                      <a:pt x="426" y="54"/>
                    </a:lnTo>
                    <a:lnTo>
                      <a:pt x="426" y="54"/>
                    </a:lnTo>
                    <a:lnTo>
                      <a:pt x="426" y="54"/>
                    </a:lnTo>
                    <a:close/>
                    <a:moveTo>
                      <a:pt x="568" y="48"/>
                    </a:moveTo>
                    <a:lnTo>
                      <a:pt x="568" y="48"/>
                    </a:lnTo>
                    <a:lnTo>
                      <a:pt x="572" y="48"/>
                    </a:lnTo>
                    <a:lnTo>
                      <a:pt x="572" y="48"/>
                    </a:lnTo>
                    <a:lnTo>
                      <a:pt x="572" y="48"/>
                    </a:lnTo>
                    <a:lnTo>
                      <a:pt x="572" y="48"/>
                    </a:lnTo>
                    <a:lnTo>
                      <a:pt x="568" y="48"/>
                    </a:lnTo>
                    <a:lnTo>
                      <a:pt x="568" y="48"/>
                    </a:lnTo>
                    <a:lnTo>
                      <a:pt x="568" y="48"/>
                    </a:lnTo>
                    <a:lnTo>
                      <a:pt x="568" y="48"/>
                    </a:lnTo>
                    <a:close/>
                    <a:moveTo>
                      <a:pt x="550" y="54"/>
                    </a:moveTo>
                    <a:lnTo>
                      <a:pt x="556" y="54"/>
                    </a:lnTo>
                    <a:lnTo>
                      <a:pt x="556" y="48"/>
                    </a:lnTo>
                    <a:lnTo>
                      <a:pt x="562" y="48"/>
                    </a:lnTo>
                    <a:lnTo>
                      <a:pt x="562" y="48"/>
                    </a:lnTo>
                    <a:lnTo>
                      <a:pt x="568" y="48"/>
                    </a:lnTo>
                    <a:lnTo>
                      <a:pt x="568" y="54"/>
                    </a:lnTo>
                    <a:lnTo>
                      <a:pt x="562" y="54"/>
                    </a:lnTo>
                    <a:lnTo>
                      <a:pt x="562" y="60"/>
                    </a:lnTo>
                    <a:lnTo>
                      <a:pt x="562" y="60"/>
                    </a:lnTo>
                    <a:lnTo>
                      <a:pt x="562" y="54"/>
                    </a:lnTo>
                    <a:lnTo>
                      <a:pt x="556" y="54"/>
                    </a:lnTo>
                    <a:lnTo>
                      <a:pt x="550" y="54"/>
                    </a:lnTo>
                    <a:lnTo>
                      <a:pt x="550" y="54"/>
                    </a:lnTo>
                    <a:lnTo>
                      <a:pt x="550" y="54"/>
                    </a:lnTo>
                    <a:lnTo>
                      <a:pt x="550" y="54"/>
                    </a:lnTo>
                    <a:close/>
                    <a:moveTo>
                      <a:pt x="432" y="54"/>
                    </a:moveTo>
                    <a:lnTo>
                      <a:pt x="432" y="54"/>
                    </a:lnTo>
                    <a:lnTo>
                      <a:pt x="438" y="54"/>
                    </a:lnTo>
                    <a:lnTo>
                      <a:pt x="442" y="54"/>
                    </a:lnTo>
                    <a:lnTo>
                      <a:pt x="442" y="48"/>
                    </a:lnTo>
                    <a:lnTo>
                      <a:pt x="442" y="48"/>
                    </a:lnTo>
                    <a:lnTo>
                      <a:pt x="442" y="54"/>
                    </a:lnTo>
                    <a:lnTo>
                      <a:pt x="448" y="54"/>
                    </a:lnTo>
                    <a:lnTo>
                      <a:pt x="448" y="60"/>
                    </a:lnTo>
                    <a:lnTo>
                      <a:pt x="442" y="60"/>
                    </a:lnTo>
                    <a:lnTo>
                      <a:pt x="442" y="60"/>
                    </a:lnTo>
                    <a:lnTo>
                      <a:pt x="442" y="54"/>
                    </a:lnTo>
                    <a:lnTo>
                      <a:pt x="438" y="54"/>
                    </a:lnTo>
                    <a:lnTo>
                      <a:pt x="438" y="60"/>
                    </a:lnTo>
                    <a:lnTo>
                      <a:pt x="432" y="54"/>
                    </a:lnTo>
                    <a:lnTo>
                      <a:pt x="432" y="54"/>
                    </a:lnTo>
                    <a:lnTo>
                      <a:pt x="432" y="54"/>
                    </a:lnTo>
                    <a:lnTo>
                      <a:pt x="432" y="54"/>
                    </a:lnTo>
                    <a:lnTo>
                      <a:pt x="432" y="54"/>
                    </a:lnTo>
                    <a:close/>
                    <a:moveTo>
                      <a:pt x="422" y="54"/>
                    </a:moveTo>
                    <a:lnTo>
                      <a:pt x="422" y="48"/>
                    </a:lnTo>
                    <a:lnTo>
                      <a:pt x="426" y="54"/>
                    </a:lnTo>
                    <a:lnTo>
                      <a:pt x="422" y="54"/>
                    </a:lnTo>
                    <a:lnTo>
                      <a:pt x="422" y="54"/>
                    </a:lnTo>
                    <a:lnTo>
                      <a:pt x="422" y="54"/>
                    </a:lnTo>
                    <a:lnTo>
                      <a:pt x="422" y="54"/>
                    </a:lnTo>
                    <a:lnTo>
                      <a:pt x="422" y="54"/>
                    </a:lnTo>
                    <a:close/>
                    <a:moveTo>
                      <a:pt x="1054" y="54"/>
                    </a:moveTo>
                    <a:lnTo>
                      <a:pt x="1054" y="54"/>
                    </a:lnTo>
                    <a:lnTo>
                      <a:pt x="1054" y="54"/>
                    </a:lnTo>
                    <a:lnTo>
                      <a:pt x="1050" y="54"/>
                    </a:lnTo>
                    <a:lnTo>
                      <a:pt x="1054" y="54"/>
                    </a:lnTo>
                    <a:lnTo>
                      <a:pt x="1054" y="54"/>
                    </a:lnTo>
                    <a:lnTo>
                      <a:pt x="1054" y="54"/>
                    </a:lnTo>
                    <a:lnTo>
                      <a:pt x="1054" y="54"/>
                    </a:lnTo>
                    <a:close/>
                    <a:moveTo>
                      <a:pt x="546" y="60"/>
                    </a:moveTo>
                    <a:lnTo>
                      <a:pt x="550" y="60"/>
                    </a:lnTo>
                    <a:lnTo>
                      <a:pt x="550" y="54"/>
                    </a:lnTo>
                    <a:lnTo>
                      <a:pt x="550" y="54"/>
                    </a:lnTo>
                    <a:lnTo>
                      <a:pt x="550" y="60"/>
                    </a:lnTo>
                    <a:lnTo>
                      <a:pt x="556" y="60"/>
                    </a:lnTo>
                    <a:lnTo>
                      <a:pt x="550" y="60"/>
                    </a:lnTo>
                    <a:lnTo>
                      <a:pt x="550" y="60"/>
                    </a:lnTo>
                    <a:lnTo>
                      <a:pt x="546" y="60"/>
                    </a:lnTo>
                    <a:lnTo>
                      <a:pt x="546" y="60"/>
                    </a:lnTo>
                    <a:lnTo>
                      <a:pt x="546" y="60"/>
                    </a:lnTo>
                    <a:lnTo>
                      <a:pt x="546" y="60"/>
                    </a:lnTo>
                    <a:close/>
                    <a:moveTo>
                      <a:pt x="1018" y="66"/>
                    </a:moveTo>
                    <a:lnTo>
                      <a:pt x="1018" y="66"/>
                    </a:lnTo>
                    <a:lnTo>
                      <a:pt x="1012" y="60"/>
                    </a:lnTo>
                    <a:lnTo>
                      <a:pt x="1018" y="60"/>
                    </a:lnTo>
                    <a:lnTo>
                      <a:pt x="1018" y="60"/>
                    </a:lnTo>
                    <a:lnTo>
                      <a:pt x="1022" y="66"/>
                    </a:lnTo>
                    <a:lnTo>
                      <a:pt x="1018" y="66"/>
                    </a:lnTo>
                    <a:lnTo>
                      <a:pt x="1018" y="66"/>
                    </a:lnTo>
                    <a:lnTo>
                      <a:pt x="1018" y="66"/>
                    </a:lnTo>
                    <a:lnTo>
                      <a:pt x="1018" y="66"/>
                    </a:lnTo>
                    <a:close/>
                    <a:moveTo>
                      <a:pt x="1078" y="146"/>
                    </a:moveTo>
                    <a:lnTo>
                      <a:pt x="1078" y="146"/>
                    </a:lnTo>
                    <a:lnTo>
                      <a:pt x="1078" y="152"/>
                    </a:lnTo>
                    <a:lnTo>
                      <a:pt x="1072" y="152"/>
                    </a:lnTo>
                    <a:lnTo>
                      <a:pt x="1072" y="146"/>
                    </a:lnTo>
                    <a:lnTo>
                      <a:pt x="1078" y="146"/>
                    </a:lnTo>
                    <a:lnTo>
                      <a:pt x="1078" y="146"/>
                    </a:lnTo>
                    <a:lnTo>
                      <a:pt x="1078" y="146"/>
                    </a:lnTo>
                    <a:lnTo>
                      <a:pt x="1078" y="146"/>
                    </a:lnTo>
                    <a:close/>
                    <a:moveTo>
                      <a:pt x="568" y="162"/>
                    </a:moveTo>
                    <a:lnTo>
                      <a:pt x="572" y="162"/>
                    </a:lnTo>
                    <a:lnTo>
                      <a:pt x="572" y="162"/>
                    </a:lnTo>
                    <a:lnTo>
                      <a:pt x="578" y="162"/>
                    </a:lnTo>
                    <a:lnTo>
                      <a:pt x="572" y="162"/>
                    </a:lnTo>
                    <a:lnTo>
                      <a:pt x="572" y="168"/>
                    </a:lnTo>
                    <a:lnTo>
                      <a:pt x="572" y="168"/>
                    </a:lnTo>
                    <a:lnTo>
                      <a:pt x="568" y="168"/>
                    </a:lnTo>
                    <a:lnTo>
                      <a:pt x="568" y="162"/>
                    </a:lnTo>
                    <a:lnTo>
                      <a:pt x="568" y="162"/>
                    </a:lnTo>
                    <a:lnTo>
                      <a:pt x="568" y="162"/>
                    </a:lnTo>
                    <a:lnTo>
                      <a:pt x="568" y="162"/>
                    </a:lnTo>
                    <a:close/>
                    <a:moveTo>
                      <a:pt x="550" y="168"/>
                    </a:moveTo>
                    <a:lnTo>
                      <a:pt x="562" y="168"/>
                    </a:lnTo>
                    <a:lnTo>
                      <a:pt x="562" y="168"/>
                    </a:lnTo>
                    <a:lnTo>
                      <a:pt x="562" y="168"/>
                    </a:lnTo>
                    <a:lnTo>
                      <a:pt x="550" y="168"/>
                    </a:lnTo>
                    <a:lnTo>
                      <a:pt x="550" y="168"/>
                    </a:lnTo>
                    <a:lnTo>
                      <a:pt x="550" y="168"/>
                    </a:lnTo>
                    <a:lnTo>
                      <a:pt x="550" y="168"/>
                    </a:lnTo>
                    <a:close/>
                    <a:moveTo>
                      <a:pt x="1710" y="180"/>
                    </a:moveTo>
                    <a:lnTo>
                      <a:pt x="1710" y="180"/>
                    </a:lnTo>
                    <a:lnTo>
                      <a:pt x="1710" y="174"/>
                    </a:lnTo>
                    <a:lnTo>
                      <a:pt x="1710" y="180"/>
                    </a:lnTo>
                    <a:lnTo>
                      <a:pt x="1710" y="180"/>
                    </a:lnTo>
                    <a:lnTo>
                      <a:pt x="1710" y="180"/>
                    </a:lnTo>
                    <a:lnTo>
                      <a:pt x="1710" y="180"/>
                    </a:lnTo>
                    <a:lnTo>
                      <a:pt x="1710" y="180"/>
                    </a:lnTo>
                    <a:close/>
                    <a:moveTo>
                      <a:pt x="946" y="200"/>
                    </a:moveTo>
                    <a:lnTo>
                      <a:pt x="946" y="200"/>
                    </a:lnTo>
                    <a:lnTo>
                      <a:pt x="946" y="200"/>
                    </a:lnTo>
                    <a:lnTo>
                      <a:pt x="946" y="200"/>
                    </a:lnTo>
                    <a:lnTo>
                      <a:pt x="946" y="200"/>
                    </a:lnTo>
                    <a:lnTo>
                      <a:pt x="946" y="200"/>
                    </a:lnTo>
                    <a:lnTo>
                      <a:pt x="946" y="200"/>
                    </a:lnTo>
                    <a:close/>
                    <a:moveTo>
                      <a:pt x="936" y="210"/>
                    </a:moveTo>
                    <a:lnTo>
                      <a:pt x="930" y="210"/>
                    </a:lnTo>
                    <a:lnTo>
                      <a:pt x="930" y="206"/>
                    </a:lnTo>
                    <a:lnTo>
                      <a:pt x="936" y="206"/>
                    </a:lnTo>
                    <a:lnTo>
                      <a:pt x="940" y="206"/>
                    </a:lnTo>
                    <a:lnTo>
                      <a:pt x="936" y="206"/>
                    </a:lnTo>
                    <a:lnTo>
                      <a:pt x="936" y="210"/>
                    </a:lnTo>
                    <a:lnTo>
                      <a:pt x="936" y="210"/>
                    </a:lnTo>
                    <a:lnTo>
                      <a:pt x="936" y="210"/>
                    </a:lnTo>
                    <a:lnTo>
                      <a:pt x="936" y="210"/>
                    </a:lnTo>
                    <a:close/>
                    <a:moveTo>
                      <a:pt x="926" y="210"/>
                    </a:moveTo>
                    <a:lnTo>
                      <a:pt x="930" y="210"/>
                    </a:lnTo>
                    <a:lnTo>
                      <a:pt x="930" y="210"/>
                    </a:lnTo>
                    <a:lnTo>
                      <a:pt x="930" y="210"/>
                    </a:lnTo>
                    <a:lnTo>
                      <a:pt x="926" y="210"/>
                    </a:lnTo>
                    <a:lnTo>
                      <a:pt x="926" y="210"/>
                    </a:lnTo>
                    <a:lnTo>
                      <a:pt x="926" y="210"/>
                    </a:lnTo>
                    <a:lnTo>
                      <a:pt x="926" y="210"/>
                    </a:lnTo>
                    <a:close/>
                    <a:moveTo>
                      <a:pt x="952" y="234"/>
                    </a:moveTo>
                    <a:lnTo>
                      <a:pt x="952" y="228"/>
                    </a:lnTo>
                    <a:lnTo>
                      <a:pt x="958" y="228"/>
                    </a:lnTo>
                    <a:lnTo>
                      <a:pt x="958" y="228"/>
                    </a:lnTo>
                    <a:lnTo>
                      <a:pt x="958" y="228"/>
                    </a:lnTo>
                    <a:lnTo>
                      <a:pt x="952" y="228"/>
                    </a:lnTo>
                    <a:lnTo>
                      <a:pt x="952" y="234"/>
                    </a:lnTo>
                    <a:lnTo>
                      <a:pt x="952" y="234"/>
                    </a:lnTo>
                    <a:lnTo>
                      <a:pt x="952" y="234"/>
                    </a:lnTo>
                    <a:lnTo>
                      <a:pt x="952" y="234"/>
                    </a:lnTo>
                    <a:close/>
                    <a:moveTo>
                      <a:pt x="952" y="228"/>
                    </a:moveTo>
                    <a:lnTo>
                      <a:pt x="946" y="234"/>
                    </a:lnTo>
                    <a:lnTo>
                      <a:pt x="946" y="234"/>
                    </a:lnTo>
                    <a:lnTo>
                      <a:pt x="946" y="228"/>
                    </a:lnTo>
                    <a:lnTo>
                      <a:pt x="946" y="228"/>
                    </a:lnTo>
                    <a:lnTo>
                      <a:pt x="952" y="228"/>
                    </a:lnTo>
                    <a:lnTo>
                      <a:pt x="952" y="228"/>
                    </a:lnTo>
                    <a:lnTo>
                      <a:pt x="952" y="228"/>
                    </a:lnTo>
                    <a:lnTo>
                      <a:pt x="952" y="228"/>
                    </a:lnTo>
                    <a:close/>
                    <a:moveTo>
                      <a:pt x="790" y="238"/>
                    </a:moveTo>
                    <a:lnTo>
                      <a:pt x="790" y="234"/>
                    </a:lnTo>
                    <a:lnTo>
                      <a:pt x="794" y="234"/>
                    </a:lnTo>
                    <a:lnTo>
                      <a:pt x="800" y="234"/>
                    </a:lnTo>
                    <a:lnTo>
                      <a:pt x="794" y="238"/>
                    </a:lnTo>
                    <a:lnTo>
                      <a:pt x="790" y="238"/>
                    </a:lnTo>
                    <a:lnTo>
                      <a:pt x="790" y="238"/>
                    </a:lnTo>
                    <a:lnTo>
                      <a:pt x="790" y="238"/>
                    </a:lnTo>
                    <a:lnTo>
                      <a:pt x="790" y="238"/>
                    </a:lnTo>
                    <a:lnTo>
                      <a:pt x="790" y="238"/>
                    </a:lnTo>
                    <a:close/>
                    <a:moveTo>
                      <a:pt x="800" y="234"/>
                    </a:moveTo>
                    <a:lnTo>
                      <a:pt x="800" y="234"/>
                    </a:lnTo>
                    <a:lnTo>
                      <a:pt x="800" y="238"/>
                    </a:lnTo>
                    <a:lnTo>
                      <a:pt x="806" y="238"/>
                    </a:lnTo>
                    <a:lnTo>
                      <a:pt x="800" y="238"/>
                    </a:lnTo>
                    <a:lnTo>
                      <a:pt x="800" y="234"/>
                    </a:lnTo>
                    <a:lnTo>
                      <a:pt x="800" y="234"/>
                    </a:lnTo>
                    <a:lnTo>
                      <a:pt x="800" y="234"/>
                    </a:lnTo>
                    <a:lnTo>
                      <a:pt x="800" y="234"/>
                    </a:lnTo>
                    <a:lnTo>
                      <a:pt x="800" y="234"/>
                    </a:lnTo>
                    <a:close/>
                    <a:moveTo>
                      <a:pt x="1510" y="238"/>
                    </a:moveTo>
                    <a:lnTo>
                      <a:pt x="1516" y="238"/>
                    </a:lnTo>
                    <a:lnTo>
                      <a:pt x="1510" y="238"/>
                    </a:lnTo>
                    <a:lnTo>
                      <a:pt x="1510" y="238"/>
                    </a:lnTo>
                    <a:lnTo>
                      <a:pt x="1510" y="238"/>
                    </a:lnTo>
                    <a:lnTo>
                      <a:pt x="1510" y="238"/>
                    </a:lnTo>
                    <a:close/>
                    <a:moveTo>
                      <a:pt x="730" y="238"/>
                    </a:moveTo>
                    <a:lnTo>
                      <a:pt x="730" y="238"/>
                    </a:lnTo>
                    <a:lnTo>
                      <a:pt x="730" y="238"/>
                    </a:lnTo>
                    <a:lnTo>
                      <a:pt x="730" y="238"/>
                    </a:lnTo>
                    <a:lnTo>
                      <a:pt x="730" y="238"/>
                    </a:lnTo>
                    <a:lnTo>
                      <a:pt x="730" y="238"/>
                    </a:lnTo>
                    <a:lnTo>
                      <a:pt x="730" y="238"/>
                    </a:lnTo>
                    <a:lnTo>
                      <a:pt x="730" y="238"/>
                    </a:lnTo>
                    <a:close/>
                    <a:moveTo>
                      <a:pt x="800" y="242"/>
                    </a:moveTo>
                    <a:lnTo>
                      <a:pt x="800" y="242"/>
                    </a:lnTo>
                    <a:lnTo>
                      <a:pt x="806" y="242"/>
                    </a:lnTo>
                    <a:lnTo>
                      <a:pt x="800" y="242"/>
                    </a:lnTo>
                    <a:lnTo>
                      <a:pt x="800" y="242"/>
                    </a:lnTo>
                    <a:lnTo>
                      <a:pt x="800" y="242"/>
                    </a:lnTo>
                    <a:lnTo>
                      <a:pt x="800" y="242"/>
                    </a:lnTo>
                    <a:lnTo>
                      <a:pt x="800" y="242"/>
                    </a:lnTo>
                    <a:close/>
                    <a:moveTo>
                      <a:pt x="766" y="248"/>
                    </a:moveTo>
                    <a:lnTo>
                      <a:pt x="766" y="242"/>
                    </a:lnTo>
                    <a:lnTo>
                      <a:pt x="772" y="242"/>
                    </a:lnTo>
                    <a:lnTo>
                      <a:pt x="778" y="242"/>
                    </a:lnTo>
                    <a:lnTo>
                      <a:pt x="778" y="242"/>
                    </a:lnTo>
                    <a:lnTo>
                      <a:pt x="778" y="248"/>
                    </a:lnTo>
                    <a:lnTo>
                      <a:pt x="778" y="242"/>
                    </a:lnTo>
                    <a:lnTo>
                      <a:pt x="778" y="248"/>
                    </a:lnTo>
                    <a:lnTo>
                      <a:pt x="778" y="248"/>
                    </a:lnTo>
                    <a:lnTo>
                      <a:pt x="778" y="248"/>
                    </a:lnTo>
                    <a:lnTo>
                      <a:pt x="778" y="248"/>
                    </a:lnTo>
                    <a:lnTo>
                      <a:pt x="778" y="248"/>
                    </a:lnTo>
                    <a:lnTo>
                      <a:pt x="772" y="248"/>
                    </a:lnTo>
                    <a:lnTo>
                      <a:pt x="772" y="248"/>
                    </a:lnTo>
                    <a:lnTo>
                      <a:pt x="766" y="248"/>
                    </a:lnTo>
                    <a:lnTo>
                      <a:pt x="766" y="248"/>
                    </a:lnTo>
                    <a:lnTo>
                      <a:pt x="766" y="248"/>
                    </a:lnTo>
                    <a:lnTo>
                      <a:pt x="766" y="248"/>
                    </a:lnTo>
                    <a:close/>
                    <a:moveTo>
                      <a:pt x="1446" y="248"/>
                    </a:moveTo>
                    <a:lnTo>
                      <a:pt x="1446" y="248"/>
                    </a:lnTo>
                    <a:lnTo>
                      <a:pt x="1450" y="248"/>
                    </a:lnTo>
                    <a:lnTo>
                      <a:pt x="1450" y="248"/>
                    </a:lnTo>
                    <a:lnTo>
                      <a:pt x="1446" y="248"/>
                    </a:lnTo>
                    <a:lnTo>
                      <a:pt x="1446" y="248"/>
                    </a:lnTo>
                    <a:lnTo>
                      <a:pt x="1446" y="248"/>
                    </a:lnTo>
                    <a:lnTo>
                      <a:pt x="1446" y="248"/>
                    </a:lnTo>
                    <a:close/>
                    <a:moveTo>
                      <a:pt x="1542" y="248"/>
                    </a:moveTo>
                    <a:lnTo>
                      <a:pt x="1542" y="248"/>
                    </a:lnTo>
                    <a:lnTo>
                      <a:pt x="1548" y="248"/>
                    </a:lnTo>
                    <a:lnTo>
                      <a:pt x="1548" y="248"/>
                    </a:lnTo>
                    <a:lnTo>
                      <a:pt x="1542" y="248"/>
                    </a:lnTo>
                    <a:lnTo>
                      <a:pt x="1542" y="248"/>
                    </a:lnTo>
                    <a:lnTo>
                      <a:pt x="1542" y="248"/>
                    </a:lnTo>
                    <a:lnTo>
                      <a:pt x="1542" y="248"/>
                    </a:lnTo>
                    <a:close/>
                    <a:moveTo>
                      <a:pt x="1450" y="248"/>
                    </a:moveTo>
                    <a:lnTo>
                      <a:pt x="1456" y="248"/>
                    </a:lnTo>
                    <a:lnTo>
                      <a:pt x="1456" y="248"/>
                    </a:lnTo>
                    <a:lnTo>
                      <a:pt x="1462" y="248"/>
                    </a:lnTo>
                    <a:lnTo>
                      <a:pt x="1466" y="248"/>
                    </a:lnTo>
                    <a:lnTo>
                      <a:pt x="1466" y="254"/>
                    </a:lnTo>
                    <a:lnTo>
                      <a:pt x="1466" y="254"/>
                    </a:lnTo>
                    <a:lnTo>
                      <a:pt x="1462" y="248"/>
                    </a:lnTo>
                    <a:lnTo>
                      <a:pt x="1456" y="248"/>
                    </a:lnTo>
                    <a:lnTo>
                      <a:pt x="1450" y="248"/>
                    </a:lnTo>
                    <a:lnTo>
                      <a:pt x="1450" y="248"/>
                    </a:lnTo>
                    <a:lnTo>
                      <a:pt x="1450" y="248"/>
                    </a:lnTo>
                    <a:lnTo>
                      <a:pt x="1450" y="248"/>
                    </a:lnTo>
                    <a:lnTo>
                      <a:pt x="1450" y="248"/>
                    </a:lnTo>
                    <a:close/>
                    <a:moveTo>
                      <a:pt x="1548" y="254"/>
                    </a:moveTo>
                    <a:lnTo>
                      <a:pt x="1542" y="254"/>
                    </a:lnTo>
                    <a:lnTo>
                      <a:pt x="1542" y="248"/>
                    </a:lnTo>
                    <a:lnTo>
                      <a:pt x="1536" y="248"/>
                    </a:lnTo>
                    <a:lnTo>
                      <a:pt x="1542" y="248"/>
                    </a:lnTo>
                    <a:lnTo>
                      <a:pt x="1542" y="248"/>
                    </a:lnTo>
                    <a:lnTo>
                      <a:pt x="1548" y="248"/>
                    </a:lnTo>
                    <a:lnTo>
                      <a:pt x="1554" y="248"/>
                    </a:lnTo>
                    <a:lnTo>
                      <a:pt x="1548" y="254"/>
                    </a:lnTo>
                    <a:lnTo>
                      <a:pt x="1548" y="254"/>
                    </a:lnTo>
                    <a:lnTo>
                      <a:pt x="1548" y="254"/>
                    </a:lnTo>
                    <a:lnTo>
                      <a:pt x="1548" y="254"/>
                    </a:lnTo>
                    <a:close/>
                    <a:moveTo>
                      <a:pt x="1530" y="260"/>
                    </a:moveTo>
                    <a:lnTo>
                      <a:pt x="1536" y="260"/>
                    </a:lnTo>
                    <a:lnTo>
                      <a:pt x="1536" y="254"/>
                    </a:lnTo>
                    <a:lnTo>
                      <a:pt x="1542" y="254"/>
                    </a:lnTo>
                    <a:lnTo>
                      <a:pt x="1542" y="254"/>
                    </a:lnTo>
                    <a:lnTo>
                      <a:pt x="1542" y="260"/>
                    </a:lnTo>
                    <a:lnTo>
                      <a:pt x="1542" y="260"/>
                    </a:lnTo>
                    <a:lnTo>
                      <a:pt x="1536" y="260"/>
                    </a:lnTo>
                    <a:lnTo>
                      <a:pt x="1530" y="260"/>
                    </a:lnTo>
                    <a:lnTo>
                      <a:pt x="1530" y="260"/>
                    </a:lnTo>
                    <a:lnTo>
                      <a:pt x="1530" y="260"/>
                    </a:lnTo>
                    <a:lnTo>
                      <a:pt x="1530" y="260"/>
                    </a:lnTo>
                    <a:close/>
                    <a:moveTo>
                      <a:pt x="1516" y="270"/>
                    </a:moveTo>
                    <a:lnTo>
                      <a:pt x="1516" y="266"/>
                    </a:lnTo>
                    <a:lnTo>
                      <a:pt x="1510" y="266"/>
                    </a:lnTo>
                    <a:lnTo>
                      <a:pt x="1516" y="266"/>
                    </a:lnTo>
                    <a:lnTo>
                      <a:pt x="1516" y="270"/>
                    </a:lnTo>
                    <a:lnTo>
                      <a:pt x="1516" y="270"/>
                    </a:lnTo>
                    <a:lnTo>
                      <a:pt x="1516" y="270"/>
                    </a:lnTo>
                    <a:lnTo>
                      <a:pt x="1516" y="270"/>
                    </a:lnTo>
                    <a:close/>
                    <a:moveTo>
                      <a:pt x="1516" y="276"/>
                    </a:moveTo>
                    <a:lnTo>
                      <a:pt x="1520" y="276"/>
                    </a:lnTo>
                    <a:lnTo>
                      <a:pt x="1520" y="276"/>
                    </a:lnTo>
                    <a:lnTo>
                      <a:pt x="1516" y="276"/>
                    </a:lnTo>
                    <a:lnTo>
                      <a:pt x="1516" y="276"/>
                    </a:lnTo>
                    <a:lnTo>
                      <a:pt x="1516" y="276"/>
                    </a:lnTo>
                    <a:lnTo>
                      <a:pt x="1516" y="276"/>
                    </a:lnTo>
                    <a:lnTo>
                      <a:pt x="1516" y="276"/>
                    </a:lnTo>
                    <a:close/>
                    <a:moveTo>
                      <a:pt x="886" y="302"/>
                    </a:moveTo>
                    <a:lnTo>
                      <a:pt x="880" y="302"/>
                    </a:lnTo>
                    <a:lnTo>
                      <a:pt x="880" y="296"/>
                    </a:lnTo>
                    <a:lnTo>
                      <a:pt x="886" y="296"/>
                    </a:lnTo>
                    <a:lnTo>
                      <a:pt x="886" y="302"/>
                    </a:lnTo>
                    <a:lnTo>
                      <a:pt x="886" y="302"/>
                    </a:lnTo>
                    <a:lnTo>
                      <a:pt x="886" y="302"/>
                    </a:lnTo>
                    <a:lnTo>
                      <a:pt x="886" y="302"/>
                    </a:lnTo>
                    <a:close/>
                    <a:moveTo>
                      <a:pt x="898" y="302"/>
                    </a:moveTo>
                    <a:lnTo>
                      <a:pt x="898" y="302"/>
                    </a:lnTo>
                    <a:lnTo>
                      <a:pt x="898" y="296"/>
                    </a:lnTo>
                    <a:lnTo>
                      <a:pt x="898" y="296"/>
                    </a:lnTo>
                    <a:lnTo>
                      <a:pt x="898" y="302"/>
                    </a:lnTo>
                    <a:lnTo>
                      <a:pt x="898" y="302"/>
                    </a:lnTo>
                    <a:lnTo>
                      <a:pt x="898" y="302"/>
                    </a:lnTo>
                    <a:lnTo>
                      <a:pt x="898" y="302"/>
                    </a:lnTo>
                    <a:close/>
                    <a:moveTo>
                      <a:pt x="898" y="314"/>
                    </a:moveTo>
                    <a:lnTo>
                      <a:pt x="898" y="308"/>
                    </a:lnTo>
                    <a:lnTo>
                      <a:pt x="898" y="308"/>
                    </a:lnTo>
                    <a:lnTo>
                      <a:pt x="898" y="308"/>
                    </a:lnTo>
                    <a:lnTo>
                      <a:pt x="898" y="302"/>
                    </a:lnTo>
                    <a:lnTo>
                      <a:pt x="904" y="308"/>
                    </a:lnTo>
                    <a:lnTo>
                      <a:pt x="898" y="308"/>
                    </a:lnTo>
                    <a:lnTo>
                      <a:pt x="898" y="308"/>
                    </a:lnTo>
                    <a:lnTo>
                      <a:pt x="898" y="314"/>
                    </a:lnTo>
                    <a:lnTo>
                      <a:pt x="898" y="314"/>
                    </a:lnTo>
                    <a:lnTo>
                      <a:pt x="898" y="314"/>
                    </a:lnTo>
                    <a:lnTo>
                      <a:pt x="898" y="314"/>
                    </a:lnTo>
                    <a:lnTo>
                      <a:pt x="898" y="314"/>
                    </a:lnTo>
                    <a:close/>
                    <a:moveTo>
                      <a:pt x="530" y="314"/>
                    </a:moveTo>
                    <a:lnTo>
                      <a:pt x="524" y="308"/>
                    </a:lnTo>
                    <a:lnTo>
                      <a:pt x="530" y="308"/>
                    </a:lnTo>
                    <a:lnTo>
                      <a:pt x="530" y="314"/>
                    </a:lnTo>
                    <a:lnTo>
                      <a:pt x="530" y="314"/>
                    </a:lnTo>
                    <a:lnTo>
                      <a:pt x="530" y="314"/>
                    </a:lnTo>
                    <a:lnTo>
                      <a:pt x="530" y="314"/>
                    </a:lnTo>
                    <a:close/>
                    <a:moveTo>
                      <a:pt x="904" y="308"/>
                    </a:moveTo>
                    <a:lnTo>
                      <a:pt x="898" y="308"/>
                    </a:lnTo>
                    <a:lnTo>
                      <a:pt x="904" y="308"/>
                    </a:lnTo>
                    <a:lnTo>
                      <a:pt x="904" y="314"/>
                    </a:lnTo>
                    <a:lnTo>
                      <a:pt x="904" y="308"/>
                    </a:lnTo>
                    <a:lnTo>
                      <a:pt x="904" y="308"/>
                    </a:lnTo>
                    <a:lnTo>
                      <a:pt x="904" y="308"/>
                    </a:lnTo>
                    <a:lnTo>
                      <a:pt x="904" y="308"/>
                    </a:lnTo>
                    <a:close/>
                    <a:moveTo>
                      <a:pt x="904" y="314"/>
                    </a:moveTo>
                    <a:lnTo>
                      <a:pt x="898" y="314"/>
                    </a:lnTo>
                    <a:lnTo>
                      <a:pt x="904" y="314"/>
                    </a:lnTo>
                    <a:lnTo>
                      <a:pt x="904" y="308"/>
                    </a:lnTo>
                    <a:lnTo>
                      <a:pt x="904" y="314"/>
                    </a:lnTo>
                    <a:lnTo>
                      <a:pt x="904" y="314"/>
                    </a:lnTo>
                    <a:lnTo>
                      <a:pt x="904" y="314"/>
                    </a:lnTo>
                    <a:lnTo>
                      <a:pt x="904" y="314"/>
                    </a:lnTo>
                    <a:close/>
                    <a:moveTo>
                      <a:pt x="892" y="320"/>
                    </a:moveTo>
                    <a:lnTo>
                      <a:pt x="892" y="320"/>
                    </a:lnTo>
                    <a:lnTo>
                      <a:pt x="898" y="320"/>
                    </a:lnTo>
                    <a:lnTo>
                      <a:pt x="898" y="320"/>
                    </a:lnTo>
                    <a:lnTo>
                      <a:pt x="892" y="320"/>
                    </a:lnTo>
                    <a:lnTo>
                      <a:pt x="892" y="320"/>
                    </a:lnTo>
                    <a:lnTo>
                      <a:pt x="892" y="320"/>
                    </a:lnTo>
                    <a:lnTo>
                      <a:pt x="892" y="320"/>
                    </a:lnTo>
                    <a:close/>
                    <a:moveTo>
                      <a:pt x="670" y="342"/>
                    </a:moveTo>
                    <a:lnTo>
                      <a:pt x="670" y="342"/>
                    </a:lnTo>
                    <a:lnTo>
                      <a:pt x="670" y="342"/>
                    </a:lnTo>
                    <a:lnTo>
                      <a:pt x="670" y="342"/>
                    </a:lnTo>
                    <a:lnTo>
                      <a:pt x="670" y="342"/>
                    </a:lnTo>
                    <a:lnTo>
                      <a:pt x="670" y="342"/>
                    </a:lnTo>
                    <a:close/>
                    <a:moveTo>
                      <a:pt x="710" y="410"/>
                    </a:moveTo>
                    <a:lnTo>
                      <a:pt x="710" y="410"/>
                    </a:lnTo>
                    <a:lnTo>
                      <a:pt x="710" y="406"/>
                    </a:lnTo>
                    <a:lnTo>
                      <a:pt x="704" y="406"/>
                    </a:lnTo>
                    <a:lnTo>
                      <a:pt x="698" y="406"/>
                    </a:lnTo>
                    <a:lnTo>
                      <a:pt x="698" y="406"/>
                    </a:lnTo>
                    <a:lnTo>
                      <a:pt x="704" y="406"/>
                    </a:lnTo>
                    <a:lnTo>
                      <a:pt x="710" y="406"/>
                    </a:lnTo>
                    <a:lnTo>
                      <a:pt x="710" y="406"/>
                    </a:lnTo>
                    <a:lnTo>
                      <a:pt x="710" y="406"/>
                    </a:lnTo>
                    <a:lnTo>
                      <a:pt x="712" y="406"/>
                    </a:lnTo>
                    <a:lnTo>
                      <a:pt x="712" y="410"/>
                    </a:lnTo>
                    <a:lnTo>
                      <a:pt x="710" y="416"/>
                    </a:lnTo>
                    <a:lnTo>
                      <a:pt x="710" y="410"/>
                    </a:lnTo>
                    <a:lnTo>
                      <a:pt x="710" y="410"/>
                    </a:lnTo>
                    <a:lnTo>
                      <a:pt x="710" y="410"/>
                    </a:lnTo>
                    <a:lnTo>
                      <a:pt x="710" y="410"/>
                    </a:lnTo>
                    <a:close/>
                    <a:moveTo>
                      <a:pt x="290" y="456"/>
                    </a:moveTo>
                    <a:lnTo>
                      <a:pt x="296" y="460"/>
                    </a:lnTo>
                    <a:lnTo>
                      <a:pt x="290" y="460"/>
                    </a:lnTo>
                    <a:lnTo>
                      <a:pt x="284" y="460"/>
                    </a:lnTo>
                    <a:lnTo>
                      <a:pt x="284" y="456"/>
                    </a:lnTo>
                    <a:lnTo>
                      <a:pt x="290" y="456"/>
                    </a:lnTo>
                    <a:lnTo>
                      <a:pt x="284" y="456"/>
                    </a:lnTo>
                    <a:lnTo>
                      <a:pt x="290" y="456"/>
                    </a:lnTo>
                    <a:lnTo>
                      <a:pt x="290" y="456"/>
                    </a:lnTo>
                    <a:lnTo>
                      <a:pt x="290" y="456"/>
                    </a:lnTo>
                    <a:lnTo>
                      <a:pt x="290" y="456"/>
                    </a:lnTo>
                    <a:close/>
                    <a:moveTo>
                      <a:pt x="1850" y="584"/>
                    </a:moveTo>
                    <a:lnTo>
                      <a:pt x="1850" y="584"/>
                    </a:lnTo>
                    <a:lnTo>
                      <a:pt x="1850" y="584"/>
                    </a:lnTo>
                    <a:lnTo>
                      <a:pt x="1850" y="590"/>
                    </a:lnTo>
                    <a:lnTo>
                      <a:pt x="1850" y="584"/>
                    </a:lnTo>
                    <a:lnTo>
                      <a:pt x="1850" y="584"/>
                    </a:lnTo>
                    <a:lnTo>
                      <a:pt x="1850" y="584"/>
                    </a:lnTo>
                    <a:lnTo>
                      <a:pt x="1850" y="584"/>
                    </a:lnTo>
                    <a:close/>
                    <a:moveTo>
                      <a:pt x="1656" y="682"/>
                    </a:moveTo>
                    <a:lnTo>
                      <a:pt x="1656" y="676"/>
                    </a:lnTo>
                    <a:lnTo>
                      <a:pt x="1662" y="676"/>
                    </a:lnTo>
                    <a:lnTo>
                      <a:pt x="1662" y="676"/>
                    </a:lnTo>
                    <a:lnTo>
                      <a:pt x="1662" y="682"/>
                    </a:lnTo>
                    <a:lnTo>
                      <a:pt x="1662" y="676"/>
                    </a:lnTo>
                    <a:lnTo>
                      <a:pt x="1656" y="676"/>
                    </a:lnTo>
                    <a:lnTo>
                      <a:pt x="1656" y="682"/>
                    </a:lnTo>
                    <a:lnTo>
                      <a:pt x="1656" y="682"/>
                    </a:lnTo>
                    <a:lnTo>
                      <a:pt x="1656" y="682"/>
                    </a:lnTo>
                    <a:lnTo>
                      <a:pt x="1656" y="682"/>
                    </a:lnTo>
                    <a:close/>
                    <a:moveTo>
                      <a:pt x="1668" y="692"/>
                    </a:moveTo>
                    <a:lnTo>
                      <a:pt x="1668" y="688"/>
                    </a:lnTo>
                    <a:lnTo>
                      <a:pt x="1668" y="692"/>
                    </a:lnTo>
                    <a:lnTo>
                      <a:pt x="1668" y="692"/>
                    </a:lnTo>
                    <a:lnTo>
                      <a:pt x="1668" y="692"/>
                    </a:lnTo>
                    <a:lnTo>
                      <a:pt x="1668" y="692"/>
                    </a:lnTo>
                    <a:close/>
                    <a:moveTo>
                      <a:pt x="1672" y="692"/>
                    </a:moveTo>
                    <a:lnTo>
                      <a:pt x="1672" y="688"/>
                    </a:lnTo>
                    <a:lnTo>
                      <a:pt x="1672" y="692"/>
                    </a:lnTo>
                    <a:lnTo>
                      <a:pt x="1672" y="692"/>
                    </a:lnTo>
                    <a:lnTo>
                      <a:pt x="1672" y="692"/>
                    </a:lnTo>
                    <a:lnTo>
                      <a:pt x="1672" y="692"/>
                    </a:lnTo>
                    <a:close/>
                    <a:moveTo>
                      <a:pt x="1590" y="926"/>
                    </a:moveTo>
                    <a:lnTo>
                      <a:pt x="1586" y="926"/>
                    </a:lnTo>
                    <a:lnTo>
                      <a:pt x="1586" y="920"/>
                    </a:lnTo>
                    <a:lnTo>
                      <a:pt x="1590" y="926"/>
                    </a:lnTo>
                    <a:lnTo>
                      <a:pt x="1590" y="926"/>
                    </a:lnTo>
                    <a:lnTo>
                      <a:pt x="1590" y="926"/>
                    </a:lnTo>
                    <a:lnTo>
                      <a:pt x="1590" y="926"/>
                    </a:lnTo>
                    <a:close/>
                    <a:moveTo>
                      <a:pt x="540" y="6"/>
                    </a:moveTo>
                    <a:lnTo>
                      <a:pt x="540" y="0"/>
                    </a:lnTo>
                    <a:lnTo>
                      <a:pt x="546" y="0"/>
                    </a:lnTo>
                    <a:lnTo>
                      <a:pt x="550" y="0"/>
                    </a:lnTo>
                    <a:lnTo>
                      <a:pt x="550" y="0"/>
                    </a:lnTo>
                    <a:lnTo>
                      <a:pt x="556" y="0"/>
                    </a:lnTo>
                    <a:lnTo>
                      <a:pt x="562" y="0"/>
                    </a:lnTo>
                    <a:lnTo>
                      <a:pt x="562" y="0"/>
                    </a:lnTo>
                    <a:lnTo>
                      <a:pt x="562" y="0"/>
                    </a:lnTo>
                    <a:lnTo>
                      <a:pt x="556" y="0"/>
                    </a:lnTo>
                    <a:lnTo>
                      <a:pt x="550" y="0"/>
                    </a:lnTo>
                    <a:lnTo>
                      <a:pt x="550" y="0"/>
                    </a:lnTo>
                    <a:lnTo>
                      <a:pt x="546" y="6"/>
                    </a:lnTo>
                    <a:lnTo>
                      <a:pt x="540" y="6"/>
                    </a:lnTo>
                    <a:lnTo>
                      <a:pt x="540" y="6"/>
                    </a:lnTo>
                    <a:lnTo>
                      <a:pt x="540" y="6"/>
                    </a:lnTo>
                    <a:lnTo>
                      <a:pt x="540" y="6"/>
                    </a:lnTo>
                    <a:close/>
                    <a:moveTo>
                      <a:pt x="540" y="12"/>
                    </a:moveTo>
                    <a:lnTo>
                      <a:pt x="536" y="12"/>
                    </a:lnTo>
                    <a:lnTo>
                      <a:pt x="536" y="12"/>
                    </a:lnTo>
                    <a:lnTo>
                      <a:pt x="530" y="12"/>
                    </a:lnTo>
                    <a:lnTo>
                      <a:pt x="524" y="12"/>
                    </a:lnTo>
                    <a:lnTo>
                      <a:pt x="524" y="12"/>
                    </a:lnTo>
                    <a:lnTo>
                      <a:pt x="524" y="12"/>
                    </a:lnTo>
                    <a:lnTo>
                      <a:pt x="530" y="12"/>
                    </a:lnTo>
                    <a:lnTo>
                      <a:pt x="536" y="12"/>
                    </a:lnTo>
                    <a:lnTo>
                      <a:pt x="536" y="12"/>
                    </a:lnTo>
                    <a:lnTo>
                      <a:pt x="540" y="12"/>
                    </a:lnTo>
                    <a:lnTo>
                      <a:pt x="546" y="12"/>
                    </a:lnTo>
                    <a:lnTo>
                      <a:pt x="550" y="12"/>
                    </a:lnTo>
                    <a:lnTo>
                      <a:pt x="550" y="12"/>
                    </a:lnTo>
                    <a:lnTo>
                      <a:pt x="546" y="12"/>
                    </a:lnTo>
                    <a:lnTo>
                      <a:pt x="540" y="12"/>
                    </a:lnTo>
                    <a:lnTo>
                      <a:pt x="540" y="12"/>
                    </a:lnTo>
                    <a:lnTo>
                      <a:pt x="540" y="12"/>
                    </a:lnTo>
                    <a:lnTo>
                      <a:pt x="540" y="12"/>
                    </a:lnTo>
                    <a:close/>
                    <a:moveTo>
                      <a:pt x="508" y="16"/>
                    </a:moveTo>
                    <a:lnTo>
                      <a:pt x="502" y="16"/>
                    </a:lnTo>
                    <a:lnTo>
                      <a:pt x="508" y="16"/>
                    </a:lnTo>
                    <a:lnTo>
                      <a:pt x="512" y="16"/>
                    </a:lnTo>
                    <a:lnTo>
                      <a:pt x="512" y="16"/>
                    </a:lnTo>
                    <a:lnTo>
                      <a:pt x="518" y="16"/>
                    </a:lnTo>
                    <a:lnTo>
                      <a:pt x="524" y="16"/>
                    </a:lnTo>
                    <a:lnTo>
                      <a:pt x="518" y="16"/>
                    </a:lnTo>
                    <a:lnTo>
                      <a:pt x="518" y="12"/>
                    </a:lnTo>
                    <a:lnTo>
                      <a:pt x="524" y="12"/>
                    </a:lnTo>
                    <a:lnTo>
                      <a:pt x="524" y="12"/>
                    </a:lnTo>
                    <a:lnTo>
                      <a:pt x="530" y="12"/>
                    </a:lnTo>
                    <a:lnTo>
                      <a:pt x="536" y="16"/>
                    </a:lnTo>
                    <a:lnTo>
                      <a:pt x="536" y="16"/>
                    </a:lnTo>
                    <a:lnTo>
                      <a:pt x="540" y="16"/>
                    </a:lnTo>
                    <a:lnTo>
                      <a:pt x="536" y="16"/>
                    </a:lnTo>
                    <a:lnTo>
                      <a:pt x="536" y="16"/>
                    </a:lnTo>
                    <a:lnTo>
                      <a:pt x="530" y="16"/>
                    </a:lnTo>
                    <a:lnTo>
                      <a:pt x="524" y="16"/>
                    </a:lnTo>
                    <a:lnTo>
                      <a:pt x="524" y="20"/>
                    </a:lnTo>
                    <a:lnTo>
                      <a:pt x="518" y="20"/>
                    </a:lnTo>
                    <a:lnTo>
                      <a:pt x="518" y="16"/>
                    </a:lnTo>
                    <a:lnTo>
                      <a:pt x="512" y="16"/>
                    </a:lnTo>
                    <a:lnTo>
                      <a:pt x="512" y="20"/>
                    </a:lnTo>
                    <a:lnTo>
                      <a:pt x="512" y="20"/>
                    </a:lnTo>
                    <a:lnTo>
                      <a:pt x="508" y="20"/>
                    </a:lnTo>
                    <a:lnTo>
                      <a:pt x="508" y="16"/>
                    </a:lnTo>
                    <a:lnTo>
                      <a:pt x="508" y="16"/>
                    </a:lnTo>
                    <a:lnTo>
                      <a:pt x="508" y="16"/>
                    </a:lnTo>
                    <a:lnTo>
                      <a:pt x="508" y="16"/>
                    </a:lnTo>
                    <a:close/>
                    <a:moveTo>
                      <a:pt x="1088" y="48"/>
                    </a:moveTo>
                    <a:lnTo>
                      <a:pt x="1088" y="48"/>
                    </a:lnTo>
                    <a:lnTo>
                      <a:pt x="1082" y="48"/>
                    </a:lnTo>
                    <a:lnTo>
                      <a:pt x="1078" y="48"/>
                    </a:lnTo>
                    <a:lnTo>
                      <a:pt x="1078" y="48"/>
                    </a:lnTo>
                    <a:lnTo>
                      <a:pt x="1072" y="48"/>
                    </a:lnTo>
                    <a:lnTo>
                      <a:pt x="1066" y="48"/>
                    </a:lnTo>
                    <a:lnTo>
                      <a:pt x="1066" y="48"/>
                    </a:lnTo>
                    <a:lnTo>
                      <a:pt x="1060" y="48"/>
                    </a:lnTo>
                    <a:lnTo>
                      <a:pt x="1054" y="48"/>
                    </a:lnTo>
                    <a:lnTo>
                      <a:pt x="1054" y="54"/>
                    </a:lnTo>
                    <a:lnTo>
                      <a:pt x="1054" y="54"/>
                    </a:lnTo>
                    <a:lnTo>
                      <a:pt x="1050" y="54"/>
                    </a:lnTo>
                    <a:lnTo>
                      <a:pt x="1044" y="54"/>
                    </a:lnTo>
                    <a:lnTo>
                      <a:pt x="1038" y="54"/>
                    </a:lnTo>
                    <a:lnTo>
                      <a:pt x="1038" y="54"/>
                    </a:lnTo>
                    <a:lnTo>
                      <a:pt x="1038" y="48"/>
                    </a:lnTo>
                    <a:lnTo>
                      <a:pt x="1034" y="48"/>
                    </a:lnTo>
                    <a:lnTo>
                      <a:pt x="1028" y="48"/>
                    </a:lnTo>
                    <a:lnTo>
                      <a:pt x="1028" y="48"/>
                    </a:lnTo>
                    <a:lnTo>
                      <a:pt x="1022" y="48"/>
                    </a:lnTo>
                    <a:lnTo>
                      <a:pt x="1028" y="48"/>
                    </a:lnTo>
                    <a:lnTo>
                      <a:pt x="1028" y="48"/>
                    </a:lnTo>
                    <a:lnTo>
                      <a:pt x="1034" y="48"/>
                    </a:lnTo>
                    <a:lnTo>
                      <a:pt x="1028" y="48"/>
                    </a:lnTo>
                    <a:lnTo>
                      <a:pt x="1028" y="48"/>
                    </a:lnTo>
                    <a:lnTo>
                      <a:pt x="1028" y="48"/>
                    </a:lnTo>
                    <a:lnTo>
                      <a:pt x="1034" y="48"/>
                    </a:lnTo>
                    <a:lnTo>
                      <a:pt x="1038" y="48"/>
                    </a:lnTo>
                    <a:lnTo>
                      <a:pt x="1038" y="48"/>
                    </a:lnTo>
                    <a:lnTo>
                      <a:pt x="1038" y="48"/>
                    </a:lnTo>
                    <a:lnTo>
                      <a:pt x="1034" y="48"/>
                    </a:lnTo>
                    <a:lnTo>
                      <a:pt x="1028" y="48"/>
                    </a:lnTo>
                    <a:lnTo>
                      <a:pt x="1028" y="48"/>
                    </a:lnTo>
                    <a:lnTo>
                      <a:pt x="1022" y="48"/>
                    </a:lnTo>
                    <a:lnTo>
                      <a:pt x="1018" y="48"/>
                    </a:lnTo>
                    <a:lnTo>
                      <a:pt x="1018" y="48"/>
                    </a:lnTo>
                    <a:lnTo>
                      <a:pt x="1018" y="42"/>
                    </a:lnTo>
                    <a:lnTo>
                      <a:pt x="1018" y="42"/>
                    </a:lnTo>
                    <a:lnTo>
                      <a:pt x="1022" y="42"/>
                    </a:lnTo>
                    <a:lnTo>
                      <a:pt x="1028" y="42"/>
                    </a:lnTo>
                    <a:lnTo>
                      <a:pt x="1028" y="42"/>
                    </a:lnTo>
                    <a:lnTo>
                      <a:pt x="1028" y="42"/>
                    </a:lnTo>
                    <a:lnTo>
                      <a:pt x="1022" y="42"/>
                    </a:lnTo>
                    <a:lnTo>
                      <a:pt x="1022" y="38"/>
                    </a:lnTo>
                    <a:lnTo>
                      <a:pt x="1028" y="38"/>
                    </a:lnTo>
                    <a:lnTo>
                      <a:pt x="1028" y="38"/>
                    </a:lnTo>
                    <a:lnTo>
                      <a:pt x="1034" y="38"/>
                    </a:lnTo>
                    <a:lnTo>
                      <a:pt x="1034" y="38"/>
                    </a:lnTo>
                    <a:lnTo>
                      <a:pt x="1038" y="38"/>
                    </a:lnTo>
                    <a:lnTo>
                      <a:pt x="1038" y="32"/>
                    </a:lnTo>
                    <a:lnTo>
                      <a:pt x="1038" y="32"/>
                    </a:lnTo>
                    <a:lnTo>
                      <a:pt x="1038" y="32"/>
                    </a:lnTo>
                    <a:lnTo>
                      <a:pt x="1034" y="32"/>
                    </a:lnTo>
                    <a:lnTo>
                      <a:pt x="1028" y="32"/>
                    </a:lnTo>
                    <a:lnTo>
                      <a:pt x="1034" y="32"/>
                    </a:lnTo>
                    <a:lnTo>
                      <a:pt x="1034" y="26"/>
                    </a:lnTo>
                    <a:lnTo>
                      <a:pt x="1038" y="26"/>
                    </a:lnTo>
                    <a:lnTo>
                      <a:pt x="1038" y="26"/>
                    </a:lnTo>
                    <a:lnTo>
                      <a:pt x="1038" y="26"/>
                    </a:lnTo>
                    <a:lnTo>
                      <a:pt x="1038" y="26"/>
                    </a:lnTo>
                    <a:lnTo>
                      <a:pt x="1044" y="26"/>
                    </a:lnTo>
                    <a:lnTo>
                      <a:pt x="1050" y="26"/>
                    </a:lnTo>
                    <a:lnTo>
                      <a:pt x="1054" y="26"/>
                    </a:lnTo>
                    <a:lnTo>
                      <a:pt x="1054" y="20"/>
                    </a:lnTo>
                    <a:lnTo>
                      <a:pt x="1054" y="20"/>
                    </a:lnTo>
                    <a:lnTo>
                      <a:pt x="1060" y="20"/>
                    </a:lnTo>
                    <a:lnTo>
                      <a:pt x="1066" y="20"/>
                    </a:lnTo>
                    <a:lnTo>
                      <a:pt x="1066" y="20"/>
                    </a:lnTo>
                    <a:lnTo>
                      <a:pt x="1066" y="16"/>
                    </a:lnTo>
                    <a:lnTo>
                      <a:pt x="1072" y="16"/>
                    </a:lnTo>
                    <a:lnTo>
                      <a:pt x="1078" y="16"/>
                    </a:lnTo>
                    <a:lnTo>
                      <a:pt x="1072" y="16"/>
                    </a:lnTo>
                    <a:lnTo>
                      <a:pt x="1066" y="16"/>
                    </a:lnTo>
                    <a:lnTo>
                      <a:pt x="1072" y="16"/>
                    </a:lnTo>
                    <a:lnTo>
                      <a:pt x="1078" y="16"/>
                    </a:lnTo>
                    <a:lnTo>
                      <a:pt x="1078" y="16"/>
                    </a:lnTo>
                    <a:lnTo>
                      <a:pt x="1082" y="20"/>
                    </a:lnTo>
                    <a:lnTo>
                      <a:pt x="1088" y="26"/>
                    </a:lnTo>
                    <a:lnTo>
                      <a:pt x="1088" y="26"/>
                    </a:lnTo>
                    <a:lnTo>
                      <a:pt x="1088" y="26"/>
                    </a:lnTo>
                    <a:lnTo>
                      <a:pt x="1092" y="26"/>
                    </a:lnTo>
                    <a:lnTo>
                      <a:pt x="1104" y="26"/>
                    </a:lnTo>
                    <a:lnTo>
                      <a:pt x="1104" y="32"/>
                    </a:lnTo>
                    <a:lnTo>
                      <a:pt x="1108" y="32"/>
                    </a:lnTo>
                    <a:lnTo>
                      <a:pt x="1104" y="38"/>
                    </a:lnTo>
                    <a:lnTo>
                      <a:pt x="1104" y="38"/>
                    </a:lnTo>
                    <a:lnTo>
                      <a:pt x="1098" y="38"/>
                    </a:lnTo>
                    <a:lnTo>
                      <a:pt x="1092" y="38"/>
                    </a:lnTo>
                    <a:lnTo>
                      <a:pt x="1092" y="38"/>
                    </a:lnTo>
                    <a:lnTo>
                      <a:pt x="1098" y="38"/>
                    </a:lnTo>
                    <a:lnTo>
                      <a:pt x="1098" y="42"/>
                    </a:lnTo>
                    <a:lnTo>
                      <a:pt x="1104" y="48"/>
                    </a:lnTo>
                    <a:lnTo>
                      <a:pt x="1098" y="48"/>
                    </a:lnTo>
                    <a:lnTo>
                      <a:pt x="1092" y="48"/>
                    </a:lnTo>
                    <a:lnTo>
                      <a:pt x="1088" y="48"/>
                    </a:lnTo>
                    <a:lnTo>
                      <a:pt x="1088" y="48"/>
                    </a:lnTo>
                    <a:lnTo>
                      <a:pt x="1088" y="48"/>
                    </a:lnTo>
                    <a:lnTo>
                      <a:pt x="1088" y="48"/>
                    </a:lnTo>
                    <a:close/>
                    <a:moveTo>
                      <a:pt x="604" y="26"/>
                    </a:moveTo>
                    <a:lnTo>
                      <a:pt x="610" y="26"/>
                    </a:lnTo>
                    <a:lnTo>
                      <a:pt x="610" y="26"/>
                    </a:lnTo>
                    <a:lnTo>
                      <a:pt x="616" y="26"/>
                    </a:lnTo>
                    <a:lnTo>
                      <a:pt x="622" y="26"/>
                    </a:lnTo>
                    <a:lnTo>
                      <a:pt x="622" y="26"/>
                    </a:lnTo>
                    <a:lnTo>
                      <a:pt x="626" y="26"/>
                    </a:lnTo>
                    <a:lnTo>
                      <a:pt x="632" y="26"/>
                    </a:lnTo>
                    <a:lnTo>
                      <a:pt x="626" y="26"/>
                    </a:lnTo>
                    <a:lnTo>
                      <a:pt x="626" y="20"/>
                    </a:lnTo>
                    <a:lnTo>
                      <a:pt x="632" y="20"/>
                    </a:lnTo>
                    <a:lnTo>
                      <a:pt x="632" y="20"/>
                    </a:lnTo>
                    <a:lnTo>
                      <a:pt x="638" y="20"/>
                    </a:lnTo>
                    <a:lnTo>
                      <a:pt x="644" y="20"/>
                    </a:lnTo>
                    <a:lnTo>
                      <a:pt x="644" y="20"/>
                    </a:lnTo>
                    <a:lnTo>
                      <a:pt x="644" y="26"/>
                    </a:lnTo>
                    <a:lnTo>
                      <a:pt x="644" y="26"/>
                    </a:lnTo>
                    <a:lnTo>
                      <a:pt x="644" y="32"/>
                    </a:lnTo>
                    <a:lnTo>
                      <a:pt x="638" y="32"/>
                    </a:lnTo>
                    <a:lnTo>
                      <a:pt x="632" y="32"/>
                    </a:lnTo>
                    <a:lnTo>
                      <a:pt x="632" y="32"/>
                    </a:lnTo>
                    <a:lnTo>
                      <a:pt x="626" y="32"/>
                    </a:lnTo>
                    <a:lnTo>
                      <a:pt x="622" y="32"/>
                    </a:lnTo>
                    <a:lnTo>
                      <a:pt x="622" y="32"/>
                    </a:lnTo>
                    <a:lnTo>
                      <a:pt x="622" y="38"/>
                    </a:lnTo>
                    <a:lnTo>
                      <a:pt x="616" y="38"/>
                    </a:lnTo>
                    <a:lnTo>
                      <a:pt x="610" y="38"/>
                    </a:lnTo>
                    <a:lnTo>
                      <a:pt x="610" y="32"/>
                    </a:lnTo>
                    <a:lnTo>
                      <a:pt x="610" y="32"/>
                    </a:lnTo>
                    <a:lnTo>
                      <a:pt x="604" y="32"/>
                    </a:lnTo>
                    <a:lnTo>
                      <a:pt x="604" y="26"/>
                    </a:lnTo>
                    <a:lnTo>
                      <a:pt x="604" y="26"/>
                    </a:lnTo>
                    <a:lnTo>
                      <a:pt x="604" y="26"/>
                    </a:lnTo>
                    <a:lnTo>
                      <a:pt x="604" y="26"/>
                    </a:lnTo>
                    <a:close/>
                    <a:moveTo>
                      <a:pt x="492" y="26"/>
                    </a:moveTo>
                    <a:lnTo>
                      <a:pt x="492" y="20"/>
                    </a:lnTo>
                    <a:lnTo>
                      <a:pt x="496" y="20"/>
                    </a:lnTo>
                    <a:lnTo>
                      <a:pt x="496" y="26"/>
                    </a:lnTo>
                    <a:lnTo>
                      <a:pt x="502" y="26"/>
                    </a:lnTo>
                    <a:lnTo>
                      <a:pt x="502" y="26"/>
                    </a:lnTo>
                    <a:lnTo>
                      <a:pt x="508" y="26"/>
                    </a:lnTo>
                    <a:lnTo>
                      <a:pt x="512" y="26"/>
                    </a:lnTo>
                    <a:lnTo>
                      <a:pt x="512" y="26"/>
                    </a:lnTo>
                    <a:lnTo>
                      <a:pt x="518" y="26"/>
                    </a:lnTo>
                    <a:lnTo>
                      <a:pt x="524" y="26"/>
                    </a:lnTo>
                    <a:lnTo>
                      <a:pt x="524" y="26"/>
                    </a:lnTo>
                    <a:lnTo>
                      <a:pt x="524" y="26"/>
                    </a:lnTo>
                    <a:lnTo>
                      <a:pt x="530" y="26"/>
                    </a:lnTo>
                    <a:lnTo>
                      <a:pt x="536" y="26"/>
                    </a:lnTo>
                    <a:lnTo>
                      <a:pt x="536" y="32"/>
                    </a:lnTo>
                    <a:lnTo>
                      <a:pt x="536" y="32"/>
                    </a:lnTo>
                    <a:lnTo>
                      <a:pt x="530" y="38"/>
                    </a:lnTo>
                    <a:lnTo>
                      <a:pt x="524" y="38"/>
                    </a:lnTo>
                    <a:lnTo>
                      <a:pt x="524" y="32"/>
                    </a:lnTo>
                    <a:lnTo>
                      <a:pt x="524" y="32"/>
                    </a:lnTo>
                    <a:lnTo>
                      <a:pt x="518" y="32"/>
                    </a:lnTo>
                    <a:lnTo>
                      <a:pt x="512" y="32"/>
                    </a:lnTo>
                    <a:lnTo>
                      <a:pt x="512" y="26"/>
                    </a:lnTo>
                    <a:lnTo>
                      <a:pt x="512" y="26"/>
                    </a:lnTo>
                    <a:lnTo>
                      <a:pt x="508" y="26"/>
                    </a:lnTo>
                    <a:lnTo>
                      <a:pt x="502" y="26"/>
                    </a:lnTo>
                    <a:lnTo>
                      <a:pt x="502" y="26"/>
                    </a:lnTo>
                    <a:lnTo>
                      <a:pt x="502" y="26"/>
                    </a:lnTo>
                    <a:lnTo>
                      <a:pt x="502" y="26"/>
                    </a:lnTo>
                    <a:lnTo>
                      <a:pt x="496" y="26"/>
                    </a:lnTo>
                    <a:lnTo>
                      <a:pt x="492" y="26"/>
                    </a:lnTo>
                    <a:lnTo>
                      <a:pt x="492" y="26"/>
                    </a:lnTo>
                    <a:lnTo>
                      <a:pt x="492" y="26"/>
                    </a:lnTo>
                    <a:lnTo>
                      <a:pt x="492" y="26"/>
                    </a:lnTo>
                    <a:close/>
                    <a:moveTo>
                      <a:pt x="384" y="48"/>
                    </a:moveTo>
                    <a:lnTo>
                      <a:pt x="384" y="42"/>
                    </a:lnTo>
                    <a:lnTo>
                      <a:pt x="390" y="42"/>
                    </a:lnTo>
                    <a:lnTo>
                      <a:pt x="394" y="48"/>
                    </a:lnTo>
                    <a:lnTo>
                      <a:pt x="394" y="48"/>
                    </a:lnTo>
                    <a:lnTo>
                      <a:pt x="398" y="48"/>
                    </a:lnTo>
                    <a:lnTo>
                      <a:pt x="404" y="42"/>
                    </a:lnTo>
                    <a:lnTo>
                      <a:pt x="398" y="42"/>
                    </a:lnTo>
                    <a:lnTo>
                      <a:pt x="394" y="42"/>
                    </a:lnTo>
                    <a:lnTo>
                      <a:pt x="398" y="42"/>
                    </a:lnTo>
                    <a:lnTo>
                      <a:pt x="404" y="42"/>
                    </a:lnTo>
                    <a:lnTo>
                      <a:pt x="404" y="38"/>
                    </a:lnTo>
                    <a:lnTo>
                      <a:pt x="398" y="38"/>
                    </a:lnTo>
                    <a:lnTo>
                      <a:pt x="394" y="38"/>
                    </a:lnTo>
                    <a:lnTo>
                      <a:pt x="394" y="42"/>
                    </a:lnTo>
                    <a:lnTo>
                      <a:pt x="394" y="38"/>
                    </a:lnTo>
                    <a:lnTo>
                      <a:pt x="394" y="38"/>
                    </a:lnTo>
                    <a:lnTo>
                      <a:pt x="398" y="38"/>
                    </a:lnTo>
                    <a:lnTo>
                      <a:pt x="404" y="38"/>
                    </a:lnTo>
                    <a:lnTo>
                      <a:pt x="410" y="38"/>
                    </a:lnTo>
                    <a:lnTo>
                      <a:pt x="410" y="38"/>
                    </a:lnTo>
                    <a:lnTo>
                      <a:pt x="416" y="38"/>
                    </a:lnTo>
                    <a:lnTo>
                      <a:pt x="422" y="38"/>
                    </a:lnTo>
                    <a:lnTo>
                      <a:pt x="422" y="38"/>
                    </a:lnTo>
                    <a:lnTo>
                      <a:pt x="422" y="38"/>
                    </a:lnTo>
                    <a:lnTo>
                      <a:pt x="422" y="38"/>
                    </a:lnTo>
                    <a:lnTo>
                      <a:pt x="422" y="38"/>
                    </a:lnTo>
                    <a:lnTo>
                      <a:pt x="426" y="32"/>
                    </a:lnTo>
                    <a:lnTo>
                      <a:pt x="422" y="32"/>
                    </a:lnTo>
                    <a:lnTo>
                      <a:pt x="422" y="38"/>
                    </a:lnTo>
                    <a:lnTo>
                      <a:pt x="422" y="38"/>
                    </a:lnTo>
                    <a:lnTo>
                      <a:pt x="422" y="32"/>
                    </a:lnTo>
                    <a:lnTo>
                      <a:pt x="416" y="32"/>
                    </a:lnTo>
                    <a:lnTo>
                      <a:pt x="422" y="32"/>
                    </a:lnTo>
                    <a:lnTo>
                      <a:pt x="422" y="32"/>
                    </a:lnTo>
                    <a:lnTo>
                      <a:pt x="422" y="26"/>
                    </a:lnTo>
                    <a:lnTo>
                      <a:pt x="426" y="26"/>
                    </a:lnTo>
                    <a:lnTo>
                      <a:pt x="432" y="26"/>
                    </a:lnTo>
                    <a:lnTo>
                      <a:pt x="432" y="26"/>
                    </a:lnTo>
                    <a:lnTo>
                      <a:pt x="432" y="26"/>
                    </a:lnTo>
                    <a:lnTo>
                      <a:pt x="438" y="26"/>
                    </a:lnTo>
                    <a:lnTo>
                      <a:pt x="442" y="26"/>
                    </a:lnTo>
                    <a:lnTo>
                      <a:pt x="442" y="26"/>
                    </a:lnTo>
                    <a:lnTo>
                      <a:pt x="438" y="32"/>
                    </a:lnTo>
                    <a:lnTo>
                      <a:pt x="432" y="32"/>
                    </a:lnTo>
                    <a:lnTo>
                      <a:pt x="438" y="32"/>
                    </a:lnTo>
                    <a:lnTo>
                      <a:pt x="442" y="32"/>
                    </a:lnTo>
                    <a:lnTo>
                      <a:pt x="442" y="32"/>
                    </a:lnTo>
                    <a:lnTo>
                      <a:pt x="448" y="32"/>
                    </a:lnTo>
                    <a:lnTo>
                      <a:pt x="454" y="32"/>
                    </a:lnTo>
                    <a:lnTo>
                      <a:pt x="454" y="38"/>
                    </a:lnTo>
                    <a:lnTo>
                      <a:pt x="448" y="38"/>
                    </a:lnTo>
                    <a:lnTo>
                      <a:pt x="442" y="38"/>
                    </a:lnTo>
                    <a:lnTo>
                      <a:pt x="442" y="38"/>
                    </a:lnTo>
                    <a:lnTo>
                      <a:pt x="442" y="38"/>
                    </a:lnTo>
                    <a:lnTo>
                      <a:pt x="438" y="38"/>
                    </a:lnTo>
                    <a:lnTo>
                      <a:pt x="432" y="38"/>
                    </a:lnTo>
                    <a:lnTo>
                      <a:pt x="432" y="38"/>
                    </a:lnTo>
                    <a:lnTo>
                      <a:pt x="426" y="38"/>
                    </a:lnTo>
                    <a:lnTo>
                      <a:pt x="426" y="42"/>
                    </a:lnTo>
                    <a:lnTo>
                      <a:pt x="422" y="42"/>
                    </a:lnTo>
                    <a:lnTo>
                      <a:pt x="422" y="42"/>
                    </a:lnTo>
                    <a:lnTo>
                      <a:pt x="416" y="42"/>
                    </a:lnTo>
                    <a:lnTo>
                      <a:pt x="410" y="42"/>
                    </a:lnTo>
                    <a:lnTo>
                      <a:pt x="410" y="48"/>
                    </a:lnTo>
                    <a:lnTo>
                      <a:pt x="416" y="48"/>
                    </a:lnTo>
                    <a:lnTo>
                      <a:pt x="416" y="48"/>
                    </a:lnTo>
                    <a:lnTo>
                      <a:pt x="410" y="48"/>
                    </a:lnTo>
                    <a:lnTo>
                      <a:pt x="410" y="48"/>
                    </a:lnTo>
                    <a:lnTo>
                      <a:pt x="410" y="48"/>
                    </a:lnTo>
                    <a:lnTo>
                      <a:pt x="410" y="48"/>
                    </a:lnTo>
                    <a:lnTo>
                      <a:pt x="404" y="48"/>
                    </a:lnTo>
                    <a:lnTo>
                      <a:pt x="398" y="48"/>
                    </a:lnTo>
                    <a:lnTo>
                      <a:pt x="394" y="48"/>
                    </a:lnTo>
                    <a:lnTo>
                      <a:pt x="394" y="54"/>
                    </a:lnTo>
                    <a:lnTo>
                      <a:pt x="394" y="48"/>
                    </a:lnTo>
                    <a:lnTo>
                      <a:pt x="398" y="48"/>
                    </a:lnTo>
                    <a:lnTo>
                      <a:pt x="398" y="48"/>
                    </a:lnTo>
                    <a:lnTo>
                      <a:pt x="394" y="48"/>
                    </a:lnTo>
                    <a:lnTo>
                      <a:pt x="394" y="48"/>
                    </a:lnTo>
                    <a:lnTo>
                      <a:pt x="390" y="48"/>
                    </a:lnTo>
                    <a:lnTo>
                      <a:pt x="384" y="48"/>
                    </a:lnTo>
                    <a:lnTo>
                      <a:pt x="384" y="48"/>
                    </a:lnTo>
                    <a:lnTo>
                      <a:pt x="384" y="48"/>
                    </a:lnTo>
                    <a:lnTo>
                      <a:pt x="384" y="48"/>
                    </a:lnTo>
                    <a:lnTo>
                      <a:pt x="384" y="48"/>
                    </a:lnTo>
                    <a:lnTo>
                      <a:pt x="384" y="48"/>
                    </a:lnTo>
                    <a:close/>
                    <a:moveTo>
                      <a:pt x="562" y="38"/>
                    </a:moveTo>
                    <a:lnTo>
                      <a:pt x="562" y="38"/>
                    </a:lnTo>
                    <a:lnTo>
                      <a:pt x="562" y="32"/>
                    </a:lnTo>
                    <a:lnTo>
                      <a:pt x="562" y="32"/>
                    </a:lnTo>
                    <a:lnTo>
                      <a:pt x="568" y="32"/>
                    </a:lnTo>
                    <a:lnTo>
                      <a:pt x="568" y="26"/>
                    </a:lnTo>
                    <a:lnTo>
                      <a:pt x="572" y="26"/>
                    </a:lnTo>
                    <a:lnTo>
                      <a:pt x="572" y="26"/>
                    </a:lnTo>
                    <a:lnTo>
                      <a:pt x="572" y="32"/>
                    </a:lnTo>
                    <a:lnTo>
                      <a:pt x="572" y="32"/>
                    </a:lnTo>
                    <a:lnTo>
                      <a:pt x="572" y="32"/>
                    </a:lnTo>
                    <a:lnTo>
                      <a:pt x="578" y="32"/>
                    </a:lnTo>
                    <a:lnTo>
                      <a:pt x="584" y="32"/>
                    </a:lnTo>
                    <a:lnTo>
                      <a:pt x="584" y="26"/>
                    </a:lnTo>
                    <a:lnTo>
                      <a:pt x="590" y="26"/>
                    </a:lnTo>
                    <a:lnTo>
                      <a:pt x="596" y="26"/>
                    </a:lnTo>
                    <a:lnTo>
                      <a:pt x="600" y="26"/>
                    </a:lnTo>
                    <a:lnTo>
                      <a:pt x="600" y="26"/>
                    </a:lnTo>
                    <a:lnTo>
                      <a:pt x="600" y="32"/>
                    </a:lnTo>
                    <a:lnTo>
                      <a:pt x="600" y="38"/>
                    </a:lnTo>
                    <a:lnTo>
                      <a:pt x="600" y="38"/>
                    </a:lnTo>
                    <a:lnTo>
                      <a:pt x="600" y="38"/>
                    </a:lnTo>
                    <a:lnTo>
                      <a:pt x="600" y="38"/>
                    </a:lnTo>
                    <a:lnTo>
                      <a:pt x="596" y="38"/>
                    </a:lnTo>
                    <a:lnTo>
                      <a:pt x="596" y="38"/>
                    </a:lnTo>
                    <a:lnTo>
                      <a:pt x="590" y="38"/>
                    </a:lnTo>
                    <a:lnTo>
                      <a:pt x="584" y="42"/>
                    </a:lnTo>
                    <a:lnTo>
                      <a:pt x="584" y="42"/>
                    </a:lnTo>
                    <a:lnTo>
                      <a:pt x="578" y="42"/>
                    </a:lnTo>
                    <a:lnTo>
                      <a:pt x="578" y="38"/>
                    </a:lnTo>
                    <a:lnTo>
                      <a:pt x="572" y="38"/>
                    </a:lnTo>
                    <a:lnTo>
                      <a:pt x="572" y="38"/>
                    </a:lnTo>
                    <a:lnTo>
                      <a:pt x="568" y="42"/>
                    </a:lnTo>
                    <a:lnTo>
                      <a:pt x="562" y="42"/>
                    </a:lnTo>
                    <a:lnTo>
                      <a:pt x="562" y="38"/>
                    </a:lnTo>
                    <a:lnTo>
                      <a:pt x="562" y="38"/>
                    </a:lnTo>
                    <a:lnTo>
                      <a:pt x="562" y="38"/>
                    </a:lnTo>
                    <a:lnTo>
                      <a:pt x="562" y="38"/>
                    </a:lnTo>
                    <a:lnTo>
                      <a:pt x="562" y="38"/>
                    </a:lnTo>
                    <a:close/>
                    <a:moveTo>
                      <a:pt x="372" y="42"/>
                    </a:moveTo>
                    <a:lnTo>
                      <a:pt x="372" y="38"/>
                    </a:lnTo>
                    <a:lnTo>
                      <a:pt x="372" y="38"/>
                    </a:lnTo>
                    <a:lnTo>
                      <a:pt x="368" y="38"/>
                    </a:lnTo>
                    <a:lnTo>
                      <a:pt x="362" y="38"/>
                    </a:lnTo>
                    <a:lnTo>
                      <a:pt x="362" y="38"/>
                    </a:lnTo>
                    <a:lnTo>
                      <a:pt x="362" y="38"/>
                    </a:lnTo>
                    <a:lnTo>
                      <a:pt x="356" y="38"/>
                    </a:lnTo>
                    <a:lnTo>
                      <a:pt x="362" y="38"/>
                    </a:lnTo>
                    <a:lnTo>
                      <a:pt x="362" y="38"/>
                    </a:lnTo>
                    <a:lnTo>
                      <a:pt x="368" y="38"/>
                    </a:lnTo>
                    <a:lnTo>
                      <a:pt x="372" y="38"/>
                    </a:lnTo>
                    <a:lnTo>
                      <a:pt x="372" y="38"/>
                    </a:lnTo>
                    <a:lnTo>
                      <a:pt x="378" y="38"/>
                    </a:lnTo>
                    <a:lnTo>
                      <a:pt x="384" y="32"/>
                    </a:lnTo>
                    <a:lnTo>
                      <a:pt x="378" y="32"/>
                    </a:lnTo>
                    <a:lnTo>
                      <a:pt x="384" y="32"/>
                    </a:lnTo>
                    <a:lnTo>
                      <a:pt x="384" y="32"/>
                    </a:lnTo>
                    <a:lnTo>
                      <a:pt x="390" y="32"/>
                    </a:lnTo>
                    <a:lnTo>
                      <a:pt x="390" y="26"/>
                    </a:lnTo>
                    <a:lnTo>
                      <a:pt x="394" y="26"/>
                    </a:lnTo>
                    <a:lnTo>
                      <a:pt x="394" y="26"/>
                    </a:lnTo>
                    <a:lnTo>
                      <a:pt x="394" y="32"/>
                    </a:lnTo>
                    <a:lnTo>
                      <a:pt x="398" y="32"/>
                    </a:lnTo>
                    <a:lnTo>
                      <a:pt x="404" y="32"/>
                    </a:lnTo>
                    <a:lnTo>
                      <a:pt x="410" y="32"/>
                    </a:lnTo>
                    <a:lnTo>
                      <a:pt x="410" y="32"/>
                    </a:lnTo>
                    <a:lnTo>
                      <a:pt x="410" y="32"/>
                    </a:lnTo>
                    <a:lnTo>
                      <a:pt x="410" y="38"/>
                    </a:lnTo>
                    <a:lnTo>
                      <a:pt x="410" y="38"/>
                    </a:lnTo>
                    <a:lnTo>
                      <a:pt x="404" y="38"/>
                    </a:lnTo>
                    <a:lnTo>
                      <a:pt x="398" y="38"/>
                    </a:lnTo>
                    <a:lnTo>
                      <a:pt x="398" y="32"/>
                    </a:lnTo>
                    <a:lnTo>
                      <a:pt x="394" y="32"/>
                    </a:lnTo>
                    <a:lnTo>
                      <a:pt x="394" y="32"/>
                    </a:lnTo>
                    <a:lnTo>
                      <a:pt x="394" y="38"/>
                    </a:lnTo>
                    <a:lnTo>
                      <a:pt x="390" y="38"/>
                    </a:lnTo>
                    <a:lnTo>
                      <a:pt x="384" y="38"/>
                    </a:lnTo>
                    <a:lnTo>
                      <a:pt x="384" y="38"/>
                    </a:lnTo>
                    <a:lnTo>
                      <a:pt x="378" y="38"/>
                    </a:lnTo>
                    <a:lnTo>
                      <a:pt x="384" y="38"/>
                    </a:lnTo>
                    <a:lnTo>
                      <a:pt x="378" y="38"/>
                    </a:lnTo>
                    <a:lnTo>
                      <a:pt x="372" y="42"/>
                    </a:lnTo>
                    <a:lnTo>
                      <a:pt x="372" y="42"/>
                    </a:lnTo>
                    <a:lnTo>
                      <a:pt x="372" y="42"/>
                    </a:lnTo>
                    <a:lnTo>
                      <a:pt x="372" y="42"/>
                    </a:lnTo>
                    <a:close/>
                    <a:moveTo>
                      <a:pt x="536" y="48"/>
                    </a:moveTo>
                    <a:lnTo>
                      <a:pt x="536" y="48"/>
                    </a:lnTo>
                    <a:lnTo>
                      <a:pt x="530" y="48"/>
                    </a:lnTo>
                    <a:lnTo>
                      <a:pt x="530" y="42"/>
                    </a:lnTo>
                    <a:lnTo>
                      <a:pt x="530" y="38"/>
                    </a:lnTo>
                    <a:lnTo>
                      <a:pt x="524" y="38"/>
                    </a:lnTo>
                    <a:lnTo>
                      <a:pt x="530" y="38"/>
                    </a:lnTo>
                    <a:lnTo>
                      <a:pt x="536" y="38"/>
                    </a:lnTo>
                    <a:lnTo>
                      <a:pt x="536" y="38"/>
                    </a:lnTo>
                    <a:lnTo>
                      <a:pt x="540" y="38"/>
                    </a:lnTo>
                    <a:lnTo>
                      <a:pt x="550" y="38"/>
                    </a:lnTo>
                    <a:lnTo>
                      <a:pt x="550" y="42"/>
                    </a:lnTo>
                    <a:lnTo>
                      <a:pt x="556" y="42"/>
                    </a:lnTo>
                    <a:lnTo>
                      <a:pt x="562" y="42"/>
                    </a:lnTo>
                    <a:lnTo>
                      <a:pt x="562" y="48"/>
                    </a:lnTo>
                    <a:lnTo>
                      <a:pt x="550" y="42"/>
                    </a:lnTo>
                    <a:lnTo>
                      <a:pt x="550" y="42"/>
                    </a:lnTo>
                    <a:lnTo>
                      <a:pt x="550" y="48"/>
                    </a:lnTo>
                    <a:lnTo>
                      <a:pt x="546" y="48"/>
                    </a:lnTo>
                    <a:lnTo>
                      <a:pt x="540" y="48"/>
                    </a:lnTo>
                    <a:lnTo>
                      <a:pt x="546" y="48"/>
                    </a:lnTo>
                    <a:lnTo>
                      <a:pt x="550" y="48"/>
                    </a:lnTo>
                    <a:lnTo>
                      <a:pt x="550" y="48"/>
                    </a:lnTo>
                    <a:lnTo>
                      <a:pt x="546" y="48"/>
                    </a:lnTo>
                    <a:lnTo>
                      <a:pt x="540" y="48"/>
                    </a:lnTo>
                    <a:lnTo>
                      <a:pt x="540" y="48"/>
                    </a:lnTo>
                    <a:lnTo>
                      <a:pt x="540" y="48"/>
                    </a:lnTo>
                    <a:lnTo>
                      <a:pt x="536" y="48"/>
                    </a:lnTo>
                    <a:lnTo>
                      <a:pt x="536" y="48"/>
                    </a:lnTo>
                    <a:lnTo>
                      <a:pt x="536" y="48"/>
                    </a:lnTo>
                    <a:lnTo>
                      <a:pt x="536" y="48"/>
                    </a:lnTo>
                    <a:close/>
                    <a:moveTo>
                      <a:pt x="512" y="48"/>
                    </a:moveTo>
                    <a:lnTo>
                      <a:pt x="512" y="48"/>
                    </a:lnTo>
                    <a:lnTo>
                      <a:pt x="512" y="48"/>
                    </a:lnTo>
                    <a:lnTo>
                      <a:pt x="512" y="42"/>
                    </a:lnTo>
                    <a:lnTo>
                      <a:pt x="512" y="42"/>
                    </a:lnTo>
                    <a:lnTo>
                      <a:pt x="518" y="42"/>
                    </a:lnTo>
                    <a:lnTo>
                      <a:pt x="524" y="42"/>
                    </a:lnTo>
                    <a:lnTo>
                      <a:pt x="524" y="42"/>
                    </a:lnTo>
                    <a:lnTo>
                      <a:pt x="530" y="42"/>
                    </a:lnTo>
                    <a:lnTo>
                      <a:pt x="530" y="48"/>
                    </a:lnTo>
                    <a:lnTo>
                      <a:pt x="530" y="48"/>
                    </a:lnTo>
                    <a:lnTo>
                      <a:pt x="524" y="48"/>
                    </a:lnTo>
                    <a:lnTo>
                      <a:pt x="524" y="54"/>
                    </a:lnTo>
                    <a:lnTo>
                      <a:pt x="524" y="54"/>
                    </a:lnTo>
                    <a:lnTo>
                      <a:pt x="524" y="48"/>
                    </a:lnTo>
                    <a:lnTo>
                      <a:pt x="518" y="48"/>
                    </a:lnTo>
                    <a:lnTo>
                      <a:pt x="512" y="48"/>
                    </a:lnTo>
                    <a:lnTo>
                      <a:pt x="512" y="48"/>
                    </a:lnTo>
                    <a:lnTo>
                      <a:pt x="508" y="48"/>
                    </a:lnTo>
                    <a:lnTo>
                      <a:pt x="512" y="48"/>
                    </a:lnTo>
                    <a:lnTo>
                      <a:pt x="512" y="48"/>
                    </a:lnTo>
                    <a:lnTo>
                      <a:pt x="512" y="48"/>
                    </a:lnTo>
                    <a:lnTo>
                      <a:pt x="512" y="48"/>
                    </a:lnTo>
                    <a:close/>
                    <a:moveTo>
                      <a:pt x="1038" y="70"/>
                    </a:moveTo>
                    <a:lnTo>
                      <a:pt x="1038" y="70"/>
                    </a:lnTo>
                    <a:lnTo>
                      <a:pt x="1038" y="70"/>
                    </a:lnTo>
                    <a:lnTo>
                      <a:pt x="1038" y="70"/>
                    </a:lnTo>
                    <a:lnTo>
                      <a:pt x="1034" y="66"/>
                    </a:lnTo>
                    <a:lnTo>
                      <a:pt x="1038" y="66"/>
                    </a:lnTo>
                    <a:lnTo>
                      <a:pt x="1038" y="70"/>
                    </a:lnTo>
                    <a:lnTo>
                      <a:pt x="1038" y="70"/>
                    </a:lnTo>
                    <a:lnTo>
                      <a:pt x="1044" y="66"/>
                    </a:lnTo>
                    <a:lnTo>
                      <a:pt x="1050" y="66"/>
                    </a:lnTo>
                    <a:lnTo>
                      <a:pt x="1050" y="60"/>
                    </a:lnTo>
                    <a:lnTo>
                      <a:pt x="1054" y="60"/>
                    </a:lnTo>
                    <a:lnTo>
                      <a:pt x="1054" y="60"/>
                    </a:lnTo>
                    <a:lnTo>
                      <a:pt x="1060" y="60"/>
                    </a:lnTo>
                    <a:lnTo>
                      <a:pt x="1060" y="60"/>
                    </a:lnTo>
                    <a:lnTo>
                      <a:pt x="1054" y="60"/>
                    </a:lnTo>
                    <a:lnTo>
                      <a:pt x="1054" y="54"/>
                    </a:lnTo>
                    <a:lnTo>
                      <a:pt x="1060" y="54"/>
                    </a:lnTo>
                    <a:lnTo>
                      <a:pt x="1066" y="54"/>
                    </a:lnTo>
                    <a:lnTo>
                      <a:pt x="1066" y="48"/>
                    </a:lnTo>
                    <a:lnTo>
                      <a:pt x="1066" y="48"/>
                    </a:lnTo>
                    <a:lnTo>
                      <a:pt x="1066" y="54"/>
                    </a:lnTo>
                    <a:lnTo>
                      <a:pt x="1072" y="54"/>
                    </a:lnTo>
                    <a:lnTo>
                      <a:pt x="1072" y="48"/>
                    </a:lnTo>
                    <a:lnTo>
                      <a:pt x="1078" y="48"/>
                    </a:lnTo>
                    <a:lnTo>
                      <a:pt x="1078" y="48"/>
                    </a:lnTo>
                    <a:lnTo>
                      <a:pt x="1082" y="48"/>
                    </a:lnTo>
                    <a:lnTo>
                      <a:pt x="1088" y="48"/>
                    </a:lnTo>
                    <a:lnTo>
                      <a:pt x="1088" y="48"/>
                    </a:lnTo>
                    <a:lnTo>
                      <a:pt x="1092" y="48"/>
                    </a:lnTo>
                    <a:lnTo>
                      <a:pt x="1098" y="48"/>
                    </a:lnTo>
                    <a:lnTo>
                      <a:pt x="1104" y="48"/>
                    </a:lnTo>
                    <a:lnTo>
                      <a:pt x="1104" y="48"/>
                    </a:lnTo>
                    <a:lnTo>
                      <a:pt x="1108" y="54"/>
                    </a:lnTo>
                    <a:lnTo>
                      <a:pt x="1104" y="60"/>
                    </a:lnTo>
                    <a:lnTo>
                      <a:pt x="1104" y="60"/>
                    </a:lnTo>
                    <a:lnTo>
                      <a:pt x="1098" y="60"/>
                    </a:lnTo>
                    <a:lnTo>
                      <a:pt x="1104" y="60"/>
                    </a:lnTo>
                    <a:lnTo>
                      <a:pt x="1104" y="60"/>
                    </a:lnTo>
                    <a:lnTo>
                      <a:pt x="1104" y="60"/>
                    </a:lnTo>
                    <a:lnTo>
                      <a:pt x="1108" y="60"/>
                    </a:lnTo>
                    <a:lnTo>
                      <a:pt x="1108" y="60"/>
                    </a:lnTo>
                    <a:lnTo>
                      <a:pt x="1114" y="60"/>
                    </a:lnTo>
                    <a:lnTo>
                      <a:pt x="1114" y="54"/>
                    </a:lnTo>
                    <a:lnTo>
                      <a:pt x="1120" y="54"/>
                    </a:lnTo>
                    <a:lnTo>
                      <a:pt x="1120" y="54"/>
                    </a:lnTo>
                    <a:lnTo>
                      <a:pt x="1126" y="54"/>
                    </a:lnTo>
                    <a:lnTo>
                      <a:pt x="1132" y="54"/>
                    </a:lnTo>
                    <a:lnTo>
                      <a:pt x="1132" y="60"/>
                    </a:lnTo>
                    <a:lnTo>
                      <a:pt x="1136" y="60"/>
                    </a:lnTo>
                    <a:lnTo>
                      <a:pt x="1136" y="60"/>
                    </a:lnTo>
                    <a:lnTo>
                      <a:pt x="1136" y="60"/>
                    </a:lnTo>
                    <a:lnTo>
                      <a:pt x="1136" y="60"/>
                    </a:lnTo>
                    <a:lnTo>
                      <a:pt x="1136" y="66"/>
                    </a:lnTo>
                    <a:lnTo>
                      <a:pt x="1132" y="66"/>
                    </a:lnTo>
                    <a:lnTo>
                      <a:pt x="1132" y="70"/>
                    </a:lnTo>
                    <a:lnTo>
                      <a:pt x="1132" y="70"/>
                    </a:lnTo>
                    <a:lnTo>
                      <a:pt x="1136" y="70"/>
                    </a:lnTo>
                    <a:lnTo>
                      <a:pt x="1132" y="70"/>
                    </a:lnTo>
                    <a:lnTo>
                      <a:pt x="1132" y="74"/>
                    </a:lnTo>
                    <a:lnTo>
                      <a:pt x="1126" y="74"/>
                    </a:lnTo>
                    <a:lnTo>
                      <a:pt x="1126" y="70"/>
                    </a:lnTo>
                    <a:lnTo>
                      <a:pt x="1120" y="70"/>
                    </a:lnTo>
                    <a:lnTo>
                      <a:pt x="1120" y="74"/>
                    </a:lnTo>
                    <a:lnTo>
                      <a:pt x="1126" y="74"/>
                    </a:lnTo>
                    <a:lnTo>
                      <a:pt x="1132" y="74"/>
                    </a:lnTo>
                    <a:lnTo>
                      <a:pt x="1132" y="80"/>
                    </a:lnTo>
                    <a:lnTo>
                      <a:pt x="1136" y="80"/>
                    </a:lnTo>
                    <a:lnTo>
                      <a:pt x="1136" y="86"/>
                    </a:lnTo>
                    <a:lnTo>
                      <a:pt x="1132" y="86"/>
                    </a:lnTo>
                    <a:lnTo>
                      <a:pt x="1126" y="86"/>
                    </a:lnTo>
                    <a:lnTo>
                      <a:pt x="1120" y="86"/>
                    </a:lnTo>
                    <a:lnTo>
                      <a:pt x="1120" y="86"/>
                    </a:lnTo>
                    <a:lnTo>
                      <a:pt x="1114" y="86"/>
                    </a:lnTo>
                    <a:lnTo>
                      <a:pt x="1114" y="92"/>
                    </a:lnTo>
                    <a:lnTo>
                      <a:pt x="1108" y="86"/>
                    </a:lnTo>
                    <a:lnTo>
                      <a:pt x="1108" y="86"/>
                    </a:lnTo>
                    <a:lnTo>
                      <a:pt x="1104" y="86"/>
                    </a:lnTo>
                    <a:lnTo>
                      <a:pt x="1104" y="86"/>
                    </a:lnTo>
                    <a:lnTo>
                      <a:pt x="1098" y="86"/>
                    </a:lnTo>
                    <a:lnTo>
                      <a:pt x="1092" y="86"/>
                    </a:lnTo>
                    <a:lnTo>
                      <a:pt x="1092" y="86"/>
                    </a:lnTo>
                    <a:lnTo>
                      <a:pt x="1088" y="86"/>
                    </a:lnTo>
                    <a:lnTo>
                      <a:pt x="1088" y="86"/>
                    </a:lnTo>
                    <a:lnTo>
                      <a:pt x="1082" y="86"/>
                    </a:lnTo>
                    <a:lnTo>
                      <a:pt x="1088" y="86"/>
                    </a:lnTo>
                    <a:lnTo>
                      <a:pt x="1082" y="86"/>
                    </a:lnTo>
                    <a:lnTo>
                      <a:pt x="1078" y="86"/>
                    </a:lnTo>
                    <a:lnTo>
                      <a:pt x="1078" y="86"/>
                    </a:lnTo>
                    <a:lnTo>
                      <a:pt x="1078" y="80"/>
                    </a:lnTo>
                    <a:lnTo>
                      <a:pt x="1072" y="80"/>
                    </a:lnTo>
                    <a:lnTo>
                      <a:pt x="1066" y="80"/>
                    </a:lnTo>
                    <a:lnTo>
                      <a:pt x="1066" y="80"/>
                    </a:lnTo>
                    <a:lnTo>
                      <a:pt x="1060" y="80"/>
                    </a:lnTo>
                    <a:lnTo>
                      <a:pt x="1060" y="74"/>
                    </a:lnTo>
                    <a:lnTo>
                      <a:pt x="1054" y="74"/>
                    </a:lnTo>
                    <a:lnTo>
                      <a:pt x="1054" y="70"/>
                    </a:lnTo>
                    <a:lnTo>
                      <a:pt x="1054" y="70"/>
                    </a:lnTo>
                    <a:lnTo>
                      <a:pt x="1054" y="70"/>
                    </a:lnTo>
                    <a:lnTo>
                      <a:pt x="1050" y="70"/>
                    </a:lnTo>
                    <a:lnTo>
                      <a:pt x="1054" y="70"/>
                    </a:lnTo>
                    <a:lnTo>
                      <a:pt x="1050" y="70"/>
                    </a:lnTo>
                    <a:lnTo>
                      <a:pt x="1050" y="66"/>
                    </a:lnTo>
                    <a:lnTo>
                      <a:pt x="1044" y="70"/>
                    </a:lnTo>
                    <a:lnTo>
                      <a:pt x="1038" y="70"/>
                    </a:lnTo>
                    <a:lnTo>
                      <a:pt x="1038" y="70"/>
                    </a:lnTo>
                    <a:lnTo>
                      <a:pt x="1038" y="70"/>
                    </a:lnTo>
                    <a:lnTo>
                      <a:pt x="1038" y="70"/>
                    </a:lnTo>
                    <a:close/>
                    <a:moveTo>
                      <a:pt x="1012" y="54"/>
                    </a:moveTo>
                    <a:lnTo>
                      <a:pt x="1006" y="54"/>
                    </a:lnTo>
                    <a:lnTo>
                      <a:pt x="1012" y="54"/>
                    </a:lnTo>
                    <a:lnTo>
                      <a:pt x="1018" y="54"/>
                    </a:lnTo>
                    <a:lnTo>
                      <a:pt x="1018" y="54"/>
                    </a:lnTo>
                    <a:lnTo>
                      <a:pt x="1022" y="54"/>
                    </a:lnTo>
                    <a:lnTo>
                      <a:pt x="1028" y="54"/>
                    </a:lnTo>
                    <a:lnTo>
                      <a:pt x="1028" y="54"/>
                    </a:lnTo>
                    <a:lnTo>
                      <a:pt x="1034" y="54"/>
                    </a:lnTo>
                    <a:lnTo>
                      <a:pt x="1038" y="54"/>
                    </a:lnTo>
                    <a:lnTo>
                      <a:pt x="1038" y="54"/>
                    </a:lnTo>
                    <a:lnTo>
                      <a:pt x="1044" y="54"/>
                    </a:lnTo>
                    <a:lnTo>
                      <a:pt x="1050" y="60"/>
                    </a:lnTo>
                    <a:lnTo>
                      <a:pt x="1044" y="60"/>
                    </a:lnTo>
                    <a:lnTo>
                      <a:pt x="1044" y="60"/>
                    </a:lnTo>
                    <a:lnTo>
                      <a:pt x="1038" y="60"/>
                    </a:lnTo>
                    <a:lnTo>
                      <a:pt x="1038" y="60"/>
                    </a:lnTo>
                    <a:lnTo>
                      <a:pt x="1034" y="60"/>
                    </a:lnTo>
                    <a:lnTo>
                      <a:pt x="1034" y="66"/>
                    </a:lnTo>
                    <a:lnTo>
                      <a:pt x="1028" y="66"/>
                    </a:lnTo>
                    <a:lnTo>
                      <a:pt x="1028" y="66"/>
                    </a:lnTo>
                    <a:lnTo>
                      <a:pt x="1022" y="66"/>
                    </a:lnTo>
                    <a:lnTo>
                      <a:pt x="1022" y="60"/>
                    </a:lnTo>
                    <a:lnTo>
                      <a:pt x="1028" y="60"/>
                    </a:lnTo>
                    <a:lnTo>
                      <a:pt x="1022" y="60"/>
                    </a:lnTo>
                    <a:lnTo>
                      <a:pt x="1018" y="60"/>
                    </a:lnTo>
                    <a:lnTo>
                      <a:pt x="1012" y="60"/>
                    </a:lnTo>
                    <a:lnTo>
                      <a:pt x="1012" y="54"/>
                    </a:lnTo>
                    <a:lnTo>
                      <a:pt x="1012" y="54"/>
                    </a:lnTo>
                    <a:lnTo>
                      <a:pt x="1012" y="54"/>
                    </a:lnTo>
                    <a:lnTo>
                      <a:pt x="1012" y="54"/>
                    </a:lnTo>
                    <a:close/>
                    <a:moveTo>
                      <a:pt x="1136" y="66"/>
                    </a:moveTo>
                    <a:lnTo>
                      <a:pt x="1136" y="60"/>
                    </a:lnTo>
                    <a:lnTo>
                      <a:pt x="1136" y="60"/>
                    </a:lnTo>
                    <a:lnTo>
                      <a:pt x="1142" y="66"/>
                    </a:lnTo>
                    <a:lnTo>
                      <a:pt x="1136" y="66"/>
                    </a:lnTo>
                    <a:lnTo>
                      <a:pt x="1136" y="66"/>
                    </a:lnTo>
                    <a:lnTo>
                      <a:pt x="1136" y="66"/>
                    </a:lnTo>
                    <a:lnTo>
                      <a:pt x="1136" y="66"/>
                    </a:lnTo>
                    <a:lnTo>
                      <a:pt x="1136" y="66"/>
                    </a:lnTo>
                    <a:close/>
                    <a:moveTo>
                      <a:pt x="806" y="70"/>
                    </a:moveTo>
                    <a:lnTo>
                      <a:pt x="800" y="70"/>
                    </a:lnTo>
                    <a:lnTo>
                      <a:pt x="800" y="66"/>
                    </a:lnTo>
                    <a:lnTo>
                      <a:pt x="800" y="66"/>
                    </a:lnTo>
                    <a:lnTo>
                      <a:pt x="806" y="66"/>
                    </a:lnTo>
                    <a:lnTo>
                      <a:pt x="812" y="66"/>
                    </a:lnTo>
                    <a:lnTo>
                      <a:pt x="812" y="66"/>
                    </a:lnTo>
                    <a:lnTo>
                      <a:pt x="812" y="70"/>
                    </a:lnTo>
                    <a:lnTo>
                      <a:pt x="818" y="70"/>
                    </a:lnTo>
                    <a:lnTo>
                      <a:pt x="822" y="70"/>
                    </a:lnTo>
                    <a:lnTo>
                      <a:pt x="818" y="70"/>
                    </a:lnTo>
                    <a:lnTo>
                      <a:pt x="812" y="70"/>
                    </a:lnTo>
                    <a:lnTo>
                      <a:pt x="812" y="70"/>
                    </a:lnTo>
                    <a:lnTo>
                      <a:pt x="806" y="70"/>
                    </a:lnTo>
                    <a:lnTo>
                      <a:pt x="806" y="70"/>
                    </a:lnTo>
                    <a:lnTo>
                      <a:pt x="806" y="70"/>
                    </a:lnTo>
                    <a:lnTo>
                      <a:pt x="806" y="70"/>
                    </a:lnTo>
                    <a:close/>
                    <a:moveTo>
                      <a:pt x="1018" y="70"/>
                    </a:moveTo>
                    <a:lnTo>
                      <a:pt x="1022" y="70"/>
                    </a:lnTo>
                    <a:lnTo>
                      <a:pt x="1028" y="70"/>
                    </a:lnTo>
                    <a:lnTo>
                      <a:pt x="1028" y="70"/>
                    </a:lnTo>
                    <a:lnTo>
                      <a:pt x="1028" y="70"/>
                    </a:lnTo>
                    <a:lnTo>
                      <a:pt x="1028" y="70"/>
                    </a:lnTo>
                    <a:lnTo>
                      <a:pt x="1022" y="70"/>
                    </a:lnTo>
                    <a:lnTo>
                      <a:pt x="1018" y="70"/>
                    </a:lnTo>
                    <a:lnTo>
                      <a:pt x="1018" y="70"/>
                    </a:lnTo>
                    <a:lnTo>
                      <a:pt x="1018" y="70"/>
                    </a:lnTo>
                    <a:lnTo>
                      <a:pt x="1018" y="70"/>
                    </a:lnTo>
                    <a:close/>
                    <a:moveTo>
                      <a:pt x="1028" y="70"/>
                    </a:moveTo>
                    <a:lnTo>
                      <a:pt x="1034" y="70"/>
                    </a:lnTo>
                    <a:lnTo>
                      <a:pt x="1038" y="70"/>
                    </a:lnTo>
                    <a:lnTo>
                      <a:pt x="1038" y="70"/>
                    </a:lnTo>
                    <a:lnTo>
                      <a:pt x="1034" y="70"/>
                    </a:lnTo>
                    <a:lnTo>
                      <a:pt x="1028" y="70"/>
                    </a:lnTo>
                    <a:lnTo>
                      <a:pt x="1028" y="70"/>
                    </a:lnTo>
                    <a:lnTo>
                      <a:pt x="1028" y="70"/>
                    </a:lnTo>
                    <a:lnTo>
                      <a:pt x="1028" y="70"/>
                    </a:lnTo>
                    <a:close/>
                    <a:moveTo>
                      <a:pt x="1206" y="96"/>
                    </a:moveTo>
                    <a:lnTo>
                      <a:pt x="1206" y="96"/>
                    </a:lnTo>
                    <a:lnTo>
                      <a:pt x="1206" y="102"/>
                    </a:lnTo>
                    <a:lnTo>
                      <a:pt x="1200" y="102"/>
                    </a:lnTo>
                    <a:lnTo>
                      <a:pt x="1196" y="102"/>
                    </a:lnTo>
                    <a:lnTo>
                      <a:pt x="1196" y="102"/>
                    </a:lnTo>
                    <a:lnTo>
                      <a:pt x="1190" y="102"/>
                    </a:lnTo>
                    <a:lnTo>
                      <a:pt x="1186" y="102"/>
                    </a:lnTo>
                    <a:lnTo>
                      <a:pt x="1186" y="108"/>
                    </a:lnTo>
                    <a:lnTo>
                      <a:pt x="1180" y="108"/>
                    </a:lnTo>
                    <a:lnTo>
                      <a:pt x="1174" y="108"/>
                    </a:lnTo>
                    <a:lnTo>
                      <a:pt x="1168" y="108"/>
                    </a:lnTo>
                    <a:lnTo>
                      <a:pt x="1168" y="108"/>
                    </a:lnTo>
                    <a:lnTo>
                      <a:pt x="1162" y="108"/>
                    </a:lnTo>
                    <a:lnTo>
                      <a:pt x="1158" y="108"/>
                    </a:lnTo>
                    <a:lnTo>
                      <a:pt x="1158" y="108"/>
                    </a:lnTo>
                    <a:lnTo>
                      <a:pt x="1152" y="108"/>
                    </a:lnTo>
                    <a:lnTo>
                      <a:pt x="1146" y="108"/>
                    </a:lnTo>
                    <a:lnTo>
                      <a:pt x="1146" y="108"/>
                    </a:lnTo>
                    <a:lnTo>
                      <a:pt x="1146" y="108"/>
                    </a:lnTo>
                    <a:lnTo>
                      <a:pt x="1142" y="108"/>
                    </a:lnTo>
                    <a:lnTo>
                      <a:pt x="1136" y="114"/>
                    </a:lnTo>
                    <a:lnTo>
                      <a:pt x="1136" y="114"/>
                    </a:lnTo>
                    <a:lnTo>
                      <a:pt x="1132" y="114"/>
                    </a:lnTo>
                    <a:lnTo>
                      <a:pt x="1126" y="114"/>
                    </a:lnTo>
                    <a:lnTo>
                      <a:pt x="1126" y="108"/>
                    </a:lnTo>
                    <a:lnTo>
                      <a:pt x="1132" y="108"/>
                    </a:lnTo>
                    <a:lnTo>
                      <a:pt x="1136" y="102"/>
                    </a:lnTo>
                    <a:lnTo>
                      <a:pt x="1136" y="102"/>
                    </a:lnTo>
                    <a:lnTo>
                      <a:pt x="1136" y="96"/>
                    </a:lnTo>
                    <a:lnTo>
                      <a:pt x="1136" y="92"/>
                    </a:lnTo>
                    <a:lnTo>
                      <a:pt x="1142" y="92"/>
                    </a:lnTo>
                    <a:lnTo>
                      <a:pt x="1146" y="86"/>
                    </a:lnTo>
                    <a:lnTo>
                      <a:pt x="1146" y="92"/>
                    </a:lnTo>
                    <a:lnTo>
                      <a:pt x="1152" y="92"/>
                    </a:lnTo>
                    <a:lnTo>
                      <a:pt x="1146" y="86"/>
                    </a:lnTo>
                    <a:lnTo>
                      <a:pt x="1146" y="86"/>
                    </a:lnTo>
                    <a:lnTo>
                      <a:pt x="1146" y="86"/>
                    </a:lnTo>
                    <a:lnTo>
                      <a:pt x="1152" y="86"/>
                    </a:lnTo>
                    <a:lnTo>
                      <a:pt x="1158" y="86"/>
                    </a:lnTo>
                    <a:lnTo>
                      <a:pt x="1158" y="86"/>
                    </a:lnTo>
                    <a:lnTo>
                      <a:pt x="1158" y="86"/>
                    </a:lnTo>
                    <a:lnTo>
                      <a:pt x="1152" y="86"/>
                    </a:lnTo>
                    <a:lnTo>
                      <a:pt x="1152" y="80"/>
                    </a:lnTo>
                    <a:lnTo>
                      <a:pt x="1146" y="80"/>
                    </a:lnTo>
                    <a:lnTo>
                      <a:pt x="1152" y="74"/>
                    </a:lnTo>
                    <a:lnTo>
                      <a:pt x="1158" y="74"/>
                    </a:lnTo>
                    <a:lnTo>
                      <a:pt x="1158" y="70"/>
                    </a:lnTo>
                    <a:lnTo>
                      <a:pt x="1158" y="70"/>
                    </a:lnTo>
                    <a:lnTo>
                      <a:pt x="1162" y="70"/>
                    </a:lnTo>
                    <a:lnTo>
                      <a:pt x="1162" y="74"/>
                    </a:lnTo>
                    <a:lnTo>
                      <a:pt x="1168" y="74"/>
                    </a:lnTo>
                    <a:lnTo>
                      <a:pt x="1168" y="70"/>
                    </a:lnTo>
                    <a:lnTo>
                      <a:pt x="1168" y="70"/>
                    </a:lnTo>
                    <a:lnTo>
                      <a:pt x="1168" y="70"/>
                    </a:lnTo>
                    <a:lnTo>
                      <a:pt x="1168" y="70"/>
                    </a:lnTo>
                    <a:lnTo>
                      <a:pt x="1174" y="70"/>
                    </a:lnTo>
                    <a:lnTo>
                      <a:pt x="1180" y="70"/>
                    </a:lnTo>
                    <a:lnTo>
                      <a:pt x="1180" y="74"/>
                    </a:lnTo>
                    <a:lnTo>
                      <a:pt x="1174" y="74"/>
                    </a:lnTo>
                    <a:lnTo>
                      <a:pt x="1174" y="80"/>
                    </a:lnTo>
                    <a:lnTo>
                      <a:pt x="1168" y="86"/>
                    </a:lnTo>
                    <a:lnTo>
                      <a:pt x="1168" y="86"/>
                    </a:lnTo>
                    <a:lnTo>
                      <a:pt x="1174" y="86"/>
                    </a:lnTo>
                    <a:lnTo>
                      <a:pt x="1174" y="86"/>
                    </a:lnTo>
                    <a:lnTo>
                      <a:pt x="1180" y="80"/>
                    </a:lnTo>
                    <a:lnTo>
                      <a:pt x="1186" y="80"/>
                    </a:lnTo>
                    <a:lnTo>
                      <a:pt x="1186" y="80"/>
                    </a:lnTo>
                    <a:lnTo>
                      <a:pt x="1190" y="80"/>
                    </a:lnTo>
                    <a:lnTo>
                      <a:pt x="1196" y="80"/>
                    </a:lnTo>
                    <a:lnTo>
                      <a:pt x="1196" y="86"/>
                    </a:lnTo>
                    <a:lnTo>
                      <a:pt x="1196" y="86"/>
                    </a:lnTo>
                    <a:lnTo>
                      <a:pt x="1200" y="86"/>
                    </a:lnTo>
                    <a:lnTo>
                      <a:pt x="1200" y="86"/>
                    </a:lnTo>
                    <a:lnTo>
                      <a:pt x="1200" y="92"/>
                    </a:lnTo>
                    <a:lnTo>
                      <a:pt x="1200" y="86"/>
                    </a:lnTo>
                    <a:lnTo>
                      <a:pt x="1206" y="86"/>
                    </a:lnTo>
                    <a:lnTo>
                      <a:pt x="1200" y="86"/>
                    </a:lnTo>
                    <a:lnTo>
                      <a:pt x="1206" y="86"/>
                    </a:lnTo>
                    <a:lnTo>
                      <a:pt x="1206" y="86"/>
                    </a:lnTo>
                    <a:lnTo>
                      <a:pt x="1206" y="92"/>
                    </a:lnTo>
                    <a:lnTo>
                      <a:pt x="1212" y="96"/>
                    </a:lnTo>
                    <a:lnTo>
                      <a:pt x="1212" y="96"/>
                    </a:lnTo>
                    <a:lnTo>
                      <a:pt x="1206" y="96"/>
                    </a:lnTo>
                    <a:lnTo>
                      <a:pt x="1206" y="96"/>
                    </a:lnTo>
                    <a:lnTo>
                      <a:pt x="1206" y="96"/>
                    </a:lnTo>
                    <a:lnTo>
                      <a:pt x="1206" y="96"/>
                    </a:lnTo>
                    <a:close/>
                    <a:moveTo>
                      <a:pt x="1222" y="108"/>
                    </a:moveTo>
                    <a:lnTo>
                      <a:pt x="1218" y="108"/>
                    </a:lnTo>
                    <a:lnTo>
                      <a:pt x="1218" y="102"/>
                    </a:lnTo>
                    <a:lnTo>
                      <a:pt x="1222" y="102"/>
                    </a:lnTo>
                    <a:lnTo>
                      <a:pt x="1228" y="102"/>
                    </a:lnTo>
                    <a:lnTo>
                      <a:pt x="1234" y="102"/>
                    </a:lnTo>
                    <a:lnTo>
                      <a:pt x="1228" y="102"/>
                    </a:lnTo>
                    <a:lnTo>
                      <a:pt x="1228" y="108"/>
                    </a:lnTo>
                    <a:lnTo>
                      <a:pt x="1222" y="108"/>
                    </a:lnTo>
                    <a:lnTo>
                      <a:pt x="1222" y="108"/>
                    </a:lnTo>
                    <a:lnTo>
                      <a:pt x="1222" y="108"/>
                    </a:lnTo>
                    <a:lnTo>
                      <a:pt x="1222" y="108"/>
                    </a:lnTo>
                    <a:close/>
                    <a:moveTo>
                      <a:pt x="1050" y="108"/>
                    </a:moveTo>
                    <a:lnTo>
                      <a:pt x="1044" y="108"/>
                    </a:lnTo>
                    <a:lnTo>
                      <a:pt x="1050" y="108"/>
                    </a:lnTo>
                    <a:lnTo>
                      <a:pt x="1050" y="108"/>
                    </a:lnTo>
                    <a:lnTo>
                      <a:pt x="1050" y="108"/>
                    </a:lnTo>
                    <a:lnTo>
                      <a:pt x="1050" y="108"/>
                    </a:lnTo>
                    <a:close/>
                    <a:moveTo>
                      <a:pt x="1246" y="108"/>
                    </a:moveTo>
                    <a:lnTo>
                      <a:pt x="1240" y="108"/>
                    </a:lnTo>
                    <a:lnTo>
                      <a:pt x="1234" y="108"/>
                    </a:lnTo>
                    <a:lnTo>
                      <a:pt x="1234" y="108"/>
                    </a:lnTo>
                    <a:lnTo>
                      <a:pt x="1228" y="108"/>
                    </a:lnTo>
                    <a:lnTo>
                      <a:pt x="1228" y="108"/>
                    </a:lnTo>
                    <a:lnTo>
                      <a:pt x="1234" y="108"/>
                    </a:lnTo>
                    <a:lnTo>
                      <a:pt x="1234" y="108"/>
                    </a:lnTo>
                    <a:lnTo>
                      <a:pt x="1240" y="108"/>
                    </a:lnTo>
                    <a:lnTo>
                      <a:pt x="1246" y="108"/>
                    </a:lnTo>
                    <a:lnTo>
                      <a:pt x="1246" y="108"/>
                    </a:lnTo>
                    <a:lnTo>
                      <a:pt x="1246" y="108"/>
                    </a:lnTo>
                    <a:lnTo>
                      <a:pt x="1246" y="108"/>
                    </a:lnTo>
                    <a:lnTo>
                      <a:pt x="1246" y="108"/>
                    </a:lnTo>
                    <a:lnTo>
                      <a:pt x="1246" y="108"/>
                    </a:lnTo>
                    <a:lnTo>
                      <a:pt x="1246" y="108"/>
                    </a:lnTo>
                    <a:close/>
                    <a:moveTo>
                      <a:pt x="1022" y="120"/>
                    </a:moveTo>
                    <a:lnTo>
                      <a:pt x="1018" y="120"/>
                    </a:lnTo>
                    <a:lnTo>
                      <a:pt x="1022" y="120"/>
                    </a:lnTo>
                    <a:lnTo>
                      <a:pt x="1022" y="120"/>
                    </a:lnTo>
                    <a:lnTo>
                      <a:pt x="1022" y="120"/>
                    </a:lnTo>
                    <a:lnTo>
                      <a:pt x="1022" y="120"/>
                    </a:lnTo>
                    <a:close/>
                    <a:moveTo>
                      <a:pt x="880" y="124"/>
                    </a:moveTo>
                    <a:lnTo>
                      <a:pt x="886" y="124"/>
                    </a:lnTo>
                    <a:lnTo>
                      <a:pt x="886" y="128"/>
                    </a:lnTo>
                    <a:lnTo>
                      <a:pt x="880" y="124"/>
                    </a:lnTo>
                    <a:lnTo>
                      <a:pt x="880" y="124"/>
                    </a:lnTo>
                    <a:lnTo>
                      <a:pt x="880" y="124"/>
                    </a:lnTo>
                    <a:lnTo>
                      <a:pt x="880" y="124"/>
                    </a:lnTo>
                    <a:close/>
                    <a:moveTo>
                      <a:pt x="1228" y="128"/>
                    </a:moveTo>
                    <a:lnTo>
                      <a:pt x="1234" y="124"/>
                    </a:lnTo>
                    <a:lnTo>
                      <a:pt x="1234" y="128"/>
                    </a:lnTo>
                    <a:lnTo>
                      <a:pt x="1234" y="128"/>
                    </a:lnTo>
                    <a:lnTo>
                      <a:pt x="1228" y="128"/>
                    </a:lnTo>
                    <a:lnTo>
                      <a:pt x="1228" y="128"/>
                    </a:lnTo>
                    <a:lnTo>
                      <a:pt x="1228" y="128"/>
                    </a:lnTo>
                    <a:lnTo>
                      <a:pt x="1228" y="128"/>
                    </a:lnTo>
                    <a:close/>
                    <a:moveTo>
                      <a:pt x="1240" y="128"/>
                    </a:moveTo>
                    <a:lnTo>
                      <a:pt x="1240" y="128"/>
                    </a:lnTo>
                    <a:lnTo>
                      <a:pt x="1246" y="128"/>
                    </a:lnTo>
                    <a:lnTo>
                      <a:pt x="1246" y="128"/>
                    </a:lnTo>
                    <a:lnTo>
                      <a:pt x="1246" y="128"/>
                    </a:lnTo>
                    <a:lnTo>
                      <a:pt x="1246" y="128"/>
                    </a:lnTo>
                    <a:lnTo>
                      <a:pt x="1240" y="128"/>
                    </a:lnTo>
                    <a:lnTo>
                      <a:pt x="1240" y="128"/>
                    </a:lnTo>
                    <a:lnTo>
                      <a:pt x="1240" y="128"/>
                    </a:lnTo>
                    <a:lnTo>
                      <a:pt x="1240" y="128"/>
                    </a:lnTo>
                    <a:close/>
                    <a:moveTo>
                      <a:pt x="980" y="134"/>
                    </a:moveTo>
                    <a:lnTo>
                      <a:pt x="980" y="128"/>
                    </a:lnTo>
                    <a:lnTo>
                      <a:pt x="984" y="128"/>
                    </a:lnTo>
                    <a:lnTo>
                      <a:pt x="990" y="128"/>
                    </a:lnTo>
                    <a:lnTo>
                      <a:pt x="990" y="134"/>
                    </a:lnTo>
                    <a:lnTo>
                      <a:pt x="984" y="134"/>
                    </a:lnTo>
                    <a:lnTo>
                      <a:pt x="980" y="128"/>
                    </a:lnTo>
                    <a:lnTo>
                      <a:pt x="980" y="134"/>
                    </a:lnTo>
                    <a:lnTo>
                      <a:pt x="980" y="134"/>
                    </a:lnTo>
                    <a:lnTo>
                      <a:pt x="980" y="134"/>
                    </a:lnTo>
                    <a:lnTo>
                      <a:pt x="980" y="134"/>
                    </a:lnTo>
                    <a:close/>
                    <a:moveTo>
                      <a:pt x="1088" y="128"/>
                    </a:moveTo>
                    <a:lnTo>
                      <a:pt x="1088" y="134"/>
                    </a:lnTo>
                    <a:lnTo>
                      <a:pt x="1088" y="134"/>
                    </a:lnTo>
                    <a:lnTo>
                      <a:pt x="1088" y="134"/>
                    </a:lnTo>
                    <a:lnTo>
                      <a:pt x="1082" y="140"/>
                    </a:lnTo>
                    <a:lnTo>
                      <a:pt x="1078" y="140"/>
                    </a:lnTo>
                    <a:lnTo>
                      <a:pt x="1078" y="140"/>
                    </a:lnTo>
                    <a:lnTo>
                      <a:pt x="1078" y="140"/>
                    </a:lnTo>
                    <a:lnTo>
                      <a:pt x="1078" y="140"/>
                    </a:lnTo>
                    <a:lnTo>
                      <a:pt x="1072" y="140"/>
                    </a:lnTo>
                    <a:lnTo>
                      <a:pt x="1066" y="140"/>
                    </a:lnTo>
                    <a:lnTo>
                      <a:pt x="1072" y="140"/>
                    </a:lnTo>
                    <a:lnTo>
                      <a:pt x="1078" y="134"/>
                    </a:lnTo>
                    <a:lnTo>
                      <a:pt x="1082" y="134"/>
                    </a:lnTo>
                    <a:lnTo>
                      <a:pt x="1088" y="134"/>
                    </a:lnTo>
                    <a:lnTo>
                      <a:pt x="1088" y="128"/>
                    </a:lnTo>
                    <a:lnTo>
                      <a:pt x="1088" y="128"/>
                    </a:lnTo>
                    <a:lnTo>
                      <a:pt x="1088" y="128"/>
                    </a:lnTo>
                    <a:lnTo>
                      <a:pt x="1088" y="128"/>
                    </a:lnTo>
                    <a:close/>
                    <a:moveTo>
                      <a:pt x="980" y="134"/>
                    </a:moveTo>
                    <a:lnTo>
                      <a:pt x="980" y="134"/>
                    </a:lnTo>
                    <a:lnTo>
                      <a:pt x="980" y="134"/>
                    </a:lnTo>
                    <a:lnTo>
                      <a:pt x="974" y="134"/>
                    </a:lnTo>
                    <a:lnTo>
                      <a:pt x="980" y="134"/>
                    </a:lnTo>
                    <a:lnTo>
                      <a:pt x="980" y="140"/>
                    </a:lnTo>
                    <a:lnTo>
                      <a:pt x="974" y="140"/>
                    </a:lnTo>
                    <a:lnTo>
                      <a:pt x="974" y="134"/>
                    </a:lnTo>
                    <a:lnTo>
                      <a:pt x="980" y="134"/>
                    </a:lnTo>
                    <a:lnTo>
                      <a:pt x="980" y="134"/>
                    </a:lnTo>
                    <a:lnTo>
                      <a:pt x="980" y="134"/>
                    </a:lnTo>
                    <a:lnTo>
                      <a:pt x="980" y="134"/>
                    </a:lnTo>
                    <a:close/>
                    <a:moveTo>
                      <a:pt x="1938" y="134"/>
                    </a:moveTo>
                    <a:lnTo>
                      <a:pt x="1938" y="134"/>
                    </a:lnTo>
                    <a:lnTo>
                      <a:pt x="1938" y="134"/>
                    </a:lnTo>
                    <a:lnTo>
                      <a:pt x="1938" y="134"/>
                    </a:lnTo>
                    <a:lnTo>
                      <a:pt x="1938" y="134"/>
                    </a:lnTo>
                    <a:lnTo>
                      <a:pt x="1938" y="134"/>
                    </a:lnTo>
                    <a:close/>
                    <a:moveTo>
                      <a:pt x="584" y="168"/>
                    </a:moveTo>
                    <a:lnTo>
                      <a:pt x="584" y="168"/>
                    </a:lnTo>
                    <a:lnTo>
                      <a:pt x="584" y="162"/>
                    </a:lnTo>
                    <a:lnTo>
                      <a:pt x="584" y="162"/>
                    </a:lnTo>
                    <a:lnTo>
                      <a:pt x="584" y="156"/>
                    </a:lnTo>
                    <a:lnTo>
                      <a:pt x="590" y="156"/>
                    </a:lnTo>
                    <a:lnTo>
                      <a:pt x="596" y="156"/>
                    </a:lnTo>
                    <a:lnTo>
                      <a:pt x="600" y="156"/>
                    </a:lnTo>
                    <a:lnTo>
                      <a:pt x="600" y="162"/>
                    </a:lnTo>
                    <a:lnTo>
                      <a:pt x="600" y="162"/>
                    </a:lnTo>
                    <a:lnTo>
                      <a:pt x="600" y="156"/>
                    </a:lnTo>
                    <a:lnTo>
                      <a:pt x="604" y="162"/>
                    </a:lnTo>
                    <a:lnTo>
                      <a:pt x="610" y="162"/>
                    </a:lnTo>
                    <a:lnTo>
                      <a:pt x="610" y="156"/>
                    </a:lnTo>
                    <a:lnTo>
                      <a:pt x="610" y="162"/>
                    </a:lnTo>
                    <a:lnTo>
                      <a:pt x="616" y="162"/>
                    </a:lnTo>
                    <a:lnTo>
                      <a:pt x="616" y="156"/>
                    </a:lnTo>
                    <a:lnTo>
                      <a:pt x="622" y="156"/>
                    </a:lnTo>
                    <a:lnTo>
                      <a:pt x="622" y="156"/>
                    </a:lnTo>
                    <a:lnTo>
                      <a:pt x="626" y="156"/>
                    </a:lnTo>
                    <a:lnTo>
                      <a:pt x="632" y="156"/>
                    </a:lnTo>
                    <a:lnTo>
                      <a:pt x="632" y="152"/>
                    </a:lnTo>
                    <a:lnTo>
                      <a:pt x="638" y="152"/>
                    </a:lnTo>
                    <a:lnTo>
                      <a:pt x="644" y="152"/>
                    </a:lnTo>
                    <a:lnTo>
                      <a:pt x="644" y="152"/>
                    </a:lnTo>
                    <a:lnTo>
                      <a:pt x="644" y="152"/>
                    </a:lnTo>
                    <a:lnTo>
                      <a:pt x="650" y="152"/>
                    </a:lnTo>
                    <a:lnTo>
                      <a:pt x="654" y="152"/>
                    </a:lnTo>
                    <a:lnTo>
                      <a:pt x="658" y="152"/>
                    </a:lnTo>
                    <a:lnTo>
                      <a:pt x="654" y="152"/>
                    </a:lnTo>
                    <a:lnTo>
                      <a:pt x="654" y="146"/>
                    </a:lnTo>
                    <a:lnTo>
                      <a:pt x="658" y="146"/>
                    </a:lnTo>
                    <a:lnTo>
                      <a:pt x="658" y="140"/>
                    </a:lnTo>
                    <a:lnTo>
                      <a:pt x="664" y="140"/>
                    </a:lnTo>
                    <a:lnTo>
                      <a:pt x="670" y="140"/>
                    </a:lnTo>
                    <a:lnTo>
                      <a:pt x="670" y="140"/>
                    </a:lnTo>
                    <a:lnTo>
                      <a:pt x="676" y="140"/>
                    </a:lnTo>
                    <a:lnTo>
                      <a:pt x="680" y="140"/>
                    </a:lnTo>
                    <a:lnTo>
                      <a:pt x="680" y="140"/>
                    </a:lnTo>
                    <a:lnTo>
                      <a:pt x="686" y="140"/>
                    </a:lnTo>
                    <a:lnTo>
                      <a:pt x="692" y="140"/>
                    </a:lnTo>
                    <a:lnTo>
                      <a:pt x="692" y="140"/>
                    </a:lnTo>
                    <a:lnTo>
                      <a:pt x="698" y="146"/>
                    </a:lnTo>
                    <a:lnTo>
                      <a:pt x="692" y="146"/>
                    </a:lnTo>
                    <a:lnTo>
                      <a:pt x="692" y="152"/>
                    </a:lnTo>
                    <a:lnTo>
                      <a:pt x="692" y="156"/>
                    </a:lnTo>
                    <a:lnTo>
                      <a:pt x="686" y="156"/>
                    </a:lnTo>
                    <a:lnTo>
                      <a:pt x="680" y="156"/>
                    </a:lnTo>
                    <a:lnTo>
                      <a:pt x="680" y="162"/>
                    </a:lnTo>
                    <a:lnTo>
                      <a:pt x="676" y="162"/>
                    </a:lnTo>
                    <a:lnTo>
                      <a:pt x="670" y="162"/>
                    </a:lnTo>
                    <a:lnTo>
                      <a:pt x="670" y="168"/>
                    </a:lnTo>
                    <a:lnTo>
                      <a:pt x="670" y="168"/>
                    </a:lnTo>
                    <a:lnTo>
                      <a:pt x="664" y="168"/>
                    </a:lnTo>
                    <a:lnTo>
                      <a:pt x="658" y="168"/>
                    </a:lnTo>
                    <a:lnTo>
                      <a:pt x="658" y="168"/>
                    </a:lnTo>
                    <a:lnTo>
                      <a:pt x="654" y="168"/>
                    </a:lnTo>
                    <a:lnTo>
                      <a:pt x="650" y="168"/>
                    </a:lnTo>
                    <a:lnTo>
                      <a:pt x="644" y="168"/>
                    </a:lnTo>
                    <a:lnTo>
                      <a:pt x="644" y="174"/>
                    </a:lnTo>
                    <a:lnTo>
                      <a:pt x="638" y="174"/>
                    </a:lnTo>
                    <a:lnTo>
                      <a:pt x="632" y="174"/>
                    </a:lnTo>
                    <a:lnTo>
                      <a:pt x="632" y="174"/>
                    </a:lnTo>
                    <a:lnTo>
                      <a:pt x="626" y="174"/>
                    </a:lnTo>
                    <a:lnTo>
                      <a:pt x="622" y="180"/>
                    </a:lnTo>
                    <a:lnTo>
                      <a:pt x="622" y="180"/>
                    </a:lnTo>
                    <a:lnTo>
                      <a:pt x="616" y="180"/>
                    </a:lnTo>
                    <a:lnTo>
                      <a:pt x="610" y="180"/>
                    </a:lnTo>
                    <a:lnTo>
                      <a:pt x="610" y="180"/>
                    </a:lnTo>
                    <a:lnTo>
                      <a:pt x="610" y="180"/>
                    </a:lnTo>
                    <a:lnTo>
                      <a:pt x="604" y="180"/>
                    </a:lnTo>
                    <a:lnTo>
                      <a:pt x="600" y="180"/>
                    </a:lnTo>
                    <a:lnTo>
                      <a:pt x="600" y="182"/>
                    </a:lnTo>
                    <a:lnTo>
                      <a:pt x="600" y="180"/>
                    </a:lnTo>
                    <a:lnTo>
                      <a:pt x="600" y="180"/>
                    </a:lnTo>
                    <a:lnTo>
                      <a:pt x="600" y="182"/>
                    </a:lnTo>
                    <a:lnTo>
                      <a:pt x="596" y="182"/>
                    </a:lnTo>
                    <a:lnTo>
                      <a:pt x="596" y="188"/>
                    </a:lnTo>
                    <a:lnTo>
                      <a:pt x="590" y="188"/>
                    </a:lnTo>
                    <a:lnTo>
                      <a:pt x="590" y="182"/>
                    </a:lnTo>
                    <a:lnTo>
                      <a:pt x="590" y="188"/>
                    </a:lnTo>
                    <a:lnTo>
                      <a:pt x="584" y="188"/>
                    </a:lnTo>
                    <a:lnTo>
                      <a:pt x="584" y="188"/>
                    </a:lnTo>
                    <a:lnTo>
                      <a:pt x="584" y="188"/>
                    </a:lnTo>
                    <a:lnTo>
                      <a:pt x="578" y="194"/>
                    </a:lnTo>
                    <a:lnTo>
                      <a:pt x="578" y="188"/>
                    </a:lnTo>
                    <a:lnTo>
                      <a:pt x="572" y="188"/>
                    </a:lnTo>
                    <a:lnTo>
                      <a:pt x="572" y="194"/>
                    </a:lnTo>
                    <a:lnTo>
                      <a:pt x="572" y="194"/>
                    </a:lnTo>
                    <a:lnTo>
                      <a:pt x="568" y="194"/>
                    </a:lnTo>
                    <a:lnTo>
                      <a:pt x="572" y="194"/>
                    </a:lnTo>
                    <a:lnTo>
                      <a:pt x="572" y="194"/>
                    </a:lnTo>
                    <a:lnTo>
                      <a:pt x="578" y="194"/>
                    </a:lnTo>
                    <a:lnTo>
                      <a:pt x="578" y="200"/>
                    </a:lnTo>
                    <a:lnTo>
                      <a:pt x="572" y="200"/>
                    </a:lnTo>
                    <a:lnTo>
                      <a:pt x="572" y="200"/>
                    </a:lnTo>
                    <a:lnTo>
                      <a:pt x="572" y="200"/>
                    </a:lnTo>
                    <a:lnTo>
                      <a:pt x="572" y="200"/>
                    </a:lnTo>
                    <a:lnTo>
                      <a:pt x="572" y="200"/>
                    </a:lnTo>
                    <a:lnTo>
                      <a:pt x="568" y="200"/>
                    </a:lnTo>
                    <a:lnTo>
                      <a:pt x="562" y="200"/>
                    </a:lnTo>
                    <a:lnTo>
                      <a:pt x="562" y="200"/>
                    </a:lnTo>
                    <a:lnTo>
                      <a:pt x="568" y="200"/>
                    </a:lnTo>
                    <a:lnTo>
                      <a:pt x="568" y="206"/>
                    </a:lnTo>
                    <a:lnTo>
                      <a:pt x="562" y="206"/>
                    </a:lnTo>
                    <a:lnTo>
                      <a:pt x="562" y="200"/>
                    </a:lnTo>
                    <a:lnTo>
                      <a:pt x="562" y="200"/>
                    </a:lnTo>
                    <a:lnTo>
                      <a:pt x="562" y="206"/>
                    </a:lnTo>
                    <a:lnTo>
                      <a:pt x="556" y="206"/>
                    </a:lnTo>
                    <a:lnTo>
                      <a:pt x="556" y="210"/>
                    </a:lnTo>
                    <a:lnTo>
                      <a:pt x="550" y="210"/>
                    </a:lnTo>
                    <a:lnTo>
                      <a:pt x="550" y="206"/>
                    </a:lnTo>
                    <a:lnTo>
                      <a:pt x="550" y="206"/>
                    </a:lnTo>
                    <a:lnTo>
                      <a:pt x="546" y="206"/>
                    </a:lnTo>
                    <a:lnTo>
                      <a:pt x="550" y="206"/>
                    </a:lnTo>
                    <a:lnTo>
                      <a:pt x="550" y="210"/>
                    </a:lnTo>
                    <a:lnTo>
                      <a:pt x="550" y="216"/>
                    </a:lnTo>
                    <a:lnTo>
                      <a:pt x="550" y="216"/>
                    </a:lnTo>
                    <a:lnTo>
                      <a:pt x="546" y="216"/>
                    </a:lnTo>
                    <a:lnTo>
                      <a:pt x="546" y="216"/>
                    </a:lnTo>
                    <a:lnTo>
                      <a:pt x="550" y="216"/>
                    </a:lnTo>
                    <a:lnTo>
                      <a:pt x="546" y="216"/>
                    </a:lnTo>
                    <a:lnTo>
                      <a:pt x="546" y="222"/>
                    </a:lnTo>
                    <a:lnTo>
                      <a:pt x="540" y="222"/>
                    </a:lnTo>
                    <a:lnTo>
                      <a:pt x="536" y="222"/>
                    </a:lnTo>
                    <a:lnTo>
                      <a:pt x="536" y="216"/>
                    </a:lnTo>
                    <a:lnTo>
                      <a:pt x="536" y="216"/>
                    </a:lnTo>
                    <a:lnTo>
                      <a:pt x="530" y="216"/>
                    </a:lnTo>
                    <a:lnTo>
                      <a:pt x="536" y="216"/>
                    </a:lnTo>
                    <a:lnTo>
                      <a:pt x="536" y="222"/>
                    </a:lnTo>
                    <a:lnTo>
                      <a:pt x="536" y="222"/>
                    </a:lnTo>
                    <a:lnTo>
                      <a:pt x="540" y="222"/>
                    </a:lnTo>
                    <a:lnTo>
                      <a:pt x="540" y="228"/>
                    </a:lnTo>
                    <a:lnTo>
                      <a:pt x="536" y="228"/>
                    </a:lnTo>
                    <a:lnTo>
                      <a:pt x="536" y="228"/>
                    </a:lnTo>
                    <a:lnTo>
                      <a:pt x="530" y="228"/>
                    </a:lnTo>
                    <a:lnTo>
                      <a:pt x="524" y="228"/>
                    </a:lnTo>
                    <a:lnTo>
                      <a:pt x="524" y="228"/>
                    </a:lnTo>
                    <a:lnTo>
                      <a:pt x="524" y="228"/>
                    </a:lnTo>
                    <a:lnTo>
                      <a:pt x="530" y="228"/>
                    </a:lnTo>
                    <a:lnTo>
                      <a:pt x="536" y="228"/>
                    </a:lnTo>
                    <a:lnTo>
                      <a:pt x="536" y="228"/>
                    </a:lnTo>
                    <a:lnTo>
                      <a:pt x="536" y="228"/>
                    </a:lnTo>
                    <a:lnTo>
                      <a:pt x="536" y="234"/>
                    </a:lnTo>
                    <a:lnTo>
                      <a:pt x="536" y="234"/>
                    </a:lnTo>
                    <a:lnTo>
                      <a:pt x="530" y="234"/>
                    </a:lnTo>
                    <a:lnTo>
                      <a:pt x="524" y="234"/>
                    </a:lnTo>
                    <a:lnTo>
                      <a:pt x="524" y="228"/>
                    </a:lnTo>
                    <a:lnTo>
                      <a:pt x="524" y="228"/>
                    </a:lnTo>
                    <a:lnTo>
                      <a:pt x="524" y="234"/>
                    </a:lnTo>
                    <a:lnTo>
                      <a:pt x="524" y="234"/>
                    </a:lnTo>
                    <a:lnTo>
                      <a:pt x="530" y="234"/>
                    </a:lnTo>
                    <a:lnTo>
                      <a:pt x="530" y="238"/>
                    </a:lnTo>
                    <a:lnTo>
                      <a:pt x="524" y="238"/>
                    </a:lnTo>
                    <a:lnTo>
                      <a:pt x="524" y="238"/>
                    </a:lnTo>
                    <a:lnTo>
                      <a:pt x="524" y="238"/>
                    </a:lnTo>
                    <a:lnTo>
                      <a:pt x="524" y="238"/>
                    </a:lnTo>
                    <a:lnTo>
                      <a:pt x="518" y="238"/>
                    </a:lnTo>
                    <a:lnTo>
                      <a:pt x="512" y="238"/>
                    </a:lnTo>
                    <a:lnTo>
                      <a:pt x="512" y="238"/>
                    </a:lnTo>
                    <a:lnTo>
                      <a:pt x="512" y="238"/>
                    </a:lnTo>
                    <a:lnTo>
                      <a:pt x="512" y="238"/>
                    </a:lnTo>
                    <a:lnTo>
                      <a:pt x="508" y="238"/>
                    </a:lnTo>
                    <a:lnTo>
                      <a:pt x="502" y="238"/>
                    </a:lnTo>
                    <a:lnTo>
                      <a:pt x="502" y="238"/>
                    </a:lnTo>
                    <a:lnTo>
                      <a:pt x="502" y="238"/>
                    </a:lnTo>
                    <a:lnTo>
                      <a:pt x="496" y="238"/>
                    </a:lnTo>
                    <a:lnTo>
                      <a:pt x="492" y="238"/>
                    </a:lnTo>
                    <a:lnTo>
                      <a:pt x="492" y="238"/>
                    </a:lnTo>
                    <a:lnTo>
                      <a:pt x="486" y="238"/>
                    </a:lnTo>
                    <a:lnTo>
                      <a:pt x="492" y="238"/>
                    </a:lnTo>
                    <a:lnTo>
                      <a:pt x="492" y="234"/>
                    </a:lnTo>
                    <a:lnTo>
                      <a:pt x="492" y="234"/>
                    </a:lnTo>
                    <a:lnTo>
                      <a:pt x="496" y="234"/>
                    </a:lnTo>
                    <a:lnTo>
                      <a:pt x="496" y="228"/>
                    </a:lnTo>
                    <a:lnTo>
                      <a:pt x="502" y="228"/>
                    </a:lnTo>
                    <a:lnTo>
                      <a:pt x="496" y="228"/>
                    </a:lnTo>
                    <a:lnTo>
                      <a:pt x="492" y="228"/>
                    </a:lnTo>
                    <a:lnTo>
                      <a:pt x="492" y="234"/>
                    </a:lnTo>
                    <a:lnTo>
                      <a:pt x="486" y="234"/>
                    </a:lnTo>
                    <a:lnTo>
                      <a:pt x="486" y="228"/>
                    </a:lnTo>
                    <a:lnTo>
                      <a:pt x="482" y="228"/>
                    </a:lnTo>
                    <a:lnTo>
                      <a:pt x="482" y="228"/>
                    </a:lnTo>
                    <a:lnTo>
                      <a:pt x="482" y="228"/>
                    </a:lnTo>
                    <a:lnTo>
                      <a:pt x="486" y="228"/>
                    </a:lnTo>
                    <a:lnTo>
                      <a:pt x="486" y="228"/>
                    </a:lnTo>
                    <a:lnTo>
                      <a:pt x="492" y="228"/>
                    </a:lnTo>
                    <a:lnTo>
                      <a:pt x="492" y="222"/>
                    </a:lnTo>
                    <a:lnTo>
                      <a:pt x="492" y="222"/>
                    </a:lnTo>
                    <a:lnTo>
                      <a:pt x="496" y="222"/>
                    </a:lnTo>
                    <a:lnTo>
                      <a:pt x="492" y="222"/>
                    </a:lnTo>
                    <a:lnTo>
                      <a:pt x="496" y="216"/>
                    </a:lnTo>
                    <a:lnTo>
                      <a:pt x="502" y="216"/>
                    </a:lnTo>
                    <a:lnTo>
                      <a:pt x="502" y="216"/>
                    </a:lnTo>
                    <a:lnTo>
                      <a:pt x="508" y="216"/>
                    </a:lnTo>
                    <a:lnTo>
                      <a:pt x="512" y="216"/>
                    </a:lnTo>
                    <a:lnTo>
                      <a:pt x="508" y="216"/>
                    </a:lnTo>
                    <a:lnTo>
                      <a:pt x="508" y="216"/>
                    </a:lnTo>
                    <a:lnTo>
                      <a:pt x="502" y="216"/>
                    </a:lnTo>
                    <a:lnTo>
                      <a:pt x="502" y="216"/>
                    </a:lnTo>
                    <a:lnTo>
                      <a:pt x="502" y="216"/>
                    </a:lnTo>
                    <a:lnTo>
                      <a:pt x="508" y="216"/>
                    </a:lnTo>
                    <a:lnTo>
                      <a:pt x="512" y="216"/>
                    </a:lnTo>
                    <a:lnTo>
                      <a:pt x="508" y="216"/>
                    </a:lnTo>
                    <a:lnTo>
                      <a:pt x="502" y="210"/>
                    </a:lnTo>
                    <a:lnTo>
                      <a:pt x="512" y="210"/>
                    </a:lnTo>
                    <a:lnTo>
                      <a:pt x="512" y="210"/>
                    </a:lnTo>
                    <a:lnTo>
                      <a:pt x="518" y="206"/>
                    </a:lnTo>
                    <a:lnTo>
                      <a:pt x="512" y="206"/>
                    </a:lnTo>
                    <a:lnTo>
                      <a:pt x="512" y="206"/>
                    </a:lnTo>
                    <a:lnTo>
                      <a:pt x="508" y="206"/>
                    </a:lnTo>
                    <a:lnTo>
                      <a:pt x="508" y="200"/>
                    </a:lnTo>
                    <a:lnTo>
                      <a:pt x="512" y="200"/>
                    </a:lnTo>
                    <a:lnTo>
                      <a:pt x="512" y="200"/>
                    </a:lnTo>
                    <a:lnTo>
                      <a:pt x="518" y="200"/>
                    </a:lnTo>
                    <a:lnTo>
                      <a:pt x="524" y="200"/>
                    </a:lnTo>
                    <a:lnTo>
                      <a:pt x="524" y="200"/>
                    </a:lnTo>
                    <a:lnTo>
                      <a:pt x="524" y="200"/>
                    </a:lnTo>
                    <a:lnTo>
                      <a:pt x="518" y="200"/>
                    </a:lnTo>
                    <a:lnTo>
                      <a:pt x="512" y="200"/>
                    </a:lnTo>
                    <a:lnTo>
                      <a:pt x="512" y="200"/>
                    </a:lnTo>
                    <a:lnTo>
                      <a:pt x="518" y="194"/>
                    </a:lnTo>
                    <a:lnTo>
                      <a:pt x="524" y="194"/>
                    </a:lnTo>
                    <a:lnTo>
                      <a:pt x="518" y="194"/>
                    </a:lnTo>
                    <a:lnTo>
                      <a:pt x="518" y="188"/>
                    </a:lnTo>
                    <a:lnTo>
                      <a:pt x="512" y="194"/>
                    </a:lnTo>
                    <a:lnTo>
                      <a:pt x="512" y="194"/>
                    </a:lnTo>
                    <a:lnTo>
                      <a:pt x="512" y="188"/>
                    </a:lnTo>
                    <a:lnTo>
                      <a:pt x="508" y="188"/>
                    </a:lnTo>
                    <a:lnTo>
                      <a:pt x="512" y="188"/>
                    </a:lnTo>
                    <a:lnTo>
                      <a:pt x="512" y="188"/>
                    </a:lnTo>
                    <a:lnTo>
                      <a:pt x="512" y="188"/>
                    </a:lnTo>
                    <a:lnTo>
                      <a:pt x="512" y="188"/>
                    </a:lnTo>
                    <a:lnTo>
                      <a:pt x="518" y="188"/>
                    </a:lnTo>
                    <a:lnTo>
                      <a:pt x="518" y="188"/>
                    </a:lnTo>
                    <a:lnTo>
                      <a:pt x="524" y="188"/>
                    </a:lnTo>
                    <a:lnTo>
                      <a:pt x="524" y="188"/>
                    </a:lnTo>
                    <a:lnTo>
                      <a:pt x="524" y="188"/>
                    </a:lnTo>
                    <a:lnTo>
                      <a:pt x="524" y="188"/>
                    </a:lnTo>
                    <a:lnTo>
                      <a:pt x="524" y="182"/>
                    </a:lnTo>
                    <a:lnTo>
                      <a:pt x="524" y="182"/>
                    </a:lnTo>
                    <a:lnTo>
                      <a:pt x="530" y="182"/>
                    </a:lnTo>
                    <a:lnTo>
                      <a:pt x="536" y="182"/>
                    </a:lnTo>
                    <a:lnTo>
                      <a:pt x="536" y="182"/>
                    </a:lnTo>
                    <a:lnTo>
                      <a:pt x="536" y="180"/>
                    </a:lnTo>
                    <a:lnTo>
                      <a:pt x="536" y="180"/>
                    </a:lnTo>
                    <a:lnTo>
                      <a:pt x="536" y="180"/>
                    </a:lnTo>
                    <a:lnTo>
                      <a:pt x="540" y="180"/>
                    </a:lnTo>
                    <a:lnTo>
                      <a:pt x="546" y="180"/>
                    </a:lnTo>
                    <a:lnTo>
                      <a:pt x="546" y="180"/>
                    </a:lnTo>
                    <a:lnTo>
                      <a:pt x="540" y="180"/>
                    </a:lnTo>
                    <a:lnTo>
                      <a:pt x="546" y="180"/>
                    </a:lnTo>
                    <a:lnTo>
                      <a:pt x="550" y="174"/>
                    </a:lnTo>
                    <a:lnTo>
                      <a:pt x="550" y="174"/>
                    </a:lnTo>
                    <a:lnTo>
                      <a:pt x="550" y="168"/>
                    </a:lnTo>
                    <a:lnTo>
                      <a:pt x="556" y="168"/>
                    </a:lnTo>
                    <a:lnTo>
                      <a:pt x="562" y="168"/>
                    </a:lnTo>
                    <a:lnTo>
                      <a:pt x="562" y="168"/>
                    </a:lnTo>
                    <a:lnTo>
                      <a:pt x="568" y="168"/>
                    </a:lnTo>
                    <a:lnTo>
                      <a:pt x="572" y="168"/>
                    </a:lnTo>
                    <a:lnTo>
                      <a:pt x="572" y="168"/>
                    </a:lnTo>
                    <a:lnTo>
                      <a:pt x="572" y="168"/>
                    </a:lnTo>
                    <a:lnTo>
                      <a:pt x="572" y="168"/>
                    </a:lnTo>
                    <a:lnTo>
                      <a:pt x="572" y="168"/>
                    </a:lnTo>
                    <a:lnTo>
                      <a:pt x="572" y="162"/>
                    </a:lnTo>
                    <a:lnTo>
                      <a:pt x="578" y="162"/>
                    </a:lnTo>
                    <a:lnTo>
                      <a:pt x="584" y="162"/>
                    </a:lnTo>
                    <a:lnTo>
                      <a:pt x="584" y="168"/>
                    </a:lnTo>
                    <a:lnTo>
                      <a:pt x="578" y="168"/>
                    </a:lnTo>
                    <a:lnTo>
                      <a:pt x="572" y="168"/>
                    </a:lnTo>
                    <a:lnTo>
                      <a:pt x="578" y="168"/>
                    </a:lnTo>
                    <a:lnTo>
                      <a:pt x="584" y="168"/>
                    </a:lnTo>
                    <a:lnTo>
                      <a:pt x="584" y="168"/>
                    </a:lnTo>
                    <a:lnTo>
                      <a:pt x="584" y="168"/>
                    </a:lnTo>
                    <a:lnTo>
                      <a:pt x="584" y="168"/>
                    </a:lnTo>
                    <a:close/>
                    <a:moveTo>
                      <a:pt x="1088" y="140"/>
                    </a:moveTo>
                    <a:lnTo>
                      <a:pt x="1082" y="140"/>
                    </a:lnTo>
                    <a:lnTo>
                      <a:pt x="1078" y="140"/>
                    </a:lnTo>
                    <a:lnTo>
                      <a:pt x="1078" y="140"/>
                    </a:lnTo>
                    <a:lnTo>
                      <a:pt x="1082" y="140"/>
                    </a:lnTo>
                    <a:lnTo>
                      <a:pt x="1088" y="140"/>
                    </a:lnTo>
                    <a:lnTo>
                      <a:pt x="1088" y="140"/>
                    </a:lnTo>
                    <a:lnTo>
                      <a:pt x="1088" y="140"/>
                    </a:lnTo>
                    <a:lnTo>
                      <a:pt x="1088" y="140"/>
                    </a:lnTo>
                    <a:close/>
                    <a:moveTo>
                      <a:pt x="1104" y="146"/>
                    </a:moveTo>
                    <a:lnTo>
                      <a:pt x="1104" y="140"/>
                    </a:lnTo>
                    <a:lnTo>
                      <a:pt x="1108" y="140"/>
                    </a:lnTo>
                    <a:lnTo>
                      <a:pt x="1108" y="146"/>
                    </a:lnTo>
                    <a:lnTo>
                      <a:pt x="1104" y="146"/>
                    </a:lnTo>
                    <a:lnTo>
                      <a:pt x="1104" y="146"/>
                    </a:lnTo>
                    <a:lnTo>
                      <a:pt x="1104" y="146"/>
                    </a:lnTo>
                    <a:lnTo>
                      <a:pt x="1104" y="146"/>
                    </a:lnTo>
                    <a:close/>
                    <a:moveTo>
                      <a:pt x="1104" y="146"/>
                    </a:moveTo>
                    <a:lnTo>
                      <a:pt x="1098" y="146"/>
                    </a:lnTo>
                    <a:lnTo>
                      <a:pt x="1104" y="146"/>
                    </a:lnTo>
                    <a:lnTo>
                      <a:pt x="1104" y="146"/>
                    </a:lnTo>
                    <a:lnTo>
                      <a:pt x="1104" y="146"/>
                    </a:lnTo>
                    <a:lnTo>
                      <a:pt x="1104" y="146"/>
                    </a:lnTo>
                    <a:close/>
                    <a:moveTo>
                      <a:pt x="1818" y="152"/>
                    </a:moveTo>
                    <a:lnTo>
                      <a:pt x="1818" y="146"/>
                    </a:lnTo>
                    <a:lnTo>
                      <a:pt x="1824" y="146"/>
                    </a:lnTo>
                    <a:lnTo>
                      <a:pt x="1830" y="146"/>
                    </a:lnTo>
                    <a:lnTo>
                      <a:pt x="1830" y="146"/>
                    </a:lnTo>
                    <a:lnTo>
                      <a:pt x="1836" y="146"/>
                    </a:lnTo>
                    <a:lnTo>
                      <a:pt x="1830" y="146"/>
                    </a:lnTo>
                    <a:lnTo>
                      <a:pt x="1830" y="152"/>
                    </a:lnTo>
                    <a:lnTo>
                      <a:pt x="1830" y="146"/>
                    </a:lnTo>
                    <a:lnTo>
                      <a:pt x="1830" y="146"/>
                    </a:lnTo>
                    <a:lnTo>
                      <a:pt x="1824" y="146"/>
                    </a:lnTo>
                    <a:lnTo>
                      <a:pt x="1824" y="152"/>
                    </a:lnTo>
                    <a:lnTo>
                      <a:pt x="1818" y="152"/>
                    </a:lnTo>
                    <a:lnTo>
                      <a:pt x="1818" y="152"/>
                    </a:lnTo>
                    <a:lnTo>
                      <a:pt x="1818" y="152"/>
                    </a:lnTo>
                    <a:lnTo>
                      <a:pt x="1818" y="152"/>
                    </a:lnTo>
                    <a:close/>
                    <a:moveTo>
                      <a:pt x="1104" y="152"/>
                    </a:moveTo>
                    <a:lnTo>
                      <a:pt x="1098" y="152"/>
                    </a:lnTo>
                    <a:lnTo>
                      <a:pt x="1098" y="146"/>
                    </a:lnTo>
                    <a:lnTo>
                      <a:pt x="1104" y="146"/>
                    </a:lnTo>
                    <a:lnTo>
                      <a:pt x="1104" y="152"/>
                    </a:lnTo>
                    <a:lnTo>
                      <a:pt x="1104" y="152"/>
                    </a:lnTo>
                    <a:lnTo>
                      <a:pt x="1104" y="152"/>
                    </a:lnTo>
                    <a:lnTo>
                      <a:pt x="1104" y="152"/>
                    </a:lnTo>
                    <a:close/>
                    <a:moveTo>
                      <a:pt x="1066" y="146"/>
                    </a:moveTo>
                    <a:lnTo>
                      <a:pt x="1072" y="152"/>
                    </a:lnTo>
                    <a:lnTo>
                      <a:pt x="1066" y="152"/>
                    </a:lnTo>
                    <a:lnTo>
                      <a:pt x="1066" y="152"/>
                    </a:lnTo>
                    <a:lnTo>
                      <a:pt x="1066" y="146"/>
                    </a:lnTo>
                    <a:lnTo>
                      <a:pt x="1066" y="146"/>
                    </a:lnTo>
                    <a:lnTo>
                      <a:pt x="1066" y="146"/>
                    </a:lnTo>
                    <a:lnTo>
                      <a:pt x="1066" y="146"/>
                    </a:lnTo>
                    <a:lnTo>
                      <a:pt x="1066" y="146"/>
                    </a:lnTo>
                    <a:close/>
                    <a:moveTo>
                      <a:pt x="1088" y="146"/>
                    </a:moveTo>
                    <a:lnTo>
                      <a:pt x="1088" y="152"/>
                    </a:lnTo>
                    <a:lnTo>
                      <a:pt x="1082" y="152"/>
                    </a:lnTo>
                    <a:lnTo>
                      <a:pt x="1078" y="152"/>
                    </a:lnTo>
                    <a:lnTo>
                      <a:pt x="1078" y="146"/>
                    </a:lnTo>
                    <a:lnTo>
                      <a:pt x="1082" y="146"/>
                    </a:lnTo>
                    <a:lnTo>
                      <a:pt x="1088" y="146"/>
                    </a:lnTo>
                    <a:lnTo>
                      <a:pt x="1088" y="146"/>
                    </a:lnTo>
                    <a:lnTo>
                      <a:pt x="1088" y="146"/>
                    </a:lnTo>
                    <a:lnTo>
                      <a:pt x="1088" y="146"/>
                    </a:lnTo>
                    <a:close/>
                    <a:moveTo>
                      <a:pt x="1054" y="152"/>
                    </a:moveTo>
                    <a:lnTo>
                      <a:pt x="1054" y="152"/>
                    </a:lnTo>
                    <a:lnTo>
                      <a:pt x="1054" y="152"/>
                    </a:lnTo>
                    <a:lnTo>
                      <a:pt x="1050" y="152"/>
                    </a:lnTo>
                    <a:lnTo>
                      <a:pt x="1054" y="152"/>
                    </a:lnTo>
                    <a:lnTo>
                      <a:pt x="1054" y="152"/>
                    </a:lnTo>
                    <a:lnTo>
                      <a:pt x="1054" y="152"/>
                    </a:lnTo>
                    <a:lnTo>
                      <a:pt x="1054" y="152"/>
                    </a:lnTo>
                    <a:close/>
                    <a:moveTo>
                      <a:pt x="1320" y="156"/>
                    </a:moveTo>
                    <a:lnTo>
                      <a:pt x="1320" y="152"/>
                    </a:lnTo>
                    <a:lnTo>
                      <a:pt x="1326" y="152"/>
                    </a:lnTo>
                    <a:lnTo>
                      <a:pt x="1326" y="156"/>
                    </a:lnTo>
                    <a:lnTo>
                      <a:pt x="1326" y="156"/>
                    </a:lnTo>
                    <a:lnTo>
                      <a:pt x="1326" y="156"/>
                    </a:lnTo>
                    <a:lnTo>
                      <a:pt x="1320" y="156"/>
                    </a:lnTo>
                    <a:lnTo>
                      <a:pt x="1320" y="156"/>
                    </a:lnTo>
                    <a:lnTo>
                      <a:pt x="1320" y="156"/>
                    </a:lnTo>
                    <a:lnTo>
                      <a:pt x="1320" y="156"/>
                    </a:lnTo>
                    <a:close/>
                    <a:moveTo>
                      <a:pt x="1088" y="162"/>
                    </a:moveTo>
                    <a:lnTo>
                      <a:pt x="1088" y="156"/>
                    </a:lnTo>
                    <a:lnTo>
                      <a:pt x="1092" y="156"/>
                    </a:lnTo>
                    <a:lnTo>
                      <a:pt x="1088" y="156"/>
                    </a:lnTo>
                    <a:lnTo>
                      <a:pt x="1088" y="162"/>
                    </a:lnTo>
                    <a:lnTo>
                      <a:pt x="1092" y="162"/>
                    </a:lnTo>
                    <a:lnTo>
                      <a:pt x="1092" y="156"/>
                    </a:lnTo>
                    <a:lnTo>
                      <a:pt x="1092" y="162"/>
                    </a:lnTo>
                    <a:lnTo>
                      <a:pt x="1088" y="162"/>
                    </a:lnTo>
                    <a:lnTo>
                      <a:pt x="1088" y="162"/>
                    </a:lnTo>
                    <a:lnTo>
                      <a:pt x="1088" y="162"/>
                    </a:lnTo>
                    <a:lnTo>
                      <a:pt x="1088" y="162"/>
                    </a:lnTo>
                    <a:close/>
                    <a:moveTo>
                      <a:pt x="1088" y="168"/>
                    </a:moveTo>
                    <a:lnTo>
                      <a:pt x="1082" y="162"/>
                    </a:lnTo>
                    <a:lnTo>
                      <a:pt x="1078" y="162"/>
                    </a:lnTo>
                    <a:lnTo>
                      <a:pt x="1078" y="162"/>
                    </a:lnTo>
                    <a:lnTo>
                      <a:pt x="1072" y="162"/>
                    </a:lnTo>
                    <a:lnTo>
                      <a:pt x="1072" y="156"/>
                    </a:lnTo>
                    <a:lnTo>
                      <a:pt x="1078" y="162"/>
                    </a:lnTo>
                    <a:lnTo>
                      <a:pt x="1078" y="156"/>
                    </a:lnTo>
                    <a:lnTo>
                      <a:pt x="1078" y="156"/>
                    </a:lnTo>
                    <a:lnTo>
                      <a:pt x="1082" y="156"/>
                    </a:lnTo>
                    <a:lnTo>
                      <a:pt x="1088" y="156"/>
                    </a:lnTo>
                    <a:lnTo>
                      <a:pt x="1088" y="156"/>
                    </a:lnTo>
                    <a:lnTo>
                      <a:pt x="1088" y="162"/>
                    </a:lnTo>
                    <a:lnTo>
                      <a:pt x="1088" y="162"/>
                    </a:lnTo>
                    <a:lnTo>
                      <a:pt x="1088" y="156"/>
                    </a:lnTo>
                    <a:lnTo>
                      <a:pt x="1082" y="162"/>
                    </a:lnTo>
                    <a:lnTo>
                      <a:pt x="1088" y="162"/>
                    </a:lnTo>
                    <a:lnTo>
                      <a:pt x="1088" y="168"/>
                    </a:lnTo>
                    <a:lnTo>
                      <a:pt x="1088" y="168"/>
                    </a:lnTo>
                    <a:lnTo>
                      <a:pt x="1088" y="168"/>
                    </a:lnTo>
                    <a:lnTo>
                      <a:pt x="1088" y="168"/>
                    </a:lnTo>
                    <a:close/>
                    <a:moveTo>
                      <a:pt x="1066" y="162"/>
                    </a:moveTo>
                    <a:lnTo>
                      <a:pt x="1066" y="156"/>
                    </a:lnTo>
                    <a:lnTo>
                      <a:pt x="1066" y="156"/>
                    </a:lnTo>
                    <a:lnTo>
                      <a:pt x="1066" y="162"/>
                    </a:lnTo>
                    <a:lnTo>
                      <a:pt x="1060" y="162"/>
                    </a:lnTo>
                    <a:lnTo>
                      <a:pt x="1054" y="162"/>
                    </a:lnTo>
                    <a:lnTo>
                      <a:pt x="1060" y="162"/>
                    </a:lnTo>
                    <a:lnTo>
                      <a:pt x="1066" y="162"/>
                    </a:lnTo>
                    <a:lnTo>
                      <a:pt x="1066" y="162"/>
                    </a:lnTo>
                    <a:lnTo>
                      <a:pt x="1066" y="162"/>
                    </a:lnTo>
                    <a:lnTo>
                      <a:pt x="1066" y="162"/>
                    </a:lnTo>
                    <a:close/>
                    <a:moveTo>
                      <a:pt x="1736" y="200"/>
                    </a:moveTo>
                    <a:lnTo>
                      <a:pt x="1732" y="200"/>
                    </a:lnTo>
                    <a:lnTo>
                      <a:pt x="1732" y="200"/>
                    </a:lnTo>
                    <a:lnTo>
                      <a:pt x="1732" y="194"/>
                    </a:lnTo>
                    <a:lnTo>
                      <a:pt x="1732" y="194"/>
                    </a:lnTo>
                    <a:lnTo>
                      <a:pt x="1732" y="194"/>
                    </a:lnTo>
                    <a:lnTo>
                      <a:pt x="1728" y="194"/>
                    </a:lnTo>
                    <a:lnTo>
                      <a:pt x="1722" y="194"/>
                    </a:lnTo>
                    <a:lnTo>
                      <a:pt x="1722" y="194"/>
                    </a:lnTo>
                    <a:lnTo>
                      <a:pt x="1716" y="194"/>
                    </a:lnTo>
                    <a:lnTo>
                      <a:pt x="1710" y="200"/>
                    </a:lnTo>
                    <a:lnTo>
                      <a:pt x="1710" y="200"/>
                    </a:lnTo>
                    <a:lnTo>
                      <a:pt x="1704" y="200"/>
                    </a:lnTo>
                    <a:lnTo>
                      <a:pt x="1700" y="194"/>
                    </a:lnTo>
                    <a:lnTo>
                      <a:pt x="1700" y="194"/>
                    </a:lnTo>
                    <a:lnTo>
                      <a:pt x="1694" y="194"/>
                    </a:lnTo>
                    <a:lnTo>
                      <a:pt x="1694" y="200"/>
                    </a:lnTo>
                    <a:lnTo>
                      <a:pt x="1700" y="200"/>
                    </a:lnTo>
                    <a:lnTo>
                      <a:pt x="1694" y="200"/>
                    </a:lnTo>
                    <a:lnTo>
                      <a:pt x="1694" y="200"/>
                    </a:lnTo>
                    <a:lnTo>
                      <a:pt x="1688" y="200"/>
                    </a:lnTo>
                    <a:lnTo>
                      <a:pt x="1688" y="200"/>
                    </a:lnTo>
                    <a:lnTo>
                      <a:pt x="1682" y="200"/>
                    </a:lnTo>
                    <a:lnTo>
                      <a:pt x="1678" y="200"/>
                    </a:lnTo>
                    <a:lnTo>
                      <a:pt x="1678" y="200"/>
                    </a:lnTo>
                    <a:lnTo>
                      <a:pt x="1672" y="200"/>
                    </a:lnTo>
                    <a:lnTo>
                      <a:pt x="1672" y="200"/>
                    </a:lnTo>
                    <a:lnTo>
                      <a:pt x="1672" y="194"/>
                    </a:lnTo>
                    <a:lnTo>
                      <a:pt x="1668" y="194"/>
                    </a:lnTo>
                    <a:lnTo>
                      <a:pt x="1668" y="188"/>
                    </a:lnTo>
                    <a:lnTo>
                      <a:pt x="1662" y="188"/>
                    </a:lnTo>
                    <a:lnTo>
                      <a:pt x="1662" y="188"/>
                    </a:lnTo>
                    <a:lnTo>
                      <a:pt x="1662" y="188"/>
                    </a:lnTo>
                    <a:lnTo>
                      <a:pt x="1656" y="182"/>
                    </a:lnTo>
                    <a:lnTo>
                      <a:pt x="1662" y="182"/>
                    </a:lnTo>
                    <a:lnTo>
                      <a:pt x="1662" y="182"/>
                    </a:lnTo>
                    <a:lnTo>
                      <a:pt x="1668" y="182"/>
                    </a:lnTo>
                    <a:lnTo>
                      <a:pt x="1662" y="182"/>
                    </a:lnTo>
                    <a:lnTo>
                      <a:pt x="1662" y="182"/>
                    </a:lnTo>
                    <a:lnTo>
                      <a:pt x="1662" y="180"/>
                    </a:lnTo>
                    <a:lnTo>
                      <a:pt x="1662" y="180"/>
                    </a:lnTo>
                    <a:lnTo>
                      <a:pt x="1662" y="180"/>
                    </a:lnTo>
                    <a:lnTo>
                      <a:pt x="1662" y="180"/>
                    </a:lnTo>
                    <a:lnTo>
                      <a:pt x="1662" y="180"/>
                    </a:lnTo>
                    <a:lnTo>
                      <a:pt x="1662" y="180"/>
                    </a:lnTo>
                    <a:lnTo>
                      <a:pt x="1662" y="180"/>
                    </a:lnTo>
                    <a:lnTo>
                      <a:pt x="1662" y="180"/>
                    </a:lnTo>
                    <a:lnTo>
                      <a:pt x="1662" y="174"/>
                    </a:lnTo>
                    <a:lnTo>
                      <a:pt x="1662" y="174"/>
                    </a:lnTo>
                    <a:lnTo>
                      <a:pt x="1668" y="174"/>
                    </a:lnTo>
                    <a:lnTo>
                      <a:pt x="1672" y="174"/>
                    </a:lnTo>
                    <a:lnTo>
                      <a:pt x="1668" y="174"/>
                    </a:lnTo>
                    <a:lnTo>
                      <a:pt x="1668" y="168"/>
                    </a:lnTo>
                    <a:lnTo>
                      <a:pt x="1662" y="168"/>
                    </a:lnTo>
                    <a:lnTo>
                      <a:pt x="1668" y="168"/>
                    </a:lnTo>
                    <a:lnTo>
                      <a:pt x="1672" y="168"/>
                    </a:lnTo>
                    <a:lnTo>
                      <a:pt x="1672" y="168"/>
                    </a:lnTo>
                    <a:lnTo>
                      <a:pt x="1672" y="162"/>
                    </a:lnTo>
                    <a:lnTo>
                      <a:pt x="1678" y="162"/>
                    </a:lnTo>
                    <a:lnTo>
                      <a:pt x="1678" y="168"/>
                    </a:lnTo>
                    <a:lnTo>
                      <a:pt x="1678" y="162"/>
                    </a:lnTo>
                    <a:lnTo>
                      <a:pt x="1682" y="162"/>
                    </a:lnTo>
                    <a:lnTo>
                      <a:pt x="1688" y="162"/>
                    </a:lnTo>
                    <a:lnTo>
                      <a:pt x="1688" y="162"/>
                    </a:lnTo>
                    <a:lnTo>
                      <a:pt x="1688" y="168"/>
                    </a:lnTo>
                    <a:lnTo>
                      <a:pt x="1694" y="168"/>
                    </a:lnTo>
                    <a:lnTo>
                      <a:pt x="1700" y="168"/>
                    </a:lnTo>
                    <a:lnTo>
                      <a:pt x="1700" y="168"/>
                    </a:lnTo>
                    <a:lnTo>
                      <a:pt x="1700" y="168"/>
                    </a:lnTo>
                    <a:lnTo>
                      <a:pt x="1700" y="174"/>
                    </a:lnTo>
                    <a:lnTo>
                      <a:pt x="1704" y="174"/>
                    </a:lnTo>
                    <a:lnTo>
                      <a:pt x="1710" y="174"/>
                    </a:lnTo>
                    <a:lnTo>
                      <a:pt x="1710" y="180"/>
                    </a:lnTo>
                    <a:lnTo>
                      <a:pt x="1710" y="180"/>
                    </a:lnTo>
                    <a:lnTo>
                      <a:pt x="1716" y="180"/>
                    </a:lnTo>
                    <a:lnTo>
                      <a:pt x="1716" y="174"/>
                    </a:lnTo>
                    <a:lnTo>
                      <a:pt x="1716" y="168"/>
                    </a:lnTo>
                    <a:lnTo>
                      <a:pt x="1716" y="168"/>
                    </a:lnTo>
                    <a:lnTo>
                      <a:pt x="1722" y="168"/>
                    </a:lnTo>
                    <a:lnTo>
                      <a:pt x="1722" y="168"/>
                    </a:lnTo>
                    <a:lnTo>
                      <a:pt x="1722" y="162"/>
                    </a:lnTo>
                    <a:lnTo>
                      <a:pt x="1722" y="162"/>
                    </a:lnTo>
                    <a:lnTo>
                      <a:pt x="1722" y="162"/>
                    </a:lnTo>
                    <a:lnTo>
                      <a:pt x="1728" y="168"/>
                    </a:lnTo>
                    <a:lnTo>
                      <a:pt x="1732" y="168"/>
                    </a:lnTo>
                    <a:lnTo>
                      <a:pt x="1732" y="168"/>
                    </a:lnTo>
                    <a:lnTo>
                      <a:pt x="1736" y="168"/>
                    </a:lnTo>
                    <a:lnTo>
                      <a:pt x="1736" y="174"/>
                    </a:lnTo>
                    <a:lnTo>
                      <a:pt x="1742" y="174"/>
                    </a:lnTo>
                    <a:lnTo>
                      <a:pt x="1748" y="174"/>
                    </a:lnTo>
                    <a:lnTo>
                      <a:pt x="1748" y="174"/>
                    </a:lnTo>
                    <a:lnTo>
                      <a:pt x="1754" y="168"/>
                    </a:lnTo>
                    <a:lnTo>
                      <a:pt x="1758" y="174"/>
                    </a:lnTo>
                    <a:lnTo>
                      <a:pt x="1758" y="174"/>
                    </a:lnTo>
                    <a:lnTo>
                      <a:pt x="1764" y="180"/>
                    </a:lnTo>
                    <a:lnTo>
                      <a:pt x="1770" y="180"/>
                    </a:lnTo>
                    <a:lnTo>
                      <a:pt x="1770" y="180"/>
                    </a:lnTo>
                    <a:lnTo>
                      <a:pt x="1776" y="180"/>
                    </a:lnTo>
                    <a:lnTo>
                      <a:pt x="1776" y="180"/>
                    </a:lnTo>
                    <a:lnTo>
                      <a:pt x="1782" y="180"/>
                    </a:lnTo>
                    <a:lnTo>
                      <a:pt x="1776" y="180"/>
                    </a:lnTo>
                    <a:lnTo>
                      <a:pt x="1770" y="180"/>
                    </a:lnTo>
                    <a:lnTo>
                      <a:pt x="1770" y="180"/>
                    </a:lnTo>
                    <a:lnTo>
                      <a:pt x="1770" y="182"/>
                    </a:lnTo>
                    <a:lnTo>
                      <a:pt x="1770" y="188"/>
                    </a:lnTo>
                    <a:lnTo>
                      <a:pt x="1770" y="188"/>
                    </a:lnTo>
                    <a:lnTo>
                      <a:pt x="1770" y="188"/>
                    </a:lnTo>
                    <a:lnTo>
                      <a:pt x="1770" y="188"/>
                    </a:lnTo>
                    <a:lnTo>
                      <a:pt x="1764" y="188"/>
                    </a:lnTo>
                    <a:lnTo>
                      <a:pt x="1758" y="188"/>
                    </a:lnTo>
                    <a:lnTo>
                      <a:pt x="1758" y="194"/>
                    </a:lnTo>
                    <a:lnTo>
                      <a:pt x="1758" y="194"/>
                    </a:lnTo>
                    <a:lnTo>
                      <a:pt x="1758" y="188"/>
                    </a:lnTo>
                    <a:lnTo>
                      <a:pt x="1754" y="188"/>
                    </a:lnTo>
                    <a:lnTo>
                      <a:pt x="1748" y="188"/>
                    </a:lnTo>
                    <a:lnTo>
                      <a:pt x="1748" y="188"/>
                    </a:lnTo>
                    <a:lnTo>
                      <a:pt x="1742" y="188"/>
                    </a:lnTo>
                    <a:lnTo>
                      <a:pt x="1742" y="188"/>
                    </a:lnTo>
                    <a:lnTo>
                      <a:pt x="1736" y="188"/>
                    </a:lnTo>
                    <a:lnTo>
                      <a:pt x="1736" y="182"/>
                    </a:lnTo>
                    <a:lnTo>
                      <a:pt x="1736" y="180"/>
                    </a:lnTo>
                    <a:lnTo>
                      <a:pt x="1742" y="180"/>
                    </a:lnTo>
                    <a:lnTo>
                      <a:pt x="1748" y="180"/>
                    </a:lnTo>
                    <a:lnTo>
                      <a:pt x="1742" y="180"/>
                    </a:lnTo>
                    <a:lnTo>
                      <a:pt x="1742" y="174"/>
                    </a:lnTo>
                    <a:lnTo>
                      <a:pt x="1736" y="174"/>
                    </a:lnTo>
                    <a:lnTo>
                      <a:pt x="1736" y="180"/>
                    </a:lnTo>
                    <a:lnTo>
                      <a:pt x="1732" y="180"/>
                    </a:lnTo>
                    <a:lnTo>
                      <a:pt x="1732" y="180"/>
                    </a:lnTo>
                    <a:lnTo>
                      <a:pt x="1732" y="180"/>
                    </a:lnTo>
                    <a:lnTo>
                      <a:pt x="1732" y="182"/>
                    </a:lnTo>
                    <a:lnTo>
                      <a:pt x="1732" y="182"/>
                    </a:lnTo>
                    <a:lnTo>
                      <a:pt x="1732" y="188"/>
                    </a:lnTo>
                    <a:lnTo>
                      <a:pt x="1736" y="188"/>
                    </a:lnTo>
                    <a:lnTo>
                      <a:pt x="1742" y="188"/>
                    </a:lnTo>
                    <a:lnTo>
                      <a:pt x="1748" y="188"/>
                    </a:lnTo>
                    <a:lnTo>
                      <a:pt x="1748" y="194"/>
                    </a:lnTo>
                    <a:lnTo>
                      <a:pt x="1754" y="194"/>
                    </a:lnTo>
                    <a:lnTo>
                      <a:pt x="1748" y="200"/>
                    </a:lnTo>
                    <a:lnTo>
                      <a:pt x="1748" y="194"/>
                    </a:lnTo>
                    <a:lnTo>
                      <a:pt x="1748" y="194"/>
                    </a:lnTo>
                    <a:lnTo>
                      <a:pt x="1748" y="200"/>
                    </a:lnTo>
                    <a:lnTo>
                      <a:pt x="1742" y="200"/>
                    </a:lnTo>
                    <a:lnTo>
                      <a:pt x="1742" y="194"/>
                    </a:lnTo>
                    <a:lnTo>
                      <a:pt x="1736" y="194"/>
                    </a:lnTo>
                    <a:lnTo>
                      <a:pt x="1736" y="200"/>
                    </a:lnTo>
                    <a:lnTo>
                      <a:pt x="1742" y="200"/>
                    </a:lnTo>
                    <a:lnTo>
                      <a:pt x="1736" y="200"/>
                    </a:lnTo>
                    <a:lnTo>
                      <a:pt x="1736" y="200"/>
                    </a:lnTo>
                    <a:lnTo>
                      <a:pt x="1736" y="200"/>
                    </a:lnTo>
                    <a:lnTo>
                      <a:pt x="1736" y="200"/>
                    </a:lnTo>
                    <a:close/>
                    <a:moveTo>
                      <a:pt x="1878" y="168"/>
                    </a:moveTo>
                    <a:lnTo>
                      <a:pt x="1878" y="162"/>
                    </a:lnTo>
                    <a:lnTo>
                      <a:pt x="1884" y="162"/>
                    </a:lnTo>
                    <a:lnTo>
                      <a:pt x="1884" y="168"/>
                    </a:lnTo>
                    <a:lnTo>
                      <a:pt x="1878" y="168"/>
                    </a:lnTo>
                    <a:lnTo>
                      <a:pt x="1878" y="168"/>
                    </a:lnTo>
                    <a:lnTo>
                      <a:pt x="1878" y="168"/>
                    </a:lnTo>
                    <a:lnTo>
                      <a:pt x="1878" y="168"/>
                    </a:lnTo>
                    <a:close/>
                    <a:moveTo>
                      <a:pt x="1716" y="168"/>
                    </a:moveTo>
                    <a:lnTo>
                      <a:pt x="1716" y="162"/>
                    </a:lnTo>
                    <a:lnTo>
                      <a:pt x="1716" y="168"/>
                    </a:lnTo>
                    <a:lnTo>
                      <a:pt x="1716" y="168"/>
                    </a:lnTo>
                    <a:lnTo>
                      <a:pt x="1716" y="168"/>
                    </a:lnTo>
                    <a:lnTo>
                      <a:pt x="1716" y="168"/>
                    </a:lnTo>
                    <a:close/>
                    <a:moveTo>
                      <a:pt x="1098" y="168"/>
                    </a:moveTo>
                    <a:lnTo>
                      <a:pt x="1092" y="168"/>
                    </a:lnTo>
                    <a:lnTo>
                      <a:pt x="1092" y="168"/>
                    </a:lnTo>
                    <a:lnTo>
                      <a:pt x="1088" y="168"/>
                    </a:lnTo>
                    <a:lnTo>
                      <a:pt x="1088" y="168"/>
                    </a:lnTo>
                    <a:lnTo>
                      <a:pt x="1098" y="168"/>
                    </a:lnTo>
                    <a:lnTo>
                      <a:pt x="1098" y="168"/>
                    </a:lnTo>
                    <a:lnTo>
                      <a:pt x="1098" y="168"/>
                    </a:lnTo>
                    <a:lnTo>
                      <a:pt x="1098" y="168"/>
                    </a:lnTo>
                    <a:close/>
                    <a:moveTo>
                      <a:pt x="898" y="168"/>
                    </a:moveTo>
                    <a:lnTo>
                      <a:pt x="892" y="168"/>
                    </a:lnTo>
                    <a:lnTo>
                      <a:pt x="886" y="168"/>
                    </a:lnTo>
                    <a:lnTo>
                      <a:pt x="880" y="168"/>
                    </a:lnTo>
                    <a:lnTo>
                      <a:pt x="886" y="168"/>
                    </a:lnTo>
                    <a:lnTo>
                      <a:pt x="886" y="168"/>
                    </a:lnTo>
                    <a:lnTo>
                      <a:pt x="892" y="168"/>
                    </a:lnTo>
                    <a:lnTo>
                      <a:pt x="892" y="168"/>
                    </a:lnTo>
                    <a:lnTo>
                      <a:pt x="898" y="168"/>
                    </a:lnTo>
                    <a:lnTo>
                      <a:pt x="898" y="168"/>
                    </a:lnTo>
                    <a:lnTo>
                      <a:pt x="898" y="168"/>
                    </a:lnTo>
                    <a:lnTo>
                      <a:pt x="898" y="168"/>
                    </a:lnTo>
                    <a:lnTo>
                      <a:pt x="898" y="168"/>
                    </a:lnTo>
                    <a:lnTo>
                      <a:pt x="898" y="168"/>
                    </a:lnTo>
                    <a:close/>
                    <a:moveTo>
                      <a:pt x="876" y="168"/>
                    </a:moveTo>
                    <a:lnTo>
                      <a:pt x="880" y="168"/>
                    </a:lnTo>
                    <a:lnTo>
                      <a:pt x="880" y="168"/>
                    </a:lnTo>
                    <a:lnTo>
                      <a:pt x="880" y="168"/>
                    </a:lnTo>
                    <a:lnTo>
                      <a:pt x="876" y="168"/>
                    </a:lnTo>
                    <a:lnTo>
                      <a:pt x="872" y="168"/>
                    </a:lnTo>
                    <a:lnTo>
                      <a:pt x="876" y="168"/>
                    </a:lnTo>
                    <a:lnTo>
                      <a:pt x="876" y="168"/>
                    </a:lnTo>
                    <a:lnTo>
                      <a:pt x="876" y="168"/>
                    </a:lnTo>
                    <a:lnTo>
                      <a:pt x="876" y="168"/>
                    </a:lnTo>
                    <a:close/>
                    <a:moveTo>
                      <a:pt x="1640" y="182"/>
                    </a:moveTo>
                    <a:lnTo>
                      <a:pt x="1640" y="180"/>
                    </a:lnTo>
                    <a:lnTo>
                      <a:pt x="1640" y="180"/>
                    </a:lnTo>
                    <a:lnTo>
                      <a:pt x="1640" y="180"/>
                    </a:lnTo>
                    <a:lnTo>
                      <a:pt x="1640" y="180"/>
                    </a:lnTo>
                    <a:lnTo>
                      <a:pt x="1640" y="174"/>
                    </a:lnTo>
                    <a:lnTo>
                      <a:pt x="1640" y="168"/>
                    </a:lnTo>
                    <a:lnTo>
                      <a:pt x="1640" y="174"/>
                    </a:lnTo>
                    <a:lnTo>
                      <a:pt x="1644" y="180"/>
                    </a:lnTo>
                    <a:lnTo>
                      <a:pt x="1650" y="180"/>
                    </a:lnTo>
                    <a:lnTo>
                      <a:pt x="1644" y="180"/>
                    </a:lnTo>
                    <a:lnTo>
                      <a:pt x="1644" y="182"/>
                    </a:lnTo>
                    <a:lnTo>
                      <a:pt x="1640" y="182"/>
                    </a:lnTo>
                    <a:lnTo>
                      <a:pt x="1640" y="182"/>
                    </a:lnTo>
                    <a:lnTo>
                      <a:pt x="1640" y="182"/>
                    </a:lnTo>
                    <a:lnTo>
                      <a:pt x="1640" y="182"/>
                    </a:lnTo>
                    <a:lnTo>
                      <a:pt x="1640" y="182"/>
                    </a:lnTo>
                    <a:close/>
                    <a:moveTo>
                      <a:pt x="1790" y="180"/>
                    </a:moveTo>
                    <a:lnTo>
                      <a:pt x="1790" y="180"/>
                    </a:lnTo>
                    <a:lnTo>
                      <a:pt x="1796" y="180"/>
                    </a:lnTo>
                    <a:lnTo>
                      <a:pt x="1790" y="182"/>
                    </a:lnTo>
                    <a:lnTo>
                      <a:pt x="1796" y="182"/>
                    </a:lnTo>
                    <a:lnTo>
                      <a:pt x="1802" y="182"/>
                    </a:lnTo>
                    <a:lnTo>
                      <a:pt x="1802" y="182"/>
                    </a:lnTo>
                    <a:lnTo>
                      <a:pt x="1802" y="182"/>
                    </a:lnTo>
                    <a:lnTo>
                      <a:pt x="1802" y="182"/>
                    </a:lnTo>
                    <a:lnTo>
                      <a:pt x="1808" y="182"/>
                    </a:lnTo>
                    <a:lnTo>
                      <a:pt x="1808" y="180"/>
                    </a:lnTo>
                    <a:lnTo>
                      <a:pt x="1808" y="182"/>
                    </a:lnTo>
                    <a:lnTo>
                      <a:pt x="1814" y="182"/>
                    </a:lnTo>
                    <a:lnTo>
                      <a:pt x="1814" y="182"/>
                    </a:lnTo>
                    <a:lnTo>
                      <a:pt x="1818" y="182"/>
                    </a:lnTo>
                    <a:lnTo>
                      <a:pt x="1824" y="182"/>
                    </a:lnTo>
                    <a:lnTo>
                      <a:pt x="1818" y="182"/>
                    </a:lnTo>
                    <a:lnTo>
                      <a:pt x="1818" y="188"/>
                    </a:lnTo>
                    <a:lnTo>
                      <a:pt x="1824" y="188"/>
                    </a:lnTo>
                    <a:lnTo>
                      <a:pt x="1830" y="188"/>
                    </a:lnTo>
                    <a:lnTo>
                      <a:pt x="1830" y="188"/>
                    </a:lnTo>
                    <a:lnTo>
                      <a:pt x="1836" y="188"/>
                    </a:lnTo>
                    <a:lnTo>
                      <a:pt x="1842" y="188"/>
                    </a:lnTo>
                    <a:lnTo>
                      <a:pt x="1842" y="188"/>
                    </a:lnTo>
                    <a:lnTo>
                      <a:pt x="1844" y="188"/>
                    </a:lnTo>
                    <a:lnTo>
                      <a:pt x="1850" y="188"/>
                    </a:lnTo>
                    <a:lnTo>
                      <a:pt x="1850" y="188"/>
                    </a:lnTo>
                    <a:lnTo>
                      <a:pt x="1856" y="188"/>
                    </a:lnTo>
                    <a:lnTo>
                      <a:pt x="1850" y="188"/>
                    </a:lnTo>
                    <a:lnTo>
                      <a:pt x="1850" y="194"/>
                    </a:lnTo>
                    <a:lnTo>
                      <a:pt x="1850" y="200"/>
                    </a:lnTo>
                    <a:lnTo>
                      <a:pt x="1850" y="200"/>
                    </a:lnTo>
                    <a:lnTo>
                      <a:pt x="1844" y="200"/>
                    </a:lnTo>
                    <a:lnTo>
                      <a:pt x="1842" y="200"/>
                    </a:lnTo>
                    <a:lnTo>
                      <a:pt x="1842" y="200"/>
                    </a:lnTo>
                    <a:lnTo>
                      <a:pt x="1836" y="200"/>
                    </a:lnTo>
                    <a:lnTo>
                      <a:pt x="1830" y="200"/>
                    </a:lnTo>
                    <a:lnTo>
                      <a:pt x="1830" y="200"/>
                    </a:lnTo>
                    <a:lnTo>
                      <a:pt x="1824" y="200"/>
                    </a:lnTo>
                    <a:lnTo>
                      <a:pt x="1818" y="200"/>
                    </a:lnTo>
                    <a:lnTo>
                      <a:pt x="1814" y="200"/>
                    </a:lnTo>
                    <a:lnTo>
                      <a:pt x="1814" y="200"/>
                    </a:lnTo>
                    <a:lnTo>
                      <a:pt x="1814" y="194"/>
                    </a:lnTo>
                    <a:lnTo>
                      <a:pt x="1808" y="194"/>
                    </a:lnTo>
                    <a:lnTo>
                      <a:pt x="1802" y="194"/>
                    </a:lnTo>
                    <a:lnTo>
                      <a:pt x="1802" y="194"/>
                    </a:lnTo>
                    <a:lnTo>
                      <a:pt x="1802" y="188"/>
                    </a:lnTo>
                    <a:lnTo>
                      <a:pt x="1796" y="188"/>
                    </a:lnTo>
                    <a:lnTo>
                      <a:pt x="1790" y="188"/>
                    </a:lnTo>
                    <a:lnTo>
                      <a:pt x="1790" y="188"/>
                    </a:lnTo>
                    <a:lnTo>
                      <a:pt x="1790" y="188"/>
                    </a:lnTo>
                    <a:lnTo>
                      <a:pt x="1786" y="188"/>
                    </a:lnTo>
                    <a:lnTo>
                      <a:pt x="1790" y="188"/>
                    </a:lnTo>
                    <a:lnTo>
                      <a:pt x="1790" y="182"/>
                    </a:lnTo>
                    <a:lnTo>
                      <a:pt x="1790" y="180"/>
                    </a:lnTo>
                    <a:lnTo>
                      <a:pt x="1790" y="180"/>
                    </a:lnTo>
                    <a:lnTo>
                      <a:pt x="1790" y="180"/>
                    </a:lnTo>
                    <a:lnTo>
                      <a:pt x="1790" y="180"/>
                    </a:lnTo>
                    <a:lnTo>
                      <a:pt x="1790" y="180"/>
                    </a:lnTo>
                    <a:close/>
                    <a:moveTo>
                      <a:pt x="880" y="180"/>
                    </a:moveTo>
                    <a:lnTo>
                      <a:pt x="880" y="180"/>
                    </a:lnTo>
                    <a:lnTo>
                      <a:pt x="880" y="182"/>
                    </a:lnTo>
                    <a:lnTo>
                      <a:pt x="880" y="182"/>
                    </a:lnTo>
                    <a:lnTo>
                      <a:pt x="880" y="182"/>
                    </a:lnTo>
                    <a:lnTo>
                      <a:pt x="880" y="188"/>
                    </a:lnTo>
                    <a:lnTo>
                      <a:pt x="880" y="182"/>
                    </a:lnTo>
                    <a:lnTo>
                      <a:pt x="876" y="182"/>
                    </a:lnTo>
                    <a:lnTo>
                      <a:pt x="876" y="188"/>
                    </a:lnTo>
                    <a:lnTo>
                      <a:pt x="872" y="182"/>
                    </a:lnTo>
                    <a:lnTo>
                      <a:pt x="876" y="182"/>
                    </a:lnTo>
                    <a:lnTo>
                      <a:pt x="876" y="180"/>
                    </a:lnTo>
                    <a:lnTo>
                      <a:pt x="876" y="182"/>
                    </a:lnTo>
                    <a:lnTo>
                      <a:pt x="880" y="182"/>
                    </a:lnTo>
                    <a:lnTo>
                      <a:pt x="880" y="180"/>
                    </a:lnTo>
                    <a:lnTo>
                      <a:pt x="880" y="180"/>
                    </a:lnTo>
                    <a:lnTo>
                      <a:pt x="880" y="180"/>
                    </a:lnTo>
                    <a:lnTo>
                      <a:pt x="880" y="180"/>
                    </a:lnTo>
                    <a:lnTo>
                      <a:pt x="880" y="180"/>
                    </a:lnTo>
                    <a:close/>
                    <a:moveTo>
                      <a:pt x="952" y="194"/>
                    </a:moveTo>
                    <a:lnTo>
                      <a:pt x="958" y="194"/>
                    </a:lnTo>
                    <a:lnTo>
                      <a:pt x="952" y="194"/>
                    </a:lnTo>
                    <a:lnTo>
                      <a:pt x="952" y="200"/>
                    </a:lnTo>
                    <a:lnTo>
                      <a:pt x="952" y="194"/>
                    </a:lnTo>
                    <a:lnTo>
                      <a:pt x="946" y="194"/>
                    </a:lnTo>
                    <a:lnTo>
                      <a:pt x="946" y="200"/>
                    </a:lnTo>
                    <a:lnTo>
                      <a:pt x="952" y="200"/>
                    </a:lnTo>
                    <a:lnTo>
                      <a:pt x="946" y="200"/>
                    </a:lnTo>
                    <a:lnTo>
                      <a:pt x="946" y="200"/>
                    </a:lnTo>
                    <a:lnTo>
                      <a:pt x="940" y="200"/>
                    </a:lnTo>
                    <a:lnTo>
                      <a:pt x="940" y="194"/>
                    </a:lnTo>
                    <a:lnTo>
                      <a:pt x="946" y="194"/>
                    </a:lnTo>
                    <a:lnTo>
                      <a:pt x="946" y="200"/>
                    </a:lnTo>
                    <a:lnTo>
                      <a:pt x="946" y="194"/>
                    </a:lnTo>
                    <a:lnTo>
                      <a:pt x="946" y="194"/>
                    </a:lnTo>
                    <a:lnTo>
                      <a:pt x="946" y="194"/>
                    </a:lnTo>
                    <a:lnTo>
                      <a:pt x="952" y="194"/>
                    </a:lnTo>
                    <a:lnTo>
                      <a:pt x="952" y="194"/>
                    </a:lnTo>
                    <a:lnTo>
                      <a:pt x="952" y="194"/>
                    </a:lnTo>
                    <a:lnTo>
                      <a:pt x="952" y="194"/>
                    </a:lnTo>
                    <a:close/>
                    <a:moveTo>
                      <a:pt x="930" y="200"/>
                    </a:moveTo>
                    <a:lnTo>
                      <a:pt x="930" y="200"/>
                    </a:lnTo>
                    <a:lnTo>
                      <a:pt x="930" y="200"/>
                    </a:lnTo>
                    <a:lnTo>
                      <a:pt x="930" y="200"/>
                    </a:lnTo>
                    <a:lnTo>
                      <a:pt x="926" y="200"/>
                    </a:lnTo>
                    <a:lnTo>
                      <a:pt x="926" y="200"/>
                    </a:lnTo>
                    <a:lnTo>
                      <a:pt x="930" y="200"/>
                    </a:lnTo>
                    <a:lnTo>
                      <a:pt x="930" y="200"/>
                    </a:lnTo>
                    <a:lnTo>
                      <a:pt x="930" y="200"/>
                    </a:lnTo>
                    <a:lnTo>
                      <a:pt x="930" y="200"/>
                    </a:lnTo>
                    <a:close/>
                    <a:moveTo>
                      <a:pt x="838" y="206"/>
                    </a:moveTo>
                    <a:lnTo>
                      <a:pt x="844" y="206"/>
                    </a:lnTo>
                    <a:lnTo>
                      <a:pt x="844" y="200"/>
                    </a:lnTo>
                    <a:lnTo>
                      <a:pt x="844" y="206"/>
                    </a:lnTo>
                    <a:lnTo>
                      <a:pt x="850" y="206"/>
                    </a:lnTo>
                    <a:lnTo>
                      <a:pt x="844" y="206"/>
                    </a:lnTo>
                    <a:lnTo>
                      <a:pt x="838" y="206"/>
                    </a:lnTo>
                    <a:lnTo>
                      <a:pt x="838" y="206"/>
                    </a:lnTo>
                    <a:lnTo>
                      <a:pt x="838" y="206"/>
                    </a:lnTo>
                    <a:lnTo>
                      <a:pt x="838" y="206"/>
                    </a:lnTo>
                    <a:close/>
                    <a:moveTo>
                      <a:pt x="930" y="206"/>
                    </a:moveTo>
                    <a:lnTo>
                      <a:pt x="930" y="210"/>
                    </a:lnTo>
                    <a:lnTo>
                      <a:pt x="926" y="210"/>
                    </a:lnTo>
                    <a:lnTo>
                      <a:pt x="926" y="206"/>
                    </a:lnTo>
                    <a:lnTo>
                      <a:pt x="930" y="206"/>
                    </a:lnTo>
                    <a:lnTo>
                      <a:pt x="930" y="206"/>
                    </a:lnTo>
                    <a:lnTo>
                      <a:pt x="930" y="206"/>
                    </a:lnTo>
                    <a:lnTo>
                      <a:pt x="930" y="206"/>
                    </a:lnTo>
                    <a:lnTo>
                      <a:pt x="930" y="206"/>
                    </a:lnTo>
                    <a:close/>
                    <a:moveTo>
                      <a:pt x="1314" y="216"/>
                    </a:moveTo>
                    <a:lnTo>
                      <a:pt x="1314" y="216"/>
                    </a:lnTo>
                    <a:lnTo>
                      <a:pt x="1308" y="216"/>
                    </a:lnTo>
                    <a:lnTo>
                      <a:pt x="1304" y="216"/>
                    </a:lnTo>
                    <a:lnTo>
                      <a:pt x="1304" y="216"/>
                    </a:lnTo>
                    <a:lnTo>
                      <a:pt x="1304" y="216"/>
                    </a:lnTo>
                    <a:lnTo>
                      <a:pt x="1300" y="216"/>
                    </a:lnTo>
                    <a:lnTo>
                      <a:pt x="1300" y="210"/>
                    </a:lnTo>
                    <a:lnTo>
                      <a:pt x="1304" y="210"/>
                    </a:lnTo>
                    <a:lnTo>
                      <a:pt x="1304" y="210"/>
                    </a:lnTo>
                    <a:lnTo>
                      <a:pt x="1304" y="206"/>
                    </a:lnTo>
                    <a:lnTo>
                      <a:pt x="1308" y="206"/>
                    </a:lnTo>
                    <a:lnTo>
                      <a:pt x="1314" y="206"/>
                    </a:lnTo>
                    <a:lnTo>
                      <a:pt x="1320" y="206"/>
                    </a:lnTo>
                    <a:lnTo>
                      <a:pt x="1326" y="206"/>
                    </a:lnTo>
                    <a:lnTo>
                      <a:pt x="1326" y="210"/>
                    </a:lnTo>
                    <a:lnTo>
                      <a:pt x="1326" y="216"/>
                    </a:lnTo>
                    <a:lnTo>
                      <a:pt x="1320" y="216"/>
                    </a:lnTo>
                    <a:lnTo>
                      <a:pt x="1320" y="216"/>
                    </a:lnTo>
                    <a:lnTo>
                      <a:pt x="1314" y="216"/>
                    </a:lnTo>
                    <a:lnTo>
                      <a:pt x="1314" y="216"/>
                    </a:lnTo>
                    <a:lnTo>
                      <a:pt x="1314" y="216"/>
                    </a:lnTo>
                    <a:lnTo>
                      <a:pt x="1314" y="216"/>
                    </a:lnTo>
                    <a:close/>
                    <a:moveTo>
                      <a:pt x="920" y="206"/>
                    </a:moveTo>
                    <a:lnTo>
                      <a:pt x="920" y="206"/>
                    </a:lnTo>
                    <a:lnTo>
                      <a:pt x="920" y="210"/>
                    </a:lnTo>
                    <a:lnTo>
                      <a:pt x="920" y="210"/>
                    </a:lnTo>
                    <a:lnTo>
                      <a:pt x="920" y="210"/>
                    </a:lnTo>
                    <a:lnTo>
                      <a:pt x="920" y="210"/>
                    </a:lnTo>
                    <a:lnTo>
                      <a:pt x="914" y="210"/>
                    </a:lnTo>
                    <a:lnTo>
                      <a:pt x="920" y="210"/>
                    </a:lnTo>
                    <a:lnTo>
                      <a:pt x="920" y="206"/>
                    </a:lnTo>
                    <a:lnTo>
                      <a:pt x="920" y="206"/>
                    </a:lnTo>
                    <a:lnTo>
                      <a:pt x="920" y="206"/>
                    </a:lnTo>
                    <a:lnTo>
                      <a:pt x="920" y="206"/>
                    </a:lnTo>
                    <a:close/>
                    <a:moveTo>
                      <a:pt x="1362" y="216"/>
                    </a:moveTo>
                    <a:lnTo>
                      <a:pt x="1362" y="210"/>
                    </a:lnTo>
                    <a:lnTo>
                      <a:pt x="1362" y="210"/>
                    </a:lnTo>
                    <a:lnTo>
                      <a:pt x="1362" y="216"/>
                    </a:lnTo>
                    <a:lnTo>
                      <a:pt x="1362" y="216"/>
                    </a:lnTo>
                    <a:lnTo>
                      <a:pt x="1362" y="216"/>
                    </a:lnTo>
                    <a:lnTo>
                      <a:pt x="1362" y="216"/>
                    </a:lnTo>
                    <a:lnTo>
                      <a:pt x="1362" y="216"/>
                    </a:lnTo>
                    <a:close/>
                    <a:moveTo>
                      <a:pt x="1710" y="228"/>
                    </a:moveTo>
                    <a:lnTo>
                      <a:pt x="1710" y="222"/>
                    </a:lnTo>
                    <a:lnTo>
                      <a:pt x="1704" y="222"/>
                    </a:lnTo>
                    <a:lnTo>
                      <a:pt x="1704" y="216"/>
                    </a:lnTo>
                    <a:lnTo>
                      <a:pt x="1704" y="216"/>
                    </a:lnTo>
                    <a:lnTo>
                      <a:pt x="1710" y="216"/>
                    </a:lnTo>
                    <a:lnTo>
                      <a:pt x="1710" y="216"/>
                    </a:lnTo>
                    <a:lnTo>
                      <a:pt x="1716" y="216"/>
                    </a:lnTo>
                    <a:lnTo>
                      <a:pt x="1722" y="216"/>
                    </a:lnTo>
                    <a:lnTo>
                      <a:pt x="1716" y="216"/>
                    </a:lnTo>
                    <a:lnTo>
                      <a:pt x="1716" y="222"/>
                    </a:lnTo>
                    <a:lnTo>
                      <a:pt x="1710" y="222"/>
                    </a:lnTo>
                    <a:lnTo>
                      <a:pt x="1710" y="222"/>
                    </a:lnTo>
                    <a:lnTo>
                      <a:pt x="1710" y="228"/>
                    </a:lnTo>
                    <a:lnTo>
                      <a:pt x="1710" y="228"/>
                    </a:lnTo>
                    <a:lnTo>
                      <a:pt x="1710" y="228"/>
                    </a:lnTo>
                    <a:lnTo>
                      <a:pt x="1710" y="228"/>
                    </a:lnTo>
                    <a:close/>
                    <a:moveTo>
                      <a:pt x="1640" y="216"/>
                    </a:moveTo>
                    <a:lnTo>
                      <a:pt x="1640" y="216"/>
                    </a:lnTo>
                    <a:lnTo>
                      <a:pt x="1644" y="216"/>
                    </a:lnTo>
                    <a:lnTo>
                      <a:pt x="1650" y="222"/>
                    </a:lnTo>
                    <a:lnTo>
                      <a:pt x="1650" y="228"/>
                    </a:lnTo>
                    <a:lnTo>
                      <a:pt x="1644" y="228"/>
                    </a:lnTo>
                    <a:lnTo>
                      <a:pt x="1644" y="222"/>
                    </a:lnTo>
                    <a:lnTo>
                      <a:pt x="1640" y="222"/>
                    </a:lnTo>
                    <a:lnTo>
                      <a:pt x="1640" y="216"/>
                    </a:lnTo>
                    <a:lnTo>
                      <a:pt x="1640" y="216"/>
                    </a:lnTo>
                    <a:lnTo>
                      <a:pt x="1640" y="216"/>
                    </a:lnTo>
                    <a:lnTo>
                      <a:pt x="1640" y="216"/>
                    </a:lnTo>
                    <a:lnTo>
                      <a:pt x="1640" y="216"/>
                    </a:lnTo>
                    <a:lnTo>
                      <a:pt x="1640" y="216"/>
                    </a:lnTo>
                    <a:close/>
                    <a:moveTo>
                      <a:pt x="886" y="216"/>
                    </a:moveTo>
                    <a:lnTo>
                      <a:pt x="892" y="216"/>
                    </a:lnTo>
                    <a:lnTo>
                      <a:pt x="892" y="222"/>
                    </a:lnTo>
                    <a:lnTo>
                      <a:pt x="886" y="222"/>
                    </a:lnTo>
                    <a:lnTo>
                      <a:pt x="886" y="216"/>
                    </a:lnTo>
                    <a:lnTo>
                      <a:pt x="880" y="216"/>
                    </a:lnTo>
                    <a:lnTo>
                      <a:pt x="886" y="216"/>
                    </a:lnTo>
                    <a:lnTo>
                      <a:pt x="886" y="216"/>
                    </a:lnTo>
                    <a:lnTo>
                      <a:pt x="886" y="216"/>
                    </a:lnTo>
                    <a:lnTo>
                      <a:pt x="886" y="216"/>
                    </a:lnTo>
                    <a:close/>
                    <a:moveTo>
                      <a:pt x="892" y="216"/>
                    </a:moveTo>
                    <a:lnTo>
                      <a:pt x="898" y="216"/>
                    </a:lnTo>
                    <a:lnTo>
                      <a:pt x="898" y="216"/>
                    </a:lnTo>
                    <a:lnTo>
                      <a:pt x="904" y="216"/>
                    </a:lnTo>
                    <a:lnTo>
                      <a:pt x="898" y="216"/>
                    </a:lnTo>
                    <a:lnTo>
                      <a:pt x="898" y="222"/>
                    </a:lnTo>
                    <a:lnTo>
                      <a:pt x="904" y="222"/>
                    </a:lnTo>
                    <a:lnTo>
                      <a:pt x="898" y="222"/>
                    </a:lnTo>
                    <a:lnTo>
                      <a:pt x="898" y="216"/>
                    </a:lnTo>
                    <a:lnTo>
                      <a:pt x="898" y="216"/>
                    </a:lnTo>
                    <a:lnTo>
                      <a:pt x="892" y="216"/>
                    </a:lnTo>
                    <a:lnTo>
                      <a:pt x="892" y="216"/>
                    </a:lnTo>
                    <a:lnTo>
                      <a:pt x="892" y="216"/>
                    </a:lnTo>
                    <a:lnTo>
                      <a:pt x="892" y="216"/>
                    </a:lnTo>
                    <a:close/>
                    <a:moveTo>
                      <a:pt x="908" y="222"/>
                    </a:moveTo>
                    <a:lnTo>
                      <a:pt x="914" y="222"/>
                    </a:lnTo>
                    <a:lnTo>
                      <a:pt x="908" y="222"/>
                    </a:lnTo>
                    <a:lnTo>
                      <a:pt x="908" y="222"/>
                    </a:lnTo>
                    <a:lnTo>
                      <a:pt x="908" y="222"/>
                    </a:lnTo>
                    <a:lnTo>
                      <a:pt x="908" y="222"/>
                    </a:lnTo>
                    <a:lnTo>
                      <a:pt x="908" y="222"/>
                    </a:lnTo>
                    <a:lnTo>
                      <a:pt x="908" y="222"/>
                    </a:lnTo>
                    <a:close/>
                    <a:moveTo>
                      <a:pt x="1482" y="228"/>
                    </a:moveTo>
                    <a:lnTo>
                      <a:pt x="1482" y="222"/>
                    </a:lnTo>
                    <a:lnTo>
                      <a:pt x="1482" y="222"/>
                    </a:lnTo>
                    <a:lnTo>
                      <a:pt x="1482" y="222"/>
                    </a:lnTo>
                    <a:lnTo>
                      <a:pt x="1482" y="228"/>
                    </a:lnTo>
                    <a:lnTo>
                      <a:pt x="1482" y="228"/>
                    </a:lnTo>
                    <a:lnTo>
                      <a:pt x="1482" y="228"/>
                    </a:lnTo>
                    <a:lnTo>
                      <a:pt x="1482" y="228"/>
                    </a:lnTo>
                    <a:lnTo>
                      <a:pt x="1482" y="228"/>
                    </a:lnTo>
                    <a:lnTo>
                      <a:pt x="1482" y="228"/>
                    </a:lnTo>
                    <a:close/>
                    <a:moveTo>
                      <a:pt x="1722" y="228"/>
                    </a:moveTo>
                    <a:lnTo>
                      <a:pt x="1722" y="228"/>
                    </a:lnTo>
                    <a:lnTo>
                      <a:pt x="1728" y="228"/>
                    </a:lnTo>
                    <a:lnTo>
                      <a:pt x="1732" y="228"/>
                    </a:lnTo>
                    <a:lnTo>
                      <a:pt x="1732" y="228"/>
                    </a:lnTo>
                    <a:lnTo>
                      <a:pt x="1736" y="228"/>
                    </a:lnTo>
                    <a:lnTo>
                      <a:pt x="1742" y="228"/>
                    </a:lnTo>
                    <a:lnTo>
                      <a:pt x="1748" y="228"/>
                    </a:lnTo>
                    <a:lnTo>
                      <a:pt x="1748" y="234"/>
                    </a:lnTo>
                    <a:lnTo>
                      <a:pt x="1748" y="234"/>
                    </a:lnTo>
                    <a:lnTo>
                      <a:pt x="1748" y="238"/>
                    </a:lnTo>
                    <a:lnTo>
                      <a:pt x="1754" y="238"/>
                    </a:lnTo>
                    <a:lnTo>
                      <a:pt x="1748" y="238"/>
                    </a:lnTo>
                    <a:lnTo>
                      <a:pt x="1748" y="238"/>
                    </a:lnTo>
                    <a:lnTo>
                      <a:pt x="1754" y="238"/>
                    </a:lnTo>
                    <a:lnTo>
                      <a:pt x="1748" y="242"/>
                    </a:lnTo>
                    <a:lnTo>
                      <a:pt x="1748" y="242"/>
                    </a:lnTo>
                    <a:lnTo>
                      <a:pt x="1742" y="238"/>
                    </a:lnTo>
                    <a:lnTo>
                      <a:pt x="1736" y="238"/>
                    </a:lnTo>
                    <a:lnTo>
                      <a:pt x="1732" y="238"/>
                    </a:lnTo>
                    <a:lnTo>
                      <a:pt x="1732" y="238"/>
                    </a:lnTo>
                    <a:lnTo>
                      <a:pt x="1728" y="238"/>
                    </a:lnTo>
                    <a:lnTo>
                      <a:pt x="1722" y="238"/>
                    </a:lnTo>
                    <a:lnTo>
                      <a:pt x="1722" y="238"/>
                    </a:lnTo>
                    <a:lnTo>
                      <a:pt x="1716" y="238"/>
                    </a:lnTo>
                    <a:lnTo>
                      <a:pt x="1710" y="238"/>
                    </a:lnTo>
                    <a:lnTo>
                      <a:pt x="1710" y="238"/>
                    </a:lnTo>
                    <a:lnTo>
                      <a:pt x="1704" y="238"/>
                    </a:lnTo>
                    <a:lnTo>
                      <a:pt x="1700" y="238"/>
                    </a:lnTo>
                    <a:lnTo>
                      <a:pt x="1700" y="238"/>
                    </a:lnTo>
                    <a:lnTo>
                      <a:pt x="1700" y="238"/>
                    </a:lnTo>
                    <a:lnTo>
                      <a:pt x="1704" y="238"/>
                    </a:lnTo>
                    <a:lnTo>
                      <a:pt x="1710" y="238"/>
                    </a:lnTo>
                    <a:lnTo>
                      <a:pt x="1710" y="234"/>
                    </a:lnTo>
                    <a:lnTo>
                      <a:pt x="1710" y="234"/>
                    </a:lnTo>
                    <a:lnTo>
                      <a:pt x="1710" y="228"/>
                    </a:lnTo>
                    <a:lnTo>
                      <a:pt x="1716" y="228"/>
                    </a:lnTo>
                    <a:lnTo>
                      <a:pt x="1722" y="228"/>
                    </a:lnTo>
                    <a:lnTo>
                      <a:pt x="1722" y="228"/>
                    </a:lnTo>
                    <a:lnTo>
                      <a:pt x="1722" y="228"/>
                    </a:lnTo>
                    <a:lnTo>
                      <a:pt x="1722" y="228"/>
                    </a:lnTo>
                    <a:close/>
                    <a:moveTo>
                      <a:pt x="1500" y="234"/>
                    </a:moveTo>
                    <a:lnTo>
                      <a:pt x="1504" y="234"/>
                    </a:lnTo>
                    <a:lnTo>
                      <a:pt x="1500" y="234"/>
                    </a:lnTo>
                    <a:lnTo>
                      <a:pt x="1500" y="234"/>
                    </a:lnTo>
                    <a:lnTo>
                      <a:pt x="1500" y="234"/>
                    </a:lnTo>
                    <a:lnTo>
                      <a:pt x="1500" y="234"/>
                    </a:lnTo>
                    <a:close/>
                    <a:moveTo>
                      <a:pt x="860" y="238"/>
                    </a:moveTo>
                    <a:lnTo>
                      <a:pt x="854" y="234"/>
                    </a:lnTo>
                    <a:lnTo>
                      <a:pt x="860" y="234"/>
                    </a:lnTo>
                    <a:lnTo>
                      <a:pt x="860" y="238"/>
                    </a:lnTo>
                    <a:lnTo>
                      <a:pt x="860" y="238"/>
                    </a:lnTo>
                    <a:lnTo>
                      <a:pt x="860" y="238"/>
                    </a:lnTo>
                    <a:lnTo>
                      <a:pt x="860" y="238"/>
                    </a:lnTo>
                    <a:close/>
                    <a:moveTo>
                      <a:pt x="1520" y="234"/>
                    </a:moveTo>
                    <a:lnTo>
                      <a:pt x="1526" y="234"/>
                    </a:lnTo>
                    <a:lnTo>
                      <a:pt x="1530" y="234"/>
                    </a:lnTo>
                    <a:lnTo>
                      <a:pt x="1530" y="238"/>
                    </a:lnTo>
                    <a:lnTo>
                      <a:pt x="1530" y="238"/>
                    </a:lnTo>
                    <a:lnTo>
                      <a:pt x="1526" y="234"/>
                    </a:lnTo>
                    <a:lnTo>
                      <a:pt x="1520" y="234"/>
                    </a:lnTo>
                    <a:lnTo>
                      <a:pt x="1520" y="234"/>
                    </a:lnTo>
                    <a:lnTo>
                      <a:pt x="1520" y="234"/>
                    </a:lnTo>
                    <a:lnTo>
                      <a:pt x="1520" y="234"/>
                    </a:lnTo>
                    <a:close/>
                    <a:moveTo>
                      <a:pt x="710" y="248"/>
                    </a:moveTo>
                    <a:lnTo>
                      <a:pt x="710" y="242"/>
                    </a:lnTo>
                    <a:lnTo>
                      <a:pt x="712" y="242"/>
                    </a:lnTo>
                    <a:lnTo>
                      <a:pt x="712" y="238"/>
                    </a:lnTo>
                    <a:lnTo>
                      <a:pt x="712" y="238"/>
                    </a:lnTo>
                    <a:lnTo>
                      <a:pt x="710" y="238"/>
                    </a:lnTo>
                    <a:lnTo>
                      <a:pt x="712" y="238"/>
                    </a:lnTo>
                    <a:lnTo>
                      <a:pt x="718" y="238"/>
                    </a:lnTo>
                    <a:lnTo>
                      <a:pt x="718" y="238"/>
                    </a:lnTo>
                    <a:lnTo>
                      <a:pt x="724" y="234"/>
                    </a:lnTo>
                    <a:lnTo>
                      <a:pt x="730" y="238"/>
                    </a:lnTo>
                    <a:lnTo>
                      <a:pt x="724" y="238"/>
                    </a:lnTo>
                    <a:lnTo>
                      <a:pt x="730" y="238"/>
                    </a:lnTo>
                    <a:lnTo>
                      <a:pt x="730" y="238"/>
                    </a:lnTo>
                    <a:lnTo>
                      <a:pt x="736" y="238"/>
                    </a:lnTo>
                    <a:lnTo>
                      <a:pt x="736" y="242"/>
                    </a:lnTo>
                    <a:lnTo>
                      <a:pt x="730" y="242"/>
                    </a:lnTo>
                    <a:lnTo>
                      <a:pt x="730" y="242"/>
                    </a:lnTo>
                    <a:lnTo>
                      <a:pt x="724" y="242"/>
                    </a:lnTo>
                    <a:lnTo>
                      <a:pt x="718" y="242"/>
                    </a:lnTo>
                    <a:lnTo>
                      <a:pt x="718" y="248"/>
                    </a:lnTo>
                    <a:lnTo>
                      <a:pt x="718" y="248"/>
                    </a:lnTo>
                    <a:lnTo>
                      <a:pt x="712" y="248"/>
                    </a:lnTo>
                    <a:lnTo>
                      <a:pt x="712" y="242"/>
                    </a:lnTo>
                    <a:lnTo>
                      <a:pt x="712" y="248"/>
                    </a:lnTo>
                    <a:lnTo>
                      <a:pt x="710" y="248"/>
                    </a:lnTo>
                    <a:lnTo>
                      <a:pt x="710" y="248"/>
                    </a:lnTo>
                    <a:lnTo>
                      <a:pt x="710" y="248"/>
                    </a:lnTo>
                    <a:lnTo>
                      <a:pt x="710" y="248"/>
                    </a:lnTo>
                    <a:close/>
                    <a:moveTo>
                      <a:pt x="476" y="292"/>
                    </a:moveTo>
                    <a:lnTo>
                      <a:pt x="482" y="288"/>
                    </a:lnTo>
                    <a:lnTo>
                      <a:pt x="486" y="288"/>
                    </a:lnTo>
                    <a:lnTo>
                      <a:pt x="482" y="288"/>
                    </a:lnTo>
                    <a:lnTo>
                      <a:pt x="476" y="288"/>
                    </a:lnTo>
                    <a:lnTo>
                      <a:pt x="476" y="292"/>
                    </a:lnTo>
                    <a:lnTo>
                      <a:pt x="476" y="288"/>
                    </a:lnTo>
                    <a:lnTo>
                      <a:pt x="476" y="288"/>
                    </a:lnTo>
                    <a:lnTo>
                      <a:pt x="476" y="288"/>
                    </a:lnTo>
                    <a:lnTo>
                      <a:pt x="476" y="288"/>
                    </a:lnTo>
                    <a:lnTo>
                      <a:pt x="470" y="288"/>
                    </a:lnTo>
                    <a:lnTo>
                      <a:pt x="464" y="288"/>
                    </a:lnTo>
                    <a:lnTo>
                      <a:pt x="464" y="288"/>
                    </a:lnTo>
                    <a:lnTo>
                      <a:pt x="464" y="288"/>
                    </a:lnTo>
                    <a:lnTo>
                      <a:pt x="464" y="288"/>
                    </a:lnTo>
                    <a:lnTo>
                      <a:pt x="458" y="288"/>
                    </a:lnTo>
                    <a:lnTo>
                      <a:pt x="458" y="288"/>
                    </a:lnTo>
                    <a:lnTo>
                      <a:pt x="458" y="288"/>
                    </a:lnTo>
                    <a:lnTo>
                      <a:pt x="454" y="288"/>
                    </a:lnTo>
                    <a:lnTo>
                      <a:pt x="454" y="288"/>
                    </a:lnTo>
                    <a:lnTo>
                      <a:pt x="448" y="282"/>
                    </a:lnTo>
                    <a:lnTo>
                      <a:pt x="448" y="276"/>
                    </a:lnTo>
                    <a:lnTo>
                      <a:pt x="448" y="276"/>
                    </a:lnTo>
                    <a:lnTo>
                      <a:pt x="454" y="276"/>
                    </a:lnTo>
                    <a:lnTo>
                      <a:pt x="454" y="270"/>
                    </a:lnTo>
                    <a:lnTo>
                      <a:pt x="454" y="270"/>
                    </a:lnTo>
                    <a:lnTo>
                      <a:pt x="458" y="270"/>
                    </a:lnTo>
                    <a:lnTo>
                      <a:pt x="458" y="276"/>
                    </a:lnTo>
                    <a:lnTo>
                      <a:pt x="464" y="276"/>
                    </a:lnTo>
                    <a:lnTo>
                      <a:pt x="464" y="270"/>
                    </a:lnTo>
                    <a:lnTo>
                      <a:pt x="464" y="266"/>
                    </a:lnTo>
                    <a:lnTo>
                      <a:pt x="464" y="266"/>
                    </a:lnTo>
                    <a:lnTo>
                      <a:pt x="464" y="260"/>
                    </a:lnTo>
                    <a:lnTo>
                      <a:pt x="470" y="260"/>
                    </a:lnTo>
                    <a:lnTo>
                      <a:pt x="470" y="260"/>
                    </a:lnTo>
                    <a:lnTo>
                      <a:pt x="464" y="260"/>
                    </a:lnTo>
                    <a:lnTo>
                      <a:pt x="470" y="254"/>
                    </a:lnTo>
                    <a:lnTo>
                      <a:pt x="470" y="260"/>
                    </a:lnTo>
                    <a:lnTo>
                      <a:pt x="476" y="260"/>
                    </a:lnTo>
                    <a:lnTo>
                      <a:pt x="470" y="254"/>
                    </a:lnTo>
                    <a:lnTo>
                      <a:pt x="464" y="254"/>
                    </a:lnTo>
                    <a:lnTo>
                      <a:pt x="464" y="254"/>
                    </a:lnTo>
                    <a:lnTo>
                      <a:pt x="464" y="248"/>
                    </a:lnTo>
                    <a:lnTo>
                      <a:pt x="470" y="248"/>
                    </a:lnTo>
                    <a:lnTo>
                      <a:pt x="476" y="248"/>
                    </a:lnTo>
                    <a:lnTo>
                      <a:pt x="476" y="248"/>
                    </a:lnTo>
                    <a:lnTo>
                      <a:pt x="476" y="248"/>
                    </a:lnTo>
                    <a:lnTo>
                      <a:pt x="476" y="248"/>
                    </a:lnTo>
                    <a:lnTo>
                      <a:pt x="476" y="248"/>
                    </a:lnTo>
                    <a:lnTo>
                      <a:pt x="476" y="248"/>
                    </a:lnTo>
                    <a:lnTo>
                      <a:pt x="476" y="242"/>
                    </a:lnTo>
                    <a:lnTo>
                      <a:pt x="476" y="238"/>
                    </a:lnTo>
                    <a:lnTo>
                      <a:pt x="482" y="238"/>
                    </a:lnTo>
                    <a:lnTo>
                      <a:pt x="486" y="238"/>
                    </a:lnTo>
                    <a:lnTo>
                      <a:pt x="492" y="238"/>
                    </a:lnTo>
                    <a:lnTo>
                      <a:pt x="492" y="238"/>
                    </a:lnTo>
                    <a:lnTo>
                      <a:pt x="492" y="238"/>
                    </a:lnTo>
                    <a:lnTo>
                      <a:pt x="496" y="238"/>
                    </a:lnTo>
                    <a:lnTo>
                      <a:pt x="502" y="238"/>
                    </a:lnTo>
                    <a:lnTo>
                      <a:pt x="502" y="238"/>
                    </a:lnTo>
                    <a:lnTo>
                      <a:pt x="508" y="238"/>
                    </a:lnTo>
                    <a:lnTo>
                      <a:pt x="512" y="238"/>
                    </a:lnTo>
                    <a:lnTo>
                      <a:pt x="512" y="238"/>
                    </a:lnTo>
                    <a:lnTo>
                      <a:pt x="518" y="238"/>
                    </a:lnTo>
                    <a:lnTo>
                      <a:pt x="518" y="242"/>
                    </a:lnTo>
                    <a:lnTo>
                      <a:pt x="524" y="242"/>
                    </a:lnTo>
                    <a:lnTo>
                      <a:pt x="518" y="242"/>
                    </a:lnTo>
                    <a:lnTo>
                      <a:pt x="512" y="242"/>
                    </a:lnTo>
                    <a:lnTo>
                      <a:pt x="512" y="248"/>
                    </a:lnTo>
                    <a:lnTo>
                      <a:pt x="512" y="248"/>
                    </a:lnTo>
                    <a:lnTo>
                      <a:pt x="518" y="248"/>
                    </a:lnTo>
                    <a:lnTo>
                      <a:pt x="512" y="248"/>
                    </a:lnTo>
                    <a:lnTo>
                      <a:pt x="512" y="248"/>
                    </a:lnTo>
                    <a:lnTo>
                      <a:pt x="508" y="248"/>
                    </a:lnTo>
                    <a:lnTo>
                      <a:pt x="512" y="248"/>
                    </a:lnTo>
                    <a:lnTo>
                      <a:pt x="512" y="248"/>
                    </a:lnTo>
                    <a:lnTo>
                      <a:pt x="512" y="248"/>
                    </a:lnTo>
                    <a:lnTo>
                      <a:pt x="512" y="254"/>
                    </a:lnTo>
                    <a:lnTo>
                      <a:pt x="512" y="254"/>
                    </a:lnTo>
                    <a:lnTo>
                      <a:pt x="512" y="248"/>
                    </a:lnTo>
                    <a:lnTo>
                      <a:pt x="512" y="254"/>
                    </a:lnTo>
                    <a:lnTo>
                      <a:pt x="508" y="254"/>
                    </a:lnTo>
                    <a:lnTo>
                      <a:pt x="508" y="248"/>
                    </a:lnTo>
                    <a:lnTo>
                      <a:pt x="502" y="254"/>
                    </a:lnTo>
                    <a:lnTo>
                      <a:pt x="508" y="254"/>
                    </a:lnTo>
                    <a:lnTo>
                      <a:pt x="512" y="254"/>
                    </a:lnTo>
                    <a:lnTo>
                      <a:pt x="508" y="260"/>
                    </a:lnTo>
                    <a:lnTo>
                      <a:pt x="502" y="260"/>
                    </a:lnTo>
                    <a:lnTo>
                      <a:pt x="508" y="260"/>
                    </a:lnTo>
                    <a:lnTo>
                      <a:pt x="508" y="260"/>
                    </a:lnTo>
                    <a:lnTo>
                      <a:pt x="502" y="260"/>
                    </a:lnTo>
                    <a:lnTo>
                      <a:pt x="502" y="260"/>
                    </a:lnTo>
                    <a:lnTo>
                      <a:pt x="502" y="260"/>
                    </a:lnTo>
                    <a:lnTo>
                      <a:pt x="508" y="260"/>
                    </a:lnTo>
                    <a:lnTo>
                      <a:pt x="502" y="266"/>
                    </a:lnTo>
                    <a:lnTo>
                      <a:pt x="508" y="266"/>
                    </a:lnTo>
                    <a:lnTo>
                      <a:pt x="508" y="270"/>
                    </a:lnTo>
                    <a:lnTo>
                      <a:pt x="502" y="270"/>
                    </a:lnTo>
                    <a:lnTo>
                      <a:pt x="502" y="276"/>
                    </a:lnTo>
                    <a:lnTo>
                      <a:pt x="502" y="276"/>
                    </a:lnTo>
                    <a:lnTo>
                      <a:pt x="508" y="276"/>
                    </a:lnTo>
                    <a:lnTo>
                      <a:pt x="508" y="282"/>
                    </a:lnTo>
                    <a:lnTo>
                      <a:pt x="508" y="288"/>
                    </a:lnTo>
                    <a:lnTo>
                      <a:pt x="512" y="288"/>
                    </a:lnTo>
                    <a:lnTo>
                      <a:pt x="512" y="288"/>
                    </a:lnTo>
                    <a:lnTo>
                      <a:pt x="512" y="292"/>
                    </a:lnTo>
                    <a:lnTo>
                      <a:pt x="512" y="296"/>
                    </a:lnTo>
                    <a:lnTo>
                      <a:pt x="518" y="296"/>
                    </a:lnTo>
                    <a:lnTo>
                      <a:pt x="524" y="296"/>
                    </a:lnTo>
                    <a:lnTo>
                      <a:pt x="524" y="302"/>
                    </a:lnTo>
                    <a:lnTo>
                      <a:pt x="530" y="302"/>
                    </a:lnTo>
                    <a:lnTo>
                      <a:pt x="536" y="302"/>
                    </a:lnTo>
                    <a:lnTo>
                      <a:pt x="536" y="308"/>
                    </a:lnTo>
                    <a:lnTo>
                      <a:pt x="536" y="308"/>
                    </a:lnTo>
                    <a:lnTo>
                      <a:pt x="536" y="308"/>
                    </a:lnTo>
                    <a:lnTo>
                      <a:pt x="530" y="308"/>
                    </a:lnTo>
                    <a:lnTo>
                      <a:pt x="530" y="308"/>
                    </a:lnTo>
                    <a:lnTo>
                      <a:pt x="524" y="308"/>
                    </a:lnTo>
                    <a:lnTo>
                      <a:pt x="524" y="308"/>
                    </a:lnTo>
                    <a:lnTo>
                      <a:pt x="524" y="308"/>
                    </a:lnTo>
                    <a:lnTo>
                      <a:pt x="530" y="308"/>
                    </a:lnTo>
                    <a:lnTo>
                      <a:pt x="536" y="308"/>
                    </a:lnTo>
                    <a:lnTo>
                      <a:pt x="530" y="308"/>
                    </a:lnTo>
                    <a:lnTo>
                      <a:pt x="524" y="308"/>
                    </a:lnTo>
                    <a:lnTo>
                      <a:pt x="524" y="308"/>
                    </a:lnTo>
                    <a:lnTo>
                      <a:pt x="518" y="308"/>
                    </a:lnTo>
                    <a:lnTo>
                      <a:pt x="524" y="308"/>
                    </a:lnTo>
                    <a:lnTo>
                      <a:pt x="518" y="308"/>
                    </a:lnTo>
                    <a:lnTo>
                      <a:pt x="512" y="308"/>
                    </a:lnTo>
                    <a:lnTo>
                      <a:pt x="518" y="308"/>
                    </a:lnTo>
                    <a:lnTo>
                      <a:pt x="518" y="308"/>
                    </a:lnTo>
                    <a:lnTo>
                      <a:pt x="524" y="308"/>
                    </a:lnTo>
                    <a:lnTo>
                      <a:pt x="518" y="308"/>
                    </a:lnTo>
                    <a:lnTo>
                      <a:pt x="524" y="308"/>
                    </a:lnTo>
                    <a:lnTo>
                      <a:pt x="518" y="308"/>
                    </a:lnTo>
                    <a:lnTo>
                      <a:pt x="512" y="308"/>
                    </a:lnTo>
                    <a:lnTo>
                      <a:pt x="512" y="308"/>
                    </a:lnTo>
                    <a:lnTo>
                      <a:pt x="512" y="308"/>
                    </a:lnTo>
                    <a:lnTo>
                      <a:pt x="512" y="308"/>
                    </a:lnTo>
                    <a:lnTo>
                      <a:pt x="512" y="308"/>
                    </a:lnTo>
                    <a:lnTo>
                      <a:pt x="512" y="308"/>
                    </a:lnTo>
                    <a:lnTo>
                      <a:pt x="512" y="308"/>
                    </a:lnTo>
                    <a:lnTo>
                      <a:pt x="508" y="308"/>
                    </a:lnTo>
                    <a:lnTo>
                      <a:pt x="512" y="308"/>
                    </a:lnTo>
                    <a:lnTo>
                      <a:pt x="512" y="308"/>
                    </a:lnTo>
                    <a:lnTo>
                      <a:pt x="508" y="308"/>
                    </a:lnTo>
                    <a:lnTo>
                      <a:pt x="502" y="308"/>
                    </a:lnTo>
                    <a:lnTo>
                      <a:pt x="502" y="308"/>
                    </a:lnTo>
                    <a:lnTo>
                      <a:pt x="502" y="308"/>
                    </a:lnTo>
                    <a:lnTo>
                      <a:pt x="496" y="308"/>
                    </a:lnTo>
                    <a:lnTo>
                      <a:pt x="492" y="308"/>
                    </a:lnTo>
                    <a:lnTo>
                      <a:pt x="496" y="308"/>
                    </a:lnTo>
                    <a:lnTo>
                      <a:pt x="492" y="308"/>
                    </a:lnTo>
                    <a:lnTo>
                      <a:pt x="492" y="308"/>
                    </a:lnTo>
                    <a:lnTo>
                      <a:pt x="486" y="308"/>
                    </a:lnTo>
                    <a:lnTo>
                      <a:pt x="482" y="302"/>
                    </a:lnTo>
                    <a:lnTo>
                      <a:pt x="482" y="308"/>
                    </a:lnTo>
                    <a:lnTo>
                      <a:pt x="482" y="302"/>
                    </a:lnTo>
                    <a:lnTo>
                      <a:pt x="476" y="302"/>
                    </a:lnTo>
                    <a:lnTo>
                      <a:pt x="482" y="302"/>
                    </a:lnTo>
                    <a:lnTo>
                      <a:pt x="482" y="296"/>
                    </a:lnTo>
                    <a:lnTo>
                      <a:pt x="476" y="296"/>
                    </a:lnTo>
                    <a:lnTo>
                      <a:pt x="476" y="296"/>
                    </a:lnTo>
                    <a:lnTo>
                      <a:pt x="482" y="296"/>
                    </a:lnTo>
                    <a:lnTo>
                      <a:pt x="486" y="296"/>
                    </a:lnTo>
                    <a:lnTo>
                      <a:pt x="492" y="296"/>
                    </a:lnTo>
                    <a:lnTo>
                      <a:pt x="486" y="296"/>
                    </a:lnTo>
                    <a:lnTo>
                      <a:pt x="482" y="296"/>
                    </a:lnTo>
                    <a:lnTo>
                      <a:pt x="476" y="296"/>
                    </a:lnTo>
                    <a:lnTo>
                      <a:pt x="476" y="292"/>
                    </a:lnTo>
                    <a:lnTo>
                      <a:pt x="476" y="292"/>
                    </a:lnTo>
                    <a:lnTo>
                      <a:pt x="476" y="292"/>
                    </a:lnTo>
                    <a:lnTo>
                      <a:pt x="476" y="292"/>
                    </a:lnTo>
                    <a:close/>
                    <a:moveTo>
                      <a:pt x="1418" y="248"/>
                    </a:moveTo>
                    <a:lnTo>
                      <a:pt x="1412" y="242"/>
                    </a:lnTo>
                    <a:lnTo>
                      <a:pt x="1418" y="242"/>
                    </a:lnTo>
                    <a:lnTo>
                      <a:pt x="1422" y="242"/>
                    </a:lnTo>
                    <a:lnTo>
                      <a:pt x="1422" y="248"/>
                    </a:lnTo>
                    <a:lnTo>
                      <a:pt x="1418" y="248"/>
                    </a:lnTo>
                    <a:lnTo>
                      <a:pt x="1418" y="248"/>
                    </a:lnTo>
                    <a:lnTo>
                      <a:pt x="1418" y="248"/>
                    </a:lnTo>
                    <a:lnTo>
                      <a:pt x="1418" y="248"/>
                    </a:lnTo>
                    <a:close/>
                    <a:moveTo>
                      <a:pt x="838" y="248"/>
                    </a:moveTo>
                    <a:lnTo>
                      <a:pt x="838" y="248"/>
                    </a:lnTo>
                    <a:lnTo>
                      <a:pt x="838" y="248"/>
                    </a:lnTo>
                    <a:lnTo>
                      <a:pt x="838" y="242"/>
                    </a:lnTo>
                    <a:lnTo>
                      <a:pt x="844" y="242"/>
                    </a:lnTo>
                    <a:lnTo>
                      <a:pt x="844" y="248"/>
                    </a:lnTo>
                    <a:lnTo>
                      <a:pt x="850" y="248"/>
                    </a:lnTo>
                    <a:lnTo>
                      <a:pt x="850" y="254"/>
                    </a:lnTo>
                    <a:lnTo>
                      <a:pt x="844" y="254"/>
                    </a:lnTo>
                    <a:lnTo>
                      <a:pt x="838" y="254"/>
                    </a:lnTo>
                    <a:lnTo>
                      <a:pt x="838" y="254"/>
                    </a:lnTo>
                    <a:lnTo>
                      <a:pt x="832" y="248"/>
                    </a:lnTo>
                    <a:lnTo>
                      <a:pt x="838" y="248"/>
                    </a:lnTo>
                    <a:lnTo>
                      <a:pt x="838" y="248"/>
                    </a:lnTo>
                    <a:lnTo>
                      <a:pt x="838" y="248"/>
                    </a:lnTo>
                    <a:lnTo>
                      <a:pt x="838" y="248"/>
                    </a:lnTo>
                    <a:close/>
                    <a:moveTo>
                      <a:pt x="812" y="266"/>
                    </a:moveTo>
                    <a:lnTo>
                      <a:pt x="812" y="260"/>
                    </a:lnTo>
                    <a:lnTo>
                      <a:pt x="812" y="260"/>
                    </a:lnTo>
                    <a:lnTo>
                      <a:pt x="812" y="260"/>
                    </a:lnTo>
                    <a:lnTo>
                      <a:pt x="818" y="260"/>
                    </a:lnTo>
                    <a:lnTo>
                      <a:pt x="822" y="260"/>
                    </a:lnTo>
                    <a:lnTo>
                      <a:pt x="822" y="260"/>
                    </a:lnTo>
                    <a:lnTo>
                      <a:pt x="826" y="260"/>
                    </a:lnTo>
                    <a:lnTo>
                      <a:pt x="826" y="260"/>
                    </a:lnTo>
                    <a:lnTo>
                      <a:pt x="822" y="260"/>
                    </a:lnTo>
                    <a:lnTo>
                      <a:pt x="822" y="266"/>
                    </a:lnTo>
                    <a:lnTo>
                      <a:pt x="822" y="266"/>
                    </a:lnTo>
                    <a:lnTo>
                      <a:pt x="818" y="266"/>
                    </a:lnTo>
                    <a:lnTo>
                      <a:pt x="812" y="266"/>
                    </a:lnTo>
                    <a:lnTo>
                      <a:pt x="812" y="266"/>
                    </a:lnTo>
                    <a:lnTo>
                      <a:pt x="812" y="266"/>
                    </a:lnTo>
                    <a:lnTo>
                      <a:pt x="812" y="266"/>
                    </a:lnTo>
                    <a:lnTo>
                      <a:pt x="812" y="266"/>
                    </a:lnTo>
                    <a:close/>
                    <a:moveTo>
                      <a:pt x="1678" y="288"/>
                    </a:moveTo>
                    <a:lnTo>
                      <a:pt x="1678" y="282"/>
                    </a:lnTo>
                    <a:lnTo>
                      <a:pt x="1682" y="282"/>
                    </a:lnTo>
                    <a:lnTo>
                      <a:pt x="1682" y="288"/>
                    </a:lnTo>
                    <a:lnTo>
                      <a:pt x="1678" y="288"/>
                    </a:lnTo>
                    <a:lnTo>
                      <a:pt x="1678" y="288"/>
                    </a:lnTo>
                    <a:lnTo>
                      <a:pt x="1678" y="288"/>
                    </a:lnTo>
                    <a:lnTo>
                      <a:pt x="1678" y="288"/>
                    </a:lnTo>
                    <a:close/>
                    <a:moveTo>
                      <a:pt x="1672" y="288"/>
                    </a:moveTo>
                    <a:lnTo>
                      <a:pt x="1672" y="288"/>
                    </a:lnTo>
                    <a:lnTo>
                      <a:pt x="1668" y="288"/>
                    </a:lnTo>
                    <a:lnTo>
                      <a:pt x="1662" y="288"/>
                    </a:lnTo>
                    <a:lnTo>
                      <a:pt x="1662" y="288"/>
                    </a:lnTo>
                    <a:lnTo>
                      <a:pt x="1662" y="288"/>
                    </a:lnTo>
                    <a:lnTo>
                      <a:pt x="1662" y="288"/>
                    </a:lnTo>
                    <a:lnTo>
                      <a:pt x="1668" y="288"/>
                    </a:lnTo>
                    <a:lnTo>
                      <a:pt x="1672" y="288"/>
                    </a:lnTo>
                    <a:lnTo>
                      <a:pt x="1672" y="288"/>
                    </a:lnTo>
                    <a:lnTo>
                      <a:pt x="1672" y="288"/>
                    </a:lnTo>
                    <a:lnTo>
                      <a:pt x="1672" y="288"/>
                    </a:lnTo>
                    <a:lnTo>
                      <a:pt x="1672" y="288"/>
                    </a:lnTo>
                    <a:close/>
                    <a:moveTo>
                      <a:pt x="470" y="296"/>
                    </a:moveTo>
                    <a:lnTo>
                      <a:pt x="464" y="296"/>
                    </a:lnTo>
                    <a:lnTo>
                      <a:pt x="464" y="292"/>
                    </a:lnTo>
                    <a:lnTo>
                      <a:pt x="464" y="292"/>
                    </a:lnTo>
                    <a:lnTo>
                      <a:pt x="458" y="292"/>
                    </a:lnTo>
                    <a:lnTo>
                      <a:pt x="464" y="292"/>
                    </a:lnTo>
                    <a:lnTo>
                      <a:pt x="464" y="288"/>
                    </a:lnTo>
                    <a:lnTo>
                      <a:pt x="464" y="288"/>
                    </a:lnTo>
                    <a:lnTo>
                      <a:pt x="470" y="288"/>
                    </a:lnTo>
                    <a:lnTo>
                      <a:pt x="470" y="292"/>
                    </a:lnTo>
                    <a:lnTo>
                      <a:pt x="464" y="292"/>
                    </a:lnTo>
                    <a:lnTo>
                      <a:pt x="464" y="288"/>
                    </a:lnTo>
                    <a:lnTo>
                      <a:pt x="464" y="292"/>
                    </a:lnTo>
                    <a:lnTo>
                      <a:pt x="470" y="292"/>
                    </a:lnTo>
                    <a:lnTo>
                      <a:pt x="476" y="292"/>
                    </a:lnTo>
                    <a:lnTo>
                      <a:pt x="470" y="292"/>
                    </a:lnTo>
                    <a:lnTo>
                      <a:pt x="476" y="292"/>
                    </a:lnTo>
                    <a:lnTo>
                      <a:pt x="476" y="296"/>
                    </a:lnTo>
                    <a:lnTo>
                      <a:pt x="476" y="296"/>
                    </a:lnTo>
                    <a:lnTo>
                      <a:pt x="470" y="296"/>
                    </a:lnTo>
                    <a:lnTo>
                      <a:pt x="470" y="296"/>
                    </a:lnTo>
                    <a:lnTo>
                      <a:pt x="476" y="296"/>
                    </a:lnTo>
                    <a:lnTo>
                      <a:pt x="470" y="296"/>
                    </a:lnTo>
                    <a:lnTo>
                      <a:pt x="470" y="296"/>
                    </a:lnTo>
                    <a:lnTo>
                      <a:pt x="470" y="296"/>
                    </a:lnTo>
                    <a:lnTo>
                      <a:pt x="470" y="296"/>
                    </a:lnTo>
                    <a:close/>
                    <a:moveTo>
                      <a:pt x="2008" y="308"/>
                    </a:moveTo>
                    <a:lnTo>
                      <a:pt x="2008" y="308"/>
                    </a:lnTo>
                    <a:lnTo>
                      <a:pt x="2008" y="302"/>
                    </a:lnTo>
                    <a:lnTo>
                      <a:pt x="2008" y="302"/>
                    </a:lnTo>
                    <a:lnTo>
                      <a:pt x="2008" y="308"/>
                    </a:lnTo>
                    <a:lnTo>
                      <a:pt x="2008" y="308"/>
                    </a:lnTo>
                    <a:lnTo>
                      <a:pt x="2008" y="308"/>
                    </a:lnTo>
                    <a:lnTo>
                      <a:pt x="2008" y="308"/>
                    </a:lnTo>
                    <a:close/>
                    <a:moveTo>
                      <a:pt x="568" y="336"/>
                    </a:moveTo>
                    <a:lnTo>
                      <a:pt x="562" y="336"/>
                    </a:lnTo>
                    <a:lnTo>
                      <a:pt x="562" y="330"/>
                    </a:lnTo>
                    <a:lnTo>
                      <a:pt x="562" y="330"/>
                    </a:lnTo>
                    <a:lnTo>
                      <a:pt x="556" y="330"/>
                    </a:lnTo>
                    <a:lnTo>
                      <a:pt x="556" y="324"/>
                    </a:lnTo>
                    <a:lnTo>
                      <a:pt x="556" y="330"/>
                    </a:lnTo>
                    <a:lnTo>
                      <a:pt x="550" y="324"/>
                    </a:lnTo>
                    <a:lnTo>
                      <a:pt x="550" y="324"/>
                    </a:lnTo>
                    <a:lnTo>
                      <a:pt x="550" y="320"/>
                    </a:lnTo>
                    <a:lnTo>
                      <a:pt x="550" y="320"/>
                    </a:lnTo>
                    <a:lnTo>
                      <a:pt x="550" y="320"/>
                    </a:lnTo>
                    <a:lnTo>
                      <a:pt x="550" y="314"/>
                    </a:lnTo>
                    <a:lnTo>
                      <a:pt x="556" y="314"/>
                    </a:lnTo>
                    <a:lnTo>
                      <a:pt x="562" y="314"/>
                    </a:lnTo>
                    <a:lnTo>
                      <a:pt x="562" y="320"/>
                    </a:lnTo>
                    <a:lnTo>
                      <a:pt x="562" y="320"/>
                    </a:lnTo>
                    <a:lnTo>
                      <a:pt x="562" y="320"/>
                    </a:lnTo>
                    <a:lnTo>
                      <a:pt x="568" y="320"/>
                    </a:lnTo>
                    <a:lnTo>
                      <a:pt x="572" y="324"/>
                    </a:lnTo>
                    <a:lnTo>
                      <a:pt x="572" y="324"/>
                    </a:lnTo>
                    <a:lnTo>
                      <a:pt x="578" y="330"/>
                    </a:lnTo>
                    <a:lnTo>
                      <a:pt x="572" y="336"/>
                    </a:lnTo>
                    <a:lnTo>
                      <a:pt x="572" y="336"/>
                    </a:lnTo>
                    <a:lnTo>
                      <a:pt x="568" y="336"/>
                    </a:lnTo>
                    <a:lnTo>
                      <a:pt x="568" y="336"/>
                    </a:lnTo>
                    <a:lnTo>
                      <a:pt x="568" y="336"/>
                    </a:lnTo>
                    <a:lnTo>
                      <a:pt x="568" y="336"/>
                    </a:lnTo>
                    <a:close/>
                    <a:moveTo>
                      <a:pt x="2116" y="336"/>
                    </a:moveTo>
                    <a:lnTo>
                      <a:pt x="2116" y="336"/>
                    </a:lnTo>
                    <a:lnTo>
                      <a:pt x="2116" y="336"/>
                    </a:lnTo>
                    <a:lnTo>
                      <a:pt x="2112" y="336"/>
                    </a:lnTo>
                    <a:lnTo>
                      <a:pt x="2106" y="336"/>
                    </a:lnTo>
                    <a:lnTo>
                      <a:pt x="2100" y="336"/>
                    </a:lnTo>
                    <a:lnTo>
                      <a:pt x="2100" y="336"/>
                    </a:lnTo>
                    <a:lnTo>
                      <a:pt x="2096" y="330"/>
                    </a:lnTo>
                    <a:lnTo>
                      <a:pt x="2096" y="324"/>
                    </a:lnTo>
                    <a:lnTo>
                      <a:pt x="2100" y="324"/>
                    </a:lnTo>
                    <a:lnTo>
                      <a:pt x="2100" y="324"/>
                    </a:lnTo>
                    <a:lnTo>
                      <a:pt x="2106" y="324"/>
                    </a:lnTo>
                    <a:lnTo>
                      <a:pt x="2112" y="324"/>
                    </a:lnTo>
                    <a:lnTo>
                      <a:pt x="2112" y="330"/>
                    </a:lnTo>
                    <a:lnTo>
                      <a:pt x="2116" y="330"/>
                    </a:lnTo>
                    <a:lnTo>
                      <a:pt x="2116" y="330"/>
                    </a:lnTo>
                    <a:lnTo>
                      <a:pt x="2116" y="336"/>
                    </a:lnTo>
                    <a:lnTo>
                      <a:pt x="2116" y="336"/>
                    </a:lnTo>
                    <a:lnTo>
                      <a:pt x="2116" y="336"/>
                    </a:lnTo>
                    <a:lnTo>
                      <a:pt x="2116" y="336"/>
                    </a:lnTo>
                    <a:close/>
                    <a:moveTo>
                      <a:pt x="2008" y="336"/>
                    </a:moveTo>
                    <a:lnTo>
                      <a:pt x="2008" y="336"/>
                    </a:lnTo>
                    <a:lnTo>
                      <a:pt x="2008" y="336"/>
                    </a:lnTo>
                    <a:lnTo>
                      <a:pt x="2008" y="336"/>
                    </a:lnTo>
                    <a:lnTo>
                      <a:pt x="2008" y="336"/>
                    </a:lnTo>
                    <a:lnTo>
                      <a:pt x="2008" y="336"/>
                    </a:lnTo>
                    <a:lnTo>
                      <a:pt x="2008" y="336"/>
                    </a:lnTo>
                    <a:lnTo>
                      <a:pt x="2008" y="336"/>
                    </a:lnTo>
                    <a:close/>
                    <a:moveTo>
                      <a:pt x="2004" y="342"/>
                    </a:moveTo>
                    <a:lnTo>
                      <a:pt x="2008" y="342"/>
                    </a:lnTo>
                    <a:lnTo>
                      <a:pt x="2008" y="336"/>
                    </a:lnTo>
                    <a:lnTo>
                      <a:pt x="2004" y="336"/>
                    </a:lnTo>
                    <a:lnTo>
                      <a:pt x="2008" y="336"/>
                    </a:lnTo>
                    <a:lnTo>
                      <a:pt x="2008" y="336"/>
                    </a:lnTo>
                    <a:lnTo>
                      <a:pt x="2008" y="342"/>
                    </a:lnTo>
                    <a:lnTo>
                      <a:pt x="2004" y="342"/>
                    </a:lnTo>
                    <a:lnTo>
                      <a:pt x="2004" y="342"/>
                    </a:lnTo>
                    <a:lnTo>
                      <a:pt x="2004" y="342"/>
                    </a:lnTo>
                    <a:lnTo>
                      <a:pt x="2004" y="342"/>
                    </a:lnTo>
                    <a:close/>
                    <a:moveTo>
                      <a:pt x="670" y="336"/>
                    </a:moveTo>
                    <a:lnTo>
                      <a:pt x="670" y="336"/>
                    </a:lnTo>
                    <a:lnTo>
                      <a:pt x="676" y="336"/>
                    </a:lnTo>
                    <a:lnTo>
                      <a:pt x="670" y="342"/>
                    </a:lnTo>
                    <a:lnTo>
                      <a:pt x="670" y="342"/>
                    </a:lnTo>
                    <a:lnTo>
                      <a:pt x="670" y="336"/>
                    </a:lnTo>
                    <a:lnTo>
                      <a:pt x="670" y="336"/>
                    </a:lnTo>
                    <a:lnTo>
                      <a:pt x="670" y="336"/>
                    </a:lnTo>
                    <a:lnTo>
                      <a:pt x="670" y="336"/>
                    </a:lnTo>
                    <a:close/>
                    <a:moveTo>
                      <a:pt x="2008" y="350"/>
                    </a:moveTo>
                    <a:lnTo>
                      <a:pt x="2004" y="350"/>
                    </a:lnTo>
                    <a:lnTo>
                      <a:pt x="2004" y="348"/>
                    </a:lnTo>
                    <a:lnTo>
                      <a:pt x="1998" y="348"/>
                    </a:lnTo>
                    <a:lnTo>
                      <a:pt x="1998" y="348"/>
                    </a:lnTo>
                    <a:lnTo>
                      <a:pt x="2004" y="348"/>
                    </a:lnTo>
                    <a:lnTo>
                      <a:pt x="2004" y="342"/>
                    </a:lnTo>
                    <a:lnTo>
                      <a:pt x="1998" y="342"/>
                    </a:lnTo>
                    <a:lnTo>
                      <a:pt x="2004" y="336"/>
                    </a:lnTo>
                    <a:lnTo>
                      <a:pt x="2004" y="342"/>
                    </a:lnTo>
                    <a:lnTo>
                      <a:pt x="2004" y="348"/>
                    </a:lnTo>
                    <a:lnTo>
                      <a:pt x="2004" y="348"/>
                    </a:lnTo>
                    <a:lnTo>
                      <a:pt x="2008" y="348"/>
                    </a:lnTo>
                    <a:lnTo>
                      <a:pt x="2008" y="350"/>
                    </a:lnTo>
                    <a:lnTo>
                      <a:pt x="2008" y="350"/>
                    </a:lnTo>
                    <a:lnTo>
                      <a:pt x="2008" y="350"/>
                    </a:lnTo>
                    <a:lnTo>
                      <a:pt x="2008" y="350"/>
                    </a:lnTo>
                    <a:close/>
                    <a:moveTo>
                      <a:pt x="404" y="348"/>
                    </a:moveTo>
                    <a:lnTo>
                      <a:pt x="404" y="348"/>
                    </a:lnTo>
                    <a:lnTo>
                      <a:pt x="410" y="348"/>
                    </a:lnTo>
                    <a:lnTo>
                      <a:pt x="410" y="342"/>
                    </a:lnTo>
                    <a:lnTo>
                      <a:pt x="410" y="342"/>
                    </a:lnTo>
                    <a:lnTo>
                      <a:pt x="410" y="336"/>
                    </a:lnTo>
                    <a:lnTo>
                      <a:pt x="416" y="336"/>
                    </a:lnTo>
                    <a:lnTo>
                      <a:pt x="422" y="336"/>
                    </a:lnTo>
                    <a:lnTo>
                      <a:pt x="422" y="342"/>
                    </a:lnTo>
                    <a:lnTo>
                      <a:pt x="426" y="342"/>
                    </a:lnTo>
                    <a:lnTo>
                      <a:pt x="432" y="348"/>
                    </a:lnTo>
                    <a:lnTo>
                      <a:pt x="432" y="348"/>
                    </a:lnTo>
                    <a:lnTo>
                      <a:pt x="432" y="350"/>
                    </a:lnTo>
                    <a:lnTo>
                      <a:pt x="432" y="348"/>
                    </a:lnTo>
                    <a:lnTo>
                      <a:pt x="432" y="348"/>
                    </a:lnTo>
                    <a:lnTo>
                      <a:pt x="432" y="348"/>
                    </a:lnTo>
                    <a:lnTo>
                      <a:pt x="426" y="350"/>
                    </a:lnTo>
                    <a:lnTo>
                      <a:pt x="426" y="356"/>
                    </a:lnTo>
                    <a:lnTo>
                      <a:pt x="422" y="356"/>
                    </a:lnTo>
                    <a:lnTo>
                      <a:pt x="422" y="356"/>
                    </a:lnTo>
                    <a:lnTo>
                      <a:pt x="416" y="356"/>
                    </a:lnTo>
                    <a:lnTo>
                      <a:pt x="410" y="356"/>
                    </a:lnTo>
                    <a:lnTo>
                      <a:pt x="410" y="356"/>
                    </a:lnTo>
                    <a:lnTo>
                      <a:pt x="404" y="350"/>
                    </a:lnTo>
                    <a:lnTo>
                      <a:pt x="404" y="348"/>
                    </a:lnTo>
                    <a:lnTo>
                      <a:pt x="404" y="348"/>
                    </a:lnTo>
                    <a:lnTo>
                      <a:pt x="404" y="348"/>
                    </a:lnTo>
                    <a:lnTo>
                      <a:pt x="404" y="348"/>
                    </a:lnTo>
                    <a:close/>
                    <a:moveTo>
                      <a:pt x="204" y="342"/>
                    </a:moveTo>
                    <a:lnTo>
                      <a:pt x="210" y="342"/>
                    </a:lnTo>
                    <a:lnTo>
                      <a:pt x="204" y="342"/>
                    </a:lnTo>
                    <a:lnTo>
                      <a:pt x="204" y="342"/>
                    </a:lnTo>
                    <a:lnTo>
                      <a:pt x="204" y="342"/>
                    </a:lnTo>
                    <a:lnTo>
                      <a:pt x="204" y="342"/>
                    </a:lnTo>
                    <a:lnTo>
                      <a:pt x="204" y="342"/>
                    </a:lnTo>
                    <a:lnTo>
                      <a:pt x="204" y="342"/>
                    </a:lnTo>
                    <a:close/>
                    <a:moveTo>
                      <a:pt x="654" y="348"/>
                    </a:moveTo>
                    <a:lnTo>
                      <a:pt x="658" y="348"/>
                    </a:lnTo>
                    <a:lnTo>
                      <a:pt x="658" y="348"/>
                    </a:lnTo>
                    <a:lnTo>
                      <a:pt x="658" y="350"/>
                    </a:lnTo>
                    <a:lnTo>
                      <a:pt x="664" y="350"/>
                    </a:lnTo>
                    <a:lnTo>
                      <a:pt x="658" y="350"/>
                    </a:lnTo>
                    <a:lnTo>
                      <a:pt x="658" y="348"/>
                    </a:lnTo>
                    <a:lnTo>
                      <a:pt x="654" y="348"/>
                    </a:lnTo>
                    <a:lnTo>
                      <a:pt x="654" y="348"/>
                    </a:lnTo>
                    <a:lnTo>
                      <a:pt x="654" y="348"/>
                    </a:lnTo>
                    <a:lnTo>
                      <a:pt x="654" y="348"/>
                    </a:lnTo>
                    <a:close/>
                    <a:moveTo>
                      <a:pt x="530" y="356"/>
                    </a:moveTo>
                    <a:lnTo>
                      <a:pt x="536" y="356"/>
                    </a:lnTo>
                    <a:lnTo>
                      <a:pt x="536" y="356"/>
                    </a:lnTo>
                    <a:lnTo>
                      <a:pt x="540" y="356"/>
                    </a:lnTo>
                    <a:lnTo>
                      <a:pt x="536" y="356"/>
                    </a:lnTo>
                    <a:lnTo>
                      <a:pt x="536" y="356"/>
                    </a:lnTo>
                    <a:lnTo>
                      <a:pt x="536" y="356"/>
                    </a:lnTo>
                    <a:lnTo>
                      <a:pt x="530" y="356"/>
                    </a:lnTo>
                    <a:lnTo>
                      <a:pt x="530" y="356"/>
                    </a:lnTo>
                    <a:lnTo>
                      <a:pt x="530" y="356"/>
                    </a:lnTo>
                    <a:lnTo>
                      <a:pt x="530" y="356"/>
                    </a:lnTo>
                    <a:lnTo>
                      <a:pt x="530" y="356"/>
                    </a:lnTo>
                    <a:close/>
                    <a:moveTo>
                      <a:pt x="442" y="368"/>
                    </a:moveTo>
                    <a:lnTo>
                      <a:pt x="442" y="362"/>
                    </a:lnTo>
                    <a:lnTo>
                      <a:pt x="442" y="362"/>
                    </a:lnTo>
                    <a:lnTo>
                      <a:pt x="448" y="362"/>
                    </a:lnTo>
                    <a:lnTo>
                      <a:pt x="442" y="362"/>
                    </a:lnTo>
                    <a:lnTo>
                      <a:pt x="442" y="368"/>
                    </a:lnTo>
                    <a:lnTo>
                      <a:pt x="442" y="368"/>
                    </a:lnTo>
                    <a:lnTo>
                      <a:pt x="442" y="368"/>
                    </a:lnTo>
                    <a:lnTo>
                      <a:pt x="442" y="368"/>
                    </a:lnTo>
                    <a:lnTo>
                      <a:pt x="442" y="368"/>
                    </a:lnTo>
                    <a:close/>
                    <a:moveTo>
                      <a:pt x="324" y="406"/>
                    </a:moveTo>
                    <a:lnTo>
                      <a:pt x="324" y="406"/>
                    </a:lnTo>
                    <a:lnTo>
                      <a:pt x="324" y="406"/>
                    </a:lnTo>
                    <a:lnTo>
                      <a:pt x="324" y="406"/>
                    </a:lnTo>
                    <a:lnTo>
                      <a:pt x="324" y="406"/>
                    </a:lnTo>
                    <a:lnTo>
                      <a:pt x="324" y="406"/>
                    </a:lnTo>
                    <a:lnTo>
                      <a:pt x="324" y="406"/>
                    </a:lnTo>
                    <a:lnTo>
                      <a:pt x="324" y="406"/>
                    </a:lnTo>
                    <a:close/>
                    <a:moveTo>
                      <a:pt x="228" y="444"/>
                    </a:moveTo>
                    <a:lnTo>
                      <a:pt x="228" y="450"/>
                    </a:lnTo>
                    <a:lnTo>
                      <a:pt x="228" y="450"/>
                    </a:lnTo>
                    <a:lnTo>
                      <a:pt x="228" y="444"/>
                    </a:lnTo>
                    <a:lnTo>
                      <a:pt x="228" y="444"/>
                    </a:lnTo>
                    <a:lnTo>
                      <a:pt x="228" y="444"/>
                    </a:lnTo>
                    <a:lnTo>
                      <a:pt x="228" y="444"/>
                    </a:lnTo>
                    <a:lnTo>
                      <a:pt x="228" y="444"/>
                    </a:lnTo>
                    <a:close/>
                    <a:moveTo>
                      <a:pt x="2412" y="456"/>
                    </a:moveTo>
                    <a:lnTo>
                      <a:pt x="2412" y="456"/>
                    </a:lnTo>
                    <a:lnTo>
                      <a:pt x="2418" y="456"/>
                    </a:lnTo>
                    <a:lnTo>
                      <a:pt x="2418" y="456"/>
                    </a:lnTo>
                    <a:lnTo>
                      <a:pt x="2418" y="456"/>
                    </a:lnTo>
                    <a:lnTo>
                      <a:pt x="2418" y="456"/>
                    </a:lnTo>
                    <a:lnTo>
                      <a:pt x="2412" y="456"/>
                    </a:lnTo>
                    <a:lnTo>
                      <a:pt x="2412" y="456"/>
                    </a:lnTo>
                    <a:lnTo>
                      <a:pt x="2412" y="456"/>
                    </a:lnTo>
                    <a:lnTo>
                      <a:pt x="2412" y="456"/>
                    </a:lnTo>
                    <a:close/>
                    <a:moveTo>
                      <a:pt x="2408" y="456"/>
                    </a:moveTo>
                    <a:lnTo>
                      <a:pt x="2412" y="456"/>
                    </a:lnTo>
                    <a:lnTo>
                      <a:pt x="2412" y="460"/>
                    </a:lnTo>
                    <a:lnTo>
                      <a:pt x="2412" y="456"/>
                    </a:lnTo>
                    <a:lnTo>
                      <a:pt x="2408" y="456"/>
                    </a:lnTo>
                    <a:lnTo>
                      <a:pt x="2408" y="456"/>
                    </a:lnTo>
                    <a:lnTo>
                      <a:pt x="2408" y="456"/>
                    </a:lnTo>
                    <a:lnTo>
                      <a:pt x="2408" y="456"/>
                    </a:lnTo>
                    <a:close/>
                    <a:moveTo>
                      <a:pt x="2036" y="596"/>
                    </a:moveTo>
                    <a:lnTo>
                      <a:pt x="2036" y="596"/>
                    </a:lnTo>
                    <a:lnTo>
                      <a:pt x="2036" y="596"/>
                    </a:lnTo>
                    <a:lnTo>
                      <a:pt x="2036" y="590"/>
                    </a:lnTo>
                    <a:lnTo>
                      <a:pt x="2040" y="590"/>
                    </a:lnTo>
                    <a:lnTo>
                      <a:pt x="2040" y="584"/>
                    </a:lnTo>
                    <a:lnTo>
                      <a:pt x="2036" y="584"/>
                    </a:lnTo>
                    <a:lnTo>
                      <a:pt x="2036" y="590"/>
                    </a:lnTo>
                    <a:lnTo>
                      <a:pt x="2036" y="584"/>
                    </a:lnTo>
                    <a:lnTo>
                      <a:pt x="2040" y="584"/>
                    </a:lnTo>
                    <a:lnTo>
                      <a:pt x="2046" y="584"/>
                    </a:lnTo>
                    <a:lnTo>
                      <a:pt x="2046" y="584"/>
                    </a:lnTo>
                    <a:lnTo>
                      <a:pt x="2046" y="584"/>
                    </a:lnTo>
                    <a:lnTo>
                      <a:pt x="2052" y="584"/>
                    </a:lnTo>
                    <a:lnTo>
                      <a:pt x="2052" y="584"/>
                    </a:lnTo>
                    <a:lnTo>
                      <a:pt x="2052" y="590"/>
                    </a:lnTo>
                    <a:lnTo>
                      <a:pt x="2046" y="590"/>
                    </a:lnTo>
                    <a:lnTo>
                      <a:pt x="2046" y="590"/>
                    </a:lnTo>
                    <a:lnTo>
                      <a:pt x="2046" y="596"/>
                    </a:lnTo>
                    <a:lnTo>
                      <a:pt x="2040" y="596"/>
                    </a:lnTo>
                    <a:lnTo>
                      <a:pt x="2036" y="596"/>
                    </a:lnTo>
                    <a:lnTo>
                      <a:pt x="2036" y="602"/>
                    </a:lnTo>
                    <a:lnTo>
                      <a:pt x="2036" y="596"/>
                    </a:lnTo>
                    <a:lnTo>
                      <a:pt x="2036" y="596"/>
                    </a:lnTo>
                    <a:lnTo>
                      <a:pt x="2036" y="596"/>
                    </a:lnTo>
                    <a:lnTo>
                      <a:pt x="2036" y="596"/>
                    </a:lnTo>
                    <a:close/>
                    <a:moveTo>
                      <a:pt x="2072" y="666"/>
                    </a:moveTo>
                    <a:lnTo>
                      <a:pt x="2072" y="672"/>
                    </a:lnTo>
                    <a:lnTo>
                      <a:pt x="2072" y="676"/>
                    </a:lnTo>
                    <a:lnTo>
                      <a:pt x="2078" y="682"/>
                    </a:lnTo>
                    <a:lnTo>
                      <a:pt x="2078" y="682"/>
                    </a:lnTo>
                    <a:lnTo>
                      <a:pt x="2078" y="682"/>
                    </a:lnTo>
                    <a:lnTo>
                      <a:pt x="2072" y="682"/>
                    </a:lnTo>
                    <a:lnTo>
                      <a:pt x="2072" y="676"/>
                    </a:lnTo>
                    <a:lnTo>
                      <a:pt x="2068" y="676"/>
                    </a:lnTo>
                    <a:lnTo>
                      <a:pt x="2068" y="672"/>
                    </a:lnTo>
                    <a:lnTo>
                      <a:pt x="2068" y="672"/>
                    </a:lnTo>
                    <a:lnTo>
                      <a:pt x="2068" y="666"/>
                    </a:lnTo>
                    <a:lnTo>
                      <a:pt x="2068" y="666"/>
                    </a:lnTo>
                    <a:lnTo>
                      <a:pt x="2072" y="666"/>
                    </a:lnTo>
                    <a:lnTo>
                      <a:pt x="2072" y="666"/>
                    </a:lnTo>
                    <a:lnTo>
                      <a:pt x="2072" y="666"/>
                    </a:lnTo>
                    <a:lnTo>
                      <a:pt x="2072" y="666"/>
                    </a:lnTo>
                    <a:close/>
                    <a:moveTo>
                      <a:pt x="1662" y="682"/>
                    </a:moveTo>
                    <a:lnTo>
                      <a:pt x="1662" y="682"/>
                    </a:lnTo>
                    <a:lnTo>
                      <a:pt x="1662" y="676"/>
                    </a:lnTo>
                    <a:lnTo>
                      <a:pt x="1668" y="676"/>
                    </a:lnTo>
                    <a:lnTo>
                      <a:pt x="1668" y="672"/>
                    </a:lnTo>
                    <a:lnTo>
                      <a:pt x="1672" y="672"/>
                    </a:lnTo>
                    <a:lnTo>
                      <a:pt x="1672" y="676"/>
                    </a:lnTo>
                    <a:lnTo>
                      <a:pt x="1672" y="676"/>
                    </a:lnTo>
                    <a:lnTo>
                      <a:pt x="1672" y="682"/>
                    </a:lnTo>
                    <a:lnTo>
                      <a:pt x="1672" y="682"/>
                    </a:lnTo>
                    <a:lnTo>
                      <a:pt x="1668" y="682"/>
                    </a:lnTo>
                    <a:lnTo>
                      <a:pt x="1668" y="682"/>
                    </a:lnTo>
                    <a:lnTo>
                      <a:pt x="1662" y="682"/>
                    </a:lnTo>
                    <a:lnTo>
                      <a:pt x="1662" y="682"/>
                    </a:lnTo>
                    <a:lnTo>
                      <a:pt x="1662" y="682"/>
                    </a:lnTo>
                    <a:lnTo>
                      <a:pt x="1662" y="682"/>
                    </a:lnTo>
                    <a:lnTo>
                      <a:pt x="1662" y="682"/>
                    </a:lnTo>
                    <a:close/>
                    <a:moveTo>
                      <a:pt x="2090" y="682"/>
                    </a:moveTo>
                    <a:lnTo>
                      <a:pt x="2096" y="682"/>
                    </a:lnTo>
                    <a:lnTo>
                      <a:pt x="2096" y="682"/>
                    </a:lnTo>
                    <a:lnTo>
                      <a:pt x="2100" y="688"/>
                    </a:lnTo>
                    <a:lnTo>
                      <a:pt x="2096" y="688"/>
                    </a:lnTo>
                    <a:lnTo>
                      <a:pt x="2096" y="682"/>
                    </a:lnTo>
                    <a:lnTo>
                      <a:pt x="2096" y="682"/>
                    </a:lnTo>
                    <a:lnTo>
                      <a:pt x="2090" y="682"/>
                    </a:lnTo>
                    <a:lnTo>
                      <a:pt x="2090" y="682"/>
                    </a:lnTo>
                    <a:lnTo>
                      <a:pt x="2090" y="682"/>
                    </a:lnTo>
                    <a:lnTo>
                      <a:pt x="2090" y="682"/>
                    </a:lnTo>
                    <a:close/>
                    <a:moveTo>
                      <a:pt x="1748" y="866"/>
                    </a:moveTo>
                    <a:lnTo>
                      <a:pt x="1748" y="860"/>
                    </a:lnTo>
                    <a:lnTo>
                      <a:pt x="1748" y="860"/>
                    </a:lnTo>
                    <a:lnTo>
                      <a:pt x="1748" y="856"/>
                    </a:lnTo>
                    <a:lnTo>
                      <a:pt x="1748" y="850"/>
                    </a:lnTo>
                    <a:lnTo>
                      <a:pt x="1748" y="856"/>
                    </a:lnTo>
                    <a:lnTo>
                      <a:pt x="1748" y="850"/>
                    </a:lnTo>
                    <a:lnTo>
                      <a:pt x="1742" y="850"/>
                    </a:lnTo>
                    <a:lnTo>
                      <a:pt x="1736" y="850"/>
                    </a:lnTo>
                    <a:lnTo>
                      <a:pt x="1732" y="856"/>
                    </a:lnTo>
                    <a:lnTo>
                      <a:pt x="1732" y="860"/>
                    </a:lnTo>
                    <a:lnTo>
                      <a:pt x="1732" y="860"/>
                    </a:lnTo>
                    <a:lnTo>
                      <a:pt x="1732" y="866"/>
                    </a:lnTo>
                    <a:lnTo>
                      <a:pt x="1732" y="866"/>
                    </a:lnTo>
                    <a:lnTo>
                      <a:pt x="1732" y="860"/>
                    </a:lnTo>
                    <a:lnTo>
                      <a:pt x="1728" y="860"/>
                    </a:lnTo>
                    <a:lnTo>
                      <a:pt x="1728" y="856"/>
                    </a:lnTo>
                    <a:lnTo>
                      <a:pt x="1728" y="850"/>
                    </a:lnTo>
                    <a:lnTo>
                      <a:pt x="1732" y="850"/>
                    </a:lnTo>
                    <a:lnTo>
                      <a:pt x="1732" y="844"/>
                    </a:lnTo>
                    <a:lnTo>
                      <a:pt x="1732" y="838"/>
                    </a:lnTo>
                    <a:lnTo>
                      <a:pt x="1732" y="838"/>
                    </a:lnTo>
                    <a:lnTo>
                      <a:pt x="1732" y="834"/>
                    </a:lnTo>
                    <a:lnTo>
                      <a:pt x="1732" y="830"/>
                    </a:lnTo>
                    <a:lnTo>
                      <a:pt x="1732" y="824"/>
                    </a:lnTo>
                    <a:lnTo>
                      <a:pt x="1732" y="824"/>
                    </a:lnTo>
                    <a:lnTo>
                      <a:pt x="1732" y="824"/>
                    </a:lnTo>
                    <a:lnTo>
                      <a:pt x="1732" y="824"/>
                    </a:lnTo>
                    <a:lnTo>
                      <a:pt x="1732" y="818"/>
                    </a:lnTo>
                    <a:lnTo>
                      <a:pt x="1732" y="812"/>
                    </a:lnTo>
                    <a:lnTo>
                      <a:pt x="1732" y="812"/>
                    </a:lnTo>
                    <a:lnTo>
                      <a:pt x="1728" y="812"/>
                    </a:lnTo>
                    <a:lnTo>
                      <a:pt x="1728" y="806"/>
                    </a:lnTo>
                    <a:lnTo>
                      <a:pt x="1732" y="806"/>
                    </a:lnTo>
                    <a:lnTo>
                      <a:pt x="1732" y="802"/>
                    </a:lnTo>
                    <a:lnTo>
                      <a:pt x="1732" y="802"/>
                    </a:lnTo>
                    <a:lnTo>
                      <a:pt x="1732" y="796"/>
                    </a:lnTo>
                    <a:lnTo>
                      <a:pt x="1732" y="790"/>
                    </a:lnTo>
                    <a:lnTo>
                      <a:pt x="1732" y="790"/>
                    </a:lnTo>
                    <a:lnTo>
                      <a:pt x="1732" y="784"/>
                    </a:lnTo>
                    <a:lnTo>
                      <a:pt x="1732" y="780"/>
                    </a:lnTo>
                    <a:lnTo>
                      <a:pt x="1732" y="774"/>
                    </a:lnTo>
                    <a:lnTo>
                      <a:pt x="1732" y="774"/>
                    </a:lnTo>
                    <a:lnTo>
                      <a:pt x="1732" y="770"/>
                    </a:lnTo>
                    <a:lnTo>
                      <a:pt x="1732" y="764"/>
                    </a:lnTo>
                    <a:lnTo>
                      <a:pt x="1732" y="764"/>
                    </a:lnTo>
                    <a:lnTo>
                      <a:pt x="1732" y="764"/>
                    </a:lnTo>
                    <a:lnTo>
                      <a:pt x="1732" y="758"/>
                    </a:lnTo>
                    <a:lnTo>
                      <a:pt x="1732" y="752"/>
                    </a:lnTo>
                    <a:lnTo>
                      <a:pt x="1732" y="752"/>
                    </a:lnTo>
                    <a:lnTo>
                      <a:pt x="1728" y="746"/>
                    </a:lnTo>
                    <a:lnTo>
                      <a:pt x="1728" y="742"/>
                    </a:lnTo>
                    <a:lnTo>
                      <a:pt x="1728" y="742"/>
                    </a:lnTo>
                    <a:lnTo>
                      <a:pt x="1728" y="736"/>
                    </a:lnTo>
                    <a:lnTo>
                      <a:pt x="1728" y="730"/>
                    </a:lnTo>
                    <a:lnTo>
                      <a:pt x="1728" y="726"/>
                    </a:lnTo>
                    <a:lnTo>
                      <a:pt x="1728" y="726"/>
                    </a:lnTo>
                    <a:lnTo>
                      <a:pt x="1728" y="720"/>
                    </a:lnTo>
                    <a:lnTo>
                      <a:pt x="1732" y="720"/>
                    </a:lnTo>
                    <a:lnTo>
                      <a:pt x="1732" y="716"/>
                    </a:lnTo>
                    <a:lnTo>
                      <a:pt x="1728" y="716"/>
                    </a:lnTo>
                    <a:lnTo>
                      <a:pt x="1728" y="716"/>
                    </a:lnTo>
                    <a:lnTo>
                      <a:pt x="1732" y="710"/>
                    </a:lnTo>
                    <a:lnTo>
                      <a:pt x="1732" y="710"/>
                    </a:lnTo>
                    <a:lnTo>
                      <a:pt x="1732" y="716"/>
                    </a:lnTo>
                    <a:lnTo>
                      <a:pt x="1736" y="716"/>
                    </a:lnTo>
                    <a:lnTo>
                      <a:pt x="1736" y="710"/>
                    </a:lnTo>
                    <a:lnTo>
                      <a:pt x="1736" y="704"/>
                    </a:lnTo>
                    <a:lnTo>
                      <a:pt x="1742" y="704"/>
                    </a:lnTo>
                    <a:lnTo>
                      <a:pt x="1742" y="704"/>
                    </a:lnTo>
                    <a:lnTo>
                      <a:pt x="1736" y="704"/>
                    </a:lnTo>
                    <a:lnTo>
                      <a:pt x="1736" y="704"/>
                    </a:lnTo>
                    <a:lnTo>
                      <a:pt x="1742" y="704"/>
                    </a:lnTo>
                    <a:lnTo>
                      <a:pt x="1742" y="698"/>
                    </a:lnTo>
                    <a:lnTo>
                      <a:pt x="1736" y="698"/>
                    </a:lnTo>
                    <a:lnTo>
                      <a:pt x="1736" y="692"/>
                    </a:lnTo>
                    <a:lnTo>
                      <a:pt x="1732" y="692"/>
                    </a:lnTo>
                    <a:lnTo>
                      <a:pt x="1736" y="692"/>
                    </a:lnTo>
                    <a:lnTo>
                      <a:pt x="1736" y="692"/>
                    </a:lnTo>
                    <a:lnTo>
                      <a:pt x="1736" y="692"/>
                    </a:lnTo>
                    <a:lnTo>
                      <a:pt x="1742" y="692"/>
                    </a:lnTo>
                    <a:lnTo>
                      <a:pt x="1742" y="692"/>
                    </a:lnTo>
                    <a:lnTo>
                      <a:pt x="1748" y="692"/>
                    </a:lnTo>
                    <a:lnTo>
                      <a:pt x="1748" y="698"/>
                    </a:lnTo>
                    <a:lnTo>
                      <a:pt x="1742" y="698"/>
                    </a:lnTo>
                    <a:lnTo>
                      <a:pt x="1742" y="704"/>
                    </a:lnTo>
                    <a:lnTo>
                      <a:pt x="1742" y="704"/>
                    </a:lnTo>
                    <a:lnTo>
                      <a:pt x="1748" y="704"/>
                    </a:lnTo>
                    <a:lnTo>
                      <a:pt x="1748" y="710"/>
                    </a:lnTo>
                    <a:lnTo>
                      <a:pt x="1748" y="716"/>
                    </a:lnTo>
                    <a:lnTo>
                      <a:pt x="1748" y="710"/>
                    </a:lnTo>
                    <a:lnTo>
                      <a:pt x="1748" y="716"/>
                    </a:lnTo>
                    <a:lnTo>
                      <a:pt x="1748" y="716"/>
                    </a:lnTo>
                    <a:lnTo>
                      <a:pt x="1748" y="716"/>
                    </a:lnTo>
                    <a:lnTo>
                      <a:pt x="1748" y="720"/>
                    </a:lnTo>
                    <a:lnTo>
                      <a:pt x="1748" y="726"/>
                    </a:lnTo>
                    <a:lnTo>
                      <a:pt x="1748" y="726"/>
                    </a:lnTo>
                    <a:lnTo>
                      <a:pt x="1748" y="730"/>
                    </a:lnTo>
                    <a:lnTo>
                      <a:pt x="1748" y="736"/>
                    </a:lnTo>
                    <a:lnTo>
                      <a:pt x="1748" y="730"/>
                    </a:lnTo>
                    <a:lnTo>
                      <a:pt x="1748" y="730"/>
                    </a:lnTo>
                    <a:lnTo>
                      <a:pt x="1748" y="726"/>
                    </a:lnTo>
                    <a:lnTo>
                      <a:pt x="1748" y="730"/>
                    </a:lnTo>
                    <a:lnTo>
                      <a:pt x="1748" y="736"/>
                    </a:lnTo>
                    <a:lnTo>
                      <a:pt x="1748" y="742"/>
                    </a:lnTo>
                    <a:lnTo>
                      <a:pt x="1748" y="742"/>
                    </a:lnTo>
                    <a:lnTo>
                      <a:pt x="1748" y="742"/>
                    </a:lnTo>
                    <a:lnTo>
                      <a:pt x="1748" y="746"/>
                    </a:lnTo>
                    <a:lnTo>
                      <a:pt x="1748" y="752"/>
                    </a:lnTo>
                    <a:lnTo>
                      <a:pt x="1748" y="752"/>
                    </a:lnTo>
                    <a:lnTo>
                      <a:pt x="1748" y="758"/>
                    </a:lnTo>
                    <a:lnTo>
                      <a:pt x="1754" y="752"/>
                    </a:lnTo>
                    <a:lnTo>
                      <a:pt x="1754" y="758"/>
                    </a:lnTo>
                    <a:lnTo>
                      <a:pt x="1754" y="764"/>
                    </a:lnTo>
                    <a:lnTo>
                      <a:pt x="1754" y="764"/>
                    </a:lnTo>
                    <a:lnTo>
                      <a:pt x="1754" y="770"/>
                    </a:lnTo>
                    <a:lnTo>
                      <a:pt x="1754" y="774"/>
                    </a:lnTo>
                    <a:lnTo>
                      <a:pt x="1758" y="774"/>
                    </a:lnTo>
                    <a:lnTo>
                      <a:pt x="1758" y="780"/>
                    </a:lnTo>
                    <a:lnTo>
                      <a:pt x="1758" y="784"/>
                    </a:lnTo>
                    <a:lnTo>
                      <a:pt x="1758" y="790"/>
                    </a:lnTo>
                    <a:lnTo>
                      <a:pt x="1758" y="796"/>
                    </a:lnTo>
                    <a:lnTo>
                      <a:pt x="1764" y="802"/>
                    </a:lnTo>
                    <a:lnTo>
                      <a:pt x="1764" y="802"/>
                    </a:lnTo>
                    <a:lnTo>
                      <a:pt x="1770" y="806"/>
                    </a:lnTo>
                    <a:lnTo>
                      <a:pt x="1770" y="812"/>
                    </a:lnTo>
                    <a:lnTo>
                      <a:pt x="1770" y="806"/>
                    </a:lnTo>
                    <a:lnTo>
                      <a:pt x="1764" y="802"/>
                    </a:lnTo>
                    <a:lnTo>
                      <a:pt x="1758" y="802"/>
                    </a:lnTo>
                    <a:lnTo>
                      <a:pt x="1758" y="802"/>
                    </a:lnTo>
                    <a:lnTo>
                      <a:pt x="1758" y="802"/>
                    </a:lnTo>
                    <a:lnTo>
                      <a:pt x="1754" y="802"/>
                    </a:lnTo>
                    <a:lnTo>
                      <a:pt x="1748" y="796"/>
                    </a:lnTo>
                    <a:lnTo>
                      <a:pt x="1748" y="802"/>
                    </a:lnTo>
                    <a:lnTo>
                      <a:pt x="1754" y="796"/>
                    </a:lnTo>
                    <a:lnTo>
                      <a:pt x="1754" y="802"/>
                    </a:lnTo>
                    <a:lnTo>
                      <a:pt x="1748" y="802"/>
                    </a:lnTo>
                    <a:lnTo>
                      <a:pt x="1748" y="802"/>
                    </a:lnTo>
                    <a:lnTo>
                      <a:pt x="1748" y="802"/>
                    </a:lnTo>
                    <a:lnTo>
                      <a:pt x="1748" y="806"/>
                    </a:lnTo>
                    <a:lnTo>
                      <a:pt x="1742" y="806"/>
                    </a:lnTo>
                    <a:lnTo>
                      <a:pt x="1742" y="812"/>
                    </a:lnTo>
                    <a:lnTo>
                      <a:pt x="1742" y="812"/>
                    </a:lnTo>
                    <a:lnTo>
                      <a:pt x="1736" y="818"/>
                    </a:lnTo>
                    <a:lnTo>
                      <a:pt x="1736" y="824"/>
                    </a:lnTo>
                    <a:lnTo>
                      <a:pt x="1736" y="824"/>
                    </a:lnTo>
                    <a:lnTo>
                      <a:pt x="1736" y="830"/>
                    </a:lnTo>
                    <a:lnTo>
                      <a:pt x="1736" y="834"/>
                    </a:lnTo>
                    <a:lnTo>
                      <a:pt x="1742" y="838"/>
                    </a:lnTo>
                    <a:lnTo>
                      <a:pt x="1748" y="838"/>
                    </a:lnTo>
                    <a:lnTo>
                      <a:pt x="1748" y="850"/>
                    </a:lnTo>
                    <a:lnTo>
                      <a:pt x="1748" y="850"/>
                    </a:lnTo>
                    <a:lnTo>
                      <a:pt x="1748" y="850"/>
                    </a:lnTo>
                    <a:lnTo>
                      <a:pt x="1748" y="850"/>
                    </a:lnTo>
                    <a:lnTo>
                      <a:pt x="1754" y="850"/>
                    </a:lnTo>
                    <a:lnTo>
                      <a:pt x="1754" y="850"/>
                    </a:lnTo>
                    <a:lnTo>
                      <a:pt x="1754" y="856"/>
                    </a:lnTo>
                    <a:lnTo>
                      <a:pt x="1754" y="860"/>
                    </a:lnTo>
                    <a:lnTo>
                      <a:pt x="1754" y="860"/>
                    </a:lnTo>
                    <a:lnTo>
                      <a:pt x="1748" y="860"/>
                    </a:lnTo>
                    <a:lnTo>
                      <a:pt x="1748" y="866"/>
                    </a:lnTo>
                    <a:lnTo>
                      <a:pt x="1748" y="866"/>
                    </a:lnTo>
                    <a:lnTo>
                      <a:pt x="1748" y="866"/>
                    </a:lnTo>
                    <a:lnTo>
                      <a:pt x="1748" y="866"/>
                    </a:lnTo>
                    <a:close/>
                    <a:moveTo>
                      <a:pt x="1922" y="764"/>
                    </a:moveTo>
                    <a:lnTo>
                      <a:pt x="1922" y="764"/>
                    </a:lnTo>
                    <a:lnTo>
                      <a:pt x="1922" y="764"/>
                    </a:lnTo>
                    <a:lnTo>
                      <a:pt x="1922" y="764"/>
                    </a:lnTo>
                    <a:lnTo>
                      <a:pt x="1922" y="764"/>
                    </a:lnTo>
                    <a:lnTo>
                      <a:pt x="1922" y="764"/>
                    </a:lnTo>
                    <a:lnTo>
                      <a:pt x="1922" y="764"/>
                    </a:lnTo>
                    <a:lnTo>
                      <a:pt x="1922" y="764"/>
                    </a:lnTo>
                    <a:close/>
                    <a:moveTo>
                      <a:pt x="1938" y="770"/>
                    </a:moveTo>
                    <a:lnTo>
                      <a:pt x="1932" y="770"/>
                    </a:lnTo>
                    <a:lnTo>
                      <a:pt x="1932" y="764"/>
                    </a:lnTo>
                    <a:lnTo>
                      <a:pt x="1938" y="764"/>
                    </a:lnTo>
                    <a:lnTo>
                      <a:pt x="1938" y="770"/>
                    </a:lnTo>
                    <a:lnTo>
                      <a:pt x="1938" y="770"/>
                    </a:lnTo>
                    <a:lnTo>
                      <a:pt x="1938" y="770"/>
                    </a:lnTo>
                    <a:lnTo>
                      <a:pt x="1938" y="770"/>
                    </a:lnTo>
                    <a:close/>
                    <a:moveTo>
                      <a:pt x="1916" y="780"/>
                    </a:moveTo>
                    <a:lnTo>
                      <a:pt x="1916" y="774"/>
                    </a:lnTo>
                    <a:lnTo>
                      <a:pt x="1922" y="774"/>
                    </a:lnTo>
                    <a:lnTo>
                      <a:pt x="1922" y="774"/>
                    </a:lnTo>
                    <a:lnTo>
                      <a:pt x="1922" y="774"/>
                    </a:lnTo>
                    <a:lnTo>
                      <a:pt x="1922" y="770"/>
                    </a:lnTo>
                    <a:lnTo>
                      <a:pt x="1928" y="770"/>
                    </a:lnTo>
                    <a:lnTo>
                      <a:pt x="1928" y="764"/>
                    </a:lnTo>
                    <a:lnTo>
                      <a:pt x="1928" y="770"/>
                    </a:lnTo>
                    <a:lnTo>
                      <a:pt x="1932" y="774"/>
                    </a:lnTo>
                    <a:lnTo>
                      <a:pt x="1928" y="774"/>
                    </a:lnTo>
                    <a:lnTo>
                      <a:pt x="1922" y="780"/>
                    </a:lnTo>
                    <a:lnTo>
                      <a:pt x="1922" y="780"/>
                    </a:lnTo>
                    <a:lnTo>
                      <a:pt x="1916" y="780"/>
                    </a:lnTo>
                    <a:lnTo>
                      <a:pt x="1916" y="780"/>
                    </a:lnTo>
                    <a:lnTo>
                      <a:pt x="1916" y="780"/>
                    </a:lnTo>
                    <a:lnTo>
                      <a:pt x="1916" y="780"/>
                    </a:lnTo>
                    <a:close/>
                    <a:moveTo>
                      <a:pt x="1910" y="802"/>
                    </a:moveTo>
                    <a:lnTo>
                      <a:pt x="1910" y="796"/>
                    </a:lnTo>
                    <a:lnTo>
                      <a:pt x="1910" y="790"/>
                    </a:lnTo>
                    <a:lnTo>
                      <a:pt x="1910" y="790"/>
                    </a:lnTo>
                    <a:lnTo>
                      <a:pt x="1910" y="796"/>
                    </a:lnTo>
                    <a:lnTo>
                      <a:pt x="1910" y="796"/>
                    </a:lnTo>
                    <a:lnTo>
                      <a:pt x="1910" y="802"/>
                    </a:lnTo>
                    <a:lnTo>
                      <a:pt x="1910" y="802"/>
                    </a:lnTo>
                    <a:lnTo>
                      <a:pt x="1910" y="802"/>
                    </a:lnTo>
                    <a:lnTo>
                      <a:pt x="1910" y="802"/>
                    </a:lnTo>
                    <a:lnTo>
                      <a:pt x="1910" y="802"/>
                    </a:lnTo>
                    <a:close/>
                    <a:moveTo>
                      <a:pt x="1904" y="802"/>
                    </a:moveTo>
                    <a:lnTo>
                      <a:pt x="1910" y="802"/>
                    </a:lnTo>
                    <a:lnTo>
                      <a:pt x="1910" y="802"/>
                    </a:lnTo>
                    <a:lnTo>
                      <a:pt x="1904" y="802"/>
                    </a:lnTo>
                    <a:lnTo>
                      <a:pt x="1904" y="802"/>
                    </a:lnTo>
                    <a:lnTo>
                      <a:pt x="1904" y="802"/>
                    </a:lnTo>
                    <a:lnTo>
                      <a:pt x="1904" y="802"/>
                    </a:lnTo>
                    <a:lnTo>
                      <a:pt x="1904" y="802"/>
                    </a:lnTo>
                    <a:close/>
                    <a:moveTo>
                      <a:pt x="1898" y="812"/>
                    </a:moveTo>
                    <a:lnTo>
                      <a:pt x="1898" y="806"/>
                    </a:lnTo>
                    <a:lnTo>
                      <a:pt x="1898" y="806"/>
                    </a:lnTo>
                    <a:lnTo>
                      <a:pt x="1898" y="812"/>
                    </a:lnTo>
                    <a:lnTo>
                      <a:pt x="1898" y="812"/>
                    </a:lnTo>
                    <a:lnTo>
                      <a:pt x="1898" y="812"/>
                    </a:lnTo>
                    <a:lnTo>
                      <a:pt x="1898" y="812"/>
                    </a:lnTo>
                    <a:lnTo>
                      <a:pt x="1898" y="812"/>
                    </a:lnTo>
                    <a:close/>
                    <a:moveTo>
                      <a:pt x="1878" y="844"/>
                    </a:moveTo>
                    <a:lnTo>
                      <a:pt x="1878" y="838"/>
                    </a:lnTo>
                    <a:lnTo>
                      <a:pt x="1878" y="844"/>
                    </a:lnTo>
                    <a:lnTo>
                      <a:pt x="1872" y="844"/>
                    </a:lnTo>
                    <a:lnTo>
                      <a:pt x="1872" y="850"/>
                    </a:lnTo>
                    <a:lnTo>
                      <a:pt x="1868" y="850"/>
                    </a:lnTo>
                    <a:lnTo>
                      <a:pt x="1868" y="850"/>
                    </a:lnTo>
                    <a:lnTo>
                      <a:pt x="1868" y="850"/>
                    </a:lnTo>
                    <a:lnTo>
                      <a:pt x="1872" y="844"/>
                    </a:lnTo>
                    <a:lnTo>
                      <a:pt x="1878" y="838"/>
                    </a:lnTo>
                    <a:lnTo>
                      <a:pt x="1878" y="844"/>
                    </a:lnTo>
                    <a:lnTo>
                      <a:pt x="1878" y="844"/>
                    </a:lnTo>
                    <a:lnTo>
                      <a:pt x="1878" y="844"/>
                    </a:lnTo>
                    <a:lnTo>
                      <a:pt x="1878" y="844"/>
                    </a:lnTo>
                    <a:close/>
                    <a:moveTo>
                      <a:pt x="1836" y="872"/>
                    </a:moveTo>
                    <a:lnTo>
                      <a:pt x="1842" y="872"/>
                    </a:lnTo>
                    <a:lnTo>
                      <a:pt x="1842" y="866"/>
                    </a:lnTo>
                    <a:lnTo>
                      <a:pt x="1842" y="866"/>
                    </a:lnTo>
                    <a:lnTo>
                      <a:pt x="1842" y="860"/>
                    </a:lnTo>
                    <a:lnTo>
                      <a:pt x="1844" y="860"/>
                    </a:lnTo>
                    <a:lnTo>
                      <a:pt x="1850" y="860"/>
                    </a:lnTo>
                    <a:lnTo>
                      <a:pt x="1844" y="860"/>
                    </a:lnTo>
                    <a:lnTo>
                      <a:pt x="1844" y="866"/>
                    </a:lnTo>
                    <a:lnTo>
                      <a:pt x="1842" y="872"/>
                    </a:lnTo>
                    <a:lnTo>
                      <a:pt x="1842" y="872"/>
                    </a:lnTo>
                    <a:lnTo>
                      <a:pt x="1842" y="872"/>
                    </a:lnTo>
                    <a:lnTo>
                      <a:pt x="1836" y="872"/>
                    </a:lnTo>
                    <a:lnTo>
                      <a:pt x="1836" y="872"/>
                    </a:lnTo>
                    <a:lnTo>
                      <a:pt x="1836" y="872"/>
                    </a:lnTo>
                    <a:lnTo>
                      <a:pt x="1836" y="872"/>
                    </a:lnTo>
                    <a:close/>
                    <a:moveTo>
                      <a:pt x="1796" y="898"/>
                    </a:moveTo>
                    <a:lnTo>
                      <a:pt x="1802" y="892"/>
                    </a:lnTo>
                    <a:lnTo>
                      <a:pt x="1802" y="888"/>
                    </a:lnTo>
                    <a:lnTo>
                      <a:pt x="1802" y="888"/>
                    </a:lnTo>
                    <a:lnTo>
                      <a:pt x="1802" y="884"/>
                    </a:lnTo>
                    <a:lnTo>
                      <a:pt x="1808" y="884"/>
                    </a:lnTo>
                    <a:lnTo>
                      <a:pt x="1808" y="884"/>
                    </a:lnTo>
                    <a:lnTo>
                      <a:pt x="1814" y="884"/>
                    </a:lnTo>
                    <a:lnTo>
                      <a:pt x="1814" y="878"/>
                    </a:lnTo>
                    <a:lnTo>
                      <a:pt x="1814" y="878"/>
                    </a:lnTo>
                    <a:lnTo>
                      <a:pt x="1814" y="884"/>
                    </a:lnTo>
                    <a:lnTo>
                      <a:pt x="1818" y="884"/>
                    </a:lnTo>
                    <a:lnTo>
                      <a:pt x="1818" y="878"/>
                    </a:lnTo>
                    <a:lnTo>
                      <a:pt x="1824" y="878"/>
                    </a:lnTo>
                    <a:lnTo>
                      <a:pt x="1824" y="872"/>
                    </a:lnTo>
                    <a:lnTo>
                      <a:pt x="1830" y="872"/>
                    </a:lnTo>
                    <a:lnTo>
                      <a:pt x="1830" y="878"/>
                    </a:lnTo>
                    <a:lnTo>
                      <a:pt x="1824" y="878"/>
                    </a:lnTo>
                    <a:lnTo>
                      <a:pt x="1824" y="884"/>
                    </a:lnTo>
                    <a:lnTo>
                      <a:pt x="1818" y="884"/>
                    </a:lnTo>
                    <a:lnTo>
                      <a:pt x="1814" y="884"/>
                    </a:lnTo>
                    <a:lnTo>
                      <a:pt x="1814" y="884"/>
                    </a:lnTo>
                    <a:lnTo>
                      <a:pt x="1814" y="884"/>
                    </a:lnTo>
                    <a:lnTo>
                      <a:pt x="1808" y="884"/>
                    </a:lnTo>
                    <a:lnTo>
                      <a:pt x="1808" y="888"/>
                    </a:lnTo>
                    <a:lnTo>
                      <a:pt x="1802" y="892"/>
                    </a:lnTo>
                    <a:lnTo>
                      <a:pt x="1802" y="898"/>
                    </a:lnTo>
                    <a:lnTo>
                      <a:pt x="1802" y="898"/>
                    </a:lnTo>
                    <a:lnTo>
                      <a:pt x="1796" y="898"/>
                    </a:lnTo>
                    <a:lnTo>
                      <a:pt x="1796" y="898"/>
                    </a:lnTo>
                    <a:lnTo>
                      <a:pt x="1796" y="898"/>
                    </a:lnTo>
                    <a:lnTo>
                      <a:pt x="1796" y="898"/>
                    </a:lnTo>
                    <a:close/>
                    <a:moveTo>
                      <a:pt x="1790" y="898"/>
                    </a:moveTo>
                    <a:lnTo>
                      <a:pt x="1790" y="898"/>
                    </a:lnTo>
                    <a:lnTo>
                      <a:pt x="1790" y="898"/>
                    </a:lnTo>
                    <a:lnTo>
                      <a:pt x="1790" y="898"/>
                    </a:lnTo>
                    <a:lnTo>
                      <a:pt x="1786" y="898"/>
                    </a:lnTo>
                    <a:lnTo>
                      <a:pt x="1786" y="904"/>
                    </a:lnTo>
                    <a:lnTo>
                      <a:pt x="1782" y="904"/>
                    </a:lnTo>
                    <a:lnTo>
                      <a:pt x="1782" y="910"/>
                    </a:lnTo>
                    <a:lnTo>
                      <a:pt x="1782" y="910"/>
                    </a:lnTo>
                    <a:lnTo>
                      <a:pt x="1782" y="910"/>
                    </a:lnTo>
                    <a:lnTo>
                      <a:pt x="1782" y="910"/>
                    </a:lnTo>
                    <a:lnTo>
                      <a:pt x="1782" y="910"/>
                    </a:lnTo>
                    <a:lnTo>
                      <a:pt x="1782" y="904"/>
                    </a:lnTo>
                    <a:lnTo>
                      <a:pt x="1786" y="898"/>
                    </a:lnTo>
                    <a:lnTo>
                      <a:pt x="1786" y="898"/>
                    </a:lnTo>
                    <a:lnTo>
                      <a:pt x="1790" y="898"/>
                    </a:lnTo>
                    <a:lnTo>
                      <a:pt x="1790" y="898"/>
                    </a:lnTo>
                    <a:lnTo>
                      <a:pt x="1790" y="898"/>
                    </a:lnTo>
                    <a:lnTo>
                      <a:pt x="1790" y="898"/>
                    </a:lnTo>
                    <a:close/>
                    <a:moveTo>
                      <a:pt x="1796" y="910"/>
                    </a:moveTo>
                    <a:lnTo>
                      <a:pt x="1796" y="910"/>
                    </a:lnTo>
                    <a:lnTo>
                      <a:pt x="1790" y="910"/>
                    </a:lnTo>
                    <a:lnTo>
                      <a:pt x="1790" y="910"/>
                    </a:lnTo>
                    <a:lnTo>
                      <a:pt x="1796" y="910"/>
                    </a:lnTo>
                    <a:lnTo>
                      <a:pt x="1796" y="910"/>
                    </a:lnTo>
                    <a:lnTo>
                      <a:pt x="1796" y="910"/>
                    </a:lnTo>
                    <a:lnTo>
                      <a:pt x="1796" y="9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0" name="Freeform 14"/>
              <p:cNvSpPr>
                <a:spLocks/>
              </p:cNvSpPr>
              <p:nvPr/>
            </p:nvSpPr>
            <p:spPr bwMode="gray">
              <a:xfrm>
                <a:off x="5377389" y="4171838"/>
                <a:ext cx="313067" cy="257410"/>
              </a:xfrm>
              <a:custGeom>
                <a:avLst/>
                <a:gdLst>
                  <a:gd name="T0" fmla="*/ 126 w 180"/>
                  <a:gd name="T1" fmla="*/ 30 h 148"/>
                  <a:gd name="T2" fmla="*/ 112 w 180"/>
                  <a:gd name="T3" fmla="*/ 44 h 148"/>
                  <a:gd name="T4" fmla="*/ 106 w 180"/>
                  <a:gd name="T5" fmla="*/ 38 h 148"/>
                  <a:gd name="T6" fmla="*/ 100 w 180"/>
                  <a:gd name="T7" fmla="*/ 36 h 148"/>
                  <a:gd name="T8" fmla="*/ 96 w 180"/>
                  <a:gd name="T9" fmla="*/ 34 h 148"/>
                  <a:gd name="T10" fmla="*/ 80 w 180"/>
                  <a:gd name="T11" fmla="*/ 52 h 148"/>
                  <a:gd name="T12" fmla="*/ 74 w 180"/>
                  <a:gd name="T13" fmla="*/ 50 h 148"/>
                  <a:gd name="T14" fmla="*/ 56 w 180"/>
                  <a:gd name="T15" fmla="*/ 46 h 148"/>
                  <a:gd name="T16" fmla="*/ 40 w 180"/>
                  <a:gd name="T17" fmla="*/ 40 h 148"/>
                  <a:gd name="T18" fmla="*/ 34 w 180"/>
                  <a:gd name="T19" fmla="*/ 28 h 148"/>
                  <a:gd name="T20" fmla="*/ 34 w 180"/>
                  <a:gd name="T21" fmla="*/ 30 h 148"/>
                  <a:gd name="T22" fmla="*/ 28 w 180"/>
                  <a:gd name="T23" fmla="*/ 30 h 148"/>
                  <a:gd name="T24" fmla="*/ 26 w 180"/>
                  <a:gd name="T25" fmla="*/ 32 h 148"/>
                  <a:gd name="T26" fmla="*/ 16 w 180"/>
                  <a:gd name="T27" fmla="*/ 42 h 148"/>
                  <a:gd name="T28" fmla="*/ 10 w 180"/>
                  <a:gd name="T29" fmla="*/ 42 h 148"/>
                  <a:gd name="T30" fmla="*/ 8 w 180"/>
                  <a:gd name="T31" fmla="*/ 48 h 148"/>
                  <a:gd name="T32" fmla="*/ 2 w 180"/>
                  <a:gd name="T33" fmla="*/ 38 h 148"/>
                  <a:gd name="T34" fmla="*/ 0 w 180"/>
                  <a:gd name="T35" fmla="*/ 54 h 148"/>
                  <a:gd name="T36" fmla="*/ 10 w 180"/>
                  <a:gd name="T37" fmla="*/ 58 h 148"/>
                  <a:gd name="T38" fmla="*/ 12 w 180"/>
                  <a:gd name="T39" fmla="*/ 62 h 148"/>
                  <a:gd name="T40" fmla="*/ 24 w 180"/>
                  <a:gd name="T41" fmla="*/ 68 h 148"/>
                  <a:gd name="T42" fmla="*/ 26 w 180"/>
                  <a:gd name="T43" fmla="*/ 76 h 148"/>
                  <a:gd name="T44" fmla="*/ 42 w 180"/>
                  <a:gd name="T45" fmla="*/ 90 h 148"/>
                  <a:gd name="T46" fmla="*/ 56 w 180"/>
                  <a:gd name="T47" fmla="*/ 110 h 148"/>
                  <a:gd name="T48" fmla="*/ 68 w 180"/>
                  <a:gd name="T49" fmla="*/ 130 h 148"/>
                  <a:gd name="T50" fmla="*/ 76 w 180"/>
                  <a:gd name="T51" fmla="*/ 130 h 148"/>
                  <a:gd name="T52" fmla="*/ 90 w 180"/>
                  <a:gd name="T53" fmla="*/ 130 h 148"/>
                  <a:gd name="T54" fmla="*/ 108 w 180"/>
                  <a:gd name="T55" fmla="*/ 146 h 148"/>
                  <a:gd name="T56" fmla="*/ 110 w 180"/>
                  <a:gd name="T57" fmla="*/ 144 h 148"/>
                  <a:gd name="T58" fmla="*/ 122 w 180"/>
                  <a:gd name="T59" fmla="*/ 144 h 148"/>
                  <a:gd name="T60" fmla="*/ 136 w 180"/>
                  <a:gd name="T61" fmla="*/ 142 h 148"/>
                  <a:gd name="T62" fmla="*/ 152 w 180"/>
                  <a:gd name="T63" fmla="*/ 138 h 148"/>
                  <a:gd name="T64" fmla="*/ 180 w 180"/>
                  <a:gd name="T65" fmla="*/ 130 h 148"/>
                  <a:gd name="T66" fmla="*/ 168 w 180"/>
                  <a:gd name="T67" fmla="*/ 112 h 148"/>
                  <a:gd name="T68" fmla="*/ 162 w 180"/>
                  <a:gd name="T69" fmla="*/ 94 h 148"/>
                  <a:gd name="T70" fmla="*/ 150 w 180"/>
                  <a:gd name="T71" fmla="*/ 78 h 148"/>
                  <a:gd name="T72" fmla="*/ 138 w 180"/>
                  <a:gd name="T73" fmla="*/ 70 h 148"/>
                  <a:gd name="T74" fmla="*/ 140 w 180"/>
                  <a:gd name="T75" fmla="*/ 62 h 148"/>
                  <a:gd name="T76" fmla="*/ 154 w 180"/>
                  <a:gd name="T77" fmla="*/ 58 h 148"/>
                  <a:gd name="T78" fmla="*/ 156 w 180"/>
                  <a:gd name="T79" fmla="*/ 26 h 148"/>
                  <a:gd name="T80" fmla="*/ 156 w 180"/>
                  <a:gd name="T81" fmla="*/ 26 h 148"/>
                  <a:gd name="T82" fmla="*/ 154 w 180"/>
                  <a:gd name="T83" fmla="*/ 28 h 148"/>
                  <a:gd name="T84" fmla="*/ 152 w 180"/>
                  <a:gd name="T85" fmla="*/ 28 h 148"/>
                  <a:gd name="T86" fmla="*/ 152 w 180"/>
                  <a:gd name="T87" fmla="*/ 32 h 148"/>
                  <a:gd name="T88" fmla="*/ 148 w 180"/>
                  <a:gd name="T89" fmla="*/ 28 h 148"/>
                  <a:gd name="T90" fmla="*/ 142 w 180"/>
                  <a:gd name="T91" fmla="*/ 24 h 148"/>
                  <a:gd name="T92" fmla="*/ 142 w 180"/>
                  <a:gd name="T93" fmla="*/ 0 h 148"/>
                  <a:gd name="T94" fmla="*/ 136 w 180"/>
                  <a:gd name="T95" fmla="*/ 6 h 148"/>
                  <a:gd name="T96" fmla="*/ 134 w 180"/>
                  <a:gd name="T97" fmla="*/ 14 h 148"/>
                  <a:gd name="T98" fmla="*/ 132 w 180"/>
                  <a:gd name="T99" fmla="*/ 20 h 148"/>
                  <a:gd name="T100" fmla="*/ 130 w 180"/>
                  <a:gd name="T101" fmla="*/ 22 h 148"/>
                  <a:gd name="T102" fmla="*/ 126 w 180"/>
                  <a:gd name="T103" fmla="*/ 30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80" h="148">
                    <a:moveTo>
                      <a:pt x="126" y="30"/>
                    </a:moveTo>
                    <a:lnTo>
                      <a:pt x="126" y="30"/>
                    </a:lnTo>
                    <a:lnTo>
                      <a:pt x="120" y="38"/>
                    </a:lnTo>
                    <a:lnTo>
                      <a:pt x="112" y="44"/>
                    </a:lnTo>
                    <a:lnTo>
                      <a:pt x="106" y="38"/>
                    </a:lnTo>
                    <a:lnTo>
                      <a:pt x="106" y="38"/>
                    </a:lnTo>
                    <a:lnTo>
                      <a:pt x="104" y="38"/>
                    </a:lnTo>
                    <a:lnTo>
                      <a:pt x="100" y="36"/>
                    </a:lnTo>
                    <a:lnTo>
                      <a:pt x="98" y="34"/>
                    </a:lnTo>
                    <a:lnTo>
                      <a:pt x="96" y="34"/>
                    </a:lnTo>
                    <a:lnTo>
                      <a:pt x="92" y="44"/>
                    </a:lnTo>
                    <a:lnTo>
                      <a:pt x="80" y="52"/>
                    </a:lnTo>
                    <a:lnTo>
                      <a:pt x="80" y="52"/>
                    </a:lnTo>
                    <a:lnTo>
                      <a:pt x="74" y="50"/>
                    </a:lnTo>
                    <a:lnTo>
                      <a:pt x="70" y="50"/>
                    </a:lnTo>
                    <a:lnTo>
                      <a:pt x="56" y="46"/>
                    </a:lnTo>
                    <a:lnTo>
                      <a:pt x="50" y="48"/>
                    </a:lnTo>
                    <a:lnTo>
                      <a:pt x="40" y="40"/>
                    </a:lnTo>
                    <a:lnTo>
                      <a:pt x="40" y="40"/>
                    </a:lnTo>
                    <a:lnTo>
                      <a:pt x="34" y="28"/>
                    </a:lnTo>
                    <a:lnTo>
                      <a:pt x="34" y="28"/>
                    </a:lnTo>
                    <a:lnTo>
                      <a:pt x="34" y="30"/>
                    </a:lnTo>
                    <a:lnTo>
                      <a:pt x="30" y="30"/>
                    </a:lnTo>
                    <a:lnTo>
                      <a:pt x="28" y="30"/>
                    </a:lnTo>
                    <a:lnTo>
                      <a:pt x="26" y="32"/>
                    </a:lnTo>
                    <a:lnTo>
                      <a:pt x="26" y="32"/>
                    </a:lnTo>
                    <a:lnTo>
                      <a:pt x="24" y="40"/>
                    </a:lnTo>
                    <a:lnTo>
                      <a:pt x="16" y="42"/>
                    </a:lnTo>
                    <a:lnTo>
                      <a:pt x="10" y="42"/>
                    </a:lnTo>
                    <a:lnTo>
                      <a:pt x="10" y="42"/>
                    </a:lnTo>
                    <a:lnTo>
                      <a:pt x="8" y="48"/>
                    </a:lnTo>
                    <a:lnTo>
                      <a:pt x="8" y="48"/>
                    </a:lnTo>
                    <a:lnTo>
                      <a:pt x="2" y="38"/>
                    </a:lnTo>
                    <a:lnTo>
                      <a:pt x="2" y="38"/>
                    </a:lnTo>
                    <a:lnTo>
                      <a:pt x="0" y="54"/>
                    </a:lnTo>
                    <a:lnTo>
                      <a:pt x="0" y="54"/>
                    </a:lnTo>
                    <a:lnTo>
                      <a:pt x="2" y="56"/>
                    </a:lnTo>
                    <a:lnTo>
                      <a:pt x="10" y="58"/>
                    </a:lnTo>
                    <a:lnTo>
                      <a:pt x="10" y="58"/>
                    </a:lnTo>
                    <a:lnTo>
                      <a:pt x="12" y="62"/>
                    </a:lnTo>
                    <a:lnTo>
                      <a:pt x="20" y="64"/>
                    </a:lnTo>
                    <a:lnTo>
                      <a:pt x="24" y="68"/>
                    </a:lnTo>
                    <a:lnTo>
                      <a:pt x="24" y="68"/>
                    </a:lnTo>
                    <a:lnTo>
                      <a:pt x="26" y="76"/>
                    </a:lnTo>
                    <a:lnTo>
                      <a:pt x="42" y="90"/>
                    </a:lnTo>
                    <a:lnTo>
                      <a:pt x="42" y="90"/>
                    </a:lnTo>
                    <a:lnTo>
                      <a:pt x="46" y="104"/>
                    </a:lnTo>
                    <a:lnTo>
                      <a:pt x="56" y="110"/>
                    </a:lnTo>
                    <a:lnTo>
                      <a:pt x="60" y="118"/>
                    </a:lnTo>
                    <a:lnTo>
                      <a:pt x="68" y="130"/>
                    </a:lnTo>
                    <a:lnTo>
                      <a:pt x="72" y="134"/>
                    </a:lnTo>
                    <a:lnTo>
                      <a:pt x="76" y="130"/>
                    </a:lnTo>
                    <a:lnTo>
                      <a:pt x="86" y="132"/>
                    </a:lnTo>
                    <a:lnTo>
                      <a:pt x="90" y="130"/>
                    </a:lnTo>
                    <a:lnTo>
                      <a:pt x="108" y="146"/>
                    </a:lnTo>
                    <a:lnTo>
                      <a:pt x="108" y="146"/>
                    </a:lnTo>
                    <a:lnTo>
                      <a:pt x="108" y="146"/>
                    </a:lnTo>
                    <a:lnTo>
                      <a:pt x="110" y="144"/>
                    </a:lnTo>
                    <a:lnTo>
                      <a:pt x="122" y="144"/>
                    </a:lnTo>
                    <a:lnTo>
                      <a:pt x="122" y="144"/>
                    </a:lnTo>
                    <a:lnTo>
                      <a:pt x="124" y="148"/>
                    </a:lnTo>
                    <a:lnTo>
                      <a:pt x="136" y="142"/>
                    </a:lnTo>
                    <a:lnTo>
                      <a:pt x="144" y="142"/>
                    </a:lnTo>
                    <a:lnTo>
                      <a:pt x="152" y="138"/>
                    </a:lnTo>
                    <a:lnTo>
                      <a:pt x="160" y="130"/>
                    </a:lnTo>
                    <a:lnTo>
                      <a:pt x="180" y="130"/>
                    </a:lnTo>
                    <a:lnTo>
                      <a:pt x="180" y="116"/>
                    </a:lnTo>
                    <a:lnTo>
                      <a:pt x="168" y="112"/>
                    </a:lnTo>
                    <a:lnTo>
                      <a:pt x="168" y="112"/>
                    </a:lnTo>
                    <a:lnTo>
                      <a:pt x="162" y="94"/>
                    </a:lnTo>
                    <a:lnTo>
                      <a:pt x="156" y="86"/>
                    </a:lnTo>
                    <a:lnTo>
                      <a:pt x="150" y="78"/>
                    </a:lnTo>
                    <a:lnTo>
                      <a:pt x="138" y="70"/>
                    </a:lnTo>
                    <a:lnTo>
                      <a:pt x="138" y="70"/>
                    </a:lnTo>
                    <a:lnTo>
                      <a:pt x="140" y="68"/>
                    </a:lnTo>
                    <a:lnTo>
                      <a:pt x="140" y="62"/>
                    </a:lnTo>
                    <a:lnTo>
                      <a:pt x="150" y="62"/>
                    </a:lnTo>
                    <a:lnTo>
                      <a:pt x="154" y="58"/>
                    </a:lnTo>
                    <a:lnTo>
                      <a:pt x="154" y="58"/>
                    </a:lnTo>
                    <a:lnTo>
                      <a:pt x="156" y="26"/>
                    </a:lnTo>
                    <a:lnTo>
                      <a:pt x="156" y="26"/>
                    </a:lnTo>
                    <a:lnTo>
                      <a:pt x="156" y="26"/>
                    </a:lnTo>
                    <a:lnTo>
                      <a:pt x="156" y="26"/>
                    </a:lnTo>
                    <a:lnTo>
                      <a:pt x="154" y="28"/>
                    </a:lnTo>
                    <a:lnTo>
                      <a:pt x="152" y="28"/>
                    </a:lnTo>
                    <a:lnTo>
                      <a:pt x="152" y="28"/>
                    </a:lnTo>
                    <a:lnTo>
                      <a:pt x="152" y="32"/>
                    </a:lnTo>
                    <a:lnTo>
                      <a:pt x="152" y="32"/>
                    </a:lnTo>
                    <a:lnTo>
                      <a:pt x="150" y="30"/>
                    </a:lnTo>
                    <a:lnTo>
                      <a:pt x="148" y="28"/>
                    </a:lnTo>
                    <a:lnTo>
                      <a:pt x="144" y="26"/>
                    </a:lnTo>
                    <a:lnTo>
                      <a:pt x="142" y="24"/>
                    </a:lnTo>
                    <a:lnTo>
                      <a:pt x="142" y="24"/>
                    </a:lnTo>
                    <a:lnTo>
                      <a:pt x="142" y="0"/>
                    </a:lnTo>
                    <a:lnTo>
                      <a:pt x="136" y="6"/>
                    </a:lnTo>
                    <a:lnTo>
                      <a:pt x="136" y="6"/>
                    </a:lnTo>
                    <a:lnTo>
                      <a:pt x="134" y="10"/>
                    </a:lnTo>
                    <a:lnTo>
                      <a:pt x="134" y="14"/>
                    </a:lnTo>
                    <a:lnTo>
                      <a:pt x="134" y="14"/>
                    </a:lnTo>
                    <a:lnTo>
                      <a:pt x="132" y="20"/>
                    </a:lnTo>
                    <a:lnTo>
                      <a:pt x="132" y="20"/>
                    </a:lnTo>
                    <a:lnTo>
                      <a:pt x="130" y="22"/>
                    </a:lnTo>
                    <a:lnTo>
                      <a:pt x="126" y="30"/>
                    </a:lnTo>
                    <a:lnTo>
                      <a:pt x="126" y="30"/>
                    </a:lnTo>
                    <a:lnTo>
                      <a:pt x="126"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1" name="Freeform 15"/>
              <p:cNvSpPr>
                <a:spLocks/>
              </p:cNvSpPr>
              <p:nvPr/>
            </p:nvSpPr>
            <p:spPr bwMode="gray">
              <a:xfrm>
                <a:off x="5339125" y="3817029"/>
                <a:ext cx="413945" cy="445250"/>
              </a:xfrm>
              <a:custGeom>
                <a:avLst/>
                <a:gdLst>
                  <a:gd name="T0" fmla="*/ 30 w 238"/>
                  <a:gd name="T1" fmla="*/ 102 h 256"/>
                  <a:gd name="T2" fmla="*/ 16 w 238"/>
                  <a:gd name="T3" fmla="*/ 138 h 256"/>
                  <a:gd name="T4" fmla="*/ 6 w 238"/>
                  <a:gd name="T5" fmla="*/ 158 h 256"/>
                  <a:gd name="T6" fmla="*/ 2 w 238"/>
                  <a:gd name="T7" fmla="*/ 178 h 256"/>
                  <a:gd name="T8" fmla="*/ 6 w 238"/>
                  <a:gd name="T9" fmla="*/ 188 h 256"/>
                  <a:gd name="T10" fmla="*/ 14 w 238"/>
                  <a:gd name="T11" fmla="*/ 218 h 256"/>
                  <a:gd name="T12" fmla="*/ 22 w 238"/>
                  <a:gd name="T13" fmla="*/ 238 h 256"/>
                  <a:gd name="T14" fmla="*/ 24 w 238"/>
                  <a:gd name="T15" fmla="*/ 244 h 256"/>
                  <a:gd name="T16" fmla="*/ 28 w 238"/>
                  <a:gd name="T17" fmla="*/ 250 h 256"/>
                  <a:gd name="T18" fmla="*/ 30 w 238"/>
                  <a:gd name="T19" fmla="*/ 250 h 256"/>
                  <a:gd name="T20" fmla="*/ 36 w 238"/>
                  <a:gd name="T21" fmla="*/ 246 h 256"/>
                  <a:gd name="T22" fmla="*/ 46 w 238"/>
                  <a:gd name="T23" fmla="*/ 244 h 256"/>
                  <a:gd name="T24" fmla="*/ 48 w 238"/>
                  <a:gd name="T25" fmla="*/ 238 h 256"/>
                  <a:gd name="T26" fmla="*/ 58 w 238"/>
                  <a:gd name="T27" fmla="*/ 238 h 256"/>
                  <a:gd name="T28" fmla="*/ 62 w 238"/>
                  <a:gd name="T29" fmla="*/ 246 h 256"/>
                  <a:gd name="T30" fmla="*/ 74 w 238"/>
                  <a:gd name="T31" fmla="*/ 250 h 256"/>
                  <a:gd name="T32" fmla="*/ 90 w 238"/>
                  <a:gd name="T33" fmla="*/ 254 h 256"/>
                  <a:gd name="T34" fmla="*/ 100 w 238"/>
                  <a:gd name="T35" fmla="*/ 256 h 256"/>
                  <a:gd name="T36" fmla="*/ 112 w 238"/>
                  <a:gd name="T37" fmla="*/ 250 h 256"/>
                  <a:gd name="T38" fmla="*/ 118 w 238"/>
                  <a:gd name="T39" fmla="*/ 238 h 256"/>
                  <a:gd name="T40" fmla="*/ 128 w 238"/>
                  <a:gd name="T41" fmla="*/ 244 h 256"/>
                  <a:gd name="T42" fmla="*/ 130 w 238"/>
                  <a:gd name="T43" fmla="*/ 246 h 256"/>
                  <a:gd name="T44" fmla="*/ 142 w 238"/>
                  <a:gd name="T45" fmla="*/ 244 h 256"/>
                  <a:gd name="T46" fmla="*/ 150 w 238"/>
                  <a:gd name="T47" fmla="*/ 230 h 256"/>
                  <a:gd name="T48" fmla="*/ 156 w 238"/>
                  <a:gd name="T49" fmla="*/ 224 h 256"/>
                  <a:gd name="T50" fmla="*/ 156 w 238"/>
                  <a:gd name="T51" fmla="*/ 218 h 256"/>
                  <a:gd name="T52" fmla="*/ 158 w 238"/>
                  <a:gd name="T53" fmla="*/ 210 h 256"/>
                  <a:gd name="T54" fmla="*/ 164 w 238"/>
                  <a:gd name="T55" fmla="*/ 216 h 256"/>
                  <a:gd name="T56" fmla="*/ 166 w 238"/>
                  <a:gd name="T57" fmla="*/ 232 h 256"/>
                  <a:gd name="T58" fmla="*/ 174 w 238"/>
                  <a:gd name="T59" fmla="*/ 236 h 256"/>
                  <a:gd name="T60" fmla="*/ 176 w 238"/>
                  <a:gd name="T61" fmla="*/ 234 h 256"/>
                  <a:gd name="T62" fmla="*/ 178 w 238"/>
                  <a:gd name="T63" fmla="*/ 230 h 256"/>
                  <a:gd name="T64" fmla="*/ 186 w 238"/>
                  <a:gd name="T65" fmla="*/ 220 h 256"/>
                  <a:gd name="T66" fmla="*/ 206 w 238"/>
                  <a:gd name="T67" fmla="*/ 186 h 256"/>
                  <a:gd name="T68" fmla="*/ 210 w 238"/>
                  <a:gd name="T69" fmla="*/ 162 h 256"/>
                  <a:gd name="T70" fmla="*/ 222 w 238"/>
                  <a:gd name="T71" fmla="*/ 110 h 256"/>
                  <a:gd name="T72" fmla="*/ 236 w 238"/>
                  <a:gd name="T73" fmla="*/ 102 h 256"/>
                  <a:gd name="T74" fmla="*/ 238 w 238"/>
                  <a:gd name="T75" fmla="*/ 92 h 256"/>
                  <a:gd name="T76" fmla="*/ 232 w 238"/>
                  <a:gd name="T77" fmla="*/ 84 h 256"/>
                  <a:gd name="T78" fmla="*/ 222 w 238"/>
                  <a:gd name="T79" fmla="*/ 78 h 256"/>
                  <a:gd name="T80" fmla="*/ 220 w 238"/>
                  <a:gd name="T81" fmla="*/ 38 h 256"/>
                  <a:gd name="T82" fmla="*/ 214 w 238"/>
                  <a:gd name="T83" fmla="*/ 22 h 256"/>
                  <a:gd name="T84" fmla="*/ 196 w 238"/>
                  <a:gd name="T85" fmla="*/ 0 h 256"/>
                  <a:gd name="T86" fmla="*/ 184 w 238"/>
                  <a:gd name="T87" fmla="*/ 14 h 256"/>
                  <a:gd name="T88" fmla="*/ 174 w 238"/>
                  <a:gd name="T89" fmla="*/ 24 h 256"/>
                  <a:gd name="T90" fmla="*/ 150 w 238"/>
                  <a:gd name="T91" fmla="*/ 22 h 256"/>
                  <a:gd name="T92" fmla="*/ 138 w 238"/>
                  <a:gd name="T93" fmla="*/ 16 h 256"/>
                  <a:gd name="T94" fmla="*/ 136 w 238"/>
                  <a:gd name="T95" fmla="*/ 22 h 256"/>
                  <a:gd name="T96" fmla="*/ 100 w 238"/>
                  <a:gd name="T97" fmla="*/ 22 h 256"/>
                  <a:gd name="T98" fmla="*/ 66 w 238"/>
                  <a:gd name="T99" fmla="*/ 22 h 256"/>
                  <a:gd name="T100" fmla="*/ 44 w 238"/>
                  <a:gd name="T101" fmla="*/ 38 h 256"/>
                  <a:gd name="T102" fmla="*/ 30 w 238"/>
                  <a:gd name="T103" fmla="*/ 66 h 2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38" h="256">
                    <a:moveTo>
                      <a:pt x="30" y="66"/>
                    </a:moveTo>
                    <a:lnTo>
                      <a:pt x="30" y="84"/>
                    </a:lnTo>
                    <a:lnTo>
                      <a:pt x="30" y="102"/>
                    </a:lnTo>
                    <a:lnTo>
                      <a:pt x="30" y="118"/>
                    </a:lnTo>
                    <a:lnTo>
                      <a:pt x="30" y="134"/>
                    </a:lnTo>
                    <a:lnTo>
                      <a:pt x="16" y="138"/>
                    </a:lnTo>
                    <a:lnTo>
                      <a:pt x="16" y="138"/>
                    </a:lnTo>
                    <a:lnTo>
                      <a:pt x="12" y="146"/>
                    </a:lnTo>
                    <a:lnTo>
                      <a:pt x="6" y="158"/>
                    </a:lnTo>
                    <a:lnTo>
                      <a:pt x="6" y="168"/>
                    </a:lnTo>
                    <a:lnTo>
                      <a:pt x="2" y="170"/>
                    </a:lnTo>
                    <a:lnTo>
                      <a:pt x="2" y="178"/>
                    </a:lnTo>
                    <a:lnTo>
                      <a:pt x="0" y="184"/>
                    </a:lnTo>
                    <a:lnTo>
                      <a:pt x="0" y="190"/>
                    </a:lnTo>
                    <a:lnTo>
                      <a:pt x="6" y="188"/>
                    </a:lnTo>
                    <a:lnTo>
                      <a:pt x="6" y="188"/>
                    </a:lnTo>
                    <a:lnTo>
                      <a:pt x="6" y="198"/>
                    </a:lnTo>
                    <a:lnTo>
                      <a:pt x="14" y="218"/>
                    </a:lnTo>
                    <a:lnTo>
                      <a:pt x="14" y="218"/>
                    </a:lnTo>
                    <a:lnTo>
                      <a:pt x="12" y="220"/>
                    </a:lnTo>
                    <a:lnTo>
                      <a:pt x="22" y="238"/>
                    </a:lnTo>
                    <a:lnTo>
                      <a:pt x="22" y="238"/>
                    </a:lnTo>
                    <a:lnTo>
                      <a:pt x="24" y="244"/>
                    </a:lnTo>
                    <a:lnTo>
                      <a:pt x="24" y="244"/>
                    </a:lnTo>
                    <a:lnTo>
                      <a:pt x="24" y="246"/>
                    </a:lnTo>
                    <a:lnTo>
                      <a:pt x="26" y="248"/>
                    </a:lnTo>
                    <a:lnTo>
                      <a:pt x="28" y="250"/>
                    </a:lnTo>
                    <a:lnTo>
                      <a:pt x="28" y="252"/>
                    </a:lnTo>
                    <a:lnTo>
                      <a:pt x="28" y="252"/>
                    </a:lnTo>
                    <a:lnTo>
                      <a:pt x="30" y="250"/>
                    </a:lnTo>
                    <a:lnTo>
                      <a:pt x="32" y="248"/>
                    </a:lnTo>
                    <a:lnTo>
                      <a:pt x="32" y="248"/>
                    </a:lnTo>
                    <a:lnTo>
                      <a:pt x="36" y="246"/>
                    </a:lnTo>
                    <a:lnTo>
                      <a:pt x="38" y="246"/>
                    </a:lnTo>
                    <a:lnTo>
                      <a:pt x="40" y="246"/>
                    </a:lnTo>
                    <a:lnTo>
                      <a:pt x="46" y="244"/>
                    </a:lnTo>
                    <a:lnTo>
                      <a:pt x="46" y="244"/>
                    </a:lnTo>
                    <a:lnTo>
                      <a:pt x="48" y="240"/>
                    </a:lnTo>
                    <a:lnTo>
                      <a:pt x="48" y="238"/>
                    </a:lnTo>
                    <a:lnTo>
                      <a:pt x="56" y="234"/>
                    </a:lnTo>
                    <a:lnTo>
                      <a:pt x="56" y="234"/>
                    </a:lnTo>
                    <a:lnTo>
                      <a:pt x="58" y="238"/>
                    </a:lnTo>
                    <a:lnTo>
                      <a:pt x="60" y="240"/>
                    </a:lnTo>
                    <a:lnTo>
                      <a:pt x="62" y="246"/>
                    </a:lnTo>
                    <a:lnTo>
                      <a:pt x="62" y="246"/>
                    </a:lnTo>
                    <a:lnTo>
                      <a:pt x="70" y="250"/>
                    </a:lnTo>
                    <a:lnTo>
                      <a:pt x="70" y="250"/>
                    </a:lnTo>
                    <a:lnTo>
                      <a:pt x="74" y="250"/>
                    </a:lnTo>
                    <a:lnTo>
                      <a:pt x="76" y="250"/>
                    </a:lnTo>
                    <a:lnTo>
                      <a:pt x="90" y="254"/>
                    </a:lnTo>
                    <a:lnTo>
                      <a:pt x="90" y="254"/>
                    </a:lnTo>
                    <a:lnTo>
                      <a:pt x="94" y="256"/>
                    </a:lnTo>
                    <a:lnTo>
                      <a:pt x="100" y="256"/>
                    </a:lnTo>
                    <a:lnTo>
                      <a:pt x="100" y="256"/>
                    </a:lnTo>
                    <a:lnTo>
                      <a:pt x="106" y="254"/>
                    </a:lnTo>
                    <a:lnTo>
                      <a:pt x="112" y="250"/>
                    </a:lnTo>
                    <a:lnTo>
                      <a:pt x="112" y="250"/>
                    </a:lnTo>
                    <a:lnTo>
                      <a:pt x="116" y="244"/>
                    </a:lnTo>
                    <a:lnTo>
                      <a:pt x="118" y="238"/>
                    </a:lnTo>
                    <a:lnTo>
                      <a:pt x="118" y="238"/>
                    </a:lnTo>
                    <a:lnTo>
                      <a:pt x="122" y="240"/>
                    </a:lnTo>
                    <a:lnTo>
                      <a:pt x="124" y="240"/>
                    </a:lnTo>
                    <a:lnTo>
                      <a:pt x="128" y="244"/>
                    </a:lnTo>
                    <a:lnTo>
                      <a:pt x="128" y="244"/>
                    </a:lnTo>
                    <a:lnTo>
                      <a:pt x="128" y="244"/>
                    </a:lnTo>
                    <a:lnTo>
                      <a:pt x="130" y="246"/>
                    </a:lnTo>
                    <a:lnTo>
                      <a:pt x="132" y="250"/>
                    </a:lnTo>
                    <a:lnTo>
                      <a:pt x="138" y="246"/>
                    </a:lnTo>
                    <a:lnTo>
                      <a:pt x="142" y="244"/>
                    </a:lnTo>
                    <a:lnTo>
                      <a:pt x="146" y="238"/>
                    </a:lnTo>
                    <a:lnTo>
                      <a:pt x="150" y="230"/>
                    </a:lnTo>
                    <a:lnTo>
                      <a:pt x="150" y="230"/>
                    </a:lnTo>
                    <a:lnTo>
                      <a:pt x="152" y="226"/>
                    </a:lnTo>
                    <a:lnTo>
                      <a:pt x="156" y="224"/>
                    </a:lnTo>
                    <a:lnTo>
                      <a:pt x="156" y="224"/>
                    </a:lnTo>
                    <a:lnTo>
                      <a:pt x="156" y="220"/>
                    </a:lnTo>
                    <a:lnTo>
                      <a:pt x="156" y="220"/>
                    </a:lnTo>
                    <a:lnTo>
                      <a:pt x="156" y="218"/>
                    </a:lnTo>
                    <a:lnTo>
                      <a:pt x="156" y="214"/>
                    </a:lnTo>
                    <a:lnTo>
                      <a:pt x="156" y="214"/>
                    </a:lnTo>
                    <a:lnTo>
                      <a:pt x="158" y="210"/>
                    </a:lnTo>
                    <a:lnTo>
                      <a:pt x="164" y="204"/>
                    </a:lnTo>
                    <a:lnTo>
                      <a:pt x="164" y="204"/>
                    </a:lnTo>
                    <a:lnTo>
                      <a:pt x="164" y="216"/>
                    </a:lnTo>
                    <a:lnTo>
                      <a:pt x="164" y="228"/>
                    </a:lnTo>
                    <a:lnTo>
                      <a:pt x="164" y="228"/>
                    </a:lnTo>
                    <a:lnTo>
                      <a:pt x="166" y="232"/>
                    </a:lnTo>
                    <a:lnTo>
                      <a:pt x="170" y="234"/>
                    </a:lnTo>
                    <a:lnTo>
                      <a:pt x="174" y="236"/>
                    </a:lnTo>
                    <a:lnTo>
                      <a:pt x="174" y="236"/>
                    </a:lnTo>
                    <a:lnTo>
                      <a:pt x="176" y="232"/>
                    </a:lnTo>
                    <a:lnTo>
                      <a:pt x="176" y="234"/>
                    </a:lnTo>
                    <a:lnTo>
                      <a:pt x="176" y="234"/>
                    </a:lnTo>
                    <a:lnTo>
                      <a:pt x="178" y="230"/>
                    </a:lnTo>
                    <a:lnTo>
                      <a:pt x="178" y="230"/>
                    </a:lnTo>
                    <a:lnTo>
                      <a:pt x="178" y="230"/>
                    </a:lnTo>
                    <a:lnTo>
                      <a:pt x="182" y="224"/>
                    </a:lnTo>
                    <a:lnTo>
                      <a:pt x="186" y="220"/>
                    </a:lnTo>
                    <a:lnTo>
                      <a:pt x="186" y="220"/>
                    </a:lnTo>
                    <a:lnTo>
                      <a:pt x="190" y="208"/>
                    </a:lnTo>
                    <a:lnTo>
                      <a:pt x="198" y="194"/>
                    </a:lnTo>
                    <a:lnTo>
                      <a:pt x="206" y="186"/>
                    </a:lnTo>
                    <a:lnTo>
                      <a:pt x="210" y="168"/>
                    </a:lnTo>
                    <a:lnTo>
                      <a:pt x="210" y="162"/>
                    </a:lnTo>
                    <a:lnTo>
                      <a:pt x="210" y="162"/>
                    </a:lnTo>
                    <a:lnTo>
                      <a:pt x="210" y="152"/>
                    </a:lnTo>
                    <a:lnTo>
                      <a:pt x="218" y="110"/>
                    </a:lnTo>
                    <a:lnTo>
                      <a:pt x="222" y="110"/>
                    </a:lnTo>
                    <a:lnTo>
                      <a:pt x="222" y="110"/>
                    </a:lnTo>
                    <a:lnTo>
                      <a:pt x="226" y="108"/>
                    </a:lnTo>
                    <a:lnTo>
                      <a:pt x="236" y="102"/>
                    </a:lnTo>
                    <a:lnTo>
                      <a:pt x="236" y="102"/>
                    </a:lnTo>
                    <a:lnTo>
                      <a:pt x="238" y="92"/>
                    </a:lnTo>
                    <a:lnTo>
                      <a:pt x="238" y="92"/>
                    </a:lnTo>
                    <a:lnTo>
                      <a:pt x="238" y="90"/>
                    </a:lnTo>
                    <a:lnTo>
                      <a:pt x="234" y="90"/>
                    </a:lnTo>
                    <a:lnTo>
                      <a:pt x="232" y="84"/>
                    </a:lnTo>
                    <a:lnTo>
                      <a:pt x="226" y="82"/>
                    </a:lnTo>
                    <a:lnTo>
                      <a:pt x="226" y="82"/>
                    </a:lnTo>
                    <a:lnTo>
                      <a:pt x="222" y="78"/>
                    </a:lnTo>
                    <a:lnTo>
                      <a:pt x="222" y="78"/>
                    </a:lnTo>
                    <a:lnTo>
                      <a:pt x="220" y="62"/>
                    </a:lnTo>
                    <a:lnTo>
                      <a:pt x="220" y="38"/>
                    </a:lnTo>
                    <a:lnTo>
                      <a:pt x="216" y="30"/>
                    </a:lnTo>
                    <a:lnTo>
                      <a:pt x="216" y="30"/>
                    </a:lnTo>
                    <a:lnTo>
                      <a:pt x="214" y="22"/>
                    </a:lnTo>
                    <a:lnTo>
                      <a:pt x="208" y="10"/>
                    </a:lnTo>
                    <a:lnTo>
                      <a:pt x="200" y="6"/>
                    </a:lnTo>
                    <a:lnTo>
                      <a:pt x="196" y="0"/>
                    </a:lnTo>
                    <a:lnTo>
                      <a:pt x="190" y="6"/>
                    </a:lnTo>
                    <a:lnTo>
                      <a:pt x="186" y="4"/>
                    </a:lnTo>
                    <a:lnTo>
                      <a:pt x="184" y="14"/>
                    </a:lnTo>
                    <a:lnTo>
                      <a:pt x="176" y="16"/>
                    </a:lnTo>
                    <a:lnTo>
                      <a:pt x="176" y="16"/>
                    </a:lnTo>
                    <a:lnTo>
                      <a:pt x="174" y="24"/>
                    </a:lnTo>
                    <a:lnTo>
                      <a:pt x="168" y="24"/>
                    </a:lnTo>
                    <a:lnTo>
                      <a:pt x="162" y="22"/>
                    </a:lnTo>
                    <a:lnTo>
                      <a:pt x="150" y="22"/>
                    </a:lnTo>
                    <a:lnTo>
                      <a:pt x="138" y="22"/>
                    </a:lnTo>
                    <a:lnTo>
                      <a:pt x="138" y="22"/>
                    </a:lnTo>
                    <a:lnTo>
                      <a:pt x="138" y="16"/>
                    </a:lnTo>
                    <a:lnTo>
                      <a:pt x="136" y="16"/>
                    </a:lnTo>
                    <a:lnTo>
                      <a:pt x="136" y="16"/>
                    </a:lnTo>
                    <a:lnTo>
                      <a:pt x="136" y="22"/>
                    </a:lnTo>
                    <a:lnTo>
                      <a:pt x="124" y="22"/>
                    </a:lnTo>
                    <a:lnTo>
                      <a:pt x="112" y="22"/>
                    </a:lnTo>
                    <a:lnTo>
                      <a:pt x="100" y="22"/>
                    </a:lnTo>
                    <a:lnTo>
                      <a:pt x="90" y="22"/>
                    </a:lnTo>
                    <a:lnTo>
                      <a:pt x="78" y="22"/>
                    </a:lnTo>
                    <a:lnTo>
                      <a:pt x="66" y="22"/>
                    </a:lnTo>
                    <a:lnTo>
                      <a:pt x="56" y="22"/>
                    </a:lnTo>
                    <a:lnTo>
                      <a:pt x="44" y="22"/>
                    </a:lnTo>
                    <a:lnTo>
                      <a:pt x="44" y="38"/>
                    </a:lnTo>
                    <a:lnTo>
                      <a:pt x="44" y="58"/>
                    </a:lnTo>
                    <a:lnTo>
                      <a:pt x="30" y="58"/>
                    </a:lnTo>
                    <a:lnTo>
                      <a:pt x="30" y="66"/>
                    </a:lnTo>
                    <a:lnTo>
                      <a:pt x="30" y="66"/>
                    </a:lnTo>
                    <a:lnTo>
                      <a:pt x="30" y="6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2" name="Freeform 16"/>
              <p:cNvSpPr>
                <a:spLocks/>
              </p:cNvSpPr>
              <p:nvPr/>
            </p:nvSpPr>
            <p:spPr bwMode="gray">
              <a:xfrm>
                <a:off x="6288769" y="3330037"/>
                <a:ext cx="351332" cy="299152"/>
              </a:xfrm>
              <a:custGeom>
                <a:avLst/>
                <a:gdLst>
                  <a:gd name="T0" fmla="*/ 20 w 202"/>
                  <a:gd name="T1" fmla="*/ 60 h 172"/>
                  <a:gd name="T2" fmla="*/ 30 w 202"/>
                  <a:gd name="T3" fmla="*/ 64 h 172"/>
                  <a:gd name="T4" fmla="*/ 34 w 202"/>
                  <a:gd name="T5" fmla="*/ 56 h 172"/>
                  <a:gd name="T6" fmla="*/ 38 w 202"/>
                  <a:gd name="T7" fmla="*/ 52 h 172"/>
                  <a:gd name="T8" fmla="*/ 50 w 202"/>
                  <a:gd name="T9" fmla="*/ 44 h 172"/>
                  <a:gd name="T10" fmla="*/ 56 w 202"/>
                  <a:gd name="T11" fmla="*/ 38 h 172"/>
                  <a:gd name="T12" fmla="*/ 60 w 202"/>
                  <a:gd name="T13" fmla="*/ 26 h 172"/>
                  <a:gd name="T14" fmla="*/ 72 w 202"/>
                  <a:gd name="T15" fmla="*/ 22 h 172"/>
                  <a:gd name="T16" fmla="*/ 80 w 202"/>
                  <a:gd name="T17" fmla="*/ 22 h 172"/>
                  <a:gd name="T18" fmla="*/ 94 w 202"/>
                  <a:gd name="T19" fmla="*/ 22 h 172"/>
                  <a:gd name="T20" fmla="*/ 102 w 202"/>
                  <a:gd name="T21" fmla="*/ 26 h 172"/>
                  <a:gd name="T22" fmla="*/ 112 w 202"/>
                  <a:gd name="T23" fmla="*/ 26 h 172"/>
                  <a:gd name="T24" fmla="*/ 124 w 202"/>
                  <a:gd name="T25" fmla="*/ 26 h 172"/>
                  <a:gd name="T26" fmla="*/ 136 w 202"/>
                  <a:gd name="T27" fmla="*/ 18 h 172"/>
                  <a:gd name="T28" fmla="*/ 136 w 202"/>
                  <a:gd name="T29" fmla="*/ 10 h 172"/>
                  <a:gd name="T30" fmla="*/ 146 w 202"/>
                  <a:gd name="T31" fmla="*/ 0 h 172"/>
                  <a:gd name="T32" fmla="*/ 150 w 202"/>
                  <a:gd name="T33" fmla="*/ 10 h 172"/>
                  <a:gd name="T34" fmla="*/ 154 w 202"/>
                  <a:gd name="T35" fmla="*/ 14 h 172"/>
                  <a:gd name="T36" fmla="*/ 154 w 202"/>
                  <a:gd name="T37" fmla="*/ 30 h 172"/>
                  <a:gd name="T38" fmla="*/ 166 w 202"/>
                  <a:gd name="T39" fmla="*/ 30 h 172"/>
                  <a:gd name="T40" fmla="*/ 176 w 202"/>
                  <a:gd name="T41" fmla="*/ 26 h 172"/>
                  <a:gd name="T42" fmla="*/ 184 w 202"/>
                  <a:gd name="T43" fmla="*/ 22 h 172"/>
                  <a:gd name="T44" fmla="*/ 188 w 202"/>
                  <a:gd name="T45" fmla="*/ 26 h 172"/>
                  <a:gd name="T46" fmla="*/ 202 w 202"/>
                  <a:gd name="T47" fmla="*/ 22 h 172"/>
                  <a:gd name="T48" fmla="*/ 196 w 202"/>
                  <a:gd name="T49" fmla="*/ 26 h 172"/>
                  <a:gd name="T50" fmla="*/ 188 w 202"/>
                  <a:gd name="T51" fmla="*/ 30 h 172"/>
                  <a:gd name="T52" fmla="*/ 172 w 202"/>
                  <a:gd name="T53" fmla="*/ 34 h 172"/>
                  <a:gd name="T54" fmla="*/ 162 w 202"/>
                  <a:gd name="T55" fmla="*/ 38 h 172"/>
                  <a:gd name="T56" fmla="*/ 150 w 202"/>
                  <a:gd name="T57" fmla="*/ 48 h 172"/>
                  <a:gd name="T58" fmla="*/ 154 w 202"/>
                  <a:gd name="T59" fmla="*/ 56 h 172"/>
                  <a:gd name="T60" fmla="*/ 154 w 202"/>
                  <a:gd name="T61" fmla="*/ 66 h 172"/>
                  <a:gd name="T62" fmla="*/ 146 w 202"/>
                  <a:gd name="T63" fmla="*/ 74 h 172"/>
                  <a:gd name="T64" fmla="*/ 150 w 202"/>
                  <a:gd name="T65" fmla="*/ 86 h 172"/>
                  <a:gd name="T66" fmla="*/ 136 w 202"/>
                  <a:gd name="T67" fmla="*/ 86 h 172"/>
                  <a:gd name="T68" fmla="*/ 136 w 202"/>
                  <a:gd name="T69" fmla="*/ 94 h 172"/>
                  <a:gd name="T70" fmla="*/ 136 w 202"/>
                  <a:gd name="T71" fmla="*/ 100 h 172"/>
                  <a:gd name="T72" fmla="*/ 124 w 202"/>
                  <a:gd name="T73" fmla="*/ 108 h 172"/>
                  <a:gd name="T74" fmla="*/ 124 w 202"/>
                  <a:gd name="T75" fmla="*/ 116 h 172"/>
                  <a:gd name="T76" fmla="*/ 120 w 202"/>
                  <a:gd name="T77" fmla="*/ 126 h 172"/>
                  <a:gd name="T78" fmla="*/ 112 w 202"/>
                  <a:gd name="T79" fmla="*/ 126 h 172"/>
                  <a:gd name="T80" fmla="*/ 98 w 202"/>
                  <a:gd name="T81" fmla="*/ 130 h 172"/>
                  <a:gd name="T82" fmla="*/ 94 w 202"/>
                  <a:gd name="T83" fmla="*/ 138 h 172"/>
                  <a:gd name="T84" fmla="*/ 86 w 202"/>
                  <a:gd name="T85" fmla="*/ 138 h 172"/>
                  <a:gd name="T86" fmla="*/ 84 w 202"/>
                  <a:gd name="T87" fmla="*/ 152 h 172"/>
                  <a:gd name="T88" fmla="*/ 84 w 202"/>
                  <a:gd name="T89" fmla="*/ 160 h 172"/>
                  <a:gd name="T90" fmla="*/ 68 w 202"/>
                  <a:gd name="T91" fmla="*/ 168 h 172"/>
                  <a:gd name="T92" fmla="*/ 54 w 202"/>
                  <a:gd name="T93" fmla="*/ 168 h 172"/>
                  <a:gd name="T94" fmla="*/ 38 w 202"/>
                  <a:gd name="T95" fmla="*/ 168 h 172"/>
                  <a:gd name="T96" fmla="*/ 16 w 202"/>
                  <a:gd name="T97" fmla="*/ 168 h 172"/>
                  <a:gd name="T98" fmla="*/ 8 w 202"/>
                  <a:gd name="T99" fmla="*/ 160 h 172"/>
                  <a:gd name="T100" fmla="*/ 20 w 202"/>
                  <a:gd name="T101" fmla="*/ 142 h 172"/>
                  <a:gd name="T102" fmla="*/ 12 w 202"/>
                  <a:gd name="T103" fmla="*/ 134 h 172"/>
                  <a:gd name="T104" fmla="*/ 4 w 202"/>
                  <a:gd name="T105" fmla="*/ 122 h 172"/>
                  <a:gd name="T106" fmla="*/ 0 w 202"/>
                  <a:gd name="T107" fmla="*/ 108 h 172"/>
                  <a:gd name="T108" fmla="*/ 4 w 202"/>
                  <a:gd name="T109" fmla="*/ 96 h 172"/>
                  <a:gd name="T110" fmla="*/ 0 w 202"/>
                  <a:gd name="T111" fmla="*/ 86 h 172"/>
                  <a:gd name="T112" fmla="*/ 0 w 202"/>
                  <a:gd name="T113" fmla="*/ 74 h 172"/>
                  <a:gd name="T114" fmla="*/ 8 w 202"/>
                  <a:gd name="T115" fmla="*/ 64 h 172"/>
                  <a:gd name="T116" fmla="*/ 12 w 202"/>
                  <a:gd name="T117" fmla="*/ 56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2" h="172">
                    <a:moveTo>
                      <a:pt x="12" y="56"/>
                    </a:moveTo>
                    <a:lnTo>
                      <a:pt x="12" y="60"/>
                    </a:lnTo>
                    <a:lnTo>
                      <a:pt x="16" y="60"/>
                    </a:lnTo>
                    <a:lnTo>
                      <a:pt x="20" y="60"/>
                    </a:lnTo>
                    <a:lnTo>
                      <a:pt x="24" y="60"/>
                    </a:lnTo>
                    <a:lnTo>
                      <a:pt x="24" y="64"/>
                    </a:lnTo>
                    <a:lnTo>
                      <a:pt x="28" y="64"/>
                    </a:lnTo>
                    <a:lnTo>
                      <a:pt x="30" y="64"/>
                    </a:lnTo>
                    <a:lnTo>
                      <a:pt x="30" y="60"/>
                    </a:lnTo>
                    <a:lnTo>
                      <a:pt x="34" y="60"/>
                    </a:lnTo>
                    <a:lnTo>
                      <a:pt x="38" y="56"/>
                    </a:lnTo>
                    <a:lnTo>
                      <a:pt x="34" y="56"/>
                    </a:lnTo>
                    <a:lnTo>
                      <a:pt x="38" y="56"/>
                    </a:lnTo>
                    <a:lnTo>
                      <a:pt x="38" y="52"/>
                    </a:lnTo>
                    <a:lnTo>
                      <a:pt x="34" y="52"/>
                    </a:lnTo>
                    <a:lnTo>
                      <a:pt x="38" y="52"/>
                    </a:lnTo>
                    <a:lnTo>
                      <a:pt x="42" y="48"/>
                    </a:lnTo>
                    <a:lnTo>
                      <a:pt x="46" y="48"/>
                    </a:lnTo>
                    <a:lnTo>
                      <a:pt x="50" y="48"/>
                    </a:lnTo>
                    <a:lnTo>
                      <a:pt x="50" y="44"/>
                    </a:lnTo>
                    <a:lnTo>
                      <a:pt x="54" y="44"/>
                    </a:lnTo>
                    <a:lnTo>
                      <a:pt x="56" y="44"/>
                    </a:lnTo>
                    <a:lnTo>
                      <a:pt x="56" y="40"/>
                    </a:lnTo>
                    <a:lnTo>
                      <a:pt x="56" y="38"/>
                    </a:lnTo>
                    <a:lnTo>
                      <a:pt x="56" y="34"/>
                    </a:lnTo>
                    <a:lnTo>
                      <a:pt x="60" y="34"/>
                    </a:lnTo>
                    <a:lnTo>
                      <a:pt x="60" y="30"/>
                    </a:lnTo>
                    <a:lnTo>
                      <a:pt x="60" y="26"/>
                    </a:lnTo>
                    <a:lnTo>
                      <a:pt x="64" y="26"/>
                    </a:lnTo>
                    <a:lnTo>
                      <a:pt x="68" y="26"/>
                    </a:lnTo>
                    <a:lnTo>
                      <a:pt x="72" y="26"/>
                    </a:lnTo>
                    <a:lnTo>
                      <a:pt x="72" y="22"/>
                    </a:lnTo>
                    <a:lnTo>
                      <a:pt x="72" y="18"/>
                    </a:lnTo>
                    <a:lnTo>
                      <a:pt x="76" y="18"/>
                    </a:lnTo>
                    <a:lnTo>
                      <a:pt x="76" y="22"/>
                    </a:lnTo>
                    <a:lnTo>
                      <a:pt x="80" y="22"/>
                    </a:lnTo>
                    <a:lnTo>
                      <a:pt x="84" y="22"/>
                    </a:lnTo>
                    <a:lnTo>
                      <a:pt x="86" y="22"/>
                    </a:lnTo>
                    <a:lnTo>
                      <a:pt x="90" y="22"/>
                    </a:lnTo>
                    <a:lnTo>
                      <a:pt x="94" y="22"/>
                    </a:lnTo>
                    <a:lnTo>
                      <a:pt x="94" y="26"/>
                    </a:lnTo>
                    <a:lnTo>
                      <a:pt x="98" y="26"/>
                    </a:lnTo>
                    <a:lnTo>
                      <a:pt x="98" y="22"/>
                    </a:lnTo>
                    <a:lnTo>
                      <a:pt x="102" y="26"/>
                    </a:lnTo>
                    <a:lnTo>
                      <a:pt x="106" y="30"/>
                    </a:lnTo>
                    <a:lnTo>
                      <a:pt x="110" y="30"/>
                    </a:lnTo>
                    <a:lnTo>
                      <a:pt x="110" y="26"/>
                    </a:lnTo>
                    <a:lnTo>
                      <a:pt x="112" y="26"/>
                    </a:lnTo>
                    <a:lnTo>
                      <a:pt x="116" y="22"/>
                    </a:lnTo>
                    <a:lnTo>
                      <a:pt x="120" y="22"/>
                    </a:lnTo>
                    <a:lnTo>
                      <a:pt x="120" y="26"/>
                    </a:lnTo>
                    <a:lnTo>
                      <a:pt x="124" y="26"/>
                    </a:lnTo>
                    <a:lnTo>
                      <a:pt x="124" y="22"/>
                    </a:lnTo>
                    <a:lnTo>
                      <a:pt x="128" y="18"/>
                    </a:lnTo>
                    <a:lnTo>
                      <a:pt x="132" y="18"/>
                    </a:lnTo>
                    <a:lnTo>
                      <a:pt x="136" y="18"/>
                    </a:lnTo>
                    <a:lnTo>
                      <a:pt x="140" y="18"/>
                    </a:lnTo>
                    <a:lnTo>
                      <a:pt x="140" y="14"/>
                    </a:lnTo>
                    <a:lnTo>
                      <a:pt x="136" y="14"/>
                    </a:lnTo>
                    <a:lnTo>
                      <a:pt x="136" y="10"/>
                    </a:lnTo>
                    <a:lnTo>
                      <a:pt x="140" y="10"/>
                    </a:lnTo>
                    <a:lnTo>
                      <a:pt x="142" y="8"/>
                    </a:lnTo>
                    <a:lnTo>
                      <a:pt x="142" y="4"/>
                    </a:lnTo>
                    <a:lnTo>
                      <a:pt x="146" y="0"/>
                    </a:lnTo>
                    <a:lnTo>
                      <a:pt x="150" y="4"/>
                    </a:lnTo>
                    <a:lnTo>
                      <a:pt x="154" y="4"/>
                    </a:lnTo>
                    <a:lnTo>
                      <a:pt x="154" y="8"/>
                    </a:lnTo>
                    <a:lnTo>
                      <a:pt x="150" y="10"/>
                    </a:lnTo>
                    <a:lnTo>
                      <a:pt x="154" y="10"/>
                    </a:lnTo>
                    <a:lnTo>
                      <a:pt x="158" y="10"/>
                    </a:lnTo>
                    <a:lnTo>
                      <a:pt x="158" y="14"/>
                    </a:lnTo>
                    <a:lnTo>
                      <a:pt x="154" y="14"/>
                    </a:lnTo>
                    <a:lnTo>
                      <a:pt x="154" y="18"/>
                    </a:lnTo>
                    <a:lnTo>
                      <a:pt x="154" y="22"/>
                    </a:lnTo>
                    <a:lnTo>
                      <a:pt x="154" y="26"/>
                    </a:lnTo>
                    <a:lnTo>
                      <a:pt x="154" y="30"/>
                    </a:lnTo>
                    <a:lnTo>
                      <a:pt x="158" y="34"/>
                    </a:lnTo>
                    <a:lnTo>
                      <a:pt x="158" y="38"/>
                    </a:lnTo>
                    <a:lnTo>
                      <a:pt x="162" y="34"/>
                    </a:lnTo>
                    <a:lnTo>
                      <a:pt x="166" y="30"/>
                    </a:lnTo>
                    <a:lnTo>
                      <a:pt x="168" y="30"/>
                    </a:lnTo>
                    <a:lnTo>
                      <a:pt x="172" y="30"/>
                    </a:lnTo>
                    <a:lnTo>
                      <a:pt x="172" y="26"/>
                    </a:lnTo>
                    <a:lnTo>
                      <a:pt x="176" y="26"/>
                    </a:lnTo>
                    <a:lnTo>
                      <a:pt x="176" y="22"/>
                    </a:lnTo>
                    <a:lnTo>
                      <a:pt x="180" y="22"/>
                    </a:lnTo>
                    <a:lnTo>
                      <a:pt x="184" y="18"/>
                    </a:lnTo>
                    <a:lnTo>
                      <a:pt x="184" y="22"/>
                    </a:lnTo>
                    <a:lnTo>
                      <a:pt x="188" y="22"/>
                    </a:lnTo>
                    <a:lnTo>
                      <a:pt x="184" y="22"/>
                    </a:lnTo>
                    <a:lnTo>
                      <a:pt x="184" y="26"/>
                    </a:lnTo>
                    <a:lnTo>
                      <a:pt x="188" y="26"/>
                    </a:lnTo>
                    <a:lnTo>
                      <a:pt x="192" y="22"/>
                    </a:lnTo>
                    <a:lnTo>
                      <a:pt x="196" y="22"/>
                    </a:lnTo>
                    <a:lnTo>
                      <a:pt x="198" y="22"/>
                    </a:lnTo>
                    <a:lnTo>
                      <a:pt x="202" y="22"/>
                    </a:lnTo>
                    <a:lnTo>
                      <a:pt x="202" y="26"/>
                    </a:lnTo>
                    <a:lnTo>
                      <a:pt x="202" y="22"/>
                    </a:lnTo>
                    <a:lnTo>
                      <a:pt x="198" y="26"/>
                    </a:lnTo>
                    <a:lnTo>
                      <a:pt x="196" y="26"/>
                    </a:lnTo>
                    <a:lnTo>
                      <a:pt x="198" y="30"/>
                    </a:lnTo>
                    <a:lnTo>
                      <a:pt x="196" y="30"/>
                    </a:lnTo>
                    <a:lnTo>
                      <a:pt x="192" y="34"/>
                    </a:lnTo>
                    <a:lnTo>
                      <a:pt x="188" y="30"/>
                    </a:lnTo>
                    <a:lnTo>
                      <a:pt x="184" y="30"/>
                    </a:lnTo>
                    <a:lnTo>
                      <a:pt x="180" y="30"/>
                    </a:lnTo>
                    <a:lnTo>
                      <a:pt x="176" y="34"/>
                    </a:lnTo>
                    <a:lnTo>
                      <a:pt x="172" y="34"/>
                    </a:lnTo>
                    <a:lnTo>
                      <a:pt x="168" y="34"/>
                    </a:lnTo>
                    <a:lnTo>
                      <a:pt x="166" y="34"/>
                    </a:lnTo>
                    <a:lnTo>
                      <a:pt x="166" y="38"/>
                    </a:lnTo>
                    <a:lnTo>
                      <a:pt x="162" y="38"/>
                    </a:lnTo>
                    <a:lnTo>
                      <a:pt x="158" y="40"/>
                    </a:lnTo>
                    <a:lnTo>
                      <a:pt x="154" y="44"/>
                    </a:lnTo>
                    <a:lnTo>
                      <a:pt x="150" y="44"/>
                    </a:lnTo>
                    <a:lnTo>
                      <a:pt x="150" y="48"/>
                    </a:lnTo>
                    <a:lnTo>
                      <a:pt x="154" y="48"/>
                    </a:lnTo>
                    <a:lnTo>
                      <a:pt x="154" y="52"/>
                    </a:lnTo>
                    <a:lnTo>
                      <a:pt x="158" y="52"/>
                    </a:lnTo>
                    <a:lnTo>
                      <a:pt x="154" y="56"/>
                    </a:lnTo>
                    <a:lnTo>
                      <a:pt x="158" y="56"/>
                    </a:lnTo>
                    <a:lnTo>
                      <a:pt x="158" y="60"/>
                    </a:lnTo>
                    <a:lnTo>
                      <a:pt x="158" y="64"/>
                    </a:lnTo>
                    <a:lnTo>
                      <a:pt x="154" y="66"/>
                    </a:lnTo>
                    <a:lnTo>
                      <a:pt x="154" y="70"/>
                    </a:lnTo>
                    <a:lnTo>
                      <a:pt x="150" y="70"/>
                    </a:lnTo>
                    <a:lnTo>
                      <a:pt x="150" y="74"/>
                    </a:lnTo>
                    <a:lnTo>
                      <a:pt x="146" y="74"/>
                    </a:lnTo>
                    <a:lnTo>
                      <a:pt x="146" y="78"/>
                    </a:lnTo>
                    <a:lnTo>
                      <a:pt x="150" y="78"/>
                    </a:lnTo>
                    <a:lnTo>
                      <a:pt x="150" y="82"/>
                    </a:lnTo>
                    <a:lnTo>
                      <a:pt x="150" y="86"/>
                    </a:lnTo>
                    <a:lnTo>
                      <a:pt x="146" y="86"/>
                    </a:lnTo>
                    <a:lnTo>
                      <a:pt x="142" y="86"/>
                    </a:lnTo>
                    <a:lnTo>
                      <a:pt x="140" y="86"/>
                    </a:lnTo>
                    <a:lnTo>
                      <a:pt x="136" y="86"/>
                    </a:lnTo>
                    <a:lnTo>
                      <a:pt x="132" y="86"/>
                    </a:lnTo>
                    <a:lnTo>
                      <a:pt x="132" y="90"/>
                    </a:lnTo>
                    <a:lnTo>
                      <a:pt x="136" y="90"/>
                    </a:lnTo>
                    <a:lnTo>
                      <a:pt x="136" y="94"/>
                    </a:lnTo>
                    <a:lnTo>
                      <a:pt x="136" y="96"/>
                    </a:lnTo>
                    <a:lnTo>
                      <a:pt x="140" y="96"/>
                    </a:lnTo>
                    <a:lnTo>
                      <a:pt x="140" y="100"/>
                    </a:lnTo>
                    <a:lnTo>
                      <a:pt x="136" y="100"/>
                    </a:lnTo>
                    <a:lnTo>
                      <a:pt x="132" y="104"/>
                    </a:lnTo>
                    <a:lnTo>
                      <a:pt x="128" y="104"/>
                    </a:lnTo>
                    <a:lnTo>
                      <a:pt x="128" y="108"/>
                    </a:lnTo>
                    <a:lnTo>
                      <a:pt x="124" y="108"/>
                    </a:lnTo>
                    <a:lnTo>
                      <a:pt x="128" y="108"/>
                    </a:lnTo>
                    <a:lnTo>
                      <a:pt x="128" y="112"/>
                    </a:lnTo>
                    <a:lnTo>
                      <a:pt x="124" y="112"/>
                    </a:lnTo>
                    <a:lnTo>
                      <a:pt x="124" y="116"/>
                    </a:lnTo>
                    <a:lnTo>
                      <a:pt x="124" y="120"/>
                    </a:lnTo>
                    <a:lnTo>
                      <a:pt x="124" y="122"/>
                    </a:lnTo>
                    <a:lnTo>
                      <a:pt x="124" y="126"/>
                    </a:lnTo>
                    <a:lnTo>
                      <a:pt x="120" y="126"/>
                    </a:lnTo>
                    <a:lnTo>
                      <a:pt x="120" y="130"/>
                    </a:lnTo>
                    <a:lnTo>
                      <a:pt x="116" y="130"/>
                    </a:lnTo>
                    <a:lnTo>
                      <a:pt x="116" y="126"/>
                    </a:lnTo>
                    <a:lnTo>
                      <a:pt x="112" y="126"/>
                    </a:lnTo>
                    <a:lnTo>
                      <a:pt x="110" y="126"/>
                    </a:lnTo>
                    <a:lnTo>
                      <a:pt x="106" y="130"/>
                    </a:lnTo>
                    <a:lnTo>
                      <a:pt x="102" y="130"/>
                    </a:lnTo>
                    <a:lnTo>
                      <a:pt x="98" y="130"/>
                    </a:lnTo>
                    <a:lnTo>
                      <a:pt x="102" y="134"/>
                    </a:lnTo>
                    <a:lnTo>
                      <a:pt x="102" y="138"/>
                    </a:lnTo>
                    <a:lnTo>
                      <a:pt x="98" y="138"/>
                    </a:lnTo>
                    <a:lnTo>
                      <a:pt x="94" y="138"/>
                    </a:lnTo>
                    <a:lnTo>
                      <a:pt x="90" y="138"/>
                    </a:lnTo>
                    <a:lnTo>
                      <a:pt x="90" y="134"/>
                    </a:lnTo>
                    <a:lnTo>
                      <a:pt x="90" y="138"/>
                    </a:lnTo>
                    <a:lnTo>
                      <a:pt x="86" y="138"/>
                    </a:lnTo>
                    <a:lnTo>
                      <a:pt x="86" y="142"/>
                    </a:lnTo>
                    <a:lnTo>
                      <a:pt x="84" y="142"/>
                    </a:lnTo>
                    <a:lnTo>
                      <a:pt x="84" y="150"/>
                    </a:lnTo>
                    <a:lnTo>
                      <a:pt x="84" y="152"/>
                    </a:lnTo>
                    <a:lnTo>
                      <a:pt x="84" y="156"/>
                    </a:lnTo>
                    <a:lnTo>
                      <a:pt x="80" y="156"/>
                    </a:lnTo>
                    <a:lnTo>
                      <a:pt x="80" y="160"/>
                    </a:lnTo>
                    <a:lnTo>
                      <a:pt x="84" y="160"/>
                    </a:lnTo>
                    <a:lnTo>
                      <a:pt x="80" y="164"/>
                    </a:lnTo>
                    <a:lnTo>
                      <a:pt x="76" y="164"/>
                    </a:lnTo>
                    <a:lnTo>
                      <a:pt x="72" y="164"/>
                    </a:lnTo>
                    <a:lnTo>
                      <a:pt x="68" y="168"/>
                    </a:lnTo>
                    <a:lnTo>
                      <a:pt x="64" y="168"/>
                    </a:lnTo>
                    <a:lnTo>
                      <a:pt x="60" y="168"/>
                    </a:lnTo>
                    <a:lnTo>
                      <a:pt x="56" y="168"/>
                    </a:lnTo>
                    <a:lnTo>
                      <a:pt x="54" y="168"/>
                    </a:lnTo>
                    <a:lnTo>
                      <a:pt x="50" y="172"/>
                    </a:lnTo>
                    <a:lnTo>
                      <a:pt x="46" y="168"/>
                    </a:lnTo>
                    <a:lnTo>
                      <a:pt x="42" y="168"/>
                    </a:lnTo>
                    <a:lnTo>
                      <a:pt x="38" y="168"/>
                    </a:lnTo>
                    <a:lnTo>
                      <a:pt x="28" y="172"/>
                    </a:lnTo>
                    <a:lnTo>
                      <a:pt x="24" y="168"/>
                    </a:lnTo>
                    <a:lnTo>
                      <a:pt x="20" y="168"/>
                    </a:lnTo>
                    <a:lnTo>
                      <a:pt x="16" y="168"/>
                    </a:lnTo>
                    <a:lnTo>
                      <a:pt x="8" y="164"/>
                    </a:lnTo>
                    <a:lnTo>
                      <a:pt x="4" y="164"/>
                    </a:lnTo>
                    <a:lnTo>
                      <a:pt x="4" y="160"/>
                    </a:lnTo>
                    <a:lnTo>
                      <a:pt x="8" y="160"/>
                    </a:lnTo>
                    <a:lnTo>
                      <a:pt x="8" y="156"/>
                    </a:lnTo>
                    <a:lnTo>
                      <a:pt x="12" y="152"/>
                    </a:lnTo>
                    <a:lnTo>
                      <a:pt x="16" y="146"/>
                    </a:lnTo>
                    <a:lnTo>
                      <a:pt x="20" y="142"/>
                    </a:lnTo>
                    <a:lnTo>
                      <a:pt x="20" y="138"/>
                    </a:lnTo>
                    <a:lnTo>
                      <a:pt x="16" y="138"/>
                    </a:lnTo>
                    <a:lnTo>
                      <a:pt x="16" y="134"/>
                    </a:lnTo>
                    <a:lnTo>
                      <a:pt x="12" y="134"/>
                    </a:lnTo>
                    <a:lnTo>
                      <a:pt x="8" y="134"/>
                    </a:lnTo>
                    <a:lnTo>
                      <a:pt x="4" y="130"/>
                    </a:lnTo>
                    <a:lnTo>
                      <a:pt x="4" y="126"/>
                    </a:lnTo>
                    <a:lnTo>
                      <a:pt x="4" y="122"/>
                    </a:lnTo>
                    <a:lnTo>
                      <a:pt x="4" y="120"/>
                    </a:lnTo>
                    <a:lnTo>
                      <a:pt x="4" y="116"/>
                    </a:lnTo>
                    <a:lnTo>
                      <a:pt x="0" y="112"/>
                    </a:lnTo>
                    <a:lnTo>
                      <a:pt x="0" y="108"/>
                    </a:lnTo>
                    <a:lnTo>
                      <a:pt x="0" y="104"/>
                    </a:lnTo>
                    <a:lnTo>
                      <a:pt x="0" y="100"/>
                    </a:lnTo>
                    <a:lnTo>
                      <a:pt x="0" y="96"/>
                    </a:lnTo>
                    <a:lnTo>
                      <a:pt x="4" y="96"/>
                    </a:lnTo>
                    <a:lnTo>
                      <a:pt x="4" y="94"/>
                    </a:lnTo>
                    <a:lnTo>
                      <a:pt x="0" y="94"/>
                    </a:lnTo>
                    <a:lnTo>
                      <a:pt x="0" y="90"/>
                    </a:lnTo>
                    <a:lnTo>
                      <a:pt x="0" y="86"/>
                    </a:lnTo>
                    <a:lnTo>
                      <a:pt x="0" y="82"/>
                    </a:lnTo>
                    <a:lnTo>
                      <a:pt x="0" y="78"/>
                    </a:lnTo>
                    <a:lnTo>
                      <a:pt x="4" y="78"/>
                    </a:lnTo>
                    <a:lnTo>
                      <a:pt x="0" y="74"/>
                    </a:lnTo>
                    <a:lnTo>
                      <a:pt x="4" y="74"/>
                    </a:lnTo>
                    <a:lnTo>
                      <a:pt x="8" y="70"/>
                    </a:lnTo>
                    <a:lnTo>
                      <a:pt x="8" y="66"/>
                    </a:lnTo>
                    <a:lnTo>
                      <a:pt x="8" y="64"/>
                    </a:lnTo>
                    <a:lnTo>
                      <a:pt x="8" y="60"/>
                    </a:lnTo>
                    <a:lnTo>
                      <a:pt x="12" y="56"/>
                    </a:lnTo>
                    <a:lnTo>
                      <a:pt x="12" y="56"/>
                    </a:lnTo>
                    <a:lnTo>
                      <a:pt x="12"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3" name="Freeform 17"/>
              <p:cNvSpPr>
                <a:spLocks noEditPoints="1"/>
              </p:cNvSpPr>
              <p:nvPr/>
            </p:nvSpPr>
            <p:spPr bwMode="gray">
              <a:xfrm>
                <a:off x="5871341" y="3239595"/>
                <a:ext cx="76528" cy="76527"/>
              </a:xfrm>
              <a:custGeom>
                <a:avLst/>
                <a:gdLst>
                  <a:gd name="T0" fmla="*/ 40 w 44"/>
                  <a:gd name="T1" fmla="*/ 44 h 44"/>
                  <a:gd name="T2" fmla="*/ 36 w 44"/>
                  <a:gd name="T3" fmla="*/ 44 h 44"/>
                  <a:gd name="T4" fmla="*/ 36 w 44"/>
                  <a:gd name="T5" fmla="*/ 44 h 44"/>
                  <a:gd name="T6" fmla="*/ 36 w 44"/>
                  <a:gd name="T7" fmla="*/ 36 h 44"/>
                  <a:gd name="T8" fmla="*/ 32 w 44"/>
                  <a:gd name="T9" fmla="*/ 32 h 44"/>
                  <a:gd name="T10" fmla="*/ 28 w 44"/>
                  <a:gd name="T11" fmla="*/ 32 h 44"/>
                  <a:gd name="T12" fmla="*/ 28 w 44"/>
                  <a:gd name="T13" fmla="*/ 32 h 44"/>
                  <a:gd name="T14" fmla="*/ 22 w 44"/>
                  <a:gd name="T15" fmla="*/ 30 h 44"/>
                  <a:gd name="T16" fmla="*/ 18 w 44"/>
                  <a:gd name="T17" fmla="*/ 30 h 44"/>
                  <a:gd name="T18" fmla="*/ 18 w 44"/>
                  <a:gd name="T19" fmla="*/ 30 h 44"/>
                  <a:gd name="T20" fmla="*/ 14 w 44"/>
                  <a:gd name="T21" fmla="*/ 26 h 44"/>
                  <a:gd name="T22" fmla="*/ 10 w 44"/>
                  <a:gd name="T23" fmla="*/ 22 h 44"/>
                  <a:gd name="T24" fmla="*/ 6 w 44"/>
                  <a:gd name="T25" fmla="*/ 22 h 44"/>
                  <a:gd name="T26" fmla="*/ 2 w 44"/>
                  <a:gd name="T27" fmla="*/ 22 h 44"/>
                  <a:gd name="T28" fmla="*/ 0 w 44"/>
                  <a:gd name="T29" fmla="*/ 14 h 44"/>
                  <a:gd name="T30" fmla="*/ 2 w 44"/>
                  <a:gd name="T31" fmla="*/ 10 h 44"/>
                  <a:gd name="T32" fmla="*/ 0 w 44"/>
                  <a:gd name="T33" fmla="*/ 4 h 44"/>
                  <a:gd name="T34" fmla="*/ 0 w 44"/>
                  <a:gd name="T35" fmla="*/ 4 h 44"/>
                  <a:gd name="T36" fmla="*/ 2 w 44"/>
                  <a:gd name="T37" fmla="*/ 4 h 44"/>
                  <a:gd name="T38" fmla="*/ 2 w 44"/>
                  <a:gd name="T39" fmla="*/ 0 h 44"/>
                  <a:gd name="T40" fmla="*/ 6 w 44"/>
                  <a:gd name="T41" fmla="*/ 0 h 44"/>
                  <a:gd name="T42" fmla="*/ 10 w 44"/>
                  <a:gd name="T43" fmla="*/ 0 h 44"/>
                  <a:gd name="T44" fmla="*/ 18 w 44"/>
                  <a:gd name="T45" fmla="*/ 0 h 44"/>
                  <a:gd name="T46" fmla="*/ 22 w 44"/>
                  <a:gd name="T47" fmla="*/ 0 h 44"/>
                  <a:gd name="T48" fmla="*/ 24 w 44"/>
                  <a:gd name="T49" fmla="*/ 0 h 44"/>
                  <a:gd name="T50" fmla="*/ 22 w 44"/>
                  <a:gd name="T51" fmla="*/ 4 h 44"/>
                  <a:gd name="T52" fmla="*/ 22 w 44"/>
                  <a:gd name="T53" fmla="*/ 4 h 44"/>
                  <a:gd name="T54" fmla="*/ 28 w 44"/>
                  <a:gd name="T55" fmla="*/ 8 h 44"/>
                  <a:gd name="T56" fmla="*/ 24 w 44"/>
                  <a:gd name="T57" fmla="*/ 10 h 44"/>
                  <a:gd name="T58" fmla="*/ 28 w 44"/>
                  <a:gd name="T59" fmla="*/ 14 h 44"/>
                  <a:gd name="T60" fmla="*/ 32 w 44"/>
                  <a:gd name="T61" fmla="*/ 18 h 44"/>
                  <a:gd name="T62" fmla="*/ 32 w 44"/>
                  <a:gd name="T63" fmla="*/ 22 h 44"/>
                  <a:gd name="T64" fmla="*/ 32 w 44"/>
                  <a:gd name="T65" fmla="*/ 22 h 44"/>
                  <a:gd name="T66" fmla="*/ 28 w 44"/>
                  <a:gd name="T67" fmla="*/ 22 h 44"/>
                  <a:gd name="T68" fmla="*/ 32 w 44"/>
                  <a:gd name="T69" fmla="*/ 26 h 44"/>
                  <a:gd name="T70" fmla="*/ 32 w 44"/>
                  <a:gd name="T71" fmla="*/ 26 h 44"/>
                  <a:gd name="T72" fmla="*/ 32 w 44"/>
                  <a:gd name="T73" fmla="*/ 30 h 44"/>
                  <a:gd name="T74" fmla="*/ 36 w 44"/>
                  <a:gd name="T75" fmla="*/ 30 h 44"/>
                  <a:gd name="T76" fmla="*/ 36 w 44"/>
                  <a:gd name="T77" fmla="*/ 32 h 44"/>
                  <a:gd name="T78" fmla="*/ 40 w 44"/>
                  <a:gd name="T79" fmla="*/ 30 h 44"/>
                  <a:gd name="T80" fmla="*/ 40 w 44"/>
                  <a:gd name="T81" fmla="*/ 32 h 44"/>
                  <a:gd name="T82" fmla="*/ 40 w 44"/>
                  <a:gd name="T83" fmla="*/ 36 h 44"/>
                  <a:gd name="T84" fmla="*/ 44 w 44"/>
                  <a:gd name="T85" fmla="*/ 36 h 44"/>
                  <a:gd name="T86" fmla="*/ 40 w 44"/>
                  <a:gd name="T87" fmla="*/ 40 h 44"/>
                  <a:gd name="T88" fmla="*/ 40 w 44"/>
                  <a:gd name="T89" fmla="*/ 40 h 44"/>
                  <a:gd name="T90" fmla="*/ 40 w 44"/>
                  <a:gd name="T91" fmla="*/ 44 h 44"/>
                  <a:gd name="T92" fmla="*/ 44 w 44"/>
                  <a:gd name="T93" fmla="*/ 44 h 44"/>
                  <a:gd name="T94" fmla="*/ 22 w 44"/>
                  <a:gd name="T95" fmla="*/ 4 h 44"/>
                  <a:gd name="T96" fmla="*/ 22 w 44"/>
                  <a:gd name="T97" fmla="*/ 4 h 44"/>
                  <a:gd name="T98" fmla="*/ 24 w 44"/>
                  <a:gd name="T99" fmla="*/ 4 h 44"/>
                  <a:gd name="T100" fmla="*/ 24 w 44"/>
                  <a:gd name="T101" fmla="*/ 4 h 44"/>
                  <a:gd name="T102" fmla="*/ 28 w 44"/>
                  <a:gd name="T103" fmla="*/ 10 h 44"/>
                  <a:gd name="T104" fmla="*/ 28 w 44"/>
                  <a:gd name="T105" fmla="*/ 10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4" h="44">
                    <a:moveTo>
                      <a:pt x="44" y="44"/>
                    </a:moveTo>
                    <a:lnTo>
                      <a:pt x="44" y="44"/>
                    </a:lnTo>
                    <a:lnTo>
                      <a:pt x="40" y="44"/>
                    </a:lnTo>
                    <a:lnTo>
                      <a:pt x="40" y="44"/>
                    </a:lnTo>
                    <a:lnTo>
                      <a:pt x="40" y="44"/>
                    </a:lnTo>
                    <a:lnTo>
                      <a:pt x="40" y="44"/>
                    </a:lnTo>
                    <a:lnTo>
                      <a:pt x="40" y="44"/>
                    </a:lnTo>
                    <a:lnTo>
                      <a:pt x="36" y="44"/>
                    </a:lnTo>
                    <a:lnTo>
                      <a:pt x="36" y="44"/>
                    </a:lnTo>
                    <a:lnTo>
                      <a:pt x="36" y="44"/>
                    </a:lnTo>
                    <a:lnTo>
                      <a:pt x="36" y="44"/>
                    </a:lnTo>
                    <a:lnTo>
                      <a:pt x="36" y="44"/>
                    </a:lnTo>
                    <a:lnTo>
                      <a:pt x="32" y="40"/>
                    </a:lnTo>
                    <a:lnTo>
                      <a:pt x="32" y="40"/>
                    </a:lnTo>
                    <a:lnTo>
                      <a:pt x="36" y="36"/>
                    </a:lnTo>
                    <a:lnTo>
                      <a:pt x="36" y="36"/>
                    </a:lnTo>
                    <a:lnTo>
                      <a:pt x="36" y="36"/>
                    </a:lnTo>
                    <a:lnTo>
                      <a:pt x="32" y="36"/>
                    </a:lnTo>
                    <a:lnTo>
                      <a:pt x="32" y="32"/>
                    </a:lnTo>
                    <a:lnTo>
                      <a:pt x="32" y="32"/>
                    </a:lnTo>
                    <a:lnTo>
                      <a:pt x="32" y="32"/>
                    </a:lnTo>
                    <a:lnTo>
                      <a:pt x="32" y="32"/>
                    </a:lnTo>
                    <a:lnTo>
                      <a:pt x="28" y="32"/>
                    </a:lnTo>
                    <a:lnTo>
                      <a:pt x="28" y="32"/>
                    </a:lnTo>
                    <a:lnTo>
                      <a:pt x="28" y="32"/>
                    </a:lnTo>
                    <a:lnTo>
                      <a:pt x="28" y="32"/>
                    </a:lnTo>
                    <a:lnTo>
                      <a:pt x="28" y="32"/>
                    </a:lnTo>
                    <a:lnTo>
                      <a:pt x="28" y="32"/>
                    </a:lnTo>
                    <a:lnTo>
                      <a:pt x="24" y="32"/>
                    </a:lnTo>
                    <a:lnTo>
                      <a:pt x="24"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4" y="26"/>
                    </a:lnTo>
                    <a:lnTo>
                      <a:pt x="14" y="26"/>
                    </a:lnTo>
                    <a:lnTo>
                      <a:pt x="14" y="26"/>
                    </a:lnTo>
                    <a:lnTo>
                      <a:pt x="14" y="26"/>
                    </a:lnTo>
                    <a:lnTo>
                      <a:pt x="14" y="26"/>
                    </a:lnTo>
                    <a:lnTo>
                      <a:pt x="10" y="22"/>
                    </a:lnTo>
                    <a:lnTo>
                      <a:pt x="10" y="22"/>
                    </a:lnTo>
                    <a:lnTo>
                      <a:pt x="10" y="22"/>
                    </a:lnTo>
                    <a:lnTo>
                      <a:pt x="6" y="22"/>
                    </a:lnTo>
                    <a:lnTo>
                      <a:pt x="6" y="22"/>
                    </a:lnTo>
                    <a:lnTo>
                      <a:pt x="6" y="22"/>
                    </a:lnTo>
                    <a:lnTo>
                      <a:pt x="6" y="22"/>
                    </a:lnTo>
                    <a:lnTo>
                      <a:pt x="2" y="22"/>
                    </a:lnTo>
                    <a:lnTo>
                      <a:pt x="2" y="22"/>
                    </a:lnTo>
                    <a:lnTo>
                      <a:pt x="2" y="22"/>
                    </a:lnTo>
                    <a:lnTo>
                      <a:pt x="2" y="22"/>
                    </a:lnTo>
                    <a:lnTo>
                      <a:pt x="2" y="18"/>
                    </a:lnTo>
                    <a:lnTo>
                      <a:pt x="0" y="18"/>
                    </a:lnTo>
                    <a:lnTo>
                      <a:pt x="0" y="14"/>
                    </a:lnTo>
                    <a:lnTo>
                      <a:pt x="0" y="14"/>
                    </a:lnTo>
                    <a:lnTo>
                      <a:pt x="2" y="14"/>
                    </a:lnTo>
                    <a:lnTo>
                      <a:pt x="2" y="10"/>
                    </a:lnTo>
                    <a:lnTo>
                      <a:pt x="2" y="10"/>
                    </a:lnTo>
                    <a:lnTo>
                      <a:pt x="2" y="10"/>
                    </a:lnTo>
                    <a:lnTo>
                      <a:pt x="2" y="8"/>
                    </a:lnTo>
                    <a:lnTo>
                      <a:pt x="2" y="8"/>
                    </a:lnTo>
                    <a:lnTo>
                      <a:pt x="0" y="4"/>
                    </a:lnTo>
                    <a:lnTo>
                      <a:pt x="0" y="4"/>
                    </a:lnTo>
                    <a:lnTo>
                      <a:pt x="0" y="4"/>
                    </a:lnTo>
                    <a:lnTo>
                      <a:pt x="0" y="4"/>
                    </a:lnTo>
                    <a:lnTo>
                      <a:pt x="0" y="4"/>
                    </a:lnTo>
                    <a:lnTo>
                      <a:pt x="0" y="4"/>
                    </a:lnTo>
                    <a:lnTo>
                      <a:pt x="0" y="4"/>
                    </a:lnTo>
                    <a:lnTo>
                      <a:pt x="0" y="4"/>
                    </a:lnTo>
                    <a:lnTo>
                      <a:pt x="2" y="4"/>
                    </a:lnTo>
                    <a:lnTo>
                      <a:pt x="2" y="4"/>
                    </a:lnTo>
                    <a:lnTo>
                      <a:pt x="2" y="4"/>
                    </a:lnTo>
                    <a:lnTo>
                      <a:pt x="2" y="4"/>
                    </a:lnTo>
                    <a:lnTo>
                      <a:pt x="2" y="0"/>
                    </a:lnTo>
                    <a:lnTo>
                      <a:pt x="2" y="0"/>
                    </a:lnTo>
                    <a:lnTo>
                      <a:pt x="6" y="0"/>
                    </a:lnTo>
                    <a:lnTo>
                      <a:pt x="6" y="0"/>
                    </a:lnTo>
                    <a:lnTo>
                      <a:pt x="6" y="0"/>
                    </a:lnTo>
                    <a:lnTo>
                      <a:pt x="10" y="0"/>
                    </a:lnTo>
                    <a:lnTo>
                      <a:pt x="10" y="0"/>
                    </a:lnTo>
                    <a:lnTo>
                      <a:pt x="10" y="0"/>
                    </a:lnTo>
                    <a:lnTo>
                      <a:pt x="10" y="0"/>
                    </a:lnTo>
                    <a:lnTo>
                      <a:pt x="14" y="0"/>
                    </a:lnTo>
                    <a:lnTo>
                      <a:pt x="14" y="0"/>
                    </a:lnTo>
                    <a:lnTo>
                      <a:pt x="14" y="0"/>
                    </a:lnTo>
                    <a:lnTo>
                      <a:pt x="18" y="0"/>
                    </a:lnTo>
                    <a:lnTo>
                      <a:pt x="18" y="0"/>
                    </a:lnTo>
                    <a:lnTo>
                      <a:pt x="18" y="0"/>
                    </a:lnTo>
                    <a:lnTo>
                      <a:pt x="18" y="0"/>
                    </a:lnTo>
                    <a:lnTo>
                      <a:pt x="22" y="0"/>
                    </a:lnTo>
                    <a:lnTo>
                      <a:pt x="22" y="0"/>
                    </a:lnTo>
                    <a:lnTo>
                      <a:pt x="22" y="0"/>
                    </a:lnTo>
                    <a:lnTo>
                      <a:pt x="22" y="0"/>
                    </a:lnTo>
                    <a:lnTo>
                      <a:pt x="24" y="0"/>
                    </a:lnTo>
                    <a:lnTo>
                      <a:pt x="24" y="0"/>
                    </a:lnTo>
                    <a:lnTo>
                      <a:pt x="24" y="4"/>
                    </a:lnTo>
                    <a:lnTo>
                      <a:pt x="24" y="4"/>
                    </a:lnTo>
                    <a:lnTo>
                      <a:pt x="22" y="4"/>
                    </a:lnTo>
                    <a:lnTo>
                      <a:pt x="22" y="4"/>
                    </a:lnTo>
                    <a:lnTo>
                      <a:pt x="22" y="4"/>
                    </a:lnTo>
                    <a:lnTo>
                      <a:pt x="22" y="4"/>
                    </a:lnTo>
                    <a:lnTo>
                      <a:pt x="22" y="4"/>
                    </a:lnTo>
                    <a:lnTo>
                      <a:pt x="24" y="4"/>
                    </a:lnTo>
                    <a:lnTo>
                      <a:pt x="28" y="8"/>
                    </a:lnTo>
                    <a:lnTo>
                      <a:pt x="28" y="8"/>
                    </a:lnTo>
                    <a:lnTo>
                      <a:pt x="28" y="8"/>
                    </a:lnTo>
                    <a:lnTo>
                      <a:pt x="28" y="8"/>
                    </a:lnTo>
                    <a:lnTo>
                      <a:pt x="28" y="8"/>
                    </a:lnTo>
                    <a:lnTo>
                      <a:pt x="28" y="10"/>
                    </a:lnTo>
                    <a:lnTo>
                      <a:pt x="24" y="10"/>
                    </a:lnTo>
                    <a:lnTo>
                      <a:pt x="24" y="10"/>
                    </a:lnTo>
                    <a:lnTo>
                      <a:pt x="24" y="10"/>
                    </a:lnTo>
                    <a:lnTo>
                      <a:pt x="24" y="10"/>
                    </a:lnTo>
                    <a:lnTo>
                      <a:pt x="28" y="14"/>
                    </a:lnTo>
                    <a:lnTo>
                      <a:pt x="28" y="14"/>
                    </a:lnTo>
                    <a:lnTo>
                      <a:pt x="28" y="14"/>
                    </a:lnTo>
                    <a:lnTo>
                      <a:pt x="32" y="18"/>
                    </a:lnTo>
                    <a:lnTo>
                      <a:pt x="32" y="18"/>
                    </a:lnTo>
                    <a:lnTo>
                      <a:pt x="32" y="18"/>
                    </a:lnTo>
                    <a:lnTo>
                      <a:pt x="36" y="18"/>
                    </a:lnTo>
                    <a:lnTo>
                      <a:pt x="32" y="22"/>
                    </a:lnTo>
                    <a:lnTo>
                      <a:pt x="32" y="22"/>
                    </a:lnTo>
                    <a:lnTo>
                      <a:pt x="32" y="22"/>
                    </a:lnTo>
                    <a:lnTo>
                      <a:pt x="32" y="22"/>
                    </a:lnTo>
                    <a:lnTo>
                      <a:pt x="32" y="22"/>
                    </a:lnTo>
                    <a:lnTo>
                      <a:pt x="32" y="22"/>
                    </a:lnTo>
                    <a:lnTo>
                      <a:pt x="28" y="22"/>
                    </a:lnTo>
                    <a:lnTo>
                      <a:pt x="28" y="22"/>
                    </a:lnTo>
                    <a:lnTo>
                      <a:pt x="28" y="22"/>
                    </a:lnTo>
                    <a:lnTo>
                      <a:pt x="28" y="22"/>
                    </a:lnTo>
                    <a:lnTo>
                      <a:pt x="28" y="22"/>
                    </a:lnTo>
                    <a:lnTo>
                      <a:pt x="28" y="26"/>
                    </a:lnTo>
                    <a:lnTo>
                      <a:pt x="28" y="26"/>
                    </a:lnTo>
                    <a:lnTo>
                      <a:pt x="32" y="26"/>
                    </a:lnTo>
                    <a:lnTo>
                      <a:pt x="32" y="26"/>
                    </a:lnTo>
                    <a:lnTo>
                      <a:pt x="32" y="26"/>
                    </a:lnTo>
                    <a:lnTo>
                      <a:pt x="32" y="26"/>
                    </a:lnTo>
                    <a:lnTo>
                      <a:pt x="32" y="26"/>
                    </a:lnTo>
                    <a:lnTo>
                      <a:pt x="32" y="26"/>
                    </a:lnTo>
                    <a:lnTo>
                      <a:pt x="32" y="26"/>
                    </a:lnTo>
                    <a:lnTo>
                      <a:pt x="32" y="26"/>
                    </a:lnTo>
                    <a:lnTo>
                      <a:pt x="32" y="30"/>
                    </a:lnTo>
                    <a:lnTo>
                      <a:pt x="32" y="30"/>
                    </a:lnTo>
                    <a:lnTo>
                      <a:pt x="36" y="30"/>
                    </a:lnTo>
                    <a:lnTo>
                      <a:pt x="36" y="30"/>
                    </a:lnTo>
                    <a:lnTo>
                      <a:pt x="36" y="30"/>
                    </a:lnTo>
                    <a:lnTo>
                      <a:pt x="36" y="30"/>
                    </a:lnTo>
                    <a:lnTo>
                      <a:pt x="36" y="30"/>
                    </a:lnTo>
                    <a:lnTo>
                      <a:pt x="36" y="30"/>
                    </a:lnTo>
                    <a:lnTo>
                      <a:pt x="36" y="32"/>
                    </a:lnTo>
                    <a:lnTo>
                      <a:pt x="36" y="32"/>
                    </a:lnTo>
                    <a:lnTo>
                      <a:pt x="40" y="30"/>
                    </a:lnTo>
                    <a:lnTo>
                      <a:pt x="40" y="30"/>
                    </a:lnTo>
                    <a:lnTo>
                      <a:pt x="40" y="30"/>
                    </a:lnTo>
                    <a:lnTo>
                      <a:pt x="44" y="32"/>
                    </a:lnTo>
                    <a:lnTo>
                      <a:pt x="44" y="32"/>
                    </a:lnTo>
                    <a:lnTo>
                      <a:pt x="44" y="32"/>
                    </a:lnTo>
                    <a:lnTo>
                      <a:pt x="40" y="32"/>
                    </a:lnTo>
                    <a:lnTo>
                      <a:pt x="40" y="32"/>
                    </a:lnTo>
                    <a:lnTo>
                      <a:pt x="40" y="32"/>
                    </a:lnTo>
                    <a:lnTo>
                      <a:pt x="40" y="36"/>
                    </a:lnTo>
                    <a:lnTo>
                      <a:pt x="40" y="36"/>
                    </a:lnTo>
                    <a:lnTo>
                      <a:pt x="44" y="36"/>
                    </a:lnTo>
                    <a:lnTo>
                      <a:pt x="44" y="36"/>
                    </a:lnTo>
                    <a:lnTo>
                      <a:pt x="44" y="36"/>
                    </a:lnTo>
                    <a:lnTo>
                      <a:pt x="44" y="36"/>
                    </a:lnTo>
                    <a:lnTo>
                      <a:pt x="44" y="40"/>
                    </a:lnTo>
                    <a:lnTo>
                      <a:pt x="40" y="40"/>
                    </a:lnTo>
                    <a:lnTo>
                      <a:pt x="40" y="36"/>
                    </a:lnTo>
                    <a:lnTo>
                      <a:pt x="40" y="40"/>
                    </a:lnTo>
                    <a:lnTo>
                      <a:pt x="40" y="40"/>
                    </a:lnTo>
                    <a:lnTo>
                      <a:pt x="40" y="40"/>
                    </a:lnTo>
                    <a:lnTo>
                      <a:pt x="40" y="40"/>
                    </a:lnTo>
                    <a:lnTo>
                      <a:pt x="40" y="40"/>
                    </a:lnTo>
                    <a:lnTo>
                      <a:pt x="44" y="40"/>
                    </a:lnTo>
                    <a:lnTo>
                      <a:pt x="44" y="40"/>
                    </a:lnTo>
                    <a:lnTo>
                      <a:pt x="44" y="40"/>
                    </a:lnTo>
                    <a:lnTo>
                      <a:pt x="40" y="44"/>
                    </a:lnTo>
                    <a:lnTo>
                      <a:pt x="40" y="44"/>
                    </a:lnTo>
                    <a:lnTo>
                      <a:pt x="44" y="44"/>
                    </a:lnTo>
                    <a:lnTo>
                      <a:pt x="44" y="44"/>
                    </a:lnTo>
                    <a:lnTo>
                      <a:pt x="44" y="44"/>
                    </a:lnTo>
                    <a:close/>
                    <a:moveTo>
                      <a:pt x="22" y="4"/>
                    </a:moveTo>
                    <a:lnTo>
                      <a:pt x="22" y="4"/>
                    </a:lnTo>
                    <a:lnTo>
                      <a:pt x="22" y="4"/>
                    </a:lnTo>
                    <a:lnTo>
                      <a:pt x="22" y="4"/>
                    </a:lnTo>
                    <a:lnTo>
                      <a:pt x="22" y="4"/>
                    </a:lnTo>
                    <a:lnTo>
                      <a:pt x="22" y="4"/>
                    </a:lnTo>
                    <a:lnTo>
                      <a:pt x="22" y="4"/>
                    </a:lnTo>
                    <a:lnTo>
                      <a:pt x="22" y="4"/>
                    </a:lnTo>
                    <a:lnTo>
                      <a:pt x="22" y="4"/>
                    </a:lnTo>
                    <a:lnTo>
                      <a:pt x="22" y="4"/>
                    </a:lnTo>
                    <a:close/>
                    <a:moveTo>
                      <a:pt x="24" y="4"/>
                    </a:moveTo>
                    <a:lnTo>
                      <a:pt x="24" y="4"/>
                    </a:lnTo>
                    <a:lnTo>
                      <a:pt x="24" y="4"/>
                    </a:lnTo>
                    <a:lnTo>
                      <a:pt x="24" y="4"/>
                    </a:lnTo>
                    <a:lnTo>
                      <a:pt x="24" y="4"/>
                    </a:lnTo>
                    <a:lnTo>
                      <a:pt x="24" y="4"/>
                    </a:lnTo>
                    <a:lnTo>
                      <a:pt x="24" y="4"/>
                    </a:lnTo>
                    <a:close/>
                    <a:moveTo>
                      <a:pt x="28" y="10"/>
                    </a:moveTo>
                    <a:lnTo>
                      <a:pt x="28" y="10"/>
                    </a:lnTo>
                    <a:lnTo>
                      <a:pt x="28" y="10"/>
                    </a:lnTo>
                    <a:lnTo>
                      <a:pt x="28" y="10"/>
                    </a:lnTo>
                    <a:lnTo>
                      <a:pt x="28" y="10"/>
                    </a:lnTo>
                    <a:lnTo>
                      <a:pt x="28" y="10"/>
                    </a:lnTo>
                    <a:lnTo>
                      <a:pt x="28" y="10"/>
                    </a:lnTo>
                    <a:lnTo>
                      <a:pt x="28" y="10"/>
                    </a:lnTo>
                    <a:lnTo>
                      <a:pt x="28" y="10"/>
                    </a:lnTo>
                    <a:lnTo>
                      <a:pt x="2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4" name="Freeform 18"/>
              <p:cNvSpPr>
                <a:spLocks noEditPoints="1"/>
              </p:cNvSpPr>
              <p:nvPr/>
            </p:nvSpPr>
            <p:spPr bwMode="gray">
              <a:xfrm>
                <a:off x="5902652" y="3187420"/>
                <a:ext cx="166969" cy="149576"/>
              </a:xfrm>
              <a:custGeom>
                <a:avLst/>
                <a:gdLst>
                  <a:gd name="T0" fmla="*/ 78 w 96"/>
                  <a:gd name="T1" fmla="*/ 86 h 86"/>
                  <a:gd name="T2" fmla="*/ 56 w 96"/>
                  <a:gd name="T3" fmla="*/ 86 h 86"/>
                  <a:gd name="T4" fmla="*/ 48 w 96"/>
                  <a:gd name="T5" fmla="*/ 82 h 86"/>
                  <a:gd name="T6" fmla="*/ 44 w 96"/>
                  <a:gd name="T7" fmla="*/ 74 h 86"/>
                  <a:gd name="T8" fmla="*/ 48 w 96"/>
                  <a:gd name="T9" fmla="*/ 74 h 86"/>
                  <a:gd name="T10" fmla="*/ 48 w 96"/>
                  <a:gd name="T11" fmla="*/ 70 h 86"/>
                  <a:gd name="T12" fmla="*/ 48 w 96"/>
                  <a:gd name="T13" fmla="*/ 66 h 86"/>
                  <a:gd name="T14" fmla="*/ 48 w 96"/>
                  <a:gd name="T15" fmla="*/ 62 h 86"/>
                  <a:gd name="T16" fmla="*/ 40 w 96"/>
                  <a:gd name="T17" fmla="*/ 60 h 86"/>
                  <a:gd name="T18" fmla="*/ 32 w 96"/>
                  <a:gd name="T19" fmla="*/ 66 h 86"/>
                  <a:gd name="T20" fmla="*/ 30 w 96"/>
                  <a:gd name="T21" fmla="*/ 70 h 86"/>
                  <a:gd name="T22" fmla="*/ 26 w 96"/>
                  <a:gd name="T23" fmla="*/ 74 h 86"/>
                  <a:gd name="T24" fmla="*/ 22 w 96"/>
                  <a:gd name="T25" fmla="*/ 70 h 86"/>
                  <a:gd name="T26" fmla="*/ 26 w 96"/>
                  <a:gd name="T27" fmla="*/ 66 h 86"/>
                  <a:gd name="T28" fmla="*/ 22 w 96"/>
                  <a:gd name="T29" fmla="*/ 62 h 86"/>
                  <a:gd name="T30" fmla="*/ 22 w 96"/>
                  <a:gd name="T31" fmla="*/ 60 h 86"/>
                  <a:gd name="T32" fmla="*/ 18 w 96"/>
                  <a:gd name="T33" fmla="*/ 60 h 86"/>
                  <a:gd name="T34" fmla="*/ 14 w 96"/>
                  <a:gd name="T35" fmla="*/ 56 h 86"/>
                  <a:gd name="T36" fmla="*/ 10 w 96"/>
                  <a:gd name="T37" fmla="*/ 52 h 86"/>
                  <a:gd name="T38" fmla="*/ 14 w 96"/>
                  <a:gd name="T39" fmla="*/ 52 h 86"/>
                  <a:gd name="T40" fmla="*/ 14 w 96"/>
                  <a:gd name="T41" fmla="*/ 48 h 86"/>
                  <a:gd name="T42" fmla="*/ 6 w 96"/>
                  <a:gd name="T43" fmla="*/ 40 h 86"/>
                  <a:gd name="T44" fmla="*/ 6 w 96"/>
                  <a:gd name="T45" fmla="*/ 32 h 86"/>
                  <a:gd name="T46" fmla="*/ 6 w 96"/>
                  <a:gd name="T47" fmla="*/ 32 h 86"/>
                  <a:gd name="T48" fmla="*/ 4 w 96"/>
                  <a:gd name="T49" fmla="*/ 26 h 86"/>
                  <a:gd name="T50" fmla="*/ 10 w 96"/>
                  <a:gd name="T51" fmla="*/ 26 h 86"/>
                  <a:gd name="T52" fmla="*/ 14 w 96"/>
                  <a:gd name="T53" fmla="*/ 30 h 86"/>
                  <a:gd name="T54" fmla="*/ 18 w 96"/>
                  <a:gd name="T55" fmla="*/ 30 h 86"/>
                  <a:gd name="T56" fmla="*/ 22 w 96"/>
                  <a:gd name="T57" fmla="*/ 32 h 86"/>
                  <a:gd name="T58" fmla="*/ 26 w 96"/>
                  <a:gd name="T59" fmla="*/ 26 h 86"/>
                  <a:gd name="T60" fmla="*/ 18 w 96"/>
                  <a:gd name="T61" fmla="*/ 22 h 86"/>
                  <a:gd name="T62" fmla="*/ 22 w 96"/>
                  <a:gd name="T63" fmla="*/ 18 h 86"/>
                  <a:gd name="T64" fmla="*/ 26 w 96"/>
                  <a:gd name="T65" fmla="*/ 18 h 86"/>
                  <a:gd name="T66" fmla="*/ 30 w 96"/>
                  <a:gd name="T67" fmla="*/ 22 h 86"/>
                  <a:gd name="T68" fmla="*/ 36 w 96"/>
                  <a:gd name="T69" fmla="*/ 30 h 86"/>
                  <a:gd name="T70" fmla="*/ 40 w 96"/>
                  <a:gd name="T71" fmla="*/ 30 h 86"/>
                  <a:gd name="T72" fmla="*/ 48 w 96"/>
                  <a:gd name="T73" fmla="*/ 26 h 86"/>
                  <a:gd name="T74" fmla="*/ 52 w 96"/>
                  <a:gd name="T75" fmla="*/ 22 h 86"/>
                  <a:gd name="T76" fmla="*/ 70 w 96"/>
                  <a:gd name="T77" fmla="*/ 0 h 86"/>
                  <a:gd name="T78" fmla="*/ 88 w 96"/>
                  <a:gd name="T79" fmla="*/ 30 h 86"/>
                  <a:gd name="T80" fmla="*/ 96 w 96"/>
                  <a:gd name="T81" fmla="*/ 56 h 86"/>
                  <a:gd name="T82" fmla="*/ 92 w 96"/>
                  <a:gd name="T83" fmla="*/ 74 h 86"/>
                  <a:gd name="T84" fmla="*/ 10 w 96"/>
                  <a:gd name="T85" fmla="*/ 40 h 86"/>
                  <a:gd name="T86" fmla="*/ 4 w 96"/>
                  <a:gd name="T87" fmla="*/ 32 h 86"/>
                  <a:gd name="T88" fmla="*/ 4 w 96"/>
                  <a:gd name="T89" fmla="*/ 32 h 86"/>
                  <a:gd name="T90" fmla="*/ 6 w 96"/>
                  <a:gd name="T91" fmla="*/ 32 h 86"/>
                  <a:gd name="T92" fmla="*/ 0 w 96"/>
                  <a:gd name="T93" fmla="*/ 60 h 86"/>
                  <a:gd name="T94" fmla="*/ 4 w 96"/>
                  <a:gd name="T95" fmla="*/ 60 h 86"/>
                  <a:gd name="T96" fmla="*/ 10 w 96"/>
                  <a:gd name="T97" fmla="*/ 62 h 86"/>
                  <a:gd name="T98" fmla="*/ 14 w 96"/>
                  <a:gd name="T99" fmla="*/ 66 h 86"/>
                  <a:gd name="T100" fmla="*/ 18 w 96"/>
                  <a:gd name="T101" fmla="*/ 74 h 86"/>
                  <a:gd name="T102" fmla="*/ 10 w 96"/>
                  <a:gd name="T103" fmla="*/ 74 h 86"/>
                  <a:gd name="T104" fmla="*/ 6 w 96"/>
                  <a:gd name="T105" fmla="*/ 70 h 86"/>
                  <a:gd name="T106" fmla="*/ 4 w 96"/>
                  <a:gd name="T107" fmla="*/ 62 h 86"/>
                  <a:gd name="T108" fmla="*/ 0 w 96"/>
                  <a:gd name="T109" fmla="*/ 60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96" h="86">
                    <a:moveTo>
                      <a:pt x="92" y="78"/>
                    </a:moveTo>
                    <a:lnTo>
                      <a:pt x="88" y="82"/>
                    </a:lnTo>
                    <a:lnTo>
                      <a:pt x="86" y="82"/>
                    </a:lnTo>
                    <a:lnTo>
                      <a:pt x="82" y="82"/>
                    </a:lnTo>
                    <a:lnTo>
                      <a:pt x="82" y="82"/>
                    </a:lnTo>
                    <a:lnTo>
                      <a:pt x="78" y="86"/>
                    </a:lnTo>
                    <a:lnTo>
                      <a:pt x="78" y="86"/>
                    </a:lnTo>
                    <a:lnTo>
                      <a:pt x="74" y="86"/>
                    </a:lnTo>
                    <a:lnTo>
                      <a:pt x="70" y="86"/>
                    </a:lnTo>
                    <a:lnTo>
                      <a:pt x="58" y="82"/>
                    </a:lnTo>
                    <a:lnTo>
                      <a:pt x="56" y="82"/>
                    </a:lnTo>
                    <a:lnTo>
                      <a:pt x="56" y="82"/>
                    </a:lnTo>
                    <a:lnTo>
                      <a:pt x="56" y="86"/>
                    </a:lnTo>
                    <a:lnTo>
                      <a:pt x="56" y="86"/>
                    </a:lnTo>
                    <a:lnTo>
                      <a:pt x="56" y="86"/>
                    </a:lnTo>
                    <a:lnTo>
                      <a:pt x="52" y="86"/>
                    </a:lnTo>
                    <a:lnTo>
                      <a:pt x="52" y="82"/>
                    </a:lnTo>
                    <a:lnTo>
                      <a:pt x="52" y="82"/>
                    </a:lnTo>
                    <a:lnTo>
                      <a:pt x="52" y="82"/>
                    </a:lnTo>
                    <a:lnTo>
                      <a:pt x="52" y="82"/>
                    </a:lnTo>
                    <a:lnTo>
                      <a:pt x="48" y="82"/>
                    </a:lnTo>
                    <a:lnTo>
                      <a:pt x="48" y="78"/>
                    </a:lnTo>
                    <a:lnTo>
                      <a:pt x="48" y="78"/>
                    </a:lnTo>
                    <a:lnTo>
                      <a:pt x="48" y="78"/>
                    </a:lnTo>
                    <a:lnTo>
                      <a:pt x="48" y="78"/>
                    </a:lnTo>
                    <a:lnTo>
                      <a:pt x="48" y="78"/>
                    </a:lnTo>
                    <a:lnTo>
                      <a:pt x="48" y="78"/>
                    </a:lnTo>
                    <a:lnTo>
                      <a:pt x="44" y="74"/>
                    </a:lnTo>
                    <a:lnTo>
                      <a:pt x="44" y="74"/>
                    </a:lnTo>
                    <a:lnTo>
                      <a:pt x="44" y="74"/>
                    </a:lnTo>
                    <a:lnTo>
                      <a:pt x="44" y="74"/>
                    </a:lnTo>
                    <a:lnTo>
                      <a:pt x="48" y="74"/>
                    </a:lnTo>
                    <a:lnTo>
                      <a:pt x="48" y="74"/>
                    </a:lnTo>
                    <a:lnTo>
                      <a:pt x="48" y="74"/>
                    </a:lnTo>
                    <a:lnTo>
                      <a:pt x="48" y="74"/>
                    </a:lnTo>
                    <a:lnTo>
                      <a:pt x="48" y="74"/>
                    </a:lnTo>
                    <a:lnTo>
                      <a:pt x="48" y="74"/>
                    </a:lnTo>
                    <a:lnTo>
                      <a:pt x="48" y="70"/>
                    </a:lnTo>
                    <a:lnTo>
                      <a:pt x="48" y="70"/>
                    </a:lnTo>
                    <a:lnTo>
                      <a:pt x="48" y="70"/>
                    </a:lnTo>
                    <a:lnTo>
                      <a:pt x="48" y="70"/>
                    </a:lnTo>
                    <a:lnTo>
                      <a:pt x="48" y="70"/>
                    </a:lnTo>
                    <a:lnTo>
                      <a:pt x="48" y="70"/>
                    </a:lnTo>
                    <a:lnTo>
                      <a:pt x="48" y="66"/>
                    </a:lnTo>
                    <a:lnTo>
                      <a:pt x="48" y="66"/>
                    </a:lnTo>
                    <a:lnTo>
                      <a:pt x="48" y="66"/>
                    </a:lnTo>
                    <a:lnTo>
                      <a:pt x="48" y="66"/>
                    </a:lnTo>
                    <a:lnTo>
                      <a:pt x="48" y="66"/>
                    </a:lnTo>
                    <a:lnTo>
                      <a:pt x="48" y="66"/>
                    </a:lnTo>
                    <a:lnTo>
                      <a:pt x="52" y="66"/>
                    </a:lnTo>
                    <a:lnTo>
                      <a:pt x="48" y="62"/>
                    </a:lnTo>
                    <a:lnTo>
                      <a:pt x="48" y="62"/>
                    </a:lnTo>
                    <a:lnTo>
                      <a:pt x="48" y="62"/>
                    </a:lnTo>
                    <a:lnTo>
                      <a:pt x="48" y="62"/>
                    </a:lnTo>
                    <a:lnTo>
                      <a:pt x="48" y="62"/>
                    </a:lnTo>
                    <a:lnTo>
                      <a:pt x="48" y="62"/>
                    </a:lnTo>
                    <a:lnTo>
                      <a:pt x="44" y="60"/>
                    </a:lnTo>
                    <a:lnTo>
                      <a:pt x="44" y="60"/>
                    </a:lnTo>
                    <a:lnTo>
                      <a:pt x="44" y="60"/>
                    </a:lnTo>
                    <a:lnTo>
                      <a:pt x="44" y="60"/>
                    </a:lnTo>
                    <a:lnTo>
                      <a:pt x="44" y="60"/>
                    </a:lnTo>
                    <a:lnTo>
                      <a:pt x="40" y="60"/>
                    </a:lnTo>
                    <a:lnTo>
                      <a:pt x="40" y="60"/>
                    </a:lnTo>
                    <a:lnTo>
                      <a:pt x="40" y="60"/>
                    </a:lnTo>
                    <a:lnTo>
                      <a:pt x="36" y="62"/>
                    </a:lnTo>
                    <a:lnTo>
                      <a:pt x="36" y="62"/>
                    </a:lnTo>
                    <a:lnTo>
                      <a:pt x="36" y="62"/>
                    </a:lnTo>
                    <a:lnTo>
                      <a:pt x="36" y="62"/>
                    </a:lnTo>
                    <a:lnTo>
                      <a:pt x="36" y="66"/>
                    </a:lnTo>
                    <a:lnTo>
                      <a:pt x="32" y="66"/>
                    </a:lnTo>
                    <a:lnTo>
                      <a:pt x="32" y="66"/>
                    </a:lnTo>
                    <a:lnTo>
                      <a:pt x="32" y="66"/>
                    </a:lnTo>
                    <a:lnTo>
                      <a:pt x="32" y="66"/>
                    </a:lnTo>
                    <a:lnTo>
                      <a:pt x="32" y="66"/>
                    </a:lnTo>
                    <a:lnTo>
                      <a:pt x="30" y="70"/>
                    </a:lnTo>
                    <a:lnTo>
                      <a:pt x="30" y="70"/>
                    </a:lnTo>
                    <a:lnTo>
                      <a:pt x="30" y="70"/>
                    </a:lnTo>
                    <a:lnTo>
                      <a:pt x="30" y="70"/>
                    </a:lnTo>
                    <a:lnTo>
                      <a:pt x="30" y="70"/>
                    </a:lnTo>
                    <a:lnTo>
                      <a:pt x="26" y="70"/>
                    </a:lnTo>
                    <a:lnTo>
                      <a:pt x="26" y="70"/>
                    </a:lnTo>
                    <a:lnTo>
                      <a:pt x="26" y="74"/>
                    </a:lnTo>
                    <a:lnTo>
                      <a:pt x="26" y="74"/>
                    </a:lnTo>
                    <a:lnTo>
                      <a:pt x="26" y="74"/>
                    </a:lnTo>
                    <a:lnTo>
                      <a:pt x="22" y="74"/>
                    </a:lnTo>
                    <a:lnTo>
                      <a:pt x="22" y="74"/>
                    </a:lnTo>
                    <a:lnTo>
                      <a:pt x="26" y="70"/>
                    </a:lnTo>
                    <a:lnTo>
                      <a:pt x="26" y="70"/>
                    </a:lnTo>
                    <a:lnTo>
                      <a:pt x="26" y="70"/>
                    </a:lnTo>
                    <a:lnTo>
                      <a:pt x="22" y="70"/>
                    </a:lnTo>
                    <a:lnTo>
                      <a:pt x="22" y="70"/>
                    </a:lnTo>
                    <a:lnTo>
                      <a:pt x="22" y="70"/>
                    </a:lnTo>
                    <a:lnTo>
                      <a:pt x="22" y="70"/>
                    </a:lnTo>
                    <a:lnTo>
                      <a:pt x="22" y="70"/>
                    </a:lnTo>
                    <a:lnTo>
                      <a:pt x="22" y="66"/>
                    </a:lnTo>
                    <a:lnTo>
                      <a:pt x="22" y="70"/>
                    </a:lnTo>
                    <a:lnTo>
                      <a:pt x="26" y="70"/>
                    </a:lnTo>
                    <a:lnTo>
                      <a:pt x="26" y="66"/>
                    </a:lnTo>
                    <a:lnTo>
                      <a:pt x="26" y="66"/>
                    </a:lnTo>
                    <a:lnTo>
                      <a:pt x="26" y="66"/>
                    </a:lnTo>
                    <a:lnTo>
                      <a:pt x="26" y="66"/>
                    </a:lnTo>
                    <a:lnTo>
                      <a:pt x="22" y="66"/>
                    </a:lnTo>
                    <a:lnTo>
                      <a:pt x="22" y="66"/>
                    </a:lnTo>
                    <a:lnTo>
                      <a:pt x="22" y="62"/>
                    </a:lnTo>
                    <a:lnTo>
                      <a:pt x="22" y="62"/>
                    </a:lnTo>
                    <a:lnTo>
                      <a:pt x="22" y="62"/>
                    </a:lnTo>
                    <a:lnTo>
                      <a:pt x="26" y="62"/>
                    </a:lnTo>
                    <a:lnTo>
                      <a:pt x="26" y="62"/>
                    </a:lnTo>
                    <a:lnTo>
                      <a:pt x="26" y="62"/>
                    </a:lnTo>
                    <a:lnTo>
                      <a:pt x="22" y="60"/>
                    </a:lnTo>
                    <a:lnTo>
                      <a:pt x="22" y="60"/>
                    </a:lnTo>
                    <a:lnTo>
                      <a:pt x="22" y="60"/>
                    </a:lnTo>
                    <a:lnTo>
                      <a:pt x="18" y="62"/>
                    </a:lnTo>
                    <a:lnTo>
                      <a:pt x="18" y="62"/>
                    </a:lnTo>
                    <a:lnTo>
                      <a:pt x="18" y="60"/>
                    </a:lnTo>
                    <a:lnTo>
                      <a:pt x="18" y="60"/>
                    </a:lnTo>
                    <a:lnTo>
                      <a:pt x="18" y="60"/>
                    </a:lnTo>
                    <a:lnTo>
                      <a:pt x="18" y="60"/>
                    </a:lnTo>
                    <a:lnTo>
                      <a:pt x="18" y="60"/>
                    </a:lnTo>
                    <a:lnTo>
                      <a:pt x="18" y="60"/>
                    </a:lnTo>
                    <a:lnTo>
                      <a:pt x="14" y="60"/>
                    </a:lnTo>
                    <a:lnTo>
                      <a:pt x="14" y="60"/>
                    </a:lnTo>
                    <a:lnTo>
                      <a:pt x="14" y="56"/>
                    </a:lnTo>
                    <a:lnTo>
                      <a:pt x="14" y="56"/>
                    </a:lnTo>
                    <a:lnTo>
                      <a:pt x="14" y="56"/>
                    </a:lnTo>
                    <a:lnTo>
                      <a:pt x="14" y="56"/>
                    </a:lnTo>
                    <a:lnTo>
                      <a:pt x="14" y="56"/>
                    </a:lnTo>
                    <a:lnTo>
                      <a:pt x="14" y="56"/>
                    </a:lnTo>
                    <a:lnTo>
                      <a:pt x="14" y="56"/>
                    </a:lnTo>
                    <a:lnTo>
                      <a:pt x="14" y="56"/>
                    </a:lnTo>
                    <a:lnTo>
                      <a:pt x="10" y="56"/>
                    </a:lnTo>
                    <a:lnTo>
                      <a:pt x="10" y="56"/>
                    </a:lnTo>
                    <a:lnTo>
                      <a:pt x="10" y="52"/>
                    </a:lnTo>
                    <a:lnTo>
                      <a:pt x="10" y="52"/>
                    </a:lnTo>
                    <a:lnTo>
                      <a:pt x="10" y="52"/>
                    </a:lnTo>
                    <a:lnTo>
                      <a:pt x="10" y="52"/>
                    </a:lnTo>
                    <a:lnTo>
                      <a:pt x="10" y="52"/>
                    </a:lnTo>
                    <a:lnTo>
                      <a:pt x="14" y="52"/>
                    </a:lnTo>
                    <a:lnTo>
                      <a:pt x="14" y="52"/>
                    </a:lnTo>
                    <a:lnTo>
                      <a:pt x="14" y="52"/>
                    </a:lnTo>
                    <a:lnTo>
                      <a:pt x="14" y="52"/>
                    </a:lnTo>
                    <a:lnTo>
                      <a:pt x="14" y="52"/>
                    </a:lnTo>
                    <a:lnTo>
                      <a:pt x="14" y="52"/>
                    </a:lnTo>
                    <a:lnTo>
                      <a:pt x="18" y="48"/>
                    </a:lnTo>
                    <a:lnTo>
                      <a:pt x="14" y="48"/>
                    </a:lnTo>
                    <a:lnTo>
                      <a:pt x="14" y="48"/>
                    </a:lnTo>
                    <a:lnTo>
                      <a:pt x="14" y="48"/>
                    </a:lnTo>
                    <a:lnTo>
                      <a:pt x="10" y="44"/>
                    </a:lnTo>
                    <a:lnTo>
                      <a:pt x="10" y="44"/>
                    </a:lnTo>
                    <a:lnTo>
                      <a:pt x="10" y="44"/>
                    </a:lnTo>
                    <a:lnTo>
                      <a:pt x="6" y="40"/>
                    </a:lnTo>
                    <a:lnTo>
                      <a:pt x="6" y="40"/>
                    </a:lnTo>
                    <a:lnTo>
                      <a:pt x="6" y="40"/>
                    </a:lnTo>
                    <a:lnTo>
                      <a:pt x="6" y="40"/>
                    </a:lnTo>
                    <a:lnTo>
                      <a:pt x="10" y="40"/>
                    </a:lnTo>
                    <a:lnTo>
                      <a:pt x="10" y="36"/>
                    </a:lnTo>
                    <a:lnTo>
                      <a:pt x="10" y="36"/>
                    </a:lnTo>
                    <a:lnTo>
                      <a:pt x="10" y="36"/>
                    </a:lnTo>
                    <a:lnTo>
                      <a:pt x="10" y="36"/>
                    </a:lnTo>
                    <a:lnTo>
                      <a:pt x="10" y="36"/>
                    </a:lnTo>
                    <a:lnTo>
                      <a:pt x="6" y="32"/>
                    </a:lnTo>
                    <a:lnTo>
                      <a:pt x="4" y="32"/>
                    </a:lnTo>
                    <a:lnTo>
                      <a:pt x="4" y="32"/>
                    </a:lnTo>
                    <a:lnTo>
                      <a:pt x="4" y="32"/>
                    </a:lnTo>
                    <a:lnTo>
                      <a:pt x="4" y="32"/>
                    </a:lnTo>
                    <a:lnTo>
                      <a:pt x="4" y="32"/>
                    </a:lnTo>
                    <a:lnTo>
                      <a:pt x="6" y="32"/>
                    </a:lnTo>
                    <a:lnTo>
                      <a:pt x="6" y="32"/>
                    </a:lnTo>
                    <a:lnTo>
                      <a:pt x="6" y="30"/>
                    </a:lnTo>
                    <a:lnTo>
                      <a:pt x="6" y="30"/>
                    </a:lnTo>
                    <a:lnTo>
                      <a:pt x="4" y="30"/>
                    </a:lnTo>
                    <a:lnTo>
                      <a:pt x="4" y="30"/>
                    </a:lnTo>
                    <a:lnTo>
                      <a:pt x="4" y="30"/>
                    </a:lnTo>
                    <a:lnTo>
                      <a:pt x="4" y="30"/>
                    </a:lnTo>
                    <a:lnTo>
                      <a:pt x="4" y="26"/>
                    </a:lnTo>
                    <a:lnTo>
                      <a:pt x="4" y="26"/>
                    </a:lnTo>
                    <a:lnTo>
                      <a:pt x="6" y="26"/>
                    </a:lnTo>
                    <a:lnTo>
                      <a:pt x="6" y="26"/>
                    </a:lnTo>
                    <a:lnTo>
                      <a:pt x="6" y="26"/>
                    </a:lnTo>
                    <a:lnTo>
                      <a:pt x="6" y="26"/>
                    </a:lnTo>
                    <a:lnTo>
                      <a:pt x="10" y="26"/>
                    </a:lnTo>
                    <a:lnTo>
                      <a:pt x="10" y="26"/>
                    </a:lnTo>
                    <a:lnTo>
                      <a:pt x="10" y="30"/>
                    </a:lnTo>
                    <a:lnTo>
                      <a:pt x="10" y="30"/>
                    </a:lnTo>
                    <a:lnTo>
                      <a:pt x="14" y="30"/>
                    </a:lnTo>
                    <a:lnTo>
                      <a:pt x="14" y="30"/>
                    </a:lnTo>
                    <a:lnTo>
                      <a:pt x="14" y="30"/>
                    </a:lnTo>
                    <a:lnTo>
                      <a:pt x="14" y="30"/>
                    </a:lnTo>
                    <a:lnTo>
                      <a:pt x="14" y="30"/>
                    </a:lnTo>
                    <a:lnTo>
                      <a:pt x="14" y="30"/>
                    </a:lnTo>
                    <a:lnTo>
                      <a:pt x="14" y="30"/>
                    </a:lnTo>
                    <a:lnTo>
                      <a:pt x="18" y="30"/>
                    </a:lnTo>
                    <a:lnTo>
                      <a:pt x="18" y="30"/>
                    </a:lnTo>
                    <a:lnTo>
                      <a:pt x="18" y="30"/>
                    </a:lnTo>
                    <a:lnTo>
                      <a:pt x="18" y="30"/>
                    </a:lnTo>
                    <a:lnTo>
                      <a:pt x="18" y="30"/>
                    </a:lnTo>
                    <a:lnTo>
                      <a:pt x="18" y="30"/>
                    </a:lnTo>
                    <a:lnTo>
                      <a:pt x="22" y="30"/>
                    </a:lnTo>
                    <a:lnTo>
                      <a:pt x="22" y="30"/>
                    </a:lnTo>
                    <a:lnTo>
                      <a:pt x="22" y="32"/>
                    </a:lnTo>
                    <a:lnTo>
                      <a:pt x="22" y="32"/>
                    </a:lnTo>
                    <a:lnTo>
                      <a:pt x="22" y="32"/>
                    </a:lnTo>
                    <a:lnTo>
                      <a:pt x="22" y="32"/>
                    </a:lnTo>
                    <a:lnTo>
                      <a:pt x="26" y="32"/>
                    </a:lnTo>
                    <a:lnTo>
                      <a:pt x="26" y="32"/>
                    </a:lnTo>
                    <a:lnTo>
                      <a:pt x="26" y="30"/>
                    </a:lnTo>
                    <a:lnTo>
                      <a:pt x="26" y="30"/>
                    </a:lnTo>
                    <a:lnTo>
                      <a:pt x="26" y="30"/>
                    </a:lnTo>
                    <a:lnTo>
                      <a:pt x="26" y="30"/>
                    </a:lnTo>
                    <a:lnTo>
                      <a:pt x="26" y="26"/>
                    </a:lnTo>
                    <a:lnTo>
                      <a:pt x="26" y="26"/>
                    </a:lnTo>
                    <a:lnTo>
                      <a:pt x="26" y="26"/>
                    </a:lnTo>
                    <a:lnTo>
                      <a:pt x="22" y="26"/>
                    </a:lnTo>
                    <a:lnTo>
                      <a:pt x="22" y="26"/>
                    </a:lnTo>
                    <a:lnTo>
                      <a:pt x="18" y="22"/>
                    </a:lnTo>
                    <a:lnTo>
                      <a:pt x="18" y="22"/>
                    </a:lnTo>
                    <a:lnTo>
                      <a:pt x="18" y="22"/>
                    </a:lnTo>
                    <a:lnTo>
                      <a:pt x="18" y="22"/>
                    </a:lnTo>
                    <a:lnTo>
                      <a:pt x="18" y="18"/>
                    </a:lnTo>
                    <a:lnTo>
                      <a:pt x="18" y="18"/>
                    </a:lnTo>
                    <a:lnTo>
                      <a:pt x="18" y="18"/>
                    </a:lnTo>
                    <a:lnTo>
                      <a:pt x="22" y="18"/>
                    </a:lnTo>
                    <a:lnTo>
                      <a:pt x="22" y="18"/>
                    </a:lnTo>
                    <a:lnTo>
                      <a:pt x="22" y="18"/>
                    </a:lnTo>
                    <a:lnTo>
                      <a:pt x="22" y="18"/>
                    </a:lnTo>
                    <a:lnTo>
                      <a:pt x="22" y="18"/>
                    </a:lnTo>
                    <a:lnTo>
                      <a:pt x="22" y="18"/>
                    </a:lnTo>
                    <a:lnTo>
                      <a:pt x="22" y="18"/>
                    </a:lnTo>
                    <a:lnTo>
                      <a:pt x="22" y="18"/>
                    </a:lnTo>
                    <a:lnTo>
                      <a:pt x="26" y="18"/>
                    </a:lnTo>
                    <a:lnTo>
                      <a:pt x="26" y="18"/>
                    </a:lnTo>
                    <a:lnTo>
                      <a:pt x="26" y="18"/>
                    </a:lnTo>
                    <a:lnTo>
                      <a:pt x="26" y="18"/>
                    </a:lnTo>
                    <a:lnTo>
                      <a:pt x="30" y="18"/>
                    </a:lnTo>
                    <a:lnTo>
                      <a:pt x="30" y="18"/>
                    </a:lnTo>
                    <a:lnTo>
                      <a:pt x="30" y="18"/>
                    </a:lnTo>
                    <a:lnTo>
                      <a:pt x="30" y="22"/>
                    </a:lnTo>
                    <a:lnTo>
                      <a:pt x="30" y="22"/>
                    </a:lnTo>
                    <a:lnTo>
                      <a:pt x="32" y="22"/>
                    </a:lnTo>
                    <a:lnTo>
                      <a:pt x="32" y="22"/>
                    </a:lnTo>
                    <a:lnTo>
                      <a:pt x="32" y="22"/>
                    </a:lnTo>
                    <a:lnTo>
                      <a:pt x="32" y="26"/>
                    </a:lnTo>
                    <a:lnTo>
                      <a:pt x="32" y="26"/>
                    </a:lnTo>
                    <a:lnTo>
                      <a:pt x="32" y="30"/>
                    </a:lnTo>
                    <a:lnTo>
                      <a:pt x="36" y="30"/>
                    </a:lnTo>
                    <a:lnTo>
                      <a:pt x="40" y="30"/>
                    </a:lnTo>
                    <a:lnTo>
                      <a:pt x="40" y="30"/>
                    </a:lnTo>
                    <a:lnTo>
                      <a:pt x="40" y="30"/>
                    </a:lnTo>
                    <a:lnTo>
                      <a:pt x="40" y="30"/>
                    </a:lnTo>
                    <a:lnTo>
                      <a:pt x="40" y="30"/>
                    </a:lnTo>
                    <a:lnTo>
                      <a:pt x="40" y="30"/>
                    </a:lnTo>
                    <a:lnTo>
                      <a:pt x="40" y="30"/>
                    </a:lnTo>
                    <a:lnTo>
                      <a:pt x="44" y="30"/>
                    </a:lnTo>
                    <a:lnTo>
                      <a:pt x="44" y="30"/>
                    </a:lnTo>
                    <a:lnTo>
                      <a:pt x="44" y="30"/>
                    </a:lnTo>
                    <a:lnTo>
                      <a:pt x="44" y="30"/>
                    </a:lnTo>
                    <a:lnTo>
                      <a:pt x="44" y="26"/>
                    </a:lnTo>
                    <a:lnTo>
                      <a:pt x="44" y="26"/>
                    </a:lnTo>
                    <a:lnTo>
                      <a:pt x="48" y="26"/>
                    </a:lnTo>
                    <a:lnTo>
                      <a:pt x="48" y="26"/>
                    </a:lnTo>
                    <a:lnTo>
                      <a:pt x="48" y="26"/>
                    </a:lnTo>
                    <a:lnTo>
                      <a:pt x="48" y="26"/>
                    </a:lnTo>
                    <a:lnTo>
                      <a:pt x="48" y="26"/>
                    </a:lnTo>
                    <a:lnTo>
                      <a:pt x="52" y="22"/>
                    </a:lnTo>
                    <a:lnTo>
                      <a:pt x="52" y="22"/>
                    </a:lnTo>
                    <a:lnTo>
                      <a:pt x="52" y="22"/>
                    </a:lnTo>
                    <a:lnTo>
                      <a:pt x="52" y="22"/>
                    </a:lnTo>
                    <a:lnTo>
                      <a:pt x="52" y="18"/>
                    </a:lnTo>
                    <a:lnTo>
                      <a:pt x="52" y="18"/>
                    </a:lnTo>
                    <a:lnTo>
                      <a:pt x="56" y="14"/>
                    </a:lnTo>
                    <a:lnTo>
                      <a:pt x="58" y="10"/>
                    </a:lnTo>
                    <a:lnTo>
                      <a:pt x="62" y="6"/>
                    </a:lnTo>
                    <a:lnTo>
                      <a:pt x="70" y="0"/>
                    </a:lnTo>
                    <a:lnTo>
                      <a:pt x="74" y="6"/>
                    </a:lnTo>
                    <a:lnTo>
                      <a:pt x="78" y="10"/>
                    </a:lnTo>
                    <a:lnTo>
                      <a:pt x="82" y="14"/>
                    </a:lnTo>
                    <a:lnTo>
                      <a:pt x="82" y="18"/>
                    </a:lnTo>
                    <a:lnTo>
                      <a:pt x="86" y="22"/>
                    </a:lnTo>
                    <a:lnTo>
                      <a:pt x="88" y="26"/>
                    </a:lnTo>
                    <a:lnTo>
                      <a:pt x="88" y="30"/>
                    </a:lnTo>
                    <a:lnTo>
                      <a:pt x="92" y="32"/>
                    </a:lnTo>
                    <a:lnTo>
                      <a:pt x="96" y="36"/>
                    </a:lnTo>
                    <a:lnTo>
                      <a:pt x="96" y="36"/>
                    </a:lnTo>
                    <a:lnTo>
                      <a:pt x="96" y="40"/>
                    </a:lnTo>
                    <a:lnTo>
                      <a:pt x="96" y="44"/>
                    </a:lnTo>
                    <a:lnTo>
                      <a:pt x="96" y="48"/>
                    </a:lnTo>
                    <a:lnTo>
                      <a:pt x="96" y="56"/>
                    </a:lnTo>
                    <a:lnTo>
                      <a:pt x="96" y="60"/>
                    </a:lnTo>
                    <a:lnTo>
                      <a:pt x="96" y="62"/>
                    </a:lnTo>
                    <a:lnTo>
                      <a:pt x="96" y="62"/>
                    </a:lnTo>
                    <a:lnTo>
                      <a:pt x="96" y="62"/>
                    </a:lnTo>
                    <a:lnTo>
                      <a:pt x="96" y="66"/>
                    </a:lnTo>
                    <a:lnTo>
                      <a:pt x="92" y="70"/>
                    </a:lnTo>
                    <a:lnTo>
                      <a:pt x="92" y="74"/>
                    </a:lnTo>
                    <a:lnTo>
                      <a:pt x="92" y="78"/>
                    </a:lnTo>
                    <a:lnTo>
                      <a:pt x="92" y="78"/>
                    </a:lnTo>
                    <a:lnTo>
                      <a:pt x="92" y="78"/>
                    </a:lnTo>
                    <a:close/>
                    <a:moveTo>
                      <a:pt x="10" y="40"/>
                    </a:moveTo>
                    <a:lnTo>
                      <a:pt x="10" y="40"/>
                    </a:lnTo>
                    <a:lnTo>
                      <a:pt x="10" y="40"/>
                    </a:lnTo>
                    <a:lnTo>
                      <a:pt x="10" y="40"/>
                    </a:lnTo>
                    <a:lnTo>
                      <a:pt x="10" y="40"/>
                    </a:lnTo>
                    <a:lnTo>
                      <a:pt x="10" y="40"/>
                    </a:lnTo>
                    <a:lnTo>
                      <a:pt x="10" y="40"/>
                    </a:lnTo>
                    <a:lnTo>
                      <a:pt x="10" y="40"/>
                    </a:lnTo>
                    <a:lnTo>
                      <a:pt x="10" y="40"/>
                    </a:lnTo>
                    <a:lnTo>
                      <a:pt x="10" y="40"/>
                    </a:lnTo>
                    <a:close/>
                    <a:moveTo>
                      <a:pt x="4" y="32"/>
                    </a:moveTo>
                    <a:lnTo>
                      <a:pt x="4" y="32"/>
                    </a:lnTo>
                    <a:lnTo>
                      <a:pt x="4" y="32"/>
                    </a:lnTo>
                    <a:lnTo>
                      <a:pt x="4" y="32"/>
                    </a:lnTo>
                    <a:lnTo>
                      <a:pt x="4" y="32"/>
                    </a:lnTo>
                    <a:lnTo>
                      <a:pt x="4" y="32"/>
                    </a:lnTo>
                    <a:lnTo>
                      <a:pt x="4" y="32"/>
                    </a:lnTo>
                    <a:lnTo>
                      <a:pt x="4" y="32"/>
                    </a:lnTo>
                    <a:lnTo>
                      <a:pt x="4" y="32"/>
                    </a:lnTo>
                    <a:lnTo>
                      <a:pt x="4" y="32"/>
                    </a:lnTo>
                    <a:close/>
                    <a:moveTo>
                      <a:pt x="6" y="32"/>
                    </a:moveTo>
                    <a:lnTo>
                      <a:pt x="6" y="32"/>
                    </a:lnTo>
                    <a:lnTo>
                      <a:pt x="6" y="32"/>
                    </a:lnTo>
                    <a:lnTo>
                      <a:pt x="6" y="32"/>
                    </a:lnTo>
                    <a:lnTo>
                      <a:pt x="6" y="32"/>
                    </a:lnTo>
                    <a:lnTo>
                      <a:pt x="6" y="32"/>
                    </a:lnTo>
                    <a:lnTo>
                      <a:pt x="6" y="32"/>
                    </a:lnTo>
                    <a:close/>
                    <a:moveTo>
                      <a:pt x="0" y="60"/>
                    </a:moveTo>
                    <a:lnTo>
                      <a:pt x="0" y="60"/>
                    </a:lnTo>
                    <a:lnTo>
                      <a:pt x="0" y="60"/>
                    </a:lnTo>
                    <a:lnTo>
                      <a:pt x="0" y="60"/>
                    </a:lnTo>
                    <a:lnTo>
                      <a:pt x="0" y="60"/>
                    </a:lnTo>
                    <a:lnTo>
                      <a:pt x="0" y="60"/>
                    </a:lnTo>
                    <a:lnTo>
                      <a:pt x="0" y="60"/>
                    </a:lnTo>
                    <a:lnTo>
                      <a:pt x="0" y="60"/>
                    </a:lnTo>
                    <a:lnTo>
                      <a:pt x="4" y="60"/>
                    </a:lnTo>
                    <a:lnTo>
                      <a:pt x="4" y="60"/>
                    </a:lnTo>
                    <a:lnTo>
                      <a:pt x="4" y="60"/>
                    </a:lnTo>
                    <a:lnTo>
                      <a:pt x="4" y="60"/>
                    </a:lnTo>
                    <a:lnTo>
                      <a:pt x="4" y="60"/>
                    </a:lnTo>
                    <a:lnTo>
                      <a:pt x="6" y="60"/>
                    </a:lnTo>
                    <a:lnTo>
                      <a:pt x="6" y="62"/>
                    </a:lnTo>
                    <a:lnTo>
                      <a:pt x="10" y="62"/>
                    </a:lnTo>
                    <a:lnTo>
                      <a:pt x="10" y="62"/>
                    </a:lnTo>
                    <a:lnTo>
                      <a:pt x="10" y="62"/>
                    </a:lnTo>
                    <a:lnTo>
                      <a:pt x="10" y="62"/>
                    </a:lnTo>
                    <a:lnTo>
                      <a:pt x="10" y="62"/>
                    </a:lnTo>
                    <a:lnTo>
                      <a:pt x="10" y="62"/>
                    </a:lnTo>
                    <a:lnTo>
                      <a:pt x="14" y="62"/>
                    </a:lnTo>
                    <a:lnTo>
                      <a:pt x="14" y="62"/>
                    </a:lnTo>
                    <a:lnTo>
                      <a:pt x="14" y="62"/>
                    </a:lnTo>
                    <a:lnTo>
                      <a:pt x="14" y="62"/>
                    </a:lnTo>
                    <a:lnTo>
                      <a:pt x="14" y="66"/>
                    </a:lnTo>
                    <a:lnTo>
                      <a:pt x="18" y="66"/>
                    </a:lnTo>
                    <a:lnTo>
                      <a:pt x="18" y="66"/>
                    </a:lnTo>
                    <a:lnTo>
                      <a:pt x="18" y="66"/>
                    </a:lnTo>
                    <a:lnTo>
                      <a:pt x="14" y="70"/>
                    </a:lnTo>
                    <a:lnTo>
                      <a:pt x="14" y="70"/>
                    </a:lnTo>
                    <a:lnTo>
                      <a:pt x="18" y="74"/>
                    </a:lnTo>
                    <a:lnTo>
                      <a:pt x="18" y="74"/>
                    </a:lnTo>
                    <a:lnTo>
                      <a:pt x="18" y="74"/>
                    </a:lnTo>
                    <a:lnTo>
                      <a:pt x="18" y="74"/>
                    </a:lnTo>
                    <a:lnTo>
                      <a:pt x="14" y="74"/>
                    </a:lnTo>
                    <a:lnTo>
                      <a:pt x="14" y="74"/>
                    </a:lnTo>
                    <a:lnTo>
                      <a:pt x="10" y="74"/>
                    </a:lnTo>
                    <a:lnTo>
                      <a:pt x="10" y="74"/>
                    </a:lnTo>
                    <a:lnTo>
                      <a:pt x="10" y="74"/>
                    </a:lnTo>
                    <a:lnTo>
                      <a:pt x="10" y="74"/>
                    </a:lnTo>
                    <a:lnTo>
                      <a:pt x="6" y="74"/>
                    </a:lnTo>
                    <a:lnTo>
                      <a:pt x="6" y="70"/>
                    </a:lnTo>
                    <a:lnTo>
                      <a:pt x="6" y="70"/>
                    </a:lnTo>
                    <a:lnTo>
                      <a:pt x="6" y="70"/>
                    </a:lnTo>
                    <a:lnTo>
                      <a:pt x="6" y="70"/>
                    </a:lnTo>
                    <a:lnTo>
                      <a:pt x="6" y="70"/>
                    </a:lnTo>
                    <a:lnTo>
                      <a:pt x="6" y="70"/>
                    </a:lnTo>
                    <a:lnTo>
                      <a:pt x="4" y="66"/>
                    </a:lnTo>
                    <a:lnTo>
                      <a:pt x="4" y="66"/>
                    </a:lnTo>
                    <a:lnTo>
                      <a:pt x="4" y="66"/>
                    </a:lnTo>
                    <a:lnTo>
                      <a:pt x="4" y="66"/>
                    </a:lnTo>
                    <a:lnTo>
                      <a:pt x="4" y="66"/>
                    </a:lnTo>
                    <a:lnTo>
                      <a:pt x="4" y="62"/>
                    </a:lnTo>
                    <a:lnTo>
                      <a:pt x="4" y="62"/>
                    </a:lnTo>
                    <a:lnTo>
                      <a:pt x="4" y="62"/>
                    </a:lnTo>
                    <a:lnTo>
                      <a:pt x="0" y="62"/>
                    </a:lnTo>
                    <a:lnTo>
                      <a:pt x="0" y="62"/>
                    </a:lnTo>
                    <a:lnTo>
                      <a:pt x="0" y="62"/>
                    </a:lnTo>
                    <a:lnTo>
                      <a:pt x="0" y="60"/>
                    </a:lnTo>
                    <a:lnTo>
                      <a:pt x="0" y="60"/>
                    </a:lnTo>
                    <a:lnTo>
                      <a:pt x="0" y="60"/>
                    </a:lnTo>
                    <a:lnTo>
                      <a:pt x="0" y="60"/>
                    </a:lnTo>
                    <a:lnTo>
                      <a:pt x="0"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5" name="Freeform 19"/>
              <p:cNvSpPr>
                <a:spLocks noEditPoints="1"/>
              </p:cNvSpPr>
              <p:nvPr/>
            </p:nvSpPr>
            <p:spPr bwMode="gray">
              <a:xfrm>
                <a:off x="6038311" y="3726587"/>
                <a:ext cx="13914" cy="17393"/>
              </a:xfrm>
              <a:custGeom>
                <a:avLst/>
                <a:gdLst>
                  <a:gd name="T0" fmla="*/ 4 w 8"/>
                  <a:gd name="T1" fmla="*/ 0 h 10"/>
                  <a:gd name="T2" fmla="*/ 4 w 8"/>
                  <a:gd name="T3" fmla="*/ 0 h 10"/>
                  <a:gd name="T4" fmla="*/ 4 w 8"/>
                  <a:gd name="T5" fmla="*/ 0 h 10"/>
                  <a:gd name="T6" fmla="*/ 4 w 8"/>
                  <a:gd name="T7" fmla="*/ 0 h 10"/>
                  <a:gd name="T8" fmla="*/ 4 w 8"/>
                  <a:gd name="T9" fmla="*/ 0 h 10"/>
                  <a:gd name="T10" fmla="*/ 4 w 8"/>
                  <a:gd name="T11" fmla="*/ 4 h 10"/>
                  <a:gd name="T12" fmla="*/ 4 w 8"/>
                  <a:gd name="T13" fmla="*/ 4 h 10"/>
                  <a:gd name="T14" fmla="*/ 4 w 8"/>
                  <a:gd name="T15" fmla="*/ 4 h 10"/>
                  <a:gd name="T16" fmla="*/ 4 w 8"/>
                  <a:gd name="T17" fmla="*/ 4 h 10"/>
                  <a:gd name="T18" fmla="*/ 4 w 8"/>
                  <a:gd name="T19" fmla="*/ 4 h 10"/>
                  <a:gd name="T20" fmla="*/ 4 w 8"/>
                  <a:gd name="T21" fmla="*/ 8 h 10"/>
                  <a:gd name="T22" fmla="*/ 4 w 8"/>
                  <a:gd name="T23" fmla="*/ 8 h 10"/>
                  <a:gd name="T24" fmla="*/ 4 w 8"/>
                  <a:gd name="T25" fmla="*/ 8 h 10"/>
                  <a:gd name="T26" fmla="*/ 4 w 8"/>
                  <a:gd name="T27" fmla="*/ 8 h 10"/>
                  <a:gd name="T28" fmla="*/ 4 w 8"/>
                  <a:gd name="T29" fmla="*/ 4 h 10"/>
                  <a:gd name="T30" fmla="*/ 4 w 8"/>
                  <a:gd name="T31" fmla="*/ 4 h 10"/>
                  <a:gd name="T32" fmla="*/ 4 w 8"/>
                  <a:gd name="T33" fmla="*/ 4 h 10"/>
                  <a:gd name="T34" fmla="*/ 4 w 8"/>
                  <a:gd name="T35" fmla="*/ 4 h 10"/>
                  <a:gd name="T36" fmla="*/ 4 w 8"/>
                  <a:gd name="T37" fmla="*/ 4 h 10"/>
                  <a:gd name="T38" fmla="*/ 0 w 8"/>
                  <a:gd name="T39" fmla="*/ 0 h 10"/>
                  <a:gd name="T40" fmla="*/ 4 w 8"/>
                  <a:gd name="T41" fmla="*/ 0 h 10"/>
                  <a:gd name="T42" fmla="*/ 4 w 8"/>
                  <a:gd name="T43" fmla="*/ 0 h 10"/>
                  <a:gd name="T44" fmla="*/ 4 w 8"/>
                  <a:gd name="T45" fmla="*/ 0 h 10"/>
                  <a:gd name="T46" fmla="*/ 4 w 8"/>
                  <a:gd name="T47" fmla="*/ 0 h 10"/>
                  <a:gd name="T48" fmla="*/ 4 w 8"/>
                  <a:gd name="T49" fmla="*/ 0 h 10"/>
                  <a:gd name="T50" fmla="*/ 4 w 8"/>
                  <a:gd name="T51" fmla="*/ 0 h 10"/>
                  <a:gd name="T52" fmla="*/ 4 w 8"/>
                  <a:gd name="T53" fmla="*/ 4 h 10"/>
                  <a:gd name="T54" fmla="*/ 4 w 8"/>
                  <a:gd name="T55" fmla="*/ 4 h 10"/>
                  <a:gd name="T56" fmla="*/ 8 w 8"/>
                  <a:gd name="T57" fmla="*/ 10 h 10"/>
                  <a:gd name="T58" fmla="*/ 8 w 8"/>
                  <a:gd name="T59" fmla="*/ 10 h 10"/>
                  <a:gd name="T60" fmla="*/ 8 w 8"/>
                  <a:gd name="T61" fmla="*/ 10 h 10"/>
                  <a:gd name="T62" fmla="*/ 8 w 8"/>
                  <a:gd name="T63" fmla="*/ 10 h 10"/>
                  <a:gd name="T64" fmla="*/ 8 w 8"/>
                  <a:gd name="T65" fmla="*/ 10 h 10"/>
                  <a:gd name="T66" fmla="*/ 8 w 8"/>
                  <a:gd name="T67" fmla="*/ 10 h 10"/>
                  <a:gd name="T68" fmla="*/ 8 w 8"/>
                  <a:gd name="T69" fmla="*/ 10 h 10"/>
                  <a:gd name="T70" fmla="*/ 8 w 8"/>
                  <a:gd name="T71" fmla="*/ 10 h 10"/>
                  <a:gd name="T72" fmla="*/ 8 w 8"/>
                  <a:gd name="T73"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8" h="10">
                    <a:moveTo>
                      <a:pt x="4" y="0"/>
                    </a:moveTo>
                    <a:lnTo>
                      <a:pt x="4" y="0"/>
                    </a:lnTo>
                    <a:lnTo>
                      <a:pt x="4" y="0"/>
                    </a:lnTo>
                    <a:lnTo>
                      <a:pt x="4" y="0"/>
                    </a:lnTo>
                    <a:lnTo>
                      <a:pt x="4" y="0"/>
                    </a:lnTo>
                    <a:lnTo>
                      <a:pt x="4" y="0"/>
                    </a:lnTo>
                    <a:lnTo>
                      <a:pt x="4" y="0"/>
                    </a:lnTo>
                    <a:lnTo>
                      <a:pt x="4" y="0"/>
                    </a:lnTo>
                    <a:lnTo>
                      <a:pt x="4" y="0"/>
                    </a:lnTo>
                    <a:lnTo>
                      <a:pt x="4" y="0"/>
                    </a:lnTo>
                    <a:lnTo>
                      <a:pt x="4" y="0"/>
                    </a:lnTo>
                    <a:close/>
                    <a:moveTo>
                      <a:pt x="4" y="4"/>
                    </a:moveTo>
                    <a:lnTo>
                      <a:pt x="4" y="4"/>
                    </a:lnTo>
                    <a:lnTo>
                      <a:pt x="4" y="4"/>
                    </a:lnTo>
                    <a:lnTo>
                      <a:pt x="4" y="4"/>
                    </a:lnTo>
                    <a:lnTo>
                      <a:pt x="4" y="4"/>
                    </a:lnTo>
                    <a:lnTo>
                      <a:pt x="4" y="4"/>
                    </a:lnTo>
                    <a:lnTo>
                      <a:pt x="4" y="4"/>
                    </a:lnTo>
                    <a:lnTo>
                      <a:pt x="4" y="4"/>
                    </a:lnTo>
                    <a:lnTo>
                      <a:pt x="4" y="4"/>
                    </a:lnTo>
                    <a:lnTo>
                      <a:pt x="4" y="8"/>
                    </a:lnTo>
                    <a:lnTo>
                      <a:pt x="4" y="8"/>
                    </a:lnTo>
                    <a:lnTo>
                      <a:pt x="4" y="8"/>
                    </a:lnTo>
                    <a:lnTo>
                      <a:pt x="4" y="8"/>
                    </a:lnTo>
                    <a:lnTo>
                      <a:pt x="4" y="8"/>
                    </a:lnTo>
                    <a:lnTo>
                      <a:pt x="4" y="8"/>
                    </a:lnTo>
                    <a:lnTo>
                      <a:pt x="4" y="8"/>
                    </a:lnTo>
                    <a:lnTo>
                      <a:pt x="4" y="8"/>
                    </a:lnTo>
                    <a:lnTo>
                      <a:pt x="0" y="4"/>
                    </a:lnTo>
                    <a:lnTo>
                      <a:pt x="4" y="4"/>
                    </a:lnTo>
                    <a:lnTo>
                      <a:pt x="4" y="4"/>
                    </a:lnTo>
                    <a:lnTo>
                      <a:pt x="4" y="4"/>
                    </a:lnTo>
                    <a:lnTo>
                      <a:pt x="4" y="4"/>
                    </a:lnTo>
                    <a:lnTo>
                      <a:pt x="4" y="4"/>
                    </a:lnTo>
                    <a:lnTo>
                      <a:pt x="4" y="4"/>
                    </a:lnTo>
                    <a:lnTo>
                      <a:pt x="4" y="4"/>
                    </a:lnTo>
                    <a:lnTo>
                      <a:pt x="4" y="4"/>
                    </a:lnTo>
                    <a:lnTo>
                      <a:pt x="4" y="4"/>
                    </a:lnTo>
                    <a:lnTo>
                      <a:pt x="0" y="0"/>
                    </a:lnTo>
                    <a:lnTo>
                      <a:pt x="0" y="0"/>
                    </a:lnTo>
                    <a:lnTo>
                      <a:pt x="0" y="0"/>
                    </a:lnTo>
                    <a:lnTo>
                      <a:pt x="4" y="0"/>
                    </a:lnTo>
                    <a:lnTo>
                      <a:pt x="4" y="0"/>
                    </a:lnTo>
                    <a:lnTo>
                      <a:pt x="4" y="0"/>
                    </a:lnTo>
                    <a:lnTo>
                      <a:pt x="4" y="0"/>
                    </a:lnTo>
                    <a:lnTo>
                      <a:pt x="4" y="0"/>
                    </a:lnTo>
                    <a:lnTo>
                      <a:pt x="4" y="0"/>
                    </a:lnTo>
                    <a:lnTo>
                      <a:pt x="4" y="0"/>
                    </a:lnTo>
                    <a:lnTo>
                      <a:pt x="4" y="0"/>
                    </a:lnTo>
                    <a:lnTo>
                      <a:pt x="4" y="0"/>
                    </a:lnTo>
                    <a:lnTo>
                      <a:pt x="4" y="0"/>
                    </a:lnTo>
                    <a:lnTo>
                      <a:pt x="4" y="0"/>
                    </a:lnTo>
                    <a:lnTo>
                      <a:pt x="4" y="0"/>
                    </a:lnTo>
                    <a:lnTo>
                      <a:pt x="4" y="4"/>
                    </a:lnTo>
                    <a:lnTo>
                      <a:pt x="4" y="4"/>
                    </a:lnTo>
                    <a:lnTo>
                      <a:pt x="4" y="4"/>
                    </a:lnTo>
                    <a:close/>
                    <a:moveTo>
                      <a:pt x="8" y="10"/>
                    </a:move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6" name="Freeform 20"/>
              <p:cNvSpPr>
                <a:spLocks noEditPoints="1"/>
              </p:cNvSpPr>
              <p:nvPr/>
            </p:nvSpPr>
            <p:spPr bwMode="gray">
              <a:xfrm>
                <a:off x="6963601" y="3712674"/>
                <a:ext cx="118270" cy="184362"/>
              </a:xfrm>
              <a:custGeom>
                <a:avLst/>
                <a:gdLst>
                  <a:gd name="T0" fmla="*/ 38 w 68"/>
                  <a:gd name="T1" fmla="*/ 76 h 106"/>
                  <a:gd name="T2" fmla="*/ 34 w 68"/>
                  <a:gd name="T3" fmla="*/ 78 h 106"/>
                  <a:gd name="T4" fmla="*/ 30 w 68"/>
                  <a:gd name="T5" fmla="*/ 82 h 106"/>
                  <a:gd name="T6" fmla="*/ 26 w 68"/>
                  <a:gd name="T7" fmla="*/ 86 h 106"/>
                  <a:gd name="T8" fmla="*/ 30 w 68"/>
                  <a:gd name="T9" fmla="*/ 76 h 106"/>
                  <a:gd name="T10" fmla="*/ 26 w 68"/>
                  <a:gd name="T11" fmla="*/ 86 h 106"/>
                  <a:gd name="T12" fmla="*/ 22 w 68"/>
                  <a:gd name="T13" fmla="*/ 82 h 106"/>
                  <a:gd name="T14" fmla="*/ 22 w 68"/>
                  <a:gd name="T15" fmla="*/ 82 h 106"/>
                  <a:gd name="T16" fmla="*/ 22 w 68"/>
                  <a:gd name="T17" fmla="*/ 86 h 106"/>
                  <a:gd name="T18" fmla="*/ 18 w 68"/>
                  <a:gd name="T19" fmla="*/ 90 h 106"/>
                  <a:gd name="T20" fmla="*/ 12 w 68"/>
                  <a:gd name="T21" fmla="*/ 68 h 106"/>
                  <a:gd name="T22" fmla="*/ 12 w 68"/>
                  <a:gd name="T23" fmla="*/ 60 h 106"/>
                  <a:gd name="T24" fmla="*/ 12 w 68"/>
                  <a:gd name="T25" fmla="*/ 50 h 106"/>
                  <a:gd name="T26" fmla="*/ 8 w 68"/>
                  <a:gd name="T27" fmla="*/ 46 h 106"/>
                  <a:gd name="T28" fmla="*/ 0 w 68"/>
                  <a:gd name="T29" fmla="*/ 34 h 106"/>
                  <a:gd name="T30" fmla="*/ 4 w 68"/>
                  <a:gd name="T31" fmla="*/ 34 h 106"/>
                  <a:gd name="T32" fmla="*/ 12 w 68"/>
                  <a:gd name="T33" fmla="*/ 26 h 106"/>
                  <a:gd name="T34" fmla="*/ 8 w 68"/>
                  <a:gd name="T35" fmla="*/ 22 h 106"/>
                  <a:gd name="T36" fmla="*/ 4 w 68"/>
                  <a:gd name="T37" fmla="*/ 12 h 106"/>
                  <a:gd name="T38" fmla="*/ 4 w 68"/>
                  <a:gd name="T39" fmla="*/ 4 h 106"/>
                  <a:gd name="T40" fmla="*/ 12 w 68"/>
                  <a:gd name="T41" fmla="*/ 8 h 106"/>
                  <a:gd name="T42" fmla="*/ 14 w 68"/>
                  <a:gd name="T43" fmla="*/ 4 h 106"/>
                  <a:gd name="T44" fmla="*/ 22 w 68"/>
                  <a:gd name="T45" fmla="*/ 12 h 106"/>
                  <a:gd name="T46" fmla="*/ 26 w 68"/>
                  <a:gd name="T47" fmla="*/ 16 h 106"/>
                  <a:gd name="T48" fmla="*/ 30 w 68"/>
                  <a:gd name="T49" fmla="*/ 26 h 106"/>
                  <a:gd name="T50" fmla="*/ 44 w 68"/>
                  <a:gd name="T51" fmla="*/ 26 h 106"/>
                  <a:gd name="T52" fmla="*/ 60 w 68"/>
                  <a:gd name="T53" fmla="*/ 26 h 106"/>
                  <a:gd name="T54" fmla="*/ 60 w 68"/>
                  <a:gd name="T55" fmla="*/ 34 h 106"/>
                  <a:gd name="T56" fmla="*/ 56 w 68"/>
                  <a:gd name="T57" fmla="*/ 46 h 106"/>
                  <a:gd name="T58" fmla="*/ 48 w 68"/>
                  <a:gd name="T59" fmla="*/ 46 h 106"/>
                  <a:gd name="T60" fmla="*/ 44 w 68"/>
                  <a:gd name="T61" fmla="*/ 60 h 106"/>
                  <a:gd name="T62" fmla="*/ 48 w 68"/>
                  <a:gd name="T63" fmla="*/ 68 h 106"/>
                  <a:gd name="T64" fmla="*/ 56 w 68"/>
                  <a:gd name="T65" fmla="*/ 60 h 106"/>
                  <a:gd name="T66" fmla="*/ 60 w 68"/>
                  <a:gd name="T67" fmla="*/ 52 h 106"/>
                  <a:gd name="T68" fmla="*/ 64 w 68"/>
                  <a:gd name="T69" fmla="*/ 64 h 106"/>
                  <a:gd name="T70" fmla="*/ 64 w 68"/>
                  <a:gd name="T71" fmla="*/ 76 h 106"/>
                  <a:gd name="T72" fmla="*/ 64 w 68"/>
                  <a:gd name="T73" fmla="*/ 90 h 106"/>
                  <a:gd name="T74" fmla="*/ 64 w 68"/>
                  <a:gd name="T75" fmla="*/ 98 h 106"/>
                  <a:gd name="T76" fmla="*/ 60 w 68"/>
                  <a:gd name="T77" fmla="*/ 102 h 106"/>
                  <a:gd name="T78" fmla="*/ 56 w 68"/>
                  <a:gd name="T79" fmla="*/ 98 h 106"/>
                  <a:gd name="T80" fmla="*/ 56 w 68"/>
                  <a:gd name="T81" fmla="*/ 90 h 106"/>
                  <a:gd name="T82" fmla="*/ 52 w 68"/>
                  <a:gd name="T83" fmla="*/ 78 h 106"/>
                  <a:gd name="T84" fmla="*/ 44 w 68"/>
                  <a:gd name="T85" fmla="*/ 76 h 106"/>
                  <a:gd name="T86" fmla="*/ 38 w 68"/>
                  <a:gd name="T87" fmla="*/ 68 h 106"/>
                  <a:gd name="T88" fmla="*/ 34 w 68"/>
                  <a:gd name="T89" fmla="*/ 56 h 106"/>
                  <a:gd name="T90" fmla="*/ 38 w 68"/>
                  <a:gd name="T91" fmla="*/ 60 h 106"/>
                  <a:gd name="T92" fmla="*/ 34 w 68"/>
                  <a:gd name="T93" fmla="*/ 64 h 106"/>
                  <a:gd name="T94" fmla="*/ 38 w 68"/>
                  <a:gd name="T95" fmla="*/ 68 h 106"/>
                  <a:gd name="T96" fmla="*/ 38 w 68"/>
                  <a:gd name="T97" fmla="*/ 86 h 106"/>
                  <a:gd name="T98" fmla="*/ 38 w 68"/>
                  <a:gd name="T99" fmla="*/ 86 h 106"/>
                  <a:gd name="T100" fmla="*/ 38 w 68"/>
                  <a:gd name="T101" fmla="*/ 82 h 106"/>
                  <a:gd name="T102" fmla="*/ 40 w 68"/>
                  <a:gd name="T103" fmla="*/ 76 h 106"/>
                  <a:gd name="T104" fmla="*/ 38 w 68"/>
                  <a:gd name="T105" fmla="*/ 86 h 106"/>
                  <a:gd name="T106" fmla="*/ 48 w 68"/>
                  <a:gd name="T107" fmla="*/ 76 h 106"/>
                  <a:gd name="T108" fmla="*/ 40 w 68"/>
                  <a:gd name="T109" fmla="*/ 82 h 106"/>
                  <a:gd name="T110" fmla="*/ 44 w 68"/>
                  <a:gd name="T111" fmla="*/ 78 h 106"/>
                  <a:gd name="T112" fmla="*/ 40 w 68"/>
                  <a:gd name="T113" fmla="*/ 82 h 106"/>
                  <a:gd name="T114" fmla="*/ 56 w 68"/>
                  <a:gd name="T115" fmla="*/ 94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 h="106">
                    <a:moveTo>
                      <a:pt x="34" y="64"/>
                    </a:moveTo>
                    <a:lnTo>
                      <a:pt x="34" y="68"/>
                    </a:lnTo>
                    <a:lnTo>
                      <a:pt x="34" y="72"/>
                    </a:lnTo>
                    <a:lnTo>
                      <a:pt x="38" y="76"/>
                    </a:lnTo>
                    <a:lnTo>
                      <a:pt x="38" y="78"/>
                    </a:lnTo>
                    <a:lnTo>
                      <a:pt x="38" y="82"/>
                    </a:lnTo>
                    <a:lnTo>
                      <a:pt x="34" y="82"/>
                    </a:lnTo>
                    <a:lnTo>
                      <a:pt x="34" y="78"/>
                    </a:lnTo>
                    <a:lnTo>
                      <a:pt x="34" y="82"/>
                    </a:lnTo>
                    <a:lnTo>
                      <a:pt x="34" y="86"/>
                    </a:lnTo>
                    <a:lnTo>
                      <a:pt x="30" y="86"/>
                    </a:lnTo>
                    <a:lnTo>
                      <a:pt x="30" y="82"/>
                    </a:lnTo>
                    <a:lnTo>
                      <a:pt x="30" y="86"/>
                    </a:lnTo>
                    <a:lnTo>
                      <a:pt x="30" y="82"/>
                    </a:lnTo>
                    <a:lnTo>
                      <a:pt x="26" y="82"/>
                    </a:lnTo>
                    <a:lnTo>
                      <a:pt x="26" y="86"/>
                    </a:lnTo>
                    <a:lnTo>
                      <a:pt x="26" y="82"/>
                    </a:lnTo>
                    <a:lnTo>
                      <a:pt x="26" y="78"/>
                    </a:lnTo>
                    <a:lnTo>
                      <a:pt x="26" y="76"/>
                    </a:lnTo>
                    <a:lnTo>
                      <a:pt x="30" y="76"/>
                    </a:lnTo>
                    <a:lnTo>
                      <a:pt x="26" y="76"/>
                    </a:lnTo>
                    <a:lnTo>
                      <a:pt x="26" y="78"/>
                    </a:lnTo>
                    <a:lnTo>
                      <a:pt x="26" y="82"/>
                    </a:lnTo>
                    <a:lnTo>
                      <a:pt x="26" y="86"/>
                    </a:lnTo>
                    <a:lnTo>
                      <a:pt x="22" y="86"/>
                    </a:lnTo>
                    <a:lnTo>
                      <a:pt x="22" y="90"/>
                    </a:lnTo>
                    <a:lnTo>
                      <a:pt x="22" y="86"/>
                    </a:lnTo>
                    <a:lnTo>
                      <a:pt x="22" y="82"/>
                    </a:lnTo>
                    <a:lnTo>
                      <a:pt x="22" y="78"/>
                    </a:lnTo>
                    <a:lnTo>
                      <a:pt x="22" y="82"/>
                    </a:lnTo>
                    <a:lnTo>
                      <a:pt x="22" y="86"/>
                    </a:lnTo>
                    <a:lnTo>
                      <a:pt x="22" y="82"/>
                    </a:lnTo>
                    <a:lnTo>
                      <a:pt x="22" y="78"/>
                    </a:lnTo>
                    <a:lnTo>
                      <a:pt x="18" y="78"/>
                    </a:lnTo>
                    <a:lnTo>
                      <a:pt x="22" y="82"/>
                    </a:lnTo>
                    <a:lnTo>
                      <a:pt x="22" y="86"/>
                    </a:lnTo>
                    <a:lnTo>
                      <a:pt x="22" y="90"/>
                    </a:lnTo>
                    <a:lnTo>
                      <a:pt x="18" y="90"/>
                    </a:lnTo>
                    <a:lnTo>
                      <a:pt x="18" y="86"/>
                    </a:lnTo>
                    <a:lnTo>
                      <a:pt x="18" y="90"/>
                    </a:lnTo>
                    <a:lnTo>
                      <a:pt x="14" y="86"/>
                    </a:lnTo>
                    <a:lnTo>
                      <a:pt x="14" y="82"/>
                    </a:lnTo>
                    <a:lnTo>
                      <a:pt x="14" y="78"/>
                    </a:lnTo>
                    <a:lnTo>
                      <a:pt x="12" y="68"/>
                    </a:lnTo>
                    <a:lnTo>
                      <a:pt x="12" y="64"/>
                    </a:lnTo>
                    <a:lnTo>
                      <a:pt x="14" y="64"/>
                    </a:lnTo>
                    <a:lnTo>
                      <a:pt x="12" y="64"/>
                    </a:lnTo>
                    <a:lnTo>
                      <a:pt x="12" y="60"/>
                    </a:lnTo>
                    <a:lnTo>
                      <a:pt x="12" y="56"/>
                    </a:lnTo>
                    <a:lnTo>
                      <a:pt x="8" y="56"/>
                    </a:lnTo>
                    <a:lnTo>
                      <a:pt x="8" y="52"/>
                    </a:lnTo>
                    <a:lnTo>
                      <a:pt x="12" y="50"/>
                    </a:lnTo>
                    <a:lnTo>
                      <a:pt x="12" y="46"/>
                    </a:lnTo>
                    <a:lnTo>
                      <a:pt x="12" y="42"/>
                    </a:lnTo>
                    <a:lnTo>
                      <a:pt x="8" y="42"/>
                    </a:lnTo>
                    <a:lnTo>
                      <a:pt x="8" y="46"/>
                    </a:lnTo>
                    <a:lnTo>
                      <a:pt x="8" y="42"/>
                    </a:lnTo>
                    <a:lnTo>
                      <a:pt x="4" y="42"/>
                    </a:lnTo>
                    <a:lnTo>
                      <a:pt x="0" y="38"/>
                    </a:lnTo>
                    <a:lnTo>
                      <a:pt x="0" y="34"/>
                    </a:lnTo>
                    <a:lnTo>
                      <a:pt x="4" y="34"/>
                    </a:lnTo>
                    <a:lnTo>
                      <a:pt x="0" y="34"/>
                    </a:lnTo>
                    <a:lnTo>
                      <a:pt x="4" y="30"/>
                    </a:lnTo>
                    <a:lnTo>
                      <a:pt x="4" y="34"/>
                    </a:lnTo>
                    <a:lnTo>
                      <a:pt x="4" y="30"/>
                    </a:lnTo>
                    <a:lnTo>
                      <a:pt x="8" y="30"/>
                    </a:lnTo>
                    <a:lnTo>
                      <a:pt x="8" y="26"/>
                    </a:lnTo>
                    <a:lnTo>
                      <a:pt x="12" y="26"/>
                    </a:lnTo>
                    <a:lnTo>
                      <a:pt x="14" y="26"/>
                    </a:lnTo>
                    <a:lnTo>
                      <a:pt x="12" y="26"/>
                    </a:lnTo>
                    <a:lnTo>
                      <a:pt x="12" y="22"/>
                    </a:lnTo>
                    <a:lnTo>
                      <a:pt x="8" y="22"/>
                    </a:lnTo>
                    <a:lnTo>
                      <a:pt x="8" y="20"/>
                    </a:lnTo>
                    <a:lnTo>
                      <a:pt x="4" y="16"/>
                    </a:lnTo>
                    <a:lnTo>
                      <a:pt x="0" y="16"/>
                    </a:lnTo>
                    <a:lnTo>
                      <a:pt x="4" y="12"/>
                    </a:lnTo>
                    <a:lnTo>
                      <a:pt x="4" y="8"/>
                    </a:lnTo>
                    <a:lnTo>
                      <a:pt x="8" y="8"/>
                    </a:lnTo>
                    <a:lnTo>
                      <a:pt x="8" y="4"/>
                    </a:lnTo>
                    <a:lnTo>
                      <a:pt x="4" y="4"/>
                    </a:lnTo>
                    <a:lnTo>
                      <a:pt x="8" y="0"/>
                    </a:lnTo>
                    <a:lnTo>
                      <a:pt x="8" y="4"/>
                    </a:lnTo>
                    <a:lnTo>
                      <a:pt x="12" y="4"/>
                    </a:lnTo>
                    <a:lnTo>
                      <a:pt x="12" y="8"/>
                    </a:lnTo>
                    <a:lnTo>
                      <a:pt x="14" y="8"/>
                    </a:lnTo>
                    <a:lnTo>
                      <a:pt x="12" y="8"/>
                    </a:lnTo>
                    <a:lnTo>
                      <a:pt x="12" y="4"/>
                    </a:lnTo>
                    <a:lnTo>
                      <a:pt x="14" y="4"/>
                    </a:lnTo>
                    <a:lnTo>
                      <a:pt x="14" y="8"/>
                    </a:lnTo>
                    <a:lnTo>
                      <a:pt x="14" y="12"/>
                    </a:lnTo>
                    <a:lnTo>
                      <a:pt x="18" y="12"/>
                    </a:lnTo>
                    <a:lnTo>
                      <a:pt x="22" y="12"/>
                    </a:lnTo>
                    <a:lnTo>
                      <a:pt x="22" y="8"/>
                    </a:lnTo>
                    <a:lnTo>
                      <a:pt x="22" y="12"/>
                    </a:lnTo>
                    <a:lnTo>
                      <a:pt x="26" y="12"/>
                    </a:lnTo>
                    <a:lnTo>
                      <a:pt x="26" y="16"/>
                    </a:lnTo>
                    <a:lnTo>
                      <a:pt x="26" y="20"/>
                    </a:lnTo>
                    <a:lnTo>
                      <a:pt x="26" y="22"/>
                    </a:lnTo>
                    <a:lnTo>
                      <a:pt x="26" y="26"/>
                    </a:lnTo>
                    <a:lnTo>
                      <a:pt x="30" y="26"/>
                    </a:lnTo>
                    <a:lnTo>
                      <a:pt x="34" y="26"/>
                    </a:lnTo>
                    <a:lnTo>
                      <a:pt x="38" y="26"/>
                    </a:lnTo>
                    <a:lnTo>
                      <a:pt x="40" y="26"/>
                    </a:lnTo>
                    <a:lnTo>
                      <a:pt x="44" y="26"/>
                    </a:lnTo>
                    <a:lnTo>
                      <a:pt x="48" y="26"/>
                    </a:lnTo>
                    <a:lnTo>
                      <a:pt x="52" y="26"/>
                    </a:lnTo>
                    <a:lnTo>
                      <a:pt x="56" y="26"/>
                    </a:lnTo>
                    <a:lnTo>
                      <a:pt x="60" y="26"/>
                    </a:lnTo>
                    <a:lnTo>
                      <a:pt x="60" y="30"/>
                    </a:lnTo>
                    <a:lnTo>
                      <a:pt x="64" y="30"/>
                    </a:lnTo>
                    <a:lnTo>
                      <a:pt x="64" y="34"/>
                    </a:lnTo>
                    <a:lnTo>
                      <a:pt x="60" y="34"/>
                    </a:lnTo>
                    <a:lnTo>
                      <a:pt x="60" y="38"/>
                    </a:lnTo>
                    <a:lnTo>
                      <a:pt x="60" y="42"/>
                    </a:lnTo>
                    <a:lnTo>
                      <a:pt x="56" y="42"/>
                    </a:lnTo>
                    <a:lnTo>
                      <a:pt x="56" y="46"/>
                    </a:lnTo>
                    <a:lnTo>
                      <a:pt x="52" y="46"/>
                    </a:lnTo>
                    <a:lnTo>
                      <a:pt x="48" y="46"/>
                    </a:lnTo>
                    <a:lnTo>
                      <a:pt x="48" y="50"/>
                    </a:lnTo>
                    <a:lnTo>
                      <a:pt x="48" y="46"/>
                    </a:lnTo>
                    <a:lnTo>
                      <a:pt x="44" y="50"/>
                    </a:lnTo>
                    <a:lnTo>
                      <a:pt x="44" y="52"/>
                    </a:lnTo>
                    <a:lnTo>
                      <a:pt x="44" y="56"/>
                    </a:lnTo>
                    <a:lnTo>
                      <a:pt x="44" y="60"/>
                    </a:lnTo>
                    <a:lnTo>
                      <a:pt x="48" y="64"/>
                    </a:lnTo>
                    <a:lnTo>
                      <a:pt x="48" y="60"/>
                    </a:lnTo>
                    <a:lnTo>
                      <a:pt x="48" y="64"/>
                    </a:lnTo>
                    <a:lnTo>
                      <a:pt x="48" y="68"/>
                    </a:lnTo>
                    <a:lnTo>
                      <a:pt x="52" y="68"/>
                    </a:lnTo>
                    <a:lnTo>
                      <a:pt x="52" y="64"/>
                    </a:lnTo>
                    <a:lnTo>
                      <a:pt x="52" y="60"/>
                    </a:lnTo>
                    <a:lnTo>
                      <a:pt x="56" y="60"/>
                    </a:lnTo>
                    <a:lnTo>
                      <a:pt x="56" y="56"/>
                    </a:lnTo>
                    <a:lnTo>
                      <a:pt x="56" y="52"/>
                    </a:lnTo>
                    <a:lnTo>
                      <a:pt x="56" y="56"/>
                    </a:lnTo>
                    <a:lnTo>
                      <a:pt x="60" y="52"/>
                    </a:lnTo>
                    <a:lnTo>
                      <a:pt x="60" y="56"/>
                    </a:lnTo>
                    <a:lnTo>
                      <a:pt x="60" y="60"/>
                    </a:lnTo>
                    <a:lnTo>
                      <a:pt x="64" y="60"/>
                    </a:lnTo>
                    <a:lnTo>
                      <a:pt x="64" y="64"/>
                    </a:lnTo>
                    <a:lnTo>
                      <a:pt x="60" y="64"/>
                    </a:lnTo>
                    <a:lnTo>
                      <a:pt x="64" y="68"/>
                    </a:lnTo>
                    <a:lnTo>
                      <a:pt x="64" y="72"/>
                    </a:lnTo>
                    <a:lnTo>
                      <a:pt x="64" y="76"/>
                    </a:lnTo>
                    <a:lnTo>
                      <a:pt x="64" y="78"/>
                    </a:lnTo>
                    <a:lnTo>
                      <a:pt x="64" y="82"/>
                    </a:lnTo>
                    <a:lnTo>
                      <a:pt x="64" y="86"/>
                    </a:lnTo>
                    <a:lnTo>
                      <a:pt x="64" y="90"/>
                    </a:lnTo>
                    <a:lnTo>
                      <a:pt x="64" y="94"/>
                    </a:lnTo>
                    <a:lnTo>
                      <a:pt x="68" y="94"/>
                    </a:lnTo>
                    <a:lnTo>
                      <a:pt x="68" y="98"/>
                    </a:lnTo>
                    <a:lnTo>
                      <a:pt x="64" y="98"/>
                    </a:lnTo>
                    <a:lnTo>
                      <a:pt x="64" y="94"/>
                    </a:lnTo>
                    <a:lnTo>
                      <a:pt x="60" y="94"/>
                    </a:lnTo>
                    <a:lnTo>
                      <a:pt x="60" y="98"/>
                    </a:lnTo>
                    <a:lnTo>
                      <a:pt x="60" y="102"/>
                    </a:lnTo>
                    <a:lnTo>
                      <a:pt x="60" y="106"/>
                    </a:lnTo>
                    <a:lnTo>
                      <a:pt x="60" y="102"/>
                    </a:lnTo>
                    <a:lnTo>
                      <a:pt x="56" y="102"/>
                    </a:lnTo>
                    <a:lnTo>
                      <a:pt x="56" y="98"/>
                    </a:lnTo>
                    <a:lnTo>
                      <a:pt x="56" y="94"/>
                    </a:lnTo>
                    <a:lnTo>
                      <a:pt x="56" y="90"/>
                    </a:lnTo>
                    <a:lnTo>
                      <a:pt x="56" y="86"/>
                    </a:lnTo>
                    <a:lnTo>
                      <a:pt x="56" y="90"/>
                    </a:lnTo>
                    <a:lnTo>
                      <a:pt x="56" y="86"/>
                    </a:lnTo>
                    <a:lnTo>
                      <a:pt x="56" y="82"/>
                    </a:lnTo>
                    <a:lnTo>
                      <a:pt x="52" y="82"/>
                    </a:lnTo>
                    <a:lnTo>
                      <a:pt x="52" y="78"/>
                    </a:lnTo>
                    <a:lnTo>
                      <a:pt x="52" y="76"/>
                    </a:lnTo>
                    <a:lnTo>
                      <a:pt x="48" y="72"/>
                    </a:lnTo>
                    <a:lnTo>
                      <a:pt x="44" y="72"/>
                    </a:lnTo>
                    <a:lnTo>
                      <a:pt x="44" y="76"/>
                    </a:lnTo>
                    <a:lnTo>
                      <a:pt x="40" y="76"/>
                    </a:lnTo>
                    <a:lnTo>
                      <a:pt x="40" y="72"/>
                    </a:lnTo>
                    <a:lnTo>
                      <a:pt x="38" y="72"/>
                    </a:lnTo>
                    <a:lnTo>
                      <a:pt x="38" y="68"/>
                    </a:lnTo>
                    <a:lnTo>
                      <a:pt x="38" y="64"/>
                    </a:lnTo>
                    <a:lnTo>
                      <a:pt x="38" y="60"/>
                    </a:lnTo>
                    <a:lnTo>
                      <a:pt x="38" y="56"/>
                    </a:lnTo>
                    <a:lnTo>
                      <a:pt x="34" y="56"/>
                    </a:lnTo>
                    <a:lnTo>
                      <a:pt x="38" y="56"/>
                    </a:lnTo>
                    <a:lnTo>
                      <a:pt x="38" y="60"/>
                    </a:lnTo>
                    <a:lnTo>
                      <a:pt x="34" y="60"/>
                    </a:lnTo>
                    <a:lnTo>
                      <a:pt x="38" y="60"/>
                    </a:lnTo>
                    <a:lnTo>
                      <a:pt x="38" y="64"/>
                    </a:lnTo>
                    <a:lnTo>
                      <a:pt x="34" y="64"/>
                    </a:lnTo>
                    <a:lnTo>
                      <a:pt x="34" y="64"/>
                    </a:lnTo>
                    <a:lnTo>
                      <a:pt x="34" y="64"/>
                    </a:lnTo>
                    <a:close/>
                    <a:moveTo>
                      <a:pt x="38" y="72"/>
                    </a:moveTo>
                    <a:lnTo>
                      <a:pt x="34" y="72"/>
                    </a:lnTo>
                    <a:lnTo>
                      <a:pt x="34" y="68"/>
                    </a:lnTo>
                    <a:lnTo>
                      <a:pt x="38" y="68"/>
                    </a:lnTo>
                    <a:lnTo>
                      <a:pt x="38" y="72"/>
                    </a:lnTo>
                    <a:lnTo>
                      <a:pt x="38" y="72"/>
                    </a:lnTo>
                    <a:lnTo>
                      <a:pt x="38" y="72"/>
                    </a:lnTo>
                    <a:close/>
                    <a:moveTo>
                      <a:pt x="38" y="86"/>
                    </a:moveTo>
                    <a:lnTo>
                      <a:pt x="34" y="86"/>
                    </a:lnTo>
                    <a:lnTo>
                      <a:pt x="34" y="82"/>
                    </a:lnTo>
                    <a:lnTo>
                      <a:pt x="38" y="82"/>
                    </a:lnTo>
                    <a:lnTo>
                      <a:pt x="38" y="86"/>
                    </a:lnTo>
                    <a:lnTo>
                      <a:pt x="38" y="86"/>
                    </a:lnTo>
                    <a:lnTo>
                      <a:pt x="38" y="86"/>
                    </a:lnTo>
                    <a:close/>
                    <a:moveTo>
                      <a:pt x="38" y="86"/>
                    </a:moveTo>
                    <a:lnTo>
                      <a:pt x="38" y="82"/>
                    </a:lnTo>
                    <a:lnTo>
                      <a:pt x="38" y="78"/>
                    </a:lnTo>
                    <a:lnTo>
                      <a:pt x="38" y="76"/>
                    </a:lnTo>
                    <a:lnTo>
                      <a:pt x="38" y="72"/>
                    </a:lnTo>
                    <a:lnTo>
                      <a:pt x="40" y="76"/>
                    </a:lnTo>
                    <a:lnTo>
                      <a:pt x="40" y="78"/>
                    </a:lnTo>
                    <a:lnTo>
                      <a:pt x="40" y="82"/>
                    </a:lnTo>
                    <a:lnTo>
                      <a:pt x="38" y="82"/>
                    </a:lnTo>
                    <a:lnTo>
                      <a:pt x="38" y="86"/>
                    </a:lnTo>
                    <a:lnTo>
                      <a:pt x="38" y="86"/>
                    </a:lnTo>
                    <a:lnTo>
                      <a:pt x="38" y="86"/>
                    </a:lnTo>
                    <a:close/>
                    <a:moveTo>
                      <a:pt x="48" y="78"/>
                    </a:moveTo>
                    <a:lnTo>
                      <a:pt x="48" y="76"/>
                    </a:lnTo>
                    <a:lnTo>
                      <a:pt x="48" y="78"/>
                    </a:lnTo>
                    <a:lnTo>
                      <a:pt x="48" y="78"/>
                    </a:lnTo>
                    <a:lnTo>
                      <a:pt x="48" y="78"/>
                    </a:lnTo>
                    <a:close/>
                    <a:moveTo>
                      <a:pt x="40" y="82"/>
                    </a:moveTo>
                    <a:lnTo>
                      <a:pt x="44" y="82"/>
                    </a:lnTo>
                    <a:lnTo>
                      <a:pt x="44" y="78"/>
                    </a:lnTo>
                    <a:lnTo>
                      <a:pt x="44" y="76"/>
                    </a:lnTo>
                    <a:lnTo>
                      <a:pt x="44" y="78"/>
                    </a:lnTo>
                    <a:lnTo>
                      <a:pt x="44" y="82"/>
                    </a:lnTo>
                    <a:lnTo>
                      <a:pt x="40" y="82"/>
                    </a:lnTo>
                    <a:lnTo>
                      <a:pt x="40" y="82"/>
                    </a:lnTo>
                    <a:lnTo>
                      <a:pt x="40" y="82"/>
                    </a:lnTo>
                    <a:close/>
                    <a:moveTo>
                      <a:pt x="56" y="94"/>
                    </a:moveTo>
                    <a:lnTo>
                      <a:pt x="56" y="90"/>
                    </a:lnTo>
                    <a:lnTo>
                      <a:pt x="56" y="94"/>
                    </a:lnTo>
                    <a:lnTo>
                      <a:pt x="56" y="94"/>
                    </a:lnTo>
                    <a:lnTo>
                      <a:pt x="56"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7" name="Freeform 21"/>
              <p:cNvSpPr>
                <a:spLocks/>
              </p:cNvSpPr>
              <p:nvPr/>
            </p:nvSpPr>
            <p:spPr bwMode="gray">
              <a:xfrm>
                <a:off x="6984471" y="3660495"/>
                <a:ext cx="83485" cy="52178"/>
              </a:xfrm>
              <a:custGeom>
                <a:avLst/>
                <a:gdLst>
                  <a:gd name="T0" fmla="*/ 44 w 48"/>
                  <a:gd name="T1" fmla="*/ 26 h 30"/>
                  <a:gd name="T2" fmla="*/ 38 w 48"/>
                  <a:gd name="T3" fmla="*/ 26 h 30"/>
                  <a:gd name="T4" fmla="*/ 38 w 48"/>
                  <a:gd name="T5" fmla="*/ 26 h 30"/>
                  <a:gd name="T6" fmla="*/ 38 w 48"/>
                  <a:gd name="T7" fmla="*/ 30 h 30"/>
                  <a:gd name="T8" fmla="*/ 34 w 48"/>
                  <a:gd name="T9" fmla="*/ 26 h 30"/>
                  <a:gd name="T10" fmla="*/ 30 w 48"/>
                  <a:gd name="T11" fmla="*/ 30 h 30"/>
                  <a:gd name="T12" fmla="*/ 26 w 48"/>
                  <a:gd name="T13" fmla="*/ 30 h 30"/>
                  <a:gd name="T14" fmla="*/ 22 w 48"/>
                  <a:gd name="T15" fmla="*/ 26 h 30"/>
                  <a:gd name="T16" fmla="*/ 18 w 48"/>
                  <a:gd name="T17" fmla="*/ 26 h 30"/>
                  <a:gd name="T18" fmla="*/ 18 w 48"/>
                  <a:gd name="T19" fmla="*/ 30 h 30"/>
                  <a:gd name="T20" fmla="*/ 14 w 48"/>
                  <a:gd name="T21" fmla="*/ 30 h 30"/>
                  <a:gd name="T22" fmla="*/ 10 w 48"/>
                  <a:gd name="T23" fmla="*/ 30 h 30"/>
                  <a:gd name="T24" fmla="*/ 10 w 48"/>
                  <a:gd name="T25" fmla="*/ 26 h 30"/>
                  <a:gd name="T26" fmla="*/ 6 w 48"/>
                  <a:gd name="T27" fmla="*/ 26 h 30"/>
                  <a:gd name="T28" fmla="*/ 6 w 48"/>
                  <a:gd name="T29" fmla="*/ 26 h 30"/>
                  <a:gd name="T30" fmla="*/ 4 w 48"/>
                  <a:gd name="T31" fmla="*/ 26 h 30"/>
                  <a:gd name="T32" fmla="*/ 0 w 48"/>
                  <a:gd name="T33" fmla="*/ 26 h 30"/>
                  <a:gd name="T34" fmla="*/ 0 w 48"/>
                  <a:gd name="T35" fmla="*/ 24 h 30"/>
                  <a:gd name="T36" fmla="*/ 0 w 48"/>
                  <a:gd name="T37" fmla="*/ 20 h 30"/>
                  <a:gd name="T38" fmla="*/ 0 w 48"/>
                  <a:gd name="T39" fmla="*/ 20 h 30"/>
                  <a:gd name="T40" fmla="*/ 4 w 48"/>
                  <a:gd name="T41" fmla="*/ 20 h 30"/>
                  <a:gd name="T42" fmla="*/ 4 w 48"/>
                  <a:gd name="T43" fmla="*/ 16 h 30"/>
                  <a:gd name="T44" fmla="*/ 4 w 48"/>
                  <a:gd name="T45" fmla="*/ 16 h 30"/>
                  <a:gd name="T46" fmla="*/ 6 w 48"/>
                  <a:gd name="T47" fmla="*/ 12 h 30"/>
                  <a:gd name="T48" fmla="*/ 6 w 48"/>
                  <a:gd name="T49" fmla="*/ 8 h 30"/>
                  <a:gd name="T50" fmla="*/ 6 w 48"/>
                  <a:gd name="T51" fmla="*/ 8 h 30"/>
                  <a:gd name="T52" fmla="*/ 10 w 48"/>
                  <a:gd name="T53" fmla="*/ 4 h 30"/>
                  <a:gd name="T54" fmla="*/ 14 w 48"/>
                  <a:gd name="T55" fmla="*/ 4 h 30"/>
                  <a:gd name="T56" fmla="*/ 18 w 48"/>
                  <a:gd name="T57" fmla="*/ 0 h 30"/>
                  <a:gd name="T58" fmla="*/ 18 w 48"/>
                  <a:gd name="T59" fmla="*/ 0 h 30"/>
                  <a:gd name="T60" fmla="*/ 22 w 48"/>
                  <a:gd name="T61" fmla="*/ 0 h 30"/>
                  <a:gd name="T62" fmla="*/ 22 w 48"/>
                  <a:gd name="T63" fmla="*/ 4 h 30"/>
                  <a:gd name="T64" fmla="*/ 22 w 48"/>
                  <a:gd name="T65" fmla="*/ 4 h 30"/>
                  <a:gd name="T66" fmla="*/ 26 w 48"/>
                  <a:gd name="T67" fmla="*/ 4 h 30"/>
                  <a:gd name="T68" fmla="*/ 30 w 48"/>
                  <a:gd name="T69" fmla="*/ 4 h 30"/>
                  <a:gd name="T70" fmla="*/ 30 w 48"/>
                  <a:gd name="T71" fmla="*/ 8 h 30"/>
                  <a:gd name="T72" fmla="*/ 34 w 48"/>
                  <a:gd name="T73" fmla="*/ 8 h 30"/>
                  <a:gd name="T74" fmla="*/ 38 w 48"/>
                  <a:gd name="T75" fmla="*/ 4 h 30"/>
                  <a:gd name="T76" fmla="*/ 38 w 48"/>
                  <a:gd name="T77" fmla="*/ 8 h 30"/>
                  <a:gd name="T78" fmla="*/ 40 w 48"/>
                  <a:gd name="T79" fmla="*/ 8 h 30"/>
                  <a:gd name="T80" fmla="*/ 40 w 48"/>
                  <a:gd name="T81" fmla="*/ 8 h 30"/>
                  <a:gd name="T82" fmla="*/ 40 w 48"/>
                  <a:gd name="T83" fmla="*/ 12 h 30"/>
                  <a:gd name="T84" fmla="*/ 40 w 48"/>
                  <a:gd name="T85" fmla="*/ 12 h 30"/>
                  <a:gd name="T86" fmla="*/ 40 w 48"/>
                  <a:gd name="T87" fmla="*/ 16 h 30"/>
                  <a:gd name="T88" fmla="*/ 44 w 48"/>
                  <a:gd name="T89" fmla="*/ 16 h 30"/>
                  <a:gd name="T90" fmla="*/ 48 w 48"/>
                  <a:gd name="T91" fmla="*/ 20 h 30"/>
                  <a:gd name="T92" fmla="*/ 44 w 48"/>
                  <a:gd name="T93" fmla="*/ 24 h 30"/>
                  <a:gd name="T94" fmla="*/ 48 w 48"/>
                  <a:gd name="T95" fmla="*/ 26 h 30"/>
                  <a:gd name="T96" fmla="*/ 44 w 48"/>
                  <a:gd name="T97" fmla="*/ 26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8" h="30">
                    <a:moveTo>
                      <a:pt x="44" y="26"/>
                    </a:moveTo>
                    <a:lnTo>
                      <a:pt x="44" y="26"/>
                    </a:lnTo>
                    <a:lnTo>
                      <a:pt x="44" y="26"/>
                    </a:lnTo>
                    <a:lnTo>
                      <a:pt x="44" y="26"/>
                    </a:lnTo>
                    <a:lnTo>
                      <a:pt x="44" y="26"/>
                    </a:lnTo>
                    <a:lnTo>
                      <a:pt x="40" y="26"/>
                    </a:lnTo>
                    <a:lnTo>
                      <a:pt x="40" y="26"/>
                    </a:lnTo>
                    <a:lnTo>
                      <a:pt x="38" y="26"/>
                    </a:lnTo>
                    <a:lnTo>
                      <a:pt x="38" y="26"/>
                    </a:lnTo>
                    <a:lnTo>
                      <a:pt x="38" y="26"/>
                    </a:lnTo>
                    <a:lnTo>
                      <a:pt x="38" y="26"/>
                    </a:lnTo>
                    <a:lnTo>
                      <a:pt x="38" y="26"/>
                    </a:lnTo>
                    <a:lnTo>
                      <a:pt x="38" y="26"/>
                    </a:lnTo>
                    <a:lnTo>
                      <a:pt x="38" y="26"/>
                    </a:lnTo>
                    <a:lnTo>
                      <a:pt x="38" y="30"/>
                    </a:lnTo>
                    <a:lnTo>
                      <a:pt x="38" y="30"/>
                    </a:lnTo>
                    <a:lnTo>
                      <a:pt x="34" y="30"/>
                    </a:lnTo>
                    <a:lnTo>
                      <a:pt x="34" y="26"/>
                    </a:lnTo>
                    <a:lnTo>
                      <a:pt x="34" y="26"/>
                    </a:lnTo>
                    <a:lnTo>
                      <a:pt x="34" y="26"/>
                    </a:lnTo>
                    <a:lnTo>
                      <a:pt x="34" y="26"/>
                    </a:lnTo>
                    <a:lnTo>
                      <a:pt x="30" y="30"/>
                    </a:lnTo>
                    <a:lnTo>
                      <a:pt x="30" y="30"/>
                    </a:lnTo>
                    <a:lnTo>
                      <a:pt x="30" y="30"/>
                    </a:lnTo>
                    <a:lnTo>
                      <a:pt x="30" y="30"/>
                    </a:lnTo>
                    <a:lnTo>
                      <a:pt x="26" y="30"/>
                    </a:lnTo>
                    <a:lnTo>
                      <a:pt x="26" y="30"/>
                    </a:lnTo>
                    <a:lnTo>
                      <a:pt x="26" y="30"/>
                    </a:lnTo>
                    <a:lnTo>
                      <a:pt x="26" y="30"/>
                    </a:lnTo>
                    <a:lnTo>
                      <a:pt x="26" y="26"/>
                    </a:lnTo>
                    <a:lnTo>
                      <a:pt x="26" y="26"/>
                    </a:lnTo>
                    <a:lnTo>
                      <a:pt x="22" y="26"/>
                    </a:lnTo>
                    <a:lnTo>
                      <a:pt x="22" y="26"/>
                    </a:lnTo>
                    <a:lnTo>
                      <a:pt x="22" y="26"/>
                    </a:lnTo>
                    <a:lnTo>
                      <a:pt x="22" y="26"/>
                    </a:lnTo>
                    <a:lnTo>
                      <a:pt x="18" y="26"/>
                    </a:lnTo>
                    <a:lnTo>
                      <a:pt x="18" y="26"/>
                    </a:lnTo>
                    <a:lnTo>
                      <a:pt x="18" y="26"/>
                    </a:lnTo>
                    <a:lnTo>
                      <a:pt x="18" y="30"/>
                    </a:lnTo>
                    <a:lnTo>
                      <a:pt x="18" y="30"/>
                    </a:lnTo>
                    <a:lnTo>
                      <a:pt x="18" y="30"/>
                    </a:lnTo>
                    <a:lnTo>
                      <a:pt x="18" y="30"/>
                    </a:lnTo>
                    <a:lnTo>
                      <a:pt x="14" y="30"/>
                    </a:lnTo>
                    <a:lnTo>
                      <a:pt x="14" y="30"/>
                    </a:lnTo>
                    <a:lnTo>
                      <a:pt x="14" y="30"/>
                    </a:lnTo>
                    <a:lnTo>
                      <a:pt x="14" y="30"/>
                    </a:lnTo>
                    <a:lnTo>
                      <a:pt x="10" y="30"/>
                    </a:lnTo>
                    <a:lnTo>
                      <a:pt x="10" y="30"/>
                    </a:lnTo>
                    <a:lnTo>
                      <a:pt x="10" y="30"/>
                    </a:lnTo>
                    <a:lnTo>
                      <a:pt x="10" y="30"/>
                    </a:lnTo>
                    <a:lnTo>
                      <a:pt x="10" y="26"/>
                    </a:lnTo>
                    <a:lnTo>
                      <a:pt x="10" y="26"/>
                    </a:lnTo>
                    <a:lnTo>
                      <a:pt x="10" y="26"/>
                    </a:lnTo>
                    <a:lnTo>
                      <a:pt x="10" y="26"/>
                    </a:lnTo>
                    <a:lnTo>
                      <a:pt x="6" y="26"/>
                    </a:lnTo>
                    <a:lnTo>
                      <a:pt x="6" y="26"/>
                    </a:lnTo>
                    <a:lnTo>
                      <a:pt x="6" y="26"/>
                    </a:lnTo>
                    <a:lnTo>
                      <a:pt x="6" y="26"/>
                    </a:lnTo>
                    <a:lnTo>
                      <a:pt x="6" y="26"/>
                    </a:lnTo>
                    <a:lnTo>
                      <a:pt x="6" y="26"/>
                    </a:lnTo>
                    <a:lnTo>
                      <a:pt x="4" y="26"/>
                    </a:lnTo>
                    <a:lnTo>
                      <a:pt x="4" y="26"/>
                    </a:lnTo>
                    <a:lnTo>
                      <a:pt x="4" y="26"/>
                    </a:lnTo>
                    <a:lnTo>
                      <a:pt x="4" y="26"/>
                    </a:lnTo>
                    <a:lnTo>
                      <a:pt x="4" y="26"/>
                    </a:lnTo>
                    <a:lnTo>
                      <a:pt x="4" y="26"/>
                    </a:lnTo>
                    <a:lnTo>
                      <a:pt x="4" y="26"/>
                    </a:lnTo>
                    <a:lnTo>
                      <a:pt x="0" y="26"/>
                    </a:lnTo>
                    <a:lnTo>
                      <a:pt x="0" y="24"/>
                    </a:lnTo>
                    <a:lnTo>
                      <a:pt x="0" y="24"/>
                    </a:lnTo>
                    <a:lnTo>
                      <a:pt x="0" y="24"/>
                    </a:lnTo>
                    <a:lnTo>
                      <a:pt x="0" y="24"/>
                    </a:lnTo>
                    <a:lnTo>
                      <a:pt x="0" y="24"/>
                    </a:lnTo>
                    <a:lnTo>
                      <a:pt x="0" y="24"/>
                    </a:lnTo>
                    <a:lnTo>
                      <a:pt x="0" y="24"/>
                    </a:lnTo>
                    <a:lnTo>
                      <a:pt x="0" y="20"/>
                    </a:lnTo>
                    <a:lnTo>
                      <a:pt x="0" y="20"/>
                    </a:lnTo>
                    <a:lnTo>
                      <a:pt x="0" y="20"/>
                    </a:lnTo>
                    <a:lnTo>
                      <a:pt x="0" y="20"/>
                    </a:lnTo>
                    <a:lnTo>
                      <a:pt x="0" y="20"/>
                    </a:lnTo>
                    <a:lnTo>
                      <a:pt x="0" y="20"/>
                    </a:lnTo>
                    <a:lnTo>
                      <a:pt x="0" y="20"/>
                    </a:lnTo>
                    <a:lnTo>
                      <a:pt x="4" y="20"/>
                    </a:lnTo>
                    <a:lnTo>
                      <a:pt x="4" y="20"/>
                    </a:lnTo>
                    <a:lnTo>
                      <a:pt x="4" y="16"/>
                    </a:lnTo>
                    <a:lnTo>
                      <a:pt x="4" y="16"/>
                    </a:lnTo>
                    <a:lnTo>
                      <a:pt x="4" y="16"/>
                    </a:lnTo>
                    <a:lnTo>
                      <a:pt x="4" y="16"/>
                    </a:lnTo>
                    <a:lnTo>
                      <a:pt x="4" y="16"/>
                    </a:lnTo>
                    <a:lnTo>
                      <a:pt x="4" y="16"/>
                    </a:lnTo>
                    <a:lnTo>
                      <a:pt x="4" y="16"/>
                    </a:lnTo>
                    <a:lnTo>
                      <a:pt x="4" y="16"/>
                    </a:lnTo>
                    <a:lnTo>
                      <a:pt x="4" y="12"/>
                    </a:lnTo>
                    <a:lnTo>
                      <a:pt x="4" y="12"/>
                    </a:lnTo>
                    <a:lnTo>
                      <a:pt x="4" y="12"/>
                    </a:lnTo>
                    <a:lnTo>
                      <a:pt x="6" y="12"/>
                    </a:lnTo>
                    <a:lnTo>
                      <a:pt x="6" y="12"/>
                    </a:lnTo>
                    <a:lnTo>
                      <a:pt x="6" y="12"/>
                    </a:lnTo>
                    <a:lnTo>
                      <a:pt x="6" y="8"/>
                    </a:lnTo>
                    <a:lnTo>
                      <a:pt x="6" y="8"/>
                    </a:lnTo>
                    <a:lnTo>
                      <a:pt x="6" y="8"/>
                    </a:lnTo>
                    <a:lnTo>
                      <a:pt x="6" y="8"/>
                    </a:lnTo>
                    <a:lnTo>
                      <a:pt x="6" y="8"/>
                    </a:lnTo>
                    <a:lnTo>
                      <a:pt x="6" y="8"/>
                    </a:lnTo>
                    <a:lnTo>
                      <a:pt x="6" y="8"/>
                    </a:lnTo>
                    <a:lnTo>
                      <a:pt x="10" y="4"/>
                    </a:lnTo>
                    <a:lnTo>
                      <a:pt x="10" y="4"/>
                    </a:lnTo>
                    <a:lnTo>
                      <a:pt x="10" y="4"/>
                    </a:lnTo>
                    <a:lnTo>
                      <a:pt x="10" y="4"/>
                    </a:lnTo>
                    <a:lnTo>
                      <a:pt x="10" y="4"/>
                    </a:lnTo>
                    <a:lnTo>
                      <a:pt x="10" y="4"/>
                    </a:lnTo>
                    <a:lnTo>
                      <a:pt x="14" y="4"/>
                    </a:lnTo>
                    <a:lnTo>
                      <a:pt x="14" y="4"/>
                    </a:lnTo>
                    <a:lnTo>
                      <a:pt x="14" y="0"/>
                    </a:lnTo>
                    <a:lnTo>
                      <a:pt x="14" y="0"/>
                    </a:lnTo>
                    <a:lnTo>
                      <a:pt x="18" y="0"/>
                    </a:lnTo>
                    <a:lnTo>
                      <a:pt x="18" y="0"/>
                    </a:lnTo>
                    <a:lnTo>
                      <a:pt x="18" y="0"/>
                    </a:lnTo>
                    <a:lnTo>
                      <a:pt x="18" y="0"/>
                    </a:lnTo>
                    <a:lnTo>
                      <a:pt x="18" y="0"/>
                    </a:lnTo>
                    <a:lnTo>
                      <a:pt x="22" y="0"/>
                    </a:lnTo>
                    <a:lnTo>
                      <a:pt x="22" y="0"/>
                    </a:lnTo>
                    <a:lnTo>
                      <a:pt x="22" y="0"/>
                    </a:lnTo>
                    <a:lnTo>
                      <a:pt x="22" y="0"/>
                    </a:lnTo>
                    <a:lnTo>
                      <a:pt x="22" y="4"/>
                    </a:lnTo>
                    <a:lnTo>
                      <a:pt x="22" y="4"/>
                    </a:lnTo>
                    <a:lnTo>
                      <a:pt x="22" y="4"/>
                    </a:lnTo>
                    <a:lnTo>
                      <a:pt x="22" y="4"/>
                    </a:lnTo>
                    <a:lnTo>
                      <a:pt x="22" y="4"/>
                    </a:lnTo>
                    <a:lnTo>
                      <a:pt x="22" y="4"/>
                    </a:lnTo>
                    <a:lnTo>
                      <a:pt x="22" y="4"/>
                    </a:lnTo>
                    <a:lnTo>
                      <a:pt x="22" y="4"/>
                    </a:lnTo>
                    <a:lnTo>
                      <a:pt x="26" y="4"/>
                    </a:lnTo>
                    <a:lnTo>
                      <a:pt x="26" y="4"/>
                    </a:lnTo>
                    <a:lnTo>
                      <a:pt x="26" y="4"/>
                    </a:lnTo>
                    <a:lnTo>
                      <a:pt x="26" y="4"/>
                    </a:lnTo>
                    <a:lnTo>
                      <a:pt x="26" y="4"/>
                    </a:lnTo>
                    <a:lnTo>
                      <a:pt x="30" y="4"/>
                    </a:lnTo>
                    <a:lnTo>
                      <a:pt x="30" y="4"/>
                    </a:lnTo>
                    <a:lnTo>
                      <a:pt x="30" y="4"/>
                    </a:lnTo>
                    <a:lnTo>
                      <a:pt x="30" y="4"/>
                    </a:lnTo>
                    <a:lnTo>
                      <a:pt x="30" y="8"/>
                    </a:lnTo>
                    <a:lnTo>
                      <a:pt x="30" y="8"/>
                    </a:lnTo>
                    <a:lnTo>
                      <a:pt x="30" y="8"/>
                    </a:lnTo>
                    <a:lnTo>
                      <a:pt x="34" y="8"/>
                    </a:lnTo>
                    <a:lnTo>
                      <a:pt x="34" y="8"/>
                    </a:lnTo>
                    <a:lnTo>
                      <a:pt x="34" y="8"/>
                    </a:lnTo>
                    <a:lnTo>
                      <a:pt x="34" y="8"/>
                    </a:lnTo>
                    <a:lnTo>
                      <a:pt x="34" y="4"/>
                    </a:lnTo>
                    <a:lnTo>
                      <a:pt x="34" y="4"/>
                    </a:lnTo>
                    <a:lnTo>
                      <a:pt x="34" y="4"/>
                    </a:lnTo>
                    <a:lnTo>
                      <a:pt x="38" y="4"/>
                    </a:lnTo>
                    <a:lnTo>
                      <a:pt x="38" y="4"/>
                    </a:lnTo>
                    <a:lnTo>
                      <a:pt x="38" y="8"/>
                    </a:lnTo>
                    <a:lnTo>
                      <a:pt x="38" y="8"/>
                    </a:lnTo>
                    <a:lnTo>
                      <a:pt x="38" y="8"/>
                    </a:lnTo>
                    <a:lnTo>
                      <a:pt x="38" y="8"/>
                    </a:lnTo>
                    <a:lnTo>
                      <a:pt x="38" y="8"/>
                    </a:lnTo>
                    <a:lnTo>
                      <a:pt x="40" y="8"/>
                    </a:lnTo>
                    <a:lnTo>
                      <a:pt x="40" y="8"/>
                    </a:lnTo>
                    <a:lnTo>
                      <a:pt x="40" y="8"/>
                    </a:lnTo>
                    <a:lnTo>
                      <a:pt x="40" y="8"/>
                    </a:lnTo>
                    <a:lnTo>
                      <a:pt x="40" y="8"/>
                    </a:lnTo>
                    <a:lnTo>
                      <a:pt x="40" y="8"/>
                    </a:lnTo>
                    <a:lnTo>
                      <a:pt x="40" y="8"/>
                    </a:lnTo>
                    <a:lnTo>
                      <a:pt x="40" y="12"/>
                    </a:lnTo>
                    <a:lnTo>
                      <a:pt x="40" y="12"/>
                    </a:lnTo>
                    <a:lnTo>
                      <a:pt x="40" y="12"/>
                    </a:lnTo>
                    <a:lnTo>
                      <a:pt x="40" y="12"/>
                    </a:lnTo>
                    <a:lnTo>
                      <a:pt x="40" y="12"/>
                    </a:lnTo>
                    <a:lnTo>
                      <a:pt x="40" y="12"/>
                    </a:lnTo>
                    <a:lnTo>
                      <a:pt x="40" y="12"/>
                    </a:lnTo>
                    <a:lnTo>
                      <a:pt x="40" y="12"/>
                    </a:lnTo>
                    <a:lnTo>
                      <a:pt x="40" y="12"/>
                    </a:lnTo>
                    <a:lnTo>
                      <a:pt x="40" y="16"/>
                    </a:lnTo>
                    <a:lnTo>
                      <a:pt x="40" y="16"/>
                    </a:lnTo>
                    <a:lnTo>
                      <a:pt x="40" y="16"/>
                    </a:lnTo>
                    <a:lnTo>
                      <a:pt x="40" y="16"/>
                    </a:lnTo>
                    <a:lnTo>
                      <a:pt x="44" y="16"/>
                    </a:lnTo>
                    <a:lnTo>
                      <a:pt x="44" y="16"/>
                    </a:lnTo>
                    <a:lnTo>
                      <a:pt x="44" y="16"/>
                    </a:lnTo>
                    <a:lnTo>
                      <a:pt x="44" y="20"/>
                    </a:lnTo>
                    <a:lnTo>
                      <a:pt x="44" y="20"/>
                    </a:lnTo>
                    <a:lnTo>
                      <a:pt x="48" y="20"/>
                    </a:lnTo>
                    <a:lnTo>
                      <a:pt x="44" y="24"/>
                    </a:lnTo>
                    <a:lnTo>
                      <a:pt x="44" y="24"/>
                    </a:lnTo>
                    <a:lnTo>
                      <a:pt x="44" y="24"/>
                    </a:lnTo>
                    <a:lnTo>
                      <a:pt x="44" y="24"/>
                    </a:lnTo>
                    <a:lnTo>
                      <a:pt x="44" y="24"/>
                    </a:lnTo>
                    <a:lnTo>
                      <a:pt x="44" y="24"/>
                    </a:lnTo>
                    <a:lnTo>
                      <a:pt x="44" y="24"/>
                    </a:lnTo>
                    <a:lnTo>
                      <a:pt x="48" y="26"/>
                    </a:lnTo>
                    <a:lnTo>
                      <a:pt x="48" y="26"/>
                    </a:lnTo>
                    <a:lnTo>
                      <a:pt x="48" y="26"/>
                    </a:lnTo>
                    <a:lnTo>
                      <a:pt x="44" y="26"/>
                    </a:lnTo>
                    <a:lnTo>
                      <a:pt x="44" y="26"/>
                    </a:lnTo>
                    <a:lnTo>
                      <a:pt x="44" y="26"/>
                    </a:lnTo>
                    <a:lnTo>
                      <a:pt x="4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8" name="Freeform 22"/>
              <p:cNvSpPr>
                <a:spLocks noEditPoints="1"/>
              </p:cNvSpPr>
              <p:nvPr/>
            </p:nvSpPr>
            <p:spPr bwMode="gray">
              <a:xfrm>
                <a:off x="7607129" y="4366632"/>
                <a:ext cx="31307" cy="34785"/>
              </a:xfrm>
              <a:custGeom>
                <a:avLst/>
                <a:gdLst>
                  <a:gd name="T0" fmla="*/ 10 w 18"/>
                  <a:gd name="T1" fmla="*/ 4 h 20"/>
                  <a:gd name="T2" fmla="*/ 10 w 18"/>
                  <a:gd name="T3" fmla="*/ 4 h 20"/>
                  <a:gd name="T4" fmla="*/ 10 w 18"/>
                  <a:gd name="T5" fmla="*/ 4 h 20"/>
                  <a:gd name="T6" fmla="*/ 10 w 18"/>
                  <a:gd name="T7" fmla="*/ 4 h 20"/>
                  <a:gd name="T8" fmla="*/ 10 w 18"/>
                  <a:gd name="T9" fmla="*/ 4 h 20"/>
                  <a:gd name="T10" fmla="*/ 10 w 18"/>
                  <a:gd name="T11" fmla="*/ 8 h 20"/>
                  <a:gd name="T12" fmla="*/ 10 w 18"/>
                  <a:gd name="T13" fmla="*/ 8 h 20"/>
                  <a:gd name="T14" fmla="*/ 10 w 18"/>
                  <a:gd name="T15" fmla="*/ 12 h 20"/>
                  <a:gd name="T16" fmla="*/ 10 w 18"/>
                  <a:gd name="T17" fmla="*/ 12 h 20"/>
                  <a:gd name="T18" fmla="*/ 10 w 18"/>
                  <a:gd name="T19" fmla="*/ 12 h 20"/>
                  <a:gd name="T20" fmla="*/ 10 w 18"/>
                  <a:gd name="T21" fmla="*/ 16 h 20"/>
                  <a:gd name="T22" fmla="*/ 10 w 18"/>
                  <a:gd name="T23" fmla="*/ 20 h 20"/>
                  <a:gd name="T24" fmla="*/ 6 w 18"/>
                  <a:gd name="T25" fmla="*/ 20 h 20"/>
                  <a:gd name="T26" fmla="*/ 6 w 18"/>
                  <a:gd name="T27" fmla="*/ 20 h 20"/>
                  <a:gd name="T28" fmla="*/ 6 w 18"/>
                  <a:gd name="T29" fmla="*/ 20 h 20"/>
                  <a:gd name="T30" fmla="*/ 4 w 18"/>
                  <a:gd name="T31" fmla="*/ 16 h 20"/>
                  <a:gd name="T32" fmla="*/ 4 w 18"/>
                  <a:gd name="T33" fmla="*/ 16 h 20"/>
                  <a:gd name="T34" fmla="*/ 4 w 18"/>
                  <a:gd name="T35" fmla="*/ 12 h 20"/>
                  <a:gd name="T36" fmla="*/ 4 w 18"/>
                  <a:gd name="T37" fmla="*/ 12 h 20"/>
                  <a:gd name="T38" fmla="*/ 0 w 18"/>
                  <a:gd name="T39" fmla="*/ 12 h 20"/>
                  <a:gd name="T40" fmla="*/ 0 w 18"/>
                  <a:gd name="T41" fmla="*/ 12 h 20"/>
                  <a:gd name="T42" fmla="*/ 0 w 18"/>
                  <a:gd name="T43" fmla="*/ 8 h 20"/>
                  <a:gd name="T44" fmla="*/ 0 w 18"/>
                  <a:gd name="T45" fmla="*/ 8 h 20"/>
                  <a:gd name="T46" fmla="*/ 0 w 18"/>
                  <a:gd name="T47" fmla="*/ 8 h 20"/>
                  <a:gd name="T48" fmla="*/ 0 w 18"/>
                  <a:gd name="T49" fmla="*/ 12 h 20"/>
                  <a:gd name="T50" fmla="*/ 4 w 18"/>
                  <a:gd name="T51" fmla="*/ 8 h 20"/>
                  <a:gd name="T52" fmla="*/ 6 w 18"/>
                  <a:gd name="T53" fmla="*/ 8 h 20"/>
                  <a:gd name="T54" fmla="*/ 6 w 18"/>
                  <a:gd name="T55" fmla="*/ 8 h 20"/>
                  <a:gd name="T56" fmla="*/ 6 w 18"/>
                  <a:gd name="T57" fmla="*/ 8 h 20"/>
                  <a:gd name="T58" fmla="*/ 6 w 18"/>
                  <a:gd name="T59" fmla="*/ 4 h 20"/>
                  <a:gd name="T60" fmla="*/ 6 w 18"/>
                  <a:gd name="T61" fmla="*/ 4 h 20"/>
                  <a:gd name="T62" fmla="*/ 6 w 18"/>
                  <a:gd name="T63" fmla="*/ 4 h 20"/>
                  <a:gd name="T64" fmla="*/ 10 w 18"/>
                  <a:gd name="T65" fmla="*/ 4 h 20"/>
                  <a:gd name="T66" fmla="*/ 10 w 18"/>
                  <a:gd name="T67" fmla="*/ 4 h 20"/>
                  <a:gd name="T68" fmla="*/ 10 w 18"/>
                  <a:gd name="T69" fmla="*/ 0 h 20"/>
                  <a:gd name="T70" fmla="*/ 14 w 18"/>
                  <a:gd name="T71" fmla="*/ 0 h 20"/>
                  <a:gd name="T72" fmla="*/ 14 w 18"/>
                  <a:gd name="T73" fmla="*/ 0 h 20"/>
                  <a:gd name="T74" fmla="*/ 14 w 18"/>
                  <a:gd name="T75" fmla="*/ 0 h 20"/>
                  <a:gd name="T76" fmla="*/ 10 w 18"/>
                  <a:gd name="T77" fmla="*/ 4 h 20"/>
                  <a:gd name="T78" fmla="*/ 10 w 18"/>
                  <a:gd name="T79" fmla="*/ 4 h 20"/>
                  <a:gd name="T80" fmla="*/ 10 w 18"/>
                  <a:gd name="T81" fmla="*/ 4 h 20"/>
                  <a:gd name="T82" fmla="*/ 14 w 18"/>
                  <a:gd name="T83" fmla="*/ 4 h 20"/>
                  <a:gd name="T84" fmla="*/ 14 w 18"/>
                  <a:gd name="T85" fmla="*/ 4 h 20"/>
                  <a:gd name="T86" fmla="*/ 14 w 18"/>
                  <a:gd name="T87" fmla="*/ 4 h 20"/>
                  <a:gd name="T88" fmla="*/ 14 w 18"/>
                  <a:gd name="T89" fmla="*/ 4 h 20"/>
                  <a:gd name="T90" fmla="*/ 14 w 18"/>
                  <a:gd name="T91" fmla="*/ 8 h 20"/>
                  <a:gd name="T92" fmla="*/ 14 w 18"/>
                  <a:gd name="T93" fmla="*/ 8 h 20"/>
                  <a:gd name="T94" fmla="*/ 14 w 18"/>
                  <a:gd name="T95" fmla="*/ 12 h 20"/>
                  <a:gd name="T96" fmla="*/ 14 w 18"/>
                  <a:gd name="T97" fmla="*/ 12 h 20"/>
                  <a:gd name="T98" fmla="*/ 14 w 18"/>
                  <a:gd name="T99" fmla="*/ 12 h 20"/>
                  <a:gd name="T100" fmla="*/ 18 w 18"/>
                  <a:gd name="T101" fmla="*/ 12 h 20"/>
                  <a:gd name="T102" fmla="*/ 18 w 18"/>
                  <a:gd name="T103" fmla="*/ 12 h 20"/>
                  <a:gd name="T104" fmla="*/ 18 w 18"/>
                  <a:gd name="T105" fmla="*/ 16 h 20"/>
                  <a:gd name="T106" fmla="*/ 18 w 18"/>
                  <a:gd name="T107" fmla="*/ 16 h 20"/>
                  <a:gd name="T108" fmla="*/ 18 w 18"/>
                  <a:gd name="T109" fmla="*/ 16 h 20"/>
                  <a:gd name="T110" fmla="*/ 14 w 18"/>
                  <a:gd name="T111" fmla="*/ 12 h 20"/>
                  <a:gd name="T112" fmla="*/ 14 w 18"/>
                  <a:gd name="T113" fmla="*/ 12 h 20"/>
                  <a:gd name="T114" fmla="*/ 14 w 18"/>
                  <a:gd name="T115" fmla="*/ 8 h 20"/>
                  <a:gd name="T116" fmla="*/ 10 w 18"/>
                  <a:gd name="T117" fmla="*/ 8 h 20"/>
                  <a:gd name="T118" fmla="*/ 14 w 18"/>
                  <a:gd name="T119" fmla="*/ 4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 h="20">
                    <a:moveTo>
                      <a:pt x="10" y="4"/>
                    </a:moveTo>
                    <a:lnTo>
                      <a:pt x="10" y="4"/>
                    </a:lnTo>
                    <a:lnTo>
                      <a:pt x="10" y="4"/>
                    </a:lnTo>
                    <a:lnTo>
                      <a:pt x="10" y="4"/>
                    </a:lnTo>
                    <a:lnTo>
                      <a:pt x="10" y="4"/>
                    </a:lnTo>
                    <a:lnTo>
                      <a:pt x="10" y="4"/>
                    </a:lnTo>
                    <a:lnTo>
                      <a:pt x="10" y="4"/>
                    </a:lnTo>
                    <a:lnTo>
                      <a:pt x="10" y="4"/>
                    </a:lnTo>
                    <a:lnTo>
                      <a:pt x="10" y="4"/>
                    </a:lnTo>
                    <a:lnTo>
                      <a:pt x="10" y="4"/>
                    </a:lnTo>
                    <a:lnTo>
                      <a:pt x="10" y="8"/>
                    </a:lnTo>
                    <a:lnTo>
                      <a:pt x="10" y="8"/>
                    </a:lnTo>
                    <a:lnTo>
                      <a:pt x="10" y="8"/>
                    </a:lnTo>
                    <a:lnTo>
                      <a:pt x="10" y="8"/>
                    </a:lnTo>
                    <a:lnTo>
                      <a:pt x="10" y="8"/>
                    </a:lnTo>
                    <a:lnTo>
                      <a:pt x="10" y="12"/>
                    </a:lnTo>
                    <a:lnTo>
                      <a:pt x="10" y="12"/>
                    </a:lnTo>
                    <a:lnTo>
                      <a:pt x="10" y="12"/>
                    </a:lnTo>
                    <a:lnTo>
                      <a:pt x="10" y="12"/>
                    </a:lnTo>
                    <a:lnTo>
                      <a:pt x="10" y="12"/>
                    </a:lnTo>
                    <a:lnTo>
                      <a:pt x="10" y="12"/>
                    </a:lnTo>
                    <a:lnTo>
                      <a:pt x="10" y="16"/>
                    </a:lnTo>
                    <a:lnTo>
                      <a:pt x="10" y="20"/>
                    </a:lnTo>
                    <a:lnTo>
                      <a:pt x="10" y="20"/>
                    </a:lnTo>
                    <a:lnTo>
                      <a:pt x="6" y="20"/>
                    </a:lnTo>
                    <a:lnTo>
                      <a:pt x="6" y="20"/>
                    </a:lnTo>
                    <a:lnTo>
                      <a:pt x="6" y="20"/>
                    </a:lnTo>
                    <a:lnTo>
                      <a:pt x="6" y="20"/>
                    </a:lnTo>
                    <a:lnTo>
                      <a:pt x="6" y="20"/>
                    </a:lnTo>
                    <a:lnTo>
                      <a:pt x="6" y="20"/>
                    </a:lnTo>
                    <a:lnTo>
                      <a:pt x="6" y="20"/>
                    </a:lnTo>
                    <a:lnTo>
                      <a:pt x="4" y="16"/>
                    </a:lnTo>
                    <a:lnTo>
                      <a:pt x="4" y="16"/>
                    </a:lnTo>
                    <a:lnTo>
                      <a:pt x="4" y="16"/>
                    </a:lnTo>
                    <a:lnTo>
                      <a:pt x="4" y="16"/>
                    </a:lnTo>
                    <a:lnTo>
                      <a:pt x="4" y="12"/>
                    </a:lnTo>
                    <a:lnTo>
                      <a:pt x="4" y="12"/>
                    </a:lnTo>
                    <a:lnTo>
                      <a:pt x="4" y="12"/>
                    </a:lnTo>
                    <a:lnTo>
                      <a:pt x="4" y="12"/>
                    </a:lnTo>
                    <a:lnTo>
                      <a:pt x="0" y="12"/>
                    </a:lnTo>
                    <a:lnTo>
                      <a:pt x="0" y="12"/>
                    </a:lnTo>
                    <a:lnTo>
                      <a:pt x="0" y="12"/>
                    </a:lnTo>
                    <a:lnTo>
                      <a:pt x="0" y="12"/>
                    </a:lnTo>
                    <a:lnTo>
                      <a:pt x="0" y="8"/>
                    </a:lnTo>
                    <a:lnTo>
                      <a:pt x="0" y="8"/>
                    </a:lnTo>
                    <a:lnTo>
                      <a:pt x="0" y="8"/>
                    </a:lnTo>
                    <a:lnTo>
                      <a:pt x="0" y="8"/>
                    </a:lnTo>
                    <a:lnTo>
                      <a:pt x="0" y="8"/>
                    </a:lnTo>
                    <a:lnTo>
                      <a:pt x="0" y="8"/>
                    </a:lnTo>
                    <a:lnTo>
                      <a:pt x="0" y="12"/>
                    </a:lnTo>
                    <a:lnTo>
                      <a:pt x="4" y="8"/>
                    </a:lnTo>
                    <a:lnTo>
                      <a:pt x="4" y="8"/>
                    </a:lnTo>
                    <a:lnTo>
                      <a:pt x="6" y="8"/>
                    </a:lnTo>
                    <a:lnTo>
                      <a:pt x="6" y="8"/>
                    </a:lnTo>
                    <a:lnTo>
                      <a:pt x="6" y="8"/>
                    </a:lnTo>
                    <a:lnTo>
                      <a:pt x="6" y="8"/>
                    </a:lnTo>
                    <a:lnTo>
                      <a:pt x="6" y="8"/>
                    </a:lnTo>
                    <a:lnTo>
                      <a:pt x="6" y="8"/>
                    </a:lnTo>
                    <a:lnTo>
                      <a:pt x="6" y="8"/>
                    </a:lnTo>
                    <a:lnTo>
                      <a:pt x="6" y="4"/>
                    </a:lnTo>
                    <a:lnTo>
                      <a:pt x="6" y="4"/>
                    </a:lnTo>
                    <a:lnTo>
                      <a:pt x="6" y="4"/>
                    </a:lnTo>
                    <a:lnTo>
                      <a:pt x="6" y="4"/>
                    </a:lnTo>
                    <a:lnTo>
                      <a:pt x="6" y="4"/>
                    </a:lnTo>
                    <a:lnTo>
                      <a:pt x="6" y="4"/>
                    </a:lnTo>
                    <a:lnTo>
                      <a:pt x="10" y="4"/>
                    </a:lnTo>
                    <a:lnTo>
                      <a:pt x="10" y="4"/>
                    </a:lnTo>
                    <a:lnTo>
                      <a:pt x="10" y="4"/>
                    </a:lnTo>
                    <a:lnTo>
                      <a:pt x="10" y="0"/>
                    </a:lnTo>
                    <a:lnTo>
                      <a:pt x="10" y="0"/>
                    </a:lnTo>
                    <a:lnTo>
                      <a:pt x="14" y="0"/>
                    </a:lnTo>
                    <a:lnTo>
                      <a:pt x="14" y="0"/>
                    </a:lnTo>
                    <a:lnTo>
                      <a:pt x="14" y="0"/>
                    </a:lnTo>
                    <a:lnTo>
                      <a:pt x="14" y="0"/>
                    </a:lnTo>
                    <a:lnTo>
                      <a:pt x="14" y="0"/>
                    </a:lnTo>
                    <a:lnTo>
                      <a:pt x="14" y="0"/>
                    </a:lnTo>
                    <a:lnTo>
                      <a:pt x="14" y="4"/>
                    </a:lnTo>
                    <a:lnTo>
                      <a:pt x="10" y="4"/>
                    </a:lnTo>
                    <a:lnTo>
                      <a:pt x="10" y="4"/>
                    </a:lnTo>
                    <a:lnTo>
                      <a:pt x="10" y="4"/>
                    </a:lnTo>
                    <a:lnTo>
                      <a:pt x="10" y="4"/>
                    </a:lnTo>
                    <a:lnTo>
                      <a:pt x="10" y="4"/>
                    </a:lnTo>
                    <a:close/>
                    <a:moveTo>
                      <a:pt x="14" y="4"/>
                    </a:moveTo>
                    <a:lnTo>
                      <a:pt x="14" y="4"/>
                    </a:lnTo>
                    <a:lnTo>
                      <a:pt x="14" y="8"/>
                    </a:lnTo>
                    <a:lnTo>
                      <a:pt x="14" y="4"/>
                    </a:lnTo>
                    <a:lnTo>
                      <a:pt x="14" y="4"/>
                    </a:lnTo>
                    <a:lnTo>
                      <a:pt x="14" y="4"/>
                    </a:lnTo>
                    <a:lnTo>
                      <a:pt x="14" y="4"/>
                    </a:lnTo>
                    <a:lnTo>
                      <a:pt x="14" y="4"/>
                    </a:lnTo>
                    <a:lnTo>
                      <a:pt x="14" y="4"/>
                    </a:lnTo>
                    <a:lnTo>
                      <a:pt x="14" y="8"/>
                    </a:lnTo>
                    <a:lnTo>
                      <a:pt x="14" y="8"/>
                    </a:lnTo>
                    <a:lnTo>
                      <a:pt x="14" y="8"/>
                    </a:lnTo>
                    <a:lnTo>
                      <a:pt x="14" y="8"/>
                    </a:lnTo>
                    <a:lnTo>
                      <a:pt x="14" y="12"/>
                    </a:lnTo>
                    <a:lnTo>
                      <a:pt x="14" y="12"/>
                    </a:lnTo>
                    <a:lnTo>
                      <a:pt x="14" y="12"/>
                    </a:lnTo>
                    <a:lnTo>
                      <a:pt x="14" y="12"/>
                    </a:lnTo>
                    <a:lnTo>
                      <a:pt x="14" y="12"/>
                    </a:lnTo>
                    <a:lnTo>
                      <a:pt x="14" y="12"/>
                    </a:lnTo>
                    <a:lnTo>
                      <a:pt x="18" y="12"/>
                    </a:lnTo>
                    <a:lnTo>
                      <a:pt x="18" y="12"/>
                    </a:lnTo>
                    <a:lnTo>
                      <a:pt x="18" y="12"/>
                    </a:lnTo>
                    <a:lnTo>
                      <a:pt x="18" y="16"/>
                    </a:lnTo>
                    <a:lnTo>
                      <a:pt x="18" y="16"/>
                    </a:lnTo>
                    <a:lnTo>
                      <a:pt x="18" y="16"/>
                    </a:lnTo>
                    <a:lnTo>
                      <a:pt x="18" y="16"/>
                    </a:lnTo>
                    <a:lnTo>
                      <a:pt x="18" y="16"/>
                    </a:lnTo>
                    <a:lnTo>
                      <a:pt x="18" y="16"/>
                    </a:lnTo>
                    <a:lnTo>
                      <a:pt x="14" y="12"/>
                    </a:lnTo>
                    <a:lnTo>
                      <a:pt x="14" y="12"/>
                    </a:lnTo>
                    <a:lnTo>
                      <a:pt x="14" y="12"/>
                    </a:lnTo>
                    <a:lnTo>
                      <a:pt x="14" y="12"/>
                    </a:lnTo>
                    <a:lnTo>
                      <a:pt x="14" y="8"/>
                    </a:lnTo>
                    <a:lnTo>
                      <a:pt x="14" y="8"/>
                    </a:lnTo>
                    <a:lnTo>
                      <a:pt x="10" y="8"/>
                    </a:lnTo>
                    <a:lnTo>
                      <a:pt x="10" y="8"/>
                    </a:lnTo>
                    <a:lnTo>
                      <a:pt x="14" y="4"/>
                    </a:lnTo>
                    <a:lnTo>
                      <a:pt x="14" y="4"/>
                    </a:lnTo>
                    <a:lnTo>
                      <a:pt x="1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9" name="Freeform 23"/>
              <p:cNvSpPr>
                <a:spLocks/>
              </p:cNvSpPr>
              <p:nvPr/>
            </p:nvSpPr>
            <p:spPr bwMode="gray">
              <a:xfrm>
                <a:off x="7314933" y="4081395"/>
                <a:ext cx="128706" cy="128704"/>
              </a:xfrm>
              <a:custGeom>
                <a:avLst/>
                <a:gdLst>
                  <a:gd name="T0" fmla="*/ 40 w 74"/>
                  <a:gd name="T1" fmla="*/ 68 h 74"/>
                  <a:gd name="T2" fmla="*/ 36 w 74"/>
                  <a:gd name="T3" fmla="*/ 70 h 74"/>
                  <a:gd name="T4" fmla="*/ 36 w 74"/>
                  <a:gd name="T5" fmla="*/ 70 h 74"/>
                  <a:gd name="T6" fmla="*/ 32 w 74"/>
                  <a:gd name="T7" fmla="*/ 70 h 74"/>
                  <a:gd name="T8" fmla="*/ 30 w 74"/>
                  <a:gd name="T9" fmla="*/ 70 h 74"/>
                  <a:gd name="T10" fmla="*/ 26 w 74"/>
                  <a:gd name="T11" fmla="*/ 70 h 74"/>
                  <a:gd name="T12" fmla="*/ 22 w 74"/>
                  <a:gd name="T13" fmla="*/ 70 h 74"/>
                  <a:gd name="T14" fmla="*/ 18 w 74"/>
                  <a:gd name="T15" fmla="*/ 68 h 74"/>
                  <a:gd name="T16" fmla="*/ 22 w 74"/>
                  <a:gd name="T17" fmla="*/ 64 h 74"/>
                  <a:gd name="T18" fmla="*/ 18 w 74"/>
                  <a:gd name="T19" fmla="*/ 64 h 74"/>
                  <a:gd name="T20" fmla="*/ 10 w 74"/>
                  <a:gd name="T21" fmla="*/ 64 h 74"/>
                  <a:gd name="T22" fmla="*/ 10 w 74"/>
                  <a:gd name="T23" fmla="*/ 56 h 74"/>
                  <a:gd name="T24" fmla="*/ 10 w 74"/>
                  <a:gd name="T25" fmla="*/ 52 h 74"/>
                  <a:gd name="T26" fmla="*/ 10 w 74"/>
                  <a:gd name="T27" fmla="*/ 52 h 74"/>
                  <a:gd name="T28" fmla="*/ 10 w 74"/>
                  <a:gd name="T29" fmla="*/ 52 h 74"/>
                  <a:gd name="T30" fmla="*/ 10 w 74"/>
                  <a:gd name="T31" fmla="*/ 48 h 74"/>
                  <a:gd name="T32" fmla="*/ 10 w 74"/>
                  <a:gd name="T33" fmla="*/ 52 h 74"/>
                  <a:gd name="T34" fmla="*/ 6 w 74"/>
                  <a:gd name="T35" fmla="*/ 48 h 74"/>
                  <a:gd name="T36" fmla="*/ 6 w 74"/>
                  <a:gd name="T37" fmla="*/ 38 h 74"/>
                  <a:gd name="T38" fmla="*/ 4 w 74"/>
                  <a:gd name="T39" fmla="*/ 34 h 74"/>
                  <a:gd name="T40" fmla="*/ 4 w 74"/>
                  <a:gd name="T41" fmla="*/ 26 h 74"/>
                  <a:gd name="T42" fmla="*/ 4 w 74"/>
                  <a:gd name="T43" fmla="*/ 20 h 74"/>
                  <a:gd name="T44" fmla="*/ 4 w 74"/>
                  <a:gd name="T45" fmla="*/ 20 h 74"/>
                  <a:gd name="T46" fmla="*/ 6 w 74"/>
                  <a:gd name="T47" fmla="*/ 16 h 74"/>
                  <a:gd name="T48" fmla="*/ 10 w 74"/>
                  <a:gd name="T49" fmla="*/ 8 h 74"/>
                  <a:gd name="T50" fmla="*/ 10 w 74"/>
                  <a:gd name="T51" fmla="*/ 8 h 74"/>
                  <a:gd name="T52" fmla="*/ 14 w 74"/>
                  <a:gd name="T53" fmla="*/ 4 h 74"/>
                  <a:gd name="T54" fmla="*/ 18 w 74"/>
                  <a:gd name="T55" fmla="*/ 4 h 74"/>
                  <a:gd name="T56" fmla="*/ 26 w 74"/>
                  <a:gd name="T57" fmla="*/ 4 h 74"/>
                  <a:gd name="T58" fmla="*/ 32 w 74"/>
                  <a:gd name="T59" fmla="*/ 4 h 74"/>
                  <a:gd name="T60" fmla="*/ 36 w 74"/>
                  <a:gd name="T61" fmla="*/ 4 h 74"/>
                  <a:gd name="T62" fmla="*/ 40 w 74"/>
                  <a:gd name="T63" fmla="*/ 8 h 74"/>
                  <a:gd name="T64" fmla="*/ 40 w 74"/>
                  <a:gd name="T65" fmla="*/ 4 h 74"/>
                  <a:gd name="T66" fmla="*/ 48 w 74"/>
                  <a:gd name="T67" fmla="*/ 8 h 74"/>
                  <a:gd name="T68" fmla="*/ 52 w 74"/>
                  <a:gd name="T69" fmla="*/ 12 h 74"/>
                  <a:gd name="T70" fmla="*/ 54 w 74"/>
                  <a:gd name="T71" fmla="*/ 8 h 74"/>
                  <a:gd name="T72" fmla="*/ 54 w 74"/>
                  <a:gd name="T73" fmla="*/ 4 h 74"/>
                  <a:gd name="T74" fmla="*/ 54 w 74"/>
                  <a:gd name="T75" fmla="*/ 4 h 74"/>
                  <a:gd name="T76" fmla="*/ 58 w 74"/>
                  <a:gd name="T77" fmla="*/ 0 h 74"/>
                  <a:gd name="T78" fmla="*/ 62 w 74"/>
                  <a:gd name="T79" fmla="*/ 4 h 74"/>
                  <a:gd name="T80" fmla="*/ 70 w 74"/>
                  <a:gd name="T81" fmla="*/ 0 h 74"/>
                  <a:gd name="T82" fmla="*/ 74 w 74"/>
                  <a:gd name="T83" fmla="*/ 4 h 74"/>
                  <a:gd name="T84" fmla="*/ 74 w 74"/>
                  <a:gd name="T85" fmla="*/ 8 h 74"/>
                  <a:gd name="T86" fmla="*/ 74 w 74"/>
                  <a:gd name="T87" fmla="*/ 12 h 74"/>
                  <a:gd name="T88" fmla="*/ 74 w 74"/>
                  <a:gd name="T89" fmla="*/ 22 h 74"/>
                  <a:gd name="T90" fmla="*/ 74 w 74"/>
                  <a:gd name="T91" fmla="*/ 38 h 74"/>
                  <a:gd name="T92" fmla="*/ 74 w 74"/>
                  <a:gd name="T93" fmla="*/ 42 h 74"/>
                  <a:gd name="T94" fmla="*/ 70 w 74"/>
                  <a:gd name="T95" fmla="*/ 42 h 74"/>
                  <a:gd name="T96" fmla="*/ 66 w 74"/>
                  <a:gd name="T97" fmla="*/ 44 h 74"/>
                  <a:gd name="T98" fmla="*/ 62 w 74"/>
                  <a:gd name="T99" fmla="*/ 44 h 74"/>
                  <a:gd name="T100" fmla="*/ 58 w 74"/>
                  <a:gd name="T101" fmla="*/ 48 h 74"/>
                  <a:gd name="T102" fmla="*/ 54 w 74"/>
                  <a:gd name="T103" fmla="*/ 48 h 74"/>
                  <a:gd name="T104" fmla="*/ 52 w 74"/>
                  <a:gd name="T105" fmla="*/ 52 h 74"/>
                  <a:gd name="T106" fmla="*/ 52 w 74"/>
                  <a:gd name="T107" fmla="*/ 56 h 74"/>
                  <a:gd name="T108" fmla="*/ 54 w 74"/>
                  <a:gd name="T109" fmla="*/ 64 h 74"/>
                  <a:gd name="T110" fmla="*/ 54 w 74"/>
                  <a:gd name="T111" fmla="*/ 64 h 74"/>
                  <a:gd name="T112" fmla="*/ 48 w 74"/>
                  <a:gd name="T113" fmla="*/ 64 h 74"/>
                  <a:gd name="T114" fmla="*/ 48 w 74"/>
                  <a:gd name="T115" fmla="*/ 64 h 74"/>
                  <a:gd name="T116" fmla="*/ 44 w 74"/>
                  <a:gd name="T117" fmla="*/ 6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4" h="74">
                    <a:moveTo>
                      <a:pt x="40" y="64"/>
                    </a:moveTo>
                    <a:lnTo>
                      <a:pt x="40" y="64"/>
                    </a:lnTo>
                    <a:lnTo>
                      <a:pt x="40" y="64"/>
                    </a:lnTo>
                    <a:lnTo>
                      <a:pt x="40" y="64"/>
                    </a:lnTo>
                    <a:lnTo>
                      <a:pt x="40" y="68"/>
                    </a:lnTo>
                    <a:lnTo>
                      <a:pt x="40" y="68"/>
                    </a:lnTo>
                    <a:lnTo>
                      <a:pt x="40" y="68"/>
                    </a:lnTo>
                    <a:lnTo>
                      <a:pt x="40" y="68"/>
                    </a:lnTo>
                    <a:lnTo>
                      <a:pt x="40" y="68"/>
                    </a:lnTo>
                    <a:lnTo>
                      <a:pt x="40" y="68"/>
                    </a:lnTo>
                    <a:lnTo>
                      <a:pt x="36" y="70"/>
                    </a:lnTo>
                    <a:lnTo>
                      <a:pt x="36" y="70"/>
                    </a:lnTo>
                    <a:lnTo>
                      <a:pt x="36" y="70"/>
                    </a:lnTo>
                    <a:lnTo>
                      <a:pt x="36" y="70"/>
                    </a:lnTo>
                    <a:lnTo>
                      <a:pt x="36" y="70"/>
                    </a:lnTo>
                    <a:lnTo>
                      <a:pt x="36" y="70"/>
                    </a:lnTo>
                    <a:lnTo>
                      <a:pt x="36" y="70"/>
                    </a:lnTo>
                    <a:lnTo>
                      <a:pt x="36" y="70"/>
                    </a:lnTo>
                    <a:lnTo>
                      <a:pt x="36" y="70"/>
                    </a:lnTo>
                    <a:lnTo>
                      <a:pt x="36" y="70"/>
                    </a:lnTo>
                    <a:lnTo>
                      <a:pt x="32" y="70"/>
                    </a:lnTo>
                    <a:lnTo>
                      <a:pt x="32" y="70"/>
                    </a:lnTo>
                    <a:lnTo>
                      <a:pt x="32" y="70"/>
                    </a:lnTo>
                    <a:lnTo>
                      <a:pt x="32" y="70"/>
                    </a:lnTo>
                    <a:lnTo>
                      <a:pt x="32" y="70"/>
                    </a:lnTo>
                    <a:lnTo>
                      <a:pt x="32" y="70"/>
                    </a:lnTo>
                    <a:lnTo>
                      <a:pt x="32" y="70"/>
                    </a:lnTo>
                    <a:lnTo>
                      <a:pt x="32" y="74"/>
                    </a:lnTo>
                    <a:lnTo>
                      <a:pt x="30" y="74"/>
                    </a:lnTo>
                    <a:lnTo>
                      <a:pt x="30" y="70"/>
                    </a:lnTo>
                    <a:lnTo>
                      <a:pt x="30" y="70"/>
                    </a:lnTo>
                    <a:lnTo>
                      <a:pt x="30" y="70"/>
                    </a:lnTo>
                    <a:lnTo>
                      <a:pt x="26" y="70"/>
                    </a:lnTo>
                    <a:lnTo>
                      <a:pt x="26" y="70"/>
                    </a:lnTo>
                    <a:lnTo>
                      <a:pt x="26" y="70"/>
                    </a:lnTo>
                    <a:lnTo>
                      <a:pt x="26" y="70"/>
                    </a:lnTo>
                    <a:lnTo>
                      <a:pt x="26" y="70"/>
                    </a:lnTo>
                    <a:lnTo>
                      <a:pt x="22" y="70"/>
                    </a:lnTo>
                    <a:lnTo>
                      <a:pt x="22" y="70"/>
                    </a:lnTo>
                    <a:lnTo>
                      <a:pt x="22" y="70"/>
                    </a:lnTo>
                    <a:lnTo>
                      <a:pt x="22" y="70"/>
                    </a:lnTo>
                    <a:lnTo>
                      <a:pt x="22" y="70"/>
                    </a:lnTo>
                    <a:lnTo>
                      <a:pt x="18" y="70"/>
                    </a:lnTo>
                    <a:lnTo>
                      <a:pt x="18" y="70"/>
                    </a:lnTo>
                    <a:lnTo>
                      <a:pt x="18" y="70"/>
                    </a:lnTo>
                    <a:lnTo>
                      <a:pt x="18" y="68"/>
                    </a:lnTo>
                    <a:lnTo>
                      <a:pt x="18" y="68"/>
                    </a:lnTo>
                    <a:lnTo>
                      <a:pt x="18" y="68"/>
                    </a:lnTo>
                    <a:lnTo>
                      <a:pt x="18" y="68"/>
                    </a:lnTo>
                    <a:lnTo>
                      <a:pt x="18" y="68"/>
                    </a:lnTo>
                    <a:lnTo>
                      <a:pt x="22" y="68"/>
                    </a:lnTo>
                    <a:lnTo>
                      <a:pt x="22" y="68"/>
                    </a:lnTo>
                    <a:lnTo>
                      <a:pt x="22" y="68"/>
                    </a:lnTo>
                    <a:lnTo>
                      <a:pt x="22" y="64"/>
                    </a:lnTo>
                    <a:lnTo>
                      <a:pt x="22" y="64"/>
                    </a:lnTo>
                    <a:lnTo>
                      <a:pt x="18" y="64"/>
                    </a:lnTo>
                    <a:lnTo>
                      <a:pt x="18" y="60"/>
                    </a:lnTo>
                    <a:lnTo>
                      <a:pt x="18" y="60"/>
                    </a:lnTo>
                    <a:lnTo>
                      <a:pt x="18" y="60"/>
                    </a:lnTo>
                    <a:lnTo>
                      <a:pt x="18" y="64"/>
                    </a:lnTo>
                    <a:lnTo>
                      <a:pt x="18" y="64"/>
                    </a:lnTo>
                    <a:lnTo>
                      <a:pt x="14" y="64"/>
                    </a:lnTo>
                    <a:lnTo>
                      <a:pt x="14" y="64"/>
                    </a:lnTo>
                    <a:lnTo>
                      <a:pt x="14" y="68"/>
                    </a:lnTo>
                    <a:lnTo>
                      <a:pt x="10" y="68"/>
                    </a:lnTo>
                    <a:lnTo>
                      <a:pt x="10" y="64"/>
                    </a:lnTo>
                    <a:lnTo>
                      <a:pt x="10" y="64"/>
                    </a:lnTo>
                    <a:lnTo>
                      <a:pt x="10" y="64"/>
                    </a:lnTo>
                    <a:lnTo>
                      <a:pt x="10" y="60"/>
                    </a:lnTo>
                    <a:lnTo>
                      <a:pt x="10" y="60"/>
                    </a:lnTo>
                    <a:lnTo>
                      <a:pt x="10" y="60"/>
                    </a:lnTo>
                    <a:lnTo>
                      <a:pt x="10" y="56"/>
                    </a:lnTo>
                    <a:lnTo>
                      <a:pt x="10" y="56"/>
                    </a:lnTo>
                    <a:lnTo>
                      <a:pt x="10" y="52"/>
                    </a:lnTo>
                    <a:lnTo>
                      <a:pt x="10" y="56"/>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48"/>
                    </a:lnTo>
                    <a:lnTo>
                      <a:pt x="10" y="48"/>
                    </a:lnTo>
                    <a:lnTo>
                      <a:pt x="10" y="48"/>
                    </a:lnTo>
                    <a:lnTo>
                      <a:pt x="6" y="48"/>
                    </a:lnTo>
                    <a:lnTo>
                      <a:pt x="10" y="48"/>
                    </a:lnTo>
                    <a:lnTo>
                      <a:pt x="10" y="48"/>
                    </a:lnTo>
                    <a:lnTo>
                      <a:pt x="10" y="48"/>
                    </a:lnTo>
                    <a:lnTo>
                      <a:pt x="10" y="52"/>
                    </a:lnTo>
                    <a:lnTo>
                      <a:pt x="10" y="52"/>
                    </a:lnTo>
                    <a:lnTo>
                      <a:pt x="10" y="52"/>
                    </a:lnTo>
                    <a:lnTo>
                      <a:pt x="10" y="52"/>
                    </a:lnTo>
                    <a:lnTo>
                      <a:pt x="10" y="52"/>
                    </a:lnTo>
                    <a:lnTo>
                      <a:pt x="10" y="52"/>
                    </a:lnTo>
                    <a:lnTo>
                      <a:pt x="10" y="52"/>
                    </a:lnTo>
                    <a:lnTo>
                      <a:pt x="10" y="52"/>
                    </a:lnTo>
                    <a:lnTo>
                      <a:pt x="10" y="52"/>
                    </a:lnTo>
                    <a:lnTo>
                      <a:pt x="10" y="48"/>
                    </a:lnTo>
                    <a:lnTo>
                      <a:pt x="6" y="48"/>
                    </a:lnTo>
                    <a:lnTo>
                      <a:pt x="6" y="48"/>
                    </a:lnTo>
                    <a:lnTo>
                      <a:pt x="6" y="48"/>
                    </a:lnTo>
                    <a:lnTo>
                      <a:pt x="6" y="44"/>
                    </a:lnTo>
                    <a:lnTo>
                      <a:pt x="6" y="42"/>
                    </a:lnTo>
                    <a:lnTo>
                      <a:pt x="6" y="42"/>
                    </a:lnTo>
                    <a:lnTo>
                      <a:pt x="6" y="38"/>
                    </a:lnTo>
                    <a:lnTo>
                      <a:pt x="6" y="38"/>
                    </a:lnTo>
                    <a:lnTo>
                      <a:pt x="4" y="38"/>
                    </a:lnTo>
                    <a:lnTo>
                      <a:pt x="4" y="34"/>
                    </a:lnTo>
                    <a:lnTo>
                      <a:pt x="4" y="34"/>
                    </a:lnTo>
                    <a:lnTo>
                      <a:pt x="4" y="34"/>
                    </a:lnTo>
                    <a:lnTo>
                      <a:pt x="4" y="34"/>
                    </a:lnTo>
                    <a:lnTo>
                      <a:pt x="4" y="34"/>
                    </a:lnTo>
                    <a:lnTo>
                      <a:pt x="4" y="34"/>
                    </a:lnTo>
                    <a:lnTo>
                      <a:pt x="4" y="34"/>
                    </a:lnTo>
                    <a:lnTo>
                      <a:pt x="4" y="30"/>
                    </a:lnTo>
                    <a:lnTo>
                      <a:pt x="4" y="26"/>
                    </a:lnTo>
                    <a:lnTo>
                      <a:pt x="4" y="26"/>
                    </a:lnTo>
                    <a:lnTo>
                      <a:pt x="0" y="22"/>
                    </a:lnTo>
                    <a:lnTo>
                      <a:pt x="0" y="22"/>
                    </a:lnTo>
                    <a:lnTo>
                      <a:pt x="0" y="22"/>
                    </a:lnTo>
                    <a:lnTo>
                      <a:pt x="0" y="22"/>
                    </a:lnTo>
                    <a:lnTo>
                      <a:pt x="0" y="20"/>
                    </a:lnTo>
                    <a:lnTo>
                      <a:pt x="4" y="20"/>
                    </a:lnTo>
                    <a:lnTo>
                      <a:pt x="4" y="20"/>
                    </a:lnTo>
                    <a:lnTo>
                      <a:pt x="4" y="20"/>
                    </a:lnTo>
                    <a:lnTo>
                      <a:pt x="4" y="20"/>
                    </a:lnTo>
                    <a:lnTo>
                      <a:pt x="4" y="20"/>
                    </a:lnTo>
                    <a:lnTo>
                      <a:pt x="4" y="20"/>
                    </a:lnTo>
                    <a:lnTo>
                      <a:pt x="4" y="20"/>
                    </a:lnTo>
                    <a:lnTo>
                      <a:pt x="4" y="20"/>
                    </a:lnTo>
                    <a:lnTo>
                      <a:pt x="4" y="20"/>
                    </a:lnTo>
                    <a:lnTo>
                      <a:pt x="4" y="16"/>
                    </a:lnTo>
                    <a:lnTo>
                      <a:pt x="6" y="16"/>
                    </a:lnTo>
                    <a:lnTo>
                      <a:pt x="6" y="16"/>
                    </a:lnTo>
                    <a:lnTo>
                      <a:pt x="6" y="16"/>
                    </a:lnTo>
                    <a:lnTo>
                      <a:pt x="6" y="12"/>
                    </a:lnTo>
                    <a:lnTo>
                      <a:pt x="6" y="12"/>
                    </a:lnTo>
                    <a:lnTo>
                      <a:pt x="6" y="12"/>
                    </a:lnTo>
                    <a:lnTo>
                      <a:pt x="6" y="12"/>
                    </a:lnTo>
                    <a:lnTo>
                      <a:pt x="10" y="12"/>
                    </a:lnTo>
                    <a:lnTo>
                      <a:pt x="10" y="8"/>
                    </a:lnTo>
                    <a:lnTo>
                      <a:pt x="10" y="8"/>
                    </a:lnTo>
                    <a:lnTo>
                      <a:pt x="10" y="8"/>
                    </a:lnTo>
                    <a:lnTo>
                      <a:pt x="10" y="8"/>
                    </a:lnTo>
                    <a:lnTo>
                      <a:pt x="10" y="8"/>
                    </a:lnTo>
                    <a:lnTo>
                      <a:pt x="10" y="8"/>
                    </a:lnTo>
                    <a:lnTo>
                      <a:pt x="10" y="8"/>
                    </a:lnTo>
                    <a:lnTo>
                      <a:pt x="10" y="8"/>
                    </a:lnTo>
                    <a:lnTo>
                      <a:pt x="10" y="8"/>
                    </a:lnTo>
                    <a:lnTo>
                      <a:pt x="10" y="8"/>
                    </a:lnTo>
                    <a:lnTo>
                      <a:pt x="14" y="8"/>
                    </a:lnTo>
                    <a:lnTo>
                      <a:pt x="14" y="4"/>
                    </a:lnTo>
                    <a:lnTo>
                      <a:pt x="14" y="4"/>
                    </a:lnTo>
                    <a:lnTo>
                      <a:pt x="14" y="4"/>
                    </a:lnTo>
                    <a:lnTo>
                      <a:pt x="14" y="4"/>
                    </a:lnTo>
                    <a:lnTo>
                      <a:pt x="18" y="4"/>
                    </a:lnTo>
                    <a:lnTo>
                      <a:pt x="18" y="4"/>
                    </a:lnTo>
                    <a:lnTo>
                      <a:pt x="18" y="4"/>
                    </a:lnTo>
                    <a:lnTo>
                      <a:pt x="18" y="4"/>
                    </a:lnTo>
                    <a:lnTo>
                      <a:pt x="22" y="4"/>
                    </a:lnTo>
                    <a:lnTo>
                      <a:pt x="22" y="4"/>
                    </a:lnTo>
                    <a:lnTo>
                      <a:pt x="22" y="4"/>
                    </a:lnTo>
                    <a:lnTo>
                      <a:pt x="26" y="4"/>
                    </a:lnTo>
                    <a:lnTo>
                      <a:pt x="26" y="4"/>
                    </a:lnTo>
                    <a:lnTo>
                      <a:pt x="26" y="4"/>
                    </a:lnTo>
                    <a:lnTo>
                      <a:pt x="26" y="4"/>
                    </a:lnTo>
                    <a:lnTo>
                      <a:pt x="30" y="4"/>
                    </a:lnTo>
                    <a:lnTo>
                      <a:pt x="30" y="4"/>
                    </a:lnTo>
                    <a:lnTo>
                      <a:pt x="30" y="4"/>
                    </a:lnTo>
                    <a:lnTo>
                      <a:pt x="30" y="4"/>
                    </a:lnTo>
                    <a:lnTo>
                      <a:pt x="32" y="4"/>
                    </a:lnTo>
                    <a:lnTo>
                      <a:pt x="32" y="4"/>
                    </a:lnTo>
                    <a:lnTo>
                      <a:pt x="32" y="4"/>
                    </a:lnTo>
                    <a:lnTo>
                      <a:pt x="32" y="4"/>
                    </a:lnTo>
                    <a:lnTo>
                      <a:pt x="36" y="4"/>
                    </a:lnTo>
                    <a:lnTo>
                      <a:pt x="36" y="4"/>
                    </a:lnTo>
                    <a:lnTo>
                      <a:pt x="36" y="4"/>
                    </a:lnTo>
                    <a:lnTo>
                      <a:pt x="36" y="4"/>
                    </a:lnTo>
                    <a:lnTo>
                      <a:pt x="36" y="4"/>
                    </a:lnTo>
                    <a:lnTo>
                      <a:pt x="36" y="4"/>
                    </a:lnTo>
                    <a:lnTo>
                      <a:pt x="36" y="8"/>
                    </a:lnTo>
                    <a:lnTo>
                      <a:pt x="36" y="8"/>
                    </a:lnTo>
                    <a:lnTo>
                      <a:pt x="40" y="8"/>
                    </a:lnTo>
                    <a:lnTo>
                      <a:pt x="40" y="8"/>
                    </a:lnTo>
                    <a:lnTo>
                      <a:pt x="40" y="8"/>
                    </a:lnTo>
                    <a:lnTo>
                      <a:pt x="40" y="8"/>
                    </a:lnTo>
                    <a:lnTo>
                      <a:pt x="40" y="8"/>
                    </a:lnTo>
                    <a:lnTo>
                      <a:pt x="40" y="4"/>
                    </a:lnTo>
                    <a:lnTo>
                      <a:pt x="40" y="4"/>
                    </a:lnTo>
                    <a:lnTo>
                      <a:pt x="40" y="8"/>
                    </a:lnTo>
                    <a:lnTo>
                      <a:pt x="44" y="8"/>
                    </a:lnTo>
                    <a:lnTo>
                      <a:pt x="44" y="12"/>
                    </a:lnTo>
                    <a:lnTo>
                      <a:pt x="44" y="12"/>
                    </a:lnTo>
                    <a:lnTo>
                      <a:pt x="44" y="8"/>
                    </a:lnTo>
                    <a:lnTo>
                      <a:pt x="48" y="8"/>
                    </a:lnTo>
                    <a:lnTo>
                      <a:pt x="48" y="12"/>
                    </a:lnTo>
                    <a:lnTo>
                      <a:pt x="48" y="12"/>
                    </a:lnTo>
                    <a:lnTo>
                      <a:pt x="48" y="12"/>
                    </a:lnTo>
                    <a:lnTo>
                      <a:pt x="52" y="12"/>
                    </a:lnTo>
                    <a:lnTo>
                      <a:pt x="52" y="12"/>
                    </a:lnTo>
                    <a:lnTo>
                      <a:pt x="52" y="12"/>
                    </a:lnTo>
                    <a:lnTo>
                      <a:pt x="52" y="12"/>
                    </a:lnTo>
                    <a:lnTo>
                      <a:pt x="52" y="12"/>
                    </a:lnTo>
                    <a:lnTo>
                      <a:pt x="54" y="12"/>
                    </a:lnTo>
                    <a:lnTo>
                      <a:pt x="54" y="12"/>
                    </a:lnTo>
                    <a:lnTo>
                      <a:pt x="54" y="12"/>
                    </a:lnTo>
                    <a:lnTo>
                      <a:pt x="54" y="8"/>
                    </a:lnTo>
                    <a:lnTo>
                      <a:pt x="52" y="8"/>
                    </a:lnTo>
                    <a:lnTo>
                      <a:pt x="52" y="8"/>
                    </a:lnTo>
                    <a:lnTo>
                      <a:pt x="52" y="4"/>
                    </a:lnTo>
                    <a:lnTo>
                      <a:pt x="54" y="4"/>
                    </a:lnTo>
                    <a:lnTo>
                      <a:pt x="54" y="4"/>
                    </a:lnTo>
                    <a:lnTo>
                      <a:pt x="54" y="4"/>
                    </a:lnTo>
                    <a:lnTo>
                      <a:pt x="54" y="4"/>
                    </a:lnTo>
                    <a:lnTo>
                      <a:pt x="54" y="4"/>
                    </a:lnTo>
                    <a:lnTo>
                      <a:pt x="54" y="4"/>
                    </a:lnTo>
                    <a:lnTo>
                      <a:pt x="54" y="4"/>
                    </a:lnTo>
                    <a:lnTo>
                      <a:pt x="54" y="4"/>
                    </a:lnTo>
                    <a:lnTo>
                      <a:pt x="54" y="4"/>
                    </a:lnTo>
                    <a:lnTo>
                      <a:pt x="54" y="4"/>
                    </a:lnTo>
                    <a:lnTo>
                      <a:pt x="58" y="4"/>
                    </a:lnTo>
                    <a:lnTo>
                      <a:pt x="58" y="4"/>
                    </a:lnTo>
                    <a:lnTo>
                      <a:pt x="58" y="4"/>
                    </a:lnTo>
                    <a:lnTo>
                      <a:pt x="58" y="0"/>
                    </a:lnTo>
                    <a:lnTo>
                      <a:pt x="58" y="0"/>
                    </a:lnTo>
                    <a:lnTo>
                      <a:pt x="62" y="4"/>
                    </a:lnTo>
                    <a:lnTo>
                      <a:pt x="62" y="4"/>
                    </a:lnTo>
                    <a:lnTo>
                      <a:pt x="62" y="4"/>
                    </a:lnTo>
                    <a:lnTo>
                      <a:pt x="62" y="4"/>
                    </a:lnTo>
                    <a:lnTo>
                      <a:pt x="62" y="4"/>
                    </a:lnTo>
                    <a:lnTo>
                      <a:pt x="62" y="4"/>
                    </a:lnTo>
                    <a:lnTo>
                      <a:pt x="62" y="8"/>
                    </a:lnTo>
                    <a:lnTo>
                      <a:pt x="70" y="4"/>
                    </a:lnTo>
                    <a:lnTo>
                      <a:pt x="70" y="4"/>
                    </a:lnTo>
                    <a:lnTo>
                      <a:pt x="70" y="4"/>
                    </a:lnTo>
                    <a:lnTo>
                      <a:pt x="70" y="4"/>
                    </a:lnTo>
                    <a:lnTo>
                      <a:pt x="70" y="0"/>
                    </a:lnTo>
                    <a:lnTo>
                      <a:pt x="74" y="0"/>
                    </a:lnTo>
                    <a:lnTo>
                      <a:pt x="74" y="0"/>
                    </a:lnTo>
                    <a:lnTo>
                      <a:pt x="74" y="0"/>
                    </a:lnTo>
                    <a:lnTo>
                      <a:pt x="74" y="0"/>
                    </a:lnTo>
                    <a:lnTo>
                      <a:pt x="74" y="0"/>
                    </a:lnTo>
                    <a:lnTo>
                      <a:pt x="74" y="4"/>
                    </a:lnTo>
                    <a:lnTo>
                      <a:pt x="74" y="4"/>
                    </a:lnTo>
                    <a:lnTo>
                      <a:pt x="74" y="4"/>
                    </a:lnTo>
                    <a:lnTo>
                      <a:pt x="74" y="4"/>
                    </a:lnTo>
                    <a:lnTo>
                      <a:pt x="74" y="4"/>
                    </a:lnTo>
                    <a:lnTo>
                      <a:pt x="70" y="4"/>
                    </a:lnTo>
                    <a:lnTo>
                      <a:pt x="74" y="8"/>
                    </a:lnTo>
                    <a:lnTo>
                      <a:pt x="74" y="8"/>
                    </a:lnTo>
                    <a:lnTo>
                      <a:pt x="70" y="8"/>
                    </a:lnTo>
                    <a:lnTo>
                      <a:pt x="70" y="8"/>
                    </a:lnTo>
                    <a:lnTo>
                      <a:pt x="70" y="12"/>
                    </a:lnTo>
                    <a:lnTo>
                      <a:pt x="74" y="12"/>
                    </a:lnTo>
                    <a:lnTo>
                      <a:pt x="74" y="12"/>
                    </a:lnTo>
                    <a:lnTo>
                      <a:pt x="74" y="16"/>
                    </a:lnTo>
                    <a:lnTo>
                      <a:pt x="74" y="16"/>
                    </a:lnTo>
                    <a:lnTo>
                      <a:pt x="74" y="20"/>
                    </a:lnTo>
                    <a:lnTo>
                      <a:pt x="74" y="20"/>
                    </a:lnTo>
                    <a:lnTo>
                      <a:pt x="74" y="22"/>
                    </a:lnTo>
                    <a:lnTo>
                      <a:pt x="74" y="22"/>
                    </a:lnTo>
                    <a:lnTo>
                      <a:pt x="74" y="30"/>
                    </a:lnTo>
                    <a:lnTo>
                      <a:pt x="74" y="30"/>
                    </a:lnTo>
                    <a:lnTo>
                      <a:pt x="74" y="30"/>
                    </a:lnTo>
                    <a:lnTo>
                      <a:pt x="74" y="30"/>
                    </a:lnTo>
                    <a:lnTo>
                      <a:pt x="74" y="34"/>
                    </a:lnTo>
                    <a:lnTo>
                      <a:pt x="74" y="38"/>
                    </a:lnTo>
                    <a:lnTo>
                      <a:pt x="74" y="38"/>
                    </a:lnTo>
                    <a:lnTo>
                      <a:pt x="74" y="42"/>
                    </a:lnTo>
                    <a:lnTo>
                      <a:pt x="74" y="42"/>
                    </a:lnTo>
                    <a:lnTo>
                      <a:pt x="74" y="42"/>
                    </a:lnTo>
                    <a:lnTo>
                      <a:pt x="74" y="42"/>
                    </a:lnTo>
                    <a:lnTo>
                      <a:pt x="74" y="42"/>
                    </a:lnTo>
                    <a:lnTo>
                      <a:pt x="70" y="42"/>
                    </a:lnTo>
                    <a:lnTo>
                      <a:pt x="70" y="42"/>
                    </a:lnTo>
                    <a:lnTo>
                      <a:pt x="70" y="42"/>
                    </a:lnTo>
                    <a:lnTo>
                      <a:pt x="70" y="42"/>
                    </a:lnTo>
                    <a:lnTo>
                      <a:pt x="70" y="42"/>
                    </a:lnTo>
                    <a:lnTo>
                      <a:pt x="70" y="42"/>
                    </a:lnTo>
                    <a:lnTo>
                      <a:pt x="66" y="42"/>
                    </a:lnTo>
                    <a:lnTo>
                      <a:pt x="66" y="44"/>
                    </a:lnTo>
                    <a:lnTo>
                      <a:pt x="66" y="44"/>
                    </a:lnTo>
                    <a:lnTo>
                      <a:pt x="66" y="44"/>
                    </a:lnTo>
                    <a:lnTo>
                      <a:pt x="66" y="44"/>
                    </a:lnTo>
                    <a:lnTo>
                      <a:pt x="66" y="44"/>
                    </a:lnTo>
                    <a:lnTo>
                      <a:pt x="66" y="44"/>
                    </a:lnTo>
                    <a:lnTo>
                      <a:pt x="62" y="44"/>
                    </a:lnTo>
                    <a:lnTo>
                      <a:pt x="62" y="44"/>
                    </a:lnTo>
                    <a:lnTo>
                      <a:pt x="62" y="44"/>
                    </a:lnTo>
                    <a:lnTo>
                      <a:pt x="62" y="48"/>
                    </a:lnTo>
                    <a:lnTo>
                      <a:pt x="62" y="44"/>
                    </a:lnTo>
                    <a:lnTo>
                      <a:pt x="58" y="44"/>
                    </a:lnTo>
                    <a:lnTo>
                      <a:pt x="58" y="44"/>
                    </a:lnTo>
                    <a:lnTo>
                      <a:pt x="58" y="44"/>
                    </a:lnTo>
                    <a:lnTo>
                      <a:pt x="58" y="48"/>
                    </a:lnTo>
                    <a:lnTo>
                      <a:pt x="58" y="48"/>
                    </a:lnTo>
                    <a:lnTo>
                      <a:pt x="58" y="48"/>
                    </a:lnTo>
                    <a:lnTo>
                      <a:pt x="58" y="52"/>
                    </a:lnTo>
                    <a:lnTo>
                      <a:pt x="58" y="52"/>
                    </a:lnTo>
                    <a:lnTo>
                      <a:pt x="58" y="52"/>
                    </a:lnTo>
                    <a:lnTo>
                      <a:pt x="54" y="52"/>
                    </a:lnTo>
                    <a:lnTo>
                      <a:pt x="54" y="52"/>
                    </a:lnTo>
                    <a:lnTo>
                      <a:pt x="54" y="48"/>
                    </a:lnTo>
                    <a:lnTo>
                      <a:pt x="52" y="48"/>
                    </a:lnTo>
                    <a:lnTo>
                      <a:pt x="52" y="48"/>
                    </a:lnTo>
                    <a:lnTo>
                      <a:pt x="52" y="52"/>
                    </a:lnTo>
                    <a:lnTo>
                      <a:pt x="52" y="52"/>
                    </a:lnTo>
                    <a:lnTo>
                      <a:pt x="52" y="52"/>
                    </a:lnTo>
                    <a:lnTo>
                      <a:pt x="52" y="52"/>
                    </a:lnTo>
                    <a:lnTo>
                      <a:pt x="52" y="52"/>
                    </a:lnTo>
                    <a:lnTo>
                      <a:pt x="52" y="52"/>
                    </a:lnTo>
                    <a:lnTo>
                      <a:pt x="52" y="52"/>
                    </a:lnTo>
                    <a:lnTo>
                      <a:pt x="52" y="52"/>
                    </a:lnTo>
                    <a:lnTo>
                      <a:pt x="52" y="52"/>
                    </a:lnTo>
                    <a:lnTo>
                      <a:pt x="52" y="56"/>
                    </a:lnTo>
                    <a:lnTo>
                      <a:pt x="52" y="56"/>
                    </a:lnTo>
                    <a:lnTo>
                      <a:pt x="52" y="60"/>
                    </a:lnTo>
                    <a:lnTo>
                      <a:pt x="52" y="60"/>
                    </a:lnTo>
                    <a:lnTo>
                      <a:pt x="52" y="60"/>
                    </a:lnTo>
                    <a:lnTo>
                      <a:pt x="54" y="64"/>
                    </a:lnTo>
                    <a:lnTo>
                      <a:pt x="54" y="64"/>
                    </a:lnTo>
                    <a:lnTo>
                      <a:pt x="54" y="64"/>
                    </a:lnTo>
                    <a:lnTo>
                      <a:pt x="54" y="64"/>
                    </a:lnTo>
                    <a:lnTo>
                      <a:pt x="54" y="64"/>
                    </a:lnTo>
                    <a:lnTo>
                      <a:pt x="54" y="64"/>
                    </a:lnTo>
                    <a:lnTo>
                      <a:pt x="54" y="64"/>
                    </a:lnTo>
                    <a:lnTo>
                      <a:pt x="54" y="64"/>
                    </a:lnTo>
                    <a:lnTo>
                      <a:pt x="54" y="68"/>
                    </a:lnTo>
                    <a:lnTo>
                      <a:pt x="54" y="68"/>
                    </a:lnTo>
                    <a:lnTo>
                      <a:pt x="54" y="68"/>
                    </a:lnTo>
                    <a:lnTo>
                      <a:pt x="52" y="64"/>
                    </a:lnTo>
                    <a:lnTo>
                      <a:pt x="52" y="64"/>
                    </a:lnTo>
                    <a:lnTo>
                      <a:pt x="48" y="64"/>
                    </a:lnTo>
                    <a:lnTo>
                      <a:pt x="48" y="64"/>
                    </a:lnTo>
                    <a:lnTo>
                      <a:pt x="48" y="64"/>
                    </a:lnTo>
                    <a:lnTo>
                      <a:pt x="48" y="64"/>
                    </a:lnTo>
                    <a:lnTo>
                      <a:pt x="48" y="64"/>
                    </a:lnTo>
                    <a:lnTo>
                      <a:pt x="48" y="64"/>
                    </a:lnTo>
                    <a:lnTo>
                      <a:pt x="48" y="64"/>
                    </a:lnTo>
                    <a:lnTo>
                      <a:pt x="44" y="64"/>
                    </a:lnTo>
                    <a:lnTo>
                      <a:pt x="44" y="64"/>
                    </a:lnTo>
                    <a:lnTo>
                      <a:pt x="44" y="64"/>
                    </a:lnTo>
                    <a:lnTo>
                      <a:pt x="44" y="64"/>
                    </a:lnTo>
                    <a:lnTo>
                      <a:pt x="44" y="68"/>
                    </a:lnTo>
                    <a:lnTo>
                      <a:pt x="44" y="68"/>
                    </a:lnTo>
                    <a:lnTo>
                      <a:pt x="40" y="64"/>
                    </a:lnTo>
                    <a:lnTo>
                      <a:pt x="40" y="64"/>
                    </a:lnTo>
                    <a:lnTo>
                      <a:pt x="40" y="64"/>
                    </a:lnTo>
                    <a:lnTo>
                      <a:pt x="40" y="64"/>
                    </a:lnTo>
                    <a:lnTo>
                      <a:pt x="40"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0" name="Freeform 24"/>
              <p:cNvSpPr>
                <a:spLocks noEditPoints="1"/>
              </p:cNvSpPr>
              <p:nvPr/>
            </p:nvSpPr>
            <p:spPr bwMode="gray">
              <a:xfrm>
                <a:off x="6608792" y="2804782"/>
                <a:ext cx="1502725" cy="1172259"/>
              </a:xfrm>
              <a:custGeom>
                <a:avLst/>
                <a:gdLst>
                  <a:gd name="T0" fmla="*/ 356 w 864"/>
                  <a:gd name="T1" fmla="*/ 518 h 674"/>
                  <a:gd name="T2" fmla="*/ 328 w 864"/>
                  <a:gd name="T3" fmla="*/ 484 h 674"/>
                  <a:gd name="T4" fmla="*/ 282 w 864"/>
                  <a:gd name="T5" fmla="*/ 484 h 674"/>
                  <a:gd name="T6" fmla="*/ 226 w 864"/>
                  <a:gd name="T7" fmla="*/ 496 h 674"/>
                  <a:gd name="T8" fmla="*/ 182 w 864"/>
                  <a:gd name="T9" fmla="*/ 500 h 674"/>
                  <a:gd name="T10" fmla="*/ 136 w 864"/>
                  <a:gd name="T11" fmla="*/ 470 h 674"/>
                  <a:gd name="T12" fmla="*/ 84 w 864"/>
                  <a:gd name="T13" fmla="*/ 444 h 674"/>
                  <a:gd name="T14" fmla="*/ 76 w 864"/>
                  <a:gd name="T15" fmla="*/ 402 h 674"/>
                  <a:gd name="T16" fmla="*/ 44 w 864"/>
                  <a:gd name="T17" fmla="*/ 354 h 674"/>
                  <a:gd name="T18" fmla="*/ 20 w 864"/>
                  <a:gd name="T19" fmla="*/ 316 h 674"/>
                  <a:gd name="T20" fmla="*/ 18 w 864"/>
                  <a:gd name="T21" fmla="*/ 268 h 674"/>
                  <a:gd name="T22" fmla="*/ 74 w 864"/>
                  <a:gd name="T23" fmla="*/ 242 h 674"/>
                  <a:gd name="T24" fmla="*/ 96 w 864"/>
                  <a:gd name="T25" fmla="*/ 194 h 674"/>
                  <a:gd name="T26" fmla="*/ 122 w 864"/>
                  <a:gd name="T27" fmla="*/ 164 h 674"/>
                  <a:gd name="T28" fmla="*/ 170 w 864"/>
                  <a:gd name="T29" fmla="*/ 120 h 674"/>
                  <a:gd name="T30" fmla="*/ 218 w 864"/>
                  <a:gd name="T31" fmla="*/ 112 h 674"/>
                  <a:gd name="T32" fmla="*/ 242 w 864"/>
                  <a:gd name="T33" fmla="*/ 168 h 674"/>
                  <a:gd name="T34" fmla="*/ 312 w 864"/>
                  <a:gd name="T35" fmla="*/ 198 h 674"/>
                  <a:gd name="T36" fmla="*/ 386 w 864"/>
                  <a:gd name="T37" fmla="*/ 220 h 674"/>
                  <a:gd name="T38" fmla="*/ 476 w 864"/>
                  <a:gd name="T39" fmla="*/ 228 h 674"/>
                  <a:gd name="T40" fmla="*/ 542 w 864"/>
                  <a:gd name="T41" fmla="*/ 198 h 674"/>
                  <a:gd name="T42" fmla="*/ 600 w 864"/>
                  <a:gd name="T43" fmla="*/ 164 h 674"/>
                  <a:gd name="T44" fmla="*/ 656 w 864"/>
                  <a:gd name="T45" fmla="*/ 138 h 674"/>
                  <a:gd name="T46" fmla="*/ 600 w 864"/>
                  <a:gd name="T47" fmla="*/ 108 h 674"/>
                  <a:gd name="T48" fmla="*/ 648 w 864"/>
                  <a:gd name="T49" fmla="*/ 64 h 674"/>
                  <a:gd name="T50" fmla="*/ 676 w 864"/>
                  <a:gd name="T51" fmla="*/ 4 h 674"/>
                  <a:gd name="T52" fmla="*/ 744 w 864"/>
                  <a:gd name="T53" fmla="*/ 18 h 674"/>
                  <a:gd name="T54" fmla="*/ 762 w 864"/>
                  <a:gd name="T55" fmla="*/ 78 h 674"/>
                  <a:gd name="T56" fmla="*/ 814 w 864"/>
                  <a:gd name="T57" fmla="*/ 120 h 674"/>
                  <a:gd name="T58" fmla="*/ 856 w 864"/>
                  <a:gd name="T59" fmla="*/ 138 h 674"/>
                  <a:gd name="T60" fmla="*/ 814 w 864"/>
                  <a:gd name="T61" fmla="*/ 180 h 674"/>
                  <a:gd name="T62" fmla="*/ 796 w 864"/>
                  <a:gd name="T63" fmla="*/ 220 h 674"/>
                  <a:gd name="T64" fmla="*/ 748 w 864"/>
                  <a:gd name="T65" fmla="*/ 242 h 674"/>
                  <a:gd name="T66" fmla="*/ 696 w 864"/>
                  <a:gd name="T67" fmla="*/ 284 h 674"/>
                  <a:gd name="T68" fmla="*/ 688 w 864"/>
                  <a:gd name="T69" fmla="*/ 268 h 674"/>
                  <a:gd name="T70" fmla="*/ 628 w 864"/>
                  <a:gd name="T71" fmla="*/ 286 h 674"/>
                  <a:gd name="T72" fmla="*/ 662 w 864"/>
                  <a:gd name="T73" fmla="*/ 320 h 674"/>
                  <a:gd name="T74" fmla="*/ 666 w 864"/>
                  <a:gd name="T75" fmla="*/ 340 h 674"/>
                  <a:gd name="T76" fmla="*/ 662 w 864"/>
                  <a:gd name="T77" fmla="*/ 384 h 674"/>
                  <a:gd name="T78" fmla="*/ 662 w 864"/>
                  <a:gd name="T79" fmla="*/ 424 h 674"/>
                  <a:gd name="T80" fmla="*/ 676 w 864"/>
                  <a:gd name="T81" fmla="*/ 448 h 674"/>
                  <a:gd name="T82" fmla="*/ 680 w 864"/>
                  <a:gd name="T83" fmla="*/ 470 h 674"/>
                  <a:gd name="T84" fmla="*/ 670 w 864"/>
                  <a:gd name="T85" fmla="*/ 496 h 674"/>
                  <a:gd name="T86" fmla="*/ 658 w 864"/>
                  <a:gd name="T87" fmla="*/ 522 h 674"/>
                  <a:gd name="T88" fmla="*/ 648 w 864"/>
                  <a:gd name="T89" fmla="*/ 540 h 674"/>
                  <a:gd name="T90" fmla="*/ 626 w 864"/>
                  <a:gd name="T91" fmla="*/ 564 h 674"/>
                  <a:gd name="T92" fmla="*/ 588 w 864"/>
                  <a:gd name="T93" fmla="*/ 592 h 674"/>
                  <a:gd name="T94" fmla="*/ 562 w 864"/>
                  <a:gd name="T95" fmla="*/ 592 h 674"/>
                  <a:gd name="T96" fmla="*/ 536 w 864"/>
                  <a:gd name="T97" fmla="*/ 616 h 674"/>
                  <a:gd name="T98" fmla="*/ 514 w 864"/>
                  <a:gd name="T99" fmla="*/ 620 h 674"/>
                  <a:gd name="T100" fmla="*/ 486 w 864"/>
                  <a:gd name="T101" fmla="*/ 616 h 674"/>
                  <a:gd name="T102" fmla="*/ 430 w 864"/>
                  <a:gd name="T103" fmla="*/ 592 h 674"/>
                  <a:gd name="T104" fmla="*/ 402 w 864"/>
                  <a:gd name="T105" fmla="*/ 620 h 674"/>
                  <a:gd name="T106" fmla="*/ 364 w 864"/>
                  <a:gd name="T107" fmla="*/ 586 h 674"/>
                  <a:gd name="T108" fmla="*/ 670 w 864"/>
                  <a:gd name="T109" fmla="*/ 556 h 674"/>
                  <a:gd name="T110" fmla="*/ 670 w 864"/>
                  <a:gd name="T111" fmla="*/ 600 h 674"/>
                  <a:gd name="T112" fmla="*/ 498 w 864"/>
                  <a:gd name="T113" fmla="*/ 662 h 674"/>
                  <a:gd name="T114" fmla="*/ 524 w 864"/>
                  <a:gd name="T115" fmla="*/ 656 h 674"/>
                  <a:gd name="T116" fmla="*/ 684 w 864"/>
                  <a:gd name="T117" fmla="*/ 458 h 674"/>
                  <a:gd name="T118" fmla="*/ 520 w 864"/>
                  <a:gd name="T119" fmla="*/ 622 h 674"/>
                  <a:gd name="T120" fmla="*/ 566 w 864"/>
                  <a:gd name="T121" fmla="*/ 590 h 674"/>
                  <a:gd name="T122" fmla="*/ 628 w 864"/>
                  <a:gd name="T123" fmla="*/ 564 h 674"/>
                  <a:gd name="T124" fmla="*/ 576 w 864"/>
                  <a:gd name="T125" fmla="*/ 604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864" h="674">
                    <a:moveTo>
                      <a:pt x="342" y="574"/>
                    </a:moveTo>
                    <a:lnTo>
                      <a:pt x="342" y="570"/>
                    </a:lnTo>
                    <a:lnTo>
                      <a:pt x="338" y="570"/>
                    </a:lnTo>
                    <a:lnTo>
                      <a:pt x="342" y="570"/>
                    </a:lnTo>
                    <a:lnTo>
                      <a:pt x="342" y="566"/>
                    </a:lnTo>
                    <a:lnTo>
                      <a:pt x="342" y="564"/>
                    </a:lnTo>
                    <a:lnTo>
                      <a:pt x="338" y="564"/>
                    </a:lnTo>
                    <a:lnTo>
                      <a:pt x="338" y="560"/>
                    </a:lnTo>
                    <a:lnTo>
                      <a:pt x="338" y="556"/>
                    </a:lnTo>
                    <a:lnTo>
                      <a:pt x="342" y="556"/>
                    </a:lnTo>
                    <a:lnTo>
                      <a:pt x="342" y="552"/>
                    </a:lnTo>
                    <a:lnTo>
                      <a:pt x="342" y="548"/>
                    </a:lnTo>
                    <a:lnTo>
                      <a:pt x="346" y="548"/>
                    </a:lnTo>
                    <a:lnTo>
                      <a:pt x="346" y="544"/>
                    </a:lnTo>
                    <a:lnTo>
                      <a:pt x="348" y="540"/>
                    </a:lnTo>
                    <a:lnTo>
                      <a:pt x="352" y="540"/>
                    </a:lnTo>
                    <a:lnTo>
                      <a:pt x="352" y="536"/>
                    </a:lnTo>
                    <a:lnTo>
                      <a:pt x="356" y="536"/>
                    </a:lnTo>
                    <a:lnTo>
                      <a:pt x="352" y="536"/>
                    </a:lnTo>
                    <a:lnTo>
                      <a:pt x="352" y="534"/>
                    </a:lnTo>
                    <a:lnTo>
                      <a:pt x="356" y="534"/>
                    </a:lnTo>
                    <a:lnTo>
                      <a:pt x="356" y="530"/>
                    </a:lnTo>
                    <a:lnTo>
                      <a:pt x="356" y="526"/>
                    </a:lnTo>
                    <a:lnTo>
                      <a:pt x="356" y="522"/>
                    </a:lnTo>
                    <a:lnTo>
                      <a:pt x="356" y="518"/>
                    </a:lnTo>
                    <a:lnTo>
                      <a:pt x="356" y="514"/>
                    </a:lnTo>
                    <a:lnTo>
                      <a:pt x="356" y="510"/>
                    </a:lnTo>
                    <a:lnTo>
                      <a:pt x="356" y="508"/>
                    </a:lnTo>
                    <a:lnTo>
                      <a:pt x="352" y="508"/>
                    </a:lnTo>
                    <a:lnTo>
                      <a:pt x="352" y="504"/>
                    </a:lnTo>
                    <a:lnTo>
                      <a:pt x="352" y="508"/>
                    </a:lnTo>
                    <a:lnTo>
                      <a:pt x="348" y="508"/>
                    </a:lnTo>
                    <a:lnTo>
                      <a:pt x="348" y="504"/>
                    </a:lnTo>
                    <a:lnTo>
                      <a:pt x="348" y="500"/>
                    </a:lnTo>
                    <a:lnTo>
                      <a:pt x="346" y="500"/>
                    </a:lnTo>
                    <a:lnTo>
                      <a:pt x="346" y="496"/>
                    </a:lnTo>
                    <a:lnTo>
                      <a:pt x="346" y="492"/>
                    </a:lnTo>
                    <a:lnTo>
                      <a:pt x="342" y="492"/>
                    </a:lnTo>
                    <a:lnTo>
                      <a:pt x="342" y="488"/>
                    </a:lnTo>
                    <a:lnTo>
                      <a:pt x="338" y="488"/>
                    </a:lnTo>
                    <a:lnTo>
                      <a:pt x="338" y="492"/>
                    </a:lnTo>
                    <a:lnTo>
                      <a:pt x="334" y="492"/>
                    </a:lnTo>
                    <a:lnTo>
                      <a:pt x="334" y="496"/>
                    </a:lnTo>
                    <a:lnTo>
                      <a:pt x="334" y="492"/>
                    </a:lnTo>
                    <a:lnTo>
                      <a:pt x="330" y="492"/>
                    </a:lnTo>
                    <a:lnTo>
                      <a:pt x="328" y="492"/>
                    </a:lnTo>
                    <a:lnTo>
                      <a:pt x="328" y="488"/>
                    </a:lnTo>
                    <a:lnTo>
                      <a:pt x="324" y="492"/>
                    </a:lnTo>
                    <a:lnTo>
                      <a:pt x="324" y="488"/>
                    </a:lnTo>
                    <a:lnTo>
                      <a:pt x="328" y="484"/>
                    </a:lnTo>
                    <a:lnTo>
                      <a:pt x="324" y="480"/>
                    </a:lnTo>
                    <a:lnTo>
                      <a:pt x="324" y="478"/>
                    </a:lnTo>
                    <a:lnTo>
                      <a:pt x="324" y="480"/>
                    </a:lnTo>
                    <a:lnTo>
                      <a:pt x="320" y="480"/>
                    </a:lnTo>
                    <a:lnTo>
                      <a:pt x="320" y="478"/>
                    </a:lnTo>
                    <a:lnTo>
                      <a:pt x="324" y="478"/>
                    </a:lnTo>
                    <a:lnTo>
                      <a:pt x="324" y="474"/>
                    </a:lnTo>
                    <a:lnTo>
                      <a:pt x="320" y="478"/>
                    </a:lnTo>
                    <a:lnTo>
                      <a:pt x="320" y="474"/>
                    </a:lnTo>
                    <a:lnTo>
                      <a:pt x="320" y="470"/>
                    </a:lnTo>
                    <a:lnTo>
                      <a:pt x="316" y="474"/>
                    </a:lnTo>
                    <a:lnTo>
                      <a:pt x="312" y="474"/>
                    </a:lnTo>
                    <a:lnTo>
                      <a:pt x="312" y="478"/>
                    </a:lnTo>
                    <a:lnTo>
                      <a:pt x="308" y="478"/>
                    </a:lnTo>
                    <a:lnTo>
                      <a:pt x="308" y="480"/>
                    </a:lnTo>
                    <a:lnTo>
                      <a:pt x="304" y="478"/>
                    </a:lnTo>
                    <a:lnTo>
                      <a:pt x="302" y="478"/>
                    </a:lnTo>
                    <a:lnTo>
                      <a:pt x="302" y="474"/>
                    </a:lnTo>
                    <a:lnTo>
                      <a:pt x="298" y="474"/>
                    </a:lnTo>
                    <a:lnTo>
                      <a:pt x="298" y="478"/>
                    </a:lnTo>
                    <a:lnTo>
                      <a:pt x="294" y="478"/>
                    </a:lnTo>
                    <a:lnTo>
                      <a:pt x="290" y="480"/>
                    </a:lnTo>
                    <a:lnTo>
                      <a:pt x="290" y="484"/>
                    </a:lnTo>
                    <a:lnTo>
                      <a:pt x="286" y="484"/>
                    </a:lnTo>
                    <a:lnTo>
                      <a:pt x="282" y="484"/>
                    </a:lnTo>
                    <a:lnTo>
                      <a:pt x="278" y="488"/>
                    </a:lnTo>
                    <a:lnTo>
                      <a:pt x="278" y="492"/>
                    </a:lnTo>
                    <a:lnTo>
                      <a:pt x="274" y="492"/>
                    </a:lnTo>
                    <a:lnTo>
                      <a:pt x="272" y="496"/>
                    </a:lnTo>
                    <a:lnTo>
                      <a:pt x="272" y="500"/>
                    </a:lnTo>
                    <a:lnTo>
                      <a:pt x="268" y="500"/>
                    </a:lnTo>
                    <a:lnTo>
                      <a:pt x="264" y="504"/>
                    </a:lnTo>
                    <a:lnTo>
                      <a:pt x="264" y="500"/>
                    </a:lnTo>
                    <a:lnTo>
                      <a:pt x="264" y="504"/>
                    </a:lnTo>
                    <a:lnTo>
                      <a:pt x="260" y="504"/>
                    </a:lnTo>
                    <a:lnTo>
                      <a:pt x="256" y="504"/>
                    </a:lnTo>
                    <a:lnTo>
                      <a:pt x="256" y="500"/>
                    </a:lnTo>
                    <a:lnTo>
                      <a:pt x="252" y="500"/>
                    </a:lnTo>
                    <a:lnTo>
                      <a:pt x="252" y="496"/>
                    </a:lnTo>
                    <a:lnTo>
                      <a:pt x="248" y="496"/>
                    </a:lnTo>
                    <a:lnTo>
                      <a:pt x="248" y="500"/>
                    </a:lnTo>
                    <a:lnTo>
                      <a:pt x="246" y="500"/>
                    </a:lnTo>
                    <a:lnTo>
                      <a:pt x="246" y="496"/>
                    </a:lnTo>
                    <a:lnTo>
                      <a:pt x="242" y="496"/>
                    </a:lnTo>
                    <a:lnTo>
                      <a:pt x="238" y="496"/>
                    </a:lnTo>
                    <a:lnTo>
                      <a:pt x="238" y="492"/>
                    </a:lnTo>
                    <a:lnTo>
                      <a:pt x="234" y="492"/>
                    </a:lnTo>
                    <a:lnTo>
                      <a:pt x="230" y="492"/>
                    </a:lnTo>
                    <a:lnTo>
                      <a:pt x="230" y="496"/>
                    </a:lnTo>
                    <a:lnTo>
                      <a:pt x="226" y="496"/>
                    </a:lnTo>
                    <a:lnTo>
                      <a:pt x="222" y="500"/>
                    </a:lnTo>
                    <a:lnTo>
                      <a:pt x="222" y="504"/>
                    </a:lnTo>
                    <a:lnTo>
                      <a:pt x="218" y="504"/>
                    </a:lnTo>
                    <a:lnTo>
                      <a:pt x="218" y="508"/>
                    </a:lnTo>
                    <a:lnTo>
                      <a:pt x="218" y="510"/>
                    </a:lnTo>
                    <a:lnTo>
                      <a:pt x="216" y="510"/>
                    </a:lnTo>
                    <a:lnTo>
                      <a:pt x="216" y="508"/>
                    </a:lnTo>
                    <a:lnTo>
                      <a:pt x="216" y="504"/>
                    </a:lnTo>
                    <a:lnTo>
                      <a:pt x="216" y="500"/>
                    </a:lnTo>
                    <a:lnTo>
                      <a:pt x="216" y="496"/>
                    </a:lnTo>
                    <a:lnTo>
                      <a:pt x="212" y="496"/>
                    </a:lnTo>
                    <a:lnTo>
                      <a:pt x="208" y="500"/>
                    </a:lnTo>
                    <a:lnTo>
                      <a:pt x="204" y="500"/>
                    </a:lnTo>
                    <a:lnTo>
                      <a:pt x="200" y="500"/>
                    </a:lnTo>
                    <a:lnTo>
                      <a:pt x="200" y="504"/>
                    </a:lnTo>
                    <a:lnTo>
                      <a:pt x="200" y="500"/>
                    </a:lnTo>
                    <a:lnTo>
                      <a:pt x="200" y="504"/>
                    </a:lnTo>
                    <a:lnTo>
                      <a:pt x="196" y="504"/>
                    </a:lnTo>
                    <a:lnTo>
                      <a:pt x="196" y="500"/>
                    </a:lnTo>
                    <a:lnTo>
                      <a:pt x="192" y="500"/>
                    </a:lnTo>
                    <a:lnTo>
                      <a:pt x="192" y="504"/>
                    </a:lnTo>
                    <a:lnTo>
                      <a:pt x="192" y="500"/>
                    </a:lnTo>
                    <a:lnTo>
                      <a:pt x="188" y="500"/>
                    </a:lnTo>
                    <a:lnTo>
                      <a:pt x="186" y="496"/>
                    </a:lnTo>
                    <a:lnTo>
                      <a:pt x="182" y="500"/>
                    </a:lnTo>
                    <a:lnTo>
                      <a:pt x="178" y="500"/>
                    </a:lnTo>
                    <a:lnTo>
                      <a:pt x="178" y="496"/>
                    </a:lnTo>
                    <a:lnTo>
                      <a:pt x="178" y="500"/>
                    </a:lnTo>
                    <a:lnTo>
                      <a:pt x="174" y="500"/>
                    </a:lnTo>
                    <a:lnTo>
                      <a:pt x="174" y="496"/>
                    </a:lnTo>
                    <a:lnTo>
                      <a:pt x="170" y="492"/>
                    </a:lnTo>
                    <a:lnTo>
                      <a:pt x="166" y="492"/>
                    </a:lnTo>
                    <a:lnTo>
                      <a:pt x="162" y="492"/>
                    </a:lnTo>
                    <a:lnTo>
                      <a:pt x="162" y="488"/>
                    </a:lnTo>
                    <a:lnTo>
                      <a:pt x="162" y="484"/>
                    </a:lnTo>
                    <a:lnTo>
                      <a:pt x="162" y="488"/>
                    </a:lnTo>
                    <a:lnTo>
                      <a:pt x="160" y="488"/>
                    </a:lnTo>
                    <a:lnTo>
                      <a:pt x="156" y="488"/>
                    </a:lnTo>
                    <a:lnTo>
                      <a:pt x="156" y="484"/>
                    </a:lnTo>
                    <a:lnTo>
                      <a:pt x="152" y="484"/>
                    </a:lnTo>
                    <a:lnTo>
                      <a:pt x="152" y="480"/>
                    </a:lnTo>
                    <a:lnTo>
                      <a:pt x="152" y="478"/>
                    </a:lnTo>
                    <a:lnTo>
                      <a:pt x="148" y="478"/>
                    </a:lnTo>
                    <a:lnTo>
                      <a:pt x="148" y="474"/>
                    </a:lnTo>
                    <a:lnTo>
                      <a:pt x="144" y="474"/>
                    </a:lnTo>
                    <a:lnTo>
                      <a:pt x="144" y="478"/>
                    </a:lnTo>
                    <a:lnTo>
                      <a:pt x="140" y="478"/>
                    </a:lnTo>
                    <a:lnTo>
                      <a:pt x="140" y="474"/>
                    </a:lnTo>
                    <a:lnTo>
                      <a:pt x="136" y="474"/>
                    </a:lnTo>
                    <a:lnTo>
                      <a:pt x="136" y="470"/>
                    </a:lnTo>
                    <a:lnTo>
                      <a:pt x="132" y="470"/>
                    </a:lnTo>
                    <a:lnTo>
                      <a:pt x="132" y="466"/>
                    </a:lnTo>
                    <a:lnTo>
                      <a:pt x="130" y="466"/>
                    </a:lnTo>
                    <a:lnTo>
                      <a:pt x="126" y="462"/>
                    </a:lnTo>
                    <a:lnTo>
                      <a:pt x="122" y="458"/>
                    </a:lnTo>
                    <a:lnTo>
                      <a:pt x="122" y="462"/>
                    </a:lnTo>
                    <a:lnTo>
                      <a:pt x="122" y="458"/>
                    </a:lnTo>
                    <a:lnTo>
                      <a:pt x="122" y="454"/>
                    </a:lnTo>
                    <a:lnTo>
                      <a:pt x="118" y="454"/>
                    </a:lnTo>
                    <a:lnTo>
                      <a:pt x="114" y="454"/>
                    </a:lnTo>
                    <a:lnTo>
                      <a:pt x="110" y="454"/>
                    </a:lnTo>
                    <a:lnTo>
                      <a:pt x="110" y="458"/>
                    </a:lnTo>
                    <a:lnTo>
                      <a:pt x="106" y="462"/>
                    </a:lnTo>
                    <a:lnTo>
                      <a:pt x="106" y="458"/>
                    </a:lnTo>
                    <a:lnTo>
                      <a:pt x="104" y="458"/>
                    </a:lnTo>
                    <a:lnTo>
                      <a:pt x="106" y="458"/>
                    </a:lnTo>
                    <a:lnTo>
                      <a:pt x="104" y="458"/>
                    </a:lnTo>
                    <a:lnTo>
                      <a:pt x="104" y="454"/>
                    </a:lnTo>
                    <a:lnTo>
                      <a:pt x="100" y="454"/>
                    </a:lnTo>
                    <a:lnTo>
                      <a:pt x="96" y="452"/>
                    </a:lnTo>
                    <a:lnTo>
                      <a:pt x="92" y="452"/>
                    </a:lnTo>
                    <a:lnTo>
                      <a:pt x="96" y="448"/>
                    </a:lnTo>
                    <a:lnTo>
                      <a:pt x="92" y="448"/>
                    </a:lnTo>
                    <a:lnTo>
                      <a:pt x="88" y="444"/>
                    </a:lnTo>
                    <a:lnTo>
                      <a:pt x="84" y="444"/>
                    </a:lnTo>
                    <a:lnTo>
                      <a:pt x="80" y="444"/>
                    </a:lnTo>
                    <a:lnTo>
                      <a:pt x="80" y="440"/>
                    </a:lnTo>
                    <a:lnTo>
                      <a:pt x="80" y="436"/>
                    </a:lnTo>
                    <a:lnTo>
                      <a:pt x="76" y="436"/>
                    </a:lnTo>
                    <a:lnTo>
                      <a:pt x="74" y="436"/>
                    </a:lnTo>
                    <a:lnTo>
                      <a:pt x="74" y="440"/>
                    </a:lnTo>
                    <a:lnTo>
                      <a:pt x="74" y="436"/>
                    </a:lnTo>
                    <a:lnTo>
                      <a:pt x="74" y="432"/>
                    </a:lnTo>
                    <a:lnTo>
                      <a:pt x="74" y="428"/>
                    </a:lnTo>
                    <a:lnTo>
                      <a:pt x="74" y="424"/>
                    </a:lnTo>
                    <a:lnTo>
                      <a:pt x="70" y="424"/>
                    </a:lnTo>
                    <a:lnTo>
                      <a:pt x="70" y="422"/>
                    </a:lnTo>
                    <a:lnTo>
                      <a:pt x="70" y="418"/>
                    </a:lnTo>
                    <a:lnTo>
                      <a:pt x="70" y="414"/>
                    </a:lnTo>
                    <a:lnTo>
                      <a:pt x="74" y="414"/>
                    </a:lnTo>
                    <a:lnTo>
                      <a:pt x="74" y="418"/>
                    </a:lnTo>
                    <a:lnTo>
                      <a:pt x="76" y="418"/>
                    </a:lnTo>
                    <a:lnTo>
                      <a:pt x="80" y="414"/>
                    </a:lnTo>
                    <a:lnTo>
                      <a:pt x="80" y="418"/>
                    </a:lnTo>
                    <a:lnTo>
                      <a:pt x="84" y="414"/>
                    </a:lnTo>
                    <a:lnTo>
                      <a:pt x="84" y="410"/>
                    </a:lnTo>
                    <a:lnTo>
                      <a:pt x="80" y="410"/>
                    </a:lnTo>
                    <a:lnTo>
                      <a:pt x="80" y="406"/>
                    </a:lnTo>
                    <a:lnTo>
                      <a:pt x="80" y="402"/>
                    </a:lnTo>
                    <a:lnTo>
                      <a:pt x="76" y="402"/>
                    </a:lnTo>
                    <a:lnTo>
                      <a:pt x="76" y="398"/>
                    </a:lnTo>
                    <a:lnTo>
                      <a:pt x="74" y="398"/>
                    </a:lnTo>
                    <a:lnTo>
                      <a:pt x="74" y="396"/>
                    </a:lnTo>
                    <a:lnTo>
                      <a:pt x="74" y="392"/>
                    </a:lnTo>
                    <a:lnTo>
                      <a:pt x="74" y="388"/>
                    </a:lnTo>
                    <a:lnTo>
                      <a:pt x="74" y="384"/>
                    </a:lnTo>
                    <a:lnTo>
                      <a:pt x="76" y="384"/>
                    </a:lnTo>
                    <a:lnTo>
                      <a:pt x="76" y="380"/>
                    </a:lnTo>
                    <a:lnTo>
                      <a:pt x="74" y="376"/>
                    </a:lnTo>
                    <a:lnTo>
                      <a:pt x="70" y="376"/>
                    </a:lnTo>
                    <a:lnTo>
                      <a:pt x="66" y="376"/>
                    </a:lnTo>
                    <a:lnTo>
                      <a:pt x="66" y="372"/>
                    </a:lnTo>
                    <a:lnTo>
                      <a:pt x="66" y="368"/>
                    </a:lnTo>
                    <a:lnTo>
                      <a:pt x="62" y="366"/>
                    </a:lnTo>
                    <a:lnTo>
                      <a:pt x="58" y="368"/>
                    </a:lnTo>
                    <a:lnTo>
                      <a:pt x="60" y="368"/>
                    </a:lnTo>
                    <a:lnTo>
                      <a:pt x="58" y="368"/>
                    </a:lnTo>
                    <a:lnTo>
                      <a:pt x="56" y="366"/>
                    </a:lnTo>
                    <a:lnTo>
                      <a:pt x="58" y="366"/>
                    </a:lnTo>
                    <a:lnTo>
                      <a:pt x="52" y="364"/>
                    </a:lnTo>
                    <a:lnTo>
                      <a:pt x="52" y="362"/>
                    </a:lnTo>
                    <a:lnTo>
                      <a:pt x="50" y="358"/>
                    </a:lnTo>
                    <a:lnTo>
                      <a:pt x="48" y="358"/>
                    </a:lnTo>
                    <a:lnTo>
                      <a:pt x="44" y="358"/>
                    </a:lnTo>
                    <a:lnTo>
                      <a:pt x="44" y="354"/>
                    </a:lnTo>
                    <a:lnTo>
                      <a:pt x="42" y="354"/>
                    </a:lnTo>
                    <a:lnTo>
                      <a:pt x="40" y="354"/>
                    </a:lnTo>
                    <a:lnTo>
                      <a:pt x="36" y="354"/>
                    </a:lnTo>
                    <a:lnTo>
                      <a:pt x="36" y="350"/>
                    </a:lnTo>
                    <a:lnTo>
                      <a:pt x="32" y="350"/>
                    </a:lnTo>
                    <a:lnTo>
                      <a:pt x="32" y="346"/>
                    </a:lnTo>
                    <a:lnTo>
                      <a:pt x="36" y="346"/>
                    </a:lnTo>
                    <a:lnTo>
                      <a:pt x="32" y="342"/>
                    </a:lnTo>
                    <a:lnTo>
                      <a:pt x="32" y="342"/>
                    </a:lnTo>
                    <a:lnTo>
                      <a:pt x="30" y="340"/>
                    </a:lnTo>
                    <a:lnTo>
                      <a:pt x="26" y="338"/>
                    </a:lnTo>
                    <a:lnTo>
                      <a:pt x="24" y="336"/>
                    </a:lnTo>
                    <a:lnTo>
                      <a:pt x="24" y="336"/>
                    </a:lnTo>
                    <a:lnTo>
                      <a:pt x="20" y="332"/>
                    </a:lnTo>
                    <a:lnTo>
                      <a:pt x="18" y="332"/>
                    </a:lnTo>
                    <a:lnTo>
                      <a:pt x="14" y="332"/>
                    </a:lnTo>
                    <a:lnTo>
                      <a:pt x="10" y="328"/>
                    </a:lnTo>
                    <a:lnTo>
                      <a:pt x="14" y="328"/>
                    </a:lnTo>
                    <a:lnTo>
                      <a:pt x="18" y="324"/>
                    </a:lnTo>
                    <a:lnTo>
                      <a:pt x="18" y="328"/>
                    </a:lnTo>
                    <a:lnTo>
                      <a:pt x="20" y="324"/>
                    </a:lnTo>
                    <a:lnTo>
                      <a:pt x="20" y="320"/>
                    </a:lnTo>
                    <a:lnTo>
                      <a:pt x="18" y="320"/>
                    </a:lnTo>
                    <a:lnTo>
                      <a:pt x="18" y="316"/>
                    </a:lnTo>
                    <a:lnTo>
                      <a:pt x="20" y="316"/>
                    </a:lnTo>
                    <a:lnTo>
                      <a:pt x="18" y="316"/>
                    </a:lnTo>
                    <a:lnTo>
                      <a:pt x="18" y="312"/>
                    </a:lnTo>
                    <a:lnTo>
                      <a:pt x="18" y="310"/>
                    </a:lnTo>
                    <a:lnTo>
                      <a:pt x="18" y="306"/>
                    </a:lnTo>
                    <a:lnTo>
                      <a:pt x="18" y="302"/>
                    </a:lnTo>
                    <a:lnTo>
                      <a:pt x="14" y="302"/>
                    </a:lnTo>
                    <a:lnTo>
                      <a:pt x="10" y="298"/>
                    </a:lnTo>
                    <a:lnTo>
                      <a:pt x="6" y="298"/>
                    </a:lnTo>
                    <a:lnTo>
                      <a:pt x="6" y="302"/>
                    </a:lnTo>
                    <a:lnTo>
                      <a:pt x="4" y="302"/>
                    </a:lnTo>
                    <a:lnTo>
                      <a:pt x="4" y="298"/>
                    </a:lnTo>
                    <a:lnTo>
                      <a:pt x="4" y="294"/>
                    </a:lnTo>
                    <a:lnTo>
                      <a:pt x="4" y="290"/>
                    </a:lnTo>
                    <a:lnTo>
                      <a:pt x="0" y="286"/>
                    </a:lnTo>
                    <a:lnTo>
                      <a:pt x="4" y="286"/>
                    </a:lnTo>
                    <a:lnTo>
                      <a:pt x="4" y="284"/>
                    </a:lnTo>
                    <a:lnTo>
                      <a:pt x="6" y="284"/>
                    </a:lnTo>
                    <a:lnTo>
                      <a:pt x="6" y="280"/>
                    </a:lnTo>
                    <a:lnTo>
                      <a:pt x="4" y="280"/>
                    </a:lnTo>
                    <a:lnTo>
                      <a:pt x="4" y="276"/>
                    </a:lnTo>
                    <a:lnTo>
                      <a:pt x="6" y="272"/>
                    </a:lnTo>
                    <a:lnTo>
                      <a:pt x="10" y="272"/>
                    </a:lnTo>
                    <a:lnTo>
                      <a:pt x="14" y="272"/>
                    </a:lnTo>
                    <a:lnTo>
                      <a:pt x="14" y="268"/>
                    </a:lnTo>
                    <a:lnTo>
                      <a:pt x="18" y="268"/>
                    </a:lnTo>
                    <a:lnTo>
                      <a:pt x="18" y="264"/>
                    </a:lnTo>
                    <a:lnTo>
                      <a:pt x="20" y="264"/>
                    </a:lnTo>
                    <a:lnTo>
                      <a:pt x="24" y="264"/>
                    </a:lnTo>
                    <a:lnTo>
                      <a:pt x="24" y="260"/>
                    </a:lnTo>
                    <a:lnTo>
                      <a:pt x="28" y="260"/>
                    </a:lnTo>
                    <a:lnTo>
                      <a:pt x="28" y="264"/>
                    </a:lnTo>
                    <a:lnTo>
                      <a:pt x="28" y="268"/>
                    </a:lnTo>
                    <a:lnTo>
                      <a:pt x="32" y="268"/>
                    </a:lnTo>
                    <a:lnTo>
                      <a:pt x="36" y="264"/>
                    </a:lnTo>
                    <a:lnTo>
                      <a:pt x="40" y="264"/>
                    </a:lnTo>
                    <a:lnTo>
                      <a:pt x="40" y="268"/>
                    </a:lnTo>
                    <a:lnTo>
                      <a:pt x="40" y="264"/>
                    </a:lnTo>
                    <a:lnTo>
                      <a:pt x="44" y="264"/>
                    </a:lnTo>
                    <a:lnTo>
                      <a:pt x="44" y="260"/>
                    </a:lnTo>
                    <a:lnTo>
                      <a:pt x="44" y="254"/>
                    </a:lnTo>
                    <a:lnTo>
                      <a:pt x="48" y="254"/>
                    </a:lnTo>
                    <a:lnTo>
                      <a:pt x="50" y="254"/>
                    </a:lnTo>
                    <a:lnTo>
                      <a:pt x="54" y="254"/>
                    </a:lnTo>
                    <a:lnTo>
                      <a:pt x="58" y="254"/>
                    </a:lnTo>
                    <a:lnTo>
                      <a:pt x="62" y="254"/>
                    </a:lnTo>
                    <a:lnTo>
                      <a:pt x="66" y="254"/>
                    </a:lnTo>
                    <a:lnTo>
                      <a:pt x="66" y="250"/>
                    </a:lnTo>
                    <a:lnTo>
                      <a:pt x="66" y="246"/>
                    </a:lnTo>
                    <a:lnTo>
                      <a:pt x="70" y="246"/>
                    </a:lnTo>
                    <a:lnTo>
                      <a:pt x="74" y="242"/>
                    </a:lnTo>
                    <a:lnTo>
                      <a:pt x="76" y="242"/>
                    </a:lnTo>
                    <a:lnTo>
                      <a:pt x="76" y="238"/>
                    </a:lnTo>
                    <a:lnTo>
                      <a:pt x="80" y="238"/>
                    </a:lnTo>
                    <a:lnTo>
                      <a:pt x="84" y="238"/>
                    </a:lnTo>
                    <a:lnTo>
                      <a:pt x="88" y="238"/>
                    </a:lnTo>
                    <a:lnTo>
                      <a:pt x="88" y="234"/>
                    </a:lnTo>
                    <a:lnTo>
                      <a:pt x="92" y="234"/>
                    </a:lnTo>
                    <a:lnTo>
                      <a:pt x="96" y="234"/>
                    </a:lnTo>
                    <a:lnTo>
                      <a:pt x="96" y="230"/>
                    </a:lnTo>
                    <a:lnTo>
                      <a:pt x="92" y="230"/>
                    </a:lnTo>
                    <a:lnTo>
                      <a:pt x="96" y="230"/>
                    </a:lnTo>
                    <a:lnTo>
                      <a:pt x="96" y="228"/>
                    </a:lnTo>
                    <a:lnTo>
                      <a:pt x="92" y="228"/>
                    </a:lnTo>
                    <a:lnTo>
                      <a:pt x="92" y="224"/>
                    </a:lnTo>
                    <a:lnTo>
                      <a:pt x="96" y="220"/>
                    </a:lnTo>
                    <a:lnTo>
                      <a:pt x="100" y="216"/>
                    </a:lnTo>
                    <a:lnTo>
                      <a:pt x="96" y="216"/>
                    </a:lnTo>
                    <a:lnTo>
                      <a:pt x="100" y="214"/>
                    </a:lnTo>
                    <a:lnTo>
                      <a:pt x="104" y="214"/>
                    </a:lnTo>
                    <a:lnTo>
                      <a:pt x="104" y="210"/>
                    </a:lnTo>
                    <a:lnTo>
                      <a:pt x="100" y="206"/>
                    </a:lnTo>
                    <a:lnTo>
                      <a:pt x="100" y="202"/>
                    </a:lnTo>
                    <a:lnTo>
                      <a:pt x="100" y="198"/>
                    </a:lnTo>
                    <a:lnTo>
                      <a:pt x="96" y="198"/>
                    </a:lnTo>
                    <a:lnTo>
                      <a:pt x="96" y="194"/>
                    </a:lnTo>
                    <a:lnTo>
                      <a:pt x="96" y="190"/>
                    </a:lnTo>
                    <a:lnTo>
                      <a:pt x="96" y="186"/>
                    </a:lnTo>
                    <a:lnTo>
                      <a:pt x="96" y="184"/>
                    </a:lnTo>
                    <a:lnTo>
                      <a:pt x="100" y="184"/>
                    </a:lnTo>
                    <a:lnTo>
                      <a:pt x="100" y="180"/>
                    </a:lnTo>
                    <a:lnTo>
                      <a:pt x="96" y="180"/>
                    </a:lnTo>
                    <a:lnTo>
                      <a:pt x="92" y="180"/>
                    </a:lnTo>
                    <a:lnTo>
                      <a:pt x="88" y="180"/>
                    </a:lnTo>
                    <a:lnTo>
                      <a:pt x="92" y="176"/>
                    </a:lnTo>
                    <a:lnTo>
                      <a:pt x="96" y="176"/>
                    </a:lnTo>
                    <a:lnTo>
                      <a:pt x="100" y="172"/>
                    </a:lnTo>
                    <a:lnTo>
                      <a:pt x="104" y="172"/>
                    </a:lnTo>
                    <a:lnTo>
                      <a:pt x="106" y="172"/>
                    </a:lnTo>
                    <a:lnTo>
                      <a:pt x="110" y="172"/>
                    </a:lnTo>
                    <a:lnTo>
                      <a:pt x="110" y="168"/>
                    </a:lnTo>
                    <a:lnTo>
                      <a:pt x="114" y="168"/>
                    </a:lnTo>
                    <a:lnTo>
                      <a:pt x="114" y="172"/>
                    </a:lnTo>
                    <a:lnTo>
                      <a:pt x="118" y="172"/>
                    </a:lnTo>
                    <a:lnTo>
                      <a:pt x="122" y="172"/>
                    </a:lnTo>
                    <a:lnTo>
                      <a:pt x="126" y="172"/>
                    </a:lnTo>
                    <a:lnTo>
                      <a:pt x="130" y="172"/>
                    </a:lnTo>
                    <a:lnTo>
                      <a:pt x="130" y="168"/>
                    </a:lnTo>
                    <a:lnTo>
                      <a:pt x="126" y="168"/>
                    </a:lnTo>
                    <a:lnTo>
                      <a:pt x="126" y="164"/>
                    </a:lnTo>
                    <a:lnTo>
                      <a:pt x="122" y="164"/>
                    </a:lnTo>
                    <a:lnTo>
                      <a:pt x="126" y="160"/>
                    </a:lnTo>
                    <a:lnTo>
                      <a:pt x="126" y="158"/>
                    </a:lnTo>
                    <a:lnTo>
                      <a:pt x="126" y="154"/>
                    </a:lnTo>
                    <a:lnTo>
                      <a:pt x="126" y="150"/>
                    </a:lnTo>
                    <a:lnTo>
                      <a:pt x="130" y="150"/>
                    </a:lnTo>
                    <a:lnTo>
                      <a:pt x="130" y="146"/>
                    </a:lnTo>
                    <a:lnTo>
                      <a:pt x="130" y="142"/>
                    </a:lnTo>
                    <a:lnTo>
                      <a:pt x="132" y="138"/>
                    </a:lnTo>
                    <a:lnTo>
                      <a:pt x="132" y="134"/>
                    </a:lnTo>
                    <a:lnTo>
                      <a:pt x="132" y="130"/>
                    </a:lnTo>
                    <a:lnTo>
                      <a:pt x="136" y="130"/>
                    </a:lnTo>
                    <a:lnTo>
                      <a:pt x="140" y="134"/>
                    </a:lnTo>
                    <a:lnTo>
                      <a:pt x="144" y="134"/>
                    </a:lnTo>
                    <a:lnTo>
                      <a:pt x="148" y="134"/>
                    </a:lnTo>
                    <a:lnTo>
                      <a:pt x="152" y="134"/>
                    </a:lnTo>
                    <a:lnTo>
                      <a:pt x="156" y="134"/>
                    </a:lnTo>
                    <a:lnTo>
                      <a:pt x="160" y="138"/>
                    </a:lnTo>
                    <a:lnTo>
                      <a:pt x="162" y="138"/>
                    </a:lnTo>
                    <a:lnTo>
                      <a:pt x="162" y="134"/>
                    </a:lnTo>
                    <a:lnTo>
                      <a:pt x="166" y="134"/>
                    </a:lnTo>
                    <a:lnTo>
                      <a:pt x="170" y="134"/>
                    </a:lnTo>
                    <a:lnTo>
                      <a:pt x="170" y="130"/>
                    </a:lnTo>
                    <a:lnTo>
                      <a:pt x="170" y="128"/>
                    </a:lnTo>
                    <a:lnTo>
                      <a:pt x="170" y="124"/>
                    </a:lnTo>
                    <a:lnTo>
                      <a:pt x="170" y="120"/>
                    </a:lnTo>
                    <a:lnTo>
                      <a:pt x="170" y="116"/>
                    </a:lnTo>
                    <a:lnTo>
                      <a:pt x="170" y="112"/>
                    </a:lnTo>
                    <a:lnTo>
                      <a:pt x="170" y="108"/>
                    </a:lnTo>
                    <a:lnTo>
                      <a:pt x="174" y="108"/>
                    </a:lnTo>
                    <a:lnTo>
                      <a:pt x="174" y="104"/>
                    </a:lnTo>
                    <a:lnTo>
                      <a:pt x="178" y="104"/>
                    </a:lnTo>
                    <a:lnTo>
                      <a:pt x="182" y="104"/>
                    </a:lnTo>
                    <a:lnTo>
                      <a:pt x="186" y="104"/>
                    </a:lnTo>
                    <a:lnTo>
                      <a:pt x="186" y="102"/>
                    </a:lnTo>
                    <a:lnTo>
                      <a:pt x="186" y="98"/>
                    </a:lnTo>
                    <a:lnTo>
                      <a:pt x="186" y="94"/>
                    </a:lnTo>
                    <a:lnTo>
                      <a:pt x="188" y="94"/>
                    </a:lnTo>
                    <a:lnTo>
                      <a:pt x="192" y="94"/>
                    </a:lnTo>
                    <a:lnTo>
                      <a:pt x="196" y="94"/>
                    </a:lnTo>
                    <a:lnTo>
                      <a:pt x="200" y="90"/>
                    </a:lnTo>
                    <a:lnTo>
                      <a:pt x="200" y="94"/>
                    </a:lnTo>
                    <a:lnTo>
                      <a:pt x="204" y="94"/>
                    </a:lnTo>
                    <a:lnTo>
                      <a:pt x="200" y="98"/>
                    </a:lnTo>
                    <a:lnTo>
                      <a:pt x="204" y="102"/>
                    </a:lnTo>
                    <a:lnTo>
                      <a:pt x="204" y="104"/>
                    </a:lnTo>
                    <a:lnTo>
                      <a:pt x="208" y="104"/>
                    </a:lnTo>
                    <a:lnTo>
                      <a:pt x="212" y="108"/>
                    </a:lnTo>
                    <a:lnTo>
                      <a:pt x="212" y="112"/>
                    </a:lnTo>
                    <a:lnTo>
                      <a:pt x="216" y="112"/>
                    </a:lnTo>
                    <a:lnTo>
                      <a:pt x="218" y="112"/>
                    </a:lnTo>
                    <a:lnTo>
                      <a:pt x="218" y="116"/>
                    </a:lnTo>
                    <a:lnTo>
                      <a:pt x="222" y="116"/>
                    </a:lnTo>
                    <a:lnTo>
                      <a:pt x="226" y="116"/>
                    </a:lnTo>
                    <a:lnTo>
                      <a:pt x="230" y="120"/>
                    </a:lnTo>
                    <a:lnTo>
                      <a:pt x="230" y="116"/>
                    </a:lnTo>
                    <a:lnTo>
                      <a:pt x="234" y="116"/>
                    </a:lnTo>
                    <a:lnTo>
                      <a:pt x="234" y="120"/>
                    </a:lnTo>
                    <a:lnTo>
                      <a:pt x="238" y="120"/>
                    </a:lnTo>
                    <a:lnTo>
                      <a:pt x="238" y="124"/>
                    </a:lnTo>
                    <a:lnTo>
                      <a:pt x="238" y="128"/>
                    </a:lnTo>
                    <a:lnTo>
                      <a:pt x="238" y="130"/>
                    </a:lnTo>
                    <a:lnTo>
                      <a:pt x="242" y="130"/>
                    </a:lnTo>
                    <a:lnTo>
                      <a:pt x="242" y="134"/>
                    </a:lnTo>
                    <a:lnTo>
                      <a:pt x="246" y="134"/>
                    </a:lnTo>
                    <a:lnTo>
                      <a:pt x="246" y="138"/>
                    </a:lnTo>
                    <a:lnTo>
                      <a:pt x="246" y="142"/>
                    </a:lnTo>
                    <a:lnTo>
                      <a:pt x="248" y="142"/>
                    </a:lnTo>
                    <a:lnTo>
                      <a:pt x="246" y="142"/>
                    </a:lnTo>
                    <a:lnTo>
                      <a:pt x="248" y="146"/>
                    </a:lnTo>
                    <a:lnTo>
                      <a:pt x="246" y="150"/>
                    </a:lnTo>
                    <a:lnTo>
                      <a:pt x="246" y="154"/>
                    </a:lnTo>
                    <a:lnTo>
                      <a:pt x="246" y="158"/>
                    </a:lnTo>
                    <a:lnTo>
                      <a:pt x="242" y="160"/>
                    </a:lnTo>
                    <a:lnTo>
                      <a:pt x="242" y="164"/>
                    </a:lnTo>
                    <a:lnTo>
                      <a:pt x="242" y="168"/>
                    </a:lnTo>
                    <a:lnTo>
                      <a:pt x="246" y="168"/>
                    </a:lnTo>
                    <a:lnTo>
                      <a:pt x="246" y="172"/>
                    </a:lnTo>
                    <a:lnTo>
                      <a:pt x="248" y="172"/>
                    </a:lnTo>
                    <a:lnTo>
                      <a:pt x="252" y="172"/>
                    </a:lnTo>
                    <a:lnTo>
                      <a:pt x="252" y="176"/>
                    </a:lnTo>
                    <a:lnTo>
                      <a:pt x="260" y="176"/>
                    </a:lnTo>
                    <a:lnTo>
                      <a:pt x="264" y="176"/>
                    </a:lnTo>
                    <a:lnTo>
                      <a:pt x="268" y="176"/>
                    </a:lnTo>
                    <a:lnTo>
                      <a:pt x="272" y="176"/>
                    </a:lnTo>
                    <a:lnTo>
                      <a:pt x="274" y="176"/>
                    </a:lnTo>
                    <a:lnTo>
                      <a:pt x="278" y="176"/>
                    </a:lnTo>
                    <a:lnTo>
                      <a:pt x="282" y="176"/>
                    </a:lnTo>
                    <a:lnTo>
                      <a:pt x="282" y="180"/>
                    </a:lnTo>
                    <a:lnTo>
                      <a:pt x="286" y="180"/>
                    </a:lnTo>
                    <a:lnTo>
                      <a:pt x="290" y="180"/>
                    </a:lnTo>
                    <a:lnTo>
                      <a:pt x="290" y="184"/>
                    </a:lnTo>
                    <a:lnTo>
                      <a:pt x="294" y="184"/>
                    </a:lnTo>
                    <a:lnTo>
                      <a:pt x="294" y="186"/>
                    </a:lnTo>
                    <a:lnTo>
                      <a:pt x="298" y="186"/>
                    </a:lnTo>
                    <a:lnTo>
                      <a:pt x="298" y="190"/>
                    </a:lnTo>
                    <a:lnTo>
                      <a:pt x="304" y="190"/>
                    </a:lnTo>
                    <a:lnTo>
                      <a:pt x="308" y="190"/>
                    </a:lnTo>
                    <a:lnTo>
                      <a:pt x="308" y="194"/>
                    </a:lnTo>
                    <a:lnTo>
                      <a:pt x="312" y="194"/>
                    </a:lnTo>
                    <a:lnTo>
                      <a:pt x="312" y="198"/>
                    </a:lnTo>
                    <a:lnTo>
                      <a:pt x="312" y="202"/>
                    </a:lnTo>
                    <a:lnTo>
                      <a:pt x="312" y="206"/>
                    </a:lnTo>
                    <a:lnTo>
                      <a:pt x="316" y="206"/>
                    </a:lnTo>
                    <a:lnTo>
                      <a:pt x="316" y="210"/>
                    </a:lnTo>
                    <a:lnTo>
                      <a:pt x="316" y="214"/>
                    </a:lnTo>
                    <a:lnTo>
                      <a:pt x="320" y="214"/>
                    </a:lnTo>
                    <a:lnTo>
                      <a:pt x="324" y="216"/>
                    </a:lnTo>
                    <a:lnTo>
                      <a:pt x="324" y="220"/>
                    </a:lnTo>
                    <a:lnTo>
                      <a:pt x="328" y="220"/>
                    </a:lnTo>
                    <a:lnTo>
                      <a:pt x="330" y="220"/>
                    </a:lnTo>
                    <a:lnTo>
                      <a:pt x="334" y="220"/>
                    </a:lnTo>
                    <a:lnTo>
                      <a:pt x="338" y="220"/>
                    </a:lnTo>
                    <a:lnTo>
                      <a:pt x="342" y="220"/>
                    </a:lnTo>
                    <a:lnTo>
                      <a:pt x="346" y="220"/>
                    </a:lnTo>
                    <a:lnTo>
                      <a:pt x="348" y="224"/>
                    </a:lnTo>
                    <a:lnTo>
                      <a:pt x="352" y="224"/>
                    </a:lnTo>
                    <a:lnTo>
                      <a:pt x="356" y="224"/>
                    </a:lnTo>
                    <a:lnTo>
                      <a:pt x="360" y="224"/>
                    </a:lnTo>
                    <a:lnTo>
                      <a:pt x="364" y="224"/>
                    </a:lnTo>
                    <a:lnTo>
                      <a:pt x="368" y="224"/>
                    </a:lnTo>
                    <a:lnTo>
                      <a:pt x="372" y="224"/>
                    </a:lnTo>
                    <a:lnTo>
                      <a:pt x="374" y="224"/>
                    </a:lnTo>
                    <a:lnTo>
                      <a:pt x="378" y="220"/>
                    </a:lnTo>
                    <a:lnTo>
                      <a:pt x="382" y="220"/>
                    </a:lnTo>
                    <a:lnTo>
                      <a:pt x="386" y="220"/>
                    </a:lnTo>
                    <a:lnTo>
                      <a:pt x="386" y="224"/>
                    </a:lnTo>
                    <a:lnTo>
                      <a:pt x="390" y="224"/>
                    </a:lnTo>
                    <a:lnTo>
                      <a:pt x="394" y="224"/>
                    </a:lnTo>
                    <a:lnTo>
                      <a:pt x="398" y="224"/>
                    </a:lnTo>
                    <a:lnTo>
                      <a:pt x="402" y="228"/>
                    </a:lnTo>
                    <a:lnTo>
                      <a:pt x="402" y="230"/>
                    </a:lnTo>
                    <a:lnTo>
                      <a:pt x="408" y="230"/>
                    </a:lnTo>
                    <a:lnTo>
                      <a:pt x="412" y="230"/>
                    </a:lnTo>
                    <a:lnTo>
                      <a:pt x="416" y="234"/>
                    </a:lnTo>
                    <a:lnTo>
                      <a:pt x="420" y="234"/>
                    </a:lnTo>
                    <a:lnTo>
                      <a:pt x="420" y="238"/>
                    </a:lnTo>
                    <a:lnTo>
                      <a:pt x="428" y="238"/>
                    </a:lnTo>
                    <a:lnTo>
                      <a:pt x="430" y="238"/>
                    </a:lnTo>
                    <a:lnTo>
                      <a:pt x="438" y="238"/>
                    </a:lnTo>
                    <a:lnTo>
                      <a:pt x="438" y="242"/>
                    </a:lnTo>
                    <a:lnTo>
                      <a:pt x="442" y="242"/>
                    </a:lnTo>
                    <a:lnTo>
                      <a:pt x="446" y="238"/>
                    </a:lnTo>
                    <a:lnTo>
                      <a:pt x="450" y="238"/>
                    </a:lnTo>
                    <a:lnTo>
                      <a:pt x="454" y="238"/>
                    </a:lnTo>
                    <a:lnTo>
                      <a:pt x="458" y="234"/>
                    </a:lnTo>
                    <a:lnTo>
                      <a:pt x="460" y="234"/>
                    </a:lnTo>
                    <a:lnTo>
                      <a:pt x="464" y="230"/>
                    </a:lnTo>
                    <a:lnTo>
                      <a:pt x="468" y="228"/>
                    </a:lnTo>
                    <a:lnTo>
                      <a:pt x="472" y="228"/>
                    </a:lnTo>
                    <a:lnTo>
                      <a:pt x="476" y="228"/>
                    </a:lnTo>
                    <a:lnTo>
                      <a:pt x="480" y="228"/>
                    </a:lnTo>
                    <a:lnTo>
                      <a:pt x="484" y="228"/>
                    </a:lnTo>
                    <a:lnTo>
                      <a:pt x="490" y="228"/>
                    </a:lnTo>
                    <a:lnTo>
                      <a:pt x="494" y="228"/>
                    </a:lnTo>
                    <a:lnTo>
                      <a:pt x="498" y="228"/>
                    </a:lnTo>
                    <a:lnTo>
                      <a:pt x="502" y="228"/>
                    </a:lnTo>
                    <a:lnTo>
                      <a:pt x="506" y="228"/>
                    </a:lnTo>
                    <a:lnTo>
                      <a:pt x="510" y="228"/>
                    </a:lnTo>
                    <a:lnTo>
                      <a:pt x="510" y="224"/>
                    </a:lnTo>
                    <a:lnTo>
                      <a:pt x="514" y="224"/>
                    </a:lnTo>
                    <a:lnTo>
                      <a:pt x="516" y="224"/>
                    </a:lnTo>
                    <a:lnTo>
                      <a:pt x="516" y="220"/>
                    </a:lnTo>
                    <a:lnTo>
                      <a:pt x="520" y="220"/>
                    </a:lnTo>
                    <a:lnTo>
                      <a:pt x="520" y="216"/>
                    </a:lnTo>
                    <a:lnTo>
                      <a:pt x="524" y="216"/>
                    </a:lnTo>
                    <a:lnTo>
                      <a:pt x="524" y="214"/>
                    </a:lnTo>
                    <a:lnTo>
                      <a:pt x="528" y="214"/>
                    </a:lnTo>
                    <a:lnTo>
                      <a:pt x="528" y="210"/>
                    </a:lnTo>
                    <a:lnTo>
                      <a:pt x="532" y="210"/>
                    </a:lnTo>
                    <a:lnTo>
                      <a:pt x="532" y="206"/>
                    </a:lnTo>
                    <a:lnTo>
                      <a:pt x="536" y="206"/>
                    </a:lnTo>
                    <a:lnTo>
                      <a:pt x="540" y="206"/>
                    </a:lnTo>
                    <a:lnTo>
                      <a:pt x="540" y="202"/>
                    </a:lnTo>
                    <a:lnTo>
                      <a:pt x="542" y="202"/>
                    </a:lnTo>
                    <a:lnTo>
                      <a:pt x="542" y="198"/>
                    </a:lnTo>
                    <a:lnTo>
                      <a:pt x="540" y="194"/>
                    </a:lnTo>
                    <a:lnTo>
                      <a:pt x="536" y="190"/>
                    </a:lnTo>
                    <a:lnTo>
                      <a:pt x="536" y="186"/>
                    </a:lnTo>
                    <a:lnTo>
                      <a:pt x="536" y="184"/>
                    </a:lnTo>
                    <a:lnTo>
                      <a:pt x="540" y="180"/>
                    </a:lnTo>
                    <a:lnTo>
                      <a:pt x="540" y="176"/>
                    </a:lnTo>
                    <a:lnTo>
                      <a:pt x="542" y="176"/>
                    </a:lnTo>
                    <a:lnTo>
                      <a:pt x="546" y="176"/>
                    </a:lnTo>
                    <a:lnTo>
                      <a:pt x="550" y="176"/>
                    </a:lnTo>
                    <a:lnTo>
                      <a:pt x="554" y="180"/>
                    </a:lnTo>
                    <a:lnTo>
                      <a:pt x="558" y="180"/>
                    </a:lnTo>
                    <a:lnTo>
                      <a:pt x="562" y="180"/>
                    </a:lnTo>
                    <a:lnTo>
                      <a:pt x="566" y="180"/>
                    </a:lnTo>
                    <a:lnTo>
                      <a:pt x="570" y="180"/>
                    </a:lnTo>
                    <a:lnTo>
                      <a:pt x="570" y="176"/>
                    </a:lnTo>
                    <a:lnTo>
                      <a:pt x="572" y="176"/>
                    </a:lnTo>
                    <a:lnTo>
                      <a:pt x="576" y="176"/>
                    </a:lnTo>
                    <a:lnTo>
                      <a:pt x="576" y="172"/>
                    </a:lnTo>
                    <a:lnTo>
                      <a:pt x="580" y="168"/>
                    </a:lnTo>
                    <a:lnTo>
                      <a:pt x="584" y="168"/>
                    </a:lnTo>
                    <a:lnTo>
                      <a:pt x="588" y="168"/>
                    </a:lnTo>
                    <a:lnTo>
                      <a:pt x="592" y="168"/>
                    </a:lnTo>
                    <a:lnTo>
                      <a:pt x="596" y="168"/>
                    </a:lnTo>
                    <a:lnTo>
                      <a:pt x="596" y="164"/>
                    </a:lnTo>
                    <a:lnTo>
                      <a:pt x="600" y="164"/>
                    </a:lnTo>
                    <a:lnTo>
                      <a:pt x="600" y="160"/>
                    </a:lnTo>
                    <a:lnTo>
                      <a:pt x="602" y="160"/>
                    </a:lnTo>
                    <a:lnTo>
                      <a:pt x="602" y="158"/>
                    </a:lnTo>
                    <a:lnTo>
                      <a:pt x="606" y="154"/>
                    </a:lnTo>
                    <a:lnTo>
                      <a:pt x="606" y="150"/>
                    </a:lnTo>
                    <a:lnTo>
                      <a:pt x="610" y="150"/>
                    </a:lnTo>
                    <a:lnTo>
                      <a:pt x="614" y="150"/>
                    </a:lnTo>
                    <a:lnTo>
                      <a:pt x="618" y="150"/>
                    </a:lnTo>
                    <a:lnTo>
                      <a:pt x="618" y="146"/>
                    </a:lnTo>
                    <a:lnTo>
                      <a:pt x="622" y="146"/>
                    </a:lnTo>
                    <a:lnTo>
                      <a:pt x="622" y="142"/>
                    </a:lnTo>
                    <a:lnTo>
                      <a:pt x="622" y="146"/>
                    </a:lnTo>
                    <a:lnTo>
                      <a:pt x="626" y="146"/>
                    </a:lnTo>
                    <a:lnTo>
                      <a:pt x="626" y="142"/>
                    </a:lnTo>
                    <a:lnTo>
                      <a:pt x="628" y="142"/>
                    </a:lnTo>
                    <a:lnTo>
                      <a:pt x="632" y="142"/>
                    </a:lnTo>
                    <a:lnTo>
                      <a:pt x="636" y="142"/>
                    </a:lnTo>
                    <a:lnTo>
                      <a:pt x="640" y="142"/>
                    </a:lnTo>
                    <a:lnTo>
                      <a:pt x="640" y="138"/>
                    </a:lnTo>
                    <a:lnTo>
                      <a:pt x="640" y="142"/>
                    </a:lnTo>
                    <a:lnTo>
                      <a:pt x="644" y="142"/>
                    </a:lnTo>
                    <a:lnTo>
                      <a:pt x="648" y="142"/>
                    </a:lnTo>
                    <a:lnTo>
                      <a:pt x="652" y="142"/>
                    </a:lnTo>
                    <a:lnTo>
                      <a:pt x="656" y="142"/>
                    </a:lnTo>
                    <a:lnTo>
                      <a:pt x="656" y="138"/>
                    </a:lnTo>
                    <a:lnTo>
                      <a:pt x="656" y="134"/>
                    </a:lnTo>
                    <a:lnTo>
                      <a:pt x="652" y="130"/>
                    </a:lnTo>
                    <a:lnTo>
                      <a:pt x="648" y="130"/>
                    </a:lnTo>
                    <a:lnTo>
                      <a:pt x="648" y="128"/>
                    </a:lnTo>
                    <a:lnTo>
                      <a:pt x="648" y="124"/>
                    </a:lnTo>
                    <a:lnTo>
                      <a:pt x="644" y="124"/>
                    </a:lnTo>
                    <a:lnTo>
                      <a:pt x="640" y="120"/>
                    </a:lnTo>
                    <a:lnTo>
                      <a:pt x="636" y="116"/>
                    </a:lnTo>
                    <a:lnTo>
                      <a:pt x="632" y="116"/>
                    </a:lnTo>
                    <a:lnTo>
                      <a:pt x="628" y="116"/>
                    </a:lnTo>
                    <a:lnTo>
                      <a:pt x="626" y="116"/>
                    </a:lnTo>
                    <a:lnTo>
                      <a:pt x="622" y="116"/>
                    </a:lnTo>
                    <a:lnTo>
                      <a:pt x="622" y="120"/>
                    </a:lnTo>
                    <a:lnTo>
                      <a:pt x="618" y="124"/>
                    </a:lnTo>
                    <a:lnTo>
                      <a:pt x="614" y="120"/>
                    </a:lnTo>
                    <a:lnTo>
                      <a:pt x="614" y="116"/>
                    </a:lnTo>
                    <a:lnTo>
                      <a:pt x="610" y="116"/>
                    </a:lnTo>
                    <a:lnTo>
                      <a:pt x="606" y="120"/>
                    </a:lnTo>
                    <a:lnTo>
                      <a:pt x="602" y="116"/>
                    </a:lnTo>
                    <a:lnTo>
                      <a:pt x="602" y="120"/>
                    </a:lnTo>
                    <a:lnTo>
                      <a:pt x="600" y="120"/>
                    </a:lnTo>
                    <a:lnTo>
                      <a:pt x="596" y="116"/>
                    </a:lnTo>
                    <a:lnTo>
                      <a:pt x="592" y="112"/>
                    </a:lnTo>
                    <a:lnTo>
                      <a:pt x="596" y="112"/>
                    </a:lnTo>
                    <a:lnTo>
                      <a:pt x="600" y="108"/>
                    </a:lnTo>
                    <a:lnTo>
                      <a:pt x="596" y="104"/>
                    </a:lnTo>
                    <a:lnTo>
                      <a:pt x="600" y="102"/>
                    </a:lnTo>
                    <a:lnTo>
                      <a:pt x="602" y="98"/>
                    </a:lnTo>
                    <a:lnTo>
                      <a:pt x="600" y="98"/>
                    </a:lnTo>
                    <a:lnTo>
                      <a:pt x="602" y="94"/>
                    </a:lnTo>
                    <a:lnTo>
                      <a:pt x="602" y="90"/>
                    </a:lnTo>
                    <a:lnTo>
                      <a:pt x="606" y="90"/>
                    </a:lnTo>
                    <a:lnTo>
                      <a:pt x="606" y="86"/>
                    </a:lnTo>
                    <a:lnTo>
                      <a:pt x="606" y="82"/>
                    </a:lnTo>
                    <a:lnTo>
                      <a:pt x="610" y="78"/>
                    </a:lnTo>
                    <a:lnTo>
                      <a:pt x="614" y="78"/>
                    </a:lnTo>
                    <a:lnTo>
                      <a:pt x="618" y="82"/>
                    </a:lnTo>
                    <a:lnTo>
                      <a:pt x="622" y="82"/>
                    </a:lnTo>
                    <a:lnTo>
                      <a:pt x="626" y="82"/>
                    </a:lnTo>
                    <a:lnTo>
                      <a:pt x="628" y="82"/>
                    </a:lnTo>
                    <a:lnTo>
                      <a:pt x="632" y="78"/>
                    </a:lnTo>
                    <a:lnTo>
                      <a:pt x="636" y="78"/>
                    </a:lnTo>
                    <a:lnTo>
                      <a:pt x="636" y="74"/>
                    </a:lnTo>
                    <a:lnTo>
                      <a:pt x="640" y="74"/>
                    </a:lnTo>
                    <a:lnTo>
                      <a:pt x="644" y="74"/>
                    </a:lnTo>
                    <a:lnTo>
                      <a:pt x="648" y="72"/>
                    </a:lnTo>
                    <a:lnTo>
                      <a:pt x="648" y="68"/>
                    </a:lnTo>
                    <a:lnTo>
                      <a:pt x="644" y="68"/>
                    </a:lnTo>
                    <a:lnTo>
                      <a:pt x="644" y="64"/>
                    </a:lnTo>
                    <a:lnTo>
                      <a:pt x="648" y="64"/>
                    </a:lnTo>
                    <a:lnTo>
                      <a:pt x="648" y="60"/>
                    </a:lnTo>
                    <a:lnTo>
                      <a:pt x="652" y="60"/>
                    </a:lnTo>
                    <a:lnTo>
                      <a:pt x="652" y="56"/>
                    </a:lnTo>
                    <a:lnTo>
                      <a:pt x="652" y="52"/>
                    </a:lnTo>
                    <a:lnTo>
                      <a:pt x="656" y="48"/>
                    </a:lnTo>
                    <a:lnTo>
                      <a:pt x="656" y="46"/>
                    </a:lnTo>
                    <a:lnTo>
                      <a:pt x="656" y="42"/>
                    </a:lnTo>
                    <a:lnTo>
                      <a:pt x="658" y="42"/>
                    </a:lnTo>
                    <a:lnTo>
                      <a:pt x="658" y="38"/>
                    </a:lnTo>
                    <a:lnTo>
                      <a:pt x="662" y="38"/>
                    </a:lnTo>
                    <a:lnTo>
                      <a:pt x="662" y="34"/>
                    </a:lnTo>
                    <a:lnTo>
                      <a:pt x="666" y="34"/>
                    </a:lnTo>
                    <a:lnTo>
                      <a:pt x="666" y="30"/>
                    </a:lnTo>
                    <a:lnTo>
                      <a:pt x="666" y="26"/>
                    </a:lnTo>
                    <a:lnTo>
                      <a:pt x="666" y="22"/>
                    </a:lnTo>
                    <a:lnTo>
                      <a:pt x="666" y="18"/>
                    </a:lnTo>
                    <a:lnTo>
                      <a:pt x="662" y="18"/>
                    </a:lnTo>
                    <a:lnTo>
                      <a:pt x="658" y="18"/>
                    </a:lnTo>
                    <a:lnTo>
                      <a:pt x="656" y="18"/>
                    </a:lnTo>
                    <a:lnTo>
                      <a:pt x="658" y="16"/>
                    </a:lnTo>
                    <a:lnTo>
                      <a:pt x="662" y="12"/>
                    </a:lnTo>
                    <a:lnTo>
                      <a:pt x="666" y="8"/>
                    </a:lnTo>
                    <a:lnTo>
                      <a:pt x="670" y="4"/>
                    </a:lnTo>
                    <a:lnTo>
                      <a:pt x="674" y="4"/>
                    </a:lnTo>
                    <a:lnTo>
                      <a:pt x="676" y="4"/>
                    </a:lnTo>
                    <a:lnTo>
                      <a:pt x="680" y="4"/>
                    </a:lnTo>
                    <a:lnTo>
                      <a:pt x="680" y="0"/>
                    </a:lnTo>
                    <a:lnTo>
                      <a:pt x="684" y="0"/>
                    </a:lnTo>
                    <a:lnTo>
                      <a:pt x="688" y="0"/>
                    </a:lnTo>
                    <a:lnTo>
                      <a:pt x="692" y="0"/>
                    </a:lnTo>
                    <a:lnTo>
                      <a:pt x="696" y="0"/>
                    </a:lnTo>
                    <a:lnTo>
                      <a:pt x="698" y="0"/>
                    </a:lnTo>
                    <a:lnTo>
                      <a:pt x="702" y="0"/>
                    </a:lnTo>
                    <a:lnTo>
                      <a:pt x="706" y="0"/>
                    </a:lnTo>
                    <a:lnTo>
                      <a:pt x="710" y="0"/>
                    </a:lnTo>
                    <a:lnTo>
                      <a:pt x="714" y="0"/>
                    </a:lnTo>
                    <a:lnTo>
                      <a:pt x="714" y="4"/>
                    </a:lnTo>
                    <a:lnTo>
                      <a:pt x="718" y="4"/>
                    </a:lnTo>
                    <a:lnTo>
                      <a:pt x="718" y="8"/>
                    </a:lnTo>
                    <a:lnTo>
                      <a:pt x="722" y="8"/>
                    </a:lnTo>
                    <a:lnTo>
                      <a:pt x="726" y="8"/>
                    </a:lnTo>
                    <a:lnTo>
                      <a:pt x="728" y="8"/>
                    </a:lnTo>
                    <a:lnTo>
                      <a:pt x="732" y="8"/>
                    </a:lnTo>
                    <a:lnTo>
                      <a:pt x="736" y="8"/>
                    </a:lnTo>
                    <a:lnTo>
                      <a:pt x="736" y="12"/>
                    </a:lnTo>
                    <a:lnTo>
                      <a:pt x="740" y="16"/>
                    </a:lnTo>
                    <a:lnTo>
                      <a:pt x="744" y="16"/>
                    </a:lnTo>
                    <a:lnTo>
                      <a:pt x="740" y="16"/>
                    </a:lnTo>
                    <a:lnTo>
                      <a:pt x="740" y="18"/>
                    </a:lnTo>
                    <a:lnTo>
                      <a:pt x="744" y="18"/>
                    </a:lnTo>
                    <a:lnTo>
                      <a:pt x="744" y="22"/>
                    </a:lnTo>
                    <a:lnTo>
                      <a:pt x="744" y="26"/>
                    </a:lnTo>
                    <a:lnTo>
                      <a:pt x="748" y="26"/>
                    </a:lnTo>
                    <a:lnTo>
                      <a:pt x="748" y="30"/>
                    </a:lnTo>
                    <a:lnTo>
                      <a:pt x="748" y="34"/>
                    </a:lnTo>
                    <a:lnTo>
                      <a:pt x="748" y="38"/>
                    </a:lnTo>
                    <a:lnTo>
                      <a:pt x="752" y="38"/>
                    </a:lnTo>
                    <a:lnTo>
                      <a:pt x="752" y="42"/>
                    </a:lnTo>
                    <a:lnTo>
                      <a:pt x="752" y="46"/>
                    </a:lnTo>
                    <a:lnTo>
                      <a:pt x="756" y="46"/>
                    </a:lnTo>
                    <a:lnTo>
                      <a:pt x="752" y="46"/>
                    </a:lnTo>
                    <a:lnTo>
                      <a:pt x="752" y="48"/>
                    </a:lnTo>
                    <a:lnTo>
                      <a:pt x="756" y="48"/>
                    </a:lnTo>
                    <a:lnTo>
                      <a:pt x="756" y="46"/>
                    </a:lnTo>
                    <a:lnTo>
                      <a:pt x="756" y="48"/>
                    </a:lnTo>
                    <a:lnTo>
                      <a:pt x="756" y="52"/>
                    </a:lnTo>
                    <a:lnTo>
                      <a:pt x="756" y="56"/>
                    </a:lnTo>
                    <a:lnTo>
                      <a:pt x="758" y="56"/>
                    </a:lnTo>
                    <a:lnTo>
                      <a:pt x="758" y="60"/>
                    </a:lnTo>
                    <a:lnTo>
                      <a:pt x="758" y="64"/>
                    </a:lnTo>
                    <a:lnTo>
                      <a:pt x="758" y="68"/>
                    </a:lnTo>
                    <a:lnTo>
                      <a:pt x="762" y="68"/>
                    </a:lnTo>
                    <a:lnTo>
                      <a:pt x="762" y="72"/>
                    </a:lnTo>
                    <a:lnTo>
                      <a:pt x="762" y="74"/>
                    </a:lnTo>
                    <a:lnTo>
                      <a:pt x="762" y="78"/>
                    </a:lnTo>
                    <a:lnTo>
                      <a:pt x="766" y="78"/>
                    </a:lnTo>
                    <a:lnTo>
                      <a:pt x="766" y="82"/>
                    </a:lnTo>
                    <a:lnTo>
                      <a:pt x="770" y="82"/>
                    </a:lnTo>
                    <a:lnTo>
                      <a:pt x="774" y="82"/>
                    </a:lnTo>
                    <a:lnTo>
                      <a:pt x="778" y="82"/>
                    </a:lnTo>
                    <a:lnTo>
                      <a:pt x="782" y="82"/>
                    </a:lnTo>
                    <a:lnTo>
                      <a:pt x="782" y="86"/>
                    </a:lnTo>
                    <a:lnTo>
                      <a:pt x="784" y="86"/>
                    </a:lnTo>
                    <a:lnTo>
                      <a:pt x="788" y="86"/>
                    </a:lnTo>
                    <a:lnTo>
                      <a:pt x="792" y="86"/>
                    </a:lnTo>
                    <a:lnTo>
                      <a:pt x="792" y="90"/>
                    </a:lnTo>
                    <a:lnTo>
                      <a:pt x="796" y="94"/>
                    </a:lnTo>
                    <a:lnTo>
                      <a:pt x="800" y="98"/>
                    </a:lnTo>
                    <a:lnTo>
                      <a:pt x="804" y="98"/>
                    </a:lnTo>
                    <a:lnTo>
                      <a:pt x="808" y="98"/>
                    </a:lnTo>
                    <a:lnTo>
                      <a:pt x="808" y="102"/>
                    </a:lnTo>
                    <a:lnTo>
                      <a:pt x="804" y="102"/>
                    </a:lnTo>
                    <a:lnTo>
                      <a:pt x="808" y="104"/>
                    </a:lnTo>
                    <a:lnTo>
                      <a:pt x="808" y="108"/>
                    </a:lnTo>
                    <a:lnTo>
                      <a:pt x="808" y="112"/>
                    </a:lnTo>
                    <a:lnTo>
                      <a:pt x="808" y="116"/>
                    </a:lnTo>
                    <a:lnTo>
                      <a:pt x="812" y="116"/>
                    </a:lnTo>
                    <a:lnTo>
                      <a:pt x="812" y="120"/>
                    </a:lnTo>
                    <a:lnTo>
                      <a:pt x="812" y="124"/>
                    </a:lnTo>
                    <a:lnTo>
                      <a:pt x="814" y="120"/>
                    </a:lnTo>
                    <a:lnTo>
                      <a:pt x="818" y="120"/>
                    </a:lnTo>
                    <a:lnTo>
                      <a:pt x="818" y="124"/>
                    </a:lnTo>
                    <a:lnTo>
                      <a:pt x="822" y="124"/>
                    </a:lnTo>
                    <a:lnTo>
                      <a:pt x="826" y="124"/>
                    </a:lnTo>
                    <a:lnTo>
                      <a:pt x="826" y="120"/>
                    </a:lnTo>
                    <a:lnTo>
                      <a:pt x="830" y="120"/>
                    </a:lnTo>
                    <a:lnTo>
                      <a:pt x="834" y="120"/>
                    </a:lnTo>
                    <a:lnTo>
                      <a:pt x="834" y="116"/>
                    </a:lnTo>
                    <a:lnTo>
                      <a:pt x="838" y="116"/>
                    </a:lnTo>
                    <a:lnTo>
                      <a:pt x="840" y="112"/>
                    </a:lnTo>
                    <a:lnTo>
                      <a:pt x="844" y="112"/>
                    </a:lnTo>
                    <a:lnTo>
                      <a:pt x="848" y="112"/>
                    </a:lnTo>
                    <a:lnTo>
                      <a:pt x="852" y="108"/>
                    </a:lnTo>
                    <a:lnTo>
                      <a:pt x="856" y="108"/>
                    </a:lnTo>
                    <a:lnTo>
                      <a:pt x="860" y="108"/>
                    </a:lnTo>
                    <a:lnTo>
                      <a:pt x="864" y="108"/>
                    </a:lnTo>
                    <a:lnTo>
                      <a:pt x="864" y="112"/>
                    </a:lnTo>
                    <a:lnTo>
                      <a:pt x="864" y="116"/>
                    </a:lnTo>
                    <a:lnTo>
                      <a:pt x="864" y="120"/>
                    </a:lnTo>
                    <a:lnTo>
                      <a:pt x="864" y="128"/>
                    </a:lnTo>
                    <a:lnTo>
                      <a:pt x="860" y="128"/>
                    </a:lnTo>
                    <a:lnTo>
                      <a:pt x="856" y="128"/>
                    </a:lnTo>
                    <a:lnTo>
                      <a:pt x="856" y="130"/>
                    </a:lnTo>
                    <a:lnTo>
                      <a:pt x="856" y="134"/>
                    </a:lnTo>
                    <a:lnTo>
                      <a:pt x="856" y="138"/>
                    </a:lnTo>
                    <a:lnTo>
                      <a:pt x="856" y="142"/>
                    </a:lnTo>
                    <a:lnTo>
                      <a:pt x="852" y="142"/>
                    </a:lnTo>
                    <a:lnTo>
                      <a:pt x="852" y="146"/>
                    </a:lnTo>
                    <a:lnTo>
                      <a:pt x="852" y="150"/>
                    </a:lnTo>
                    <a:lnTo>
                      <a:pt x="852" y="154"/>
                    </a:lnTo>
                    <a:lnTo>
                      <a:pt x="848" y="154"/>
                    </a:lnTo>
                    <a:lnTo>
                      <a:pt x="848" y="158"/>
                    </a:lnTo>
                    <a:lnTo>
                      <a:pt x="848" y="160"/>
                    </a:lnTo>
                    <a:lnTo>
                      <a:pt x="848" y="164"/>
                    </a:lnTo>
                    <a:lnTo>
                      <a:pt x="844" y="164"/>
                    </a:lnTo>
                    <a:lnTo>
                      <a:pt x="840" y="164"/>
                    </a:lnTo>
                    <a:lnTo>
                      <a:pt x="840" y="168"/>
                    </a:lnTo>
                    <a:lnTo>
                      <a:pt x="840" y="172"/>
                    </a:lnTo>
                    <a:lnTo>
                      <a:pt x="840" y="176"/>
                    </a:lnTo>
                    <a:lnTo>
                      <a:pt x="838" y="176"/>
                    </a:lnTo>
                    <a:lnTo>
                      <a:pt x="834" y="172"/>
                    </a:lnTo>
                    <a:lnTo>
                      <a:pt x="830" y="172"/>
                    </a:lnTo>
                    <a:lnTo>
                      <a:pt x="826" y="172"/>
                    </a:lnTo>
                    <a:lnTo>
                      <a:pt x="826" y="168"/>
                    </a:lnTo>
                    <a:lnTo>
                      <a:pt x="822" y="168"/>
                    </a:lnTo>
                    <a:lnTo>
                      <a:pt x="822" y="172"/>
                    </a:lnTo>
                    <a:lnTo>
                      <a:pt x="822" y="176"/>
                    </a:lnTo>
                    <a:lnTo>
                      <a:pt x="818" y="176"/>
                    </a:lnTo>
                    <a:lnTo>
                      <a:pt x="814" y="176"/>
                    </a:lnTo>
                    <a:lnTo>
                      <a:pt x="814" y="180"/>
                    </a:lnTo>
                    <a:lnTo>
                      <a:pt x="814" y="176"/>
                    </a:lnTo>
                    <a:lnTo>
                      <a:pt x="812" y="180"/>
                    </a:lnTo>
                    <a:lnTo>
                      <a:pt x="812" y="184"/>
                    </a:lnTo>
                    <a:lnTo>
                      <a:pt x="814" y="184"/>
                    </a:lnTo>
                    <a:lnTo>
                      <a:pt x="814" y="190"/>
                    </a:lnTo>
                    <a:lnTo>
                      <a:pt x="814" y="194"/>
                    </a:lnTo>
                    <a:lnTo>
                      <a:pt x="814" y="198"/>
                    </a:lnTo>
                    <a:lnTo>
                      <a:pt x="814" y="206"/>
                    </a:lnTo>
                    <a:lnTo>
                      <a:pt x="814" y="210"/>
                    </a:lnTo>
                    <a:lnTo>
                      <a:pt x="814" y="214"/>
                    </a:lnTo>
                    <a:lnTo>
                      <a:pt x="814" y="216"/>
                    </a:lnTo>
                    <a:lnTo>
                      <a:pt x="812" y="216"/>
                    </a:lnTo>
                    <a:lnTo>
                      <a:pt x="812" y="220"/>
                    </a:lnTo>
                    <a:lnTo>
                      <a:pt x="812" y="216"/>
                    </a:lnTo>
                    <a:lnTo>
                      <a:pt x="808" y="216"/>
                    </a:lnTo>
                    <a:lnTo>
                      <a:pt x="808" y="220"/>
                    </a:lnTo>
                    <a:lnTo>
                      <a:pt x="804" y="220"/>
                    </a:lnTo>
                    <a:lnTo>
                      <a:pt x="808" y="224"/>
                    </a:lnTo>
                    <a:lnTo>
                      <a:pt x="808" y="228"/>
                    </a:lnTo>
                    <a:lnTo>
                      <a:pt x="804" y="228"/>
                    </a:lnTo>
                    <a:lnTo>
                      <a:pt x="804" y="224"/>
                    </a:lnTo>
                    <a:lnTo>
                      <a:pt x="800" y="220"/>
                    </a:lnTo>
                    <a:lnTo>
                      <a:pt x="800" y="216"/>
                    </a:lnTo>
                    <a:lnTo>
                      <a:pt x="796" y="216"/>
                    </a:lnTo>
                    <a:lnTo>
                      <a:pt x="796" y="220"/>
                    </a:lnTo>
                    <a:lnTo>
                      <a:pt x="792" y="220"/>
                    </a:lnTo>
                    <a:lnTo>
                      <a:pt x="792" y="224"/>
                    </a:lnTo>
                    <a:lnTo>
                      <a:pt x="792" y="228"/>
                    </a:lnTo>
                    <a:lnTo>
                      <a:pt x="788" y="228"/>
                    </a:lnTo>
                    <a:lnTo>
                      <a:pt x="784" y="228"/>
                    </a:lnTo>
                    <a:lnTo>
                      <a:pt x="784" y="230"/>
                    </a:lnTo>
                    <a:lnTo>
                      <a:pt x="784" y="234"/>
                    </a:lnTo>
                    <a:lnTo>
                      <a:pt x="782" y="234"/>
                    </a:lnTo>
                    <a:lnTo>
                      <a:pt x="778" y="234"/>
                    </a:lnTo>
                    <a:lnTo>
                      <a:pt x="774" y="234"/>
                    </a:lnTo>
                    <a:lnTo>
                      <a:pt x="770" y="234"/>
                    </a:lnTo>
                    <a:lnTo>
                      <a:pt x="770" y="238"/>
                    </a:lnTo>
                    <a:lnTo>
                      <a:pt x="770" y="242"/>
                    </a:lnTo>
                    <a:lnTo>
                      <a:pt x="774" y="242"/>
                    </a:lnTo>
                    <a:lnTo>
                      <a:pt x="774" y="246"/>
                    </a:lnTo>
                    <a:lnTo>
                      <a:pt x="770" y="246"/>
                    </a:lnTo>
                    <a:lnTo>
                      <a:pt x="766" y="246"/>
                    </a:lnTo>
                    <a:lnTo>
                      <a:pt x="762" y="246"/>
                    </a:lnTo>
                    <a:lnTo>
                      <a:pt x="758" y="246"/>
                    </a:lnTo>
                    <a:lnTo>
                      <a:pt x="758" y="242"/>
                    </a:lnTo>
                    <a:lnTo>
                      <a:pt x="756" y="242"/>
                    </a:lnTo>
                    <a:lnTo>
                      <a:pt x="756" y="238"/>
                    </a:lnTo>
                    <a:lnTo>
                      <a:pt x="752" y="238"/>
                    </a:lnTo>
                    <a:lnTo>
                      <a:pt x="752" y="242"/>
                    </a:lnTo>
                    <a:lnTo>
                      <a:pt x="748" y="242"/>
                    </a:lnTo>
                    <a:lnTo>
                      <a:pt x="748" y="246"/>
                    </a:lnTo>
                    <a:lnTo>
                      <a:pt x="748" y="250"/>
                    </a:lnTo>
                    <a:lnTo>
                      <a:pt x="744" y="250"/>
                    </a:lnTo>
                    <a:lnTo>
                      <a:pt x="744" y="254"/>
                    </a:lnTo>
                    <a:lnTo>
                      <a:pt x="740" y="256"/>
                    </a:lnTo>
                    <a:lnTo>
                      <a:pt x="736" y="256"/>
                    </a:lnTo>
                    <a:lnTo>
                      <a:pt x="736" y="260"/>
                    </a:lnTo>
                    <a:lnTo>
                      <a:pt x="732" y="260"/>
                    </a:lnTo>
                    <a:lnTo>
                      <a:pt x="728" y="260"/>
                    </a:lnTo>
                    <a:lnTo>
                      <a:pt x="728" y="264"/>
                    </a:lnTo>
                    <a:lnTo>
                      <a:pt x="726" y="264"/>
                    </a:lnTo>
                    <a:lnTo>
                      <a:pt x="728" y="264"/>
                    </a:lnTo>
                    <a:lnTo>
                      <a:pt x="726" y="264"/>
                    </a:lnTo>
                    <a:lnTo>
                      <a:pt x="722" y="268"/>
                    </a:lnTo>
                    <a:lnTo>
                      <a:pt x="718" y="272"/>
                    </a:lnTo>
                    <a:lnTo>
                      <a:pt x="718" y="276"/>
                    </a:lnTo>
                    <a:lnTo>
                      <a:pt x="714" y="276"/>
                    </a:lnTo>
                    <a:lnTo>
                      <a:pt x="710" y="276"/>
                    </a:lnTo>
                    <a:lnTo>
                      <a:pt x="706" y="276"/>
                    </a:lnTo>
                    <a:lnTo>
                      <a:pt x="706" y="280"/>
                    </a:lnTo>
                    <a:lnTo>
                      <a:pt x="702" y="280"/>
                    </a:lnTo>
                    <a:lnTo>
                      <a:pt x="702" y="276"/>
                    </a:lnTo>
                    <a:lnTo>
                      <a:pt x="702" y="280"/>
                    </a:lnTo>
                    <a:lnTo>
                      <a:pt x="698" y="280"/>
                    </a:lnTo>
                    <a:lnTo>
                      <a:pt x="696" y="284"/>
                    </a:lnTo>
                    <a:lnTo>
                      <a:pt x="692" y="284"/>
                    </a:lnTo>
                    <a:lnTo>
                      <a:pt x="692" y="286"/>
                    </a:lnTo>
                    <a:lnTo>
                      <a:pt x="688" y="284"/>
                    </a:lnTo>
                    <a:lnTo>
                      <a:pt x="688" y="286"/>
                    </a:lnTo>
                    <a:lnTo>
                      <a:pt x="684" y="290"/>
                    </a:lnTo>
                    <a:lnTo>
                      <a:pt x="680" y="290"/>
                    </a:lnTo>
                    <a:lnTo>
                      <a:pt x="680" y="294"/>
                    </a:lnTo>
                    <a:lnTo>
                      <a:pt x="676" y="298"/>
                    </a:lnTo>
                    <a:lnTo>
                      <a:pt x="674" y="298"/>
                    </a:lnTo>
                    <a:lnTo>
                      <a:pt x="674" y="294"/>
                    </a:lnTo>
                    <a:lnTo>
                      <a:pt x="676" y="294"/>
                    </a:lnTo>
                    <a:lnTo>
                      <a:pt x="676" y="290"/>
                    </a:lnTo>
                    <a:lnTo>
                      <a:pt x="680" y="290"/>
                    </a:lnTo>
                    <a:lnTo>
                      <a:pt x="676" y="290"/>
                    </a:lnTo>
                    <a:lnTo>
                      <a:pt x="676" y="286"/>
                    </a:lnTo>
                    <a:lnTo>
                      <a:pt x="680" y="286"/>
                    </a:lnTo>
                    <a:lnTo>
                      <a:pt x="676" y="286"/>
                    </a:lnTo>
                    <a:lnTo>
                      <a:pt x="676" y="284"/>
                    </a:lnTo>
                    <a:lnTo>
                      <a:pt x="674" y="284"/>
                    </a:lnTo>
                    <a:lnTo>
                      <a:pt x="676" y="280"/>
                    </a:lnTo>
                    <a:lnTo>
                      <a:pt x="676" y="276"/>
                    </a:lnTo>
                    <a:lnTo>
                      <a:pt x="680" y="276"/>
                    </a:lnTo>
                    <a:lnTo>
                      <a:pt x="684" y="272"/>
                    </a:lnTo>
                    <a:lnTo>
                      <a:pt x="684" y="268"/>
                    </a:lnTo>
                    <a:lnTo>
                      <a:pt x="688" y="268"/>
                    </a:lnTo>
                    <a:lnTo>
                      <a:pt x="688" y="264"/>
                    </a:lnTo>
                    <a:lnTo>
                      <a:pt x="684" y="260"/>
                    </a:lnTo>
                    <a:lnTo>
                      <a:pt x="684" y="256"/>
                    </a:lnTo>
                    <a:lnTo>
                      <a:pt x="680" y="256"/>
                    </a:lnTo>
                    <a:lnTo>
                      <a:pt x="676" y="256"/>
                    </a:lnTo>
                    <a:lnTo>
                      <a:pt x="674" y="256"/>
                    </a:lnTo>
                    <a:lnTo>
                      <a:pt x="670" y="256"/>
                    </a:lnTo>
                    <a:lnTo>
                      <a:pt x="670" y="260"/>
                    </a:lnTo>
                    <a:lnTo>
                      <a:pt x="666" y="264"/>
                    </a:lnTo>
                    <a:lnTo>
                      <a:pt x="662" y="264"/>
                    </a:lnTo>
                    <a:lnTo>
                      <a:pt x="662" y="268"/>
                    </a:lnTo>
                    <a:lnTo>
                      <a:pt x="658" y="272"/>
                    </a:lnTo>
                    <a:lnTo>
                      <a:pt x="656" y="272"/>
                    </a:lnTo>
                    <a:lnTo>
                      <a:pt x="656" y="276"/>
                    </a:lnTo>
                    <a:lnTo>
                      <a:pt x="652" y="276"/>
                    </a:lnTo>
                    <a:lnTo>
                      <a:pt x="648" y="280"/>
                    </a:lnTo>
                    <a:lnTo>
                      <a:pt x="648" y="284"/>
                    </a:lnTo>
                    <a:lnTo>
                      <a:pt x="648" y="286"/>
                    </a:lnTo>
                    <a:lnTo>
                      <a:pt x="644" y="286"/>
                    </a:lnTo>
                    <a:lnTo>
                      <a:pt x="644" y="290"/>
                    </a:lnTo>
                    <a:lnTo>
                      <a:pt x="640" y="290"/>
                    </a:lnTo>
                    <a:lnTo>
                      <a:pt x="636" y="290"/>
                    </a:lnTo>
                    <a:lnTo>
                      <a:pt x="632" y="290"/>
                    </a:lnTo>
                    <a:lnTo>
                      <a:pt x="628" y="290"/>
                    </a:lnTo>
                    <a:lnTo>
                      <a:pt x="628" y="286"/>
                    </a:lnTo>
                    <a:lnTo>
                      <a:pt x="626" y="290"/>
                    </a:lnTo>
                    <a:lnTo>
                      <a:pt x="622" y="294"/>
                    </a:lnTo>
                    <a:lnTo>
                      <a:pt x="622" y="298"/>
                    </a:lnTo>
                    <a:lnTo>
                      <a:pt x="622" y="302"/>
                    </a:lnTo>
                    <a:lnTo>
                      <a:pt x="622" y="306"/>
                    </a:lnTo>
                    <a:lnTo>
                      <a:pt x="626" y="306"/>
                    </a:lnTo>
                    <a:lnTo>
                      <a:pt x="626" y="310"/>
                    </a:lnTo>
                    <a:lnTo>
                      <a:pt x="628" y="310"/>
                    </a:lnTo>
                    <a:lnTo>
                      <a:pt x="632" y="310"/>
                    </a:lnTo>
                    <a:lnTo>
                      <a:pt x="636" y="310"/>
                    </a:lnTo>
                    <a:lnTo>
                      <a:pt x="640" y="310"/>
                    </a:lnTo>
                    <a:lnTo>
                      <a:pt x="640" y="312"/>
                    </a:lnTo>
                    <a:lnTo>
                      <a:pt x="644" y="312"/>
                    </a:lnTo>
                    <a:lnTo>
                      <a:pt x="644" y="316"/>
                    </a:lnTo>
                    <a:lnTo>
                      <a:pt x="644" y="320"/>
                    </a:lnTo>
                    <a:lnTo>
                      <a:pt x="640" y="320"/>
                    </a:lnTo>
                    <a:lnTo>
                      <a:pt x="640" y="324"/>
                    </a:lnTo>
                    <a:lnTo>
                      <a:pt x="644" y="328"/>
                    </a:lnTo>
                    <a:lnTo>
                      <a:pt x="648" y="328"/>
                    </a:lnTo>
                    <a:lnTo>
                      <a:pt x="652" y="328"/>
                    </a:lnTo>
                    <a:lnTo>
                      <a:pt x="656" y="328"/>
                    </a:lnTo>
                    <a:lnTo>
                      <a:pt x="656" y="324"/>
                    </a:lnTo>
                    <a:lnTo>
                      <a:pt x="658" y="324"/>
                    </a:lnTo>
                    <a:lnTo>
                      <a:pt x="658" y="320"/>
                    </a:lnTo>
                    <a:lnTo>
                      <a:pt x="662" y="320"/>
                    </a:lnTo>
                    <a:lnTo>
                      <a:pt x="662" y="316"/>
                    </a:lnTo>
                    <a:lnTo>
                      <a:pt x="666" y="316"/>
                    </a:lnTo>
                    <a:lnTo>
                      <a:pt x="670" y="316"/>
                    </a:lnTo>
                    <a:lnTo>
                      <a:pt x="674" y="320"/>
                    </a:lnTo>
                    <a:lnTo>
                      <a:pt x="676" y="320"/>
                    </a:lnTo>
                    <a:lnTo>
                      <a:pt x="676" y="324"/>
                    </a:lnTo>
                    <a:lnTo>
                      <a:pt x="680" y="324"/>
                    </a:lnTo>
                    <a:lnTo>
                      <a:pt x="684" y="324"/>
                    </a:lnTo>
                    <a:lnTo>
                      <a:pt x="684" y="320"/>
                    </a:lnTo>
                    <a:lnTo>
                      <a:pt x="688" y="320"/>
                    </a:lnTo>
                    <a:lnTo>
                      <a:pt x="684" y="320"/>
                    </a:lnTo>
                    <a:lnTo>
                      <a:pt x="688" y="324"/>
                    </a:lnTo>
                    <a:lnTo>
                      <a:pt x="692" y="324"/>
                    </a:lnTo>
                    <a:lnTo>
                      <a:pt x="692" y="328"/>
                    </a:lnTo>
                    <a:lnTo>
                      <a:pt x="688" y="332"/>
                    </a:lnTo>
                    <a:lnTo>
                      <a:pt x="692" y="332"/>
                    </a:lnTo>
                    <a:lnTo>
                      <a:pt x="688" y="336"/>
                    </a:lnTo>
                    <a:lnTo>
                      <a:pt x="688" y="332"/>
                    </a:lnTo>
                    <a:lnTo>
                      <a:pt x="684" y="332"/>
                    </a:lnTo>
                    <a:lnTo>
                      <a:pt x="680" y="336"/>
                    </a:lnTo>
                    <a:lnTo>
                      <a:pt x="676" y="336"/>
                    </a:lnTo>
                    <a:lnTo>
                      <a:pt x="674" y="336"/>
                    </a:lnTo>
                    <a:lnTo>
                      <a:pt x="674" y="340"/>
                    </a:lnTo>
                    <a:lnTo>
                      <a:pt x="670" y="340"/>
                    </a:lnTo>
                    <a:lnTo>
                      <a:pt x="666" y="340"/>
                    </a:lnTo>
                    <a:lnTo>
                      <a:pt x="670" y="340"/>
                    </a:lnTo>
                    <a:lnTo>
                      <a:pt x="670" y="342"/>
                    </a:lnTo>
                    <a:lnTo>
                      <a:pt x="666" y="342"/>
                    </a:lnTo>
                    <a:lnTo>
                      <a:pt x="666" y="346"/>
                    </a:lnTo>
                    <a:lnTo>
                      <a:pt x="662" y="350"/>
                    </a:lnTo>
                    <a:lnTo>
                      <a:pt x="658" y="350"/>
                    </a:lnTo>
                    <a:lnTo>
                      <a:pt x="662" y="346"/>
                    </a:lnTo>
                    <a:lnTo>
                      <a:pt x="658" y="346"/>
                    </a:lnTo>
                    <a:lnTo>
                      <a:pt x="658" y="350"/>
                    </a:lnTo>
                    <a:lnTo>
                      <a:pt x="658" y="354"/>
                    </a:lnTo>
                    <a:lnTo>
                      <a:pt x="656" y="354"/>
                    </a:lnTo>
                    <a:lnTo>
                      <a:pt x="656" y="358"/>
                    </a:lnTo>
                    <a:lnTo>
                      <a:pt x="652" y="358"/>
                    </a:lnTo>
                    <a:lnTo>
                      <a:pt x="652" y="362"/>
                    </a:lnTo>
                    <a:lnTo>
                      <a:pt x="648" y="362"/>
                    </a:lnTo>
                    <a:lnTo>
                      <a:pt x="648" y="366"/>
                    </a:lnTo>
                    <a:lnTo>
                      <a:pt x="648" y="368"/>
                    </a:lnTo>
                    <a:lnTo>
                      <a:pt x="644" y="368"/>
                    </a:lnTo>
                    <a:lnTo>
                      <a:pt x="644" y="372"/>
                    </a:lnTo>
                    <a:lnTo>
                      <a:pt x="648" y="372"/>
                    </a:lnTo>
                    <a:lnTo>
                      <a:pt x="648" y="376"/>
                    </a:lnTo>
                    <a:lnTo>
                      <a:pt x="652" y="376"/>
                    </a:lnTo>
                    <a:lnTo>
                      <a:pt x="656" y="380"/>
                    </a:lnTo>
                    <a:lnTo>
                      <a:pt x="658" y="380"/>
                    </a:lnTo>
                    <a:lnTo>
                      <a:pt x="662" y="384"/>
                    </a:lnTo>
                    <a:lnTo>
                      <a:pt x="662" y="388"/>
                    </a:lnTo>
                    <a:lnTo>
                      <a:pt x="662" y="392"/>
                    </a:lnTo>
                    <a:lnTo>
                      <a:pt x="662" y="396"/>
                    </a:lnTo>
                    <a:lnTo>
                      <a:pt x="666" y="398"/>
                    </a:lnTo>
                    <a:lnTo>
                      <a:pt x="666" y="402"/>
                    </a:lnTo>
                    <a:lnTo>
                      <a:pt x="670" y="406"/>
                    </a:lnTo>
                    <a:lnTo>
                      <a:pt x="670" y="410"/>
                    </a:lnTo>
                    <a:lnTo>
                      <a:pt x="670" y="414"/>
                    </a:lnTo>
                    <a:lnTo>
                      <a:pt x="674" y="414"/>
                    </a:lnTo>
                    <a:lnTo>
                      <a:pt x="674" y="418"/>
                    </a:lnTo>
                    <a:lnTo>
                      <a:pt x="676" y="418"/>
                    </a:lnTo>
                    <a:lnTo>
                      <a:pt x="676" y="422"/>
                    </a:lnTo>
                    <a:lnTo>
                      <a:pt x="680" y="424"/>
                    </a:lnTo>
                    <a:lnTo>
                      <a:pt x="680" y="428"/>
                    </a:lnTo>
                    <a:lnTo>
                      <a:pt x="684" y="428"/>
                    </a:lnTo>
                    <a:lnTo>
                      <a:pt x="684" y="432"/>
                    </a:lnTo>
                    <a:lnTo>
                      <a:pt x="680" y="432"/>
                    </a:lnTo>
                    <a:lnTo>
                      <a:pt x="680" y="428"/>
                    </a:lnTo>
                    <a:lnTo>
                      <a:pt x="676" y="428"/>
                    </a:lnTo>
                    <a:lnTo>
                      <a:pt x="674" y="428"/>
                    </a:lnTo>
                    <a:lnTo>
                      <a:pt x="670" y="428"/>
                    </a:lnTo>
                    <a:lnTo>
                      <a:pt x="670" y="424"/>
                    </a:lnTo>
                    <a:lnTo>
                      <a:pt x="666" y="424"/>
                    </a:lnTo>
                    <a:lnTo>
                      <a:pt x="662" y="422"/>
                    </a:lnTo>
                    <a:lnTo>
                      <a:pt x="662" y="424"/>
                    </a:lnTo>
                    <a:lnTo>
                      <a:pt x="658" y="424"/>
                    </a:lnTo>
                    <a:lnTo>
                      <a:pt x="656" y="424"/>
                    </a:lnTo>
                    <a:lnTo>
                      <a:pt x="656" y="422"/>
                    </a:lnTo>
                    <a:lnTo>
                      <a:pt x="656" y="418"/>
                    </a:lnTo>
                    <a:lnTo>
                      <a:pt x="652" y="418"/>
                    </a:lnTo>
                    <a:lnTo>
                      <a:pt x="652" y="422"/>
                    </a:lnTo>
                    <a:lnTo>
                      <a:pt x="656" y="422"/>
                    </a:lnTo>
                    <a:lnTo>
                      <a:pt x="652" y="422"/>
                    </a:lnTo>
                    <a:lnTo>
                      <a:pt x="656" y="422"/>
                    </a:lnTo>
                    <a:lnTo>
                      <a:pt x="656" y="424"/>
                    </a:lnTo>
                    <a:lnTo>
                      <a:pt x="658" y="424"/>
                    </a:lnTo>
                    <a:lnTo>
                      <a:pt x="662" y="424"/>
                    </a:lnTo>
                    <a:lnTo>
                      <a:pt x="666" y="424"/>
                    </a:lnTo>
                    <a:lnTo>
                      <a:pt x="666" y="428"/>
                    </a:lnTo>
                    <a:lnTo>
                      <a:pt x="670" y="428"/>
                    </a:lnTo>
                    <a:lnTo>
                      <a:pt x="674" y="428"/>
                    </a:lnTo>
                    <a:lnTo>
                      <a:pt x="674" y="432"/>
                    </a:lnTo>
                    <a:lnTo>
                      <a:pt x="676" y="436"/>
                    </a:lnTo>
                    <a:lnTo>
                      <a:pt x="680" y="436"/>
                    </a:lnTo>
                    <a:lnTo>
                      <a:pt x="680" y="440"/>
                    </a:lnTo>
                    <a:lnTo>
                      <a:pt x="680" y="444"/>
                    </a:lnTo>
                    <a:lnTo>
                      <a:pt x="684" y="444"/>
                    </a:lnTo>
                    <a:lnTo>
                      <a:pt x="684" y="448"/>
                    </a:lnTo>
                    <a:lnTo>
                      <a:pt x="680" y="448"/>
                    </a:lnTo>
                    <a:lnTo>
                      <a:pt x="676" y="448"/>
                    </a:lnTo>
                    <a:lnTo>
                      <a:pt x="674" y="448"/>
                    </a:lnTo>
                    <a:lnTo>
                      <a:pt x="674" y="452"/>
                    </a:lnTo>
                    <a:lnTo>
                      <a:pt x="670" y="452"/>
                    </a:lnTo>
                    <a:lnTo>
                      <a:pt x="670" y="454"/>
                    </a:lnTo>
                    <a:lnTo>
                      <a:pt x="666" y="454"/>
                    </a:lnTo>
                    <a:lnTo>
                      <a:pt x="662" y="454"/>
                    </a:lnTo>
                    <a:lnTo>
                      <a:pt x="658" y="458"/>
                    </a:lnTo>
                    <a:lnTo>
                      <a:pt x="662" y="458"/>
                    </a:lnTo>
                    <a:lnTo>
                      <a:pt x="662" y="454"/>
                    </a:lnTo>
                    <a:lnTo>
                      <a:pt x="666" y="458"/>
                    </a:lnTo>
                    <a:lnTo>
                      <a:pt x="666" y="462"/>
                    </a:lnTo>
                    <a:lnTo>
                      <a:pt x="666" y="458"/>
                    </a:lnTo>
                    <a:lnTo>
                      <a:pt x="670" y="458"/>
                    </a:lnTo>
                    <a:lnTo>
                      <a:pt x="674" y="454"/>
                    </a:lnTo>
                    <a:lnTo>
                      <a:pt x="676" y="454"/>
                    </a:lnTo>
                    <a:lnTo>
                      <a:pt x="676" y="458"/>
                    </a:lnTo>
                    <a:lnTo>
                      <a:pt x="680" y="462"/>
                    </a:lnTo>
                    <a:lnTo>
                      <a:pt x="684" y="462"/>
                    </a:lnTo>
                    <a:lnTo>
                      <a:pt x="684" y="466"/>
                    </a:lnTo>
                    <a:lnTo>
                      <a:pt x="680" y="466"/>
                    </a:lnTo>
                    <a:lnTo>
                      <a:pt x="680" y="470"/>
                    </a:lnTo>
                    <a:lnTo>
                      <a:pt x="676" y="470"/>
                    </a:lnTo>
                    <a:lnTo>
                      <a:pt x="676" y="474"/>
                    </a:lnTo>
                    <a:lnTo>
                      <a:pt x="676" y="470"/>
                    </a:lnTo>
                    <a:lnTo>
                      <a:pt x="680" y="470"/>
                    </a:lnTo>
                    <a:lnTo>
                      <a:pt x="684" y="470"/>
                    </a:lnTo>
                    <a:lnTo>
                      <a:pt x="684" y="474"/>
                    </a:lnTo>
                    <a:lnTo>
                      <a:pt x="684" y="478"/>
                    </a:lnTo>
                    <a:lnTo>
                      <a:pt x="680" y="478"/>
                    </a:lnTo>
                    <a:lnTo>
                      <a:pt x="680" y="474"/>
                    </a:lnTo>
                    <a:lnTo>
                      <a:pt x="680" y="478"/>
                    </a:lnTo>
                    <a:lnTo>
                      <a:pt x="676" y="478"/>
                    </a:lnTo>
                    <a:lnTo>
                      <a:pt x="676" y="474"/>
                    </a:lnTo>
                    <a:lnTo>
                      <a:pt x="676" y="478"/>
                    </a:lnTo>
                    <a:lnTo>
                      <a:pt x="680" y="478"/>
                    </a:lnTo>
                    <a:lnTo>
                      <a:pt x="680" y="480"/>
                    </a:lnTo>
                    <a:lnTo>
                      <a:pt x="676" y="480"/>
                    </a:lnTo>
                    <a:lnTo>
                      <a:pt x="680" y="484"/>
                    </a:lnTo>
                    <a:lnTo>
                      <a:pt x="676" y="484"/>
                    </a:lnTo>
                    <a:lnTo>
                      <a:pt x="674" y="484"/>
                    </a:lnTo>
                    <a:lnTo>
                      <a:pt x="676" y="484"/>
                    </a:lnTo>
                    <a:lnTo>
                      <a:pt x="676" y="488"/>
                    </a:lnTo>
                    <a:lnTo>
                      <a:pt x="676" y="492"/>
                    </a:lnTo>
                    <a:lnTo>
                      <a:pt x="680" y="492"/>
                    </a:lnTo>
                    <a:lnTo>
                      <a:pt x="676" y="492"/>
                    </a:lnTo>
                    <a:lnTo>
                      <a:pt x="676" y="496"/>
                    </a:lnTo>
                    <a:lnTo>
                      <a:pt x="674" y="496"/>
                    </a:lnTo>
                    <a:lnTo>
                      <a:pt x="674" y="492"/>
                    </a:lnTo>
                    <a:lnTo>
                      <a:pt x="674" y="496"/>
                    </a:lnTo>
                    <a:lnTo>
                      <a:pt x="670" y="496"/>
                    </a:lnTo>
                    <a:lnTo>
                      <a:pt x="670" y="500"/>
                    </a:lnTo>
                    <a:lnTo>
                      <a:pt x="666" y="496"/>
                    </a:lnTo>
                    <a:lnTo>
                      <a:pt x="666" y="500"/>
                    </a:lnTo>
                    <a:lnTo>
                      <a:pt x="670" y="500"/>
                    </a:lnTo>
                    <a:lnTo>
                      <a:pt x="666" y="500"/>
                    </a:lnTo>
                    <a:lnTo>
                      <a:pt x="666" y="504"/>
                    </a:lnTo>
                    <a:lnTo>
                      <a:pt x="666" y="508"/>
                    </a:lnTo>
                    <a:lnTo>
                      <a:pt x="666" y="510"/>
                    </a:lnTo>
                    <a:lnTo>
                      <a:pt x="662" y="510"/>
                    </a:lnTo>
                    <a:lnTo>
                      <a:pt x="662" y="514"/>
                    </a:lnTo>
                    <a:lnTo>
                      <a:pt x="662" y="510"/>
                    </a:lnTo>
                    <a:lnTo>
                      <a:pt x="662" y="514"/>
                    </a:lnTo>
                    <a:lnTo>
                      <a:pt x="662" y="510"/>
                    </a:lnTo>
                    <a:lnTo>
                      <a:pt x="658" y="510"/>
                    </a:lnTo>
                    <a:lnTo>
                      <a:pt x="662" y="510"/>
                    </a:lnTo>
                    <a:lnTo>
                      <a:pt x="662" y="514"/>
                    </a:lnTo>
                    <a:lnTo>
                      <a:pt x="658" y="514"/>
                    </a:lnTo>
                    <a:lnTo>
                      <a:pt x="658" y="518"/>
                    </a:lnTo>
                    <a:lnTo>
                      <a:pt x="656" y="518"/>
                    </a:lnTo>
                    <a:lnTo>
                      <a:pt x="658" y="518"/>
                    </a:lnTo>
                    <a:lnTo>
                      <a:pt x="658" y="522"/>
                    </a:lnTo>
                    <a:lnTo>
                      <a:pt x="656" y="522"/>
                    </a:lnTo>
                    <a:lnTo>
                      <a:pt x="656" y="526"/>
                    </a:lnTo>
                    <a:lnTo>
                      <a:pt x="656" y="522"/>
                    </a:lnTo>
                    <a:lnTo>
                      <a:pt x="658" y="522"/>
                    </a:lnTo>
                    <a:lnTo>
                      <a:pt x="656" y="518"/>
                    </a:lnTo>
                    <a:lnTo>
                      <a:pt x="656" y="522"/>
                    </a:lnTo>
                    <a:lnTo>
                      <a:pt x="656" y="518"/>
                    </a:lnTo>
                    <a:lnTo>
                      <a:pt x="652" y="518"/>
                    </a:lnTo>
                    <a:lnTo>
                      <a:pt x="652" y="522"/>
                    </a:lnTo>
                    <a:lnTo>
                      <a:pt x="652" y="518"/>
                    </a:lnTo>
                    <a:lnTo>
                      <a:pt x="652" y="522"/>
                    </a:lnTo>
                    <a:lnTo>
                      <a:pt x="652" y="526"/>
                    </a:lnTo>
                    <a:lnTo>
                      <a:pt x="652" y="522"/>
                    </a:lnTo>
                    <a:lnTo>
                      <a:pt x="656" y="526"/>
                    </a:lnTo>
                    <a:lnTo>
                      <a:pt x="652" y="526"/>
                    </a:lnTo>
                    <a:lnTo>
                      <a:pt x="652" y="530"/>
                    </a:lnTo>
                    <a:lnTo>
                      <a:pt x="656" y="526"/>
                    </a:lnTo>
                    <a:lnTo>
                      <a:pt x="656" y="530"/>
                    </a:lnTo>
                    <a:lnTo>
                      <a:pt x="652" y="530"/>
                    </a:lnTo>
                    <a:lnTo>
                      <a:pt x="652" y="534"/>
                    </a:lnTo>
                    <a:lnTo>
                      <a:pt x="648" y="534"/>
                    </a:lnTo>
                    <a:lnTo>
                      <a:pt x="644" y="534"/>
                    </a:lnTo>
                    <a:lnTo>
                      <a:pt x="648" y="534"/>
                    </a:lnTo>
                    <a:lnTo>
                      <a:pt x="648" y="536"/>
                    </a:lnTo>
                    <a:lnTo>
                      <a:pt x="648" y="534"/>
                    </a:lnTo>
                    <a:lnTo>
                      <a:pt x="652" y="534"/>
                    </a:lnTo>
                    <a:lnTo>
                      <a:pt x="652" y="536"/>
                    </a:lnTo>
                    <a:lnTo>
                      <a:pt x="652" y="540"/>
                    </a:lnTo>
                    <a:lnTo>
                      <a:pt x="648" y="540"/>
                    </a:lnTo>
                    <a:lnTo>
                      <a:pt x="652" y="540"/>
                    </a:lnTo>
                    <a:lnTo>
                      <a:pt x="652" y="544"/>
                    </a:lnTo>
                    <a:lnTo>
                      <a:pt x="652" y="548"/>
                    </a:lnTo>
                    <a:lnTo>
                      <a:pt x="652" y="544"/>
                    </a:lnTo>
                    <a:lnTo>
                      <a:pt x="648" y="544"/>
                    </a:lnTo>
                    <a:lnTo>
                      <a:pt x="648" y="540"/>
                    </a:lnTo>
                    <a:lnTo>
                      <a:pt x="648" y="544"/>
                    </a:lnTo>
                    <a:lnTo>
                      <a:pt x="644" y="544"/>
                    </a:lnTo>
                    <a:lnTo>
                      <a:pt x="648" y="548"/>
                    </a:lnTo>
                    <a:lnTo>
                      <a:pt x="644" y="552"/>
                    </a:lnTo>
                    <a:lnTo>
                      <a:pt x="644" y="548"/>
                    </a:lnTo>
                    <a:lnTo>
                      <a:pt x="640" y="548"/>
                    </a:lnTo>
                    <a:lnTo>
                      <a:pt x="640" y="552"/>
                    </a:lnTo>
                    <a:lnTo>
                      <a:pt x="644" y="552"/>
                    </a:lnTo>
                    <a:lnTo>
                      <a:pt x="640" y="556"/>
                    </a:lnTo>
                    <a:lnTo>
                      <a:pt x="636" y="556"/>
                    </a:lnTo>
                    <a:lnTo>
                      <a:pt x="640" y="556"/>
                    </a:lnTo>
                    <a:lnTo>
                      <a:pt x="636" y="552"/>
                    </a:lnTo>
                    <a:lnTo>
                      <a:pt x="636" y="556"/>
                    </a:lnTo>
                    <a:lnTo>
                      <a:pt x="640" y="556"/>
                    </a:lnTo>
                    <a:lnTo>
                      <a:pt x="636" y="560"/>
                    </a:lnTo>
                    <a:lnTo>
                      <a:pt x="632" y="560"/>
                    </a:lnTo>
                    <a:lnTo>
                      <a:pt x="628" y="560"/>
                    </a:lnTo>
                    <a:lnTo>
                      <a:pt x="628" y="564"/>
                    </a:lnTo>
                    <a:lnTo>
                      <a:pt x="626" y="564"/>
                    </a:lnTo>
                    <a:lnTo>
                      <a:pt x="628" y="564"/>
                    </a:lnTo>
                    <a:lnTo>
                      <a:pt x="628" y="566"/>
                    </a:lnTo>
                    <a:lnTo>
                      <a:pt x="626" y="570"/>
                    </a:lnTo>
                    <a:lnTo>
                      <a:pt x="622" y="570"/>
                    </a:lnTo>
                    <a:lnTo>
                      <a:pt x="622" y="574"/>
                    </a:lnTo>
                    <a:lnTo>
                      <a:pt x="618" y="574"/>
                    </a:lnTo>
                    <a:lnTo>
                      <a:pt x="618" y="578"/>
                    </a:lnTo>
                    <a:lnTo>
                      <a:pt x="614" y="578"/>
                    </a:lnTo>
                    <a:lnTo>
                      <a:pt x="610" y="578"/>
                    </a:lnTo>
                    <a:lnTo>
                      <a:pt x="610" y="582"/>
                    </a:lnTo>
                    <a:lnTo>
                      <a:pt x="606" y="582"/>
                    </a:lnTo>
                    <a:lnTo>
                      <a:pt x="610" y="582"/>
                    </a:lnTo>
                    <a:lnTo>
                      <a:pt x="610" y="586"/>
                    </a:lnTo>
                    <a:lnTo>
                      <a:pt x="606" y="586"/>
                    </a:lnTo>
                    <a:lnTo>
                      <a:pt x="606" y="590"/>
                    </a:lnTo>
                    <a:lnTo>
                      <a:pt x="602" y="590"/>
                    </a:lnTo>
                    <a:lnTo>
                      <a:pt x="602" y="592"/>
                    </a:lnTo>
                    <a:lnTo>
                      <a:pt x="600" y="590"/>
                    </a:lnTo>
                    <a:lnTo>
                      <a:pt x="600" y="592"/>
                    </a:lnTo>
                    <a:lnTo>
                      <a:pt x="596" y="592"/>
                    </a:lnTo>
                    <a:lnTo>
                      <a:pt x="596" y="590"/>
                    </a:lnTo>
                    <a:lnTo>
                      <a:pt x="592" y="592"/>
                    </a:lnTo>
                    <a:lnTo>
                      <a:pt x="596" y="592"/>
                    </a:lnTo>
                    <a:lnTo>
                      <a:pt x="592" y="592"/>
                    </a:lnTo>
                    <a:lnTo>
                      <a:pt x="588" y="592"/>
                    </a:lnTo>
                    <a:lnTo>
                      <a:pt x="584" y="592"/>
                    </a:lnTo>
                    <a:lnTo>
                      <a:pt x="584" y="596"/>
                    </a:lnTo>
                    <a:lnTo>
                      <a:pt x="580" y="596"/>
                    </a:lnTo>
                    <a:lnTo>
                      <a:pt x="580" y="592"/>
                    </a:lnTo>
                    <a:lnTo>
                      <a:pt x="584" y="592"/>
                    </a:lnTo>
                    <a:lnTo>
                      <a:pt x="580" y="592"/>
                    </a:lnTo>
                    <a:lnTo>
                      <a:pt x="580" y="596"/>
                    </a:lnTo>
                    <a:lnTo>
                      <a:pt x="576" y="596"/>
                    </a:lnTo>
                    <a:lnTo>
                      <a:pt x="572" y="596"/>
                    </a:lnTo>
                    <a:lnTo>
                      <a:pt x="576" y="596"/>
                    </a:lnTo>
                    <a:lnTo>
                      <a:pt x="576" y="600"/>
                    </a:lnTo>
                    <a:lnTo>
                      <a:pt x="572" y="600"/>
                    </a:lnTo>
                    <a:lnTo>
                      <a:pt x="570" y="600"/>
                    </a:lnTo>
                    <a:lnTo>
                      <a:pt x="570" y="596"/>
                    </a:lnTo>
                    <a:lnTo>
                      <a:pt x="572" y="596"/>
                    </a:lnTo>
                    <a:lnTo>
                      <a:pt x="570" y="596"/>
                    </a:lnTo>
                    <a:lnTo>
                      <a:pt x="570" y="592"/>
                    </a:lnTo>
                    <a:lnTo>
                      <a:pt x="566" y="590"/>
                    </a:lnTo>
                    <a:lnTo>
                      <a:pt x="566" y="586"/>
                    </a:lnTo>
                    <a:lnTo>
                      <a:pt x="570" y="586"/>
                    </a:lnTo>
                    <a:lnTo>
                      <a:pt x="566" y="586"/>
                    </a:lnTo>
                    <a:lnTo>
                      <a:pt x="566" y="590"/>
                    </a:lnTo>
                    <a:lnTo>
                      <a:pt x="562" y="590"/>
                    </a:lnTo>
                    <a:lnTo>
                      <a:pt x="566" y="592"/>
                    </a:lnTo>
                    <a:lnTo>
                      <a:pt x="562" y="592"/>
                    </a:lnTo>
                    <a:lnTo>
                      <a:pt x="566" y="592"/>
                    </a:lnTo>
                    <a:lnTo>
                      <a:pt x="566" y="596"/>
                    </a:lnTo>
                    <a:lnTo>
                      <a:pt x="566" y="600"/>
                    </a:lnTo>
                    <a:lnTo>
                      <a:pt x="566" y="604"/>
                    </a:lnTo>
                    <a:lnTo>
                      <a:pt x="562" y="604"/>
                    </a:lnTo>
                    <a:lnTo>
                      <a:pt x="562" y="600"/>
                    </a:lnTo>
                    <a:lnTo>
                      <a:pt x="562" y="596"/>
                    </a:lnTo>
                    <a:lnTo>
                      <a:pt x="558" y="596"/>
                    </a:lnTo>
                    <a:lnTo>
                      <a:pt x="562" y="596"/>
                    </a:lnTo>
                    <a:lnTo>
                      <a:pt x="562" y="600"/>
                    </a:lnTo>
                    <a:lnTo>
                      <a:pt x="562" y="604"/>
                    </a:lnTo>
                    <a:lnTo>
                      <a:pt x="558" y="604"/>
                    </a:lnTo>
                    <a:lnTo>
                      <a:pt x="558" y="600"/>
                    </a:lnTo>
                    <a:lnTo>
                      <a:pt x="558" y="604"/>
                    </a:lnTo>
                    <a:lnTo>
                      <a:pt x="558" y="608"/>
                    </a:lnTo>
                    <a:lnTo>
                      <a:pt x="554" y="608"/>
                    </a:lnTo>
                    <a:lnTo>
                      <a:pt x="550" y="608"/>
                    </a:lnTo>
                    <a:lnTo>
                      <a:pt x="550" y="612"/>
                    </a:lnTo>
                    <a:lnTo>
                      <a:pt x="550" y="608"/>
                    </a:lnTo>
                    <a:lnTo>
                      <a:pt x="546" y="612"/>
                    </a:lnTo>
                    <a:lnTo>
                      <a:pt x="542" y="608"/>
                    </a:lnTo>
                    <a:lnTo>
                      <a:pt x="542" y="612"/>
                    </a:lnTo>
                    <a:lnTo>
                      <a:pt x="540" y="612"/>
                    </a:lnTo>
                    <a:lnTo>
                      <a:pt x="540" y="616"/>
                    </a:lnTo>
                    <a:lnTo>
                      <a:pt x="536" y="616"/>
                    </a:lnTo>
                    <a:lnTo>
                      <a:pt x="532" y="616"/>
                    </a:lnTo>
                    <a:lnTo>
                      <a:pt x="528" y="616"/>
                    </a:lnTo>
                    <a:lnTo>
                      <a:pt x="524" y="616"/>
                    </a:lnTo>
                    <a:lnTo>
                      <a:pt x="524" y="620"/>
                    </a:lnTo>
                    <a:lnTo>
                      <a:pt x="524" y="616"/>
                    </a:lnTo>
                    <a:lnTo>
                      <a:pt x="524" y="620"/>
                    </a:lnTo>
                    <a:lnTo>
                      <a:pt x="520" y="620"/>
                    </a:lnTo>
                    <a:lnTo>
                      <a:pt x="520" y="616"/>
                    </a:lnTo>
                    <a:lnTo>
                      <a:pt x="520" y="620"/>
                    </a:lnTo>
                    <a:lnTo>
                      <a:pt x="520" y="622"/>
                    </a:lnTo>
                    <a:lnTo>
                      <a:pt x="516" y="622"/>
                    </a:lnTo>
                    <a:lnTo>
                      <a:pt x="516" y="626"/>
                    </a:lnTo>
                    <a:lnTo>
                      <a:pt x="520" y="626"/>
                    </a:lnTo>
                    <a:lnTo>
                      <a:pt x="520" y="630"/>
                    </a:lnTo>
                    <a:lnTo>
                      <a:pt x="520" y="626"/>
                    </a:lnTo>
                    <a:lnTo>
                      <a:pt x="520" y="630"/>
                    </a:lnTo>
                    <a:lnTo>
                      <a:pt x="520" y="634"/>
                    </a:lnTo>
                    <a:lnTo>
                      <a:pt x="520" y="636"/>
                    </a:lnTo>
                    <a:lnTo>
                      <a:pt x="516" y="636"/>
                    </a:lnTo>
                    <a:lnTo>
                      <a:pt x="514" y="636"/>
                    </a:lnTo>
                    <a:lnTo>
                      <a:pt x="514" y="634"/>
                    </a:lnTo>
                    <a:lnTo>
                      <a:pt x="510" y="630"/>
                    </a:lnTo>
                    <a:lnTo>
                      <a:pt x="510" y="626"/>
                    </a:lnTo>
                    <a:lnTo>
                      <a:pt x="510" y="622"/>
                    </a:lnTo>
                    <a:lnTo>
                      <a:pt x="514" y="620"/>
                    </a:lnTo>
                    <a:lnTo>
                      <a:pt x="514" y="616"/>
                    </a:lnTo>
                    <a:lnTo>
                      <a:pt x="514" y="612"/>
                    </a:lnTo>
                    <a:lnTo>
                      <a:pt x="510" y="612"/>
                    </a:lnTo>
                    <a:lnTo>
                      <a:pt x="510" y="616"/>
                    </a:lnTo>
                    <a:lnTo>
                      <a:pt x="514" y="616"/>
                    </a:lnTo>
                    <a:lnTo>
                      <a:pt x="510" y="616"/>
                    </a:lnTo>
                    <a:lnTo>
                      <a:pt x="510" y="612"/>
                    </a:lnTo>
                    <a:lnTo>
                      <a:pt x="510" y="616"/>
                    </a:lnTo>
                    <a:lnTo>
                      <a:pt x="506" y="616"/>
                    </a:lnTo>
                    <a:lnTo>
                      <a:pt x="502" y="616"/>
                    </a:lnTo>
                    <a:lnTo>
                      <a:pt x="502" y="612"/>
                    </a:lnTo>
                    <a:lnTo>
                      <a:pt x="498" y="612"/>
                    </a:lnTo>
                    <a:lnTo>
                      <a:pt x="498" y="608"/>
                    </a:lnTo>
                    <a:lnTo>
                      <a:pt x="498" y="612"/>
                    </a:lnTo>
                    <a:lnTo>
                      <a:pt x="494" y="612"/>
                    </a:lnTo>
                    <a:lnTo>
                      <a:pt x="494" y="608"/>
                    </a:lnTo>
                    <a:lnTo>
                      <a:pt x="494" y="612"/>
                    </a:lnTo>
                    <a:lnTo>
                      <a:pt x="494" y="616"/>
                    </a:lnTo>
                    <a:lnTo>
                      <a:pt x="490" y="616"/>
                    </a:lnTo>
                    <a:lnTo>
                      <a:pt x="490" y="612"/>
                    </a:lnTo>
                    <a:lnTo>
                      <a:pt x="494" y="612"/>
                    </a:lnTo>
                    <a:lnTo>
                      <a:pt x="490" y="612"/>
                    </a:lnTo>
                    <a:lnTo>
                      <a:pt x="490" y="616"/>
                    </a:lnTo>
                    <a:lnTo>
                      <a:pt x="490" y="612"/>
                    </a:lnTo>
                    <a:lnTo>
                      <a:pt x="486" y="616"/>
                    </a:lnTo>
                    <a:lnTo>
                      <a:pt x="486" y="612"/>
                    </a:lnTo>
                    <a:lnTo>
                      <a:pt x="484" y="612"/>
                    </a:lnTo>
                    <a:lnTo>
                      <a:pt x="480" y="612"/>
                    </a:lnTo>
                    <a:lnTo>
                      <a:pt x="476" y="612"/>
                    </a:lnTo>
                    <a:lnTo>
                      <a:pt x="472" y="608"/>
                    </a:lnTo>
                    <a:lnTo>
                      <a:pt x="468" y="604"/>
                    </a:lnTo>
                    <a:lnTo>
                      <a:pt x="468" y="600"/>
                    </a:lnTo>
                    <a:lnTo>
                      <a:pt x="464" y="600"/>
                    </a:lnTo>
                    <a:lnTo>
                      <a:pt x="464" y="596"/>
                    </a:lnTo>
                    <a:lnTo>
                      <a:pt x="468" y="596"/>
                    </a:lnTo>
                    <a:lnTo>
                      <a:pt x="468" y="592"/>
                    </a:lnTo>
                    <a:lnTo>
                      <a:pt x="468" y="590"/>
                    </a:lnTo>
                    <a:lnTo>
                      <a:pt x="464" y="590"/>
                    </a:lnTo>
                    <a:lnTo>
                      <a:pt x="460" y="590"/>
                    </a:lnTo>
                    <a:lnTo>
                      <a:pt x="458" y="590"/>
                    </a:lnTo>
                    <a:lnTo>
                      <a:pt x="454" y="590"/>
                    </a:lnTo>
                    <a:lnTo>
                      <a:pt x="454" y="586"/>
                    </a:lnTo>
                    <a:lnTo>
                      <a:pt x="450" y="586"/>
                    </a:lnTo>
                    <a:lnTo>
                      <a:pt x="450" y="582"/>
                    </a:lnTo>
                    <a:lnTo>
                      <a:pt x="446" y="582"/>
                    </a:lnTo>
                    <a:lnTo>
                      <a:pt x="442" y="586"/>
                    </a:lnTo>
                    <a:lnTo>
                      <a:pt x="442" y="590"/>
                    </a:lnTo>
                    <a:lnTo>
                      <a:pt x="438" y="592"/>
                    </a:lnTo>
                    <a:lnTo>
                      <a:pt x="434" y="592"/>
                    </a:lnTo>
                    <a:lnTo>
                      <a:pt x="430" y="592"/>
                    </a:lnTo>
                    <a:lnTo>
                      <a:pt x="430" y="596"/>
                    </a:lnTo>
                    <a:lnTo>
                      <a:pt x="428" y="596"/>
                    </a:lnTo>
                    <a:lnTo>
                      <a:pt x="428" y="592"/>
                    </a:lnTo>
                    <a:lnTo>
                      <a:pt x="424" y="592"/>
                    </a:lnTo>
                    <a:lnTo>
                      <a:pt x="424" y="596"/>
                    </a:lnTo>
                    <a:lnTo>
                      <a:pt x="424" y="592"/>
                    </a:lnTo>
                    <a:lnTo>
                      <a:pt x="420" y="592"/>
                    </a:lnTo>
                    <a:lnTo>
                      <a:pt x="420" y="596"/>
                    </a:lnTo>
                    <a:lnTo>
                      <a:pt x="416" y="596"/>
                    </a:lnTo>
                    <a:lnTo>
                      <a:pt x="412" y="596"/>
                    </a:lnTo>
                    <a:lnTo>
                      <a:pt x="412" y="592"/>
                    </a:lnTo>
                    <a:lnTo>
                      <a:pt x="408" y="592"/>
                    </a:lnTo>
                    <a:lnTo>
                      <a:pt x="408" y="596"/>
                    </a:lnTo>
                    <a:lnTo>
                      <a:pt x="404" y="596"/>
                    </a:lnTo>
                    <a:lnTo>
                      <a:pt x="404" y="600"/>
                    </a:lnTo>
                    <a:lnTo>
                      <a:pt x="404" y="596"/>
                    </a:lnTo>
                    <a:lnTo>
                      <a:pt x="402" y="596"/>
                    </a:lnTo>
                    <a:lnTo>
                      <a:pt x="398" y="596"/>
                    </a:lnTo>
                    <a:lnTo>
                      <a:pt x="398" y="600"/>
                    </a:lnTo>
                    <a:lnTo>
                      <a:pt x="394" y="600"/>
                    </a:lnTo>
                    <a:lnTo>
                      <a:pt x="398" y="608"/>
                    </a:lnTo>
                    <a:lnTo>
                      <a:pt x="398" y="612"/>
                    </a:lnTo>
                    <a:lnTo>
                      <a:pt x="398" y="616"/>
                    </a:lnTo>
                    <a:lnTo>
                      <a:pt x="398" y="620"/>
                    </a:lnTo>
                    <a:lnTo>
                      <a:pt x="402" y="620"/>
                    </a:lnTo>
                    <a:lnTo>
                      <a:pt x="398" y="620"/>
                    </a:lnTo>
                    <a:lnTo>
                      <a:pt x="398" y="622"/>
                    </a:lnTo>
                    <a:lnTo>
                      <a:pt x="398" y="620"/>
                    </a:lnTo>
                    <a:lnTo>
                      <a:pt x="394" y="620"/>
                    </a:lnTo>
                    <a:lnTo>
                      <a:pt x="390" y="620"/>
                    </a:lnTo>
                    <a:lnTo>
                      <a:pt x="390" y="616"/>
                    </a:lnTo>
                    <a:lnTo>
                      <a:pt x="390" y="612"/>
                    </a:lnTo>
                    <a:lnTo>
                      <a:pt x="386" y="612"/>
                    </a:lnTo>
                    <a:lnTo>
                      <a:pt x="382" y="616"/>
                    </a:lnTo>
                    <a:lnTo>
                      <a:pt x="378" y="616"/>
                    </a:lnTo>
                    <a:lnTo>
                      <a:pt x="374" y="616"/>
                    </a:lnTo>
                    <a:lnTo>
                      <a:pt x="374" y="612"/>
                    </a:lnTo>
                    <a:lnTo>
                      <a:pt x="372" y="612"/>
                    </a:lnTo>
                    <a:lnTo>
                      <a:pt x="372" y="608"/>
                    </a:lnTo>
                    <a:lnTo>
                      <a:pt x="372" y="604"/>
                    </a:lnTo>
                    <a:lnTo>
                      <a:pt x="368" y="604"/>
                    </a:lnTo>
                    <a:lnTo>
                      <a:pt x="364" y="604"/>
                    </a:lnTo>
                    <a:lnTo>
                      <a:pt x="360" y="604"/>
                    </a:lnTo>
                    <a:lnTo>
                      <a:pt x="364" y="600"/>
                    </a:lnTo>
                    <a:lnTo>
                      <a:pt x="364" y="596"/>
                    </a:lnTo>
                    <a:lnTo>
                      <a:pt x="364" y="592"/>
                    </a:lnTo>
                    <a:lnTo>
                      <a:pt x="364" y="590"/>
                    </a:lnTo>
                    <a:lnTo>
                      <a:pt x="368" y="590"/>
                    </a:lnTo>
                    <a:lnTo>
                      <a:pt x="368" y="586"/>
                    </a:lnTo>
                    <a:lnTo>
                      <a:pt x="364" y="586"/>
                    </a:lnTo>
                    <a:lnTo>
                      <a:pt x="360" y="586"/>
                    </a:lnTo>
                    <a:lnTo>
                      <a:pt x="356" y="586"/>
                    </a:lnTo>
                    <a:lnTo>
                      <a:pt x="356" y="582"/>
                    </a:lnTo>
                    <a:lnTo>
                      <a:pt x="356" y="578"/>
                    </a:lnTo>
                    <a:lnTo>
                      <a:pt x="356" y="574"/>
                    </a:lnTo>
                    <a:lnTo>
                      <a:pt x="352" y="570"/>
                    </a:lnTo>
                    <a:lnTo>
                      <a:pt x="356" y="570"/>
                    </a:lnTo>
                    <a:lnTo>
                      <a:pt x="356" y="566"/>
                    </a:lnTo>
                    <a:lnTo>
                      <a:pt x="352" y="566"/>
                    </a:lnTo>
                    <a:lnTo>
                      <a:pt x="348" y="566"/>
                    </a:lnTo>
                    <a:lnTo>
                      <a:pt x="346" y="566"/>
                    </a:lnTo>
                    <a:lnTo>
                      <a:pt x="346" y="570"/>
                    </a:lnTo>
                    <a:lnTo>
                      <a:pt x="342" y="570"/>
                    </a:lnTo>
                    <a:lnTo>
                      <a:pt x="342" y="574"/>
                    </a:lnTo>
                    <a:lnTo>
                      <a:pt x="342" y="574"/>
                    </a:lnTo>
                    <a:lnTo>
                      <a:pt x="342" y="574"/>
                    </a:lnTo>
                    <a:close/>
                    <a:moveTo>
                      <a:pt x="658" y="578"/>
                    </a:moveTo>
                    <a:lnTo>
                      <a:pt x="658" y="574"/>
                    </a:lnTo>
                    <a:lnTo>
                      <a:pt x="658" y="570"/>
                    </a:lnTo>
                    <a:lnTo>
                      <a:pt x="662" y="570"/>
                    </a:lnTo>
                    <a:lnTo>
                      <a:pt x="662" y="566"/>
                    </a:lnTo>
                    <a:lnTo>
                      <a:pt x="662" y="564"/>
                    </a:lnTo>
                    <a:lnTo>
                      <a:pt x="666" y="564"/>
                    </a:lnTo>
                    <a:lnTo>
                      <a:pt x="666" y="560"/>
                    </a:lnTo>
                    <a:lnTo>
                      <a:pt x="670" y="556"/>
                    </a:lnTo>
                    <a:lnTo>
                      <a:pt x="670" y="552"/>
                    </a:lnTo>
                    <a:lnTo>
                      <a:pt x="674" y="552"/>
                    </a:lnTo>
                    <a:lnTo>
                      <a:pt x="674" y="548"/>
                    </a:lnTo>
                    <a:lnTo>
                      <a:pt x="676" y="548"/>
                    </a:lnTo>
                    <a:lnTo>
                      <a:pt x="676" y="552"/>
                    </a:lnTo>
                    <a:lnTo>
                      <a:pt x="676" y="548"/>
                    </a:lnTo>
                    <a:lnTo>
                      <a:pt x="680" y="548"/>
                    </a:lnTo>
                    <a:lnTo>
                      <a:pt x="680" y="552"/>
                    </a:lnTo>
                    <a:lnTo>
                      <a:pt x="684" y="552"/>
                    </a:lnTo>
                    <a:lnTo>
                      <a:pt x="680" y="556"/>
                    </a:lnTo>
                    <a:lnTo>
                      <a:pt x="680" y="560"/>
                    </a:lnTo>
                    <a:lnTo>
                      <a:pt x="680" y="564"/>
                    </a:lnTo>
                    <a:lnTo>
                      <a:pt x="680" y="566"/>
                    </a:lnTo>
                    <a:lnTo>
                      <a:pt x="676" y="570"/>
                    </a:lnTo>
                    <a:lnTo>
                      <a:pt x="680" y="570"/>
                    </a:lnTo>
                    <a:lnTo>
                      <a:pt x="676" y="570"/>
                    </a:lnTo>
                    <a:lnTo>
                      <a:pt x="676" y="574"/>
                    </a:lnTo>
                    <a:lnTo>
                      <a:pt x="676" y="578"/>
                    </a:lnTo>
                    <a:lnTo>
                      <a:pt x="676" y="582"/>
                    </a:lnTo>
                    <a:lnTo>
                      <a:pt x="676" y="586"/>
                    </a:lnTo>
                    <a:lnTo>
                      <a:pt x="674" y="590"/>
                    </a:lnTo>
                    <a:lnTo>
                      <a:pt x="674" y="592"/>
                    </a:lnTo>
                    <a:lnTo>
                      <a:pt x="670" y="592"/>
                    </a:lnTo>
                    <a:lnTo>
                      <a:pt x="670" y="596"/>
                    </a:lnTo>
                    <a:lnTo>
                      <a:pt x="670" y="600"/>
                    </a:lnTo>
                    <a:lnTo>
                      <a:pt x="670" y="604"/>
                    </a:lnTo>
                    <a:lnTo>
                      <a:pt x="670" y="608"/>
                    </a:lnTo>
                    <a:lnTo>
                      <a:pt x="666" y="608"/>
                    </a:lnTo>
                    <a:lnTo>
                      <a:pt x="666" y="604"/>
                    </a:lnTo>
                    <a:lnTo>
                      <a:pt x="666" y="600"/>
                    </a:lnTo>
                    <a:lnTo>
                      <a:pt x="662" y="600"/>
                    </a:lnTo>
                    <a:lnTo>
                      <a:pt x="662" y="596"/>
                    </a:lnTo>
                    <a:lnTo>
                      <a:pt x="658" y="596"/>
                    </a:lnTo>
                    <a:lnTo>
                      <a:pt x="658" y="592"/>
                    </a:lnTo>
                    <a:lnTo>
                      <a:pt x="658" y="590"/>
                    </a:lnTo>
                    <a:lnTo>
                      <a:pt x="658" y="586"/>
                    </a:lnTo>
                    <a:lnTo>
                      <a:pt x="658" y="582"/>
                    </a:lnTo>
                    <a:lnTo>
                      <a:pt x="658" y="578"/>
                    </a:lnTo>
                    <a:lnTo>
                      <a:pt x="658" y="578"/>
                    </a:lnTo>
                    <a:lnTo>
                      <a:pt x="658" y="578"/>
                    </a:lnTo>
                    <a:close/>
                    <a:moveTo>
                      <a:pt x="510" y="670"/>
                    </a:moveTo>
                    <a:lnTo>
                      <a:pt x="510" y="674"/>
                    </a:lnTo>
                    <a:lnTo>
                      <a:pt x="510" y="670"/>
                    </a:lnTo>
                    <a:lnTo>
                      <a:pt x="506" y="670"/>
                    </a:lnTo>
                    <a:lnTo>
                      <a:pt x="502" y="670"/>
                    </a:lnTo>
                    <a:lnTo>
                      <a:pt x="498" y="670"/>
                    </a:lnTo>
                    <a:lnTo>
                      <a:pt x="498" y="666"/>
                    </a:lnTo>
                    <a:lnTo>
                      <a:pt x="494" y="666"/>
                    </a:lnTo>
                    <a:lnTo>
                      <a:pt x="494" y="662"/>
                    </a:lnTo>
                    <a:lnTo>
                      <a:pt x="498" y="662"/>
                    </a:lnTo>
                    <a:lnTo>
                      <a:pt x="494" y="662"/>
                    </a:lnTo>
                    <a:lnTo>
                      <a:pt x="494" y="660"/>
                    </a:lnTo>
                    <a:lnTo>
                      <a:pt x="494" y="656"/>
                    </a:lnTo>
                    <a:lnTo>
                      <a:pt x="494" y="652"/>
                    </a:lnTo>
                    <a:lnTo>
                      <a:pt x="498" y="652"/>
                    </a:lnTo>
                    <a:lnTo>
                      <a:pt x="498" y="648"/>
                    </a:lnTo>
                    <a:lnTo>
                      <a:pt x="502" y="648"/>
                    </a:lnTo>
                    <a:lnTo>
                      <a:pt x="506" y="644"/>
                    </a:lnTo>
                    <a:lnTo>
                      <a:pt x="502" y="644"/>
                    </a:lnTo>
                    <a:lnTo>
                      <a:pt x="506" y="640"/>
                    </a:lnTo>
                    <a:lnTo>
                      <a:pt x="506" y="644"/>
                    </a:lnTo>
                    <a:lnTo>
                      <a:pt x="510" y="644"/>
                    </a:lnTo>
                    <a:lnTo>
                      <a:pt x="510" y="640"/>
                    </a:lnTo>
                    <a:lnTo>
                      <a:pt x="514" y="640"/>
                    </a:lnTo>
                    <a:lnTo>
                      <a:pt x="516" y="640"/>
                    </a:lnTo>
                    <a:lnTo>
                      <a:pt x="520" y="640"/>
                    </a:lnTo>
                    <a:lnTo>
                      <a:pt x="524" y="640"/>
                    </a:lnTo>
                    <a:lnTo>
                      <a:pt x="524" y="636"/>
                    </a:lnTo>
                    <a:lnTo>
                      <a:pt x="524" y="640"/>
                    </a:lnTo>
                    <a:lnTo>
                      <a:pt x="528" y="640"/>
                    </a:lnTo>
                    <a:lnTo>
                      <a:pt x="528" y="648"/>
                    </a:lnTo>
                    <a:lnTo>
                      <a:pt x="524" y="652"/>
                    </a:lnTo>
                    <a:lnTo>
                      <a:pt x="524" y="656"/>
                    </a:lnTo>
                    <a:lnTo>
                      <a:pt x="520" y="656"/>
                    </a:lnTo>
                    <a:lnTo>
                      <a:pt x="524" y="656"/>
                    </a:lnTo>
                    <a:lnTo>
                      <a:pt x="520" y="660"/>
                    </a:lnTo>
                    <a:lnTo>
                      <a:pt x="520" y="662"/>
                    </a:lnTo>
                    <a:lnTo>
                      <a:pt x="516" y="662"/>
                    </a:lnTo>
                    <a:lnTo>
                      <a:pt x="516" y="666"/>
                    </a:lnTo>
                    <a:lnTo>
                      <a:pt x="516" y="670"/>
                    </a:lnTo>
                    <a:lnTo>
                      <a:pt x="514" y="670"/>
                    </a:lnTo>
                    <a:lnTo>
                      <a:pt x="514" y="666"/>
                    </a:lnTo>
                    <a:lnTo>
                      <a:pt x="514" y="670"/>
                    </a:lnTo>
                    <a:lnTo>
                      <a:pt x="510" y="670"/>
                    </a:lnTo>
                    <a:lnTo>
                      <a:pt x="510" y="670"/>
                    </a:lnTo>
                    <a:lnTo>
                      <a:pt x="510" y="670"/>
                    </a:lnTo>
                    <a:close/>
                    <a:moveTo>
                      <a:pt x="674" y="428"/>
                    </a:moveTo>
                    <a:lnTo>
                      <a:pt x="676" y="428"/>
                    </a:lnTo>
                    <a:lnTo>
                      <a:pt x="676" y="432"/>
                    </a:lnTo>
                    <a:lnTo>
                      <a:pt x="680" y="432"/>
                    </a:lnTo>
                    <a:lnTo>
                      <a:pt x="684" y="432"/>
                    </a:lnTo>
                    <a:lnTo>
                      <a:pt x="680" y="432"/>
                    </a:lnTo>
                    <a:lnTo>
                      <a:pt x="680" y="436"/>
                    </a:lnTo>
                    <a:lnTo>
                      <a:pt x="676" y="432"/>
                    </a:lnTo>
                    <a:lnTo>
                      <a:pt x="674" y="432"/>
                    </a:lnTo>
                    <a:lnTo>
                      <a:pt x="674" y="428"/>
                    </a:lnTo>
                    <a:lnTo>
                      <a:pt x="674" y="428"/>
                    </a:lnTo>
                    <a:lnTo>
                      <a:pt x="674" y="428"/>
                    </a:lnTo>
                    <a:close/>
                    <a:moveTo>
                      <a:pt x="684" y="462"/>
                    </a:moveTo>
                    <a:lnTo>
                      <a:pt x="684" y="458"/>
                    </a:lnTo>
                    <a:lnTo>
                      <a:pt x="688" y="458"/>
                    </a:lnTo>
                    <a:lnTo>
                      <a:pt x="688" y="462"/>
                    </a:lnTo>
                    <a:lnTo>
                      <a:pt x="684" y="462"/>
                    </a:lnTo>
                    <a:lnTo>
                      <a:pt x="684" y="462"/>
                    </a:lnTo>
                    <a:lnTo>
                      <a:pt x="684" y="462"/>
                    </a:lnTo>
                    <a:close/>
                    <a:moveTo>
                      <a:pt x="652" y="544"/>
                    </a:moveTo>
                    <a:lnTo>
                      <a:pt x="652" y="540"/>
                    </a:lnTo>
                    <a:lnTo>
                      <a:pt x="656" y="540"/>
                    </a:lnTo>
                    <a:lnTo>
                      <a:pt x="656" y="544"/>
                    </a:lnTo>
                    <a:lnTo>
                      <a:pt x="652" y="544"/>
                    </a:lnTo>
                    <a:lnTo>
                      <a:pt x="652" y="544"/>
                    </a:lnTo>
                    <a:lnTo>
                      <a:pt x="652" y="544"/>
                    </a:lnTo>
                    <a:close/>
                    <a:moveTo>
                      <a:pt x="622" y="574"/>
                    </a:moveTo>
                    <a:lnTo>
                      <a:pt x="622" y="578"/>
                    </a:lnTo>
                    <a:lnTo>
                      <a:pt x="618" y="578"/>
                    </a:lnTo>
                    <a:lnTo>
                      <a:pt x="618" y="574"/>
                    </a:lnTo>
                    <a:lnTo>
                      <a:pt x="622" y="574"/>
                    </a:lnTo>
                    <a:lnTo>
                      <a:pt x="622" y="574"/>
                    </a:lnTo>
                    <a:lnTo>
                      <a:pt x="622" y="574"/>
                    </a:lnTo>
                    <a:close/>
                    <a:moveTo>
                      <a:pt x="520" y="622"/>
                    </a:moveTo>
                    <a:lnTo>
                      <a:pt x="524" y="622"/>
                    </a:lnTo>
                    <a:lnTo>
                      <a:pt x="520" y="622"/>
                    </a:lnTo>
                    <a:lnTo>
                      <a:pt x="516" y="622"/>
                    </a:lnTo>
                    <a:lnTo>
                      <a:pt x="520" y="622"/>
                    </a:lnTo>
                    <a:lnTo>
                      <a:pt x="520" y="622"/>
                    </a:lnTo>
                    <a:lnTo>
                      <a:pt x="520" y="622"/>
                    </a:lnTo>
                    <a:close/>
                    <a:moveTo>
                      <a:pt x="676" y="286"/>
                    </a:moveTo>
                    <a:lnTo>
                      <a:pt x="674" y="286"/>
                    </a:lnTo>
                    <a:lnTo>
                      <a:pt x="674" y="284"/>
                    </a:lnTo>
                    <a:lnTo>
                      <a:pt x="676" y="284"/>
                    </a:lnTo>
                    <a:lnTo>
                      <a:pt x="676" y="286"/>
                    </a:lnTo>
                    <a:lnTo>
                      <a:pt x="676" y="286"/>
                    </a:lnTo>
                    <a:lnTo>
                      <a:pt x="676" y="286"/>
                    </a:lnTo>
                    <a:close/>
                    <a:moveTo>
                      <a:pt x="572" y="600"/>
                    </a:moveTo>
                    <a:lnTo>
                      <a:pt x="570" y="600"/>
                    </a:lnTo>
                    <a:lnTo>
                      <a:pt x="570" y="604"/>
                    </a:lnTo>
                    <a:lnTo>
                      <a:pt x="570" y="600"/>
                    </a:lnTo>
                    <a:lnTo>
                      <a:pt x="572" y="600"/>
                    </a:lnTo>
                    <a:lnTo>
                      <a:pt x="572" y="600"/>
                    </a:lnTo>
                    <a:lnTo>
                      <a:pt x="572" y="600"/>
                    </a:lnTo>
                    <a:close/>
                    <a:moveTo>
                      <a:pt x="652" y="422"/>
                    </a:moveTo>
                    <a:lnTo>
                      <a:pt x="656" y="422"/>
                    </a:lnTo>
                    <a:lnTo>
                      <a:pt x="656" y="424"/>
                    </a:lnTo>
                    <a:lnTo>
                      <a:pt x="656" y="422"/>
                    </a:lnTo>
                    <a:lnTo>
                      <a:pt x="652" y="422"/>
                    </a:lnTo>
                    <a:lnTo>
                      <a:pt x="652" y="422"/>
                    </a:lnTo>
                    <a:lnTo>
                      <a:pt x="652" y="422"/>
                    </a:lnTo>
                    <a:close/>
                    <a:moveTo>
                      <a:pt x="566" y="592"/>
                    </a:moveTo>
                    <a:lnTo>
                      <a:pt x="562" y="590"/>
                    </a:lnTo>
                    <a:lnTo>
                      <a:pt x="566" y="590"/>
                    </a:lnTo>
                    <a:lnTo>
                      <a:pt x="566" y="592"/>
                    </a:lnTo>
                    <a:lnTo>
                      <a:pt x="566" y="592"/>
                    </a:lnTo>
                    <a:lnTo>
                      <a:pt x="566" y="592"/>
                    </a:lnTo>
                    <a:close/>
                    <a:moveTo>
                      <a:pt x="632" y="564"/>
                    </a:moveTo>
                    <a:lnTo>
                      <a:pt x="632" y="560"/>
                    </a:lnTo>
                    <a:lnTo>
                      <a:pt x="632" y="564"/>
                    </a:lnTo>
                    <a:lnTo>
                      <a:pt x="636" y="564"/>
                    </a:lnTo>
                    <a:lnTo>
                      <a:pt x="632" y="564"/>
                    </a:lnTo>
                    <a:lnTo>
                      <a:pt x="632" y="564"/>
                    </a:lnTo>
                    <a:lnTo>
                      <a:pt x="632" y="564"/>
                    </a:lnTo>
                    <a:close/>
                    <a:moveTo>
                      <a:pt x="614" y="578"/>
                    </a:moveTo>
                    <a:lnTo>
                      <a:pt x="614" y="582"/>
                    </a:lnTo>
                    <a:lnTo>
                      <a:pt x="614" y="578"/>
                    </a:lnTo>
                    <a:lnTo>
                      <a:pt x="614" y="578"/>
                    </a:lnTo>
                    <a:lnTo>
                      <a:pt x="614" y="578"/>
                    </a:lnTo>
                    <a:close/>
                    <a:moveTo>
                      <a:pt x="540" y="616"/>
                    </a:moveTo>
                    <a:lnTo>
                      <a:pt x="540" y="612"/>
                    </a:lnTo>
                    <a:lnTo>
                      <a:pt x="542" y="612"/>
                    </a:lnTo>
                    <a:lnTo>
                      <a:pt x="540" y="616"/>
                    </a:lnTo>
                    <a:lnTo>
                      <a:pt x="540" y="616"/>
                    </a:lnTo>
                    <a:lnTo>
                      <a:pt x="540" y="616"/>
                    </a:lnTo>
                    <a:close/>
                    <a:moveTo>
                      <a:pt x="628" y="564"/>
                    </a:moveTo>
                    <a:lnTo>
                      <a:pt x="628" y="560"/>
                    </a:lnTo>
                    <a:lnTo>
                      <a:pt x="632" y="564"/>
                    </a:lnTo>
                    <a:lnTo>
                      <a:pt x="628" y="564"/>
                    </a:lnTo>
                    <a:lnTo>
                      <a:pt x="628" y="564"/>
                    </a:lnTo>
                    <a:lnTo>
                      <a:pt x="628" y="564"/>
                    </a:lnTo>
                    <a:close/>
                    <a:moveTo>
                      <a:pt x="520" y="620"/>
                    </a:moveTo>
                    <a:lnTo>
                      <a:pt x="524" y="620"/>
                    </a:lnTo>
                    <a:lnTo>
                      <a:pt x="524" y="622"/>
                    </a:lnTo>
                    <a:lnTo>
                      <a:pt x="520" y="622"/>
                    </a:lnTo>
                    <a:lnTo>
                      <a:pt x="520" y="620"/>
                    </a:lnTo>
                    <a:lnTo>
                      <a:pt x="520" y="620"/>
                    </a:lnTo>
                    <a:lnTo>
                      <a:pt x="520" y="620"/>
                    </a:lnTo>
                    <a:close/>
                    <a:moveTo>
                      <a:pt x="684" y="454"/>
                    </a:moveTo>
                    <a:lnTo>
                      <a:pt x="688" y="454"/>
                    </a:lnTo>
                    <a:lnTo>
                      <a:pt x="688" y="458"/>
                    </a:lnTo>
                    <a:lnTo>
                      <a:pt x="684" y="458"/>
                    </a:lnTo>
                    <a:lnTo>
                      <a:pt x="684" y="454"/>
                    </a:lnTo>
                    <a:lnTo>
                      <a:pt x="684" y="454"/>
                    </a:lnTo>
                    <a:lnTo>
                      <a:pt x="684" y="454"/>
                    </a:lnTo>
                    <a:close/>
                    <a:moveTo>
                      <a:pt x="684" y="466"/>
                    </a:moveTo>
                    <a:lnTo>
                      <a:pt x="688" y="466"/>
                    </a:lnTo>
                    <a:lnTo>
                      <a:pt x="688" y="470"/>
                    </a:lnTo>
                    <a:lnTo>
                      <a:pt x="684" y="466"/>
                    </a:lnTo>
                    <a:lnTo>
                      <a:pt x="684" y="466"/>
                    </a:lnTo>
                    <a:lnTo>
                      <a:pt x="684" y="466"/>
                    </a:lnTo>
                    <a:close/>
                    <a:moveTo>
                      <a:pt x="572" y="600"/>
                    </a:moveTo>
                    <a:lnTo>
                      <a:pt x="576" y="600"/>
                    </a:lnTo>
                    <a:lnTo>
                      <a:pt x="576" y="604"/>
                    </a:lnTo>
                    <a:lnTo>
                      <a:pt x="572" y="600"/>
                    </a:lnTo>
                    <a:lnTo>
                      <a:pt x="572" y="604"/>
                    </a:lnTo>
                    <a:lnTo>
                      <a:pt x="572" y="600"/>
                    </a:lnTo>
                    <a:lnTo>
                      <a:pt x="572" y="600"/>
                    </a:lnTo>
                    <a:lnTo>
                      <a:pt x="572" y="6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1" name="Freeform 25"/>
              <p:cNvSpPr>
                <a:spLocks/>
              </p:cNvSpPr>
              <p:nvPr/>
            </p:nvSpPr>
            <p:spPr bwMode="gray">
              <a:xfrm>
                <a:off x="5589581" y="3427435"/>
                <a:ext cx="59135" cy="31307"/>
              </a:xfrm>
              <a:custGeom>
                <a:avLst/>
                <a:gdLst>
                  <a:gd name="T0" fmla="*/ 14 w 34"/>
                  <a:gd name="T1" fmla="*/ 14 h 18"/>
                  <a:gd name="T2" fmla="*/ 14 w 34"/>
                  <a:gd name="T3" fmla="*/ 18 h 18"/>
                  <a:gd name="T4" fmla="*/ 10 w 34"/>
                  <a:gd name="T5" fmla="*/ 18 h 18"/>
                  <a:gd name="T6" fmla="*/ 8 w 34"/>
                  <a:gd name="T7" fmla="*/ 18 h 18"/>
                  <a:gd name="T8" fmla="*/ 8 w 34"/>
                  <a:gd name="T9" fmla="*/ 18 h 18"/>
                  <a:gd name="T10" fmla="*/ 4 w 34"/>
                  <a:gd name="T11" fmla="*/ 14 h 18"/>
                  <a:gd name="T12" fmla="*/ 4 w 34"/>
                  <a:gd name="T13" fmla="*/ 14 h 18"/>
                  <a:gd name="T14" fmla="*/ 0 w 34"/>
                  <a:gd name="T15" fmla="*/ 10 h 18"/>
                  <a:gd name="T16" fmla="*/ 4 w 34"/>
                  <a:gd name="T17" fmla="*/ 10 h 18"/>
                  <a:gd name="T18" fmla="*/ 4 w 34"/>
                  <a:gd name="T19" fmla="*/ 10 h 18"/>
                  <a:gd name="T20" fmla="*/ 4 w 34"/>
                  <a:gd name="T21" fmla="*/ 10 h 18"/>
                  <a:gd name="T22" fmla="*/ 4 w 34"/>
                  <a:gd name="T23" fmla="*/ 10 h 18"/>
                  <a:gd name="T24" fmla="*/ 4 w 34"/>
                  <a:gd name="T25" fmla="*/ 8 h 18"/>
                  <a:gd name="T26" fmla="*/ 8 w 34"/>
                  <a:gd name="T27" fmla="*/ 8 h 18"/>
                  <a:gd name="T28" fmla="*/ 8 w 34"/>
                  <a:gd name="T29" fmla="*/ 8 h 18"/>
                  <a:gd name="T30" fmla="*/ 10 w 34"/>
                  <a:gd name="T31" fmla="*/ 8 h 18"/>
                  <a:gd name="T32" fmla="*/ 10 w 34"/>
                  <a:gd name="T33" fmla="*/ 8 h 18"/>
                  <a:gd name="T34" fmla="*/ 10 w 34"/>
                  <a:gd name="T35" fmla="*/ 8 h 18"/>
                  <a:gd name="T36" fmla="*/ 10 w 34"/>
                  <a:gd name="T37" fmla="*/ 8 h 18"/>
                  <a:gd name="T38" fmla="*/ 14 w 34"/>
                  <a:gd name="T39" fmla="*/ 4 h 18"/>
                  <a:gd name="T40" fmla="*/ 18 w 34"/>
                  <a:gd name="T41" fmla="*/ 4 h 18"/>
                  <a:gd name="T42" fmla="*/ 22 w 34"/>
                  <a:gd name="T43" fmla="*/ 4 h 18"/>
                  <a:gd name="T44" fmla="*/ 22 w 34"/>
                  <a:gd name="T45" fmla="*/ 4 h 18"/>
                  <a:gd name="T46" fmla="*/ 22 w 34"/>
                  <a:gd name="T47" fmla="*/ 4 h 18"/>
                  <a:gd name="T48" fmla="*/ 30 w 34"/>
                  <a:gd name="T49" fmla="*/ 0 h 18"/>
                  <a:gd name="T50" fmla="*/ 30 w 34"/>
                  <a:gd name="T51" fmla="*/ 0 h 18"/>
                  <a:gd name="T52" fmla="*/ 34 w 34"/>
                  <a:gd name="T53" fmla="*/ 0 h 18"/>
                  <a:gd name="T54" fmla="*/ 34 w 34"/>
                  <a:gd name="T55" fmla="*/ 0 h 18"/>
                  <a:gd name="T56" fmla="*/ 30 w 34"/>
                  <a:gd name="T57" fmla="*/ 4 h 18"/>
                  <a:gd name="T58" fmla="*/ 26 w 34"/>
                  <a:gd name="T59" fmla="*/ 4 h 18"/>
                  <a:gd name="T60" fmla="*/ 26 w 34"/>
                  <a:gd name="T61" fmla="*/ 8 h 18"/>
                  <a:gd name="T62" fmla="*/ 26 w 34"/>
                  <a:gd name="T63" fmla="*/ 8 h 18"/>
                  <a:gd name="T64" fmla="*/ 26 w 34"/>
                  <a:gd name="T65" fmla="*/ 10 h 18"/>
                  <a:gd name="T66" fmla="*/ 26 w 34"/>
                  <a:gd name="T67" fmla="*/ 10 h 18"/>
                  <a:gd name="T68" fmla="*/ 26 w 34"/>
                  <a:gd name="T69" fmla="*/ 10 h 18"/>
                  <a:gd name="T70" fmla="*/ 26 w 34"/>
                  <a:gd name="T71" fmla="*/ 10 h 18"/>
                  <a:gd name="T72" fmla="*/ 26 w 34"/>
                  <a:gd name="T73" fmla="*/ 10 h 18"/>
                  <a:gd name="T74" fmla="*/ 26 w 34"/>
                  <a:gd name="T75" fmla="*/ 10 h 18"/>
                  <a:gd name="T76" fmla="*/ 22 w 34"/>
                  <a:gd name="T77" fmla="*/ 10 h 18"/>
                  <a:gd name="T78" fmla="*/ 22 w 34"/>
                  <a:gd name="T79" fmla="*/ 10 h 18"/>
                  <a:gd name="T80" fmla="*/ 22 w 34"/>
                  <a:gd name="T81" fmla="*/ 10 h 18"/>
                  <a:gd name="T82" fmla="*/ 22 w 34"/>
                  <a:gd name="T83" fmla="*/ 10 h 18"/>
                  <a:gd name="T84" fmla="*/ 22 w 34"/>
                  <a:gd name="T85" fmla="*/ 14 h 18"/>
                  <a:gd name="T86" fmla="*/ 18 w 34"/>
                  <a:gd name="T87" fmla="*/ 14 h 18"/>
                  <a:gd name="T88" fmla="*/ 14 w 34"/>
                  <a:gd name="T89" fmla="*/ 14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4" h="18">
                    <a:moveTo>
                      <a:pt x="14" y="14"/>
                    </a:moveTo>
                    <a:lnTo>
                      <a:pt x="14" y="18"/>
                    </a:lnTo>
                    <a:lnTo>
                      <a:pt x="14" y="14"/>
                    </a:lnTo>
                    <a:lnTo>
                      <a:pt x="14" y="14"/>
                    </a:lnTo>
                    <a:lnTo>
                      <a:pt x="14" y="18"/>
                    </a:lnTo>
                    <a:lnTo>
                      <a:pt x="14" y="18"/>
                    </a:lnTo>
                    <a:lnTo>
                      <a:pt x="10" y="18"/>
                    </a:lnTo>
                    <a:lnTo>
                      <a:pt x="10" y="18"/>
                    </a:lnTo>
                    <a:lnTo>
                      <a:pt x="10" y="18"/>
                    </a:lnTo>
                    <a:lnTo>
                      <a:pt x="10" y="18"/>
                    </a:lnTo>
                    <a:lnTo>
                      <a:pt x="8" y="18"/>
                    </a:lnTo>
                    <a:lnTo>
                      <a:pt x="8" y="18"/>
                    </a:lnTo>
                    <a:lnTo>
                      <a:pt x="8" y="18"/>
                    </a:lnTo>
                    <a:lnTo>
                      <a:pt x="8" y="18"/>
                    </a:lnTo>
                    <a:lnTo>
                      <a:pt x="8" y="18"/>
                    </a:lnTo>
                    <a:lnTo>
                      <a:pt x="8" y="18"/>
                    </a:lnTo>
                    <a:lnTo>
                      <a:pt x="8" y="18"/>
                    </a:lnTo>
                    <a:lnTo>
                      <a:pt x="4" y="14"/>
                    </a:lnTo>
                    <a:lnTo>
                      <a:pt x="4" y="14"/>
                    </a:lnTo>
                    <a:lnTo>
                      <a:pt x="4" y="14"/>
                    </a:lnTo>
                    <a:lnTo>
                      <a:pt x="4" y="14"/>
                    </a:lnTo>
                    <a:lnTo>
                      <a:pt x="4" y="10"/>
                    </a:lnTo>
                    <a:lnTo>
                      <a:pt x="0" y="10"/>
                    </a:lnTo>
                    <a:lnTo>
                      <a:pt x="0" y="10"/>
                    </a:lnTo>
                    <a:lnTo>
                      <a:pt x="0" y="10"/>
                    </a:lnTo>
                    <a:lnTo>
                      <a:pt x="0" y="10"/>
                    </a:lnTo>
                    <a:lnTo>
                      <a:pt x="4" y="10"/>
                    </a:lnTo>
                    <a:lnTo>
                      <a:pt x="4" y="10"/>
                    </a:lnTo>
                    <a:lnTo>
                      <a:pt x="4" y="10"/>
                    </a:lnTo>
                    <a:lnTo>
                      <a:pt x="4" y="10"/>
                    </a:lnTo>
                    <a:lnTo>
                      <a:pt x="4" y="10"/>
                    </a:lnTo>
                    <a:lnTo>
                      <a:pt x="4" y="10"/>
                    </a:lnTo>
                    <a:lnTo>
                      <a:pt x="4" y="10"/>
                    </a:lnTo>
                    <a:lnTo>
                      <a:pt x="4" y="10"/>
                    </a:lnTo>
                    <a:lnTo>
                      <a:pt x="4" y="10"/>
                    </a:lnTo>
                    <a:lnTo>
                      <a:pt x="4" y="10"/>
                    </a:lnTo>
                    <a:lnTo>
                      <a:pt x="4" y="10"/>
                    </a:lnTo>
                    <a:lnTo>
                      <a:pt x="4" y="10"/>
                    </a:lnTo>
                    <a:lnTo>
                      <a:pt x="4" y="8"/>
                    </a:lnTo>
                    <a:lnTo>
                      <a:pt x="4" y="8"/>
                    </a:lnTo>
                    <a:lnTo>
                      <a:pt x="4" y="8"/>
                    </a:lnTo>
                    <a:lnTo>
                      <a:pt x="8" y="8"/>
                    </a:lnTo>
                    <a:lnTo>
                      <a:pt x="8" y="8"/>
                    </a:lnTo>
                    <a:lnTo>
                      <a:pt x="8" y="8"/>
                    </a:lnTo>
                    <a:lnTo>
                      <a:pt x="8" y="8"/>
                    </a:lnTo>
                    <a:lnTo>
                      <a:pt x="8" y="8"/>
                    </a:lnTo>
                    <a:lnTo>
                      <a:pt x="8" y="8"/>
                    </a:lnTo>
                    <a:lnTo>
                      <a:pt x="10" y="8"/>
                    </a:lnTo>
                    <a:lnTo>
                      <a:pt x="10" y="8"/>
                    </a:lnTo>
                    <a:lnTo>
                      <a:pt x="10" y="8"/>
                    </a:lnTo>
                    <a:lnTo>
                      <a:pt x="10" y="8"/>
                    </a:lnTo>
                    <a:lnTo>
                      <a:pt x="10" y="8"/>
                    </a:lnTo>
                    <a:lnTo>
                      <a:pt x="10" y="8"/>
                    </a:lnTo>
                    <a:lnTo>
                      <a:pt x="10" y="8"/>
                    </a:lnTo>
                    <a:lnTo>
                      <a:pt x="10" y="8"/>
                    </a:lnTo>
                    <a:lnTo>
                      <a:pt x="10" y="8"/>
                    </a:lnTo>
                    <a:lnTo>
                      <a:pt x="10" y="8"/>
                    </a:lnTo>
                    <a:lnTo>
                      <a:pt x="10" y="4"/>
                    </a:lnTo>
                    <a:lnTo>
                      <a:pt x="10" y="4"/>
                    </a:lnTo>
                    <a:lnTo>
                      <a:pt x="14" y="4"/>
                    </a:lnTo>
                    <a:lnTo>
                      <a:pt x="18" y="4"/>
                    </a:lnTo>
                    <a:lnTo>
                      <a:pt x="18" y="4"/>
                    </a:lnTo>
                    <a:lnTo>
                      <a:pt x="18" y="4"/>
                    </a:lnTo>
                    <a:lnTo>
                      <a:pt x="18" y="4"/>
                    </a:lnTo>
                    <a:lnTo>
                      <a:pt x="18" y="4"/>
                    </a:lnTo>
                    <a:lnTo>
                      <a:pt x="22" y="4"/>
                    </a:lnTo>
                    <a:lnTo>
                      <a:pt x="22" y="4"/>
                    </a:lnTo>
                    <a:lnTo>
                      <a:pt x="22" y="4"/>
                    </a:lnTo>
                    <a:lnTo>
                      <a:pt x="22" y="4"/>
                    </a:lnTo>
                    <a:lnTo>
                      <a:pt x="22" y="4"/>
                    </a:lnTo>
                    <a:lnTo>
                      <a:pt x="22" y="4"/>
                    </a:lnTo>
                    <a:lnTo>
                      <a:pt x="22" y="4"/>
                    </a:lnTo>
                    <a:lnTo>
                      <a:pt x="26" y="4"/>
                    </a:lnTo>
                    <a:lnTo>
                      <a:pt x="26" y="4"/>
                    </a:lnTo>
                    <a:lnTo>
                      <a:pt x="30" y="0"/>
                    </a:lnTo>
                    <a:lnTo>
                      <a:pt x="30" y="0"/>
                    </a:lnTo>
                    <a:lnTo>
                      <a:pt x="30" y="0"/>
                    </a:lnTo>
                    <a:lnTo>
                      <a:pt x="30" y="0"/>
                    </a:lnTo>
                    <a:lnTo>
                      <a:pt x="30" y="0"/>
                    </a:lnTo>
                    <a:lnTo>
                      <a:pt x="30" y="0"/>
                    </a:lnTo>
                    <a:lnTo>
                      <a:pt x="34" y="0"/>
                    </a:lnTo>
                    <a:lnTo>
                      <a:pt x="34" y="0"/>
                    </a:lnTo>
                    <a:lnTo>
                      <a:pt x="34" y="0"/>
                    </a:lnTo>
                    <a:lnTo>
                      <a:pt x="34" y="0"/>
                    </a:lnTo>
                    <a:lnTo>
                      <a:pt x="30" y="0"/>
                    </a:lnTo>
                    <a:lnTo>
                      <a:pt x="30" y="4"/>
                    </a:lnTo>
                    <a:lnTo>
                      <a:pt x="30" y="4"/>
                    </a:lnTo>
                    <a:lnTo>
                      <a:pt x="30" y="4"/>
                    </a:lnTo>
                    <a:lnTo>
                      <a:pt x="26" y="4"/>
                    </a:lnTo>
                    <a:lnTo>
                      <a:pt x="26" y="4"/>
                    </a:lnTo>
                    <a:lnTo>
                      <a:pt x="26" y="4"/>
                    </a:lnTo>
                    <a:lnTo>
                      <a:pt x="26" y="4"/>
                    </a:lnTo>
                    <a:lnTo>
                      <a:pt x="26" y="8"/>
                    </a:lnTo>
                    <a:lnTo>
                      <a:pt x="26" y="8"/>
                    </a:lnTo>
                    <a:lnTo>
                      <a:pt x="26" y="8"/>
                    </a:lnTo>
                    <a:lnTo>
                      <a:pt x="26" y="8"/>
                    </a:lnTo>
                    <a:lnTo>
                      <a:pt x="26" y="8"/>
                    </a:lnTo>
                    <a:lnTo>
                      <a:pt x="26" y="8"/>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2" y="10"/>
                    </a:lnTo>
                    <a:lnTo>
                      <a:pt x="22" y="10"/>
                    </a:lnTo>
                    <a:lnTo>
                      <a:pt x="22" y="10"/>
                    </a:lnTo>
                    <a:lnTo>
                      <a:pt x="22" y="10"/>
                    </a:lnTo>
                    <a:lnTo>
                      <a:pt x="22" y="10"/>
                    </a:lnTo>
                    <a:lnTo>
                      <a:pt x="22" y="10"/>
                    </a:lnTo>
                    <a:lnTo>
                      <a:pt x="22" y="10"/>
                    </a:lnTo>
                    <a:lnTo>
                      <a:pt x="22" y="10"/>
                    </a:lnTo>
                    <a:lnTo>
                      <a:pt x="22" y="10"/>
                    </a:lnTo>
                    <a:lnTo>
                      <a:pt x="22" y="10"/>
                    </a:lnTo>
                    <a:lnTo>
                      <a:pt x="22" y="10"/>
                    </a:lnTo>
                    <a:lnTo>
                      <a:pt x="22" y="14"/>
                    </a:lnTo>
                    <a:lnTo>
                      <a:pt x="22" y="14"/>
                    </a:lnTo>
                    <a:lnTo>
                      <a:pt x="22" y="14"/>
                    </a:lnTo>
                    <a:lnTo>
                      <a:pt x="18" y="14"/>
                    </a:lnTo>
                    <a:lnTo>
                      <a:pt x="18" y="14"/>
                    </a:lnTo>
                    <a:lnTo>
                      <a:pt x="14" y="14"/>
                    </a:lnTo>
                    <a:lnTo>
                      <a:pt x="14" y="14"/>
                    </a:lnTo>
                    <a:lnTo>
                      <a:pt x="14" y="14"/>
                    </a:lnTo>
                    <a:lnTo>
                      <a:pt x="14"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2" name="Freeform 26"/>
              <p:cNvSpPr>
                <a:spLocks/>
              </p:cNvSpPr>
              <p:nvPr/>
            </p:nvSpPr>
            <p:spPr bwMode="gray">
              <a:xfrm>
                <a:off x="5641758" y="3556140"/>
                <a:ext cx="6958" cy="13914"/>
              </a:xfrm>
              <a:custGeom>
                <a:avLst/>
                <a:gdLst>
                  <a:gd name="T0" fmla="*/ 4 w 4"/>
                  <a:gd name="T1" fmla="*/ 0 h 8"/>
                  <a:gd name="T2" fmla="*/ 4 w 4"/>
                  <a:gd name="T3" fmla="*/ 0 h 8"/>
                  <a:gd name="T4" fmla="*/ 4 w 4"/>
                  <a:gd name="T5" fmla="*/ 0 h 8"/>
                  <a:gd name="T6" fmla="*/ 4 w 4"/>
                  <a:gd name="T7" fmla="*/ 0 h 8"/>
                  <a:gd name="T8" fmla="*/ 4 w 4"/>
                  <a:gd name="T9" fmla="*/ 4 h 8"/>
                  <a:gd name="T10" fmla="*/ 4 w 4"/>
                  <a:gd name="T11" fmla="*/ 4 h 8"/>
                  <a:gd name="T12" fmla="*/ 0 w 4"/>
                  <a:gd name="T13" fmla="*/ 4 h 8"/>
                  <a:gd name="T14" fmla="*/ 0 w 4"/>
                  <a:gd name="T15" fmla="*/ 4 h 8"/>
                  <a:gd name="T16" fmla="*/ 0 w 4"/>
                  <a:gd name="T17" fmla="*/ 8 h 8"/>
                  <a:gd name="T18" fmla="*/ 0 w 4"/>
                  <a:gd name="T19" fmla="*/ 8 h 8"/>
                  <a:gd name="T20" fmla="*/ 0 w 4"/>
                  <a:gd name="T21" fmla="*/ 4 h 8"/>
                  <a:gd name="T22" fmla="*/ 0 w 4"/>
                  <a:gd name="T23" fmla="*/ 4 h 8"/>
                  <a:gd name="T24" fmla="*/ 0 w 4"/>
                  <a:gd name="T25" fmla="*/ 4 h 8"/>
                  <a:gd name="T26" fmla="*/ 0 w 4"/>
                  <a:gd name="T27" fmla="*/ 4 h 8"/>
                  <a:gd name="T28" fmla="*/ 4 w 4"/>
                  <a:gd name="T29" fmla="*/ 4 h 8"/>
                  <a:gd name="T30" fmla="*/ 4 w 4"/>
                  <a:gd name="T31" fmla="*/ 0 h 8"/>
                  <a:gd name="T32" fmla="*/ 4 w 4"/>
                  <a:gd name="T33" fmla="*/ 0 h 8"/>
                  <a:gd name="T34" fmla="*/ 4 w 4"/>
                  <a:gd name="T35" fmla="*/ 0 h 8"/>
                  <a:gd name="T36" fmla="*/ 4 w 4"/>
                  <a:gd name="T37" fmla="*/ 0 h 8"/>
                  <a:gd name="T38" fmla="*/ 4 w 4"/>
                  <a:gd name="T3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 h="8">
                    <a:moveTo>
                      <a:pt x="4" y="0"/>
                    </a:moveTo>
                    <a:lnTo>
                      <a:pt x="4" y="0"/>
                    </a:lnTo>
                    <a:lnTo>
                      <a:pt x="4" y="0"/>
                    </a:lnTo>
                    <a:lnTo>
                      <a:pt x="4" y="0"/>
                    </a:lnTo>
                    <a:lnTo>
                      <a:pt x="4" y="4"/>
                    </a:lnTo>
                    <a:lnTo>
                      <a:pt x="4" y="4"/>
                    </a:lnTo>
                    <a:lnTo>
                      <a:pt x="0" y="4"/>
                    </a:lnTo>
                    <a:lnTo>
                      <a:pt x="0" y="4"/>
                    </a:lnTo>
                    <a:lnTo>
                      <a:pt x="0" y="8"/>
                    </a:lnTo>
                    <a:lnTo>
                      <a:pt x="0" y="8"/>
                    </a:lnTo>
                    <a:lnTo>
                      <a:pt x="0" y="4"/>
                    </a:lnTo>
                    <a:lnTo>
                      <a:pt x="0" y="4"/>
                    </a:lnTo>
                    <a:lnTo>
                      <a:pt x="0" y="4"/>
                    </a:lnTo>
                    <a:lnTo>
                      <a:pt x="0" y="4"/>
                    </a:lnTo>
                    <a:lnTo>
                      <a:pt x="4" y="4"/>
                    </a:lnTo>
                    <a:lnTo>
                      <a:pt x="4" y="0"/>
                    </a:lnTo>
                    <a:lnTo>
                      <a:pt x="4" y="0"/>
                    </a:lnTo>
                    <a:lnTo>
                      <a:pt x="4" y="0"/>
                    </a:lnTo>
                    <a:lnTo>
                      <a:pt x="4" y="0"/>
                    </a:lnTo>
                    <a:lnTo>
                      <a:pt x="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4" name="Freeform 28"/>
              <p:cNvSpPr>
                <a:spLocks noEditPoints="1"/>
              </p:cNvSpPr>
              <p:nvPr/>
            </p:nvSpPr>
            <p:spPr bwMode="gray">
              <a:xfrm>
                <a:off x="7141005" y="4342283"/>
                <a:ext cx="1127046" cy="504385"/>
              </a:xfrm>
              <a:custGeom>
                <a:avLst/>
                <a:gdLst>
                  <a:gd name="T0" fmla="*/ 316 w 648"/>
                  <a:gd name="T1" fmla="*/ 34 h 290"/>
                  <a:gd name="T2" fmla="*/ 122 w 648"/>
                  <a:gd name="T3" fmla="*/ 108 h 290"/>
                  <a:gd name="T4" fmla="*/ 434 w 648"/>
                  <a:gd name="T5" fmla="*/ 138 h 290"/>
                  <a:gd name="T6" fmla="*/ 550 w 648"/>
                  <a:gd name="T7" fmla="*/ 204 h 290"/>
                  <a:gd name="T8" fmla="*/ 520 w 648"/>
                  <a:gd name="T9" fmla="*/ 222 h 290"/>
                  <a:gd name="T10" fmla="*/ 398 w 648"/>
                  <a:gd name="T11" fmla="*/ 276 h 290"/>
                  <a:gd name="T12" fmla="*/ 152 w 648"/>
                  <a:gd name="T13" fmla="*/ 156 h 290"/>
                  <a:gd name="T14" fmla="*/ 106 w 648"/>
                  <a:gd name="T15" fmla="*/ 178 h 290"/>
                  <a:gd name="T16" fmla="*/ 50 w 648"/>
                  <a:gd name="T17" fmla="*/ 78 h 290"/>
                  <a:gd name="T18" fmla="*/ 22 w 648"/>
                  <a:gd name="T19" fmla="*/ 10 h 290"/>
                  <a:gd name="T20" fmla="*/ 84 w 648"/>
                  <a:gd name="T21" fmla="*/ 64 h 290"/>
                  <a:gd name="T22" fmla="*/ 118 w 648"/>
                  <a:gd name="T23" fmla="*/ 108 h 290"/>
                  <a:gd name="T24" fmla="*/ 276 w 648"/>
                  <a:gd name="T25" fmla="*/ 70 h 290"/>
                  <a:gd name="T26" fmla="*/ 312 w 648"/>
                  <a:gd name="T27" fmla="*/ 48 h 290"/>
                  <a:gd name="T28" fmla="*/ 316 w 648"/>
                  <a:gd name="T29" fmla="*/ 116 h 290"/>
                  <a:gd name="T30" fmla="*/ 278 w 648"/>
                  <a:gd name="T31" fmla="*/ 170 h 290"/>
                  <a:gd name="T32" fmla="*/ 212 w 648"/>
                  <a:gd name="T33" fmla="*/ 150 h 290"/>
                  <a:gd name="T34" fmla="*/ 200 w 648"/>
                  <a:gd name="T35" fmla="*/ 70 h 290"/>
                  <a:gd name="T36" fmla="*/ 18 w 648"/>
                  <a:gd name="T37" fmla="*/ 64 h 290"/>
                  <a:gd name="T38" fmla="*/ 464 w 648"/>
                  <a:gd name="T39" fmla="*/ 66 h 290"/>
                  <a:gd name="T40" fmla="*/ 468 w 648"/>
                  <a:gd name="T41" fmla="*/ 116 h 290"/>
                  <a:gd name="T42" fmla="*/ 386 w 648"/>
                  <a:gd name="T43" fmla="*/ 156 h 290"/>
                  <a:gd name="T44" fmla="*/ 358 w 648"/>
                  <a:gd name="T45" fmla="*/ 160 h 290"/>
                  <a:gd name="T46" fmla="*/ 334 w 648"/>
                  <a:gd name="T47" fmla="*/ 152 h 290"/>
                  <a:gd name="T48" fmla="*/ 358 w 648"/>
                  <a:gd name="T49" fmla="*/ 90 h 290"/>
                  <a:gd name="T50" fmla="*/ 412 w 648"/>
                  <a:gd name="T51" fmla="*/ 92 h 290"/>
                  <a:gd name="T52" fmla="*/ 368 w 648"/>
                  <a:gd name="T53" fmla="*/ 122 h 290"/>
                  <a:gd name="T54" fmla="*/ 36 w 648"/>
                  <a:gd name="T55" fmla="*/ 82 h 290"/>
                  <a:gd name="T56" fmla="*/ 114 w 648"/>
                  <a:gd name="T57" fmla="*/ 90 h 290"/>
                  <a:gd name="T58" fmla="*/ 134 w 648"/>
                  <a:gd name="T59" fmla="*/ 100 h 290"/>
                  <a:gd name="T60" fmla="*/ 498 w 648"/>
                  <a:gd name="T61" fmla="*/ 104 h 290"/>
                  <a:gd name="T62" fmla="*/ 130 w 648"/>
                  <a:gd name="T63" fmla="*/ 112 h 290"/>
                  <a:gd name="T64" fmla="*/ 576 w 648"/>
                  <a:gd name="T65" fmla="*/ 182 h 290"/>
                  <a:gd name="T66" fmla="*/ 528 w 648"/>
                  <a:gd name="T67" fmla="*/ 156 h 290"/>
                  <a:gd name="T68" fmla="*/ 516 w 648"/>
                  <a:gd name="T69" fmla="*/ 116 h 290"/>
                  <a:gd name="T70" fmla="*/ 572 w 648"/>
                  <a:gd name="T71" fmla="*/ 156 h 290"/>
                  <a:gd name="T72" fmla="*/ 648 w 648"/>
                  <a:gd name="T73" fmla="*/ 212 h 290"/>
                  <a:gd name="T74" fmla="*/ 502 w 648"/>
                  <a:gd name="T75" fmla="*/ 108 h 290"/>
                  <a:gd name="T76" fmla="*/ 58 w 648"/>
                  <a:gd name="T77" fmla="*/ 130 h 290"/>
                  <a:gd name="T78" fmla="*/ 394 w 648"/>
                  <a:gd name="T79" fmla="*/ 122 h 290"/>
                  <a:gd name="T80" fmla="*/ 156 w 648"/>
                  <a:gd name="T81" fmla="*/ 146 h 290"/>
                  <a:gd name="T82" fmla="*/ 420 w 648"/>
                  <a:gd name="T83" fmla="*/ 134 h 290"/>
                  <a:gd name="T84" fmla="*/ 70 w 648"/>
                  <a:gd name="T85" fmla="*/ 150 h 290"/>
                  <a:gd name="T86" fmla="*/ 484 w 648"/>
                  <a:gd name="T87" fmla="*/ 160 h 290"/>
                  <a:gd name="T88" fmla="*/ 164 w 648"/>
                  <a:gd name="T89" fmla="*/ 152 h 290"/>
                  <a:gd name="T90" fmla="*/ 458 w 648"/>
                  <a:gd name="T91" fmla="*/ 156 h 290"/>
                  <a:gd name="T92" fmla="*/ 386 w 648"/>
                  <a:gd name="T93" fmla="*/ 196 h 290"/>
                  <a:gd name="T94" fmla="*/ 104 w 648"/>
                  <a:gd name="T95" fmla="*/ 196 h 290"/>
                  <a:gd name="T96" fmla="*/ 182 w 648"/>
                  <a:gd name="T97" fmla="*/ 234 h 290"/>
                  <a:gd name="T98" fmla="*/ 186 w 648"/>
                  <a:gd name="T99" fmla="*/ 212 h 290"/>
                  <a:gd name="T100" fmla="*/ 268 w 648"/>
                  <a:gd name="T101" fmla="*/ 234 h 290"/>
                  <a:gd name="T102" fmla="*/ 558 w 648"/>
                  <a:gd name="T103" fmla="*/ 212 h 290"/>
                  <a:gd name="T104" fmla="*/ 260 w 648"/>
                  <a:gd name="T105" fmla="*/ 226 h 290"/>
                  <a:gd name="T106" fmla="*/ 602 w 648"/>
                  <a:gd name="T107" fmla="*/ 238 h 290"/>
                  <a:gd name="T108" fmla="*/ 378 w 648"/>
                  <a:gd name="T109" fmla="*/ 252 h 290"/>
                  <a:gd name="T110" fmla="*/ 334 w 648"/>
                  <a:gd name="T111" fmla="*/ 252 h 290"/>
                  <a:gd name="T112" fmla="*/ 334 w 648"/>
                  <a:gd name="T113" fmla="*/ 246 h 290"/>
                  <a:gd name="T114" fmla="*/ 298 w 648"/>
                  <a:gd name="T115" fmla="*/ 250 h 290"/>
                  <a:gd name="T116" fmla="*/ 342 w 648"/>
                  <a:gd name="T117" fmla="*/ 264 h 290"/>
                  <a:gd name="T118" fmla="*/ 398 w 648"/>
                  <a:gd name="T119" fmla="*/ 280 h 290"/>
                  <a:gd name="T120" fmla="*/ 412 w 648"/>
                  <a:gd name="T121" fmla="*/ 242 h 290"/>
                  <a:gd name="T122" fmla="*/ 402 w 648"/>
                  <a:gd name="T123" fmla="*/ 268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48" h="290">
                    <a:moveTo>
                      <a:pt x="114" y="92"/>
                    </a:moveTo>
                    <a:lnTo>
                      <a:pt x="110" y="92"/>
                    </a:lnTo>
                    <a:lnTo>
                      <a:pt x="110" y="90"/>
                    </a:lnTo>
                    <a:lnTo>
                      <a:pt x="114" y="90"/>
                    </a:lnTo>
                    <a:lnTo>
                      <a:pt x="114" y="92"/>
                    </a:lnTo>
                    <a:lnTo>
                      <a:pt x="114" y="92"/>
                    </a:lnTo>
                    <a:lnTo>
                      <a:pt x="114" y="92"/>
                    </a:lnTo>
                    <a:close/>
                    <a:moveTo>
                      <a:pt x="460" y="156"/>
                    </a:moveTo>
                    <a:lnTo>
                      <a:pt x="458" y="156"/>
                    </a:lnTo>
                    <a:lnTo>
                      <a:pt x="460" y="156"/>
                    </a:lnTo>
                    <a:lnTo>
                      <a:pt x="460" y="156"/>
                    </a:lnTo>
                    <a:lnTo>
                      <a:pt x="460" y="156"/>
                    </a:lnTo>
                    <a:close/>
                    <a:moveTo>
                      <a:pt x="302" y="160"/>
                    </a:moveTo>
                    <a:lnTo>
                      <a:pt x="302" y="164"/>
                    </a:lnTo>
                    <a:lnTo>
                      <a:pt x="298" y="164"/>
                    </a:lnTo>
                    <a:lnTo>
                      <a:pt x="302" y="160"/>
                    </a:lnTo>
                    <a:lnTo>
                      <a:pt x="302" y="160"/>
                    </a:lnTo>
                    <a:lnTo>
                      <a:pt x="302" y="160"/>
                    </a:lnTo>
                    <a:close/>
                    <a:moveTo>
                      <a:pt x="446" y="34"/>
                    </a:moveTo>
                    <a:lnTo>
                      <a:pt x="446" y="30"/>
                    </a:lnTo>
                    <a:lnTo>
                      <a:pt x="446" y="26"/>
                    </a:lnTo>
                    <a:lnTo>
                      <a:pt x="450" y="30"/>
                    </a:lnTo>
                    <a:lnTo>
                      <a:pt x="446" y="30"/>
                    </a:lnTo>
                    <a:lnTo>
                      <a:pt x="446" y="34"/>
                    </a:lnTo>
                    <a:lnTo>
                      <a:pt x="446" y="34"/>
                    </a:lnTo>
                    <a:lnTo>
                      <a:pt x="446" y="34"/>
                    </a:lnTo>
                    <a:close/>
                    <a:moveTo>
                      <a:pt x="320" y="30"/>
                    </a:moveTo>
                    <a:lnTo>
                      <a:pt x="320" y="34"/>
                    </a:lnTo>
                    <a:lnTo>
                      <a:pt x="324" y="34"/>
                    </a:lnTo>
                    <a:lnTo>
                      <a:pt x="320" y="34"/>
                    </a:lnTo>
                    <a:lnTo>
                      <a:pt x="320" y="30"/>
                    </a:lnTo>
                    <a:lnTo>
                      <a:pt x="320" y="30"/>
                    </a:lnTo>
                    <a:lnTo>
                      <a:pt x="320" y="30"/>
                    </a:lnTo>
                    <a:close/>
                    <a:moveTo>
                      <a:pt x="316" y="34"/>
                    </a:moveTo>
                    <a:lnTo>
                      <a:pt x="320" y="34"/>
                    </a:lnTo>
                    <a:lnTo>
                      <a:pt x="316" y="34"/>
                    </a:lnTo>
                    <a:lnTo>
                      <a:pt x="316" y="34"/>
                    </a:lnTo>
                    <a:lnTo>
                      <a:pt x="316" y="34"/>
                    </a:lnTo>
                    <a:close/>
                    <a:moveTo>
                      <a:pt x="446" y="36"/>
                    </a:moveTo>
                    <a:lnTo>
                      <a:pt x="442" y="34"/>
                    </a:lnTo>
                    <a:lnTo>
                      <a:pt x="446" y="34"/>
                    </a:lnTo>
                    <a:lnTo>
                      <a:pt x="446" y="36"/>
                    </a:lnTo>
                    <a:lnTo>
                      <a:pt x="446" y="36"/>
                    </a:lnTo>
                    <a:lnTo>
                      <a:pt x="446" y="36"/>
                    </a:lnTo>
                    <a:close/>
                    <a:moveTo>
                      <a:pt x="434" y="44"/>
                    </a:moveTo>
                    <a:lnTo>
                      <a:pt x="430" y="44"/>
                    </a:lnTo>
                    <a:lnTo>
                      <a:pt x="430" y="40"/>
                    </a:lnTo>
                    <a:lnTo>
                      <a:pt x="430" y="36"/>
                    </a:lnTo>
                    <a:lnTo>
                      <a:pt x="430" y="40"/>
                    </a:lnTo>
                    <a:lnTo>
                      <a:pt x="434" y="44"/>
                    </a:lnTo>
                    <a:lnTo>
                      <a:pt x="434" y="44"/>
                    </a:lnTo>
                    <a:lnTo>
                      <a:pt x="434" y="44"/>
                    </a:lnTo>
                    <a:close/>
                    <a:moveTo>
                      <a:pt x="312" y="40"/>
                    </a:moveTo>
                    <a:lnTo>
                      <a:pt x="316" y="44"/>
                    </a:lnTo>
                    <a:lnTo>
                      <a:pt x="312" y="44"/>
                    </a:lnTo>
                    <a:lnTo>
                      <a:pt x="312" y="40"/>
                    </a:lnTo>
                    <a:lnTo>
                      <a:pt x="312" y="40"/>
                    </a:lnTo>
                    <a:lnTo>
                      <a:pt x="312" y="40"/>
                    </a:lnTo>
                    <a:close/>
                    <a:moveTo>
                      <a:pt x="316" y="44"/>
                    </a:moveTo>
                    <a:lnTo>
                      <a:pt x="320" y="44"/>
                    </a:lnTo>
                    <a:lnTo>
                      <a:pt x="316" y="48"/>
                    </a:lnTo>
                    <a:lnTo>
                      <a:pt x="316" y="44"/>
                    </a:lnTo>
                    <a:lnTo>
                      <a:pt x="316" y="44"/>
                    </a:lnTo>
                    <a:lnTo>
                      <a:pt x="316" y="44"/>
                    </a:lnTo>
                    <a:close/>
                    <a:moveTo>
                      <a:pt x="488" y="108"/>
                    </a:moveTo>
                    <a:lnTo>
                      <a:pt x="484" y="104"/>
                    </a:lnTo>
                    <a:lnTo>
                      <a:pt x="484" y="100"/>
                    </a:lnTo>
                    <a:lnTo>
                      <a:pt x="488" y="104"/>
                    </a:lnTo>
                    <a:lnTo>
                      <a:pt x="488" y="108"/>
                    </a:lnTo>
                    <a:lnTo>
                      <a:pt x="488" y="108"/>
                    </a:lnTo>
                    <a:lnTo>
                      <a:pt x="488" y="108"/>
                    </a:lnTo>
                    <a:close/>
                    <a:moveTo>
                      <a:pt x="122" y="108"/>
                    </a:moveTo>
                    <a:lnTo>
                      <a:pt x="118" y="108"/>
                    </a:lnTo>
                    <a:lnTo>
                      <a:pt x="122" y="108"/>
                    </a:lnTo>
                    <a:lnTo>
                      <a:pt x="122" y="108"/>
                    </a:lnTo>
                    <a:lnTo>
                      <a:pt x="122" y="108"/>
                    </a:lnTo>
                    <a:close/>
                    <a:moveTo>
                      <a:pt x="454" y="108"/>
                    </a:moveTo>
                    <a:lnTo>
                      <a:pt x="454" y="112"/>
                    </a:lnTo>
                    <a:lnTo>
                      <a:pt x="450" y="112"/>
                    </a:lnTo>
                    <a:lnTo>
                      <a:pt x="450" y="108"/>
                    </a:lnTo>
                    <a:lnTo>
                      <a:pt x="454" y="108"/>
                    </a:lnTo>
                    <a:lnTo>
                      <a:pt x="454" y="108"/>
                    </a:lnTo>
                    <a:lnTo>
                      <a:pt x="454" y="108"/>
                    </a:lnTo>
                    <a:close/>
                    <a:moveTo>
                      <a:pt x="378" y="108"/>
                    </a:moveTo>
                    <a:lnTo>
                      <a:pt x="374" y="108"/>
                    </a:lnTo>
                    <a:lnTo>
                      <a:pt x="378" y="108"/>
                    </a:lnTo>
                    <a:lnTo>
                      <a:pt x="378" y="108"/>
                    </a:lnTo>
                    <a:lnTo>
                      <a:pt x="378" y="108"/>
                    </a:lnTo>
                    <a:close/>
                    <a:moveTo>
                      <a:pt x="378" y="112"/>
                    </a:moveTo>
                    <a:lnTo>
                      <a:pt x="374" y="112"/>
                    </a:lnTo>
                    <a:lnTo>
                      <a:pt x="374" y="108"/>
                    </a:lnTo>
                    <a:lnTo>
                      <a:pt x="378" y="108"/>
                    </a:lnTo>
                    <a:lnTo>
                      <a:pt x="378" y="112"/>
                    </a:lnTo>
                    <a:lnTo>
                      <a:pt x="378" y="112"/>
                    </a:lnTo>
                    <a:lnTo>
                      <a:pt x="378" y="112"/>
                    </a:lnTo>
                    <a:close/>
                    <a:moveTo>
                      <a:pt x="454" y="112"/>
                    </a:moveTo>
                    <a:lnTo>
                      <a:pt x="454" y="116"/>
                    </a:lnTo>
                    <a:lnTo>
                      <a:pt x="454" y="112"/>
                    </a:lnTo>
                    <a:lnTo>
                      <a:pt x="454" y="112"/>
                    </a:lnTo>
                    <a:lnTo>
                      <a:pt x="454" y="112"/>
                    </a:lnTo>
                    <a:close/>
                    <a:moveTo>
                      <a:pt x="562" y="120"/>
                    </a:moveTo>
                    <a:lnTo>
                      <a:pt x="562" y="122"/>
                    </a:lnTo>
                    <a:lnTo>
                      <a:pt x="562" y="120"/>
                    </a:lnTo>
                    <a:lnTo>
                      <a:pt x="562" y="120"/>
                    </a:lnTo>
                    <a:lnTo>
                      <a:pt x="562" y="120"/>
                    </a:lnTo>
                    <a:close/>
                    <a:moveTo>
                      <a:pt x="434" y="138"/>
                    </a:moveTo>
                    <a:lnTo>
                      <a:pt x="434" y="142"/>
                    </a:lnTo>
                    <a:lnTo>
                      <a:pt x="434" y="146"/>
                    </a:lnTo>
                    <a:lnTo>
                      <a:pt x="434" y="142"/>
                    </a:lnTo>
                    <a:lnTo>
                      <a:pt x="434" y="138"/>
                    </a:lnTo>
                    <a:lnTo>
                      <a:pt x="434" y="138"/>
                    </a:lnTo>
                    <a:lnTo>
                      <a:pt x="434" y="138"/>
                    </a:lnTo>
                    <a:close/>
                    <a:moveTo>
                      <a:pt x="472" y="164"/>
                    </a:moveTo>
                    <a:lnTo>
                      <a:pt x="476" y="164"/>
                    </a:lnTo>
                    <a:lnTo>
                      <a:pt x="472" y="164"/>
                    </a:lnTo>
                    <a:lnTo>
                      <a:pt x="472" y="164"/>
                    </a:lnTo>
                    <a:lnTo>
                      <a:pt x="472" y="164"/>
                    </a:lnTo>
                    <a:close/>
                    <a:moveTo>
                      <a:pt x="540" y="170"/>
                    </a:moveTo>
                    <a:lnTo>
                      <a:pt x="540" y="174"/>
                    </a:lnTo>
                    <a:lnTo>
                      <a:pt x="544" y="174"/>
                    </a:lnTo>
                    <a:lnTo>
                      <a:pt x="540" y="174"/>
                    </a:lnTo>
                    <a:lnTo>
                      <a:pt x="540" y="170"/>
                    </a:lnTo>
                    <a:lnTo>
                      <a:pt x="540" y="170"/>
                    </a:lnTo>
                    <a:lnTo>
                      <a:pt x="540" y="170"/>
                    </a:lnTo>
                    <a:close/>
                    <a:moveTo>
                      <a:pt x="536" y="194"/>
                    </a:moveTo>
                    <a:lnTo>
                      <a:pt x="536" y="196"/>
                    </a:lnTo>
                    <a:lnTo>
                      <a:pt x="536" y="200"/>
                    </a:lnTo>
                    <a:lnTo>
                      <a:pt x="532" y="204"/>
                    </a:lnTo>
                    <a:lnTo>
                      <a:pt x="532" y="200"/>
                    </a:lnTo>
                    <a:lnTo>
                      <a:pt x="536" y="196"/>
                    </a:lnTo>
                    <a:lnTo>
                      <a:pt x="536" y="194"/>
                    </a:lnTo>
                    <a:lnTo>
                      <a:pt x="536" y="194"/>
                    </a:lnTo>
                    <a:lnTo>
                      <a:pt x="536" y="194"/>
                    </a:lnTo>
                    <a:close/>
                    <a:moveTo>
                      <a:pt x="532" y="200"/>
                    </a:moveTo>
                    <a:lnTo>
                      <a:pt x="532" y="204"/>
                    </a:lnTo>
                    <a:lnTo>
                      <a:pt x="528" y="204"/>
                    </a:lnTo>
                    <a:lnTo>
                      <a:pt x="528" y="200"/>
                    </a:lnTo>
                    <a:lnTo>
                      <a:pt x="528" y="196"/>
                    </a:lnTo>
                    <a:lnTo>
                      <a:pt x="532" y="196"/>
                    </a:lnTo>
                    <a:lnTo>
                      <a:pt x="532" y="200"/>
                    </a:lnTo>
                    <a:lnTo>
                      <a:pt x="532" y="200"/>
                    </a:lnTo>
                    <a:lnTo>
                      <a:pt x="532" y="200"/>
                    </a:lnTo>
                    <a:close/>
                    <a:moveTo>
                      <a:pt x="550" y="204"/>
                    </a:moveTo>
                    <a:lnTo>
                      <a:pt x="550" y="208"/>
                    </a:lnTo>
                    <a:lnTo>
                      <a:pt x="554" y="208"/>
                    </a:lnTo>
                    <a:lnTo>
                      <a:pt x="554" y="212"/>
                    </a:lnTo>
                    <a:lnTo>
                      <a:pt x="550" y="208"/>
                    </a:lnTo>
                    <a:lnTo>
                      <a:pt x="550" y="204"/>
                    </a:lnTo>
                    <a:lnTo>
                      <a:pt x="550" y="204"/>
                    </a:lnTo>
                    <a:lnTo>
                      <a:pt x="550" y="204"/>
                    </a:lnTo>
                    <a:close/>
                    <a:moveTo>
                      <a:pt x="554" y="208"/>
                    </a:moveTo>
                    <a:lnTo>
                      <a:pt x="558" y="212"/>
                    </a:lnTo>
                    <a:lnTo>
                      <a:pt x="554" y="212"/>
                    </a:lnTo>
                    <a:lnTo>
                      <a:pt x="554" y="208"/>
                    </a:lnTo>
                    <a:lnTo>
                      <a:pt x="554" y="208"/>
                    </a:lnTo>
                    <a:lnTo>
                      <a:pt x="554" y="208"/>
                    </a:lnTo>
                    <a:close/>
                    <a:moveTo>
                      <a:pt x="562" y="208"/>
                    </a:moveTo>
                    <a:lnTo>
                      <a:pt x="562" y="212"/>
                    </a:lnTo>
                    <a:lnTo>
                      <a:pt x="562" y="208"/>
                    </a:lnTo>
                    <a:lnTo>
                      <a:pt x="562" y="208"/>
                    </a:lnTo>
                    <a:lnTo>
                      <a:pt x="562" y="208"/>
                    </a:lnTo>
                    <a:close/>
                    <a:moveTo>
                      <a:pt x="558" y="216"/>
                    </a:moveTo>
                    <a:lnTo>
                      <a:pt x="558" y="220"/>
                    </a:lnTo>
                    <a:lnTo>
                      <a:pt x="558" y="216"/>
                    </a:lnTo>
                    <a:lnTo>
                      <a:pt x="558" y="216"/>
                    </a:lnTo>
                    <a:lnTo>
                      <a:pt x="558" y="216"/>
                    </a:lnTo>
                    <a:close/>
                    <a:moveTo>
                      <a:pt x="614" y="216"/>
                    </a:moveTo>
                    <a:lnTo>
                      <a:pt x="614" y="220"/>
                    </a:lnTo>
                    <a:lnTo>
                      <a:pt x="618" y="220"/>
                    </a:lnTo>
                    <a:lnTo>
                      <a:pt x="614" y="220"/>
                    </a:lnTo>
                    <a:lnTo>
                      <a:pt x="614" y="216"/>
                    </a:lnTo>
                    <a:lnTo>
                      <a:pt x="614" y="216"/>
                    </a:lnTo>
                    <a:lnTo>
                      <a:pt x="614" y="216"/>
                    </a:lnTo>
                    <a:close/>
                    <a:moveTo>
                      <a:pt x="472" y="222"/>
                    </a:moveTo>
                    <a:lnTo>
                      <a:pt x="472" y="226"/>
                    </a:lnTo>
                    <a:lnTo>
                      <a:pt x="472" y="222"/>
                    </a:lnTo>
                    <a:lnTo>
                      <a:pt x="472" y="222"/>
                    </a:lnTo>
                    <a:lnTo>
                      <a:pt x="472" y="222"/>
                    </a:lnTo>
                    <a:close/>
                    <a:moveTo>
                      <a:pt x="520" y="222"/>
                    </a:moveTo>
                    <a:lnTo>
                      <a:pt x="520" y="226"/>
                    </a:lnTo>
                    <a:lnTo>
                      <a:pt x="520" y="222"/>
                    </a:lnTo>
                    <a:lnTo>
                      <a:pt x="516" y="222"/>
                    </a:lnTo>
                    <a:lnTo>
                      <a:pt x="520" y="222"/>
                    </a:lnTo>
                    <a:lnTo>
                      <a:pt x="520" y="222"/>
                    </a:lnTo>
                    <a:lnTo>
                      <a:pt x="520" y="222"/>
                    </a:lnTo>
                    <a:close/>
                    <a:moveTo>
                      <a:pt x="364" y="226"/>
                    </a:moveTo>
                    <a:lnTo>
                      <a:pt x="360" y="226"/>
                    </a:lnTo>
                    <a:lnTo>
                      <a:pt x="364" y="226"/>
                    </a:lnTo>
                    <a:lnTo>
                      <a:pt x="364" y="226"/>
                    </a:lnTo>
                    <a:lnTo>
                      <a:pt x="364" y="226"/>
                    </a:lnTo>
                    <a:close/>
                    <a:moveTo>
                      <a:pt x="506" y="230"/>
                    </a:moveTo>
                    <a:lnTo>
                      <a:pt x="510" y="226"/>
                    </a:lnTo>
                    <a:lnTo>
                      <a:pt x="510" y="230"/>
                    </a:lnTo>
                    <a:lnTo>
                      <a:pt x="506" y="230"/>
                    </a:lnTo>
                    <a:lnTo>
                      <a:pt x="506" y="230"/>
                    </a:lnTo>
                    <a:lnTo>
                      <a:pt x="506" y="230"/>
                    </a:lnTo>
                    <a:close/>
                    <a:moveTo>
                      <a:pt x="458" y="230"/>
                    </a:moveTo>
                    <a:lnTo>
                      <a:pt x="454" y="234"/>
                    </a:lnTo>
                    <a:lnTo>
                      <a:pt x="454" y="230"/>
                    </a:lnTo>
                    <a:lnTo>
                      <a:pt x="458" y="230"/>
                    </a:lnTo>
                    <a:lnTo>
                      <a:pt x="458" y="230"/>
                    </a:lnTo>
                    <a:lnTo>
                      <a:pt x="458" y="230"/>
                    </a:lnTo>
                    <a:close/>
                    <a:moveTo>
                      <a:pt x="502" y="246"/>
                    </a:moveTo>
                    <a:lnTo>
                      <a:pt x="506" y="242"/>
                    </a:lnTo>
                    <a:lnTo>
                      <a:pt x="510" y="242"/>
                    </a:lnTo>
                    <a:lnTo>
                      <a:pt x="506" y="242"/>
                    </a:lnTo>
                    <a:lnTo>
                      <a:pt x="506" y="246"/>
                    </a:lnTo>
                    <a:lnTo>
                      <a:pt x="502" y="246"/>
                    </a:lnTo>
                    <a:lnTo>
                      <a:pt x="502" y="246"/>
                    </a:lnTo>
                    <a:lnTo>
                      <a:pt x="502" y="246"/>
                    </a:lnTo>
                    <a:close/>
                    <a:moveTo>
                      <a:pt x="290" y="252"/>
                    </a:moveTo>
                    <a:lnTo>
                      <a:pt x="286" y="252"/>
                    </a:lnTo>
                    <a:lnTo>
                      <a:pt x="286" y="250"/>
                    </a:lnTo>
                    <a:lnTo>
                      <a:pt x="290" y="250"/>
                    </a:lnTo>
                    <a:lnTo>
                      <a:pt x="290" y="252"/>
                    </a:lnTo>
                    <a:lnTo>
                      <a:pt x="290" y="252"/>
                    </a:lnTo>
                    <a:lnTo>
                      <a:pt x="290" y="252"/>
                    </a:lnTo>
                    <a:close/>
                    <a:moveTo>
                      <a:pt x="398" y="276"/>
                    </a:moveTo>
                    <a:lnTo>
                      <a:pt x="402" y="276"/>
                    </a:lnTo>
                    <a:lnTo>
                      <a:pt x="398" y="280"/>
                    </a:lnTo>
                    <a:lnTo>
                      <a:pt x="398" y="276"/>
                    </a:lnTo>
                    <a:lnTo>
                      <a:pt x="398" y="276"/>
                    </a:lnTo>
                    <a:lnTo>
                      <a:pt x="398" y="276"/>
                    </a:lnTo>
                    <a:close/>
                    <a:moveTo>
                      <a:pt x="4" y="4"/>
                    </a:moveTo>
                    <a:lnTo>
                      <a:pt x="0" y="4"/>
                    </a:lnTo>
                    <a:lnTo>
                      <a:pt x="0" y="0"/>
                    </a:lnTo>
                    <a:lnTo>
                      <a:pt x="4" y="0"/>
                    </a:lnTo>
                    <a:lnTo>
                      <a:pt x="4" y="4"/>
                    </a:lnTo>
                    <a:lnTo>
                      <a:pt x="4" y="4"/>
                    </a:lnTo>
                    <a:lnTo>
                      <a:pt x="4" y="4"/>
                    </a:lnTo>
                    <a:close/>
                    <a:moveTo>
                      <a:pt x="118" y="116"/>
                    </a:moveTo>
                    <a:lnTo>
                      <a:pt x="118" y="120"/>
                    </a:lnTo>
                    <a:lnTo>
                      <a:pt x="122" y="120"/>
                    </a:lnTo>
                    <a:lnTo>
                      <a:pt x="126" y="120"/>
                    </a:lnTo>
                    <a:lnTo>
                      <a:pt x="130" y="120"/>
                    </a:lnTo>
                    <a:lnTo>
                      <a:pt x="130" y="122"/>
                    </a:lnTo>
                    <a:lnTo>
                      <a:pt x="130" y="126"/>
                    </a:lnTo>
                    <a:lnTo>
                      <a:pt x="130" y="130"/>
                    </a:lnTo>
                    <a:lnTo>
                      <a:pt x="134" y="130"/>
                    </a:lnTo>
                    <a:lnTo>
                      <a:pt x="134" y="134"/>
                    </a:lnTo>
                    <a:lnTo>
                      <a:pt x="130" y="134"/>
                    </a:lnTo>
                    <a:lnTo>
                      <a:pt x="134" y="134"/>
                    </a:lnTo>
                    <a:lnTo>
                      <a:pt x="136" y="138"/>
                    </a:lnTo>
                    <a:lnTo>
                      <a:pt x="136" y="142"/>
                    </a:lnTo>
                    <a:lnTo>
                      <a:pt x="134" y="142"/>
                    </a:lnTo>
                    <a:lnTo>
                      <a:pt x="134" y="146"/>
                    </a:lnTo>
                    <a:lnTo>
                      <a:pt x="134" y="150"/>
                    </a:lnTo>
                    <a:lnTo>
                      <a:pt x="134" y="146"/>
                    </a:lnTo>
                    <a:lnTo>
                      <a:pt x="136" y="146"/>
                    </a:lnTo>
                    <a:lnTo>
                      <a:pt x="136" y="142"/>
                    </a:lnTo>
                    <a:lnTo>
                      <a:pt x="140" y="142"/>
                    </a:lnTo>
                    <a:lnTo>
                      <a:pt x="144" y="142"/>
                    </a:lnTo>
                    <a:lnTo>
                      <a:pt x="148" y="142"/>
                    </a:lnTo>
                    <a:lnTo>
                      <a:pt x="148" y="146"/>
                    </a:lnTo>
                    <a:lnTo>
                      <a:pt x="148" y="150"/>
                    </a:lnTo>
                    <a:lnTo>
                      <a:pt x="148" y="152"/>
                    </a:lnTo>
                    <a:lnTo>
                      <a:pt x="152" y="152"/>
                    </a:lnTo>
                    <a:lnTo>
                      <a:pt x="156" y="156"/>
                    </a:lnTo>
                    <a:lnTo>
                      <a:pt x="152" y="156"/>
                    </a:lnTo>
                    <a:lnTo>
                      <a:pt x="152" y="160"/>
                    </a:lnTo>
                    <a:lnTo>
                      <a:pt x="152" y="164"/>
                    </a:lnTo>
                    <a:lnTo>
                      <a:pt x="152" y="166"/>
                    </a:lnTo>
                    <a:lnTo>
                      <a:pt x="152" y="170"/>
                    </a:lnTo>
                    <a:lnTo>
                      <a:pt x="152" y="174"/>
                    </a:lnTo>
                    <a:lnTo>
                      <a:pt x="152" y="178"/>
                    </a:lnTo>
                    <a:lnTo>
                      <a:pt x="152" y="182"/>
                    </a:lnTo>
                    <a:lnTo>
                      <a:pt x="152" y="186"/>
                    </a:lnTo>
                    <a:lnTo>
                      <a:pt x="152" y="190"/>
                    </a:lnTo>
                    <a:lnTo>
                      <a:pt x="152" y="196"/>
                    </a:lnTo>
                    <a:lnTo>
                      <a:pt x="152" y="200"/>
                    </a:lnTo>
                    <a:lnTo>
                      <a:pt x="148" y="200"/>
                    </a:lnTo>
                    <a:lnTo>
                      <a:pt x="148" y="204"/>
                    </a:lnTo>
                    <a:lnTo>
                      <a:pt x="148" y="200"/>
                    </a:lnTo>
                    <a:lnTo>
                      <a:pt x="144" y="196"/>
                    </a:lnTo>
                    <a:lnTo>
                      <a:pt x="144" y="194"/>
                    </a:lnTo>
                    <a:lnTo>
                      <a:pt x="140" y="194"/>
                    </a:lnTo>
                    <a:lnTo>
                      <a:pt x="140" y="196"/>
                    </a:lnTo>
                    <a:lnTo>
                      <a:pt x="140" y="200"/>
                    </a:lnTo>
                    <a:lnTo>
                      <a:pt x="136" y="200"/>
                    </a:lnTo>
                    <a:lnTo>
                      <a:pt x="136" y="196"/>
                    </a:lnTo>
                    <a:lnTo>
                      <a:pt x="134" y="196"/>
                    </a:lnTo>
                    <a:lnTo>
                      <a:pt x="134" y="200"/>
                    </a:lnTo>
                    <a:lnTo>
                      <a:pt x="134" y="204"/>
                    </a:lnTo>
                    <a:lnTo>
                      <a:pt x="134" y="200"/>
                    </a:lnTo>
                    <a:lnTo>
                      <a:pt x="130" y="200"/>
                    </a:lnTo>
                    <a:lnTo>
                      <a:pt x="130" y="196"/>
                    </a:lnTo>
                    <a:lnTo>
                      <a:pt x="126" y="196"/>
                    </a:lnTo>
                    <a:lnTo>
                      <a:pt x="126" y="194"/>
                    </a:lnTo>
                    <a:lnTo>
                      <a:pt x="122" y="190"/>
                    </a:lnTo>
                    <a:lnTo>
                      <a:pt x="122" y="186"/>
                    </a:lnTo>
                    <a:lnTo>
                      <a:pt x="118" y="186"/>
                    </a:lnTo>
                    <a:lnTo>
                      <a:pt x="114" y="186"/>
                    </a:lnTo>
                    <a:lnTo>
                      <a:pt x="114" y="182"/>
                    </a:lnTo>
                    <a:lnTo>
                      <a:pt x="110" y="182"/>
                    </a:lnTo>
                    <a:lnTo>
                      <a:pt x="110" y="178"/>
                    </a:lnTo>
                    <a:lnTo>
                      <a:pt x="106" y="178"/>
                    </a:lnTo>
                    <a:lnTo>
                      <a:pt x="106" y="174"/>
                    </a:lnTo>
                    <a:lnTo>
                      <a:pt x="104" y="174"/>
                    </a:lnTo>
                    <a:lnTo>
                      <a:pt x="104" y="170"/>
                    </a:lnTo>
                    <a:lnTo>
                      <a:pt x="100" y="170"/>
                    </a:lnTo>
                    <a:lnTo>
                      <a:pt x="100" y="166"/>
                    </a:lnTo>
                    <a:lnTo>
                      <a:pt x="100" y="164"/>
                    </a:lnTo>
                    <a:lnTo>
                      <a:pt x="96" y="164"/>
                    </a:lnTo>
                    <a:lnTo>
                      <a:pt x="96" y="160"/>
                    </a:lnTo>
                    <a:lnTo>
                      <a:pt x="92" y="156"/>
                    </a:lnTo>
                    <a:lnTo>
                      <a:pt x="88" y="156"/>
                    </a:lnTo>
                    <a:lnTo>
                      <a:pt x="88" y="152"/>
                    </a:lnTo>
                    <a:lnTo>
                      <a:pt x="88" y="150"/>
                    </a:lnTo>
                    <a:lnTo>
                      <a:pt x="84" y="150"/>
                    </a:lnTo>
                    <a:lnTo>
                      <a:pt x="84" y="146"/>
                    </a:lnTo>
                    <a:lnTo>
                      <a:pt x="80" y="146"/>
                    </a:lnTo>
                    <a:lnTo>
                      <a:pt x="80" y="142"/>
                    </a:lnTo>
                    <a:lnTo>
                      <a:pt x="80" y="138"/>
                    </a:lnTo>
                    <a:lnTo>
                      <a:pt x="80" y="134"/>
                    </a:lnTo>
                    <a:lnTo>
                      <a:pt x="78" y="130"/>
                    </a:lnTo>
                    <a:lnTo>
                      <a:pt x="78" y="126"/>
                    </a:lnTo>
                    <a:lnTo>
                      <a:pt x="74" y="122"/>
                    </a:lnTo>
                    <a:lnTo>
                      <a:pt x="74" y="120"/>
                    </a:lnTo>
                    <a:lnTo>
                      <a:pt x="74" y="116"/>
                    </a:lnTo>
                    <a:lnTo>
                      <a:pt x="70" y="116"/>
                    </a:lnTo>
                    <a:lnTo>
                      <a:pt x="70" y="112"/>
                    </a:lnTo>
                    <a:lnTo>
                      <a:pt x="66" y="112"/>
                    </a:lnTo>
                    <a:lnTo>
                      <a:pt x="66" y="108"/>
                    </a:lnTo>
                    <a:lnTo>
                      <a:pt x="66" y="104"/>
                    </a:lnTo>
                    <a:lnTo>
                      <a:pt x="62" y="100"/>
                    </a:lnTo>
                    <a:lnTo>
                      <a:pt x="58" y="96"/>
                    </a:lnTo>
                    <a:lnTo>
                      <a:pt x="58" y="100"/>
                    </a:lnTo>
                    <a:lnTo>
                      <a:pt x="54" y="96"/>
                    </a:lnTo>
                    <a:lnTo>
                      <a:pt x="54" y="92"/>
                    </a:lnTo>
                    <a:lnTo>
                      <a:pt x="54" y="90"/>
                    </a:lnTo>
                    <a:lnTo>
                      <a:pt x="54" y="86"/>
                    </a:lnTo>
                    <a:lnTo>
                      <a:pt x="50" y="82"/>
                    </a:lnTo>
                    <a:lnTo>
                      <a:pt x="50" y="78"/>
                    </a:lnTo>
                    <a:lnTo>
                      <a:pt x="50" y="74"/>
                    </a:lnTo>
                    <a:lnTo>
                      <a:pt x="50" y="70"/>
                    </a:lnTo>
                    <a:lnTo>
                      <a:pt x="48" y="70"/>
                    </a:lnTo>
                    <a:lnTo>
                      <a:pt x="48" y="66"/>
                    </a:lnTo>
                    <a:lnTo>
                      <a:pt x="44" y="66"/>
                    </a:lnTo>
                    <a:lnTo>
                      <a:pt x="40" y="66"/>
                    </a:lnTo>
                    <a:lnTo>
                      <a:pt x="40" y="64"/>
                    </a:lnTo>
                    <a:lnTo>
                      <a:pt x="36" y="64"/>
                    </a:lnTo>
                    <a:lnTo>
                      <a:pt x="36" y="60"/>
                    </a:lnTo>
                    <a:lnTo>
                      <a:pt x="36" y="56"/>
                    </a:lnTo>
                    <a:lnTo>
                      <a:pt x="34" y="56"/>
                    </a:lnTo>
                    <a:lnTo>
                      <a:pt x="34" y="52"/>
                    </a:lnTo>
                    <a:lnTo>
                      <a:pt x="30" y="52"/>
                    </a:lnTo>
                    <a:lnTo>
                      <a:pt x="30" y="48"/>
                    </a:lnTo>
                    <a:lnTo>
                      <a:pt x="26" y="44"/>
                    </a:lnTo>
                    <a:lnTo>
                      <a:pt x="26" y="40"/>
                    </a:lnTo>
                    <a:lnTo>
                      <a:pt x="22" y="36"/>
                    </a:lnTo>
                    <a:lnTo>
                      <a:pt x="18" y="36"/>
                    </a:lnTo>
                    <a:lnTo>
                      <a:pt x="18" y="34"/>
                    </a:lnTo>
                    <a:lnTo>
                      <a:pt x="14" y="34"/>
                    </a:lnTo>
                    <a:lnTo>
                      <a:pt x="14" y="30"/>
                    </a:lnTo>
                    <a:lnTo>
                      <a:pt x="10" y="30"/>
                    </a:lnTo>
                    <a:lnTo>
                      <a:pt x="10" y="26"/>
                    </a:lnTo>
                    <a:lnTo>
                      <a:pt x="8" y="26"/>
                    </a:lnTo>
                    <a:lnTo>
                      <a:pt x="8" y="22"/>
                    </a:lnTo>
                    <a:lnTo>
                      <a:pt x="4" y="18"/>
                    </a:lnTo>
                    <a:lnTo>
                      <a:pt x="4" y="14"/>
                    </a:lnTo>
                    <a:lnTo>
                      <a:pt x="0" y="10"/>
                    </a:lnTo>
                    <a:lnTo>
                      <a:pt x="0" y="6"/>
                    </a:lnTo>
                    <a:lnTo>
                      <a:pt x="4" y="6"/>
                    </a:lnTo>
                    <a:lnTo>
                      <a:pt x="8" y="6"/>
                    </a:lnTo>
                    <a:lnTo>
                      <a:pt x="10" y="6"/>
                    </a:lnTo>
                    <a:lnTo>
                      <a:pt x="10" y="10"/>
                    </a:lnTo>
                    <a:lnTo>
                      <a:pt x="14" y="10"/>
                    </a:lnTo>
                    <a:lnTo>
                      <a:pt x="18" y="14"/>
                    </a:lnTo>
                    <a:lnTo>
                      <a:pt x="22" y="14"/>
                    </a:lnTo>
                    <a:lnTo>
                      <a:pt x="22" y="10"/>
                    </a:lnTo>
                    <a:lnTo>
                      <a:pt x="26" y="10"/>
                    </a:lnTo>
                    <a:lnTo>
                      <a:pt x="30" y="14"/>
                    </a:lnTo>
                    <a:lnTo>
                      <a:pt x="34" y="14"/>
                    </a:lnTo>
                    <a:lnTo>
                      <a:pt x="34" y="10"/>
                    </a:lnTo>
                    <a:lnTo>
                      <a:pt x="34" y="14"/>
                    </a:lnTo>
                    <a:lnTo>
                      <a:pt x="36" y="14"/>
                    </a:lnTo>
                    <a:lnTo>
                      <a:pt x="36" y="18"/>
                    </a:lnTo>
                    <a:lnTo>
                      <a:pt x="40" y="18"/>
                    </a:lnTo>
                    <a:lnTo>
                      <a:pt x="40" y="22"/>
                    </a:lnTo>
                    <a:lnTo>
                      <a:pt x="40" y="26"/>
                    </a:lnTo>
                    <a:lnTo>
                      <a:pt x="44" y="26"/>
                    </a:lnTo>
                    <a:lnTo>
                      <a:pt x="44" y="30"/>
                    </a:lnTo>
                    <a:lnTo>
                      <a:pt x="44" y="34"/>
                    </a:lnTo>
                    <a:lnTo>
                      <a:pt x="48" y="34"/>
                    </a:lnTo>
                    <a:lnTo>
                      <a:pt x="48" y="36"/>
                    </a:lnTo>
                    <a:lnTo>
                      <a:pt x="50" y="36"/>
                    </a:lnTo>
                    <a:lnTo>
                      <a:pt x="50" y="40"/>
                    </a:lnTo>
                    <a:lnTo>
                      <a:pt x="54" y="40"/>
                    </a:lnTo>
                    <a:lnTo>
                      <a:pt x="58" y="40"/>
                    </a:lnTo>
                    <a:lnTo>
                      <a:pt x="62" y="48"/>
                    </a:lnTo>
                    <a:lnTo>
                      <a:pt x="66" y="48"/>
                    </a:lnTo>
                    <a:lnTo>
                      <a:pt x="66" y="52"/>
                    </a:lnTo>
                    <a:lnTo>
                      <a:pt x="66" y="56"/>
                    </a:lnTo>
                    <a:lnTo>
                      <a:pt x="70" y="60"/>
                    </a:lnTo>
                    <a:lnTo>
                      <a:pt x="70" y="56"/>
                    </a:lnTo>
                    <a:lnTo>
                      <a:pt x="66" y="56"/>
                    </a:lnTo>
                    <a:lnTo>
                      <a:pt x="70" y="56"/>
                    </a:lnTo>
                    <a:lnTo>
                      <a:pt x="70" y="60"/>
                    </a:lnTo>
                    <a:lnTo>
                      <a:pt x="70" y="56"/>
                    </a:lnTo>
                    <a:lnTo>
                      <a:pt x="74" y="60"/>
                    </a:lnTo>
                    <a:lnTo>
                      <a:pt x="74" y="64"/>
                    </a:lnTo>
                    <a:lnTo>
                      <a:pt x="78" y="66"/>
                    </a:lnTo>
                    <a:lnTo>
                      <a:pt x="80" y="66"/>
                    </a:lnTo>
                    <a:lnTo>
                      <a:pt x="80" y="70"/>
                    </a:lnTo>
                    <a:lnTo>
                      <a:pt x="80" y="66"/>
                    </a:lnTo>
                    <a:lnTo>
                      <a:pt x="80" y="64"/>
                    </a:lnTo>
                    <a:lnTo>
                      <a:pt x="84" y="64"/>
                    </a:lnTo>
                    <a:lnTo>
                      <a:pt x="80" y="64"/>
                    </a:lnTo>
                    <a:lnTo>
                      <a:pt x="84" y="64"/>
                    </a:lnTo>
                    <a:lnTo>
                      <a:pt x="84" y="66"/>
                    </a:lnTo>
                    <a:lnTo>
                      <a:pt x="88" y="66"/>
                    </a:lnTo>
                    <a:lnTo>
                      <a:pt x="88" y="70"/>
                    </a:lnTo>
                    <a:lnTo>
                      <a:pt x="88" y="74"/>
                    </a:lnTo>
                    <a:lnTo>
                      <a:pt x="92" y="74"/>
                    </a:lnTo>
                    <a:lnTo>
                      <a:pt x="96" y="74"/>
                    </a:lnTo>
                    <a:lnTo>
                      <a:pt x="96" y="78"/>
                    </a:lnTo>
                    <a:lnTo>
                      <a:pt x="100" y="78"/>
                    </a:lnTo>
                    <a:lnTo>
                      <a:pt x="100" y="82"/>
                    </a:lnTo>
                    <a:lnTo>
                      <a:pt x="100" y="86"/>
                    </a:lnTo>
                    <a:lnTo>
                      <a:pt x="104" y="90"/>
                    </a:lnTo>
                    <a:lnTo>
                      <a:pt x="106" y="90"/>
                    </a:lnTo>
                    <a:lnTo>
                      <a:pt x="110" y="90"/>
                    </a:lnTo>
                    <a:lnTo>
                      <a:pt x="110" y="92"/>
                    </a:lnTo>
                    <a:lnTo>
                      <a:pt x="110" y="96"/>
                    </a:lnTo>
                    <a:lnTo>
                      <a:pt x="106" y="96"/>
                    </a:lnTo>
                    <a:lnTo>
                      <a:pt x="104" y="100"/>
                    </a:lnTo>
                    <a:lnTo>
                      <a:pt x="104" y="96"/>
                    </a:lnTo>
                    <a:lnTo>
                      <a:pt x="104" y="100"/>
                    </a:lnTo>
                    <a:lnTo>
                      <a:pt x="106" y="100"/>
                    </a:lnTo>
                    <a:lnTo>
                      <a:pt x="106" y="96"/>
                    </a:lnTo>
                    <a:lnTo>
                      <a:pt x="110" y="96"/>
                    </a:lnTo>
                    <a:lnTo>
                      <a:pt x="114" y="96"/>
                    </a:lnTo>
                    <a:lnTo>
                      <a:pt x="114" y="92"/>
                    </a:lnTo>
                    <a:lnTo>
                      <a:pt x="118" y="92"/>
                    </a:lnTo>
                    <a:lnTo>
                      <a:pt x="122" y="96"/>
                    </a:lnTo>
                    <a:lnTo>
                      <a:pt x="122" y="100"/>
                    </a:lnTo>
                    <a:lnTo>
                      <a:pt x="122" y="104"/>
                    </a:lnTo>
                    <a:lnTo>
                      <a:pt x="118" y="104"/>
                    </a:lnTo>
                    <a:lnTo>
                      <a:pt x="114" y="104"/>
                    </a:lnTo>
                    <a:lnTo>
                      <a:pt x="114" y="108"/>
                    </a:lnTo>
                    <a:lnTo>
                      <a:pt x="118" y="104"/>
                    </a:lnTo>
                    <a:lnTo>
                      <a:pt x="118" y="108"/>
                    </a:lnTo>
                    <a:lnTo>
                      <a:pt x="114" y="108"/>
                    </a:lnTo>
                    <a:lnTo>
                      <a:pt x="118" y="108"/>
                    </a:lnTo>
                    <a:lnTo>
                      <a:pt x="118" y="112"/>
                    </a:lnTo>
                    <a:lnTo>
                      <a:pt x="114" y="112"/>
                    </a:lnTo>
                    <a:lnTo>
                      <a:pt x="114" y="116"/>
                    </a:lnTo>
                    <a:lnTo>
                      <a:pt x="118" y="116"/>
                    </a:lnTo>
                    <a:lnTo>
                      <a:pt x="118" y="116"/>
                    </a:lnTo>
                    <a:lnTo>
                      <a:pt x="118" y="116"/>
                    </a:lnTo>
                    <a:close/>
                    <a:moveTo>
                      <a:pt x="204" y="66"/>
                    </a:moveTo>
                    <a:lnTo>
                      <a:pt x="204" y="70"/>
                    </a:lnTo>
                    <a:lnTo>
                      <a:pt x="204" y="74"/>
                    </a:lnTo>
                    <a:lnTo>
                      <a:pt x="208" y="78"/>
                    </a:lnTo>
                    <a:lnTo>
                      <a:pt x="208" y="82"/>
                    </a:lnTo>
                    <a:lnTo>
                      <a:pt x="212" y="82"/>
                    </a:lnTo>
                    <a:lnTo>
                      <a:pt x="216" y="86"/>
                    </a:lnTo>
                    <a:lnTo>
                      <a:pt x="216" y="90"/>
                    </a:lnTo>
                    <a:lnTo>
                      <a:pt x="220" y="90"/>
                    </a:lnTo>
                    <a:lnTo>
                      <a:pt x="220" y="86"/>
                    </a:lnTo>
                    <a:lnTo>
                      <a:pt x="222" y="86"/>
                    </a:lnTo>
                    <a:lnTo>
                      <a:pt x="226" y="86"/>
                    </a:lnTo>
                    <a:lnTo>
                      <a:pt x="230" y="86"/>
                    </a:lnTo>
                    <a:lnTo>
                      <a:pt x="234" y="86"/>
                    </a:lnTo>
                    <a:lnTo>
                      <a:pt x="238" y="86"/>
                    </a:lnTo>
                    <a:lnTo>
                      <a:pt x="238" y="82"/>
                    </a:lnTo>
                    <a:lnTo>
                      <a:pt x="242" y="82"/>
                    </a:lnTo>
                    <a:lnTo>
                      <a:pt x="242" y="78"/>
                    </a:lnTo>
                    <a:lnTo>
                      <a:pt x="246" y="74"/>
                    </a:lnTo>
                    <a:lnTo>
                      <a:pt x="248" y="74"/>
                    </a:lnTo>
                    <a:lnTo>
                      <a:pt x="252" y="74"/>
                    </a:lnTo>
                    <a:lnTo>
                      <a:pt x="252" y="78"/>
                    </a:lnTo>
                    <a:lnTo>
                      <a:pt x="256" y="78"/>
                    </a:lnTo>
                    <a:lnTo>
                      <a:pt x="260" y="82"/>
                    </a:lnTo>
                    <a:lnTo>
                      <a:pt x="264" y="82"/>
                    </a:lnTo>
                    <a:lnTo>
                      <a:pt x="264" y="78"/>
                    </a:lnTo>
                    <a:lnTo>
                      <a:pt x="268" y="78"/>
                    </a:lnTo>
                    <a:lnTo>
                      <a:pt x="272" y="78"/>
                    </a:lnTo>
                    <a:lnTo>
                      <a:pt x="276" y="78"/>
                    </a:lnTo>
                    <a:lnTo>
                      <a:pt x="276" y="74"/>
                    </a:lnTo>
                    <a:lnTo>
                      <a:pt x="276" y="70"/>
                    </a:lnTo>
                    <a:lnTo>
                      <a:pt x="278" y="70"/>
                    </a:lnTo>
                    <a:lnTo>
                      <a:pt x="278" y="66"/>
                    </a:lnTo>
                    <a:lnTo>
                      <a:pt x="278" y="64"/>
                    </a:lnTo>
                    <a:lnTo>
                      <a:pt x="282" y="60"/>
                    </a:lnTo>
                    <a:lnTo>
                      <a:pt x="282" y="52"/>
                    </a:lnTo>
                    <a:lnTo>
                      <a:pt x="286" y="52"/>
                    </a:lnTo>
                    <a:lnTo>
                      <a:pt x="286" y="48"/>
                    </a:lnTo>
                    <a:lnTo>
                      <a:pt x="286" y="44"/>
                    </a:lnTo>
                    <a:lnTo>
                      <a:pt x="290" y="44"/>
                    </a:lnTo>
                    <a:lnTo>
                      <a:pt x="290" y="40"/>
                    </a:lnTo>
                    <a:lnTo>
                      <a:pt x="290" y="36"/>
                    </a:lnTo>
                    <a:lnTo>
                      <a:pt x="290" y="34"/>
                    </a:lnTo>
                    <a:lnTo>
                      <a:pt x="290" y="30"/>
                    </a:lnTo>
                    <a:lnTo>
                      <a:pt x="294" y="30"/>
                    </a:lnTo>
                    <a:lnTo>
                      <a:pt x="294" y="26"/>
                    </a:lnTo>
                    <a:lnTo>
                      <a:pt x="294" y="30"/>
                    </a:lnTo>
                    <a:lnTo>
                      <a:pt x="298" y="30"/>
                    </a:lnTo>
                    <a:lnTo>
                      <a:pt x="302" y="30"/>
                    </a:lnTo>
                    <a:lnTo>
                      <a:pt x="304" y="30"/>
                    </a:lnTo>
                    <a:lnTo>
                      <a:pt x="308" y="30"/>
                    </a:lnTo>
                    <a:lnTo>
                      <a:pt x="312" y="30"/>
                    </a:lnTo>
                    <a:lnTo>
                      <a:pt x="316" y="30"/>
                    </a:lnTo>
                    <a:lnTo>
                      <a:pt x="316" y="34"/>
                    </a:lnTo>
                    <a:lnTo>
                      <a:pt x="316" y="30"/>
                    </a:lnTo>
                    <a:lnTo>
                      <a:pt x="312" y="34"/>
                    </a:lnTo>
                    <a:lnTo>
                      <a:pt x="316" y="34"/>
                    </a:lnTo>
                    <a:lnTo>
                      <a:pt x="316" y="36"/>
                    </a:lnTo>
                    <a:lnTo>
                      <a:pt x="320" y="36"/>
                    </a:lnTo>
                    <a:lnTo>
                      <a:pt x="320" y="40"/>
                    </a:lnTo>
                    <a:lnTo>
                      <a:pt x="316" y="40"/>
                    </a:lnTo>
                    <a:lnTo>
                      <a:pt x="312" y="40"/>
                    </a:lnTo>
                    <a:lnTo>
                      <a:pt x="308" y="40"/>
                    </a:lnTo>
                    <a:lnTo>
                      <a:pt x="312" y="40"/>
                    </a:lnTo>
                    <a:lnTo>
                      <a:pt x="312" y="44"/>
                    </a:lnTo>
                    <a:lnTo>
                      <a:pt x="316" y="44"/>
                    </a:lnTo>
                    <a:lnTo>
                      <a:pt x="312" y="44"/>
                    </a:lnTo>
                    <a:lnTo>
                      <a:pt x="312" y="48"/>
                    </a:lnTo>
                    <a:lnTo>
                      <a:pt x="316" y="48"/>
                    </a:lnTo>
                    <a:lnTo>
                      <a:pt x="320" y="52"/>
                    </a:lnTo>
                    <a:lnTo>
                      <a:pt x="320" y="56"/>
                    </a:lnTo>
                    <a:lnTo>
                      <a:pt x="320" y="60"/>
                    </a:lnTo>
                    <a:lnTo>
                      <a:pt x="324" y="60"/>
                    </a:lnTo>
                    <a:lnTo>
                      <a:pt x="324" y="64"/>
                    </a:lnTo>
                    <a:lnTo>
                      <a:pt x="324" y="66"/>
                    </a:lnTo>
                    <a:lnTo>
                      <a:pt x="320" y="66"/>
                    </a:lnTo>
                    <a:lnTo>
                      <a:pt x="320" y="70"/>
                    </a:lnTo>
                    <a:lnTo>
                      <a:pt x="324" y="74"/>
                    </a:lnTo>
                    <a:lnTo>
                      <a:pt x="328" y="74"/>
                    </a:lnTo>
                    <a:lnTo>
                      <a:pt x="328" y="78"/>
                    </a:lnTo>
                    <a:lnTo>
                      <a:pt x="332" y="78"/>
                    </a:lnTo>
                    <a:lnTo>
                      <a:pt x="334" y="82"/>
                    </a:lnTo>
                    <a:lnTo>
                      <a:pt x="334" y="86"/>
                    </a:lnTo>
                    <a:lnTo>
                      <a:pt x="338" y="86"/>
                    </a:lnTo>
                    <a:lnTo>
                      <a:pt x="334" y="86"/>
                    </a:lnTo>
                    <a:lnTo>
                      <a:pt x="334" y="90"/>
                    </a:lnTo>
                    <a:lnTo>
                      <a:pt x="332" y="90"/>
                    </a:lnTo>
                    <a:lnTo>
                      <a:pt x="328" y="90"/>
                    </a:lnTo>
                    <a:lnTo>
                      <a:pt x="324" y="86"/>
                    </a:lnTo>
                    <a:lnTo>
                      <a:pt x="324" y="82"/>
                    </a:lnTo>
                    <a:lnTo>
                      <a:pt x="320" y="82"/>
                    </a:lnTo>
                    <a:lnTo>
                      <a:pt x="320" y="86"/>
                    </a:lnTo>
                    <a:lnTo>
                      <a:pt x="324" y="86"/>
                    </a:lnTo>
                    <a:lnTo>
                      <a:pt x="324" y="90"/>
                    </a:lnTo>
                    <a:lnTo>
                      <a:pt x="320" y="90"/>
                    </a:lnTo>
                    <a:lnTo>
                      <a:pt x="320" y="92"/>
                    </a:lnTo>
                    <a:lnTo>
                      <a:pt x="316" y="92"/>
                    </a:lnTo>
                    <a:lnTo>
                      <a:pt x="316" y="96"/>
                    </a:lnTo>
                    <a:lnTo>
                      <a:pt x="316" y="100"/>
                    </a:lnTo>
                    <a:lnTo>
                      <a:pt x="316" y="104"/>
                    </a:lnTo>
                    <a:lnTo>
                      <a:pt x="316" y="108"/>
                    </a:lnTo>
                    <a:lnTo>
                      <a:pt x="316" y="112"/>
                    </a:lnTo>
                    <a:lnTo>
                      <a:pt x="316" y="108"/>
                    </a:lnTo>
                    <a:lnTo>
                      <a:pt x="316" y="112"/>
                    </a:lnTo>
                    <a:lnTo>
                      <a:pt x="316" y="116"/>
                    </a:lnTo>
                    <a:lnTo>
                      <a:pt x="312" y="116"/>
                    </a:lnTo>
                    <a:lnTo>
                      <a:pt x="312" y="120"/>
                    </a:lnTo>
                    <a:lnTo>
                      <a:pt x="308" y="120"/>
                    </a:lnTo>
                    <a:lnTo>
                      <a:pt x="308" y="122"/>
                    </a:lnTo>
                    <a:lnTo>
                      <a:pt x="304" y="122"/>
                    </a:lnTo>
                    <a:lnTo>
                      <a:pt x="304" y="120"/>
                    </a:lnTo>
                    <a:lnTo>
                      <a:pt x="304" y="122"/>
                    </a:lnTo>
                    <a:lnTo>
                      <a:pt x="304" y="126"/>
                    </a:lnTo>
                    <a:lnTo>
                      <a:pt x="302" y="126"/>
                    </a:lnTo>
                    <a:lnTo>
                      <a:pt x="302" y="130"/>
                    </a:lnTo>
                    <a:lnTo>
                      <a:pt x="298" y="130"/>
                    </a:lnTo>
                    <a:lnTo>
                      <a:pt x="298" y="134"/>
                    </a:lnTo>
                    <a:lnTo>
                      <a:pt x="302" y="134"/>
                    </a:lnTo>
                    <a:lnTo>
                      <a:pt x="302" y="138"/>
                    </a:lnTo>
                    <a:lnTo>
                      <a:pt x="298" y="138"/>
                    </a:lnTo>
                    <a:lnTo>
                      <a:pt x="302" y="142"/>
                    </a:lnTo>
                    <a:lnTo>
                      <a:pt x="302" y="138"/>
                    </a:lnTo>
                    <a:lnTo>
                      <a:pt x="302" y="142"/>
                    </a:lnTo>
                    <a:lnTo>
                      <a:pt x="304" y="142"/>
                    </a:lnTo>
                    <a:lnTo>
                      <a:pt x="302" y="142"/>
                    </a:lnTo>
                    <a:lnTo>
                      <a:pt x="302" y="146"/>
                    </a:lnTo>
                    <a:lnTo>
                      <a:pt x="298" y="146"/>
                    </a:lnTo>
                    <a:lnTo>
                      <a:pt x="302" y="150"/>
                    </a:lnTo>
                    <a:lnTo>
                      <a:pt x="302" y="152"/>
                    </a:lnTo>
                    <a:lnTo>
                      <a:pt x="298" y="152"/>
                    </a:lnTo>
                    <a:lnTo>
                      <a:pt x="298" y="150"/>
                    </a:lnTo>
                    <a:lnTo>
                      <a:pt x="298" y="152"/>
                    </a:lnTo>
                    <a:lnTo>
                      <a:pt x="298" y="156"/>
                    </a:lnTo>
                    <a:lnTo>
                      <a:pt x="298" y="160"/>
                    </a:lnTo>
                    <a:lnTo>
                      <a:pt x="294" y="160"/>
                    </a:lnTo>
                    <a:lnTo>
                      <a:pt x="294" y="164"/>
                    </a:lnTo>
                    <a:lnTo>
                      <a:pt x="290" y="164"/>
                    </a:lnTo>
                    <a:lnTo>
                      <a:pt x="290" y="166"/>
                    </a:lnTo>
                    <a:lnTo>
                      <a:pt x="286" y="166"/>
                    </a:lnTo>
                    <a:lnTo>
                      <a:pt x="282" y="166"/>
                    </a:lnTo>
                    <a:lnTo>
                      <a:pt x="282" y="170"/>
                    </a:lnTo>
                    <a:lnTo>
                      <a:pt x="278" y="170"/>
                    </a:lnTo>
                    <a:lnTo>
                      <a:pt x="276" y="174"/>
                    </a:lnTo>
                    <a:lnTo>
                      <a:pt x="276" y="170"/>
                    </a:lnTo>
                    <a:lnTo>
                      <a:pt x="276" y="166"/>
                    </a:lnTo>
                    <a:lnTo>
                      <a:pt x="276" y="164"/>
                    </a:lnTo>
                    <a:lnTo>
                      <a:pt x="272" y="164"/>
                    </a:lnTo>
                    <a:lnTo>
                      <a:pt x="272" y="160"/>
                    </a:lnTo>
                    <a:lnTo>
                      <a:pt x="268" y="160"/>
                    </a:lnTo>
                    <a:lnTo>
                      <a:pt x="264" y="160"/>
                    </a:lnTo>
                    <a:lnTo>
                      <a:pt x="260" y="160"/>
                    </a:lnTo>
                    <a:lnTo>
                      <a:pt x="260" y="156"/>
                    </a:lnTo>
                    <a:lnTo>
                      <a:pt x="256" y="156"/>
                    </a:lnTo>
                    <a:lnTo>
                      <a:pt x="252" y="156"/>
                    </a:lnTo>
                    <a:lnTo>
                      <a:pt x="252" y="152"/>
                    </a:lnTo>
                    <a:lnTo>
                      <a:pt x="252" y="156"/>
                    </a:lnTo>
                    <a:lnTo>
                      <a:pt x="248" y="160"/>
                    </a:lnTo>
                    <a:lnTo>
                      <a:pt x="246" y="160"/>
                    </a:lnTo>
                    <a:lnTo>
                      <a:pt x="242" y="160"/>
                    </a:lnTo>
                    <a:lnTo>
                      <a:pt x="238" y="160"/>
                    </a:lnTo>
                    <a:lnTo>
                      <a:pt x="238" y="164"/>
                    </a:lnTo>
                    <a:lnTo>
                      <a:pt x="234" y="164"/>
                    </a:lnTo>
                    <a:lnTo>
                      <a:pt x="234" y="160"/>
                    </a:lnTo>
                    <a:lnTo>
                      <a:pt x="234" y="156"/>
                    </a:lnTo>
                    <a:lnTo>
                      <a:pt x="234" y="152"/>
                    </a:lnTo>
                    <a:lnTo>
                      <a:pt x="234" y="150"/>
                    </a:lnTo>
                    <a:lnTo>
                      <a:pt x="234" y="152"/>
                    </a:lnTo>
                    <a:lnTo>
                      <a:pt x="230" y="152"/>
                    </a:lnTo>
                    <a:lnTo>
                      <a:pt x="226" y="152"/>
                    </a:lnTo>
                    <a:lnTo>
                      <a:pt x="226" y="156"/>
                    </a:lnTo>
                    <a:lnTo>
                      <a:pt x="222" y="156"/>
                    </a:lnTo>
                    <a:lnTo>
                      <a:pt x="220" y="152"/>
                    </a:lnTo>
                    <a:lnTo>
                      <a:pt x="222" y="152"/>
                    </a:lnTo>
                    <a:lnTo>
                      <a:pt x="220" y="152"/>
                    </a:lnTo>
                    <a:lnTo>
                      <a:pt x="220" y="156"/>
                    </a:lnTo>
                    <a:lnTo>
                      <a:pt x="220" y="152"/>
                    </a:lnTo>
                    <a:lnTo>
                      <a:pt x="216" y="152"/>
                    </a:lnTo>
                    <a:lnTo>
                      <a:pt x="212" y="152"/>
                    </a:lnTo>
                    <a:lnTo>
                      <a:pt x="212" y="150"/>
                    </a:lnTo>
                    <a:lnTo>
                      <a:pt x="212" y="146"/>
                    </a:lnTo>
                    <a:lnTo>
                      <a:pt x="212" y="142"/>
                    </a:lnTo>
                    <a:lnTo>
                      <a:pt x="212" y="138"/>
                    </a:lnTo>
                    <a:lnTo>
                      <a:pt x="212" y="134"/>
                    </a:lnTo>
                    <a:lnTo>
                      <a:pt x="208" y="134"/>
                    </a:lnTo>
                    <a:lnTo>
                      <a:pt x="208" y="130"/>
                    </a:lnTo>
                    <a:lnTo>
                      <a:pt x="212" y="130"/>
                    </a:lnTo>
                    <a:lnTo>
                      <a:pt x="212" y="126"/>
                    </a:lnTo>
                    <a:lnTo>
                      <a:pt x="212" y="122"/>
                    </a:lnTo>
                    <a:lnTo>
                      <a:pt x="208" y="122"/>
                    </a:lnTo>
                    <a:lnTo>
                      <a:pt x="208" y="120"/>
                    </a:lnTo>
                    <a:lnTo>
                      <a:pt x="204" y="120"/>
                    </a:lnTo>
                    <a:lnTo>
                      <a:pt x="200" y="116"/>
                    </a:lnTo>
                    <a:lnTo>
                      <a:pt x="200" y="120"/>
                    </a:lnTo>
                    <a:lnTo>
                      <a:pt x="200" y="116"/>
                    </a:lnTo>
                    <a:lnTo>
                      <a:pt x="204" y="116"/>
                    </a:lnTo>
                    <a:lnTo>
                      <a:pt x="200" y="112"/>
                    </a:lnTo>
                    <a:lnTo>
                      <a:pt x="196" y="112"/>
                    </a:lnTo>
                    <a:lnTo>
                      <a:pt x="196" y="108"/>
                    </a:lnTo>
                    <a:lnTo>
                      <a:pt x="196" y="104"/>
                    </a:lnTo>
                    <a:lnTo>
                      <a:pt x="196" y="100"/>
                    </a:lnTo>
                    <a:lnTo>
                      <a:pt x="196" y="96"/>
                    </a:lnTo>
                    <a:lnTo>
                      <a:pt x="192" y="96"/>
                    </a:lnTo>
                    <a:lnTo>
                      <a:pt x="192" y="92"/>
                    </a:lnTo>
                    <a:lnTo>
                      <a:pt x="192" y="90"/>
                    </a:lnTo>
                    <a:lnTo>
                      <a:pt x="192" y="86"/>
                    </a:lnTo>
                    <a:lnTo>
                      <a:pt x="196" y="86"/>
                    </a:lnTo>
                    <a:lnTo>
                      <a:pt x="192" y="86"/>
                    </a:lnTo>
                    <a:lnTo>
                      <a:pt x="192" y="82"/>
                    </a:lnTo>
                    <a:lnTo>
                      <a:pt x="196" y="82"/>
                    </a:lnTo>
                    <a:lnTo>
                      <a:pt x="200" y="78"/>
                    </a:lnTo>
                    <a:lnTo>
                      <a:pt x="196" y="78"/>
                    </a:lnTo>
                    <a:lnTo>
                      <a:pt x="196" y="82"/>
                    </a:lnTo>
                    <a:lnTo>
                      <a:pt x="196" y="78"/>
                    </a:lnTo>
                    <a:lnTo>
                      <a:pt x="196" y="74"/>
                    </a:lnTo>
                    <a:lnTo>
                      <a:pt x="200" y="74"/>
                    </a:lnTo>
                    <a:lnTo>
                      <a:pt x="200" y="70"/>
                    </a:lnTo>
                    <a:lnTo>
                      <a:pt x="204" y="66"/>
                    </a:lnTo>
                    <a:lnTo>
                      <a:pt x="204" y="66"/>
                    </a:lnTo>
                    <a:lnTo>
                      <a:pt x="204" y="66"/>
                    </a:lnTo>
                    <a:close/>
                    <a:moveTo>
                      <a:pt x="182" y="36"/>
                    </a:moveTo>
                    <a:lnTo>
                      <a:pt x="182" y="34"/>
                    </a:lnTo>
                    <a:lnTo>
                      <a:pt x="182" y="30"/>
                    </a:lnTo>
                    <a:lnTo>
                      <a:pt x="186" y="30"/>
                    </a:lnTo>
                    <a:lnTo>
                      <a:pt x="186" y="34"/>
                    </a:lnTo>
                    <a:lnTo>
                      <a:pt x="186" y="36"/>
                    </a:lnTo>
                    <a:lnTo>
                      <a:pt x="186" y="40"/>
                    </a:lnTo>
                    <a:lnTo>
                      <a:pt x="182" y="40"/>
                    </a:lnTo>
                    <a:lnTo>
                      <a:pt x="182" y="36"/>
                    </a:lnTo>
                    <a:lnTo>
                      <a:pt x="186" y="36"/>
                    </a:lnTo>
                    <a:lnTo>
                      <a:pt x="182" y="36"/>
                    </a:lnTo>
                    <a:lnTo>
                      <a:pt x="182" y="36"/>
                    </a:lnTo>
                    <a:lnTo>
                      <a:pt x="182" y="36"/>
                    </a:lnTo>
                    <a:close/>
                    <a:moveTo>
                      <a:pt x="148" y="52"/>
                    </a:moveTo>
                    <a:lnTo>
                      <a:pt x="148" y="48"/>
                    </a:lnTo>
                    <a:lnTo>
                      <a:pt x="152" y="52"/>
                    </a:lnTo>
                    <a:lnTo>
                      <a:pt x="148" y="52"/>
                    </a:lnTo>
                    <a:lnTo>
                      <a:pt x="148" y="56"/>
                    </a:lnTo>
                    <a:lnTo>
                      <a:pt x="148" y="52"/>
                    </a:lnTo>
                    <a:lnTo>
                      <a:pt x="148" y="52"/>
                    </a:lnTo>
                    <a:lnTo>
                      <a:pt x="148" y="52"/>
                    </a:lnTo>
                    <a:close/>
                    <a:moveTo>
                      <a:pt x="18" y="64"/>
                    </a:moveTo>
                    <a:lnTo>
                      <a:pt x="14" y="64"/>
                    </a:lnTo>
                    <a:lnTo>
                      <a:pt x="14" y="60"/>
                    </a:lnTo>
                    <a:lnTo>
                      <a:pt x="10" y="60"/>
                    </a:lnTo>
                    <a:lnTo>
                      <a:pt x="10" y="56"/>
                    </a:lnTo>
                    <a:lnTo>
                      <a:pt x="8" y="56"/>
                    </a:lnTo>
                    <a:lnTo>
                      <a:pt x="10" y="52"/>
                    </a:lnTo>
                    <a:lnTo>
                      <a:pt x="10" y="56"/>
                    </a:lnTo>
                    <a:lnTo>
                      <a:pt x="14" y="56"/>
                    </a:lnTo>
                    <a:lnTo>
                      <a:pt x="14" y="60"/>
                    </a:lnTo>
                    <a:lnTo>
                      <a:pt x="18" y="60"/>
                    </a:lnTo>
                    <a:lnTo>
                      <a:pt x="18" y="64"/>
                    </a:lnTo>
                    <a:lnTo>
                      <a:pt x="18" y="64"/>
                    </a:lnTo>
                    <a:lnTo>
                      <a:pt x="18" y="64"/>
                    </a:lnTo>
                    <a:close/>
                    <a:moveTo>
                      <a:pt x="468" y="66"/>
                    </a:moveTo>
                    <a:lnTo>
                      <a:pt x="468" y="64"/>
                    </a:lnTo>
                    <a:lnTo>
                      <a:pt x="468" y="60"/>
                    </a:lnTo>
                    <a:lnTo>
                      <a:pt x="472" y="56"/>
                    </a:lnTo>
                    <a:lnTo>
                      <a:pt x="472" y="60"/>
                    </a:lnTo>
                    <a:lnTo>
                      <a:pt x="472" y="64"/>
                    </a:lnTo>
                    <a:lnTo>
                      <a:pt x="472" y="66"/>
                    </a:lnTo>
                    <a:lnTo>
                      <a:pt x="468" y="66"/>
                    </a:lnTo>
                    <a:lnTo>
                      <a:pt x="468" y="66"/>
                    </a:lnTo>
                    <a:lnTo>
                      <a:pt x="468" y="66"/>
                    </a:lnTo>
                    <a:close/>
                    <a:moveTo>
                      <a:pt x="30" y="66"/>
                    </a:moveTo>
                    <a:lnTo>
                      <a:pt x="30" y="64"/>
                    </a:lnTo>
                    <a:lnTo>
                      <a:pt x="26" y="64"/>
                    </a:lnTo>
                    <a:lnTo>
                      <a:pt x="30" y="64"/>
                    </a:lnTo>
                    <a:lnTo>
                      <a:pt x="30" y="66"/>
                    </a:lnTo>
                    <a:lnTo>
                      <a:pt x="30" y="66"/>
                    </a:lnTo>
                    <a:lnTo>
                      <a:pt x="30" y="66"/>
                    </a:lnTo>
                    <a:close/>
                    <a:moveTo>
                      <a:pt x="460" y="112"/>
                    </a:moveTo>
                    <a:lnTo>
                      <a:pt x="460" y="108"/>
                    </a:lnTo>
                    <a:lnTo>
                      <a:pt x="458" y="104"/>
                    </a:lnTo>
                    <a:lnTo>
                      <a:pt x="460" y="104"/>
                    </a:lnTo>
                    <a:lnTo>
                      <a:pt x="460" y="100"/>
                    </a:lnTo>
                    <a:lnTo>
                      <a:pt x="458" y="96"/>
                    </a:lnTo>
                    <a:lnTo>
                      <a:pt x="458" y="92"/>
                    </a:lnTo>
                    <a:lnTo>
                      <a:pt x="458" y="90"/>
                    </a:lnTo>
                    <a:lnTo>
                      <a:pt x="458" y="86"/>
                    </a:lnTo>
                    <a:lnTo>
                      <a:pt x="454" y="86"/>
                    </a:lnTo>
                    <a:lnTo>
                      <a:pt x="454" y="82"/>
                    </a:lnTo>
                    <a:lnTo>
                      <a:pt x="458" y="82"/>
                    </a:lnTo>
                    <a:lnTo>
                      <a:pt x="458" y="78"/>
                    </a:lnTo>
                    <a:lnTo>
                      <a:pt x="458" y="74"/>
                    </a:lnTo>
                    <a:lnTo>
                      <a:pt x="458" y="70"/>
                    </a:lnTo>
                    <a:lnTo>
                      <a:pt x="460" y="70"/>
                    </a:lnTo>
                    <a:lnTo>
                      <a:pt x="460" y="66"/>
                    </a:lnTo>
                    <a:lnTo>
                      <a:pt x="464" y="64"/>
                    </a:lnTo>
                    <a:lnTo>
                      <a:pt x="464" y="66"/>
                    </a:lnTo>
                    <a:lnTo>
                      <a:pt x="460" y="70"/>
                    </a:lnTo>
                    <a:lnTo>
                      <a:pt x="464" y="70"/>
                    </a:lnTo>
                    <a:lnTo>
                      <a:pt x="464" y="74"/>
                    </a:lnTo>
                    <a:lnTo>
                      <a:pt x="464" y="78"/>
                    </a:lnTo>
                    <a:lnTo>
                      <a:pt x="460" y="82"/>
                    </a:lnTo>
                    <a:lnTo>
                      <a:pt x="458" y="86"/>
                    </a:lnTo>
                    <a:lnTo>
                      <a:pt x="460" y="90"/>
                    </a:lnTo>
                    <a:lnTo>
                      <a:pt x="460" y="86"/>
                    </a:lnTo>
                    <a:lnTo>
                      <a:pt x="464" y="86"/>
                    </a:lnTo>
                    <a:lnTo>
                      <a:pt x="464" y="82"/>
                    </a:lnTo>
                    <a:lnTo>
                      <a:pt x="464" y="78"/>
                    </a:lnTo>
                    <a:lnTo>
                      <a:pt x="468" y="78"/>
                    </a:lnTo>
                    <a:lnTo>
                      <a:pt x="468" y="74"/>
                    </a:lnTo>
                    <a:lnTo>
                      <a:pt x="472" y="74"/>
                    </a:lnTo>
                    <a:lnTo>
                      <a:pt x="472" y="82"/>
                    </a:lnTo>
                    <a:lnTo>
                      <a:pt x="472" y="86"/>
                    </a:lnTo>
                    <a:lnTo>
                      <a:pt x="468" y="86"/>
                    </a:lnTo>
                    <a:lnTo>
                      <a:pt x="468" y="90"/>
                    </a:lnTo>
                    <a:lnTo>
                      <a:pt x="468" y="92"/>
                    </a:lnTo>
                    <a:lnTo>
                      <a:pt x="472" y="92"/>
                    </a:lnTo>
                    <a:lnTo>
                      <a:pt x="472" y="96"/>
                    </a:lnTo>
                    <a:lnTo>
                      <a:pt x="476" y="96"/>
                    </a:lnTo>
                    <a:lnTo>
                      <a:pt x="476" y="100"/>
                    </a:lnTo>
                    <a:lnTo>
                      <a:pt x="476" y="96"/>
                    </a:lnTo>
                    <a:lnTo>
                      <a:pt x="472" y="96"/>
                    </a:lnTo>
                    <a:lnTo>
                      <a:pt x="468" y="96"/>
                    </a:lnTo>
                    <a:lnTo>
                      <a:pt x="464" y="96"/>
                    </a:lnTo>
                    <a:lnTo>
                      <a:pt x="464" y="92"/>
                    </a:lnTo>
                    <a:lnTo>
                      <a:pt x="460" y="92"/>
                    </a:lnTo>
                    <a:lnTo>
                      <a:pt x="460" y="96"/>
                    </a:lnTo>
                    <a:lnTo>
                      <a:pt x="460" y="100"/>
                    </a:lnTo>
                    <a:lnTo>
                      <a:pt x="460" y="104"/>
                    </a:lnTo>
                    <a:lnTo>
                      <a:pt x="464" y="108"/>
                    </a:lnTo>
                    <a:lnTo>
                      <a:pt x="464" y="112"/>
                    </a:lnTo>
                    <a:lnTo>
                      <a:pt x="468" y="116"/>
                    </a:lnTo>
                    <a:lnTo>
                      <a:pt x="468" y="120"/>
                    </a:lnTo>
                    <a:lnTo>
                      <a:pt x="468" y="116"/>
                    </a:lnTo>
                    <a:lnTo>
                      <a:pt x="464" y="116"/>
                    </a:lnTo>
                    <a:lnTo>
                      <a:pt x="464" y="112"/>
                    </a:lnTo>
                    <a:lnTo>
                      <a:pt x="460" y="112"/>
                    </a:lnTo>
                    <a:lnTo>
                      <a:pt x="460" y="112"/>
                    </a:lnTo>
                    <a:lnTo>
                      <a:pt x="460" y="112"/>
                    </a:lnTo>
                    <a:close/>
                    <a:moveTo>
                      <a:pt x="92" y="70"/>
                    </a:moveTo>
                    <a:lnTo>
                      <a:pt x="92" y="74"/>
                    </a:lnTo>
                    <a:lnTo>
                      <a:pt x="88" y="74"/>
                    </a:lnTo>
                    <a:lnTo>
                      <a:pt x="88" y="70"/>
                    </a:lnTo>
                    <a:lnTo>
                      <a:pt x="88" y="66"/>
                    </a:lnTo>
                    <a:lnTo>
                      <a:pt x="92" y="66"/>
                    </a:lnTo>
                    <a:lnTo>
                      <a:pt x="92" y="70"/>
                    </a:lnTo>
                    <a:lnTo>
                      <a:pt x="92" y="70"/>
                    </a:lnTo>
                    <a:lnTo>
                      <a:pt x="92" y="70"/>
                    </a:lnTo>
                    <a:close/>
                    <a:moveTo>
                      <a:pt x="398" y="120"/>
                    </a:moveTo>
                    <a:lnTo>
                      <a:pt x="394" y="120"/>
                    </a:lnTo>
                    <a:lnTo>
                      <a:pt x="390" y="120"/>
                    </a:lnTo>
                    <a:lnTo>
                      <a:pt x="390" y="122"/>
                    </a:lnTo>
                    <a:lnTo>
                      <a:pt x="386" y="122"/>
                    </a:lnTo>
                    <a:lnTo>
                      <a:pt x="386" y="126"/>
                    </a:lnTo>
                    <a:lnTo>
                      <a:pt x="382" y="126"/>
                    </a:lnTo>
                    <a:lnTo>
                      <a:pt x="382" y="130"/>
                    </a:lnTo>
                    <a:lnTo>
                      <a:pt x="378" y="130"/>
                    </a:lnTo>
                    <a:lnTo>
                      <a:pt x="374" y="130"/>
                    </a:lnTo>
                    <a:lnTo>
                      <a:pt x="374" y="134"/>
                    </a:lnTo>
                    <a:lnTo>
                      <a:pt x="372" y="134"/>
                    </a:lnTo>
                    <a:lnTo>
                      <a:pt x="368" y="134"/>
                    </a:lnTo>
                    <a:lnTo>
                      <a:pt x="368" y="138"/>
                    </a:lnTo>
                    <a:lnTo>
                      <a:pt x="372" y="138"/>
                    </a:lnTo>
                    <a:lnTo>
                      <a:pt x="374" y="138"/>
                    </a:lnTo>
                    <a:lnTo>
                      <a:pt x="374" y="142"/>
                    </a:lnTo>
                    <a:lnTo>
                      <a:pt x="378" y="146"/>
                    </a:lnTo>
                    <a:lnTo>
                      <a:pt x="378" y="150"/>
                    </a:lnTo>
                    <a:lnTo>
                      <a:pt x="382" y="150"/>
                    </a:lnTo>
                    <a:lnTo>
                      <a:pt x="382" y="152"/>
                    </a:lnTo>
                    <a:lnTo>
                      <a:pt x="382" y="156"/>
                    </a:lnTo>
                    <a:lnTo>
                      <a:pt x="386" y="156"/>
                    </a:lnTo>
                    <a:lnTo>
                      <a:pt x="382" y="156"/>
                    </a:lnTo>
                    <a:lnTo>
                      <a:pt x="382" y="160"/>
                    </a:lnTo>
                    <a:lnTo>
                      <a:pt x="382" y="164"/>
                    </a:lnTo>
                    <a:lnTo>
                      <a:pt x="382" y="166"/>
                    </a:lnTo>
                    <a:lnTo>
                      <a:pt x="386" y="166"/>
                    </a:lnTo>
                    <a:lnTo>
                      <a:pt x="386" y="170"/>
                    </a:lnTo>
                    <a:lnTo>
                      <a:pt x="390" y="170"/>
                    </a:lnTo>
                    <a:lnTo>
                      <a:pt x="390" y="174"/>
                    </a:lnTo>
                    <a:lnTo>
                      <a:pt x="390" y="170"/>
                    </a:lnTo>
                    <a:lnTo>
                      <a:pt x="390" y="174"/>
                    </a:lnTo>
                    <a:lnTo>
                      <a:pt x="390" y="178"/>
                    </a:lnTo>
                    <a:lnTo>
                      <a:pt x="386" y="178"/>
                    </a:lnTo>
                    <a:lnTo>
                      <a:pt x="382" y="178"/>
                    </a:lnTo>
                    <a:lnTo>
                      <a:pt x="378" y="178"/>
                    </a:lnTo>
                    <a:lnTo>
                      <a:pt x="378" y="182"/>
                    </a:lnTo>
                    <a:lnTo>
                      <a:pt x="378" y="186"/>
                    </a:lnTo>
                    <a:lnTo>
                      <a:pt x="374" y="186"/>
                    </a:lnTo>
                    <a:lnTo>
                      <a:pt x="372" y="182"/>
                    </a:lnTo>
                    <a:lnTo>
                      <a:pt x="372" y="178"/>
                    </a:lnTo>
                    <a:lnTo>
                      <a:pt x="372" y="174"/>
                    </a:lnTo>
                    <a:lnTo>
                      <a:pt x="374" y="174"/>
                    </a:lnTo>
                    <a:lnTo>
                      <a:pt x="374" y="170"/>
                    </a:lnTo>
                    <a:lnTo>
                      <a:pt x="372" y="170"/>
                    </a:lnTo>
                    <a:lnTo>
                      <a:pt x="368" y="170"/>
                    </a:lnTo>
                    <a:lnTo>
                      <a:pt x="368" y="166"/>
                    </a:lnTo>
                    <a:lnTo>
                      <a:pt x="364" y="164"/>
                    </a:lnTo>
                    <a:lnTo>
                      <a:pt x="364" y="160"/>
                    </a:lnTo>
                    <a:lnTo>
                      <a:pt x="364" y="156"/>
                    </a:lnTo>
                    <a:lnTo>
                      <a:pt x="364" y="152"/>
                    </a:lnTo>
                    <a:lnTo>
                      <a:pt x="364" y="150"/>
                    </a:lnTo>
                    <a:lnTo>
                      <a:pt x="360" y="146"/>
                    </a:lnTo>
                    <a:lnTo>
                      <a:pt x="360" y="150"/>
                    </a:lnTo>
                    <a:lnTo>
                      <a:pt x="358" y="152"/>
                    </a:lnTo>
                    <a:lnTo>
                      <a:pt x="354" y="152"/>
                    </a:lnTo>
                    <a:lnTo>
                      <a:pt x="354" y="156"/>
                    </a:lnTo>
                    <a:lnTo>
                      <a:pt x="358" y="156"/>
                    </a:lnTo>
                    <a:lnTo>
                      <a:pt x="358" y="160"/>
                    </a:lnTo>
                    <a:lnTo>
                      <a:pt x="358" y="164"/>
                    </a:lnTo>
                    <a:lnTo>
                      <a:pt x="358" y="166"/>
                    </a:lnTo>
                    <a:lnTo>
                      <a:pt x="358" y="170"/>
                    </a:lnTo>
                    <a:lnTo>
                      <a:pt x="358" y="174"/>
                    </a:lnTo>
                    <a:lnTo>
                      <a:pt x="358" y="178"/>
                    </a:lnTo>
                    <a:lnTo>
                      <a:pt x="358" y="182"/>
                    </a:lnTo>
                    <a:lnTo>
                      <a:pt x="358" y="186"/>
                    </a:lnTo>
                    <a:lnTo>
                      <a:pt x="354" y="190"/>
                    </a:lnTo>
                    <a:lnTo>
                      <a:pt x="358" y="194"/>
                    </a:lnTo>
                    <a:lnTo>
                      <a:pt x="358" y="196"/>
                    </a:lnTo>
                    <a:lnTo>
                      <a:pt x="354" y="196"/>
                    </a:lnTo>
                    <a:lnTo>
                      <a:pt x="350" y="196"/>
                    </a:lnTo>
                    <a:lnTo>
                      <a:pt x="350" y="200"/>
                    </a:lnTo>
                    <a:lnTo>
                      <a:pt x="346" y="200"/>
                    </a:lnTo>
                    <a:lnTo>
                      <a:pt x="346" y="196"/>
                    </a:lnTo>
                    <a:lnTo>
                      <a:pt x="342" y="196"/>
                    </a:lnTo>
                    <a:lnTo>
                      <a:pt x="342" y="194"/>
                    </a:lnTo>
                    <a:lnTo>
                      <a:pt x="342" y="190"/>
                    </a:lnTo>
                    <a:lnTo>
                      <a:pt x="346" y="186"/>
                    </a:lnTo>
                    <a:lnTo>
                      <a:pt x="342" y="186"/>
                    </a:lnTo>
                    <a:lnTo>
                      <a:pt x="342" y="182"/>
                    </a:lnTo>
                    <a:lnTo>
                      <a:pt x="346" y="182"/>
                    </a:lnTo>
                    <a:lnTo>
                      <a:pt x="346" y="178"/>
                    </a:lnTo>
                    <a:lnTo>
                      <a:pt x="346" y="174"/>
                    </a:lnTo>
                    <a:lnTo>
                      <a:pt x="346" y="170"/>
                    </a:lnTo>
                    <a:lnTo>
                      <a:pt x="346" y="166"/>
                    </a:lnTo>
                    <a:lnTo>
                      <a:pt x="342" y="164"/>
                    </a:lnTo>
                    <a:lnTo>
                      <a:pt x="346" y="164"/>
                    </a:lnTo>
                    <a:lnTo>
                      <a:pt x="342" y="160"/>
                    </a:lnTo>
                    <a:lnTo>
                      <a:pt x="338" y="160"/>
                    </a:lnTo>
                    <a:lnTo>
                      <a:pt x="338" y="164"/>
                    </a:lnTo>
                    <a:lnTo>
                      <a:pt x="338" y="160"/>
                    </a:lnTo>
                    <a:lnTo>
                      <a:pt x="338" y="164"/>
                    </a:lnTo>
                    <a:lnTo>
                      <a:pt x="334" y="164"/>
                    </a:lnTo>
                    <a:lnTo>
                      <a:pt x="334" y="160"/>
                    </a:lnTo>
                    <a:lnTo>
                      <a:pt x="334" y="156"/>
                    </a:lnTo>
                    <a:lnTo>
                      <a:pt x="334" y="152"/>
                    </a:lnTo>
                    <a:lnTo>
                      <a:pt x="334" y="150"/>
                    </a:lnTo>
                    <a:lnTo>
                      <a:pt x="338" y="146"/>
                    </a:lnTo>
                    <a:lnTo>
                      <a:pt x="338" y="142"/>
                    </a:lnTo>
                    <a:lnTo>
                      <a:pt x="338" y="138"/>
                    </a:lnTo>
                    <a:lnTo>
                      <a:pt x="342" y="138"/>
                    </a:lnTo>
                    <a:lnTo>
                      <a:pt x="342" y="134"/>
                    </a:lnTo>
                    <a:lnTo>
                      <a:pt x="342" y="138"/>
                    </a:lnTo>
                    <a:lnTo>
                      <a:pt x="342" y="134"/>
                    </a:lnTo>
                    <a:lnTo>
                      <a:pt x="342" y="130"/>
                    </a:lnTo>
                    <a:lnTo>
                      <a:pt x="342" y="126"/>
                    </a:lnTo>
                    <a:lnTo>
                      <a:pt x="342" y="122"/>
                    </a:lnTo>
                    <a:lnTo>
                      <a:pt x="342" y="120"/>
                    </a:lnTo>
                    <a:lnTo>
                      <a:pt x="346" y="120"/>
                    </a:lnTo>
                    <a:lnTo>
                      <a:pt x="346" y="116"/>
                    </a:lnTo>
                    <a:lnTo>
                      <a:pt x="346" y="112"/>
                    </a:lnTo>
                    <a:lnTo>
                      <a:pt x="350" y="116"/>
                    </a:lnTo>
                    <a:lnTo>
                      <a:pt x="350" y="120"/>
                    </a:lnTo>
                    <a:lnTo>
                      <a:pt x="350" y="116"/>
                    </a:lnTo>
                    <a:lnTo>
                      <a:pt x="350" y="112"/>
                    </a:lnTo>
                    <a:lnTo>
                      <a:pt x="346" y="112"/>
                    </a:lnTo>
                    <a:lnTo>
                      <a:pt x="346" y="108"/>
                    </a:lnTo>
                    <a:lnTo>
                      <a:pt x="350" y="108"/>
                    </a:lnTo>
                    <a:lnTo>
                      <a:pt x="350" y="104"/>
                    </a:lnTo>
                    <a:lnTo>
                      <a:pt x="346" y="104"/>
                    </a:lnTo>
                    <a:lnTo>
                      <a:pt x="346" y="100"/>
                    </a:lnTo>
                    <a:lnTo>
                      <a:pt x="346" y="104"/>
                    </a:lnTo>
                    <a:lnTo>
                      <a:pt x="350" y="104"/>
                    </a:lnTo>
                    <a:lnTo>
                      <a:pt x="350" y="100"/>
                    </a:lnTo>
                    <a:lnTo>
                      <a:pt x="350" y="96"/>
                    </a:lnTo>
                    <a:lnTo>
                      <a:pt x="350" y="92"/>
                    </a:lnTo>
                    <a:lnTo>
                      <a:pt x="354" y="92"/>
                    </a:lnTo>
                    <a:lnTo>
                      <a:pt x="350" y="92"/>
                    </a:lnTo>
                    <a:lnTo>
                      <a:pt x="350" y="90"/>
                    </a:lnTo>
                    <a:lnTo>
                      <a:pt x="354" y="90"/>
                    </a:lnTo>
                    <a:lnTo>
                      <a:pt x="354" y="86"/>
                    </a:lnTo>
                    <a:lnTo>
                      <a:pt x="358" y="86"/>
                    </a:lnTo>
                    <a:lnTo>
                      <a:pt x="358" y="90"/>
                    </a:lnTo>
                    <a:lnTo>
                      <a:pt x="360" y="90"/>
                    </a:lnTo>
                    <a:lnTo>
                      <a:pt x="360" y="86"/>
                    </a:lnTo>
                    <a:lnTo>
                      <a:pt x="364" y="82"/>
                    </a:lnTo>
                    <a:lnTo>
                      <a:pt x="360" y="82"/>
                    </a:lnTo>
                    <a:lnTo>
                      <a:pt x="364" y="78"/>
                    </a:lnTo>
                    <a:lnTo>
                      <a:pt x="368" y="78"/>
                    </a:lnTo>
                    <a:lnTo>
                      <a:pt x="368" y="82"/>
                    </a:lnTo>
                    <a:lnTo>
                      <a:pt x="372" y="82"/>
                    </a:lnTo>
                    <a:lnTo>
                      <a:pt x="372" y="86"/>
                    </a:lnTo>
                    <a:lnTo>
                      <a:pt x="374" y="86"/>
                    </a:lnTo>
                    <a:lnTo>
                      <a:pt x="378" y="82"/>
                    </a:lnTo>
                    <a:lnTo>
                      <a:pt x="378" y="86"/>
                    </a:lnTo>
                    <a:lnTo>
                      <a:pt x="382" y="86"/>
                    </a:lnTo>
                    <a:lnTo>
                      <a:pt x="386" y="86"/>
                    </a:lnTo>
                    <a:lnTo>
                      <a:pt x="390" y="86"/>
                    </a:lnTo>
                    <a:lnTo>
                      <a:pt x="390" y="90"/>
                    </a:lnTo>
                    <a:lnTo>
                      <a:pt x="394" y="86"/>
                    </a:lnTo>
                    <a:lnTo>
                      <a:pt x="398" y="86"/>
                    </a:lnTo>
                    <a:lnTo>
                      <a:pt x="402" y="86"/>
                    </a:lnTo>
                    <a:lnTo>
                      <a:pt x="402" y="90"/>
                    </a:lnTo>
                    <a:lnTo>
                      <a:pt x="402" y="86"/>
                    </a:lnTo>
                    <a:lnTo>
                      <a:pt x="404" y="90"/>
                    </a:lnTo>
                    <a:lnTo>
                      <a:pt x="408" y="86"/>
                    </a:lnTo>
                    <a:lnTo>
                      <a:pt x="412" y="86"/>
                    </a:lnTo>
                    <a:lnTo>
                      <a:pt x="412" y="82"/>
                    </a:lnTo>
                    <a:lnTo>
                      <a:pt x="416" y="82"/>
                    </a:lnTo>
                    <a:lnTo>
                      <a:pt x="416" y="78"/>
                    </a:lnTo>
                    <a:lnTo>
                      <a:pt x="420" y="78"/>
                    </a:lnTo>
                    <a:lnTo>
                      <a:pt x="420" y="74"/>
                    </a:lnTo>
                    <a:lnTo>
                      <a:pt x="424" y="74"/>
                    </a:lnTo>
                    <a:lnTo>
                      <a:pt x="424" y="78"/>
                    </a:lnTo>
                    <a:lnTo>
                      <a:pt x="424" y="82"/>
                    </a:lnTo>
                    <a:lnTo>
                      <a:pt x="420" y="82"/>
                    </a:lnTo>
                    <a:lnTo>
                      <a:pt x="420" y="86"/>
                    </a:lnTo>
                    <a:lnTo>
                      <a:pt x="416" y="90"/>
                    </a:lnTo>
                    <a:lnTo>
                      <a:pt x="416" y="92"/>
                    </a:lnTo>
                    <a:lnTo>
                      <a:pt x="412" y="92"/>
                    </a:lnTo>
                    <a:lnTo>
                      <a:pt x="412" y="96"/>
                    </a:lnTo>
                    <a:lnTo>
                      <a:pt x="408" y="96"/>
                    </a:lnTo>
                    <a:lnTo>
                      <a:pt x="404" y="96"/>
                    </a:lnTo>
                    <a:lnTo>
                      <a:pt x="402" y="96"/>
                    </a:lnTo>
                    <a:lnTo>
                      <a:pt x="398" y="96"/>
                    </a:lnTo>
                    <a:lnTo>
                      <a:pt x="394" y="96"/>
                    </a:lnTo>
                    <a:lnTo>
                      <a:pt x="394" y="92"/>
                    </a:lnTo>
                    <a:lnTo>
                      <a:pt x="390" y="92"/>
                    </a:lnTo>
                    <a:lnTo>
                      <a:pt x="386" y="92"/>
                    </a:lnTo>
                    <a:lnTo>
                      <a:pt x="382" y="92"/>
                    </a:lnTo>
                    <a:lnTo>
                      <a:pt x="378" y="92"/>
                    </a:lnTo>
                    <a:lnTo>
                      <a:pt x="378" y="96"/>
                    </a:lnTo>
                    <a:lnTo>
                      <a:pt x="374" y="96"/>
                    </a:lnTo>
                    <a:lnTo>
                      <a:pt x="374" y="92"/>
                    </a:lnTo>
                    <a:lnTo>
                      <a:pt x="372" y="92"/>
                    </a:lnTo>
                    <a:lnTo>
                      <a:pt x="368" y="92"/>
                    </a:lnTo>
                    <a:lnTo>
                      <a:pt x="368" y="96"/>
                    </a:lnTo>
                    <a:lnTo>
                      <a:pt x="364" y="96"/>
                    </a:lnTo>
                    <a:lnTo>
                      <a:pt x="364" y="92"/>
                    </a:lnTo>
                    <a:lnTo>
                      <a:pt x="360" y="92"/>
                    </a:lnTo>
                    <a:lnTo>
                      <a:pt x="358" y="92"/>
                    </a:lnTo>
                    <a:lnTo>
                      <a:pt x="358" y="96"/>
                    </a:lnTo>
                    <a:lnTo>
                      <a:pt x="354" y="96"/>
                    </a:lnTo>
                    <a:lnTo>
                      <a:pt x="354" y="100"/>
                    </a:lnTo>
                    <a:lnTo>
                      <a:pt x="354" y="104"/>
                    </a:lnTo>
                    <a:lnTo>
                      <a:pt x="350" y="104"/>
                    </a:lnTo>
                    <a:lnTo>
                      <a:pt x="350" y="108"/>
                    </a:lnTo>
                    <a:lnTo>
                      <a:pt x="354" y="112"/>
                    </a:lnTo>
                    <a:lnTo>
                      <a:pt x="354" y="116"/>
                    </a:lnTo>
                    <a:lnTo>
                      <a:pt x="354" y="120"/>
                    </a:lnTo>
                    <a:lnTo>
                      <a:pt x="358" y="120"/>
                    </a:lnTo>
                    <a:lnTo>
                      <a:pt x="360" y="120"/>
                    </a:lnTo>
                    <a:lnTo>
                      <a:pt x="360" y="122"/>
                    </a:lnTo>
                    <a:lnTo>
                      <a:pt x="360" y="126"/>
                    </a:lnTo>
                    <a:lnTo>
                      <a:pt x="364" y="126"/>
                    </a:lnTo>
                    <a:lnTo>
                      <a:pt x="368" y="126"/>
                    </a:lnTo>
                    <a:lnTo>
                      <a:pt x="368" y="122"/>
                    </a:lnTo>
                    <a:lnTo>
                      <a:pt x="372" y="120"/>
                    </a:lnTo>
                    <a:lnTo>
                      <a:pt x="372" y="116"/>
                    </a:lnTo>
                    <a:lnTo>
                      <a:pt x="374" y="116"/>
                    </a:lnTo>
                    <a:lnTo>
                      <a:pt x="374" y="120"/>
                    </a:lnTo>
                    <a:lnTo>
                      <a:pt x="378" y="120"/>
                    </a:lnTo>
                    <a:lnTo>
                      <a:pt x="382" y="120"/>
                    </a:lnTo>
                    <a:lnTo>
                      <a:pt x="382" y="116"/>
                    </a:lnTo>
                    <a:lnTo>
                      <a:pt x="386" y="116"/>
                    </a:lnTo>
                    <a:lnTo>
                      <a:pt x="390" y="116"/>
                    </a:lnTo>
                    <a:lnTo>
                      <a:pt x="394" y="116"/>
                    </a:lnTo>
                    <a:lnTo>
                      <a:pt x="390" y="116"/>
                    </a:lnTo>
                    <a:lnTo>
                      <a:pt x="390" y="112"/>
                    </a:lnTo>
                    <a:lnTo>
                      <a:pt x="394" y="112"/>
                    </a:lnTo>
                    <a:lnTo>
                      <a:pt x="398" y="112"/>
                    </a:lnTo>
                    <a:lnTo>
                      <a:pt x="398" y="116"/>
                    </a:lnTo>
                    <a:lnTo>
                      <a:pt x="398" y="120"/>
                    </a:lnTo>
                    <a:lnTo>
                      <a:pt x="398" y="120"/>
                    </a:lnTo>
                    <a:lnTo>
                      <a:pt x="398" y="120"/>
                    </a:lnTo>
                    <a:close/>
                    <a:moveTo>
                      <a:pt x="104" y="78"/>
                    </a:moveTo>
                    <a:lnTo>
                      <a:pt x="104" y="82"/>
                    </a:lnTo>
                    <a:lnTo>
                      <a:pt x="104" y="78"/>
                    </a:lnTo>
                    <a:lnTo>
                      <a:pt x="100" y="78"/>
                    </a:lnTo>
                    <a:lnTo>
                      <a:pt x="96" y="78"/>
                    </a:lnTo>
                    <a:lnTo>
                      <a:pt x="96" y="74"/>
                    </a:lnTo>
                    <a:lnTo>
                      <a:pt x="100" y="74"/>
                    </a:lnTo>
                    <a:lnTo>
                      <a:pt x="104" y="78"/>
                    </a:lnTo>
                    <a:lnTo>
                      <a:pt x="104" y="78"/>
                    </a:lnTo>
                    <a:lnTo>
                      <a:pt x="104" y="78"/>
                    </a:lnTo>
                    <a:close/>
                    <a:moveTo>
                      <a:pt x="36" y="92"/>
                    </a:moveTo>
                    <a:lnTo>
                      <a:pt x="36" y="90"/>
                    </a:lnTo>
                    <a:lnTo>
                      <a:pt x="34" y="90"/>
                    </a:lnTo>
                    <a:lnTo>
                      <a:pt x="34" y="86"/>
                    </a:lnTo>
                    <a:lnTo>
                      <a:pt x="30" y="86"/>
                    </a:lnTo>
                    <a:lnTo>
                      <a:pt x="30" y="82"/>
                    </a:lnTo>
                    <a:lnTo>
                      <a:pt x="30" y="78"/>
                    </a:lnTo>
                    <a:lnTo>
                      <a:pt x="34" y="78"/>
                    </a:lnTo>
                    <a:lnTo>
                      <a:pt x="36" y="82"/>
                    </a:lnTo>
                    <a:lnTo>
                      <a:pt x="40" y="86"/>
                    </a:lnTo>
                    <a:lnTo>
                      <a:pt x="36" y="90"/>
                    </a:lnTo>
                    <a:lnTo>
                      <a:pt x="36" y="92"/>
                    </a:lnTo>
                    <a:lnTo>
                      <a:pt x="36" y="92"/>
                    </a:lnTo>
                    <a:lnTo>
                      <a:pt x="36" y="92"/>
                    </a:lnTo>
                    <a:close/>
                    <a:moveTo>
                      <a:pt x="104" y="82"/>
                    </a:moveTo>
                    <a:lnTo>
                      <a:pt x="104" y="86"/>
                    </a:lnTo>
                    <a:lnTo>
                      <a:pt x="100" y="86"/>
                    </a:lnTo>
                    <a:lnTo>
                      <a:pt x="100" y="82"/>
                    </a:lnTo>
                    <a:lnTo>
                      <a:pt x="100" y="78"/>
                    </a:lnTo>
                    <a:lnTo>
                      <a:pt x="104" y="82"/>
                    </a:lnTo>
                    <a:lnTo>
                      <a:pt x="104" y="82"/>
                    </a:lnTo>
                    <a:lnTo>
                      <a:pt x="104" y="82"/>
                    </a:lnTo>
                    <a:close/>
                    <a:moveTo>
                      <a:pt x="134" y="86"/>
                    </a:moveTo>
                    <a:lnTo>
                      <a:pt x="134" y="90"/>
                    </a:lnTo>
                    <a:lnTo>
                      <a:pt x="134" y="86"/>
                    </a:lnTo>
                    <a:lnTo>
                      <a:pt x="130" y="86"/>
                    </a:lnTo>
                    <a:lnTo>
                      <a:pt x="130" y="82"/>
                    </a:lnTo>
                    <a:lnTo>
                      <a:pt x="134" y="82"/>
                    </a:lnTo>
                    <a:lnTo>
                      <a:pt x="134" y="86"/>
                    </a:lnTo>
                    <a:lnTo>
                      <a:pt x="134" y="86"/>
                    </a:lnTo>
                    <a:lnTo>
                      <a:pt x="134" y="86"/>
                    </a:lnTo>
                    <a:close/>
                    <a:moveTo>
                      <a:pt x="126" y="82"/>
                    </a:moveTo>
                    <a:lnTo>
                      <a:pt x="126" y="86"/>
                    </a:lnTo>
                    <a:lnTo>
                      <a:pt x="122" y="86"/>
                    </a:lnTo>
                    <a:lnTo>
                      <a:pt x="122" y="82"/>
                    </a:lnTo>
                    <a:lnTo>
                      <a:pt x="126" y="82"/>
                    </a:lnTo>
                    <a:lnTo>
                      <a:pt x="126" y="82"/>
                    </a:lnTo>
                    <a:lnTo>
                      <a:pt x="126" y="82"/>
                    </a:lnTo>
                    <a:close/>
                    <a:moveTo>
                      <a:pt x="110" y="90"/>
                    </a:moveTo>
                    <a:lnTo>
                      <a:pt x="110" y="86"/>
                    </a:lnTo>
                    <a:lnTo>
                      <a:pt x="106" y="86"/>
                    </a:lnTo>
                    <a:lnTo>
                      <a:pt x="106" y="82"/>
                    </a:lnTo>
                    <a:lnTo>
                      <a:pt x="110" y="82"/>
                    </a:lnTo>
                    <a:lnTo>
                      <a:pt x="110" y="86"/>
                    </a:lnTo>
                    <a:lnTo>
                      <a:pt x="114" y="86"/>
                    </a:lnTo>
                    <a:lnTo>
                      <a:pt x="114" y="90"/>
                    </a:lnTo>
                    <a:lnTo>
                      <a:pt x="110" y="90"/>
                    </a:lnTo>
                    <a:lnTo>
                      <a:pt x="110" y="90"/>
                    </a:lnTo>
                    <a:lnTo>
                      <a:pt x="110" y="90"/>
                    </a:lnTo>
                    <a:close/>
                    <a:moveTo>
                      <a:pt x="110" y="90"/>
                    </a:moveTo>
                    <a:lnTo>
                      <a:pt x="106" y="90"/>
                    </a:lnTo>
                    <a:lnTo>
                      <a:pt x="104" y="90"/>
                    </a:lnTo>
                    <a:lnTo>
                      <a:pt x="104" y="86"/>
                    </a:lnTo>
                    <a:lnTo>
                      <a:pt x="104" y="82"/>
                    </a:lnTo>
                    <a:lnTo>
                      <a:pt x="104" y="86"/>
                    </a:lnTo>
                    <a:lnTo>
                      <a:pt x="106" y="86"/>
                    </a:lnTo>
                    <a:lnTo>
                      <a:pt x="110" y="86"/>
                    </a:lnTo>
                    <a:lnTo>
                      <a:pt x="110" y="90"/>
                    </a:lnTo>
                    <a:lnTo>
                      <a:pt x="110" y="90"/>
                    </a:lnTo>
                    <a:lnTo>
                      <a:pt x="110" y="90"/>
                    </a:lnTo>
                    <a:close/>
                    <a:moveTo>
                      <a:pt x="118" y="86"/>
                    </a:moveTo>
                    <a:lnTo>
                      <a:pt x="114" y="86"/>
                    </a:lnTo>
                    <a:lnTo>
                      <a:pt x="114" y="82"/>
                    </a:lnTo>
                    <a:lnTo>
                      <a:pt x="114" y="86"/>
                    </a:lnTo>
                    <a:lnTo>
                      <a:pt x="118" y="86"/>
                    </a:lnTo>
                    <a:lnTo>
                      <a:pt x="118" y="86"/>
                    </a:lnTo>
                    <a:lnTo>
                      <a:pt x="118" y="86"/>
                    </a:lnTo>
                    <a:close/>
                    <a:moveTo>
                      <a:pt x="126" y="90"/>
                    </a:moveTo>
                    <a:lnTo>
                      <a:pt x="126" y="86"/>
                    </a:lnTo>
                    <a:lnTo>
                      <a:pt x="130" y="90"/>
                    </a:lnTo>
                    <a:lnTo>
                      <a:pt x="126" y="90"/>
                    </a:lnTo>
                    <a:lnTo>
                      <a:pt x="126" y="90"/>
                    </a:lnTo>
                    <a:lnTo>
                      <a:pt x="126" y="90"/>
                    </a:lnTo>
                    <a:close/>
                    <a:moveTo>
                      <a:pt x="118" y="90"/>
                    </a:moveTo>
                    <a:lnTo>
                      <a:pt x="118" y="92"/>
                    </a:lnTo>
                    <a:lnTo>
                      <a:pt x="114" y="92"/>
                    </a:lnTo>
                    <a:lnTo>
                      <a:pt x="114" y="90"/>
                    </a:lnTo>
                    <a:lnTo>
                      <a:pt x="114" y="86"/>
                    </a:lnTo>
                    <a:lnTo>
                      <a:pt x="114" y="90"/>
                    </a:lnTo>
                    <a:lnTo>
                      <a:pt x="118" y="90"/>
                    </a:lnTo>
                    <a:lnTo>
                      <a:pt x="118" y="90"/>
                    </a:lnTo>
                    <a:lnTo>
                      <a:pt x="118" y="90"/>
                    </a:lnTo>
                    <a:close/>
                    <a:moveTo>
                      <a:pt x="134" y="100"/>
                    </a:moveTo>
                    <a:lnTo>
                      <a:pt x="134" y="96"/>
                    </a:lnTo>
                    <a:lnTo>
                      <a:pt x="134" y="100"/>
                    </a:lnTo>
                    <a:lnTo>
                      <a:pt x="134" y="100"/>
                    </a:lnTo>
                    <a:lnTo>
                      <a:pt x="134" y="100"/>
                    </a:lnTo>
                    <a:close/>
                    <a:moveTo>
                      <a:pt x="50" y="100"/>
                    </a:moveTo>
                    <a:lnTo>
                      <a:pt x="48" y="100"/>
                    </a:lnTo>
                    <a:lnTo>
                      <a:pt x="50" y="100"/>
                    </a:lnTo>
                    <a:lnTo>
                      <a:pt x="50" y="100"/>
                    </a:lnTo>
                    <a:lnTo>
                      <a:pt x="50" y="100"/>
                    </a:lnTo>
                    <a:close/>
                    <a:moveTo>
                      <a:pt x="136" y="108"/>
                    </a:moveTo>
                    <a:lnTo>
                      <a:pt x="134" y="108"/>
                    </a:lnTo>
                    <a:lnTo>
                      <a:pt x="134" y="104"/>
                    </a:lnTo>
                    <a:lnTo>
                      <a:pt x="134" y="108"/>
                    </a:lnTo>
                    <a:lnTo>
                      <a:pt x="130" y="108"/>
                    </a:lnTo>
                    <a:lnTo>
                      <a:pt x="130" y="104"/>
                    </a:lnTo>
                    <a:lnTo>
                      <a:pt x="134" y="104"/>
                    </a:lnTo>
                    <a:lnTo>
                      <a:pt x="134" y="100"/>
                    </a:lnTo>
                    <a:lnTo>
                      <a:pt x="134" y="104"/>
                    </a:lnTo>
                    <a:lnTo>
                      <a:pt x="136" y="104"/>
                    </a:lnTo>
                    <a:lnTo>
                      <a:pt x="136" y="108"/>
                    </a:lnTo>
                    <a:lnTo>
                      <a:pt x="136" y="108"/>
                    </a:lnTo>
                    <a:lnTo>
                      <a:pt x="136" y="108"/>
                    </a:lnTo>
                    <a:close/>
                    <a:moveTo>
                      <a:pt x="48" y="108"/>
                    </a:moveTo>
                    <a:lnTo>
                      <a:pt x="44" y="104"/>
                    </a:lnTo>
                    <a:lnTo>
                      <a:pt x="44" y="100"/>
                    </a:lnTo>
                    <a:lnTo>
                      <a:pt x="44" y="104"/>
                    </a:lnTo>
                    <a:lnTo>
                      <a:pt x="48" y="104"/>
                    </a:lnTo>
                    <a:lnTo>
                      <a:pt x="48" y="108"/>
                    </a:lnTo>
                    <a:lnTo>
                      <a:pt x="48" y="108"/>
                    </a:lnTo>
                    <a:lnTo>
                      <a:pt x="48" y="108"/>
                    </a:lnTo>
                    <a:close/>
                    <a:moveTo>
                      <a:pt x="502" y="112"/>
                    </a:moveTo>
                    <a:lnTo>
                      <a:pt x="502" y="108"/>
                    </a:lnTo>
                    <a:lnTo>
                      <a:pt x="498" y="108"/>
                    </a:lnTo>
                    <a:lnTo>
                      <a:pt x="494" y="108"/>
                    </a:lnTo>
                    <a:lnTo>
                      <a:pt x="494" y="104"/>
                    </a:lnTo>
                    <a:lnTo>
                      <a:pt x="498" y="108"/>
                    </a:lnTo>
                    <a:lnTo>
                      <a:pt x="498" y="104"/>
                    </a:lnTo>
                    <a:lnTo>
                      <a:pt x="494" y="104"/>
                    </a:lnTo>
                    <a:lnTo>
                      <a:pt x="498" y="104"/>
                    </a:lnTo>
                    <a:lnTo>
                      <a:pt x="502" y="104"/>
                    </a:lnTo>
                    <a:lnTo>
                      <a:pt x="506" y="104"/>
                    </a:lnTo>
                    <a:lnTo>
                      <a:pt x="510" y="104"/>
                    </a:lnTo>
                    <a:lnTo>
                      <a:pt x="510" y="108"/>
                    </a:lnTo>
                    <a:lnTo>
                      <a:pt x="506" y="108"/>
                    </a:lnTo>
                    <a:lnTo>
                      <a:pt x="502" y="104"/>
                    </a:lnTo>
                    <a:lnTo>
                      <a:pt x="502" y="108"/>
                    </a:lnTo>
                    <a:lnTo>
                      <a:pt x="506" y="108"/>
                    </a:lnTo>
                    <a:lnTo>
                      <a:pt x="506" y="112"/>
                    </a:lnTo>
                    <a:lnTo>
                      <a:pt x="502" y="112"/>
                    </a:lnTo>
                    <a:lnTo>
                      <a:pt x="502" y="112"/>
                    </a:lnTo>
                    <a:lnTo>
                      <a:pt x="502" y="112"/>
                    </a:lnTo>
                    <a:close/>
                    <a:moveTo>
                      <a:pt x="48" y="112"/>
                    </a:moveTo>
                    <a:lnTo>
                      <a:pt x="44" y="112"/>
                    </a:lnTo>
                    <a:lnTo>
                      <a:pt x="44" y="108"/>
                    </a:lnTo>
                    <a:lnTo>
                      <a:pt x="48" y="108"/>
                    </a:lnTo>
                    <a:lnTo>
                      <a:pt x="48" y="112"/>
                    </a:lnTo>
                    <a:lnTo>
                      <a:pt x="48" y="112"/>
                    </a:lnTo>
                    <a:lnTo>
                      <a:pt x="48" y="112"/>
                    </a:lnTo>
                    <a:close/>
                    <a:moveTo>
                      <a:pt x="458" y="108"/>
                    </a:moveTo>
                    <a:lnTo>
                      <a:pt x="460" y="112"/>
                    </a:lnTo>
                    <a:lnTo>
                      <a:pt x="458" y="112"/>
                    </a:lnTo>
                    <a:lnTo>
                      <a:pt x="458" y="116"/>
                    </a:lnTo>
                    <a:lnTo>
                      <a:pt x="460" y="116"/>
                    </a:lnTo>
                    <a:lnTo>
                      <a:pt x="460" y="120"/>
                    </a:lnTo>
                    <a:lnTo>
                      <a:pt x="460" y="116"/>
                    </a:lnTo>
                    <a:lnTo>
                      <a:pt x="458" y="116"/>
                    </a:lnTo>
                    <a:lnTo>
                      <a:pt x="454" y="112"/>
                    </a:lnTo>
                    <a:lnTo>
                      <a:pt x="454" y="108"/>
                    </a:lnTo>
                    <a:lnTo>
                      <a:pt x="458" y="108"/>
                    </a:lnTo>
                    <a:lnTo>
                      <a:pt x="458" y="108"/>
                    </a:lnTo>
                    <a:lnTo>
                      <a:pt x="458" y="108"/>
                    </a:lnTo>
                    <a:close/>
                    <a:moveTo>
                      <a:pt x="134" y="108"/>
                    </a:moveTo>
                    <a:lnTo>
                      <a:pt x="134" y="112"/>
                    </a:lnTo>
                    <a:lnTo>
                      <a:pt x="130" y="112"/>
                    </a:lnTo>
                    <a:lnTo>
                      <a:pt x="130" y="108"/>
                    </a:lnTo>
                    <a:lnTo>
                      <a:pt x="134" y="108"/>
                    </a:lnTo>
                    <a:lnTo>
                      <a:pt x="134" y="108"/>
                    </a:lnTo>
                    <a:lnTo>
                      <a:pt x="134" y="108"/>
                    </a:lnTo>
                    <a:close/>
                    <a:moveTo>
                      <a:pt x="622" y="226"/>
                    </a:moveTo>
                    <a:lnTo>
                      <a:pt x="622" y="222"/>
                    </a:lnTo>
                    <a:lnTo>
                      <a:pt x="622" y="226"/>
                    </a:lnTo>
                    <a:lnTo>
                      <a:pt x="618" y="222"/>
                    </a:lnTo>
                    <a:lnTo>
                      <a:pt x="614" y="220"/>
                    </a:lnTo>
                    <a:lnTo>
                      <a:pt x="618" y="220"/>
                    </a:lnTo>
                    <a:lnTo>
                      <a:pt x="622" y="220"/>
                    </a:lnTo>
                    <a:lnTo>
                      <a:pt x="622" y="222"/>
                    </a:lnTo>
                    <a:lnTo>
                      <a:pt x="622" y="220"/>
                    </a:lnTo>
                    <a:lnTo>
                      <a:pt x="618" y="220"/>
                    </a:lnTo>
                    <a:lnTo>
                      <a:pt x="614" y="216"/>
                    </a:lnTo>
                    <a:lnTo>
                      <a:pt x="614" y="212"/>
                    </a:lnTo>
                    <a:lnTo>
                      <a:pt x="610" y="212"/>
                    </a:lnTo>
                    <a:lnTo>
                      <a:pt x="610" y="208"/>
                    </a:lnTo>
                    <a:lnTo>
                      <a:pt x="610" y="204"/>
                    </a:lnTo>
                    <a:lnTo>
                      <a:pt x="610" y="200"/>
                    </a:lnTo>
                    <a:lnTo>
                      <a:pt x="606" y="200"/>
                    </a:lnTo>
                    <a:lnTo>
                      <a:pt x="610" y="200"/>
                    </a:lnTo>
                    <a:lnTo>
                      <a:pt x="610" y="196"/>
                    </a:lnTo>
                    <a:lnTo>
                      <a:pt x="610" y="200"/>
                    </a:lnTo>
                    <a:lnTo>
                      <a:pt x="606" y="200"/>
                    </a:lnTo>
                    <a:lnTo>
                      <a:pt x="606" y="196"/>
                    </a:lnTo>
                    <a:lnTo>
                      <a:pt x="606" y="194"/>
                    </a:lnTo>
                    <a:lnTo>
                      <a:pt x="606" y="196"/>
                    </a:lnTo>
                    <a:lnTo>
                      <a:pt x="602" y="194"/>
                    </a:lnTo>
                    <a:lnTo>
                      <a:pt x="600" y="190"/>
                    </a:lnTo>
                    <a:lnTo>
                      <a:pt x="596" y="190"/>
                    </a:lnTo>
                    <a:lnTo>
                      <a:pt x="596" y="186"/>
                    </a:lnTo>
                    <a:lnTo>
                      <a:pt x="592" y="186"/>
                    </a:lnTo>
                    <a:lnTo>
                      <a:pt x="588" y="186"/>
                    </a:lnTo>
                    <a:lnTo>
                      <a:pt x="584" y="182"/>
                    </a:lnTo>
                    <a:lnTo>
                      <a:pt x="580" y="182"/>
                    </a:lnTo>
                    <a:lnTo>
                      <a:pt x="576" y="182"/>
                    </a:lnTo>
                    <a:lnTo>
                      <a:pt x="576" y="178"/>
                    </a:lnTo>
                    <a:lnTo>
                      <a:pt x="572" y="178"/>
                    </a:lnTo>
                    <a:lnTo>
                      <a:pt x="570" y="178"/>
                    </a:lnTo>
                    <a:lnTo>
                      <a:pt x="566" y="178"/>
                    </a:lnTo>
                    <a:lnTo>
                      <a:pt x="562" y="174"/>
                    </a:lnTo>
                    <a:lnTo>
                      <a:pt x="558" y="174"/>
                    </a:lnTo>
                    <a:lnTo>
                      <a:pt x="558" y="170"/>
                    </a:lnTo>
                    <a:lnTo>
                      <a:pt x="562" y="170"/>
                    </a:lnTo>
                    <a:lnTo>
                      <a:pt x="558" y="166"/>
                    </a:lnTo>
                    <a:lnTo>
                      <a:pt x="558" y="170"/>
                    </a:lnTo>
                    <a:lnTo>
                      <a:pt x="554" y="170"/>
                    </a:lnTo>
                    <a:lnTo>
                      <a:pt x="554" y="166"/>
                    </a:lnTo>
                    <a:lnTo>
                      <a:pt x="554" y="170"/>
                    </a:lnTo>
                    <a:lnTo>
                      <a:pt x="550" y="170"/>
                    </a:lnTo>
                    <a:lnTo>
                      <a:pt x="550" y="166"/>
                    </a:lnTo>
                    <a:lnTo>
                      <a:pt x="546" y="166"/>
                    </a:lnTo>
                    <a:lnTo>
                      <a:pt x="546" y="164"/>
                    </a:lnTo>
                    <a:lnTo>
                      <a:pt x="544" y="164"/>
                    </a:lnTo>
                    <a:lnTo>
                      <a:pt x="544" y="160"/>
                    </a:lnTo>
                    <a:lnTo>
                      <a:pt x="544" y="156"/>
                    </a:lnTo>
                    <a:lnTo>
                      <a:pt x="546" y="156"/>
                    </a:lnTo>
                    <a:lnTo>
                      <a:pt x="546" y="152"/>
                    </a:lnTo>
                    <a:lnTo>
                      <a:pt x="544" y="152"/>
                    </a:lnTo>
                    <a:lnTo>
                      <a:pt x="544" y="156"/>
                    </a:lnTo>
                    <a:lnTo>
                      <a:pt x="544" y="160"/>
                    </a:lnTo>
                    <a:lnTo>
                      <a:pt x="544" y="164"/>
                    </a:lnTo>
                    <a:lnTo>
                      <a:pt x="540" y="166"/>
                    </a:lnTo>
                    <a:lnTo>
                      <a:pt x="540" y="170"/>
                    </a:lnTo>
                    <a:lnTo>
                      <a:pt x="536" y="170"/>
                    </a:lnTo>
                    <a:lnTo>
                      <a:pt x="532" y="170"/>
                    </a:lnTo>
                    <a:lnTo>
                      <a:pt x="532" y="166"/>
                    </a:lnTo>
                    <a:lnTo>
                      <a:pt x="532" y="164"/>
                    </a:lnTo>
                    <a:lnTo>
                      <a:pt x="532" y="160"/>
                    </a:lnTo>
                    <a:lnTo>
                      <a:pt x="532" y="156"/>
                    </a:lnTo>
                    <a:lnTo>
                      <a:pt x="532" y="160"/>
                    </a:lnTo>
                    <a:lnTo>
                      <a:pt x="528" y="160"/>
                    </a:lnTo>
                    <a:lnTo>
                      <a:pt x="528" y="156"/>
                    </a:lnTo>
                    <a:lnTo>
                      <a:pt x="528" y="152"/>
                    </a:lnTo>
                    <a:lnTo>
                      <a:pt x="524" y="152"/>
                    </a:lnTo>
                    <a:lnTo>
                      <a:pt x="520" y="152"/>
                    </a:lnTo>
                    <a:lnTo>
                      <a:pt x="520" y="150"/>
                    </a:lnTo>
                    <a:lnTo>
                      <a:pt x="524" y="150"/>
                    </a:lnTo>
                    <a:lnTo>
                      <a:pt x="528" y="150"/>
                    </a:lnTo>
                    <a:lnTo>
                      <a:pt x="532" y="150"/>
                    </a:lnTo>
                    <a:lnTo>
                      <a:pt x="536" y="146"/>
                    </a:lnTo>
                    <a:lnTo>
                      <a:pt x="540" y="146"/>
                    </a:lnTo>
                    <a:lnTo>
                      <a:pt x="544" y="146"/>
                    </a:lnTo>
                    <a:lnTo>
                      <a:pt x="544" y="150"/>
                    </a:lnTo>
                    <a:lnTo>
                      <a:pt x="544" y="146"/>
                    </a:lnTo>
                    <a:lnTo>
                      <a:pt x="546" y="146"/>
                    </a:lnTo>
                    <a:lnTo>
                      <a:pt x="546" y="150"/>
                    </a:lnTo>
                    <a:lnTo>
                      <a:pt x="546" y="146"/>
                    </a:lnTo>
                    <a:lnTo>
                      <a:pt x="546" y="142"/>
                    </a:lnTo>
                    <a:lnTo>
                      <a:pt x="546" y="138"/>
                    </a:lnTo>
                    <a:lnTo>
                      <a:pt x="544" y="142"/>
                    </a:lnTo>
                    <a:lnTo>
                      <a:pt x="540" y="142"/>
                    </a:lnTo>
                    <a:lnTo>
                      <a:pt x="536" y="142"/>
                    </a:lnTo>
                    <a:lnTo>
                      <a:pt x="532" y="142"/>
                    </a:lnTo>
                    <a:lnTo>
                      <a:pt x="528" y="142"/>
                    </a:lnTo>
                    <a:lnTo>
                      <a:pt x="524" y="142"/>
                    </a:lnTo>
                    <a:lnTo>
                      <a:pt x="524" y="138"/>
                    </a:lnTo>
                    <a:lnTo>
                      <a:pt x="520" y="138"/>
                    </a:lnTo>
                    <a:lnTo>
                      <a:pt x="520" y="134"/>
                    </a:lnTo>
                    <a:lnTo>
                      <a:pt x="520" y="130"/>
                    </a:lnTo>
                    <a:lnTo>
                      <a:pt x="516" y="130"/>
                    </a:lnTo>
                    <a:lnTo>
                      <a:pt x="514" y="126"/>
                    </a:lnTo>
                    <a:lnTo>
                      <a:pt x="510" y="126"/>
                    </a:lnTo>
                    <a:lnTo>
                      <a:pt x="506" y="126"/>
                    </a:lnTo>
                    <a:lnTo>
                      <a:pt x="506" y="122"/>
                    </a:lnTo>
                    <a:lnTo>
                      <a:pt x="510" y="122"/>
                    </a:lnTo>
                    <a:lnTo>
                      <a:pt x="510" y="120"/>
                    </a:lnTo>
                    <a:lnTo>
                      <a:pt x="510" y="116"/>
                    </a:lnTo>
                    <a:lnTo>
                      <a:pt x="514" y="116"/>
                    </a:lnTo>
                    <a:lnTo>
                      <a:pt x="516" y="116"/>
                    </a:lnTo>
                    <a:lnTo>
                      <a:pt x="520" y="116"/>
                    </a:lnTo>
                    <a:lnTo>
                      <a:pt x="520" y="112"/>
                    </a:lnTo>
                    <a:lnTo>
                      <a:pt x="524" y="108"/>
                    </a:lnTo>
                    <a:lnTo>
                      <a:pt x="528" y="108"/>
                    </a:lnTo>
                    <a:lnTo>
                      <a:pt x="532" y="108"/>
                    </a:lnTo>
                    <a:lnTo>
                      <a:pt x="532" y="112"/>
                    </a:lnTo>
                    <a:lnTo>
                      <a:pt x="536" y="112"/>
                    </a:lnTo>
                    <a:lnTo>
                      <a:pt x="540" y="112"/>
                    </a:lnTo>
                    <a:lnTo>
                      <a:pt x="540" y="116"/>
                    </a:lnTo>
                    <a:lnTo>
                      <a:pt x="544" y="116"/>
                    </a:lnTo>
                    <a:lnTo>
                      <a:pt x="546" y="116"/>
                    </a:lnTo>
                    <a:lnTo>
                      <a:pt x="550" y="116"/>
                    </a:lnTo>
                    <a:lnTo>
                      <a:pt x="550" y="120"/>
                    </a:lnTo>
                    <a:lnTo>
                      <a:pt x="550" y="122"/>
                    </a:lnTo>
                    <a:lnTo>
                      <a:pt x="554" y="126"/>
                    </a:lnTo>
                    <a:lnTo>
                      <a:pt x="550" y="126"/>
                    </a:lnTo>
                    <a:lnTo>
                      <a:pt x="550" y="130"/>
                    </a:lnTo>
                    <a:lnTo>
                      <a:pt x="550" y="134"/>
                    </a:lnTo>
                    <a:lnTo>
                      <a:pt x="550" y="138"/>
                    </a:lnTo>
                    <a:lnTo>
                      <a:pt x="550" y="142"/>
                    </a:lnTo>
                    <a:lnTo>
                      <a:pt x="550" y="146"/>
                    </a:lnTo>
                    <a:lnTo>
                      <a:pt x="554" y="146"/>
                    </a:lnTo>
                    <a:lnTo>
                      <a:pt x="554" y="150"/>
                    </a:lnTo>
                    <a:lnTo>
                      <a:pt x="554" y="152"/>
                    </a:lnTo>
                    <a:lnTo>
                      <a:pt x="558" y="150"/>
                    </a:lnTo>
                    <a:lnTo>
                      <a:pt x="554" y="150"/>
                    </a:lnTo>
                    <a:lnTo>
                      <a:pt x="554" y="146"/>
                    </a:lnTo>
                    <a:lnTo>
                      <a:pt x="558" y="146"/>
                    </a:lnTo>
                    <a:lnTo>
                      <a:pt x="558" y="150"/>
                    </a:lnTo>
                    <a:lnTo>
                      <a:pt x="558" y="152"/>
                    </a:lnTo>
                    <a:lnTo>
                      <a:pt x="562" y="152"/>
                    </a:lnTo>
                    <a:lnTo>
                      <a:pt x="562" y="156"/>
                    </a:lnTo>
                    <a:lnTo>
                      <a:pt x="562" y="160"/>
                    </a:lnTo>
                    <a:lnTo>
                      <a:pt x="566" y="160"/>
                    </a:lnTo>
                    <a:lnTo>
                      <a:pt x="570" y="160"/>
                    </a:lnTo>
                    <a:lnTo>
                      <a:pt x="570" y="156"/>
                    </a:lnTo>
                    <a:lnTo>
                      <a:pt x="572" y="156"/>
                    </a:lnTo>
                    <a:lnTo>
                      <a:pt x="572" y="152"/>
                    </a:lnTo>
                    <a:lnTo>
                      <a:pt x="576" y="152"/>
                    </a:lnTo>
                    <a:lnTo>
                      <a:pt x="576" y="150"/>
                    </a:lnTo>
                    <a:lnTo>
                      <a:pt x="580" y="150"/>
                    </a:lnTo>
                    <a:lnTo>
                      <a:pt x="580" y="146"/>
                    </a:lnTo>
                    <a:lnTo>
                      <a:pt x="580" y="142"/>
                    </a:lnTo>
                    <a:lnTo>
                      <a:pt x="584" y="142"/>
                    </a:lnTo>
                    <a:lnTo>
                      <a:pt x="588" y="142"/>
                    </a:lnTo>
                    <a:lnTo>
                      <a:pt x="592" y="138"/>
                    </a:lnTo>
                    <a:lnTo>
                      <a:pt x="596" y="138"/>
                    </a:lnTo>
                    <a:lnTo>
                      <a:pt x="596" y="134"/>
                    </a:lnTo>
                    <a:lnTo>
                      <a:pt x="592" y="134"/>
                    </a:lnTo>
                    <a:lnTo>
                      <a:pt x="596" y="134"/>
                    </a:lnTo>
                    <a:lnTo>
                      <a:pt x="596" y="130"/>
                    </a:lnTo>
                    <a:lnTo>
                      <a:pt x="600" y="130"/>
                    </a:lnTo>
                    <a:lnTo>
                      <a:pt x="602" y="126"/>
                    </a:lnTo>
                    <a:lnTo>
                      <a:pt x="606" y="126"/>
                    </a:lnTo>
                    <a:lnTo>
                      <a:pt x="606" y="130"/>
                    </a:lnTo>
                    <a:lnTo>
                      <a:pt x="610" y="130"/>
                    </a:lnTo>
                    <a:lnTo>
                      <a:pt x="614" y="134"/>
                    </a:lnTo>
                    <a:lnTo>
                      <a:pt x="618" y="134"/>
                    </a:lnTo>
                    <a:lnTo>
                      <a:pt x="618" y="138"/>
                    </a:lnTo>
                    <a:lnTo>
                      <a:pt x="622" y="138"/>
                    </a:lnTo>
                    <a:lnTo>
                      <a:pt x="626" y="138"/>
                    </a:lnTo>
                    <a:lnTo>
                      <a:pt x="626" y="142"/>
                    </a:lnTo>
                    <a:lnTo>
                      <a:pt x="628" y="142"/>
                    </a:lnTo>
                    <a:lnTo>
                      <a:pt x="632" y="142"/>
                    </a:lnTo>
                    <a:lnTo>
                      <a:pt x="636" y="142"/>
                    </a:lnTo>
                    <a:lnTo>
                      <a:pt x="636" y="146"/>
                    </a:lnTo>
                    <a:lnTo>
                      <a:pt x="640" y="146"/>
                    </a:lnTo>
                    <a:lnTo>
                      <a:pt x="644" y="146"/>
                    </a:lnTo>
                    <a:lnTo>
                      <a:pt x="644" y="150"/>
                    </a:lnTo>
                    <a:lnTo>
                      <a:pt x="644" y="146"/>
                    </a:lnTo>
                    <a:lnTo>
                      <a:pt x="648" y="146"/>
                    </a:lnTo>
                    <a:lnTo>
                      <a:pt x="648" y="186"/>
                    </a:lnTo>
                    <a:lnTo>
                      <a:pt x="648" y="204"/>
                    </a:lnTo>
                    <a:lnTo>
                      <a:pt x="648" y="212"/>
                    </a:lnTo>
                    <a:lnTo>
                      <a:pt x="648" y="216"/>
                    </a:lnTo>
                    <a:lnTo>
                      <a:pt x="648" y="220"/>
                    </a:lnTo>
                    <a:lnTo>
                      <a:pt x="648" y="256"/>
                    </a:lnTo>
                    <a:lnTo>
                      <a:pt x="644" y="256"/>
                    </a:lnTo>
                    <a:lnTo>
                      <a:pt x="644" y="252"/>
                    </a:lnTo>
                    <a:lnTo>
                      <a:pt x="640" y="250"/>
                    </a:lnTo>
                    <a:lnTo>
                      <a:pt x="640" y="246"/>
                    </a:lnTo>
                    <a:lnTo>
                      <a:pt x="636" y="246"/>
                    </a:lnTo>
                    <a:lnTo>
                      <a:pt x="632" y="242"/>
                    </a:lnTo>
                    <a:lnTo>
                      <a:pt x="636" y="242"/>
                    </a:lnTo>
                    <a:lnTo>
                      <a:pt x="636" y="238"/>
                    </a:lnTo>
                    <a:lnTo>
                      <a:pt x="632" y="238"/>
                    </a:lnTo>
                    <a:lnTo>
                      <a:pt x="632" y="242"/>
                    </a:lnTo>
                    <a:lnTo>
                      <a:pt x="628" y="242"/>
                    </a:lnTo>
                    <a:lnTo>
                      <a:pt x="626" y="242"/>
                    </a:lnTo>
                    <a:lnTo>
                      <a:pt x="622" y="242"/>
                    </a:lnTo>
                    <a:lnTo>
                      <a:pt x="618" y="242"/>
                    </a:lnTo>
                    <a:lnTo>
                      <a:pt x="618" y="246"/>
                    </a:lnTo>
                    <a:lnTo>
                      <a:pt x="618" y="242"/>
                    </a:lnTo>
                    <a:lnTo>
                      <a:pt x="618" y="238"/>
                    </a:lnTo>
                    <a:lnTo>
                      <a:pt x="622" y="234"/>
                    </a:lnTo>
                    <a:lnTo>
                      <a:pt x="618" y="234"/>
                    </a:lnTo>
                    <a:lnTo>
                      <a:pt x="622" y="234"/>
                    </a:lnTo>
                    <a:lnTo>
                      <a:pt x="622" y="230"/>
                    </a:lnTo>
                    <a:lnTo>
                      <a:pt x="618" y="230"/>
                    </a:lnTo>
                    <a:lnTo>
                      <a:pt x="618" y="226"/>
                    </a:lnTo>
                    <a:lnTo>
                      <a:pt x="614" y="226"/>
                    </a:lnTo>
                    <a:lnTo>
                      <a:pt x="614" y="222"/>
                    </a:lnTo>
                    <a:lnTo>
                      <a:pt x="618" y="226"/>
                    </a:lnTo>
                    <a:lnTo>
                      <a:pt x="622" y="226"/>
                    </a:lnTo>
                    <a:lnTo>
                      <a:pt x="622" y="226"/>
                    </a:lnTo>
                    <a:lnTo>
                      <a:pt x="622" y="226"/>
                    </a:lnTo>
                    <a:close/>
                    <a:moveTo>
                      <a:pt x="502" y="108"/>
                    </a:moveTo>
                    <a:lnTo>
                      <a:pt x="502" y="112"/>
                    </a:lnTo>
                    <a:lnTo>
                      <a:pt x="498" y="112"/>
                    </a:lnTo>
                    <a:lnTo>
                      <a:pt x="502" y="108"/>
                    </a:lnTo>
                    <a:lnTo>
                      <a:pt x="502" y="108"/>
                    </a:lnTo>
                    <a:lnTo>
                      <a:pt x="502" y="108"/>
                    </a:lnTo>
                    <a:close/>
                    <a:moveTo>
                      <a:pt x="570" y="116"/>
                    </a:moveTo>
                    <a:lnTo>
                      <a:pt x="572" y="116"/>
                    </a:lnTo>
                    <a:lnTo>
                      <a:pt x="576" y="116"/>
                    </a:lnTo>
                    <a:lnTo>
                      <a:pt x="576" y="120"/>
                    </a:lnTo>
                    <a:lnTo>
                      <a:pt x="580" y="120"/>
                    </a:lnTo>
                    <a:lnTo>
                      <a:pt x="580" y="122"/>
                    </a:lnTo>
                    <a:lnTo>
                      <a:pt x="584" y="122"/>
                    </a:lnTo>
                    <a:lnTo>
                      <a:pt x="580" y="122"/>
                    </a:lnTo>
                    <a:lnTo>
                      <a:pt x="576" y="122"/>
                    </a:lnTo>
                    <a:lnTo>
                      <a:pt x="572" y="122"/>
                    </a:lnTo>
                    <a:lnTo>
                      <a:pt x="572" y="120"/>
                    </a:lnTo>
                    <a:lnTo>
                      <a:pt x="572" y="116"/>
                    </a:lnTo>
                    <a:lnTo>
                      <a:pt x="570" y="116"/>
                    </a:lnTo>
                    <a:lnTo>
                      <a:pt x="570" y="112"/>
                    </a:lnTo>
                    <a:lnTo>
                      <a:pt x="570" y="116"/>
                    </a:lnTo>
                    <a:lnTo>
                      <a:pt x="570" y="116"/>
                    </a:lnTo>
                    <a:lnTo>
                      <a:pt x="570" y="116"/>
                    </a:lnTo>
                    <a:close/>
                    <a:moveTo>
                      <a:pt x="506" y="116"/>
                    </a:moveTo>
                    <a:lnTo>
                      <a:pt x="502" y="120"/>
                    </a:lnTo>
                    <a:lnTo>
                      <a:pt x="498" y="120"/>
                    </a:lnTo>
                    <a:lnTo>
                      <a:pt x="498" y="116"/>
                    </a:lnTo>
                    <a:lnTo>
                      <a:pt x="502" y="116"/>
                    </a:lnTo>
                    <a:lnTo>
                      <a:pt x="506" y="116"/>
                    </a:lnTo>
                    <a:lnTo>
                      <a:pt x="506" y="116"/>
                    </a:lnTo>
                    <a:lnTo>
                      <a:pt x="506" y="116"/>
                    </a:lnTo>
                    <a:close/>
                    <a:moveTo>
                      <a:pt x="506" y="120"/>
                    </a:moveTo>
                    <a:lnTo>
                      <a:pt x="506" y="122"/>
                    </a:lnTo>
                    <a:lnTo>
                      <a:pt x="506" y="126"/>
                    </a:lnTo>
                    <a:lnTo>
                      <a:pt x="502" y="122"/>
                    </a:lnTo>
                    <a:lnTo>
                      <a:pt x="502" y="120"/>
                    </a:lnTo>
                    <a:lnTo>
                      <a:pt x="506" y="120"/>
                    </a:lnTo>
                    <a:lnTo>
                      <a:pt x="506" y="120"/>
                    </a:lnTo>
                    <a:lnTo>
                      <a:pt x="506" y="120"/>
                    </a:lnTo>
                    <a:close/>
                    <a:moveTo>
                      <a:pt x="58" y="130"/>
                    </a:moveTo>
                    <a:lnTo>
                      <a:pt x="54" y="130"/>
                    </a:lnTo>
                    <a:lnTo>
                      <a:pt x="58" y="130"/>
                    </a:lnTo>
                    <a:lnTo>
                      <a:pt x="58" y="134"/>
                    </a:lnTo>
                    <a:lnTo>
                      <a:pt x="54" y="134"/>
                    </a:lnTo>
                    <a:lnTo>
                      <a:pt x="50" y="130"/>
                    </a:lnTo>
                    <a:lnTo>
                      <a:pt x="50" y="126"/>
                    </a:lnTo>
                    <a:lnTo>
                      <a:pt x="48" y="122"/>
                    </a:lnTo>
                    <a:lnTo>
                      <a:pt x="48" y="120"/>
                    </a:lnTo>
                    <a:lnTo>
                      <a:pt x="50" y="120"/>
                    </a:lnTo>
                    <a:lnTo>
                      <a:pt x="54" y="122"/>
                    </a:lnTo>
                    <a:lnTo>
                      <a:pt x="54" y="126"/>
                    </a:lnTo>
                    <a:lnTo>
                      <a:pt x="58" y="130"/>
                    </a:lnTo>
                    <a:lnTo>
                      <a:pt x="58" y="130"/>
                    </a:lnTo>
                    <a:lnTo>
                      <a:pt x="58" y="130"/>
                    </a:lnTo>
                    <a:close/>
                    <a:moveTo>
                      <a:pt x="208" y="120"/>
                    </a:moveTo>
                    <a:lnTo>
                      <a:pt x="208" y="122"/>
                    </a:lnTo>
                    <a:lnTo>
                      <a:pt x="204" y="122"/>
                    </a:lnTo>
                    <a:lnTo>
                      <a:pt x="200" y="122"/>
                    </a:lnTo>
                    <a:lnTo>
                      <a:pt x="200" y="120"/>
                    </a:lnTo>
                    <a:lnTo>
                      <a:pt x="204" y="120"/>
                    </a:lnTo>
                    <a:lnTo>
                      <a:pt x="208" y="120"/>
                    </a:lnTo>
                    <a:lnTo>
                      <a:pt x="208" y="120"/>
                    </a:lnTo>
                    <a:lnTo>
                      <a:pt x="208" y="120"/>
                    </a:lnTo>
                    <a:close/>
                    <a:moveTo>
                      <a:pt x="490" y="122"/>
                    </a:moveTo>
                    <a:lnTo>
                      <a:pt x="488" y="122"/>
                    </a:lnTo>
                    <a:lnTo>
                      <a:pt x="490" y="122"/>
                    </a:lnTo>
                    <a:lnTo>
                      <a:pt x="490" y="122"/>
                    </a:lnTo>
                    <a:lnTo>
                      <a:pt x="490" y="122"/>
                    </a:lnTo>
                    <a:close/>
                    <a:moveTo>
                      <a:pt x="402" y="122"/>
                    </a:moveTo>
                    <a:lnTo>
                      <a:pt x="402" y="126"/>
                    </a:lnTo>
                    <a:lnTo>
                      <a:pt x="398" y="126"/>
                    </a:lnTo>
                    <a:lnTo>
                      <a:pt x="398" y="130"/>
                    </a:lnTo>
                    <a:lnTo>
                      <a:pt x="394" y="130"/>
                    </a:lnTo>
                    <a:lnTo>
                      <a:pt x="394" y="126"/>
                    </a:lnTo>
                    <a:lnTo>
                      <a:pt x="394" y="130"/>
                    </a:lnTo>
                    <a:lnTo>
                      <a:pt x="390" y="130"/>
                    </a:lnTo>
                    <a:lnTo>
                      <a:pt x="390" y="126"/>
                    </a:lnTo>
                    <a:lnTo>
                      <a:pt x="390" y="122"/>
                    </a:lnTo>
                    <a:lnTo>
                      <a:pt x="394" y="122"/>
                    </a:lnTo>
                    <a:lnTo>
                      <a:pt x="398" y="122"/>
                    </a:lnTo>
                    <a:lnTo>
                      <a:pt x="398" y="126"/>
                    </a:lnTo>
                    <a:lnTo>
                      <a:pt x="398" y="122"/>
                    </a:lnTo>
                    <a:lnTo>
                      <a:pt x="402" y="122"/>
                    </a:lnTo>
                    <a:lnTo>
                      <a:pt x="402" y="122"/>
                    </a:lnTo>
                    <a:lnTo>
                      <a:pt x="402" y="122"/>
                    </a:lnTo>
                    <a:close/>
                    <a:moveTo>
                      <a:pt x="464" y="130"/>
                    </a:moveTo>
                    <a:lnTo>
                      <a:pt x="460" y="130"/>
                    </a:lnTo>
                    <a:lnTo>
                      <a:pt x="458" y="130"/>
                    </a:lnTo>
                    <a:lnTo>
                      <a:pt x="454" y="130"/>
                    </a:lnTo>
                    <a:lnTo>
                      <a:pt x="454" y="126"/>
                    </a:lnTo>
                    <a:lnTo>
                      <a:pt x="458" y="126"/>
                    </a:lnTo>
                    <a:lnTo>
                      <a:pt x="460" y="126"/>
                    </a:lnTo>
                    <a:lnTo>
                      <a:pt x="464" y="130"/>
                    </a:lnTo>
                    <a:lnTo>
                      <a:pt x="464" y="130"/>
                    </a:lnTo>
                    <a:lnTo>
                      <a:pt x="464" y="130"/>
                    </a:lnTo>
                    <a:close/>
                    <a:moveTo>
                      <a:pt x="160" y="152"/>
                    </a:moveTo>
                    <a:lnTo>
                      <a:pt x="156" y="152"/>
                    </a:lnTo>
                    <a:lnTo>
                      <a:pt x="152" y="150"/>
                    </a:lnTo>
                    <a:lnTo>
                      <a:pt x="152" y="146"/>
                    </a:lnTo>
                    <a:lnTo>
                      <a:pt x="152" y="142"/>
                    </a:lnTo>
                    <a:lnTo>
                      <a:pt x="148" y="138"/>
                    </a:lnTo>
                    <a:lnTo>
                      <a:pt x="144" y="138"/>
                    </a:lnTo>
                    <a:lnTo>
                      <a:pt x="140" y="138"/>
                    </a:lnTo>
                    <a:lnTo>
                      <a:pt x="140" y="134"/>
                    </a:lnTo>
                    <a:lnTo>
                      <a:pt x="144" y="134"/>
                    </a:lnTo>
                    <a:lnTo>
                      <a:pt x="144" y="130"/>
                    </a:lnTo>
                    <a:lnTo>
                      <a:pt x="148" y="130"/>
                    </a:lnTo>
                    <a:lnTo>
                      <a:pt x="148" y="134"/>
                    </a:lnTo>
                    <a:lnTo>
                      <a:pt x="152" y="134"/>
                    </a:lnTo>
                    <a:lnTo>
                      <a:pt x="148" y="130"/>
                    </a:lnTo>
                    <a:lnTo>
                      <a:pt x="152" y="126"/>
                    </a:lnTo>
                    <a:lnTo>
                      <a:pt x="152" y="130"/>
                    </a:lnTo>
                    <a:lnTo>
                      <a:pt x="156" y="134"/>
                    </a:lnTo>
                    <a:lnTo>
                      <a:pt x="156" y="138"/>
                    </a:lnTo>
                    <a:lnTo>
                      <a:pt x="156" y="142"/>
                    </a:lnTo>
                    <a:lnTo>
                      <a:pt x="156" y="146"/>
                    </a:lnTo>
                    <a:lnTo>
                      <a:pt x="160" y="146"/>
                    </a:lnTo>
                    <a:lnTo>
                      <a:pt x="164" y="146"/>
                    </a:lnTo>
                    <a:lnTo>
                      <a:pt x="164" y="150"/>
                    </a:lnTo>
                    <a:lnTo>
                      <a:pt x="164" y="152"/>
                    </a:lnTo>
                    <a:lnTo>
                      <a:pt x="164" y="156"/>
                    </a:lnTo>
                    <a:lnTo>
                      <a:pt x="160" y="156"/>
                    </a:lnTo>
                    <a:lnTo>
                      <a:pt x="160" y="152"/>
                    </a:lnTo>
                    <a:lnTo>
                      <a:pt x="160" y="152"/>
                    </a:lnTo>
                    <a:lnTo>
                      <a:pt x="160" y="152"/>
                    </a:lnTo>
                    <a:close/>
                    <a:moveTo>
                      <a:pt x="192" y="130"/>
                    </a:moveTo>
                    <a:lnTo>
                      <a:pt x="196" y="130"/>
                    </a:lnTo>
                    <a:lnTo>
                      <a:pt x="192" y="130"/>
                    </a:lnTo>
                    <a:lnTo>
                      <a:pt x="192" y="130"/>
                    </a:lnTo>
                    <a:lnTo>
                      <a:pt x="192" y="130"/>
                    </a:lnTo>
                    <a:close/>
                    <a:moveTo>
                      <a:pt x="570" y="130"/>
                    </a:moveTo>
                    <a:lnTo>
                      <a:pt x="572" y="130"/>
                    </a:lnTo>
                    <a:lnTo>
                      <a:pt x="576" y="130"/>
                    </a:lnTo>
                    <a:lnTo>
                      <a:pt x="580" y="130"/>
                    </a:lnTo>
                    <a:lnTo>
                      <a:pt x="584" y="130"/>
                    </a:lnTo>
                    <a:lnTo>
                      <a:pt x="588" y="130"/>
                    </a:lnTo>
                    <a:lnTo>
                      <a:pt x="588" y="134"/>
                    </a:lnTo>
                    <a:lnTo>
                      <a:pt x="592" y="134"/>
                    </a:lnTo>
                    <a:lnTo>
                      <a:pt x="588" y="134"/>
                    </a:lnTo>
                    <a:lnTo>
                      <a:pt x="584" y="134"/>
                    </a:lnTo>
                    <a:lnTo>
                      <a:pt x="580" y="134"/>
                    </a:lnTo>
                    <a:lnTo>
                      <a:pt x="576" y="134"/>
                    </a:lnTo>
                    <a:lnTo>
                      <a:pt x="572" y="130"/>
                    </a:lnTo>
                    <a:lnTo>
                      <a:pt x="570" y="130"/>
                    </a:lnTo>
                    <a:lnTo>
                      <a:pt x="570" y="130"/>
                    </a:lnTo>
                    <a:lnTo>
                      <a:pt x="570" y="130"/>
                    </a:lnTo>
                    <a:close/>
                    <a:moveTo>
                      <a:pt x="412" y="130"/>
                    </a:moveTo>
                    <a:lnTo>
                      <a:pt x="416" y="130"/>
                    </a:lnTo>
                    <a:lnTo>
                      <a:pt x="420" y="130"/>
                    </a:lnTo>
                    <a:lnTo>
                      <a:pt x="424" y="130"/>
                    </a:lnTo>
                    <a:lnTo>
                      <a:pt x="428" y="134"/>
                    </a:lnTo>
                    <a:lnTo>
                      <a:pt x="424" y="134"/>
                    </a:lnTo>
                    <a:lnTo>
                      <a:pt x="420" y="134"/>
                    </a:lnTo>
                    <a:lnTo>
                      <a:pt x="416" y="134"/>
                    </a:lnTo>
                    <a:lnTo>
                      <a:pt x="416" y="138"/>
                    </a:lnTo>
                    <a:lnTo>
                      <a:pt x="412" y="138"/>
                    </a:lnTo>
                    <a:lnTo>
                      <a:pt x="412" y="134"/>
                    </a:lnTo>
                    <a:lnTo>
                      <a:pt x="412" y="130"/>
                    </a:lnTo>
                    <a:lnTo>
                      <a:pt x="412" y="130"/>
                    </a:lnTo>
                    <a:lnTo>
                      <a:pt x="412" y="130"/>
                    </a:lnTo>
                    <a:close/>
                    <a:moveTo>
                      <a:pt x="498" y="130"/>
                    </a:moveTo>
                    <a:lnTo>
                      <a:pt x="498" y="134"/>
                    </a:lnTo>
                    <a:lnTo>
                      <a:pt x="498" y="138"/>
                    </a:lnTo>
                    <a:lnTo>
                      <a:pt x="494" y="138"/>
                    </a:lnTo>
                    <a:lnTo>
                      <a:pt x="490" y="138"/>
                    </a:lnTo>
                    <a:lnTo>
                      <a:pt x="488" y="134"/>
                    </a:lnTo>
                    <a:lnTo>
                      <a:pt x="490" y="134"/>
                    </a:lnTo>
                    <a:lnTo>
                      <a:pt x="490" y="130"/>
                    </a:lnTo>
                    <a:lnTo>
                      <a:pt x="494" y="130"/>
                    </a:lnTo>
                    <a:lnTo>
                      <a:pt x="498" y="130"/>
                    </a:lnTo>
                    <a:lnTo>
                      <a:pt x="498" y="130"/>
                    </a:lnTo>
                    <a:lnTo>
                      <a:pt x="498" y="130"/>
                    </a:lnTo>
                    <a:close/>
                    <a:moveTo>
                      <a:pt x="428" y="134"/>
                    </a:moveTo>
                    <a:lnTo>
                      <a:pt x="430" y="134"/>
                    </a:lnTo>
                    <a:lnTo>
                      <a:pt x="434" y="134"/>
                    </a:lnTo>
                    <a:lnTo>
                      <a:pt x="438" y="134"/>
                    </a:lnTo>
                    <a:lnTo>
                      <a:pt x="434" y="134"/>
                    </a:lnTo>
                    <a:lnTo>
                      <a:pt x="430" y="134"/>
                    </a:lnTo>
                    <a:lnTo>
                      <a:pt x="428" y="134"/>
                    </a:lnTo>
                    <a:lnTo>
                      <a:pt x="428" y="134"/>
                    </a:lnTo>
                    <a:lnTo>
                      <a:pt x="428" y="134"/>
                    </a:lnTo>
                    <a:close/>
                    <a:moveTo>
                      <a:pt x="66" y="142"/>
                    </a:moveTo>
                    <a:lnTo>
                      <a:pt x="62" y="142"/>
                    </a:lnTo>
                    <a:lnTo>
                      <a:pt x="62" y="138"/>
                    </a:lnTo>
                    <a:lnTo>
                      <a:pt x="66" y="142"/>
                    </a:lnTo>
                    <a:lnTo>
                      <a:pt x="66" y="142"/>
                    </a:lnTo>
                    <a:lnTo>
                      <a:pt x="66" y="142"/>
                    </a:lnTo>
                    <a:close/>
                    <a:moveTo>
                      <a:pt x="70" y="150"/>
                    </a:moveTo>
                    <a:lnTo>
                      <a:pt x="70" y="152"/>
                    </a:lnTo>
                    <a:lnTo>
                      <a:pt x="70" y="150"/>
                    </a:lnTo>
                    <a:lnTo>
                      <a:pt x="66" y="150"/>
                    </a:lnTo>
                    <a:lnTo>
                      <a:pt x="66" y="146"/>
                    </a:lnTo>
                    <a:lnTo>
                      <a:pt x="70" y="146"/>
                    </a:lnTo>
                    <a:lnTo>
                      <a:pt x="70" y="150"/>
                    </a:lnTo>
                    <a:lnTo>
                      <a:pt x="70" y="150"/>
                    </a:lnTo>
                    <a:lnTo>
                      <a:pt x="70" y="150"/>
                    </a:lnTo>
                    <a:close/>
                    <a:moveTo>
                      <a:pt x="186" y="152"/>
                    </a:moveTo>
                    <a:lnTo>
                      <a:pt x="186" y="156"/>
                    </a:lnTo>
                    <a:lnTo>
                      <a:pt x="182" y="156"/>
                    </a:lnTo>
                    <a:lnTo>
                      <a:pt x="178" y="156"/>
                    </a:lnTo>
                    <a:lnTo>
                      <a:pt x="178" y="152"/>
                    </a:lnTo>
                    <a:lnTo>
                      <a:pt x="178" y="156"/>
                    </a:lnTo>
                    <a:lnTo>
                      <a:pt x="174" y="156"/>
                    </a:lnTo>
                    <a:lnTo>
                      <a:pt x="174" y="152"/>
                    </a:lnTo>
                    <a:lnTo>
                      <a:pt x="174" y="150"/>
                    </a:lnTo>
                    <a:lnTo>
                      <a:pt x="178" y="146"/>
                    </a:lnTo>
                    <a:lnTo>
                      <a:pt x="182" y="146"/>
                    </a:lnTo>
                    <a:lnTo>
                      <a:pt x="186" y="150"/>
                    </a:lnTo>
                    <a:lnTo>
                      <a:pt x="186" y="152"/>
                    </a:lnTo>
                    <a:lnTo>
                      <a:pt x="186" y="152"/>
                    </a:lnTo>
                    <a:lnTo>
                      <a:pt x="186" y="152"/>
                    </a:lnTo>
                    <a:close/>
                    <a:moveTo>
                      <a:pt x="74" y="160"/>
                    </a:moveTo>
                    <a:lnTo>
                      <a:pt x="74" y="156"/>
                    </a:lnTo>
                    <a:lnTo>
                      <a:pt x="70" y="152"/>
                    </a:lnTo>
                    <a:lnTo>
                      <a:pt x="70" y="150"/>
                    </a:lnTo>
                    <a:lnTo>
                      <a:pt x="74" y="152"/>
                    </a:lnTo>
                    <a:lnTo>
                      <a:pt x="74" y="156"/>
                    </a:lnTo>
                    <a:lnTo>
                      <a:pt x="74" y="160"/>
                    </a:lnTo>
                    <a:lnTo>
                      <a:pt x="74" y="160"/>
                    </a:lnTo>
                    <a:lnTo>
                      <a:pt x="74" y="160"/>
                    </a:lnTo>
                    <a:close/>
                    <a:moveTo>
                      <a:pt x="502" y="166"/>
                    </a:moveTo>
                    <a:lnTo>
                      <a:pt x="498" y="166"/>
                    </a:lnTo>
                    <a:lnTo>
                      <a:pt x="498" y="164"/>
                    </a:lnTo>
                    <a:lnTo>
                      <a:pt x="494" y="164"/>
                    </a:lnTo>
                    <a:lnTo>
                      <a:pt x="490" y="160"/>
                    </a:lnTo>
                    <a:lnTo>
                      <a:pt x="488" y="160"/>
                    </a:lnTo>
                    <a:lnTo>
                      <a:pt x="484" y="160"/>
                    </a:lnTo>
                    <a:lnTo>
                      <a:pt x="488" y="160"/>
                    </a:lnTo>
                    <a:lnTo>
                      <a:pt x="484" y="160"/>
                    </a:lnTo>
                    <a:lnTo>
                      <a:pt x="480" y="160"/>
                    </a:lnTo>
                    <a:lnTo>
                      <a:pt x="476" y="160"/>
                    </a:lnTo>
                    <a:lnTo>
                      <a:pt x="476" y="156"/>
                    </a:lnTo>
                    <a:lnTo>
                      <a:pt x="476" y="160"/>
                    </a:lnTo>
                    <a:lnTo>
                      <a:pt x="472" y="160"/>
                    </a:lnTo>
                    <a:lnTo>
                      <a:pt x="468" y="160"/>
                    </a:lnTo>
                    <a:lnTo>
                      <a:pt x="468" y="156"/>
                    </a:lnTo>
                    <a:lnTo>
                      <a:pt x="464" y="156"/>
                    </a:lnTo>
                    <a:lnTo>
                      <a:pt x="464" y="160"/>
                    </a:lnTo>
                    <a:lnTo>
                      <a:pt x="460" y="164"/>
                    </a:lnTo>
                    <a:lnTo>
                      <a:pt x="460" y="160"/>
                    </a:lnTo>
                    <a:lnTo>
                      <a:pt x="460" y="156"/>
                    </a:lnTo>
                    <a:lnTo>
                      <a:pt x="464" y="156"/>
                    </a:lnTo>
                    <a:lnTo>
                      <a:pt x="464" y="152"/>
                    </a:lnTo>
                    <a:lnTo>
                      <a:pt x="468" y="152"/>
                    </a:lnTo>
                    <a:lnTo>
                      <a:pt x="472" y="152"/>
                    </a:lnTo>
                    <a:lnTo>
                      <a:pt x="476" y="152"/>
                    </a:lnTo>
                    <a:lnTo>
                      <a:pt x="480" y="152"/>
                    </a:lnTo>
                    <a:lnTo>
                      <a:pt x="484" y="152"/>
                    </a:lnTo>
                    <a:lnTo>
                      <a:pt x="484" y="150"/>
                    </a:lnTo>
                    <a:lnTo>
                      <a:pt x="488" y="150"/>
                    </a:lnTo>
                    <a:lnTo>
                      <a:pt x="488" y="152"/>
                    </a:lnTo>
                    <a:lnTo>
                      <a:pt x="490" y="152"/>
                    </a:lnTo>
                    <a:lnTo>
                      <a:pt x="494" y="152"/>
                    </a:lnTo>
                    <a:lnTo>
                      <a:pt x="498" y="152"/>
                    </a:lnTo>
                    <a:lnTo>
                      <a:pt x="502" y="156"/>
                    </a:lnTo>
                    <a:lnTo>
                      <a:pt x="502" y="160"/>
                    </a:lnTo>
                    <a:lnTo>
                      <a:pt x="506" y="164"/>
                    </a:lnTo>
                    <a:lnTo>
                      <a:pt x="502" y="166"/>
                    </a:lnTo>
                    <a:lnTo>
                      <a:pt x="502" y="166"/>
                    </a:lnTo>
                    <a:lnTo>
                      <a:pt x="502" y="166"/>
                    </a:lnTo>
                    <a:close/>
                    <a:moveTo>
                      <a:pt x="164" y="152"/>
                    </a:moveTo>
                    <a:lnTo>
                      <a:pt x="166" y="152"/>
                    </a:lnTo>
                    <a:lnTo>
                      <a:pt x="164" y="152"/>
                    </a:lnTo>
                    <a:lnTo>
                      <a:pt x="164" y="152"/>
                    </a:lnTo>
                    <a:lnTo>
                      <a:pt x="164" y="152"/>
                    </a:lnTo>
                    <a:close/>
                    <a:moveTo>
                      <a:pt x="438" y="156"/>
                    </a:moveTo>
                    <a:lnTo>
                      <a:pt x="442" y="156"/>
                    </a:lnTo>
                    <a:lnTo>
                      <a:pt x="446" y="156"/>
                    </a:lnTo>
                    <a:lnTo>
                      <a:pt x="450" y="156"/>
                    </a:lnTo>
                    <a:lnTo>
                      <a:pt x="450" y="160"/>
                    </a:lnTo>
                    <a:lnTo>
                      <a:pt x="454" y="160"/>
                    </a:lnTo>
                    <a:lnTo>
                      <a:pt x="454" y="164"/>
                    </a:lnTo>
                    <a:lnTo>
                      <a:pt x="450" y="164"/>
                    </a:lnTo>
                    <a:lnTo>
                      <a:pt x="450" y="166"/>
                    </a:lnTo>
                    <a:lnTo>
                      <a:pt x="446" y="166"/>
                    </a:lnTo>
                    <a:lnTo>
                      <a:pt x="442" y="166"/>
                    </a:lnTo>
                    <a:lnTo>
                      <a:pt x="438" y="164"/>
                    </a:lnTo>
                    <a:lnTo>
                      <a:pt x="434" y="160"/>
                    </a:lnTo>
                    <a:lnTo>
                      <a:pt x="434" y="156"/>
                    </a:lnTo>
                    <a:lnTo>
                      <a:pt x="438" y="156"/>
                    </a:lnTo>
                    <a:lnTo>
                      <a:pt x="438" y="156"/>
                    </a:lnTo>
                    <a:lnTo>
                      <a:pt x="438" y="156"/>
                    </a:lnTo>
                    <a:close/>
                    <a:moveTo>
                      <a:pt x="298" y="160"/>
                    </a:moveTo>
                    <a:lnTo>
                      <a:pt x="298" y="164"/>
                    </a:lnTo>
                    <a:lnTo>
                      <a:pt x="298" y="166"/>
                    </a:lnTo>
                    <a:lnTo>
                      <a:pt x="298" y="170"/>
                    </a:lnTo>
                    <a:lnTo>
                      <a:pt x="294" y="170"/>
                    </a:lnTo>
                    <a:lnTo>
                      <a:pt x="298" y="166"/>
                    </a:lnTo>
                    <a:lnTo>
                      <a:pt x="294" y="166"/>
                    </a:lnTo>
                    <a:lnTo>
                      <a:pt x="294" y="164"/>
                    </a:lnTo>
                    <a:lnTo>
                      <a:pt x="294" y="160"/>
                    </a:lnTo>
                    <a:lnTo>
                      <a:pt x="298" y="160"/>
                    </a:lnTo>
                    <a:lnTo>
                      <a:pt x="298" y="156"/>
                    </a:lnTo>
                    <a:lnTo>
                      <a:pt x="298" y="160"/>
                    </a:lnTo>
                    <a:lnTo>
                      <a:pt x="298" y="160"/>
                    </a:lnTo>
                    <a:lnTo>
                      <a:pt x="298" y="160"/>
                    </a:lnTo>
                    <a:close/>
                    <a:moveTo>
                      <a:pt x="458" y="156"/>
                    </a:moveTo>
                    <a:lnTo>
                      <a:pt x="458" y="160"/>
                    </a:lnTo>
                    <a:lnTo>
                      <a:pt x="458" y="156"/>
                    </a:lnTo>
                    <a:lnTo>
                      <a:pt x="458" y="156"/>
                    </a:lnTo>
                    <a:lnTo>
                      <a:pt x="458" y="156"/>
                    </a:lnTo>
                    <a:close/>
                    <a:moveTo>
                      <a:pt x="464" y="164"/>
                    </a:moveTo>
                    <a:lnTo>
                      <a:pt x="468" y="164"/>
                    </a:lnTo>
                    <a:lnTo>
                      <a:pt x="468" y="166"/>
                    </a:lnTo>
                    <a:lnTo>
                      <a:pt x="464" y="166"/>
                    </a:lnTo>
                    <a:lnTo>
                      <a:pt x="468" y="164"/>
                    </a:lnTo>
                    <a:lnTo>
                      <a:pt x="464" y="164"/>
                    </a:lnTo>
                    <a:lnTo>
                      <a:pt x="464" y="166"/>
                    </a:lnTo>
                    <a:lnTo>
                      <a:pt x="460" y="166"/>
                    </a:lnTo>
                    <a:lnTo>
                      <a:pt x="460" y="164"/>
                    </a:lnTo>
                    <a:lnTo>
                      <a:pt x="464" y="164"/>
                    </a:lnTo>
                    <a:lnTo>
                      <a:pt x="464" y="164"/>
                    </a:lnTo>
                    <a:lnTo>
                      <a:pt x="464" y="164"/>
                    </a:lnTo>
                    <a:close/>
                    <a:moveTo>
                      <a:pt x="468" y="164"/>
                    </a:moveTo>
                    <a:lnTo>
                      <a:pt x="472" y="164"/>
                    </a:lnTo>
                    <a:lnTo>
                      <a:pt x="468" y="164"/>
                    </a:lnTo>
                    <a:lnTo>
                      <a:pt x="468" y="164"/>
                    </a:lnTo>
                    <a:lnTo>
                      <a:pt x="468" y="164"/>
                    </a:lnTo>
                    <a:close/>
                    <a:moveTo>
                      <a:pt x="394" y="170"/>
                    </a:moveTo>
                    <a:lnTo>
                      <a:pt x="398" y="170"/>
                    </a:lnTo>
                    <a:lnTo>
                      <a:pt x="394" y="174"/>
                    </a:lnTo>
                    <a:lnTo>
                      <a:pt x="394" y="170"/>
                    </a:lnTo>
                    <a:lnTo>
                      <a:pt x="394" y="170"/>
                    </a:lnTo>
                    <a:lnTo>
                      <a:pt x="394" y="170"/>
                    </a:lnTo>
                    <a:close/>
                    <a:moveTo>
                      <a:pt x="394" y="178"/>
                    </a:moveTo>
                    <a:lnTo>
                      <a:pt x="398" y="178"/>
                    </a:lnTo>
                    <a:lnTo>
                      <a:pt x="398" y="182"/>
                    </a:lnTo>
                    <a:lnTo>
                      <a:pt x="398" y="186"/>
                    </a:lnTo>
                    <a:lnTo>
                      <a:pt x="394" y="182"/>
                    </a:lnTo>
                    <a:lnTo>
                      <a:pt x="394" y="186"/>
                    </a:lnTo>
                    <a:lnTo>
                      <a:pt x="394" y="190"/>
                    </a:lnTo>
                    <a:lnTo>
                      <a:pt x="398" y="194"/>
                    </a:lnTo>
                    <a:lnTo>
                      <a:pt x="394" y="194"/>
                    </a:lnTo>
                    <a:lnTo>
                      <a:pt x="390" y="194"/>
                    </a:lnTo>
                    <a:lnTo>
                      <a:pt x="390" y="196"/>
                    </a:lnTo>
                    <a:lnTo>
                      <a:pt x="390" y="200"/>
                    </a:lnTo>
                    <a:lnTo>
                      <a:pt x="386" y="200"/>
                    </a:lnTo>
                    <a:lnTo>
                      <a:pt x="386" y="196"/>
                    </a:lnTo>
                    <a:lnTo>
                      <a:pt x="386" y="194"/>
                    </a:lnTo>
                    <a:lnTo>
                      <a:pt x="390" y="194"/>
                    </a:lnTo>
                    <a:lnTo>
                      <a:pt x="390" y="190"/>
                    </a:lnTo>
                    <a:lnTo>
                      <a:pt x="390" y="186"/>
                    </a:lnTo>
                    <a:lnTo>
                      <a:pt x="390" y="182"/>
                    </a:lnTo>
                    <a:lnTo>
                      <a:pt x="390" y="178"/>
                    </a:lnTo>
                    <a:lnTo>
                      <a:pt x="394" y="178"/>
                    </a:lnTo>
                    <a:lnTo>
                      <a:pt x="394" y="178"/>
                    </a:lnTo>
                    <a:lnTo>
                      <a:pt x="394" y="178"/>
                    </a:lnTo>
                    <a:close/>
                    <a:moveTo>
                      <a:pt x="390" y="182"/>
                    </a:moveTo>
                    <a:lnTo>
                      <a:pt x="390" y="186"/>
                    </a:lnTo>
                    <a:lnTo>
                      <a:pt x="386" y="190"/>
                    </a:lnTo>
                    <a:lnTo>
                      <a:pt x="386" y="194"/>
                    </a:lnTo>
                    <a:lnTo>
                      <a:pt x="382" y="194"/>
                    </a:lnTo>
                    <a:lnTo>
                      <a:pt x="382" y="190"/>
                    </a:lnTo>
                    <a:lnTo>
                      <a:pt x="382" y="186"/>
                    </a:lnTo>
                    <a:lnTo>
                      <a:pt x="382" y="182"/>
                    </a:lnTo>
                    <a:lnTo>
                      <a:pt x="386" y="182"/>
                    </a:lnTo>
                    <a:lnTo>
                      <a:pt x="390" y="182"/>
                    </a:lnTo>
                    <a:lnTo>
                      <a:pt x="390" y="182"/>
                    </a:lnTo>
                    <a:lnTo>
                      <a:pt x="390" y="182"/>
                    </a:lnTo>
                    <a:close/>
                    <a:moveTo>
                      <a:pt x="378" y="190"/>
                    </a:moveTo>
                    <a:lnTo>
                      <a:pt x="378" y="194"/>
                    </a:lnTo>
                    <a:lnTo>
                      <a:pt x="378" y="196"/>
                    </a:lnTo>
                    <a:lnTo>
                      <a:pt x="374" y="194"/>
                    </a:lnTo>
                    <a:lnTo>
                      <a:pt x="374" y="190"/>
                    </a:lnTo>
                    <a:lnTo>
                      <a:pt x="378" y="190"/>
                    </a:lnTo>
                    <a:lnTo>
                      <a:pt x="378" y="190"/>
                    </a:lnTo>
                    <a:lnTo>
                      <a:pt x="378" y="190"/>
                    </a:lnTo>
                    <a:close/>
                    <a:moveTo>
                      <a:pt x="104" y="196"/>
                    </a:moveTo>
                    <a:lnTo>
                      <a:pt x="100" y="196"/>
                    </a:lnTo>
                    <a:lnTo>
                      <a:pt x="96" y="194"/>
                    </a:lnTo>
                    <a:lnTo>
                      <a:pt x="100" y="194"/>
                    </a:lnTo>
                    <a:lnTo>
                      <a:pt x="104" y="194"/>
                    </a:lnTo>
                    <a:lnTo>
                      <a:pt x="104" y="196"/>
                    </a:lnTo>
                    <a:lnTo>
                      <a:pt x="104" y="196"/>
                    </a:lnTo>
                    <a:lnTo>
                      <a:pt x="104" y="196"/>
                    </a:lnTo>
                    <a:close/>
                    <a:moveTo>
                      <a:pt x="554" y="194"/>
                    </a:moveTo>
                    <a:lnTo>
                      <a:pt x="558" y="194"/>
                    </a:lnTo>
                    <a:lnTo>
                      <a:pt x="558" y="196"/>
                    </a:lnTo>
                    <a:lnTo>
                      <a:pt x="558" y="200"/>
                    </a:lnTo>
                    <a:lnTo>
                      <a:pt x="558" y="204"/>
                    </a:lnTo>
                    <a:lnTo>
                      <a:pt x="554" y="204"/>
                    </a:lnTo>
                    <a:lnTo>
                      <a:pt x="554" y="200"/>
                    </a:lnTo>
                    <a:lnTo>
                      <a:pt x="550" y="200"/>
                    </a:lnTo>
                    <a:lnTo>
                      <a:pt x="554" y="200"/>
                    </a:lnTo>
                    <a:lnTo>
                      <a:pt x="554" y="196"/>
                    </a:lnTo>
                    <a:lnTo>
                      <a:pt x="554" y="194"/>
                    </a:lnTo>
                    <a:lnTo>
                      <a:pt x="554" y="194"/>
                    </a:lnTo>
                    <a:lnTo>
                      <a:pt x="554" y="194"/>
                    </a:lnTo>
                    <a:close/>
                    <a:moveTo>
                      <a:pt x="248" y="200"/>
                    </a:moveTo>
                    <a:lnTo>
                      <a:pt x="246" y="200"/>
                    </a:lnTo>
                    <a:lnTo>
                      <a:pt x="248" y="200"/>
                    </a:lnTo>
                    <a:lnTo>
                      <a:pt x="248" y="200"/>
                    </a:lnTo>
                    <a:lnTo>
                      <a:pt x="248" y="200"/>
                    </a:lnTo>
                    <a:close/>
                    <a:moveTo>
                      <a:pt x="358" y="200"/>
                    </a:moveTo>
                    <a:lnTo>
                      <a:pt x="358" y="204"/>
                    </a:lnTo>
                    <a:lnTo>
                      <a:pt x="360" y="204"/>
                    </a:lnTo>
                    <a:lnTo>
                      <a:pt x="358" y="208"/>
                    </a:lnTo>
                    <a:lnTo>
                      <a:pt x="358" y="212"/>
                    </a:lnTo>
                    <a:lnTo>
                      <a:pt x="358" y="208"/>
                    </a:lnTo>
                    <a:lnTo>
                      <a:pt x="358" y="204"/>
                    </a:lnTo>
                    <a:lnTo>
                      <a:pt x="358" y="200"/>
                    </a:lnTo>
                    <a:lnTo>
                      <a:pt x="358" y="200"/>
                    </a:lnTo>
                    <a:lnTo>
                      <a:pt x="358" y="200"/>
                    </a:lnTo>
                    <a:close/>
                    <a:moveTo>
                      <a:pt x="212" y="238"/>
                    </a:moveTo>
                    <a:lnTo>
                      <a:pt x="208" y="238"/>
                    </a:lnTo>
                    <a:lnTo>
                      <a:pt x="204" y="234"/>
                    </a:lnTo>
                    <a:lnTo>
                      <a:pt x="200" y="234"/>
                    </a:lnTo>
                    <a:lnTo>
                      <a:pt x="196" y="234"/>
                    </a:lnTo>
                    <a:lnTo>
                      <a:pt x="192" y="234"/>
                    </a:lnTo>
                    <a:lnTo>
                      <a:pt x="190" y="234"/>
                    </a:lnTo>
                    <a:lnTo>
                      <a:pt x="186" y="234"/>
                    </a:lnTo>
                    <a:lnTo>
                      <a:pt x="182" y="234"/>
                    </a:lnTo>
                    <a:lnTo>
                      <a:pt x="178" y="234"/>
                    </a:lnTo>
                    <a:lnTo>
                      <a:pt x="178" y="230"/>
                    </a:lnTo>
                    <a:lnTo>
                      <a:pt x="174" y="230"/>
                    </a:lnTo>
                    <a:lnTo>
                      <a:pt x="170" y="230"/>
                    </a:lnTo>
                    <a:lnTo>
                      <a:pt x="166" y="230"/>
                    </a:lnTo>
                    <a:lnTo>
                      <a:pt x="164" y="230"/>
                    </a:lnTo>
                    <a:lnTo>
                      <a:pt x="160" y="230"/>
                    </a:lnTo>
                    <a:lnTo>
                      <a:pt x="160" y="226"/>
                    </a:lnTo>
                    <a:lnTo>
                      <a:pt x="160" y="222"/>
                    </a:lnTo>
                    <a:lnTo>
                      <a:pt x="160" y="220"/>
                    </a:lnTo>
                    <a:lnTo>
                      <a:pt x="160" y="222"/>
                    </a:lnTo>
                    <a:lnTo>
                      <a:pt x="156" y="222"/>
                    </a:lnTo>
                    <a:lnTo>
                      <a:pt x="156" y="220"/>
                    </a:lnTo>
                    <a:lnTo>
                      <a:pt x="152" y="220"/>
                    </a:lnTo>
                    <a:lnTo>
                      <a:pt x="148" y="220"/>
                    </a:lnTo>
                    <a:lnTo>
                      <a:pt x="144" y="220"/>
                    </a:lnTo>
                    <a:lnTo>
                      <a:pt x="140" y="220"/>
                    </a:lnTo>
                    <a:lnTo>
                      <a:pt x="144" y="220"/>
                    </a:lnTo>
                    <a:lnTo>
                      <a:pt x="144" y="216"/>
                    </a:lnTo>
                    <a:lnTo>
                      <a:pt x="144" y="220"/>
                    </a:lnTo>
                    <a:lnTo>
                      <a:pt x="148" y="216"/>
                    </a:lnTo>
                    <a:lnTo>
                      <a:pt x="148" y="212"/>
                    </a:lnTo>
                    <a:lnTo>
                      <a:pt x="152" y="212"/>
                    </a:lnTo>
                    <a:lnTo>
                      <a:pt x="152" y="208"/>
                    </a:lnTo>
                    <a:lnTo>
                      <a:pt x="152" y="204"/>
                    </a:lnTo>
                    <a:lnTo>
                      <a:pt x="152" y="200"/>
                    </a:lnTo>
                    <a:lnTo>
                      <a:pt x="156" y="200"/>
                    </a:lnTo>
                    <a:lnTo>
                      <a:pt x="156" y="204"/>
                    </a:lnTo>
                    <a:lnTo>
                      <a:pt x="160" y="204"/>
                    </a:lnTo>
                    <a:lnTo>
                      <a:pt x="164" y="204"/>
                    </a:lnTo>
                    <a:lnTo>
                      <a:pt x="166" y="204"/>
                    </a:lnTo>
                    <a:lnTo>
                      <a:pt x="170" y="204"/>
                    </a:lnTo>
                    <a:lnTo>
                      <a:pt x="174" y="204"/>
                    </a:lnTo>
                    <a:lnTo>
                      <a:pt x="174" y="208"/>
                    </a:lnTo>
                    <a:lnTo>
                      <a:pt x="178" y="208"/>
                    </a:lnTo>
                    <a:lnTo>
                      <a:pt x="182" y="212"/>
                    </a:lnTo>
                    <a:lnTo>
                      <a:pt x="186" y="212"/>
                    </a:lnTo>
                    <a:lnTo>
                      <a:pt x="186" y="208"/>
                    </a:lnTo>
                    <a:lnTo>
                      <a:pt x="186" y="212"/>
                    </a:lnTo>
                    <a:lnTo>
                      <a:pt x="190" y="212"/>
                    </a:lnTo>
                    <a:lnTo>
                      <a:pt x="190" y="216"/>
                    </a:lnTo>
                    <a:lnTo>
                      <a:pt x="190" y="220"/>
                    </a:lnTo>
                    <a:lnTo>
                      <a:pt x="192" y="220"/>
                    </a:lnTo>
                    <a:lnTo>
                      <a:pt x="196" y="220"/>
                    </a:lnTo>
                    <a:lnTo>
                      <a:pt x="200" y="220"/>
                    </a:lnTo>
                    <a:lnTo>
                      <a:pt x="204" y="220"/>
                    </a:lnTo>
                    <a:lnTo>
                      <a:pt x="208" y="220"/>
                    </a:lnTo>
                    <a:lnTo>
                      <a:pt x="212" y="220"/>
                    </a:lnTo>
                    <a:lnTo>
                      <a:pt x="216" y="220"/>
                    </a:lnTo>
                    <a:lnTo>
                      <a:pt x="216" y="222"/>
                    </a:lnTo>
                    <a:lnTo>
                      <a:pt x="216" y="220"/>
                    </a:lnTo>
                    <a:lnTo>
                      <a:pt x="220" y="220"/>
                    </a:lnTo>
                    <a:lnTo>
                      <a:pt x="220" y="216"/>
                    </a:lnTo>
                    <a:lnTo>
                      <a:pt x="220" y="212"/>
                    </a:lnTo>
                    <a:lnTo>
                      <a:pt x="222" y="212"/>
                    </a:lnTo>
                    <a:lnTo>
                      <a:pt x="226" y="216"/>
                    </a:lnTo>
                    <a:lnTo>
                      <a:pt x="230" y="216"/>
                    </a:lnTo>
                    <a:lnTo>
                      <a:pt x="234" y="216"/>
                    </a:lnTo>
                    <a:lnTo>
                      <a:pt x="234" y="220"/>
                    </a:lnTo>
                    <a:lnTo>
                      <a:pt x="238" y="220"/>
                    </a:lnTo>
                    <a:lnTo>
                      <a:pt x="242" y="220"/>
                    </a:lnTo>
                    <a:lnTo>
                      <a:pt x="246" y="220"/>
                    </a:lnTo>
                    <a:lnTo>
                      <a:pt x="246" y="222"/>
                    </a:lnTo>
                    <a:lnTo>
                      <a:pt x="248" y="222"/>
                    </a:lnTo>
                    <a:lnTo>
                      <a:pt x="248" y="226"/>
                    </a:lnTo>
                    <a:lnTo>
                      <a:pt x="246" y="222"/>
                    </a:lnTo>
                    <a:lnTo>
                      <a:pt x="246" y="226"/>
                    </a:lnTo>
                    <a:lnTo>
                      <a:pt x="248" y="226"/>
                    </a:lnTo>
                    <a:lnTo>
                      <a:pt x="248" y="230"/>
                    </a:lnTo>
                    <a:lnTo>
                      <a:pt x="252" y="234"/>
                    </a:lnTo>
                    <a:lnTo>
                      <a:pt x="256" y="234"/>
                    </a:lnTo>
                    <a:lnTo>
                      <a:pt x="260" y="234"/>
                    </a:lnTo>
                    <a:lnTo>
                      <a:pt x="264" y="234"/>
                    </a:lnTo>
                    <a:lnTo>
                      <a:pt x="268" y="234"/>
                    </a:lnTo>
                    <a:lnTo>
                      <a:pt x="268" y="230"/>
                    </a:lnTo>
                    <a:lnTo>
                      <a:pt x="268" y="234"/>
                    </a:lnTo>
                    <a:lnTo>
                      <a:pt x="272" y="234"/>
                    </a:lnTo>
                    <a:lnTo>
                      <a:pt x="272" y="238"/>
                    </a:lnTo>
                    <a:lnTo>
                      <a:pt x="272" y="242"/>
                    </a:lnTo>
                    <a:lnTo>
                      <a:pt x="272" y="246"/>
                    </a:lnTo>
                    <a:lnTo>
                      <a:pt x="272" y="250"/>
                    </a:lnTo>
                    <a:lnTo>
                      <a:pt x="276" y="250"/>
                    </a:lnTo>
                    <a:lnTo>
                      <a:pt x="276" y="252"/>
                    </a:lnTo>
                    <a:lnTo>
                      <a:pt x="272" y="252"/>
                    </a:lnTo>
                    <a:lnTo>
                      <a:pt x="272" y="250"/>
                    </a:lnTo>
                    <a:lnTo>
                      <a:pt x="268" y="250"/>
                    </a:lnTo>
                    <a:lnTo>
                      <a:pt x="264" y="250"/>
                    </a:lnTo>
                    <a:lnTo>
                      <a:pt x="260" y="246"/>
                    </a:lnTo>
                    <a:lnTo>
                      <a:pt x="256" y="246"/>
                    </a:lnTo>
                    <a:lnTo>
                      <a:pt x="256" y="242"/>
                    </a:lnTo>
                    <a:lnTo>
                      <a:pt x="252" y="242"/>
                    </a:lnTo>
                    <a:lnTo>
                      <a:pt x="252" y="246"/>
                    </a:lnTo>
                    <a:lnTo>
                      <a:pt x="248" y="246"/>
                    </a:lnTo>
                    <a:lnTo>
                      <a:pt x="246" y="246"/>
                    </a:lnTo>
                    <a:lnTo>
                      <a:pt x="242" y="246"/>
                    </a:lnTo>
                    <a:lnTo>
                      <a:pt x="238" y="246"/>
                    </a:lnTo>
                    <a:lnTo>
                      <a:pt x="234" y="242"/>
                    </a:lnTo>
                    <a:lnTo>
                      <a:pt x="234" y="246"/>
                    </a:lnTo>
                    <a:lnTo>
                      <a:pt x="230" y="246"/>
                    </a:lnTo>
                    <a:lnTo>
                      <a:pt x="230" y="242"/>
                    </a:lnTo>
                    <a:lnTo>
                      <a:pt x="226" y="242"/>
                    </a:lnTo>
                    <a:lnTo>
                      <a:pt x="222" y="242"/>
                    </a:lnTo>
                    <a:lnTo>
                      <a:pt x="220" y="242"/>
                    </a:lnTo>
                    <a:lnTo>
                      <a:pt x="216" y="242"/>
                    </a:lnTo>
                    <a:lnTo>
                      <a:pt x="212" y="238"/>
                    </a:lnTo>
                    <a:lnTo>
                      <a:pt x="212" y="238"/>
                    </a:lnTo>
                    <a:lnTo>
                      <a:pt x="212" y="238"/>
                    </a:lnTo>
                    <a:close/>
                    <a:moveTo>
                      <a:pt x="554" y="204"/>
                    </a:moveTo>
                    <a:lnTo>
                      <a:pt x="558" y="204"/>
                    </a:lnTo>
                    <a:lnTo>
                      <a:pt x="558" y="208"/>
                    </a:lnTo>
                    <a:lnTo>
                      <a:pt x="558" y="212"/>
                    </a:lnTo>
                    <a:lnTo>
                      <a:pt x="554" y="208"/>
                    </a:lnTo>
                    <a:lnTo>
                      <a:pt x="554" y="204"/>
                    </a:lnTo>
                    <a:lnTo>
                      <a:pt x="554" y="204"/>
                    </a:lnTo>
                    <a:lnTo>
                      <a:pt x="554" y="204"/>
                    </a:lnTo>
                    <a:close/>
                    <a:moveTo>
                      <a:pt x="550" y="208"/>
                    </a:moveTo>
                    <a:lnTo>
                      <a:pt x="554" y="208"/>
                    </a:lnTo>
                    <a:lnTo>
                      <a:pt x="554" y="212"/>
                    </a:lnTo>
                    <a:lnTo>
                      <a:pt x="554" y="216"/>
                    </a:lnTo>
                    <a:lnTo>
                      <a:pt x="554" y="220"/>
                    </a:lnTo>
                    <a:lnTo>
                      <a:pt x="550" y="220"/>
                    </a:lnTo>
                    <a:lnTo>
                      <a:pt x="550" y="212"/>
                    </a:lnTo>
                    <a:lnTo>
                      <a:pt x="550" y="208"/>
                    </a:lnTo>
                    <a:lnTo>
                      <a:pt x="550" y="208"/>
                    </a:lnTo>
                    <a:lnTo>
                      <a:pt x="550" y="208"/>
                    </a:lnTo>
                    <a:close/>
                    <a:moveTo>
                      <a:pt x="140" y="212"/>
                    </a:moveTo>
                    <a:lnTo>
                      <a:pt x="140" y="216"/>
                    </a:lnTo>
                    <a:lnTo>
                      <a:pt x="140" y="212"/>
                    </a:lnTo>
                    <a:lnTo>
                      <a:pt x="140" y="212"/>
                    </a:lnTo>
                    <a:lnTo>
                      <a:pt x="140" y="212"/>
                    </a:lnTo>
                    <a:close/>
                    <a:moveTo>
                      <a:pt x="286" y="220"/>
                    </a:moveTo>
                    <a:lnTo>
                      <a:pt x="290" y="220"/>
                    </a:lnTo>
                    <a:lnTo>
                      <a:pt x="286" y="220"/>
                    </a:lnTo>
                    <a:lnTo>
                      <a:pt x="286" y="222"/>
                    </a:lnTo>
                    <a:lnTo>
                      <a:pt x="282" y="222"/>
                    </a:lnTo>
                    <a:lnTo>
                      <a:pt x="282" y="220"/>
                    </a:lnTo>
                    <a:lnTo>
                      <a:pt x="286" y="220"/>
                    </a:lnTo>
                    <a:lnTo>
                      <a:pt x="286" y="220"/>
                    </a:lnTo>
                    <a:lnTo>
                      <a:pt x="286" y="220"/>
                    </a:lnTo>
                    <a:close/>
                    <a:moveTo>
                      <a:pt x="252" y="220"/>
                    </a:moveTo>
                    <a:lnTo>
                      <a:pt x="256" y="220"/>
                    </a:lnTo>
                    <a:lnTo>
                      <a:pt x="260" y="220"/>
                    </a:lnTo>
                    <a:lnTo>
                      <a:pt x="264" y="220"/>
                    </a:lnTo>
                    <a:lnTo>
                      <a:pt x="268" y="220"/>
                    </a:lnTo>
                    <a:lnTo>
                      <a:pt x="268" y="222"/>
                    </a:lnTo>
                    <a:lnTo>
                      <a:pt x="264" y="222"/>
                    </a:lnTo>
                    <a:lnTo>
                      <a:pt x="260" y="222"/>
                    </a:lnTo>
                    <a:lnTo>
                      <a:pt x="260" y="226"/>
                    </a:lnTo>
                    <a:lnTo>
                      <a:pt x="256" y="226"/>
                    </a:lnTo>
                    <a:lnTo>
                      <a:pt x="252" y="226"/>
                    </a:lnTo>
                    <a:lnTo>
                      <a:pt x="252" y="222"/>
                    </a:lnTo>
                    <a:lnTo>
                      <a:pt x="252" y="226"/>
                    </a:lnTo>
                    <a:lnTo>
                      <a:pt x="248" y="222"/>
                    </a:lnTo>
                    <a:lnTo>
                      <a:pt x="248" y="220"/>
                    </a:lnTo>
                    <a:lnTo>
                      <a:pt x="252" y="220"/>
                    </a:lnTo>
                    <a:lnTo>
                      <a:pt x="252" y="220"/>
                    </a:lnTo>
                    <a:lnTo>
                      <a:pt x="252" y="220"/>
                    </a:lnTo>
                    <a:close/>
                    <a:moveTo>
                      <a:pt x="516" y="222"/>
                    </a:moveTo>
                    <a:lnTo>
                      <a:pt x="516" y="226"/>
                    </a:lnTo>
                    <a:lnTo>
                      <a:pt x="516" y="230"/>
                    </a:lnTo>
                    <a:lnTo>
                      <a:pt x="514" y="234"/>
                    </a:lnTo>
                    <a:lnTo>
                      <a:pt x="514" y="238"/>
                    </a:lnTo>
                    <a:lnTo>
                      <a:pt x="510" y="238"/>
                    </a:lnTo>
                    <a:lnTo>
                      <a:pt x="506" y="238"/>
                    </a:lnTo>
                    <a:lnTo>
                      <a:pt x="510" y="234"/>
                    </a:lnTo>
                    <a:lnTo>
                      <a:pt x="510" y="230"/>
                    </a:lnTo>
                    <a:lnTo>
                      <a:pt x="514" y="226"/>
                    </a:lnTo>
                    <a:lnTo>
                      <a:pt x="514" y="222"/>
                    </a:lnTo>
                    <a:lnTo>
                      <a:pt x="516" y="222"/>
                    </a:lnTo>
                    <a:lnTo>
                      <a:pt x="516" y="222"/>
                    </a:lnTo>
                    <a:lnTo>
                      <a:pt x="516" y="222"/>
                    </a:lnTo>
                    <a:close/>
                    <a:moveTo>
                      <a:pt x="614" y="226"/>
                    </a:moveTo>
                    <a:lnTo>
                      <a:pt x="618" y="226"/>
                    </a:lnTo>
                    <a:lnTo>
                      <a:pt x="618" y="230"/>
                    </a:lnTo>
                    <a:lnTo>
                      <a:pt x="622" y="230"/>
                    </a:lnTo>
                    <a:lnTo>
                      <a:pt x="618" y="234"/>
                    </a:lnTo>
                    <a:lnTo>
                      <a:pt x="618" y="238"/>
                    </a:lnTo>
                    <a:lnTo>
                      <a:pt x="618" y="242"/>
                    </a:lnTo>
                    <a:lnTo>
                      <a:pt x="614" y="242"/>
                    </a:lnTo>
                    <a:lnTo>
                      <a:pt x="610" y="246"/>
                    </a:lnTo>
                    <a:lnTo>
                      <a:pt x="606" y="246"/>
                    </a:lnTo>
                    <a:lnTo>
                      <a:pt x="602" y="246"/>
                    </a:lnTo>
                    <a:lnTo>
                      <a:pt x="600" y="246"/>
                    </a:lnTo>
                    <a:lnTo>
                      <a:pt x="602" y="242"/>
                    </a:lnTo>
                    <a:lnTo>
                      <a:pt x="602" y="238"/>
                    </a:lnTo>
                    <a:lnTo>
                      <a:pt x="602" y="234"/>
                    </a:lnTo>
                    <a:lnTo>
                      <a:pt x="606" y="230"/>
                    </a:lnTo>
                    <a:lnTo>
                      <a:pt x="610" y="230"/>
                    </a:lnTo>
                    <a:lnTo>
                      <a:pt x="610" y="226"/>
                    </a:lnTo>
                    <a:lnTo>
                      <a:pt x="614" y="226"/>
                    </a:lnTo>
                    <a:lnTo>
                      <a:pt x="614" y="226"/>
                    </a:lnTo>
                    <a:lnTo>
                      <a:pt x="614" y="226"/>
                    </a:lnTo>
                    <a:close/>
                    <a:moveTo>
                      <a:pt x="488" y="234"/>
                    </a:moveTo>
                    <a:lnTo>
                      <a:pt x="490" y="234"/>
                    </a:lnTo>
                    <a:lnTo>
                      <a:pt x="490" y="238"/>
                    </a:lnTo>
                    <a:lnTo>
                      <a:pt x="488" y="238"/>
                    </a:lnTo>
                    <a:lnTo>
                      <a:pt x="488" y="234"/>
                    </a:lnTo>
                    <a:lnTo>
                      <a:pt x="488" y="234"/>
                    </a:lnTo>
                    <a:lnTo>
                      <a:pt x="488" y="234"/>
                    </a:lnTo>
                    <a:close/>
                    <a:moveTo>
                      <a:pt x="272" y="242"/>
                    </a:moveTo>
                    <a:lnTo>
                      <a:pt x="276" y="242"/>
                    </a:lnTo>
                    <a:lnTo>
                      <a:pt x="278" y="242"/>
                    </a:lnTo>
                    <a:lnTo>
                      <a:pt x="282" y="242"/>
                    </a:lnTo>
                    <a:lnTo>
                      <a:pt x="282" y="238"/>
                    </a:lnTo>
                    <a:lnTo>
                      <a:pt x="286" y="242"/>
                    </a:lnTo>
                    <a:lnTo>
                      <a:pt x="290" y="242"/>
                    </a:lnTo>
                    <a:lnTo>
                      <a:pt x="290" y="246"/>
                    </a:lnTo>
                    <a:lnTo>
                      <a:pt x="286" y="250"/>
                    </a:lnTo>
                    <a:lnTo>
                      <a:pt x="282" y="250"/>
                    </a:lnTo>
                    <a:lnTo>
                      <a:pt x="282" y="252"/>
                    </a:lnTo>
                    <a:lnTo>
                      <a:pt x="282" y="250"/>
                    </a:lnTo>
                    <a:lnTo>
                      <a:pt x="278" y="246"/>
                    </a:lnTo>
                    <a:lnTo>
                      <a:pt x="276" y="246"/>
                    </a:lnTo>
                    <a:lnTo>
                      <a:pt x="276" y="242"/>
                    </a:lnTo>
                    <a:lnTo>
                      <a:pt x="272" y="242"/>
                    </a:lnTo>
                    <a:lnTo>
                      <a:pt x="272" y="242"/>
                    </a:lnTo>
                    <a:lnTo>
                      <a:pt x="272" y="242"/>
                    </a:lnTo>
                    <a:close/>
                    <a:moveTo>
                      <a:pt x="390" y="250"/>
                    </a:moveTo>
                    <a:lnTo>
                      <a:pt x="386" y="250"/>
                    </a:lnTo>
                    <a:lnTo>
                      <a:pt x="386" y="252"/>
                    </a:lnTo>
                    <a:lnTo>
                      <a:pt x="382" y="252"/>
                    </a:lnTo>
                    <a:lnTo>
                      <a:pt x="378" y="252"/>
                    </a:lnTo>
                    <a:lnTo>
                      <a:pt x="374" y="252"/>
                    </a:lnTo>
                    <a:lnTo>
                      <a:pt x="372" y="252"/>
                    </a:lnTo>
                    <a:lnTo>
                      <a:pt x="368" y="252"/>
                    </a:lnTo>
                    <a:lnTo>
                      <a:pt x="364" y="256"/>
                    </a:lnTo>
                    <a:lnTo>
                      <a:pt x="364" y="252"/>
                    </a:lnTo>
                    <a:lnTo>
                      <a:pt x="360" y="252"/>
                    </a:lnTo>
                    <a:lnTo>
                      <a:pt x="358" y="252"/>
                    </a:lnTo>
                    <a:lnTo>
                      <a:pt x="354" y="252"/>
                    </a:lnTo>
                    <a:lnTo>
                      <a:pt x="350" y="252"/>
                    </a:lnTo>
                    <a:lnTo>
                      <a:pt x="350" y="250"/>
                    </a:lnTo>
                    <a:lnTo>
                      <a:pt x="350" y="246"/>
                    </a:lnTo>
                    <a:lnTo>
                      <a:pt x="354" y="246"/>
                    </a:lnTo>
                    <a:lnTo>
                      <a:pt x="354" y="242"/>
                    </a:lnTo>
                    <a:lnTo>
                      <a:pt x="358" y="242"/>
                    </a:lnTo>
                    <a:lnTo>
                      <a:pt x="360" y="246"/>
                    </a:lnTo>
                    <a:lnTo>
                      <a:pt x="364" y="246"/>
                    </a:lnTo>
                    <a:lnTo>
                      <a:pt x="368" y="246"/>
                    </a:lnTo>
                    <a:lnTo>
                      <a:pt x="368" y="250"/>
                    </a:lnTo>
                    <a:lnTo>
                      <a:pt x="372" y="250"/>
                    </a:lnTo>
                    <a:lnTo>
                      <a:pt x="374" y="246"/>
                    </a:lnTo>
                    <a:lnTo>
                      <a:pt x="378" y="246"/>
                    </a:lnTo>
                    <a:lnTo>
                      <a:pt x="378" y="250"/>
                    </a:lnTo>
                    <a:lnTo>
                      <a:pt x="382" y="250"/>
                    </a:lnTo>
                    <a:lnTo>
                      <a:pt x="386" y="250"/>
                    </a:lnTo>
                    <a:lnTo>
                      <a:pt x="386" y="246"/>
                    </a:lnTo>
                    <a:lnTo>
                      <a:pt x="390" y="246"/>
                    </a:lnTo>
                    <a:lnTo>
                      <a:pt x="394" y="242"/>
                    </a:lnTo>
                    <a:lnTo>
                      <a:pt x="390" y="242"/>
                    </a:lnTo>
                    <a:lnTo>
                      <a:pt x="394" y="242"/>
                    </a:lnTo>
                    <a:lnTo>
                      <a:pt x="394" y="246"/>
                    </a:lnTo>
                    <a:lnTo>
                      <a:pt x="390" y="246"/>
                    </a:lnTo>
                    <a:lnTo>
                      <a:pt x="390" y="250"/>
                    </a:lnTo>
                    <a:lnTo>
                      <a:pt x="390" y="250"/>
                    </a:lnTo>
                    <a:lnTo>
                      <a:pt x="390" y="250"/>
                    </a:lnTo>
                    <a:close/>
                    <a:moveTo>
                      <a:pt x="338" y="250"/>
                    </a:moveTo>
                    <a:lnTo>
                      <a:pt x="338" y="252"/>
                    </a:lnTo>
                    <a:lnTo>
                      <a:pt x="334" y="252"/>
                    </a:lnTo>
                    <a:lnTo>
                      <a:pt x="334" y="250"/>
                    </a:lnTo>
                    <a:lnTo>
                      <a:pt x="332" y="252"/>
                    </a:lnTo>
                    <a:lnTo>
                      <a:pt x="334" y="252"/>
                    </a:lnTo>
                    <a:lnTo>
                      <a:pt x="332" y="252"/>
                    </a:lnTo>
                    <a:lnTo>
                      <a:pt x="328" y="252"/>
                    </a:lnTo>
                    <a:lnTo>
                      <a:pt x="328" y="250"/>
                    </a:lnTo>
                    <a:lnTo>
                      <a:pt x="328" y="252"/>
                    </a:lnTo>
                    <a:lnTo>
                      <a:pt x="324" y="252"/>
                    </a:lnTo>
                    <a:lnTo>
                      <a:pt x="320" y="256"/>
                    </a:lnTo>
                    <a:lnTo>
                      <a:pt x="320" y="252"/>
                    </a:lnTo>
                    <a:lnTo>
                      <a:pt x="316" y="256"/>
                    </a:lnTo>
                    <a:lnTo>
                      <a:pt x="312" y="256"/>
                    </a:lnTo>
                    <a:lnTo>
                      <a:pt x="308" y="256"/>
                    </a:lnTo>
                    <a:lnTo>
                      <a:pt x="304" y="256"/>
                    </a:lnTo>
                    <a:lnTo>
                      <a:pt x="304" y="252"/>
                    </a:lnTo>
                    <a:lnTo>
                      <a:pt x="304" y="250"/>
                    </a:lnTo>
                    <a:lnTo>
                      <a:pt x="308" y="250"/>
                    </a:lnTo>
                    <a:lnTo>
                      <a:pt x="308" y="246"/>
                    </a:lnTo>
                    <a:lnTo>
                      <a:pt x="312" y="246"/>
                    </a:lnTo>
                    <a:lnTo>
                      <a:pt x="316" y="246"/>
                    </a:lnTo>
                    <a:lnTo>
                      <a:pt x="316" y="250"/>
                    </a:lnTo>
                    <a:lnTo>
                      <a:pt x="320" y="250"/>
                    </a:lnTo>
                    <a:lnTo>
                      <a:pt x="324" y="252"/>
                    </a:lnTo>
                    <a:lnTo>
                      <a:pt x="324" y="250"/>
                    </a:lnTo>
                    <a:lnTo>
                      <a:pt x="328" y="250"/>
                    </a:lnTo>
                    <a:lnTo>
                      <a:pt x="324" y="246"/>
                    </a:lnTo>
                    <a:lnTo>
                      <a:pt x="320" y="246"/>
                    </a:lnTo>
                    <a:lnTo>
                      <a:pt x="320" y="242"/>
                    </a:lnTo>
                    <a:lnTo>
                      <a:pt x="324" y="242"/>
                    </a:lnTo>
                    <a:lnTo>
                      <a:pt x="328" y="242"/>
                    </a:lnTo>
                    <a:lnTo>
                      <a:pt x="328" y="246"/>
                    </a:lnTo>
                    <a:lnTo>
                      <a:pt x="328" y="242"/>
                    </a:lnTo>
                    <a:lnTo>
                      <a:pt x="332" y="242"/>
                    </a:lnTo>
                    <a:lnTo>
                      <a:pt x="332" y="246"/>
                    </a:lnTo>
                    <a:lnTo>
                      <a:pt x="332" y="250"/>
                    </a:lnTo>
                    <a:lnTo>
                      <a:pt x="332" y="246"/>
                    </a:lnTo>
                    <a:lnTo>
                      <a:pt x="334" y="246"/>
                    </a:lnTo>
                    <a:lnTo>
                      <a:pt x="338" y="246"/>
                    </a:lnTo>
                    <a:lnTo>
                      <a:pt x="338" y="250"/>
                    </a:lnTo>
                    <a:lnTo>
                      <a:pt x="338" y="250"/>
                    </a:lnTo>
                    <a:lnTo>
                      <a:pt x="338" y="250"/>
                    </a:lnTo>
                    <a:close/>
                    <a:moveTo>
                      <a:pt x="460" y="242"/>
                    </a:moveTo>
                    <a:lnTo>
                      <a:pt x="464" y="242"/>
                    </a:lnTo>
                    <a:lnTo>
                      <a:pt x="460" y="242"/>
                    </a:lnTo>
                    <a:lnTo>
                      <a:pt x="460" y="242"/>
                    </a:lnTo>
                    <a:lnTo>
                      <a:pt x="460" y="242"/>
                    </a:lnTo>
                    <a:close/>
                    <a:moveTo>
                      <a:pt x="316" y="246"/>
                    </a:moveTo>
                    <a:lnTo>
                      <a:pt x="316" y="242"/>
                    </a:lnTo>
                    <a:lnTo>
                      <a:pt x="320" y="242"/>
                    </a:lnTo>
                    <a:lnTo>
                      <a:pt x="316" y="242"/>
                    </a:lnTo>
                    <a:lnTo>
                      <a:pt x="316" y="246"/>
                    </a:lnTo>
                    <a:lnTo>
                      <a:pt x="316" y="246"/>
                    </a:lnTo>
                    <a:lnTo>
                      <a:pt x="316" y="246"/>
                    </a:lnTo>
                    <a:close/>
                    <a:moveTo>
                      <a:pt x="618" y="242"/>
                    </a:moveTo>
                    <a:lnTo>
                      <a:pt x="618" y="246"/>
                    </a:lnTo>
                    <a:lnTo>
                      <a:pt x="614" y="246"/>
                    </a:lnTo>
                    <a:lnTo>
                      <a:pt x="614" y="242"/>
                    </a:lnTo>
                    <a:lnTo>
                      <a:pt x="618" y="242"/>
                    </a:lnTo>
                    <a:lnTo>
                      <a:pt x="618" y="242"/>
                    </a:lnTo>
                    <a:lnTo>
                      <a:pt x="618" y="242"/>
                    </a:lnTo>
                    <a:close/>
                    <a:moveTo>
                      <a:pt x="476" y="242"/>
                    </a:moveTo>
                    <a:lnTo>
                      <a:pt x="480" y="242"/>
                    </a:lnTo>
                    <a:lnTo>
                      <a:pt x="476" y="242"/>
                    </a:lnTo>
                    <a:lnTo>
                      <a:pt x="476" y="242"/>
                    </a:lnTo>
                    <a:lnTo>
                      <a:pt x="476" y="242"/>
                    </a:lnTo>
                    <a:close/>
                    <a:moveTo>
                      <a:pt x="298" y="242"/>
                    </a:moveTo>
                    <a:lnTo>
                      <a:pt x="302" y="242"/>
                    </a:lnTo>
                    <a:lnTo>
                      <a:pt x="304" y="246"/>
                    </a:lnTo>
                    <a:lnTo>
                      <a:pt x="304" y="250"/>
                    </a:lnTo>
                    <a:lnTo>
                      <a:pt x="302" y="250"/>
                    </a:lnTo>
                    <a:lnTo>
                      <a:pt x="302" y="252"/>
                    </a:lnTo>
                    <a:lnTo>
                      <a:pt x="298" y="252"/>
                    </a:lnTo>
                    <a:lnTo>
                      <a:pt x="294" y="252"/>
                    </a:lnTo>
                    <a:lnTo>
                      <a:pt x="298" y="250"/>
                    </a:lnTo>
                    <a:lnTo>
                      <a:pt x="294" y="250"/>
                    </a:lnTo>
                    <a:lnTo>
                      <a:pt x="298" y="246"/>
                    </a:lnTo>
                    <a:lnTo>
                      <a:pt x="298" y="242"/>
                    </a:lnTo>
                    <a:lnTo>
                      <a:pt x="298" y="242"/>
                    </a:lnTo>
                    <a:lnTo>
                      <a:pt x="298" y="242"/>
                    </a:lnTo>
                    <a:close/>
                    <a:moveTo>
                      <a:pt x="394" y="246"/>
                    </a:moveTo>
                    <a:lnTo>
                      <a:pt x="394" y="242"/>
                    </a:lnTo>
                    <a:lnTo>
                      <a:pt x="398" y="242"/>
                    </a:lnTo>
                    <a:lnTo>
                      <a:pt x="398" y="246"/>
                    </a:lnTo>
                    <a:lnTo>
                      <a:pt x="394" y="246"/>
                    </a:lnTo>
                    <a:lnTo>
                      <a:pt x="394" y="246"/>
                    </a:lnTo>
                    <a:lnTo>
                      <a:pt x="394" y="246"/>
                    </a:lnTo>
                    <a:close/>
                    <a:moveTo>
                      <a:pt x="342" y="246"/>
                    </a:moveTo>
                    <a:lnTo>
                      <a:pt x="346" y="246"/>
                    </a:lnTo>
                    <a:lnTo>
                      <a:pt x="346" y="250"/>
                    </a:lnTo>
                    <a:lnTo>
                      <a:pt x="342" y="250"/>
                    </a:lnTo>
                    <a:lnTo>
                      <a:pt x="342" y="252"/>
                    </a:lnTo>
                    <a:lnTo>
                      <a:pt x="342" y="250"/>
                    </a:lnTo>
                    <a:lnTo>
                      <a:pt x="342" y="246"/>
                    </a:lnTo>
                    <a:lnTo>
                      <a:pt x="342" y="246"/>
                    </a:lnTo>
                    <a:lnTo>
                      <a:pt x="342" y="246"/>
                    </a:lnTo>
                    <a:close/>
                    <a:moveTo>
                      <a:pt x="390" y="250"/>
                    </a:moveTo>
                    <a:lnTo>
                      <a:pt x="394" y="246"/>
                    </a:lnTo>
                    <a:lnTo>
                      <a:pt x="394" y="250"/>
                    </a:lnTo>
                    <a:lnTo>
                      <a:pt x="390" y="250"/>
                    </a:lnTo>
                    <a:lnTo>
                      <a:pt x="390" y="250"/>
                    </a:lnTo>
                    <a:lnTo>
                      <a:pt x="390" y="250"/>
                    </a:lnTo>
                    <a:close/>
                    <a:moveTo>
                      <a:pt x="346" y="252"/>
                    </a:moveTo>
                    <a:lnTo>
                      <a:pt x="346" y="250"/>
                    </a:lnTo>
                    <a:lnTo>
                      <a:pt x="346" y="252"/>
                    </a:lnTo>
                    <a:lnTo>
                      <a:pt x="346" y="252"/>
                    </a:lnTo>
                    <a:lnTo>
                      <a:pt x="346" y="252"/>
                    </a:lnTo>
                    <a:close/>
                    <a:moveTo>
                      <a:pt x="338" y="268"/>
                    </a:moveTo>
                    <a:lnTo>
                      <a:pt x="334" y="264"/>
                    </a:lnTo>
                    <a:lnTo>
                      <a:pt x="338" y="264"/>
                    </a:lnTo>
                    <a:lnTo>
                      <a:pt x="342" y="260"/>
                    </a:lnTo>
                    <a:lnTo>
                      <a:pt x="342" y="264"/>
                    </a:lnTo>
                    <a:lnTo>
                      <a:pt x="346" y="260"/>
                    </a:lnTo>
                    <a:lnTo>
                      <a:pt x="346" y="264"/>
                    </a:lnTo>
                    <a:lnTo>
                      <a:pt x="350" y="264"/>
                    </a:lnTo>
                    <a:lnTo>
                      <a:pt x="350" y="260"/>
                    </a:lnTo>
                    <a:lnTo>
                      <a:pt x="350" y="264"/>
                    </a:lnTo>
                    <a:lnTo>
                      <a:pt x="354" y="264"/>
                    </a:lnTo>
                    <a:lnTo>
                      <a:pt x="354" y="268"/>
                    </a:lnTo>
                    <a:lnTo>
                      <a:pt x="358" y="268"/>
                    </a:lnTo>
                    <a:lnTo>
                      <a:pt x="360" y="268"/>
                    </a:lnTo>
                    <a:lnTo>
                      <a:pt x="360" y="272"/>
                    </a:lnTo>
                    <a:lnTo>
                      <a:pt x="364" y="272"/>
                    </a:lnTo>
                    <a:lnTo>
                      <a:pt x="364" y="276"/>
                    </a:lnTo>
                    <a:lnTo>
                      <a:pt x="360" y="276"/>
                    </a:lnTo>
                    <a:lnTo>
                      <a:pt x="360" y="280"/>
                    </a:lnTo>
                    <a:lnTo>
                      <a:pt x="358" y="280"/>
                    </a:lnTo>
                    <a:lnTo>
                      <a:pt x="354" y="280"/>
                    </a:lnTo>
                    <a:lnTo>
                      <a:pt x="354" y="276"/>
                    </a:lnTo>
                    <a:lnTo>
                      <a:pt x="350" y="276"/>
                    </a:lnTo>
                    <a:lnTo>
                      <a:pt x="350" y="272"/>
                    </a:lnTo>
                    <a:lnTo>
                      <a:pt x="346" y="272"/>
                    </a:lnTo>
                    <a:lnTo>
                      <a:pt x="346" y="268"/>
                    </a:lnTo>
                    <a:lnTo>
                      <a:pt x="342" y="268"/>
                    </a:lnTo>
                    <a:lnTo>
                      <a:pt x="338" y="268"/>
                    </a:lnTo>
                    <a:lnTo>
                      <a:pt x="338" y="268"/>
                    </a:lnTo>
                    <a:lnTo>
                      <a:pt x="338" y="268"/>
                    </a:lnTo>
                    <a:close/>
                    <a:moveTo>
                      <a:pt x="374" y="282"/>
                    </a:moveTo>
                    <a:lnTo>
                      <a:pt x="374" y="280"/>
                    </a:lnTo>
                    <a:lnTo>
                      <a:pt x="378" y="280"/>
                    </a:lnTo>
                    <a:lnTo>
                      <a:pt x="378" y="282"/>
                    </a:lnTo>
                    <a:lnTo>
                      <a:pt x="374" y="282"/>
                    </a:lnTo>
                    <a:lnTo>
                      <a:pt x="374" y="282"/>
                    </a:lnTo>
                    <a:lnTo>
                      <a:pt x="374" y="282"/>
                    </a:lnTo>
                    <a:close/>
                    <a:moveTo>
                      <a:pt x="390" y="286"/>
                    </a:moveTo>
                    <a:lnTo>
                      <a:pt x="394" y="286"/>
                    </a:lnTo>
                    <a:lnTo>
                      <a:pt x="394" y="282"/>
                    </a:lnTo>
                    <a:lnTo>
                      <a:pt x="398" y="282"/>
                    </a:lnTo>
                    <a:lnTo>
                      <a:pt x="398" y="280"/>
                    </a:lnTo>
                    <a:lnTo>
                      <a:pt x="398" y="282"/>
                    </a:lnTo>
                    <a:lnTo>
                      <a:pt x="398" y="286"/>
                    </a:lnTo>
                    <a:lnTo>
                      <a:pt x="394" y="286"/>
                    </a:lnTo>
                    <a:lnTo>
                      <a:pt x="394" y="290"/>
                    </a:lnTo>
                    <a:lnTo>
                      <a:pt x="390" y="290"/>
                    </a:lnTo>
                    <a:lnTo>
                      <a:pt x="390" y="286"/>
                    </a:lnTo>
                    <a:lnTo>
                      <a:pt x="390" y="286"/>
                    </a:lnTo>
                    <a:lnTo>
                      <a:pt x="390" y="286"/>
                    </a:lnTo>
                    <a:close/>
                    <a:moveTo>
                      <a:pt x="434" y="234"/>
                    </a:moveTo>
                    <a:lnTo>
                      <a:pt x="438" y="234"/>
                    </a:lnTo>
                    <a:lnTo>
                      <a:pt x="442" y="234"/>
                    </a:lnTo>
                    <a:lnTo>
                      <a:pt x="442" y="230"/>
                    </a:lnTo>
                    <a:lnTo>
                      <a:pt x="446" y="230"/>
                    </a:lnTo>
                    <a:lnTo>
                      <a:pt x="446" y="234"/>
                    </a:lnTo>
                    <a:lnTo>
                      <a:pt x="442" y="234"/>
                    </a:lnTo>
                    <a:lnTo>
                      <a:pt x="442" y="238"/>
                    </a:lnTo>
                    <a:lnTo>
                      <a:pt x="438" y="238"/>
                    </a:lnTo>
                    <a:lnTo>
                      <a:pt x="434" y="238"/>
                    </a:lnTo>
                    <a:lnTo>
                      <a:pt x="430" y="238"/>
                    </a:lnTo>
                    <a:lnTo>
                      <a:pt x="434" y="234"/>
                    </a:lnTo>
                    <a:lnTo>
                      <a:pt x="434" y="234"/>
                    </a:lnTo>
                    <a:lnTo>
                      <a:pt x="434" y="234"/>
                    </a:lnTo>
                    <a:close/>
                    <a:moveTo>
                      <a:pt x="412" y="242"/>
                    </a:moveTo>
                    <a:lnTo>
                      <a:pt x="416" y="242"/>
                    </a:lnTo>
                    <a:lnTo>
                      <a:pt x="420" y="242"/>
                    </a:lnTo>
                    <a:lnTo>
                      <a:pt x="424" y="242"/>
                    </a:lnTo>
                    <a:lnTo>
                      <a:pt x="424" y="246"/>
                    </a:lnTo>
                    <a:lnTo>
                      <a:pt x="420" y="246"/>
                    </a:lnTo>
                    <a:lnTo>
                      <a:pt x="416" y="246"/>
                    </a:lnTo>
                    <a:lnTo>
                      <a:pt x="412" y="246"/>
                    </a:lnTo>
                    <a:lnTo>
                      <a:pt x="412" y="242"/>
                    </a:lnTo>
                    <a:lnTo>
                      <a:pt x="412" y="242"/>
                    </a:lnTo>
                    <a:lnTo>
                      <a:pt x="412" y="242"/>
                    </a:lnTo>
                    <a:close/>
                    <a:moveTo>
                      <a:pt x="404" y="246"/>
                    </a:moveTo>
                    <a:lnTo>
                      <a:pt x="408" y="246"/>
                    </a:lnTo>
                    <a:lnTo>
                      <a:pt x="408" y="242"/>
                    </a:lnTo>
                    <a:lnTo>
                      <a:pt x="412" y="242"/>
                    </a:lnTo>
                    <a:lnTo>
                      <a:pt x="412" y="246"/>
                    </a:lnTo>
                    <a:lnTo>
                      <a:pt x="408" y="246"/>
                    </a:lnTo>
                    <a:lnTo>
                      <a:pt x="408" y="250"/>
                    </a:lnTo>
                    <a:lnTo>
                      <a:pt x="408" y="246"/>
                    </a:lnTo>
                    <a:lnTo>
                      <a:pt x="404" y="246"/>
                    </a:lnTo>
                    <a:lnTo>
                      <a:pt x="404" y="246"/>
                    </a:lnTo>
                    <a:lnTo>
                      <a:pt x="404" y="246"/>
                    </a:lnTo>
                    <a:close/>
                    <a:moveTo>
                      <a:pt x="398" y="250"/>
                    </a:moveTo>
                    <a:lnTo>
                      <a:pt x="398" y="246"/>
                    </a:lnTo>
                    <a:lnTo>
                      <a:pt x="402" y="246"/>
                    </a:lnTo>
                    <a:lnTo>
                      <a:pt x="398" y="246"/>
                    </a:lnTo>
                    <a:lnTo>
                      <a:pt x="398" y="242"/>
                    </a:lnTo>
                    <a:lnTo>
                      <a:pt x="402" y="242"/>
                    </a:lnTo>
                    <a:lnTo>
                      <a:pt x="402" y="246"/>
                    </a:lnTo>
                    <a:lnTo>
                      <a:pt x="404" y="242"/>
                    </a:lnTo>
                    <a:lnTo>
                      <a:pt x="404" y="246"/>
                    </a:lnTo>
                    <a:lnTo>
                      <a:pt x="402" y="246"/>
                    </a:lnTo>
                    <a:lnTo>
                      <a:pt x="402" y="250"/>
                    </a:lnTo>
                    <a:lnTo>
                      <a:pt x="398" y="250"/>
                    </a:lnTo>
                    <a:lnTo>
                      <a:pt x="398" y="250"/>
                    </a:lnTo>
                    <a:lnTo>
                      <a:pt x="398" y="250"/>
                    </a:lnTo>
                    <a:close/>
                    <a:moveTo>
                      <a:pt x="424" y="264"/>
                    </a:moveTo>
                    <a:lnTo>
                      <a:pt x="420" y="264"/>
                    </a:lnTo>
                    <a:lnTo>
                      <a:pt x="420" y="268"/>
                    </a:lnTo>
                    <a:lnTo>
                      <a:pt x="420" y="272"/>
                    </a:lnTo>
                    <a:lnTo>
                      <a:pt x="416" y="272"/>
                    </a:lnTo>
                    <a:lnTo>
                      <a:pt x="416" y="276"/>
                    </a:lnTo>
                    <a:lnTo>
                      <a:pt x="412" y="276"/>
                    </a:lnTo>
                    <a:lnTo>
                      <a:pt x="408" y="276"/>
                    </a:lnTo>
                    <a:lnTo>
                      <a:pt x="408" y="280"/>
                    </a:lnTo>
                    <a:lnTo>
                      <a:pt x="404" y="280"/>
                    </a:lnTo>
                    <a:lnTo>
                      <a:pt x="402" y="280"/>
                    </a:lnTo>
                    <a:lnTo>
                      <a:pt x="402" y="276"/>
                    </a:lnTo>
                    <a:lnTo>
                      <a:pt x="404" y="276"/>
                    </a:lnTo>
                    <a:lnTo>
                      <a:pt x="402" y="276"/>
                    </a:lnTo>
                    <a:lnTo>
                      <a:pt x="402" y="272"/>
                    </a:lnTo>
                    <a:lnTo>
                      <a:pt x="402" y="268"/>
                    </a:lnTo>
                    <a:lnTo>
                      <a:pt x="404" y="264"/>
                    </a:lnTo>
                    <a:lnTo>
                      <a:pt x="404" y="260"/>
                    </a:lnTo>
                    <a:lnTo>
                      <a:pt x="408" y="260"/>
                    </a:lnTo>
                    <a:lnTo>
                      <a:pt x="408" y="264"/>
                    </a:lnTo>
                    <a:lnTo>
                      <a:pt x="412" y="264"/>
                    </a:lnTo>
                    <a:lnTo>
                      <a:pt x="412" y="260"/>
                    </a:lnTo>
                    <a:lnTo>
                      <a:pt x="416" y="260"/>
                    </a:lnTo>
                    <a:lnTo>
                      <a:pt x="416" y="256"/>
                    </a:lnTo>
                    <a:lnTo>
                      <a:pt x="420" y="256"/>
                    </a:lnTo>
                    <a:lnTo>
                      <a:pt x="424" y="256"/>
                    </a:lnTo>
                    <a:lnTo>
                      <a:pt x="424" y="260"/>
                    </a:lnTo>
                    <a:lnTo>
                      <a:pt x="420" y="260"/>
                    </a:lnTo>
                    <a:lnTo>
                      <a:pt x="424" y="264"/>
                    </a:lnTo>
                    <a:lnTo>
                      <a:pt x="424" y="264"/>
                    </a:lnTo>
                    <a:lnTo>
                      <a:pt x="424" y="2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5" name="Freeform 29"/>
              <p:cNvSpPr>
                <a:spLocks noEditPoints="1"/>
              </p:cNvSpPr>
              <p:nvPr/>
            </p:nvSpPr>
            <p:spPr bwMode="gray">
              <a:xfrm>
                <a:off x="5881777" y="3291773"/>
                <a:ext cx="473081" cy="473078"/>
              </a:xfrm>
              <a:custGeom>
                <a:avLst/>
                <a:gdLst>
                  <a:gd name="T0" fmla="*/ 250 w 272"/>
                  <a:gd name="T1" fmla="*/ 156 h 272"/>
                  <a:gd name="T2" fmla="*/ 242 w 272"/>
                  <a:gd name="T3" fmla="*/ 178 h 272"/>
                  <a:gd name="T4" fmla="*/ 246 w 272"/>
                  <a:gd name="T5" fmla="*/ 198 h 272"/>
                  <a:gd name="T6" fmla="*/ 264 w 272"/>
                  <a:gd name="T7" fmla="*/ 212 h 272"/>
                  <a:gd name="T8" fmla="*/ 268 w 272"/>
                  <a:gd name="T9" fmla="*/ 232 h 272"/>
                  <a:gd name="T10" fmla="*/ 264 w 272"/>
                  <a:gd name="T11" fmla="*/ 242 h 272"/>
                  <a:gd name="T12" fmla="*/ 258 w 272"/>
                  <a:gd name="T13" fmla="*/ 250 h 272"/>
                  <a:gd name="T14" fmla="*/ 250 w 272"/>
                  <a:gd name="T15" fmla="*/ 264 h 272"/>
                  <a:gd name="T16" fmla="*/ 238 w 272"/>
                  <a:gd name="T17" fmla="*/ 268 h 272"/>
                  <a:gd name="T18" fmla="*/ 228 w 272"/>
                  <a:gd name="T19" fmla="*/ 264 h 272"/>
                  <a:gd name="T20" fmla="*/ 204 w 272"/>
                  <a:gd name="T21" fmla="*/ 262 h 272"/>
                  <a:gd name="T22" fmla="*/ 190 w 272"/>
                  <a:gd name="T23" fmla="*/ 258 h 272"/>
                  <a:gd name="T24" fmla="*/ 182 w 272"/>
                  <a:gd name="T25" fmla="*/ 234 h 272"/>
                  <a:gd name="T26" fmla="*/ 164 w 272"/>
                  <a:gd name="T27" fmla="*/ 238 h 272"/>
                  <a:gd name="T28" fmla="*/ 144 w 272"/>
                  <a:gd name="T29" fmla="*/ 242 h 272"/>
                  <a:gd name="T30" fmla="*/ 126 w 272"/>
                  <a:gd name="T31" fmla="*/ 234 h 272"/>
                  <a:gd name="T32" fmla="*/ 116 w 272"/>
                  <a:gd name="T33" fmla="*/ 224 h 272"/>
                  <a:gd name="T34" fmla="*/ 100 w 272"/>
                  <a:gd name="T35" fmla="*/ 208 h 272"/>
                  <a:gd name="T36" fmla="*/ 94 w 272"/>
                  <a:gd name="T37" fmla="*/ 194 h 272"/>
                  <a:gd name="T38" fmla="*/ 86 w 272"/>
                  <a:gd name="T39" fmla="*/ 178 h 272"/>
                  <a:gd name="T40" fmla="*/ 74 w 272"/>
                  <a:gd name="T41" fmla="*/ 176 h 272"/>
                  <a:gd name="T42" fmla="*/ 68 w 272"/>
                  <a:gd name="T43" fmla="*/ 182 h 272"/>
                  <a:gd name="T44" fmla="*/ 56 w 272"/>
                  <a:gd name="T45" fmla="*/ 164 h 272"/>
                  <a:gd name="T46" fmla="*/ 52 w 272"/>
                  <a:gd name="T47" fmla="*/ 148 h 272"/>
                  <a:gd name="T48" fmla="*/ 44 w 272"/>
                  <a:gd name="T49" fmla="*/ 134 h 272"/>
                  <a:gd name="T50" fmla="*/ 30 w 272"/>
                  <a:gd name="T51" fmla="*/ 120 h 272"/>
                  <a:gd name="T52" fmla="*/ 18 w 272"/>
                  <a:gd name="T53" fmla="*/ 108 h 272"/>
                  <a:gd name="T54" fmla="*/ 26 w 272"/>
                  <a:gd name="T55" fmla="*/ 96 h 272"/>
                  <a:gd name="T56" fmla="*/ 26 w 272"/>
                  <a:gd name="T57" fmla="*/ 90 h 272"/>
                  <a:gd name="T58" fmla="*/ 30 w 272"/>
                  <a:gd name="T59" fmla="*/ 74 h 272"/>
                  <a:gd name="T60" fmla="*/ 18 w 272"/>
                  <a:gd name="T61" fmla="*/ 66 h 272"/>
                  <a:gd name="T62" fmla="*/ 12 w 272"/>
                  <a:gd name="T63" fmla="*/ 52 h 272"/>
                  <a:gd name="T64" fmla="*/ 4 w 272"/>
                  <a:gd name="T65" fmla="*/ 34 h 272"/>
                  <a:gd name="T66" fmla="*/ 4 w 272"/>
                  <a:gd name="T67" fmla="*/ 14 h 272"/>
                  <a:gd name="T68" fmla="*/ 4 w 272"/>
                  <a:gd name="T69" fmla="*/ 4 h 272"/>
                  <a:gd name="T70" fmla="*/ 14 w 272"/>
                  <a:gd name="T71" fmla="*/ 8 h 272"/>
                  <a:gd name="T72" fmla="*/ 34 w 272"/>
                  <a:gd name="T73" fmla="*/ 14 h 272"/>
                  <a:gd name="T74" fmla="*/ 48 w 272"/>
                  <a:gd name="T75" fmla="*/ 4 h 272"/>
                  <a:gd name="T76" fmla="*/ 60 w 272"/>
                  <a:gd name="T77" fmla="*/ 10 h 272"/>
                  <a:gd name="T78" fmla="*/ 64 w 272"/>
                  <a:gd name="T79" fmla="*/ 26 h 272"/>
                  <a:gd name="T80" fmla="*/ 90 w 272"/>
                  <a:gd name="T81" fmla="*/ 26 h 272"/>
                  <a:gd name="T82" fmla="*/ 108 w 272"/>
                  <a:gd name="T83" fmla="*/ 26 h 272"/>
                  <a:gd name="T84" fmla="*/ 122 w 272"/>
                  <a:gd name="T85" fmla="*/ 36 h 272"/>
                  <a:gd name="T86" fmla="*/ 142 w 272"/>
                  <a:gd name="T87" fmla="*/ 44 h 272"/>
                  <a:gd name="T88" fmla="*/ 156 w 272"/>
                  <a:gd name="T89" fmla="*/ 34 h 272"/>
                  <a:gd name="T90" fmla="*/ 174 w 272"/>
                  <a:gd name="T91" fmla="*/ 30 h 272"/>
                  <a:gd name="T92" fmla="*/ 186 w 272"/>
                  <a:gd name="T93" fmla="*/ 26 h 272"/>
                  <a:gd name="T94" fmla="*/ 208 w 272"/>
                  <a:gd name="T95" fmla="*/ 36 h 272"/>
                  <a:gd name="T96" fmla="*/ 216 w 272"/>
                  <a:gd name="T97" fmla="*/ 44 h 272"/>
                  <a:gd name="T98" fmla="*/ 234 w 272"/>
                  <a:gd name="T99" fmla="*/ 60 h 272"/>
                  <a:gd name="T100" fmla="*/ 242 w 272"/>
                  <a:gd name="T101" fmla="*/ 74 h 272"/>
                  <a:gd name="T102" fmla="*/ 242 w 272"/>
                  <a:gd name="T103" fmla="*/ 92 h 272"/>
                  <a:gd name="T104" fmla="*/ 234 w 272"/>
                  <a:gd name="T105" fmla="*/ 108 h 272"/>
                  <a:gd name="T106" fmla="*/ 234 w 272"/>
                  <a:gd name="T107" fmla="*/ 122 h 272"/>
                  <a:gd name="T108" fmla="*/ 238 w 272"/>
                  <a:gd name="T109" fmla="*/ 146 h 272"/>
                  <a:gd name="T110" fmla="*/ 168 w 272"/>
                  <a:gd name="T111" fmla="*/ 238 h 272"/>
                  <a:gd name="T112" fmla="*/ 172 w 272"/>
                  <a:gd name="T113" fmla="*/ 242 h 272"/>
                  <a:gd name="T114" fmla="*/ 168 w 272"/>
                  <a:gd name="T115" fmla="*/ 242 h 272"/>
                  <a:gd name="T116" fmla="*/ 174 w 272"/>
                  <a:gd name="T117" fmla="*/ 238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2" h="272">
                    <a:moveTo>
                      <a:pt x="238" y="146"/>
                    </a:moveTo>
                    <a:lnTo>
                      <a:pt x="238" y="148"/>
                    </a:lnTo>
                    <a:lnTo>
                      <a:pt x="238" y="152"/>
                    </a:lnTo>
                    <a:lnTo>
                      <a:pt x="242" y="156"/>
                    </a:lnTo>
                    <a:lnTo>
                      <a:pt x="246" y="156"/>
                    </a:lnTo>
                    <a:lnTo>
                      <a:pt x="250" y="156"/>
                    </a:lnTo>
                    <a:lnTo>
                      <a:pt x="250" y="160"/>
                    </a:lnTo>
                    <a:lnTo>
                      <a:pt x="254" y="160"/>
                    </a:lnTo>
                    <a:lnTo>
                      <a:pt x="254" y="164"/>
                    </a:lnTo>
                    <a:lnTo>
                      <a:pt x="250" y="168"/>
                    </a:lnTo>
                    <a:lnTo>
                      <a:pt x="246" y="176"/>
                    </a:lnTo>
                    <a:lnTo>
                      <a:pt x="242" y="178"/>
                    </a:lnTo>
                    <a:lnTo>
                      <a:pt x="242" y="182"/>
                    </a:lnTo>
                    <a:lnTo>
                      <a:pt x="238" y="182"/>
                    </a:lnTo>
                    <a:lnTo>
                      <a:pt x="238" y="186"/>
                    </a:lnTo>
                    <a:lnTo>
                      <a:pt x="242" y="186"/>
                    </a:lnTo>
                    <a:lnTo>
                      <a:pt x="246" y="194"/>
                    </a:lnTo>
                    <a:lnTo>
                      <a:pt x="246" y="198"/>
                    </a:lnTo>
                    <a:lnTo>
                      <a:pt x="250" y="202"/>
                    </a:lnTo>
                    <a:lnTo>
                      <a:pt x="250" y="206"/>
                    </a:lnTo>
                    <a:lnTo>
                      <a:pt x="254" y="208"/>
                    </a:lnTo>
                    <a:lnTo>
                      <a:pt x="258" y="208"/>
                    </a:lnTo>
                    <a:lnTo>
                      <a:pt x="262" y="212"/>
                    </a:lnTo>
                    <a:lnTo>
                      <a:pt x="264" y="212"/>
                    </a:lnTo>
                    <a:lnTo>
                      <a:pt x="264" y="216"/>
                    </a:lnTo>
                    <a:lnTo>
                      <a:pt x="264" y="220"/>
                    </a:lnTo>
                    <a:lnTo>
                      <a:pt x="264" y="224"/>
                    </a:lnTo>
                    <a:lnTo>
                      <a:pt x="264" y="228"/>
                    </a:lnTo>
                    <a:lnTo>
                      <a:pt x="264" y="232"/>
                    </a:lnTo>
                    <a:lnTo>
                      <a:pt x="268" y="232"/>
                    </a:lnTo>
                    <a:lnTo>
                      <a:pt x="272" y="232"/>
                    </a:lnTo>
                    <a:lnTo>
                      <a:pt x="272" y="234"/>
                    </a:lnTo>
                    <a:lnTo>
                      <a:pt x="272" y="238"/>
                    </a:lnTo>
                    <a:lnTo>
                      <a:pt x="272" y="242"/>
                    </a:lnTo>
                    <a:lnTo>
                      <a:pt x="268" y="242"/>
                    </a:lnTo>
                    <a:lnTo>
                      <a:pt x="264" y="242"/>
                    </a:lnTo>
                    <a:lnTo>
                      <a:pt x="264" y="246"/>
                    </a:lnTo>
                    <a:lnTo>
                      <a:pt x="262" y="246"/>
                    </a:lnTo>
                    <a:lnTo>
                      <a:pt x="258" y="246"/>
                    </a:lnTo>
                    <a:lnTo>
                      <a:pt x="258" y="250"/>
                    </a:lnTo>
                    <a:lnTo>
                      <a:pt x="258" y="246"/>
                    </a:lnTo>
                    <a:lnTo>
                      <a:pt x="258" y="250"/>
                    </a:lnTo>
                    <a:lnTo>
                      <a:pt x="254" y="250"/>
                    </a:lnTo>
                    <a:lnTo>
                      <a:pt x="254" y="254"/>
                    </a:lnTo>
                    <a:lnTo>
                      <a:pt x="254" y="258"/>
                    </a:lnTo>
                    <a:lnTo>
                      <a:pt x="250" y="258"/>
                    </a:lnTo>
                    <a:lnTo>
                      <a:pt x="250" y="262"/>
                    </a:lnTo>
                    <a:lnTo>
                      <a:pt x="250" y="264"/>
                    </a:lnTo>
                    <a:lnTo>
                      <a:pt x="250" y="268"/>
                    </a:lnTo>
                    <a:lnTo>
                      <a:pt x="246" y="268"/>
                    </a:lnTo>
                    <a:lnTo>
                      <a:pt x="246" y="272"/>
                    </a:lnTo>
                    <a:lnTo>
                      <a:pt x="242" y="272"/>
                    </a:lnTo>
                    <a:lnTo>
                      <a:pt x="242" y="268"/>
                    </a:lnTo>
                    <a:lnTo>
                      <a:pt x="238" y="268"/>
                    </a:lnTo>
                    <a:lnTo>
                      <a:pt x="234" y="268"/>
                    </a:lnTo>
                    <a:lnTo>
                      <a:pt x="234" y="264"/>
                    </a:lnTo>
                    <a:lnTo>
                      <a:pt x="232" y="264"/>
                    </a:lnTo>
                    <a:lnTo>
                      <a:pt x="232" y="268"/>
                    </a:lnTo>
                    <a:lnTo>
                      <a:pt x="232" y="264"/>
                    </a:lnTo>
                    <a:lnTo>
                      <a:pt x="228" y="264"/>
                    </a:lnTo>
                    <a:lnTo>
                      <a:pt x="224" y="264"/>
                    </a:lnTo>
                    <a:lnTo>
                      <a:pt x="220" y="264"/>
                    </a:lnTo>
                    <a:lnTo>
                      <a:pt x="216" y="264"/>
                    </a:lnTo>
                    <a:lnTo>
                      <a:pt x="212" y="264"/>
                    </a:lnTo>
                    <a:lnTo>
                      <a:pt x="208" y="262"/>
                    </a:lnTo>
                    <a:lnTo>
                      <a:pt x="204" y="262"/>
                    </a:lnTo>
                    <a:lnTo>
                      <a:pt x="202" y="262"/>
                    </a:lnTo>
                    <a:lnTo>
                      <a:pt x="202" y="264"/>
                    </a:lnTo>
                    <a:lnTo>
                      <a:pt x="198" y="262"/>
                    </a:lnTo>
                    <a:lnTo>
                      <a:pt x="194" y="262"/>
                    </a:lnTo>
                    <a:lnTo>
                      <a:pt x="190" y="262"/>
                    </a:lnTo>
                    <a:lnTo>
                      <a:pt x="190" y="258"/>
                    </a:lnTo>
                    <a:lnTo>
                      <a:pt x="186" y="258"/>
                    </a:lnTo>
                    <a:lnTo>
                      <a:pt x="186" y="254"/>
                    </a:lnTo>
                    <a:lnTo>
                      <a:pt x="186" y="246"/>
                    </a:lnTo>
                    <a:lnTo>
                      <a:pt x="186" y="242"/>
                    </a:lnTo>
                    <a:lnTo>
                      <a:pt x="182" y="238"/>
                    </a:lnTo>
                    <a:lnTo>
                      <a:pt x="182" y="234"/>
                    </a:lnTo>
                    <a:lnTo>
                      <a:pt x="178" y="234"/>
                    </a:lnTo>
                    <a:lnTo>
                      <a:pt x="174" y="234"/>
                    </a:lnTo>
                    <a:lnTo>
                      <a:pt x="172" y="234"/>
                    </a:lnTo>
                    <a:lnTo>
                      <a:pt x="168" y="234"/>
                    </a:lnTo>
                    <a:lnTo>
                      <a:pt x="164" y="234"/>
                    </a:lnTo>
                    <a:lnTo>
                      <a:pt x="164" y="238"/>
                    </a:lnTo>
                    <a:lnTo>
                      <a:pt x="164" y="242"/>
                    </a:lnTo>
                    <a:lnTo>
                      <a:pt x="160" y="242"/>
                    </a:lnTo>
                    <a:lnTo>
                      <a:pt x="156" y="242"/>
                    </a:lnTo>
                    <a:lnTo>
                      <a:pt x="152" y="246"/>
                    </a:lnTo>
                    <a:lnTo>
                      <a:pt x="148" y="242"/>
                    </a:lnTo>
                    <a:lnTo>
                      <a:pt x="144" y="242"/>
                    </a:lnTo>
                    <a:lnTo>
                      <a:pt x="142" y="242"/>
                    </a:lnTo>
                    <a:lnTo>
                      <a:pt x="138" y="242"/>
                    </a:lnTo>
                    <a:lnTo>
                      <a:pt x="134" y="238"/>
                    </a:lnTo>
                    <a:lnTo>
                      <a:pt x="134" y="234"/>
                    </a:lnTo>
                    <a:lnTo>
                      <a:pt x="130" y="234"/>
                    </a:lnTo>
                    <a:lnTo>
                      <a:pt x="126" y="234"/>
                    </a:lnTo>
                    <a:lnTo>
                      <a:pt x="126" y="232"/>
                    </a:lnTo>
                    <a:lnTo>
                      <a:pt x="122" y="232"/>
                    </a:lnTo>
                    <a:lnTo>
                      <a:pt x="122" y="228"/>
                    </a:lnTo>
                    <a:lnTo>
                      <a:pt x="118" y="228"/>
                    </a:lnTo>
                    <a:lnTo>
                      <a:pt x="118" y="224"/>
                    </a:lnTo>
                    <a:lnTo>
                      <a:pt x="116" y="224"/>
                    </a:lnTo>
                    <a:lnTo>
                      <a:pt x="112" y="220"/>
                    </a:lnTo>
                    <a:lnTo>
                      <a:pt x="108" y="220"/>
                    </a:lnTo>
                    <a:lnTo>
                      <a:pt x="104" y="220"/>
                    </a:lnTo>
                    <a:lnTo>
                      <a:pt x="104" y="216"/>
                    </a:lnTo>
                    <a:lnTo>
                      <a:pt x="100" y="212"/>
                    </a:lnTo>
                    <a:lnTo>
                      <a:pt x="100" y="208"/>
                    </a:lnTo>
                    <a:lnTo>
                      <a:pt x="100" y="206"/>
                    </a:lnTo>
                    <a:lnTo>
                      <a:pt x="98" y="206"/>
                    </a:lnTo>
                    <a:lnTo>
                      <a:pt x="98" y="202"/>
                    </a:lnTo>
                    <a:lnTo>
                      <a:pt x="98" y="198"/>
                    </a:lnTo>
                    <a:lnTo>
                      <a:pt x="94" y="198"/>
                    </a:lnTo>
                    <a:lnTo>
                      <a:pt x="94" y="194"/>
                    </a:lnTo>
                    <a:lnTo>
                      <a:pt x="94" y="190"/>
                    </a:lnTo>
                    <a:lnTo>
                      <a:pt x="90" y="190"/>
                    </a:lnTo>
                    <a:lnTo>
                      <a:pt x="90" y="186"/>
                    </a:lnTo>
                    <a:lnTo>
                      <a:pt x="90" y="182"/>
                    </a:lnTo>
                    <a:lnTo>
                      <a:pt x="86" y="182"/>
                    </a:lnTo>
                    <a:lnTo>
                      <a:pt x="86" y="178"/>
                    </a:lnTo>
                    <a:lnTo>
                      <a:pt x="82" y="178"/>
                    </a:lnTo>
                    <a:lnTo>
                      <a:pt x="78" y="182"/>
                    </a:lnTo>
                    <a:lnTo>
                      <a:pt x="78" y="178"/>
                    </a:lnTo>
                    <a:lnTo>
                      <a:pt x="74" y="178"/>
                    </a:lnTo>
                    <a:lnTo>
                      <a:pt x="70" y="176"/>
                    </a:lnTo>
                    <a:lnTo>
                      <a:pt x="74" y="176"/>
                    </a:lnTo>
                    <a:lnTo>
                      <a:pt x="74" y="172"/>
                    </a:lnTo>
                    <a:lnTo>
                      <a:pt x="70" y="172"/>
                    </a:lnTo>
                    <a:lnTo>
                      <a:pt x="68" y="176"/>
                    </a:lnTo>
                    <a:lnTo>
                      <a:pt x="70" y="178"/>
                    </a:lnTo>
                    <a:lnTo>
                      <a:pt x="70" y="182"/>
                    </a:lnTo>
                    <a:lnTo>
                      <a:pt x="68" y="182"/>
                    </a:lnTo>
                    <a:lnTo>
                      <a:pt x="64" y="182"/>
                    </a:lnTo>
                    <a:lnTo>
                      <a:pt x="64" y="178"/>
                    </a:lnTo>
                    <a:lnTo>
                      <a:pt x="60" y="176"/>
                    </a:lnTo>
                    <a:lnTo>
                      <a:pt x="56" y="176"/>
                    </a:lnTo>
                    <a:lnTo>
                      <a:pt x="56" y="172"/>
                    </a:lnTo>
                    <a:lnTo>
                      <a:pt x="56" y="164"/>
                    </a:lnTo>
                    <a:lnTo>
                      <a:pt x="52" y="164"/>
                    </a:lnTo>
                    <a:lnTo>
                      <a:pt x="52" y="160"/>
                    </a:lnTo>
                    <a:lnTo>
                      <a:pt x="52" y="156"/>
                    </a:lnTo>
                    <a:lnTo>
                      <a:pt x="52" y="152"/>
                    </a:lnTo>
                    <a:lnTo>
                      <a:pt x="56" y="148"/>
                    </a:lnTo>
                    <a:lnTo>
                      <a:pt x="52" y="148"/>
                    </a:lnTo>
                    <a:lnTo>
                      <a:pt x="52" y="146"/>
                    </a:lnTo>
                    <a:lnTo>
                      <a:pt x="52" y="142"/>
                    </a:lnTo>
                    <a:lnTo>
                      <a:pt x="48" y="142"/>
                    </a:lnTo>
                    <a:lnTo>
                      <a:pt x="48" y="138"/>
                    </a:lnTo>
                    <a:lnTo>
                      <a:pt x="44" y="138"/>
                    </a:lnTo>
                    <a:lnTo>
                      <a:pt x="44" y="134"/>
                    </a:lnTo>
                    <a:lnTo>
                      <a:pt x="40" y="134"/>
                    </a:lnTo>
                    <a:lnTo>
                      <a:pt x="38" y="130"/>
                    </a:lnTo>
                    <a:lnTo>
                      <a:pt x="34" y="126"/>
                    </a:lnTo>
                    <a:lnTo>
                      <a:pt x="30" y="126"/>
                    </a:lnTo>
                    <a:lnTo>
                      <a:pt x="30" y="122"/>
                    </a:lnTo>
                    <a:lnTo>
                      <a:pt x="30" y="120"/>
                    </a:lnTo>
                    <a:lnTo>
                      <a:pt x="26" y="120"/>
                    </a:lnTo>
                    <a:lnTo>
                      <a:pt x="26" y="116"/>
                    </a:lnTo>
                    <a:lnTo>
                      <a:pt x="22" y="116"/>
                    </a:lnTo>
                    <a:lnTo>
                      <a:pt x="22" y="112"/>
                    </a:lnTo>
                    <a:lnTo>
                      <a:pt x="22" y="108"/>
                    </a:lnTo>
                    <a:lnTo>
                      <a:pt x="18" y="108"/>
                    </a:lnTo>
                    <a:lnTo>
                      <a:pt x="22" y="108"/>
                    </a:lnTo>
                    <a:lnTo>
                      <a:pt x="22" y="104"/>
                    </a:lnTo>
                    <a:lnTo>
                      <a:pt x="22" y="100"/>
                    </a:lnTo>
                    <a:lnTo>
                      <a:pt x="18" y="100"/>
                    </a:lnTo>
                    <a:lnTo>
                      <a:pt x="22" y="96"/>
                    </a:lnTo>
                    <a:lnTo>
                      <a:pt x="26" y="96"/>
                    </a:lnTo>
                    <a:lnTo>
                      <a:pt x="22" y="96"/>
                    </a:lnTo>
                    <a:lnTo>
                      <a:pt x="22" y="92"/>
                    </a:lnTo>
                    <a:lnTo>
                      <a:pt x="26" y="92"/>
                    </a:lnTo>
                    <a:lnTo>
                      <a:pt x="26" y="90"/>
                    </a:lnTo>
                    <a:lnTo>
                      <a:pt x="26" y="92"/>
                    </a:lnTo>
                    <a:lnTo>
                      <a:pt x="26" y="90"/>
                    </a:lnTo>
                    <a:lnTo>
                      <a:pt x="30" y="90"/>
                    </a:lnTo>
                    <a:lnTo>
                      <a:pt x="30" y="86"/>
                    </a:lnTo>
                    <a:lnTo>
                      <a:pt x="30" y="82"/>
                    </a:lnTo>
                    <a:lnTo>
                      <a:pt x="26" y="78"/>
                    </a:lnTo>
                    <a:lnTo>
                      <a:pt x="30" y="78"/>
                    </a:lnTo>
                    <a:lnTo>
                      <a:pt x="30" y="74"/>
                    </a:lnTo>
                    <a:lnTo>
                      <a:pt x="34" y="74"/>
                    </a:lnTo>
                    <a:lnTo>
                      <a:pt x="30" y="74"/>
                    </a:lnTo>
                    <a:lnTo>
                      <a:pt x="26" y="74"/>
                    </a:lnTo>
                    <a:lnTo>
                      <a:pt x="22" y="70"/>
                    </a:lnTo>
                    <a:lnTo>
                      <a:pt x="18" y="70"/>
                    </a:lnTo>
                    <a:lnTo>
                      <a:pt x="18" y="66"/>
                    </a:lnTo>
                    <a:lnTo>
                      <a:pt x="18" y="64"/>
                    </a:lnTo>
                    <a:lnTo>
                      <a:pt x="14" y="64"/>
                    </a:lnTo>
                    <a:lnTo>
                      <a:pt x="14" y="60"/>
                    </a:lnTo>
                    <a:lnTo>
                      <a:pt x="14" y="56"/>
                    </a:lnTo>
                    <a:lnTo>
                      <a:pt x="12" y="56"/>
                    </a:lnTo>
                    <a:lnTo>
                      <a:pt x="12" y="52"/>
                    </a:lnTo>
                    <a:lnTo>
                      <a:pt x="12" y="48"/>
                    </a:lnTo>
                    <a:lnTo>
                      <a:pt x="12" y="44"/>
                    </a:lnTo>
                    <a:lnTo>
                      <a:pt x="8" y="44"/>
                    </a:lnTo>
                    <a:lnTo>
                      <a:pt x="8" y="40"/>
                    </a:lnTo>
                    <a:lnTo>
                      <a:pt x="8" y="36"/>
                    </a:lnTo>
                    <a:lnTo>
                      <a:pt x="4" y="34"/>
                    </a:lnTo>
                    <a:lnTo>
                      <a:pt x="4" y="30"/>
                    </a:lnTo>
                    <a:lnTo>
                      <a:pt x="8" y="26"/>
                    </a:lnTo>
                    <a:lnTo>
                      <a:pt x="4" y="26"/>
                    </a:lnTo>
                    <a:lnTo>
                      <a:pt x="4" y="22"/>
                    </a:lnTo>
                    <a:lnTo>
                      <a:pt x="4" y="18"/>
                    </a:lnTo>
                    <a:lnTo>
                      <a:pt x="4" y="14"/>
                    </a:lnTo>
                    <a:lnTo>
                      <a:pt x="4" y="10"/>
                    </a:lnTo>
                    <a:lnTo>
                      <a:pt x="0" y="8"/>
                    </a:lnTo>
                    <a:lnTo>
                      <a:pt x="0" y="4"/>
                    </a:lnTo>
                    <a:lnTo>
                      <a:pt x="4" y="4"/>
                    </a:lnTo>
                    <a:lnTo>
                      <a:pt x="4" y="8"/>
                    </a:lnTo>
                    <a:lnTo>
                      <a:pt x="4" y="4"/>
                    </a:lnTo>
                    <a:lnTo>
                      <a:pt x="8" y="4"/>
                    </a:lnTo>
                    <a:lnTo>
                      <a:pt x="8" y="0"/>
                    </a:lnTo>
                    <a:lnTo>
                      <a:pt x="12" y="0"/>
                    </a:lnTo>
                    <a:lnTo>
                      <a:pt x="12" y="4"/>
                    </a:lnTo>
                    <a:lnTo>
                      <a:pt x="14" y="4"/>
                    </a:lnTo>
                    <a:lnTo>
                      <a:pt x="14" y="8"/>
                    </a:lnTo>
                    <a:lnTo>
                      <a:pt x="18" y="10"/>
                    </a:lnTo>
                    <a:lnTo>
                      <a:pt x="18" y="14"/>
                    </a:lnTo>
                    <a:lnTo>
                      <a:pt x="22" y="14"/>
                    </a:lnTo>
                    <a:lnTo>
                      <a:pt x="26" y="14"/>
                    </a:lnTo>
                    <a:lnTo>
                      <a:pt x="30" y="14"/>
                    </a:lnTo>
                    <a:lnTo>
                      <a:pt x="34" y="14"/>
                    </a:lnTo>
                    <a:lnTo>
                      <a:pt x="38" y="14"/>
                    </a:lnTo>
                    <a:lnTo>
                      <a:pt x="38" y="10"/>
                    </a:lnTo>
                    <a:lnTo>
                      <a:pt x="40" y="10"/>
                    </a:lnTo>
                    <a:lnTo>
                      <a:pt x="44" y="8"/>
                    </a:lnTo>
                    <a:lnTo>
                      <a:pt x="48" y="8"/>
                    </a:lnTo>
                    <a:lnTo>
                      <a:pt x="48" y="4"/>
                    </a:lnTo>
                    <a:lnTo>
                      <a:pt x="52" y="0"/>
                    </a:lnTo>
                    <a:lnTo>
                      <a:pt x="56" y="0"/>
                    </a:lnTo>
                    <a:lnTo>
                      <a:pt x="60" y="4"/>
                    </a:lnTo>
                    <a:lnTo>
                      <a:pt x="64" y="8"/>
                    </a:lnTo>
                    <a:lnTo>
                      <a:pt x="60" y="8"/>
                    </a:lnTo>
                    <a:lnTo>
                      <a:pt x="60" y="10"/>
                    </a:lnTo>
                    <a:lnTo>
                      <a:pt x="60" y="14"/>
                    </a:lnTo>
                    <a:lnTo>
                      <a:pt x="56" y="14"/>
                    </a:lnTo>
                    <a:lnTo>
                      <a:pt x="60" y="18"/>
                    </a:lnTo>
                    <a:lnTo>
                      <a:pt x="60" y="22"/>
                    </a:lnTo>
                    <a:lnTo>
                      <a:pt x="64" y="22"/>
                    </a:lnTo>
                    <a:lnTo>
                      <a:pt x="64" y="26"/>
                    </a:lnTo>
                    <a:lnTo>
                      <a:pt x="68" y="26"/>
                    </a:lnTo>
                    <a:lnTo>
                      <a:pt x="68" y="22"/>
                    </a:lnTo>
                    <a:lnTo>
                      <a:pt x="70" y="22"/>
                    </a:lnTo>
                    <a:lnTo>
                      <a:pt x="82" y="26"/>
                    </a:lnTo>
                    <a:lnTo>
                      <a:pt x="86" y="26"/>
                    </a:lnTo>
                    <a:lnTo>
                      <a:pt x="90" y="26"/>
                    </a:lnTo>
                    <a:lnTo>
                      <a:pt x="94" y="22"/>
                    </a:lnTo>
                    <a:lnTo>
                      <a:pt x="98" y="22"/>
                    </a:lnTo>
                    <a:lnTo>
                      <a:pt x="100" y="22"/>
                    </a:lnTo>
                    <a:lnTo>
                      <a:pt x="104" y="18"/>
                    </a:lnTo>
                    <a:lnTo>
                      <a:pt x="104" y="22"/>
                    </a:lnTo>
                    <a:lnTo>
                      <a:pt x="108" y="26"/>
                    </a:lnTo>
                    <a:lnTo>
                      <a:pt x="112" y="30"/>
                    </a:lnTo>
                    <a:lnTo>
                      <a:pt x="112" y="34"/>
                    </a:lnTo>
                    <a:lnTo>
                      <a:pt x="116" y="34"/>
                    </a:lnTo>
                    <a:lnTo>
                      <a:pt x="116" y="36"/>
                    </a:lnTo>
                    <a:lnTo>
                      <a:pt x="118" y="36"/>
                    </a:lnTo>
                    <a:lnTo>
                      <a:pt x="122" y="36"/>
                    </a:lnTo>
                    <a:lnTo>
                      <a:pt x="126" y="36"/>
                    </a:lnTo>
                    <a:lnTo>
                      <a:pt x="126" y="40"/>
                    </a:lnTo>
                    <a:lnTo>
                      <a:pt x="130" y="40"/>
                    </a:lnTo>
                    <a:lnTo>
                      <a:pt x="134" y="44"/>
                    </a:lnTo>
                    <a:lnTo>
                      <a:pt x="138" y="44"/>
                    </a:lnTo>
                    <a:lnTo>
                      <a:pt x="142" y="44"/>
                    </a:lnTo>
                    <a:lnTo>
                      <a:pt x="144" y="44"/>
                    </a:lnTo>
                    <a:lnTo>
                      <a:pt x="148" y="44"/>
                    </a:lnTo>
                    <a:lnTo>
                      <a:pt x="152" y="40"/>
                    </a:lnTo>
                    <a:lnTo>
                      <a:pt x="152" y="36"/>
                    </a:lnTo>
                    <a:lnTo>
                      <a:pt x="156" y="36"/>
                    </a:lnTo>
                    <a:lnTo>
                      <a:pt x="156" y="34"/>
                    </a:lnTo>
                    <a:lnTo>
                      <a:pt x="160" y="34"/>
                    </a:lnTo>
                    <a:lnTo>
                      <a:pt x="160" y="30"/>
                    </a:lnTo>
                    <a:lnTo>
                      <a:pt x="164" y="30"/>
                    </a:lnTo>
                    <a:lnTo>
                      <a:pt x="168" y="30"/>
                    </a:lnTo>
                    <a:lnTo>
                      <a:pt x="172" y="30"/>
                    </a:lnTo>
                    <a:lnTo>
                      <a:pt x="174" y="30"/>
                    </a:lnTo>
                    <a:lnTo>
                      <a:pt x="174" y="26"/>
                    </a:lnTo>
                    <a:lnTo>
                      <a:pt x="178" y="26"/>
                    </a:lnTo>
                    <a:lnTo>
                      <a:pt x="182" y="26"/>
                    </a:lnTo>
                    <a:lnTo>
                      <a:pt x="182" y="30"/>
                    </a:lnTo>
                    <a:lnTo>
                      <a:pt x="186" y="30"/>
                    </a:lnTo>
                    <a:lnTo>
                      <a:pt x="186" y="26"/>
                    </a:lnTo>
                    <a:lnTo>
                      <a:pt x="190" y="30"/>
                    </a:lnTo>
                    <a:lnTo>
                      <a:pt x="190" y="34"/>
                    </a:lnTo>
                    <a:lnTo>
                      <a:pt x="194" y="34"/>
                    </a:lnTo>
                    <a:lnTo>
                      <a:pt x="202" y="36"/>
                    </a:lnTo>
                    <a:lnTo>
                      <a:pt x="204" y="40"/>
                    </a:lnTo>
                    <a:lnTo>
                      <a:pt x="208" y="36"/>
                    </a:lnTo>
                    <a:lnTo>
                      <a:pt x="208" y="40"/>
                    </a:lnTo>
                    <a:lnTo>
                      <a:pt x="208" y="36"/>
                    </a:lnTo>
                    <a:lnTo>
                      <a:pt x="212" y="36"/>
                    </a:lnTo>
                    <a:lnTo>
                      <a:pt x="212" y="40"/>
                    </a:lnTo>
                    <a:lnTo>
                      <a:pt x="216" y="40"/>
                    </a:lnTo>
                    <a:lnTo>
                      <a:pt x="216" y="44"/>
                    </a:lnTo>
                    <a:lnTo>
                      <a:pt x="220" y="48"/>
                    </a:lnTo>
                    <a:lnTo>
                      <a:pt x="224" y="48"/>
                    </a:lnTo>
                    <a:lnTo>
                      <a:pt x="228" y="52"/>
                    </a:lnTo>
                    <a:lnTo>
                      <a:pt x="228" y="56"/>
                    </a:lnTo>
                    <a:lnTo>
                      <a:pt x="232" y="60"/>
                    </a:lnTo>
                    <a:lnTo>
                      <a:pt x="234" y="60"/>
                    </a:lnTo>
                    <a:lnTo>
                      <a:pt x="238" y="60"/>
                    </a:lnTo>
                    <a:lnTo>
                      <a:pt x="242" y="60"/>
                    </a:lnTo>
                    <a:lnTo>
                      <a:pt x="242" y="64"/>
                    </a:lnTo>
                    <a:lnTo>
                      <a:pt x="242" y="66"/>
                    </a:lnTo>
                    <a:lnTo>
                      <a:pt x="242" y="70"/>
                    </a:lnTo>
                    <a:lnTo>
                      <a:pt x="242" y="74"/>
                    </a:lnTo>
                    <a:lnTo>
                      <a:pt x="242" y="78"/>
                    </a:lnTo>
                    <a:lnTo>
                      <a:pt x="246" y="78"/>
                    </a:lnTo>
                    <a:lnTo>
                      <a:pt x="242" y="82"/>
                    </a:lnTo>
                    <a:lnTo>
                      <a:pt x="242" y="86"/>
                    </a:lnTo>
                    <a:lnTo>
                      <a:pt x="242" y="90"/>
                    </a:lnTo>
                    <a:lnTo>
                      <a:pt x="242" y="92"/>
                    </a:lnTo>
                    <a:lnTo>
                      <a:pt x="238" y="96"/>
                    </a:lnTo>
                    <a:lnTo>
                      <a:pt x="234" y="96"/>
                    </a:lnTo>
                    <a:lnTo>
                      <a:pt x="238" y="100"/>
                    </a:lnTo>
                    <a:lnTo>
                      <a:pt x="234" y="100"/>
                    </a:lnTo>
                    <a:lnTo>
                      <a:pt x="234" y="104"/>
                    </a:lnTo>
                    <a:lnTo>
                      <a:pt x="234" y="108"/>
                    </a:lnTo>
                    <a:lnTo>
                      <a:pt x="234" y="112"/>
                    </a:lnTo>
                    <a:lnTo>
                      <a:pt x="234" y="116"/>
                    </a:lnTo>
                    <a:lnTo>
                      <a:pt x="238" y="116"/>
                    </a:lnTo>
                    <a:lnTo>
                      <a:pt x="238" y="120"/>
                    </a:lnTo>
                    <a:lnTo>
                      <a:pt x="234" y="120"/>
                    </a:lnTo>
                    <a:lnTo>
                      <a:pt x="234" y="122"/>
                    </a:lnTo>
                    <a:lnTo>
                      <a:pt x="234" y="126"/>
                    </a:lnTo>
                    <a:lnTo>
                      <a:pt x="234" y="130"/>
                    </a:lnTo>
                    <a:lnTo>
                      <a:pt x="234" y="134"/>
                    </a:lnTo>
                    <a:lnTo>
                      <a:pt x="238" y="138"/>
                    </a:lnTo>
                    <a:lnTo>
                      <a:pt x="238" y="142"/>
                    </a:lnTo>
                    <a:lnTo>
                      <a:pt x="238" y="146"/>
                    </a:lnTo>
                    <a:lnTo>
                      <a:pt x="238" y="146"/>
                    </a:lnTo>
                    <a:lnTo>
                      <a:pt x="238" y="146"/>
                    </a:lnTo>
                    <a:close/>
                    <a:moveTo>
                      <a:pt x="164" y="238"/>
                    </a:moveTo>
                    <a:lnTo>
                      <a:pt x="164" y="242"/>
                    </a:lnTo>
                    <a:lnTo>
                      <a:pt x="164" y="238"/>
                    </a:lnTo>
                    <a:lnTo>
                      <a:pt x="168" y="238"/>
                    </a:lnTo>
                    <a:lnTo>
                      <a:pt x="164" y="238"/>
                    </a:lnTo>
                    <a:lnTo>
                      <a:pt x="164" y="238"/>
                    </a:lnTo>
                    <a:lnTo>
                      <a:pt x="164" y="238"/>
                    </a:lnTo>
                    <a:close/>
                    <a:moveTo>
                      <a:pt x="174" y="238"/>
                    </a:moveTo>
                    <a:lnTo>
                      <a:pt x="172" y="238"/>
                    </a:lnTo>
                    <a:lnTo>
                      <a:pt x="172" y="242"/>
                    </a:lnTo>
                    <a:lnTo>
                      <a:pt x="168" y="242"/>
                    </a:lnTo>
                    <a:lnTo>
                      <a:pt x="164" y="242"/>
                    </a:lnTo>
                    <a:lnTo>
                      <a:pt x="160" y="246"/>
                    </a:lnTo>
                    <a:lnTo>
                      <a:pt x="160" y="242"/>
                    </a:lnTo>
                    <a:lnTo>
                      <a:pt x="164" y="242"/>
                    </a:lnTo>
                    <a:lnTo>
                      <a:pt x="168" y="242"/>
                    </a:lnTo>
                    <a:lnTo>
                      <a:pt x="168" y="238"/>
                    </a:lnTo>
                    <a:lnTo>
                      <a:pt x="172" y="238"/>
                    </a:lnTo>
                    <a:lnTo>
                      <a:pt x="172" y="234"/>
                    </a:lnTo>
                    <a:lnTo>
                      <a:pt x="174" y="238"/>
                    </a:lnTo>
                    <a:lnTo>
                      <a:pt x="174" y="238"/>
                    </a:lnTo>
                    <a:lnTo>
                      <a:pt x="174" y="2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6" name="Freeform 30"/>
              <p:cNvSpPr>
                <a:spLocks/>
              </p:cNvSpPr>
              <p:nvPr/>
            </p:nvSpPr>
            <p:spPr bwMode="gray">
              <a:xfrm>
                <a:off x="5753071" y="3368300"/>
                <a:ext cx="240019" cy="267846"/>
              </a:xfrm>
              <a:custGeom>
                <a:avLst/>
                <a:gdLst>
                  <a:gd name="T0" fmla="*/ 4 w 138"/>
                  <a:gd name="T1" fmla="*/ 90 h 154"/>
                  <a:gd name="T2" fmla="*/ 14 w 138"/>
                  <a:gd name="T3" fmla="*/ 68 h 154"/>
                  <a:gd name="T4" fmla="*/ 34 w 138"/>
                  <a:gd name="T5" fmla="*/ 56 h 154"/>
                  <a:gd name="T6" fmla="*/ 34 w 138"/>
                  <a:gd name="T7" fmla="*/ 40 h 154"/>
                  <a:gd name="T8" fmla="*/ 38 w 138"/>
                  <a:gd name="T9" fmla="*/ 38 h 154"/>
                  <a:gd name="T10" fmla="*/ 38 w 138"/>
                  <a:gd name="T11" fmla="*/ 34 h 154"/>
                  <a:gd name="T12" fmla="*/ 38 w 138"/>
                  <a:gd name="T13" fmla="*/ 18 h 154"/>
                  <a:gd name="T14" fmla="*/ 52 w 138"/>
                  <a:gd name="T15" fmla="*/ 4 h 154"/>
                  <a:gd name="T16" fmla="*/ 56 w 138"/>
                  <a:gd name="T17" fmla="*/ 0 h 154"/>
                  <a:gd name="T18" fmla="*/ 60 w 138"/>
                  <a:gd name="T19" fmla="*/ 0 h 154"/>
                  <a:gd name="T20" fmla="*/ 74 w 138"/>
                  <a:gd name="T21" fmla="*/ 4 h 154"/>
                  <a:gd name="T22" fmla="*/ 74 w 138"/>
                  <a:gd name="T23" fmla="*/ 0 h 154"/>
                  <a:gd name="T24" fmla="*/ 78 w 138"/>
                  <a:gd name="T25" fmla="*/ 4 h 154"/>
                  <a:gd name="T26" fmla="*/ 82 w 138"/>
                  <a:gd name="T27" fmla="*/ 4 h 154"/>
                  <a:gd name="T28" fmla="*/ 86 w 138"/>
                  <a:gd name="T29" fmla="*/ 4 h 154"/>
                  <a:gd name="T30" fmla="*/ 86 w 138"/>
                  <a:gd name="T31" fmla="*/ 8 h 154"/>
                  <a:gd name="T32" fmla="*/ 86 w 138"/>
                  <a:gd name="T33" fmla="*/ 10 h 154"/>
                  <a:gd name="T34" fmla="*/ 90 w 138"/>
                  <a:gd name="T35" fmla="*/ 14 h 154"/>
                  <a:gd name="T36" fmla="*/ 90 w 138"/>
                  <a:gd name="T37" fmla="*/ 18 h 154"/>
                  <a:gd name="T38" fmla="*/ 94 w 138"/>
                  <a:gd name="T39" fmla="*/ 18 h 154"/>
                  <a:gd name="T40" fmla="*/ 96 w 138"/>
                  <a:gd name="T41" fmla="*/ 26 h 154"/>
                  <a:gd name="T42" fmla="*/ 100 w 138"/>
                  <a:gd name="T43" fmla="*/ 30 h 154"/>
                  <a:gd name="T44" fmla="*/ 104 w 138"/>
                  <a:gd name="T45" fmla="*/ 30 h 154"/>
                  <a:gd name="T46" fmla="*/ 108 w 138"/>
                  <a:gd name="T47" fmla="*/ 30 h 154"/>
                  <a:gd name="T48" fmla="*/ 104 w 138"/>
                  <a:gd name="T49" fmla="*/ 30 h 154"/>
                  <a:gd name="T50" fmla="*/ 104 w 138"/>
                  <a:gd name="T51" fmla="*/ 38 h 154"/>
                  <a:gd name="T52" fmla="*/ 104 w 138"/>
                  <a:gd name="T53" fmla="*/ 40 h 154"/>
                  <a:gd name="T54" fmla="*/ 100 w 138"/>
                  <a:gd name="T55" fmla="*/ 44 h 154"/>
                  <a:gd name="T56" fmla="*/ 96 w 138"/>
                  <a:gd name="T57" fmla="*/ 48 h 154"/>
                  <a:gd name="T58" fmla="*/ 100 w 138"/>
                  <a:gd name="T59" fmla="*/ 52 h 154"/>
                  <a:gd name="T60" fmla="*/ 96 w 138"/>
                  <a:gd name="T61" fmla="*/ 56 h 154"/>
                  <a:gd name="T62" fmla="*/ 96 w 138"/>
                  <a:gd name="T63" fmla="*/ 60 h 154"/>
                  <a:gd name="T64" fmla="*/ 96 w 138"/>
                  <a:gd name="T65" fmla="*/ 64 h 154"/>
                  <a:gd name="T66" fmla="*/ 100 w 138"/>
                  <a:gd name="T67" fmla="*/ 70 h 154"/>
                  <a:gd name="T68" fmla="*/ 100 w 138"/>
                  <a:gd name="T69" fmla="*/ 74 h 154"/>
                  <a:gd name="T70" fmla="*/ 104 w 138"/>
                  <a:gd name="T71" fmla="*/ 74 h 154"/>
                  <a:gd name="T72" fmla="*/ 104 w 138"/>
                  <a:gd name="T73" fmla="*/ 78 h 154"/>
                  <a:gd name="T74" fmla="*/ 104 w 138"/>
                  <a:gd name="T75" fmla="*/ 82 h 154"/>
                  <a:gd name="T76" fmla="*/ 108 w 138"/>
                  <a:gd name="T77" fmla="*/ 82 h 154"/>
                  <a:gd name="T78" fmla="*/ 112 w 138"/>
                  <a:gd name="T79" fmla="*/ 86 h 154"/>
                  <a:gd name="T80" fmla="*/ 116 w 138"/>
                  <a:gd name="T81" fmla="*/ 90 h 154"/>
                  <a:gd name="T82" fmla="*/ 120 w 138"/>
                  <a:gd name="T83" fmla="*/ 94 h 154"/>
                  <a:gd name="T84" fmla="*/ 126 w 138"/>
                  <a:gd name="T85" fmla="*/ 98 h 154"/>
                  <a:gd name="T86" fmla="*/ 130 w 138"/>
                  <a:gd name="T87" fmla="*/ 104 h 154"/>
                  <a:gd name="T88" fmla="*/ 126 w 138"/>
                  <a:gd name="T89" fmla="*/ 116 h 154"/>
                  <a:gd name="T90" fmla="*/ 130 w 138"/>
                  <a:gd name="T91" fmla="*/ 120 h 154"/>
                  <a:gd name="T92" fmla="*/ 130 w 138"/>
                  <a:gd name="T93" fmla="*/ 130 h 154"/>
                  <a:gd name="T94" fmla="*/ 138 w 138"/>
                  <a:gd name="T95" fmla="*/ 134 h 154"/>
                  <a:gd name="T96" fmla="*/ 138 w 138"/>
                  <a:gd name="T97" fmla="*/ 138 h 154"/>
                  <a:gd name="T98" fmla="*/ 134 w 138"/>
                  <a:gd name="T99" fmla="*/ 138 h 154"/>
                  <a:gd name="T100" fmla="*/ 130 w 138"/>
                  <a:gd name="T101" fmla="*/ 138 h 154"/>
                  <a:gd name="T102" fmla="*/ 124 w 138"/>
                  <a:gd name="T103" fmla="*/ 134 h 154"/>
                  <a:gd name="T104" fmla="*/ 120 w 138"/>
                  <a:gd name="T105" fmla="*/ 138 h 154"/>
                  <a:gd name="T106" fmla="*/ 116 w 138"/>
                  <a:gd name="T107" fmla="*/ 150 h 154"/>
                  <a:gd name="T108" fmla="*/ 112 w 138"/>
                  <a:gd name="T109" fmla="*/ 154 h 154"/>
                  <a:gd name="T110" fmla="*/ 104 w 138"/>
                  <a:gd name="T111" fmla="*/ 154 h 154"/>
                  <a:gd name="T112" fmla="*/ 38 w 138"/>
                  <a:gd name="T113" fmla="*/ 112 h 154"/>
                  <a:gd name="T114" fmla="*/ 8 w 138"/>
                  <a:gd name="T115" fmla="*/ 98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8" h="154">
                    <a:moveTo>
                      <a:pt x="8" y="98"/>
                    </a:moveTo>
                    <a:lnTo>
                      <a:pt x="8" y="98"/>
                    </a:lnTo>
                    <a:lnTo>
                      <a:pt x="8" y="94"/>
                    </a:lnTo>
                    <a:lnTo>
                      <a:pt x="4" y="94"/>
                    </a:lnTo>
                    <a:lnTo>
                      <a:pt x="4" y="94"/>
                    </a:lnTo>
                    <a:lnTo>
                      <a:pt x="4" y="90"/>
                    </a:lnTo>
                    <a:lnTo>
                      <a:pt x="0" y="74"/>
                    </a:lnTo>
                    <a:lnTo>
                      <a:pt x="0" y="74"/>
                    </a:lnTo>
                    <a:lnTo>
                      <a:pt x="4" y="74"/>
                    </a:lnTo>
                    <a:lnTo>
                      <a:pt x="8" y="70"/>
                    </a:lnTo>
                    <a:lnTo>
                      <a:pt x="12" y="68"/>
                    </a:lnTo>
                    <a:lnTo>
                      <a:pt x="14" y="68"/>
                    </a:lnTo>
                    <a:lnTo>
                      <a:pt x="18" y="64"/>
                    </a:lnTo>
                    <a:lnTo>
                      <a:pt x="18" y="64"/>
                    </a:lnTo>
                    <a:lnTo>
                      <a:pt x="22" y="64"/>
                    </a:lnTo>
                    <a:lnTo>
                      <a:pt x="26" y="60"/>
                    </a:lnTo>
                    <a:lnTo>
                      <a:pt x="34" y="56"/>
                    </a:lnTo>
                    <a:lnTo>
                      <a:pt x="34" y="56"/>
                    </a:lnTo>
                    <a:lnTo>
                      <a:pt x="34" y="52"/>
                    </a:lnTo>
                    <a:lnTo>
                      <a:pt x="34" y="48"/>
                    </a:lnTo>
                    <a:lnTo>
                      <a:pt x="34" y="44"/>
                    </a:lnTo>
                    <a:lnTo>
                      <a:pt x="34" y="44"/>
                    </a:lnTo>
                    <a:lnTo>
                      <a:pt x="34" y="40"/>
                    </a:lnTo>
                    <a:lnTo>
                      <a:pt x="34" y="40"/>
                    </a:lnTo>
                    <a:lnTo>
                      <a:pt x="34" y="40"/>
                    </a:lnTo>
                    <a:lnTo>
                      <a:pt x="34" y="40"/>
                    </a:lnTo>
                    <a:lnTo>
                      <a:pt x="34" y="40"/>
                    </a:lnTo>
                    <a:lnTo>
                      <a:pt x="38" y="38"/>
                    </a:lnTo>
                    <a:lnTo>
                      <a:pt x="38" y="38"/>
                    </a:lnTo>
                    <a:lnTo>
                      <a:pt x="38" y="38"/>
                    </a:lnTo>
                    <a:lnTo>
                      <a:pt x="38" y="38"/>
                    </a:lnTo>
                    <a:lnTo>
                      <a:pt x="38" y="38"/>
                    </a:lnTo>
                    <a:lnTo>
                      <a:pt x="38" y="38"/>
                    </a:lnTo>
                    <a:lnTo>
                      <a:pt x="38" y="34"/>
                    </a:lnTo>
                    <a:lnTo>
                      <a:pt x="38" y="34"/>
                    </a:lnTo>
                    <a:lnTo>
                      <a:pt x="38" y="34"/>
                    </a:lnTo>
                    <a:lnTo>
                      <a:pt x="38" y="30"/>
                    </a:lnTo>
                    <a:lnTo>
                      <a:pt x="38" y="30"/>
                    </a:lnTo>
                    <a:lnTo>
                      <a:pt x="38" y="26"/>
                    </a:lnTo>
                    <a:lnTo>
                      <a:pt x="38" y="26"/>
                    </a:lnTo>
                    <a:lnTo>
                      <a:pt x="38" y="18"/>
                    </a:lnTo>
                    <a:lnTo>
                      <a:pt x="38" y="18"/>
                    </a:lnTo>
                    <a:lnTo>
                      <a:pt x="38" y="14"/>
                    </a:lnTo>
                    <a:lnTo>
                      <a:pt x="44" y="14"/>
                    </a:lnTo>
                    <a:lnTo>
                      <a:pt x="52" y="8"/>
                    </a:lnTo>
                    <a:lnTo>
                      <a:pt x="52" y="8"/>
                    </a:lnTo>
                    <a:lnTo>
                      <a:pt x="52" y="4"/>
                    </a:lnTo>
                    <a:lnTo>
                      <a:pt x="52" y="4"/>
                    </a:lnTo>
                    <a:lnTo>
                      <a:pt x="52" y="4"/>
                    </a:lnTo>
                    <a:lnTo>
                      <a:pt x="52" y="4"/>
                    </a:lnTo>
                    <a:lnTo>
                      <a:pt x="56" y="4"/>
                    </a:lnTo>
                    <a:lnTo>
                      <a:pt x="56" y="4"/>
                    </a:lnTo>
                    <a:lnTo>
                      <a:pt x="56" y="0"/>
                    </a:lnTo>
                    <a:lnTo>
                      <a:pt x="56" y="0"/>
                    </a:lnTo>
                    <a:lnTo>
                      <a:pt x="56" y="0"/>
                    </a:lnTo>
                    <a:lnTo>
                      <a:pt x="60" y="0"/>
                    </a:lnTo>
                    <a:lnTo>
                      <a:pt x="60" y="0"/>
                    </a:lnTo>
                    <a:lnTo>
                      <a:pt x="60" y="0"/>
                    </a:lnTo>
                    <a:lnTo>
                      <a:pt x="60" y="0"/>
                    </a:lnTo>
                    <a:lnTo>
                      <a:pt x="60" y="0"/>
                    </a:lnTo>
                    <a:lnTo>
                      <a:pt x="64" y="0"/>
                    </a:lnTo>
                    <a:lnTo>
                      <a:pt x="68" y="4"/>
                    </a:lnTo>
                    <a:lnTo>
                      <a:pt x="70" y="4"/>
                    </a:lnTo>
                    <a:lnTo>
                      <a:pt x="70" y="4"/>
                    </a:lnTo>
                    <a:lnTo>
                      <a:pt x="74" y="4"/>
                    </a:lnTo>
                    <a:lnTo>
                      <a:pt x="74" y="4"/>
                    </a:lnTo>
                    <a:lnTo>
                      <a:pt x="74" y="0"/>
                    </a:lnTo>
                    <a:lnTo>
                      <a:pt x="74" y="0"/>
                    </a:lnTo>
                    <a:lnTo>
                      <a:pt x="74" y="0"/>
                    </a:lnTo>
                    <a:lnTo>
                      <a:pt x="74" y="0"/>
                    </a:lnTo>
                    <a:lnTo>
                      <a:pt x="74" y="0"/>
                    </a:lnTo>
                    <a:lnTo>
                      <a:pt x="74" y="0"/>
                    </a:lnTo>
                    <a:lnTo>
                      <a:pt x="78" y="0"/>
                    </a:lnTo>
                    <a:lnTo>
                      <a:pt x="78" y="4"/>
                    </a:lnTo>
                    <a:lnTo>
                      <a:pt x="78" y="4"/>
                    </a:lnTo>
                    <a:lnTo>
                      <a:pt x="78" y="4"/>
                    </a:lnTo>
                    <a:lnTo>
                      <a:pt x="78" y="4"/>
                    </a:lnTo>
                    <a:lnTo>
                      <a:pt x="78" y="4"/>
                    </a:lnTo>
                    <a:lnTo>
                      <a:pt x="78" y="8"/>
                    </a:lnTo>
                    <a:lnTo>
                      <a:pt x="78" y="8"/>
                    </a:lnTo>
                    <a:lnTo>
                      <a:pt x="78" y="8"/>
                    </a:lnTo>
                    <a:lnTo>
                      <a:pt x="78" y="8"/>
                    </a:lnTo>
                    <a:lnTo>
                      <a:pt x="82" y="8"/>
                    </a:lnTo>
                    <a:lnTo>
                      <a:pt x="82" y="4"/>
                    </a:lnTo>
                    <a:lnTo>
                      <a:pt x="82" y="4"/>
                    </a:lnTo>
                    <a:lnTo>
                      <a:pt x="82" y="4"/>
                    </a:lnTo>
                    <a:lnTo>
                      <a:pt x="82" y="4"/>
                    </a:lnTo>
                    <a:lnTo>
                      <a:pt x="82" y="4"/>
                    </a:lnTo>
                    <a:lnTo>
                      <a:pt x="82" y="4"/>
                    </a:lnTo>
                    <a:lnTo>
                      <a:pt x="86" y="4"/>
                    </a:lnTo>
                    <a:lnTo>
                      <a:pt x="86" y="4"/>
                    </a:lnTo>
                    <a:lnTo>
                      <a:pt x="86" y="4"/>
                    </a:lnTo>
                    <a:lnTo>
                      <a:pt x="86" y="4"/>
                    </a:lnTo>
                    <a:lnTo>
                      <a:pt x="86" y="4"/>
                    </a:lnTo>
                    <a:lnTo>
                      <a:pt x="86" y="8"/>
                    </a:lnTo>
                    <a:lnTo>
                      <a:pt x="86" y="8"/>
                    </a:lnTo>
                    <a:lnTo>
                      <a:pt x="86" y="8"/>
                    </a:lnTo>
                    <a:lnTo>
                      <a:pt x="86" y="8"/>
                    </a:lnTo>
                    <a:lnTo>
                      <a:pt x="86" y="8"/>
                    </a:lnTo>
                    <a:lnTo>
                      <a:pt x="86" y="10"/>
                    </a:lnTo>
                    <a:lnTo>
                      <a:pt x="86" y="10"/>
                    </a:lnTo>
                    <a:lnTo>
                      <a:pt x="86" y="10"/>
                    </a:lnTo>
                    <a:lnTo>
                      <a:pt x="86" y="10"/>
                    </a:lnTo>
                    <a:lnTo>
                      <a:pt x="86" y="10"/>
                    </a:lnTo>
                    <a:lnTo>
                      <a:pt x="90" y="10"/>
                    </a:lnTo>
                    <a:lnTo>
                      <a:pt x="90" y="10"/>
                    </a:lnTo>
                    <a:lnTo>
                      <a:pt x="90" y="10"/>
                    </a:lnTo>
                    <a:lnTo>
                      <a:pt x="90" y="14"/>
                    </a:lnTo>
                    <a:lnTo>
                      <a:pt x="90" y="14"/>
                    </a:lnTo>
                    <a:lnTo>
                      <a:pt x="90" y="14"/>
                    </a:lnTo>
                    <a:lnTo>
                      <a:pt x="90" y="14"/>
                    </a:lnTo>
                    <a:lnTo>
                      <a:pt x="90" y="14"/>
                    </a:lnTo>
                    <a:lnTo>
                      <a:pt x="90" y="18"/>
                    </a:lnTo>
                    <a:lnTo>
                      <a:pt x="90" y="18"/>
                    </a:lnTo>
                    <a:lnTo>
                      <a:pt x="90" y="18"/>
                    </a:lnTo>
                    <a:lnTo>
                      <a:pt x="90" y="18"/>
                    </a:lnTo>
                    <a:lnTo>
                      <a:pt x="90" y="18"/>
                    </a:lnTo>
                    <a:lnTo>
                      <a:pt x="94" y="18"/>
                    </a:lnTo>
                    <a:lnTo>
                      <a:pt x="94" y="18"/>
                    </a:lnTo>
                    <a:lnTo>
                      <a:pt x="94" y="18"/>
                    </a:lnTo>
                    <a:lnTo>
                      <a:pt x="94" y="18"/>
                    </a:lnTo>
                    <a:lnTo>
                      <a:pt x="94" y="22"/>
                    </a:lnTo>
                    <a:lnTo>
                      <a:pt x="94" y="22"/>
                    </a:lnTo>
                    <a:lnTo>
                      <a:pt x="94" y="26"/>
                    </a:lnTo>
                    <a:lnTo>
                      <a:pt x="94" y="26"/>
                    </a:lnTo>
                    <a:lnTo>
                      <a:pt x="96" y="26"/>
                    </a:lnTo>
                    <a:lnTo>
                      <a:pt x="96" y="26"/>
                    </a:lnTo>
                    <a:lnTo>
                      <a:pt x="96" y="26"/>
                    </a:lnTo>
                    <a:lnTo>
                      <a:pt x="96" y="26"/>
                    </a:lnTo>
                    <a:lnTo>
                      <a:pt x="96" y="26"/>
                    </a:lnTo>
                    <a:lnTo>
                      <a:pt x="96" y="26"/>
                    </a:lnTo>
                    <a:lnTo>
                      <a:pt x="100" y="30"/>
                    </a:lnTo>
                    <a:lnTo>
                      <a:pt x="100" y="30"/>
                    </a:lnTo>
                    <a:lnTo>
                      <a:pt x="100" y="30"/>
                    </a:lnTo>
                    <a:lnTo>
                      <a:pt x="100" y="30"/>
                    </a:lnTo>
                    <a:lnTo>
                      <a:pt x="100" y="30"/>
                    </a:lnTo>
                    <a:lnTo>
                      <a:pt x="100" y="30"/>
                    </a:lnTo>
                    <a:lnTo>
                      <a:pt x="104" y="30"/>
                    </a:lnTo>
                    <a:lnTo>
                      <a:pt x="104" y="30"/>
                    </a:lnTo>
                    <a:lnTo>
                      <a:pt x="104" y="30"/>
                    </a:lnTo>
                    <a:lnTo>
                      <a:pt x="104" y="30"/>
                    </a:lnTo>
                    <a:lnTo>
                      <a:pt x="104" y="30"/>
                    </a:lnTo>
                    <a:lnTo>
                      <a:pt x="108" y="30"/>
                    </a:lnTo>
                    <a:lnTo>
                      <a:pt x="108" y="30"/>
                    </a:lnTo>
                    <a:lnTo>
                      <a:pt x="108" y="30"/>
                    </a:lnTo>
                    <a:lnTo>
                      <a:pt x="108" y="30"/>
                    </a:lnTo>
                    <a:lnTo>
                      <a:pt x="108" y="30"/>
                    </a:lnTo>
                    <a:lnTo>
                      <a:pt x="108" y="30"/>
                    </a:lnTo>
                    <a:lnTo>
                      <a:pt x="104" y="30"/>
                    </a:lnTo>
                    <a:lnTo>
                      <a:pt x="104" y="30"/>
                    </a:lnTo>
                    <a:lnTo>
                      <a:pt x="104" y="30"/>
                    </a:lnTo>
                    <a:lnTo>
                      <a:pt x="104" y="30"/>
                    </a:lnTo>
                    <a:lnTo>
                      <a:pt x="104" y="34"/>
                    </a:lnTo>
                    <a:lnTo>
                      <a:pt x="100" y="34"/>
                    </a:lnTo>
                    <a:lnTo>
                      <a:pt x="104" y="38"/>
                    </a:lnTo>
                    <a:lnTo>
                      <a:pt x="104" y="38"/>
                    </a:lnTo>
                    <a:lnTo>
                      <a:pt x="104" y="38"/>
                    </a:lnTo>
                    <a:lnTo>
                      <a:pt x="104" y="38"/>
                    </a:lnTo>
                    <a:lnTo>
                      <a:pt x="104" y="40"/>
                    </a:lnTo>
                    <a:lnTo>
                      <a:pt x="104" y="40"/>
                    </a:lnTo>
                    <a:lnTo>
                      <a:pt x="104" y="40"/>
                    </a:lnTo>
                    <a:lnTo>
                      <a:pt x="104" y="40"/>
                    </a:lnTo>
                    <a:lnTo>
                      <a:pt x="104" y="44"/>
                    </a:lnTo>
                    <a:lnTo>
                      <a:pt x="104" y="44"/>
                    </a:lnTo>
                    <a:lnTo>
                      <a:pt x="100" y="44"/>
                    </a:lnTo>
                    <a:lnTo>
                      <a:pt x="100" y="44"/>
                    </a:lnTo>
                    <a:lnTo>
                      <a:pt x="100" y="44"/>
                    </a:lnTo>
                    <a:lnTo>
                      <a:pt x="100" y="44"/>
                    </a:lnTo>
                    <a:lnTo>
                      <a:pt x="100" y="44"/>
                    </a:lnTo>
                    <a:lnTo>
                      <a:pt x="100" y="48"/>
                    </a:lnTo>
                    <a:lnTo>
                      <a:pt x="100" y="44"/>
                    </a:lnTo>
                    <a:lnTo>
                      <a:pt x="100" y="48"/>
                    </a:lnTo>
                    <a:lnTo>
                      <a:pt x="100" y="48"/>
                    </a:lnTo>
                    <a:lnTo>
                      <a:pt x="96" y="48"/>
                    </a:lnTo>
                    <a:lnTo>
                      <a:pt x="96" y="48"/>
                    </a:lnTo>
                    <a:lnTo>
                      <a:pt x="96" y="48"/>
                    </a:lnTo>
                    <a:lnTo>
                      <a:pt x="96" y="48"/>
                    </a:lnTo>
                    <a:lnTo>
                      <a:pt x="96" y="52"/>
                    </a:lnTo>
                    <a:lnTo>
                      <a:pt x="96" y="52"/>
                    </a:lnTo>
                    <a:lnTo>
                      <a:pt x="100" y="52"/>
                    </a:lnTo>
                    <a:lnTo>
                      <a:pt x="96" y="52"/>
                    </a:lnTo>
                    <a:lnTo>
                      <a:pt x="96" y="52"/>
                    </a:lnTo>
                    <a:lnTo>
                      <a:pt x="96" y="52"/>
                    </a:lnTo>
                    <a:lnTo>
                      <a:pt x="94" y="56"/>
                    </a:lnTo>
                    <a:lnTo>
                      <a:pt x="96" y="56"/>
                    </a:lnTo>
                    <a:lnTo>
                      <a:pt x="96" y="56"/>
                    </a:lnTo>
                    <a:lnTo>
                      <a:pt x="96" y="56"/>
                    </a:lnTo>
                    <a:lnTo>
                      <a:pt x="96" y="56"/>
                    </a:lnTo>
                    <a:lnTo>
                      <a:pt x="96" y="56"/>
                    </a:lnTo>
                    <a:lnTo>
                      <a:pt x="96" y="60"/>
                    </a:lnTo>
                    <a:lnTo>
                      <a:pt x="96" y="60"/>
                    </a:lnTo>
                    <a:lnTo>
                      <a:pt x="96" y="60"/>
                    </a:lnTo>
                    <a:lnTo>
                      <a:pt x="96" y="64"/>
                    </a:lnTo>
                    <a:lnTo>
                      <a:pt x="94" y="64"/>
                    </a:lnTo>
                    <a:lnTo>
                      <a:pt x="94" y="64"/>
                    </a:lnTo>
                    <a:lnTo>
                      <a:pt x="94" y="64"/>
                    </a:lnTo>
                    <a:lnTo>
                      <a:pt x="96" y="64"/>
                    </a:lnTo>
                    <a:lnTo>
                      <a:pt x="96" y="64"/>
                    </a:lnTo>
                    <a:lnTo>
                      <a:pt x="96" y="68"/>
                    </a:lnTo>
                    <a:lnTo>
                      <a:pt x="96" y="68"/>
                    </a:lnTo>
                    <a:lnTo>
                      <a:pt x="96" y="68"/>
                    </a:lnTo>
                    <a:lnTo>
                      <a:pt x="96" y="70"/>
                    </a:lnTo>
                    <a:lnTo>
                      <a:pt x="100" y="70"/>
                    </a:lnTo>
                    <a:lnTo>
                      <a:pt x="100" y="70"/>
                    </a:lnTo>
                    <a:lnTo>
                      <a:pt x="100" y="70"/>
                    </a:lnTo>
                    <a:lnTo>
                      <a:pt x="100" y="70"/>
                    </a:lnTo>
                    <a:lnTo>
                      <a:pt x="100" y="70"/>
                    </a:lnTo>
                    <a:lnTo>
                      <a:pt x="100" y="70"/>
                    </a:lnTo>
                    <a:lnTo>
                      <a:pt x="100" y="70"/>
                    </a:lnTo>
                    <a:lnTo>
                      <a:pt x="100" y="74"/>
                    </a:lnTo>
                    <a:lnTo>
                      <a:pt x="100" y="74"/>
                    </a:lnTo>
                    <a:lnTo>
                      <a:pt x="100" y="74"/>
                    </a:lnTo>
                    <a:lnTo>
                      <a:pt x="104" y="74"/>
                    </a:lnTo>
                    <a:lnTo>
                      <a:pt x="104" y="74"/>
                    </a:lnTo>
                    <a:lnTo>
                      <a:pt x="104" y="74"/>
                    </a:lnTo>
                    <a:lnTo>
                      <a:pt x="104" y="74"/>
                    </a:lnTo>
                    <a:lnTo>
                      <a:pt x="104" y="74"/>
                    </a:lnTo>
                    <a:lnTo>
                      <a:pt x="104" y="74"/>
                    </a:lnTo>
                    <a:lnTo>
                      <a:pt x="104" y="78"/>
                    </a:lnTo>
                    <a:lnTo>
                      <a:pt x="104" y="78"/>
                    </a:lnTo>
                    <a:lnTo>
                      <a:pt x="104" y="78"/>
                    </a:lnTo>
                    <a:lnTo>
                      <a:pt x="104" y="78"/>
                    </a:lnTo>
                    <a:lnTo>
                      <a:pt x="104" y="82"/>
                    </a:lnTo>
                    <a:lnTo>
                      <a:pt x="104" y="82"/>
                    </a:lnTo>
                    <a:lnTo>
                      <a:pt x="104" y="82"/>
                    </a:lnTo>
                    <a:lnTo>
                      <a:pt x="104" y="82"/>
                    </a:lnTo>
                    <a:lnTo>
                      <a:pt x="104" y="82"/>
                    </a:lnTo>
                    <a:lnTo>
                      <a:pt x="104" y="82"/>
                    </a:lnTo>
                    <a:lnTo>
                      <a:pt x="104" y="82"/>
                    </a:lnTo>
                    <a:lnTo>
                      <a:pt x="108" y="82"/>
                    </a:lnTo>
                    <a:lnTo>
                      <a:pt x="108" y="82"/>
                    </a:lnTo>
                    <a:lnTo>
                      <a:pt x="108" y="82"/>
                    </a:lnTo>
                    <a:lnTo>
                      <a:pt x="108" y="82"/>
                    </a:lnTo>
                    <a:lnTo>
                      <a:pt x="108" y="82"/>
                    </a:lnTo>
                    <a:lnTo>
                      <a:pt x="108" y="82"/>
                    </a:lnTo>
                    <a:lnTo>
                      <a:pt x="112" y="86"/>
                    </a:lnTo>
                    <a:lnTo>
                      <a:pt x="112" y="86"/>
                    </a:lnTo>
                    <a:lnTo>
                      <a:pt x="112" y="86"/>
                    </a:lnTo>
                    <a:lnTo>
                      <a:pt x="112" y="86"/>
                    </a:lnTo>
                    <a:lnTo>
                      <a:pt x="112" y="86"/>
                    </a:lnTo>
                    <a:lnTo>
                      <a:pt x="116" y="90"/>
                    </a:lnTo>
                    <a:lnTo>
                      <a:pt x="116" y="90"/>
                    </a:lnTo>
                    <a:lnTo>
                      <a:pt x="116" y="90"/>
                    </a:lnTo>
                    <a:lnTo>
                      <a:pt x="116" y="90"/>
                    </a:lnTo>
                    <a:lnTo>
                      <a:pt x="116" y="90"/>
                    </a:lnTo>
                    <a:lnTo>
                      <a:pt x="116" y="90"/>
                    </a:lnTo>
                    <a:lnTo>
                      <a:pt x="120" y="90"/>
                    </a:lnTo>
                    <a:lnTo>
                      <a:pt x="120" y="90"/>
                    </a:lnTo>
                    <a:lnTo>
                      <a:pt x="120" y="94"/>
                    </a:lnTo>
                    <a:lnTo>
                      <a:pt x="120" y="94"/>
                    </a:lnTo>
                    <a:lnTo>
                      <a:pt x="120" y="94"/>
                    </a:lnTo>
                    <a:lnTo>
                      <a:pt x="120" y="94"/>
                    </a:lnTo>
                    <a:lnTo>
                      <a:pt x="120" y="94"/>
                    </a:lnTo>
                    <a:lnTo>
                      <a:pt x="124" y="94"/>
                    </a:lnTo>
                    <a:lnTo>
                      <a:pt x="124" y="94"/>
                    </a:lnTo>
                    <a:lnTo>
                      <a:pt x="124" y="94"/>
                    </a:lnTo>
                    <a:lnTo>
                      <a:pt x="124" y="98"/>
                    </a:lnTo>
                    <a:lnTo>
                      <a:pt x="126" y="98"/>
                    </a:lnTo>
                    <a:lnTo>
                      <a:pt x="126" y="100"/>
                    </a:lnTo>
                    <a:lnTo>
                      <a:pt x="126" y="100"/>
                    </a:lnTo>
                    <a:lnTo>
                      <a:pt x="126" y="104"/>
                    </a:lnTo>
                    <a:lnTo>
                      <a:pt x="130" y="104"/>
                    </a:lnTo>
                    <a:lnTo>
                      <a:pt x="130" y="104"/>
                    </a:lnTo>
                    <a:lnTo>
                      <a:pt x="130" y="104"/>
                    </a:lnTo>
                    <a:lnTo>
                      <a:pt x="126" y="108"/>
                    </a:lnTo>
                    <a:lnTo>
                      <a:pt x="126" y="108"/>
                    </a:lnTo>
                    <a:lnTo>
                      <a:pt x="126" y="112"/>
                    </a:lnTo>
                    <a:lnTo>
                      <a:pt x="126" y="112"/>
                    </a:lnTo>
                    <a:lnTo>
                      <a:pt x="126" y="112"/>
                    </a:lnTo>
                    <a:lnTo>
                      <a:pt x="126" y="116"/>
                    </a:lnTo>
                    <a:lnTo>
                      <a:pt x="126" y="116"/>
                    </a:lnTo>
                    <a:lnTo>
                      <a:pt x="126" y="116"/>
                    </a:lnTo>
                    <a:lnTo>
                      <a:pt x="126" y="116"/>
                    </a:lnTo>
                    <a:lnTo>
                      <a:pt x="126" y="120"/>
                    </a:lnTo>
                    <a:lnTo>
                      <a:pt x="130" y="120"/>
                    </a:lnTo>
                    <a:lnTo>
                      <a:pt x="130" y="120"/>
                    </a:lnTo>
                    <a:lnTo>
                      <a:pt x="130" y="120"/>
                    </a:lnTo>
                    <a:lnTo>
                      <a:pt x="130" y="120"/>
                    </a:lnTo>
                    <a:lnTo>
                      <a:pt x="130" y="128"/>
                    </a:lnTo>
                    <a:lnTo>
                      <a:pt x="130" y="128"/>
                    </a:lnTo>
                    <a:lnTo>
                      <a:pt x="130" y="128"/>
                    </a:lnTo>
                    <a:lnTo>
                      <a:pt x="130" y="130"/>
                    </a:lnTo>
                    <a:lnTo>
                      <a:pt x="134" y="130"/>
                    </a:lnTo>
                    <a:lnTo>
                      <a:pt x="134" y="130"/>
                    </a:lnTo>
                    <a:lnTo>
                      <a:pt x="134" y="130"/>
                    </a:lnTo>
                    <a:lnTo>
                      <a:pt x="134" y="130"/>
                    </a:lnTo>
                    <a:lnTo>
                      <a:pt x="138" y="134"/>
                    </a:lnTo>
                    <a:lnTo>
                      <a:pt x="138" y="134"/>
                    </a:lnTo>
                    <a:lnTo>
                      <a:pt x="138" y="134"/>
                    </a:lnTo>
                    <a:lnTo>
                      <a:pt x="138" y="138"/>
                    </a:lnTo>
                    <a:lnTo>
                      <a:pt x="138" y="138"/>
                    </a:lnTo>
                    <a:lnTo>
                      <a:pt x="138" y="138"/>
                    </a:lnTo>
                    <a:lnTo>
                      <a:pt x="138" y="138"/>
                    </a:lnTo>
                    <a:lnTo>
                      <a:pt x="138" y="138"/>
                    </a:lnTo>
                    <a:lnTo>
                      <a:pt x="138" y="138"/>
                    </a:lnTo>
                    <a:lnTo>
                      <a:pt x="138" y="138"/>
                    </a:lnTo>
                    <a:lnTo>
                      <a:pt x="134" y="138"/>
                    </a:lnTo>
                    <a:lnTo>
                      <a:pt x="134" y="138"/>
                    </a:lnTo>
                    <a:lnTo>
                      <a:pt x="134" y="138"/>
                    </a:lnTo>
                    <a:lnTo>
                      <a:pt x="134" y="138"/>
                    </a:lnTo>
                    <a:lnTo>
                      <a:pt x="134" y="138"/>
                    </a:lnTo>
                    <a:lnTo>
                      <a:pt x="134" y="138"/>
                    </a:lnTo>
                    <a:lnTo>
                      <a:pt x="134" y="138"/>
                    </a:lnTo>
                    <a:lnTo>
                      <a:pt x="134" y="138"/>
                    </a:lnTo>
                    <a:lnTo>
                      <a:pt x="130" y="138"/>
                    </a:lnTo>
                    <a:lnTo>
                      <a:pt x="130" y="138"/>
                    </a:lnTo>
                    <a:lnTo>
                      <a:pt x="130" y="138"/>
                    </a:lnTo>
                    <a:lnTo>
                      <a:pt x="130" y="138"/>
                    </a:lnTo>
                    <a:lnTo>
                      <a:pt x="126" y="134"/>
                    </a:lnTo>
                    <a:lnTo>
                      <a:pt x="124" y="134"/>
                    </a:lnTo>
                    <a:lnTo>
                      <a:pt x="124" y="134"/>
                    </a:lnTo>
                    <a:lnTo>
                      <a:pt x="124" y="134"/>
                    </a:lnTo>
                    <a:lnTo>
                      <a:pt x="120" y="138"/>
                    </a:lnTo>
                    <a:lnTo>
                      <a:pt x="120" y="138"/>
                    </a:lnTo>
                    <a:lnTo>
                      <a:pt x="120" y="138"/>
                    </a:lnTo>
                    <a:lnTo>
                      <a:pt x="120" y="138"/>
                    </a:lnTo>
                    <a:lnTo>
                      <a:pt x="120" y="138"/>
                    </a:lnTo>
                    <a:lnTo>
                      <a:pt x="120" y="138"/>
                    </a:lnTo>
                    <a:lnTo>
                      <a:pt x="120" y="142"/>
                    </a:lnTo>
                    <a:lnTo>
                      <a:pt x="116" y="146"/>
                    </a:lnTo>
                    <a:lnTo>
                      <a:pt x="116" y="146"/>
                    </a:lnTo>
                    <a:lnTo>
                      <a:pt x="116" y="146"/>
                    </a:lnTo>
                    <a:lnTo>
                      <a:pt x="116" y="146"/>
                    </a:lnTo>
                    <a:lnTo>
                      <a:pt x="116" y="150"/>
                    </a:lnTo>
                    <a:lnTo>
                      <a:pt x="116" y="150"/>
                    </a:lnTo>
                    <a:lnTo>
                      <a:pt x="112" y="150"/>
                    </a:lnTo>
                    <a:lnTo>
                      <a:pt x="112" y="154"/>
                    </a:lnTo>
                    <a:lnTo>
                      <a:pt x="112" y="154"/>
                    </a:lnTo>
                    <a:lnTo>
                      <a:pt x="112" y="154"/>
                    </a:lnTo>
                    <a:lnTo>
                      <a:pt x="112" y="154"/>
                    </a:lnTo>
                    <a:lnTo>
                      <a:pt x="112" y="154"/>
                    </a:lnTo>
                    <a:lnTo>
                      <a:pt x="112" y="154"/>
                    </a:lnTo>
                    <a:lnTo>
                      <a:pt x="112" y="154"/>
                    </a:lnTo>
                    <a:lnTo>
                      <a:pt x="112" y="154"/>
                    </a:lnTo>
                    <a:lnTo>
                      <a:pt x="108" y="154"/>
                    </a:lnTo>
                    <a:lnTo>
                      <a:pt x="104" y="154"/>
                    </a:lnTo>
                    <a:lnTo>
                      <a:pt x="86" y="154"/>
                    </a:lnTo>
                    <a:lnTo>
                      <a:pt x="70" y="138"/>
                    </a:lnTo>
                    <a:lnTo>
                      <a:pt x="60" y="130"/>
                    </a:lnTo>
                    <a:lnTo>
                      <a:pt x="60" y="128"/>
                    </a:lnTo>
                    <a:lnTo>
                      <a:pt x="48" y="116"/>
                    </a:lnTo>
                    <a:lnTo>
                      <a:pt x="38" y="112"/>
                    </a:lnTo>
                    <a:lnTo>
                      <a:pt x="22" y="100"/>
                    </a:lnTo>
                    <a:lnTo>
                      <a:pt x="18" y="100"/>
                    </a:lnTo>
                    <a:lnTo>
                      <a:pt x="12" y="98"/>
                    </a:lnTo>
                    <a:lnTo>
                      <a:pt x="8" y="98"/>
                    </a:lnTo>
                    <a:lnTo>
                      <a:pt x="8" y="98"/>
                    </a:lnTo>
                    <a:lnTo>
                      <a:pt x="8" y="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7" name="Freeform 31"/>
              <p:cNvSpPr>
                <a:spLocks noEditPoints="1"/>
              </p:cNvSpPr>
              <p:nvPr/>
            </p:nvSpPr>
            <p:spPr bwMode="gray">
              <a:xfrm>
                <a:off x="5641758" y="3503964"/>
                <a:ext cx="31307" cy="118270"/>
              </a:xfrm>
              <a:custGeom>
                <a:avLst/>
                <a:gdLst>
                  <a:gd name="T0" fmla="*/ 14 w 18"/>
                  <a:gd name="T1" fmla="*/ 46 h 68"/>
                  <a:gd name="T2" fmla="*/ 14 w 18"/>
                  <a:gd name="T3" fmla="*/ 50 h 68"/>
                  <a:gd name="T4" fmla="*/ 12 w 18"/>
                  <a:gd name="T5" fmla="*/ 56 h 68"/>
                  <a:gd name="T6" fmla="*/ 12 w 18"/>
                  <a:gd name="T7" fmla="*/ 60 h 68"/>
                  <a:gd name="T8" fmla="*/ 12 w 18"/>
                  <a:gd name="T9" fmla="*/ 60 h 68"/>
                  <a:gd name="T10" fmla="*/ 12 w 18"/>
                  <a:gd name="T11" fmla="*/ 68 h 68"/>
                  <a:gd name="T12" fmla="*/ 8 w 18"/>
                  <a:gd name="T13" fmla="*/ 68 h 68"/>
                  <a:gd name="T14" fmla="*/ 8 w 18"/>
                  <a:gd name="T15" fmla="*/ 68 h 68"/>
                  <a:gd name="T16" fmla="*/ 4 w 18"/>
                  <a:gd name="T17" fmla="*/ 52 h 68"/>
                  <a:gd name="T18" fmla="*/ 4 w 18"/>
                  <a:gd name="T19" fmla="*/ 46 h 68"/>
                  <a:gd name="T20" fmla="*/ 0 w 18"/>
                  <a:gd name="T21" fmla="*/ 38 h 68"/>
                  <a:gd name="T22" fmla="*/ 4 w 18"/>
                  <a:gd name="T23" fmla="*/ 34 h 68"/>
                  <a:gd name="T24" fmla="*/ 4 w 18"/>
                  <a:gd name="T25" fmla="*/ 30 h 68"/>
                  <a:gd name="T26" fmla="*/ 4 w 18"/>
                  <a:gd name="T27" fmla="*/ 26 h 68"/>
                  <a:gd name="T28" fmla="*/ 8 w 18"/>
                  <a:gd name="T29" fmla="*/ 22 h 68"/>
                  <a:gd name="T30" fmla="*/ 8 w 18"/>
                  <a:gd name="T31" fmla="*/ 20 h 68"/>
                  <a:gd name="T32" fmla="*/ 12 w 18"/>
                  <a:gd name="T33" fmla="*/ 8 h 68"/>
                  <a:gd name="T34" fmla="*/ 12 w 18"/>
                  <a:gd name="T35" fmla="*/ 8 h 68"/>
                  <a:gd name="T36" fmla="*/ 12 w 18"/>
                  <a:gd name="T37" fmla="*/ 8 h 68"/>
                  <a:gd name="T38" fmla="*/ 12 w 18"/>
                  <a:gd name="T39" fmla="*/ 4 h 68"/>
                  <a:gd name="T40" fmla="*/ 14 w 18"/>
                  <a:gd name="T41" fmla="*/ 4 h 68"/>
                  <a:gd name="T42" fmla="*/ 18 w 18"/>
                  <a:gd name="T43" fmla="*/ 4 h 68"/>
                  <a:gd name="T44" fmla="*/ 18 w 18"/>
                  <a:gd name="T45" fmla="*/ 0 h 68"/>
                  <a:gd name="T46" fmla="*/ 18 w 18"/>
                  <a:gd name="T47" fmla="*/ 0 h 68"/>
                  <a:gd name="T48" fmla="*/ 18 w 18"/>
                  <a:gd name="T49" fmla="*/ 0 h 68"/>
                  <a:gd name="T50" fmla="*/ 18 w 18"/>
                  <a:gd name="T51" fmla="*/ 4 h 68"/>
                  <a:gd name="T52" fmla="*/ 18 w 18"/>
                  <a:gd name="T53" fmla="*/ 8 h 68"/>
                  <a:gd name="T54" fmla="*/ 18 w 18"/>
                  <a:gd name="T55" fmla="*/ 8 h 68"/>
                  <a:gd name="T56" fmla="*/ 18 w 18"/>
                  <a:gd name="T57" fmla="*/ 12 h 68"/>
                  <a:gd name="T58" fmla="*/ 18 w 18"/>
                  <a:gd name="T59" fmla="*/ 16 h 68"/>
                  <a:gd name="T60" fmla="*/ 14 w 18"/>
                  <a:gd name="T61" fmla="*/ 12 h 68"/>
                  <a:gd name="T62" fmla="*/ 14 w 18"/>
                  <a:gd name="T63" fmla="*/ 12 h 68"/>
                  <a:gd name="T64" fmla="*/ 12 w 18"/>
                  <a:gd name="T65" fmla="*/ 16 h 68"/>
                  <a:gd name="T66" fmla="*/ 12 w 18"/>
                  <a:gd name="T67" fmla="*/ 20 h 68"/>
                  <a:gd name="T68" fmla="*/ 12 w 18"/>
                  <a:gd name="T69" fmla="*/ 22 h 68"/>
                  <a:gd name="T70" fmla="*/ 12 w 18"/>
                  <a:gd name="T71" fmla="*/ 26 h 68"/>
                  <a:gd name="T72" fmla="*/ 12 w 18"/>
                  <a:gd name="T73" fmla="*/ 26 h 68"/>
                  <a:gd name="T74" fmla="*/ 12 w 18"/>
                  <a:gd name="T75" fmla="*/ 26 h 68"/>
                  <a:gd name="T76" fmla="*/ 12 w 18"/>
                  <a:gd name="T77" fmla="*/ 30 h 68"/>
                  <a:gd name="T78" fmla="*/ 8 w 18"/>
                  <a:gd name="T79" fmla="*/ 34 h 68"/>
                  <a:gd name="T80" fmla="*/ 12 w 18"/>
                  <a:gd name="T81" fmla="*/ 34 h 68"/>
                  <a:gd name="T82" fmla="*/ 14 w 18"/>
                  <a:gd name="T83" fmla="*/ 34 h 68"/>
                  <a:gd name="T84" fmla="*/ 18 w 18"/>
                  <a:gd name="T85" fmla="*/ 30 h 68"/>
                  <a:gd name="T86" fmla="*/ 18 w 18"/>
                  <a:gd name="T87" fmla="*/ 34 h 68"/>
                  <a:gd name="T88" fmla="*/ 18 w 18"/>
                  <a:gd name="T89" fmla="*/ 38 h 68"/>
                  <a:gd name="T90" fmla="*/ 14 w 18"/>
                  <a:gd name="T91" fmla="*/ 42 h 68"/>
                  <a:gd name="T92" fmla="*/ 14 w 18"/>
                  <a:gd name="T93" fmla="*/ 26 h 68"/>
                  <a:gd name="T94" fmla="*/ 14 w 18"/>
                  <a:gd name="T95" fmla="*/ 26 h 68"/>
                  <a:gd name="T96" fmla="*/ 14 w 18"/>
                  <a:gd name="T97" fmla="*/ 2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8" h="68">
                    <a:moveTo>
                      <a:pt x="14" y="42"/>
                    </a:moveTo>
                    <a:lnTo>
                      <a:pt x="14" y="42"/>
                    </a:lnTo>
                    <a:lnTo>
                      <a:pt x="14" y="42"/>
                    </a:lnTo>
                    <a:lnTo>
                      <a:pt x="14" y="46"/>
                    </a:lnTo>
                    <a:lnTo>
                      <a:pt x="14" y="46"/>
                    </a:lnTo>
                    <a:lnTo>
                      <a:pt x="14" y="46"/>
                    </a:lnTo>
                    <a:lnTo>
                      <a:pt x="14" y="50"/>
                    </a:lnTo>
                    <a:lnTo>
                      <a:pt x="14" y="50"/>
                    </a:lnTo>
                    <a:lnTo>
                      <a:pt x="12" y="52"/>
                    </a:lnTo>
                    <a:lnTo>
                      <a:pt x="12" y="52"/>
                    </a:lnTo>
                    <a:lnTo>
                      <a:pt x="12" y="52"/>
                    </a:lnTo>
                    <a:lnTo>
                      <a:pt x="12" y="56"/>
                    </a:lnTo>
                    <a:lnTo>
                      <a:pt x="12" y="56"/>
                    </a:lnTo>
                    <a:lnTo>
                      <a:pt x="12" y="56"/>
                    </a:lnTo>
                    <a:lnTo>
                      <a:pt x="12" y="60"/>
                    </a:lnTo>
                    <a:lnTo>
                      <a:pt x="12" y="60"/>
                    </a:lnTo>
                    <a:lnTo>
                      <a:pt x="12" y="60"/>
                    </a:lnTo>
                    <a:lnTo>
                      <a:pt x="12" y="60"/>
                    </a:lnTo>
                    <a:lnTo>
                      <a:pt x="12" y="60"/>
                    </a:lnTo>
                    <a:lnTo>
                      <a:pt x="12" y="60"/>
                    </a:lnTo>
                    <a:lnTo>
                      <a:pt x="12" y="68"/>
                    </a:lnTo>
                    <a:lnTo>
                      <a:pt x="12" y="68"/>
                    </a:lnTo>
                    <a:lnTo>
                      <a:pt x="12" y="68"/>
                    </a:lnTo>
                    <a:lnTo>
                      <a:pt x="12" y="68"/>
                    </a:lnTo>
                    <a:lnTo>
                      <a:pt x="12" y="68"/>
                    </a:lnTo>
                    <a:lnTo>
                      <a:pt x="12" y="68"/>
                    </a:lnTo>
                    <a:lnTo>
                      <a:pt x="12" y="68"/>
                    </a:lnTo>
                    <a:lnTo>
                      <a:pt x="8" y="68"/>
                    </a:lnTo>
                    <a:lnTo>
                      <a:pt x="8" y="68"/>
                    </a:lnTo>
                    <a:lnTo>
                      <a:pt x="8" y="68"/>
                    </a:lnTo>
                    <a:lnTo>
                      <a:pt x="8" y="68"/>
                    </a:lnTo>
                    <a:lnTo>
                      <a:pt x="8" y="68"/>
                    </a:lnTo>
                    <a:lnTo>
                      <a:pt x="8" y="64"/>
                    </a:lnTo>
                    <a:lnTo>
                      <a:pt x="8" y="60"/>
                    </a:lnTo>
                    <a:lnTo>
                      <a:pt x="8" y="56"/>
                    </a:lnTo>
                    <a:lnTo>
                      <a:pt x="4" y="52"/>
                    </a:lnTo>
                    <a:lnTo>
                      <a:pt x="4" y="52"/>
                    </a:lnTo>
                    <a:lnTo>
                      <a:pt x="4" y="52"/>
                    </a:lnTo>
                    <a:lnTo>
                      <a:pt x="4" y="50"/>
                    </a:lnTo>
                    <a:lnTo>
                      <a:pt x="4" y="46"/>
                    </a:lnTo>
                    <a:lnTo>
                      <a:pt x="4" y="46"/>
                    </a:lnTo>
                    <a:lnTo>
                      <a:pt x="0" y="38"/>
                    </a:lnTo>
                    <a:lnTo>
                      <a:pt x="0" y="38"/>
                    </a:lnTo>
                    <a:lnTo>
                      <a:pt x="0" y="38"/>
                    </a:lnTo>
                    <a:lnTo>
                      <a:pt x="0" y="34"/>
                    </a:lnTo>
                    <a:lnTo>
                      <a:pt x="0" y="34"/>
                    </a:lnTo>
                    <a:lnTo>
                      <a:pt x="4" y="34"/>
                    </a:lnTo>
                    <a:lnTo>
                      <a:pt x="4" y="34"/>
                    </a:lnTo>
                    <a:lnTo>
                      <a:pt x="4" y="30"/>
                    </a:lnTo>
                    <a:lnTo>
                      <a:pt x="4" y="30"/>
                    </a:lnTo>
                    <a:lnTo>
                      <a:pt x="4" y="30"/>
                    </a:lnTo>
                    <a:lnTo>
                      <a:pt x="4" y="30"/>
                    </a:lnTo>
                    <a:lnTo>
                      <a:pt x="4" y="30"/>
                    </a:lnTo>
                    <a:lnTo>
                      <a:pt x="4" y="30"/>
                    </a:lnTo>
                    <a:lnTo>
                      <a:pt x="4" y="30"/>
                    </a:lnTo>
                    <a:lnTo>
                      <a:pt x="4" y="26"/>
                    </a:lnTo>
                    <a:lnTo>
                      <a:pt x="8" y="26"/>
                    </a:lnTo>
                    <a:lnTo>
                      <a:pt x="8" y="22"/>
                    </a:lnTo>
                    <a:lnTo>
                      <a:pt x="8" y="22"/>
                    </a:lnTo>
                    <a:lnTo>
                      <a:pt x="8" y="22"/>
                    </a:lnTo>
                    <a:lnTo>
                      <a:pt x="8" y="20"/>
                    </a:lnTo>
                    <a:lnTo>
                      <a:pt x="8" y="20"/>
                    </a:lnTo>
                    <a:lnTo>
                      <a:pt x="8" y="20"/>
                    </a:lnTo>
                    <a:lnTo>
                      <a:pt x="8" y="20"/>
                    </a:lnTo>
                    <a:lnTo>
                      <a:pt x="8" y="16"/>
                    </a:lnTo>
                    <a:lnTo>
                      <a:pt x="8" y="16"/>
                    </a:lnTo>
                    <a:lnTo>
                      <a:pt x="8" y="12"/>
                    </a:lnTo>
                    <a:lnTo>
                      <a:pt x="12" y="8"/>
                    </a:lnTo>
                    <a:lnTo>
                      <a:pt x="12" y="8"/>
                    </a:lnTo>
                    <a:lnTo>
                      <a:pt x="12" y="8"/>
                    </a:lnTo>
                    <a:lnTo>
                      <a:pt x="12" y="8"/>
                    </a:lnTo>
                    <a:lnTo>
                      <a:pt x="12" y="8"/>
                    </a:lnTo>
                    <a:lnTo>
                      <a:pt x="12" y="8"/>
                    </a:lnTo>
                    <a:lnTo>
                      <a:pt x="12" y="8"/>
                    </a:lnTo>
                    <a:lnTo>
                      <a:pt x="12" y="8"/>
                    </a:lnTo>
                    <a:lnTo>
                      <a:pt x="12" y="8"/>
                    </a:lnTo>
                    <a:lnTo>
                      <a:pt x="12" y="4"/>
                    </a:lnTo>
                    <a:lnTo>
                      <a:pt x="12" y="4"/>
                    </a:lnTo>
                    <a:lnTo>
                      <a:pt x="12" y="4"/>
                    </a:lnTo>
                    <a:lnTo>
                      <a:pt x="12" y="4"/>
                    </a:lnTo>
                    <a:lnTo>
                      <a:pt x="12" y="4"/>
                    </a:lnTo>
                    <a:lnTo>
                      <a:pt x="12" y="4"/>
                    </a:lnTo>
                    <a:lnTo>
                      <a:pt x="14" y="4"/>
                    </a:lnTo>
                    <a:lnTo>
                      <a:pt x="14" y="4"/>
                    </a:lnTo>
                    <a:lnTo>
                      <a:pt x="14" y="4"/>
                    </a:lnTo>
                    <a:lnTo>
                      <a:pt x="14" y="4"/>
                    </a:lnTo>
                    <a:lnTo>
                      <a:pt x="14" y="4"/>
                    </a:lnTo>
                    <a:lnTo>
                      <a:pt x="18" y="4"/>
                    </a:lnTo>
                    <a:lnTo>
                      <a:pt x="18" y="0"/>
                    </a:lnTo>
                    <a:lnTo>
                      <a:pt x="18" y="0"/>
                    </a:lnTo>
                    <a:lnTo>
                      <a:pt x="18" y="0"/>
                    </a:lnTo>
                    <a:lnTo>
                      <a:pt x="18" y="0"/>
                    </a:lnTo>
                    <a:lnTo>
                      <a:pt x="18" y="0"/>
                    </a:lnTo>
                    <a:lnTo>
                      <a:pt x="18" y="0"/>
                    </a:lnTo>
                    <a:lnTo>
                      <a:pt x="18" y="0"/>
                    </a:lnTo>
                    <a:lnTo>
                      <a:pt x="18" y="0"/>
                    </a:lnTo>
                    <a:lnTo>
                      <a:pt x="18" y="0"/>
                    </a:lnTo>
                    <a:lnTo>
                      <a:pt x="18" y="0"/>
                    </a:lnTo>
                    <a:lnTo>
                      <a:pt x="18" y="0"/>
                    </a:lnTo>
                    <a:lnTo>
                      <a:pt x="18" y="0"/>
                    </a:lnTo>
                    <a:lnTo>
                      <a:pt x="18" y="4"/>
                    </a:lnTo>
                    <a:lnTo>
                      <a:pt x="18" y="4"/>
                    </a:lnTo>
                    <a:lnTo>
                      <a:pt x="18" y="4"/>
                    </a:lnTo>
                    <a:lnTo>
                      <a:pt x="18" y="4"/>
                    </a:lnTo>
                    <a:lnTo>
                      <a:pt x="18" y="4"/>
                    </a:lnTo>
                    <a:lnTo>
                      <a:pt x="18" y="8"/>
                    </a:lnTo>
                    <a:lnTo>
                      <a:pt x="18" y="8"/>
                    </a:lnTo>
                    <a:lnTo>
                      <a:pt x="18" y="8"/>
                    </a:lnTo>
                    <a:lnTo>
                      <a:pt x="18" y="8"/>
                    </a:lnTo>
                    <a:lnTo>
                      <a:pt x="18" y="8"/>
                    </a:lnTo>
                    <a:lnTo>
                      <a:pt x="18" y="8"/>
                    </a:lnTo>
                    <a:lnTo>
                      <a:pt x="18" y="8"/>
                    </a:lnTo>
                    <a:lnTo>
                      <a:pt x="18" y="8"/>
                    </a:lnTo>
                    <a:lnTo>
                      <a:pt x="18" y="12"/>
                    </a:lnTo>
                    <a:lnTo>
                      <a:pt x="18" y="12"/>
                    </a:lnTo>
                    <a:lnTo>
                      <a:pt x="18" y="12"/>
                    </a:lnTo>
                    <a:lnTo>
                      <a:pt x="18" y="12"/>
                    </a:lnTo>
                    <a:lnTo>
                      <a:pt x="18" y="16"/>
                    </a:lnTo>
                    <a:lnTo>
                      <a:pt x="18" y="16"/>
                    </a:lnTo>
                    <a:lnTo>
                      <a:pt x="18" y="16"/>
                    </a:lnTo>
                    <a:lnTo>
                      <a:pt x="14" y="16"/>
                    </a:lnTo>
                    <a:lnTo>
                      <a:pt x="14" y="12"/>
                    </a:lnTo>
                    <a:lnTo>
                      <a:pt x="14" y="12"/>
                    </a:lnTo>
                    <a:lnTo>
                      <a:pt x="14" y="12"/>
                    </a:lnTo>
                    <a:lnTo>
                      <a:pt x="14" y="12"/>
                    </a:lnTo>
                    <a:lnTo>
                      <a:pt x="14" y="12"/>
                    </a:lnTo>
                    <a:lnTo>
                      <a:pt x="14" y="12"/>
                    </a:lnTo>
                    <a:lnTo>
                      <a:pt x="14" y="12"/>
                    </a:lnTo>
                    <a:lnTo>
                      <a:pt x="12" y="16"/>
                    </a:lnTo>
                    <a:lnTo>
                      <a:pt x="12" y="16"/>
                    </a:lnTo>
                    <a:lnTo>
                      <a:pt x="12" y="16"/>
                    </a:lnTo>
                    <a:lnTo>
                      <a:pt x="12" y="16"/>
                    </a:lnTo>
                    <a:lnTo>
                      <a:pt x="12" y="16"/>
                    </a:lnTo>
                    <a:lnTo>
                      <a:pt x="12" y="16"/>
                    </a:lnTo>
                    <a:lnTo>
                      <a:pt x="12" y="20"/>
                    </a:lnTo>
                    <a:lnTo>
                      <a:pt x="12" y="20"/>
                    </a:lnTo>
                    <a:lnTo>
                      <a:pt x="12" y="20"/>
                    </a:lnTo>
                    <a:lnTo>
                      <a:pt x="12" y="22"/>
                    </a:lnTo>
                    <a:lnTo>
                      <a:pt x="12" y="22"/>
                    </a:lnTo>
                    <a:lnTo>
                      <a:pt x="12" y="22"/>
                    </a:lnTo>
                    <a:lnTo>
                      <a:pt x="12" y="22"/>
                    </a:lnTo>
                    <a:lnTo>
                      <a:pt x="12" y="26"/>
                    </a:lnTo>
                    <a:lnTo>
                      <a:pt x="12" y="26"/>
                    </a:lnTo>
                    <a:lnTo>
                      <a:pt x="12" y="26"/>
                    </a:lnTo>
                    <a:lnTo>
                      <a:pt x="12" y="26"/>
                    </a:lnTo>
                    <a:lnTo>
                      <a:pt x="12" y="26"/>
                    </a:lnTo>
                    <a:lnTo>
                      <a:pt x="12" y="26"/>
                    </a:lnTo>
                    <a:lnTo>
                      <a:pt x="12" y="26"/>
                    </a:lnTo>
                    <a:lnTo>
                      <a:pt x="14" y="26"/>
                    </a:lnTo>
                    <a:lnTo>
                      <a:pt x="14" y="26"/>
                    </a:lnTo>
                    <a:lnTo>
                      <a:pt x="12" y="26"/>
                    </a:lnTo>
                    <a:lnTo>
                      <a:pt x="12" y="26"/>
                    </a:lnTo>
                    <a:lnTo>
                      <a:pt x="12" y="30"/>
                    </a:lnTo>
                    <a:lnTo>
                      <a:pt x="12" y="30"/>
                    </a:lnTo>
                    <a:lnTo>
                      <a:pt x="12" y="30"/>
                    </a:lnTo>
                    <a:lnTo>
                      <a:pt x="12" y="30"/>
                    </a:lnTo>
                    <a:lnTo>
                      <a:pt x="12" y="30"/>
                    </a:lnTo>
                    <a:lnTo>
                      <a:pt x="12" y="30"/>
                    </a:lnTo>
                    <a:lnTo>
                      <a:pt x="12" y="34"/>
                    </a:lnTo>
                    <a:lnTo>
                      <a:pt x="8" y="34"/>
                    </a:lnTo>
                    <a:lnTo>
                      <a:pt x="8" y="34"/>
                    </a:lnTo>
                    <a:lnTo>
                      <a:pt x="8" y="34"/>
                    </a:lnTo>
                    <a:lnTo>
                      <a:pt x="8" y="34"/>
                    </a:lnTo>
                    <a:lnTo>
                      <a:pt x="12" y="34"/>
                    </a:lnTo>
                    <a:lnTo>
                      <a:pt x="12" y="34"/>
                    </a:lnTo>
                    <a:lnTo>
                      <a:pt x="14" y="34"/>
                    </a:lnTo>
                    <a:lnTo>
                      <a:pt x="14" y="34"/>
                    </a:lnTo>
                    <a:lnTo>
                      <a:pt x="14" y="34"/>
                    </a:lnTo>
                    <a:lnTo>
                      <a:pt x="14" y="34"/>
                    </a:lnTo>
                    <a:lnTo>
                      <a:pt x="14" y="30"/>
                    </a:lnTo>
                    <a:lnTo>
                      <a:pt x="18" y="30"/>
                    </a:lnTo>
                    <a:lnTo>
                      <a:pt x="18" y="30"/>
                    </a:lnTo>
                    <a:lnTo>
                      <a:pt x="18" y="34"/>
                    </a:lnTo>
                    <a:lnTo>
                      <a:pt x="18" y="34"/>
                    </a:lnTo>
                    <a:lnTo>
                      <a:pt x="18" y="34"/>
                    </a:lnTo>
                    <a:lnTo>
                      <a:pt x="18" y="34"/>
                    </a:lnTo>
                    <a:lnTo>
                      <a:pt x="14" y="38"/>
                    </a:lnTo>
                    <a:lnTo>
                      <a:pt x="14" y="38"/>
                    </a:lnTo>
                    <a:lnTo>
                      <a:pt x="18" y="38"/>
                    </a:lnTo>
                    <a:lnTo>
                      <a:pt x="18" y="38"/>
                    </a:lnTo>
                    <a:lnTo>
                      <a:pt x="18" y="38"/>
                    </a:lnTo>
                    <a:lnTo>
                      <a:pt x="14" y="42"/>
                    </a:lnTo>
                    <a:lnTo>
                      <a:pt x="14" y="42"/>
                    </a:lnTo>
                    <a:lnTo>
                      <a:pt x="14" y="42"/>
                    </a:lnTo>
                    <a:lnTo>
                      <a:pt x="14" y="42"/>
                    </a:lnTo>
                    <a:close/>
                    <a:moveTo>
                      <a:pt x="14" y="26"/>
                    </a:moveTo>
                    <a:lnTo>
                      <a:pt x="14" y="26"/>
                    </a:lnTo>
                    <a:lnTo>
                      <a:pt x="14" y="26"/>
                    </a:lnTo>
                    <a:lnTo>
                      <a:pt x="14" y="26"/>
                    </a:lnTo>
                    <a:lnTo>
                      <a:pt x="14" y="26"/>
                    </a:lnTo>
                    <a:lnTo>
                      <a:pt x="14" y="26"/>
                    </a:lnTo>
                    <a:lnTo>
                      <a:pt x="14" y="26"/>
                    </a:lnTo>
                    <a:lnTo>
                      <a:pt x="14" y="26"/>
                    </a:lnTo>
                    <a:lnTo>
                      <a:pt x="14" y="26"/>
                    </a:lnTo>
                    <a:lnTo>
                      <a:pt x="14" y="26"/>
                    </a:lnTo>
                    <a:lnTo>
                      <a:pt x="14" y="26"/>
                    </a:lnTo>
                    <a:lnTo>
                      <a:pt x="1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8" name="Freeform 32"/>
              <p:cNvSpPr>
                <a:spLocks noEditPoints="1"/>
              </p:cNvSpPr>
              <p:nvPr/>
            </p:nvSpPr>
            <p:spPr bwMode="gray">
              <a:xfrm>
                <a:off x="7836712" y="3090019"/>
                <a:ext cx="546130" cy="699181"/>
              </a:xfrm>
              <a:custGeom>
                <a:avLst/>
                <a:gdLst>
                  <a:gd name="T0" fmla="*/ 98 w 314"/>
                  <a:gd name="T1" fmla="*/ 250 h 402"/>
                  <a:gd name="T2" fmla="*/ 278 w 314"/>
                  <a:gd name="T3" fmla="*/ 70 h 402"/>
                  <a:gd name="T4" fmla="*/ 240 w 314"/>
                  <a:gd name="T5" fmla="*/ 60 h 402"/>
                  <a:gd name="T6" fmla="*/ 248 w 314"/>
                  <a:gd name="T7" fmla="*/ 78 h 402"/>
                  <a:gd name="T8" fmla="*/ 228 w 314"/>
                  <a:gd name="T9" fmla="*/ 66 h 402"/>
                  <a:gd name="T10" fmla="*/ 244 w 314"/>
                  <a:gd name="T11" fmla="*/ 48 h 402"/>
                  <a:gd name="T12" fmla="*/ 258 w 314"/>
                  <a:gd name="T13" fmla="*/ 26 h 402"/>
                  <a:gd name="T14" fmla="*/ 270 w 314"/>
                  <a:gd name="T15" fmla="*/ 12 h 402"/>
                  <a:gd name="T16" fmla="*/ 296 w 314"/>
                  <a:gd name="T17" fmla="*/ 34 h 402"/>
                  <a:gd name="T18" fmla="*/ 310 w 314"/>
                  <a:gd name="T19" fmla="*/ 42 h 402"/>
                  <a:gd name="T20" fmla="*/ 296 w 314"/>
                  <a:gd name="T21" fmla="*/ 52 h 402"/>
                  <a:gd name="T22" fmla="*/ 252 w 314"/>
                  <a:gd name="T23" fmla="*/ 8 h 402"/>
                  <a:gd name="T24" fmla="*/ 226 w 314"/>
                  <a:gd name="T25" fmla="*/ 66 h 402"/>
                  <a:gd name="T26" fmla="*/ 136 w 314"/>
                  <a:gd name="T27" fmla="*/ 216 h 402"/>
                  <a:gd name="T28" fmla="*/ 116 w 314"/>
                  <a:gd name="T29" fmla="*/ 224 h 402"/>
                  <a:gd name="T30" fmla="*/ 120 w 314"/>
                  <a:gd name="T31" fmla="*/ 208 h 402"/>
                  <a:gd name="T32" fmla="*/ 136 w 314"/>
                  <a:gd name="T33" fmla="*/ 194 h 402"/>
                  <a:gd name="T34" fmla="*/ 166 w 314"/>
                  <a:gd name="T35" fmla="*/ 190 h 402"/>
                  <a:gd name="T36" fmla="*/ 176 w 314"/>
                  <a:gd name="T37" fmla="*/ 194 h 402"/>
                  <a:gd name="T38" fmla="*/ 188 w 314"/>
                  <a:gd name="T39" fmla="*/ 164 h 402"/>
                  <a:gd name="T40" fmla="*/ 192 w 314"/>
                  <a:gd name="T41" fmla="*/ 172 h 402"/>
                  <a:gd name="T42" fmla="*/ 218 w 314"/>
                  <a:gd name="T43" fmla="*/ 148 h 402"/>
                  <a:gd name="T44" fmla="*/ 236 w 314"/>
                  <a:gd name="T45" fmla="*/ 118 h 402"/>
                  <a:gd name="T46" fmla="*/ 232 w 314"/>
                  <a:gd name="T47" fmla="*/ 96 h 402"/>
                  <a:gd name="T48" fmla="*/ 248 w 314"/>
                  <a:gd name="T49" fmla="*/ 90 h 402"/>
                  <a:gd name="T50" fmla="*/ 252 w 314"/>
                  <a:gd name="T51" fmla="*/ 82 h 402"/>
                  <a:gd name="T52" fmla="*/ 262 w 314"/>
                  <a:gd name="T53" fmla="*/ 116 h 402"/>
                  <a:gd name="T54" fmla="*/ 254 w 314"/>
                  <a:gd name="T55" fmla="*/ 142 h 402"/>
                  <a:gd name="T56" fmla="*/ 244 w 314"/>
                  <a:gd name="T57" fmla="*/ 172 h 402"/>
                  <a:gd name="T58" fmla="*/ 236 w 314"/>
                  <a:gd name="T59" fmla="*/ 202 h 402"/>
                  <a:gd name="T60" fmla="*/ 228 w 314"/>
                  <a:gd name="T61" fmla="*/ 198 h 402"/>
                  <a:gd name="T62" fmla="*/ 214 w 314"/>
                  <a:gd name="T63" fmla="*/ 202 h 402"/>
                  <a:gd name="T64" fmla="*/ 196 w 314"/>
                  <a:gd name="T65" fmla="*/ 208 h 402"/>
                  <a:gd name="T66" fmla="*/ 184 w 314"/>
                  <a:gd name="T67" fmla="*/ 212 h 402"/>
                  <a:gd name="T68" fmla="*/ 176 w 314"/>
                  <a:gd name="T69" fmla="*/ 230 h 402"/>
                  <a:gd name="T70" fmla="*/ 166 w 314"/>
                  <a:gd name="T71" fmla="*/ 212 h 402"/>
                  <a:gd name="T72" fmla="*/ 210 w 314"/>
                  <a:gd name="T73" fmla="*/ 148 h 402"/>
                  <a:gd name="T74" fmla="*/ 214 w 314"/>
                  <a:gd name="T75" fmla="*/ 142 h 402"/>
                  <a:gd name="T76" fmla="*/ 80 w 314"/>
                  <a:gd name="T77" fmla="*/ 216 h 402"/>
                  <a:gd name="T78" fmla="*/ 158 w 314"/>
                  <a:gd name="T79" fmla="*/ 220 h 402"/>
                  <a:gd name="T80" fmla="*/ 150 w 314"/>
                  <a:gd name="T81" fmla="*/ 234 h 402"/>
                  <a:gd name="T82" fmla="*/ 132 w 314"/>
                  <a:gd name="T83" fmla="*/ 246 h 402"/>
                  <a:gd name="T84" fmla="*/ 124 w 314"/>
                  <a:gd name="T85" fmla="*/ 234 h 402"/>
                  <a:gd name="T86" fmla="*/ 146 w 314"/>
                  <a:gd name="T87" fmla="*/ 220 h 402"/>
                  <a:gd name="T88" fmla="*/ 80 w 314"/>
                  <a:gd name="T89" fmla="*/ 224 h 402"/>
                  <a:gd name="T90" fmla="*/ 128 w 314"/>
                  <a:gd name="T91" fmla="*/ 220 h 402"/>
                  <a:gd name="T92" fmla="*/ 90 w 314"/>
                  <a:gd name="T93" fmla="*/ 238 h 402"/>
                  <a:gd name="T94" fmla="*/ 106 w 314"/>
                  <a:gd name="T95" fmla="*/ 230 h 402"/>
                  <a:gd name="T96" fmla="*/ 120 w 314"/>
                  <a:gd name="T97" fmla="*/ 246 h 402"/>
                  <a:gd name="T98" fmla="*/ 106 w 314"/>
                  <a:gd name="T99" fmla="*/ 272 h 402"/>
                  <a:gd name="T100" fmla="*/ 98 w 314"/>
                  <a:gd name="T101" fmla="*/ 272 h 402"/>
                  <a:gd name="T102" fmla="*/ 98 w 314"/>
                  <a:gd name="T103" fmla="*/ 258 h 402"/>
                  <a:gd name="T104" fmla="*/ 98 w 314"/>
                  <a:gd name="T105" fmla="*/ 246 h 402"/>
                  <a:gd name="T106" fmla="*/ 90 w 314"/>
                  <a:gd name="T107" fmla="*/ 228 h 402"/>
                  <a:gd name="T108" fmla="*/ 86 w 314"/>
                  <a:gd name="T109" fmla="*/ 234 h 402"/>
                  <a:gd name="T110" fmla="*/ 76 w 314"/>
                  <a:gd name="T111" fmla="*/ 250 h 402"/>
                  <a:gd name="T112" fmla="*/ 90 w 314"/>
                  <a:gd name="T113" fmla="*/ 258 h 402"/>
                  <a:gd name="T114" fmla="*/ 98 w 314"/>
                  <a:gd name="T115" fmla="*/ 294 h 402"/>
                  <a:gd name="T116" fmla="*/ 86 w 314"/>
                  <a:gd name="T117" fmla="*/ 324 h 402"/>
                  <a:gd name="T118" fmla="*/ 60 w 314"/>
                  <a:gd name="T119" fmla="*/ 362 h 402"/>
                  <a:gd name="T120" fmla="*/ 68 w 314"/>
                  <a:gd name="T121" fmla="*/ 354 h 402"/>
                  <a:gd name="T122" fmla="*/ 12 w 314"/>
                  <a:gd name="T123" fmla="*/ 398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14" h="402">
                    <a:moveTo>
                      <a:pt x="128" y="228"/>
                    </a:moveTo>
                    <a:lnTo>
                      <a:pt x="124" y="228"/>
                    </a:lnTo>
                    <a:lnTo>
                      <a:pt x="124" y="224"/>
                    </a:lnTo>
                    <a:lnTo>
                      <a:pt x="124" y="228"/>
                    </a:lnTo>
                    <a:lnTo>
                      <a:pt x="124" y="224"/>
                    </a:lnTo>
                    <a:lnTo>
                      <a:pt x="128" y="224"/>
                    </a:lnTo>
                    <a:lnTo>
                      <a:pt x="128" y="228"/>
                    </a:lnTo>
                    <a:lnTo>
                      <a:pt x="128" y="228"/>
                    </a:lnTo>
                    <a:lnTo>
                      <a:pt x="128" y="228"/>
                    </a:lnTo>
                    <a:close/>
                    <a:moveTo>
                      <a:pt x="94" y="254"/>
                    </a:moveTo>
                    <a:lnTo>
                      <a:pt x="98" y="250"/>
                    </a:lnTo>
                    <a:lnTo>
                      <a:pt x="98" y="254"/>
                    </a:lnTo>
                    <a:lnTo>
                      <a:pt x="94" y="254"/>
                    </a:lnTo>
                    <a:lnTo>
                      <a:pt x="94" y="254"/>
                    </a:lnTo>
                    <a:lnTo>
                      <a:pt x="94" y="254"/>
                    </a:lnTo>
                    <a:close/>
                    <a:moveTo>
                      <a:pt x="288" y="56"/>
                    </a:moveTo>
                    <a:lnTo>
                      <a:pt x="284" y="60"/>
                    </a:lnTo>
                    <a:lnTo>
                      <a:pt x="282" y="60"/>
                    </a:lnTo>
                    <a:lnTo>
                      <a:pt x="282" y="62"/>
                    </a:lnTo>
                    <a:lnTo>
                      <a:pt x="282" y="66"/>
                    </a:lnTo>
                    <a:lnTo>
                      <a:pt x="282" y="70"/>
                    </a:lnTo>
                    <a:lnTo>
                      <a:pt x="278" y="70"/>
                    </a:lnTo>
                    <a:lnTo>
                      <a:pt x="274" y="66"/>
                    </a:lnTo>
                    <a:lnTo>
                      <a:pt x="270" y="66"/>
                    </a:lnTo>
                    <a:lnTo>
                      <a:pt x="266" y="62"/>
                    </a:lnTo>
                    <a:lnTo>
                      <a:pt x="262" y="62"/>
                    </a:lnTo>
                    <a:lnTo>
                      <a:pt x="262" y="60"/>
                    </a:lnTo>
                    <a:lnTo>
                      <a:pt x="258" y="60"/>
                    </a:lnTo>
                    <a:lnTo>
                      <a:pt x="254" y="60"/>
                    </a:lnTo>
                    <a:lnTo>
                      <a:pt x="252" y="62"/>
                    </a:lnTo>
                    <a:lnTo>
                      <a:pt x="248" y="62"/>
                    </a:lnTo>
                    <a:lnTo>
                      <a:pt x="244" y="60"/>
                    </a:lnTo>
                    <a:lnTo>
                      <a:pt x="240" y="60"/>
                    </a:lnTo>
                    <a:lnTo>
                      <a:pt x="240" y="62"/>
                    </a:lnTo>
                    <a:lnTo>
                      <a:pt x="236" y="62"/>
                    </a:lnTo>
                    <a:lnTo>
                      <a:pt x="236" y="66"/>
                    </a:lnTo>
                    <a:lnTo>
                      <a:pt x="240" y="66"/>
                    </a:lnTo>
                    <a:lnTo>
                      <a:pt x="244" y="66"/>
                    </a:lnTo>
                    <a:lnTo>
                      <a:pt x="244" y="70"/>
                    </a:lnTo>
                    <a:lnTo>
                      <a:pt x="248" y="70"/>
                    </a:lnTo>
                    <a:lnTo>
                      <a:pt x="248" y="74"/>
                    </a:lnTo>
                    <a:lnTo>
                      <a:pt x="252" y="74"/>
                    </a:lnTo>
                    <a:lnTo>
                      <a:pt x="248" y="74"/>
                    </a:lnTo>
                    <a:lnTo>
                      <a:pt x="248" y="78"/>
                    </a:lnTo>
                    <a:lnTo>
                      <a:pt x="244" y="74"/>
                    </a:lnTo>
                    <a:lnTo>
                      <a:pt x="240" y="78"/>
                    </a:lnTo>
                    <a:lnTo>
                      <a:pt x="240" y="82"/>
                    </a:lnTo>
                    <a:lnTo>
                      <a:pt x="236" y="82"/>
                    </a:lnTo>
                    <a:lnTo>
                      <a:pt x="232" y="82"/>
                    </a:lnTo>
                    <a:lnTo>
                      <a:pt x="232" y="78"/>
                    </a:lnTo>
                    <a:lnTo>
                      <a:pt x="236" y="74"/>
                    </a:lnTo>
                    <a:lnTo>
                      <a:pt x="236" y="70"/>
                    </a:lnTo>
                    <a:lnTo>
                      <a:pt x="232" y="70"/>
                    </a:lnTo>
                    <a:lnTo>
                      <a:pt x="232" y="66"/>
                    </a:lnTo>
                    <a:lnTo>
                      <a:pt x="228" y="66"/>
                    </a:lnTo>
                    <a:lnTo>
                      <a:pt x="228" y="62"/>
                    </a:lnTo>
                    <a:lnTo>
                      <a:pt x="232" y="62"/>
                    </a:lnTo>
                    <a:lnTo>
                      <a:pt x="232" y="60"/>
                    </a:lnTo>
                    <a:lnTo>
                      <a:pt x="232" y="56"/>
                    </a:lnTo>
                    <a:lnTo>
                      <a:pt x="236" y="56"/>
                    </a:lnTo>
                    <a:lnTo>
                      <a:pt x="240" y="56"/>
                    </a:lnTo>
                    <a:lnTo>
                      <a:pt x="240" y="52"/>
                    </a:lnTo>
                    <a:lnTo>
                      <a:pt x="240" y="48"/>
                    </a:lnTo>
                    <a:lnTo>
                      <a:pt x="240" y="46"/>
                    </a:lnTo>
                    <a:lnTo>
                      <a:pt x="244" y="46"/>
                    </a:lnTo>
                    <a:lnTo>
                      <a:pt x="244" y="48"/>
                    </a:lnTo>
                    <a:lnTo>
                      <a:pt x="248" y="48"/>
                    </a:lnTo>
                    <a:lnTo>
                      <a:pt x="252" y="48"/>
                    </a:lnTo>
                    <a:lnTo>
                      <a:pt x="252" y="46"/>
                    </a:lnTo>
                    <a:lnTo>
                      <a:pt x="254" y="46"/>
                    </a:lnTo>
                    <a:lnTo>
                      <a:pt x="254" y="42"/>
                    </a:lnTo>
                    <a:lnTo>
                      <a:pt x="252" y="38"/>
                    </a:lnTo>
                    <a:lnTo>
                      <a:pt x="254" y="38"/>
                    </a:lnTo>
                    <a:lnTo>
                      <a:pt x="254" y="34"/>
                    </a:lnTo>
                    <a:lnTo>
                      <a:pt x="258" y="34"/>
                    </a:lnTo>
                    <a:lnTo>
                      <a:pt x="258" y="30"/>
                    </a:lnTo>
                    <a:lnTo>
                      <a:pt x="258" y="26"/>
                    </a:lnTo>
                    <a:lnTo>
                      <a:pt x="258" y="22"/>
                    </a:lnTo>
                    <a:lnTo>
                      <a:pt x="258" y="20"/>
                    </a:lnTo>
                    <a:lnTo>
                      <a:pt x="258" y="16"/>
                    </a:lnTo>
                    <a:lnTo>
                      <a:pt x="258" y="12"/>
                    </a:lnTo>
                    <a:lnTo>
                      <a:pt x="254" y="8"/>
                    </a:lnTo>
                    <a:lnTo>
                      <a:pt x="258" y="4"/>
                    </a:lnTo>
                    <a:lnTo>
                      <a:pt x="262" y="0"/>
                    </a:lnTo>
                    <a:lnTo>
                      <a:pt x="262" y="4"/>
                    </a:lnTo>
                    <a:lnTo>
                      <a:pt x="266" y="4"/>
                    </a:lnTo>
                    <a:lnTo>
                      <a:pt x="266" y="8"/>
                    </a:lnTo>
                    <a:lnTo>
                      <a:pt x="270" y="12"/>
                    </a:lnTo>
                    <a:lnTo>
                      <a:pt x="270" y="16"/>
                    </a:lnTo>
                    <a:lnTo>
                      <a:pt x="274" y="16"/>
                    </a:lnTo>
                    <a:lnTo>
                      <a:pt x="274" y="20"/>
                    </a:lnTo>
                    <a:lnTo>
                      <a:pt x="278" y="20"/>
                    </a:lnTo>
                    <a:lnTo>
                      <a:pt x="278" y="22"/>
                    </a:lnTo>
                    <a:lnTo>
                      <a:pt x="282" y="26"/>
                    </a:lnTo>
                    <a:lnTo>
                      <a:pt x="284" y="26"/>
                    </a:lnTo>
                    <a:lnTo>
                      <a:pt x="284" y="30"/>
                    </a:lnTo>
                    <a:lnTo>
                      <a:pt x="288" y="30"/>
                    </a:lnTo>
                    <a:lnTo>
                      <a:pt x="292" y="30"/>
                    </a:lnTo>
                    <a:lnTo>
                      <a:pt x="296" y="34"/>
                    </a:lnTo>
                    <a:lnTo>
                      <a:pt x="300" y="34"/>
                    </a:lnTo>
                    <a:lnTo>
                      <a:pt x="302" y="34"/>
                    </a:lnTo>
                    <a:lnTo>
                      <a:pt x="302" y="30"/>
                    </a:lnTo>
                    <a:lnTo>
                      <a:pt x="306" y="30"/>
                    </a:lnTo>
                    <a:lnTo>
                      <a:pt x="306" y="26"/>
                    </a:lnTo>
                    <a:lnTo>
                      <a:pt x="310" y="26"/>
                    </a:lnTo>
                    <a:lnTo>
                      <a:pt x="306" y="30"/>
                    </a:lnTo>
                    <a:lnTo>
                      <a:pt x="306" y="34"/>
                    </a:lnTo>
                    <a:lnTo>
                      <a:pt x="306" y="38"/>
                    </a:lnTo>
                    <a:lnTo>
                      <a:pt x="306" y="42"/>
                    </a:lnTo>
                    <a:lnTo>
                      <a:pt x="310" y="42"/>
                    </a:lnTo>
                    <a:lnTo>
                      <a:pt x="306" y="42"/>
                    </a:lnTo>
                    <a:lnTo>
                      <a:pt x="306" y="46"/>
                    </a:lnTo>
                    <a:lnTo>
                      <a:pt x="310" y="46"/>
                    </a:lnTo>
                    <a:lnTo>
                      <a:pt x="314" y="46"/>
                    </a:lnTo>
                    <a:lnTo>
                      <a:pt x="310" y="46"/>
                    </a:lnTo>
                    <a:lnTo>
                      <a:pt x="310" y="48"/>
                    </a:lnTo>
                    <a:lnTo>
                      <a:pt x="306" y="48"/>
                    </a:lnTo>
                    <a:lnTo>
                      <a:pt x="302" y="52"/>
                    </a:lnTo>
                    <a:lnTo>
                      <a:pt x="302" y="48"/>
                    </a:lnTo>
                    <a:lnTo>
                      <a:pt x="300" y="52"/>
                    </a:lnTo>
                    <a:lnTo>
                      <a:pt x="296" y="52"/>
                    </a:lnTo>
                    <a:lnTo>
                      <a:pt x="292" y="52"/>
                    </a:lnTo>
                    <a:lnTo>
                      <a:pt x="288" y="52"/>
                    </a:lnTo>
                    <a:lnTo>
                      <a:pt x="288" y="56"/>
                    </a:lnTo>
                    <a:lnTo>
                      <a:pt x="288" y="56"/>
                    </a:lnTo>
                    <a:lnTo>
                      <a:pt x="288" y="56"/>
                    </a:lnTo>
                    <a:close/>
                    <a:moveTo>
                      <a:pt x="248" y="4"/>
                    </a:moveTo>
                    <a:lnTo>
                      <a:pt x="248" y="8"/>
                    </a:lnTo>
                    <a:lnTo>
                      <a:pt x="248" y="4"/>
                    </a:lnTo>
                    <a:lnTo>
                      <a:pt x="248" y="4"/>
                    </a:lnTo>
                    <a:lnTo>
                      <a:pt x="248" y="4"/>
                    </a:lnTo>
                    <a:close/>
                    <a:moveTo>
                      <a:pt x="252" y="8"/>
                    </a:moveTo>
                    <a:lnTo>
                      <a:pt x="252" y="12"/>
                    </a:lnTo>
                    <a:lnTo>
                      <a:pt x="252" y="8"/>
                    </a:lnTo>
                    <a:lnTo>
                      <a:pt x="252" y="8"/>
                    </a:lnTo>
                    <a:lnTo>
                      <a:pt x="252" y="8"/>
                    </a:lnTo>
                    <a:close/>
                    <a:moveTo>
                      <a:pt x="226" y="66"/>
                    </a:moveTo>
                    <a:lnTo>
                      <a:pt x="228" y="66"/>
                    </a:lnTo>
                    <a:lnTo>
                      <a:pt x="226" y="66"/>
                    </a:lnTo>
                    <a:lnTo>
                      <a:pt x="226" y="70"/>
                    </a:lnTo>
                    <a:lnTo>
                      <a:pt x="226" y="66"/>
                    </a:lnTo>
                    <a:lnTo>
                      <a:pt x="226" y="66"/>
                    </a:lnTo>
                    <a:lnTo>
                      <a:pt x="226" y="66"/>
                    </a:lnTo>
                    <a:close/>
                    <a:moveTo>
                      <a:pt x="154" y="208"/>
                    </a:moveTo>
                    <a:lnTo>
                      <a:pt x="150" y="208"/>
                    </a:lnTo>
                    <a:lnTo>
                      <a:pt x="150" y="212"/>
                    </a:lnTo>
                    <a:lnTo>
                      <a:pt x="146" y="212"/>
                    </a:lnTo>
                    <a:lnTo>
                      <a:pt x="150" y="212"/>
                    </a:lnTo>
                    <a:lnTo>
                      <a:pt x="146" y="216"/>
                    </a:lnTo>
                    <a:lnTo>
                      <a:pt x="142" y="212"/>
                    </a:lnTo>
                    <a:lnTo>
                      <a:pt x="142" y="216"/>
                    </a:lnTo>
                    <a:lnTo>
                      <a:pt x="140" y="216"/>
                    </a:lnTo>
                    <a:lnTo>
                      <a:pt x="136" y="220"/>
                    </a:lnTo>
                    <a:lnTo>
                      <a:pt x="136" y="216"/>
                    </a:lnTo>
                    <a:lnTo>
                      <a:pt x="132" y="216"/>
                    </a:lnTo>
                    <a:lnTo>
                      <a:pt x="132" y="220"/>
                    </a:lnTo>
                    <a:lnTo>
                      <a:pt x="128" y="220"/>
                    </a:lnTo>
                    <a:lnTo>
                      <a:pt x="128" y="216"/>
                    </a:lnTo>
                    <a:lnTo>
                      <a:pt x="124" y="216"/>
                    </a:lnTo>
                    <a:lnTo>
                      <a:pt x="124" y="220"/>
                    </a:lnTo>
                    <a:lnTo>
                      <a:pt x="124" y="224"/>
                    </a:lnTo>
                    <a:lnTo>
                      <a:pt x="120" y="224"/>
                    </a:lnTo>
                    <a:lnTo>
                      <a:pt x="124" y="228"/>
                    </a:lnTo>
                    <a:lnTo>
                      <a:pt x="120" y="228"/>
                    </a:lnTo>
                    <a:lnTo>
                      <a:pt x="116" y="224"/>
                    </a:lnTo>
                    <a:lnTo>
                      <a:pt x="112" y="224"/>
                    </a:lnTo>
                    <a:lnTo>
                      <a:pt x="110" y="224"/>
                    </a:lnTo>
                    <a:lnTo>
                      <a:pt x="106" y="224"/>
                    </a:lnTo>
                    <a:lnTo>
                      <a:pt x="106" y="220"/>
                    </a:lnTo>
                    <a:lnTo>
                      <a:pt x="106" y="216"/>
                    </a:lnTo>
                    <a:lnTo>
                      <a:pt x="110" y="216"/>
                    </a:lnTo>
                    <a:lnTo>
                      <a:pt x="112" y="216"/>
                    </a:lnTo>
                    <a:lnTo>
                      <a:pt x="112" y="212"/>
                    </a:lnTo>
                    <a:lnTo>
                      <a:pt x="116" y="212"/>
                    </a:lnTo>
                    <a:lnTo>
                      <a:pt x="116" y="208"/>
                    </a:lnTo>
                    <a:lnTo>
                      <a:pt x="120" y="208"/>
                    </a:lnTo>
                    <a:lnTo>
                      <a:pt x="120" y="204"/>
                    </a:lnTo>
                    <a:lnTo>
                      <a:pt x="124" y="204"/>
                    </a:lnTo>
                    <a:lnTo>
                      <a:pt x="124" y="202"/>
                    </a:lnTo>
                    <a:lnTo>
                      <a:pt x="128" y="202"/>
                    </a:lnTo>
                    <a:lnTo>
                      <a:pt x="128" y="198"/>
                    </a:lnTo>
                    <a:lnTo>
                      <a:pt x="132" y="198"/>
                    </a:lnTo>
                    <a:lnTo>
                      <a:pt x="128" y="198"/>
                    </a:lnTo>
                    <a:lnTo>
                      <a:pt x="132" y="198"/>
                    </a:lnTo>
                    <a:lnTo>
                      <a:pt x="132" y="194"/>
                    </a:lnTo>
                    <a:lnTo>
                      <a:pt x="136" y="198"/>
                    </a:lnTo>
                    <a:lnTo>
                      <a:pt x="136" y="194"/>
                    </a:lnTo>
                    <a:lnTo>
                      <a:pt x="140" y="194"/>
                    </a:lnTo>
                    <a:lnTo>
                      <a:pt x="140" y="198"/>
                    </a:lnTo>
                    <a:lnTo>
                      <a:pt x="142" y="198"/>
                    </a:lnTo>
                    <a:lnTo>
                      <a:pt x="142" y="194"/>
                    </a:lnTo>
                    <a:lnTo>
                      <a:pt x="142" y="198"/>
                    </a:lnTo>
                    <a:lnTo>
                      <a:pt x="146" y="198"/>
                    </a:lnTo>
                    <a:lnTo>
                      <a:pt x="150" y="194"/>
                    </a:lnTo>
                    <a:lnTo>
                      <a:pt x="154" y="194"/>
                    </a:lnTo>
                    <a:lnTo>
                      <a:pt x="158" y="194"/>
                    </a:lnTo>
                    <a:lnTo>
                      <a:pt x="162" y="194"/>
                    </a:lnTo>
                    <a:lnTo>
                      <a:pt x="166" y="190"/>
                    </a:lnTo>
                    <a:lnTo>
                      <a:pt x="166" y="194"/>
                    </a:lnTo>
                    <a:lnTo>
                      <a:pt x="170" y="198"/>
                    </a:lnTo>
                    <a:lnTo>
                      <a:pt x="170" y="194"/>
                    </a:lnTo>
                    <a:lnTo>
                      <a:pt x="170" y="198"/>
                    </a:lnTo>
                    <a:lnTo>
                      <a:pt x="170" y="194"/>
                    </a:lnTo>
                    <a:lnTo>
                      <a:pt x="170" y="198"/>
                    </a:lnTo>
                    <a:lnTo>
                      <a:pt x="172" y="198"/>
                    </a:lnTo>
                    <a:lnTo>
                      <a:pt x="172" y="194"/>
                    </a:lnTo>
                    <a:lnTo>
                      <a:pt x="176" y="194"/>
                    </a:lnTo>
                    <a:lnTo>
                      <a:pt x="176" y="190"/>
                    </a:lnTo>
                    <a:lnTo>
                      <a:pt x="176" y="194"/>
                    </a:lnTo>
                    <a:lnTo>
                      <a:pt x="176" y="190"/>
                    </a:lnTo>
                    <a:lnTo>
                      <a:pt x="176" y="186"/>
                    </a:lnTo>
                    <a:lnTo>
                      <a:pt x="176" y="182"/>
                    </a:lnTo>
                    <a:lnTo>
                      <a:pt x="180" y="182"/>
                    </a:lnTo>
                    <a:lnTo>
                      <a:pt x="180" y="178"/>
                    </a:lnTo>
                    <a:lnTo>
                      <a:pt x="184" y="178"/>
                    </a:lnTo>
                    <a:lnTo>
                      <a:pt x="184" y="174"/>
                    </a:lnTo>
                    <a:lnTo>
                      <a:pt x="188" y="174"/>
                    </a:lnTo>
                    <a:lnTo>
                      <a:pt x="188" y="172"/>
                    </a:lnTo>
                    <a:lnTo>
                      <a:pt x="188" y="168"/>
                    </a:lnTo>
                    <a:lnTo>
                      <a:pt x="188" y="164"/>
                    </a:lnTo>
                    <a:lnTo>
                      <a:pt x="188" y="160"/>
                    </a:lnTo>
                    <a:lnTo>
                      <a:pt x="192" y="160"/>
                    </a:lnTo>
                    <a:lnTo>
                      <a:pt x="192" y="156"/>
                    </a:lnTo>
                    <a:lnTo>
                      <a:pt x="196" y="156"/>
                    </a:lnTo>
                    <a:lnTo>
                      <a:pt x="196" y="160"/>
                    </a:lnTo>
                    <a:lnTo>
                      <a:pt x="192" y="160"/>
                    </a:lnTo>
                    <a:lnTo>
                      <a:pt x="192" y="164"/>
                    </a:lnTo>
                    <a:lnTo>
                      <a:pt x="188" y="164"/>
                    </a:lnTo>
                    <a:lnTo>
                      <a:pt x="188" y="168"/>
                    </a:lnTo>
                    <a:lnTo>
                      <a:pt x="192" y="168"/>
                    </a:lnTo>
                    <a:lnTo>
                      <a:pt x="192" y="172"/>
                    </a:lnTo>
                    <a:lnTo>
                      <a:pt x="196" y="172"/>
                    </a:lnTo>
                    <a:lnTo>
                      <a:pt x="196" y="168"/>
                    </a:lnTo>
                    <a:lnTo>
                      <a:pt x="198" y="168"/>
                    </a:lnTo>
                    <a:lnTo>
                      <a:pt x="202" y="168"/>
                    </a:lnTo>
                    <a:lnTo>
                      <a:pt x="206" y="164"/>
                    </a:lnTo>
                    <a:lnTo>
                      <a:pt x="210" y="164"/>
                    </a:lnTo>
                    <a:lnTo>
                      <a:pt x="214" y="160"/>
                    </a:lnTo>
                    <a:lnTo>
                      <a:pt x="214" y="156"/>
                    </a:lnTo>
                    <a:lnTo>
                      <a:pt x="218" y="156"/>
                    </a:lnTo>
                    <a:lnTo>
                      <a:pt x="218" y="152"/>
                    </a:lnTo>
                    <a:lnTo>
                      <a:pt x="218" y="148"/>
                    </a:lnTo>
                    <a:lnTo>
                      <a:pt x="222" y="148"/>
                    </a:lnTo>
                    <a:lnTo>
                      <a:pt x="226" y="148"/>
                    </a:lnTo>
                    <a:lnTo>
                      <a:pt x="226" y="146"/>
                    </a:lnTo>
                    <a:lnTo>
                      <a:pt x="226" y="142"/>
                    </a:lnTo>
                    <a:lnTo>
                      <a:pt x="228" y="138"/>
                    </a:lnTo>
                    <a:lnTo>
                      <a:pt x="228" y="134"/>
                    </a:lnTo>
                    <a:lnTo>
                      <a:pt x="228" y="130"/>
                    </a:lnTo>
                    <a:lnTo>
                      <a:pt x="232" y="126"/>
                    </a:lnTo>
                    <a:lnTo>
                      <a:pt x="232" y="122"/>
                    </a:lnTo>
                    <a:lnTo>
                      <a:pt x="232" y="118"/>
                    </a:lnTo>
                    <a:lnTo>
                      <a:pt x="236" y="118"/>
                    </a:lnTo>
                    <a:lnTo>
                      <a:pt x="236" y="116"/>
                    </a:lnTo>
                    <a:lnTo>
                      <a:pt x="232" y="116"/>
                    </a:lnTo>
                    <a:lnTo>
                      <a:pt x="232" y="112"/>
                    </a:lnTo>
                    <a:lnTo>
                      <a:pt x="228" y="112"/>
                    </a:lnTo>
                    <a:lnTo>
                      <a:pt x="228" y="108"/>
                    </a:lnTo>
                    <a:lnTo>
                      <a:pt x="228" y="112"/>
                    </a:lnTo>
                    <a:lnTo>
                      <a:pt x="232" y="112"/>
                    </a:lnTo>
                    <a:lnTo>
                      <a:pt x="232" y="108"/>
                    </a:lnTo>
                    <a:lnTo>
                      <a:pt x="232" y="104"/>
                    </a:lnTo>
                    <a:lnTo>
                      <a:pt x="232" y="100"/>
                    </a:lnTo>
                    <a:lnTo>
                      <a:pt x="232" y="96"/>
                    </a:lnTo>
                    <a:lnTo>
                      <a:pt x="236" y="96"/>
                    </a:lnTo>
                    <a:lnTo>
                      <a:pt x="236" y="92"/>
                    </a:lnTo>
                    <a:lnTo>
                      <a:pt x="240" y="90"/>
                    </a:lnTo>
                    <a:lnTo>
                      <a:pt x="236" y="90"/>
                    </a:lnTo>
                    <a:lnTo>
                      <a:pt x="240" y="90"/>
                    </a:lnTo>
                    <a:lnTo>
                      <a:pt x="240" y="86"/>
                    </a:lnTo>
                    <a:lnTo>
                      <a:pt x="244" y="86"/>
                    </a:lnTo>
                    <a:lnTo>
                      <a:pt x="244" y="90"/>
                    </a:lnTo>
                    <a:lnTo>
                      <a:pt x="244" y="92"/>
                    </a:lnTo>
                    <a:lnTo>
                      <a:pt x="248" y="92"/>
                    </a:lnTo>
                    <a:lnTo>
                      <a:pt x="248" y="90"/>
                    </a:lnTo>
                    <a:lnTo>
                      <a:pt x="248" y="92"/>
                    </a:lnTo>
                    <a:lnTo>
                      <a:pt x="252" y="92"/>
                    </a:lnTo>
                    <a:lnTo>
                      <a:pt x="252" y="90"/>
                    </a:lnTo>
                    <a:lnTo>
                      <a:pt x="252" y="86"/>
                    </a:lnTo>
                    <a:lnTo>
                      <a:pt x="248" y="86"/>
                    </a:lnTo>
                    <a:lnTo>
                      <a:pt x="244" y="90"/>
                    </a:lnTo>
                    <a:lnTo>
                      <a:pt x="244" y="86"/>
                    </a:lnTo>
                    <a:lnTo>
                      <a:pt x="244" y="82"/>
                    </a:lnTo>
                    <a:lnTo>
                      <a:pt x="248" y="78"/>
                    </a:lnTo>
                    <a:lnTo>
                      <a:pt x="248" y="82"/>
                    </a:lnTo>
                    <a:lnTo>
                      <a:pt x="252" y="82"/>
                    </a:lnTo>
                    <a:lnTo>
                      <a:pt x="254" y="82"/>
                    </a:lnTo>
                    <a:lnTo>
                      <a:pt x="254" y="86"/>
                    </a:lnTo>
                    <a:lnTo>
                      <a:pt x="254" y="92"/>
                    </a:lnTo>
                    <a:lnTo>
                      <a:pt x="254" y="96"/>
                    </a:lnTo>
                    <a:lnTo>
                      <a:pt x="254" y="100"/>
                    </a:lnTo>
                    <a:lnTo>
                      <a:pt x="258" y="100"/>
                    </a:lnTo>
                    <a:lnTo>
                      <a:pt x="258" y="104"/>
                    </a:lnTo>
                    <a:lnTo>
                      <a:pt x="258" y="108"/>
                    </a:lnTo>
                    <a:lnTo>
                      <a:pt x="262" y="108"/>
                    </a:lnTo>
                    <a:lnTo>
                      <a:pt x="262" y="112"/>
                    </a:lnTo>
                    <a:lnTo>
                      <a:pt x="262" y="116"/>
                    </a:lnTo>
                    <a:lnTo>
                      <a:pt x="262" y="118"/>
                    </a:lnTo>
                    <a:lnTo>
                      <a:pt x="262" y="122"/>
                    </a:lnTo>
                    <a:lnTo>
                      <a:pt x="258" y="122"/>
                    </a:lnTo>
                    <a:lnTo>
                      <a:pt x="258" y="126"/>
                    </a:lnTo>
                    <a:lnTo>
                      <a:pt x="258" y="130"/>
                    </a:lnTo>
                    <a:lnTo>
                      <a:pt x="254" y="130"/>
                    </a:lnTo>
                    <a:lnTo>
                      <a:pt x="258" y="130"/>
                    </a:lnTo>
                    <a:lnTo>
                      <a:pt x="254" y="130"/>
                    </a:lnTo>
                    <a:lnTo>
                      <a:pt x="254" y="134"/>
                    </a:lnTo>
                    <a:lnTo>
                      <a:pt x="254" y="138"/>
                    </a:lnTo>
                    <a:lnTo>
                      <a:pt x="254" y="142"/>
                    </a:lnTo>
                    <a:lnTo>
                      <a:pt x="252" y="142"/>
                    </a:lnTo>
                    <a:lnTo>
                      <a:pt x="248" y="142"/>
                    </a:lnTo>
                    <a:lnTo>
                      <a:pt x="248" y="146"/>
                    </a:lnTo>
                    <a:lnTo>
                      <a:pt x="248" y="148"/>
                    </a:lnTo>
                    <a:lnTo>
                      <a:pt x="248" y="152"/>
                    </a:lnTo>
                    <a:lnTo>
                      <a:pt x="248" y="156"/>
                    </a:lnTo>
                    <a:lnTo>
                      <a:pt x="248" y="160"/>
                    </a:lnTo>
                    <a:lnTo>
                      <a:pt x="248" y="164"/>
                    </a:lnTo>
                    <a:lnTo>
                      <a:pt x="248" y="168"/>
                    </a:lnTo>
                    <a:lnTo>
                      <a:pt x="244" y="168"/>
                    </a:lnTo>
                    <a:lnTo>
                      <a:pt x="244" y="172"/>
                    </a:lnTo>
                    <a:lnTo>
                      <a:pt x="244" y="174"/>
                    </a:lnTo>
                    <a:lnTo>
                      <a:pt x="244" y="178"/>
                    </a:lnTo>
                    <a:lnTo>
                      <a:pt x="240" y="182"/>
                    </a:lnTo>
                    <a:lnTo>
                      <a:pt x="244" y="182"/>
                    </a:lnTo>
                    <a:lnTo>
                      <a:pt x="244" y="186"/>
                    </a:lnTo>
                    <a:lnTo>
                      <a:pt x="244" y="190"/>
                    </a:lnTo>
                    <a:lnTo>
                      <a:pt x="244" y="194"/>
                    </a:lnTo>
                    <a:lnTo>
                      <a:pt x="240" y="194"/>
                    </a:lnTo>
                    <a:lnTo>
                      <a:pt x="240" y="198"/>
                    </a:lnTo>
                    <a:lnTo>
                      <a:pt x="240" y="202"/>
                    </a:lnTo>
                    <a:lnTo>
                      <a:pt x="236" y="202"/>
                    </a:lnTo>
                    <a:lnTo>
                      <a:pt x="236" y="204"/>
                    </a:lnTo>
                    <a:lnTo>
                      <a:pt x="232" y="204"/>
                    </a:lnTo>
                    <a:lnTo>
                      <a:pt x="232" y="208"/>
                    </a:lnTo>
                    <a:lnTo>
                      <a:pt x="228" y="204"/>
                    </a:lnTo>
                    <a:lnTo>
                      <a:pt x="232" y="204"/>
                    </a:lnTo>
                    <a:lnTo>
                      <a:pt x="232" y="202"/>
                    </a:lnTo>
                    <a:lnTo>
                      <a:pt x="232" y="198"/>
                    </a:lnTo>
                    <a:lnTo>
                      <a:pt x="236" y="194"/>
                    </a:lnTo>
                    <a:lnTo>
                      <a:pt x="232" y="194"/>
                    </a:lnTo>
                    <a:lnTo>
                      <a:pt x="228" y="194"/>
                    </a:lnTo>
                    <a:lnTo>
                      <a:pt x="228" y="198"/>
                    </a:lnTo>
                    <a:lnTo>
                      <a:pt x="228" y="202"/>
                    </a:lnTo>
                    <a:lnTo>
                      <a:pt x="226" y="198"/>
                    </a:lnTo>
                    <a:lnTo>
                      <a:pt x="226" y="202"/>
                    </a:lnTo>
                    <a:lnTo>
                      <a:pt x="222" y="202"/>
                    </a:lnTo>
                    <a:lnTo>
                      <a:pt x="222" y="204"/>
                    </a:lnTo>
                    <a:lnTo>
                      <a:pt x="222" y="208"/>
                    </a:lnTo>
                    <a:lnTo>
                      <a:pt x="218" y="212"/>
                    </a:lnTo>
                    <a:lnTo>
                      <a:pt x="218" y="208"/>
                    </a:lnTo>
                    <a:lnTo>
                      <a:pt x="218" y="204"/>
                    </a:lnTo>
                    <a:lnTo>
                      <a:pt x="218" y="202"/>
                    </a:lnTo>
                    <a:lnTo>
                      <a:pt x="214" y="202"/>
                    </a:lnTo>
                    <a:lnTo>
                      <a:pt x="214" y="204"/>
                    </a:lnTo>
                    <a:lnTo>
                      <a:pt x="210" y="208"/>
                    </a:lnTo>
                    <a:lnTo>
                      <a:pt x="206" y="212"/>
                    </a:lnTo>
                    <a:lnTo>
                      <a:pt x="210" y="212"/>
                    </a:lnTo>
                    <a:lnTo>
                      <a:pt x="206" y="212"/>
                    </a:lnTo>
                    <a:lnTo>
                      <a:pt x="202" y="212"/>
                    </a:lnTo>
                    <a:lnTo>
                      <a:pt x="198" y="212"/>
                    </a:lnTo>
                    <a:lnTo>
                      <a:pt x="196" y="212"/>
                    </a:lnTo>
                    <a:lnTo>
                      <a:pt x="192" y="212"/>
                    </a:lnTo>
                    <a:lnTo>
                      <a:pt x="196" y="212"/>
                    </a:lnTo>
                    <a:lnTo>
                      <a:pt x="196" y="208"/>
                    </a:lnTo>
                    <a:lnTo>
                      <a:pt x="192" y="208"/>
                    </a:lnTo>
                    <a:lnTo>
                      <a:pt x="192" y="204"/>
                    </a:lnTo>
                    <a:lnTo>
                      <a:pt x="192" y="208"/>
                    </a:lnTo>
                    <a:lnTo>
                      <a:pt x="192" y="212"/>
                    </a:lnTo>
                    <a:lnTo>
                      <a:pt x="188" y="208"/>
                    </a:lnTo>
                    <a:lnTo>
                      <a:pt x="188" y="204"/>
                    </a:lnTo>
                    <a:lnTo>
                      <a:pt x="192" y="204"/>
                    </a:lnTo>
                    <a:lnTo>
                      <a:pt x="188" y="204"/>
                    </a:lnTo>
                    <a:lnTo>
                      <a:pt x="188" y="208"/>
                    </a:lnTo>
                    <a:lnTo>
                      <a:pt x="184" y="208"/>
                    </a:lnTo>
                    <a:lnTo>
                      <a:pt x="184" y="212"/>
                    </a:lnTo>
                    <a:lnTo>
                      <a:pt x="188" y="212"/>
                    </a:lnTo>
                    <a:lnTo>
                      <a:pt x="188" y="216"/>
                    </a:lnTo>
                    <a:lnTo>
                      <a:pt x="192" y="216"/>
                    </a:lnTo>
                    <a:lnTo>
                      <a:pt x="192" y="220"/>
                    </a:lnTo>
                    <a:lnTo>
                      <a:pt x="188" y="220"/>
                    </a:lnTo>
                    <a:lnTo>
                      <a:pt x="184" y="220"/>
                    </a:lnTo>
                    <a:lnTo>
                      <a:pt x="180" y="220"/>
                    </a:lnTo>
                    <a:lnTo>
                      <a:pt x="180" y="224"/>
                    </a:lnTo>
                    <a:lnTo>
                      <a:pt x="180" y="228"/>
                    </a:lnTo>
                    <a:lnTo>
                      <a:pt x="176" y="228"/>
                    </a:lnTo>
                    <a:lnTo>
                      <a:pt x="176" y="230"/>
                    </a:lnTo>
                    <a:lnTo>
                      <a:pt x="172" y="234"/>
                    </a:lnTo>
                    <a:lnTo>
                      <a:pt x="170" y="230"/>
                    </a:lnTo>
                    <a:lnTo>
                      <a:pt x="170" y="228"/>
                    </a:lnTo>
                    <a:lnTo>
                      <a:pt x="166" y="228"/>
                    </a:lnTo>
                    <a:lnTo>
                      <a:pt x="166" y="224"/>
                    </a:lnTo>
                    <a:lnTo>
                      <a:pt x="166" y="220"/>
                    </a:lnTo>
                    <a:lnTo>
                      <a:pt x="166" y="216"/>
                    </a:lnTo>
                    <a:lnTo>
                      <a:pt x="170" y="216"/>
                    </a:lnTo>
                    <a:lnTo>
                      <a:pt x="170" y="212"/>
                    </a:lnTo>
                    <a:lnTo>
                      <a:pt x="170" y="208"/>
                    </a:lnTo>
                    <a:lnTo>
                      <a:pt x="166" y="212"/>
                    </a:lnTo>
                    <a:lnTo>
                      <a:pt x="162" y="212"/>
                    </a:lnTo>
                    <a:lnTo>
                      <a:pt x="158" y="208"/>
                    </a:lnTo>
                    <a:lnTo>
                      <a:pt x="154" y="208"/>
                    </a:lnTo>
                    <a:lnTo>
                      <a:pt x="154" y="212"/>
                    </a:lnTo>
                    <a:lnTo>
                      <a:pt x="154" y="208"/>
                    </a:lnTo>
                    <a:lnTo>
                      <a:pt x="154" y="208"/>
                    </a:lnTo>
                    <a:lnTo>
                      <a:pt x="154" y="208"/>
                    </a:lnTo>
                    <a:close/>
                    <a:moveTo>
                      <a:pt x="214" y="142"/>
                    </a:moveTo>
                    <a:lnTo>
                      <a:pt x="214" y="146"/>
                    </a:lnTo>
                    <a:lnTo>
                      <a:pt x="210" y="146"/>
                    </a:lnTo>
                    <a:lnTo>
                      <a:pt x="210" y="148"/>
                    </a:lnTo>
                    <a:lnTo>
                      <a:pt x="214" y="146"/>
                    </a:lnTo>
                    <a:lnTo>
                      <a:pt x="214" y="148"/>
                    </a:lnTo>
                    <a:lnTo>
                      <a:pt x="210" y="152"/>
                    </a:lnTo>
                    <a:lnTo>
                      <a:pt x="206" y="152"/>
                    </a:lnTo>
                    <a:lnTo>
                      <a:pt x="210" y="152"/>
                    </a:lnTo>
                    <a:lnTo>
                      <a:pt x="210" y="148"/>
                    </a:lnTo>
                    <a:lnTo>
                      <a:pt x="210" y="146"/>
                    </a:lnTo>
                    <a:lnTo>
                      <a:pt x="210" y="142"/>
                    </a:lnTo>
                    <a:lnTo>
                      <a:pt x="214" y="142"/>
                    </a:lnTo>
                    <a:lnTo>
                      <a:pt x="214" y="142"/>
                    </a:lnTo>
                    <a:lnTo>
                      <a:pt x="214" y="142"/>
                    </a:lnTo>
                    <a:close/>
                    <a:moveTo>
                      <a:pt x="140" y="178"/>
                    </a:moveTo>
                    <a:lnTo>
                      <a:pt x="140" y="182"/>
                    </a:lnTo>
                    <a:lnTo>
                      <a:pt x="136" y="182"/>
                    </a:lnTo>
                    <a:lnTo>
                      <a:pt x="140" y="178"/>
                    </a:lnTo>
                    <a:lnTo>
                      <a:pt x="140" y="178"/>
                    </a:lnTo>
                    <a:lnTo>
                      <a:pt x="140" y="178"/>
                    </a:lnTo>
                    <a:close/>
                    <a:moveTo>
                      <a:pt x="84" y="212"/>
                    </a:moveTo>
                    <a:lnTo>
                      <a:pt x="84" y="216"/>
                    </a:lnTo>
                    <a:lnTo>
                      <a:pt x="84" y="220"/>
                    </a:lnTo>
                    <a:lnTo>
                      <a:pt x="84" y="216"/>
                    </a:lnTo>
                    <a:lnTo>
                      <a:pt x="80" y="216"/>
                    </a:lnTo>
                    <a:lnTo>
                      <a:pt x="84" y="212"/>
                    </a:lnTo>
                    <a:lnTo>
                      <a:pt x="84" y="212"/>
                    </a:lnTo>
                    <a:lnTo>
                      <a:pt x="84" y="212"/>
                    </a:lnTo>
                    <a:close/>
                    <a:moveTo>
                      <a:pt x="158" y="220"/>
                    </a:moveTo>
                    <a:lnTo>
                      <a:pt x="158" y="216"/>
                    </a:lnTo>
                    <a:lnTo>
                      <a:pt x="162" y="216"/>
                    </a:lnTo>
                    <a:lnTo>
                      <a:pt x="162" y="212"/>
                    </a:lnTo>
                    <a:lnTo>
                      <a:pt x="162" y="216"/>
                    </a:lnTo>
                    <a:lnTo>
                      <a:pt x="162" y="220"/>
                    </a:lnTo>
                    <a:lnTo>
                      <a:pt x="158" y="220"/>
                    </a:lnTo>
                    <a:lnTo>
                      <a:pt x="158" y="220"/>
                    </a:lnTo>
                    <a:lnTo>
                      <a:pt x="158" y="220"/>
                    </a:lnTo>
                    <a:close/>
                    <a:moveTo>
                      <a:pt x="154" y="212"/>
                    </a:moveTo>
                    <a:lnTo>
                      <a:pt x="154" y="216"/>
                    </a:lnTo>
                    <a:lnTo>
                      <a:pt x="150" y="216"/>
                    </a:lnTo>
                    <a:lnTo>
                      <a:pt x="150" y="212"/>
                    </a:lnTo>
                    <a:lnTo>
                      <a:pt x="154" y="212"/>
                    </a:lnTo>
                    <a:lnTo>
                      <a:pt x="154" y="212"/>
                    </a:lnTo>
                    <a:lnTo>
                      <a:pt x="154" y="212"/>
                    </a:lnTo>
                    <a:close/>
                    <a:moveTo>
                      <a:pt x="154" y="230"/>
                    </a:moveTo>
                    <a:lnTo>
                      <a:pt x="154" y="234"/>
                    </a:lnTo>
                    <a:lnTo>
                      <a:pt x="150" y="234"/>
                    </a:lnTo>
                    <a:lnTo>
                      <a:pt x="150" y="238"/>
                    </a:lnTo>
                    <a:lnTo>
                      <a:pt x="150" y="234"/>
                    </a:lnTo>
                    <a:lnTo>
                      <a:pt x="146" y="234"/>
                    </a:lnTo>
                    <a:lnTo>
                      <a:pt x="146" y="230"/>
                    </a:lnTo>
                    <a:lnTo>
                      <a:pt x="142" y="230"/>
                    </a:lnTo>
                    <a:lnTo>
                      <a:pt x="142" y="234"/>
                    </a:lnTo>
                    <a:lnTo>
                      <a:pt x="140" y="234"/>
                    </a:lnTo>
                    <a:lnTo>
                      <a:pt x="140" y="238"/>
                    </a:lnTo>
                    <a:lnTo>
                      <a:pt x="136" y="242"/>
                    </a:lnTo>
                    <a:lnTo>
                      <a:pt x="136" y="246"/>
                    </a:lnTo>
                    <a:lnTo>
                      <a:pt x="132" y="246"/>
                    </a:lnTo>
                    <a:lnTo>
                      <a:pt x="128" y="246"/>
                    </a:lnTo>
                    <a:lnTo>
                      <a:pt x="132" y="246"/>
                    </a:lnTo>
                    <a:lnTo>
                      <a:pt x="132" y="242"/>
                    </a:lnTo>
                    <a:lnTo>
                      <a:pt x="128" y="242"/>
                    </a:lnTo>
                    <a:lnTo>
                      <a:pt x="128" y="246"/>
                    </a:lnTo>
                    <a:lnTo>
                      <a:pt x="128" y="242"/>
                    </a:lnTo>
                    <a:lnTo>
                      <a:pt x="128" y="238"/>
                    </a:lnTo>
                    <a:lnTo>
                      <a:pt x="124" y="238"/>
                    </a:lnTo>
                    <a:lnTo>
                      <a:pt x="124" y="234"/>
                    </a:lnTo>
                    <a:lnTo>
                      <a:pt x="120" y="234"/>
                    </a:lnTo>
                    <a:lnTo>
                      <a:pt x="124" y="234"/>
                    </a:lnTo>
                    <a:lnTo>
                      <a:pt x="128" y="230"/>
                    </a:lnTo>
                    <a:lnTo>
                      <a:pt x="128" y="228"/>
                    </a:lnTo>
                    <a:lnTo>
                      <a:pt x="132" y="228"/>
                    </a:lnTo>
                    <a:lnTo>
                      <a:pt x="132" y="224"/>
                    </a:lnTo>
                    <a:lnTo>
                      <a:pt x="132" y="220"/>
                    </a:lnTo>
                    <a:lnTo>
                      <a:pt x="136" y="220"/>
                    </a:lnTo>
                    <a:lnTo>
                      <a:pt x="136" y="224"/>
                    </a:lnTo>
                    <a:lnTo>
                      <a:pt x="140" y="224"/>
                    </a:lnTo>
                    <a:lnTo>
                      <a:pt x="142" y="224"/>
                    </a:lnTo>
                    <a:lnTo>
                      <a:pt x="142" y="220"/>
                    </a:lnTo>
                    <a:lnTo>
                      <a:pt x="146" y="220"/>
                    </a:lnTo>
                    <a:lnTo>
                      <a:pt x="146" y="216"/>
                    </a:lnTo>
                    <a:lnTo>
                      <a:pt x="150" y="216"/>
                    </a:lnTo>
                    <a:lnTo>
                      <a:pt x="154" y="220"/>
                    </a:lnTo>
                    <a:lnTo>
                      <a:pt x="158" y="220"/>
                    </a:lnTo>
                    <a:lnTo>
                      <a:pt x="158" y="224"/>
                    </a:lnTo>
                    <a:lnTo>
                      <a:pt x="158" y="228"/>
                    </a:lnTo>
                    <a:lnTo>
                      <a:pt x="154" y="230"/>
                    </a:lnTo>
                    <a:lnTo>
                      <a:pt x="154" y="230"/>
                    </a:lnTo>
                    <a:lnTo>
                      <a:pt x="154" y="230"/>
                    </a:lnTo>
                    <a:close/>
                    <a:moveTo>
                      <a:pt x="84" y="220"/>
                    </a:moveTo>
                    <a:lnTo>
                      <a:pt x="80" y="224"/>
                    </a:lnTo>
                    <a:lnTo>
                      <a:pt x="80" y="220"/>
                    </a:lnTo>
                    <a:lnTo>
                      <a:pt x="80" y="216"/>
                    </a:lnTo>
                    <a:lnTo>
                      <a:pt x="84" y="216"/>
                    </a:lnTo>
                    <a:lnTo>
                      <a:pt x="84" y="220"/>
                    </a:lnTo>
                    <a:lnTo>
                      <a:pt x="84" y="220"/>
                    </a:lnTo>
                    <a:lnTo>
                      <a:pt x="84" y="220"/>
                    </a:lnTo>
                    <a:close/>
                    <a:moveTo>
                      <a:pt x="128" y="220"/>
                    </a:moveTo>
                    <a:lnTo>
                      <a:pt x="124" y="220"/>
                    </a:lnTo>
                    <a:lnTo>
                      <a:pt x="128" y="220"/>
                    </a:lnTo>
                    <a:lnTo>
                      <a:pt x="128" y="220"/>
                    </a:lnTo>
                    <a:lnTo>
                      <a:pt x="128" y="220"/>
                    </a:lnTo>
                    <a:close/>
                    <a:moveTo>
                      <a:pt x="86" y="250"/>
                    </a:moveTo>
                    <a:lnTo>
                      <a:pt x="90" y="250"/>
                    </a:lnTo>
                    <a:lnTo>
                      <a:pt x="90" y="246"/>
                    </a:lnTo>
                    <a:lnTo>
                      <a:pt x="86" y="246"/>
                    </a:lnTo>
                    <a:lnTo>
                      <a:pt x="86" y="242"/>
                    </a:lnTo>
                    <a:lnTo>
                      <a:pt x="90" y="242"/>
                    </a:lnTo>
                    <a:lnTo>
                      <a:pt x="90" y="246"/>
                    </a:lnTo>
                    <a:lnTo>
                      <a:pt x="90" y="242"/>
                    </a:lnTo>
                    <a:lnTo>
                      <a:pt x="86" y="238"/>
                    </a:lnTo>
                    <a:lnTo>
                      <a:pt x="86" y="234"/>
                    </a:lnTo>
                    <a:lnTo>
                      <a:pt x="90" y="238"/>
                    </a:lnTo>
                    <a:lnTo>
                      <a:pt x="90" y="234"/>
                    </a:lnTo>
                    <a:lnTo>
                      <a:pt x="90" y="230"/>
                    </a:lnTo>
                    <a:lnTo>
                      <a:pt x="90" y="234"/>
                    </a:lnTo>
                    <a:lnTo>
                      <a:pt x="94" y="234"/>
                    </a:lnTo>
                    <a:lnTo>
                      <a:pt x="94" y="230"/>
                    </a:lnTo>
                    <a:lnTo>
                      <a:pt x="98" y="230"/>
                    </a:lnTo>
                    <a:lnTo>
                      <a:pt x="98" y="228"/>
                    </a:lnTo>
                    <a:lnTo>
                      <a:pt x="102" y="224"/>
                    </a:lnTo>
                    <a:lnTo>
                      <a:pt x="106" y="224"/>
                    </a:lnTo>
                    <a:lnTo>
                      <a:pt x="106" y="228"/>
                    </a:lnTo>
                    <a:lnTo>
                      <a:pt x="106" y="230"/>
                    </a:lnTo>
                    <a:lnTo>
                      <a:pt x="110" y="230"/>
                    </a:lnTo>
                    <a:lnTo>
                      <a:pt x="112" y="230"/>
                    </a:lnTo>
                    <a:lnTo>
                      <a:pt x="116" y="230"/>
                    </a:lnTo>
                    <a:lnTo>
                      <a:pt x="116" y="234"/>
                    </a:lnTo>
                    <a:lnTo>
                      <a:pt x="112" y="234"/>
                    </a:lnTo>
                    <a:lnTo>
                      <a:pt x="112" y="238"/>
                    </a:lnTo>
                    <a:lnTo>
                      <a:pt x="116" y="238"/>
                    </a:lnTo>
                    <a:lnTo>
                      <a:pt x="120" y="238"/>
                    </a:lnTo>
                    <a:lnTo>
                      <a:pt x="116" y="238"/>
                    </a:lnTo>
                    <a:lnTo>
                      <a:pt x="120" y="242"/>
                    </a:lnTo>
                    <a:lnTo>
                      <a:pt x="120" y="246"/>
                    </a:lnTo>
                    <a:lnTo>
                      <a:pt x="116" y="246"/>
                    </a:lnTo>
                    <a:lnTo>
                      <a:pt x="116" y="250"/>
                    </a:lnTo>
                    <a:lnTo>
                      <a:pt x="116" y="254"/>
                    </a:lnTo>
                    <a:lnTo>
                      <a:pt x="112" y="254"/>
                    </a:lnTo>
                    <a:lnTo>
                      <a:pt x="112" y="258"/>
                    </a:lnTo>
                    <a:lnTo>
                      <a:pt x="112" y="260"/>
                    </a:lnTo>
                    <a:lnTo>
                      <a:pt x="112" y="264"/>
                    </a:lnTo>
                    <a:lnTo>
                      <a:pt x="112" y="268"/>
                    </a:lnTo>
                    <a:lnTo>
                      <a:pt x="112" y="272"/>
                    </a:lnTo>
                    <a:lnTo>
                      <a:pt x="110" y="272"/>
                    </a:lnTo>
                    <a:lnTo>
                      <a:pt x="106" y="272"/>
                    </a:lnTo>
                    <a:lnTo>
                      <a:pt x="110" y="272"/>
                    </a:lnTo>
                    <a:lnTo>
                      <a:pt x="110" y="276"/>
                    </a:lnTo>
                    <a:lnTo>
                      <a:pt x="106" y="276"/>
                    </a:lnTo>
                    <a:lnTo>
                      <a:pt x="102" y="280"/>
                    </a:lnTo>
                    <a:lnTo>
                      <a:pt x="102" y="276"/>
                    </a:lnTo>
                    <a:lnTo>
                      <a:pt x="102" y="272"/>
                    </a:lnTo>
                    <a:lnTo>
                      <a:pt x="102" y="268"/>
                    </a:lnTo>
                    <a:lnTo>
                      <a:pt x="102" y="264"/>
                    </a:lnTo>
                    <a:lnTo>
                      <a:pt x="102" y="268"/>
                    </a:lnTo>
                    <a:lnTo>
                      <a:pt x="98" y="268"/>
                    </a:lnTo>
                    <a:lnTo>
                      <a:pt x="98" y="272"/>
                    </a:lnTo>
                    <a:lnTo>
                      <a:pt x="102" y="272"/>
                    </a:lnTo>
                    <a:lnTo>
                      <a:pt x="102" y="276"/>
                    </a:lnTo>
                    <a:lnTo>
                      <a:pt x="98" y="276"/>
                    </a:lnTo>
                    <a:lnTo>
                      <a:pt x="94" y="276"/>
                    </a:lnTo>
                    <a:lnTo>
                      <a:pt x="94" y="272"/>
                    </a:lnTo>
                    <a:lnTo>
                      <a:pt x="98" y="268"/>
                    </a:lnTo>
                    <a:lnTo>
                      <a:pt x="94" y="264"/>
                    </a:lnTo>
                    <a:lnTo>
                      <a:pt x="94" y="260"/>
                    </a:lnTo>
                    <a:lnTo>
                      <a:pt x="94" y="258"/>
                    </a:lnTo>
                    <a:lnTo>
                      <a:pt x="94" y="260"/>
                    </a:lnTo>
                    <a:lnTo>
                      <a:pt x="98" y="258"/>
                    </a:lnTo>
                    <a:lnTo>
                      <a:pt x="98" y="254"/>
                    </a:lnTo>
                    <a:lnTo>
                      <a:pt x="102" y="250"/>
                    </a:lnTo>
                    <a:lnTo>
                      <a:pt x="98" y="250"/>
                    </a:lnTo>
                    <a:lnTo>
                      <a:pt x="102" y="246"/>
                    </a:lnTo>
                    <a:lnTo>
                      <a:pt x="98" y="246"/>
                    </a:lnTo>
                    <a:lnTo>
                      <a:pt x="98" y="242"/>
                    </a:lnTo>
                    <a:lnTo>
                      <a:pt x="98" y="238"/>
                    </a:lnTo>
                    <a:lnTo>
                      <a:pt x="94" y="238"/>
                    </a:lnTo>
                    <a:lnTo>
                      <a:pt x="94" y="242"/>
                    </a:lnTo>
                    <a:lnTo>
                      <a:pt x="94" y="246"/>
                    </a:lnTo>
                    <a:lnTo>
                      <a:pt x="98" y="246"/>
                    </a:lnTo>
                    <a:lnTo>
                      <a:pt x="98" y="250"/>
                    </a:lnTo>
                    <a:lnTo>
                      <a:pt x="94" y="250"/>
                    </a:lnTo>
                    <a:lnTo>
                      <a:pt x="94" y="246"/>
                    </a:lnTo>
                    <a:lnTo>
                      <a:pt x="90" y="246"/>
                    </a:lnTo>
                    <a:lnTo>
                      <a:pt x="90" y="250"/>
                    </a:lnTo>
                    <a:lnTo>
                      <a:pt x="86" y="250"/>
                    </a:lnTo>
                    <a:lnTo>
                      <a:pt x="86" y="250"/>
                    </a:lnTo>
                    <a:lnTo>
                      <a:pt x="86" y="250"/>
                    </a:lnTo>
                    <a:close/>
                    <a:moveTo>
                      <a:pt x="86" y="230"/>
                    </a:moveTo>
                    <a:lnTo>
                      <a:pt x="86" y="228"/>
                    </a:lnTo>
                    <a:lnTo>
                      <a:pt x="90" y="228"/>
                    </a:lnTo>
                    <a:lnTo>
                      <a:pt x="86" y="228"/>
                    </a:lnTo>
                    <a:lnTo>
                      <a:pt x="86" y="230"/>
                    </a:lnTo>
                    <a:lnTo>
                      <a:pt x="86" y="230"/>
                    </a:lnTo>
                    <a:lnTo>
                      <a:pt x="86" y="230"/>
                    </a:lnTo>
                    <a:close/>
                    <a:moveTo>
                      <a:pt x="86" y="234"/>
                    </a:moveTo>
                    <a:lnTo>
                      <a:pt x="86" y="238"/>
                    </a:lnTo>
                    <a:lnTo>
                      <a:pt x="84" y="238"/>
                    </a:lnTo>
                    <a:lnTo>
                      <a:pt x="84" y="234"/>
                    </a:lnTo>
                    <a:lnTo>
                      <a:pt x="86" y="234"/>
                    </a:lnTo>
                    <a:lnTo>
                      <a:pt x="86" y="234"/>
                    </a:lnTo>
                    <a:lnTo>
                      <a:pt x="86" y="234"/>
                    </a:lnTo>
                    <a:close/>
                    <a:moveTo>
                      <a:pt x="80" y="242"/>
                    </a:moveTo>
                    <a:lnTo>
                      <a:pt x="80" y="246"/>
                    </a:lnTo>
                    <a:lnTo>
                      <a:pt x="80" y="242"/>
                    </a:lnTo>
                    <a:lnTo>
                      <a:pt x="80" y="238"/>
                    </a:lnTo>
                    <a:lnTo>
                      <a:pt x="80" y="242"/>
                    </a:lnTo>
                    <a:lnTo>
                      <a:pt x="80" y="242"/>
                    </a:lnTo>
                    <a:lnTo>
                      <a:pt x="80" y="242"/>
                    </a:lnTo>
                    <a:close/>
                    <a:moveTo>
                      <a:pt x="72" y="250"/>
                    </a:moveTo>
                    <a:lnTo>
                      <a:pt x="72" y="246"/>
                    </a:lnTo>
                    <a:lnTo>
                      <a:pt x="76" y="246"/>
                    </a:lnTo>
                    <a:lnTo>
                      <a:pt x="76" y="250"/>
                    </a:lnTo>
                    <a:lnTo>
                      <a:pt x="72" y="250"/>
                    </a:lnTo>
                    <a:lnTo>
                      <a:pt x="72" y="250"/>
                    </a:lnTo>
                    <a:lnTo>
                      <a:pt x="72" y="250"/>
                    </a:lnTo>
                    <a:close/>
                    <a:moveTo>
                      <a:pt x="90" y="258"/>
                    </a:moveTo>
                    <a:lnTo>
                      <a:pt x="90" y="254"/>
                    </a:lnTo>
                    <a:lnTo>
                      <a:pt x="94" y="250"/>
                    </a:lnTo>
                    <a:lnTo>
                      <a:pt x="94" y="254"/>
                    </a:lnTo>
                    <a:lnTo>
                      <a:pt x="94" y="258"/>
                    </a:lnTo>
                    <a:lnTo>
                      <a:pt x="90" y="258"/>
                    </a:lnTo>
                    <a:lnTo>
                      <a:pt x="90" y="258"/>
                    </a:lnTo>
                    <a:lnTo>
                      <a:pt x="90" y="258"/>
                    </a:lnTo>
                    <a:close/>
                    <a:moveTo>
                      <a:pt x="106" y="284"/>
                    </a:moveTo>
                    <a:lnTo>
                      <a:pt x="106" y="286"/>
                    </a:lnTo>
                    <a:lnTo>
                      <a:pt x="106" y="290"/>
                    </a:lnTo>
                    <a:lnTo>
                      <a:pt x="106" y="286"/>
                    </a:lnTo>
                    <a:lnTo>
                      <a:pt x="106" y="284"/>
                    </a:lnTo>
                    <a:lnTo>
                      <a:pt x="106" y="284"/>
                    </a:lnTo>
                    <a:lnTo>
                      <a:pt x="106" y="284"/>
                    </a:lnTo>
                    <a:close/>
                    <a:moveTo>
                      <a:pt x="98" y="290"/>
                    </a:moveTo>
                    <a:lnTo>
                      <a:pt x="102" y="290"/>
                    </a:lnTo>
                    <a:lnTo>
                      <a:pt x="102" y="294"/>
                    </a:lnTo>
                    <a:lnTo>
                      <a:pt x="98" y="294"/>
                    </a:lnTo>
                    <a:lnTo>
                      <a:pt x="98" y="290"/>
                    </a:lnTo>
                    <a:lnTo>
                      <a:pt x="98" y="290"/>
                    </a:lnTo>
                    <a:lnTo>
                      <a:pt x="98" y="290"/>
                    </a:lnTo>
                    <a:close/>
                    <a:moveTo>
                      <a:pt x="86" y="324"/>
                    </a:moveTo>
                    <a:lnTo>
                      <a:pt x="86" y="328"/>
                    </a:lnTo>
                    <a:lnTo>
                      <a:pt x="84" y="328"/>
                    </a:lnTo>
                    <a:lnTo>
                      <a:pt x="84" y="332"/>
                    </a:lnTo>
                    <a:lnTo>
                      <a:pt x="80" y="328"/>
                    </a:lnTo>
                    <a:lnTo>
                      <a:pt x="84" y="328"/>
                    </a:lnTo>
                    <a:lnTo>
                      <a:pt x="86" y="324"/>
                    </a:lnTo>
                    <a:lnTo>
                      <a:pt x="86" y="324"/>
                    </a:lnTo>
                    <a:lnTo>
                      <a:pt x="86" y="324"/>
                    </a:lnTo>
                    <a:close/>
                    <a:moveTo>
                      <a:pt x="76" y="336"/>
                    </a:moveTo>
                    <a:lnTo>
                      <a:pt x="80" y="340"/>
                    </a:lnTo>
                    <a:lnTo>
                      <a:pt x="76" y="340"/>
                    </a:lnTo>
                    <a:lnTo>
                      <a:pt x="76" y="336"/>
                    </a:lnTo>
                    <a:lnTo>
                      <a:pt x="76" y="336"/>
                    </a:lnTo>
                    <a:lnTo>
                      <a:pt x="76" y="336"/>
                    </a:lnTo>
                    <a:close/>
                    <a:moveTo>
                      <a:pt x="68" y="354"/>
                    </a:moveTo>
                    <a:lnTo>
                      <a:pt x="68" y="358"/>
                    </a:lnTo>
                    <a:lnTo>
                      <a:pt x="64" y="362"/>
                    </a:lnTo>
                    <a:lnTo>
                      <a:pt x="60" y="362"/>
                    </a:lnTo>
                    <a:lnTo>
                      <a:pt x="60" y="366"/>
                    </a:lnTo>
                    <a:lnTo>
                      <a:pt x="60" y="370"/>
                    </a:lnTo>
                    <a:lnTo>
                      <a:pt x="56" y="370"/>
                    </a:lnTo>
                    <a:lnTo>
                      <a:pt x="56" y="366"/>
                    </a:lnTo>
                    <a:lnTo>
                      <a:pt x="60" y="366"/>
                    </a:lnTo>
                    <a:lnTo>
                      <a:pt x="60" y="362"/>
                    </a:lnTo>
                    <a:lnTo>
                      <a:pt x="64" y="362"/>
                    </a:lnTo>
                    <a:lnTo>
                      <a:pt x="64" y="358"/>
                    </a:lnTo>
                    <a:lnTo>
                      <a:pt x="60" y="358"/>
                    </a:lnTo>
                    <a:lnTo>
                      <a:pt x="64" y="358"/>
                    </a:lnTo>
                    <a:lnTo>
                      <a:pt x="68" y="354"/>
                    </a:lnTo>
                    <a:lnTo>
                      <a:pt x="68" y="354"/>
                    </a:lnTo>
                    <a:lnTo>
                      <a:pt x="68" y="354"/>
                    </a:lnTo>
                    <a:close/>
                    <a:moveTo>
                      <a:pt x="24" y="392"/>
                    </a:moveTo>
                    <a:lnTo>
                      <a:pt x="28" y="392"/>
                    </a:lnTo>
                    <a:lnTo>
                      <a:pt x="24" y="392"/>
                    </a:lnTo>
                    <a:lnTo>
                      <a:pt x="24" y="392"/>
                    </a:lnTo>
                    <a:lnTo>
                      <a:pt x="24" y="392"/>
                    </a:lnTo>
                    <a:close/>
                    <a:moveTo>
                      <a:pt x="8" y="398"/>
                    </a:moveTo>
                    <a:lnTo>
                      <a:pt x="12" y="398"/>
                    </a:lnTo>
                    <a:lnTo>
                      <a:pt x="12" y="396"/>
                    </a:lnTo>
                    <a:lnTo>
                      <a:pt x="12" y="398"/>
                    </a:lnTo>
                    <a:lnTo>
                      <a:pt x="8" y="398"/>
                    </a:lnTo>
                    <a:lnTo>
                      <a:pt x="8" y="398"/>
                    </a:lnTo>
                    <a:lnTo>
                      <a:pt x="8" y="398"/>
                    </a:lnTo>
                    <a:close/>
                    <a:moveTo>
                      <a:pt x="4" y="398"/>
                    </a:moveTo>
                    <a:lnTo>
                      <a:pt x="4" y="402"/>
                    </a:lnTo>
                    <a:lnTo>
                      <a:pt x="0" y="402"/>
                    </a:lnTo>
                    <a:lnTo>
                      <a:pt x="0" y="398"/>
                    </a:lnTo>
                    <a:lnTo>
                      <a:pt x="4" y="398"/>
                    </a:lnTo>
                    <a:lnTo>
                      <a:pt x="4" y="398"/>
                    </a:lnTo>
                    <a:lnTo>
                      <a:pt x="4" y="3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9" name="Freeform 33"/>
              <p:cNvSpPr>
                <a:spLocks/>
              </p:cNvSpPr>
              <p:nvPr/>
            </p:nvSpPr>
            <p:spPr bwMode="gray">
              <a:xfrm>
                <a:off x="5662630" y="3497006"/>
                <a:ext cx="100877" cy="139140"/>
              </a:xfrm>
              <a:custGeom>
                <a:avLst/>
                <a:gdLst>
                  <a:gd name="T0" fmla="*/ 6 w 58"/>
                  <a:gd name="T1" fmla="*/ 34 h 80"/>
                  <a:gd name="T2" fmla="*/ 6 w 58"/>
                  <a:gd name="T3" fmla="*/ 34 h 80"/>
                  <a:gd name="T4" fmla="*/ 6 w 58"/>
                  <a:gd name="T5" fmla="*/ 30 h 80"/>
                  <a:gd name="T6" fmla="*/ 6 w 58"/>
                  <a:gd name="T7" fmla="*/ 30 h 80"/>
                  <a:gd name="T8" fmla="*/ 6 w 58"/>
                  <a:gd name="T9" fmla="*/ 26 h 80"/>
                  <a:gd name="T10" fmla="*/ 6 w 58"/>
                  <a:gd name="T11" fmla="*/ 26 h 80"/>
                  <a:gd name="T12" fmla="*/ 6 w 58"/>
                  <a:gd name="T13" fmla="*/ 24 h 80"/>
                  <a:gd name="T14" fmla="*/ 6 w 58"/>
                  <a:gd name="T15" fmla="*/ 20 h 80"/>
                  <a:gd name="T16" fmla="*/ 6 w 58"/>
                  <a:gd name="T17" fmla="*/ 16 h 80"/>
                  <a:gd name="T18" fmla="*/ 6 w 58"/>
                  <a:gd name="T19" fmla="*/ 16 h 80"/>
                  <a:gd name="T20" fmla="*/ 6 w 58"/>
                  <a:gd name="T21" fmla="*/ 12 h 80"/>
                  <a:gd name="T22" fmla="*/ 10 w 58"/>
                  <a:gd name="T23" fmla="*/ 12 h 80"/>
                  <a:gd name="T24" fmla="*/ 14 w 58"/>
                  <a:gd name="T25" fmla="*/ 16 h 80"/>
                  <a:gd name="T26" fmla="*/ 14 w 58"/>
                  <a:gd name="T27" fmla="*/ 16 h 80"/>
                  <a:gd name="T28" fmla="*/ 14 w 58"/>
                  <a:gd name="T29" fmla="*/ 16 h 80"/>
                  <a:gd name="T30" fmla="*/ 18 w 58"/>
                  <a:gd name="T31" fmla="*/ 20 h 80"/>
                  <a:gd name="T32" fmla="*/ 18 w 58"/>
                  <a:gd name="T33" fmla="*/ 20 h 80"/>
                  <a:gd name="T34" fmla="*/ 22 w 58"/>
                  <a:gd name="T35" fmla="*/ 20 h 80"/>
                  <a:gd name="T36" fmla="*/ 22 w 58"/>
                  <a:gd name="T37" fmla="*/ 20 h 80"/>
                  <a:gd name="T38" fmla="*/ 26 w 58"/>
                  <a:gd name="T39" fmla="*/ 20 h 80"/>
                  <a:gd name="T40" fmla="*/ 32 w 58"/>
                  <a:gd name="T41" fmla="*/ 16 h 80"/>
                  <a:gd name="T42" fmla="*/ 32 w 58"/>
                  <a:gd name="T43" fmla="*/ 16 h 80"/>
                  <a:gd name="T44" fmla="*/ 40 w 58"/>
                  <a:gd name="T45" fmla="*/ 8 h 80"/>
                  <a:gd name="T46" fmla="*/ 48 w 58"/>
                  <a:gd name="T47" fmla="*/ 4 h 80"/>
                  <a:gd name="T48" fmla="*/ 52 w 58"/>
                  <a:gd name="T49" fmla="*/ 0 h 80"/>
                  <a:gd name="T50" fmla="*/ 54 w 58"/>
                  <a:gd name="T51" fmla="*/ 20 h 80"/>
                  <a:gd name="T52" fmla="*/ 58 w 58"/>
                  <a:gd name="T53" fmla="*/ 20 h 80"/>
                  <a:gd name="T54" fmla="*/ 58 w 58"/>
                  <a:gd name="T55" fmla="*/ 24 h 80"/>
                  <a:gd name="T56" fmla="*/ 54 w 58"/>
                  <a:gd name="T57" fmla="*/ 26 h 80"/>
                  <a:gd name="T58" fmla="*/ 40 w 58"/>
                  <a:gd name="T59" fmla="*/ 30 h 80"/>
                  <a:gd name="T60" fmla="*/ 36 w 58"/>
                  <a:gd name="T61" fmla="*/ 34 h 80"/>
                  <a:gd name="T62" fmla="*/ 28 w 58"/>
                  <a:gd name="T63" fmla="*/ 34 h 80"/>
                  <a:gd name="T64" fmla="*/ 32 w 58"/>
                  <a:gd name="T65" fmla="*/ 42 h 80"/>
                  <a:gd name="T66" fmla="*/ 36 w 58"/>
                  <a:gd name="T67" fmla="*/ 46 h 80"/>
                  <a:gd name="T68" fmla="*/ 36 w 58"/>
                  <a:gd name="T69" fmla="*/ 56 h 80"/>
                  <a:gd name="T70" fmla="*/ 32 w 58"/>
                  <a:gd name="T71" fmla="*/ 64 h 80"/>
                  <a:gd name="T72" fmla="*/ 22 w 58"/>
                  <a:gd name="T73" fmla="*/ 68 h 80"/>
                  <a:gd name="T74" fmla="*/ 18 w 58"/>
                  <a:gd name="T75" fmla="*/ 76 h 80"/>
                  <a:gd name="T76" fmla="*/ 6 w 58"/>
                  <a:gd name="T77" fmla="*/ 76 h 80"/>
                  <a:gd name="T78" fmla="*/ 0 w 58"/>
                  <a:gd name="T79" fmla="*/ 76 h 80"/>
                  <a:gd name="T80" fmla="*/ 0 w 58"/>
                  <a:gd name="T81" fmla="*/ 76 h 80"/>
                  <a:gd name="T82" fmla="*/ 0 w 58"/>
                  <a:gd name="T83" fmla="*/ 72 h 80"/>
                  <a:gd name="T84" fmla="*/ 0 w 58"/>
                  <a:gd name="T85" fmla="*/ 72 h 80"/>
                  <a:gd name="T86" fmla="*/ 0 w 58"/>
                  <a:gd name="T87" fmla="*/ 72 h 80"/>
                  <a:gd name="T88" fmla="*/ 0 w 58"/>
                  <a:gd name="T89" fmla="*/ 64 h 80"/>
                  <a:gd name="T90" fmla="*/ 0 w 58"/>
                  <a:gd name="T91" fmla="*/ 64 h 80"/>
                  <a:gd name="T92" fmla="*/ 0 w 58"/>
                  <a:gd name="T93" fmla="*/ 64 h 80"/>
                  <a:gd name="T94" fmla="*/ 0 w 58"/>
                  <a:gd name="T95" fmla="*/ 60 h 80"/>
                  <a:gd name="T96" fmla="*/ 0 w 58"/>
                  <a:gd name="T97" fmla="*/ 56 h 80"/>
                  <a:gd name="T98" fmla="*/ 0 w 58"/>
                  <a:gd name="T99" fmla="*/ 56 h 80"/>
                  <a:gd name="T100" fmla="*/ 2 w 58"/>
                  <a:gd name="T101" fmla="*/ 54 h 80"/>
                  <a:gd name="T102" fmla="*/ 2 w 58"/>
                  <a:gd name="T103" fmla="*/ 50 h 80"/>
                  <a:gd name="T104" fmla="*/ 2 w 58"/>
                  <a:gd name="T105" fmla="*/ 46 h 80"/>
                  <a:gd name="T106" fmla="*/ 2 w 58"/>
                  <a:gd name="T107" fmla="*/ 46 h 80"/>
                  <a:gd name="T108" fmla="*/ 6 w 58"/>
                  <a:gd name="T109" fmla="*/ 42 h 80"/>
                  <a:gd name="T110" fmla="*/ 6 w 58"/>
                  <a:gd name="T111" fmla="*/ 42 h 80"/>
                  <a:gd name="T112" fmla="*/ 2 w 58"/>
                  <a:gd name="T113" fmla="*/ 42 h 80"/>
                  <a:gd name="T114" fmla="*/ 6 w 58"/>
                  <a:gd name="T115" fmla="*/ 38 h 80"/>
                  <a:gd name="T116" fmla="*/ 6 w 58"/>
                  <a:gd name="T117" fmla="*/ 38 h 80"/>
                  <a:gd name="T118" fmla="*/ 6 w 58"/>
                  <a:gd name="T119" fmla="*/ 3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8" h="80">
                    <a:moveTo>
                      <a:pt x="6" y="34"/>
                    </a:moveTo>
                    <a:lnTo>
                      <a:pt x="6" y="34"/>
                    </a:lnTo>
                    <a:lnTo>
                      <a:pt x="6" y="34"/>
                    </a:lnTo>
                    <a:lnTo>
                      <a:pt x="6" y="34"/>
                    </a:lnTo>
                    <a:lnTo>
                      <a:pt x="6" y="34"/>
                    </a:lnTo>
                    <a:lnTo>
                      <a:pt x="6" y="30"/>
                    </a:lnTo>
                    <a:lnTo>
                      <a:pt x="6" y="30"/>
                    </a:lnTo>
                    <a:lnTo>
                      <a:pt x="6" y="30"/>
                    </a:lnTo>
                    <a:lnTo>
                      <a:pt x="6" y="30"/>
                    </a:lnTo>
                    <a:lnTo>
                      <a:pt x="6" y="26"/>
                    </a:lnTo>
                    <a:lnTo>
                      <a:pt x="6" y="26"/>
                    </a:lnTo>
                    <a:lnTo>
                      <a:pt x="6" y="26"/>
                    </a:lnTo>
                    <a:lnTo>
                      <a:pt x="6" y="24"/>
                    </a:lnTo>
                    <a:lnTo>
                      <a:pt x="6" y="24"/>
                    </a:lnTo>
                    <a:lnTo>
                      <a:pt x="6" y="20"/>
                    </a:lnTo>
                    <a:lnTo>
                      <a:pt x="6" y="20"/>
                    </a:lnTo>
                    <a:lnTo>
                      <a:pt x="6" y="20"/>
                    </a:lnTo>
                    <a:lnTo>
                      <a:pt x="6" y="16"/>
                    </a:lnTo>
                    <a:lnTo>
                      <a:pt x="6" y="16"/>
                    </a:lnTo>
                    <a:lnTo>
                      <a:pt x="6" y="16"/>
                    </a:lnTo>
                    <a:lnTo>
                      <a:pt x="6" y="16"/>
                    </a:lnTo>
                    <a:lnTo>
                      <a:pt x="6" y="12"/>
                    </a:lnTo>
                    <a:lnTo>
                      <a:pt x="10" y="12"/>
                    </a:lnTo>
                    <a:lnTo>
                      <a:pt x="10" y="12"/>
                    </a:lnTo>
                    <a:lnTo>
                      <a:pt x="10" y="12"/>
                    </a:lnTo>
                    <a:lnTo>
                      <a:pt x="14" y="16"/>
                    </a:lnTo>
                    <a:lnTo>
                      <a:pt x="14" y="16"/>
                    </a:lnTo>
                    <a:lnTo>
                      <a:pt x="14" y="16"/>
                    </a:lnTo>
                    <a:lnTo>
                      <a:pt x="14" y="16"/>
                    </a:lnTo>
                    <a:lnTo>
                      <a:pt x="14" y="16"/>
                    </a:lnTo>
                    <a:lnTo>
                      <a:pt x="14" y="16"/>
                    </a:lnTo>
                    <a:lnTo>
                      <a:pt x="18" y="20"/>
                    </a:lnTo>
                    <a:lnTo>
                      <a:pt x="18" y="20"/>
                    </a:lnTo>
                    <a:lnTo>
                      <a:pt x="18" y="20"/>
                    </a:lnTo>
                    <a:lnTo>
                      <a:pt x="18" y="20"/>
                    </a:lnTo>
                    <a:lnTo>
                      <a:pt x="22" y="20"/>
                    </a:lnTo>
                    <a:lnTo>
                      <a:pt x="22" y="20"/>
                    </a:lnTo>
                    <a:lnTo>
                      <a:pt x="22" y="20"/>
                    </a:lnTo>
                    <a:lnTo>
                      <a:pt x="26" y="20"/>
                    </a:lnTo>
                    <a:lnTo>
                      <a:pt x="26" y="20"/>
                    </a:lnTo>
                    <a:lnTo>
                      <a:pt x="28" y="16"/>
                    </a:lnTo>
                    <a:lnTo>
                      <a:pt x="32" y="16"/>
                    </a:lnTo>
                    <a:lnTo>
                      <a:pt x="32" y="16"/>
                    </a:lnTo>
                    <a:lnTo>
                      <a:pt x="32" y="16"/>
                    </a:lnTo>
                    <a:lnTo>
                      <a:pt x="36" y="12"/>
                    </a:lnTo>
                    <a:lnTo>
                      <a:pt x="40" y="8"/>
                    </a:lnTo>
                    <a:lnTo>
                      <a:pt x="44" y="4"/>
                    </a:lnTo>
                    <a:lnTo>
                      <a:pt x="48" y="4"/>
                    </a:lnTo>
                    <a:lnTo>
                      <a:pt x="52" y="0"/>
                    </a:lnTo>
                    <a:lnTo>
                      <a:pt x="52" y="0"/>
                    </a:lnTo>
                    <a:lnTo>
                      <a:pt x="54" y="16"/>
                    </a:lnTo>
                    <a:lnTo>
                      <a:pt x="54" y="20"/>
                    </a:lnTo>
                    <a:lnTo>
                      <a:pt x="54" y="20"/>
                    </a:lnTo>
                    <a:lnTo>
                      <a:pt x="58" y="20"/>
                    </a:lnTo>
                    <a:lnTo>
                      <a:pt x="58" y="24"/>
                    </a:lnTo>
                    <a:lnTo>
                      <a:pt x="58" y="24"/>
                    </a:lnTo>
                    <a:lnTo>
                      <a:pt x="54" y="26"/>
                    </a:lnTo>
                    <a:lnTo>
                      <a:pt x="54" y="26"/>
                    </a:lnTo>
                    <a:lnTo>
                      <a:pt x="48" y="30"/>
                    </a:lnTo>
                    <a:lnTo>
                      <a:pt x="40" y="30"/>
                    </a:lnTo>
                    <a:lnTo>
                      <a:pt x="40" y="30"/>
                    </a:lnTo>
                    <a:lnTo>
                      <a:pt x="36" y="34"/>
                    </a:lnTo>
                    <a:lnTo>
                      <a:pt x="32" y="34"/>
                    </a:lnTo>
                    <a:lnTo>
                      <a:pt x="28" y="34"/>
                    </a:lnTo>
                    <a:lnTo>
                      <a:pt x="26" y="34"/>
                    </a:lnTo>
                    <a:lnTo>
                      <a:pt x="32" y="42"/>
                    </a:lnTo>
                    <a:lnTo>
                      <a:pt x="32" y="46"/>
                    </a:lnTo>
                    <a:lnTo>
                      <a:pt x="36" y="46"/>
                    </a:lnTo>
                    <a:lnTo>
                      <a:pt x="40" y="54"/>
                    </a:lnTo>
                    <a:lnTo>
                      <a:pt x="36" y="56"/>
                    </a:lnTo>
                    <a:lnTo>
                      <a:pt x="32" y="64"/>
                    </a:lnTo>
                    <a:lnTo>
                      <a:pt x="32" y="64"/>
                    </a:lnTo>
                    <a:lnTo>
                      <a:pt x="28" y="64"/>
                    </a:lnTo>
                    <a:lnTo>
                      <a:pt x="22" y="68"/>
                    </a:lnTo>
                    <a:lnTo>
                      <a:pt x="22" y="72"/>
                    </a:lnTo>
                    <a:lnTo>
                      <a:pt x="18" y="76"/>
                    </a:lnTo>
                    <a:lnTo>
                      <a:pt x="14" y="80"/>
                    </a:lnTo>
                    <a:lnTo>
                      <a:pt x="6" y="76"/>
                    </a:lnTo>
                    <a:lnTo>
                      <a:pt x="2" y="76"/>
                    </a:lnTo>
                    <a:lnTo>
                      <a:pt x="0" y="76"/>
                    </a:lnTo>
                    <a:lnTo>
                      <a:pt x="0" y="76"/>
                    </a:lnTo>
                    <a:lnTo>
                      <a:pt x="0" y="76"/>
                    </a:lnTo>
                    <a:lnTo>
                      <a:pt x="0" y="72"/>
                    </a:lnTo>
                    <a:lnTo>
                      <a:pt x="0" y="72"/>
                    </a:lnTo>
                    <a:lnTo>
                      <a:pt x="0" y="72"/>
                    </a:lnTo>
                    <a:lnTo>
                      <a:pt x="0" y="72"/>
                    </a:lnTo>
                    <a:lnTo>
                      <a:pt x="0" y="72"/>
                    </a:lnTo>
                    <a:lnTo>
                      <a:pt x="0" y="72"/>
                    </a:lnTo>
                    <a:lnTo>
                      <a:pt x="0" y="64"/>
                    </a:lnTo>
                    <a:lnTo>
                      <a:pt x="0" y="64"/>
                    </a:lnTo>
                    <a:lnTo>
                      <a:pt x="0" y="64"/>
                    </a:lnTo>
                    <a:lnTo>
                      <a:pt x="0" y="64"/>
                    </a:lnTo>
                    <a:lnTo>
                      <a:pt x="0" y="64"/>
                    </a:lnTo>
                    <a:lnTo>
                      <a:pt x="0" y="64"/>
                    </a:lnTo>
                    <a:lnTo>
                      <a:pt x="0" y="60"/>
                    </a:lnTo>
                    <a:lnTo>
                      <a:pt x="0" y="60"/>
                    </a:lnTo>
                    <a:lnTo>
                      <a:pt x="0" y="60"/>
                    </a:lnTo>
                    <a:lnTo>
                      <a:pt x="0" y="56"/>
                    </a:lnTo>
                    <a:lnTo>
                      <a:pt x="0" y="56"/>
                    </a:lnTo>
                    <a:lnTo>
                      <a:pt x="0" y="56"/>
                    </a:lnTo>
                    <a:lnTo>
                      <a:pt x="2" y="54"/>
                    </a:lnTo>
                    <a:lnTo>
                      <a:pt x="2" y="54"/>
                    </a:lnTo>
                    <a:lnTo>
                      <a:pt x="2" y="50"/>
                    </a:lnTo>
                    <a:lnTo>
                      <a:pt x="2" y="50"/>
                    </a:lnTo>
                    <a:lnTo>
                      <a:pt x="2" y="50"/>
                    </a:lnTo>
                    <a:lnTo>
                      <a:pt x="2" y="46"/>
                    </a:lnTo>
                    <a:lnTo>
                      <a:pt x="2" y="46"/>
                    </a:lnTo>
                    <a:lnTo>
                      <a:pt x="2" y="46"/>
                    </a:lnTo>
                    <a:lnTo>
                      <a:pt x="2" y="46"/>
                    </a:lnTo>
                    <a:lnTo>
                      <a:pt x="6" y="42"/>
                    </a:lnTo>
                    <a:lnTo>
                      <a:pt x="6" y="42"/>
                    </a:lnTo>
                    <a:lnTo>
                      <a:pt x="6" y="42"/>
                    </a:lnTo>
                    <a:lnTo>
                      <a:pt x="2" y="42"/>
                    </a:lnTo>
                    <a:lnTo>
                      <a:pt x="2" y="42"/>
                    </a:lnTo>
                    <a:lnTo>
                      <a:pt x="6" y="38"/>
                    </a:lnTo>
                    <a:lnTo>
                      <a:pt x="6" y="38"/>
                    </a:lnTo>
                    <a:lnTo>
                      <a:pt x="6" y="38"/>
                    </a:lnTo>
                    <a:lnTo>
                      <a:pt x="6" y="38"/>
                    </a:lnTo>
                    <a:lnTo>
                      <a:pt x="6" y="34"/>
                    </a:lnTo>
                    <a:lnTo>
                      <a:pt x="6" y="34"/>
                    </a:lnTo>
                    <a:lnTo>
                      <a:pt x="6"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0" name="Freeform 34"/>
              <p:cNvSpPr>
                <a:spLocks/>
              </p:cNvSpPr>
              <p:nvPr/>
            </p:nvSpPr>
            <p:spPr bwMode="gray">
              <a:xfrm>
                <a:off x="5940912" y="2731733"/>
                <a:ext cx="1005295" cy="525255"/>
              </a:xfrm>
              <a:custGeom>
                <a:avLst/>
                <a:gdLst>
                  <a:gd name="T0" fmla="*/ 388 w 578"/>
                  <a:gd name="T1" fmla="*/ 254 h 302"/>
                  <a:gd name="T2" fmla="*/ 372 w 578"/>
                  <a:gd name="T3" fmla="*/ 262 h 302"/>
                  <a:gd name="T4" fmla="*/ 342 w 578"/>
                  <a:gd name="T5" fmla="*/ 272 h 302"/>
                  <a:gd name="T6" fmla="*/ 316 w 578"/>
                  <a:gd name="T7" fmla="*/ 294 h 302"/>
                  <a:gd name="T8" fmla="*/ 306 w 578"/>
                  <a:gd name="T9" fmla="*/ 292 h 302"/>
                  <a:gd name="T10" fmla="*/ 278 w 578"/>
                  <a:gd name="T11" fmla="*/ 272 h 302"/>
                  <a:gd name="T12" fmla="*/ 264 w 578"/>
                  <a:gd name="T13" fmla="*/ 248 h 302"/>
                  <a:gd name="T14" fmla="*/ 220 w 578"/>
                  <a:gd name="T15" fmla="*/ 248 h 302"/>
                  <a:gd name="T16" fmla="*/ 156 w 578"/>
                  <a:gd name="T17" fmla="*/ 210 h 302"/>
                  <a:gd name="T18" fmla="*/ 136 w 578"/>
                  <a:gd name="T19" fmla="*/ 254 h 302"/>
                  <a:gd name="T20" fmla="*/ 134 w 578"/>
                  <a:gd name="T21" fmla="*/ 292 h 302"/>
                  <a:gd name="T22" fmla="*/ 110 w 578"/>
                  <a:gd name="T23" fmla="*/ 268 h 302"/>
                  <a:gd name="T24" fmla="*/ 76 w 578"/>
                  <a:gd name="T25" fmla="*/ 288 h 302"/>
                  <a:gd name="T26" fmla="*/ 44 w 578"/>
                  <a:gd name="T27" fmla="*/ 258 h 302"/>
                  <a:gd name="T28" fmla="*/ 36 w 578"/>
                  <a:gd name="T29" fmla="*/ 214 h 302"/>
                  <a:gd name="T30" fmla="*/ 36 w 578"/>
                  <a:gd name="T31" fmla="*/ 188 h 302"/>
                  <a:gd name="T32" fmla="*/ 30 w 578"/>
                  <a:gd name="T33" fmla="*/ 168 h 302"/>
                  <a:gd name="T34" fmla="*/ 6 w 578"/>
                  <a:gd name="T35" fmla="*/ 150 h 302"/>
                  <a:gd name="T36" fmla="*/ 6 w 578"/>
                  <a:gd name="T37" fmla="*/ 128 h 302"/>
                  <a:gd name="T38" fmla="*/ 18 w 578"/>
                  <a:gd name="T39" fmla="*/ 110 h 302"/>
                  <a:gd name="T40" fmla="*/ 34 w 578"/>
                  <a:gd name="T41" fmla="*/ 112 h 302"/>
                  <a:gd name="T42" fmla="*/ 44 w 578"/>
                  <a:gd name="T43" fmla="*/ 90 h 302"/>
                  <a:gd name="T44" fmla="*/ 62 w 578"/>
                  <a:gd name="T45" fmla="*/ 84 h 302"/>
                  <a:gd name="T46" fmla="*/ 76 w 578"/>
                  <a:gd name="T47" fmla="*/ 80 h 302"/>
                  <a:gd name="T48" fmla="*/ 100 w 578"/>
                  <a:gd name="T49" fmla="*/ 84 h 302"/>
                  <a:gd name="T50" fmla="*/ 114 w 578"/>
                  <a:gd name="T51" fmla="*/ 102 h 302"/>
                  <a:gd name="T52" fmla="*/ 130 w 578"/>
                  <a:gd name="T53" fmla="*/ 106 h 302"/>
                  <a:gd name="T54" fmla="*/ 160 w 578"/>
                  <a:gd name="T55" fmla="*/ 98 h 302"/>
                  <a:gd name="T56" fmla="*/ 178 w 578"/>
                  <a:gd name="T57" fmla="*/ 102 h 302"/>
                  <a:gd name="T58" fmla="*/ 204 w 578"/>
                  <a:gd name="T59" fmla="*/ 102 h 302"/>
                  <a:gd name="T60" fmla="*/ 204 w 578"/>
                  <a:gd name="T61" fmla="*/ 84 h 302"/>
                  <a:gd name="T62" fmla="*/ 204 w 578"/>
                  <a:gd name="T63" fmla="*/ 68 h 302"/>
                  <a:gd name="T64" fmla="*/ 216 w 578"/>
                  <a:gd name="T65" fmla="*/ 54 h 302"/>
                  <a:gd name="T66" fmla="*/ 208 w 578"/>
                  <a:gd name="T67" fmla="*/ 46 h 302"/>
                  <a:gd name="T68" fmla="*/ 208 w 578"/>
                  <a:gd name="T69" fmla="*/ 38 h 302"/>
                  <a:gd name="T70" fmla="*/ 226 w 578"/>
                  <a:gd name="T71" fmla="*/ 30 h 302"/>
                  <a:gd name="T72" fmla="*/ 256 w 578"/>
                  <a:gd name="T73" fmla="*/ 24 h 302"/>
                  <a:gd name="T74" fmla="*/ 276 w 578"/>
                  <a:gd name="T75" fmla="*/ 20 h 302"/>
                  <a:gd name="T76" fmla="*/ 306 w 578"/>
                  <a:gd name="T77" fmla="*/ 8 h 302"/>
                  <a:gd name="T78" fmla="*/ 332 w 578"/>
                  <a:gd name="T79" fmla="*/ 4 h 302"/>
                  <a:gd name="T80" fmla="*/ 354 w 578"/>
                  <a:gd name="T81" fmla="*/ 16 h 302"/>
                  <a:gd name="T82" fmla="*/ 366 w 578"/>
                  <a:gd name="T83" fmla="*/ 28 h 302"/>
                  <a:gd name="T84" fmla="*/ 368 w 578"/>
                  <a:gd name="T85" fmla="*/ 30 h 302"/>
                  <a:gd name="T86" fmla="*/ 380 w 578"/>
                  <a:gd name="T87" fmla="*/ 34 h 302"/>
                  <a:gd name="T88" fmla="*/ 398 w 578"/>
                  <a:gd name="T89" fmla="*/ 38 h 302"/>
                  <a:gd name="T90" fmla="*/ 420 w 578"/>
                  <a:gd name="T91" fmla="*/ 24 h 302"/>
                  <a:gd name="T92" fmla="*/ 436 w 578"/>
                  <a:gd name="T93" fmla="*/ 38 h 302"/>
                  <a:gd name="T94" fmla="*/ 462 w 578"/>
                  <a:gd name="T95" fmla="*/ 68 h 302"/>
                  <a:gd name="T96" fmla="*/ 480 w 578"/>
                  <a:gd name="T97" fmla="*/ 90 h 302"/>
                  <a:gd name="T98" fmla="*/ 498 w 578"/>
                  <a:gd name="T99" fmla="*/ 98 h 302"/>
                  <a:gd name="T100" fmla="*/ 524 w 578"/>
                  <a:gd name="T101" fmla="*/ 94 h 302"/>
                  <a:gd name="T102" fmla="*/ 548 w 578"/>
                  <a:gd name="T103" fmla="*/ 116 h 302"/>
                  <a:gd name="T104" fmla="*/ 566 w 578"/>
                  <a:gd name="T105" fmla="*/ 124 h 302"/>
                  <a:gd name="T106" fmla="*/ 570 w 578"/>
                  <a:gd name="T107" fmla="*/ 136 h 302"/>
                  <a:gd name="T108" fmla="*/ 554 w 578"/>
                  <a:gd name="T109" fmla="*/ 158 h 302"/>
                  <a:gd name="T110" fmla="*/ 540 w 578"/>
                  <a:gd name="T111" fmla="*/ 176 h 302"/>
                  <a:gd name="T112" fmla="*/ 514 w 578"/>
                  <a:gd name="T113" fmla="*/ 188 h 302"/>
                  <a:gd name="T114" fmla="*/ 514 w 578"/>
                  <a:gd name="T115" fmla="*/ 214 h 302"/>
                  <a:gd name="T116" fmla="*/ 484 w 578"/>
                  <a:gd name="T117" fmla="*/ 214 h 302"/>
                  <a:gd name="T118" fmla="*/ 480 w 578"/>
                  <a:gd name="T119" fmla="*/ 232 h 302"/>
                  <a:gd name="T120" fmla="*/ 484 w 578"/>
                  <a:gd name="T121" fmla="*/ 258 h 302"/>
                  <a:gd name="T122" fmla="*/ 466 w 578"/>
                  <a:gd name="T123" fmla="*/ 268 h 302"/>
                  <a:gd name="T124" fmla="*/ 436 w 578"/>
                  <a:gd name="T125" fmla="*/ 258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78" h="302">
                    <a:moveTo>
                      <a:pt x="416" y="258"/>
                    </a:moveTo>
                    <a:lnTo>
                      <a:pt x="412" y="262"/>
                    </a:lnTo>
                    <a:lnTo>
                      <a:pt x="408" y="262"/>
                    </a:lnTo>
                    <a:lnTo>
                      <a:pt x="408" y="258"/>
                    </a:lnTo>
                    <a:lnTo>
                      <a:pt x="406" y="258"/>
                    </a:lnTo>
                    <a:lnTo>
                      <a:pt x="402" y="258"/>
                    </a:lnTo>
                    <a:lnTo>
                      <a:pt x="398" y="254"/>
                    </a:lnTo>
                    <a:lnTo>
                      <a:pt x="394" y="254"/>
                    </a:lnTo>
                    <a:lnTo>
                      <a:pt x="392" y="254"/>
                    </a:lnTo>
                    <a:lnTo>
                      <a:pt x="388" y="254"/>
                    </a:lnTo>
                    <a:lnTo>
                      <a:pt x="384" y="254"/>
                    </a:lnTo>
                    <a:lnTo>
                      <a:pt x="384" y="258"/>
                    </a:lnTo>
                    <a:lnTo>
                      <a:pt x="384" y="262"/>
                    </a:lnTo>
                    <a:lnTo>
                      <a:pt x="384" y="266"/>
                    </a:lnTo>
                    <a:lnTo>
                      <a:pt x="384" y="268"/>
                    </a:lnTo>
                    <a:lnTo>
                      <a:pt x="380" y="268"/>
                    </a:lnTo>
                    <a:lnTo>
                      <a:pt x="380" y="266"/>
                    </a:lnTo>
                    <a:lnTo>
                      <a:pt x="376" y="266"/>
                    </a:lnTo>
                    <a:lnTo>
                      <a:pt x="372" y="266"/>
                    </a:lnTo>
                    <a:lnTo>
                      <a:pt x="372" y="262"/>
                    </a:lnTo>
                    <a:lnTo>
                      <a:pt x="368" y="262"/>
                    </a:lnTo>
                    <a:lnTo>
                      <a:pt x="366" y="262"/>
                    </a:lnTo>
                    <a:lnTo>
                      <a:pt x="362" y="262"/>
                    </a:lnTo>
                    <a:lnTo>
                      <a:pt x="358" y="262"/>
                    </a:lnTo>
                    <a:lnTo>
                      <a:pt x="354" y="262"/>
                    </a:lnTo>
                    <a:lnTo>
                      <a:pt x="350" y="262"/>
                    </a:lnTo>
                    <a:lnTo>
                      <a:pt x="350" y="266"/>
                    </a:lnTo>
                    <a:lnTo>
                      <a:pt x="346" y="268"/>
                    </a:lnTo>
                    <a:lnTo>
                      <a:pt x="346" y="272"/>
                    </a:lnTo>
                    <a:lnTo>
                      <a:pt x="342" y="272"/>
                    </a:lnTo>
                    <a:lnTo>
                      <a:pt x="342" y="276"/>
                    </a:lnTo>
                    <a:lnTo>
                      <a:pt x="338" y="272"/>
                    </a:lnTo>
                    <a:lnTo>
                      <a:pt x="338" y="276"/>
                    </a:lnTo>
                    <a:lnTo>
                      <a:pt x="336" y="280"/>
                    </a:lnTo>
                    <a:lnTo>
                      <a:pt x="332" y="284"/>
                    </a:lnTo>
                    <a:lnTo>
                      <a:pt x="328" y="284"/>
                    </a:lnTo>
                    <a:lnTo>
                      <a:pt x="324" y="288"/>
                    </a:lnTo>
                    <a:lnTo>
                      <a:pt x="320" y="288"/>
                    </a:lnTo>
                    <a:lnTo>
                      <a:pt x="320" y="292"/>
                    </a:lnTo>
                    <a:lnTo>
                      <a:pt x="316" y="294"/>
                    </a:lnTo>
                    <a:lnTo>
                      <a:pt x="316" y="298"/>
                    </a:lnTo>
                    <a:lnTo>
                      <a:pt x="312" y="298"/>
                    </a:lnTo>
                    <a:lnTo>
                      <a:pt x="312" y="302"/>
                    </a:lnTo>
                    <a:lnTo>
                      <a:pt x="316" y="302"/>
                    </a:lnTo>
                    <a:lnTo>
                      <a:pt x="312" y="302"/>
                    </a:lnTo>
                    <a:lnTo>
                      <a:pt x="308" y="302"/>
                    </a:lnTo>
                    <a:lnTo>
                      <a:pt x="306" y="298"/>
                    </a:lnTo>
                    <a:lnTo>
                      <a:pt x="308" y="294"/>
                    </a:lnTo>
                    <a:lnTo>
                      <a:pt x="306" y="294"/>
                    </a:lnTo>
                    <a:lnTo>
                      <a:pt x="306" y="292"/>
                    </a:lnTo>
                    <a:lnTo>
                      <a:pt x="302" y="292"/>
                    </a:lnTo>
                    <a:lnTo>
                      <a:pt x="298" y="292"/>
                    </a:lnTo>
                    <a:lnTo>
                      <a:pt x="294" y="292"/>
                    </a:lnTo>
                    <a:lnTo>
                      <a:pt x="290" y="292"/>
                    </a:lnTo>
                    <a:lnTo>
                      <a:pt x="286" y="292"/>
                    </a:lnTo>
                    <a:lnTo>
                      <a:pt x="286" y="288"/>
                    </a:lnTo>
                    <a:lnTo>
                      <a:pt x="286" y="280"/>
                    </a:lnTo>
                    <a:lnTo>
                      <a:pt x="282" y="276"/>
                    </a:lnTo>
                    <a:lnTo>
                      <a:pt x="278" y="276"/>
                    </a:lnTo>
                    <a:lnTo>
                      <a:pt x="278" y="272"/>
                    </a:lnTo>
                    <a:lnTo>
                      <a:pt x="278" y="268"/>
                    </a:lnTo>
                    <a:lnTo>
                      <a:pt x="278" y="266"/>
                    </a:lnTo>
                    <a:lnTo>
                      <a:pt x="278" y="262"/>
                    </a:lnTo>
                    <a:lnTo>
                      <a:pt x="278" y="258"/>
                    </a:lnTo>
                    <a:lnTo>
                      <a:pt x="276" y="258"/>
                    </a:lnTo>
                    <a:lnTo>
                      <a:pt x="272" y="254"/>
                    </a:lnTo>
                    <a:lnTo>
                      <a:pt x="272" y="252"/>
                    </a:lnTo>
                    <a:lnTo>
                      <a:pt x="268" y="252"/>
                    </a:lnTo>
                    <a:lnTo>
                      <a:pt x="268" y="248"/>
                    </a:lnTo>
                    <a:lnTo>
                      <a:pt x="264" y="248"/>
                    </a:lnTo>
                    <a:lnTo>
                      <a:pt x="264" y="244"/>
                    </a:lnTo>
                    <a:lnTo>
                      <a:pt x="260" y="244"/>
                    </a:lnTo>
                    <a:lnTo>
                      <a:pt x="256" y="248"/>
                    </a:lnTo>
                    <a:lnTo>
                      <a:pt x="250" y="248"/>
                    </a:lnTo>
                    <a:lnTo>
                      <a:pt x="246" y="248"/>
                    </a:lnTo>
                    <a:lnTo>
                      <a:pt x="242" y="244"/>
                    </a:lnTo>
                    <a:lnTo>
                      <a:pt x="238" y="244"/>
                    </a:lnTo>
                    <a:lnTo>
                      <a:pt x="230" y="248"/>
                    </a:lnTo>
                    <a:lnTo>
                      <a:pt x="226" y="248"/>
                    </a:lnTo>
                    <a:lnTo>
                      <a:pt x="220" y="248"/>
                    </a:lnTo>
                    <a:lnTo>
                      <a:pt x="220" y="244"/>
                    </a:lnTo>
                    <a:lnTo>
                      <a:pt x="216" y="240"/>
                    </a:lnTo>
                    <a:lnTo>
                      <a:pt x="212" y="236"/>
                    </a:lnTo>
                    <a:lnTo>
                      <a:pt x="208" y="232"/>
                    </a:lnTo>
                    <a:lnTo>
                      <a:pt x="186" y="218"/>
                    </a:lnTo>
                    <a:lnTo>
                      <a:pt x="170" y="206"/>
                    </a:lnTo>
                    <a:lnTo>
                      <a:pt x="166" y="206"/>
                    </a:lnTo>
                    <a:lnTo>
                      <a:pt x="164" y="210"/>
                    </a:lnTo>
                    <a:lnTo>
                      <a:pt x="160" y="210"/>
                    </a:lnTo>
                    <a:lnTo>
                      <a:pt x="156" y="210"/>
                    </a:lnTo>
                    <a:lnTo>
                      <a:pt x="152" y="214"/>
                    </a:lnTo>
                    <a:lnTo>
                      <a:pt x="144" y="214"/>
                    </a:lnTo>
                    <a:lnTo>
                      <a:pt x="140" y="218"/>
                    </a:lnTo>
                    <a:lnTo>
                      <a:pt x="136" y="218"/>
                    </a:lnTo>
                    <a:lnTo>
                      <a:pt x="136" y="222"/>
                    </a:lnTo>
                    <a:lnTo>
                      <a:pt x="136" y="228"/>
                    </a:lnTo>
                    <a:lnTo>
                      <a:pt x="136" y="240"/>
                    </a:lnTo>
                    <a:lnTo>
                      <a:pt x="136" y="244"/>
                    </a:lnTo>
                    <a:lnTo>
                      <a:pt x="136" y="252"/>
                    </a:lnTo>
                    <a:lnTo>
                      <a:pt x="136" y="254"/>
                    </a:lnTo>
                    <a:lnTo>
                      <a:pt x="136" y="258"/>
                    </a:lnTo>
                    <a:lnTo>
                      <a:pt x="136" y="262"/>
                    </a:lnTo>
                    <a:lnTo>
                      <a:pt x="136" y="266"/>
                    </a:lnTo>
                    <a:lnTo>
                      <a:pt x="136" y="272"/>
                    </a:lnTo>
                    <a:lnTo>
                      <a:pt x="136" y="280"/>
                    </a:lnTo>
                    <a:lnTo>
                      <a:pt x="136" y="284"/>
                    </a:lnTo>
                    <a:lnTo>
                      <a:pt x="136" y="288"/>
                    </a:lnTo>
                    <a:lnTo>
                      <a:pt x="136" y="292"/>
                    </a:lnTo>
                    <a:lnTo>
                      <a:pt x="134" y="288"/>
                    </a:lnTo>
                    <a:lnTo>
                      <a:pt x="134" y="292"/>
                    </a:lnTo>
                    <a:lnTo>
                      <a:pt x="130" y="292"/>
                    </a:lnTo>
                    <a:lnTo>
                      <a:pt x="126" y="292"/>
                    </a:lnTo>
                    <a:lnTo>
                      <a:pt x="126" y="288"/>
                    </a:lnTo>
                    <a:lnTo>
                      <a:pt x="126" y="284"/>
                    </a:lnTo>
                    <a:lnTo>
                      <a:pt x="122" y="284"/>
                    </a:lnTo>
                    <a:lnTo>
                      <a:pt x="122" y="280"/>
                    </a:lnTo>
                    <a:lnTo>
                      <a:pt x="118" y="276"/>
                    </a:lnTo>
                    <a:lnTo>
                      <a:pt x="114" y="272"/>
                    </a:lnTo>
                    <a:lnTo>
                      <a:pt x="110" y="272"/>
                    </a:lnTo>
                    <a:lnTo>
                      <a:pt x="110" y="268"/>
                    </a:lnTo>
                    <a:lnTo>
                      <a:pt x="106" y="268"/>
                    </a:lnTo>
                    <a:lnTo>
                      <a:pt x="104" y="268"/>
                    </a:lnTo>
                    <a:lnTo>
                      <a:pt x="100" y="272"/>
                    </a:lnTo>
                    <a:lnTo>
                      <a:pt x="96" y="272"/>
                    </a:lnTo>
                    <a:lnTo>
                      <a:pt x="92" y="272"/>
                    </a:lnTo>
                    <a:lnTo>
                      <a:pt x="92" y="276"/>
                    </a:lnTo>
                    <a:lnTo>
                      <a:pt x="88" y="276"/>
                    </a:lnTo>
                    <a:lnTo>
                      <a:pt x="84" y="280"/>
                    </a:lnTo>
                    <a:lnTo>
                      <a:pt x="80" y="284"/>
                    </a:lnTo>
                    <a:lnTo>
                      <a:pt x="76" y="288"/>
                    </a:lnTo>
                    <a:lnTo>
                      <a:pt x="74" y="288"/>
                    </a:lnTo>
                    <a:lnTo>
                      <a:pt x="66" y="292"/>
                    </a:lnTo>
                    <a:lnTo>
                      <a:pt x="66" y="288"/>
                    </a:lnTo>
                    <a:lnTo>
                      <a:pt x="62" y="284"/>
                    </a:lnTo>
                    <a:lnTo>
                      <a:pt x="60" y="280"/>
                    </a:lnTo>
                    <a:lnTo>
                      <a:pt x="60" y="276"/>
                    </a:lnTo>
                    <a:lnTo>
                      <a:pt x="56" y="272"/>
                    </a:lnTo>
                    <a:lnTo>
                      <a:pt x="52" y="268"/>
                    </a:lnTo>
                    <a:lnTo>
                      <a:pt x="48" y="262"/>
                    </a:lnTo>
                    <a:lnTo>
                      <a:pt x="44" y="258"/>
                    </a:lnTo>
                    <a:lnTo>
                      <a:pt x="44" y="254"/>
                    </a:lnTo>
                    <a:lnTo>
                      <a:pt x="40" y="252"/>
                    </a:lnTo>
                    <a:lnTo>
                      <a:pt x="40" y="248"/>
                    </a:lnTo>
                    <a:lnTo>
                      <a:pt x="36" y="240"/>
                    </a:lnTo>
                    <a:lnTo>
                      <a:pt x="36" y="236"/>
                    </a:lnTo>
                    <a:lnTo>
                      <a:pt x="36" y="232"/>
                    </a:lnTo>
                    <a:lnTo>
                      <a:pt x="34" y="224"/>
                    </a:lnTo>
                    <a:lnTo>
                      <a:pt x="34" y="222"/>
                    </a:lnTo>
                    <a:lnTo>
                      <a:pt x="34" y="218"/>
                    </a:lnTo>
                    <a:lnTo>
                      <a:pt x="36" y="214"/>
                    </a:lnTo>
                    <a:lnTo>
                      <a:pt x="40" y="210"/>
                    </a:lnTo>
                    <a:lnTo>
                      <a:pt x="44" y="206"/>
                    </a:lnTo>
                    <a:lnTo>
                      <a:pt x="48" y="202"/>
                    </a:lnTo>
                    <a:lnTo>
                      <a:pt x="52" y="202"/>
                    </a:lnTo>
                    <a:lnTo>
                      <a:pt x="52" y="198"/>
                    </a:lnTo>
                    <a:lnTo>
                      <a:pt x="48" y="198"/>
                    </a:lnTo>
                    <a:lnTo>
                      <a:pt x="44" y="196"/>
                    </a:lnTo>
                    <a:lnTo>
                      <a:pt x="40" y="196"/>
                    </a:lnTo>
                    <a:lnTo>
                      <a:pt x="40" y="192"/>
                    </a:lnTo>
                    <a:lnTo>
                      <a:pt x="36" y="188"/>
                    </a:lnTo>
                    <a:lnTo>
                      <a:pt x="34" y="188"/>
                    </a:lnTo>
                    <a:lnTo>
                      <a:pt x="30" y="188"/>
                    </a:lnTo>
                    <a:lnTo>
                      <a:pt x="30" y="184"/>
                    </a:lnTo>
                    <a:lnTo>
                      <a:pt x="34" y="180"/>
                    </a:lnTo>
                    <a:lnTo>
                      <a:pt x="34" y="184"/>
                    </a:lnTo>
                    <a:lnTo>
                      <a:pt x="36" y="184"/>
                    </a:lnTo>
                    <a:lnTo>
                      <a:pt x="36" y="180"/>
                    </a:lnTo>
                    <a:lnTo>
                      <a:pt x="34" y="176"/>
                    </a:lnTo>
                    <a:lnTo>
                      <a:pt x="34" y="172"/>
                    </a:lnTo>
                    <a:lnTo>
                      <a:pt x="30" y="168"/>
                    </a:lnTo>
                    <a:lnTo>
                      <a:pt x="26" y="166"/>
                    </a:lnTo>
                    <a:lnTo>
                      <a:pt x="26" y="162"/>
                    </a:lnTo>
                    <a:lnTo>
                      <a:pt x="22" y="162"/>
                    </a:lnTo>
                    <a:lnTo>
                      <a:pt x="18" y="162"/>
                    </a:lnTo>
                    <a:lnTo>
                      <a:pt x="14" y="162"/>
                    </a:lnTo>
                    <a:lnTo>
                      <a:pt x="10" y="162"/>
                    </a:lnTo>
                    <a:lnTo>
                      <a:pt x="10" y="158"/>
                    </a:lnTo>
                    <a:lnTo>
                      <a:pt x="10" y="154"/>
                    </a:lnTo>
                    <a:lnTo>
                      <a:pt x="10" y="150"/>
                    </a:lnTo>
                    <a:lnTo>
                      <a:pt x="6" y="150"/>
                    </a:lnTo>
                    <a:lnTo>
                      <a:pt x="4" y="150"/>
                    </a:lnTo>
                    <a:lnTo>
                      <a:pt x="0" y="146"/>
                    </a:lnTo>
                    <a:lnTo>
                      <a:pt x="4" y="146"/>
                    </a:lnTo>
                    <a:lnTo>
                      <a:pt x="4" y="142"/>
                    </a:lnTo>
                    <a:lnTo>
                      <a:pt x="6" y="140"/>
                    </a:lnTo>
                    <a:lnTo>
                      <a:pt x="6" y="136"/>
                    </a:lnTo>
                    <a:lnTo>
                      <a:pt x="10" y="136"/>
                    </a:lnTo>
                    <a:lnTo>
                      <a:pt x="10" y="132"/>
                    </a:lnTo>
                    <a:lnTo>
                      <a:pt x="6" y="132"/>
                    </a:lnTo>
                    <a:lnTo>
                      <a:pt x="6" y="128"/>
                    </a:lnTo>
                    <a:lnTo>
                      <a:pt x="6" y="124"/>
                    </a:lnTo>
                    <a:lnTo>
                      <a:pt x="6" y="116"/>
                    </a:lnTo>
                    <a:lnTo>
                      <a:pt x="10" y="116"/>
                    </a:lnTo>
                    <a:lnTo>
                      <a:pt x="14" y="116"/>
                    </a:lnTo>
                    <a:lnTo>
                      <a:pt x="14" y="112"/>
                    </a:lnTo>
                    <a:lnTo>
                      <a:pt x="10" y="112"/>
                    </a:lnTo>
                    <a:lnTo>
                      <a:pt x="14" y="110"/>
                    </a:lnTo>
                    <a:lnTo>
                      <a:pt x="14" y="106"/>
                    </a:lnTo>
                    <a:lnTo>
                      <a:pt x="18" y="106"/>
                    </a:lnTo>
                    <a:lnTo>
                      <a:pt x="18" y="110"/>
                    </a:lnTo>
                    <a:lnTo>
                      <a:pt x="22" y="110"/>
                    </a:lnTo>
                    <a:lnTo>
                      <a:pt x="22" y="112"/>
                    </a:lnTo>
                    <a:lnTo>
                      <a:pt x="26" y="112"/>
                    </a:lnTo>
                    <a:lnTo>
                      <a:pt x="26" y="116"/>
                    </a:lnTo>
                    <a:lnTo>
                      <a:pt x="30" y="120"/>
                    </a:lnTo>
                    <a:lnTo>
                      <a:pt x="30" y="116"/>
                    </a:lnTo>
                    <a:lnTo>
                      <a:pt x="34" y="116"/>
                    </a:lnTo>
                    <a:lnTo>
                      <a:pt x="36" y="116"/>
                    </a:lnTo>
                    <a:lnTo>
                      <a:pt x="36" y="112"/>
                    </a:lnTo>
                    <a:lnTo>
                      <a:pt x="34" y="112"/>
                    </a:lnTo>
                    <a:lnTo>
                      <a:pt x="34" y="110"/>
                    </a:lnTo>
                    <a:lnTo>
                      <a:pt x="34" y="106"/>
                    </a:lnTo>
                    <a:lnTo>
                      <a:pt x="34" y="102"/>
                    </a:lnTo>
                    <a:lnTo>
                      <a:pt x="36" y="102"/>
                    </a:lnTo>
                    <a:lnTo>
                      <a:pt x="36" y="98"/>
                    </a:lnTo>
                    <a:lnTo>
                      <a:pt x="40" y="98"/>
                    </a:lnTo>
                    <a:lnTo>
                      <a:pt x="44" y="98"/>
                    </a:lnTo>
                    <a:lnTo>
                      <a:pt x="40" y="94"/>
                    </a:lnTo>
                    <a:lnTo>
                      <a:pt x="44" y="94"/>
                    </a:lnTo>
                    <a:lnTo>
                      <a:pt x="44" y="90"/>
                    </a:lnTo>
                    <a:lnTo>
                      <a:pt x="44" y="94"/>
                    </a:lnTo>
                    <a:lnTo>
                      <a:pt x="48" y="90"/>
                    </a:lnTo>
                    <a:lnTo>
                      <a:pt x="52" y="90"/>
                    </a:lnTo>
                    <a:lnTo>
                      <a:pt x="56" y="90"/>
                    </a:lnTo>
                    <a:lnTo>
                      <a:pt x="56" y="86"/>
                    </a:lnTo>
                    <a:lnTo>
                      <a:pt x="60" y="86"/>
                    </a:lnTo>
                    <a:lnTo>
                      <a:pt x="60" y="84"/>
                    </a:lnTo>
                    <a:lnTo>
                      <a:pt x="60" y="80"/>
                    </a:lnTo>
                    <a:lnTo>
                      <a:pt x="60" y="84"/>
                    </a:lnTo>
                    <a:lnTo>
                      <a:pt x="62" y="84"/>
                    </a:lnTo>
                    <a:lnTo>
                      <a:pt x="62" y="80"/>
                    </a:lnTo>
                    <a:lnTo>
                      <a:pt x="66" y="80"/>
                    </a:lnTo>
                    <a:lnTo>
                      <a:pt x="70" y="80"/>
                    </a:lnTo>
                    <a:lnTo>
                      <a:pt x="70" y="84"/>
                    </a:lnTo>
                    <a:lnTo>
                      <a:pt x="74" y="84"/>
                    </a:lnTo>
                    <a:lnTo>
                      <a:pt x="74" y="86"/>
                    </a:lnTo>
                    <a:lnTo>
                      <a:pt x="76" y="84"/>
                    </a:lnTo>
                    <a:lnTo>
                      <a:pt x="74" y="84"/>
                    </a:lnTo>
                    <a:lnTo>
                      <a:pt x="76" y="84"/>
                    </a:lnTo>
                    <a:lnTo>
                      <a:pt x="76" y="80"/>
                    </a:lnTo>
                    <a:lnTo>
                      <a:pt x="80" y="80"/>
                    </a:lnTo>
                    <a:lnTo>
                      <a:pt x="84" y="80"/>
                    </a:lnTo>
                    <a:lnTo>
                      <a:pt x="84" y="84"/>
                    </a:lnTo>
                    <a:lnTo>
                      <a:pt x="88" y="86"/>
                    </a:lnTo>
                    <a:lnTo>
                      <a:pt x="88" y="84"/>
                    </a:lnTo>
                    <a:lnTo>
                      <a:pt x="92" y="84"/>
                    </a:lnTo>
                    <a:lnTo>
                      <a:pt x="92" y="86"/>
                    </a:lnTo>
                    <a:lnTo>
                      <a:pt x="92" y="84"/>
                    </a:lnTo>
                    <a:lnTo>
                      <a:pt x="96" y="84"/>
                    </a:lnTo>
                    <a:lnTo>
                      <a:pt x="100" y="84"/>
                    </a:lnTo>
                    <a:lnTo>
                      <a:pt x="104" y="86"/>
                    </a:lnTo>
                    <a:lnTo>
                      <a:pt x="100" y="86"/>
                    </a:lnTo>
                    <a:lnTo>
                      <a:pt x="104" y="90"/>
                    </a:lnTo>
                    <a:lnTo>
                      <a:pt x="106" y="90"/>
                    </a:lnTo>
                    <a:lnTo>
                      <a:pt x="106" y="94"/>
                    </a:lnTo>
                    <a:lnTo>
                      <a:pt x="110" y="94"/>
                    </a:lnTo>
                    <a:lnTo>
                      <a:pt x="110" y="98"/>
                    </a:lnTo>
                    <a:lnTo>
                      <a:pt x="114" y="98"/>
                    </a:lnTo>
                    <a:lnTo>
                      <a:pt x="110" y="102"/>
                    </a:lnTo>
                    <a:lnTo>
                      <a:pt x="114" y="102"/>
                    </a:lnTo>
                    <a:lnTo>
                      <a:pt x="114" y="106"/>
                    </a:lnTo>
                    <a:lnTo>
                      <a:pt x="118" y="102"/>
                    </a:lnTo>
                    <a:lnTo>
                      <a:pt x="114" y="102"/>
                    </a:lnTo>
                    <a:lnTo>
                      <a:pt x="114" y="98"/>
                    </a:lnTo>
                    <a:lnTo>
                      <a:pt x="114" y="94"/>
                    </a:lnTo>
                    <a:lnTo>
                      <a:pt x="118" y="94"/>
                    </a:lnTo>
                    <a:lnTo>
                      <a:pt x="122" y="98"/>
                    </a:lnTo>
                    <a:lnTo>
                      <a:pt x="126" y="102"/>
                    </a:lnTo>
                    <a:lnTo>
                      <a:pt x="130" y="102"/>
                    </a:lnTo>
                    <a:lnTo>
                      <a:pt x="130" y="106"/>
                    </a:lnTo>
                    <a:lnTo>
                      <a:pt x="134" y="102"/>
                    </a:lnTo>
                    <a:lnTo>
                      <a:pt x="136" y="102"/>
                    </a:lnTo>
                    <a:lnTo>
                      <a:pt x="136" y="98"/>
                    </a:lnTo>
                    <a:lnTo>
                      <a:pt x="140" y="98"/>
                    </a:lnTo>
                    <a:lnTo>
                      <a:pt x="140" y="94"/>
                    </a:lnTo>
                    <a:lnTo>
                      <a:pt x="144" y="94"/>
                    </a:lnTo>
                    <a:lnTo>
                      <a:pt x="148" y="94"/>
                    </a:lnTo>
                    <a:lnTo>
                      <a:pt x="152" y="94"/>
                    </a:lnTo>
                    <a:lnTo>
                      <a:pt x="156" y="98"/>
                    </a:lnTo>
                    <a:lnTo>
                      <a:pt x="160" y="98"/>
                    </a:lnTo>
                    <a:lnTo>
                      <a:pt x="160" y="94"/>
                    </a:lnTo>
                    <a:lnTo>
                      <a:pt x="160" y="90"/>
                    </a:lnTo>
                    <a:lnTo>
                      <a:pt x="164" y="94"/>
                    </a:lnTo>
                    <a:lnTo>
                      <a:pt x="166" y="94"/>
                    </a:lnTo>
                    <a:lnTo>
                      <a:pt x="166" y="90"/>
                    </a:lnTo>
                    <a:lnTo>
                      <a:pt x="170" y="90"/>
                    </a:lnTo>
                    <a:lnTo>
                      <a:pt x="170" y="94"/>
                    </a:lnTo>
                    <a:lnTo>
                      <a:pt x="170" y="98"/>
                    </a:lnTo>
                    <a:lnTo>
                      <a:pt x="174" y="98"/>
                    </a:lnTo>
                    <a:lnTo>
                      <a:pt x="178" y="102"/>
                    </a:lnTo>
                    <a:lnTo>
                      <a:pt x="182" y="102"/>
                    </a:lnTo>
                    <a:lnTo>
                      <a:pt x="186" y="102"/>
                    </a:lnTo>
                    <a:lnTo>
                      <a:pt x="186" y="106"/>
                    </a:lnTo>
                    <a:lnTo>
                      <a:pt x="190" y="106"/>
                    </a:lnTo>
                    <a:lnTo>
                      <a:pt x="190" y="102"/>
                    </a:lnTo>
                    <a:lnTo>
                      <a:pt x="190" y="98"/>
                    </a:lnTo>
                    <a:lnTo>
                      <a:pt x="192" y="98"/>
                    </a:lnTo>
                    <a:lnTo>
                      <a:pt x="196" y="102"/>
                    </a:lnTo>
                    <a:lnTo>
                      <a:pt x="200" y="102"/>
                    </a:lnTo>
                    <a:lnTo>
                      <a:pt x="204" y="102"/>
                    </a:lnTo>
                    <a:lnTo>
                      <a:pt x="208" y="102"/>
                    </a:lnTo>
                    <a:lnTo>
                      <a:pt x="212" y="98"/>
                    </a:lnTo>
                    <a:lnTo>
                      <a:pt x="212" y="94"/>
                    </a:lnTo>
                    <a:lnTo>
                      <a:pt x="216" y="90"/>
                    </a:lnTo>
                    <a:lnTo>
                      <a:pt x="216" y="86"/>
                    </a:lnTo>
                    <a:lnTo>
                      <a:pt x="212" y="86"/>
                    </a:lnTo>
                    <a:lnTo>
                      <a:pt x="208" y="84"/>
                    </a:lnTo>
                    <a:lnTo>
                      <a:pt x="208" y="86"/>
                    </a:lnTo>
                    <a:lnTo>
                      <a:pt x="208" y="84"/>
                    </a:lnTo>
                    <a:lnTo>
                      <a:pt x="204" y="84"/>
                    </a:lnTo>
                    <a:lnTo>
                      <a:pt x="200" y="84"/>
                    </a:lnTo>
                    <a:lnTo>
                      <a:pt x="196" y="80"/>
                    </a:lnTo>
                    <a:lnTo>
                      <a:pt x="200" y="80"/>
                    </a:lnTo>
                    <a:lnTo>
                      <a:pt x="196" y="80"/>
                    </a:lnTo>
                    <a:lnTo>
                      <a:pt x="196" y="76"/>
                    </a:lnTo>
                    <a:lnTo>
                      <a:pt x="192" y="76"/>
                    </a:lnTo>
                    <a:lnTo>
                      <a:pt x="192" y="72"/>
                    </a:lnTo>
                    <a:lnTo>
                      <a:pt x="196" y="72"/>
                    </a:lnTo>
                    <a:lnTo>
                      <a:pt x="200" y="72"/>
                    </a:lnTo>
                    <a:lnTo>
                      <a:pt x="204" y="68"/>
                    </a:lnTo>
                    <a:lnTo>
                      <a:pt x="208" y="68"/>
                    </a:lnTo>
                    <a:lnTo>
                      <a:pt x="208" y="64"/>
                    </a:lnTo>
                    <a:lnTo>
                      <a:pt x="204" y="64"/>
                    </a:lnTo>
                    <a:lnTo>
                      <a:pt x="204" y="60"/>
                    </a:lnTo>
                    <a:lnTo>
                      <a:pt x="200" y="60"/>
                    </a:lnTo>
                    <a:lnTo>
                      <a:pt x="200" y="56"/>
                    </a:lnTo>
                    <a:lnTo>
                      <a:pt x="204" y="56"/>
                    </a:lnTo>
                    <a:lnTo>
                      <a:pt x="208" y="54"/>
                    </a:lnTo>
                    <a:lnTo>
                      <a:pt x="212" y="54"/>
                    </a:lnTo>
                    <a:lnTo>
                      <a:pt x="216" y="54"/>
                    </a:lnTo>
                    <a:lnTo>
                      <a:pt x="220" y="54"/>
                    </a:lnTo>
                    <a:lnTo>
                      <a:pt x="222" y="54"/>
                    </a:lnTo>
                    <a:lnTo>
                      <a:pt x="222" y="50"/>
                    </a:lnTo>
                    <a:lnTo>
                      <a:pt x="220" y="50"/>
                    </a:lnTo>
                    <a:lnTo>
                      <a:pt x="216" y="50"/>
                    </a:lnTo>
                    <a:lnTo>
                      <a:pt x="216" y="46"/>
                    </a:lnTo>
                    <a:lnTo>
                      <a:pt x="216" y="50"/>
                    </a:lnTo>
                    <a:lnTo>
                      <a:pt x="212" y="50"/>
                    </a:lnTo>
                    <a:lnTo>
                      <a:pt x="212" y="46"/>
                    </a:lnTo>
                    <a:lnTo>
                      <a:pt x="208" y="46"/>
                    </a:lnTo>
                    <a:lnTo>
                      <a:pt x="208" y="42"/>
                    </a:lnTo>
                    <a:lnTo>
                      <a:pt x="212" y="42"/>
                    </a:lnTo>
                    <a:lnTo>
                      <a:pt x="216" y="42"/>
                    </a:lnTo>
                    <a:lnTo>
                      <a:pt x="216" y="38"/>
                    </a:lnTo>
                    <a:lnTo>
                      <a:pt x="212" y="38"/>
                    </a:lnTo>
                    <a:lnTo>
                      <a:pt x="212" y="42"/>
                    </a:lnTo>
                    <a:lnTo>
                      <a:pt x="208" y="42"/>
                    </a:lnTo>
                    <a:lnTo>
                      <a:pt x="208" y="38"/>
                    </a:lnTo>
                    <a:lnTo>
                      <a:pt x="204" y="38"/>
                    </a:lnTo>
                    <a:lnTo>
                      <a:pt x="208" y="38"/>
                    </a:lnTo>
                    <a:lnTo>
                      <a:pt x="208" y="34"/>
                    </a:lnTo>
                    <a:lnTo>
                      <a:pt x="204" y="34"/>
                    </a:lnTo>
                    <a:lnTo>
                      <a:pt x="208" y="30"/>
                    </a:lnTo>
                    <a:lnTo>
                      <a:pt x="212" y="30"/>
                    </a:lnTo>
                    <a:lnTo>
                      <a:pt x="216" y="30"/>
                    </a:lnTo>
                    <a:lnTo>
                      <a:pt x="220" y="30"/>
                    </a:lnTo>
                    <a:lnTo>
                      <a:pt x="222" y="30"/>
                    </a:lnTo>
                    <a:lnTo>
                      <a:pt x="226" y="30"/>
                    </a:lnTo>
                    <a:lnTo>
                      <a:pt x="226" y="34"/>
                    </a:lnTo>
                    <a:lnTo>
                      <a:pt x="226" y="30"/>
                    </a:lnTo>
                    <a:lnTo>
                      <a:pt x="230" y="30"/>
                    </a:lnTo>
                    <a:lnTo>
                      <a:pt x="234" y="30"/>
                    </a:lnTo>
                    <a:lnTo>
                      <a:pt x="234" y="28"/>
                    </a:lnTo>
                    <a:lnTo>
                      <a:pt x="238" y="28"/>
                    </a:lnTo>
                    <a:lnTo>
                      <a:pt x="242" y="28"/>
                    </a:lnTo>
                    <a:lnTo>
                      <a:pt x="246" y="28"/>
                    </a:lnTo>
                    <a:lnTo>
                      <a:pt x="250" y="28"/>
                    </a:lnTo>
                    <a:lnTo>
                      <a:pt x="250" y="24"/>
                    </a:lnTo>
                    <a:lnTo>
                      <a:pt x="252" y="24"/>
                    </a:lnTo>
                    <a:lnTo>
                      <a:pt x="256" y="24"/>
                    </a:lnTo>
                    <a:lnTo>
                      <a:pt x="260" y="24"/>
                    </a:lnTo>
                    <a:lnTo>
                      <a:pt x="264" y="24"/>
                    </a:lnTo>
                    <a:lnTo>
                      <a:pt x="268" y="24"/>
                    </a:lnTo>
                    <a:lnTo>
                      <a:pt x="264" y="24"/>
                    </a:lnTo>
                    <a:lnTo>
                      <a:pt x="264" y="20"/>
                    </a:lnTo>
                    <a:lnTo>
                      <a:pt x="268" y="20"/>
                    </a:lnTo>
                    <a:lnTo>
                      <a:pt x="268" y="16"/>
                    </a:lnTo>
                    <a:lnTo>
                      <a:pt x="272" y="16"/>
                    </a:lnTo>
                    <a:lnTo>
                      <a:pt x="272" y="20"/>
                    </a:lnTo>
                    <a:lnTo>
                      <a:pt x="276" y="20"/>
                    </a:lnTo>
                    <a:lnTo>
                      <a:pt x="276" y="16"/>
                    </a:lnTo>
                    <a:lnTo>
                      <a:pt x="278" y="16"/>
                    </a:lnTo>
                    <a:lnTo>
                      <a:pt x="282" y="16"/>
                    </a:lnTo>
                    <a:lnTo>
                      <a:pt x="286" y="16"/>
                    </a:lnTo>
                    <a:lnTo>
                      <a:pt x="290" y="16"/>
                    </a:lnTo>
                    <a:lnTo>
                      <a:pt x="294" y="12"/>
                    </a:lnTo>
                    <a:lnTo>
                      <a:pt x="298" y="12"/>
                    </a:lnTo>
                    <a:lnTo>
                      <a:pt x="302" y="12"/>
                    </a:lnTo>
                    <a:lnTo>
                      <a:pt x="302" y="8"/>
                    </a:lnTo>
                    <a:lnTo>
                      <a:pt x="306" y="8"/>
                    </a:lnTo>
                    <a:lnTo>
                      <a:pt x="306" y="12"/>
                    </a:lnTo>
                    <a:lnTo>
                      <a:pt x="308" y="8"/>
                    </a:lnTo>
                    <a:lnTo>
                      <a:pt x="308" y="4"/>
                    </a:lnTo>
                    <a:lnTo>
                      <a:pt x="312" y="4"/>
                    </a:lnTo>
                    <a:lnTo>
                      <a:pt x="316" y="0"/>
                    </a:lnTo>
                    <a:lnTo>
                      <a:pt x="320" y="4"/>
                    </a:lnTo>
                    <a:lnTo>
                      <a:pt x="320" y="0"/>
                    </a:lnTo>
                    <a:lnTo>
                      <a:pt x="324" y="0"/>
                    </a:lnTo>
                    <a:lnTo>
                      <a:pt x="328" y="0"/>
                    </a:lnTo>
                    <a:lnTo>
                      <a:pt x="332" y="4"/>
                    </a:lnTo>
                    <a:lnTo>
                      <a:pt x="336" y="4"/>
                    </a:lnTo>
                    <a:lnTo>
                      <a:pt x="338" y="4"/>
                    </a:lnTo>
                    <a:lnTo>
                      <a:pt x="342" y="4"/>
                    </a:lnTo>
                    <a:lnTo>
                      <a:pt x="342" y="0"/>
                    </a:lnTo>
                    <a:lnTo>
                      <a:pt x="346" y="0"/>
                    </a:lnTo>
                    <a:lnTo>
                      <a:pt x="346" y="4"/>
                    </a:lnTo>
                    <a:lnTo>
                      <a:pt x="346" y="8"/>
                    </a:lnTo>
                    <a:lnTo>
                      <a:pt x="346" y="12"/>
                    </a:lnTo>
                    <a:lnTo>
                      <a:pt x="350" y="16"/>
                    </a:lnTo>
                    <a:lnTo>
                      <a:pt x="354" y="16"/>
                    </a:lnTo>
                    <a:lnTo>
                      <a:pt x="350" y="16"/>
                    </a:lnTo>
                    <a:lnTo>
                      <a:pt x="350" y="20"/>
                    </a:lnTo>
                    <a:lnTo>
                      <a:pt x="350" y="24"/>
                    </a:lnTo>
                    <a:lnTo>
                      <a:pt x="346" y="24"/>
                    </a:lnTo>
                    <a:lnTo>
                      <a:pt x="350" y="24"/>
                    </a:lnTo>
                    <a:lnTo>
                      <a:pt x="350" y="28"/>
                    </a:lnTo>
                    <a:lnTo>
                      <a:pt x="354" y="28"/>
                    </a:lnTo>
                    <a:lnTo>
                      <a:pt x="358" y="28"/>
                    </a:lnTo>
                    <a:lnTo>
                      <a:pt x="362" y="28"/>
                    </a:lnTo>
                    <a:lnTo>
                      <a:pt x="366" y="28"/>
                    </a:lnTo>
                    <a:lnTo>
                      <a:pt x="362" y="24"/>
                    </a:lnTo>
                    <a:lnTo>
                      <a:pt x="366" y="24"/>
                    </a:lnTo>
                    <a:lnTo>
                      <a:pt x="368" y="28"/>
                    </a:lnTo>
                    <a:lnTo>
                      <a:pt x="366" y="28"/>
                    </a:lnTo>
                    <a:lnTo>
                      <a:pt x="368" y="28"/>
                    </a:lnTo>
                    <a:lnTo>
                      <a:pt x="368" y="30"/>
                    </a:lnTo>
                    <a:lnTo>
                      <a:pt x="368" y="34"/>
                    </a:lnTo>
                    <a:lnTo>
                      <a:pt x="368" y="30"/>
                    </a:lnTo>
                    <a:lnTo>
                      <a:pt x="372" y="30"/>
                    </a:lnTo>
                    <a:lnTo>
                      <a:pt x="368" y="30"/>
                    </a:lnTo>
                    <a:lnTo>
                      <a:pt x="368" y="28"/>
                    </a:lnTo>
                    <a:lnTo>
                      <a:pt x="372" y="28"/>
                    </a:lnTo>
                    <a:lnTo>
                      <a:pt x="376" y="28"/>
                    </a:lnTo>
                    <a:lnTo>
                      <a:pt x="376" y="30"/>
                    </a:lnTo>
                    <a:lnTo>
                      <a:pt x="380" y="30"/>
                    </a:lnTo>
                    <a:lnTo>
                      <a:pt x="384" y="30"/>
                    </a:lnTo>
                    <a:lnTo>
                      <a:pt x="388" y="30"/>
                    </a:lnTo>
                    <a:lnTo>
                      <a:pt x="388" y="34"/>
                    </a:lnTo>
                    <a:lnTo>
                      <a:pt x="384" y="34"/>
                    </a:lnTo>
                    <a:lnTo>
                      <a:pt x="380" y="34"/>
                    </a:lnTo>
                    <a:lnTo>
                      <a:pt x="380" y="38"/>
                    </a:lnTo>
                    <a:lnTo>
                      <a:pt x="380" y="42"/>
                    </a:lnTo>
                    <a:lnTo>
                      <a:pt x="384" y="42"/>
                    </a:lnTo>
                    <a:lnTo>
                      <a:pt x="380" y="42"/>
                    </a:lnTo>
                    <a:lnTo>
                      <a:pt x="384" y="42"/>
                    </a:lnTo>
                    <a:lnTo>
                      <a:pt x="388" y="38"/>
                    </a:lnTo>
                    <a:lnTo>
                      <a:pt x="392" y="38"/>
                    </a:lnTo>
                    <a:lnTo>
                      <a:pt x="394" y="38"/>
                    </a:lnTo>
                    <a:lnTo>
                      <a:pt x="394" y="42"/>
                    </a:lnTo>
                    <a:lnTo>
                      <a:pt x="398" y="38"/>
                    </a:lnTo>
                    <a:lnTo>
                      <a:pt x="394" y="38"/>
                    </a:lnTo>
                    <a:lnTo>
                      <a:pt x="398" y="38"/>
                    </a:lnTo>
                    <a:lnTo>
                      <a:pt x="398" y="34"/>
                    </a:lnTo>
                    <a:lnTo>
                      <a:pt x="402" y="34"/>
                    </a:lnTo>
                    <a:lnTo>
                      <a:pt x="406" y="34"/>
                    </a:lnTo>
                    <a:lnTo>
                      <a:pt x="408" y="30"/>
                    </a:lnTo>
                    <a:lnTo>
                      <a:pt x="412" y="28"/>
                    </a:lnTo>
                    <a:lnTo>
                      <a:pt x="416" y="28"/>
                    </a:lnTo>
                    <a:lnTo>
                      <a:pt x="420" y="28"/>
                    </a:lnTo>
                    <a:lnTo>
                      <a:pt x="420" y="24"/>
                    </a:lnTo>
                    <a:lnTo>
                      <a:pt x="424" y="24"/>
                    </a:lnTo>
                    <a:lnTo>
                      <a:pt x="428" y="24"/>
                    </a:lnTo>
                    <a:lnTo>
                      <a:pt x="428" y="20"/>
                    </a:lnTo>
                    <a:lnTo>
                      <a:pt x="432" y="24"/>
                    </a:lnTo>
                    <a:lnTo>
                      <a:pt x="428" y="28"/>
                    </a:lnTo>
                    <a:lnTo>
                      <a:pt x="424" y="28"/>
                    </a:lnTo>
                    <a:lnTo>
                      <a:pt x="424" y="30"/>
                    </a:lnTo>
                    <a:lnTo>
                      <a:pt x="428" y="34"/>
                    </a:lnTo>
                    <a:lnTo>
                      <a:pt x="432" y="34"/>
                    </a:lnTo>
                    <a:lnTo>
                      <a:pt x="436" y="38"/>
                    </a:lnTo>
                    <a:lnTo>
                      <a:pt x="438" y="42"/>
                    </a:lnTo>
                    <a:lnTo>
                      <a:pt x="442" y="46"/>
                    </a:lnTo>
                    <a:lnTo>
                      <a:pt x="446" y="46"/>
                    </a:lnTo>
                    <a:lnTo>
                      <a:pt x="446" y="50"/>
                    </a:lnTo>
                    <a:lnTo>
                      <a:pt x="450" y="56"/>
                    </a:lnTo>
                    <a:lnTo>
                      <a:pt x="454" y="56"/>
                    </a:lnTo>
                    <a:lnTo>
                      <a:pt x="454" y="60"/>
                    </a:lnTo>
                    <a:lnTo>
                      <a:pt x="454" y="64"/>
                    </a:lnTo>
                    <a:lnTo>
                      <a:pt x="458" y="64"/>
                    </a:lnTo>
                    <a:lnTo>
                      <a:pt x="462" y="68"/>
                    </a:lnTo>
                    <a:lnTo>
                      <a:pt x="466" y="80"/>
                    </a:lnTo>
                    <a:lnTo>
                      <a:pt x="468" y="84"/>
                    </a:lnTo>
                    <a:lnTo>
                      <a:pt x="468" y="86"/>
                    </a:lnTo>
                    <a:lnTo>
                      <a:pt x="468" y="90"/>
                    </a:lnTo>
                    <a:lnTo>
                      <a:pt x="472" y="90"/>
                    </a:lnTo>
                    <a:lnTo>
                      <a:pt x="472" y="98"/>
                    </a:lnTo>
                    <a:lnTo>
                      <a:pt x="476" y="98"/>
                    </a:lnTo>
                    <a:lnTo>
                      <a:pt x="480" y="98"/>
                    </a:lnTo>
                    <a:lnTo>
                      <a:pt x="480" y="94"/>
                    </a:lnTo>
                    <a:lnTo>
                      <a:pt x="480" y="90"/>
                    </a:lnTo>
                    <a:lnTo>
                      <a:pt x="484" y="90"/>
                    </a:lnTo>
                    <a:lnTo>
                      <a:pt x="484" y="86"/>
                    </a:lnTo>
                    <a:lnTo>
                      <a:pt x="488" y="90"/>
                    </a:lnTo>
                    <a:lnTo>
                      <a:pt x="492" y="90"/>
                    </a:lnTo>
                    <a:lnTo>
                      <a:pt x="492" y="94"/>
                    </a:lnTo>
                    <a:lnTo>
                      <a:pt x="496" y="94"/>
                    </a:lnTo>
                    <a:lnTo>
                      <a:pt x="496" y="98"/>
                    </a:lnTo>
                    <a:lnTo>
                      <a:pt x="496" y="102"/>
                    </a:lnTo>
                    <a:lnTo>
                      <a:pt x="498" y="102"/>
                    </a:lnTo>
                    <a:lnTo>
                      <a:pt x="498" y="98"/>
                    </a:lnTo>
                    <a:lnTo>
                      <a:pt x="502" y="98"/>
                    </a:lnTo>
                    <a:lnTo>
                      <a:pt x="502" y="102"/>
                    </a:lnTo>
                    <a:lnTo>
                      <a:pt x="506" y="102"/>
                    </a:lnTo>
                    <a:lnTo>
                      <a:pt x="510" y="98"/>
                    </a:lnTo>
                    <a:lnTo>
                      <a:pt x="510" y="102"/>
                    </a:lnTo>
                    <a:lnTo>
                      <a:pt x="514" y="98"/>
                    </a:lnTo>
                    <a:lnTo>
                      <a:pt x="518" y="98"/>
                    </a:lnTo>
                    <a:lnTo>
                      <a:pt x="518" y="94"/>
                    </a:lnTo>
                    <a:lnTo>
                      <a:pt x="522" y="94"/>
                    </a:lnTo>
                    <a:lnTo>
                      <a:pt x="524" y="94"/>
                    </a:lnTo>
                    <a:lnTo>
                      <a:pt x="528" y="98"/>
                    </a:lnTo>
                    <a:lnTo>
                      <a:pt x="532" y="98"/>
                    </a:lnTo>
                    <a:lnTo>
                      <a:pt x="532" y="102"/>
                    </a:lnTo>
                    <a:lnTo>
                      <a:pt x="536" y="106"/>
                    </a:lnTo>
                    <a:lnTo>
                      <a:pt x="536" y="110"/>
                    </a:lnTo>
                    <a:lnTo>
                      <a:pt x="536" y="112"/>
                    </a:lnTo>
                    <a:lnTo>
                      <a:pt x="540" y="112"/>
                    </a:lnTo>
                    <a:lnTo>
                      <a:pt x="544" y="112"/>
                    </a:lnTo>
                    <a:lnTo>
                      <a:pt x="548" y="112"/>
                    </a:lnTo>
                    <a:lnTo>
                      <a:pt x="548" y="116"/>
                    </a:lnTo>
                    <a:lnTo>
                      <a:pt x="544" y="116"/>
                    </a:lnTo>
                    <a:lnTo>
                      <a:pt x="548" y="116"/>
                    </a:lnTo>
                    <a:lnTo>
                      <a:pt x="548" y="120"/>
                    </a:lnTo>
                    <a:lnTo>
                      <a:pt x="548" y="124"/>
                    </a:lnTo>
                    <a:lnTo>
                      <a:pt x="552" y="124"/>
                    </a:lnTo>
                    <a:lnTo>
                      <a:pt x="554" y="124"/>
                    </a:lnTo>
                    <a:lnTo>
                      <a:pt x="558" y="124"/>
                    </a:lnTo>
                    <a:lnTo>
                      <a:pt x="562" y="128"/>
                    </a:lnTo>
                    <a:lnTo>
                      <a:pt x="562" y="124"/>
                    </a:lnTo>
                    <a:lnTo>
                      <a:pt x="566" y="124"/>
                    </a:lnTo>
                    <a:lnTo>
                      <a:pt x="566" y="120"/>
                    </a:lnTo>
                    <a:lnTo>
                      <a:pt x="570" y="120"/>
                    </a:lnTo>
                    <a:lnTo>
                      <a:pt x="570" y="124"/>
                    </a:lnTo>
                    <a:lnTo>
                      <a:pt x="574" y="124"/>
                    </a:lnTo>
                    <a:lnTo>
                      <a:pt x="574" y="128"/>
                    </a:lnTo>
                    <a:lnTo>
                      <a:pt x="574" y="132"/>
                    </a:lnTo>
                    <a:lnTo>
                      <a:pt x="578" y="132"/>
                    </a:lnTo>
                    <a:lnTo>
                      <a:pt x="578" y="136"/>
                    </a:lnTo>
                    <a:lnTo>
                      <a:pt x="574" y="136"/>
                    </a:lnTo>
                    <a:lnTo>
                      <a:pt x="570" y="136"/>
                    </a:lnTo>
                    <a:lnTo>
                      <a:pt x="570" y="140"/>
                    </a:lnTo>
                    <a:lnTo>
                      <a:pt x="570" y="142"/>
                    </a:lnTo>
                    <a:lnTo>
                      <a:pt x="570" y="146"/>
                    </a:lnTo>
                    <a:lnTo>
                      <a:pt x="566" y="146"/>
                    </a:lnTo>
                    <a:lnTo>
                      <a:pt x="562" y="146"/>
                    </a:lnTo>
                    <a:lnTo>
                      <a:pt x="558" y="146"/>
                    </a:lnTo>
                    <a:lnTo>
                      <a:pt x="558" y="150"/>
                    </a:lnTo>
                    <a:lnTo>
                      <a:pt x="554" y="150"/>
                    </a:lnTo>
                    <a:lnTo>
                      <a:pt x="554" y="154"/>
                    </a:lnTo>
                    <a:lnTo>
                      <a:pt x="554" y="158"/>
                    </a:lnTo>
                    <a:lnTo>
                      <a:pt x="554" y="162"/>
                    </a:lnTo>
                    <a:lnTo>
                      <a:pt x="554" y="166"/>
                    </a:lnTo>
                    <a:lnTo>
                      <a:pt x="554" y="168"/>
                    </a:lnTo>
                    <a:lnTo>
                      <a:pt x="554" y="172"/>
                    </a:lnTo>
                    <a:lnTo>
                      <a:pt x="554" y="176"/>
                    </a:lnTo>
                    <a:lnTo>
                      <a:pt x="552" y="176"/>
                    </a:lnTo>
                    <a:lnTo>
                      <a:pt x="548" y="176"/>
                    </a:lnTo>
                    <a:lnTo>
                      <a:pt x="548" y="180"/>
                    </a:lnTo>
                    <a:lnTo>
                      <a:pt x="544" y="180"/>
                    </a:lnTo>
                    <a:lnTo>
                      <a:pt x="540" y="176"/>
                    </a:lnTo>
                    <a:lnTo>
                      <a:pt x="536" y="176"/>
                    </a:lnTo>
                    <a:lnTo>
                      <a:pt x="532" y="176"/>
                    </a:lnTo>
                    <a:lnTo>
                      <a:pt x="528" y="176"/>
                    </a:lnTo>
                    <a:lnTo>
                      <a:pt x="524" y="176"/>
                    </a:lnTo>
                    <a:lnTo>
                      <a:pt x="522" y="172"/>
                    </a:lnTo>
                    <a:lnTo>
                      <a:pt x="518" y="172"/>
                    </a:lnTo>
                    <a:lnTo>
                      <a:pt x="518" y="176"/>
                    </a:lnTo>
                    <a:lnTo>
                      <a:pt x="518" y="180"/>
                    </a:lnTo>
                    <a:lnTo>
                      <a:pt x="514" y="184"/>
                    </a:lnTo>
                    <a:lnTo>
                      <a:pt x="514" y="188"/>
                    </a:lnTo>
                    <a:lnTo>
                      <a:pt x="514" y="192"/>
                    </a:lnTo>
                    <a:lnTo>
                      <a:pt x="510" y="192"/>
                    </a:lnTo>
                    <a:lnTo>
                      <a:pt x="510" y="196"/>
                    </a:lnTo>
                    <a:lnTo>
                      <a:pt x="510" y="198"/>
                    </a:lnTo>
                    <a:lnTo>
                      <a:pt x="510" y="202"/>
                    </a:lnTo>
                    <a:lnTo>
                      <a:pt x="506" y="206"/>
                    </a:lnTo>
                    <a:lnTo>
                      <a:pt x="510" y="206"/>
                    </a:lnTo>
                    <a:lnTo>
                      <a:pt x="510" y="210"/>
                    </a:lnTo>
                    <a:lnTo>
                      <a:pt x="514" y="210"/>
                    </a:lnTo>
                    <a:lnTo>
                      <a:pt x="514" y="214"/>
                    </a:lnTo>
                    <a:lnTo>
                      <a:pt x="510" y="214"/>
                    </a:lnTo>
                    <a:lnTo>
                      <a:pt x="506" y="214"/>
                    </a:lnTo>
                    <a:lnTo>
                      <a:pt x="502" y="214"/>
                    </a:lnTo>
                    <a:lnTo>
                      <a:pt x="498" y="214"/>
                    </a:lnTo>
                    <a:lnTo>
                      <a:pt x="498" y="210"/>
                    </a:lnTo>
                    <a:lnTo>
                      <a:pt x="496" y="210"/>
                    </a:lnTo>
                    <a:lnTo>
                      <a:pt x="496" y="214"/>
                    </a:lnTo>
                    <a:lnTo>
                      <a:pt x="492" y="214"/>
                    </a:lnTo>
                    <a:lnTo>
                      <a:pt x="488" y="214"/>
                    </a:lnTo>
                    <a:lnTo>
                      <a:pt x="484" y="214"/>
                    </a:lnTo>
                    <a:lnTo>
                      <a:pt x="480" y="218"/>
                    </a:lnTo>
                    <a:lnTo>
                      <a:pt x="476" y="218"/>
                    </a:lnTo>
                    <a:lnTo>
                      <a:pt x="472" y="222"/>
                    </a:lnTo>
                    <a:lnTo>
                      <a:pt x="476" y="222"/>
                    </a:lnTo>
                    <a:lnTo>
                      <a:pt x="480" y="222"/>
                    </a:lnTo>
                    <a:lnTo>
                      <a:pt x="484" y="222"/>
                    </a:lnTo>
                    <a:lnTo>
                      <a:pt x="484" y="224"/>
                    </a:lnTo>
                    <a:lnTo>
                      <a:pt x="480" y="224"/>
                    </a:lnTo>
                    <a:lnTo>
                      <a:pt x="480" y="228"/>
                    </a:lnTo>
                    <a:lnTo>
                      <a:pt x="480" y="232"/>
                    </a:lnTo>
                    <a:lnTo>
                      <a:pt x="480" y="236"/>
                    </a:lnTo>
                    <a:lnTo>
                      <a:pt x="480" y="240"/>
                    </a:lnTo>
                    <a:lnTo>
                      <a:pt x="484" y="240"/>
                    </a:lnTo>
                    <a:lnTo>
                      <a:pt x="484" y="244"/>
                    </a:lnTo>
                    <a:lnTo>
                      <a:pt x="484" y="248"/>
                    </a:lnTo>
                    <a:lnTo>
                      <a:pt x="488" y="252"/>
                    </a:lnTo>
                    <a:lnTo>
                      <a:pt x="488" y="254"/>
                    </a:lnTo>
                    <a:lnTo>
                      <a:pt x="484" y="254"/>
                    </a:lnTo>
                    <a:lnTo>
                      <a:pt x="480" y="258"/>
                    </a:lnTo>
                    <a:lnTo>
                      <a:pt x="484" y="258"/>
                    </a:lnTo>
                    <a:lnTo>
                      <a:pt x="480" y="262"/>
                    </a:lnTo>
                    <a:lnTo>
                      <a:pt x="476" y="266"/>
                    </a:lnTo>
                    <a:lnTo>
                      <a:pt x="476" y="268"/>
                    </a:lnTo>
                    <a:lnTo>
                      <a:pt x="480" y="268"/>
                    </a:lnTo>
                    <a:lnTo>
                      <a:pt x="480" y="272"/>
                    </a:lnTo>
                    <a:lnTo>
                      <a:pt x="476" y="272"/>
                    </a:lnTo>
                    <a:lnTo>
                      <a:pt x="476" y="268"/>
                    </a:lnTo>
                    <a:lnTo>
                      <a:pt x="472" y="268"/>
                    </a:lnTo>
                    <a:lnTo>
                      <a:pt x="468" y="268"/>
                    </a:lnTo>
                    <a:lnTo>
                      <a:pt x="466" y="268"/>
                    </a:lnTo>
                    <a:lnTo>
                      <a:pt x="466" y="266"/>
                    </a:lnTo>
                    <a:lnTo>
                      <a:pt x="466" y="262"/>
                    </a:lnTo>
                    <a:lnTo>
                      <a:pt x="462" y="262"/>
                    </a:lnTo>
                    <a:lnTo>
                      <a:pt x="458" y="262"/>
                    </a:lnTo>
                    <a:lnTo>
                      <a:pt x="454" y="258"/>
                    </a:lnTo>
                    <a:lnTo>
                      <a:pt x="450" y="258"/>
                    </a:lnTo>
                    <a:lnTo>
                      <a:pt x="446" y="258"/>
                    </a:lnTo>
                    <a:lnTo>
                      <a:pt x="442" y="258"/>
                    </a:lnTo>
                    <a:lnTo>
                      <a:pt x="438" y="258"/>
                    </a:lnTo>
                    <a:lnTo>
                      <a:pt x="436" y="258"/>
                    </a:lnTo>
                    <a:lnTo>
                      <a:pt x="432" y="258"/>
                    </a:lnTo>
                    <a:lnTo>
                      <a:pt x="428" y="258"/>
                    </a:lnTo>
                    <a:lnTo>
                      <a:pt x="424" y="258"/>
                    </a:lnTo>
                    <a:lnTo>
                      <a:pt x="420" y="258"/>
                    </a:lnTo>
                    <a:lnTo>
                      <a:pt x="416" y="258"/>
                    </a:lnTo>
                    <a:lnTo>
                      <a:pt x="416" y="258"/>
                    </a:lnTo>
                    <a:lnTo>
                      <a:pt x="416" y="25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1" name="Freeform 35"/>
              <p:cNvSpPr>
                <a:spLocks noEditPoints="1"/>
              </p:cNvSpPr>
              <p:nvPr/>
            </p:nvSpPr>
            <p:spPr bwMode="gray">
              <a:xfrm>
                <a:off x="5947869" y="3604839"/>
                <a:ext cx="45221" cy="48699"/>
              </a:xfrm>
              <a:custGeom>
                <a:avLst/>
                <a:gdLst>
                  <a:gd name="T0" fmla="*/ 10 w 26"/>
                  <a:gd name="T1" fmla="*/ 22 h 28"/>
                  <a:gd name="T2" fmla="*/ 4 w 26"/>
                  <a:gd name="T3" fmla="*/ 18 h 28"/>
                  <a:gd name="T4" fmla="*/ 0 w 26"/>
                  <a:gd name="T5" fmla="*/ 18 h 28"/>
                  <a:gd name="T6" fmla="*/ 0 w 26"/>
                  <a:gd name="T7" fmla="*/ 18 h 28"/>
                  <a:gd name="T8" fmla="*/ 0 w 26"/>
                  <a:gd name="T9" fmla="*/ 18 h 28"/>
                  <a:gd name="T10" fmla="*/ 0 w 26"/>
                  <a:gd name="T11" fmla="*/ 18 h 28"/>
                  <a:gd name="T12" fmla="*/ 0 w 26"/>
                  <a:gd name="T13" fmla="*/ 18 h 28"/>
                  <a:gd name="T14" fmla="*/ 4 w 26"/>
                  <a:gd name="T15" fmla="*/ 14 h 28"/>
                  <a:gd name="T16" fmla="*/ 4 w 26"/>
                  <a:gd name="T17" fmla="*/ 10 h 28"/>
                  <a:gd name="T18" fmla="*/ 4 w 26"/>
                  <a:gd name="T19" fmla="*/ 10 h 28"/>
                  <a:gd name="T20" fmla="*/ 6 w 26"/>
                  <a:gd name="T21" fmla="*/ 6 h 28"/>
                  <a:gd name="T22" fmla="*/ 6 w 26"/>
                  <a:gd name="T23" fmla="*/ 2 h 28"/>
                  <a:gd name="T24" fmla="*/ 6 w 26"/>
                  <a:gd name="T25" fmla="*/ 2 h 28"/>
                  <a:gd name="T26" fmla="*/ 6 w 26"/>
                  <a:gd name="T27" fmla="*/ 2 h 28"/>
                  <a:gd name="T28" fmla="*/ 10 w 26"/>
                  <a:gd name="T29" fmla="*/ 0 h 28"/>
                  <a:gd name="T30" fmla="*/ 14 w 26"/>
                  <a:gd name="T31" fmla="*/ 0 h 28"/>
                  <a:gd name="T32" fmla="*/ 18 w 26"/>
                  <a:gd name="T33" fmla="*/ 2 h 28"/>
                  <a:gd name="T34" fmla="*/ 18 w 26"/>
                  <a:gd name="T35" fmla="*/ 6 h 28"/>
                  <a:gd name="T36" fmla="*/ 18 w 26"/>
                  <a:gd name="T37" fmla="*/ 6 h 28"/>
                  <a:gd name="T38" fmla="*/ 18 w 26"/>
                  <a:gd name="T39" fmla="*/ 6 h 28"/>
                  <a:gd name="T40" fmla="*/ 22 w 26"/>
                  <a:gd name="T41" fmla="*/ 10 h 28"/>
                  <a:gd name="T42" fmla="*/ 22 w 26"/>
                  <a:gd name="T43" fmla="*/ 10 h 28"/>
                  <a:gd name="T44" fmla="*/ 18 w 26"/>
                  <a:gd name="T45" fmla="*/ 10 h 28"/>
                  <a:gd name="T46" fmla="*/ 18 w 26"/>
                  <a:gd name="T47" fmla="*/ 10 h 28"/>
                  <a:gd name="T48" fmla="*/ 14 w 26"/>
                  <a:gd name="T49" fmla="*/ 14 h 28"/>
                  <a:gd name="T50" fmla="*/ 14 w 26"/>
                  <a:gd name="T51" fmla="*/ 14 h 28"/>
                  <a:gd name="T52" fmla="*/ 18 w 26"/>
                  <a:gd name="T53" fmla="*/ 14 h 28"/>
                  <a:gd name="T54" fmla="*/ 18 w 26"/>
                  <a:gd name="T55" fmla="*/ 14 h 28"/>
                  <a:gd name="T56" fmla="*/ 18 w 26"/>
                  <a:gd name="T57" fmla="*/ 14 h 28"/>
                  <a:gd name="T58" fmla="*/ 18 w 26"/>
                  <a:gd name="T59" fmla="*/ 14 h 28"/>
                  <a:gd name="T60" fmla="*/ 18 w 26"/>
                  <a:gd name="T61" fmla="*/ 18 h 28"/>
                  <a:gd name="T62" fmla="*/ 22 w 26"/>
                  <a:gd name="T63" fmla="*/ 18 h 28"/>
                  <a:gd name="T64" fmla="*/ 22 w 26"/>
                  <a:gd name="T65" fmla="*/ 22 h 28"/>
                  <a:gd name="T66" fmla="*/ 22 w 26"/>
                  <a:gd name="T67" fmla="*/ 26 h 28"/>
                  <a:gd name="T68" fmla="*/ 26 w 26"/>
                  <a:gd name="T69" fmla="*/ 26 h 28"/>
                  <a:gd name="T70" fmla="*/ 26 w 26"/>
                  <a:gd name="T71" fmla="*/ 26 h 28"/>
                  <a:gd name="T72" fmla="*/ 22 w 26"/>
                  <a:gd name="T73" fmla="*/ 28 h 28"/>
                  <a:gd name="T74" fmla="*/ 14 w 26"/>
                  <a:gd name="T75" fmla="*/ 28 h 28"/>
                  <a:gd name="T76" fmla="*/ 14 w 26"/>
                  <a:gd name="T77" fmla="*/ 26 h 28"/>
                  <a:gd name="T78" fmla="*/ 14 w 26"/>
                  <a:gd name="T79" fmla="*/ 26 h 28"/>
                  <a:gd name="T80" fmla="*/ 10 w 26"/>
                  <a:gd name="T81" fmla="*/ 22 h 28"/>
                  <a:gd name="T82" fmla="*/ 10 w 26"/>
                  <a:gd name="T83" fmla="*/ 22 h 28"/>
                  <a:gd name="T84" fmla="*/ 10 w 26"/>
                  <a:gd name="T85" fmla="*/ 22 h 28"/>
                  <a:gd name="T86" fmla="*/ 22 w 26"/>
                  <a:gd name="T87" fmla="*/ 2 h 28"/>
                  <a:gd name="T88" fmla="*/ 22 w 26"/>
                  <a:gd name="T89" fmla="*/ 6 h 28"/>
                  <a:gd name="T90" fmla="*/ 22 w 26"/>
                  <a:gd name="T91" fmla="*/ 6 h 28"/>
                  <a:gd name="T92" fmla="*/ 26 w 26"/>
                  <a:gd name="T93" fmla="*/ 6 h 28"/>
                  <a:gd name="T94" fmla="*/ 26 w 26"/>
                  <a:gd name="T95" fmla="*/ 6 h 28"/>
                  <a:gd name="T96" fmla="*/ 22 w 26"/>
                  <a:gd name="T97" fmla="*/ 6 h 28"/>
                  <a:gd name="T98" fmla="*/ 22 w 26"/>
                  <a:gd name="T99" fmla="*/ 10 h 28"/>
                  <a:gd name="T100" fmla="*/ 22 w 26"/>
                  <a:gd name="T101" fmla="*/ 10 h 28"/>
                  <a:gd name="T102" fmla="*/ 22 w 26"/>
                  <a:gd name="T103" fmla="*/ 10 h 28"/>
                  <a:gd name="T104" fmla="*/ 22 w 26"/>
                  <a:gd name="T105" fmla="*/ 10 h 28"/>
                  <a:gd name="T106" fmla="*/ 22 w 26"/>
                  <a:gd name="T107" fmla="*/ 10 h 28"/>
                  <a:gd name="T108" fmla="*/ 22 w 26"/>
                  <a:gd name="T109" fmla="*/ 10 h 28"/>
                  <a:gd name="T110" fmla="*/ 22 w 26"/>
                  <a:gd name="T111" fmla="*/ 2 h 28"/>
                  <a:gd name="T112" fmla="*/ 22 w 26"/>
                  <a:gd name="T113" fmla="*/ 2 h 28"/>
                  <a:gd name="T114" fmla="*/ 22 w 26"/>
                  <a:gd name="T115" fmla="*/ 2 h 28"/>
                  <a:gd name="T116" fmla="*/ 22 w 26"/>
                  <a:gd name="T117" fmla="*/ 2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 h="28">
                    <a:moveTo>
                      <a:pt x="10" y="22"/>
                    </a:moveTo>
                    <a:lnTo>
                      <a:pt x="10" y="22"/>
                    </a:lnTo>
                    <a:lnTo>
                      <a:pt x="4" y="18"/>
                    </a:lnTo>
                    <a:lnTo>
                      <a:pt x="4" y="18"/>
                    </a:lnTo>
                    <a:lnTo>
                      <a:pt x="0" y="18"/>
                    </a:lnTo>
                    <a:lnTo>
                      <a:pt x="0" y="18"/>
                    </a:lnTo>
                    <a:lnTo>
                      <a:pt x="0" y="18"/>
                    </a:lnTo>
                    <a:lnTo>
                      <a:pt x="0" y="18"/>
                    </a:lnTo>
                    <a:lnTo>
                      <a:pt x="0" y="18"/>
                    </a:lnTo>
                    <a:lnTo>
                      <a:pt x="0" y="18"/>
                    </a:lnTo>
                    <a:lnTo>
                      <a:pt x="0" y="18"/>
                    </a:lnTo>
                    <a:lnTo>
                      <a:pt x="0" y="18"/>
                    </a:lnTo>
                    <a:lnTo>
                      <a:pt x="0" y="18"/>
                    </a:lnTo>
                    <a:lnTo>
                      <a:pt x="0" y="18"/>
                    </a:lnTo>
                    <a:lnTo>
                      <a:pt x="0" y="14"/>
                    </a:lnTo>
                    <a:lnTo>
                      <a:pt x="4" y="14"/>
                    </a:lnTo>
                    <a:lnTo>
                      <a:pt x="4" y="14"/>
                    </a:lnTo>
                    <a:lnTo>
                      <a:pt x="4" y="10"/>
                    </a:lnTo>
                    <a:lnTo>
                      <a:pt x="4" y="10"/>
                    </a:lnTo>
                    <a:lnTo>
                      <a:pt x="4" y="10"/>
                    </a:lnTo>
                    <a:lnTo>
                      <a:pt x="4" y="10"/>
                    </a:lnTo>
                    <a:lnTo>
                      <a:pt x="6" y="6"/>
                    </a:lnTo>
                    <a:lnTo>
                      <a:pt x="6" y="2"/>
                    </a:lnTo>
                    <a:lnTo>
                      <a:pt x="6" y="2"/>
                    </a:lnTo>
                    <a:lnTo>
                      <a:pt x="6" y="2"/>
                    </a:lnTo>
                    <a:lnTo>
                      <a:pt x="6" y="2"/>
                    </a:lnTo>
                    <a:lnTo>
                      <a:pt x="6" y="2"/>
                    </a:lnTo>
                    <a:lnTo>
                      <a:pt x="6" y="2"/>
                    </a:lnTo>
                    <a:lnTo>
                      <a:pt x="10" y="0"/>
                    </a:lnTo>
                    <a:lnTo>
                      <a:pt x="10" y="0"/>
                    </a:lnTo>
                    <a:lnTo>
                      <a:pt x="10" y="0"/>
                    </a:lnTo>
                    <a:lnTo>
                      <a:pt x="14" y="0"/>
                    </a:lnTo>
                    <a:lnTo>
                      <a:pt x="18" y="2"/>
                    </a:lnTo>
                    <a:lnTo>
                      <a:pt x="18" y="2"/>
                    </a:lnTo>
                    <a:lnTo>
                      <a:pt x="18" y="2"/>
                    </a:lnTo>
                    <a:lnTo>
                      <a:pt x="18" y="6"/>
                    </a:lnTo>
                    <a:lnTo>
                      <a:pt x="18" y="6"/>
                    </a:lnTo>
                    <a:lnTo>
                      <a:pt x="18" y="6"/>
                    </a:lnTo>
                    <a:lnTo>
                      <a:pt x="18" y="6"/>
                    </a:lnTo>
                    <a:lnTo>
                      <a:pt x="18" y="6"/>
                    </a:lnTo>
                    <a:lnTo>
                      <a:pt x="18" y="6"/>
                    </a:lnTo>
                    <a:lnTo>
                      <a:pt x="22" y="10"/>
                    </a:lnTo>
                    <a:lnTo>
                      <a:pt x="22" y="10"/>
                    </a:lnTo>
                    <a:lnTo>
                      <a:pt x="22" y="10"/>
                    </a:lnTo>
                    <a:lnTo>
                      <a:pt x="22" y="10"/>
                    </a:lnTo>
                    <a:lnTo>
                      <a:pt x="18" y="10"/>
                    </a:lnTo>
                    <a:lnTo>
                      <a:pt x="18" y="10"/>
                    </a:lnTo>
                    <a:lnTo>
                      <a:pt x="18" y="10"/>
                    </a:lnTo>
                    <a:lnTo>
                      <a:pt x="18" y="10"/>
                    </a:lnTo>
                    <a:lnTo>
                      <a:pt x="14" y="14"/>
                    </a:lnTo>
                    <a:lnTo>
                      <a:pt x="14" y="14"/>
                    </a:lnTo>
                    <a:lnTo>
                      <a:pt x="14" y="14"/>
                    </a:lnTo>
                    <a:lnTo>
                      <a:pt x="18" y="14"/>
                    </a:lnTo>
                    <a:lnTo>
                      <a:pt x="18" y="14"/>
                    </a:lnTo>
                    <a:lnTo>
                      <a:pt x="18" y="14"/>
                    </a:lnTo>
                    <a:lnTo>
                      <a:pt x="18" y="14"/>
                    </a:lnTo>
                    <a:lnTo>
                      <a:pt x="18" y="14"/>
                    </a:lnTo>
                    <a:lnTo>
                      <a:pt x="18" y="14"/>
                    </a:lnTo>
                    <a:lnTo>
                      <a:pt x="18" y="14"/>
                    </a:lnTo>
                    <a:lnTo>
                      <a:pt x="18" y="14"/>
                    </a:lnTo>
                    <a:lnTo>
                      <a:pt x="18" y="14"/>
                    </a:lnTo>
                    <a:lnTo>
                      <a:pt x="18" y="18"/>
                    </a:lnTo>
                    <a:lnTo>
                      <a:pt x="22" y="18"/>
                    </a:lnTo>
                    <a:lnTo>
                      <a:pt x="22" y="18"/>
                    </a:lnTo>
                    <a:lnTo>
                      <a:pt x="22" y="22"/>
                    </a:lnTo>
                    <a:lnTo>
                      <a:pt x="22" y="22"/>
                    </a:lnTo>
                    <a:lnTo>
                      <a:pt x="22" y="22"/>
                    </a:lnTo>
                    <a:lnTo>
                      <a:pt x="22" y="26"/>
                    </a:lnTo>
                    <a:lnTo>
                      <a:pt x="26" y="26"/>
                    </a:lnTo>
                    <a:lnTo>
                      <a:pt x="26" y="26"/>
                    </a:lnTo>
                    <a:lnTo>
                      <a:pt x="26" y="26"/>
                    </a:lnTo>
                    <a:lnTo>
                      <a:pt x="26" y="26"/>
                    </a:lnTo>
                    <a:lnTo>
                      <a:pt x="26" y="28"/>
                    </a:lnTo>
                    <a:lnTo>
                      <a:pt x="22" y="28"/>
                    </a:lnTo>
                    <a:lnTo>
                      <a:pt x="14" y="28"/>
                    </a:lnTo>
                    <a:lnTo>
                      <a:pt x="14" y="28"/>
                    </a:lnTo>
                    <a:lnTo>
                      <a:pt x="14" y="28"/>
                    </a:lnTo>
                    <a:lnTo>
                      <a:pt x="14" y="26"/>
                    </a:lnTo>
                    <a:lnTo>
                      <a:pt x="14" y="26"/>
                    </a:lnTo>
                    <a:lnTo>
                      <a:pt x="14" y="26"/>
                    </a:lnTo>
                    <a:lnTo>
                      <a:pt x="14" y="26"/>
                    </a:lnTo>
                    <a:lnTo>
                      <a:pt x="10" y="22"/>
                    </a:lnTo>
                    <a:lnTo>
                      <a:pt x="10" y="22"/>
                    </a:lnTo>
                    <a:lnTo>
                      <a:pt x="10" y="22"/>
                    </a:lnTo>
                    <a:lnTo>
                      <a:pt x="10" y="22"/>
                    </a:lnTo>
                    <a:lnTo>
                      <a:pt x="10" y="22"/>
                    </a:lnTo>
                    <a:close/>
                    <a:moveTo>
                      <a:pt x="22" y="2"/>
                    </a:moveTo>
                    <a:lnTo>
                      <a:pt x="22" y="2"/>
                    </a:lnTo>
                    <a:lnTo>
                      <a:pt x="22" y="2"/>
                    </a:lnTo>
                    <a:lnTo>
                      <a:pt x="22" y="6"/>
                    </a:lnTo>
                    <a:lnTo>
                      <a:pt x="22" y="6"/>
                    </a:lnTo>
                    <a:lnTo>
                      <a:pt x="22" y="6"/>
                    </a:lnTo>
                    <a:lnTo>
                      <a:pt x="22" y="6"/>
                    </a:lnTo>
                    <a:lnTo>
                      <a:pt x="26" y="6"/>
                    </a:lnTo>
                    <a:lnTo>
                      <a:pt x="26" y="6"/>
                    </a:lnTo>
                    <a:lnTo>
                      <a:pt x="26" y="6"/>
                    </a:lnTo>
                    <a:lnTo>
                      <a:pt x="22" y="6"/>
                    </a:lnTo>
                    <a:lnTo>
                      <a:pt x="22" y="6"/>
                    </a:lnTo>
                    <a:lnTo>
                      <a:pt x="22" y="6"/>
                    </a:lnTo>
                    <a:lnTo>
                      <a:pt x="22" y="10"/>
                    </a:lnTo>
                    <a:lnTo>
                      <a:pt x="22" y="10"/>
                    </a:lnTo>
                    <a:lnTo>
                      <a:pt x="22" y="10"/>
                    </a:lnTo>
                    <a:lnTo>
                      <a:pt x="22" y="10"/>
                    </a:lnTo>
                    <a:lnTo>
                      <a:pt x="22" y="10"/>
                    </a:lnTo>
                    <a:lnTo>
                      <a:pt x="22" y="10"/>
                    </a:lnTo>
                    <a:lnTo>
                      <a:pt x="22" y="10"/>
                    </a:lnTo>
                    <a:lnTo>
                      <a:pt x="22" y="10"/>
                    </a:lnTo>
                    <a:lnTo>
                      <a:pt x="22" y="10"/>
                    </a:lnTo>
                    <a:lnTo>
                      <a:pt x="22" y="10"/>
                    </a:lnTo>
                    <a:lnTo>
                      <a:pt x="22" y="10"/>
                    </a:lnTo>
                    <a:lnTo>
                      <a:pt x="18" y="6"/>
                    </a:lnTo>
                    <a:lnTo>
                      <a:pt x="22" y="2"/>
                    </a:lnTo>
                    <a:lnTo>
                      <a:pt x="22" y="2"/>
                    </a:lnTo>
                    <a:lnTo>
                      <a:pt x="22" y="2"/>
                    </a:lnTo>
                    <a:lnTo>
                      <a:pt x="22" y="2"/>
                    </a:lnTo>
                    <a:lnTo>
                      <a:pt x="22" y="2"/>
                    </a:lnTo>
                    <a:lnTo>
                      <a:pt x="22" y="2"/>
                    </a:lnTo>
                    <a:lnTo>
                      <a:pt x="22" y="2"/>
                    </a:lnTo>
                    <a:lnTo>
                      <a:pt x="22" y="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2" name="Freeform 36"/>
              <p:cNvSpPr>
                <a:spLocks/>
              </p:cNvSpPr>
              <p:nvPr/>
            </p:nvSpPr>
            <p:spPr bwMode="gray">
              <a:xfrm>
                <a:off x="6504434" y="3176982"/>
                <a:ext cx="271325" cy="132184"/>
              </a:xfrm>
              <a:custGeom>
                <a:avLst/>
                <a:gdLst>
                  <a:gd name="T0" fmla="*/ 74 w 156"/>
                  <a:gd name="T1" fmla="*/ 54 h 76"/>
                  <a:gd name="T2" fmla="*/ 68 w 156"/>
                  <a:gd name="T3" fmla="*/ 58 h 76"/>
                  <a:gd name="T4" fmla="*/ 68 w 156"/>
                  <a:gd name="T5" fmla="*/ 66 h 76"/>
                  <a:gd name="T6" fmla="*/ 60 w 156"/>
                  <a:gd name="T7" fmla="*/ 68 h 76"/>
                  <a:gd name="T8" fmla="*/ 52 w 156"/>
                  <a:gd name="T9" fmla="*/ 72 h 76"/>
                  <a:gd name="T10" fmla="*/ 42 w 156"/>
                  <a:gd name="T11" fmla="*/ 72 h 76"/>
                  <a:gd name="T12" fmla="*/ 38 w 156"/>
                  <a:gd name="T13" fmla="*/ 72 h 76"/>
                  <a:gd name="T14" fmla="*/ 30 w 156"/>
                  <a:gd name="T15" fmla="*/ 68 h 76"/>
                  <a:gd name="T16" fmla="*/ 30 w 156"/>
                  <a:gd name="T17" fmla="*/ 68 h 76"/>
                  <a:gd name="T18" fmla="*/ 22 w 156"/>
                  <a:gd name="T19" fmla="*/ 68 h 76"/>
                  <a:gd name="T20" fmla="*/ 14 w 156"/>
                  <a:gd name="T21" fmla="*/ 66 h 76"/>
                  <a:gd name="T22" fmla="*/ 8 w 156"/>
                  <a:gd name="T23" fmla="*/ 68 h 76"/>
                  <a:gd name="T24" fmla="*/ 0 w 156"/>
                  <a:gd name="T25" fmla="*/ 66 h 76"/>
                  <a:gd name="T26" fmla="*/ 0 w 156"/>
                  <a:gd name="T27" fmla="*/ 62 h 76"/>
                  <a:gd name="T28" fmla="*/ 8 w 156"/>
                  <a:gd name="T29" fmla="*/ 58 h 76"/>
                  <a:gd name="T30" fmla="*/ 18 w 156"/>
                  <a:gd name="T31" fmla="*/ 58 h 76"/>
                  <a:gd name="T32" fmla="*/ 18 w 156"/>
                  <a:gd name="T33" fmla="*/ 62 h 76"/>
                  <a:gd name="T34" fmla="*/ 22 w 156"/>
                  <a:gd name="T35" fmla="*/ 54 h 76"/>
                  <a:gd name="T36" fmla="*/ 34 w 156"/>
                  <a:gd name="T37" fmla="*/ 58 h 76"/>
                  <a:gd name="T38" fmla="*/ 44 w 156"/>
                  <a:gd name="T39" fmla="*/ 50 h 76"/>
                  <a:gd name="T40" fmla="*/ 48 w 156"/>
                  <a:gd name="T41" fmla="*/ 50 h 76"/>
                  <a:gd name="T42" fmla="*/ 52 w 156"/>
                  <a:gd name="T43" fmla="*/ 42 h 76"/>
                  <a:gd name="T44" fmla="*/ 48 w 156"/>
                  <a:gd name="T45" fmla="*/ 42 h 76"/>
                  <a:gd name="T46" fmla="*/ 42 w 156"/>
                  <a:gd name="T47" fmla="*/ 36 h 76"/>
                  <a:gd name="T48" fmla="*/ 34 w 156"/>
                  <a:gd name="T49" fmla="*/ 28 h 76"/>
                  <a:gd name="T50" fmla="*/ 30 w 156"/>
                  <a:gd name="T51" fmla="*/ 36 h 76"/>
                  <a:gd name="T52" fmla="*/ 30 w 156"/>
                  <a:gd name="T53" fmla="*/ 40 h 76"/>
                  <a:gd name="T54" fmla="*/ 22 w 156"/>
                  <a:gd name="T55" fmla="*/ 32 h 76"/>
                  <a:gd name="T56" fmla="*/ 12 w 156"/>
                  <a:gd name="T57" fmla="*/ 32 h 76"/>
                  <a:gd name="T58" fmla="*/ 14 w 156"/>
                  <a:gd name="T59" fmla="*/ 24 h 76"/>
                  <a:gd name="T60" fmla="*/ 22 w 156"/>
                  <a:gd name="T61" fmla="*/ 20 h 76"/>
                  <a:gd name="T62" fmla="*/ 22 w 156"/>
                  <a:gd name="T63" fmla="*/ 16 h 76"/>
                  <a:gd name="T64" fmla="*/ 26 w 156"/>
                  <a:gd name="T65" fmla="*/ 6 h 76"/>
                  <a:gd name="T66" fmla="*/ 38 w 156"/>
                  <a:gd name="T67" fmla="*/ 6 h 76"/>
                  <a:gd name="T68" fmla="*/ 48 w 156"/>
                  <a:gd name="T69" fmla="*/ 6 h 76"/>
                  <a:gd name="T70" fmla="*/ 56 w 156"/>
                  <a:gd name="T71" fmla="*/ 10 h 76"/>
                  <a:gd name="T72" fmla="*/ 60 w 156"/>
                  <a:gd name="T73" fmla="*/ 10 h 76"/>
                  <a:gd name="T74" fmla="*/ 60 w 156"/>
                  <a:gd name="T75" fmla="*/ 0 h 76"/>
                  <a:gd name="T76" fmla="*/ 72 w 156"/>
                  <a:gd name="T77" fmla="*/ 0 h 76"/>
                  <a:gd name="T78" fmla="*/ 82 w 156"/>
                  <a:gd name="T79" fmla="*/ 4 h 76"/>
                  <a:gd name="T80" fmla="*/ 88 w 156"/>
                  <a:gd name="T81" fmla="*/ 6 h 76"/>
                  <a:gd name="T82" fmla="*/ 100 w 156"/>
                  <a:gd name="T83" fmla="*/ 4 h 76"/>
                  <a:gd name="T84" fmla="*/ 112 w 156"/>
                  <a:gd name="T85" fmla="*/ 4 h 76"/>
                  <a:gd name="T86" fmla="*/ 122 w 156"/>
                  <a:gd name="T87" fmla="*/ 4 h 76"/>
                  <a:gd name="T88" fmla="*/ 134 w 156"/>
                  <a:gd name="T89" fmla="*/ 6 h 76"/>
                  <a:gd name="T90" fmla="*/ 142 w 156"/>
                  <a:gd name="T91" fmla="*/ 10 h 76"/>
                  <a:gd name="T92" fmla="*/ 148 w 156"/>
                  <a:gd name="T93" fmla="*/ 14 h 76"/>
                  <a:gd name="T94" fmla="*/ 156 w 156"/>
                  <a:gd name="T95" fmla="*/ 16 h 76"/>
                  <a:gd name="T96" fmla="*/ 148 w 156"/>
                  <a:gd name="T97" fmla="*/ 20 h 76"/>
                  <a:gd name="T98" fmla="*/ 142 w 156"/>
                  <a:gd name="T99" fmla="*/ 24 h 76"/>
                  <a:gd name="T100" fmla="*/ 134 w 156"/>
                  <a:gd name="T101" fmla="*/ 28 h 76"/>
                  <a:gd name="T102" fmla="*/ 126 w 156"/>
                  <a:gd name="T103" fmla="*/ 36 h 76"/>
                  <a:gd name="T104" fmla="*/ 118 w 156"/>
                  <a:gd name="T105" fmla="*/ 40 h 76"/>
                  <a:gd name="T106" fmla="*/ 108 w 156"/>
                  <a:gd name="T107" fmla="*/ 40 h 76"/>
                  <a:gd name="T108" fmla="*/ 104 w 156"/>
                  <a:gd name="T109" fmla="*/ 50 h 76"/>
                  <a:gd name="T110" fmla="*/ 100 w 156"/>
                  <a:gd name="T111" fmla="*/ 50 h 76"/>
                  <a:gd name="T112" fmla="*/ 88 w 156"/>
                  <a:gd name="T113" fmla="*/ 54 h 76"/>
                  <a:gd name="T114" fmla="*/ 86 w 156"/>
                  <a:gd name="T115" fmla="*/ 46 h 76"/>
                  <a:gd name="T116" fmla="*/ 78 w 156"/>
                  <a:gd name="T117" fmla="*/ 5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6" h="76">
                    <a:moveTo>
                      <a:pt x="78" y="50"/>
                    </a:moveTo>
                    <a:lnTo>
                      <a:pt x="78" y="54"/>
                    </a:lnTo>
                    <a:lnTo>
                      <a:pt x="74" y="54"/>
                    </a:lnTo>
                    <a:lnTo>
                      <a:pt x="74" y="58"/>
                    </a:lnTo>
                    <a:lnTo>
                      <a:pt x="72" y="58"/>
                    </a:lnTo>
                    <a:lnTo>
                      <a:pt x="68" y="58"/>
                    </a:lnTo>
                    <a:lnTo>
                      <a:pt x="64" y="62"/>
                    </a:lnTo>
                    <a:lnTo>
                      <a:pt x="64" y="66"/>
                    </a:lnTo>
                    <a:lnTo>
                      <a:pt x="68" y="66"/>
                    </a:lnTo>
                    <a:lnTo>
                      <a:pt x="68" y="68"/>
                    </a:lnTo>
                    <a:lnTo>
                      <a:pt x="64" y="68"/>
                    </a:lnTo>
                    <a:lnTo>
                      <a:pt x="60" y="68"/>
                    </a:lnTo>
                    <a:lnTo>
                      <a:pt x="56" y="68"/>
                    </a:lnTo>
                    <a:lnTo>
                      <a:pt x="56" y="72"/>
                    </a:lnTo>
                    <a:lnTo>
                      <a:pt x="52" y="72"/>
                    </a:lnTo>
                    <a:lnTo>
                      <a:pt x="48" y="72"/>
                    </a:lnTo>
                    <a:lnTo>
                      <a:pt x="44" y="72"/>
                    </a:lnTo>
                    <a:lnTo>
                      <a:pt x="42" y="72"/>
                    </a:lnTo>
                    <a:lnTo>
                      <a:pt x="42" y="76"/>
                    </a:lnTo>
                    <a:lnTo>
                      <a:pt x="42" y="72"/>
                    </a:lnTo>
                    <a:lnTo>
                      <a:pt x="38" y="72"/>
                    </a:lnTo>
                    <a:lnTo>
                      <a:pt x="34" y="72"/>
                    </a:lnTo>
                    <a:lnTo>
                      <a:pt x="34" y="68"/>
                    </a:lnTo>
                    <a:lnTo>
                      <a:pt x="30" y="68"/>
                    </a:lnTo>
                    <a:lnTo>
                      <a:pt x="34" y="68"/>
                    </a:lnTo>
                    <a:lnTo>
                      <a:pt x="30" y="66"/>
                    </a:lnTo>
                    <a:lnTo>
                      <a:pt x="30" y="68"/>
                    </a:lnTo>
                    <a:lnTo>
                      <a:pt x="26" y="68"/>
                    </a:lnTo>
                    <a:lnTo>
                      <a:pt x="22" y="72"/>
                    </a:lnTo>
                    <a:lnTo>
                      <a:pt x="22" y="68"/>
                    </a:lnTo>
                    <a:lnTo>
                      <a:pt x="18" y="68"/>
                    </a:lnTo>
                    <a:lnTo>
                      <a:pt x="18" y="66"/>
                    </a:lnTo>
                    <a:lnTo>
                      <a:pt x="14" y="66"/>
                    </a:lnTo>
                    <a:lnTo>
                      <a:pt x="14" y="68"/>
                    </a:lnTo>
                    <a:lnTo>
                      <a:pt x="12" y="68"/>
                    </a:lnTo>
                    <a:lnTo>
                      <a:pt x="8" y="68"/>
                    </a:lnTo>
                    <a:lnTo>
                      <a:pt x="4" y="68"/>
                    </a:lnTo>
                    <a:lnTo>
                      <a:pt x="0" y="68"/>
                    </a:lnTo>
                    <a:lnTo>
                      <a:pt x="0" y="66"/>
                    </a:lnTo>
                    <a:lnTo>
                      <a:pt x="0" y="62"/>
                    </a:lnTo>
                    <a:lnTo>
                      <a:pt x="0" y="58"/>
                    </a:lnTo>
                    <a:lnTo>
                      <a:pt x="0" y="62"/>
                    </a:lnTo>
                    <a:lnTo>
                      <a:pt x="4" y="62"/>
                    </a:lnTo>
                    <a:lnTo>
                      <a:pt x="4" y="58"/>
                    </a:lnTo>
                    <a:lnTo>
                      <a:pt x="8" y="58"/>
                    </a:lnTo>
                    <a:lnTo>
                      <a:pt x="12" y="54"/>
                    </a:lnTo>
                    <a:lnTo>
                      <a:pt x="14" y="58"/>
                    </a:lnTo>
                    <a:lnTo>
                      <a:pt x="18" y="58"/>
                    </a:lnTo>
                    <a:lnTo>
                      <a:pt x="18" y="62"/>
                    </a:lnTo>
                    <a:lnTo>
                      <a:pt x="14" y="62"/>
                    </a:lnTo>
                    <a:lnTo>
                      <a:pt x="18" y="62"/>
                    </a:lnTo>
                    <a:lnTo>
                      <a:pt x="18" y="58"/>
                    </a:lnTo>
                    <a:lnTo>
                      <a:pt x="22" y="58"/>
                    </a:lnTo>
                    <a:lnTo>
                      <a:pt x="22" y="54"/>
                    </a:lnTo>
                    <a:lnTo>
                      <a:pt x="26" y="54"/>
                    </a:lnTo>
                    <a:lnTo>
                      <a:pt x="30" y="54"/>
                    </a:lnTo>
                    <a:lnTo>
                      <a:pt x="34" y="58"/>
                    </a:lnTo>
                    <a:lnTo>
                      <a:pt x="38" y="54"/>
                    </a:lnTo>
                    <a:lnTo>
                      <a:pt x="42" y="50"/>
                    </a:lnTo>
                    <a:lnTo>
                      <a:pt x="44" y="50"/>
                    </a:lnTo>
                    <a:lnTo>
                      <a:pt x="44" y="46"/>
                    </a:lnTo>
                    <a:lnTo>
                      <a:pt x="44" y="50"/>
                    </a:lnTo>
                    <a:lnTo>
                      <a:pt x="48" y="50"/>
                    </a:lnTo>
                    <a:lnTo>
                      <a:pt x="48" y="46"/>
                    </a:lnTo>
                    <a:lnTo>
                      <a:pt x="52" y="46"/>
                    </a:lnTo>
                    <a:lnTo>
                      <a:pt x="52" y="42"/>
                    </a:lnTo>
                    <a:lnTo>
                      <a:pt x="56" y="42"/>
                    </a:lnTo>
                    <a:lnTo>
                      <a:pt x="52" y="42"/>
                    </a:lnTo>
                    <a:lnTo>
                      <a:pt x="48" y="42"/>
                    </a:lnTo>
                    <a:lnTo>
                      <a:pt x="44" y="40"/>
                    </a:lnTo>
                    <a:lnTo>
                      <a:pt x="42" y="40"/>
                    </a:lnTo>
                    <a:lnTo>
                      <a:pt x="42" y="36"/>
                    </a:lnTo>
                    <a:lnTo>
                      <a:pt x="38" y="36"/>
                    </a:lnTo>
                    <a:lnTo>
                      <a:pt x="38" y="32"/>
                    </a:lnTo>
                    <a:lnTo>
                      <a:pt x="34" y="28"/>
                    </a:lnTo>
                    <a:lnTo>
                      <a:pt x="34" y="32"/>
                    </a:lnTo>
                    <a:lnTo>
                      <a:pt x="34" y="36"/>
                    </a:lnTo>
                    <a:lnTo>
                      <a:pt x="30" y="36"/>
                    </a:lnTo>
                    <a:lnTo>
                      <a:pt x="30" y="32"/>
                    </a:lnTo>
                    <a:lnTo>
                      <a:pt x="30" y="36"/>
                    </a:lnTo>
                    <a:lnTo>
                      <a:pt x="30" y="40"/>
                    </a:lnTo>
                    <a:lnTo>
                      <a:pt x="26" y="36"/>
                    </a:lnTo>
                    <a:lnTo>
                      <a:pt x="22" y="36"/>
                    </a:lnTo>
                    <a:lnTo>
                      <a:pt x="22" y="32"/>
                    </a:lnTo>
                    <a:lnTo>
                      <a:pt x="18" y="32"/>
                    </a:lnTo>
                    <a:lnTo>
                      <a:pt x="14" y="32"/>
                    </a:lnTo>
                    <a:lnTo>
                      <a:pt x="12" y="32"/>
                    </a:lnTo>
                    <a:lnTo>
                      <a:pt x="12" y="28"/>
                    </a:lnTo>
                    <a:lnTo>
                      <a:pt x="14" y="28"/>
                    </a:lnTo>
                    <a:lnTo>
                      <a:pt x="14" y="24"/>
                    </a:lnTo>
                    <a:lnTo>
                      <a:pt x="18" y="24"/>
                    </a:lnTo>
                    <a:lnTo>
                      <a:pt x="18" y="20"/>
                    </a:lnTo>
                    <a:lnTo>
                      <a:pt x="22" y="20"/>
                    </a:lnTo>
                    <a:lnTo>
                      <a:pt x="26" y="16"/>
                    </a:lnTo>
                    <a:lnTo>
                      <a:pt x="26" y="14"/>
                    </a:lnTo>
                    <a:lnTo>
                      <a:pt x="22" y="16"/>
                    </a:lnTo>
                    <a:lnTo>
                      <a:pt x="22" y="14"/>
                    </a:lnTo>
                    <a:lnTo>
                      <a:pt x="26" y="10"/>
                    </a:lnTo>
                    <a:lnTo>
                      <a:pt x="26" y="6"/>
                    </a:lnTo>
                    <a:lnTo>
                      <a:pt x="30" y="6"/>
                    </a:lnTo>
                    <a:lnTo>
                      <a:pt x="34" y="6"/>
                    </a:lnTo>
                    <a:lnTo>
                      <a:pt x="38" y="6"/>
                    </a:lnTo>
                    <a:lnTo>
                      <a:pt x="42" y="6"/>
                    </a:lnTo>
                    <a:lnTo>
                      <a:pt x="44" y="6"/>
                    </a:lnTo>
                    <a:lnTo>
                      <a:pt x="48" y="6"/>
                    </a:lnTo>
                    <a:lnTo>
                      <a:pt x="48" y="10"/>
                    </a:lnTo>
                    <a:lnTo>
                      <a:pt x="52" y="10"/>
                    </a:lnTo>
                    <a:lnTo>
                      <a:pt x="56" y="10"/>
                    </a:lnTo>
                    <a:lnTo>
                      <a:pt x="56" y="14"/>
                    </a:lnTo>
                    <a:lnTo>
                      <a:pt x="60" y="14"/>
                    </a:lnTo>
                    <a:lnTo>
                      <a:pt x="60" y="10"/>
                    </a:lnTo>
                    <a:lnTo>
                      <a:pt x="60" y="6"/>
                    </a:lnTo>
                    <a:lnTo>
                      <a:pt x="60" y="4"/>
                    </a:lnTo>
                    <a:lnTo>
                      <a:pt x="60" y="0"/>
                    </a:lnTo>
                    <a:lnTo>
                      <a:pt x="64" y="0"/>
                    </a:lnTo>
                    <a:lnTo>
                      <a:pt x="68" y="0"/>
                    </a:lnTo>
                    <a:lnTo>
                      <a:pt x="72" y="0"/>
                    </a:lnTo>
                    <a:lnTo>
                      <a:pt x="74" y="0"/>
                    </a:lnTo>
                    <a:lnTo>
                      <a:pt x="78" y="4"/>
                    </a:lnTo>
                    <a:lnTo>
                      <a:pt x="82" y="4"/>
                    </a:lnTo>
                    <a:lnTo>
                      <a:pt x="86" y="4"/>
                    </a:lnTo>
                    <a:lnTo>
                      <a:pt x="86" y="6"/>
                    </a:lnTo>
                    <a:lnTo>
                      <a:pt x="88" y="6"/>
                    </a:lnTo>
                    <a:lnTo>
                      <a:pt x="92" y="4"/>
                    </a:lnTo>
                    <a:lnTo>
                      <a:pt x="96" y="4"/>
                    </a:lnTo>
                    <a:lnTo>
                      <a:pt x="100" y="4"/>
                    </a:lnTo>
                    <a:lnTo>
                      <a:pt x="104" y="4"/>
                    </a:lnTo>
                    <a:lnTo>
                      <a:pt x="108" y="4"/>
                    </a:lnTo>
                    <a:lnTo>
                      <a:pt x="112" y="4"/>
                    </a:lnTo>
                    <a:lnTo>
                      <a:pt x="116" y="4"/>
                    </a:lnTo>
                    <a:lnTo>
                      <a:pt x="118" y="4"/>
                    </a:lnTo>
                    <a:lnTo>
                      <a:pt x="122" y="4"/>
                    </a:lnTo>
                    <a:lnTo>
                      <a:pt x="126" y="4"/>
                    </a:lnTo>
                    <a:lnTo>
                      <a:pt x="130" y="4"/>
                    </a:lnTo>
                    <a:lnTo>
                      <a:pt x="134" y="6"/>
                    </a:lnTo>
                    <a:lnTo>
                      <a:pt x="138" y="6"/>
                    </a:lnTo>
                    <a:lnTo>
                      <a:pt x="142" y="6"/>
                    </a:lnTo>
                    <a:lnTo>
                      <a:pt x="142" y="10"/>
                    </a:lnTo>
                    <a:lnTo>
                      <a:pt x="142" y="14"/>
                    </a:lnTo>
                    <a:lnTo>
                      <a:pt x="146" y="14"/>
                    </a:lnTo>
                    <a:lnTo>
                      <a:pt x="148" y="14"/>
                    </a:lnTo>
                    <a:lnTo>
                      <a:pt x="152" y="14"/>
                    </a:lnTo>
                    <a:lnTo>
                      <a:pt x="152" y="16"/>
                    </a:lnTo>
                    <a:lnTo>
                      <a:pt x="156" y="16"/>
                    </a:lnTo>
                    <a:lnTo>
                      <a:pt x="156" y="20"/>
                    </a:lnTo>
                    <a:lnTo>
                      <a:pt x="152" y="20"/>
                    </a:lnTo>
                    <a:lnTo>
                      <a:pt x="148" y="20"/>
                    </a:lnTo>
                    <a:lnTo>
                      <a:pt x="148" y="24"/>
                    </a:lnTo>
                    <a:lnTo>
                      <a:pt x="146" y="24"/>
                    </a:lnTo>
                    <a:lnTo>
                      <a:pt x="142" y="24"/>
                    </a:lnTo>
                    <a:lnTo>
                      <a:pt x="138" y="24"/>
                    </a:lnTo>
                    <a:lnTo>
                      <a:pt x="138" y="28"/>
                    </a:lnTo>
                    <a:lnTo>
                      <a:pt x="134" y="28"/>
                    </a:lnTo>
                    <a:lnTo>
                      <a:pt x="130" y="32"/>
                    </a:lnTo>
                    <a:lnTo>
                      <a:pt x="126" y="32"/>
                    </a:lnTo>
                    <a:lnTo>
                      <a:pt x="126" y="36"/>
                    </a:lnTo>
                    <a:lnTo>
                      <a:pt x="126" y="40"/>
                    </a:lnTo>
                    <a:lnTo>
                      <a:pt x="122" y="40"/>
                    </a:lnTo>
                    <a:lnTo>
                      <a:pt x="118" y="40"/>
                    </a:lnTo>
                    <a:lnTo>
                      <a:pt x="116" y="40"/>
                    </a:lnTo>
                    <a:lnTo>
                      <a:pt x="112" y="40"/>
                    </a:lnTo>
                    <a:lnTo>
                      <a:pt x="108" y="40"/>
                    </a:lnTo>
                    <a:lnTo>
                      <a:pt x="104" y="40"/>
                    </a:lnTo>
                    <a:lnTo>
                      <a:pt x="104" y="46"/>
                    </a:lnTo>
                    <a:lnTo>
                      <a:pt x="104" y="50"/>
                    </a:lnTo>
                    <a:lnTo>
                      <a:pt x="100" y="50"/>
                    </a:lnTo>
                    <a:lnTo>
                      <a:pt x="100" y="54"/>
                    </a:lnTo>
                    <a:lnTo>
                      <a:pt x="100" y="50"/>
                    </a:lnTo>
                    <a:lnTo>
                      <a:pt x="96" y="50"/>
                    </a:lnTo>
                    <a:lnTo>
                      <a:pt x="92" y="54"/>
                    </a:lnTo>
                    <a:lnTo>
                      <a:pt x="88" y="54"/>
                    </a:lnTo>
                    <a:lnTo>
                      <a:pt x="88" y="50"/>
                    </a:lnTo>
                    <a:lnTo>
                      <a:pt x="88" y="46"/>
                    </a:lnTo>
                    <a:lnTo>
                      <a:pt x="86" y="46"/>
                    </a:lnTo>
                    <a:lnTo>
                      <a:pt x="86" y="50"/>
                    </a:lnTo>
                    <a:lnTo>
                      <a:pt x="82" y="50"/>
                    </a:lnTo>
                    <a:lnTo>
                      <a:pt x="78" y="50"/>
                    </a:lnTo>
                    <a:lnTo>
                      <a:pt x="78" y="50"/>
                    </a:lnTo>
                    <a:lnTo>
                      <a:pt x="78"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3" name="Freeform 37"/>
              <p:cNvSpPr>
                <a:spLocks/>
              </p:cNvSpPr>
              <p:nvPr/>
            </p:nvSpPr>
            <p:spPr bwMode="gray">
              <a:xfrm>
                <a:off x="7259277" y="3844858"/>
                <a:ext cx="191319" cy="257410"/>
              </a:xfrm>
              <a:custGeom>
                <a:avLst/>
                <a:gdLst>
                  <a:gd name="T0" fmla="*/ 54 w 110"/>
                  <a:gd name="T1" fmla="*/ 72 h 148"/>
                  <a:gd name="T2" fmla="*/ 46 w 110"/>
                  <a:gd name="T3" fmla="*/ 72 h 148"/>
                  <a:gd name="T4" fmla="*/ 34 w 110"/>
                  <a:gd name="T5" fmla="*/ 80 h 148"/>
                  <a:gd name="T6" fmla="*/ 26 w 110"/>
                  <a:gd name="T7" fmla="*/ 72 h 148"/>
                  <a:gd name="T8" fmla="*/ 20 w 110"/>
                  <a:gd name="T9" fmla="*/ 80 h 148"/>
                  <a:gd name="T10" fmla="*/ 12 w 110"/>
                  <a:gd name="T11" fmla="*/ 88 h 148"/>
                  <a:gd name="T12" fmla="*/ 16 w 110"/>
                  <a:gd name="T13" fmla="*/ 76 h 148"/>
                  <a:gd name="T14" fmla="*/ 16 w 110"/>
                  <a:gd name="T15" fmla="*/ 62 h 148"/>
                  <a:gd name="T16" fmla="*/ 16 w 110"/>
                  <a:gd name="T17" fmla="*/ 54 h 148"/>
                  <a:gd name="T18" fmla="*/ 4 w 110"/>
                  <a:gd name="T19" fmla="*/ 50 h 148"/>
                  <a:gd name="T20" fmla="*/ 4 w 110"/>
                  <a:gd name="T21" fmla="*/ 40 h 148"/>
                  <a:gd name="T22" fmla="*/ 0 w 110"/>
                  <a:gd name="T23" fmla="*/ 36 h 148"/>
                  <a:gd name="T24" fmla="*/ 8 w 110"/>
                  <a:gd name="T25" fmla="*/ 30 h 148"/>
                  <a:gd name="T26" fmla="*/ 8 w 110"/>
                  <a:gd name="T27" fmla="*/ 22 h 148"/>
                  <a:gd name="T28" fmla="*/ 16 w 110"/>
                  <a:gd name="T29" fmla="*/ 14 h 148"/>
                  <a:gd name="T30" fmla="*/ 24 w 110"/>
                  <a:gd name="T31" fmla="*/ 22 h 148"/>
                  <a:gd name="T32" fmla="*/ 24 w 110"/>
                  <a:gd name="T33" fmla="*/ 22 h 148"/>
                  <a:gd name="T34" fmla="*/ 20 w 110"/>
                  <a:gd name="T35" fmla="*/ 4 h 148"/>
                  <a:gd name="T36" fmla="*/ 30 w 110"/>
                  <a:gd name="T37" fmla="*/ 0 h 148"/>
                  <a:gd name="T38" fmla="*/ 38 w 110"/>
                  <a:gd name="T39" fmla="*/ 10 h 148"/>
                  <a:gd name="T40" fmla="*/ 38 w 110"/>
                  <a:gd name="T41" fmla="*/ 18 h 148"/>
                  <a:gd name="T42" fmla="*/ 42 w 110"/>
                  <a:gd name="T43" fmla="*/ 26 h 148"/>
                  <a:gd name="T44" fmla="*/ 50 w 110"/>
                  <a:gd name="T45" fmla="*/ 32 h 148"/>
                  <a:gd name="T46" fmla="*/ 60 w 110"/>
                  <a:gd name="T47" fmla="*/ 30 h 148"/>
                  <a:gd name="T48" fmla="*/ 68 w 110"/>
                  <a:gd name="T49" fmla="*/ 40 h 148"/>
                  <a:gd name="T50" fmla="*/ 64 w 110"/>
                  <a:gd name="T51" fmla="*/ 50 h 148"/>
                  <a:gd name="T52" fmla="*/ 56 w 110"/>
                  <a:gd name="T53" fmla="*/ 50 h 148"/>
                  <a:gd name="T54" fmla="*/ 54 w 110"/>
                  <a:gd name="T55" fmla="*/ 54 h 148"/>
                  <a:gd name="T56" fmla="*/ 64 w 110"/>
                  <a:gd name="T57" fmla="*/ 66 h 148"/>
                  <a:gd name="T58" fmla="*/ 72 w 110"/>
                  <a:gd name="T59" fmla="*/ 72 h 148"/>
                  <a:gd name="T60" fmla="*/ 80 w 110"/>
                  <a:gd name="T61" fmla="*/ 80 h 148"/>
                  <a:gd name="T62" fmla="*/ 86 w 110"/>
                  <a:gd name="T63" fmla="*/ 88 h 148"/>
                  <a:gd name="T64" fmla="*/ 90 w 110"/>
                  <a:gd name="T65" fmla="*/ 98 h 148"/>
                  <a:gd name="T66" fmla="*/ 98 w 110"/>
                  <a:gd name="T67" fmla="*/ 102 h 148"/>
                  <a:gd name="T68" fmla="*/ 106 w 110"/>
                  <a:gd name="T69" fmla="*/ 110 h 148"/>
                  <a:gd name="T70" fmla="*/ 102 w 110"/>
                  <a:gd name="T71" fmla="*/ 122 h 148"/>
                  <a:gd name="T72" fmla="*/ 106 w 110"/>
                  <a:gd name="T73" fmla="*/ 128 h 148"/>
                  <a:gd name="T74" fmla="*/ 102 w 110"/>
                  <a:gd name="T75" fmla="*/ 140 h 148"/>
                  <a:gd name="T76" fmla="*/ 90 w 110"/>
                  <a:gd name="T77" fmla="*/ 140 h 148"/>
                  <a:gd name="T78" fmla="*/ 86 w 110"/>
                  <a:gd name="T79" fmla="*/ 144 h 148"/>
                  <a:gd name="T80" fmla="*/ 80 w 110"/>
                  <a:gd name="T81" fmla="*/ 144 h 148"/>
                  <a:gd name="T82" fmla="*/ 72 w 110"/>
                  <a:gd name="T83" fmla="*/ 144 h 148"/>
                  <a:gd name="T84" fmla="*/ 76 w 110"/>
                  <a:gd name="T85" fmla="*/ 132 h 148"/>
                  <a:gd name="T86" fmla="*/ 80 w 110"/>
                  <a:gd name="T87" fmla="*/ 124 h 148"/>
                  <a:gd name="T88" fmla="*/ 76 w 110"/>
                  <a:gd name="T89" fmla="*/ 114 h 148"/>
                  <a:gd name="T90" fmla="*/ 68 w 110"/>
                  <a:gd name="T91" fmla="*/ 102 h 148"/>
                  <a:gd name="T92" fmla="*/ 64 w 110"/>
                  <a:gd name="T93" fmla="*/ 96 h 148"/>
                  <a:gd name="T94" fmla="*/ 64 w 110"/>
                  <a:gd name="T95" fmla="*/ 88 h 148"/>
                  <a:gd name="T96" fmla="*/ 60 w 110"/>
                  <a:gd name="T97" fmla="*/ 80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0" h="148">
                    <a:moveTo>
                      <a:pt x="60" y="80"/>
                    </a:moveTo>
                    <a:lnTo>
                      <a:pt x="56" y="76"/>
                    </a:lnTo>
                    <a:lnTo>
                      <a:pt x="56" y="72"/>
                    </a:lnTo>
                    <a:lnTo>
                      <a:pt x="54" y="72"/>
                    </a:lnTo>
                    <a:lnTo>
                      <a:pt x="50" y="72"/>
                    </a:lnTo>
                    <a:lnTo>
                      <a:pt x="50" y="70"/>
                    </a:lnTo>
                    <a:lnTo>
                      <a:pt x="46" y="70"/>
                    </a:lnTo>
                    <a:lnTo>
                      <a:pt x="46" y="72"/>
                    </a:lnTo>
                    <a:lnTo>
                      <a:pt x="42" y="76"/>
                    </a:lnTo>
                    <a:lnTo>
                      <a:pt x="38" y="76"/>
                    </a:lnTo>
                    <a:lnTo>
                      <a:pt x="38" y="80"/>
                    </a:lnTo>
                    <a:lnTo>
                      <a:pt x="34" y="80"/>
                    </a:lnTo>
                    <a:lnTo>
                      <a:pt x="34" y="76"/>
                    </a:lnTo>
                    <a:lnTo>
                      <a:pt x="30" y="76"/>
                    </a:lnTo>
                    <a:lnTo>
                      <a:pt x="30" y="72"/>
                    </a:lnTo>
                    <a:lnTo>
                      <a:pt x="26" y="72"/>
                    </a:lnTo>
                    <a:lnTo>
                      <a:pt x="26" y="76"/>
                    </a:lnTo>
                    <a:lnTo>
                      <a:pt x="24" y="76"/>
                    </a:lnTo>
                    <a:lnTo>
                      <a:pt x="24" y="80"/>
                    </a:lnTo>
                    <a:lnTo>
                      <a:pt x="20" y="80"/>
                    </a:lnTo>
                    <a:lnTo>
                      <a:pt x="20" y="84"/>
                    </a:lnTo>
                    <a:lnTo>
                      <a:pt x="16" y="84"/>
                    </a:lnTo>
                    <a:lnTo>
                      <a:pt x="16" y="88"/>
                    </a:lnTo>
                    <a:lnTo>
                      <a:pt x="12" y="88"/>
                    </a:lnTo>
                    <a:lnTo>
                      <a:pt x="12" y="84"/>
                    </a:lnTo>
                    <a:lnTo>
                      <a:pt x="12" y="80"/>
                    </a:lnTo>
                    <a:lnTo>
                      <a:pt x="16" y="80"/>
                    </a:lnTo>
                    <a:lnTo>
                      <a:pt x="16" y="76"/>
                    </a:lnTo>
                    <a:lnTo>
                      <a:pt x="16" y="72"/>
                    </a:lnTo>
                    <a:lnTo>
                      <a:pt x="16" y="70"/>
                    </a:lnTo>
                    <a:lnTo>
                      <a:pt x="16" y="66"/>
                    </a:lnTo>
                    <a:lnTo>
                      <a:pt x="16" y="62"/>
                    </a:lnTo>
                    <a:lnTo>
                      <a:pt x="20" y="62"/>
                    </a:lnTo>
                    <a:lnTo>
                      <a:pt x="20" y="58"/>
                    </a:lnTo>
                    <a:lnTo>
                      <a:pt x="16" y="58"/>
                    </a:lnTo>
                    <a:lnTo>
                      <a:pt x="16" y="54"/>
                    </a:lnTo>
                    <a:lnTo>
                      <a:pt x="16" y="50"/>
                    </a:lnTo>
                    <a:lnTo>
                      <a:pt x="12" y="50"/>
                    </a:lnTo>
                    <a:lnTo>
                      <a:pt x="8" y="50"/>
                    </a:lnTo>
                    <a:lnTo>
                      <a:pt x="4" y="50"/>
                    </a:lnTo>
                    <a:lnTo>
                      <a:pt x="4" y="46"/>
                    </a:lnTo>
                    <a:lnTo>
                      <a:pt x="8" y="44"/>
                    </a:lnTo>
                    <a:lnTo>
                      <a:pt x="8" y="40"/>
                    </a:lnTo>
                    <a:lnTo>
                      <a:pt x="4" y="40"/>
                    </a:lnTo>
                    <a:lnTo>
                      <a:pt x="4" y="36"/>
                    </a:lnTo>
                    <a:lnTo>
                      <a:pt x="0" y="36"/>
                    </a:lnTo>
                    <a:lnTo>
                      <a:pt x="0" y="40"/>
                    </a:lnTo>
                    <a:lnTo>
                      <a:pt x="0" y="36"/>
                    </a:lnTo>
                    <a:lnTo>
                      <a:pt x="0" y="32"/>
                    </a:lnTo>
                    <a:lnTo>
                      <a:pt x="0" y="30"/>
                    </a:lnTo>
                    <a:lnTo>
                      <a:pt x="4" y="30"/>
                    </a:lnTo>
                    <a:lnTo>
                      <a:pt x="8" y="30"/>
                    </a:lnTo>
                    <a:lnTo>
                      <a:pt x="4" y="30"/>
                    </a:lnTo>
                    <a:lnTo>
                      <a:pt x="4" y="26"/>
                    </a:lnTo>
                    <a:lnTo>
                      <a:pt x="8" y="26"/>
                    </a:lnTo>
                    <a:lnTo>
                      <a:pt x="8" y="22"/>
                    </a:lnTo>
                    <a:lnTo>
                      <a:pt x="12" y="22"/>
                    </a:lnTo>
                    <a:lnTo>
                      <a:pt x="12" y="18"/>
                    </a:lnTo>
                    <a:lnTo>
                      <a:pt x="16" y="18"/>
                    </a:lnTo>
                    <a:lnTo>
                      <a:pt x="16" y="14"/>
                    </a:lnTo>
                    <a:lnTo>
                      <a:pt x="16" y="18"/>
                    </a:lnTo>
                    <a:lnTo>
                      <a:pt x="16" y="22"/>
                    </a:lnTo>
                    <a:lnTo>
                      <a:pt x="20" y="22"/>
                    </a:lnTo>
                    <a:lnTo>
                      <a:pt x="24" y="22"/>
                    </a:lnTo>
                    <a:lnTo>
                      <a:pt x="24" y="26"/>
                    </a:lnTo>
                    <a:lnTo>
                      <a:pt x="24" y="22"/>
                    </a:lnTo>
                    <a:lnTo>
                      <a:pt x="26" y="22"/>
                    </a:lnTo>
                    <a:lnTo>
                      <a:pt x="24" y="22"/>
                    </a:lnTo>
                    <a:lnTo>
                      <a:pt x="24" y="18"/>
                    </a:lnTo>
                    <a:lnTo>
                      <a:pt x="24" y="14"/>
                    </a:lnTo>
                    <a:lnTo>
                      <a:pt x="24" y="10"/>
                    </a:lnTo>
                    <a:lnTo>
                      <a:pt x="20" y="4"/>
                    </a:lnTo>
                    <a:lnTo>
                      <a:pt x="24" y="4"/>
                    </a:lnTo>
                    <a:lnTo>
                      <a:pt x="24" y="0"/>
                    </a:lnTo>
                    <a:lnTo>
                      <a:pt x="26" y="0"/>
                    </a:lnTo>
                    <a:lnTo>
                      <a:pt x="30" y="0"/>
                    </a:lnTo>
                    <a:lnTo>
                      <a:pt x="30" y="4"/>
                    </a:lnTo>
                    <a:lnTo>
                      <a:pt x="34" y="6"/>
                    </a:lnTo>
                    <a:lnTo>
                      <a:pt x="34" y="10"/>
                    </a:lnTo>
                    <a:lnTo>
                      <a:pt x="38" y="10"/>
                    </a:lnTo>
                    <a:lnTo>
                      <a:pt x="38" y="14"/>
                    </a:lnTo>
                    <a:lnTo>
                      <a:pt x="42" y="14"/>
                    </a:lnTo>
                    <a:lnTo>
                      <a:pt x="42" y="18"/>
                    </a:lnTo>
                    <a:lnTo>
                      <a:pt x="38" y="18"/>
                    </a:lnTo>
                    <a:lnTo>
                      <a:pt x="42" y="18"/>
                    </a:lnTo>
                    <a:lnTo>
                      <a:pt x="38" y="22"/>
                    </a:lnTo>
                    <a:lnTo>
                      <a:pt x="42" y="22"/>
                    </a:lnTo>
                    <a:lnTo>
                      <a:pt x="42" y="26"/>
                    </a:lnTo>
                    <a:lnTo>
                      <a:pt x="42" y="30"/>
                    </a:lnTo>
                    <a:lnTo>
                      <a:pt x="46" y="30"/>
                    </a:lnTo>
                    <a:lnTo>
                      <a:pt x="50" y="30"/>
                    </a:lnTo>
                    <a:lnTo>
                      <a:pt x="50" y="32"/>
                    </a:lnTo>
                    <a:lnTo>
                      <a:pt x="54" y="32"/>
                    </a:lnTo>
                    <a:lnTo>
                      <a:pt x="54" y="30"/>
                    </a:lnTo>
                    <a:lnTo>
                      <a:pt x="56" y="26"/>
                    </a:lnTo>
                    <a:lnTo>
                      <a:pt x="60" y="30"/>
                    </a:lnTo>
                    <a:lnTo>
                      <a:pt x="64" y="32"/>
                    </a:lnTo>
                    <a:lnTo>
                      <a:pt x="60" y="36"/>
                    </a:lnTo>
                    <a:lnTo>
                      <a:pt x="64" y="36"/>
                    </a:lnTo>
                    <a:lnTo>
                      <a:pt x="68" y="40"/>
                    </a:lnTo>
                    <a:lnTo>
                      <a:pt x="68" y="44"/>
                    </a:lnTo>
                    <a:lnTo>
                      <a:pt x="68" y="46"/>
                    </a:lnTo>
                    <a:lnTo>
                      <a:pt x="64" y="46"/>
                    </a:lnTo>
                    <a:lnTo>
                      <a:pt x="64" y="50"/>
                    </a:lnTo>
                    <a:lnTo>
                      <a:pt x="60" y="50"/>
                    </a:lnTo>
                    <a:lnTo>
                      <a:pt x="60" y="46"/>
                    </a:lnTo>
                    <a:lnTo>
                      <a:pt x="56" y="46"/>
                    </a:lnTo>
                    <a:lnTo>
                      <a:pt x="56" y="50"/>
                    </a:lnTo>
                    <a:lnTo>
                      <a:pt x="56" y="46"/>
                    </a:lnTo>
                    <a:lnTo>
                      <a:pt x="56" y="50"/>
                    </a:lnTo>
                    <a:lnTo>
                      <a:pt x="56" y="54"/>
                    </a:lnTo>
                    <a:lnTo>
                      <a:pt x="54" y="54"/>
                    </a:lnTo>
                    <a:lnTo>
                      <a:pt x="56" y="58"/>
                    </a:lnTo>
                    <a:lnTo>
                      <a:pt x="60" y="58"/>
                    </a:lnTo>
                    <a:lnTo>
                      <a:pt x="64" y="62"/>
                    </a:lnTo>
                    <a:lnTo>
                      <a:pt x="64" y="66"/>
                    </a:lnTo>
                    <a:lnTo>
                      <a:pt x="68" y="66"/>
                    </a:lnTo>
                    <a:lnTo>
                      <a:pt x="72" y="66"/>
                    </a:lnTo>
                    <a:lnTo>
                      <a:pt x="72" y="70"/>
                    </a:lnTo>
                    <a:lnTo>
                      <a:pt x="72" y="72"/>
                    </a:lnTo>
                    <a:lnTo>
                      <a:pt x="76" y="72"/>
                    </a:lnTo>
                    <a:lnTo>
                      <a:pt x="76" y="76"/>
                    </a:lnTo>
                    <a:lnTo>
                      <a:pt x="80" y="76"/>
                    </a:lnTo>
                    <a:lnTo>
                      <a:pt x="80" y="80"/>
                    </a:lnTo>
                    <a:lnTo>
                      <a:pt x="80" y="84"/>
                    </a:lnTo>
                    <a:lnTo>
                      <a:pt x="84" y="84"/>
                    </a:lnTo>
                    <a:lnTo>
                      <a:pt x="84" y="88"/>
                    </a:lnTo>
                    <a:lnTo>
                      <a:pt x="86" y="88"/>
                    </a:lnTo>
                    <a:lnTo>
                      <a:pt x="86" y="92"/>
                    </a:lnTo>
                    <a:lnTo>
                      <a:pt x="90" y="92"/>
                    </a:lnTo>
                    <a:lnTo>
                      <a:pt x="90" y="96"/>
                    </a:lnTo>
                    <a:lnTo>
                      <a:pt x="90" y="98"/>
                    </a:lnTo>
                    <a:lnTo>
                      <a:pt x="90" y="102"/>
                    </a:lnTo>
                    <a:lnTo>
                      <a:pt x="94" y="106"/>
                    </a:lnTo>
                    <a:lnTo>
                      <a:pt x="94" y="102"/>
                    </a:lnTo>
                    <a:lnTo>
                      <a:pt x="98" y="102"/>
                    </a:lnTo>
                    <a:lnTo>
                      <a:pt x="98" y="106"/>
                    </a:lnTo>
                    <a:lnTo>
                      <a:pt x="102" y="106"/>
                    </a:lnTo>
                    <a:lnTo>
                      <a:pt x="102" y="110"/>
                    </a:lnTo>
                    <a:lnTo>
                      <a:pt x="106" y="110"/>
                    </a:lnTo>
                    <a:lnTo>
                      <a:pt x="106" y="114"/>
                    </a:lnTo>
                    <a:lnTo>
                      <a:pt x="102" y="114"/>
                    </a:lnTo>
                    <a:lnTo>
                      <a:pt x="102" y="118"/>
                    </a:lnTo>
                    <a:lnTo>
                      <a:pt x="102" y="122"/>
                    </a:lnTo>
                    <a:lnTo>
                      <a:pt x="106" y="122"/>
                    </a:lnTo>
                    <a:lnTo>
                      <a:pt x="106" y="124"/>
                    </a:lnTo>
                    <a:lnTo>
                      <a:pt x="110" y="124"/>
                    </a:lnTo>
                    <a:lnTo>
                      <a:pt x="106" y="128"/>
                    </a:lnTo>
                    <a:lnTo>
                      <a:pt x="106" y="132"/>
                    </a:lnTo>
                    <a:lnTo>
                      <a:pt x="106" y="136"/>
                    </a:lnTo>
                    <a:lnTo>
                      <a:pt x="102" y="136"/>
                    </a:lnTo>
                    <a:lnTo>
                      <a:pt x="102" y="140"/>
                    </a:lnTo>
                    <a:lnTo>
                      <a:pt x="94" y="144"/>
                    </a:lnTo>
                    <a:lnTo>
                      <a:pt x="94" y="140"/>
                    </a:lnTo>
                    <a:lnTo>
                      <a:pt x="90" y="136"/>
                    </a:lnTo>
                    <a:lnTo>
                      <a:pt x="90" y="140"/>
                    </a:lnTo>
                    <a:lnTo>
                      <a:pt x="86" y="140"/>
                    </a:lnTo>
                    <a:lnTo>
                      <a:pt x="84" y="140"/>
                    </a:lnTo>
                    <a:lnTo>
                      <a:pt x="84" y="144"/>
                    </a:lnTo>
                    <a:lnTo>
                      <a:pt x="86" y="144"/>
                    </a:lnTo>
                    <a:lnTo>
                      <a:pt x="86" y="148"/>
                    </a:lnTo>
                    <a:lnTo>
                      <a:pt x="84" y="148"/>
                    </a:lnTo>
                    <a:lnTo>
                      <a:pt x="80" y="148"/>
                    </a:lnTo>
                    <a:lnTo>
                      <a:pt x="80" y="144"/>
                    </a:lnTo>
                    <a:lnTo>
                      <a:pt x="76" y="144"/>
                    </a:lnTo>
                    <a:lnTo>
                      <a:pt x="76" y="148"/>
                    </a:lnTo>
                    <a:lnTo>
                      <a:pt x="76" y="144"/>
                    </a:lnTo>
                    <a:lnTo>
                      <a:pt x="72" y="144"/>
                    </a:lnTo>
                    <a:lnTo>
                      <a:pt x="72" y="140"/>
                    </a:lnTo>
                    <a:lnTo>
                      <a:pt x="76" y="140"/>
                    </a:lnTo>
                    <a:lnTo>
                      <a:pt x="76" y="136"/>
                    </a:lnTo>
                    <a:lnTo>
                      <a:pt x="76" y="132"/>
                    </a:lnTo>
                    <a:lnTo>
                      <a:pt x="80" y="132"/>
                    </a:lnTo>
                    <a:lnTo>
                      <a:pt x="80" y="128"/>
                    </a:lnTo>
                    <a:lnTo>
                      <a:pt x="76" y="128"/>
                    </a:lnTo>
                    <a:lnTo>
                      <a:pt x="80" y="124"/>
                    </a:lnTo>
                    <a:lnTo>
                      <a:pt x="80" y="122"/>
                    </a:lnTo>
                    <a:lnTo>
                      <a:pt x="80" y="118"/>
                    </a:lnTo>
                    <a:lnTo>
                      <a:pt x="76" y="118"/>
                    </a:lnTo>
                    <a:lnTo>
                      <a:pt x="76" y="114"/>
                    </a:lnTo>
                    <a:lnTo>
                      <a:pt x="72" y="114"/>
                    </a:lnTo>
                    <a:lnTo>
                      <a:pt x="72" y="110"/>
                    </a:lnTo>
                    <a:lnTo>
                      <a:pt x="68" y="106"/>
                    </a:lnTo>
                    <a:lnTo>
                      <a:pt x="68" y="102"/>
                    </a:lnTo>
                    <a:lnTo>
                      <a:pt x="64" y="102"/>
                    </a:lnTo>
                    <a:lnTo>
                      <a:pt x="68" y="102"/>
                    </a:lnTo>
                    <a:lnTo>
                      <a:pt x="68" y="98"/>
                    </a:lnTo>
                    <a:lnTo>
                      <a:pt x="64" y="96"/>
                    </a:lnTo>
                    <a:lnTo>
                      <a:pt x="68" y="96"/>
                    </a:lnTo>
                    <a:lnTo>
                      <a:pt x="68" y="92"/>
                    </a:lnTo>
                    <a:lnTo>
                      <a:pt x="68" y="88"/>
                    </a:lnTo>
                    <a:lnTo>
                      <a:pt x="64" y="88"/>
                    </a:lnTo>
                    <a:lnTo>
                      <a:pt x="64" y="84"/>
                    </a:lnTo>
                    <a:lnTo>
                      <a:pt x="60" y="84"/>
                    </a:lnTo>
                    <a:lnTo>
                      <a:pt x="60" y="80"/>
                    </a:lnTo>
                    <a:lnTo>
                      <a:pt x="60" y="80"/>
                    </a:lnTo>
                    <a:lnTo>
                      <a:pt x="60" y="8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4" name="Freeform 38"/>
              <p:cNvSpPr>
                <a:spLocks/>
              </p:cNvSpPr>
              <p:nvPr/>
            </p:nvSpPr>
            <p:spPr bwMode="gray">
              <a:xfrm>
                <a:off x="5662630" y="3458741"/>
                <a:ext cx="38264" cy="52178"/>
              </a:xfrm>
              <a:custGeom>
                <a:avLst/>
                <a:gdLst>
                  <a:gd name="T0" fmla="*/ 14 w 22"/>
                  <a:gd name="T1" fmla="*/ 0 h 30"/>
                  <a:gd name="T2" fmla="*/ 14 w 22"/>
                  <a:gd name="T3" fmla="*/ 0 h 30"/>
                  <a:gd name="T4" fmla="*/ 14 w 22"/>
                  <a:gd name="T5" fmla="*/ 0 h 30"/>
                  <a:gd name="T6" fmla="*/ 18 w 22"/>
                  <a:gd name="T7" fmla="*/ 0 h 30"/>
                  <a:gd name="T8" fmla="*/ 18 w 22"/>
                  <a:gd name="T9" fmla="*/ 0 h 30"/>
                  <a:gd name="T10" fmla="*/ 18 w 22"/>
                  <a:gd name="T11" fmla="*/ 0 h 30"/>
                  <a:gd name="T12" fmla="*/ 18 w 22"/>
                  <a:gd name="T13" fmla="*/ 0 h 30"/>
                  <a:gd name="T14" fmla="*/ 22 w 22"/>
                  <a:gd name="T15" fmla="*/ 4 h 30"/>
                  <a:gd name="T16" fmla="*/ 22 w 22"/>
                  <a:gd name="T17" fmla="*/ 8 h 30"/>
                  <a:gd name="T18" fmla="*/ 22 w 22"/>
                  <a:gd name="T19" fmla="*/ 8 h 30"/>
                  <a:gd name="T20" fmla="*/ 18 w 22"/>
                  <a:gd name="T21" fmla="*/ 12 h 30"/>
                  <a:gd name="T22" fmla="*/ 18 w 22"/>
                  <a:gd name="T23" fmla="*/ 12 h 30"/>
                  <a:gd name="T24" fmla="*/ 18 w 22"/>
                  <a:gd name="T25" fmla="*/ 16 h 30"/>
                  <a:gd name="T26" fmla="*/ 18 w 22"/>
                  <a:gd name="T27" fmla="*/ 16 h 30"/>
                  <a:gd name="T28" fmla="*/ 18 w 22"/>
                  <a:gd name="T29" fmla="*/ 16 h 30"/>
                  <a:gd name="T30" fmla="*/ 14 w 22"/>
                  <a:gd name="T31" fmla="*/ 16 h 30"/>
                  <a:gd name="T32" fmla="*/ 10 w 22"/>
                  <a:gd name="T33" fmla="*/ 20 h 30"/>
                  <a:gd name="T34" fmla="*/ 14 w 22"/>
                  <a:gd name="T35" fmla="*/ 20 h 30"/>
                  <a:gd name="T36" fmla="*/ 14 w 22"/>
                  <a:gd name="T37" fmla="*/ 20 h 30"/>
                  <a:gd name="T38" fmla="*/ 10 w 22"/>
                  <a:gd name="T39" fmla="*/ 22 h 30"/>
                  <a:gd name="T40" fmla="*/ 10 w 22"/>
                  <a:gd name="T41" fmla="*/ 22 h 30"/>
                  <a:gd name="T42" fmla="*/ 10 w 22"/>
                  <a:gd name="T43" fmla="*/ 22 h 30"/>
                  <a:gd name="T44" fmla="*/ 10 w 22"/>
                  <a:gd name="T45" fmla="*/ 22 h 30"/>
                  <a:gd name="T46" fmla="*/ 6 w 22"/>
                  <a:gd name="T47" fmla="*/ 26 h 30"/>
                  <a:gd name="T48" fmla="*/ 6 w 22"/>
                  <a:gd name="T49" fmla="*/ 26 h 30"/>
                  <a:gd name="T50" fmla="*/ 6 w 22"/>
                  <a:gd name="T51" fmla="*/ 26 h 30"/>
                  <a:gd name="T52" fmla="*/ 6 w 22"/>
                  <a:gd name="T53" fmla="*/ 30 h 30"/>
                  <a:gd name="T54" fmla="*/ 2 w 22"/>
                  <a:gd name="T55" fmla="*/ 30 h 30"/>
                  <a:gd name="T56" fmla="*/ 2 w 22"/>
                  <a:gd name="T57" fmla="*/ 30 h 30"/>
                  <a:gd name="T58" fmla="*/ 0 w 22"/>
                  <a:gd name="T59" fmla="*/ 30 h 30"/>
                  <a:gd name="T60" fmla="*/ 0 w 22"/>
                  <a:gd name="T61" fmla="*/ 26 h 30"/>
                  <a:gd name="T62" fmla="*/ 2 w 22"/>
                  <a:gd name="T63" fmla="*/ 26 h 30"/>
                  <a:gd name="T64" fmla="*/ 2 w 22"/>
                  <a:gd name="T65" fmla="*/ 22 h 30"/>
                  <a:gd name="T66" fmla="*/ 2 w 22"/>
                  <a:gd name="T67" fmla="*/ 22 h 30"/>
                  <a:gd name="T68" fmla="*/ 2 w 22"/>
                  <a:gd name="T69" fmla="*/ 22 h 30"/>
                  <a:gd name="T70" fmla="*/ 2 w 22"/>
                  <a:gd name="T71" fmla="*/ 20 h 30"/>
                  <a:gd name="T72" fmla="*/ 2 w 22"/>
                  <a:gd name="T73" fmla="*/ 20 h 30"/>
                  <a:gd name="T74" fmla="*/ 6 w 22"/>
                  <a:gd name="T75" fmla="*/ 16 h 30"/>
                  <a:gd name="T76" fmla="*/ 6 w 22"/>
                  <a:gd name="T77" fmla="*/ 16 h 30"/>
                  <a:gd name="T78" fmla="*/ 6 w 22"/>
                  <a:gd name="T79" fmla="*/ 16 h 30"/>
                  <a:gd name="T80" fmla="*/ 6 w 22"/>
                  <a:gd name="T81" fmla="*/ 12 h 30"/>
                  <a:gd name="T82" fmla="*/ 6 w 22"/>
                  <a:gd name="T83" fmla="*/ 12 h 30"/>
                  <a:gd name="T84" fmla="*/ 6 w 22"/>
                  <a:gd name="T85" fmla="*/ 8 h 30"/>
                  <a:gd name="T86" fmla="*/ 6 w 22"/>
                  <a:gd name="T87" fmla="*/ 8 h 30"/>
                  <a:gd name="T88" fmla="*/ 6 w 22"/>
                  <a:gd name="T89" fmla="*/ 8 h 30"/>
                  <a:gd name="T90" fmla="*/ 10 w 22"/>
                  <a:gd name="T91" fmla="*/ 4 h 30"/>
                  <a:gd name="T92" fmla="*/ 14 w 22"/>
                  <a:gd name="T93" fmla="*/ 0 h 30"/>
                  <a:gd name="T94" fmla="*/ 14 w 22"/>
                  <a:gd name="T95" fmla="*/ 0 h 30"/>
                  <a:gd name="T96" fmla="*/ 14 w 22"/>
                  <a:gd name="T97" fmla="*/ 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 h="30">
                    <a:moveTo>
                      <a:pt x="14" y="0"/>
                    </a:moveTo>
                    <a:lnTo>
                      <a:pt x="14" y="0"/>
                    </a:lnTo>
                    <a:lnTo>
                      <a:pt x="14" y="0"/>
                    </a:lnTo>
                    <a:lnTo>
                      <a:pt x="14" y="0"/>
                    </a:lnTo>
                    <a:lnTo>
                      <a:pt x="14" y="0"/>
                    </a:lnTo>
                    <a:lnTo>
                      <a:pt x="14" y="0"/>
                    </a:lnTo>
                    <a:lnTo>
                      <a:pt x="18" y="0"/>
                    </a:lnTo>
                    <a:lnTo>
                      <a:pt x="18" y="0"/>
                    </a:lnTo>
                    <a:lnTo>
                      <a:pt x="18" y="0"/>
                    </a:lnTo>
                    <a:lnTo>
                      <a:pt x="18" y="0"/>
                    </a:lnTo>
                    <a:lnTo>
                      <a:pt x="18" y="0"/>
                    </a:lnTo>
                    <a:lnTo>
                      <a:pt x="18" y="0"/>
                    </a:lnTo>
                    <a:lnTo>
                      <a:pt x="18" y="4"/>
                    </a:lnTo>
                    <a:lnTo>
                      <a:pt x="18" y="0"/>
                    </a:lnTo>
                    <a:lnTo>
                      <a:pt x="18" y="4"/>
                    </a:lnTo>
                    <a:lnTo>
                      <a:pt x="22" y="4"/>
                    </a:lnTo>
                    <a:lnTo>
                      <a:pt x="22" y="4"/>
                    </a:lnTo>
                    <a:lnTo>
                      <a:pt x="22" y="8"/>
                    </a:lnTo>
                    <a:lnTo>
                      <a:pt x="22" y="8"/>
                    </a:lnTo>
                    <a:lnTo>
                      <a:pt x="22" y="8"/>
                    </a:lnTo>
                    <a:lnTo>
                      <a:pt x="18" y="12"/>
                    </a:lnTo>
                    <a:lnTo>
                      <a:pt x="18" y="12"/>
                    </a:lnTo>
                    <a:lnTo>
                      <a:pt x="18" y="12"/>
                    </a:lnTo>
                    <a:lnTo>
                      <a:pt x="18" y="12"/>
                    </a:lnTo>
                    <a:lnTo>
                      <a:pt x="18" y="16"/>
                    </a:lnTo>
                    <a:lnTo>
                      <a:pt x="18" y="16"/>
                    </a:lnTo>
                    <a:lnTo>
                      <a:pt x="18" y="16"/>
                    </a:lnTo>
                    <a:lnTo>
                      <a:pt x="18" y="16"/>
                    </a:lnTo>
                    <a:lnTo>
                      <a:pt x="18" y="16"/>
                    </a:lnTo>
                    <a:lnTo>
                      <a:pt x="18" y="16"/>
                    </a:lnTo>
                    <a:lnTo>
                      <a:pt x="14" y="16"/>
                    </a:lnTo>
                    <a:lnTo>
                      <a:pt x="14" y="16"/>
                    </a:lnTo>
                    <a:lnTo>
                      <a:pt x="14" y="16"/>
                    </a:lnTo>
                    <a:lnTo>
                      <a:pt x="10" y="20"/>
                    </a:lnTo>
                    <a:lnTo>
                      <a:pt x="10" y="20"/>
                    </a:lnTo>
                    <a:lnTo>
                      <a:pt x="14" y="20"/>
                    </a:lnTo>
                    <a:lnTo>
                      <a:pt x="14" y="20"/>
                    </a:lnTo>
                    <a:lnTo>
                      <a:pt x="14" y="20"/>
                    </a:lnTo>
                    <a:lnTo>
                      <a:pt x="10" y="22"/>
                    </a:lnTo>
                    <a:lnTo>
                      <a:pt x="10" y="22"/>
                    </a:lnTo>
                    <a:lnTo>
                      <a:pt x="10" y="22"/>
                    </a:lnTo>
                    <a:lnTo>
                      <a:pt x="10" y="22"/>
                    </a:lnTo>
                    <a:lnTo>
                      <a:pt x="10" y="22"/>
                    </a:lnTo>
                    <a:lnTo>
                      <a:pt x="10" y="22"/>
                    </a:lnTo>
                    <a:lnTo>
                      <a:pt x="10" y="22"/>
                    </a:lnTo>
                    <a:lnTo>
                      <a:pt x="10" y="22"/>
                    </a:lnTo>
                    <a:lnTo>
                      <a:pt x="10" y="22"/>
                    </a:lnTo>
                    <a:lnTo>
                      <a:pt x="6" y="26"/>
                    </a:lnTo>
                    <a:lnTo>
                      <a:pt x="6" y="26"/>
                    </a:lnTo>
                    <a:lnTo>
                      <a:pt x="6" y="26"/>
                    </a:lnTo>
                    <a:lnTo>
                      <a:pt x="6" y="26"/>
                    </a:lnTo>
                    <a:lnTo>
                      <a:pt x="6" y="26"/>
                    </a:lnTo>
                    <a:lnTo>
                      <a:pt x="6" y="26"/>
                    </a:lnTo>
                    <a:lnTo>
                      <a:pt x="6" y="30"/>
                    </a:lnTo>
                    <a:lnTo>
                      <a:pt x="2" y="30"/>
                    </a:lnTo>
                    <a:lnTo>
                      <a:pt x="2" y="30"/>
                    </a:lnTo>
                    <a:lnTo>
                      <a:pt x="2" y="30"/>
                    </a:lnTo>
                    <a:lnTo>
                      <a:pt x="2" y="30"/>
                    </a:lnTo>
                    <a:lnTo>
                      <a:pt x="2" y="30"/>
                    </a:lnTo>
                    <a:lnTo>
                      <a:pt x="0" y="30"/>
                    </a:lnTo>
                    <a:lnTo>
                      <a:pt x="0" y="30"/>
                    </a:lnTo>
                    <a:lnTo>
                      <a:pt x="0" y="26"/>
                    </a:lnTo>
                    <a:lnTo>
                      <a:pt x="2" y="26"/>
                    </a:lnTo>
                    <a:lnTo>
                      <a:pt x="2" y="26"/>
                    </a:lnTo>
                    <a:lnTo>
                      <a:pt x="2" y="26"/>
                    </a:lnTo>
                    <a:lnTo>
                      <a:pt x="2" y="22"/>
                    </a:lnTo>
                    <a:lnTo>
                      <a:pt x="2" y="22"/>
                    </a:lnTo>
                    <a:lnTo>
                      <a:pt x="2" y="22"/>
                    </a:lnTo>
                    <a:lnTo>
                      <a:pt x="2" y="22"/>
                    </a:lnTo>
                    <a:lnTo>
                      <a:pt x="2" y="22"/>
                    </a:lnTo>
                    <a:lnTo>
                      <a:pt x="2" y="20"/>
                    </a:lnTo>
                    <a:lnTo>
                      <a:pt x="2" y="20"/>
                    </a:lnTo>
                    <a:lnTo>
                      <a:pt x="2" y="20"/>
                    </a:lnTo>
                    <a:lnTo>
                      <a:pt x="2" y="20"/>
                    </a:lnTo>
                    <a:lnTo>
                      <a:pt x="2" y="16"/>
                    </a:lnTo>
                    <a:lnTo>
                      <a:pt x="6" y="16"/>
                    </a:lnTo>
                    <a:lnTo>
                      <a:pt x="6" y="16"/>
                    </a:lnTo>
                    <a:lnTo>
                      <a:pt x="6" y="16"/>
                    </a:lnTo>
                    <a:lnTo>
                      <a:pt x="6" y="16"/>
                    </a:lnTo>
                    <a:lnTo>
                      <a:pt x="6" y="16"/>
                    </a:lnTo>
                    <a:lnTo>
                      <a:pt x="6" y="16"/>
                    </a:lnTo>
                    <a:lnTo>
                      <a:pt x="6" y="12"/>
                    </a:lnTo>
                    <a:lnTo>
                      <a:pt x="6" y="16"/>
                    </a:lnTo>
                    <a:lnTo>
                      <a:pt x="6" y="12"/>
                    </a:lnTo>
                    <a:lnTo>
                      <a:pt x="6" y="12"/>
                    </a:lnTo>
                    <a:lnTo>
                      <a:pt x="6" y="8"/>
                    </a:lnTo>
                    <a:lnTo>
                      <a:pt x="6" y="8"/>
                    </a:lnTo>
                    <a:lnTo>
                      <a:pt x="6" y="8"/>
                    </a:lnTo>
                    <a:lnTo>
                      <a:pt x="6" y="8"/>
                    </a:lnTo>
                    <a:lnTo>
                      <a:pt x="6" y="8"/>
                    </a:lnTo>
                    <a:lnTo>
                      <a:pt x="6" y="4"/>
                    </a:lnTo>
                    <a:lnTo>
                      <a:pt x="10" y="4"/>
                    </a:lnTo>
                    <a:lnTo>
                      <a:pt x="10" y="4"/>
                    </a:lnTo>
                    <a:lnTo>
                      <a:pt x="14" y="0"/>
                    </a:lnTo>
                    <a:lnTo>
                      <a:pt x="14" y="0"/>
                    </a:lnTo>
                    <a:lnTo>
                      <a:pt x="14" y="0"/>
                    </a:lnTo>
                    <a:lnTo>
                      <a:pt x="14" y="0"/>
                    </a:lnTo>
                    <a:lnTo>
                      <a:pt x="14" y="0"/>
                    </a:lnTo>
                    <a:lnTo>
                      <a:pt x="1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5" name="Freeform 39"/>
              <p:cNvSpPr>
                <a:spLocks noEditPoints="1"/>
              </p:cNvSpPr>
              <p:nvPr/>
            </p:nvSpPr>
            <p:spPr bwMode="gray">
              <a:xfrm>
                <a:off x="7248839" y="4304019"/>
                <a:ext cx="486995" cy="194796"/>
              </a:xfrm>
              <a:custGeom>
                <a:avLst/>
                <a:gdLst>
                  <a:gd name="T0" fmla="*/ 8 w 280"/>
                  <a:gd name="T1" fmla="*/ 14 h 112"/>
                  <a:gd name="T2" fmla="*/ 18 w 280"/>
                  <a:gd name="T3" fmla="*/ 18 h 112"/>
                  <a:gd name="T4" fmla="*/ 22 w 280"/>
                  <a:gd name="T5" fmla="*/ 30 h 112"/>
                  <a:gd name="T6" fmla="*/ 34 w 280"/>
                  <a:gd name="T7" fmla="*/ 26 h 112"/>
                  <a:gd name="T8" fmla="*/ 42 w 280"/>
                  <a:gd name="T9" fmla="*/ 26 h 112"/>
                  <a:gd name="T10" fmla="*/ 52 w 280"/>
                  <a:gd name="T11" fmla="*/ 36 h 112"/>
                  <a:gd name="T12" fmla="*/ 52 w 280"/>
                  <a:gd name="T13" fmla="*/ 56 h 112"/>
                  <a:gd name="T14" fmla="*/ 56 w 280"/>
                  <a:gd name="T15" fmla="*/ 66 h 112"/>
                  <a:gd name="T16" fmla="*/ 60 w 280"/>
                  <a:gd name="T17" fmla="*/ 86 h 112"/>
                  <a:gd name="T18" fmla="*/ 64 w 280"/>
                  <a:gd name="T19" fmla="*/ 100 h 112"/>
                  <a:gd name="T20" fmla="*/ 56 w 280"/>
                  <a:gd name="T21" fmla="*/ 100 h 112"/>
                  <a:gd name="T22" fmla="*/ 38 w 280"/>
                  <a:gd name="T23" fmla="*/ 90 h 112"/>
                  <a:gd name="T24" fmla="*/ 22 w 280"/>
                  <a:gd name="T25" fmla="*/ 78 h 112"/>
                  <a:gd name="T26" fmla="*/ 22 w 280"/>
                  <a:gd name="T27" fmla="*/ 64 h 112"/>
                  <a:gd name="T28" fmla="*/ 14 w 280"/>
                  <a:gd name="T29" fmla="*/ 52 h 112"/>
                  <a:gd name="T30" fmla="*/ 12 w 280"/>
                  <a:gd name="T31" fmla="*/ 30 h 112"/>
                  <a:gd name="T32" fmla="*/ 242 w 280"/>
                  <a:gd name="T33" fmla="*/ 4 h 112"/>
                  <a:gd name="T34" fmla="*/ 246 w 280"/>
                  <a:gd name="T35" fmla="*/ 0 h 112"/>
                  <a:gd name="T36" fmla="*/ 254 w 280"/>
                  <a:gd name="T37" fmla="*/ 10 h 112"/>
                  <a:gd name="T38" fmla="*/ 266 w 280"/>
                  <a:gd name="T39" fmla="*/ 44 h 112"/>
                  <a:gd name="T40" fmla="*/ 258 w 280"/>
                  <a:gd name="T41" fmla="*/ 52 h 112"/>
                  <a:gd name="T42" fmla="*/ 168 w 280"/>
                  <a:gd name="T43" fmla="*/ 86 h 112"/>
                  <a:gd name="T44" fmla="*/ 210 w 280"/>
                  <a:gd name="T45" fmla="*/ 48 h 112"/>
                  <a:gd name="T46" fmla="*/ 216 w 280"/>
                  <a:gd name="T47" fmla="*/ 44 h 112"/>
                  <a:gd name="T48" fmla="*/ 224 w 280"/>
                  <a:gd name="T49" fmla="*/ 52 h 112"/>
                  <a:gd name="T50" fmla="*/ 224 w 280"/>
                  <a:gd name="T51" fmla="*/ 36 h 112"/>
                  <a:gd name="T52" fmla="*/ 232 w 280"/>
                  <a:gd name="T53" fmla="*/ 30 h 112"/>
                  <a:gd name="T54" fmla="*/ 240 w 280"/>
                  <a:gd name="T55" fmla="*/ 14 h 112"/>
                  <a:gd name="T56" fmla="*/ 242 w 280"/>
                  <a:gd name="T57" fmla="*/ 10 h 112"/>
                  <a:gd name="T58" fmla="*/ 250 w 280"/>
                  <a:gd name="T59" fmla="*/ 10 h 112"/>
                  <a:gd name="T60" fmla="*/ 258 w 280"/>
                  <a:gd name="T61" fmla="*/ 18 h 112"/>
                  <a:gd name="T62" fmla="*/ 262 w 280"/>
                  <a:gd name="T63" fmla="*/ 26 h 112"/>
                  <a:gd name="T64" fmla="*/ 272 w 280"/>
                  <a:gd name="T65" fmla="*/ 30 h 112"/>
                  <a:gd name="T66" fmla="*/ 272 w 280"/>
                  <a:gd name="T67" fmla="*/ 36 h 112"/>
                  <a:gd name="T68" fmla="*/ 262 w 280"/>
                  <a:gd name="T69" fmla="*/ 40 h 112"/>
                  <a:gd name="T70" fmla="*/ 262 w 280"/>
                  <a:gd name="T71" fmla="*/ 52 h 112"/>
                  <a:gd name="T72" fmla="*/ 242 w 280"/>
                  <a:gd name="T73" fmla="*/ 52 h 112"/>
                  <a:gd name="T74" fmla="*/ 228 w 280"/>
                  <a:gd name="T75" fmla="*/ 52 h 112"/>
                  <a:gd name="T76" fmla="*/ 224 w 280"/>
                  <a:gd name="T77" fmla="*/ 70 h 112"/>
                  <a:gd name="T78" fmla="*/ 216 w 280"/>
                  <a:gd name="T79" fmla="*/ 92 h 112"/>
                  <a:gd name="T80" fmla="*/ 202 w 280"/>
                  <a:gd name="T81" fmla="*/ 100 h 112"/>
                  <a:gd name="T82" fmla="*/ 186 w 280"/>
                  <a:gd name="T83" fmla="*/ 96 h 112"/>
                  <a:gd name="T84" fmla="*/ 172 w 280"/>
                  <a:gd name="T85" fmla="*/ 108 h 112"/>
                  <a:gd name="T86" fmla="*/ 154 w 280"/>
                  <a:gd name="T87" fmla="*/ 112 h 112"/>
                  <a:gd name="T88" fmla="*/ 142 w 280"/>
                  <a:gd name="T89" fmla="*/ 92 h 112"/>
                  <a:gd name="T90" fmla="*/ 154 w 280"/>
                  <a:gd name="T91" fmla="*/ 92 h 112"/>
                  <a:gd name="T92" fmla="*/ 160 w 280"/>
                  <a:gd name="T93" fmla="*/ 100 h 112"/>
                  <a:gd name="T94" fmla="*/ 164 w 280"/>
                  <a:gd name="T95" fmla="*/ 92 h 112"/>
                  <a:gd name="T96" fmla="*/ 164 w 280"/>
                  <a:gd name="T97" fmla="*/ 86 h 112"/>
                  <a:gd name="T98" fmla="*/ 176 w 280"/>
                  <a:gd name="T99" fmla="*/ 74 h 112"/>
                  <a:gd name="T100" fmla="*/ 194 w 280"/>
                  <a:gd name="T101" fmla="*/ 66 h 112"/>
                  <a:gd name="T102" fmla="*/ 206 w 280"/>
                  <a:gd name="T103" fmla="*/ 48 h 112"/>
                  <a:gd name="T104" fmla="*/ 4 w 280"/>
                  <a:gd name="T105" fmla="*/ 14 h 112"/>
                  <a:gd name="T106" fmla="*/ 12 w 280"/>
                  <a:gd name="T107" fmla="*/ 34 h 112"/>
                  <a:gd name="T108" fmla="*/ 12 w 280"/>
                  <a:gd name="T109" fmla="*/ 34 h 112"/>
                  <a:gd name="T110" fmla="*/ 64 w 280"/>
                  <a:gd name="T111" fmla="*/ 74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80" h="112">
                    <a:moveTo>
                      <a:pt x="12" y="30"/>
                    </a:moveTo>
                    <a:lnTo>
                      <a:pt x="12" y="26"/>
                    </a:lnTo>
                    <a:lnTo>
                      <a:pt x="12" y="22"/>
                    </a:lnTo>
                    <a:lnTo>
                      <a:pt x="12" y="18"/>
                    </a:lnTo>
                    <a:lnTo>
                      <a:pt x="8" y="18"/>
                    </a:lnTo>
                    <a:lnTo>
                      <a:pt x="8" y="14"/>
                    </a:lnTo>
                    <a:lnTo>
                      <a:pt x="8" y="10"/>
                    </a:lnTo>
                    <a:lnTo>
                      <a:pt x="12" y="10"/>
                    </a:lnTo>
                    <a:lnTo>
                      <a:pt x="12" y="14"/>
                    </a:lnTo>
                    <a:lnTo>
                      <a:pt x="14" y="14"/>
                    </a:lnTo>
                    <a:lnTo>
                      <a:pt x="18" y="14"/>
                    </a:lnTo>
                    <a:lnTo>
                      <a:pt x="18" y="18"/>
                    </a:lnTo>
                    <a:lnTo>
                      <a:pt x="22" y="18"/>
                    </a:lnTo>
                    <a:lnTo>
                      <a:pt x="22" y="22"/>
                    </a:lnTo>
                    <a:lnTo>
                      <a:pt x="18" y="22"/>
                    </a:lnTo>
                    <a:lnTo>
                      <a:pt x="18" y="26"/>
                    </a:lnTo>
                    <a:lnTo>
                      <a:pt x="22" y="26"/>
                    </a:lnTo>
                    <a:lnTo>
                      <a:pt x="22" y="30"/>
                    </a:lnTo>
                    <a:lnTo>
                      <a:pt x="22" y="26"/>
                    </a:lnTo>
                    <a:lnTo>
                      <a:pt x="26" y="26"/>
                    </a:lnTo>
                    <a:lnTo>
                      <a:pt x="26" y="22"/>
                    </a:lnTo>
                    <a:lnTo>
                      <a:pt x="30" y="22"/>
                    </a:lnTo>
                    <a:lnTo>
                      <a:pt x="30" y="26"/>
                    </a:lnTo>
                    <a:lnTo>
                      <a:pt x="34" y="26"/>
                    </a:lnTo>
                    <a:lnTo>
                      <a:pt x="34" y="22"/>
                    </a:lnTo>
                    <a:lnTo>
                      <a:pt x="34" y="18"/>
                    </a:lnTo>
                    <a:lnTo>
                      <a:pt x="38" y="18"/>
                    </a:lnTo>
                    <a:lnTo>
                      <a:pt x="42" y="18"/>
                    </a:lnTo>
                    <a:lnTo>
                      <a:pt x="42" y="22"/>
                    </a:lnTo>
                    <a:lnTo>
                      <a:pt x="42" y="26"/>
                    </a:lnTo>
                    <a:lnTo>
                      <a:pt x="44" y="26"/>
                    </a:lnTo>
                    <a:lnTo>
                      <a:pt x="44" y="30"/>
                    </a:lnTo>
                    <a:lnTo>
                      <a:pt x="48" y="30"/>
                    </a:lnTo>
                    <a:lnTo>
                      <a:pt x="48" y="34"/>
                    </a:lnTo>
                    <a:lnTo>
                      <a:pt x="52" y="34"/>
                    </a:lnTo>
                    <a:lnTo>
                      <a:pt x="52" y="36"/>
                    </a:lnTo>
                    <a:lnTo>
                      <a:pt x="52" y="40"/>
                    </a:lnTo>
                    <a:lnTo>
                      <a:pt x="56" y="44"/>
                    </a:lnTo>
                    <a:lnTo>
                      <a:pt x="56" y="48"/>
                    </a:lnTo>
                    <a:lnTo>
                      <a:pt x="56" y="52"/>
                    </a:lnTo>
                    <a:lnTo>
                      <a:pt x="52" y="52"/>
                    </a:lnTo>
                    <a:lnTo>
                      <a:pt x="52" y="56"/>
                    </a:lnTo>
                    <a:lnTo>
                      <a:pt x="52" y="60"/>
                    </a:lnTo>
                    <a:lnTo>
                      <a:pt x="52" y="64"/>
                    </a:lnTo>
                    <a:lnTo>
                      <a:pt x="56" y="64"/>
                    </a:lnTo>
                    <a:lnTo>
                      <a:pt x="56" y="66"/>
                    </a:lnTo>
                    <a:lnTo>
                      <a:pt x="52" y="66"/>
                    </a:lnTo>
                    <a:lnTo>
                      <a:pt x="56" y="66"/>
                    </a:lnTo>
                    <a:lnTo>
                      <a:pt x="56" y="70"/>
                    </a:lnTo>
                    <a:lnTo>
                      <a:pt x="56" y="74"/>
                    </a:lnTo>
                    <a:lnTo>
                      <a:pt x="56" y="78"/>
                    </a:lnTo>
                    <a:lnTo>
                      <a:pt x="60" y="78"/>
                    </a:lnTo>
                    <a:lnTo>
                      <a:pt x="60" y="82"/>
                    </a:lnTo>
                    <a:lnTo>
                      <a:pt x="60" y="86"/>
                    </a:lnTo>
                    <a:lnTo>
                      <a:pt x="64" y="86"/>
                    </a:lnTo>
                    <a:lnTo>
                      <a:pt x="64" y="90"/>
                    </a:lnTo>
                    <a:lnTo>
                      <a:pt x="64" y="92"/>
                    </a:lnTo>
                    <a:lnTo>
                      <a:pt x="68" y="96"/>
                    </a:lnTo>
                    <a:lnTo>
                      <a:pt x="68" y="100"/>
                    </a:lnTo>
                    <a:lnTo>
                      <a:pt x="64" y="100"/>
                    </a:lnTo>
                    <a:lnTo>
                      <a:pt x="64" y="96"/>
                    </a:lnTo>
                    <a:lnTo>
                      <a:pt x="64" y="100"/>
                    </a:lnTo>
                    <a:lnTo>
                      <a:pt x="60" y="100"/>
                    </a:lnTo>
                    <a:lnTo>
                      <a:pt x="56" y="100"/>
                    </a:lnTo>
                    <a:lnTo>
                      <a:pt x="56" y="104"/>
                    </a:lnTo>
                    <a:lnTo>
                      <a:pt x="56" y="100"/>
                    </a:lnTo>
                    <a:lnTo>
                      <a:pt x="52" y="100"/>
                    </a:lnTo>
                    <a:lnTo>
                      <a:pt x="52" y="96"/>
                    </a:lnTo>
                    <a:lnTo>
                      <a:pt x="48" y="96"/>
                    </a:lnTo>
                    <a:lnTo>
                      <a:pt x="44" y="92"/>
                    </a:lnTo>
                    <a:lnTo>
                      <a:pt x="42" y="90"/>
                    </a:lnTo>
                    <a:lnTo>
                      <a:pt x="38" y="90"/>
                    </a:lnTo>
                    <a:lnTo>
                      <a:pt x="38" y="86"/>
                    </a:lnTo>
                    <a:lnTo>
                      <a:pt x="34" y="86"/>
                    </a:lnTo>
                    <a:lnTo>
                      <a:pt x="34" y="82"/>
                    </a:lnTo>
                    <a:lnTo>
                      <a:pt x="30" y="82"/>
                    </a:lnTo>
                    <a:lnTo>
                      <a:pt x="26" y="78"/>
                    </a:lnTo>
                    <a:lnTo>
                      <a:pt x="22" y="78"/>
                    </a:lnTo>
                    <a:lnTo>
                      <a:pt x="22" y="74"/>
                    </a:lnTo>
                    <a:lnTo>
                      <a:pt x="26" y="74"/>
                    </a:lnTo>
                    <a:lnTo>
                      <a:pt x="26" y="70"/>
                    </a:lnTo>
                    <a:lnTo>
                      <a:pt x="22" y="70"/>
                    </a:lnTo>
                    <a:lnTo>
                      <a:pt x="22" y="66"/>
                    </a:lnTo>
                    <a:lnTo>
                      <a:pt x="22" y="64"/>
                    </a:lnTo>
                    <a:lnTo>
                      <a:pt x="18" y="64"/>
                    </a:lnTo>
                    <a:lnTo>
                      <a:pt x="18" y="60"/>
                    </a:lnTo>
                    <a:lnTo>
                      <a:pt x="14" y="60"/>
                    </a:lnTo>
                    <a:lnTo>
                      <a:pt x="14" y="56"/>
                    </a:lnTo>
                    <a:lnTo>
                      <a:pt x="18" y="56"/>
                    </a:lnTo>
                    <a:lnTo>
                      <a:pt x="14" y="52"/>
                    </a:lnTo>
                    <a:lnTo>
                      <a:pt x="14" y="48"/>
                    </a:lnTo>
                    <a:lnTo>
                      <a:pt x="14" y="44"/>
                    </a:lnTo>
                    <a:lnTo>
                      <a:pt x="12" y="40"/>
                    </a:lnTo>
                    <a:lnTo>
                      <a:pt x="12" y="36"/>
                    </a:lnTo>
                    <a:lnTo>
                      <a:pt x="12" y="34"/>
                    </a:lnTo>
                    <a:lnTo>
                      <a:pt x="12" y="30"/>
                    </a:lnTo>
                    <a:lnTo>
                      <a:pt x="12" y="30"/>
                    </a:lnTo>
                    <a:lnTo>
                      <a:pt x="12" y="30"/>
                    </a:lnTo>
                    <a:close/>
                    <a:moveTo>
                      <a:pt x="242" y="4"/>
                    </a:moveTo>
                    <a:lnTo>
                      <a:pt x="246" y="0"/>
                    </a:lnTo>
                    <a:lnTo>
                      <a:pt x="242" y="4"/>
                    </a:lnTo>
                    <a:lnTo>
                      <a:pt x="242" y="4"/>
                    </a:lnTo>
                    <a:lnTo>
                      <a:pt x="242" y="4"/>
                    </a:lnTo>
                    <a:close/>
                    <a:moveTo>
                      <a:pt x="246" y="0"/>
                    </a:moveTo>
                    <a:lnTo>
                      <a:pt x="250" y="0"/>
                    </a:lnTo>
                    <a:lnTo>
                      <a:pt x="250" y="4"/>
                    </a:lnTo>
                    <a:lnTo>
                      <a:pt x="246" y="4"/>
                    </a:lnTo>
                    <a:lnTo>
                      <a:pt x="246" y="0"/>
                    </a:lnTo>
                    <a:lnTo>
                      <a:pt x="246" y="0"/>
                    </a:lnTo>
                    <a:lnTo>
                      <a:pt x="246" y="0"/>
                    </a:lnTo>
                    <a:close/>
                    <a:moveTo>
                      <a:pt x="250" y="10"/>
                    </a:moveTo>
                    <a:lnTo>
                      <a:pt x="254" y="10"/>
                    </a:lnTo>
                    <a:lnTo>
                      <a:pt x="254" y="6"/>
                    </a:lnTo>
                    <a:lnTo>
                      <a:pt x="254" y="10"/>
                    </a:lnTo>
                    <a:lnTo>
                      <a:pt x="250" y="10"/>
                    </a:lnTo>
                    <a:lnTo>
                      <a:pt x="250" y="10"/>
                    </a:lnTo>
                    <a:lnTo>
                      <a:pt x="250" y="10"/>
                    </a:lnTo>
                    <a:close/>
                    <a:moveTo>
                      <a:pt x="266" y="44"/>
                    </a:moveTo>
                    <a:lnTo>
                      <a:pt x="270" y="44"/>
                    </a:lnTo>
                    <a:lnTo>
                      <a:pt x="266" y="44"/>
                    </a:lnTo>
                    <a:lnTo>
                      <a:pt x="266" y="44"/>
                    </a:lnTo>
                    <a:lnTo>
                      <a:pt x="266" y="44"/>
                    </a:lnTo>
                    <a:close/>
                    <a:moveTo>
                      <a:pt x="258" y="52"/>
                    </a:moveTo>
                    <a:lnTo>
                      <a:pt x="254" y="52"/>
                    </a:lnTo>
                    <a:lnTo>
                      <a:pt x="258" y="52"/>
                    </a:lnTo>
                    <a:lnTo>
                      <a:pt x="258" y="52"/>
                    </a:lnTo>
                    <a:lnTo>
                      <a:pt x="258" y="52"/>
                    </a:lnTo>
                    <a:close/>
                    <a:moveTo>
                      <a:pt x="164" y="82"/>
                    </a:moveTo>
                    <a:lnTo>
                      <a:pt x="164" y="78"/>
                    </a:lnTo>
                    <a:lnTo>
                      <a:pt x="168" y="78"/>
                    </a:lnTo>
                    <a:lnTo>
                      <a:pt x="168" y="82"/>
                    </a:lnTo>
                    <a:lnTo>
                      <a:pt x="168" y="86"/>
                    </a:lnTo>
                    <a:lnTo>
                      <a:pt x="164" y="82"/>
                    </a:lnTo>
                    <a:lnTo>
                      <a:pt x="164" y="82"/>
                    </a:lnTo>
                    <a:lnTo>
                      <a:pt x="164" y="82"/>
                    </a:lnTo>
                    <a:close/>
                    <a:moveTo>
                      <a:pt x="206" y="44"/>
                    </a:moveTo>
                    <a:lnTo>
                      <a:pt x="206" y="48"/>
                    </a:lnTo>
                    <a:lnTo>
                      <a:pt x="210" y="48"/>
                    </a:lnTo>
                    <a:lnTo>
                      <a:pt x="210" y="52"/>
                    </a:lnTo>
                    <a:lnTo>
                      <a:pt x="214" y="56"/>
                    </a:lnTo>
                    <a:lnTo>
                      <a:pt x="216" y="56"/>
                    </a:lnTo>
                    <a:lnTo>
                      <a:pt x="216" y="52"/>
                    </a:lnTo>
                    <a:lnTo>
                      <a:pt x="216" y="48"/>
                    </a:lnTo>
                    <a:lnTo>
                      <a:pt x="216" y="44"/>
                    </a:lnTo>
                    <a:lnTo>
                      <a:pt x="216" y="40"/>
                    </a:lnTo>
                    <a:lnTo>
                      <a:pt x="220" y="40"/>
                    </a:lnTo>
                    <a:lnTo>
                      <a:pt x="216" y="44"/>
                    </a:lnTo>
                    <a:lnTo>
                      <a:pt x="220" y="44"/>
                    </a:lnTo>
                    <a:lnTo>
                      <a:pt x="220" y="48"/>
                    </a:lnTo>
                    <a:lnTo>
                      <a:pt x="224" y="52"/>
                    </a:lnTo>
                    <a:lnTo>
                      <a:pt x="224" y="48"/>
                    </a:lnTo>
                    <a:lnTo>
                      <a:pt x="220" y="48"/>
                    </a:lnTo>
                    <a:lnTo>
                      <a:pt x="220" y="44"/>
                    </a:lnTo>
                    <a:lnTo>
                      <a:pt x="220" y="40"/>
                    </a:lnTo>
                    <a:lnTo>
                      <a:pt x="224" y="40"/>
                    </a:lnTo>
                    <a:lnTo>
                      <a:pt x="224" y="36"/>
                    </a:lnTo>
                    <a:lnTo>
                      <a:pt x="228" y="36"/>
                    </a:lnTo>
                    <a:lnTo>
                      <a:pt x="224" y="36"/>
                    </a:lnTo>
                    <a:lnTo>
                      <a:pt x="224" y="34"/>
                    </a:lnTo>
                    <a:lnTo>
                      <a:pt x="224" y="30"/>
                    </a:lnTo>
                    <a:lnTo>
                      <a:pt x="228" y="30"/>
                    </a:lnTo>
                    <a:lnTo>
                      <a:pt x="232" y="30"/>
                    </a:lnTo>
                    <a:lnTo>
                      <a:pt x="232" y="26"/>
                    </a:lnTo>
                    <a:lnTo>
                      <a:pt x="232" y="22"/>
                    </a:lnTo>
                    <a:lnTo>
                      <a:pt x="236" y="22"/>
                    </a:lnTo>
                    <a:lnTo>
                      <a:pt x="236" y="18"/>
                    </a:lnTo>
                    <a:lnTo>
                      <a:pt x="236" y="14"/>
                    </a:lnTo>
                    <a:lnTo>
                      <a:pt x="240" y="14"/>
                    </a:lnTo>
                    <a:lnTo>
                      <a:pt x="240" y="10"/>
                    </a:lnTo>
                    <a:lnTo>
                      <a:pt x="242" y="10"/>
                    </a:lnTo>
                    <a:lnTo>
                      <a:pt x="242" y="6"/>
                    </a:lnTo>
                    <a:lnTo>
                      <a:pt x="242" y="4"/>
                    </a:lnTo>
                    <a:lnTo>
                      <a:pt x="242" y="6"/>
                    </a:lnTo>
                    <a:lnTo>
                      <a:pt x="242" y="10"/>
                    </a:lnTo>
                    <a:lnTo>
                      <a:pt x="246" y="10"/>
                    </a:lnTo>
                    <a:lnTo>
                      <a:pt x="246" y="6"/>
                    </a:lnTo>
                    <a:lnTo>
                      <a:pt x="246" y="4"/>
                    </a:lnTo>
                    <a:lnTo>
                      <a:pt x="250" y="4"/>
                    </a:lnTo>
                    <a:lnTo>
                      <a:pt x="250" y="6"/>
                    </a:lnTo>
                    <a:lnTo>
                      <a:pt x="250" y="10"/>
                    </a:lnTo>
                    <a:lnTo>
                      <a:pt x="254" y="10"/>
                    </a:lnTo>
                    <a:lnTo>
                      <a:pt x="254" y="14"/>
                    </a:lnTo>
                    <a:lnTo>
                      <a:pt x="254" y="10"/>
                    </a:lnTo>
                    <a:lnTo>
                      <a:pt x="254" y="14"/>
                    </a:lnTo>
                    <a:lnTo>
                      <a:pt x="258" y="14"/>
                    </a:lnTo>
                    <a:lnTo>
                      <a:pt x="258" y="18"/>
                    </a:lnTo>
                    <a:lnTo>
                      <a:pt x="254" y="18"/>
                    </a:lnTo>
                    <a:lnTo>
                      <a:pt x="258" y="22"/>
                    </a:lnTo>
                    <a:lnTo>
                      <a:pt x="254" y="22"/>
                    </a:lnTo>
                    <a:lnTo>
                      <a:pt x="258" y="22"/>
                    </a:lnTo>
                    <a:lnTo>
                      <a:pt x="262" y="22"/>
                    </a:lnTo>
                    <a:lnTo>
                      <a:pt x="262" y="26"/>
                    </a:lnTo>
                    <a:lnTo>
                      <a:pt x="258" y="26"/>
                    </a:lnTo>
                    <a:lnTo>
                      <a:pt x="262" y="26"/>
                    </a:lnTo>
                    <a:lnTo>
                      <a:pt x="266" y="26"/>
                    </a:lnTo>
                    <a:lnTo>
                      <a:pt x="270" y="26"/>
                    </a:lnTo>
                    <a:lnTo>
                      <a:pt x="270" y="30"/>
                    </a:lnTo>
                    <a:lnTo>
                      <a:pt x="272" y="30"/>
                    </a:lnTo>
                    <a:lnTo>
                      <a:pt x="272" y="34"/>
                    </a:lnTo>
                    <a:lnTo>
                      <a:pt x="276" y="34"/>
                    </a:lnTo>
                    <a:lnTo>
                      <a:pt x="280" y="34"/>
                    </a:lnTo>
                    <a:lnTo>
                      <a:pt x="280" y="36"/>
                    </a:lnTo>
                    <a:lnTo>
                      <a:pt x="276" y="36"/>
                    </a:lnTo>
                    <a:lnTo>
                      <a:pt x="272" y="36"/>
                    </a:lnTo>
                    <a:lnTo>
                      <a:pt x="272" y="40"/>
                    </a:lnTo>
                    <a:lnTo>
                      <a:pt x="270" y="40"/>
                    </a:lnTo>
                    <a:lnTo>
                      <a:pt x="266" y="40"/>
                    </a:lnTo>
                    <a:lnTo>
                      <a:pt x="266" y="36"/>
                    </a:lnTo>
                    <a:lnTo>
                      <a:pt x="266" y="40"/>
                    </a:lnTo>
                    <a:lnTo>
                      <a:pt x="262" y="40"/>
                    </a:lnTo>
                    <a:lnTo>
                      <a:pt x="266" y="44"/>
                    </a:lnTo>
                    <a:lnTo>
                      <a:pt x="270" y="44"/>
                    </a:lnTo>
                    <a:lnTo>
                      <a:pt x="270" y="48"/>
                    </a:lnTo>
                    <a:lnTo>
                      <a:pt x="270" y="52"/>
                    </a:lnTo>
                    <a:lnTo>
                      <a:pt x="266" y="52"/>
                    </a:lnTo>
                    <a:lnTo>
                      <a:pt x="262" y="52"/>
                    </a:lnTo>
                    <a:lnTo>
                      <a:pt x="258" y="52"/>
                    </a:lnTo>
                    <a:lnTo>
                      <a:pt x="258" y="48"/>
                    </a:lnTo>
                    <a:lnTo>
                      <a:pt x="254" y="52"/>
                    </a:lnTo>
                    <a:lnTo>
                      <a:pt x="250" y="52"/>
                    </a:lnTo>
                    <a:lnTo>
                      <a:pt x="246" y="52"/>
                    </a:lnTo>
                    <a:lnTo>
                      <a:pt x="242" y="52"/>
                    </a:lnTo>
                    <a:lnTo>
                      <a:pt x="240" y="52"/>
                    </a:lnTo>
                    <a:lnTo>
                      <a:pt x="236" y="52"/>
                    </a:lnTo>
                    <a:lnTo>
                      <a:pt x="232" y="52"/>
                    </a:lnTo>
                    <a:lnTo>
                      <a:pt x="232" y="48"/>
                    </a:lnTo>
                    <a:lnTo>
                      <a:pt x="232" y="52"/>
                    </a:lnTo>
                    <a:lnTo>
                      <a:pt x="228" y="52"/>
                    </a:lnTo>
                    <a:lnTo>
                      <a:pt x="228" y="56"/>
                    </a:lnTo>
                    <a:lnTo>
                      <a:pt x="228" y="60"/>
                    </a:lnTo>
                    <a:lnTo>
                      <a:pt x="228" y="64"/>
                    </a:lnTo>
                    <a:lnTo>
                      <a:pt x="228" y="66"/>
                    </a:lnTo>
                    <a:lnTo>
                      <a:pt x="224" y="66"/>
                    </a:lnTo>
                    <a:lnTo>
                      <a:pt x="224" y="70"/>
                    </a:lnTo>
                    <a:lnTo>
                      <a:pt x="224" y="74"/>
                    </a:lnTo>
                    <a:lnTo>
                      <a:pt x="220" y="74"/>
                    </a:lnTo>
                    <a:lnTo>
                      <a:pt x="220" y="82"/>
                    </a:lnTo>
                    <a:lnTo>
                      <a:pt x="216" y="86"/>
                    </a:lnTo>
                    <a:lnTo>
                      <a:pt x="216" y="90"/>
                    </a:lnTo>
                    <a:lnTo>
                      <a:pt x="216" y="92"/>
                    </a:lnTo>
                    <a:lnTo>
                      <a:pt x="214" y="92"/>
                    </a:lnTo>
                    <a:lnTo>
                      <a:pt x="214" y="96"/>
                    </a:lnTo>
                    <a:lnTo>
                      <a:pt x="214" y="100"/>
                    </a:lnTo>
                    <a:lnTo>
                      <a:pt x="210" y="100"/>
                    </a:lnTo>
                    <a:lnTo>
                      <a:pt x="206" y="100"/>
                    </a:lnTo>
                    <a:lnTo>
                      <a:pt x="202" y="100"/>
                    </a:lnTo>
                    <a:lnTo>
                      <a:pt x="202" y="104"/>
                    </a:lnTo>
                    <a:lnTo>
                      <a:pt x="198" y="104"/>
                    </a:lnTo>
                    <a:lnTo>
                      <a:pt x="194" y="100"/>
                    </a:lnTo>
                    <a:lnTo>
                      <a:pt x="190" y="100"/>
                    </a:lnTo>
                    <a:lnTo>
                      <a:pt x="190" y="96"/>
                    </a:lnTo>
                    <a:lnTo>
                      <a:pt x="186" y="96"/>
                    </a:lnTo>
                    <a:lnTo>
                      <a:pt x="184" y="96"/>
                    </a:lnTo>
                    <a:lnTo>
                      <a:pt x="180" y="100"/>
                    </a:lnTo>
                    <a:lnTo>
                      <a:pt x="180" y="104"/>
                    </a:lnTo>
                    <a:lnTo>
                      <a:pt x="176" y="104"/>
                    </a:lnTo>
                    <a:lnTo>
                      <a:pt x="176" y="108"/>
                    </a:lnTo>
                    <a:lnTo>
                      <a:pt x="172" y="108"/>
                    </a:lnTo>
                    <a:lnTo>
                      <a:pt x="168" y="108"/>
                    </a:lnTo>
                    <a:lnTo>
                      <a:pt x="164" y="108"/>
                    </a:lnTo>
                    <a:lnTo>
                      <a:pt x="160" y="108"/>
                    </a:lnTo>
                    <a:lnTo>
                      <a:pt x="156" y="108"/>
                    </a:lnTo>
                    <a:lnTo>
                      <a:pt x="156" y="112"/>
                    </a:lnTo>
                    <a:lnTo>
                      <a:pt x="154" y="112"/>
                    </a:lnTo>
                    <a:lnTo>
                      <a:pt x="154" y="108"/>
                    </a:lnTo>
                    <a:lnTo>
                      <a:pt x="150" y="104"/>
                    </a:lnTo>
                    <a:lnTo>
                      <a:pt x="146" y="104"/>
                    </a:lnTo>
                    <a:lnTo>
                      <a:pt x="146" y="100"/>
                    </a:lnTo>
                    <a:lnTo>
                      <a:pt x="142" y="96"/>
                    </a:lnTo>
                    <a:lnTo>
                      <a:pt x="142" y="92"/>
                    </a:lnTo>
                    <a:lnTo>
                      <a:pt x="142" y="90"/>
                    </a:lnTo>
                    <a:lnTo>
                      <a:pt x="142" y="92"/>
                    </a:lnTo>
                    <a:lnTo>
                      <a:pt x="146" y="92"/>
                    </a:lnTo>
                    <a:lnTo>
                      <a:pt x="146" y="96"/>
                    </a:lnTo>
                    <a:lnTo>
                      <a:pt x="150" y="96"/>
                    </a:lnTo>
                    <a:lnTo>
                      <a:pt x="154" y="92"/>
                    </a:lnTo>
                    <a:lnTo>
                      <a:pt x="154" y="96"/>
                    </a:lnTo>
                    <a:lnTo>
                      <a:pt x="156" y="96"/>
                    </a:lnTo>
                    <a:lnTo>
                      <a:pt x="156" y="100"/>
                    </a:lnTo>
                    <a:lnTo>
                      <a:pt x="156" y="96"/>
                    </a:lnTo>
                    <a:lnTo>
                      <a:pt x="160" y="96"/>
                    </a:lnTo>
                    <a:lnTo>
                      <a:pt x="160" y="100"/>
                    </a:lnTo>
                    <a:lnTo>
                      <a:pt x="164" y="100"/>
                    </a:lnTo>
                    <a:lnTo>
                      <a:pt x="168" y="100"/>
                    </a:lnTo>
                    <a:lnTo>
                      <a:pt x="164" y="100"/>
                    </a:lnTo>
                    <a:lnTo>
                      <a:pt x="160" y="100"/>
                    </a:lnTo>
                    <a:lnTo>
                      <a:pt x="160" y="96"/>
                    </a:lnTo>
                    <a:lnTo>
                      <a:pt x="164" y="92"/>
                    </a:lnTo>
                    <a:lnTo>
                      <a:pt x="164" y="90"/>
                    </a:lnTo>
                    <a:lnTo>
                      <a:pt x="168" y="90"/>
                    </a:lnTo>
                    <a:lnTo>
                      <a:pt x="164" y="90"/>
                    </a:lnTo>
                    <a:lnTo>
                      <a:pt x="164" y="86"/>
                    </a:lnTo>
                    <a:lnTo>
                      <a:pt x="164" y="82"/>
                    </a:lnTo>
                    <a:lnTo>
                      <a:pt x="164" y="86"/>
                    </a:lnTo>
                    <a:lnTo>
                      <a:pt x="168" y="86"/>
                    </a:lnTo>
                    <a:lnTo>
                      <a:pt x="168" y="82"/>
                    </a:lnTo>
                    <a:lnTo>
                      <a:pt x="168" y="78"/>
                    </a:lnTo>
                    <a:lnTo>
                      <a:pt x="172" y="78"/>
                    </a:lnTo>
                    <a:lnTo>
                      <a:pt x="172" y="74"/>
                    </a:lnTo>
                    <a:lnTo>
                      <a:pt x="176" y="74"/>
                    </a:lnTo>
                    <a:lnTo>
                      <a:pt x="180" y="74"/>
                    </a:lnTo>
                    <a:lnTo>
                      <a:pt x="184" y="74"/>
                    </a:lnTo>
                    <a:lnTo>
                      <a:pt x="186" y="74"/>
                    </a:lnTo>
                    <a:lnTo>
                      <a:pt x="186" y="70"/>
                    </a:lnTo>
                    <a:lnTo>
                      <a:pt x="190" y="70"/>
                    </a:lnTo>
                    <a:lnTo>
                      <a:pt x="194" y="66"/>
                    </a:lnTo>
                    <a:lnTo>
                      <a:pt x="194" y="64"/>
                    </a:lnTo>
                    <a:lnTo>
                      <a:pt x="198" y="60"/>
                    </a:lnTo>
                    <a:lnTo>
                      <a:pt x="198" y="56"/>
                    </a:lnTo>
                    <a:lnTo>
                      <a:pt x="202" y="56"/>
                    </a:lnTo>
                    <a:lnTo>
                      <a:pt x="202" y="52"/>
                    </a:lnTo>
                    <a:lnTo>
                      <a:pt x="206" y="48"/>
                    </a:lnTo>
                    <a:lnTo>
                      <a:pt x="202" y="48"/>
                    </a:lnTo>
                    <a:lnTo>
                      <a:pt x="202" y="44"/>
                    </a:lnTo>
                    <a:lnTo>
                      <a:pt x="206" y="44"/>
                    </a:lnTo>
                    <a:lnTo>
                      <a:pt x="206" y="44"/>
                    </a:lnTo>
                    <a:lnTo>
                      <a:pt x="206" y="44"/>
                    </a:lnTo>
                    <a:close/>
                    <a:moveTo>
                      <a:pt x="4" y="14"/>
                    </a:moveTo>
                    <a:lnTo>
                      <a:pt x="4" y="18"/>
                    </a:lnTo>
                    <a:lnTo>
                      <a:pt x="0" y="14"/>
                    </a:lnTo>
                    <a:lnTo>
                      <a:pt x="4" y="14"/>
                    </a:lnTo>
                    <a:lnTo>
                      <a:pt x="4" y="14"/>
                    </a:lnTo>
                    <a:lnTo>
                      <a:pt x="4" y="14"/>
                    </a:lnTo>
                    <a:close/>
                    <a:moveTo>
                      <a:pt x="12" y="34"/>
                    </a:moveTo>
                    <a:lnTo>
                      <a:pt x="8" y="34"/>
                    </a:lnTo>
                    <a:lnTo>
                      <a:pt x="8" y="30"/>
                    </a:lnTo>
                    <a:lnTo>
                      <a:pt x="12" y="30"/>
                    </a:lnTo>
                    <a:lnTo>
                      <a:pt x="12" y="34"/>
                    </a:lnTo>
                    <a:lnTo>
                      <a:pt x="12" y="34"/>
                    </a:lnTo>
                    <a:lnTo>
                      <a:pt x="12" y="34"/>
                    </a:lnTo>
                    <a:close/>
                    <a:moveTo>
                      <a:pt x="64" y="74"/>
                    </a:moveTo>
                    <a:lnTo>
                      <a:pt x="64" y="78"/>
                    </a:lnTo>
                    <a:lnTo>
                      <a:pt x="68" y="78"/>
                    </a:lnTo>
                    <a:lnTo>
                      <a:pt x="64" y="78"/>
                    </a:lnTo>
                    <a:lnTo>
                      <a:pt x="64" y="74"/>
                    </a:lnTo>
                    <a:lnTo>
                      <a:pt x="64" y="74"/>
                    </a:lnTo>
                    <a:lnTo>
                      <a:pt x="64"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6" name="Freeform 40"/>
              <p:cNvSpPr>
                <a:spLocks noEditPoints="1"/>
              </p:cNvSpPr>
              <p:nvPr/>
            </p:nvSpPr>
            <p:spPr bwMode="gray">
              <a:xfrm>
                <a:off x="6594877" y="4310976"/>
                <a:ext cx="13914" cy="226104"/>
              </a:xfrm>
              <a:custGeom>
                <a:avLst/>
                <a:gdLst>
                  <a:gd name="T0" fmla="*/ 0 w 8"/>
                  <a:gd name="T1" fmla="*/ 0 h 130"/>
                  <a:gd name="T2" fmla="*/ 0 w 8"/>
                  <a:gd name="T3" fmla="*/ 0 h 130"/>
                  <a:gd name="T4" fmla="*/ 4 w 8"/>
                  <a:gd name="T5" fmla="*/ 6 h 130"/>
                  <a:gd name="T6" fmla="*/ 4 w 8"/>
                  <a:gd name="T7" fmla="*/ 2 h 130"/>
                  <a:gd name="T8" fmla="*/ 4 w 8"/>
                  <a:gd name="T9" fmla="*/ 2 h 130"/>
                  <a:gd name="T10" fmla="*/ 0 w 8"/>
                  <a:gd name="T11" fmla="*/ 10 h 130"/>
                  <a:gd name="T12" fmla="*/ 0 w 8"/>
                  <a:gd name="T13" fmla="*/ 10 h 130"/>
                  <a:gd name="T14" fmla="*/ 0 w 8"/>
                  <a:gd name="T15" fmla="*/ 18 h 130"/>
                  <a:gd name="T16" fmla="*/ 0 w 8"/>
                  <a:gd name="T17" fmla="*/ 18 h 130"/>
                  <a:gd name="T18" fmla="*/ 4 w 8"/>
                  <a:gd name="T19" fmla="*/ 22 h 130"/>
                  <a:gd name="T20" fmla="*/ 8 w 8"/>
                  <a:gd name="T21" fmla="*/ 22 h 130"/>
                  <a:gd name="T22" fmla="*/ 8 w 8"/>
                  <a:gd name="T23" fmla="*/ 30 h 130"/>
                  <a:gd name="T24" fmla="*/ 8 w 8"/>
                  <a:gd name="T25" fmla="*/ 30 h 130"/>
                  <a:gd name="T26" fmla="*/ 8 w 8"/>
                  <a:gd name="T27" fmla="*/ 30 h 130"/>
                  <a:gd name="T28" fmla="*/ 0 w 8"/>
                  <a:gd name="T29" fmla="*/ 36 h 130"/>
                  <a:gd name="T30" fmla="*/ 0 w 8"/>
                  <a:gd name="T31" fmla="*/ 36 h 130"/>
                  <a:gd name="T32" fmla="*/ 0 w 8"/>
                  <a:gd name="T33" fmla="*/ 44 h 130"/>
                  <a:gd name="T34" fmla="*/ 0 w 8"/>
                  <a:gd name="T35" fmla="*/ 44 h 130"/>
                  <a:gd name="T36" fmla="*/ 8 w 8"/>
                  <a:gd name="T37" fmla="*/ 48 h 130"/>
                  <a:gd name="T38" fmla="*/ 8 w 8"/>
                  <a:gd name="T39" fmla="*/ 48 h 130"/>
                  <a:gd name="T40" fmla="*/ 8 w 8"/>
                  <a:gd name="T41" fmla="*/ 48 h 130"/>
                  <a:gd name="T42" fmla="*/ 8 w 8"/>
                  <a:gd name="T43" fmla="*/ 62 h 130"/>
                  <a:gd name="T44" fmla="*/ 8 w 8"/>
                  <a:gd name="T45" fmla="*/ 62 h 130"/>
                  <a:gd name="T46" fmla="*/ 8 w 8"/>
                  <a:gd name="T47" fmla="*/ 62 h 130"/>
                  <a:gd name="T48" fmla="*/ 0 w 8"/>
                  <a:gd name="T49" fmla="*/ 66 h 130"/>
                  <a:gd name="T50" fmla="*/ 0 w 8"/>
                  <a:gd name="T51" fmla="*/ 66 h 130"/>
                  <a:gd name="T52" fmla="*/ 0 w 8"/>
                  <a:gd name="T53" fmla="*/ 66 h 130"/>
                  <a:gd name="T54" fmla="*/ 0 w 8"/>
                  <a:gd name="T55" fmla="*/ 66 h 130"/>
                  <a:gd name="T56" fmla="*/ 0 w 8"/>
                  <a:gd name="T57" fmla="*/ 70 h 130"/>
                  <a:gd name="T58" fmla="*/ 0 w 8"/>
                  <a:gd name="T59" fmla="*/ 70 h 130"/>
                  <a:gd name="T60" fmla="*/ 8 w 8"/>
                  <a:gd name="T61" fmla="*/ 70 h 130"/>
                  <a:gd name="T62" fmla="*/ 8 w 8"/>
                  <a:gd name="T63" fmla="*/ 70 h 130"/>
                  <a:gd name="T64" fmla="*/ 4 w 8"/>
                  <a:gd name="T65" fmla="*/ 78 h 130"/>
                  <a:gd name="T66" fmla="*/ 4 w 8"/>
                  <a:gd name="T67" fmla="*/ 82 h 130"/>
                  <a:gd name="T68" fmla="*/ 4 w 8"/>
                  <a:gd name="T69" fmla="*/ 78 h 130"/>
                  <a:gd name="T70" fmla="*/ 8 w 8"/>
                  <a:gd name="T71" fmla="*/ 88 h 130"/>
                  <a:gd name="T72" fmla="*/ 8 w 8"/>
                  <a:gd name="T73" fmla="*/ 88 h 130"/>
                  <a:gd name="T74" fmla="*/ 8 w 8"/>
                  <a:gd name="T75" fmla="*/ 88 h 130"/>
                  <a:gd name="T76" fmla="*/ 8 w 8"/>
                  <a:gd name="T77" fmla="*/ 114 h 130"/>
                  <a:gd name="T78" fmla="*/ 8 w 8"/>
                  <a:gd name="T79" fmla="*/ 114 h 130"/>
                  <a:gd name="T80" fmla="*/ 0 w 8"/>
                  <a:gd name="T81" fmla="*/ 118 h 130"/>
                  <a:gd name="T82" fmla="*/ 0 w 8"/>
                  <a:gd name="T83" fmla="*/ 114 h 130"/>
                  <a:gd name="T84" fmla="*/ 8 w 8"/>
                  <a:gd name="T85" fmla="*/ 126 h 130"/>
                  <a:gd name="T86" fmla="*/ 8 w 8"/>
                  <a:gd name="T87" fmla="*/ 126 h 130"/>
                  <a:gd name="T88" fmla="*/ 0 w 8"/>
                  <a:gd name="T89" fmla="*/ 130 h 130"/>
                  <a:gd name="T90" fmla="*/ 0 w 8"/>
                  <a:gd name="T91" fmla="*/ 130 h 130"/>
                  <a:gd name="T92" fmla="*/ 0 w 8"/>
                  <a:gd name="T93" fmla="*/ 13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 h="130">
                    <a:moveTo>
                      <a:pt x="0" y="0"/>
                    </a:moveTo>
                    <a:lnTo>
                      <a:pt x="0" y="0"/>
                    </a:lnTo>
                    <a:lnTo>
                      <a:pt x="0" y="0"/>
                    </a:lnTo>
                    <a:lnTo>
                      <a:pt x="0" y="0"/>
                    </a:lnTo>
                    <a:lnTo>
                      <a:pt x="0" y="0"/>
                    </a:lnTo>
                    <a:lnTo>
                      <a:pt x="0" y="0"/>
                    </a:lnTo>
                    <a:close/>
                    <a:moveTo>
                      <a:pt x="4" y="2"/>
                    </a:moveTo>
                    <a:lnTo>
                      <a:pt x="4" y="6"/>
                    </a:lnTo>
                    <a:lnTo>
                      <a:pt x="4" y="6"/>
                    </a:lnTo>
                    <a:lnTo>
                      <a:pt x="4" y="6"/>
                    </a:lnTo>
                    <a:lnTo>
                      <a:pt x="4" y="6"/>
                    </a:lnTo>
                    <a:lnTo>
                      <a:pt x="4" y="2"/>
                    </a:lnTo>
                    <a:lnTo>
                      <a:pt x="4" y="2"/>
                    </a:lnTo>
                    <a:lnTo>
                      <a:pt x="4" y="2"/>
                    </a:lnTo>
                    <a:lnTo>
                      <a:pt x="4" y="2"/>
                    </a:lnTo>
                    <a:close/>
                    <a:moveTo>
                      <a:pt x="0" y="10"/>
                    </a:moveTo>
                    <a:lnTo>
                      <a:pt x="0" y="10"/>
                    </a:lnTo>
                    <a:lnTo>
                      <a:pt x="0" y="10"/>
                    </a:lnTo>
                    <a:lnTo>
                      <a:pt x="0" y="10"/>
                    </a:lnTo>
                    <a:lnTo>
                      <a:pt x="0" y="10"/>
                    </a:lnTo>
                    <a:lnTo>
                      <a:pt x="0" y="10"/>
                    </a:lnTo>
                    <a:close/>
                    <a:moveTo>
                      <a:pt x="0" y="18"/>
                    </a:moveTo>
                    <a:lnTo>
                      <a:pt x="0" y="18"/>
                    </a:lnTo>
                    <a:lnTo>
                      <a:pt x="0" y="18"/>
                    </a:lnTo>
                    <a:lnTo>
                      <a:pt x="0" y="18"/>
                    </a:lnTo>
                    <a:lnTo>
                      <a:pt x="0" y="18"/>
                    </a:lnTo>
                    <a:lnTo>
                      <a:pt x="0" y="18"/>
                    </a:lnTo>
                    <a:close/>
                    <a:moveTo>
                      <a:pt x="8" y="22"/>
                    </a:moveTo>
                    <a:lnTo>
                      <a:pt x="8" y="22"/>
                    </a:lnTo>
                    <a:lnTo>
                      <a:pt x="4" y="22"/>
                    </a:lnTo>
                    <a:lnTo>
                      <a:pt x="8" y="22"/>
                    </a:lnTo>
                    <a:lnTo>
                      <a:pt x="8" y="22"/>
                    </a:lnTo>
                    <a:lnTo>
                      <a:pt x="8" y="22"/>
                    </a:lnTo>
                    <a:lnTo>
                      <a:pt x="8" y="22"/>
                    </a:lnTo>
                    <a:close/>
                    <a:moveTo>
                      <a:pt x="8" y="30"/>
                    </a:moveTo>
                    <a:lnTo>
                      <a:pt x="8" y="30"/>
                    </a:lnTo>
                    <a:lnTo>
                      <a:pt x="8" y="30"/>
                    </a:lnTo>
                    <a:lnTo>
                      <a:pt x="8" y="30"/>
                    </a:lnTo>
                    <a:lnTo>
                      <a:pt x="8" y="30"/>
                    </a:lnTo>
                    <a:lnTo>
                      <a:pt x="8" y="30"/>
                    </a:lnTo>
                    <a:lnTo>
                      <a:pt x="8" y="30"/>
                    </a:lnTo>
                    <a:lnTo>
                      <a:pt x="8" y="30"/>
                    </a:lnTo>
                    <a:close/>
                    <a:moveTo>
                      <a:pt x="0" y="36"/>
                    </a:moveTo>
                    <a:lnTo>
                      <a:pt x="0" y="36"/>
                    </a:lnTo>
                    <a:lnTo>
                      <a:pt x="0" y="36"/>
                    </a:lnTo>
                    <a:lnTo>
                      <a:pt x="0" y="36"/>
                    </a:lnTo>
                    <a:lnTo>
                      <a:pt x="0" y="36"/>
                    </a:lnTo>
                    <a:lnTo>
                      <a:pt x="0" y="36"/>
                    </a:lnTo>
                    <a:close/>
                    <a:moveTo>
                      <a:pt x="0" y="44"/>
                    </a:moveTo>
                    <a:lnTo>
                      <a:pt x="0" y="44"/>
                    </a:lnTo>
                    <a:lnTo>
                      <a:pt x="0" y="44"/>
                    </a:lnTo>
                    <a:lnTo>
                      <a:pt x="0" y="44"/>
                    </a:lnTo>
                    <a:lnTo>
                      <a:pt x="0" y="44"/>
                    </a:lnTo>
                    <a:lnTo>
                      <a:pt x="0" y="44"/>
                    </a:lnTo>
                    <a:lnTo>
                      <a:pt x="0" y="44"/>
                    </a:lnTo>
                    <a:lnTo>
                      <a:pt x="0" y="44"/>
                    </a:lnTo>
                    <a:close/>
                    <a:moveTo>
                      <a:pt x="8" y="48"/>
                    </a:moveTo>
                    <a:lnTo>
                      <a:pt x="8" y="48"/>
                    </a:lnTo>
                    <a:lnTo>
                      <a:pt x="8" y="48"/>
                    </a:lnTo>
                    <a:lnTo>
                      <a:pt x="8" y="48"/>
                    </a:lnTo>
                    <a:lnTo>
                      <a:pt x="8" y="48"/>
                    </a:lnTo>
                    <a:lnTo>
                      <a:pt x="8" y="48"/>
                    </a:lnTo>
                    <a:lnTo>
                      <a:pt x="8" y="48"/>
                    </a:lnTo>
                    <a:close/>
                    <a:moveTo>
                      <a:pt x="8" y="62"/>
                    </a:moveTo>
                    <a:lnTo>
                      <a:pt x="8" y="62"/>
                    </a:lnTo>
                    <a:lnTo>
                      <a:pt x="8" y="62"/>
                    </a:lnTo>
                    <a:lnTo>
                      <a:pt x="8" y="62"/>
                    </a:lnTo>
                    <a:lnTo>
                      <a:pt x="8" y="62"/>
                    </a:lnTo>
                    <a:lnTo>
                      <a:pt x="8" y="62"/>
                    </a:lnTo>
                    <a:lnTo>
                      <a:pt x="8" y="62"/>
                    </a:lnTo>
                    <a:lnTo>
                      <a:pt x="8" y="62"/>
                    </a:lnTo>
                    <a:lnTo>
                      <a:pt x="8" y="62"/>
                    </a:lnTo>
                    <a:lnTo>
                      <a:pt x="8" y="62"/>
                    </a:lnTo>
                    <a:lnTo>
                      <a:pt x="8" y="62"/>
                    </a:lnTo>
                    <a:close/>
                    <a:moveTo>
                      <a:pt x="0" y="66"/>
                    </a:moveTo>
                    <a:lnTo>
                      <a:pt x="0" y="66"/>
                    </a:lnTo>
                    <a:lnTo>
                      <a:pt x="0" y="66"/>
                    </a:lnTo>
                    <a:lnTo>
                      <a:pt x="0" y="66"/>
                    </a:lnTo>
                    <a:lnTo>
                      <a:pt x="0" y="66"/>
                    </a:lnTo>
                    <a:lnTo>
                      <a:pt x="0" y="66"/>
                    </a:lnTo>
                    <a:lnTo>
                      <a:pt x="0" y="66"/>
                    </a:lnTo>
                    <a:lnTo>
                      <a:pt x="0" y="66"/>
                    </a:lnTo>
                    <a:lnTo>
                      <a:pt x="0" y="66"/>
                    </a:lnTo>
                    <a:lnTo>
                      <a:pt x="0" y="66"/>
                    </a:lnTo>
                    <a:lnTo>
                      <a:pt x="0" y="66"/>
                    </a:lnTo>
                    <a:lnTo>
                      <a:pt x="0" y="66"/>
                    </a:lnTo>
                    <a:close/>
                    <a:moveTo>
                      <a:pt x="0" y="70"/>
                    </a:moveTo>
                    <a:lnTo>
                      <a:pt x="0" y="70"/>
                    </a:lnTo>
                    <a:lnTo>
                      <a:pt x="0" y="70"/>
                    </a:lnTo>
                    <a:lnTo>
                      <a:pt x="0" y="70"/>
                    </a:lnTo>
                    <a:lnTo>
                      <a:pt x="0" y="70"/>
                    </a:lnTo>
                    <a:lnTo>
                      <a:pt x="0" y="70"/>
                    </a:lnTo>
                    <a:close/>
                    <a:moveTo>
                      <a:pt x="8" y="70"/>
                    </a:moveTo>
                    <a:lnTo>
                      <a:pt x="8" y="70"/>
                    </a:lnTo>
                    <a:lnTo>
                      <a:pt x="8" y="70"/>
                    </a:lnTo>
                    <a:lnTo>
                      <a:pt x="8" y="70"/>
                    </a:lnTo>
                    <a:lnTo>
                      <a:pt x="8" y="70"/>
                    </a:lnTo>
                    <a:lnTo>
                      <a:pt x="8" y="70"/>
                    </a:lnTo>
                    <a:close/>
                    <a:moveTo>
                      <a:pt x="4" y="78"/>
                    </a:moveTo>
                    <a:lnTo>
                      <a:pt x="4" y="78"/>
                    </a:lnTo>
                    <a:lnTo>
                      <a:pt x="4" y="78"/>
                    </a:lnTo>
                    <a:lnTo>
                      <a:pt x="4" y="82"/>
                    </a:lnTo>
                    <a:lnTo>
                      <a:pt x="4" y="78"/>
                    </a:lnTo>
                    <a:lnTo>
                      <a:pt x="4" y="78"/>
                    </a:lnTo>
                    <a:lnTo>
                      <a:pt x="4" y="78"/>
                    </a:lnTo>
                    <a:lnTo>
                      <a:pt x="4" y="78"/>
                    </a:lnTo>
                    <a:close/>
                    <a:moveTo>
                      <a:pt x="8" y="88"/>
                    </a:moveTo>
                    <a:lnTo>
                      <a:pt x="8" y="88"/>
                    </a:lnTo>
                    <a:lnTo>
                      <a:pt x="8" y="88"/>
                    </a:lnTo>
                    <a:lnTo>
                      <a:pt x="8" y="88"/>
                    </a:lnTo>
                    <a:lnTo>
                      <a:pt x="8" y="88"/>
                    </a:lnTo>
                    <a:lnTo>
                      <a:pt x="8" y="88"/>
                    </a:lnTo>
                    <a:lnTo>
                      <a:pt x="8" y="88"/>
                    </a:lnTo>
                    <a:lnTo>
                      <a:pt x="8" y="88"/>
                    </a:lnTo>
                    <a:close/>
                    <a:moveTo>
                      <a:pt x="8" y="114"/>
                    </a:moveTo>
                    <a:lnTo>
                      <a:pt x="8" y="114"/>
                    </a:lnTo>
                    <a:lnTo>
                      <a:pt x="8" y="114"/>
                    </a:lnTo>
                    <a:lnTo>
                      <a:pt x="8" y="114"/>
                    </a:lnTo>
                    <a:lnTo>
                      <a:pt x="8" y="114"/>
                    </a:lnTo>
                    <a:lnTo>
                      <a:pt x="8" y="114"/>
                    </a:lnTo>
                    <a:close/>
                    <a:moveTo>
                      <a:pt x="0" y="114"/>
                    </a:moveTo>
                    <a:lnTo>
                      <a:pt x="0" y="114"/>
                    </a:lnTo>
                    <a:lnTo>
                      <a:pt x="0" y="118"/>
                    </a:lnTo>
                    <a:lnTo>
                      <a:pt x="0" y="114"/>
                    </a:lnTo>
                    <a:lnTo>
                      <a:pt x="0" y="114"/>
                    </a:lnTo>
                    <a:lnTo>
                      <a:pt x="0" y="114"/>
                    </a:lnTo>
                    <a:lnTo>
                      <a:pt x="0" y="114"/>
                    </a:lnTo>
                    <a:close/>
                    <a:moveTo>
                      <a:pt x="8" y="126"/>
                    </a:moveTo>
                    <a:lnTo>
                      <a:pt x="8" y="126"/>
                    </a:lnTo>
                    <a:lnTo>
                      <a:pt x="8" y="126"/>
                    </a:lnTo>
                    <a:lnTo>
                      <a:pt x="8" y="126"/>
                    </a:lnTo>
                    <a:lnTo>
                      <a:pt x="8" y="126"/>
                    </a:lnTo>
                    <a:lnTo>
                      <a:pt x="8" y="126"/>
                    </a:lnTo>
                    <a:lnTo>
                      <a:pt x="8" y="126"/>
                    </a:lnTo>
                    <a:close/>
                    <a:moveTo>
                      <a:pt x="0" y="130"/>
                    </a:moveTo>
                    <a:lnTo>
                      <a:pt x="0" y="130"/>
                    </a:lnTo>
                    <a:lnTo>
                      <a:pt x="0" y="130"/>
                    </a:lnTo>
                    <a:lnTo>
                      <a:pt x="0" y="130"/>
                    </a:lnTo>
                    <a:lnTo>
                      <a:pt x="0" y="130"/>
                    </a:lnTo>
                    <a:lnTo>
                      <a:pt x="0" y="130"/>
                    </a:lnTo>
                    <a:lnTo>
                      <a:pt x="0" y="130"/>
                    </a:lnTo>
                    <a:lnTo>
                      <a:pt x="0" y="130"/>
                    </a:lnTo>
                    <a:lnTo>
                      <a:pt x="0" y="1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7" name="Freeform 41"/>
              <p:cNvSpPr>
                <a:spLocks/>
              </p:cNvSpPr>
              <p:nvPr/>
            </p:nvSpPr>
            <p:spPr bwMode="gray">
              <a:xfrm>
                <a:off x="6956643" y="2856961"/>
                <a:ext cx="793105" cy="368722"/>
              </a:xfrm>
              <a:custGeom>
                <a:avLst/>
                <a:gdLst>
                  <a:gd name="T0" fmla="*/ 400 w 456"/>
                  <a:gd name="T1" fmla="*/ 134 h 212"/>
                  <a:gd name="T2" fmla="*/ 376 w 456"/>
                  <a:gd name="T3" fmla="*/ 142 h 212"/>
                  <a:gd name="T4" fmla="*/ 358 w 456"/>
                  <a:gd name="T5" fmla="*/ 150 h 212"/>
                  <a:gd name="T6" fmla="*/ 336 w 456"/>
                  <a:gd name="T7" fmla="*/ 154 h 212"/>
                  <a:gd name="T8" fmla="*/ 340 w 456"/>
                  <a:gd name="T9" fmla="*/ 176 h 212"/>
                  <a:gd name="T10" fmla="*/ 324 w 456"/>
                  <a:gd name="T11" fmla="*/ 186 h 212"/>
                  <a:gd name="T12" fmla="*/ 310 w 456"/>
                  <a:gd name="T13" fmla="*/ 198 h 212"/>
                  <a:gd name="T14" fmla="*/ 280 w 456"/>
                  <a:gd name="T15" fmla="*/ 198 h 212"/>
                  <a:gd name="T16" fmla="*/ 254 w 456"/>
                  <a:gd name="T17" fmla="*/ 208 h 212"/>
                  <a:gd name="T18" fmla="*/ 228 w 456"/>
                  <a:gd name="T19" fmla="*/ 208 h 212"/>
                  <a:gd name="T20" fmla="*/ 202 w 456"/>
                  <a:gd name="T21" fmla="*/ 198 h 212"/>
                  <a:gd name="T22" fmla="*/ 180 w 456"/>
                  <a:gd name="T23" fmla="*/ 190 h 212"/>
                  <a:gd name="T24" fmla="*/ 152 w 456"/>
                  <a:gd name="T25" fmla="*/ 194 h 212"/>
                  <a:gd name="T26" fmla="*/ 128 w 456"/>
                  <a:gd name="T27" fmla="*/ 190 h 212"/>
                  <a:gd name="T28" fmla="*/ 112 w 456"/>
                  <a:gd name="T29" fmla="*/ 176 h 212"/>
                  <a:gd name="T30" fmla="*/ 98 w 456"/>
                  <a:gd name="T31" fmla="*/ 160 h 212"/>
                  <a:gd name="T32" fmla="*/ 84 w 456"/>
                  <a:gd name="T33" fmla="*/ 150 h 212"/>
                  <a:gd name="T34" fmla="*/ 60 w 456"/>
                  <a:gd name="T35" fmla="*/ 146 h 212"/>
                  <a:gd name="T36" fmla="*/ 42 w 456"/>
                  <a:gd name="T37" fmla="*/ 134 h 212"/>
                  <a:gd name="T38" fmla="*/ 50 w 456"/>
                  <a:gd name="T39" fmla="*/ 112 h 212"/>
                  <a:gd name="T40" fmla="*/ 38 w 456"/>
                  <a:gd name="T41" fmla="*/ 98 h 212"/>
                  <a:gd name="T42" fmla="*/ 28 w 456"/>
                  <a:gd name="T43" fmla="*/ 86 h 212"/>
                  <a:gd name="T44" fmla="*/ 8 w 456"/>
                  <a:gd name="T45" fmla="*/ 74 h 212"/>
                  <a:gd name="T46" fmla="*/ 4 w 456"/>
                  <a:gd name="T47" fmla="*/ 60 h 212"/>
                  <a:gd name="T48" fmla="*/ 20 w 456"/>
                  <a:gd name="T49" fmla="*/ 52 h 212"/>
                  <a:gd name="T50" fmla="*/ 28 w 456"/>
                  <a:gd name="T51" fmla="*/ 48 h 212"/>
                  <a:gd name="T52" fmla="*/ 42 w 456"/>
                  <a:gd name="T53" fmla="*/ 38 h 212"/>
                  <a:gd name="T54" fmla="*/ 56 w 456"/>
                  <a:gd name="T55" fmla="*/ 30 h 212"/>
                  <a:gd name="T56" fmla="*/ 76 w 456"/>
                  <a:gd name="T57" fmla="*/ 26 h 212"/>
                  <a:gd name="T58" fmla="*/ 94 w 456"/>
                  <a:gd name="T59" fmla="*/ 34 h 212"/>
                  <a:gd name="T60" fmla="*/ 110 w 456"/>
                  <a:gd name="T61" fmla="*/ 44 h 212"/>
                  <a:gd name="T62" fmla="*/ 136 w 456"/>
                  <a:gd name="T63" fmla="*/ 48 h 212"/>
                  <a:gd name="T64" fmla="*/ 150 w 456"/>
                  <a:gd name="T65" fmla="*/ 38 h 212"/>
                  <a:gd name="T66" fmla="*/ 146 w 456"/>
                  <a:gd name="T67" fmla="*/ 12 h 212"/>
                  <a:gd name="T68" fmla="*/ 156 w 456"/>
                  <a:gd name="T69" fmla="*/ 4 h 212"/>
                  <a:gd name="T70" fmla="*/ 176 w 456"/>
                  <a:gd name="T71" fmla="*/ 8 h 212"/>
                  <a:gd name="T72" fmla="*/ 198 w 456"/>
                  <a:gd name="T73" fmla="*/ 12 h 212"/>
                  <a:gd name="T74" fmla="*/ 206 w 456"/>
                  <a:gd name="T75" fmla="*/ 30 h 212"/>
                  <a:gd name="T76" fmla="*/ 220 w 456"/>
                  <a:gd name="T77" fmla="*/ 42 h 212"/>
                  <a:gd name="T78" fmla="*/ 242 w 456"/>
                  <a:gd name="T79" fmla="*/ 34 h 212"/>
                  <a:gd name="T80" fmla="*/ 262 w 456"/>
                  <a:gd name="T81" fmla="*/ 38 h 212"/>
                  <a:gd name="T82" fmla="*/ 288 w 456"/>
                  <a:gd name="T83" fmla="*/ 44 h 212"/>
                  <a:gd name="T84" fmla="*/ 306 w 456"/>
                  <a:gd name="T85" fmla="*/ 56 h 212"/>
                  <a:gd name="T86" fmla="*/ 332 w 456"/>
                  <a:gd name="T87" fmla="*/ 60 h 212"/>
                  <a:gd name="T88" fmla="*/ 354 w 456"/>
                  <a:gd name="T89" fmla="*/ 52 h 212"/>
                  <a:gd name="T90" fmla="*/ 370 w 456"/>
                  <a:gd name="T91" fmla="*/ 42 h 212"/>
                  <a:gd name="T92" fmla="*/ 388 w 456"/>
                  <a:gd name="T93" fmla="*/ 42 h 212"/>
                  <a:gd name="T94" fmla="*/ 410 w 456"/>
                  <a:gd name="T95" fmla="*/ 44 h 212"/>
                  <a:gd name="T96" fmla="*/ 400 w 456"/>
                  <a:gd name="T97" fmla="*/ 68 h 212"/>
                  <a:gd name="T98" fmla="*/ 396 w 456"/>
                  <a:gd name="T99" fmla="*/ 86 h 212"/>
                  <a:gd name="T100" fmla="*/ 414 w 456"/>
                  <a:gd name="T101" fmla="*/ 90 h 212"/>
                  <a:gd name="T102" fmla="*/ 436 w 456"/>
                  <a:gd name="T103" fmla="*/ 86 h 212"/>
                  <a:gd name="T104" fmla="*/ 456 w 456"/>
                  <a:gd name="T105" fmla="*/ 104 h 212"/>
                  <a:gd name="T106" fmla="*/ 440 w 456"/>
                  <a:gd name="T107" fmla="*/ 108 h 212"/>
                  <a:gd name="T108" fmla="*/ 422 w 456"/>
                  <a:gd name="T109" fmla="*/ 116 h 212"/>
                  <a:gd name="T110" fmla="*/ 410 w 456"/>
                  <a:gd name="T111" fmla="*/ 1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56" h="212">
                    <a:moveTo>
                      <a:pt x="410" y="120"/>
                    </a:moveTo>
                    <a:lnTo>
                      <a:pt x="406" y="120"/>
                    </a:lnTo>
                    <a:lnTo>
                      <a:pt x="406" y="124"/>
                    </a:lnTo>
                    <a:lnTo>
                      <a:pt x="402" y="128"/>
                    </a:lnTo>
                    <a:lnTo>
                      <a:pt x="402" y="130"/>
                    </a:lnTo>
                    <a:lnTo>
                      <a:pt x="400" y="130"/>
                    </a:lnTo>
                    <a:lnTo>
                      <a:pt x="400" y="134"/>
                    </a:lnTo>
                    <a:lnTo>
                      <a:pt x="396" y="134"/>
                    </a:lnTo>
                    <a:lnTo>
                      <a:pt x="396" y="138"/>
                    </a:lnTo>
                    <a:lnTo>
                      <a:pt x="392" y="138"/>
                    </a:lnTo>
                    <a:lnTo>
                      <a:pt x="388" y="138"/>
                    </a:lnTo>
                    <a:lnTo>
                      <a:pt x="384" y="138"/>
                    </a:lnTo>
                    <a:lnTo>
                      <a:pt x="380" y="138"/>
                    </a:lnTo>
                    <a:lnTo>
                      <a:pt x="376" y="142"/>
                    </a:lnTo>
                    <a:lnTo>
                      <a:pt x="376" y="146"/>
                    </a:lnTo>
                    <a:lnTo>
                      <a:pt x="374" y="146"/>
                    </a:lnTo>
                    <a:lnTo>
                      <a:pt x="370" y="146"/>
                    </a:lnTo>
                    <a:lnTo>
                      <a:pt x="370" y="150"/>
                    </a:lnTo>
                    <a:lnTo>
                      <a:pt x="366" y="150"/>
                    </a:lnTo>
                    <a:lnTo>
                      <a:pt x="362" y="150"/>
                    </a:lnTo>
                    <a:lnTo>
                      <a:pt x="358" y="150"/>
                    </a:lnTo>
                    <a:lnTo>
                      <a:pt x="354" y="150"/>
                    </a:lnTo>
                    <a:lnTo>
                      <a:pt x="350" y="146"/>
                    </a:lnTo>
                    <a:lnTo>
                      <a:pt x="346" y="146"/>
                    </a:lnTo>
                    <a:lnTo>
                      <a:pt x="344" y="146"/>
                    </a:lnTo>
                    <a:lnTo>
                      <a:pt x="340" y="146"/>
                    </a:lnTo>
                    <a:lnTo>
                      <a:pt x="340" y="150"/>
                    </a:lnTo>
                    <a:lnTo>
                      <a:pt x="336" y="154"/>
                    </a:lnTo>
                    <a:lnTo>
                      <a:pt x="336" y="158"/>
                    </a:lnTo>
                    <a:lnTo>
                      <a:pt x="336" y="160"/>
                    </a:lnTo>
                    <a:lnTo>
                      <a:pt x="340" y="164"/>
                    </a:lnTo>
                    <a:lnTo>
                      <a:pt x="344" y="168"/>
                    </a:lnTo>
                    <a:lnTo>
                      <a:pt x="344" y="172"/>
                    </a:lnTo>
                    <a:lnTo>
                      <a:pt x="340" y="172"/>
                    </a:lnTo>
                    <a:lnTo>
                      <a:pt x="340" y="176"/>
                    </a:lnTo>
                    <a:lnTo>
                      <a:pt x="336" y="176"/>
                    </a:lnTo>
                    <a:lnTo>
                      <a:pt x="332" y="176"/>
                    </a:lnTo>
                    <a:lnTo>
                      <a:pt x="332" y="180"/>
                    </a:lnTo>
                    <a:lnTo>
                      <a:pt x="328" y="180"/>
                    </a:lnTo>
                    <a:lnTo>
                      <a:pt x="328" y="184"/>
                    </a:lnTo>
                    <a:lnTo>
                      <a:pt x="324" y="184"/>
                    </a:lnTo>
                    <a:lnTo>
                      <a:pt x="324" y="186"/>
                    </a:lnTo>
                    <a:lnTo>
                      <a:pt x="320" y="186"/>
                    </a:lnTo>
                    <a:lnTo>
                      <a:pt x="320" y="190"/>
                    </a:lnTo>
                    <a:lnTo>
                      <a:pt x="318" y="190"/>
                    </a:lnTo>
                    <a:lnTo>
                      <a:pt x="318" y="194"/>
                    </a:lnTo>
                    <a:lnTo>
                      <a:pt x="314" y="194"/>
                    </a:lnTo>
                    <a:lnTo>
                      <a:pt x="310" y="194"/>
                    </a:lnTo>
                    <a:lnTo>
                      <a:pt x="310" y="198"/>
                    </a:lnTo>
                    <a:lnTo>
                      <a:pt x="306" y="198"/>
                    </a:lnTo>
                    <a:lnTo>
                      <a:pt x="302" y="198"/>
                    </a:lnTo>
                    <a:lnTo>
                      <a:pt x="298" y="198"/>
                    </a:lnTo>
                    <a:lnTo>
                      <a:pt x="294" y="198"/>
                    </a:lnTo>
                    <a:lnTo>
                      <a:pt x="290" y="198"/>
                    </a:lnTo>
                    <a:lnTo>
                      <a:pt x="284" y="198"/>
                    </a:lnTo>
                    <a:lnTo>
                      <a:pt x="280" y="198"/>
                    </a:lnTo>
                    <a:lnTo>
                      <a:pt x="276" y="198"/>
                    </a:lnTo>
                    <a:lnTo>
                      <a:pt x="272" y="198"/>
                    </a:lnTo>
                    <a:lnTo>
                      <a:pt x="268" y="198"/>
                    </a:lnTo>
                    <a:lnTo>
                      <a:pt x="264" y="200"/>
                    </a:lnTo>
                    <a:lnTo>
                      <a:pt x="262" y="204"/>
                    </a:lnTo>
                    <a:lnTo>
                      <a:pt x="258" y="204"/>
                    </a:lnTo>
                    <a:lnTo>
                      <a:pt x="254" y="208"/>
                    </a:lnTo>
                    <a:lnTo>
                      <a:pt x="250" y="208"/>
                    </a:lnTo>
                    <a:lnTo>
                      <a:pt x="246" y="208"/>
                    </a:lnTo>
                    <a:lnTo>
                      <a:pt x="242" y="212"/>
                    </a:lnTo>
                    <a:lnTo>
                      <a:pt x="238" y="212"/>
                    </a:lnTo>
                    <a:lnTo>
                      <a:pt x="238" y="208"/>
                    </a:lnTo>
                    <a:lnTo>
                      <a:pt x="232" y="208"/>
                    </a:lnTo>
                    <a:lnTo>
                      <a:pt x="228" y="208"/>
                    </a:lnTo>
                    <a:lnTo>
                      <a:pt x="220" y="208"/>
                    </a:lnTo>
                    <a:lnTo>
                      <a:pt x="220" y="204"/>
                    </a:lnTo>
                    <a:lnTo>
                      <a:pt x="216" y="204"/>
                    </a:lnTo>
                    <a:lnTo>
                      <a:pt x="212" y="200"/>
                    </a:lnTo>
                    <a:lnTo>
                      <a:pt x="208" y="200"/>
                    </a:lnTo>
                    <a:lnTo>
                      <a:pt x="202" y="200"/>
                    </a:lnTo>
                    <a:lnTo>
                      <a:pt x="202" y="198"/>
                    </a:lnTo>
                    <a:lnTo>
                      <a:pt x="198" y="194"/>
                    </a:lnTo>
                    <a:lnTo>
                      <a:pt x="194" y="194"/>
                    </a:lnTo>
                    <a:lnTo>
                      <a:pt x="190" y="194"/>
                    </a:lnTo>
                    <a:lnTo>
                      <a:pt x="186" y="194"/>
                    </a:lnTo>
                    <a:lnTo>
                      <a:pt x="186" y="190"/>
                    </a:lnTo>
                    <a:lnTo>
                      <a:pt x="182" y="190"/>
                    </a:lnTo>
                    <a:lnTo>
                      <a:pt x="180" y="190"/>
                    </a:lnTo>
                    <a:lnTo>
                      <a:pt x="176" y="194"/>
                    </a:lnTo>
                    <a:lnTo>
                      <a:pt x="172" y="194"/>
                    </a:lnTo>
                    <a:lnTo>
                      <a:pt x="168" y="194"/>
                    </a:lnTo>
                    <a:lnTo>
                      <a:pt x="164" y="194"/>
                    </a:lnTo>
                    <a:lnTo>
                      <a:pt x="160" y="194"/>
                    </a:lnTo>
                    <a:lnTo>
                      <a:pt x="156" y="194"/>
                    </a:lnTo>
                    <a:lnTo>
                      <a:pt x="152" y="194"/>
                    </a:lnTo>
                    <a:lnTo>
                      <a:pt x="150" y="194"/>
                    </a:lnTo>
                    <a:lnTo>
                      <a:pt x="146" y="190"/>
                    </a:lnTo>
                    <a:lnTo>
                      <a:pt x="142" y="190"/>
                    </a:lnTo>
                    <a:lnTo>
                      <a:pt x="138" y="190"/>
                    </a:lnTo>
                    <a:lnTo>
                      <a:pt x="136" y="190"/>
                    </a:lnTo>
                    <a:lnTo>
                      <a:pt x="132" y="190"/>
                    </a:lnTo>
                    <a:lnTo>
                      <a:pt x="128" y="190"/>
                    </a:lnTo>
                    <a:lnTo>
                      <a:pt x="124" y="190"/>
                    </a:lnTo>
                    <a:lnTo>
                      <a:pt x="124" y="186"/>
                    </a:lnTo>
                    <a:lnTo>
                      <a:pt x="120" y="184"/>
                    </a:lnTo>
                    <a:lnTo>
                      <a:pt x="116" y="184"/>
                    </a:lnTo>
                    <a:lnTo>
                      <a:pt x="116" y="180"/>
                    </a:lnTo>
                    <a:lnTo>
                      <a:pt x="116" y="176"/>
                    </a:lnTo>
                    <a:lnTo>
                      <a:pt x="112" y="176"/>
                    </a:lnTo>
                    <a:lnTo>
                      <a:pt x="112" y="172"/>
                    </a:lnTo>
                    <a:lnTo>
                      <a:pt x="112" y="168"/>
                    </a:lnTo>
                    <a:lnTo>
                      <a:pt x="112" y="164"/>
                    </a:lnTo>
                    <a:lnTo>
                      <a:pt x="110" y="164"/>
                    </a:lnTo>
                    <a:lnTo>
                      <a:pt x="110" y="160"/>
                    </a:lnTo>
                    <a:lnTo>
                      <a:pt x="106" y="160"/>
                    </a:lnTo>
                    <a:lnTo>
                      <a:pt x="98" y="160"/>
                    </a:lnTo>
                    <a:lnTo>
                      <a:pt x="98" y="158"/>
                    </a:lnTo>
                    <a:lnTo>
                      <a:pt x="94" y="158"/>
                    </a:lnTo>
                    <a:lnTo>
                      <a:pt x="94" y="154"/>
                    </a:lnTo>
                    <a:lnTo>
                      <a:pt x="90" y="154"/>
                    </a:lnTo>
                    <a:lnTo>
                      <a:pt x="90" y="150"/>
                    </a:lnTo>
                    <a:lnTo>
                      <a:pt x="86" y="150"/>
                    </a:lnTo>
                    <a:lnTo>
                      <a:pt x="84" y="150"/>
                    </a:lnTo>
                    <a:lnTo>
                      <a:pt x="84" y="146"/>
                    </a:lnTo>
                    <a:lnTo>
                      <a:pt x="80" y="146"/>
                    </a:lnTo>
                    <a:lnTo>
                      <a:pt x="76" y="146"/>
                    </a:lnTo>
                    <a:lnTo>
                      <a:pt x="72" y="146"/>
                    </a:lnTo>
                    <a:lnTo>
                      <a:pt x="68" y="146"/>
                    </a:lnTo>
                    <a:lnTo>
                      <a:pt x="64" y="146"/>
                    </a:lnTo>
                    <a:lnTo>
                      <a:pt x="60" y="146"/>
                    </a:lnTo>
                    <a:lnTo>
                      <a:pt x="54" y="146"/>
                    </a:lnTo>
                    <a:lnTo>
                      <a:pt x="54" y="142"/>
                    </a:lnTo>
                    <a:lnTo>
                      <a:pt x="50" y="142"/>
                    </a:lnTo>
                    <a:lnTo>
                      <a:pt x="46" y="142"/>
                    </a:lnTo>
                    <a:lnTo>
                      <a:pt x="46" y="138"/>
                    </a:lnTo>
                    <a:lnTo>
                      <a:pt x="42" y="138"/>
                    </a:lnTo>
                    <a:lnTo>
                      <a:pt x="42" y="134"/>
                    </a:lnTo>
                    <a:lnTo>
                      <a:pt x="42" y="130"/>
                    </a:lnTo>
                    <a:lnTo>
                      <a:pt x="46" y="128"/>
                    </a:lnTo>
                    <a:lnTo>
                      <a:pt x="46" y="124"/>
                    </a:lnTo>
                    <a:lnTo>
                      <a:pt x="46" y="120"/>
                    </a:lnTo>
                    <a:lnTo>
                      <a:pt x="50" y="116"/>
                    </a:lnTo>
                    <a:lnTo>
                      <a:pt x="46" y="112"/>
                    </a:lnTo>
                    <a:lnTo>
                      <a:pt x="50" y="112"/>
                    </a:lnTo>
                    <a:lnTo>
                      <a:pt x="46" y="112"/>
                    </a:lnTo>
                    <a:lnTo>
                      <a:pt x="46" y="108"/>
                    </a:lnTo>
                    <a:lnTo>
                      <a:pt x="46" y="104"/>
                    </a:lnTo>
                    <a:lnTo>
                      <a:pt x="42" y="104"/>
                    </a:lnTo>
                    <a:lnTo>
                      <a:pt x="42" y="100"/>
                    </a:lnTo>
                    <a:lnTo>
                      <a:pt x="38" y="100"/>
                    </a:lnTo>
                    <a:lnTo>
                      <a:pt x="38" y="98"/>
                    </a:lnTo>
                    <a:lnTo>
                      <a:pt x="38" y="94"/>
                    </a:lnTo>
                    <a:lnTo>
                      <a:pt x="38" y="90"/>
                    </a:lnTo>
                    <a:lnTo>
                      <a:pt x="34" y="90"/>
                    </a:lnTo>
                    <a:lnTo>
                      <a:pt x="34" y="86"/>
                    </a:lnTo>
                    <a:lnTo>
                      <a:pt x="30" y="86"/>
                    </a:lnTo>
                    <a:lnTo>
                      <a:pt x="30" y="90"/>
                    </a:lnTo>
                    <a:lnTo>
                      <a:pt x="28" y="86"/>
                    </a:lnTo>
                    <a:lnTo>
                      <a:pt x="24" y="86"/>
                    </a:lnTo>
                    <a:lnTo>
                      <a:pt x="20" y="86"/>
                    </a:lnTo>
                    <a:lnTo>
                      <a:pt x="20" y="82"/>
                    </a:lnTo>
                    <a:lnTo>
                      <a:pt x="16" y="82"/>
                    </a:lnTo>
                    <a:lnTo>
                      <a:pt x="12" y="82"/>
                    </a:lnTo>
                    <a:lnTo>
                      <a:pt x="12" y="78"/>
                    </a:lnTo>
                    <a:lnTo>
                      <a:pt x="8" y="74"/>
                    </a:lnTo>
                    <a:lnTo>
                      <a:pt x="4" y="74"/>
                    </a:lnTo>
                    <a:lnTo>
                      <a:pt x="4" y="72"/>
                    </a:lnTo>
                    <a:lnTo>
                      <a:pt x="0" y="68"/>
                    </a:lnTo>
                    <a:lnTo>
                      <a:pt x="4" y="64"/>
                    </a:lnTo>
                    <a:lnTo>
                      <a:pt x="0" y="64"/>
                    </a:lnTo>
                    <a:lnTo>
                      <a:pt x="0" y="60"/>
                    </a:lnTo>
                    <a:lnTo>
                      <a:pt x="4" y="60"/>
                    </a:lnTo>
                    <a:lnTo>
                      <a:pt x="8" y="60"/>
                    </a:lnTo>
                    <a:lnTo>
                      <a:pt x="4" y="56"/>
                    </a:lnTo>
                    <a:lnTo>
                      <a:pt x="8" y="56"/>
                    </a:lnTo>
                    <a:lnTo>
                      <a:pt x="12" y="56"/>
                    </a:lnTo>
                    <a:lnTo>
                      <a:pt x="16" y="56"/>
                    </a:lnTo>
                    <a:lnTo>
                      <a:pt x="16" y="52"/>
                    </a:lnTo>
                    <a:lnTo>
                      <a:pt x="20" y="52"/>
                    </a:lnTo>
                    <a:lnTo>
                      <a:pt x="20" y="56"/>
                    </a:lnTo>
                    <a:lnTo>
                      <a:pt x="20" y="52"/>
                    </a:lnTo>
                    <a:lnTo>
                      <a:pt x="24" y="52"/>
                    </a:lnTo>
                    <a:lnTo>
                      <a:pt x="28" y="52"/>
                    </a:lnTo>
                    <a:lnTo>
                      <a:pt x="28" y="48"/>
                    </a:lnTo>
                    <a:lnTo>
                      <a:pt x="30" y="48"/>
                    </a:lnTo>
                    <a:lnTo>
                      <a:pt x="28" y="48"/>
                    </a:lnTo>
                    <a:lnTo>
                      <a:pt x="28" y="44"/>
                    </a:lnTo>
                    <a:lnTo>
                      <a:pt x="30" y="44"/>
                    </a:lnTo>
                    <a:lnTo>
                      <a:pt x="34" y="44"/>
                    </a:lnTo>
                    <a:lnTo>
                      <a:pt x="34" y="42"/>
                    </a:lnTo>
                    <a:lnTo>
                      <a:pt x="38" y="42"/>
                    </a:lnTo>
                    <a:lnTo>
                      <a:pt x="38" y="38"/>
                    </a:lnTo>
                    <a:lnTo>
                      <a:pt x="42" y="38"/>
                    </a:lnTo>
                    <a:lnTo>
                      <a:pt x="42" y="42"/>
                    </a:lnTo>
                    <a:lnTo>
                      <a:pt x="42" y="38"/>
                    </a:lnTo>
                    <a:lnTo>
                      <a:pt x="46" y="38"/>
                    </a:lnTo>
                    <a:lnTo>
                      <a:pt x="46" y="34"/>
                    </a:lnTo>
                    <a:lnTo>
                      <a:pt x="50" y="34"/>
                    </a:lnTo>
                    <a:lnTo>
                      <a:pt x="54" y="34"/>
                    </a:lnTo>
                    <a:lnTo>
                      <a:pt x="56" y="30"/>
                    </a:lnTo>
                    <a:lnTo>
                      <a:pt x="60" y="30"/>
                    </a:lnTo>
                    <a:lnTo>
                      <a:pt x="64" y="30"/>
                    </a:lnTo>
                    <a:lnTo>
                      <a:pt x="64" y="26"/>
                    </a:lnTo>
                    <a:lnTo>
                      <a:pt x="68" y="26"/>
                    </a:lnTo>
                    <a:lnTo>
                      <a:pt x="72" y="30"/>
                    </a:lnTo>
                    <a:lnTo>
                      <a:pt x="72" y="26"/>
                    </a:lnTo>
                    <a:lnTo>
                      <a:pt x="76" y="26"/>
                    </a:lnTo>
                    <a:lnTo>
                      <a:pt x="76" y="30"/>
                    </a:lnTo>
                    <a:lnTo>
                      <a:pt x="80" y="30"/>
                    </a:lnTo>
                    <a:lnTo>
                      <a:pt x="84" y="30"/>
                    </a:lnTo>
                    <a:lnTo>
                      <a:pt x="86" y="30"/>
                    </a:lnTo>
                    <a:lnTo>
                      <a:pt x="90" y="30"/>
                    </a:lnTo>
                    <a:lnTo>
                      <a:pt x="94" y="30"/>
                    </a:lnTo>
                    <a:lnTo>
                      <a:pt x="94" y="34"/>
                    </a:lnTo>
                    <a:lnTo>
                      <a:pt x="94" y="38"/>
                    </a:lnTo>
                    <a:lnTo>
                      <a:pt x="94" y="42"/>
                    </a:lnTo>
                    <a:lnTo>
                      <a:pt x="98" y="42"/>
                    </a:lnTo>
                    <a:lnTo>
                      <a:pt x="98" y="44"/>
                    </a:lnTo>
                    <a:lnTo>
                      <a:pt x="102" y="42"/>
                    </a:lnTo>
                    <a:lnTo>
                      <a:pt x="106" y="44"/>
                    </a:lnTo>
                    <a:lnTo>
                      <a:pt x="110" y="44"/>
                    </a:lnTo>
                    <a:lnTo>
                      <a:pt x="112" y="44"/>
                    </a:lnTo>
                    <a:lnTo>
                      <a:pt x="116" y="44"/>
                    </a:lnTo>
                    <a:lnTo>
                      <a:pt x="120" y="44"/>
                    </a:lnTo>
                    <a:lnTo>
                      <a:pt x="124" y="44"/>
                    </a:lnTo>
                    <a:lnTo>
                      <a:pt x="128" y="44"/>
                    </a:lnTo>
                    <a:lnTo>
                      <a:pt x="132" y="44"/>
                    </a:lnTo>
                    <a:lnTo>
                      <a:pt x="136" y="48"/>
                    </a:lnTo>
                    <a:lnTo>
                      <a:pt x="138" y="48"/>
                    </a:lnTo>
                    <a:lnTo>
                      <a:pt x="138" y="44"/>
                    </a:lnTo>
                    <a:lnTo>
                      <a:pt x="142" y="44"/>
                    </a:lnTo>
                    <a:lnTo>
                      <a:pt x="146" y="44"/>
                    </a:lnTo>
                    <a:lnTo>
                      <a:pt x="146" y="42"/>
                    </a:lnTo>
                    <a:lnTo>
                      <a:pt x="150" y="42"/>
                    </a:lnTo>
                    <a:lnTo>
                      <a:pt x="150" y="38"/>
                    </a:lnTo>
                    <a:lnTo>
                      <a:pt x="150" y="34"/>
                    </a:lnTo>
                    <a:lnTo>
                      <a:pt x="146" y="30"/>
                    </a:lnTo>
                    <a:lnTo>
                      <a:pt x="146" y="26"/>
                    </a:lnTo>
                    <a:lnTo>
                      <a:pt x="142" y="22"/>
                    </a:lnTo>
                    <a:lnTo>
                      <a:pt x="146" y="18"/>
                    </a:lnTo>
                    <a:lnTo>
                      <a:pt x="146" y="14"/>
                    </a:lnTo>
                    <a:lnTo>
                      <a:pt x="146" y="12"/>
                    </a:lnTo>
                    <a:lnTo>
                      <a:pt x="150" y="12"/>
                    </a:lnTo>
                    <a:lnTo>
                      <a:pt x="150" y="14"/>
                    </a:lnTo>
                    <a:lnTo>
                      <a:pt x="150" y="12"/>
                    </a:lnTo>
                    <a:lnTo>
                      <a:pt x="150" y="8"/>
                    </a:lnTo>
                    <a:lnTo>
                      <a:pt x="152" y="8"/>
                    </a:lnTo>
                    <a:lnTo>
                      <a:pt x="156" y="8"/>
                    </a:lnTo>
                    <a:lnTo>
                      <a:pt x="156" y="4"/>
                    </a:lnTo>
                    <a:lnTo>
                      <a:pt x="156" y="0"/>
                    </a:lnTo>
                    <a:lnTo>
                      <a:pt x="160" y="0"/>
                    </a:lnTo>
                    <a:lnTo>
                      <a:pt x="164" y="4"/>
                    </a:lnTo>
                    <a:lnTo>
                      <a:pt x="168" y="4"/>
                    </a:lnTo>
                    <a:lnTo>
                      <a:pt x="172" y="4"/>
                    </a:lnTo>
                    <a:lnTo>
                      <a:pt x="172" y="8"/>
                    </a:lnTo>
                    <a:lnTo>
                      <a:pt x="176" y="8"/>
                    </a:lnTo>
                    <a:lnTo>
                      <a:pt x="180" y="8"/>
                    </a:lnTo>
                    <a:lnTo>
                      <a:pt x="182" y="8"/>
                    </a:lnTo>
                    <a:lnTo>
                      <a:pt x="186" y="12"/>
                    </a:lnTo>
                    <a:lnTo>
                      <a:pt x="190" y="12"/>
                    </a:lnTo>
                    <a:lnTo>
                      <a:pt x="194" y="14"/>
                    </a:lnTo>
                    <a:lnTo>
                      <a:pt x="194" y="12"/>
                    </a:lnTo>
                    <a:lnTo>
                      <a:pt x="198" y="12"/>
                    </a:lnTo>
                    <a:lnTo>
                      <a:pt x="198" y="14"/>
                    </a:lnTo>
                    <a:lnTo>
                      <a:pt x="202" y="14"/>
                    </a:lnTo>
                    <a:lnTo>
                      <a:pt x="206" y="14"/>
                    </a:lnTo>
                    <a:lnTo>
                      <a:pt x="206" y="18"/>
                    </a:lnTo>
                    <a:lnTo>
                      <a:pt x="206" y="22"/>
                    </a:lnTo>
                    <a:lnTo>
                      <a:pt x="206" y="26"/>
                    </a:lnTo>
                    <a:lnTo>
                      <a:pt x="206" y="30"/>
                    </a:lnTo>
                    <a:lnTo>
                      <a:pt x="206" y="34"/>
                    </a:lnTo>
                    <a:lnTo>
                      <a:pt x="208" y="34"/>
                    </a:lnTo>
                    <a:lnTo>
                      <a:pt x="212" y="34"/>
                    </a:lnTo>
                    <a:lnTo>
                      <a:pt x="212" y="38"/>
                    </a:lnTo>
                    <a:lnTo>
                      <a:pt x="216" y="38"/>
                    </a:lnTo>
                    <a:lnTo>
                      <a:pt x="220" y="38"/>
                    </a:lnTo>
                    <a:lnTo>
                      <a:pt x="220" y="42"/>
                    </a:lnTo>
                    <a:lnTo>
                      <a:pt x="224" y="42"/>
                    </a:lnTo>
                    <a:lnTo>
                      <a:pt x="228" y="42"/>
                    </a:lnTo>
                    <a:lnTo>
                      <a:pt x="232" y="42"/>
                    </a:lnTo>
                    <a:lnTo>
                      <a:pt x="236" y="42"/>
                    </a:lnTo>
                    <a:lnTo>
                      <a:pt x="236" y="38"/>
                    </a:lnTo>
                    <a:lnTo>
                      <a:pt x="238" y="38"/>
                    </a:lnTo>
                    <a:lnTo>
                      <a:pt x="242" y="34"/>
                    </a:lnTo>
                    <a:lnTo>
                      <a:pt x="246" y="38"/>
                    </a:lnTo>
                    <a:lnTo>
                      <a:pt x="246" y="34"/>
                    </a:lnTo>
                    <a:lnTo>
                      <a:pt x="250" y="34"/>
                    </a:lnTo>
                    <a:lnTo>
                      <a:pt x="254" y="34"/>
                    </a:lnTo>
                    <a:lnTo>
                      <a:pt x="258" y="34"/>
                    </a:lnTo>
                    <a:lnTo>
                      <a:pt x="258" y="38"/>
                    </a:lnTo>
                    <a:lnTo>
                      <a:pt x="262" y="38"/>
                    </a:lnTo>
                    <a:lnTo>
                      <a:pt x="264" y="38"/>
                    </a:lnTo>
                    <a:lnTo>
                      <a:pt x="268" y="38"/>
                    </a:lnTo>
                    <a:lnTo>
                      <a:pt x="272" y="42"/>
                    </a:lnTo>
                    <a:lnTo>
                      <a:pt x="276" y="44"/>
                    </a:lnTo>
                    <a:lnTo>
                      <a:pt x="280" y="44"/>
                    </a:lnTo>
                    <a:lnTo>
                      <a:pt x="284" y="44"/>
                    </a:lnTo>
                    <a:lnTo>
                      <a:pt x="288" y="44"/>
                    </a:lnTo>
                    <a:lnTo>
                      <a:pt x="288" y="48"/>
                    </a:lnTo>
                    <a:lnTo>
                      <a:pt x="288" y="52"/>
                    </a:lnTo>
                    <a:lnTo>
                      <a:pt x="290" y="56"/>
                    </a:lnTo>
                    <a:lnTo>
                      <a:pt x="294" y="56"/>
                    </a:lnTo>
                    <a:lnTo>
                      <a:pt x="298" y="56"/>
                    </a:lnTo>
                    <a:lnTo>
                      <a:pt x="302" y="56"/>
                    </a:lnTo>
                    <a:lnTo>
                      <a:pt x="306" y="56"/>
                    </a:lnTo>
                    <a:lnTo>
                      <a:pt x="310" y="60"/>
                    </a:lnTo>
                    <a:lnTo>
                      <a:pt x="314" y="60"/>
                    </a:lnTo>
                    <a:lnTo>
                      <a:pt x="318" y="60"/>
                    </a:lnTo>
                    <a:lnTo>
                      <a:pt x="320" y="60"/>
                    </a:lnTo>
                    <a:lnTo>
                      <a:pt x="324" y="60"/>
                    </a:lnTo>
                    <a:lnTo>
                      <a:pt x="328" y="60"/>
                    </a:lnTo>
                    <a:lnTo>
                      <a:pt x="332" y="60"/>
                    </a:lnTo>
                    <a:lnTo>
                      <a:pt x="332" y="56"/>
                    </a:lnTo>
                    <a:lnTo>
                      <a:pt x="336" y="56"/>
                    </a:lnTo>
                    <a:lnTo>
                      <a:pt x="340" y="56"/>
                    </a:lnTo>
                    <a:lnTo>
                      <a:pt x="344" y="56"/>
                    </a:lnTo>
                    <a:lnTo>
                      <a:pt x="346" y="56"/>
                    </a:lnTo>
                    <a:lnTo>
                      <a:pt x="350" y="52"/>
                    </a:lnTo>
                    <a:lnTo>
                      <a:pt x="354" y="52"/>
                    </a:lnTo>
                    <a:lnTo>
                      <a:pt x="354" y="56"/>
                    </a:lnTo>
                    <a:lnTo>
                      <a:pt x="354" y="52"/>
                    </a:lnTo>
                    <a:lnTo>
                      <a:pt x="358" y="52"/>
                    </a:lnTo>
                    <a:lnTo>
                      <a:pt x="362" y="48"/>
                    </a:lnTo>
                    <a:lnTo>
                      <a:pt x="362" y="44"/>
                    </a:lnTo>
                    <a:lnTo>
                      <a:pt x="366" y="44"/>
                    </a:lnTo>
                    <a:lnTo>
                      <a:pt x="370" y="42"/>
                    </a:lnTo>
                    <a:lnTo>
                      <a:pt x="374" y="42"/>
                    </a:lnTo>
                    <a:lnTo>
                      <a:pt x="374" y="38"/>
                    </a:lnTo>
                    <a:lnTo>
                      <a:pt x="376" y="38"/>
                    </a:lnTo>
                    <a:lnTo>
                      <a:pt x="380" y="38"/>
                    </a:lnTo>
                    <a:lnTo>
                      <a:pt x="384" y="38"/>
                    </a:lnTo>
                    <a:lnTo>
                      <a:pt x="384" y="42"/>
                    </a:lnTo>
                    <a:lnTo>
                      <a:pt x="388" y="42"/>
                    </a:lnTo>
                    <a:lnTo>
                      <a:pt x="388" y="44"/>
                    </a:lnTo>
                    <a:lnTo>
                      <a:pt x="392" y="44"/>
                    </a:lnTo>
                    <a:lnTo>
                      <a:pt x="396" y="44"/>
                    </a:lnTo>
                    <a:lnTo>
                      <a:pt x="400" y="44"/>
                    </a:lnTo>
                    <a:lnTo>
                      <a:pt x="402" y="44"/>
                    </a:lnTo>
                    <a:lnTo>
                      <a:pt x="406" y="44"/>
                    </a:lnTo>
                    <a:lnTo>
                      <a:pt x="410" y="44"/>
                    </a:lnTo>
                    <a:lnTo>
                      <a:pt x="410" y="48"/>
                    </a:lnTo>
                    <a:lnTo>
                      <a:pt x="406" y="52"/>
                    </a:lnTo>
                    <a:lnTo>
                      <a:pt x="406" y="56"/>
                    </a:lnTo>
                    <a:lnTo>
                      <a:pt x="406" y="60"/>
                    </a:lnTo>
                    <a:lnTo>
                      <a:pt x="402" y="60"/>
                    </a:lnTo>
                    <a:lnTo>
                      <a:pt x="402" y="64"/>
                    </a:lnTo>
                    <a:lnTo>
                      <a:pt x="400" y="68"/>
                    </a:lnTo>
                    <a:lnTo>
                      <a:pt x="402" y="68"/>
                    </a:lnTo>
                    <a:lnTo>
                      <a:pt x="400" y="72"/>
                    </a:lnTo>
                    <a:lnTo>
                      <a:pt x="396" y="74"/>
                    </a:lnTo>
                    <a:lnTo>
                      <a:pt x="400" y="78"/>
                    </a:lnTo>
                    <a:lnTo>
                      <a:pt x="396" y="82"/>
                    </a:lnTo>
                    <a:lnTo>
                      <a:pt x="392" y="82"/>
                    </a:lnTo>
                    <a:lnTo>
                      <a:pt x="396" y="86"/>
                    </a:lnTo>
                    <a:lnTo>
                      <a:pt x="400" y="90"/>
                    </a:lnTo>
                    <a:lnTo>
                      <a:pt x="402" y="90"/>
                    </a:lnTo>
                    <a:lnTo>
                      <a:pt x="402" y="86"/>
                    </a:lnTo>
                    <a:lnTo>
                      <a:pt x="406" y="90"/>
                    </a:lnTo>
                    <a:lnTo>
                      <a:pt x="410" y="86"/>
                    </a:lnTo>
                    <a:lnTo>
                      <a:pt x="414" y="86"/>
                    </a:lnTo>
                    <a:lnTo>
                      <a:pt x="414" y="90"/>
                    </a:lnTo>
                    <a:lnTo>
                      <a:pt x="418" y="94"/>
                    </a:lnTo>
                    <a:lnTo>
                      <a:pt x="422" y="90"/>
                    </a:lnTo>
                    <a:lnTo>
                      <a:pt x="422" y="86"/>
                    </a:lnTo>
                    <a:lnTo>
                      <a:pt x="426" y="86"/>
                    </a:lnTo>
                    <a:lnTo>
                      <a:pt x="428" y="86"/>
                    </a:lnTo>
                    <a:lnTo>
                      <a:pt x="432" y="86"/>
                    </a:lnTo>
                    <a:lnTo>
                      <a:pt x="436" y="86"/>
                    </a:lnTo>
                    <a:lnTo>
                      <a:pt x="440" y="90"/>
                    </a:lnTo>
                    <a:lnTo>
                      <a:pt x="444" y="94"/>
                    </a:lnTo>
                    <a:lnTo>
                      <a:pt x="448" y="94"/>
                    </a:lnTo>
                    <a:lnTo>
                      <a:pt x="448" y="98"/>
                    </a:lnTo>
                    <a:lnTo>
                      <a:pt x="448" y="100"/>
                    </a:lnTo>
                    <a:lnTo>
                      <a:pt x="452" y="100"/>
                    </a:lnTo>
                    <a:lnTo>
                      <a:pt x="456" y="104"/>
                    </a:lnTo>
                    <a:lnTo>
                      <a:pt x="456" y="108"/>
                    </a:lnTo>
                    <a:lnTo>
                      <a:pt x="456" y="112"/>
                    </a:lnTo>
                    <a:lnTo>
                      <a:pt x="452" y="112"/>
                    </a:lnTo>
                    <a:lnTo>
                      <a:pt x="448" y="112"/>
                    </a:lnTo>
                    <a:lnTo>
                      <a:pt x="444" y="112"/>
                    </a:lnTo>
                    <a:lnTo>
                      <a:pt x="440" y="112"/>
                    </a:lnTo>
                    <a:lnTo>
                      <a:pt x="440" y="108"/>
                    </a:lnTo>
                    <a:lnTo>
                      <a:pt x="440" y="112"/>
                    </a:lnTo>
                    <a:lnTo>
                      <a:pt x="436" y="112"/>
                    </a:lnTo>
                    <a:lnTo>
                      <a:pt x="432" y="112"/>
                    </a:lnTo>
                    <a:lnTo>
                      <a:pt x="428" y="112"/>
                    </a:lnTo>
                    <a:lnTo>
                      <a:pt x="426" y="112"/>
                    </a:lnTo>
                    <a:lnTo>
                      <a:pt x="426" y="116"/>
                    </a:lnTo>
                    <a:lnTo>
                      <a:pt x="422" y="116"/>
                    </a:lnTo>
                    <a:lnTo>
                      <a:pt x="422" y="112"/>
                    </a:lnTo>
                    <a:lnTo>
                      <a:pt x="422" y="116"/>
                    </a:lnTo>
                    <a:lnTo>
                      <a:pt x="418" y="116"/>
                    </a:lnTo>
                    <a:lnTo>
                      <a:pt x="418" y="120"/>
                    </a:lnTo>
                    <a:lnTo>
                      <a:pt x="414" y="120"/>
                    </a:lnTo>
                    <a:lnTo>
                      <a:pt x="410" y="120"/>
                    </a:lnTo>
                    <a:lnTo>
                      <a:pt x="410" y="120"/>
                    </a:lnTo>
                    <a:lnTo>
                      <a:pt x="41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8" name="Freeform 42"/>
              <p:cNvSpPr>
                <a:spLocks noEditPoints="1"/>
              </p:cNvSpPr>
              <p:nvPr/>
            </p:nvSpPr>
            <p:spPr bwMode="gray">
              <a:xfrm>
                <a:off x="7067956" y="3653539"/>
                <a:ext cx="219147" cy="570475"/>
              </a:xfrm>
              <a:custGeom>
                <a:avLst/>
                <a:gdLst>
                  <a:gd name="T0" fmla="*/ 88 w 126"/>
                  <a:gd name="T1" fmla="*/ 314 h 328"/>
                  <a:gd name="T2" fmla="*/ 88 w 126"/>
                  <a:gd name="T3" fmla="*/ 294 h 328"/>
                  <a:gd name="T4" fmla="*/ 88 w 126"/>
                  <a:gd name="T5" fmla="*/ 280 h 328"/>
                  <a:gd name="T6" fmla="*/ 86 w 126"/>
                  <a:gd name="T7" fmla="*/ 262 h 328"/>
                  <a:gd name="T8" fmla="*/ 78 w 126"/>
                  <a:gd name="T9" fmla="*/ 242 h 328"/>
                  <a:gd name="T10" fmla="*/ 78 w 126"/>
                  <a:gd name="T11" fmla="*/ 220 h 328"/>
                  <a:gd name="T12" fmla="*/ 72 w 126"/>
                  <a:gd name="T13" fmla="*/ 202 h 328"/>
                  <a:gd name="T14" fmla="*/ 64 w 126"/>
                  <a:gd name="T15" fmla="*/ 208 h 328"/>
                  <a:gd name="T16" fmla="*/ 56 w 126"/>
                  <a:gd name="T17" fmla="*/ 216 h 328"/>
                  <a:gd name="T18" fmla="*/ 42 w 126"/>
                  <a:gd name="T19" fmla="*/ 224 h 328"/>
                  <a:gd name="T20" fmla="*/ 38 w 126"/>
                  <a:gd name="T21" fmla="*/ 228 h 328"/>
                  <a:gd name="T22" fmla="*/ 34 w 126"/>
                  <a:gd name="T23" fmla="*/ 220 h 328"/>
                  <a:gd name="T24" fmla="*/ 30 w 126"/>
                  <a:gd name="T25" fmla="*/ 208 h 328"/>
                  <a:gd name="T26" fmla="*/ 30 w 126"/>
                  <a:gd name="T27" fmla="*/ 182 h 328"/>
                  <a:gd name="T28" fmla="*/ 22 w 126"/>
                  <a:gd name="T29" fmla="*/ 164 h 328"/>
                  <a:gd name="T30" fmla="*/ 18 w 126"/>
                  <a:gd name="T31" fmla="*/ 152 h 328"/>
                  <a:gd name="T32" fmla="*/ 12 w 126"/>
                  <a:gd name="T33" fmla="*/ 152 h 328"/>
                  <a:gd name="T34" fmla="*/ 12 w 126"/>
                  <a:gd name="T35" fmla="*/ 146 h 328"/>
                  <a:gd name="T36" fmla="*/ 8 w 126"/>
                  <a:gd name="T37" fmla="*/ 146 h 328"/>
                  <a:gd name="T38" fmla="*/ 4 w 126"/>
                  <a:gd name="T39" fmla="*/ 128 h 328"/>
                  <a:gd name="T40" fmla="*/ 12 w 126"/>
                  <a:gd name="T41" fmla="*/ 116 h 328"/>
                  <a:gd name="T42" fmla="*/ 12 w 126"/>
                  <a:gd name="T43" fmla="*/ 102 h 328"/>
                  <a:gd name="T44" fmla="*/ 16 w 126"/>
                  <a:gd name="T45" fmla="*/ 82 h 328"/>
                  <a:gd name="T46" fmla="*/ 30 w 126"/>
                  <a:gd name="T47" fmla="*/ 80 h 328"/>
                  <a:gd name="T48" fmla="*/ 38 w 126"/>
                  <a:gd name="T49" fmla="*/ 54 h 328"/>
                  <a:gd name="T50" fmla="*/ 46 w 126"/>
                  <a:gd name="T51" fmla="*/ 30 h 328"/>
                  <a:gd name="T52" fmla="*/ 72 w 126"/>
                  <a:gd name="T53" fmla="*/ 26 h 328"/>
                  <a:gd name="T54" fmla="*/ 72 w 126"/>
                  <a:gd name="T55" fmla="*/ 4 h 328"/>
                  <a:gd name="T56" fmla="*/ 86 w 126"/>
                  <a:gd name="T57" fmla="*/ 12 h 328"/>
                  <a:gd name="T58" fmla="*/ 92 w 126"/>
                  <a:gd name="T59" fmla="*/ 26 h 328"/>
                  <a:gd name="T60" fmla="*/ 92 w 126"/>
                  <a:gd name="T61" fmla="*/ 50 h 328"/>
                  <a:gd name="T62" fmla="*/ 78 w 126"/>
                  <a:gd name="T63" fmla="*/ 68 h 328"/>
                  <a:gd name="T64" fmla="*/ 78 w 126"/>
                  <a:gd name="T65" fmla="*/ 82 h 328"/>
                  <a:gd name="T66" fmla="*/ 92 w 126"/>
                  <a:gd name="T67" fmla="*/ 82 h 328"/>
                  <a:gd name="T68" fmla="*/ 104 w 126"/>
                  <a:gd name="T69" fmla="*/ 98 h 328"/>
                  <a:gd name="T70" fmla="*/ 104 w 126"/>
                  <a:gd name="T71" fmla="*/ 116 h 328"/>
                  <a:gd name="T72" fmla="*/ 122 w 126"/>
                  <a:gd name="T73" fmla="*/ 124 h 328"/>
                  <a:gd name="T74" fmla="*/ 114 w 126"/>
                  <a:gd name="T75" fmla="*/ 138 h 328"/>
                  <a:gd name="T76" fmla="*/ 104 w 126"/>
                  <a:gd name="T77" fmla="*/ 150 h 328"/>
                  <a:gd name="T78" fmla="*/ 88 w 126"/>
                  <a:gd name="T79" fmla="*/ 156 h 328"/>
                  <a:gd name="T80" fmla="*/ 78 w 126"/>
                  <a:gd name="T81" fmla="*/ 176 h 328"/>
                  <a:gd name="T82" fmla="*/ 78 w 126"/>
                  <a:gd name="T83" fmla="*/ 186 h 328"/>
                  <a:gd name="T84" fmla="*/ 88 w 126"/>
                  <a:gd name="T85" fmla="*/ 206 h 328"/>
                  <a:gd name="T86" fmla="*/ 88 w 126"/>
                  <a:gd name="T87" fmla="*/ 228 h 328"/>
                  <a:gd name="T88" fmla="*/ 88 w 126"/>
                  <a:gd name="T89" fmla="*/ 250 h 328"/>
                  <a:gd name="T90" fmla="*/ 100 w 126"/>
                  <a:gd name="T91" fmla="*/ 268 h 328"/>
                  <a:gd name="T92" fmla="*/ 104 w 126"/>
                  <a:gd name="T93" fmla="*/ 294 h 328"/>
                  <a:gd name="T94" fmla="*/ 92 w 126"/>
                  <a:gd name="T95" fmla="*/ 314 h 328"/>
                  <a:gd name="T96" fmla="*/ 22 w 126"/>
                  <a:gd name="T97" fmla="*/ 164 h 328"/>
                  <a:gd name="T98" fmla="*/ 8 w 126"/>
                  <a:gd name="T99" fmla="*/ 146 h 328"/>
                  <a:gd name="T100" fmla="*/ 26 w 126"/>
                  <a:gd name="T101" fmla="*/ 164 h 328"/>
                  <a:gd name="T102" fmla="*/ 74 w 126"/>
                  <a:gd name="T103" fmla="*/ 212 h 328"/>
                  <a:gd name="T104" fmla="*/ 34 w 126"/>
                  <a:gd name="T105" fmla="*/ 224 h 328"/>
                  <a:gd name="T106" fmla="*/ 82 w 126"/>
                  <a:gd name="T107" fmla="*/ 290 h 328"/>
                  <a:gd name="T108" fmla="*/ 86 w 126"/>
                  <a:gd name="T109" fmla="*/ 328 h 328"/>
                  <a:gd name="T110" fmla="*/ 86 w 126"/>
                  <a:gd name="T111" fmla="*/ 288 h 328"/>
                  <a:gd name="T112" fmla="*/ 82 w 126"/>
                  <a:gd name="T113" fmla="*/ 284 h 328"/>
                  <a:gd name="T114" fmla="*/ 88 w 126"/>
                  <a:gd name="T115" fmla="*/ 290 h 328"/>
                  <a:gd name="T116" fmla="*/ 86 w 126"/>
                  <a:gd name="T117" fmla="*/ 302 h 328"/>
                  <a:gd name="T118" fmla="*/ 82 w 126"/>
                  <a:gd name="T119" fmla="*/ 31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26" h="328">
                    <a:moveTo>
                      <a:pt x="92" y="314"/>
                    </a:moveTo>
                    <a:lnTo>
                      <a:pt x="92" y="318"/>
                    </a:lnTo>
                    <a:lnTo>
                      <a:pt x="92" y="320"/>
                    </a:lnTo>
                    <a:lnTo>
                      <a:pt x="88" y="324"/>
                    </a:lnTo>
                    <a:lnTo>
                      <a:pt x="88" y="328"/>
                    </a:lnTo>
                    <a:lnTo>
                      <a:pt x="88" y="324"/>
                    </a:lnTo>
                    <a:lnTo>
                      <a:pt x="88" y="320"/>
                    </a:lnTo>
                    <a:lnTo>
                      <a:pt x="88" y="314"/>
                    </a:lnTo>
                    <a:lnTo>
                      <a:pt x="92" y="310"/>
                    </a:lnTo>
                    <a:lnTo>
                      <a:pt x="92" y="306"/>
                    </a:lnTo>
                    <a:lnTo>
                      <a:pt x="92" y="302"/>
                    </a:lnTo>
                    <a:lnTo>
                      <a:pt x="92" y="298"/>
                    </a:lnTo>
                    <a:lnTo>
                      <a:pt x="92" y="294"/>
                    </a:lnTo>
                    <a:lnTo>
                      <a:pt x="92" y="298"/>
                    </a:lnTo>
                    <a:lnTo>
                      <a:pt x="88" y="298"/>
                    </a:lnTo>
                    <a:lnTo>
                      <a:pt x="88" y="294"/>
                    </a:lnTo>
                    <a:lnTo>
                      <a:pt x="92" y="290"/>
                    </a:lnTo>
                    <a:lnTo>
                      <a:pt x="88" y="290"/>
                    </a:lnTo>
                    <a:lnTo>
                      <a:pt x="92" y="288"/>
                    </a:lnTo>
                    <a:lnTo>
                      <a:pt x="88" y="288"/>
                    </a:lnTo>
                    <a:lnTo>
                      <a:pt x="92" y="288"/>
                    </a:lnTo>
                    <a:lnTo>
                      <a:pt x="88" y="288"/>
                    </a:lnTo>
                    <a:lnTo>
                      <a:pt x="88" y="284"/>
                    </a:lnTo>
                    <a:lnTo>
                      <a:pt x="88" y="280"/>
                    </a:lnTo>
                    <a:lnTo>
                      <a:pt x="88" y="276"/>
                    </a:lnTo>
                    <a:lnTo>
                      <a:pt x="88" y="272"/>
                    </a:lnTo>
                    <a:lnTo>
                      <a:pt x="88" y="268"/>
                    </a:lnTo>
                    <a:lnTo>
                      <a:pt x="88" y="264"/>
                    </a:lnTo>
                    <a:lnTo>
                      <a:pt x="86" y="264"/>
                    </a:lnTo>
                    <a:lnTo>
                      <a:pt x="86" y="262"/>
                    </a:lnTo>
                    <a:lnTo>
                      <a:pt x="86" y="258"/>
                    </a:lnTo>
                    <a:lnTo>
                      <a:pt x="86" y="262"/>
                    </a:lnTo>
                    <a:lnTo>
                      <a:pt x="86" y="264"/>
                    </a:lnTo>
                    <a:lnTo>
                      <a:pt x="82" y="264"/>
                    </a:lnTo>
                    <a:lnTo>
                      <a:pt x="82" y="262"/>
                    </a:lnTo>
                    <a:lnTo>
                      <a:pt x="82" y="258"/>
                    </a:lnTo>
                    <a:lnTo>
                      <a:pt x="82" y="254"/>
                    </a:lnTo>
                    <a:lnTo>
                      <a:pt x="82" y="250"/>
                    </a:lnTo>
                    <a:lnTo>
                      <a:pt x="78" y="246"/>
                    </a:lnTo>
                    <a:lnTo>
                      <a:pt x="78" y="242"/>
                    </a:lnTo>
                    <a:lnTo>
                      <a:pt x="78" y="238"/>
                    </a:lnTo>
                    <a:lnTo>
                      <a:pt x="78" y="234"/>
                    </a:lnTo>
                    <a:lnTo>
                      <a:pt x="78" y="232"/>
                    </a:lnTo>
                    <a:lnTo>
                      <a:pt x="78" y="228"/>
                    </a:lnTo>
                    <a:lnTo>
                      <a:pt x="78" y="224"/>
                    </a:lnTo>
                    <a:lnTo>
                      <a:pt x="74" y="224"/>
                    </a:lnTo>
                    <a:lnTo>
                      <a:pt x="74" y="220"/>
                    </a:lnTo>
                    <a:lnTo>
                      <a:pt x="78" y="220"/>
                    </a:lnTo>
                    <a:lnTo>
                      <a:pt x="78" y="216"/>
                    </a:lnTo>
                    <a:lnTo>
                      <a:pt x="74" y="216"/>
                    </a:lnTo>
                    <a:lnTo>
                      <a:pt x="78" y="212"/>
                    </a:lnTo>
                    <a:lnTo>
                      <a:pt x="74" y="212"/>
                    </a:lnTo>
                    <a:lnTo>
                      <a:pt x="72" y="212"/>
                    </a:lnTo>
                    <a:lnTo>
                      <a:pt x="72" y="208"/>
                    </a:lnTo>
                    <a:lnTo>
                      <a:pt x="72" y="206"/>
                    </a:lnTo>
                    <a:lnTo>
                      <a:pt x="72" y="202"/>
                    </a:lnTo>
                    <a:lnTo>
                      <a:pt x="68" y="202"/>
                    </a:lnTo>
                    <a:lnTo>
                      <a:pt x="68" y="198"/>
                    </a:lnTo>
                    <a:lnTo>
                      <a:pt x="68" y="202"/>
                    </a:lnTo>
                    <a:lnTo>
                      <a:pt x="68" y="206"/>
                    </a:lnTo>
                    <a:lnTo>
                      <a:pt x="64" y="206"/>
                    </a:lnTo>
                    <a:lnTo>
                      <a:pt x="64" y="208"/>
                    </a:lnTo>
                    <a:lnTo>
                      <a:pt x="68" y="208"/>
                    </a:lnTo>
                    <a:lnTo>
                      <a:pt x="64" y="208"/>
                    </a:lnTo>
                    <a:lnTo>
                      <a:pt x="64" y="212"/>
                    </a:lnTo>
                    <a:lnTo>
                      <a:pt x="60" y="212"/>
                    </a:lnTo>
                    <a:lnTo>
                      <a:pt x="56" y="212"/>
                    </a:lnTo>
                    <a:lnTo>
                      <a:pt x="56" y="208"/>
                    </a:lnTo>
                    <a:lnTo>
                      <a:pt x="56" y="212"/>
                    </a:lnTo>
                    <a:lnTo>
                      <a:pt x="56" y="216"/>
                    </a:lnTo>
                    <a:lnTo>
                      <a:pt x="52" y="216"/>
                    </a:lnTo>
                    <a:lnTo>
                      <a:pt x="56" y="216"/>
                    </a:lnTo>
                    <a:lnTo>
                      <a:pt x="52" y="220"/>
                    </a:lnTo>
                    <a:lnTo>
                      <a:pt x="48" y="220"/>
                    </a:lnTo>
                    <a:lnTo>
                      <a:pt x="48" y="224"/>
                    </a:lnTo>
                    <a:lnTo>
                      <a:pt x="46" y="228"/>
                    </a:lnTo>
                    <a:lnTo>
                      <a:pt x="46" y="224"/>
                    </a:lnTo>
                    <a:lnTo>
                      <a:pt x="46" y="220"/>
                    </a:lnTo>
                    <a:lnTo>
                      <a:pt x="46" y="224"/>
                    </a:lnTo>
                    <a:lnTo>
                      <a:pt x="42" y="224"/>
                    </a:lnTo>
                    <a:lnTo>
                      <a:pt x="46" y="224"/>
                    </a:lnTo>
                    <a:lnTo>
                      <a:pt x="42" y="224"/>
                    </a:lnTo>
                    <a:lnTo>
                      <a:pt x="42" y="228"/>
                    </a:lnTo>
                    <a:lnTo>
                      <a:pt x="42" y="224"/>
                    </a:lnTo>
                    <a:lnTo>
                      <a:pt x="42" y="220"/>
                    </a:lnTo>
                    <a:lnTo>
                      <a:pt x="42" y="224"/>
                    </a:lnTo>
                    <a:lnTo>
                      <a:pt x="42" y="228"/>
                    </a:lnTo>
                    <a:lnTo>
                      <a:pt x="38" y="228"/>
                    </a:lnTo>
                    <a:lnTo>
                      <a:pt x="38" y="224"/>
                    </a:lnTo>
                    <a:lnTo>
                      <a:pt x="38" y="220"/>
                    </a:lnTo>
                    <a:lnTo>
                      <a:pt x="38" y="224"/>
                    </a:lnTo>
                    <a:lnTo>
                      <a:pt x="34" y="224"/>
                    </a:lnTo>
                    <a:lnTo>
                      <a:pt x="38" y="220"/>
                    </a:lnTo>
                    <a:lnTo>
                      <a:pt x="34" y="220"/>
                    </a:lnTo>
                    <a:lnTo>
                      <a:pt x="34" y="224"/>
                    </a:lnTo>
                    <a:lnTo>
                      <a:pt x="34" y="220"/>
                    </a:lnTo>
                    <a:lnTo>
                      <a:pt x="34" y="216"/>
                    </a:lnTo>
                    <a:lnTo>
                      <a:pt x="34" y="220"/>
                    </a:lnTo>
                    <a:lnTo>
                      <a:pt x="30" y="220"/>
                    </a:lnTo>
                    <a:lnTo>
                      <a:pt x="30" y="224"/>
                    </a:lnTo>
                    <a:lnTo>
                      <a:pt x="26" y="224"/>
                    </a:lnTo>
                    <a:lnTo>
                      <a:pt x="30" y="216"/>
                    </a:lnTo>
                    <a:lnTo>
                      <a:pt x="30" y="212"/>
                    </a:lnTo>
                    <a:lnTo>
                      <a:pt x="30" y="208"/>
                    </a:lnTo>
                    <a:lnTo>
                      <a:pt x="30" y="206"/>
                    </a:lnTo>
                    <a:lnTo>
                      <a:pt x="34" y="202"/>
                    </a:lnTo>
                    <a:lnTo>
                      <a:pt x="34" y="198"/>
                    </a:lnTo>
                    <a:lnTo>
                      <a:pt x="34" y="194"/>
                    </a:lnTo>
                    <a:lnTo>
                      <a:pt x="34" y="190"/>
                    </a:lnTo>
                    <a:lnTo>
                      <a:pt x="30" y="186"/>
                    </a:lnTo>
                    <a:lnTo>
                      <a:pt x="34" y="186"/>
                    </a:lnTo>
                    <a:lnTo>
                      <a:pt x="30" y="182"/>
                    </a:lnTo>
                    <a:lnTo>
                      <a:pt x="30" y="180"/>
                    </a:lnTo>
                    <a:lnTo>
                      <a:pt x="30" y="176"/>
                    </a:lnTo>
                    <a:lnTo>
                      <a:pt x="26" y="172"/>
                    </a:lnTo>
                    <a:lnTo>
                      <a:pt x="26" y="176"/>
                    </a:lnTo>
                    <a:lnTo>
                      <a:pt x="26" y="172"/>
                    </a:lnTo>
                    <a:lnTo>
                      <a:pt x="26" y="168"/>
                    </a:lnTo>
                    <a:lnTo>
                      <a:pt x="22" y="168"/>
                    </a:lnTo>
                    <a:lnTo>
                      <a:pt x="22" y="164"/>
                    </a:lnTo>
                    <a:lnTo>
                      <a:pt x="26" y="164"/>
                    </a:lnTo>
                    <a:lnTo>
                      <a:pt x="22" y="160"/>
                    </a:lnTo>
                    <a:lnTo>
                      <a:pt x="22" y="156"/>
                    </a:lnTo>
                    <a:lnTo>
                      <a:pt x="18" y="156"/>
                    </a:lnTo>
                    <a:lnTo>
                      <a:pt x="22" y="152"/>
                    </a:lnTo>
                    <a:lnTo>
                      <a:pt x="22" y="156"/>
                    </a:lnTo>
                    <a:lnTo>
                      <a:pt x="22" y="152"/>
                    </a:lnTo>
                    <a:lnTo>
                      <a:pt x="18" y="152"/>
                    </a:lnTo>
                    <a:lnTo>
                      <a:pt x="18" y="156"/>
                    </a:lnTo>
                    <a:lnTo>
                      <a:pt x="18" y="152"/>
                    </a:lnTo>
                    <a:lnTo>
                      <a:pt x="16" y="152"/>
                    </a:lnTo>
                    <a:lnTo>
                      <a:pt x="12" y="152"/>
                    </a:lnTo>
                    <a:lnTo>
                      <a:pt x="16" y="152"/>
                    </a:lnTo>
                    <a:lnTo>
                      <a:pt x="16" y="156"/>
                    </a:lnTo>
                    <a:lnTo>
                      <a:pt x="16" y="152"/>
                    </a:lnTo>
                    <a:lnTo>
                      <a:pt x="12" y="152"/>
                    </a:lnTo>
                    <a:lnTo>
                      <a:pt x="12" y="156"/>
                    </a:lnTo>
                    <a:lnTo>
                      <a:pt x="16" y="156"/>
                    </a:lnTo>
                    <a:lnTo>
                      <a:pt x="12" y="156"/>
                    </a:lnTo>
                    <a:lnTo>
                      <a:pt x="12" y="152"/>
                    </a:lnTo>
                    <a:lnTo>
                      <a:pt x="12" y="150"/>
                    </a:lnTo>
                    <a:lnTo>
                      <a:pt x="12" y="146"/>
                    </a:lnTo>
                    <a:lnTo>
                      <a:pt x="12" y="142"/>
                    </a:lnTo>
                    <a:lnTo>
                      <a:pt x="12" y="146"/>
                    </a:lnTo>
                    <a:lnTo>
                      <a:pt x="12" y="150"/>
                    </a:lnTo>
                    <a:lnTo>
                      <a:pt x="8" y="150"/>
                    </a:lnTo>
                    <a:lnTo>
                      <a:pt x="12" y="146"/>
                    </a:lnTo>
                    <a:lnTo>
                      <a:pt x="8" y="146"/>
                    </a:lnTo>
                    <a:lnTo>
                      <a:pt x="8" y="142"/>
                    </a:lnTo>
                    <a:lnTo>
                      <a:pt x="8" y="146"/>
                    </a:lnTo>
                    <a:lnTo>
                      <a:pt x="8" y="150"/>
                    </a:lnTo>
                    <a:lnTo>
                      <a:pt x="8" y="146"/>
                    </a:lnTo>
                    <a:lnTo>
                      <a:pt x="4" y="146"/>
                    </a:lnTo>
                    <a:lnTo>
                      <a:pt x="4" y="142"/>
                    </a:lnTo>
                    <a:lnTo>
                      <a:pt x="4" y="138"/>
                    </a:lnTo>
                    <a:lnTo>
                      <a:pt x="0" y="138"/>
                    </a:lnTo>
                    <a:lnTo>
                      <a:pt x="0" y="136"/>
                    </a:lnTo>
                    <a:lnTo>
                      <a:pt x="0" y="132"/>
                    </a:lnTo>
                    <a:lnTo>
                      <a:pt x="0" y="128"/>
                    </a:lnTo>
                    <a:lnTo>
                      <a:pt x="4" y="128"/>
                    </a:lnTo>
                    <a:lnTo>
                      <a:pt x="4" y="132"/>
                    </a:lnTo>
                    <a:lnTo>
                      <a:pt x="8" y="132"/>
                    </a:lnTo>
                    <a:lnTo>
                      <a:pt x="8" y="128"/>
                    </a:lnTo>
                    <a:lnTo>
                      <a:pt x="4" y="128"/>
                    </a:lnTo>
                    <a:lnTo>
                      <a:pt x="4" y="124"/>
                    </a:lnTo>
                    <a:lnTo>
                      <a:pt x="4" y="120"/>
                    </a:lnTo>
                    <a:lnTo>
                      <a:pt x="8" y="116"/>
                    </a:lnTo>
                    <a:lnTo>
                      <a:pt x="12" y="116"/>
                    </a:lnTo>
                    <a:lnTo>
                      <a:pt x="12" y="112"/>
                    </a:lnTo>
                    <a:lnTo>
                      <a:pt x="12" y="116"/>
                    </a:lnTo>
                    <a:lnTo>
                      <a:pt x="16" y="116"/>
                    </a:lnTo>
                    <a:lnTo>
                      <a:pt x="16" y="112"/>
                    </a:lnTo>
                    <a:lnTo>
                      <a:pt x="16" y="110"/>
                    </a:lnTo>
                    <a:lnTo>
                      <a:pt x="12" y="110"/>
                    </a:lnTo>
                    <a:lnTo>
                      <a:pt x="12" y="106"/>
                    </a:lnTo>
                    <a:lnTo>
                      <a:pt x="12" y="102"/>
                    </a:lnTo>
                    <a:lnTo>
                      <a:pt x="12" y="98"/>
                    </a:lnTo>
                    <a:lnTo>
                      <a:pt x="16" y="98"/>
                    </a:lnTo>
                    <a:lnTo>
                      <a:pt x="16" y="102"/>
                    </a:lnTo>
                    <a:lnTo>
                      <a:pt x="16" y="98"/>
                    </a:lnTo>
                    <a:lnTo>
                      <a:pt x="16" y="94"/>
                    </a:lnTo>
                    <a:lnTo>
                      <a:pt x="18" y="90"/>
                    </a:lnTo>
                    <a:lnTo>
                      <a:pt x="16" y="86"/>
                    </a:lnTo>
                    <a:lnTo>
                      <a:pt x="16" y="82"/>
                    </a:lnTo>
                    <a:lnTo>
                      <a:pt x="16" y="80"/>
                    </a:lnTo>
                    <a:lnTo>
                      <a:pt x="16" y="82"/>
                    </a:lnTo>
                    <a:lnTo>
                      <a:pt x="18" y="82"/>
                    </a:lnTo>
                    <a:lnTo>
                      <a:pt x="22" y="82"/>
                    </a:lnTo>
                    <a:lnTo>
                      <a:pt x="26" y="82"/>
                    </a:lnTo>
                    <a:lnTo>
                      <a:pt x="26" y="86"/>
                    </a:lnTo>
                    <a:lnTo>
                      <a:pt x="30" y="82"/>
                    </a:lnTo>
                    <a:lnTo>
                      <a:pt x="30" y="80"/>
                    </a:lnTo>
                    <a:lnTo>
                      <a:pt x="30" y="76"/>
                    </a:lnTo>
                    <a:lnTo>
                      <a:pt x="34" y="72"/>
                    </a:lnTo>
                    <a:lnTo>
                      <a:pt x="34" y="68"/>
                    </a:lnTo>
                    <a:lnTo>
                      <a:pt x="38" y="64"/>
                    </a:lnTo>
                    <a:lnTo>
                      <a:pt x="34" y="60"/>
                    </a:lnTo>
                    <a:lnTo>
                      <a:pt x="34" y="56"/>
                    </a:lnTo>
                    <a:lnTo>
                      <a:pt x="38" y="56"/>
                    </a:lnTo>
                    <a:lnTo>
                      <a:pt x="38" y="54"/>
                    </a:lnTo>
                    <a:lnTo>
                      <a:pt x="42" y="54"/>
                    </a:lnTo>
                    <a:lnTo>
                      <a:pt x="42" y="50"/>
                    </a:lnTo>
                    <a:lnTo>
                      <a:pt x="42" y="46"/>
                    </a:lnTo>
                    <a:lnTo>
                      <a:pt x="42" y="42"/>
                    </a:lnTo>
                    <a:lnTo>
                      <a:pt x="42" y="38"/>
                    </a:lnTo>
                    <a:lnTo>
                      <a:pt x="42" y="34"/>
                    </a:lnTo>
                    <a:lnTo>
                      <a:pt x="46" y="34"/>
                    </a:lnTo>
                    <a:lnTo>
                      <a:pt x="46" y="30"/>
                    </a:lnTo>
                    <a:lnTo>
                      <a:pt x="48" y="30"/>
                    </a:lnTo>
                    <a:lnTo>
                      <a:pt x="52" y="26"/>
                    </a:lnTo>
                    <a:lnTo>
                      <a:pt x="56" y="24"/>
                    </a:lnTo>
                    <a:lnTo>
                      <a:pt x="60" y="24"/>
                    </a:lnTo>
                    <a:lnTo>
                      <a:pt x="64" y="24"/>
                    </a:lnTo>
                    <a:lnTo>
                      <a:pt x="68" y="24"/>
                    </a:lnTo>
                    <a:lnTo>
                      <a:pt x="68" y="26"/>
                    </a:lnTo>
                    <a:lnTo>
                      <a:pt x="72" y="26"/>
                    </a:lnTo>
                    <a:lnTo>
                      <a:pt x="68" y="24"/>
                    </a:lnTo>
                    <a:lnTo>
                      <a:pt x="68" y="20"/>
                    </a:lnTo>
                    <a:lnTo>
                      <a:pt x="68" y="16"/>
                    </a:lnTo>
                    <a:lnTo>
                      <a:pt x="72" y="16"/>
                    </a:lnTo>
                    <a:lnTo>
                      <a:pt x="72" y="12"/>
                    </a:lnTo>
                    <a:lnTo>
                      <a:pt x="74" y="12"/>
                    </a:lnTo>
                    <a:lnTo>
                      <a:pt x="72" y="8"/>
                    </a:lnTo>
                    <a:lnTo>
                      <a:pt x="72" y="4"/>
                    </a:lnTo>
                    <a:lnTo>
                      <a:pt x="74" y="4"/>
                    </a:lnTo>
                    <a:lnTo>
                      <a:pt x="74" y="0"/>
                    </a:lnTo>
                    <a:lnTo>
                      <a:pt x="78" y="0"/>
                    </a:lnTo>
                    <a:lnTo>
                      <a:pt x="78" y="4"/>
                    </a:lnTo>
                    <a:lnTo>
                      <a:pt x="82" y="4"/>
                    </a:lnTo>
                    <a:lnTo>
                      <a:pt x="82" y="8"/>
                    </a:lnTo>
                    <a:lnTo>
                      <a:pt x="82" y="12"/>
                    </a:lnTo>
                    <a:lnTo>
                      <a:pt x="86" y="12"/>
                    </a:lnTo>
                    <a:lnTo>
                      <a:pt x="86" y="16"/>
                    </a:lnTo>
                    <a:lnTo>
                      <a:pt x="86" y="20"/>
                    </a:lnTo>
                    <a:lnTo>
                      <a:pt x="88" y="20"/>
                    </a:lnTo>
                    <a:lnTo>
                      <a:pt x="88" y="16"/>
                    </a:lnTo>
                    <a:lnTo>
                      <a:pt x="88" y="20"/>
                    </a:lnTo>
                    <a:lnTo>
                      <a:pt x="92" y="20"/>
                    </a:lnTo>
                    <a:lnTo>
                      <a:pt x="92" y="24"/>
                    </a:lnTo>
                    <a:lnTo>
                      <a:pt x="92" y="26"/>
                    </a:lnTo>
                    <a:lnTo>
                      <a:pt x="92" y="30"/>
                    </a:lnTo>
                    <a:lnTo>
                      <a:pt x="92" y="34"/>
                    </a:lnTo>
                    <a:lnTo>
                      <a:pt x="92" y="38"/>
                    </a:lnTo>
                    <a:lnTo>
                      <a:pt x="92" y="42"/>
                    </a:lnTo>
                    <a:lnTo>
                      <a:pt x="92" y="46"/>
                    </a:lnTo>
                    <a:lnTo>
                      <a:pt x="88" y="46"/>
                    </a:lnTo>
                    <a:lnTo>
                      <a:pt x="88" y="50"/>
                    </a:lnTo>
                    <a:lnTo>
                      <a:pt x="92" y="50"/>
                    </a:lnTo>
                    <a:lnTo>
                      <a:pt x="88" y="50"/>
                    </a:lnTo>
                    <a:lnTo>
                      <a:pt x="88" y="54"/>
                    </a:lnTo>
                    <a:lnTo>
                      <a:pt x="86" y="54"/>
                    </a:lnTo>
                    <a:lnTo>
                      <a:pt x="82" y="56"/>
                    </a:lnTo>
                    <a:lnTo>
                      <a:pt x="82" y="60"/>
                    </a:lnTo>
                    <a:lnTo>
                      <a:pt x="78" y="60"/>
                    </a:lnTo>
                    <a:lnTo>
                      <a:pt x="78" y="64"/>
                    </a:lnTo>
                    <a:lnTo>
                      <a:pt x="78" y="68"/>
                    </a:lnTo>
                    <a:lnTo>
                      <a:pt x="74" y="68"/>
                    </a:lnTo>
                    <a:lnTo>
                      <a:pt x="74" y="72"/>
                    </a:lnTo>
                    <a:lnTo>
                      <a:pt x="74" y="76"/>
                    </a:lnTo>
                    <a:lnTo>
                      <a:pt x="78" y="76"/>
                    </a:lnTo>
                    <a:lnTo>
                      <a:pt x="78" y="80"/>
                    </a:lnTo>
                    <a:lnTo>
                      <a:pt x="78" y="82"/>
                    </a:lnTo>
                    <a:lnTo>
                      <a:pt x="74" y="82"/>
                    </a:lnTo>
                    <a:lnTo>
                      <a:pt x="78" y="82"/>
                    </a:lnTo>
                    <a:lnTo>
                      <a:pt x="78" y="86"/>
                    </a:lnTo>
                    <a:lnTo>
                      <a:pt x="78" y="82"/>
                    </a:lnTo>
                    <a:lnTo>
                      <a:pt x="82" y="82"/>
                    </a:lnTo>
                    <a:lnTo>
                      <a:pt x="82" y="80"/>
                    </a:lnTo>
                    <a:lnTo>
                      <a:pt x="86" y="80"/>
                    </a:lnTo>
                    <a:lnTo>
                      <a:pt x="88" y="80"/>
                    </a:lnTo>
                    <a:lnTo>
                      <a:pt x="92" y="80"/>
                    </a:lnTo>
                    <a:lnTo>
                      <a:pt x="92" y="82"/>
                    </a:lnTo>
                    <a:lnTo>
                      <a:pt x="88" y="82"/>
                    </a:lnTo>
                    <a:lnTo>
                      <a:pt x="92" y="86"/>
                    </a:lnTo>
                    <a:lnTo>
                      <a:pt x="92" y="90"/>
                    </a:lnTo>
                    <a:lnTo>
                      <a:pt x="92" y="94"/>
                    </a:lnTo>
                    <a:lnTo>
                      <a:pt x="92" y="98"/>
                    </a:lnTo>
                    <a:lnTo>
                      <a:pt x="96" y="98"/>
                    </a:lnTo>
                    <a:lnTo>
                      <a:pt x="100" y="98"/>
                    </a:lnTo>
                    <a:lnTo>
                      <a:pt x="104" y="98"/>
                    </a:lnTo>
                    <a:lnTo>
                      <a:pt x="104" y="102"/>
                    </a:lnTo>
                    <a:lnTo>
                      <a:pt x="100" y="102"/>
                    </a:lnTo>
                    <a:lnTo>
                      <a:pt x="100" y="106"/>
                    </a:lnTo>
                    <a:lnTo>
                      <a:pt x="100" y="110"/>
                    </a:lnTo>
                    <a:lnTo>
                      <a:pt x="100" y="112"/>
                    </a:lnTo>
                    <a:lnTo>
                      <a:pt x="96" y="116"/>
                    </a:lnTo>
                    <a:lnTo>
                      <a:pt x="100" y="116"/>
                    </a:lnTo>
                    <a:lnTo>
                      <a:pt x="104" y="116"/>
                    </a:lnTo>
                    <a:lnTo>
                      <a:pt x="108" y="116"/>
                    </a:lnTo>
                    <a:lnTo>
                      <a:pt x="108" y="120"/>
                    </a:lnTo>
                    <a:lnTo>
                      <a:pt x="108" y="124"/>
                    </a:lnTo>
                    <a:lnTo>
                      <a:pt x="112" y="124"/>
                    </a:lnTo>
                    <a:lnTo>
                      <a:pt x="112" y="128"/>
                    </a:lnTo>
                    <a:lnTo>
                      <a:pt x="114" y="128"/>
                    </a:lnTo>
                    <a:lnTo>
                      <a:pt x="118" y="128"/>
                    </a:lnTo>
                    <a:lnTo>
                      <a:pt x="122" y="124"/>
                    </a:lnTo>
                    <a:lnTo>
                      <a:pt x="126" y="124"/>
                    </a:lnTo>
                    <a:lnTo>
                      <a:pt x="126" y="128"/>
                    </a:lnTo>
                    <a:lnTo>
                      <a:pt x="122" y="128"/>
                    </a:lnTo>
                    <a:lnTo>
                      <a:pt x="122" y="132"/>
                    </a:lnTo>
                    <a:lnTo>
                      <a:pt x="118" y="132"/>
                    </a:lnTo>
                    <a:lnTo>
                      <a:pt x="118" y="136"/>
                    </a:lnTo>
                    <a:lnTo>
                      <a:pt x="114" y="136"/>
                    </a:lnTo>
                    <a:lnTo>
                      <a:pt x="114" y="138"/>
                    </a:lnTo>
                    <a:lnTo>
                      <a:pt x="118" y="138"/>
                    </a:lnTo>
                    <a:lnTo>
                      <a:pt x="114" y="138"/>
                    </a:lnTo>
                    <a:lnTo>
                      <a:pt x="112" y="138"/>
                    </a:lnTo>
                    <a:lnTo>
                      <a:pt x="112" y="142"/>
                    </a:lnTo>
                    <a:lnTo>
                      <a:pt x="112" y="146"/>
                    </a:lnTo>
                    <a:lnTo>
                      <a:pt x="108" y="146"/>
                    </a:lnTo>
                    <a:lnTo>
                      <a:pt x="104" y="146"/>
                    </a:lnTo>
                    <a:lnTo>
                      <a:pt x="104" y="150"/>
                    </a:lnTo>
                    <a:lnTo>
                      <a:pt x="100" y="150"/>
                    </a:lnTo>
                    <a:lnTo>
                      <a:pt x="100" y="152"/>
                    </a:lnTo>
                    <a:lnTo>
                      <a:pt x="100" y="150"/>
                    </a:lnTo>
                    <a:lnTo>
                      <a:pt x="96" y="150"/>
                    </a:lnTo>
                    <a:lnTo>
                      <a:pt x="96" y="152"/>
                    </a:lnTo>
                    <a:lnTo>
                      <a:pt x="96" y="156"/>
                    </a:lnTo>
                    <a:lnTo>
                      <a:pt x="92" y="156"/>
                    </a:lnTo>
                    <a:lnTo>
                      <a:pt x="88" y="156"/>
                    </a:lnTo>
                    <a:lnTo>
                      <a:pt x="86" y="156"/>
                    </a:lnTo>
                    <a:lnTo>
                      <a:pt x="82" y="156"/>
                    </a:lnTo>
                    <a:lnTo>
                      <a:pt x="82" y="160"/>
                    </a:lnTo>
                    <a:lnTo>
                      <a:pt x="78" y="160"/>
                    </a:lnTo>
                    <a:lnTo>
                      <a:pt x="78" y="164"/>
                    </a:lnTo>
                    <a:lnTo>
                      <a:pt x="78" y="168"/>
                    </a:lnTo>
                    <a:lnTo>
                      <a:pt x="78" y="172"/>
                    </a:lnTo>
                    <a:lnTo>
                      <a:pt x="78" y="176"/>
                    </a:lnTo>
                    <a:lnTo>
                      <a:pt x="78" y="180"/>
                    </a:lnTo>
                    <a:lnTo>
                      <a:pt x="74" y="180"/>
                    </a:lnTo>
                    <a:lnTo>
                      <a:pt x="72" y="180"/>
                    </a:lnTo>
                    <a:lnTo>
                      <a:pt x="74" y="180"/>
                    </a:lnTo>
                    <a:lnTo>
                      <a:pt x="74" y="182"/>
                    </a:lnTo>
                    <a:lnTo>
                      <a:pt x="78" y="182"/>
                    </a:lnTo>
                    <a:lnTo>
                      <a:pt x="74" y="182"/>
                    </a:lnTo>
                    <a:lnTo>
                      <a:pt x="78" y="186"/>
                    </a:lnTo>
                    <a:lnTo>
                      <a:pt x="78" y="190"/>
                    </a:lnTo>
                    <a:lnTo>
                      <a:pt x="78" y="194"/>
                    </a:lnTo>
                    <a:lnTo>
                      <a:pt x="82" y="194"/>
                    </a:lnTo>
                    <a:lnTo>
                      <a:pt x="82" y="198"/>
                    </a:lnTo>
                    <a:lnTo>
                      <a:pt x="82" y="202"/>
                    </a:lnTo>
                    <a:lnTo>
                      <a:pt x="86" y="202"/>
                    </a:lnTo>
                    <a:lnTo>
                      <a:pt x="86" y="206"/>
                    </a:lnTo>
                    <a:lnTo>
                      <a:pt x="88" y="206"/>
                    </a:lnTo>
                    <a:lnTo>
                      <a:pt x="88" y="208"/>
                    </a:lnTo>
                    <a:lnTo>
                      <a:pt x="88" y="212"/>
                    </a:lnTo>
                    <a:lnTo>
                      <a:pt x="88" y="216"/>
                    </a:lnTo>
                    <a:lnTo>
                      <a:pt x="92" y="216"/>
                    </a:lnTo>
                    <a:lnTo>
                      <a:pt x="92" y="220"/>
                    </a:lnTo>
                    <a:lnTo>
                      <a:pt x="88" y="220"/>
                    </a:lnTo>
                    <a:lnTo>
                      <a:pt x="88" y="224"/>
                    </a:lnTo>
                    <a:lnTo>
                      <a:pt x="88" y="228"/>
                    </a:lnTo>
                    <a:lnTo>
                      <a:pt x="88" y="232"/>
                    </a:lnTo>
                    <a:lnTo>
                      <a:pt x="88" y="234"/>
                    </a:lnTo>
                    <a:lnTo>
                      <a:pt x="86" y="234"/>
                    </a:lnTo>
                    <a:lnTo>
                      <a:pt x="86" y="238"/>
                    </a:lnTo>
                    <a:lnTo>
                      <a:pt x="86" y="242"/>
                    </a:lnTo>
                    <a:lnTo>
                      <a:pt x="86" y="246"/>
                    </a:lnTo>
                    <a:lnTo>
                      <a:pt x="88" y="246"/>
                    </a:lnTo>
                    <a:lnTo>
                      <a:pt x="88" y="250"/>
                    </a:lnTo>
                    <a:lnTo>
                      <a:pt x="88" y="254"/>
                    </a:lnTo>
                    <a:lnTo>
                      <a:pt x="92" y="254"/>
                    </a:lnTo>
                    <a:lnTo>
                      <a:pt x="92" y="258"/>
                    </a:lnTo>
                    <a:lnTo>
                      <a:pt x="96" y="258"/>
                    </a:lnTo>
                    <a:lnTo>
                      <a:pt x="96" y="262"/>
                    </a:lnTo>
                    <a:lnTo>
                      <a:pt x="96" y="264"/>
                    </a:lnTo>
                    <a:lnTo>
                      <a:pt x="96" y="268"/>
                    </a:lnTo>
                    <a:lnTo>
                      <a:pt x="100" y="268"/>
                    </a:lnTo>
                    <a:lnTo>
                      <a:pt x="100" y="272"/>
                    </a:lnTo>
                    <a:lnTo>
                      <a:pt x="96" y="272"/>
                    </a:lnTo>
                    <a:lnTo>
                      <a:pt x="100" y="280"/>
                    </a:lnTo>
                    <a:lnTo>
                      <a:pt x="100" y="284"/>
                    </a:lnTo>
                    <a:lnTo>
                      <a:pt x="100" y="288"/>
                    </a:lnTo>
                    <a:lnTo>
                      <a:pt x="104" y="288"/>
                    </a:lnTo>
                    <a:lnTo>
                      <a:pt x="104" y="290"/>
                    </a:lnTo>
                    <a:lnTo>
                      <a:pt x="104" y="294"/>
                    </a:lnTo>
                    <a:lnTo>
                      <a:pt x="104" y="298"/>
                    </a:lnTo>
                    <a:lnTo>
                      <a:pt x="100" y="298"/>
                    </a:lnTo>
                    <a:lnTo>
                      <a:pt x="100" y="302"/>
                    </a:lnTo>
                    <a:lnTo>
                      <a:pt x="100" y="306"/>
                    </a:lnTo>
                    <a:lnTo>
                      <a:pt x="96" y="310"/>
                    </a:lnTo>
                    <a:lnTo>
                      <a:pt x="92" y="314"/>
                    </a:lnTo>
                    <a:lnTo>
                      <a:pt x="92" y="314"/>
                    </a:lnTo>
                    <a:lnTo>
                      <a:pt x="92" y="314"/>
                    </a:lnTo>
                    <a:close/>
                    <a:moveTo>
                      <a:pt x="22" y="164"/>
                    </a:moveTo>
                    <a:lnTo>
                      <a:pt x="22" y="168"/>
                    </a:lnTo>
                    <a:lnTo>
                      <a:pt x="26" y="168"/>
                    </a:lnTo>
                    <a:lnTo>
                      <a:pt x="26" y="172"/>
                    </a:lnTo>
                    <a:lnTo>
                      <a:pt x="22" y="172"/>
                    </a:lnTo>
                    <a:lnTo>
                      <a:pt x="18" y="168"/>
                    </a:lnTo>
                    <a:lnTo>
                      <a:pt x="18" y="164"/>
                    </a:lnTo>
                    <a:lnTo>
                      <a:pt x="22" y="164"/>
                    </a:lnTo>
                    <a:lnTo>
                      <a:pt x="22" y="168"/>
                    </a:lnTo>
                    <a:lnTo>
                      <a:pt x="22" y="164"/>
                    </a:lnTo>
                    <a:lnTo>
                      <a:pt x="22" y="164"/>
                    </a:lnTo>
                    <a:lnTo>
                      <a:pt x="22" y="164"/>
                    </a:lnTo>
                    <a:close/>
                    <a:moveTo>
                      <a:pt x="8" y="146"/>
                    </a:moveTo>
                    <a:lnTo>
                      <a:pt x="8" y="150"/>
                    </a:lnTo>
                    <a:lnTo>
                      <a:pt x="8" y="146"/>
                    </a:lnTo>
                    <a:lnTo>
                      <a:pt x="8" y="146"/>
                    </a:lnTo>
                    <a:lnTo>
                      <a:pt x="8" y="146"/>
                    </a:lnTo>
                    <a:close/>
                    <a:moveTo>
                      <a:pt x="18" y="152"/>
                    </a:moveTo>
                    <a:lnTo>
                      <a:pt x="18" y="156"/>
                    </a:lnTo>
                    <a:lnTo>
                      <a:pt x="16" y="152"/>
                    </a:lnTo>
                    <a:lnTo>
                      <a:pt x="18" y="152"/>
                    </a:lnTo>
                    <a:lnTo>
                      <a:pt x="18" y="152"/>
                    </a:lnTo>
                    <a:lnTo>
                      <a:pt x="18" y="152"/>
                    </a:lnTo>
                    <a:close/>
                    <a:moveTo>
                      <a:pt x="26" y="164"/>
                    </a:moveTo>
                    <a:lnTo>
                      <a:pt x="22" y="164"/>
                    </a:lnTo>
                    <a:lnTo>
                      <a:pt x="18" y="164"/>
                    </a:lnTo>
                    <a:lnTo>
                      <a:pt x="18" y="160"/>
                    </a:lnTo>
                    <a:lnTo>
                      <a:pt x="22" y="160"/>
                    </a:lnTo>
                    <a:lnTo>
                      <a:pt x="26" y="164"/>
                    </a:lnTo>
                    <a:lnTo>
                      <a:pt x="26" y="164"/>
                    </a:lnTo>
                    <a:lnTo>
                      <a:pt x="26" y="164"/>
                    </a:lnTo>
                    <a:close/>
                    <a:moveTo>
                      <a:pt x="74" y="212"/>
                    </a:moveTo>
                    <a:lnTo>
                      <a:pt x="74" y="216"/>
                    </a:lnTo>
                    <a:lnTo>
                      <a:pt x="74" y="220"/>
                    </a:lnTo>
                    <a:lnTo>
                      <a:pt x="74" y="216"/>
                    </a:lnTo>
                    <a:lnTo>
                      <a:pt x="74" y="212"/>
                    </a:lnTo>
                    <a:lnTo>
                      <a:pt x="74" y="212"/>
                    </a:lnTo>
                    <a:lnTo>
                      <a:pt x="74" y="212"/>
                    </a:lnTo>
                    <a:close/>
                    <a:moveTo>
                      <a:pt x="34" y="220"/>
                    </a:moveTo>
                    <a:lnTo>
                      <a:pt x="34" y="224"/>
                    </a:lnTo>
                    <a:lnTo>
                      <a:pt x="30" y="224"/>
                    </a:lnTo>
                    <a:lnTo>
                      <a:pt x="34" y="220"/>
                    </a:lnTo>
                    <a:lnTo>
                      <a:pt x="34" y="220"/>
                    </a:lnTo>
                    <a:lnTo>
                      <a:pt x="34" y="220"/>
                    </a:lnTo>
                    <a:close/>
                    <a:moveTo>
                      <a:pt x="82" y="290"/>
                    </a:moveTo>
                    <a:lnTo>
                      <a:pt x="82" y="288"/>
                    </a:lnTo>
                    <a:lnTo>
                      <a:pt x="82" y="290"/>
                    </a:lnTo>
                    <a:lnTo>
                      <a:pt x="82" y="290"/>
                    </a:lnTo>
                    <a:lnTo>
                      <a:pt x="82" y="290"/>
                    </a:lnTo>
                    <a:close/>
                    <a:moveTo>
                      <a:pt x="86" y="328"/>
                    </a:moveTo>
                    <a:lnTo>
                      <a:pt x="82" y="328"/>
                    </a:lnTo>
                    <a:lnTo>
                      <a:pt x="86" y="328"/>
                    </a:lnTo>
                    <a:lnTo>
                      <a:pt x="86" y="324"/>
                    </a:lnTo>
                    <a:lnTo>
                      <a:pt x="86" y="328"/>
                    </a:lnTo>
                    <a:lnTo>
                      <a:pt x="86" y="328"/>
                    </a:lnTo>
                    <a:lnTo>
                      <a:pt x="86" y="328"/>
                    </a:lnTo>
                    <a:close/>
                    <a:moveTo>
                      <a:pt x="18" y="172"/>
                    </a:moveTo>
                    <a:lnTo>
                      <a:pt x="22" y="172"/>
                    </a:lnTo>
                    <a:lnTo>
                      <a:pt x="22" y="176"/>
                    </a:lnTo>
                    <a:lnTo>
                      <a:pt x="18" y="176"/>
                    </a:lnTo>
                    <a:lnTo>
                      <a:pt x="18" y="172"/>
                    </a:lnTo>
                    <a:lnTo>
                      <a:pt x="18" y="172"/>
                    </a:lnTo>
                    <a:lnTo>
                      <a:pt x="18" y="172"/>
                    </a:lnTo>
                    <a:close/>
                    <a:moveTo>
                      <a:pt x="86" y="288"/>
                    </a:moveTo>
                    <a:lnTo>
                      <a:pt x="86" y="284"/>
                    </a:lnTo>
                    <a:lnTo>
                      <a:pt x="86" y="280"/>
                    </a:lnTo>
                    <a:lnTo>
                      <a:pt x="88" y="284"/>
                    </a:lnTo>
                    <a:lnTo>
                      <a:pt x="86" y="288"/>
                    </a:lnTo>
                    <a:lnTo>
                      <a:pt x="86" y="288"/>
                    </a:lnTo>
                    <a:lnTo>
                      <a:pt x="86" y="288"/>
                    </a:lnTo>
                    <a:close/>
                    <a:moveTo>
                      <a:pt x="82" y="288"/>
                    </a:moveTo>
                    <a:lnTo>
                      <a:pt x="82" y="284"/>
                    </a:lnTo>
                    <a:lnTo>
                      <a:pt x="82" y="288"/>
                    </a:lnTo>
                    <a:lnTo>
                      <a:pt x="82" y="288"/>
                    </a:lnTo>
                    <a:lnTo>
                      <a:pt x="82" y="288"/>
                    </a:lnTo>
                    <a:close/>
                    <a:moveTo>
                      <a:pt x="88" y="290"/>
                    </a:moveTo>
                    <a:lnTo>
                      <a:pt x="88" y="294"/>
                    </a:lnTo>
                    <a:lnTo>
                      <a:pt x="88" y="290"/>
                    </a:lnTo>
                    <a:lnTo>
                      <a:pt x="88" y="290"/>
                    </a:lnTo>
                    <a:lnTo>
                      <a:pt x="88" y="290"/>
                    </a:lnTo>
                    <a:close/>
                    <a:moveTo>
                      <a:pt x="86" y="298"/>
                    </a:moveTo>
                    <a:lnTo>
                      <a:pt x="86" y="294"/>
                    </a:lnTo>
                    <a:lnTo>
                      <a:pt x="88" y="294"/>
                    </a:lnTo>
                    <a:lnTo>
                      <a:pt x="88" y="298"/>
                    </a:lnTo>
                    <a:lnTo>
                      <a:pt x="86" y="298"/>
                    </a:lnTo>
                    <a:lnTo>
                      <a:pt x="86" y="298"/>
                    </a:lnTo>
                    <a:lnTo>
                      <a:pt x="86" y="298"/>
                    </a:lnTo>
                    <a:close/>
                    <a:moveTo>
                      <a:pt x="86" y="302"/>
                    </a:moveTo>
                    <a:lnTo>
                      <a:pt x="86" y="298"/>
                    </a:lnTo>
                    <a:lnTo>
                      <a:pt x="86" y="294"/>
                    </a:lnTo>
                    <a:lnTo>
                      <a:pt x="86" y="298"/>
                    </a:lnTo>
                    <a:lnTo>
                      <a:pt x="86" y="302"/>
                    </a:lnTo>
                    <a:lnTo>
                      <a:pt x="86" y="302"/>
                    </a:lnTo>
                    <a:lnTo>
                      <a:pt x="86" y="302"/>
                    </a:lnTo>
                    <a:close/>
                    <a:moveTo>
                      <a:pt x="86" y="314"/>
                    </a:moveTo>
                    <a:lnTo>
                      <a:pt x="82" y="310"/>
                    </a:lnTo>
                    <a:lnTo>
                      <a:pt x="82" y="314"/>
                    </a:lnTo>
                    <a:lnTo>
                      <a:pt x="82" y="310"/>
                    </a:lnTo>
                    <a:lnTo>
                      <a:pt x="86" y="310"/>
                    </a:lnTo>
                    <a:lnTo>
                      <a:pt x="86" y="314"/>
                    </a:lnTo>
                    <a:lnTo>
                      <a:pt x="86" y="314"/>
                    </a:lnTo>
                    <a:lnTo>
                      <a:pt x="86" y="3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9" name="Freeform 43"/>
              <p:cNvSpPr>
                <a:spLocks/>
              </p:cNvSpPr>
              <p:nvPr/>
            </p:nvSpPr>
            <p:spPr bwMode="gray">
              <a:xfrm>
                <a:off x="6768802" y="3597882"/>
                <a:ext cx="201755" cy="128704"/>
              </a:xfrm>
              <a:custGeom>
                <a:avLst/>
                <a:gdLst>
                  <a:gd name="T0" fmla="*/ 34 w 116"/>
                  <a:gd name="T1" fmla="*/ 48 h 74"/>
                  <a:gd name="T2" fmla="*/ 30 w 116"/>
                  <a:gd name="T3" fmla="*/ 44 h 74"/>
                  <a:gd name="T4" fmla="*/ 26 w 116"/>
                  <a:gd name="T5" fmla="*/ 44 h 74"/>
                  <a:gd name="T6" fmla="*/ 20 w 116"/>
                  <a:gd name="T7" fmla="*/ 40 h 74"/>
                  <a:gd name="T8" fmla="*/ 16 w 116"/>
                  <a:gd name="T9" fmla="*/ 36 h 74"/>
                  <a:gd name="T10" fmla="*/ 8 w 116"/>
                  <a:gd name="T11" fmla="*/ 30 h 74"/>
                  <a:gd name="T12" fmla="*/ 4 w 116"/>
                  <a:gd name="T13" fmla="*/ 30 h 74"/>
                  <a:gd name="T14" fmla="*/ 0 w 116"/>
                  <a:gd name="T15" fmla="*/ 22 h 74"/>
                  <a:gd name="T16" fmla="*/ 0 w 116"/>
                  <a:gd name="T17" fmla="*/ 18 h 74"/>
                  <a:gd name="T18" fmla="*/ 4 w 116"/>
                  <a:gd name="T19" fmla="*/ 14 h 74"/>
                  <a:gd name="T20" fmla="*/ 8 w 116"/>
                  <a:gd name="T21" fmla="*/ 10 h 74"/>
                  <a:gd name="T22" fmla="*/ 8 w 116"/>
                  <a:gd name="T23" fmla="*/ 6 h 74"/>
                  <a:gd name="T24" fmla="*/ 16 w 116"/>
                  <a:gd name="T25" fmla="*/ 4 h 74"/>
                  <a:gd name="T26" fmla="*/ 16 w 116"/>
                  <a:gd name="T27" fmla="*/ 6 h 74"/>
                  <a:gd name="T28" fmla="*/ 20 w 116"/>
                  <a:gd name="T29" fmla="*/ 0 h 74"/>
                  <a:gd name="T30" fmla="*/ 20 w 116"/>
                  <a:gd name="T31" fmla="*/ 0 h 74"/>
                  <a:gd name="T32" fmla="*/ 26 w 116"/>
                  <a:gd name="T33" fmla="*/ 0 h 74"/>
                  <a:gd name="T34" fmla="*/ 34 w 116"/>
                  <a:gd name="T35" fmla="*/ 6 h 74"/>
                  <a:gd name="T36" fmla="*/ 42 w 116"/>
                  <a:gd name="T37" fmla="*/ 10 h 74"/>
                  <a:gd name="T38" fmla="*/ 46 w 116"/>
                  <a:gd name="T39" fmla="*/ 14 h 74"/>
                  <a:gd name="T40" fmla="*/ 48 w 116"/>
                  <a:gd name="T41" fmla="*/ 22 h 74"/>
                  <a:gd name="T42" fmla="*/ 52 w 116"/>
                  <a:gd name="T43" fmla="*/ 22 h 74"/>
                  <a:gd name="T44" fmla="*/ 56 w 116"/>
                  <a:gd name="T45" fmla="*/ 22 h 74"/>
                  <a:gd name="T46" fmla="*/ 60 w 116"/>
                  <a:gd name="T47" fmla="*/ 26 h 74"/>
                  <a:gd name="T48" fmla="*/ 64 w 116"/>
                  <a:gd name="T49" fmla="*/ 30 h 74"/>
                  <a:gd name="T50" fmla="*/ 68 w 116"/>
                  <a:gd name="T51" fmla="*/ 32 h 74"/>
                  <a:gd name="T52" fmla="*/ 72 w 116"/>
                  <a:gd name="T53" fmla="*/ 32 h 74"/>
                  <a:gd name="T54" fmla="*/ 72 w 116"/>
                  <a:gd name="T55" fmla="*/ 36 h 74"/>
                  <a:gd name="T56" fmla="*/ 74 w 116"/>
                  <a:gd name="T57" fmla="*/ 36 h 74"/>
                  <a:gd name="T58" fmla="*/ 82 w 116"/>
                  <a:gd name="T59" fmla="*/ 40 h 74"/>
                  <a:gd name="T60" fmla="*/ 82 w 116"/>
                  <a:gd name="T61" fmla="*/ 44 h 74"/>
                  <a:gd name="T62" fmla="*/ 86 w 116"/>
                  <a:gd name="T63" fmla="*/ 40 h 74"/>
                  <a:gd name="T64" fmla="*/ 90 w 116"/>
                  <a:gd name="T65" fmla="*/ 44 h 74"/>
                  <a:gd name="T66" fmla="*/ 94 w 116"/>
                  <a:gd name="T67" fmla="*/ 40 h 74"/>
                  <a:gd name="T68" fmla="*/ 98 w 116"/>
                  <a:gd name="T69" fmla="*/ 44 h 74"/>
                  <a:gd name="T70" fmla="*/ 100 w 116"/>
                  <a:gd name="T71" fmla="*/ 44 h 74"/>
                  <a:gd name="T72" fmla="*/ 108 w 116"/>
                  <a:gd name="T73" fmla="*/ 48 h 74"/>
                  <a:gd name="T74" fmla="*/ 108 w 116"/>
                  <a:gd name="T75" fmla="*/ 44 h 74"/>
                  <a:gd name="T76" fmla="*/ 112 w 116"/>
                  <a:gd name="T77" fmla="*/ 44 h 74"/>
                  <a:gd name="T78" fmla="*/ 116 w 116"/>
                  <a:gd name="T79" fmla="*/ 48 h 74"/>
                  <a:gd name="T80" fmla="*/ 112 w 116"/>
                  <a:gd name="T81" fmla="*/ 56 h 74"/>
                  <a:gd name="T82" fmla="*/ 112 w 116"/>
                  <a:gd name="T83" fmla="*/ 62 h 74"/>
                  <a:gd name="T84" fmla="*/ 112 w 116"/>
                  <a:gd name="T85" fmla="*/ 70 h 74"/>
                  <a:gd name="T86" fmla="*/ 112 w 116"/>
                  <a:gd name="T87" fmla="*/ 70 h 74"/>
                  <a:gd name="T88" fmla="*/ 108 w 116"/>
                  <a:gd name="T89" fmla="*/ 70 h 74"/>
                  <a:gd name="T90" fmla="*/ 104 w 116"/>
                  <a:gd name="T91" fmla="*/ 70 h 74"/>
                  <a:gd name="T92" fmla="*/ 98 w 116"/>
                  <a:gd name="T93" fmla="*/ 70 h 74"/>
                  <a:gd name="T94" fmla="*/ 90 w 116"/>
                  <a:gd name="T95" fmla="*/ 70 h 74"/>
                  <a:gd name="T96" fmla="*/ 86 w 116"/>
                  <a:gd name="T97" fmla="*/ 66 h 74"/>
                  <a:gd name="T98" fmla="*/ 78 w 116"/>
                  <a:gd name="T99" fmla="*/ 66 h 74"/>
                  <a:gd name="T100" fmla="*/ 78 w 116"/>
                  <a:gd name="T101" fmla="*/ 62 h 74"/>
                  <a:gd name="T102" fmla="*/ 74 w 116"/>
                  <a:gd name="T103" fmla="*/ 66 h 74"/>
                  <a:gd name="T104" fmla="*/ 68 w 116"/>
                  <a:gd name="T105" fmla="*/ 60 h 74"/>
                  <a:gd name="T106" fmla="*/ 64 w 116"/>
                  <a:gd name="T107" fmla="*/ 60 h 74"/>
                  <a:gd name="T108" fmla="*/ 64 w 116"/>
                  <a:gd name="T109" fmla="*/ 56 h 74"/>
                  <a:gd name="T110" fmla="*/ 56 w 116"/>
                  <a:gd name="T111" fmla="*/ 52 h 74"/>
                  <a:gd name="T112" fmla="*/ 52 w 116"/>
                  <a:gd name="T113" fmla="*/ 56 h 74"/>
                  <a:gd name="T114" fmla="*/ 48 w 116"/>
                  <a:gd name="T115" fmla="*/ 52 h 74"/>
                  <a:gd name="T116" fmla="*/ 46 w 116"/>
                  <a:gd name="T117" fmla="*/ 56 h 74"/>
                  <a:gd name="T118" fmla="*/ 46 w 116"/>
                  <a:gd name="T119" fmla="*/ 52 h 74"/>
                  <a:gd name="T120" fmla="*/ 38 w 116"/>
                  <a:gd name="T121" fmla="*/ 52 h 74"/>
                  <a:gd name="T122" fmla="*/ 38 w 116"/>
                  <a:gd name="T123"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6" h="74">
                    <a:moveTo>
                      <a:pt x="38" y="48"/>
                    </a:moveTo>
                    <a:lnTo>
                      <a:pt x="38" y="48"/>
                    </a:lnTo>
                    <a:lnTo>
                      <a:pt x="38" y="48"/>
                    </a:lnTo>
                    <a:lnTo>
                      <a:pt x="34" y="48"/>
                    </a:lnTo>
                    <a:lnTo>
                      <a:pt x="34" y="48"/>
                    </a:lnTo>
                    <a:lnTo>
                      <a:pt x="34" y="48"/>
                    </a:lnTo>
                    <a:lnTo>
                      <a:pt x="34" y="48"/>
                    </a:lnTo>
                    <a:lnTo>
                      <a:pt x="34" y="48"/>
                    </a:lnTo>
                    <a:lnTo>
                      <a:pt x="34" y="48"/>
                    </a:lnTo>
                    <a:lnTo>
                      <a:pt x="30" y="48"/>
                    </a:lnTo>
                    <a:lnTo>
                      <a:pt x="30" y="48"/>
                    </a:lnTo>
                    <a:lnTo>
                      <a:pt x="30" y="44"/>
                    </a:lnTo>
                    <a:lnTo>
                      <a:pt x="26" y="44"/>
                    </a:lnTo>
                    <a:lnTo>
                      <a:pt x="26" y="44"/>
                    </a:lnTo>
                    <a:lnTo>
                      <a:pt x="26" y="44"/>
                    </a:lnTo>
                    <a:lnTo>
                      <a:pt x="26" y="44"/>
                    </a:lnTo>
                    <a:lnTo>
                      <a:pt x="26" y="44"/>
                    </a:lnTo>
                    <a:lnTo>
                      <a:pt x="26" y="44"/>
                    </a:lnTo>
                    <a:lnTo>
                      <a:pt x="22" y="44"/>
                    </a:lnTo>
                    <a:lnTo>
                      <a:pt x="22" y="44"/>
                    </a:lnTo>
                    <a:lnTo>
                      <a:pt x="22" y="44"/>
                    </a:lnTo>
                    <a:lnTo>
                      <a:pt x="20" y="40"/>
                    </a:lnTo>
                    <a:lnTo>
                      <a:pt x="20" y="40"/>
                    </a:lnTo>
                    <a:lnTo>
                      <a:pt x="20" y="40"/>
                    </a:lnTo>
                    <a:lnTo>
                      <a:pt x="16" y="36"/>
                    </a:lnTo>
                    <a:lnTo>
                      <a:pt x="16" y="36"/>
                    </a:lnTo>
                    <a:lnTo>
                      <a:pt x="16" y="36"/>
                    </a:lnTo>
                    <a:lnTo>
                      <a:pt x="16" y="36"/>
                    </a:lnTo>
                    <a:lnTo>
                      <a:pt x="16" y="36"/>
                    </a:lnTo>
                    <a:lnTo>
                      <a:pt x="16" y="36"/>
                    </a:lnTo>
                    <a:lnTo>
                      <a:pt x="16" y="36"/>
                    </a:lnTo>
                    <a:lnTo>
                      <a:pt x="12" y="32"/>
                    </a:lnTo>
                    <a:lnTo>
                      <a:pt x="8" y="32"/>
                    </a:lnTo>
                    <a:lnTo>
                      <a:pt x="8" y="30"/>
                    </a:lnTo>
                    <a:lnTo>
                      <a:pt x="8" y="30"/>
                    </a:lnTo>
                    <a:lnTo>
                      <a:pt x="8" y="30"/>
                    </a:lnTo>
                    <a:lnTo>
                      <a:pt x="8" y="30"/>
                    </a:lnTo>
                    <a:lnTo>
                      <a:pt x="8" y="32"/>
                    </a:lnTo>
                    <a:lnTo>
                      <a:pt x="4" y="32"/>
                    </a:lnTo>
                    <a:lnTo>
                      <a:pt x="4" y="32"/>
                    </a:lnTo>
                    <a:lnTo>
                      <a:pt x="4" y="30"/>
                    </a:lnTo>
                    <a:lnTo>
                      <a:pt x="4" y="30"/>
                    </a:lnTo>
                    <a:lnTo>
                      <a:pt x="0" y="30"/>
                    </a:lnTo>
                    <a:lnTo>
                      <a:pt x="0" y="30"/>
                    </a:lnTo>
                    <a:lnTo>
                      <a:pt x="0" y="26"/>
                    </a:lnTo>
                    <a:lnTo>
                      <a:pt x="0" y="26"/>
                    </a:lnTo>
                    <a:lnTo>
                      <a:pt x="0" y="26"/>
                    </a:lnTo>
                    <a:lnTo>
                      <a:pt x="0" y="22"/>
                    </a:lnTo>
                    <a:lnTo>
                      <a:pt x="4" y="22"/>
                    </a:lnTo>
                    <a:lnTo>
                      <a:pt x="4" y="22"/>
                    </a:lnTo>
                    <a:lnTo>
                      <a:pt x="4" y="18"/>
                    </a:lnTo>
                    <a:lnTo>
                      <a:pt x="4" y="18"/>
                    </a:lnTo>
                    <a:lnTo>
                      <a:pt x="4" y="18"/>
                    </a:lnTo>
                    <a:lnTo>
                      <a:pt x="0" y="18"/>
                    </a:lnTo>
                    <a:lnTo>
                      <a:pt x="4" y="14"/>
                    </a:lnTo>
                    <a:lnTo>
                      <a:pt x="4" y="14"/>
                    </a:lnTo>
                    <a:lnTo>
                      <a:pt x="4" y="14"/>
                    </a:lnTo>
                    <a:lnTo>
                      <a:pt x="4" y="14"/>
                    </a:lnTo>
                    <a:lnTo>
                      <a:pt x="4" y="14"/>
                    </a:lnTo>
                    <a:lnTo>
                      <a:pt x="4" y="14"/>
                    </a:lnTo>
                    <a:lnTo>
                      <a:pt x="4" y="10"/>
                    </a:lnTo>
                    <a:lnTo>
                      <a:pt x="4" y="10"/>
                    </a:lnTo>
                    <a:lnTo>
                      <a:pt x="4" y="10"/>
                    </a:lnTo>
                    <a:lnTo>
                      <a:pt x="4" y="10"/>
                    </a:lnTo>
                    <a:lnTo>
                      <a:pt x="4" y="10"/>
                    </a:lnTo>
                    <a:lnTo>
                      <a:pt x="8" y="10"/>
                    </a:lnTo>
                    <a:lnTo>
                      <a:pt x="8" y="6"/>
                    </a:lnTo>
                    <a:lnTo>
                      <a:pt x="8" y="6"/>
                    </a:lnTo>
                    <a:lnTo>
                      <a:pt x="8" y="6"/>
                    </a:lnTo>
                    <a:lnTo>
                      <a:pt x="8" y="6"/>
                    </a:lnTo>
                    <a:lnTo>
                      <a:pt x="8" y="6"/>
                    </a:lnTo>
                    <a:lnTo>
                      <a:pt x="8" y="6"/>
                    </a:lnTo>
                    <a:lnTo>
                      <a:pt x="12" y="4"/>
                    </a:lnTo>
                    <a:lnTo>
                      <a:pt x="12" y="4"/>
                    </a:lnTo>
                    <a:lnTo>
                      <a:pt x="12" y="4"/>
                    </a:lnTo>
                    <a:lnTo>
                      <a:pt x="16" y="4"/>
                    </a:lnTo>
                    <a:lnTo>
                      <a:pt x="16" y="4"/>
                    </a:lnTo>
                    <a:lnTo>
                      <a:pt x="16" y="4"/>
                    </a:lnTo>
                    <a:lnTo>
                      <a:pt x="16" y="6"/>
                    </a:lnTo>
                    <a:lnTo>
                      <a:pt x="16" y="6"/>
                    </a:lnTo>
                    <a:lnTo>
                      <a:pt x="16" y="6"/>
                    </a:lnTo>
                    <a:lnTo>
                      <a:pt x="16" y="6"/>
                    </a:lnTo>
                    <a:lnTo>
                      <a:pt x="16" y="6"/>
                    </a:lnTo>
                    <a:lnTo>
                      <a:pt x="16" y="6"/>
                    </a:lnTo>
                    <a:lnTo>
                      <a:pt x="16" y="6"/>
                    </a:lnTo>
                    <a:lnTo>
                      <a:pt x="20" y="4"/>
                    </a:lnTo>
                    <a:lnTo>
                      <a:pt x="20" y="4"/>
                    </a:lnTo>
                    <a:lnTo>
                      <a:pt x="20" y="4"/>
                    </a:lnTo>
                    <a:lnTo>
                      <a:pt x="20" y="0"/>
                    </a:lnTo>
                    <a:lnTo>
                      <a:pt x="20" y="0"/>
                    </a:lnTo>
                    <a:lnTo>
                      <a:pt x="20" y="0"/>
                    </a:lnTo>
                    <a:lnTo>
                      <a:pt x="20" y="0"/>
                    </a:lnTo>
                    <a:lnTo>
                      <a:pt x="20" y="0"/>
                    </a:lnTo>
                    <a:lnTo>
                      <a:pt x="20" y="0"/>
                    </a:lnTo>
                    <a:lnTo>
                      <a:pt x="20" y="0"/>
                    </a:lnTo>
                    <a:lnTo>
                      <a:pt x="20" y="0"/>
                    </a:lnTo>
                    <a:lnTo>
                      <a:pt x="22" y="0"/>
                    </a:lnTo>
                    <a:lnTo>
                      <a:pt x="22" y="0"/>
                    </a:lnTo>
                    <a:lnTo>
                      <a:pt x="22" y="0"/>
                    </a:lnTo>
                    <a:lnTo>
                      <a:pt x="22" y="0"/>
                    </a:lnTo>
                    <a:lnTo>
                      <a:pt x="22" y="0"/>
                    </a:lnTo>
                    <a:lnTo>
                      <a:pt x="26" y="0"/>
                    </a:lnTo>
                    <a:lnTo>
                      <a:pt x="26" y="0"/>
                    </a:lnTo>
                    <a:lnTo>
                      <a:pt x="30" y="0"/>
                    </a:lnTo>
                    <a:lnTo>
                      <a:pt x="30" y="4"/>
                    </a:lnTo>
                    <a:lnTo>
                      <a:pt x="30" y="6"/>
                    </a:lnTo>
                    <a:lnTo>
                      <a:pt x="30" y="4"/>
                    </a:lnTo>
                    <a:lnTo>
                      <a:pt x="34" y="6"/>
                    </a:lnTo>
                    <a:lnTo>
                      <a:pt x="34" y="6"/>
                    </a:lnTo>
                    <a:lnTo>
                      <a:pt x="38" y="10"/>
                    </a:lnTo>
                    <a:lnTo>
                      <a:pt x="38" y="10"/>
                    </a:lnTo>
                    <a:lnTo>
                      <a:pt x="38" y="10"/>
                    </a:lnTo>
                    <a:lnTo>
                      <a:pt x="42" y="10"/>
                    </a:lnTo>
                    <a:lnTo>
                      <a:pt x="42" y="10"/>
                    </a:lnTo>
                    <a:lnTo>
                      <a:pt x="42" y="14"/>
                    </a:lnTo>
                    <a:lnTo>
                      <a:pt x="42" y="14"/>
                    </a:lnTo>
                    <a:lnTo>
                      <a:pt x="42" y="14"/>
                    </a:lnTo>
                    <a:lnTo>
                      <a:pt x="46" y="14"/>
                    </a:lnTo>
                    <a:lnTo>
                      <a:pt x="46" y="14"/>
                    </a:lnTo>
                    <a:lnTo>
                      <a:pt x="46" y="14"/>
                    </a:lnTo>
                    <a:lnTo>
                      <a:pt x="46" y="14"/>
                    </a:lnTo>
                    <a:lnTo>
                      <a:pt x="46" y="14"/>
                    </a:lnTo>
                    <a:lnTo>
                      <a:pt x="46" y="18"/>
                    </a:lnTo>
                    <a:lnTo>
                      <a:pt x="46" y="18"/>
                    </a:lnTo>
                    <a:lnTo>
                      <a:pt x="48" y="18"/>
                    </a:lnTo>
                    <a:lnTo>
                      <a:pt x="48" y="22"/>
                    </a:lnTo>
                    <a:lnTo>
                      <a:pt x="48" y="22"/>
                    </a:lnTo>
                    <a:lnTo>
                      <a:pt x="48" y="22"/>
                    </a:lnTo>
                    <a:lnTo>
                      <a:pt x="48" y="22"/>
                    </a:lnTo>
                    <a:lnTo>
                      <a:pt x="52" y="22"/>
                    </a:lnTo>
                    <a:lnTo>
                      <a:pt x="52" y="22"/>
                    </a:lnTo>
                    <a:lnTo>
                      <a:pt x="52" y="22"/>
                    </a:lnTo>
                    <a:lnTo>
                      <a:pt x="52" y="22"/>
                    </a:lnTo>
                    <a:lnTo>
                      <a:pt x="52" y="22"/>
                    </a:lnTo>
                    <a:lnTo>
                      <a:pt x="52" y="18"/>
                    </a:lnTo>
                    <a:lnTo>
                      <a:pt x="56" y="18"/>
                    </a:lnTo>
                    <a:lnTo>
                      <a:pt x="56" y="18"/>
                    </a:lnTo>
                    <a:lnTo>
                      <a:pt x="56" y="22"/>
                    </a:lnTo>
                    <a:lnTo>
                      <a:pt x="56" y="22"/>
                    </a:lnTo>
                    <a:lnTo>
                      <a:pt x="56" y="22"/>
                    </a:lnTo>
                    <a:lnTo>
                      <a:pt x="56" y="22"/>
                    </a:lnTo>
                    <a:lnTo>
                      <a:pt x="60" y="22"/>
                    </a:lnTo>
                    <a:lnTo>
                      <a:pt x="60" y="26"/>
                    </a:lnTo>
                    <a:lnTo>
                      <a:pt x="60" y="26"/>
                    </a:lnTo>
                    <a:lnTo>
                      <a:pt x="60" y="26"/>
                    </a:lnTo>
                    <a:lnTo>
                      <a:pt x="60" y="26"/>
                    </a:lnTo>
                    <a:lnTo>
                      <a:pt x="60" y="26"/>
                    </a:lnTo>
                    <a:lnTo>
                      <a:pt x="60" y="26"/>
                    </a:lnTo>
                    <a:lnTo>
                      <a:pt x="60" y="30"/>
                    </a:lnTo>
                    <a:lnTo>
                      <a:pt x="64" y="30"/>
                    </a:lnTo>
                    <a:lnTo>
                      <a:pt x="64" y="30"/>
                    </a:lnTo>
                    <a:lnTo>
                      <a:pt x="64" y="30"/>
                    </a:lnTo>
                    <a:lnTo>
                      <a:pt x="64" y="30"/>
                    </a:lnTo>
                    <a:lnTo>
                      <a:pt x="64" y="30"/>
                    </a:lnTo>
                    <a:lnTo>
                      <a:pt x="64" y="32"/>
                    </a:lnTo>
                    <a:lnTo>
                      <a:pt x="68" y="32"/>
                    </a:lnTo>
                    <a:lnTo>
                      <a:pt x="68" y="32"/>
                    </a:lnTo>
                    <a:lnTo>
                      <a:pt x="68" y="32"/>
                    </a:lnTo>
                    <a:lnTo>
                      <a:pt x="72" y="32"/>
                    </a:lnTo>
                    <a:lnTo>
                      <a:pt x="72" y="32"/>
                    </a:lnTo>
                    <a:lnTo>
                      <a:pt x="72" y="30"/>
                    </a:lnTo>
                    <a:lnTo>
                      <a:pt x="72" y="32"/>
                    </a:lnTo>
                    <a:lnTo>
                      <a:pt x="72" y="32"/>
                    </a:lnTo>
                    <a:lnTo>
                      <a:pt x="72" y="32"/>
                    </a:lnTo>
                    <a:lnTo>
                      <a:pt x="72" y="32"/>
                    </a:lnTo>
                    <a:lnTo>
                      <a:pt x="72" y="36"/>
                    </a:lnTo>
                    <a:lnTo>
                      <a:pt x="72" y="36"/>
                    </a:lnTo>
                    <a:lnTo>
                      <a:pt x="72" y="36"/>
                    </a:lnTo>
                    <a:lnTo>
                      <a:pt x="72" y="36"/>
                    </a:lnTo>
                    <a:lnTo>
                      <a:pt x="72" y="36"/>
                    </a:lnTo>
                    <a:lnTo>
                      <a:pt x="74" y="36"/>
                    </a:lnTo>
                    <a:lnTo>
                      <a:pt x="74" y="36"/>
                    </a:lnTo>
                    <a:lnTo>
                      <a:pt x="74" y="36"/>
                    </a:lnTo>
                    <a:lnTo>
                      <a:pt x="74" y="36"/>
                    </a:lnTo>
                    <a:lnTo>
                      <a:pt x="74" y="36"/>
                    </a:lnTo>
                    <a:lnTo>
                      <a:pt x="74" y="36"/>
                    </a:lnTo>
                    <a:lnTo>
                      <a:pt x="78" y="36"/>
                    </a:lnTo>
                    <a:lnTo>
                      <a:pt x="78" y="36"/>
                    </a:lnTo>
                    <a:lnTo>
                      <a:pt x="78" y="36"/>
                    </a:lnTo>
                    <a:lnTo>
                      <a:pt x="82" y="40"/>
                    </a:lnTo>
                    <a:lnTo>
                      <a:pt x="82" y="40"/>
                    </a:lnTo>
                    <a:lnTo>
                      <a:pt x="82" y="40"/>
                    </a:lnTo>
                    <a:lnTo>
                      <a:pt x="82" y="40"/>
                    </a:lnTo>
                    <a:lnTo>
                      <a:pt x="82" y="40"/>
                    </a:lnTo>
                    <a:lnTo>
                      <a:pt x="82" y="44"/>
                    </a:lnTo>
                    <a:lnTo>
                      <a:pt x="82" y="44"/>
                    </a:lnTo>
                    <a:lnTo>
                      <a:pt x="82" y="44"/>
                    </a:lnTo>
                    <a:lnTo>
                      <a:pt x="86" y="44"/>
                    </a:lnTo>
                    <a:lnTo>
                      <a:pt x="86" y="44"/>
                    </a:lnTo>
                    <a:lnTo>
                      <a:pt x="86" y="44"/>
                    </a:lnTo>
                    <a:lnTo>
                      <a:pt x="86" y="44"/>
                    </a:lnTo>
                    <a:lnTo>
                      <a:pt x="86" y="40"/>
                    </a:lnTo>
                    <a:lnTo>
                      <a:pt x="86" y="40"/>
                    </a:lnTo>
                    <a:lnTo>
                      <a:pt x="86" y="40"/>
                    </a:lnTo>
                    <a:lnTo>
                      <a:pt x="86" y="40"/>
                    </a:lnTo>
                    <a:lnTo>
                      <a:pt x="86" y="40"/>
                    </a:lnTo>
                    <a:lnTo>
                      <a:pt x="86" y="44"/>
                    </a:lnTo>
                    <a:lnTo>
                      <a:pt x="90" y="44"/>
                    </a:lnTo>
                    <a:lnTo>
                      <a:pt x="90" y="44"/>
                    </a:lnTo>
                    <a:lnTo>
                      <a:pt x="90" y="44"/>
                    </a:lnTo>
                    <a:lnTo>
                      <a:pt x="90" y="44"/>
                    </a:lnTo>
                    <a:lnTo>
                      <a:pt x="90" y="44"/>
                    </a:lnTo>
                    <a:lnTo>
                      <a:pt x="94" y="40"/>
                    </a:lnTo>
                    <a:lnTo>
                      <a:pt x="94" y="40"/>
                    </a:lnTo>
                    <a:lnTo>
                      <a:pt x="94" y="40"/>
                    </a:lnTo>
                    <a:lnTo>
                      <a:pt x="94" y="40"/>
                    </a:lnTo>
                    <a:lnTo>
                      <a:pt x="94" y="40"/>
                    </a:lnTo>
                    <a:lnTo>
                      <a:pt x="94" y="40"/>
                    </a:lnTo>
                    <a:lnTo>
                      <a:pt x="94" y="40"/>
                    </a:lnTo>
                    <a:lnTo>
                      <a:pt x="98" y="44"/>
                    </a:lnTo>
                    <a:lnTo>
                      <a:pt x="98" y="44"/>
                    </a:lnTo>
                    <a:lnTo>
                      <a:pt x="98" y="44"/>
                    </a:lnTo>
                    <a:lnTo>
                      <a:pt x="98" y="44"/>
                    </a:lnTo>
                    <a:lnTo>
                      <a:pt x="100" y="44"/>
                    </a:lnTo>
                    <a:lnTo>
                      <a:pt x="100" y="44"/>
                    </a:lnTo>
                    <a:lnTo>
                      <a:pt x="100" y="44"/>
                    </a:lnTo>
                    <a:lnTo>
                      <a:pt x="100" y="48"/>
                    </a:lnTo>
                    <a:lnTo>
                      <a:pt x="100" y="44"/>
                    </a:lnTo>
                    <a:lnTo>
                      <a:pt x="104" y="44"/>
                    </a:lnTo>
                    <a:lnTo>
                      <a:pt x="104" y="44"/>
                    </a:lnTo>
                    <a:lnTo>
                      <a:pt x="104" y="48"/>
                    </a:lnTo>
                    <a:lnTo>
                      <a:pt x="108" y="48"/>
                    </a:lnTo>
                    <a:lnTo>
                      <a:pt x="108" y="44"/>
                    </a:lnTo>
                    <a:lnTo>
                      <a:pt x="108" y="48"/>
                    </a:lnTo>
                    <a:lnTo>
                      <a:pt x="108" y="48"/>
                    </a:lnTo>
                    <a:lnTo>
                      <a:pt x="108" y="44"/>
                    </a:lnTo>
                    <a:lnTo>
                      <a:pt x="108" y="44"/>
                    </a:lnTo>
                    <a:lnTo>
                      <a:pt x="108" y="44"/>
                    </a:lnTo>
                    <a:lnTo>
                      <a:pt x="108" y="44"/>
                    </a:lnTo>
                    <a:lnTo>
                      <a:pt x="108" y="44"/>
                    </a:lnTo>
                    <a:lnTo>
                      <a:pt x="112" y="44"/>
                    </a:lnTo>
                    <a:lnTo>
                      <a:pt x="112" y="44"/>
                    </a:lnTo>
                    <a:lnTo>
                      <a:pt x="112" y="44"/>
                    </a:lnTo>
                    <a:lnTo>
                      <a:pt x="112" y="44"/>
                    </a:lnTo>
                    <a:lnTo>
                      <a:pt x="112" y="44"/>
                    </a:lnTo>
                    <a:lnTo>
                      <a:pt x="112" y="44"/>
                    </a:lnTo>
                    <a:lnTo>
                      <a:pt x="116" y="44"/>
                    </a:lnTo>
                    <a:lnTo>
                      <a:pt x="116" y="44"/>
                    </a:lnTo>
                    <a:lnTo>
                      <a:pt x="116" y="48"/>
                    </a:lnTo>
                    <a:lnTo>
                      <a:pt x="116" y="48"/>
                    </a:lnTo>
                    <a:lnTo>
                      <a:pt x="112" y="52"/>
                    </a:lnTo>
                    <a:lnTo>
                      <a:pt x="112" y="52"/>
                    </a:lnTo>
                    <a:lnTo>
                      <a:pt x="112" y="52"/>
                    </a:lnTo>
                    <a:lnTo>
                      <a:pt x="112" y="52"/>
                    </a:lnTo>
                    <a:lnTo>
                      <a:pt x="112" y="56"/>
                    </a:lnTo>
                    <a:lnTo>
                      <a:pt x="112" y="56"/>
                    </a:lnTo>
                    <a:lnTo>
                      <a:pt x="112" y="60"/>
                    </a:lnTo>
                    <a:lnTo>
                      <a:pt x="112" y="60"/>
                    </a:lnTo>
                    <a:lnTo>
                      <a:pt x="112" y="60"/>
                    </a:lnTo>
                    <a:lnTo>
                      <a:pt x="112" y="60"/>
                    </a:lnTo>
                    <a:lnTo>
                      <a:pt x="112" y="60"/>
                    </a:lnTo>
                    <a:lnTo>
                      <a:pt x="112" y="62"/>
                    </a:lnTo>
                    <a:lnTo>
                      <a:pt x="116" y="62"/>
                    </a:lnTo>
                    <a:lnTo>
                      <a:pt x="116" y="66"/>
                    </a:lnTo>
                    <a:lnTo>
                      <a:pt x="116" y="66"/>
                    </a:lnTo>
                    <a:lnTo>
                      <a:pt x="116" y="66"/>
                    </a:lnTo>
                    <a:lnTo>
                      <a:pt x="116" y="66"/>
                    </a:lnTo>
                    <a:lnTo>
                      <a:pt x="112" y="70"/>
                    </a:lnTo>
                    <a:lnTo>
                      <a:pt x="112" y="70"/>
                    </a:lnTo>
                    <a:lnTo>
                      <a:pt x="112" y="70"/>
                    </a:lnTo>
                    <a:lnTo>
                      <a:pt x="112" y="70"/>
                    </a:lnTo>
                    <a:lnTo>
                      <a:pt x="112" y="74"/>
                    </a:lnTo>
                    <a:lnTo>
                      <a:pt x="112" y="70"/>
                    </a:lnTo>
                    <a:lnTo>
                      <a:pt x="112" y="70"/>
                    </a:lnTo>
                    <a:lnTo>
                      <a:pt x="112" y="70"/>
                    </a:lnTo>
                    <a:lnTo>
                      <a:pt x="112" y="70"/>
                    </a:lnTo>
                    <a:lnTo>
                      <a:pt x="108" y="70"/>
                    </a:lnTo>
                    <a:lnTo>
                      <a:pt x="108" y="70"/>
                    </a:lnTo>
                    <a:lnTo>
                      <a:pt x="108" y="70"/>
                    </a:lnTo>
                    <a:lnTo>
                      <a:pt x="108" y="70"/>
                    </a:lnTo>
                    <a:lnTo>
                      <a:pt x="104" y="70"/>
                    </a:lnTo>
                    <a:lnTo>
                      <a:pt x="104" y="70"/>
                    </a:lnTo>
                    <a:lnTo>
                      <a:pt x="104" y="70"/>
                    </a:lnTo>
                    <a:lnTo>
                      <a:pt x="104" y="70"/>
                    </a:lnTo>
                    <a:lnTo>
                      <a:pt x="104" y="70"/>
                    </a:lnTo>
                    <a:lnTo>
                      <a:pt x="104" y="70"/>
                    </a:lnTo>
                    <a:lnTo>
                      <a:pt x="100" y="74"/>
                    </a:lnTo>
                    <a:lnTo>
                      <a:pt x="100" y="70"/>
                    </a:lnTo>
                    <a:lnTo>
                      <a:pt x="98" y="70"/>
                    </a:lnTo>
                    <a:lnTo>
                      <a:pt x="98" y="70"/>
                    </a:lnTo>
                    <a:lnTo>
                      <a:pt x="98" y="70"/>
                    </a:lnTo>
                    <a:lnTo>
                      <a:pt x="98" y="70"/>
                    </a:lnTo>
                    <a:lnTo>
                      <a:pt x="98" y="70"/>
                    </a:lnTo>
                    <a:lnTo>
                      <a:pt x="98" y="70"/>
                    </a:lnTo>
                    <a:lnTo>
                      <a:pt x="94" y="70"/>
                    </a:lnTo>
                    <a:lnTo>
                      <a:pt x="94" y="70"/>
                    </a:lnTo>
                    <a:lnTo>
                      <a:pt x="94" y="70"/>
                    </a:lnTo>
                    <a:lnTo>
                      <a:pt x="90" y="70"/>
                    </a:lnTo>
                    <a:lnTo>
                      <a:pt x="90" y="66"/>
                    </a:lnTo>
                    <a:lnTo>
                      <a:pt x="86" y="66"/>
                    </a:lnTo>
                    <a:lnTo>
                      <a:pt x="86" y="66"/>
                    </a:lnTo>
                    <a:lnTo>
                      <a:pt x="86" y="66"/>
                    </a:lnTo>
                    <a:lnTo>
                      <a:pt x="86" y="66"/>
                    </a:lnTo>
                    <a:lnTo>
                      <a:pt x="86" y="66"/>
                    </a:lnTo>
                    <a:lnTo>
                      <a:pt x="86" y="66"/>
                    </a:lnTo>
                    <a:lnTo>
                      <a:pt x="82" y="66"/>
                    </a:lnTo>
                    <a:lnTo>
                      <a:pt x="82" y="66"/>
                    </a:lnTo>
                    <a:lnTo>
                      <a:pt x="82" y="66"/>
                    </a:lnTo>
                    <a:lnTo>
                      <a:pt x="82" y="70"/>
                    </a:lnTo>
                    <a:lnTo>
                      <a:pt x="78" y="66"/>
                    </a:lnTo>
                    <a:lnTo>
                      <a:pt x="78" y="66"/>
                    </a:lnTo>
                    <a:lnTo>
                      <a:pt x="78" y="66"/>
                    </a:lnTo>
                    <a:lnTo>
                      <a:pt x="78" y="66"/>
                    </a:lnTo>
                    <a:lnTo>
                      <a:pt x="78" y="66"/>
                    </a:lnTo>
                    <a:lnTo>
                      <a:pt x="78" y="62"/>
                    </a:lnTo>
                    <a:lnTo>
                      <a:pt x="78" y="62"/>
                    </a:lnTo>
                    <a:lnTo>
                      <a:pt x="78" y="62"/>
                    </a:lnTo>
                    <a:lnTo>
                      <a:pt x="78" y="62"/>
                    </a:lnTo>
                    <a:lnTo>
                      <a:pt x="74" y="62"/>
                    </a:lnTo>
                    <a:lnTo>
                      <a:pt x="74" y="66"/>
                    </a:lnTo>
                    <a:lnTo>
                      <a:pt x="74" y="66"/>
                    </a:lnTo>
                    <a:lnTo>
                      <a:pt x="74" y="66"/>
                    </a:lnTo>
                    <a:lnTo>
                      <a:pt x="74" y="66"/>
                    </a:lnTo>
                    <a:lnTo>
                      <a:pt x="72" y="66"/>
                    </a:lnTo>
                    <a:lnTo>
                      <a:pt x="72" y="66"/>
                    </a:lnTo>
                    <a:lnTo>
                      <a:pt x="72" y="62"/>
                    </a:lnTo>
                    <a:lnTo>
                      <a:pt x="68" y="62"/>
                    </a:lnTo>
                    <a:lnTo>
                      <a:pt x="68" y="60"/>
                    </a:lnTo>
                    <a:lnTo>
                      <a:pt x="68" y="60"/>
                    </a:lnTo>
                    <a:lnTo>
                      <a:pt x="68" y="60"/>
                    </a:lnTo>
                    <a:lnTo>
                      <a:pt x="68" y="60"/>
                    </a:lnTo>
                    <a:lnTo>
                      <a:pt x="64" y="60"/>
                    </a:lnTo>
                    <a:lnTo>
                      <a:pt x="64" y="60"/>
                    </a:lnTo>
                    <a:lnTo>
                      <a:pt x="64" y="60"/>
                    </a:lnTo>
                    <a:lnTo>
                      <a:pt x="64" y="60"/>
                    </a:lnTo>
                    <a:lnTo>
                      <a:pt x="64" y="60"/>
                    </a:lnTo>
                    <a:lnTo>
                      <a:pt x="64" y="56"/>
                    </a:lnTo>
                    <a:lnTo>
                      <a:pt x="64" y="56"/>
                    </a:lnTo>
                    <a:lnTo>
                      <a:pt x="64" y="56"/>
                    </a:lnTo>
                    <a:lnTo>
                      <a:pt x="64" y="56"/>
                    </a:lnTo>
                    <a:lnTo>
                      <a:pt x="64" y="56"/>
                    </a:lnTo>
                    <a:lnTo>
                      <a:pt x="64" y="56"/>
                    </a:lnTo>
                    <a:lnTo>
                      <a:pt x="60" y="56"/>
                    </a:lnTo>
                    <a:lnTo>
                      <a:pt x="60" y="56"/>
                    </a:lnTo>
                    <a:lnTo>
                      <a:pt x="60" y="56"/>
                    </a:lnTo>
                    <a:lnTo>
                      <a:pt x="56" y="52"/>
                    </a:lnTo>
                    <a:lnTo>
                      <a:pt x="56" y="52"/>
                    </a:lnTo>
                    <a:lnTo>
                      <a:pt x="56" y="52"/>
                    </a:lnTo>
                    <a:lnTo>
                      <a:pt x="56" y="52"/>
                    </a:lnTo>
                    <a:lnTo>
                      <a:pt x="52" y="52"/>
                    </a:lnTo>
                    <a:lnTo>
                      <a:pt x="52" y="52"/>
                    </a:lnTo>
                    <a:lnTo>
                      <a:pt x="52" y="56"/>
                    </a:lnTo>
                    <a:lnTo>
                      <a:pt x="52" y="56"/>
                    </a:lnTo>
                    <a:lnTo>
                      <a:pt x="52" y="56"/>
                    </a:lnTo>
                    <a:lnTo>
                      <a:pt x="52" y="56"/>
                    </a:lnTo>
                    <a:lnTo>
                      <a:pt x="52" y="56"/>
                    </a:lnTo>
                    <a:lnTo>
                      <a:pt x="52" y="52"/>
                    </a:lnTo>
                    <a:lnTo>
                      <a:pt x="48" y="52"/>
                    </a:lnTo>
                    <a:lnTo>
                      <a:pt x="48" y="52"/>
                    </a:lnTo>
                    <a:lnTo>
                      <a:pt x="48" y="52"/>
                    </a:lnTo>
                    <a:lnTo>
                      <a:pt x="48" y="52"/>
                    </a:lnTo>
                    <a:lnTo>
                      <a:pt x="46" y="52"/>
                    </a:lnTo>
                    <a:lnTo>
                      <a:pt x="46" y="56"/>
                    </a:lnTo>
                    <a:lnTo>
                      <a:pt x="46" y="56"/>
                    </a:lnTo>
                    <a:lnTo>
                      <a:pt x="46" y="56"/>
                    </a:lnTo>
                    <a:lnTo>
                      <a:pt x="46" y="56"/>
                    </a:lnTo>
                    <a:lnTo>
                      <a:pt x="46" y="56"/>
                    </a:lnTo>
                    <a:lnTo>
                      <a:pt x="46" y="56"/>
                    </a:lnTo>
                    <a:lnTo>
                      <a:pt x="46" y="56"/>
                    </a:lnTo>
                    <a:lnTo>
                      <a:pt x="46" y="52"/>
                    </a:lnTo>
                    <a:lnTo>
                      <a:pt x="42" y="52"/>
                    </a:lnTo>
                    <a:lnTo>
                      <a:pt x="42" y="52"/>
                    </a:lnTo>
                    <a:lnTo>
                      <a:pt x="42" y="52"/>
                    </a:lnTo>
                    <a:lnTo>
                      <a:pt x="42" y="52"/>
                    </a:lnTo>
                    <a:lnTo>
                      <a:pt x="38" y="52"/>
                    </a:lnTo>
                    <a:lnTo>
                      <a:pt x="38" y="52"/>
                    </a:lnTo>
                    <a:lnTo>
                      <a:pt x="38" y="52"/>
                    </a:lnTo>
                    <a:lnTo>
                      <a:pt x="38" y="48"/>
                    </a:lnTo>
                    <a:lnTo>
                      <a:pt x="38" y="48"/>
                    </a:lnTo>
                    <a:lnTo>
                      <a:pt x="38" y="48"/>
                    </a:lnTo>
                    <a:lnTo>
                      <a:pt x="38" y="48"/>
                    </a:lnTo>
                    <a:lnTo>
                      <a:pt x="38" y="4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0" name="Freeform 44"/>
              <p:cNvSpPr>
                <a:spLocks/>
              </p:cNvSpPr>
              <p:nvPr/>
            </p:nvSpPr>
            <p:spPr bwMode="gray">
              <a:xfrm>
                <a:off x="7857583" y="3183940"/>
                <a:ext cx="156534" cy="173926"/>
              </a:xfrm>
              <a:custGeom>
                <a:avLst/>
                <a:gdLst>
                  <a:gd name="T0" fmla="*/ 46 w 90"/>
                  <a:gd name="T1" fmla="*/ 72 h 100"/>
                  <a:gd name="T2" fmla="*/ 52 w 90"/>
                  <a:gd name="T3" fmla="*/ 76 h 100"/>
                  <a:gd name="T4" fmla="*/ 56 w 90"/>
                  <a:gd name="T5" fmla="*/ 80 h 100"/>
                  <a:gd name="T6" fmla="*/ 56 w 90"/>
                  <a:gd name="T7" fmla="*/ 84 h 100"/>
                  <a:gd name="T8" fmla="*/ 56 w 90"/>
                  <a:gd name="T9" fmla="*/ 88 h 100"/>
                  <a:gd name="T10" fmla="*/ 52 w 90"/>
                  <a:gd name="T11" fmla="*/ 88 h 100"/>
                  <a:gd name="T12" fmla="*/ 42 w 90"/>
                  <a:gd name="T13" fmla="*/ 88 h 100"/>
                  <a:gd name="T14" fmla="*/ 38 w 90"/>
                  <a:gd name="T15" fmla="*/ 92 h 100"/>
                  <a:gd name="T16" fmla="*/ 34 w 90"/>
                  <a:gd name="T17" fmla="*/ 100 h 100"/>
                  <a:gd name="T18" fmla="*/ 26 w 90"/>
                  <a:gd name="T19" fmla="*/ 96 h 100"/>
                  <a:gd name="T20" fmla="*/ 22 w 90"/>
                  <a:gd name="T21" fmla="*/ 100 h 100"/>
                  <a:gd name="T22" fmla="*/ 20 w 90"/>
                  <a:gd name="T23" fmla="*/ 96 h 100"/>
                  <a:gd name="T24" fmla="*/ 20 w 90"/>
                  <a:gd name="T25" fmla="*/ 96 h 100"/>
                  <a:gd name="T26" fmla="*/ 16 w 90"/>
                  <a:gd name="T27" fmla="*/ 100 h 100"/>
                  <a:gd name="T28" fmla="*/ 16 w 90"/>
                  <a:gd name="T29" fmla="*/ 96 h 100"/>
                  <a:gd name="T30" fmla="*/ 12 w 90"/>
                  <a:gd name="T31" fmla="*/ 96 h 100"/>
                  <a:gd name="T32" fmla="*/ 12 w 90"/>
                  <a:gd name="T33" fmla="*/ 96 h 100"/>
                  <a:gd name="T34" fmla="*/ 12 w 90"/>
                  <a:gd name="T35" fmla="*/ 92 h 100"/>
                  <a:gd name="T36" fmla="*/ 4 w 90"/>
                  <a:gd name="T37" fmla="*/ 92 h 100"/>
                  <a:gd name="T38" fmla="*/ 8 w 90"/>
                  <a:gd name="T39" fmla="*/ 84 h 100"/>
                  <a:gd name="T40" fmla="*/ 16 w 90"/>
                  <a:gd name="T41" fmla="*/ 80 h 100"/>
                  <a:gd name="T42" fmla="*/ 20 w 90"/>
                  <a:gd name="T43" fmla="*/ 84 h 100"/>
                  <a:gd name="T44" fmla="*/ 12 w 90"/>
                  <a:gd name="T45" fmla="*/ 80 h 100"/>
                  <a:gd name="T46" fmla="*/ 12 w 90"/>
                  <a:gd name="T47" fmla="*/ 72 h 100"/>
                  <a:gd name="T48" fmla="*/ 16 w 90"/>
                  <a:gd name="T49" fmla="*/ 70 h 100"/>
                  <a:gd name="T50" fmla="*/ 16 w 90"/>
                  <a:gd name="T51" fmla="*/ 66 h 100"/>
                  <a:gd name="T52" fmla="*/ 4 w 90"/>
                  <a:gd name="T53" fmla="*/ 62 h 100"/>
                  <a:gd name="T54" fmla="*/ 4 w 90"/>
                  <a:gd name="T55" fmla="*/ 58 h 100"/>
                  <a:gd name="T56" fmla="*/ 0 w 90"/>
                  <a:gd name="T57" fmla="*/ 54 h 100"/>
                  <a:gd name="T58" fmla="*/ 4 w 90"/>
                  <a:gd name="T59" fmla="*/ 50 h 100"/>
                  <a:gd name="T60" fmla="*/ 12 w 90"/>
                  <a:gd name="T61" fmla="*/ 44 h 100"/>
                  <a:gd name="T62" fmla="*/ 20 w 90"/>
                  <a:gd name="T63" fmla="*/ 44 h 100"/>
                  <a:gd name="T64" fmla="*/ 26 w 90"/>
                  <a:gd name="T65" fmla="*/ 32 h 100"/>
                  <a:gd name="T66" fmla="*/ 30 w 90"/>
                  <a:gd name="T67" fmla="*/ 28 h 100"/>
                  <a:gd name="T68" fmla="*/ 34 w 90"/>
                  <a:gd name="T69" fmla="*/ 24 h 100"/>
                  <a:gd name="T70" fmla="*/ 38 w 90"/>
                  <a:gd name="T71" fmla="*/ 24 h 100"/>
                  <a:gd name="T72" fmla="*/ 48 w 90"/>
                  <a:gd name="T73" fmla="*/ 28 h 100"/>
                  <a:gd name="T74" fmla="*/ 52 w 90"/>
                  <a:gd name="T75" fmla="*/ 28 h 100"/>
                  <a:gd name="T76" fmla="*/ 56 w 90"/>
                  <a:gd name="T77" fmla="*/ 24 h 100"/>
                  <a:gd name="T78" fmla="*/ 56 w 90"/>
                  <a:gd name="T79" fmla="*/ 16 h 100"/>
                  <a:gd name="T80" fmla="*/ 60 w 90"/>
                  <a:gd name="T81" fmla="*/ 16 h 100"/>
                  <a:gd name="T82" fmla="*/ 68 w 90"/>
                  <a:gd name="T83" fmla="*/ 16 h 100"/>
                  <a:gd name="T84" fmla="*/ 72 w 90"/>
                  <a:gd name="T85" fmla="*/ 10 h 100"/>
                  <a:gd name="T86" fmla="*/ 74 w 90"/>
                  <a:gd name="T87" fmla="*/ 6 h 100"/>
                  <a:gd name="T88" fmla="*/ 78 w 90"/>
                  <a:gd name="T89" fmla="*/ 0 h 100"/>
                  <a:gd name="T90" fmla="*/ 82 w 90"/>
                  <a:gd name="T91" fmla="*/ 2 h 100"/>
                  <a:gd name="T92" fmla="*/ 90 w 90"/>
                  <a:gd name="T93" fmla="*/ 10 h 100"/>
                  <a:gd name="T94" fmla="*/ 90 w 90"/>
                  <a:gd name="T95" fmla="*/ 14 h 100"/>
                  <a:gd name="T96" fmla="*/ 82 w 90"/>
                  <a:gd name="T97" fmla="*/ 16 h 100"/>
                  <a:gd name="T98" fmla="*/ 74 w 90"/>
                  <a:gd name="T99" fmla="*/ 24 h 100"/>
                  <a:gd name="T100" fmla="*/ 74 w 90"/>
                  <a:gd name="T101" fmla="*/ 28 h 100"/>
                  <a:gd name="T102" fmla="*/ 74 w 90"/>
                  <a:gd name="T103" fmla="*/ 36 h 100"/>
                  <a:gd name="T104" fmla="*/ 74 w 90"/>
                  <a:gd name="T105" fmla="*/ 40 h 100"/>
                  <a:gd name="T106" fmla="*/ 68 w 90"/>
                  <a:gd name="T107" fmla="*/ 46 h 100"/>
                  <a:gd name="T108" fmla="*/ 64 w 90"/>
                  <a:gd name="T109" fmla="*/ 46 h 100"/>
                  <a:gd name="T110" fmla="*/ 52 w 90"/>
                  <a:gd name="T111" fmla="*/ 54 h 100"/>
                  <a:gd name="T112" fmla="*/ 48 w 90"/>
                  <a:gd name="T113" fmla="*/ 58 h 100"/>
                  <a:gd name="T114" fmla="*/ 46 w 90"/>
                  <a:gd name="T115" fmla="*/ 66 h 100"/>
                  <a:gd name="T116" fmla="*/ 46 w 90"/>
                  <a:gd name="T117"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0" h="100">
                    <a:moveTo>
                      <a:pt x="46" y="70"/>
                    </a:moveTo>
                    <a:lnTo>
                      <a:pt x="46" y="70"/>
                    </a:lnTo>
                    <a:lnTo>
                      <a:pt x="42" y="70"/>
                    </a:lnTo>
                    <a:lnTo>
                      <a:pt x="42" y="70"/>
                    </a:lnTo>
                    <a:lnTo>
                      <a:pt x="42" y="72"/>
                    </a:lnTo>
                    <a:lnTo>
                      <a:pt x="46" y="72"/>
                    </a:lnTo>
                    <a:lnTo>
                      <a:pt x="46" y="72"/>
                    </a:lnTo>
                    <a:lnTo>
                      <a:pt x="46" y="72"/>
                    </a:lnTo>
                    <a:lnTo>
                      <a:pt x="48" y="72"/>
                    </a:lnTo>
                    <a:lnTo>
                      <a:pt x="48" y="72"/>
                    </a:lnTo>
                    <a:lnTo>
                      <a:pt x="48" y="76"/>
                    </a:lnTo>
                    <a:lnTo>
                      <a:pt x="48" y="76"/>
                    </a:lnTo>
                    <a:lnTo>
                      <a:pt x="52" y="76"/>
                    </a:lnTo>
                    <a:lnTo>
                      <a:pt x="52" y="76"/>
                    </a:lnTo>
                    <a:lnTo>
                      <a:pt x="52" y="76"/>
                    </a:lnTo>
                    <a:lnTo>
                      <a:pt x="52" y="76"/>
                    </a:lnTo>
                    <a:lnTo>
                      <a:pt x="52" y="80"/>
                    </a:lnTo>
                    <a:lnTo>
                      <a:pt x="52" y="80"/>
                    </a:lnTo>
                    <a:lnTo>
                      <a:pt x="56" y="80"/>
                    </a:lnTo>
                    <a:lnTo>
                      <a:pt x="56" y="80"/>
                    </a:lnTo>
                    <a:lnTo>
                      <a:pt x="56" y="80"/>
                    </a:lnTo>
                    <a:lnTo>
                      <a:pt x="56" y="80"/>
                    </a:lnTo>
                    <a:lnTo>
                      <a:pt x="56" y="80"/>
                    </a:lnTo>
                    <a:lnTo>
                      <a:pt x="56" y="80"/>
                    </a:lnTo>
                    <a:lnTo>
                      <a:pt x="56" y="84"/>
                    </a:lnTo>
                    <a:lnTo>
                      <a:pt x="56" y="84"/>
                    </a:lnTo>
                    <a:lnTo>
                      <a:pt x="56" y="84"/>
                    </a:lnTo>
                    <a:lnTo>
                      <a:pt x="56" y="84"/>
                    </a:lnTo>
                    <a:lnTo>
                      <a:pt x="56" y="84"/>
                    </a:lnTo>
                    <a:lnTo>
                      <a:pt x="56" y="84"/>
                    </a:lnTo>
                    <a:lnTo>
                      <a:pt x="56" y="88"/>
                    </a:lnTo>
                    <a:lnTo>
                      <a:pt x="56" y="88"/>
                    </a:lnTo>
                    <a:lnTo>
                      <a:pt x="56" y="88"/>
                    </a:lnTo>
                    <a:lnTo>
                      <a:pt x="56" y="88"/>
                    </a:lnTo>
                    <a:lnTo>
                      <a:pt x="56" y="88"/>
                    </a:lnTo>
                    <a:lnTo>
                      <a:pt x="52" y="88"/>
                    </a:lnTo>
                    <a:lnTo>
                      <a:pt x="52" y="88"/>
                    </a:lnTo>
                    <a:lnTo>
                      <a:pt x="52" y="88"/>
                    </a:lnTo>
                    <a:lnTo>
                      <a:pt x="52" y="88"/>
                    </a:lnTo>
                    <a:lnTo>
                      <a:pt x="52" y="88"/>
                    </a:lnTo>
                    <a:lnTo>
                      <a:pt x="52" y="88"/>
                    </a:lnTo>
                    <a:lnTo>
                      <a:pt x="52" y="88"/>
                    </a:lnTo>
                    <a:lnTo>
                      <a:pt x="48" y="88"/>
                    </a:lnTo>
                    <a:lnTo>
                      <a:pt x="46" y="88"/>
                    </a:lnTo>
                    <a:lnTo>
                      <a:pt x="46" y="88"/>
                    </a:lnTo>
                    <a:lnTo>
                      <a:pt x="46" y="88"/>
                    </a:lnTo>
                    <a:lnTo>
                      <a:pt x="42" y="88"/>
                    </a:lnTo>
                    <a:lnTo>
                      <a:pt x="42" y="88"/>
                    </a:lnTo>
                    <a:lnTo>
                      <a:pt x="42" y="88"/>
                    </a:lnTo>
                    <a:lnTo>
                      <a:pt x="38" y="88"/>
                    </a:lnTo>
                    <a:lnTo>
                      <a:pt x="38" y="88"/>
                    </a:lnTo>
                    <a:lnTo>
                      <a:pt x="38" y="88"/>
                    </a:lnTo>
                    <a:lnTo>
                      <a:pt x="38" y="88"/>
                    </a:lnTo>
                    <a:lnTo>
                      <a:pt x="38" y="92"/>
                    </a:lnTo>
                    <a:lnTo>
                      <a:pt x="38" y="92"/>
                    </a:lnTo>
                    <a:lnTo>
                      <a:pt x="38" y="92"/>
                    </a:lnTo>
                    <a:lnTo>
                      <a:pt x="38" y="92"/>
                    </a:lnTo>
                    <a:lnTo>
                      <a:pt x="38" y="92"/>
                    </a:lnTo>
                    <a:lnTo>
                      <a:pt x="34" y="96"/>
                    </a:lnTo>
                    <a:lnTo>
                      <a:pt x="34" y="96"/>
                    </a:lnTo>
                    <a:lnTo>
                      <a:pt x="34" y="96"/>
                    </a:lnTo>
                    <a:lnTo>
                      <a:pt x="34" y="96"/>
                    </a:lnTo>
                    <a:lnTo>
                      <a:pt x="34" y="100"/>
                    </a:lnTo>
                    <a:lnTo>
                      <a:pt x="34" y="100"/>
                    </a:lnTo>
                    <a:lnTo>
                      <a:pt x="30" y="100"/>
                    </a:lnTo>
                    <a:lnTo>
                      <a:pt x="30" y="100"/>
                    </a:lnTo>
                    <a:lnTo>
                      <a:pt x="30" y="96"/>
                    </a:lnTo>
                    <a:lnTo>
                      <a:pt x="30" y="96"/>
                    </a:lnTo>
                    <a:lnTo>
                      <a:pt x="30" y="96"/>
                    </a:lnTo>
                    <a:lnTo>
                      <a:pt x="26" y="96"/>
                    </a:lnTo>
                    <a:lnTo>
                      <a:pt x="26" y="100"/>
                    </a:lnTo>
                    <a:lnTo>
                      <a:pt x="26" y="100"/>
                    </a:lnTo>
                    <a:lnTo>
                      <a:pt x="26" y="100"/>
                    </a:lnTo>
                    <a:lnTo>
                      <a:pt x="26" y="100"/>
                    </a:lnTo>
                    <a:lnTo>
                      <a:pt x="26" y="100"/>
                    </a:lnTo>
                    <a:lnTo>
                      <a:pt x="26" y="100"/>
                    </a:lnTo>
                    <a:lnTo>
                      <a:pt x="22" y="100"/>
                    </a:lnTo>
                    <a:lnTo>
                      <a:pt x="22" y="96"/>
                    </a:lnTo>
                    <a:lnTo>
                      <a:pt x="22" y="96"/>
                    </a:lnTo>
                    <a:lnTo>
                      <a:pt x="22" y="96"/>
                    </a:lnTo>
                    <a:lnTo>
                      <a:pt x="22" y="96"/>
                    </a:lnTo>
                    <a:lnTo>
                      <a:pt x="22" y="100"/>
                    </a:lnTo>
                    <a:lnTo>
                      <a:pt x="22" y="100"/>
                    </a:lnTo>
                    <a:lnTo>
                      <a:pt x="20" y="96"/>
                    </a:lnTo>
                    <a:lnTo>
                      <a:pt x="20" y="96"/>
                    </a:lnTo>
                    <a:lnTo>
                      <a:pt x="20" y="96"/>
                    </a:lnTo>
                    <a:lnTo>
                      <a:pt x="20" y="96"/>
                    </a:lnTo>
                    <a:lnTo>
                      <a:pt x="20" y="96"/>
                    </a:lnTo>
                    <a:lnTo>
                      <a:pt x="20" y="96"/>
                    </a:lnTo>
                    <a:lnTo>
                      <a:pt x="20" y="96"/>
                    </a:lnTo>
                    <a:lnTo>
                      <a:pt x="20" y="96"/>
                    </a:lnTo>
                    <a:lnTo>
                      <a:pt x="20" y="96"/>
                    </a:lnTo>
                    <a:lnTo>
                      <a:pt x="20" y="96"/>
                    </a:lnTo>
                    <a:lnTo>
                      <a:pt x="20" y="100"/>
                    </a:lnTo>
                    <a:lnTo>
                      <a:pt x="20" y="100"/>
                    </a:lnTo>
                    <a:lnTo>
                      <a:pt x="16" y="100"/>
                    </a:lnTo>
                    <a:lnTo>
                      <a:pt x="16" y="100"/>
                    </a:lnTo>
                    <a:lnTo>
                      <a:pt x="16" y="100"/>
                    </a:lnTo>
                    <a:lnTo>
                      <a:pt x="16" y="100"/>
                    </a:lnTo>
                    <a:lnTo>
                      <a:pt x="16" y="100"/>
                    </a:lnTo>
                    <a:lnTo>
                      <a:pt x="16" y="100"/>
                    </a:lnTo>
                    <a:lnTo>
                      <a:pt x="16" y="100"/>
                    </a:lnTo>
                    <a:lnTo>
                      <a:pt x="16" y="100"/>
                    </a:lnTo>
                    <a:lnTo>
                      <a:pt x="16" y="96"/>
                    </a:lnTo>
                    <a:lnTo>
                      <a:pt x="16" y="96"/>
                    </a:lnTo>
                    <a:lnTo>
                      <a:pt x="16" y="96"/>
                    </a:lnTo>
                    <a:lnTo>
                      <a:pt x="16" y="96"/>
                    </a:lnTo>
                    <a:lnTo>
                      <a:pt x="16" y="96"/>
                    </a:lnTo>
                    <a:lnTo>
                      <a:pt x="16" y="96"/>
                    </a:lnTo>
                    <a:lnTo>
                      <a:pt x="12" y="96"/>
                    </a:lnTo>
                    <a:lnTo>
                      <a:pt x="12" y="96"/>
                    </a:lnTo>
                    <a:lnTo>
                      <a:pt x="12" y="96"/>
                    </a:lnTo>
                    <a:lnTo>
                      <a:pt x="12" y="96"/>
                    </a:lnTo>
                    <a:lnTo>
                      <a:pt x="12" y="96"/>
                    </a:lnTo>
                    <a:lnTo>
                      <a:pt x="8" y="96"/>
                    </a:lnTo>
                    <a:lnTo>
                      <a:pt x="8" y="96"/>
                    </a:lnTo>
                    <a:lnTo>
                      <a:pt x="12" y="96"/>
                    </a:lnTo>
                    <a:lnTo>
                      <a:pt x="12" y="96"/>
                    </a:lnTo>
                    <a:lnTo>
                      <a:pt x="12" y="96"/>
                    </a:lnTo>
                    <a:lnTo>
                      <a:pt x="12" y="96"/>
                    </a:lnTo>
                    <a:lnTo>
                      <a:pt x="12" y="96"/>
                    </a:lnTo>
                    <a:lnTo>
                      <a:pt x="12" y="92"/>
                    </a:lnTo>
                    <a:lnTo>
                      <a:pt x="12" y="92"/>
                    </a:lnTo>
                    <a:lnTo>
                      <a:pt x="12" y="92"/>
                    </a:lnTo>
                    <a:lnTo>
                      <a:pt x="12" y="92"/>
                    </a:lnTo>
                    <a:lnTo>
                      <a:pt x="12" y="92"/>
                    </a:lnTo>
                    <a:lnTo>
                      <a:pt x="12" y="92"/>
                    </a:lnTo>
                    <a:lnTo>
                      <a:pt x="8" y="92"/>
                    </a:lnTo>
                    <a:lnTo>
                      <a:pt x="8" y="92"/>
                    </a:lnTo>
                    <a:lnTo>
                      <a:pt x="8" y="92"/>
                    </a:lnTo>
                    <a:lnTo>
                      <a:pt x="4" y="92"/>
                    </a:lnTo>
                    <a:lnTo>
                      <a:pt x="4" y="92"/>
                    </a:lnTo>
                    <a:lnTo>
                      <a:pt x="4" y="92"/>
                    </a:lnTo>
                    <a:lnTo>
                      <a:pt x="4" y="92"/>
                    </a:lnTo>
                    <a:lnTo>
                      <a:pt x="4" y="92"/>
                    </a:lnTo>
                    <a:lnTo>
                      <a:pt x="8" y="92"/>
                    </a:lnTo>
                    <a:lnTo>
                      <a:pt x="8" y="92"/>
                    </a:lnTo>
                    <a:lnTo>
                      <a:pt x="8" y="88"/>
                    </a:lnTo>
                    <a:lnTo>
                      <a:pt x="8" y="88"/>
                    </a:lnTo>
                    <a:lnTo>
                      <a:pt x="8" y="84"/>
                    </a:lnTo>
                    <a:lnTo>
                      <a:pt x="8" y="84"/>
                    </a:lnTo>
                    <a:lnTo>
                      <a:pt x="12" y="84"/>
                    </a:lnTo>
                    <a:lnTo>
                      <a:pt x="12" y="80"/>
                    </a:lnTo>
                    <a:lnTo>
                      <a:pt x="16" y="80"/>
                    </a:lnTo>
                    <a:lnTo>
                      <a:pt x="16" y="80"/>
                    </a:lnTo>
                    <a:lnTo>
                      <a:pt x="16" y="80"/>
                    </a:lnTo>
                    <a:lnTo>
                      <a:pt x="16" y="80"/>
                    </a:lnTo>
                    <a:lnTo>
                      <a:pt x="16" y="80"/>
                    </a:lnTo>
                    <a:lnTo>
                      <a:pt x="20" y="80"/>
                    </a:lnTo>
                    <a:lnTo>
                      <a:pt x="20" y="80"/>
                    </a:lnTo>
                    <a:lnTo>
                      <a:pt x="20" y="84"/>
                    </a:lnTo>
                    <a:lnTo>
                      <a:pt x="20" y="84"/>
                    </a:lnTo>
                    <a:lnTo>
                      <a:pt x="20" y="84"/>
                    </a:lnTo>
                    <a:lnTo>
                      <a:pt x="20" y="84"/>
                    </a:lnTo>
                    <a:lnTo>
                      <a:pt x="20" y="80"/>
                    </a:lnTo>
                    <a:lnTo>
                      <a:pt x="20" y="80"/>
                    </a:lnTo>
                    <a:lnTo>
                      <a:pt x="16" y="80"/>
                    </a:lnTo>
                    <a:lnTo>
                      <a:pt x="16" y="80"/>
                    </a:lnTo>
                    <a:lnTo>
                      <a:pt x="16" y="80"/>
                    </a:lnTo>
                    <a:lnTo>
                      <a:pt x="16" y="80"/>
                    </a:lnTo>
                    <a:lnTo>
                      <a:pt x="12" y="80"/>
                    </a:lnTo>
                    <a:lnTo>
                      <a:pt x="12" y="80"/>
                    </a:lnTo>
                    <a:lnTo>
                      <a:pt x="12" y="80"/>
                    </a:lnTo>
                    <a:lnTo>
                      <a:pt x="12" y="76"/>
                    </a:lnTo>
                    <a:lnTo>
                      <a:pt x="12" y="76"/>
                    </a:lnTo>
                    <a:lnTo>
                      <a:pt x="12" y="76"/>
                    </a:lnTo>
                    <a:lnTo>
                      <a:pt x="12" y="72"/>
                    </a:lnTo>
                    <a:lnTo>
                      <a:pt x="12" y="72"/>
                    </a:lnTo>
                    <a:lnTo>
                      <a:pt x="12" y="72"/>
                    </a:lnTo>
                    <a:lnTo>
                      <a:pt x="16" y="72"/>
                    </a:lnTo>
                    <a:lnTo>
                      <a:pt x="16" y="72"/>
                    </a:lnTo>
                    <a:lnTo>
                      <a:pt x="16" y="70"/>
                    </a:lnTo>
                    <a:lnTo>
                      <a:pt x="16" y="70"/>
                    </a:lnTo>
                    <a:lnTo>
                      <a:pt x="16" y="70"/>
                    </a:lnTo>
                    <a:lnTo>
                      <a:pt x="16" y="70"/>
                    </a:lnTo>
                    <a:lnTo>
                      <a:pt x="16" y="70"/>
                    </a:lnTo>
                    <a:lnTo>
                      <a:pt x="16" y="66"/>
                    </a:lnTo>
                    <a:lnTo>
                      <a:pt x="16" y="66"/>
                    </a:lnTo>
                    <a:lnTo>
                      <a:pt x="16" y="66"/>
                    </a:lnTo>
                    <a:lnTo>
                      <a:pt x="16" y="66"/>
                    </a:lnTo>
                    <a:lnTo>
                      <a:pt x="16" y="66"/>
                    </a:lnTo>
                    <a:lnTo>
                      <a:pt x="16" y="66"/>
                    </a:lnTo>
                    <a:lnTo>
                      <a:pt x="16" y="66"/>
                    </a:lnTo>
                    <a:lnTo>
                      <a:pt x="12" y="66"/>
                    </a:lnTo>
                    <a:lnTo>
                      <a:pt x="12" y="66"/>
                    </a:lnTo>
                    <a:lnTo>
                      <a:pt x="12" y="62"/>
                    </a:lnTo>
                    <a:lnTo>
                      <a:pt x="8" y="62"/>
                    </a:lnTo>
                    <a:lnTo>
                      <a:pt x="8" y="62"/>
                    </a:lnTo>
                    <a:lnTo>
                      <a:pt x="4" y="62"/>
                    </a:lnTo>
                    <a:lnTo>
                      <a:pt x="4" y="62"/>
                    </a:lnTo>
                    <a:lnTo>
                      <a:pt x="4" y="62"/>
                    </a:lnTo>
                    <a:lnTo>
                      <a:pt x="4" y="62"/>
                    </a:lnTo>
                    <a:lnTo>
                      <a:pt x="4" y="66"/>
                    </a:lnTo>
                    <a:lnTo>
                      <a:pt x="4" y="62"/>
                    </a:lnTo>
                    <a:lnTo>
                      <a:pt x="4" y="62"/>
                    </a:lnTo>
                    <a:lnTo>
                      <a:pt x="4" y="58"/>
                    </a:lnTo>
                    <a:lnTo>
                      <a:pt x="4" y="58"/>
                    </a:lnTo>
                    <a:lnTo>
                      <a:pt x="0" y="58"/>
                    </a:lnTo>
                    <a:lnTo>
                      <a:pt x="0" y="58"/>
                    </a:lnTo>
                    <a:lnTo>
                      <a:pt x="0" y="58"/>
                    </a:lnTo>
                    <a:lnTo>
                      <a:pt x="0" y="58"/>
                    </a:lnTo>
                    <a:lnTo>
                      <a:pt x="0" y="58"/>
                    </a:lnTo>
                    <a:lnTo>
                      <a:pt x="0" y="54"/>
                    </a:lnTo>
                    <a:lnTo>
                      <a:pt x="0" y="54"/>
                    </a:lnTo>
                    <a:lnTo>
                      <a:pt x="0" y="54"/>
                    </a:lnTo>
                    <a:lnTo>
                      <a:pt x="0" y="54"/>
                    </a:lnTo>
                    <a:lnTo>
                      <a:pt x="4" y="50"/>
                    </a:lnTo>
                    <a:lnTo>
                      <a:pt x="4" y="50"/>
                    </a:lnTo>
                    <a:lnTo>
                      <a:pt x="4" y="50"/>
                    </a:lnTo>
                    <a:lnTo>
                      <a:pt x="4" y="50"/>
                    </a:lnTo>
                    <a:lnTo>
                      <a:pt x="8" y="46"/>
                    </a:lnTo>
                    <a:lnTo>
                      <a:pt x="8" y="46"/>
                    </a:lnTo>
                    <a:lnTo>
                      <a:pt x="8" y="46"/>
                    </a:lnTo>
                    <a:lnTo>
                      <a:pt x="12" y="46"/>
                    </a:lnTo>
                    <a:lnTo>
                      <a:pt x="8" y="46"/>
                    </a:lnTo>
                    <a:lnTo>
                      <a:pt x="12" y="46"/>
                    </a:lnTo>
                    <a:lnTo>
                      <a:pt x="12" y="44"/>
                    </a:lnTo>
                    <a:lnTo>
                      <a:pt x="12" y="44"/>
                    </a:lnTo>
                    <a:lnTo>
                      <a:pt x="16" y="44"/>
                    </a:lnTo>
                    <a:lnTo>
                      <a:pt x="16" y="44"/>
                    </a:lnTo>
                    <a:lnTo>
                      <a:pt x="16" y="44"/>
                    </a:lnTo>
                    <a:lnTo>
                      <a:pt x="16" y="44"/>
                    </a:lnTo>
                    <a:lnTo>
                      <a:pt x="16" y="44"/>
                    </a:lnTo>
                    <a:lnTo>
                      <a:pt x="20" y="44"/>
                    </a:lnTo>
                    <a:lnTo>
                      <a:pt x="20" y="40"/>
                    </a:lnTo>
                    <a:lnTo>
                      <a:pt x="20" y="40"/>
                    </a:lnTo>
                    <a:lnTo>
                      <a:pt x="20" y="40"/>
                    </a:lnTo>
                    <a:lnTo>
                      <a:pt x="22" y="40"/>
                    </a:lnTo>
                    <a:lnTo>
                      <a:pt x="22" y="40"/>
                    </a:lnTo>
                    <a:lnTo>
                      <a:pt x="26" y="36"/>
                    </a:lnTo>
                    <a:lnTo>
                      <a:pt x="26" y="32"/>
                    </a:lnTo>
                    <a:lnTo>
                      <a:pt x="26" y="32"/>
                    </a:lnTo>
                    <a:lnTo>
                      <a:pt x="26" y="32"/>
                    </a:lnTo>
                    <a:lnTo>
                      <a:pt x="30" y="32"/>
                    </a:lnTo>
                    <a:lnTo>
                      <a:pt x="30" y="32"/>
                    </a:lnTo>
                    <a:lnTo>
                      <a:pt x="30" y="28"/>
                    </a:lnTo>
                    <a:lnTo>
                      <a:pt x="30" y="28"/>
                    </a:lnTo>
                    <a:lnTo>
                      <a:pt x="30" y="28"/>
                    </a:lnTo>
                    <a:lnTo>
                      <a:pt x="30" y="28"/>
                    </a:lnTo>
                    <a:lnTo>
                      <a:pt x="30" y="24"/>
                    </a:lnTo>
                    <a:lnTo>
                      <a:pt x="30" y="24"/>
                    </a:lnTo>
                    <a:lnTo>
                      <a:pt x="30" y="24"/>
                    </a:lnTo>
                    <a:lnTo>
                      <a:pt x="34" y="24"/>
                    </a:lnTo>
                    <a:lnTo>
                      <a:pt x="34" y="24"/>
                    </a:lnTo>
                    <a:lnTo>
                      <a:pt x="34" y="24"/>
                    </a:lnTo>
                    <a:lnTo>
                      <a:pt x="34" y="20"/>
                    </a:lnTo>
                    <a:lnTo>
                      <a:pt x="34" y="20"/>
                    </a:lnTo>
                    <a:lnTo>
                      <a:pt x="38" y="20"/>
                    </a:lnTo>
                    <a:lnTo>
                      <a:pt x="38" y="20"/>
                    </a:lnTo>
                    <a:lnTo>
                      <a:pt x="38" y="24"/>
                    </a:lnTo>
                    <a:lnTo>
                      <a:pt x="38" y="24"/>
                    </a:lnTo>
                    <a:lnTo>
                      <a:pt x="38" y="24"/>
                    </a:lnTo>
                    <a:lnTo>
                      <a:pt x="38" y="24"/>
                    </a:lnTo>
                    <a:lnTo>
                      <a:pt x="38" y="24"/>
                    </a:lnTo>
                    <a:lnTo>
                      <a:pt x="42" y="24"/>
                    </a:lnTo>
                    <a:lnTo>
                      <a:pt x="42" y="28"/>
                    </a:lnTo>
                    <a:lnTo>
                      <a:pt x="46" y="28"/>
                    </a:lnTo>
                    <a:lnTo>
                      <a:pt x="48" y="28"/>
                    </a:lnTo>
                    <a:lnTo>
                      <a:pt x="48" y="28"/>
                    </a:lnTo>
                    <a:lnTo>
                      <a:pt x="48" y="28"/>
                    </a:lnTo>
                    <a:lnTo>
                      <a:pt x="48" y="28"/>
                    </a:lnTo>
                    <a:lnTo>
                      <a:pt x="52" y="28"/>
                    </a:lnTo>
                    <a:lnTo>
                      <a:pt x="52" y="28"/>
                    </a:lnTo>
                    <a:lnTo>
                      <a:pt x="52" y="28"/>
                    </a:lnTo>
                    <a:lnTo>
                      <a:pt x="52" y="28"/>
                    </a:lnTo>
                    <a:lnTo>
                      <a:pt x="52" y="28"/>
                    </a:lnTo>
                    <a:lnTo>
                      <a:pt x="56" y="28"/>
                    </a:lnTo>
                    <a:lnTo>
                      <a:pt x="56" y="24"/>
                    </a:lnTo>
                    <a:lnTo>
                      <a:pt x="56" y="24"/>
                    </a:lnTo>
                    <a:lnTo>
                      <a:pt x="56" y="24"/>
                    </a:lnTo>
                    <a:lnTo>
                      <a:pt x="56" y="24"/>
                    </a:lnTo>
                    <a:lnTo>
                      <a:pt x="56" y="24"/>
                    </a:lnTo>
                    <a:lnTo>
                      <a:pt x="56" y="24"/>
                    </a:lnTo>
                    <a:lnTo>
                      <a:pt x="52" y="24"/>
                    </a:lnTo>
                    <a:lnTo>
                      <a:pt x="52" y="20"/>
                    </a:lnTo>
                    <a:lnTo>
                      <a:pt x="52" y="20"/>
                    </a:lnTo>
                    <a:lnTo>
                      <a:pt x="52" y="16"/>
                    </a:lnTo>
                    <a:lnTo>
                      <a:pt x="52" y="16"/>
                    </a:lnTo>
                    <a:lnTo>
                      <a:pt x="52" y="16"/>
                    </a:lnTo>
                    <a:lnTo>
                      <a:pt x="56" y="16"/>
                    </a:lnTo>
                    <a:lnTo>
                      <a:pt x="56" y="16"/>
                    </a:lnTo>
                    <a:lnTo>
                      <a:pt x="56" y="16"/>
                    </a:lnTo>
                    <a:lnTo>
                      <a:pt x="56" y="16"/>
                    </a:lnTo>
                    <a:lnTo>
                      <a:pt x="56" y="16"/>
                    </a:lnTo>
                    <a:lnTo>
                      <a:pt x="60" y="16"/>
                    </a:lnTo>
                    <a:lnTo>
                      <a:pt x="60" y="16"/>
                    </a:lnTo>
                    <a:lnTo>
                      <a:pt x="60" y="16"/>
                    </a:lnTo>
                    <a:lnTo>
                      <a:pt x="60" y="16"/>
                    </a:lnTo>
                    <a:lnTo>
                      <a:pt x="64" y="16"/>
                    </a:lnTo>
                    <a:lnTo>
                      <a:pt x="64" y="16"/>
                    </a:lnTo>
                    <a:lnTo>
                      <a:pt x="64" y="16"/>
                    </a:lnTo>
                    <a:lnTo>
                      <a:pt x="64" y="16"/>
                    </a:lnTo>
                    <a:lnTo>
                      <a:pt x="64" y="16"/>
                    </a:lnTo>
                    <a:lnTo>
                      <a:pt x="68" y="16"/>
                    </a:lnTo>
                    <a:lnTo>
                      <a:pt x="68" y="16"/>
                    </a:lnTo>
                    <a:lnTo>
                      <a:pt x="68" y="14"/>
                    </a:lnTo>
                    <a:lnTo>
                      <a:pt x="68" y="14"/>
                    </a:lnTo>
                    <a:lnTo>
                      <a:pt x="68" y="14"/>
                    </a:lnTo>
                    <a:lnTo>
                      <a:pt x="68" y="14"/>
                    </a:lnTo>
                    <a:lnTo>
                      <a:pt x="68" y="10"/>
                    </a:lnTo>
                    <a:lnTo>
                      <a:pt x="72" y="10"/>
                    </a:lnTo>
                    <a:lnTo>
                      <a:pt x="72" y="10"/>
                    </a:lnTo>
                    <a:lnTo>
                      <a:pt x="72" y="10"/>
                    </a:lnTo>
                    <a:lnTo>
                      <a:pt x="74" y="10"/>
                    </a:lnTo>
                    <a:lnTo>
                      <a:pt x="74" y="10"/>
                    </a:lnTo>
                    <a:lnTo>
                      <a:pt x="74" y="6"/>
                    </a:lnTo>
                    <a:lnTo>
                      <a:pt x="74" y="6"/>
                    </a:lnTo>
                    <a:lnTo>
                      <a:pt x="74" y="6"/>
                    </a:lnTo>
                    <a:lnTo>
                      <a:pt x="74" y="2"/>
                    </a:lnTo>
                    <a:lnTo>
                      <a:pt x="78" y="2"/>
                    </a:lnTo>
                    <a:lnTo>
                      <a:pt x="78" y="0"/>
                    </a:lnTo>
                    <a:lnTo>
                      <a:pt x="78" y="0"/>
                    </a:lnTo>
                    <a:lnTo>
                      <a:pt x="78" y="0"/>
                    </a:lnTo>
                    <a:lnTo>
                      <a:pt x="78" y="0"/>
                    </a:lnTo>
                    <a:lnTo>
                      <a:pt x="78" y="0"/>
                    </a:lnTo>
                    <a:lnTo>
                      <a:pt x="78" y="0"/>
                    </a:lnTo>
                    <a:lnTo>
                      <a:pt x="82" y="0"/>
                    </a:lnTo>
                    <a:lnTo>
                      <a:pt x="82" y="0"/>
                    </a:lnTo>
                    <a:lnTo>
                      <a:pt x="82" y="2"/>
                    </a:lnTo>
                    <a:lnTo>
                      <a:pt x="82" y="2"/>
                    </a:lnTo>
                    <a:lnTo>
                      <a:pt x="82" y="2"/>
                    </a:lnTo>
                    <a:lnTo>
                      <a:pt x="82" y="2"/>
                    </a:lnTo>
                    <a:lnTo>
                      <a:pt x="86" y="6"/>
                    </a:lnTo>
                    <a:lnTo>
                      <a:pt x="86" y="6"/>
                    </a:lnTo>
                    <a:lnTo>
                      <a:pt x="86" y="6"/>
                    </a:lnTo>
                    <a:lnTo>
                      <a:pt x="86" y="6"/>
                    </a:lnTo>
                    <a:lnTo>
                      <a:pt x="86" y="10"/>
                    </a:lnTo>
                    <a:lnTo>
                      <a:pt x="90" y="10"/>
                    </a:lnTo>
                    <a:lnTo>
                      <a:pt x="90" y="10"/>
                    </a:lnTo>
                    <a:lnTo>
                      <a:pt x="90" y="10"/>
                    </a:lnTo>
                    <a:lnTo>
                      <a:pt x="90" y="10"/>
                    </a:lnTo>
                    <a:lnTo>
                      <a:pt x="90" y="10"/>
                    </a:lnTo>
                    <a:lnTo>
                      <a:pt x="90" y="10"/>
                    </a:lnTo>
                    <a:lnTo>
                      <a:pt x="90" y="10"/>
                    </a:lnTo>
                    <a:lnTo>
                      <a:pt x="90" y="14"/>
                    </a:lnTo>
                    <a:lnTo>
                      <a:pt x="90" y="14"/>
                    </a:lnTo>
                    <a:lnTo>
                      <a:pt x="90" y="14"/>
                    </a:lnTo>
                    <a:lnTo>
                      <a:pt x="90" y="10"/>
                    </a:lnTo>
                    <a:lnTo>
                      <a:pt x="86" y="10"/>
                    </a:lnTo>
                    <a:lnTo>
                      <a:pt x="86" y="10"/>
                    </a:lnTo>
                    <a:lnTo>
                      <a:pt x="86" y="10"/>
                    </a:lnTo>
                    <a:lnTo>
                      <a:pt x="82" y="14"/>
                    </a:lnTo>
                    <a:lnTo>
                      <a:pt x="82" y="16"/>
                    </a:lnTo>
                    <a:lnTo>
                      <a:pt x="78" y="16"/>
                    </a:lnTo>
                    <a:lnTo>
                      <a:pt x="78" y="20"/>
                    </a:lnTo>
                    <a:lnTo>
                      <a:pt x="78" y="20"/>
                    </a:lnTo>
                    <a:lnTo>
                      <a:pt x="78" y="20"/>
                    </a:lnTo>
                    <a:lnTo>
                      <a:pt x="78" y="20"/>
                    </a:lnTo>
                    <a:lnTo>
                      <a:pt x="74" y="20"/>
                    </a:lnTo>
                    <a:lnTo>
                      <a:pt x="74" y="24"/>
                    </a:lnTo>
                    <a:lnTo>
                      <a:pt x="74" y="24"/>
                    </a:lnTo>
                    <a:lnTo>
                      <a:pt x="74" y="24"/>
                    </a:lnTo>
                    <a:lnTo>
                      <a:pt x="74" y="24"/>
                    </a:lnTo>
                    <a:lnTo>
                      <a:pt x="74" y="28"/>
                    </a:lnTo>
                    <a:lnTo>
                      <a:pt x="74" y="28"/>
                    </a:lnTo>
                    <a:lnTo>
                      <a:pt x="74" y="28"/>
                    </a:lnTo>
                    <a:lnTo>
                      <a:pt x="74" y="28"/>
                    </a:lnTo>
                    <a:lnTo>
                      <a:pt x="74" y="28"/>
                    </a:lnTo>
                    <a:lnTo>
                      <a:pt x="78" y="28"/>
                    </a:lnTo>
                    <a:lnTo>
                      <a:pt x="78" y="32"/>
                    </a:lnTo>
                    <a:lnTo>
                      <a:pt x="74" y="32"/>
                    </a:lnTo>
                    <a:lnTo>
                      <a:pt x="74" y="32"/>
                    </a:lnTo>
                    <a:lnTo>
                      <a:pt x="74" y="32"/>
                    </a:lnTo>
                    <a:lnTo>
                      <a:pt x="74" y="36"/>
                    </a:lnTo>
                    <a:lnTo>
                      <a:pt x="74" y="36"/>
                    </a:lnTo>
                    <a:lnTo>
                      <a:pt x="74" y="36"/>
                    </a:lnTo>
                    <a:lnTo>
                      <a:pt x="74" y="36"/>
                    </a:lnTo>
                    <a:lnTo>
                      <a:pt x="74" y="40"/>
                    </a:lnTo>
                    <a:lnTo>
                      <a:pt x="74" y="40"/>
                    </a:lnTo>
                    <a:lnTo>
                      <a:pt x="74" y="40"/>
                    </a:lnTo>
                    <a:lnTo>
                      <a:pt x="74" y="40"/>
                    </a:lnTo>
                    <a:lnTo>
                      <a:pt x="74" y="40"/>
                    </a:lnTo>
                    <a:lnTo>
                      <a:pt x="74" y="40"/>
                    </a:lnTo>
                    <a:lnTo>
                      <a:pt x="68" y="44"/>
                    </a:lnTo>
                    <a:lnTo>
                      <a:pt x="68" y="44"/>
                    </a:lnTo>
                    <a:lnTo>
                      <a:pt x="68" y="46"/>
                    </a:lnTo>
                    <a:lnTo>
                      <a:pt x="68" y="46"/>
                    </a:lnTo>
                    <a:lnTo>
                      <a:pt x="68" y="46"/>
                    </a:lnTo>
                    <a:lnTo>
                      <a:pt x="68" y="46"/>
                    </a:lnTo>
                    <a:lnTo>
                      <a:pt x="68" y="46"/>
                    </a:lnTo>
                    <a:lnTo>
                      <a:pt x="68" y="46"/>
                    </a:lnTo>
                    <a:lnTo>
                      <a:pt x="64" y="46"/>
                    </a:lnTo>
                    <a:lnTo>
                      <a:pt x="64" y="46"/>
                    </a:lnTo>
                    <a:lnTo>
                      <a:pt x="64" y="46"/>
                    </a:lnTo>
                    <a:lnTo>
                      <a:pt x="64" y="46"/>
                    </a:lnTo>
                    <a:lnTo>
                      <a:pt x="64" y="50"/>
                    </a:lnTo>
                    <a:lnTo>
                      <a:pt x="64" y="50"/>
                    </a:lnTo>
                    <a:lnTo>
                      <a:pt x="64" y="50"/>
                    </a:lnTo>
                    <a:lnTo>
                      <a:pt x="60" y="50"/>
                    </a:lnTo>
                    <a:lnTo>
                      <a:pt x="60" y="54"/>
                    </a:lnTo>
                    <a:lnTo>
                      <a:pt x="56" y="54"/>
                    </a:lnTo>
                    <a:lnTo>
                      <a:pt x="52" y="54"/>
                    </a:lnTo>
                    <a:lnTo>
                      <a:pt x="52" y="54"/>
                    </a:lnTo>
                    <a:lnTo>
                      <a:pt x="52" y="54"/>
                    </a:lnTo>
                    <a:lnTo>
                      <a:pt x="52" y="54"/>
                    </a:lnTo>
                    <a:lnTo>
                      <a:pt x="52" y="54"/>
                    </a:lnTo>
                    <a:lnTo>
                      <a:pt x="48" y="58"/>
                    </a:lnTo>
                    <a:lnTo>
                      <a:pt x="48" y="58"/>
                    </a:lnTo>
                    <a:lnTo>
                      <a:pt x="48" y="58"/>
                    </a:lnTo>
                    <a:lnTo>
                      <a:pt x="48" y="58"/>
                    </a:lnTo>
                    <a:lnTo>
                      <a:pt x="46" y="58"/>
                    </a:lnTo>
                    <a:lnTo>
                      <a:pt x="46" y="62"/>
                    </a:lnTo>
                    <a:lnTo>
                      <a:pt x="46" y="62"/>
                    </a:lnTo>
                    <a:lnTo>
                      <a:pt x="46" y="62"/>
                    </a:lnTo>
                    <a:lnTo>
                      <a:pt x="46" y="62"/>
                    </a:lnTo>
                    <a:lnTo>
                      <a:pt x="46" y="66"/>
                    </a:lnTo>
                    <a:lnTo>
                      <a:pt x="46" y="66"/>
                    </a:lnTo>
                    <a:lnTo>
                      <a:pt x="46" y="70"/>
                    </a:lnTo>
                    <a:lnTo>
                      <a:pt x="46" y="70"/>
                    </a:lnTo>
                    <a:lnTo>
                      <a:pt x="46" y="70"/>
                    </a:lnTo>
                    <a:lnTo>
                      <a:pt x="46" y="70"/>
                    </a:lnTo>
                    <a:lnTo>
                      <a:pt x="46" y="70"/>
                    </a:lnTo>
                    <a:lnTo>
                      <a:pt x="46" y="70"/>
                    </a:lnTo>
                    <a:lnTo>
                      <a:pt x="46" y="66"/>
                    </a:lnTo>
                    <a:lnTo>
                      <a:pt x="46" y="66"/>
                    </a:lnTo>
                    <a:lnTo>
                      <a:pt x="46" y="70"/>
                    </a:lnTo>
                    <a:lnTo>
                      <a:pt x="46" y="70"/>
                    </a:lnTo>
                    <a:lnTo>
                      <a:pt x="46"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1" name="Freeform 45"/>
              <p:cNvSpPr>
                <a:spLocks noEditPoints="1"/>
              </p:cNvSpPr>
              <p:nvPr/>
            </p:nvSpPr>
            <p:spPr bwMode="gray">
              <a:xfrm>
                <a:off x="6076574" y="3726587"/>
                <a:ext cx="194798" cy="299152"/>
              </a:xfrm>
              <a:custGeom>
                <a:avLst/>
                <a:gdLst>
                  <a:gd name="T0" fmla="*/ 62 w 112"/>
                  <a:gd name="T1" fmla="*/ 0 h 172"/>
                  <a:gd name="T2" fmla="*/ 62 w 112"/>
                  <a:gd name="T3" fmla="*/ 8 h 172"/>
                  <a:gd name="T4" fmla="*/ 60 w 112"/>
                  <a:gd name="T5" fmla="*/ 12 h 172"/>
                  <a:gd name="T6" fmla="*/ 60 w 112"/>
                  <a:gd name="T7" fmla="*/ 4 h 172"/>
                  <a:gd name="T8" fmla="*/ 60 w 112"/>
                  <a:gd name="T9" fmla="*/ 0 h 172"/>
                  <a:gd name="T10" fmla="*/ 62 w 112"/>
                  <a:gd name="T11" fmla="*/ 0 h 172"/>
                  <a:gd name="T12" fmla="*/ 48 w 112"/>
                  <a:gd name="T13" fmla="*/ 90 h 172"/>
                  <a:gd name="T14" fmla="*/ 48 w 112"/>
                  <a:gd name="T15" fmla="*/ 60 h 172"/>
                  <a:gd name="T16" fmla="*/ 48 w 112"/>
                  <a:gd name="T17" fmla="*/ 52 h 172"/>
                  <a:gd name="T18" fmla="*/ 52 w 112"/>
                  <a:gd name="T19" fmla="*/ 42 h 172"/>
                  <a:gd name="T20" fmla="*/ 56 w 112"/>
                  <a:gd name="T21" fmla="*/ 38 h 172"/>
                  <a:gd name="T22" fmla="*/ 56 w 112"/>
                  <a:gd name="T23" fmla="*/ 30 h 172"/>
                  <a:gd name="T24" fmla="*/ 56 w 112"/>
                  <a:gd name="T25" fmla="*/ 26 h 172"/>
                  <a:gd name="T26" fmla="*/ 60 w 112"/>
                  <a:gd name="T27" fmla="*/ 22 h 172"/>
                  <a:gd name="T28" fmla="*/ 60 w 112"/>
                  <a:gd name="T29" fmla="*/ 26 h 172"/>
                  <a:gd name="T30" fmla="*/ 62 w 112"/>
                  <a:gd name="T31" fmla="*/ 26 h 172"/>
                  <a:gd name="T32" fmla="*/ 62 w 112"/>
                  <a:gd name="T33" fmla="*/ 22 h 172"/>
                  <a:gd name="T34" fmla="*/ 66 w 112"/>
                  <a:gd name="T35" fmla="*/ 30 h 172"/>
                  <a:gd name="T36" fmla="*/ 70 w 112"/>
                  <a:gd name="T37" fmla="*/ 38 h 172"/>
                  <a:gd name="T38" fmla="*/ 74 w 112"/>
                  <a:gd name="T39" fmla="*/ 42 h 172"/>
                  <a:gd name="T40" fmla="*/ 86 w 112"/>
                  <a:gd name="T41" fmla="*/ 44 h 172"/>
                  <a:gd name="T42" fmla="*/ 88 w 112"/>
                  <a:gd name="T43" fmla="*/ 48 h 172"/>
                  <a:gd name="T44" fmla="*/ 92 w 112"/>
                  <a:gd name="T45" fmla="*/ 48 h 172"/>
                  <a:gd name="T46" fmla="*/ 100 w 112"/>
                  <a:gd name="T47" fmla="*/ 56 h 172"/>
                  <a:gd name="T48" fmla="*/ 104 w 112"/>
                  <a:gd name="T49" fmla="*/ 60 h 172"/>
                  <a:gd name="T50" fmla="*/ 108 w 112"/>
                  <a:gd name="T51" fmla="*/ 68 h 172"/>
                  <a:gd name="T52" fmla="*/ 112 w 112"/>
                  <a:gd name="T53" fmla="*/ 72 h 172"/>
                  <a:gd name="T54" fmla="*/ 108 w 112"/>
                  <a:gd name="T55" fmla="*/ 78 h 172"/>
                  <a:gd name="T56" fmla="*/ 104 w 112"/>
                  <a:gd name="T57" fmla="*/ 86 h 172"/>
                  <a:gd name="T58" fmla="*/ 96 w 112"/>
                  <a:gd name="T59" fmla="*/ 94 h 172"/>
                  <a:gd name="T60" fmla="*/ 92 w 112"/>
                  <a:gd name="T61" fmla="*/ 102 h 172"/>
                  <a:gd name="T62" fmla="*/ 88 w 112"/>
                  <a:gd name="T63" fmla="*/ 104 h 172"/>
                  <a:gd name="T64" fmla="*/ 88 w 112"/>
                  <a:gd name="T65" fmla="*/ 102 h 172"/>
                  <a:gd name="T66" fmla="*/ 86 w 112"/>
                  <a:gd name="T67" fmla="*/ 108 h 172"/>
                  <a:gd name="T68" fmla="*/ 82 w 112"/>
                  <a:gd name="T69" fmla="*/ 116 h 172"/>
                  <a:gd name="T70" fmla="*/ 82 w 112"/>
                  <a:gd name="T71" fmla="*/ 122 h 172"/>
                  <a:gd name="T72" fmla="*/ 82 w 112"/>
                  <a:gd name="T73" fmla="*/ 130 h 172"/>
                  <a:gd name="T74" fmla="*/ 74 w 112"/>
                  <a:gd name="T75" fmla="*/ 130 h 172"/>
                  <a:gd name="T76" fmla="*/ 70 w 112"/>
                  <a:gd name="T77" fmla="*/ 134 h 172"/>
                  <a:gd name="T78" fmla="*/ 66 w 112"/>
                  <a:gd name="T79" fmla="*/ 142 h 172"/>
                  <a:gd name="T80" fmla="*/ 62 w 112"/>
                  <a:gd name="T81" fmla="*/ 144 h 172"/>
                  <a:gd name="T82" fmla="*/ 60 w 112"/>
                  <a:gd name="T83" fmla="*/ 148 h 172"/>
                  <a:gd name="T84" fmla="*/ 52 w 112"/>
                  <a:gd name="T85" fmla="*/ 148 h 172"/>
                  <a:gd name="T86" fmla="*/ 48 w 112"/>
                  <a:gd name="T87" fmla="*/ 152 h 172"/>
                  <a:gd name="T88" fmla="*/ 48 w 112"/>
                  <a:gd name="T89" fmla="*/ 156 h 172"/>
                  <a:gd name="T90" fmla="*/ 44 w 112"/>
                  <a:gd name="T91" fmla="*/ 164 h 172"/>
                  <a:gd name="T92" fmla="*/ 36 w 112"/>
                  <a:gd name="T93" fmla="*/ 164 h 172"/>
                  <a:gd name="T94" fmla="*/ 30 w 112"/>
                  <a:gd name="T95" fmla="*/ 164 h 172"/>
                  <a:gd name="T96" fmla="*/ 22 w 112"/>
                  <a:gd name="T97" fmla="*/ 168 h 172"/>
                  <a:gd name="T98" fmla="*/ 10 w 112"/>
                  <a:gd name="T99" fmla="*/ 160 h 172"/>
                  <a:gd name="T100" fmla="*/ 96 w 112"/>
                  <a:gd name="T101" fmla="*/ 108 h 172"/>
                  <a:gd name="T102" fmla="*/ 96 w 112"/>
                  <a:gd name="T103" fmla="*/ 104 h 172"/>
                  <a:gd name="T104" fmla="*/ 96 w 112"/>
                  <a:gd name="T105" fmla="*/ 104 h 172"/>
                  <a:gd name="T106" fmla="*/ 100 w 112"/>
                  <a:gd name="T107" fmla="*/ 104 h 172"/>
                  <a:gd name="T108" fmla="*/ 96 w 112"/>
                  <a:gd name="T109" fmla="*/ 104 h 172"/>
                  <a:gd name="T110" fmla="*/ 96 w 112"/>
                  <a:gd name="T111" fmla="*/ 108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2" h="172">
                    <a:moveTo>
                      <a:pt x="62" y="0"/>
                    </a:moveTo>
                    <a:lnTo>
                      <a:pt x="62" y="0"/>
                    </a:lnTo>
                    <a:lnTo>
                      <a:pt x="62" y="0"/>
                    </a:lnTo>
                    <a:lnTo>
                      <a:pt x="62" y="0"/>
                    </a:lnTo>
                    <a:lnTo>
                      <a:pt x="62" y="4"/>
                    </a:lnTo>
                    <a:lnTo>
                      <a:pt x="62" y="0"/>
                    </a:lnTo>
                    <a:lnTo>
                      <a:pt x="62" y="0"/>
                    </a:lnTo>
                    <a:lnTo>
                      <a:pt x="62" y="4"/>
                    </a:lnTo>
                    <a:lnTo>
                      <a:pt x="62" y="4"/>
                    </a:lnTo>
                    <a:lnTo>
                      <a:pt x="62" y="4"/>
                    </a:lnTo>
                    <a:lnTo>
                      <a:pt x="62" y="4"/>
                    </a:lnTo>
                    <a:lnTo>
                      <a:pt x="62" y="8"/>
                    </a:lnTo>
                    <a:lnTo>
                      <a:pt x="62" y="8"/>
                    </a:lnTo>
                    <a:lnTo>
                      <a:pt x="62" y="8"/>
                    </a:lnTo>
                    <a:lnTo>
                      <a:pt x="62" y="8"/>
                    </a:lnTo>
                    <a:lnTo>
                      <a:pt x="62" y="8"/>
                    </a:lnTo>
                    <a:lnTo>
                      <a:pt x="62" y="12"/>
                    </a:lnTo>
                    <a:lnTo>
                      <a:pt x="62" y="12"/>
                    </a:lnTo>
                    <a:lnTo>
                      <a:pt x="62" y="12"/>
                    </a:lnTo>
                    <a:lnTo>
                      <a:pt x="62" y="12"/>
                    </a:lnTo>
                    <a:lnTo>
                      <a:pt x="60" y="12"/>
                    </a:lnTo>
                    <a:lnTo>
                      <a:pt x="60" y="12"/>
                    </a:lnTo>
                    <a:lnTo>
                      <a:pt x="60" y="12"/>
                    </a:lnTo>
                    <a:lnTo>
                      <a:pt x="60" y="12"/>
                    </a:lnTo>
                    <a:lnTo>
                      <a:pt x="60" y="12"/>
                    </a:lnTo>
                    <a:lnTo>
                      <a:pt x="60" y="8"/>
                    </a:lnTo>
                    <a:lnTo>
                      <a:pt x="60" y="8"/>
                    </a:lnTo>
                    <a:lnTo>
                      <a:pt x="60" y="4"/>
                    </a:lnTo>
                    <a:lnTo>
                      <a:pt x="60" y="4"/>
                    </a:lnTo>
                    <a:lnTo>
                      <a:pt x="60" y="4"/>
                    </a:lnTo>
                    <a:lnTo>
                      <a:pt x="60" y="4"/>
                    </a:lnTo>
                    <a:lnTo>
                      <a:pt x="60" y="4"/>
                    </a:lnTo>
                    <a:lnTo>
                      <a:pt x="60" y="0"/>
                    </a:lnTo>
                    <a:lnTo>
                      <a:pt x="60" y="0"/>
                    </a:lnTo>
                    <a:lnTo>
                      <a:pt x="60" y="0"/>
                    </a:lnTo>
                    <a:lnTo>
                      <a:pt x="62" y="0"/>
                    </a:lnTo>
                    <a:lnTo>
                      <a:pt x="62" y="0"/>
                    </a:lnTo>
                    <a:lnTo>
                      <a:pt x="62" y="0"/>
                    </a:lnTo>
                    <a:lnTo>
                      <a:pt x="62" y="0"/>
                    </a:lnTo>
                    <a:lnTo>
                      <a:pt x="62" y="0"/>
                    </a:lnTo>
                    <a:lnTo>
                      <a:pt x="62" y="0"/>
                    </a:lnTo>
                    <a:lnTo>
                      <a:pt x="62" y="0"/>
                    </a:lnTo>
                    <a:lnTo>
                      <a:pt x="62" y="0"/>
                    </a:lnTo>
                    <a:lnTo>
                      <a:pt x="62" y="0"/>
                    </a:lnTo>
                    <a:lnTo>
                      <a:pt x="62" y="0"/>
                    </a:lnTo>
                    <a:lnTo>
                      <a:pt x="62" y="0"/>
                    </a:lnTo>
                    <a:lnTo>
                      <a:pt x="62" y="0"/>
                    </a:lnTo>
                    <a:lnTo>
                      <a:pt x="62" y="0"/>
                    </a:lnTo>
                    <a:close/>
                    <a:moveTo>
                      <a:pt x="48" y="90"/>
                    </a:moveTo>
                    <a:lnTo>
                      <a:pt x="52" y="74"/>
                    </a:lnTo>
                    <a:lnTo>
                      <a:pt x="44" y="64"/>
                    </a:lnTo>
                    <a:lnTo>
                      <a:pt x="48" y="64"/>
                    </a:lnTo>
                    <a:lnTo>
                      <a:pt x="48" y="64"/>
                    </a:lnTo>
                    <a:lnTo>
                      <a:pt x="48" y="60"/>
                    </a:lnTo>
                    <a:lnTo>
                      <a:pt x="48" y="60"/>
                    </a:lnTo>
                    <a:lnTo>
                      <a:pt x="48" y="60"/>
                    </a:lnTo>
                    <a:lnTo>
                      <a:pt x="48" y="60"/>
                    </a:lnTo>
                    <a:lnTo>
                      <a:pt x="48" y="56"/>
                    </a:lnTo>
                    <a:lnTo>
                      <a:pt x="48" y="56"/>
                    </a:lnTo>
                    <a:lnTo>
                      <a:pt x="48" y="56"/>
                    </a:lnTo>
                    <a:lnTo>
                      <a:pt x="48" y="56"/>
                    </a:lnTo>
                    <a:lnTo>
                      <a:pt x="48" y="52"/>
                    </a:lnTo>
                    <a:lnTo>
                      <a:pt x="48" y="52"/>
                    </a:lnTo>
                    <a:lnTo>
                      <a:pt x="48" y="48"/>
                    </a:lnTo>
                    <a:lnTo>
                      <a:pt x="52" y="48"/>
                    </a:lnTo>
                    <a:lnTo>
                      <a:pt x="52" y="44"/>
                    </a:lnTo>
                    <a:lnTo>
                      <a:pt x="52" y="42"/>
                    </a:lnTo>
                    <a:lnTo>
                      <a:pt x="52" y="42"/>
                    </a:lnTo>
                    <a:lnTo>
                      <a:pt x="52" y="42"/>
                    </a:lnTo>
                    <a:lnTo>
                      <a:pt x="52" y="42"/>
                    </a:lnTo>
                    <a:lnTo>
                      <a:pt x="52" y="42"/>
                    </a:lnTo>
                    <a:lnTo>
                      <a:pt x="56" y="42"/>
                    </a:lnTo>
                    <a:lnTo>
                      <a:pt x="56" y="42"/>
                    </a:lnTo>
                    <a:lnTo>
                      <a:pt x="60" y="42"/>
                    </a:lnTo>
                    <a:lnTo>
                      <a:pt x="60" y="42"/>
                    </a:lnTo>
                    <a:lnTo>
                      <a:pt x="56" y="38"/>
                    </a:lnTo>
                    <a:lnTo>
                      <a:pt x="56" y="38"/>
                    </a:lnTo>
                    <a:lnTo>
                      <a:pt x="56" y="38"/>
                    </a:lnTo>
                    <a:lnTo>
                      <a:pt x="56" y="38"/>
                    </a:lnTo>
                    <a:lnTo>
                      <a:pt x="56" y="38"/>
                    </a:lnTo>
                    <a:lnTo>
                      <a:pt x="56" y="34"/>
                    </a:lnTo>
                    <a:lnTo>
                      <a:pt x="56" y="34"/>
                    </a:lnTo>
                    <a:lnTo>
                      <a:pt x="56" y="34"/>
                    </a:lnTo>
                    <a:lnTo>
                      <a:pt x="56" y="30"/>
                    </a:lnTo>
                    <a:lnTo>
                      <a:pt x="56" y="30"/>
                    </a:lnTo>
                    <a:lnTo>
                      <a:pt x="56" y="30"/>
                    </a:lnTo>
                    <a:lnTo>
                      <a:pt x="56" y="30"/>
                    </a:lnTo>
                    <a:lnTo>
                      <a:pt x="56" y="26"/>
                    </a:lnTo>
                    <a:lnTo>
                      <a:pt x="56" y="26"/>
                    </a:lnTo>
                    <a:lnTo>
                      <a:pt x="56" y="26"/>
                    </a:lnTo>
                    <a:lnTo>
                      <a:pt x="56" y="26"/>
                    </a:lnTo>
                    <a:lnTo>
                      <a:pt x="56" y="22"/>
                    </a:lnTo>
                    <a:lnTo>
                      <a:pt x="56" y="22"/>
                    </a:lnTo>
                    <a:lnTo>
                      <a:pt x="56" y="22"/>
                    </a:lnTo>
                    <a:lnTo>
                      <a:pt x="56" y="22"/>
                    </a:lnTo>
                    <a:lnTo>
                      <a:pt x="56" y="22"/>
                    </a:lnTo>
                    <a:lnTo>
                      <a:pt x="60" y="22"/>
                    </a:lnTo>
                    <a:lnTo>
                      <a:pt x="60" y="22"/>
                    </a:lnTo>
                    <a:lnTo>
                      <a:pt x="60" y="22"/>
                    </a:lnTo>
                    <a:lnTo>
                      <a:pt x="60" y="26"/>
                    </a:lnTo>
                    <a:lnTo>
                      <a:pt x="60" y="26"/>
                    </a:lnTo>
                    <a:lnTo>
                      <a:pt x="60" y="26"/>
                    </a:lnTo>
                    <a:lnTo>
                      <a:pt x="56" y="26"/>
                    </a:lnTo>
                    <a:lnTo>
                      <a:pt x="60" y="26"/>
                    </a:lnTo>
                    <a:lnTo>
                      <a:pt x="60" y="26"/>
                    </a:lnTo>
                    <a:lnTo>
                      <a:pt x="60" y="26"/>
                    </a:lnTo>
                    <a:lnTo>
                      <a:pt x="60" y="26"/>
                    </a:lnTo>
                    <a:lnTo>
                      <a:pt x="60" y="26"/>
                    </a:lnTo>
                    <a:lnTo>
                      <a:pt x="60" y="26"/>
                    </a:lnTo>
                    <a:lnTo>
                      <a:pt x="60" y="26"/>
                    </a:lnTo>
                    <a:lnTo>
                      <a:pt x="62" y="26"/>
                    </a:lnTo>
                    <a:lnTo>
                      <a:pt x="62" y="26"/>
                    </a:lnTo>
                    <a:lnTo>
                      <a:pt x="62" y="26"/>
                    </a:lnTo>
                    <a:lnTo>
                      <a:pt x="62" y="26"/>
                    </a:lnTo>
                    <a:lnTo>
                      <a:pt x="62" y="26"/>
                    </a:lnTo>
                    <a:lnTo>
                      <a:pt x="62" y="26"/>
                    </a:lnTo>
                    <a:lnTo>
                      <a:pt x="62" y="22"/>
                    </a:lnTo>
                    <a:lnTo>
                      <a:pt x="62" y="22"/>
                    </a:lnTo>
                    <a:lnTo>
                      <a:pt x="62" y="22"/>
                    </a:lnTo>
                    <a:lnTo>
                      <a:pt x="62" y="22"/>
                    </a:lnTo>
                    <a:lnTo>
                      <a:pt x="62" y="22"/>
                    </a:lnTo>
                    <a:lnTo>
                      <a:pt x="62" y="22"/>
                    </a:lnTo>
                    <a:lnTo>
                      <a:pt x="62" y="26"/>
                    </a:lnTo>
                    <a:lnTo>
                      <a:pt x="62" y="30"/>
                    </a:lnTo>
                    <a:lnTo>
                      <a:pt x="66" y="30"/>
                    </a:lnTo>
                    <a:lnTo>
                      <a:pt x="66" y="30"/>
                    </a:lnTo>
                    <a:lnTo>
                      <a:pt x="66" y="34"/>
                    </a:lnTo>
                    <a:lnTo>
                      <a:pt x="66" y="34"/>
                    </a:lnTo>
                    <a:lnTo>
                      <a:pt x="66" y="34"/>
                    </a:lnTo>
                    <a:lnTo>
                      <a:pt x="66" y="34"/>
                    </a:lnTo>
                    <a:lnTo>
                      <a:pt x="66" y="34"/>
                    </a:lnTo>
                    <a:lnTo>
                      <a:pt x="70" y="34"/>
                    </a:lnTo>
                    <a:lnTo>
                      <a:pt x="70" y="38"/>
                    </a:lnTo>
                    <a:lnTo>
                      <a:pt x="70" y="38"/>
                    </a:lnTo>
                    <a:lnTo>
                      <a:pt x="70" y="38"/>
                    </a:lnTo>
                    <a:lnTo>
                      <a:pt x="70" y="38"/>
                    </a:lnTo>
                    <a:lnTo>
                      <a:pt x="70" y="42"/>
                    </a:lnTo>
                    <a:lnTo>
                      <a:pt x="74" y="42"/>
                    </a:lnTo>
                    <a:lnTo>
                      <a:pt x="74" y="42"/>
                    </a:lnTo>
                    <a:lnTo>
                      <a:pt x="74" y="42"/>
                    </a:lnTo>
                    <a:lnTo>
                      <a:pt x="78" y="44"/>
                    </a:lnTo>
                    <a:lnTo>
                      <a:pt x="82" y="44"/>
                    </a:lnTo>
                    <a:lnTo>
                      <a:pt x="86" y="44"/>
                    </a:lnTo>
                    <a:lnTo>
                      <a:pt x="86" y="44"/>
                    </a:lnTo>
                    <a:lnTo>
                      <a:pt x="86" y="44"/>
                    </a:lnTo>
                    <a:lnTo>
                      <a:pt x="86" y="44"/>
                    </a:lnTo>
                    <a:lnTo>
                      <a:pt x="86" y="44"/>
                    </a:lnTo>
                    <a:lnTo>
                      <a:pt x="86" y="44"/>
                    </a:lnTo>
                    <a:lnTo>
                      <a:pt x="86" y="44"/>
                    </a:lnTo>
                    <a:lnTo>
                      <a:pt x="86" y="44"/>
                    </a:lnTo>
                    <a:lnTo>
                      <a:pt x="88" y="44"/>
                    </a:lnTo>
                    <a:lnTo>
                      <a:pt x="88" y="44"/>
                    </a:lnTo>
                    <a:lnTo>
                      <a:pt x="88" y="44"/>
                    </a:lnTo>
                    <a:lnTo>
                      <a:pt x="88" y="48"/>
                    </a:lnTo>
                    <a:lnTo>
                      <a:pt x="88" y="48"/>
                    </a:lnTo>
                    <a:lnTo>
                      <a:pt x="88" y="48"/>
                    </a:lnTo>
                    <a:lnTo>
                      <a:pt x="88" y="48"/>
                    </a:lnTo>
                    <a:lnTo>
                      <a:pt x="92" y="48"/>
                    </a:lnTo>
                    <a:lnTo>
                      <a:pt x="92" y="48"/>
                    </a:lnTo>
                    <a:lnTo>
                      <a:pt x="92" y="48"/>
                    </a:lnTo>
                    <a:lnTo>
                      <a:pt x="92" y="48"/>
                    </a:lnTo>
                    <a:lnTo>
                      <a:pt x="92" y="48"/>
                    </a:lnTo>
                    <a:lnTo>
                      <a:pt x="92" y="48"/>
                    </a:lnTo>
                    <a:lnTo>
                      <a:pt x="96" y="48"/>
                    </a:lnTo>
                    <a:lnTo>
                      <a:pt x="96" y="52"/>
                    </a:lnTo>
                    <a:lnTo>
                      <a:pt x="100" y="52"/>
                    </a:lnTo>
                    <a:lnTo>
                      <a:pt x="100" y="56"/>
                    </a:lnTo>
                    <a:lnTo>
                      <a:pt x="100" y="56"/>
                    </a:lnTo>
                    <a:lnTo>
                      <a:pt x="100" y="56"/>
                    </a:lnTo>
                    <a:lnTo>
                      <a:pt x="100" y="56"/>
                    </a:lnTo>
                    <a:lnTo>
                      <a:pt x="100" y="60"/>
                    </a:lnTo>
                    <a:lnTo>
                      <a:pt x="100" y="60"/>
                    </a:lnTo>
                    <a:lnTo>
                      <a:pt x="104" y="60"/>
                    </a:lnTo>
                    <a:lnTo>
                      <a:pt x="104" y="60"/>
                    </a:lnTo>
                    <a:lnTo>
                      <a:pt x="104" y="60"/>
                    </a:lnTo>
                    <a:lnTo>
                      <a:pt x="104" y="64"/>
                    </a:lnTo>
                    <a:lnTo>
                      <a:pt x="104" y="64"/>
                    </a:lnTo>
                    <a:lnTo>
                      <a:pt x="104" y="64"/>
                    </a:lnTo>
                    <a:lnTo>
                      <a:pt x="104" y="64"/>
                    </a:lnTo>
                    <a:lnTo>
                      <a:pt x="108" y="64"/>
                    </a:lnTo>
                    <a:lnTo>
                      <a:pt x="108" y="68"/>
                    </a:lnTo>
                    <a:lnTo>
                      <a:pt x="108" y="68"/>
                    </a:lnTo>
                    <a:lnTo>
                      <a:pt x="108" y="68"/>
                    </a:lnTo>
                    <a:lnTo>
                      <a:pt x="108" y="68"/>
                    </a:lnTo>
                    <a:lnTo>
                      <a:pt x="112" y="68"/>
                    </a:lnTo>
                    <a:lnTo>
                      <a:pt x="112" y="68"/>
                    </a:lnTo>
                    <a:lnTo>
                      <a:pt x="112" y="68"/>
                    </a:lnTo>
                    <a:lnTo>
                      <a:pt x="112" y="72"/>
                    </a:lnTo>
                    <a:lnTo>
                      <a:pt x="112" y="72"/>
                    </a:lnTo>
                    <a:lnTo>
                      <a:pt x="112" y="72"/>
                    </a:lnTo>
                    <a:lnTo>
                      <a:pt x="112" y="74"/>
                    </a:lnTo>
                    <a:lnTo>
                      <a:pt x="112" y="74"/>
                    </a:lnTo>
                    <a:lnTo>
                      <a:pt x="108" y="78"/>
                    </a:lnTo>
                    <a:lnTo>
                      <a:pt x="108" y="78"/>
                    </a:lnTo>
                    <a:lnTo>
                      <a:pt x="108" y="78"/>
                    </a:lnTo>
                    <a:lnTo>
                      <a:pt x="108" y="78"/>
                    </a:lnTo>
                    <a:lnTo>
                      <a:pt x="108" y="82"/>
                    </a:lnTo>
                    <a:lnTo>
                      <a:pt x="108" y="82"/>
                    </a:lnTo>
                    <a:lnTo>
                      <a:pt x="108" y="82"/>
                    </a:lnTo>
                    <a:lnTo>
                      <a:pt x="108" y="82"/>
                    </a:lnTo>
                    <a:lnTo>
                      <a:pt x="104" y="86"/>
                    </a:lnTo>
                    <a:lnTo>
                      <a:pt x="104" y="86"/>
                    </a:lnTo>
                    <a:lnTo>
                      <a:pt x="104" y="86"/>
                    </a:lnTo>
                    <a:lnTo>
                      <a:pt x="104" y="86"/>
                    </a:lnTo>
                    <a:lnTo>
                      <a:pt x="104" y="90"/>
                    </a:lnTo>
                    <a:lnTo>
                      <a:pt x="100" y="90"/>
                    </a:lnTo>
                    <a:lnTo>
                      <a:pt x="100" y="94"/>
                    </a:lnTo>
                    <a:lnTo>
                      <a:pt x="96" y="94"/>
                    </a:lnTo>
                    <a:lnTo>
                      <a:pt x="96" y="94"/>
                    </a:lnTo>
                    <a:lnTo>
                      <a:pt x="96" y="94"/>
                    </a:lnTo>
                    <a:lnTo>
                      <a:pt x="96" y="98"/>
                    </a:lnTo>
                    <a:lnTo>
                      <a:pt x="96" y="98"/>
                    </a:lnTo>
                    <a:lnTo>
                      <a:pt x="96" y="98"/>
                    </a:lnTo>
                    <a:lnTo>
                      <a:pt x="96" y="98"/>
                    </a:lnTo>
                    <a:lnTo>
                      <a:pt x="96" y="102"/>
                    </a:lnTo>
                    <a:lnTo>
                      <a:pt x="92" y="102"/>
                    </a:lnTo>
                    <a:lnTo>
                      <a:pt x="92" y="102"/>
                    </a:lnTo>
                    <a:lnTo>
                      <a:pt x="92" y="102"/>
                    </a:lnTo>
                    <a:lnTo>
                      <a:pt x="92" y="104"/>
                    </a:lnTo>
                    <a:lnTo>
                      <a:pt x="92" y="104"/>
                    </a:lnTo>
                    <a:lnTo>
                      <a:pt x="92" y="104"/>
                    </a:lnTo>
                    <a:lnTo>
                      <a:pt x="88" y="104"/>
                    </a:lnTo>
                    <a:lnTo>
                      <a:pt x="88" y="104"/>
                    </a:lnTo>
                    <a:lnTo>
                      <a:pt x="88" y="104"/>
                    </a:lnTo>
                    <a:lnTo>
                      <a:pt x="88" y="104"/>
                    </a:lnTo>
                    <a:lnTo>
                      <a:pt x="88" y="104"/>
                    </a:lnTo>
                    <a:lnTo>
                      <a:pt x="88" y="104"/>
                    </a:lnTo>
                    <a:lnTo>
                      <a:pt x="88" y="104"/>
                    </a:lnTo>
                    <a:lnTo>
                      <a:pt x="88" y="102"/>
                    </a:lnTo>
                    <a:lnTo>
                      <a:pt x="88" y="102"/>
                    </a:lnTo>
                    <a:lnTo>
                      <a:pt x="88" y="102"/>
                    </a:lnTo>
                    <a:lnTo>
                      <a:pt x="88" y="102"/>
                    </a:lnTo>
                    <a:lnTo>
                      <a:pt x="88" y="102"/>
                    </a:lnTo>
                    <a:lnTo>
                      <a:pt x="86" y="102"/>
                    </a:lnTo>
                    <a:lnTo>
                      <a:pt x="86" y="104"/>
                    </a:lnTo>
                    <a:lnTo>
                      <a:pt x="86" y="104"/>
                    </a:lnTo>
                    <a:lnTo>
                      <a:pt x="86" y="104"/>
                    </a:lnTo>
                    <a:lnTo>
                      <a:pt x="86" y="108"/>
                    </a:lnTo>
                    <a:lnTo>
                      <a:pt x="82" y="108"/>
                    </a:lnTo>
                    <a:lnTo>
                      <a:pt x="82" y="108"/>
                    </a:lnTo>
                    <a:lnTo>
                      <a:pt x="82" y="108"/>
                    </a:lnTo>
                    <a:lnTo>
                      <a:pt x="82" y="108"/>
                    </a:lnTo>
                    <a:lnTo>
                      <a:pt x="82" y="108"/>
                    </a:lnTo>
                    <a:lnTo>
                      <a:pt x="82" y="112"/>
                    </a:lnTo>
                    <a:lnTo>
                      <a:pt x="82" y="116"/>
                    </a:lnTo>
                    <a:lnTo>
                      <a:pt x="82" y="116"/>
                    </a:lnTo>
                    <a:lnTo>
                      <a:pt x="82" y="116"/>
                    </a:lnTo>
                    <a:lnTo>
                      <a:pt x="82" y="116"/>
                    </a:lnTo>
                    <a:lnTo>
                      <a:pt x="82" y="116"/>
                    </a:lnTo>
                    <a:lnTo>
                      <a:pt x="82" y="118"/>
                    </a:lnTo>
                    <a:lnTo>
                      <a:pt x="82" y="122"/>
                    </a:lnTo>
                    <a:lnTo>
                      <a:pt x="82" y="122"/>
                    </a:lnTo>
                    <a:lnTo>
                      <a:pt x="82" y="122"/>
                    </a:lnTo>
                    <a:lnTo>
                      <a:pt x="82" y="122"/>
                    </a:lnTo>
                    <a:lnTo>
                      <a:pt x="82" y="122"/>
                    </a:lnTo>
                    <a:lnTo>
                      <a:pt x="82" y="122"/>
                    </a:lnTo>
                    <a:lnTo>
                      <a:pt x="82" y="126"/>
                    </a:lnTo>
                    <a:lnTo>
                      <a:pt x="82" y="130"/>
                    </a:lnTo>
                    <a:lnTo>
                      <a:pt x="82" y="130"/>
                    </a:lnTo>
                    <a:lnTo>
                      <a:pt x="82" y="130"/>
                    </a:lnTo>
                    <a:lnTo>
                      <a:pt x="82" y="130"/>
                    </a:lnTo>
                    <a:lnTo>
                      <a:pt x="82" y="130"/>
                    </a:lnTo>
                    <a:lnTo>
                      <a:pt x="78" y="130"/>
                    </a:lnTo>
                    <a:lnTo>
                      <a:pt x="78" y="130"/>
                    </a:lnTo>
                    <a:lnTo>
                      <a:pt x="78" y="130"/>
                    </a:lnTo>
                    <a:lnTo>
                      <a:pt x="74" y="130"/>
                    </a:lnTo>
                    <a:lnTo>
                      <a:pt x="74" y="130"/>
                    </a:lnTo>
                    <a:lnTo>
                      <a:pt x="74" y="130"/>
                    </a:lnTo>
                    <a:lnTo>
                      <a:pt x="70" y="130"/>
                    </a:lnTo>
                    <a:lnTo>
                      <a:pt x="70" y="134"/>
                    </a:lnTo>
                    <a:lnTo>
                      <a:pt x="70" y="134"/>
                    </a:lnTo>
                    <a:lnTo>
                      <a:pt x="70" y="134"/>
                    </a:lnTo>
                    <a:lnTo>
                      <a:pt x="70" y="134"/>
                    </a:lnTo>
                    <a:lnTo>
                      <a:pt x="66" y="134"/>
                    </a:lnTo>
                    <a:lnTo>
                      <a:pt x="66" y="134"/>
                    </a:lnTo>
                    <a:lnTo>
                      <a:pt x="66" y="138"/>
                    </a:lnTo>
                    <a:lnTo>
                      <a:pt x="66" y="138"/>
                    </a:lnTo>
                    <a:lnTo>
                      <a:pt x="66" y="138"/>
                    </a:lnTo>
                    <a:lnTo>
                      <a:pt x="66" y="138"/>
                    </a:lnTo>
                    <a:lnTo>
                      <a:pt x="66" y="142"/>
                    </a:lnTo>
                    <a:lnTo>
                      <a:pt x="66" y="142"/>
                    </a:lnTo>
                    <a:lnTo>
                      <a:pt x="66" y="142"/>
                    </a:lnTo>
                    <a:lnTo>
                      <a:pt x="66" y="142"/>
                    </a:lnTo>
                    <a:lnTo>
                      <a:pt x="66" y="144"/>
                    </a:lnTo>
                    <a:lnTo>
                      <a:pt x="66" y="144"/>
                    </a:lnTo>
                    <a:lnTo>
                      <a:pt x="62" y="144"/>
                    </a:lnTo>
                    <a:lnTo>
                      <a:pt x="62" y="144"/>
                    </a:lnTo>
                    <a:lnTo>
                      <a:pt x="62" y="144"/>
                    </a:lnTo>
                    <a:lnTo>
                      <a:pt x="62" y="144"/>
                    </a:lnTo>
                    <a:lnTo>
                      <a:pt x="62" y="148"/>
                    </a:lnTo>
                    <a:lnTo>
                      <a:pt x="62" y="148"/>
                    </a:lnTo>
                    <a:lnTo>
                      <a:pt x="62" y="148"/>
                    </a:lnTo>
                    <a:lnTo>
                      <a:pt x="62" y="148"/>
                    </a:lnTo>
                    <a:lnTo>
                      <a:pt x="60" y="148"/>
                    </a:lnTo>
                    <a:lnTo>
                      <a:pt x="60" y="148"/>
                    </a:lnTo>
                    <a:lnTo>
                      <a:pt x="60" y="148"/>
                    </a:lnTo>
                    <a:lnTo>
                      <a:pt x="56" y="148"/>
                    </a:lnTo>
                    <a:lnTo>
                      <a:pt x="56" y="148"/>
                    </a:lnTo>
                    <a:lnTo>
                      <a:pt x="56" y="148"/>
                    </a:lnTo>
                    <a:lnTo>
                      <a:pt x="52" y="148"/>
                    </a:lnTo>
                    <a:lnTo>
                      <a:pt x="52" y="148"/>
                    </a:lnTo>
                    <a:lnTo>
                      <a:pt x="48" y="148"/>
                    </a:lnTo>
                    <a:lnTo>
                      <a:pt x="48" y="148"/>
                    </a:lnTo>
                    <a:lnTo>
                      <a:pt x="48" y="148"/>
                    </a:lnTo>
                    <a:lnTo>
                      <a:pt x="48" y="148"/>
                    </a:lnTo>
                    <a:lnTo>
                      <a:pt x="48" y="152"/>
                    </a:lnTo>
                    <a:lnTo>
                      <a:pt x="48" y="152"/>
                    </a:lnTo>
                    <a:lnTo>
                      <a:pt x="48" y="152"/>
                    </a:lnTo>
                    <a:lnTo>
                      <a:pt x="48" y="152"/>
                    </a:lnTo>
                    <a:lnTo>
                      <a:pt x="48" y="152"/>
                    </a:lnTo>
                    <a:lnTo>
                      <a:pt x="48" y="152"/>
                    </a:lnTo>
                    <a:lnTo>
                      <a:pt x="48" y="156"/>
                    </a:lnTo>
                    <a:lnTo>
                      <a:pt x="48" y="156"/>
                    </a:lnTo>
                    <a:lnTo>
                      <a:pt x="48" y="156"/>
                    </a:lnTo>
                    <a:lnTo>
                      <a:pt x="48" y="156"/>
                    </a:lnTo>
                    <a:lnTo>
                      <a:pt x="48" y="156"/>
                    </a:lnTo>
                    <a:lnTo>
                      <a:pt x="48" y="156"/>
                    </a:lnTo>
                    <a:lnTo>
                      <a:pt x="48" y="160"/>
                    </a:lnTo>
                    <a:lnTo>
                      <a:pt x="48" y="160"/>
                    </a:lnTo>
                    <a:lnTo>
                      <a:pt x="44" y="164"/>
                    </a:lnTo>
                    <a:lnTo>
                      <a:pt x="44" y="164"/>
                    </a:lnTo>
                    <a:lnTo>
                      <a:pt x="44" y="164"/>
                    </a:lnTo>
                    <a:lnTo>
                      <a:pt x="44" y="164"/>
                    </a:lnTo>
                    <a:lnTo>
                      <a:pt x="40" y="164"/>
                    </a:lnTo>
                    <a:lnTo>
                      <a:pt x="40" y="164"/>
                    </a:lnTo>
                    <a:lnTo>
                      <a:pt x="40" y="164"/>
                    </a:lnTo>
                    <a:lnTo>
                      <a:pt x="40" y="164"/>
                    </a:lnTo>
                    <a:lnTo>
                      <a:pt x="40" y="164"/>
                    </a:lnTo>
                    <a:lnTo>
                      <a:pt x="36" y="164"/>
                    </a:lnTo>
                    <a:lnTo>
                      <a:pt x="36" y="164"/>
                    </a:lnTo>
                    <a:lnTo>
                      <a:pt x="36" y="164"/>
                    </a:lnTo>
                    <a:lnTo>
                      <a:pt x="36" y="164"/>
                    </a:lnTo>
                    <a:lnTo>
                      <a:pt x="36" y="164"/>
                    </a:lnTo>
                    <a:lnTo>
                      <a:pt x="32" y="164"/>
                    </a:lnTo>
                    <a:lnTo>
                      <a:pt x="30" y="164"/>
                    </a:lnTo>
                    <a:lnTo>
                      <a:pt x="30" y="164"/>
                    </a:lnTo>
                    <a:lnTo>
                      <a:pt x="30" y="164"/>
                    </a:lnTo>
                    <a:lnTo>
                      <a:pt x="26" y="168"/>
                    </a:lnTo>
                    <a:lnTo>
                      <a:pt x="26" y="168"/>
                    </a:lnTo>
                    <a:lnTo>
                      <a:pt x="26" y="168"/>
                    </a:lnTo>
                    <a:lnTo>
                      <a:pt x="26" y="168"/>
                    </a:lnTo>
                    <a:lnTo>
                      <a:pt x="22" y="168"/>
                    </a:lnTo>
                    <a:lnTo>
                      <a:pt x="22" y="168"/>
                    </a:lnTo>
                    <a:lnTo>
                      <a:pt x="22" y="168"/>
                    </a:lnTo>
                    <a:lnTo>
                      <a:pt x="22" y="168"/>
                    </a:lnTo>
                    <a:lnTo>
                      <a:pt x="18" y="168"/>
                    </a:lnTo>
                    <a:lnTo>
                      <a:pt x="18" y="172"/>
                    </a:lnTo>
                    <a:lnTo>
                      <a:pt x="18" y="172"/>
                    </a:lnTo>
                    <a:lnTo>
                      <a:pt x="18" y="172"/>
                    </a:lnTo>
                    <a:lnTo>
                      <a:pt x="10" y="160"/>
                    </a:lnTo>
                    <a:lnTo>
                      <a:pt x="10" y="156"/>
                    </a:lnTo>
                    <a:lnTo>
                      <a:pt x="0" y="130"/>
                    </a:lnTo>
                    <a:lnTo>
                      <a:pt x="44" y="112"/>
                    </a:lnTo>
                    <a:lnTo>
                      <a:pt x="48" y="90"/>
                    </a:lnTo>
                    <a:lnTo>
                      <a:pt x="48" y="90"/>
                    </a:lnTo>
                    <a:lnTo>
                      <a:pt x="48" y="90"/>
                    </a:lnTo>
                    <a:close/>
                    <a:moveTo>
                      <a:pt x="96" y="108"/>
                    </a:moveTo>
                    <a:lnTo>
                      <a:pt x="96" y="108"/>
                    </a:lnTo>
                    <a:lnTo>
                      <a:pt x="96" y="108"/>
                    </a:lnTo>
                    <a:lnTo>
                      <a:pt x="96" y="108"/>
                    </a:lnTo>
                    <a:lnTo>
                      <a:pt x="96" y="108"/>
                    </a:lnTo>
                    <a:lnTo>
                      <a:pt x="96" y="104"/>
                    </a:lnTo>
                    <a:lnTo>
                      <a:pt x="96" y="104"/>
                    </a:lnTo>
                    <a:lnTo>
                      <a:pt x="96" y="104"/>
                    </a:lnTo>
                    <a:lnTo>
                      <a:pt x="96" y="104"/>
                    </a:lnTo>
                    <a:lnTo>
                      <a:pt x="96" y="104"/>
                    </a:lnTo>
                    <a:lnTo>
                      <a:pt x="96" y="104"/>
                    </a:lnTo>
                    <a:lnTo>
                      <a:pt x="96" y="104"/>
                    </a:lnTo>
                    <a:lnTo>
                      <a:pt x="96" y="104"/>
                    </a:lnTo>
                    <a:lnTo>
                      <a:pt x="96" y="104"/>
                    </a:lnTo>
                    <a:lnTo>
                      <a:pt x="96" y="104"/>
                    </a:lnTo>
                    <a:lnTo>
                      <a:pt x="96" y="102"/>
                    </a:lnTo>
                    <a:lnTo>
                      <a:pt x="96" y="102"/>
                    </a:lnTo>
                    <a:lnTo>
                      <a:pt x="100" y="102"/>
                    </a:lnTo>
                    <a:lnTo>
                      <a:pt x="100" y="102"/>
                    </a:lnTo>
                    <a:lnTo>
                      <a:pt x="100" y="104"/>
                    </a:lnTo>
                    <a:lnTo>
                      <a:pt x="100" y="104"/>
                    </a:lnTo>
                    <a:lnTo>
                      <a:pt x="100" y="104"/>
                    </a:lnTo>
                    <a:lnTo>
                      <a:pt x="100" y="104"/>
                    </a:lnTo>
                    <a:lnTo>
                      <a:pt x="96" y="104"/>
                    </a:lnTo>
                    <a:lnTo>
                      <a:pt x="96" y="104"/>
                    </a:lnTo>
                    <a:lnTo>
                      <a:pt x="96" y="104"/>
                    </a:lnTo>
                    <a:lnTo>
                      <a:pt x="96" y="104"/>
                    </a:lnTo>
                    <a:lnTo>
                      <a:pt x="96" y="104"/>
                    </a:lnTo>
                    <a:lnTo>
                      <a:pt x="96" y="104"/>
                    </a:lnTo>
                    <a:lnTo>
                      <a:pt x="96" y="104"/>
                    </a:lnTo>
                    <a:lnTo>
                      <a:pt x="96" y="108"/>
                    </a:lnTo>
                    <a:lnTo>
                      <a:pt x="96" y="108"/>
                    </a:lnTo>
                    <a:lnTo>
                      <a:pt x="96" y="108"/>
                    </a:lnTo>
                    <a:lnTo>
                      <a:pt x="96" y="108"/>
                    </a:lnTo>
                    <a:lnTo>
                      <a:pt x="96" y="108"/>
                    </a:lnTo>
                    <a:lnTo>
                      <a:pt x="96" y="108"/>
                    </a:lnTo>
                    <a:lnTo>
                      <a:pt x="96" y="1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2" name="Freeform 46"/>
              <p:cNvSpPr>
                <a:spLocks/>
              </p:cNvSpPr>
              <p:nvPr/>
            </p:nvSpPr>
            <p:spPr bwMode="gray">
              <a:xfrm>
                <a:off x="6295723" y="3382214"/>
                <a:ext cx="410466" cy="420900"/>
              </a:xfrm>
              <a:custGeom>
                <a:avLst/>
                <a:gdLst>
                  <a:gd name="T0" fmla="*/ 54 w 236"/>
                  <a:gd name="T1" fmla="*/ 138 h 242"/>
                  <a:gd name="T2" fmla="*/ 76 w 236"/>
                  <a:gd name="T3" fmla="*/ 134 h 242"/>
                  <a:gd name="T4" fmla="*/ 80 w 236"/>
                  <a:gd name="T5" fmla="*/ 120 h 242"/>
                  <a:gd name="T6" fmla="*/ 86 w 236"/>
                  <a:gd name="T7" fmla="*/ 108 h 242"/>
                  <a:gd name="T8" fmla="*/ 98 w 236"/>
                  <a:gd name="T9" fmla="*/ 100 h 242"/>
                  <a:gd name="T10" fmla="*/ 116 w 236"/>
                  <a:gd name="T11" fmla="*/ 100 h 242"/>
                  <a:gd name="T12" fmla="*/ 120 w 236"/>
                  <a:gd name="T13" fmla="*/ 82 h 242"/>
                  <a:gd name="T14" fmla="*/ 128 w 236"/>
                  <a:gd name="T15" fmla="*/ 74 h 242"/>
                  <a:gd name="T16" fmla="*/ 132 w 236"/>
                  <a:gd name="T17" fmla="*/ 60 h 242"/>
                  <a:gd name="T18" fmla="*/ 142 w 236"/>
                  <a:gd name="T19" fmla="*/ 56 h 242"/>
                  <a:gd name="T20" fmla="*/ 146 w 236"/>
                  <a:gd name="T21" fmla="*/ 44 h 242"/>
                  <a:gd name="T22" fmla="*/ 154 w 236"/>
                  <a:gd name="T23" fmla="*/ 26 h 242"/>
                  <a:gd name="T24" fmla="*/ 146 w 236"/>
                  <a:gd name="T25" fmla="*/ 14 h 242"/>
                  <a:gd name="T26" fmla="*/ 166 w 236"/>
                  <a:gd name="T27" fmla="*/ 4 h 242"/>
                  <a:gd name="T28" fmla="*/ 188 w 236"/>
                  <a:gd name="T29" fmla="*/ 4 h 242"/>
                  <a:gd name="T30" fmla="*/ 206 w 236"/>
                  <a:gd name="T31" fmla="*/ 4 h 242"/>
                  <a:gd name="T32" fmla="*/ 212 w 236"/>
                  <a:gd name="T33" fmla="*/ 14 h 242"/>
                  <a:gd name="T34" fmla="*/ 224 w 236"/>
                  <a:gd name="T35" fmla="*/ 22 h 242"/>
                  <a:gd name="T36" fmla="*/ 236 w 236"/>
                  <a:gd name="T37" fmla="*/ 34 h 242"/>
                  <a:gd name="T38" fmla="*/ 228 w 236"/>
                  <a:gd name="T39" fmla="*/ 36 h 242"/>
                  <a:gd name="T40" fmla="*/ 216 w 236"/>
                  <a:gd name="T41" fmla="*/ 44 h 242"/>
                  <a:gd name="T42" fmla="*/ 196 w 236"/>
                  <a:gd name="T43" fmla="*/ 44 h 242"/>
                  <a:gd name="T44" fmla="*/ 188 w 236"/>
                  <a:gd name="T45" fmla="*/ 48 h 242"/>
                  <a:gd name="T46" fmla="*/ 188 w 236"/>
                  <a:gd name="T47" fmla="*/ 60 h 242"/>
                  <a:gd name="T48" fmla="*/ 192 w 236"/>
                  <a:gd name="T49" fmla="*/ 78 h 242"/>
                  <a:gd name="T50" fmla="*/ 206 w 236"/>
                  <a:gd name="T51" fmla="*/ 90 h 242"/>
                  <a:gd name="T52" fmla="*/ 196 w 236"/>
                  <a:gd name="T53" fmla="*/ 100 h 242"/>
                  <a:gd name="T54" fmla="*/ 196 w 236"/>
                  <a:gd name="T55" fmla="*/ 112 h 242"/>
                  <a:gd name="T56" fmla="*/ 188 w 236"/>
                  <a:gd name="T57" fmla="*/ 126 h 242"/>
                  <a:gd name="T58" fmla="*/ 172 w 236"/>
                  <a:gd name="T59" fmla="*/ 148 h 242"/>
                  <a:gd name="T60" fmla="*/ 162 w 236"/>
                  <a:gd name="T61" fmla="*/ 160 h 242"/>
                  <a:gd name="T62" fmla="*/ 146 w 236"/>
                  <a:gd name="T63" fmla="*/ 172 h 242"/>
                  <a:gd name="T64" fmla="*/ 136 w 236"/>
                  <a:gd name="T65" fmla="*/ 168 h 242"/>
                  <a:gd name="T66" fmla="*/ 124 w 236"/>
                  <a:gd name="T67" fmla="*/ 178 h 242"/>
                  <a:gd name="T68" fmla="*/ 132 w 236"/>
                  <a:gd name="T69" fmla="*/ 194 h 242"/>
                  <a:gd name="T70" fmla="*/ 138 w 236"/>
                  <a:gd name="T71" fmla="*/ 212 h 242"/>
                  <a:gd name="T72" fmla="*/ 142 w 236"/>
                  <a:gd name="T73" fmla="*/ 228 h 242"/>
                  <a:gd name="T74" fmla="*/ 138 w 236"/>
                  <a:gd name="T75" fmla="*/ 232 h 242"/>
                  <a:gd name="T76" fmla="*/ 120 w 236"/>
                  <a:gd name="T77" fmla="*/ 234 h 242"/>
                  <a:gd name="T78" fmla="*/ 110 w 236"/>
                  <a:gd name="T79" fmla="*/ 238 h 242"/>
                  <a:gd name="T80" fmla="*/ 102 w 236"/>
                  <a:gd name="T81" fmla="*/ 238 h 242"/>
                  <a:gd name="T82" fmla="*/ 90 w 236"/>
                  <a:gd name="T83" fmla="*/ 234 h 242"/>
                  <a:gd name="T84" fmla="*/ 82 w 236"/>
                  <a:gd name="T85" fmla="*/ 220 h 242"/>
                  <a:gd name="T86" fmla="*/ 80 w 236"/>
                  <a:gd name="T87" fmla="*/ 208 h 242"/>
                  <a:gd name="T88" fmla="*/ 60 w 236"/>
                  <a:gd name="T89" fmla="*/ 212 h 242"/>
                  <a:gd name="T90" fmla="*/ 50 w 236"/>
                  <a:gd name="T91" fmla="*/ 216 h 242"/>
                  <a:gd name="T92" fmla="*/ 38 w 236"/>
                  <a:gd name="T93" fmla="*/ 216 h 242"/>
                  <a:gd name="T94" fmla="*/ 16 w 236"/>
                  <a:gd name="T95" fmla="*/ 220 h 242"/>
                  <a:gd name="T96" fmla="*/ 16 w 236"/>
                  <a:gd name="T97" fmla="*/ 204 h 242"/>
                  <a:gd name="T98" fmla="*/ 20 w 236"/>
                  <a:gd name="T99" fmla="*/ 194 h 242"/>
                  <a:gd name="T100" fmla="*/ 34 w 236"/>
                  <a:gd name="T101" fmla="*/ 186 h 242"/>
                  <a:gd name="T102" fmla="*/ 26 w 236"/>
                  <a:gd name="T103" fmla="*/ 172 h 242"/>
                  <a:gd name="T104" fmla="*/ 16 w 236"/>
                  <a:gd name="T105" fmla="*/ 156 h 242"/>
                  <a:gd name="T106" fmla="*/ 0 w 236"/>
                  <a:gd name="T107" fmla="*/ 134 h 242"/>
                  <a:gd name="T108" fmla="*/ 34 w 236"/>
                  <a:gd name="T109" fmla="*/ 138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36" h="242">
                    <a:moveTo>
                      <a:pt x="34" y="138"/>
                    </a:moveTo>
                    <a:lnTo>
                      <a:pt x="38" y="138"/>
                    </a:lnTo>
                    <a:lnTo>
                      <a:pt x="42" y="138"/>
                    </a:lnTo>
                    <a:lnTo>
                      <a:pt x="46" y="142"/>
                    </a:lnTo>
                    <a:lnTo>
                      <a:pt x="50" y="138"/>
                    </a:lnTo>
                    <a:lnTo>
                      <a:pt x="54" y="138"/>
                    </a:lnTo>
                    <a:lnTo>
                      <a:pt x="56" y="138"/>
                    </a:lnTo>
                    <a:lnTo>
                      <a:pt x="60" y="138"/>
                    </a:lnTo>
                    <a:lnTo>
                      <a:pt x="64" y="138"/>
                    </a:lnTo>
                    <a:lnTo>
                      <a:pt x="68" y="134"/>
                    </a:lnTo>
                    <a:lnTo>
                      <a:pt x="72" y="134"/>
                    </a:lnTo>
                    <a:lnTo>
                      <a:pt x="76" y="134"/>
                    </a:lnTo>
                    <a:lnTo>
                      <a:pt x="80" y="130"/>
                    </a:lnTo>
                    <a:lnTo>
                      <a:pt x="76" y="130"/>
                    </a:lnTo>
                    <a:lnTo>
                      <a:pt x="76" y="126"/>
                    </a:lnTo>
                    <a:lnTo>
                      <a:pt x="80" y="126"/>
                    </a:lnTo>
                    <a:lnTo>
                      <a:pt x="80" y="122"/>
                    </a:lnTo>
                    <a:lnTo>
                      <a:pt x="80" y="120"/>
                    </a:lnTo>
                    <a:lnTo>
                      <a:pt x="80" y="112"/>
                    </a:lnTo>
                    <a:lnTo>
                      <a:pt x="82" y="112"/>
                    </a:lnTo>
                    <a:lnTo>
                      <a:pt x="82" y="108"/>
                    </a:lnTo>
                    <a:lnTo>
                      <a:pt x="86" y="108"/>
                    </a:lnTo>
                    <a:lnTo>
                      <a:pt x="86" y="104"/>
                    </a:lnTo>
                    <a:lnTo>
                      <a:pt x="86" y="108"/>
                    </a:lnTo>
                    <a:lnTo>
                      <a:pt x="90" y="108"/>
                    </a:lnTo>
                    <a:lnTo>
                      <a:pt x="94" y="108"/>
                    </a:lnTo>
                    <a:lnTo>
                      <a:pt x="98" y="108"/>
                    </a:lnTo>
                    <a:lnTo>
                      <a:pt x="98" y="104"/>
                    </a:lnTo>
                    <a:lnTo>
                      <a:pt x="94" y="100"/>
                    </a:lnTo>
                    <a:lnTo>
                      <a:pt x="98" y="100"/>
                    </a:lnTo>
                    <a:lnTo>
                      <a:pt x="102" y="100"/>
                    </a:lnTo>
                    <a:lnTo>
                      <a:pt x="106" y="96"/>
                    </a:lnTo>
                    <a:lnTo>
                      <a:pt x="110" y="96"/>
                    </a:lnTo>
                    <a:lnTo>
                      <a:pt x="112" y="96"/>
                    </a:lnTo>
                    <a:lnTo>
                      <a:pt x="112" y="100"/>
                    </a:lnTo>
                    <a:lnTo>
                      <a:pt x="116" y="100"/>
                    </a:lnTo>
                    <a:lnTo>
                      <a:pt x="116" y="96"/>
                    </a:lnTo>
                    <a:lnTo>
                      <a:pt x="120" y="96"/>
                    </a:lnTo>
                    <a:lnTo>
                      <a:pt x="120" y="92"/>
                    </a:lnTo>
                    <a:lnTo>
                      <a:pt x="120" y="90"/>
                    </a:lnTo>
                    <a:lnTo>
                      <a:pt x="120" y="86"/>
                    </a:lnTo>
                    <a:lnTo>
                      <a:pt x="120" y="82"/>
                    </a:lnTo>
                    <a:lnTo>
                      <a:pt x="124" y="82"/>
                    </a:lnTo>
                    <a:lnTo>
                      <a:pt x="124" y="78"/>
                    </a:lnTo>
                    <a:lnTo>
                      <a:pt x="120" y="78"/>
                    </a:lnTo>
                    <a:lnTo>
                      <a:pt x="124" y="78"/>
                    </a:lnTo>
                    <a:lnTo>
                      <a:pt x="124" y="74"/>
                    </a:lnTo>
                    <a:lnTo>
                      <a:pt x="128" y="74"/>
                    </a:lnTo>
                    <a:lnTo>
                      <a:pt x="132" y="70"/>
                    </a:lnTo>
                    <a:lnTo>
                      <a:pt x="136" y="70"/>
                    </a:lnTo>
                    <a:lnTo>
                      <a:pt x="136" y="66"/>
                    </a:lnTo>
                    <a:lnTo>
                      <a:pt x="132" y="66"/>
                    </a:lnTo>
                    <a:lnTo>
                      <a:pt x="132" y="62"/>
                    </a:lnTo>
                    <a:lnTo>
                      <a:pt x="132" y="60"/>
                    </a:lnTo>
                    <a:lnTo>
                      <a:pt x="128" y="60"/>
                    </a:lnTo>
                    <a:lnTo>
                      <a:pt x="128" y="56"/>
                    </a:lnTo>
                    <a:lnTo>
                      <a:pt x="132" y="56"/>
                    </a:lnTo>
                    <a:lnTo>
                      <a:pt x="136" y="56"/>
                    </a:lnTo>
                    <a:lnTo>
                      <a:pt x="138" y="56"/>
                    </a:lnTo>
                    <a:lnTo>
                      <a:pt x="142" y="56"/>
                    </a:lnTo>
                    <a:lnTo>
                      <a:pt x="146" y="56"/>
                    </a:lnTo>
                    <a:lnTo>
                      <a:pt x="146" y="52"/>
                    </a:lnTo>
                    <a:lnTo>
                      <a:pt x="146" y="48"/>
                    </a:lnTo>
                    <a:lnTo>
                      <a:pt x="142" y="48"/>
                    </a:lnTo>
                    <a:lnTo>
                      <a:pt x="142" y="44"/>
                    </a:lnTo>
                    <a:lnTo>
                      <a:pt x="146" y="44"/>
                    </a:lnTo>
                    <a:lnTo>
                      <a:pt x="146" y="40"/>
                    </a:lnTo>
                    <a:lnTo>
                      <a:pt x="150" y="40"/>
                    </a:lnTo>
                    <a:lnTo>
                      <a:pt x="150" y="36"/>
                    </a:lnTo>
                    <a:lnTo>
                      <a:pt x="154" y="34"/>
                    </a:lnTo>
                    <a:lnTo>
                      <a:pt x="154" y="30"/>
                    </a:lnTo>
                    <a:lnTo>
                      <a:pt x="154" y="26"/>
                    </a:lnTo>
                    <a:lnTo>
                      <a:pt x="150" y="26"/>
                    </a:lnTo>
                    <a:lnTo>
                      <a:pt x="154" y="22"/>
                    </a:lnTo>
                    <a:lnTo>
                      <a:pt x="150" y="22"/>
                    </a:lnTo>
                    <a:lnTo>
                      <a:pt x="150" y="18"/>
                    </a:lnTo>
                    <a:lnTo>
                      <a:pt x="146" y="18"/>
                    </a:lnTo>
                    <a:lnTo>
                      <a:pt x="146" y="14"/>
                    </a:lnTo>
                    <a:lnTo>
                      <a:pt x="150" y="14"/>
                    </a:lnTo>
                    <a:lnTo>
                      <a:pt x="154" y="10"/>
                    </a:lnTo>
                    <a:lnTo>
                      <a:pt x="158" y="6"/>
                    </a:lnTo>
                    <a:lnTo>
                      <a:pt x="162" y="6"/>
                    </a:lnTo>
                    <a:lnTo>
                      <a:pt x="162" y="4"/>
                    </a:lnTo>
                    <a:lnTo>
                      <a:pt x="166" y="4"/>
                    </a:lnTo>
                    <a:lnTo>
                      <a:pt x="168" y="4"/>
                    </a:lnTo>
                    <a:lnTo>
                      <a:pt x="172" y="4"/>
                    </a:lnTo>
                    <a:lnTo>
                      <a:pt x="176" y="0"/>
                    </a:lnTo>
                    <a:lnTo>
                      <a:pt x="180" y="0"/>
                    </a:lnTo>
                    <a:lnTo>
                      <a:pt x="184" y="0"/>
                    </a:lnTo>
                    <a:lnTo>
                      <a:pt x="188" y="4"/>
                    </a:lnTo>
                    <a:lnTo>
                      <a:pt x="192" y="0"/>
                    </a:lnTo>
                    <a:lnTo>
                      <a:pt x="196" y="0"/>
                    </a:lnTo>
                    <a:lnTo>
                      <a:pt x="198" y="0"/>
                    </a:lnTo>
                    <a:lnTo>
                      <a:pt x="202" y="0"/>
                    </a:lnTo>
                    <a:lnTo>
                      <a:pt x="206" y="6"/>
                    </a:lnTo>
                    <a:lnTo>
                      <a:pt x="206" y="4"/>
                    </a:lnTo>
                    <a:lnTo>
                      <a:pt x="208" y="8"/>
                    </a:lnTo>
                    <a:lnTo>
                      <a:pt x="210" y="10"/>
                    </a:lnTo>
                    <a:lnTo>
                      <a:pt x="212" y="10"/>
                    </a:lnTo>
                    <a:lnTo>
                      <a:pt x="212" y="10"/>
                    </a:lnTo>
                    <a:lnTo>
                      <a:pt x="216" y="14"/>
                    </a:lnTo>
                    <a:lnTo>
                      <a:pt x="212" y="14"/>
                    </a:lnTo>
                    <a:lnTo>
                      <a:pt x="212" y="18"/>
                    </a:lnTo>
                    <a:lnTo>
                      <a:pt x="216" y="18"/>
                    </a:lnTo>
                    <a:lnTo>
                      <a:pt x="216" y="22"/>
                    </a:lnTo>
                    <a:lnTo>
                      <a:pt x="220" y="22"/>
                    </a:lnTo>
                    <a:lnTo>
                      <a:pt x="222" y="22"/>
                    </a:lnTo>
                    <a:lnTo>
                      <a:pt x="224" y="22"/>
                    </a:lnTo>
                    <a:lnTo>
                      <a:pt x="224" y="26"/>
                    </a:lnTo>
                    <a:lnTo>
                      <a:pt x="228" y="26"/>
                    </a:lnTo>
                    <a:lnTo>
                      <a:pt x="232" y="26"/>
                    </a:lnTo>
                    <a:lnTo>
                      <a:pt x="232" y="32"/>
                    </a:lnTo>
                    <a:lnTo>
                      <a:pt x="236" y="34"/>
                    </a:lnTo>
                    <a:lnTo>
                      <a:pt x="236" y="34"/>
                    </a:lnTo>
                    <a:lnTo>
                      <a:pt x="232" y="32"/>
                    </a:lnTo>
                    <a:lnTo>
                      <a:pt x="236" y="34"/>
                    </a:lnTo>
                    <a:lnTo>
                      <a:pt x="236" y="34"/>
                    </a:lnTo>
                    <a:lnTo>
                      <a:pt x="232" y="34"/>
                    </a:lnTo>
                    <a:lnTo>
                      <a:pt x="228" y="34"/>
                    </a:lnTo>
                    <a:lnTo>
                      <a:pt x="228" y="36"/>
                    </a:lnTo>
                    <a:lnTo>
                      <a:pt x="228" y="40"/>
                    </a:lnTo>
                    <a:lnTo>
                      <a:pt x="228" y="44"/>
                    </a:lnTo>
                    <a:lnTo>
                      <a:pt x="224" y="44"/>
                    </a:lnTo>
                    <a:lnTo>
                      <a:pt x="224" y="40"/>
                    </a:lnTo>
                    <a:lnTo>
                      <a:pt x="220" y="40"/>
                    </a:lnTo>
                    <a:lnTo>
                      <a:pt x="216" y="44"/>
                    </a:lnTo>
                    <a:lnTo>
                      <a:pt x="212" y="44"/>
                    </a:lnTo>
                    <a:lnTo>
                      <a:pt x="210" y="48"/>
                    </a:lnTo>
                    <a:lnTo>
                      <a:pt x="210" y="44"/>
                    </a:lnTo>
                    <a:lnTo>
                      <a:pt x="206" y="44"/>
                    </a:lnTo>
                    <a:lnTo>
                      <a:pt x="202" y="44"/>
                    </a:lnTo>
                    <a:lnTo>
                      <a:pt x="196" y="44"/>
                    </a:lnTo>
                    <a:lnTo>
                      <a:pt x="196" y="40"/>
                    </a:lnTo>
                    <a:lnTo>
                      <a:pt x="192" y="40"/>
                    </a:lnTo>
                    <a:lnTo>
                      <a:pt x="188" y="44"/>
                    </a:lnTo>
                    <a:lnTo>
                      <a:pt x="184" y="44"/>
                    </a:lnTo>
                    <a:lnTo>
                      <a:pt x="184" y="48"/>
                    </a:lnTo>
                    <a:lnTo>
                      <a:pt x="188" y="48"/>
                    </a:lnTo>
                    <a:lnTo>
                      <a:pt x="188" y="52"/>
                    </a:lnTo>
                    <a:lnTo>
                      <a:pt x="184" y="56"/>
                    </a:lnTo>
                    <a:lnTo>
                      <a:pt x="188" y="56"/>
                    </a:lnTo>
                    <a:lnTo>
                      <a:pt x="192" y="56"/>
                    </a:lnTo>
                    <a:lnTo>
                      <a:pt x="192" y="60"/>
                    </a:lnTo>
                    <a:lnTo>
                      <a:pt x="188" y="60"/>
                    </a:lnTo>
                    <a:lnTo>
                      <a:pt x="188" y="62"/>
                    </a:lnTo>
                    <a:lnTo>
                      <a:pt x="192" y="62"/>
                    </a:lnTo>
                    <a:lnTo>
                      <a:pt x="188" y="66"/>
                    </a:lnTo>
                    <a:lnTo>
                      <a:pt x="188" y="70"/>
                    </a:lnTo>
                    <a:lnTo>
                      <a:pt x="192" y="74"/>
                    </a:lnTo>
                    <a:lnTo>
                      <a:pt x="192" y="78"/>
                    </a:lnTo>
                    <a:lnTo>
                      <a:pt x="196" y="78"/>
                    </a:lnTo>
                    <a:lnTo>
                      <a:pt x="196" y="82"/>
                    </a:lnTo>
                    <a:lnTo>
                      <a:pt x="198" y="86"/>
                    </a:lnTo>
                    <a:lnTo>
                      <a:pt x="202" y="86"/>
                    </a:lnTo>
                    <a:lnTo>
                      <a:pt x="206" y="86"/>
                    </a:lnTo>
                    <a:lnTo>
                      <a:pt x="206" y="90"/>
                    </a:lnTo>
                    <a:lnTo>
                      <a:pt x="206" y="92"/>
                    </a:lnTo>
                    <a:lnTo>
                      <a:pt x="202" y="92"/>
                    </a:lnTo>
                    <a:lnTo>
                      <a:pt x="198" y="92"/>
                    </a:lnTo>
                    <a:lnTo>
                      <a:pt x="196" y="92"/>
                    </a:lnTo>
                    <a:lnTo>
                      <a:pt x="196" y="96"/>
                    </a:lnTo>
                    <a:lnTo>
                      <a:pt x="196" y="100"/>
                    </a:lnTo>
                    <a:lnTo>
                      <a:pt x="196" y="104"/>
                    </a:lnTo>
                    <a:lnTo>
                      <a:pt x="196" y="108"/>
                    </a:lnTo>
                    <a:lnTo>
                      <a:pt x="196" y="112"/>
                    </a:lnTo>
                    <a:lnTo>
                      <a:pt x="196" y="108"/>
                    </a:lnTo>
                    <a:lnTo>
                      <a:pt x="198" y="108"/>
                    </a:lnTo>
                    <a:lnTo>
                      <a:pt x="196" y="112"/>
                    </a:lnTo>
                    <a:lnTo>
                      <a:pt x="192" y="112"/>
                    </a:lnTo>
                    <a:lnTo>
                      <a:pt x="192" y="116"/>
                    </a:lnTo>
                    <a:lnTo>
                      <a:pt x="188" y="120"/>
                    </a:lnTo>
                    <a:lnTo>
                      <a:pt x="184" y="122"/>
                    </a:lnTo>
                    <a:lnTo>
                      <a:pt x="188" y="122"/>
                    </a:lnTo>
                    <a:lnTo>
                      <a:pt x="188" y="126"/>
                    </a:lnTo>
                    <a:lnTo>
                      <a:pt x="184" y="130"/>
                    </a:lnTo>
                    <a:lnTo>
                      <a:pt x="180" y="130"/>
                    </a:lnTo>
                    <a:lnTo>
                      <a:pt x="176" y="134"/>
                    </a:lnTo>
                    <a:lnTo>
                      <a:pt x="176" y="138"/>
                    </a:lnTo>
                    <a:lnTo>
                      <a:pt x="172" y="146"/>
                    </a:lnTo>
                    <a:lnTo>
                      <a:pt x="172" y="148"/>
                    </a:lnTo>
                    <a:lnTo>
                      <a:pt x="168" y="148"/>
                    </a:lnTo>
                    <a:lnTo>
                      <a:pt x="166" y="148"/>
                    </a:lnTo>
                    <a:lnTo>
                      <a:pt x="166" y="152"/>
                    </a:lnTo>
                    <a:lnTo>
                      <a:pt x="162" y="152"/>
                    </a:lnTo>
                    <a:lnTo>
                      <a:pt x="162" y="156"/>
                    </a:lnTo>
                    <a:lnTo>
                      <a:pt x="162" y="160"/>
                    </a:lnTo>
                    <a:lnTo>
                      <a:pt x="158" y="164"/>
                    </a:lnTo>
                    <a:lnTo>
                      <a:pt x="158" y="168"/>
                    </a:lnTo>
                    <a:lnTo>
                      <a:pt x="154" y="168"/>
                    </a:lnTo>
                    <a:lnTo>
                      <a:pt x="150" y="168"/>
                    </a:lnTo>
                    <a:lnTo>
                      <a:pt x="146" y="168"/>
                    </a:lnTo>
                    <a:lnTo>
                      <a:pt x="146" y="172"/>
                    </a:lnTo>
                    <a:lnTo>
                      <a:pt x="142" y="172"/>
                    </a:lnTo>
                    <a:lnTo>
                      <a:pt x="138" y="172"/>
                    </a:lnTo>
                    <a:lnTo>
                      <a:pt x="138" y="168"/>
                    </a:lnTo>
                    <a:lnTo>
                      <a:pt x="138" y="164"/>
                    </a:lnTo>
                    <a:lnTo>
                      <a:pt x="136" y="164"/>
                    </a:lnTo>
                    <a:lnTo>
                      <a:pt x="136" y="168"/>
                    </a:lnTo>
                    <a:lnTo>
                      <a:pt x="132" y="168"/>
                    </a:lnTo>
                    <a:lnTo>
                      <a:pt x="132" y="172"/>
                    </a:lnTo>
                    <a:lnTo>
                      <a:pt x="132" y="176"/>
                    </a:lnTo>
                    <a:lnTo>
                      <a:pt x="128" y="176"/>
                    </a:lnTo>
                    <a:lnTo>
                      <a:pt x="128" y="178"/>
                    </a:lnTo>
                    <a:lnTo>
                      <a:pt x="124" y="178"/>
                    </a:lnTo>
                    <a:lnTo>
                      <a:pt x="124" y="182"/>
                    </a:lnTo>
                    <a:lnTo>
                      <a:pt x="124" y="186"/>
                    </a:lnTo>
                    <a:lnTo>
                      <a:pt x="124" y="190"/>
                    </a:lnTo>
                    <a:lnTo>
                      <a:pt x="128" y="190"/>
                    </a:lnTo>
                    <a:lnTo>
                      <a:pt x="132" y="190"/>
                    </a:lnTo>
                    <a:lnTo>
                      <a:pt x="132" y="194"/>
                    </a:lnTo>
                    <a:lnTo>
                      <a:pt x="132" y="198"/>
                    </a:lnTo>
                    <a:lnTo>
                      <a:pt x="132" y="202"/>
                    </a:lnTo>
                    <a:lnTo>
                      <a:pt x="132" y="204"/>
                    </a:lnTo>
                    <a:lnTo>
                      <a:pt x="136" y="208"/>
                    </a:lnTo>
                    <a:lnTo>
                      <a:pt x="138" y="208"/>
                    </a:lnTo>
                    <a:lnTo>
                      <a:pt x="138" y="212"/>
                    </a:lnTo>
                    <a:lnTo>
                      <a:pt x="138" y="216"/>
                    </a:lnTo>
                    <a:lnTo>
                      <a:pt x="142" y="216"/>
                    </a:lnTo>
                    <a:lnTo>
                      <a:pt x="142" y="220"/>
                    </a:lnTo>
                    <a:lnTo>
                      <a:pt x="142" y="224"/>
                    </a:lnTo>
                    <a:lnTo>
                      <a:pt x="146" y="228"/>
                    </a:lnTo>
                    <a:lnTo>
                      <a:pt x="142" y="228"/>
                    </a:lnTo>
                    <a:lnTo>
                      <a:pt x="142" y="232"/>
                    </a:lnTo>
                    <a:lnTo>
                      <a:pt x="146" y="232"/>
                    </a:lnTo>
                    <a:lnTo>
                      <a:pt x="142" y="232"/>
                    </a:lnTo>
                    <a:lnTo>
                      <a:pt x="142" y="234"/>
                    </a:lnTo>
                    <a:lnTo>
                      <a:pt x="138" y="234"/>
                    </a:lnTo>
                    <a:lnTo>
                      <a:pt x="138" y="232"/>
                    </a:lnTo>
                    <a:lnTo>
                      <a:pt x="136" y="232"/>
                    </a:lnTo>
                    <a:lnTo>
                      <a:pt x="132" y="232"/>
                    </a:lnTo>
                    <a:lnTo>
                      <a:pt x="132" y="234"/>
                    </a:lnTo>
                    <a:lnTo>
                      <a:pt x="128" y="234"/>
                    </a:lnTo>
                    <a:lnTo>
                      <a:pt x="124" y="234"/>
                    </a:lnTo>
                    <a:lnTo>
                      <a:pt x="120" y="234"/>
                    </a:lnTo>
                    <a:lnTo>
                      <a:pt x="116" y="234"/>
                    </a:lnTo>
                    <a:lnTo>
                      <a:pt x="116" y="232"/>
                    </a:lnTo>
                    <a:lnTo>
                      <a:pt x="112" y="232"/>
                    </a:lnTo>
                    <a:lnTo>
                      <a:pt x="112" y="234"/>
                    </a:lnTo>
                    <a:lnTo>
                      <a:pt x="112" y="238"/>
                    </a:lnTo>
                    <a:lnTo>
                      <a:pt x="110" y="238"/>
                    </a:lnTo>
                    <a:lnTo>
                      <a:pt x="106" y="238"/>
                    </a:lnTo>
                    <a:lnTo>
                      <a:pt x="106" y="242"/>
                    </a:lnTo>
                    <a:lnTo>
                      <a:pt x="106" y="238"/>
                    </a:lnTo>
                    <a:lnTo>
                      <a:pt x="106" y="242"/>
                    </a:lnTo>
                    <a:lnTo>
                      <a:pt x="102" y="242"/>
                    </a:lnTo>
                    <a:lnTo>
                      <a:pt x="102" y="238"/>
                    </a:lnTo>
                    <a:lnTo>
                      <a:pt x="102" y="242"/>
                    </a:lnTo>
                    <a:lnTo>
                      <a:pt x="102" y="238"/>
                    </a:lnTo>
                    <a:lnTo>
                      <a:pt x="98" y="242"/>
                    </a:lnTo>
                    <a:lnTo>
                      <a:pt x="94" y="242"/>
                    </a:lnTo>
                    <a:lnTo>
                      <a:pt x="94" y="238"/>
                    </a:lnTo>
                    <a:lnTo>
                      <a:pt x="90" y="234"/>
                    </a:lnTo>
                    <a:lnTo>
                      <a:pt x="90" y="232"/>
                    </a:lnTo>
                    <a:lnTo>
                      <a:pt x="90" y="228"/>
                    </a:lnTo>
                    <a:lnTo>
                      <a:pt x="90" y="224"/>
                    </a:lnTo>
                    <a:lnTo>
                      <a:pt x="86" y="224"/>
                    </a:lnTo>
                    <a:lnTo>
                      <a:pt x="82" y="224"/>
                    </a:lnTo>
                    <a:lnTo>
                      <a:pt x="82" y="220"/>
                    </a:lnTo>
                    <a:lnTo>
                      <a:pt x="82" y="216"/>
                    </a:lnTo>
                    <a:lnTo>
                      <a:pt x="82" y="212"/>
                    </a:lnTo>
                    <a:lnTo>
                      <a:pt x="80" y="208"/>
                    </a:lnTo>
                    <a:lnTo>
                      <a:pt x="76" y="208"/>
                    </a:lnTo>
                    <a:lnTo>
                      <a:pt x="76" y="212"/>
                    </a:lnTo>
                    <a:lnTo>
                      <a:pt x="80" y="208"/>
                    </a:lnTo>
                    <a:lnTo>
                      <a:pt x="80" y="212"/>
                    </a:lnTo>
                    <a:lnTo>
                      <a:pt x="76" y="212"/>
                    </a:lnTo>
                    <a:lnTo>
                      <a:pt x="72" y="212"/>
                    </a:lnTo>
                    <a:lnTo>
                      <a:pt x="68" y="212"/>
                    </a:lnTo>
                    <a:lnTo>
                      <a:pt x="64" y="212"/>
                    </a:lnTo>
                    <a:lnTo>
                      <a:pt x="60" y="212"/>
                    </a:lnTo>
                    <a:lnTo>
                      <a:pt x="60" y="216"/>
                    </a:lnTo>
                    <a:lnTo>
                      <a:pt x="56" y="216"/>
                    </a:lnTo>
                    <a:lnTo>
                      <a:pt x="54" y="216"/>
                    </a:lnTo>
                    <a:lnTo>
                      <a:pt x="56" y="216"/>
                    </a:lnTo>
                    <a:lnTo>
                      <a:pt x="54" y="216"/>
                    </a:lnTo>
                    <a:lnTo>
                      <a:pt x="50" y="216"/>
                    </a:lnTo>
                    <a:lnTo>
                      <a:pt x="46" y="216"/>
                    </a:lnTo>
                    <a:lnTo>
                      <a:pt x="46" y="212"/>
                    </a:lnTo>
                    <a:lnTo>
                      <a:pt x="46" y="216"/>
                    </a:lnTo>
                    <a:lnTo>
                      <a:pt x="42" y="212"/>
                    </a:lnTo>
                    <a:lnTo>
                      <a:pt x="38" y="212"/>
                    </a:lnTo>
                    <a:lnTo>
                      <a:pt x="38" y="216"/>
                    </a:lnTo>
                    <a:lnTo>
                      <a:pt x="34" y="216"/>
                    </a:lnTo>
                    <a:lnTo>
                      <a:pt x="30" y="216"/>
                    </a:lnTo>
                    <a:lnTo>
                      <a:pt x="26" y="216"/>
                    </a:lnTo>
                    <a:lnTo>
                      <a:pt x="24" y="216"/>
                    </a:lnTo>
                    <a:lnTo>
                      <a:pt x="20" y="216"/>
                    </a:lnTo>
                    <a:lnTo>
                      <a:pt x="16" y="220"/>
                    </a:lnTo>
                    <a:lnTo>
                      <a:pt x="12" y="220"/>
                    </a:lnTo>
                    <a:lnTo>
                      <a:pt x="12" y="216"/>
                    </a:lnTo>
                    <a:lnTo>
                      <a:pt x="12" y="212"/>
                    </a:lnTo>
                    <a:lnTo>
                      <a:pt x="12" y="208"/>
                    </a:lnTo>
                    <a:lnTo>
                      <a:pt x="12" y="204"/>
                    </a:lnTo>
                    <a:lnTo>
                      <a:pt x="16" y="204"/>
                    </a:lnTo>
                    <a:lnTo>
                      <a:pt x="16" y="202"/>
                    </a:lnTo>
                    <a:lnTo>
                      <a:pt x="16" y="198"/>
                    </a:lnTo>
                    <a:lnTo>
                      <a:pt x="20" y="198"/>
                    </a:lnTo>
                    <a:lnTo>
                      <a:pt x="20" y="194"/>
                    </a:lnTo>
                    <a:lnTo>
                      <a:pt x="20" y="198"/>
                    </a:lnTo>
                    <a:lnTo>
                      <a:pt x="20" y="194"/>
                    </a:lnTo>
                    <a:lnTo>
                      <a:pt x="24" y="194"/>
                    </a:lnTo>
                    <a:lnTo>
                      <a:pt x="26" y="194"/>
                    </a:lnTo>
                    <a:lnTo>
                      <a:pt x="26" y="190"/>
                    </a:lnTo>
                    <a:lnTo>
                      <a:pt x="30" y="190"/>
                    </a:lnTo>
                    <a:lnTo>
                      <a:pt x="34" y="190"/>
                    </a:lnTo>
                    <a:lnTo>
                      <a:pt x="34" y="186"/>
                    </a:lnTo>
                    <a:lnTo>
                      <a:pt x="34" y="182"/>
                    </a:lnTo>
                    <a:lnTo>
                      <a:pt x="34" y="178"/>
                    </a:lnTo>
                    <a:lnTo>
                      <a:pt x="30" y="178"/>
                    </a:lnTo>
                    <a:lnTo>
                      <a:pt x="26" y="178"/>
                    </a:lnTo>
                    <a:lnTo>
                      <a:pt x="26" y="176"/>
                    </a:lnTo>
                    <a:lnTo>
                      <a:pt x="26" y="172"/>
                    </a:lnTo>
                    <a:lnTo>
                      <a:pt x="26" y="168"/>
                    </a:lnTo>
                    <a:lnTo>
                      <a:pt x="26" y="164"/>
                    </a:lnTo>
                    <a:lnTo>
                      <a:pt x="26" y="160"/>
                    </a:lnTo>
                    <a:lnTo>
                      <a:pt x="24" y="160"/>
                    </a:lnTo>
                    <a:lnTo>
                      <a:pt x="20" y="156"/>
                    </a:lnTo>
                    <a:lnTo>
                      <a:pt x="16" y="156"/>
                    </a:lnTo>
                    <a:lnTo>
                      <a:pt x="12" y="152"/>
                    </a:lnTo>
                    <a:lnTo>
                      <a:pt x="12" y="148"/>
                    </a:lnTo>
                    <a:lnTo>
                      <a:pt x="8" y="146"/>
                    </a:lnTo>
                    <a:lnTo>
                      <a:pt x="8" y="142"/>
                    </a:lnTo>
                    <a:lnTo>
                      <a:pt x="4" y="134"/>
                    </a:lnTo>
                    <a:lnTo>
                      <a:pt x="0" y="134"/>
                    </a:lnTo>
                    <a:lnTo>
                      <a:pt x="4" y="134"/>
                    </a:lnTo>
                    <a:lnTo>
                      <a:pt x="12" y="138"/>
                    </a:lnTo>
                    <a:lnTo>
                      <a:pt x="16" y="138"/>
                    </a:lnTo>
                    <a:lnTo>
                      <a:pt x="20" y="138"/>
                    </a:lnTo>
                    <a:lnTo>
                      <a:pt x="24" y="142"/>
                    </a:lnTo>
                    <a:lnTo>
                      <a:pt x="34" y="138"/>
                    </a:lnTo>
                    <a:lnTo>
                      <a:pt x="34" y="138"/>
                    </a:lnTo>
                    <a:lnTo>
                      <a:pt x="34" y="1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3" name="Freeform 47"/>
              <p:cNvSpPr>
                <a:spLocks noEditPoints="1"/>
              </p:cNvSpPr>
              <p:nvPr/>
            </p:nvSpPr>
            <p:spPr bwMode="gray">
              <a:xfrm>
                <a:off x="7547997" y="4011826"/>
                <a:ext cx="24350" cy="17393"/>
              </a:xfrm>
              <a:custGeom>
                <a:avLst/>
                <a:gdLst>
                  <a:gd name="T0" fmla="*/ 8 w 14"/>
                  <a:gd name="T1" fmla="*/ 0 h 10"/>
                  <a:gd name="T2" fmla="*/ 8 w 14"/>
                  <a:gd name="T3" fmla="*/ 0 h 10"/>
                  <a:gd name="T4" fmla="*/ 8 w 14"/>
                  <a:gd name="T5" fmla="*/ 0 h 10"/>
                  <a:gd name="T6" fmla="*/ 8 w 14"/>
                  <a:gd name="T7" fmla="*/ 0 h 10"/>
                  <a:gd name="T8" fmla="*/ 8 w 14"/>
                  <a:gd name="T9" fmla="*/ 0 h 10"/>
                  <a:gd name="T10" fmla="*/ 8 w 14"/>
                  <a:gd name="T11" fmla="*/ 0 h 10"/>
                  <a:gd name="T12" fmla="*/ 8 w 14"/>
                  <a:gd name="T13" fmla="*/ 0 h 10"/>
                  <a:gd name="T14" fmla="*/ 8 w 14"/>
                  <a:gd name="T15" fmla="*/ 0 h 10"/>
                  <a:gd name="T16" fmla="*/ 8 w 14"/>
                  <a:gd name="T17" fmla="*/ 0 h 10"/>
                  <a:gd name="T18" fmla="*/ 8 w 14"/>
                  <a:gd name="T19" fmla="*/ 0 h 10"/>
                  <a:gd name="T20" fmla="*/ 14 w 14"/>
                  <a:gd name="T21" fmla="*/ 6 h 10"/>
                  <a:gd name="T22" fmla="*/ 14 w 14"/>
                  <a:gd name="T23" fmla="*/ 6 h 10"/>
                  <a:gd name="T24" fmla="*/ 14 w 14"/>
                  <a:gd name="T25" fmla="*/ 6 h 10"/>
                  <a:gd name="T26" fmla="*/ 14 w 14"/>
                  <a:gd name="T27" fmla="*/ 6 h 10"/>
                  <a:gd name="T28" fmla="*/ 14 w 14"/>
                  <a:gd name="T29" fmla="*/ 6 h 10"/>
                  <a:gd name="T30" fmla="*/ 14 w 14"/>
                  <a:gd name="T31" fmla="*/ 6 h 10"/>
                  <a:gd name="T32" fmla="*/ 14 w 14"/>
                  <a:gd name="T33" fmla="*/ 6 h 10"/>
                  <a:gd name="T34" fmla="*/ 0 w 14"/>
                  <a:gd name="T35" fmla="*/ 10 h 10"/>
                  <a:gd name="T36" fmla="*/ 0 w 14"/>
                  <a:gd name="T37" fmla="*/ 10 h 10"/>
                  <a:gd name="T38" fmla="*/ 0 w 14"/>
                  <a:gd name="T39" fmla="*/ 10 h 10"/>
                  <a:gd name="T40" fmla="*/ 0 w 14"/>
                  <a:gd name="T41" fmla="*/ 10 h 10"/>
                  <a:gd name="T42" fmla="*/ 0 w 14"/>
                  <a:gd name="T43" fmla="*/ 10 h 10"/>
                  <a:gd name="T44" fmla="*/ 0 w 14"/>
                  <a:gd name="T45"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 h="10">
                    <a:moveTo>
                      <a:pt x="8" y="0"/>
                    </a:moveTo>
                    <a:lnTo>
                      <a:pt x="8" y="0"/>
                    </a:lnTo>
                    <a:lnTo>
                      <a:pt x="8" y="0"/>
                    </a:lnTo>
                    <a:lnTo>
                      <a:pt x="8" y="0"/>
                    </a:lnTo>
                    <a:lnTo>
                      <a:pt x="8" y="0"/>
                    </a:lnTo>
                    <a:lnTo>
                      <a:pt x="8" y="0"/>
                    </a:lnTo>
                    <a:lnTo>
                      <a:pt x="8" y="0"/>
                    </a:lnTo>
                    <a:lnTo>
                      <a:pt x="8" y="0"/>
                    </a:lnTo>
                    <a:lnTo>
                      <a:pt x="8" y="0"/>
                    </a:lnTo>
                    <a:lnTo>
                      <a:pt x="8" y="0"/>
                    </a:lnTo>
                    <a:close/>
                    <a:moveTo>
                      <a:pt x="14" y="6"/>
                    </a:moveTo>
                    <a:lnTo>
                      <a:pt x="14" y="6"/>
                    </a:lnTo>
                    <a:lnTo>
                      <a:pt x="14" y="6"/>
                    </a:lnTo>
                    <a:lnTo>
                      <a:pt x="14" y="6"/>
                    </a:lnTo>
                    <a:lnTo>
                      <a:pt x="14" y="6"/>
                    </a:lnTo>
                    <a:lnTo>
                      <a:pt x="14" y="6"/>
                    </a:lnTo>
                    <a:lnTo>
                      <a:pt x="14" y="6"/>
                    </a:lnTo>
                    <a:close/>
                    <a:moveTo>
                      <a:pt x="0" y="10"/>
                    </a:moveTo>
                    <a:lnTo>
                      <a:pt x="0" y="10"/>
                    </a:lnTo>
                    <a:lnTo>
                      <a:pt x="0" y="10"/>
                    </a:lnTo>
                    <a:lnTo>
                      <a:pt x="0" y="10"/>
                    </a:lnTo>
                    <a:lnTo>
                      <a:pt x="0" y="10"/>
                    </a:lnTo>
                    <a:lnTo>
                      <a:pt x="0"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4" name="Freeform 48"/>
              <p:cNvSpPr>
                <a:spLocks noEditPoints="1"/>
              </p:cNvSpPr>
              <p:nvPr/>
            </p:nvSpPr>
            <p:spPr bwMode="gray">
              <a:xfrm>
                <a:off x="7676699" y="3952694"/>
                <a:ext cx="233061" cy="413943"/>
              </a:xfrm>
              <a:custGeom>
                <a:avLst/>
                <a:gdLst>
                  <a:gd name="T0" fmla="*/ 78 w 134"/>
                  <a:gd name="T1" fmla="*/ 150 h 238"/>
                  <a:gd name="T2" fmla="*/ 94 w 134"/>
                  <a:gd name="T3" fmla="*/ 172 h 238"/>
                  <a:gd name="T4" fmla="*/ 0 w 134"/>
                  <a:gd name="T5" fmla="*/ 194 h 238"/>
                  <a:gd name="T6" fmla="*/ 50 w 134"/>
                  <a:gd name="T7" fmla="*/ 220 h 238"/>
                  <a:gd name="T8" fmla="*/ 42 w 134"/>
                  <a:gd name="T9" fmla="*/ 48 h 238"/>
                  <a:gd name="T10" fmla="*/ 50 w 134"/>
                  <a:gd name="T11" fmla="*/ 10 h 238"/>
                  <a:gd name="T12" fmla="*/ 74 w 134"/>
                  <a:gd name="T13" fmla="*/ 10 h 238"/>
                  <a:gd name="T14" fmla="*/ 70 w 134"/>
                  <a:gd name="T15" fmla="*/ 48 h 238"/>
                  <a:gd name="T16" fmla="*/ 66 w 134"/>
                  <a:gd name="T17" fmla="*/ 70 h 238"/>
                  <a:gd name="T18" fmla="*/ 78 w 134"/>
                  <a:gd name="T19" fmla="*/ 82 h 238"/>
                  <a:gd name="T20" fmla="*/ 94 w 134"/>
                  <a:gd name="T21" fmla="*/ 90 h 238"/>
                  <a:gd name="T22" fmla="*/ 100 w 134"/>
                  <a:gd name="T23" fmla="*/ 100 h 238"/>
                  <a:gd name="T24" fmla="*/ 90 w 134"/>
                  <a:gd name="T25" fmla="*/ 100 h 238"/>
                  <a:gd name="T26" fmla="*/ 78 w 134"/>
                  <a:gd name="T27" fmla="*/ 100 h 238"/>
                  <a:gd name="T28" fmla="*/ 52 w 134"/>
                  <a:gd name="T29" fmla="*/ 90 h 238"/>
                  <a:gd name="T30" fmla="*/ 46 w 134"/>
                  <a:gd name="T31" fmla="*/ 74 h 238"/>
                  <a:gd name="T32" fmla="*/ 70 w 134"/>
                  <a:gd name="T33" fmla="*/ 70 h 238"/>
                  <a:gd name="T34" fmla="*/ 74 w 134"/>
                  <a:gd name="T35" fmla="*/ 70 h 238"/>
                  <a:gd name="T36" fmla="*/ 100 w 134"/>
                  <a:gd name="T37" fmla="*/ 86 h 238"/>
                  <a:gd name="T38" fmla="*/ 66 w 134"/>
                  <a:gd name="T39" fmla="*/ 96 h 238"/>
                  <a:gd name="T40" fmla="*/ 50 w 134"/>
                  <a:gd name="T41" fmla="*/ 100 h 238"/>
                  <a:gd name="T42" fmla="*/ 60 w 134"/>
                  <a:gd name="T43" fmla="*/ 116 h 238"/>
                  <a:gd name="T44" fmla="*/ 70 w 134"/>
                  <a:gd name="T45" fmla="*/ 120 h 238"/>
                  <a:gd name="T46" fmla="*/ 94 w 134"/>
                  <a:gd name="T47" fmla="*/ 108 h 238"/>
                  <a:gd name="T48" fmla="*/ 100 w 134"/>
                  <a:gd name="T49" fmla="*/ 124 h 238"/>
                  <a:gd name="T50" fmla="*/ 104 w 134"/>
                  <a:gd name="T51" fmla="*/ 116 h 238"/>
                  <a:gd name="T52" fmla="*/ 122 w 134"/>
                  <a:gd name="T53" fmla="*/ 134 h 238"/>
                  <a:gd name="T54" fmla="*/ 108 w 134"/>
                  <a:gd name="T55" fmla="*/ 120 h 238"/>
                  <a:gd name="T56" fmla="*/ 42 w 134"/>
                  <a:gd name="T57" fmla="*/ 116 h 238"/>
                  <a:gd name="T58" fmla="*/ 46 w 134"/>
                  <a:gd name="T59" fmla="*/ 126 h 238"/>
                  <a:gd name="T60" fmla="*/ 70 w 134"/>
                  <a:gd name="T61" fmla="*/ 146 h 238"/>
                  <a:gd name="T62" fmla="*/ 82 w 134"/>
                  <a:gd name="T63" fmla="*/ 130 h 238"/>
                  <a:gd name="T64" fmla="*/ 104 w 134"/>
                  <a:gd name="T65" fmla="*/ 130 h 238"/>
                  <a:gd name="T66" fmla="*/ 108 w 134"/>
                  <a:gd name="T67" fmla="*/ 134 h 238"/>
                  <a:gd name="T68" fmla="*/ 112 w 134"/>
                  <a:gd name="T69" fmla="*/ 152 h 238"/>
                  <a:gd name="T70" fmla="*/ 38 w 134"/>
                  <a:gd name="T71" fmla="*/ 150 h 238"/>
                  <a:gd name="T72" fmla="*/ 12 w 134"/>
                  <a:gd name="T73" fmla="*/ 176 h 238"/>
                  <a:gd name="T74" fmla="*/ 26 w 134"/>
                  <a:gd name="T75" fmla="*/ 152 h 238"/>
                  <a:gd name="T76" fmla="*/ 34 w 134"/>
                  <a:gd name="T77" fmla="*/ 134 h 238"/>
                  <a:gd name="T78" fmla="*/ 94 w 134"/>
                  <a:gd name="T79" fmla="*/ 152 h 238"/>
                  <a:gd name="T80" fmla="*/ 96 w 134"/>
                  <a:gd name="T81" fmla="*/ 152 h 238"/>
                  <a:gd name="T82" fmla="*/ 90 w 134"/>
                  <a:gd name="T83" fmla="*/ 156 h 238"/>
                  <a:gd name="T84" fmla="*/ 74 w 134"/>
                  <a:gd name="T85" fmla="*/ 160 h 238"/>
                  <a:gd name="T86" fmla="*/ 90 w 134"/>
                  <a:gd name="T87" fmla="*/ 146 h 238"/>
                  <a:gd name="T88" fmla="*/ 108 w 134"/>
                  <a:gd name="T89" fmla="*/ 152 h 238"/>
                  <a:gd name="T90" fmla="*/ 116 w 134"/>
                  <a:gd name="T91" fmla="*/ 156 h 238"/>
                  <a:gd name="T92" fmla="*/ 74 w 134"/>
                  <a:gd name="T93" fmla="*/ 202 h 238"/>
                  <a:gd name="T94" fmla="*/ 86 w 134"/>
                  <a:gd name="T95" fmla="*/ 186 h 238"/>
                  <a:gd name="T96" fmla="*/ 100 w 134"/>
                  <a:gd name="T97" fmla="*/ 186 h 238"/>
                  <a:gd name="T98" fmla="*/ 116 w 134"/>
                  <a:gd name="T99" fmla="*/ 176 h 238"/>
                  <a:gd name="T100" fmla="*/ 130 w 134"/>
                  <a:gd name="T101" fmla="*/ 172 h 238"/>
                  <a:gd name="T102" fmla="*/ 134 w 134"/>
                  <a:gd name="T103" fmla="*/ 202 h 238"/>
                  <a:gd name="T104" fmla="*/ 126 w 134"/>
                  <a:gd name="T105" fmla="*/ 202 h 238"/>
                  <a:gd name="T106" fmla="*/ 120 w 134"/>
                  <a:gd name="T107" fmla="*/ 232 h 238"/>
                  <a:gd name="T108" fmla="*/ 100 w 134"/>
                  <a:gd name="T109" fmla="*/ 208 h 238"/>
                  <a:gd name="T110" fmla="*/ 94 w 134"/>
                  <a:gd name="T111" fmla="*/ 194 h 238"/>
                  <a:gd name="T112" fmla="*/ 82 w 134"/>
                  <a:gd name="T113" fmla="*/ 198 h 238"/>
                  <a:gd name="T114" fmla="*/ 108 w 134"/>
                  <a:gd name="T115" fmla="*/ 172 h 238"/>
                  <a:gd name="T116" fmla="*/ 66 w 134"/>
                  <a:gd name="T117" fmla="*/ 212 h 238"/>
                  <a:gd name="T118" fmla="*/ 60 w 134"/>
                  <a:gd name="T119" fmla="*/ 228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4" h="238">
                    <a:moveTo>
                      <a:pt x="112" y="130"/>
                    </a:moveTo>
                    <a:lnTo>
                      <a:pt x="112" y="126"/>
                    </a:lnTo>
                    <a:lnTo>
                      <a:pt x="108" y="126"/>
                    </a:lnTo>
                    <a:lnTo>
                      <a:pt x="112" y="126"/>
                    </a:lnTo>
                    <a:lnTo>
                      <a:pt x="112" y="130"/>
                    </a:lnTo>
                    <a:lnTo>
                      <a:pt x="112" y="130"/>
                    </a:lnTo>
                    <a:lnTo>
                      <a:pt x="112" y="130"/>
                    </a:lnTo>
                    <a:close/>
                    <a:moveTo>
                      <a:pt x="78" y="150"/>
                    </a:moveTo>
                    <a:lnTo>
                      <a:pt x="78" y="146"/>
                    </a:lnTo>
                    <a:lnTo>
                      <a:pt x="78" y="142"/>
                    </a:lnTo>
                    <a:lnTo>
                      <a:pt x="82" y="142"/>
                    </a:lnTo>
                    <a:lnTo>
                      <a:pt x="82" y="146"/>
                    </a:lnTo>
                    <a:lnTo>
                      <a:pt x="78" y="150"/>
                    </a:lnTo>
                    <a:lnTo>
                      <a:pt x="78" y="150"/>
                    </a:lnTo>
                    <a:lnTo>
                      <a:pt x="78" y="150"/>
                    </a:lnTo>
                    <a:close/>
                    <a:moveTo>
                      <a:pt x="42" y="150"/>
                    </a:moveTo>
                    <a:lnTo>
                      <a:pt x="42" y="146"/>
                    </a:lnTo>
                    <a:lnTo>
                      <a:pt x="38" y="146"/>
                    </a:lnTo>
                    <a:lnTo>
                      <a:pt x="42" y="146"/>
                    </a:lnTo>
                    <a:lnTo>
                      <a:pt x="42" y="150"/>
                    </a:lnTo>
                    <a:lnTo>
                      <a:pt x="42" y="150"/>
                    </a:lnTo>
                    <a:lnTo>
                      <a:pt x="42" y="150"/>
                    </a:lnTo>
                    <a:close/>
                    <a:moveTo>
                      <a:pt x="94" y="172"/>
                    </a:moveTo>
                    <a:lnTo>
                      <a:pt x="94" y="168"/>
                    </a:lnTo>
                    <a:lnTo>
                      <a:pt x="94" y="172"/>
                    </a:lnTo>
                    <a:lnTo>
                      <a:pt x="94" y="172"/>
                    </a:lnTo>
                    <a:lnTo>
                      <a:pt x="94" y="172"/>
                    </a:lnTo>
                    <a:close/>
                    <a:moveTo>
                      <a:pt x="4" y="186"/>
                    </a:moveTo>
                    <a:lnTo>
                      <a:pt x="4" y="182"/>
                    </a:lnTo>
                    <a:lnTo>
                      <a:pt x="4" y="186"/>
                    </a:lnTo>
                    <a:lnTo>
                      <a:pt x="4" y="186"/>
                    </a:lnTo>
                    <a:lnTo>
                      <a:pt x="4" y="186"/>
                    </a:lnTo>
                    <a:close/>
                    <a:moveTo>
                      <a:pt x="0" y="194"/>
                    </a:moveTo>
                    <a:lnTo>
                      <a:pt x="0" y="190"/>
                    </a:lnTo>
                    <a:lnTo>
                      <a:pt x="0" y="186"/>
                    </a:lnTo>
                    <a:lnTo>
                      <a:pt x="0" y="190"/>
                    </a:lnTo>
                    <a:lnTo>
                      <a:pt x="0" y="194"/>
                    </a:lnTo>
                    <a:lnTo>
                      <a:pt x="0" y="194"/>
                    </a:lnTo>
                    <a:lnTo>
                      <a:pt x="0" y="194"/>
                    </a:lnTo>
                    <a:close/>
                    <a:moveTo>
                      <a:pt x="82" y="202"/>
                    </a:moveTo>
                    <a:lnTo>
                      <a:pt x="82" y="198"/>
                    </a:lnTo>
                    <a:lnTo>
                      <a:pt x="86" y="198"/>
                    </a:lnTo>
                    <a:lnTo>
                      <a:pt x="86" y="202"/>
                    </a:lnTo>
                    <a:lnTo>
                      <a:pt x="82" y="202"/>
                    </a:lnTo>
                    <a:lnTo>
                      <a:pt x="82" y="202"/>
                    </a:lnTo>
                    <a:lnTo>
                      <a:pt x="82" y="202"/>
                    </a:lnTo>
                    <a:close/>
                    <a:moveTo>
                      <a:pt x="50" y="220"/>
                    </a:moveTo>
                    <a:lnTo>
                      <a:pt x="50" y="216"/>
                    </a:lnTo>
                    <a:lnTo>
                      <a:pt x="52" y="216"/>
                    </a:lnTo>
                    <a:lnTo>
                      <a:pt x="52" y="220"/>
                    </a:lnTo>
                    <a:lnTo>
                      <a:pt x="50" y="220"/>
                    </a:lnTo>
                    <a:lnTo>
                      <a:pt x="50" y="220"/>
                    </a:lnTo>
                    <a:lnTo>
                      <a:pt x="50" y="220"/>
                    </a:lnTo>
                    <a:close/>
                    <a:moveTo>
                      <a:pt x="66" y="4"/>
                    </a:moveTo>
                    <a:lnTo>
                      <a:pt x="66" y="0"/>
                    </a:lnTo>
                    <a:lnTo>
                      <a:pt x="70" y="0"/>
                    </a:lnTo>
                    <a:lnTo>
                      <a:pt x="66" y="4"/>
                    </a:lnTo>
                    <a:lnTo>
                      <a:pt x="66" y="4"/>
                    </a:lnTo>
                    <a:lnTo>
                      <a:pt x="66" y="4"/>
                    </a:lnTo>
                    <a:close/>
                    <a:moveTo>
                      <a:pt x="42" y="56"/>
                    </a:moveTo>
                    <a:lnTo>
                      <a:pt x="42" y="52"/>
                    </a:lnTo>
                    <a:lnTo>
                      <a:pt x="38" y="52"/>
                    </a:lnTo>
                    <a:lnTo>
                      <a:pt x="38" y="48"/>
                    </a:lnTo>
                    <a:lnTo>
                      <a:pt x="42" y="44"/>
                    </a:lnTo>
                    <a:lnTo>
                      <a:pt x="42" y="48"/>
                    </a:lnTo>
                    <a:lnTo>
                      <a:pt x="46" y="48"/>
                    </a:lnTo>
                    <a:lnTo>
                      <a:pt x="46" y="52"/>
                    </a:lnTo>
                    <a:lnTo>
                      <a:pt x="50" y="48"/>
                    </a:lnTo>
                    <a:lnTo>
                      <a:pt x="50" y="44"/>
                    </a:lnTo>
                    <a:lnTo>
                      <a:pt x="50" y="40"/>
                    </a:lnTo>
                    <a:lnTo>
                      <a:pt x="50" y="38"/>
                    </a:lnTo>
                    <a:lnTo>
                      <a:pt x="50" y="34"/>
                    </a:lnTo>
                    <a:lnTo>
                      <a:pt x="50" y="30"/>
                    </a:lnTo>
                    <a:lnTo>
                      <a:pt x="50" y="26"/>
                    </a:lnTo>
                    <a:lnTo>
                      <a:pt x="50" y="22"/>
                    </a:lnTo>
                    <a:lnTo>
                      <a:pt x="50" y="18"/>
                    </a:lnTo>
                    <a:lnTo>
                      <a:pt x="50" y="14"/>
                    </a:lnTo>
                    <a:lnTo>
                      <a:pt x="50" y="10"/>
                    </a:lnTo>
                    <a:lnTo>
                      <a:pt x="52" y="10"/>
                    </a:lnTo>
                    <a:lnTo>
                      <a:pt x="52" y="8"/>
                    </a:lnTo>
                    <a:lnTo>
                      <a:pt x="56" y="4"/>
                    </a:lnTo>
                    <a:lnTo>
                      <a:pt x="56" y="8"/>
                    </a:lnTo>
                    <a:lnTo>
                      <a:pt x="60" y="4"/>
                    </a:lnTo>
                    <a:lnTo>
                      <a:pt x="60" y="8"/>
                    </a:lnTo>
                    <a:lnTo>
                      <a:pt x="64" y="8"/>
                    </a:lnTo>
                    <a:lnTo>
                      <a:pt x="64" y="10"/>
                    </a:lnTo>
                    <a:lnTo>
                      <a:pt x="66" y="10"/>
                    </a:lnTo>
                    <a:lnTo>
                      <a:pt x="70" y="10"/>
                    </a:lnTo>
                    <a:lnTo>
                      <a:pt x="70" y="8"/>
                    </a:lnTo>
                    <a:lnTo>
                      <a:pt x="74" y="8"/>
                    </a:lnTo>
                    <a:lnTo>
                      <a:pt x="74" y="10"/>
                    </a:lnTo>
                    <a:lnTo>
                      <a:pt x="74" y="14"/>
                    </a:lnTo>
                    <a:lnTo>
                      <a:pt x="74" y="18"/>
                    </a:lnTo>
                    <a:lnTo>
                      <a:pt x="74" y="22"/>
                    </a:lnTo>
                    <a:lnTo>
                      <a:pt x="74" y="26"/>
                    </a:lnTo>
                    <a:lnTo>
                      <a:pt x="78" y="30"/>
                    </a:lnTo>
                    <a:lnTo>
                      <a:pt x="78" y="34"/>
                    </a:lnTo>
                    <a:lnTo>
                      <a:pt x="78" y="38"/>
                    </a:lnTo>
                    <a:lnTo>
                      <a:pt x="74" y="40"/>
                    </a:lnTo>
                    <a:lnTo>
                      <a:pt x="74" y="44"/>
                    </a:lnTo>
                    <a:lnTo>
                      <a:pt x="74" y="48"/>
                    </a:lnTo>
                    <a:lnTo>
                      <a:pt x="70" y="48"/>
                    </a:lnTo>
                    <a:lnTo>
                      <a:pt x="70" y="52"/>
                    </a:lnTo>
                    <a:lnTo>
                      <a:pt x="70" y="48"/>
                    </a:lnTo>
                    <a:lnTo>
                      <a:pt x="74" y="48"/>
                    </a:lnTo>
                    <a:lnTo>
                      <a:pt x="70" y="48"/>
                    </a:lnTo>
                    <a:lnTo>
                      <a:pt x="66" y="48"/>
                    </a:lnTo>
                    <a:lnTo>
                      <a:pt x="66" y="52"/>
                    </a:lnTo>
                    <a:lnTo>
                      <a:pt x="64" y="52"/>
                    </a:lnTo>
                    <a:lnTo>
                      <a:pt x="64" y="56"/>
                    </a:lnTo>
                    <a:lnTo>
                      <a:pt x="66" y="56"/>
                    </a:lnTo>
                    <a:lnTo>
                      <a:pt x="64" y="56"/>
                    </a:lnTo>
                    <a:lnTo>
                      <a:pt x="64" y="60"/>
                    </a:lnTo>
                    <a:lnTo>
                      <a:pt x="64" y="64"/>
                    </a:lnTo>
                    <a:lnTo>
                      <a:pt x="64" y="66"/>
                    </a:lnTo>
                    <a:lnTo>
                      <a:pt x="64" y="70"/>
                    </a:lnTo>
                    <a:lnTo>
                      <a:pt x="66" y="70"/>
                    </a:lnTo>
                    <a:lnTo>
                      <a:pt x="66" y="74"/>
                    </a:lnTo>
                    <a:lnTo>
                      <a:pt x="64" y="74"/>
                    </a:lnTo>
                    <a:lnTo>
                      <a:pt x="66" y="74"/>
                    </a:lnTo>
                    <a:lnTo>
                      <a:pt x="66" y="78"/>
                    </a:lnTo>
                    <a:lnTo>
                      <a:pt x="66" y="82"/>
                    </a:lnTo>
                    <a:lnTo>
                      <a:pt x="70" y="86"/>
                    </a:lnTo>
                    <a:lnTo>
                      <a:pt x="74" y="86"/>
                    </a:lnTo>
                    <a:lnTo>
                      <a:pt x="74" y="90"/>
                    </a:lnTo>
                    <a:lnTo>
                      <a:pt x="74" y="86"/>
                    </a:lnTo>
                    <a:lnTo>
                      <a:pt x="74" y="82"/>
                    </a:lnTo>
                    <a:lnTo>
                      <a:pt x="74" y="86"/>
                    </a:lnTo>
                    <a:lnTo>
                      <a:pt x="74" y="82"/>
                    </a:lnTo>
                    <a:lnTo>
                      <a:pt x="78" y="82"/>
                    </a:lnTo>
                    <a:lnTo>
                      <a:pt x="78" y="78"/>
                    </a:lnTo>
                    <a:lnTo>
                      <a:pt x="78" y="82"/>
                    </a:lnTo>
                    <a:lnTo>
                      <a:pt x="82" y="78"/>
                    </a:lnTo>
                    <a:lnTo>
                      <a:pt x="82" y="82"/>
                    </a:lnTo>
                    <a:lnTo>
                      <a:pt x="86" y="82"/>
                    </a:lnTo>
                    <a:lnTo>
                      <a:pt x="86" y="86"/>
                    </a:lnTo>
                    <a:lnTo>
                      <a:pt x="86" y="90"/>
                    </a:lnTo>
                    <a:lnTo>
                      <a:pt x="86" y="94"/>
                    </a:lnTo>
                    <a:lnTo>
                      <a:pt x="86" y="90"/>
                    </a:lnTo>
                    <a:lnTo>
                      <a:pt x="90" y="90"/>
                    </a:lnTo>
                    <a:lnTo>
                      <a:pt x="90" y="86"/>
                    </a:lnTo>
                    <a:lnTo>
                      <a:pt x="94" y="86"/>
                    </a:lnTo>
                    <a:lnTo>
                      <a:pt x="94" y="90"/>
                    </a:lnTo>
                    <a:lnTo>
                      <a:pt x="96" y="90"/>
                    </a:lnTo>
                    <a:lnTo>
                      <a:pt x="96" y="94"/>
                    </a:lnTo>
                    <a:lnTo>
                      <a:pt x="96" y="90"/>
                    </a:lnTo>
                    <a:lnTo>
                      <a:pt x="94" y="90"/>
                    </a:lnTo>
                    <a:lnTo>
                      <a:pt x="94" y="94"/>
                    </a:lnTo>
                    <a:lnTo>
                      <a:pt x="94" y="96"/>
                    </a:lnTo>
                    <a:lnTo>
                      <a:pt x="96" y="96"/>
                    </a:lnTo>
                    <a:lnTo>
                      <a:pt x="96" y="100"/>
                    </a:lnTo>
                    <a:lnTo>
                      <a:pt x="96" y="96"/>
                    </a:lnTo>
                    <a:lnTo>
                      <a:pt x="96" y="100"/>
                    </a:lnTo>
                    <a:lnTo>
                      <a:pt x="100" y="100"/>
                    </a:lnTo>
                    <a:lnTo>
                      <a:pt x="100" y="104"/>
                    </a:lnTo>
                    <a:lnTo>
                      <a:pt x="100" y="100"/>
                    </a:lnTo>
                    <a:lnTo>
                      <a:pt x="100" y="104"/>
                    </a:lnTo>
                    <a:lnTo>
                      <a:pt x="100" y="108"/>
                    </a:lnTo>
                    <a:lnTo>
                      <a:pt x="100" y="112"/>
                    </a:lnTo>
                    <a:lnTo>
                      <a:pt x="96" y="112"/>
                    </a:lnTo>
                    <a:lnTo>
                      <a:pt x="96" y="108"/>
                    </a:lnTo>
                    <a:lnTo>
                      <a:pt x="96" y="104"/>
                    </a:lnTo>
                    <a:lnTo>
                      <a:pt x="100" y="104"/>
                    </a:lnTo>
                    <a:lnTo>
                      <a:pt x="96" y="104"/>
                    </a:lnTo>
                    <a:lnTo>
                      <a:pt x="94" y="104"/>
                    </a:lnTo>
                    <a:lnTo>
                      <a:pt x="90" y="104"/>
                    </a:lnTo>
                    <a:lnTo>
                      <a:pt x="90" y="100"/>
                    </a:lnTo>
                    <a:lnTo>
                      <a:pt x="90" y="104"/>
                    </a:lnTo>
                    <a:lnTo>
                      <a:pt x="90" y="100"/>
                    </a:lnTo>
                    <a:lnTo>
                      <a:pt x="90" y="96"/>
                    </a:lnTo>
                    <a:lnTo>
                      <a:pt x="86" y="96"/>
                    </a:lnTo>
                    <a:lnTo>
                      <a:pt x="86" y="94"/>
                    </a:lnTo>
                    <a:lnTo>
                      <a:pt x="82" y="94"/>
                    </a:lnTo>
                    <a:lnTo>
                      <a:pt x="82" y="90"/>
                    </a:lnTo>
                    <a:lnTo>
                      <a:pt x="78" y="90"/>
                    </a:lnTo>
                    <a:lnTo>
                      <a:pt x="78" y="86"/>
                    </a:lnTo>
                    <a:lnTo>
                      <a:pt x="78" y="90"/>
                    </a:lnTo>
                    <a:lnTo>
                      <a:pt x="78" y="94"/>
                    </a:lnTo>
                    <a:lnTo>
                      <a:pt x="78" y="96"/>
                    </a:lnTo>
                    <a:lnTo>
                      <a:pt x="82" y="96"/>
                    </a:lnTo>
                    <a:lnTo>
                      <a:pt x="82" y="100"/>
                    </a:lnTo>
                    <a:lnTo>
                      <a:pt x="78" y="100"/>
                    </a:lnTo>
                    <a:lnTo>
                      <a:pt x="78" y="96"/>
                    </a:lnTo>
                    <a:lnTo>
                      <a:pt x="78" y="94"/>
                    </a:lnTo>
                    <a:lnTo>
                      <a:pt x="74" y="94"/>
                    </a:lnTo>
                    <a:lnTo>
                      <a:pt x="70" y="90"/>
                    </a:lnTo>
                    <a:lnTo>
                      <a:pt x="66" y="90"/>
                    </a:lnTo>
                    <a:lnTo>
                      <a:pt x="66" y="86"/>
                    </a:lnTo>
                    <a:lnTo>
                      <a:pt x="64" y="90"/>
                    </a:lnTo>
                    <a:lnTo>
                      <a:pt x="64" y="94"/>
                    </a:lnTo>
                    <a:lnTo>
                      <a:pt x="60" y="94"/>
                    </a:lnTo>
                    <a:lnTo>
                      <a:pt x="56" y="94"/>
                    </a:lnTo>
                    <a:lnTo>
                      <a:pt x="56" y="90"/>
                    </a:lnTo>
                    <a:lnTo>
                      <a:pt x="52" y="86"/>
                    </a:lnTo>
                    <a:lnTo>
                      <a:pt x="52" y="90"/>
                    </a:lnTo>
                    <a:lnTo>
                      <a:pt x="52" y="86"/>
                    </a:lnTo>
                    <a:lnTo>
                      <a:pt x="52" y="82"/>
                    </a:lnTo>
                    <a:lnTo>
                      <a:pt x="56" y="78"/>
                    </a:lnTo>
                    <a:lnTo>
                      <a:pt x="56" y="74"/>
                    </a:lnTo>
                    <a:lnTo>
                      <a:pt x="52" y="74"/>
                    </a:lnTo>
                    <a:lnTo>
                      <a:pt x="52" y="70"/>
                    </a:lnTo>
                    <a:lnTo>
                      <a:pt x="50" y="70"/>
                    </a:lnTo>
                    <a:lnTo>
                      <a:pt x="50" y="74"/>
                    </a:lnTo>
                    <a:lnTo>
                      <a:pt x="52" y="74"/>
                    </a:lnTo>
                    <a:lnTo>
                      <a:pt x="52" y="78"/>
                    </a:lnTo>
                    <a:lnTo>
                      <a:pt x="50" y="78"/>
                    </a:lnTo>
                    <a:lnTo>
                      <a:pt x="50" y="74"/>
                    </a:lnTo>
                    <a:lnTo>
                      <a:pt x="46" y="74"/>
                    </a:lnTo>
                    <a:lnTo>
                      <a:pt x="46" y="70"/>
                    </a:lnTo>
                    <a:lnTo>
                      <a:pt x="50" y="70"/>
                    </a:lnTo>
                    <a:lnTo>
                      <a:pt x="46" y="70"/>
                    </a:lnTo>
                    <a:lnTo>
                      <a:pt x="46" y="74"/>
                    </a:lnTo>
                    <a:lnTo>
                      <a:pt x="46" y="70"/>
                    </a:lnTo>
                    <a:lnTo>
                      <a:pt x="46" y="66"/>
                    </a:lnTo>
                    <a:lnTo>
                      <a:pt x="42" y="64"/>
                    </a:lnTo>
                    <a:lnTo>
                      <a:pt x="42" y="60"/>
                    </a:lnTo>
                    <a:lnTo>
                      <a:pt x="42" y="56"/>
                    </a:lnTo>
                    <a:lnTo>
                      <a:pt x="42" y="56"/>
                    </a:lnTo>
                    <a:lnTo>
                      <a:pt x="42" y="56"/>
                    </a:lnTo>
                    <a:close/>
                    <a:moveTo>
                      <a:pt x="70" y="74"/>
                    </a:moveTo>
                    <a:lnTo>
                      <a:pt x="70" y="70"/>
                    </a:lnTo>
                    <a:lnTo>
                      <a:pt x="66" y="70"/>
                    </a:lnTo>
                    <a:lnTo>
                      <a:pt x="66" y="66"/>
                    </a:lnTo>
                    <a:lnTo>
                      <a:pt x="70" y="66"/>
                    </a:lnTo>
                    <a:lnTo>
                      <a:pt x="70" y="70"/>
                    </a:lnTo>
                    <a:lnTo>
                      <a:pt x="70" y="66"/>
                    </a:lnTo>
                    <a:lnTo>
                      <a:pt x="70" y="70"/>
                    </a:lnTo>
                    <a:lnTo>
                      <a:pt x="70" y="74"/>
                    </a:lnTo>
                    <a:lnTo>
                      <a:pt x="70" y="74"/>
                    </a:lnTo>
                    <a:lnTo>
                      <a:pt x="70" y="74"/>
                    </a:lnTo>
                    <a:close/>
                    <a:moveTo>
                      <a:pt x="74" y="74"/>
                    </a:moveTo>
                    <a:lnTo>
                      <a:pt x="74" y="70"/>
                    </a:lnTo>
                    <a:lnTo>
                      <a:pt x="70" y="70"/>
                    </a:lnTo>
                    <a:lnTo>
                      <a:pt x="74" y="70"/>
                    </a:lnTo>
                    <a:lnTo>
                      <a:pt x="74" y="74"/>
                    </a:lnTo>
                    <a:lnTo>
                      <a:pt x="74" y="74"/>
                    </a:lnTo>
                    <a:lnTo>
                      <a:pt x="74" y="74"/>
                    </a:lnTo>
                    <a:close/>
                    <a:moveTo>
                      <a:pt x="74" y="86"/>
                    </a:moveTo>
                    <a:lnTo>
                      <a:pt x="70" y="86"/>
                    </a:lnTo>
                    <a:lnTo>
                      <a:pt x="70" y="82"/>
                    </a:lnTo>
                    <a:lnTo>
                      <a:pt x="70" y="86"/>
                    </a:lnTo>
                    <a:lnTo>
                      <a:pt x="74" y="86"/>
                    </a:lnTo>
                    <a:lnTo>
                      <a:pt x="74" y="86"/>
                    </a:lnTo>
                    <a:lnTo>
                      <a:pt x="74" y="86"/>
                    </a:lnTo>
                    <a:close/>
                    <a:moveTo>
                      <a:pt x="100" y="94"/>
                    </a:moveTo>
                    <a:lnTo>
                      <a:pt x="100" y="90"/>
                    </a:lnTo>
                    <a:lnTo>
                      <a:pt x="100" y="86"/>
                    </a:lnTo>
                    <a:lnTo>
                      <a:pt x="104" y="86"/>
                    </a:lnTo>
                    <a:lnTo>
                      <a:pt x="104" y="90"/>
                    </a:lnTo>
                    <a:lnTo>
                      <a:pt x="104" y="94"/>
                    </a:lnTo>
                    <a:lnTo>
                      <a:pt x="100" y="94"/>
                    </a:lnTo>
                    <a:lnTo>
                      <a:pt x="100" y="94"/>
                    </a:lnTo>
                    <a:lnTo>
                      <a:pt x="100" y="94"/>
                    </a:lnTo>
                    <a:close/>
                    <a:moveTo>
                      <a:pt x="46" y="94"/>
                    </a:moveTo>
                    <a:lnTo>
                      <a:pt x="46" y="90"/>
                    </a:lnTo>
                    <a:lnTo>
                      <a:pt x="46" y="94"/>
                    </a:lnTo>
                    <a:lnTo>
                      <a:pt x="46" y="94"/>
                    </a:lnTo>
                    <a:lnTo>
                      <a:pt x="46" y="94"/>
                    </a:lnTo>
                    <a:close/>
                    <a:moveTo>
                      <a:pt x="70" y="100"/>
                    </a:moveTo>
                    <a:lnTo>
                      <a:pt x="66" y="96"/>
                    </a:lnTo>
                    <a:lnTo>
                      <a:pt x="70" y="94"/>
                    </a:lnTo>
                    <a:lnTo>
                      <a:pt x="70" y="96"/>
                    </a:lnTo>
                    <a:lnTo>
                      <a:pt x="74" y="96"/>
                    </a:lnTo>
                    <a:lnTo>
                      <a:pt x="70" y="100"/>
                    </a:lnTo>
                    <a:lnTo>
                      <a:pt x="70" y="100"/>
                    </a:lnTo>
                    <a:lnTo>
                      <a:pt x="70" y="100"/>
                    </a:lnTo>
                    <a:close/>
                    <a:moveTo>
                      <a:pt x="56" y="116"/>
                    </a:moveTo>
                    <a:lnTo>
                      <a:pt x="56" y="112"/>
                    </a:lnTo>
                    <a:lnTo>
                      <a:pt x="56" y="108"/>
                    </a:lnTo>
                    <a:lnTo>
                      <a:pt x="52" y="108"/>
                    </a:lnTo>
                    <a:lnTo>
                      <a:pt x="52" y="104"/>
                    </a:lnTo>
                    <a:lnTo>
                      <a:pt x="52" y="100"/>
                    </a:lnTo>
                    <a:lnTo>
                      <a:pt x="50" y="100"/>
                    </a:lnTo>
                    <a:lnTo>
                      <a:pt x="50" y="96"/>
                    </a:lnTo>
                    <a:lnTo>
                      <a:pt x="50" y="94"/>
                    </a:lnTo>
                    <a:lnTo>
                      <a:pt x="52" y="94"/>
                    </a:lnTo>
                    <a:lnTo>
                      <a:pt x="52" y="96"/>
                    </a:lnTo>
                    <a:lnTo>
                      <a:pt x="56" y="94"/>
                    </a:lnTo>
                    <a:lnTo>
                      <a:pt x="56" y="96"/>
                    </a:lnTo>
                    <a:lnTo>
                      <a:pt x="60" y="96"/>
                    </a:lnTo>
                    <a:lnTo>
                      <a:pt x="64" y="100"/>
                    </a:lnTo>
                    <a:lnTo>
                      <a:pt x="64" y="104"/>
                    </a:lnTo>
                    <a:lnTo>
                      <a:pt x="64" y="108"/>
                    </a:lnTo>
                    <a:lnTo>
                      <a:pt x="64" y="112"/>
                    </a:lnTo>
                    <a:lnTo>
                      <a:pt x="64" y="116"/>
                    </a:lnTo>
                    <a:lnTo>
                      <a:pt x="60" y="116"/>
                    </a:lnTo>
                    <a:lnTo>
                      <a:pt x="56" y="116"/>
                    </a:lnTo>
                    <a:lnTo>
                      <a:pt x="56" y="116"/>
                    </a:lnTo>
                    <a:lnTo>
                      <a:pt x="56" y="116"/>
                    </a:lnTo>
                    <a:close/>
                    <a:moveTo>
                      <a:pt x="90" y="108"/>
                    </a:moveTo>
                    <a:lnTo>
                      <a:pt x="90" y="104"/>
                    </a:lnTo>
                    <a:lnTo>
                      <a:pt x="86" y="104"/>
                    </a:lnTo>
                    <a:lnTo>
                      <a:pt x="86" y="100"/>
                    </a:lnTo>
                    <a:lnTo>
                      <a:pt x="86" y="104"/>
                    </a:lnTo>
                    <a:lnTo>
                      <a:pt x="90" y="104"/>
                    </a:lnTo>
                    <a:lnTo>
                      <a:pt x="90" y="108"/>
                    </a:lnTo>
                    <a:lnTo>
                      <a:pt x="90" y="108"/>
                    </a:lnTo>
                    <a:lnTo>
                      <a:pt x="90" y="108"/>
                    </a:lnTo>
                    <a:close/>
                    <a:moveTo>
                      <a:pt x="70" y="120"/>
                    </a:moveTo>
                    <a:lnTo>
                      <a:pt x="70" y="116"/>
                    </a:lnTo>
                    <a:lnTo>
                      <a:pt x="70" y="112"/>
                    </a:lnTo>
                    <a:lnTo>
                      <a:pt x="70" y="108"/>
                    </a:lnTo>
                    <a:lnTo>
                      <a:pt x="74" y="108"/>
                    </a:lnTo>
                    <a:lnTo>
                      <a:pt x="74" y="112"/>
                    </a:lnTo>
                    <a:lnTo>
                      <a:pt x="70" y="112"/>
                    </a:lnTo>
                    <a:lnTo>
                      <a:pt x="70" y="120"/>
                    </a:lnTo>
                    <a:lnTo>
                      <a:pt x="70" y="120"/>
                    </a:lnTo>
                    <a:lnTo>
                      <a:pt x="70" y="120"/>
                    </a:lnTo>
                    <a:close/>
                    <a:moveTo>
                      <a:pt x="96" y="116"/>
                    </a:moveTo>
                    <a:lnTo>
                      <a:pt x="96" y="112"/>
                    </a:lnTo>
                    <a:lnTo>
                      <a:pt x="94" y="112"/>
                    </a:lnTo>
                    <a:lnTo>
                      <a:pt x="94" y="108"/>
                    </a:lnTo>
                    <a:lnTo>
                      <a:pt x="96" y="112"/>
                    </a:lnTo>
                    <a:lnTo>
                      <a:pt x="96" y="116"/>
                    </a:lnTo>
                    <a:lnTo>
                      <a:pt x="96" y="116"/>
                    </a:lnTo>
                    <a:lnTo>
                      <a:pt x="96" y="116"/>
                    </a:lnTo>
                    <a:close/>
                    <a:moveTo>
                      <a:pt x="86" y="124"/>
                    </a:moveTo>
                    <a:lnTo>
                      <a:pt x="90" y="120"/>
                    </a:lnTo>
                    <a:lnTo>
                      <a:pt x="90" y="116"/>
                    </a:lnTo>
                    <a:lnTo>
                      <a:pt x="90" y="112"/>
                    </a:lnTo>
                    <a:lnTo>
                      <a:pt x="94" y="112"/>
                    </a:lnTo>
                    <a:lnTo>
                      <a:pt x="94" y="116"/>
                    </a:lnTo>
                    <a:lnTo>
                      <a:pt x="96" y="116"/>
                    </a:lnTo>
                    <a:lnTo>
                      <a:pt x="100" y="120"/>
                    </a:lnTo>
                    <a:lnTo>
                      <a:pt x="100" y="124"/>
                    </a:lnTo>
                    <a:lnTo>
                      <a:pt x="100" y="126"/>
                    </a:lnTo>
                    <a:lnTo>
                      <a:pt x="100" y="124"/>
                    </a:lnTo>
                    <a:lnTo>
                      <a:pt x="96" y="124"/>
                    </a:lnTo>
                    <a:lnTo>
                      <a:pt x="94" y="120"/>
                    </a:lnTo>
                    <a:lnTo>
                      <a:pt x="94" y="116"/>
                    </a:lnTo>
                    <a:lnTo>
                      <a:pt x="90" y="116"/>
                    </a:lnTo>
                    <a:lnTo>
                      <a:pt x="90" y="120"/>
                    </a:lnTo>
                    <a:lnTo>
                      <a:pt x="90" y="124"/>
                    </a:lnTo>
                    <a:lnTo>
                      <a:pt x="86" y="124"/>
                    </a:lnTo>
                    <a:lnTo>
                      <a:pt x="86" y="124"/>
                    </a:lnTo>
                    <a:lnTo>
                      <a:pt x="86" y="124"/>
                    </a:lnTo>
                    <a:close/>
                    <a:moveTo>
                      <a:pt x="104" y="120"/>
                    </a:moveTo>
                    <a:lnTo>
                      <a:pt x="104" y="116"/>
                    </a:lnTo>
                    <a:lnTo>
                      <a:pt x="104" y="112"/>
                    </a:lnTo>
                    <a:lnTo>
                      <a:pt x="108" y="112"/>
                    </a:lnTo>
                    <a:lnTo>
                      <a:pt x="112" y="112"/>
                    </a:lnTo>
                    <a:lnTo>
                      <a:pt x="116" y="112"/>
                    </a:lnTo>
                    <a:lnTo>
                      <a:pt x="120" y="112"/>
                    </a:lnTo>
                    <a:lnTo>
                      <a:pt x="116" y="116"/>
                    </a:lnTo>
                    <a:lnTo>
                      <a:pt x="120" y="116"/>
                    </a:lnTo>
                    <a:lnTo>
                      <a:pt x="120" y="120"/>
                    </a:lnTo>
                    <a:lnTo>
                      <a:pt x="120" y="124"/>
                    </a:lnTo>
                    <a:lnTo>
                      <a:pt x="120" y="126"/>
                    </a:lnTo>
                    <a:lnTo>
                      <a:pt x="120" y="130"/>
                    </a:lnTo>
                    <a:lnTo>
                      <a:pt x="122" y="130"/>
                    </a:lnTo>
                    <a:lnTo>
                      <a:pt x="122" y="134"/>
                    </a:lnTo>
                    <a:lnTo>
                      <a:pt x="120" y="134"/>
                    </a:lnTo>
                    <a:lnTo>
                      <a:pt x="122" y="134"/>
                    </a:lnTo>
                    <a:lnTo>
                      <a:pt x="122" y="138"/>
                    </a:lnTo>
                    <a:lnTo>
                      <a:pt x="122" y="134"/>
                    </a:lnTo>
                    <a:lnTo>
                      <a:pt x="120" y="134"/>
                    </a:lnTo>
                    <a:lnTo>
                      <a:pt x="116" y="134"/>
                    </a:lnTo>
                    <a:lnTo>
                      <a:pt x="112" y="130"/>
                    </a:lnTo>
                    <a:lnTo>
                      <a:pt x="112" y="126"/>
                    </a:lnTo>
                    <a:lnTo>
                      <a:pt x="116" y="126"/>
                    </a:lnTo>
                    <a:lnTo>
                      <a:pt x="116" y="124"/>
                    </a:lnTo>
                    <a:lnTo>
                      <a:pt x="112" y="124"/>
                    </a:lnTo>
                    <a:lnTo>
                      <a:pt x="108" y="124"/>
                    </a:lnTo>
                    <a:lnTo>
                      <a:pt x="108" y="120"/>
                    </a:lnTo>
                    <a:lnTo>
                      <a:pt x="104" y="120"/>
                    </a:lnTo>
                    <a:lnTo>
                      <a:pt x="104" y="120"/>
                    </a:lnTo>
                    <a:lnTo>
                      <a:pt x="104" y="120"/>
                    </a:lnTo>
                    <a:close/>
                    <a:moveTo>
                      <a:pt x="78" y="116"/>
                    </a:moveTo>
                    <a:lnTo>
                      <a:pt x="78" y="112"/>
                    </a:lnTo>
                    <a:lnTo>
                      <a:pt x="82" y="112"/>
                    </a:lnTo>
                    <a:lnTo>
                      <a:pt x="82" y="116"/>
                    </a:lnTo>
                    <a:lnTo>
                      <a:pt x="78" y="116"/>
                    </a:lnTo>
                    <a:lnTo>
                      <a:pt x="78" y="116"/>
                    </a:lnTo>
                    <a:lnTo>
                      <a:pt x="78" y="116"/>
                    </a:lnTo>
                    <a:close/>
                    <a:moveTo>
                      <a:pt x="46" y="120"/>
                    </a:moveTo>
                    <a:lnTo>
                      <a:pt x="42" y="120"/>
                    </a:lnTo>
                    <a:lnTo>
                      <a:pt x="42" y="116"/>
                    </a:lnTo>
                    <a:lnTo>
                      <a:pt x="46" y="116"/>
                    </a:lnTo>
                    <a:lnTo>
                      <a:pt x="46" y="120"/>
                    </a:lnTo>
                    <a:lnTo>
                      <a:pt x="46" y="116"/>
                    </a:lnTo>
                    <a:lnTo>
                      <a:pt x="50" y="120"/>
                    </a:lnTo>
                    <a:lnTo>
                      <a:pt x="46" y="120"/>
                    </a:lnTo>
                    <a:lnTo>
                      <a:pt x="46" y="120"/>
                    </a:lnTo>
                    <a:lnTo>
                      <a:pt x="46" y="120"/>
                    </a:lnTo>
                    <a:close/>
                    <a:moveTo>
                      <a:pt x="42" y="126"/>
                    </a:moveTo>
                    <a:lnTo>
                      <a:pt x="42" y="124"/>
                    </a:lnTo>
                    <a:lnTo>
                      <a:pt x="42" y="120"/>
                    </a:lnTo>
                    <a:lnTo>
                      <a:pt x="42" y="124"/>
                    </a:lnTo>
                    <a:lnTo>
                      <a:pt x="46" y="124"/>
                    </a:lnTo>
                    <a:lnTo>
                      <a:pt x="46" y="126"/>
                    </a:lnTo>
                    <a:lnTo>
                      <a:pt x="42" y="126"/>
                    </a:lnTo>
                    <a:lnTo>
                      <a:pt x="42" y="126"/>
                    </a:lnTo>
                    <a:lnTo>
                      <a:pt x="42" y="126"/>
                    </a:lnTo>
                    <a:close/>
                    <a:moveTo>
                      <a:pt x="86" y="134"/>
                    </a:moveTo>
                    <a:lnTo>
                      <a:pt x="86" y="138"/>
                    </a:lnTo>
                    <a:lnTo>
                      <a:pt x="82" y="138"/>
                    </a:lnTo>
                    <a:lnTo>
                      <a:pt x="82" y="142"/>
                    </a:lnTo>
                    <a:lnTo>
                      <a:pt x="78" y="142"/>
                    </a:lnTo>
                    <a:lnTo>
                      <a:pt x="74" y="142"/>
                    </a:lnTo>
                    <a:lnTo>
                      <a:pt x="74" y="146"/>
                    </a:lnTo>
                    <a:lnTo>
                      <a:pt x="70" y="146"/>
                    </a:lnTo>
                    <a:lnTo>
                      <a:pt x="70" y="150"/>
                    </a:lnTo>
                    <a:lnTo>
                      <a:pt x="70" y="146"/>
                    </a:lnTo>
                    <a:lnTo>
                      <a:pt x="70" y="142"/>
                    </a:lnTo>
                    <a:lnTo>
                      <a:pt x="70" y="138"/>
                    </a:lnTo>
                    <a:lnTo>
                      <a:pt x="70" y="134"/>
                    </a:lnTo>
                    <a:lnTo>
                      <a:pt x="70" y="130"/>
                    </a:lnTo>
                    <a:lnTo>
                      <a:pt x="70" y="126"/>
                    </a:lnTo>
                    <a:lnTo>
                      <a:pt x="70" y="124"/>
                    </a:lnTo>
                    <a:lnTo>
                      <a:pt x="66" y="124"/>
                    </a:lnTo>
                    <a:lnTo>
                      <a:pt x="70" y="124"/>
                    </a:lnTo>
                    <a:lnTo>
                      <a:pt x="74" y="124"/>
                    </a:lnTo>
                    <a:lnTo>
                      <a:pt x="78" y="126"/>
                    </a:lnTo>
                    <a:lnTo>
                      <a:pt x="78" y="130"/>
                    </a:lnTo>
                    <a:lnTo>
                      <a:pt x="82" y="126"/>
                    </a:lnTo>
                    <a:lnTo>
                      <a:pt x="82" y="130"/>
                    </a:lnTo>
                    <a:lnTo>
                      <a:pt x="86" y="130"/>
                    </a:lnTo>
                    <a:lnTo>
                      <a:pt x="86" y="126"/>
                    </a:lnTo>
                    <a:lnTo>
                      <a:pt x="86" y="130"/>
                    </a:lnTo>
                    <a:lnTo>
                      <a:pt x="86" y="134"/>
                    </a:lnTo>
                    <a:lnTo>
                      <a:pt x="86" y="134"/>
                    </a:lnTo>
                    <a:lnTo>
                      <a:pt x="86" y="134"/>
                    </a:lnTo>
                    <a:close/>
                    <a:moveTo>
                      <a:pt x="104" y="130"/>
                    </a:moveTo>
                    <a:lnTo>
                      <a:pt x="104" y="126"/>
                    </a:lnTo>
                    <a:lnTo>
                      <a:pt x="108" y="126"/>
                    </a:lnTo>
                    <a:lnTo>
                      <a:pt x="108" y="130"/>
                    </a:lnTo>
                    <a:lnTo>
                      <a:pt x="104" y="130"/>
                    </a:lnTo>
                    <a:lnTo>
                      <a:pt x="104" y="130"/>
                    </a:lnTo>
                    <a:lnTo>
                      <a:pt x="104" y="130"/>
                    </a:lnTo>
                    <a:close/>
                    <a:moveTo>
                      <a:pt x="108" y="146"/>
                    </a:moveTo>
                    <a:lnTo>
                      <a:pt x="112" y="146"/>
                    </a:lnTo>
                    <a:lnTo>
                      <a:pt x="112" y="142"/>
                    </a:lnTo>
                    <a:lnTo>
                      <a:pt x="108" y="142"/>
                    </a:lnTo>
                    <a:lnTo>
                      <a:pt x="108" y="138"/>
                    </a:lnTo>
                    <a:lnTo>
                      <a:pt x="108" y="142"/>
                    </a:lnTo>
                    <a:lnTo>
                      <a:pt x="104" y="142"/>
                    </a:lnTo>
                    <a:lnTo>
                      <a:pt x="104" y="138"/>
                    </a:lnTo>
                    <a:lnTo>
                      <a:pt x="104" y="134"/>
                    </a:lnTo>
                    <a:lnTo>
                      <a:pt x="104" y="130"/>
                    </a:lnTo>
                    <a:lnTo>
                      <a:pt x="104" y="126"/>
                    </a:lnTo>
                    <a:lnTo>
                      <a:pt x="108" y="130"/>
                    </a:lnTo>
                    <a:lnTo>
                      <a:pt x="108" y="134"/>
                    </a:lnTo>
                    <a:lnTo>
                      <a:pt x="108" y="130"/>
                    </a:lnTo>
                    <a:lnTo>
                      <a:pt x="112" y="130"/>
                    </a:lnTo>
                    <a:lnTo>
                      <a:pt x="112" y="134"/>
                    </a:lnTo>
                    <a:lnTo>
                      <a:pt x="116" y="138"/>
                    </a:lnTo>
                    <a:lnTo>
                      <a:pt x="112" y="138"/>
                    </a:lnTo>
                    <a:lnTo>
                      <a:pt x="112" y="142"/>
                    </a:lnTo>
                    <a:lnTo>
                      <a:pt x="116" y="142"/>
                    </a:lnTo>
                    <a:lnTo>
                      <a:pt x="116" y="146"/>
                    </a:lnTo>
                    <a:lnTo>
                      <a:pt x="116" y="150"/>
                    </a:lnTo>
                    <a:lnTo>
                      <a:pt x="116" y="152"/>
                    </a:lnTo>
                    <a:lnTo>
                      <a:pt x="116" y="150"/>
                    </a:lnTo>
                    <a:lnTo>
                      <a:pt x="112" y="150"/>
                    </a:lnTo>
                    <a:lnTo>
                      <a:pt x="112" y="152"/>
                    </a:lnTo>
                    <a:lnTo>
                      <a:pt x="108" y="152"/>
                    </a:lnTo>
                    <a:lnTo>
                      <a:pt x="112" y="150"/>
                    </a:lnTo>
                    <a:lnTo>
                      <a:pt x="108" y="150"/>
                    </a:lnTo>
                    <a:lnTo>
                      <a:pt x="108" y="146"/>
                    </a:lnTo>
                    <a:lnTo>
                      <a:pt x="108" y="146"/>
                    </a:lnTo>
                    <a:lnTo>
                      <a:pt x="108" y="146"/>
                    </a:lnTo>
                    <a:close/>
                    <a:moveTo>
                      <a:pt x="42" y="130"/>
                    </a:moveTo>
                    <a:lnTo>
                      <a:pt x="38" y="130"/>
                    </a:lnTo>
                    <a:lnTo>
                      <a:pt x="42" y="130"/>
                    </a:lnTo>
                    <a:lnTo>
                      <a:pt x="42" y="130"/>
                    </a:lnTo>
                    <a:lnTo>
                      <a:pt x="42" y="130"/>
                    </a:lnTo>
                    <a:close/>
                    <a:moveTo>
                      <a:pt x="38" y="146"/>
                    </a:moveTo>
                    <a:lnTo>
                      <a:pt x="38" y="150"/>
                    </a:lnTo>
                    <a:lnTo>
                      <a:pt x="34" y="150"/>
                    </a:lnTo>
                    <a:lnTo>
                      <a:pt x="34" y="152"/>
                    </a:lnTo>
                    <a:lnTo>
                      <a:pt x="30" y="152"/>
                    </a:lnTo>
                    <a:lnTo>
                      <a:pt x="26" y="156"/>
                    </a:lnTo>
                    <a:lnTo>
                      <a:pt x="24" y="160"/>
                    </a:lnTo>
                    <a:lnTo>
                      <a:pt x="26" y="160"/>
                    </a:lnTo>
                    <a:lnTo>
                      <a:pt x="24" y="164"/>
                    </a:lnTo>
                    <a:lnTo>
                      <a:pt x="24" y="168"/>
                    </a:lnTo>
                    <a:lnTo>
                      <a:pt x="20" y="168"/>
                    </a:lnTo>
                    <a:lnTo>
                      <a:pt x="16" y="168"/>
                    </a:lnTo>
                    <a:lnTo>
                      <a:pt x="16" y="172"/>
                    </a:lnTo>
                    <a:lnTo>
                      <a:pt x="16" y="176"/>
                    </a:lnTo>
                    <a:lnTo>
                      <a:pt x="12" y="176"/>
                    </a:lnTo>
                    <a:lnTo>
                      <a:pt x="12" y="180"/>
                    </a:lnTo>
                    <a:lnTo>
                      <a:pt x="8" y="180"/>
                    </a:lnTo>
                    <a:lnTo>
                      <a:pt x="4" y="182"/>
                    </a:lnTo>
                    <a:lnTo>
                      <a:pt x="4" y="180"/>
                    </a:lnTo>
                    <a:lnTo>
                      <a:pt x="4" y="176"/>
                    </a:lnTo>
                    <a:lnTo>
                      <a:pt x="8" y="176"/>
                    </a:lnTo>
                    <a:lnTo>
                      <a:pt x="12" y="172"/>
                    </a:lnTo>
                    <a:lnTo>
                      <a:pt x="12" y="168"/>
                    </a:lnTo>
                    <a:lnTo>
                      <a:pt x="16" y="168"/>
                    </a:lnTo>
                    <a:lnTo>
                      <a:pt x="20" y="160"/>
                    </a:lnTo>
                    <a:lnTo>
                      <a:pt x="24" y="160"/>
                    </a:lnTo>
                    <a:lnTo>
                      <a:pt x="24" y="156"/>
                    </a:lnTo>
                    <a:lnTo>
                      <a:pt x="26" y="152"/>
                    </a:lnTo>
                    <a:lnTo>
                      <a:pt x="26" y="156"/>
                    </a:lnTo>
                    <a:lnTo>
                      <a:pt x="26" y="152"/>
                    </a:lnTo>
                    <a:lnTo>
                      <a:pt x="30" y="150"/>
                    </a:lnTo>
                    <a:lnTo>
                      <a:pt x="26" y="150"/>
                    </a:lnTo>
                    <a:lnTo>
                      <a:pt x="30" y="150"/>
                    </a:lnTo>
                    <a:lnTo>
                      <a:pt x="34" y="146"/>
                    </a:lnTo>
                    <a:lnTo>
                      <a:pt x="34" y="142"/>
                    </a:lnTo>
                    <a:lnTo>
                      <a:pt x="30" y="142"/>
                    </a:lnTo>
                    <a:lnTo>
                      <a:pt x="30" y="138"/>
                    </a:lnTo>
                    <a:lnTo>
                      <a:pt x="34" y="138"/>
                    </a:lnTo>
                    <a:lnTo>
                      <a:pt x="34" y="142"/>
                    </a:lnTo>
                    <a:lnTo>
                      <a:pt x="34" y="138"/>
                    </a:lnTo>
                    <a:lnTo>
                      <a:pt x="34" y="134"/>
                    </a:lnTo>
                    <a:lnTo>
                      <a:pt x="34" y="138"/>
                    </a:lnTo>
                    <a:lnTo>
                      <a:pt x="34" y="134"/>
                    </a:lnTo>
                    <a:lnTo>
                      <a:pt x="34" y="130"/>
                    </a:lnTo>
                    <a:lnTo>
                      <a:pt x="38" y="130"/>
                    </a:lnTo>
                    <a:lnTo>
                      <a:pt x="38" y="134"/>
                    </a:lnTo>
                    <a:lnTo>
                      <a:pt x="34" y="138"/>
                    </a:lnTo>
                    <a:lnTo>
                      <a:pt x="34" y="142"/>
                    </a:lnTo>
                    <a:lnTo>
                      <a:pt x="38" y="142"/>
                    </a:lnTo>
                    <a:lnTo>
                      <a:pt x="38" y="146"/>
                    </a:lnTo>
                    <a:lnTo>
                      <a:pt x="38" y="146"/>
                    </a:lnTo>
                    <a:lnTo>
                      <a:pt x="38" y="146"/>
                    </a:lnTo>
                    <a:close/>
                    <a:moveTo>
                      <a:pt x="90" y="152"/>
                    </a:moveTo>
                    <a:lnTo>
                      <a:pt x="94" y="152"/>
                    </a:lnTo>
                    <a:lnTo>
                      <a:pt x="94" y="150"/>
                    </a:lnTo>
                    <a:lnTo>
                      <a:pt x="94" y="146"/>
                    </a:lnTo>
                    <a:lnTo>
                      <a:pt x="96" y="146"/>
                    </a:lnTo>
                    <a:lnTo>
                      <a:pt x="96" y="142"/>
                    </a:lnTo>
                    <a:lnTo>
                      <a:pt x="96" y="138"/>
                    </a:lnTo>
                    <a:lnTo>
                      <a:pt x="96" y="134"/>
                    </a:lnTo>
                    <a:lnTo>
                      <a:pt x="100" y="134"/>
                    </a:lnTo>
                    <a:lnTo>
                      <a:pt x="100" y="138"/>
                    </a:lnTo>
                    <a:lnTo>
                      <a:pt x="100" y="142"/>
                    </a:lnTo>
                    <a:lnTo>
                      <a:pt x="100" y="146"/>
                    </a:lnTo>
                    <a:lnTo>
                      <a:pt x="100" y="150"/>
                    </a:lnTo>
                    <a:lnTo>
                      <a:pt x="96" y="150"/>
                    </a:lnTo>
                    <a:lnTo>
                      <a:pt x="96" y="152"/>
                    </a:lnTo>
                    <a:lnTo>
                      <a:pt x="94" y="152"/>
                    </a:lnTo>
                    <a:lnTo>
                      <a:pt x="94" y="156"/>
                    </a:lnTo>
                    <a:lnTo>
                      <a:pt x="94" y="160"/>
                    </a:lnTo>
                    <a:lnTo>
                      <a:pt x="94" y="164"/>
                    </a:lnTo>
                    <a:lnTo>
                      <a:pt x="90" y="164"/>
                    </a:lnTo>
                    <a:lnTo>
                      <a:pt x="90" y="160"/>
                    </a:lnTo>
                    <a:lnTo>
                      <a:pt x="90" y="156"/>
                    </a:lnTo>
                    <a:lnTo>
                      <a:pt x="90" y="152"/>
                    </a:lnTo>
                    <a:lnTo>
                      <a:pt x="90" y="152"/>
                    </a:lnTo>
                    <a:lnTo>
                      <a:pt x="90" y="152"/>
                    </a:lnTo>
                    <a:close/>
                    <a:moveTo>
                      <a:pt x="90" y="150"/>
                    </a:moveTo>
                    <a:lnTo>
                      <a:pt x="90" y="152"/>
                    </a:lnTo>
                    <a:lnTo>
                      <a:pt x="90" y="156"/>
                    </a:lnTo>
                    <a:lnTo>
                      <a:pt x="86" y="156"/>
                    </a:lnTo>
                    <a:lnTo>
                      <a:pt x="86" y="160"/>
                    </a:lnTo>
                    <a:lnTo>
                      <a:pt x="86" y="164"/>
                    </a:lnTo>
                    <a:lnTo>
                      <a:pt x="90" y="164"/>
                    </a:lnTo>
                    <a:lnTo>
                      <a:pt x="90" y="168"/>
                    </a:lnTo>
                    <a:lnTo>
                      <a:pt x="90" y="172"/>
                    </a:lnTo>
                    <a:lnTo>
                      <a:pt x="86" y="172"/>
                    </a:lnTo>
                    <a:lnTo>
                      <a:pt x="82" y="172"/>
                    </a:lnTo>
                    <a:lnTo>
                      <a:pt x="82" y="168"/>
                    </a:lnTo>
                    <a:lnTo>
                      <a:pt x="82" y="164"/>
                    </a:lnTo>
                    <a:lnTo>
                      <a:pt x="78" y="164"/>
                    </a:lnTo>
                    <a:lnTo>
                      <a:pt x="78" y="160"/>
                    </a:lnTo>
                    <a:lnTo>
                      <a:pt x="74" y="160"/>
                    </a:lnTo>
                    <a:lnTo>
                      <a:pt x="78" y="160"/>
                    </a:lnTo>
                    <a:lnTo>
                      <a:pt x="78" y="156"/>
                    </a:lnTo>
                    <a:lnTo>
                      <a:pt x="82" y="156"/>
                    </a:lnTo>
                    <a:lnTo>
                      <a:pt x="82" y="152"/>
                    </a:lnTo>
                    <a:lnTo>
                      <a:pt x="82" y="150"/>
                    </a:lnTo>
                    <a:lnTo>
                      <a:pt x="82" y="146"/>
                    </a:lnTo>
                    <a:lnTo>
                      <a:pt x="86" y="142"/>
                    </a:lnTo>
                    <a:lnTo>
                      <a:pt x="86" y="138"/>
                    </a:lnTo>
                    <a:lnTo>
                      <a:pt x="90" y="138"/>
                    </a:lnTo>
                    <a:lnTo>
                      <a:pt x="94" y="138"/>
                    </a:lnTo>
                    <a:lnTo>
                      <a:pt x="94" y="142"/>
                    </a:lnTo>
                    <a:lnTo>
                      <a:pt x="94" y="146"/>
                    </a:lnTo>
                    <a:lnTo>
                      <a:pt x="90" y="146"/>
                    </a:lnTo>
                    <a:lnTo>
                      <a:pt x="90" y="150"/>
                    </a:lnTo>
                    <a:lnTo>
                      <a:pt x="90" y="150"/>
                    </a:lnTo>
                    <a:lnTo>
                      <a:pt x="90" y="150"/>
                    </a:lnTo>
                    <a:close/>
                    <a:moveTo>
                      <a:pt x="122" y="156"/>
                    </a:moveTo>
                    <a:lnTo>
                      <a:pt x="120" y="152"/>
                    </a:lnTo>
                    <a:lnTo>
                      <a:pt x="120" y="150"/>
                    </a:lnTo>
                    <a:lnTo>
                      <a:pt x="122" y="146"/>
                    </a:lnTo>
                    <a:lnTo>
                      <a:pt x="122" y="150"/>
                    </a:lnTo>
                    <a:lnTo>
                      <a:pt x="122" y="152"/>
                    </a:lnTo>
                    <a:lnTo>
                      <a:pt x="122" y="156"/>
                    </a:lnTo>
                    <a:lnTo>
                      <a:pt x="122" y="156"/>
                    </a:lnTo>
                    <a:lnTo>
                      <a:pt x="122" y="156"/>
                    </a:lnTo>
                    <a:close/>
                    <a:moveTo>
                      <a:pt x="108" y="152"/>
                    </a:moveTo>
                    <a:lnTo>
                      <a:pt x="108" y="156"/>
                    </a:lnTo>
                    <a:lnTo>
                      <a:pt x="108" y="160"/>
                    </a:lnTo>
                    <a:lnTo>
                      <a:pt x="104" y="160"/>
                    </a:lnTo>
                    <a:lnTo>
                      <a:pt x="100" y="160"/>
                    </a:lnTo>
                    <a:lnTo>
                      <a:pt x="96" y="160"/>
                    </a:lnTo>
                    <a:lnTo>
                      <a:pt x="96" y="156"/>
                    </a:lnTo>
                    <a:lnTo>
                      <a:pt x="100" y="156"/>
                    </a:lnTo>
                    <a:lnTo>
                      <a:pt x="100" y="152"/>
                    </a:lnTo>
                    <a:lnTo>
                      <a:pt x="104" y="152"/>
                    </a:lnTo>
                    <a:lnTo>
                      <a:pt x="108" y="152"/>
                    </a:lnTo>
                    <a:lnTo>
                      <a:pt x="108" y="152"/>
                    </a:lnTo>
                    <a:lnTo>
                      <a:pt x="108" y="152"/>
                    </a:lnTo>
                    <a:close/>
                    <a:moveTo>
                      <a:pt x="116" y="156"/>
                    </a:moveTo>
                    <a:lnTo>
                      <a:pt x="116" y="152"/>
                    </a:lnTo>
                    <a:lnTo>
                      <a:pt x="116" y="156"/>
                    </a:lnTo>
                    <a:lnTo>
                      <a:pt x="116" y="156"/>
                    </a:lnTo>
                    <a:lnTo>
                      <a:pt x="116" y="156"/>
                    </a:lnTo>
                    <a:close/>
                    <a:moveTo>
                      <a:pt x="126" y="160"/>
                    </a:moveTo>
                    <a:lnTo>
                      <a:pt x="126" y="156"/>
                    </a:lnTo>
                    <a:lnTo>
                      <a:pt x="126" y="152"/>
                    </a:lnTo>
                    <a:lnTo>
                      <a:pt x="130" y="156"/>
                    </a:lnTo>
                    <a:lnTo>
                      <a:pt x="130" y="160"/>
                    </a:lnTo>
                    <a:lnTo>
                      <a:pt x="126" y="160"/>
                    </a:lnTo>
                    <a:lnTo>
                      <a:pt x="126" y="160"/>
                    </a:lnTo>
                    <a:lnTo>
                      <a:pt x="126" y="160"/>
                    </a:lnTo>
                    <a:close/>
                    <a:moveTo>
                      <a:pt x="74" y="202"/>
                    </a:moveTo>
                    <a:lnTo>
                      <a:pt x="74" y="206"/>
                    </a:lnTo>
                    <a:lnTo>
                      <a:pt x="74" y="208"/>
                    </a:lnTo>
                    <a:lnTo>
                      <a:pt x="70" y="208"/>
                    </a:lnTo>
                    <a:lnTo>
                      <a:pt x="70" y="206"/>
                    </a:lnTo>
                    <a:lnTo>
                      <a:pt x="70" y="202"/>
                    </a:lnTo>
                    <a:lnTo>
                      <a:pt x="70" y="198"/>
                    </a:lnTo>
                    <a:lnTo>
                      <a:pt x="70" y="194"/>
                    </a:lnTo>
                    <a:lnTo>
                      <a:pt x="74" y="194"/>
                    </a:lnTo>
                    <a:lnTo>
                      <a:pt x="74" y="190"/>
                    </a:lnTo>
                    <a:lnTo>
                      <a:pt x="78" y="186"/>
                    </a:lnTo>
                    <a:lnTo>
                      <a:pt x="78" y="190"/>
                    </a:lnTo>
                    <a:lnTo>
                      <a:pt x="82" y="186"/>
                    </a:lnTo>
                    <a:lnTo>
                      <a:pt x="86" y="186"/>
                    </a:lnTo>
                    <a:lnTo>
                      <a:pt x="86" y="182"/>
                    </a:lnTo>
                    <a:lnTo>
                      <a:pt x="86" y="180"/>
                    </a:lnTo>
                    <a:lnTo>
                      <a:pt x="90" y="180"/>
                    </a:lnTo>
                    <a:lnTo>
                      <a:pt x="90" y="176"/>
                    </a:lnTo>
                    <a:lnTo>
                      <a:pt x="94" y="180"/>
                    </a:lnTo>
                    <a:lnTo>
                      <a:pt x="96" y="180"/>
                    </a:lnTo>
                    <a:lnTo>
                      <a:pt x="96" y="182"/>
                    </a:lnTo>
                    <a:lnTo>
                      <a:pt x="96" y="186"/>
                    </a:lnTo>
                    <a:lnTo>
                      <a:pt x="96" y="190"/>
                    </a:lnTo>
                    <a:lnTo>
                      <a:pt x="94" y="190"/>
                    </a:lnTo>
                    <a:lnTo>
                      <a:pt x="96" y="190"/>
                    </a:lnTo>
                    <a:lnTo>
                      <a:pt x="96" y="186"/>
                    </a:lnTo>
                    <a:lnTo>
                      <a:pt x="100" y="186"/>
                    </a:lnTo>
                    <a:lnTo>
                      <a:pt x="104" y="186"/>
                    </a:lnTo>
                    <a:lnTo>
                      <a:pt x="104" y="182"/>
                    </a:lnTo>
                    <a:lnTo>
                      <a:pt x="100" y="182"/>
                    </a:lnTo>
                    <a:lnTo>
                      <a:pt x="104" y="182"/>
                    </a:lnTo>
                    <a:lnTo>
                      <a:pt x="104" y="180"/>
                    </a:lnTo>
                    <a:lnTo>
                      <a:pt x="108" y="180"/>
                    </a:lnTo>
                    <a:lnTo>
                      <a:pt x="108" y="182"/>
                    </a:lnTo>
                    <a:lnTo>
                      <a:pt x="108" y="180"/>
                    </a:lnTo>
                    <a:lnTo>
                      <a:pt x="108" y="176"/>
                    </a:lnTo>
                    <a:lnTo>
                      <a:pt x="112" y="176"/>
                    </a:lnTo>
                    <a:lnTo>
                      <a:pt x="112" y="172"/>
                    </a:lnTo>
                    <a:lnTo>
                      <a:pt x="112" y="176"/>
                    </a:lnTo>
                    <a:lnTo>
                      <a:pt x="116" y="176"/>
                    </a:lnTo>
                    <a:lnTo>
                      <a:pt x="116" y="172"/>
                    </a:lnTo>
                    <a:lnTo>
                      <a:pt x="120" y="172"/>
                    </a:lnTo>
                    <a:lnTo>
                      <a:pt x="120" y="168"/>
                    </a:lnTo>
                    <a:lnTo>
                      <a:pt x="120" y="164"/>
                    </a:lnTo>
                    <a:lnTo>
                      <a:pt x="120" y="160"/>
                    </a:lnTo>
                    <a:lnTo>
                      <a:pt x="120" y="156"/>
                    </a:lnTo>
                    <a:lnTo>
                      <a:pt x="120" y="160"/>
                    </a:lnTo>
                    <a:lnTo>
                      <a:pt x="122" y="160"/>
                    </a:lnTo>
                    <a:lnTo>
                      <a:pt x="122" y="164"/>
                    </a:lnTo>
                    <a:lnTo>
                      <a:pt x="126" y="164"/>
                    </a:lnTo>
                    <a:lnTo>
                      <a:pt x="126" y="168"/>
                    </a:lnTo>
                    <a:lnTo>
                      <a:pt x="130" y="168"/>
                    </a:lnTo>
                    <a:lnTo>
                      <a:pt x="130" y="172"/>
                    </a:lnTo>
                    <a:lnTo>
                      <a:pt x="130" y="176"/>
                    </a:lnTo>
                    <a:lnTo>
                      <a:pt x="130" y="180"/>
                    </a:lnTo>
                    <a:lnTo>
                      <a:pt x="126" y="180"/>
                    </a:lnTo>
                    <a:lnTo>
                      <a:pt x="130" y="180"/>
                    </a:lnTo>
                    <a:lnTo>
                      <a:pt x="134" y="180"/>
                    </a:lnTo>
                    <a:lnTo>
                      <a:pt x="134" y="182"/>
                    </a:lnTo>
                    <a:lnTo>
                      <a:pt x="130" y="182"/>
                    </a:lnTo>
                    <a:lnTo>
                      <a:pt x="130" y="186"/>
                    </a:lnTo>
                    <a:lnTo>
                      <a:pt x="134" y="186"/>
                    </a:lnTo>
                    <a:lnTo>
                      <a:pt x="134" y="190"/>
                    </a:lnTo>
                    <a:lnTo>
                      <a:pt x="134" y="194"/>
                    </a:lnTo>
                    <a:lnTo>
                      <a:pt x="134" y="198"/>
                    </a:lnTo>
                    <a:lnTo>
                      <a:pt x="134" y="202"/>
                    </a:lnTo>
                    <a:lnTo>
                      <a:pt x="134" y="206"/>
                    </a:lnTo>
                    <a:lnTo>
                      <a:pt x="130" y="206"/>
                    </a:lnTo>
                    <a:lnTo>
                      <a:pt x="130" y="208"/>
                    </a:lnTo>
                    <a:lnTo>
                      <a:pt x="130" y="212"/>
                    </a:lnTo>
                    <a:lnTo>
                      <a:pt x="130" y="216"/>
                    </a:lnTo>
                    <a:lnTo>
                      <a:pt x="130" y="220"/>
                    </a:lnTo>
                    <a:lnTo>
                      <a:pt x="130" y="216"/>
                    </a:lnTo>
                    <a:lnTo>
                      <a:pt x="126" y="216"/>
                    </a:lnTo>
                    <a:lnTo>
                      <a:pt x="126" y="212"/>
                    </a:lnTo>
                    <a:lnTo>
                      <a:pt x="130" y="212"/>
                    </a:lnTo>
                    <a:lnTo>
                      <a:pt x="126" y="208"/>
                    </a:lnTo>
                    <a:lnTo>
                      <a:pt x="126" y="206"/>
                    </a:lnTo>
                    <a:lnTo>
                      <a:pt x="126" y="202"/>
                    </a:lnTo>
                    <a:lnTo>
                      <a:pt x="122" y="202"/>
                    </a:lnTo>
                    <a:lnTo>
                      <a:pt x="122" y="206"/>
                    </a:lnTo>
                    <a:lnTo>
                      <a:pt x="120" y="206"/>
                    </a:lnTo>
                    <a:lnTo>
                      <a:pt x="120" y="208"/>
                    </a:lnTo>
                    <a:lnTo>
                      <a:pt x="120" y="212"/>
                    </a:lnTo>
                    <a:lnTo>
                      <a:pt x="122" y="216"/>
                    </a:lnTo>
                    <a:lnTo>
                      <a:pt x="122" y="220"/>
                    </a:lnTo>
                    <a:lnTo>
                      <a:pt x="122" y="224"/>
                    </a:lnTo>
                    <a:lnTo>
                      <a:pt x="122" y="228"/>
                    </a:lnTo>
                    <a:lnTo>
                      <a:pt x="120" y="228"/>
                    </a:lnTo>
                    <a:lnTo>
                      <a:pt x="120" y="232"/>
                    </a:lnTo>
                    <a:lnTo>
                      <a:pt x="116" y="232"/>
                    </a:lnTo>
                    <a:lnTo>
                      <a:pt x="120" y="232"/>
                    </a:lnTo>
                    <a:lnTo>
                      <a:pt x="116" y="228"/>
                    </a:lnTo>
                    <a:lnTo>
                      <a:pt x="116" y="224"/>
                    </a:lnTo>
                    <a:lnTo>
                      <a:pt x="116" y="220"/>
                    </a:lnTo>
                    <a:lnTo>
                      <a:pt x="116" y="224"/>
                    </a:lnTo>
                    <a:lnTo>
                      <a:pt x="116" y="228"/>
                    </a:lnTo>
                    <a:lnTo>
                      <a:pt x="112" y="228"/>
                    </a:lnTo>
                    <a:lnTo>
                      <a:pt x="108" y="224"/>
                    </a:lnTo>
                    <a:lnTo>
                      <a:pt x="104" y="224"/>
                    </a:lnTo>
                    <a:lnTo>
                      <a:pt x="104" y="220"/>
                    </a:lnTo>
                    <a:lnTo>
                      <a:pt x="100" y="220"/>
                    </a:lnTo>
                    <a:lnTo>
                      <a:pt x="100" y="216"/>
                    </a:lnTo>
                    <a:lnTo>
                      <a:pt x="100" y="212"/>
                    </a:lnTo>
                    <a:lnTo>
                      <a:pt x="100" y="208"/>
                    </a:lnTo>
                    <a:lnTo>
                      <a:pt x="96" y="208"/>
                    </a:lnTo>
                    <a:lnTo>
                      <a:pt x="100" y="206"/>
                    </a:lnTo>
                    <a:lnTo>
                      <a:pt x="104" y="202"/>
                    </a:lnTo>
                    <a:lnTo>
                      <a:pt x="100" y="198"/>
                    </a:lnTo>
                    <a:lnTo>
                      <a:pt x="100" y="202"/>
                    </a:lnTo>
                    <a:lnTo>
                      <a:pt x="100" y="198"/>
                    </a:lnTo>
                    <a:lnTo>
                      <a:pt x="100" y="194"/>
                    </a:lnTo>
                    <a:lnTo>
                      <a:pt x="96" y="194"/>
                    </a:lnTo>
                    <a:lnTo>
                      <a:pt x="94" y="194"/>
                    </a:lnTo>
                    <a:lnTo>
                      <a:pt x="94" y="190"/>
                    </a:lnTo>
                    <a:lnTo>
                      <a:pt x="94" y="194"/>
                    </a:lnTo>
                    <a:lnTo>
                      <a:pt x="90" y="194"/>
                    </a:lnTo>
                    <a:lnTo>
                      <a:pt x="94" y="194"/>
                    </a:lnTo>
                    <a:lnTo>
                      <a:pt x="94" y="198"/>
                    </a:lnTo>
                    <a:lnTo>
                      <a:pt x="90" y="198"/>
                    </a:lnTo>
                    <a:lnTo>
                      <a:pt x="94" y="202"/>
                    </a:lnTo>
                    <a:lnTo>
                      <a:pt x="90" y="202"/>
                    </a:lnTo>
                    <a:lnTo>
                      <a:pt x="90" y="198"/>
                    </a:lnTo>
                    <a:lnTo>
                      <a:pt x="86" y="198"/>
                    </a:lnTo>
                    <a:lnTo>
                      <a:pt x="90" y="198"/>
                    </a:lnTo>
                    <a:lnTo>
                      <a:pt x="86" y="198"/>
                    </a:lnTo>
                    <a:lnTo>
                      <a:pt x="90" y="198"/>
                    </a:lnTo>
                    <a:lnTo>
                      <a:pt x="86" y="198"/>
                    </a:lnTo>
                    <a:lnTo>
                      <a:pt x="86" y="194"/>
                    </a:lnTo>
                    <a:lnTo>
                      <a:pt x="86" y="198"/>
                    </a:lnTo>
                    <a:lnTo>
                      <a:pt x="82" y="198"/>
                    </a:lnTo>
                    <a:lnTo>
                      <a:pt x="82" y="194"/>
                    </a:lnTo>
                    <a:lnTo>
                      <a:pt x="78" y="194"/>
                    </a:lnTo>
                    <a:lnTo>
                      <a:pt x="78" y="198"/>
                    </a:lnTo>
                    <a:lnTo>
                      <a:pt x="74" y="198"/>
                    </a:lnTo>
                    <a:lnTo>
                      <a:pt x="74" y="202"/>
                    </a:lnTo>
                    <a:lnTo>
                      <a:pt x="74" y="202"/>
                    </a:lnTo>
                    <a:lnTo>
                      <a:pt x="74" y="202"/>
                    </a:lnTo>
                    <a:close/>
                    <a:moveTo>
                      <a:pt x="126" y="164"/>
                    </a:moveTo>
                    <a:lnTo>
                      <a:pt x="126" y="160"/>
                    </a:lnTo>
                    <a:lnTo>
                      <a:pt x="126" y="164"/>
                    </a:lnTo>
                    <a:lnTo>
                      <a:pt x="126" y="164"/>
                    </a:lnTo>
                    <a:lnTo>
                      <a:pt x="126" y="164"/>
                    </a:lnTo>
                    <a:close/>
                    <a:moveTo>
                      <a:pt x="108" y="172"/>
                    </a:moveTo>
                    <a:lnTo>
                      <a:pt x="108" y="168"/>
                    </a:lnTo>
                    <a:lnTo>
                      <a:pt x="112" y="168"/>
                    </a:lnTo>
                    <a:lnTo>
                      <a:pt x="112" y="172"/>
                    </a:lnTo>
                    <a:lnTo>
                      <a:pt x="108" y="172"/>
                    </a:lnTo>
                    <a:lnTo>
                      <a:pt x="108" y="172"/>
                    </a:lnTo>
                    <a:lnTo>
                      <a:pt x="108" y="172"/>
                    </a:lnTo>
                    <a:close/>
                    <a:moveTo>
                      <a:pt x="122" y="208"/>
                    </a:moveTo>
                    <a:lnTo>
                      <a:pt x="122" y="206"/>
                    </a:lnTo>
                    <a:lnTo>
                      <a:pt x="122" y="208"/>
                    </a:lnTo>
                    <a:lnTo>
                      <a:pt x="122" y="208"/>
                    </a:lnTo>
                    <a:lnTo>
                      <a:pt x="122" y="208"/>
                    </a:lnTo>
                    <a:close/>
                    <a:moveTo>
                      <a:pt x="70" y="216"/>
                    </a:moveTo>
                    <a:lnTo>
                      <a:pt x="66" y="212"/>
                    </a:lnTo>
                    <a:lnTo>
                      <a:pt x="70" y="212"/>
                    </a:lnTo>
                    <a:lnTo>
                      <a:pt x="74" y="212"/>
                    </a:lnTo>
                    <a:lnTo>
                      <a:pt x="74" y="216"/>
                    </a:lnTo>
                    <a:lnTo>
                      <a:pt x="70" y="216"/>
                    </a:lnTo>
                    <a:lnTo>
                      <a:pt x="70" y="216"/>
                    </a:lnTo>
                    <a:lnTo>
                      <a:pt x="70" y="216"/>
                    </a:lnTo>
                    <a:close/>
                    <a:moveTo>
                      <a:pt x="60" y="228"/>
                    </a:moveTo>
                    <a:lnTo>
                      <a:pt x="60" y="224"/>
                    </a:lnTo>
                    <a:lnTo>
                      <a:pt x="56" y="228"/>
                    </a:lnTo>
                    <a:lnTo>
                      <a:pt x="56" y="224"/>
                    </a:lnTo>
                    <a:lnTo>
                      <a:pt x="60" y="224"/>
                    </a:lnTo>
                    <a:lnTo>
                      <a:pt x="64" y="224"/>
                    </a:lnTo>
                    <a:lnTo>
                      <a:pt x="60" y="228"/>
                    </a:lnTo>
                    <a:lnTo>
                      <a:pt x="60" y="228"/>
                    </a:lnTo>
                    <a:lnTo>
                      <a:pt x="60" y="228"/>
                    </a:lnTo>
                    <a:close/>
                    <a:moveTo>
                      <a:pt x="42" y="238"/>
                    </a:moveTo>
                    <a:lnTo>
                      <a:pt x="42" y="236"/>
                    </a:lnTo>
                    <a:lnTo>
                      <a:pt x="46" y="236"/>
                    </a:lnTo>
                    <a:lnTo>
                      <a:pt x="46" y="238"/>
                    </a:lnTo>
                    <a:lnTo>
                      <a:pt x="42" y="238"/>
                    </a:lnTo>
                    <a:lnTo>
                      <a:pt x="42" y="238"/>
                    </a:lnTo>
                    <a:lnTo>
                      <a:pt x="42" y="2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5" name="Freeform 49"/>
              <p:cNvSpPr>
                <a:spLocks/>
              </p:cNvSpPr>
              <p:nvPr/>
            </p:nvSpPr>
            <p:spPr bwMode="gray">
              <a:xfrm>
                <a:off x="6052226" y="3733544"/>
                <a:ext cx="17393" cy="45221"/>
              </a:xfrm>
              <a:custGeom>
                <a:avLst/>
                <a:gdLst>
                  <a:gd name="T0" fmla="*/ 6 w 10"/>
                  <a:gd name="T1" fmla="*/ 26 h 26"/>
                  <a:gd name="T2" fmla="*/ 6 w 10"/>
                  <a:gd name="T3" fmla="*/ 26 h 26"/>
                  <a:gd name="T4" fmla="*/ 6 w 10"/>
                  <a:gd name="T5" fmla="*/ 26 h 26"/>
                  <a:gd name="T6" fmla="*/ 6 w 10"/>
                  <a:gd name="T7" fmla="*/ 26 h 26"/>
                  <a:gd name="T8" fmla="*/ 4 w 10"/>
                  <a:gd name="T9" fmla="*/ 26 h 26"/>
                  <a:gd name="T10" fmla="*/ 4 w 10"/>
                  <a:gd name="T11" fmla="*/ 26 h 26"/>
                  <a:gd name="T12" fmla="*/ 0 w 10"/>
                  <a:gd name="T13" fmla="*/ 26 h 26"/>
                  <a:gd name="T14" fmla="*/ 0 w 10"/>
                  <a:gd name="T15" fmla="*/ 22 h 26"/>
                  <a:gd name="T16" fmla="*/ 0 w 10"/>
                  <a:gd name="T17" fmla="*/ 22 h 26"/>
                  <a:gd name="T18" fmla="*/ 0 w 10"/>
                  <a:gd name="T19" fmla="*/ 22 h 26"/>
                  <a:gd name="T20" fmla="*/ 0 w 10"/>
                  <a:gd name="T21" fmla="*/ 18 h 26"/>
                  <a:gd name="T22" fmla="*/ 0 w 10"/>
                  <a:gd name="T23" fmla="*/ 14 h 26"/>
                  <a:gd name="T24" fmla="*/ 0 w 10"/>
                  <a:gd name="T25" fmla="*/ 10 h 26"/>
                  <a:gd name="T26" fmla="*/ 0 w 10"/>
                  <a:gd name="T27" fmla="*/ 10 h 26"/>
                  <a:gd name="T28" fmla="*/ 0 w 10"/>
                  <a:gd name="T29" fmla="*/ 10 h 26"/>
                  <a:gd name="T30" fmla="*/ 0 w 10"/>
                  <a:gd name="T31" fmla="*/ 10 h 26"/>
                  <a:gd name="T32" fmla="*/ 0 w 10"/>
                  <a:gd name="T33" fmla="*/ 6 h 26"/>
                  <a:gd name="T34" fmla="*/ 0 w 10"/>
                  <a:gd name="T35" fmla="*/ 6 h 26"/>
                  <a:gd name="T36" fmla="*/ 0 w 10"/>
                  <a:gd name="T37" fmla="*/ 6 h 26"/>
                  <a:gd name="T38" fmla="*/ 0 w 10"/>
                  <a:gd name="T39" fmla="*/ 6 h 26"/>
                  <a:gd name="T40" fmla="*/ 0 w 10"/>
                  <a:gd name="T41" fmla="*/ 6 h 26"/>
                  <a:gd name="T42" fmla="*/ 0 w 10"/>
                  <a:gd name="T43" fmla="*/ 2 h 26"/>
                  <a:gd name="T44" fmla="*/ 0 w 10"/>
                  <a:gd name="T45" fmla="*/ 2 h 26"/>
                  <a:gd name="T46" fmla="*/ 0 w 10"/>
                  <a:gd name="T47" fmla="*/ 2 h 26"/>
                  <a:gd name="T48" fmla="*/ 0 w 10"/>
                  <a:gd name="T49" fmla="*/ 2 h 26"/>
                  <a:gd name="T50" fmla="*/ 4 w 10"/>
                  <a:gd name="T51" fmla="*/ 0 h 26"/>
                  <a:gd name="T52" fmla="*/ 4 w 10"/>
                  <a:gd name="T53" fmla="*/ 0 h 26"/>
                  <a:gd name="T54" fmla="*/ 6 w 10"/>
                  <a:gd name="T55" fmla="*/ 0 h 26"/>
                  <a:gd name="T56" fmla="*/ 6 w 10"/>
                  <a:gd name="T57" fmla="*/ 0 h 26"/>
                  <a:gd name="T58" fmla="*/ 6 w 10"/>
                  <a:gd name="T59" fmla="*/ 2 h 26"/>
                  <a:gd name="T60" fmla="*/ 6 w 10"/>
                  <a:gd name="T61" fmla="*/ 2 h 26"/>
                  <a:gd name="T62" fmla="*/ 10 w 10"/>
                  <a:gd name="T63" fmla="*/ 2 h 26"/>
                  <a:gd name="T64" fmla="*/ 10 w 10"/>
                  <a:gd name="T65" fmla="*/ 6 h 26"/>
                  <a:gd name="T66" fmla="*/ 10 w 10"/>
                  <a:gd name="T67" fmla="*/ 6 h 26"/>
                  <a:gd name="T68" fmla="*/ 6 w 10"/>
                  <a:gd name="T69" fmla="*/ 6 h 26"/>
                  <a:gd name="T70" fmla="*/ 6 w 10"/>
                  <a:gd name="T71" fmla="*/ 10 h 26"/>
                  <a:gd name="T72" fmla="*/ 6 w 10"/>
                  <a:gd name="T73" fmla="*/ 10 h 26"/>
                  <a:gd name="T74" fmla="*/ 10 w 10"/>
                  <a:gd name="T75" fmla="*/ 10 h 26"/>
                  <a:gd name="T76" fmla="*/ 6 w 10"/>
                  <a:gd name="T77" fmla="*/ 14 h 26"/>
                  <a:gd name="T78" fmla="*/ 10 w 10"/>
                  <a:gd name="T79" fmla="*/ 14 h 26"/>
                  <a:gd name="T80" fmla="*/ 10 w 10"/>
                  <a:gd name="T81" fmla="*/ 14 h 26"/>
                  <a:gd name="T82" fmla="*/ 10 w 10"/>
                  <a:gd name="T83" fmla="*/ 14 h 26"/>
                  <a:gd name="T84" fmla="*/ 10 w 10"/>
                  <a:gd name="T85" fmla="*/ 22 h 26"/>
                  <a:gd name="T86" fmla="*/ 6 w 10"/>
                  <a:gd name="T87" fmla="*/ 22 h 26"/>
                  <a:gd name="T88" fmla="*/ 6 w 10"/>
                  <a:gd name="T89" fmla="*/ 22 h 26"/>
                  <a:gd name="T90" fmla="*/ 6 w 10"/>
                  <a:gd name="T91" fmla="*/ 2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0" h="26">
                    <a:moveTo>
                      <a:pt x="6" y="22"/>
                    </a:moveTo>
                    <a:lnTo>
                      <a:pt x="6" y="26"/>
                    </a:lnTo>
                    <a:lnTo>
                      <a:pt x="6" y="26"/>
                    </a:lnTo>
                    <a:lnTo>
                      <a:pt x="6" y="26"/>
                    </a:lnTo>
                    <a:lnTo>
                      <a:pt x="6" y="26"/>
                    </a:lnTo>
                    <a:lnTo>
                      <a:pt x="6" y="26"/>
                    </a:lnTo>
                    <a:lnTo>
                      <a:pt x="6" y="26"/>
                    </a:lnTo>
                    <a:lnTo>
                      <a:pt x="6" y="26"/>
                    </a:lnTo>
                    <a:lnTo>
                      <a:pt x="4" y="26"/>
                    </a:lnTo>
                    <a:lnTo>
                      <a:pt x="4" y="26"/>
                    </a:lnTo>
                    <a:lnTo>
                      <a:pt x="4" y="26"/>
                    </a:lnTo>
                    <a:lnTo>
                      <a:pt x="4" y="26"/>
                    </a:lnTo>
                    <a:lnTo>
                      <a:pt x="4" y="26"/>
                    </a:lnTo>
                    <a:lnTo>
                      <a:pt x="0" y="26"/>
                    </a:lnTo>
                    <a:lnTo>
                      <a:pt x="0" y="26"/>
                    </a:lnTo>
                    <a:lnTo>
                      <a:pt x="0" y="22"/>
                    </a:lnTo>
                    <a:lnTo>
                      <a:pt x="0" y="22"/>
                    </a:lnTo>
                    <a:lnTo>
                      <a:pt x="0" y="22"/>
                    </a:lnTo>
                    <a:lnTo>
                      <a:pt x="0" y="22"/>
                    </a:lnTo>
                    <a:lnTo>
                      <a:pt x="0" y="22"/>
                    </a:lnTo>
                    <a:lnTo>
                      <a:pt x="0" y="18"/>
                    </a:lnTo>
                    <a:lnTo>
                      <a:pt x="0" y="18"/>
                    </a:lnTo>
                    <a:lnTo>
                      <a:pt x="0" y="14"/>
                    </a:lnTo>
                    <a:lnTo>
                      <a:pt x="0" y="14"/>
                    </a:lnTo>
                    <a:lnTo>
                      <a:pt x="0" y="14"/>
                    </a:lnTo>
                    <a:lnTo>
                      <a:pt x="0" y="10"/>
                    </a:lnTo>
                    <a:lnTo>
                      <a:pt x="0" y="10"/>
                    </a:lnTo>
                    <a:lnTo>
                      <a:pt x="0" y="10"/>
                    </a:lnTo>
                    <a:lnTo>
                      <a:pt x="0" y="10"/>
                    </a:lnTo>
                    <a:lnTo>
                      <a:pt x="0" y="10"/>
                    </a:lnTo>
                    <a:lnTo>
                      <a:pt x="0" y="10"/>
                    </a:lnTo>
                    <a:lnTo>
                      <a:pt x="0" y="10"/>
                    </a:lnTo>
                    <a:lnTo>
                      <a:pt x="0" y="6"/>
                    </a:lnTo>
                    <a:lnTo>
                      <a:pt x="0" y="6"/>
                    </a:lnTo>
                    <a:lnTo>
                      <a:pt x="0" y="6"/>
                    </a:lnTo>
                    <a:lnTo>
                      <a:pt x="0" y="6"/>
                    </a:lnTo>
                    <a:lnTo>
                      <a:pt x="0" y="6"/>
                    </a:lnTo>
                    <a:lnTo>
                      <a:pt x="0" y="6"/>
                    </a:lnTo>
                    <a:lnTo>
                      <a:pt x="0" y="6"/>
                    </a:lnTo>
                    <a:lnTo>
                      <a:pt x="0" y="6"/>
                    </a:lnTo>
                    <a:lnTo>
                      <a:pt x="0" y="6"/>
                    </a:lnTo>
                    <a:lnTo>
                      <a:pt x="0" y="6"/>
                    </a:lnTo>
                    <a:lnTo>
                      <a:pt x="0" y="2"/>
                    </a:lnTo>
                    <a:lnTo>
                      <a:pt x="0" y="2"/>
                    </a:lnTo>
                    <a:lnTo>
                      <a:pt x="0" y="2"/>
                    </a:lnTo>
                    <a:lnTo>
                      <a:pt x="0" y="2"/>
                    </a:lnTo>
                    <a:lnTo>
                      <a:pt x="0" y="2"/>
                    </a:lnTo>
                    <a:lnTo>
                      <a:pt x="0" y="2"/>
                    </a:lnTo>
                    <a:lnTo>
                      <a:pt x="0" y="2"/>
                    </a:lnTo>
                    <a:lnTo>
                      <a:pt x="0" y="2"/>
                    </a:lnTo>
                    <a:lnTo>
                      <a:pt x="4" y="0"/>
                    </a:lnTo>
                    <a:lnTo>
                      <a:pt x="4" y="0"/>
                    </a:lnTo>
                    <a:lnTo>
                      <a:pt x="4" y="0"/>
                    </a:lnTo>
                    <a:lnTo>
                      <a:pt x="4" y="0"/>
                    </a:lnTo>
                    <a:lnTo>
                      <a:pt x="6" y="0"/>
                    </a:lnTo>
                    <a:lnTo>
                      <a:pt x="6" y="0"/>
                    </a:lnTo>
                    <a:lnTo>
                      <a:pt x="6" y="0"/>
                    </a:lnTo>
                    <a:lnTo>
                      <a:pt x="6" y="0"/>
                    </a:lnTo>
                    <a:lnTo>
                      <a:pt x="6" y="0"/>
                    </a:lnTo>
                    <a:lnTo>
                      <a:pt x="6" y="2"/>
                    </a:lnTo>
                    <a:lnTo>
                      <a:pt x="6" y="2"/>
                    </a:lnTo>
                    <a:lnTo>
                      <a:pt x="6" y="2"/>
                    </a:lnTo>
                    <a:lnTo>
                      <a:pt x="10" y="2"/>
                    </a:lnTo>
                    <a:lnTo>
                      <a:pt x="10" y="2"/>
                    </a:lnTo>
                    <a:lnTo>
                      <a:pt x="10" y="2"/>
                    </a:lnTo>
                    <a:lnTo>
                      <a:pt x="10" y="6"/>
                    </a:lnTo>
                    <a:lnTo>
                      <a:pt x="10" y="6"/>
                    </a:lnTo>
                    <a:lnTo>
                      <a:pt x="10" y="6"/>
                    </a:lnTo>
                    <a:lnTo>
                      <a:pt x="6" y="6"/>
                    </a:lnTo>
                    <a:lnTo>
                      <a:pt x="6" y="6"/>
                    </a:lnTo>
                    <a:lnTo>
                      <a:pt x="6" y="6"/>
                    </a:lnTo>
                    <a:lnTo>
                      <a:pt x="6" y="10"/>
                    </a:lnTo>
                    <a:lnTo>
                      <a:pt x="6" y="10"/>
                    </a:lnTo>
                    <a:lnTo>
                      <a:pt x="6" y="10"/>
                    </a:lnTo>
                    <a:lnTo>
                      <a:pt x="10" y="10"/>
                    </a:lnTo>
                    <a:lnTo>
                      <a:pt x="10" y="10"/>
                    </a:lnTo>
                    <a:lnTo>
                      <a:pt x="6" y="14"/>
                    </a:lnTo>
                    <a:lnTo>
                      <a:pt x="6" y="14"/>
                    </a:lnTo>
                    <a:lnTo>
                      <a:pt x="10" y="14"/>
                    </a:lnTo>
                    <a:lnTo>
                      <a:pt x="10" y="14"/>
                    </a:lnTo>
                    <a:lnTo>
                      <a:pt x="10" y="14"/>
                    </a:lnTo>
                    <a:lnTo>
                      <a:pt x="10" y="14"/>
                    </a:lnTo>
                    <a:lnTo>
                      <a:pt x="10" y="14"/>
                    </a:lnTo>
                    <a:lnTo>
                      <a:pt x="10" y="14"/>
                    </a:lnTo>
                    <a:lnTo>
                      <a:pt x="10" y="18"/>
                    </a:lnTo>
                    <a:lnTo>
                      <a:pt x="10" y="22"/>
                    </a:lnTo>
                    <a:lnTo>
                      <a:pt x="10" y="22"/>
                    </a:lnTo>
                    <a:lnTo>
                      <a:pt x="6" y="22"/>
                    </a:lnTo>
                    <a:lnTo>
                      <a:pt x="6" y="22"/>
                    </a:lnTo>
                    <a:lnTo>
                      <a:pt x="6" y="22"/>
                    </a:lnTo>
                    <a:lnTo>
                      <a:pt x="6" y="22"/>
                    </a:lnTo>
                    <a:lnTo>
                      <a:pt x="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6" name="Freeform 50"/>
              <p:cNvSpPr>
                <a:spLocks noEditPoints="1"/>
              </p:cNvSpPr>
              <p:nvPr/>
            </p:nvSpPr>
            <p:spPr bwMode="gray">
              <a:xfrm>
                <a:off x="5648716" y="3538747"/>
                <a:ext cx="518302" cy="490469"/>
              </a:xfrm>
              <a:custGeom>
                <a:avLst/>
                <a:gdLst>
                  <a:gd name="T0" fmla="*/ 232 w 298"/>
                  <a:gd name="T1" fmla="*/ 240 h 282"/>
                  <a:gd name="T2" fmla="*/ 186 w 298"/>
                  <a:gd name="T3" fmla="*/ 264 h 282"/>
                  <a:gd name="T4" fmla="*/ 172 w 298"/>
                  <a:gd name="T5" fmla="*/ 268 h 282"/>
                  <a:gd name="T6" fmla="*/ 142 w 298"/>
                  <a:gd name="T7" fmla="*/ 264 h 282"/>
                  <a:gd name="T8" fmla="*/ 130 w 298"/>
                  <a:gd name="T9" fmla="*/ 264 h 282"/>
                  <a:gd name="T10" fmla="*/ 122 w 298"/>
                  <a:gd name="T11" fmla="*/ 270 h 282"/>
                  <a:gd name="T12" fmla="*/ 120 w 298"/>
                  <a:gd name="T13" fmla="*/ 282 h 282"/>
                  <a:gd name="T14" fmla="*/ 112 w 298"/>
                  <a:gd name="T15" fmla="*/ 274 h 282"/>
                  <a:gd name="T16" fmla="*/ 112 w 298"/>
                  <a:gd name="T17" fmla="*/ 268 h 282"/>
                  <a:gd name="T18" fmla="*/ 104 w 298"/>
                  <a:gd name="T19" fmla="*/ 256 h 282"/>
                  <a:gd name="T20" fmla="*/ 96 w 298"/>
                  <a:gd name="T21" fmla="*/ 248 h 282"/>
                  <a:gd name="T22" fmla="*/ 96 w 298"/>
                  <a:gd name="T23" fmla="*/ 238 h 282"/>
                  <a:gd name="T24" fmla="*/ 90 w 298"/>
                  <a:gd name="T25" fmla="*/ 226 h 282"/>
                  <a:gd name="T26" fmla="*/ 82 w 298"/>
                  <a:gd name="T27" fmla="*/ 218 h 282"/>
                  <a:gd name="T28" fmla="*/ 74 w 298"/>
                  <a:gd name="T29" fmla="*/ 212 h 282"/>
                  <a:gd name="T30" fmla="*/ 66 w 298"/>
                  <a:gd name="T31" fmla="*/ 204 h 282"/>
                  <a:gd name="T32" fmla="*/ 64 w 298"/>
                  <a:gd name="T33" fmla="*/ 190 h 282"/>
                  <a:gd name="T34" fmla="*/ 64 w 298"/>
                  <a:gd name="T35" fmla="*/ 174 h 282"/>
                  <a:gd name="T36" fmla="*/ 64 w 298"/>
                  <a:gd name="T37" fmla="*/ 168 h 282"/>
                  <a:gd name="T38" fmla="*/ 56 w 298"/>
                  <a:gd name="T39" fmla="*/ 152 h 282"/>
                  <a:gd name="T40" fmla="*/ 44 w 298"/>
                  <a:gd name="T41" fmla="*/ 142 h 282"/>
                  <a:gd name="T42" fmla="*/ 40 w 298"/>
                  <a:gd name="T43" fmla="*/ 138 h 282"/>
                  <a:gd name="T44" fmla="*/ 36 w 298"/>
                  <a:gd name="T45" fmla="*/ 126 h 282"/>
                  <a:gd name="T46" fmla="*/ 34 w 298"/>
                  <a:gd name="T47" fmla="*/ 118 h 282"/>
                  <a:gd name="T48" fmla="*/ 26 w 298"/>
                  <a:gd name="T49" fmla="*/ 112 h 282"/>
                  <a:gd name="T50" fmla="*/ 22 w 298"/>
                  <a:gd name="T51" fmla="*/ 96 h 282"/>
                  <a:gd name="T52" fmla="*/ 14 w 298"/>
                  <a:gd name="T53" fmla="*/ 90 h 282"/>
                  <a:gd name="T54" fmla="*/ 10 w 298"/>
                  <a:gd name="T55" fmla="*/ 78 h 282"/>
                  <a:gd name="T56" fmla="*/ 4 w 298"/>
                  <a:gd name="T57" fmla="*/ 70 h 282"/>
                  <a:gd name="T58" fmla="*/ 4 w 298"/>
                  <a:gd name="T59" fmla="*/ 56 h 282"/>
                  <a:gd name="T60" fmla="*/ 22 w 298"/>
                  <a:gd name="T61" fmla="*/ 56 h 282"/>
                  <a:gd name="T62" fmla="*/ 36 w 298"/>
                  <a:gd name="T63" fmla="*/ 40 h 282"/>
                  <a:gd name="T64" fmla="*/ 44 w 298"/>
                  <a:gd name="T65" fmla="*/ 22 h 282"/>
                  <a:gd name="T66" fmla="*/ 36 w 298"/>
                  <a:gd name="T67" fmla="*/ 10 h 282"/>
                  <a:gd name="T68" fmla="*/ 56 w 298"/>
                  <a:gd name="T69" fmla="*/ 8 h 282"/>
                  <a:gd name="T70" fmla="*/ 78 w 298"/>
                  <a:gd name="T71" fmla="*/ 4 h 282"/>
                  <a:gd name="T72" fmla="*/ 120 w 298"/>
                  <a:gd name="T73" fmla="*/ 30 h 282"/>
                  <a:gd name="T74" fmla="*/ 164 w 298"/>
                  <a:gd name="T75" fmla="*/ 56 h 282"/>
                  <a:gd name="T76" fmla="*/ 182 w 298"/>
                  <a:gd name="T77" fmla="*/ 60 h 282"/>
                  <a:gd name="T78" fmla="*/ 198 w 298"/>
                  <a:gd name="T79" fmla="*/ 66 h 282"/>
                  <a:gd name="T80" fmla="*/ 202 w 298"/>
                  <a:gd name="T81" fmla="*/ 78 h 282"/>
                  <a:gd name="T82" fmla="*/ 206 w 298"/>
                  <a:gd name="T83" fmla="*/ 86 h 282"/>
                  <a:gd name="T84" fmla="*/ 206 w 298"/>
                  <a:gd name="T85" fmla="*/ 86 h 282"/>
                  <a:gd name="T86" fmla="*/ 212 w 298"/>
                  <a:gd name="T87" fmla="*/ 96 h 282"/>
                  <a:gd name="T88" fmla="*/ 220 w 298"/>
                  <a:gd name="T89" fmla="*/ 104 h 282"/>
                  <a:gd name="T90" fmla="*/ 220 w 298"/>
                  <a:gd name="T91" fmla="*/ 112 h 282"/>
                  <a:gd name="T92" fmla="*/ 224 w 298"/>
                  <a:gd name="T93" fmla="*/ 122 h 282"/>
                  <a:gd name="T94" fmla="*/ 232 w 298"/>
                  <a:gd name="T95" fmla="*/ 134 h 282"/>
                  <a:gd name="T96" fmla="*/ 238 w 298"/>
                  <a:gd name="T97" fmla="*/ 142 h 282"/>
                  <a:gd name="T98" fmla="*/ 242 w 298"/>
                  <a:gd name="T99" fmla="*/ 144 h 282"/>
                  <a:gd name="T100" fmla="*/ 294 w 298"/>
                  <a:gd name="T101" fmla="*/ 198 h 282"/>
                  <a:gd name="T102" fmla="*/ 104 w 298"/>
                  <a:gd name="T103" fmla="*/ 270 h 282"/>
                  <a:gd name="T104" fmla="*/ 104 w 298"/>
                  <a:gd name="T105" fmla="*/ 270 h 282"/>
                  <a:gd name="T106" fmla="*/ 100 w 298"/>
                  <a:gd name="T107" fmla="*/ 274 h 282"/>
                  <a:gd name="T108" fmla="*/ 108 w 298"/>
                  <a:gd name="T109" fmla="*/ 274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8" h="282">
                    <a:moveTo>
                      <a:pt x="290" y="218"/>
                    </a:moveTo>
                    <a:lnTo>
                      <a:pt x="246" y="238"/>
                    </a:lnTo>
                    <a:lnTo>
                      <a:pt x="236" y="238"/>
                    </a:lnTo>
                    <a:lnTo>
                      <a:pt x="232" y="240"/>
                    </a:lnTo>
                    <a:lnTo>
                      <a:pt x="206" y="240"/>
                    </a:lnTo>
                    <a:lnTo>
                      <a:pt x="194" y="252"/>
                    </a:lnTo>
                    <a:lnTo>
                      <a:pt x="190" y="260"/>
                    </a:lnTo>
                    <a:lnTo>
                      <a:pt x="186" y="264"/>
                    </a:lnTo>
                    <a:lnTo>
                      <a:pt x="182" y="270"/>
                    </a:lnTo>
                    <a:lnTo>
                      <a:pt x="180" y="270"/>
                    </a:lnTo>
                    <a:lnTo>
                      <a:pt x="176" y="270"/>
                    </a:lnTo>
                    <a:lnTo>
                      <a:pt x="172" y="268"/>
                    </a:lnTo>
                    <a:lnTo>
                      <a:pt x="168" y="268"/>
                    </a:lnTo>
                    <a:lnTo>
                      <a:pt x="164" y="268"/>
                    </a:lnTo>
                    <a:lnTo>
                      <a:pt x="152" y="264"/>
                    </a:lnTo>
                    <a:lnTo>
                      <a:pt x="142" y="264"/>
                    </a:lnTo>
                    <a:lnTo>
                      <a:pt x="138" y="264"/>
                    </a:lnTo>
                    <a:lnTo>
                      <a:pt x="134" y="264"/>
                    </a:lnTo>
                    <a:lnTo>
                      <a:pt x="134" y="268"/>
                    </a:lnTo>
                    <a:lnTo>
                      <a:pt x="130" y="264"/>
                    </a:lnTo>
                    <a:lnTo>
                      <a:pt x="126" y="264"/>
                    </a:lnTo>
                    <a:lnTo>
                      <a:pt x="122" y="264"/>
                    </a:lnTo>
                    <a:lnTo>
                      <a:pt x="122" y="268"/>
                    </a:lnTo>
                    <a:lnTo>
                      <a:pt x="122" y="270"/>
                    </a:lnTo>
                    <a:lnTo>
                      <a:pt x="122" y="274"/>
                    </a:lnTo>
                    <a:lnTo>
                      <a:pt x="122" y="278"/>
                    </a:lnTo>
                    <a:lnTo>
                      <a:pt x="120" y="278"/>
                    </a:lnTo>
                    <a:lnTo>
                      <a:pt x="120" y="282"/>
                    </a:lnTo>
                    <a:lnTo>
                      <a:pt x="116" y="282"/>
                    </a:lnTo>
                    <a:lnTo>
                      <a:pt x="116" y="278"/>
                    </a:lnTo>
                    <a:lnTo>
                      <a:pt x="116" y="274"/>
                    </a:lnTo>
                    <a:lnTo>
                      <a:pt x="112" y="274"/>
                    </a:lnTo>
                    <a:lnTo>
                      <a:pt x="112" y="270"/>
                    </a:lnTo>
                    <a:lnTo>
                      <a:pt x="112" y="268"/>
                    </a:lnTo>
                    <a:lnTo>
                      <a:pt x="112" y="270"/>
                    </a:lnTo>
                    <a:lnTo>
                      <a:pt x="112" y="268"/>
                    </a:lnTo>
                    <a:lnTo>
                      <a:pt x="112" y="264"/>
                    </a:lnTo>
                    <a:lnTo>
                      <a:pt x="108" y="264"/>
                    </a:lnTo>
                    <a:lnTo>
                      <a:pt x="108" y="260"/>
                    </a:lnTo>
                    <a:lnTo>
                      <a:pt x="104" y="256"/>
                    </a:lnTo>
                    <a:lnTo>
                      <a:pt x="100" y="256"/>
                    </a:lnTo>
                    <a:lnTo>
                      <a:pt x="100" y="252"/>
                    </a:lnTo>
                    <a:lnTo>
                      <a:pt x="100" y="248"/>
                    </a:lnTo>
                    <a:lnTo>
                      <a:pt x="96" y="248"/>
                    </a:lnTo>
                    <a:lnTo>
                      <a:pt x="96" y="244"/>
                    </a:lnTo>
                    <a:lnTo>
                      <a:pt x="96" y="240"/>
                    </a:lnTo>
                    <a:lnTo>
                      <a:pt x="92" y="240"/>
                    </a:lnTo>
                    <a:lnTo>
                      <a:pt x="96" y="238"/>
                    </a:lnTo>
                    <a:lnTo>
                      <a:pt x="92" y="238"/>
                    </a:lnTo>
                    <a:lnTo>
                      <a:pt x="92" y="234"/>
                    </a:lnTo>
                    <a:lnTo>
                      <a:pt x="90" y="230"/>
                    </a:lnTo>
                    <a:lnTo>
                      <a:pt x="90" y="226"/>
                    </a:lnTo>
                    <a:lnTo>
                      <a:pt x="90" y="222"/>
                    </a:lnTo>
                    <a:lnTo>
                      <a:pt x="86" y="222"/>
                    </a:lnTo>
                    <a:lnTo>
                      <a:pt x="86" y="218"/>
                    </a:lnTo>
                    <a:lnTo>
                      <a:pt x="82" y="218"/>
                    </a:lnTo>
                    <a:lnTo>
                      <a:pt x="82" y="214"/>
                    </a:lnTo>
                    <a:lnTo>
                      <a:pt x="78" y="214"/>
                    </a:lnTo>
                    <a:lnTo>
                      <a:pt x="74" y="214"/>
                    </a:lnTo>
                    <a:lnTo>
                      <a:pt x="74" y="212"/>
                    </a:lnTo>
                    <a:lnTo>
                      <a:pt x="70" y="212"/>
                    </a:lnTo>
                    <a:lnTo>
                      <a:pt x="70" y="208"/>
                    </a:lnTo>
                    <a:lnTo>
                      <a:pt x="70" y="204"/>
                    </a:lnTo>
                    <a:lnTo>
                      <a:pt x="66" y="204"/>
                    </a:lnTo>
                    <a:lnTo>
                      <a:pt x="66" y="200"/>
                    </a:lnTo>
                    <a:lnTo>
                      <a:pt x="64" y="198"/>
                    </a:lnTo>
                    <a:lnTo>
                      <a:pt x="66" y="194"/>
                    </a:lnTo>
                    <a:lnTo>
                      <a:pt x="64" y="190"/>
                    </a:lnTo>
                    <a:lnTo>
                      <a:pt x="64" y="186"/>
                    </a:lnTo>
                    <a:lnTo>
                      <a:pt x="64" y="182"/>
                    </a:lnTo>
                    <a:lnTo>
                      <a:pt x="64" y="178"/>
                    </a:lnTo>
                    <a:lnTo>
                      <a:pt x="64" y="174"/>
                    </a:lnTo>
                    <a:lnTo>
                      <a:pt x="64" y="172"/>
                    </a:lnTo>
                    <a:lnTo>
                      <a:pt x="64" y="168"/>
                    </a:lnTo>
                    <a:lnTo>
                      <a:pt x="60" y="168"/>
                    </a:lnTo>
                    <a:lnTo>
                      <a:pt x="64" y="168"/>
                    </a:lnTo>
                    <a:lnTo>
                      <a:pt x="60" y="164"/>
                    </a:lnTo>
                    <a:lnTo>
                      <a:pt x="60" y="160"/>
                    </a:lnTo>
                    <a:lnTo>
                      <a:pt x="56" y="156"/>
                    </a:lnTo>
                    <a:lnTo>
                      <a:pt x="56" y="152"/>
                    </a:lnTo>
                    <a:lnTo>
                      <a:pt x="52" y="148"/>
                    </a:lnTo>
                    <a:lnTo>
                      <a:pt x="48" y="144"/>
                    </a:lnTo>
                    <a:lnTo>
                      <a:pt x="44" y="144"/>
                    </a:lnTo>
                    <a:lnTo>
                      <a:pt x="44" y="142"/>
                    </a:lnTo>
                    <a:lnTo>
                      <a:pt x="44" y="144"/>
                    </a:lnTo>
                    <a:lnTo>
                      <a:pt x="40" y="144"/>
                    </a:lnTo>
                    <a:lnTo>
                      <a:pt x="40" y="142"/>
                    </a:lnTo>
                    <a:lnTo>
                      <a:pt x="40" y="138"/>
                    </a:lnTo>
                    <a:lnTo>
                      <a:pt x="36" y="138"/>
                    </a:lnTo>
                    <a:lnTo>
                      <a:pt x="36" y="134"/>
                    </a:lnTo>
                    <a:lnTo>
                      <a:pt x="36" y="130"/>
                    </a:lnTo>
                    <a:lnTo>
                      <a:pt x="36" y="126"/>
                    </a:lnTo>
                    <a:lnTo>
                      <a:pt x="36" y="122"/>
                    </a:lnTo>
                    <a:lnTo>
                      <a:pt x="34" y="118"/>
                    </a:lnTo>
                    <a:lnTo>
                      <a:pt x="34" y="116"/>
                    </a:lnTo>
                    <a:lnTo>
                      <a:pt x="34" y="118"/>
                    </a:lnTo>
                    <a:lnTo>
                      <a:pt x="30" y="118"/>
                    </a:lnTo>
                    <a:lnTo>
                      <a:pt x="30" y="116"/>
                    </a:lnTo>
                    <a:lnTo>
                      <a:pt x="30" y="112"/>
                    </a:lnTo>
                    <a:lnTo>
                      <a:pt x="26" y="112"/>
                    </a:lnTo>
                    <a:lnTo>
                      <a:pt x="26" y="108"/>
                    </a:lnTo>
                    <a:lnTo>
                      <a:pt x="26" y="104"/>
                    </a:lnTo>
                    <a:lnTo>
                      <a:pt x="22" y="100"/>
                    </a:lnTo>
                    <a:lnTo>
                      <a:pt x="22" y="96"/>
                    </a:lnTo>
                    <a:lnTo>
                      <a:pt x="18" y="96"/>
                    </a:lnTo>
                    <a:lnTo>
                      <a:pt x="18" y="92"/>
                    </a:lnTo>
                    <a:lnTo>
                      <a:pt x="18" y="90"/>
                    </a:lnTo>
                    <a:lnTo>
                      <a:pt x="14" y="90"/>
                    </a:lnTo>
                    <a:lnTo>
                      <a:pt x="14" y="86"/>
                    </a:lnTo>
                    <a:lnTo>
                      <a:pt x="14" y="82"/>
                    </a:lnTo>
                    <a:lnTo>
                      <a:pt x="10" y="82"/>
                    </a:lnTo>
                    <a:lnTo>
                      <a:pt x="10" y="78"/>
                    </a:lnTo>
                    <a:lnTo>
                      <a:pt x="6" y="74"/>
                    </a:lnTo>
                    <a:lnTo>
                      <a:pt x="4" y="74"/>
                    </a:lnTo>
                    <a:lnTo>
                      <a:pt x="0" y="74"/>
                    </a:lnTo>
                    <a:lnTo>
                      <a:pt x="4" y="70"/>
                    </a:lnTo>
                    <a:lnTo>
                      <a:pt x="4" y="66"/>
                    </a:lnTo>
                    <a:lnTo>
                      <a:pt x="4" y="64"/>
                    </a:lnTo>
                    <a:lnTo>
                      <a:pt x="4" y="60"/>
                    </a:lnTo>
                    <a:lnTo>
                      <a:pt x="4" y="56"/>
                    </a:lnTo>
                    <a:lnTo>
                      <a:pt x="6" y="52"/>
                    </a:lnTo>
                    <a:lnTo>
                      <a:pt x="10" y="52"/>
                    </a:lnTo>
                    <a:lnTo>
                      <a:pt x="14" y="52"/>
                    </a:lnTo>
                    <a:lnTo>
                      <a:pt x="22" y="56"/>
                    </a:lnTo>
                    <a:lnTo>
                      <a:pt x="26" y="52"/>
                    </a:lnTo>
                    <a:lnTo>
                      <a:pt x="30" y="48"/>
                    </a:lnTo>
                    <a:lnTo>
                      <a:pt x="30" y="44"/>
                    </a:lnTo>
                    <a:lnTo>
                      <a:pt x="36" y="40"/>
                    </a:lnTo>
                    <a:lnTo>
                      <a:pt x="40" y="40"/>
                    </a:lnTo>
                    <a:lnTo>
                      <a:pt x="44" y="34"/>
                    </a:lnTo>
                    <a:lnTo>
                      <a:pt x="48" y="30"/>
                    </a:lnTo>
                    <a:lnTo>
                      <a:pt x="44" y="22"/>
                    </a:lnTo>
                    <a:lnTo>
                      <a:pt x="40" y="22"/>
                    </a:lnTo>
                    <a:lnTo>
                      <a:pt x="40" y="18"/>
                    </a:lnTo>
                    <a:lnTo>
                      <a:pt x="34" y="10"/>
                    </a:lnTo>
                    <a:lnTo>
                      <a:pt x="36" y="10"/>
                    </a:lnTo>
                    <a:lnTo>
                      <a:pt x="40" y="10"/>
                    </a:lnTo>
                    <a:lnTo>
                      <a:pt x="44" y="10"/>
                    </a:lnTo>
                    <a:lnTo>
                      <a:pt x="48" y="8"/>
                    </a:lnTo>
                    <a:lnTo>
                      <a:pt x="56" y="8"/>
                    </a:lnTo>
                    <a:lnTo>
                      <a:pt x="64" y="4"/>
                    </a:lnTo>
                    <a:lnTo>
                      <a:pt x="66" y="0"/>
                    </a:lnTo>
                    <a:lnTo>
                      <a:pt x="70" y="0"/>
                    </a:lnTo>
                    <a:lnTo>
                      <a:pt x="78" y="4"/>
                    </a:lnTo>
                    <a:lnTo>
                      <a:pt x="82" y="4"/>
                    </a:lnTo>
                    <a:lnTo>
                      <a:pt x="96" y="14"/>
                    </a:lnTo>
                    <a:lnTo>
                      <a:pt x="108" y="18"/>
                    </a:lnTo>
                    <a:lnTo>
                      <a:pt x="120" y="30"/>
                    </a:lnTo>
                    <a:lnTo>
                      <a:pt x="120" y="34"/>
                    </a:lnTo>
                    <a:lnTo>
                      <a:pt x="130" y="40"/>
                    </a:lnTo>
                    <a:lnTo>
                      <a:pt x="146" y="56"/>
                    </a:lnTo>
                    <a:lnTo>
                      <a:pt x="164" y="56"/>
                    </a:lnTo>
                    <a:lnTo>
                      <a:pt x="168" y="56"/>
                    </a:lnTo>
                    <a:lnTo>
                      <a:pt x="172" y="56"/>
                    </a:lnTo>
                    <a:lnTo>
                      <a:pt x="176" y="56"/>
                    </a:lnTo>
                    <a:lnTo>
                      <a:pt x="182" y="60"/>
                    </a:lnTo>
                    <a:lnTo>
                      <a:pt x="186" y="64"/>
                    </a:lnTo>
                    <a:lnTo>
                      <a:pt x="186" y="66"/>
                    </a:lnTo>
                    <a:lnTo>
                      <a:pt x="194" y="66"/>
                    </a:lnTo>
                    <a:lnTo>
                      <a:pt x="198" y="66"/>
                    </a:lnTo>
                    <a:lnTo>
                      <a:pt x="198" y="70"/>
                    </a:lnTo>
                    <a:lnTo>
                      <a:pt x="198" y="74"/>
                    </a:lnTo>
                    <a:lnTo>
                      <a:pt x="202" y="74"/>
                    </a:lnTo>
                    <a:lnTo>
                      <a:pt x="202" y="78"/>
                    </a:lnTo>
                    <a:lnTo>
                      <a:pt x="202" y="82"/>
                    </a:lnTo>
                    <a:lnTo>
                      <a:pt x="202" y="78"/>
                    </a:lnTo>
                    <a:lnTo>
                      <a:pt x="202" y="82"/>
                    </a:lnTo>
                    <a:lnTo>
                      <a:pt x="206" y="86"/>
                    </a:lnTo>
                    <a:lnTo>
                      <a:pt x="206" y="82"/>
                    </a:lnTo>
                    <a:lnTo>
                      <a:pt x="206" y="86"/>
                    </a:lnTo>
                    <a:lnTo>
                      <a:pt x="210" y="86"/>
                    </a:lnTo>
                    <a:lnTo>
                      <a:pt x="206" y="86"/>
                    </a:lnTo>
                    <a:lnTo>
                      <a:pt x="210" y="90"/>
                    </a:lnTo>
                    <a:lnTo>
                      <a:pt x="210" y="92"/>
                    </a:lnTo>
                    <a:lnTo>
                      <a:pt x="212" y="92"/>
                    </a:lnTo>
                    <a:lnTo>
                      <a:pt x="212" y="96"/>
                    </a:lnTo>
                    <a:lnTo>
                      <a:pt x="216" y="96"/>
                    </a:lnTo>
                    <a:lnTo>
                      <a:pt x="220" y="96"/>
                    </a:lnTo>
                    <a:lnTo>
                      <a:pt x="220" y="100"/>
                    </a:lnTo>
                    <a:lnTo>
                      <a:pt x="220" y="104"/>
                    </a:lnTo>
                    <a:lnTo>
                      <a:pt x="224" y="108"/>
                    </a:lnTo>
                    <a:lnTo>
                      <a:pt x="220" y="112"/>
                    </a:lnTo>
                    <a:lnTo>
                      <a:pt x="220" y="108"/>
                    </a:lnTo>
                    <a:lnTo>
                      <a:pt x="220" y="112"/>
                    </a:lnTo>
                    <a:lnTo>
                      <a:pt x="220" y="116"/>
                    </a:lnTo>
                    <a:lnTo>
                      <a:pt x="224" y="118"/>
                    </a:lnTo>
                    <a:lnTo>
                      <a:pt x="220" y="118"/>
                    </a:lnTo>
                    <a:lnTo>
                      <a:pt x="224" y="122"/>
                    </a:lnTo>
                    <a:lnTo>
                      <a:pt x="228" y="122"/>
                    </a:lnTo>
                    <a:lnTo>
                      <a:pt x="228" y="126"/>
                    </a:lnTo>
                    <a:lnTo>
                      <a:pt x="228" y="130"/>
                    </a:lnTo>
                    <a:lnTo>
                      <a:pt x="232" y="134"/>
                    </a:lnTo>
                    <a:lnTo>
                      <a:pt x="232" y="138"/>
                    </a:lnTo>
                    <a:lnTo>
                      <a:pt x="236" y="138"/>
                    </a:lnTo>
                    <a:lnTo>
                      <a:pt x="238" y="138"/>
                    </a:lnTo>
                    <a:lnTo>
                      <a:pt x="238" y="142"/>
                    </a:lnTo>
                    <a:lnTo>
                      <a:pt x="238" y="144"/>
                    </a:lnTo>
                    <a:lnTo>
                      <a:pt x="238" y="142"/>
                    </a:lnTo>
                    <a:lnTo>
                      <a:pt x="238" y="144"/>
                    </a:lnTo>
                    <a:lnTo>
                      <a:pt x="242" y="144"/>
                    </a:lnTo>
                    <a:lnTo>
                      <a:pt x="256" y="168"/>
                    </a:lnTo>
                    <a:lnTo>
                      <a:pt x="290" y="172"/>
                    </a:lnTo>
                    <a:lnTo>
                      <a:pt x="298" y="182"/>
                    </a:lnTo>
                    <a:lnTo>
                      <a:pt x="294" y="198"/>
                    </a:lnTo>
                    <a:lnTo>
                      <a:pt x="290" y="218"/>
                    </a:lnTo>
                    <a:lnTo>
                      <a:pt x="290" y="218"/>
                    </a:lnTo>
                    <a:lnTo>
                      <a:pt x="290" y="218"/>
                    </a:lnTo>
                    <a:close/>
                    <a:moveTo>
                      <a:pt x="104" y="270"/>
                    </a:moveTo>
                    <a:lnTo>
                      <a:pt x="104" y="274"/>
                    </a:lnTo>
                    <a:lnTo>
                      <a:pt x="104" y="270"/>
                    </a:lnTo>
                    <a:lnTo>
                      <a:pt x="104" y="270"/>
                    </a:lnTo>
                    <a:lnTo>
                      <a:pt x="104" y="270"/>
                    </a:lnTo>
                    <a:close/>
                    <a:moveTo>
                      <a:pt x="108" y="278"/>
                    </a:moveTo>
                    <a:lnTo>
                      <a:pt x="104" y="278"/>
                    </a:lnTo>
                    <a:lnTo>
                      <a:pt x="104" y="274"/>
                    </a:lnTo>
                    <a:lnTo>
                      <a:pt x="100" y="274"/>
                    </a:lnTo>
                    <a:lnTo>
                      <a:pt x="104" y="274"/>
                    </a:lnTo>
                    <a:lnTo>
                      <a:pt x="108" y="274"/>
                    </a:lnTo>
                    <a:lnTo>
                      <a:pt x="104" y="274"/>
                    </a:lnTo>
                    <a:lnTo>
                      <a:pt x="108" y="274"/>
                    </a:lnTo>
                    <a:lnTo>
                      <a:pt x="108" y="278"/>
                    </a:lnTo>
                    <a:lnTo>
                      <a:pt x="108" y="278"/>
                    </a:lnTo>
                    <a:lnTo>
                      <a:pt x="108" y="2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7" name="Freeform 51"/>
              <p:cNvSpPr>
                <a:spLocks/>
              </p:cNvSpPr>
              <p:nvPr/>
            </p:nvSpPr>
            <p:spPr bwMode="gray">
              <a:xfrm>
                <a:off x="7346239" y="4477946"/>
                <a:ext cx="13914" cy="6957"/>
              </a:xfrm>
              <a:custGeom>
                <a:avLst/>
                <a:gdLst>
                  <a:gd name="T0" fmla="*/ 8 w 8"/>
                  <a:gd name="T1" fmla="*/ 0 h 4"/>
                  <a:gd name="T2" fmla="*/ 8 w 8"/>
                  <a:gd name="T3" fmla="*/ 0 h 4"/>
                  <a:gd name="T4" fmla="*/ 8 w 8"/>
                  <a:gd name="T5" fmla="*/ 0 h 4"/>
                  <a:gd name="T6" fmla="*/ 8 w 8"/>
                  <a:gd name="T7" fmla="*/ 0 h 4"/>
                  <a:gd name="T8" fmla="*/ 8 w 8"/>
                  <a:gd name="T9" fmla="*/ 0 h 4"/>
                  <a:gd name="T10" fmla="*/ 4 w 8"/>
                  <a:gd name="T11" fmla="*/ 4 h 4"/>
                  <a:gd name="T12" fmla="*/ 4 w 8"/>
                  <a:gd name="T13" fmla="*/ 4 h 4"/>
                  <a:gd name="T14" fmla="*/ 0 w 8"/>
                  <a:gd name="T15" fmla="*/ 4 h 4"/>
                  <a:gd name="T16" fmla="*/ 0 w 8"/>
                  <a:gd name="T17" fmla="*/ 0 h 4"/>
                  <a:gd name="T18" fmla="*/ 0 w 8"/>
                  <a:gd name="T19" fmla="*/ 0 h 4"/>
                  <a:gd name="T20" fmla="*/ 0 w 8"/>
                  <a:gd name="T21" fmla="*/ 0 h 4"/>
                  <a:gd name="T22" fmla="*/ 0 w 8"/>
                  <a:gd name="T23" fmla="*/ 0 h 4"/>
                  <a:gd name="T24" fmla="*/ 0 w 8"/>
                  <a:gd name="T25" fmla="*/ 0 h 4"/>
                  <a:gd name="T26" fmla="*/ 4 w 8"/>
                  <a:gd name="T27" fmla="*/ 0 h 4"/>
                  <a:gd name="T28" fmla="*/ 4 w 8"/>
                  <a:gd name="T29" fmla="*/ 0 h 4"/>
                  <a:gd name="T30" fmla="*/ 4 w 8"/>
                  <a:gd name="T31" fmla="*/ 0 h 4"/>
                  <a:gd name="T32" fmla="*/ 4 w 8"/>
                  <a:gd name="T33" fmla="*/ 0 h 4"/>
                  <a:gd name="T34" fmla="*/ 4 w 8"/>
                  <a:gd name="T35" fmla="*/ 0 h 4"/>
                  <a:gd name="T36" fmla="*/ 4 w 8"/>
                  <a:gd name="T37" fmla="*/ 0 h 4"/>
                  <a:gd name="T38" fmla="*/ 4 w 8"/>
                  <a:gd name="T39" fmla="*/ 0 h 4"/>
                  <a:gd name="T40" fmla="*/ 4 w 8"/>
                  <a:gd name="T41" fmla="*/ 0 h 4"/>
                  <a:gd name="T42" fmla="*/ 8 w 8"/>
                  <a:gd name="T43" fmla="*/ 0 h 4"/>
                  <a:gd name="T44" fmla="*/ 8 w 8"/>
                  <a:gd name="T45" fmla="*/ 0 h 4"/>
                  <a:gd name="T46" fmla="*/ 8 w 8"/>
                  <a:gd name="T47" fmla="*/ 0 h 4"/>
                  <a:gd name="T48" fmla="*/ 8 w 8"/>
                  <a:gd name="T49"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8" h="4">
                    <a:moveTo>
                      <a:pt x="8" y="0"/>
                    </a:moveTo>
                    <a:lnTo>
                      <a:pt x="8" y="0"/>
                    </a:lnTo>
                    <a:lnTo>
                      <a:pt x="8" y="0"/>
                    </a:lnTo>
                    <a:lnTo>
                      <a:pt x="8" y="0"/>
                    </a:lnTo>
                    <a:lnTo>
                      <a:pt x="8" y="0"/>
                    </a:lnTo>
                    <a:lnTo>
                      <a:pt x="4" y="4"/>
                    </a:lnTo>
                    <a:lnTo>
                      <a:pt x="4" y="4"/>
                    </a:lnTo>
                    <a:lnTo>
                      <a:pt x="0" y="4"/>
                    </a:lnTo>
                    <a:lnTo>
                      <a:pt x="0" y="0"/>
                    </a:lnTo>
                    <a:lnTo>
                      <a:pt x="0" y="0"/>
                    </a:lnTo>
                    <a:lnTo>
                      <a:pt x="0" y="0"/>
                    </a:lnTo>
                    <a:lnTo>
                      <a:pt x="0" y="0"/>
                    </a:lnTo>
                    <a:lnTo>
                      <a:pt x="0" y="0"/>
                    </a:lnTo>
                    <a:lnTo>
                      <a:pt x="4" y="0"/>
                    </a:lnTo>
                    <a:lnTo>
                      <a:pt x="4" y="0"/>
                    </a:lnTo>
                    <a:lnTo>
                      <a:pt x="4" y="0"/>
                    </a:lnTo>
                    <a:lnTo>
                      <a:pt x="4" y="0"/>
                    </a:lnTo>
                    <a:lnTo>
                      <a:pt x="4" y="0"/>
                    </a:lnTo>
                    <a:lnTo>
                      <a:pt x="4" y="0"/>
                    </a:lnTo>
                    <a:lnTo>
                      <a:pt x="4" y="0"/>
                    </a:lnTo>
                    <a:lnTo>
                      <a:pt x="4" y="0"/>
                    </a:lnTo>
                    <a:lnTo>
                      <a:pt x="8" y="0"/>
                    </a:lnTo>
                    <a:lnTo>
                      <a:pt x="8" y="0"/>
                    </a:lnTo>
                    <a:lnTo>
                      <a:pt x="8" y="0"/>
                    </a:lnTo>
                    <a:lnTo>
                      <a:pt x="8"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8" name="Freeform 52"/>
              <p:cNvSpPr>
                <a:spLocks noEditPoints="1"/>
              </p:cNvSpPr>
              <p:nvPr/>
            </p:nvSpPr>
            <p:spPr bwMode="gray">
              <a:xfrm>
                <a:off x="7902804" y="3330037"/>
                <a:ext cx="83485" cy="173926"/>
              </a:xfrm>
              <a:custGeom>
                <a:avLst/>
                <a:gdLst>
                  <a:gd name="T0" fmla="*/ 4 w 48"/>
                  <a:gd name="T1" fmla="*/ 40 h 100"/>
                  <a:gd name="T2" fmla="*/ 0 w 48"/>
                  <a:gd name="T3" fmla="*/ 34 h 100"/>
                  <a:gd name="T4" fmla="*/ 0 w 48"/>
                  <a:gd name="T5" fmla="*/ 38 h 100"/>
                  <a:gd name="T6" fmla="*/ 0 w 48"/>
                  <a:gd name="T7" fmla="*/ 34 h 100"/>
                  <a:gd name="T8" fmla="*/ 0 w 48"/>
                  <a:gd name="T9" fmla="*/ 30 h 100"/>
                  <a:gd name="T10" fmla="*/ 4 w 48"/>
                  <a:gd name="T11" fmla="*/ 30 h 100"/>
                  <a:gd name="T12" fmla="*/ 12 w 48"/>
                  <a:gd name="T13" fmla="*/ 34 h 100"/>
                  <a:gd name="T14" fmla="*/ 8 w 48"/>
                  <a:gd name="T15" fmla="*/ 26 h 100"/>
                  <a:gd name="T16" fmla="*/ 4 w 48"/>
                  <a:gd name="T17" fmla="*/ 18 h 100"/>
                  <a:gd name="T18" fmla="*/ 8 w 48"/>
                  <a:gd name="T19" fmla="*/ 10 h 100"/>
                  <a:gd name="T20" fmla="*/ 16 w 48"/>
                  <a:gd name="T21" fmla="*/ 4 h 100"/>
                  <a:gd name="T22" fmla="*/ 26 w 48"/>
                  <a:gd name="T23" fmla="*/ 4 h 100"/>
                  <a:gd name="T24" fmla="*/ 34 w 48"/>
                  <a:gd name="T25" fmla="*/ 4 h 100"/>
                  <a:gd name="T26" fmla="*/ 38 w 48"/>
                  <a:gd name="T27" fmla="*/ 14 h 100"/>
                  <a:gd name="T28" fmla="*/ 44 w 48"/>
                  <a:gd name="T29" fmla="*/ 22 h 100"/>
                  <a:gd name="T30" fmla="*/ 44 w 48"/>
                  <a:gd name="T31" fmla="*/ 34 h 100"/>
                  <a:gd name="T32" fmla="*/ 44 w 48"/>
                  <a:gd name="T33" fmla="*/ 48 h 100"/>
                  <a:gd name="T34" fmla="*/ 44 w 48"/>
                  <a:gd name="T35" fmla="*/ 60 h 100"/>
                  <a:gd name="T36" fmla="*/ 38 w 48"/>
                  <a:gd name="T37" fmla="*/ 64 h 100"/>
                  <a:gd name="T38" fmla="*/ 30 w 48"/>
                  <a:gd name="T39" fmla="*/ 66 h 100"/>
                  <a:gd name="T40" fmla="*/ 30 w 48"/>
                  <a:gd name="T41" fmla="*/ 70 h 100"/>
                  <a:gd name="T42" fmla="*/ 26 w 48"/>
                  <a:gd name="T43" fmla="*/ 70 h 100"/>
                  <a:gd name="T44" fmla="*/ 18 w 48"/>
                  <a:gd name="T45" fmla="*/ 66 h 100"/>
                  <a:gd name="T46" fmla="*/ 18 w 48"/>
                  <a:gd name="T47" fmla="*/ 74 h 100"/>
                  <a:gd name="T48" fmla="*/ 16 w 48"/>
                  <a:gd name="T49" fmla="*/ 74 h 100"/>
                  <a:gd name="T50" fmla="*/ 16 w 48"/>
                  <a:gd name="T51" fmla="*/ 74 h 100"/>
                  <a:gd name="T52" fmla="*/ 16 w 48"/>
                  <a:gd name="T53" fmla="*/ 70 h 100"/>
                  <a:gd name="T54" fmla="*/ 8 w 48"/>
                  <a:gd name="T55" fmla="*/ 78 h 100"/>
                  <a:gd name="T56" fmla="*/ 4 w 48"/>
                  <a:gd name="T57" fmla="*/ 82 h 100"/>
                  <a:gd name="T58" fmla="*/ 0 w 48"/>
                  <a:gd name="T59" fmla="*/ 74 h 100"/>
                  <a:gd name="T60" fmla="*/ 4 w 48"/>
                  <a:gd name="T61" fmla="*/ 70 h 100"/>
                  <a:gd name="T62" fmla="*/ 4 w 48"/>
                  <a:gd name="T63" fmla="*/ 66 h 100"/>
                  <a:gd name="T64" fmla="*/ 4 w 48"/>
                  <a:gd name="T65" fmla="*/ 66 h 100"/>
                  <a:gd name="T66" fmla="*/ 4 w 48"/>
                  <a:gd name="T67" fmla="*/ 56 h 100"/>
                  <a:gd name="T68" fmla="*/ 8 w 48"/>
                  <a:gd name="T69" fmla="*/ 52 h 100"/>
                  <a:gd name="T70" fmla="*/ 4 w 48"/>
                  <a:gd name="T71" fmla="*/ 48 h 100"/>
                  <a:gd name="T72" fmla="*/ 8 w 48"/>
                  <a:gd name="T73" fmla="*/ 48 h 100"/>
                  <a:gd name="T74" fmla="*/ 4 w 48"/>
                  <a:gd name="T75" fmla="*/ 14 h 100"/>
                  <a:gd name="T76" fmla="*/ 4 w 48"/>
                  <a:gd name="T77" fmla="*/ 40 h 100"/>
                  <a:gd name="T78" fmla="*/ 4 w 48"/>
                  <a:gd name="T79" fmla="*/ 38 h 100"/>
                  <a:gd name="T80" fmla="*/ 4 w 48"/>
                  <a:gd name="T81" fmla="*/ 40 h 100"/>
                  <a:gd name="T82" fmla="*/ 34 w 48"/>
                  <a:gd name="T83" fmla="*/ 70 h 100"/>
                  <a:gd name="T84" fmla="*/ 38 w 48"/>
                  <a:gd name="T85" fmla="*/ 66 h 100"/>
                  <a:gd name="T86" fmla="*/ 22 w 48"/>
                  <a:gd name="T87" fmla="*/ 70 h 100"/>
                  <a:gd name="T88" fmla="*/ 22 w 48"/>
                  <a:gd name="T89" fmla="*/ 70 h 100"/>
                  <a:gd name="T90" fmla="*/ 26 w 48"/>
                  <a:gd name="T91" fmla="*/ 66 h 100"/>
                  <a:gd name="T92" fmla="*/ 0 w 48"/>
                  <a:gd name="T93" fmla="*/ 78 h 100"/>
                  <a:gd name="T94" fmla="*/ 4 w 48"/>
                  <a:gd name="T95" fmla="*/ 78 h 100"/>
                  <a:gd name="T96" fmla="*/ 12 w 48"/>
                  <a:gd name="T97" fmla="*/ 94 h 100"/>
                  <a:gd name="T98" fmla="*/ 8 w 48"/>
                  <a:gd name="T99" fmla="*/ 100 h 100"/>
                  <a:gd name="T100" fmla="*/ 0 w 48"/>
                  <a:gd name="T101" fmla="*/ 96 h 100"/>
                  <a:gd name="T102" fmla="*/ 8 w 48"/>
                  <a:gd name="T103" fmla="*/ 94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8" h="100">
                    <a:moveTo>
                      <a:pt x="8" y="48"/>
                    </a:moveTo>
                    <a:lnTo>
                      <a:pt x="4" y="44"/>
                    </a:lnTo>
                    <a:lnTo>
                      <a:pt x="4" y="40"/>
                    </a:lnTo>
                    <a:lnTo>
                      <a:pt x="4" y="38"/>
                    </a:lnTo>
                    <a:lnTo>
                      <a:pt x="4" y="34"/>
                    </a:lnTo>
                    <a:lnTo>
                      <a:pt x="0" y="34"/>
                    </a:lnTo>
                    <a:lnTo>
                      <a:pt x="0" y="38"/>
                    </a:lnTo>
                    <a:lnTo>
                      <a:pt x="0" y="34"/>
                    </a:lnTo>
                    <a:lnTo>
                      <a:pt x="0" y="38"/>
                    </a:lnTo>
                    <a:lnTo>
                      <a:pt x="0" y="34"/>
                    </a:lnTo>
                    <a:lnTo>
                      <a:pt x="0" y="30"/>
                    </a:lnTo>
                    <a:lnTo>
                      <a:pt x="0" y="34"/>
                    </a:lnTo>
                    <a:lnTo>
                      <a:pt x="4" y="34"/>
                    </a:lnTo>
                    <a:lnTo>
                      <a:pt x="4" y="30"/>
                    </a:lnTo>
                    <a:lnTo>
                      <a:pt x="0" y="30"/>
                    </a:lnTo>
                    <a:lnTo>
                      <a:pt x="4" y="30"/>
                    </a:lnTo>
                    <a:lnTo>
                      <a:pt x="4" y="34"/>
                    </a:lnTo>
                    <a:lnTo>
                      <a:pt x="4" y="30"/>
                    </a:lnTo>
                    <a:lnTo>
                      <a:pt x="8" y="30"/>
                    </a:lnTo>
                    <a:lnTo>
                      <a:pt x="8" y="34"/>
                    </a:lnTo>
                    <a:lnTo>
                      <a:pt x="12" y="34"/>
                    </a:lnTo>
                    <a:lnTo>
                      <a:pt x="12" y="30"/>
                    </a:lnTo>
                    <a:lnTo>
                      <a:pt x="8" y="30"/>
                    </a:lnTo>
                    <a:lnTo>
                      <a:pt x="8" y="26"/>
                    </a:lnTo>
                    <a:lnTo>
                      <a:pt x="8" y="22"/>
                    </a:lnTo>
                    <a:lnTo>
                      <a:pt x="8" y="18"/>
                    </a:lnTo>
                    <a:lnTo>
                      <a:pt x="4" y="18"/>
                    </a:lnTo>
                    <a:lnTo>
                      <a:pt x="4" y="14"/>
                    </a:lnTo>
                    <a:lnTo>
                      <a:pt x="8" y="14"/>
                    </a:lnTo>
                    <a:lnTo>
                      <a:pt x="8" y="10"/>
                    </a:lnTo>
                    <a:lnTo>
                      <a:pt x="12" y="8"/>
                    </a:lnTo>
                    <a:lnTo>
                      <a:pt x="12" y="4"/>
                    </a:lnTo>
                    <a:lnTo>
                      <a:pt x="16" y="4"/>
                    </a:lnTo>
                    <a:lnTo>
                      <a:pt x="18" y="4"/>
                    </a:lnTo>
                    <a:lnTo>
                      <a:pt x="22" y="4"/>
                    </a:lnTo>
                    <a:lnTo>
                      <a:pt x="26" y="4"/>
                    </a:lnTo>
                    <a:lnTo>
                      <a:pt x="30" y="4"/>
                    </a:lnTo>
                    <a:lnTo>
                      <a:pt x="30" y="0"/>
                    </a:lnTo>
                    <a:lnTo>
                      <a:pt x="34" y="4"/>
                    </a:lnTo>
                    <a:lnTo>
                      <a:pt x="34" y="8"/>
                    </a:lnTo>
                    <a:lnTo>
                      <a:pt x="38" y="10"/>
                    </a:lnTo>
                    <a:lnTo>
                      <a:pt x="38" y="14"/>
                    </a:lnTo>
                    <a:lnTo>
                      <a:pt x="40" y="14"/>
                    </a:lnTo>
                    <a:lnTo>
                      <a:pt x="40" y="18"/>
                    </a:lnTo>
                    <a:lnTo>
                      <a:pt x="44" y="22"/>
                    </a:lnTo>
                    <a:lnTo>
                      <a:pt x="44" y="26"/>
                    </a:lnTo>
                    <a:lnTo>
                      <a:pt x="44" y="30"/>
                    </a:lnTo>
                    <a:lnTo>
                      <a:pt x="44" y="34"/>
                    </a:lnTo>
                    <a:lnTo>
                      <a:pt x="44" y="38"/>
                    </a:lnTo>
                    <a:lnTo>
                      <a:pt x="44" y="40"/>
                    </a:lnTo>
                    <a:lnTo>
                      <a:pt x="44" y="48"/>
                    </a:lnTo>
                    <a:lnTo>
                      <a:pt x="48" y="48"/>
                    </a:lnTo>
                    <a:lnTo>
                      <a:pt x="44" y="56"/>
                    </a:lnTo>
                    <a:lnTo>
                      <a:pt x="44" y="60"/>
                    </a:lnTo>
                    <a:lnTo>
                      <a:pt x="40" y="64"/>
                    </a:lnTo>
                    <a:lnTo>
                      <a:pt x="38" y="66"/>
                    </a:lnTo>
                    <a:lnTo>
                      <a:pt x="38" y="64"/>
                    </a:lnTo>
                    <a:lnTo>
                      <a:pt x="38" y="66"/>
                    </a:lnTo>
                    <a:lnTo>
                      <a:pt x="34" y="64"/>
                    </a:lnTo>
                    <a:lnTo>
                      <a:pt x="30" y="66"/>
                    </a:lnTo>
                    <a:lnTo>
                      <a:pt x="34" y="66"/>
                    </a:lnTo>
                    <a:lnTo>
                      <a:pt x="34" y="70"/>
                    </a:lnTo>
                    <a:lnTo>
                      <a:pt x="30" y="70"/>
                    </a:lnTo>
                    <a:lnTo>
                      <a:pt x="30" y="66"/>
                    </a:lnTo>
                    <a:lnTo>
                      <a:pt x="30" y="70"/>
                    </a:lnTo>
                    <a:lnTo>
                      <a:pt x="26" y="70"/>
                    </a:lnTo>
                    <a:lnTo>
                      <a:pt x="26" y="66"/>
                    </a:lnTo>
                    <a:lnTo>
                      <a:pt x="22" y="66"/>
                    </a:lnTo>
                    <a:lnTo>
                      <a:pt x="18" y="66"/>
                    </a:lnTo>
                    <a:lnTo>
                      <a:pt x="18" y="70"/>
                    </a:lnTo>
                    <a:lnTo>
                      <a:pt x="22" y="70"/>
                    </a:lnTo>
                    <a:lnTo>
                      <a:pt x="18" y="74"/>
                    </a:lnTo>
                    <a:lnTo>
                      <a:pt x="18" y="70"/>
                    </a:lnTo>
                    <a:lnTo>
                      <a:pt x="16" y="70"/>
                    </a:lnTo>
                    <a:lnTo>
                      <a:pt x="16" y="74"/>
                    </a:lnTo>
                    <a:lnTo>
                      <a:pt x="18" y="74"/>
                    </a:lnTo>
                    <a:lnTo>
                      <a:pt x="16" y="78"/>
                    </a:lnTo>
                    <a:lnTo>
                      <a:pt x="16" y="74"/>
                    </a:lnTo>
                    <a:lnTo>
                      <a:pt x="12" y="74"/>
                    </a:lnTo>
                    <a:lnTo>
                      <a:pt x="16" y="74"/>
                    </a:lnTo>
                    <a:lnTo>
                      <a:pt x="16" y="70"/>
                    </a:lnTo>
                    <a:lnTo>
                      <a:pt x="12" y="74"/>
                    </a:lnTo>
                    <a:lnTo>
                      <a:pt x="12" y="78"/>
                    </a:lnTo>
                    <a:lnTo>
                      <a:pt x="8" y="78"/>
                    </a:lnTo>
                    <a:lnTo>
                      <a:pt x="8" y="74"/>
                    </a:lnTo>
                    <a:lnTo>
                      <a:pt x="8" y="78"/>
                    </a:lnTo>
                    <a:lnTo>
                      <a:pt x="4" y="82"/>
                    </a:lnTo>
                    <a:lnTo>
                      <a:pt x="4" y="78"/>
                    </a:lnTo>
                    <a:lnTo>
                      <a:pt x="4" y="74"/>
                    </a:lnTo>
                    <a:lnTo>
                      <a:pt x="0" y="74"/>
                    </a:lnTo>
                    <a:lnTo>
                      <a:pt x="0" y="70"/>
                    </a:lnTo>
                    <a:lnTo>
                      <a:pt x="4" y="74"/>
                    </a:lnTo>
                    <a:lnTo>
                      <a:pt x="4" y="70"/>
                    </a:lnTo>
                    <a:lnTo>
                      <a:pt x="8" y="70"/>
                    </a:lnTo>
                    <a:lnTo>
                      <a:pt x="4" y="70"/>
                    </a:lnTo>
                    <a:lnTo>
                      <a:pt x="4" y="66"/>
                    </a:lnTo>
                    <a:lnTo>
                      <a:pt x="0" y="66"/>
                    </a:lnTo>
                    <a:lnTo>
                      <a:pt x="0" y="64"/>
                    </a:lnTo>
                    <a:lnTo>
                      <a:pt x="4" y="66"/>
                    </a:lnTo>
                    <a:lnTo>
                      <a:pt x="4" y="64"/>
                    </a:lnTo>
                    <a:lnTo>
                      <a:pt x="4" y="60"/>
                    </a:lnTo>
                    <a:lnTo>
                      <a:pt x="4" y="56"/>
                    </a:lnTo>
                    <a:lnTo>
                      <a:pt x="8" y="56"/>
                    </a:lnTo>
                    <a:lnTo>
                      <a:pt x="4" y="56"/>
                    </a:lnTo>
                    <a:lnTo>
                      <a:pt x="8" y="52"/>
                    </a:lnTo>
                    <a:lnTo>
                      <a:pt x="8" y="48"/>
                    </a:lnTo>
                    <a:lnTo>
                      <a:pt x="8" y="52"/>
                    </a:lnTo>
                    <a:lnTo>
                      <a:pt x="4" y="48"/>
                    </a:lnTo>
                    <a:lnTo>
                      <a:pt x="8" y="48"/>
                    </a:lnTo>
                    <a:lnTo>
                      <a:pt x="8" y="48"/>
                    </a:lnTo>
                    <a:lnTo>
                      <a:pt x="8" y="48"/>
                    </a:lnTo>
                    <a:close/>
                    <a:moveTo>
                      <a:pt x="4" y="14"/>
                    </a:moveTo>
                    <a:lnTo>
                      <a:pt x="4" y="18"/>
                    </a:lnTo>
                    <a:lnTo>
                      <a:pt x="4" y="14"/>
                    </a:lnTo>
                    <a:lnTo>
                      <a:pt x="4" y="14"/>
                    </a:lnTo>
                    <a:lnTo>
                      <a:pt x="4" y="14"/>
                    </a:lnTo>
                    <a:close/>
                    <a:moveTo>
                      <a:pt x="4" y="40"/>
                    </a:moveTo>
                    <a:lnTo>
                      <a:pt x="0" y="40"/>
                    </a:lnTo>
                    <a:lnTo>
                      <a:pt x="0" y="38"/>
                    </a:lnTo>
                    <a:lnTo>
                      <a:pt x="4" y="38"/>
                    </a:lnTo>
                    <a:lnTo>
                      <a:pt x="4" y="40"/>
                    </a:lnTo>
                    <a:lnTo>
                      <a:pt x="4" y="40"/>
                    </a:lnTo>
                    <a:lnTo>
                      <a:pt x="4" y="40"/>
                    </a:lnTo>
                    <a:close/>
                    <a:moveTo>
                      <a:pt x="38" y="66"/>
                    </a:moveTo>
                    <a:lnTo>
                      <a:pt x="38" y="70"/>
                    </a:lnTo>
                    <a:lnTo>
                      <a:pt x="34" y="70"/>
                    </a:lnTo>
                    <a:lnTo>
                      <a:pt x="34" y="66"/>
                    </a:lnTo>
                    <a:lnTo>
                      <a:pt x="38" y="66"/>
                    </a:lnTo>
                    <a:lnTo>
                      <a:pt x="38" y="66"/>
                    </a:lnTo>
                    <a:lnTo>
                      <a:pt x="38" y="66"/>
                    </a:lnTo>
                    <a:close/>
                    <a:moveTo>
                      <a:pt x="26" y="66"/>
                    </a:moveTo>
                    <a:lnTo>
                      <a:pt x="22" y="70"/>
                    </a:lnTo>
                    <a:lnTo>
                      <a:pt x="26" y="70"/>
                    </a:lnTo>
                    <a:lnTo>
                      <a:pt x="26" y="74"/>
                    </a:lnTo>
                    <a:lnTo>
                      <a:pt x="22" y="70"/>
                    </a:lnTo>
                    <a:lnTo>
                      <a:pt x="22" y="66"/>
                    </a:lnTo>
                    <a:lnTo>
                      <a:pt x="26" y="66"/>
                    </a:lnTo>
                    <a:lnTo>
                      <a:pt x="26" y="66"/>
                    </a:lnTo>
                    <a:lnTo>
                      <a:pt x="26" y="66"/>
                    </a:lnTo>
                    <a:close/>
                    <a:moveTo>
                      <a:pt x="4" y="78"/>
                    </a:moveTo>
                    <a:lnTo>
                      <a:pt x="0" y="78"/>
                    </a:lnTo>
                    <a:lnTo>
                      <a:pt x="0" y="74"/>
                    </a:lnTo>
                    <a:lnTo>
                      <a:pt x="4" y="78"/>
                    </a:lnTo>
                    <a:lnTo>
                      <a:pt x="4" y="78"/>
                    </a:lnTo>
                    <a:lnTo>
                      <a:pt x="4" y="78"/>
                    </a:lnTo>
                    <a:close/>
                    <a:moveTo>
                      <a:pt x="8" y="94"/>
                    </a:moveTo>
                    <a:lnTo>
                      <a:pt x="12" y="94"/>
                    </a:lnTo>
                    <a:lnTo>
                      <a:pt x="12" y="96"/>
                    </a:lnTo>
                    <a:lnTo>
                      <a:pt x="8" y="96"/>
                    </a:lnTo>
                    <a:lnTo>
                      <a:pt x="8" y="100"/>
                    </a:lnTo>
                    <a:lnTo>
                      <a:pt x="4" y="100"/>
                    </a:lnTo>
                    <a:lnTo>
                      <a:pt x="0" y="100"/>
                    </a:lnTo>
                    <a:lnTo>
                      <a:pt x="0" y="96"/>
                    </a:lnTo>
                    <a:lnTo>
                      <a:pt x="4" y="96"/>
                    </a:lnTo>
                    <a:lnTo>
                      <a:pt x="8" y="94"/>
                    </a:lnTo>
                    <a:lnTo>
                      <a:pt x="8" y="94"/>
                    </a:lnTo>
                    <a:lnTo>
                      <a:pt x="8"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9" name="Freeform 53"/>
              <p:cNvSpPr>
                <a:spLocks noEditPoints="1"/>
              </p:cNvSpPr>
              <p:nvPr/>
            </p:nvSpPr>
            <p:spPr bwMode="gray">
              <a:xfrm>
                <a:off x="6754888" y="4224013"/>
                <a:ext cx="59135" cy="118270"/>
              </a:xfrm>
              <a:custGeom>
                <a:avLst/>
                <a:gdLst>
                  <a:gd name="T0" fmla="*/ 4 w 34"/>
                  <a:gd name="T1" fmla="*/ 16 h 68"/>
                  <a:gd name="T2" fmla="*/ 0 w 34"/>
                  <a:gd name="T3" fmla="*/ 16 h 68"/>
                  <a:gd name="T4" fmla="*/ 4 w 34"/>
                  <a:gd name="T5" fmla="*/ 16 h 68"/>
                  <a:gd name="T6" fmla="*/ 30 w 34"/>
                  <a:gd name="T7" fmla="*/ 56 h 68"/>
                  <a:gd name="T8" fmla="*/ 30 w 34"/>
                  <a:gd name="T9" fmla="*/ 60 h 68"/>
                  <a:gd name="T10" fmla="*/ 20 w 34"/>
                  <a:gd name="T11" fmla="*/ 68 h 68"/>
                  <a:gd name="T12" fmla="*/ 20 w 34"/>
                  <a:gd name="T13" fmla="*/ 68 h 68"/>
                  <a:gd name="T14" fmla="*/ 12 w 34"/>
                  <a:gd name="T15" fmla="*/ 68 h 68"/>
                  <a:gd name="T16" fmla="*/ 8 w 34"/>
                  <a:gd name="T17" fmla="*/ 64 h 68"/>
                  <a:gd name="T18" fmla="*/ 4 w 34"/>
                  <a:gd name="T19" fmla="*/ 56 h 68"/>
                  <a:gd name="T20" fmla="*/ 4 w 34"/>
                  <a:gd name="T21" fmla="*/ 52 h 68"/>
                  <a:gd name="T22" fmla="*/ 4 w 34"/>
                  <a:gd name="T23" fmla="*/ 48 h 68"/>
                  <a:gd name="T24" fmla="*/ 4 w 34"/>
                  <a:gd name="T25" fmla="*/ 42 h 68"/>
                  <a:gd name="T26" fmla="*/ 4 w 34"/>
                  <a:gd name="T27" fmla="*/ 34 h 68"/>
                  <a:gd name="T28" fmla="*/ 4 w 34"/>
                  <a:gd name="T29" fmla="*/ 34 h 68"/>
                  <a:gd name="T30" fmla="*/ 0 w 34"/>
                  <a:gd name="T31" fmla="*/ 30 h 68"/>
                  <a:gd name="T32" fmla="*/ 4 w 34"/>
                  <a:gd name="T33" fmla="*/ 34 h 68"/>
                  <a:gd name="T34" fmla="*/ 4 w 34"/>
                  <a:gd name="T35" fmla="*/ 34 h 68"/>
                  <a:gd name="T36" fmla="*/ 4 w 34"/>
                  <a:gd name="T37" fmla="*/ 34 h 68"/>
                  <a:gd name="T38" fmla="*/ 4 w 34"/>
                  <a:gd name="T39" fmla="*/ 22 h 68"/>
                  <a:gd name="T40" fmla="*/ 4 w 34"/>
                  <a:gd name="T41" fmla="*/ 16 h 68"/>
                  <a:gd name="T42" fmla="*/ 8 w 34"/>
                  <a:gd name="T43" fmla="*/ 16 h 68"/>
                  <a:gd name="T44" fmla="*/ 8 w 34"/>
                  <a:gd name="T45" fmla="*/ 12 h 68"/>
                  <a:gd name="T46" fmla="*/ 8 w 34"/>
                  <a:gd name="T47" fmla="*/ 8 h 68"/>
                  <a:gd name="T48" fmla="*/ 8 w 34"/>
                  <a:gd name="T49" fmla="*/ 8 h 68"/>
                  <a:gd name="T50" fmla="*/ 8 w 34"/>
                  <a:gd name="T51" fmla="*/ 8 h 68"/>
                  <a:gd name="T52" fmla="*/ 16 w 34"/>
                  <a:gd name="T53" fmla="*/ 8 h 68"/>
                  <a:gd name="T54" fmla="*/ 16 w 34"/>
                  <a:gd name="T55" fmla="*/ 8 h 68"/>
                  <a:gd name="T56" fmla="*/ 12 w 34"/>
                  <a:gd name="T57" fmla="*/ 8 h 68"/>
                  <a:gd name="T58" fmla="*/ 8 w 34"/>
                  <a:gd name="T59" fmla="*/ 4 h 68"/>
                  <a:gd name="T60" fmla="*/ 8 w 34"/>
                  <a:gd name="T61" fmla="*/ 4 h 68"/>
                  <a:gd name="T62" fmla="*/ 8 w 34"/>
                  <a:gd name="T63" fmla="*/ 4 h 68"/>
                  <a:gd name="T64" fmla="*/ 4 w 34"/>
                  <a:gd name="T65" fmla="*/ 0 h 68"/>
                  <a:gd name="T66" fmla="*/ 8 w 34"/>
                  <a:gd name="T67" fmla="*/ 4 h 68"/>
                  <a:gd name="T68" fmla="*/ 8 w 34"/>
                  <a:gd name="T69" fmla="*/ 4 h 68"/>
                  <a:gd name="T70" fmla="*/ 12 w 34"/>
                  <a:gd name="T71" fmla="*/ 4 h 68"/>
                  <a:gd name="T72" fmla="*/ 8 w 34"/>
                  <a:gd name="T73" fmla="*/ 4 h 68"/>
                  <a:gd name="T74" fmla="*/ 12 w 34"/>
                  <a:gd name="T75" fmla="*/ 0 h 68"/>
                  <a:gd name="T76" fmla="*/ 12 w 34"/>
                  <a:gd name="T77" fmla="*/ 4 h 68"/>
                  <a:gd name="T78" fmla="*/ 16 w 34"/>
                  <a:gd name="T79" fmla="*/ 8 h 68"/>
                  <a:gd name="T80" fmla="*/ 16 w 34"/>
                  <a:gd name="T81" fmla="*/ 8 h 68"/>
                  <a:gd name="T82" fmla="*/ 20 w 34"/>
                  <a:gd name="T83" fmla="*/ 12 h 68"/>
                  <a:gd name="T84" fmla="*/ 20 w 34"/>
                  <a:gd name="T85" fmla="*/ 16 h 68"/>
                  <a:gd name="T86" fmla="*/ 20 w 34"/>
                  <a:gd name="T87" fmla="*/ 18 h 68"/>
                  <a:gd name="T88" fmla="*/ 24 w 34"/>
                  <a:gd name="T89" fmla="*/ 22 h 68"/>
                  <a:gd name="T90" fmla="*/ 24 w 34"/>
                  <a:gd name="T91" fmla="*/ 22 h 68"/>
                  <a:gd name="T92" fmla="*/ 24 w 34"/>
                  <a:gd name="T93" fmla="*/ 26 h 68"/>
                  <a:gd name="T94" fmla="*/ 26 w 34"/>
                  <a:gd name="T95" fmla="*/ 26 h 68"/>
                  <a:gd name="T96" fmla="*/ 26 w 34"/>
                  <a:gd name="T97" fmla="*/ 30 h 68"/>
                  <a:gd name="T98" fmla="*/ 30 w 34"/>
                  <a:gd name="T99" fmla="*/ 38 h 68"/>
                  <a:gd name="T100" fmla="*/ 30 w 34"/>
                  <a:gd name="T101" fmla="*/ 38 h 68"/>
                  <a:gd name="T102" fmla="*/ 30 w 34"/>
                  <a:gd name="T103" fmla="*/ 42 h 68"/>
                  <a:gd name="T104" fmla="*/ 30 w 34"/>
                  <a:gd name="T105" fmla="*/ 42 h 68"/>
                  <a:gd name="T106" fmla="*/ 34 w 34"/>
                  <a:gd name="T107" fmla="*/ 46 h 68"/>
                  <a:gd name="T108" fmla="*/ 34 w 34"/>
                  <a:gd name="T109" fmla="*/ 48 h 68"/>
                  <a:gd name="T110" fmla="*/ 30 w 34"/>
                  <a:gd name="T111" fmla="*/ 5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4" h="68">
                    <a:moveTo>
                      <a:pt x="4" y="16"/>
                    </a:moveTo>
                    <a:lnTo>
                      <a:pt x="4" y="16"/>
                    </a:lnTo>
                    <a:lnTo>
                      <a:pt x="4" y="16"/>
                    </a:lnTo>
                    <a:lnTo>
                      <a:pt x="4" y="16"/>
                    </a:lnTo>
                    <a:lnTo>
                      <a:pt x="4" y="16"/>
                    </a:lnTo>
                    <a:lnTo>
                      <a:pt x="4" y="16"/>
                    </a:lnTo>
                    <a:lnTo>
                      <a:pt x="4" y="16"/>
                    </a:lnTo>
                    <a:lnTo>
                      <a:pt x="4" y="16"/>
                    </a:lnTo>
                    <a:lnTo>
                      <a:pt x="0" y="16"/>
                    </a:lnTo>
                    <a:lnTo>
                      <a:pt x="0" y="16"/>
                    </a:lnTo>
                    <a:lnTo>
                      <a:pt x="4" y="16"/>
                    </a:lnTo>
                    <a:lnTo>
                      <a:pt x="4" y="16"/>
                    </a:lnTo>
                    <a:lnTo>
                      <a:pt x="4" y="16"/>
                    </a:lnTo>
                    <a:lnTo>
                      <a:pt x="4" y="16"/>
                    </a:lnTo>
                    <a:lnTo>
                      <a:pt x="4" y="16"/>
                    </a:lnTo>
                    <a:close/>
                    <a:moveTo>
                      <a:pt x="30" y="56"/>
                    </a:moveTo>
                    <a:lnTo>
                      <a:pt x="30" y="56"/>
                    </a:lnTo>
                    <a:lnTo>
                      <a:pt x="30" y="56"/>
                    </a:lnTo>
                    <a:lnTo>
                      <a:pt x="30" y="56"/>
                    </a:lnTo>
                    <a:lnTo>
                      <a:pt x="30" y="56"/>
                    </a:lnTo>
                    <a:lnTo>
                      <a:pt x="30" y="60"/>
                    </a:lnTo>
                    <a:lnTo>
                      <a:pt x="30" y="60"/>
                    </a:lnTo>
                    <a:lnTo>
                      <a:pt x="30" y="60"/>
                    </a:lnTo>
                    <a:lnTo>
                      <a:pt x="30" y="60"/>
                    </a:lnTo>
                    <a:lnTo>
                      <a:pt x="30" y="60"/>
                    </a:lnTo>
                    <a:lnTo>
                      <a:pt x="26" y="64"/>
                    </a:lnTo>
                    <a:lnTo>
                      <a:pt x="26" y="64"/>
                    </a:lnTo>
                    <a:lnTo>
                      <a:pt x="26" y="64"/>
                    </a:lnTo>
                    <a:lnTo>
                      <a:pt x="24" y="64"/>
                    </a:lnTo>
                    <a:lnTo>
                      <a:pt x="20" y="68"/>
                    </a:lnTo>
                    <a:lnTo>
                      <a:pt x="20" y="68"/>
                    </a:lnTo>
                    <a:lnTo>
                      <a:pt x="20" y="68"/>
                    </a:lnTo>
                    <a:lnTo>
                      <a:pt x="20" y="68"/>
                    </a:lnTo>
                    <a:lnTo>
                      <a:pt x="20" y="68"/>
                    </a:lnTo>
                    <a:lnTo>
                      <a:pt x="20" y="68"/>
                    </a:lnTo>
                    <a:lnTo>
                      <a:pt x="16" y="68"/>
                    </a:lnTo>
                    <a:lnTo>
                      <a:pt x="16" y="68"/>
                    </a:lnTo>
                    <a:lnTo>
                      <a:pt x="16" y="68"/>
                    </a:lnTo>
                    <a:lnTo>
                      <a:pt x="12" y="68"/>
                    </a:lnTo>
                    <a:lnTo>
                      <a:pt x="12" y="68"/>
                    </a:lnTo>
                    <a:lnTo>
                      <a:pt x="12" y="68"/>
                    </a:lnTo>
                    <a:lnTo>
                      <a:pt x="8" y="68"/>
                    </a:lnTo>
                    <a:lnTo>
                      <a:pt x="8" y="68"/>
                    </a:lnTo>
                    <a:lnTo>
                      <a:pt x="8" y="64"/>
                    </a:lnTo>
                    <a:lnTo>
                      <a:pt x="8" y="64"/>
                    </a:lnTo>
                    <a:lnTo>
                      <a:pt x="8" y="64"/>
                    </a:lnTo>
                    <a:lnTo>
                      <a:pt x="8" y="60"/>
                    </a:lnTo>
                    <a:lnTo>
                      <a:pt x="8" y="60"/>
                    </a:lnTo>
                    <a:lnTo>
                      <a:pt x="4" y="60"/>
                    </a:lnTo>
                    <a:lnTo>
                      <a:pt x="4" y="56"/>
                    </a:lnTo>
                    <a:lnTo>
                      <a:pt x="4" y="56"/>
                    </a:lnTo>
                    <a:lnTo>
                      <a:pt x="4" y="56"/>
                    </a:lnTo>
                    <a:lnTo>
                      <a:pt x="4" y="56"/>
                    </a:lnTo>
                    <a:lnTo>
                      <a:pt x="4" y="52"/>
                    </a:lnTo>
                    <a:lnTo>
                      <a:pt x="4" y="52"/>
                    </a:lnTo>
                    <a:lnTo>
                      <a:pt x="4" y="52"/>
                    </a:lnTo>
                    <a:lnTo>
                      <a:pt x="4" y="52"/>
                    </a:lnTo>
                    <a:lnTo>
                      <a:pt x="4" y="48"/>
                    </a:lnTo>
                    <a:lnTo>
                      <a:pt x="4" y="48"/>
                    </a:lnTo>
                    <a:lnTo>
                      <a:pt x="4" y="48"/>
                    </a:lnTo>
                    <a:lnTo>
                      <a:pt x="4" y="46"/>
                    </a:lnTo>
                    <a:lnTo>
                      <a:pt x="4" y="46"/>
                    </a:lnTo>
                    <a:lnTo>
                      <a:pt x="4" y="46"/>
                    </a:lnTo>
                    <a:lnTo>
                      <a:pt x="4" y="46"/>
                    </a:lnTo>
                    <a:lnTo>
                      <a:pt x="4" y="42"/>
                    </a:lnTo>
                    <a:lnTo>
                      <a:pt x="4" y="42"/>
                    </a:lnTo>
                    <a:lnTo>
                      <a:pt x="4" y="38"/>
                    </a:lnTo>
                    <a:lnTo>
                      <a:pt x="4" y="38"/>
                    </a:lnTo>
                    <a:lnTo>
                      <a:pt x="4" y="38"/>
                    </a:lnTo>
                    <a:lnTo>
                      <a:pt x="4" y="34"/>
                    </a:lnTo>
                    <a:lnTo>
                      <a:pt x="4" y="34"/>
                    </a:lnTo>
                    <a:lnTo>
                      <a:pt x="4" y="34"/>
                    </a:lnTo>
                    <a:lnTo>
                      <a:pt x="4" y="34"/>
                    </a:lnTo>
                    <a:lnTo>
                      <a:pt x="4" y="34"/>
                    </a:lnTo>
                    <a:lnTo>
                      <a:pt x="4" y="34"/>
                    </a:lnTo>
                    <a:lnTo>
                      <a:pt x="4" y="34"/>
                    </a:lnTo>
                    <a:lnTo>
                      <a:pt x="4" y="34"/>
                    </a:lnTo>
                    <a:lnTo>
                      <a:pt x="0" y="34"/>
                    </a:lnTo>
                    <a:lnTo>
                      <a:pt x="0" y="30"/>
                    </a:lnTo>
                    <a:lnTo>
                      <a:pt x="0" y="30"/>
                    </a:lnTo>
                    <a:lnTo>
                      <a:pt x="0" y="30"/>
                    </a:lnTo>
                    <a:lnTo>
                      <a:pt x="4" y="30"/>
                    </a:lnTo>
                    <a:lnTo>
                      <a:pt x="4" y="30"/>
                    </a:lnTo>
                    <a:lnTo>
                      <a:pt x="4" y="30"/>
                    </a:lnTo>
                    <a:lnTo>
                      <a:pt x="4" y="34"/>
                    </a:lnTo>
                    <a:lnTo>
                      <a:pt x="4" y="34"/>
                    </a:lnTo>
                    <a:lnTo>
                      <a:pt x="4" y="34"/>
                    </a:lnTo>
                    <a:lnTo>
                      <a:pt x="4" y="34"/>
                    </a:lnTo>
                    <a:lnTo>
                      <a:pt x="4" y="34"/>
                    </a:lnTo>
                    <a:lnTo>
                      <a:pt x="4" y="34"/>
                    </a:lnTo>
                    <a:lnTo>
                      <a:pt x="4" y="34"/>
                    </a:lnTo>
                    <a:lnTo>
                      <a:pt x="4" y="34"/>
                    </a:lnTo>
                    <a:lnTo>
                      <a:pt x="4" y="34"/>
                    </a:lnTo>
                    <a:lnTo>
                      <a:pt x="4" y="34"/>
                    </a:lnTo>
                    <a:lnTo>
                      <a:pt x="4" y="34"/>
                    </a:lnTo>
                    <a:lnTo>
                      <a:pt x="4" y="34"/>
                    </a:lnTo>
                    <a:lnTo>
                      <a:pt x="4" y="30"/>
                    </a:lnTo>
                    <a:lnTo>
                      <a:pt x="4" y="22"/>
                    </a:lnTo>
                    <a:lnTo>
                      <a:pt x="4" y="22"/>
                    </a:lnTo>
                    <a:lnTo>
                      <a:pt x="4" y="22"/>
                    </a:lnTo>
                    <a:lnTo>
                      <a:pt x="4" y="22"/>
                    </a:lnTo>
                    <a:lnTo>
                      <a:pt x="4" y="18"/>
                    </a:lnTo>
                    <a:lnTo>
                      <a:pt x="4" y="18"/>
                    </a:lnTo>
                    <a:lnTo>
                      <a:pt x="4" y="18"/>
                    </a:lnTo>
                    <a:lnTo>
                      <a:pt x="4" y="16"/>
                    </a:lnTo>
                    <a:lnTo>
                      <a:pt x="4" y="16"/>
                    </a:lnTo>
                    <a:lnTo>
                      <a:pt x="8" y="16"/>
                    </a:lnTo>
                    <a:lnTo>
                      <a:pt x="8" y="16"/>
                    </a:lnTo>
                    <a:lnTo>
                      <a:pt x="8" y="16"/>
                    </a:lnTo>
                    <a:lnTo>
                      <a:pt x="8" y="16"/>
                    </a:lnTo>
                    <a:lnTo>
                      <a:pt x="8" y="12"/>
                    </a:lnTo>
                    <a:lnTo>
                      <a:pt x="8" y="12"/>
                    </a:lnTo>
                    <a:lnTo>
                      <a:pt x="8" y="12"/>
                    </a:lnTo>
                    <a:lnTo>
                      <a:pt x="8" y="12"/>
                    </a:lnTo>
                    <a:lnTo>
                      <a:pt x="8" y="12"/>
                    </a:lnTo>
                    <a:lnTo>
                      <a:pt x="8" y="12"/>
                    </a:lnTo>
                    <a:lnTo>
                      <a:pt x="8" y="8"/>
                    </a:lnTo>
                    <a:lnTo>
                      <a:pt x="8" y="8"/>
                    </a:lnTo>
                    <a:lnTo>
                      <a:pt x="8" y="8"/>
                    </a:lnTo>
                    <a:lnTo>
                      <a:pt x="8" y="8"/>
                    </a:lnTo>
                    <a:lnTo>
                      <a:pt x="8" y="8"/>
                    </a:lnTo>
                    <a:lnTo>
                      <a:pt x="8" y="8"/>
                    </a:lnTo>
                    <a:lnTo>
                      <a:pt x="8" y="8"/>
                    </a:lnTo>
                    <a:lnTo>
                      <a:pt x="8" y="8"/>
                    </a:lnTo>
                    <a:lnTo>
                      <a:pt x="8" y="8"/>
                    </a:lnTo>
                    <a:lnTo>
                      <a:pt x="8" y="4"/>
                    </a:lnTo>
                    <a:lnTo>
                      <a:pt x="8" y="4"/>
                    </a:lnTo>
                    <a:lnTo>
                      <a:pt x="8" y="4"/>
                    </a:lnTo>
                    <a:lnTo>
                      <a:pt x="8" y="4"/>
                    </a:lnTo>
                    <a:lnTo>
                      <a:pt x="8" y="8"/>
                    </a:lnTo>
                    <a:lnTo>
                      <a:pt x="12" y="8"/>
                    </a:lnTo>
                    <a:lnTo>
                      <a:pt x="12" y="8"/>
                    </a:lnTo>
                    <a:lnTo>
                      <a:pt x="12" y="8"/>
                    </a:lnTo>
                    <a:lnTo>
                      <a:pt x="16" y="8"/>
                    </a:lnTo>
                    <a:lnTo>
                      <a:pt x="16" y="8"/>
                    </a:lnTo>
                    <a:lnTo>
                      <a:pt x="16" y="8"/>
                    </a:lnTo>
                    <a:lnTo>
                      <a:pt x="16" y="8"/>
                    </a:lnTo>
                    <a:lnTo>
                      <a:pt x="16" y="8"/>
                    </a:lnTo>
                    <a:lnTo>
                      <a:pt x="16" y="8"/>
                    </a:lnTo>
                    <a:lnTo>
                      <a:pt x="16" y="8"/>
                    </a:lnTo>
                    <a:lnTo>
                      <a:pt x="16" y="8"/>
                    </a:lnTo>
                    <a:lnTo>
                      <a:pt x="12" y="8"/>
                    </a:lnTo>
                    <a:lnTo>
                      <a:pt x="12" y="8"/>
                    </a:lnTo>
                    <a:lnTo>
                      <a:pt x="12" y="8"/>
                    </a:lnTo>
                    <a:lnTo>
                      <a:pt x="12" y="8"/>
                    </a:lnTo>
                    <a:lnTo>
                      <a:pt x="12" y="8"/>
                    </a:lnTo>
                    <a:lnTo>
                      <a:pt x="12" y="8"/>
                    </a:lnTo>
                    <a:lnTo>
                      <a:pt x="12" y="4"/>
                    </a:lnTo>
                    <a:lnTo>
                      <a:pt x="8" y="4"/>
                    </a:lnTo>
                    <a:lnTo>
                      <a:pt x="8" y="4"/>
                    </a:lnTo>
                    <a:lnTo>
                      <a:pt x="8" y="4"/>
                    </a:lnTo>
                    <a:lnTo>
                      <a:pt x="8" y="4"/>
                    </a:lnTo>
                    <a:lnTo>
                      <a:pt x="8" y="4"/>
                    </a:lnTo>
                    <a:lnTo>
                      <a:pt x="8" y="4"/>
                    </a:lnTo>
                    <a:lnTo>
                      <a:pt x="8" y="4"/>
                    </a:lnTo>
                    <a:lnTo>
                      <a:pt x="8" y="4"/>
                    </a:lnTo>
                    <a:lnTo>
                      <a:pt x="8" y="4"/>
                    </a:lnTo>
                    <a:lnTo>
                      <a:pt x="8" y="8"/>
                    </a:lnTo>
                    <a:lnTo>
                      <a:pt x="8" y="4"/>
                    </a:lnTo>
                    <a:lnTo>
                      <a:pt x="8" y="4"/>
                    </a:lnTo>
                    <a:lnTo>
                      <a:pt x="4" y="4"/>
                    </a:lnTo>
                    <a:lnTo>
                      <a:pt x="4" y="4"/>
                    </a:lnTo>
                    <a:lnTo>
                      <a:pt x="4" y="4"/>
                    </a:lnTo>
                    <a:lnTo>
                      <a:pt x="4" y="4"/>
                    </a:lnTo>
                    <a:lnTo>
                      <a:pt x="4" y="0"/>
                    </a:lnTo>
                    <a:lnTo>
                      <a:pt x="8" y="0"/>
                    </a:lnTo>
                    <a:lnTo>
                      <a:pt x="8" y="0"/>
                    </a:lnTo>
                    <a:lnTo>
                      <a:pt x="8" y="0"/>
                    </a:lnTo>
                    <a:lnTo>
                      <a:pt x="8" y="0"/>
                    </a:lnTo>
                    <a:lnTo>
                      <a:pt x="8" y="4"/>
                    </a:lnTo>
                    <a:lnTo>
                      <a:pt x="8" y="4"/>
                    </a:lnTo>
                    <a:lnTo>
                      <a:pt x="8" y="4"/>
                    </a:lnTo>
                    <a:lnTo>
                      <a:pt x="8" y="4"/>
                    </a:lnTo>
                    <a:lnTo>
                      <a:pt x="8" y="4"/>
                    </a:lnTo>
                    <a:lnTo>
                      <a:pt x="8" y="4"/>
                    </a:lnTo>
                    <a:lnTo>
                      <a:pt x="12" y="4"/>
                    </a:lnTo>
                    <a:lnTo>
                      <a:pt x="12" y="4"/>
                    </a:lnTo>
                    <a:lnTo>
                      <a:pt x="12" y="4"/>
                    </a:lnTo>
                    <a:lnTo>
                      <a:pt x="12" y="4"/>
                    </a:lnTo>
                    <a:lnTo>
                      <a:pt x="12" y="4"/>
                    </a:lnTo>
                    <a:lnTo>
                      <a:pt x="12" y="4"/>
                    </a:lnTo>
                    <a:lnTo>
                      <a:pt x="12" y="8"/>
                    </a:lnTo>
                    <a:lnTo>
                      <a:pt x="12" y="4"/>
                    </a:lnTo>
                    <a:lnTo>
                      <a:pt x="8" y="4"/>
                    </a:lnTo>
                    <a:lnTo>
                      <a:pt x="8" y="4"/>
                    </a:lnTo>
                    <a:lnTo>
                      <a:pt x="8" y="4"/>
                    </a:lnTo>
                    <a:lnTo>
                      <a:pt x="8" y="4"/>
                    </a:lnTo>
                    <a:lnTo>
                      <a:pt x="8" y="4"/>
                    </a:lnTo>
                    <a:lnTo>
                      <a:pt x="8" y="0"/>
                    </a:lnTo>
                    <a:lnTo>
                      <a:pt x="12" y="0"/>
                    </a:lnTo>
                    <a:lnTo>
                      <a:pt x="12" y="0"/>
                    </a:lnTo>
                    <a:lnTo>
                      <a:pt x="12" y="0"/>
                    </a:lnTo>
                    <a:lnTo>
                      <a:pt x="12" y="0"/>
                    </a:lnTo>
                    <a:lnTo>
                      <a:pt x="12" y="4"/>
                    </a:lnTo>
                    <a:lnTo>
                      <a:pt x="12" y="4"/>
                    </a:lnTo>
                    <a:lnTo>
                      <a:pt x="12" y="4"/>
                    </a:lnTo>
                    <a:lnTo>
                      <a:pt x="12" y="4"/>
                    </a:lnTo>
                    <a:lnTo>
                      <a:pt x="12" y="4"/>
                    </a:lnTo>
                    <a:lnTo>
                      <a:pt x="16" y="8"/>
                    </a:lnTo>
                    <a:lnTo>
                      <a:pt x="16" y="8"/>
                    </a:lnTo>
                    <a:lnTo>
                      <a:pt x="16" y="8"/>
                    </a:lnTo>
                    <a:lnTo>
                      <a:pt x="16" y="8"/>
                    </a:lnTo>
                    <a:lnTo>
                      <a:pt x="16" y="8"/>
                    </a:lnTo>
                    <a:lnTo>
                      <a:pt x="16" y="8"/>
                    </a:lnTo>
                    <a:lnTo>
                      <a:pt x="16" y="8"/>
                    </a:lnTo>
                    <a:lnTo>
                      <a:pt x="16" y="12"/>
                    </a:lnTo>
                    <a:lnTo>
                      <a:pt x="20" y="12"/>
                    </a:lnTo>
                    <a:lnTo>
                      <a:pt x="20" y="12"/>
                    </a:lnTo>
                    <a:lnTo>
                      <a:pt x="20" y="12"/>
                    </a:lnTo>
                    <a:lnTo>
                      <a:pt x="20" y="12"/>
                    </a:lnTo>
                    <a:lnTo>
                      <a:pt x="20" y="16"/>
                    </a:lnTo>
                    <a:lnTo>
                      <a:pt x="20" y="16"/>
                    </a:lnTo>
                    <a:lnTo>
                      <a:pt x="20" y="16"/>
                    </a:lnTo>
                    <a:lnTo>
                      <a:pt x="20" y="16"/>
                    </a:lnTo>
                    <a:lnTo>
                      <a:pt x="20" y="16"/>
                    </a:lnTo>
                    <a:lnTo>
                      <a:pt x="20" y="18"/>
                    </a:lnTo>
                    <a:lnTo>
                      <a:pt x="20" y="18"/>
                    </a:lnTo>
                    <a:lnTo>
                      <a:pt x="20" y="16"/>
                    </a:lnTo>
                    <a:lnTo>
                      <a:pt x="20" y="16"/>
                    </a:lnTo>
                    <a:lnTo>
                      <a:pt x="20" y="18"/>
                    </a:lnTo>
                    <a:lnTo>
                      <a:pt x="24" y="18"/>
                    </a:lnTo>
                    <a:lnTo>
                      <a:pt x="24" y="22"/>
                    </a:lnTo>
                    <a:lnTo>
                      <a:pt x="24" y="22"/>
                    </a:lnTo>
                    <a:lnTo>
                      <a:pt x="24" y="22"/>
                    </a:lnTo>
                    <a:lnTo>
                      <a:pt x="24" y="22"/>
                    </a:lnTo>
                    <a:lnTo>
                      <a:pt x="24" y="22"/>
                    </a:lnTo>
                    <a:lnTo>
                      <a:pt x="24" y="22"/>
                    </a:lnTo>
                    <a:lnTo>
                      <a:pt x="24" y="22"/>
                    </a:lnTo>
                    <a:lnTo>
                      <a:pt x="24" y="22"/>
                    </a:lnTo>
                    <a:lnTo>
                      <a:pt x="24" y="22"/>
                    </a:lnTo>
                    <a:lnTo>
                      <a:pt x="24" y="22"/>
                    </a:lnTo>
                    <a:lnTo>
                      <a:pt x="24" y="26"/>
                    </a:lnTo>
                    <a:lnTo>
                      <a:pt x="24" y="26"/>
                    </a:lnTo>
                    <a:lnTo>
                      <a:pt x="24" y="26"/>
                    </a:lnTo>
                    <a:lnTo>
                      <a:pt x="24" y="26"/>
                    </a:lnTo>
                    <a:lnTo>
                      <a:pt x="24" y="26"/>
                    </a:lnTo>
                    <a:lnTo>
                      <a:pt x="24" y="26"/>
                    </a:lnTo>
                    <a:lnTo>
                      <a:pt x="24" y="26"/>
                    </a:lnTo>
                    <a:lnTo>
                      <a:pt x="26" y="22"/>
                    </a:lnTo>
                    <a:lnTo>
                      <a:pt x="26" y="26"/>
                    </a:lnTo>
                    <a:lnTo>
                      <a:pt x="26" y="26"/>
                    </a:lnTo>
                    <a:lnTo>
                      <a:pt x="26" y="26"/>
                    </a:lnTo>
                    <a:lnTo>
                      <a:pt x="26" y="26"/>
                    </a:lnTo>
                    <a:lnTo>
                      <a:pt x="26" y="30"/>
                    </a:lnTo>
                    <a:lnTo>
                      <a:pt x="26" y="30"/>
                    </a:lnTo>
                    <a:lnTo>
                      <a:pt x="26" y="30"/>
                    </a:lnTo>
                    <a:lnTo>
                      <a:pt x="26" y="30"/>
                    </a:lnTo>
                    <a:lnTo>
                      <a:pt x="26" y="34"/>
                    </a:lnTo>
                    <a:lnTo>
                      <a:pt x="30" y="38"/>
                    </a:lnTo>
                    <a:lnTo>
                      <a:pt x="30" y="38"/>
                    </a:lnTo>
                    <a:lnTo>
                      <a:pt x="30" y="38"/>
                    </a:lnTo>
                    <a:lnTo>
                      <a:pt x="30" y="38"/>
                    </a:lnTo>
                    <a:lnTo>
                      <a:pt x="30" y="38"/>
                    </a:lnTo>
                    <a:lnTo>
                      <a:pt x="30" y="38"/>
                    </a:lnTo>
                    <a:lnTo>
                      <a:pt x="30" y="38"/>
                    </a:lnTo>
                    <a:lnTo>
                      <a:pt x="30" y="38"/>
                    </a:lnTo>
                    <a:lnTo>
                      <a:pt x="30" y="38"/>
                    </a:lnTo>
                    <a:lnTo>
                      <a:pt x="30" y="38"/>
                    </a:lnTo>
                    <a:lnTo>
                      <a:pt x="30" y="42"/>
                    </a:lnTo>
                    <a:lnTo>
                      <a:pt x="30" y="42"/>
                    </a:lnTo>
                    <a:lnTo>
                      <a:pt x="30" y="42"/>
                    </a:lnTo>
                    <a:lnTo>
                      <a:pt x="30" y="42"/>
                    </a:lnTo>
                    <a:lnTo>
                      <a:pt x="30" y="42"/>
                    </a:lnTo>
                    <a:lnTo>
                      <a:pt x="30" y="42"/>
                    </a:lnTo>
                    <a:lnTo>
                      <a:pt x="30" y="42"/>
                    </a:lnTo>
                    <a:lnTo>
                      <a:pt x="30" y="42"/>
                    </a:lnTo>
                    <a:lnTo>
                      <a:pt x="34" y="42"/>
                    </a:lnTo>
                    <a:lnTo>
                      <a:pt x="34" y="46"/>
                    </a:lnTo>
                    <a:lnTo>
                      <a:pt x="34" y="46"/>
                    </a:lnTo>
                    <a:lnTo>
                      <a:pt x="34" y="46"/>
                    </a:lnTo>
                    <a:lnTo>
                      <a:pt x="34" y="46"/>
                    </a:lnTo>
                    <a:lnTo>
                      <a:pt x="34" y="46"/>
                    </a:lnTo>
                    <a:lnTo>
                      <a:pt x="34" y="48"/>
                    </a:lnTo>
                    <a:lnTo>
                      <a:pt x="34" y="48"/>
                    </a:lnTo>
                    <a:lnTo>
                      <a:pt x="34" y="48"/>
                    </a:lnTo>
                    <a:lnTo>
                      <a:pt x="34" y="52"/>
                    </a:lnTo>
                    <a:lnTo>
                      <a:pt x="34" y="52"/>
                    </a:lnTo>
                    <a:lnTo>
                      <a:pt x="34" y="52"/>
                    </a:lnTo>
                    <a:lnTo>
                      <a:pt x="30" y="56"/>
                    </a:lnTo>
                    <a:lnTo>
                      <a:pt x="30" y="56"/>
                    </a:lnTo>
                    <a:lnTo>
                      <a:pt x="30" y="56"/>
                    </a:lnTo>
                    <a:lnTo>
                      <a:pt x="30" y="56"/>
                    </a:lnTo>
                    <a:lnTo>
                      <a:pt x="30"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0" name="Freeform 54"/>
              <p:cNvSpPr>
                <a:spLocks/>
              </p:cNvSpPr>
              <p:nvPr/>
            </p:nvSpPr>
            <p:spPr bwMode="gray">
              <a:xfrm>
                <a:off x="5673065" y="3368300"/>
                <a:ext cx="170449" cy="163491"/>
              </a:xfrm>
              <a:custGeom>
                <a:avLst/>
                <a:gdLst>
                  <a:gd name="T0" fmla="*/ 0 w 98"/>
                  <a:gd name="T1" fmla="*/ 78 h 94"/>
                  <a:gd name="T2" fmla="*/ 4 w 98"/>
                  <a:gd name="T3" fmla="*/ 76 h 94"/>
                  <a:gd name="T4" fmla="*/ 4 w 98"/>
                  <a:gd name="T5" fmla="*/ 76 h 94"/>
                  <a:gd name="T6" fmla="*/ 4 w 98"/>
                  <a:gd name="T7" fmla="*/ 72 h 94"/>
                  <a:gd name="T8" fmla="*/ 12 w 98"/>
                  <a:gd name="T9" fmla="*/ 68 h 94"/>
                  <a:gd name="T10" fmla="*/ 12 w 98"/>
                  <a:gd name="T11" fmla="*/ 68 h 94"/>
                  <a:gd name="T12" fmla="*/ 16 w 98"/>
                  <a:gd name="T13" fmla="*/ 60 h 94"/>
                  <a:gd name="T14" fmla="*/ 12 w 98"/>
                  <a:gd name="T15" fmla="*/ 56 h 94"/>
                  <a:gd name="T16" fmla="*/ 12 w 98"/>
                  <a:gd name="T17" fmla="*/ 52 h 94"/>
                  <a:gd name="T18" fmla="*/ 8 w 98"/>
                  <a:gd name="T19" fmla="*/ 52 h 94"/>
                  <a:gd name="T20" fmla="*/ 4 w 98"/>
                  <a:gd name="T21" fmla="*/ 52 h 94"/>
                  <a:gd name="T22" fmla="*/ 4 w 98"/>
                  <a:gd name="T23" fmla="*/ 44 h 94"/>
                  <a:gd name="T24" fmla="*/ 4 w 98"/>
                  <a:gd name="T25" fmla="*/ 42 h 94"/>
                  <a:gd name="T26" fmla="*/ 4 w 98"/>
                  <a:gd name="T27" fmla="*/ 34 h 94"/>
                  <a:gd name="T28" fmla="*/ 4 w 98"/>
                  <a:gd name="T29" fmla="*/ 26 h 94"/>
                  <a:gd name="T30" fmla="*/ 8 w 98"/>
                  <a:gd name="T31" fmla="*/ 30 h 94"/>
                  <a:gd name="T32" fmla="*/ 8 w 98"/>
                  <a:gd name="T33" fmla="*/ 26 h 94"/>
                  <a:gd name="T34" fmla="*/ 12 w 98"/>
                  <a:gd name="T35" fmla="*/ 22 h 94"/>
                  <a:gd name="T36" fmla="*/ 16 w 98"/>
                  <a:gd name="T37" fmla="*/ 22 h 94"/>
                  <a:gd name="T38" fmla="*/ 16 w 98"/>
                  <a:gd name="T39" fmla="*/ 18 h 94"/>
                  <a:gd name="T40" fmla="*/ 16 w 98"/>
                  <a:gd name="T41" fmla="*/ 12 h 94"/>
                  <a:gd name="T42" fmla="*/ 24 w 98"/>
                  <a:gd name="T43" fmla="*/ 14 h 94"/>
                  <a:gd name="T44" fmla="*/ 30 w 98"/>
                  <a:gd name="T45" fmla="*/ 12 h 94"/>
                  <a:gd name="T46" fmla="*/ 34 w 98"/>
                  <a:gd name="T47" fmla="*/ 12 h 94"/>
                  <a:gd name="T48" fmla="*/ 34 w 98"/>
                  <a:gd name="T49" fmla="*/ 12 h 94"/>
                  <a:gd name="T50" fmla="*/ 42 w 98"/>
                  <a:gd name="T51" fmla="*/ 8 h 94"/>
                  <a:gd name="T52" fmla="*/ 46 w 98"/>
                  <a:gd name="T53" fmla="*/ 12 h 94"/>
                  <a:gd name="T54" fmla="*/ 50 w 98"/>
                  <a:gd name="T55" fmla="*/ 12 h 94"/>
                  <a:gd name="T56" fmla="*/ 52 w 98"/>
                  <a:gd name="T57" fmla="*/ 14 h 94"/>
                  <a:gd name="T58" fmla="*/ 60 w 98"/>
                  <a:gd name="T59" fmla="*/ 12 h 94"/>
                  <a:gd name="T60" fmla="*/ 68 w 98"/>
                  <a:gd name="T61" fmla="*/ 8 h 94"/>
                  <a:gd name="T62" fmla="*/ 72 w 98"/>
                  <a:gd name="T63" fmla="*/ 8 h 94"/>
                  <a:gd name="T64" fmla="*/ 76 w 98"/>
                  <a:gd name="T65" fmla="*/ 4 h 94"/>
                  <a:gd name="T66" fmla="*/ 82 w 98"/>
                  <a:gd name="T67" fmla="*/ 4 h 94"/>
                  <a:gd name="T68" fmla="*/ 90 w 98"/>
                  <a:gd name="T69" fmla="*/ 4 h 94"/>
                  <a:gd name="T70" fmla="*/ 94 w 98"/>
                  <a:gd name="T71" fmla="*/ 0 h 94"/>
                  <a:gd name="T72" fmla="*/ 98 w 98"/>
                  <a:gd name="T73" fmla="*/ 4 h 94"/>
                  <a:gd name="T74" fmla="*/ 82 w 98"/>
                  <a:gd name="T75" fmla="*/ 18 h 94"/>
                  <a:gd name="T76" fmla="*/ 82 w 98"/>
                  <a:gd name="T77" fmla="*/ 30 h 94"/>
                  <a:gd name="T78" fmla="*/ 82 w 98"/>
                  <a:gd name="T79" fmla="*/ 38 h 94"/>
                  <a:gd name="T80" fmla="*/ 80 w 98"/>
                  <a:gd name="T81" fmla="*/ 42 h 94"/>
                  <a:gd name="T82" fmla="*/ 80 w 98"/>
                  <a:gd name="T83" fmla="*/ 44 h 94"/>
                  <a:gd name="T84" fmla="*/ 80 w 98"/>
                  <a:gd name="T85" fmla="*/ 56 h 94"/>
                  <a:gd name="T86" fmla="*/ 60 w 98"/>
                  <a:gd name="T87" fmla="*/ 68 h 94"/>
                  <a:gd name="T88" fmla="*/ 46 w 98"/>
                  <a:gd name="T89" fmla="*/ 76 h 94"/>
                  <a:gd name="T90" fmla="*/ 30 w 98"/>
                  <a:gd name="T91" fmla="*/ 86 h 94"/>
                  <a:gd name="T92" fmla="*/ 20 w 98"/>
                  <a:gd name="T93" fmla="*/ 94 h 94"/>
                  <a:gd name="T94" fmla="*/ 12 w 98"/>
                  <a:gd name="T95" fmla="*/ 94 h 94"/>
                  <a:gd name="T96" fmla="*/ 8 w 98"/>
                  <a:gd name="T97" fmla="*/ 90 h 94"/>
                  <a:gd name="T98" fmla="*/ 4 w 98"/>
                  <a:gd name="T99" fmla="*/ 86 h 94"/>
                  <a:gd name="T100" fmla="*/ 0 w 98"/>
                  <a:gd name="T101" fmla="*/ 86 h 94"/>
                  <a:gd name="T102" fmla="*/ 0 w 98"/>
                  <a:gd name="T103" fmla="*/ 86 h 94"/>
                  <a:gd name="T104" fmla="*/ 0 w 98"/>
                  <a:gd name="T105" fmla="*/ 82 h 94"/>
                  <a:gd name="T106" fmla="*/ 0 w 98"/>
                  <a:gd name="T107" fmla="*/ 78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8" h="94">
                    <a:moveTo>
                      <a:pt x="0" y="78"/>
                    </a:moveTo>
                    <a:lnTo>
                      <a:pt x="0" y="78"/>
                    </a:lnTo>
                    <a:lnTo>
                      <a:pt x="0" y="78"/>
                    </a:lnTo>
                    <a:lnTo>
                      <a:pt x="0" y="78"/>
                    </a:lnTo>
                    <a:lnTo>
                      <a:pt x="0" y="78"/>
                    </a:lnTo>
                    <a:lnTo>
                      <a:pt x="0" y="78"/>
                    </a:lnTo>
                    <a:lnTo>
                      <a:pt x="0" y="78"/>
                    </a:lnTo>
                    <a:lnTo>
                      <a:pt x="4" y="76"/>
                    </a:lnTo>
                    <a:lnTo>
                      <a:pt x="4" y="76"/>
                    </a:lnTo>
                    <a:lnTo>
                      <a:pt x="4" y="76"/>
                    </a:lnTo>
                    <a:lnTo>
                      <a:pt x="4" y="76"/>
                    </a:lnTo>
                    <a:lnTo>
                      <a:pt x="4" y="76"/>
                    </a:lnTo>
                    <a:lnTo>
                      <a:pt x="4" y="76"/>
                    </a:lnTo>
                    <a:lnTo>
                      <a:pt x="4" y="76"/>
                    </a:lnTo>
                    <a:lnTo>
                      <a:pt x="4" y="76"/>
                    </a:lnTo>
                    <a:lnTo>
                      <a:pt x="4" y="76"/>
                    </a:lnTo>
                    <a:lnTo>
                      <a:pt x="8" y="72"/>
                    </a:lnTo>
                    <a:lnTo>
                      <a:pt x="8" y="72"/>
                    </a:lnTo>
                    <a:lnTo>
                      <a:pt x="8" y="72"/>
                    </a:lnTo>
                    <a:lnTo>
                      <a:pt x="4" y="72"/>
                    </a:lnTo>
                    <a:lnTo>
                      <a:pt x="4" y="72"/>
                    </a:lnTo>
                    <a:lnTo>
                      <a:pt x="8" y="68"/>
                    </a:lnTo>
                    <a:lnTo>
                      <a:pt x="8" y="68"/>
                    </a:lnTo>
                    <a:lnTo>
                      <a:pt x="8" y="68"/>
                    </a:lnTo>
                    <a:lnTo>
                      <a:pt x="12" y="68"/>
                    </a:lnTo>
                    <a:lnTo>
                      <a:pt x="12" y="68"/>
                    </a:lnTo>
                    <a:lnTo>
                      <a:pt x="12" y="68"/>
                    </a:lnTo>
                    <a:lnTo>
                      <a:pt x="12" y="68"/>
                    </a:lnTo>
                    <a:lnTo>
                      <a:pt x="12" y="68"/>
                    </a:lnTo>
                    <a:lnTo>
                      <a:pt x="12" y="68"/>
                    </a:lnTo>
                    <a:lnTo>
                      <a:pt x="12" y="64"/>
                    </a:lnTo>
                    <a:lnTo>
                      <a:pt x="12" y="64"/>
                    </a:lnTo>
                    <a:lnTo>
                      <a:pt x="12" y="64"/>
                    </a:lnTo>
                    <a:lnTo>
                      <a:pt x="12" y="64"/>
                    </a:lnTo>
                    <a:lnTo>
                      <a:pt x="16" y="60"/>
                    </a:lnTo>
                    <a:lnTo>
                      <a:pt x="16" y="60"/>
                    </a:lnTo>
                    <a:lnTo>
                      <a:pt x="16" y="60"/>
                    </a:lnTo>
                    <a:lnTo>
                      <a:pt x="16" y="56"/>
                    </a:lnTo>
                    <a:lnTo>
                      <a:pt x="16" y="56"/>
                    </a:lnTo>
                    <a:lnTo>
                      <a:pt x="12" y="56"/>
                    </a:lnTo>
                    <a:lnTo>
                      <a:pt x="12" y="52"/>
                    </a:lnTo>
                    <a:lnTo>
                      <a:pt x="12" y="56"/>
                    </a:lnTo>
                    <a:lnTo>
                      <a:pt x="12" y="52"/>
                    </a:lnTo>
                    <a:lnTo>
                      <a:pt x="12" y="52"/>
                    </a:lnTo>
                    <a:lnTo>
                      <a:pt x="12" y="52"/>
                    </a:lnTo>
                    <a:lnTo>
                      <a:pt x="12" y="52"/>
                    </a:lnTo>
                    <a:lnTo>
                      <a:pt x="12" y="52"/>
                    </a:lnTo>
                    <a:lnTo>
                      <a:pt x="12" y="52"/>
                    </a:lnTo>
                    <a:lnTo>
                      <a:pt x="8" y="52"/>
                    </a:lnTo>
                    <a:lnTo>
                      <a:pt x="8" y="52"/>
                    </a:lnTo>
                    <a:lnTo>
                      <a:pt x="8" y="52"/>
                    </a:lnTo>
                    <a:lnTo>
                      <a:pt x="8" y="52"/>
                    </a:lnTo>
                    <a:lnTo>
                      <a:pt x="8" y="52"/>
                    </a:lnTo>
                    <a:lnTo>
                      <a:pt x="8" y="52"/>
                    </a:lnTo>
                    <a:lnTo>
                      <a:pt x="4" y="52"/>
                    </a:lnTo>
                    <a:lnTo>
                      <a:pt x="4" y="48"/>
                    </a:lnTo>
                    <a:lnTo>
                      <a:pt x="4" y="48"/>
                    </a:lnTo>
                    <a:lnTo>
                      <a:pt x="4" y="44"/>
                    </a:lnTo>
                    <a:lnTo>
                      <a:pt x="4" y="44"/>
                    </a:lnTo>
                    <a:lnTo>
                      <a:pt x="4" y="44"/>
                    </a:lnTo>
                    <a:lnTo>
                      <a:pt x="4" y="42"/>
                    </a:lnTo>
                    <a:lnTo>
                      <a:pt x="4" y="42"/>
                    </a:lnTo>
                    <a:lnTo>
                      <a:pt x="4" y="42"/>
                    </a:lnTo>
                    <a:lnTo>
                      <a:pt x="4" y="42"/>
                    </a:lnTo>
                    <a:lnTo>
                      <a:pt x="4" y="42"/>
                    </a:lnTo>
                    <a:lnTo>
                      <a:pt x="4" y="42"/>
                    </a:lnTo>
                    <a:lnTo>
                      <a:pt x="4" y="38"/>
                    </a:lnTo>
                    <a:lnTo>
                      <a:pt x="4" y="38"/>
                    </a:lnTo>
                    <a:lnTo>
                      <a:pt x="4" y="34"/>
                    </a:lnTo>
                    <a:lnTo>
                      <a:pt x="4" y="34"/>
                    </a:lnTo>
                    <a:lnTo>
                      <a:pt x="4" y="34"/>
                    </a:lnTo>
                    <a:lnTo>
                      <a:pt x="4" y="30"/>
                    </a:lnTo>
                    <a:lnTo>
                      <a:pt x="4" y="30"/>
                    </a:lnTo>
                    <a:lnTo>
                      <a:pt x="4" y="30"/>
                    </a:lnTo>
                    <a:lnTo>
                      <a:pt x="4" y="26"/>
                    </a:lnTo>
                    <a:lnTo>
                      <a:pt x="8" y="26"/>
                    </a:lnTo>
                    <a:lnTo>
                      <a:pt x="8" y="30"/>
                    </a:lnTo>
                    <a:lnTo>
                      <a:pt x="8" y="30"/>
                    </a:lnTo>
                    <a:lnTo>
                      <a:pt x="8" y="30"/>
                    </a:lnTo>
                    <a:lnTo>
                      <a:pt x="8" y="30"/>
                    </a:lnTo>
                    <a:lnTo>
                      <a:pt x="8" y="30"/>
                    </a:lnTo>
                    <a:lnTo>
                      <a:pt x="8" y="30"/>
                    </a:lnTo>
                    <a:lnTo>
                      <a:pt x="8" y="30"/>
                    </a:lnTo>
                    <a:lnTo>
                      <a:pt x="8" y="26"/>
                    </a:lnTo>
                    <a:lnTo>
                      <a:pt x="8" y="26"/>
                    </a:lnTo>
                    <a:lnTo>
                      <a:pt x="12" y="26"/>
                    </a:lnTo>
                    <a:lnTo>
                      <a:pt x="12" y="26"/>
                    </a:lnTo>
                    <a:lnTo>
                      <a:pt x="12" y="26"/>
                    </a:lnTo>
                    <a:lnTo>
                      <a:pt x="12" y="22"/>
                    </a:lnTo>
                    <a:lnTo>
                      <a:pt x="12" y="22"/>
                    </a:lnTo>
                    <a:lnTo>
                      <a:pt x="12" y="22"/>
                    </a:lnTo>
                    <a:lnTo>
                      <a:pt x="16" y="22"/>
                    </a:lnTo>
                    <a:lnTo>
                      <a:pt x="16" y="22"/>
                    </a:lnTo>
                    <a:lnTo>
                      <a:pt x="16" y="22"/>
                    </a:lnTo>
                    <a:lnTo>
                      <a:pt x="16" y="22"/>
                    </a:lnTo>
                    <a:lnTo>
                      <a:pt x="16" y="22"/>
                    </a:lnTo>
                    <a:lnTo>
                      <a:pt x="16" y="18"/>
                    </a:lnTo>
                    <a:lnTo>
                      <a:pt x="16" y="18"/>
                    </a:lnTo>
                    <a:lnTo>
                      <a:pt x="16" y="18"/>
                    </a:lnTo>
                    <a:lnTo>
                      <a:pt x="16" y="18"/>
                    </a:lnTo>
                    <a:lnTo>
                      <a:pt x="16" y="14"/>
                    </a:lnTo>
                    <a:lnTo>
                      <a:pt x="16" y="14"/>
                    </a:lnTo>
                    <a:lnTo>
                      <a:pt x="16" y="12"/>
                    </a:lnTo>
                    <a:lnTo>
                      <a:pt x="16" y="12"/>
                    </a:lnTo>
                    <a:lnTo>
                      <a:pt x="16" y="12"/>
                    </a:lnTo>
                    <a:lnTo>
                      <a:pt x="16" y="12"/>
                    </a:lnTo>
                    <a:lnTo>
                      <a:pt x="20" y="12"/>
                    </a:lnTo>
                    <a:lnTo>
                      <a:pt x="20" y="12"/>
                    </a:lnTo>
                    <a:lnTo>
                      <a:pt x="24" y="12"/>
                    </a:lnTo>
                    <a:lnTo>
                      <a:pt x="24" y="14"/>
                    </a:lnTo>
                    <a:lnTo>
                      <a:pt x="24" y="14"/>
                    </a:lnTo>
                    <a:lnTo>
                      <a:pt x="24" y="14"/>
                    </a:lnTo>
                    <a:lnTo>
                      <a:pt x="26" y="14"/>
                    </a:lnTo>
                    <a:lnTo>
                      <a:pt x="26" y="14"/>
                    </a:lnTo>
                    <a:lnTo>
                      <a:pt x="30" y="12"/>
                    </a:lnTo>
                    <a:lnTo>
                      <a:pt x="30" y="12"/>
                    </a:lnTo>
                    <a:lnTo>
                      <a:pt x="30" y="12"/>
                    </a:lnTo>
                    <a:lnTo>
                      <a:pt x="30" y="12"/>
                    </a:lnTo>
                    <a:lnTo>
                      <a:pt x="30" y="12"/>
                    </a:lnTo>
                    <a:lnTo>
                      <a:pt x="34" y="12"/>
                    </a:lnTo>
                    <a:lnTo>
                      <a:pt x="34" y="12"/>
                    </a:lnTo>
                    <a:lnTo>
                      <a:pt x="34" y="12"/>
                    </a:lnTo>
                    <a:lnTo>
                      <a:pt x="34" y="12"/>
                    </a:lnTo>
                    <a:lnTo>
                      <a:pt x="34" y="12"/>
                    </a:lnTo>
                    <a:lnTo>
                      <a:pt x="34" y="12"/>
                    </a:lnTo>
                    <a:lnTo>
                      <a:pt x="38" y="12"/>
                    </a:lnTo>
                    <a:lnTo>
                      <a:pt x="38" y="8"/>
                    </a:lnTo>
                    <a:lnTo>
                      <a:pt x="38" y="8"/>
                    </a:lnTo>
                    <a:lnTo>
                      <a:pt x="42" y="8"/>
                    </a:lnTo>
                    <a:lnTo>
                      <a:pt x="42" y="8"/>
                    </a:lnTo>
                    <a:lnTo>
                      <a:pt x="42" y="12"/>
                    </a:lnTo>
                    <a:lnTo>
                      <a:pt x="42" y="12"/>
                    </a:lnTo>
                    <a:lnTo>
                      <a:pt x="46" y="12"/>
                    </a:lnTo>
                    <a:lnTo>
                      <a:pt x="46" y="12"/>
                    </a:lnTo>
                    <a:lnTo>
                      <a:pt x="46" y="12"/>
                    </a:lnTo>
                    <a:lnTo>
                      <a:pt x="46" y="12"/>
                    </a:lnTo>
                    <a:lnTo>
                      <a:pt x="50" y="12"/>
                    </a:lnTo>
                    <a:lnTo>
                      <a:pt x="50" y="12"/>
                    </a:lnTo>
                    <a:lnTo>
                      <a:pt x="50" y="12"/>
                    </a:lnTo>
                    <a:lnTo>
                      <a:pt x="50" y="12"/>
                    </a:lnTo>
                    <a:lnTo>
                      <a:pt x="50" y="12"/>
                    </a:lnTo>
                    <a:lnTo>
                      <a:pt x="50" y="12"/>
                    </a:lnTo>
                    <a:lnTo>
                      <a:pt x="50" y="12"/>
                    </a:lnTo>
                    <a:lnTo>
                      <a:pt x="52" y="14"/>
                    </a:lnTo>
                    <a:lnTo>
                      <a:pt x="52" y="14"/>
                    </a:lnTo>
                    <a:lnTo>
                      <a:pt x="52" y="14"/>
                    </a:lnTo>
                    <a:lnTo>
                      <a:pt x="52" y="14"/>
                    </a:lnTo>
                    <a:lnTo>
                      <a:pt x="56" y="12"/>
                    </a:lnTo>
                    <a:lnTo>
                      <a:pt x="56" y="12"/>
                    </a:lnTo>
                    <a:lnTo>
                      <a:pt x="60" y="12"/>
                    </a:lnTo>
                    <a:lnTo>
                      <a:pt x="64" y="12"/>
                    </a:lnTo>
                    <a:lnTo>
                      <a:pt x="64" y="12"/>
                    </a:lnTo>
                    <a:lnTo>
                      <a:pt x="64" y="12"/>
                    </a:lnTo>
                    <a:lnTo>
                      <a:pt x="68" y="8"/>
                    </a:lnTo>
                    <a:lnTo>
                      <a:pt x="68" y="8"/>
                    </a:lnTo>
                    <a:lnTo>
                      <a:pt x="68" y="8"/>
                    </a:lnTo>
                    <a:lnTo>
                      <a:pt x="68" y="8"/>
                    </a:lnTo>
                    <a:lnTo>
                      <a:pt x="68" y="8"/>
                    </a:lnTo>
                    <a:lnTo>
                      <a:pt x="72" y="8"/>
                    </a:lnTo>
                    <a:lnTo>
                      <a:pt x="72" y="8"/>
                    </a:lnTo>
                    <a:lnTo>
                      <a:pt x="72" y="8"/>
                    </a:lnTo>
                    <a:lnTo>
                      <a:pt x="72" y="4"/>
                    </a:lnTo>
                    <a:lnTo>
                      <a:pt x="72" y="4"/>
                    </a:lnTo>
                    <a:lnTo>
                      <a:pt x="76" y="4"/>
                    </a:lnTo>
                    <a:lnTo>
                      <a:pt x="76" y="4"/>
                    </a:lnTo>
                    <a:lnTo>
                      <a:pt x="76" y="4"/>
                    </a:lnTo>
                    <a:lnTo>
                      <a:pt x="76" y="4"/>
                    </a:lnTo>
                    <a:lnTo>
                      <a:pt x="80" y="4"/>
                    </a:lnTo>
                    <a:lnTo>
                      <a:pt x="80" y="4"/>
                    </a:lnTo>
                    <a:lnTo>
                      <a:pt x="82" y="4"/>
                    </a:lnTo>
                    <a:lnTo>
                      <a:pt x="82" y="4"/>
                    </a:lnTo>
                    <a:lnTo>
                      <a:pt x="82" y="4"/>
                    </a:lnTo>
                    <a:lnTo>
                      <a:pt x="86" y="4"/>
                    </a:lnTo>
                    <a:lnTo>
                      <a:pt x="90" y="4"/>
                    </a:lnTo>
                    <a:lnTo>
                      <a:pt x="90" y="4"/>
                    </a:lnTo>
                    <a:lnTo>
                      <a:pt x="94" y="4"/>
                    </a:lnTo>
                    <a:lnTo>
                      <a:pt x="94" y="4"/>
                    </a:lnTo>
                    <a:lnTo>
                      <a:pt x="94" y="4"/>
                    </a:lnTo>
                    <a:lnTo>
                      <a:pt x="94" y="0"/>
                    </a:lnTo>
                    <a:lnTo>
                      <a:pt x="94" y="0"/>
                    </a:lnTo>
                    <a:lnTo>
                      <a:pt x="98" y="0"/>
                    </a:lnTo>
                    <a:lnTo>
                      <a:pt x="98" y="4"/>
                    </a:lnTo>
                    <a:lnTo>
                      <a:pt x="98" y="4"/>
                    </a:lnTo>
                    <a:lnTo>
                      <a:pt x="98" y="4"/>
                    </a:lnTo>
                    <a:lnTo>
                      <a:pt x="98" y="4"/>
                    </a:lnTo>
                    <a:lnTo>
                      <a:pt x="98" y="8"/>
                    </a:lnTo>
                    <a:lnTo>
                      <a:pt x="98" y="8"/>
                    </a:lnTo>
                    <a:lnTo>
                      <a:pt x="90" y="14"/>
                    </a:lnTo>
                    <a:lnTo>
                      <a:pt x="82" y="14"/>
                    </a:lnTo>
                    <a:lnTo>
                      <a:pt x="82" y="18"/>
                    </a:lnTo>
                    <a:lnTo>
                      <a:pt x="82" y="18"/>
                    </a:lnTo>
                    <a:lnTo>
                      <a:pt x="82" y="26"/>
                    </a:lnTo>
                    <a:lnTo>
                      <a:pt x="82" y="26"/>
                    </a:lnTo>
                    <a:lnTo>
                      <a:pt x="82" y="30"/>
                    </a:lnTo>
                    <a:lnTo>
                      <a:pt x="82" y="30"/>
                    </a:lnTo>
                    <a:lnTo>
                      <a:pt x="82" y="34"/>
                    </a:lnTo>
                    <a:lnTo>
                      <a:pt x="82" y="34"/>
                    </a:lnTo>
                    <a:lnTo>
                      <a:pt x="82" y="34"/>
                    </a:lnTo>
                    <a:lnTo>
                      <a:pt x="82" y="38"/>
                    </a:lnTo>
                    <a:lnTo>
                      <a:pt x="82" y="38"/>
                    </a:lnTo>
                    <a:lnTo>
                      <a:pt x="82" y="38"/>
                    </a:lnTo>
                    <a:lnTo>
                      <a:pt x="82" y="38"/>
                    </a:lnTo>
                    <a:lnTo>
                      <a:pt x="82" y="38"/>
                    </a:lnTo>
                    <a:lnTo>
                      <a:pt x="82" y="38"/>
                    </a:lnTo>
                    <a:lnTo>
                      <a:pt x="80" y="42"/>
                    </a:lnTo>
                    <a:lnTo>
                      <a:pt x="80" y="42"/>
                    </a:lnTo>
                    <a:lnTo>
                      <a:pt x="80" y="42"/>
                    </a:lnTo>
                    <a:lnTo>
                      <a:pt x="80" y="42"/>
                    </a:lnTo>
                    <a:lnTo>
                      <a:pt x="80" y="42"/>
                    </a:lnTo>
                    <a:lnTo>
                      <a:pt x="80" y="44"/>
                    </a:lnTo>
                    <a:lnTo>
                      <a:pt x="80" y="44"/>
                    </a:lnTo>
                    <a:lnTo>
                      <a:pt x="80" y="48"/>
                    </a:lnTo>
                    <a:lnTo>
                      <a:pt x="80" y="52"/>
                    </a:lnTo>
                    <a:lnTo>
                      <a:pt x="80" y="56"/>
                    </a:lnTo>
                    <a:lnTo>
                      <a:pt x="80" y="56"/>
                    </a:lnTo>
                    <a:lnTo>
                      <a:pt x="72" y="60"/>
                    </a:lnTo>
                    <a:lnTo>
                      <a:pt x="68" y="64"/>
                    </a:lnTo>
                    <a:lnTo>
                      <a:pt x="64" y="64"/>
                    </a:lnTo>
                    <a:lnTo>
                      <a:pt x="64" y="64"/>
                    </a:lnTo>
                    <a:lnTo>
                      <a:pt x="60" y="68"/>
                    </a:lnTo>
                    <a:lnTo>
                      <a:pt x="56" y="68"/>
                    </a:lnTo>
                    <a:lnTo>
                      <a:pt x="52" y="72"/>
                    </a:lnTo>
                    <a:lnTo>
                      <a:pt x="50" y="76"/>
                    </a:lnTo>
                    <a:lnTo>
                      <a:pt x="46" y="76"/>
                    </a:lnTo>
                    <a:lnTo>
                      <a:pt x="46" y="76"/>
                    </a:lnTo>
                    <a:lnTo>
                      <a:pt x="46" y="76"/>
                    </a:lnTo>
                    <a:lnTo>
                      <a:pt x="42" y="78"/>
                    </a:lnTo>
                    <a:lnTo>
                      <a:pt x="38" y="78"/>
                    </a:lnTo>
                    <a:lnTo>
                      <a:pt x="34" y="82"/>
                    </a:lnTo>
                    <a:lnTo>
                      <a:pt x="30" y="86"/>
                    </a:lnTo>
                    <a:lnTo>
                      <a:pt x="26" y="90"/>
                    </a:lnTo>
                    <a:lnTo>
                      <a:pt x="26" y="90"/>
                    </a:lnTo>
                    <a:lnTo>
                      <a:pt x="26" y="90"/>
                    </a:lnTo>
                    <a:lnTo>
                      <a:pt x="24" y="90"/>
                    </a:lnTo>
                    <a:lnTo>
                      <a:pt x="20" y="94"/>
                    </a:lnTo>
                    <a:lnTo>
                      <a:pt x="20" y="94"/>
                    </a:lnTo>
                    <a:lnTo>
                      <a:pt x="16" y="94"/>
                    </a:lnTo>
                    <a:lnTo>
                      <a:pt x="16" y="94"/>
                    </a:lnTo>
                    <a:lnTo>
                      <a:pt x="16" y="94"/>
                    </a:lnTo>
                    <a:lnTo>
                      <a:pt x="12" y="94"/>
                    </a:lnTo>
                    <a:lnTo>
                      <a:pt x="12" y="94"/>
                    </a:lnTo>
                    <a:lnTo>
                      <a:pt x="12" y="94"/>
                    </a:lnTo>
                    <a:lnTo>
                      <a:pt x="12" y="94"/>
                    </a:lnTo>
                    <a:lnTo>
                      <a:pt x="8" y="90"/>
                    </a:lnTo>
                    <a:lnTo>
                      <a:pt x="8" y="90"/>
                    </a:lnTo>
                    <a:lnTo>
                      <a:pt x="8" y="90"/>
                    </a:lnTo>
                    <a:lnTo>
                      <a:pt x="8" y="90"/>
                    </a:lnTo>
                    <a:lnTo>
                      <a:pt x="8" y="90"/>
                    </a:lnTo>
                    <a:lnTo>
                      <a:pt x="8" y="90"/>
                    </a:lnTo>
                    <a:lnTo>
                      <a:pt x="4" y="86"/>
                    </a:lnTo>
                    <a:lnTo>
                      <a:pt x="4" y="86"/>
                    </a:lnTo>
                    <a:lnTo>
                      <a:pt x="4" y="86"/>
                    </a:lnTo>
                    <a:lnTo>
                      <a:pt x="0" y="86"/>
                    </a:lnTo>
                    <a:lnTo>
                      <a:pt x="0" y="90"/>
                    </a:lnTo>
                    <a:lnTo>
                      <a:pt x="0" y="86"/>
                    </a:lnTo>
                    <a:lnTo>
                      <a:pt x="0" y="86"/>
                    </a:lnTo>
                    <a:lnTo>
                      <a:pt x="0" y="86"/>
                    </a:lnTo>
                    <a:lnTo>
                      <a:pt x="0" y="86"/>
                    </a:lnTo>
                    <a:lnTo>
                      <a:pt x="0" y="86"/>
                    </a:lnTo>
                    <a:lnTo>
                      <a:pt x="0" y="86"/>
                    </a:lnTo>
                    <a:lnTo>
                      <a:pt x="0" y="86"/>
                    </a:lnTo>
                    <a:lnTo>
                      <a:pt x="0" y="86"/>
                    </a:lnTo>
                    <a:lnTo>
                      <a:pt x="0" y="82"/>
                    </a:lnTo>
                    <a:lnTo>
                      <a:pt x="0" y="82"/>
                    </a:lnTo>
                    <a:lnTo>
                      <a:pt x="0" y="82"/>
                    </a:lnTo>
                    <a:lnTo>
                      <a:pt x="0" y="82"/>
                    </a:lnTo>
                    <a:lnTo>
                      <a:pt x="0" y="82"/>
                    </a:lnTo>
                    <a:lnTo>
                      <a:pt x="0" y="78"/>
                    </a:lnTo>
                    <a:lnTo>
                      <a:pt x="0" y="78"/>
                    </a:lnTo>
                    <a:lnTo>
                      <a:pt x="0" y="78"/>
                    </a:lnTo>
                    <a:lnTo>
                      <a:pt x="0" y="78"/>
                    </a:lnTo>
                    <a:lnTo>
                      <a:pt x="0" y="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1" name="Freeform 55"/>
              <p:cNvSpPr>
                <a:spLocks/>
              </p:cNvSpPr>
              <p:nvPr/>
            </p:nvSpPr>
            <p:spPr bwMode="gray">
              <a:xfrm>
                <a:off x="6459213" y="3243074"/>
                <a:ext cx="187840" cy="153054"/>
              </a:xfrm>
              <a:custGeom>
                <a:avLst/>
                <a:gdLst>
                  <a:gd name="T0" fmla="*/ 100 w 108"/>
                  <a:gd name="T1" fmla="*/ 72 h 88"/>
                  <a:gd name="T2" fmla="*/ 90 w 108"/>
                  <a:gd name="T3" fmla="*/ 76 h 88"/>
                  <a:gd name="T4" fmla="*/ 90 w 108"/>
                  <a:gd name="T5" fmla="*/ 72 h 88"/>
                  <a:gd name="T6" fmla="*/ 82 w 108"/>
                  <a:gd name="T7" fmla="*/ 72 h 88"/>
                  <a:gd name="T8" fmla="*/ 74 w 108"/>
                  <a:gd name="T9" fmla="*/ 76 h 88"/>
                  <a:gd name="T10" fmla="*/ 68 w 108"/>
                  <a:gd name="T11" fmla="*/ 80 h 88"/>
                  <a:gd name="T12" fmla="*/ 60 w 108"/>
                  <a:gd name="T13" fmla="*/ 84 h 88"/>
                  <a:gd name="T14" fmla="*/ 56 w 108"/>
                  <a:gd name="T15" fmla="*/ 72 h 88"/>
                  <a:gd name="T16" fmla="*/ 60 w 108"/>
                  <a:gd name="T17" fmla="*/ 64 h 88"/>
                  <a:gd name="T18" fmla="*/ 52 w 108"/>
                  <a:gd name="T19" fmla="*/ 60 h 88"/>
                  <a:gd name="T20" fmla="*/ 52 w 108"/>
                  <a:gd name="T21" fmla="*/ 54 h 88"/>
                  <a:gd name="T22" fmla="*/ 44 w 108"/>
                  <a:gd name="T23" fmla="*/ 58 h 88"/>
                  <a:gd name="T24" fmla="*/ 38 w 108"/>
                  <a:gd name="T25" fmla="*/ 64 h 88"/>
                  <a:gd name="T26" fmla="*/ 38 w 108"/>
                  <a:gd name="T27" fmla="*/ 68 h 88"/>
                  <a:gd name="T28" fmla="*/ 26 w 108"/>
                  <a:gd name="T29" fmla="*/ 72 h 88"/>
                  <a:gd name="T30" fmla="*/ 22 w 108"/>
                  <a:gd name="T31" fmla="*/ 72 h 88"/>
                  <a:gd name="T32" fmla="*/ 12 w 108"/>
                  <a:gd name="T33" fmla="*/ 76 h 88"/>
                  <a:gd name="T34" fmla="*/ 4 w 108"/>
                  <a:gd name="T35" fmla="*/ 76 h 88"/>
                  <a:gd name="T36" fmla="*/ 8 w 108"/>
                  <a:gd name="T37" fmla="*/ 68 h 88"/>
                  <a:gd name="T38" fmla="*/ 12 w 108"/>
                  <a:gd name="T39" fmla="*/ 58 h 88"/>
                  <a:gd name="T40" fmla="*/ 12 w 108"/>
                  <a:gd name="T41" fmla="*/ 54 h 88"/>
                  <a:gd name="T42" fmla="*/ 12 w 108"/>
                  <a:gd name="T43" fmla="*/ 46 h 88"/>
                  <a:gd name="T44" fmla="*/ 4 w 108"/>
                  <a:gd name="T45" fmla="*/ 42 h 88"/>
                  <a:gd name="T46" fmla="*/ 0 w 108"/>
                  <a:gd name="T47" fmla="*/ 34 h 88"/>
                  <a:gd name="T48" fmla="*/ 8 w 108"/>
                  <a:gd name="T49" fmla="*/ 28 h 88"/>
                  <a:gd name="T50" fmla="*/ 14 w 108"/>
                  <a:gd name="T51" fmla="*/ 30 h 88"/>
                  <a:gd name="T52" fmla="*/ 18 w 108"/>
                  <a:gd name="T53" fmla="*/ 24 h 88"/>
                  <a:gd name="T54" fmla="*/ 18 w 108"/>
                  <a:gd name="T55" fmla="*/ 20 h 88"/>
                  <a:gd name="T56" fmla="*/ 18 w 108"/>
                  <a:gd name="T57" fmla="*/ 16 h 88"/>
                  <a:gd name="T58" fmla="*/ 26 w 108"/>
                  <a:gd name="T59" fmla="*/ 12 h 88"/>
                  <a:gd name="T60" fmla="*/ 30 w 108"/>
                  <a:gd name="T61" fmla="*/ 4 h 88"/>
                  <a:gd name="T62" fmla="*/ 38 w 108"/>
                  <a:gd name="T63" fmla="*/ 8 h 88"/>
                  <a:gd name="T64" fmla="*/ 42 w 108"/>
                  <a:gd name="T65" fmla="*/ 0 h 88"/>
                  <a:gd name="T66" fmla="*/ 48 w 108"/>
                  <a:gd name="T67" fmla="*/ 4 h 88"/>
                  <a:gd name="T68" fmla="*/ 44 w 108"/>
                  <a:gd name="T69" fmla="*/ 12 h 88"/>
                  <a:gd name="T70" fmla="*/ 44 w 108"/>
                  <a:gd name="T71" fmla="*/ 16 h 88"/>
                  <a:gd name="T72" fmla="*/ 44 w 108"/>
                  <a:gd name="T73" fmla="*/ 20 h 88"/>
                  <a:gd name="T74" fmla="*/ 44 w 108"/>
                  <a:gd name="T75" fmla="*/ 24 h 88"/>
                  <a:gd name="T76" fmla="*/ 38 w 108"/>
                  <a:gd name="T77" fmla="*/ 16 h 88"/>
                  <a:gd name="T78" fmla="*/ 30 w 108"/>
                  <a:gd name="T79" fmla="*/ 24 h 88"/>
                  <a:gd name="T80" fmla="*/ 26 w 108"/>
                  <a:gd name="T81" fmla="*/ 24 h 88"/>
                  <a:gd name="T82" fmla="*/ 30 w 108"/>
                  <a:gd name="T83" fmla="*/ 30 h 88"/>
                  <a:gd name="T84" fmla="*/ 42 w 108"/>
                  <a:gd name="T85" fmla="*/ 30 h 88"/>
                  <a:gd name="T86" fmla="*/ 44 w 108"/>
                  <a:gd name="T87" fmla="*/ 30 h 88"/>
                  <a:gd name="T88" fmla="*/ 52 w 108"/>
                  <a:gd name="T89" fmla="*/ 30 h 88"/>
                  <a:gd name="T90" fmla="*/ 60 w 108"/>
                  <a:gd name="T91" fmla="*/ 30 h 88"/>
                  <a:gd name="T92" fmla="*/ 60 w 108"/>
                  <a:gd name="T93" fmla="*/ 34 h 88"/>
                  <a:gd name="T94" fmla="*/ 68 w 108"/>
                  <a:gd name="T95" fmla="*/ 38 h 88"/>
                  <a:gd name="T96" fmla="*/ 74 w 108"/>
                  <a:gd name="T97" fmla="*/ 34 h 88"/>
                  <a:gd name="T98" fmla="*/ 82 w 108"/>
                  <a:gd name="T99" fmla="*/ 30 h 88"/>
                  <a:gd name="T100" fmla="*/ 90 w 108"/>
                  <a:gd name="T101" fmla="*/ 34 h 88"/>
                  <a:gd name="T102" fmla="*/ 90 w 108"/>
                  <a:gd name="T103" fmla="*/ 42 h 88"/>
                  <a:gd name="T104" fmla="*/ 94 w 108"/>
                  <a:gd name="T105" fmla="*/ 50 h 88"/>
                  <a:gd name="T106" fmla="*/ 100 w 108"/>
                  <a:gd name="T107" fmla="*/ 50 h 88"/>
                  <a:gd name="T108" fmla="*/ 104 w 108"/>
                  <a:gd name="T109" fmla="*/ 58 h 88"/>
                  <a:gd name="T110" fmla="*/ 108 w 108"/>
                  <a:gd name="T111" fmla="*/ 64 h 88"/>
                  <a:gd name="T112" fmla="*/ 108 w 108"/>
                  <a:gd name="T113" fmla="*/ 68 h 88"/>
                  <a:gd name="T114" fmla="*/ 104 w 108"/>
                  <a:gd name="T115" fmla="*/ 7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08" h="88">
                    <a:moveTo>
                      <a:pt x="104" y="76"/>
                    </a:moveTo>
                    <a:lnTo>
                      <a:pt x="104" y="72"/>
                    </a:lnTo>
                    <a:lnTo>
                      <a:pt x="100" y="72"/>
                    </a:lnTo>
                    <a:lnTo>
                      <a:pt x="98" y="72"/>
                    </a:lnTo>
                    <a:lnTo>
                      <a:pt x="94" y="72"/>
                    </a:lnTo>
                    <a:lnTo>
                      <a:pt x="90" y="76"/>
                    </a:lnTo>
                    <a:lnTo>
                      <a:pt x="86" y="76"/>
                    </a:lnTo>
                    <a:lnTo>
                      <a:pt x="86" y="72"/>
                    </a:lnTo>
                    <a:lnTo>
                      <a:pt x="90" y="72"/>
                    </a:lnTo>
                    <a:lnTo>
                      <a:pt x="86" y="72"/>
                    </a:lnTo>
                    <a:lnTo>
                      <a:pt x="86" y="68"/>
                    </a:lnTo>
                    <a:lnTo>
                      <a:pt x="82" y="72"/>
                    </a:lnTo>
                    <a:lnTo>
                      <a:pt x="78" y="72"/>
                    </a:lnTo>
                    <a:lnTo>
                      <a:pt x="78" y="76"/>
                    </a:lnTo>
                    <a:lnTo>
                      <a:pt x="74" y="76"/>
                    </a:lnTo>
                    <a:lnTo>
                      <a:pt x="74" y="80"/>
                    </a:lnTo>
                    <a:lnTo>
                      <a:pt x="70" y="80"/>
                    </a:lnTo>
                    <a:lnTo>
                      <a:pt x="68" y="80"/>
                    </a:lnTo>
                    <a:lnTo>
                      <a:pt x="64" y="84"/>
                    </a:lnTo>
                    <a:lnTo>
                      <a:pt x="60" y="88"/>
                    </a:lnTo>
                    <a:lnTo>
                      <a:pt x="60" y="84"/>
                    </a:lnTo>
                    <a:lnTo>
                      <a:pt x="56" y="80"/>
                    </a:lnTo>
                    <a:lnTo>
                      <a:pt x="56" y="76"/>
                    </a:lnTo>
                    <a:lnTo>
                      <a:pt x="56" y="72"/>
                    </a:lnTo>
                    <a:lnTo>
                      <a:pt x="56" y="68"/>
                    </a:lnTo>
                    <a:lnTo>
                      <a:pt x="56" y="64"/>
                    </a:lnTo>
                    <a:lnTo>
                      <a:pt x="60" y="64"/>
                    </a:lnTo>
                    <a:lnTo>
                      <a:pt x="60" y="60"/>
                    </a:lnTo>
                    <a:lnTo>
                      <a:pt x="56" y="60"/>
                    </a:lnTo>
                    <a:lnTo>
                      <a:pt x="52" y="60"/>
                    </a:lnTo>
                    <a:lnTo>
                      <a:pt x="56" y="58"/>
                    </a:lnTo>
                    <a:lnTo>
                      <a:pt x="56" y="54"/>
                    </a:lnTo>
                    <a:lnTo>
                      <a:pt x="52" y="54"/>
                    </a:lnTo>
                    <a:lnTo>
                      <a:pt x="48" y="50"/>
                    </a:lnTo>
                    <a:lnTo>
                      <a:pt x="44" y="54"/>
                    </a:lnTo>
                    <a:lnTo>
                      <a:pt x="44" y="58"/>
                    </a:lnTo>
                    <a:lnTo>
                      <a:pt x="42" y="60"/>
                    </a:lnTo>
                    <a:lnTo>
                      <a:pt x="38" y="60"/>
                    </a:lnTo>
                    <a:lnTo>
                      <a:pt x="38" y="64"/>
                    </a:lnTo>
                    <a:lnTo>
                      <a:pt x="42" y="64"/>
                    </a:lnTo>
                    <a:lnTo>
                      <a:pt x="42" y="68"/>
                    </a:lnTo>
                    <a:lnTo>
                      <a:pt x="38" y="68"/>
                    </a:lnTo>
                    <a:lnTo>
                      <a:pt x="34" y="68"/>
                    </a:lnTo>
                    <a:lnTo>
                      <a:pt x="30" y="68"/>
                    </a:lnTo>
                    <a:lnTo>
                      <a:pt x="26" y="72"/>
                    </a:lnTo>
                    <a:lnTo>
                      <a:pt x="26" y="76"/>
                    </a:lnTo>
                    <a:lnTo>
                      <a:pt x="22" y="76"/>
                    </a:lnTo>
                    <a:lnTo>
                      <a:pt x="22" y="72"/>
                    </a:lnTo>
                    <a:lnTo>
                      <a:pt x="18" y="72"/>
                    </a:lnTo>
                    <a:lnTo>
                      <a:pt x="14" y="76"/>
                    </a:lnTo>
                    <a:lnTo>
                      <a:pt x="12" y="76"/>
                    </a:lnTo>
                    <a:lnTo>
                      <a:pt x="12" y="80"/>
                    </a:lnTo>
                    <a:lnTo>
                      <a:pt x="8" y="80"/>
                    </a:lnTo>
                    <a:lnTo>
                      <a:pt x="4" y="76"/>
                    </a:lnTo>
                    <a:lnTo>
                      <a:pt x="4" y="72"/>
                    </a:lnTo>
                    <a:lnTo>
                      <a:pt x="4" y="68"/>
                    </a:lnTo>
                    <a:lnTo>
                      <a:pt x="8" y="68"/>
                    </a:lnTo>
                    <a:lnTo>
                      <a:pt x="8" y="64"/>
                    </a:lnTo>
                    <a:lnTo>
                      <a:pt x="12" y="60"/>
                    </a:lnTo>
                    <a:lnTo>
                      <a:pt x="12" y="58"/>
                    </a:lnTo>
                    <a:lnTo>
                      <a:pt x="14" y="58"/>
                    </a:lnTo>
                    <a:lnTo>
                      <a:pt x="12" y="58"/>
                    </a:lnTo>
                    <a:lnTo>
                      <a:pt x="12" y="54"/>
                    </a:lnTo>
                    <a:lnTo>
                      <a:pt x="8" y="50"/>
                    </a:lnTo>
                    <a:lnTo>
                      <a:pt x="8" y="46"/>
                    </a:lnTo>
                    <a:lnTo>
                      <a:pt x="12" y="46"/>
                    </a:lnTo>
                    <a:lnTo>
                      <a:pt x="12" y="42"/>
                    </a:lnTo>
                    <a:lnTo>
                      <a:pt x="8" y="42"/>
                    </a:lnTo>
                    <a:lnTo>
                      <a:pt x="4" y="42"/>
                    </a:lnTo>
                    <a:lnTo>
                      <a:pt x="4" y="38"/>
                    </a:lnTo>
                    <a:lnTo>
                      <a:pt x="0" y="38"/>
                    </a:lnTo>
                    <a:lnTo>
                      <a:pt x="0" y="34"/>
                    </a:lnTo>
                    <a:lnTo>
                      <a:pt x="0" y="30"/>
                    </a:lnTo>
                    <a:lnTo>
                      <a:pt x="4" y="28"/>
                    </a:lnTo>
                    <a:lnTo>
                      <a:pt x="8" y="28"/>
                    </a:lnTo>
                    <a:lnTo>
                      <a:pt x="8" y="30"/>
                    </a:lnTo>
                    <a:lnTo>
                      <a:pt x="12" y="30"/>
                    </a:lnTo>
                    <a:lnTo>
                      <a:pt x="14" y="30"/>
                    </a:lnTo>
                    <a:lnTo>
                      <a:pt x="14" y="28"/>
                    </a:lnTo>
                    <a:lnTo>
                      <a:pt x="14" y="24"/>
                    </a:lnTo>
                    <a:lnTo>
                      <a:pt x="18" y="24"/>
                    </a:lnTo>
                    <a:lnTo>
                      <a:pt x="18" y="20"/>
                    </a:lnTo>
                    <a:lnTo>
                      <a:pt x="22" y="20"/>
                    </a:lnTo>
                    <a:lnTo>
                      <a:pt x="18" y="20"/>
                    </a:lnTo>
                    <a:lnTo>
                      <a:pt x="14" y="20"/>
                    </a:lnTo>
                    <a:lnTo>
                      <a:pt x="14" y="16"/>
                    </a:lnTo>
                    <a:lnTo>
                      <a:pt x="18" y="16"/>
                    </a:lnTo>
                    <a:lnTo>
                      <a:pt x="22" y="16"/>
                    </a:lnTo>
                    <a:lnTo>
                      <a:pt x="26" y="16"/>
                    </a:lnTo>
                    <a:lnTo>
                      <a:pt x="26" y="12"/>
                    </a:lnTo>
                    <a:lnTo>
                      <a:pt x="26" y="8"/>
                    </a:lnTo>
                    <a:lnTo>
                      <a:pt x="26" y="4"/>
                    </a:lnTo>
                    <a:lnTo>
                      <a:pt x="30" y="4"/>
                    </a:lnTo>
                    <a:lnTo>
                      <a:pt x="30" y="8"/>
                    </a:lnTo>
                    <a:lnTo>
                      <a:pt x="34" y="8"/>
                    </a:lnTo>
                    <a:lnTo>
                      <a:pt x="38" y="8"/>
                    </a:lnTo>
                    <a:lnTo>
                      <a:pt x="38" y="4"/>
                    </a:lnTo>
                    <a:lnTo>
                      <a:pt x="42" y="4"/>
                    </a:lnTo>
                    <a:lnTo>
                      <a:pt x="42" y="0"/>
                    </a:lnTo>
                    <a:lnTo>
                      <a:pt x="44" y="0"/>
                    </a:lnTo>
                    <a:lnTo>
                      <a:pt x="44" y="4"/>
                    </a:lnTo>
                    <a:lnTo>
                      <a:pt x="48" y="4"/>
                    </a:lnTo>
                    <a:lnTo>
                      <a:pt x="48" y="8"/>
                    </a:lnTo>
                    <a:lnTo>
                      <a:pt x="44" y="8"/>
                    </a:lnTo>
                    <a:lnTo>
                      <a:pt x="44" y="12"/>
                    </a:lnTo>
                    <a:lnTo>
                      <a:pt x="42" y="12"/>
                    </a:lnTo>
                    <a:lnTo>
                      <a:pt x="42" y="16"/>
                    </a:lnTo>
                    <a:lnTo>
                      <a:pt x="44" y="16"/>
                    </a:lnTo>
                    <a:lnTo>
                      <a:pt x="48" y="16"/>
                    </a:lnTo>
                    <a:lnTo>
                      <a:pt x="48" y="20"/>
                    </a:lnTo>
                    <a:lnTo>
                      <a:pt x="44" y="20"/>
                    </a:lnTo>
                    <a:lnTo>
                      <a:pt x="44" y="24"/>
                    </a:lnTo>
                    <a:lnTo>
                      <a:pt x="42" y="24"/>
                    </a:lnTo>
                    <a:lnTo>
                      <a:pt x="44" y="24"/>
                    </a:lnTo>
                    <a:lnTo>
                      <a:pt x="44" y="20"/>
                    </a:lnTo>
                    <a:lnTo>
                      <a:pt x="42" y="20"/>
                    </a:lnTo>
                    <a:lnTo>
                      <a:pt x="38" y="16"/>
                    </a:lnTo>
                    <a:lnTo>
                      <a:pt x="34" y="20"/>
                    </a:lnTo>
                    <a:lnTo>
                      <a:pt x="30" y="20"/>
                    </a:lnTo>
                    <a:lnTo>
                      <a:pt x="30" y="24"/>
                    </a:lnTo>
                    <a:lnTo>
                      <a:pt x="26" y="24"/>
                    </a:lnTo>
                    <a:lnTo>
                      <a:pt x="26" y="20"/>
                    </a:lnTo>
                    <a:lnTo>
                      <a:pt x="26" y="24"/>
                    </a:lnTo>
                    <a:lnTo>
                      <a:pt x="26" y="28"/>
                    </a:lnTo>
                    <a:lnTo>
                      <a:pt x="26" y="30"/>
                    </a:lnTo>
                    <a:lnTo>
                      <a:pt x="30" y="30"/>
                    </a:lnTo>
                    <a:lnTo>
                      <a:pt x="34" y="30"/>
                    </a:lnTo>
                    <a:lnTo>
                      <a:pt x="38" y="30"/>
                    </a:lnTo>
                    <a:lnTo>
                      <a:pt x="42" y="30"/>
                    </a:lnTo>
                    <a:lnTo>
                      <a:pt x="42" y="28"/>
                    </a:lnTo>
                    <a:lnTo>
                      <a:pt x="44" y="28"/>
                    </a:lnTo>
                    <a:lnTo>
                      <a:pt x="44" y="30"/>
                    </a:lnTo>
                    <a:lnTo>
                      <a:pt x="48" y="30"/>
                    </a:lnTo>
                    <a:lnTo>
                      <a:pt x="48" y="34"/>
                    </a:lnTo>
                    <a:lnTo>
                      <a:pt x="52" y="30"/>
                    </a:lnTo>
                    <a:lnTo>
                      <a:pt x="56" y="30"/>
                    </a:lnTo>
                    <a:lnTo>
                      <a:pt x="56" y="28"/>
                    </a:lnTo>
                    <a:lnTo>
                      <a:pt x="60" y="30"/>
                    </a:lnTo>
                    <a:lnTo>
                      <a:pt x="56" y="30"/>
                    </a:lnTo>
                    <a:lnTo>
                      <a:pt x="60" y="30"/>
                    </a:lnTo>
                    <a:lnTo>
                      <a:pt x="60" y="34"/>
                    </a:lnTo>
                    <a:lnTo>
                      <a:pt x="64" y="34"/>
                    </a:lnTo>
                    <a:lnTo>
                      <a:pt x="68" y="34"/>
                    </a:lnTo>
                    <a:lnTo>
                      <a:pt x="68" y="38"/>
                    </a:lnTo>
                    <a:lnTo>
                      <a:pt x="68" y="34"/>
                    </a:lnTo>
                    <a:lnTo>
                      <a:pt x="70" y="34"/>
                    </a:lnTo>
                    <a:lnTo>
                      <a:pt x="74" y="34"/>
                    </a:lnTo>
                    <a:lnTo>
                      <a:pt x="78" y="34"/>
                    </a:lnTo>
                    <a:lnTo>
                      <a:pt x="82" y="34"/>
                    </a:lnTo>
                    <a:lnTo>
                      <a:pt x="82" y="30"/>
                    </a:lnTo>
                    <a:lnTo>
                      <a:pt x="86" y="30"/>
                    </a:lnTo>
                    <a:lnTo>
                      <a:pt x="90" y="30"/>
                    </a:lnTo>
                    <a:lnTo>
                      <a:pt x="90" y="34"/>
                    </a:lnTo>
                    <a:lnTo>
                      <a:pt x="86" y="34"/>
                    </a:lnTo>
                    <a:lnTo>
                      <a:pt x="90" y="38"/>
                    </a:lnTo>
                    <a:lnTo>
                      <a:pt x="90" y="42"/>
                    </a:lnTo>
                    <a:lnTo>
                      <a:pt x="90" y="46"/>
                    </a:lnTo>
                    <a:lnTo>
                      <a:pt x="90" y="50"/>
                    </a:lnTo>
                    <a:lnTo>
                      <a:pt x="94" y="50"/>
                    </a:lnTo>
                    <a:lnTo>
                      <a:pt x="94" y="46"/>
                    </a:lnTo>
                    <a:lnTo>
                      <a:pt x="98" y="46"/>
                    </a:lnTo>
                    <a:lnTo>
                      <a:pt x="100" y="50"/>
                    </a:lnTo>
                    <a:lnTo>
                      <a:pt x="104" y="50"/>
                    </a:lnTo>
                    <a:lnTo>
                      <a:pt x="104" y="54"/>
                    </a:lnTo>
                    <a:lnTo>
                      <a:pt x="104" y="58"/>
                    </a:lnTo>
                    <a:lnTo>
                      <a:pt x="104" y="60"/>
                    </a:lnTo>
                    <a:lnTo>
                      <a:pt x="104" y="64"/>
                    </a:lnTo>
                    <a:lnTo>
                      <a:pt x="108" y="64"/>
                    </a:lnTo>
                    <a:lnTo>
                      <a:pt x="104" y="64"/>
                    </a:lnTo>
                    <a:lnTo>
                      <a:pt x="104" y="68"/>
                    </a:lnTo>
                    <a:lnTo>
                      <a:pt x="108" y="68"/>
                    </a:lnTo>
                    <a:lnTo>
                      <a:pt x="108" y="72"/>
                    </a:lnTo>
                    <a:lnTo>
                      <a:pt x="104" y="76"/>
                    </a:lnTo>
                    <a:lnTo>
                      <a:pt x="104" y="76"/>
                    </a:lnTo>
                    <a:lnTo>
                      <a:pt x="104" y="7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2" name="Freeform 56"/>
              <p:cNvSpPr>
                <a:spLocks noEditPoints="1"/>
              </p:cNvSpPr>
              <p:nvPr/>
            </p:nvSpPr>
            <p:spPr bwMode="gray">
              <a:xfrm>
                <a:off x="7193183" y="3907469"/>
                <a:ext cx="205233" cy="448728"/>
              </a:xfrm>
              <a:custGeom>
                <a:avLst/>
                <a:gdLst>
                  <a:gd name="T0" fmla="*/ 54 w 118"/>
                  <a:gd name="T1" fmla="*/ 258 h 258"/>
                  <a:gd name="T2" fmla="*/ 50 w 118"/>
                  <a:gd name="T3" fmla="*/ 246 h 258"/>
                  <a:gd name="T4" fmla="*/ 40 w 118"/>
                  <a:gd name="T5" fmla="*/ 242 h 258"/>
                  <a:gd name="T6" fmla="*/ 36 w 118"/>
                  <a:gd name="T7" fmla="*/ 232 h 258"/>
                  <a:gd name="T8" fmla="*/ 24 w 118"/>
                  <a:gd name="T9" fmla="*/ 220 h 258"/>
                  <a:gd name="T10" fmla="*/ 18 w 118"/>
                  <a:gd name="T11" fmla="*/ 212 h 258"/>
                  <a:gd name="T12" fmla="*/ 14 w 118"/>
                  <a:gd name="T13" fmla="*/ 202 h 258"/>
                  <a:gd name="T14" fmla="*/ 18 w 118"/>
                  <a:gd name="T15" fmla="*/ 182 h 258"/>
                  <a:gd name="T16" fmla="*/ 28 w 118"/>
                  <a:gd name="T17" fmla="*/ 160 h 258"/>
                  <a:gd name="T18" fmla="*/ 32 w 118"/>
                  <a:gd name="T19" fmla="*/ 142 h 258"/>
                  <a:gd name="T20" fmla="*/ 28 w 118"/>
                  <a:gd name="T21" fmla="*/ 122 h 258"/>
                  <a:gd name="T22" fmla="*/ 20 w 118"/>
                  <a:gd name="T23" fmla="*/ 108 h 258"/>
                  <a:gd name="T24" fmla="*/ 14 w 118"/>
                  <a:gd name="T25" fmla="*/ 94 h 258"/>
                  <a:gd name="T26" fmla="*/ 18 w 118"/>
                  <a:gd name="T27" fmla="*/ 74 h 258"/>
                  <a:gd name="T28" fmla="*/ 18 w 118"/>
                  <a:gd name="T29" fmla="*/ 60 h 258"/>
                  <a:gd name="T30" fmla="*/ 6 w 118"/>
                  <a:gd name="T31" fmla="*/ 48 h 258"/>
                  <a:gd name="T32" fmla="*/ 4 w 118"/>
                  <a:gd name="T33" fmla="*/ 34 h 258"/>
                  <a:gd name="T34" fmla="*/ 6 w 118"/>
                  <a:gd name="T35" fmla="*/ 22 h 258"/>
                  <a:gd name="T36" fmla="*/ 18 w 118"/>
                  <a:gd name="T37" fmla="*/ 12 h 258"/>
                  <a:gd name="T38" fmla="*/ 28 w 118"/>
                  <a:gd name="T39" fmla="*/ 8 h 258"/>
                  <a:gd name="T40" fmla="*/ 40 w 118"/>
                  <a:gd name="T41" fmla="*/ 4 h 258"/>
                  <a:gd name="T42" fmla="*/ 44 w 118"/>
                  <a:gd name="T43" fmla="*/ 12 h 258"/>
                  <a:gd name="T44" fmla="*/ 54 w 118"/>
                  <a:gd name="T45" fmla="*/ 22 h 258"/>
                  <a:gd name="T46" fmla="*/ 54 w 118"/>
                  <a:gd name="T47" fmla="*/ 38 h 258"/>
                  <a:gd name="T48" fmla="*/ 54 w 118"/>
                  <a:gd name="T49" fmla="*/ 52 h 258"/>
                  <a:gd name="T50" fmla="*/ 66 w 118"/>
                  <a:gd name="T51" fmla="*/ 40 h 258"/>
                  <a:gd name="T52" fmla="*/ 76 w 118"/>
                  <a:gd name="T53" fmla="*/ 44 h 258"/>
                  <a:gd name="T54" fmla="*/ 88 w 118"/>
                  <a:gd name="T55" fmla="*/ 38 h 258"/>
                  <a:gd name="T56" fmla="*/ 102 w 118"/>
                  <a:gd name="T57" fmla="*/ 48 h 258"/>
                  <a:gd name="T58" fmla="*/ 106 w 118"/>
                  <a:gd name="T59" fmla="*/ 64 h 258"/>
                  <a:gd name="T60" fmla="*/ 110 w 118"/>
                  <a:gd name="T61" fmla="*/ 78 h 258"/>
                  <a:gd name="T62" fmla="*/ 114 w 118"/>
                  <a:gd name="T63" fmla="*/ 94 h 258"/>
                  <a:gd name="T64" fmla="*/ 110 w 118"/>
                  <a:gd name="T65" fmla="*/ 104 h 258"/>
                  <a:gd name="T66" fmla="*/ 96 w 118"/>
                  <a:gd name="T67" fmla="*/ 104 h 258"/>
                  <a:gd name="T68" fmla="*/ 80 w 118"/>
                  <a:gd name="T69" fmla="*/ 112 h 258"/>
                  <a:gd name="T70" fmla="*/ 70 w 118"/>
                  <a:gd name="T71" fmla="*/ 122 h 258"/>
                  <a:gd name="T72" fmla="*/ 76 w 118"/>
                  <a:gd name="T73" fmla="*/ 142 h 258"/>
                  <a:gd name="T74" fmla="*/ 76 w 118"/>
                  <a:gd name="T75" fmla="*/ 146 h 258"/>
                  <a:gd name="T76" fmla="*/ 66 w 118"/>
                  <a:gd name="T77" fmla="*/ 134 h 258"/>
                  <a:gd name="T78" fmla="*/ 50 w 118"/>
                  <a:gd name="T79" fmla="*/ 134 h 258"/>
                  <a:gd name="T80" fmla="*/ 50 w 118"/>
                  <a:gd name="T81" fmla="*/ 120 h 258"/>
                  <a:gd name="T82" fmla="*/ 40 w 118"/>
                  <a:gd name="T83" fmla="*/ 126 h 258"/>
                  <a:gd name="T84" fmla="*/ 36 w 118"/>
                  <a:gd name="T85" fmla="*/ 148 h 258"/>
                  <a:gd name="T86" fmla="*/ 28 w 118"/>
                  <a:gd name="T87" fmla="*/ 168 h 258"/>
                  <a:gd name="T88" fmla="*/ 28 w 118"/>
                  <a:gd name="T89" fmla="*/ 190 h 258"/>
                  <a:gd name="T90" fmla="*/ 36 w 118"/>
                  <a:gd name="T91" fmla="*/ 204 h 258"/>
                  <a:gd name="T92" fmla="*/ 44 w 118"/>
                  <a:gd name="T93" fmla="*/ 212 h 258"/>
                  <a:gd name="T94" fmla="*/ 46 w 118"/>
                  <a:gd name="T95" fmla="*/ 232 h 258"/>
                  <a:gd name="T96" fmla="*/ 40 w 118"/>
                  <a:gd name="T97" fmla="*/ 224 h 258"/>
                  <a:gd name="T98" fmla="*/ 46 w 118"/>
                  <a:gd name="T99" fmla="*/ 232 h 258"/>
                  <a:gd name="T100" fmla="*/ 58 w 118"/>
                  <a:gd name="T101" fmla="*/ 234 h 258"/>
                  <a:gd name="T102" fmla="*/ 66 w 118"/>
                  <a:gd name="T103" fmla="*/ 254 h 258"/>
                  <a:gd name="T104" fmla="*/ 18 w 118"/>
                  <a:gd name="T105" fmla="*/ 212 h 258"/>
                  <a:gd name="T106" fmla="*/ 32 w 118"/>
                  <a:gd name="T107" fmla="*/ 238 h 258"/>
                  <a:gd name="T108" fmla="*/ 72 w 118"/>
                  <a:gd name="T109" fmla="*/ 146 h 258"/>
                  <a:gd name="T110" fmla="*/ 72 w 118"/>
                  <a:gd name="T111" fmla="*/ 148 h 258"/>
                  <a:gd name="T112" fmla="*/ 40 w 118"/>
                  <a:gd name="T113" fmla="*/ 190 h 258"/>
                  <a:gd name="T114" fmla="*/ 14 w 118"/>
                  <a:gd name="T115" fmla="*/ 216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8" h="258">
                    <a:moveTo>
                      <a:pt x="62" y="254"/>
                    </a:moveTo>
                    <a:lnTo>
                      <a:pt x="62" y="250"/>
                    </a:lnTo>
                    <a:lnTo>
                      <a:pt x="58" y="250"/>
                    </a:lnTo>
                    <a:lnTo>
                      <a:pt x="58" y="254"/>
                    </a:lnTo>
                    <a:lnTo>
                      <a:pt x="54" y="254"/>
                    </a:lnTo>
                    <a:lnTo>
                      <a:pt x="54" y="258"/>
                    </a:lnTo>
                    <a:lnTo>
                      <a:pt x="54" y="254"/>
                    </a:lnTo>
                    <a:lnTo>
                      <a:pt x="50" y="254"/>
                    </a:lnTo>
                    <a:lnTo>
                      <a:pt x="50" y="250"/>
                    </a:lnTo>
                    <a:lnTo>
                      <a:pt x="54" y="250"/>
                    </a:lnTo>
                    <a:lnTo>
                      <a:pt x="54" y="246"/>
                    </a:lnTo>
                    <a:lnTo>
                      <a:pt x="50" y="246"/>
                    </a:lnTo>
                    <a:lnTo>
                      <a:pt x="50" y="242"/>
                    </a:lnTo>
                    <a:lnTo>
                      <a:pt x="46" y="242"/>
                    </a:lnTo>
                    <a:lnTo>
                      <a:pt x="44" y="242"/>
                    </a:lnTo>
                    <a:lnTo>
                      <a:pt x="44" y="238"/>
                    </a:lnTo>
                    <a:lnTo>
                      <a:pt x="40" y="238"/>
                    </a:lnTo>
                    <a:lnTo>
                      <a:pt x="40" y="242"/>
                    </a:lnTo>
                    <a:lnTo>
                      <a:pt x="40" y="238"/>
                    </a:lnTo>
                    <a:lnTo>
                      <a:pt x="36" y="238"/>
                    </a:lnTo>
                    <a:lnTo>
                      <a:pt x="36" y="234"/>
                    </a:lnTo>
                    <a:lnTo>
                      <a:pt x="32" y="234"/>
                    </a:lnTo>
                    <a:lnTo>
                      <a:pt x="32" y="232"/>
                    </a:lnTo>
                    <a:lnTo>
                      <a:pt x="36" y="232"/>
                    </a:lnTo>
                    <a:lnTo>
                      <a:pt x="32" y="232"/>
                    </a:lnTo>
                    <a:lnTo>
                      <a:pt x="32" y="228"/>
                    </a:lnTo>
                    <a:lnTo>
                      <a:pt x="28" y="228"/>
                    </a:lnTo>
                    <a:lnTo>
                      <a:pt x="28" y="224"/>
                    </a:lnTo>
                    <a:lnTo>
                      <a:pt x="28" y="220"/>
                    </a:lnTo>
                    <a:lnTo>
                      <a:pt x="24" y="220"/>
                    </a:lnTo>
                    <a:lnTo>
                      <a:pt x="24" y="216"/>
                    </a:lnTo>
                    <a:lnTo>
                      <a:pt x="20" y="216"/>
                    </a:lnTo>
                    <a:lnTo>
                      <a:pt x="20" y="212"/>
                    </a:lnTo>
                    <a:lnTo>
                      <a:pt x="20" y="208"/>
                    </a:lnTo>
                    <a:lnTo>
                      <a:pt x="18" y="208"/>
                    </a:lnTo>
                    <a:lnTo>
                      <a:pt x="18" y="212"/>
                    </a:lnTo>
                    <a:lnTo>
                      <a:pt x="18" y="208"/>
                    </a:lnTo>
                    <a:lnTo>
                      <a:pt x="18" y="212"/>
                    </a:lnTo>
                    <a:lnTo>
                      <a:pt x="14" y="212"/>
                    </a:lnTo>
                    <a:lnTo>
                      <a:pt x="14" y="208"/>
                    </a:lnTo>
                    <a:lnTo>
                      <a:pt x="14" y="204"/>
                    </a:lnTo>
                    <a:lnTo>
                      <a:pt x="14" y="202"/>
                    </a:lnTo>
                    <a:lnTo>
                      <a:pt x="14" y="198"/>
                    </a:lnTo>
                    <a:lnTo>
                      <a:pt x="14" y="194"/>
                    </a:lnTo>
                    <a:lnTo>
                      <a:pt x="14" y="190"/>
                    </a:lnTo>
                    <a:lnTo>
                      <a:pt x="18" y="190"/>
                    </a:lnTo>
                    <a:lnTo>
                      <a:pt x="18" y="186"/>
                    </a:lnTo>
                    <a:lnTo>
                      <a:pt x="18" y="182"/>
                    </a:lnTo>
                    <a:lnTo>
                      <a:pt x="20" y="178"/>
                    </a:lnTo>
                    <a:lnTo>
                      <a:pt x="20" y="176"/>
                    </a:lnTo>
                    <a:lnTo>
                      <a:pt x="20" y="172"/>
                    </a:lnTo>
                    <a:lnTo>
                      <a:pt x="20" y="168"/>
                    </a:lnTo>
                    <a:lnTo>
                      <a:pt x="24" y="164"/>
                    </a:lnTo>
                    <a:lnTo>
                      <a:pt x="28" y="160"/>
                    </a:lnTo>
                    <a:lnTo>
                      <a:pt x="28" y="156"/>
                    </a:lnTo>
                    <a:lnTo>
                      <a:pt x="28" y="152"/>
                    </a:lnTo>
                    <a:lnTo>
                      <a:pt x="32" y="152"/>
                    </a:lnTo>
                    <a:lnTo>
                      <a:pt x="32" y="148"/>
                    </a:lnTo>
                    <a:lnTo>
                      <a:pt x="32" y="146"/>
                    </a:lnTo>
                    <a:lnTo>
                      <a:pt x="32" y="142"/>
                    </a:lnTo>
                    <a:lnTo>
                      <a:pt x="28" y="142"/>
                    </a:lnTo>
                    <a:lnTo>
                      <a:pt x="28" y="138"/>
                    </a:lnTo>
                    <a:lnTo>
                      <a:pt x="28" y="134"/>
                    </a:lnTo>
                    <a:lnTo>
                      <a:pt x="24" y="126"/>
                    </a:lnTo>
                    <a:lnTo>
                      <a:pt x="28" y="126"/>
                    </a:lnTo>
                    <a:lnTo>
                      <a:pt x="28" y="122"/>
                    </a:lnTo>
                    <a:lnTo>
                      <a:pt x="24" y="122"/>
                    </a:lnTo>
                    <a:lnTo>
                      <a:pt x="24" y="120"/>
                    </a:lnTo>
                    <a:lnTo>
                      <a:pt x="24" y="116"/>
                    </a:lnTo>
                    <a:lnTo>
                      <a:pt x="24" y="112"/>
                    </a:lnTo>
                    <a:lnTo>
                      <a:pt x="20" y="112"/>
                    </a:lnTo>
                    <a:lnTo>
                      <a:pt x="20" y="108"/>
                    </a:lnTo>
                    <a:lnTo>
                      <a:pt x="18" y="108"/>
                    </a:lnTo>
                    <a:lnTo>
                      <a:pt x="18" y="104"/>
                    </a:lnTo>
                    <a:lnTo>
                      <a:pt x="18" y="100"/>
                    </a:lnTo>
                    <a:lnTo>
                      <a:pt x="14" y="100"/>
                    </a:lnTo>
                    <a:lnTo>
                      <a:pt x="14" y="96"/>
                    </a:lnTo>
                    <a:lnTo>
                      <a:pt x="14" y="94"/>
                    </a:lnTo>
                    <a:lnTo>
                      <a:pt x="14" y="90"/>
                    </a:lnTo>
                    <a:lnTo>
                      <a:pt x="18" y="90"/>
                    </a:lnTo>
                    <a:lnTo>
                      <a:pt x="18" y="86"/>
                    </a:lnTo>
                    <a:lnTo>
                      <a:pt x="18" y="82"/>
                    </a:lnTo>
                    <a:lnTo>
                      <a:pt x="18" y="78"/>
                    </a:lnTo>
                    <a:lnTo>
                      <a:pt x="18" y="74"/>
                    </a:lnTo>
                    <a:lnTo>
                      <a:pt x="20" y="74"/>
                    </a:lnTo>
                    <a:lnTo>
                      <a:pt x="20" y="70"/>
                    </a:lnTo>
                    <a:lnTo>
                      <a:pt x="18" y="70"/>
                    </a:lnTo>
                    <a:lnTo>
                      <a:pt x="18" y="66"/>
                    </a:lnTo>
                    <a:lnTo>
                      <a:pt x="18" y="64"/>
                    </a:lnTo>
                    <a:lnTo>
                      <a:pt x="18" y="60"/>
                    </a:lnTo>
                    <a:lnTo>
                      <a:pt x="14" y="60"/>
                    </a:lnTo>
                    <a:lnTo>
                      <a:pt x="14" y="56"/>
                    </a:lnTo>
                    <a:lnTo>
                      <a:pt x="10" y="56"/>
                    </a:lnTo>
                    <a:lnTo>
                      <a:pt x="10" y="52"/>
                    </a:lnTo>
                    <a:lnTo>
                      <a:pt x="10" y="48"/>
                    </a:lnTo>
                    <a:lnTo>
                      <a:pt x="6" y="48"/>
                    </a:lnTo>
                    <a:lnTo>
                      <a:pt x="6" y="44"/>
                    </a:lnTo>
                    <a:lnTo>
                      <a:pt x="6" y="40"/>
                    </a:lnTo>
                    <a:lnTo>
                      <a:pt x="4" y="38"/>
                    </a:lnTo>
                    <a:lnTo>
                      <a:pt x="6" y="38"/>
                    </a:lnTo>
                    <a:lnTo>
                      <a:pt x="4" y="38"/>
                    </a:lnTo>
                    <a:lnTo>
                      <a:pt x="4" y="34"/>
                    </a:lnTo>
                    <a:lnTo>
                      <a:pt x="0" y="34"/>
                    </a:lnTo>
                    <a:lnTo>
                      <a:pt x="4" y="34"/>
                    </a:lnTo>
                    <a:lnTo>
                      <a:pt x="6" y="34"/>
                    </a:lnTo>
                    <a:lnTo>
                      <a:pt x="6" y="30"/>
                    </a:lnTo>
                    <a:lnTo>
                      <a:pt x="6" y="26"/>
                    </a:lnTo>
                    <a:lnTo>
                      <a:pt x="6" y="22"/>
                    </a:lnTo>
                    <a:lnTo>
                      <a:pt x="6" y="18"/>
                    </a:lnTo>
                    <a:lnTo>
                      <a:pt x="6" y="14"/>
                    </a:lnTo>
                    <a:lnTo>
                      <a:pt x="10" y="14"/>
                    </a:lnTo>
                    <a:lnTo>
                      <a:pt x="10" y="12"/>
                    </a:lnTo>
                    <a:lnTo>
                      <a:pt x="14" y="12"/>
                    </a:lnTo>
                    <a:lnTo>
                      <a:pt x="18" y="12"/>
                    </a:lnTo>
                    <a:lnTo>
                      <a:pt x="20" y="12"/>
                    </a:lnTo>
                    <a:lnTo>
                      <a:pt x="24" y="12"/>
                    </a:lnTo>
                    <a:lnTo>
                      <a:pt x="24" y="8"/>
                    </a:lnTo>
                    <a:lnTo>
                      <a:pt x="24" y="4"/>
                    </a:lnTo>
                    <a:lnTo>
                      <a:pt x="28" y="4"/>
                    </a:lnTo>
                    <a:lnTo>
                      <a:pt x="28" y="8"/>
                    </a:lnTo>
                    <a:lnTo>
                      <a:pt x="28" y="4"/>
                    </a:lnTo>
                    <a:lnTo>
                      <a:pt x="32" y="4"/>
                    </a:lnTo>
                    <a:lnTo>
                      <a:pt x="32" y="0"/>
                    </a:lnTo>
                    <a:lnTo>
                      <a:pt x="36" y="0"/>
                    </a:lnTo>
                    <a:lnTo>
                      <a:pt x="40" y="0"/>
                    </a:lnTo>
                    <a:lnTo>
                      <a:pt x="40" y="4"/>
                    </a:lnTo>
                    <a:lnTo>
                      <a:pt x="40" y="0"/>
                    </a:lnTo>
                    <a:lnTo>
                      <a:pt x="44" y="0"/>
                    </a:lnTo>
                    <a:lnTo>
                      <a:pt x="44" y="4"/>
                    </a:lnTo>
                    <a:lnTo>
                      <a:pt x="46" y="4"/>
                    </a:lnTo>
                    <a:lnTo>
                      <a:pt x="46" y="8"/>
                    </a:lnTo>
                    <a:lnTo>
                      <a:pt x="44" y="12"/>
                    </a:lnTo>
                    <a:lnTo>
                      <a:pt x="44" y="14"/>
                    </a:lnTo>
                    <a:lnTo>
                      <a:pt x="46" y="14"/>
                    </a:lnTo>
                    <a:lnTo>
                      <a:pt x="50" y="14"/>
                    </a:lnTo>
                    <a:lnTo>
                      <a:pt x="54" y="14"/>
                    </a:lnTo>
                    <a:lnTo>
                      <a:pt x="54" y="18"/>
                    </a:lnTo>
                    <a:lnTo>
                      <a:pt x="54" y="22"/>
                    </a:lnTo>
                    <a:lnTo>
                      <a:pt x="58" y="22"/>
                    </a:lnTo>
                    <a:lnTo>
                      <a:pt x="58" y="26"/>
                    </a:lnTo>
                    <a:lnTo>
                      <a:pt x="54" y="26"/>
                    </a:lnTo>
                    <a:lnTo>
                      <a:pt x="54" y="30"/>
                    </a:lnTo>
                    <a:lnTo>
                      <a:pt x="54" y="34"/>
                    </a:lnTo>
                    <a:lnTo>
                      <a:pt x="54" y="38"/>
                    </a:lnTo>
                    <a:lnTo>
                      <a:pt x="54" y="40"/>
                    </a:lnTo>
                    <a:lnTo>
                      <a:pt x="54" y="44"/>
                    </a:lnTo>
                    <a:lnTo>
                      <a:pt x="50" y="44"/>
                    </a:lnTo>
                    <a:lnTo>
                      <a:pt x="50" y="48"/>
                    </a:lnTo>
                    <a:lnTo>
                      <a:pt x="50" y="52"/>
                    </a:lnTo>
                    <a:lnTo>
                      <a:pt x="54" y="52"/>
                    </a:lnTo>
                    <a:lnTo>
                      <a:pt x="54" y="48"/>
                    </a:lnTo>
                    <a:lnTo>
                      <a:pt x="58" y="48"/>
                    </a:lnTo>
                    <a:lnTo>
                      <a:pt x="58" y="44"/>
                    </a:lnTo>
                    <a:lnTo>
                      <a:pt x="62" y="44"/>
                    </a:lnTo>
                    <a:lnTo>
                      <a:pt x="62" y="40"/>
                    </a:lnTo>
                    <a:lnTo>
                      <a:pt x="66" y="40"/>
                    </a:lnTo>
                    <a:lnTo>
                      <a:pt x="66" y="38"/>
                    </a:lnTo>
                    <a:lnTo>
                      <a:pt x="70" y="38"/>
                    </a:lnTo>
                    <a:lnTo>
                      <a:pt x="70" y="40"/>
                    </a:lnTo>
                    <a:lnTo>
                      <a:pt x="72" y="40"/>
                    </a:lnTo>
                    <a:lnTo>
                      <a:pt x="72" y="44"/>
                    </a:lnTo>
                    <a:lnTo>
                      <a:pt x="76" y="44"/>
                    </a:lnTo>
                    <a:lnTo>
                      <a:pt x="76" y="40"/>
                    </a:lnTo>
                    <a:lnTo>
                      <a:pt x="80" y="40"/>
                    </a:lnTo>
                    <a:lnTo>
                      <a:pt x="84" y="38"/>
                    </a:lnTo>
                    <a:lnTo>
                      <a:pt x="84" y="34"/>
                    </a:lnTo>
                    <a:lnTo>
                      <a:pt x="88" y="34"/>
                    </a:lnTo>
                    <a:lnTo>
                      <a:pt x="88" y="38"/>
                    </a:lnTo>
                    <a:lnTo>
                      <a:pt x="92" y="38"/>
                    </a:lnTo>
                    <a:lnTo>
                      <a:pt x="96" y="38"/>
                    </a:lnTo>
                    <a:lnTo>
                      <a:pt x="96" y="40"/>
                    </a:lnTo>
                    <a:lnTo>
                      <a:pt x="98" y="44"/>
                    </a:lnTo>
                    <a:lnTo>
                      <a:pt x="98" y="48"/>
                    </a:lnTo>
                    <a:lnTo>
                      <a:pt x="102" y="48"/>
                    </a:lnTo>
                    <a:lnTo>
                      <a:pt x="102" y="52"/>
                    </a:lnTo>
                    <a:lnTo>
                      <a:pt x="106" y="52"/>
                    </a:lnTo>
                    <a:lnTo>
                      <a:pt x="106" y="56"/>
                    </a:lnTo>
                    <a:lnTo>
                      <a:pt x="106" y="60"/>
                    </a:lnTo>
                    <a:lnTo>
                      <a:pt x="102" y="60"/>
                    </a:lnTo>
                    <a:lnTo>
                      <a:pt x="106" y="64"/>
                    </a:lnTo>
                    <a:lnTo>
                      <a:pt x="106" y="66"/>
                    </a:lnTo>
                    <a:lnTo>
                      <a:pt x="102" y="66"/>
                    </a:lnTo>
                    <a:lnTo>
                      <a:pt x="106" y="66"/>
                    </a:lnTo>
                    <a:lnTo>
                      <a:pt x="106" y="70"/>
                    </a:lnTo>
                    <a:lnTo>
                      <a:pt x="110" y="74"/>
                    </a:lnTo>
                    <a:lnTo>
                      <a:pt x="110" y="78"/>
                    </a:lnTo>
                    <a:lnTo>
                      <a:pt x="114" y="78"/>
                    </a:lnTo>
                    <a:lnTo>
                      <a:pt x="114" y="82"/>
                    </a:lnTo>
                    <a:lnTo>
                      <a:pt x="118" y="82"/>
                    </a:lnTo>
                    <a:lnTo>
                      <a:pt x="118" y="86"/>
                    </a:lnTo>
                    <a:lnTo>
                      <a:pt x="118" y="90"/>
                    </a:lnTo>
                    <a:lnTo>
                      <a:pt x="114" y="94"/>
                    </a:lnTo>
                    <a:lnTo>
                      <a:pt x="118" y="94"/>
                    </a:lnTo>
                    <a:lnTo>
                      <a:pt x="118" y="96"/>
                    </a:lnTo>
                    <a:lnTo>
                      <a:pt x="114" y="96"/>
                    </a:lnTo>
                    <a:lnTo>
                      <a:pt x="114" y="100"/>
                    </a:lnTo>
                    <a:lnTo>
                      <a:pt x="114" y="104"/>
                    </a:lnTo>
                    <a:lnTo>
                      <a:pt x="110" y="104"/>
                    </a:lnTo>
                    <a:lnTo>
                      <a:pt x="110" y="108"/>
                    </a:lnTo>
                    <a:lnTo>
                      <a:pt x="106" y="108"/>
                    </a:lnTo>
                    <a:lnTo>
                      <a:pt x="106" y="104"/>
                    </a:lnTo>
                    <a:lnTo>
                      <a:pt x="102" y="104"/>
                    </a:lnTo>
                    <a:lnTo>
                      <a:pt x="98" y="104"/>
                    </a:lnTo>
                    <a:lnTo>
                      <a:pt x="96" y="104"/>
                    </a:lnTo>
                    <a:lnTo>
                      <a:pt x="92" y="104"/>
                    </a:lnTo>
                    <a:lnTo>
                      <a:pt x="88" y="104"/>
                    </a:lnTo>
                    <a:lnTo>
                      <a:pt x="84" y="104"/>
                    </a:lnTo>
                    <a:lnTo>
                      <a:pt x="84" y="108"/>
                    </a:lnTo>
                    <a:lnTo>
                      <a:pt x="80" y="108"/>
                    </a:lnTo>
                    <a:lnTo>
                      <a:pt x="80" y="112"/>
                    </a:lnTo>
                    <a:lnTo>
                      <a:pt x="76" y="112"/>
                    </a:lnTo>
                    <a:lnTo>
                      <a:pt x="76" y="116"/>
                    </a:lnTo>
                    <a:lnTo>
                      <a:pt x="72" y="116"/>
                    </a:lnTo>
                    <a:lnTo>
                      <a:pt x="72" y="120"/>
                    </a:lnTo>
                    <a:lnTo>
                      <a:pt x="70" y="120"/>
                    </a:lnTo>
                    <a:lnTo>
                      <a:pt x="70" y="122"/>
                    </a:lnTo>
                    <a:lnTo>
                      <a:pt x="72" y="126"/>
                    </a:lnTo>
                    <a:lnTo>
                      <a:pt x="72" y="130"/>
                    </a:lnTo>
                    <a:lnTo>
                      <a:pt x="72" y="134"/>
                    </a:lnTo>
                    <a:lnTo>
                      <a:pt x="72" y="138"/>
                    </a:lnTo>
                    <a:lnTo>
                      <a:pt x="76" y="138"/>
                    </a:lnTo>
                    <a:lnTo>
                      <a:pt x="76" y="142"/>
                    </a:lnTo>
                    <a:lnTo>
                      <a:pt x="76" y="146"/>
                    </a:lnTo>
                    <a:lnTo>
                      <a:pt x="76" y="148"/>
                    </a:lnTo>
                    <a:lnTo>
                      <a:pt x="80" y="148"/>
                    </a:lnTo>
                    <a:lnTo>
                      <a:pt x="80" y="152"/>
                    </a:lnTo>
                    <a:lnTo>
                      <a:pt x="76" y="148"/>
                    </a:lnTo>
                    <a:lnTo>
                      <a:pt x="76" y="146"/>
                    </a:lnTo>
                    <a:lnTo>
                      <a:pt x="72" y="142"/>
                    </a:lnTo>
                    <a:lnTo>
                      <a:pt x="72" y="146"/>
                    </a:lnTo>
                    <a:lnTo>
                      <a:pt x="70" y="142"/>
                    </a:lnTo>
                    <a:lnTo>
                      <a:pt x="70" y="138"/>
                    </a:lnTo>
                    <a:lnTo>
                      <a:pt x="66" y="138"/>
                    </a:lnTo>
                    <a:lnTo>
                      <a:pt x="66" y="134"/>
                    </a:lnTo>
                    <a:lnTo>
                      <a:pt x="62" y="134"/>
                    </a:lnTo>
                    <a:lnTo>
                      <a:pt x="58" y="134"/>
                    </a:lnTo>
                    <a:lnTo>
                      <a:pt x="58" y="138"/>
                    </a:lnTo>
                    <a:lnTo>
                      <a:pt x="58" y="134"/>
                    </a:lnTo>
                    <a:lnTo>
                      <a:pt x="54" y="134"/>
                    </a:lnTo>
                    <a:lnTo>
                      <a:pt x="50" y="134"/>
                    </a:lnTo>
                    <a:lnTo>
                      <a:pt x="50" y="138"/>
                    </a:lnTo>
                    <a:lnTo>
                      <a:pt x="50" y="134"/>
                    </a:lnTo>
                    <a:lnTo>
                      <a:pt x="50" y="130"/>
                    </a:lnTo>
                    <a:lnTo>
                      <a:pt x="50" y="126"/>
                    </a:lnTo>
                    <a:lnTo>
                      <a:pt x="50" y="122"/>
                    </a:lnTo>
                    <a:lnTo>
                      <a:pt x="50" y="120"/>
                    </a:lnTo>
                    <a:lnTo>
                      <a:pt x="46" y="120"/>
                    </a:lnTo>
                    <a:lnTo>
                      <a:pt x="44" y="120"/>
                    </a:lnTo>
                    <a:lnTo>
                      <a:pt x="40" y="122"/>
                    </a:lnTo>
                    <a:lnTo>
                      <a:pt x="36" y="122"/>
                    </a:lnTo>
                    <a:lnTo>
                      <a:pt x="36" y="126"/>
                    </a:lnTo>
                    <a:lnTo>
                      <a:pt x="40" y="126"/>
                    </a:lnTo>
                    <a:lnTo>
                      <a:pt x="40" y="130"/>
                    </a:lnTo>
                    <a:lnTo>
                      <a:pt x="36" y="134"/>
                    </a:lnTo>
                    <a:lnTo>
                      <a:pt x="36" y="138"/>
                    </a:lnTo>
                    <a:lnTo>
                      <a:pt x="40" y="142"/>
                    </a:lnTo>
                    <a:lnTo>
                      <a:pt x="36" y="146"/>
                    </a:lnTo>
                    <a:lnTo>
                      <a:pt x="36" y="148"/>
                    </a:lnTo>
                    <a:lnTo>
                      <a:pt x="36" y="152"/>
                    </a:lnTo>
                    <a:lnTo>
                      <a:pt x="32" y="152"/>
                    </a:lnTo>
                    <a:lnTo>
                      <a:pt x="32" y="156"/>
                    </a:lnTo>
                    <a:lnTo>
                      <a:pt x="32" y="160"/>
                    </a:lnTo>
                    <a:lnTo>
                      <a:pt x="32" y="164"/>
                    </a:lnTo>
                    <a:lnTo>
                      <a:pt x="28" y="168"/>
                    </a:lnTo>
                    <a:lnTo>
                      <a:pt x="28" y="172"/>
                    </a:lnTo>
                    <a:lnTo>
                      <a:pt x="24" y="176"/>
                    </a:lnTo>
                    <a:lnTo>
                      <a:pt x="24" y="178"/>
                    </a:lnTo>
                    <a:lnTo>
                      <a:pt x="24" y="182"/>
                    </a:lnTo>
                    <a:lnTo>
                      <a:pt x="24" y="186"/>
                    </a:lnTo>
                    <a:lnTo>
                      <a:pt x="28" y="190"/>
                    </a:lnTo>
                    <a:lnTo>
                      <a:pt x="28" y="194"/>
                    </a:lnTo>
                    <a:lnTo>
                      <a:pt x="32" y="194"/>
                    </a:lnTo>
                    <a:lnTo>
                      <a:pt x="36" y="194"/>
                    </a:lnTo>
                    <a:lnTo>
                      <a:pt x="36" y="198"/>
                    </a:lnTo>
                    <a:lnTo>
                      <a:pt x="36" y="202"/>
                    </a:lnTo>
                    <a:lnTo>
                      <a:pt x="36" y="204"/>
                    </a:lnTo>
                    <a:lnTo>
                      <a:pt x="40" y="204"/>
                    </a:lnTo>
                    <a:lnTo>
                      <a:pt x="40" y="208"/>
                    </a:lnTo>
                    <a:lnTo>
                      <a:pt x="40" y="204"/>
                    </a:lnTo>
                    <a:lnTo>
                      <a:pt x="40" y="208"/>
                    </a:lnTo>
                    <a:lnTo>
                      <a:pt x="44" y="208"/>
                    </a:lnTo>
                    <a:lnTo>
                      <a:pt x="44" y="212"/>
                    </a:lnTo>
                    <a:lnTo>
                      <a:pt x="44" y="216"/>
                    </a:lnTo>
                    <a:lnTo>
                      <a:pt x="44" y="220"/>
                    </a:lnTo>
                    <a:lnTo>
                      <a:pt x="44" y="224"/>
                    </a:lnTo>
                    <a:lnTo>
                      <a:pt x="44" y="228"/>
                    </a:lnTo>
                    <a:lnTo>
                      <a:pt x="46" y="228"/>
                    </a:lnTo>
                    <a:lnTo>
                      <a:pt x="46" y="232"/>
                    </a:lnTo>
                    <a:lnTo>
                      <a:pt x="46" y="228"/>
                    </a:lnTo>
                    <a:lnTo>
                      <a:pt x="44" y="228"/>
                    </a:lnTo>
                    <a:lnTo>
                      <a:pt x="44" y="224"/>
                    </a:lnTo>
                    <a:lnTo>
                      <a:pt x="44" y="220"/>
                    </a:lnTo>
                    <a:lnTo>
                      <a:pt x="40" y="220"/>
                    </a:lnTo>
                    <a:lnTo>
                      <a:pt x="40" y="224"/>
                    </a:lnTo>
                    <a:lnTo>
                      <a:pt x="40" y="228"/>
                    </a:lnTo>
                    <a:lnTo>
                      <a:pt x="44" y="228"/>
                    </a:lnTo>
                    <a:lnTo>
                      <a:pt x="44" y="232"/>
                    </a:lnTo>
                    <a:lnTo>
                      <a:pt x="46" y="232"/>
                    </a:lnTo>
                    <a:lnTo>
                      <a:pt x="46" y="228"/>
                    </a:lnTo>
                    <a:lnTo>
                      <a:pt x="46" y="232"/>
                    </a:lnTo>
                    <a:lnTo>
                      <a:pt x="46" y="234"/>
                    </a:lnTo>
                    <a:lnTo>
                      <a:pt x="50" y="234"/>
                    </a:lnTo>
                    <a:lnTo>
                      <a:pt x="54" y="234"/>
                    </a:lnTo>
                    <a:lnTo>
                      <a:pt x="58" y="234"/>
                    </a:lnTo>
                    <a:lnTo>
                      <a:pt x="54" y="234"/>
                    </a:lnTo>
                    <a:lnTo>
                      <a:pt x="58" y="234"/>
                    </a:lnTo>
                    <a:lnTo>
                      <a:pt x="62" y="234"/>
                    </a:lnTo>
                    <a:lnTo>
                      <a:pt x="62" y="238"/>
                    </a:lnTo>
                    <a:lnTo>
                      <a:pt x="62" y="242"/>
                    </a:lnTo>
                    <a:lnTo>
                      <a:pt x="66" y="246"/>
                    </a:lnTo>
                    <a:lnTo>
                      <a:pt x="66" y="250"/>
                    </a:lnTo>
                    <a:lnTo>
                      <a:pt x="66" y="254"/>
                    </a:lnTo>
                    <a:lnTo>
                      <a:pt x="62" y="254"/>
                    </a:lnTo>
                    <a:lnTo>
                      <a:pt x="62" y="254"/>
                    </a:lnTo>
                    <a:lnTo>
                      <a:pt x="62" y="254"/>
                    </a:lnTo>
                    <a:close/>
                    <a:moveTo>
                      <a:pt x="18" y="212"/>
                    </a:moveTo>
                    <a:lnTo>
                      <a:pt x="18" y="216"/>
                    </a:lnTo>
                    <a:lnTo>
                      <a:pt x="18" y="212"/>
                    </a:lnTo>
                    <a:lnTo>
                      <a:pt x="18" y="212"/>
                    </a:lnTo>
                    <a:lnTo>
                      <a:pt x="18" y="212"/>
                    </a:lnTo>
                    <a:close/>
                    <a:moveTo>
                      <a:pt x="32" y="238"/>
                    </a:moveTo>
                    <a:lnTo>
                      <a:pt x="32" y="242"/>
                    </a:lnTo>
                    <a:lnTo>
                      <a:pt x="32" y="238"/>
                    </a:lnTo>
                    <a:lnTo>
                      <a:pt x="32" y="238"/>
                    </a:lnTo>
                    <a:lnTo>
                      <a:pt x="32" y="238"/>
                    </a:lnTo>
                    <a:close/>
                    <a:moveTo>
                      <a:pt x="72" y="146"/>
                    </a:moveTo>
                    <a:lnTo>
                      <a:pt x="72" y="148"/>
                    </a:lnTo>
                    <a:lnTo>
                      <a:pt x="70" y="148"/>
                    </a:lnTo>
                    <a:lnTo>
                      <a:pt x="70" y="146"/>
                    </a:lnTo>
                    <a:lnTo>
                      <a:pt x="72" y="146"/>
                    </a:lnTo>
                    <a:lnTo>
                      <a:pt x="72" y="146"/>
                    </a:lnTo>
                    <a:lnTo>
                      <a:pt x="72" y="146"/>
                    </a:lnTo>
                    <a:close/>
                    <a:moveTo>
                      <a:pt x="72" y="148"/>
                    </a:moveTo>
                    <a:lnTo>
                      <a:pt x="72" y="152"/>
                    </a:lnTo>
                    <a:lnTo>
                      <a:pt x="72" y="148"/>
                    </a:lnTo>
                    <a:lnTo>
                      <a:pt x="72" y="148"/>
                    </a:lnTo>
                    <a:lnTo>
                      <a:pt x="72" y="148"/>
                    </a:lnTo>
                    <a:close/>
                    <a:moveTo>
                      <a:pt x="40" y="190"/>
                    </a:moveTo>
                    <a:lnTo>
                      <a:pt x="36" y="190"/>
                    </a:lnTo>
                    <a:lnTo>
                      <a:pt x="40" y="186"/>
                    </a:lnTo>
                    <a:lnTo>
                      <a:pt x="40" y="190"/>
                    </a:lnTo>
                    <a:lnTo>
                      <a:pt x="40" y="190"/>
                    </a:lnTo>
                    <a:lnTo>
                      <a:pt x="40" y="190"/>
                    </a:lnTo>
                    <a:close/>
                    <a:moveTo>
                      <a:pt x="14" y="212"/>
                    </a:moveTo>
                    <a:lnTo>
                      <a:pt x="14" y="216"/>
                    </a:lnTo>
                    <a:lnTo>
                      <a:pt x="18" y="216"/>
                    </a:lnTo>
                    <a:lnTo>
                      <a:pt x="14" y="220"/>
                    </a:lnTo>
                    <a:lnTo>
                      <a:pt x="14" y="216"/>
                    </a:lnTo>
                    <a:lnTo>
                      <a:pt x="14" y="212"/>
                    </a:lnTo>
                    <a:lnTo>
                      <a:pt x="14" y="212"/>
                    </a:lnTo>
                    <a:lnTo>
                      <a:pt x="14" y="2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3" name="Freeform 57"/>
              <p:cNvSpPr>
                <a:spLocks noEditPoints="1"/>
              </p:cNvSpPr>
              <p:nvPr/>
            </p:nvSpPr>
            <p:spPr bwMode="gray">
              <a:xfrm>
                <a:off x="7850626" y="4763183"/>
                <a:ext cx="76528" cy="38264"/>
              </a:xfrm>
              <a:custGeom>
                <a:avLst/>
                <a:gdLst>
                  <a:gd name="T0" fmla="*/ 22 w 44"/>
                  <a:gd name="T1" fmla="*/ 4 h 22"/>
                  <a:gd name="T2" fmla="*/ 18 w 44"/>
                  <a:gd name="T3" fmla="*/ 4 h 22"/>
                  <a:gd name="T4" fmla="*/ 18 w 44"/>
                  <a:gd name="T5" fmla="*/ 0 h 22"/>
                  <a:gd name="T6" fmla="*/ 22 w 44"/>
                  <a:gd name="T7" fmla="*/ 0 h 22"/>
                  <a:gd name="T8" fmla="*/ 22 w 44"/>
                  <a:gd name="T9" fmla="*/ 0 h 22"/>
                  <a:gd name="T10" fmla="*/ 44 w 44"/>
                  <a:gd name="T11" fmla="*/ 4 h 22"/>
                  <a:gd name="T12" fmla="*/ 44 w 44"/>
                  <a:gd name="T13" fmla="*/ 4 h 22"/>
                  <a:gd name="T14" fmla="*/ 42 w 44"/>
                  <a:gd name="T15" fmla="*/ 8 h 22"/>
                  <a:gd name="T16" fmla="*/ 42 w 44"/>
                  <a:gd name="T17" fmla="*/ 10 h 22"/>
                  <a:gd name="T18" fmla="*/ 38 w 44"/>
                  <a:gd name="T19" fmla="*/ 10 h 22"/>
                  <a:gd name="T20" fmla="*/ 34 w 44"/>
                  <a:gd name="T21" fmla="*/ 10 h 22"/>
                  <a:gd name="T22" fmla="*/ 34 w 44"/>
                  <a:gd name="T23" fmla="*/ 10 h 22"/>
                  <a:gd name="T24" fmla="*/ 34 w 44"/>
                  <a:gd name="T25" fmla="*/ 14 h 22"/>
                  <a:gd name="T26" fmla="*/ 30 w 44"/>
                  <a:gd name="T27" fmla="*/ 14 h 22"/>
                  <a:gd name="T28" fmla="*/ 30 w 44"/>
                  <a:gd name="T29" fmla="*/ 14 h 22"/>
                  <a:gd name="T30" fmla="*/ 30 w 44"/>
                  <a:gd name="T31" fmla="*/ 14 h 22"/>
                  <a:gd name="T32" fmla="*/ 26 w 44"/>
                  <a:gd name="T33" fmla="*/ 14 h 22"/>
                  <a:gd name="T34" fmla="*/ 26 w 44"/>
                  <a:gd name="T35" fmla="*/ 14 h 22"/>
                  <a:gd name="T36" fmla="*/ 22 w 44"/>
                  <a:gd name="T37" fmla="*/ 14 h 22"/>
                  <a:gd name="T38" fmla="*/ 18 w 44"/>
                  <a:gd name="T39" fmla="*/ 18 h 22"/>
                  <a:gd name="T40" fmla="*/ 16 w 44"/>
                  <a:gd name="T41" fmla="*/ 18 h 22"/>
                  <a:gd name="T42" fmla="*/ 16 w 44"/>
                  <a:gd name="T43" fmla="*/ 22 h 22"/>
                  <a:gd name="T44" fmla="*/ 16 w 44"/>
                  <a:gd name="T45" fmla="*/ 22 h 22"/>
                  <a:gd name="T46" fmla="*/ 12 w 44"/>
                  <a:gd name="T47" fmla="*/ 18 h 22"/>
                  <a:gd name="T48" fmla="*/ 12 w 44"/>
                  <a:gd name="T49" fmla="*/ 18 h 22"/>
                  <a:gd name="T50" fmla="*/ 16 w 44"/>
                  <a:gd name="T51" fmla="*/ 14 h 22"/>
                  <a:gd name="T52" fmla="*/ 16 w 44"/>
                  <a:gd name="T53" fmla="*/ 14 h 22"/>
                  <a:gd name="T54" fmla="*/ 12 w 44"/>
                  <a:gd name="T55" fmla="*/ 14 h 22"/>
                  <a:gd name="T56" fmla="*/ 16 w 44"/>
                  <a:gd name="T57" fmla="*/ 10 h 22"/>
                  <a:gd name="T58" fmla="*/ 16 w 44"/>
                  <a:gd name="T59" fmla="*/ 8 h 22"/>
                  <a:gd name="T60" fmla="*/ 16 w 44"/>
                  <a:gd name="T61" fmla="*/ 8 h 22"/>
                  <a:gd name="T62" fmla="*/ 16 w 44"/>
                  <a:gd name="T63" fmla="*/ 8 h 22"/>
                  <a:gd name="T64" fmla="*/ 18 w 44"/>
                  <a:gd name="T65" fmla="*/ 8 h 22"/>
                  <a:gd name="T66" fmla="*/ 22 w 44"/>
                  <a:gd name="T67" fmla="*/ 8 h 22"/>
                  <a:gd name="T68" fmla="*/ 22 w 44"/>
                  <a:gd name="T69" fmla="*/ 4 h 22"/>
                  <a:gd name="T70" fmla="*/ 26 w 44"/>
                  <a:gd name="T71" fmla="*/ 4 h 22"/>
                  <a:gd name="T72" fmla="*/ 26 w 44"/>
                  <a:gd name="T73" fmla="*/ 4 h 22"/>
                  <a:gd name="T74" fmla="*/ 26 w 44"/>
                  <a:gd name="T75" fmla="*/ 8 h 22"/>
                  <a:gd name="T76" fmla="*/ 26 w 44"/>
                  <a:gd name="T77" fmla="*/ 8 h 22"/>
                  <a:gd name="T78" fmla="*/ 30 w 44"/>
                  <a:gd name="T79" fmla="*/ 4 h 22"/>
                  <a:gd name="T80" fmla="*/ 34 w 44"/>
                  <a:gd name="T81" fmla="*/ 4 h 22"/>
                  <a:gd name="T82" fmla="*/ 34 w 44"/>
                  <a:gd name="T83" fmla="*/ 4 h 22"/>
                  <a:gd name="T84" fmla="*/ 34 w 44"/>
                  <a:gd name="T85" fmla="*/ 4 h 22"/>
                  <a:gd name="T86" fmla="*/ 38 w 44"/>
                  <a:gd name="T87" fmla="*/ 4 h 22"/>
                  <a:gd name="T88" fmla="*/ 42 w 44"/>
                  <a:gd name="T89" fmla="*/ 4 h 22"/>
                  <a:gd name="T90" fmla="*/ 44 w 44"/>
                  <a:gd name="T91" fmla="*/ 4 h 22"/>
                  <a:gd name="T92" fmla="*/ 44 w 44"/>
                  <a:gd name="T93" fmla="*/ 4 h 22"/>
                  <a:gd name="T94" fmla="*/ 0 w 44"/>
                  <a:gd name="T95" fmla="*/ 18 h 22"/>
                  <a:gd name="T96" fmla="*/ 0 w 44"/>
                  <a:gd name="T97" fmla="*/ 18 h 22"/>
                  <a:gd name="T98" fmla="*/ 4 w 44"/>
                  <a:gd name="T99" fmla="*/ 18 h 22"/>
                  <a:gd name="T100" fmla="*/ 4 w 44"/>
                  <a:gd name="T101" fmla="*/ 22 h 22"/>
                  <a:gd name="T102" fmla="*/ 4 w 44"/>
                  <a:gd name="T103" fmla="*/ 22 h 22"/>
                  <a:gd name="T104" fmla="*/ 0 w 44"/>
                  <a:gd name="T105" fmla="*/ 22 h 22"/>
                  <a:gd name="T106" fmla="*/ 0 w 44"/>
                  <a:gd name="T107" fmla="*/ 18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4" h="22">
                    <a:moveTo>
                      <a:pt x="22" y="0"/>
                    </a:moveTo>
                    <a:lnTo>
                      <a:pt x="22" y="4"/>
                    </a:lnTo>
                    <a:lnTo>
                      <a:pt x="22" y="4"/>
                    </a:lnTo>
                    <a:lnTo>
                      <a:pt x="22" y="4"/>
                    </a:lnTo>
                    <a:lnTo>
                      <a:pt x="22" y="4"/>
                    </a:lnTo>
                    <a:lnTo>
                      <a:pt x="18" y="4"/>
                    </a:lnTo>
                    <a:lnTo>
                      <a:pt x="18" y="4"/>
                    </a:lnTo>
                    <a:lnTo>
                      <a:pt x="18" y="0"/>
                    </a:lnTo>
                    <a:lnTo>
                      <a:pt x="18" y="0"/>
                    </a:lnTo>
                    <a:lnTo>
                      <a:pt x="18" y="0"/>
                    </a:lnTo>
                    <a:lnTo>
                      <a:pt x="22" y="0"/>
                    </a:lnTo>
                    <a:lnTo>
                      <a:pt x="22" y="0"/>
                    </a:lnTo>
                    <a:lnTo>
                      <a:pt x="22" y="0"/>
                    </a:lnTo>
                    <a:lnTo>
                      <a:pt x="22" y="0"/>
                    </a:lnTo>
                    <a:lnTo>
                      <a:pt x="22" y="0"/>
                    </a:lnTo>
                    <a:close/>
                    <a:moveTo>
                      <a:pt x="44" y="4"/>
                    </a:moveTo>
                    <a:lnTo>
                      <a:pt x="44" y="4"/>
                    </a:lnTo>
                    <a:lnTo>
                      <a:pt x="44" y="4"/>
                    </a:lnTo>
                    <a:lnTo>
                      <a:pt x="44" y="4"/>
                    </a:lnTo>
                    <a:lnTo>
                      <a:pt x="44" y="4"/>
                    </a:lnTo>
                    <a:lnTo>
                      <a:pt x="44" y="4"/>
                    </a:lnTo>
                    <a:lnTo>
                      <a:pt x="44" y="8"/>
                    </a:lnTo>
                    <a:lnTo>
                      <a:pt x="42" y="8"/>
                    </a:lnTo>
                    <a:lnTo>
                      <a:pt x="42" y="8"/>
                    </a:lnTo>
                    <a:lnTo>
                      <a:pt x="42" y="8"/>
                    </a:lnTo>
                    <a:lnTo>
                      <a:pt x="42" y="8"/>
                    </a:lnTo>
                    <a:lnTo>
                      <a:pt x="42" y="10"/>
                    </a:lnTo>
                    <a:lnTo>
                      <a:pt x="38" y="10"/>
                    </a:lnTo>
                    <a:lnTo>
                      <a:pt x="38" y="10"/>
                    </a:lnTo>
                    <a:lnTo>
                      <a:pt x="38" y="10"/>
                    </a:lnTo>
                    <a:lnTo>
                      <a:pt x="38" y="10"/>
                    </a:lnTo>
                    <a:lnTo>
                      <a:pt x="38" y="10"/>
                    </a:lnTo>
                    <a:lnTo>
                      <a:pt x="34" y="10"/>
                    </a:lnTo>
                    <a:lnTo>
                      <a:pt x="34" y="10"/>
                    </a:lnTo>
                    <a:lnTo>
                      <a:pt x="34" y="10"/>
                    </a:lnTo>
                    <a:lnTo>
                      <a:pt x="34" y="10"/>
                    </a:lnTo>
                    <a:lnTo>
                      <a:pt x="34" y="10"/>
                    </a:lnTo>
                    <a:lnTo>
                      <a:pt x="34" y="10"/>
                    </a:lnTo>
                    <a:lnTo>
                      <a:pt x="34" y="14"/>
                    </a:lnTo>
                    <a:lnTo>
                      <a:pt x="34" y="14"/>
                    </a:lnTo>
                    <a:lnTo>
                      <a:pt x="30" y="14"/>
                    </a:lnTo>
                    <a:lnTo>
                      <a:pt x="30" y="14"/>
                    </a:lnTo>
                    <a:lnTo>
                      <a:pt x="30" y="14"/>
                    </a:lnTo>
                    <a:lnTo>
                      <a:pt x="30" y="14"/>
                    </a:lnTo>
                    <a:lnTo>
                      <a:pt x="30" y="14"/>
                    </a:lnTo>
                    <a:lnTo>
                      <a:pt x="30" y="14"/>
                    </a:lnTo>
                    <a:lnTo>
                      <a:pt x="30" y="14"/>
                    </a:lnTo>
                    <a:lnTo>
                      <a:pt x="30" y="14"/>
                    </a:lnTo>
                    <a:lnTo>
                      <a:pt x="30" y="14"/>
                    </a:lnTo>
                    <a:lnTo>
                      <a:pt x="26" y="14"/>
                    </a:lnTo>
                    <a:lnTo>
                      <a:pt x="26" y="14"/>
                    </a:lnTo>
                    <a:lnTo>
                      <a:pt x="26" y="14"/>
                    </a:lnTo>
                    <a:lnTo>
                      <a:pt x="26" y="14"/>
                    </a:lnTo>
                    <a:lnTo>
                      <a:pt x="26" y="14"/>
                    </a:lnTo>
                    <a:lnTo>
                      <a:pt x="26" y="14"/>
                    </a:lnTo>
                    <a:lnTo>
                      <a:pt x="26" y="14"/>
                    </a:lnTo>
                    <a:lnTo>
                      <a:pt x="22" y="14"/>
                    </a:lnTo>
                    <a:lnTo>
                      <a:pt x="18" y="18"/>
                    </a:lnTo>
                    <a:lnTo>
                      <a:pt x="18" y="18"/>
                    </a:lnTo>
                    <a:lnTo>
                      <a:pt x="18" y="18"/>
                    </a:lnTo>
                    <a:lnTo>
                      <a:pt x="18" y="18"/>
                    </a:lnTo>
                    <a:lnTo>
                      <a:pt x="18" y="18"/>
                    </a:lnTo>
                    <a:lnTo>
                      <a:pt x="16" y="18"/>
                    </a:lnTo>
                    <a:lnTo>
                      <a:pt x="16" y="22"/>
                    </a:lnTo>
                    <a:lnTo>
                      <a:pt x="16" y="22"/>
                    </a:lnTo>
                    <a:lnTo>
                      <a:pt x="16" y="22"/>
                    </a:lnTo>
                    <a:lnTo>
                      <a:pt x="16" y="22"/>
                    </a:lnTo>
                    <a:lnTo>
                      <a:pt x="16" y="22"/>
                    </a:lnTo>
                    <a:lnTo>
                      <a:pt x="16" y="22"/>
                    </a:lnTo>
                    <a:lnTo>
                      <a:pt x="16" y="22"/>
                    </a:lnTo>
                    <a:lnTo>
                      <a:pt x="12" y="18"/>
                    </a:lnTo>
                    <a:lnTo>
                      <a:pt x="12" y="18"/>
                    </a:lnTo>
                    <a:lnTo>
                      <a:pt x="12" y="18"/>
                    </a:lnTo>
                    <a:lnTo>
                      <a:pt x="12" y="18"/>
                    </a:lnTo>
                    <a:lnTo>
                      <a:pt x="12" y="18"/>
                    </a:lnTo>
                    <a:lnTo>
                      <a:pt x="16" y="18"/>
                    </a:lnTo>
                    <a:lnTo>
                      <a:pt x="16" y="18"/>
                    </a:lnTo>
                    <a:lnTo>
                      <a:pt x="16" y="14"/>
                    </a:lnTo>
                    <a:lnTo>
                      <a:pt x="16" y="14"/>
                    </a:lnTo>
                    <a:lnTo>
                      <a:pt x="16" y="14"/>
                    </a:lnTo>
                    <a:lnTo>
                      <a:pt x="16" y="14"/>
                    </a:lnTo>
                    <a:lnTo>
                      <a:pt x="12" y="14"/>
                    </a:lnTo>
                    <a:lnTo>
                      <a:pt x="12" y="14"/>
                    </a:lnTo>
                    <a:lnTo>
                      <a:pt x="12" y="14"/>
                    </a:lnTo>
                    <a:lnTo>
                      <a:pt x="12" y="14"/>
                    </a:lnTo>
                    <a:lnTo>
                      <a:pt x="12" y="14"/>
                    </a:lnTo>
                    <a:lnTo>
                      <a:pt x="16" y="10"/>
                    </a:lnTo>
                    <a:lnTo>
                      <a:pt x="16" y="10"/>
                    </a:lnTo>
                    <a:lnTo>
                      <a:pt x="16" y="8"/>
                    </a:lnTo>
                    <a:lnTo>
                      <a:pt x="16" y="8"/>
                    </a:lnTo>
                    <a:lnTo>
                      <a:pt x="16" y="8"/>
                    </a:lnTo>
                    <a:lnTo>
                      <a:pt x="16" y="8"/>
                    </a:lnTo>
                    <a:lnTo>
                      <a:pt x="16" y="8"/>
                    </a:lnTo>
                    <a:lnTo>
                      <a:pt x="16" y="8"/>
                    </a:lnTo>
                    <a:lnTo>
                      <a:pt x="16" y="8"/>
                    </a:lnTo>
                    <a:lnTo>
                      <a:pt x="16" y="8"/>
                    </a:lnTo>
                    <a:lnTo>
                      <a:pt x="16" y="8"/>
                    </a:lnTo>
                    <a:lnTo>
                      <a:pt x="16" y="8"/>
                    </a:lnTo>
                    <a:lnTo>
                      <a:pt x="18" y="8"/>
                    </a:lnTo>
                    <a:lnTo>
                      <a:pt x="22" y="8"/>
                    </a:lnTo>
                    <a:lnTo>
                      <a:pt x="22" y="8"/>
                    </a:lnTo>
                    <a:lnTo>
                      <a:pt x="22" y="8"/>
                    </a:lnTo>
                    <a:lnTo>
                      <a:pt x="22" y="8"/>
                    </a:lnTo>
                    <a:lnTo>
                      <a:pt x="22" y="8"/>
                    </a:lnTo>
                    <a:lnTo>
                      <a:pt x="22" y="4"/>
                    </a:lnTo>
                    <a:lnTo>
                      <a:pt x="22" y="4"/>
                    </a:lnTo>
                    <a:lnTo>
                      <a:pt x="26" y="4"/>
                    </a:lnTo>
                    <a:lnTo>
                      <a:pt x="26" y="4"/>
                    </a:lnTo>
                    <a:lnTo>
                      <a:pt x="26" y="4"/>
                    </a:lnTo>
                    <a:lnTo>
                      <a:pt x="26" y="4"/>
                    </a:lnTo>
                    <a:lnTo>
                      <a:pt x="26" y="4"/>
                    </a:lnTo>
                    <a:lnTo>
                      <a:pt x="26" y="4"/>
                    </a:lnTo>
                    <a:lnTo>
                      <a:pt x="26" y="4"/>
                    </a:lnTo>
                    <a:lnTo>
                      <a:pt x="26" y="8"/>
                    </a:lnTo>
                    <a:lnTo>
                      <a:pt x="26" y="8"/>
                    </a:lnTo>
                    <a:lnTo>
                      <a:pt x="26" y="8"/>
                    </a:lnTo>
                    <a:lnTo>
                      <a:pt x="26" y="8"/>
                    </a:lnTo>
                    <a:lnTo>
                      <a:pt x="30" y="8"/>
                    </a:lnTo>
                    <a:lnTo>
                      <a:pt x="30" y="8"/>
                    </a:lnTo>
                    <a:lnTo>
                      <a:pt x="30" y="4"/>
                    </a:lnTo>
                    <a:lnTo>
                      <a:pt x="30" y="4"/>
                    </a:lnTo>
                    <a:lnTo>
                      <a:pt x="30" y="4"/>
                    </a:lnTo>
                    <a:lnTo>
                      <a:pt x="34" y="4"/>
                    </a:lnTo>
                    <a:lnTo>
                      <a:pt x="34" y="4"/>
                    </a:lnTo>
                    <a:lnTo>
                      <a:pt x="34" y="4"/>
                    </a:lnTo>
                    <a:lnTo>
                      <a:pt x="34" y="4"/>
                    </a:lnTo>
                    <a:lnTo>
                      <a:pt x="34" y="4"/>
                    </a:lnTo>
                    <a:lnTo>
                      <a:pt x="34" y="4"/>
                    </a:lnTo>
                    <a:lnTo>
                      <a:pt x="34" y="4"/>
                    </a:lnTo>
                    <a:lnTo>
                      <a:pt x="34" y="4"/>
                    </a:lnTo>
                    <a:lnTo>
                      <a:pt x="34" y="4"/>
                    </a:lnTo>
                    <a:lnTo>
                      <a:pt x="38" y="4"/>
                    </a:lnTo>
                    <a:lnTo>
                      <a:pt x="38" y="4"/>
                    </a:lnTo>
                    <a:lnTo>
                      <a:pt x="38" y="4"/>
                    </a:lnTo>
                    <a:lnTo>
                      <a:pt x="42" y="4"/>
                    </a:lnTo>
                    <a:lnTo>
                      <a:pt x="42" y="4"/>
                    </a:lnTo>
                    <a:lnTo>
                      <a:pt x="44" y="4"/>
                    </a:lnTo>
                    <a:lnTo>
                      <a:pt x="44" y="4"/>
                    </a:lnTo>
                    <a:lnTo>
                      <a:pt x="44" y="4"/>
                    </a:lnTo>
                    <a:lnTo>
                      <a:pt x="44" y="4"/>
                    </a:lnTo>
                    <a:lnTo>
                      <a:pt x="44" y="4"/>
                    </a:lnTo>
                    <a:close/>
                    <a:moveTo>
                      <a:pt x="0" y="18"/>
                    </a:moveTo>
                    <a:lnTo>
                      <a:pt x="0" y="18"/>
                    </a:lnTo>
                    <a:lnTo>
                      <a:pt x="0" y="18"/>
                    </a:lnTo>
                    <a:lnTo>
                      <a:pt x="0" y="18"/>
                    </a:lnTo>
                    <a:lnTo>
                      <a:pt x="0" y="18"/>
                    </a:lnTo>
                    <a:lnTo>
                      <a:pt x="0" y="18"/>
                    </a:lnTo>
                    <a:lnTo>
                      <a:pt x="0" y="18"/>
                    </a:lnTo>
                    <a:lnTo>
                      <a:pt x="4" y="18"/>
                    </a:lnTo>
                    <a:lnTo>
                      <a:pt x="4" y="18"/>
                    </a:lnTo>
                    <a:lnTo>
                      <a:pt x="4" y="18"/>
                    </a:lnTo>
                    <a:lnTo>
                      <a:pt x="4" y="18"/>
                    </a:lnTo>
                    <a:lnTo>
                      <a:pt x="4" y="22"/>
                    </a:lnTo>
                    <a:lnTo>
                      <a:pt x="4" y="22"/>
                    </a:lnTo>
                    <a:lnTo>
                      <a:pt x="4" y="22"/>
                    </a:lnTo>
                    <a:lnTo>
                      <a:pt x="4" y="22"/>
                    </a:lnTo>
                    <a:lnTo>
                      <a:pt x="4" y="22"/>
                    </a:lnTo>
                    <a:lnTo>
                      <a:pt x="0" y="22"/>
                    </a:lnTo>
                    <a:lnTo>
                      <a:pt x="0" y="22"/>
                    </a:lnTo>
                    <a:lnTo>
                      <a:pt x="0" y="22"/>
                    </a:lnTo>
                    <a:lnTo>
                      <a:pt x="0" y="22"/>
                    </a:lnTo>
                    <a:lnTo>
                      <a:pt x="0" y="18"/>
                    </a:lnTo>
                    <a:lnTo>
                      <a:pt x="0" y="18"/>
                    </a:lnTo>
                    <a:lnTo>
                      <a:pt x="0"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4" name="Freeform 58"/>
              <p:cNvSpPr>
                <a:spLocks noEditPoints="1"/>
              </p:cNvSpPr>
              <p:nvPr/>
            </p:nvSpPr>
            <p:spPr bwMode="gray">
              <a:xfrm>
                <a:off x="5429568" y="3204810"/>
                <a:ext cx="473081" cy="215668"/>
              </a:xfrm>
              <a:custGeom>
                <a:avLst/>
                <a:gdLst>
                  <a:gd name="T0" fmla="*/ 22 w 272"/>
                  <a:gd name="T1" fmla="*/ 4 h 124"/>
                  <a:gd name="T2" fmla="*/ 34 w 272"/>
                  <a:gd name="T3" fmla="*/ 8 h 124"/>
                  <a:gd name="T4" fmla="*/ 48 w 272"/>
                  <a:gd name="T5" fmla="*/ 24 h 124"/>
                  <a:gd name="T6" fmla="*/ 26 w 272"/>
                  <a:gd name="T7" fmla="*/ 24 h 124"/>
                  <a:gd name="T8" fmla="*/ 14 w 272"/>
                  <a:gd name="T9" fmla="*/ 38 h 124"/>
                  <a:gd name="T10" fmla="*/ 8 w 272"/>
                  <a:gd name="T11" fmla="*/ 38 h 124"/>
                  <a:gd name="T12" fmla="*/ 14 w 272"/>
                  <a:gd name="T13" fmla="*/ 30 h 124"/>
                  <a:gd name="T14" fmla="*/ 10 w 272"/>
                  <a:gd name="T15" fmla="*/ 20 h 124"/>
                  <a:gd name="T16" fmla="*/ 10 w 272"/>
                  <a:gd name="T17" fmla="*/ 12 h 124"/>
                  <a:gd name="T18" fmla="*/ 10 w 272"/>
                  <a:gd name="T19" fmla="*/ 42 h 124"/>
                  <a:gd name="T20" fmla="*/ 26 w 272"/>
                  <a:gd name="T21" fmla="*/ 34 h 124"/>
                  <a:gd name="T22" fmla="*/ 34 w 272"/>
                  <a:gd name="T23" fmla="*/ 38 h 124"/>
                  <a:gd name="T24" fmla="*/ 48 w 272"/>
                  <a:gd name="T25" fmla="*/ 38 h 124"/>
                  <a:gd name="T26" fmla="*/ 50 w 272"/>
                  <a:gd name="T27" fmla="*/ 30 h 124"/>
                  <a:gd name="T28" fmla="*/ 54 w 272"/>
                  <a:gd name="T29" fmla="*/ 26 h 124"/>
                  <a:gd name="T30" fmla="*/ 58 w 272"/>
                  <a:gd name="T31" fmla="*/ 20 h 124"/>
                  <a:gd name="T32" fmla="*/ 78 w 272"/>
                  <a:gd name="T33" fmla="*/ 24 h 124"/>
                  <a:gd name="T34" fmla="*/ 92 w 272"/>
                  <a:gd name="T35" fmla="*/ 12 h 124"/>
                  <a:gd name="T36" fmla="*/ 106 w 272"/>
                  <a:gd name="T37" fmla="*/ 4 h 124"/>
                  <a:gd name="T38" fmla="*/ 130 w 272"/>
                  <a:gd name="T39" fmla="*/ 4 h 124"/>
                  <a:gd name="T40" fmla="*/ 144 w 272"/>
                  <a:gd name="T41" fmla="*/ 12 h 124"/>
                  <a:gd name="T42" fmla="*/ 152 w 272"/>
                  <a:gd name="T43" fmla="*/ 20 h 124"/>
                  <a:gd name="T44" fmla="*/ 162 w 272"/>
                  <a:gd name="T45" fmla="*/ 24 h 124"/>
                  <a:gd name="T46" fmla="*/ 182 w 272"/>
                  <a:gd name="T47" fmla="*/ 26 h 124"/>
                  <a:gd name="T48" fmla="*/ 200 w 272"/>
                  <a:gd name="T49" fmla="*/ 24 h 124"/>
                  <a:gd name="T50" fmla="*/ 220 w 272"/>
                  <a:gd name="T51" fmla="*/ 20 h 124"/>
                  <a:gd name="T52" fmla="*/ 238 w 272"/>
                  <a:gd name="T53" fmla="*/ 16 h 124"/>
                  <a:gd name="T54" fmla="*/ 252 w 272"/>
                  <a:gd name="T55" fmla="*/ 20 h 124"/>
                  <a:gd name="T56" fmla="*/ 252 w 272"/>
                  <a:gd name="T57" fmla="*/ 38 h 124"/>
                  <a:gd name="T58" fmla="*/ 272 w 272"/>
                  <a:gd name="T59" fmla="*/ 50 h 124"/>
                  <a:gd name="T60" fmla="*/ 260 w 272"/>
                  <a:gd name="T61" fmla="*/ 54 h 124"/>
                  <a:gd name="T62" fmla="*/ 264 w 272"/>
                  <a:gd name="T63" fmla="*/ 76 h 124"/>
                  <a:gd name="T64" fmla="*/ 268 w 272"/>
                  <a:gd name="T65" fmla="*/ 94 h 124"/>
                  <a:gd name="T66" fmla="*/ 264 w 272"/>
                  <a:gd name="T67" fmla="*/ 98 h 124"/>
                  <a:gd name="T68" fmla="*/ 248 w 272"/>
                  <a:gd name="T69" fmla="*/ 94 h 124"/>
                  <a:gd name="T70" fmla="*/ 234 w 272"/>
                  <a:gd name="T71" fmla="*/ 94 h 124"/>
                  <a:gd name="T72" fmla="*/ 216 w 272"/>
                  <a:gd name="T73" fmla="*/ 98 h 124"/>
                  <a:gd name="T74" fmla="*/ 196 w 272"/>
                  <a:gd name="T75" fmla="*/ 106 h 124"/>
                  <a:gd name="T76" fmla="*/ 178 w 272"/>
                  <a:gd name="T77" fmla="*/ 102 h 124"/>
                  <a:gd name="T78" fmla="*/ 162 w 272"/>
                  <a:gd name="T79" fmla="*/ 106 h 124"/>
                  <a:gd name="T80" fmla="*/ 152 w 272"/>
                  <a:gd name="T81" fmla="*/ 116 h 124"/>
                  <a:gd name="T82" fmla="*/ 148 w 272"/>
                  <a:gd name="T83" fmla="*/ 120 h 124"/>
                  <a:gd name="T84" fmla="*/ 148 w 272"/>
                  <a:gd name="T85" fmla="*/ 102 h 124"/>
                  <a:gd name="T86" fmla="*/ 134 w 272"/>
                  <a:gd name="T87" fmla="*/ 106 h 124"/>
                  <a:gd name="T88" fmla="*/ 118 w 272"/>
                  <a:gd name="T89" fmla="*/ 116 h 124"/>
                  <a:gd name="T90" fmla="*/ 104 w 272"/>
                  <a:gd name="T91" fmla="*/ 120 h 124"/>
                  <a:gd name="T92" fmla="*/ 92 w 272"/>
                  <a:gd name="T93" fmla="*/ 110 h 124"/>
                  <a:gd name="T94" fmla="*/ 74 w 272"/>
                  <a:gd name="T95" fmla="*/ 106 h 124"/>
                  <a:gd name="T96" fmla="*/ 66 w 272"/>
                  <a:gd name="T97" fmla="*/ 114 h 124"/>
                  <a:gd name="T98" fmla="*/ 50 w 272"/>
                  <a:gd name="T99" fmla="*/ 114 h 124"/>
                  <a:gd name="T100" fmla="*/ 44 w 272"/>
                  <a:gd name="T101" fmla="*/ 106 h 124"/>
                  <a:gd name="T102" fmla="*/ 36 w 272"/>
                  <a:gd name="T103" fmla="*/ 110 h 124"/>
                  <a:gd name="T104" fmla="*/ 34 w 272"/>
                  <a:gd name="T105" fmla="*/ 106 h 124"/>
                  <a:gd name="T106" fmla="*/ 36 w 272"/>
                  <a:gd name="T107" fmla="*/ 102 h 124"/>
                  <a:gd name="T108" fmla="*/ 30 w 272"/>
                  <a:gd name="T109" fmla="*/ 98 h 124"/>
                  <a:gd name="T110" fmla="*/ 22 w 272"/>
                  <a:gd name="T111" fmla="*/ 86 h 124"/>
                  <a:gd name="T112" fmla="*/ 10 w 272"/>
                  <a:gd name="T113" fmla="*/ 80 h 124"/>
                  <a:gd name="T114" fmla="*/ 14 w 272"/>
                  <a:gd name="T115" fmla="*/ 76 h 124"/>
                  <a:gd name="T116" fmla="*/ 18 w 272"/>
                  <a:gd name="T117" fmla="*/ 68 h 124"/>
                  <a:gd name="T118" fmla="*/ 18 w 272"/>
                  <a:gd name="T119" fmla="*/ 54 h 124"/>
                  <a:gd name="T120" fmla="*/ 30 w 272"/>
                  <a:gd name="T121" fmla="*/ 30 h 124"/>
                  <a:gd name="T122" fmla="*/ 4 w 272"/>
                  <a:gd name="T123" fmla="*/ 38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72" h="124">
                    <a:moveTo>
                      <a:pt x="10" y="12"/>
                    </a:moveTo>
                    <a:lnTo>
                      <a:pt x="10" y="8"/>
                    </a:lnTo>
                    <a:lnTo>
                      <a:pt x="14" y="8"/>
                    </a:lnTo>
                    <a:lnTo>
                      <a:pt x="14" y="4"/>
                    </a:lnTo>
                    <a:lnTo>
                      <a:pt x="18" y="4"/>
                    </a:lnTo>
                    <a:lnTo>
                      <a:pt x="22" y="4"/>
                    </a:lnTo>
                    <a:lnTo>
                      <a:pt x="22" y="0"/>
                    </a:lnTo>
                    <a:lnTo>
                      <a:pt x="26" y="0"/>
                    </a:lnTo>
                    <a:lnTo>
                      <a:pt x="26" y="4"/>
                    </a:lnTo>
                    <a:lnTo>
                      <a:pt x="30" y="4"/>
                    </a:lnTo>
                    <a:lnTo>
                      <a:pt x="34" y="4"/>
                    </a:lnTo>
                    <a:lnTo>
                      <a:pt x="34" y="8"/>
                    </a:lnTo>
                    <a:lnTo>
                      <a:pt x="36" y="12"/>
                    </a:lnTo>
                    <a:lnTo>
                      <a:pt x="36" y="16"/>
                    </a:lnTo>
                    <a:lnTo>
                      <a:pt x="40" y="16"/>
                    </a:lnTo>
                    <a:lnTo>
                      <a:pt x="44" y="20"/>
                    </a:lnTo>
                    <a:lnTo>
                      <a:pt x="48" y="20"/>
                    </a:lnTo>
                    <a:lnTo>
                      <a:pt x="48" y="24"/>
                    </a:lnTo>
                    <a:lnTo>
                      <a:pt x="44" y="24"/>
                    </a:lnTo>
                    <a:lnTo>
                      <a:pt x="40" y="24"/>
                    </a:lnTo>
                    <a:lnTo>
                      <a:pt x="36" y="24"/>
                    </a:lnTo>
                    <a:lnTo>
                      <a:pt x="34" y="24"/>
                    </a:lnTo>
                    <a:lnTo>
                      <a:pt x="30" y="24"/>
                    </a:lnTo>
                    <a:lnTo>
                      <a:pt x="26" y="24"/>
                    </a:lnTo>
                    <a:lnTo>
                      <a:pt x="26" y="26"/>
                    </a:lnTo>
                    <a:lnTo>
                      <a:pt x="26" y="30"/>
                    </a:lnTo>
                    <a:lnTo>
                      <a:pt x="22" y="30"/>
                    </a:lnTo>
                    <a:lnTo>
                      <a:pt x="18" y="34"/>
                    </a:lnTo>
                    <a:lnTo>
                      <a:pt x="14" y="34"/>
                    </a:lnTo>
                    <a:lnTo>
                      <a:pt x="14" y="38"/>
                    </a:lnTo>
                    <a:lnTo>
                      <a:pt x="10" y="38"/>
                    </a:lnTo>
                    <a:lnTo>
                      <a:pt x="10" y="42"/>
                    </a:lnTo>
                    <a:lnTo>
                      <a:pt x="8" y="42"/>
                    </a:lnTo>
                    <a:lnTo>
                      <a:pt x="10" y="42"/>
                    </a:lnTo>
                    <a:lnTo>
                      <a:pt x="10" y="38"/>
                    </a:lnTo>
                    <a:lnTo>
                      <a:pt x="8" y="38"/>
                    </a:lnTo>
                    <a:lnTo>
                      <a:pt x="10" y="38"/>
                    </a:lnTo>
                    <a:lnTo>
                      <a:pt x="10" y="34"/>
                    </a:lnTo>
                    <a:lnTo>
                      <a:pt x="14" y="34"/>
                    </a:lnTo>
                    <a:lnTo>
                      <a:pt x="18" y="34"/>
                    </a:lnTo>
                    <a:lnTo>
                      <a:pt x="18" y="30"/>
                    </a:lnTo>
                    <a:lnTo>
                      <a:pt x="14" y="30"/>
                    </a:lnTo>
                    <a:lnTo>
                      <a:pt x="10" y="30"/>
                    </a:lnTo>
                    <a:lnTo>
                      <a:pt x="8" y="30"/>
                    </a:lnTo>
                    <a:lnTo>
                      <a:pt x="8" y="26"/>
                    </a:lnTo>
                    <a:lnTo>
                      <a:pt x="10" y="26"/>
                    </a:lnTo>
                    <a:lnTo>
                      <a:pt x="10" y="24"/>
                    </a:lnTo>
                    <a:lnTo>
                      <a:pt x="10" y="20"/>
                    </a:lnTo>
                    <a:lnTo>
                      <a:pt x="14" y="20"/>
                    </a:lnTo>
                    <a:lnTo>
                      <a:pt x="14" y="16"/>
                    </a:lnTo>
                    <a:lnTo>
                      <a:pt x="14" y="12"/>
                    </a:lnTo>
                    <a:lnTo>
                      <a:pt x="10" y="12"/>
                    </a:lnTo>
                    <a:lnTo>
                      <a:pt x="10" y="12"/>
                    </a:lnTo>
                    <a:lnTo>
                      <a:pt x="10" y="12"/>
                    </a:lnTo>
                    <a:close/>
                    <a:moveTo>
                      <a:pt x="14" y="54"/>
                    </a:moveTo>
                    <a:lnTo>
                      <a:pt x="8" y="54"/>
                    </a:lnTo>
                    <a:lnTo>
                      <a:pt x="8" y="50"/>
                    </a:lnTo>
                    <a:lnTo>
                      <a:pt x="8" y="46"/>
                    </a:lnTo>
                    <a:lnTo>
                      <a:pt x="8" y="42"/>
                    </a:lnTo>
                    <a:lnTo>
                      <a:pt x="10" y="42"/>
                    </a:lnTo>
                    <a:lnTo>
                      <a:pt x="10" y="38"/>
                    </a:lnTo>
                    <a:lnTo>
                      <a:pt x="14" y="38"/>
                    </a:lnTo>
                    <a:lnTo>
                      <a:pt x="14" y="34"/>
                    </a:lnTo>
                    <a:lnTo>
                      <a:pt x="18" y="34"/>
                    </a:lnTo>
                    <a:lnTo>
                      <a:pt x="22" y="34"/>
                    </a:lnTo>
                    <a:lnTo>
                      <a:pt x="26" y="34"/>
                    </a:lnTo>
                    <a:lnTo>
                      <a:pt x="26" y="38"/>
                    </a:lnTo>
                    <a:lnTo>
                      <a:pt x="30" y="38"/>
                    </a:lnTo>
                    <a:lnTo>
                      <a:pt x="34" y="34"/>
                    </a:lnTo>
                    <a:lnTo>
                      <a:pt x="30" y="34"/>
                    </a:lnTo>
                    <a:lnTo>
                      <a:pt x="34" y="34"/>
                    </a:lnTo>
                    <a:lnTo>
                      <a:pt x="34" y="38"/>
                    </a:lnTo>
                    <a:lnTo>
                      <a:pt x="36" y="34"/>
                    </a:lnTo>
                    <a:lnTo>
                      <a:pt x="40" y="34"/>
                    </a:lnTo>
                    <a:lnTo>
                      <a:pt x="44" y="38"/>
                    </a:lnTo>
                    <a:lnTo>
                      <a:pt x="44" y="34"/>
                    </a:lnTo>
                    <a:lnTo>
                      <a:pt x="48" y="34"/>
                    </a:lnTo>
                    <a:lnTo>
                      <a:pt x="48" y="38"/>
                    </a:lnTo>
                    <a:lnTo>
                      <a:pt x="50" y="34"/>
                    </a:lnTo>
                    <a:lnTo>
                      <a:pt x="48" y="34"/>
                    </a:lnTo>
                    <a:lnTo>
                      <a:pt x="44" y="34"/>
                    </a:lnTo>
                    <a:lnTo>
                      <a:pt x="44" y="30"/>
                    </a:lnTo>
                    <a:lnTo>
                      <a:pt x="48" y="30"/>
                    </a:lnTo>
                    <a:lnTo>
                      <a:pt x="50" y="30"/>
                    </a:lnTo>
                    <a:lnTo>
                      <a:pt x="54" y="30"/>
                    </a:lnTo>
                    <a:lnTo>
                      <a:pt x="58" y="30"/>
                    </a:lnTo>
                    <a:lnTo>
                      <a:pt x="62" y="30"/>
                    </a:lnTo>
                    <a:lnTo>
                      <a:pt x="62" y="26"/>
                    </a:lnTo>
                    <a:lnTo>
                      <a:pt x="58" y="26"/>
                    </a:lnTo>
                    <a:lnTo>
                      <a:pt x="54" y="26"/>
                    </a:lnTo>
                    <a:lnTo>
                      <a:pt x="50" y="26"/>
                    </a:lnTo>
                    <a:lnTo>
                      <a:pt x="48" y="24"/>
                    </a:lnTo>
                    <a:lnTo>
                      <a:pt x="48" y="20"/>
                    </a:lnTo>
                    <a:lnTo>
                      <a:pt x="50" y="20"/>
                    </a:lnTo>
                    <a:lnTo>
                      <a:pt x="54" y="20"/>
                    </a:lnTo>
                    <a:lnTo>
                      <a:pt x="58" y="20"/>
                    </a:lnTo>
                    <a:lnTo>
                      <a:pt x="62" y="24"/>
                    </a:lnTo>
                    <a:lnTo>
                      <a:pt x="66" y="20"/>
                    </a:lnTo>
                    <a:lnTo>
                      <a:pt x="70" y="20"/>
                    </a:lnTo>
                    <a:lnTo>
                      <a:pt x="70" y="24"/>
                    </a:lnTo>
                    <a:lnTo>
                      <a:pt x="74" y="24"/>
                    </a:lnTo>
                    <a:lnTo>
                      <a:pt x="78" y="24"/>
                    </a:lnTo>
                    <a:lnTo>
                      <a:pt x="80" y="24"/>
                    </a:lnTo>
                    <a:lnTo>
                      <a:pt x="80" y="20"/>
                    </a:lnTo>
                    <a:lnTo>
                      <a:pt x="84" y="16"/>
                    </a:lnTo>
                    <a:lnTo>
                      <a:pt x="88" y="16"/>
                    </a:lnTo>
                    <a:lnTo>
                      <a:pt x="88" y="12"/>
                    </a:lnTo>
                    <a:lnTo>
                      <a:pt x="92" y="12"/>
                    </a:lnTo>
                    <a:lnTo>
                      <a:pt x="92" y="8"/>
                    </a:lnTo>
                    <a:lnTo>
                      <a:pt x="96" y="8"/>
                    </a:lnTo>
                    <a:lnTo>
                      <a:pt x="100" y="8"/>
                    </a:lnTo>
                    <a:lnTo>
                      <a:pt x="104" y="8"/>
                    </a:lnTo>
                    <a:lnTo>
                      <a:pt x="104" y="4"/>
                    </a:lnTo>
                    <a:lnTo>
                      <a:pt x="106" y="4"/>
                    </a:lnTo>
                    <a:lnTo>
                      <a:pt x="110" y="4"/>
                    </a:lnTo>
                    <a:lnTo>
                      <a:pt x="114" y="4"/>
                    </a:lnTo>
                    <a:lnTo>
                      <a:pt x="118" y="4"/>
                    </a:lnTo>
                    <a:lnTo>
                      <a:pt x="122" y="4"/>
                    </a:lnTo>
                    <a:lnTo>
                      <a:pt x="126" y="4"/>
                    </a:lnTo>
                    <a:lnTo>
                      <a:pt x="130" y="4"/>
                    </a:lnTo>
                    <a:lnTo>
                      <a:pt x="134" y="4"/>
                    </a:lnTo>
                    <a:lnTo>
                      <a:pt x="134" y="8"/>
                    </a:lnTo>
                    <a:lnTo>
                      <a:pt x="136" y="8"/>
                    </a:lnTo>
                    <a:lnTo>
                      <a:pt x="136" y="12"/>
                    </a:lnTo>
                    <a:lnTo>
                      <a:pt x="140" y="12"/>
                    </a:lnTo>
                    <a:lnTo>
                      <a:pt x="144" y="12"/>
                    </a:lnTo>
                    <a:lnTo>
                      <a:pt x="144" y="8"/>
                    </a:lnTo>
                    <a:lnTo>
                      <a:pt x="148" y="8"/>
                    </a:lnTo>
                    <a:lnTo>
                      <a:pt x="148" y="12"/>
                    </a:lnTo>
                    <a:lnTo>
                      <a:pt x="148" y="16"/>
                    </a:lnTo>
                    <a:lnTo>
                      <a:pt x="152" y="16"/>
                    </a:lnTo>
                    <a:lnTo>
                      <a:pt x="152" y="20"/>
                    </a:lnTo>
                    <a:lnTo>
                      <a:pt x="156" y="20"/>
                    </a:lnTo>
                    <a:lnTo>
                      <a:pt x="156" y="16"/>
                    </a:lnTo>
                    <a:lnTo>
                      <a:pt x="160" y="16"/>
                    </a:lnTo>
                    <a:lnTo>
                      <a:pt x="160" y="20"/>
                    </a:lnTo>
                    <a:lnTo>
                      <a:pt x="162" y="20"/>
                    </a:lnTo>
                    <a:lnTo>
                      <a:pt x="162" y="24"/>
                    </a:lnTo>
                    <a:lnTo>
                      <a:pt x="166" y="24"/>
                    </a:lnTo>
                    <a:lnTo>
                      <a:pt x="170" y="24"/>
                    </a:lnTo>
                    <a:lnTo>
                      <a:pt x="174" y="24"/>
                    </a:lnTo>
                    <a:lnTo>
                      <a:pt x="178" y="24"/>
                    </a:lnTo>
                    <a:lnTo>
                      <a:pt x="178" y="26"/>
                    </a:lnTo>
                    <a:lnTo>
                      <a:pt x="182" y="26"/>
                    </a:lnTo>
                    <a:lnTo>
                      <a:pt x="186" y="26"/>
                    </a:lnTo>
                    <a:lnTo>
                      <a:pt x="186" y="24"/>
                    </a:lnTo>
                    <a:lnTo>
                      <a:pt x="190" y="24"/>
                    </a:lnTo>
                    <a:lnTo>
                      <a:pt x="192" y="24"/>
                    </a:lnTo>
                    <a:lnTo>
                      <a:pt x="196" y="24"/>
                    </a:lnTo>
                    <a:lnTo>
                      <a:pt x="200" y="24"/>
                    </a:lnTo>
                    <a:lnTo>
                      <a:pt x="204" y="26"/>
                    </a:lnTo>
                    <a:lnTo>
                      <a:pt x="208" y="24"/>
                    </a:lnTo>
                    <a:lnTo>
                      <a:pt x="212" y="24"/>
                    </a:lnTo>
                    <a:lnTo>
                      <a:pt x="216" y="24"/>
                    </a:lnTo>
                    <a:lnTo>
                      <a:pt x="216" y="20"/>
                    </a:lnTo>
                    <a:lnTo>
                      <a:pt x="220" y="20"/>
                    </a:lnTo>
                    <a:lnTo>
                      <a:pt x="222" y="16"/>
                    </a:lnTo>
                    <a:lnTo>
                      <a:pt x="226" y="12"/>
                    </a:lnTo>
                    <a:lnTo>
                      <a:pt x="226" y="16"/>
                    </a:lnTo>
                    <a:lnTo>
                      <a:pt x="230" y="16"/>
                    </a:lnTo>
                    <a:lnTo>
                      <a:pt x="234" y="16"/>
                    </a:lnTo>
                    <a:lnTo>
                      <a:pt x="238" y="16"/>
                    </a:lnTo>
                    <a:lnTo>
                      <a:pt x="242" y="16"/>
                    </a:lnTo>
                    <a:lnTo>
                      <a:pt x="242" y="12"/>
                    </a:lnTo>
                    <a:lnTo>
                      <a:pt x="246" y="12"/>
                    </a:lnTo>
                    <a:lnTo>
                      <a:pt x="246" y="16"/>
                    </a:lnTo>
                    <a:lnTo>
                      <a:pt x="248" y="20"/>
                    </a:lnTo>
                    <a:lnTo>
                      <a:pt x="252" y="20"/>
                    </a:lnTo>
                    <a:lnTo>
                      <a:pt x="252" y="24"/>
                    </a:lnTo>
                    <a:lnTo>
                      <a:pt x="256" y="26"/>
                    </a:lnTo>
                    <a:lnTo>
                      <a:pt x="256" y="30"/>
                    </a:lnTo>
                    <a:lnTo>
                      <a:pt x="256" y="34"/>
                    </a:lnTo>
                    <a:lnTo>
                      <a:pt x="252" y="34"/>
                    </a:lnTo>
                    <a:lnTo>
                      <a:pt x="252" y="38"/>
                    </a:lnTo>
                    <a:lnTo>
                      <a:pt x="256" y="38"/>
                    </a:lnTo>
                    <a:lnTo>
                      <a:pt x="256" y="42"/>
                    </a:lnTo>
                    <a:lnTo>
                      <a:pt x="260" y="42"/>
                    </a:lnTo>
                    <a:lnTo>
                      <a:pt x="264" y="42"/>
                    </a:lnTo>
                    <a:lnTo>
                      <a:pt x="268" y="46"/>
                    </a:lnTo>
                    <a:lnTo>
                      <a:pt x="272" y="50"/>
                    </a:lnTo>
                    <a:lnTo>
                      <a:pt x="268" y="50"/>
                    </a:lnTo>
                    <a:lnTo>
                      <a:pt x="268" y="54"/>
                    </a:lnTo>
                    <a:lnTo>
                      <a:pt x="264" y="54"/>
                    </a:lnTo>
                    <a:lnTo>
                      <a:pt x="264" y="56"/>
                    </a:lnTo>
                    <a:lnTo>
                      <a:pt x="264" y="54"/>
                    </a:lnTo>
                    <a:lnTo>
                      <a:pt x="260" y="54"/>
                    </a:lnTo>
                    <a:lnTo>
                      <a:pt x="260" y="56"/>
                    </a:lnTo>
                    <a:lnTo>
                      <a:pt x="264" y="60"/>
                    </a:lnTo>
                    <a:lnTo>
                      <a:pt x="264" y="64"/>
                    </a:lnTo>
                    <a:lnTo>
                      <a:pt x="264" y="68"/>
                    </a:lnTo>
                    <a:lnTo>
                      <a:pt x="264" y="72"/>
                    </a:lnTo>
                    <a:lnTo>
                      <a:pt x="264" y="76"/>
                    </a:lnTo>
                    <a:lnTo>
                      <a:pt x="268" y="76"/>
                    </a:lnTo>
                    <a:lnTo>
                      <a:pt x="264" y="80"/>
                    </a:lnTo>
                    <a:lnTo>
                      <a:pt x="264" y="84"/>
                    </a:lnTo>
                    <a:lnTo>
                      <a:pt x="268" y="86"/>
                    </a:lnTo>
                    <a:lnTo>
                      <a:pt x="268" y="90"/>
                    </a:lnTo>
                    <a:lnTo>
                      <a:pt x="268" y="94"/>
                    </a:lnTo>
                    <a:lnTo>
                      <a:pt x="272" y="94"/>
                    </a:lnTo>
                    <a:lnTo>
                      <a:pt x="272" y="98"/>
                    </a:lnTo>
                    <a:lnTo>
                      <a:pt x="268" y="98"/>
                    </a:lnTo>
                    <a:lnTo>
                      <a:pt x="268" y="102"/>
                    </a:lnTo>
                    <a:lnTo>
                      <a:pt x="264" y="102"/>
                    </a:lnTo>
                    <a:lnTo>
                      <a:pt x="264" y="98"/>
                    </a:lnTo>
                    <a:lnTo>
                      <a:pt x="264" y="94"/>
                    </a:lnTo>
                    <a:lnTo>
                      <a:pt x="260" y="94"/>
                    </a:lnTo>
                    <a:lnTo>
                      <a:pt x="260" y="98"/>
                    </a:lnTo>
                    <a:lnTo>
                      <a:pt x="256" y="98"/>
                    </a:lnTo>
                    <a:lnTo>
                      <a:pt x="252" y="98"/>
                    </a:lnTo>
                    <a:lnTo>
                      <a:pt x="248" y="94"/>
                    </a:lnTo>
                    <a:lnTo>
                      <a:pt x="246" y="94"/>
                    </a:lnTo>
                    <a:lnTo>
                      <a:pt x="242" y="94"/>
                    </a:lnTo>
                    <a:lnTo>
                      <a:pt x="242" y="98"/>
                    </a:lnTo>
                    <a:lnTo>
                      <a:pt x="238" y="98"/>
                    </a:lnTo>
                    <a:lnTo>
                      <a:pt x="238" y="94"/>
                    </a:lnTo>
                    <a:lnTo>
                      <a:pt x="234" y="94"/>
                    </a:lnTo>
                    <a:lnTo>
                      <a:pt x="234" y="98"/>
                    </a:lnTo>
                    <a:lnTo>
                      <a:pt x="230" y="98"/>
                    </a:lnTo>
                    <a:lnTo>
                      <a:pt x="226" y="98"/>
                    </a:lnTo>
                    <a:lnTo>
                      <a:pt x="222" y="98"/>
                    </a:lnTo>
                    <a:lnTo>
                      <a:pt x="220" y="98"/>
                    </a:lnTo>
                    <a:lnTo>
                      <a:pt x="216" y="98"/>
                    </a:lnTo>
                    <a:lnTo>
                      <a:pt x="212" y="98"/>
                    </a:lnTo>
                    <a:lnTo>
                      <a:pt x="212" y="102"/>
                    </a:lnTo>
                    <a:lnTo>
                      <a:pt x="208" y="102"/>
                    </a:lnTo>
                    <a:lnTo>
                      <a:pt x="204" y="106"/>
                    </a:lnTo>
                    <a:lnTo>
                      <a:pt x="200" y="106"/>
                    </a:lnTo>
                    <a:lnTo>
                      <a:pt x="196" y="106"/>
                    </a:lnTo>
                    <a:lnTo>
                      <a:pt x="192" y="110"/>
                    </a:lnTo>
                    <a:lnTo>
                      <a:pt x="190" y="106"/>
                    </a:lnTo>
                    <a:lnTo>
                      <a:pt x="186" y="106"/>
                    </a:lnTo>
                    <a:lnTo>
                      <a:pt x="182" y="106"/>
                    </a:lnTo>
                    <a:lnTo>
                      <a:pt x="182" y="102"/>
                    </a:lnTo>
                    <a:lnTo>
                      <a:pt x="178" y="102"/>
                    </a:lnTo>
                    <a:lnTo>
                      <a:pt x="178" y="106"/>
                    </a:lnTo>
                    <a:lnTo>
                      <a:pt x="174" y="106"/>
                    </a:lnTo>
                    <a:lnTo>
                      <a:pt x="170" y="106"/>
                    </a:lnTo>
                    <a:lnTo>
                      <a:pt x="166" y="110"/>
                    </a:lnTo>
                    <a:lnTo>
                      <a:pt x="162" y="110"/>
                    </a:lnTo>
                    <a:lnTo>
                      <a:pt x="162" y="106"/>
                    </a:lnTo>
                    <a:lnTo>
                      <a:pt x="160" y="106"/>
                    </a:lnTo>
                    <a:lnTo>
                      <a:pt x="156" y="106"/>
                    </a:lnTo>
                    <a:lnTo>
                      <a:pt x="156" y="110"/>
                    </a:lnTo>
                    <a:lnTo>
                      <a:pt x="156" y="114"/>
                    </a:lnTo>
                    <a:lnTo>
                      <a:pt x="156" y="116"/>
                    </a:lnTo>
                    <a:lnTo>
                      <a:pt x="152" y="116"/>
                    </a:lnTo>
                    <a:lnTo>
                      <a:pt x="152" y="120"/>
                    </a:lnTo>
                    <a:lnTo>
                      <a:pt x="148" y="120"/>
                    </a:lnTo>
                    <a:lnTo>
                      <a:pt x="148" y="124"/>
                    </a:lnTo>
                    <a:lnTo>
                      <a:pt x="148" y="120"/>
                    </a:lnTo>
                    <a:lnTo>
                      <a:pt x="144" y="120"/>
                    </a:lnTo>
                    <a:lnTo>
                      <a:pt x="148" y="120"/>
                    </a:lnTo>
                    <a:lnTo>
                      <a:pt x="144" y="120"/>
                    </a:lnTo>
                    <a:lnTo>
                      <a:pt x="144" y="116"/>
                    </a:lnTo>
                    <a:lnTo>
                      <a:pt x="144" y="114"/>
                    </a:lnTo>
                    <a:lnTo>
                      <a:pt x="148" y="110"/>
                    </a:lnTo>
                    <a:lnTo>
                      <a:pt x="148" y="106"/>
                    </a:lnTo>
                    <a:lnTo>
                      <a:pt x="148" y="102"/>
                    </a:lnTo>
                    <a:lnTo>
                      <a:pt x="144" y="102"/>
                    </a:lnTo>
                    <a:lnTo>
                      <a:pt x="144" y="106"/>
                    </a:lnTo>
                    <a:lnTo>
                      <a:pt x="140" y="106"/>
                    </a:lnTo>
                    <a:lnTo>
                      <a:pt x="140" y="110"/>
                    </a:lnTo>
                    <a:lnTo>
                      <a:pt x="136" y="110"/>
                    </a:lnTo>
                    <a:lnTo>
                      <a:pt x="134" y="106"/>
                    </a:lnTo>
                    <a:lnTo>
                      <a:pt x="130" y="106"/>
                    </a:lnTo>
                    <a:lnTo>
                      <a:pt x="126" y="106"/>
                    </a:lnTo>
                    <a:lnTo>
                      <a:pt x="122" y="110"/>
                    </a:lnTo>
                    <a:lnTo>
                      <a:pt x="122" y="114"/>
                    </a:lnTo>
                    <a:lnTo>
                      <a:pt x="118" y="114"/>
                    </a:lnTo>
                    <a:lnTo>
                      <a:pt x="118" y="116"/>
                    </a:lnTo>
                    <a:lnTo>
                      <a:pt x="118" y="114"/>
                    </a:lnTo>
                    <a:lnTo>
                      <a:pt x="114" y="116"/>
                    </a:lnTo>
                    <a:lnTo>
                      <a:pt x="110" y="116"/>
                    </a:lnTo>
                    <a:lnTo>
                      <a:pt x="106" y="116"/>
                    </a:lnTo>
                    <a:lnTo>
                      <a:pt x="104" y="116"/>
                    </a:lnTo>
                    <a:lnTo>
                      <a:pt x="104" y="120"/>
                    </a:lnTo>
                    <a:lnTo>
                      <a:pt x="100" y="120"/>
                    </a:lnTo>
                    <a:lnTo>
                      <a:pt x="100" y="116"/>
                    </a:lnTo>
                    <a:lnTo>
                      <a:pt x="96" y="116"/>
                    </a:lnTo>
                    <a:lnTo>
                      <a:pt x="92" y="116"/>
                    </a:lnTo>
                    <a:lnTo>
                      <a:pt x="92" y="114"/>
                    </a:lnTo>
                    <a:lnTo>
                      <a:pt x="92" y="110"/>
                    </a:lnTo>
                    <a:lnTo>
                      <a:pt x="88" y="110"/>
                    </a:lnTo>
                    <a:lnTo>
                      <a:pt x="84" y="110"/>
                    </a:lnTo>
                    <a:lnTo>
                      <a:pt x="84" y="106"/>
                    </a:lnTo>
                    <a:lnTo>
                      <a:pt x="80" y="106"/>
                    </a:lnTo>
                    <a:lnTo>
                      <a:pt x="78" y="106"/>
                    </a:lnTo>
                    <a:lnTo>
                      <a:pt x="74" y="106"/>
                    </a:lnTo>
                    <a:lnTo>
                      <a:pt x="70" y="102"/>
                    </a:lnTo>
                    <a:lnTo>
                      <a:pt x="70" y="106"/>
                    </a:lnTo>
                    <a:lnTo>
                      <a:pt x="70" y="110"/>
                    </a:lnTo>
                    <a:lnTo>
                      <a:pt x="70" y="114"/>
                    </a:lnTo>
                    <a:lnTo>
                      <a:pt x="66" y="116"/>
                    </a:lnTo>
                    <a:lnTo>
                      <a:pt x="66" y="114"/>
                    </a:lnTo>
                    <a:lnTo>
                      <a:pt x="62" y="114"/>
                    </a:lnTo>
                    <a:lnTo>
                      <a:pt x="62" y="116"/>
                    </a:lnTo>
                    <a:lnTo>
                      <a:pt x="58" y="116"/>
                    </a:lnTo>
                    <a:lnTo>
                      <a:pt x="54" y="116"/>
                    </a:lnTo>
                    <a:lnTo>
                      <a:pt x="50" y="116"/>
                    </a:lnTo>
                    <a:lnTo>
                      <a:pt x="50" y="114"/>
                    </a:lnTo>
                    <a:lnTo>
                      <a:pt x="48" y="114"/>
                    </a:lnTo>
                    <a:lnTo>
                      <a:pt x="50" y="110"/>
                    </a:lnTo>
                    <a:lnTo>
                      <a:pt x="48" y="110"/>
                    </a:lnTo>
                    <a:lnTo>
                      <a:pt x="48" y="106"/>
                    </a:lnTo>
                    <a:lnTo>
                      <a:pt x="44" y="110"/>
                    </a:lnTo>
                    <a:lnTo>
                      <a:pt x="44" y="106"/>
                    </a:lnTo>
                    <a:lnTo>
                      <a:pt x="40" y="102"/>
                    </a:lnTo>
                    <a:lnTo>
                      <a:pt x="40" y="106"/>
                    </a:lnTo>
                    <a:lnTo>
                      <a:pt x="36" y="106"/>
                    </a:lnTo>
                    <a:lnTo>
                      <a:pt x="36" y="110"/>
                    </a:lnTo>
                    <a:lnTo>
                      <a:pt x="34" y="110"/>
                    </a:lnTo>
                    <a:lnTo>
                      <a:pt x="36" y="110"/>
                    </a:lnTo>
                    <a:lnTo>
                      <a:pt x="34" y="110"/>
                    </a:lnTo>
                    <a:lnTo>
                      <a:pt x="34" y="106"/>
                    </a:lnTo>
                    <a:lnTo>
                      <a:pt x="34" y="110"/>
                    </a:lnTo>
                    <a:lnTo>
                      <a:pt x="34" y="106"/>
                    </a:lnTo>
                    <a:lnTo>
                      <a:pt x="36" y="106"/>
                    </a:lnTo>
                    <a:lnTo>
                      <a:pt x="34" y="106"/>
                    </a:lnTo>
                    <a:lnTo>
                      <a:pt x="30" y="106"/>
                    </a:lnTo>
                    <a:lnTo>
                      <a:pt x="26" y="110"/>
                    </a:lnTo>
                    <a:lnTo>
                      <a:pt x="26" y="106"/>
                    </a:lnTo>
                    <a:lnTo>
                      <a:pt x="30" y="106"/>
                    </a:lnTo>
                    <a:lnTo>
                      <a:pt x="34" y="106"/>
                    </a:lnTo>
                    <a:lnTo>
                      <a:pt x="36" y="102"/>
                    </a:lnTo>
                    <a:lnTo>
                      <a:pt x="34" y="102"/>
                    </a:lnTo>
                    <a:lnTo>
                      <a:pt x="30" y="102"/>
                    </a:lnTo>
                    <a:lnTo>
                      <a:pt x="26" y="102"/>
                    </a:lnTo>
                    <a:lnTo>
                      <a:pt x="22" y="102"/>
                    </a:lnTo>
                    <a:lnTo>
                      <a:pt x="26" y="98"/>
                    </a:lnTo>
                    <a:lnTo>
                      <a:pt x="30" y="98"/>
                    </a:lnTo>
                    <a:lnTo>
                      <a:pt x="30" y="94"/>
                    </a:lnTo>
                    <a:lnTo>
                      <a:pt x="26" y="98"/>
                    </a:lnTo>
                    <a:lnTo>
                      <a:pt x="26" y="94"/>
                    </a:lnTo>
                    <a:lnTo>
                      <a:pt x="22" y="94"/>
                    </a:lnTo>
                    <a:lnTo>
                      <a:pt x="22" y="90"/>
                    </a:lnTo>
                    <a:lnTo>
                      <a:pt x="22" y="86"/>
                    </a:lnTo>
                    <a:lnTo>
                      <a:pt x="22" y="84"/>
                    </a:lnTo>
                    <a:lnTo>
                      <a:pt x="26" y="84"/>
                    </a:lnTo>
                    <a:lnTo>
                      <a:pt x="22" y="84"/>
                    </a:lnTo>
                    <a:lnTo>
                      <a:pt x="18" y="80"/>
                    </a:lnTo>
                    <a:lnTo>
                      <a:pt x="14" y="80"/>
                    </a:lnTo>
                    <a:lnTo>
                      <a:pt x="10" y="80"/>
                    </a:lnTo>
                    <a:lnTo>
                      <a:pt x="10" y="76"/>
                    </a:lnTo>
                    <a:lnTo>
                      <a:pt x="14" y="76"/>
                    </a:lnTo>
                    <a:lnTo>
                      <a:pt x="10" y="72"/>
                    </a:lnTo>
                    <a:lnTo>
                      <a:pt x="10" y="68"/>
                    </a:lnTo>
                    <a:lnTo>
                      <a:pt x="14" y="72"/>
                    </a:lnTo>
                    <a:lnTo>
                      <a:pt x="14" y="76"/>
                    </a:lnTo>
                    <a:lnTo>
                      <a:pt x="18" y="76"/>
                    </a:lnTo>
                    <a:lnTo>
                      <a:pt x="22" y="76"/>
                    </a:lnTo>
                    <a:lnTo>
                      <a:pt x="22" y="72"/>
                    </a:lnTo>
                    <a:lnTo>
                      <a:pt x="18" y="72"/>
                    </a:lnTo>
                    <a:lnTo>
                      <a:pt x="14" y="68"/>
                    </a:lnTo>
                    <a:lnTo>
                      <a:pt x="18" y="68"/>
                    </a:lnTo>
                    <a:lnTo>
                      <a:pt x="22" y="64"/>
                    </a:lnTo>
                    <a:lnTo>
                      <a:pt x="18" y="64"/>
                    </a:lnTo>
                    <a:lnTo>
                      <a:pt x="18" y="60"/>
                    </a:lnTo>
                    <a:lnTo>
                      <a:pt x="14" y="56"/>
                    </a:lnTo>
                    <a:lnTo>
                      <a:pt x="18" y="56"/>
                    </a:lnTo>
                    <a:lnTo>
                      <a:pt x="18" y="54"/>
                    </a:lnTo>
                    <a:lnTo>
                      <a:pt x="14" y="54"/>
                    </a:lnTo>
                    <a:lnTo>
                      <a:pt x="14" y="54"/>
                    </a:lnTo>
                    <a:lnTo>
                      <a:pt x="14" y="54"/>
                    </a:lnTo>
                    <a:close/>
                    <a:moveTo>
                      <a:pt x="30" y="30"/>
                    </a:moveTo>
                    <a:lnTo>
                      <a:pt x="26" y="30"/>
                    </a:lnTo>
                    <a:lnTo>
                      <a:pt x="30" y="30"/>
                    </a:lnTo>
                    <a:lnTo>
                      <a:pt x="30" y="30"/>
                    </a:lnTo>
                    <a:lnTo>
                      <a:pt x="30" y="30"/>
                    </a:lnTo>
                    <a:close/>
                    <a:moveTo>
                      <a:pt x="4" y="42"/>
                    </a:moveTo>
                    <a:lnTo>
                      <a:pt x="0" y="42"/>
                    </a:lnTo>
                    <a:lnTo>
                      <a:pt x="4" y="42"/>
                    </a:lnTo>
                    <a:lnTo>
                      <a:pt x="4" y="38"/>
                    </a:lnTo>
                    <a:lnTo>
                      <a:pt x="8" y="42"/>
                    </a:lnTo>
                    <a:lnTo>
                      <a:pt x="4" y="42"/>
                    </a:lnTo>
                    <a:lnTo>
                      <a:pt x="4" y="42"/>
                    </a:lnTo>
                    <a:lnTo>
                      <a:pt x="4" y="4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5" name="Freeform 59"/>
              <p:cNvSpPr>
                <a:spLocks/>
              </p:cNvSpPr>
              <p:nvPr/>
            </p:nvSpPr>
            <p:spPr bwMode="gray">
              <a:xfrm>
                <a:off x="6059182" y="3187420"/>
                <a:ext cx="379160" cy="253932"/>
              </a:xfrm>
              <a:custGeom>
                <a:avLst/>
                <a:gdLst>
                  <a:gd name="T0" fmla="*/ 208 w 218"/>
                  <a:gd name="T1" fmla="*/ 100 h 146"/>
                  <a:gd name="T2" fmla="*/ 200 w 218"/>
                  <a:gd name="T3" fmla="*/ 108 h 146"/>
                  <a:gd name="T4" fmla="*/ 192 w 218"/>
                  <a:gd name="T5" fmla="*/ 116 h 146"/>
                  <a:gd name="T6" fmla="*/ 188 w 218"/>
                  <a:gd name="T7" fmla="*/ 126 h 146"/>
                  <a:gd name="T8" fmla="*/ 178 w 218"/>
                  <a:gd name="T9" fmla="*/ 130 h 146"/>
                  <a:gd name="T10" fmla="*/ 170 w 218"/>
                  <a:gd name="T11" fmla="*/ 134 h 146"/>
                  <a:gd name="T12" fmla="*/ 166 w 218"/>
                  <a:gd name="T13" fmla="*/ 142 h 146"/>
                  <a:gd name="T14" fmla="*/ 156 w 218"/>
                  <a:gd name="T15" fmla="*/ 146 h 146"/>
                  <a:gd name="T16" fmla="*/ 144 w 218"/>
                  <a:gd name="T17" fmla="*/ 142 h 146"/>
                  <a:gd name="T18" fmla="*/ 140 w 218"/>
                  <a:gd name="T19" fmla="*/ 130 h 146"/>
                  <a:gd name="T20" fmla="*/ 136 w 218"/>
                  <a:gd name="T21" fmla="*/ 118 h 146"/>
                  <a:gd name="T22" fmla="*/ 126 w 218"/>
                  <a:gd name="T23" fmla="*/ 112 h 146"/>
                  <a:gd name="T24" fmla="*/ 114 w 218"/>
                  <a:gd name="T25" fmla="*/ 100 h 146"/>
                  <a:gd name="T26" fmla="*/ 106 w 218"/>
                  <a:gd name="T27" fmla="*/ 100 h 146"/>
                  <a:gd name="T28" fmla="*/ 92 w 218"/>
                  <a:gd name="T29" fmla="*/ 92 h 146"/>
                  <a:gd name="T30" fmla="*/ 84 w 218"/>
                  <a:gd name="T31" fmla="*/ 88 h 146"/>
                  <a:gd name="T32" fmla="*/ 74 w 218"/>
                  <a:gd name="T33" fmla="*/ 86 h 146"/>
                  <a:gd name="T34" fmla="*/ 62 w 218"/>
                  <a:gd name="T35" fmla="*/ 88 h 146"/>
                  <a:gd name="T36" fmla="*/ 54 w 218"/>
                  <a:gd name="T37" fmla="*/ 96 h 146"/>
                  <a:gd name="T38" fmla="*/ 44 w 218"/>
                  <a:gd name="T39" fmla="*/ 104 h 146"/>
                  <a:gd name="T40" fmla="*/ 28 w 218"/>
                  <a:gd name="T41" fmla="*/ 100 h 146"/>
                  <a:gd name="T42" fmla="*/ 18 w 218"/>
                  <a:gd name="T43" fmla="*/ 96 h 146"/>
                  <a:gd name="T44" fmla="*/ 10 w 218"/>
                  <a:gd name="T45" fmla="*/ 88 h 146"/>
                  <a:gd name="T46" fmla="*/ 4 w 218"/>
                  <a:gd name="T47" fmla="*/ 74 h 146"/>
                  <a:gd name="T48" fmla="*/ 6 w 218"/>
                  <a:gd name="T49" fmla="*/ 58 h 146"/>
                  <a:gd name="T50" fmla="*/ 6 w 218"/>
                  <a:gd name="T51" fmla="*/ 40 h 146"/>
                  <a:gd name="T52" fmla="*/ 6 w 218"/>
                  <a:gd name="T53" fmla="*/ 26 h 146"/>
                  <a:gd name="T54" fmla="*/ 20 w 218"/>
                  <a:gd name="T55" fmla="*/ 14 h 146"/>
                  <a:gd name="T56" fmla="*/ 32 w 218"/>
                  <a:gd name="T57" fmla="*/ 10 h 146"/>
                  <a:gd name="T58" fmla="*/ 44 w 218"/>
                  <a:gd name="T59" fmla="*/ 10 h 146"/>
                  <a:gd name="T60" fmla="*/ 54 w 218"/>
                  <a:gd name="T61" fmla="*/ 22 h 146"/>
                  <a:gd name="T62" fmla="*/ 62 w 218"/>
                  <a:gd name="T63" fmla="*/ 30 h 146"/>
                  <a:gd name="T64" fmla="*/ 74 w 218"/>
                  <a:gd name="T65" fmla="*/ 30 h 146"/>
                  <a:gd name="T66" fmla="*/ 84 w 218"/>
                  <a:gd name="T67" fmla="*/ 26 h 146"/>
                  <a:gd name="T68" fmla="*/ 80 w 218"/>
                  <a:gd name="T69" fmla="*/ 14 h 146"/>
                  <a:gd name="T70" fmla="*/ 92 w 218"/>
                  <a:gd name="T71" fmla="*/ 10 h 146"/>
                  <a:gd name="T72" fmla="*/ 100 w 218"/>
                  <a:gd name="T73" fmla="*/ 6 h 146"/>
                  <a:gd name="T74" fmla="*/ 102 w 218"/>
                  <a:gd name="T75" fmla="*/ 4 h 146"/>
                  <a:gd name="T76" fmla="*/ 110 w 218"/>
                  <a:gd name="T77" fmla="*/ 4 h 146"/>
                  <a:gd name="T78" fmla="*/ 122 w 218"/>
                  <a:gd name="T79" fmla="*/ 6 h 146"/>
                  <a:gd name="T80" fmla="*/ 128 w 218"/>
                  <a:gd name="T81" fmla="*/ 18 h 146"/>
                  <a:gd name="T82" fmla="*/ 128 w 218"/>
                  <a:gd name="T83" fmla="*/ 26 h 146"/>
                  <a:gd name="T84" fmla="*/ 140 w 218"/>
                  <a:gd name="T85" fmla="*/ 30 h 146"/>
                  <a:gd name="T86" fmla="*/ 152 w 218"/>
                  <a:gd name="T87" fmla="*/ 36 h 146"/>
                  <a:gd name="T88" fmla="*/ 158 w 218"/>
                  <a:gd name="T89" fmla="*/ 44 h 146"/>
                  <a:gd name="T90" fmla="*/ 162 w 218"/>
                  <a:gd name="T91" fmla="*/ 56 h 146"/>
                  <a:gd name="T92" fmla="*/ 174 w 218"/>
                  <a:gd name="T93" fmla="*/ 62 h 146"/>
                  <a:gd name="T94" fmla="*/ 182 w 218"/>
                  <a:gd name="T95" fmla="*/ 70 h 146"/>
                  <a:gd name="T96" fmla="*/ 188 w 218"/>
                  <a:gd name="T97" fmla="*/ 78 h 146"/>
                  <a:gd name="T98" fmla="*/ 204 w 218"/>
                  <a:gd name="T99" fmla="*/ 86 h 146"/>
                  <a:gd name="T100" fmla="*/ 210 w 218"/>
                  <a:gd name="T101" fmla="*/ 88 h 146"/>
                  <a:gd name="T102" fmla="*/ 218 w 218"/>
                  <a:gd name="T103" fmla="*/ 96 h 146"/>
                  <a:gd name="T104" fmla="*/ 214 w 218"/>
                  <a:gd name="T105" fmla="*/ 104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18" h="146">
                    <a:moveTo>
                      <a:pt x="214" y="104"/>
                    </a:moveTo>
                    <a:lnTo>
                      <a:pt x="210" y="104"/>
                    </a:lnTo>
                    <a:lnTo>
                      <a:pt x="208" y="104"/>
                    </a:lnTo>
                    <a:lnTo>
                      <a:pt x="208" y="100"/>
                    </a:lnTo>
                    <a:lnTo>
                      <a:pt x="204" y="100"/>
                    </a:lnTo>
                    <a:lnTo>
                      <a:pt x="204" y="104"/>
                    </a:lnTo>
                    <a:lnTo>
                      <a:pt x="204" y="108"/>
                    </a:lnTo>
                    <a:lnTo>
                      <a:pt x="200" y="108"/>
                    </a:lnTo>
                    <a:lnTo>
                      <a:pt x="196" y="108"/>
                    </a:lnTo>
                    <a:lnTo>
                      <a:pt x="192" y="108"/>
                    </a:lnTo>
                    <a:lnTo>
                      <a:pt x="192" y="112"/>
                    </a:lnTo>
                    <a:lnTo>
                      <a:pt x="192" y="116"/>
                    </a:lnTo>
                    <a:lnTo>
                      <a:pt x="188" y="116"/>
                    </a:lnTo>
                    <a:lnTo>
                      <a:pt x="188" y="118"/>
                    </a:lnTo>
                    <a:lnTo>
                      <a:pt x="188" y="122"/>
                    </a:lnTo>
                    <a:lnTo>
                      <a:pt x="188" y="126"/>
                    </a:lnTo>
                    <a:lnTo>
                      <a:pt x="184" y="126"/>
                    </a:lnTo>
                    <a:lnTo>
                      <a:pt x="182" y="126"/>
                    </a:lnTo>
                    <a:lnTo>
                      <a:pt x="182" y="130"/>
                    </a:lnTo>
                    <a:lnTo>
                      <a:pt x="178" y="130"/>
                    </a:lnTo>
                    <a:lnTo>
                      <a:pt x="174" y="130"/>
                    </a:lnTo>
                    <a:lnTo>
                      <a:pt x="170" y="134"/>
                    </a:lnTo>
                    <a:lnTo>
                      <a:pt x="166" y="134"/>
                    </a:lnTo>
                    <a:lnTo>
                      <a:pt x="170" y="134"/>
                    </a:lnTo>
                    <a:lnTo>
                      <a:pt x="170" y="138"/>
                    </a:lnTo>
                    <a:lnTo>
                      <a:pt x="166" y="138"/>
                    </a:lnTo>
                    <a:lnTo>
                      <a:pt x="170" y="138"/>
                    </a:lnTo>
                    <a:lnTo>
                      <a:pt x="166" y="142"/>
                    </a:lnTo>
                    <a:lnTo>
                      <a:pt x="162" y="142"/>
                    </a:lnTo>
                    <a:lnTo>
                      <a:pt x="162" y="146"/>
                    </a:lnTo>
                    <a:lnTo>
                      <a:pt x="158" y="146"/>
                    </a:lnTo>
                    <a:lnTo>
                      <a:pt x="156" y="146"/>
                    </a:lnTo>
                    <a:lnTo>
                      <a:pt x="156" y="142"/>
                    </a:lnTo>
                    <a:lnTo>
                      <a:pt x="152" y="142"/>
                    </a:lnTo>
                    <a:lnTo>
                      <a:pt x="148" y="142"/>
                    </a:lnTo>
                    <a:lnTo>
                      <a:pt x="144" y="142"/>
                    </a:lnTo>
                    <a:lnTo>
                      <a:pt x="144" y="138"/>
                    </a:lnTo>
                    <a:lnTo>
                      <a:pt x="140" y="138"/>
                    </a:lnTo>
                    <a:lnTo>
                      <a:pt x="140" y="134"/>
                    </a:lnTo>
                    <a:lnTo>
                      <a:pt x="140" y="130"/>
                    </a:lnTo>
                    <a:lnTo>
                      <a:pt x="140" y="126"/>
                    </a:lnTo>
                    <a:lnTo>
                      <a:pt x="140" y="122"/>
                    </a:lnTo>
                    <a:lnTo>
                      <a:pt x="140" y="118"/>
                    </a:lnTo>
                    <a:lnTo>
                      <a:pt x="136" y="118"/>
                    </a:lnTo>
                    <a:lnTo>
                      <a:pt x="132" y="118"/>
                    </a:lnTo>
                    <a:lnTo>
                      <a:pt x="128" y="118"/>
                    </a:lnTo>
                    <a:lnTo>
                      <a:pt x="126" y="116"/>
                    </a:lnTo>
                    <a:lnTo>
                      <a:pt x="126" y="112"/>
                    </a:lnTo>
                    <a:lnTo>
                      <a:pt x="122" y="108"/>
                    </a:lnTo>
                    <a:lnTo>
                      <a:pt x="118" y="108"/>
                    </a:lnTo>
                    <a:lnTo>
                      <a:pt x="114" y="104"/>
                    </a:lnTo>
                    <a:lnTo>
                      <a:pt x="114" y="100"/>
                    </a:lnTo>
                    <a:lnTo>
                      <a:pt x="110" y="100"/>
                    </a:lnTo>
                    <a:lnTo>
                      <a:pt x="110" y="96"/>
                    </a:lnTo>
                    <a:lnTo>
                      <a:pt x="106" y="96"/>
                    </a:lnTo>
                    <a:lnTo>
                      <a:pt x="106" y="100"/>
                    </a:lnTo>
                    <a:lnTo>
                      <a:pt x="106" y="96"/>
                    </a:lnTo>
                    <a:lnTo>
                      <a:pt x="102" y="100"/>
                    </a:lnTo>
                    <a:lnTo>
                      <a:pt x="100" y="96"/>
                    </a:lnTo>
                    <a:lnTo>
                      <a:pt x="92" y="92"/>
                    </a:lnTo>
                    <a:lnTo>
                      <a:pt x="88" y="92"/>
                    </a:lnTo>
                    <a:lnTo>
                      <a:pt x="88" y="88"/>
                    </a:lnTo>
                    <a:lnTo>
                      <a:pt x="84" y="86"/>
                    </a:lnTo>
                    <a:lnTo>
                      <a:pt x="84" y="88"/>
                    </a:lnTo>
                    <a:lnTo>
                      <a:pt x="80" y="88"/>
                    </a:lnTo>
                    <a:lnTo>
                      <a:pt x="80" y="86"/>
                    </a:lnTo>
                    <a:lnTo>
                      <a:pt x="76" y="86"/>
                    </a:lnTo>
                    <a:lnTo>
                      <a:pt x="74" y="86"/>
                    </a:lnTo>
                    <a:lnTo>
                      <a:pt x="74" y="88"/>
                    </a:lnTo>
                    <a:lnTo>
                      <a:pt x="70" y="88"/>
                    </a:lnTo>
                    <a:lnTo>
                      <a:pt x="66" y="88"/>
                    </a:lnTo>
                    <a:lnTo>
                      <a:pt x="62" y="88"/>
                    </a:lnTo>
                    <a:lnTo>
                      <a:pt x="58" y="88"/>
                    </a:lnTo>
                    <a:lnTo>
                      <a:pt x="58" y="92"/>
                    </a:lnTo>
                    <a:lnTo>
                      <a:pt x="54" y="92"/>
                    </a:lnTo>
                    <a:lnTo>
                      <a:pt x="54" y="96"/>
                    </a:lnTo>
                    <a:lnTo>
                      <a:pt x="50" y="96"/>
                    </a:lnTo>
                    <a:lnTo>
                      <a:pt x="50" y="100"/>
                    </a:lnTo>
                    <a:lnTo>
                      <a:pt x="48" y="104"/>
                    </a:lnTo>
                    <a:lnTo>
                      <a:pt x="44" y="104"/>
                    </a:lnTo>
                    <a:lnTo>
                      <a:pt x="40" y="104"/>
                    </a:lnTo>
                    <a:lnTo>
                      <a:pt x="36" y="104"/>
                    </a:lnTo>
                    <a:lnTo>
                      <a:pt x="32" y="104"/>
                    </a:lnTo>
                    <a:lnTo>
                      <a:pt x="28" y="100"/>
                    </a:lnTo>
                    <a:lnTo>
                      <a:pt x="24" y="100"/>
                    </a:lnTo>
                    <a:lnTo>
                      <a:pt x="24" y="96"/>
                    </a:lnTo>
                    <a:lnTo>
                      <a:pt x="20" y="96"/>
                    </a:lnTo>
                    <a:lnTo>
                      <a:pt x="18" y="96"/>
                    </a:lnTo>
                    <a:lnTo>
                      <a:pt x="14" y="96"/>
                    </a:lnTo>
                    <a:lnTo>
                      <a:pt x="14" y="92"/>
                    </a:lnTo>
                    <a:lnTo>
                      <a:pt x="10" y="92"/>
                    </a:lnTo>
                    <a:lnTo>
                      <a:pt x="10" y="88"/>
                    </a:lnTo>
                    <a:lnTo>
                      <a:pt x="6" y="86"/>
                    </a:lnTo>
                    <a:lnTo>
                      <a:pt x="4" y="82"/>
                    </a:lnTo>
                    <a:lnTo>
                      <a:pt x="4" y="78"/>
                    </a:lnTo>
                    <a:lnTo>
                      <a:pt x="4" y="74"/>
                    </a:lnTo>
                    <a:lnTo>
                      <a:pt x="4" y="70"/>
                    </a:lnTo>
                    <a:lnTo>
                      <a:pt x="6" y="66"/>
                    </a:lnTo>
                    <a:lnTo>
                      <a:pt x="6" y="62"/>
                    </a:lnTo>
                    <a:lnTo>
                      <a:pt x="6" y="58"/>
                    </a:lnTo>
                    <a:lnTo>
                      <a:pt x="6" y="56"/>
                    </a:lnTo>
                    <a:lnTo>
                      <a:pt x="6" y="48"/>
                    </a:lnTo>
                    <a:lnTo>
                      <a:pt x="6" y="44"/>
                    </a:lnTo>
                    <a:lnTo>
                      <a:pt x="6" y="40"/>
                    </a:lnTo>
                    <a:lnTo>
                      <a:pt x="6" y="36"/>
                    </a:lnTo>
                    <a:lnTo>
                      <a:pt x="4" y="32"/>
                    </a:lnTo>
                    <a:lnTo>
                      <a:pt x="0" y="30"/>
                    </a:lnTo>
                    <a:lnTo>
                      <a:pt x="6" y="26"/>
                    </a:lnTo>
                    <a:lnTo>
                      <a:pt x="10" y="26"/>
                    </a:lnTo>
                    <a:lnTo>
                      <a:pt x="14" y="22"/>
                    </a:lnTo>
                    <a:lnTo>
                      <a:pt x="18" y="18"/>
                    </a:lnTo>
                    <a:lnTo>
                      <a:pt x="20" y="14"/>
                    </a:lnTo>
                    <a:lnTo>
                      <a:pt x="24" y="14"/>
                    </a:lnTo>
                    <a:lnTo>
                      <a:pt x="24" y="10"/>
                    </a:lnTo>
                    <a:lnTo>
                      <a:pt x="28" y="10"/>
                    </a:lnTo>
                    <a:lnTo>
                      <a:pt x="32" y="10"/>
                    </a:lnTo>
                    <a:lnTo>
                      <a:pt x="36" y="6"/>
                    </a:lnTo>
                    <a:lnTo>
                      <a:pt x="40" y="6"/>
                    </a:lnTo>
                    <a:lnTo>
                      <a:pt x="44" y="6"/>
                    </a:lnTo>
                    <a:lnTo>
                      <a:pt x="44" y="10"/>
                    </a:lnTo>
                    <a:lnTo>
                      <a:pt x="48" y="10"/>
                    </a:lnTo>
                    <a:lnTo>
                      <a:pt x="50" y="14"/>
                    </a:lnTo>
                    <a:lnTo>
                      <a:pt x="54" y="18"/>
                    </a:lnTo>
                    <a:lnTo>
                      <a:pt x="54" y="22"/>
                    </a:lnTo>
                    <a:lnTo>
                      <a:pt x="58" y="22"/>
                    </a:lnTo>
                    <a:lnTo>
                      <a:pt x="58" y="26"/>
                    </a:lnTo>
                    <a:lnTo>
                      <a:pt x="58" y="30"/>
                    </a:lnTo>
                    <a:lnTo>
                      <a:pt x="62" y="30"/>
                    </a:lnTo>
                    <a:lnTo>
                      <a:pt x="66" y="30"/>
                    </a:lnTo>
                    <a:lnTo>
                      <a:pt x="66" y="26"/>
                    </a:lnTo>
                    <a:lnTo>
                      <a:pt x="70" y="30"/>
                    </a:lnTo>
                    <a:lnTo>
                      <a:pt x="74" y="30"/>
                    </a:lnTo>
                    <a:lnTo>
                      <a:pt x="76" y="30"/>
                    </a:lnTo>
                    <a:lnTo>
                      <a:pt x="80" y="30"/>
                    </a:lnTo>
                    <a:lnTo>
                      <a:pt x="84" y="30"/>
                    </a:lnTo>
                    <a:lnTo>
                      <a:pt x="84" y="26"/>
                    </a:lnTo>
                    <a:lnTo>
                      <a:pt x="80" y="26"/>
                    </a:lnTo>
                    <a:lnTo>
                      <a:pt x="80" y="22"/>
                    </a:lnTo>
                    <a:lnTo>
                      <a:pt x="80" y="18"/>
                    </a:lnTo>
                    <a:lnTo>
                      <a:pt x="80" y="14"/>
                    </a:lnTo>
                    <a:lnTo>
                      <a:pt x="84" y="14"/>
                    </a:lnTo>
                    <a:lnTo>
                      <a:pt x="84" y="10"/>
                    </a:lnTo>
                    <a:lnTo>
                      <a:pt x="88" y="10"/>
                    </a:lnTo>
                    <a:lnTo>
                      <a:pt x="92" y="10"/>
                    </a:lnTo>
                    <a:lnTo>
                      <a:pt x="96" y="10"/>
                    </a:lnTo>
                    <a:lnTo>
                      <a:pt x="96" y="6"/>
                    </a:lnTo>
                    <a:lnTo>
                      <a:pt x="96" y="4"/>
                    </a:lnTo>
                    <a:lnTo>
                      <a:pt x="100" y="6"/>
                    </a:lnTo>
                    <a:lnTo>
                      <a:pt x="102" y="6"/>
                    </a:lnTo>
                    <a:lnTo>
                      <a:pt x="100" y="4"/>
                    </a:lnTo>
                    <a:lnTo>
                      <a:pt x="100" y="0"/>
                    </a:lnTo>
                    <a:lnTo>
                      <a:pt x="102" y="4"/>
                    </a:lnTo>
                    <a:lnTo>
                      <a:pt x="102" y="0"/>
                    </a:lnTo>
                    <a:lnTo>
                      <a:pt x="106" y="0"/>
                    </a:lnTo>
                    <a:lnTo>
                      <a:pt x="106" y="4"/>
                    </a:lnTo>
                    <a:lnTo>
                      <a:pt x="110" y="4"/>
                    </a:lnTo>
                    <a:lnTo>
                      <a:pt x="114" y="4"/>
                    </a:lnTo>
                    <a:lnTo>
                      <a:pt x="114" y="6"/>
                    </a:lnTo>
                    <a:lnTo>
                      <a:pt x="118" y="6"/>
                    </a:lnTo>
                    <a:lnTo>
                      <a:pt x="122" y="6"/>
                    </a:lnTo>
                    <a:lnTo>
                      <a:pt x="126" y="10"/>
                    </a:lnTo>
                    <a:lnTo>
                      <a:pt x="126" y="14"/>
                    </a:lnTo>
                    <a:lnTo>
                      <a:pt x="126" y="18"/>
                    </a:lnTo>
                    <a:lnTo>
                      <a:pt x="128" y="18"/>
                    </a:lnTo>
                    <a:lnTo>
                      <a:pt x="126" y="18"/>
                    </a:lnTo>
                    <a:lnTo>
                      <a:pt x="126" y="22"/>
                    </a:lnTo>
                    <a:lnTo>
                      <a:pt x="126" y="26"/>
                    </a:lnTo>
                    <a:lnTo>
                      <a:pt x="128" y="26"/>
                    </a:lnTo>
                    <a:lnTo>
                      <a:pt x="128" y="30"/>
                    </a:lnTo>
                    <a:lnTo>
                      <a:pt x="132" y="30"/>
                    </a:lnTo>
                    <a:lnTo>
                      <a:pt x="136" y="30"/>
                    </a:lnTo>
                    <a:lnTo>
                      <a:pt x="140" y="30"/>
                    </a:lnTo>
                    <a:lnTo>
                      <a:pt x="144" y="30"/>
                    </a:lnTo>
                    <a:lnTo>
                      <a:pt x="148" y="30"/>
                    </a:lnTo>
                    <a:lnTo>
                      <a:pt x="152" y="32"/>
                    </a:lnTo>
                    <a:lnTo>
                      <a:pt x="152" y="36"/>
                    </a:lnTo>
                    <a:lnTo>
                      <a:pt x="152" y="40"/>
                    </a:lnTo>
                    <a:lnTo>
                      <a:pt x="156" y="40"/>
                    </a:lnTo>
                    <a:lnTo>
                      <a:pt x="156" y="44"/>
                    </a:lnTo>
                    <a:lnTo>
                      <a:pt x="158" y="44"/>
                    </a:lnTo>
                    <a:lnTo>
                      <a:pt x="158" y="48"/>
                    </a:lnTo>
                    <a:lnTo>
                      <a:pt x="158" y="52"/>
                    </a:lnTo>
                    <a:lnTo>
                      <a:pt x="158" y="56"/>
                    </a:lnTo>
                    <a:lnTo>
                      <a:pt x="162" y="56"/>
                    </a:lnTo>
                    <a:lnTo>
                      <a:pt x="162" y="58"/>
                    </a:lnTo>
                    <a:lnTo>
                      <a:pt x="166" y="58"/>
                    </a:lnTo>
                    <a:lnTo>
                      <a:pt x="170" y="62"/>
                    </a:lnTo>
                    <a:lnTo>
                      <a:pt x="174" y="62"/>
                    </a:lnTo>
                    <a:lnTo>
                      <a:pt x="174" y="66"/>
                    </a:lnTo>
                    <a:lnTo>
                      <a:pt x="178" y="66"/>
                    </a:lnTo>
                    <a:lnTo>
                      <a:pt x="178" y="70"/>
                    </a:lnTo>
                    <a:lnTo>
                      <a:pt x="182" y="70"/>
                    </a:lnTo>
                    <a:lnTo>
                      <a:pt x="182" y="74"/>
                    </a:lnTo>
                    <a:lnTo>
                      <a:pt x="184" y="74"/>
                    </a:lnTo>
                    <a:lnTo>
                      <a:pt x="188" y="74"/>
                    </a:lnTo>
                    <a:lnTo>
                      <a:pt x="188" y="78"/>
                    </a:lnTo>
                    <a:lnTo>
                      <a:pt x="192" y="78"/>
                    </a:lnTo>
                    <a:lnTo>
                      <a:pt x="196" y="82"/>
                    </a:lnTo>
                    <a:lnTo>
                      <a:pt x="200" y="86"/>
                    </a:lnTo>
                    <a:lnTo>
                      <a:pt x="204" y="86"/>
                    </a:lnTo>
                    <a:lnTo>
                      <a:pt x="204" y="88"/>
                    </a:lnTo>
                    <a:lnTo>
                      <a:pt x="208" y="88"/>
                    </a:lnTo>
                    <a:lnTo>
                      <a:pt x="208" y="86"/>
                    </a:lnTo>
                    <a:lnTo>
                      <a:pt x="210" y="88"/>
                    </a:lnTo>
                    <a:lnTo>
                      <a:pt x="214" y="88"/>
                    </a:lnTo>
                    <a:lnTo>
                      <a:pt x="214" y="92"/>
                    </a:lnTo>
                    <a:lnTo>
                      <a:pt x="218" y="92"/>
                    </a:lnTo>
                    <a:lnTo>
                      <a:pt x="218" y="96"/>
                    </a:lnTo>
                    <a:lnTo>
                      <a:pt x="214" y="100"/>
                    </a:lnTo>
                    <a:lnTo>
                      <a:pt x="214" y="104"/>
                    </a:lnTo>
                    <a:lnTo>
                      <a:pt x="218" y="104"/>
                    </a:lnTo>
                    <a:lnTo>
                      <a:pt x="214" y="104"/>
                    </a:lnTo>
                    <a:lnTo>
                      <a:pt x="214" y="104"/>
                    </a:lnTo>
                    <a:lnTo>
                      <a:pt x="214" y="10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6" name="Freeform 60"/>
              <p:cNvSpPr>
                <a:spLocks noEditPoints="1"/>
              </p:cNvSpPr>
              <p:nvPr/>
            </p:nvSpPr>
            <p:spPr bwMode="gray">
              <a:xfrm>
                <a:off x="6069617" y="3733544"/>
                <a:ext cx="114791" cy="104356"/>
              </a:xfrm>
              <a:custGeom>
                <a:avLst/>
                <a:gdLst>
                  <a:gd name="T0" fmla="*/ 66 w 66"/>
                  <a:gd name="T1" fmla="*/ 14 h 60"/>
                  <a:gd name="T2" fmla="*/ 66 w 66"/>
                  <a:gd name="T3" fmla="*/ 18 h 60"/>
                  <a:gd name="T4" fmla="*/ 66 w 66"/>
                  <a:gd name="T5" fmla="*/ 18 h 60"/>
                  <a:gd name="T6" fmla="*/ 66 w 66"/>
                  <a:gd name="T7" fmla="*/ 22 h 60"/>
                  <a:gd name="T8" fmla="*/ 62 w 66"/>
                  <a:gd name="T9" fmla="*/ 22 h 60"/>
                  <a:gd name="T10" fmla="*/ 62 w 66"/>
                  <a:gd name="T11" fmla="*/ 22 h 60"/>
                  <a:gd name="T12" fmla="*/ 62 w 66"/>
                  <a:gd name="T13" fmla="*/ 22 h 60"/>
                  <a:gd name="T14" fmla="*/ 62 w 66"/>
                  <a:gd name="T15" fmla="*/ 18 h 60"/>
                  <a:gd name="T16" fmla="*/ 60 w 66"/>
                  <a:gd name="T17" fmla="*/ 18 h 60"/>
                  <a:gd name="T18" fmla="*/ 60 w 66"/>
                  <a:gd name="T19" fmla="*/ 22 h 60"/>
                  <a:gd name="T20" fmla="*/ 60 w 66"/>
                  <a:gd name="T21" fmla="*/ 26 h 60"/>
                  <a:gd name="T22" fmla="*/ 60 w 66"/>
                  <a:gd name="T23" fmla="*/ 30 h 60"/>
                  <a:gd name="T24" fmla="*/ 60 w 66"/>
                  <a:gd name="T25" fmla="*/ 34 h 60"/>
                  <a:gd name="T26" fmla="*/ 62 w 66"/>
                  <a:gd name="T27" fmla="*/ 36 h 60"/>
                  <a:gd name="T28" fmla="*/ 56 w 66"/>
                  <a:gd name="T29" fmla="*/ 36 h 60"/>
                  <a:gd name="T30" fmla="*/ 56 w 66"/>
                  <a:gd name="T31" fmla="*/ 40 h 60"/>
                  <a:gd name="T32" fmla="*/ 52 w 66"/>
                  <a:gd name="T33" fmla="*/ 48 h 60"/>
                  <a:gd name="T34" fmla="*/ 52 w 66"/>
                  <a:gd name="T35" fmla="*/ 52 h 60"/>
                  <a:gd name="T36" fmla="*/ 52 w 66"/>
                  <a:gd name="T37" fmla="*/ 56 h 60"/>
                  <a:gd name="T38" fmla="*/ 48 w 66"/>
                  <a:gd name="T39" fmla="*/ 60 h 60"/>
                  <a:gd name="T40" fmla="*/ 0 w 66"/>
                  <a:gd name="T41" fmla="*/ 34 h 60"/>
                  <a:gd name="T42" fmla="*/ 0 w 66"/>
                  <a:gd name="T43" fmla="*/ 34 h 60"/>
                  <a:gd name="T44" fmla="*/ 4 w 66"/>
                  <a:gd name="T45" fmla="*/ 36 h 60"/>
                  <a:gd name="T46" fmla="*/ 6 w 66"/>
                  <a:gd name="T47" fmla="*/ 36 h 60"/>
                  <a:gd name="T48" fmla="*/ 10 w 66"/>
                  <a:gd name="T49" fmla="*/ 34 h 60"/>
                  <a:gd name="T50" fmla="*/ 14 w 66"/>
                  <a:gd name="T51" fmla="*/ 34 h 60"/>
                  <a:gd name="T52" fmla="*/ 18 w 66"/>
                  <a:gd name="T53" fmla="*/ 34 h 60"/>
                  <a:gd name="T54" fmla="*/ 26 w 66"/>
                  <a:gd name="T55" fmla="*/ 34 h 60"/>
                  <a:gd name="T56" fmla="*/ 26 w 66"/>
                  <a:gd name="T57" fmla="*/ 36 h 60"/>
                  <a:gd name="T58" fmla="*/ 36 w 66"/>
                  <a:gd name="T59" fmla="*/ 34 h 60"/>
                  <a:gd name="T60" fmla="*/ 40 w 66"/>
                  <a:gd name="T61" fmla="*/ 30 h 60"/>
                  <a:gd name="T62" fmla="*/ 40 w 66"/>
                  <a:gd name="T63" fmla="*/ 30 h 60"/>
                  <a:gd name="T64" fmla="*/ 40 w 66"/>
                  <a:gd name="T65" fmla="*/ 22 h 60"/>
                  <a:gd name="T66" fmla="*/ 48 w 66"/>
                  <a:gd name="T67" fmla="*/ 18 h 60"/>
                  <a:gd name="T68" fmla="*/ 48 w 66"/>
                  <a:gd name="T69" fmla="*/ 14 h 60"/>
                  <a:gd name="T70" fmla="*/ 52 w 66"/>
                  <a:gd name="T71" fmla="*/ 14 h 60"/>
                  <a:gd name="T72" fmla="*/ 52 w 66"/>
                  <a:gd name="T73" fmla="*/ 14 h 60"/>
                  <a:gd name="T74" fmla="*/ 52 w 66"/>
                  <a:gd name="T75" fmla="*/ 10 h 60"/>
                  <a:gd name="T76" fmla="*/ 56 w 66"/>
                  <a:gd name="T77" fmla="*/ 10 h 60"/>
                  <a:gd name="T78" fmla="*/ 56 w 66"/>
                  <a:gd name="T79" fmla="*/ 6 h 60"/>
                  <a:gd name="T80" fmla="*/ 56 w 66"/>
                  <a:gd name="T81" fmla="*/ 6 h 60"/>
                  <a:gd name="T82" fmla="*/ 60 w 66"/>
                  <a:gd name="T83" fmla="*/ 6 h 60"/>
                  <a:gd name="T84" fmla="*/ 62 w 66"/>
                  <a:gd name="T85" fmla="*/ 0 h 60"/>
                  <a:gd name="T86" fmla="*/ 62 w 66"/>
                  <a:gd name="T87" fmla="*/ 2 h 60"/>
                  <a:gd name="T88" fmla="*/ 62 w 66"/>
                  <a:gd name="T89" fmla="*/ 6 h 60"/>
                  <a:gd name="T90" fmla="*/ 66 w 66"/>
                  <a:gd name="T91" fmla="*/ 6 h 60"/>
                  <a:gd name="T92" fmla="*/ 66 w 66"/>
                  <a:gd name="T93" fmla="*/ 10 h 60"/>
                  <a:gd name="T94" fmla="*/ 36 w 66"/>
                  <a:gd name="T95" fmla="*/ 26 h 60"/>
                  <a:gd name="T96" fmla="*/ 30 w 66"/>
                  <a:gd name="T97" fmla="*/ 34 h 60"/>
                  <a:gd name="T98" fmla="*/ 30 w 66"/>
                  <a:gd name="T99" fmla="*/ 34 h 60"/>
                  <a:gd name="T100" fmla="*/ 30 w 66"/>
                  <a:gd name="T101" fmla="*/ 34 h 60"/>
                  <a:gd name="T102" fmla="*/ 32 w 66"/>
                  <a:gd name="T103" fmla="*/ 34 h 60"/>
                  <a:gd name="T104" fmla="*/ 30 w 66"/>
                  <a:gd name="T105" fmla="*/ 3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6" h="60">
                    <a:moveTo>
                      <a:pt x="66" y="10"/>
                    </a:moveTo>
                    <a:lnTo>
                      <a:pt x="66" y="10"/>
                    </a:lnTo>
                    <a:lnTo>
                      <a:pt x="66" y="10"/>
                    </a:lnTo>
                    <a:lnTo>
                      <a:pt x="66" y="14"/>
                    </a:lnTo>
                    <a:lnTo>
                      <a:pt x="66" y="14"/>
                    </a:lnTo>
                    <a:lnTo>
                      <a:pt x="66" y="18"/>
                    </a:lnTo>
                    <a:lnTo>
                      <a:pt x="66" y="18"/>
                    </a:lnTo>
                    <a:lnTo>
                      <a:pt x="66" y="18"/>
                    </a:lnTo>
                    <a:lnTo>
                      <a:pt x="66" y="18"/>
                    </a:lnTo>
                    <a:lnTo>
                      <a:pt x="66" y="18"/>
                    </a:lnTo>
                    <a:lnTo>
                      <a:pt x="66" y="18"/>
                    </a:lnTo>
                    <a:lnTo>
                      <a:pt x="66" y="18"/>
                    </a:lnTo>
                    <a:lnTo>
                      <a:pt x="66" y="18"/>
                    </a:lnTo>
                    <a:lnTo>
                      <a:pt x="66" y="22"/>
                    </a:lnTo>
                    <a:lnTo>
                      <a:pt x="66" y="22"/>
                    </a:lnTo>
                    <a:lnTo>
                      <a:pt x="66" y="22"/>
                    </a:lnTo>
                    <a:lnTo>
                      <a:pt x="66" y="22"/>
                    </a:lnTo>
                    <a:lnTo>
                      <a:pt x="66" y="22"/>
                    </a:lnTo>
                    <a:lnTo>
                      <a:pt x="66" y="22"/>
                    </a:lnTo>
                    <a:lnTo>
                      <a:pt x="62" y="22"/>
                    </a:lnTo>
                    <a:lnTo>
                      <a:pt x="62" y="22"/>
                    </a:lnTo>
                    <a:lnTo>
                      <a:pt x="62" y="22"/>
                    </a:lnTo>
                    <a:lnTo>
                      <a:pt x="62" y="22"/>
                    </a:lnTo>
                    <a:lnTo>
                      <a:pt x="62" y="22"/>
                    </a:lnTo>
                    <a:lnTo>
                      <a:pt x="62" y="22"/>
                    </a:lnTo>
                    <a:lnTo>
                      <a:pt x="62" y="22"/>
                    </a:lnTo>
                    <a:lnTo>
                      <a:pt x="60" y="22"/>
                    </a:lnTo>
                    <a:lnTo>
                      <a:pt x="62" y="22"/>
                    </a:lnTo>
                    <a:lnTo>
                      <a:pt x="62" y="22"/>
                    </a:lnTo>
                    <a:lnTo>
                      <a:pt x="62" y="22"/>
                    </a:lnTo>
                    <a:lnTo>
                      <a:pt x="62" y="18"/>
                    </a:lnTo>
                    <a:lnTo>
                      <a:pt x="62" y="18"/>
                    </a:lnTo>
                    <a:lnTo>
                      <a:pt x="62" y="18"/>
                    </a:lnTo>
                    <a:lnTo>
                      <a:pt x="60" y="18"/>
                    </a:lnTo>
                    <a:lnTo>
                      <a:pt x="60" y="18"/>
                    </a:lnTo>
                    <a:lnTo>
                      <a:pt x="60" y="18"/>
                    </a:lnTo>
                    <a:lnTo>
                      <a:pt x="60" y="18"/>
                    </a:lnTo>
                    <a:lnTo>
                      <a:pt x="60" y="18"/>
                    </a:lnTo>
                    <a:lnTo>
                      <a:pt x="60" y="22"/>
                    </a:lnTo>
                    <a:lnTo>
                      <a:pt x="60" y="22"/>
                    </a:lnTo>
                    <a:lnTo>
                      <a:pt x="60" y="22"/>
                    </a:lnTo>
                    <a:lnTo>
                      <a:pt x="60" y="22"/>
                    </a:lnTo>
                    <a:lnTo>
                      <a:pt x="60" y="26"/>
                    </a:lnTo>
                    <a:lnTo>
                      <a:pt x="60" y="26"/>
                    </a:lnTo>
                    <a:lnTo>
                      <a:pt x="60" y="26"/>
                    </a:lnTo>
                    <a:lnTo>
                      <a:pt x="60" y="26"/>
                    </a:lnTo>
                    <a:lnTo>
                      <a:pt x="60" y="30"/>
                    </a:lnTo>
                    <a:lnTo>
                      <a:pt x="60" y="30"/>
                    </a:lnTo>
                    <a:lnTo>
                      <a:pt x="60" y="30"/>
                    </a:lnTo>
                    <a:lnTo>
                      <a:pt x="60" y="34"/>
                    </a:lnTo>
                    <a:lnTo>
                      <a:pt x="60" y="34"/>
                    </a:lnTo>
                    <a:lnTo>
                      <a:pt x="60" y="34"/>
                    </a:lnTo>
                    <a:lnTo>
                      <a:pt x="60" y="34"/>
                    </a:lnTo>
                    <a:lnTo>
                      <a:pt x="60" y="34"/>
                    </a:lnTo>
                    <a:lnTo>
                      <a:pt x="62" y="36"/>
                    </a:lnTo>
                    <a:lnTo>
                      <a:pt x="62" y="36"/>
                    </a:lnTo>
                    <a:lnTo>
                      <a:pt x="60" y="36"/>
                    </a:lnTo>
                    <a:lnTo>
                      <a:pt x="60" y="36"/>
                    </a:lnTo>
                    <a:lnTo>
                      <a:pt x="56" y="36"/>
                    </a:lnTo>
                    <a:lnTo>
                      <a:pt x="56" y="36"/>
                    </a:lnTo>
                    <a:lnTo>
                      <a:pt x="56" y="36"/>
                    </a:lnTo>
                    <a:lnTo>
                      <a:pt x="56" y="36"/>
                    </a:lnTo>
                    <a:lnTo>
                      <a:pt x="56" y="36"/>
                    </a:lnTo>
                    <a:lnTo>
                      <a:pt x="56" y="40"/>
                    </a:lnTo>
                    <a:lnTo>
                      <a:pt x="56" y="44"/>
                    </a:lnTo>
                    <a:lnTo>
                      <a:pt x="52" y="44"/>
                    </a:lnTo>
                    <a:lnTo>
                      <a:pt x="52" y="48"/>
                    </a:lnTo>
                    <a:lnTo>
                      <a:pt x="52" y="48"/>
                    </a:lnTo>
                    <a:lnTo>
                      <a:pt x="52" y="52"/>
                    </a:lnTo>
                    <a:lnTo>
                      <a:pt x="52" y="52"/>
                    </a:lnTo>
                    <a:lnTo>
                      <a:pt x="52" y="52"/>
                    </a:lnTo>
                    <a:lnTo>
                      <a:pt x="52" y="52"/>
                    </a:lnTo>
                    <a:lnTo>
                      <a:pt x="52" y="56"/>
                    </a:lnTo>
                    <a:lnTo>
                      <a:pt x="52" y="56"/>
                    </a:lnTo>
                    <a:lnTo>
                      <a:pt x="52" y="56"/>
                    </a:lnTo>
                    <a:lnTo>
                      <a:pt x="52" y="56"/>
                    </a:lnTo>
                    <a:lnTo>
                      <a:pt x="52" y="60"/>
                    </a:lnTo>
                    <a:lnTo>
                      <a:pt x="52" y="60"/>
                    </a:lnTo>
                    <a:lnTo>
                      <a:pt x="48" y="60"/>
                    </a:lnTo>
                    <a:lnTo>
                      <a:pt x="48" y="60"/>
                    </a:lnTo>
                    <a:lnTo>
                      <a:pt x="14" y="56"/>
                    </a:lnTo>
                    <a:lnTo>
                      <a:pt x="0" y="34"/>
                    </a:lnTo>
                    <a:lnTo>
                      <a:pt x="0" y="34"/>
                    </a:lnTo>
                    <a:lnTo>
                      <a:pt x="0" y="34"/>
                    </a:lnTo>
                    <a:lnTo>
                      <a:pt x="0" y="34"/>
                    </a:lnTo>
                    <a:lnTo>
                      <a:pt x="0" y="34"/>
                    </a:lnTo>
                    <a:lnTo>
                      <a:pt x="0" y="34"/>
                    </a:lnTo>
                    <a:lnTo>
                      <a:pt x="0" y="34"/>
                    </a:lnTo>
                    <a:lnTo>
                      <a:pt x="4" y="36"/>
                    </a:lnTo>
                    <a:lnTo>
                      <a:pt x="4" y="36"/>
                    </a:lnTo>
                    <a:lnTo>
                      <a:pt x="4" y="36"/>
                    </a:lnTo>
                    <a:lnTo>
                      <a:pt x="4" y="36"/>
                    </a:lnTo>
                    <a:lnTo>
                      <a:pt x="4" y="36"/>
                    </a:lnTo>
                    <a:lnTo>
                      <a:pt x="6" y="36"/>
                    </a:lnTo>
                    <a:lnTo>
                      <a:pt x="6" y="36"/>
                    </a:lnTo>
                    <a:lnTo>
                      <a:pt x="6" y="36"/>
                    </a:lnTo>
                    <a:lnTo>
                      <a:pt x="6" y="36"/>
                    </a:lnTo>
                    <a:lnTo>
                      <a:pt x="10" y="36"/>
                    </a:lnTo>
                    <a:lnTo>
                      <a:pt x="10" y="36"/>
                    </a:lnTo>
                    <a:lnTo>
                      <a:pt x="10" y="34"/>
                    </a:lnTo>
                    <a:lnTo>
                      <a:pt x="14" y="34"/>
                    </a:lnTo>
                    <a:lnTo>
                      <a:pt x="14" y="34"/>
                    </a:lnTo>
                    <a:lnTo>
                      <a:pt x="14" y="34"/>
                    </a:lnTo>
                    <a:lnTo>
                      <a:pt x="14" y="34"/>
                    </a:lnTo>
                    <a:lnTo>
                      <a:pt x="14" y="34"/>
                    </a:lnTo>
                    <a:lnTo>
                      <a:pt x="18" y="34"/>
                    </a:lnTo>
                    <a:lnTo>
                      <a:pt x="18" y="34"/>
                    </a:lnTo>
                    <a:lnTo>
                      <a:pt x="18" y="34"/>
                    </a:lnTo>
                    <a:lnTo>
                      <a:pt x="22" y="34"/>
                    </a:lnTo>
                    <a:lnTo>
                      <a:pt x="22" y="34"/>
                    </a:lnTo>
                    <a:lnTo>
                      <a:pt x="22" y="34"/>
                    </a:lnTo>
                    <a:lnTo>
                      <a:pt x="26" y="34"/>
                    </a:lnTo>
                    <a:lnTo>
                      <a:pt x="26" y="34"/>
                    </a:lnTo>
                    <a:lnTo>
                      <a:pt x="26" y="36"/>
                    </a:lnTo>
                    <a:lnTo>
                      <a:pt x="26" y="36"/>
                    </a:lnTo>
                    <a:lnTo>
                      <a:pt x="26" y="36"/>
                    </a:lnTo>
                    <a:lnTo>
                      <a:pt x="26" y="36"/>
                    </a:lnTo>
                    <a:lnTo>
                      <a:pt x="30" y="36"/>
                    </a:lnTo>
                    <a:lnTo>
                      <a:pt x="32" y="34"/>
                    </a:lnTo>
                    <a:lnTo>
                      <a:pt x="36" y="34"/>
                    </a:lnTo>
                    <a:lnTo>
                      <a:pt x="36" y="34"/>
                    </a:lnTo>
                    <a:lnTo>
                      <a:pt x="36" y="34"/>
                    </a:lnTo>
                    <a:lnTo>
                      <a:pt x="40" y="34"/>
                    </a:lnTo>
                    <a:lnTo>
                      <a:pt x="40" y="30"/>
                    </a:lnTo>
                    <a:lnTo>
                      <a:pt x="40" y="30"/>
                    </a:lnTo>
                    <a:lnTo>
                      <a:pt x="40" y="30"/>
                    </a:lnTo>
                    <a:lnTo>
                      <a:pt x="40" y="30"/>
                    </a:lnTo>
                    <a:lnTo>
                      <a:pt x="40" y="30"/>
                    </a:lnTo>
                    <a:lnTo>
                      <a:pt x="40" y="30"/>
                    </a:lnTo>
                    <a:lnTo>
                      <a:pt x="40" y="26"/>
                    </a:lnTo>
                    <a:lnTo>
                      <a:pt x="40" y="22"/>
                    </a:lnTo>
                    <a:lnTo>
                      <a:pt x="40" y="22"/>
                    </a:lnTo>
                    <a:lnTo>
                      <a:pt x="44" y="22"/>
                    </a:lnTo>
                    <a:lnTo>
                      <a:pt x="48" y="18"/>
                    </a:lnTo>
                    <a:lnTo>
                      <a:pt x="48" y="18"/>
                    </a:lnTo>
                    <a:lnTo>
                      <a:pt x="48" y="18"/>
                    </a:lnTo>
                    <a:lnTo>
                      <a:pt x="48" y="18"/>
                    </a:lnTo>
                    <a:lnTo>
                      <a:pt x="48" y="18"/>
                    </a:lnTo>
                    <a:lnTo>
                      <a:pt x="48" y="18"/>
                    </a:lnTo>
                    <a:lnTo>
                      <a:pt x="48" y="14"/>
                    </a:lnTo>
                    <a:lnTo>
                      <a:pt x="48" y="14"/>
                    </a:lnTo>
                    <a:lnTo>
                      <a:pt x="52" y="14"/>
                    </a:lnTo>
                    <a:lnTo>
                      <a:pt x="52" y="14"/>
                    </a:lnTo>
                    <a:lnTo>
                      <a:pt x="52" y="14"/>
                    </a:lnTo>
                    <a:lnTo>
                      <a:pt x="52" y="14"/>
                    </a:lnTo>
                    <a:lnTo>
                      <a:pt x="52" y="14"/>
                    </a:lnTo>
                    <a:lnTo>
                      <a:pt x="52" y="14"/>
                    </a:lnTo>
                    <a:lnTo>
                      <a:pt x="52" y="14"/>
                    </a:lnTo>
                    <a:lnTo>
                      <a:pt x="52" y="10"/>
                    </a:lnTo>
                    <a:lnTo>
                      <a:pt x="52" y="10"/>
                    </a:lnTo>
                    <a:lnTo>
                      <a:pt x="52" y="10"/>
                    </a:lnTo>
                    <a:lnTo>
                      <a:pt x="52" y="10"/>
                    </a:lnTo>
                    <a:lnTo>
                      <a:pt x="56" y="10"/>
                    </a:lnTo>
                    <a:lnTo>
                      <a:pt x="56" y="10"/>
                    </a:lnTo>
                    <a:lnTo>
                      <a:pt x="56" y="10"/>
                    </a:lnTo>
                    <a:lnTo>
                      <a:pt x="56" y="10"/>
                    </a:lnTo>
                    <a:lnTo>
                      <a:pt x="56" y="6"/>
                    </a:lnTo>
                    <a:lnTo>
                      <a:pt x="56" y="6"/>
                    </a:lnTo>
                    <a:lnTo>
                      <a:pt x="56" y="6"/>
                    </a:lnTo>
                    <a:lnTo>
                      <a:pt x="56" y="6"/>
                    </a:lnTo>
                    <a:lnTo>
                      <a:pt x="56" y="10"/>
                    </a:lnTo>
                    <a:lnTo>
                      <a:pt x="56" y="10"/>
                    </a:lnTo>
                    <a:lnTo>
                      <a:pt x="56" y="10"/>
                    </a:lnTo>
                    <a:lnTo>
                      <a:pt x="56" y="6"/>
                    </a:lnTo>
                    <a:lnTo>
                      <a:pt x="56" y="6"/>
                    </a:lnTo>
                    <a:lnTo>
                      <a:pt x="56" y="6"/>
                    </a:lnTo>
                    <a:lnTo>
                      <a:pt x="60" y="6"/>
                    </a:lnTo>
                    <a:lnTo>
                      <a:pt x="60" y="6"/>
                    </a:lnTo>
                    <a:lnTo>
                      <a:pt x="62" y="2"/>
                    </a:lnTo>
                    <a:lnTo>
                      <a:pt x="62" y="2"/>
                    </a:lnTo>
                    <a:lnTo>
                      <a:pt x="62" y="0"/>
                    </a:lnTo>
                    <a:lnTo>
                      <a:pt x="62" y="0"/>
                    </a:lnTo>
                    <a:lnTo>
                      <a:pt x="62" y="0"/>
                    </a:lnTo>
                    <a:lnTo>
                      <a:pt x="62" y="0"/>
                    </a:lnTo>
                    <a:lnTo>
                      <a:pt x="62" y="2"/>
                    </a:lnTo>
                    <a:lnTo>
                      <a:pt x="62" y="2"/>
                    </a:lnTo>
                    <a:lnTo>
                      <a:pt x="62" y="6"/>
                    </a:lnTo>
                    <a:lnTo>
                      <a:pt x="62" y="6"/>
                    </a:lnTo>
                    <a:lnTo>
                      <a:pt x="62" y="6"/>
                    </a:lnTo>
                    <a:lnTo>
                      <a:pt x="62" y="6"/>
                    </a:lnTo>
                    <a:lnTo>
                      <a:pt x="62" y="6"/>
                    </a:lnTo>
                    <a:lnTo>
                      <a:pt x="66" y="6"/>
                    </a:lnTo>
                    <a:lnTo>
                      <a:pt x="66" y="6"/>
                    </a:lnTo>
                    <a:lnTo>
                      <a:pt x="66" y="6"/>
                    </a:lnTo>
                    <a:lnTo>
                      <a:pt x="66" y="10"/>
                    </a:lnTo>
                    <a:lnTo>
                      <a:pt x="66" y="10"/>
                    </a:lnTo>
                    <a:lnTo>
                      <a:pt x="66" y="10"/>
                    </a:lnTo>
                    <a:lnTo>
                      <a:pt x="66" y="10"/>
                    </a:lnTo>
                    <a:lnTo>
                      <a:pt x="66" y="10"/>
                    </a:lnTo>
                    <a:close/>
                    <a:moveTo>
                      <a:pt x="40" y="30"/>
                    </a:moveTo>
                    <a:lnTo>
                      <a:pt x="36" y="30"/>
                    </a:lnTo>
                    <a:lnTo>
                      <a:pt x="36" y="26"/>
                    </a:lnTo>
                    <a:lnTo>
                      <a:pt x="40" y="30"/>
                    </a:lnTo>
                    <a:lnTo>
                      <a:pt x="40" y="30"/>
                    </a:lnTo>
                    <a:lnTo>
                      <a:pt x="40" y="30"/>
                    </a:lnTo>
                    <a:close/>
                    <a:moveTo>
                      <a:pt x="30" y="34"/>
                    </a:moveTo>
                    <a:lnTo>
                      <a:pt x="30" y="34"/>
                    </a:lnTo>
                    <a:lnTo>
                      <a:pt x="30" y="34"/>
                    </a:lnTo>
                    <a:lnTo>
                      <a:pt x="30" y="34"/>
                    </a:lnTo>
                    <a:lnTo>
                      <a:pt x="30" y="34"/>
                    </a:lnTo>
                    <a:lnTo>
                      <a:pt x="30" y="34"/>
                    </a:lnTo>
                    <a:lnTo>
                      <a:pt x="30" y="34"/>
                    </a:lnTo>
                    <a:lnTo>
                      <a:pt x="30" y="34"/>
                    </a:lnTo>
                    <a:lnTo>
                      <a:pt x="30" y="34"/>
                    </a:lnTo>
                    <a:lnTo>
                      <a:pt x="30" y="34"/>
                    </a:lnTo>
                    <a:lnTo>
                      <a:pt x="30" y="34"/>
                    </a:lnTo>
                    <a:lnTo>
                      <a:pt x="32" y="34"/>
                    </a:lnTo>
                    <a:lnTo>
                      <a:pt x="32" y="34"/>
                    </a:lnTo>
                    <a:lnTo>
                      <a:pt x="32" y="34"/>
                    </a:lnTo>
                    <a:lnTo>
                      <a:pt x="32" y="34"/>
                    </a:lnTo>
                    <a:lnTo>
                      <a:pt x="32" y="34"/>
                    </a:lnTo>
                    <a:lnTo>
                      <a:pt x="30" y="34"/>
                    </a:lnTo>
                    <a:lnTo>
                      <a:pt x="30" y="34"/>
                    </a:lnTo>
                    <a:lnTo>
                      <a:pt x="30" y="34"/>
                    </a:lnTo>
                    <a:lnTo>
                      <a:pt x="30"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7" name="Freeform 61"/>
              <p:cNvSpPr>
                <a:spLocks/>
              </p:cNvSpPr>
              <p:nvPr/>
            </p:nvSpPr>
            <p:spPr bwMode="gray">
              <a:xfrm>
                <a:off x="6177453" y="3090019"/>
                <a:ext cx="424380" cy="285238"/>
              </a:xfrm>
              <a:custGeom>
                <a:avLst/>
                <a:gdLst>
                  <a:gd name="T0" fmla="*/ 168 w 244"/>
                  <a:gd name="T1" fmla="*/ 118 h 164"/>
                  <a:gd name="T2" fmla="*/ 162 w 244"/>
                  <a:gd name="T3" fmla="*/ 126 h 164"/>
                  <a:gd name="T4" fmla="*/ 172 w 244"/>
                  <a:gd name="T5" fmla="*/ 134 h 164"/>
                  <a:gd name="T6" fmla="*/ 176 w 244"/>
                  <a:gd name="T7" fmla="*/ 144 h 164"/>
                  <a:gd name="T8" fmla="*/ 166 w 244"/>
                  <a:gd name="T9" fmla="*/ 156 h 164"/>
                  <a:gd name="T10" fmla="*/ 158 w 244"/>
                  <a:gd name="T11" fmla="*/ 164 h 164"/>
                  <a:gd name="T12" fmla="*/ 146 w 244"/>
                  <a:gd name="T13" fmla="*/ 156 h 164"/>
                  <a:gd name="T14" fmla="*/ 142 w 244"/>
                  <a:gd name="T15" fmla="*/ 144 h 164"/>
                  <a:gd name="T16" fmla="*/ 132 w 244"/>
                  <a:gd name="T17" fmla="*/ 142 h 164"/>
                  <a:gd name="T18" fmla="*/ 116 w 244"/>
                  <a:gd name="T19" fmla="*/ 130 h 164"/>
                  <a:gd name="T20" fmla="*/ 106 w 244"/>
                  <a:gd name="T21" fmla="*/ 122 h 164"/>
                  <a:gd name="T22" fmla="*/ 94 w 244"/>
                  <a:gd name="T23" fmla="*/ 112 h 164"/>
                  <a:gd name="T24" fmla="*/ 86 w 244"/>
                  <a:gd name="T25" fmla="*/ 100 h 164"/>
                  <a:gd name="T26" fmla="*/ 80 w 244"/>
                  <a:gd name="T27" fmla="*/ 86 h 164"/>
                  <a:gd name="T28" fmla="*/ 60 w 244"/>
                  <a:gd name="T29" fmla="*/ 86 h 164"/>
                  <a:gd name="T30" fmla="*/ 60 w 244"/>
                  <a:gd name="T31" fmla="*/ 74 h 164"/>
                  <a:gd name="T32" fmla="*/ 50 w 244"/>
                  <a:gd name="T33" fmla="*/ 62 h 164"/>
                  <a:gd name="T34" fmla="*/ 38 w 244"/>
                  <a:gd name="T35" fmla="*/ 56 h 164"/>
                  <a:gd name="T36" fmla="*/ 34 w 244"/>
                  <a:gd name="T37" fmla="*/ 62 h 164"/>
                  <a:gd name="T38" fmla="*/ 24 w 244"/>
                  <a:gd name="T39" fmla="*/ 66 h 164"/>
                  <a:gd name="T40" fmla="*/ 12 w 244"/>
                  <a:gd name="T41" fmla="*/ 74 h 164"/>
                  <a:gd name="T42" fmla="*/ 12 w 244"/>
                  <a:gd name="T43" fmla="*/ 86 h 164"/>
                  <a:gd name="T44" fmla="*/ 0 w 244"/>
                  <a:gd name="T45" fmla="*/ 78 h 164"/>
                  <a:gd name="T46" fmla="*/ 0 w 244"/>
                  <a:gd name="T47" fmla="*/ 52 h 164"/>
                  <a:gd name="T48" fmla="*/ 0 w 244"/>
                  <a:gd name="T49" fmla="*/ 22 h 164"/>
                  <a:gd name="T50" fmla="*/ 16 w 244"/>
                  <a:gd name="T51" fmla="*/ 8 h 164"/>
                  <a:gd name="T52" fmla="*/ 34 w 244"/>
                  <a:gd name="T53" fmla="*/ 0 h 164"/>
                  <a:gd name="T54" fmla="*/ 82 w 244"/>
                  <a:gd name="T55" fmla="*/ 38 h 164"/>
                  <a:gd name="T56" fmla="*/ 106 w 244"/>
                  <a:gd name="T57" fmla="*/ 38 h 164"/>
                  <a:gd name="T58" fmla="*/ 128 w 244"/>
                  <a:gd name="T59" fmla="*/ 38 h 164"/>
                  <a:gd name="T60" fmla="*/ 136 w 244"/>
                  <a:gd name="T61" fmla="*/ 48 h 164"/>
                  <a:gd name="T62" fmla="*/ 142 w 244"/>
                  <a:gd name="T63" fmla="*/ 62 h 164"/>
                  <a:gd name="T64" fmla="*/ 150 w 244"/>
                  <a:gd name="T65" fmla="*/ 82 h 164"/>
                  <a:gd name="T66" fmla="*/ 166 w 244"/>
                  <a:gd name="T67" fmla="*/ 86 h 164"/>
                  <a:gd name="T68" fmla="*/ 172 w 244"/>
                  <a:gd name="T69" fmla="*/ 96 h 164"/>
                  <a:gd name="T70" fmla="*/ 180 w 244"/>
                  <a:gd name="T71" fmla="*/ 92 h 164"/>
                  <a:gd name="T72" fmla="*/ 192 w 244"/>
                  <a:gd name="T73" fmla="*/ 78 h 164"/>
                  <a:gd name="T74" fmla="*/ 206 w 244"/>
                  <a:gd name="T75" fmla="*/ 70 h 164"/>
                  <a:gd name="T76" fmla="*/ 210 w 244"/>
                  <a:gd name="T77" fmla="*/ 70 h 164"/>
                  <a:gd name="T78" fmla="*/ 198 w 244"/>
                  <a:gd name="T79" fmla="*/ 78 h 164"/>
                  <a:gd name="T80" fmla="*/ 210 w 244"/>
                  <a:gd name="T81" fmla="*/ 86 h 164"/>
                  <a:gd name="T82" fmla="*/ 218 w 244"/>
                  <a:gd name="T83" fmla="*/ 86 h 164"/>
                  <a:gd name="T84" fmla="*/ 224 w 244"/>
                  <a:gd name="T85" fmla="*/ 86 h 164"/>
                  <a:gd name="T86" fmla="*/ 240 w 244"/>
                  <a:gd name="T87" fmla="*/ 92 h 164"/>
                  <a:gd name="T88" fmla="*/ 236 w 244"/>
                  <a:gd name="T89" fmla="*/ 100 h 164"/>
                  <a:gd name="T90" fmla="*/ 224 w 244"/>
                  <a:gd name="T91" fmla="*/ 104 h 164"/>
                  <a:gd name="T92" fmla="*/ 206 w 244"/>
                  <a:gd name="T93" fmla="*/ 104 h 164"/>
                  <a:gd name="T94" fmla="*/ 210 w 244"/>
                  <a:gd name="T95" fmla="*/ 96 h 164"/>
                  <a:gd name="T96" fmla="*/ 202 w 244"/>
                  <a:gd name="T97" fmla="*/ 92 h 164"/>
                  <a:gd name="T98" fmla="*/ 192 w 244"/>
                  <a:gd name="T99" fmla="*/ 92 h 164"/>
                  <a:gd name="T100" fmla="*/ 184 w 244"/>
                  <a:gd name="T101" fmla="*/ 104 h 164"/>
                  <a:gd name="T102" fmla="*/ 184 w 244"/>
                  <a:gd name="T103" fmla="*/ 108 h 164"/>
                  <a:gd name="T104" fmla="*/ 176 w 244"/>
                  <a:gd name="T105" fmla="*/ 11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44" h="164">
                    <a:moveTo>
                      <a:pt x="176" y="112"/>
                    </a:moveTo>
                    <a:lnTo>
                      <a:pt x="176" y="116"/>
                    </a:lnTo>
                    <a:lnTo>
                      <a:pt x="176" y="118"/>
                    </a:lnTo>
                    <a:lnTo>
                      <a:pt x="172" y="118"/>
                    </a:lnTo>
                    <a:lnTo>
                      <a:pt x="168" y="118"/>
                    </a:lnTo>
                    <a:lnTo>
                      <a:pt x="168" y="116"/>
                    </a:lnTo>
                    <a:lnTo>
                      <a:pt x="166" y="116"/>
                    </a:lnTo>
                    <a:lnTo>
                      <a:pt x="162" y="118"/>
                    </a:lnTo>
                    <a:lnTo>
                      <a:pt x="162" y="122"/>
                    </a:lnTo>
                    <a:lnTo>
                      <a:pt x="162" y="126"/>
                    </a:lnTo>
                    <a:lnTo>
                      <a:pt x="166" y="126"/>
                    </a:lnTo>
                    <a:lnTo>
                      <a:pt x="166" y="130"/>
                    </a:lnTo>
                    <a:lnTo>
                      <a:pt x="168" y="130"/>
                    </a:lnTo>
                    <a:lnTo>
                      <a:pt x="172" y="130"/>
                    </a:lnTo>
                    <a:lnTo>
                      <a:pt x="172" y="134"/>
                    </a:lnTo>
                    <a:lnTo>
                      <a:pt x="168" y="134"/>
                    </a:lnTo>
                    <a:lnTo>
                      <a:pt x="168" y="138"/>
                    </a:lnTo>
                    <a:lnTo>
                      <a:pt x="172" y="142"/>
                    </a:lnTo>
                    <a:lnTo>
                      <a:pt x="172" y="144"/>
                    </a:lnTo>
                    <a:lnTo>
                      <a:pt x="176" y="144"/>
                    </a:lnTo>
                    <a:lnTo>
                      <a:pt x="172" y="144"/>
                    </a:lnTo>
                    <a:lnTo>
                      <a:pt x="172" y="148"/>
                    </a:lnTo>
                    <a:lnTo>
                      <a:pt x="168" y="152"/>
                    </a:lnTo>
                    <a:lnTo>
                      <a:pt x="168" y="156"/>
                    </a:lnTo>
                    <a:lnTo>
                      <a:pt x="166" y="156"/>
                    </a:lnTo>
                    <a:lnTo>
                      <a:pt x="166" y="160"/>
                    </a:lnTo>
                    <a:lnTo>
                      <a:pt x="166" y="164"/>
                    </a:lnTo>
                    <a:lnTo>
                      <a:pt x="162" y="160"/>
                    </a:lnTo>
                    <a:lnTo>
                      <a:pt x="162" y="164"/>
                    </a:lnTo>
                    <a:lnTo>
                      <a:pt x="158" y="164"/>
                    </a:lnTo>
                    <a:lnTo>
                      <a:pt x="158" y="160"/>
                    </a:lnTo>
                    <a:lnTo>
                      <a:pt x="154" y="160"/>
                    </a:lnTo>
                    <a:lnTo>
                      <a:pt x="150" y="160"/>
                    </a:lnTo>
                    <a:lnTo>
                      <a:pt x="146" y="160"/>
                    </a:lnTo>
                    <a:lnTo>
                      <a:pt x="146" y="156"/>
                    </a:lnTo>
                    <a:lnTo>
                      <a:pt x="150" y="152"/>
                    </a:lnTo>
                    <a:lnTo>
                      <a:pt x="150" y="148"/>
                    </a:lnTo>
                    <a:lnTo>
                      <a:pt x="146" y="148"/>
                    </a:lnTo>
                    <a:lnTo>
                      <a:pt x="146" y="144"/>
                    </a:lnTo>
                    <a:lnTo>
                      <a:pt x="142" y="144"/>
                    </a:lnTo>
                    <a:lnTo>
                      <a:pt x="138" y="142"/>
                    </a:lnTo>
                    <a:lnTo>
                      <a:pt x="138" y="144"/>
                    </a:lnTo>
                    <a:lnTo>
                      <a:pt x="136" y="144"/>
                    </a:lnTo>
                    <a:lnTo>
                      <a:pt x="136" y="142"/>
                    </a:lnTo>
                    <a:lnTo>
                      <a:pt x="132" y="142"/>
                    </a:lnTo>
                    <a:lnTo>
                      <a:pt x="128" y="138"/>
                    </a:lnTo>
                    <a:lnTo>
                      <a:pt x="124" y="134"/>
                    </a:lnTo>
                    <a:lnTo>
                      <a:pt x="120" y="134"/>
                    </a:lnTo>
                    <a:lnTo>
                      <a:pt x="120" y="130"/>
                    </a:lnTo>
                    <a:lnTo>
                      <a:pt x="116" y="130"/>
                    </a:lnTo>
                    <a:lnTo>
                      <a:pt x="112" y="130"/>
                    </a:lnTo>
                    <a:lnTo>
                      <a:pt x="112" y="126"/>
                    </a:lnTo>
                    <a:lnTo>
                      <a:pt x="110" y="126"/>
                    </a:lnTo>
                    <a:lnTo>
                      <a:pt x="110" y="122"/>
                    </a:lnTo>
                    <a:lnTo>
                      <a:pt x="106" y="122"/>
                    </a:lnTo>
                    <a:lnTo>
                      <a:pt x="106" y="118"/>
                    </a:lnTo>
                    <a:lnTo>
                      <a:pt x="102" y="118"/>
                    </a:lnTo>
                    <a:lnTo>
                      <a:pt x="98" y="116"/>
                    </a:lnTo>
                    <a:lnTo>
                      <a:pt x="94" y="116"/>
                    </a:lnTo>
                    <a:lnTo>
                      <a:pt x="94" y="112"/>
                    </a:lnTo>
                    <a:lnTo>
                      <a:pt x="90" y="112"/>
                    </a:lnTo>
                    <a:lnTo>
                      <a:pt x="90" y="108"/>
                    </a:lnTo>
                    <a:lnTo>
                      <a:pt x="90" y="104"/>
                    </a:lnTo>
                    <a:lnTo>
                      <a:pt x="90" y="100"/>
                    </a:lnTo>
                    <a:lnTo>
                      <a:pt x="86" y="100"/>
                    </a:lnTo>
                    <a:lnTo>
                      <a:pt x="86" y="96"/>
                    </a:lnTo>
                    <a:lnTo>
                      <a:pt x="82" y="96"/>
                    </a:lnTo>
                    <a:lnTo>
                      <a:pt x="82" y="92"/>
                    </a:lnTo>
                    <a:lnTo>
                      <a:pt x="82" y="88"/>
                    </a:lnTo>
                    <a:lnTo>
                      <a:pt x="80" y="86"/>
                    </a:lnTo>
                    <a:lnTo>
                      <a:pt x="76" y="86"/>
                    </a:lnTo>
                    <a:lnTo>
                      <a:pt x="72" y="86"/>
                    </a:lnTo>
                    <a:lnTo>
                      <a:pt x="68" y="86"/>
                    </a:lnTo>
                    <a:lnTo>
                      <a:pt x="64" y="86"/>
                    </a:lnTo>
                    <a:lnTo>
                      <a:pt x="60" y="86"/>
                    </a:lnTo>
                    <a:lnTo>
                      <a:pt x="60" y="82"/>
                    </a:lnTo>
                    <a:lnTo>
                      <a:pt x="56" y="82"/>
                    </a:lnTo>
                    <a:lnTo>
                      <a:pt x="56" y="78"/>
                    </a:lnTo>
                    <a:lnTo>
                      <a:pt x="56" y="74"/>
                    </a:lnTo>
                    <a:lnTo>
                      <a:pt x="60" y="74"/>
                    </a:lnTo>
                    <a:lnTo>
                      <a:pt x="56" y="74"/>
                    </a:lnTo>
                    <a:lnTo>
                      <a:pt x="56" y="70"/>
                    </a:lnTo>
                    <a:lnTo>
                      <a:pt x="56" y="66"/>
                    </a:lnTo>
                    <a:lnTo>
                      <a:pt x="52" y="62"/>
                    </a:lnTo>
                    <a:lnTo>
                      <a:pt x="50" y="62"/>
                    </a:lnTo>
                    <a:lnTo>
                      <a:pt x="46" y="62"/>
                    </a:lnTo>
                    <a:lnTo>
                      <a:pt x="46" y="60"/>
                    </a:lnTo>
                    <a:lnTo>
                      <a:pt x="42" y="60"/>
                    </a:lnTo>
                    <a:lnTo>
                      <a:pt x="38" y="60"/>
                    </a:lnTo>
                    <a:lnTo>
                      <a:pt x="38" y="56"/>
                    </a:lnTo>
                    <a:lnTo>
                      <a:pt x="34" y="56"/>
                    </a:lnTo>
                    <a:lnTo>
                      <a:pt x="34" y="60"/>
                    </a:lnTo>
                    <a:lnTo>
                      <a:pt x="30" y="56"/>
                    </a:lnTo>
                    <a:lnTo>
                      <a:pt x="30" y="60"/>
                    </a:lnTo>
                    <a:lnTo>
                      <a:pt x="34" y="62"/>
                    </a:lnTo>
                    <a:lnTo>
                      <a:pt x="30" y="62"/>
                    </a:lnTo>
                    <a:lnTo>
                      <a:pt x="26" y="60"/>
                    </a:lnTo>
                    <a:lnTo>
                      <a:pt x="26" y="62"/>
                    </a:lnTo>
                    <a:lnTo>
                      <a:pt x="26" y="66"/>
                    </a:lnTo>
                    <a:lnTo>
                      <a:pt x="24" y="66"/>
                    </a:lnTo>
                    <a:lnTo>
                      <a:pt x="20" y="66"/>
                    </a:lnTo>
                    <a:lnTo>
                      <a:pt x="16" y="66"/>
                    </a:lnTo>
                    <a:lnTo>
                      <a:pt x="16" y="70"/>
                    </a:lnTo>
                    <a:lnTo>
                      <a:pt x="12" y="70"/>
                    </a:lnTo>
                    <a:lnTo>
                      <a:pt x="12" y="74"/>
                    </a:lnTo>
                    <a:lnTo>
                      <a:pt x="12" y="78"/>
                    </a:lnTo>
                    <a:lnTo>
                      <a:pt x="12" y="82"/>
                    </a:lnTo>
                    <a:lnTo>
                      <a:pt x="16" y="82"/>
                    </a:lnTo>
                    <a:lnTo>
                      <a:pt x="16" y="86"/>
                    </a:lnTo>
                    <a:lnTo>
                      <a:pt x="12" y="86"/>
                    </a:lnTo>
                    <a:lnTo>
                      <a:pt x="8" y="86"/>
                    </a:lnTo>
                    <a:lnTo>
                      <a:pt x="4" y="86"/>
                    </a:lnTo>
                    <a:lnTo>
                      <a:pt x="0" y="86"/>
                    </a:lnTo>
                    <a:lnTo>
                      <a:pt x="0" y="82"/>
                    </a:lnTo>
                    <a:lnTo>
                      <a:pt x="0" y="78"/>
                    </a:lnTo>
                    <a:lnTo>
                      <a:pt x="0" y="74"/>
                    </a:lnTo>
                    <a:lnTo>
                      <a:pt x="0" y="66"/>
                    </a:lnTo>
                    <a:lnTo>
                      <a:pt x="0" y="60"/>
                    </a:lnTo>
                    <a:lnTo>
                      <a:pt x="0" y="56"/>
                    </a:lnTo>
                    <a:lnTo>
                      <a:pt x="0" y="52"/>
                    </a:lnTo>
                    <a:lnTo>
                      <a:pt x="0" y="48"/>
                    </a:lnTo>
                    <a:lnTo>
                      <a:pt x="0" y="46"/>
                    </a:lnTo>
                    <a:lnTo>
                      <a:pt x="0" y="38"/>
                    </a:lnTo>
                    <a:lnTo>
                      <a:pt x="0" y="34"/>
                    </a:lnTo>
                    <a:lnTo>
                      <a:pt x="0" y="22"/>
                    </a:lnTo>
                    <a:lnTo>
                      <a:pt x="0" y="16"/>
                    </a:lnTo>
                    <a:lnTo>
                      <a:pt x="0" y="12"/>
                    </a:lnTo>
                    <a:lnTo>
                      <a:pt x="4" y="12"/>
                    </a:lnTo>
                    <a:lnTo>
                      <a:pt x="8" y="8"/>
                    </a:lnTo>
                    <a:lnTo>
                      <a:pt x="16" y="8"/>
                    </a:lnTo>
                    <a:lnTo>
                      <a:pt x="20" y="4"/>
                    </a:lnTo>
                    <a:lnTo>
                      <a:pt x="24" y="4"/>
                    </a:lnTo>
                    <a:lnTo>
                      <a:pt x="26" y="4"/>
                    </a:lnTo>
                    <a:lnTo>
                      <a:pt x="30" y="0"/>
                    </a:lnTo>
                    <a:lnTo>
                      <a:pt x="34" y="0"/>
                    </a:lnTo>
                    <a:lnTo>
                      <a:pt x="50" y="12"/>
                    </a:lnTo>
                    <a:lnTo>
                      <a:pt x="72" y="26"/>
                    </a:lnTo>
                    <a:lnTo>
                      <a:pt x="76" y="30"/>
                    </a:lnTo>
                    <a:lnTo>
                      <a:pt x="80" y="34"/>
                    </a:lnTo>
                    <a:lnTo>
                      <a:pt x="82" y="38"/>
                    </a:lnTo>
                    <a:lnTo>
                      <a:pt x="82" y="42"/>
                    </a:lnTo>
                    <a:lnTo>
                      <a:pt x="90" y="42"/>
                    </a:lnTo>
                    <a:lnTo>
                      <a:pt x="94" y="42"/>
                    </a:lnTo>
                    <a:lnTo>
                      <a:pt x="102" y="38"/>
                    </a:lnTo>
                    <a:lnTo>
                      <a:pt x="106" y="38"/>
                    </a:lnTo>
                    <a:lnTo>
                      <a:pt x="110" y="42"/>
                    </a:lnTo>
                    <a:lnTo>
                      <a:pt x="112" y="42"/>
                    </a:lnTo>
                    <a:lnTo>
                      <a:pt x="120" y="42"/>
                    </a:lnTo>
                    <a:lnTo>
                      <a:pt x="124" y="38"/>
                    </a:lnTo>
                    <a:lnTo>
                      <a:pt x="128" y="38"/>
                    </a:lnTo>
                    <a:lnTo>
                      <a:pt x="128" y="42"/>
                    </a:lnTo>
                    <a:lnTo>
                      <a:pt x="132" y="42"/>
                    </a:lnTo>
                    <a:lnTo>
                      <a:pt x="132" y="46"/>
                    </a:lnTo>
                    <a:lnTo>
                      <a:pt x="136" y="46"/>
                    </a:lnTo>
                    <a:lnTo>
                      <a:pt x="136" y="48"/>
                    </a:lnTo>
                    <a:lnTo>
                      <a:pt x="138" y="52"/>
                    </a:lnTo>
                    <a:lnTo>
                      <a:pt x="142" y="52"/>
                    </a:lnTo>
                    <a:lnTo>
                      <a:pt x="142" y="56"/>
                    </a:lnTo>
                    <a:lnTo>
                      <a:pt x="142" y="60"/>
                    </a:lnTo>
                    <a:lnTo>
                      <a:pt x="142" y="62"/>
                    </a:lnTo>
                    <a:lnTo>
                      <a:pt x="142" y="66"/>
                    </a:lnTo>
                    <a:lnTo>
                      <a:pt x="142" y="70"/>
                    </a:lnTo>
                    <a:lnTo>
                      <a:pt x="146" y="70"/>
                    </a:lnTo>
                    <a:lnTo>
                      <a:pt x="150" y="74"/>
                    </a:lnTo>
                    <a:lnTo>
                      <a:pt x="150" y="82"/>
                    </a:lnTo>
                    <a:lnTo>
                      <a:pt x="150" y="86"/>
                    </a:lnTo>
                    <a:lnTo>
                      <a:pt x="154" y="86"/>
                    </a:lnTo>
                    <a:lnTo>
                      <a:pt x="158" y="86"/>
                    </a:lnTo>
                    <a:lnTo>
                      <a:pt x="162" y="86"/>
                    </a:lnTo>
                    <a:lnTo>
                      <a:pt x="166" y="86"/>
                    </a:lnTo>
                    <a:lnTo>
                      <a:pt x="168" y="86"/>
                    </a:lnTo>
                    <a:lnTo>
                      <a:pt x="168" y="88"/>
                    </a:lnTo>
                    <a:lnTo>
                      <a:pt x="172" y="88"/>
                    </a:lnTo>
                    <a:lnTo>
                      <a:pt x="168" y="92"/>
                    </a:lnTo>
                    <a:lnTo>
                      <a:pt x="172" y="96"/>
                    </a:lnTo>
                    <a:lnTo>
                      <a:pt x="176" y="96"/>
                    </a:lnTo>
                    <a:lnTo>
                      <a:pt x="180" y="96"/>
                    </a:lnTo>
                    <a:lnTo>
                      <a:pt x="176" y="96"/>
                    </a:lnTo>
                    <a:lnTo>
                      <a:pt x="176" y="92"/>
                    </a:lnTo>
                    <a:lnTo>
                      <a:pt x="180" y="92"/>
                    </a:lnTo>
                    <a:lnTo>
                      <a:pt x="180" y="88"/>
                    </a:lnTo>
                    <a:lnTo>
                      <a:pt x="184" y="86"/>
                    </a:lnTo>
                    <a:lnTo>
                      <a:pt x="184" y="82"/>
                    </a:lnTo>
                    <a:lnTo>
                      <a:pt x="188" y="82"/>
                    </a:lnTo>
                    <a:lnTo>
                      <a:pt x="192" y="78"/>
                    </a:lnTo>
                    <a:lnTo>
                      <a:pt x="194" y="78"/>
                    </a:lnTo>
                    <a:lnTo>
                      <a:pt x="198" y="74"/>
                    </a:lnTo>
                    <a:lnTo>
                      <a:pt x="202" y="70"/>
                    </a:lnTo>
                    <a:lnTo>
                      <a:pt x="202" y="66"/>
                    </a:lnTo>
                    <a:lnTo>
                      <a:pt x="206" y="70"/>
                    </a:lnTo>
                    <a:lnTo>
                      <a:pt x="206" y="66"/>
                    </a:lnTo>
                    <a:lnTo>
                      <a:pt x="210" y="66"/>
                    </a:lnTo>
                    <a:lnTo>
                      <a:pt x="214" y="62"/>
                    </a:lnTo>
                    <a:lnTo>
                      <a:pt x="214" y="66"/>
                    </a:lnTo>
                    <a:lnTo>
                      <a:pt x="210" y="70"/>
                    </a:lnTo>
                    <a:lnTo>
                      <a:pt x="206" y="70"/>
                    </a:lnTo>
                    <a:lnTo>
                      <a:pt x="206" y="74"/>
                    </a:lnTo>
                    <a:lnTo>
                      <a:pt x="202" y="74"/>
                    </a:lnTo>
                    <a:lnTo>
                      <a:pt x="202" y="78"/>
                    </a:lnTo>
                    <a:lnTo>
                      <a:pt x="198" y="78"/>
                    </a:lnTo>
                    <a:lnTo>
                      <a:pt x="198" y="82"/>
                    </a:lnTo>
                    <a:lnTo>
                      <a:pt x="202" y="82"/>
                    </a:lnTo>
                    <a:lnTo>
                      <a:pt x="206" y="82"/>
                    </a:lnTo>
                    <a:lnTo>
                      <a:pt x="210" y="82"/>
                    </a:lnTo>
                    <a:lnTo>
                      <a:pt x="210" y="86"/>
                    </a:lnTo>
                    <a:lnTo>
                      <a:pt x="214" y="86"/>
                    </a:lnTo>
                    <a:lnTo>
                      <a:pt x="218" y="88"/>
                    </a:lnTo>
                    <a:lnTo>
                      <a:pt x="218" y="86"/>
                    </a:lnTo>
                    <a:lnTo>
                      <a:pt x="218" y="82"/>
                    </a:lnTo>
                    <a:lnTo>
                      <a:pt x="218" y="86"/>
                    </a:lnTo>
                    <a:lnTo>
                      <a:pt x="222" y="86"/>
                    </a:lnTo>
                    <a:lnTo>
                      <a:pt x="222" y="82"/>
                    </a:lnTo>
                    <a:lnTo>
                      <a:pt x="222" y="78"/>
                    </a:lnTo>
                    <a:lnTo>
                      <a:pt x="224" y="82"/>
                    </a:lnTo>
                    <a:lnTo>
                      <a:pt x="224" y="86"/>
                    </a:lnTo>
                    <a:lnTo>
                      <a:pt x="228" y="86"/>
                    </a:lnTo>
                    <a:lnTo>
                      <a:pt x="228" y="88"/>
                    </a:lnTo>
                    <a:lnTo>
                      <a:pt x="232" y="88"/>
                    </a:lnTo>
                    <a:lnTo>
                      <a:pt x="236" y="92"/>
                    </a:lnTo>
                    <a:lnTo>
                      <a:pt x="240" y="92"/>
                    </a:lnTo>
                    <a:lnTo>
                      <a:pt x="244" y="92"/>
                    </a:lnTo>
                    <a:lnTo>
                      <a:pt x="240" y="92"/>
                    </a:lnTo>
                    <a:lnTo>
                      <a:pt x="240" y="96"/>
                    </a:lnTo>
                    <a:lnTo>
                      <a:pt x="236" y="96"/>
                    </a:lnTo>
                    <a:lnTo>
                      <a:pt x="236" y="100"/>
                    </a:lnTo>
                    <a:lnTo>
                      <a:pt x="232" y="100"/>
                    </a:lnTo>
                    <a:lnTo>
                      <a:pt x="232" y="96"/>
                    </a:lnTo>
                    <a:lnTo>
                      <a:pt x="232" y="100"/>
                    </a:lnTo>
                    <a:lnTo>
                      <a:pt x="228" y="100"/>
                    </a:lnTo>
                    <a:lnTo>
                      <a:pt x="224" y="104"/>
                    </a:lnTo>
                    <a:lnTo>
                      <a:pt x="222" y="108"/>
                    </a:lnTo>
                    <a:lnTo>
                      <a:pt x="218" y="104"/>
                    </a:lnTo>
                    <a:lnTo>
                      <a:pt x="214" y="104"/>
                    </a:lnTo>
                    <a:lnTo>
                      <a:pt x="210" y="104"/>
                    </a:lnTo>
                    <a:lnTo>
                      <a:pt x="206" y="104"/>
                    </a:lnTo>
                    <a:lnTo>
                      <a:pt x="202" y="104"/>
                    </a:lnTo>
                    <a:lnTo>
                      <a:pt x="202" y="100"/>
                    </a:lnTo>
                    <a:lnTo>
                      <a:pt x="206" y="100"/>
                    </a:lnTo>
                    <a:lnTo>
                      <a:pt x="206" y="96"/>
                    </a:lnTo>
                    <a:lnTo>
                      <a:pt x="210" y="96"/>
                    </a:lnTo>
                    <a:lnTo>
                      <a:pt x="210" y="92"/>
                    </a:lnTo>
                    <a:lnTo>
                      <a:pt x="206" y="92"/>
                    </a:lnTo>
                    <a:lnTo>
                      <a:pt x="206" y="88"/>
                    </a:lnTo>
                    <a:lnTo>
                      <a:pt x="202" y="88"/>
                    </a:lnTo>
                    <a:lnTo>
                      <a:pt x="202" y="92"/>
                    </a:lnTo>
                    <a:lnTo>
                      <a:pt x="198" y="92"/>
                    </a:lnTo>
                    <a:lnTo>
                      <a:pt x="198" y="96"/>
                    </a:lnTo>
                    <a:lnTo>
                      <a:pt x="194" y="96"/>
                    </a:lnTo>
                    <a:lnTo>
                      <a:pt x="192" y="96"/>
                    </a:lnTo>
                    <a:lnTo>
                      <a:pt x="192" y="92"/>
                    </a:lnTo>
                    <a:lnTo>
                      <a:pt x="188" y="92"/>
                    </a:lnTo>
                    <a:lnTo>
                      <a:pt x="188" y="96"/>
                    </a:lnTo>
                    <a:lnTo>
                      <a:pt x="188" y="100"/>
                    </a:lnTo>
                    <a:lnTo>
                      <a:pt x="188" y="104"/>
                    </a:lnTo>
                    <a:lnTo>
                      <a:pt x="184" y="104"/>
                    </a:lnTo>
                    <a:lnTo>
                      <a:pt x="180" y="104"/>
                    </a:lnTo>
                    <a:lnTo>
                      <a:pt x="176" y="104"/>
                    </a:lnTo>
                    <a:lnTo>
                      <a:pt x="176" y="108"/>
                    </a:lnTo>
                    <a:lnTo>
                      <a:pt x="180" y="108"/>
                    </a:lnTo>
                    <a:lnTo>
                      <a:pt x="184" y="108"/>
                    </a:lnTo>
                    <a:lnTo>
                      <a:pt x="180" y="108"/>
                    </a:lnTo>
                    <a:lnTo>
                      <a:pt x="180" y="112"/>
                    </a:lnTo>
                    <a:lnTo>
                      <a:pt x="176" y="112"/>
                    </a:lnTo>
                    <a:lnTo>
                      <a:pt x="176" y="112"/>
                    </a:lnTo>
                    <a:lnTo>
                      <a:pt x="176"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8" name="Freeform 62"/>
              <p:cNvSpPr>
                <a:spLocks noEditPoints="1"/>
              </p:cNvSpPr>
              <p:nvPr/>
            </p:nvSpPr>
            <p:spPr bwMode="gray">
              <a:xfrm>
                <a:off x="7314933" y="3817029"/>
                <a:ext cx="173926" cy="448728"/>
              </a:xfrm>
              <a:custGeom>
                <a:avLst/>
                <a:gdLst>
                  <a:gd name="T0" fmla="*/ 78 w 100"/>
                  <a:gd name="T1" fmla="*/ 122 h 258"/>
                  <a:gd name="T2" fmla="*/ 86 w 100"/>
                  <a:gd name="T3" fmla="*/ 130 h 258"/>
                  <a:gd name="T4" fmla="*/ 92 w 100"/>
                  <a:gd name="T5" fmla="*/ 138 h 258"/>
                  <a:gd name="T6" fmla="*/ 96 w 100"/>
                  <a:gd name="T7" fmla="*/ 148 h 258"/>
                  <a:gd name="T8" fmla="*/ 96 w 100"/>
                  <a:gd name="T9" fmla="*/ 168 h 258"/>
                  <a:gd name="T10" fmla="*/ 100 w 100"/>
                  <a:gd name="T11" fmla="*/ 178 h 258"/>
                  <a:gd name="T12" fmla="*/ 100 w 100"/>
                  <a:gd name="T13" fmla="*/ 194 h 258"/>
                  <a:gd name="T14" fmla="*/ 96 w 100"/>
                  <a:gd name="T15" fmla="*/ 198 h 258"/>
                  <a:gd name="T16" fmla="*/ 92 w 100"/>
                  <a:gd name="T17" fmla="*/ 212 h 258"/>
                  <a:gd name="T18" fmla="*/ 78 w 100"/>
                  <a:gd name="T19" fmla="*/ 220 h 258"/>
                  <a:gd name="T20" fmla="*/ 62 w 100"/>
                  <a:gd name="T21" fmla="*/ 220 h 258"/>
                  <a:gd name="T22" fmla="*/ 62 w 100"/>
                  <a:gd name="T23" fmla="*/ 228 h 258"/>
                  <a:gd name="T24" fmla="*/ 60 w 100"/>
                  <a:gd name="T25" fmla="*/ 232 h 258"/>
                  <a:gd name="T26" fmla="*/ 56 w 100"/>
                  <a:gd name="T27" fmla="*/ 232 h 258"/>
                  <a:gd name="T28" fmla="*/ 52 w 100"/>
                  <a:gd name="T29" fmla="*/ 234 h 258"/>
                  <a:gd name="T30" fmla="*/ 48 w 100"/>
                  <a:gd name="T31" fmla="*/ 246 h 258"/>
                  <a:gd name="T32" fmla="*/ 34 w 100"/>
                  <a:gd name="T33" fmla="*/ 258 h 258"/>
                  <a:gd name="T34" fmla="*/ 36 w 100"/>
                  <a:gd name="T35" fmla="*/ 238 h 258"/>
                  <a:gd name="T36" fmla="*/ 34 w 100"/>
                  <a:gd name="T37" fmla="*/ 228 h 258"/>
                  <a:gd name="T38" fmla="*/ 40 w 100"/>
                  <a:gd name="T39" fmla="*/ 216 h 258"/>
                  <a:gd name="T40" fmla="*/ 56 w 100"/>
                  <a:gd name="T41" fmla="*/ 216 h 258"/>
                  <a:gd name="T42" fmla="*/ 56 w 100"/>
                  <a:gd name="T43" fmla="*/ 204 h 258"/>
                  <a:gd name="T44" fmla="*/ 62 w 100"/>
                  <a:gd name="T45" fmla="*/ 198 h 258"/>
                  <a:gd name="T46" fmla="*/ 74 w 100"/>
                  <a:gd name="T47" fmla="*/ 186 h 258"/>
                  <a:gd name="T48" fmla="*/ 70 w 100"/>
                  <a:gd name="T49" fmla="*/ 164 h 258"/>
                  <a:gd name="T50" fmla="*/ 74 w 100"/>
                  <a:gd name="T51" fmla="*/ 148 h 258"/>
                  <a:gd name="T52" fmla="*/ 70 w 100"/>
                  <a:gd name="T53" fmla="*/ 134 h 258"/>
                  <a:gd name="T54" fmla="*/ 66 w 100"/>
                  <a:gd name="T55" fmla="*/ 122 h 258"/>
                  <a:gd name="T56" fmla="*/ 60 w 100"/>
                  <a:gd name="T57" fmla="*/ 112 h 258"/>
                  <a:gd name="T58" fmla="*/ 48 w 100"/>
                  <a:gd name="T59" fmla="*/ 100 h 258"/>
                  <a:gd name="T60" fmla="*/ 40 w 100"/>
                  <a:gd name="T61" fmla="*/ 86 h 258"/>
                  <a:gd name="T62" fmla="*/ 26 w 100"/>
                  <a:gd name="T63" fmla="*/ 74 h 258"/>
                  <a:gd name="T64" fmla="*/ 26 w 100"/>
                  <a:gd name="T65" fmla="*/ 62 h 258"/>
                  <a:gd name="T66" fmla="*/ 36 w 100"/>
                  <a:gd name="T67" fmla="*/ 58 h 258"/>
                  <a:gd name="T68" fmla="*/ 26 w 100"/>
                  <a:gd name="T69" fmla="*/ 42 h 258"/>
                  <a:gd name="T70" fmla="*/ 10 w 100"/>
                  <a:gd name="T71" fmla="*/ 44 h 258"/>
                  <a:gd name="T72" fmla="*/ 10 w 100"/>
                  <a:gd name="T73" fmla="*/ 34 h 258"/>
                  <a:gd name="T74" fmla="*/ 0 w 100"/>
                  <a:gd name="T75" fmla="*/ 18 h 258"/>
                  <a:gd name="T76" fmla="*/ 10 w 100"/>
                  <a:gd name="T77" fmla="*/ 14 h 258"/>
                  <a:gd name="T78" fmla="*/ 22 w 100"/>
                  <a:gd name="T79" fmla="*/ 12 h 258"/>
                  <a:gd name="T80" fmla="*/ 36 w 100"/>
                  <a:gd name="T81" fmla="*/ 8 h 258"/>
                  <a:gd name="T82" fmla="*/ 48 w 100"/>
                  <a:gd name="T83" fmla="*/ 8 h 258"/>
                  <a:gd name="T84" fmla="*/ 62 w 100"/>
                  <a:gd name="T85" fmla="*/ 14 h 258"/>
                  <a:gd name="T86" fmla="*/ 70 w 100"/>
                  <a:gd name="T87" fmla="*/ 30 h 258"/>
                  <a:gd name="T88" fmla="*/ 74 w 100"/>
                  <a:gd name="T89" fmla="*/ 38 h 258"/>
                  <a:gd name="T90" fmla="*/ 70 w 100"/>
                  <a:gd name="T91" fmla="*/ 42 h 258"/>
                  <a:gd name="T92" fmla="*/ 62 w 100"/>
                  <a:gd name="T93" fmla="*/ 48 h 258"/>
                  <a:gd name="T94" fmla="*/ 56 w 100"/>
                  <a:gd name="T95" fmla="*/ 58 h 258"/>
                  <a:gd name="T96" fmla="*/ 52 w 100"/>
                  <a:gd name="T97" fmla="*/ 70 h 258"/>
                  <a:gd name="T98" fmla="*/ 52 w 100"/>
                  <a:gd name="T99" fmla="*/ 88 h 258"/>
                  <a:gd name="T100" fmla="*/ 62 w 100"/>
                  <a:gd name="T101" fmla="*/ 108 h 258"/>
                  <a:gd name="T102" fmla="*/ 66 w 100"/>
                  <a:gd name="T103" fmla="*/ 224 h 258"/>
                  <a:gd name="T104" fmla="*/ 62 w 100"/>
                  <a:gd name="T105" fmla="*/ 224 h 258"/>
                  <a:gd name="T106" fmla="*/ 74 w 100"/>
                  <a:gd name="T107" fmla="*/ 38 h 258"/>
                  <a:gd name="T108" fmla="*/ 66 w 100"/>
                  <a:gd name="T109" fmla="*/ 44 h 258"/>
                  <a:gd name="T110" fmla="*/ 26 w 100"/>
                  <a:gd name="T111" fmla="*/ 228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0" h="258">
                    <a:moveTo>
                      <a:pt x="66" y="112"/>
                    </a:moveTo>
                    <a:lnTo>
                      <a:pt x="70" y="112"/>
                    </a:lnTo>
                    <a:lnTo>
                      <a:pt x="70" y="116"/>
                    </a:lnTo>
                    <a:lnTo>
                      <a:pt x="74" y="118"/>
                    </a:lnTo>
                    <a:lnTo>
                      <a:pt x="78" y="118"/>
                    </a:lnTo>
                    <a:lnTo>
                      <a:pt x="78" y="122"/>
                    </a:lnTo>
                    <a:lnTo>
                      <a:pt x="82" y="122"/>
                    </a:lnTo>
                    <a:lnTo>
                      <a:pt x="82" y="126"/>
                    </a:lnTo>
                    <a:lnTo>
                      <a:pt x="86" y="126"/>
                    </a:lnTo>
                    <a:lnTo>
                      <a:pt x="82" y="126"/>
                    </a:lnTo>
                    <a:lnTo>
                      <a:pt x="86" y="126"/>
                    </a:lnTo>
                    <a:lnTo>
                      <a:pt x="86" y="130"/>
                    </a:lnTo>
                    <a:lnTo>
                      <a:pt x="86" y="126"/>
                    </a:lnTo>
                    <a:lnTo>
                      <a:pt x="86" y="130"/>
                    </a:lnTo>
                    <a:lnTo>
                      <a:pt x="86" y="134"/>
                    </a:lnTo>
                    <a:lnTo>
                      <a:pt x="90" y="134"/>
                    </a:lnTo>
                    <a:lnTo>
                      <a:pt x="90" y="138"/>
                    </a:lnTo>
                    <a:lnTo>
                      <a:pt x="92" y="138"/>
                    </a:lnTo>
                    <a:lnTo>
                      <a:pt x="92" y="142"/>
                    </a:lnTo>
                    <a:lnTo>
                      <a:pt x="92" y="138"/>
                    </a:lnTo>
                    <a:lnTo>
                      <a:pt x="92" y="142"/>
                    </a:lnTo>
                    <a:lnTo>
                      <a:pt x="92" y="146"/>
                    </a:lnTo>
                    <a:lnTo>
                      <a:pt x="92" y="148"/>
                    </a:lnTo>
                    <a:lnTo>
                      <a:pt x="96" y="148"/>
                    </a:lnTo>
                    <a:lnTo>
                      <a:pt x="96" y="152"/>
                    </a:lnTo>
                    <a:lnTo>
                      <a:pt x="96" y="156"/>
                    </a:lnTo>
                    <a:lnTo>
                      <a:pt x="96" y="160"/>
                    </a:lnTo>
                    <a:lnTo>
                      <a:pt x="100" y="164"/>
                    </a:lnTo>
                    <a:lnTo>
                      <a:pt x="100" y="168"/>
                    </a:lnTo>
                    <a:lnTo>
                      <a:pt x="96" y="168"/>
                    </a:lnTo>
                    <a:lnTo>
                      <a:pt x="100" y="168"/>
                    </a:lnTo>
                    <a:lnTo>
                      <a:pt x="96" y="168"/>
                    </a:lnTo>
                    <a:lnTo>
                      <a:pt x="100" y="168"/>
                    </a:lnTo>
                    <a:lnTo>
                      <a:pt x="100" y="172"/>
                    </a:lnTo>
                    <a:lnTo>
                      <a:pt x="100" y="174"/>
                    </a:lnTo>
                    <a:lnTo>
                      <a:pt x="100" y="178"/>
                    </a:lnTo>
                    <a:lnTo>
                      <a:pt x="100" y="182"/>
                    </a:lnTo>
                    <a:lnTo>
                      <a:pt x="100" y="186"/>
                    </a:lnTo>
                    <a:lnTo>
                      <a:pt x="96" y="186"/>
                    </a:lnTo>
                    <a:lnTo>
                      <a:pt x="96" y="190"/>
                    </a:lnTo>
                    <a:lnTo>
                      <a:pt x="100" y="190"/>
                    </a:lnTo>
                    <a:lnTo>
                      <a:pt x="100" y="194"/>
                    </a:lnTo>
                    <a:lnTo>
                      <a:pt x="100" y="190"/>
                    </a:lnTo>
                    <a:lnTo>
                      <a:pt x="96" y="190"/>
                    </a:lnTo>
                    <a:lnTo>
                      <a:pt x="96" y="194"/>
                    </a:lnTo>
                    <a:lnTo>
                      <a:pt x="96" y="198"/>
                    </a:lnTo>
                    <a:lnTo>
                      <a:pt x="100" y="202"/>
                    </a:lnTo>
                    <a:lnTo>
                      <a:pt x="96" y="198"/>
                    </a:lnTo>
                    <a:lnTo>
                      <a:pt x="96" y="202"/>
                    </a:lnTo>
                    <a:lnTo>
                      <a:pt x="96" y="204"/>
                    </a:lnTo>
                    <a:lnTo>
                      <a:pt x="96" y="208"/>
                    </a:lnTo>
                    <a:lnTo>
                      <a:pt x="92" y="212"/>
                    </a:lnTo>
                    <a:lnTo>
                      <a:pt x="92" y="208"/>
                    </a:lnTo>
                    <a:lnTo>
                      <a:pt x="92" y="212"/>
                    </a:lnTo>
                    <a:lnTo>
                      <a:pt x="90" y="212"/>
                    </a:lnTo>
                    <a:lnTo>
                      <a:pt x="90" y="216"/>
                    </a:lnTo>
                    <a:lnTo>
                      <a:pt x="86" y="216"/>
                    </a:lnTo>
                    <a:lnTo>
                      <a:pt x="82" y="216"/>
                    </a:lnTo>
                    <a:lnTo>
                      <a:pt x="82" y="220"/>
                    </a:lnTo>
                    <a:lnTo>
                      <a:pt x="78" y="220"/>
                    </a:lnTo>
                    <a:lnTo>
                      <a:pt x="78" y="224"/>
                    </a:lnTo>
                    <a:lnTo>
                      <a:pt x="74" y="224"/>
                    </a:lnTo>
                    <a:lnTo>
                      <a:pt x="70" y="228"/>
                    </a:lnTo>
                    <a:lnTo>
                      <a:pt x="70" y="224"/>
                    </a:lnTo>
                    <a:lnTo>
                      <a:pt x="66" y="224"/>
                    </a:lnTo>
                    <a:lnTo>
                      <a:pt x="62" y="220"/>
                    </a:lnTo>
                    <a:lnTo>
                      <a:pt x="62" y="224"/>
                    </a:lnTo>
                    <a:lnTo>
                      <a:pt x="62" y="228"/>
                    </a:lnTo>
                    <a:lnTo>
                      <a:pt x="62" y="224"/>
                    </a:lnTo>
                    <a:lnTo>
                      <a:pt x="62" y="228"/>
                    </a:lnTo>
                    <a:lnTo>
                      <a:pt x="60" y="228"/>
                    </a:lnTo>
                    <a:lnTo>
                      <a:pt x="62" y="228"/>
                    </a:lnTo>
                    <a:lnTo>
                      <a:pt x="62" y="232"/>
                    </a:lnTo>
                    <a:lnTo>
                      <a:pt x="62" y="234"/>
                    </a:lnTo>
                    <a:lnTo>
                      <a:pt x="60" y="232"/>
                    </a:lnTo>
                    <a:lnTo>
                      <a:pt x="60" y="228"/>
                    </a:lnTo>
                    <a:lnTo>
                      <a:pt x="56" y="228"/>
                    </a:lnTo>
                    <a:lnTo>
                      <a:pt x="60" y="232"/>
                    </a:lnTo>
                    <a:lnTo>
                      <a:pt x="60" y="234"/>
                    </a:lnTo>
                    <a:lnTo>
                      <a:pt x="62" y="234"/>
                    </a:lnTo>
                    <a:lnTo>
                      <a:pt x="60" y="234"/>
                    </a:lnTo>
                    <a:lnTo>
                      <a:pt x="56" y="232"/>
                    </a:lnTo>
                    <a:lnTo>
                      <a:pt x="56" y="228"/>
                    </a:lnTo>
                    <a:lnTo>
                      <a:pt x="56" y="232"/>
                    </a:lnTo>
                    <a:lnTo>
                      <a:pt x="56" y="234"/>
                    </a:lnTo>
                    <a:lnTo>
                      <a:pt x="60" y="234"/>
                    </a:lnTo>
                    <a:lnTo>
                      <a:pt x="60" y="238"/>
                    </a:lnTo>
                    <a:lnTo>
                      <a:pt x="60" y="242"/>
                    </a:lnTo>
                    <a:lnTo>
                      <a:pt x="56" y="238"/>
                    </a:lnTo>
                    <a:lnTo>
                      <a:pt x="52" y="234"/>
                    </a:lnTo>
                    <a:lnTo>
                      <a:pt x="52" y="238"/>
                    </a:lnTo>
                    <a:lnTo>
                      <a:pt x="56" y="238"/>
                    </a:lnTo>
                    <a:lnTo>
                      <a:pt x="56" y="242"/>
                    </a:lnTo>
                    <a:lnTo>
                      <a:pt x="56" y="246"/>
                    </a:lnTo>
                    <a:lnTo>
                      <a:pt x="52" y="246"/>
                    </a:lnTo>
                    <a:lnTo>
                      <a:pt x="48" y="246"/>
                    </a:lnTo>
                    <a:lnTo>
                      <a:pt x="48" y="250"/>
                    </a:lnTo>
                    <a:lnTo>
                      <a:pt x="44" y="250"/>
                    </a:lnTo>
                    <a:lnTo>
                      <a:pt x="44" y="254"/>
                    </a:lnTo>
                    <a:lnTo>
                      <a:pt x="40" y="258"/>
                    </a:lnTo>
                    <a:lnTo>
                      <a:pt x="36" y="258"/>
                    </a:lnTo>
                    <a:lnTo>
                      <a:pt x="34" y="258"/>
                    </a:lnTo>
                    <a:lnTo>
                      <a:pt x="36" y="258"/>
                    </a:lnTo>
                    <a:lnTo>
                      <a:pt x="36" y="254"/>
                    </a:lnTo>
                    <a:lnTo>
                      <a:pt x="36" y="250"/>
                    </a:lnTo>
                    <a:lnTo>
                      <a:pt x="36" y="246"/>
                    </a:lnTo>
                    <a:lnTo>
                      <a:pt x="36" y="242"/>
                    </a:lnTo>
                    <a:lnTo>
                      <a:pt x="36" y="238"/>
                    </a:lnTo>
                    <a:lnTo>
                      <a:pt x="36" y="234"/>
                    </a:lnTo>
                    <a:lnTo>
                      <a:pt x="40" y="234"/>
                    </a:lnTo>
                    <a:lnTo>
                      <a:pt x="40" y="232"/>
                    </a:lnTo>
                    <a:lnTo>
                      <a:pt x="36" y="232"/>
                    </a:lnTo>
                    <a:lnTo>
                      <a:pt x="34" y="232"/>
                    </a:lnTo>
                    <a:lnTo>
                      <a:pt x="34" y="228"/>
                    </a:lnTo>
                    <a:lnTo>
                      <a:pt x="30" y="228"/>
                    </a:lnTo>
                    <a:lnTo>
                      <a:pt x="34" y="228"/>
                    </a:lnTo>
                    <a:lnTo>
                      <a:pt x="34" y="224"/>
                    </a:lnTo>
                    <a:lnTo>
                      <a:pt x="36" y="224"/>
                    </a:lnTo>
                    <a:lnTo>
                      <a:pt x="40" y="220"/>
                    </a:lnTo>
                    <a:lnTo>
                      <a:pt x="40" y="216"/>
                    </a:lnTo>
                    <a:lnTo>
                      <a:pt x="44" y="220"/>
                    </a:lnTo>
                    <a:lnTo>
                      <a:pt x="44" y="216"/>
                    </a:lnTo>
                    <a:lnTo>
                      <a:pt x="48" y="216"/>
                    </a:lnTo>
                    <a:lnTo>
                      <a:pt x="52" y="216"/>
                    </a:lnTo>
                    <a:lnTo>
                      <a:pt x="56" y="220"/>
                    </a:lnTo>
                    <a:lnTo>
                      <a:pt x="56" y="216"/>
                    </a:lnTo>
                    <a:lnTo>
                      <a:pt x="52" y="212"/>
                    </a:lnTo>
                    <a:lnTo>
                      <a:pt x="52" y="208"/>
                    </a:lnTo>
                    <a:lnTo>
                      <a:pt x="52" y="204"/>
                    </a:lnTo>
                    <a:lnTo>
                      <a:pt x="52" y="202"/>
                    </a:lnTo>
                    <a:lnTo>
                      <a:pt x="56" y="202"/>
                    </a:lnTo>
                    <a:lnTo>
                      <a:pt x="56" y="204"/>
                    </a:lnTo>
                    <a:lnTo>
                      <a:pt x="60" y="204"/>
                    </a:lnTo>
                    <a:lnTo>
                      <a:pt x="60" y="202"/>
                    </a:lnTo>
                    <a:lnTo>
                      <a:pt x="60" y="198"/>
                    </a:lnTo>
                    <a:lnTo>
                      <a:pt x="62" y="198"/>
                    </a:lnTo>
                    <a:lnTo>
                      <a:pt x="62" y="202"/>
                    </a:lnTo>
                    <a:lnTo>
                      <a:pt x="62" y="198"/>
                    </a:lnTo>
                    <a:lnTo>
                      <a:pt x="66" y="198"/>
                    </a:lnTo>
                    <a:lnTo>
                      <a:pt x="66" y="194"/>
                    </a:lnTo>
                    <a:lnTo>
                      <a:pt x="70" y="194"/>
                    </a:lnTo>
                    <a:lnTo>
                      <a:pt x="74" y="194"/>
                    </a:lnTo>
                    <a:lnTo>
                      <a:pt x="74" y="190"/>
                    </a:lnTo>
                    <a:lnTo>
                      <a:pt x="74" y="186"/>
                    </a:lnTo>
                    <a:lnTo>
                      <a:pt x="74" y="182"/>
                    </a:lnTo>
                    <a:lnTo>
                      <a:pt x="74" y="174"/>
                    </a:lnTo>
                    <a:lnTo>
                      <a:pt x="74" y="172"/>
                    </a:lnTo>
                    <a:lnTo>
                      <a:pt x="74" y="168"/>
                    </a:lnTo>
                    <a:lnTo>
                      <a:pt x="74" y="164"/>
                    </a:lnTo>
                    <a:lnTo>
                      <a:pt x="70" y="164"/>
                    </a:lnTo>
                    <a:lnTo>
                      <a:pt x="70" y="160"/>
                    </a:lnTo>
                    <a:lnTo>
                      <a:pt x="74" y="160"/>
                    </a:lnTo>
                    <a:lnTo>
                      <a:pt x="70" y="156"/>
                    </a:lnTo>
                    <a:lnTo>
                      <a:pt x="74" y="156"/>
                    </a:lnTo>
                    <a:lnTo>
                      <a:pt x="74" y="152"/>
                    </a:lnTo>
                    <a:lnTo>
                      <a:pt x="74" y="148"/>
                    </a:lnTo>
                    <a:lnTo>
                      <a:pt x="74" y="146"/>
                    </a:lnTo>
                    <a:lnTo>
                      <a:pt x="78" y="142"/>
                    </a:lnTo>
                    <a:lnTo>
                      <a:pt x="74" y="142"/>
                    </a:lnTo>
                    <a:lnTo>
                      <a:pt x="74" y="138"/>
                    </a:lnTo>
                    <a:lnTo>
                      <a:pt x="70" y="138"/>
                    </a:lnTo>
                    <a:lnTo>
                      <a:pt x="70" y="134"/>
                    </a:lnTo>
                    <a:lnTo>
                      <a:pt x="70" y="130"/>
                    </a:lnTo>
                    <a:lnTo>
                      <a:pt x="74" y="130"/>
                    </a:lnTo>
                    <a:lnTo>
                      <a:pt x="74" y="126"/>
                    </a:lnTo>
                    <a:lnTo>
                      <a:pt x="70" y="126"/>
                    </a:lnTo>
                    <a:lnTo>
                      <a:pt x="70" y="122"/>
                    </a:lnTo>
                    <a:lnTo>
                      <a:pt x="66" y="122"/>
                    </a:lnTo>
                    <a:lnTo>
                      <a:pt x="66" y="118"/>
                    </a:lnTo>
                    <a:lnTo>
                      <a:pt x="62" y="118"/>
                    </a:lnTo>
                    <a:lnTo>
                      <a:pt x="62" y="122"/>
                    </a:lnTo>
                    <a:lnTo>
                      <a:pt x="60" y="118"/>
                    </a:lnTo>
                    <a:lnTo>
                      <a:pt x="60" y="116"/>
                    </a:lnTo>
                    <a:lnTo>
                      <a:pt x="60" y="112"/>
                    </a:lnTo>
                    <a:lnTo>
                      <a:pt x="60" y="108"/>
                    </a:lnTo>
                    <a:lnTo>
                      <a:pt x="56" y="108"/>
                    </a:lnTo>
                    <a:lnTo>
                      <a:pt x="56" y="104"/>
                    </a:lnTo>
                    <a:lnTo>
                      <a:pt x="52" y="104"/>
                    </a:lnTo>
                    <a:lnTo>
                      <a:pt x="52" y="100"/>
                    </a:lnTo>
                    <a:lnTo>
                      <a:pt x="48" y="100"/>
                    </a:lnTo>
                    <a:lnTo>
                      <a:pt x="48" y="96"/>
                    </a:lnTo>
                    <a:lnTo>
                      <a:pt x="48" y="92"/>
                    </a:lnTo>
                    <a:lnTo>
                      <a:pt x="44" y="92"/>
                    </a:lnTo>
                    <a:lnTo>
                      <a:pt x="44" y="88"/>
                    </a:lnTo>
                    <a:lnTo>
                      <a:pt x="40" y="88"/>
                    </a:lnTo>
                    <a:lnTo>
                      <a:pt x="40" y="86"/>
                    </a:lnTo>
                    <a:lnTo>
                      <a:pt x="40" y="82"/>
                    </a:lnTo>
                    <a:lnTo>
                      <a:pt x="36" y="82"/>
                    </a:lnTo>
                    <a:lnTo>
                      <a:pt x="34" y="82"/>
                    </a:lnTo>
                    <a:lnTo>
                      <a:pt x="34" y="78"/>
                    </a:lnTo>
                    <a:lnTo>
                      <a:pt x="30" y="74"/>
                    </a:lnTo>
                    <a:lnTo>
                      <a:pt x="26" y="74"/>
                    </a:lnTo>
                    <a:lnTo>
                      <a:pt x="22" y="70"/>
                    </a:lnTo>
                    <a:lnTo>
                      <a:pt x="26" y="70"/>
                    </a:lnTo>
                    <a:lnTo>
                      <a:pt x="26" y="66"/>
                    </a:lnTo>
                    <a:lnTo>
                      <a:pt x="26" y="62"/>
                    </a:lnTo>
                    <a:lnTo>
                      <a:pt x="26" y="66"/>
                    </a:lnTo>
                    <a:lnTo>
                      <a:pt x="26" y="62"/>
                    </a:lnTo>
                    <a:lnTo>
                      <a:pt x="30" y="62"/>
                    </a:lnTo>
                    <a:lnTo>
                      <a:pt x="30" y="66"/>
                    </a:lnTo>
                    <a:lnTo>
                      <a:pt x="34" y="66"/>
                    </a:lnTo>
                    <a:lnTo>
                      <a:pt x="34" y="62"/>
                    </a:lnTo>
                    <a:lnTo>
                      <a:pt x="36" y="62"/>
                    </a:lnTo>
                    <a:lnTo>
                      <a:pt x="36" y="58"/>
                    </a:lnTo>
                    <a:lnTo>
                      <a:pt x="36" y="56"/>
                    </a:lnTo>
                    <a:lnTo>
                      <a:pt x="34" y="52"/>
                    </a:lnTo>
                    <a:lnTo>
                      <a:pt x="30" y="52"/>
                    </a:lnTo>
                    <a:lnTo>
                      <a:pt x="34" y="48"/>
                    </a:lnTo>
                    <a:lnTo>
                      <a:pt x="30" y="44"/>
                    </a:lnTo>
                    <a:lnTo>
                      <a:pt x="26" y="42"/>
                    </a:lnTo>
                    <a:lnTo>
                      <a:pt x="22" y="44"/>
                    </a:lnTo>
                    <a:lnTo>
                      <a:pt x="22" y="48"/>
                    </a:lnTo>
                    <a:lnTo>
                      <a:pt x="18" y="48"/>
                    </a:lnTo>
                    <a:lnTo>
                      <a:pt x="18" y="44"/>
                    </a:lnTo>
                    <a:lnTo>
                      <a:pt x="14" y="44"/>
                    </a:lnTo>
                    <a:lnTo>
                      <a:pt x="10" y="44"/>
                    </a:lnTo>
                    <a:lnTo>
                      <a:pt x="10" y="42"/>
                    </a:lnTo>
                    <a:lnTo>
                      <a:pt x="10" y="38"/>
                    </a:lnTo>
                    <a:lnTo>
                      <a:pt x="6" y="38"/>
                    </a:lnTo>
                    <a:lnTo>
                      <a:pt x="10" y="34"/>
                    </a:lnTo>
                    <a:lnTo>
                      <a:pt x="6" y="34"/>
                    </a:lnTo>
                    <a:lnTo>
                      <a:pt x="10" y="34"/>
                    </a:lnTo>
                    <a:lnTo>
                      <a:pt x="10" y="30"/>
                    </a:lnTo>
                    <a:lnTo>
                      <a:pt x="6" y="30"/>
                    </a:lnTo>
                    <a:lnTo>
                      <a:pt x="6" y="26"/>
                    </a:lnTo>
                    <a:lnTo>
                      <a:pt x="4" y="26"/>
                    </a:lnTo>
                    <a:lnTo>
                      <a:pt x="4" y="22"/>
                    </a:lnTo>
                    <a:lnTo>
                      <a:pt x="0" y="18"/>
                    </a:lnTo>
                    <a:lnTo>
                      <a:pt x="0" y="14"/>
                    </a:lnTo>
                    <a:lnTo>
                      <a:pt x="4" y="14"/>
                    </a:lnTo>
                    <a:lnTo>
                      <a:pt x="4" y="12"/>
                    </a:lnTo>
                    <a:lnTo>
                      <a:pt x="6" y="12"/>
                    </a:lnTo>
                    <a:lnTo>
                      <a:pt x="6" y="14"/>
                    </a:lnTo>
                    <a:lnTo>
                      <a:pt x="10" y="14"/>
                    </a:lnTo>
                    <a:lnTo>
                      <a:pt x="14" y="14"/>
                    </a:lnTo>
                    <a:lnTo>
                      <a:pt x="14" y="12"/>
                    </a:lnTo>
                    <a:lnTo>
                      <a:pt x="18" y="12"/>
                    </a:lnTo>
                    <a:lnTo>
                      <a:pt x="18" y="14"/>
                    </a:lnTo>
                    <a:lnTo>
                      <a:pt x="18" y="12"/>
                    </a:lnTo>
                    <a:lnTo>
                      <a:pt x="22" y="12"/>
                    </a:lnTo>
                    <a:lnTo>
                      <a:pt x="22" y="14"/>
                    </a:lnTo>
                    <a:lnTo>
                      <a:pt x="26" y="14"/>
                    </a:lnTo>
                    <a:lnTo>
                      <a:pt x="26" y="12"/>
                    </a:lnTo>
                    <a:lnTo>
                      <a:pt x="30" y="12"/>
                    </a:lnTo>
                    <a:lnTo>
                      <a:pt x="34" y="12"/>
                    </a:lnTo>
                    <a:lnTo>
                      <a:pt x="36" y="8"/>
                    </a:lnTo>
                    <a:lnTo>
                      <a:pt x="36" y="4"/>
                    </a:lnTo>
                    <a:lnTo>
                      <a:pt x="40" y="0"/>
                    </a:lnTo>
                    <a:lnTo>
                      <a:pt x="44" y="0"/>
                    </a:lnTo>
                    <a:lnTo>
                      <a:pt x="44" y="4"/>
                    </a:lnTo>
                    <a:lnTo>
                      <a:pt x="48" y="4"/>
                    </a:lnTo>
                    <a:lnTo>
                      <a:pt x="48" y="8"/>
                    </a:lnTo>
                    <a:lnTo>
                      <a:pt x="52" y="8"/>
                    </a:lnTo>
                    <a:lnTo>
                      <a:pt x="56" y="8"/>
                    </a:lnTo>
                    <a:lnTo>
                      <a:pt x="60" y="8"/>
                    </a:lnTo>
                    <a:lnTo>
                      <a:pt x="62" y="8"/>
                    </a:lnTo>
                    <a:lnTo>
                      <a:pt x="62" y="12"/>
                    </a:lnTo>
                    <a:lnTo>
                      <a:pt x="62" y="14"/>
                    </a:lnTo>
                    <a:lnTo>
                      <a:pt x="60" y="14"/>
                    </a:lnTo>
                    <a:lnTo>
                      <a:pt x="60" y="18"/>
                    </a:lnTo>
                    <a:lnTo>
                      <a:pt x="62" y="18"/>
                    </a:lnTo>
                    <a:lnTo>
                      <a:pt x="62" y="22"/>
                    </a:lnTo>
                    <a:lnTo>
                      <a:pt x="66" y="26"/>
                    </a:lnTo>
                    <a:lnTo>
                      <a:pt x="70" y="30"/>
                    </a:lnTo>
                    <a:lnTo>
                      <a:pt x="74" y="30"/>
                    </a:lnTo>
                    <a:lnTo>
                      <a:pt x="78" y="30"/>
                    </a:lnTo>
                    <a:lnTo>
                      <a:pt x="82" y="30"/>
                    </a:lnTo>
                    <a:lnTo>
                      <a:pt x="82" y="34"/>
                    </a:lnTo>
                    <a:lnTo>
                      <a:pt x="78" y="34"/>
                    </a:lnTo>
                    <a:lnTo>
                      <a:pt x="74" y="38"/>
                    </a:lnTo>
                    <a:lnTo>
                      <a:pt x="70" y="38"/>
                    </a:lnTo>
                    <a:lnTo>
                      <a:pt x="74" y="42"/>
                    </a:lnTo>
                    <a:lnTo>
                      <a:pt x="70" y="42"/>
                    </a:lnTo>
                    <a:lnTo>
                      <a:pt x="70" y="44"/>
                    </a:lnTo>
                    <a:lnTo>
                      <a:pt x="66" y="42"/>
                    </a:lnTo>
                    <a:lnTo>
                      <a:pt x="70" y="42"/>
                    </a:lnTo>
                    <a:lnTo>
                      <a:pt x="66" y="42"/>
                    </a:lnTo>
                    <a:lnTo>
                      <a:pt x="66" y="44"/>
                    </a:lnTo>
                    <a:lnTo>
                      <a:pt x="62" y="44"/>
                    </a:lnTo>
                    <a:lnTo>
                      <a:pt x="62" y="42"/>
                    </a:lnTo>
                    <a:lnTo>
                      <a:pt x="62" y="44"/>
                    </a:lnTo>
                    <a:lnTo>
                      <a:pt x="62" y="48"/>
                    </a:lnTo>
                    <a:lnTo>
                      <a:pt x="60" y="52"/>
                    </a:lnTo>
                    <a:lnTo>
                      <a:pt x="60" y="56"/>
                    </a:lnTo>
                    <a:lnTo>
                      <a:pt x="60" y="52"/>
                    </a:lnTo>
                    <a:lnTo>
                      <a:pt x="60" y="56"/>
                    </a:lnTo>
                    <a:lnTo>
                      <a:pt x="56" y="56"/>
                    </a:lnTo>
                    <a:lnTo>
                      <a:pt x="56" y="58"/>
                    </a:lnTo>
                    <a:lnTo>
                      <a:pt x="52" y="58"/>
                    </a:lnTo>
                    <a:lnTo>
                      <a:pt x="52" y="62"/>
                    </a:lnTo>
                    <a:lnTo>
                      <a:pt x="52" y="66"/>
                    </a:lnTo>
                    <a:lnTo>
                      <a:pt x="52" y="70"/>
                    </a:lnTo>
                    <a:lnTo>
                      <a:pt x="48" y="70"/>
                    </a:lnTo>
                    <a:lnTo>
                      <a:pt x="52" y="70"/>
                    </a:lnTo>
                    <a:lnTo>
                      <a:pt x="48" y="74"/>
                    </a:lnTo>
                    <a:lnTo>
                      <a:pt x="48" y="78"/>
                    </a:lnTo>
                    <a:lnTo>
                      <a:pt x="48" y="82"/>
                    </a:lnTo>
                    <a:lnTo>
                      <a:pt x="52" y="82"/>
                    </a:lnTo>
                    <a:lnTo>
                      <a:pt x="52" y="86"/>
                    </a:lnTo>
                    <a:lnTo>
                      <a:pt x="52" y="88"/>
                    </a:lnTo>
                    <a:lnTo>
                      <a:pt x="56" y="88"/>
                    </a:lnTo>
                    <a:lnTo>
                      <a:pt x="60" y="92"/>
                    </a:lnTo>
                    <a:lnTo>
                      <a:pt x="60" y="96"/>
                    </a:lnTo>
                    <a:lnTo>
                      <a:pt x="60" y="100"/>
                    </a:lnTo>
                    <a:lnTo>
                      <a:pt x="62" y="104"/>
                    </a:lnTo>
                    <a:lnTo>
                      <a:pt x="62" y="108"/>
                    </a:lnTo>
                    <a:lnTo>
                      <a:pt x="66" y="108"/>
                    </a:lnTo>
                    <a:lnTo>
                      <a:pt x="66" y="112"/>
                    </a:lnTo>
                    <a:lnTo>
                      <a:pt x="66" y="112"/>
                    </a:lnTo>
                    <a:lnTo>
                      <a:pt x="66" y="112"/>
                    </a:lnTo>
                    <a:close/>
                    <a:moveTo>
                      <a:pt x="62" y="224"/>
                    </a:moveTo>
                    <a:lnTo>
                      <a:pt x="66" y="224"/>
                    </a:lnTo>
                    <a:lnTo>
                      <a:pt x="62" y="224"/>
                    </a:lnTo>
                    <a:lnTo>
                      <a:pt x="66" y="224"/>
                    </a:lnTo>
                    <a:lnTo>
                      <a:pt x="66" y="228"/>
                    </a:lnTo>
                    <a:lnTo>
                      <a:pt x="62" y="228"/>
                    </a:lnTo>
                    <a:lnTo>
                      <a:pt x="62" y="224"/>
                    </a:lnTo>
                    <a:lnTo>
                      <a:pt x="62" y="224"/>
                    </a:lnTo>
                    <a:lnTo>
                      <a:pt x="62" y="224"/>
                    </a:lnTo>
                    <a:close/>
                    <a:moveTo>
                      <a:pt x="74" y="38"/>
                    </a:moveTo>
                    <a:lnTo>
                      <a:pt x="74" y="42"/>
                    </a:lnTo>
                    <a:lnTo>
                      <a:pt x="70" y="42"/>
                    </a:lnTo>
                    <a:lnTo>
                      <a:pt x="74" y="38"/>
                    </a:lnTo>
                    <a:lnTo>
                      <a:pt x="74" y="38"/>
                    </a:lnTo>
                    <a:lnTo>
                      <a:pt x="74" y="38"/>
                    </a:lnTo>
                    <a:close/>
                    <a:moveTo>
                      <a:pt x="66" y="44"/>
                    </a:moveTo>
                    <a:lnTo>
                      <a:pt x="66" y="48"/>
                    </a:lnTo>
                    <a:lnTo>
                      <a:pt x="66" y="44"/>
                    </a:lnTo>
                    <a:lnTo>
                      <a:pt x="66" y="44"/>
                    </a:lnTo>
                    <a:lnTo>
                      <a:pt x="66" y="44"/>
                    </a:lnTo>
                    <a:close/>
                    <a:moveTo>
                      <a:pt x="26" y="228"/>
                    </a:moveTo>
                    <a:lnTo>
                      <a:pt x="26" y="232"/>
                    </a:lnTo>
                    <a:lnTo>
                      <a:pt x="22" y="228"/>
                    </a:lnTo>
                    <a:lnTo>
                      <a:pt x="26" y="228"/>
                    </a:lnTo>
                    <a:lnTo>
                      <a:pt x="26" y="228"/>
                    </a:lnTo>
                    <a:lnTo>
                      <a:pt x="26" y="2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9" name="Freeform 63"/>
              <p:cNvSpPr>
                <a:spLocks noEditPoints="1"/>
              </p:cNvSpPr>
              <p:nvPr/>
            </p:nvSpPr>
            <p:spPr bwMode="gray">
              <a:xfrm>
                <a:off x="5655673" y="3524833"/>
                <a:ext cx="17393" cy="38264"/>
              </a:xfrm>
              <a:custGeom>
                <a:avLst/>
                <a:gdLst>
                  <a:gd name="T0" fmla="*/ 10 w 10"/>
                  <a:gd name="T1" fmla="*/ 12 h 22"/>
                  <a:gd name="T2" fmla="*/ 10 w 10"/>
                  <a:gd name="T3" fmla="*/ 12 h 22"/>
                  <a:gd name="T4" fmla="*/ 10 w 10"/>
                  <a:gd name="T5" fmla="*/ 14 h 22"/>
                  <a:gd name="T6" fmla="*/ 10 w 10"/>
                  <a:gd name="T7" fmla="*/ 14 h 22"/>
                  <a:gd name="T8" fmla="*/ 10 w 10"/>
                  <a:gd name="T9" fmla="*/ 18 h 22"/>
                  <a:gd name="T10" fmla="*/ 10 w 10"/>
                  <a:gd name="T11" fmla="*/ 18 h 22"/>
                  <a:gd name="T12" fmla="*/ 10 w 10"/>
                  <a:gd name="T13" fmla="*/ 18 h 22"/>
                  <a:gd name="T14" fmla="*/ 6 w 10"/>
                  <a:gd name="T15" fmla="*/ 22 h 22"/>
                  <a:gd name="T16" fmla="*/ 6 w 10"/>
                  <a:gd name="T17" fmla="*/ 22 h 22"/>
                  <a:gd name="T18" fmla="*/ 4 w 10"/>
                  <a:gd name="T19" fmla="*/ 22 h 22"/>
                  <a:gd name="T20" fmla="*/ 0 w 10"/>
                  <a:gd name="T21" fmla="*/ 22 h 22"/>
                  <a:gd name="T22" fmla="*/ 0 w 10"/>
                  <a:gd name="T23" fmla="*/ 22 h 22"/>
                  <a:gd name="T24" fmla="*/ 4 w 10"/>
                  <a:gd name="T25" fmla="*/ 22 h 22"/>
                  <a:gd name="T26" fmla="*/ 4 w 10"/>
                  <a:gd name="T27" fmla="*/ 18 h 22"/>
                  <a:gd name="T28" fmla="*/ 4 w 10"/>
                  <a:gd name="T29" fmla="*/ 18 h 22"/>
                  <a:gd name="T30" fmla="*/ 4 w 10"/>
                  <a:gd name="T31" fmla="*/ 18 h 22"/>
                  <a:gd name="T32" fmla="*/ 4 w 10"/>
                  <a:gd name="T33" fmla="*/ 14 h 22"/>
                  <a:gd name="T34" fmla="*/ 6 w 10"/>
                  <a:gd name="T35" fmla="*/ 14 h 22"/>
                  <a:gd name="T36" fmla="*/ 4 w 10"/>
                  <a:gd name="T37" fmla="*/ 14 h 22"/>
                  <a:gd name="T38" fmla="*/ 4 w 10"/>
                  <a:gd name="T39" fmla="*/ 14 h 22"/>
                  <a:gd name="T40" fmla="*/ 4 w 10"/>
                  <a:gd name="T41" fmla="*/ 14 h 22"/>
                  <a:gd name="T42" fmla="*/ 4 w 10"/>
                  <a:gd name="T43" fmla="*/ 12 h 22"/>
                  <a:gd name="T44" fmla="*/ 4 w 10"/>
                  <a:gd name="T45" fmla="*/ 12 h 22"/>
                  <a:gd name="T46" fmla="*/ 4 w 10"/>
                  <a:gd name="T47" fmla="*/ 8 h 22"/>
                  <a:gd name="T48" fmla="*/ 4 w 10"/>
                  <a:gd name="T49" fmla="*/ 8 h 22"/>
                  <a:gd name="T50" fmla="*/ 4 w 10"/>
                  <a:gd name="T51" fmla="*/ 4 h 22"/>
                  <a:gd name="T52" fmla="*/ 4 w 10"/>
                  <a:gd name="T53" fmla="*/ 4 h 22"/>
                  <a:gd name="T54" fmla="*/ 4 w 10"/>
                  <a:gd name="T55" fmla="*/ 4 h 22"/>
                  <a:gd name="T56" fmla="*/ 6 w 10"/>
                  <a:gd name="T57" fmla="*/ 0 h 22"/>
                  <a:gd name="T58" fmla="*/ 6 w 10"/>
                  <a:gd name="T59" fmla="*/ 0 h 22"/>
                  <a:gd name="T60" fmla="*/ 6 w 10"/>
                  <a:gd name="T61" fmla="*/ 0 h 22"/>
                  <a:gd name="T62" fmla="*/ 6 w 10"/>
                  <a:gd name="T63" fmla="*/ 4 h 22"/>
                  <a:gd name="T64" fmla="*/ 10 w 10"/>
                  <a:gd name="T65" fmla="*/ 4 h 22"/>
                  <a:gd name="T66" fmla="*/ 10 w 10"/>
                  <a:gd name="T67" fmla="*/ 8 h 22"/>
                  <a:gd name="T68" fmla="*/ 10 w 10"/>
                  <a:gd name="T69" fmla="*/ 8 h 22"/>
                  <a:gd name="T70" fmla="*/ 6 w 10"/>
                  <a:gd name="T71" fmla="*/ 14 h 22"/>
                  <a:gd name="T72" fmla="*/ 6 w 10"/>
                  <a:gd name="T73" fmla="*/ 14 h 22"/>
                  <a:gd name="T74" fmla="*/ 6 w 10"/>
                  <a:gd name="T75" fmla="*/ 14 h 22"/>
                  <a:gd name="T76" fmla="*/ 6 w 10"/>
                  <a:gd name="T77" fmla="*/ 14 h 22"/>
                  <a:gd name="T78" fmla="*/ 6 w 10"/>
                  <a:gd name="T79" fmla="*/ 14 h 22"/>
                  <a:gd name="T80" fmla="*/ 6 w 10"/>
                  <a:gd name="T81" fmla="*/ 14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 h="22">
                    <a:moveTo>
                      <a:pt x="10" y="8"/>
                    </a:moveTo>
                    <a:lnTo>
                      <a:pt x="10" y="12"/>
                    </a:lnTo>
                    <a:lnTo>
                      <a:pt x="10" y="12"/>
                    </a:lnTo>
                    <a:lnTo>
                      <a:pt x="10" y="12"/>
                    </a:lnTo>
                    <a:lnTo>
                      <a:pt x="10" y="14"/>
                    </a:lnTo>
                    <a:lnTo>
                      <a:pt x="10" y="14"/>
                    </a:lnTo>
                    <a:lnTo>
                      <a:pt x="10" y="14"/>
                    </a:lnTo>
                    <a:lnTo>
                      <a:pt x="10" y="14"/>
                    </a:lnTo>
                    <a:lnTo>
                      <a:pt x="10" y="18"/>
                    </a:lnTo>
                    <a:lnTo>
                      <a:pt x="10" y="18"/>
                    </a:lnTo>
                    <a:lnTo>
                      <a:pt x="10" y="18"/>
                    </a:lnTo>
                    <a:lnTo>
                      <a:pt x="10" y="18"/>
                    </a:lnTo>
                    <a:lnTo>
                      <a:pt x="10" y="18"/>
                    </a:lnTo>
                    <a:lnTo>
                      <a:pt x="10" y="18"/>
                    </a:lnTo>
                    <a:lnTo>
                      <a:pt x="6" y="18"/>
                    </a:lnTo>
                    <a:lnTo>
                      <a:pt x="6" y="22"/>
                    </a:lnTo>
                    <a:lnTo>
                      <a:pt x="6" y="22"/>
                    </a:lnTo>
                    <a:lnTo>
                      <a:pt x="6" y="22"/>
                    </a:lnTo>
                    <a:lnTo>
                      <a:pt x="6" y="22"/>
                    </a:lnTo>
                    <a:lnTo>
                      <a:pt x="4" y="22"/>
                    </a:lnTo>
                    <a:lnTo>
                      <a:pt x="4" y="22"/>
                    </a:lnTo>
                    <a:lnTo>
                      <a:pt x="0" y="22"/>
                    </a:lnTo>
                    <a:lnTo>
                      <a:pt x="0" y="22"/>
                    </a:lnTo>
                    <a:lnTo>
                      <a:pt x="0" y="22"/>
                    </a:lnTo>
                    <a:lnTo>
                      <a:pt x="0" y="22"/>
                    </a:lnTo>
                    <a:lnTo>
                      <a:pt x="4" y="22"/>
                    </a:lnTo>
                    <a:lnTo>
                      <a:pt x="4" y="18"/>
                    </a:lnTo>
                    <a:lnTo>
                      <a:pt x="4" y="18"/>
                    </a:lnTo>
                    <a:lnTo>
                      <a:pt x="4" y="18"/>
                    </a:lnTo>
                    <a:lnTo>
                      <a:pt x="4" y="18"/>
                    </a:lnTo>
                    <a:lnTo>
                      <a:pt x="4" y="18"/>
                    </a:lnTo>
                    <a:lnTo>
                      <a:pt x="4" y="18"/>
                    </a:lnTo>
                    <a:lnTo>
                      <a:pt x="4" y="14"/>
                    </a:lnTo>
                    <a:lnTo>
                      <a:pt x="4" y="14"/>
                    </a:lnTo>
                    <a:lnTo>
                      <a:pt x="6" y="14"/>
                    </a:lnTo>
                    <a:lnTo>
                      <a:pt x="6" y="14"/>
                    </a:lnTo>
                    <a:lnTo>
                      <a:pt x="4" y="14"/>
                    </a:lnTo>
                    <a:lnTo>
                      <a:pt x="4" y="14"/>
                    </a:lnTo>
                    <a:lnTo>
                      <a:pt x="4" y="14"/>
                    </a:lnTo>
                    <a:lnTo>
                      <a:pt x="4" y="14"/>
                    </a:lnTo>
                    <a:lnTo>
                      <a:pt x="4" y="14"/>
                    </a:lnTo>
                    <a:lnTo>
                      <a:pt x="4" y="14"/>
                    </a:lnTo>
                    <a:lnTo>
                      <a:pt x="4" y="14"/>
                    </a:lnTo>
                    <a:lnTo>
                      <a:pt x="4" y="12"/>
                    </a:lnTo>
                    <a:lnTo>
                      <a:pt x="4" y="12"/>
                    </a:lnTo>
                    <a:lnTo>
                      <a:pt x="4" y="12"/>
                    </a:lnTo>
                    <a:lnTo>
                      <a:pt x="4" y="12"/>
                    </a:lnTo>
                    <a:lnTo>
                      <a:pt x="4" y="8"/>
                    </a:lnTo>
                    <a:lnTo>
                      <a:pt x="4" y="8"/>
                    </a:lnTo>
                    <a:lnTo>
                      <a:pt x="4" y="8"/>
                    </a:lnTo>
                    <a:lnTo>
                      <a:pt x="4" y="4"/>
                    </a:lnTo>
                    <a:lnTo>
                      <a:pt x="4" y="4"/>
                    </a:lnTo>
                    <a:lnTo>
                      <a:pt x="4" y="4"/>
                    </a:lnTo>
                    <a:lnTo>
                      <a:pt x="4" y="4"/>
                    </a:lnTo>
                    <a:lnTo>
                      <a:pt x="4" y="4"/>
                    </a:lnTo>
                    <a:lnTo>
                      <a:pt x="4" y="4"/>
                    </a:lnTo>
                    <a:lnTo>
                      <a:pt x="6" y="0"/>
                    </a:lnTo>
                    <a:lnTo>
                      <a:pt x="6" y="0"/>
                    </a:lnTo>
                    <a:lnTo>
                      <a:pt x="6" y="0"/>
                    </a:lnTo>
                    <a:lnTo>
                      <a:pt x="6" y="0"/>
                    </a:lnTo>
                    <a:lnTo>
                      <a:pt x="6" y="0"/>
                    </a:lnTo>
                    <a:lnTo>
                      <a:pt x="6" y="0"/>
                    </a:lnTo>
                    <a:lnTo>
                      <a:pt x="6" y="0"/>
                    </a:lnTo>
                    <a:lnTo>
                      <a:pt x="6" y="4"/>
                    </a:lnTo>
                    <a:lnTo>
                      <a:pt x="10" y="4"/>
                    </a:lnTo>
                    <a:lnTo>
                      <a:pt x="10" y="4"/>
                    </a:lnTo>
                    <a:lnTo>
                      <a:pt x="10" y="4"/>
                    </a:lnTo>
                    <a:lnTo>
                      <a:pt x="10" y="8"/>
                    </a:lnTo>
                    <a:lnTo>
                      <a:pt x="10" y="8"/>
                    </a:lnTo>
                    <a:lnTo>
                      <a:pt x="10" y="8"/>
                    </a:lnTo>
                    <a:lnTo>
                      <a:pt x="10" y="8"/>
                    </a:lnTo>
                    <a:close/>
                    <a:moveTo>
                      <a:pt x="6" y="14"/>
                    </a:moveTo>
                    <a:lnTo>
                      <a:pt x="6" y="14"/>
                    </a:lnTo>
                    <a:lnTo>
                      <a:pt x="6" y="14"/>
                    </a:lnTo>
                    <a:lnTo>
                      <a:pt x="6" y="14"/>
                    </a:lnTo>
                    <a:lnTo>
                      <a:pt x="6" y="14"/>
                    </a:lnTo>
                    <a:lnTo>
                      <a:pt x="6" y="14"/>
                    </a:lnTo>
                    <a:lnTo>
                      <a:pt x="6" y="14"/>
                    </a:lnTo>
                    <a:lnTo>
                      <a:pt x="6" y="14"/>
                    </a:lnTo>
                    <a:lnTo>
                      <a:pt x="6" y="14"/>
                    </a:lnTo>
                    <a:lnTo>
                      <a:pt x="6" y="14"/>
                    </a:lnTo>
                    <a:lnTo>
                      <a:pt x="6" y="14"/>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0" name="Freeform 64"/>
              <p:cNvSpPr>
                <a:spLocks noEditPoints="1"/>
              </p:cNvSpPr>
              <p:nvPr/>
            </p:nvSpPr>
            <p:spPr bwMode="gray">
              <a:xfrm>
                <a:off x="5843514" y="3952694"/>
                <a:ext cx="295676" cy="205232"/>
              </a:xfrm>
              <a:custGeom>
                <a:avLst/>
                <a:gdLst>
                  <a:gd name="T0" fmla="*/ 64 w 170"/>
                  <a:gd name="T1" fmla="*/ 92 h 118"/>
                  <a:gd name="T2" fmla="*/ 56 w 170"/>
                  <a:gd name="T3" fmla="*/ 96 h 118"/>
                  <a:gd name="T4" fmla="*/ 44 w 170"/>
                  <a:gd name="T5" fmla="*/ 96 h 118"/>
                  <a:gd name="T6" fmla="*/ 40 w 170"/>
                  <a:gd name="T7" fmla="*/ 100 h 118"/>
                  <a:gd name="T8" fmla="*/ 40 w 170"/>
                  <a:gd name="T9" fmla="*/ 104 h 118"/>
                  <a:gd name="T10" fmla="*/ 38 w 170"/>
                  <a:gd name="T11" fmla="*/ 108 h 118"/>
                  <a:gd name="T12" fmla="*/ 34 w 170"/>
                  <a:gd name="T13" fmla="*/ 108 h 118"/>
                  <a:gd name="T14" fmla="*/ 30 w 170"/>
                  <a:gd name="T15" fmla="*/ 108 h 118"/>
                  <a:gd name="T16" fmla="*/ 26 w 170"/>
                  <a:gd name="T17" fmla="*/ 108 h 118"/>
                  <a:gd name="T18" fmla="*/ 18 w 170"/>
                  <a:gd name="T19" fmla="*/ 108 h 118"/>
                  <a:gd name="T20" fmla="*/ 14 w 170"/>
                  <a:gd name="T21" fmla="*/ 108 h 118"/>
                  <a:gd name="T22" fmla="*/ 14 w 170"/>
                  <a:gd name="T23" fmla="*/ 100 h 118"/>
                  <a:gd name="T24" fmla="*/ 10 w 170"/>
                  <a:gd name="T25" fmla="*/ 92 h 118"/>
                  <a:gd name="T26" fmla="*/ 10 w 170"/>
                  <a:gd name="T27" fmla="*/ 90 h 118"/>
                  <a:gd name="T28" fmla="*/ 10 w 170"/>
                  <a:gd name="T29" fmla="*/ 82 h 118"/>
                  <a:gd name="T30" fmla="*/ 8 w 170"/>
                  <a:gd name="T31" fmla="*/ 70 h 118"/>
                  <a:gd name="T32" fmla="*/ 8 w 170"/>
                  <a:gd name="T33" fmla="*/ 66 h 118"/>
                  <a:gd name="T34" fmla="*/ 4 w 170"/>
                  <a:gd name="T35" fmla="*/ 62 h 118"/>
                  <a:gd name="T36" fmla="*/ 4 w 170"/>
                  <a:gd name="T37" fmla="*/ 60 h 118"/>
                  <a:gd name="T38" fmla="*/ 4 w 170"/>
                  <a:gd name="T39" fmla="*/ 56 h 118"/>
                  <a:gd name="T40" fmla="*/ 8 w 170"/>
                  <a:gd name="T41" fmla="*/ 48 h 118"/>
                  <a:gd name="T42" fmla="*/ 8 w 170"/>
                  <a:gd name="T43" fmla="*/ 44 h 118"/>
                  <a:gd name="T44" fmla="*/ 10 w 170"/>
                  <a:gd name="T45" fmla="*/ 40 h 118"/>
                  <a:gd name="T46" fmla="*/ 10 w 170"/>
                  <a:gd name="T47" fmla="*/ 26 h 118"/>
                  <a:gd name="T48" fmla="*/ 14 w 170"/>
                  <a:gd name="T49" fmla="*/ 26 h 118"/>
                  <a:gd name="T50" fmla="*/ 18 w 170"/>
                  <a:gd name="T51" fmla="*/ 26 h 118"/>
                  <a:gd name="T52" fmla="*/ 30 w 170"/>
                  <a:gd name="T53" fmla="*/ 26 h 118"/>
                  <a:gd name="T54" fmla="*/ 60 w 170"/>
                  <a:gd name="T55" fmla="*/ 30 h 118"/>
                  <a:gd name="T56" fmla="*/ 78 w 170"/>
                  <a:gd name="T57" fmla="*/ 22 h 118"/>
                  <a:gd name="T58" fmla="*/ 144 w 170"/>
                  <a:gd name="T59" fmla="*/ 26 h 118"/>
                  <a:gd name="T60" fmla="*/ 148 w 170"/>
                  <a:gd name="T61" fmla="*/ 40 h 118"/>
                  <a:gd name="T62" fmla="*/ 140 w 170"/>
                  <a:gd name="T63" fmla="*/ 44 h 118"/>
                  <a:gd name="T64" fmla="*/ 136 w 170"/>
                  <a:gd name="T65" fmla="*/ 48 h 118"/>
                  <a:gd name="T66" fmla="*/ 134 w 170"/>
                  <a:gd name="T67" fmla="*/ 60 h 118"/>
                  <a:gd name="T68" fmla="*/ 126 w 170"/>
                  <a:gd name="T69" fmla="*/ 62 h 118"/>
                  <a:gd name="T70" fmla="*/ 120 w 170"/>
                  <a:gd name="T71" fmla="*/ 66 h 118"/>
                  <a:gd name="T72" fmla="*/ 112 w 170"/>
                  <a:gd name="T73" fmla="*/ 66 h 118"/>
                  <a:gd name="T74" fmla="*/ 104 w 170"/>
                  <a:gd name="T75" fmla="*/ 70 h 118"/>
                  <a:gd name="T76" fmla="*/ 94 w 170"/>
                  <a:gd name="T77" fmla="*/ 78 h 118"/>
                  <a:gd name="T78" fmla="*/ 90 w 170"/>
                  <a:gd name="T79" fmla="*/ 86 h 118"/>
                  <a:gd name="T80" fmla="*/ 82 w 170"/>
                  <a:gd name="T81" fmla="*/ 86 h 118"/>
                  <a:gd name="T82" fmla="*/ 78 w 170"/>
                  <a:gd name="T83" fmla="*/ 86 h 118"/>
                  <a:gd name="T84" fmla="*/ 78 w 170"/>
                  <a:gd name="T85" fmla="*/ 86 h 118"/>
                  <a:gd name="T86" fmla="*/ 74 w 170"/>
                  <a:gd name="T87" fmla="*/ 90 h 118"/>
                  <a:gd name="T88" fmla="*/ 66 w 170"/>
                  <a:gd name="T89" fmla="*/ 92 h 118"/>
                  <a:gd name="T90" fmla="*/ 136 w 170"/>
                  <a:gd name="T91" fmla="*/ 118 h 118"/>
                  <a:gd name="T92" fmla="*/ 136 w 170"/>
                  <a:gd name="T93" fmla="*/ 116 h 118"/>
                  <a:gd name="T94" fmla="*/ 136 w 170"/>
                  <a:gd name="T95" fmla="*/ 116 h 118"/>
                  <a:gd name="T96" fmla="*/ 140 w 170"/>
                  <a:gd name="T97" fmla="*/ 118 h 118"/>
                  <a:gd name="T98" fmla="*/ 4 w 170"/>
                  <a:gd name="T99" fmla="*/ 62 h 118"/>
                  <a:gd name="T100" fmla="*/ 4 w 170"/>
                  <a:gd name="T101" fmla="*/ 60 h 118"/>
                  <a:gd name="T102" fmla="*/ 4 w 170"/>
                  <a:gd name="T103" fmla="*/ 62 h 118"/>
                  <a:gd name="T104" fmla="*/ 4 w 170"/>
                  <a:gd name="T105" fmla="*/ 86 h 118"/>
                  <a:gd name="T106" fmla="*/ 4 w 170"/>
                  <a:gd name="T107" fmla="*/ 86 h 118"/>
                  <a:gd name="T108" fmla="*/ 170 w 170"/>
                  <a:gd name="T109" fmla="*/ 112 h 118"/>
                  <a:gd name="T110" fmla="*/ 164 w 170"/>
                  <a:gd name="T111" fmla="*/ 116 h 118"/>
                  <a:gd name="T112" fmla="*/ 156 w 170"/>
                  <a:gd name="T113" fmla="*/ 116 h 118"/>
                  <a:gd name="T114" fmla="*/ 156 w 170"/>
                  <a:gd name="T115" fmla="*/ 108 h 118"/>
                  <a:gd name="T116" fmla="*/ 160 w 170"/>
                  <a:gd name="T117" fmla="*/ 112 h 118"/>
                  <a:gd name="T118" fmla="*/ 166 w 170"/>
                  <a:gd name="T119" fmla="*/ 10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0" h="118">
                    <a:moveTo>
                      <a:pt x="66" y="92"/>
                    </a:moveTo>
                    <a:lnTo>
                      <a:pt x="66" y="92"/>
                    </a:lnTo>
                    <a:lnTo>
                      <a:pt x="64" y="92"/>
                    </a:lnTo>
                    <a:lnTo>
                      <a:pt x="64" y="92"/>
                    </a:lnTo>
                    <a:lnTo>
                      <a:pt x="64" y="92"/>
                    </a:lnTo>
                    <a:lnTo>
                      <a:pt x="64" y="92"/>
                    </a:lnTo>
                    <a:lnTo>
                      <a:pt x="64" y="92"/>
                    </a:lnTo>
                    <a:lnTo>
                      <a:pt x="60" y="96"/>
                    </a:lnTo>
                    <a:lnTo>
                      <a:pt x="60" y="96"/>
                    </a:lnTo>
                    <a:lnTo>
                      <a:pt x="56" y="96"/>
                    </a:lnTo>
                    <a:lnTo>
                      <a:pt x="56" y="96"/>
                    </a:lnTo>
                    <a:lnTo>
                      <a:pt x="56" y="96"/>
                    </a:lnTo>
                    <a:lnTo>
                      <a:pt x="52" y="96"/>
                    </a:lnTo>
                    <a:lnTo>
                      <a:pt x="52" y="96"/>
                    </a:lnTo>
                    <a:lnTo>
                      <a:pt x="48" y="96"/>
                    </a:lnTo>
                    <a:lnTo>
                      <a:pt x="48" y="96"/>
                    </a:lnTo>
                    <a:lnTo>
                      <a:pt x="44" y="96"/>
                    </a:lnTo>
                    <a:lnTo>
                      <a:pt x="44" y="96"/>
                    </a:lnTo>
                    <a:lnTo>
                      <a:pt x="44" y="96"/>
                    </a:lnTo>
                    <a:lnTo>
                      <a:pt x="44" y="100"/>
                    </a:lnTo>
                    <a:lnTo>
                      <a:pt x="44" y="100"/>
                    </a:lnTo>
                    <a:lnTo>
                      <a:pt x="44" y="100"/>
                    </a:lnTo>
                    <a:lnTo>
                      <a:pt x="44" y="100"/>
                    </a:lnTo>
                    <a:lnTo>
                      <a:pt x="40" y="100"/>
                    </a:lnTo>
                    <a:lnTo>
                      <a:pt x="40" y="100"/>
                    </a:lnTo>
                    <a:lnTo>
                      <a:pt x="40" y="100"/>
                    </a:lnTo>
                    <a:lnTo>
                      <a:pt x="40" y="104"/>
                    </a:lnTo>
                    <a:lnTo>
                      <a:pt x="40" y="104"/>
                    </a:lnTo>
                    <a:lnTo>
                      <a:pt x="40" y="104"/>
                    </a:lnTo>
                    <a:lnTo>
                      <a:pt x="40" y="104"/>
                    </a:lnTo>
                    <a:lnTo>
                      <a:pt x="38" y="104"/>
                    </a:lnTo>
                    <a:lnTo>
                      <a:pt x="38" y="104"/>
                    </a:lnTo>
                    <a:lnTo>
                      <a:pt x="38" y="104"/>
                    </a:lnTo>
                    <a:lnTo>
                      <a:pt x="38" y="104"/>
                    </a:lnTo>
                    <a:lnTo>
                      <a:pt x="38" y="104"/>
                    </a:lnTo>
                    <a:lnTo>
                      <a:pt x="38" y="108"/>
                    </a:lnTo>
                    <a:lnTo>
                      <a:pt x="38" y="104"/>
                    </a:lnTo>
                    <a:lnTo>
                      <a:pt x="38" y="104"/>
                    </a:lnTo>
                    <a:lnTo>
                      <a:pt x="34" y="108"/>
                    </a:lnTo>
                    <a:lnTo>
                      <a:pt x="34" y="108"/>
                    </a:lnTo>
                    <a:lnTo>
                      <a:pt x="34" y="108"/>
                    </a:lnTo>
                    <a:lnTo>
                      <a:pt x="34" y="108"/>
                    </a:lnTo>
                    <a:lnTo>
                      <a:pt x="34" y="108"/>
                    </a:lnTo>
                    <a:lnTo>
                      <a:pt x="34" y="108"/>
                    </a:lnTo>
                    <a:lnTo>
                      <a:pt x="34" y="108"/>
                    </a:lnTo>
                    <a:lnTo>
                      <a:pt x="34" y="108"/>
                    </a:lnTo>
                    <a:lnTo>
                      <a:pt x="30" y="108"/>
                    </a:lnTo>
                    <a:lnTo>
                      <a:pt x="30" y="108"/>
                    </a:lnTo>
                    <a:lnTo>
                      <a:pt x="30" y="108"/>
                    </a:lnTo>
                    <a:lnTo>
                      <a:pt x="30" y="108"/>
                    </a:lnTo>
                    <a:lnTo>
                      <a:pt x="30" y="108"/>
                    </a:lnTo>
                    <a:lnTo>
                      <a:pt x="30" y="108"/>
                    </a:lnTo>
                    <a:lnTo>
                      <a:pt x="30" y="108"/>
                    </a:lnTo>
                    <a:lnTo>
                      <a:pt x="26" y="108"/>
                    </a:lnTo>
                    <a:lnTo>
                      <a:pt x="26" y="108"/>
                    </a:lnTo>
                    <a:lnTo>
                      <a:pt x="22" y="112"/>
                    </a:lnTo>
                    <a:lnTo>
                      <a:pt x="22" y="108"/>
                    </a:lnTo>
                    <a:lnTo>
                      <a:pt x="22" y="108"/>
                    </a:lnTo>
                    <a:lnTo>
                      <a:pt x="18" y="108"/>
                    </a:lnTo>
                    <a:lnTo>
                      <a:pt x="18" y="108"/>
                    </a:lnTo>
                    <a:lnTo>
                      <a:pt x="14" y="108"/>
                    </a:lnTo>
                    <a:lnTo>
                      <a:pt x="14" y="108"/>
                    </a:lnTo>
                    <a:lnTo>
                      <a:pt x="14" y="108"/>
                    </a:lnTo>
                    <a:lnTo>
                      <a:pt x="14" y="108"/>
                    </a:lnTo>
                    <a:lnTo>
                      <a:pt x="14" y="108"/>
                    </a:lnTo>
                    <a:lnTo>
                      <a:pt x="14" y="108"/>
                    </a:lnTo>
                    <a:lnTo>
                      <a:pt x="14" y="108"/>
                    </a:lnTo>
                    <a:lnTo>
                      <a:pt x="14" y="108"/>
                    </a:lnTo>
                    <a:lnTo>
                      <a:pt x="14" y="108"/>
                    </a:lnTo>
                    <a:lnTo>
                      <a:pt x="14" y="108"/>
                    </a:lnTo>
                    <a:lnTo>
                      <a:pt x="14" y="104"/>
                    </a:lnTo>
                    <a:lnTo>
                      <a:pt x="14" y="100"/>
                    </a:lnTo>
                    <a:lnTo>
                      <a:pt x="10" y="100"/>
                    </a:lnTo>
                    <a:lnTo>
                      <a:pt x="10" y="100"/>
                    </a:lnTo>
                    <a:lnTo>
                      <a:pt x="10" y="96"/>
                    </a:lnTo>
                    <a:lnTo>
                      <a:pt x="10" y="96"/>
                    </a:lnTo>
                    <a:lnTo>
                      <a:pt x="10" y="96"/>
                    </a:lnTo>
                    <a:lnTo>
                      <a:pt x="10" y="92"/>
                    </a:lnTo>
                    <a:lnTo>
                      <a:pt x="10" y="92"/>
                    </a:lnTo>
                    <a:lnTo>
                      <a:pt x="10" y="92"/>
                    </a:lnTo>
                    <a:lnTo>
                      <a:pt x="10" y="92"/>
                    </a:lnTo>
                    <a:lnTo>
                      <a:pt x="10" y="90"/>
                    </a:lnTo>
                    <a:lnTo>
                      <a:pt x="10" y="90"/>
                    </a:lnTo>
                    <a:lnTo>
                      <a:pt x="10" y="90"/>
                    </a:lnTo>
                    <a:lnTo>
                      <a:pt x="10" y="86"/>
                    </a:lnTo>
                    <a:lnTo>
                      <a:pt x="10" y="86"/>
                    </a:lnTo>
                    <a:lnTo>
                      <a:pt x="10" y="86"/>
                    </a:lnTo>
                    <a:lnTo>
                      <a:pt x="10" y="86"/>
                    </a:lnTo>
                    <a:lnTo>
                      <a:pt x="10" y="82"/>
                    </a:lnTo>
                    <a:lnTo>
                      <a:pt x="10" y="82"/>
                    </a:lnTo>
                    <a:lnTo>
                      <a:pt x="8" y="82"/>
                    </a:lnTo>
                    <a:lnTo>
                      <a:pt x="8" y="78"/>
                    </a:lnTo>
                    <a:lnTo>
                      <a:pt x="8" y="74"/>
                    </a:lnTo>
                    <a:lnTo>
                      <a:pt x="8" y="74"/>
                    </a:lnTo>
                    <a:lnTo>
                      <a:pt x="8" y="74"/>
                    </a:lnTo>
                    <a:lnTo>
                      <a:pt x="8" y="70"/>
                    </a:lnTo>
                    <a:lnTo>
                      <a:pt x="8" y="70"/>
                    </a:lnTo>
                    <a:lnTo>
                      <a:pt x="8" y="70"/>
                    </a:lnTo>
                    <a:lnTo>
                      <a:pt x="8" y="70"/>
                    </a:lnTo>
                    <a:lnTo>
                      <a:pt x="8" y="70"/>
                    </a:lnTo>
                    <a:lnTo>
                      <a:pt x="8" y="66"/>
                    </a:lnTo>
                    <a:lnTo>
                      <a:pt x="8" y="66"/>
                    </a:lnTo>
                    <a:lnTo>
                      <a:pt x="4" y="66"/>
                    </a:lnTo>
                    <a:lnTo>
                      <a:pt x="4" y="62"/>
                    </a:lnTo>
                    <a:lnTo>
                      <a:pt x="4" y="62"/>
                    </a:lnTo>
                    <a:lnTo>
                      <a:pt x="4" y="62"/>
                    </a:lnTo>
                    <a:lnTo>
                      <a:pt x="4" y="62"/>
                    </a:lnTo>
                    <a:lnTo>
                      <a:pt x="4" y="62"/>
                    </a:lnTo>
                    <a:lnTo>
                      <a:pt x="4" y="62"/>
                    </a:lnTo>
                    <a:lnTo>
                      <a:pt x="4" y="62"/>
                    </a:lnTo>
                    <a:lnTo>
                      <a:pt x="4" y="62"/>
                    </a:lnTo>
                    <a:lnTo>
                      <a:pt x="4" y="62"/>
                    </a:lnTo>
                    <a:lnTo>
                      <a:pt x="4" y="62"/>
                    </a:lnTo>
                    <a:lnTo>
                      <a:pt x="4" y="60"/>
                    </a:lnTo>
                    <a:lnTo>
                      <a:pt x="4" y="60"/>
                    </a:lnTo>
                    <a:lnTo>
                      <a:pt x="4" y="60"/>
                    </a:lnTo>
                    <a:lnTo>
                      <a:pt x="4" y="56"/>
                    </a:lnTo>
                    <a:lnTo>
                      <a:pt x="4" y="56"/>
                    </a:lnTo>
                    <a:lnTo>
                      <a:pt x="4" y="56"/>
                    </a:lnTo>
                    <a:lnTo>
                      <a:pt x="4" y="56"/>
                    </a:lnTo>
                    <a:lnTo>
                      <a:pt x="4" y="56"/>
                    </a:lnTo>
                    <a:lnTo>
                      <a:pt x="4" y="56"/>
                    </a:lnTo>
                    <a:lnTo>
                      <a:pt x="4" y="52"/>
                    </a:lnTo>
                    <a:lnTo>
                      <a:pt x="8" y="52"/>
                    </a:lnTo>
                    <a:lnTo>
                      <a:pt x="8" y="52"/>
                    </a:lnTo>
                    <a:lnTo>
                      <a:pt x="8" y="48"/>
                    </a:lnTo>
                    <a:lnTo>
                      <a:pt x="8" y="48"/>
                    </a:lnTo>
                    <a:lnTo>
                      <a:pt x="4" y="44"/>
                    </a:lnTo>
                    <a:lnTo>
                      <a:pt x="4" y="44"/>
                    </a:lnTo>
                    <a:lnTo>
                      <a:pt x="4" y="44"/>
                    </a:lnTo>
                    <a:lnTo>
                      <a:pt x="8" y="44"/>
                    </a:lnTo>
                    <a:lnTo>
                      <a:pt x="8" y="44"/>
                    </a:lnTo>
                    <a:lnTo>
                      <a:pt x="8" y="40"/>
                    </a:lnTo>
                    <a:lnTo>
                      <a:pt x="8" y="40"/>
                    </a:lnTo>
                    <a:lnTo>
                      <a:pt x="8" y="40"/>
                    </a:lnTo>
                    <a:lnTo>
                      <a:pt x="10" y="40"/>
                    </a:lnTo>
                    <a:lnTo>
                      <a:pt x="10" y="40"/>
                    </a:lnTo>
                    <a:lnTo>
                      <a:pt x="10" y="40"/>
                    </a:lnTo>
                    <a:lnTo>
                      <a:pt x="10" y="36"/>
                    </a:lnTo>
                    <a:lnTo>
                      <a:pt x="10" y="36"/>
                    </a:lnTo>
                    <a:lnTo>
                      <a:pt x="10" y="34"/>
                    </a:lnTo>
                    <a:lnTo>
                      <a:pt x="10" y="30"/>
                    </a:lnTo>
                    <a:lnTo>
                      <a:pt x="10" y="26"/>
                    </a:lnTo>
                    <a:lnTo>
                      <a:pt x="10" y="26"/>
                    </a:lnTo>
                    <a:lnTo>
                      <a:pt x="10" y="26"/>
                    </a:lnTo>
                    <a:lnTo>
                      <a:pt x="10" y="26"/>
                    </a:lnTo>
                    <a:lnTo>
                      <a:pt x="14" y="26"/>
                    </a:lnTo>
                    <a:lnTo>
                      <a:pt x="14" y="26"/>
                    </a:lnTo>
                    <a:lnTo>
                      <a:pt x="14" y="26"/>
                    </a:lnTo>
                    <a:lnTo>
                      <a:pt x="14" y="26"/>
                    </a:lnTo>
                    <a:lnTo>
                      <a:pt x="18" y="26"/>
                    </a:lnTo>
                    <a:lnTo>
                      <a:pt x="18" y="26"/>
                    </a:lnTo>
                    <a:lnTo>
                      <a:pt x="18" y="26"/>
                    </a:lnTo>
                    <a:lnTo>
                      <a:pt x="18" y="26"/>
                    </a:lnTo>
                    <a:lnTo>
                      <a:pt x="18" y="26"/>
                    </a:lnTo>
                    <a:lnTo>
                      <a:pt x="18" y="26"/>
                    </a:lnTo>
                    <a:lnTo>
                      <a:pt x="22" y="30"/>
                    </a:lnTo>
                    <a:lnTo>
                      <a:pt x="22" y="26"/>
                    </a:lnTo>
                    <a:lnTo>
                      <a:pt x="26" y="26"/>
                    </a:lnTo>
                    <a:lnTo>
                      <a:pt x="26" y="26"/>
                    </a:lnTo>
                    <a:lnTo>
                      <a:pt x="30" y="26"/>
                    </a:lnTo>
                    <a:lnTo>
                      <a:pt x="30" y="26"/>
                    </a:lnTo>
                    <a:lnTo>
                      <a:pt x="30" y="26"/>
                    </a:lnTo>
                    <a:lnTo>
                      <a:pt x="40" y="26"/>
                    </a:lnTo>
                    <a:lnTo>
                      <a:pt x="40" y="26"/>
                    </a:lnTo>
                    <a:lnTo>
                      <a:pt x="52" y="30"/>
                    </a:lnTo>
                    <a:lnTo>
                      <a:pt x="56" y="30"/>
                    </a:lnTo>
                    <a:lnTo>
                      <a:pt x="60" y="30"/>
                    </a:lnTo>
                    <a:lnTo>
                      <a:pt x="64" y="34"/>
                    </a:lnTo>
                    <a:lnTo>
                      <a:pt x="66" y="34"/>
                    </a:lnTo>
                    <a:lnTo>
                      <a:pt x="70" y="34"/>
                    </a:lnTo>
                    <a:lnTo>
                      <a:pt x="70" y="34"/>
                    </a:lnTo>
                    <a:lnTo>
                      <a:pt x="74" y="26"/>
                    </a:lnTo>
                    <a:lnTo>
                      <a:pt x="78" y="22"/>
                    </a:lnTo>
                    <a:lnTo>
                      <a:pt x="82" y="14"/>
                    </a:lnTo>
                    <a:lnTo>
                      <a:pt x="94" y="4"/>
                    </a:lnTo>
                    <a:lnTo>
                      <a:pt x="120" y="4"/>
                    </a:lnTo>
                    <a:lnTo>
                      <a:pt x="122" y="0"/>
                    </a:lnTo>
                    <a:lnTo>
                      <a:pt x="134" y="0"/>
                    </a:lnTo>
                    <a:lnTo>
                      <a:pt x="144" y="26"/>
                    </a:lnTo>
                    <a:lnTo>
                      <a:pt x="144" y="30"/>
                    </a:lnTo>
                    <a:lnTo>
                      <a:pt x="152" y="40"/>
                    </a:lnTo>
                    <a:lnTo>
                      <a:pt x="148" y="40"/>
                    </a:lnTo>
                    <a:lnTo>
                      <a:pt x="148" y="40"/>
                    </a:lnTo>
                    <a:lnTo>
                      <a:pt x="148" y="40"/>
                    </a:lnTo>
                    <a:lnTo>
                      <a:pt x="148" y="40"/>
                    </a:lnTo>
                    <a:lnTo>
                      <a:pt x="148" y="40"/>
                    </a:lnTo>
                    <a:lnTo>
                      <a:pt x="144" y="40"/>
                    </a:lnTo>
                    <a:lnTo>
                      <a:pt x="144" y="40"/>
                    </a:lnTo>
                    <a:lnTo>
                      <a:pt x="144" y="40"/>
                    </a:lnTo>
                    <a:lnTo>
                      <a:pt x="144" y="40"/>
                    </a:lnTo>
                    <a:lnTo>
                      <a:pt x="140" y="44"/>
                    </a:lnTo>
                    <a:lnTo>
                      <a:pt x="140" y="44"/>
                    </a:lnTo>
                    <a:lnTo>
                      <a:pt x="140" y="44"/>
                    </a:lnTo>
                    <a:lnTo>
                      <a:pt x="140" y="44"/>
                    </a:lnTo>
                    <a:lnTo>
                      <a:pt x="140" y="44"/>
                    </a:lnTo>
                    <a:lnTo>
                      <a:pt x="136" y="44"/>
                    </a:lnTo>
                    <a:lnTo>
                      <a:pt x="136" y="48"/>
                    </a:lnTo>
                    <a:lnTo>
                      <a:pt x="136" y="52"/>
                    </a:lnTo>
                    <a:lnTo>
                      <a:pt x="136" y="52"/>
                    </a:lnTo>
                    <a:lnTo>
                      <a:pt x="136" y="56"/>
                    </a:lnTo>
                    <a:lnTo>
                      <a:pt x="136" y="56"/>
                    </a:lnTo>
                    <a:lnTo>
                      <a:pt x="136" y="60"/>
                    </a:lnTo>
                    <a:lnTo>
                      <a:pt x="134" y="60"/>
                    </a:lnTo>
                    <a:lnTo>
                      <a:pt x="134" y="60"/>
                    </a:lnTo>
                    <a:lnTo>
                      <a:pt x="130" y="60"/>
                    </a:lnTo>
                    <a:lnTo>
                      <a:pt x="130" y="62"/>
                    </a:lnTo>
                    <a:lnTo>
                      <a:pt x="130" y="62"/>
                    </a:lnTo>
                    <a:lnTo>
                      <a:pt x="130" y="62"/>
                    </a:lnTo>
                    <a:lnTo>
                      <a:pt x="126" y="62"/>
                    </a:lnTo>
                    <a:lnTo>
                      <a:pt x="126" y="62"/>
                    </a:lnTo>
                    <a:lnTo>
                      <a:pt x="122" y="66"/>
                    </a:lnTo>
                    <a:lnTo>
                      <a:pt x="122" y="66"/>
                    </a:lnTo>
                    <a:lnTo>
                      <a:pt x="122" y="66"/>
                    </a:lnTo>
                    <a:lnTo>
                      <a:pt x="122" y="66"/>
                    </a:lnTo>
                    <a:lnTo>
                      <a:pt x="120" y="66"/>
                    </a:lnTo>
                    <a:lnTo>
                      <a:pt x="120" y="66"/>
                    </a:lnTo>
                    <a:lnTo>
                      <a:pt x="116" y="66"/>
                    </a:lnTo>
                    <a:lnTo>
                      <a:pt x="116" y="66"/>
                    </a:lnTo>
                    <a:lnTo>
                      <a:pt x="116" y="66"/>
                    </a:lnTo>
                    <a:lnTo>
                      <a:pt x="116" y="66"/>
                    </a:lnTo>
                    <a:lnTo>
                      <a:pt x="112" y="66"/>
                    </a:lnTo>
                    <a:lnTo>
                      <a:pt x="112" y="66"/>
                    </a:lnTo>
                    <a:lnTo>
                      <a:pt x="108" y="70"/>
                    </a:lnTo>
                    <a:lnTo>
                      <a:pt x="108" y="70"/>
                    </a:lnTo>
                    <a:lnTo>
                      <a:pt x="108" y="70"/>
                    </a:lnTo>
                    <a:lnTo>
                      <a:pt x="108" y="70"/>
                    </a:lnTo>
                    <a:lnTo>
                      <a:pt x="104" y="70"/>
                    </a:lnTo>
                    <a:lnTo>
                      <a:pt x="100" y="74"/>
                    </a:lnTo>
                    <a:lnTo>
                      <a:pt x="100" y="74"/>
                    </a:lnTo>
                    <a:lnTo>
                      <a:pt x="96" y="74"/>
                    </a:lnTo>
                    <a:lnTo>
                      <a:pt x="94" y="78"/>
                    </a:lnTo>
                    <a:lnTo>
                      <a:pt x="94" y="78"/>
                    </a:lnTo>
                    <a:lnTo>
                      <a:pt x="94" y="78"/>
                    </a:lnTo>
                    <a:lnTo>
                      <a:pt x="94" y="78"/>
                    </a:lnTo>
                    <a:lnTo>
                      <a:pt x="94" y="78"/>
                    </a:lnTo>
                    <a:lnTo>
                      <a:pt x="94" y="82"/>
                    </a:lnTo>
                    <a:lnTo>
                      <a:pt x="90" y="82"/>
                    </a:lnTo>
                    <a:lnTo>
                      <a:pt x="90" y="86"/>
                    </a:lnTo>
                    <a:lnTo>
                      <a:pt x="90" y="86"/>
                    </a:lnTo>
                    <a:lnTo>
                      <a:pt x="90" y="86"/>
                    </a:lnTo>
                    <a:lnTo>
                      <a:pt x="86" y="86"/>
                    </a:lnTo>
                    <a:lnTo>
                      <a:pt x="86" y="86"/>
                    </a:lnTo>
                    <a:lnTo>
                      <a:pt x="86" y="86"/>
                    </a:lnTo>
                    <a:lnTo>
                      <a:pt x="82" y="86"/>
                    </a:lnTo>
                    <a:lnTo>
                      <a:pt x="82" y="86"/>
                    </a:lnTo>
                    <a:lnTo>
                      <a:pt x="82" y="86"/>
                    </a:lnTo>
                    <a:lnTo>
                      <a:pt x="82" y="86"/>
                    </a:lnTo>
                    <a:lnTo>
                      <a:pt x="82" y="86"/>
                    </a:lnTo>
                    <a:lnTo>
                      <a:pt x="78" y="86"/>
                    </a:lnTo>
                    <a:lnTo>
                      <a:pt x="78" y="86"/>
                    </a:lnTo>
                    <a:lnTo>
                      <a:pt x="78" y="86"/>
                    </a:lnTo>
                    <a:lnTo>
                      <a:pt x="78" y="86"/>
                    </a:lnTo>
                    <a:lnTo>
                      <a:pt x="78" y="86"/>
                    </a:lnTo>
                    <a:lnTo>
                      <a:pt x="78" y="86"/>
                    </a:lnTo>
                    <a:lnTo>
                      <a:pt x="78" y="86"/>
                    </a:lnTo>
                    <a:lnTo>
                      <a:pt x="78" y="86"/>
                    </a:lnTo>
                    <a:lnTo>
                      <a:pt x="78" y="86"/>
                    </a:lnTo>
                    <a:lnTo>
                      <a:pt x="74" y="86"/>
                    </a:lnTo>
                    <a:lnTo>
                      <a:pt x="74" y="86"/>
                    </a:lnTo>
                    <a:lnTo>
                      <a:pt x="74" y="86"/>
                    </a:lnTo>
                    <a:lnTo>
                      <a:pt x="74" y="90"/>
                    </a:lnTo>
                    <a:lnTo>
                      <a:pt x="74" y="90"/>
                    </a:lnTo>
                    <a:lnTo>
                      <a:pt x="74" y="90"/>
                    </a:lnTo>
                    <a:lnTo>
                      <a:pt x="74" y="90"/>
                    </a:lnTo>
                    <a:lnTo>
                      <a:pt x="70" y="90"/>
                    </a:lnTo>
                    <a:lnTo>
                      <a:pt x="70" y="92"/>
                    </a:lnTo>
                    <a:lnTo>
                      <a:pt x="70" y="92"/>
                    </a:lnTo>
                    <a:lnTo>
                      <a:pt x="70" y="92"/>
                    </a:lnTo>
                    <a:lnTo>
                      <a:pt x="66" y="92"/>
                    </a:lnTo>
                    <a:lnTo>
                      <a:pt x="66" y="92"/>
                    </a:lnTo>
                    <a:lnTo>
                      <a:pt x="66" y="92"/>
                    </a:lnTo>
                    <a:lnTo>
                      <a:pt x="66" y="92"/>
                    </a:lnTo>
                    <a:close/>
                    <a:moveTo>
                      <a:pt x="140" y="118"/>
                    </a:moveTo>
                    <a:lnTo>
                      <a:pt x="136" y="118"/>
                    </a:lnTo>
                    <a:lnTo>
                      <a:pt x="136" y="118"/>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40" y="116"/>
                    </a:lnTo>
                    <a:lnTo>
                      <a:pt x="140" y="116"/>
                    </a:lnTo>
                    <a:lnTo>
                      <a:pt x="140" y="118"/>
                    </a:lnTo>
                    <a:lnTo>
                      <a:pt x="140" y="118"/>
                    </a:lnTo>
                    <a:lnTo>
                      <a:pt x="140" y="118"/>
                    </a:lnTo>
                    <a:lnTo>
                      <a:pt x="140" y="118"/>
                    </a:lnTo>
                    <a:lnTo>
                      <a:pt x="140" y="118"/>
                    </a:lnTo>
                    <a:close/>
                    <a:moveTo>
                      <a:pt x="4" y="62"/>
                    </a:moveTo>
                    <a:lnTo>
                      <a:pt x="4" y="62"/>
                    </a:lnTo>
                    <a:lnTo>
                      <a:pt x="4" y="62"/>
                    </a:lnTo>
                    <a:lnTo>
                      <a:pt x="0" y="62"/>
                    </a:lnTo>
                    <a:lnTo>
                      <a:pt x="4" y="62"/>
                    </a:lnTo>
                    <a:lnTo>
                      <a:pt x="4" y="60"/>
                    </a:lnTo>
                    <a:lnTo>
                      <a:pt x="4" y="60"/>
                    </a:lnTo>
                    <a:lnTo>
                      <a:pt x="4" y="60"/>
                    </a:lnTo>
                    <a:lnTo>
                      <a:pt x="4" y="60"/>
                    </a:lnTo>
                    <a:lnTo>
                      <a:pt x="4" y="62"/>
                    </a:lnTo>
                    <a:lnTo>
                      <a:pt x="4" y="62"/>
                    </a:lnTo>
                    <a:lnTo>
                      <a:pt x="4" y="62"/>
                    </a:lnTo>
                    <a:lnTo>
                      <a:pt x="4" y="62"/>
                    </a:lnTo>
                    <a:lnTo>
                      <a:pt x="4" y="62"/>
                    </a:lnTo>
                    <a:lnTo>
                      <a:pt x="4" y="62"/>
                    </a:lnTo>
                    <a:lnTo>
                      <a:pt x="4" y="62"/>
                    </a:lnTo>
                    <a:close/>
                    <a:moveTo>
                      <a:pt x="4" y="86"/>
                    </a:moveTo>
                    <a:lnTo>
                      <a:pt x="4" y="86"/>
                    </a:lnTo>
                    <a:lnTo>
                      <a:pt x="4" y="86"/>
                    </a:lnTo>
                    <a:lnTo>
                      <a:pt x="4" y="86"/>
                    </a:lnTo>
                    <a:lnTo>
                      <a:pt x="4" y="86"/>
                    </a:lnTo>
                    <a:lnTo>
                      <a:pt x="4" y="86"/>
                    </a:lnTo>
                    <a:lnTo>
                      <a:pt x="4" y="86"/>
                    </a:lnTo>
                    <a:lnTo>
                      <a:pt x="4" y="86"/>
                    </a:lnTo>
                    <a:lnTo>
                      <a:pt x="4" y="86"/>
                    </a:lnTo>
                    <a:lnTo>
                      <a:pt x="4" y="86"/>
                    </a:lnTo>
                    <a:lnTo>
                      <a:pt x="4" y="86"/>
                    </a:lnTo>
                    <a:lnTo>
                      <a:pt x="4" y="86"/>
                    </a:lnTo>
                    <a:lnTo>
                      <a:pt x="4" y="86"/>
                    </a:lnTo>
                    <a:close/>
                    <a:moveTo>
                      <a:pt x="166" y="108"/>
                    </a:moveTo>
                    <a:lnTo>
                      <a:pt x="166" y="108"/>
                    </a:lnTo>
                    <a:lnTo>
                      <a:pt x="170" y="112"/>
                    </a:lnTo>
                    <a:lnTo>
                      <a:pt x="170" y="112"/>
                    </a:lnTo>
                    <a:lnTo>
                      <a:pt x="166" y="112"/>
                    </a:lnTo>
                    <a:lnTo>
                      <a:pt x="166" y="112"/>
                    </a:lnTo>
                    <a:lnTo>
                      <a:pt x="166" y="116"/>
                    </a:lnTo>
                    <a:lnTo>
                      <a:pt x="164" y="116"/>
                    </a:lnTo>
                    <a:lnTo>
                      <a:pt x="164" y="116"/>
                    </a:lnTo>
                    <a:lnTo>
                      <a:pt x="164" y="116"/>
                    </a:lnTo>
                    <a:lnTo>
                      <a:pt x="160" y="116"/>
                    </a:lnTo>
                    <a:lnTo>
                      <a:pt x="160" y="116"/>
                    </a:lnTo>
                    <a:lnTo>
                      <a:pt x="160" y="116"/>
                    </a:lnTo>
                    <a:lnTo>
                      <a:pt x="156" y="116"/>
                    </a:lnTo>
                    <a:lnTo>
                      <a:pt x="156" y="116"/>
                    </a:lnTo>
                    <a:lnTo>
                      <a:pt x="156" y="112"/>
                    </a:lnTo>
                    <a:lnTo>
                      <a:pt x="152" y="112"/>
                    </a:lnTo>
                    <a:lnTo>
                      <a:pt x="156" y="112"/>
                    </a:lnTo>
                    <a:lnTo>
                      <a:pt x="156" y="112"/>
                    </a:lnTo>
                    <a:lnTo>
                      <a:pt x="156" y="112"/>
                    </a:lnTo>
                    <a:lnTo>
                      <a:pt x="156" y="108"/>
                    </a:lnTo>
                    <a:lnTo>
                      <a:pt x="156" y="108"/>
                    </a:lnTo>
                    <a:lnTo>
                      <a:pt x="156" y="108"/>
                    </a:lnTo>
                    <a:lnTo>
                      <a:pt x="160" y="108"/>
                    </a:lnTo>
                    <a:lnTo>
                      <a:pt x="160" y="108"/>
                    </a:lnTo>
                    <a:lnTo>
                      <a:pt x="160" y="108"/>
                    </a:lnTo>
                    <a:lnTo>
                      <a:pt x="160" y="112"/>
                    </a:lnTo>
                    <a:lnTo>
                      <a:pt x="164" y="108"/>
                    </a:lnTo>
                    <a:lnTo>
                      <a:pt x="164" y="108"/>
                    </a:lnTo>
                    <a:lnTo>
                      <a:pt x="164" y="108"/>
                    </a:lnTo>
                    <a:lnTo>
                      <a:pt x="164" y="108"/>
                    </a:lnTo>
                    <a:lnTo>
                      <a:pt x="164" y="108"/>
                    </a:lnTo>
                    <a:lnTo>
                      <a:pt x="166" y="108"/>
                    </a:lnTo>
                    <a:lnTo>
                      <a:pt x="166" y="108"/>
                    </a:lnTo>
                    <a:lnTo>
                      <a:pt x="166" y="108"/>
                    </a:lnTo>
                    <a:lnTo>
                      <a:pt x="166" y="1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3" name="Freeform 87"/>
              <p:cNvSpPr>
                <a:spLocks/>
              </p:cNvSpPr>
              <p:nvPr/>
            </p:nvSpPr>
            <p:spPr bwMode="gray">
              <a:xfrm>
                <a:off x="5273034" y="3194374"/>
                <a:ext cx="45221" cy="97399"/>
              </a:xfrm>
              <a:custGeom>
                <a:avLst/>
                <a:gdLst>
                  <a:gd name="T0" fmla="*/ 4 w 26"/>
                  <a:gd name="T1" fmla="*/ 14 h 56"/>
                  <a:gd name="T2" fmla="*/ 4 w 26"/>
                  <a:gd name="T3" fmla="*/ 14 h 56"/>
                  <a:gd name="T4" fmla="*/ 4 w 26"/>
                  <a:gd name="T5" fmla="*/ 14 h 56"/>
                  <a:gd name="T6" fmla="*/ 4 w 26"/>
                  <a:gd name="T7" fmla="*/ 10 h 56"/>
                  <a:gd name="T8" fmla="*/ 0 w 26"/>
                  <a:gd name="T9" fmla="*/ 6 h 56"/>
                  <a:gd name="T10" fmla="*/ 4 w 26"/>
                  <a:gd name="T11" fmla="*/ 0 h 56"/>
                  <a:gd name="T12" fmla="*/ 8 w 26"/>
                  <a:gd name="T13" fmla="*/ 0 h 56"/>
                  <a:gd name="T14" fmla="*/ 8 w 26"/>
                  <a:gd name="T15" fmla="*/ 0 h 56"/>
                  <a:gd name="T16" fmla="*/ 8 w 26"/>
                  <a:gd name="T17" fmla="*/ 0 h 56"/>
                  <a:gd name="T18" fmla="*/ 12 w 26"/>
                  <a:gd name="T19" fmla="*/ 0 h 56"/>
                  <a:gd name="T20" fmla="*/ 16 w 26"/>
                  <a:gd name="T21" fmla="*/ 0 h 56"/>
                  <a:gd name="T22" fmla="*/ 16 w 26"/>
                  <a:gd name="T23" fmla="*/ 2 h 56"/>
                  <a:gd name="T24" fmla="*/ 18 w 26"/>
                  <a:gd name="T25" fmla="*/ 6 h 56"/>
                  <a:gd name="T26" fmla="*/ 18 w 26"/>
                  <a:gd name="T27" fmla="*/ 10 h 56"/>
                  <a:gd name="T28" fmla="*/ 18 w 26"/>
                  <a:gd name="T29" fmla="*/ 10 h 56"/>
                  <a:gd name="T30" fmla="*/ 18 w 26"/>
                  <a:gd name="T31" fmla="*/ 14 h 56"/>
                  <a:gd name="T32" fmla="*/ 18 w 26"/>
                  <a:gd name="T33" fmla="*/ 18 h 56"/>
                  <a:gd name="T34" fmla="*/ 18 w 26"/>
                  <a:gd name="T35" fmla="*/ 22 h 56"/>
                  <a:gd name="T36" fmla="*/ 18 w 26"/>
                  <a:gd name="T37" fmla="*/ 22 h 56"/>
                  <a:gd name="T38" fmla="*/ 18 w 26"/>
                  <a:gd name="T39" fmla="*/ 26 h 56"/>
                  <a:gd name="T40" fmla="*/ 18 w 26"/>
                  <a:gd name="T41" fmla="*/ 30 h 56"/>
                  <a:gd name="T42" fmla="*/ 22 w 26"/>
                  <a:gd name="T43" fmla="*/ 32 h 56"/>
                  <a:gd name="T44" fmla="*/ 26 w 26"/>
                  <a:gd name="T45" fmla="*/ 32 h 56"/>
                  <a:gd name="T46" fmla="*/ 26 w 26"/>
                  <a:gd name="T47" fmla="*/ 32 h 56"/>
                  <a:gd name="T48" fmla="*/ 26 w 26"/>
                  <a:gd name="T49" fmla="*/ 36 h 56"/>
                  <a:gd name="T50" fmla="*/ 22 w 26"/>
                  <a:gd name="T51" fmla="*/ 40 h 56"/>
                  <a:gd name="T52" fmla="*/ 22 w 26"/>
                  <a:gd name="T53" fmla="*/ 40 h 56"/>
                  <a:gd name="T54" fmla="*/ 22 w 26"/>
                  <a:gd name="T55" fmla="*/ 44 h 56"/>
                  <a:gd name="T56" fmla="*/ 18 w 26"/>
                  <a:gd name="T57" fmla="*/ 48 h 56"/>
                  <a:gd name="T58" fmla="*/ 18 w 26"/>
                  <a:gd name="T59" fmla="*/ 48 h 56"/>
                  <a:gd name="T60" fmla="*/ 18 w 26"/>
                  <a:gd name="T61" fmla="*/ 48 h 56"/>
                  <a:gd name="T62" fmla="*/ 16 w 26"/>
                  <a:gd name="T63" fmla="*/ 52 h 56"/>
                  <a:gd name="T64" fmla="*/ 16 w 26"/>
                  <a:gd name="T65" fmla="*/ 52 h 56"/>
                  <a:gd name="T66" fmla="*/ 16 w 26"/>
                  <a:gd name="T67" fmla="*/ 52 h 56"/>
                  <a:gd name="T68" fmla="*/ 16 w 26"/>
                  <a:gd name="T69" fmla="*/ 56 h 56"/>
                  <a:gd name="T70" fmla="*/ 16 w 26"/>
                  <a:gd name="T71" fmla="*/ 56 h 56"/>
                  <a:gd name="T72" fmla="*/ 12 w 26"/>
                  <a:gd name="T73" fmla="*/ 56 h 56"/>
                  <a:gd name="T74" fmla="*/ 12 w 26"/>
                  <a:gd name="T75" fmla="*/ 56 h 56"/>
                  <a:gd name="T76" fmla="*/ 8 w 26"/>
                  <a:gd name="T77" fmla="*/ 48 h 56"/>
                  <a:gd name="T78" fmla="*/ 8 w 26"/>
                  <a:gd name="T79" fmla="*/ 48 h 56"/>
                  <a:gd name="T80" fmla="*/ 4 w 26"/>
                  <a:gd name="T81" fmla="*/ 44 h 56"/>
                  <a:gd name="T82" fmla="*/ 0 w 26"/>
                  <a:gd name="T83" fmla="*/ 40 h 56"/>
                  <a:gd name="T84" fmla="*/ 4 w 26"/>
                  <a:gd name="T85" fmla="*/ 40 h 56"/>
                  <a:gd name="T86" fmla="*/ 4 w 26"/>
                  <a:gd name="T87" fmla="*/ 44 h 56"/>
                  <a:gd name="T88" fmla="*/ 4 w 26"/>
                  <a:gd name="T89" fmla="*/ 40 h 56"/>
                  <a:gd name="T90" fmla="*/ 4 w 26"/>
                  <a:gd name="T91" fmla="*/ 36 h 56"/>
                  <a:gd name="T92" fmla="*/ 0 w 26"/>
                  <a:gd name="T93" fmla="*/ 36 h 56"/>
                  <a:gd name="T94" fmla="*/ 4 w 26"/>
                  <a:gd name="T95" fmla="*/ 32 h 56"/>
                  <a:gd name="T96" fmla="*/ 4 w 26"/>
                  <a:gd name="T97" fmla="*/ 32 h 56"/>
                  <a:gd name="T98" fmla="*/ 4 w 26"/>
                  <a:gd name="T99" fmla="*/ 30 h 56"/>
                  <a:gd name="T100" fmla="*/ 4 w 26"/>
                  <a:gd name="T101" fmla="*/ 26 h 56"/>
                  <a:gd name="T102" fmla="*/ 4 w 26"/>
                  <a:gd name="T103" fmla="*/ 26 h 56"/>
                  <a:gd name="T104" fmla="*/ 4 w 26"/>
                  <a:gd name="T105" fmla="*/ 18 h 56"/>
                  <a:gd name="T106" fmla="*/ 4 w 26"/>
                  <a:gd name="T107" fmla="*/ 1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6" h="56">
                    <a:moveTo>
                      <a:pt x="4" y="18"/>
                    </a:moveTo>
                    <a:lnTo>
                      <a:pt x="4" y="18"/>
                    </a:lnTo>
                    <a:lnTo>
                      <a:pt x="4" y="14"/>
                    </a:lnTo>
                    <a:lnTo>
                      <a:pt x="4" y="14"/>
                    </a:lnTo>
                    <a:lnTo>
                      <a:pt x="4" y="14"/>
                    </a:lnTo>
                    <a:lnTo>
                      <a:pt x="4" y="14"/>
                    </a:lnTo>
                    <a:lnTo>
                      <a:pt x="4" y="14"/>
                    </a:lnTo>
                    <a:lnTo>
                      <a:pt x="4" y="14"/>
                    </a:lnTo>
                    <a:lnTo>
                      <a:pt x="4" y="14"/>
                    </a:lnTo>
                    <a:lnTo>
                      <a:pt x="0" y="10"/>
                    </a:lnTo>
                    <a:lnTo>
                      <a:pt x="0" y="10"/>
                    </a:lnTo>
                    <a:lnTo>
                      <a:pt x="4" y="10"/>
                    </a:lnTo>
                    <a:lnTo>
                      <a:pt x="4" y="6"/>
                    </a:lnTo>
                    <a:lnTo>
                      <a:pt x="4" y="6"/>
                    </a:lnTo>
                    <a:lnTo>
                      <a:pt x="0" y="6"/>
                    </a:lnTo>
                    <a:lnTo>
                      <a:pt x="0" y="6"/>
                    </a:lnTo>
                    <a:lnTo>
                      <a:pt x="4" y="2"/>
                    </a:lnTo>
                    <a:lnTo>
                      <a:pt x="4" y="0"/>
                    </a:lnTo>
                    <a:lnTo>
                      <a:pt x="4" y="0"/>
                    </a:lnTo>
                    <a:lnTo>
                      <a:pt x="8" y="0"/>
                    </a:lnTo>
                    <a:lnTo>
                      <a:pt x="8" y="0"/>
                    </a:lnTo>
                    <a:lnTo>
                      <a:pt x="8" y="0"/>
                    </a:lnTo>
                    <a:lnTo>
                      <a:pt x="8" y="0"/>
                    </a:lnTo>
                    <a:lnTo>
                      <a:pt x="8" y="0"/>
                    </a:lnTo>
                    <a:lnTo>
                      <a:pt x="8" y="0"/>
                    </a:lnTo>
                    <a:lnTo>
                      <a:pt x="8" y="0"/>
                    </a:lnTo>
                    <a:lnTo>
                      <a:pt x="8" y="0"/>
                    </a:lnTo>
                    <a:lnTo>
                      <a:pt x="8" y="2"/>
                    </a:lnTo>
                    <a:lnTo>
                      <a:pt x="12" y="0"/>
                    </a:lnTo>
                    <a:lnTo>
                      <a:pt x="12" y="0"/>
                    </a:lnTo>
                    <a:lnTo>
                      <a:pt x="12" y="0"/>
                    </a:lnTo>
                    <a:lnTo>
                      <a:pt x="12" y="0"/>
                    </a:lnTo>
                    <a:lnTo>
                      <a:pt x="16" y="0"/>
                    </a:lnTo>
                    <a:lnTo>
                      <a:pt x="16" y="2"/>
                    </a:lnTo>
                    <a:lnTo>
                      <a:pt x="16" y="2"/>
                    </a:lnTo>
                    <a:lnTo>
                      <a:pt x="16" y="2"/>
                    </a:lnTo>
                    <a:lnTo>
                      <a:pt x="16" y="2"/>
                    </a:lnTo>
                    <a:lnTo>
                      <a:pt x="16" y="2"/>
                    </a:lnTo>
                    <a:lnTo>
                      <a:pt x="18" y="6"/>
                    </a:lnTo>
                    <a:lnTo>
                      <a:pt x="18" y="6"/>
                    </a:lnTo>
                    <a:lnTo>
                      <a:pt x="18" y="6"/>
                    </a:lnTo>
                    <a:lnTo>
                      <a:pt x="18" y="10"/>
                    </a:lnTo>
                    <a:lnTo>
                      <a:pt x="18" y="10"/>
                    </a:lnTo>
                    <a:lnTo>
                      <a:pt x="18" y="10"/>
                    </a:lnTo>
                    <a:lnTo>
                      <a:pt x="18" y="10"/>
                    </a:lnTo>
                    <a:lnTo>
                      <a:pt x="18" y="14"/>
                    </a:lnTo>
                    <a:lnTo>
                      <a:pt x="18" y="14"/>
                    </a:lnTo>
                    <a:lnTo>
                      <a:pt x="18" y="14"/>
                    </a:lnTo>
                    <a:lnTo>
                      <a:pt x="18" y="14"/>
                    </a:lnTo>
                    <a:lnTo>
                      <a:pt x="18" y="18"/>
                    </a:lnTo>
                    <a:lnTo>
                      <a:pt x="18" y="18"/>
                    </a:lnTo>
                    <a:lnTo>
                      <a:pt x="18" y="22"/>
                    </a:lnTo>
                    <a:lnTo>
                      <a:pt x="18" y="22"/>
                    </a:lnTo>
                    <a:lnTo>
                      <a:pt x="18" y="22"/>
                    </a:lnTo>
                    <a:lnTo>
                      <a:pt x="18" y="22"/>
                    </a:lnTo>
                    <a:lnTo>
                      <a:pt x="18" y="22"/>
                    </a:lnTo>
                    <a:lnTo>
                      <a:pt x="18" y="22"/>
                    </a:lnTo>
                    <a:lnTo>
                      <a:pt x="18" y="22"/>
                    </a:lnTo>
                    <a:lnTo>
                      <a:pt x="18" y="26"/>
                    </a:lnTo>
                    <a:lnTo>
                      <a:pt x="18" y="26"/>
                    </a:lnTo>
                    <a:lnTo>
                      <a:pt x="18" y="26"/>
                    </a:lnTo>
                    <a:lnTo>
                      <a:pt x="18" y="30"/>
                    </a:lnTo>
                    <a:lnTo>
                      <a:pt x="18" y="30"/>
                    </a:lnTo>
                    <a:lnTo>
                      <a:pt x="22" y="32"/>
                    </a:lnTo>
                    <a:lnTo>
                      <a:pt x="22" y="32"/>
                    </a:lnTo>
                    <a:lnTo>
                      <a:pt x="22" y="32"/>
                    </a:lnTo>
                    <a:lnTo>
                      <a:pt x="22" y="32"/>
                    </a:lnTo>
                    <a:lnTo>
                      <a:pt x="22" y="32"/>
                    </a:lnTo>
                    <a:lnTo>
                      <a:pt x="26" y="32"/>
                    </a:lnTo>
                    <a:lnTo>
                      <a:pt x="26" y="32"/>
                    </a:lnTo>
                    <a:lnTo>
                      <a:pt x="26" y="32"/>
                    </a:lnTo>
                    <a:lnTo>
                      <a:pt x="26" y="32"/>
                    </a:lnTo>
                    <a:lnTo>
                      <a:pt x="26" y="36"/>
                    </a:lnTo>
                    <a:lnTo>
                      <a:pt x="26" y="36"/>
                    </a:lnTo>
                    <a:lnTo>
                      <a:pt x="26" y="36"/>
                    </a:lnTo>
                    <a:lnTo>
                      <a:pt x="26" y="40"/>
                    </a:lnTo>
                    <a:lnTo>
                      <a:pt x="26" y="40"/>
                    </a:lnTo>
                    <a:lnTo>
                      <a:pt x="22" y="40"/>
                    </a:lnTo>
                    <a:lnTo>
                      <a:pt x="22" y="40"/>
                    </a:lnTo>
                    <a:lnTo>
                      <a:pt x="22" y="40"/>
                    </a:lnTo>
                    <a:lnTo>
                      <a:pt x="22" y="40"/>
                    </a:lnTo>
                    <a:lnTo>
                      <a:pt x="22" y="44"/>
                    </a:lnTo>
                    <a:lnTo>
                      <a:pt x="22" y="44"/>
                    </a:lnTo>
                    <a:lnTo>
                      <a:pt x="22" y="44"/>
                    </a:lnTo>
                    <a:lnTo>
                      <a:pt x="22" y="44"/>
                    </a:lnTo>
                    <a:lnTo>
                      <a:pt x="18" y="48"/>
                    </a:lnTo>
                    <a:lnTo>
                      <a:pt x="18" y="48"/>
                    </a:lnTo>
                    <a:lnTo>
                      <a:pt x="18" y="48"/>
                    </a:lnTo>
                    <a:lnTo>
                      <a:pt x="18" y="48"/>
                    </a:lnTo>
                    <a:lnTo>
                      <a:pt x="18" y="48"/>
                    </a:lnTo>
                    <a:lnTo>
                      <a:pt x="18" y="48"/>
                    </a:lnTo>
                    <a:lnTo>
                      <a:pt x="18" y="48"/>
                    </a:lnTo>
                    <a:lnTo>
                      <a:pt x="18" y="48"/>
                    </a:lnTo>
                    <a:lnTo>
                      <a:pt x="18" y="48"/>
                    </a:lnTo>
                    <a:lnTo>
                      <a:pt x="16" y="48"/>
                    </a:lnTo>
                    <a:lnTo>
                      <a:pt x="16" y="52"/>
                    </a:lnTo>
                    <a:lnTo>
                      <a:pt x="16" y="52"/>
                    </a:lnTo>
                    <a:lnTo>
                      <a:pt x="16" y="52"/>
                    </a:lnTo>
                    <a:lnTo>
                      <a:pt x="16" y="52"/>
                    </a:lnTo>
                    <a:lnTo>
                      <a:pt x="16" y="52"/>
                    </a:lnTo>
                    <a:lnTo>
                      <a:pt x="16" y="56"/>
                    </a:lnTo>
                    <a:lnTo>
                      <a:pt x="16" y="52"/>
                    </a:lnTo>
                    <a:lnTo>
                      <a:pt x="16" y="52"/>
                    </a:lnTo>
                    <a:lnTo>
                      <a:pt x="16" y="56"/>
                    </a:lnTo>
                    <a:lnTo>
                      <a:pt x="16" y="56"/>
                    </a:lnTo>
                    <a:lnTo>
                      <a:pt x="16" y="56"/>
                    </a:lnTo>
                    <a:lnTo>
                      <a:pt x="16" y="56"/>
                    </a:lnTo>
                    <a:lnTo>
                      <a:pt x="16" y="56"/>
                    </a:lnTo>
                    <a:lnTo>
                      <a:pt x="12" y="56"/>
                    </a:lnTo>
                    <a:lnTo>
                      <a:pt x="12" y="56"/>
                    </a:lnTo>
                    <a:lnTo>
                      <a:pt x="12" y="56"/>
                    </a:lnTo>
                    <a:lnTo>
                      <a:pt x="12" y="56"/>
                    </a:lnTo>
                    <a:lnTo>
                      <a:pt x="12" y="56"/>
                    </a:lnTo>
                    <a:lnTo>
                      <a:pt x="12" y="56"/>
                    </a:lnTo>
                    <a:lnTo>
                      <a:pt x="12" y="52"/>
                    </a:lnTo>
                    <a:lnTo>
                      <a:pt x="12" y="52"/>
                    </a:lnTo>
                    <a:lnTo>
                      <a:pt x="8" y="48"/>
                    </a:lnTo>
                    <a:lnTo>
                      <a:pt x="8" y="48"/>
                    </a:lnTo>
                    <a:lnTo>
                      <a:pt x="8" y="48"/>
                    </a:lnTo>
                    <a:lnTo>
                      <a:pt x="8" y="48"/>
                    </a:lnTo>
                    <a:lnTo>
                      <a:pt x="8" y="48"/>
                    </a:lnTo>
                    <a:lnTo>
                      <a:pt x="4" y="48"/>
                    </a:lnTo>
                    <a:lnTo>
                      <a:pt x="4" y="44"/>
                    </a:lnTo>
                    <a:lnTo>
                      <a:pt x="4" y="44"/>
                    </a:lnTo>
                    <a:lnTo>
                      <a:pt x="4" y="44"/>
                    </a:lnTo>
                    <a:lnTo>
                      <a:pt x="0" y="40"/>
                    </a:lnTo>
                    <a:lnTo>
                      <a:pt x="0" y="40"/>
                    </a:lnTo>
                    <a:lnTo>
                      <a:pt x="0" y="40"/>
                    </a:lnTo>
                    <a:lnTo>
                      <a:pt x="4" y="40"/>
                    </a:lnTo>
                    <a:lnTo>
                      <a:pt x="4" y="44"/>
                    </a:lnTo>
                    <a:lnTo>
                      <a:pt x="4" y="44"/>
                    </a:lnTo>
                    <a:lnTo>
                      <a:pt x="4" y="44"/>
                    </a:lnTo>
                    <a:lnTo>
                      <a:pt x="4" y="44"/>
                    </a:lnTo>
                    <a:lnTo>
                      <a:pt x="4" y="44"/>
                    </a:lnTo>
                    <a:lnTo>
                      <a:pt x="4" y="40"/>
                    </a:lnTo>
                    <a:lnTo>
                      <a:pt x="4" y="40"/>
                    </a:lnTo>
                    <a:lnTo>
                      <a:pt x="4" y="36"/>
                    </a:lnTo>
                    <a:lnTo>
                      <a:pt x="4" y="36"/>
                    </a:lnTo>
                    <a:lnTo>
                      <a:pt x="0" y="36"/>
                    </a:lnTo>
                    <a:lnTo>
                      <a:pt x="0" y="36"/>
                    </a:lnTo>
                    <a:lnTo>
                      <a:pt x="0" y="36"/>
                    </a:lnTo>
                    <a:lnTo>
                      <a:pt x="4" y="32"/>
                    </a:lnTo>
                    <a:lnTo>
                      <a:pt x="4" y="32"/>
                    </a:lnTo>
                    <a:lnTo>
                      <a:pt x="4" y="32"/>
                    </a:lnTo>
                    <a:lnTo>
                      <a:pt x="4" y="32"/>
                    </a:lnTo>
                    <a:lnTo>
                      <a:pt x="4" y="32"/>
                    </a:lnTo>
                    <a:lnTo>
                      <a:pt x="4" y="32"/>
                    </a:lnTo>
                    <a:lnTo>
                      <a:pt x="4" y="30"/>
                    </a:lnTo>
                    <a:lnTo>
                      <a:pt x="4" y="30"/>
                    </a:lnTo>
                    <a:lnTo>
                      <a:pt x="4" y="30"/>
                    </a:lnTo>
                    <a:lnTo>
                      <a:pt x="4" y="30"/>
                    </a:lnTo>
                    <a:lnTo>
                      <a:pt x="4" y="26"/>
                    </a:lnTo>
                    <a:lnTo>
                      <a:pt x="4" y="26"/>
                    </a:lnTo>
                    <a:lnTo>
                      <a:pt x="4" y="26"/>
                    </a:lnTo>
                    <a:lnTo>
                      <a:pt x="4" y="26"/>
                    </a:lnTo>
                    <a:lnTo>
                      <a:pt x="4" y="26"/>
                    </a:lnTo>
                    <a:lnTo>
                      <a:pt x="4" y="22"/>
                    </a:lnTo>
                    <a:lnTo>
                      <a:pt x="4" y="18"/>
                    </a:lnTo>
                    <a:lnTo>
                      <a:pt x="4" y="18"/>
                    </a:lnTo>
                    <a:lnTo>
                      <a:pt x="4" y="18"/>
                    </a:lnTo>
                    <a:lnTo>
                      <a:pt x="4" y="18"/>
                    </a:lnTo>
                    <a:lnTo>
                      <a:pt x="4" y="18"/>
                    </a:lnTo>
                    <a:lnTo>
                      <a:pt x="4" y="18"/>
                    </a:lnTo>
                    <a:lnTo>
                      <a:pt x="4"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4" name="Freeform 88"/>
              <p:cNvSpPr>
                <a:spLocks/>
              </p:cNvSpPr>
              <p:nvPr/>
            </p:nvSpPr>
            <p:spPr bwMode="gray">
              <a:xfrm>
                <a:off x="4831261" y="3194374"/>
                <a:ext cx="13914" cy="3479"/>
              </a:xfrm>
              <a:custGeom>
                <a:avLst/>
                <a:gdLst>
                  <a:gd name="T0" fmla="*/ 0 w 8"/>
                  <a:gd name="T1" fmla="*/ 0 h 2"/>
                  <a:gd name="T2" fmla="*/ 4 w 8"/>
                  <a:gd name="T3" fmla="*/ 0 h 2"/>
                  <a:gd name="T4" fmla="*/ 4 w 8"/>
                  <a:gd name="T5" fmla="*/ 0 h 2"/>
                  <a:gd name="T6" fmla="*/ 4 w 8"/>
                  <a:gd name="T7" fmla="*/ 0 h 2"/>
                  <a:gd name="T8" fmla="*/ 8 w 8"/>
                  <a:gd name="T9" fmla="*/ 0 h 2"/>
                  <a:gd name="T10" fmla="*/ 8 w 8"/>
                  <a:gd name="T11" fmla="*/ 0 h 2"/>
                  <a:gd name="T12" fmla="*/ 8 w 8"/>
                  <a:gd name="T13" fmla="*/ 0 h 2"/>
                  <a:gd name="T14" fmla="*/ 8 w 8"/>
                  <a:gd name="T15" fmla="*/ 0 h 2"/>
                  <a:gd name="T16" fmla="*/ 8 w 8"/>
                  <a:gd name="T17" fmla="*/ 0 h 2"/>
                  <a:gd name="T18" fmla="*/ 8 w 8"/>
                  <a:gd name="T19" fmla="*/ 0 h 2"/>
                  <a:gd name="T20" fmla="*/ 8 w 8"/>
                  <a:gd name="T21" fmla="*/ 0 h 2"/>
                  <a:gd name="T22" fmla="*/ 4 w 8"/>
                  <a:gd name="T23" fmla="*/ 2 h 2"/>
                  <a:gd name="T24" fmla="*/ 4 w 8"/>
                  <a:gd name="T25" fmla="*/ 2 h 2"/>
                  <a:gd name="T26" fmla="*/ 4 w 8"/>
                  <a:gd name="T27" fmla="*/ 2 h 2"/>
                  <a:gd name="T28" fmla="*/ 4 w 8"/>
                  <a:gd name="T29" fmla="*/ 2 h 2"/>
                  <a:gd name="T30" fmla="*/ 0 w 8"/>
                  <a:gd name="T31" fmla="*/ 0 h 2"/>
                  <a:gd name="T32" fmla="*/ 0 w 8"/>
                  <a:gd name="T33" fmla="*/ 0 h 2"/>
                  <a:gd name="T34" fmla="*/ 0 w 8"/>
                  <a:gd name="T35" fmla="*/ 0 h 2"/>
                  <a:gd name="T36" fmla="*/ 0 w 8"/>
                  <a:gd name="T37" fmla="*/ 0 h 2"/>
                  <a:gd name="T38" fmla="*/ 0 w 8"/>
                  <a:gd name="T39" fmla="*/ 0 h 2"/>
                  <a:gd name="T40" fmla="*/ 0 w 8"/>
                  <a:gd name="T41" fmla="*/ 0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 h="2">
                    <a:moveTo>
                      <a:pt x="0" y="0"/>
                    </a:moveTo>
                    <a:lnTo>
                      <a:pt x="4" y="0"/>
                    </a:lnTo>
                    <a:lnTo>
                      <a:pt x="4" y="0"/>
                    </a:lnTo>
                    <a:lnTo>
                      <a:pt x="4" y="0"/>
                    </a:lnTo>
                    <a:lnTo>
                      <a:pt x="8" y="0"/>
                    </a:lnTo>
                    <a:lnTo>
                      <a:pt x="8" y="0"/>
                    </a:lnTo>
                    <a:lnTo>
                      <a:pt x="8" y="0"/>
                    </a:lnTo>
                    <a:lnTo>
                      <a:pt x="8" y="0"/>
                    </a:lnTo>
                    <a:lnTo>
                      <a:pt x="8" y="0"/>
                    </a:lnTo>
                    <a:lnTo>
                      <a:pt x="8" y="0"/>
                    </a:lnTo>
                    <a:lnTo>
                      <a:pt x="8" y="0"/>
                    </a:lnTo>
                    <a:lnTo>
                      <a:pt x="4" y="2"/>
                    </a:lnTo>
                    <a:lnTo>
                      <a:pt x="4" y="2"/>
                    </a:lnTo>
                    <a:lnTo>
                      <a:pt x="4" y="2"/>
                    </a:lnTo>
                    <a:lnTo>
                      <a:pt x="4" y="2"/>
                    </a:lnTo>
                    <a:lnTo>
                      <a:pt x="0" y="0"/>
                    </a:lnTo>
                    <a:lnTo>
                      <a:pt x="0" y="0"/>
                    </a:lnTo>
                    <a:lnTo>
                      <a:pt x="0" y="0"/>
                    </a:lnTo>
                    <a:lnTo>
                      <a:pt x="0" y="0"/>
                    </a:lnTo>
                    <a:lnTo>
                      <a:pt x="0" y="0"/>
                    </a:lnTo>
                    <a:lnTo>
                      <a:pt x="0"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5" name="Freeform 89"/>
              <p:cNvSpPr>
                <a:spLocks/>
              </p:cNvSpPr>
              <p:nvPr/>
            </p:nvSpPr>
            <p:spPr bwMode="gray">
              <a:xfrm>
                <a:off x="5033015" y="2968270"/>
                <a:ext cx="187840" cy="90442"/>
              </a:xfrm>
              <a:custGeom>
                <a:avLst/>
                <a:gdLst>
                  <a:gd name="T0" fmla="*/ 12 w 108"/>
                  <a:gd name="T1" fmla="*/ 40 h 52"/>
                  <a:gd name="T2" fmla="*/ 8 w 108"/>
                  <a:gd name="T3" fmla="*/ 44 h 52"/>
                  <a:gd name="T4" fmla="*/ 4 w 108"/>
                  <a:gd name="T5" fmla="*/ 40 h 52"/>
                  <a:gd name="T6" fmla="*/ 4 w 108"/>
                  <a:gd name="T7" fmla="*/ 40 h 52"/>
                  <a:gd name="T8" fmla="*/ 4 w 108"/>
                  <a:gd name="T9" fmla="*/ 34 h 52"/>
                  <a:gd name="T10" fmla="*/ 0 w 108"/>
                  <a:gd name="T11" fmla="*/ 30 h 52"/>
                  <a:gd name="T12" fmla="*/ 4 w 108"/>
                  <a:gd name="T13" fmla="*/ 30 h 52"/>
                  <a:gd name="T14" fmla="*/ 12 w 108"/>
                  <a:gd name="T15" fmla="*/ 38 h 52"/>
                  <a:gd name="T16" fmla="*/ 14 w 108"/>
                  <a:gd name="T17" fmla="*/ 34 h 52"/>
                  <a:gd name="T18" fmla="*/ 18 w 108"/>
                  <a:gd name="T19" fmla="*/ 30 h 52"/>
                  <a:gd name="T20" fmla="*/ 26 w 108"/>
                  <a:gd name="T21" fmla="*/ 30 h 52"/>
                  <a:gd name="T22" fmla="*/ 38 w 108"/>
                  <a:gd name="T23" fmla="*/ 30 h 52"/>
                  <a:gd name="T24" fmla="*/ 38 w 108"/>
                  <a:gd name="T25" fmla="*/ 30 h 52"/>
                  <a:gd name="T26" fmla="*/ 44 w 108"/>
                  <a:gd name="T27" fmla="*/ 30 h 52"/>
                  <a:gd name="T28" fmla="*/ 48 w 108"/>
                  <a:gd name="T29" fmla="*/ 34 h 52"/>
                  <a:gd name="T30" fmla="*/ 48 w 108"/>
                  <a:gd name="T31" fmla="*/ 26 h 52"/>
                  <a:gd name="T32" fmla="*/ 48 w 108"/>
                  <a:gd name="T33" fmla="*/ 22 h 52"/>
                  <a:gd name="T34" fmla="*/ 44 w 108"/>
                  <a:gd name="T35" fmla="*/ 18 h 52"/>
                  <a:gd name="T36" fmla="*/ 52 w 108"/>
                  <a:gd name="T37" fmla="*/ 14 h 52"/>
                  <a:gd name="T38" fmla="*/ 56 w 108"/>
                  <a:gd name="T39" fmla="*/ 10 h 52"/>
                  <a:gd name="T40" fmla="*/ 60 w 108"/>
                  <a:gd name="T41" fmla="*/ 10 h 52"/>
                  <a:gd name="T42" fmla="*/ 64 w 108"/>
                  <a:gd name="T43" fmla="*/ 6 h 52"/>
                  <a:gd name="T44" fmla="*/ 70 w 108"/>
                  <a:gd name="T45" fmla="*/ 6 h 52"/>
                  <a:gd name="T46" fmla="*/ 74 w 108"/>
                  <a:gd name="T47" fmla="*/ 6 h 52"/>
                  <a:gd name="T48" fmla="*/ 78 w 108"/>
                  <a:gd name="T49" fmla="*/ 4 h 52"/>
                  <a:gd name="T50" fmla="*/ 82 w 108"/>
                  <a:gd name="T51" fmla="*/ 0 h 52"/>
                  <a:gd name="T52" fmla="*/ 86 w 108"/>
                  <a:gd name="T53" fmla="*/ 4 h 52"/>
                  <a:gd name="T54" fmla="*/ 92 w 108"/>
                  <a:gd name="T55" fmla="*/ 4 h 52"/>
                  <a:gd name="T56" fmla="*/ 96 w 108"/>
                  <a:gd name="T57" fmla="*/ 6 h 52"/>
                  <a:gd name="T58" fmla="*/ 100 w 108"/>
                  <a:gd name="T59" fmla="*/ 6 h 52"/>
                  <a:gd name="T60" fmla="*/ 104 w 108"/>
                  <a:gd name="T61" fmla="*/ 6 h 52"/>
                  <a:gd name="T62" fmla="*/ 104 w 108"/>
                  <a:gd name="T63" fmla="*/ 14 h 52"/>
                  <a:gd name="T64" fmla="*/ 108 w 108"/>
                  <a:gd name="T65" fmla="*/ 18 h 52"/>
                  <a:gd name="T66" fmla="*/ 108 w 108"/>
                  <a:gd name="T67" fmla="*/ 22 h 52"/>
                  <a:gd name="T68" fmla="*/ 108 w 108"/>
                  <a:gd name="T69" fmla="*/ 26 h 52"/>
                  <a:gd name="T70" fmla="*/ 100 w 108"/>
                  <a:gd name="T71" fmla="*/ 26 h 52"/>
                  <a:gd name="T72" fmla="*/ 100 w 108"/>
                  <a:gd name="T73" fmla="*/ 30 h 52"/>
                  <a:gd name="T74" fmla="*/ 100 w 108"/>
                  <a:gd name="T75" fmla="*/ 34 h 52"/>
                  <a:gd name="T76" fmla="*/ 100 w 108"/>
                  <a:gd name="T77" fmla="*/ 38 h 52"/>
                  <a:gd name="T78" fmla="*/ 96 w 108"/>
                  <a:gd name="T79" fmla="*/ 40 h 52"/>
                  <a:gd name="T80" fmla="*/ 92 w 108"/>
                  <a:gd name="T81" fmla="*/ 44 h 52"/>
                  <a:gd name="T82" fmla="*/ 90 w 108"/>
                  <a:gd name="T83" fmla="*/ 48 h 52"/>
                  <a:gd name="T84" fmla="*/ 78 w 108"/>
                  <a:gd name="T85" fmla="*/ 48 h 52"/>
                  <a:gd name="T86" fmla="*/ 70 w 108"/>
                  <a:gd name="T87" fmla="*/ 52 h 52"/>
                  <a:gd name="T88" fmla="*/ 64 w 108"/>
                  <a:gd name="T89" fmla="*/ 52 h 52"/>
                  <a:gd name="T90" fmla="*/ 56 w 108"/>
                  <a:gd name="T91" fmla="*/ 52 h 52"/>
                  <a:gd name="T92" fmla="*/ 44 w 108"/>
                  <a:gd name="T93" fmla="*/ 48 h 52"/>
                  <a:gd name="T94" fmla="*/ 40 w 108"/>
                  <a:gd name="T95" fmla="*/ 48 h 52"/>
                  <a:gd name="T96" fmla="*/ 38 w 108"/>
                  <a:gd name="T97" fmla="*/ 40 h 52"/>
                  <a:gd name="T98" fmla="*/ 38 w 108"/>
                  <a:gd name="T99" fmla="*/ 40 h 52"/>
                  <a:gd name="T100" fmla="*/ 30 w 108"/>
                  <a:gd name="T101" fmla="*/ 40 h 52"/>
                  <a:gd name="T102" fmla="*/ 22 w 108"/>
                  <a:gd name="T103" fmla="*/ 44 h 52"/>
                  <a:gd name="T104" fmla="*/ 18 w 108"/>
                  <a:gd name="T105" fmla="*/ 44 h 52"/>
                  <a:gd name="T106" fmla="*/ 14 w 108"/>
                  <a:gd name="T107" fmla="*/ 4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8" h="52">
                    <a:moveTo>
                      <a:pt x="14" y="44"/>
                    </a:moveTo>
                    <a:lnTo>
                      <a:pt x="14" y="44"/>
                    </a:lnTo>
                    <a:lnTo>
                      <a:pt x="14" y="40"/>
                    </a:lnTo>
                    <a:lnTo>
                      <a:pt x="12" y="40"/>
                    </a:lnTo>
                    <a:lnTo>
                      <a:pt x="12" y="40"/>
                    </a:lnTo>
                    <a:lnTo>
                      <a:pt x="12" y="40"/>
                    </a:lnTo>
                    <a:lnTo>
                      <a:pt x="12" y="44"/>
                    </a:lnTo>
                    <a:lnTo>
                      <a:pt x="12" y="44"/>
                    </a:lnTo>
                    <a:lnTo>
                      <a:pt x="12" y="44"/>
                    </a:lnTo>
                    <a:lnTo>
                      <a:pt x="8" y="44"/>
                    </a:lnTo>
                    <a:lnTo>
                      <a:pt x="8" y="44"/>
                    </a:lnTo>
                    <a:lnTo>
                      <a:pt x="8" y="44"/>
                    </a:lnTo>
                    <a:lnTo>
                      <a:pt x="8" y="44"/>
                    </a:lnTo>
                    <a:lnTo>
                      <a:pt x="8" y="44"/>
                    </a:lnTo>
                    <a:lnTo>
                      <a:pt x="4" y="44"/>
                    </a:lnTo>
                    <a:lnTo>
                      <a:pt x="4" y="40"/>
                    </a:lnTo>
                    <a:lnTo>
                      <a:pt x="8" y="40"/>
                    </a:lnTo>
                    <a:lnTo>
                      <a:pt x="4" y="40"/>
                    </a:lnTo>
                    <a:lnTo>
                      <a:pt x="4" y="40"/>
                    </a:lnTo>
                    <a:lnTo>
                      <a:pt x="4" y="40"/>
                    </a:lnTo>
                    <a:lnTo>
                      <a:pt x="0" y="40"/>
                    </a:lnTo>
                    <a:lnTo>
                      <a:pt x="0" y="40"/>
                    </a:lnTo>
                    <a:lnTo>
                      <a:pt x="4" y="40"/>
                    </a:lnTo>
                    <a:lnTo>
                      <a:pt x="4" y="40"/>
                    </a:lnTo>
                    <a:lnTo>
                      <a:pt x="4" y="38"/>
                    </a:lnTo>
                    <a:lnTo>
                      <a:pt x="0" y="38"/>
                    </a:lnTo>
                    <a:lnTo>
                      <a:pt x="0" y="38"/>
                    </a:lnTo>
                    <a:lnTo>
                      <a:pt x="0" y="38"/>
                    </a:lnTo>
                    <a:lnTo>
                      <a:pt x="0" y="34"/>
                    </a:lnTo>
                    <a:lnTo>
                      <a:pt x="4" y="34"/>
                    </a:lnTo>
                    <a:lnTo>
                      <a:pt x="4" y="34"/>
                    </a:lnTo>
                    <a:lnTo>
                      <a:pt x="4" y="34"/>
                    </a:lnTo>
                    <a:lnTo>
                      <a:pt x="0" y="34"/>
                    </a:lnTo>
                    <a:lnTo>
                      <a:pt x="0" y="34"/>
                    </a:lnTo>
                    <a:lnTo>
                      <a:pt x="0" y="30"/>
                    </a:lnTo>
                    <a:lnTo>
                      <a:pt x="0" y="30"/>
                    </a:lnTo>
                    <a:lnTo>
                      <a:pt x="0" y="30"/>
                    </a:lnTo>
                    <a:lnTo>
                      <a:pt x="4" y="30"/>
                    </a:lnTo>
                    <a:lnTo>
                      <a:pt x="4" y="30"/>
                    </a:lnTo>
                    <a:lnTo>
                      <a:pt x="4" y="30"/>
                    </a:lnTo>
                    <a:lnTo>
                      <a:pt x="4" y="30"/>
                    </a:lnTo>
                    <a:lnTo>
                      <a:pt x="4" y="30"/>
                    </a:lnTo>
                    <a:lnTo>
                      <a:pt x="4" y="30"/>
                    </a:lnTo>
                    <a:lnTo>
                      <a:pt x="8" y="30"/>
                    </a:lnTo>
                    <a:lnTo>
                      <a:pt x="8" y="34"/>
                    </a:lnTo>
                    <a:lnTo>
                      <a:pt x="12" y="34"/>
                    </a:lnTo>
                    <a:lnTo>
                      <a:pt x="12" y="34"/>
                    </a:lnTo>
                    <a:lnTo>
                      <a:pt x="12" y="38"/>
                    </a:lnTo>
                    <a:lnTo>
                      <a:pt x="12" y="38"/>
                    </a:lnTo>
                    <a:lnTo>
                      <a:pt x="12" y="38"/>
                    </a:lnTo>
                    <a:lnTo>
                      <a:pt x="12" y="38"/>
                    </a:lnTo>
                    <a:lnTo>
                      <a:pt x="14" y="34"/>
                    </a:lnTo>
                    <a:lnTo>
                      <a:pt x="14" y="34"/>
                    </a:lnTo>
                    <a:lnTo>
                      <a:pt x="14" y="34"/>
                    </a:lnTo>
                    <a:lnTo>
                      <a:pt x="14" y="30"/>
                    </a:lnTo>
                    <a:lnTo>
                      <a:pt x="14" y="30"/>
                    </a:lnTo>
                    <a:lnTo>
                      <a:pt x="14" y="30"/>
                    </a:lnTo>
                    <a:lnTo>
                      <a:pt x="14" y="30"/>
                    </a:lnTo>
                    <a:lnTo>
                      <a:pt x="18" y="30"/>
                    </a:lnTo>
                    <a:lnTo>
                      <a:pt x="18" y="30"/>
                    </a:lnTo>
                    <a:lnTo>
                      <a:pt x="22" y="34"/>
                    </a:lnTo>
                    <a:lnTo>
                      <a:pt x="22" y="34"/>
                    </a:lnTo>
                    <a:lnTo>
                      <a:pt x="22" y="34"/>
                    </a:lnTo>
                    <a:lnTo>
                      <a:pt x="22" y="34"/>
                    </a:lnTo>
                    <a:lnTo>
                      <a:pt x="26" y="34"/>
                    </a:lnTo>
                    <a:lnTo>
                      <a:pt x="26" y="30"/>
                    </a:lnTo>
                    <a:lnTo>
                      <a:pt x="30" y="30"/>
                    </a:lnTo>
                    <a:lnTo>
                      <a:pt x="30" y="30"/>
                    </a:lnTo>
                    <a:lnTo>
                      <a:pt x="30" y="30"/>
                    </a:lnTo>
                    <a:lnTo>
                      <a:pt x="30" y="30"/>
                    </a:lnTo>
                    <a:lnTo>
                      <a:pt x="34" y="30"/>
                    </a:lnTo>
                    <a:lnTo>
                      <a:pt x="38" y="30"/>
                    </a:lnTo>
                    <a:lnTo>
                      <a:pt x="38" y="30"/>
                    </a:lnTo>
                    <a:lnTo>
                      <a:pt x="38" y="30"/>
                    </a:lnTo>
                    <a:lnTo>
                      <a:pt x="38" y="30"/>
                    </a:lnTo>
                    <a:lnTo>
                      <a:pt x="38" y="30"/>
                    </a:lnTo>
                    <a:lnTo>
                      <a:pt x="38" y="30"/>
                    </a:lnTo>
                    <a:lnTo>
                      <a:pt x="38" y="30"/>
                    </a:lnTo>
                    <a:lnTo>
                      <a:pt x="40" y="30"/>
                    </a:lnTo>
                    <a:lnTo>
                      <a:pt x="40" y="30"/>
                    </a:lnTo>
                    <a:lnTo>
                      <a:pt x="44" y="30"/>
                    </a:lnTo>
                    <a:lnTo>
                      <a:pt x="44" y="30"/>
                    </a:lnTo>
                    <a:lnTo>
                      <a:pt x="44" y="30"/>
                    </a:lnTo>
                    <a:lnTo>
                      <a:pt x="44" y="30"/>
                    </a:lnTo>
                    <a:lnTo>
                      <a:pt x="44" y="30"/>
                    </a:lnTo>
                    <a:lnTo>
                      <a:pt x="48" y="30"/>
                    </a:lnTo>
                    <a:lnTo>
                      <a:pt x="48" y="30"/>
                    </a:lnTo>
                    <a:lnTo>
                      <a:pt x="48" y="30"/>
                    </a:lnTo>
                    <a:lnTo>
                      <a:pt x="48" y="30"/>
                    </a:lnTo>
                    <a:lnTo>
                      <a:pt x="48" y="34"/>
                    </a:lnTo>
                    <a:lnTo>
                      <a:pt x="48" y="34"/>
                    </a:lnTo>
                    <a:lnTo>
                      <a:pt x="52" y="34"/>
                    </a:lnTo>
                    <a:lnTo>
                      <a:pt x="52" y="30"/>
                    </a:lnTo>
                    <a:lnTo>
                      <a:pt x="52" y="30"/>
                    </a:lnTo>
                    <a:lnTo>
                      <a:pt x="52" y="26"/>
                    </a:lnTo>
                    <a:lnTo>
                      <a:pt x="48" y="26"/>
                    </a:lnTo>
                    <a:lnTo>
                      <a:pt x="48" y="26"/>
                    </a:lnTo>
                    <a:lnTo>
                      <a:pt x="48" y="26"/>
                    </a:lnTo>
                    <a:lnTo>
                      <a:pt x="48" y="26"/>
                    </a:lnTo>
                    <a:lnTo>
                      <a:pt x="48" y="26"/>
                    </a:lnTo>
                    <a:lnTo>
                      <a:pt x="48" y="26"/>
                    </a:lnTo>
                    <a:lnTo>
                      <a:pt x="48" y="22"/>
                    </a:lnTo>
                    <a:lnTo>
                      <a:pt x="48" y="22"/>
                    </a:lnTo>
                    <a:lnTo>
                      <a:pt x="48" y="22"/>
                    </a:lnTo>
                    <a:lnTo>
                      <a:pt x="48" y="22"/>
                    </a:lnTo>
                    <a:lnTo>
                      <a:pt x="48" y="22"/>
                    </a:lnTo>
                    <a:lnTo>
                      <a:pt x="48" y="18"/>
                    </a:lnTo>
                    <a:lnTo>
                      <a:pt x="44" y="18"/>
                    </a:lnTo>
                    <a:lnTo>
                      <a:pt x="44" y="18"/>
                    </a:lnTo>
                    <a:lnTo>
                      <a:pt x="48" y="18"/>
                    </a:lnTo>
                    <a:lnTo>
                      <a:pt x="48" y="14"/>
                    </a:lnTo>
                    <a:lnTo>
                      <a:pt x="52" y="14"/>
                    </a:lnTo>
                    <a:lnTo>
                      <a:pt x="52" y="14"/>
                    </a:lnTo>
                    <a:lnTo>
                      <a:pt x="52" y="14"/>
                    </a:lnTo>
                    <a:lnTo>
                      <a:pt x="56" y="14"/>
                    </a:lnTo>
                    <a:lnTo>
                      <a:pt x="56" y="14"/>
                    </a:lnTo>
                    <a:lnTo>
                      <a:pt x="56" y="14"/>
                    </a:lnTo>
                    <a:lnTo>
                      <a:pt x="56" y="14"/>
                    </a:lnTo>
                    <a:lnTo>
                      <a:pt x="56" y="10"/>
                    </a:lnTo>
                    <a:lnTo>
                      <a:pt x="56" y="10"/>
                    </a:lnTo>
                    <a:lnTo>
                      <a:pt x="56" y="10"/>
                    </a:lnTo>
                    <a:lnTo>
                      <a:pt x="56" y="10"/>
                    </a:lnTo>
                    <a:lnTo>
                      <a:pt x="60" y="10"/>
                    </a:lnTo>
                    <a:lnTo>
                      <a:pt x="60" y="10"/>
                    </a:lnTo>
                    <a:lnTo>
                      <a:pt x="60" y="10"/>
                    </a:lnTo>
                    <a:lnTo>
                      <a:pt x="60" y="10"/>
                    </a:lnTo>
                    <a:lnTo>
                      <a:pt x="60" y="10"/>
                    </a:lnTo>
                    <a:lnTo>
                      <a:pt x="60" y="6"/>
                    </a:lnTo>
                    <a:lnTo>
                      <a:pt x="60" y="6"/>
                    </a:lnTo>
                    <a:lnTo>
                      <a:pt x="60" y="6"/>
                    </a:lnTo>
                    <a:lnTo>
                      <a:pt x="64" y="6"/>
                    </a:lnTo>
                    <a:lnTo>
                      <a:pt x="64" y="6"/>
                    </a:lnTo>
                    <a:lnTo>
                      <a:pt x="64" y="6"/>
                    </a:lnTo>
                    <a:lnTo>
                      <a:pt x="64" y="6"/>
                    </a:lnTo>
                    <a:lnTo>
                      <a:pt x="66" y="10"/>
                    </a:lnTo>
                    <a:lnTo>
                      <a:pt x="66" y="10"/>
                    </a:lnTo>
                    <a:lnTo>
                      <a:pt x="70" y="10"/>
                    </a:lnTo>
                    <a:lnTo>
                      <a:pt x="70" y="6"/>
                    </a:lnTo>
                    <a:lnTo>
                      <a:pt x="70" y="6"/>
                    </a:lnTo>
                    <a:lnTo>
                      <a:pt x="70" y="6"/>
                    </a:lnTo>
                    <a:lnTo>
                      <a:pt x="74" y="6"/>
                    </a:lnTo>
                    <a:lnTo>
                      <a:pt x="74" y="10"/>
                    </a:lnTo>
                    <a:lnTo>
                      <a:pt x="74" y="10"/>
                    </a:lnTo>
                    <a:lnTo>
                      <a:pt x="74" y="6"/>
                    </a:lnTo>
                    <a:lnTo>
                      <a:pt x="74" y="6"/>
                    </a:lnTo>
                    <a:lnTo>
                      <a:pt x="74" y="6"/>
                    </a:lnTo>
                    <a:lnTo>
                      <a:pt x="74" y="4"/>
                    </a:lnTo>
                    <a:lnTo>
                      <a:pt x="74" y="4"/>
                    </a:lnTo>
                    <a:lnTo>
                      <a:pt x="74" y="4"/>
                    </a:lnTo>
                    <a:lnTo>
                      <a:pt x="78" y="4"/>
                    </a:lnTo>
                    <a:lnTo>
                      <a:pt x="78" y="4"/>
                    </a:lnTo>
                    <a:lnTo>
                      <a:pt x="78" y="0"/>
                    </a:lnTo>
                    <a:lnTo>
                      <a:pt x="78" y="0"/>
                    </a:lnTo>
                    <a:lnTo>
                      <a:pt x="78" y="0"/>
                    </a:lnTo>
                    <a:lnTo>
                      <a:pt x="78" y="0"/>
                    </a:lnTo>
                    <a:lnTo>
                      <a:pt x="82" y="0"/>
                    </a:lnTo>
                    <a:lnTo>
                      <a:pt x="82" y="0"/>
                    </a:lnTo>
                    <a:lnTo>
                      <a:pt x="82" y="0"/>
                    </a:lnTo>
                    <a:lnTo>
                      <a:pt x="82" y="0"/>
                    </a:lnTo>
                    <a:lnTo>
                      <a:pt x="86" y="4"/>
                    </a:lnTo>
                    <a:lnTo>
                      <a:pt x="86" y="4"/>
                    </a:lnTo>
                    <a:lnTo>
                      <a:pt x="86" y="4"/>
                    </a:lnTo>
                    <a:lnTo>
                      <a:pt x="86" y="4"/>
                    </a:lnTo>
                    <a:lnTo>
                      <a:pt x="86" y="4"/>
                    </a:lnTo>
                    <a:lnTo>
                      <a:pt x="90" y="4"/>
                    </a:lnTo>
                    <a:lnTo>
                      <a:pt x="90" y="4"/>
                    </a:lnTo>
                    <a:lnTo>
                      <a:pt x="90" y="4"/>
                    </a:lnTo>
                    <a:lnTo>
                      <a:pt x="92" y="4"/>
                    </a:lnTo>
                    <a:lnTo>
                      <a:pt x="92" y="6"/>
                    </a:lnTo>
                    <a:lnTo>
                      <a:pt x="92" y="6"/>
                    </a:lnTo>
                    <a:lnTo>
                      <a:pt x="92" y="6"/>
                    </a:lnTo>
                    <a:lnTo>
                      <a:pt x="92" y="6"/>
                    </a:lnTo>
                    <a:lnTo>
                      <a:pt x="96" y="6"/>
                    </a:lnTo>
                    <a:lnTo>
                      <a:pt x="96" y="6"/>
                    </a:lnTo>
                    <a:lnTo>
                      <a:pt x="96" y="6"/>
                    </a:lnTo>
                    <a:lnTo>
                      <a:pt x="96" y="4"/>
                    </a:lnTo>
                    <a:lnTo>
                      <a:pt x="96" y="4"/>
                    </a:lnTo>
                    <a:lnTo>
                      <a:pt x="100" y="4"/>
                    </a:lnTo>
                    <a:lnTo>
                      <a:pt x="100" y="4"/>
                    </a:lnTo>
                    <a:lnTo>
                      <a:pt x="100" y="6"/>
                    </a:lnTo>
                    <a:lnTo>
                      <a:pt x="104" y="6"/>
                    </a:lnTo>
                    <a:lnTo>
                      <a:pt x="104" y="6"/>
                    </a:lnTo>
                    <a:lnTo>
                      <a:pt x="104" y="6"/>
                    </a:lnTo>
                    <a:lnTo>
                      <a:pt x="104" y="6"/>
                    </a:lnTo>
                    <a:lnTo>
                      <a:pt x="104" y="6"/>
                    </a:lnTo>
                    <a:lnTo>
                      <a:pt x="104" y="6"/>
                    </a:lnTo>
                    <a:lnTo>
                      <a:pt x="104" y="10"/>
                    </a:lnTo>
                    <a:lnTo>
                      <a:pt x="104" y="10"/>
                    </a:lnTo>
                    <a:lnTo>
                      <a:pt x="104" y="10"/>
                    </a:lnTo>
                    <a:lnTo>
                      <a:pt x="104" y="10"/>
                    </a:lnTo>
                    <a:lnTo>
                      <a:pt x="104" y="10"/>
                    </a:lnTo>
                    <a:lnTo>
                      <a:pt x="104" y="14"/>
                    </a:lnTo>
                    <a:lnTo>
                      <a:pt x="104" y="14"/>
                    </a:lnTo>
                    <a:lnTo>
                      <a:pt x="104" y="14"/>
                    </a:lnTo>
                    <a:lnTo>
                      <a:pt x="104" y="14"/>
                    </a:lnTo>
                    <a:lnTo>
                      <a:pt x="104" y="18"/>
                    </a:lnTo>
                    <a:lnTo>
                      <a:pt x="108" y="18"/>
                    </a:lnTo>
                    <a:lnTo>
                      <a:pt x="108" y="18"/>
                    </a:lnTo>
                    <a:lnTo>
                      <a:pt x="108" y="18"/>
                    </a:lnTo>
                    <a:lnTo>
                      <a:pt x="108" y="18"/>
                    </a:lnTo>
                    <a:lnTo>
                      <a:pt x="108" y="22"/>
                    </a:lnTo>
                    <a:lnTo>
                      <a:pt x="108" y="22"/>
                    </a:lnTo>
                    <a:lnTo>
                      <a:pt x="108" y="22"/>
                    </a:lnTo>
                    <a:lnTo>
                      <a:pt x="108" y="22"/>
                    </a:lnTo>
                    <a:lnTo>
                      <a:pt x="108" y="22"/>
                    </a:lnTo>
                    <a:lnTo>
                      <a:pt x="108" y="26"/>
                    </a:lnTo>
                    <a:lnTo>
                      <a:pt x="108" y="26"/>
                    </a:lnTo>
                    <a:lnTo>
                      <a:pt x="108" y="26"/>
                    </a:lnTo>
                    <a:lnTo>
                      <a:pt x="108" y="26"/>
                    </a:lnTo>
                    <a:lnTo>
                      <a:pt x="108" y="26"/>
                    </a:lnTo>
                    <a:lnTo>
                      <a:pt x="104" y="26"/>
                    </a:lnTo>
                    <a:lnTo>
                      <a:pt x="104" y="26"/>
                    </a:lnTo>
                    <a:lnTo>
                      <a:pt x="104" y="30"/>
                    </a:lnTo>
                    <a:lnTo>
                      <a:pt x="104" y="30"/>
                    </a:lnTo>
                    <a:lnTo>
                      <a:pt x="104" y="26"/>
                    </a:lnTo>
                    <a:lnTo>
                      <a:pt x="100" y="26"/>
                    </a:lnTo>
                    <a:lnTo>
                      <a:pt x="100" y="26"/>
                    </a:lnTo>
                    <a:lnTo>
                      <a:pt x="100" y="26"/>
                    </a:lnTo>
                    <a:lnTo>
                      <a:pt x="100" y="26"/>
                    </a:lnTo>
                    <a:lnTo>
                      <a:pt x="96" y="26"/>
                    </a:lnTo>
                    <a:lnTo>
                      <a:pt x="96" y="30"/>
                    </a:lnTo>
                    <a:lnTo>
                      <a:pt x="100" y="30"/>
                    </a:lnTo>
                    <a:lnTo>
                      <a:pt x="100" y="30"/>
                    </a:lnTo>
                    <a:lnTo>
                      <a:pt x="100" y="30"/>
                    </a:lnTo>
                    <a:lnTo>
                      <a:pt x="100" y="30"/>
                    </a:lnTo>
                    <a:lnTo>
                      <a:pt x="100" y="30"/>
                    </a:lnTo>
                    <a:lnTo>
                      <a:pt x="100" y="30"/>
                    </a:lnTo>
                    <a:lnTo>
                      <a:pt x="100" y="34"/>
                    </a:lnTo>
                    <a:lnTo>
                      <a:pt x="100" y="34"/>
                    </a:lnTo>
                    <a:lnTo>
                      <a:pt x="100" y="34"/>
                    </a:lnTo>
                    <a:lnTo>
                      <a:pt x="96" y="34"/>
                    </a:lnTo>
                    <a:lnTo>
                      <a:pt x="96" y="34"/>
                    </a:lnTo>
                    <a:lnTo>
                      <a:pt x="100" y="38"/>
                    </a:lnTo>
                    <a:lnTo>
                      <a:pt x="100" y="38"/>
                    </a:lnTo>
                    <a:lnTo>
                      <a:pt x="96" y="38"/>
                    </a:lnTo>
                    <a:lnTo>
                      <a:pt x="96" y="38"/>
                    </a:lnTo>
                    <a:lnTo>
                      <a:pt x="96" y="38"/>
                    </a:lnTo>
                    <a:lnTo>
                      <a:pt x="100" y="40"/>
                    </a:lnTo>
                    <a:lnTo>
                      <a:pt x="100" y="40"/>
                    </a:lnTo>
                    <a:lnTo>
                      <a:pt x="96" y="40"/>
                    </a:lnTo>
                    <a:lnTo>
                      <a:pt x="96" y="40"/>
                    </a:lnTo>
                    <a:lnTo>
                      <a:pt x="96" y="40"/>
                    </a:lnTo>
                    <a:lnTo>
                      <a:pt x="96" y="40"/>
                    </a:lnTo>
                    <a:lnTo>
                      <a:pt x="96" y="40"/>
                    </a:lnTo>
                    <a:lnTo>
                      <a:pt x="96" y="40"/>
                    </a:lnTo>
                    <a:lnTo>
                      <a:pt x="92" y="44"/>
                    </a:lnTo>
                    <a:lnTo>
                      <a:pt x="92" y="44"/>
                    </a:lnTo>
                    <a:lnTo>
                      <a:pt x="92" y="44"/>
                    </a:lnTo>
                    <a:lnTo>
                      <a:pt x="92" y="44"/>
                    </a:lnTo>
                    <a:lnTo>
                      <a:pt x="92" y="48"/>
                    </a:lnTo>
                    <a:lnTo>
                      <a:pt x="90" y="48"/>
                    </a:lnTo>
                    <a:lnTo>
                      <a:pt x="90" y="48"/>
                    </a:lnTo>
                    <a:lnTo>
                      <a:pt x="90" y="48"/>
                    </a:lnTo>
                    <a:lnTo>
                      <a:pt x="86" y="48"/>
                    </a:lnTo>
                    <a:lnTo>
                      <a:pt x="82" y="48"/>
                    </a:lnTo>
                    <a:lnTo>
                      <a:pt x="78" y="48"/>
                    </a:lnTo>
                    <a:lnTo>
                      <a:pt x="78" y="48"/>
                    </a:lnTo>
                    <a:lnTo>
                      <a:pt x="78" y="48"/>
                    </a:lnTo>
                    <a:lnTo>
                      <a:pt x="78" y="48"/>
                    </a:lnTo>
                    <a:lnTo>
                      <a:pt x="74" y="48"/>
                    </a:lnTo>
                    <a:lnTo>
                      <a:pt x="74" y="52"/>
                    </a:lnTo>
                    <a:lnTo>
                      <a:pt x="74" y="52"/>
                    </a:lnTo>
                    <a:lnTo>
                      <a:pt x="74" y="52"/>
                    </a:lnTo>
                    <a:lnTo>
                      <a:pt x="70" y="52"/>
                    </a:lnTo>
                    <a:lnTo>
                      <a:pt x="70" y="52"/>
                    </a:lnTo>
                    <a:lnTo>
                      <a:pt x="66" y="52"/>
                    </a:lnTo>
                    <a:lnTo>
                      <a:pt x="66" y="52"/>
                    </a:lnTo>
                    <a:lnTo>
                      <a:pt x="66" y="52"/>
                    </a:lnTo>
                    <a:lnTo>
                      <a:pt x="64" y="52"/>
                    </a:lnTo>
                    <a:lnTo>
                      <a:pt x="64" y="52"/>
                    </a:lnTo>
                    <a:lnTo>
                      <a:pt x="64" y="52"/>
                    </a:lnTo>
                    <a:lnTo>
                      <a:pt x="60" y="52"/>
                    </a:lnTo>
                    <a:lnTo>
                      <a:pt x="60" y="52"/>
                    </a:lnTo>
                    <a:lnTo>
                      <a:pt x="60" y="52"/>
                    </a:lnTo>
                    <a:lnTo>
                      <a:pt x="56" y="52"/>
                    </a:lnTo>
                    <a:lnTo>
                      <a:pt x="56" y="52"/>
                    </a:lnTo>
                    <a:lnTo>
                      <a:pt x="52" y="52"/>
                    </a:lnTo>
                    <a:lnTo>
                      <a:pt x="48" y="48"/>
                    </a:lnTo>
                    <a:lnTo>
                      <a:pt x="44" y="48"/>
                    </a:lnTo>
                    <a:lnTo>
                      <a:pt x="44" y="48"/>
                    </a:lnTo>
                    <a:lnTo>
                      <a:pt x="44" y="48"/>
                    </a:lnTo>
                    <a:lnTo>
                      <a:pt x="44" y="48"/>
                    </a:lnTo>
                    <a:lnTo>
                      <a:pt x="44" y="48"/>
                    </a:lnTo>
                    <a:lnTo>
                      <a:pt x="44" y="48"/>
                    </a:lnTo>
                    <a:lnTo>
                      <a:pt x="44" y="48"/>
                    </a:lnTo>
                    <a:lnTo>
                      <a:pt x="40" y="48"/>
                    </a:lnTo>
                    <a:lnTo>
                      <a:pt x="40" y="48"/>
                    </a:lnTo>
                    <a:lnTo>
                      <a:pt x="40" y="48"/>
                    </a:lnTo>
                    <a:lnTo>
                      <a:pt x="40" y="48"/>
                    </a:lnTo>
                    <a:lnTo>
                      <a:pt x="40" y="44"/>
                    </a:lnTo>
                    <a:lnTo>
                      <a:pt x="38" y="44"/>
                    </a:lnTo>
                    <a:lnTo>
                      <a:pt x="38" y="44"/>
                    </a:lnTo>
                    <a:lnTo>
                      <a:pt x="38" y="44"/>
                    </a:lnTo>
                    <a:lnTo>
                      <a:pt x="38" y="40"/>
                    </a:lnTo>
                    <a:lnTo>
                      <a:pt x="38" y="40"/>
                    </a:lnTo>
                    <a:lnTo>
                      <a:pt x="38" y="40"/>
                    </a:lnTo>
                    <a:lnTo>
                      <a:pt x="38" y="40"/>
                    </a:lnTo>
                    <a:lnTo>
                      <a:pt x="38" y="40"/>
                    </a:lnTo>
                    <a:lnTo>
                      <a:pt x="38" y="40"/>
                    </a:lnTo>
                    <a:lnTo>
                      <a:pt x="38" y="40"/>
                    </a:lnTo>
                    <a:lnTo>
                      <a:pt x="38" y="40"/>
                    </a:lnTo>
                    <a:lnTo>
                      <a:pt x="38" y="40"/>
                    </a:lnTo>
                    <a:lnTo>
                      <a:pt x="34" y="40"/>
                    </a:lnTo>
                    <a:lnTo>
                      <a:pt x="34" y="40"/>
                    </a:lnTo>
                    <a:lnTo>
                      <a:pt x="30" y="40"/>
                    </a:lnTo>
                    <a:lnTo>
                      <a:pt x="30" y="40"/>
                    </a:lnTo>
                    <a:lnTo>
                      <a:pt x="30" y="40"/>
                    </a:lnTo>
                    <a:lnTo>
                      <a:pt x="22" y="40"/>
                    </a:lnTo>
                    <a:lnTo>
                      <a:pt x="22" y="44"/>
                    </a:lnTo>
                    <a:lnTo>
                      <a:pt x="22" y="44"/>
                    </a:lnTo>
                    <a:lnTo>
                      <a:pt x="22" y="44"/>
                    </a:lnTo>
                    <a:lnTo>
                      <a:pt x="22" y="44"/>
                    </a:lnTo>
                    <a:lnTo>
                      <a:pt x="22" y="44"/>
                    </a:lnTo>
                    <a:lnTo>
                      <a:pt x="18" y="48"/>
                    </a:lnTo>
                    <a:lnTo>
                      <a:pt x="18" y="44"/>
                    </a:lnTo>
                    <a:lnTo>
                      <a:pt x="18" y="44"/>
                    </a:lnTo>
                    <a:lnTo>
                      <a:pt x="18" y="44"/>
                    </a:lnTo>
                    <a:lnTo>
                      <a:pt x="18" y="44"/>
                    </a:lnTo>
                    <a:lnTo>
                      <a:pt x="14" y="44"/>
                    </a:lnTo>
                    <a:lnTo>
                      <a:pt x="14" y="44"/>
                    </a:lnTo>
                    <a:lnTo>
                      <a:pt x="14" y="44"/>
                    </a:lnTo>
                    <a:lnTo>
                      <a:pt x="14" y="44"/>
                    </a:lnTo>
                    <a:lnTo>
                      <a:pt x="14" y="44"/>
                    </a:lnTo>
                    <a:lnTo>
                      <a:pt x="14" y="44"/>
                    </a:lnTo>
                    <a:lnTo>
                      <a:pt x="14" y="44"/>
                    </a:lnTo>
                    <a:lnTo>
                      <a:pt x="14"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6" name="Freeform 90"/>
              <p:cNvSpPr>
                <a:spLocks/>
              </p:cNvSpPr>
              <p:nvPr/>
            </p:nvSpPr>
            <p:spPr bwMode="gray">
              <a:xfrm>
                <a:off x="5370433" y="2700425"/>
                <a:ext cx="233061" cy="187840"/>
              </a:xfrm>
              <a:custGeom>
                <a:avLst/>
                <a:gdLst>
                  <a:gd name="T0" fmla="*/ 26 w 134"/>
                  <a:gd name="T1" fmla="*/ 94 h 108"/>
                  <a:gd name="T2" fmla="*/ 14 w 134"/>
                  <a:gd name="T3" fmla="*/ 98 h 108"/>
                  <a:gd name="T4" fmla="*/ 12 w 134"/>
                  <a:gd name="T5" fmla="*/ 100 h 108"/>
                  <a:gd name="T6" fmla="*/ 4 w 134"/>
                  <a:gd name="T7" fmla="*/ 100 h 108"/>
                  <a:gd name="T8" fmla="*/ 8 w 134"/>
                  <a:gd name="T9" fmla="*/ 90 h 108"/>
                  <a:gd name="T10" fmla="*/ 0 w 134"/>
                  <a:gd name="T11" fmla="*/ 82 h 108"/>
                  <a:gd name="T12" fmla="*/ 8 w 134"/>
                  <a:gd name="T13" fmla="*/ 78 h 108"/>
                  <a:gd name="T14" fmla="*/ 12 w 134"/>
                  <a:gd name="T15" fmla="*/ 74 h 108"/>
                  <a:gd name="T16" fmla="*/ 8 w 134"/>
                  <a:gd name="T17" fmla="*/ 60 h 108"/>
                  <a:gd name="T18" fmla="*/ 4 w 134"/>
                  <a:gd name="T19" fmla="*/ 52 h 108"/>
                  <a:gd name="T20" fmla="*/ 8 w 134"/>
                  <a:gd name="T21" fmla="*/ 48 h 108"/>
                  <a:gd name="T22" fmla="*/ 14 w 134"/>
                  <a:gd name="T23" fmla="*/ 48 h 108"/>
                  <a:gd name="T24" fmla="*/ 18 w 134"/>
                  <a:gd name="T25" fmla="*/ 48 h 108"/>
                  <a:gd name="T26" fmla="*/ 22 w 134"/>
                  <a:gd name="T27" fmla="*/ 44 h 108"/>
                  <a:gd name="T28" fmla="*/ 30 w 134"/>
                  <a:gd name="T29" fmla="*/ 44 h 108"/>
                  <a:gd name="T30" fmla="*/ 34 w 134"/>
                  <a:gd name="T31" fmla="*/ 44 h 108"/>
                  <a:gd name="T32" fmla="*/ 38 w 134"/>
                  <a:gd name="T33" fmla="*/ 40 h 108"/>
                  <a:gd name="T34" fmla="*/ 38 w 134"/>
                  <a:gd name="T35" fmla="*/ 38 h 108"/>
                  <a:gd name="T36" fmla="*/ 38 w 134"/>
                  <a:gd name="T37" fmla="*/ 30 h 108"/>
                  <a:gd name="T38" fmla="*/ 44 w 134"/>
                  <a:gd name="T39" fmla="*/ 22 h 108"/>
                  <a:gd name="T40" fmla="*/ 48 w 134"/>
                  <a:gd name="T41" fmla="*/ 18 h 108"/>
                  <a:gd name="T42" fmla="*/ 48 w 134"/>
                  <a:gd name="T43" fmla="*/ 10 h 108"/>
                  <a:gd name="T44" fmla="*/ 52 w 134"/>
                  <a:gd name="T45" fmla="*/ 10 h 108"/>
                  <a:gd name="T46" fmla="*/ 64 w 134"/>
                  <a:gd name="T47" fmla="*/ 10 h 108"/>
                  <a:gd name="T48" fmla="*/ 68 w 134"/>
                  <a:gd name="T49" fmla="*/ 4 h 108"/>
                  <a:gd name="T50" fmla="*/ 74 w 134"/>
                  <a:gd name="T51" fmla="*/ 4 h 108"/>
                  <a:gd name="T52" fmla="*/ 78 w 134"/>
                  <a:gd name="T53" fmla="*/ 8 h 108"/>
                  <a:gd name="T54" fmla="*/ 88 w 134"/>
                  <a:gd name="T55" fmla="*/ 8 h 108"/>
                  <a:gd name="T56" fmla="*/ 96 w 134"/>
                  <a:gd name="T57" fmla="*/ 8 h 108"/>
                  <a:gd name="T58" fmla="*/ 108 w 134"/>
                  <a:gd name="T59" fmla="*/ 14 h 108"/>
                  <a:gd name="T60" fmla="*/ 108 w 134"/>
                  <a:gd name="T61" fmla="*/ 18 h 108"/>
                  <a:gd name="T62" fmla="*/ 112 w 134"/>
                  <a:gd name="T63" fmla="*/ 26 h 108"/>
                  <a:gd name="T64" fmla="*/ 108 w 134"/>
                  <a:gd name="T65" fmla="*/ 34 h 108"/>
                  <a:gd name="T66" fmla="*/ 112 w 134"/>
                  <a:gd name="T67" fmla="*/ 38 h 108"/>
                  <a:gd name="T68" fmla="*/ 118 w 134"/>
                  <a:gd name="T69" fmla="*/ 44 h 108"/>
                  <a:gd name="T70" fmla="*/ 122 w 134"/>
                  <a:gd name="T71" fmla="*/ 52 h 108"/>
                  <a:gd name="T72" fmla="*/ 130 w 134"/>
                  <a:gd name="T73" fmla="*/ 56 h 108"/>
                  <a:gd name="T74" fmla="*/ 134 w 134"/>
                  <a:gd name="T75" fmla="*/ 60 h 108"/>
                  <a:gd name="T76" fmla="*/ 130 w 134"/>
                  <a:gd name="T77" fmla="*/ 68 h 108"/>
                  <a:gd name="T78" fmla="*/ 122 w 134"/>
                  <a:gd name="T79" fmla="*/ 68 h 108"/>
                  <a:gd name="T80" fmla="*/ 114 w 134"/>
                  <a:gd name="T81" fmla="*/ 70 h 108"/>
                  <a:gd name="T82" fmla="*/ 118 w 134"/>
                  <a:gd name="T83" fmla="*/ 74 h 108"/>
                  <a:gd name="T84" fmla="*/ 118 w 134"/>
                  <a:gd name="T85" fmla="*/ 86 h 108"/>
                  <a:gd name="T86" fmla="*/ 118 w 134"/>
                  <a:gd name="T87" fmla="*/ 90 h 108"/>
                  <a:gd name="T88" fmla="*/ 112 w 134"/>
                  <a:gd name="T89" fmla="*/ 90 h 108"/>
                  <a:gd name="T90" fmla="*/ 104 w 134"/>
                  <a:gd name="T91" fmla="*/ 94 h 108"/>
                  <a:gd name="T92" fmla="*/ 104 w 134"/>
                  <a:gd name="T93" fmla="*/ 104 h 108"/>
                  <a:gd name="T94" fmla="*/ 96 w 134"/>
                  <a:gd name="T95" fmla="*/ 100 h 108"/>
                  <a:gd name="T96" fmla="*/ 92 w 134"/>
                  <a:gd name="T97" fmla="*/ 104 h 108"/>
                  <a:gd name="T98" fmla="*/ 84 w 134"/>
                  <a:gd name="T99" fmla="*/ 100 h 108"/>
                  <a:gd name="T100" fmla="*/ 78 w 134"/>
                  <a:gd name="T101" fmla="*/ 100 h 108"/>
                  <a:gd name="T102" fmla="*/ 78 w 134"/>
                  <a:gd name="T103" fmla="*/ 100 h 108"/>
                  <a:gd name="T104" fmla="*/ 70 w 134"/>
                  <a:gd name="T105" fmla="*/ 100 h 108"/>
                  <a:gd name="T106" fmla="*/ 68 w 134"/>
                  <a:gd name="T107" fmla="*/ 100 h 108"/>
                  <a:gd name="T108" fmla="*/ 64 w 134"/>
                  <a:gd name="T109" fmla="*/ 100 h 108"/>
                  <a:gd name="T110" fmla="*/ 60 w 134"/>
                  <a:gd name="T111" fmla="*/ 100 h 108"/>
                  <a:gd name="T112" fmla="*/ 52 w 134"/>
                  <a:gd name="T113" fmla="*/ 98 h 108"/>
                  <a:gd name="T114" fmla="*/ 48 w 134"/>
                  <a:gd name="T115" fmla="*/ 94 h 108"/>
                  <a:gd name="T116" fmla="*/ 44 w 134"/>
                  <a:gd name="T117" fmla="*/ 94 h 108"/>
                  <a:gd name="T118" fmla="*/ 38 w 134"/>
                  <a:gd name="T119" fmla="*/ 94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4" h="108">
                    <a:moveTo>
                      <a:pt x="34" y="94"/>
                    </a:moveTo>
                    <a:lnTo>
                      <a:pt x="34" y="94"/>
                    </a:lnTo>
                    <a:lnTo>
                      <a:pt x="30" y="94"/>
                    </a:lnTo>
                    <a:lnTo>
                      <a:pt x="30" y="94"/>
                    </a:lnTo>
                    <a:lnTo>
                      <a:pt x="30" y="94"/>
                    </a:lnTo>
                    <a:lnTo>
                      <a:pt x="30" y="94"/>
                    </a:lnTo>
                    <a:lnTo>
                      <a:pt x="30" y="94"/>
                    </a:lnTo>
                    <a:lnTo>
                      <a:pt x="26" y="94"/>
                    </a:lnTo>
                    <a:lnTo>
                      <a:pt x="26" y="94"/>
                    </a:lnTo>
                    <a:lnTo>
                      <a:pt x="26" y="94"/>
                    </a:lnTo>
                    <a:lnTo>
                      <a:pt x="22" y="94"/>
                    </a:lnTo>
                    <a:lnTo>
                      <a:pt x="22" y="94"/>
                    </a:lnTo>
                    <a:lnTo>
                      <a:pt x="22" y="94"/>
                    </a:lnTo>
                    <a:lnTo>
                      <a:pt x="18" y="94"/>
                    </a:lnTo>
                    <a:lnTo>
                      <a:pt x="14" y="94"/>
                    </a:lnTo>
                    <a:lnTo>
                      <a:pt x="14" y="98"/>
                    </a:lnTo>
                    <a:lnTo>
                      <a:pt x="14" y="98"/>
                    </a:lnTo>
                    <a:lnTo>
                      <a:pt x="14" y="98"/>
                    </a:lnTo>
                    <a:lnTo>
                      <a:pt x="12" y="100"/>
                    </a:lnTo>
                    <a:lnTo>
                      <a:pt x="12" y="100"/>
                    </a:lnTo>
                    <a:lnTo>
                      <a:pt x="12" y="100"/>
                    </a:lnTo>
                    <a:lnTo>
                      <a:pt x="12" y="100"/>
                    </a:lnTo>
                    <a:lnTo>
                      <a:pt x="12" y="100"/>
                    </a:lnTo>
                    <a:lnTo>
                      <a:pt x="12" y="100"/>
                    </a:lnTo>
                    <a:lnTo>
                      <a:pt x="12" y="100"/>
                    </a:lnTo>
                    <a:lnTo>
                      <a:pt x="8" y="98"/>
                    </a:lnTo>
                    <a:lnTo>
                      <a:pt x="8" y="100"/>
                    </a:lnTo>
                    <a:lnTo>
                      <a:pt x="8" y="100"/>
                    </a:lnTo>
                    <a:lnTo>
                      <a:pt x="8" y="100"/>
                    </a:lnTo>
                    <a:lnTo>
                      <a:pt x="8" y="100"/>
                    </a:lnTo>
                    <a:lnTo>
                      <a:pt x="8" y="100"/>
                    </a:lnTo>
                    <a:lnTo>
                      <a:pt x="4" y="100"/>
                    </a:lnTo>
                    <a:lnTo>
                      <a:pt x="4" y="100"/>
                    </a:lnTo>
                    <a:lnTo>
                      <a:pt x="4" y="98"/>
                    </a:lnTo>
                    <a:lnTo>
                      <a:pt x="4" y="98"/>
                    </a:lnTo>
                    <a:lnTo>
                      <a:pt x="4" y="98"/>
                    </a:lnTo>
                    <a:lnTo>
                      <a:pt x="4" y="98"/>
                    </a:lnTo>
                    <a:lnTo>
                      <a:pt x="8" y="94"/>
                    </a:lnTo>
                    <a:lnTo>
                      <a:pt x="8" y="94"/>
                    </a:lnTo>
                    <a:lnTo>
                      <a:pt x="8" y="90"/>
                    </a:lnTo>
                    <a:lnTo>
                      <a:pt x="8" y="90"/>
                    </a:lnTo>
                    <a:lnTo>
                      <a:pt x="8" y="90"/>
                    </a:lnTo>
                    <a:lnTo>
                      <a:pt x="4" y="86"/>
                    </a:lnTo>
                    <a:lnTo>
                      <a:pt x="0" y="86"/>
                    </a:lnTo>
                    <a:lnTo>
                      <a:pt x="0" y="86"/>
                    </a:lnTo>
                    <a:lnTo>
                      <a:pt x="0" y="86"/>
                    </a:lnTo>
                    <a:lnTo>
                      <a:pt x="0" y="86"/>
                    </a:lnTo>
                    <a:lnTo>
                      <a:pt x="0" y="82"/>
                    </a:lnTo>
                    <a:lnTo>
                      <a:pt x="4" y="82"/>
                    </a:lnTo>
                    <a:lnTo>
                      <a:pt x="4" y="82"/>
                    </a:lnTo>
                    <a:lnTo>
                      <a:pt x="4" y="78"/>
                    </a:lnTo>
                    <a:lnTo>
                      <a:pt x="4" y="78"/>
                    </a:lnTo>
                    <a:lnTo>
                      <a:pt x="4" y="78"/>
                    </a:lnTo>
                    <a:lnTo>
                      <a:pt x="8" y="78"/>
                    </a:lnTo>
                    <a:lnTo>
                      <a:pt x="8" y="78"/>
                    </a:lnTo>
                    <a:lnTo>
                      <a:pt x="8" y="78"/>
                    </a:lnTo>
                    <a:lnTo>
                      <a:pt x="8" y="78"/>
                    </a:lnTo>
                    <a:lnTo>
                      <a:pt x="8" y="78"/>
                    </a:lnTo>
                    <a:lnTo>
                      <a:pt x="8" y="78"/>
                    </a:lnTo>
                    <a:lnTo>
                      <a:pt x="12" y="78"/>
                    </a:lnTo>
                    <a:lnTo>
                      <a:pt x="12" y="78"/>
                    </a:lnTo>
                    <a:lnTo>
                      <a:pt x="12" y="74"/>
                    </a:lnTo>
                    <a:lnTo>
                      <a:pt x="12" y="74"/>
                    </a:lnTo>
                    <a:lnTo>
                      <a:pt x="12" y="74"/>
                    </a:lnTo>
                    <a:lnTo>
                      <a:pt x="12" y="74"/>
                    </a:lnTo>
                    <a:lnTo>
                      <a:pt x="12" y="74"/>
                    </a:lnTo>
                    <a:lnTo>
                      <a:pt x="12" y="70"/>
                    </a:lnTo>
                    <a:lnTo>
                      <a:pt x="12" y="70"/>
                    </a:lnTo>
                    <a:lnTo>
                      <a:pt x="12" y="68"/>
                    </a:lnTo>
                    <a:lnTo>
                      <a:pt x="8" y="64"/>
                    </a:lnTo>
                    <a:lnTo>
                      <a:pt x="8" y="60"/>
                    </a:lnTo>
                    <a:lnTo>
                      <a:pt x="8" y="60"/>
                    </a:lnTo>
                    <a:lnTo>
                      <a:pt x="8" y="60"/>
                    </a:lnTo>
                    <a:lnTo>
                      <a:pt x="8" y="56"/>
                    </a:lnTo>
                    <a:lnTo>
                      <a:pt x="8" y="56"/>
                    </a:lnTo>
                    <a:lnTo>
                      <a:pt x="8" y="56"/>
                    </a:lnTo>
                    <a:lnTo>
                      <a:pt x="8" y="56"/>
                    </a:lnTo>
                    <a:lnTo>
                      <a:pt x="4" y="56"/>
                    </a:lnTo>
                    <a:lnTo>
                      <a:pt x="4" y="52"/>
                    </a:lnTo>
                    <a:lnTo>
                      <a:pt x="4" y="52"/>
                    </a:lnTo>
                    <a:lnTo>
                      <a:pt x="4" y="48"/>
                    </a:lnTo>
                    <a:lnTo>
                      <a:pt x="4" y="48"/>
                    </a:lnTo>
                    <a:lnTo>
                      <a:pt x="4" y="48"/>
                    </a:lnTo>
                    <a:lnTo>
                      <a:pt x="4" y="48"/>
                    </a:lnTo>
                    <a:lnTo>
                      <a:pt x="4" y="48"/>
                    </a:lnTo>
                    <a:lnTo>
                      <a:pt x="4" y="48"/>
                    </a:lnTo>
                    <a:lnTo>
                      <a:pt x="8" y="48"/>
                    </a:lnTo>
                    <a:lnTo>
                      <a:pt x="8" y="48"/>
                    </a:lnTo>
                    <a:lnTo>
                      <a:pt x="8" y="48"/>
                    </a:lnTo>
                    <a:lnTo>
                      <a:pt x="12" y="48"/>
                    </a:lnTo>
                    <a:lnTo>
                      <a:pt x="12" y="48"/>
                    </a:lnTo>
                    <a:lnTo>
                      <a:pt x="12" y="48"/>
                    </a:lnTo>
                    <a:lnTo>
                      <a:pt x="12" y="48"/>
                    </a:lnTo>
                    <a:lnTo>
                      <a:pt x="14" y="48"/>
                    </a:lnTo>
                    <a:lnTo>
                      <a:pt x="14" y="48"/>
                    </a:lnTo>
                    <a:lnTo>
                      <a:pt x="14" y="48"/>
                    </a:lnTo>
                    <a:lnTo>
                      <a:pt x="14" y="48"/>
                    </a:lnTo>
                    <a:lnTo>
                      <a:pt x="14" y="48"/>
                    </a:lnTo>
                    <a:lnTo>
                      <a:pt x="14" y="48"/>
                    </a:lnTo>
                    <a:lnTo>
                      <a:pt x="14" y="52"/>
                    </a:lnTo>
                    <a:lnTo>
                      <a:pt x="18" y="52"/>
                    </a:lnTo>
                    <a:lnTo>
                      <a:pt x="18" y="48"/>
                    </a:lnTo>
                    <a:lnTo>
                      <a:pt x="18" y="48"/>
                    </a:lnTo>
                    <a:lnTo>
                      <a:pt x="18" y="48"/>
                    </a:lnTo>
                    <a:lnTo>
                      <a:pt x="22" y="48"/>
                    </a:lnTo>
                    <a:lnTo>
                      <a:pt x="22" y="48"/>
                    </a:lnTo>
                    <a:lnTo>
                      <a:pt x="22" y="48"/>
                    </a:lnTo>
                    <a:lnTo>
                      <a:pt x="22" y="48"/>
                    </a:lnTo>
                    <a:lnTo>
                      <a:pt x="22" y="48"/>
                    </a:lnTo>
                    <a:lnTo>
                      <a:pt x="22" y="48"/>
                    </a:lnTo>
                    <a:lnTo>
                      <a:pt x="22" y="44"/>
                    </a:lnTo>
                    <a:lnTo>
                      <a:pt x="22" y="44"/>
                    </a:lnTo>
                    <a:lnTo>
                      <a:pt x="26" y="44"/>
                    </a:lnTo>
                    <a:lnTo>
                      <a:pt x="26" y="44"/>
                    </a:lnTo>
                    <a:lnTo>
                      <a:pt x="26" y="44"/>
                    </a:lnTo>
                    <a:lnTo>
                      <a:pt x="26" y="44"/>
                    </a:lnTo>
                    <a:lnTo>
                      <a:pt x="26" y="44"/>
                    </a:lnTo>
                    <a:lnTo>
                      <a:pt x="26" y="44"/>
                    </a:lnTo>
                    <a:lnTo>
                      <a:pt x="30" y="44"/>
                    </a:lnTo>
                    <a:lnTo>
                      <a:pt x="30" y="44"/>
                    </a:lnTo>
                    <a:lnTo>
                      <a:pt x="30" y="44"/>
                    </a:lnTo>
                    <a:lnTo>
                      <a:pt x="30" y="44"/>
                    </a:lnTo>
                    <a:lnTo>
                      <a:pt x="30" y="44"/>
                    </a:lnTo>
                    <a:lnTo>
                      <a:pt x="30" y="40"/>
                    </a:lnTo>
                    <a:lnTo>
                      <a:pt x="34" y="40"/>
                    </a:lnTo>
                    <a:lnTo>
                      <a:pt x="34" y="40"/>
                    </a:lnTo>
                    <a:lnTo>
                      <a:pt x="34" y="40"/>
                    </a:lnTo>
                    <a:lnTo>
                      <a:pt x="34" y="44"/>
                    </a:lnTo>
                    <a:lnTo>
                      <a:pt x="34" y="44"/>
                    </a:lnTo>
                    <a:lnTo>
                      <a:pt x="34" y="44"/>
                    </a:lnTo>
                    <a:lnTo>
                      <a:pt x="34" y="44"/>
                    </a:lnTo>
                    <a:lnTo>
                      <a:pt x="34" y="44"/>
                    </a:lnTo>
                    <a:lnTo>
                      <a:pt x="38" y="44"/>
                    </a:lnTo>
                    <a:lnTo>
                      <a:pt x="38" y="44"/>
                    </a:lnTo>
                    <a:lnTo>
                      <a:pt x="38" y="44"/>
                    </a:lnTo>
                    <a:lnTo>
                      <a:pt x="38" y="40"/>
                    </a:lnTo>
                    <a:lnTo>
                      <a:pt x="34" y="40"/>
                    </a:lnTo>
                    <a:lnTo>
                      <a:pt x="34" y="40"/>
                    </a:lnTo>
                    <a:lnTo>
                      <a:pt x="34" y="40"/>
                    </a:lnTo>
                    <a:lnTo>
                      <a:pt x="34" y="40"/>
                    </a:lnTo>
                    <a:lnTo>
                      <a:pt x="34" y="40"/>
                    </a:lnTo>
                    <a:lnTo>
                      <a:pt x="34" y="40"/>
                    </a:lnTo>
                    <a:lnTo>
                      <a:pt x="34" y="38"/>
                    </a:lnTo>
                    <a:lnTo>
                      <a:pt x="38" y="38"/>
                    </a:lnTo>
                    <a:lnTo>
                      <a:pt x="38" y="38"/>
                    </a:lnTo>
                    <a:lnTo>
                      <a:pt x="38" y="38"/>
                    </a:lnTo>
                    <a:lnTo>
                      <a:pt x="38" y="34"/>
                    </a:lnTo>
                    <a:lnTo>
                      <a:pt x="38" y="34"/>
                    </a:lnTo>
                    <a:lnTo>
                      <a:pt x="38" y="34"/>
                    </a:lnTo>
                    <a:lnTo>
                      <a:pt x="38" y="30"/>
                    </a:lnTo>
                    <a:lnTo>
                      <a:pt x="38" y="30"/>
                    </a:lnTo>
                    <a:lnTo>
                      <a:pt x="38" y="30"/>
                    </a:lnTo>
                    <a:lnTo>
                      <a:pt x="38" y="30"/>
                    </a:lnTo>
                    <a:lnTo>
                      <a:pt x="38" y="30"/>
                    </a:lnTo>
                    <a:lnTo>
                      <a:pt x="42" y="26"/>
                    </a:lnTo>
                    <a:lnTo>
                      <a:pt x="42" y="26"/>
                    </a:lnTo>
                    <a:lnTo>
                      <a:pt x="42" y="26"/>
                    </a:lnTo>
                    <a:lnTo>
                      <a:pt x="44" y="26"/>
                    </a:lnTo>
                    <a:lnTo>
                      <a:pt x="44" y="26"/>
                    </a:lnTo>
                    <a:lnTo>
                      <a:pt x="44" y="22"/>
                    </a:lnTo>
                    <a:lnTo>
                      <a:pt x="44" y="22"/>
                    </a:lnTo>
                    <a:lnTo>
                      <a:pt x="48" y="22"/>
                    </a:lnTo>
                    <a:lnTo>
                      <a:pt x="48" y="22"/>
                    </a:lnTo>
                    <a:lnTo>
                      <a:pt x="52" y="22"/>
                    </a:lnTo>
                    <a:lnTo>
                      <a:pt x="52" y="22"/>
                    </a:lnTo>
                    <a:lnTo>
                      <a:pt x="52" y="22"/>
                    </a:lnTo>
                    <a:lnTo>
                      <a:pt x="52" y="18"/>
                    </a:lnTo>
                    <a:lnTo>
                      <a:pt x="48" y="18"/>
                    </a:lnTo>
                    <a:lnTo>
                      <a:pt x="48" y="18"/>
                    </a:lnTo>
                    <a:lnTo>
                      <a:pt x="48" y="18"/>
                    </a:lnTo>
                    <a:lnTo>
                      <a:pt x="48" y="18"/>
                    </a:lnTo>
                    <a:lnTo>
                      <a:pt x="48" y="18"/>
                    </a:lnTo>
                    <a:lnTo>
                      <a:pt x="44" y="18"/>
                    </a:lnTo>
                    <a:lnTo>
                      <a:pt x="48" y="18"/>
                    </a:lnTo>
                    <a:lnTo>
                      <a:pt x="48" y="14"/>
                    </a:lnTo>
                    <a:lnTo>
                      <a:pt x="48" y="10"/>
                    </a:lnTo>
                    <a:lnTo>
                      <a:pt x="48" y="10"/>
                    </a:lnTo>
                    <a:lnTo>
                      <a:pt x="48" y="10"/>
                    </a:lnTo>
                    <a:lnTo>
                      <a:pt x="48" y="10"/>
                    </a:lnTo>
                    <a:lnTo>
                      <a:pt x="48" y="10"/>
                    </a:lnTo>
                    <a:lnTo>
                      <a:pt x="48" y="10"/>
                    </a:lnTo>
                    <a:lnTo>
                      <a:pt x="48" y="10"/>
                    </a:lnTo>
                    <a:lnTo>
                      <a:pt x="52" y="10"/>
                    </a:lnTo>
                    <a:lnTo>
                      <a:pt x="52" y="10"/>
                    </a:lnTo>
                    <a:lnTo>
                      <a:pt x="52" y="10"/>
                    </a:lnTo>
                    <a:lnTo>
                      <a:pt x="52" y="10"/>
                    </a:lnTo>
                    <a:lnTo>
                      <a:pt x="52" y="8"/>
                    </a:lnTo>
                    <a:lnTo>
                      <a:pt x="56" y="8"/>
                    </a:lnTo>
                    <a:lnTo>
                      <a:pt x="56" y="8"/>
                    </a:lnTo>
                    <a:lnTo>
                      <a:pt x="60" y="10"/>
                    </a:lnTo>
                    <a:lnTo>
                      <a:pt x="60" y="10"/>
                    </a:lnTo>
                    <a:lnTo>
                      <a:pt x="64" y="10"/>
                    </a:lnTo>
                    <a:lnTo>
                      <a:pt x="64" y="10"/>
                    </a:lnTo>
                    <a:lnTo>
                      <a:pt x="64" y="8"/>
                    </a:lnTo>
                    <a:lnTo>
                      <a:pt x="64" y="8"/>
                    </a:lnTo>
                    <a:lnTo>
                      <a:pt x="64" y="8"/>
                    </a:lnTo>
                    <a:lnTo>
                      <a:pt x="64" y="8"/>
                    </a:lnTo>
                    <a:lnTo>
                      <a:pt x="64" y="4"/>
                    </a:lnTo>
                    <a:lnTo>
                      <a:pt x="68" y="4"/>
                    </a:lnTo>
                    <a:lnTo>
                      <a:pt x="68" y="4"/>
                    </a:lnTo>
                    <a:lnTo>
                      <a:pt x="70" y="0"/>
                    </a:lnTo>
                    <a:lnTo>
                      <a:pt x="70" y="0"/>
                    </a:lnTo>
                    <a:lnTo>
                      <a:pt x="70" y="4"/>
                    </a:lnTo>
                    <a:lnTo>
                      <a:pt x="70" y="4"/>
                    </a:lnTo>
                    <a:lnTo>
                      <a:pt x="70" y="4"/>
                    </a:lnTo>
                    <a:lnTo>
                      <a:pt x="70" y="4"/>
                    </a:lnTo>
                    <a:lnTo>
                      <a:pt x="74" y="4"/>
                    </a:lnTo>
                    <a:lnTo>
                      <a:pt x="74" y="4"/>
                    </a:lnTo>
                    <a:lnTo>
                      <a:pt x="74" y="4"/>
                    </a:lnTo>
                    <a:lnTo>
                      <a:pt x="78" y="4"/>
                    </a:lnTo>
                    <a:lnTo>
                      <a:pt x="78" y="4"/>
                    </a:lnTo>
                    <a:lnTo>
                      <a:pt x="78" y="4"/>
                    </a:lnTo>
                    <a:lnTo>
                      <a:pt x="78" y="4"/>
                    </a:lnTo>
                    <a:lnTo>
                      <a:pt x="78" y="8"/>
                    </a:lnTo>
                    <a:lnTo>
                      <a:pt x="78" y="8"/>
                    </a:lnTo>
                    <a:lnTo>
                      <a:pt x="78" y="8"/>
                    </a:lnTo>
                    <a:lnTo>
                      <a:pt x="82" y="8"/>
                    </a:lnTo>
                    <a:lnTo>
                      <a:pt x="82" y="4"/>
                    </a:lnTo>
                    <a:lnTo>
                      <a:pt x="82" y="4"/>
                    </a:lnTo>
                    <a:lnTo>
                      <a:pt x="82" y="4"/>
                    </a:lnTo>
                    <a:lnTo>
                      <a:pt x="84" y="4"/>
                    </a:lnTo>
                    <a:lnTo>
                      <a:pt x="84" y="4"/>
                    </a:lnTo>
                    <a:lnTo>
                      <a:pt x="88" y="8"/>
                    </a:lnTo>
                    <a:lnTo>
                      <a:pt x="88" y="8"/>
                    </a:lnTo>
                    <a:lnTo>
                      <a:pt x="88" y="8"/>
                    </a:lnTo>
                    <a:lnTo>
                      <a:pt x="84" y="10"/>
                    </a:lnTo>
                    <a:lnTo>
                      <a:pt x="88" y="10"/>
                    </a:lnTo>
                    <a:lnTo>
                      <a:pt x="88" y="10"/>
                    </a:lnTo>
                    <a:lnTo>
                      <a:pt x="88" y="10"/>
                    </a:lnTo>
                    <a:lnTo>
                      <a:pt x="92" y="10"/>
                    </a:lnTo>
                    <a:lnTo>
                      <a:pt x="92" y="8"/>
                    </a:lnTo>
                    <a:lnTo>
                      <a:pt x="96" y="8"/>
                    </a:lnTo>
                    <a:lnTo>
                      <a:pt x="96" y="8"/>
                    </a:lnTo>
                    <a:lnTo>
                      <a:pt x="100" y="8"/>
                    </a:lnTo>
                    <a:lnTo>
                      <a:pt x="104" y="10"/>
                    </a:lnTo>
                    <a:lnTo>
                      <a:pt x="104" y="10"/>
                    </a:lnTo>
                    <a:lnTo>
                      <a:pt x="104" y="10"/>
                    </a:lnTo>
                    <a:lnTo>
                      <a:pt x="104" y="10"/>
                    </a:lnTo>
                    <a:lnTo>
                      <a:pt x="108" y="14"/>
                    </a:lnTo>
                    <a:lnTo>
                      <a:pt x="108" y="14"/>
                    </a:lnTo>
                    <a:lnTo>
                      <a:pt x="108" y="14"/>
                    </a:lnTo>
                    <a:lnTo>
                      <a:pt x="108" y="14"/>
                    </a:lnTo>
                    <a:lnTo>
                      <a:pt x="108" y="14"/>
                    </a:lnTo>
                    <a:lnTo>
                      <a:pt x="108" y="14"/>
                    </a:lnTo>
                    <a:lnTo>
                      <a:pt x="108" y="14"/>
                    </a:lnTo>
                    <a:lnTo>
                      <a:pt x="108" y="14"/>
                    </a:lnTo>
                    <a:lnTo>
                      <a:pt x="108" y="18"/>
                    </a:lnTo>
                    <a:lnTo>
                      <a:pt x="108" y="18"/>
                    </a:lnTo>
                    <a:lnTo>
                      <a:pt x="108" y="18"/>
                    </a:lnTo>
                    <a:lnTo>
                      <a:pt x="108" y="18"/>
                    </a:lnTo>
                    <a:lnTo>
                      <a:pt x="108" y="18"/>
                    </a:lnTo>
                    <a:lnTo>
                      <a:pt x="108" y="18"/>
                    </a:lnTo>
                    <a:lnTo>
                      <a:pt x="108" y="22"/>
                    </a:lnTo>
                    <a:lnTo>
                      <a:pt x="108" y="22"/>
                    </a:lnTo>
                    <a:lnTo>
                      <a:pt x="112" y="22"/>
                    </a:lnTo>
                    <a:lnTo>
                      <a:pt x="112" y="26"/>
                    </a:lnTo>
                    <a:lnTo>
                      <a:pt x="108" y="26"/>
                    </a:lnTo>
                    <a:lnTo>
                      <a:pt x="108" y="30"/>
                    </a:lnTo>
                    <a:lnTo>
                      <a:pt x="108" y="30"/>
                    </a:lnTo>
                    <a:lnTo>
                      <a:pt x="108" y="30"/>
                    </a:lnTo>
                    <a:lnTo>
                      <a:pt x="108" y="30"/>
                    </a:lnTo>
                    <a:lnTo>
                      <a:pt x="108" y="30"/>
                    </a:lnTo>
                    <a:lnTo>
                      <a:pt x="108" y="34"/>
                    </a:lnTo>
                    <a:lnTo>
                      <a:pt x="108" y="34"/>
                    </a:lnTo>
                    <a:lnTo>
                      <a:pt x="108" y="34"/>
                    </a:lnTo>
                    <a:lnTo>
                      <a:pt x="112" y="34"/>
                    </a:lnTo>
                    <a:lnTo>
                      <a:pt x="112" y="34"/>
                    </a:lnTo>
                    <a:lnTo>
                      <a:pt x="112" y="38"/>
                    </a:lnTo>
                    <a:lnTo>
                      <a:pt x="112" y="38"/>
                    </a:lnTo>
                    <a:lnTo>
                      <a:pt x="112" y="38"/>
                    </a:lnTo>
                    <a:lnTo>
                      <a:pt x="112" y="38"/>
                    </a:lnTo>
                    <a:lnTo>
                      <a:pt x="112" y="38"/>
                    </a:lnTo>
                    <a:lnTo>
                      <a:pt x="112" y="38"/>
                    </a:lnTo>
                    <a:lnTo>
                      <a:pt x="114" y="38"/>
                    </a:lnTo>
                    <a:lnTo>
                      <a:pt x="114" y="40"/>
                    </a:lnTo>
                    <a:lnTo>
                      <a:pt x="114" y="40"/>
                    </a:lnTo>
                    <a:lnTo>
                      <a:pt x="114" y="44"/>
                    </a:lnTo>
                    <a:lnTo>
                      <a:pt x="118" y="44"/>
                    </a:lnTo>
                    <a:lnTo>
                      <a:pt x="118" y="44"/>
                    </a:lnTo>
                    <a:lnTo>
                      <a:pt x="118" y="44"/>
                    </a:lnTo>
                    <a:lnTo>
                      <a:pt x="118" y="44"/>
                    </a:lnTo>
                    <a:lnTo>
                      <a:pt x="122" y="44"/>
                    </a:lnTo>
                    <a:lnTo>
                      <a:pt x="122" y="48"/>
                    </a:lnTo>
                    <a:lnTo>
                      <a:pt x="122" y="48"/>
                    </a:lnTo>
                    <a:lnTo>
                      <a:pt x="122" y="48"/>
                    </a:lnTo>
                    <a:lnTo>
                      <a:pt x="122" y="52"/>
                    </a:lnTo>
                    <a:lnTo>
                      <a:pt x="122" y="52"/>
                    </a:lnTo>
                    <a:lnTo>
                      <a:pt x="122" y="52"/>
                    </a:lnTo>
                    <a:lnTo>
                      <a:pt x="122" y="52"/>
                    </a:lnTo>
                    <a:lnTo>
                      <a:pt x="122" y="52"/>
                    </a:lnTo>
                    <a:lnTo>
                      <a:pt x="122" y="52"/>
                    </a:lnTo>
                    <a:lnTo>
                      <a:pt x="122" y="52"/>
                    </a:lnTo>
                    <a:lnTo>
                      <a:pt x="122" y="52"/>
                    </a:lnTo>
                    <a:lnTo>
                      <a:pt x="126" y="52"/>
                    </a:lnTo>
                    <a:lnTo>
                      <a:pt x="130" y="52"/>
                    </a:lnTo>
                    <a:lnTo>
                      <a:pt x="130" y="56"/>
                    </a:lnTo>
                    <a:lnTo>
                      <a:pt x="130" y="56"/>
                    </a:lnTo>
                    <a:lnTo>
                      <a:pt x="130" y="56"/>
                    </a:lnTo>
                    <a:lnTo>
                      <a:pt x="130" y="56"/>
                    </a:lnTo>
                    <a:lnTo>
                      <a:pt x="130" y="56"/>
                    </a:lnTo>
                    <a:lnTo>
                      <a:pt x="130" y="56"/>
                    </a:lnTo>
                    <a:lnTo>
                      <a:pt x="130" y="60"/>
                    </a:lnTo>
                    <a:lnTo>
                      <a:pt x="134" y="60"/>
                    </a:lnTo>
                    <a:lnTo>
                      <a:pt x="134" y="60"/>
                    </a:lnTo>
                    <a:lnTo>
                      <a:pt x="134" y="60"/>
                    </a:lnTo>
                    <a:lnTo>
                      <a:pt x="134" y="60"/>
                    </a:lnTo>
                    <a:lnTo>
                      <a:pt x="134" y="60"/>
                    </a:lnTo>
                    <a:lnTo>
                      <a:pt x="134" y="64"/>
                    </a:lnTo>
                    <a:lnTo>
                      <a:pt x="134" y="64"/>
                    </a:lnTo>
                    <a:lnTo>
                      <a:pt x="130" y="68"/>
                    </a:lnTo>
                    <a:lnTo>
                      <a:pt x="130" y="68"/>
                    </a:lnTo>
                    <a:lnTo>
                      <a:pt x="130" y="68"/>
                    </a:lnTo>
                    <a:lnTo>
                      <a:pt x="126" y="68"/>
                    </a:lnTo>
                    <a:lnTo>
                      <a:pt x="126" y="68"/>
                    </a:lnTo>
                    <a:lnTo>
                      <a:pt x="126" y="68"/>
                    </a:lnTo>
                    <a:lnTo>
                      <a:pt x="122" y="68"/>
                    </a:lnTo>
                    <a:lnTo>
                      <a:pt x="122" y="68"/>
                    </a:lnTo>
                    <a:lnTo>
                      <a:pt x="122" y="68"/>
                    </a:lnTo>
                    <a:lnTo>
                      <a:pt x="122" y="68"/>
                    </a:lnTo>
                    <a:lnTo>
                      <a:pt x="122" y="68"/>
                    </a:lnTo>
                    <a:lnTo>
                      <a:pt x="118" y="68"/>
                    </a:lnTo>
                    <a:lnTo>
                      <a:pt x="114" y="68"/>
                    </a:lnTo>
                    <a:lnTo>
                      <a:pt x="114" y="68"/>
                    </a:lnTo>
                    <a:lnTo>
                      <a:pt x="114" y="68"/>
                    </a:lnTo>
                    <a:lnTo>
                      <a:pt x="114" y="68"/>
                    </a:lnTo>
                    <a:lnTo>
                      <a:pt x="114" y="68"/>
                    </a:lnTo>
                    <a:lnTo>
                      <a:pt x="114" y="68"/>
                    </a:lnTo>
                    <a:lnTo>
                      <a:pt x="114" y="70"/>
                    </a:lnTo>
                    <a:lnTo>
                      <a:pt x="114" y="70"/>
                    </a:lnTo>
                    <a:lnTo>
                      <a:pt x="114" y="70"/>
                    </a:lnTo>
                    <a:lnTo>
                      <a:pt x="114" y="70"/>
                    </a:lnTo>
                    <a:lnTo>
                      <a:pt x="114" y="74"/>
                    </a:lnTo>
                    <a:lnTo>
                      <a:pt x="118" y="74"/>
                    </a:lnTo>
                    <a:lnTo>
                      <a:pt x="118" y="74"/>
                    </a:lnTo>
                    <a:lnTo>
                      <a:pt x="118" y="74"/>
                    </a:lnTo>
                    <a:lnTo>
                      <a:pt x="118" y="74"/>
                    </a:lnTo>
                    <a:lnTo>
                      <a:pt x="118" y="74"/>
                    </a:lnTo>
                    <a:lnTo>
                      <a:pt x="118" y="74"/>
                    </a:lnTo>
                    <a:lnTo>
                      <a:pt x="118" y="78"/>
                    </a:lnTo>
                    <a:lnTo>
                      <a:pt x="118" y="78"/>
                    </a:lnTo>
                    <a:lnTo>
                      <a:pt x="118" y="82"/>
                    </a:lnTo>
                    <a:lnTo>
                      <a:pt x="118" y="82"/>
                    </a:lnTo>
                    <a:lnTo>
                      <a:pt x="118" y="86"/>
                    </a:lnTo>
                    <a:lnTo>
                      <a:pt x="118" y="86"/>
                    </a:lnTo>
                    <a:lnTo>
                      <a:pt x="118" y="86"/>
                    </a:lnTo>
                    <a:lnTo>
                      <a:pt x="122" y="86"/>
                    </a:lnTo>
                    <a:lnTo>
                      <a:pt x="122" y="90"/>
                    </a:lnTo>
                    <a:lnTo>
                      <a:pt x="122" y="90"/>
                    </a:lnTo>
                    <a:lnTo>
                      <a:pt x="122" y="90"/>
                    </a:lnTo>
                    <a:lnTo>
                      <a:pt x="118" y="90"/>
                    </a:lnTo>
                    <a:lnTo>
                      <a:pt x="118" y="90"/>
                    </a:lnTo>
                    <a:lnTo>
                      <a:pt x="118" y="90"/>
                    </a:lnTo>
                    <a:lnTo>
                      <a:pt x="118" y="90"/>
                    </a:lnTo>
                    <a:lnTo>
                      <a:pt x="114" y="90"/>
                    </a:lnTo>
                    <a:lnTo>
                      <a:pt x="114" y="90"/>
                    </a:lnTo>
                    <a:lnTo>
                      <a:pt x="114" y="90"/>
                    </a:lnTo>
                    <a:lnTo>
                      <a:pt x="114" y="90"/>
                    </a:lnTo>
                    <a:lnTo>
                      <a:pt x="114" y="90"/>
                    </a:lnTo>
                    <a:lnTo>
                      <a:pt x="112" y="90"/>
                    </a:lnTo>
                    <a:lnTo>
                      <a:pt x="112" y="90"/>
                    </a:lnTo>
                    <a:lnTo>
                      <a:pt x="108" y="90"/>
                    </a:lnTo>
                    <a:lnTo>
                      <a:pt x="108" y="90"/>
                    </a:lnTo>
                    <a:lnTo>
                      <a:pt x="108" y="90"/>
                    </a:lnTo>
                    <a:lnTo>
                      <a:pt x="108" y="90"/>
                    </a:lnTo>
                    <a:lnTo>
                      <a:pt x="108" y="94"/>
                    </a:lnTo>
                    <a:lnTo>
                      <a:pt x="108" y="94"/>
                    </a:lnTo>
                    <a:lnTo>
                      <a:pt x="108" y="94"/>
                    </a:lnTo>
                    <a:lnTo>
                      <a:pt x="104" y="94"/>
                    </a:lnTo>
                    <a:lnTo>
                      <a:pt x="104" y="98"/>
                    </a:lnTo>
                    <a:lnTo>
                      <a:pt x="104" y="98"/>
                    </a:lnTo>
                    <a:lnTo>
                      <a:pt x="104" y="98"/>
                    </a:lnTo>
                    <a:lnTo>
                      <a:pt x="104" y="100"/>
                    </a:lnTo>
                    <a:lnTo>
                      <a:pt x="104" y="100"/>
                    </a:lnTo>
                    <a:lnTo>
                      <a:pt x="104" y="104"/>
                    </a:lnTo>
                    <a:lnTo>
                      <a:pt x="104" y="104"/>
                    </a:lnTo>
                    <a:lnTo>
                      <a:pt x="104" y="104"/>
                    </a:lnTo>
                    <a:lnTo>
                      <a:pt x="104" y="104"/>
                    </a:lnTo>
                    <a:lnTo>
                      <a:pt x="104" y="108"/>
                    </a:lnTo>
                    <a:lnTo>
                      <a:pt x="104" y="104"/>
                    </a:lnTo>
                    <a:lnTo>
                      <a:pt x="100" y="104"/>
                    </a:lnTo>
                    <a:lnTo>
                      <a:pt x="100" y="104"/>
                    </a:lnTo>
                    <a:lnTo>
                      <a:pt x="100" y="100"/>
                    </a:lnTo>
                    <a:lnTo>
                      <a:pt x="100" y="100"/>
                    </a:lnTo>
                    <a:lnTo>
                      <a:pt x="96" y="100"/>
                    </a:lnTo>
                    <a:lnTo>
                      <a:pt x="96" y="100"/>
                    </a:lnTo>
                    <a:lnTo>
                      <a:pt x="96" y="100"/>
                    </a:lnTo>
                    <a:lnTo>
                      <a:pt x="96" y="100"/>
                    </a:lnTo>
                    <a:lnTo>
                      <a:pt x="96" y="100"/>
                    </a:lnTo>
                    <a:lnTo>
                      <a:pt x="92" y="104"/>
                    </a:lnTo>
                    <a:lnTo>
                      <a:pt x="92" y="104"/>
                    </a:lnTo>
                    <a:lnTo>
                      <a:pt x="92" y="104"/>
                    </a:lnTo>
                    <a:lnTo>
                      <a:pt x="92" y="104"/>
                    </a:lnTo>
                    <a:lnTo>
                      <a:pt x="92" y="100"/>
                    </a:lnTo>
                    <a:lnTo>
                      <a:pt x="92" y="100"/>
                    </a:lnTo>
                    <a:lnTo>
                      <a:pt x="88" y="100"/>
                    </a:lnTo>
                    <a:lnTo>
                      <a:pt x="88" y="104"/>
                    </a:lnTo>
                    <a:lnTo>
                      <a:pt x="84" y="104"/>
                    </a:lnTo>
                    <a:lnTo>
                      <a:pt x="84" y="104"/>
                    </a:lnTo>
                    <a:lnTo>
                      <a:pt x="84" y="104"/>
                    </a:lnTo>
                    <a:lnTo>
                      <a:pt x="84" y="100"/>
                    </a:lnTo>
                    <a:lnTo>
                      <a:pt x="84" y="100"/>
                    </a:lnTo>
                    <a:lnTo>
                      <a:pt x="84" y="100"/>
                    </a:lnTo>
                    <a:lnTo>
                      <a:pt x="84" y="100"/>
                    </a:lnTo>
                    <a:lnTo>
                      <a:pt x="84" y="100"/>
                    </a:lnTo>
                    <a:lnTo>
                      <a:pt x="82" y="100"/>
                    </a:lnTo>
                    <a:lnTo>
                      <a:pt x="82" y="100"/>
                    </a:lnTo>
                    <a:lnTo>
                      <a:pt x="78" y="100"/>
                    </a:lnTo>
                    <a:lnTo>
                      <a:pt x="78" y="100"/>
                    </a:lnTo>
                    <a:lnTo>
                      <a:pt x="78" y="100"/>
                    </a:lnTo>
                    <a:lnTo>
                      <a:pt x="78" y="100"/>
                    </a:lnTo>
                    <a:lnTo>
                      <a:pt x="78" y="104"/>
                    </a:lnTo>
                    <a:lnTo>
                      <a:pt x="78" y="104"/>
                    </a:lnTo>
                    <a:lnTo>
                      <a:pt x="78" y="104"/>
                    </a:lnTo>
                    <a:lnTo>
                      <a:pt x="78" y="104"/>
                    </a:lnTo>
                    <a:lnTo>
                      <a:pt x="78" y="100"/>
                    </a:lnTo>
                    <a:lnTo>
                      <a:pt x="78" y="100"/>
                    </a:lnTo>
                    <a:lnTo>
                      <a:pt x="78" y="100"/>
                    </a:lnTo>
                    <a:lnTo>
                      <a:pt x="74" y="100"/>
                    </a:lnTo>
                    <a:lnTo>
                      <a:pt x="74" y="100"/>
                    </a:lnTo>
                    <a:lnTo>
                      <a:pt x="74" y="100"/>
                    </a:lnTo>
                    <a:lnTo>
                      <a:pt x="70" y="100"/>
                    </a:lnTo>
                    <a:lnTo>
                      <a:pt x="70" y="98"/>
                    </a:lnTo>
                    <a:lnTo>
                      <a:pt x="70" y="98"/>
                    </a:lnTo>
                    <a:lnTo>
                      <a:pt x="70" y="100"/>
                    </a:lnTo>
                    <a:lnTo>
                      <a:pt x="70" y="100"/>
                    </a:lnTo>
                    <a:lnTo>
                      <a:pt x="70" y="100"/>
                    </a:lnTo>
                    <a:lnTo>
                      <a:pt x="70" y="100"/>
                    </a:lnTo>
                    <a:lnTo>
                      <a:pt x="70" y="100"/>
                    </a:lnTo>
                    <a:lnTo>
                      <a:pt x="68" y="100"/>
                    </a:lnTo>
                    <a:lnTo>
                      <a:pt x="68" y="100"/>
                    </a:lnTo>
                    <a:lnTo>
                      <a:pt x="68" y="100"/>
                    </a:lnTo>
                    <a:lnTo>
                      <a:pt x="68" y="100"/>
                    </a:lnTo>
                    <a:lnTo>
                      <a:pt x="68" y="100"/>
                    </a:lnTo>
                    <a:lnTo>
                      <a:pt x="68" y="100"/>
                    </a:lnTo>
                    <a:lnTo>
                      <a:pt x="68" y="100"/>
                    </a:lnTo>
                    <a:lnTo>
                      <a:pt x="68" y="100"/>
                    </a:lnTo>
                    <a:lnTo>
                      <a:pt x="68" y="100"/>
                    </a:lnTo>
                    <a:lnTo>
                      <a:pt x="68" y="100"/>
                    </a:lnTo>
                    <a:lnTo>
                      <a:pt x="64" y="100"/>
                    </a:lnTo>
                    <a:lnTo>
                      <a:pt x="64" y="100"/>
                    </a:lnTo>
                    <a:lnTo>
                      <a:pt x="64" y="100"/>
                    </a:lnTo>
                    <a:lnTo>
                      <a:pt x="64" y="100"/>
                    </a:lnTo>
                    <a:lnTo>
                      <a:pt x="64" y="100"/>
                    </a:lnTo>
                    <a:lnTo>
                      <a:pt x="64" y="100"/>
                    </a:lnTo>
                    <a:lnTo>
                      <a:pt x="60" y="100"/>
                    </a:lnTo>
                    <a:lnTo>
                      <a:pt x="60" y="100"/>
                    </a:lnTo>
                    <a:lnTo>
                      <a:pt x="60" y="100"/>
                    </a:lnTo>
                    <a:lnTo>
                      <a:pt x="60" y="100"/>
                    </a:lnTo>
                    <a:lnTo>
                      <a:pt x="56" y="98"/>
                    </a:lnTo>
                    <a:lnTo>
                      <a:pt x="56" y="98"/>
                    </a:lnTo>
                    <a:lnTo>
                      <a:pt x="56" y="98"/>
                    </a:lnTo>
                    <a:lnTo>
                      <a:pt x="56" y="98"/>
                    </a:lnTo>
                    <a:lnTo>
                      <a:pt x="56" y="98"/>
                    </a:lnTo>
                    <a:lnTo>
                      <a:pt x="56" y="98"/>
                    </a:lnTo>
                    <a:lnTo>
                      <a:pt x="52" y="98"/>
                    </a:lnTo>
                    <a:lnTo>
                      <a:pt x="52" y="98"/>
                    </a:lnTo>
                    <a:lnTo>
                      <a:pt x="52" y="98"/>
                    </a:lnTo>
                    <a:lnTo>
                      <a:pt x="52" y="98"/>
                    </a:lnTo>
                    <a:lnTo>
                      <a:pt x="52" y="98"/>
                    </a:lnTo>
                    <a:lnTo>
                      <a:pt x="52" y="98"/>
                    </a:lnTo>
                    <a:lnTo>
                      <a:pt x="48" y="98"/>
                    </a:lnTo>
                    <a:lnTo>
                      <a:pt x="48" y="98"/>
                    </a:lnTo>
                    <a:lnTo>
                      <a:pt x="48" y="94"/>
                    </a:lnTo>
                    <a:lnTo>
                      <a:pt x="48" y="94"/>
                    </a:lnTo>
                    <a:lnTo>
                      <a:pt x="48" y="98"/>
                    </a:lnTo>
                    <a:lnTo>
                      <a:pt x="48" y="98"/>
                    </a:lnTo>
                    <a:lnTo>
                      <a:pt x="48" y="98"/>
                    </a:lnTo>
                    <a:lnTo>
                      <a:pt x="44" y="98"/>
                    </a:lnTo>
                    <a:lnTo>
                      <a:pt x="44" y="94"/>
                    </a:lnTo>
                    <a:lnTo>
                      <a:pt x="44" y="94"/>
                    </a:lnTo>
                    <a:lnTo>
                      <a:pt x="44" y="94"/>
                    </a:lnTo>
                    <a:lnTo>
                      <a:pt x="44" y="94"/>
                    </a:lnTo>
                    <a:lnTo>
                      <a:pt x="44" y="94"/>
                    </a:lnTo>
                    <a:lnTo>
                      <a:pt x="42" y="94"/>
                    </a:lnTo>
                    <a:lnTo>
                      <a:pt x="42" y="94"/>
                    </a:lnTo>
                    <a:lnTo>
                      <a:pt x="42" y="94"/>
                    </a:lnTo>
                    <a:lnTo>
                      <a:pt x="42" y="94"/>
                    </a:lnTo>
                    <a:lnTo>
                      <a:pt x="38" y="94"/>
                    </a:lnTo>
                    <a:lnTo>
                      <a:pt x="38" y="94"/>
                    </a:lnTo>
                    <a:lnTo>
                      <a:pt x="38" y="94"/>
                    </a:lnTo>
                    <a:lnTo>
                      <a:pt x="34" y="94"/>
                    </a:lnTo>
                    <a:lnTo>
                      <a:pt x="34" y="94"/>
                    </a:lnTo>
                    <a:lnTo>
                      <a:pt x="34" y="94"/>
                    </a:lnTo>
                    <a:lnTo>
                      <a:pt x="34" y="94"/>
                    </a:lnTo>
                    <a:lnTo>
                      <a:pt x="34" y="94"/>
                    </a:lnTo>
                    <a:lnTo>
                      <a:pt x="34"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7" name="Freeform 91"/>
              <p:cNvSpPr>
                <a:spLocks/>
              </p:cNvSpPr>
              <p:nvPr/>
            </p:nvSpPr>
            <p:spPr bwMode="gray">
              <a:xfrm>
                <a:off x="4866046" y="2877829"/>
                <a:ext cx="86963" cy="69570"/>
              </a:xfrm>
              <a:custGeom>
                <a:avLst/>
                <a:gdLst>
                  <a:gd name="T0" fmla="*/ 22 w 50"/>
                  <a:gd name="T1" fmla="*/ 26 h 40"/>
                  <a:gd name="T2" fmla="*/ 18 w 50"/>
                  <a:gd name="T3" fmla="*/ 26 h 40"/>
                  <a:gd name="T4" fmla="*/ 14 w 50"/>
                  <a:gd name="T5" fmla="*/ 22 h 40"/>
                  <a:gd name="T6" fmla="*/ 10 w 50"/>
                  <a:gd name="T7" fmla="*/ 22 h 40"/>
                  <a:gd name="T8" fmla="*/ 6 w 50"/>
                  <a:gd name="T9" fmla="*/ 18 h 40"/>
                  <a:gd name="T10" fmla="*/ 6 w 50"/>
                  <a:gd name="T11" fmla="*/ 14 h 40"/>
                  <a:gd name="T12" fmla="*/ 2 w 50"/>
                  <a:gd name="T13" fmla="*/ 14 h 40"/>
                  <a:gd name="T14" fmla="*/ 2 w 50"/>
                  <a:gd name="T15" fmla="*/ 14 h 40"/>
                  <a:gd name="T16" fmla="*/ 0 w 50"/>
                  <a:gd name="T17" fmla="*/ 10 h 40"/>
                  <a:gd name="T18" fmla="*/ 2 w 50"/>
                  <a:gd name="T19" fmla="*/ 6 h 40"/>
                  <a:gd name="T20" fmla="*/ 10 w 50"/>
                  <a:gd name="T21" fmla="*/ 4 h 40"/>
                  <a:gd name="T22" fmla="*/ 10 w 50"/>
                  <a:gd name="T23" fmla="*/ 6 h 40"/>
                  <a:gd name="T24" fmla="*/ 14 w 50"/>
                  <a:gd name="T25" fmla="*/ 4 h 40"/>
                  <a:gd name="T26" fmla="*/ 18 w 50"/>
                  <a:gd name="T27" fmla="*/ 6 h 40"/>
                  <a:gd name="T28" fmla="*/ 22 w 50"/>
                  <a:gd name="T29" fmla="*/ 4 h 40"/>
                  <a:gd name="T30" fmla="*/ 22 w 50"/>
                  <a:gd name="T31" fmla="*/ 4 h 40"/>
                  <a:gd name="T32" fmla="*/ 22 w 50"/>
                  <a:gd name="T33" fmla="*/ 6 h 40"/>
                  <a:gd name="T34" fmla="*/ 22 w 50"/>
                  <a:gd name="T35" fmla="*/ 4 h 40"/>
                  <a:gd name="T36" fmla="*/ 26 w 50"/>
                  <a:gd name="T37" fmla="*/ 4 h 40"/>
                  <a:gd name="T38" fmla="*/ 26 w 50"/>
                  <a:gd name="T39" fmla="*/ 4 h 40"/>
                  <a:gd name="T40" fmla="*/ 26 w 50"/>
                  <a:gd name="T41" fmla="*/ 0 h 40"/>
                  <a:gd name="T42" fmla="*/ 30 w 50"/>
                  <a:gd name="T43" fmla="*/ 4 h 40"/>
                  <a:gd name="T44" fmla="*/ 30 w 50"/>
                  <a:gd name="T45" fmla="*/ 0 h 40"/>
                  <a:gd name="T46" fmla="*/ 32 w 50"/>
                  <a:gd name="T47" fmla="*/ 4 h 40"/>
                  <a:gd name="T48" fmla="*/ 32 w 50"/>
                  <a:gd name="T49" fmla="*/ 0 h 40"/>
                  <a:gd name="T50" fmla="*/ 36 w 50"/>
                  <a:gd name="T51" fmla="*/ 4 h 40"/>
                  <a:gd name="T52" fmla="*/ 36 w 50"/>
                  <a:gd name="T53" fmla="*/ 6 h 40"/>
                  <a:gd name="T54" fmla="*/ 40 w 50"/>
                  <a:gd name="T55" fmla="*/ 6 h 40"/>
                  <a:gd name="T56" fmla="*/ 44 w 50"/>
                  <a:gd name="T57" fmla="*/ 6 h 40"/>
                  <a:gd name="T58" fmla="*/ 44 w 50"/>
                  <a:gd name="T59" fmla="*/ 10 h 40"/>
                  <a:gd name="T60" fmla="*/ 44 w 50"/>
                  <a:gd name="T61" fmla="*/ 14 h 40"/>
                  <a:gd name="T62" fmla="*/ 44 w 50"/>
                  <a:gd name="T63" fmla="*/ 14 h 40"/>
                  <a:gd name="T64" fmla="*/ 44 w 50"/>
                  <a:gd name="T65" fmla="*/ 14 h 40"/>
                  <a:gd name="T66" fmla="*/ 48 w 50"/>
                  <a:gd name="T67" fmla="*/ 18 h 40"/>
                  <a:gd name="T68" fmla="*/ 50 w 50"/>
                  <a:gd name="T69" fmla="*/ 22 h 40"/>
                  <a:gd name="T70" fmla="*/ 50 w 50"/>
                  <a:gd name="T71" fmla="*/ 26 h 40"/>
                  <a:gd name="T72" fmla="*/ 48 w 50"/>
                  <a:gd name="T73" fmla="*/ 28 h 40"/>
                  <a:gd name="T74" fmla="*/ 48 w 50"/>
                  <a:gd name="T75" fmla="*/ 28 h 40"/>
                  <a:gd name="T76" fmla="*/ 44 w 50"/>
                  <a:gd name="T77" fmla="*/ 28 h 40"/>
                  <a:gd name="T78" fmla="*/ 44 w 50"/>
                  <a:gd name="T79" fmla="*/ 36 h 40"/>
                  <a:gd name="T80" fmla="*/ 44 w 50"/>
                  <a:gd name="T81" fmla="*/ 36 h 40"/>
                  <a:gd name="T82" fmla="*/ 44 w 50"/>
                  <a:gd name="T83" fmla="*/ 40 h 40"/>
                  <a:gd name="T84" fmla="*/ 40 w 50"/>
                  <a:gd name="T85" fmla="*/ 40 h 40"/>
                  <a:gd name="T86" fmla="*/ 40 w 50"/>
                  <a:gd name="T87" fmla="*/ 40 h 40"/>
                  <a:gd name="T88" fmla="*/ 36 w 50"/>
                  <a:gd name="T89" fmla="*/ 40 h 40"/>
                  <a:gd name="T90" fmla="*/ 32 w 50"/>
                  <a:gd name="T91" fmla="*/ 36 h 40"/>
                  <a:gd name="T92" fmla="*/ 30 w 50"/>
                  <a:gd name="T93" fmla="*/ 28 h 40"/>
                  <a:gd name="T94" fmla="*/ 30 w 50"/>
                  <a:gd name="T95" fmla="*/ 28 h 40"/>
                  <a:gd name="T96" fmla="*/ 26 w 50"/>
                  <a:gd name="T97" fmla="*/ 32 h 40"/>
                  <a:gd name="T98" fmla="*/ 22 w 50"/>
                  <a:gd name="T99" fmla="*/ 32 h 40"/>
                  <a:gd name="T100" fmla="*/ 22 w 50"/>
                  <a:gd name="T101" fmla="*/ 3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0" h="40">
                    <a:moveTo>
                      <a:pt x="22" y="32"/>
                    </a:moveTo>
                    <a:lnTo>
                      <a:pt x="22" y="32"/>
                    </a:lnTo>
                    <a:lnTo>
                      <a:pt x="22" y="28"/>
                    </a:lnTo>
                    <a:lnTo>
                      <a:pt x="22" y="26"/>
                    </a:lnTo>
                    <a:lnTo>
                      <a:pt x="22" y="26"/>
                    </a:lnTo>
                    <a:lnTo>
                      <a:pt x="18" y="26"/>
                    </a:lnTo>
                    <a:lnTo>
                      <a:pt x="18" y="26"/>
                    </a:lnTo>
                    <a:lnTo>
                      <a:pt x="18" y="26"/>
                    </a:lnTo>
                    <a:lnTo>
                      <a:pt x="14" y="26"/>
                    </a:lnTo>
                    <a:lnTo>
                      <a:pt x="14" y="26"/>
                    </a:lnTo>
                    <a:lnTo>
                      <a:pt x="14" y="22"/>
                    </a:lnTo>
                    <a:lnTo>
                      <a:pt x="14" y="22"/>
                    </a:lnTo>
                    <a:lnTo>
                      <a:pt x="14" y="22"/>
                    </a:lnTo>
                    <a:lnTo>
                      <a:pt x="10" y="22"/>
                    </a:lnTo>
                    <a:lnTo>
                      <a:pt x="10" y="22"/>
                    </a:lnTo>
                    <a:lnTo>
                      <a:pt x="10" y="22"/>
                    </a:lnTo>
                    <a:lnTo>
                      <a:pt x="10" y="22"/>
                    </a:lnTo>
                    <a:lnTo>
                      <a:pt x="6" y="22"/>
                    </a:lnTo>
                    <a:lnTo>
                      <a:pt x="6" y="18"/>
                    </a:lnTo>
                    <a:lnTo>
                      <a:pt x="6" y="18"/>
                    </a:lnTo>
                    <a:lnTo>
                      <a:pt x="6" y="18"/>
                    </a:lnTo>
                    <a:lnTo>
                      <a:pt x="6" y="14"/>
                    </a:lnTo>
                    <a:lnTo>
                      <a:pt x="6" y="14"/>
                    </a:lnTo>
                    <a:lnTo>
                      <a:pt x="6" y="14"/>
                    </a:lnTo>
                    <a:lnTo>
                      <a:pt x="6" y="14"/>
                    </a:lnTo>
                    <a:lnTo>
                      <a:pt x="2" y="14"/>
                    </a:lnTo>
                    <a:lnTo>
                      <a:pt x="2" y="14"/>
                    </a:lnTo>
                    <a:lnTo>
                      <a:pt x="2" y="14"/>
                    </a:lnTo>
                    <a:lnTo>
                      <a:pt x="2" y="18"/>
                    </a:lnTo>
                    <a:lnTo>
                      <a:pt x="2" y="18"/>
                    </a:lnTo>
                    <a:lnTo>
                      <a:pt x="2" y="18"/>
                    </a:lnTo>
                    <a:lnTo>
                      <a:pt x="2" y="14"/>
                    </a:lnTo>
                    <a:lnTo>
                      <a:pt x="0" y="14"/>
                    </a:lnTo>
                    <a:lnTo>
                      <a:pt x="0" y="14"/>
                    </a:lnTo>
                    <a:lnTo>
                      <a:pt x="0" y="10"/>
                    </a:lnTo>
                    <a:lnTo>
                      <a:pt x="0" y="10"/>
                    </a:lnTo>
                    <a:lnTo>
                      <a:pt x="0" y="10"/>
                    </a:lnTo>
                    <a:lnTo>
                      <a:pt x="2" y="6"/>
                    </a:lnTo>
                    <a:lnTo>
                      <a:pt x="2" y="6"/>
                    </a:lnTo>
                    <a:lnTo>
                      <a:pt x="2" y="6"/>
                    </a:lnTo>
                    <a:lnTo>
                      <a:pt x="6" y="4"/>
                    </a:lnTo>
                    <a:lnTo>
                      <a:pt x="6" y="4"/>
                    </a:lnTo>
                    <a:lnTo>
                      <a:pt x="6" y="4"/>
                    </a:lnTo>
                    <a:lnTo>
                      <a:pt x="10" y="4"/>
                    </a:lnTo>
                    <a:lnTo>
                      <a:pt x="10" y="4"/>
                    </a:lnTo>
                    <a:lnTo>
                      <a:pt x="10" y="6"/>
                    </a:lnTo>
                    <a:lnTo>
                      <a:pt x="10" y="6"/>
                    </a:lnTo>
                    <a:lnTo>
                      <a:pt x="10" y="6"/>
                    </a:lnTo>
                    <a:lnTo>
                      <a:pt x="10" y="6"/>
                    </a:lnTo>
                    <a:lnTo>
                      <a:pt x="10" y="6"/>
                    </a:lnTo>
                    <a:lnTo>
                      <a:pt x="10" y="6"/>
                    </a:lnTo>
                    <a:lnTo>
                      <a:pt x="14" y="4"/>
                    </a:lnTo>
                    <a:lnTo>
                      <a:pt x="14" y="4"/>
                    </a:lnTo>
                    <a:lnTo>
                      <a:pt x="14" y="6"/>
                    </a:lnTo>
                    <a:lnTo>
                      <a:pt x="14" y="6"/>
                    </a:lnTo>
                    <a:lnTo>
                      <a:pt x="18" y="6"/>
                    </a:lnTo>
                    <a:lnTo>
                      <a:pt x="18" y="6"/>
                    </a:lnTo>
                    <a:lnTo>
                      <a:pt x="18" y="6"/>
                    </a:lnTo>
                    <a:lnTo>
                      <a:pt x="22" y="6"/>
                    </a:lnTo>
                    <a:lnTo>
                      <a:pt x="22" y="4"/>
                    </a:lnTo>
                    <a:lnTo>
                      <a:pt x="22" y="4"/>
                    </a:lnTo>
                    <a:lnTo>
                      <a:pt x="22" y="4"/>
                    </a:lnTo>
                    <a:lnTo>
                      <a:pt x="22" y="4"/>
                    </a:lnTo>
                    <a:lnTo>
                      <a:pt x="22" y="4"/>
                    </a:lnTo>
                    <a:lnTo>
                      <a:pt x="22" y="4"/>
                    </a:lnTo>
                    <a:lnTo>
                      <a:pt x="22" y="6"/>
                    </a:lnTo>
                    <a:lnTo>
                      <a:pt x="22" y="6"/>
                    </a:lnTo>
                    <a:lnTo>
                      <a:pt x="22" y="6"/>
                    </a:lnTo>
                    <a:lnTo>
                      <a:pt x="22" y="6"/>
                    </a:lnTo>
                    <a:lnTo>
                      <a:pt x="22" y="4"/>
                    </a:lnTo>
                    <a:lnTo>
                      <a:pt x="22" y="4"/>
                    </a:lnTo>
                    <a:lnTo>
                      <a:pt x="22" y="4"/>
                    </a:lnTo>
                    <a:lnTo>
                      <a:pt x="22" y="4"/>
                    </a:lnTo>
                    <a:lnTo>
                      <a:pt x="22" y="4"/>
                    </a:lnTo>
                    <a:lnTo>
                      <a:pt x="22" y="4"/>
                    </a:lnTo>
                    <a:lnTo>
                      <a:pt x="26" y="4"/>
                    </a:lnTo>
                    <a:lnTo>
                      <a:pt x="26" y="4"/>
                    </a:lnTo>
                    <a:lnTo>
                      <a:pt x="26" y="4"/>
                    </a:lnTo>
                    <a:lnTo>
                      <a:pt x="26" y="4"/>
                    </a:lnTo>
                    <a:lnTo>
                      <a:pt x="26" y="4"/>
                    </a:lnTo>
                    <a:lnTo>
                      <a:pt x="26" y="4"/>
                    </a:lnTo>
                    <a:lnTo>
                      <a:pt x="26" y="4"/>
                    </a:lnTo>
                    <a:lnTo>
                      <a:pt x="26" y="0"/>
                    </a:lnTo>
                    <a:lnTo>
                      <a:pt x="26" y="0"/>
                    </a:lnTo>
                    <a:lnTo>
                      <a:pt x="26" y="4"/>
                    </a:lnTo>
                    <a:lnTo>
                      <a:pt x="26" y="4"/>
                    </a:lnTo>
                    <a:lnTo>
                      <a:pt x="30" y="4"/>
                    </a:lnTo>
                    <a:lnTo>
                      <a:pt x="30" y="4"/>
                    </a:lnTo>
                    <a:lnTo>
                      <a:pt x="30" y="0"/>
                    </a:lnTo>
                    <a:lnTo>
                      <a:pt x="30" y="0"/>
                    </a:lnTo>
                    <a:lnTo>
                      <a:pt x="30" y="0"/>
                    </a:lnTo>
                    <a:lnTo>
                      <a:pt x="30" y="0"/>
                    </a:lnTo>
                    <a:lnTo>
                      <a:pt x="30" y="0"/>
                    </a:lnTo>
                    <a:lnTo>
                      <a:pt x="30" y="4"/>
                    </a:lnTo>
                    <a:lnTo>
                      <a:pt x="30" y="4"/>
                    </a:lnTo>
                    <a:lnTo>
                      <a:pt x="32" y="4"/>
                    </a:lnTo>
                    <a:lnTo>
                      <a:pt x="32" y="4"/>
                    </a:lnTo>
                    <a:lnTo>
                      <a:pt x="32" y="0"/>
                    </a:lnTo>
                    <a:lnTo>
                      <a:pt x="32" y="0"/>
                    </a:lnTo>
                    <a:lnTo>
                      <a:pt x="32" y="0"/>
                    </a:lnTo>
                    <a:lnTo>
                      <a:pt x="32" y="4"/>
                    </a:lnTo>
                    <a:lnTo>
                      <a:pt x="32" y="4"/>
                    </a:lnTo>
                    <a:lnTo>
                      <a:pt x="36" y="4"/>
                    </a:lnTo>
                    <a:lnTo>
                      <a:pt x="36" y="4"/>
                    </a:lnTo>
                    <a:lnTo>
                      <a:pt x="36" y="4"/>
                    </a:lnTo>
                    <a:lnTo>
                      <a:pt x="36" y="4"/>
                    </a:lnTo>
                    <a:lnTo>
                      <a:pt x="36" y="6"/>
                    </a:lnTo>
                    <a:lnTo>
                      <a:pt x="36" y="6"/>
                    </a:lnTo>
                    <a:lnTo>
                      <a:pt x="40" y="6"/>
                    </a:lnTo>
                    <a:lnTo>
                      <a:pt x="40" y="6"/>
                    </a:lnTo>
                    <a:lnTo>
                      <a:pt x="40" y="4"/>
                    </a:lnTo>
                    <a:lnTo>
                      <a:pt x="40" y="6"/>
                    </a:lnTo>
                    <a:lnTo>
                      <a:pt x="40" y="6"/>
                    </a:lnTo>
                    <a:lnTo>
                      <a:pt x="40" y="6"/>
                    </a:lnTo>
                    <a:lnTo>
                      <a:pt x="44" y="6"/>
                    </a:lnTo>
                    <a:lnTo>
                      <a:pt x="44" y="6"/>
                    </a:lnTo>
                    <a:lnTo>
                      <a:pt x="44" y="6"/>
                    </a:lnTo>
                    <a:lnTo>
                      <a:pt x="44" y="10"/>
                    </a:lnTo>
                    <a:lnTo>
                      <a:pt x="44" y="10"/>
                    </a:lnTo>
                    <a:lnTo>
                      <a:pt x="44" y="10"/>
                    </a:lnTo>
                    <a:lnTo>
                      <a:pt x="40" y="14"/>
                    </a:lnTo>
                    <a:lnTo>
                      <a:pt x="40" y="14"/>
                    </a:lnTo>
                    <a:lnTo>
                      <a:pt x="40" y="14"/>
                    </a:lnTo>
                    <a:lnTo>
                      <a:pt x="44" y="14"/>
                    </a:lnTo>
                    <a:lnTo>
                      <a:pt x="44" y="14"/>
                    </a:lnTo>
                    <a:lnTo>
                      <a:pt x="44" y="14"/>
                    </a:lnTo>
                    <a:lnTo>
                      <a:pt x="44" y="14"/>
                    </a:lnTo>
                    <a:lnTo>
                      <a:pt x="44" y="14"/>
                    </a:lnTo>
                    <a:lnTo>
                      <a:pt x="44" y="14"/>
                    </a:lnTo>
                    <a:lnTo>
                      <a:pt x="44" y="14"/>
                    </a:lnTo>
                    <a:lnTo>
                      <a:pt x="44" y="14"/>
                    </a:lnTo>
                    <a:lnTo>
                      <a:pt x="44" y="14"/>
                    </a:lnTo>
                    <a:lnTo>
                      <a:pt x="44" y="18"/>
                    </a:lnTo>
                    <a:lnTo>
                      <a:pt x="44" y="14"/>
                    </a:lnTo>
                    <a:lnTo>
                      <a:pt x="48" y="14"/>
                    </a:lnTo>
                    <a:lnTo>
                      <a:pt x="48" y="18"/>
                    </a:lnTo>
                    <a:lnTo>
                      <a:pt x="48" y="18"/>
                    </a:lnTo>
                    <a:lnTo>
                      <a:pt x="50" y="18"/>
                    </a:lnTo>
                    <a:lnTo>
                      <a:pt x="50" y="18"/>
                    </a:lnTo>
                    <a:lnTo>
                      <a:pt x="50" y="22"/>
                    </a:lnTo>
                    <a:lnTo>
                      <a:pt x="50" y="22"/>
                    </a:lnTo>
                    <a:lnTo>
                      <a:pt x="50" y="22"/>
                    </a:lnTo>
                    <a:lnTo>
                      <a:pt x="50" y="22"/>
                    </a:lnTo>
                    <a:lnTo>
                      <a:pt x="50" y="26"/>
                    </a:lnTo>
                    <a:lnTo>
                      <a:pt x="50" y="26"/>
                    </a:lnTo>
                    <a:lnTo>
                      <a:pt x="50" y="26"/>
                    </a:lnTo>
                    <a:lnTo>
                      <a:pt x="48" y="26"/>
                    </a:lnTo>
                    <a:lnTo>
                      <a:pt x="48" y="28"/>
                    </a:lnTo>
                    <a:lnTo>
                      <a:pt x="48" y="28"/>
                    </a:lnTo>
                    <a:lnTo>
                      <a:pt x="48" y="28"/>
                    </a:lnTo>
                    <a:lnTo>
                      <a:pt x="48" y="28"/>
                    </a:lnTo>
                    <a:lnTo>
                      <a:pt x="48" y="28"/>
                    </a:lnTo>
                    <a:lnTo>
                      <a:pt x="48" y="28"/>
                    </a:lnTo>
                    <a:lnTo>
                      <a:pt x="48" y="28"/>
                    </a:lnTo>
                    <a:lnTo>
                      <a:pt x="44" y="28"/>
                    </a:lnTo>
                    <a:lnTo>
                      <a:pt x="44" y="28"/>
                    </a:lnTo>
                    <a:lnTo>
                      <a:pt x="44" y="32"/>
                    </a:lnTo>
                    <a:lnTo>
                      <a:pt x="44" y="32"/>
                    </a:lnTo>
                    <a:lnTo>
                      <a:pt x="44" y="32"/>
                    </a:lnTo>
                    <a:lnTo>
                      <a:pt x="44" y="36"/>
                    </a:lnTo>
                    <a:lnTo>
                      <a:pt x="44" y="36"/>
                    </a:lnTo>
                    <a:lnTo>
                      <a:pt x="44" y="36"/>
                    </a:lnTo>
                    <a:lnTo>
                      <a:pt x="44" y="36"/>
                    </a:lnTo>
                    <a:lnTo>
                      <a:pt x="44" y="36"/>
                    </a:lnTo>
                    <a:lnTo>
                      <a:pt x="44" y="40"/>
                    </a:lnTo>
                    <a:lnTo>
                      <a:pt x="44" y="40"/>
                    </a:lnTo>
                    <a:lnTo>
                      <a:pt x="44" y="40"/>
                    </a:lnTo>
                    <a:lnTo>
                      <a:pt x="44" y="40"/>
                    </a:lnTo>
                    <a:lnTo>
                      <a:pt x="44" y="40"/>
                    </a:lnTo>
                    <a:lnTo>
                      <a:pt x="44" y="40"/>
                    </a:lnTo>
                    <a:lnTo>
                      <a:pt x="44" y="40"/>
                    </a:lnTo>
                    <a:lnTo>
                      <a:pt x="40" y="40"/>
                    </a:lnTo>
                    <a:lnTo>
                      <a:pt x="40" y="40"/>
                    </a:lnTo>
                    <a:lnTo>
                      <a:pt x="40" y="40"/>
                    </a:lnTo>
                    <a:lnTo>
                      <a:pt x="40" y="40"/>
                    </a:lnTo>
                    <a:lnTo>
                      <a:pt x="40" y="40"/>
                    </a:lnTo>
                    <a:lnTo>
                      <a:pt x="40" y="40"/>
                    </a:lnTo>
                    <a:lnTo>
                      <a:pt x="40" y="40"/>
                    </a:lnTo>
                    <a:lnTo>
                      <a:pt x="36" y="40"/>
                    </a:lnTo>
                    <a:lnTo>
                      <a:pt x="36" y="40"/>
                    </a:lnTo>
                    <a:lnTo>
                      <a:pt x="32" y="36"/>
                    </a:lnTo>
                    <a:lnTo>
                      <a:pt x="32" y="36"/>
                    </a:lnTo>
                    <a:lnTo>
                      <a:pt x="32" y="36"/>
                    </a:lnTo>
                    <a:lnTo>
                      <a:pt x="32" y="36"/>
                    </a:lnTo>
                    <a:lnTo>
                      <a:pt x="30" y="36"/>
                    </a:lnTo>
                    <a:lnTo>
                      <a:pt x="30" y="32"/>
                    </a:lnTo>
                    <a:lnTo>
                      <a:pt x="30" y="28"/>
                    </a:lnTo>
                    <a:lnTo>
                      <a:pt x="30" y="28"/>
                    </a:lnTo>
                    <a:lnTo>
                      <a:pt x="32" y="28"/>
                    </a:lnTo>
                    <a:lnTo>
                      <a:pt x="30" y="28"/>
                    </a:lnTo>
                    <a:lnTo>
                      <a:pt x="30" y="28"/>
                    </a:lnTo>
                    <a:lnTo>
                      <a:pt x="30" y="28"/>
                    </a:lnTo>
                    <a:lnTo>
                      <a:pt x="30" y="28"/>
                    </a:lnTo>
                    <a:lnTo>
                      <a:pt x="30" y="32"/>
                    </a:lnTo>
                    <a:lnTo>
                      <a:pt x="26" y="32"/>
                    </a:lnTo>
                    <a:lnTo>
                      <a:pt x="26" y="32"/>
                    </a:lnTo>
                    <a:lnTo>
                      <a:pt x="26" y="32"/>
                    </a:lnTo>
                    <a:lnTo>
                      <a:pt x="26" y="32"/>
                    </a:lnTo>
                    <a:lnTo>
                      <a:pt x="22" y="32"/>
                    </a:lnTo>
                    <a:lnTo>
                      <a:pt x="22" y="32"/>
                    </a:lnTo>
                    <a:lnTo>
                      <a:pt x="22" y="32"/>
                    </a:lnTo>
                    <a:lnTo>
                      <a:pt x="22" y="32"/>
                    </a:lnTo>
                    <a:lnTo>
                      <a:pt x="22" y="32"/>
                    </a:lnTo>
                    <a:lnTo>
                      <a:pt x="22" y="32"/>
                    </a:lnTo>
                    <a:lnTo>
                      <a:pt x="22"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8" name="Freeform 92"/>
              <p:cNvSpPr>
                <a:spLocks/>
              </p:cNvSpPr>
              <p:nvPr/>
            </p:nvSpPr>
            <p:spPr bwMode="gray">
              <a:xfrm>
                <a:off x="5189549" y="3103932"/>
                <a:ext cx="90442" cy="90442"/>
              </a:xfrm>
              <a:custGeom>
                <a:avLst/>
                <a:gdLst>
                  <a:gd name="T0" fmla="*/ 26 w 52"/>
                  <a:gd name="T1" fmla="*/ 44 h 52"/>
                  <a:gd name="T2" fmla="*/ 26 w 52"/>
                  <a:gd name="T3" fmla="*/ 40 h 52"/>
                  <a:gd name="T4" fmla="*/ 22 w 52"/>
                  <a:gd name="T5" fmla="*/ 38 h 52"/>
                  <a:gd name="T6" fmla="*/ 18 w 52"/>
                  <a:gd name="T7" fmla="*/ 34 h 52"/>
                  <a:gd name="T8" fmla="*/ 18 w 52"/>
                  <a:gd name="T9" fmla="*/ 34 h 52"/>
                  <a:gd name="T10" fmla="*/ 14 w 52"/>
                  <a:gd name="T11" fmla="*/ 30 h 52"/>
                  <a:gd name="T12" fmla="*/ 10 w 52"/>
                  <a:gd name="T13" fmla="*/ 22 h 52"/>
                  <a:gd name="T14" fmla="*/ 6 w 52"/>
                  <a:gd name="T15" fmla="*/ 22 h 52"/>
                  <a:gd name="T16" fmla="*/ 6 w 52"/>
                  <a:gd name="T17" fmla="*/ 18 h 52"/>
                  <a:gd name="T18" fmla="*/ 4 w 52"/>
                  <a:gd name="T19" fmla="*/ 18 h 52"/>
                  <a:gd name="T20" fmla="*/ 4 w 52"/>
                  <a:gd name="T21" fmla="*/ 14 h 52"/>
                  <a:gd name="T22" fmla="*/ 4 w 52"/>
                  <a:gd name="T23" fmla="*/ 12 h 52"/>
                  <a:gd name="T24" fmla="*/ 0 w 52"/>
                  <a:gd name="T25" fmla="*/ 4 h 52"/>
                  <a:gd name="T26" fmla="*/ 0 w 52"/>
                  <a:gd name="T27" fmla="*/ 0 h 52"/>
                  <a:gd name="T28" fmla="*/ 4 w 52"/>
                  <a:gd name="T29" fmla="*/ 0 h 52"/>
                  <a:gd name="T30" fmla="*/ 6 w 52"/>
                  <a:gd name="T31" fmla="*/ 4 h 52"/>
                  <a:gd name="T32" fmla="*/ 6 w 52"/>
                  <a:gd name="T33" fmla="*/ 0 h 52"/>
                  <a:gd name="T34" fmla="*/ 10 w 52"/>
                  <a:gd name="T35" fmla="*/ 0 h 52"/>
                  <a:gd name="T36" fmla="*/ 14 w 52"/>
                  <a:gd name="T37" fmla="*/ 0 h 52"/>
                  <a:gd name="T38" fmla="*/ 18 w 52"/>
                  <a:gd name="T39" fmla="*/ 0 h 52"/>
                  <a:gd name="T40" fmla="*/ 22 w 52"/>
                  <a:gd name="T41" fmla="*/ 0 h 52"/>
                  <a:gd name="T42" fmla="*/ 26 w 52"/>
                  <a:gd name="T43" fmla="*/ 4 h 52"/>
                  <a:gd name="T44" fmla="*/ 28 w 52"/>
                  <a:gd name="T45" fmla="*/ 4 h 52"/>
                  <a:gd name="T46" fmla="*/ 32 w 52"/>
                  <a:gd name="T47" fmla="*/ 4 h 52"/>
                  <a:gd name="T48" fmla="*/ 36 w 52"/>
                  <a:gd name="T49" fmla="*/ 0 h 52"/>
                  <a:gd name="T50" fmla="*/ 40 w 52"/>
                  <a:gd name="T51" fmla="*/ 4 h 52"/>
                  <a:gd name="T52" fmla="*/ 44 w 52"/>
                  <a:gd name="T53" fmla="*/ 8 h 52"/>
                  <a:gd name="T54" fmla="*/ 48 w 52"/>
                  <a:gd name="T55" fmla="*/ 4 h 52"/>
                  <a:gd name="T56" fmla="*/ 48 w 52"/>
                  <a:gd name="T57" fmla="*/ 8 h 52"/>
                  <a:gd name="T58" fmla="*/ 48 w 52"/>
                  <a:gd name="T59" fmla="*/ 14 h 52"/>
                  <a:gd name="T60" fmla="*/ 48 w 52"/>
                  <a:gd name="T61" fmla="*/ 18 h 52"/>
                  <a:gd name="T62" fmla="*/ 52 w 52"/>
                  <a:gd name="T63" fmla="*/ 22 h 52"/>
                  <a:gd name="T64" fmla="*/ 52 w 52"/>
                  <a:gd name="T65" fmla="*/ 26 h 52"/>
                  <a:gd name="T66" fmla="*/ 48 w 52"/>
                  <a:gd name="T67" fmla="*/ 22 h 52"/>
                  <a:gd name="T68" fmla="*/ 52 w 52"/>
                  <a:gd name="T69" fmla="*/ 30 h 52"/>
                  <a:gd name="T70" fmla="*/ 52 w 52"/>
                  <a:gd name="T71" fmla="*/ 30 h 52"/>
                  <a:gd name="T72" fmla="*/ 48 w 52"/>
                  <a:gd name="T73" fmla="*/ 34 h 52"/>
                  <a:gd name="T74" fmla="*/ 44 w 52"/>
                  <a:gd name="T75" fmla="*/ 34 h 52"/>
                  <a:gd name="T76" fmla="*/ 44 w 52"/>
                  <a:gd name="T77" fmla="*/ 34 h 52"/>
                  <a:gd name="T78" fmla="*/ 44 w 52"/>
                  <a:gd name="T79" fmla="*/ 38 h 52"/>
                  <a:gd name="T80" fmla="*/ 44 w 52"/>
                  <a:gd name="T81" fmla="*/ 38 h 52"/>
                  <a:gd name="T82" fmla="*/ 40 w 52"/>
                  <a:gd name="T83" fmla="*/ 40 h 52"/>
                  <a:gd name="T84" fmla="*/ 36 w 52"/>
                  <a:gd name="T85" fmla="*/ 44 h 52"/>
                  <a:gd name="T86" fmla="*/ 36 w 52"/>
                  <a:gd name="T87" fmla="*/ 48 h 52"/>
                  <a:gd name="T88" fmla="*/ 36 w 52"/>
                  <a:gd name="T89" fmla="*/ 52 h 52"/>
                  <a:gd name="T90" fmla="*/ 36 w 52"/>
                  <a:gd name="T91" fmla="*/ 52 h 52"/>
                  <a:gd name="T92" fmla="*/ 32 w 52"/>
                  <a:gd name="T93" fmla="*/ 52 h 52"/>
                  <a:gd name="T94" fmla="*/ 28 w 52"/>
                  <a:gd name="T95" fmla="*/ 48 h 52"/>
                  <a:gd name="T96" fmla="*/ 28 w 52"/>
                  <a:gd name="T97" fmla="*/ 44 h 52"/>
                  <a:gd name="T98" fmla="*/ 26 w 52"/>
                  <a:gd name="T99" fmla="*/ 4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2" h="52">
                    <a:moveTo>
                      <a:pt x="26" y="44"/>
                    </a:moveTo>
                    <a:lnTo>
                      <a:pt x="26" y="44"/>
                    </a:lnTo>
                    <a:lnTo>
                      <a:pt x="26" y="44"/>
                    </a:lnTo>
                    <a:lnTo>
                      <a:pt x="26" y="44"/>
                    </a:lnTo>
                    <a:lnTo>
                      <a:pt x="26" y="40"/>
                    </a:lnTo>
                    <a:lnTo>
                      <a:pt x="26" y="40"/>
                    </a:lnTo>
                    <a:lnTo>
                      <a:pt x="26" y="40"/>
                    </a:lnTo>
                    <a:lnTo>
                      <a:pt x="26" y="40"/>
                    </a:lnTo>
                    <a:lnTo>
                      <a:pt x="22" y="40"/>
                    </a:lnTo>
                    <a:lnTo>
                      <a:pt x="22" y="38"/>
                    </a:lnTo>
                    <a:lnTo>
                      <a:pt x="22" y="38"/>
                    </a:lnTo>
                    <a:lnTo>
                      <a:pt x="22" y="38"/>
                    </a:lnTo>
                    <a:lnTo>
                      <a:pt x="18" y="38"/>
                    </a:lnTo>
                    <a:lnTo>
                      <a:pt x="22" y="34"/>
                    </a:lnTo>
                    <a:lnTo>
                      <a:pt x="18" y="34"/>
                    </a:lnTo>
                    <a:lnTo>
                      <a:pt x="18" y="34"/>
                    </a:lnTo>
                    <a:lnTo>
                      <a:pt x="18" y="34"/>
                    </a:lnTo>
                    <a:lnTo>
                      <a:pt x="18" y="34"/>
                    </a:lnTo>
                    <a:lnTo>
                      <a:pt x="18" y="34"/>
                    </a:lnTo>
                    <a:lnTo>
                      <a:pt x="18" y="34"/>
                    </a:lnTo>
                    <a:lnTo>
                      <a:pt x="14" y="34"/>
                    </a:lnTo>
                    <a:lnTo>
                      <a:pt x="14" y="34"/>
                    </a:lnTo>
                    <a:lnTo>
                      <a:pt x="14" y="30"/>
                    </a:lnTo>
                    <a:lnTo>
                      <a:pt x="14" y="30"/>
                    </a:lnTo>
                    <a:lnTo>
                      <a:pt x="10" y="26"/>
                    </a:lnTo>
                    <a:lnTo>
                      <a:pt x="10" y="26"/>
                    </a:lnTo>
                    <a:lnTo>
                      <a:pt x="10" y="26"/>
                    </a:lnTo>
                    <a:lnTo>
                      <a:pt x="10" y="22"/>
                    </a:lnTo>
                    <a:lnTo>
                      <a:pt x="10" y="22"/>
                    </a:lnTo>
                    <a:lnTo>
                      <a:pt x="6" y="22"/>
                    </a:lnTo>
                    <a:lnTo>
                      <a:pt x="6" y="22"/>
                    </a:lnTo>
                    <a:lnTo>
                      <a:pt x="6" y="22"/>
                    </a:lnTo>
                    <a:lnTo>
                      <a:pt x="6" y="22"/>
                    </a:lnTo>
                    <a:lnTo>
                      <a:pt x="6" y="22"/>
                    </a:lnTo>
                    <a:lnTo>
                      <a:pt x="6" y="18"/>
                    </a:lnTo>
                    <a:lnTo>
                      <a:pt x="6" y="18"/>
                    </a:lnTo>
                    <a:lnTo>
                      <a:pt x="6" y="18"/>
                    </a:lnTo>
                    <a:lnTo>
                      <a:pt x="4" y="18"/>
                    </a:lnTo>
                    <a:lnTo>
                      <a:pt x="4" y="18"/>
                    </a:lnTo>
                    <a:lnTo>
                      <a:pt x="4" y="18"/>
                    </a:lnTo>
                    <a:lnTo>
                      <a:pt x="4" y="18"/>
                    </a:lnTo>
                    <a:lnTo>
                      <a:pt x="4" y="14"/>
                    </a:lnTo>
                    <a:lnTo>
                      <a:pt x="4" y="14"/>
                    </a:lnTo>
                    <a:lnTo>
                      <a:pt x="4" y="14"/>
                    </a:lnTo>
                    <a:lnTo>
                      <a:pt x="4" y="12"/>
                    </a:lnTo>
                    <a:lnTo>
                      <a:pt x="4" y="12"/>
                    </a:lnTo>
                    <a:lnTo>
                      <a:pt x="4" y="12"/>
                    </a:lnTo>
                    <a:lnTo>
                      <a:pt x="4" y="12"/>
                    </a:lnTo>
                    <a:lnTo>
                      <a:pt x="0" y="12"/>
                    </a:lnTo>
                    <a:lnTo>
                      <a:pt x="0" y="8"/>
                    </a:lnTo>
                    <a:lnTo>
                      <a:pt x="0" y="8"/>
                    </a:lnTo>
                    <a:lnTo>
                      <a:pt x="0" y="4"/>
                    </a:lnTo>
                    <a:lnTo>
                      <a:pt x="0" y="4"/>
                    </a:lnTo>
                    <a:lnTo>
                      <a:pt x="0" y="4"/>
                    </a:lnTo>
                    <a:lnTo>
                      <a:pt x="0" y="0"/>
                    </a:lnTo>
                    <a:lnTo>
                      <a:pt x="0" y="0"/>
                    </a:lnTo>
                    <a:lnTo>
                      <a:pt x="0" y="0"/>
                    </a:lnTo>
                    <a:lnTo>
                      <a:pt x="0" y="0"/>
                    </a:lnTo>
                    <a:lnTo>
                      <a:pt x="0" y="0"/>
                    </a:lnTo>
                    <a:lnTo>
                      <a:pt x="4" y="0"/>
                    </a:lnTo>
                    <a:lnTo>
                      <a:pt x="4" y="0"/>
                    </a:lnTo>
                    <a:lnTo>
                      <a:pt x="4" y="4"/>
                    </a:lnTo>
                    <a:lnTo>
                      <a:pt x="6" y="4"/>
                    </a:lnTo>
                    <a:lnTo>
                      <a:pt x="6" y="4"/>
                    </a:lnTo>
                    <a:lnTo>
                      <a:pt x="6" y="4"/>
                    </a:lnTo>
                    <a:lnTo>
                      <a:pt x="6" y="4"/>
                    </a:lnTo>
                    <a:lnTo>
                      <a:pt x="6" y="4"/>
                    </a:lnTo>
                    <a:lnTo>
                      <a:pt x="6" y="0"/>
                    </a:lnTo>
                    <a:lnTo>
                      <a:pt x="10" y="0"/>
                    </a:lnTo>
                    <a:lnTo>
                      <a:pt x="10" y="0"/>
                    </a:lnTo>
                    <a:lnTo>
                      <a:pt x="10" y="0"/>
                    </a:lnTo>
                    <a:lnTo>
                      <a:pt x="10" y="0"/>
                    </a:lnTo>
                    <a:lnTo>
                      <a:pt x="10" y="0"/>
                    </a:lnTo>
                    <a:lnTo>
                      <a:pt x="10" y="0"/>
                    </a:lnTo>
                    <a:lnTo>
                      <a:pt x="10" y="0"/>
                    </a:lnTo>
                    <a:lnTo>
                      <a:pt x="14" y="0"/>
                    </a:lnTo>
                    <a:lnTo>
                      <a:pt x="14" y="0"/>
                    </a:lnTo>
                    <a:lnTo>
                      <a:pt x="14" y="0"/>
                    </a:lnTo>
                    <a:lnTo>
                      <a:pt x="18" y="0"/>
                    </a:lnTo>
                    <a:lnTo>
                      <a:pt x="18" y="0"/>
                    </a:lnTo>
                    <a:lnTo>
                      <a:pt x="18" y="0"/>
                    </a:lnTo>
                    <a:lnTo>
                      <a:pt x="18" y="0"/>
                    </a:lnTo>
                    <a:lnTo>
                      <a:pt x="22" y="0"/>
                    </a:lnTo>
                    <a:lnTo>
                      <a:pt x="22" y="0"/>
                    </a:lnTo>
                    <a:lnTo>
                      <a:pt x="22" y="0"/>
                    </a:lnTo>
                    <a:lnTo>
                      <a:pt x="26" y="0"/>
                    </a:lnTo>
                    <a:lnTo>
                      <a:pt x="26" y="0"/>
                    </a:lnTo>
                    <a:lnTo>
                      <a:pt x="26" y="4"/>
                    </a:lnTo>
                    <a:lnTo>
                      <a:pt x="28" y="4"/>
                    </a:lnTo>
                    <a:lnTo>
                      <a:pt x="28" y="4"/>
                    </a:lnTo>
                    <a:lnTo>
                      <a:pt x="28" y="4"/>
                    </a:lnTo>
                    <a:lnTo>
                      <a:pt x="28" y="4"/>
                    </a:lnTo>
                    <a:lnTo>
                      <a:pt x="32" y="4"/>
                    </a:lnTo>
                    <a:lnTo>
                      <a:pt x="32" y="4"/>
                    </a:lnTo>
                    <a:lnTo>
                      <a:pt x="32" y="4"/>
                    </a:lnTo>
                    <a:lnTo>
                      <a:pt x="32" y="4"/>
                    </a:lnTo>
                    <a:lnTo>
                      <a:pt x="32" y="4"/>
                    </a:lnTo>
                    <a:lnTo>
                      <a:pt x="32" y="0"/>
                    </a:lnTo>
                    <a:lnTo>
                      <a:pt x="32" y="0"/>
                    </a:lnTo>
                    <a:lnTo>
                      <a:pt x="36" y="0"/>
                    </a:lnTo>
                    <a:lnTo>
                      <a:pt x="40" y="4"/>
                    </a:lnTo>
                    <a:lnTo>
                      <a:pt x="40" y="4"/>
                    </a:lnTo>
                    <a:lnTo>
                      <a:pt x="40" y="4"/>
                    </a:lnTo>
                    <a:lnTo>
                      <a:pt x="40" y="4"/>
                    </a:lnTo>
                    <a:lnTo>
                      <a:pt x="40" y="8"/>
                    </a:lnTo>
                    <a:lnTo>
                      <a:pt x="40" y="8"/>
                    </a:lnTo>
                    <a:lnTo>
                      <a:pt x="44" y="8"/>
                    </a:lnTo>
                    <a:lnTo>
                      <a:pt x="44" y="8"/>
                    </a:lnTo>
                    <a:lnTo>
                      <a:pt x="44" y="8"/>
                    </a:lnTo>
                    <a:lnTo>
                      <a:pt x="44" y="8"/>
                    </a:lnTo>
                    <a:lnTo>
                      <a:pt x="48" y="8"/>
                    </a:lnTo>
                    <a:lnTo>
                      <a:pt x="48" y="4"/>
                    </a:lnTo>
                    <a:lnTo>
                      <a:pt x="48" y="8"/>
                    </a:lnTo>
                    <a:lnTo>
                      <a:pt x="52" y="8"/>
                    </a:lnTo>
                    <a:lnTo>
                      <a:pt x="52" y="8"/>
                    </a:lnTo>
                    <a:lnTo>
                      <a:pt x="48" y="8"/>
                    </a:lnTo>
                    <a:lnTo>
                      <a:pt x="48" y="8"/>
                    </a:lnTo>
                    <a:lnTo>
                      <a:pt x="48" y="12"/>
                    </a:lnTo>
                    <a:lnTo>
                      <a:pt x="48" y="12"/>
                    </a:lnTo>
                    <a:lnTo>
                      <a:pt x="48" y="14"/>
                    </a:lnTo>
                    <a:lnTo>
                      <a:pt x="48" y="14"/>
                    </a:lnTo>
                    <a:lnTo>
                      <a:pt x="48" y="18"/>
                    </a:lnTo>
                    <a:lnTo>
                      <a:pt x="48" y="18"/>
                    </a:lnTo>
                    <a:lnTo>
                      <a:pt x="48" y="18"/>
                    </a:lnTo>
                    <a:lnTo>
                      <a:pt x="48" y="18"/>
                    </a:lnTo>
                    <a:lnTo>
                      <a:pt x="48" y="18"/>
                    </a:lnTo>
                    <a:lnTo>
                      <a:pt x="52" y="22"/>
                    </a:lnTo>
                    <a:lnTo>
                      <a:pt x="52" y="22"/>
                    </a:lnTo>
                    <a:lnTo>
                      <a:pt x="52" y="22"/>
                    </a:lnTo>
                    <a:lnTo>
                      <a:pt x="52" y="22"/>
                    </a:lnTo>
                    <a:lnTo>
                      <a:pt x="52" y="26"/>
                    </a:lnTo>
                    <a:lnTo>
                      <a:pt x="52" y="26"/>
                    </a:lnTo>
                    <a:lnTo>
                      <a:pt x="52" y="26"/>
                    </a:lnTo>
                    <a:lnTo>
                      <a:pt x="48" y="26"/>
                    </a:lnTo>
                    <a:lnTo>
                      <a:pt x="48" y="22"/>
                    </a:lnTo>
                    <a:lnTo>
                      <a:pt x="48" y="22"/>
                    </a:lnTo>
                    <a:lnTo>
                      <a:pt x="48" y="26"/>
                    </a:lnTo>
                    <a:lnTo>
                      <a:pt x="48" y="26"/>
                    </a:lnTo>
                    <a:lnTo>
                      <a:pt x="52" y="26"/>
                    </a:lnTo>
                    <a:lnTo>
                      <a:pt x="52" y="30"/>
                    </a:lnTo>
                    <a:lnTo>
                      <a:pt x="52" y="30"/>
                    </a:lnTo>
                    <a:lnTo>
                      <a:pt x="52" y="30"/>
                    </a:lnTo>
                    <a:lnTo>
                      <a:pt x="52" y="30"/>
                    </a:lnTo>
                    <a:lnTo>
                      <a:pt x="52" y="30"/>
                    </a:lnTo>
                    <a:lnTo>
                      <a:pt x="52" y="34"/>
                    </a:lnTo>
                    <a:lnTo>
                      <a:pt x="52" y="34"/>
                    </a:lnTo>
                    <a:lnTo>
                      <a:pt x="52" y="34"/>
                    </a:lnTo>
                    <a:lnTo>
                      <a:pt x="48" y="34"/>
                    </a:lnTo>
                    <a:lnTo>
                      <a:pt x="48" y="34"/>
                    </a:lnTo>
                    <a:lnTo>
                      <a:pt x="48" y="34"/>
                    </a:lnTo>
                    <a:lnTo>
                      <a:pt x="44" y="34"/>
                    </a:lnTo>
                    <a:lnTo>
                      <a:pt x="44" y="34"/>
                    </a:lnTo>
                    <a:lnTo>
                      <a:pt x="44" y="34"/>
                    </a:lnTo>
                    <a:lnTo>
                      <a:pt x="44" y="34"/>
                    </a:lnTo>
                    <a:lnTo>
                      <a:pt x="44" y="34"/>
                    </a:lnTo>
                    <a:lnTo>
                      <a:pt x="44" y="34"/>
                    </a:lnTo>
                    <a:lnTo>
                      <a:pt x="44" y="38"/>
                    </a:lnTo>
                    <a:lnTo>
                      <a:pt x="44" y="38"/>
                    </a:lnTo>
                    <a:lnTo>
                      <a:pt x="44" y="38"/>
                    </a:lnTo>
                    <a:lnTo>
                      <a:pt x="44" y="38"/>
                    </a:lnTo>
                    <a:lnTo>
                      <a:pt x="44" y="38"/>
                    </a:lnTo>
                    <a:lnTo>
                      <a:pt x="44" y="38"/>
                    </a:lnTo>
                    <a:lnTo>
                      <a:pt x="44" y="38"/>
                    </a:lnTo>
                    <a:lnTo>
                      <a:pt x="44" y="38"/>
                    </a:lnTo>
                    <a:lnTo>
                      <a:pt x="40" y="38"/>
                    </a:lnTo>
                    <a:lnTo>
                      <a:pt x="40" y="38"/>
                    </a:lnTo>
                    <a:lnTo>
                      <a:pt x="40" y="40"/>
                    </a:lnTo>
                    <a:lnTo>
                      <a:pt x="40" y="40"/>
                    </a:lnTo>
                    <a:lnTo>
                      <a:pt x="40" y="40"/>
                    </a:lnTo>
                    <a:lnTo>
                      <a:pt x="40" y="40"/>
                    </a:lnTo>
                    <a:lnTo>
                      <a:pt x="40" y="44"/>
                    </a:lnTo>
                    <a:lnTo>
                      <a:pt x="36" y="44"/>
                    </a:lnTo>
                    <a:lnTo>
                      <a:pt x="36" y="44"/>
                    </a:lnTo>
                    <a:lnTo>
                      <a:pt x="36" y="44"/>
                    </a:lnTo>
                    <a:lnTo>
                      <a:pt x="36" y="44"/>
                    </a:lnTo>
                    <a:lnTo>
                      <a:pt x="36" y="48"/>
                    </a:lnTo>
                    <a:lnTo>
                      <a:pt x="36" y="48"/>
                    </a:lnTo>
                    <a:lnTo>
                      <a:pt x="36" y="48"/>
                    </a:lnTo>
                    <a:lnTo>
                      <a:pt x="36" y="48"/>
                    </a:lnTo>
                    <a:lnTo>
                      <a:pt x="36" y="52"/>
                    </a:lnTo>
                    <a:lnTo>
                      <a:pt x="36" y="52"/>
                    </a:lnTo>
                    <a:lnTo>
                      <a:pt x="36" y="52"/>
                    </a:lnTo>
                    <a:lnTo>
                      <a:pt x="36" y="52"/>
                    </a:lnTo>
                    <a:lnTo>
                      <a:pt x="36" y="52"/>
                    </a:lnTo>
                    <a:lnTo>
                      <a:pt x="36" y="52"/>
                    </a:lnTo>
                    <a:lnTo>
                      <a:pt x="36" y="52"/>
                    </a:lnTo>
                    <a:lnTo>
                      <a:pt x="36" y="52"/>
                    </a:lnTo>
                    <a:lnTo>
                      <a:pt x="32" y="52"/>
                    </a:lnTo>
                    <a:lnTo>
                      <a:pt x="32" y="52"/>
                    </a:lnTo>
                    <a:lnTo>
                      <a:pt x="32" y="52"/>
                    </a:lnTo>
                    <a:lnTo>
                      <a:pt x="32" y="48"/>
                    </a:lnTo>
                    <a:lnTo>
                      <a:pt x="28" y="48"/>
                    </a:lnTo>
                    <a:lnTo>
                      <a:pt x="28" y="48"/>
                    </a:lnTo>
                    <a:lnTo>
                      <a:pt x="28" y="48"/>
                    </a:lnTo>
                    <a:lnTo>
                      <a:pt x="28" y="44"/>
                    </a:lnTo>
                    <a:lnTo>
                      <a:pt x="28" y="44"/>
                    </a:lnTo>
                    <a:lnTo>
                      <a:pt x="26" y="44"/>
                    </a:lnTo>
                    <a:lnTo>
                      <a:pt x="26" y="44"/>
                    </a:lnTo>
                    <a:lnTo>
                      <a:pt x="26" y="44"/>
                    </a:lnTo>
                    <a:lnTo>
                      <a:pt x="26" y="44"/>
                    </a:lnTo>
                    <a:lnTo>
                      <a:pt x="26" y="44"/>
                    </a:lnTo>
                    <a:lnTo>
                      <a:pt x="26"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9" name="Freeform 93"/>
              <p:cNvSpPr>
                <a:spLocks/>
              </p:cNvSpPr>
              <p:nvPr/>
            </p:nvSpPr>
            <p:spPr bwMode="gray">
              <a:xfrm>
                <a:off x="5349562" y="3135241"/>
                <a:ext cx="156534" cy="104356"/>
              </a:xfrm>
              <a:custGeom>
                <a:avLst/>
                <a:gdLst>
                  <a:gd name="T0" fmla="*/ 8 w 90"/>
                  <a:gd name="T1" fmla="*/ 52 h 60"/>
                  <a:gd name="T2" fmla="*/ 8 w 90"/>
                  <a:gd name="T3" fmla="*/ 48 h 60"/>
                  <a:gd name="T4" fmla="*/ 0 w 90"/>
                  <a:gd name="T5" fmla="*/ 40 h 60"/>
                  <a:gd name="T6" fmla="*/ 4 w 90"/>
                  <a:gd name="T7" fmla="*/ 38 h 60"/>
                  <a:gd name="T8" fmla="*/ 0 w 90"/>
                  <a:gd name="T9" fmla="*/ 30 h 60"/>
                  <a:gd name="T10" fmla="*/ 8 w 90"/>
                  <a:gd name="T11" fmla="*/ 22 h 60"/>
                  <a:gd name="T12" fmla="*/ 8 w 90"/>
                  <a:gd name="T13" fmla="*/ 20 h 60"/>
                  <a:gd name="T14" fmla="*/ 0 w 90"/>
                  <a:gd name="T15" fmla="*/ 12 h 60"/>
                  <a:gd name="T16" fmla="*/ 4 w 90"/>
                  <a:gd name="T17" fmla="*/ 0 h 60"/>
                  <a:gd name="T18" fmla="*/ 8 w 90"/>
                  <a:gd name="T19" fmla="*/ 4 h 60"/>
                  <a:gd name="T20" fmla="*/ 8 w 90"/>
                  <a:gd name="T21" fmla="*/ 4 h 60"/>
                  <a:gd name="T22" fmla="*/ 8 w 90"/>
                  <a:gd name="T23" fmla="*/ 8 h 60"/>
                  <a:gd name="T24" fmla="*/ 12 w 90"/>
                  <a:gd name="T25" fmla="*/ 8 h 60"/>
                  <a:gd name="T26" fmla="*/ 16 w 90"/>
                  <a:gd name="T27" fmla="*/ 8 h 60"/>
                  <a:gd name="T28" fmla="*/ 26 w 90"/>
                  <a:gd name="T29" fmla="*/ 12 h 60"/>
                  <a:gd name="T30" fmla="*/ 26 w 90"/>
                  <a:gd name="T31" fmla="*/ 12 h 60"/>
                  <a:gd name="T32" fmla="*/ 30 w 90"/>
                  <a:gd name="T33" fmla="*/ 12 h 60"/>
                  <a:gd name="T34" fmla="*/ 34 w 90"/>
                  <a:gd name="T35" fmla="*/ 12 h 60"/>
                  <a:gd name="T36" fmla="*/ 42 w 90"/>
                  <a:gd name="T37" fmla="*/ 12 h 60"/>
                  <a:gd name="T38" fmla="*/ 46 w 90"/>
                  <a:gd name="T39" fmla="*/ 12 h 60"/>
                  <a:gd name="T40" fmla="*/ 54 w 90"/>
                  <a:gd name="T41" fmla="*/ 8 h 60"/>
                  <a:gd name="T42" fmla="*/ 56 w 90"/>
                  <a:gd name="T43" fmla="*/ 4 h 60"/>
                  <a:gd name="T44" fmla="*/ 64 w 90"/>
                  <a:gd name="T45" fmla="*/ 4 h 60"/>
                  <a:gd name="T46" fmla="*/ 68 w 90"/>
                  <a:gd name="T47" fmla="*/ 4 h 60"/>
                  <a:gd name="T48" fmla="*/ 76 w 90"/>
                  <a:gd name="T49" fmla="*/ 4 h 60"/>
                  <a:gd name="T50" fmla="*/ 80 w 90"/>
                  <a:gd name="T51" fmla="*/ 8 h 60"/>
                  <a:gd name="T52" fmla="*/ 80 w 90"/>
                  <a:gd name="T53" fmla="*/ 8 h 60"/>
                  <a:gd name="T54" fmla="*/ 86 w 90"/>
                  <a:gd name="T55" fmla="*/ 12 h 60"/>
                  <a:gd name="T56" fmla="*/ 90 w 90"/>
                  <a:gd name="T57" fmla="*/ 16 h 60"/>
                  <a:gd name="T58" fmla="*/ 86 w 90"/>
                  <a:gd name="T59" fmla="*/ 20 h 60"/>
                  <a:gd name="T60" fmla="*/ 82 w 90"/>
                  <a:gd name="T61" fmla="*/ 16 h 60"/>
                  <a:gd name="T62" fmla="*/ 80 w 90"/>
                  <a:gd name="T63" fmla="*/ 22 h 60"/>
                  <a:gd name="T64" fmla="*/ 80 w 90"/>
                  <a:gd name="T65" fmla="*/ 26 h 60"/>
                  <a:gd name="T66" fmla="*/ 76 w 90"/>
                  <a:gd name="T67" fmla="*/ 30 h 60"/>
                  <a:gd name="T68" fmla="*/ 72 w 90"/>
                  <a:gd name="T69" fmla="*/ 38 h 60"/>
                  <a:gd name="T70" fmla="*/ 76 w 90"/>
                  <a:gd name="T71" fmla="*/ 40 h 60"/>
                  <a:gd name="T72" fmla="*/ 80 w 90"/>
                  <a:gd name="T73" fmla="*/ 44 h 60"/>
                  <a:gd name="T74" fmla="*/ 80 w 90"/>
                  <a:gd name="T75" fmla="*/ 44 h 60"/>
                  <a:gd name="T76" fmla="*/ 72 w 90"/>
                  <a:gd name="T77" fmla="*/ 44 h 60"/>
                  <a:gd name="T78" fmla="*/ 68 w 90"/>
                  <a:gd name="T79" fmla="*/ 40 h 60"/>
                  <a:gd name="T80" fmla="*/ 60 w 90"/>
                  <a:gd name="T81" fmla="*/ 44 h 60"/>
                  <a:gd name="T82" fmla="*/ 56 w 90"/>
                  <a:gd name="T83" fmla="*/ 48 h 60"/>
                  <a:gd name="T84" fmla="*/ 56 w 90"/>
                  <a:gd name="T85" fmla="*/ 52 h 60"/>
                  <a:gd name="T86" fmla="*/ 54 w 90"/>
                  <a:gd name="T87" fmla="*/ 52 h 60"/>
                  <a:gd name="T88" fmla="*/ 54 w 90"/>
                  <a:gd name="T89" fmla="*/ 56 h 60"/>
                  <a:gd name="T90" fmla="*/ 46 w 90"/>
                  <a:gd name="T91" fmla="*/ 60 h 60"/>
                  <a:gd name="T92" fmla="*/ 42 w 90"/>
                  <a:gd name="T93" fmla="*/ 60 h 60"/>
                  <a:gd name="T94" fmla="*/ 34 w 90"/>
                  <a:gd name="T95" fmla="*/ 56 h 60"/>
                  <a:gd name="T96" fmla="*/ 26 w 90"/>
                  <a:gd name="T97" fmla="*/ 52 h 60"/>
                  <a:gd name="T98" fmla="*/ 24 w 90"/>
                  <a:gd name="T99" fmla="*/ 56 h 60"/>
                  <a:gd name="T100" fmla="*/ 20 w 90"/>
                  <a:gd name="T101" fmla="*/ 56 h 60"/>
                  <a:gd name="T102" fmla="*/ 12 w 90"/>
                  <a:gd name="T103" fmla="*/ 56 h 60"/>
                  <a:gd name="T104" fmla="*/ 8 w 90"/>
                  <a:gd name="T105" fmla="*/ 5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0" h="60">
                    <a:moveTo>
                      <a:pt x="8" y="56"/>
                    </a:moveTo>
                    <a:lnTo>
                      <a:pt x="8" y="56"/>
                    </a:lnTo>
                    <a:lnTo>
                      <a:pt x="8" y="56"/>
                    </a:lnTo>
                    <a:lnTo>
                      <a:pt x="8" y="56"/>
                    </a:lnTo>
                    <a:lnTo>
                      <a:pt x="8" y="52"/>
                    </a:lnTo>
                    <a:lnTo>
                      <a:pt x="8" y="52"/>
                    </a:lnTo>
                    <a:lnTo>
                      <a:pt x="8" y="52"/>
                    </a:lnTo>
                    <a:lnTo>
                      <a:pt x="8" y="52"/>
                    </a:lnTo>
                    <a:lnTo>
                      <a:pt x="8" y="48"/>
                    </a:lnTo>
                    <a:lnTo>
                      <a:pt x="8" y="48"/>
                    </a:lnTo>
                    <a:lnTo>
                      <a:pt x="8" y="48"/>
                    </a:lnTo>
                    <a:lnTo>
                      <a:pt x="8" y="48"/>
                    </a:lnTo>
                    <a:lnTo>
                      <a:pt x="8" y="48"/>
                    </a:lnTo>
                    <a:lnTo>
                      <a:pt x="8" y="44"/>
                    </a:lnTo>
                    <a:lnTo>
                      <a:pt x="8" y="44"/>
                    </a:lnTo>
                    <a:lnTo>
                      <a:pt x="4" y="44"/>
                    </a:lnTo>
                    <a:lnTo>
                      <a:pt x="4" y="40"/>
                    </a:lnTo>
                    <a:lnTo>
                      <a:pt x="0" y="40"/>
                    </a:lnTo>
                    <a:lnTo>
                      <a:pt x="0" y="40"/>
                    </a:lnTo>
                    <a:lnTo>
                      <a:pt x="0" y="38"/>
                    </a:lnTo>
                    <a:lnTo>
                      <a:pt x="0" y="38"/>
                    </a:lnTo>
                    <a:lnTo>
                      <a:pt x="0" y="38"/>
                    </a:lnTo>
                    <a:lnTo>
                      <a:pt x="0" y="38"/>
                    </a:lnTo>
                    <a:lnTo>
                      <a:pt x="4" y="38"/>
                    </a:lnTo>
                    <a:lnTo>
                      <a:pt x="4" y="34"/>
                    </a:lnTo>
                    <a:lnTo>
                      <a:pt x="4" y="34"/>
                    </a:lnTo>
                    <a:lnTo>
                      <a:pt x="0" y="34"/>
                    </a:lnTo>
                    <a:lnTo>
                      <a:pt x="0" y="34"/>
                    </a:lnTo>
                    <a:lnTo>
                      <a:pt x="0" y="34"/>
                    </a:lnTo>
                    <a:lnTo>
                      <a:pt x="0" y="30"/>
                    </a:lnTo>
                    <a:lnTo>
                      <a:pt x="0" y="26"/>
                    </a:lnTo>
                    <a:lnTo>
                      <a:pt x="4" y="26"/>
                    </a:lnTo>
                    <a:lnTo>
                      <a:pt x="4" y="26"/>
                    </a:lnTo>
                    <a:lnTo>
                      <a:pt x="4" y="26"/>
                    </a:lnTo>
                    <a:lnTo>
                      <a:pt x="4" y="26"/>
                    </a:lnTo>
                    <a:lnTo>
                      <a:pt x="8" y="22"/>
                    </a:lnTo>
                    <a:lnTo>
                      <a:pt x="8" y="22"/>
                    </a:lnTo>
                    <a:lnTo>
                      <a:pt x="8" y="22"/>
                    </a:lnTo>
                    <a:lnTo>
                      <a:pt x="8" y="22"/>
                    </a:lnTo>
                    <a:lnTo>
                      <a:pt x="8" y="22"/>
                    </a:lnTo>
                    <a:lnTo>
                      <a:pt x="8" y="20"/>
                    </a:lnTo>
                    <a:lnTo>
                      <a:pt x="8" y="20"/>
                    </a:lnTo>
                    <a:lnTo>
                      <a:pt x="4" y="20"/>
                    </a:lnTo>
                    <a:lnTo>
                      <a:pt x="4" y="20"/>
                    </a:lnTo>
                    <a:lnTo>
                      <a:pt x="4" y="20"/>
                    </a:lnTo>
                    <a:lnTo>
                      <a:pt x="4" y="16"/>
                    </a:lnTo>
                    <a:lnTo>
                      <a:pt x="4" y="16"/>
                    </a:lnTo>
                    <a:lnTo>
                      <a:pt x="0" y="12"/>
                    </a:lnTo>
                    <a:lnTo>
                      <a:pt x="0" y="8"/>
                    </a:lnTo>
                    <a:lnTo>
                      <a:pt x="0" y="4"/>
                    </a:lnTo>
                    <a:lnTo>
                      <a:pt x="4" y="4"/>
                    </a:lnTo>
                    <a:lnTo>
                      <a:pt x="4" y="4"/>
                    </a:lnTo>
                    <a:lnTo>
                      <a:pt x="4" y="4"/>
                    </a:lnTo>
                    <a:lnTo>
                      <a:pt x="4" y="0"/>
                    </a:lnTo>
                    <a:lnTo>
                      <a:pt x="4" y="0"/>
                    </a:lnTo>
                    <a:lnTo>
                      <a:pt x="4" y="0"/>
                    </a:lnTo>
                    <a:lnTo>
                      <a:pt x="4" y="0"/>
                    </a:lnTo>
                    <a:lnTo>
                      <a:pt x="8" y="4"/>
                    </a:lnTo>
                    <a:lnTo>
                      <a:pt x="8" y="4"/>
                    </a:lnTo>
                    <a:lnTo>
                      <a:pt x="8" y="4"/>
                    </a:lnTo>
                    <a:lnTo>
                      <a:pt x="8" y="4"/>
                    </a:lnTo>
                    <a:lnTo>
                      <a:pt x="8" y="4"/>
                    </a:lnTo>
                    <a:lnTo>
                      <a:pt x="8" y="4"/>
                    </a:lnTo>
                    <a:lnTo>
                      <a:pt x="8" y="4"/>
                    </a:lnTo>
                    <a:lnTo>
                      <a:pt x="8" y="4"/>
                    </a:lnTo>
                    <a:lnTo>
                      <a:pt x="8" y="4"/>
                    </a:lnTo>
                    <a:lnTo>
                      <a:pt x="8" y="4"/>
                    </a:lnTo>
                    <a:lnTo>
                      <a:pt x="8" y="8"/>
                    </a:lnTo>
                    <a:lnTo>
                      <a:pt x="8" y="8"/>
                    </a:lnTo>
                    <a:lnTo>
                      <a:pt x="8" y="8"/>
                    </a:lnTo>
                    <a:lnTo>
                      <a:pt x="8" y="8"/>
                    </a:lnTo>
                    <a:lnTo>
                      <a:pt x="8" y="8"/>
                    </a:lnTo>
                    <a:lnTo>
                      <a:pt x="12" y="8"/>
                    </a:lnTo>
                    <a:lnTo>
                      <a:pt x="12" y="8"/>
                    </a:lnTo>
                    <a:lnTo>
                      <a:pt x="12" y="8"/>
                    </a:lnTo>
                    <a:lnTo>
                      <a:pt x="12" y="8"/>
                    </a:lnTo>
                    <a:lnTo>
                      <a:pt x="12" y="8"/>
                    </a:lnTo>
                    <a:lnTo>
                      <a:pt x="12" y="8"/>
                    </a:lnTo>
                    <a:lnTo>
                      <a:pt x="12" y="8"/>
                    </a:lnTo>
                    <a:lnTo>
                      <a:pt x="16" y="8"/>
                    </a:lnTo>
                    <a:lnTo>
                      <a:pt x="16" y="8"/>
                    </a:lnTo>
                    <a:lnTo>
                      <a:pt x="16" y="8"/>
                    </a:lnTo>
                    <a:lnTo>
                      <a:pt x="16" y="8"/>
                    </a:lnTo>
                    <a:lnTo>
                      <a:pt x="16" y="8"/>
                    </a:lnTo>
                    <a:lnTo>
                      <a:pt x="20" y="8"/>
                    </a:lnTo>
                    <a:lnTo>
                      <a:pt x="20" y="12"/>
                    </a:lnTo>
                    <a:lnTo>
                      <a:pt x="20" y="12"/>
                    </a:lnTo>
                    <a:lnTo>
                      <a:pt x="24" y="12"/>
                    </a:lnTo>
                    <a:lnTo>
                      <a:pt x="24" y="12"/>
                    </a:lnTo>
                    <a:lnTo>
                      <a:pt x="26" y="12"/>
                    </a:lnTo>
                    <a:lnTo>
                      <a:pt x="26" y="12"/>
                    </a:lnTo>
                    <a:lnTo>
                      <a:pt x="26" y="12"/>
                    </a:lnTo>
                    <a:lnTo>
                      <a:pt x="26" y="12"/>
                    </a:lnTo>
                    <a:lnTo>
                      <a:pt x="26" y="12"/>
                    </a:lnTo>
                    <a:lnTo>
                      <a:pt x="26" y="12"/>
                    </a:lnTo>
                    <a:lnTo>
                      <a:pt x="26" y="12"/>
                    </a:lnTo>
                    <a:lnTo>
                      <a:pt x="26" y="12"/>
                    </a:lnTo>
                    <a:lnTo>
                      <a:pt x="26" y="12"/>
                    </a:lnTo>
                    <a:lnTo>
                      <a:pt x="30" y="12"/>
                    </a:lnTo>
                    <a:lnTo>
                      <a:pt x="30" y="12"/>
                    </a:lnTo>
                    <a:lnTo>
                      <a:pt x="30" y="12"/>
                    </a:lnTo>
                    <a:lnTo>
                      <a:pt x="30" y="12"/>
                    </a:lnTo>
                    <a:lnTo>
                      <a:pt x="30" y="12"/>
                    </a:lnTo>
                    <a:lnTo>
                      <a:pt x="30" y="12"/>
                    </a:lnTo>
                    <a:lnTo>
                      <a:pt x="30" y="12"/>
                    </a:lnTo>
                    <a:lnTo>
                      <a:pt x="34" y="12"/>
                    </a:lnTo>
                    <a:lnTo>
                      <a:pt x="34" y="12"/>
                    </a:lnTo>
                    <a:lnTo>
                      <a:pt x="34" y="12"/>
                    </a:lnTo>
                    <a:lnTo>
                      <a:pt x="34" y="12"/>
                    </a:lnTo>
                    <a:lnTo>
                      <a:pt x="38" y="12"/>
                    </a:lnTo>
                    <a:lnTo>
                      <a:pt x="42" y="12"/>
                    </a:lnTo>
                    <a:lnTo>
                      <a:pt x="42" y="12"/>
                    </a:lnTo>
                    <a:lnTo>
                      <a:pt x="42" y="12"/>
                    </a:lnTo>
                    <a:lnTo>
                      <a:pt x="42" y="12"/>
                    </a:lnTo>
                    <a:lnTo>
                      <a:pt x="42" y="12"/>
                    </a:lnTo>
                    <a:lnTo>
                      <a:pt x="46" y="12"/>
                    </a:lnTo>
                    <a:lnTo>
                      <a:pt x="46" y="12"/>
                    </a:lnTo>
                    <a:lnTo>
                      <a:pt x="46" y="12"/>
                    </a:lnTo>
                    <a:lnTo>
                      <a:pt x="46" y="12"/>
                    </a:lnTo>
                    <a:lnTo>
                      <a:pt x="46" y="12"/>
                    </a:lnTo>
                    <a:lnTo>
                      <a:pt x="50" y="12"/>
                    </a:lnTo>
                    <a:lnTo>
                      <a:pt x="50" y="12"/>
                    </a:lnTo>
                    <a:lnTo>
                      <a:pt x="50" y="12"/>
                    </a:lnTo>
                    <a:lnTo>
                      <a:pt x="50" y="12"/>
                    </a:lnTo>
                    <a:lnTo>
                      <a:pt x="50" y="8"/>
                    </a:lnTo>
                    <a:lnTo>
                      <a:pt x="54" y="8"/>
                    </a:lnTo>
                    <a:lnTo>
                      <a:pt x="54" y="8"/>
                    </a:lnTo>
                    <a:lnTo>
                      <a:pt x="54" y="8"/>
                    </a:lnTo>
                    <a:lnTo>
                      <a:pt x="56" y="4"/>
                    </a:lnTo>
                    <a:lnTo>
                      <a:pt x="56" y="4"/>
                    </a:lnTo>
                    <a:lnTo>
                      <a:pt x="56" y="4"/>
                    </a:lnTo>
                    <a:lnTo>
                      <a:pt x="56" y="4"/>
                    </a:lnTo>
                    <a:lnTo>
                      <a:pt x="56" y="4"/>
                    </a:lnTo>
                    <a:lnTo>
                      <a:pt x="60" y="4"/>
                    </a:lnTo>
                    <a:lnTo>
                      <a:pt x="64" y="4"/>
                    </a:lnTo>
                    <a:lnTo>
                      <a:pt x="64" y="4"/>
                    </a:lnTo>
                    <a:lnTo>
                      <a:pt x="64" y="4"/>
                    </a:lnTo>
                    <a:lnTo>
                      <a:pt x="64" y="4"/>
                    </a:lnTo>
                    <a:lnTo>
                      <a:pt x="68" y="4"/>
                    </a:lnTo>
                    <a:lnTo>
                      <a:pt x="68" y="4"/>
                    </a:lnTo>
                    <a:lnTo>
                      <a:pt x="68" y="4"/>
                    </a:lnTo>
                    <a:lnTo>
                      <a:pt x="68" y="4"/>
                    </a:lnTo>
                    <a:lnTo>
                      <a:pt x="68" y="4"/>
                    </a:lnTo>
                    <a:lnTo>
                      <a:pt x="68" y="4"/>
                    </a:lnTo>
                    <a:lnTo>
                      <a:pt x="68" y="4"/>
                    </a:lnTo>
                    <a:lnTo>
                      <a:pt x="72" y="4"/>
                    </a:lnTo>
                    <a:lnTo>
                      <a:pt x="72" y="4"/>
                    </a:lnTo>
                    <a:lnTo>
                      <a:pt x="72" y="4"/>
                    </a:lnTo>
                    <a:lnTo>
                      <a:pt x="72" y="4"/>
                    </a:lnTo>
                    <a:lnTo>
                      <a:pt x="76" y="4"/>
                    </a:lnTo>
                    <a:lnTo>
                      <a:pt x="76" y="4"/>
                    </a:lnTo>
                    <a:lnTo>
                      <a:pt x="76" y="4"/>
                    </a:lnTo>
                    <a:lnTo>
                      <a:pt x="76" y="4"/>
                    </a:lnTo>
                    <a:lnTo>
                      <a:pt x="76" y="8"/>
                    </a:lnTo>
                    <a:lnTo>
                      <a:pt x="76" y="8"/>
                    </a:lnTo>
                    <a:lnTo>
                      <a:pt x="80" y="8"/>
                    </a:lnTo>
                    <a:lnTo>
                      <a:pt x="80" y="8"/>
                    </a:lnTo>
                    <a:lnTo>
                      <a:pt x="80" y="8"/>
                    </a:lnTo>
                    <a:lnTo>
                      <a:pt x="80" y="4"/>
                    </a:lnTo>
                    <a:lnTo>
                      <a:pt x="80" y="8"/>
                    </a:lnTo>
                    <a:lnTo>
                      <a:pt x="80" y="8"/>
                    </a:lnTo>
                    <a:lnTo>
                      <a:pt x="80" y="8"/>
                    </a:lnTo>
                    <a:lnTo>
                      <a:pt x="80" y="8"/>
                    </a:lnTo>
                    <a:lnTo>
                      <a:pt x="82" y="8"/>
                    </a:lnTo>
                    <a:lnTo>
                      <a:pt x="82" y="12"/>
                    </a:lnTo>
                    <a:lnTo>
                      <a:pt x="82" y="12"/>
                    </a:lnTo>
                    <a:lnTo>
                      <a:pt x="82" y="12"/>
                    </a:lnTo>
                    <a:lnTo>
                      <a:pt x="86" y="12"/>
                    </a:lnTo>
                    <a:lnTo>
                      <a:pt x="86" y="12"/>
                    </a:lnTo>
                    <a:lnTo>
                      <a:pt x="86" y="12"/>
                    </a:lnTo>
                    <a:lnTo>
                      <a:pt x="86" y="12"/>
                    </a:lnTo>
                    <a:lnTo>
                      <a:pt x="86" y="12"/>
                    </a:lnTo>
                    <a:lnTo>
                      <a:pt x="86" y="16"/>
                    </a:lnTo>
                    <a:lnTo>
                      <a:pt x="90" y="16"/>
                    </a:lnTo>
                    <a:lnTo>
                      <a:pt x="90" y="16"/>
                    </a:lnTo>
                    <a:lnTo>
                      <a:pt x="90" y="16"/>
                    </a:lnTo>
                    <a:lnTo>
                      <a:pt x="86" y="16"/>
                    </a:lnTo>
                    <a:lnTo>
                      <a:pt x="86" y="16"/>
                    </a:lnTo>
                    <a:lnTo>
                      <a:pt x="86" y="16"/>
                    </a:lnTo>
                    <a:lnTo>
                      <a:pt x="86" y="20"/>
                    </a:lnTo>
                    <a:lnTo>
                      <a:pt x="86" y="20"/>
                    </a:lnTo>
                    <a:lnTo>
                      <a:pt x="86" y="20"/>
                    </a:lnTo>
                    <a:lnTo>
                      <a:pt x="86" y="20"/>
                    </a:lnTo>
                    <a:lnTo>
                      <a:pt x="86" y="20"/>
                    </a:lnTo>
                    <a:lnTo>
                      <a:pt x="86" y="16"/>
                    </a:lnTo>
                    <a:lnTo>
                      <a:pt x="82" y="16"/>
                    </a:lnTo>
                    <a:lnTo>
                      <a:pt x="82" y="20"/>
                    </a:lnTo>
                    <a:lnTo>
                      <a:pt x="82" y="20"/>
                    </a:lnTo>
                    <a:lnTo>
                      <a:pt x="82" y="20"/>
                    </a:lnTo>
                    <a:lnTo>
                      <a:pt x="82" y="20"/>
                    </a:lnTo>
                    <a:lnTo>
                      <a:pt x="80" y="20"/>
                    </a:lnTo>
                    <a:lnTo>
                      <a:pt x="80" y="22"/>
                    </a:lnTo>
                    <a:lnTo>
                      <a:pt x="80" y="22"/>
                    </a:lnTo>
                    <a:lnTo>
                      <a:pt x="80" y="26"/>
                    </a:lnTo>
                    <a:lnTo>
                      <a:pt x="80" y="26"/>
                    </a:lnTo>
                    <a:lnTo>
                      <a:pt x="80" y="26"/>
                    </a:lnTo>
                    <a:lnTo>
                      <a:pt x="80" y="26"/>
                    </a:lnTo>
                    <a:lnTo>
                      <a:pt x="80" y="26"/>
                    </a:lnTo>
                    <a:lnTo>
                      <a:pt x="80" y="30"/>
                    </a:lnTo>
                    <a:lnTo>
                      <a:pt x="80" y="30"/>
                    </a:lnTo>
                    <a:lnTo>
                      <a:pt x="80" y="30"/>
                    </a:lnTo>
                    <a:lnTo>
                      <a:pt x="80" y="30"/>
                    </a:lnTo>
                    <a:lnTo>
                      <a:pt x="76" y="30"/>
                    </a:lnTo>
                    <a:lnTo>
                      <a:pt x="76" y="30"/>
                    </a:lnTo>
                    <a:lnTo>
                      <a:pt x="76" y="34"/>
                    </a:lnTo>
                    <a:lnTo>
                      <a:pt x="72" y="34"/>
                    </a:lnTo>
                    <a:lnTo>
                      <a:pt x="72" y="34"/>
                    </a:lnTo>
                    <a:lnTo>
                      <a:pt x="72" y="38"/>
                    </a:lnTo>
                    <a:lnTo>
                      <a:pt x="72" y="38"/>
                    </a:lnTo>
                    <a:lnTo>
                      <a:pt x="72" y="38"/>
                    </a:lnTo>
                    <a:lnTo>
                      <a:pt x="76" y="38"/>
                    </a:lnTo>
                    <a:lnTo>
                      <a:pt x="76" y="38"/>
                    </a:lnTo>
                    <a:lnTo>
                      <a:pt x="76" y="38"/>
                    </a:lnTo>
                    <a:lnTo>
                      <a:pt x="76" y="38"/>
                    </a:lnTo>
                    <a:lnTo>
                      <a:pt x="76" y="38"/>
                    </a:lnTo>
                    <a:lnTo>
                      <a:pt x="76" y="40"/>
                    </a:lnTo>
                    <a:lnTo>
                      <a:pt x="76" y="40"/>
                    </a:lnTo>
                    <a:lnTo>
                      <a:pt x="80" y="40"/>
                    </a:lnTo>
                    <a:lnTo>
                      <a:pt x="80" y="40"/>
                    </a:lnTo>
                    <a:lnTo>
                      <a:pt x="80" y="40"/>
                    </a:lnTo>
                    <a:lnTo>
                      <a:pt x="80" y="44"/>
                    </a:lnTo>
                    <a:lnTo>
                      <a:pt x="80" y="44"/>
                    </a:lnTo>
                    <a:lnTo>
                      <a:pt x="80" y="44"/>
                    </a:lnTo>
                    <a:lnTo>
                      <a:pt x="80" y="44"/>
                    </a:lnTo>
                    <a:lnTo>
                      <a:pt x="80" y="44"/>
                    </a:lnTo>
                    <a:lnTo>
                      <a:pt x="80" y="44"/>
                    </a:lnTo>
                    <a:lnTo>
                      <a:pt x="80" y="44"/>
                    </a:lnTo>
                    <a:lnTo>
                      <a:pt x="80" y="44"/>
                    </a:lnTo>
                    <a:lnTo>
                      <a:pt x="76" y="44"/>
                    </a:lnTo>
                    <a:lnTo>
                      <a:pt x="76" y="44"/>
                    </a:lnTo>
                    <a:lnTo>
                      <a:pt x="76" y="44"/>
                    </a:lnTo>
                    <a:lnTo>
                      <a:pt x="76" y="44"/>
                    </a:lnTo>
                    <a:lnTo>
                      <a:pt x="72" y="44"/>
                    </a:lnTo>
                    <a:lnTo>
                      <a:pt x="72" y="44"/>
                    </a:lnTo>
                    <a:lnTo>
                      <a:pt x="72" y="44"/>
                    </a:lnTo>
                    <a:lnTo>
                      <a:pt x="72" y="44"/>
                    </a:lnTo>
                    <a:lnTo>
                      <a:pt x="72" y="44"/>
                    </a:lnTo>
                    <a:lnTo>
                      <a:pt x="72" y="44"/>
                    </a:lnTo>
                    <a:lnTo>
                      <a:pt x="72" y="40"/>
                    </a:lnTo>
                    <a:lnTo>
                      <a:pt x="68" y="40"/>
                    </a:lnTo>
                    <a:lnTo>
                      <a:pt x="68" y="44"/>
                    </a:lnTo>
                    <a:lnTo>
                      <a:pt x="68" y="44"/>
                    </a:lnTo>
                    <a:lnTo>
                      <a:pt x="64" y="44"/>
                    </a:lnTo>
                    <a:lnTo>
                      <a:pt x="64" y="44"/>
                    </a:lnTo>
                    <a:lnTo>
                      <a:pt x="60" y="44"/>
                    </a:lnTo>
                    <a:lnTo>
                      <a:pt x="60" y="44"/>
                    </a:lnTo>
                    <a:lnTo>
                      <a:pt x="60" y="48"/>
                    </a:lnTo>
                    <a:lnTo>
                      <a:pt x="60" y="48"/>
                    </a:lnTo>
                    <a:lnTo>
                      <a:pt x="60" y="48"/>
                    </a:lnTo>
                    <a:lnTo>
                      <a:pt x="60" y="48"/>
                    </a:lnTo>
                    <a:lnTo>
                      <a:pt x="56" y="48"/>
                    </a:lnTo>
                    <a:lnTo>
                      <a:pt x="56" y="48"/>
                    </a:lnTo>
                    <a:lnTo>
                      <a:pt x="56" y="48"/>
                    </a:lnTo>
                    <a:lnTo>
                      <a:pt x="56" y="48"/>
                    </a:lnTo>
                    <a:lnTo>
                      <a:pt x="56" y="48"/>
                    </a:lnTo>
                    <a:lnTo>
                      <a:pt x="56" y="48"/>
                    </a:lnTo>
                    <a:lnTo>
                      <a:pt x="56" y="52"/>
                    </a:lnTo>
                    <a:lnTo>
                      <a:pt x="56" y="52"/>
                    </a:lnTo>
                    <a:lnTo>
                      <a:pt x="56" y="52"/>
                    </a:lnTo>
                    <a:lnTo>
                      <a:pt x="56" y="48"/>
                    </a:lnTo>
                    <a:lnTo>
                      <a:pt x="54" y="48"/>
                    </a:lnTo>
                    <a:lnTo>
                      <a:pt x="54" y="48"/>
                    </a:lnTo>
                    <a:lnTo>
                      <a:pt x="54" y="52"/>
                    </a:lnTo>
                    <a:lnTo>
                      <a:pt x="54" y="52"/>
                    </a:lnTo>
                    <a:lnTo>
                      <a:pt x="54" y="52"/>
                    </a:lnTo>
                    <a:lnTo>
                      <a:pt x="54" y="52"/>
                    </a:lnTo>
                    <a:lnTo>
                      <a:pt x="54" y="52"/>
                    </a:lnTo>
                    <a:lnTo>
                      <a:pt x="54" y="52"/>
                    </a:lnTo>
                    <a:lnTo>
                      <a:pt x="54" y="56"/>
                    </a:lnTo>
                    <a:lnTo>
                      <a:pt x="54" y="56"/>
                    </a:lnTo>
                    <a:lnTo>
                      <a:pt x="54" y="60"/>
                    </a:lnTo>
                    <a:lnTo>
                      <a:pt x="50" y="60"/>
                    </a:lnTo>
                    <a:lnTo>
                      <a:pt x="50" y="60"/>
                    </a:lnTo>
                    <a:lnTo>
                      <a:pt x="50" y="56"/>
                    </a:lnTo>
                    <a:lnTo>
                      <a:pt x="46" y="60"/>
                    </a:lnTo>
                    <a:lnTo>
                      <a:pt x="46" y="60"/>
                    </a:lnTo>
                    <a:lnTo>
                      <a:pt x="46" y="60"/>
                    </a:lnTo>
                    <a:lnTo>
                      <a:pt x="42" y="60"/>
                    </a:lnTo>
                    <a:lnTo>
                      <a:pt x="42" y="60"/>
                    </a:lnTo>
                    <a:lnTo>
                      <a:pt x="42" y="60"/>
                    </a:lnTo>
                    <a:lnTo>
                      <a:pt x="42" y="60"/>
                    </a:lnTo>
                    <a:lnTo>
                      <a:pt x="42" y="60"/>
                    </a:lnTo>
                    <a:lnTo>
                      <a:pt x="38" y="60"/>
                    </a:lnTo>
                    <a:lnTo>
                      <a:pt x="38" y="56"/>
                    </a:lnTo>
                    <a:lnTo>
                      <a:pt x="38" y="56"/>
                    </a:lnTo>
                    <a:lnTo>
                      <a:pt x="38" y="56"/>
                    </a:lnTo>
                    <a:lnTo>
                      <a:pt x="34" y="56"/>
                    </a:lnTo>
                    <a:lnTo>
                      <a:pt x="34" y="56"/>
                    </a:lnTo>
                    <a:lnTo>
                      <a:pt x="34" y="56"/>
                    </a:lnTo>
                    <a:lnTo>
                      <a:pt x="34" y="56"/>
                    </a:lnTo>
                    <a:lnTo>
                      <a:pt x="30" y="56"/>
                    </a:lnTo>
                    <a:lnTo>
                      <a:pt x="30" y="56"/>
                    </a:lnTo>
                    <a:lnTo>
                      <a:pt x="30" y="52"/>
                    </a:lnTo>
                    <a:lnTo>
                      <a:pt x="26" y="52"/>
                    </a:lnTo>
                    <a:lnTo>
                      <a:pt x="26" y="52"/>
                    </a:lnTo>
                    <a:lnTo>
                      <a:pt x="26" y="52"/>
                    </a:lnTo>
                    <a:lnTo>
                      <a:pt x="26" y="52"/>
                    </a:lnTo>
                    <a:lnTo>
                      <a:pt x="26" y="52"/>
                    </a:lnTo>
                    <a:lnTo>
                      <a:pt x="24" y="52"/>
                    </a:lnTo>
                    <a:lnTo>
                      <a:pt x="24" y="56"/>
                    </a:lnTo>
                    <a:lnTo>
                      <a:pt x="24" y="56"/>
                    </a:lnTo>
                    <a:lnTo>
                      <a:pt x="24" y="56"/>
                    </a:lnTo>
                    <a:lnTo>
                      <a:pt x="24" y="56"/>
                    </a:lnTo>
                    <a:lnTo>
                      <a:pt x="20" y="56"/>
                    </a:lnTo>
                    <a:lnTo>
                      <a:pt x="20" y="56"/>
                    </a:lnTo>
                    <a:lnTo>
                      <a:pt x="20" y="56"/>
                    </a:lnTo>
                    <a:lnTo>
                      <a:pt x="20" y="56"/>
                    </a:lnTo>
                    <a:lnTo>
                      <a:pt x="16" y="56"/>
                    </a:lnTo>
                    <a:lnTo>
                      <a:pt x="16" y="56"/>
                    </a:lnTo>
                    <a:lnTo>
                      <a:pt x="12" y="56"/>
                    </a:lnTo>
                    <a:lnTo>
                      <a:pt x="12" y="56"/>
                    </a:lnTo>
                    <a:lnTo>
                      <a:pt x="12" y="56"/>
                    </a:lnTo>
                    <a:lnTo>
                      <a:pt x="12" y="56"/>
                    </a:lnTo>
                    <a:lnTo>
                      <a:pt x="12" y="60"/>
                    </a:lnTo>
                    <a:lnTo>
                      <a:pt x="12" y="60"/>
                    </a:lnTo>
                    <a:lnTo>
                      <a:pt x="12" y="60"/>
                    </a:lnTo>
                    <a:lnTo>
                      <a:pt x="8" y="56"/>
                    </a:lnTo>
                    <a:lnTo>
                      <a:pt x="8" y="56"/>
                    </a:lnTo>
                    <a:lnTo>
                      <a:pt x="8" y="56"/>
                    </a:lnTo>
                    <a:lnTo>
                      <a:pt x="8"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0" name="Freeform 94"/>
              <p:cNvSpPr>
                <a:spLocks noEditPoints="1"/>
              </p:cNvSpPr>
              <p:nvPr/>
            </p:nvSpPr>
            <p:spPr bwMode="gray">
              <a:xfrm>
                <a:off x="5130414" y="3058711"/>
                <a:ext cx="149577" cy="139140"/>
              </a:xfrm>
              <a:custGeom>
                <a:avLst/>
                <a:gdLst>
                  <a:gd name="T0" fmla="*/ 66 w 86"/>
                  <a:gd name="T1" fmla="*/ 74 h 80"/>
                  <a:gd name="T2" fmla="*/ 70 w 86"/>
                  <a:gd name="T3" fmla="*/ 78 h 80"/>
                  <a:gd name="T4" fmla="*/ 56 w 86"/>
                  <a:gd name="T5" fmla="*/ 70 h 80"/>
                  <a:gd name="T6" fmla="*/ 60 w 86"/>
                  <a:gd name="T7" fmla="*/ 70 h 80"/>
                  <a:gd name="T8" fmla="*/ 14 w 86"/>
                  <a:gd name="T9" fmla="*/ 30 h 80"/>
                  <a:gd name="T10" fmla="*/ 18 w 86"/>
                  <a:gd name="T11" fmla="*/ 30 h 80"/>
                  <a:gd name="T12" fmla="*/ 14 w 86"/>
                  <a:gd name="T13" fmla="*/ 34 h 80"/>
                  <a:gd name="T14" fmla="*/ 14 w 86"/>
                  <a:gd name="T15" fmla="*/ 26 h 80"/>
                  <a:gd name="T16" fmla="*/ 14 w 86"/>
                  <a:gd name="T17" fmla="*/ 34 h 80"/>
                  <a:gd name="T18" fmla="*/ 14 w 86"/>
                  <a:gd name="T19" fmla="*/ 40 h 80"/>
                  <a:gd name="T20" fmla="*/ 14 w 86"/>
                  <a:gd name="T21" fmla="*/ 40 h 80"/>
                  <a:gd name="T22" fmla="*/ 22 w 86"/>
                  <a:gd name="T23" fmla="*/ 38 h 80"/>
                  <a:gd name="T24" fmla="*/ 22 w 86"/>
                  <a:gd name="T25" fmla="*/ 40 h 80"/>
                  <a:gd name="T26" fmla="*/ 26 w 86"/>
                  <a:gd name="T27" fmla="*/ 52 h 80"/>
                  <a:gd name="T28" fmla="*/ 18 w 86"/>
                  <a:gd name="T29" fmla="*/ 44 h 80"/>
                  <a:gd name="T30" fmla="*/ 26 w 86"/>
                  <a:gd name="T31" fmla="*/ 52 h 80"/>
                  <a:gd name="T32" fmla="*/ 44 w 86"/>
                  <a:gd name="T33" fmla="*/ 64 h 80"/>
                  <a:gd name="T34" fmla="*/ 44 w 86"/>
                  <a:gd name="T35" fmla="*/ 64 h 80"/>
                  <a:gd name="T36" fmla="*/ 40 w 86"/>
                  <a:gd name="T37" fmla="*/ 66 h 80"/>
                  <a:gd name="T38" fmla="*/ 52 w 86"/>
                  <a:gd name="T39" fmla="*/ 66 h 80"/>
                  <a:gd name="T40" fmla="*/ 40 w 86"/>
                  <a:gd name="T41" fmla="*/ 66 h 80"/>
                  <a:gd name="T42" fmla="*/ 36 w 86"/>
                  <a:gd name="T43" fmla="*/ 70 h 80"/>
                  <a:gd name="T44" fmla="*/ 52 w 86"/>
                  <a:gd name="T45" fmla="*/ 70 h 80"/>
                  <a:gd name="T46" fmla="*/ 60 w 86"/>
                  <a:gd name="T47" fmla="*/ 74 h 80"/>
                  <a:gd name="T48" fmla="*/ 60 w 86"/>
                  <a:gd name="T49" fmla="*/ 74 h 80"/>
                  <a:gd name="T50" fmla="*/ 52 w 86"/>
                  <a:gd name="T51" fmla="*/ 66 h 80"/>
                  <a:gd name="T52" fmla="*/ 40 w 86"/>
                  <a:gd name="T53" fmla="*/ 60 h 80"/>
                  <a:gd name="T54" fmla="*/ 36 w 86"/>
                  <a:gd name="T55" fmla="*/ 56 h 80"/>
                  <a:gd name="T56" fmla="*/ 26 w 86"/>
                  <a:gd name="T57" fmla="*/ 48 h 80"/>
                  <a:gd name="T58" fmla="*/ 30 w 86"/>
                  <a:gd name="T59" fmla="*/ 44 h 80"/>
                  <a:gd name="T60" fmla="*/ 18 w 86"/>
                  <a:gd name="T61" fmla="*/ 34 h 80"/>
                  <a:gd name="T62" fmla="*/ 14 w 86"/>
                  <a:gd name="T63" fmla="*/ 26 h 80"/>
                  <a:gd name="T64" fmla="*/ 10 w 86"/>
                  <a:gd name="T65" fmla="*/ 30 h 80"/>
                  <a:gd name="T66" fmla="*/ 8 w 86"/>
                  <a:gd name="T67" fmla="*/ 34 h 80"/>
                  <a:gd name="T68" fmla="*/ 0 w 86"/>
                  <a:gd name="T69" fmla="*/ 22 h 80"/>
                  <a:gd name="T70" fmla="*/ 8 w 86"/>
                  <a:gd name="T71" fmla="*/ 22 h 80"/>
                  <a:gd name="T72" fmla="*/ 14 w 86"/>
                  <a:gd name="T73" fmla="*/ 18 h 80"/>
                  <a:gd name="T74" fmla="*/ 22 w 86"/>
                  <a:gd name="T75" fmla="*/ 22 h 80"/>
                  <a:gd name="T76" fmla="*/ 30 w 86"/>
                  <a:gd name="T77" fmla="*/ 14 h 80"/>
                  <a:gd name="T78" fmla="*/ 30 w 86"/>
                  <a:gd name="T79" fmla="*/ 8 h 80"/>
                  <a:gd name="T80" fmla="*/ 36 w 86"/>
                  <a:gd name="T81" fmla="*/ 0 h 80"/>
                  <a:gd name="T82" fmla="*/ 52 w 86"/>
                  <a:gd name="T83" fmla="*/ 8 h 80"/>
                  <a:gd name="T84" fmla="*/ 60 w 86"/>
                  <a:gd name="T85" fmla="*/ 14 h 80"/>
                  <a:gd name="T86" fmla="*/ 74 w 86"/>
                  <a:gd name="T87" fmla="*/ 14 h 80"/>
                  <a:gd name="T88" fmla="*/ 78 w 86"/>
                  <a:gd name="T89" fmla="*/ 22 h 80"/>
                  <a:gd name="T90" fmla="*/ 82 w 86"/>
                  <a:gd name="T91" fmla="*/ 26 h 80"/>
                  <a:gd name="T92" fmla="*/ 74 w 86"/>
                  <a:gd name="T93" fmla="*/ 34 h 80"/>
                  <a:gd name="T94" fmla="*/ 66 w 86"/>
                  <a:gd name="T95" fmla="*/ 30 h 80"/>
                  <a:gd name="T96" fmla="*/ 56 w 86"/>
                  <a:gd name="T97" fmla="*/ 26 h 80"/>
                  <a:gd name="T98" fmla="*/ 40 w 86"/>
                  <a:gd name="T99" fmla="*/ 26 h 80"/>
                  <a:gd name="T100" fmla="*/ 34 w 86"/>
                  <a:gd name="T101" fmla="*/ 26 h 80"/>
                  <a:gd name="T102" fmla="*/ 36 w 86"/>
                  <a:gd name="T103" fmla="*/ 38 h 80"/>
                  <a:gd name="T104" fmla="*/ 40 w 86"/>
                  <a:gd name="T105" fmla="*/ 48 h 80"/>
                  <a:gd name="T106" fmla="*/ 48 w 86"/>
                  <a:gd name="T107" fmla="*/ 60 h 80"/>
                  <a:gd name="T108" fmla="*/ 56 w 86"/>
                  <a:gd name="T109" fmla="*/ 64 h 80"/>
                  <a:gd name="T110" fmla="*/ 60 w 86"/>
                  <a:gd name="T111" fmla="*/ 7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86" h="80">
                    <a:moveTo>
                      <a:pt x="60" y="70"/>
                    </a:moveTo>
                    <a:lnTo>
                      <a:pt x="62" y="70"/>
                    </a:lnTo>
                    <a:lnTo>
                      <a:pt x="62" y="74"/>
                    </a:lnTo>
                    <a:lnTo>
                      <a:pt x="66" y="74"/>
                    </a:lnTo>
                    <a:lnTo>
                      <a:pt x="66" y="78"/>
                    </a:lnTo>
                    <a:lnTo>
                      <a:pt x="70" y="78"/>
                    </a:lnTo>
                    <a:lnTo>
                      <a:pt x="70" y="80"/>
                    </a:lnTo>
                    <a:lnTo>
                      <a:pt x="70" y="78"/>
                    </a:lnTo>
                    <a:lnTo>
                      <a:pt x="66" y="78"/>
                    </a:lnTo>
                    <a:lnTo>
                      <a:pt x="62" y="74"/>
                    </a:lnTo>
                    <a:lnTo>
                      <a:pt x="60" y="74"/>
                    </a:lnTo>
                    <a:lnTo>
                      <a:pt x="56" y="70"/>
                    </a:lnTo>
                    <a:lnTo>
                      <a:pt x="52" y="70"/>
                    </a:lnTo>
                    <a:lnTo>
                      <a:pt x="52" y="66"/>
                    </a:lnTo>
                    <a:lnTo>
                      <a:pt x="56" y="70"/>
                    </a:lnTo>
                    <a:lnTo>
                      <a:pt x="60" y="70"/>
                    </a:lnTo>
                    <a:lnTo>
                      <a:pt x="60" y="70"/>
                    </a:lnTo>
                    <a:lnTo>
                      <a:pt x="60" y="70"/>
                    </a:lnTo>
                    <a:close/>
                    <a:moveTo>
                      <a:pt x="18" y="30"/>
                    </a:moveTo>
                    <a:lnTo>
                      <a:pt x="14" y="30"/>
                    </a:lnTo>
                    <a:lnTo>
                      <a:pt x="14" y="26"/>
                    </a:lnTo>
                    <a:lnTo>
                      <a:pt x="18" y="26"/>
                    </a:lnTo>
                    <a:lnTo>
                      <a:pt x="18" y="30"/>
                    </a:lnTo>
                    <a:lnTo>
                      <a:pt x="18" y="30"/>
                    </a:lnTo>
                    <a:lnTo>
                      <a:pt x="18" y="30"/>
                    </a:lnTo>
                    <a:close/>
                    <a:moveTo>
                      <a:pt x="14" y="38"/>
                    </a:moveTo>
                    <a:lnTo>
                      <a:pt x="10" y="34"/>
                    </a:lnTo>
                    <a:lnTo>
                      <a:pt x="14" y="34"/>
                    </a:lnTo>
                    <a:lnTo>
                      <a:pt x="14" y="30"/>
                    </a:lnTo>
                    <a:lnTo>
                      <a:pt x="10" y="30"/>
                    </a:lnTo>
                    <a:lnTo>
                      <a:pt x="10" y="26"/>
                    </a:lnTo>
                    <a:lnTo>
                      <a:pt x="14" y="26"/>
                    </a:lnTo>
                    <a:lnTo>
                      <a:pt x="10" y="26"/>
                    </a:lnTo>
                    <a:lnTo>
                      <a:pt x="10" y="30"/>
                    </a:lnTo>
                    <a:lnTo>
                      <a:pt x="14" y="30"/>
                    </a:lnTo>
                    <a:lnTo>
                      <a:pt x="14" y="34"/>
                    </a:lnTo>
                    <a:lnTo>
                      <a:pt x="14" y="38"/>
                    </a:lnTo>
                    <a:lnTo>
                      <a:pt x="14" y="38"/>
                    </a:lnTo>
                    <a:lnTo>
                      <a:pt x="14" y="38"/>
                    </a:lnTo>
                    <a:close/>
                    <a:moveTo>
                      <a:pt x="14" y="40"/>
                    </a:moveTo>
                    <a:lnTo>
                      <a:pt x="14" y="38"/>
                    </a:lnTo>
                    <a:lnTo>
                      <a:pt x="10" y="38"/>
                    </a:lnTo>
                    <a:lnTo>
                      <a:pt x="14" y="38"/>
                    </a:lnTo>
                    <a:lnTo>
                      <a:pt x="14" y="40"/>
                    </a:lnTo>
                    <a:lnTo>
                      <a:pt x="14" y="40"/>
                    </a:lnTo>
                    <a:lnTo>
                      <a:pt x="14" y="40"/>
                    </a:lnTo>
                    <a:close/>
                    <a:moveTo>
                      <a:pt x="18" y="38"/>
                    </a:moveTo>
                    <a:lnTo>
                      <a:pt x="22" y="38"/>
                    </a:lnTo>
                    <a:lnTo>
                      <a:pt x="22" y="40"/>
                    </a:lnTo>
                    <a:lnTo>
                      <a:pt x="26" y="44"/>
                    </a:lnTo>
                    <a:lnTo>
                      <a:pt x="22" y="44"/>
                    </a:lnTo>
                    <a:lnTo>
                      <a:pt x="22" y="40"/>
                    </a:lnTo>
                    <a:lnTo>
                      <a:pt x="18" y="38"/>
                    </a:lnTo>
                    <a:lnTo>
                      <a:pt x="18" y="38"/>
                    </a:lnTo>
                    <a:lnTo>
                      <a:pt x="18" y="38"/>
                    </a:lnTo>
                    <a:close/>
                    <a:moveTo>
                      <a:pt x="26" y="52"/>
                    </a:moveTo>
                    <a:lnTo>
                      <a:pt x="22" y="52"/>
                    </a:lnTo>
                    <a:lnTo>
                      <a:pt x="22" y="48"/>
                    </a:lnTo>
                    <a:lnTo>
                      <a:pt x="18" y="48"/>
                    </a:lnTo>
                    <a:lnTo>
                      <a:pt x="18" y="44"/>
                    </a:lnTo>
                    <a:lnTo>
                      <a:pt x="22" y="48"/>
                    </a:lnTo>
                    <a:lnTo>
                      <a:pt x="22" y="52"/>
                    </a:lnTo>
                    <a:lnTo>
                      <a:pt x="26" y="52"/>
                    </a:lnTo>
                    <a:lnTo>
                      <a:pt x="26" y="52"/>
                    </a:lnTo>
                    <a:lnTo>
                      <a:pt x="26" y="52"/>
                    </a:lnTo>
                    <a:close/>
                    <a:moveTo>
                      <a:pt x="44" y="64"/>
                    </a:moveTo>
                    <a:lnTo>
                      <a:pt x="40" y="64"/>
                    </a:lnTo>
                    <a:lnTo>
                      <a:pt x="44" y="64"/>
                    </a:lnTo>
                    <a:lnTo>
                      <a:pt x="48" y="64"/>
                    </a:lnTo>
                    <a:lnTo>
                      <a:pt x="44" y="64"/>
                    </a:lnTo>
                    <a:lnTo>
                      <a:pt x="44" y="64"/>
                    </a:lnTo>
                    <a:lnTo>
                      <a:pt x="44" y="64"/>
                    </a:lnTo>
                    <a:close/>
                    <a:moveTo>
                      <a:pt x="52" y="66"/>
                    </a:moveTo>
                    <a:lnTo>
                      <a:pt x="48" y="66"/>
                    </a:lnTo>
                    <a:lnTo>
                      <a:pt x="44" y="66"/>
                    </a:lnTo>
                    <a:lnTo>
                      <a:pt x="40" y="66"/>
                    </a:lnTo>
                    <a:lnTo>
                      <a:pt x="44" y="66"/>
                    </a:lnTo>
                    <a:lnTo>
                      <a:pt x="48" y="66"/>
                    </a:lnTo>
                    <a:lnTo>
                      <a:pt x="52" y="66"/>
                    </a:lnTo>
                    <a:lnTo>
                      <a:pt x="52" y="66"/>
                    </a:lnTo>
                    <a:lnTo>
                      <a:pt x="52" y="66"/>
                    </a:lnTo>
                    <a:close/>
                    <a:moveTo>
                      <a:pt x="36" y="70"/>
                    </a:moveTo>
                    <a:lnTo>
                      <a:pt x="36" y="66"/>
                    </a:lnTo>
                    <a:lnTo>
                      <a:pt x="40" y="66"/>
                    </a:lnTo>
                    <a:lnTo>
                      <a:pt x="40" y="70"/>
                    </a:lnTo>
                    <a:lnTo>
                      <a:pt x="36" y="70"/>
                    </a:lnTo>
                    <a:lnTo>
                      <a:pt x="36" y="70"/>
                    </a:lnTo>
                    <a:lnTo>
                      <a:pt x="36" y="70"/>
                    </a:lnTo>
                    <a:close/>
                    <a:moveTo>
                      <a:pt x="48" y="70"/>
                    </a:moveTo>
                    <a:lnTo>
                      <a:pt x="44" y="70"/>
                    </a:lnTo>
                    <a:lnTo>
                      <a:pt x="48" y="70"/>
                    </a:lnTo>
                    <a:lnTo>
                      <a:pt x="52" y="70"/>
                    </a:lnTo>
                    <a:lnTo>
                      <a:pt x="48" y="70"/>
                    </a:lnTo>
                    <a:lnTo>
                      <a:pt x="48" y="70"/>
                    </a:lnTo>
                    <a:lnTo>
                      <a:pt x="48" y="70"/>
                    </a:lnTo>
                    <a:close/>
                    <a:moveTo>
                      <a:pt x="60" y="74"/>
                    </a:moveTo>
                    <a:lnTo>
                      <a:pt x="56" y="74"/>
                    </a:lnTo>
                    <a:lnTo>
                      <a:pt x="60" y="74"/>
                    </a:lnTo>
                    <a:lnTo>
                      <a:pt x="60" y="74"/>
                    </a:lnTo>
                    <a:lnTo>
                      <a:pt x="60" y="74"/>
                    </a:lnTo>
                    <a:close/>
                    <a:moveTo>
                      <a:pt x="60" y="70"/>
                    </a:moveTo>
                    <a:lnTo>
                      <a:pt x="56" y="70"/>
                    </a:lnTo>
                    <a:lnTo>
                      <a:pt x="56" y="66"/>
                    </a:lnTo>
                    <a:lnTo>
                      <a:pt x="52" y="66"/>
                    </a:lnTo>
                    <a:lnTo>
                      <a:pt x="52" y="64"/>
                    </a:lnTo>
                    <a:lnTo>
                      <a:pt x="48" y="64"/>
                    </a:lnTo>
                    <a:lnTo>
                      <a:pt x="44" y="60"/>
                    </a:lnTo>
                    <a:lnTo>
                      <a:pt x="40" y="60"/>
                    </a:lnTo>
                    <a:lnTo>
                      <a:pt x="36" y="60"/>
                    </a:lnTo>
                    <a:lnTo>
                      <a:pt x="34" y="60"/>
                    </a:lnTo>
                    <a:lnTo>
                      <a:pt x="34" y="56"/>
                    </a:lnTo>
                    <a:lnTo>
                      <a:pt x="36" y="56"/>
                    </a:lnTo>
                    <a:lnTo>
                      <a:pt x="34" y="56"/>
                    </a:lnTo>
                    <a:lnTo>
                      <a:pt x="30" y="52"/>
                    </a:lnTo>
                    <a:lnTo>
                      <a:pt x="26" y="52"/>
                    </a:lnTo>
                    <a:lnTo>
                      <a:pt x="26" y="48"/>
                    </a:lnTo>
                    <a:lnTo>
                      <a:pt x="26" y="44"/>
                    </a:lnTo>
                    <a:lnTo>
                      <a:pt x="22" y="44"/>
                    </a:lnTo>
                    <a:lnTo>
                      <a:pt x="26" y="44"/>
                    </a:lnTo>
                    <a:lnTo>
                      <a:pt x="30" y="44"/>
                    </a:lnTo>
                    <a:lnTo>
                      <a:pt x="26" y="40"/>
                    </a:lnTo>
                    <a:lnTo>
                      <a:pt x="22" y="40"/>
                    </a:lnTo>
                    <a:lnTo>
                      <a:pt x="22" y="38"/>
                    </a:lnTo>
                    <a:lnTo>
                      <a:pt x="18" y="34"/>
                    </a:lnTo>
                    <a:lnTo>
                      <a:pt x="22" y="34"/>
                    </a:lnTo>
                    <a:lnTo>
                      <a:pt x="22" y="30"/>
                    </a:lnTo>
                    <a:lnTo>
                      <a:pt x="18" y="26"/>
                    </a:lnTo>
                    <a:lnTo>
                      <a:pt x="14" y="26"/>
                    </a:lnTo>
                    <a:lnTo>
                      <a:pt x="14" y="22"/>
                    </a:lnTo>
                    <a:lnTo>
                      <a:pt x="10" y="22"/>
                    </a:lnTo>
                    <a:lnTo>
                      <a:pt x="10" y="26"/>
                    </a:lnTo>
                    <a:lnTo>
                      <a:pt x="10" y="30"/>
                    </a:lnTo>
                    <a:lnTo>
                      <a:pt x="8" y="30"/>
                    </a:lnTo>
                    <a:lnTo>
                      <a:pt x="8" y="34"/>
                    </a:lnTo>
                    <a:lnTo>
                      <a:pt x="4" y="34"/>
                    </a:lnTo>
                    <a:lnTo>
                      <a:pt x="8" y="34"/>
                    </a:lnTo>
                    <a:lnTo>
                      <a:pt x="4" y="30"/>
                    </a:lnTo>
                    <a:lnTo>
                      <a:pt x="4" y="26"/>
                    </a:lnTo>
                    <a:lnTo>
                      <a:pt x="4" y="22"/>
                    </a:lnTo>
                    <a:lnTo>
                      <a:pt x="0" y="22"/>
                    </a:lnTo>
                    <a:lnTo>
                      <a:pt x="0" y="18"/>
                    </a:lnTo>
                    <a:lnTo>
                      <a:pt x="4" y="18"/>
                    </a:lnTo>
                    <a:lnTo>
                      <a:pt x="4" y="22"/>
                    </a:lnTo>
                    <a:lnTo>
                      <a:pt x="8" y="22"/>
                    </a:lnTo>
                    <a:lnTo>
                      <a:pt x="10" y="22"/>
                    </a:lnTo>
                    <a:lnTo>
                      <a:pt x="14" y="18"/>
                    </a:lnTo>
                    <a:lnTo>
                      <a:pt x="14" y="14"/>
                    </a:lnTo>
                    <a:lnTo>
                      <a:pt x="14" y="18"/>
                    </a:lnTo>
                    <a:lnTo>
                      <a:pt x="18" y="18"/>
                    </a:lnTo>
                    <a:lnTo>
                      <a:pt x="18" y="22"/>
                    </a:lnTo>
                    <a:lnTo>
                      <a:pt x="22" y="18"/>
                    </a:lnTo>
                    <a:lnTo>
                      <a:pt x="22" y="22"/>
                    </a:lnTo>
                    <a:lnTo>
                      <a:pt x="26" y="22"/>
                    </a:lnTo>
                    <a:lnTo>
                      <a:pt x="26" y="18"/>
                    </a:lnTo>
                    <a:lnTo>
                      <a:pt x="26" y="14"/>
                    </a:lnTo>
                    <a:lnTo>
                      <a:pt x="30" y="14"/>
                    </a:lnTo>
                    <a:lnTo>
                      <a:pt x="34" y="14"/>
                    </a:lnTo>
                    <a:lnTo>
                      <a:pt x="34" y="12"/>
                    </a:lnTo>
                    <a:lnTo>
                      <a:pt x="34" y="8"/>
                    </a:lnTo>
                    <a:lnTo>
                      <a:pt x="30" y="8"/>
                    </a:lnTo>
                    <a:lnTo>
                      <a:pt x="30" y="4"/>
                    </a:lnTo>
                    <a:lnTo>
                      <a:pt x="34" y="4"/>
                    </a:lnTo>
                    <a:lnTo>
                      <a:pt x="36" y="4"/>
                    </a:lnTo>
                    <a:lnTo>
                      <a:pt x="36" y="0"/>
                    </a:lnTo>
                    <a:lnTo>
                      <a:pt x="40" y="0"/>
                    </a:lnTo>
                    <a:lnTo>
                      <a:pt x="44" y="0"/>
                    </a:lnTo>
                    <a:lnTo>
                      <a:pt x="48" y="4"/>
                    </a:lnTo>
                    <a:lnTo>
                      <a:pt x="52" y="8"/>
                    </a:lnTo>
                    <a:lnTo>
                      <a:pt x="52" y="12"/>
                    </a:lnTo>
                    <a:lnTo>
                      <a:pt x="56" y="12"/>
                    </a:lnTo>
                    <a:lnTo>
                      <a:pt x="60" y="12"/>
                    </a:lnTo>
                    <a:lnTo>
                      <a:pt x="60" y="14"/>
                    </a:lnTo>
                    <a:lnTo>
                      <a:pt x="62" y="14"/>
                    </a:lnTo>
                    <a:lnTo>
                      <a:pt x="66" y="14"/>
                    </a:lnTo>
                    <a:lnTo>
                      <a:pt x="70" y="14"/>
                    </a:lnTo>
                    <a:lnTo>
                      <a:pt x="74" y="14"/>
                    </a:lnTo>
                    <a:lnTo>
                      <a:pt x="74" y="12"/>
                    </a:lnTo>
                    <a:lnTo>
                      <a:pt x="78" y="14"/>
                    </a:lnTo>
                    <a:lnTo>
                      <a:pt x="78" y="18"/>
                    </a:lnTo>
                    <a:lnTo>
                      <a:pt x="78" y="22"/>
                    </a:lnTo>
                    <a:lnTo>
                      <a:pt x="82" y="22"/>
                    </a:lnTo>
                    <a:lnTo>
                      <a:pt x="82" y="26"/>
                    </a:lnTo>
                    <a:lnTo>
                      <a:pt x="86" y="26"/>
                    </a:lnTo>
                    <a:lnTo>
                      <a:pt x="82" y="26"/>
                    </a:lnTo>
                    <a:lnTo>
                      <a:pt x="82" y="30"/>
                    </a:lnTo>
                    <a:lnTo>
                      <a:pt x="78" y="30"/>
                    </a:lnTo>
                    <a:lnTo>
                      <a:pt x="78" y="34"/>
                    </a:lnTo>
                    <a:lnTo>
                      <a:pt x="74" y="34"/>
                    </a:lnTo>
                    <a:lnTo>
                      <a:pt x="74" y="30"/>
                    </a:lnTo>
                    <a:lnTo>
                      <a:pt x="70" y="26"/>
                    </a:lnTo>
                    <a:lnTo>
                      <a:pt x="66" y="26"/>
                    </a:lnTo>
                    <a:lnTo>
                      <a:pt x="66" y="30"/>
                    </a:lnTo>
                    <a:lnTo>
                      <a:pt x="62" y="30"/>
                    </a:lnTo>
                    <a:lnTo>
                      <a:pt x="60" y="30"/>
                    </a:lnTo>
                    <a:lnTo>
                      <a:pt x="60" y="26"/>
                    </a:lnTo>
                    <a:lnTo>
                      <a:pt x="56" y="26"/>
                    </a:lnTo>
                    <a:lnTo>
                      <a:pt x="52" y="26"/>
                    </a:lnTo>
                    <a:lnTo>
                      <a:pt x="48" y="26"/>
                    </a:lnTo>
                    <a:lnTo>
                      <a:pt x="44" y="26"/>
                    </a:lnTo>
                    <a:lnTo>
                      <a:pt x="40" y="26"/>
                    </a:lnTo>
                    <a:lnTo>
                      <a:pt x="40" y="30"/>
                    </a:lnTo>
                    <a:lnTo>
                      <a:pt x="36" y="30"/>
                    </a:lnTo>
                    <a:lnTo>
                      <a:pt x="36" y="26"/>
                    </a:lnTo>
                    <a:lnTo>
                      <a:pt x="34" y="26"/>
                    </a:lnTo>
                    <a:lnTo>
                      <a:pt x="34" y="30"/>
                    </a:lnTo>
                    <a:lnTo>
                      <a:pt x="34" y="34"/>
                    </a:lnTo>
                    <a:lnTo>
                      <a:pt x="34" y="38"/>
                    </a:lnTo>
                    <a:lnTo>
                      <a:pt x="36" y="38"/>
                    </a:lnTo>
                    <a:lnTo>
                      <a:pt x="36" y="40"/>
                    </a:lnTo>
                    <a:lnTo>
                      <a:pt x="36" y="44"/>
                    </a:lnTo>
                    <a:lnTo>
                      <a:pt x="40" y="44"/>
                    </a:lnTo>
                    <a:lnTo>
                      <a:pt x="40" y="48"/>
                    </a:lnTo>
                    <a:lnTo>
                      <a:pt x="44" y="48"/>
                    </a:lnTo>
                    <a:lnTo>
                      <a:pt x="44" y="52"/>
                    </a:lnTo>
                    <a:lnTo>
                      <a:pt x="48" y="56"/>
                    </a:lnTo>
                    <a:lnTo>
                      <a:pt x="48" y="60"/>
                    </a:lnTo>
                    <a:lnTo>
                      <a:pt x="52" y="60"/>
                    </a:lnTo>
                    <a:lnTo>
                      <a:pt x="56" y="60"/>
                    </a:lnTo>
                    <a:lnTo>
                      <a:pt x="52" y="64"/>
                    </a:lnTo>
                    <a:lnTo>
                      <a:pt x="56" y="64"/>
                    </a:lnTo>
                    <a:lnTo>
                      <a:pt x="56" y="66"/>
                    </a:lnTo>
                    <a:lnTo>
                      <a:pt x="60" y="66"/>
                    </a:lnTo>
                    <a:lnTo>
                      <a:pt x="60" y="70"/>
                    </a:lnTo>
                    <a:lnTo>
                      <a:pt x="60" y="70"/>
                    </a:lnTo>
                    <a:lnTo>
                      <a:pt x="60"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1" name="Freeform 95"/>
              <p:cNvSpPr>
                <a:spLocks/>
              </p:cNvSpPr>
              <p:nvPr/>
            </p:nvSpPr>
            <p:spPr bwMode="gray">
              <a:xfrm>
                <a:off x="5095629" y="2895223"/>
                <a:ext cx="170449" cy="90442"/>
              </a:xfrm>
              <a:custGeom>
                <a:avLst/>
                <a:gdLst>
                  <a:gd name="T0" fmla="*/ 84 w 98"/>
                  <a:gd name="T1" fmla="*/ 42 h 52"/>
                  <a:gd name="T2" fmla="*/ 80 w 98"/>
                  <a:gd name="T3" fmla="*/ 46 h 52"/>
                  <a:gd name="T4" fmla="*/ 72 w 98"/>
                  <a:gd name="T5" fmla="*/ 46 h 52"/>
                  <a:gd name="T6" fmla="*/ 68 w 98"/>
                  <a:gd name="T7" fmla="*/ 50 h 52"/>
                  <a:gd name="T8" fmla="*/ 68 w 98"/>
                  <a:gd name="T9" fmla="*/ 50 h 52"/>
                  <a:gd name="T10" fmla="*/ 60 w 98"/>
                  <a:gd name="T11" fmla="*/ 46 h 52"/>
                  <a:gd name="T12" fmla="*/ 58 w 98"/>
                  <a:gd name="T13" fmla="*/ 50 h 52"/>
                  <a:gd name="T14" fmla="*/ 54 w 98"/>
                  <a:gd name="T15" fmla="*/ 46 h 52"/>
                  <a:gd name="T16" fmla="*/ 50 w 98"/>
                  <a:gd name="T17" fmla="*/ 46 h 52"/>
                  <a:gd name="T18" fmla="*/ 46 w 98"/>
                  <a:gd name="T19" fmla="*/ 42 h 52"/>
                  <a:gd name="T20" fmla="*/ 42 w 98"/>
                  <a:gd name="T21" fmla="*/ 42 h 52"/>
                  <a:gd name="T22" fmla="*/ 38 w 98"/>
                  <a:gd name="T23" fmla="*/ 46 h 52"/>
                  <a:gd name="T24" fmla="*/ 38 w 98"/>
                  <a:gd name="T25" fmla="*/ 52 h 52"/>
                  <a:gd name="T26" fmla="*/ 34 w 98"/>
                  <a:gd name="T27" fmla="*/ 52 h 52"/>
                  <a:gd name="T28" fmla="*/ 26 w 98"/>
                  <a:gd name="T29" fmla="*/ 50 h 52"/>
                  <a:gd name="T30" fmla="*/ 24 w 98"/>
                  <a:gd name="T31" fmla="*/ 46 h 52"/>
                  <a:gd name="T32" fmla="*/ 24 w 98"/>
                  <a:gd name="T33" fmla="*/ 46 h 52"/>
                  <a:gd name="T34" fmla="*/ 20 w 98"/>
                  <a:gd name="T35" fmla="*/ 42 h 52"/>
                  <a:gd name="T36" fmla="*/ 12 w 98"/>
                  <a:gd name="T37" fmla="*/ 38 h 52"/>
                  <a:gd name="T38" fmla="*/ 8 w 98"/>
                  <a:gd name="T39" fmla="*/ 30 h 52"/>
                  <a:gd name="T40" fmla="*/ 4 w 98"/>
                  <a:gd name="T41" fmla="*/ 26 h 52"/>
                  <a:gd name="T42" fmla="*/ 4 w 98"/>
                  <a:gd name="T43" fmla="*/ 22 h 52"/>
                  <a:gd name="T44" fmla="*/ 0 w 98"/>
                  <a:gd name="T45" fmla="*/ 18 h 52"/>
                  <a:gd name="T46" fmla="*/ 4 w 98"/>
                  <a:gd name="T47" fmla="*/ 18 h 52"/>
                  <a:gd name="T48" fmla="*/ 8 w 98"/>
                  <a:gd name="T49" fmla="*/ 12 h 52"/>
                  <a:gd name="T50" fmla="*/ 12 w 98"/>
                  <a:gd name="T51" fmla="*/ 12 h 52"/>
                  <a:gd name="T52" fmla="*/ 12 w 98"/>
                  <a:gd name="T53" fmla="*/ 12 h 52"/>
                  <a:gd name="T54" fmla="*/ 16 w 98"/>
                  <a:gd name="T55" fmla="*/ 12 h 52"/>
                  <a:gd name="T56" fmla="*/ 20 w 98"/>
                  <a:gd name="T57" fmla="*/ 8 h 52"/>
                  <a:gd name="T58" fmla="*/ 24 w 98"/>
                  <a:gd name="T59" fmla="*/ 8 h 52"/>
                  <a:gd name="T60" fmla="*/ 26 w 98"/>
                  <a:gd name="T61" fmla="*/ 4 h 52"/>
                  <a:gd name="T62" fmla="*/ 30 w 98"/>
                  <a:gd name="T63" fmla="*/ 0 h 52"/>
                  <a:gd name="T64" fmla="*/ 34 w 98"/>
                  <a:gd name="T65" fmla="*/ 0 h 52"/>
                  <a:gd name="T66" fmla="*/ 38 w 98"/>
                  <a:gd name="T67" fmla="*/ 4 h 52"/>
                  <a:gd name="T68" fmla="*/ 38 w 98"/>
                  <a:gd name="T69" fmla="*/ 4 h 52"/>
                  <a:gd name="T70" fmla="*/ 46 w 98"/>
                  <a:gd name="T71" fmla="*/ 0 h 52"/>
                  <a:gd name="T72" fmla="*/ 46 w 98"/>
                  <a:gd name="T73" fmla="*/ 4 h 52"/>
                  <a:gd name="T74" fmla="*/ 50 w 98"/>
                  <a:gd name="T75" fmla="*/ 4 h 52"/>
                  <a:gd name="T76" fmla="*/ 58 w 98"/>
                  <a:gd name="T77" fmla="*/ 8 h 52"/>
                  <a:gd name="T78" fmla="*/ 60 w 98"/>
                  <a:gd name="T79" fmla="*/ 8 h 52"/>
                  <a:gd name="T80" fmla="*/ 60 w 98"/>
                  <a:gd name="T81" fmla="*/ 12 h 52"/>
                  <a:gd name="T82" fmla="*/ 60 w 98"/>
                  <a:gd name="T83" fmla="*/ 16 h 52"/>
                  <a:gd name="T84" fmla="*/ 64 w 98"/>
                  <a:gd name="T85" fmla="*/ 18 h 52"/>
                  <a:gd name="T86" fmla="*/ 68 w 98"/>
                  <a:gd name="T87" fmla="*/ 18 h 52"/>
                  <a:gd name="T88" fmla="*/ 72 w 98"/>
                  <a:gd name="T89" fmla="*/ 18 h 52"/>
                  <a:gd name="T90" fmla="*/ 68 w 98"/>
                  <a:gd name="T91" fmla="*/ 12 h 52"/>
                  <a:gd name="T92" fmla="*/ 72 w 98"/>
                  <a:gd name="T93" fmla="*/ 16 h 52"/>
                  <a:gd name="T94" fmla="*/ 80 w 98"/>
                  <a:gd name="T95" fmla="*/ 16 h 52"/>
                  <a:gd name="T96" fmla="*/ 80 w 98"/>
                  <a:gd name="T97" fmla="*/ 16 h 52"/>
                  <a:gd name="T98" fmla="*/ 80 w 98"/>
                  <a:gd name="T99" fmla="*/ 18 h 52"/>
                  <a:gd name="T100" fmla="*/ 88 w 98"/>
                  <a:gd name="T101" fmla="*/ 18 h 52"/>
                  <a:gd name="T102" fmla="*/ 94 w 98"/>
                  <a:gd name="T103" fmla="*/ 22 h 52"/>
                  <a:gd name="T104" fmla="*/ 94 w 98"/>
                  <a:gd name="T105" fmla="*/ 30 h 52"/>
                  <a:gd name="T106" fmla="*/ 94 w 98"/>
                  <a:gd name="T107" fmla="*/ 30 h 52"/>
                  <a:gd name="T108" fmla="*/ 88 w 98"/>
                  <a:gd name="T109" fmla="*/ 38 h 52"/>
                  <a:gd name="T110" fmla="*/ 88 w 98"/>
                  <a:gd name="T111" fmla="*/ 3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98" h="52">
                    <a:moveTo>
                      <a:pt x="88" y="38"/>
                    </a:moveTo>
                    <a:lnTo>
                      <a:pt x="88" y="42"/>
                    </a:lnTo>
                    <a:lnTo>
                      <a:pt x="88" y="42"/>
                    </a:lnTo>
                    <a:lnTo>
                      <a:pt x="88" y="42"/>
                    </a:lnTo>
                    <a:lnTo>
                      <a:pt x="84" y="42"/>
                    </a:lnTo>
                    <a:lnTo>
                      <a:pt x="84" y="46"/>
                    </a:lnTo>
                    <a:lnTo>
                      <a:pt x="80" y="46"/>
                    </a:lnTo>
                    <a:lnTo>
                      <a:pt x="80" y="46"/>
                    </a:lnTo>
                    <a:lnTo>
                      <a:pt x="80" y="46"/>
                    </a:lnTo>
                    <a:lnTo>
                      <a:pt x="80" y="46"/>
                    </a:lnTo>
                    <a:lnTo>
                      <a:pt x="76" y="46"/>
                    </a:lnTo>
                    <a:lnTo>
                      <a:pt x="76" y="46"/>
                    </a:lnTo>
                    <a:lnTo>
                      <a:pt x="76" y="46"/>
                    </a:lnTo>
                    <a:lnTo>
                      <a:pt x="76" y="46"/>
                    </a:lnTo>
                    <a:lnTo>
                      <a:pt x="72" y="46"/>
                    </a:lnTo>
                    <a:lnTo>
                      <a:pt x="72" y="46"/>
                    </a:lnTo>
                    <a:lnTo>
                      <a:pt x="72" y="46"/>
                    </a:lnTo>
                    <a:lnTo>
                      <a:pt x="72" y="50"/>
                    </a:lnTo>
                    <a:lnTo>
                      <a:pt x="72" y="50"/>
                    </a:lnTo>
                    <a:lnTo>
                      <a:pt x="68" y="50"/>
                    </a:lnTo>
                    <a:lnTo>
                      <a:pt x="68" y="50"/>
                    </a:lnTo>
                    <a:lnTo>
                      <a:pt x="68" y="50"/>
                    </a:lnTo>
                    <a:lnTo>
                      <a:pt x="68" y="50"/>
                    </a:lnTo>
                    <a:lnTo>
                      <a:pt x="68" y="50"/>
                    </a:lnTo>
                    <a:lnTo>
                      <a:pt x="68" y="50"/>
                    </a:lnTo>
                    <a:lnTo>
                      <a:pt x="68" y="50"/>
                    </a:lnTo>
                    <a:lnTo>
                      <a:pt x="64" y="50"/>
                    </a:lnTo>
                    <a:lnTo>
                      <a:pt x="64" y="46"/>
                    </a:lnTo>
                    <a:lnTo>
                      <a:pt x="64" y="46"/>
                    </a:lnTo>
                    <a:lnTo>
                      <a:pt x="60" y="46"/>
                    </a:lnTo>
                    <a:lnTo>
                      <a:pt x="60" y="46"/>
                    </a:lnTo>
                    <a:lnTo>
                      <a:pt x="60" y="50"/>
                    </a:lnTo>
                    <a:lnTo>
                      <a:pt x="60" y="50"/>
                    </a:lnTo>
                    <a:lnTo>
                      <a:pt x="60" y="50"/>
                    </a:lnTo>
                    <a:lnTo>
                      <a:pt x="58" y="50"/>
                    </a:lnTo>
                    <a:lnTo>
                      <a:pt x="58" y="50"/>
                    </a:lnTo>
                    <a:lnTo>
                      <a:pt x="58" y="50"/>
                    </a:lnTo>
                    <a:lnTo>
                      <a:pt x="58" y="50"/>
                    </a:lnTo>
                    <a:lnTo>
                      <a:pt x="58" y="46"/>
                    </a:lnTo>
                    <a:lnTo>
                      <a:pt x="54" y="46"/>
                    </a:lnTo>
                    <a:lnTo>
                      <a:pt x="54" y="46"/>
                    </a:lnTo>
                    <a:lnTo>
                      <a:pt x="54" y="46"/>
                    </a:lnTo>
                    <a:lnTo>
                      <a:pt x="50" y="46"/>
                    </a:lnTo>
                    <a:lnTo>
                      <a:pt x="50" y="46"/>
                    </a:lnTo>
                    <a:lnTo>
                      <a:pt x="50" y="46"/>
                    </a:lnTo>
                    <a:lnTo>
                      <a:pt x="50" y="46"/>
                    </a:lnTo>
                    <a:lnTo>
                      <a:pt x="50" y="46"/>
                    </a:lnTo>
                    <a:lnTo>
                      <a:pt x="46" y="42"/>
                    </a:lnTo>
                    <a:lnTo>
                      <a:pt x="46" y="42"/>
                    </a:lnTo>
                    <a:lnTo>
                      <a:pt x="46" y="42"/>
                    </a:lnTo>
                    <a:lnTo>
                      <a:pt x="46" y="42"/>
                    </a:lnTo>
                    <a:lnTo>
                      <a:pt x="42" y="42"/>
                    </a:lnTo>
                    <a:lnTo>
                      <a:pt x="42" y="42"/>
                    </a:lnTo>
                    <a:lnTo>
                      <a:pt x="42" y="42"/>
                    </a:lnTo>
                    <a:lnTo>
                      <a:pt x="42" y="42"/>
                    </a:lnTo>
                    <a:lnTo>
                      <a:pt x="42" y="46"/>
                    </a:lnTo>
                    <a:lnTo>
                      <a:pt x="42" y="46"/>
                    </a:lnTo>
                    <a:lnTo>
                      <a:pt x="38" y="46"/>
                    </a:lnTo>
                    <a:lnTo>
                      <a:pt x="38" y="46"/>
                    </a:lnTo>
                    <a:lnTo>
                      <a:pt x="38" y="46"/>
                    </a:lnTo>
                    <a:lnTo>
                      <a:pt x="38" y="50"/>
                    </a:lnTo>
                    <a:lnTo>
                      <a:pt x="38" y="50"/>
                    </a:lnTo>
                    <a:lnTo>
                      <a:pt x="38" y="50"/>
                    </a:lnTo>
                    <a:lnTo>
                      <a:pt x="38" y="52"/>
                    </a:lnTo>
                    <a:lnTo>
                      <a:pt x="38" y="52"/>
                    </a:lnTo>
                    <a:lnTo>
                      <a:pt x="38" y="50"/>
                    </a:lnTo>
                    <a:lnTo>
                      <a:pt x="34" y="50"/>
                    </a:lnTo>
                    <a:lnTo>
                      <a:pt x="34" y="50"/>
                    </a:lnTo>
                    <a:lnTo>
                      <a:pt x="34" y="50"/>
                    </a:lnTo>
                    <a:lnTo>
                      <a:pt x="34" y="52"/>
                    </a:lnTo>
                    <a:lnTo>
                      <a:pt x="30" y="52"/>
                    </a:lnTo>
                    <a:lnTo>
                      <a:pt x="30" y="52"/>
                    </a:lnTo>
                    <a:lnTo>
                      <a:pt x="26" y="50"/>
                    </a:lnTo>
                    <a:lnTo>
                      <a:pt x="26" y="50"/>
                    </a:lnTo>
                    <a:lnTo>
                      <a:pt x="26" y="50"/>
                    </a:lnTo>
                    <a:lnTo>
                      <a:pt x="26" y="50"/>
                    </a:lnTo>
                    <a:lnTo>
                      <a:pt x="24" y="50"/>
                    </a:lnTo>
                    <a:lnTo>
                      <a:pt x="24" y="46"/>
                    </a:lnTo>
                    <a:lnTo>
                      <a:pt x="24" y="46"/>
                    </a:lnTo>
                    <a:lnTo>
                      <a:pt x="24" y="46"/>
                    </a:lnTo>
                    <a:lnTo>
                      <a:pt x="24" y="46"/>
                    </a:lnTo>
                    <a:lnTo>
                      <a:pt x="24" y="46"/>
                    </a:lnTo>
                    <a:lnTo>
                      <a:pt x="24" y="46"/>
                    </a:lnTo>
                    <a:lnTo>
                      <a:pt x="24" y="46"/>
                    </a:lnTo>
                    <a:lnTo>
                      <a:pt x="24" y="46"/>
                    </a:lnTo>
                    <a:lnTo>
                      <a:pt x="24" y="46"/>
                    </a:lnTo>
                    <a:lnTo>
                      <a:pt x="24" y="46"/>
                    </a:lnTo>
                    <a:lnTo>
                      <a:pt x="24" y="46"/>
                    </a:lnTo>
                    <a:lnTo>
                      <a:pt x="20" y="42"/>
                    </a:lnTo>
                    <a:lnTo>
                      <a:pt x="20" y="42"/>
                    </a:lnTo>
                    <a:lnTo>
                      <a:pt x="20" y="42"/>
                    </a:lnTo>
                    <a:lnTo>
                      <a:pt x="20" y="42"/>
                    </a:lnTo>
                    <a:lnTo>
                      <a:pt x="20" y="42"/>
                    </a:lnTo>
                    <a:lnTo>
                      <a:pt x="16" y="38"/>
                    </a:lnTo>
                    <a:lnTo>
                      <a:pt x="12" y="38"/>
                    </a:lnTo>
                    <a:lnTo>
                      <a:pt x="12" y="34"/>
                    </a:lnTo>
                    <a:lnTo>
                      <a:pt x="12" y="34"/>
                    </a:lnTo>
                    <a:lnTo>
                      <a:pt x="12" y="34"/>
                    </a:lnTo>
                    <a:lnTo>
                      <a:pt x="8" y="34"/>
                    </a:lnTo>
                    <a:lnTo>
                      <a:pt x="8" y="30"/>
                    </a:lnTo>
                    <a:lnTo>
                      <a:pt x="8" y="30"/>
                    </a:lnTo>
                    <a:lnTo>
                      <a:pt x="8" y="30"/>
                    </a:lnTo>
                    <a:lnTo>
                      <a:pt x="4" y="30"/>
                    </a:lnTo>
                    <a:lnTo>
                      <a:pt x="4" y="26"/>
                    </a:lnTo>
                    <a:lnTo>
                      <a:pt x="4" y="26"/>
                    </a:lnTo>
                    <a:lnTo>
                      <a:pt x="4" y="26"/>
                    </a:lnTo>
                    <a:lnTo>
                      <a:pt x="8" y="22"/>
                    </a:lnTo>
                    <a:lnTo>
                      <a:pt x="4" y="22"/>
                    </a:lnTo>
                    <a:lnTo>
                      <a:pt x="4" y="22"/>
                    </a:lnTo>
                    <a:lnTo>
                      <a:pt x="4" y="22"/>
                    </a:lnTo>
                    <a:lnTo>
                      <a:pt x="4" y="18"/>
                    </a:lnTo>
                    <a:lnTo>
                      <a:pt x="4" y="18"/>
                    </a:lnTo>
                    <a:lnTo>
                      <a:pt x="0" y="18"/>
                    </a:lnTo>
                    <a:lnTo>
                      <a:pt x="0" y="18"/>
                    </a:lnTo>
                    <a:lnTo>
                      <a:pt x="0" y="18"/>
                    </a:lnTo>
                    <a:lnTo>
                      <a:pt x="0" y="16"/>
                    </a:lnTo>
                    <a:lnTo>
                      <a:pt x="0" y="16"/>
                    </a:lnTo>
                    <a:lnTo>
                      <a:pt x="0" y="16"/>
                    </a:lnTo>
                    <a:lnTo>
                      <a:pt x="4" y="18"/>
                    </a:lnTo>
                    <a:lnTo>
                      <a:pt x="4" y="18"/>
                    </a:lnTo>
                    <a:lnTo>
                      <a:pt x="4" y="16"/>
                    </a:lnTo>
                    <a:lnTo>
                      <a:pt x="4" y="16"/>
                    </a:lnTo>
                    <a:lnTo>
                      <a:pt x="4" y="16"/>
                    </a:lnTo>
                    <a:lnTo>
                      <a:pt x="4" y="16"/>
                    </a:lnTo>
                    <a:lnTo>
                      <a:pt x="8" y="12"/>
                    </a:lnTo>
                    <a:lnTo>
                      <a:pt x="8" y="12"/>
                    </a:lnTo>
                    <a:lnTo>
                      <a:pt x="8" y="12"/>
                    </a:lnTo>
                    <a:lnTo>
                      <a:pt x="8" y="12"/>
                    </a:lnTo>
                    <a:lnTo>
                      <a:pt x="12" y="12"/>
                    </a:lnTo>
                    <a:lnTo>
                      <a:pt x="12" y="12"/>
                    </a:lnTo>
                    <a:lnTo>
                      <a:pt x="12" y="12"/>
                    </a:lnTo>
                    <a:lnTo>
                      <a:pt x="12" y="12"/>
                    </a:lnTo>
                    <a:lnTo>
                      <a:pt x="12" y="12"/>
                    </a:lnTo>
                    <a:lnTo>
                      <a:pt x="12" y="12"/>
                    </a:lnTo>
                    <a:lnTo>
                      <a:pt x="12" y="12"/>
                    </a:lnTo>
                    <a:lnTo>
                      <a:pt x="12" y="12"/>
                    </a:lnTo>
                    <a:lnTo>
                      <a:pt x="16" y="12"/>
                    </a:lnTo>
                    <a:lnTo>
                      <a:pt x="16" y="12"/>
                    </a:lnTo>
                    <a:lnTo>
                      <a:pt x="16" y="12"/>
                    </a:lnTo>
                    <a:lnTo>
                      <a:pt x="16" y="12"/>
                    </a:lnTo>
                    <a:lnTo>
                      <a:pt x="16" y="8"/>
                    </a:lnTo>
                    <a:lnTo>
                      <a:pt x="20" y="8"/>
                    </a:lnTo>
                    <a:lnTo>
                      <a:pt x="20" y="8"/>
                    </a:lnTo>
                    <a:lnTo>
                      <a:pt x="20" y="8"/>
                    </a:lnTo>
                    <a:lnTo>
                      <a:pt x="20" y="8"/>
                    </a:lnTo>
                    <a:lnTo>
                      <a:pt x="20" y="8"/>
                    </a:lnTo>
                    <a:lnTo>
                      <a:pt x="20" y="8"/>
                    </a:lnTo>
                    <a:lnTo>
                      <a:pt x="20" y="8"/>
                    </a:lnTo>
                    <a:lnTo>
                      <a:pt x="24" y="8"/>
                    </a:lnTo>
                    <a:lnTo>
                      <a:pt x="24" y="8"/>
                    </a:lnTo>
                    <a:lnTo>
                      <a:pt x="24" y="8"/>
                    </a:lnTo>
                    <a:lnTo>
                      <a:pt x="24" y="8"/>
                    </a:lnTo>
                    <a:lnTo>
                      <a:pt x="26" y="4"/>
                    </a:lnTo>
                    <a:lnTo>
                      <a:pt x="26" y="4"/>
                    </a:lnTo>
                    <a:lnTo>
                      <a:pt x="26" y="4"/>
                    </a:lnTo>
                    <a:lnTo>
                      <a:pt x="30" y="4"/>
                    </a:lnTo>
                    <a:lnTo>
                      <a:pt x="30" y="4"/>
                    </a:lnTo>
                    <a:lnTo>
                      <a:pt x="34" y="0"/>
                    </a:lnTo>
                    <a:lnTo>
                      <a:pt x="30" y="0"/>
                    </a:lnTo>
                    <a:lnTo>
                      <a:pt x="30" y="0"/>
                    </a:lnTo>
                    <a:lnTo>
                      <a:pt x="30" y="0"/>
                    </a:lnTo>
                    <a:lnTo>
                      <a:pt x="30" y="0"/>
                    </a:lnTo>
                    <a:lnTo>
                      <a:pt x="34" y="0"/>
                    </a:lnTo>
                    <a:lnTo>
                      <a:pt x="34" y="0"/>
                    </a:lnTo>
                    <a:lnTo>
                      <a:pt x="34" y="0"/>
                    </a:lnTo>
                    <a:lnTo>
                      <a:pt x="38" y="4"/>
                    </a:lnTo>
                    <a:lnTo>
                      <a:pt x="38" y="4"/>
                    </a:lnTo>
                    <a:lnTo>
                      <a:pt x="34" y="4"/>
                    </a:lnTo>
                    <a:lnTo>
                      <a:pt x="38" y="4"/>
                    </a:lnTo>
                    <a:lnTo>
                      <a:pt x="38" y="4"/>
                    </a:lnTo>
                    <a:lnTo>
                      <a:pt x="38" y="4"/>
                    </a:lnTo>
                    <a:lnTo>
                      <a:pt x="38" y="4"/>
                    </a:lnTo>
                    <a:lnTo>
                      <a:pt x="38" y="4"/>
                    </a:lnTo>
                    <a:lnTo>
                      <a:pt x="38" y="4"/>
                    </a:lnTo>
                    <a:lnTo>
                      <a:pt x="38" y="4"/>
                    </a:lnTo>
                    <a:lnTo>
                      <a:pt x="42" y="4"/>
                    </a:lnTo>
                    <a:lnTo>
                      <a:pt x="42" y="4"/>
                    </a:lnTo>
                    <a:lnTo>
                      <a:pt x="42" y="0"/>
                    </a:lnTo>
                    <a:lnTo>
                      <a:pt x="42" y="0"/>
                    </a:lnTo>
                    <a:lnTo>
                      <a:pt x="46" y="0"/>
                    </a:lnTo>
                    <a:lnTo>
                      <a:pt x="46" y="0"/>
                    </a:lnTo>
                    <a:lnTo>
                      <a:pt x="46" y="0"/>
                    </a:lnTo>
                    <a:lnTo>
                      <a:pt x="46" y="0"/>
                    </a:lnTo>
                    <a:lnTo>
                      <a:pt x="46" y="4"/>
                    </a:lnTo>
                    <a:lnTo>
                      <a:pt x="46" y="4"/>
                    </a:lnTo>
                    <a:lnTo>
                      <a:pt x="46" y="4"/>
                    </a:lnTo>
                    <a:lnTo>
                      <a:pt x="46" y="4"/>
                    </a:lnTo>
                    <a:lnTo>
                      <a:pt x="46" y="4"/>
                    </a:lnTo>
                    <a:lnTo>
                      <a:pt x="50" y="4"/>
                    </a:lnTo>
                    <a:lnTo>
                      <a:pt x="50" y="4"/>
                    </a:lnTo>
                    <a:lnTo>
                      <a:pt x="54" y="8"/>
                    </a:lnTo>
                    <a:lnTo>
                      <a:pt x="58" y="8"/>
                    </a:lnTo>
                    <a:lnTo>
                      <a:pt x="58" y="8"/>
                    </a:lnTo>
                    <a:lnTo>
                      <a:pt x="58" y="8"/>
                    </a:lnTo>
                    <a:lnTo>
                      <a:pt x="58" y="8"/>
                    </a:lnTo>
                    <a:lnTo>
                      <a:pt x="58" y="8"/>
                    </a:lnTo>
                    <a:lnTo>
                      <a:pt x="60" y="8"/>
                    </a:lnTo>
                    <a:lnTo>
                      <a:pt x="60" y="8"/>
                    </a:lnTo>
                    <a:lnTo>
                      <a:pt x="60" y="8"/>
                    </a:lnTo>
                    <a:lnTo>
                      <a:pt x="60" y="8"/>
                    </a:lnTo>
                    <a:lnTo>
                      <a:pt x="60" y="8"/>
                    </a:lnTo>
                    <a:lnTo>
                      <a:pt x="60" y="12"/>
                    </a:lnTo>
                    <a:lnTo>
                      <a:pt x="60" y="12"/>
                    </a:lnTo>
                    <a:lnTo>
                      <a:pt x="60" y="12"/>
                    </a:lnTo>
                    <a:lnTo>
                      <a:pt x="60" y="12"/>
                    </a:lnTo>
                    <a:lnTo>
                      <a:pt x="60" y="12"/>
                    </a:lnTo>
                    <a:lnTo>
                      <a:pt x="60" y="16"/>
                    </a:lnTo>
                    <a:lnTo>
                      <a:pt x="60" y="16"/>
                    </a:lnTo>
                    <a:lnTo>
                      <a:pt x="60" y="16"/>
                    </a:lnTo>
                    <a:lnTo>
                      <a:pt x="60" y="16"/>
                    </a:lnTo>
                    <a:lnTo>
                      <a:pt x="60" y="16"/>
                    </a:lnTo>
                    <a:lnTo>
                      <a:pt x="64" y="16"/>
                    </a:lnTo>
                    <a:lnTo>
                      <a:pt x="64" y="18"/>
                    </a:lnTo>
                    <a:lnTo>
                      <a:pt x="64" y="18"/>
                    </a:lnTo>
                    <a:lnTo>
                      <a:pt x="64" y="18"/>
                    </a:lnTo>
                    <a:lnTo>
                      <a:pt x="64" y="18"/>
                    </a:lnTo>
                    <a:lnTo>
                      <a:pt x="64" y="18"/>
                    </a:lnTo>
                    <a:lnTo>
                      <a:pt x="64" y="18"/>
                    </a:lnTo>
                    <a:lnTo>
                      <a:pt x="68" y="18"/>
                    </a:lnTo>
                    <a:lnTo>
                      <a:pt x="68" y="18"/>
                    </a:lnTo>
                    <a:lnTo>
                      <a:pt x="68" y="18"/>
                    </a:lnTo>
                    <a:lnTo>
                      <a:pt x="68" y="18"/>
                    </a:lnTo>
                    <a:lnTo>
                      <a:pt x="68" y="16"/>
                    </a:lnTo>
                    <a:lnTo>
                      <a:pt x="68" y="16"/>
                    </a:lnTo>
                    <a:lnTo>
                      <a:pt x="72" y="18"/>
                    </a:lnTo>
                    <a:lnTo>
                      <a:pt x="68" y="16"/>
                    </a:lnTo>
                    <a:lnTo>
                      <a:pt x="68" y="16"/>
                    </a:lnTo>
                    <a:lnTo>
                      <a:pt x="68" y="12"/>
                    </a:lnTo>
                    <a:lnTo>
                      <a:pt x="68" y="12"/>
                    </a:lnTo>
                    <a:lnTo>
                      <a:pt x="68" y="12"/>
                    </a:lnTo>
                    <a:lnTo>
                      <a:pt x="68" y="12"/>
                    </a:lnTo>
                    <a:lnTo>
                      <a:pt x="72" y="12"/>
                    </a:lnTo>
                    <a:lnTo>
                      <a:pt x="72" y="16"/>
                    </a:lnTo>
                    <a:lnTo>
                      <a:pt x="72" y="16"/>
                    </a:lnTo>
                    <a:lnTo>
                      <a:pt x="72" y="16"/>
                    </a:lnTo>
                    <a:lnTo>
                      <a:pt x="76" y="16"/>
                    </a:lnTo>
                    <a:lnTo>
                      <a:pt x="76" y="16"/>
                    </a:lnTo>
                    <a:lnTo>
                      <a:pt x="76" y="16"/>
                    </a:lnTo>
                    <a:lnTo>
                      <a:pt x="80" y="16"/>
                    </a:lnTo>
                    <a:lnTo>
                      <a:pt x="80" y="16"/>
                    </a:lnTo>
                    <a:lnTo>
                      <a:pt x="80" y="16"/>
                    </a:lnTo>
                    <a:lnTo>
                      <a:pt x="80" y="16"/>
                    </a:lnTo>
                    <a:lnTo>
                      <a:pt x="80" y="16"/>
                    </a:lnTo>
                    <a:lnTo>
                      <a:pt x="80" y="16"/>
                    </a:lnTo>
                    <a:lnTo>
                      <a:pt x="80" y="16"/>
                    </a:lnTo>
                    <a:lnTo>
                      <a:pt x="80" y="18"/>
                    </a:lnTo>
                    <a:lnTo>
                      <a:pt x="80" y="18"/>
                    </a:lnTo>
                    <a:lnTo>
                      <a:pt x="80" y="18"/>
                    </a:lnTo>
                    <a:lnTo>
                      <a:pt x="80" y="18"/>
                    </a:lnTo>
                    <a:lnTo>
                      <a:pt x="80" y="18"/>
                    </a:lnTo>
                    <a:lnTo>
                      <a:pt x="84" y="22"/>
                    </a:lnTo>
                    <a:lnTo>
                      <a:pt x="84" y="22"/>
                    </a:lnTo>
                    <a:lnTo>
                      <a:pt x="84" y="22"/>
                    </a:lnTo>
                    <a:lnTo>
                      <a:pt x="84" y="22"/>
                    </a:lnTo>
                    <a:lnTo>
                      <a:pt x="88" y="18"/>
                    </a:lnTo>
                    <a:lnTo>
                      <a:pt x="88" y="22"/>
                    </a:lnTo>
                    <a:lnTo>
                      <a:pt x="88" y="22"/>
                    </a:lnTo>
                    <a:lnTo>
                      <a:pt x="90" y="22"/>
                    </a:lnTo>
                    <a:lnTo>
                      <a:pt x="90" y="22"/>
                    </a:lnTo>
                    <a:lnTo>
                      <a:pt x="94" y="22"/>
                    </a:lnTo>
                    <a:lnTo>
                      <a:pt x="94" y="26"/>
                    </a:lnTo>
                    <a:lnTo>
                      <a:pt x="94" y="26"/>
                    </a:lnTo>
                    <a:lnTo>
                      <a:pt x="94" y="26"/>
                    </a:lnTo>
                    <a:lnTo>
                      <a:pt x="94" y="30"/>
                    </a:lnTo>
                    <a:lnTo>
                      <a:pt x="94" y="30"/>
                    </a:lnTo>
                    <a:lnTo>
                      <a:pt x="98" y="30"/>
                    </a:lnTo>
                    <a:lnTo>
                      <a:pt x="98" y="30"/>
                    </a:lnTo>
                    <a:lnTo>
                      <a:pt x="98" y="30"/>
                    </a:lnTo>
                    <a:lnTo>
                      <a:pt x="94" y="30"/>
                    </a:lnTo>
                    <a:lnTo>
                      <a:pt x="94" y="30"/>
                    </a:lnTo>
                    <a:lnTo>
                      <a:pt x="90" y="34"/>
                    </a:lnTo>
                    <a:lnTo>
                      <a:pt x="90" y="34"/>
                    </a:lnTo>
                    <a:lnTo>
                      <a:pt x="90" y="34"/>
                    </a:lnTo>
                    <a:lnTo>
                      <a:pt x="88" y="38"/>
                    </a:lnTo>
                    <a:lnTo>
                      <a:pt x="88" y="38"/>
                    </a:lnTo>
                    <a:lnTo>
                      <a:pt x="88" y="38"/>
                    </a:lnTo>
                    <a:lnTo>
                      <a:pt x="88" y="38"/>
                    </a:lnTo>
                    <a:lnTo>
                      <a:pt x="88" y="38"/>
                    </a:lnTo>
                    <a:lnTo>
                      <a:pt x="88" y="38"/>
                    </a:lnTo>
                    <a:lnTo>
                      <a:pt x="88" y="38"/>
                    </a:lnTo>
                    <a:lnTo>
                      <a:pt x="88" y="38"/>
                    </a:lnTo>
                    <a:lnTo>
                      <a:pt x="88"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2" name="Freeform 96"/>
              <p:cNvSpPr>
                <a:spLocks noEditPoints="1"/>
              </p:cNvSpPr>
              <p:nvPr/>
            </p:nvSpPr>
            <p:spPr bwMode="gray">
              <a:xfrm>
                <a:off x="4998230" y="2641291"/>
                <a:ext cx="170449" cy="125227"/>
              </a:xfrm>
              <a:custGeom>
                <a:avLst/>
                <a:gdLst>
                  <a:gd name="T0" fmla="*/ 4 w 98"/>
                  <a:gd name="T1" fmla="*/ 22 h 72"/>
                  <a:gd name="T2" fmla="*/ 8 w 98"/>
                  <a:gd name="T3" fmla="*/ 16 h 72"/>
                  <a:gd name="T4" fmla="*/ 24 w 98"/>
                  <a:gd name="T5" fmla="*/ 12 h 72"/>
                  <a:gd name="T6" fmla="*/ 34 w 98"/>
                  <a:gd name="T7" fmla="*/ 4 h 72"/>
                  <a:gd name="T8" fmla="*/ 30 w 98"/>
                  <a:gd name="T9" fmla="*/ 16 h 72"/>
                  <a:gd name="T10" fmla="*/ 16 w 98"/>
                  <a:gd name="T11" fmla="*/ 16 h 72"/>
                  <a:gd name="T12" fmla="*/ 4 w 98"/>
                  <a:gd name="T13" fmla="*/ 22 h 72"/>
                  <a:gd name="T14" fmla="*/ 20 w 98"/>
                  <a:gd name="T15" fmla="*/ 56 h 72"/>
                  <a:gd name="T16" fmla="*/ 24 w 98"/>
                  <a:gd name="T17" fmla="*/ 64 h 72"/>
                  <a:gd name="T18" fmla="*/ 8 w 98"/>
                  <a:gd name="T19" fmla="*/ 60 h 72"/>
                  <a:gd name="T20" fmla="*/ 8 w 98"/>
                  <a:gd name="T21" fmla="*/ 56 h 72"/>
                  <a:gd name="T22" fmla="*/ 0 w 98"/>
                  <a:gd name="T23" fmla="*/ 46 h 72"/>
                  <a:gd name="T24" fmla="*/ 0 w 98"/>
                  <a:gd name="T25" fmla="*/ 42 h 72"/>
                  <a:gd name="T26" fmla="*/ 0 w 98"/>
                  <a:gd name="T27" fmla="*/ 26 h 72"/>
                  <a:gd name="T28" fmla="*/ 8 w 98"/>
                  <a:gd name="T29" fmla="*/ 30 h 72"/>
                  <a:gd name="T30" fmla="*/ 16 w 98"/>
                  <a:gd name="T31" fmla="*/ 26 h 72"/>
                  <a:gd name="T32" fmla="*/ 16 w 98"/>
                  <a:gd name="T33" fmla="*/ 16 h 72"/>
                  <a:gd name="T34" fmla="*/ 30 w 98"/>
                  <a:gd name="T35" fmla="*/ 18 h 72"/>
                  <a:gd name="T36" fmla="*/ 30 w 98"/>
                  <a:gd name="T37" fmla="*/ 22 h 72"/>
                  <a:gd name="T38" fmla="*/ 38 w 98"/>
                  <a:gd name="T39" fmla="*/ 26 h 72"/>
                  <a:gd name="T40" fmla="*/ 34 w 98"/>
                  <a:gd name="T41" fmla="*/ 38 h 72"/>
                  <a:gd name="T42" fmla="*/ 30 w 98"/>
                  <a:gd name="T43" fmla="*/ 42 h 72"/>
                  <a:gd name="T44" fmla="*/ 24 w 98"/>
                  <a:gd name="T45" fmla="*/ 46 h 72"/>
                  <a:gd name="T46" fmla="*/ 20 w 98"/>
                  <a:gd name="T47" fmla="*/ 52 h 72"/>
                  <a:gd name="T48" fmla="*/ 42 w 98"/>
                  <a:gd name="T49" fmla="*/ 12 h 72"/>
                  <a:gd name="T50" fmla="*/ 12 w 98"/>
                  <a:gd name="T51" fmla="*/ 18 h 72"/>
                  <a:gd name="T52" fmla="*/ 60 w 98"/>
                  <a:gd name="T53" fmla="*/ 48 h 72"/>
                  <a:gd name="T54" fmla="*/ 56 w 98"/>
                  <a:gd name="T55" fmla="*/ 56 h 72"/>
                  <a:gd name="T56" fmla="*/ 46 w 98"/>
                  <a:gd name="T57" fmla="*/ 56 h 72"/>
                  <a:gd name="T58" fmla="*/ 38 w 98"/>
                  <a:gd name="T59" fmla="*/ 46 h 72"/>
                  <a:gd name="T60" fmla="*/ 46 w 98"/>
                  <a:gd name="T61" fmla="*/ 38 h 72"/>
                  <a:gd name="T62" fmla="*/ 50 w 98"/>
                  <a:gd name="T63" fmla="*/ 46 h 72"/>
                  <a:gd name="T64" fmla="*/ 54 w 98"/>
                  <a:gd name="T65" fmla="*/ 46 h 72"/>
                  <a:gd name="T66" fmla="*/ 56 w 98"/>
                  <a:gd name="T67" fmla="*/ 38 h 72"/>
                  <a:gd name="T68" fmla="*/ 64 w 98"/>
                  <a:gd name="T69" fmla="*/ 48 h 72"/>
                  <a:gd name="T70" fmla="*/ 34 w 98"/>
                  <a:gd name="T71" fmla="*/ 46 h 72"/>
                  <a:gd name="T72" fmla="*/ 34 w 98"/>
                  <a:gd name="T73" fmla="*/ 42 h 72"/>
                  <a:gd name="T74" fmla="*/ 34 w 98"/>
                  <a:gd name="T75" fmla="*/ 48 h 72"/>
                  <a:gd name="T76" fmla="*/ 34 w 98"/>
                  <a:gd name="T77" fmla="*/ 60 h 72"/>
                  <a:gd name="T78" fmla="*/ 26 w 98"/>
                  <a:gd name="T79" fmla="*/ 52 h 72"/>
                  <a:gd name="T80" fmla="*/ 26 w 98"/>
                  <a:gd name="T81" fmla="*/ 48 h 72"/>
                  <a:gd name="T82" fmla="*/ 94 w 98"/>
                  <a:gd name="T83" fmla="*/ 56 h 72"/>
                  <a:gd name="T84" fmla="*/ 38 w 98"/>
                  <a:gd name="T85" fmla="*/ 68 h 72"/>
                  <a:gd name="T86" fmla="*/ 42 w 98"/>
                  <a:gd name="T87" fmla="*/ 56 h 72"/>
                  <a:gd name="T88" fmla="*/ 38 w 98"/>
                  <a:gd name="T89" fmla="*/ 68 h 72"/>
                  <a:gd name="T90" fmla="*/ 24 w 98"/>
                  <a:gd name="T91" fmla="*/ 60 h 72"/>
                  <a:gd name="T92" fmla="*/ 26 w 98"/>
                  <a:gd name="T93" fmla="*/ 60 h 72"/>
                  <a:gd name="T94" fmla="*/ 34 w 98"/>
                  <a:gd name="T95" fmla="*/ 64 h 72"/>
                  <a:gd name="T96" fmla="*/ 60 w 98"/>
                  <a:gd name="T97" fmla="*/ 60 h 72"/>
                  <a:gd name="T98" fmla="*/ 60 w 98"/>
                  <a:gd name="T99" fmla="*/ 64 h 72"/>
                  <a:gd name="T100" fmla="*/ 30 w 98"/>
                  <a:gd name="T101" fmla="*/ 60 h 72"/>
                  <a:gd name="T102" fmla="*/ 30 w 98"/>
                  <a:gd name="T103" fmla="*/ 64 h 72"/>
                  <a:gd name="T104" fmla="*/ 54 w 98"/>
                  <a:gd name="T105" fmla="*/ 72 h 72"/>
                  <a:gd name="T106" fmla="*/ 54 w 98"/>
                  <a:gd name="T107" fmla="*/ 60 h 72"/>
                  <a:gd name="T108" fmla="*/ 42 w 98"/>
                  <a:gd name="T109" fmla="*/ 60 h 72"/>
                  <a:gd name="T110" fmla="*/ 54 w 98"/>
                  <a:gd name="T111" fmla="*/ 68 h 72"/>
                  <a:gd name="T112" fmla="*/ 42 w 98"/>
                  <a:gd name="T113" fmla="*/ 64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8" h="72">
                    <a:moveTo>
                      <a:pt x="4" y="22"/>
                    </a:moveTo>
                    <a:lnTo>
                      <a:pt x="8" y="22"/>
                    </a:lnTo>
                    <a:lnTo>
                      <a:pt x="8" y="26"/>
                    </a:lnTo>
                    <a:lnTo>
                      <a:pt x="4" y="26"/>
                    </a:lnTo>
                    <a:lnTo>
                      <a:pt x="4" y="22"/>
                    </a:lnTo>
                    <a:lnTo>
                      <a:pt x="0" y="22"/>
                    </a:lnTo>
                    <a:lnTo>
                      <a:pt x="0" y="18"/>
                    </a:lnTo>
                    <a:lnTo>
                      <a:pt x="4" y="18"/>
                    </a:lnTo>
                    <a:lnTo>
                      <a:pt x="4" y="16"/>
                    </a:lnTo>
                    <a:lnTo>
                      <a:pt x="8" y="16"/>
                    </a:lnTo>
                    <a:lnTo>
                      <a:pt x="12" y="16"/>
                    </a:lnTo>
                    <a:lnTo>
                      <a:pt x="16" y="16"/>
                    </a:lnTo>
                    <a:lnTo>
                      <a:pt x="20" y="16"/>
                    </a:lnTo>
                    <a:lnTo>
                      <a:pt x="20" y="12"/>
                    </a:lnTo>
                    <a:lnTo>
                      <a:pt x="24" y="12"/>
                    </a:lnTo>
                    <a:lnTo>
                      <a:pt x="24" y="8"/>
                    </a:lnTo>
                    <a:lnTo>
                      <a:pt x="26" y="4"/>
                    </a:lnTo>
                    <a:lnTo>
                      <a:pt x="30" y="4"/>
                    </a:lnTo>
                    <a:lnTo>
                      <a:pt x="34" y="0"/>
                    </a:lnTo>
                    <a:lnTo>
                      <a:pt x="34" y="4"/>
                    </a:lnTo>
                    <a:lnTo>
                      <a:pt x="34" y="8"/>
                    </a:lnTo>
                    <a:lnTo>
                      <a:pt x="34" y="12"/>
                    </a:lnTo>
                    <a:lnTo>
                      <a:pt x="34" y="16"/>
                    </a:lnTo>
                    <a:lnTo>
                      <a:pt x="30" y="18"/>
                    </a:lnTo>
                    <a:lnTo>
                      <a:pt x="30" y="16"/>
                    </a:lnTo>
                    <a:lnTo>
                      <a:pt x="26" y="16"/>
                    </a:lnTo>
                    <a:lnTo>
                      <a:pt x="20" y="16"/>
                    </a:lnTo>
                    <a:lnTo>
                      <a:pt x="16" y="16"/>
                    </a:lnTo>
                    <a:lnTo>
                      <a:pt x="16" y="18"/>
                    </a:lnTo>
                    <a:lnTo>
                      <a:pt x="16" y="16"/>
                    </a:lnTo>
                    <a:lnTo>
                      <a:pt x="12" y="16"/>
                    </a:lnTo>
                    <a:lnTo>
                      <a:pt x="12" y="18"/>
                    </a:lnTo>
                    <a:lnTo>
                      <a:pt x="8" y="18"/>
                    </a:lnTo>
                    <a:lnTo>
                      <a:pt x="8" y="22"/>
                    </a:lnTo>
                    <a:lnTo>
                      <a:pt x="4" y="22"/>
                    </a:lnTo>
                    <a:lnTo>
                      <a:pt x="4" y="22"/>
                    </a:lnTo>
                    <a:lnTo>
                      <a:pt x="4" y="22"/>
                    </a:lnTo>
                    <a:close/>
                    <a:moveTo>
                      <a:pt x="20" y="52"/>
                    </a:moveTo>
                    <a:lnTo>
                      <a:pt x="24" y="56"/>
                    </a:lnTo>
                    <a:lnTo>
                      <a:pt x="20" y="56"/>
                    </a:lnTo>
                    <a:lnTo>
                      <a:pt x="20" y="60"/>
                    </a:lnTo>
                    <a:lnTo>
                      <a:pt x="24" y="60"/>
                    </a:lnTo>
                    <a:lnTo>
                      <a:pt x="24" y="64"/>
                    </a:lnTo>
                    <a:lnTo>
                      <a:pt x="20" y="64"/>
                    </a:lnTo>
                    <a:lnTo>
                      <a:pt x="24" y="64"/>
                    </a:lnTo>
                    <a:lnTo>
                      <a:pt x="20" y="64"/>
                    </a:lnTo>
                    <a:lnTo>
                      <a:pt x="16" y="64"/>
                    </a:lnTo>
                    <a:lnTo>
                      <a:pt x="12" y="64"/>
                    </a:lnTo>
                    <a:lnTo>
                      <a:pt x="8" y="64"/>
                    </a:lnTo>
                    <a:lnTo>
                      <a:pt x="8" y="60"/>
                    </a:lnTo>
                    <a:lnTo>
                      <a:pt x="4" y="60"/>
                    </a:lnTo>
                    <a:lnTo>
                      <a:pt x="4" y="56"/>
                    </a:lnTo>
                    <a:lnTo>
                      <a:pt x="8" y="56"/>
                    </a:lnTo>
                    <a:lnTo>
                      <a:pt x="4" y="56"/>
                    </a:lnTo>
                    <a:lnTo>
                      <a:pt x="8" y="56"/>
                    </a:lnTo>
                    <a:lnTo>
                      <a:pt x="8" y="52"/>
                    </a:lnTo>
                    <a:lnTo>
                      <a:pt x="4" y="52"/>
                    </a:lnTo>
                    <a:lnTo>
                      <a:pt x="4" y="48"/>
                    </a:lnTo>
                    <a:lnTo>
                      <a:pt x="0" y="48"/>
                    </a:lnTo>
                    <a:lnTo>
                      <a:pt x="0" y="46"/>
                    </a:lnTo>
                    <a:lnTo>
                      <a:pt x="0" y="42"/>
                    </a:lnTo>
                    <a:lnTo>
                      <a:pt x="0" y="38"/>
                    </a:lnTo>
                    <a:lnTo>
                      <a:pt x="0" y="42"/>
                    </a:lnTo>
                    <a:lnTo>
                      <a:pt x="0" y="46"/>
                    </a:lnTo>
                    <a:lnTo>
                      <a:pt x="0" y="42"/>
                    </a:lnTo>
                    <a:lnTo>
                      <a:pt x="4" y="42"/>
                    </a:lnTo>
                    <a:lnTo>
                      <a:pt x="4" y="38"/>
                    </a:lnTo>
                    <a:lnTo>
                      <a:pt x="0" y="38"/>
                    </a:lnTo>
                    <a:lnTo>
                      <a:pt x="0" y="30"/>
                    </a:lnTo>
                    <a:lnTo>
                      <a:pt x="0" y="26"/>
                    </a:lnTo>
                    <a:lnTo>
                      <a:pt x="0" y="22"/>
                    </a:lnTo>
                    <a:lnTo>
                      <a:pt x="0" y="26"/>
                    </a:lnTo>
                    <a:lnTo>
                      <a:pt x="4" y="26"/>
                    </a:lnTo>
                    <a:lnTo>
                      <a:pt x="8" y="26"/>
                    </a:lnTo>
                    <a:lnTo>
                      <a:pt x="8" y="30"/>
                    </a:lnTo>
                    <a:lnTo>
                      <a:pt x="8" y="26"/>
                    </a:lnTo>
                    <a:lnTo>
                      <a:pt x="12" y="22"/>
                    </a:lnTo>
                    <a:lnTo>
                      <a:pt x="16" y="22"/>
                    </a:lnTo>
                    <a:lnTo>
                      <a:pt x="12" y="26"/>
                    </a:lnTo>
                    <a:lnTo>
                      <a:pt x="16" y="26"/>
                    </a:lnTo>
                    <a:lnTo>
                      <a:pt x="20" y="26"/>
                    </a:lnTo>
                    <a:lnTo>
                      <a:pt x="16" y="26"/>
                    </a:lnTo>
                    <a:lnTo>
                      <a:pt x="16" y="22"/>
                    </a:lnTo>
                    <a:lnTo>
                      <a:pt x="16" y="18"/>
                    </a:lnTo>
                    <a:lnTo>
                      <a:pt x="16" y="16"/>
                    </a:lnTo>
                    <a:lnTo>
                      <a:pt x="20" y="16"/>
                    </a:lnTo>
                    <a:lnTo>
                      <a:pt x="24" y="16"/>
                    </a:lnTo>
                    <a:lnTo>
                      <a:pt x="26" y="16"/>
                    </a:lnTo>
                    <a:lnTo>
                      <a:pt x="30" y="16"/>
                    </a:lnTo>
                    <a:lnTo>
                      <a:pt x="30" y="18"/>
                    </a:lnTo>
                    <a:lnTo>
                      <a:pt x="30" y="22"/>
                    </a:lnTo>
                    <a:lnTo>
                      <a:pt x="24" y="26"/>
                    </a:lnTo>
                    <a:lnTo>
                      <a:pt x="26" y="26"/>
                    </a:lnTo>
                    <a:lnTo>
                      <a:pt x="26" y="22"/>
                    </a:lnTo>
                    <a:lnTo>
                      <a:pt x="30" y="22"/>
                    </a:lnTo>
                    <a:lnTo>
                      <a:pt x="30" y="26"/>
                    </a:lnTo>
                    <a:lnTo>
                      <a:pt x="30" y="30"/>
                    </a:lnTo>
                    <a:lnTo>
                      <a:pt x="30" y="26"/>
                    </a:lnTo>
                    <a:lnTo>
                      <a:pt x="34" y="26"/>
                    </a:lnTo>
                    <a:lnTo>
                      <a:pt x="38" y="26"/>
                    </a:lnTo>
                    <a:lnTo>
                      <a:pt x="42" y="30"/>
                    </a:lnTo>
                    <a:lnTo>
                      <a:pt x="38" y="30"/>
                    </a:lnTo>
                    <a:lnTo>
                      <a:pt x="38" y="34"/>
                    </a:lnTo>
                    <a:lnTo>
                      <a:pt x="34" y="34"/>
                    </a:lnTo>
                    <a:lnTo>
                      <a:pt x="34" y="38"/>
                    </a:lnTo>
                    <a:lnTo>
                      <a:pt x="30" y="34"/>
                    </a:lnTo>
                    <a:lnTo>
                      <a:pt x="34" y="34"/>
                    </a:lnTo>
                    <a:lnTo>
                      <a:pt x="30" y="34"/>
                    </a:lnTo>
                    <a:lnTo>
                      <a:pt x="30" y="38"/>
                    </a:lnTo>
                    <a:lnTo>
                      <a:pt x="30" y="42"/>
                    </a:lnTo>
                    <a:lnTo>
                      <a:pt x="26" y="42"/>
                    </a:lnTo>
                    <a:lnTo>
                      <a:pt x="24" y="42"/>
                    </a:lnTo>
                    <a:lnTo>
                      <a:pt x="26" y="42"/>
                    </a:lnTo>
                    <a:lnTo>
                      <a:pt x="26" y="46"/>
                    </a:lnTo>
                    <a:lnTo>
                      <a:pt x="24" y="46"/>
                    </a:lnTo>
                    <a:lnTo>
                      <a:pt x="20" y="46"/>
                    </a:lnTo>
                    <a:lnTo>
                      <a:pt x="24" y="46"/>
                    </a:lnTo>
                    <a:lnTo>
                      <a:pt x="24" y="48"/>
                    </a:lnTo>
                    <a:lnTo>
                      <a:pt x="20" y="52"/>
                    </a:lnTo>
                    <a:lnTo>
                      <a:pt x="20" y="52"/>
                    </a:lnTo>
                    <a:lnTo>
                      <a:pt x="20" y="52"/>
                    </a:lnTo>
                    <a:close/>
                    <a:moveTo>
                      <a:pt x="42" y="12"/>
                    </a:moveTo>
                    <a:lnTo>
                      <a:pt x="38" y="12"/>
                    </a:lnTo>
                    <a:lnTo>
                      <a:pt x="42" y="12"/>
                    </a:lnTo>
                    <a:lnTo>
                      <a:pt x="42" y="12"/>
                    </a:lnTo>
                    <a:lnTo>
                      <a:pt x="42" y="12"/>
                    </a:lnTo>
                    <a:close/>
                    <a:moveTo>
                      <a:pt x="8" y="22"/>
                    </a:moveTo>
                    <a:lnTo>
                      <a:pt x="4" y="22"/>
                    </a:lnTo>
                    <a:lnTo>
                      <a:pt x="8" y="18"/>
                    </a:lnTo>
                    <a:lnTo>
                      <a:pt x="12" y="18"/>
                    </a:lnTo>
                    <a:lnTo>
                      <a:pt x="12" y="22"/>
                    </a:lnTo>
                    <a:lnTo>
                      <a:pt x="8" y="22"/>
                    </a:lnTo>
                    <a:lnTo>
                      <a:pt x="8" y="22"/>
                    </a:lnTo>
                    <a:lnTo>
                      <a:pt x="8" y="22"/>
                    </a:lnTo>
                    <a:close/>
                    <a:moveTo>
                      <a:pt x="60" y="48"/>
                    </a:moveTo>
                    <a:lnTo>
                      <a:pt x="56" y="48"/>
                    </a:lnTo>
                    <a:lnTo>
                      <a:pt x="56" y="52"/>
                    </a:lnTo>
                    <a:lnTo>
                      <a:pt x="60" y="52"/>
                    </a:lnTo>
                    <a:lnTo>
                      <a:pt x="60" y="56"/>
                    </a:lnTo>
                    <a:lnTo>
                      <a:pt x="56" y="56"/>
                    </a:lnTo>
                    <a:lnTo>
                      <a:pt x="56" y="60"/>
                    </a:lnTo>
                    <a:lnTo>
                      <a:pt x="54" y="60"/>
                    </a:lnTo>
                    <a:lnTo>
                      <a:pt x="54" y="56"/>
                    </a:lnTo>
                    <a:lnTo>
                      <a:pt x="50" y="56"/>
                    </a:lnTo>
                    <a:lnTo>
                      <a:pt x="46" y="56"/>
                    </a:lnTo>
                    <a:lnTo>
                      <a:pt x="42" y="52"/>
                    </a:lnTo>
                    <a:lnTo>
                      <a:pt x="46" y="52"/>
                    </a:lnTo>
                    <a:lnTo>
                      <a:pt x="42" y="48"/>
                    </a:lnTo>
                    <a:lnTo>
                      <a:pt x="42" y="46"/>
                    </a:lnTo>
                    <a:lnTo>
                      <a:pt x="38" y="46"/>
                    </a:lnTo>
                    <a:lnTo>
                      <a:pt x="42" y="46"/>
                    </a:lnTo>
                    <a:lnTo>
                      <a:pt x="46" y="46"/>
                    </a:lnTo>
                    <a:lnTo>
                      <a:pt x="50" y="42"/>
                    </a:lnTo>
                    <a:lnTo>
                      <a:pt x="46" y="42"/>
                    </a:lnTo>
                    <a:lnTo>
                      <a:pt x="46" y="38"/>
                    </a:lnTo>
                    <a:lnTo>
                      <a:pt x="46" y="42"/>
                    </a:lnTo>
                    <a:lnTo>
                      <a:pt x="50" y="42"/>
                    </a:lnTo>
                    <a:lnTo>
                      <a:pt x="54" y="42"/>
                    </a:lnTo>
                    <a:lnTo>
                      <a:pt x="50" y="42"/>
                    </a:lnTo>
                    <a:lnTo>
                      <a:pt x="50" y="46"/>
                    </a:lnTo>
                    <a:lnTo>
                      <a:pt x="54" y="46"/>
                    </a:lnTo>
                    <a:lnTo>
                      <a:pt x="54" y="42"/>
                    </a:lnTo>
                    <a:lnTo>
                      <a:pt x="56" y="42"/>
                    </a:lnTo>
                    <a:lnTo>
                      <a:pt x="56" y="46"/>
                    </a:lnTo>
                    <a:lnTo>
                      <a:pt x="54" y="46"/>
                    </a:lnTo>
                    <a:lnTo>
                      <a:pt x="56" y="46"/>
                    </a:lnTo>
                    <a:lnTo>
                      <a:pt x="56" y="42"/>
                    </a:lnTo>
                    <a:lnTo>
                      <a:pt x="54" y="42"/>
                    </a:lnTo>
                    <a:lnTo>
                      <a:pt x="54" y="38"/>
                    </a:lnTo>
                    <a:lnTo>
                      <a:pt x="56" y="38"/>
                    </a:lnTo>
                    <a:lnTo>
                      <a:pt x="60" y="38"/>
                    </a:lnTo>
                    <a:lnTo>
                      <a:pt x="64" y="38"/>
                    </a:lnTo>
                    <a:lnTo>
                      <a:pt x="64" y="42"/>
                    </a:lnTo>
                    <a:lnTo>
                      <a:pt x="64" y="46"/>
                    </a:lnTo>
                    <a:lnTo>
                      <a:pt x="64" y="48"/>
                    </a:lnTo>
                    <a:lnTo>
                      <a:pt x="60" y="48"/>
                    </a:lnTo>
                    <a:lnTo>
                      <a:pt x="60" y="48"/>
                    </a:lnTo>
                    <a:lnTo>
                      <a:pt x="60" y="48"/>
                    </a:lnTo>
                    <a:close/>
                    <a:moveTo>
                      <a:pt x="34" y="42"/>
                    </a:moveTo>
                    <a:lnTo>
                      <a:pt x="34" y="46"/>
                    </a:lnTo>
                    <a:lnTo>
                      <a:pt x="34" y="42"/>
                    </a:lnTo>
                    <a:lnTo>
                      <a:pt x="34" y="38"/>
                    </a:lnTo>
                    <a:lnTo>
                      <a:pt x="34" y="42"/>
                    </a:lnTo>
                    <a:lnTo>
                      <a:pt x="34" y="42"/>
                    </a:lnTo>
                    <a:lnTo>
                      <a:pt x="34" y="42"/>
                    </a:lnTo>
                    <a:close/>
                    <a:moveTo>
                      <a:pt x="26" y="48"/>
                    </a:moveTo>
                    <a:lnTo>
                      <a:pt x="30" y="48"/>
                    </a:lnTo>
                    <a:lnTo>
                      <a:pt x="34" y="48"/>
                    </a:lnTo>
                    <a:lnTo>
                      <a:pt x="34" y="52"/>
                    </a:lnTo>
                    <a:lnTo>
                      <a:pt x="34" y="48"/>
                    </a:lnTo>
                    <a:lnTo>
                      <a:pt x="38" y="48"/>
                    </a:lnTo>
                    <a:lnTo>
                      <a:pt x="38" y="52"/>
                    </a:lnTo>
                    <a:lnTo>
                      <a:pt x="38" y="56"/>
                    </a:lnTo>
                    <a:lnTo>
                      <a:pt x="38" y="60"/>
                    </a:lnTo>
                    <a:lnTo>
                      <a:pt x="34" y="60"/>
                    </a:lnTo>
                    <a:lnTo>
                      <a:pt x="30" y="60"/>
                    </a:lnTo>
                    <a:lnTo>
                      <a:pt x="26" y="60"/>
                    </a:lnTo>
                    <a:lnTo>
                      <a:pt x="30" y="56"/>
                    </a:lnTo>
                    <a:lnTo>
                      <a:pt x="26" y="56"/>
                    </a:lnTo>
                    <a:lnTo>
                      <a:pt x="26" y="52"/>
                    </a:lnTo>
                    <a:lnTo>
                      <a:pt x="24" y="52"/>
                    </a:lnTo>
                    <a:lnTo>
                      <a:pt x="24" y="48"/>
                    </a:lnTo>
                    <a:lnTo>
                      <a:pt x="26" y="48"/>
                    </a:lnTo>
                    <a:lnTo>
                      <a:pt x="26" y="48"/>
                    </a:lnTo>
                    <a:lnTo>
                      <a:pt x="26" y="48"/>
                    </a:lnTo>
                    <a:close/>
                    <a:moveTo>
                      <a:pt x="98" y="60"/>
                    </a:moveTo>
                    <a:lnTo>
                      <a:pt x="94" y="60"/>
                    </a:lnTo>
                    <a:lnTo>
                      <a:pt x="94" y="56"/>
                    </a:lnTo>
                    <a:lnTo>
                      <a:pt x="94" y="52"/>
                    </a:lnTo>
                    <a:lnTo>
                      <a:pt x="94" y="56"/>
                    </a:lnTo>
                    <a:lnTo>
                      <a:pt x="98" y="56"/>
                    </a:lnTo>
                    <a:lnTo>
                      <a:pt x="98" y="60"/>
                    </a:lnTo>
                    <a:lnTo>
                      <a:pt x="98" y="60"/>
                    </a:lnTo>
                    <a:lnTo>
                      <a:pt x="98" y="60"/>
                    </a:lnTo>
                    <a:close/>
                    <a:moveTo>
                      <a:pt x="38" y="68"/>
                    </a:moveTo>
                    <a:lnTo>
                      <a:pt x="34" y="64"/>
                    </a:lnTo>
                    <a:lnTo>
                      <a:pt x="38" y="64"/>
                    </a:lnTo>
                    <a:lnTo>
                      <a:pt x="38" y="60"/>
                    </a:lnTo>
                    <a:lnTo>
                      <a:pt x="38" y="56"/>
                    </a:lnTo>
                    <a:lnTo>
                      <a:pt x="42" y="56"/>
                    </a:lnTo>
                    <a:lnTo>
                      <a:pt x="42" y="60"/>
                    </a:lnTo>
                    <a:lnTo>
                      <a:pt x="38" y="60"/>
                    </a:lnTo>
                    <a:lnTo>
                      <a:pt x="38" y="64"/>
                    </a:lnTo>
                    <a:lnTo>
                      <a:pt x="38" y="68"/>
                    </a:lnTo>
                    <a:lnTo>
                      <a:pt x="38" y="68"/>
                    </a:lnTo>
                    <a:lnTo>
                      <a:pt x="38" y="68"/>
                    </a:lnTo>
                    <a:close/>
                    <a:moveTo>
                      <a:pt x="26" y="60"/>
                    </a:moveTo>
                    <a:lnTo>
                      <a:pt x="26" y="64"/>
                    </a:lnTo>
                    <a:lnTo>
                      <a:pt x="24" y="64"/>
                    </a:lnTo>
                    <a:lnTo>
                      <a:pt x="24" y="60"/>
                    </a:lnTo>
                    <a:lnTo>
                      <a:pt x="24" y="64"/>
                    </a:lnTo>
                    <a:lnTo>
                      <a:pt x="24" y="60"/>
                    </a:lnTo>
                    <a:lnTo>
                      <a:pt x="26" y="60"/>
                    </a:lnTo>
                    <a:lnTo>
                      <a:pt x="26" y="60"/>
                    </a:lnTo>
                    <a:lnTo>
                      <a:pt x="26" y="60"/>
                    </a:lnTo>
                    <a:close/>
                    <a:moveTo>
                      <a:pt x="34" y="64"/>
                    </a:moveTo>
                    <a:lnTo>
                      <a:pt x="34" y="60"/>
                    </a:lnTo>
                    <a:lnTo>
                      <a:pt x="38" y="60"/>
                    </a:lnTo>
                    <a:lnTo>
                      <a:pt x="34" y="60"/>
                    </a:lnTo>
                    <a:lnTo>
                      <a:pt x="34" y="64"/>
                    </a:lnTo>
                    <a:lnTo>
                      <a:pt x="34" y="64"/>
                    </a:lnTo>
                    <a:lnTo>
                      <a:pt x="34" y="64"/>
                    </a:lnTo>
                    <a:close/>
                    <a:moveTo>
                      <a:pt x="56" y="64"/>
                    </a:moveTo>
                    <a:lnTo>
                      <a:pt x="56" y="60"/>
                    </a:lnTo>
                    <a:lnTo>
                      <a:pt x="60" y="60"/>
                    </a:lnTo>
                    <a:lnTo>
                      <a:pt x="64" y="60"/>
                    </a:lnTo>
                    <a:lnTo>
                      <a:pt x="64" y="64"/>
                    </a:lnTo>
                    <a:lnTo>
                      <a:pt x="60" y="64"/>
                    </a:lnTo>
                    <a:lnTo>
                      <a:pt x="60" y="60"/>
                    </a:lnTo>
                    <a:lnTo>
                      <a:pt x="60" y="64"/>
                    </a:lnTo>
                    <a:lnTo>
                      <a:pt x="56" y="64"/>
                    </a:lnTo>
                    <a:lnTo>
                      <a:pt x="56" y="64"/>
                    </a:lnTo>
                    <a:lnTo>
                      <a:pt x="56" y="64"/>
                    </a:lnTo>
                    <a:close/>
                    <a:moveTo>
                      <a:pt x="30" y="64"/>
                    </a:moveTo>
                    <a:lnTo>
                      <a:pt x="30" y="60"/>
                    </a:lnTo>
                    <a:lnTo>
                      <a:pt x="30" y="64"/>
                    </a:lnTo>
                    <a:lnTo>
                      <a:pt x="34" y="64"/>
                    </a:lnTo>
                    <a:lnTo>
                      <a:pt x="30" y="64"/>
                    </a:lnTo>
                    <a:lnTo>
                      <a:pt x="30" y="64"/>
                    </a:lnTo>
                    <a:lnTo>
                      <a:pt x="30" y="64"/>
                    </a:lnTo>
                    <a:close/>
                    <a:moveTo>
                      <a:pt x="54" y="64"/>
                    </a:moveTo>
                    <a:lnTo>
                      <a:pt x="56" y="64"/>
                    </a:lnTo>
                    <a:lnTo>
                      <a:pt x="56" y="68"/>
                    </a:lnTo>
                    <a:lnTo>
                      <a:pt x="54" y="68"/>
                    </a:lnTo>
                    <a:lnTo>
                      <a:pt x="54" y="72"/>
                    </a:lnTo>
                    <a:lnTo>
                      <a:pt x="54" y="68"/>
                    </a:lnTo>
                    <a:lnTo>
                      <a:pt x="54" y="64"/>
                    </a:lnTo>
                    <a:lnTo>
                      <a:pt x="50" y="64"/>
                    </a:lnTo>
                    <a:lnTo>
                      <a:pt x="54" y="64"/>
                    </a:lnTo>
                    <a:lnTo>
                      <a:pt x="54" y="60"/>
                    </a:lnTo>
                    <a:lnTo>
                      <a:pt x="54" y="64"/>
                    </a:lnTo>
                    <a:lnTo>
                      <a:pt x="54" y="64"/>
                    </a:lnTo>
                    <a:lnTo>
                      <a:pt x="54" y="64"/>
                    </a:lnTo>
                    <a:close/>
                    <a:moveTo>
                      <a:pt x="42" y="64"/>
                    </a:moveTo>
                    <a:lnTo>
                      <a:pt x="42" y="60"/>
                    </a:lnTo>
                    <a:lnTo>
                      <a:pt x="46" y="60"/>
                    </a:lnTo>
                    <a:lnTo>
                      <a:pt x="46" y="64"/>
                    </a:lnTo>
                    <a:lnTo>
                      <a:pt x="50" y="64"/>
                    </a:lnTo>
                    <a:lnTo>
                      <a:pt x="54" y="64"/>
                    </a:lnTo>
                    <a:lnTo>
                      <a:pt x="54" y="68"/>
                    </a:lnTo>
                    <a:lnTo>
                      <a:pt x="50" y="68"/>
                    </a:lnTo>
                    <a:lnTo>
                      <a:pt x="46" y="68"/>
                    </a:lnTo>
                    <a:lnTo>
                      <a:pt x="42" y="68"/>
                    </a:lnTo>
                    <a:lnTo>
                      <a:pt x="42" y="64"/>
                    </a:lnTo>
                    <a:lnTo>
                      <a:pt x="42" y="64"/>
                    </a:lnTo>
                    <a:lnTo>
                      <a:pt x="42"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3" name="Freeform 97"/>
              <p:cNvSpPr>
                <a:spLocks noEditPoints="1"/>
              </p:cNvSpPr>
              <p:nvPr/>
            </p:nvSpPr>
            <p:spPr bwMode="gray">
              <a:xfrm>
                <a:off x="5335650" y="2564763"/>
                <a:ext cx="156534" cy="83485"/>
              </a:xfrm>
              <a:custGeom>
                <a:avLst/>
                <a:gdLst>
                  <a:gd name="T0" fmla="*/ 90 w 90"/>
                  <a:gd name="T1" fmla="*/ 12 h 48"/>
                  <a:gd name="T2" fmla="*/ 88 w 90"/>
                  <a:gd name="T3" fmla="*/ 12 h 48"/>
                  <a:gd name="T4" fmla="*/ 84 w 90"/>
                  <a:gd name="T5" fmla="*/ 18 h 48"/>
                  <a:gd name="T6" fmla="*/ 80 w 90"/>
                  <a:gd name="T7" fmla="*/ 22 h 48"/>
                  <a:gd name="T8" fmla="*/ 84 w 90"/>
                  <a:gd name="T9" fmla="*/ 30 h 48"/>
                  <a:gd name="T10" fmla="*/ 84 w 90"/>
                  <a:gd name="T11" fmla="*/ 36 h 48"/>
                  <a:gd name="T12" fmla="*/ 88 w 90"/>
                  <a:gd name="T13" fmla="*/ 40 h 48"/>
                  <a:gd name="T14" fmla="*/ 84 w 90"/>
                  <a:gd name="T15" fmla="*/ 44 h 48"/>
                  <a:gd name="T16" fmla="*/ 76 w 90"/>
                  <a:gd name="T17" fmla="*/ 48 h 48"/>
                  <a:gd name="T18" fmla="*/ 68 w 90"/>
                  <a:gd name="T19" fmla="*/ 48 h 48"/>
                  <a:gd name="T20" fmla="*/ 60 w 90"/>
                  <a:gd name="T21" fmla="*/ 44 h 48"/>
                  <a:gd name="T22" fmla="*/ 54 w 90"/>
                  <a:gd name="T23" fmla="*/ 36 h 48"/>
                  <a:gd name="T24" fmla="*/ 50 w 90"/>
                  <a:gd name="T25" fmla="*/ 36 h 48"/>
                  <a:gd name="T26" fmla="*/ 46 w 90"/>
                  <a:gd name="T27" fmla="*/ 36 h 48"/>
                  <a:gd name="T28" fmla="*/ 34 w 90"/>
                  <a:gd name="T29" fmla="*/ 40 h 48"/>
                  <a:gd name="T30" fmla="*/ 38 w 90"/>
                  <a:gd name="T31" fmla="*/ 36 h 48"/>
                  <a:gd name="T32" fmla="*/ 38 w 90"/>
                  <a:gd name="T33" fmla="*/ 34 h 48"/>
                  <a:gd name="T34" fmla="*/ 34 w 90"/>
                  <a:gd name="T35" fmla="*/ 30 h 48"/>
                  <a:gd name="T36" fmla="*/ 30 w 90"/>
                  <a:gd name="T37" fmla="*/ 34 h 48"/>
                  <a:gd name="T38" fmla="*/ 28 w 90"/>
                  <a:gd name="T39" fmla="*/ 30 h 48"/>
                  <a:gd name="T40" fmla="*/ 28 w 90"/>
                  <a:gd name="T41" fmla="*/ 22 h 48"/>
                  <a:gd name="T42" fmla="*/ 24 w 90"/>
                  <a:gd name="T43" fmla="*/ 18 h 48"/>
                  <a:gd name="T44" fmla="*/ 28 w 90"/>
                  <a:gd name="T45" fmla="*/ 14 h 48"/>
                  <a:gd name="T46" fmla="*/ 24 w 90"/>
                  <a:gd name="T47" fmla="*/ 14 h 48"/>
                  <a:gd name="T48" fmla="*/ 28 w 90"/>
                  <a:gd name="T49" fmla="*/ 12 h 48"/>
                  <a:gd name="T50" fmla="*/ 30 w 90"/>
                  <a:gd name="T51" fmla="*/ 12 h 48"/>
                  <a:gd name="T52" fmla="*/ 34 w 90"/>
                  <a:gd name="T53" fmla="*/ 8 h 48"/>
                  <a:gd name="T54" fmla="*/ 38 w 90"/>
                  <a:gd name="T55" fmla="*/ 8 h 48"/>
                  <a:gd name="T56" fmla="*/ 46 w 90"/>
                  <a:gd name="T57" fmla="*/ 4 h 48"/>
                  <a:gd name="T58" fmla="*/ 50 w 90"/>
                  <a:gd name="T59" fmla="*/ 8 h 48"/>
                  <a:gd name="T60" fmla="*/ 58 w 90"/>
                  <a:gd name="T61" fmla="*/ 4 h 48"/>
                  <a:gd name="T62" fmla="*/ 60 w 90"/>
                  <a:gd name="T63" fmla="*/ 4 h 48"/>
                  <a:gd name="T64" fmla="*/ 68 w 90"/>
                  <a:gd name="T65" fmla="*/ 4 h 48"/>
                  <a:gd name="T66" fmla="*/ 72 w 90"/>
                  <a:gd name="T67" fmla="*/ 8 h 48"/>
                  <a:gd name="T68" fmla="*/ 76 w 90"/>
                  <a:gd name="T69" fmla="*/ 8 h 48"/>
                  <a:gd name="T70" fmla="*/ 88 w 90"/>
                  <a:gd name="T71" fmla="*/ 8 h 48"/>
                  <a:gd name="T72" fmla="*/ 88 w 90"/>
                  <a:gd name="T73" fmla="*/ 8 h 48"/>
                  <a:gd name="T74" fmla="*/ 8 w 90"/>
                  <a:gd name="T75" fmla="*/ 22 h 48"/>
                  <a:gd name="T76" fmla="*/ 8 w 90"/>
                  <a:gd name="T77" fmla="*/ 18 h 48"/>
                  <a:gd name="T78" fmla="*/ 4 w 90"/>
                  <a:gd name="T79" fmla="*/ 18 h 48"/>
                  <a:gd name="T80" fmla="*/ 8 w 90"/>
                  <a:gd name="T81" fmla="*/ 18 h 48"/>
                  <a:gd name="T82" fmla="*/ 12 w 90"/>
                  <a:gd name="T83" fmla="*/ 18 h 48"/>
                  <a:gd name="T84" fmla="*/ 16 w 90"/>
                  <a:gd name="T85" fmla="*/ 18 h 48"/>
                  <a:gd name="T86" fmla="*/ 16 w 90"/>
                  <a:gd name="T87" fmla="*/ 22 h 48"/>
                  <a:gd name="T88" fmla="*/ 12 w 90"/>
                  <a:gd name="T89" fmla="*/ 22 h 48"/>
                  <a:gd name="T90" fmla="*/ 12 w 90"/>
                  <a:gd name="T91" fmla="*/ 22 h 48"/>
                  <a:gd name="T92" fmla="*/ 12 w 90"/>
                  <a:gd name="T93" fmla="*/ 22 h 48"/>
                  <a:gd name="T94" fmla="*/ 24 w 90"/>
                  <a:gd name="T95" fmla="*/ 14 h 48"/>
                  <a:gd name="T96" fmla="*/ 20 w 90"/>
                  <a:gd name="T97" fmla="*/ 18 h 48"/>
                  <a:gd name="T98" fmla="*/ 20 w 90"/>
                  <a:gd name="T99" fmla="*/ 14 h 48"/>
                  <a:gd name="T100" fmla="*/ 20 w 90"/>
                  <a:gd name="T101" fmla="*/ 14 h 48"/>
                  <a:gd name="T102" fmla="*/ 24 w 90"/>
                  <a:gd name="T103" fmla="*/ 26 h 48"/>
                  <a:gd name="T104" fmla="*/ 20 w 90"/>
                  <a:gd name="T105" fmla="*/ 26 h 48"/>
                  <a:gd name="T106" fmla="*/ 20 w 90"/>
                  <a:gd name="T107" fmla="*/ 22 h 48"/>
                  <a:gd name="T108" fmla="*/ 4 w 90"/>
                  <a:gd name="T109" fmla="*/ 36 h 48"/>
                  <a:gd name="T110" fmla="*/ 0 w 90"/>
                  <a:gd name="T111" fmla="*/ 34 h 48"/>
                  <a:gd name="T112" fmla="*/ 0 w 90"/>
                  <a:gd name="T113" fmla="*/ 30 h 48"/>
                  <a:gd name="T114" fmla="*/ 8 w 90"/>
                  <a:gd name="T115" fmla="*/ 26 h 48"/>
                  <a:gd name="T116" fmla="*/ 20 w 90"/>
                  <a:gd name="T117" fmla="*/ 26 h 48"/>
                  <a:gd name="T118" fmla="*/ 20 w 90"/>
                  <a:gd name="T119" fmla="*/ 30 h 48"/>
                  <a:gd name="T120" fmla="*/ 8 w 90"/>
                  <a:gd name="T121" fmla="*/ 34 h 48"/>
                  <a:gd name="T122" fmla="*/ 4 w 90"/>
                  <a:gd name="T123" fmla="*/ 4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90" h="48">
                    <a:moveTo>
                      <a:pt x="88" y="8"/>
                    </a:moveTo>
                    <a:lnTo>
                      <a:pt x="88" y="8"/>
                    </a:lnTo>
                    <a:lnTo>
                      <a:pt x="90" y="8"/>
                    </a:lnTo>
                    <a:lnTo>
                      <a:pt x="90" y="8"/>
                    </a:lnTo>
                    <a:lnTo>
                      <a:pt x="90" y="8"/>
                    </a:lnTo>
                    <a:lnTo>
                      <a:pt x="90" y="8"/>
                    </a:lnTo>
                    <a:lnTo>
                      <a:pt x="90" y="12"/>
                    </a:lnTo>
                    <a:lnTo>
                      <a:pt x="90" y="12"/>
                    </a:lnTo>
                    <a:lnTo>
                      <a:pt x="90" y="12"/>
                    </a:lnTo>
                    <a:lnTo>
                      <a:pt x="90" y="12"/>
                    </a:lnTo>
                    <a:lnTo>
                      <a:pt x="88" y="12"/>
                    </a:lnTo>
                    <a:lnTo>
                      <a:pt x="88" y="12"/>
                    </a:lnTo>
                    <a:lnTo>
                      <a:pt x="88" y="12"/>
                    </a:lnTo>
                    <a:lnTo>
                      <a:pt x="88" y="12"/>
                    </a:lnTo>
                    <a:lnTo>
                      <a:pt x="88" y="12"/>
                    </a:lnTo>
                    <a:lnTo>
                      <a:pt x="88" y="12"/>
                    </a:lnTo>
                    <a:lnTo>
                      <a:pt x="88" y="14"/>
                    </a:lnTo>
                    <a:lnTo>
                      <a:pt x="88" y="14"/>
                    </a:lnTo>
                    <a:lnTo>
                      <a:pt x="84" y="14"/>
                    </a:lnTo>
                    <a:lnTo>
                      <a:pt x="84" y="18"/>
                    </a:lnTo>
                    <a:lnTo>
                      <a:pt x="84" y="18"/>
                    </a:lnTo>
                    <a:lnTo>
                      <a:pt x="84" y="18"/>
                    </a:lnTo>
                    <a:lnTo>
                      <a:pt x="84" y="18"/>
                    </a:lnTo>
                    <a:lnTo>
                      <a:pt x="80" y="18"/>
                    </a:lnTo>
                    <a:lnTo>
                      <a:pt x="80" y="18"/>
                    </a:lnTo>
                    <a:lnTo>
                      <a:pt x="80" y="22"/>
                    </a:lnTo>
                    <a:lnTo>
                      <a:pt x="80" y="22"/>
                    </a:lnTo>
                    <a:lnTo>
                      <a:pt x="80" y="22"/>
                    </a:lnTo>
                    <a:lnTo>
                      <a:pt x="80" y="22"/>
                    </a:lnTo>
                    <a:lnTo>
                      <a:pt x="80" y="26"/>
                    </a:lnTo>
                    <a:lnTo>
                      <a:pt x="80" y="26"/>
                    </a:lnTo>
                    <a:lnTo>
                      <a:pt x="80" y="30"/>
                    </a:lnTo>
                    <a:lnTo>
                      <a:pt x="80" y="30"/>
                    </a:lnTo>
                    <a:lnTo>
                      <a:pt x="84" y="30"/>
                    </a:lnTo>
                    <a:lnTo>
                      <a:pt x="84" y="30"/>
                    </a:lnTo>
                    <a:lnTo>
                      <a:pt x="84" y="30"/>
                    </a:lnTo>
                    <a:lnTo>
                      <a:pt x="80" y="30"/>
                    </a:lnTo>
                    <a:lnTo>
                      <a:pt x="80" y="34"/>
                    </a:lnTo>
                    <a:lnTo>
                      <a:pt x="80" y="34"/>
                    </a:lnTo>
                    <a:lnTo>
                      <a:pt x="80" y="34"/>
                    </a:lnTo>
                    <a:lnTo>
                      <a:pt x="84" y="36"/>
                    </a:lnTo>
                    <a:lnTo>
                      <a:pt x="84" y="36"/>
                    </a:lnTo>
                    <a:lnTo>
                      <a:pt x="84" y="36"/>
                    </a:lnTo>
                    <a:lnTo>
                      <a:pt x="84" y="36"/>
                    </a:lnTo>
                    <a:lnTo>
                      <a:pt x="84" y="36"/>
                    </a:lnTo>
                    <a:lnTo>
                      <a:pt x="84" y="40"/>
                    </a:lnTo>
                    <a:lnTo>
                      <a:pt x="84" y="40"/>
                    </a:lnTo>
                    <a:lnTo>
                      <a:pt x="88" y="40"/>
                    </a:lnTo>
                    <a:lnTo>
                      <a:pt x="88" y="40"/>
                    </a:lnTo>
                    <a:lnTo>
                      <a:pt x="84" y="40"/>
                    </a:lnTo>
                    <a:lnTo>
                      <a:pt x="84" y="44"/>
                    </a:lnTo>
                    <a:lnTo>
                      <a:pt x="84" y="44"/>
                    </a:lnTo>
                    <a:lnTo>
                      <a:pt x="84" y="44"/>
                    </a:lnTo>
                    <a:lnTo>
                      <a:pt x="84" y="44"/>
                    </a:lnTo>
                    <a:lnTo>
                      <a:pt x="84" y="44"/>
                    </a:lnTo>
                    <a:lnTo>
                      <a:pt x="84" y="44"/>
                    </a:lnTo>
                    <a:lnTo>
                      <a:pt x="80" y="44"/>
                    </a:lnTo>
                    <a:lnTo>
                      <a:pt x="80" y="48"/>
                    </a:lnTo>
                    <a:lnTo>
                      <a:pt x="80" y="48"/>
                    </a:lnTo>
                    <a:lnTo>
                      <a:pt x="80" y="48"/>
                    </a:lnTo>
                    <a:lnTo>
                      <a:pt x="80" y="48"/>
                    </a:lnTo>
                    <a:lnTo>
                      <a:pt x="76" y="48"/>
                    </a:lnTo>
                    <a:lnTo>
                      <a:pt x="76" y="48"/>
                    </a:lnTo>
                    <a:lnTo>
                      <a:pt x="76" y="48"/>
                    </a:lnTo>
                    <a:lnTo>
                      <a:pt x="72" y="48"/>
                    </a:lnTo>
                    <a:lnTo>
                      <a:pt x="72" y="48"/>
                    </a:lnTo>
                    <a:lnTo>
                      <a:pt x="72" y="48"/>
                    </a:lnTo>
                    <a:lnTo>
                      <a:pt x="72" y="48"/>
                    </a:lnTo>
                    <a:lnTo>
                      <a:pt x="68" y="48"/>
                    </a:lnTo>
                    <a:lnTo>
                      <a:pt x="68" y="48"/>
                    </a:lnTo>
                    <a:lnTo>
                      <a:pt x="68" y="48"/>
                    </a:lnTo>
                    <a:lnTo>
                      <a:pt x="68" y="48"/>
                    </a:lnTo>
                    <a:lnTo>
                      <a:pt x="68" y="48"/>
                    </a:lnTo>
                    <a:lnTo>
                      <a:pt x="64" y="48"/>
                    </a:lnTo>
                    <a:lnTo>
                      <a:pt x="64" y="48"/>
                    </a:lnTo>
                    <a:lnTo>
                      <a:pt x="60" y="44"/>
                    </a:lnTo>
                    <a:lnTo>
                      <a:pt x="60" y="44"/>
                    </a:lnTo>
                    <a:lnTo>
                      <a:pt x="58" y="40"/>
                    </a:lnTo>
                    <a:lnTo>
                      <a:pt x="58" y="40"/>
                    </a:lnTo>
                    <a:lnTo>
                      <a:pt x="58" y="40"/>
                    </a:lnTo>
                    <a:lnTo>
                      <a:pt x="58" y="40"/>
                    </a:lnTo>
                    <a:lnTo>
                      <a:pt x="54" y="40"/>
                    </a:lnTo>
                    <a:lnTo>
                      <a:pt x="54" y="40"/>
                    </a:lnTo>
                    <a:lnTo>
                      <a:pt x="54" y="36"/>
                    </a:lnTo>
                    <a:lnTo>
                      <a:pt x="50" y="36"/>
                    </a:lnTo>
                    <a:lnTo>
                      <a:pt x="50" y="36"/>
                    </a:lnTo>
                    <a:lnTo>
                      <a:pt x="50" y="36"/>
                    </a:lnTo>
                    <a:lnTo>
                      <a:pt x="50" y="36"/>
                    </a:lnTo>
                    <a:lnTo>
                      <a:pt x="50" y="40"/>
                    </a:lnTo>
                    <a:lnTo>
                      <a:pt x="50" y="40"/>
                    </a:lnTo>
                    <a:lnTo>
                      <a:pt x="50" y="36"/>
                    </a:lnTo>
                    <a:lnTo>
                      <a:pt x="50" y="36"/>
                    </a:lnTo>
                    <a:lnTo>
                      <a:pt x="50" y="36"/>
                    </a:lnTo>
                    <a:lnTo>
                      <a:pt x="50" y="36"/>
                    </a:lnTo>
                    <a:lnTo>
                      <a:pt x="46" y="36"/>
                    </a:lnTo>
                    <a:lnTo>
                      <a:pt x="46" y="36"/>
                    </a:lnTo>
                    <a:lnTo>
                      <a:pt x="46" y="36"/>
                    </a:lnTo>
                    <a:lnTo>
                      <a:pt x="46" y="36"/>
                    </a:lnTo>
                    <a:lnTo>
                      <a:pt x="46" y="36"/>
                    </a:lnTo>
                    <a:lnTo>
                      <a:pt x="42" y="40"/>
                    </a:lnTo>
                    <a:lnTo>
                      <a:pt x="38" y="40"/>
                    </a:lnTo>
                    <a:lnTo>
                      <a:pt x="38" y="40"/>
                    </a:lnTo>
                    <a:lnTo>
                      <a:pt x="38" y="40"/>
                    </a:lnTo>
                    <a:lnTo>
                      <a:pt x="38" y="40"/>
                    </a:lnTo>
                    <a:lnTo>
                      <a:pt x="34" y="40"/>
                    </a:lnTo>
                    <a:lnTo>
                      <a:pt x="34" y="40"/>
                    </a:lnTo>
                    <a:lnTo>
                      <a:pt x="34" y="40"/>
                    </a:lnTo>
                    <a:lnTo>
                      <a:pt x="34" y="40"/>
                    </a:lnTo>
                    <a:lnTo>
                      <a:pt x="34" y="40"/>
                    </a:lnTo>
                    <a:lnTo>
                      <a:pt x="38" y="40"/>
                    </a:lnTo>
                    <a:lnTo>
                      <a:pt x="38" y="36"/>
                    </a:lnTo>
                    <a:lnTo>
                      <a:pt x="38" y="36"/>
                    </a:lnTo>
                    <a:lnTo>
                      <a:pt x="38" y="36"/>
                    </a:lnTo>
                    <a:lnTo>
                      <a:pt x="38" y="36"/>
                    </a:lnTo>
                    <a:lnTo>
                      <a:pt x="38" y="36"/>
                    </a:lnTo>
                    <a:lnTo>
                      <a:pt x="38" y="34"/>
                    </a:lnTo>
                    <a:lnTo>
                      <a:pt x="38" y="34"/>
                    </a:lnTo>
                    <a:lnTo>
                      <a:pt x="38" y="34"/>
                    </a:lnTo>
                    <a:lnTo>
                      <a:pt x="38" y="34"/>
                    </a:lnTo>
                    <a:lnTo>
                      <a:pt x="38" y="34"/>
                    </a:lnTo>
                    <a:lnTo>
                      <a:pt x="38" y="34"/>
                    </a:lnTo>
                    <a:lnTo>
                      <a:pt x="38" y="30"/>
                    </a:lnTo>
                    <a:lnTo>
                      <a:pt x="38" y="30"/>
                    </a:lnTo>
                    <a:lnTo>
                      <a:pt x="38" y="30"/>
                    </a:lnTo>
                    <a:lnTo>
                      <a:pt x="38" y="30"/>
                    </a:lnTo>
                    <a:lnTo>
                      <a:pt x="34" y="30"/>
                    </a:lnTo>
                    <a:lnTo>
                      <a:pt x="34" y="30"/>
                    </a:lnTo>
                    <a:lnTo>
                      <a:pt x="34" y="30"/>
                    </a:lnTo>
                    <a:lnTo>
                      <a:pt x="34" y="34"/>
                    </a:lnTo>
                    <a:lnTo>
                      <a:pt x="34" y="34"/>
                    </a:lnTo>
                    <a:lnTo>
                      <a:pt x="30" y="34"/>
                    </a:lnTo>
                    <a:lnTo>
                      <a:pt x="30" y="34"/>
                    </a:lnTo>
                    <a:lnTo>
                      <a:pt x="30" y="34"/>
                    </a:lnTo>
                    <a:lnTo>
                      <a:pt x="30" y="34"/>
                    </a:lnTo>
                    <a:lnTo>
                      <a:pt x="30" y="34"/>
                    </a:lnTo>
                    <a:lnTo>
                      <a:pt x="30" y="34"/>
                    </a:lnTo>
                    <a:lnTo>
                      <a:pt x="28" y="30"/>
                    </a:lnTo>
                    <a:lnTo>
                      <a:pt x="28" y="30"/>
                    </a:lnTo>
                    <a:lnTo>
                      <a:pt x="28" y="30"/>
                    </a:lnTo>
                    <a:lnTo>
                      <a:pt x="28" y="30"/>
                    </a:lnTo>
                    <a:lnTo>
                      <a:pt x="28" y="26"/>
                    </a:lnTo>
                    <a:lnTo>
                      <a:pt x="24" y="26"/>
                    </a:lnTo>
                    <a:lnTo>
                      <a:pt x="24" y="26"/>
                    </a:lnTo>
                    <a:lnTo>
                      <a:pt x="24" y="22"/>
                    </a:lnTo>
                    <a:lnTo>
                      <a:pt x="24" y="22"/>
                    </a:lnTo>
                    <a:lnTo>
                      <a:pt x="24" y="22"/>
                    </a:lnTo>
                    <a:lnTo>
                      <a:pt x="28" y="22"/>
                    </a:lnTo>
                    <a:lnTo>
                      <a:pt x="28" y="22"/>
                    </a:lnTo>
                    <a:lnTo>
                      <a:pt x="30" y="22"/>
                    </a:lnTo>
                    <a:lnTo>
                      <a:pt x="28" y="22"/>
                    </a:lnTo>
                    <a:lnTo>
                      <a:pt x="28" y="22"/>
                    </a:lnTo>
                    <a:lnTo>
                      <a:pt x="28" y="22"/>
                    </a:lnTo>
                    <a:lnTo>
                      <a:pt x="24" y="22"/>
                    </a:lnTo>
                    <a:lnTo>
                      <a:pt x="24" y="18"/>
                    </a:lnTo>
                    <a:lnTo>
                      <a:pt x="24" y="18"/>
                    </a:lnTo>
                    <a:lnTo>
                      <a:pt x="24" y="18"/>
                    </a:lnTo>
                    <a:lnTo>
                      <a:pt x="24" y="18"/>
                    </a:lnTo>
                    <a:lnTo>
                      <a:pt x="24" y="18"/>
                    </a:lnTo>
                    <a:lnTo>
                      <a:pt x="28" y="18"/>
                    </a:lnTo>
                    <a:lnTo>
                      <a:pt x="28" y="14"/>
                    </a:lnTo>
                    <a:lnTo>
                      <a:pt x="28" y="14"/>
                    </a:lnTo>
                    <a:lnTo>
                      <a:pt x="24" y="14"/>
                    </a:lnTo>
                    <a:lnTo>
                      <a:pt x="28" y="14"/>
                    </a:lnTo>
                    <a:lnTo>
                      <a:pt x="24" y="18"/>
                    </a:lnTo>
                    <a:lnTo>
                      <a:pt x="24" y="18"/>
                    </a:lnTo>
                    <a:lnTo>
                      <a:pt x="24" y="18"/>
                    </a:lnTo>
                    <a:lnTo>
                      <a:pt x="24" y="18"/>
                    </a:lnTo>
                    <a:lnTo>
                      <a:pt x="24" y="14"/>
                    </a:lnTo>
                    <a:lnTo>
                      <a:pt x="24" y="14"/>
                    </a:lnTo>
                    <a:lnTo>
                      <a:pt x="24" y="14"/>
                    </a:lnTo>
                    <a:lnTo>
                      <a:pt x="24" y="12"/>
                    </a:lnTo>
                    <a:lnTo>
                      <a:pt x="24" y="12"/>
                    </a:lnTo>
                    <a:lnTo>
                      <a:pt x="28" y="12"/>
                    </a:lnTo>
                    <a:lnTo>
                      <a:pt x="28" y="12"/>
                    </a:lnTo>
                    <a:lnTo>
                      <a:pt x="28" y="12"/>
                    </a:lnTo>
                    <a:lnTo>
                      <a:pt x="28" y="12"/>
                    </a:lnTo>
                    <a:lnTo>
                      <a:pt x="28" y="12"/>
                    </a:lnTo>
                    <a:lnTo>
                      <a:pt x="28" y="12"/>
                    </a:lnTo>
                    <a:lnTo>
                      <a:pt x="28" y="12"/>
                    </a:lnTo>
                    <a:lnTo>
                      <a:pt x="30" y="12"/>
                    </a:lnTo>
                    <a:lnTo>
                      <a:pt x="30" y="12"/>
                    </a:lnTo>
                    <a:lnTo>
                      <a:pt x="30" y="12"/>
                    </a:lnTo>
                    <a:lnTo>
                      <a:pt x="30" y="12"/>
                    </a:lnTo>
                    <a:lnTo>
                      <a:pt x="30" y="8"/>
                    </a:lnTo>
                    <a:lnTo>
                      <a:pt x="30" y="8"/>
                    </a:lnTo>
                    <a:lnTo>
                      <a:pt x="30" y="8"/>
                    </a:lnTo>
                    <a:lnTo>
                      <a:pt x="30" y="8"/>
                    </a:lnTo>
                    <a:lnTo>
                      <a:pt x="34" y="8"/>
                    </a:lnTo>
                    <a:lnTo>
                      <a:pt x="34" y="8"/>
                    </a:lnTo>
                    <a:lnTo>
                      <a:pt x="34" y="8"/>
                    </a:lnTo>
                    <a:lnTo>
                      <a:pt x="34" y="8"/>
                    </a:lnTo>
                    <a:lnTo>
                      <a:pt x="34" y="8"/>
                    </a:lnTo>
                    <a:lnTo>
                      <a:pt x="34" y="8"/>
                    </a:lnTo>
                    <a:lnTo>
                      <a:pt x="34" y="8"/>
                    </a:lnTo>
                    <a:lnTo>
                      <a:pt x="38" y="8"/>
                    </a:lnTo>
                    <a:lnTo>
                      <a:pt x="38" y="8"/>
                    </a:lnTo>
                    <a:lnTo>
                      <a:pt x="42" y="8"/>
                    </a:lnTo>
                    <a:lnTo>
                      <a:pt x="42" y="4"/>
                    </a:lnTo>
                    <a:lnTo>
                      <a:pt x="42" y="4"/>
                    </a:lnTo>
                    <a:lnTo>
                      <a:pt x="42" y="4"/>
                    </a:lnTo>
                    <a:lnTo>
                      <a:pt x="42" y="4"/>
                    </a:lnTo>
                    <a:lnTo>
                      <a:pt x="42" y="4"/>
                    </a:lnTo>
                    <a:lnTo>
                      <a:pt x="46" y="4"/>
                    </a:lnTo>
                    <a:lnTo>
                      <a:pt x="46" y="4"/>
                    </a:lnTo>
                    <a:lnTo>
                      <a:pt x="46" y="4"/>
                    </a:lnTo>
                    <a:lnTo>
                      <a:pt x="46" y="4"/>
                    </a:lnTo>
                    <a:lnTo>
                      <a:pt x="50" y="4"/>
                    </a:lnTo>
                    <a:lnTo>
                      <a:pt x="50" y="4"/>
                    </a:lnTo>
                    <a:lnTo>
                      <a:pt x="50" y="4"/>
                    </a:lnTo>
                    <a:lnTo>
                      <a:pt x="50" y="8"/>
                    </a:lnTo>
                    <a:lnTo>
                      <a:pt x="50" y="8"/>
                    </a:lnTo>
                    <a:lnTo>
                      <a:pt x="54" y="4"/>
                    </a:lnTo>
                    <a:lnTo>
                      <a:pt x="54" y="4"/>
                    </a:lnTo>
                    <a:lnTo>
                      <a:pt x="54" y="4"/>
                    </a:lnTo>
                    <a:lnTo>
                      <a:pt x="54" y="4"/>
                    </a:lnTo>
                    <a:lnTo>
                      <a:pt x="54" y="4"/>
                    </a:lnTo>
                    <a:lnTo>
                      <a:pt x="58" y="4"/>
                    </a:lnTo>
                    <a:lnTo>
                      <a:pt x="58" y="4"/>
                    </a:lnTo>
                    <a:lnTo>
                      <a:pt x="54" y="4"/>
                    </a:lnTo>
                    <a:lnTo>
                      <a:pt x="54" y="0"/>
                    </a:lnTo>
                    <a:lnTo>
                      <a:pt x="58" y="0"/>
                    </a:lnTo>
                    <a:lnTo>
                      <a:pt x="58" y="4"/>
                    </a:lnTo>
                    <a:lnTo>
                      <a:pt x="58" y="4"/>
                    </a:lnTo>
                    <a:lnTo>
                      <a:pt x="60" y="4"/>
                    </a:lnTo>
                    <a:lnTo>
                      <a:pt x="60" y="4"/>
                    </a:lnTo>
                    <a:lnTo>
                      <a:pt x="60" y="4"/>
                    </a:lnTo>
                    <a:lnTo>
                      <a:pt x="64" y="4"/>
                    </a:lnTo>
                    <a:lnTo>
                      <a:pt x="64" y="4"/>
                    </a:lnTo>
                    <a:lnTo>
                      <a:pt x="64" y="4"/>
                    </a:lnTo>
                    <a:lnTo>
                      <a:pt x="68" y="4"/>
                    </a:lnTo>
                    <a:lnTo>
                      <a:pt x="68" y="4"/>
                    </a:lnTo>
                    <a:lnTo>
                      <a:pt x="68" y="4"/>
                    </a:lnTo>
                    <a:lnTo>
                      <a:pt x="68" y="4"/>
                    </a:lnTo>
                    <a:lnTo>
                      <a:pt x="68" y="4"/>
                    </a:lnTo>
                    <a:lnTo>
                      <a:pt x="68" y="4"/>
                    </a:lnTo>
                    <a:lnTo>
                      <a:pt x="68" y="4"/>
                    </a:lnTo>
                    <a:lnTo>
                      <a:pt x="72" y="4"/>
                    </a:lnTo>
                    <a:lnTo>
                      <a:pt x="72" y="8"/>
                    </a:lnTo>
                    <a:lnTo>
                      <a:pt x="72" y="8"/>
                    </a:lnTo>
                    <a:lnTo>
                      <a:pt x="72" y="8"/>
                    </a:lnTo>
                    <a:lnTo>
                      <a:pt x="72" y="8"/>
                    </a:lnTo>
                    <a:lnTo>
                      <a:pt x="72" y="8"/>
                    </a:lnTo>
                    <a:lnTo>
                      <a:pt x="76" y="8"/>
                    </a:lnTo>
                    <a:lnTo>
                      <a:pt x="76" y="8"/>
                    </a:lnTo>
                    <a:lnTo>
                      <a:pt x="76" y="8"/>
                    </a:lnTo>
                    <a:lnTo>
                      <a:pt x="80" y="8"/>
                    </a:lnTo>
                    <a:lnTo>
                      <a:pt x="80" y="8"/>
                    </a:lnTo>
                    <a:lnTo>
                      <a:pt x="80" y="8"/>
                    </a:lnTo>
                    <a:lnTo>
                      <a:pt x="80" y="8"/>
                    </a:lnTo>
                    <a:lnTo>
                      <a:pt x="80" y="8"/>
                    </a:lnTo>
                    <a:lnTo>
                      <a:pt x="84" y="8"/>
                    </a:lnTo>
                    <a:lnTo>
                      <a:pt x="88" y="8"/>
                    </a:lnTo>
                    <a:lnTo>
                      <a:pt x="88" y="8"/>
                    </a:lnTo>
                    <a:lnTo>
                      <a:pt x="88" y="8"/>
                    </a:lnTo>
                    <a:lnTo>
                      <a:pt x="88" y="8"/>
                    </a:lnTo>
                    <a:lnTo>
                      <a:pt x="88" y="8"/>
                    </a:lnTo>
                    <a:lnTo>
                      <a:pt x="88" y="8"/>
                    </a:lnTo>
                    <a:lnTo>
                      <a:pt x="88" y="8"/>
                    </a:lnTo>
                    <a:lnTo>
                      <a:pt x="88" y="8"/>
                    </a:lnTo>
                    <a:lnTo>
                      <a:pt x="88" y="8"/>
                    </a:lnTo>
                    <a:close/>
                    <a:moveTo>
                      <a:pt x="12" y="22"/>
                    </a:moveTo>
                    <a:lnTo>
                      <a:pt x="12" y="22"/>
                    </a:lnTo>
                    <a:lnTo>
                      <a:pt x="12" y="22"/>
                    </a:lnTo>
                    <a:lnTo>
                      <a:pt x="8" y="22"/>
                    </a:lnTo>
                    <a:lnTo>
                      <a:pt x="8" y="22"/>
                    </a:lnTo>
                    <a:lnTo>
                      <a:pt x="8" y="22"/>
                    </a:lnTo>
                    <a:lnTo>
                      <a:pt x="8" y="22"/>
                    </a:lnTo>
                    <a:lnTo>
                      <a:pt x="8" y="22"/>
                    </a:lnTo>
                    <a:lnTo>
                      <a:pt x="8" y="18"/>
                    </a:lnTo>
                    <a:lnTo>
                      <a:pt x="8" y="18"/>
                    </a:lnTo>
                    <a:lnTo>
                      <a:pt x="8" y="18"/>
                    </a:lnTo>
                    <a:lnTo>
                      <a:pt x="8" y="18"/>
                    </a:lnTo>
                    <a:lnTo>
                      <a:pt x="8" y="18"/>
                    </a:lnTo>
                    <a:lnTo>
                      <a:pt x="8" y="18"/>
                    </a:lnTo>
                    <a:lnTo>
                      <a:pt x="4" y="18"/>
                    </a:lnTo>
                    <a:lnTo>
                      <a:pt x="4" y="18"/>
                    </a:lnTo>
                    <a:lnTo>
                      <a:pt x="4" y="18"/>
                    </a:lnTo>
                    <a:lnTo>
                      <a:pt x="4" y="18"/>
                    </a:lnTo>
                    <a:lnTo>
                      <a:pt x="4" y="18"/>
                    </a:lnTo>
                    <a:lnTo>
                      <a:pt x="4" y="18"/>
                    </a:lnTo>
                    <a:lnTo>
                      <a:pt x="4" y="18"/>
                    </a:lnTo>
                    <a:lnTo>
                      <a:pt x="4" y="18"/>
                    </a:lnTo>
                    <a:lnTo>
                      <a:pt x="4" y="18"/>
                    </a:lnTo>
                    <a:lnTo>
                      <a:pt x="4" y="18"/>
                    </a:lnTo>
                    <a:lnTo>
                      <a:pt x="8" y="18"/>
                    </a:lnTo>
                    <a:lnTo>
                      <a:pt x="8" y="18"/>
                    </a:lnTo>
                    <a:lnTo>
                      <a:pt x="8" y="18"/>
                    </a:lnTo>
                    <a:lnTo>
                      <a:pt x="8" y="18"/>
                    </a:lnTo>
                    <a:lnTo>
                      <a:pt x="8" y="14"/>
                    </a:lnTo>
                    <a:lnTo>
                      <a:pt x="12" y="14"/>
                    </a:lnTo>
                    <a:lnTo>
                      <a:pt x="12" y="14"/>
                    </a:lnTo>
                    <a:lnTo>
                      <a:pt x="12" y="14"/>
                    </a:lnTo>
                    <a:lnTo>
                      <a:pt x="12" y="14"/>
                    </a:lnTo>
                    <a:lnTo>
                      <a:pt x="12" y="18"/>
                    </a:lnTo>
                    <a:lnTo>
                      <a:pt x="12" y="18"/>
                    </a:lnTo>
                    <a:lnTo>
                      <a:pt x="16" y="18"/>
                    </a:lnTo>
                    <a:lnTo>
                      <a:pt x="16" y="18"/>
                    </a:lnTo>
                    <a:lnTo>
                      <a:pt x="16" y="18"/>
                    </a:lnTo>
                    <a:lnTo>
                      <a:pt x="16" y="18"/>
                    </a:lnTo>
                    <a:lnTo>
                      <a:pt x="16" y="18"/>
                    </a:lnTo>
                    <a:lnTo>
                      <a:pt x="16" y="18"/>
                    </a:lnTo>
                    <a:lnTo>
                      <a:pt x="16" y="22"/>
                    </a:lnTo>
                    <a:lnTo>
                      <a:pt x="16" y="22"/>
                    </a:lnTo>
                    <a:lnTo>
                      <a:pt x="16" y="22"/>
                    </a:lnTo>
                    <a:lnTo>
                      <a:pt x="16" y="18"/>
                    </a:lnTo>
                    <a:lnTo>
                      <a:pt x="16" y="18"/>
                    </a:lnTo>
                    <a:lnTo>
                      <a:pt x="16" y="22"/>
                    </a:lnTo>
                    <a:lnTo>
                      <a:pt x="16" y="22"/>
                    </a:lnTo>
                    <a:lnTo>
                      <a:pt x="16" y="22"/>
                    </a:lnTo>
                    <a:lnTo>
                      <a:pt x="16" y="22"/>
                    </a:lnTo>
                    <a:lnTo>
                      <a:pt x="16" y="22"/>
                    </a:lnTo>
                    <a:lnTo>
                      <a:pt x="16" y="22"/>
                    </a:lnTo>
                    <a:lnTo>
                      <a:pt x="16" y="22"/>
                    </a:lnTo>
                    <a:lnTo>
                      <a:pt x="12" y="22"/>
                    </a:lnTo>
                    <a:lnTo>
                      <a:pt x="12" y="22"/>
                    </a:lnTo>
                    <a:lnTo>
                      <a:pt x="12" y="22"/>
                    </a:lnTo>
                    <a:lnTo>
                      <a:pt x="16" y="22"/>
                    </a:lnTo>
                    <a:lnTo>
                      <a:pt x="16" y="22"/>
                    </a:lnTo>
                    <a:lnTo>
                      <a:pt x="16" y="22"/>
                    </a:lnTo>
                    <a:lnTo>
                      <a:pt x="16" y="22"/>
                    </a:lnTo>
                    <a:lnTo>
                      <a:pt x="12" y="22"/>
                    </a:lnTo>
                    <a:lnTo>
                      <a:pt x="12" y="22"/>
                    </a:lnTo>
                    <a:lnTo>
                      <a:pt x="12" y="22"/>
                    </a:lnTo>
                    <a:lnTo>
                      <a:pt x="12" y="22"/>
                    </a:lnTo>
                    <a:lnTo>
                      <a:pt x="12" y="22"/>
                    </a:lnTo>
                    <a:lnTo>
                      <a:pt x="12" y="22"/>
                    </a:lnTo>
                    <a:lnTo>
                      <a:pt x="12" y="22"/>
                    </a:lnTo>
                    <a:lnTo>
                      <a:pt x="12" y="22"/>
                    </a:lnTo>
                    <a:lnTo>
                      <a:pt x="12" y="22"/>
                    </a:lnTo>
                    <a:lnTo>
                      <a:pt x="12" y="22"/>
                    </a:lnTo>
                    <a:lnTo>
                      <a:pt x="12" y="22"/>
                    </a:lnTo>
                    <a:lnTo>
                      <a:pt x="12" y="22"/>
                    </a:lnTo>
                    <a:lnTo>
                      <a:pt x="12" y="22"/>
                    </a:lnTo>
                    <a:close/>
                    <a:moveTo>
                      <a:pt x="20" y="14"/>
                    </a:moveTo>
                    <a:lnTo>
                      <a:pt x="24" y="14"/>
                    </a:lnTo>
                    <a:lnTo>
                      <a:pt x="24" y="14"/>
                    </a:lnTo>
                    <a:lnTo>
                      <a:pt x="24" y="14"/>
                    </a:lnTo>
                    <a:lnTo>
                      <a:pt x="24" y="14"/>
                    </a:lnTo>
                    <a:lnTo>
                      <a:pt x="24" y="18"/>
                    </a:lnTo>
                    <a:lnTo>
                      <a:pt x="24" y="18"/>
                    </a:lnTo>
                    <a:lnTo>
                      <a:pt x="24" y="18"/>
                    </a:lnTo>
                    <a:lnTo>
                      <a:pt x="24" y="18"/>
                    </a:lnTo>
                    <a:lnTo>
                      <a:pt x="20" y="18"/>
                    </a:lnTo>
                    <a:lnTo>
                      <a:pt x="20" y="18"/>
                    </a:lnTo>
                    <a:lnTo>
                      <a:pt x="20" y="18"/>
                    </a:lnTo>
                    <a:lnTo>
                      <a:pt x="20" y="18"/>
                    </a:lnTo>
                    <a:lnTo>
                      <a:pt x="20" y="18"/>
                    </a:lnTo>
                    <a:lnTo>
                      <a:pt x="20" y="18"/>
                    </a:lnTo>
                    <a:lnTo>
                      <a:pt x="20" y="14"/>
                    </a:lnTo>
                    <a:lnTo>
                      <a:pt x="20" y="14"/>
                    </a:lnTo>
                    <a:lnTo>
                      <a:pt x="20" y="14"/>
                    </a:lnTo>
                    <a:lnTo>
                      <a:pt x="20" y="14"/>
                    </a:lnTo>
                    <a:lnTo>
                      <a:pt x="20" y="14"/>
                    </a:lnTo>
                    <a:lnTo>
                      <a:pt x="20" y="14"/>
                    </a:lnTo>
                    <a:lnTo>
                      <a:pt x="20" y="14"/>
                    </a:lnTo>
                    <a:lnTo>
                      <a:pt x="20" y="14"/>
                    </a:lnTo>
                    <a:lnTo>
                      <a:pt x="20" y="14"/>
                    </a:lnTo>
                    <a:close/>
                    <a:moveTo>
                      <a:pt x="20" y="22"/>
                    </a:moveTo>
                    <a:lnTo>
                      <a:pt x="20" y="26"/>
                    </a:lnTo>
                    <a:lnTo>
                      <a:pt x="20" y="26"/>
                    </a:lnTo>
                    <a:lnTo>
                      <a:pt x="24" y="26"/>
                    </a:lnTo>
                    <a:lnTo>
                      <a:pt x="24" y="26"/>
                    </a:lnTo>
                    <a:lnTo>
                      <a:pt x="24" y="26"/>
                    </a:lnTo>
                    <a:lnTo>
                      <a:pt x="24" y="26"/>
                    </a:lnTo>
                    <a:lnTo>
                      <a:pt x="24" y="26"/>
                    </a:lnTo>
                    <a:lnTo>
                      <a:pt x="20" y="26"/>
                    </a:lnTo>
                    <a:lnTo>
                      <a:pt x="20" y="26"/>
                    </a:lnTo>
                    <a:lnTo>
                      <a:pt x="20" y="26"/>
                    </a:lnTo>
                    <a:lnTo>
                      <a:pt x="20" y="26"/>
                    </a:lnTo>
                    <a:lnTo>
                      <a:pt x="20" y="26"/>
                    </a:lnTo>
                    <a:lnTo>
                      <a:pt x="20" y="26"/>
                    </a:lnTo>
                    <a:lnTo>
                      <a:pt x="20" y="26"/>
                    </a:lnTo>
                    <a:lnTo>
                      <a:pt x="20" y="26"/>
                    </a:lnTo>
                    <a:lnTo>
                      <a:pt x="20" y="22"/>
                    </a:lnTo>
                    <a:lnTo>
                      <a:pt x="20" y="22"/>
                    </a:lnTo>
                    <a:lnTo>
                      <a:pt x="20" y="22"/>
                    </a:lnTo>
                    <a:lnTo>
                      <a:pt x="20" y="22"/>
                    </a:lnTo>
                    <a:lnTo>
                      <a:pt x="20" y="22"/>
                    </a:lnTo>
                    <a:lnTo>
                      <a:pt x="20" y="22"/>
                    </a:lnTo>
                    <a:lnTo>
                      <a:pt x="20" y="22"/>
                    </a:lnTo>
                    <a:close/>
                    <a:moveTo>
                      <a:pt x="4" y="40"/>
                    </a:moveTo>
                    <a:lnTo>
                      <a:pt x="4" y="40"/>
                    </a:lnTo>
                    <a:lnTo>
                      <a:pt x="0" y="40"/>
                    </a:lnTo>
                    <a:lnTo>
                      <a:pt x="0" y="40"/>
                    </a:lnTo>
                    <a:lnTo>
                      <a:pt x="4" y="36"/>
                    </a:lnTo>
                    <a:lnTo>
                      <a:pt x="4" y="36"/>
                    </a:lnTo>
                    <a:lnTo>
                      <a:pt x="4" y="36"/>
                    </a:lnTo>
                    <a:lnTo>
                      <a:pt x="4" y="36"/>
                    </a:lnTo>
                    <a:lnTo>
                      <a:pt x="4" y="36"/>
                    </a:lnTo>
                    <a:lnTo>
                      <a:pt x="4" y="34"/>
                    </a:lnTo>
                    <a:lnTo>
                      <a:pt x="0" y="34"/>
                    </a:lnTo>
                    <a:lnTo>
                      <a:pt x="0" y="34"/>
                    </a:lnTo>
                    <a:lnTo>
                      <a:pt x="0" y="30"/>
                    </a:lnTo>
                    <a:lnTo>
                      <a:pt x="0" y="30"/>
                    </a:lnTo>
                    <a:lnTo>
                      <a:pt x="4" y="30"/>
                    </a:lnTo>
                    <a:lnTo>
                      <a:pt x="0" y="30"/>
                    </a:lnTo>
                    <a:lnTo>
                      <a:pt x="0" y="30"/>
                    </a:lnTo>
                    <a:lnTo>
                      <a:pt x="0" y="30"/>
                    </a:lnTo>
                    <a:lnTo>
                      <a:pt x="0" y="30"/>
                    </a:lnTo>
                    <a:lnTo>
                      <a:pt x="0" y="26"/>
                    </a:lnTo>
                    <a:lnTo>
                      <a:pt x="0" y="26"/>
                    </a:lnTo>
                    <a:lnTo>
                      <a:pt x="0" y="26"/>
                    </a:lnTo>
                    <a:lnTo>
                      <a:pt x="4" y="30"/>
                    </a:lnTo>
                    <a:lnTo>
                      <a:pt x="4" y="26"/>
                    </a:lnTo>
                    <a:lnTo>
                      <a:pt x="8" y="26"/>
                    </a:lnTo>
                    <a:lnTo>
                      <a:pt x="8" y="26"/>
                    </a:lnTo>
                    <a:lnTo>
                      <a:pt x="12" y="26"/>
                    </a:lnTo>
                    <a:lnTo>
                      <a:pt x="12" y="26"/>
                    </a:lnTo>
                    <a:lnTo>
                      <a:pt x="16" y="26"/>
                    </a:lnTo>
                    <a:lnTo>
                      <a:pt x="16" y="26"/>
                    </a:lnTo>
                    <a:lnTo>
                      <a:pt x="16" y="26"/>
                    </a:lnTo>
                    <a:lnTo>
                      <a:pt x="16" y="26"/>
                    </a:lnTo>
                    <a:lnTo>
                      <a:pt x="20" y="26"/>
                    </a:lnTo>
                    <a:lnTo>
                      <a:pt x="20" y="30"/>
                    </a:lnTo>
                    <a:lnTo>
                      <a:pt x="20" y="30"/>
                    </a:lnTo>
                    <a:lnTo>
                      <a:pt x="24" y="30"/>
                    </a:lnTo>
                    <a:lnTo>
                      <a:pt x="20" y="30"/>
                    </a:lnTo>
                    <a:lnTo>
                      <a:pt x="20" y="30"/>
                    </a:lnTo>
                    <a:lnTo>
                      <a:pt x="20" y="30"/>
                    </a:lnTo>
                    <a:lnTo>
                      <a:pt x="20" y="30"/>
                    </a:lnTo>
                    <a:lnTo>
                      <a:pt x="20" y="30"/>
                    </a:lnTo>
                    <a:lnTo>
                      <a:pt x="20" y="30"/>
                    </a:lnTo>
                    <a:lnTo>
                      <a:pt x="16" y="30"/>
                    </a:lnTo>
                    <a:lnTo>
                      <a:pt x="12" y="34"/>
                    </a:lnTo>
                    <a:lnTo>
                      <a:pt x="12" y="34"/>
                    </a:lnTo>
                    <a:lnTo>
                      <a:pt x="12" y="34"/>
                    </a:lnTo>
                    <a:lnTo>
                      <a:pt x="8" y="34"/>
                    </a:lnTo>
                    <a:lnTo>
                      <a:pt x="8" y="34"/>
                    </a:lnTo>
                    <a:lnTo>
                      <a:pt x="8" y="34"/>
                    </a:lnTo>
                    <a:lnTo>
                      <a:pt x="8" y="34"/>
                    </a:lnTo>
                    <a:lnTo>
                      <a:pt x="8" y="36"/>
                    </a:lnTo>
                    <a:lnTo>
                      <a:pt x="4" y="36"/>
                    </a:lnTo>
                    <a:lnTo>
                      <a:pt x="4" y="40"/>
                    </a:lnTo>
                    <a:lnTo>
                      <a:pt x="4" y="40"/>
                    </a:lnTo>
                    <a:lnTo>
                      <a:pt x="4" y="40"/>
                    </a:lnTo>
                    <a:lnTo>
                      <a:pt x="4" y="40"/>
                    </a:lnTo>
                    <a:lnTo>
                      <a:pt x="4" y="40"/>
                    </a:lnTo>
                    <a:lnTo>
                      <a:pt x="4" y="40"/>
                    </a:lnTo>
                    <a:lnTo>
                      <a:pt x="4"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4" name="Freeform 98"/>
              <p:cNvSpPr>
                <a:spLocks noEditPoints="1"/>
              </p:cNvSpPr>
              <p:nvPr/>
            </p:nvSpPr>
            <p:spPr bwMode="gray">
              <a:xfrm>
                <a:off x="4619069" y="2460408"/>
                <a:ext cx="24350" cy="38264"/>
              </a:xfrm>
              <a:custGeom>
                <a:avLst/>
                <a:gdLst>
                  <a:gd name="T0" fmla="*/ 10 w 14"/>
                  <a:gd name="T1" fmla="*/ 12 h 22"/>
                  <a:gd name="T2" fmla="*/ 6 w 14"/>
                  <a:gd name="T3" fmla="*/ 12 h 22"/>
                  <a:gd name="T4" fmla="*/ 6 w 14"/>
                  <a:gd name="T5" fmla="*/ 12 h 22"/>
                  <a:gd name="T6" fmla="*/ 10 w 14"/>
                  <a:gd name="T7" fmla="*/ 12 h 22"/>
                  <a:gd name="T8" fmla="*/ 10 w 14"/>
                  <a:gd name="T9" fmla="*/ 12 h 22"/>
                  <a:gd name="T10" fmla="*/ 10 w 14"/>
                  <a:gd name="T11" fmla="*/ 14 h 22"/>
                  <a:gd name="T12" fmla="*/ 10 w 14"/>
                  <a:gd name="T13" fmla="*/ 14 h 22"/>
                  <a:gd name="T14" fmla="*/ 10 w 14"/>
                  <a:gd name="T15" fmla="*/ 4 h 22"/>
                  <a:gd name="T16" fmla="*/ 10 w 14"/>
                  <a:gd name="T17" fmla="*/ 4 h 22"/>
                  <a:gd name="T18" fmla="*/ 10 w 14"/>
                  <a:gd name="T19" fmla="*/ 4 h 22"/>
                  <a:gd name="T20" fmla="*/ 10 w 14"/>
                  <a:gd name="T21" fmla="*/ 4 h 22"/>
                  <a:gd name="T22" fmla="*/ 10 w 14"/>
                  <a:gd name="T23" fmla="*/ 0 h 22"/>
                  <a:gd name="T24" fmla="*/ 10 w 14"/>
                  <a:gd name="T25" fmla="*/ 0 h 22"/>
                  <a:gd name="T26" fmla="*/ 10 w 14"/>
                  <a:gd name="T27" fmla="*/ 0 h 22"/>
                  <a:gd name="T28" fmla="*/ 14 w 14"/>
                  <a:gd name="T29" fmla="*/ 0 h 22"/>
                  <a:gd name="T30" fmla="*/ 14 w 14"/>
                  <a:gd name="T31" fmla="*/ 4 h 22"/>
                  <a:gd name="T32" fmla="*/ 10 w 14"/>
                  <a:gd name="T33" fmla="*/ 4 h 22"/>
                  <a:gd name="T34" fmla="*/ 10 w 14"/>
                  <a:gd name="T35" fmla="*/ 8 h 22"/>
                  <a:gd name="T36" fmla="*/ 6 w 14"/>
                  <a:gd name="T37" fmla="*/ 8 h 22"/>
                  <a:gd name="T38" fmla="*/ 6 w 14"/>
                  <a:gd name="T39" fmla="*/ 4 h 22"/>
                  <a:gd name="T40" fmla="*/ 2 w 14"/>
                  <a:gd name="T41" fmla="*/ 4 h 22"/>
                  <a:gd name="T42" fmla="*/ 2 w 14"/>
                  <a:gd name="T43" fmla="*/ 0 h 22"/>
                  <a:gd name="T44" fmla="*/ 6 w 14"/>
                  <a:gd name="T45" fmla="*/ 0 h 22"/>
                  <a:gd name="T46" fmla="*/ 6 w 14"/>
                  <a:gd name="T47" fmla="*/ 0 h 22"/>
                  <a:gd name="T48" fmla="*/ 10 w 14"/>
                  <a:gd name="T49" fmla="*/ 4 h 22"/>
                  <a:gd name="T50" fmla="*/ 10 w 14"/>
                  <a:gd name="T51" fmla="*/ 4 h 22"/>
                  <a:gd name="T52" fmla="*/ 10 w 14"/>
                  <a:gd name="T53" fmla="*/ 8 h 22"/>
                  <a:gd name="T54" fmla="*/ 10 w 14"/>
                  <a:gd name="T55" fmla="*/ 12 h 22"/>
                  <a:gd name="T56" fmla="*/ 6 w 14"/>
                  <a:gd name="T57" fmla="*/ 8 h 22"/>
                  <a:gd name="T58" fmla="*/ 6 w 14"/>
                  <a:gd name="T59" fmla="*/ 8 h 22"/>
                  <a:gd name="T60" fmla="*/ 2 w 14"/>
                  <a:gd name="T61" fmla="*/ 4 h 22"/>
                  <a:gd name="T62" fmla="*/ 2 w 14"/>
                  <a:gd name="T63" fmla="*/ 4 h 22"/>
                  <a:gd name="T64" fmla="*/ 2 w 14"/>
                  <a:gd name="T65" fmla="*/ 0 h 22"/>
                  <a:gd name="T66" fmla="*/ 2 w 14"/>
                  <a:gd name="T67" fmla="*/ 0 h 22"/>
                  <a:gd name="T68" fmla="*/ 2 w 14"/>
                  <a:gd name="T69" fmla="*/ 0 h 22"/>
                  <a:gd name="T70" fmla="*/ 2 w 14"/>
                  <a:gd name="T71" fmla="*/ 4 h 22"/>
                  <a:gd name="T72" fmla="*/ 2 w 14"/>
                  <a:gd name="T73" fmla="*/ 4 h 22"/>
                  <a:gd name="T74" fmla="*/ 6 w 14"/>
                  <a:gd name="T75" fmla="*/ 4 h 22"/>
                  <a:gd name="T76" fmla="*/ 6 w 14"/>
                  <a:gd name="T77" fmla="*/ 4 h 22"/>
                  <a:gd name="T78" fmla="*/ 6 w 14"/>
                  <a:gd name="T79" fmla="*/ 8 h 22"/>
                  <a:gd name="T80" fmla="*/ 10 w 14"/>
                  <a:gd name="T81" fmla="*/ 8 h 22"/>
                  <a:gd name="T82" fmla="*/ 10 w 14"/>
                  <a:gd name="T83" fmla="*/ 12 h 22"/>
                  <a:gd name="T84" fmla="*/ 2 w 14"/>
                  <a:gd name="T85" fmla="*/ 8 h 22"/>
                  <a:gd name="T86" fmla="*/ 2 w 14"/>
                  <a:gd name="T87" fmla="*/ 8 h 22"/>
                  <a:gd name="T88" fmla="*/ 2 w 14"/>
                  <a:gd name="T89" fmla="*/ 8 h 22"/>
                  <a:gd name="T90" fmla="*/ 0 w 14"/>
                  <a:gd name="T91" fmla="*/ 8 h 22"/>
                  <a:gd name="T92" fmla="*/ 0 w 14"/>
                  <a:gd name="T93" fmla="*/ 4 h 22"/>
                  <a:gd name="T94" fmla="*/ 2 w 14"/>
                  <a:gd name="T95" fmla="*/ 4 h 22"/>
                  <a:gd name="T96" fmla="*/ 2 w 14"/>
                  <a:gd name="T97" fmla="*/ 4 h 22"/>
                  <a:gd name="T98" fmla="*/ 2 w 14"/>
                  <a:gd name="T99" fmla="*/ 8 h 22"/>
                  <a:gd name="T100" fmla="*/ 2 w 14"/>
                  <a:gd name="T101" fmla="*/ 8 h 22"/>
                  <a:gd name="T102" fmla="*/ 2 w 14"/>
                  <a:gd name="T103" fmla="*/ 8 h 22"/>
                  <a:gd name="T104" fmla="*/ 2 w 14"/>
                  <a:gd name="T105" fmla="*/ 8 h 22"/>
                  <a:gd name="T106" fmla="*/ 10 w 14"/>
                  <a:gd name="T107" fmla="*/ 22 h 22"/>
                  <a:gd name="T108" fmla="*/ 6 w 14"/>
                  <a:gd name="T109" fmla="*/ 18 h 22"/>
                  <a:gd name="T110" fmla="*/ 6 w 14"/>
                  <a:gd name="T111" fmla="*/ 14 h 22"/>
                  <a:gd name="T112" fmla="*/ 6 w 14"/>
                  <a:gd name="T113" fmla="*/ 14 h 22"/>
                  <a:gd name="T114" fmla="*/ 6 w 14"/>
                  <a:gd name="T115" fmla="*/ 14 h 22"/>
                  <a:gd name="T116" fmla="*/ 10 w 14"/>
                  <a:gd name="T117" fmla="*/ 18 h 22"/>
                  <a:gd name="T118" fmla="*/ 10 w 14"/>
                  <a:gd name="T119" fmla="*/ 22 h 22"/>
                  <a:gd name="T120" fmla="*/ 10 w 14"/>
                  <a:gd name="T121" fmla="*/ 22 h 22"/>
                  <a:gd name="T122" fmla="*/ 10 w 14"/>
                  <a:gd name="T123"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4" h="22">
                    <a:moveTo>
                      <a:pt x="10" y="14"/>
                    </a:moveTo>
                    <a:lnTo>
                      <a:pt x="10" y="12"/>
                    </a:lnTo>
                    <a:lnTo>
                      <a:pt x="6" y="12"/>
                    </a:lnTo>
                    <a:lnTo>
                      <a:pt x="6" y="12"/>
                    </a:lnTo>
                    <a:lnTo>
                      <a:pt x="6" y="12"/>
                    </a:lnTo>
                    <a:lnTo>
                      <a:pt x="6" y="12"/>
                    </a:lnTo>
                    <a:lnTo>
                      <a:pt x="6" y="12"/>
                    </a:lnTo>
                    <a:lnTo>
                      <a:pt x="10" y="12"/>
                    </a:lnTo>
                    <a:lnTo>
                      <a:pt x="10" y="12"/>
                    </a:lnTo>
                    <a:lnTo>
                      <a:pt x="10" y="12"/>
                    </a:lnTo>
                    <a:lnTo>
                      <a:pt x="10" y="14"/>
                    </a:lnTo>
                    <a:lnTo>
                      <a:pt x="10" y="14"/>
                    </a:lnTo>
                    <a:lnTo>
                      <a:pt x="10" y="14"/>
                    </a:lnTo>
                    <a:lnTo>
                      <a:pt x="10" y="14"/>
                    </a:lnTo>
                    <a:lnTo>
                      <a:pt x="10" y="14"/>
                    </a:lnTo>
                    <a:close/>
                    <a:moveTo>
                      <a:pt x="10" y="4"/>
                    </a:moveTo>
                    <a:lnTo>
                      <a:pt x="10" y="4"/>
                    </a:lnTo>
                    <a:lnTo>
                      <a:pt x="10" y="4"/>
                    </a:lnTo>
                    <a:lnTo>
                      <a:pt x="10" y="4"/>
                    </a:lnTo>
                    <a:lnTo>
                      <a:pt x="10" y="4"/>
                    </a:lnTo>
                    <a:lnTo>
                      <a:pt x="10" y="4"/>
                    </a:lnTo>
                    <a:lnTo>
                      <a:pt x="10" y="4"/>
                    </a:lnTo>
                    <a:lnTo>
                      <a:pt x="10" y="0"/>
                    </a:lnTo>
                    <a:lnTo>
                      <a:pt x="10" y="0"/>
                    </a:lnTo>
                    <a:lnTo>
                      <a:pt x="10" y="0"/>
                    </a:lnTo>
                    <a:lnTo>
                      <a:pt x="10" y="0"/>
                    </a:lnTo>
                    <a:lnTo>
                      <a:pt x="10" y="0"/>
                    </a:lnTo>
                    <a:lnTo>
                      <a:pt x="10" y="0"/>
                    </a:lnTo>
                    <a:lnTo>
                      <a:pt x="14" y="0"/>
                    </a:lnTo>
                    <a:lnTo>
                      <a:pt x="14" y="0"/>
                    </a:lnTo>
                    <a:lnTo>
                      <a:pt x="14" y="4"/>
                    </a:lnTo>
                    <a:lnTo>
                      <a:pt x="14" y="4"/>
                    </a:lnTo>
                    <a:lnTo>
                      <a:pt x="10" y="4"/>
                    </a:lnTo>
                    <a:lnTo>
                      <a:pt x="10" y="4"/>
                    </a:lnTo>
                    <a:lnTo>
                      <a:pt x="10" y="4"/>
                    </a:lnTo>
                    <a:close/>
                    <a:moveTo>
                      <a:pt x="10" y="8"/>
                    </a:moveTo>
                    <a:lnTo>
                      <a:pt x="10" y="8"/>
                    </a:lnTo>
                    <a:lnTo>
                      <a:pt x="6" y="8"/>
                    </a:lnTo>
                    <a:lnTo>
                      <a:pt x="6" y="4"/>
                    </a:lnTo>
                    <a:lnTo>
                      <a:pt x="6" y="4"/>
                    </a:lnTo>
                    <a:lnTo>
                      <a:pt x="6" y="4"/>
                    </a:lnTo>
                    <a:lnTo>
                      <a:pt x="2" y="4"/>
                    </a:lnTo>
                    <a:lnTo>
                      <a:pt x="2" y="4"/>
                    </a:lnTo>
                    <a:lnTo>
                      <a:pt x="2" y="0"/>
                    </a:lnTo>
                    <a:lnTo>
                      <a:pt x="2" y="0"/>
                    </a:lnTo>
                    <a:lnTo>
                      <a:pt x="6" y="0"/>
                    </a:lnTo>
                    <a:lnTo>
                      <a:pt x="6" y="0"/>
                    </a:lnTo>
                    <a:lnTo>
                      <a:pt x="6" y="0"/>
                    </a:lnTo>
                    <a:lnTo>
                      <a:pt x="6" y="0"/>
                    </a:lnTo>
                    <a:lnTo>
                      <a:pt x="10" y="4"/>
                    </a:lnTo>
                    <a:lnTo>
                      <a:pt x="10" y="4"/>
                    </a:lnTo>
                    <a:lnTo>
                      <a:pt x="10" y="4"/>
                    </a:lnTo>
                    <a:lnTo>
                      <a:pt x="10" y="8"/>
                    </a:lnTo>
                    <a:lnTo>
                      <a:pt x="10" y="8"/>
                    </a:lnTo>
                    <a:lnTo>
                      <a:pt x="10" y="8"/>
                    </a:lnTo>
                    <a:close/>
                    <a:moveTo>
                      <a:pt x="10" y="12"/>
                    </a:moveTo>
                    <a:lnTo>
                      <a:pt x="6" y="12"/>
                    </a:lnTo>
                    <a:lnTo>
                      <a:pt x="6" y="8"/>
                    </a:lnTo>
                    <a:lnTo>
                      <a:pt x="6" y="8"/>
                    </a:lnTo>
                    <a:lnTo>
                      <a:pt x="6" y="8"/>
                    </a:lnTo>
                    <a:lnTo>
                      <a:pt x="2" y="4"/>
                    </a:lnTo>
                    <a:lnTo>
                      <a:pt x="2" y="4"/>
                    </a:lnTo>
                    <a:lnTo>
                      <a:pt x="2" y="4"/>
                    </a:lnTo>
                    <a:lnTo>
                      <a:pt x="2" y="4"/>
                    </a:lnTo>
                    <a:lnTo>
                      <a:pt x="2" y="0"/>
                    </a:lnTo>
                    <a:lnTo>
                      <a:pt x="2" y="0"/>
                    </a:lnTo>
                    <a:lnTo>
                      <a:pt x="2" y="0"/>
                    </a:lnTo>
                    <a:lnTo>
                      <a:pt x="2" y="0"/>
                    </a:lnTo>
                    <a:lnTo>
                      <a:pt x="2" y="0"/>
                    </a:lnTo>
                    <a:lnTo>
                      <a:pt x="2" y="0"/>
                    </a:lnTo>
                    <a:lnTo>
                      <a:pt x="2" y="0"/>
                    </a:lnTo>
                    <a:lnTo>
                      <a:pt x="2" y="4"/>
                    </a:lnTo>
                    <a:lnTo>
                      <a:pt x="2" y="4"/>
                    </a:lnTo>
                    <a:lnTo>
                      <a:pt x="2" y="4"/>
                    </a:lnTo>
                    <a:lnTo>
                      <a:pt x="6" y="4"/>
                    </a:lnTo>
                    <a:lnTo>
                      <a:pt x="6" y="4"/>
                    </a:lnTo>
                    <a:lnTo>
                      <a:pt x="6" y="4"/>
                    </a:lnTo>
                    <a:lnTo>
                      <a:pt x="6" y="4"/>
                    </a:lnTo>
                    <a:lnTo>
                      <a:pt x="6" y="8"/>
                    </a:lnTo>
                    <a:lnTo>
                      <a:pt x="6" y="8"/>
                    </a:lnTo>
                    <a:lnTo>
                      <a:pt x="10" y="8"/>
                    </a:lnTo>
                    <a:lnTo>
                      <a:pt x="10" y="8"/>
                    </a:lnTo>
                    <a:lnTo>
                      <a:pt x="10" y="12"/>
                    </a:lnTo>
                    <a:lnTo>
                      <a:pt x="10" y="12"/>
                    </a:lnTo>
                    <a:lnTo>
                      <a:pt x="10" y="12"/>
                    </a:lnTo>
                    <a:close/>
                    <a:moveTo>
                      <a:pt x="2" y="8"/>
                    </a:moveTo>
                    <a:lnTo>
                      <a:pt x="2" y="8"/>
                    </a:lnTo>
                    <a:lnTo>
                      <a:pt x="2" y="8"/>
                    </a:lnTo>
                    <a:lnTo>
                      <a:pt x="2" y="8"/>
                    </a:lnTo>
                    <a:lnTo>
                      <a:pt x="2" y="8"/>
                    </a:lnTo>
                    <a:lnTo>
                      <a:pt x="0" y="8"/>
                    </a:lnTo>
                    <a:lnTo>
                      <a:pt x="0" y="8"/>
                    </a:lnTo>
                    <a:lnTo>
                      <a:pt x="0" y="8"/>
                    </a:lnTo>
                    <a:lnTo>
                      <a:pt x="0" y="4"/>
                    </a:lnTo>
                    <a:lnTo>
                      <a:pt x="0" y="4"/>
                    </a:lnTo>
                    <a:lnTo>
                      <a:pt x="2" y="4"/>
                    </a:lnTo>
                    <a:lnTo>
                      <a:pt x="2" y="4"/>
                    </a:lnTo>
                    <a:lnTo>
                      <a:pt x="2" y="4"/>
                    </a:lnTo>
                    <a:lnTo>
                      <a:pt x="2" y="8"/>
                    </a:lnTo>
                    <a:lnTo>
                      <a:pt x="2" y="8"/>
                    </a:lnTo>
                    <a:lnTo>
                      <a:pt x="2" y="8"/>
                    </a:lnTo>
                    <a:lnTo>
                      <a:pt x="2" y="8"/>
                    </a:lnTo>
                    <a:lnTo>
                      <a:pt x="2" y="8"/>
                    </a:lnTo>
                    <a:lnTo>
                      <a:pt x="2" y="8"/>
                    </a:lnTo>
                    <a:lnTo>
                      <a:pt x="2" y="8"/>
                    </a:lnTo>
                    <a:lnTo>
                      <a:pt x="2" y="8"/>
                    </a:lnTo>
                    <a:close/>
                    <a:moveTo>
                      <a:pt x="10" y="22"/>
                    </a:moveTo>
                    <a:lnTo>
                      <a:pt x="10" y="22"/>
                    </a:lnTo>
                    <a:lnTo>
                      <a:pt x="10" y="22"/>
                    </a:lnTo>
                    <a:lnTo>
                      <a:pt x="6" y="18"/>
                    </a:lnTo>
                    <a:lnTo>
                      <a:pt x="6" y="18"/>
                    </a:lnTo>
                    <a:lnTo>
                      <a:pt x="6" y="14"/>
                    </a:lnTo>
                    <a:lnTo>
                      <a:pt x="6" y="14"/>
                    </a:lnTo>
                    <a:lnTo>
                      <a:pt x="6" y="14"/>
                    </a:lnTo>
                    <a:lnTo>
                      <a:pt x="6" y="14"/>
                    </a:lnTo>
                    <a:lnTo>
                      <a:pt x="6" y="14"/>
                    </a:lnTo>
                    <a:lnTo>
                      <a:pt x="6" y="18"/>
                    </a:lnTo>
                    <a:lnTo>
                      <a:pt x="10" y="18"/>
                    </a:lnTo>
                    <a:lnTo>
                      <a:pt x="10" y="22"/>
                    </a:lnTo>
                    <a:lnTo>
                      <a:pt x="10" y="22"/>
                    </a:lnTo>
                    <a:lnTo>
                      <a:pt x="10" y="22"/>
                    </a:lnTo>
                    <a:lnTo>
                      <a:pt x="10" y="22"/>
                    </a:lnTo>
                    <a:lnTo>
                      <a:pt x="10" y="22"/>
                    </a:lnTo>
                    <a:lnTo>
                      <a:pt x="10"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5" name="Freeform 99"/>
              <p:cNvSpPr>
                <a:spLocks noEditPoints="1"/>
              </p:cNvSpPr>
              <p:nvPr/>
            </p:nvSpPr>
            <p:spPr bwMode="gray">
              <a:xfrm>
                <a:off x="5279995" y="2129949"/>
                <a:ext cx="299153" cy="434814"/>
              </a:xfrm>
              <a:custGeom>
                <a:avLst/>
                <a:gdLst>
                  <a:gd name="T0" fmla="*/ 44 w 172"/>
                  <a:gd name="T1" fmla="*/ 238 h 250"/>
                  <a:gd name="T2" fmla="*/ 30 w 172"/>
                  <a:gd name="T3" fmla="*/ 232 h 250"/>
                  <a:gd name="T4" fmla="*/ 30 w 172"/>
                  <a:gd name="T5" fmla="*/ 212 h 250"/>
                  <a:gd name="T6" fmla="*/ 26 w 172"/>
                  <a:gd name="T7" fmla="*/ 202 h 250"/>
                  <a:gd name="T8" fmla="*/ 22 w 172"/>
                  <a:gd name="T9" fmla="*/ 180 h 250"/>
                  <a:gd name="T10" fmla="*/ 30 w 172"/>
                  <a:gd name="T11" fmla="*/ 172 h 250"/>
                  <a:gd name="T12" fmla="*/ 40 w 172"/>
                  <a:gd name="T13" fmla="*/ 164 h 250"/>
                  <a:gd name="T14" fmla="*/ 56 w 172"/>
                  <a:gd name="T15" fmla="*/ 154 h 250"/>
                  <a:gd name="T16" fmla="*/ 66 w 172"/>
                  <a:gd name="T17" fmla="*/ 138 h 250"/>
                  <a:gd name="T18" fmla="*/ 86 w 172"/>
                  <a:gd name="T19" fmla="*/ 128 h 250"/>
                  <a:gd name="T20" fmla="*/ 78 w 172"/>
                  <a:gd name="T21" fmla="*/ 116 h 250"/>
                  <a:gd name="T22" fmla="*/ 66 w 172"/>
                  <a:gd name="T23" fmla="*/ 108 h 250"/>
                  <a:gd name="T24" fmla="*/ 64 w 172"/>
                  <a:gd name="T25" fmla="*/ 86 h 250"/>
                  <a:gd name="T26" fmla="*/ 56 w 172"/>
                  <a:gd name="T27" fmla="*/ 64 h 250"/>
                  <a:gd name="T28" fmla="*/ 40 w 172"/>
                  <a:gd name="T29" fmla="*/ 42 h 250"/>
                  <a:gd name="T30" fmla="*/ 22 w 172"/>
                  <a:gd name="T31" fmla="*/ 34 h 250"/>
                  <a:gd name="T32" fmla="*/ 22 w 172"/>
                  <a:gd name="T33" fmla="*/ 22 h 250"/>
                  <a:gd name="T34" fmla="*/ 40 w 172"/>
                  <a:gd name="T35" fmla="*/ 38 h 250"/>
                  <a:gd name="T36" fmla="*/ 64 w 172"/>
                  <a:gd name="T37" fmla="*/ 34 h 250"/>
                  <a:gd name="T38" fmla="*/ 78 w 172"/>
                  <a:gd name="T39" fmla="*/ 34 h 250"/>
                  <a:gd name="T40" fmla="*/ 90 w 172"/>
                  <a:gd name="T41" fmla="*/ 26 h 250"/>
                  <a:gd name="T42" fmla="*/ 94 w 172"/>
                  <a:gd name="T43" fmla="*/ 12 h 250"/>
                  <a:gd name="T44" fmla="*/ 112 w 172"/>
                  <a:gd name="T45" fmla="*/ 4 h 250"/>
                  <a:gd name="T46" fmla="*/ 130 w 172"/>
                  <a:gd name="T47" fmla="*/ 12 h 250"/>
                  <a:gd name="T48" fmla="*/ 130 w 172"/>
                  <a:gd name="T49" fmla="*/ 22 h 250"/>
                  <a:gd name="T50" fmla="*/ 130 w 172"/>
                  <a:gd name="T51" fmla="*/ 34 h 250"/>
                  <a:gd name="T52" fmla="*/ 142 w 172"/>
                  <a:gd name="T53" fmla="*/ 56 h 250"/>
                  <a:gd name="T54" fmla="*/ 138 w 172"/>
                  <a:gd name="T55" fmla="*/ 78 h 250"/>
                  <a:gd name="T56" fmla="*/ 144 w 172"/>
                  <a:gd name="T57" fmla="*/ 98 h 250"/>
                  <a:gd name="T58" fmla="*/ 144 w 172"/>
                  <a:gd name="T59" fmla="*/ 116 h 250"/>
                  <a:gd name="T60" fmla="*/ 142 w 172"/>
                  <a:gd name="T61" fmla="*/ 132 h 250"/>
                  <a:gd name="T62" fmla="*/ 152 w 172"/>
                  <a:gd name="T63" fmla="*/ 142 h 250"/>
                  <a:gd name="T64" fmla="*/ 148 w 172"/>
                  <a:gd name="T65" fmla="*/ 158 h 250"/>
                  <a:gd name="T66" fmla="*/ 172 w 172"/>
                  <a:gd name="T67" fmla="*/ 176 h 250"/>
                  <a:gd name="T68" fmla="*/ 160 w 172"/>
                  <a:gd name="T69" fmla="*/ 194 h 250"/>
                  <a:gd name="T70" fmla="*/ 142 w 172"/>
                  <a:gd name="T71" fmla="*/ 212 h 250"/>
                  <a:gd name="T72" fmla="*/ 122 w 172"/>
                  <a:gd name="T73" fmla="*/ 224 h 250"/>
                  <a:gd name="T74" fmla="*/ 108 w 172"/>
                  <a:gd name="T75" fmla="*/ 232 h 250"/>
                  <a:gd name="T76" fmla="*/ 100 w 172"/>
                  <a:gd name="T77" fmla="*/ 228 h 250"/>
                  <a:gd name="T78" fmla="*/ 90 w 172"/>
                  <a:gd name="T79" fmla="*/ 236 h 250"/>
                  <a:gd name="T80" fmla="*/ 82 w 172"/>
                  <a:gd name="T81" fmla="*/ 238 h 250"/>
                  <a:gd name="T82" fmla="*/ 66 w 172"/>
                  <a:gd name="T83" fmla="*/ 242 h 250"/>
                  <a:gd name="T84" fmla="*/ 48 w 172"/>
                  <a:gd name="T85" fmla="*/ 250 h 250"/>
                  <a:gd name="T86" fmla="*/ 48 w 172"/>
                  <a:gd name="T87" fmla="*/ 242 h 250"/>
                  <a:gd name="T88" fmla="*/ 78 w 172"/>
                  <a:gd name="T89" fmla="*/ 128 h 250"/>
                  <a:gd name="T90" fmla="*/ 48 w 172"/>
                  <a:gd name="T91" fmla="*/ 158 h 250"/>
                  <a:gd name="T92" fmla="*/ 26 w 172"/>
                  <a:gd name="T93" fmla="*/ 172 h 250"/>
                  <a:gd name="T94" fmla="*/ 2 w 172"/>
                  <a:gd name="T95" fmla="*/ 236 h 250"/>
                  <a:gd name="T96" fmla="*/ 6 w 172"/>
                  <a:gd name="T97" fmla="*/ 242 h 250"/>
                  <a:gd name="T98" fmla="*/ 0 w 172"/>
                  <a:gd name="T99" fmla="*/ 242 h 250"/>
                  <a:gd name="T100" fmla="*/ 44 w 172"/>
                  <a:gd name="T101" fmla="*/ 242 h 250"/>
                  <a:gd name="T102" fmla="*/ 44 w 172"/>
                  <a:gd name="T103" fmla="*/ 246 h 250"/>
                  <a:gd name="T104" fmla="*/ 34 w 172"/>
                  <a:gd name="T105" fmla="*/ 242 h 250"/>
                  <a:gd name="T106" fmla="*/ 6 w 172"/>
                  <a:gd name="T107" fmla="*/ 242 h 250"/>
                  <a:gd name="T108" fmla="*/ 56 w 172"/>
                  <a:gd name="T109" fmla="*/ 246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72" h="250">
                    <a:moveTo>
                      <a:pt x="48" y="242"/>
                    </a:moveTo>
                    <a:lnTo>
                      <a:pt x="48" y="238"/>
                    </a:lnTo>
                    <a:lnTo>
                      <a:pt x="52" y="236"/>
                    </a:lnTo>
                    <a:lnTo>
                      <a:pt x="48" y="238"/>
                    </a:lnTo>
                    <a:lnTo>
                      <a:pt x="44" y="238"/>
                    </a:lnTo>
                    <a:lnTo>
                      <a:pt x="40" y="238"/>
                    </a:lnTo>
                    <a:lnTo>
                      <a:pt x="44" y="238"/>
                    </a:lnTo>
                    <a:lnTo>
                      <a:pt x="44" y="236"/>
                    </a:lnTo>
                    <a:lnTo>
                      <a:pt x="40" y="236"/>
                    </a:lnTo>
                    <a:lnTo>
                      <a:pt x="36" y="236"/>
                    </a:lnTo>
                    <a:lnTo>
                      <a:pt x="34" y="232"/>
                    </a:lnTo>
                    <a:lnTo>
                      <a:pt x="34" y="236"/>
                    </a:lnTo>
                    <a:lnTo>
                      <a:pt x="34" y="232"/>
                    </a:lnTo>
                    <a:lnTo>
                      <a:pt x="30" y="232"/>
                    </a:lnTo>
                    <a:lnTo>
                      <a:pt x="26" y="232"/>
                    </a:lnTo>
                    <a:lnTo>
                      <a:pt x="26" y="228"/>
                    </a:lnTo>
                    <a:lnTo>
                      <a:pt x="26" y="224"/>
                    </a:lnTo>
                    <a:lnTo>
                      <a:pt x="26" y="220"/>
                    </a:lnTo>
                    <a:lnTo>
                      <a:pt x="26" y="216"/>
                    </a:lnTo>
                    <a:lnTo>
                      <a:pt x="30" y="216"/>
                    </a:lnTo>
                    <a:lnTo>
                      <a:pt x="30" y="212"/>
                    </a:lnTo>
                    <a:lnTo>
                      <a:pt x="30" y="208"/>
                    </a:lnTo>
                    <a:lnTo>
                      <a:pt x="26" y="208"/>
                    </a:lnTo>
                    <a:lnTo>
                      <a:pt x="30" y="208"/>
                    </a:lnTo>
                    <a:lnTo>
                      <a:pt x="30" y="206"/>
                    </a:lnTo>
                    <a:lnTo>
                      <a:pt x="26" y="206"/>
                    </a:lnTo>
                    <a:lnTo>
                      <a:pt x="30" y="202"/>
                    </a:lnTo>
                    <a:lnTo>
                      <a:pt x="26" y="202"/>
                    </a:lnTo>
                    <a:lnTo>
                      <a:pt x="26" y="198"/>
                    </a:lnTo>
                    <a:lnTo>
                      <a:pt x="26" y="194"/>
                    </a:lnTo>
                    <a:lnTo>
                      <a:pt x="26" y="192"/>
                    </a:lnTo>
                    <a:lnTo>
                      <a:pt x="22" y="192"/>
                    </a:lnTo>
                    <a:lnTo>
                      <a:pt x="22" y="188"/>
                    </a:lnTo>
                    <a:lnTo>
                      <a:pt x="22" y="184"/>
                    </a:lnTo>
                    <a:lnTo>
                      <a:pt x="22" y="180"/>
                    </a:lnTo>
                    <a:lnTo>
                      <a:pt x="26" y="180"/>
                    </a:lnTo>
                    <a:lnTo>
                      <a:pt x="26" y="176"/>
                    </a:lnTo>
                    <a:lnTo>
                      <a:pt x="30" y="172"/>
                    </a:lnTo>
                    <a:lnTo>
                      <a:pt x="30" y="176"/>
                    </a:lnTo>
                    <a:lnTo>
                      <a:pt x="30" y="172"/>
                    </a:lnTo>
                    <a:lnTo>
                      <a:pt x="30" y="168"/>
                    </a:lnTo>
                    <a:lnTo>
                      <a:pt x="30" y="172"/>
                    </a:lnTo>
                    <a:lnTo>
                      <a:pt x="34" y="168"/>
                    </a:lnTo>
                    <a:lnTo>
                      <a:pt x="34" y="172"/>
                    </a:lnTo>
                    <a:lnTo>
                      <a:pt x="36" y="168"/>
                    </a:lnTo>
                    <a:lnTo>
                      <a:pt x="40" y="168"/>
                    </a:lnTo>
                    <a:lnTo>
                      <a:pt x="40" y="164"/>
                    </a:lnTo>
                    <a:lnTo>
                      <a:pt x="36" y="164"/>
                    </a:lnTo>
                    <a:lnTo>
                      <a:pt x="40" y="164"/>
                    </a:lnTo>
                    <a:lnTo>
                      <a:pt x="40" y="162"/>
                    </a:lnTo>
                    <a:lnTo>
                      <a:pt x="44" y="158"/>
                    </a:lnTo>
                    <a:lnTo>
                      <a:pt x="44" y="162"/>
                    </a:lnTo>
                    <a:lnTo>
                      <a:pt x="48" y="162"/>
                    </a:lnTo>
                    <a:lnTo>
                      <a:pt x="48" y="158"/>
                    </a:lnTo>
                    <a:lnTo>
                      <a:pt x="52" y="154"/>
                    </a:lnTo>
                    <a:lnTo>
                      <a:pt x="56" y="154"/>
                    </a:lnTo>
                    <a:lnTo>
                      <a:pt x="56" y="150"/>
                    </a:lnTo>
                    <a:lnTo>
                      <a:pt x="60" y="150"/>
                    </a:lnTo>
                    <a:lnTo>
                      <a:pt x="60" y="146"/>
                    </a:lnTo>
                    <a:lnTo>
                      <a:pt x="64" y="146"/>
                    </a:lnTo>
                    <a:lnTo>
                      <a:pt x="64" y="142"/>
                    </a:lnTo>
                    <a:lnTo>
                      <a:pt x="66" y="142"/>
                    </a:lnTo>
                    <a:lnTo>
                      <a:pt x="66" y="138"/>
                    </a:lnTo>
                    <a:lnTo>
                      <a:pt x="70" y="136"/>
                    </a:lnTo>
                    <a:lnTo>
                      <a:pt x="70" y="132"/>
                    </a:lnTo>
                    <a:lnTo>
                      <a:pt x="74" y="132"/>
                    </a:lnTo>
                    <a:lnTo>
                      <a:pt x="78" y="132"/>
                    </a:lnTo>
                    <a:lnTo>
                      <a:pt x="82" y="132"/>
                    </a:lnTo>
                    <a:lnTo>
                      <a:pt x="82" y="128"/>
                    </a:lnTo>
                    <a:lnTo>
                      <a:pt x="86" y="128"/>
                    </a:lnTo>
                    <a:lnTo>
                      <a:pt x="82" y="128"/>
                    </a:lnTo>
                    <a:lnTo>
                      <a:pt x="82" y="124"/>
                    </a:lnTo>
                    <a:lnTo>
                      <a:pt x="82" y="120"/>
                    </a:lnTo>
                    <a:lnTo>
                      <a:pt x="82" y="116"/>
                    </a:lnTo>
                    <a:lnTo>
                      <a:pt x="82" y="112"/>
                    </a:lnTo>
                    <a:lnTo>
                      <a:pt x="78" y="112"/>
                    </a:lnTo>
                    <a:lnTo>
                      <a:pt x="78" y="116"/>
                    </a:lnTo>
                    <a:lnTo>
                      <a:pt x="78" y="112"/>
                    </a:lnTo>
                    <a:lnTo>
                      <a:pt x="74" y="112"/>
                    </a:lnTo>
                    <a:lnTo>
                      <a:pt x="70" y="108"/>
                    </a:lnTo>
                    <a:lnTo>
                      <a:pt x="74" y="106"/>
                    </a:lnTo>
                    <a:lnTo>
                      <a:pt x="70" y="106"/>
                    </a:lnTo>
                    <a:lnTo>
                      <a:pt x="70" y="108"/>
                    </a:lnTo>
                    <a:lnTo>
                      <a:pt x="66" y="108"/>
                    </a:lnTo>
                    <a:lnTo>
                      <a:pt x="64" y="102"/>
                    </a:lnTo>
                    <a:lnTo>
                      <a:pt x="60" y="102"/>
                    </a:lnTo>
                    <a:lnTo>
                      <a:pt x="60" y="98"/>
                    </a:lnTo>
                    <a:lnTo>
                      <a:pt x="60" y="94"/>
                    </a:lnTo>
                    <a:lnTo>
                      <a:pt x="60" y="90"/>
                    </a:lnTo>
                    <a:lnTo>
                      <a:pt x="64" y="90"/>
                    </a:lnTo>
                    <a:lnTo>
                      <a:pt x="64" y="86"/>
                    </a:lnTo>
                    <a:lnTo>
                      <a:pt x="64" y="82"/>
                    </a:lnTo>
                    <a:lnTo>
                      <a:pt x="60" y="78"/>
                    </a:lnTo>
                    <a:lnTo>
                      <a:pt x="56" y="76"/>
                    </a:lnTo>
                    <a:lnTo>
                      <a:pt x="60" y="72"/>
                    </a:lnTo>
                    <a:lnTo>
                      <a:pt x="60" y="68"/>
                    </a:lnTo>
                    <a:lnTo>
                      <a:pt x="56" y="68"/>
                    </a:lnTo>
                    <a:lnTo>
                      <a:pt x="56" y="64"/>
                    </a:lnTo>
                    <a:lnTo>
                      <a:pt x="56" y="60"/>
                    </a:lnTo>
                    <a:lnTo>
                      <a:pt x="56" y="56"/>
                    </a:lnTo>
                    <a:lnTo>
                      <a:pt x="60" y="56"/>
                    </a:lnTo>
                    <a:lnTo>
                      <a:pt x="56" y="52"/>
                    </a:lnTo>
                    <a:lnTo>
                      <a:pt x="48" y="46"/>
                    </a:lnTo>
                    <a:lnTo>
                      <a:pt x="44" y="46"/>
                    </a:lnTo>
                    <a:lnTo>
                      <a:pt x="40" y="42"/>
                    </a:lnTo>
                    <a:lnTo>
                      <a:pt x="36" y="42"/>
                    </a:lnTo>
                    <a:lnTo>
                      <a:pt x="34" y="42"/>
                    </a:lnTo>
                    <a:lnTo>
                      <a:pt x="30" y="42"/>
                    </a:lnTo>
                    <a:lnTo>
                      <a:pt x="30" y="38"/>
                    </a:lnTo>
                    <a:lnTo>
                      <a:pt x="26" y="38"/>
                    </a:lnTo>
                    <a:lnTo>
                      <a:pt x="26" y="34"/>
                    </a:lnTo>
                    <a:lnTo>
                      <a:pt x="22" y="34"/>
                    </a:lnTo>
                    <a:lnTo>
                      <a:pt x="18" y="30"/>
                    </a:lnTo>
                    <a:lnTo>
                      <a:pt x="14" y="26"/>
                    </a:lnTo>
                    <a:lnTo>
                      <a:pt x="18" y="26"/>
                    </a:lnTo>
                    <a:lnTo>
                      <a:pt x="22" y="26"/>
                    </a:lnTo>
                    <a:lnTo>
                      <a:pt x="22" y="30"/>
                    </a:lnTo>
                    <a:lnTo>
                      <a:pt x="22" y="26"/>
                    </a:lnTo>
                    <a:lnTo>
                      <a:pt x="22" y="22"/>
                    </a:lnTo>
                    <a:lnTo>
                      <a:pt x="26" y="22"/>
                    </a:lnTo>
                    <a:lnTo>
                      <a:pt x="30" y="22"/>
                    </a:lnTo>
                    <a:lnTo>
                      <a:pt x="34" y="26"/>
                    </a:lnTo>
                    <a:lnTo>
                      <a:pt x="36" y="26"/>
                    </a:lnTo>
                    <a:lnTo>
                      <a:pt x="36" y="30"/>
                    </a:lnTo>
                    <a:lnTo>
                      <a:pt x="40" y="34"/>
                    </a:lnTo>
                    <a:lnTo>
                      <a:pt x="40" y="38"/>
                    </a:lnTo>
                    <a:lnTo>
                      <a:pt x="44" y="34"/>
                    </a:lnTo>
                    <a:lnTo>
                      <a:pt x="48" y="38"/>
                    </a:lnTo>
                    <a:lnTo>
                      <a:pt x="52" y="38"/>
                    </a:lnTo>
                    <a:lnTo>
                      <a:pt x="56" y="38"/>
                    </a:lnTo>
                    <a:lnTo>
                      <a:pt x="60" y="38"/>
                    </a:lnTo>
                    <a:lnTo>
                      <a:pt x="60" y="34"/>
                    </a:lnTo>
                    <a:lnTo>
                      <a:pt x="64" y="34"/>
                    </a:lnTo>
                    <a:lnTo>
                      <a:pt x="66" y="34"/>
                    </a:lnTo>
                    <a:lnTo>
                      <a:pt x="66" y="38"/>
                    </a:lnTo>
                    <a:lnTo>
                      <a:pt x="70" y="38"/>
                    </a:lnTo>
                    <a:lnTo>
                      <a:pt x="74" y="38"/>
                    </a:lnTo>
                    <a:lnTo>
                      <a:pt x="78" y="42"/>
                    </a:lnTo>
                    <a:lnTo>
                      <a:pt x="78" y="38"/>
                    </a:lnTo>
                    <a:lnTo>
                      <a:pt x="78" y="34"/>
                    </a:lnTo>
                    <a:lnTo>
                      <a:pt x="82" y="34"/>
                    </a:lnTo>
                    <a:lnTo>
                      <a:pt x="82" y="30"/>
                    </a:lnTo>
                    <a:lnTo>
                      <a:pt x="86" y="30"/>
                    </a:lnTo>
                    <a:lnTo>
                      <a:pt x="86" y="34"/>
                    </a:lnTo>
                    <a:lnTo>
                      <a:pt x="86" y="30"/>
                    </a:lnTo>
                    <a:lnTo>
                      <a:pt x="90" y="30"/>
                    </a:lnTo>
                    <a:lnTo>
                      <a:pt x="90" y="26"/>
                    </a:lnTo>
                    <a:lnTo>
                      <a:pt x="90" y="22"/>
                    </a:lnTo>
                    <a:lnTo>
                      <a:pt x="90" y="20"/>
                    </a:lnTo>
                    <a:lnTo>
                      <a:pt x="90" y="16"/>
                    </a:lnTo>
                    <a:lnTo>
                      <a:pt x="94" y="16"/>
                    </a:lnTo>
                    <a:lnTo>
                      <a:pt x="94" y="12"/>
                    </a:lnTo>
                    <a:lnTo>
                      <a:pt x="90" y="12"/>
                    </a:lnTo>
                    <a:lnTo>
                      <a:pt x="94" y="12"/>
                    </a:lnTo>
                    <a:lnTo>
                      <a:pt x="96" y="8"/>
                    </a:lnTo>
                    <a:lnTo>
                      <a:pt x="96" y="4"/>
                    </a:lnTo>
                    <a:lnTo>
                      <a:pt x="100" y="4"/>
                    </a:lnTo>
                    <a:lnTo>
                      <a:pt x="104" y="4"/>
                    </a:lnTo>
                    <a:lnTo>
                      <a:pt x="108" y="8"/>
                    </a:lnTo>
                    <a:lnTo>
                      <a:pt x="108" y="4"/>
                    </a:lnTo>
                    <a:lnTo>
                      <a:pt x="112" y="4"/>
                    </a:lnTo>
                    <a:lnTo>
                      <a:pt x="116" y="0"/>
                    </a:lnTo>
                    <a:lnTo>
                      <a:pt x="120" y="0"/>
                    </a:lnTo>
                    <a:lnTo>
                      <a:pt x="120" y="4"/>
                    </a:lnTo>
                    <a:lnTo>
                      <a:pt x="122" y="4"/>
                    </a:lnTo>
                    <a:lnTo>
                      <a:pt x="122" y="8"/>
                    </a:lnTo>
                    <a:lnTo>
                      <a:pt x="126" y="8"/>
                    </a:lnTo>
                    <a:lnTo>
                      <a:pt x="130" y="12"/>
                    </a:lnTo>
                    <a:lnTo>
                      <a:pt x="134" y="12"/>
                    </a:lnTo>
                    <a:lnTo>
                      <a:pt x="138" y="12"/>
                    </a:lnTo>
                    <a:lnTo>
                      <a:pt x="138" y="16"/>
                    </a:lnTo>
                    <a:lnTo>
                      <a:pt x="138" y="20"/>
                    </a:lnTo>
                    <a:lnTo>
                      <a:pt x="134" y="20"/>
                    </a:lnTo>
                    <a:lnTo>
                      <a:pt x="134" y="22"/>
                    </a:lnTo>
                    <a:lnTo>
                      <a:pt x="130" y="22"/>
                    </a:lnTo>
                    <a:lnTo>
                      <a:pt x="130" y="26"/>
                    </a:lnTo>
                    <a:lnTo>
                      <a:pt x="134" y="26"/>
                    </a:lnTo>
                    <a:lnTo>
                      <a:pt x="134" y="30"/>
                    </a:lnTo>
                    <a:lnTo>
                      <a:pt x="130" y="30"/>
                    </a:lnTo>
                    <a:lnTo>
                      <a:pt x="126" y="30"/>
                    </a:lnTo>
                    <a:lnTo>
                      <a:pt x="126" y="34"/>
                    </a:lnTo>
                    <a:lnTo>
                      <a:pt x="130" y="34"/>
                    </a:lnTo>
                    <a:lnTo>
                      <a:pt x="130" y="38"/>
                    </a:lnTo>
                    <a:lnTo>
                      <a:pt x="126" y="42"/>
                    </a:lnTo>
                    <a:lnTo>
                      <a:pt x="126" y="46"/>
                    </a:lnTo>
                    <a:lnTo>
                      <a:pt x="130" y="50"/>
                    </a:lnTo>
                    <a:lnTo>
                      <a:pt x="138" y="52"/>
                    </a:lnTo>
                    <a:lnTo>
                      <a:pt x="142" y="52"/>
                    </a:lnTo>
                    <a:lnTo>
                      <a:pt x="142" y="56"/>
                    </a:lnTo>
                    <a:lnTo>
                      <a:pt x="144" y="60"/>
                    </a:lnTo>
                    <a:lnTo>
                      <a:pt x="148" y="60"/>
                    </a:lnTo>
                    <a:lnTo>
                      <a:pt x="148" y="64"/>
                    </a:lnTo>
                    <a:lnTo>
                      <a:pt x="148" y="68"/>
                    </a:lnTo>
                    <a:lnTo>
                      <a:pt x="144" y="68"/>
                    </a:lnTo>
                    <a:lnTo>
                      <a:pt x="142" y="72"/>
                    </a:lnTo>
                    <a:lnTo>
                      <a:pt x="138" y="78"/>
                    </a:lnTo>
                    <a:lnTo>
                      <a:pt x="134" y="78"/>
                    </a:lnTo>
                    <a:lnTo>
                      <a:pt x="134" y="82"/>
                    </a:lnTo>
                    <a:lnTo>
                      <a:pt x="138" y="82"/>
                    </a:lnTo>
                    <a:lnTo>
                      <a:pt x="138" y="86"/>
                    </a:lnTo>
                    <a:lnTo>
                      <a:pt x="142" y="90"/>
                    </a:lnTo>
                    <a:lnTo>
                      <a:pt x="142" y="94"/>
                    </a:lnTo>
                    <a:lnTo>
                      <a:pt x="144" y="98"/>
                    </a:lnTo>
                    <a:lnTo>
                      <a:pt x="144" y="102"/>
                    </a:lnTo>
                    <a:lnTo>
                      <a:pt x="148" y="102"/>
                    </a:lnTo>
                    <a:lnTo>
                      <a:pt x="148" y="106"/>
                    </a:lnTo>
                    <a:lnTo>
                      <a:pt x="148" y="108"/>
                    </a:lnTo>
                    <a:lnTo>
                      <a:pt x="148" y="112"/>
                    </a:lnTo>
                    <a:lnTo>
                      <a:pt x="144" y="112"/>
                    </a:lnTo>
                    <a:lnTo>
                      <a:pt x="144" y="116"/>
                    </a:lnTo>
                    <a:lnTo>
                      <a:pt x="144" y="120"/>
                    </a:lnTo>
                    <a:lnTo>
                      <a:pt x="142" y="120"/>
                    </a:lnTo>
                    <a:lnTo>
                      <a:pt x="142" y="124"/>
                    </a:lnTo>
                    <a:lnTo>
                      <a:pt x="144" y="124"/>
                    </a:lnTo>
                    <a:lnTo>
                      <a:pt x="144" y="128"/>
                    </a:lnTo>
                    <a:lnTo>
                      <a:pt x="142" y="128"/>
                    </a:lnTo>
                    <a:lnTo>
                      <a:pt x="142" y="132"/>
                    </a:lnTo>
                    <a:lnTo>
                      <a:pt x="144" y="132"/>
                    </a:lnTo>
                    <a:lnTo>
                      <a:pt x="148" y="132"/>
                    </a:lnTo>
                    <a:lnTo>
                      <a:pt x="148" y="136"/>
                    </a:lnTo>
                    <a:lnTo>
                      <a:pt x="152" y="136"/>
                    </a:lnTo>
                    <a:lnTo>
                      <a:pt x="148" y="138"/>
                    </a:lnTo>
                    <a:lnTo>
                      <a:pt x="148" y="142"/>
                    </a:lnTo>
                    <a:lnTo>
                      <a:pt x="152" y="142"/>
                    </a:lnTo>
                    <a:lnTo>
                      <a:pt x="152" y="146"/>
                    </a:lnTo>
                    <a:lnTo>
                      <a:pt x="156" y="146"/>
                    </a:lnTo>
                    <a:lnTo>
                      <a:pt x="156" y="150"/>
                    </a:lnTo>
                    <a:lnTo>
                      <a:pt x="156" y="154"/>
                    </a:lnTo>
                    <a:lnTo>
                      <a:pt x="152" y="154"/>
                    </a:lnTo>
                    <a:lnTo>
                      <a:pt x="152" y="158"/>
                    </a:lnTo>
                    <a:lnTo>
                      <a:pt x="148" y="158"/>
                    </a:lnTo>
                    <a:lnTo>
                      <a:pt x="152" y="162"/>
                    </a:lnTo>
                    <a:lnTo>
                      <a:pt x="156" y="164"/>
                    </a:lnTo>
                    <a:lnTo>
                      <a:pt x="160" y="164"/>
                    </a:lnTo>
                    <a:lnTo>
                      <a:pt x="160" y="168"/>
                    </a:lnTo>
                    <a:lnTo>
                      <a:pt x="164" y="168"/>
                    </a:lnTo>
                    <a:lnTo>
                      <a:pt x="168" y="172"/>
                    </a:lnTo>
                    <a:lnTo>
                      <a:pt x="172" y="176"/>
                    </a:lnTo>
                    <a:lnTo>
                      <a:pt x="172" y="180"/>
                    </a:lnTo>
                    <a:lnTo>
                      <a:pt x="168" y="180"/>
                    </a:lnTo>
                    <a:lnTo>
                      <a:pt x="168" y="184"/>
                    </a:lnTo>
                    <a:lnTo>
                      <a:pt x="168" y="188"/>
                    </a:lnTo>
                    <a:lnTo>
                      <a:pt x="164" y="192"/>
                    </a:lnTo>
                    <a:lnTo>
                      <a:pt x="160" y="192"/>
                    </a:lnTo>
                    <a:lnTo>
                      <a:pt x="160" y="194"/>
                    </a:lnTo>
                    <a:lnTo>
                      <a:pt x="156" y="194"/>
                    </a:lnTo>
                    <a:lnTo>
                      <a:pt x="152" y="198"/>
                    </a:lnTo>
                    <a:lnTo>
                      <a:pt x="152" y="202"/>
                    </a:lnTo>
                    <a:lnTo>
                      <a:pt x="148" y="202"/>
                    </a:lnTo>
                    <a:lnTo>
                      <a:pt x="148" y="206"/>
                    </a:lnTo>
                    <a:lnTo>
                      <a:pt x="144" y="208"/>
                    </a:lnTo>
                    <a:lnTo>
                      <a:pt x="142" y="212"/>
                    </a:lnTo>
                    <a:lnTo>
                      <a:pt x="138" y="212"/>
                    </a:lnTo>
                    <a:lnTo>
                      <a:pt x="138" y="216"/>
                    </a:lnTo>
                    <a:lnTo>
                      <a:pt x="134" y="216"/>
                    </a:lnTo>
                    <a:lnTo>
                      <a:pt x="130" y="220"/>
                    </a:lnTo>
                    <a:lnTo>
                      <a:pt x="130" y="224"/>
                    </a:lnTo>
                    <a:lnTo>
                      <a:pt x="126" y="224"/>
                    </a:lnTo>
                    <a:lnTo>
                      <a:pt x="122" y="224"/>
                    </a:lnTo>
                    <a:lnTo>
                      <a:pt x="122" y="228"/>
                    </a:lnTo>
                    <a:lnTo>
                      <a:pt x="120" y="232"/>
                    </a:lnTo>
                    <a:lnTo>
                      <a:pt x="116" y="232"/>
                    </a:lnTo>
                    <a:lnTo>
                      <a:pt x="112" y="232"/>
                    </a:lnTo>
                    <a:lnTo>
                      <a:pt x="112" y="236"/>
                    </a:lnTo>
                    <a:lnTo>
                      <a:pt x="112" y="232"/>
                    </a:lnTo>
                    <a:lnTo>
                      <a:pt x="108" y="232"/>
                    </a:lnTo>
                    <a:lnTo>
                      <a:pt x="104" y="236"/>
                    </a:lnTo>
                    <a:lnTo>
                      <a:pt x="100" y="236"/>
                    </a:lnTo>
                    <a:lnTo>
                      <a:pt x="96" y="236"/>
                    </a:lnTo>
                    <a:lnTo>
                      <a:pt x="100" y="232"/>
                    </a:lnTo>
                    <a:lnTo>
                      <a:pt x="104" y="232"/>
                    </a:lnTo>
                    <a:lnTo>
                      <a:pt x="100" y="232"/>
                    </a:lnTo>
                    <a:lnTo>
                      <a:pt x="100" y="228"/>
                    </a:lnTo>
                    <a:lnTo>
                      <a:pt x="100" y="232"/>
                    </a:lnTo>
                    <a:lnTo>
                      <a:pt x="96" y="232"/>
                    </a:lnTo>
                    <a:lnTo>
                      <a:pt x="96" y="236"/>
                    </a:lnTo>
                    <a:lnTo>
                      <a:pt x="94" y="236"/>
                    </a:lnTo>
                    <a:lnTo>
                      <a:pt x="94" y="238"/>
                    </a:lnTo>
                    <a:lnTo>
                      <a:pt x="94" y="236"/>
                    </a:lnTo>
                    <a:lnTo>
                      <a:pt x="90" y="236"/>
                    </a:lnTo>
                    <a:lnTo>
                      <a:pt x="90" y="238"/>
                    </a:lnTo>
                    <a:lnTo>
                      <a:pt x="86" y="238"/>
                    </a:lnTo>
                    <a:lnTo>
                      <a:pt x="86" y="236"/>
                    </a:lnTo>
                    <a:lnTo>
                      <a:pt x="86" y="238"/>
                    </a:lnTo>
                    <a:lnTo>
                      <a:pt x="82" y="238"/>
                    </a:lnTo>
                    <a:lnTo>
                      <a:pt x="78" y="238"/>
                    </a:lnTo>
                    <a:lnTo>
                      <a:pt x="82" y="238"/>
                    </a:lnTo>
                    <a:lnTo>
                      <a:pt x="78" y="238"/>
                    </a:lnTo>
                    <a:lnTo>
                      <a:pt x="78" y="242"/>
                    </a:lnTo>
                    <a:lnTo>
                      <a:pt x="74" y="242"/>
                    </a:lnTo>
                    <a:lnTo>
                      <a:pt x="70" y="242"/>
                    </a:lnTo>
                    <a:lnTo>
                      <a:pt x="70" y="246"/>
                    </a:lnTo>
                    <a:lnTo>
                      <a:pt x="70" y="242"/>
                    </a:lnTo>
                    <a:lnTo>
                      <a:pt x="66" y="242"/>
                    </a:lnTo>
                    <a:lnTo>
                      <a:pt x="64" y="242"/>
                    </a:lnTo>
                    <a:lnTo>
                      <a:pt x="60" y="246"/>
                    </a:lnTo>
                    <a:lnTo>
                      <a:pt x="56" y="246"/>
                    </a:lnTo>
                    <a:lnTo>
                      <a:pt x="56" y="242"/>
                    </a:lnTo>
                    <a:lnTo>
                      <a:pt x="56" y="246"/>
                    </a:lnTo>
                    <a:lnTo>
                      <a:pt x="52" y="246"/>
                    </a:lnTo>
                    <a:lnTo>
                      <a:pt x="48" y="250"/>
                    </a:lnTo>
                    <a:lnTo>
                      <a:pt x="48" y="246"/>
                    </a:lnTo>
                    <a:lnTo>
                      <a:pt x="52" y="246"/>
                    </a:lnTo>
                    <a:lnTo>
                      <a:pt x="56" y="242"/>
                    </a:lnTo>
                    <a:lnTo>
                      <a:pt x="52" y="242"/>
                    </a:lnTo>
                    <a:lnTo>
                      <a:pt x="52" y="246"/>
                    </a:lnTo>
                    <a:lnTo>
                      <a:pt x="52" y="242"/>
                    </a:lnTo>
                    <a:lnTo>
                      <a:pt x="48" y="242"/>
                    </a:lnTo>
                    <a:lnTo>
                      <a:pt x="48" y="242"/>
                    </a:lnTo>
                    <a:lnTo>
                      <a:pt x="48" y="242"/>
                    </a:lnTo>
                    <a:close/>
                    <a:moveTo>
                      <a:pt x="78" y="128"/>
                    </a:moveTo>
                    <a:lnTo>
                      <a:pt x="74" y="128"/>
                    </a:lnTo>
                    <a:lnTo>
                      <a:pt x="70" y="128"/>
                    </a:lnTo>
                    <a:lnTo>
                      <a:pt x="74" y="128"/>
                    </a:lnTo>
                    <a:lnTo>
                      <a:pt x="78" y="128"/>
                    </a:lnTo>
                    <a:lnTo>
                      <a:pt x="78" y="128"/>
                    </a:lnTo>
                    <a:lnTo>
                      <a:pt x="78" y="128"/>
                    </a:lnTo>
                    <a:close/>
                    <a:moveTo>
                      <a:pt x="48" y="158"/>
                    </a:moveTo>
                    <a:lnTo>
                      <a:pt x="44" y="158"/>
                    </a:lnTo>
                    <a:lnTo>
                      <a:pt x="48" y="154"/>
                    </a:lnTo>
                    <a:lnTo>
                      <a:pt x="48" y="158"/>
                    </a:lnTo>
                    <a:lnTo>
                      <a:pt x="48" y="158"/>
                    </a:lnTo>
                    <a:lnTo>
                      <a:pt x="48" y="158"/>
                    </a:lnTo>
                    <a:close/>
                    <a:moveTo>
                      <a:pt x="26" y="172"/>
                    </a:moveTo>
                    <a:lnTo>
                      <a:pt x="22" y="172"/>
                    </a:lnTo>
                    <a:lnTo>
                      <a:pt x="22" y="168"/>
                    </a:lnTo>
                    <a:lnTo>
                      <a:pt x="26" y="168"/>
                    </a:lnTo>
                    <a:lnTo>
                      <a:pt x="26" y="172"/>
                    </a:lnTo>
                    <a:lnTo>
                      <a:pt x="26" y="172"/>
                    </a:lnTo>
                    <a:lnTo>
                      <a:pt x="26" y="172"/>
                    </a:lnTo>
                    <a:close/>
                    <a:moveTo>
                      <a:pt x="6" y="242"/>
                    </a:moveTo>
                    <a:lnTo>
                      <a:pt x="2" y="242"/>
                    </a:lnTo>
                    <a:lnTo>
                      <a:pt x="2" y="238"/>
                    </a:lnTo>
                    <a:lnTo>
                      <a:pt x="6" y="238"/>
                    </a:lnTo>
                    <a:lnTo>
                      <a:pt x="6" y="236"/>
                    </a:lnTo>
                    <a:lnTo>
                      <a:pt x="2" y="236"/>
                    </a:lnTo>
                    <a:lnTo>
                      <a:pt x="2" y="238"/>
                    </a:lnTo>
                    <a:lnTo>
                      <a:pt x="2" y="236"/>
                    </a:lnTo>
                    <a:lnTo>
                      <a:pt x="6" y="236"/>
                    </a:lnTo>
                    <a:lnTo>
                      <a:pt x="10" y="238"/>
                    </a:lnTo>
                    <a:lnTo>
                      <a:pt x="6" y="238"/>
                    </a:lnTo>
                    <a:lnTo>
                      <a:pt x="6" y="242"/>
                    </a:lnTo>
                    <a:lnTo>
                      <a:pt x="6" y="242"/>
                    </a:lnTo>
                    <a:lnTo>
                      <a:pt x="6" y="242"/>
                    </a:lnTo>
                    <a:close/>
                    <a:moveTo>
                      <a:pt x="36" y="238"/>
                    </a:moveTo>
                    <a:lnTo>
                      <a:pt x="40" y="238"/>
                    </a:lnTo>
                    <a:lnTo>
                      <a:pt x="36" y="238"/>
                    </a:lnTo>
                    <a:lnTo>
                      <a:pt x="36" y="238"/>
                    </a:lnTo>
                    <a:lnTo>
                      <a:pt x="36" y="238"/>
                    </a:lnTo>
                    <a:close/>
                    <a:moveTo>
                      <a:pt x="0" y="242"/>
                    </a:moveTo>
                    <a:lnTo>
                      <a:pt x="0" y="238"/>
                    </a:lnTo>
                    <a:lnTo>
                      <a:pt x="2" y="238"/>
                    </a:lnTo>
                    <a:lnTo>
                      <a:pt x="0" y="242"/>
                    </a:lnTo>
                    <a:lnTo>
                      <a:pt x="0" y="242"/>
                    </a:lnTo>
                    <a:lnTo>
                      <a:pt x="0" y="242"/>
                    </a:lnTo>
                    <a:close/>
                    <a:moveTo>
                      <a:pt x="44" y="246"/>
                    </a:moveTo>
                    <a:lnTo>
                      <a:pt x="44" y="242"/>
                    </a:lnTo>
                    <a:lnTo>
                      <a:pt x="40" y="242"/>
                    </a:lnTo>
                    <a:lnTo>
                      <a:pt x="40" y="238"/>
                    </a:lnTo>
                    <a:lnTo>
                      <a:pt x="44" y="238"/>
                    </a:lnTo>
                    <a:lnTo>
                      <a:pt x="48" y="238"/>
                    </a:lnTo>
                    <a:lnTo>
                      <a:pt x="48" y="242"/>
                    </a:lnTo>
                    <a:lnTo>
                      <a:pt x="44" y="242"/>
                    </a:lnTo>
                    <a:lnTo>
                      <a:pt x="44" y="246"/>
                    </a:lnTo>
                    <a:lnTo>
                      <a:pt x="44" y="246"/>
                    </a:lnTo>
                    <a:lnTo>
                      <a:pt x="44" y="246"/>
                    </a:lnTo>
                    <a:close/>
                    <a:moveTo>
                      <a:pt x="34" y="242"/>
                    </a:moveTo>
                    <a:lnTo>
                      <a:pt x="30" y="242"/>
                    </a:lnTo>
                    <a:lnTo>
                      <a:pt x="30" y="238"/>
                    </a:lnTo>
                    <a:lnTo>
                      <a:pt x="34" y="238"/>
                    </a:lnTo>
                    <a:lnTo>
                      <a:pt x="34" y="242"/>
                    </a:lnTo>
                    <a:lnTo>
                      <a:pt x="34" y="242"/>
                    </a:lnTo>
                    <a:lnTo>
                      <a:pt x="34" y="242"/>
                    </a:lnTo>
                    <a:close/>
                    <a:moveTo>
                      <a:pt x="6" y="242"/>
                    </a:moveTo>
                    <a:lnTo>
                      <a:pt x="10" y="242"/>
                    </a:lnTo>
                    <a:lnTo>
                      <a:pt x="10" y="246"/>
                    </a:lnTo>
                    <a:lnTo>
                      <a:pt x="6" y="242"/>
                    </a:lnTo>
                    <a:lnTo>
                      <a:pt x="6" y="242"/>
                    </a:lnTo>
                    <a:lnTo>
                      <a:pt x="6" y="242"/>
                    </a:lnTo>
                    <a:close/>
                    <a:moveTo>
                      <a:pt x="48" y="246"/>
                    </a:moveTo>
                    <a:lnTo>
                      <a:pt x="52" y="246"/>
                    </a:lnTo>
                    <a:lnTo>
                      <a:pt x="48" y="246"/>
                    </a:lnTo>
                    <a:lnTo>
                      <a:pt x="48" y="246"/>
                    </a:lnTo>
                    <a:lnTo>
                      <a:pt x="48" y="246"/>
                    </a:lnTo>
                    <a:close/>
                    <a:moveTo>
                      <a:pt x="56" y="246"/>
                    </a:moveTo>
                    <a:lnTo>
                      <a:pt x="60" y="246"/>
                    </a:lnTo>
                    <a:lnTo>
                      <a:pt x="56" y="246"/>
                    </a:lnTo>
                    <a:lnTo>
                      <a:pt x="56" y="246"/>
                    </a:lnTo>
                    <a:lnTo>
                      <a:pt x="56" y="2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6" name="Freeform 100"/>
              <p:cNvSpPr>
                <a:spLocks noEditPoints="1"/>
              </p:cNvSpPr>
              <p:nvPr/>
            </p:nvSpPr>
            <p:spPr bwMode="gray">
              <a:xfrm>
                <a:off x="4681684" y="2895223"/>
                <a:ext cx="351332" cy="337416"/>
              </a:xfrm>
              <a:custGeom>
                <a:avLst/>
                <a:gdLst>
                  <a:gd name="T0" fmla="*/ 80 w 202"/>
                  <a:gd name="T1" fmla="*/ 168 h 194"/>
                  <a:gd name="T2" fmla="*/ 72 w 202"/>
                  <a:gd name="T3" fmla="*/ 168 h 194"/>
                  <a:gd name="T4" fmla="*/ 50 w 202"/>
                  <a:gd name="T5" fmla="*/ 162 h 194"/>
                  <a:gd name="T6" fmla="*/ 46 w 202"/>
                  <a:gd name="T7" fmla="*/ 158 h 194"/>
                  <a:gd name="T8" fmla="*/ 50 w 202"/>
                  <a:gd name="T9" fmla="*/ 138 h 194"/>
                  <a:gd name="T10" fmla="*/ 50 w 202"/>
                  <a:gd name="T11" fmla="*/ 128 h 194"/>
                  <a:gd name="T12" fmla="*/ 56 w 202"/>
                  <a:gd name="T13" fmla="*/ 116 h 194"/>
                  <a:gd name="T14" fmla="*/ 56 w 202"/>
                  <a:gd name="T15" fmla="*/ 116 h 194"/>
                  <a:gd name="T16" fmla="*/ 54 w 202"/>
                  <a:gd name="T17" fmla="*/ 106 h 194"/>
                  <a:gd name="T18" fmla="*/ 42 w 202"/>
                  <a:gd name="T19" fmla="*/ 94 h 194"/>
                  <a:gd name="T20" fmla="*/ 42 w 202"/>
                  <a:gd name="T21" fmla="*/ 78 h 194"/>
                  <a:gd name="T22" fmla="*/ 34 w 202"/>
                  <a:gd name="T23" fmla="*/ 72 h 194"/>
                  <a:gd name="T24" fmla="*/ 22 w 202"/>
                  <a:gd name="T25" fmla="*/ 72 h 194"/>
                  <a:gd name="T26" fmla="*/ 12 w 202"/>
                  <a:gd name="T27" fmla="*/ 64 h 194"/>
                  <a:gd name="T28" fmla="*/ 0 w 202"/>
                  <a:gd name="T29" fmla="*/ 64 h 194"/>
                  <a:gd name="T30" fmla="*/ 0 w 202"/>
                  <a:gd name="T31" fmla="*/ 56 h 194"/>
                  <a:gd name="T32" fmla="*/ 4 w 202"/>
                  <a:gd name="T33" fmla="*/ 52 h 194"/>
                  <a:gd name="T34" fmla="*/ 16 w 202"/>
                  <a:gd name="T35" fmla="*/ 48 h 194"/>
                  <a:gd name="T36" fmla="*/ 34 w 202"/>
                  <a:gd name="T37" fmla="*/ 48 h 194"/>
                  <a:gd name="T38" fmla="*/ 46 w 202"/>
                  <a:gd name="T39" fmla="*/ 48 h 194"/>
                  <a:gd name="T40" fmla="*/ 42 w 202"/>
                  <a:gd name="T41" fmla="*/ 34 h 194"/>
                  <a:gd name="T42" fmla="*/ 50 w 202"/>
                  <a:gd name="T43" fmla="*/ 26 h 194"/>
                  <a:gd name="T44" fmla="*/ 64 w 202"/>
                  <a:gd name="T45" fmla="*/ 34 h 194"/>
                  <a:gd name="T46" fmla="*/ 72 w 202"/>
                  <a:gd name="T47" fmla="*/ 34 h 194"/>
                  <a:gd name="T48" fmla="*/ 80 w 202"/>
                  <a:gd name="T49" fmla="*/ 22 h 194"/>
                  <a:gd name="T50" fmla="*/ 90 w 202"/>
                  <a:gd name="T51" fmla="*/ 12 h 194"/>
                  <a:gd name="T52" fmla="*/ 106 w 202"/>
                  <a:gd name="T53" fmla="*/ 0 h 194"/>
                  <a:gd name="T54" fmla="*/ 114 w 202"/>
                  <a:gd name="T55" fmla="*/ 8 h 194"/>
                  <a:gd name="T56" fmla="*/ 128 w 202"/>
                  <a:gd name="T57" fmla="*/ 16 h 194"/>
                  <a:gd name="T58" fmla="*/ 138 w 202"/>
                  <a:gd name="T59" fmla="*/ 18 h 194"/>
                  <a:gd name="T60" fmla="*/ 146 w 202"/>
                  <a:gd name="T61" fmla="*/ 30 h 194"/>
                  <a:gd name="T62" fmla="*/ 158 w 202"/>
                  <a:gd name="T63" fmla="*/ 34 h 194"/>
                  <a:gd name="T64" fmla="*/ 172 w 202"/>
                  <a:gd name="T65" fmla="*/ 42 h 194"/>
                  <a:gd name="T66" fmla="*/ 180 w 202"/>
                  <a:gd name="T67" fmla="*/ 48 h 194"/>
                  <a:gd name="T68" fmla="*/ 176 w 202"/>
                  <a:gd name="T69" fmla="*/ 68 h 194"/>
                  <a:gd name="T70" fmla="*/ 168 w 202"/>
                  <a:gd name="T71" fmla="*/ 76 h 194"/>
                  <a:gd name="T72" fmla="*/ 160 w 202"/>
                  <a:gd name="T73" fmla="*/ 86 h 194"/>
                  <a:gd name="T74" fmla="*/ 154 w 202"/>
                  <a:gd name="T75" fmla="*/ 98 h 194"/>
                  <a:gd name="T76" fmla="*/ 164 w 202"/>
                  <a:gd name="T77" fmla="*/ 94 h 194"/>
                  <a:gd name="T78" fmla="*/ 164 w 202"/>
                  <a:gd name="T79" fmla="*/ 112 h 194"/>
                  <a:gd name="T80" fmla="*/ 160 w 202"/>
                  <a:gd name="T81" fmla="*/ 124 h 194"/>
                  <a:gd name="T82" fmla="*/ 168 w 202"/>
                  <a:gd name="T83" fmla="*/ 138 h 194"/>
                  <a:gd name="T84" fmla="*/ 172 w 202"/>
                  <a:gd name="T85" fmla="*/ 146 h 194"/>
                  <a:gd name="T86" fmla="*/ 164 w 202"/>
                  <a:gd name="T87" fmla="*/ 154 h 194"/>
                  <a:gd name="T88" fmla="*/ 146 w 202"/>
                  <a:gd name="T89" fmla="*/ 162 h 194"/>
                  <a:gd name="T90" fmla="*/ 138 w 202"/>
                  <a:gd name="T91" fmla="*/ 154 h 194"/>
                  <a:gd name="T92" fmla="*/ 128 w 202"/>
                  <a:gd name="T93" fmla="*/ 154 h 194"/>
                  <a:gd name="T94" fmla="*/ 110 w 202"/>
                  <a:gd name="T95" fmla="*/ 164 h 194"/>
                  <a:gd name="T96" fmla="*/ 106 w 202"/>
                  <a:gd name="T97" fmla="*/ 176 h 194"/>
                  <a:gd name="T98" fmla="*/ 94 w 202"/>
                  <a:gd name="T99" fmla="*/ 172 h 194"/>
                  <a:gd name="T100" fmla="*/ 54 w 202"/>
                  <a:gd name="T101" fmla="*/ 108 h 194"/>
                  <a:gd name="T102" fmla="*/ 22 w 202"/>
                  <a:gd name="T103" fmla="*/ 78 h 194"/>
                  <a:gd name="T104" fmla="*/ 50 w 202"/>
                  <a:gd name="T105" fmla="*/ 102 h 194"/>
                  <a:gd name="T106" fmla="*/ 190 w 202"/>
                  <a:gd name="T107" fmla="*/ 172 h 194"/>
                  <a:gd name="T108" fmla="*/ 202 w 202"/>
                  <a:gd name="T109" fmla="*/ 168 h 194"/>
                  <a:gd name="T110" fmla="*/ 198 w 202"/>
                  <a:gd name="T111" fmla="*/ 190 h 194"/>
                  <a:gd name="T112" fmla="*/ 190 w 202"/>
                  <a:gd name="T113" fmla="*/ 186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02" h="194">
                    <a:moveTo>
                      <a:pt x="94" y="172"/>
                    </a:moveTo>
                    <a:lnTo>
                      <a:pt x="90" y="172"/>
                    </a:lnTo>
                    <a:lnTo>
                      <a:pt x="86" y="172"/>
                    </a:lnTo>
                    <a:lnTo>
                      <a:pt x="86" y="168"/>
                    </a:lnTo>
                    <a:lnTo>
                      <a:pt x="84" y="168"/>
                    </a:lnTo>
                    <a:lnTo>
                      <a:pt x="80" y="168"/>
                    </a:lnTo>
                    <a:lnTo>
                      <a:pt x="80" y="164"/>
                    </a:lnTo>
                    <a:lnTo>
                      <a:pt x="80" y="168"/>
                    </a:lnTo>
                    <a:lnTo>
                      <a:pt x="76" y="168"/>
                    </a:lnTo>
                    <a:lnTo>
                      <a:pt x="80" y="168"/>
                    </a:lnTo>
                    <a:lnTo>
                      <a:pt x="76" y="168"/>
                    </a:lnTo>
                    <a:lnTo>
                      <a:pt x="72" y="168"/>
                    </a:lnTo>
                    <a:lnTo>
                      <a:pt x="68" y="168"/>
                    </a:lnTo>
                    <a:lnTo>
                      <a:pt x="64" y="168"/>
                    </a:lnTo>
                    <a:lnTo>
                      <a:pt x="60" y="168"/>
                    </a:lnTo>
                    <a:lnTo>
                      <a:pt x="56" y="164"/>
                    </a:lnTo>
                    <a:lnTo>
                      <a:pt x="54" y="164"/>
                    </a:lnTo>
                    <a:lnTo>
                      <a:pt x="50" y="162"/>
                    </a:lnTo>
                    <a:lnTo>
                      <a:pt x="50" y="164"/>
                    </a:lnTo>
                    <a:lnTo>
                      <a:pt x="50" y="162"/>
                    </a:lnTo>
                    <a:lnTo>
                      <a:pt x="46" y="162"/>
                    </a:lnTo>
                    <a:lnTo>
                      <a:pt x="50" y="162"/>
                    </a:lnTo>
                    <a:lnTo>
                      <a:pt x="50" y="158"/>
                    </a:lnTo>
                    <a:lnTo>
                      <a:pt x="46" y="158"/>
                    </a:lnTo>
                    <a:lnTo>
                      <a:pt x="42" y="158"/>
                    </a:lnTo>
                    <a:lnTo>
                      <a:pt x="46" y="158"/>
                    </a:lnTo>
                    <a:lnTo>
                      <a:pt x="46" y="154"/>
                    </a:lnTo>
                    <a:lnTo>
                      <a:pt x="50" y="150"/>
                    </a:lnTo>
                    <a:lnTo>
                      <a:pt x="50" y="142"/>
                    </a:lnTo>
                    <a:lnTo>
                      <a:pt x="50" y="138"/>
                    </a:lnTo>
                    <a:lnTo>
                      <a:pt x="50" y="134"/>
                    </a:lnTo>
                    <a:lnTo>
                      <a:pt x="50" y="132"/>
                    </a:lnTo>
                    <a:lnTo>
                      <a:pt x="54" y="132"/>
                    </a:lnTo>
                    <a:lnTo>
                      <a:pt x="54" y="128"/>
                    </a:lnTo>
                    <a:lnTo>
                      <a:pt x="50" y="132"/>
                    </a:lnTo>
                    <a:lnTo>
                      <a:pt x="50" y="128"/>
                    </a:lnTo>
                    <a:lnTo>
                      <a:pt x="50" y="124"/>
                    </a:lnTo>
                    <a:lnTo>
                      <a:pt x="54" y="120"/>
                    </a:lnTo>
                    <a:lnTo>
                      <a:pt x="54" y="116"/>
                    </a:lnTo>
                    <a:lnTo>
                      <a:pt x="54" y="112"/>
                    </a:lnTo>
                    <a:lnTo>
                      <a:pt x="54" y="116"/>
                    </a:lnTo>
                    <a:lnTo>
                      <a:pt x="56" y="116"/>
                    </a:lnTo>
                    <a:lnTo>
                      <a:pt x="56" y="120"/>
                    </a:lnTo>
                    <a:lnTo>
                      <a:pt x="56" y="124"/>
                    </a:lnTo>
                    <a:lnTo>
                      <a:pt x="60" y="128"/>
                    </a:lnTo>
                    <a:lnTo>
                      <a:pt x="60" y="124"/>
                    </a:lnTo>
                    <a:lnTo>
                      <a:pt x="56" y="120"/>
                    </a:lnTo>
                    <a:lnTo>
                      <a:pt x="56" y="116"/>
                    </a:lnTo>
                    <a:lnTo>
                      <a:pt x="56" y="112"/>
                    </a:lnTo>
                    <a:lnTo>
                      <a:pt x="54" y="112"/>
                    </a:lnTo>
                    <a:lnTo>
                      <a:pt x="54" y="108"/>
                    </a:lnTo>
                    <a:lnTo>
                      <a:pt x="50" y="108"/>
                    </a:lnTo>
                    <a:lnTo>
                      <a:pt x="54" y="108"/>
                    </a:lnTo>
                    <a:lnTo>
                      <a:pt x="54" y="106"/>
                    </a:lnTo>
                    <a:lnTo>
                      <a:pt x="54" y="102"/>
                    </a:lnTo>
                    <a:lnTo>
                      <a:pt x="54" y="98"/>
                    </a:lnTo>
                    <a:lnTo>
                      <a:pt x="50" y="98"/>
                    </a:lnTo>
                    <a:lnTo>
                      <a:pt x="46" y="98"/>
                    </a:lnTo>
                    <a:lnTo>
                      <a:pt x="46" y="94"/>
                    </a:lnTo>
                    <a:lnTo>
                      <a:pt x="42" y="94"/>
                    </a:lnTo>
                    <a:lnTo>
                      <a:pt x="42" y="90"/>
                    </a:lnTo>
                    <a:lnTo>
                      <a:pt x="38" y="90"/>
                    </a:lnTo>
                    <a:lnTo>
                      <a:pt x="38" y="86"/>
                    </a:lnTo>
                    <a:lnTo>
                      <a:pt x="38" y="82"/>
                    </a:lnTo>
                    <a:lnTo>
                      <a:pt x="38" y="78"/>
                    </a:lnTo>
                    <a:lnTo>
                      <a:pt x="42" y="78"/>
                    </a:lnTo>
                    <a:lnTo>
                      <a:pt x="38" y="78"/>
                    </a:lnTo>
                    <a:lnTo>
                      <a:pt x="34" y="78"/>
                    </a:lnTo>
                    <a:lnTo>
                      <a:pt x="30" y="78"/>
                    </a:lnTo>
                    <a:lnTo>
                      <a:pt x="30" y="76"/>
                    </a:lnTo>
                    <a:lnTo>
                      <a:pt x="34" y="76"/>
                    </a:lnTo>
                    <a:lnTo>
                      <a:pt x="34" y="72"/>
                    </a:lnTo>
                    <a:lnTo>
                      <a:pt x="30" y="72"/>
                    </a:lnTo>
                    <a:lnTo>
                      <a:pt x="26" y="76"/>
                    </a:lnTo>
                    <a:lnTo>
                      <a:pt x="26" y="72"/>
                    </a:lnTo>
                    <a:lnTo>
                      <a:pt x="30" y="72"/>
                    </a:lnTo>
                    <a:lnTo>
                      <a:pt x="26" y="72"/>
                    </a:lnTo>
                    <a:lnTo>
                      <a:pt x="22" y="72"/>
                    </a:lnTo>
                    <a:lnTo>
                      <a:pt x="22" y="76"/>
                    </a:lnTo>
                    <a:lnTo>
                      <a:pt x="22" y="72"/>
                    </a:lnTo>
                    <a:lnTo>
                      <a:pt x="20" y="68"/>
                    </a:lnTo>
                    <a:lnTo>
                      <a:pt x="16" y="68"/>
                    </a:lnTo>
                    <a:lnTo>
                      <a:pt x="12" y="68"/>
                    </a:lnTo>
                    <a:lnTo>
                      <a:pt x="12" y="64"/>
                    </a:lnTo>
                    <a:lnTo>
                      <a:pt x="8" y="64"/>
                    </a:lnTo>
                    <a:lnTo>
                      <a:pt x="8" y="68"/>
                    </a:lnTo>
                    <a:lnTo>
                      <a:pt x="4" y="68"/>
                    </a:lnTo>
                    <a:lnTo>
                      <a:pt x="8" y="68"/>
                    </a:lnTo>
                    <a:lnTo>
                      <a:pt x="4" y="64"/>
                    </a:lnTo>
                    <a:lnTo>
                      <a:pt x="0" y="64"/>
                    </a:lnTo>
                    <a:lnTo>
                      <a:pt x="0" y="60"/>
                    </a:lnTo>
                    <a:lnTo>
                      <a:pt x="4" y="60"/>
                    </a:lnTo>
                    <a:lnTo>
                      <a:pt x="8" y="60"/>
                    </a:lnTo>
                    <a:lnTo>
                      <a:pt x="4" y="56"/>
                    </a:lnTo>
                    <a:lnTo>
                      <a:pt x="4" y="60"/>
                    </a:lnTo>
                    <a:lnTo>
                      <a:pt x="0" y="56"/>
                    </a:lnTo>
                    <a:lnTo>
                      <a:pt x="4" y="56"/>
                    </a:lnTo>
                    <a:lnTo>
                      <a:pt x="8" y="56"/>
                    </a:lnTo>
                    <a:lnTo>
                      <a:pt x="4" y="56"/>
                    </a:lnTo>
                    <a:lnTo>
                      <a:pt x="0" y="56"/>
                    </a:lnTo>
                    <a:lnTo>
                      <a:pt x="0" y="52"/>
                    </a:lnTo>
                    <a:lnTo>
                      <a:pt x="4" y="52"/>
                    </a:lnTo>
                    <a:lnTo>
                      <a:pt x="4" y="48"/>
                    </a:lnTo>
                    <a:lnTo>
                      <a:pt x="8" y="48"/>
                    </a:lnTo>
                    <a:lnTo>
                      <a:pt x="12" y="48"/>
                    </a:lnTo>
                    <a:lnTo>
                      <a:pt x="16" y="48"/>
                    </a:lnTo>
                    <a:lnTo>
                      <a:pt x="20" y="48"/>
                    </a:lnTo>
                    <a:lnTo>
                      <a:pt x="16" y="48"/>
                    </a:lnTo>
                    <a:lnTo>
                      <a:pt x="16" y="46"/>
                    </a:lnTo>
                    <a:lnTo>
                      <a:pt x="20" y="46"/>
                    </a:lnTo>
                    <a:lnTo>
                      <a:pt x="22" y="46"/>
                    </a:lnTo>
                    <a:lnTo>
                      <a:pt x="26" y="48"/>
                    </a:lnTo>
                    <a:lnTo>
                      <a:pt x="30" y="52"/>
                    </a:lnTo>
                    <a:lnTo>
                      <a:pt x="34" y="48"/>
                    </a:lnTo>
                    <a:lnTo>
                      <a:pt x="38" y="48"/>
                    </a:lnTo>
                    <a:lnTo>
                      <a:pt x="42" y="52"/>
                    </a:lnTo>
                    <a:lnTo>
                      <a:pt x="38" y="52"/>
                    </a:lnTo>
                    <a:lnTo>
                      <a:pt x="38" y="48"/>
                    </a:lnTo>
                    <a:lnTo>
                      <a:pt x="42" y="48"/>
                    </a:lnTo>
                    <a:lnTo>
                      <a:pt x="46" y="48"/>
                    </a:lnTo>
                    <a:lnTo>
                      <a:pt x="50" y="48"/>
                    </a:lnTo>
                    <a:lnTo>
                      <a:pt x="46" y="48"/>
                    </a:lnTo>
                    <a:lnTo>
                      <a:pt x="46" y="46"/>
                    </a:lnTo>
                    <a:lnTo>
                      <a:pt x="46" y="42"/>
                    </a:lnTo>
                    <a:lnTo>
                      <a:pt x="46" y="38"/>
                    </a:lnTo>
                    <a:lnTo>
                      <a:pt x="42" y="34"/>
                    </a:lnTo>
                    <a:lnTo>
                      <a:pt x="42" y="30"/>
                    </a:lnTo>
                    <a:lnTo>
                      <a:pt x="42" y="26"/>
                    </a:lnTo>
                    <a:lnTo>
                      <a:pt x="42" y="30"/>
                    </a:lnTo>
                    <a:lnTo>
                      <a:pt x="46" y="30"/>
                    </a:lnTo>
                    <a:lnTo>
                      <a:pt x="46" y="26"/>
                    </a:lnTo>
                    <a:lnTo>
                      <a:pt x="50" y="26"/>
                    </a:lnTo>
                    <a:lnTo>
                      <a:pt x="50" y="30"/>
                    </a:lnTo>
                    <a:lnTo>
                      <a:pt x="50" y="34"/>
                    </a:lnTo>
                    <a:lnTo>
                      <a:pt x="54" y="34"/>
                    </a:lnTo>
                    <a:lnTo>
                      <a:pt x="56" y="34"/>
                    </a:lnTo>
                    <a:lnTo>
                      <a:pt x="60" y="34"/>
                    </a:lnTo>
                    <a:lnTo>
                      <a:pt x="64" y="34"/>
                    </a:lnTo>
                    <a:lnTo>
                      <a:pt x="64" y="38"/>
                    </a:lnTo>
                    <a:lnTo>
                      <a:pt x="68" y="38"/>
                    </a:lnTo>
                    <a:lnTo>
                      <a:pt x="68" y="34"/>
                    </a:lnTo>
                    <a:lnTo>
                      <a:pt x="72" y="34"/>
                    </a:lnTo>
                    <a:lnTo>
                      <a:pt x="76" y="34"/>
                    </a:lnTo>
                    <a:lnTo>
                      <a:pt x="72" y="34"/>
                    </a:lnTo>
                    <a:lnTo>
                      <a:pt x="68" y="34"/>
                    </a:lnTo>
                    <a:lnTo>
                      <a:pt x="68" y="30"/>
                    </a:lnTo>
                    <a:lnTo>
                      <a:pt x="72" y="26"/>
                    </a:lnTo>
                    <a:lnTo>
                      <a:pt x="76" y="26"/>
                    </a:lnTo>
                    <a:lnTo>
                      <a:pt x="76" y="22"/>
                    </a:lnTo>
                    <a:lnTo>
                      <a:pt x="80" y="22"/>
                    </a:lnTo>
                    <a:lnTo>
                      <a:pt x="84" y="22"/>
                    </a:lnTo>
                    <a:lnTo>
                      <a:pt x="86" y="22"/>
                    </a:lnTo>
                    <a:lnTo>
                      <a:pt x="86" y="18"/>
                    </a:lnTo>
                    <a:lnTo>
                      <a:pt x="90" y="18"/>
                    </a:lnTo>
                    <a:lnTo>
                      <a:pt x="90" y="16"/>
                    </a:lnTo>
                    <a:lnTo>
                      <a:pt x="90" y="12"/>
                    </a:lnTo>
                    <a:lnTo>
                      <a:pt x="90" y="8"/>
                    </a:lnTo>
                    <a:lnTo>
                      <a:pt x="90" y="4"/>
                    </a:lnTo>
                    <a:lnTo>
                      <a:pt x="94" y="0"/>
                    </a:lnTo>
                    <a:lnTo>
                      <a:pt x="98" y="0"/>
                    </a:lnTo>
                    <a:lnTo>
                      <a:pt x="102" y="0"/>
                    </a:lnTo>
                    <a:lnTo>
                      <a:pt x="106" y="0"/>
                    </a:lnTo>
                    <a:lnTo>
                      <a:pt x="106" y="4"/>
                    </a:lnTo>
                    <a:lnTo>
                      <a:pt x="110" y="4"/>
                    </a:lnTo>
                    <a:lnTo>
                      <a:pt x="110" y="8"/>
                    </a:lnTo>
                    <a:lnTo>
                      <a:pt x="110" y="4"/>
                    </a:lnTo>
                    <a:lnTo>
                      <a:pt x="114" y="4"/>
                    </a:lnTo>
                    <a:lnTo>
                      <a:pt x="114" y="8"/>
                    </a:lnTo>
                    <a:lnTo>
                      <a:pt x="114" y="12"/>
                    </a:lnTo>
                    <a:lnTo>
                      <a:pt x="116" y="12"/>
                    </a:lnTo>
                    <a:lnTo>
                      <a:pt x="120" y="12"/>
                    </a:lnTo>
                    <a:lnTo>
                      <a:pt x="120" y="16"/>
                    </a:lnTo>
                    <a:lnTo>
                      <a:pt x="124" y="16"/>
                    </a:lnTo>
                    <a:lnTo>
                      <a:pt x="128" y="16"/>
                    </a:lnTo>
                    <a:lnTo>
                      <a:pt x="128" y="18"/>
                    </a:lnTo>
                    <a:lnTo>
                      <a:pt x="128" y="22"/>
                    </a:lnTo>
                    <a:lnTo>
                      <a:pt x="132" y="22"/>
                    </a:lnTo>
                    <a:lnTo>
                      <a:pt x="136" y="22"/>
                    </a:lnTo>
                    <a:lnTo>
                      <a:pt x="136" y="18"/>
                    </a:lnTo>
                    <a:lnTo>
                      <a:pt x="138" y="18"/>
                    </a:lnTo>
                    <a:lnTo>
                      <a:pt x="136" y="18"/>
                    </a:lnTo>
                    <a:lnTo>
                      <a:pt x="136" y="22"/>
                    </a:lnTo>
                    <a:lnTo>
                      <a:pt x="136" y="26"/>
                    </a:lnTo>
                    <a:lnTo>
                      <a:pt x="138" y="26"/>
                    </a:lnTo>
                    <a:lnTo>
                      <a:pt x="142" y="30"/>
                    </a:lnTo>
                    <a:lnTo>
                      <a:pt x="146" y="30"/>
                    </a:lnTo>
                    <a:lnTo>
                      <a:pt x="150" y="30"/>
                    </a:lnTo>
                    <a:lnTo>
                      <a:pt x="150" y="34"/>
                    </a:lnTo>
                    <a:lnTo>
                      <a:pt x="154" y="34"/>
                    </a:lnTo>
                    <a:lnTo>
                      <a:pt x="154" y="30"/>
                    </a:lnTo>
                    <a:lnTo>
                      <a:pt x="158" y="30"/>
                    </a:lnTo>
                    <a:lnTo>
                      <a:pt x="158" y="34"/>
                    </a:lnTo>
                    <a:lnTo>
                      <a:pt x="160" y="34"/>
                    </a:lnTo>
                    <a:lnTo>
                      <a:pt x="160" y="38"/>
                    </a:lnTo>
                    <a:lnTo>
                      <a:pt x="164" y="38"/>
                    </a:lnTo>
                    <a:lnTo>
                      <a:pt x="168" y="38"/>
                    </a:lnTo>
                    <a:lnTo>
                      <a:pt x="168" y="42"/>
                    </a:lnTo>
                    <a:lnTo>
                      <a:pt x="172" y="42"/>
                    </a:lnTo>
                    <a:lnTo>
                      <a:pt x="172" y="38"/>
                    </a:lnTo>
                    <a:lnTo>
                      <a:pt x="176" y="42"/>
                    </a:lnTo>
                    <a:lnTo>
                      <a:pt x="180" y="42"/>
                    </a:lnTo>
                    <a:lnTo>
                      <a:pt x="184" y="42"/>
                    </a:lnTo>
                    <a:lnTo>
                      <a:pt x="184" y="46"/>
                    </a:lnTo>
                    <a:lnTo>
                      <a:pt x="180" y="48"/>
                    </a:lnTo>
                    <a:lnTo>
                      <a:pt x="180" y="52"/>
                    </a:lnTo>
                    <a:lnTo>
                      <a:pt x="176" y="52"/>
                    </a:lnTo>
                    <a:lnTo>
                      <a:pt x="176" y="56"/>
                    </a:lnTo>
                    <a:lnTo>
                      <a:pt x="176" y="60"/>
                    </a:lnTo>
                    <a:lnTo>
                      <a:pt x="176" y="64"/>
                    </a:lnTo>
                    <a:lnTo>
                      <a:pt x="176" y="68"/>
                    </a:lnTo>
                    <a:lnTo>
                      <a:pt x="176" y="72"/>
                    </a:lnTo>
                    <a:lnTo>
                      <a:pt x="172" y="72"/>
                    </a:lnTo>
                    <a:lnTo>
                      <a:pt x="172" y="76"/>
                    </a:lnTo>
                    <a:lnTo>
                      <a:pt x="168" y="76"/>
                    </a:lnTo>
                    <a:lnTo>
                      <a:pt x="168" y="72"/>
                    </a:lnTo>
                    <a:lnTo>
                      <a:pt x="168" y="76"/>
                    </a:lnTo>
                    <a:lnTo>
                      <a:pt x="164" y="76"/>
                    </a:lnTo>
                    <a:lnTo>
                      <a:pt x="168" y="76"/>
                    </a:lnTo>
                    <a:lnTo>
                      <a:pt x="164" y="78"/>
                    </a:lnTo>
                    <a:lnTo>
                      <a:pt x="164" y="82"/>
                    </a:lnTo>
                    <a:lnTo>
                      <a:pt x="160" y="82"/>
                    </a:lnTo>
                    <a:lnTo>
                      <a:pt x="160" y="86"/>
                    </a:lnTo>
                    <a:lnTo>
                      <a:pt x="158" y="86"/>
                    </a:lnTo>
                    <a:lnTo>
                      <a:pt x="160" y="86"/>
                    </a:lnTo>
                    <a:lnTo>
                      <a:pt x="158" y="90"/>
                    </a:lnTo>
                    <a:lnTo>
                      <a:pt x="154" y="90"/>
                    </a:lnTo>
                    <a:lnTo>
                      <a:pt x="154" y="94"/>
                    </a:lnTo>
                    <a:lnTo>
                      <a:pt x="154" y="98"/>
                    </a:lnTo>
                    <a:lnTo>
                      <a:pt x="154" y="102"/>
                    </a:lnTo>
                    <a:lnTo>
                      <a:pt x="158" y="102"/>
                    </a:lnTo>
                    <a:lnTo>
                      <a:pt x="158" y="98"/>
                    </a:lnTo>
                    <a:lnTo>
                      <a:pt x="158" y="94"/>
                    </a:lnTo>
                    <a:lnTo>
                      <a:pt x="160" y="94"/>
                    </a:lnTo>
                    <a:lnTo>
                      <a:pt x="164" y="94"/>
                    </a:lnTo>
                    <a:lnTo>
                      <a:pt x="164" y="98"/>
                    </a:lnTo>
                    <a:lnTo>
                      <a:pt x="164" y="102"/>
                    </a:lnTo>
                    <a:lnTo>
                      <a:pt x="168" y="106"/>
                    </a:lnTo>
                    <a:lnTo>
                      <a:pt x="164" y="106"/>
                    </a:lnTo>
                    <a:lnTo>
                      <a:pt x="164" y="108"/>
                    </a:lnTo>
                    <a:lnTo>
                      <a:pt x="164" y="112"/>
                    </a:lnTo>
                    <a:lnTo>
                      <a:pt x="168" y="112"/>
                    </a:lnTo>
                    <a:lnTo>
                      <a:pt x="168" y="116"/>
                    </a:lnTo>
                    <a:lnTo>
                      <a:pt x="168" y="120"/>
                    </a:lnTo>
                    <a:lnTo>
                      <a:pt x="164" y="120"/>
                    </a:lnTo>
                    <a:lnTo>
                      <a:pt x="160" y="120"/>
                    </a:lnTo>
                    <a:lnTo>
                      <a:pt x="160" y="124"/>
                    </a:lnTo>
                    <a:lnTo>
                      <a:pt x="164" y="128"/>
                    </a:lnTo>
                    <a:lnTo>
                      <a:pt x="168" y="128"/>
                    </a:lnTo>
                    <a:lnTo>
                      <a:pt x="164" y="132"/>
                    </a:lnTo>
                    <a:lnTo>
                      <a:pt x="164" y="134"/>
                    </a:lnTo>
                    <a:lnTo>
                      <a:pt x="164" y="138"/>
                    </a:lnTo>
                    <a:lnTo>
                      <a:pt x="168" y="138"/>
                    </a:lnTo>
                    <a:lnTo>
                      <a:pt x="172" y="142"/>
                    </a:lnTo>
                    <a:lnTo>
                      <a:pt x="176" y="142"/>
                    </a:lnTo>
                    <a:lnTo>
                      <a:pt x="176" y="138"/>
                    </a:lnTo>
                    <a:lnTo>
                      <a:pt x="176" y="142"/>
                    </a:lnTo>
                    <a:lnTo>
                      <a:pt x="176" y="146"/>
                    </a:lnTo>
                    <a:lnTo>
                      <a:pt x="172" y="146"/>
                    </a:lnTo>
                    <a:lnTo>
                      <a:pt x="176" y="146"/>
                    </a:lnTo>
                    <a:lnTo>
                      <a:pt x="176" y="150"/>
                    </a:lnTo>
                    <a:lnTo>
                      <a:pt x="172" y="150"/>
                    </a:lnTo>
                    <a:lnTo>
                      <a:pt x="168" y="150"/>
                    </a:lnTo>
                    <a:lnTo>
                      <a:pt x="168" y="154"/>
                    </a:lnTo>
                    <a:lnTo>
                      <a:pt x="164" y="154"/>
                    </a:lnTo>
                    <a:lnTo>
                      <a:pt x="160" y="158"/>
                    </a:lnTo>
                    <a:lnTo>
                      <a:pt x="160" y="162"/>
                    </a:lnTo>
                    <a:lnTo>
                      <a:pt x="158" y="162"/>
                    </a:lnTo>
                    <a:lnTo>
                      <a:pt x="154" y="162"/>
                    </a:lnTo>
                    <a:lnTo>
                      <a:pt x="150" y="162"/>
                    </a:lnTo>
                    <a:lnTo>
                      <a:pt x="146" y="162"/>
                    </a:lnTo>
                    <a:lnTo>
                      <a:pt x="142" y="162"/>
                    </a:lnTo>
                    <a:lnTo>
                      <a:pt x="142" y="158"/>
                    </a:lnTo>
                    <a:lnTo>
                      <a:pt x="138" y="158"/>
                    </a:lnTo>
                    <a:lnTo>
                      <a:pt x="142" y="158"/>
                    </a:lnTo>
                    <a:lnTo>
                      <a:pt x="142" y="154"/>
                    </a:lnTo>
                    <a:lnTo>
                      <a:pt x="138" y="154"/>
                    </a:lnTo>
                    <a:lnTo>
                      <a:pt x="136" y="158"/>
                    </a:lnTo>
                    <a:lnTo>
                      <a:pt x="136" y="154"/>
                    </a:lnTo>
                    <a:lnTo>
                      <a:pt x="136" y="158"/>
                    </a:lnTo>
                    <a:lnTo>
                      <a:pt x="132" y="158"/>
                    </a:lnTo>
                    <a:lnTo>
                      <a:pt x="132" y="154"/>
                    </a:lnTo>
                    <a:lnTo>
                      <a:pt x="128" y="154"/>
                    </a:lnTo>
                    <a:lnTo>
                      <a:pt x="124" y="154"/>
                    </a:lnTo>
                    <a:lnTo>
                      <a:pt x="120" y="158"/>
                    </a:lnTo>
                    <a:lnTo>
                      <a:pt x="116" y="158"/>
                    </a:lnTo>
                    <a:lnTo>
                      <a:pt x="114" y="162"/>
                    </a:lnTo>
                    <a:lnTo>
                      <a:pt x="114" y="164"/>
                    </a:lnTo>
                    <a:lnTo>
                      <a:pt x="110" y="164"/>
                    </a:lnTo>
                    <a:lnTo>
                      <a:pt x="110" y="168"/>
                    </a:lnTo>
                    <a:lnTo>
                      <a:pt x="114" y="168"/>
                    </a:lnTo>
                    <a:lnTo>
                      <a:pt x="114" y="172"/>
                    </a:lnTo>
                    <a:lnTo>
                      <a:pt x="114" y="176"/>
                    </a:lnTo>
                    <a:lnTo>
                      <a:pt x="110" y="172"/>
                    </a:lnTo>
                    <a:lnTo>
                      <a:pt x="106" y="176"/>
                    </a:lnTo>
                    <a:lnTo>
                      <a:pt x="102" y="176"/>
                    </a:lnTo>
                    <a:lnTo>
                      <a:pt x="98" y="176"/>
                    </a:lnTo>
                    <a:lnTo>
                      <a:pt x="94" y="176"/>
                    </a:lnTo>
                    <a:lnTo>
                      <a:pt x="94" y="172"/>
                    </a:lnTo>
                    <a:lnTo>
                      <a:pt x="94" y="172"/>
                    </a:lnTo>
                    <a:lnTo>
                      <a:pt x="94" y="172"/>
                    </a:lnTo>
                    <a:close/>
                    <a:moveTo>
                      <a:pt x="50" y="108"/>
                    </a:moveTo>
                    <a:lnTo>
                      <a:pt x="50" y="106"/>
                    </a:lnTo>
                    <a:lnTo>
                      <a:pt x="50" y="102"/>
                    </a:lnTo>
                    <a:lnTo>
                      <a:pt x="50" y="106"/>
                    </a:lnTo>
                    <a:lnTo>
                      <a:pt x="54" y="106"/>
                    </a:lnTo>
                    <a:lnTo>
                      <a:pt x="54" y="108"/>
                    </a:lnTo>
                    <a:lnTo>
                      <a:pt x="50" y="108"/>
                    </a:lnTo>
                    <a:lnTo>
                      <a:pt x="50" y="108"/>
                    </a:lnTo>
                    <a:lnTo>
                      <a:pt x="50" y="108"/>
                    </a:lnTo>
                    <a:close/>
                    <a:moveTo>
                      <a:pt x="22" y="78"/>
                    </a:moveTo>
                    <a:lnTo>
                      <a:pt x="22" y="76"/>
                    </a:lnTo>
                    <a:lnTo>
                      <a:pt x="22" y="78"/>
                    </a:lnTo>
                    <a:lnTo>
                      <a:pt x="22" y="78"/>
                    </a:lnTo>
                    <a:lnTo>
                      <a:pt x="22" y="78"/>
                    </a:lnTo>
                    <a:close/>
                    <a:moveTo>
                      <a:pt x="50" y="102"/>
                    </a:moveTo>
                    <a:lnTo>
                      <a:pt x="46" y="102"/>
                    </a:lnTo>
                    <a:lnTo>
                      <a:pt x="46" y="98"/>
                    </a:lnTo>
                    <a:lnTo>
                      <a:pt x="50" y="102"/>
                    </a:lnTo>
                    <a:lnTo>
                      <a:pt x="50" y="102"/>
                    </a:lnTo>
                    <a:lnTo>
                      <a:pt x="50" y="102"/>
                    </a:lnTo>
                    <a:close/>
                    <a:moveTo>
                      <a:pt x="190" y="182"/>
                    </a:moveTo>
                    <a:lnTo>
                      <a:pt x="190" y="180"/>
                    </a:lnTo>
                    <a:lnTo>
                      <a:pt x="190" y="176"/>
                    </a:lnTo>
                    <a:lnTo>
                      <a:pt x="190" y="172"/>
                    </a:lnTo>
                    <a:lnTo>
                      <a:pt x="194" y="172"/>
                    </a:lnTo>
                    <a:lnTo>
                      <a:pt x="194" y="168"/>
                    </a:lnTo>
                    <a:lnTo>
                      <a:pt x="198" y="168"/>
                    </a:lnTo>
                    <a:lnTo>
                      <a:pt x="198" y="164"/>
                    </a:lnTo>
                    <a:lnTo>
                      <a:pt x="202" y="164"/>
                    </a:lnTo>
                    <a:lnTo>
                      <a:pt x="202" y="168"/>
                    </a:lnTo>
                    <a:lnTo>
                      <a:pt x="202" y="172"/>
                    </a:lnTo>
                    <a:lnTo>
                      <a:pt x="202" y="180"/>
                    </a:lnTo>
                    <a:lnTo>
                      <a:pt x="202" y="182"/>
                    </a:lnTo>
                    <a:lnTo>
                      <a:pt x="202" y="186"/>
                    </a:lnTo>
                    <a:lnTo>
                      <a:pt x="202" y="190"/>
                    </a:lnTo>
                    <a:lnTo>
                      <a:pt x="198" y="190"/>
                    </a:lnTo>
                    <a:lnTo>
                      <a:pt x="198" y="194"/>
                    </a:lnTo>
                    <a:lnTo>
                      <a:pt x="194" y="194"/>
                    </a:lnTo>
                    <a:lnTo>
                      <a:pt x="190" y="190"/>
                    </a:lnTo>
                    <a:lnTo>
                      <a:pt x="194" y="190"/>
                    </a:lnTo>
                    <a:lnTo>
                      <a:pt x="190" y="190"/>
                    </a:lnTo>
                    <a:lnTo>
                      <a:pt x="190" y="186"/>
                    </a:lnTo>
                    <a:lnTo>
                      <a:pt x="190" y="182"/>
                    </a:lnTo>
                    <a:lnTo>
                      <a:pt x="190" y="182"/>
                    </a:lnTo>
                    <a:lnTo>
                      <a:pt x="190" y="1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7" name="Freeform 101"/>
              <p:cNvSpPr>
                <a:spLocks noEditPoints="1"/>
              </p:cNvSpPr>
              <p:nvPr/>
            </p:nvSpPr>
            <p:spPr bwMode="gray">
              <a:xfrm>
                <a:off x="4942573" y="2745645"/>
                <a:ext cx="226105" cy="285238"/>
              </a:xfrm>
              <a:custGeom>
                <a:avLst/>
                <a:gdLst>
                  <a:gd name="T0" fmla="*/ 26 w 130"/>
                  <a:gd name="T1" fmla="*/ 142 h 164"/>
                  <a:gd name="T2" fmla="*/ 32 w 130"/>
                  <a:gd name="T3" fmla="*/ 128 h 164"/>
                  <a:gd name="T4" fmla="*/ 18 w 130"/>
                  <a:gd name="T5" fmla="*/ 128 h 164"/>
                  <a:gd name="T6" fmla="*/ 6 w 130"/>
                  <a:gd name="T7" fmla="*/ 120 h 164"/>
                  <a:gd name="T8" fmla="*/ 4 w 130"/>
                  <a:gd name="T9" fmla="*/ 108 h 164"/>
                  <a:gd name="T10" fmla="*/ 6 w 130"/>
                  <a:gd name="T11" fmla="*/ 94 h 164"/>
                  <a:gd name="T12" fmla="*/ 4 w 130"/>
                  <a:gd name="T13" fmla="*/ 86 h 164"/>
                  <a:gd name="T14" fmla="*/ 4 w 130"/>
                  <a:gd name="T15" fmla="*/ 76 h 164"/>
                  <a:gd name="T16" fmla="*/ 14 w 130"/>
                  <a:gd name="T17" fmla="*/ 68 h 164"/>
                  <a:gd name="T18" fmla="*/ 14 w 130"/>
                  <a:gd name="T19" fmla="*/ 56 h 164"/>
                  <a:gd name="T20" fmla="*/ 18 w 130"/>
                  <a:gd name="T21" fmla="*/ 50 h 164"/>
                  <a:gd name="T22" fmla="*/ 18 w 130"/>
                  <a:gd name="T23" fmla="*/ 38 h 164"/>
                  <a:gd name="T24" fmla="*/ 30 w 130"/>
                  <a:gd name="T25" fmla="*/ 30 h 164"/>
                  <a:gd name="T26" fmla="*/ 32 w 130"/>
                  <a:gd name="T27" fmla="*/ 30 h 164"/>
                  <a:gd name="T28" fmla="*/ 40 w 130"/>
                  <a:gd name="T29" fmla="*/ 34 h 164"/>
                  <a:gd name="T30" fmla="*/ 48 w 130"/>
                  <a:gd name="T31" fmla="*/ 26 h 164"/>
                  <a:gd name="T32" fmla="*/ 52 w 130"/>
                  <a:gd name="T33" fmla="*/ 30 h 164"/>
                  <a:gd name="T34" fmla="*/ 44 w 130"/>
                  <a:gd name="T35" fmla="*/ 20 h 164"/>
                  <a:gd name="T36" fmla="*/ 44 w 130"/>
                  <a:gd name="T37" fmla="*/ 16 h 164"/>
                  <a:gd name="T38" fmla="*/ 36 w 130"/>
                  <a:gd name="T39" fmla="*/ 4 h 164"/>
                  <a:gd name="T40" fmla="*/ 36 w 130"/>
                  <a:gd name="T41" fmla="*/ 0 h 164"/>
                  <a:gd name="T42" fmla="*/ 52 w 130"/>
                  <a:gd name="T43" fmla="*/ 4 h 164"/>
                  <a:gd name="T44" fmla="*/ 56 w 130"/>
                  <a:gd name="T45" fmla="*/ 12 h 164"/>
                  <a:gd name="T46" fmla="*/ 74 w 130"/>
                  <a:gd name="T47" fmla="*/ 16 h 164"/>
                  <a:gd name="T48" fmla="*/ 74 w 130"/>
                  <a:gd name="T49" fmla="*/ 24 h 164"/>
                  <a:gd name="T50" fmla="*/ 86 w 130"/>
                  <a:gd name="T51" fmla="*/ 20 h 164"/>
                  <a:gd name="T52" fmla="*/ 100 w 130"/>
                  <a:gd name="T53" fmla="*/ 12 h 164"/>
                  <a:gd name="T54" fmla="*/ 92 w 130"/>
                  <a:gd name="T55" fmla="*/ 16 h 164"/>
                  <a:gd name="T56" fmla="*/ 108 w 130"/>
                  <a:gd name="T57" fmla="*/ 20 h 164"/>
                  <a:gd name="T58" fmla="*/ 114 w 130"/>
                  <a:gd name="T59" fmla="*/ 26 h 164"/>
                  <a:gd name="T60" fmla="*/ 122 w 130"/>
                  <a:gd name="T61" fmla="*/ 38 h 164"/>
                  <a:gd name="T62" fmla="*/ 122 w 130"/>
                  <a:gd name="T63" fmla="*/ 52 h 164"/>
                  <a:gd name="T64" fmla="*/ 126 w 130"/>
                  <a:gd name="T65" fmla="*/ 60 h 164"/>
                  <a:gd name="T66" fmla="*/ 126 w 130"/>
                  <a:gd name="T67" fmla="*/ 76 h 164"/>
                  <a:gd name="T68" fmla="*/ 126 w 130"/>
                  <a:gd name="T69" fmla="*/ 90 h 164"/>
                  <a:gd name="T70" fmla="*/ 122 w 130"/>
                  <a:gd name="T71" fmla="*/ 86 h 164"/>
                  <a:gd name="T72" fmla="*/ 104 w 130"/>
                  <a:gd name="T73" fmla="*/ 94 h 164"/>
                  <a:gd name="T74" fmla="*/ 92 w 130"/>
                  <a:gd name="T75" fmla="*/ 106 h 164"/>
                  <a:gd name="T76" fmla="*/ 96 w 130"/>
                  <a:gd name="T77" fmla="*/ 108 h 164"/>
                  <a:gd name="T78" fmla="*/ 100 w 130"/>
                  <a:gd name="T79" fmla="*/ 120 h 164"/>
                  <a:gd name="T80" fmla="*/ 112 w 130"/>
                  <a:gd name="T81" fmla="*/ 134 h 164"/>
                  <a:gd name="T82" fmla="*/ 100 w 130"/>
                  <a:gd name="T83" fmla="*/ 142 h 164"/>
                  <a:gd name="T84" fmla="*/ 100 w 130"/>
                  <a:gd name="T85" fmla="*/ 154 h 164"/>
                  <a:gd name="T86" fmla="*/ 100 w 130"/>
                  <a:gd name="T87" fmla="*/ 158 h 164"/>
                  <a:gd name="T88" fmla="*/ 82 w 130"/>
                  <a:gd name="T89" fmla="*/ 158 h 164"/>
                  <a:gd name="T90" fmla="*/ 66 w 130"/>
                  <a:gd name="T91" fmla="*/ 158 h 164"/>
                  <a:gd name="T92" fmla="*/ 58 w 130"/>
                  <a:gd name="T93" fmla="*/ 158 h 164"/>
                  <a:gd name="T94" fmla="*/ 44 w 130"/>
                  <a:gd name="T95" fmla="*/ 154 h 164"/>
                  <a:gd name="T96" fmla="*/ 40 w 130"/>
                  <a:gd name="T97" fmla="*/ 154 h 164"/>
                  <a:gd name="T98" fmla="*/ 32 w 130"/>
                  <a:gd name="T99" fmla="*/ 158 h 164"/>
                  <a:gd name="T100" fmla="*/ 118 w 130"/>
                  <a:gd name="T101" fmla="*/ 26 h 164"/>
                  <a:gd name="T102" fmla="*/ 112 w 130"/>
                  <a:gd name="T103" fmla="*/ 24 h 164"/>
                  <a:gd name="T104" fmla="*/ 118 w 130"/>
                  <a:gd name="T105" fmla="*/ 26 h 164"/>
                  <a:gd name="T106" fmla="*/ 74 w 130"/>
                  <a:gd name="T107" fmla="*/ 16 h 164"/>
                  <a:gd name="T108" fmla="*/ 40 w 130"/>
                  <a:gd name="T109" fmla="*/ 8 h 164"/>
                  <a:gd name="T110" fmla="*/ 104 w 130"/>
                  <a:gd name="T111" fmla="*/ 20 h 164"/>
                  <a:gd name="T112" fmla="*/ 104 w 130"/>
                  <a:gd name="T113" fmla="*/ 8 h 164"/>
                  <a:gd name="T114" fmla="*/ 108 w 130"/>
                  <a:gd name="T115" fmla="*/ 16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0" h="164">
                    <a:moveTo>
                      <a:pt x="26" y="158"/>
                    </a:moveTo>
                    <a:lnTo>
                      <a:pt x="26" y="154"/>
                    </a:lnTo>
                    <a:lnTo>
                      <a:pt x="26" y="150"/>
                    </a:lnTo>
                    <a:lnTo>
                      <a:pt x="26" y="146"/>
                    </a:lnTo>
                    <a:lnTo>
                      <a:pt x="26" y="142"/>
                    </a:lnTo>
                    <a:lnTo>
                      <a:pt x="26" y="138"/>
                    </a:lnTo>
                    <a:lnTo>
                      <a:pt x="30" y="138"/>
                    </a:lnTo>
                    <a:lnTo>
                      <a:pt x="30" y="134"/>
                    </a:lnTo>
                    <a:lnTo>
                      <a:pt x="32" y="132"/>
                    </a:lnTo>
                    <a:lnTo>
                      <a:pt x="32" y="128"/>
                    </a:lnTo>
                    <a:lnTo>
                      <a:pt x="30" y="128"/>
                    </a:lnTo>
                    <a:lnTo>
                      <a:pt x="26" y="128"/>
                    </a:lnTo>
                    <a:lnTo>
                      <a:pt x="22" y="124"/>
                    </a:lnTo>
                    <a:lnTo>
                      <a:pt x="22" y="128"/>
                    </a:lnTo>
                    <a:lnTo>
                      <a:pt x="18" y="128"/>
                    </a:lnTo>
                    <a:lnTo>
                      <a:pt x="18" y="124"/>
                    </a:lnTo>
                    <a:lnTo>
                      <a:pt x="14" y="124"/>
                    </a:lnTo>
                    <a:lnTo>
                      <a:pt x="10" y="124"/>
                    </a:lnTo>
                    <a:lnTo>
                      <a:pt x="10" y="120"/>
                    </a:lnTo>
                    <a:lnTo>
                      <a:pt x="6" y="120"/>
                    </a:lnTo>
                    <a:lnTo>
                      <a:pt x="6" y="116"/>
                    </a:lnTo>
                    <a:lnTo>
                      <a:pt x="10" y="112"/>
                    </a:lnTo>
                    <a:lnTo>
                      <a:pt x="6" y="112"/>
                    </a:lnTo>
                    <a:lnTo>
                      <a:pt x="6" y="108"/>
                    </a:lnTo>
                    <a:lnTo>
                      <a:pt x="4" y="108"/>
                    </a:lnTo>
                    <a:lnTo>
                      <a:pt x="4" y="106"/>
                    </a:lnTo>
                    <a:lnTo>
                      <a:pt x="4" y="102"/>
                    </a:lnTo>
                    <a:lnTo>
                      <a:pt x="6" y="102"/>
                    </a:lnTo>
                    <a:lnTo>
                      <a:pt x="6" y="98"/>
                    </a:lnTo>
                    <a:lnTo>
                      <a:pt x="6" y="94"/>
                    </a:lnTo>
                    <a:lnTo>
                      <a:pt x="4" y="94"/>
                    </a:lnTo>
                    <a:lnTo>
                      <a:pt x="4" y="90"/>
                    </a:lnTo>
                    <a:lnTo>
                      <a:pt x="4" y="86"/>
                    </a:lnTo>
                    <a:lnTo>
                      <a:pt x="0" y="86"/>
                    </a:lnTo>
                    <a:lnTo>
                      <a:pt x="4" y="86"/>
                    </a:lnTo>
                    <a:lnTo>
                      <a:pt x="4" y="82"/>
                    </a:lnTo>
                    <a:lnTo>
                      <a:pt x="4" y="78"/>
                    </a:lnTo>
                    <a:lnTo>
                      <a:pt x="6" y="78"/>
                    </a:lnTo>
                    <a:lnTo>
                      <a:pt x="6" y="76"/>
                    </a:lnTo>
                    <a:lnTo>
                      <a:pt x="4" y="76"/>
                    </a:lnTo>
                    <a:lnTo>
                      <a:pt x="4" y="72"/>
                    </a:lnTo>
                    <a:lnTo>
                      <a:pt x="4" y="68"/>
                    </a:lnTo>
                    <a:lnTo>
                      <a:pt x="6" y="68"/>
                    </a:lnTo>
                    <a:lnTo>
                      <a:pt x="10" y="68"/>
                    </a:lnTo>
                    <a:lnTo>
                      <a:pt x="14" y="68"/>
                    </a:lnTo>
                    <a:lnTo>
                      <a:pt x="14" y="64"/>
                    </a:lnTo>
                    <a:lnTo>
                      <a:pt x="14" y="60"/>
                    </a:lnTo>
                    <a:lnTo>
                      <a:pt x="18" y="60"/>
                    </a:lnTo>
                    <a:lnTo>
                      <a:pt x="18" y="56"/>
                    </a:lnTo>
                    <a:lnTo>
                      <a:pt x="14" y="56"/>
                    </a:lnTo>
                    <a:lnTo>
                      <a:pt x="10" y="56"/>
                    </a:lnTo>
                    <a:lnTo>
                      <a:pt x="10" y="52"/>
                    </a:lnTo>
                    <a:lnTo>
                      <a:pt x="14" y="52"/>
                    </a:lnTo>
                    <a:lnTo>
                      <a:pt x="18" y="52"/>
                    </a:lnTo>
                    <a:lnTo>
                      <a:pt x="18" y="50"/>
                    </a:lnTo>
                    <a:lnTo>
                      <a:pt x="18" y="46"/>
                    </a:lnTo>
                    <a:lnTo>
                      <a:pt x="18" y="42"/>
                    </a:lnTo>
                    <a:lnTo>
                      <a:pt x="18" y="38"/>
                    </a:lnTo>
                    <a:lnTo>
                      <a:pt x="22" y="38"/>
                    </a:lnTo>
                    <a:lnTo>
                      <a:pt x="18" y="38"/>
                    </a:lnTo>
                    <a:lnTo>
                      <a:pt x="18" y="34"/>
                    </a:lnTo>
                    <a:lnTo>
                      <a:pt x="18" y="30"/>
                    </a:lnTo>
                    <a:lnTo>
                      <a:pt x="22" y="30"/>
                    </a:lnTo>
                    <a:lnTo>
                      <a:pt x="26" y="30"/>
                    </a:lnTo>
                    <a:lnTo>
                      <a:pt x="30" y="30"/>
                    </a:lnTo>
                    <a:lnTo>
                      <a:pt x="32" y="30"/>
                    </a:lnTo>
                    <a:lnTo>
                      <a:pt x="32" y="34"/>
                    </a:lnTo>
                    <a:lnTo>
                      <a:pt x="36" y="34"/>
                    </a:lnTo>
                    <a:lnTo>
                      <a:pt x="32" y="34"/>
                    </a:lnTo>
                    <a:lnTo>
                      <a:pt x="32" y="30"/>
                    </a:lnTo>
                    <a:lnTo>
                      <a:pt x="36" y="30"/>
                    </a:lnTo>
                    <a:lnTo>
                      <a:pt x="36" y="34"/>
                    </a:lnTo>
                    <a:lnTo>
                      <a:pt x="36" y="38"/>
                    </a:lnTo>
                    <a:lnTo>
                      <a:pt x="36" y="34"/>
                    </a:lnTo>
                    <a:lnTo>
                      <a:pt x="40" y="34"/>
                    </a:lnTo>
                    <a:lnTo>
                      <a:pt x="36" y="30"/>
                    </a:lnTo>
                    <a:lnTo>
                      <a:pt x="36" y="26"/>
                    </a:lnTo>
                    <a:lnTo>
                      <a:pt x="40" y="26"/>
                    </a:lnTo>
                    <a:lnTo>
                      <a:pt x="44" y="26"/>
                    </a:lnTo>
                    <a:lnTo>
                      <a:pt x="48" y="26"/>
                    </a:lnTo>
                    <a:lnTo>
                      <a:pt x="52" y="26"/>
                    </a:lnTo>
                    <a:lnTo>
                      <a:pt x="52" y="30"/>
                    </a:lnTo>
                    <a:lnTo>
                      <a:pt x="56" y="34"/>
                    </a:lnTo>
                    <a:lnTo>
                      <a:pt x="56" y="30"/>
                    </a:lnTo>
                    <a:lnTo>
                      <a:pt x="52" y="30"/>
                    </a:lnTo>
                    <a:lnTo>
                      <a:pt x="52" y="26"/>
                    </a:lnTo>
                    <a:lnTo>
                      <a:pt x="48" y="26"/>
                    </a:lnTo>
                    <a:lnTo>
                      <a:pt x="44" y="26"/>
                    </a:lnTo>
                    <a:lnTo>
                      <a:pt x="44" y="24"/>
                    </a:lnTo>
                    <a:lnTo>
                      <a:pt x="44" y="20"/>
                    </a:lnTo>
                    <a:lnTo>
                      <a:pt x="40" y="20"/>
                    </a:lnTo>
                    <a:lnTo>
                      <a:pt x="44" y="20"/>
                    </a:lnTo>
                    <a:lnTo>
                      <a:pt x="44" y="16"/>
                    </a:lnTo>
                    <a:lnTo>
                      <a:pt x="40" y="16"/>
                    </a:lnTo>
                    <a:lnTo>
                      <a:pt x="44" y="16"/>
                    </a:lnTo>
                    <a:lnTo>
                      <a:pt x="44" y="12"/>
                    </a:lnTo>
                    <a:lnTo>
                      <a:pt x="44" y="8"/>
                    </a:lnTo>
                    <a:lnTo>
                      <a:pt x="40" y="8"/>
                    </a:lnTo>
                    <a:lnTo>
                      <a:pt x="40" y="4"/>
                    </a:lnTo>
                    <a:lnTo>
                      <a:pt x="36" y="4"/>
                    </a:lnTo>
                    <a:lnTo>
                      <a:pt x="32" y="4"/>
                    </a:lnTo>
                    <a:lnTo>
                      <a:pt x="32" y="8"/>
                    </a:lnTo>
                    <a:lnTo>
                      <a:pt x="32" y="4"/>
                    </a:lnTo>
                    <a:lnTo>
                      <a:pt x="36" y="4"/>
                    </a:lnTo>
                    <a:lnTo>
                      <a:pt x="36" y="0"/>
                    </a:lnTo>
                    <a:lnTo>
                      <a:pt x="36" y="4"/>
                    </a:lnTo>
                    <a:lnTo>
                      <a:pt x="40" y="4"/>
                    </a:lnTo>
                    <a:lnTo>
                      <a:pt x="44" y="4"/>
                    </a:lnTo>
                    <a:lnTo>
                      <a:pt x="48" y="4"/>
                    </a:lnTo>
                    <a:lnTo>
                      <a:pt x="52" y="4"/>
                    </a:lnTo>
                    <a:lnTo>
                      <a:pt x="56" y="4"/>
                    </a:lnTo>
                    <a:lnTo>
                      <a:pt x="58" y="4"/>
                    </a:lnTo>
                    <a:lnTo>
                      <a:pt x="58" y="8"/>
                    </a:lnTo>
                    <a:lnTo>
                      <a:pt x="58" y="12"/>
                    </a:lnTo>
                    <a:lnTo>
                      <a:pt x="56" y="12"/>
                    </a:lnTo>
                    <a:lnTo>
                      <a:pt x="58" y="12"/>
                    </a:lnTo>
                    <a:lnTo>
                      <a:pt x="62" y="16"/>
                    </a:lnTo>
                    <a:lnTo>
                      <a:pt x="66" y="16"/>
                    </a:lnTo>
                    <a:lnTo>
                      <a:pt x="70" y="16"/>
                    </a:lnTo>
                    <a:lnTo>
                      <a:pt x="74" y="16"/>
                    </a:lnTo>
                    <a:lnTo>
                      <a:pt x="74" y="20"/>
                    </a:lnTo>
                    <a:lnTo>
                      <a:pt x="70" y="24"/>
                    </a:lnTo>
                    <a:lnTo>
                      <a:pt x="70" y="26"/>
                    </a:lnTo>
                    <a:lnTo>
                      <a:pt x="70" y="24"/>
                    </a:lnTo>
                    <a:lnTo>
                      <a:pt x="74" y="24"/>
                    </a:lnTo>
                    <a:lnTo>
                      <a:pt x="78" y="24"/>
                    </a:lnTo>
                    <a:lnTo>
                      <a:pt x="78" y="26"/>
                    </a:lnTo>
                    <a:lnTo>
                      <a:pt x="82" y="24"/>
                    </a:lnTo>
                    <a:lnTo>
                      <a:pt x="82" y="20"/>
                    </a:lnTo>
                    <a:lnTo>
                      <a:pt x="86" y="20"/>
                    </a:lnTo>
                    <a:lnTo>
                      <a:pt x="88" y="20"/>
                    </a:lnTo>
                    <a:lnTo>
                      <a:pt x="92" y="16"/>
                    </a:lnTo>
                    <a:lnTo>
                      <a:pt x="92" y="12"/>
                    </a:lnTo>
                    <a:lnTo>
                      <a:pt x="96" y="12"/>
                    </a:lnTo>
                    <a:lnTo>
                      <a:pt x="100" y="12"/>
                    </a:lnTo>
                    <a:lnTo>
                      <a:pt x="100" y="16"/>
                    </a:lnTo>
                    <a:lnTo>
                      <a:pt x="96" y="16"/>
                    </a:lnTo>
                    <a:lnTo>
                      <a:pt x="92" y="16"/>
                    </a:lnTo>
                    <a:lnTo>
                      <a:pt x="92" y="20"/>
                    </a:lnTo>
                    <a:lnTo>
                      <a:pt x="92" y="16"/>
                    </a:lnTo>
                    <a:lnTo>
                      <a:pt x="96" y="16"/>
                    </a:lnTo>
                    <a:lnTo>
                      <a:pt x="100" y="16"/>
                    </a:lnTo>
                    <a:lnTo>
                      <a:pt x="104" y="16"/>
                    </a:lnTo>
                    <a:lnTo>
                      <a:pt x="104" y="20"/>
                    </a:lnTo>
                    <a:lnTo>
                      <a:pt x="108" y="20"/>
                    </a:lnTo>
                    <a:lnTo>
                      <a:pt x="108" y="24"/>
                    </a:lnTo>
                    <a:lnTo>
                      <a:pt x="108" y="20"/>
                    </a:lnTo>
                    <a:lnTo>
                      <a:pt x="112" y="20"/>
                    </a:lnTo>
                    <a:lnTo>
                      <a:pt x="112" y="24"/>
                    </a:lnTo>
                    <a:lnTo>
                      <a:pt x="114" y="26"/>
                    </a:lnTo>
                    <a:lnTo>
                      <a:pt x="112" y="26"/>
                    </a:lnTo>
                    <a:lnTo>
                      <a:pt x="114" y="26"/>
                    </a:lnTo>
                    <a:lnTo>
                      <a:pt x="118" y="30"/>
                    </a:lnTo>
                    <a:lnTo>
                      <a:pt x="118" y="34"/>
                    </a:lnTo>
                    <a:lnTo>
                      <a:pt x="122" y="38"/>
                    </a:lnTo>
                    <a:lnTo>
                      <a:pt x="122" y="42"/>
                    </a:lnTo>
                    <a:lnTo>
                      <a:pt x="118" y="46"/>
                    </a:lnTo>
                    <a:lnTo>
                      <a:pt x="118" y="50"/>
                    </a:lnTo>
                    <a:lnTo>
                      <a:pt x="122" y="50"/>
                    </a:lnTo>
                    <a:lnTo>
                      <a:pt x="122" y="52"/>
                    </a:lnTo>
                    <a:lnTo>
                      <a:pt x="126" y="52"/>
                    </a:lnTo>
                    <a:lnTo>
                      <a:pt x="126" y="56"/>
                    </a:lnTo>
                    <a:lnTo>
                      <a:pt x="122" y="56"/>
                    </a:lnTo>
                    <a:lnTo>
                      <a:pt x="122" y="60"/>
                    </a:lnTo>
                    <a:lnTo>
                      <a:pt x="126" y="60"/>
                    </a:lnTo>
                    <a:lnTo>
                      <a:pt x="126" y="64"/>
                    </a:lnTo>
                    <a:lnTo>
                      <a:pt x="126" y="68"/>
                    </a:lnTo>
                    <a:lnTo>
                      <a:pt x="122" y="68"/>
                    </a:lnTo>
                    <a:lnTo>
                      <a:pt x="126" y="72"/>
                    </a:lnTo>
                    <a:lnTo>
                      <a:pt x="126" y="76"/>
                    </a:lnTo>
                    <a:lnTo>
                      <a:pt x="130" y="76"/>
                    </a:lnTo>
                    <a:lnTo>
                      <a:pt x="130" y="78"/>
                    </a:lnTo>
                    <a:lnTo>
                      <a:pt x="130" y="82"/>
                    </a:lnTo>
                    <a:lnTo>
                      <a:pt x="130" y="86"/>
                    </a:lnTo>
                    <a:lnTo>
                      <a:pt x="126" y="90"/>
                    </a:lnTo>
                    <a:lnTo>
                      <a:pt x="122" y="90"/>
                    </a:lnTo>
                    <a:lnTo>
                      <a:pt x="126" y="90"/>
                    </a:lnTo>
                    <a:lnTo>
                      <a:pt x="122" y="86"/>
                    </a:lnTo>
                    <a:lnTo>
                      <a:pt x="118" y="86"/>
                    </a:lnTo>
                    <a:lnTo>
                      <a:pt x="122" y="86"/>
                    </a:lnTo>
                    <a:lnTo>
                      <a:pt x="118" y="90"/>
                    </a:lnTo>
                    <a:lnTo>
                      <a:pt x="114" y="90"/>
                    </a:lnTo>
                    <a:lnTo>
                      <a:pt x="112" y="94"/>
                    </a:lnTo>
                    <a:lnTo>
                      <a:pt x="108" y="94"/>
                    </a:lnTo>
                    <a:lnTo>
                      <a:pt x="104" y="94"/>
                    </a:lnTo>
                    <a:lnTo>
                      <a:pt x="104" y="98"/>
                    </a:lnTo>
                    <a:lnTo>
                      <a:pt x="100" y="98"/>
                    </a:lnTo>
                    <a:lnTo>
                      <a:pt x="96" y="98"/>
                    </a:lnTo>
                    <a:lnTo>
                      <a:pt x="92" y="102"/>
                    </a:lnTo>
                    <a:lnTo>
                      <a:pt x="92" y="106"/>
                    </a:lnTo>
                    <a:lnTo>
                      <a:pt x="88" y="102"/>
                    </a:lnTo>
                    <a:lnTo>
                      <a:pt x="88" y="106"/>
                    </a:lnTo>
                    <a:lnTo>
                      <a:pt x="92" y="106"/>
                    </a:lnTo>
                    <a:lnTo>
                      <a:pt x="92" y="108"/>
                    </a:lnTo>
                    <a:lnTo>
                      <a:pt x="96" y="108"/>
                    </a:lnTo>
                    <a:lnTo>
                      <a:pt x="92" y="112"/>
                    </a:lnTo>
                    <a:lnTo>
                      <a:pt x="92" y="116"/>
                    </a:lnTo>
                    <a:lnTo>
                      <a:pt x="96" y="116"/>
                    </a:lnTo>
                    <a:lnTo>
                      <a:pt x="96" y="120"/>
                    </a:lnTo>
                    <a:lnTo>
                      <a:pt x="100" y="120"/>
                    </a:lnTo>
                    <a:lnTo>
                      <a:pt x="100" y="124"/>
                    </a:lnTo>
                    <a:lnTo>
                      <a:pt x="104" y="124"/>
                    </a:lnTo>
                    <a:lnTo>
                      <a:pt x="108" y="128"/>
                    </a:lnTo>
                    <a:lnTo>
                      <a:pt x="112" y="132"/>
                    </a:lnTo>
                    <a:lnTo>
                      <a:pt x="112" y="134"/>
                    </a:lnTo>
                    <a:lnTo>
                      <a:pt x="112" y="138"/>
                    </a:lnTo>
                    <a:lnTo>
                      <a:pt x="108" y="138"/>
                    </a:lnTo>
                    <a:lnTo>
                      <a:pt x="108" y="142"/>
                    </a:lnTo>
                    <a:lnTo>
                      <a:pt x="104" y="142"/>
                    </a:lnTo>
                    <a:lnTo>
                      <a:pt x="100" y="142"/>
                    </a:lnTo>
                    <a:lnTo>
                      <a:pt x="100" y="146"/>
                    </a:lnTo>
                    <a:lnTo>
                      <a:pt x="96" y="146"/>
                    </a:lnTo>
                    <a:lnTo>
                      <a:pt x="100" y="146"/>
                    </a:lnTo>
                    <a:lnTo>
                      <a:pt x="100" y="150"/>
                    </a:lnTo>
                    <a:lnTo>
                      <a:pt x="100" y="154"/>
                    </a:lnTo>
                    <a:lnTo>
                      <a:pt x="104" y="154"/>
                    </a:lnTo>
                    <a:lnTo>
                      <a:pt x="104" y="158"/>
                    </a:lnTo>
                    <a:lnTo>
                      <a:pt x="104" y="162"/>
                    </a:lnTo>
                    <a:lnTo>
                      <a:pt x="100" y="162"/>
                    </a:lnTo>
                    <a:lnTo>
                      <a:pt x="100" y="158"/>
                    </a:lnTo>
                    <a:lnTo>
                      <a:pt x="96" y="158"/>
                    </a:lnTo>
                    <a:lnTo>
                      <a:pt x="92" y="158"/>
                    </a:lnTo>
                    <a:lnTo>
                      <a:pt x="88" y="158"/>
                    </a:lnTo>
                    <a:lnTo>
                      <a:pt x="86" y="158"/>
                    </a:lnTo>
                    <a:lnTo>
                      <a:pt x="82" y="158"/>
                    </a:lnTo>
                    <a:lnTo>
                      <a:pt x="78" y="158"/>
                    </a:lnTo>
                    <a:lnTo>
                      <a:pt x="78" y="162"/>
                    </a:lnTo>
                    <a:lnTo>
                      <a:pt x="74" y="162"/>
                    </a:lnTo>
                    <a:lnTo>
                      <a:pt x="70" y="158"/>
                    </a:lnTo>
                    <a:lnTo>
                      <a:pt x="66" y="158"/>
                    </a:lnTo>
                    <a:lnTo>
                      <a:pt x="66" y="162"/>
                    </a:lnTo>
                    <a:lnTo>
                      <a:pt x="62" y="164"/>
                    </a:lnTo>
                    <a:lnTo>
                      <a:pt x="62" y="162"/>
                    </a:lnTo>
                    <a:lnTo>
                      <a:pt x="58" y="162"/>
                    </a:lnTo>
                    <a:lnTo>
                      <a:pt x="58" y="158"/>
                    </a:lnTo>
                    <a:lnTo>
                      <a:pt x="56" y="158"/>
                    </a:lnTo>
                    <a:lnTo>
                      <a:pt x="52" y="158"/>
                    </a:lnTo>
                    <a:lnTo>
                      <a:pt x="48" y="158"/>
                    </a:lnTo>
                    <a:lnTo>
                      <a:pt x="44" y="158"/>
                    </a:lnTo>
                    <a:lnTo>
                      <a:pt x="44" y="154"/>
                    </a:lnTo>
                    <a:lnTo>
                      <a:pt x="44" y="158"/>
                    </a:lnTo>
                    <a:lnTo>
                      <a:pt x="44" y="154"/>
                    </a:lnTo>
                    <a:lnTo>
                      <a:pt x="40" y="154"/>
                    </a:lnTo>
                    <a:lnTo>
                      <a:pt x="40" y="158"/>
                    </a:lnTo>
                    <a:lnTo>
                      <a:pt x="40" y="154"/>
                    </a:lnTo>
                    <a:lnTo>
                      <a:pt x="36" y="154"/>
                    </a:lnTo>
                    <a:lnTo>
                      <a:pt x="36" y="158"/>
                    </a:lnTo>
                    <a:lnTo>
                      <a:pt x="40" y="158"/>
                    </a:lnTo>
                    <a:lnTo>
                      <a:pt x="36" y="158"/>
                    </a:lnTo>
                    <a:lnTo>
                      <a:pt x="32" y="158"/>
                    </a:lnTo>
                    <a:lnTo>
                      <a:pt x="30" y="158"/>
                    </a:lnTo>
                    <a:lnTo>
                      <a:pt x="26" y="158"/>
                    </a:lnTo>
                    <a:lnTo>
                      <a:pt x="26" y="158"/>
                    </a:lnTo>
                    <a:lnTo>
                      <a:pt x="26" y="158"/>
                    </a:lnTo>
                    <a:close/>
                    <a:moveTo>
                      <a:pt x="118" y="26"/>
                    </a:moveTo>
                    <a:lnTo>
                      <a:pt x="114" y="26"/>
                    </a:lnTo>
                    <a:lnTo>
                      <a:pt x="112" y="26"/>
                    </a:lnTo>
                    <a:lnTo>
                      <a:pt x="114" y="26"/>
                    </a:lnTo>
                    <a:lnTo>
                      <a:pt x="114" y="24"/>
                    </a:lnTo>
                    <a:lnTo>
                      <a:pt x="112" y="24"/>
                    </a:lnTo>
                    <a:lnTo>
                      <a:pt x="112" y="20"/>
                    </a:lnTo>
                    <a:lnTo>
                      <a:pt x="114" y="20"/>
                    </a:lnTo>
                    <a:lnTo>
                      <a:pt x="114" y="24"/>
                    </a:lnTo>
                    <a:lnTo>
                      <a:pt x="118" y="24"/>
                    </a:lnTo>
                    <a:lnTo>
                      <a:pt x="118" y="26"/>
                    </a:lnTo>
                    <a:lnTo>
                      <a:pt x="118" y="26"/>
                    </a:lnTo>
                    <a:lnTo>
                      <a:pt x="118" y="26"/>
                    </a:lnTo>
                    <a:close/>
                    <a:moveTo>
                      <a:pt x="78" y="12"/>
                    </a:moveTo>
                    <a:lnTo>
                      <a:pt x="78" y="16"/>
                    </a:lnTo>
                    <a:lnTo>
                      <a:pt x="74" y="16"/>
                    </a:lnTo>
                    <a:lnTo>
                      <a:pt x="74" y="12"/>
                    </a:lnTo>
                    <a:lnTo>
                      <a:pt x="78" y="12"/>
                    </a:lnTo>
                    <a:lnTo>
                      <a:pt x="78" y="12"/>
                    </a:lnTo>
                    <a:lnTo>
                      <a:pt x="78" y="12"/>
                    </a:lnTo>
                    <a:close/>
                    <a:moveTo>
                      <a:pt x="40" y="8"/>
                    </a:moveTo>
                    <a:lnTo>
                      <a:pt x="36" y="8"/>
                    </a:lnTo>
                    <a:lnTo>
                      <a:pt x="40" y="8"/>
                    </a:lnTo>
                    <a:lnTo>
                      <a:pt x="40" y="8"/>
                    </a:lnTo>
                    <a:lnTo>
                      <a:pt x="40" y="8"/>
                    </a:lnTo>
                    <a:close/>
                    <a:moveTo>
                      <a:pt x="104" y="20"/>
                    </a:moveTo>
                    <a:lnTo>
                      <a:pt x="104" y="16"/>
                    </a:lnTo>
                    <a:lnTo>
                      <a:pt x="104" y="12"/>
                    </a:lnTo>
                    <a:lnTo>
                      <a:pt x="108" y="12"/>
                    </a:lnTo>
                    <a:lnTo>
                      <a:pt x="104" y="12"/>
                    </a:lnTo>
                    <a:lnTo>
                      <a:pt x="104" y="8"/>
                    </a:lnTo>
                    <a:lnTo>
                      <a:pt x="108" y="8"/>
                    </a:lnTo>
                    <a:lnTo>
                      <a:pt x="108" y="12"/>
                    </a:lnTo>
                    <a:lnTo>
                      <a:pt x="112" y="12"/>
                    </a:lnTo>
                    <a:lnTo>
                      <a:pt x="112" y="16"/>
                    </a:lnTo>
                    <a:lnTo>
                      <a:pt x="108" y="16"/>
                    </a:lnTo>
                    <a:lnTo>
                      <a:pt x="108" y="20"/>
                    </a:lnTo>
                    <a:lnTo>
                      <a:pt x="104" y="20"/>
                    </a:lnTo>
                    <a:lnTo>
                      <a:pt x="104" y="20"/>
                    </a:lnTo>
                    <a:lnTo>
                      <a:pt x="104" y="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8" name="Freeform 102"/>
              <p:cNvSpPr>
                <a:spLocks noEditPoints="1"/>
              </p:cNvSpPr>
              <p:nvPr/>
            </p:nvSpPr>
            <p:spPr bwMode="gray">
              <a:xfrm>
                <a:off x="5286948" y="3218723"/>
                <a:ext cx="205233" cy="226104"/>
              </a:xfrm>
              <a:custGeom>
                <a:avLst/>
                <a:gdLst>
                  <a:gd name="T0" fmla="*/ 6 w 118"/>
                  <a:gd name="T1" fmla="*/ 48 h 130"/>
                  <a:gd name="T2" fmla="*/ 6 w 118"/>
                  <a:gd name="T3" fmla="*/ 34 h 130"/>
                  <a:gd name="T4" fmla="*/ 26 w 118"/>
                  <a:gd name="T5" fmla="*/ 18 h 130"/>
                  <a:gd name="T6" fmla="*/ 44 w 118"/>
                  <a:gd name="T7" fmla="*/ 8 h 130"/>
                  <a:gd name="T8" fmla="*/ 66 w 118"/>
                  <a:gd name="T9" fmla="*/ 4 h 130"/>
                  <a:gd name="T10" fmla="*/ 86 w 118"/>
                  <a:gd name="T11" fmla="*/ 12 h 130"/>
                  <a:gd name="T12" fmla="*/ 96 w 118"/>
                  <a:gd name="T13" fmla="*/ 8 h 130"/>
                  <a:gd name="T14" fmla="*/ 86 w 118"/>
                  <a:gd name="T15" fmla="*/ 18 h 130"/>
                  <a:gd name="T16" fmla="*/ 62 w 118"/>
                  <a:gd name="T17" fmla="*/ 18 h 130"/>
                  <a:gd name="T18" fmla="*/ 62 w 118"/>
                  <a:gd name="T19" fmla="*/ 30 h 130"/>
                  <a:gd name="T20" fmla="*/ 60 w 118"/>
                  <a:gd name="T21" fmla="*/ 38 h 130"/>
                  <a:gd name="T22" fmla="*/ 52 w 118"/>
                  <a:gd name="T23" fmla="*/ 34 h 130"/>
                  <a:gd name="T24" fmla="*/ 40 w 118"/>
                  <a:gd name="T25" fmla="*/ 38 h 130"/>
                  <a:gd name="T26" fmla="*/ 44 w 118"/>
                  <a:gd name="T27" fmla="*/ 52 h 130"/>
                  <a:gd name="T28" fmla="*/ 36 w 118"/>
                  <a:gd name="T29" fmla="*/ 56 h 130"/>
                  <a:gd name="T30" fmla="*/ 48 w 118"/>
                  <a:gd name="T31" fmla="*/ 60 h 130"/>
                  <a:gd name="T32" fmla="*/ 60 w 118"/>
                  <a:gd name="T33" fmla="*/ 74 h 130"/>
                  <a:gd name="T34" fmla="*/ 48 w 118"/>
                  <a:gd name="T35" fmla="*/ 74 h 130"/>
                  <a:gd name="T36" fmla="*/ 44 w 118"/>
                  <a:gd name="T37" fmla="*/ 82 h 130"/>
                  <a:gd name="T38" fmla="*/ 44 w 118"/>
                  <a:gd name="T39" fmla="*/ 98 h 130"/>
                  <a:gd name="T40" fmla="*/ 36 w 118"/>
                  <a:gd name="T41" fmla="*/ 102 h 130"/>
                  <a:gd name="T42" fmla="*/ 26 w 118"/>
                  <a:gd name="T43" fmla="*/ 90 h 130"/>
                  <a:gd name="T44" fmla="*/ 22 w 118"/>
                  <a:gd name="T45" fmla="*/ 72 h 130"/>
                  <a:gd name="T46" fmla="*/ 40 w 118"/>
                  <a:gd name="T47" fmla="*/ 74 h 130"/>
                  <a:gd name="T48" fmla="*/ 36 w 118"/>
                  <a:gd name="T49" fmla="*/ 64 h 130"/>
                  <a:gd name="T50" fmla="*/ 18 w 118"/>
                  <a:gd name="T51" fmla="*/ 60 h 130"/>
                  <a:gd name="T52" fmla="*/ 66 w 118"/>
                  <a:gd name="T53" fmla="*/ 22 h 130"/>
                  <a:gd name="T54" fmla="*/ 82 w 118"/>
                  <a:gd name="T55" fmla="*/ 26 h 130"/>
                  <a:gd name="T56" fmla="*/ 74 w 118"/>
                  <a:gd name="T57" fmla="*/ 34 h 130"/>
                  <a:gd name="T58" fmla="*/ 2 w 118"/>
                  <a:gd name="T59" fmla="*/ 42 h 130"/>
                  <a:gd name="T60" fmla="*/ 0 w 118"/>
                  <a:gd name="T61" fmla="*/ 38 h 130"/>
                  <a:gd name="T62" fmla="*/ 92 w 118"/>
                  <a:gd name="T63" fmla="*/ 52 h 130"/>
                  <a:gd name="T64" fmla="*/ 60 w 118"/>
                  <a:gd name="T65" fmla="*/ 68 h 130"/>
                  <a:gd name="T66" fmla="*/ 48 w 118"/>
                  <a:gd name="T67" fmla="*/ 52 h 130"/>
                  <a:gd name="T68" fmla="*/ 62 w 118"/>
                  <a:gd name="T69" fmla="*/ 72 h 130"/>
                  <a:gd name="T70" fmla="*/ 60 w 118"/>
                  <a:gd name="T71" fmla="*/ 68 h 130"/>
                  <a:gd name="T72" fmla="*/ 14 w 118"/>
                  <a:gd name="T73" fmla="*/ 60 h 130"/>
                  <a:gd name="T74" fmla="*/ 90 w 118"/>
                  <a:gd name="T75" fmla="*/ 72 h 130"/>
                  <a:gd name="T76" fmla="*/ 90 w 118"/>
                  <a:gd name="T77" fmla="*/ 72 h 130"/>
                  <a:gd name="T78" fmla="*/ 14 w 118"/>
                  <a:gd name="T79" fmla="*/ 68 h 130"/>
                  <a:gd name="T80" fmla="*/ 10 w 118"/>
                  <a:gd name="T81" fmla="*/ 64 h 130"/>
                  <a:gd name="T82" fmla="*/ 74 w 118"/>
                  <a:gd name="T83" fmla="*/ 78 h 130"/>
                  <a:gd name="T84" fmla="*/ 18 w 118"/>
                  <a:gd name="T85" fmla="*/ 78 h 130"/>
                  <a:gd name="T86" fmla="*/ 100 w 118"/>
                  <a:gd name="T87" fmla="*/ 78 h 130"/>
                  <a:gd name="T88" fmla="*/ 92 w 118"/>
                  <a:gd name="T89" fmla="*/ 82 h 130"/>
                  <a:gd name="T90" fmla="*/ 62 w 118"/>
                  <a:gd name="T91" fmla="*/ 82 h 130"/>
                  <a:gd name="T92" fmla="*/ 74 w 118"/>
                  <a:gd name="T93" fmla="*/ 78 h 130"/>
                  <a:gd name="T94" fmla="*/ 66 w 118"/>
                  <a:gd name="T95" fmla="*/ 82 h 130"/>
                  <a:gd name="T96" fmla="*/ 74 w 118"/>
                  <a:gd name="T97" fmla="*/ 94 h 130"/>
                  <a:gd name="T98" fmla="*/ 100 w 118"/>
                  <a:gd name="T99" fmla="*/ 94 h 130"/>
                  <a:gd name="T100" fmla="*/ 104 w 118"/>
                  <a:gd name="T101" fmla="*/ 94 h 130"/>
                  <a:gd name="T102" fmla="*/ 78 w 118"/>
                  <a:gd name="T103" fmla="*/ 102 h 130"/>
                  <a:gd name="T104" fmla="*/ 66 w 118"/>
                  <a:gd name="T105" fmla="*/ 102 h 130"/>
                  <a:gd name="T106" fmla="*/ 112 w 118"/>
                  <a:gd name="T107" fmla="*/ 108 h 130"/>
                  <a:gd name="T108" fmla="*/ 44 w 118"/>
                  <a:gd name="T109" fmla="*/ 108 h 130"/>
                  <a:gd name="T110" fmla="*/ 104 w 118"/>
                  <a:gd name="T111" fmla="*/ 124 h 130"/>
                  <a:gd name="T112" fmla="*/ 62 w 118"/>
                  <a:gd name="T113" fmla="*/ 120 h 130"/>
                  <a:gd name="T114" fmla="*/ 82 w 118"/>
                  <a:gd name="T115" fmla="*/ 124 h 130"/>
                  <a:gd name="T116" fmla="*/ 78 w 118"/>
                  <a:gd name="T117" fmla="*/ 130 h 130"/>
                  <a:gd name="T118" fmla="*/ 56 w 118"/>
                  <a:gd name="T119" fmla="*/ 128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18" h="130">
                    <a:moveTo>
                      <a:pt x="18" y="52"/>
                    </a:moveTo>
                    <a:lnTo>
                      <a:pt x="18" y="56"/>
                    </a:lnTo>
                    <a:lnTo>
                      <a:pt x="14" y="52"/>
                    </a:lnTo>
                    <a:lnTo>
                      <a:pt x="14" y="56"/>
                    </a:lnTo>
                    <a:lnTo>
                      <a:pt x="14" y="52"/>
                    </a:lnTo>
                    <a:lnTo>
                      <a:pt x="10" y="52"/>
                    </a:lnTo>
                    <a:lnTo>
                      <a:pt x="10" y="48"/>
                    </a:lnTo>
                    <a:lnTo>
                      <a:pt x="6" y="48"/>
                    </a:lnTo>
                    <a:lnTo>
                      <a:pt x="6" y="46"/>
                    </a:lnTo>
                    <a:lnTo>
                      <a:pt x="6" y="42"/>
                    </a:lnTo>
                    <a:lnTo>
                      <a:pt x="2" y="42"/>
                    </a:lnTo>
                    <a:lnTo>
                      <a:pt x="6" y="42"/>
                    </a:lnTo>
                    <a:lnTo>
                      <a:pt x="6" y="38"/>
                    </a:lnTo>
                    <a:lnTo>
                      <a:pt x="6" y="42"/>
                    </a:lnTo>
                    <a:lnTo>
                      <a:pt x="6" y="38"/>
                    </a:lnTo>
                    <a:lnTo>
                      <a:pt x="6" y="34"/>
                    </a:lnTo>
                    <a:lnTo>
                      <a:pt x="10" y="34"/>
                    </a:lnTo>
                    <a:lnTo>
                      <a:pt x="14" y="30"/>
                    </a:lnTo>
                    <a:lnTo>
                      <a:pt x="14" y="26"/>
                    </a:lnTo>
                    <a:lnTo>
                      <a:pt x="18" y="26"/>
                    </a:lnTo>
                    <a:lnTo>
                      <a:pt x="18" y="22"/>
                    </a:lnTo>
                    <a:lnTo>
                      <a:pt x="18" y="18"/>
                    </a:lnTo>
                    <a:lnTo>
                      <a:pt x="22" y="18"/>
                    </a:lnTo>
                    <a:lnTo>
                      <a:pt x="26" y="18"/>
                    </a:lnTo>
                    <a:lnTo>
                      <a:pt x="30" y="18"/>
                    </a:lnTo>
                    <a:lnTo>
                      <a:pt x="30" y="16"/>
                    </a:lnTo>
                    <a:lnTo>
                      <a:pt x="32" y="12"/>
                    </a:lnTo>
                    <a:lnTo>
                      <a:pt x="36" y="12"/>
                    </a:lnTo>
                    <a:lnTo>
                      <a:pt x="36" y="16"/>
                    </a:lnTo>
                    <a:lnTo>
                      <a:pt x="40" y="16"/>
                    </a:lnTo>
                    <a:lnTo>
                      <a:pt x="40" y="12"/>
                    </a:lnTo>
                    <a:lnTo>
                      <a:pt x="44" y="8"/>
                    </a:lnTo>
                    <a:lnTo>
                      <a:pt x="48" y="12"/>
                    </a:lnTo>
                    <a:lnTo>
                      <a:pt x="48" y="8"/>
                    </a:lnTo>
                    <a:lnTo>
                      <a:pt x="52" y="8"/>
                    </a:lnTo>
                    <a:lnTo>
                      <a:pt x="56" y="8"/>
                    </a:lnTo>
                    <a:lnTo>
                      <a:pt x="60" y="8"/>
                    </a:lnTo>
                    <a:lnTo>
                      <a:pt x="60" y="4"/>
                    </a:lnTo>
                    <a:lnTo>
                      <a:pt x="62" y="4"/>
                    </a:lnTo>
                    <a:lnTo>
                      <a:pt x="66" y="4"/>
                    </a:lnTo>
                    <a:lnTo>
                      <a:pt x="66" y="8"/>
                    </a:lnTo>
                    <a:lnTo>
                      <a:pt x="70" y="8"/>
                    </a:lnTo>
                    <a:lnTo>
                      <a:pt x="74" y="8"/>
                    </a:lnTo>
                    <a:lnTo>
                      <a:pt x="74" y="12"/>
                    </a:lnTo>
                    <a:lnTo>
                      <a:pt x="78" y="12"/>
                    </a:lnTo>
                    <a:lnTo>
                      <a:pt x="82" y="12"/>
                    </a:lnTo>
                    <a:lnTo>
                      <a:pt x="86" y="8"/>
                    </a:lnTo>
                    <a:lnTo>
                      <a:pt x="86" y="12"/>
                    </a:lnTo>
                    <a:lnTo>
                      <a:pt x="90" y="12"/>
                    </a:lnTo>
                    <a:lnTo>
                      <a:pt x="90" y="8"/>
                    </a:lnTo>
                    <a:lnTo>
                      <a:pt x="90" y="4"/>
                    </a:lnTo>
                    <a:lnTo>
                      <a:pt x="90" y="0"/>
                    </a:lnTo>
                    <a:lnTo>
                      <a:pt x="92" y="0"/>
                    </a:lnTo>
                    <a:lnTo>
                      <a:pt x="92" y="4"/>
                    </a:lnTo>
                    <a:lnTo>
                      <a:pt x="96" y="4"/>
                    </a:lnTo>
                    <a:lnTo>
                      <a:pt x="96" y="8"/>
                    </a:lnTo>
                    <a:lnTo>
                      <a:pt x="96" y="12"/>
                    </a:lnTo>
                    <a:lnTo>
                      <a:pt x="92" y="12"/>
                    </a:lnTo>
                    <a:lnTo>
                      <a:pt x="92" y="16"/>
                    </a:lnTo>
                    <a:lnTo>
                      <a:pt x="92" y="18"/>
                    </a:lnTo>
                    <a:lnTo>
                      <a:pt x="90" y="18"/>
                    </a:lnTo>
                    <a:lnTo>
                      <a:pt x="90" y="22"/>
                    </a:lnTo>
                    <a:lnTo>
                      <a:pt x="90" y="18"/>
                    </a:lnTo>
                    <a:lnTo>
                      <a:pt x="86" y="18"/>
                    </a:lnTo>
                    <a:lnTo>
                      <a:pt x="82" y="18"/>
                    </a:lnTo>
                    <a:lnTo>
                      <a:pt x="78" y="18"/>
                    </a:lnTo>
                    <a:lnTo>
                      <a:pt x="74" y="16"/>
                    </a:lnTo>
                    <a:lnTo>
                      <a:pt x="70" y="18"/>
                    </a:lnTo>
                    <a:lnTo>
                      <a:pt x="66" y="18"/>
                    </a:lnTo>
                    <a:lnTo>
                      <a:pt x="66" y="16"/>
                    </a:lnTo>
                    <a:lnTo>
                      <a:pt x="66" y="18"/>
                    </a:lnTo>
                    <a:lnTo>
                      <a:pt x="62" y="18"/>
                    </a:lnTo>
                    <a:lnTo>
                      <a:pt x="62" y="22"/>
                    </a:lnTo>
                    <a:lnTo>
                      <a:pt x="60" y="22"/>
                    </a:lnTo>
                    <a:lnTo>
                      <a:pt x="60" y="18"/>
                    </a:lnTo>
                    <a:lnTo>
                      <a:pt x="56" y="18"/>
                    </a:lnTo>
                    <a:lnTo>
                      <a:pt x="56" y="22"/>
                    </a:lnTo>
                    <a:lnTo>
                      <a:pt x="56" y="26"/>
                    </a:lnTo>
                    <a:lnTo>
                      <a:pt x="60" y="26"/>
                    </a:lnTo>
                    <a:lnTo>
                      <a:pt x="62" y="30"/>
                    </a:lnTo>
                    <a:lnTo>
                      <a:pt x="66" y="30"/>
                    </a:lnTo>
                    <a:lnTo>
                      <a:pt x="66" y="34"/>
                    </a:lnTo>
                    <a:lnTo>
                      <a:pt x="62" y="34"/>
                    </a:lnTo>
                    <a:lnTo>
                      <a:pt x="62" y="30"/>
                    </a:lnTo>
                    <a:lnTo>
                      <a:pt x="60" y="30"/>
                    </a:lnTo>
                    <a:lnTo>
                      <a:pt x="56" y="30"/>
                    </a:lnTo>
                    <a:lnTo>
                      <a:pt x="60" y="34"/>
                    </a:lnTo>
                    <a:lnTo>
                      <a:pt x="60" y="38"/>
                    </a:lnTo>
                    <a:lnTo>
                      <a:pt x="56" y="34"/>
                    </a:lnTo>
                    <a:lnTo>
                      <a:pt x="56" y="30"/>
                    </a:lnTo>
                    <a:lnTo>
                      <a:pt x="52" y="30"/>
                    </a:lnTo>
                    <a:lnTo>
                      <a:pt x="52" y="34"/>
                    </a:lnTo>
                    <a:lnTo>
                      <a:pt x="56" y="34"/>
                    </a:lnTo>
                    <a:lnTo>
                      <a:pt x="56" y="38"/>
                    </a:lnTo>
                    <a:lnTo>
                      <a:pt x="52" y="38"/>
                    </a:lnTo>
                    <a:lnTo>
                      <a:pt x="52" y="34"/>
                    </a:lnTo>
                    <a:lnTo>
                      <a:pt x="52" y="30"/>
                    </a:lnTo>
                    <a:lnTo>
                      <a:pt x="48" y="30"/>
                    </a:lnTo>
                    <a:lnTo>
                      <a:pt x="44" y="26"/>
                    </a:lnTo>
                    <a:lnTo>
                      <a:pt x="44" y="22"/>
                    </a:lnTo>
                    <a:lnTo>
                      <a:pt x="40" y="26"/>
                    </a:lnTo>
                    <a:lnTo>
                      <a:pt x="40" y="30"/>
                    </a:lnTo>
                    <a:lnTo>
                      <a:pt x="40" y="34"/>
                    </a:lnTo>
                    <a:lnTo>
                      <a:pt x="40" y="38"/>
                    </a:lnTo>
                    <a:lnTo>
                      <a:pt x="44" y="42"/>
                    </a:lnTo>
                    <a:lnTo>
                      <a:pt x="44" y="46"/>
                    </a:lnTo>
                    <a:lnTo>
                      <a:pt x="48" y="46"/>
                    </a:lnTo>
                    <a:lnTo>
                      <a:pt x="48" y="48"/>
                    </a:lnTo>
                    <a:lnTo>
                      <a:pt x="52" y="48"/>
                    </a:lnTo>
                    <a:lnTo>
                      <a:pt x="52" y="52"/>
                    </a:lnTo>
                    <a:lnTo>
                      <a:pt x="48" y="52"/>
                    </a:lnTo>
                    <a:lnTo>
                      <a:pt x="44" y="52"/>
                    </a:lnTo>
                    <a:lnTo>
                      <a:pt x="48" y="52"/>
                    </a:lnTo>
                    <a:lnTo>
                      <a:pt x="48" y="48"/>
                    </a:lnTo>
                    <a:lnTo>
                      <a:pt x="44" y="48"/>
                    </a:lnTo>
                    <a:lnTo>
                      <a:pt x="44" y="52"/>
                    </a:lnTo>
                    <a:lnTo>
                      <a:pt x="48" y="52"/>
                    </a:lnTo>
                    <a:lnTo>
                      <a:pt x="44" y="56"/>
                    </a:lnTo>
                    <a:lnTo>
                      <a:pt x="40" y="56"/>
                    </a:lnTo>
                    <a:lnTo>
                      <a:pt x="36" y="56"/>
                    </a:lnTo>
                    <a:lnTo>
                      <a:pt x="40" y="56"/>
                    </a:lnTo>
                    <a:lnTo>
                      <a:pt x="40" y="60"/>
                    </a:lnTo>
                    <a:lnTo>
                      <a:pt x="40" y="56"/>
                    </a:lnTo>
                    <a:lnTo>
                      <a:pt x="40" y="60"/>
                    </a:lnTo>
                    <a:lnTo>
                      <a:pt x="44" y="60"/>
                    </a:lnTo>
                    <a:lnTo>
                      <a:pt x="48" y="60"/>
                    </a:lnTo>
                    <a:lnTo>
                      <a:pt x="48" y="64"/>
                    </a:lnTo>
                    <a:lnTo>
                      <a:pt x="48" y="60"/>
                    </a:lnTo>
                    <a:lnTo>
                      <a:pt x="52" y="64"/>
                    </a:lnTo>
                    <a:lnTo>
                      <a:pt x="48" y="64"/>
                    </a:lnTo>
                    <a:lnTo>
                      <a:pt x="52" y="64"/>
                    </a:lnTo>
                    <a:lnTo>
                      <a:pt x="56" y="64"/>
                    </a:lnTo>
                    <a:lnTo>
                      <a:pt x="56" y="68"/>
                    </a:lnTo>
                    <a:lnTo>
                      <a:pt x="60" y="68"/>
                    </a:lnTo>
                    <a:lnTo>
                      <a:pt x="60" y="72"/>
                    </a:lnTo>
                    <a:lnTo>
                      <a:pt x="60" y="74"/>
                    </a:lnTo>
                    <a:lnTo>
                      <a:pt x="60" y="78"/>
                    </a:lnTo>
                    <a:lnTo>
                      <a:pt x="60" y="82"/>
                    </a:lnTo>
                    <a:lnTo>
                      <a:pt x="60" y="78"/>
                    </a:lnTo>
                    <a:lnTo>
                      <a:pt x="56" y="78"/>
                    </a:lnTo>
                    <a:lnTo>
                      <a:pt x="52" y="74"/>
                    </a:lnTo>
                    <a:lnTo>
                      <a:pt x="56" y="74"/>
                    </a:lnTo>
                    <a:lnTo>
                      <a:pt x="52" y="74"/>
                    </a:lnTo>
                    <a:lnTo>
                      <a:pt x="48" y="74"/>
                    </a:lnTo>
                    <a:lnTo>
                      <a:pt x="44" y="74"/>
                    </a:lnTo>
                    <a:lnTo>
                      <a:pt x="44" y="78"/>
                    </a:lnTo>
                    <a:lnTo>
                      <a:pt x="48" y="78"/>
                    </a:lnTo>
                    <a:lnTo>
                      <a:pt x="48" y="82"/>
                    </a:lnTo>
                    <a:lnTo>
                      <a:pt x="52" y="82"/>
                    </a:lnTo>
                    <a:lnTo>
                      <a:pt x="52" y="86"/>
                    </a:lnTo>
                    <a:lnTo>
                      <a:pt x="48" y="86"/>
                    </a:lnTo>
                    <a:lnTo>
                      <a:pt x="44" y="82"/>
                    </a:lnTo>
                    <a:lnTo>
                      <a:pt x="40" y="82"/>
                    </a:lnTo>
                    <a:lnTo>
                      <a:pt x="40" y="86"/>
                    </a:lnTo>
                    <a:lnTo>
                      <a:pt x="44" y="86"/>
                    </a:lnTo>
                    <a:lnTo>
                      <a:pt x="44" y="90"/>
                    </a:lnTo>
                    <a:lnTo>
                      <a:pt x="44" y="94"/>
                    </a:lnTo>
                    <a:lnTo>
                      <a:pt x="44" y="98"/>
                    </a:lnTo>
                    <a:lnTo>
                      <a:pt x="48" y="98"/>
                    </a:lnTo>
                    <a:lnTo>
                      <a:pt x="44" y="98"/>
                    </a:lnTo>
                    <a:lnTo>
                      <a:pt x="44" y="102"/>
                    </a:lnTo>
                    <a:lnTo>
                      <a:pt x="48" y="102"/>
                    </a:lnTo>
                    <a:lnTo>
                      <a:pt x="48" y="104"/>
                    </a:lnTo>
                    <a:lnTo>
                      <a:pt x="44" y="102"/>
                    </a:lnTo>
                    <a:lnTo>
                      <a:pt x="40" y="98"/>
                    </a:lnTo>
                    <a:lnTo>
                      <a:pt x="36" y="102"/>
                    </a:lnTo>
                    <a:lnTo>
                      <a:pt x="36" y="104"/>
                    </a:lnTo>
                    <a:lnTo>
                      <a:pt x="36" y="102"/>
                    </a:lnTo>
                    <a:lnTo>
                      <a:pt x="36" y="98"/>
                    </a:lnTo>
                    <a:lnTo>
                      <a:pt x="32" y="98"/>
                    </a:lnTo>
                    <a:lnTo>
                      <a:pt x="32" y="94"/>
                    </a:lnTo>
                    <a:lnTo>
                      <a:pt x="30" y="94"/>
                    </a:lnTo>
                    <a:lnTo>
                      <a:pt x="30" y="98"/>
                    </a:lnTo>
                    <a:lnTo>
                      <a:pt x="26" y="98"/>
                    </a:lnTo>
                    <a:lnTo>
                      <a:pt x="26" y="94"/>
                    </a:lnTo>
                    <a:lnTo>
                      <a:pt x="26" y="90"/>
                    </a:lnTo>
                    <a:lnTo>
                      <a:pt x="26" y="86"/>
                    </a:lnTo>
                    <a:lnTo>
                      <a:pt x="26" y="82"/>
                    </a:lnTo>
                    <a:lnTo>
                      <a:pt x="22" y="82"/>
                    </a:lnTo>
                    <a:lnTo>
                      <a:pt x="22" y="78"/>
                    </a:lnTo>
                    <a:lnTo>
                      <a:pt x="18" y="78"/>
                    </a:lnTo>
                    <a:lnTo>
                      <a:pt x="18" y="74"/>
                    </a:lnTo>
                    <a:lnTo>
                      <a:pt x="22" y="74"/>
                    </a:lnTo>
                    <a:lnTo>
                      <a:pt x="22" y="72"/>
                    </a:lnTo>
                    <a:lnTo>
                      <a:pt x="26" y="72"/>
                    </a:lnTo>
                    <a:lnTo>
                      <a:pt x="26" y="68"/>
                    </a:lnTo>
                    <a:lnTo>
                      <a:pt x="30" y="68"/>
                    </a:lnTo>
                    <a:lnTo>
                      <a:pt x="32" y="68"/>
                    </a:lnTo>
                    <a:lnTo>
                      <a:pt x="32" y="72"/>
                    </a:lnTo>
                    <a:lnTo>
                      <a:pt x="36" y="72"/>
                    </a:lnTo>
                    <a:lnTo>
                      <a:pt x="40" y="72"/>
                    </a:lnTo>
                    <a:lnTo>
                      <a:pt x="40" y="74"/>
                    </a:lnTo>
                    <a:lnTo>
                      <a:pt x="44" y="74"/>
                    </a:lnTo>
                    <a:lnTo>
                      <a:pt x="44" y="72"/>
                    </a:lnTo>
                    <a:lnTo>
                      <a:pt x="48" y="72"/>
                    </a:lnTo>
                    <a:lnTo>
                      <a:pt x="44" y="72"/>
                    </a:lnTo>
                    <a:lnTo>
                      <a:pt x="40" y="72"/>
                    </a:lnTo>
                    <a:lnTo>
                      <a:pt x="40" y="68"/>
                    </a:lnTo>
                    <a:lnTo>
                      <a:pt x="36" y="68"/>
                    </a:lnTo>
                    <a:lnTo>
                      <a:pt x="36" y="64"/>
                    </a:lnTo>
                    <a:lnTo>
                      <a:pt x="36" y="68"/>
                    </a:lnTo>
                    <a:lnTo>
                      <a:pt x="32" y="68"/>
                    </a:lnTo>
                    <a:lnTo>
                      <a:pt x="30" y="68"/>
                    </a:lnTo>
                    <a:lnTo>
                      <a:pt x="26" y="68"/>
                    </a:lnTo>
                    <a:lnTo>
                      <a:pt x="22" y="68"/>
                    </a:lnTo>
                    <a:lnTo>
                      <a:pt x="18" y="68"/>
                    </a:lnTo>
                    <a:lnTo>
                      <a:pt x="18" y="64"/>
                    </a:lnTo>
                    <a:lnTo>
                      <a:pt x="18" y="60"/>
                    </a:lnTo>
                    <a:lnTo>
                      <a:pt x="14" y="60"/>
                    </a:lnTo>
                    <a:lnTo>
                      <a:pt x="14" y="56"/>
                    </a:lnTo>
                    <a:lnTo>
                      <a:pt x="18" y="56"/>
                    </a:lnTo>
                    <a:lnTo>
                      <a:pt x="18" y="52"/>
                    </a:lnTo>
                    <a:lnTo>
                      <a:pt x="18" y="52"/>
                    </a:lnTo>
                    <a:lnTo>
                      <a:pt x="18" y="52"/>
                    </a:lnTo>
                    <a:close/>
                    <a:moveTo>
                      <a:pt x="70" y="22"/>
                    </a:moveTo>
                    <a:lnTo>
                      <a:pt x="66" y="22"/>
                    </a:lnTo>
                    <a:lnTo>
                      <a:pt x="66" y="18"/>
                    </a:lnTo>
                    <a:lnTo>
                      <a:pt x="70" y="18"/>
                    </a:lnTo>
                    <a:lnTo>
                      <a:pt x="70" y="22"/>
                    </a:lnTo>
                    <a:lnTo>
                      <a:pt x="70" y="22"/>
                    </a:lnTo>
                    <a:lnTo>
                      <a:pt x="70" y="22"/>
                    </a:lnTo>
                    <a:close/>
                    <a:moveTo>
                      <a:pt x="82" y="26"/>
                    </a:moveTo>
                    <a:lnTo>
                      <a:pt x="86" y="26"/>
                    </a:lnTo>
                    <a:lnTo>
                      <a:pt x="82" y="26"/>
                    </a:lnTo>
                    <a:lnTo>
                      <a:pt x="82" y="26"/>
                    </a:lnTo>
                    <a:lnTo>
                      <a:pt x="82" y="26"/>
                    </a:lnTo>
                    <a:close/>
                    <a:moveTo>
                      <a:pt x="82" y="34"/>
                    </a:moveTo>
                    <a:lnTo>
                      <a:pt x="78" y="38"/>
                    </a:lnTo>
                    <a:lnTo>
                      <a:pt x="78" y="42"/>
                    </a:lnTo>
                    <a:lnTo>
                      <a:pt x="78" y="38"/>
                    </a:lnTo>
                    <a:lnTo>
                      <a:pt x="74" y="38"/>
                    </a:lnTo>
                    <a:lnTo>
                      <a:pt x="74" y="34"/>
                    </a:lnTo>
                    <a:lnTo>
                      <a:pt x="78" y="34"/>
                    </a:lnTo>
                    <a:lnTo>
                      <a:pt x="78" y="38"/>
                    </a:lnTo>
                    <a:lnTo>
                      <a:pt x="78" y="34"/>
                    </a:lnTo>
                    <a:lnTo>
                      <a:pt x="82" y="34"/>
                    </a:lnTo>
                    <a:lnTo>
                      <a:pt x="82" y="34"/>
                    </a:lnTo>
                    <a:lnTo>
                      <a:pt x="82" y="34"/>
                    </a:lnTo>
                    <a:close/>
                    <a:moveTo>
                      <a:pt x="0" y="38"/>
                    </a:moveTo>
                    <a:lnTo>
                      <a:pt x="2" y="42"/>
                    </a:lnTo>
                    <a:lnTo>
                      <a:pt x="0" y="42"/>
                    </a:lnTo>
                    <a:lnTo>
                      <a:pt x="2" y="42"/>
                    </a:lnTo>
                    <a:lnTo>
                      <a:pt x="2" y="46"/>
                    </a:lnTo>
                    <a:lnTo>
                      <a:pt x="2" y="48"/>
                    </a:lnTo>
                    <a:lnTo>
                      <a:pt x="0" y="46"/>
                    </a:lnTo>
                    <a:lnTo>
                      <a:pt x="0" y="42"/>
                    </a:lnTo>
                    <a:lnTo>
                      <a:pt x="0" y="38"/>
                    </a:lnTo>
                    <a:lnTo>
                      <a:pt x="0" y="38"/>
                    </a:lnTo>
                    <a:lnTo>
                      <a:pt x="0" y="38"/>
                    </a:lnTo>
                    <a:close/>
                    <a:moveTo>
                      <a:pt x="92" y="48"/>
                    </a:moveTo>
                    <a:lnTo>
                      <a:pt x="96" y="52"/>
                    </a:lnTo>
                    <a:lnTo>
                      <a:pt x="96" y="56"/>
                    </a:lnTo>
                    <a:lnTo>
                      <a:pt x="92" y="56"/>
                    </a:lnTo>
                    <a:lnTo>
                      <a:pt x="90" y="56"/>
                    </a:lnTo>
                    <a:lnTo>
                      <a:pt x="90" y="52"/>
                    </a:lnTo>
                    <a:lnTo>
                      <a:pt x="92" y="52"/>
                    </a:lnTo>
                    <a:lnTo>
                      <a:pt x="90" y="52"/>
                    </a:lnTo>
                    <a:lnTo>
                      <a:pt x="86" y="52"/>
                    </a:lnTo>
                    <a:lnTo>
                      <a:pt x="86" y="48"/>
                    </a:lnTo>
                    <a:lnTo>
                      <a:pt x="90" y="48"/>
                    </a:lnTo>
                    <a:lnTo>
                      <a:pt x="92" y="48"/>
                    </a:lnTo>
                    <a:lnTo>
                      <a:pt x="92" y="48"/>
                    </a:lnTo>
                    <a:lnTo>
                      <a:pt x="92" y="48"/>
                    </a:lnTo>
                    <a:close/>
                    <a:moveTo>
                      <a:pt x="60" y="68"/>
                    </a:moveTo>
                    <a:lnTo>
                      <a:pt x="56" y="68"/>
                    </a:lnTo>
                    <a:lnTo>
                      <a:pt x="56" y="64"/>
                    </a:lnTo>
                    <a:lnTo>
                      <a:pt x="52" y="64"/>
                    </a:lnTo>
                    <a:lnTo>
                      <a:pt x="52" y="60"/>
                    </a:lnTo>
                    <a:lnTo>
                      <a:pt x="48" y="56"/>
                    </a:lnTo>
                    <a:lnTo>
                      <a:pt x="44" y="56"/>
                    </a:lnTo>
                    <a:lnTo>
                      <a:pt x="48" y="56"/>
                    </a:lnTo>
                    <a:lnTo>
                      <a:pt x="48" y="52"/>
                    </a:lnTo>
                    <a:lnTo>
                      <a:pt x="52" y="56"/>
                    </a:lnTo>
                    <a:lnTo>
                      <a:pt x="52" y="60"/>
                    </a:lnTo>
                    <a:lnTo>
                      <a:pt x="56" y="60"/>
                    </a:lnTo>
                    <a:lnTo>
                      <a:pt x="60" y="60"/>
                    </a:lnTo>
                    <a:lnTo>
                      <a:pt x="62" y="60"/>
                    </a:lnTo>
                    <a:lnTo>
                      <a:pt x="62" y="64"/>
                    </a:lnTo>
                    <a:lnTo>
                      <a:pt x="62" y="68"/>
                    </a:lnTo>
                    <a:lnTo>
                      <a:pt x="62" y="72"/>
                    </a:lnTo>
                    <a:lnTo>
                      <a:pt x="66" y="72"/>
                    </a:lnTo>
                    <a:lnTo>
                      <a:pt x="66" y="74"/>
                    </a:lnTo>
                    <a:lnTo>
                      <a:pt x="62" y="74"/>
                    </a:lnTo>
                    <a:lnTo>
                      <a:pt x="62" y="72"/>
                    </a:lnTo>
                    <a:lnTo>
                      <a:pt x="62" y="68"/>
                    </a:lnTo>
                    <a:lnTo>
                      <a:pt x="60" y="68"/>
                    </a:lnTo>
                    <a:lnTo>
                      <a:pt x="60" y="68"/>
                    </a:lnTo>
                    <a:lnTo>
                      <a:pt x="60" y="68"/>
                    </a:lnTo>
                    <a:close/>
                    <a:moveTo>
                      <a:pt x="66" y="60"/>
                    </a:moveTo>
                    <a:lnTo>
                      <a:pt x="66" y="56"/>
                    </a:lnTo>
                    <a:lnTo>
                      <a:pt x="70" y="60"/>
                    </a:lnTo>
                    <a:lnTo>
                      <a:pt x="66" y="60"/>
                    </a:lnTo>
                    <a:lnTo>
                      <a:pt x="66" y="60"/>
                    </a:lnTo>
                    <a:lnTo>
                      <a:pt x="66" y="60"/>
                    </a:lnTo>
                    <a:close/>
                    <a:moveTo>
                      <a:pt x="14" y="56"/>
                    </a:moveTo>
                    <a:lnTo>
                      <a:pt x="14" y="60"/>
                    </a:lnTo>
                    <a:lnTo>
                      <a:pt x="14" y="64"/>
                    </a:lnTo>
                    <a:lnTo>
                      <a:pt x="10" y="64"/>
                    </a:lnTo>
                    <a:lnTo>
                      <a:pt x="10" y="60"/>
                    </a:lnTo>
                    <a:lnTo>
                      <a:pt x="10" y="56"/>
                    </a:lnTo>
                    <a:lnTo>
                      <a:pt x="14" y="56"/>
                    </a:lnTo>
                    <a:lnTo>
                      <a:pt x="14" y="56"/>
                    </a:lnTo>
                    <a:lnTo>
                      <a:pt x="14" y="56"/>
                    </a:lnTo>
                    <a:close/>
                    <a:moveTo>
                      <a:pt x="90" y="72"/>
                    </a:moveTo>
                    <a:lnTo>
                      <a:pt x="86" y="72"/>
                    </a:lnTo>
                    <a:lnTo>
                      <a:pt x="86" y="68"/>
                    </a:lnTo>
                    <a:lnTo>
                      <a:pt x="90" y="68"/>
                    </a:lnTo>
                    <a:lnTo>
                      <a:pt x="86" y="64"/>
                    </a:lnTo>
                    <a:lnTo>
                      <a:pt x="90" y="64"/>
                    </a:lnTo>
                    <a:lnTo>
                      <a:pt x="90" y="68"/>
                    </a:lnTo>
                    <a:lnTo>
                      <a:pt x="90" y="72"/>
                    </a:lnTo>
                    <a:lnTo>
                      <a:pt x="90" y="72"/>
                    </a:lnTo>
                    <a:lnTo>
                      <a:pt x="90" y="72"/>
                    </a:lnTo>
                    <a:close/>
                    <a:moveTo>
                      <a:pt x="14" y="68"/>
                    </a:moveTo>
                    <a:lnTo>
                      <a:pt x="10" y="68"/>
                    </a:lnTo>
                    <a:lnTo>
                      <a:pt x="10" y="64"/>
                    </a:lnTo>
                    <a:lnTo>
                      <a:pt x="14" y="64"/>
                    </a:lnTo>
                    <a:lnTo>
                      <a:pt x="14" y="68"/>
                    </a:lnTo>
                    <a:lnTo>
                      <a:pt x="14" y="68"/>
                    </a:lnTo>
                    <a:lnTo>
                      <a:pt x="14" y="68"/>
                    </a:lnTo>
                    <a:close/>
                    <a:moveTo>
                      <a:pt x="10" y="64"/>
                    </a:moveTo>
                    <a:lnTo>
                      <a:pt x="10" y="68"/>
                    </a:lnTo>
                    <a:lnTo>
                      <a:pt x="14" y="72"/>
                    </a:lnTo>
                    <a:lnTo>
                      <a:pt x="10" y="72"/>
                    </a:lnTo>
                    <a:lnTo>
                      <a:pt x="6" y="72"/>
                    </a:lnTo>
                    <a:lnTo>
                      <a:pt x="6" y="68"/>
                    </a:lnTo>
                    <a:lnTo>
                      <a:pt x="10" y="68"/>
                    </a:lnTo>
                    <a:lnTo>
                      <a:pt x="10" y="64"/>
                    </a:lnTo>
                    <a:lnTo>
                      <a:pt x="10" y="64"/>
                    </a:lnTo>
                    <a:lnTo>
                      <a:pt x="10" y="64"/>
                    </a:lnTo>
                    <a:close/>
                    <a:moveTo>
                      <a:pt x="74" y="78"/>
                    </a:moveTo>
                    <a:lnTo>
                      <a:pt x="70" y="78"/>
                    </a:lnTo>
                    <a:lnTo>
                      <a:pt x="70" y="74"/>
                    </a:lnTo>
                    <a:lnTo>
                      <a:pt x="74" y="74"/>
                    </a:lnTo>
                    <a:lnTo>
                      <a:pt x="74" y="78"/>
                    </a:lnTo>
                    <a:lnTo>
                      <a:pt x="74" y="78"/>
                    </a:lnTo>
                    <a:lnTo>
                      <a:pt x="74" y="78"/>
                    </a:lnTo>
                    <a:close/>
                    <a:moveTo>
                      <a:pt x="14" y="82"/>
                    </a:moveTo>
                    <a:lnTo>
                      <a:pt x="14" y="78"/>
                    </a:lnTo>
                    <a:lnTo>
                      <a:pt x="10" y="78"/>
                    </a:lnTo>
                    <a:lnTo>
                      <a:pt x="10" y="74"/>
                    </a:lnTo>
                    <a:lnTo>
                      <a:pt x="14" y="74"/>
                    </a:lnTo>
                    <a:lnTo>
                      <a:pt x="14" y="78"/>
                    </a:lnTo>
                    <a:lnTo>
                      <a:pt x="18" y="78"/>
                    </a:lnTo>
                    <a:lnTo>
                      <a:pt x="14" y="78"/>
                    </a:lnTo>
                    <a:lnTo>
                      <a:pt x="14" y="82"/>
                    </a:lnTo>
                    <a:lnTo>
                      <a:pt x="14" y="82"/>
                    </a:lnTo>
                    <a:lnTo>
                      <a:pt x="14" y="82"/>
                    </a:lnTo>
                    <a:close/>
                    <a:moveTo>
                      <a:pt x="100" y="82"/>
                    </a:moveTo>
                    <a:lnTo>
                      <a:pt x="100" y="78"/>
                    </a:lnTo>
                    <a:lnTo>
                      <a:pt x="96" y="78"/>
                    </a:lnTo>
                    <a:lnTo>
                      <a:pt x="100" y="78"/>
                    </a:lnTo>
                    <a:lnTo>
                      <a:pt x="104" y="78"/>
                    </a:lnTo>
                    <a:lnTo>
                      <a:pt x="100" y="78"/>
                    </a:lnTo>
                    <a:lnTo>
                      <a:pt x="100" y="82"/>
                    </a:lnTo>
                    <a:lnTo>
                      <a:pt x="100" y="82"/>
                    </a:lnTo>
                    <a:lnTo>
                      <a:pt x="100" y="82"/>
                    </a:lnTo>
                    <a:close/>
                    <a:moveTo>
                      <a:pt x="90" y="82"/>
                    </a:moveTo>
                    <a:lnTo>
                      <a:pt x="92" y="78"/>
                    </a:lnTo>
                    <a:lnTo>
                      <a:pt x="92" y="82"/>
                    </a:lnTo>
                    <a:lnTo>
                      <a:pt x="90" y="82"/>
                    </a:lnTo>
                    <a:lnTo>
                      <a:pt x="90" y="82"/>
                    </a:lnTo>
                    <a:lnTo>
                      <a:pt x="90" y="82"/>
                    </a:lnTo>
                    <a:close/>
                    <a:moveTo>
                      <a:pt x="62" y="82"/>
                    </a:moveTo>
                    <a:lnTo>
                      <a:pt x="62" y="78"/>
                    </a:lnTo>
                    <a:lnTo>
                      <a:pt x="66" y="78"/>
                    </a:lnTo>
                    <a:lnTo>
                      <a:pt x="66" y="82"/>
                    </a:lnTo>
                    <a:lnTo>
                      <a:pt x="62" y="82"/>
                    </a:lnTo>
                    <a:lnTo>
                      <a:pt x="62" y="82"/>
                    </a:lnTo>
                    <a:lnTo>
                      <a:pt x="62" y="82"/>
                    </a:lnTo>
                    <a:close/>
                    <a:moveTo>
                      <a:pt x="74" y="78"/>
                    </a:moveTo>
                    <a:lnTo>
                      <a:pt x="74" y="82"/>
                    </a:lnTo>
                    <a:lnTo>
                      <a:pt x="78" y="82"/>
                    </a:lnTo>
                    <a:lnTo>
                      <a:pt x="74" y="82"/>
                    </a:lnTo>
                    <a:lnTo>
                      <a:pt x="74" y="78"/>
                    </a:lnTo>
                    <a:lnTo>
                      <a:pt x="74" y="78"/>
                    </a:lnTo>
                    <a:lnTo>
                      <a:pt x="74" y="78"/>
                    </a:lnTo>
                    <a:close/>
                    <a:moveTo>
                      <a:pt x="66" y="82"/>
                    </a:moveTo>
                    <a:lnTo>
                      <a:pt x="66" y="86"/>
                    </a:lnTo>
                    <a:lnTo>
                      <a:pt x="62" y="86"/>
                    </a:lnTo>
                    <a:lnTo>
                      <a:pt x="66" y="86"/>
                    </a:lnTo>
                    <a:lnTo>
                      <a:pt x="66" y="82"/>
                    </a:lnTo>
                    <a:lnTo>
                      <a:pt x="66" y="82"/>
                    </a:lnTo>
                    <a:lnTo>
                      <a:pt x="66" y="82"/>
                    </a:lnTo>
                    <a:close/>
                    <a:moveTo>
                      <a:pt x="82" y="94"/>
                    </a:moveTo>
                    <a:lnTo>
                      <a:pt x="78" y="90"/>
                    </a:lnTo>
                    <a:lnTo>
                      <a:pt x="82" y="90"/>
                    </a:lnTo>
                    <a:lnTo>
                      <a:pt x="82" y="94"/>
                    </a:lnTo>
                    <a:lnTo>
                      <a:pt x="82" y="94"/>
                    </a:lnTo>
                    <a:lnTo>
                      <a:pt x="82" y="94"/>
                    </a:lnTo>
                    <a:close/>
                    <a:moveTo>
                      <a:pt x="78" y="94"/>
                    </a:moveTo>
                    <a:lnTo>
                      <a:pt x="74" y="94"/>
                    </a:lnTo>
                    <a:lnTo>
                      <a:pt x="74" y="90"/>
                    </a:lnTo>
                    <a:lnTo>
                      <a:pt x="78" y="90"/>
                    </a:lnTo>
                    <a:lnTo>
                      <a:pt x="78" y="94"/>
                    </a:lnTo>
                    <a:lnTo>
                      <a:pt x="78" y="94"/>
                    </a:lnTo>
                    <a:lnTo>
                      <a:pt x="78" y="94"/>
                    </a:lnTo>
                    <a:close/>
                    <a:moveTo>
                      <a:pt x="100" y="94"/>
                    </a:moveTo>
                    <a:lnTo>
                      <a:pt x="100" y="90"/>
                    </a:lnTo>
                    <a:lnTo>
                      <a:pt x="100" y="94"/>
                    </a:lnTo>
                    <a:lnTo>
                      <a:pt x="104" y="94"/>
                    </a:lnTo>
                    <a:lnTo>
                      <a:pt x="100" y="94"/>
                    </a:lnTo>
                    <a:lnTo>
                      <a:pt x="100" y="94"/>
                    </a:lnTo>
                    <a:lnTo>
                      <a:pt x="100" y="94"/>
                    </a:lnTo>
                    <a:close/>
                    <a:moveTo>
                      <a:pt x="100" y="102"/>
                    </a:moveTo>
                    <a:lnTo>
                      <a:pt x="100" y="98"/>
                    </a:lnTo>
                    <a:lnTo>
                      <a:pt x="104" y="98"/>
                    </a:lnTo>
                    <a:lnTo>
                      <a:pt x="104" y="94"/>
                    </a:lnTo>
                    <a:lnTo>
                      <a:pt x="108" y="94"/>
                    </a:lnTo>
                    <a:lnTo>
                      <a:pt x="108" y="98"/>
                    </a:lnTo>
                    <a:lnTo>
                      <a:pt x="104" y="98"/>
                    </a:lnTo>
                    <a:lnTo>
                      <a:pt x="100" y="98"/>
                    </a:lnTo>
                    <a:lnTo>
                      <a:pt x="100" y="102"/>
                    </a:lnTo>
                    <a:lnTo>
                      <a:pt x="100" y="102"/>
                    </a:lnTo>
                    <a:lnTo>
                      <a:pt x="100" y="102"/>
                    </a:lnTo>
                    <a:close/>
                    <a:moveTo>
                      <a:pt x="78" y="102"/>
                    </a:moveTo>
                    <a:lnTo>
                      <a:pt x="78" y="98"/>
                    </a:lnTo>
                    <a:lnTo>
                      <a:pt x="78" y="102"/>
                    </a:lnTo>
                    <a:lnTo>
                      <a:pt x="78" y="102"/>
                    </a:lnTo>
                    <a:lnTo>
                      <a:pt x="78" y="102"/>
                    </a:lnTo>
                    <a:close/>
                    <a:moveTo>
                      <a:pt x="62" y="102"/>
                    </a:moveTo>
                    <a:lnTo>
                      <a:pt x="62" y="98"/>
                    </a:lnTo>
                    <a:lnTo>
                      <a:pt x="66" y="98"/>
                    </a:lnTo>
                    <a:lnTo>
                      <a:pt x="66" y="102"/>
                    </a:lnTo>
                    <a:lnTo>
                      <a:pt x="62" y="102"/>
                    </a:lnTo>
                    <a:lnTo>
                      <a:pt x="62" y="102"/>
                    </a:lnTo>
                    <a:lnTo>
                      <a:pt x="62" y="102"/>
                    </a:lnTo>
                    <a:close/>
                    <a:moveTo>
                      <a:pt x="118" y="104"/>
                    </a:moveTo>
                    <a:lnTo>
                      <a:pt x="118" y="108"/>
                    </a:lnTo>
                    <a:lnTo>
                      <a:pt x="116" y="112"/>
                    </a:lnTo>
                    <a:lnTo>
                      <a:pt x="112" y="112"/>
                    </a:lnTo>
                    <a:lnTo>
                      <a:pt x="112" y="108"/>
                    </a:lnTo>
                    <a:lnTo>
                      <a:pt x="116" y="108"/>
                    </a:lnTo>
                    <a:lnTo>
                      <a:pt x="116" y="104"/>
                    </a:lnTo>
                    <a:lnTo>
                      <a:pt x="118" y="104"/>
                    </a:lnTo>
                    <a:lnTo>
                      <a:pt x="118" y="104"/>
                    </a:lnTo>
                    <a:lnTo>
                      <a:pt x="118" y="104"/>
                    </a:lnTo>
                    <a:close/>
                    <a:moveTo>
                      <a:pt x="44" y="104"/>
                    </a:moveTo>
                    <a:lnTo>
                      <a:pt x="48" y="108"/>
                    </a:lnTo>
                    <a:lnTo>
                      <a:pt x="44" y="108"/>
                    </a:lnTo>
                    <a:lnTo>
                      <a:pt x="44" y="104"/>
                    </a:lnTo>
                    <a:lnTo>
                      <a:pt x="44" y="104"/>
                    </a:lnTo>
                    <a:lnTo>
                      <a:pt x="44" y="104"/>
                    </a:lnTo>
                    <a:close/>
                    <a:moveTo>
                      <a:pt x="104" y="124"/>
                    </a:moveTo>
                    <a:lnTo>
                      <a:pt x="104" y="120"/>
                    </a:lnTo>
                    <a:lnTo>
                      <a:pt x="104" y="116"/>
                    </a:lnTo>
                    <a:lnTo>
                      <a:pt x="104" y="120"/>
                    </a:lnTo>
                    <a:lnTo>
                      <a:pt x="104" y="124"/>
                    </a:lnTo>
                    <a:lnTo>
                      <a:pt x="104" y="124"/>
                    </a:lnTo>
                    <a:lnTo>
                      <a:pt x="104" y="124"/>
                    </a:lnTo>
                    <a:close/>
                    <a:moveTo>
                      <a:pt x="56" y="128"/>
                    </a:moveTo>
                    <a:lnTo>
                      <a:pt x="52" y="128"/>
                    </a:lnTo>
                    <a:lnTo>
                      <a:pt x="52" y="120"/>
                    </a:lnTo>
                    <a:lnTo>
                      <a:pt x="56" y="120"/>
                    </a:lnTo>
                    <a:lnTo>
                      <a:pt x="60" y="120"/>
                    </a:lnTo>
                    <a:lnTo>
                      <a:pt x="62" y="120"/>
                    </a:lnTo>
                    <a:lnTo>
                      <a:pt x="60" y="124"/>
                    </a:lnTo>
                    <a:lnTo>
                      <a:pt x="62" y="124"/>
                    </a:lnTo>
                    <a:lnTo>
                      <a:pt x="66" y="124"/>
                    </a:lnTo>
                    <a:lnTo>
                      <a:pt x="70" y="124"/>
                    </a:lnTo>
                    <a:lnTo>
                      <a:pt x="74" y="124"/>
                    </a:lnTo>
                    <a:lnTo>
                      <a:pt x="78" y="124"/>
                    </a:lnTo>
                    <a:lnTo>
                      <a:pt x="82" y="128"/>
                    </a:lnTo>
                    <a:lnTo>
                      <a:pt x="82" y="124"/>
                    </a:lnTo>
                    <a:lnTo>
                      <a:pt x="86" y="124"/>
                    </a:lnTo>
                    <a:lnTo>
                      <a:pt x="86" y="128"/>
                    </a:lnTo>
                    <a:lnTo>
                      <a:pt x="90" y="128"/>
                    </a:lnTo>
                    <a:lnTo>
                      <a:pt x="92" y="128"/>
                    </a:lnTo>
                    <a:lnTo>
                      <a:pt x="92" y="130"/>
                    </a:lnTo>
                    <a:lnTo>
                      <a:pt x="90" y="130"/>
                    </a:lnTo>
                    <a:lnTo>
                      <a:pt x="82" y="130"/>
                    </a:lnTo>
                    <a:lnTo>
                      <a:pt x="78" y="130"/>
                    </a:lnTo>
                    <a:lnTo>
                      <a:pt x="74" y="130"/>
                    </a:lnTo>
                    <a:lnTo>
                      <a:pt x="70" y="130"/>
                    </a:lnTo>
                    <a:lnTo>
                      <a:pt x="66" y="130"/>
                    </a:lnTo>
                    <a:lnTo>
                      <a:pt x="66" y="128"/>
                    </a:lnTo>
                    <a:lnTo>
                      <a:pt x="62" y="128"/>
                    </a:lnTo>
                    <a:lnTo>
                      <a:pt x="60" y="128"/>
                    </a:lnTo>
                    <a:lnTo>
                      <a:pt x="56" y="128"/>
                    </a:lnTo>
                    <a:lnTo>
                      <a:pt x="56" y="128"/>
                    </a:lnTo>
                    <a:lnTo>
                      <a:pt x="56" y="1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9" name="Freeform 103"/>
              <p:cNvSpPr>
                <a:spLocks/>
              </p:cNvSpPr>
              <p:nvPr/>
            </p:nvSpPr>
            <p:spPr bwMode="gray">
              <a:xfrm>
                <a:off x="4737340" y="2947401"/>
                <a:ext cx="3479" cy="6957"/>
              </a:xfrm>
              <a:custGeom>
                <a:avLst/>
                <a:gdLst>
                  <a:gd name="T0" fmla="*/ 0 w 2"/>
                  <a:gd name="T1" fmla="*/ 4 h 4"/>
                  <a:gd name="T2" fmla="*/ 0 w 2"/>
                  <a:gd name="T3" fmla="*/ 4 h 4"/>
                  <a:gd name="T4" fmla="*/ 0 w 2"/>
                  <a:gd name="T5" fmla="*/ 4 h 4"/>
                  <a:gd name="T6" fmla="*/ 0 w 2"/>
                  <a:gd name="T7" fmla="*/ 4 h 4"/>
                  <a:gd name="T8" fmla="*/ 0 w 2"/>
                  <a:gd name="T9" fmla="*/ 4 h 4"/>
                  <a:gd name="T10" fmla="*/ 0 w 2"/>
                  <a:gd name="T11" fmla="*/ 4 h 4"/>
                  <a:gd name="T12" fmla="*/ 0 w 2"/>
                  <a:gd name="T13" fmla="*/ 0 h 4"/>
                  <a:gd name="T14" fmla="*/ 2 w 2"/>
                  <a:gd name="T15" fmla="*/ 0 h 4"/>
                  <a:gd name="T16" fmla="*/ 0 w 2"/>
                  <a:gd name="T17" fmla="*/ 4 h 4"/>
                  <a:gd name="T18" fmla="*/ 0 w 2"/>
                  <a:gd name="T19" fmla="*/ 4 h 4"/>
                  <a:gd name="T20" fmla="*/ 0 w 2"/>
                  <a:gd name="T21" fmla="*/ 4 h 4"/>
                  <a:gd name="T22" fmla="*/ 0 w 2"/>
                  <a:gd name="T23" fmla="*/ 4 h 4"/>
                  <a:gd name="T24" fmla="*/ 0 w 2"/>
                  <a:gd name="T25"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 h="4">
                    <a:moveTo>
                      <a:pt x="0" y="4"/>
                    </a:moveTo>
                    <a:lnTo>
                      <a:pt x="0" y="4"/>
                    </a:lnTo>
                    <a:lnTo>
                      <a:pt x="0" y="4"/>
                    </a:lnTo>
                    <a:lnTo>
                      <a:pt x="0" y="4"/>
                    </a:lnTo>
                    <a:lnTo>
                      <a:pt x="0" y="4"/>
                    </a:lnTo>
                    <a:lnTo>
                      <a:pt x="0" y="4"/>
                    </a:lnTo>
                    <a:lnTo>
                      <a:pt x="0" y="0"/>
                    </a:lnTo>
                    <a:lnTo>
                      <a:pt x="2" y="0"/>
                    </a:lnTo>
                    <a:lnTo>
                      <a:pt x="0" y="4"/>
                    </a:lnTo>
                    <a:lnTo>
                      <a:pt x="0" y="4"/>
                    </a:lnTo>
                    <a:lnTo>
                      <a:pt x="0" y="4"/>
                    </a:lnTo>
                    <a:lnTo>
                      <a:pt x="0" y="4"/>
                    </a:lnTo>
                    <a:lnTo>
                      <a:pt x="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0" name="Freeform 104"/>
              <p:cNvSpPr>
                <a:spLocks/>
              </p:cNvSpPr>
              <p:nvPr/>
            </p:nvSpPr>
            <p:spPr bwMode="gray">
              <a:xfrm>
                <a:off x="5196510" y="2985664"/>
                <a:ext cx="166969" cy="97399"/>
              </a:xfrm>
              <a:custGeom>
                <a:avLst/>
                <a:gdLst>
                  <a:gd name="T0" fmla="*/ 74 w 96"/>
                  <a:gd name="T1" fmla="*/ 42 h 56"/>
                  <a:gd name="T2" fmla="*/ 70 w 96"/>
                  <a:gd name="T3" fmla="*/ 46 h 56"/>
                  <a:gd name="T4" fmla="*/ 66 w 96"/>
                  <a:gd name="T5" fmla="*/ 46 h 56"/>
                  <a:gd name="T6" fmla="*/ 66 w 96"/>
                  <a:gd name="T7" fmla="*/ 46 h 56"/>
                  <a:gd name="T8" fmla="*/ 62 w 96"/>
                  <a:gd name="T9" fmla="*/ 50 h 56"/>
                  <a:gd name="T10" fmla="*/ 58 w 96"/>
                  <a:gd name="T11" fmla="*/ 50 h 56"/>
                  <a:gd name="T12" fmla="*/ 56 w 96"/>
                  <a:gd name="T13" fmla="*/ 50 h 56"/>
                  <a:gd name="T14" fmla="*/ 52 w 96"/>
                  <a:gd name="T15" fmla="*/ 50 h 56"/>
                  <a:gd name="T16" fmla="*/ 44 w 96"/>
                  <a:gd name="T17" fmla="*/ 52 h 56"/>
                  <a:gd name="T18" fmla="*/ 40 w 96"/>
                  <a:gd name="T19" fmla="*/ 52 h 56"/>
                  <a:gd name="T20" fmla="*/ 36 w 96"/>
                  <a:gd name="T21" fmla="*/ 52 h 56"/>
                  <a:gd name="T22" fmla="*/ 32 w 96"/>
                  <a:gd name="T23" fmla="*/ 56 h 56"/>
                  <a:gd name="T24" fmla="*/ 30 w 96"/>
                  <a:gd name="T25" fmla="*/ 56 h 56"/>
                  <a:gd name="T26" fmla="*/ 22 w 96"/>
                  <a:gd name="T27" fmla="*/ 52 h 56"/>
                  <a:gd name="T28" fmla="*/ 18 w 96"/>
                  <a:gd name="T29" fmla="*/ 52 h 56"/>
                  <a:gd name="T30" fmla="*/ 14 w 96"/>
                  <a:gd name="T31" fmla="*/ 50 h 56"/>
                  <a:gd name="T32" fmla="*/ 10 w 96"/>
                  <a:gd name="T33" fmla="*/ 46 h 56"/>
                  <a:gd name="T34" fmla="*/ 10 w 96"/>
                  <a:gd name="T35" fmla="*/ 46 h 56"/>
                  <a:gd name="T36" fmla="*/ 6 w 96"/>
                  <a:gd name="T37" fmla="*/ 42 h 56"/>
                  <a:gd name="T38" fmla="*/ 2 w 96"/>
                  <a:gd name="T39" fmla="*/ 38 h 56"/>
                  <a:gd name="T40" fmla="*/ 2 w 96"/>
                  <a:gd name="T41" fmla="*/ 34 h 56"/>
                  <a:gd name="T42" fmla="*/ 0 w 96"/>
                  <a:gd name="T43" fmla="*/ 34 h 56"/>
                  <a:gd name="T44" fmla="*/ 2 w 96"/>
                  <a:gd name="T45" fmla="*/ 30 h 56"/>
                  <a:gd name="T46" fmla="*/ 2 w 96"/>
                  <a:gd name="T47" fmla="*/ 26 h 56"/>
                  <a:gd name="T48" fmla="*/ 2 w 96"/>
                  <a:gd name="T49" fmla="*/ 24 h 56"/>
                  <a:gd name="T50" fmla="*/ 6 w 96"/>
                  <a:gd name="T51" fmla="*/ 20 h 56"/>
                  <a:gd name="T52" fmla="*/ 6 w 96"/>
                  <a:gd name="T53" fmla="*/ 20 h 56"/>
                  <a:gd name="T54" fmla="*/ 6 w 96"/>
                  <a:gd name="T55" fmla="*/ 16 h 56"/>
                  <a:gd name="T56" fmla="*/ 10 w 96"/>
                  <a:gd name="T57" fmla="*/ 16 h 56"/>
                  <a:gd name="T58" fmla="*/ 14 w 96"/>
                  <a:gd name="T59" fmla="*/ 16 h 56"/>
                  <a:gd name="T60" fmla="*/ 14 w 96"/>
                  <a:gd name="T61" fmla="*/ 12 h 56"/>
                  <a:gd name="T62" fmla="*/ 18 w 96"/>
                  <a:gd name="T63" fmla="*/ 12 h 56"/>
                  <a:gd name="T64" fmla="*/ 18 w 96"/>
                  <a:gd name="T65" fmla="*/ 12 h 56"/>
                  <a:gd name="T66" fmla="*/ 26 w 96"/>
                  <a:gd name="T67" fmla="*/ 16 h 56"/>
                  <a:gd name="T68" fmla="*/ 32 w 96"/>
                  <a:gd name="T69" fmla="*/ 16 h 56"/>
                  <a:gd name="T70" fmla="*/ 36 w 96"/>
                  <a:gd name="T71" fmla="*/ 16 h 56"/>
                  <a:gd name="T72" fmla="*/ 36 w 96"/>
                  <a:gd name="T73" fmla="*/ 16 h 56"/>
                  <a:gd name="T74" fmla="*/ 36 w 96"/>
                  <a:gd name="T75" fmla="*/ 12 h 56"/>
                  <a:gd name="T76" fmla="*/ 40 w 96"/>
                  <a:gd name="T77" fmla="*/ 8 h 56"/>
                  <a:gd name="T78" fmla="*/ 44 w 96"/>
                  <a:gd name="T79" fmla="*/ 8 h 56"/>
                  <a:gd name="T80" fmla="*/ 48 w 96"/>
                  <a:gd name="T81" fmla="*/ 8 h 56"/>
                  <a:gd name="T82" fmla="*/ 56 w 96"/>
                  <a:gd name="T83" fmla="*/ 8 h 56"/>
                  <a:gd name="T84" fmla="*/ 56 w 96"/>
                  <a:gd name="T85" fmla="*/ 8 h 56"/>
                  <a:gd name="T86" fmla="*/ 58 w 96"/>
                  <a:gd name="T87" fmla="*/ 4 h 56"/>
                  <a:gd name="T88" fmla="*/ 62 w 96"/>
                  <a:gd name="T89" fmla="*/ 0 h 56"/>
                  <a:gd name="T90" fmla="*/ 66 w 96"/>
                  <a:gd name="T91" fmla="*/ 0 h 56"/>
                  <a:gd name="T92" fmla="*/ 70 w 96"/>
                  <a:gd name="T93" fmla="*/ 0 h 56"/>
                  <a:gd name="T94" fmla="*/ 78 w 96"/>
                  <a:gd name="T95" fmla="*/ 0 h 56"/>
                  <a:gd name="T96" fmla="*/ 82 w 96"/>
                  <a:gd name="T97" fmla="*/ 4 h 56"/>
                  <a:gd name="T98" fmla="*/ 84 w 96"/>
                  <a:gd name="T99" fmla="*/ 4 h 56"/>
                  <a:gd name="T100" fmla="*/ 84 w 96"/>
                  <a:gd name="T101" fmla="*/ 0 h 56"/>
                  <a:gd name="T102" fmla="*/ 88 w 96"/>
                  <a:gd name="T103" fmla="*/ 4 h 56"/>
                  <a:gd name="T104" fmla="*/ 92 w 96"/>
                  <a:gd name="T105" fmla="*/ 8 h 56"/>
                  <a:gd name="T106" fmla="*/ 96 w 96"/>
                  <a:gd name="T107" fmla="*/ 8 h 56"/>
                  <a:gd name="T108" fmla="*/ 92 w 96"/>
                  <a:gd name="T109" fmla="*/ 16 h 56"/>
                  <a:gd name="T110" fmla="*/ 88 w 96"/>
                  <a:gd name="T111" fmla="*/ 16 h 56"/>
                  <a:gd name="T112" fmla="*/ 84 w 96"/>
                  <a:gd name="T113" fmla="*/ 20 h 56"/>
                  <a:gd name="T114" fmla="*/ 84 w 96"/>
                  <a:gd name="T115" fmla="*/ 20 h 56"/>
                  <a:gd name="T116" fmla="*/ 84 w 96"/>
                  <a:gd name="T117" fmla="*/ 24 h 56"/>
                  <a:gd name="T118" fmla="*/ 82 w 96"/>
                  <a:gd name="T119" fmla="*/ 26 h 56"/>
                  <a:gd name="T120" fmla="*/ 78 w 96"/>
                  <a:gd name="T121" fmla="*/ 30 h 56"/>
                  <a:gd name="T122" fmla="*/ 78 w 96"/>
                  <a:gd name="T123" fmla="*/ 34 h 56"/>
                  <a:gd name="T124" fmla="*/ 78 w 96"/>
                  <a:gd name="T125" fmla="*/ 3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6" h="56">
                    <a:moveTo>
                      <a:pt x="78" y="38"/>
                    </a:moveTo>
                    <a:lnTo>
                      <a:pt x="74" y="38"/>
                    </a:lnTo>
                    <a:lnTo>
                      <a:pt x="74" y="38"/>
                    </a:lnTo>
                    <a:lnTo>
                      <a:pt x="74" y="38"/>
                    </a:lnTo>
                    <a:lnTo>
                      <a:pt x="74" y="42"/>
                    </a:lnTo>
                    <a:lnTo>
                      <a:pt x="74" y="42"/>
                    </a:lnTo>
                    <a:lnTo>
                      <a:pt x="74" y="42"/>
                    </a:lnTo>
                    <a:lnTo>
                      <a:pt x="70" y="46"/>
                    </a:lnTo>
                    <a:lnTo>
                      <a:pt x="70" y="46"/>
                    </a:lnTo>
                    <a:lnTo>
                      <a:pt x="70" y="46"/>
                    </a:lnTo>
                    <a:lnTo>
                      <a:pt x="70" y="46"/>
                    </a:lnTo>
                    <a:lnTo>
                      <a:pt x="70" y="46"/>
                    </a:lnTo>
                    <a:lnTo>
                      <a:pt x="70" y="46"/>
                    </a:lnTo>
                    <a:lnTo>
                      <a:pt x="70" y="46"/>
                    </a:lnTo>
                    <a:lnTo>
                      <a:pt x="66" y="46"/>
                    </a:lnTo>
                    <a:lnTo>
                      <a:pt x="66" y="46"/>
                    </a:lnTo>
                    <a:lnTo>
                      <a:pt x="66" y="46"/>
                    </a:lnTo>
                    <a:lnTo>
                      <a:pt x="66" y="46"/>
                    </a:lnTo>
                    <a:lnTo>
                      <a:pt x="66" y="46"/>
                    </a:lnTo>
                    <a:lnTo>
                      <a:pt x="66" y="46"/>
                    </a:lnTo>
                    <a:lnTo>
                      <a:pt x="66" y="50"/>
                    </a:lnTo>
                    <a:lnTo>
                      <a:pt x="66" y="50"/>
                    </a:lnTo>
                    <a:lnTo>
                      <a:pt x="66" y="50"/>
                    </a:lnTo>
                    <a:lnTo>
                      <a:pt x="66" y="50"/>
                    </a:lnTo>
                    <a:lnTo>
                      <a:pt x="62" y="50"/>
                    </a:lnTo>
                    <a:lnTo>
                      <a:pt x="62" y="50"/>
                    </a:lnTo>
                    <a:lnTo>
                      <a:pt x="62" y="50"/>
                    </a:lnTo>
                    <a:lnTo>
                      <a:pt x="62" y="50"/>
                    </a:lnTo>
                    <a:lnTo>
                      <a:pt x="62" y="50"/>
                    </a:lnTo>
                    <a:lnTo>
                      <a:pt x="58" y="50"/>
                    </a:lnTo>
                    <a:lnTo>
                      <a:pt x="58" y="50"/>
                    </a:lnTo>
                    <a:lnTo>
                      <a:pt x="58" y="50"/>
                    </a:lnTo>
                    <a:lnTo>
                      <a:pt x="58" y="50"/>
                    </a:lnTo>
                    <a:lnTo>
                      <a:pt x="58" y="50"/>
                    </a:lnTo>
                    <a:lnTo>
                      <a:pt x="56" y="50"/>
                    </a:lnTo>
                    <a:lnTo>
                      <a:pt x="56" y="50"/>
                    </a:lnTo>
                    <a:lnTo>
                      <a:pt x="52" y="50"/>
                    </a:lnTo>
                    <a:lnTo>
                      <a:pt x="52" y="50"/>
                    </a:lnTo>
                    <a:lnTo>
                      <a:pt x="52" y="50"/>
                    </a:lnTo>
                    <a:lnTo>
                      <a:pt x="52" y="50"/>
                    </a:lnTo>
                    <a:lnTo>
                      <a:pt x="48" y="50"/>
                    </a:lnTo>
                    <a:lnTo>
                      <a:pt x="48" y="50"/>
                    </a:lnTo>
                    <a:lnTo>
                      <a:pt x="48" y="50"/>
                    </a:lnTo>
                    <a:lnTo>
                      <a:pt x="48" y="50"/>
                    </a:lnTo>
                    <a:lnTo>
                      <a:pt x="44" y="52"/>
                    </a:lnTo>
                    <a:lnTo>
                      <a:pt x="44" y="52"/>
                    </a:lnTo>
                    <a:lnTo>
                      <a:pt x="44" y="52"/>
                    </a:lnTo>
                    <a:lnTo>
                      <a:pt x="40" y="52"/>
                    </a:lnTo>
                    <a:lnTo>
                      <a:pt x="40" y="52"/>
                    </a:lnTo>
                    <a:lnTo>
                      <a:pt x="40" y="52"/>
                    </a:lnTo>
                    <a:lnTo>
                      <a:pt x="36" y="52"/>
                    </a:lnTo>
                    <a:lnTo>
                      <a:pt x="36" y="52"/>
                    </a:lnTo>
                    <a:lnTo>
                      <a:pt x="36" y="52"/>
                    </a:lnTo>
                    <a:lnTo>
                      <a:pt x="36" y="52"/>
                    </a:lnTo>
                    <a:lnTo>
                      <a:pt x="36" y="52"/>
                    </a:lnTo>
                    <a:lnTo>
                      <a:pt x="36" y="52"/>
                    </a:lnTo>
                    <a:lnTo>
                      <a:pt x="36" y="56"/>
                    </a:lnTo>
                    <a:lnTo>
                      <a:pt x="32" y="56"/>
                    </a:lnTo>
                    <a:lnTo>
                      <a:pt x="32" y="56"/>
                    </a:lnTo>
                    <a:lnTo>
                      <a:pt x="32" y="56"/>
                    </a:lnTo>
                    <a:lnTo>
                      <a:pt x="32" y="56"/>
                    </a:lnTo>
                    <a:lnTo>
                      <a:pt x="30" y="56"/>
                    </a:lnTo>
                    <a:lnTo>
                      <a:pt x="30" y="56"/>
                    </a:lnTo>
                    <a:lnTo>
                      <a:pt x="30" y="56"/>
                    </a:lnTo>
                    <a:lnTo>
                      <a:pt x="30" y="56"/>
                    </a:lnTo>
                    <a:lnTo>
                      <a:pt x="26" y="56"/>
                    </a:lnTo>
                    <a:lnTo>
                      <a:pt x="26" y="56"/>
                    </a:lnTo>
                    <a:lnTo>
                      <a:pt x="22" y="56"/>
                    </a:lnTo>
                    <a:lnTo>
                      <a:pt x="22" y="52"/>
                    </a:lnTo>
                    <a:lnTo>
                      <a:pt x="22" y="52"/>
                    </a:lnTo>
                    <a:lnTo>
                      <a:pt x="22" y="52"/>
                    </a:lnTo>
                    <a:lnTo>
                      <a:pt x="22" y="52"/>
                    </a:lnTo>
                    <a:lnTo>
                      <a:pt x="18" y="52"/>
                    </a:lnTo>
                    <a:lnTo>
                      <a:pt x="18" y="52"/>
                    </a:lnTo>
                    <a:lnTo>
                      <a:pt x="18" y="52"/>
                    </a:lnTo>
                    <a:lnTo>
                      <a:pt x="18" y="52"/>
                    </a:lnTo>
                    <a:lnTo>
                      <a:pt x="18" y="52"/>
                    </a:lnTo>
                    <a:lnTo>
                      <a:pt x="14" y="52"/>
                    </a:lnTo>
                    <a:lnTo>
                      <a:pt x="14" y="50"/>
                    </a:lnTo>
                    <a:lnTo>
                      <a:pt x="14" y="50"/>
                    </a:lnTo>
                    <a:lnTo>
                      <a:pt x="14" y="50"/>
                    </a:lnTo>
                    <a:lnTo>
                      <a:pt x="14" y="50"/>
                    </a:lnTo>
                    <a:lnTo>
                      <a:pt x="14" y="50"/>
                    </a:lnTo>
                    <a:lnTo>
                      <a:pt x="10" y="46"/>
                    </a:lnTo>
                    <a:lnTo>
                      <a:pt x="10" y="46"/>
                    </a:lnTo>
                    <a:lnTo>
                      <a:pt x="10" y="46"/>
                    </a:lnTo>
                    <a:lnTo>
                      <a:pt x="10" y="46"/>
                    </a:lnTo>
                    <a:lnTo>
                      <a:pt x="10" y="46"/>
                    </a:lnTo>
                    <a:lnTo>
                      <a:pt x="10" y="46"/>
                    </a:lnTo>
                    <a:lnTo>
                      <a:pt x="10" y="46"/>
                    </a:lnTo>
                    <a:lnTo>
                      <a:pt x="10" y="46"/>
                    </a:lnTo>
                    <a:lnTo>
                      <a:pt x="10" y="46"/>
                    </a:lnTo>
                    <a:lnTo>
                      <a:pt x="6" y="42"/>
                    </a:lnTo>
                    <a:lnTo>
                      <a:pt x="6" y="42"/>
                    </a:lnTo>
                    <a:lnTo>
                      <a:pt x="6" y="42"/>
                    </a:lnTo>
                    <a:lnTo>
                      <a:pt x="6" y="42"/>
                    </a:lnTo>
                    <a:lnTo>
                      <a:pt x="2" y="38"/>
                    </a:lnTo>
                    <a:lnTo>
                      <a:pt x="2" y="38"/>
                    </a:lnTo>
                    <a:lnTo>
                      <a:pt x="2" y="38"/>
                    </a:lnTo>
                    <a:lnTo>
                      <a:pt x="2" y="38"/>
                    </a:lnTo>
                    <a:lnTo>
                      <a:pt x="2" y="38"/>
                    </a:lnTo>
                    <a:lnTo>
                      <a:pt x="2" y="34"/>
                    </a:lnTo>
                    <a:lnTo>
                      <a:pt x="2" y="34"/>
                    </a:lnTo>
                    <a:lnTo>
                      <a:pt x="2" y="34"/>
                    </a:lnTo>
                    <a:lnTo>
                      <a:pt x="2" y="34"/>
                    </a:lnTo>
                    <a:lnTo>
                      <a:pt x="2" y="34"/>
                    </a:lnTo>
                    <a:lnTo>
                      <a:pt x="2" y="34"/>
                    </a:lnTo>
                    <a:lnTo>
                      <a:pt x="0" y="34"/>
                    </a:lnTo>
                    <a:lnTo>
                      <a:pt x="0" y="34"/>
                    </a:lnTo>
                    <a:lnTo>
                      <a:pt x="0" y="34"/>
                    </a:lnTo>
                    <a:lnTo>
                      <a:pt x="0" y="34"/>
                    </a:lnTo>
                    <a:lnTo>
                      <a:pt x="2" y="30"/>
                    </a:lnTo>
                    <a:lnTo>
                      <a:pt x="2" y="30"/>
                    </a:lnTo>
                    <a:lnTo>
                      <a:pt x="2" y="30"/>
                    </a:lnTo>
                    <a:lnTo>
                      <a:pt x="2" y="30"/>
                    </a:lnTo>
                    <a:lnTo>
                      <a:pt x="2" y="30"/>
                    </a:lnTo>
                    <a:lnTo>
                      <a:pt x="2" y="30"/>
                    </a:lnTo>
                    <a:lnTo>
                      <a:pt x="6" y="30"/>
                    </a:lnTo>
                    <a:lnTo>
                      <a:pt x="6" y="30"/>
                    </a:lnTo>
                    <a:lnTo>
                      <a:pt x="2" y="26"/>
                    </a:lnTo>
                    <a:lnTo>
                      <a:pt x="2" y="26"/>
                    </a:lnTo>
                    <a:lnTo>
                      <a:pt x="2" y="26"/>
                    </a:lnTo>
                    <a:lnTo>
                      <a:pt x="6" y="26"/>
                    </a:lnTo>
                    <a:lnTo>
                      <a:pt x="6" y="26"/>
                    </a:lnTo>
                    <a:lnTo>
                      <a:pt x="2" y="24"/>
                    </a:lnTo>
                    <a:lnTo>
                      <a:pt x="2" y="24"/>
                    </a:lnTo>
                    <a:lnTo>
                      <a:pt x="6" y="24"/>
                    </a:lnTo>
                    <a:lnTo>
                      <a:pt x="6" y="24"/>
                    </a:lnTo>
                    <a:lnTo>
                      <a:pt x="6" y="24"/>
                    </a:lnTo>
                    <a:lnTo>
                      <a:pt x="6" y="20"/>
                    </a:lnTo>
                    <a:lnTo>
                      <a:pt x="6" y="20"/>
                    </a:lnTo>
                    <a:lnTo>
                      <a:pt x="6" y="20"/>
                    </a:lnTo>
                    <a:lnTo>
                      <a:pt x="6" y="20"/>
                    </a:lnTo>
                    <a:lnTo>
                      <a:pt x="6" y="20"/>
                    </a:lnTo>
                    <a:lnTo>
                      <a:pt x="6" y="20"/>
                    </a:lnTo>
                    <a:lnTo>
                      <a:pt x="2" y="20"/>
                    </a:lnTo>
                    <a:lnTo>
                      <a:pt x="2" y="16"/>
                    </a:lnTo>
                    <a:lnTo>
                      <a:pt x="6" y="16"/>
                    </a:lnTo>
                    <a:lnTo>
                      <a:pt x="6" y="16"/>
                    </a:lnTo>
                    <a:lnTo>
                      <a:pt x="6" y="16"/>
                    </a:lnTo>
                    <a:lnTo>
                      <a:pt x="6" y="16"/>
                    </a:lnTo>
                    <a:lnTo>
                      <a:pt x="10" y="16"/>
                    </a:lnTo>
                    <a:lnTo>
                      <a:pt x="10" y="20"/>
                    </a:lnTo>
                    <a:lnTo>
                      <a:pt x="10" y="20"/>
                    </a:lnTo>
                    <a:lnTo>
                      <a:pt x="10" y="16"/>
                    </a:lnTo>
                    <a:lnTo>
                      <a:pt x="10" y="16"/>
                    </a:lnTo>
                    <a:lnTo>
                      <a:pt x="14" y="16"/>
                    </a:lnTo>
                    <a:lnTo>
                      <a:pt x="14" y="16"/>
                    </a:lnTo>
                    <a:lnTo>
                      <a:pt x="14" y="16"/>
                    </a:lnTo>
                    <a:lnTo>
                      <a:pt x="14" y="16"/>
                    </a:lnTo>
                    <a:lnTo>
                      <a:pt x="14" y="16"/>
                    </a:lnTo>
                    <a:lnTo>
                      <a:pt x="14" y="12"/>
                    </a:lnTo>
                    <a:lnTo>
                      <a:pt x="14" y="12"/>
                    </a:lnTo>
                    <a:lnTo>
                      <a:pt x="14" y="12"/>
                    </a:lnTo>
                    <a:lnTo>
                      <a:pt x="14" y="12"/>
                    </a:lnTo>
                    <a:lnTo>
                      <a:pt x="14" y="12"/>
                    </a:lnTo>
                    <a:lnTo>
                      <a:pt x="14" y="12"/>
                    </a:lnTo>
                    <a:lnTo>
                      <a:pt x="14" y="12"/>
                    </a:lnTo>
                    <a:lnTo>
                      <a:pt x="18" y="12"/>
                    </a:lnTo>
                    <a:lnTo>
                      <a:pt x="18" y="12"/>
                    </a:lnTo>
                    <a:lnTo>
                      <a:pt x="18" y="12"/>
                    </a:lnTo>
                    <a:lnTo>
                      <a:pt x="18" y="12"/>
                    </a:lnTo>
                    <a:lnTo>
                      <a:pt x="18" y="12"/>
                    </a:lnTo>
                    <a:lnTo>
                      <a:pt x="18" y="12"/>
                    </a:lnTo>
                    <a:lnTo>
                      <a:pt x="18" y="12"/>
                    </a:lnTo>
                    <a:lnTo>
                      <a:pt x="22" y="16"/>
                    </a:lnTo>
                    <a:lnTo>
                      <a:pt x="26" y="16"/>
                    </a:lnTo>
                    <a:lnTo>
                      <a:pt x="26" y="16"/>
                    </a:lnTo>
                    <a:lnTo>
                      <a:pt x="26" y="16"/>
                    </a:lnTo>
                    <a:lnTo>
                      <a:pt x="26" y="16"/>
                    </a:lnTo>
                    <a:lnTo>
                      <a:pt x="30" y="16"/>
                    </a:lnTo>
                    <a:lnTo>
                      <a:pt x="30" y="16"/>
                    </a:lnTo>
                    <a:lnTo>
                      <a:pt x="30" y="16"/>
                    </a:lnTo>
                    <a:lnTo>
                      <a:pt x="30" y="16"/>
                    </a:lnTo>
                    <a:lnTo>
                      <a:pt x="32" y="16"/>
                    </a:lnTo>
                    <a:lnTo>
                      <a:pt x="32" y="16"/>
                    </a:lnTo>
                    <a:lnTo>
                      <a:pt x="32" y="16"/>
                    </a:lnTo>
                    <a:lnTo>
                      <a:pt x="32" y="16"/>
                    </a:lnTo>
                    <a:lnTo>
                      <a:pt x="32" y="16"/>
                    </a:lnTo>
                    <a:lnTo>
                      <a:pt x="36" y="16"/>
                    </a:lnTo>
                    <a:lnTo>
                      <a:pt x="36" y="16"/>
                    </a:lnTo>
                    <a:lnTo>
                      <a:pt x="36" y="16"/>
                    </a:lnTo>
                    <a:lnTo>
                      <a:pt x="36" y="16"/>
                    </a:lnTo>
                    <a:lnTo>
                      <a:pt x="36" y="16"/>
                    </a:lnTo>
                    <a:lnTo>
                      <a:pt x="36" y="16"/>
                    </a:lnTo>
                    <a:lnTo>
                      <a:pt x="36" y="16"/>
                    </a:lnTo>
                    <a:lnTo>
                      <a:pt x="40" y="16"/>
                    </a:lnTo>
                    <a:lnTo>
                      <a:pt x="40" y="16"/>
                    </a:lnTo>
                    <a:lnTo>
                      <a:pt x="36" y="16"/>
                    </a:lnTo>
                    <a:lnTo>
                      <a:pt x="36" y="12"/>
                    </a:lnTo>
                    <a:lnTo>
                      <a:pt x="36" y="12"/>
                    </a:lnTo>
                    <a:lnTo>
                      <a:pt x="36" y="12"/>
                    </a:lnTo>
                    <a:lnTo>
                      <a:pt x="36" y="12"/>
                    </a:lnTo>
                    <a:lnTo>
                      <a:pt x="40" y="12"/>
                    </a:lnTo>
                    <a:lnTo>
                      <a:pt x="40" y="8"/>
                    </a:lnTo>
                    <a:lnTo>
                      <a:pt x="40" y="8"/>
                    </a:lnTo>
                    <a:lnTo>
                      <a:pt x="40" y="8"/>
                    </a:lnTo>
                    <a:lnTo>
                      <a:pt x="40" y="8"/>
                    </a:lnTo>
                    <a:lnTo>
                      <a:pt x="40" y="8"/>
                    </a:lnTo>
                    <a:lnTo>
                      <a:pt x="44" y="8"/>
                    </a:lnTo>
                    <a:lnTo>
                      <a:pt x="44" y="8"/>
                    </a:lnTo>
                    <a:lnTo>
                      <a:pt x="48" y="8"/>
                    </a:lnTo>
                    <a:lnTo>
                      <a:pt x="48" y="8"/>
                    </a:lnTo>
                    <a:lnTo>
                      <a:pt x="48" y="8"/>
                    </a:lnTo>
                    <a:lnTo>
                      <a:pt x="48" y="8"/>
                    </a:lnTo>
                    <a:lnTo>
                      <a:pt x="48" y="8"/>
                    </a:lnTo>
                    <a:lnTo>
                      <a:pt x="52" y="8"/>
                    </a:lnTo>
                    <a:lnTo>
                      <a:pt x="52" y="8"/>
                    </a:lnTo>
                    <a:lnTo>
                      <a:pt x="52" y="8"/>
                    </a:lnTo>
                    <a:lnTo>
                      <a:pt x="56" y="8"/>
                    </a:lnTo>
                    <a:lnTo>
                      <a:pt x="56" y="8"/>
                    </a:lnTo>
                    <a:lnTo>
                      <a:pt x="56" y="8"/>
                    </a:lnTo>
                    <a:lnTo>
                      <a:pt x="56" y="8"/>
                    </a:lnTo>
                    <a:lnTo>
                      <a:pt x="56" y="8"/>
                    </a:lnTo>
                    <a:lnTo>
                      <a:pt x="56" y="8"/>
                    </a:lnTo>
                    <a:lnTo>
                      <a:pt x="56" y="8"/>
                    </a:lnTo>
                    <a:lnTo>
                      <a:pt x="58" y="4"/>
                    </a:lnTo>
                    <a:lnTo>
                      <a:pt x="58" y="4"/>
                    </a:lnTo>
                    <a:lnTo>
                      <a:pt x="58" y="4"/>
                    </a:lnTo>
                    <a:lnTo>
                      <a:pt x="58" y="4"/>
                    </a:lnTo>
                    <a:lnTo>
                      <a:pt x="58" y="4"/>
                    </a:lnTo>
                    <a:lnTo>
                      <a:pt x="58" y="4"/>
                    </a:lnTo>
                    <a:lnTo>
                      <a:pt x="58" y="4"/>
                    </a:lnTo>
                    <a:lnTo>
                      <a:pt x="62" y="0"/>
                    </a:lnTo>
                    <a:lnTo>
                      <a:pt x="62" y="0"/>
                    </a:lnTo>
                    <a:lnTo>
                      <a:pt x="62" y="0"/>
                    </a:lnTo>
                    <a:lnTo>
                      <a:pt x="62" y="0"/>
                    </a:lnTo>
                    <a:lnTo>
                      <a:pt x="62" y="0"/>
                    </a:lnTo>
                    <a:lnTo>
                      <a:pt x="62" y="0"/>
                    </a:lnTo>
                    <a:lnTo>
                      <a:pt x="66" y="0"/>
                    </a:lnTo>
                    <a:lnTo>
                      <a:pt x="66" y="0"/>
                    </a:lnTo>
                    <a:lnTo>
                      <a:pt x="66" y="0"/>
                    </a:lnTo>
                    <a:lnTo>
                      <a:pt x="66" y="0"/>
                    </a:lnTo>
                    <a:lnTo>
                      <a:pt x="66" y="0"/>
                    </a:lnTo>
                    <a:lnTo>
                      <a:pt x="70" y="0"/>
                    </a:lnTo>
                    <a:lnTo>
                      <a:pt x="70" y="0"/>
                    </a:lnTo>
                    <a:lnTo>
                      <a:pt x="74" y="0"/>
                    </a:lnTo>
                    <a:lnTo>
                      <a:pt x="74" y="0"/>
                    </a:lnTo>
                    <a:lnTo>
                      <a:pt x="74" y="0"/>
                    </a:lnTo>
                    <a:lnTo>
                      <a:pt x="78" y="0"/>
                    </a:lnTo>
                    <a:lnTo>
                      <a:pt x="78" y="0"/>
                    </a:lnTo>
                    <a:lnTo>
                      <a:pt x="78" y="0"/>
                    </a:lnTo>
                    <a:lnTo>
                      <a:pt x="78" y="4"/>
                    </a:lnTo>
                    <a:lnTo>
                      <a:pt x="82" y="4"/>
                    </a:lnTo>
                    <a:lnTo>
                      <a:pt x="82" y="4"/>
                    </a:lnTo>
                    <a:lnTo>
                      <a:pt x="82" y="4"/>
                    </a:lnTo>
                    <a:lnTo>
                      <a:pt x="82" y="4"/>
                    </a:lnTo>
                    <a:lnTo>
                      <a:pt x="82" y="4"/>
                    </a:lnTo>
                    <a:lnTo>
                      <a:pt x="84" y="4"/>
                    </a:lnTo>
                    <a:lnTo>
                      <a:pt x="84" y="4"/>
                    </a:lnTo>
                    <a:lnTo>
                      <a:pt x="84" y="4"/>
                    </a:lnTo>
                    <a:lnTo>
                      <a:pt x="84" y="4"/>
                    </a:lnTo>
                    <a:lnTo>
                      <a:pt x="84" y="4"/>
                    </a:lnTo>
                    <a:lnTo>
                      <a:pt x="84" y="4"/>
                    </a:lnTo>
                    <a:lnTo>
                      <a:pt x="84" y="0"/>
                    </a:lnTo>
                    <a:lnTo>
                      <a:pt x="88" y="4"/>
                    </a:lnTo>
                    <a:lnTo>
                      <a:pt x="88" y="4"/>
                    </a:lnTo>
                    <a:lnTo>
                      <a:pt x="88" y="4"/>
                    </a:lnTo>
                    <a:lnTo>
                      <a:pt x="88" y="4"/>
                    </a:lnTo>
                    <a:lnTo>
                      <a:pt x="88" y="4"/>
                    </a:lnTo>
                    <a:lnTo>
                      <a:pt x="88" y="4"/>
                    </a:lnTo>
                    <a:lnTo>
                      <a:pt x="92" y="8"/>
                    </a:lnTo>
                    <a:lnTo>
                      <a:pt x="92" y="8"/>
                    </a:lnTo>
                    <a:lnTo>
                      <a:pt x="92" y="8"/>
                    </a:lnTo>
                    <a:lnTo>
                      <a:pt x="92" y="8"/>
                    </a:lnTo>
                    <a:lnTo>
                      <a:pt x="92" y="8"/>
                    </a:lnTo>
                    <a:lnTo>
                      <a:pt x="92" y="8"/>
                    </a:lnTo>
                    <a:lnTo>
                      <a:pt x="92" y="8"/>
                    </a:lnTo>
                    <a:lnTo>
                      <a:pt x="92" y="8"/>
                    </a:lnTo>
                    <a:lnTo>
                      <a:pt x="96" y="8"/>
                    </a:lnTo>
                    <a:lnTo>
                      <a:pt x="96" y="12"/>
                    </a:lnTo>
                    <a:lnTo>
                      <a:pt x="96" y="12"/>
                    </a:lnTo>
                    <a:lnTo>
                      <a:pt x="96" y="12"/>
                    </a:lnTo>
                    <a:lnTo>
                      <a:pt x="92" y="16"/>
                    </a:lnTo>
                    <a:lnTo>
                      <a:pt x="92" y="16"/>
                    </a:lnTo>
                    <a:lnTo>
                      <a:pt x="92" y="16"/>
                    </a:lnTo>
                    <a:lnTo>
                      <a:pt x="92" y="16"/>
                    </a:lnTo>
                    <a:lnTo>
                      <a:pt x="92" y="16"/>
                    </a:lnTo>
                    <a:lnTo>
                      <a:pt x="88" y="16"/>
                    </a:lnTo>
                    <a:lnTo>
                      <a:pt x="88" y="16"/>
                    </a:lnTo>
                    <a:lnTo>
                      <a:pt x="88" y="16"/>
                    </a:lnTo>
                    <a:lnTo>
                      <a:pt x="88" y="16"/>
                    </a:lnTo>
                    <a:lnTo>
                      <a:pt x="88" y="16"/>
                    </a:lnTo>
                    <a:lnTo>
                      <a:pt x="84" y="20"/>
                    </a:lnTo>
                    <a:lnTo>
                      <a:pt x="84" y="20"/>
                    </a:lnTo>
                    <a:lnTo>
                      <a:pt x="84" y="20"/>
                    </a:lnTo>
                    <a:lnTo>
                      <a:pt x="84" y="20"/>
                    </a:lnTo>
                    <a:lnTo>
                      <a:pt x="84" y="20"/>
                    </a:lnTo>
                    <a:lnTo>
                      <a:pt x="84" y="20"/>
                    </a:lnTo>
                    <a:lnTo>
                      <a:pt x="84" y="20"/>
                    </a:lnTo>
                    <a:lnTo>
                      <a:pt x="84" y="20"/>
                    </a:lnTo>
                    <a:lnTo>
                      <a:pt x="84" y="24"/>
                    </a:lnTo>
                    <a:lnTo>
                      <a:pt x="84" y="24"/>
                    </a:lnTo>
                    <a:lnTo>
                      <a:pt x="84" y="24"/>
                    </a:lnTo>
                    <a:lnTo>
                      <a:pt x="84" y="24"/>
                    </a:lnTo>
                    <a:lnTo>
                      <a:pt x="82" y="24"/>
                    </a:lnTo>
                    <a:lnTo>
                      <a:pt x="82" y="24"/>
                    </a:lnTo>
                    <a:lnTo>
                      <a:pt x="82" y="24"/>
                    </a:lnTo>
                    <a:lnTo>
                      <a:pt x="82" y="26"/>
                    </a:lnTo>
                    <a:lnTo>
                      <a:pt x="82" y="26"/>
                    </a:lnTo>
                    <a:lnTo>
                      <a:pt x="82" y="26"/>
                    </a:lnTo>
                    <a:lnTo>
                      <a:pt x="82" y="30"/>
                    </a:lnTo>
                    <a:lnTo>
                      <a:pt x="82" y="30"/>
                    </a:lnTo>
                    <a:lnTo>
                      <a:pt x="78" y="30"/>
                    </a:lnTo>
                    <a:lnTo>
                      <a:pt x="78" y="30"/>
                    </a:lnTo>
                    <a:lnTo>
                      <a:pt x="78" y="30"/>
                    </a:lnTo>
                    <a:lnTo>
                      <a:pt x="78" y="30"/>
                    </a:lnTo>
                    <a:lnTo>
                      <a:pt x="78" y="30"/>
                    </a:lnTo>
                    <a:lnTo>
                      <a:pt x="78" y="34"/>
                    </a:lnTo>
                    <a:lnTo>
                      <a:pt x="78" y="34"/>
                    </a:lnTo>
                    <a:lnTo>
                      <a:pt x="78" y="38"/>
                    </a:lnTo>
                    <a:lnTo>
                      <a:pt x="78" y="38"/>
                    </a:lnTo>
                    <a:lnTo>
                      <a:pt x="78" y="38"/>
                    </a:lnTo>
                    <a:lnTo>
                      <a:pt x="78" y="38"/>
                    </a:lnTo>
                    <a:lnTo>
                      <a:pt x="78" y="38"/>
                    </a:lnTo>
                    <a:lnTo>
                      <a:pt x="78"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1" name="Freeform 105"/>
              <p:cNvSpPr>
                <a:spLocks/>
              </p:cNvSpPr>
              <p:nvPr/>
            </p:nvSpPr>
            <p:spPr bwMode="gray">
              <a:xfrm>
                <a:off x="4198169" y="2286482"/>
                <a:ext cx="271325" cy="128704"/>
              </a:xfrm>
              <a:custGeom>
                <a:avLst/>
                <a:gdLst>
                  <a:gd name="T0" fmla="*/ 36 w 156"/>
                  <a:gd name="T1" fmla="*/ 48 h 74"/>
                  <a:gd name="T2" fmla="*/ 30 w 156"/>
                  <a:gd name="T3" fmla="*/ 44 h 74"/>
                  <a:gd name="T4" fmla="*/ 14 w 156"/>
                  <a:gd name="T5" fmla="*/ 40 h 74"/>
                  <a:gd name="T6" fmla="*/ 14 w 156"/>
                  <a:gd name="T7" fmla="*/ 40 h 74"/>
                  <a:gd name="T8" fmla="*/ 30 w 156"/>
                  <a:gd name="T9" fmla="*/ 38 h 74"/>
                  <a:gd name="T10" fmla="*/ 32 w 156"/>
                  <a:gd name="T11" fmla="*/ 34 h 74"/>
                  <a:gd name="T12" fmla="*/ 32 w 156"/>
                  <a:gd name="T13" fmla="*/ 30 h 74"/>
                  <a:gd name="T14" fmla="*/ 32 w 156"/>
                  <a:gd name="T15" fmla="*/ 26 h 74"/>
                  <a:gd name="T16" fmla="*/ 30 w 156"/>
                  <a:gd name="T17" fmla="*/ 26 h 74"/>
                  <a:gd name="T18" fmla="*/ 18 w 156"/>
                  <a:gd name="T19" fmla="*/ 26 h 74"/>
                  <a:gd name="T20" fmla="*/ 0 w 156"/>
                  <a:gd name="T21" fmla="*/ 26 h 74"/>
                  <a:gd name="T22" fmla="*/ 6 w 156"/>
                  <a:gd name="T23" fmla="*/ 26 h 74"/>
                  <a:gd name="T24" fmla="*/ 6 w 156"/>
                  <a:gd name="T25" fmla="*/ 22 h 74"/>
                  <a:gd name="T26" fmla="*/ 10 w 156"/>
                  <a:gd name="T27" fmla="*/ 22 h 74"/>
                  <a:gd name="T28" fmla="*/ 10 w 156"/>
                  <a:gd name="T29" fmla="*/ 18 h 74"/>
                  <a:gd name="T30" fmla="*/ 14 w 156"/>
                  <a:gd name="T31" fmla="*/ 14 h 74"/>
                  <a:gd name="T32" fmla="*/ 14 w 156"/>
                  <a:gd name="T33" fmla="*/ 10 h 74"/>
                  <a:gd name="T34" fmla="*/ 18 w 156"/>
                  <a:gd name="T35" fmla="*/ 10 h 74"/>
                  <a:gd name="T36" fmla="*/ 26 w 156"/>
                  <a:gd name="T37" fmla="*/ 18 h 74"/>
                  <a:gd name="T38" fmla="*/ 30 w 156"/>
                  <a:gd name="T39" fmla="*/ 10 h 74"/>
                  <a:gd name="T40" fmla="*/ 30 w 156"/>
                  <a:gd name="T41" fmla="*/ 8 h 74"/>
                  <a:gd name="T42" fmla="*/ 22 w 156"/>
                  <a:gd name="T43" fmla="*/ 4 h 74"/>
                  <a:gd name="T44" fmla="*/ 32 w 156"/>
                  <a:gd name="T45" fmla="*/ 4 h 74"/>
                  <a:gd name="T46" fmla="*/ 44 w 156"/>
                  <a:gd name="T47" fmla="*/ 14 h 74"/>
                  <a:gd name="T48" fmla="*/ 40 w 156"/>
                  <a:gd name="T49" fmla="*/ 22 h 74"/>
                  <a:gd name="T50" fmla="*/ 44 w 156"/>
                  <a:gd name="T51" fmla="*/ 26 h 74"/>
                  <a:gd name="T52" fmla="*/ 52 w 156"/>
                  <a:gd name="T53" fmla="*/ 22 h 74"/>
                  <a:gd name="T54" fmla="*/ 60 w 156"/>
                  <a:gd name="T55" fmla="*/ 14 h 74"/>
                  <a:gd name="T56" fmla="*/ 66 w 156"/>
                  <a:gd name="T57" fmla="*/ 18 h 74"/>
                  <a:gd name="T58" fmla="*/ 78 w 156"/>
                  <a:gd name="T59" fmla="*/ 10 h 74"/>
                  <a:gd name="T60" fmla="*/ 84 w 156"/>
                  <a:gd name="T61" fmla="*/ 14 h 74"/>
                  <a:gd name="T62" fmla="*/ 88 w 156"/>
                  <a:gd name="T63" fmla="*/ 18 h 74"/>
                  <a:gd name="T64" fmla="*/ 92 w 156"/>
                  <a:gd name="T65" fmla="*/ 10 h 74"/>
                  <a:gd name="T66" fmla="*/ 104 w 156"/>
                  <a:gd name="T67" fmla="*/ 8 h 74"/>
                  <a:gd name="T68" fmla="*/ 114 w 156"/>
                  <a:gd name="T69" fmla="*/ 8 h 74"/>
                  <a:gd name="T70" fmla="*/ 122 w 156"/>
                  <a:gd name="T71" fmla="*/ 0 h 74"/>
                  <a:gd name="T72" fmla="*/ 130 w 156"/>
                  <a:gd name="T73" fmla="*/ 8 h 74"/>
                  <a:gd name="T74" fmla="*/ 134 w 156"/>
                  <a:gd name="T75" fmla="*/ 10 h 74"/>
                  <a:gd name="T76" fmla="*/ 136 w 156"/>
                  <a:gd name="T77" fmla="*/ 14 h 74"/>
                  <a:gd name="T78" fmla="*/ 140 w 156"/>
                  <a:gd name="T79" fmla="*/ 22 h 74"/>
                  <a:gd name="T80" fmla="*/ 152 w 156"/>
                  <a:gd name="T81" fmla="*/ 30 h 74"/>
                  <a:gd name="T82" fmla="*/ 156 w 156"/>
                  <a:gd name="T83" fmla="*/ 34 h 74"/>
                  <a:gd name="T84" fmla="*/ 152 w 156"/>
                  <a:gd name="T85" fmla="*/ 40 h 74"/>
                  <a:gd name="T86" fmla="*/ 144 w 156"/>
                  <a:gd name="T87" fmla="*/ 44 h 74"/>
                  <a:gd name="T88" fmla="*/ 140 w 156"/>
                  <a:gd name="T89" fmla="*/ 52 h 74"/>
                  <a:gd name="T90" fmla="*/ 130 w 156"/>
                  <a:gd name="T91" fmla="*/ 56 h 74"/>
                  <a:gd name="T92" fmla="*/ 118 w 156"/>
                  <a:gd name="T93" fmla="*/ 60 h 74"/>
                  <a:gd name="T94" fmla="*/ 106 w 156"/>
                  <a:gd name="T95" fmla="*/ 64 h 74"/>
                  <a:gd name="T96" fmla="*/ 92 w 156"/>
                  <a:gd name="T97" fmla="*/ 68 h 74"/>
                  <a:gd name="T98" fmla="*/ 82 w 156"/>
                  <a:gd name="T99" fmla="*/ 74 h 74"/>
                  <a:gd name="T100" fmla="*/ 62 w 156"/>
                  <a:gd name="T101" fmla="*/ 70 h 74"/>
                  <a:gd name="T102" fmla="*/ 56 w 156"/>
                  <a:gd name="T103" fmla="*/ 68 h 74"/>
                  <a:gd name="T104" fmla="*/ 48 w 156"/>
                  <a:gd name="T105" fmla="*/ 68 h 74"/>
                  <a:gd name="T106" fmla="*/ 36 w 156"/>
                  <a:gd name="T107" fmla="*/ 64 h 74"/>
                  <a:gd name="T108" fmla="*/ 26 w 156"/>
                  <a:gd name="T109" fmla="*/ 68 h 74"/>
                  <a:gd name="T110" fmla="*/ 30 w 156"/>
                  <a:gd name="T111" fmla="*/ 60 h 74"/>
                  <a:gd name="T112" fmla="*/ 36 w 156"/>
                  <a:gd name="T113" fmla="*/ 56 h 74"/>
                  <a:gd name="T114" fmla="*/ 44 w 156"/>
                  <a:gd name="T115" fmla="*/ 52 h 74"/>
                  <a:gd name="T116" fmla="*/ 32 w 156"/>
                  <a:gd name="T117" fmla="*/ 52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6" h="74">
                    <a:moveTo>
                      <a:pt x="32" y="52"/>
                    </a:moveTo>
                    <a:lnTo>
                      <a:pt x="36" y="48"/>
                    </a:lnTo>
                    <a:lnTo>
                      <a:pt x="40" y="48"/>
                    </a:lnTo>
                    <a:lnTo>
                      <a:pt x="40" y="44"/>
                    </a:lnTo>
                    <a:lnTo>
                      <a:pt x="36" y="48"/>
                    </a:lnTo>
                    <a:lnTo>
                      <a:pt x="32" y="48"/>
                    </a:lnTo>
                    <a:lnTo>
                      <a:pt x="32" y="52"/>
                    </a:lnTo>
                    <a:lnTo>
                      <a:pt x="32" y="48"/>
                    </a:lnTo>
                    <a:lnTo>
                      <a:pt x="30" y="48"/>
                    </a:lnTo>
                    <a:lnTo>
                      <a:pt x="30" y="44"/>
                    </a:lnTo>
                    <a:lnTo>
                      <a:pt x="30" y="40"/>
                    </a:lnTo>
                    <a:lnTo>
                      <a:pt x="26" y="40"/>
                    </a:lnTo>
                    <a:lnTo>
                      <a:pt x="22" y="40"/>
                    </a:lnTo>
                    <a:lnTo>
                      <a:pt x="18" y="40"/>
                    </a:lnTo>
                    <a:lnTo>
                      <a:pt x="14" y="40"/>
                    </a:lnTo>
                    <a:lnTo>
                      <a:pt x="10" y="44"/>
                    </a:lnTo>
                    <a:lnTo>
                      <a:pt x="6" y="44"/>
                    </a:lnTo>
                    <a:lnTo>
                      <a:pt x="6" y="40"/>
                    </a:lnTo>
                    <a:lnTo>
                      <a:pt x="10" y="40"/>
                    </a:lnTo>
                    <a:lnTo>
                      <a:pt x="14" y="40"/>
                    </a:lnTo>
                    <a:lnTo>
                      <a:pt x="14" y="38"/>
                    </a:lnTo>
                    <a:lnTo>
                      <a:pt x="18" y="38"/>
                    </a:lnTo>
                    <a:lnTo>
                      <a:pt x="22" y="38"/>
                    </a:lnTo>
                    <a:lnTo>
                      <a:pt x="26" y="38"/>
                    </a:lnTo>
                    <a:lnTo>
                      <a:pt x="30" y="38"/>
                    </a:lnTo>
                    <a:lnTo>
                      <a:pt x="32" y="38"/>
                    </a:lnTo>
                    <a:lnTo>
                      <a:pt x="36" y="38"/>
                    </a:lnTo>
                    <a:lnTo>
                      <a:pt x="40" y="34"/>
                    </a:lnTo>
                    <a:lnTo>
                      <a:pt x="36" y="34"/>
                    </a:lnTo>
                    <a:lnTo>
                      <a:pt x="32" y="34"/>
                    </a:lnTo>
                    <a:lnTo>
                      <a:pt x="30" y="34"/>
                    </a:lnTo>
                    <a:lnTo>
                      <a:pt x="26" y="34"/>
                    </a:lnTo>
                    <a:lnTo>
                      <a:pt x="30" y="34"/>
                    </a:lnTo>
                    <a:lnTo>
                      <a:pt x="30" y="30"/>
                    </a:lnTo>
                    <a:lnTo>
                      <a:pt x="32" y="30"/>
                    </a:lnTo>
                    <a:lnTo>
                      <a:pt x="36" y="30"/>
                    </a:lnTo>
                    <a:lnTo>
                      <a:pt x="36" y="26"/>
                    </a:lnTo>
                    <a:lnTo>
                      <a:pt x="40" y="26"/>
                    </a:lnTo>
                    <a:lnTo>
                      <a:pt x="36" y="26"/>
                    </a:lnTo>
                    <a:lnTo>
                      <a:pt x="32" y="26"/>
                    </a:lnTo>
                    <a:lnTo>
                      <a:pt x="30" y="26"/>
                    </a:lnTo>
                    <a:lnTo>
                      <a:pt x="32" y="26"/>
                    </a:lnTo>
                    <a:lnTo>
                      <a:pt x="32" y="22"/>
                    </a:lnTo>
                    <a:lnTo>
                      <a:pt x="32" y="26"/>
                    </a:lnTo>
                    <a:lnTo>
                      <a:pt x="30" y="26"/>
                    </a:lnTo>
                    <a:lnTo>
                      <a:pt x="26" y="26"/>
                    </a:lnTo>
                    <a:lnTo>
                      <a:pt x="22" y="26"/>
                    </a:lnTo>
                    <a:lnTo>
                      <a:pt x="22" y="22"/>
                    </a:lnTo>
                    <a:lnTo>
                      <a:pt x="22" y="26"/>
                    </a:lnTo>
                    <a:lnTo>
                      <a:pt x="18" y="26"/>
                    </a:lnTo>
                    <a:lnTo>
                      <a:pt x="14" y="26"/>
                    </a:lnTo>
                    <a:lnTo>
                      <a:pt x="10" y="26"/>
                    </a:lnTo>
                    <a:lnTo>
                      <a:pt x="6" y="26"/>
                    </a:lnTo>
                    <a:lnTo>
                      <a:pt x="2" y="26"/>
                    </a:lnTo>
                    <a:lnTo>
                      <a:pt x="0" y="26"/>
                    </a:lnTo>
                    <a:lnTo>
                      <a:pt x="2" y="22"/>
                    </a:lnTo>
                    <a:lnTo>
                      <a:pt x="0" y="22"/>
                    </a:lnTo>
                    <a:lnTo>
                      <a:pt x="2" y="22"/>
                    </a:lnTo>
                    <a:lnTo>
                      <a:pt x="6" y="22"/>
                    </a:lnTo>
                    <a:lnTo>
                      <a:pt x="6" y="26"/>
                    </a:lnTo>
                    <a:lnTo>
                      <a:pt x="10" y="26"/>
                    </a:lnTo>
                    <a:lnTo>
                      <a:pt x="6" y="26"/>
                    </a:lnTo>
                    <a:lnTo>
                      <a:pt x="6" y="22"/>
                    </a:lnTo>
                    <a:lnTo>
                      <a:pt x="10" y="22"/>
                    </a:lnTo>
                    <a:lnTo>
                      <a:pt x="6" y="22"/>
                    </a:lnTo>
                    <a:lnTo>
                      <a:pt x="6" y="18"/>
                    </a:lnTo>
                    <a:lnTo>
                      <a:pt x="2" y="18"/>
                    </a:lnTo>
                    <a:lnTo>
                      <a:pt x="6" y="18"/>
                    </a:lnTo>
                    <a:lnTo>
                      <a:pt x="10" y="18"/>
                    </a:lnTo>
                    <a:lnTo>
                      <a:pt x="10" y="22"/>
                    </a:lnTo>
                    <a:lnTo>
                      <a:pt x="14" y="22"/>
                    </a:lnTo>
                    <a:lnTo>
                      <a:pt x="14" y="18"/>
                    </a:lnTo>
                    <a:lnTo>
                      <a:pt x="18" y="18"/>
                    </a:lnTo>
                    <a:lnTo>
                      <a:pt x="14" y="18"/>
                    </a:lnTo>
                    <a:lnTo>
                      <a:pt x="10" y="18"/>
                    </a:lnTo>
                    <a:lnTo>
                      <a:pt x="6" y="14"/>
                    </a:lnTo>
                    <a:lnTo>
                      <a:pt x="10" y="14"/>
                    </a:lnTo>
                    <a:lnTo>
                      <a:pt x="14" y="14"/>
                    </a:lnTo>
                    <a:lnTo>
                      <a:pt x="18" y="18"/>
                    </a:lnTo>
                    <a:lnTo>
                      <a:pt x="14" y="14"/>
                    </a:lnTo>
                    <a:lnTo>
                      <a:pt x="10" y="14"/>
                    </a:lnTo>
                    <a:lnTo>
                      <a:pt x="10" y="10"/>
                    </a:lnTo>
                    <a:lnTo>
                      <a:pt x="14" y="10"/>
                    </a:lnTo>
                    <a:lnTo>
                      <a:pt x="14" y="14"/>
                    </a:lnTo>
                    <a:lnTo>
                      <a:pt x="14" y="10"/>
                    </a:lnTo>
                    <a:lnTo>
                      <a:pt x="10" y="10"/>
                    </a:lnTo>
                    <a:lnTo>
                      <a:pt x="14" y="10"/>
                    </a:lnTo>
                    <a:lnTo>
                      <a:pt x="14" y="8"/>
                    </a:lnTo>
                    <a:lnTo>
                      <a:pt x="18" y="8"/>
                    </a:lnTo>
                    <a:lnTo>
                      <a:pt x="18" y="10"/>
                    </a:lnTo>
                    <a:lnTo>
                      <a:pt x="22" y="10"/>
                    </a:lnTo>
                    <a:lnTo>
                      <a:pt x="22" y="14"/>
                    </a:lnTo>
                    <a:lnTo>
                      <a:pt x="26" y="10"/>
                    </a:lnTo>
                    <a:lnTo>
                      <a:pt x="26" y="14"/>
                    </a:lnTo>
                    <a:lnTo>
                      <a:pt x="26" y="18"/>
                    </a:lnTo>
                    <a:lnTo>
                      <a:pt x="26" y="14"/>
                    </a:lnTo>
                    <a:lnTo>
                      <a:pt x="30" y="14"/>
                    </a:lnTo>
                    <a:lnTo>
                      <a:pt x="30" y="18"/>
                    </a:lnTo>
                    <a:lnTo>
                      <a:pt x="30" y="14"/>
                    </a:lnTo>
                    <a:lnTo>
                      <a:pt x="30" y="10"/>
                    </a:lnTo>
                    <a:lnTo>
                      <a:pt x="26" y="10"/>
                    </a:lnTo>
                    <a:lnTo>
                      <a:pt x="22" y="10"/>
                    </a:lnTo>
                    <a:lnTo>
                      <a:pt x="22" y="8"/>
                    </a:lnTo>
                    <a:lnTo>
                      <a:pt x="26" y="8"/>
                    </a:lnTo>
                    <a:lnTo>
                      <a:pt x="30" y="8"/>
                    </a:lnTo>
                    <a:lnTo>
                      <a:pt x="26" y="8"/>
                    </a:lnTo>
                    <a:lnTo>
                      <a:pt x="22" y="8"/>
                    </a:lnTo>
                    <a:lnTo>
                      <a:pt x="18" y="8"/>
                    </a:lnTo>
                    <a:lnTo>
                      <a:pt x="18" y="4"/>
                    </a:lnTo>
                    <a:lnTo>
                      <a:pt x="22" y="4"/>
                    </a:lnTo>
                    <a:lnTo>
                      <a:pt x="18" y="4"/>
                    </a:lnTo>
                    <a:lnTo>
                      <a:pt x="22" y="4"/>
                    </a:lnTo>
                    <a:lnTo>
                      <a:pt x="26" y="4"/>
                    </a:lnTo>
                    <a:lnTo>
                      <a:pt x="30" y="4"/>
                    </a:lnTo>
                    <a:lnTo>
                      <a:pt x="32" y="4"/>
                    </a:lnTo>
                    <a:lnTo>
                      <a:pt x="32" y="8"/>
                    </a:lnTo>
                    <a:lnTo>
                      <a:pt x="36" y="8"/>
                    </a:lnTo>
                    <a:lnTo>
                      <a:pt x="40" y="10"/>
                    </a:lnTo>
                    <a:lnTo>
                      <a:pt x="44" y="10"/>
                    </a:lnTo>
                    <a:lnTo>
                      <a:pt x="44" y="14"/>
                    </a:lnTo>
                    <a:lnTo>
                      <a:pt x="40" y="14"/>
                    </a:lnTo>
                    <a:lnTo>
                      <a:pt x="44" y="14"/>
                    </a:lnTo>
                    <a:lnTo>
                      <a:pt x="44" y="18"/>
                    </a:lnTo>
                    <a:lnTo>
                      <a:pt x="44" y="22"/>
                    </a:lnTo>
                    <a:lnTo>
                      <a:pt x="40" y="22"/>
                    </a:lnTo>
                    <a:lnTo>
                      <a:pt x="40" y="18"/>
                    </a:lnTo>
                    <a:lnTo>
                      <a:pt x="36" y="18"/>
                    </a:lnTo>
                    <a:lnTo>
                      <a:pt x="40" y="22"/>
                    </a:lnTo>
                    <a:lnTo>
                      <a:pt x="44" y="22"/>
                    </a:lnTo>
                    <a:lnTo>
                      <a:pt x="44" y="26"/>
                    </a:lnTo>
                    <a:lnTo>
                      <a:pt x="48" y="26"/>
                    </a:lnTo>
                    <a:lnTo>
                      <a:pt x="48" y="30"/>
                    </a:lnTo>
                    <a:lnTo>
                      <a:pt x="48" y="34"/>
                    </a:lnTo>
                    <a:lnTo>
                      <a:pt x="48" y="26"/>
                    </a:lnTo>
                    <a:lnTo>
                      <a:pt x="52" y="22"/>
                    </a:lnTo>
                    <a:lnTo>
                      <a:pt x="56" y="22"/>
                    </a:lnTo>
                    <a:lnTo>
                      <a:pt x="56" y="26"/>
                    </a:lnTo>
                    <a:lnTo>
                      <a:pt x="60" y="22"/>
                    </a:lnTo>
                    <a:lnTo>
                      <a:pt x="60" y="18"/>
                    </a:lnTo>
                    <a:lnTo>
                      <a:pt x="60" y="14"/>
                    </a:lnTo>
                    <a:lnTo>
                      <a:pt x="60" y="10"/>
                    </a:lnTo>
                    <a:lnTo>
                      <a:pt x="62" y="10"/>
                    </a:lnTo>
                    <a:lnTo>
                      <a:pt x="62" y="14"/>
                    </a:lnTo>
                    <a:lnTo>
                      <a:pt x="66" y="14"/>
                    </a:lnTo>
                    <a:lnTo>
                      <a:pt x="66" y="18"/>
                    </a:lnTo>
                    <a:lnTo>
                      <a:pt x="70" y="18"/>
                    </a:lnTo>
                    <a:lnTo>
                      <a:pt x="70" y="14"/>
                    </a:lnTo>
                    <a:lnTo>
                      <a:pt x="70" y="10"/>
                    </a:lnTo>
                    <a:lnTo>
                      <a:pt x="74" y="10"/>
                    </a:lnTo>
                    <a:lnTo>
                      <a:pt x="78" y="10"/>
                    </a:lnTo>
                    <a:lnTo>
                      <a:pt x="78" y="8"/>
                    </a:lnTo>
                    <a:lnTo>
                      <a:pt x="82" y="8"/>
                    </a:lnTo>
                    <a:lnTo>
                      <a:pt x="82" y="10"/>
                    </a:lnTo>
                    <a:lnTo>
                      <a:pt x="84" y="10"/>
                    </a:lnTo>
                    <a:lnTo>
                      <a:pt x="84" y="14"/>
                    </a:lnTo>
                    <a:lnTo>
                      <a:pt x="88" y="14"/>
                    </a:lnTo>
                    <a:lnTo>
                      <a:pt x="88" y="18"/>
                    </a:lnTo>
                    <a:lnTo>
                      <a:pt x="88" y="22"/>
                    </a:lnTo>
                    <a:lnTo>
                      <a:pt x="92" y="22"/>
                    </a:lnTo>
                    <a:lnTo>
                      <a:pt x="88" y="18"/>
                    </a:lnTo>
                    <a:lnTo>
                      <a:pt x="88" y="14"/>
                    </a:lnTo>
                    <a:lnTo>
                      <a:pt x="84" y="10"/>
                    </a:lnTo>
                    <a:lnTo>
                      <a:pt x="88" y="8"/>
                    </a:lnTo>
                    <a:lnTo>
                      <a:pt x="88" y="10"/>
                    </a:lnTo>
                    <a:lnTo>
                      <a:pt x="92" y="10"/>
                    </a:lnTo>
                    <a:lnTo>
                      <a:pt x="96" y="10"/>
                    </a:lnTo>
                    <a:lnTo>
                      <a:pt x="96" y="14"/>
                    </a:lnTo>
                    <a:lnTo>
                      <a:pt x="100" y="14"/>
                    </a:lnTo>
                    <a:lnTo>
                      <a:pt x="100" y="10"/>
                    </a:lnTo>
                    <a:lnTo>
                      <a:pt x="104" y="8"/>
                    </a:lnTo>
                    <a:lnTo>
                      <a:pt x="106" y="8"/>
                    </a:lnTo>
                    <a:lnTo>
                      <a:pt x="106" y="10"/>
                    </a:lnTo>
                    <a:lnTo>
                      <a:pt x="110" y="10"/>
                    </a:lnTo>
                    <a:lnTo>
                      <a:pt x="110" y="8"/>
                    </a:lnTo>
                    <a:lnTo>
                      <a:pt x="114" y="8"/>
                    </a:lnTo>
                    <a:lnTo>
                      <a:pt x="110" y="4"/>
                    </a:lnTo>
                    <a:lnTo>
                      <a:pt x="110" y="0"/>
                    </a:lnTo>
                    <a:lnTo>
                      <a:pt x="114" y="0"/>
                    </a:lnTo>
                    <a:lnTo>
                      <a:pt x="118" y="0"/>
                    </a:lnTo>
                    <a:lnTo>
                      <a:pt x="122" y="0"/>
                    </a:lnTo>
                    <a:lnTo>
                      <a:pt x="122" y="4"/>
                    </a:lnTo>
                    <a:lnTo>
                      <a:pt x="122" y="8"/>
                    </a:lnTo>
                    <a:lnTo>
                      <a:pt x="126" y="8"/>
                    </a:lnTo>
                    <a:lnTo>
                      <a:pt x="130" y="10"/>
                    </a:lnTo>
                    <a:lnTo>
                      <a:pt x="130" y="8"/>
                    </a:lnTo>
                    <a:lnTo>
                      <a:pt x="134" y="8"/>
                    </a:lnTo>
                    <a:lnTo>
                      <a:pt x="134" y="4"/>
                    </a:lnTo>
                    <a:lnTo>
                      <a:pt x="136" y="4"/>
                    </a:lnTo>
                    <a:lnTo>
                      <a:pt x="134" y="8"/>
                    </a:lnTo>
                    <a:lnTo>
                      <a:pt x="134" y="10"/>
                    </a:lnTo>
                    <a:lnTo>
                      <a:pt x="130" y="10"/>
                    </a:lnTo>
                    <a:lnTo>
                      <a:pt x="134" y="10"/>
                    </a:lnTo>
                    <a:lnTo>
                      <a:pt x="136" y="10"/>
                    </a:lnTo>
                    <a:lnTo>
                      <a:pt x="140" y="14"/>
                    </a:lnTo>
                    <a:lnTo>
                      <a:pt x="136" y="14"/>
                    </a:lnTo>
                    <a:lnTo>
                      <a:pt x="136" y="18"/>
                    </a:lnTo>
                    <a:lnTo>
                      <a:pt x="140" y="18"/>
                    </a:lnTo>
                    <a:lnTo>
                      <a:pt x="144" y="18"/>
                    </a:lnTo>
                    <a:lnTo>
                      <a:pt x="144" y="22"/>
                    </a:lnTo>
                    <a:lnTo>
                      <a:pt x="140" y="22"/>
                    </a:lnTo>
                    <a:lnTo>
                      <a:pt x="140" y="26"/>
                    </a:lnTo>
                    <a:lnTo>
                      <a:pt x="144" y="22"/>
                    </a:lnTo>
                    <a:lnTo>
                      <a:pt x="148" y="22"/>
                    </a:lnTo>
                    <a:lnTo>
                      <a:pt x="152" y="26"/>
                    </a:lnTo>
                    <a:lnTo>
                      <a:pt x="152" y="30"/>
                    </a:lnTo>
                    <a:lnTo>
                      <a:pt x="156" y="30"/>
                    </a:lnTo>
                    <a:lnTo>
                      <a:pt x="152" y="34"/>
                    </a:lnTo>
                    <a:lnTo>
                      <a:pt x="148" y="34"/>
                    </a:lnTo>
                    <a:lnTo>
                      <a:pt x="152" y="34"/>
                    </a:lnTo>
                    <a:lnTo>
                      <a:pt x="156" y="34"/>
                    </a:lnTo>
                    <a:lnTo>
                      <a:pt x="156" y="38"/>
                    </a:lnTo>
                    <a:lnTo>
                      <a:pt x="152" y="38"/>
                    </a:lnTo>
                    <a:lnTo>
                      <a:pt x="148" y="38"/>
                    </a:lnTo>
                    <a:lnTo>
                      <a:pt x="152" y="38"/>
                    </a:lnTo>
                    <a:lnTo>
                      <a:pt x="152" y="40"/>
                    </a:lnTo>
                    <a:lnTo>
                      <a:pt x="148" y="40"/>
                    </a:lnTo>
                    <a:lnTo>
                      <a:pt x="152" y="40"/>
                    </a:lnTo>
                    <a:lnTo>
                      <a:pt x="148" y="40"/>
                    </a:lnTo>
                    <a:lnTo>
                      <a:pt x="148" y="44"/>
                    </a:lnTo>
                    <a:lnTo>
                      <a:pt x="144" y="44"/>
                    </a:lnTo>
                    <a:lnTo>
                      <a:pt x="140" y="44"/>
                    </a:lnTo>
                    <a:lnTo>
                      <a:pt x="140" y="40"/>
                    </a:lnTo>
                    <a:lnTo>
                      <a:pt x="140" y="44"/>
                    </a:lnTo>
                    <a:lnTo>
                      <a:pt x="140" y="48"/>
                    </a:lnTo>
                    <a:lnTo>
                      <a:pt x="140" y="52"/>
                    </a:lnTo>
                    <a:lnTo>
                      <a:pt x="136" y="52"/>
                    </a:lnTo>
                    <a:lnTo>
                      <a:pt x="134" y="56"/>
                    </a:lnTo>
                    <a:lnTo>
                      <a:pt x="136" y="56"/>
                    </a:lnTo>
                    <a:lnTo>
                      <a:pt x="134" y="56"/>
                    </a:lnTo>
                    <a:lnTo>
                      <a:pt x="130" y="56"/>
                    </a:lnTo>
                    <a:lnTo>
                      <a:pt x="130" y="52"/>
                    </a:lnTo>
                    <a:lnTo>
                      <a:pt x="130" y="56"/>
                    </a:lnTo>
                    <a:lnTo>
                      <a:pt x="126" y="56"/>
                    </a:lnTo>
                    <a:lnTo>
                      <a:pt x="122" y="56"/>
                    </a:lnTo>
                    <a:lnTo>
                      <a:pt x="118" y="60"/>
                    </a:lnTo>
                    <a:lnTo>
                      <a:pt x="114" y="60"/>
                    </a:lnTo>
                    <a:lnTo>
                      <a:pt x="114" y="64"/>
                    </a:lnTo>
                    <a:lnTo>
                      <a:pt x="110" y="64"/>
                    </a:lnTo>
                    <a:lnTo>
                      <a:pt x="106" y="68"/>
                    </a:lnTo>
                    <a:lnTo>
                      <a:pt x="106" y="64"/>
                    </a:lnTo>
                    <a:lnTo>
                      <a:pt x="104" y="64"/>
                    </a:lnTo>
                    <a:lnTo>
                      <a:pt x="104" y="68"/>
                    </a:lnTo>
                    <a:lnTo>
                      <a:pt x="100" y="68"/>
                    </a:lnTo>
                    <a:lnTo>
                      <a:pt x="96" y="68"/>
                    </a:lnTo>
                    <a:lnTo>
                      <a:pt x="92" y="68"/>
                    </a:lnTo>
                    <a:lnTo>
                      <a:pt x="92" y="70"/>
                    </a:lnTo>
                    <a:lnTo>
                      <a:pt x="92" y="74"/>
                    </a:lnTo>
                    <a:lnTo>
                      <a:pt x="88" y="74"/>
                    </a:lnTo>
                    <a:lnTo>
                      <a:pt x="84" y="74"/>
                    </a:lnTo>
                    <a:lnTo>
                      <a:pt x="82" y="74"/>
                    </a:lnTo>
                    <a:lnTo>
                      <a:pt x="78" y="74"/>
                    </a:lnTo>
                    <a:lnTo>
                      <a:pt x="74" y="74"/>
                    </a:lnTo>
                    <a:lnTo>
                      <a:pt x="70" y="74"/>
                    </a:lnTo>
                    <a:lnTo>
                      <a:pt x="66" y="70"/>
                    </a:lnTo>
                    <a:lnTo>
                      <a:pt x="62" y="70"/>
                    </a:lnTo>
                    <a:lnTo>
                      <a:pt x="60" y="70"/>
                    </a:lnTo>
                    <a:lnTo>
                      <a:pt x="56" y="70"/>
                    </a:lnTo>
                    <a:lnTo>
                      <a:pt x="56" y="68"/>
                    </a:lnTo>
                    <a:lnTo>
                      <a:pt x="60" y="68"/>
                    </a:lnTo>
                    <a:lnTo>
                      <a:pt x="56" y="68"/>
                    </a:lnTo>
                    <a:lnTo>
                      <a:pt x="52" y="68"/>
                    </a:lnTo>
                    <a:lnTo>
                      <a:pt x="56" y="68"/>
                    </a:lnTo>
                    <a:lnTo>
                      <a:pt x="56" y="64"/>
                    </a:lnTo>
                    <a:lnTo>
                      <a:pt x="52" y="68"/>
                    </a:lnTo>
                    <a:lnTo>
                      <a:pt x="48" y="68"/>
                    </a:lnTo>
                    <a:lnTo>
                      <a:pt x="48" y="64"/>
                    </a:lnTo>
                    <a:lnTo>
                      <a:pt x="44" y="64"/>
                    </a:lnTo>
                    <a:lnTo>
                      <a:pt x="40" y="68"/>
                    </a:lnTo>
                    <a:lnTo>
                      <a:pt x="40" y="64"/>
                    </a:lnTo>
                    <a:lnTo>
                      <a:pt x="36" y="64"/>
                    </a:lnTo>
                    <a:lnTo>
                      <a:pt x="36" y="68"/>
                    </a:lnTo>
                    <a:lnTo>
                      <a:pt x="32" y="68"/>
                    </a:lnTo>
                    <a:lnTo>
                      <a:pt x="32" y="64"/>
                    </a:lnTo>
                    <a:lnTo>
                      <a:pt x="30" y="64"/>
                    </a:lnTo>
                    <a:lnTo>
                      <a:pt x="26" y="68"/>
                    </a:lnTo>
                    <a:lnTo>
                      <a:pt x="26" y="64"/>
                    </a:lnTo>
                    <a:lnTo>
                      <a:pt x="26" y="60"/>
                    </a:lnTo>
                    <a:lnTo>
                      <a:pt x="26" y="64"/>
                    </a:lnTo>
                    <a:lnTo>
                      <a:pt x="30" y="64"/>
                    </a:lnTo>
                    <a:lnTo>
                      <a:pt x="30" y="60"/>
                    </a:lnTo>
                    <a:lnTo>
                      <a:pt x="32" y="60"/>
                    </a:lnTo>
                    <a:lnTo>
                      <a:pt x="36" y="60"/>
                    </a:lnTo>
                    <a:lnTo>
                      <a:pt x="36" y="56"/>
                    </a:lnTo>
                    <a:lnTo>
                      <a:pt x="36" y="60"/>
                    </a:lnTo>
                    <a:lnTo>
                      <a:pt x="36" y="56"/>
                    </a:lnTo>
                    <a:lnTo>
                      <a:pt x="40" y="56"/>
                    </a:lnTo>
                    <a:lnTo>
                      <a:pt x="36" y="56"/>
                    </a:lnTo>
                    <a:lnTo>
                      <a:pt x="36" y="52"/>
                    </a:lnTo>
                    <a:lnTo>
                      <a:pt x="40" y="52"/>
                    </a:lnTo>
                    <a:lnTo>
                      <a:pt x="44" y="52"/>
                    </a:lnTo>
                    <a:lnTo>
                      <a:pt x="40" y="52"/>
                    </a:lnTo>
                    <a:lnTo>
                      <a:pt x="36" y="52"/>
                    </a:lnTo>
                    <a:lnTo>
                      <a:pt x="36" y="56"/>
                    </a:lnTo>
                    <a:lnTo>
                      <a:pt x="32" y="56"/>
                    </a:lnTo>
                    <a:lnTo>
                      <a:pt x="32" y="52"/>
                    </a:lnTo>
                    <a:lnTo>
                      <a:pt x="32" y="52"/>
                    </a:lnTo>
                    <a:lnTo>
                      <a:pt x="32"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2" name="Freeform 106"/>
              <p:cNvSpPr>
                <a:spLocks noEditPoints="1"/>
              </p:cNvSpPr>
              <p:nvPr/>
            </p:nvSpPr>
            <p:spPr bwMode="gray">
              <a:xfrm>
                <a:off x="4539064" y="2731732"/>
                <a:ext cx="111313" cy="149576"/>
              </a:xfrm>
              <a:custGeom>
                <a:avLst/>
                <a:gdLst>
                  <a:gd name="T0" fmla="*/ 20 w 64"/>
                  <a:gd name="T1" fmla="*/ 46 h 86"/>
                  <a:gd name="T2" fmla="*/ 16 w 64"/>
                  <a:gd name="T3" fmla="*/ 46 h 86"/>
                  <a:gd name="T4" fmla="*/ 12 w 64"/>
                  <a:gd name="T5" fmla="*/ 46 h 86"/>
                  <a:gd name="T6" fmla="*/ 12 w 64"/>
                  <a:gd name="T7" fmla="*/ 42 h 86"/>
                  <a:gd name="T8" fmla="*/ 8 w 64"/>
                  <a:gd name="T9" fmla="*/ 38 h 86"/>
                  <a:gd name="T10" fmla="*/ 8 w 64"/>
                  <a:gd name="T11" fmla="*/ 34 h 86"/>
                  <a:gd name="T12" fmla="*/ 12 w 64"/>
                  <a:gd name="T13" fmla="*/ 34 h 86"/>
                  <a:gd name="T14" fmla="*/ 12 w 64"/>
                  <a:gd name="T15" fmla="*/ 30 h 86"/>
                  <a:gd name="T16" fmla="*/ 8 w 64"/>
                  <a:gd name="T17" fmla="*/ 30 h 86"/>
                  <a:gd name="T18" fmla="*/ 8 w 64"/>
                  <a:gd name="T19" fmla="*/ 26 h 86"/>
                  <a:gd name="T20" fmla="*/ 12 w 64"/>
                  <a:gd name="T21" fmla="*/ 26 h 86"/>
                  <a:gd name="T22" fmla="*/ 20 w 64"/>
                  <a:gd name="T23" fmla="*/ 24 h 86"/>
                  <a:gd name="T24" fmla="*/ 26 w 64"/>
                  <a:gd name="T25" fmla="*/ 26 h 86"/>
                  <a:gd name="T26" fmla="*/ 30 w 64"/>
                  <a:gd name="T27" fmla="*/ 20 h 86"/>
                  <a:gd name="T28" fmla="*/ 30 w 64"/>
                  <a:gd name="T29" fmla="*/ 16 h 86"/>
                  <a:gd name="T30" fmla="*/ 30 w 64"/>
                  <a:gd name="T31" fmla="*/ 12 h 86"/>
                  <a:gd name="T32" fmla="*/ 38 w 64"/>
                  <a:gd name="T33" fmla="*/ 4 h 86"/>
                  <a:gd name="T34" fmla="*/ 42 w 64"/>
                  <a:gd name="T35" fmla="*/ 4 h 86"/>
                  <a:gd name="T36" fmla="*/ 42 w 64"/>
                  <a:gd name="T37" fmla="*/ 8 h 86"/>
                  <a:gd name="T38" fmla="*/ 46 w 64"/>
                  <a:gd name="T39" fmla="*/ 8 h 86"/>
                  <a:gd name="T40" fmla="*/ 46 w 64"/>
                  <a:gd name="T41" fmla="*/ 4 h 86"/>
                  <a:gd name="T42" fmla="*/ 50 w 64"/>
                  <a:gd name="T43" fmla="*/ 4 h 86"/>
                  <a:gd name="T44" fmla="*/ 50 w 64"/>
                  <a:gd name="T45" fmla="*/ 8 h 86"/>
                  <a:gd name="T46" fmla="*/ 42 w 64"/>
                  <a:gd name="T47" fmla="*/ 16 h 86"/>
                  <a:gd name="T48" fmla="*/ 38 w 64"/>
                  <a:gd name="T49" fmla="*/ 20 h 86"/>
                  <a:gd name="T50" fmla="*/ 38 w 64"/>
                  <a:gd name="T51" fmla="*/ 24 h 86"/>
                  <a:gd name="T52" fmla="*/ 46 w 64"/>
                  <a:gd name="T53" fmla="*/ 26 h 86"/>
                  <a:gd name="T54" fmla="*/ 54 w 64"/>
                  <a:gd name="T55" fmla="*/ 24 h 86"/>
                  <a:gd name="T56" fmla="*/ 60 w 64"/>
                  <a:gd name="T57" fmla="*/ 30 h 86"/>
                  <a:gd name="T58" fmla="*/ 64 w 64"/>
                  <a:gd name="T59" fmla="*/ 30 h 86"/>
                  <a:gd name="T60" fmla="*/ 60 w 64"/>
                  <a:gd name="T61" fmla="*/ 38 h 86"/>
                  <a:gd name="T62" fmla="*/ 64 w 64"/>
                  <a:gd name="T63" fmla="*/ 46 h 86"/>
                  <a:gd name="T64" fmla="*/ 64 w 64"/>
                  <a:gd name="T65" fmla="*/ 50 h 86"/>
                  <a:gd name="T66" fmla="*/ 60 w 64"/>
                  <a:gd name="T67" fmla="*/ 60 h 86"/>
                  <a:gd name="T68" fmla="*/ 60 w 64"/>
                  <a:gd name="T69" fmla="*/ 68 h 86"/>
                  <a:gd name="T70" fmla="*/ 54 w 64"/>
                  <a:gd name="T71" fmla="*/ 72 h 86"/>
                  <a:gd name="T72" fmla="*/ 54 w 64"/>
                  <a:gd name="T73" fmla="*/ 68 h 86"/>
                  <a:gd name="T74" fmla="*/ 46 w 64"/>
                  <a:gd name="T75" fmla="*/ 72 h 86"/>
                  <a:gd name="T76" fmla="*/ 38 w 64"/>
                  <a:gd name="T77" fmla="*/ 76 h 86"/>
                  <a:gd name="T78" fmla="*/ 30 w 64"/>
                  <a:gd name="T79" fmla="*/ 76 h 86"/>
                  <a:gd name="T80" fmla="*/ 30 w 64"/>
                  <a:gd name="T81" fmla="*/ 82 h 86"/>
                  <a:gd name="T82" fmla="*/ 20 w 64"/>
                  <a:gd name="T83" fmla="*/ 82 h 86"/>
                  <a:gd name="T84" fmla="*/ 12 w 64"/>
                  <a:gd name="T85" fmla="*/ 86 h 86"/>
                  <a:gd name="T86" fmla="*/ 12 w 64"/>
                  <a:gd name="T87" fmla="*/ 82 h 86"/>
                  <a:gd name="T88" fmla="*/ 8 w 64"/>
                  <a:gd name="T89" fmla="*/ 82 h 86"/>
                  <a:gd name="T90" fmla="*/ 16 w 64"/>
                  <a:gd name="T91" fmla="*/ 76 h 86"/>
                  <a:gd name="T92" fmla="*/ 4 w 64"/>
                  <a:gd name="T93" fmla="*/ 78 h 86"/>
                  <a:gd name="T94" fmla="*/ 4 w 64"/>
                  <a:gd name="T95" fmla="*/ 76 h 86"/>
                  <a:gd name="T96" fmla="*/ 8 w 64"/>
                  <a:gd name="T97" fmla="*/ 72 h 86"/>
                  <a:gd name="T98" fmla="*/ 0 w 64"/>
                  <a:gd name="T99" fmla="*/ 68 h 86"/>
                  <a:gd name="T100" fmla="*/ 12 w 64"/>
                  <a:gd name="T101" fmla="*/ 68 h 86"/>
                  <a:gd name="T102" fmla="*/ 16 w 64"/>
                  <a:gd name="T103" fmla="*/ 60 h 86"/>
                  <a:gd name="T104" fmla="*/ 26 w 64"/>
                  <a:gd name="T105" fmla="*/ 60 h 86"/>
                  <a:gd name="T106" fmla="*/ 24 w 64"/>
                  <a:gd name="T107" fmla="*/ 60 h 86"/>
                  <a:gd name="T108" fmla="*/ 12 w 64"/>
                  <a:gd name="T109" fmla="*/ 60 h 86"/>
                  <a:gd name="T110" fmla="*/ 16 w 64"/>
                  <a:gd name="T111" fmla="*/ 56 h 86"/>
                  <a:gd name="T112" fmla="*/ 24 w 64"/>
                  <a:gd name="T113" fmla="*/ 50 h 86"/>
                  <a:gd name="T114" fmla="*/ 8 w 64"/>
                  <a:gd name="T115" fmla="*/ 30 h 86"/>
                  <a:gd name="T116" fmla="*/ 4 w 64"/>
                  <a:gd name="T117" fmla="*/ 30 h 86"/>
                  <a:gd name="T118" fmla="*/ 8 w 64"/>
                  <a:gd name="T119" fmla="*/ 30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4" h="86">
                    <a:moveTo>
                      <a:pt x="24" y="50"/>
                    </a:moveTo>
                    <a:lnTo>
                      <a:pt x="24" y="46"/>
                    </a:lnTo>
                    <a:lnTo>
                      <a:pt x="20" y="46"/>
                    </a:lnTo>
                    <a:lnTo>
                      <a:pt x="16" y="46"/>
                    </a:lnTo>
                    <a:lnTo>
                      <a:pt x="16" y="50"/>
                    </a:lnTo>
                    <a:lnTo>
                      <a:pt x="16" y="46"/>
                    </a:lnTo>
                    <a:lnTo>
                      <a:pt x="12" y="46"/>
                    </a:lnTo>
                    <a:lnTo>
                      <a:pt x="16" y="46"/>
                    </a:lnTo>
                    <a:lnTo>
                      <a:pt x="12" y="46"/>
                    </a:lnTo>
                    <a:lnTo>
                      <a:pt x="8" y="46"/>
                    </a:lnTo>
                    <a:lnTo>
                      <a:pt x="12" y="46"/>
                    </a:lnTo>
                    <a:lnTo>
                      <a:pt x="12" y="42"/>
                    </a:lnTo>
                    <a:lnTo>
                      <a:pt x="8" y="46"/>
                    </a:lnTo>
                    <a:lnTo>
                      <a:pt x="4" y="42"/>
                    </a:lnTo>
                    <a:lnTo>
                      <a:pt x="8" y="38"/>
                    </a:lnTo>
                    <a:lnTo>
                      <a:pt x="12" y="38"/>
                    </a:lnTo>
                    <a:lnTo>
                      <a:pt x="8" y="38"/>
                    </a:lnTo>
                    <a:lnTo>
                      <a:pt x="8" y="34"/>
                    </a:lnTo>
                    <a:lnTo>
                      <a:pt x="12" y="34"/>
                    </a:lnTo>
                    <a:lnTo>
                      <a:pt x="16" y="34"/>
                    </a:lnTo>
                    <a:lnTo>
                      <a:pt x="12" y="34"/>
                    </a:lnTo>
                    <a:lnTo>
                      <a:pt x="8" y="34"/>
                    </a:lnTo>
                    <a:lnTo>
                      <a:pt x="8" y="30"/>
                    </a:lnTo>
                    <a:lnTo>
                      <a:pt x="12" y="30"/>
                    </a:lnTo>
                    <a:lnTo>
                      <a:pt x="12" y="34"/>
                    </a:lnTo>
                    <a:lnTo>
                      <a:pt x="12" y="30"/>
                    </a:lnTo>
                    <a:lnTo>
                      <a:pt x="8" y="30"/>
                    </a:lnTo>
                    <a:lnTo>
                      <a:pt x="8" y="26"/>
                    </a:lnTo>
                    <a:lnTo>
                      <a:pt x="8" y="30"/>
                    </a:lnTo>
                    <a:lnTo>
                      <a:pt x="8" y="26"/>
                    </a:lnTo>
                    <a:lnTo>
                      <a:pt x="8" y="24"/>
                    </a:lnTo>
                    <a:lnTo>
                      <a:pt x="8" y="26"/>
                    </a:lnTo>
                    <a:lnTo>
                      <a:pt x="12" y="26"/>
                    </a:lnTo>
                    <a:lnTo>
                      <a:pt x="12" y="24"/>
                    </a:lnTo>
                    <a:lnTo>
                      <a:pt x="16" y="24"/>
                    </a:lnTo>
                    <a:lnTo>
                      <a:pt x="20" y="24"/>
                    </a:lnTo>
                    <a:lnTo>
                      <a:pt x="20" y="26"/>
                    </a:lnTo>
                    <a:lnTo>
                      <a:pt x="24" y="24"/>
                    </a:lnTo>
                    <a:lnTo>
                      <a:pt x="26" y="26"/>
                    </a:lnTo>
                    <a:lnTo>
                      <a:pt x="30" y="24"/>
                    </a:lnTo>
                    <a:lnTo>
                      <a:pt x="26" y="24"/>
                    </a:lnTo>
                    <a:lnTo>
                      <a:pt x="30" y="20"/>
                    </a:lnTo>
                    <a:lnTo>
                      <a:pt x="34" y="20"/>
                    </a:lnTo>
                    <a:lnTo>
                      <a:pt x="34" y="16"/>
                    </a:lnTo>
                    <a:lnTo>
                      <a:pt x="30" y="16"/>
                    </a:lnTo>
                    <a:lnTo>
                      <a:pt x="26" y="20"/>
                    </a:lnTo>
                    <a:lnTo>
                      <a:pt x="26" y="16"/>
                    </a:lnTo>
                    <a:lnTo>
                      <a:pt x="30" y="12"/>
                    </a:lnTo>
                    <a:lnTo>
                      <a:pt x="30" y="8"/>
                    </a:lnTo>
                    <a:lnTo>
                      <a:pt x="34" y="4"/>
                    </a:lnTo>
                    <a:lnTo>
                      <a:pt x="38" y="4"/>
                    </a:lnTo>
                    <a:lnTo>
                      <a:pt x="42" y="4"/>
                    </a:lnTo>
                    <a:lnTo>
                      <a:pt x="42" y="8"/>
                    </a:lnTo>
                    <a:lnTo>
                      <a:pt x="42" y="4"/>
                    </a:lnTo>
                    <a:lnTo>
                      <a:pt x="38" y="4"/>
                    </a:lnTo>
                    <a:lnTo>
                      <a:pt x="42" y="4"/>
                    </a:lnTo>
                    <a:lnTo>
                      <a:pt x="42" y="8"/>
                    </a:lnTo>
                    <a:lnTo>
                      <a:pt x="42" y="12"/>
                    </a:lnTo>
                    <a:lnTo>
                      <a:pt x="42" y="8"/>
                    </a:lnTo>
                    <a:lnTo>
                      <a:pt x="46" y="8"/>
                    </a:lnTo>
                    <a:lnTo>
                      <a:pt x="46" y="4"/>
                    </a:lnTo>
                    <a:lnTo>
                      <a:pt x="42" y="4"/>
                    </a:lnTo>
                    <a:lnTo>
                      <a:pt x="46" y="4"/>
                    </a:lnTo>
                    <a:lnTo>
                      <a:pt x="46" y="0"/>
                    </a:lnTo>
                    <a:lnTo>
                      <a:pt x="50" y="0"/>
                    </a:lnTo>
                    <a:lnTo>
                      <a:pt x="50" y="4"/>
                    </a:lnTo>
                    <a:lnTo>
                      <a:pt x="54" y="4"/>
                    </a:lnTo>
                    <a:lnTo>
                      <a:pt x="50" y="4"/>
                    </a:lnTo>
                    <a:lnTo>
                      <a:pt x="50" y="8"/>
                    </a:lnTo>
                    <a:lnTo>
                      <a:pt x="46" y="8"/>
                    </a:lnTo>
                    <a:lnTo>
                      <a:pt x="46" y="12"/>
                    </a:lnTo>
                    <a:lnTo>
                      <a:pt x="42" y="16"/>
                    </a:lnTo>
                    <a:lnTo>
                      <a:pt x="38" y="16"/>
                    </a:lnTo>
                    <a:lnTo>
                      <a:pt x="42" y="20"/>
                    </a:lnTo>
                    <a:lnTo>
                      <a:pt x="38" y="20"/>
                    </a:lnTo>
                    <a:lnTo>
                      <a:pt x="34" y="20"/>
                    </a:lnTo>
                    <a:lnTo>
                      <a:pt x="34" y="24"/>
                    </a:lnTo>
                    <a:lnTo>
                      <a:pt x="38" y="24"/>
                    </a:lnTo>
                    <a:lnTo>
                      <a:pt x="38" y="26"/>
                    </a:lnTo>
                    <a:lnTo>
                      <a:pt x="42" y="26"/>
                    </a:lnTo>
                    <a:lnTo>
                      <a:pt x="46" y="26"/>
                    </a:lnTo>
                    <a:lnTo>
                      <a:pt x="50" y="26"/>
                    </a:lnTo>
                    <a:lnTo>
                      <a:pt x="50" y="24"/>
                    </a:lnTo>
                    <a:lnTo>
                      <a:pt x="54" y="24"/>
                    </a:lnTo>
                    <a:lnTo>
                      <a:pt x="54" y="26"/>
                    </a:lnTo>
                    <a:lnTo>
                      <a:pt x="56" y="30"/>
                    </a:lnTo>
                    <a:lnTo>
                      <a:pt x="60" y="30"/>
                    </a:lnTo>
                    <a:lnTo>
                      <a:pt x="60" y="26"/>
                    </a:lnTo>
                    <a:lnTo>
                      <a:pt x="60" y="30"/>
                    </a:lnTo>
                    <a:lnTo>
                      <a:pt x="64" y="30"/>
                    </a:lnTo>
                    <a:lnTo>
                      <a:pt x="60" y="30"/>
                    </a:lnTo>
                    <a:lnTo>
                      <a:pt x="60" y="34"/>
                    </a:lnTo>
                    <a:lnTo>
                      <a:pt x="60" y="38"/>
                    </a:lnTo>
                    <a:lnTo>
                      <a:pt x="64" y="38"/>
                    </a:lnTo>
                    <a:lnTo>
                      <a:pt x="64" y="42"/>
                    </a:lnTo>
                    <a:lnTo>
                      <a:pt x="64" y="46"/>
                    </a:lnTo>
                    <a:lnTo>
                      <a:pt x="60" y="46"/>
                    </a:lnTo>
                    <a:lnTo>
                      <a:pt x="64" y="46"/>
                    </a:lnTo>
                    <a:lnTo>
                      <a:pt x="64" y="50"/>
                    </a:lnTo>
                    <a:lnTo>
                      <a:pt x="64" y="52"/>
                    </a:lnTo>
                    <a:lnTo>
                      <a:pt x="64" y="56"/>
                    </a:lnTo>
                    <a:lnTo>
                      <a:pt x="60" y="60"/>
                    </a:lnTo>
                    <a:lnTo>
                      <a:pt x="60" y="64"/>
                    </a:lnTo>
                    <a:lnTo>
                      <a:pt x="56" y="64"/>
                    </a:lnTo>
                    <a:lnTo>
                      <a:pt x="60" y="68"/>
                    </a:lnTo>
                    <a:lnTo>
                      <a:pt x="56" y="68"/>
                    </a:lnTo>
                    <a:lnTo>
                      <a:pt x="54" y="68"/>
                    </a:lnTo>
                    <a:lnTo>
                      <a:pt x="54" y="72"/>
                    </a:lnTo>
                    <a:lnTo>
                      <a:pt x="54" y="68"/>
                    </a:lnTo>
                    <a:lnTo>
                      <a:pt x="50" y="68"/>
                    </a:lnTo>
                    <a:lnTo>
                      <a:pt x="54" y="68"/>
                    </a:lnTo>
                    <a:lnTo>
                      <a:pt x="54" y="72"/>
                    </a:lnTo>
                    <a:lnTo>
                      <a:pt x="50" y="72"/>
                    </a:lnTo>
                    <a:lnTo>
                      <a:pt x="46" y="72"/>
                    </a:lnTo>
                    <a:lnTo>
                      <a:pt x="42" y="72"/>
                    </a:lnTo>
                    <a:lnTo>
                      <a:pt x="42" y="76"/>
                    </a:lnTo>
                    <a:lnTo>
                      <a:pt x="38" y="76"/>
                    </a:lnTo>
                    <a:lnTo>
                      <a:pt x="34" y="78"/>
                    </a:lnTo>
                    <a:lnTo>
                      <a:pt x="34" y="76"/>
                    </a:lnTo>
                    <a:lnTo>
                      <a:pt x="30" y="76"/>
                    </a:lnTo>
                    <a:lnTo>
                      <a:pt x="34" y="78"/>
                    </a:lnTo>
                    <a:lnTo>
                      <a:pt x="30" y="78"/>
                    </a:lnTo>
                    <a:lnTo>
                      <a:pt x="30" y="82"/>
                    </a:lnTo>
                    <a:lnTo>
                      <a:pt x="26" y="82"/>
                    </a:lnTo>
                    <a:lnTo>
                      <a:pt x="24" y="82"/>
                    </a:lnTo>
                    <a:lnTo>
                      <a:pt x="20" y="82"/>
                    </a:lnTo>
                    <a:lnTo>
                      <a:pt x="16" y="82"/>
                    </a:lnTo>
                    <a:lnTo>
                      <a:pt x="12" y="82"/>
                    </a:lnTo>
                    <a:lnTo>
                      <a:pt x="12" y="86"/>
                    </a:lnTo>
                    <a:lnTo>
                      <a:pt x="12" y="82"/>
                    </a:lnTo>
                    <a:lnTo>
                      <a:pt x="16" y="82"/>
                    </a:lnTo>
                    <a:lnTo>
                      <a:pt x="12" y="82"/>
                    </a:lnTo>
                    <a:lnTo>
                      <a:pt x="16" y="78"/>
                    </a:lnTo>
                    <a:lnTo>
                      <a:pt x="12" y="78"/>
                    </a:lnTo>
                    <a:lnTo>
                      <a:pt x="8" y="82"/>
                    </a:lnTo>
                    <a:lnTo>
                      <a:pt x="8" y="78"/>
                    </a:lnTo>
                    <a:lnTo>
                      <a:pt x="12" y="78"/>
                    </a:lnTo>
                    <a:lnTo>
                      <a:pt x="16" y="76"/>
                    </a:lnTo>
                    <a:lnTo>
                      <a:pt x="12" y="76"/>
                    </a:lnTo>
                    <a:lnTo>
                      <a:pt x="8" y="78"/>
                    </a:lnTo>
                    <a:lnTo>
                      <a:pt x="4" y="78"/>
                    </a:lnTo>
                    <a:lnTo>
                      <a:pt x="4" y="76"/>
                    </a:lnTo>
                    <a:lnTo>
                      <a:pt x="4" y="78"/>
                    </a:lnTo>
                    <a:lnTo>
                      <a:pt x="4" y="76"/>
                    </a:lnTo>
                    <a:lnTo>
                      <a:pt x="8" y="72"/>
                    </a:lnTo>
                    <a:lnTo>
                      <a:pt x="12" y="72"/>
                    </a:lnTo>
                    <a:lnTo>
                      <a:pt x="8" y="72"/>
                    </a:lnTo>
                    <a:lnTo>
                      <a:pt x="4" y="72"/>
                    </a:lnTo>
                    <a:lnTo>
                      <a:pt x="0" y="72"/>
                    </a:lnTo>
                    <a:lnTo>
                      <a:pt x="0" y="68"/>
                    </a:lnTo>
                    <a:lnTo>
                      <a:pt x="4" y="68"/>
                    </a:lnTo>
                    <a:lnTo>
                      <a:pt x="8" y="68"/>
                    </a:lnTo>
                    <a:lnTo>
                      <a:pt x="12" y="68"/>
                    </a:lnTo>
                    <a:lnTo>
                      <a:pt x="12" y="64"/>
                    </a:lnTo>
                    <a:lnTo>
                      <a:pt x="12" y="60"/>
                    </a:lnTo>
                    <a:lnTo>
                      <a:pt x="16" y="60"/>
                    </a:lnTo>
                    <a:lnTo>
                      <a:pt x="20" y="60"/>
                    </a:lnTo>
                    <a:lnTo>
                      <a:pt x="24" y="60"/>
                    </a:lnTo>
                    <a:lnTo>
                      <a:pt x="26" y="60"/>
                    </a:lnTo>
                    <a:lnTo>
                      <a:pt x="24" y="60"/>
                    </a:lnTo>
                    <a:lnTo>
                      <a:pt x="24" y="56"/>
                    </a:lnTo>
                    <a:lnTo>
                      <a:pt x="24" y="60"/>
                    </a:lnTo>
                    <a:lnTo>
                      <a:pt x="20" y="60"/>
                    </a:lnTo>
                    <a:lnTo>
                      <a:pt x="16" y="60"/>
                    </a:lnTo>
                    <a:lnTo>
                      <a:pt x="12" y="60"/>
                    </a:lnTo>
                    <a:lnTo>
                      <a:pt x="8" y="60"/>
                    </a:lnTo>
                    <a:lnTo>
                      <a:pt x="12" y="60"/>
                    </a:lnTo>
                    <a:lnTo>
                      <a:pt x="16" y="56"/>
                    </a:lnTo>
                    <a:lnTo>
                      <a:pt x="16" y="52"/>
                    </a:lnTo>
                    <a:lnTo>
                      <a:pt x="20" y="50"/>
                    </a:lnTo>
                    <a:lnTo>
                      <a:pt x="24" y="50"/>
                    </a:lnTo>
                    <a:lnTo>
                      <a:pt x="24" y="50"/>
                    </a:lnTo>
                    <a:lnTo>
                      <a:pt x="24" y="50"/>
                    </a:lnTo>
                    <a:close/>
                    <a:moveTo>
                      <a:pt x="8" y="30"/>
                    </a:moveTo>
                    <a:lnTo>
                      <a:pt x="8" y="34"/>
                    </a:lnTo>
                    <a:lnTo>
                      <a:pt x="8" y="30"/>
                    </a:lnTo>
                    <a:lnTo>
                      <a:pt x="4" y="30"/>
                    </a:lnTo>
                    <a:lnTo>
                      <a:pt x="8" y="30"/>
                    </a:lnTo>
                    <a:lnTo>
                      <a:pt x="8" y="30"/>
                    </a:lnTo>
                    <a:lnTo>
                      <a:pt x="8"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3" name="Freeform 107"/>
              <p:cNvSpPr>
                <a:spLocks/>
              </p:cNvSpPr>
              <p:nvPr/>
            </p:nvSpPr>
            <p:spPr bwMode="gray">
              <a:xfrm>
                <a:off x="4681684" y="2773474"/>
                <a:ext cx="13914" cy="10436"/>
              </a:xfrm>
              <a:custGeom>
                <a:avLst/>
                <a:gdLst>
                  <a:gd name="T0" fmla="*/ 0 w 8"/>
                  <a:gd name="T1" fmla="*/ 6 h 6"/>
                  <a:gd name="T2" fmla="*/ 0 w 8"/>
                  <a:gd name="T3" fmla="*/ 6 h 6"/>
                  <a:gd name="T4" fmla="*/ 0 w 8"/>
                  <a:gd name="T5" fmla="*/ 2 h 6"/>
                  <a:gd name="T6" fmla="*/ 0 w 8"/>
                  <a:gd name="T7" fmla="*/ 2 h 6"/>
                  <a:gd name="T8" fmla="*/ 0 w 8"/>
                  <a:gd name="T9" fmla="*/ 2 h 6"/>
                  <a:gd name="T10" fmla="*/ 0 w 8"/>
                  <a:gd name="T11" fmla="*/ 2 h 6"/>
                  <a:gd name="T12" fmla="*/ 4 w 8"/>
                  <a:gd name="T13" fmla="*/ 0 h 6"/>
                  <a:gd name="T14" fmla="*/ 4 w 8"/>
                  <a:gd name="T15" fmla="*/ 0 h 6"/>
                  <a:gd name="T16" fmla="*/ 4 w 8"/>
                  <a:gd name="T17" fmla="*/ 0 h 6"/>
                  <a:gd name="T18" fmla="*/ 4 w 8"/>
                  <a:gd name="T19" fmla="*/ 0 h 6"/>
                  <a:gd name="T20" fmla="*/ 4 w 8"/>
                  <a:gd name="T21" fmla="*/ 0 h 6"/>
                  <a:gd name="T22" fmla="*/ 4 w 8"/>
                  <a:gd name="T23" fmla="*/ 0 h 6"/>
                  <a:gd name="T24" fmla="*/ 4 w 8"/>
                  <a:gd name="T25" fmla="*/ 0 h 6"/>
                  <a:gd name="T26" fmla="*/ 4 w 8"/>
                  <a:gd name="T27" fmla="*/ 0 h 6"/>
                  <a:gd name="T28" fmla="*/ 4 w 8"/>
                  <a:gd name="T29" fmla="*/ 0 h 6"/>
                  <a:gd name="T30" fmla="*/ 4 w 8"/>
                  <a:gd name="T31" fmla="*/ 0 h 6"/>
                  <a:gd name="T32" fmla="*/ 4 w 8"/>
                  <a:gd name="T33" fmla="*/ 0 h 6"/>
                  <a:gd name="T34" fmla="*/ 8 w 8"/>
                  <a:gd name="T35" fmla="*/ 0 h 6"/>
                  <a:gd name="T36" fmla="*/ 8 w 8"/>
                  <a:gd name="T37" fmla="*/ 0 h 6"/>
                  <a:gd name="T38" fmla="*/ 4 w 8"/>
                  <a:gd name="T39" fmla="*/ 2 h 6"/>
                  <a:gd name="T40" fmla="*/ 4 w 8"/>
                  <a:gd name="T41" fmla="*/ 2 h 6"/>
                  <a:gd name="T42" fmla="*/ 4 w 8"/>
                  <a:gd name="T43" fmla="*/ 2 h 6"/>
                  <a:gd name="T44" fmla="*/ 4 w 8"/>
                  <a:gd name="T45" fmla="*/ 2 h 6"/>
                  <a:gd name="T46" fmla="*/ 4 w 8"/>
                  <a:gd name="T47" fmla="*/ 2 h 6"/>
                  <a:gd name="T48" fmla="*/ 0 w 8"/>
                  <a:gd name="T49" fmla="*/ 6 h 6"/>
                  <a:gd name="T50" fmla="*/ 0 w 8"/>
                  <a:gd name="T51" fmla="*/ 6 h 6"/>
                  <a:gd name="T52" fmla="*/ 0 w 8"/>
                  <a:gd name="T53" fmla="*/ 6 h 6"/>
                  <a:gd name="T54" fmla="*/ 0 w 8"/>
                  <a:gd name="T55" fmla="*/ 6 h 6"/>
                  <a:gd name="T56" fmla="*/ 0 w 8"/>
                  <a:gd name="T57" fmla="*/ 6 h 6"/>
                  <a:gd name="T58" fmla="*/ 0 w 8"/>
                  <a:gd name="T59" fmla="*/ 6 h 6"/>
                  <a:gd name="T60" fmla="*/ 0 w 8"/>
                  <a:gd name="T61"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 h="6">
                    <a:moveTo>
                      <a:pt x="0" y="6"/>
                    </a:moveTo>
                    <a:lnTo>
                      <a:pt x="0" y="6"/>
                    </a:lnTo>
                    <a:lnTo>
                      <a:pt x="0" y="2"/>
                    </a:lnTo>
                    <a:lnTo>
                      <a:pt x="0" y="2"/>
                    </a:lnTo>
                    <a:lnTo>
                      <a:pt x="0" y="2"/>
                    </a:lnTo>
                    <a:lnTo>
                      <a:pt x="0" y="2"/>
                    </a:lnTo>
                    <a:lnTo>
                      <a:pt x="4" y="0"/>
                    </a:lnTo>
                    <a:lnTo>
                      <a:pt x="4" y="0"/>
                    </a:lnTo>
                    <a:lnTo>
                      <a:pt x="4" y="0"/>
                    </a:lnTo>
                    <a:lnTo>
                      <a:pt x="4" y="0"/>
                    </a:lnTo>
                    <a:lnTo>
                      <a:pt x="4" y="0"/>
                    </a:lnTo>
                    <a:lnTo>
                      <a:pt x="4" y="0"/>
                    </a:lnTo>
                    <a:lnTo>
                      <a:pt x="4" y="0"/>
                    </a:lnTo>
                    <a:lnTo>
                      <a:pt x="4" y="0"/>
                    </a:lnTo>
                    <a:lnTo>
                      <a:pt x="4" y="0"/>
                    </a:lnTo>
                    <a:lnTo>
                      <a:pt x="4" y="0"/>
                    </a:lnTo>
                    <a:lnTo>
                      <a:pt x="4" y="0"/>
                    </a:lnTo>
                    <a:lnTo>
                      <a:pt x="8" y="0"/>
                    </a:lnTo>
                    <a:lnTo>
                      <a:pt x="8" y="0"/>
                    </a:lnTo>
                    <a:lnTo>
                      <a:pt x="4" y="2"/>
                    </a:lnTo>
                    <a:lnTo>
                      <a:pt x="4" y="2"/>
                    </a:lnTo>
                    <a:lnTo>
                      <a:pt x="4" y="2"/>
                    </a:lnTo>
                    <a:lnTo>
                      <a:pt x="4" y="2"/>
                    </a:lnTo>
                    <a:lnTo>
                      <a:pt x="4" y="2"/>
                    </a:lnTo>
                    <a:lnTo>
                      <a:pt x="0" y="6"/>
                    </a:lnTo>
                    <a:lnTo>
                      <a:pt x="0" y="6"/>
                    </a:lnTo>
                    <a:lnTo>
                      <a:pt x="0" y="6"/>
                    </a:lnTo>
                    <a:lnTo>
                      <a:pt x="0" y="6"/>
                    </a:lnTo>
                    <a:lnTo>
                      <a:pt x="0" y="6"/>
                    </a:lnTo>
                    <a:lnTo>
                      <a:pt x="0" y="6"/>
                    </a:lnTo>
                    <a:lnTo>
                      <a:pt x="0"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4" name="Freeform 108"/>
              <p:cNvSpPr>
                <a:spLocks noEditPoints="1"/>
              </p:cNvSpPr>
              <p:nvPr/>
            </p:nvSpPr>
            <p:spPr bwMode="gray">
              <a:xfrm>
                <a:off x="4959966" y="3037841"/>
                <a:ext cx="292196" cy="358287"/>
              </a:xfrm>
              <a:custGeom>
                <a:avLst/>
                <a:gdLst>
                  <a:gd name="T0" fmla="*/ 98 w 168"/>
                  <a:gd name="T1" fmla="*/ 72 h 206"/>
                  <a:gd name="T2" fmla="*/ 106 w 168"/>
                  <a:gd name="T3" fmla="*/ 90 h 206"/>
                  <a:gd name="T4" fmla="*/ 124 w 168"/>
                  <a:gd name="T5" fmla="*/ 100 h 206"/>
                  <a:gd name="T6" fmla="*/ 136 w 168"/>
                  <a:gd name="T7" fmla="*/ 108 h 206"/>
                  <a:gd name="T8" fmla="*/ 150 w 168"/>
                  <a:gd name="T9" fmla="*/ 120 h 206"/>
                  <a:gd name="T10" fmla="*/ 166 w 168"/>
                  <a:gd name="T11" fmla="*/ 130 h 206"/>
                  <a:gd name="T12" fmla="*/ 166 w 168"/>
                  <a:gd name="T13" fmla="*/ 142 h 206"/>
                  <a:gd name="T14" fmla="*/ 150 w 168"/>
                  <a:gd name="T15" fmla="*/ 130 h 206"/>
                  <a:gd name="T16" fmla="*/ 142 w 168"/>
                  <a:gd name="T17" fmla="*/ 142 h 206"/>
                  <a:gd name="T18" fmla="*/ 150 w 168"/>
                  <a:gd name="T19" fmla="*/ 156 h 206"/>
                  <a:gd name="T20" fmla="*/ 142 w 168"/>
                  <a:gd name="T21" fmla="*/ 172 h 206"/>
                  <a:gd name="T22" fmla="*/ 128 w 168"/>
                  <a:gd name="T23" fmla="*/ 176 h 206"/>
                  <a:gd name="T24" fmla="*/ 138 w 168"/>
                  <a:gd name="T25" fmla="*/ 160 h 206"/>
                  <a:gd name="T26" fmla="*/ 132 w 168"/>
                  <a:gd name="T27" fmla="*/ 146 h 206"/>
                  <a:gd name="T28" fmla="*/ 120 w 168"/>
                  <a:gd name="T29" fmla="*/ 130 h 206"/>
                  <a:gd name="T30" fmla="*/ 106 w 168"/>
                  <a:gd name="T31" fmla="*/ 116 h 206"/>
                  <a:gd name="T32" fmla="*/ 86 w 168"/>
                  <a:gd name="T33" fmla="*/ 112 h 206"/>
                  <a:gd name="T34" fmla="*/ 76 w 168"/>
                  <a:gd name="T35" fmla="*/ 96 h 206"/>
                  <a:gd name="T36" fmla="*/ 64 w 168"/>
                  <a:gd name="T37" fmla="*/ 86 h 206"/>
                  <a:gd name="T38" fmla="*/ 54 w 168"/>
                  <a:gd name="T39" fmla="*/ 72 h 206"/>
                  <a:gd name="T40" fmla="*/ 38 w 168"/>
                  <a:gd name="T41" fmla="*/ 56 h 206"/>
                  <a:gd name="T42" fmla="*/ 20 w 168"/>
                  <a:gd name="T43" fmla="*/ 64 h 206"/>
                  <a:gd name="T44" fmla="*/ 16 w 168"/>
                  <a:gd name="T45" fmla="*/ 60 h 206"/>
                  <a:gd name="T46" fmla="*/ 4 w 168"/>
                  <a:gd name="T47" fmla="*/ 52 h 206"/>
                  <a:gd name="T48" fmla="*/ 4 w 168"/>
                  <a:gd name="T49" fmla="*/ 38 h 206"/>
                  <a:gd name="T50" fmla="*/ 4 w 168"/>
                  <a:gd name="T51" fmla="*/ 24 h 206"/>
                  <a:gd name="T52" fmla="*/ 24 w 168"/>
                  <a:gd name="T53" fmla="*/ 16 h 206"/>
                  <a:gd name="T54" fmla="*/ 34 w 168"/>
                  <a:gd name="T55" fmla="*/ 24 h 206"/>
                  <a:gd name="T56" fmla="*/ 38 w 168"/>
                  <a:gd name="T57" fmla="*/ 12 h 206"/>
                  <a:gd name="T58" fmla="*/ 50 w 168"/>
                  <a:gd name="T59" fmla="*/ 12 h 206"/>
                  <a:gd name="T60" fmla="*/ 56 w 168"/>
                  <a:gd name="T61" fmla="*/ 4 h 206"/>
                  <a:gd name="T62" fmla="*/ 76 w 168"/>
                  <a:gd name="T63" fmla="*/ 0 h 206"/>
                  <a:gd name="T64" fmla="*/ 90 w 168"/>
                  <a:gd name="T65" fmla="*/ 8 h 206"/>
                  <a:gd name="T66" fmla="*/ 98 w 168"/>
                  <a:gd name="T67" fmla="*/ 16 h 206"/>
                  <a:gd name="T68" fmla="*/ 102 w 168"/>
                  <a:gd name="T69" fmla="*/ 26 h 206"/>
                  <a:gd name="T70" fmla="*/ 94 w 168"/>
                  <a:gd name="T71" fmla="*/ 26 h 206"/>
                  <a:gd name="T72" fmla="*/ 86 w 168"/>
                  <a:gd name="T73" fmla="*/ 30 h 206"/>
                  <a:gd name="T74" fmla="*/ 86 w 168"/>
                  <a:gd name="T75" fmla="*/ 42 h 206"/>
                  <a:gd name="T76" fmla="*/ 86 w 168"/>
                  <a:gd name="T77" fmla="*/ 60 h 206"/>
                  <a:gd name="T78" fmla="*/ 82 w 168"/>
                  <a:gd name="T79" fmla="*/ 100 h 206"/>
                  <a:gd name="T80" fmla="*/ 82 w 168"/>
                  <a:gd name="T81" fmla="*/ 64 h 206"/>
                  <a:gd name="T82" fmla="*/ 54 w 168"/>
                  <a:gd name="T83" fmla="*/ 82 h 206"/>
                  <a:gd name="T84" fmla="*/ 26 w 168"/>
                  <a:gd name="T85" fmla="*/ 150 h 206"/>
                  <a:gd name="T86" fmla="*/ 26 w 168"/>
                  <a:gd name="T87" fmla="*/ 126 h 206"/>
                  <a:gd name="T88" fmla="*/ 38 w 168"/>
                  <a:gd name="T89" fmla="*/ 116 h 206"/>
                  <a:gd name="T90" fmla="*/ 46 w 168"/>
                  <a:gd name="T91" fmla="*/ 126 h 206"/>
                  <a:gd name="T92" fmla="*/ 46 w 168"/>
                  <a:gd name="T93" fmla="*/ 150 h 206"/>
                  <a:gd name="T94" fmla="*/ 34 w 168"/>
                  <a:gd name="T95" fmla="*/ 160 h 206"/>
                  <a:gd name="T96" fmla="*/ 26 w 168"/>
                  <a:gd name="T97" fmla="*/ 152 h 206"/>
                  <a:gd name="T98" fmla="*/ 112 w 168"/>
                  <a:gd name="T99" fmla="*/ 198 h 206"/>
                  <a:gd name="T100" fmla="*/ 94 w 168"/>
                  <a:gd name="T101" fmla="*/ 190 h 206"/>
                  <a:gd name="T102" fmla="*/ 82 w 168"/>
                  <a:gd name="T103" fmla="*/ 178 h 206"/>
                  <a:gd name="T104" fmla="*/ 98 w 168"/>
                  <a:gd name="T105" fmla="*/ 176 h 206"/>
                  <a:gd name="T106" fmla="*/ 120 w 168"/>
                  <a:gd name="T107" fmla="*/ 176 h 206"/>
                  <a:gd name="T108" fmla="*/ 124 w 168"/>
                  <a:gd name="T109" fmla="*/ 182 h 206"/>
                  <a:gd name="T110" fmla="*/ 120 w 168"/>
                  <a:gd name="T111" fmla="*/ 19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68" h="206">
                    <a:moveTo>
                      <a:pt x="86" y="64"/>
                    </a:moveTo>
                    <a:lnTo>
                      <a:pt x="90" y="64"/>
                    </a:lnTo>
                    <a:lnTo>
                      <a:pt x="94" y="64"/>
                    </a:lnTo>
                    <a:lnTo>
                      <a:pt x="94" y="68"/>
                    </a:lnTo>
                    <a:lnTo>
                      <a:pt x="98" y="68"/>
                    </a:lnTo>
                    <a:lnTo>
                      <a:pt x="98" y="72"/>
                    </a:lnTo>
                    <a:lnTo>
                      <a:pt x="102" y="72"/>
                    </a:lnTo>
                    <a:lnTo>
                      <a:pt x="102" y="76"/>
                    </a:lnTo>
                    <a:lnTo>
                      <a:pt x="106" y="80"/>
                    </a:lnTo>
                    <a:lnTo>
                      <a:pt x="106" y="82"/>
                    </a:lnTo>
                    <a:lnTo>
                      <a:pt x="106" y="86"/>
                    </a:lnTo>
                    <a:lnTo>
                      <a:pt x="106" y="90"/>
                    </a:lnTo>
                    <a:lnTo>
                      <a:pt x="110" y="90"/>
                    </a:lnTo>
                    <a:lnTo>
                      <a:pt x="112" y="96"/>
                    </a:lnTo>
                    <a:lnTo>
                      <a:pt x="116" y="96"/>
                    </a:lnTo>
                    <a:lnTo>
                      <a:pt x="116" y="100"/>
                    </a:lnTo>
                    <a:lnTo>
                      <a:pt x="120" y="100"/>
                    </a:lnTo>
                    <a:lnTo>
                      <a:pt x="124" y="100"/>
                    </a:lnTo>
                    <a:lnTo>
                      <a:pt x="124" y="104"/>
                    </a:lnTo>
                    <a:lnTo>
                      <a:pt x="128" y="100"/>
                    </a:lnTo>
                    <a:lnTo>
                      <a:pt x="132" y="100"/>
                    </a:lnTo>
                    <a:lnTo>
                      <a:pt x="136" y="100"/>
                    </a:lnTo>
                    <a:lnTo>
                      <a:pt x="136" y="104"/>
                    </a:lnTo>
                    <a:lnTo>
                      <a:pt x="136" y="108"/>
                    </a:lnTo>
                    <a:lnTo>
                      <a:pt x="132" y="108"/>
                    </a:lnTo>
                    <a:lnTo>
                      <a:pt x="132" y="112"/>
                    </a:lnTo>
                    <a:lnTo>
                      <a:pt x="136" y="112"/>
                    </a:lnTo>
                    <a:lnTo>
                      <a:pt x="142" y="116"/>
                    </a:lnTo>
                    <a:lnTo>
                      <a:pt x="146" y="116"/>
                    </a:lnTo>
                    <a:lnTo>
                      <a:pt x="150" y="120"/>
                    </a:lnTo>
                    <a:lnTo>
                      <a:pt x="154" y="120"/>
                    </a:lnTo>
                    <a:lnTo>
                      <a:pt x="154" y="122"/>
                    </a:lnTo>
                    <a:lnTo>
                      <a:pt x="158" y="126"/>
                    </a:lnTo>
                    <a:lnTo>
                      <a:pt x="162" y="126"/>
                    </a:lnTo>
                    <a:lnTo>
                      <a:pt x="162" y="130"/>
                    </a:lnTo>
                    <a:lnTo>
                      <a:pt x="166" y="130"/>
                    </a:lnTo>
                    <a:lnTo>
                      <a:pt x="168" y="134"/>
                    </a:lnTo>
                    <a:lnTo>
                      <a:pt x="168" y="138"/>
                    </a:lnTo>
                    <a:lnTo>
                      <a:pt x="168" y="142"/>
                    </a:lnTo>
                    <a:lnTo>
                      <a:pt x="168" y="146"/>
                    </a:lnTo>
                    <a:lnTo>
                      <a:pt x="168" y="142"/>
                    </a:lnTo>
                    <a:lnTo>
                      <a:pt x="166" y="142"/>
                    </a:lnTo>
                    <a:lnTo>
                      <a:pt x="162" y="142"/>
                    </a:lnTo>
                    <a:lnTo>
                      <a:pt x="162" y="138"/>
                    </a:lnTo>
                    <a:lnTo>
                      <a:pt x="162" y="134"/>
                    </a:lnTo>
                    <a:lnTo>
                      <a:pt x="158" y="134"/>
                    </a:lnTo>
                    <a:lnTo>
                      <a:pt x="154" y="134"/>
                    </a:lnTo>
                    <a:lnTo>
                      <a:pt x="150" y="130"/>
                    </a:lnTo>
                    <a:lnTo>
                      <a:pt x="154" y="130"/>
                    </a:lnTo>
                    <a:lnTo>
                      <a:pt x="150" y="130"/>
                    </a:lnTo>
                    <a:lnTo>
                      <a:pt x="146" y="130"/>
                    </a:lnTo>
                    <a:lnTo>
                      <a:pt x="146" y="134"/>
                    </a:lnTo>
                    <a:lnTo>
                      <a:pt x="142" y="138"/>
                    </a:lnTo>
                    <a:lnTo>
                      <a:pt x="142" y="142"/>
                    </a:lnTo>
                    <a:lnTo>
                      <a:pt x="142" y="146"/>
                    </a:lnTo>
                    <a:lnTo>
                      <a:pt x="146" y="146"/>
                    </a:lnTo>
                    <a:lnTo>
                      <a:pt x="146" y="150"/>
                    </a:lnTo>
                    <a:lnTo>
                      <a:pt x="150" y="150"/>
                    </a:lnTo>
                    <a:lnTo>
                      <a:pt x="150" y="152"/>
                    </a:lnTo>
                    <a:lnTo>
                      <a:pt x="150" y="156"/>
                    </a:lnTo>
                    <a:lnTo>
                      <a:pt x="150" y="160"/>
                    </a:lnTo>
                    <a:lnTo>
                      <a:pt x="146" y="160"/>
                    </a:lnTo>
                    <a:lnTo>
                      <a:pt x="142" y="160"/>
                    </a:lnTo>
                    <a:lnTo>
                      <a:pt x="142" y="164"/>
                    </a:lnTo>
                    <a:lnTo>
                      <a:pt x="142" y="168"/>
                    </a:lnTo>
                    <a:lnTo>
                      <a:pt x="142" y="172"/>
                    </a:lnTo>
                    <a:lnTo>
                      <a:pt x="138" y="172"/>
                    </a:lnTo>
                    <a:lnTo>
                      <a:pt x="136" y="176"/>
                    </a:lnTo>
                    <a:lnTo>
                      <a:pt x="136" y="178"/>
                    </a:lnTo>
                    <a:lnTo>
                      <a:pt x="132" y="178"/>
                    </a:lnTo>
                    <a:lnTo>
                      <a:pt x="128" y="178"/>
                    </a:lnTo>
                    <a:lnTo>
                      <a:pt x="128" y="176"/>
                    </a:lnTo>
                    <a:lnTo>
                      <a:pt x="132" y="172"/>
                    </a:lnTo>
                    <a:lnTo>
                      <a:pt x="132" y="168"/>
                    </a:lnTo>
                    <a:lnTo>
                      <a:pt x="132" y="164"/>
                    </a:lnTo>
                    <a:lnTo>
                      <a:pt x="136" y="164"/>
                    </a:lnTo>
                    <a:lnTo>
                      <a:pt x="138" y="164"/>
                    </a:lnTo>
                    <a:lnTo>
                      <a:pt x="138" y="160"/>
                    </a:lnTo>
                    <a:lnTo>
                      <a:pt x="136" y="160"/>
                    </a:lnTo>
                    <a:lnTo>
                      <a:pt x="136" y="156"/>
                    </a:lnTo>
                    <a:lnTo>
                      <a:pt x="136" y="152"/>
                    </a:lnTo>
                    <a:lnTo>
                      <a:pt x="136" y="150"/>
                    </a:lnTo>
                    <a:lnTo>
                      <a:pt x="132" y="150"/>
                    </a:lnTo>
                    <a:lnTo>
                      <a:pt x="132" y="146"/>
                    </a:lnTo>
                    <a:lnTo>
                      <a:pt x="132" y="142"/>
                    </a:lnTo>
                    <a:lnTo>
                      <a:pt x="128" y="138"/>
                    </a:lnTo>
                    <a:lnTo>
                      <a:pt x="124" y="138"/>
                    </a:lnTo>
                    <a:lnTo>
                      <a:pt x="120" y="138"/>
                    </a:lnTo>
                    <a:lnTo>
                      <a:pt x="120" y="134"/>
                    </a:lnTo>
                    <a:lnTo>
                      <a:pt x="120" y="130"/>
                    </a:lnTo>
                    <a:lnTo>
                      <a:pt x="116" y="126"/>
                    </a:lnTo>
                    <a:lnTo>
                      <a:pt x="112" y="126"/>
                    </a:lnTo>
                    <a:lnTo>
                      <a:pt x="110" y="122"/>
                    </a:lnTo>
                    <a:lnTo>
                      <a:pt x="106" y="122"/>
                    </a:lnTo>
                    <a:lnTo>
                      <a:pt x="106" y="120"/>
                    </a:lnTo>
                    <a:lnTo>
                      <a:pt x="106" y="116"/>
                    </a:lnTo>
                    <a:lnTo>
                      <a:pt x="102" y="116"/>
                    </a:lnTo>
                    <a:lnTo>
                      <a:pt x="98" y="116"/>
                    </a:lnTo>
                    <a:lnTo>
                      <a:pt x="94" y="116"/>
                    </a:lnTo>
                    <a:lnTo>
                      <a:pt x="90" y="116"/>
                    </a:lnTo>
                    <a:lnTo>
                      <a:pt x="90" y="112"/>
                    </a:lnTo>
                    <a:lnTo>
                      <a:pt x="86" y="112"/>
                    </a:lnTo>
                    <a:lnTo>
                      <a:pt x="86" y="108"/>
                    </a:lnTo>
                    <a:lnTo>
                      <a:pt x="82" y="108"/>
                    </a:lnTo>
                    <a:lnTo>
                      <a:pt x="80" y="104"/>
                    </a:lnTo>
                    <a:lnTo>
                      <a:pt x="80" y="100"/>
                    </a:lnTo>
                    <a:lnTo>
                      <a:pt x="76" y="100"/>
                    </a:lnTo>
                    <a:lnTo>
                      <a:pt x="76" y="96"/>
                    </a:lnTo>
                    <a:lnTo>
                      <a:pt x="72" y="96"/>
                    </a:lnTo>
                    <a:lnTo>
                      <a:pt x="72" y="94"/>
                    </a:lnTo>
                    <a:lnTo>
                      <a:pt x="68" y="94"/>
                    </a:lnTo>
                    <a:lnTo>
                      <a:pt x="64" y="94"/>
                    </a:lnTo>
                    <a:lnTo>
                      <a:pt x="64" y="90"/>
                    </a:lnTo>
                    <a:lnTo>
                      <a:pt x="64" y="86"/>
                    </a:lnTo>
                    <a:lnTo>
                      <a:pt x="60" y="86"/>
                    </a:lnTo>
                    <a:lnTo>
                      <a:pt x="60" y="82"/>
                    </a:lnTo>
                    <a:lnTo>
                      <a:pt x="56" y="82"/>
                    </a:lnTo>
                    <a:lnTo>
                      <a:pt x="56" y="80"/>
                    </a:lnTo>
                    <a:lnTo>
                      <a:pt x="56" y="76"/>
                    </a:lnTo>
                    <a:lnTo>
                      <a:pt x="54" y="72"/>
                    </a:lnTo>
                    <a:lnTo>
                      <a:pt x="54" y="68"/>
                    </a:lnTo>
                    <a:lnTo>
                      <a:pt x="54" y="64"/>
                    </a:lnTo>
                    <a:lnTo>
                      <a:pt x="50" y="60"/>
                    </a:lnTo>
                    <a:lnTo>
                      <a:pt x="46" y="60"/>
                    </a:lnTo>
                    <a:lnTo>
                      <a:pt x="42" y="56"/>
                    </a:lnTo>
                    <a:lnTo>
                      <a:pt x="38" y="56"/>
                    </a:lnTo>
                    <a:lnTo>
                      <a:pt x="30" y="52"/>
                    </a:lnTo>
                    <a:lnTo>
                      <a:pt x="26" y="56"/>
                    </a:lnTo>
                    <a:lnTo>
                      <a:pt x="26" y="60"/>
                    </a:lnTo>
                    <a:lnTo>
                      <a:pt x="24" y="60"/>
                    </a:lnTo>
                    <a:lnTo>
                      <a:pt x="24" y="64"/>
                    </a:lnTo>
                    <a:lnTo>
                      <a:pt x="20" y="64"/>
                    </a:lnTo>
                    <a:lnTo>
                      <a:pt x="16" y="64"/>
                    </a:lnTo>
                    <a:lnTo>
                      <a:pt x="16" y="68"/>
                    </a:lnTo>
                    <a:lnTo>
                      <a:pt x="16" y="64"/>
                    </a:lnTo>
                    <a:lnTo>
                      <a:pt x="12" y="64"/>
                    </a:lnTo>
                    <a:lnTo>
                      <a:pt x="16" y="64"/>
                    </a:lnTo>
                    <a:lnTo>
                      <a:pt x="16" y="60"/>
                    </a:lnTo>
                    <a:lnTo>
                      <a:pt x="16" y="56"/>
                    </a:lnTo>
                    <a:lnTo>
                      <a:pt x="16" y="60"/>
                    </a:lnTo>
                    <a:lnTo>
                      <a:pt x="12" y="60"/>
                    </a:lnTo>
                    <a:lnTo>
                      <a:pt x="8" y="56"/>
                    </a:lnTo>
                    <a:lnTo>
                      <a:pt x="4" y="56"/>
                    </a:lnTo>
                    <a:lnTo>
                      <a:pt x="4" y="52"/>
                    </a:lnTo>
                    <a:lnTo>
                      <a:pt x="4" y="50"/>
                    </a:lnTo>
                    <a:lnTo>
                      <a:pt x="8" y="46"/>
                    </a:lnTo>
                    <a:lnTo>
                      <a:pt x="4" y="46"/>
                    </a:lnTo>
                    <a:lnTo>
                      <a:pt x="0" y="42"/>
                    </a:lnTo>
                    <a:lnTo>
                      <a:pt x="0" y="38"/>
                    </a:lnTo>
                    <a:lnTo>
                      <a:pt x="4" y="38"/>
                    </a:lnTo>
                    <a:lnTo>
                      <a:pt x="8" y="38"/>
                    </a:lnTo>
                    <a:lnTo>
                      <a:pt x="8" y="34"/>
                    </a:lnTo>
                    <a:lnTo>
                      <a:pt x="8" y="30"/>
                    </a:lnTo>
                    <a:lnTo>
                      <a:pt x="4" y="30"/>
                    </a:lnTo>
                    <a:lnTo>
                      <a:pt x="4" y="26"/>
                    </a:lnTo>
                    <a:lnTo>
                      <a:pt x="4" y="24"/>
                    </a:lnTo>
                    <a:lnTo>
                      <a:pt x="8" y="24"/>
                    </a:lnTo>
                    <a:lnTo>
                      <a:pt x="12" y="24"/>
                    </a:lnTo>
                    <a:lnTo>
                      <a:pt x="16" y="24"/>
                    </a:lnTo>
                    <a:lnTo>
                      <a:pt x="20" y="24"/>
                    </a:lnTo>
                    <a:lnTo>
                      <a:pt x="24" y="20"/>
                    </a:lnTo>
                    <a:lnTo>
                      <a:pt x="24" y="16"/>
                    </a:lnTo>
                    <a:lnTo>
                      <a:pt x="26" y="12"/>
                    </a:lnTo>
                    <a:lnTo>
                      <a:pt x="26" y="16"/>
                    </a:lnTo>
                    <a:lnTo>
                      <a:pt x="30" y="20"/>
                    </a:lnTo>
                    <a:lnTo>
                      <a:pt x="34" y="20"/>
                    </a:lnTo>
                    <a:lnTo>
                      <a:pt x="30" y="24"/>
                    </a:lnTo>
                    <a:lnTo>
                      <a:pt x="34" y="24"/>
                    </a:lnTo>
                    <a:lnTo>
                      <a:pt x="34" y="26"/>
                    </a:lnTo>
                    <a:lnTo>
                      <a:pt x="34" y="24"/>
                    </a:lnTo>
                    <a:lnTo>
                      <a:pt x="34" y="20"/>
                    </a:lnTo>
                    <a:lnTo>
                      <a:pt x="38" y="20"/>
                    </a:lnTo>
                    <a:lnTo>
                      <a:pt x="38" y="16"/>
                    </a:lnTo>
                    <a:lnTo>
                      <a:pt x="38" y="12"/>
                    </a:lnTo>
                    <a:lnTo>
                      <a:pt x="42" y="12"/>
                    </a:lnTo>
                    <a:lnTo>
                      <a:pt x="42" y="16"/>
                    </a:lnTo>
                    <a:lnTo>
                      <a:pt x="46" y="16"/>
                    </a:lnTo>
                    <a:lnTo>
                      <a:pt x="50" y="16"/>
                    </a:lnTo>
                    <a:lnTo>
                      <a:pt x="54" y="16"/>
                    </a:lnTo>
                    <a:lnTo>
                      <a:pt x="50" y="12"/>
                    </a:lnTo>
                    <a:lnTo>
                      <a:pt x="50" y="8"/>
                    </a:lnTo>
                    <a:lnTo>
                      <a:pt x="54" y="8"/>
                    </a:lnTo>
                    <a:lnTo>
                      <a:pt x="54" y="12"/>
                    </a:lnTo>
                    <a:lnTo>
                      <a:pt x="56" y="12"/>
                    </a:lnTo>
                    <a:lnTo>
                      <a:pt x="56" y="8"/>
                    </a:lnTo>
                    <a:lnTo>
                      <a:pt x="56" y="4"/>
                    </a:lnTo>
                    <a:lnTo>
                      <a:pt x="60" y="4"/>
                    </a:lnTo>
                    <a:lnTo>
                      <a:pt x="60" y="8"/>
                    </a:lnTo>
                    <a:lnTo>
                      <a:pt x="64" y="4"/>
                    </a:lnTo>
                    <a:lnTo>
                      <a:pt x="64" y="0"/>
                    </a:lnTo>
                    <a:lnTo>
                      <a:pt x="72" y="0"/>
                    </a:lnTo>
                    <a:lnTo>
                      <a:pt x="76" y="0"/>
                    </a:lnTo>
                    <a:lnTo>
                      <a:pt x="80" y="0"/>
                    </a:lnTo>
                    <a:lnTo>
                      <a:pt x="80" y="4"/>
                    </a:lnTo>
                    <a:lnTo>
                      <a:pt x="82" y="4"/>
                    </a:lnTo>
                    <a:lnTo>
                      <a:pt x="82" y="8"/>
                    </a:lnTo>
                    <a:lnTo>
                      <a:pt x="86" y="8"/>
                    </a:lnTo>
                    <a:lnTo>
                      <a:pt x="90" y="8"/>
                    </a:lnTo>
                    <a:lnTo>
                      <a:pt x="94" y="12"/>
                    </a:lnTo>
                    <a:lnTo>
                      <a:pt x="98" y="12"/>
                    </a:lnTo>
                    <a:lnTo>
                      <a:pt x="102" y="12"/>
                    </a:lnTo>
                    <a:lnTo>
                      <a:pt x="98" y="16"/>
                    </a:lnTo>
                    <a:lnTo>
                      <a:pt x="98" y="20"/>
                    </a:lnTo>
                    <a:lnTo>
                      <a:pt x="98" y="16"/>
                    </a:lnTo>
                    <a:lnTo>
                      <a:pt x="98" y="20"/>
                    </a:lnTo>
                    <a:lnTo>
                      <a:pt x="102" y="20"/>
                    </a:lnTo>
                    <a:lnTo>
                      <a:pt x="98" y="20"/>
                    </a:lnTo>
                    <a:lnTo>
                      <a:pt x="98" y="24"/>
                    </a:lnTo>
                    <a:lnTo>
                      <a:pt x="102" y="24"/>
                    </a:lnTo>
                    <a:lnTo>
                      <a:pt x="102" y="26"/>
                    </a:lnTo>
                    <a:lnTo>
                      <a:pt x="106" y="26"/>
                    </a:lnTo>
                    <a:lnTo>
                      <a:pt x="106" y="30"/>
                    </a:lnTo>
                    <a:lnTo>
                      <a:pt x="102" y="30"/>
                    </a:lnTo>
                    <a:lnTo>
                      <a:pt x="102" y="26"/>
                    </a:lnTo>
                    <a:lnTo>
                      <a:pt x="98" y="26"/>
                    </a:lnTo>
                    <a:lnTo>
                      <a:pt x="94" y="26"/>
                    </a:lnTo>
                    <a:lnTo>
                      <a:pt x="94" y="30"/>
                    </a:lnTo>
                    <a:lnTo>
                      <a:pt x="90" y="30"/>
                    </a:lnTo>
                    <a:lnTo>
                      <a:pt x="86" y="30"/>
                    </a:lnTo>
                    <a:lnTo>
                      <a:pt x="82" y="34"/>
                    </a:lnTo>
                    <a:lnTo>
                      <a:pt x="82" y="30"/>
                    </a:lnTo>
                    <a:lnTo>
                      <a:pt x="86" y="30"/>
                    </a:lnTo>
                    <a:lnTo>
                      <a:pt x="82" y="30"/>
                    </a:lnTo>
                    <a:lnTo>
                      <a:pt x="82" y="34"/>
                    </a:lnTo>
                    <a:lnTo>
                      <a:pt x="80" y="34"/>
                    </a:lnTo>
                    <a:lnTo>
                      <a:pt x="80" y="38"/>
                    </a:lnTo>
                    <a:lnTo>
                      <a:pt x="82" y="42"/>
                    </a:lnTo>
                    <a:lnTo>
                      <a:pt x="86" y="42"/>
                    </a:lnTo>
                    <a:lnTo>
                      <a:pt x="82" y="46"/>
                    </a:lnTo>
                    <a:lnTo>
                      <a:pt x="80" y="50"/>
                    </a:lnTo>
                    <a:lnTo>
                      <a:pt x="82" y="52"/>
                    </a:lnTo>
                    <a:lnTo>
                      <a:pt x="82" y="56"/>
                    </a:lnTo>
                    <a:lnTo>
                      <a:pt x="82" y="60"/>
                    </a:lnTo>
                    <a:lnTo>
                      <a:pt x="86" y="60"/>
                    </a:lnTo>
                    <a:lnTo>
                      <a:pt x="86" y="64"/>
                    </a:lnTo>
                    <a:lnTo>
                      <a:pt x="86" y="64"/>
                    </a:lnTo>
                    <a:lnTo>
                      <a:pt x="86" y="64"/>
                    </a:lnTo>
                    <a:close/>
                    <a:moveTo>
                      <a:pt x="82" y="100"/>
                    </a:moveTo>
                    <a:lnTo>
                      <a:pt x="82" y="104"/>
                    </a:lnTo>
                    <a:lnTo>
                      <a:pt x="82" y="100"/>
                    </a:lnTo>
                    <a:lnTo>
                      <a:pt x="82" y="100"/>
                    </a:lnTo>
                    <a:lnTo>
                      <a:pt x="82" y="100"/>
                    </a:lnTo>
                    <a:close/>
                    <a:moveTo>
                      <a:pt x="82" y="64"/>
                    </a:moveTo>
                    <a:lnTo>
                      <a:pt x="82" y="60"/>
                    </a:lnTo>
                    <a:lnTo>
                      <a:pt x="82" y="64"/>
                    </a:lnTo>
                    <a:lnTo>
                      <a:pt x="82" y="64"/>
                    </a:lnTo>
                    <a:lnTo>
                      <a:pt x="82" y="64"/>
                    </a:lnTo>
                    <a:close/>
                    <a:moveTo>
                      <a:pt x="56" y="86"/>
                    </a:moveTo>
                    <a:lnTo>
                      <a:pt x="54" y="86"/>
                    </a:lnTo>
                    <a:lnTo>
                      <a:pt x="50" y="86"/>
                    </a:lnTo>
                    <a:lnTo>
                      <a:pt x="54" y="86"/>
                    </a:lnTo>
                    <a:lnTo>
                      <a:pt x="54" y="82"/>
                    </a:lnTo>
                    <a:lnTo>
                      <a:pt x="56" y="82"/>
                    </a:lnTo>
                    <a:lnTo>
                      <a:pt x="56" y="86"/>
                    </a:lnTo>
                    <a:lnTo>
                      <a:pt x="56" y="86"/>
                    </a:lnTo>
                    <a:lnTo>
                      <a:pt x="56" y="86"/>
                    </a:lnTo>
                    <a:close/>
                    <a:moveTo>
                      <a:pt x="26" y="152"/>
                    </a:moveTo>
                    <a:lnTo>
                      <a:pt x="26" y="150"/>
                    </a:lnTo>
                    <a:lnTo>
                      <a:pt x="26" y="146"/>
                    </a:lnTo>
                    <a:lnTo>
                      <a:pt x="26" y="142"/>
                    </a:lnTo>
                    <a:lnTo>
                      <a:pt x="26" y="138"/>
                    </a:lnTo>
                    <a:lnTo>
                      <a:pt x="26" y="134"/>
                    </a:lnTo>
                    <a:lnTo>
                      <a:pt x="26" y="130"/>
                    </a:lnTo>
                    <a:lnTo>
                      <a:pt x="26" y="126"/>
                    </a:lnTo>
                    <a:lnTo>
                      <a:pt x="24" y="126"/>
                    </a:lnTo>
                    <a:lnTo>
                      <a:pt x="24" y="122"/>
                    </a:lnTo>
                    <a:lnTo>
                      <a:pt x="26" y="122"/>
                    </a:lnTo>
                    <a:lnTo>
                      <a:pt x="30" y="122"/>
                    </a:lnTo>
                    <a:lnTo>
                      <a:pt x="34" y="120"/>
                    </a:lnTo>
                    <a:lnTo>
                      <a:pt x="38" y="116"/>
                    </a:lnTo>
                    <a:lnTo>
                      <a:pt x="42" y="116"/>
                    </a:lnTo>
                    <a:lnTo>
                      <a:pt x="42" y="120"/>
                    </a:lnTo>
                    <a:lnTo>
                      <a:pt x="46" y="120"/>
                    </a:lnTo>
                    <a:lnTo>
                      <a:pt x="42" y="122"/>
                    </a:lnTo>
                    <a:lnTo>
                      <a:pt x="46" y="122"/>
                    </a:lnTo>
                    <a:lnTo>
                      <a:pt x="46" y="126"/>
                    </a:lnTo>
                    <a:lnTo>
                      <a:pt x="46" y="130"/>
                    </a:lnTo>
                    <a:lnTo>
                      <a:pt x="46" y="134"/>
                    </a:lnTo>
                    <a:lnTo>
                      <a:pt x="46" y="138"/>
                    </a:lnTo>
                    <a:lnTo>
                      <a:pt x="46" y="142"/>
                    </a:lnTo>
                    <a:lnTo>
                      <a:pt x="46" y="146"/>
                    </a:lnTo>
                    <a:lnTo>
                      <a:pt x="46" y="150"/>
                    </a:lnTo>
                    <a:lnTo>
                      <a:pt x="42" y="152"/>
                    </a:lnTo>
                    <a:lnTo>
                      <a:pt x="42" y="156"/>
                    </a:lnTo>
                    <a:lnTo>
                      <a:pt x="38" y="156"/>
                    </a:lnTo>
                    <a:lnTo>
                      <a:pt x="34" y="152"/>
                    </a:lnTo>
                    <a:lnTo>
                      <a:pt x="34" y="156"/>
                    </a:lnTo>
                    <a:lnTo>
                      <a:pt x="34" y="160"/>
                    </a:lnTo>
                    <a:lnTo>
                      <a:pt x="30" y="160"/>
                    </a:lnTo>
                    <a:lnTo>
                      <a:pt x="26" y="156"/>
                    </a:lnTo>
                    <a:lnTo>
                      <a:pt x="26" y="160"/>
                    </a:lnTo>
                    <a:lnTo>
                      <a:pt x="26" y="156"/>
                    </a:lnTo>
                    <a:lnTo>
                      <a:pt x="26" y="152"/>
                    </a:lnTo>
                    <a:lnTo>
                      <a:pt x="26" y="152"/>
                    </a:lnTo>
                    <a:lnTo>
                      <a:pt x="26" y="152"/>
                    </a:lnTo>
                    <a:close/>
                    <a:moveTo>
                      <a:pt x="120" y="206"/>
                    </a:moveTo>
                    <a:lnTo>
                      <a:pt x="120" y="202"/>
                    </a:lnTo>
                    <a:lnTo>
                      <a:pt x="116" y="202"/>
                    </a:lnTo>
                    <a:lnTo>
                      <a:pt x="112" y="202"/>
                    </a:lnTo>
                    <a:lnTo>
                      <a:pt x="112" y="198"/>
                    </a:lnTo>
                    <a:lnTo>
                      <a:pt x="110" y="198"/>
                    </a:lnTo>
                    <a:lnTo>
                      <a:pt x="110" y="194"/>
                    </a:lnTo>
                    <a:lnTo>
                      <a:pt x="106" y="194"/>
                    </a:lnTo>
                    <a:lnTo>
                      <a:pt x="102" y="194"/>
                    </a:lnTo>
                    <a:lnTo>
                      <a:pt x="98" y="190"/>
                    </a:lnTo>
                    <a:lnTo>
                      <a:pt x="94" y="190"/>
                    </a:lnTo>
                    <a:lnTo>
                      <a:pt x="94" y="186"/>
                    </a:lnTo>
                    <a:lnTo>
                      <a:pt x="90" y="186"/>
                    </a:lnTo>
                    <a:lnTo>
                      <a:pt x="86" y="186"/>
                    </a:lnTo>
                    <a:lnTo>
                      <a:pt x="82" y="186"/>
                    </a:lnTo>
                    <a:lnTo>
                      <a:pt x="82" y="182"/>
                    </a:lnTo>
                    <a:lnTo>
                      <a:pt x="82" y="178"/>
                    </a:lnTo>
                    <a:lnTo>
                      <a:pt x="86" y="176"/>
                    </a:lnTo>
                    <a:lnTo>
                      <a:pt x="90" y="176"/>
                    </a:lnTo>
                    <a:lnTo>
                      <a:pt x="90" y="178"/>
                    </a:lnTo>
                    <a:lnTo>
                      <a:pt x="90" y="176"/>
                    </a:lnTo>
                    <a:lnTo>
                      <a:pt x="94" y="176"/>
                    </a:lnTo>
                    <a:lnTo>
                      <a:pt x="98" y="176"/>
                    </a:lnTo>
                    <a:lnTo>
                      <a:pt x="102" y="178"/>
                    </a:lnTo>
                    <a:lnTo>
                      <a:pt x="106" y="178"/>
                    </a:lnTo>
                    <a:lnTo>
                      <a:pt x="110" y="178"/>
                    </a:lnTo>
                    <a:lnTo>
                      <a:pt x="112" y="178"/>
                    </a:lnTo>
                    <a:lnTo>
                      <a:pt x="116" y="176"/>
                    </a:lnTo>
                    <a:lnTo>
                      <a:pt x="120" y="176"/>
                    </a:lnTo>
                    <a:lnTo>
                      <a:pt x="124" y="176"/>
                    </a:lnTo>
                    <a:lnTo>
                      <a:pt x="128" y="172"/>
                    </a:lnTo>
                    <a:lnTo>
                      <a:pt x="128" y="176"/>
                    </a:lnTo>
                    <a:lnTo>
                      <a:pt x="128" y="178"/>
                    </a:lnTo>
                    <a:lnTo>
                      <a:pt x="124" y="178"/>
                    </a:lnTo>
                    <a:lnTo>
                      <a:pt x="124" y="182"/>
                    </a:lnTo>
                    <a:lnTo>
                      <a:pt x="124" y="186"/>
                    </a:lnTo>
                    <a:lnTo>
                      <a:pt x="120" y="186"/>
                    </a:lnTo>
                    <a:lnTo>
                      <a:pt x="120" y="190"/>
                    </a:lnTo>
                    <a:lnTo>
                      <a:pt x="124" y="194"/>
                    </a:lnTo>
                    <a:lnTo>
                      <a:pt x="124" y="198"/>
                    </a:lnTo>
                    <a:lnTo>
                      <a:pt x="120" y="198"/>
                    </a:lnTo>
                    <a:lnTo>
                      <a:pt x="120" y="202"/>
                    </a:lnTo>
                    <a:lnTo>
                      <a:pt x="120" y="206"/>
                    </a:lnTo>
                    <a:lnTo>
                      <a:pt x="120" y="206"/>
                    </a:lnTo>
                    <a:lnTo>
                      <a:pt x="120" y="20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5" name="Freeform 109"/>
              <p:cNvSpPr>
                <a:spLocks/>
              </p:cNvSpPr>
              <p:nvPr/>
            </p:nvSpPr>
            <p:spPr bwMode="gray">
              <a:xfrm>
                <a:off x="4573850" y="2084728"/>
                <a:ext cx="31307" cy="13914"/>
              </a:xfrm>
              <a:custGeom>
                <a:avLst/>
                <a:gdLst>
                  <a:gd name="T0" fmla="*/ 2 w 18"/>
                  <a:gd name="T1" fmla="*/ 8 h 8"/>
                  <a:gd name="T2" fmla="*/ 2 w 18"/>
                  <a:gd name="T3" fmla="*/ 8 h 8"/>
                  <a:gd name="T4" fmla="*/ 2 w 18"/>
                  <a:gd name="T5" fmla="*/ 8 h 8"/>
                  <a:gd name="T6" fmla="*/ 0 w 18"/>
                  <a:gd name="T7" fmla="*/ 8 h 8"/>
                  <a:gd name="T8" fmla="*/ 0 w 18"/>
                  <a:gd name="T9" fmla="*/ 8 h 8"/>
                  <a:gd name="T10" fmla="*/ 2 w 18"/>
                  <a:gd name="T11" fmla="*/ 8 h 8"/>
                  <a:gd name="T12" fmla="*/ 2 w 18"/>
                  <a:gd name="T13" fmla="*/ 8 h 8"/>
                  <a:gd name="T14" fmla="*/ 2 w 18"/>
                  <a:gd name="T15" fmla="*/ 8 h 8"/>
                  <a:gd name="T16" fmla="*/ 6 w 18"/>
                  <a:gd name="T17" fmla="*/ 4 h 8"/>
                  <a:gd name="T18" fmla="*/ 6 w 18"/>
                  <a:gd name="T19" fmla="*/ 4 h 8"/>
                  <a:gd name="T20" fmla="*/ 10 w 18"/>
                  <a:gd name="T21" fmla="*/ 4 h 8"/>
                  <a:gd name="T22" fmla="*/ 10 w 18"/>
                  <a:gd name="T23" fmla="*/ 4 h 8"/>
                  <a:gd name="T24" fmla="*/ 10 w 18"/>
                  <a:gd name="T25" fmla="*/ 4 h 8"/>
                  <a:gd name="T26" fmla="*/ 10 w 18"/>
                  <a:gd name="T27" fmla="*/ 4 h 8"/>
                  <a:gd name="T28" fmla="*/ 10 w 18"/>
                  <a:gd name="T29" fmla="*/ 4 h 8"/>
                  <a:gd name="T30" fmla="*/ 10 w 18"/>
                  <a:gd name="T31" fmla="*/ 0 h 8"/>
                  <a:gd name="T32" fmla="*/ 10 w 18"/>
                  <a:gd name="T33" fmla="*/ 0 h 8"/>
                  <a:gd name="T34" fmla="*/ 10 w 18"/>
                  <a:gd name="T35" fmla="*/ 0 h 8"/>
                  <a:gd name="T36" fmla="*/ 10 w 18"/>
                  <a:gd name="T37" fmla="*/ 0 h 8"/>
                  <a:gd name="T38" fmla="*/ 14 w 18"/>
                  <a:gd name="T39" fmla="*/ 0 h 8"/>
                  <a:gd name="T40" fmla="*/ 14 w 18"/>
                  <a:gd name="T41" fmla="*/ 0 h 8"/>
                  <a:gd name="T42" fmla="*/ 18 w 18"/>
                  <a:gd name="T43" fmla="*/ 0 h 8"/>
                  <a:gd name="T44" fmla="*/ 18 w 18"/>
                  <a:gd name="T45" fmla="*/ 0 h 8"/>
                  <a:gd name="T46" fmla="*/ 18 w 18"/>
                  <a:gd name="T47" fmla="*/ 0 h 8"/>
                  <a:gd name="T48" fmla="*/ 18 w 18"/>
                  <a:gd name="T49" fmla="*/ 0 h 8"/>
                  <a:gd name="T50" fmla="*/ 18 w 18"/>
                  <a:gd name="T51" fmla="*/ 0 h 8"/>
                  <a:gd name="T52" fmla="*/ 18 w 18"/>
                  <a:gd name="T53" fmla="*/ 0 h 8"/>
                  <a:gd name="T54" fmla="*/ 18 w 18"/>
                  <a:gd name="T55" fmla="*/ 4 h 8"/>
                  <a:gd name="T56" fmla="*/ 18 w 18"/>
                  <a:gd name="T57" fmla="*/ 4 h 8"/>
                  <a:gd name="T58" fmla="*/ 18 w 18"/>
                  <a:gd name="T59" fmla="*/ 4 h 8"/>
                  <a:gd name="T60" fmla="*/ 14 w 18"/>
                  <a:gd name="T61" fmla="*/ 4 h 8"/>
                  <a:gd name="T62" fmla="*/ 14 w 18"/>
                  <a:gd name="T63" fmla="*/ 4 h 8"/>
                  <a:gd name="T64" fmla="*/ 10 w 18"/>
                  <a:gd name="T65" fmla="*/ 4 h 8"/>
                  <a:gd name="T66" fmla="*/ 10 w 18"/>
                  <a:gd name="T67" fmla="*/ 4 h 8"/>
                  <a:gd name="T68" fmla="*/ 10 w 18"/>
                  <a:gd name="T69" fmla="*/ 4 h 8"/>
                  <a:gd name="T70" fmla="*/ 10 w 18"/>
                  <a:gd name="T71" fmla="*/ 4 h 8"/>
                  <a:gd name="T72" fmla="*/ 10 w 18"/>
                  <a:gd name="T73" fmla="*/ 4 h 8"/>
                  <a:gd name="T74" fmla="*/ 10 w 18"/>
                  <a:gd name="T75" fmla="*/ 4 h 8"/>
                  <a:gd name="T76" fmla="*/ 6 w 18"/>
                  <a:gd name="T77" fmla="*/ 4 h 8"/>
                  <a:gd name="T78" fmla="*/ 6 w 18"/>
                  <a:gd name="T79" fmla="*/ 4 h 8"/>
                  <a:gd name="T80" fmla="*/ 6 w 18"/>
                  <a:gd name="T81" fmla="*/ 4 h 8"/>
                  <a:gd name="T82" fmla="*/ 2 w 18"/>
                  <a:gd name="T83" fmla="*/ 8 h 8"/>
                  <a:gd name="T84" fmla="*/ 2 w 18"/>
                  <a:gd name="T85" fmla="*/ 8 h 8"/>
                  <a:gd name="T86" fmla="*/ 2 w 18"/>
                  <a:gd name="T87" fmla="*/ 8 h 8"/>
                  <a:gd name="T88" fmla="*/ 2 w 18"/>
                  <a:gd name="T89" fmla="*/ 8 h 8"/>
                  <a:gd name="T90" fmla="*/ 2 w 18"/>
                  <a:gd name="T91" fmla="*/ 8 h 8"/>
                  <a:gd name="T92" fmla="*/ 2 w 18"/>
                  <a:gd name="T93" fmla="*/ 8 h 8"/>
                  <a:gd name="T94" fmla="*/ 2 w 18"/>
                  <a:gd name="T95" fmla="*/ 8 h 8"/>
                  <a:gd name="T96" fmla="*/ 2 w 18"/>
                  <a:gd name="T97" fmla="*/ 8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8" h="8">
                    <a:moveTo>
                      <a:pt x="2" y="8"/>
                    </a:moveTo>
                    <a:lnTo>
                      <a:pt x="2" y="8"/>
                    </a:lnTo>
                    <a:lnTo>
                      <a:pt x="2" y="8"/>
                    </a:lnTo>
                    <a:lnTo>
                      <a:pt x="0" y="8"/>
                    </a:lnTo>
                    <a:lnTo>
                      <a:pt x="0" y="8"/>
                    </a:lnTo>
                    <a:lnTo>
                      <a:pt x="2" y="8"/>
                    </a:lnTo>
                    <a:lnTo>
                      <a:pt x="2" y="8"/>
                    </a:lnTo>
                    <a:lnTo>
                      <a:pt x="2" y="8"/>
                    </a:lnTo>
                    <a:lnTo>
                      <a:pt x="6" y="4"/>
                    </a:lnTo>
                    <a:lnTo>
                      <a:pt x="6" y="4"/>
                    </a:lnTo>
                    <a:lnTo>
                      <a:pt x="10" y="4"/>
                    </a:lnTo>
                    <a:lnTo>
                      <a:pt x="10" y="4"/>
                    </a:lnTo>
                    <a:lnTo>
                      <a:pt x="10" y="4"/>
                    </a:lnTo>
                    <a:lnTo>
                      <a:pt x="10" y="4"/>
                    </a:lnTo>
                    <a:lnTo>
                      <a:pt x="10" y="4"/>
                    </a:lnTo>
                    <a:lnTo>
                      <a:pt x="10" y="0"/>
                    </a:lnTo>
                    <a:lnTo>
                      <a:pt x="10" y="0"/>
                    </a:lnTo>
                    <a:lnTo>
                      <a:pt x="10" y="0"/>
                    </a:lnTo>
                    <a:lnTo>
                      <a:pt x="10" y="0"/>
                    </a:lnTo>
                    <a:lnTo>
                      <a:pt x="14" y="0"/>
                    </a:lnTo>
                    <a:lnTo>
                      <a:pt x="14" y="0"/>
                    </a:lnTo>
                    <a:lnTo>
                      <a:pt x="18" y="0"/>
                    </a:lnTo>
                    <a:lnTo>
                      <a:pt x="18" y="0"/>
                    </a:lnTo>
                    <a:lnTo>
                      <a:pt x="18" y="0"/>
                    </a:lnTo>
                    <a:lnTo>
                      <a:pt x="18" y="0"/>
                    </a:lnTo>
                    <a:lnTo>
                      <a:pt x="18" y="0"/>
                    </a:lnTo>
                    <a:lnTo>
                      <a:pt x="18" y="0"/>
                    </a:lnTo>
                    <a:lnTo>
                      <a:pt x="18" y="4"/>
                    </a:lnTo>
                    <a:lnTo>
                      <a:pt x="18" y="4"/>
                    </a:lnTo>
                    <a:lnTo>
                      <a:pt x="18" y="4"/>
                    </a:lnTo>
                    <a:lnTo>
                      <a:pt x="14" y="4"/>
                    </a:lnTo>
                    <a:lnTo>
                      <a:pt x="14" y="4"/>
                    </a:lnTo>
                    <a:lnTo>
                      <a:pt x="10" y="4"/>
                    </a:lnTo>
                    <a:lnTo>
                      <a:pt x="10" y="4"/>
                    </a:lnTo>
                    <a:lnTo>
                      <a:pt x="10" y="4"/>
                    </a:lnTo>
                    <a:lnTo>
                      <a:pt x="10" y="4"/>
                    </a:lnTo>
                    <a:lnTo>
                      <a:pt x="10" y="4"/>
                    </a:lnTo>
                    <a:lnTo>
                      <a:pt x="10" y="4"/>
                    </a:lnTo>
                    <a:lnTo>
                      <a:pt x="6" y="4"/>
                    </a:lnTo>
                    <a:lnTo>
                      <a:pt x="6" y="4"/>
                    </a:lnTo>
                    <a:lnTo>
                      <a:pt x="6" y="4"/>
                    </a:lnTo>
                    <a:lnTo>
                      <a:pt x="2" y="8"/>
                    </a:lnTo>
                    <a:lnTo>
                      <a:pt x="2" y="8"/>
                    </a:lnTo>
                    <a:lnTo>
                      <a:pt x="2" y="8"/>
                    </a:lnTo>
                    <a:lnTo>
                      <a:pt x="2" y="8"/>
                    </a:lnTo>
                    <a:lnTo>
                      <a:pt x="2" y="8"/>
                    </a:lnTo>
                    <a:lnTo>
                      <a:pt x="2" y="8"/>
                    </a:lnTo>
                    <a:lnTo>
                      <a:pt x="2" y="8"/>
                    </a:lnTo>
                    <a:lnTo>
                      <a:pt x="2"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6" name="Freeform 110"/>
              <p:cNvSpPr>
                <a:spLocks/>
              </p:cNvSpPr>
              <p:nvPr/>
            </p:nvSpPr>
            <p:spPr bwMode="gray">
              <a:xfrm>
                <a:off x="5318255" y="2630855"/>
                <a:ext cx="173926" cy="90442"/>
              </a:xfrm>
              <a:custGeom>
                <a:avLst/>
                <a:gdLst>
                  <a:gd name="T0" fmla="*/ 48 w 100"/>
                  <a:gd name="T1" fmla="*/ 4 h 52"/>
                  <a:gd name="T2" fmla="*/ 56 w 100"/>
                  <a:gd name="T3" fmla="*/ 0 h 52"/>
                  <a:gd name="T4" fmla="*/ 60 w 100"/>
                  <a:gd name="T5" fmla="*/ 0 h 52"/>
                  <a:gd name="T6" fmla="*/ 60 w 100"/>
                  <a:gd name="T7" fmla="*/ 0 h 52"/>
                  <a:gd name="T8" fmla="*/ 64 w 100"/>
                  <a:gd name="T9" fmla="*/ 4 h 52"/>
                  <a:gd name="T10" fmla="*/ 68 w 100"/>
                  <a:gd name="T11" fmla="*/ 4 h 52"/>
                  <a:gd name="T12" fmla="*/ 78 w 100"/>
                  <a:gd name="T13" fmla="*/ 10 h 52"/>
                  <a:gd name="T14" fmla="*/ 82 w 100"/>
                  <a:gd name="T15" fmla="*/ 10 h 52"/>
                  <a:gd name="T16" fmla="*/ 86 w 100"/>
                  <a:gd name="T17" fmla="*/ 10 h 52"/>
                  <a:gd name="T18" fmla="*/ 90 w 100"/>
                  <a:gd name="T19" fmla="*/ 10 h 52"/>
                  <a:gd name="T20" fmla="*/ 94 w 100"/>
                  <a:gd name="T21" fmla="*/ 14 h 52"/>
                  <a:gd name="T22" fmla="*/ 98 w 100"/>
                  <a:gd name="T23" fmla="*/ 18 h 52"/>
                  <a:gd name="T24" fmla="*/ 94 w 100"/>
                  <a:gd name="T25" fmla="*/ 26 h 52"/>
                  <a:gd name="T26" fmla="*/ 98 w 100"/>
                  <a:gd name="T27" fmla="*/ 30 h 52"/>
                  <a:gd name="T28" fmla="*/ 100 w 100"/>
                  <a:gd name="T29" fmla="*/ 36 h 52"/>
                  <a:gd name="T30" fmla="*/ 100 w 100"/>
                  <a:gd name="T31" fmla="*/ 40 h 52"/>
                  <a:gd name="T32" fmla="*/ 94 w 100"/>
                  <a:gd name="T33" fmla="*/ 48 h 52"/>
                  <a:gd name="T34" fmla="*/ 94 w 100"/>
                  <a:gd name="T35" fmla="*/ 52 h 52"/>
                  <a:gd name="T36" fmla="*/ 82 w 100"/>
                  <a:gd name="T37" fmla="*/ 48 h 52"/>
                  <a:gd name="T38" fmla="*/ 78 w 100"/>
                  <a:gd name="T39" fmla="*/ 52 h 52"/>
                  <a:gd name="T40" fmla="*/ 78 w 100"/>
                  <a:gd name="T41" fmla="*/ 52 h 52"/>
                  <a:gd name="T42" fmla="*/ 74 w 100"/>
                  <a:gd name="T43" fmla="*/ 52 h 52"/>
                  <a:gd name="T44" fmla="*/ 72 w 100"/>
                  <a:gd name="T45" fmla="*/ 48 h 52"/>
                  <a:gd name="T46" fmla="*/ 68 w 100"/>
                  <a:gd name="T47" fmla="*/ 44 h 52"/>
                  <a:gd name="T48" fmla="*/ 60 w 100"/>
                  <a:gd name="T49" fmla="*/ 40 h 52"/>
                  <a:gd name="T50" fmla="*/ 56 w 100"/>
                  <a:gd name="T51" fmla="*/ 40 h 52"/>
                  <a:gd name="T52" fmla="*/ 56 w 100"/>
                  <a:gd name="T53" fmla="*/ 36 h 52"/>
                  <a:gd name="T54" fmla="*/ 48 w 100"/>
                  <a:gd name="T55" fmla="*/ 40 h 52"/>
                  <a:gd name="T56" fmla="*/ 46 w 100"/>
                  <a:gd name="T57" fmla="*/ 40 h 52"/>
                  <a:gd name="T58" fmla="*/ 42 w 100"/>
                  <a:gd name="T59" fmla="*/ 40 h 52"/>
                  <a:gd name="T60" fmla="*/ 34 w 100"/>
                  <a:gd name="T61" fmla="*/ 36 h 52"/>
                  <a:gd name="T62" fmla="*/ 34 w 100"/>
                  <a:gd name="T63" fmla="*/ 36 h 52"/>
                  <a:gd name="T64" fmla="*/ 30 w 100"/>
                  <a:gd name="T65" fmla="*/ 40 h 52"/>
                  <a:gd name="T66" fmla="*/ 26 w 100"/>
                  <a:gd name="T67" fmla="*/ 36 h 52"/>
                  <a:gd name="T68" fmla="*/ 22 w 100"/>
                  <a:gd name="T69" fmla="*/ 36 h 52"/>
                  <a:gd name="T70" fmla="*/ 22 w 100"/>
                  <a:gd name="T71" fmla="*/ 36 h 52"/>
                  <a:gd name="T72" fmla="*/ 16 w 100"/>
                  <a:gd name="T73" fmla="*/ 36 h 52"/>
                  <a:gd name="T74" fmla="*/ 4 w 100"/>
                  <a:gd name="T75" fmla="*/ 40 h 52"/>
                  <a:gd name="T76" fmla="*/ 4 w 100"/>
                  <a:gd name="T77" fmla="*/ 40 h 52"/>
                  <a:gd name="T78" fmla="*/ 0 w 100"/>
                  <a:gd name="T79" fmla="*/ 44 h 52"/>
                  <a:gd name="T80" fmla="*/ 0 w 100"/>
                  <a:gd name="T81" fmla="*/ 40 h 52"/>
                  <a:gd name="T82" fmla="*/ 0 w 100"/>
                  <a:gd name="T83" fmla="*/ 32 h 52"/>
                  <a:gd name="T84" fmla="*/ 0 w 100"/>
                  <a:gd name="T85" fmla="*/ 32 h 52"/>
                  <a:gd name="T86" fmla="*/ 0 w 100"/>
                  <a:gd name="T87" fmla="*/ 30 h 52"/>
                  <a:gd name="T88" fmla="*/ 4 w 100"/>
                  <a:gd name="T89" fmla="*/ 26 h 52"/>
                  <a:gd name="T90" fmla="*/ 4 w 100"/>
                  <a:gd name="T91" fmla="*/ 22 h 52"/>
                  <a:gd name="T92" fmla="*/ 4 w 100"/>
                  <a:gd name="T93" fmla="*/ 18 h 52"/>
                  <a:gd name="T94" fmla="*/ 8 w 100"/>
                  <a:gd name="T95" fmla="*/ 10 h 52"/>
                  <a:gd name="T96" fmla="*/ 12 w 100"/>
                  <a:gd name="T97" fmla="*/ 10 h 52"/>
                  <a:gd name="T98" fmla="*/ 16 w 100"/>
                  <a:gd name="T99" fmla="*/ 10 h 52"/>
                  <a:gd name="T100" fmla="*/ 22 w 100"/>
                  <a:gd name="T101" fmla="*/ 6 h 52"/>
                  <a:gd name="T102" fmla="*/ 26 w 100"/>
                  <a:gd name="T103" fmla="*/ 14 h 52"/>
                  <a:gd name="T104" fmla="*/ 30 w 100"/>
                  <a:gd name="T105" fmla="*/ 14 h 52"/>
                  <a:gd name="T106" fmla="*/ 30 w 100"/>
                  <a:gd name="T107" fmla="*/ 22 h 52"/>
                  <a:gd name="T108" fmla="*/ 38 w 100"/>
                  <a:gd name="T109" fmla="*/ 26 h 52"/>
                  <a:gd name="T110" fmla="*/ 42 w 100"/>
                  <a:gd name="T111" fmla="*/ 22 h 52"/>
                  <a:gd name="T112" fmla="*/ 48 w 100"/>
                  <a:gd name="T113" fmla="*/ 18 h 52"/>
                  <a:gd name="T114" fmla="*/ 46 w 100"/>
                  <a:gd name="T115" fmla="*/ 6 h 52"/>
                  <a:gd name="T116" fmla="*/ 46 w 100"/>
                  <a:gd name="T117" fmla="*/ 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0" h="52">
                    <a:moveTo>
                      <a:pt x="46" y="4"/>
                    </a:moveTo>
                    <a:lnTo>
                      <a:pt x="46" y="4"/>
                    </a:lnTo>
                    <a:lnTo>
                      <a:pt x="46" y="4"/>
                    </a:lnTo>
                    <a:lnTo>
                      <a:pt x="48" y="4"/>
                    </a:lnTo>
                    <a:lnTo>
                      <a:pt x="48" y="4"/>
                    </a:lnTo>
                    <a:lnTo>
                      <a:pt x="48" y="4"/>
                    </a:lnTo>
                    <a:lnTo>
                      <a:pt x="48" y="4"/>
                    </a:lnTo>
                    <a:lnTo>
                      <a:pt x="52" y="4"/>
                    </a:lnTo>
                    <a:lnTo>
                      <a:pt x="56" y="0"/>
                    </a:lnTo>
                    <a:lnTo>
                      <a:pt x="56" y="0"/>
                    </a:lnTo>
                    <a:lnTo>
                      <a:pt x="56" y="0"/>
                    </a:lnTo>
                    <a:lnTo>
                      <a:pt x="56" y="0"/>
                    </a:lnTo>
                    <a:lnTo>
                      <a:pt x="56" y="0"/>
                    </a:lnTo>
                    <a:lnTo>
                      <a:pt x="60" y="0"/>
                    </a:lnTo>
                    <a:lnTo>
                      <a:pt x="60" y="0"/>
                    </a:lnTo>
                    <a:lnTo>
                      <a:pt x="60" y="0"/>
                    </a:lnTo>
                    <a:lnTo>
                      <a:pt x="60" y="0"/>
                    </a:lnTo>
                    <a:lnTo>
                      <a:pt x="60" y="4"/>
                    </a:lnTo>
                    <a:lnTo>
                      <a:pt x="60" y="4"/>
                    </a:lnTo>
                    <a:lnTo>
                      <a:pt x="60" y="0"/>
                    </a:lnTo>
                    <a:lnTo>
                      <a:pt x="60" y="0"/>
                    </a:lnTo>
                    <a:lnTo>
                      <a:pt x="60" y="0"/>
                    </a:lnTo>
                    <a:lnTo>
                      <a:pt x="60" y="0"/>
                    </a:lnTo>
                    <a:lnTo>
                      <a:pt x="64" y="0"/>
                    </a:lnTo>
                    <a:lnTo>
                      <a:pt x="64" y="4"/>
                    </a:lnTo>
                    <a:lnTo>
                      <a:pt x="64" y="4"/>
                    </a:lnTo>
                    <a:lnTo>
                      <a:pt x="68" y="4"/>
                    </a:lnTo>
                    <a:lnTo>
                      <a:pt x="68" y="4"/>
                    </a:lnTo>
                    <a:lnTo>
                      <a:pt x="68" y="4"/>
                    </a:lnTo>
                    <a:lnTo>
                      <a:pt x="68" y="4"/>
                    </a:lnTo>
                    <a:lnTo>
                      <a:pt x="72" y="6"/>
                    </a:lnTo>
                    <a:lnTo>
                      <a:pt x="72" y="6"/>
                    </a:lnTo>
                    <a:lnTo>
                      <a:pt x="74" y="10"/>
                    </a:lnTo>
                    <a:lnTo>
                      <a:pt x="74" y="10"/>
                    </a:lnTo>
                    <a:lnTo>
                      <a:pt x="78" y="10"/>
                    </a:lnTo>
                    <a:lnTo>
                      <a:pt x="78" y="10"/>
                    </a:lnTo>
                    <a:lnTo>
                      <a:pt x="78" y="10"/>
                    </a:lnTo>
                    <a:lnTo>
                      <a:pt x="78" y="10"/>
                    </a:lnTo>
                    <a:lnTo>
                      <a:pt x="78" y="10"/>
                    </a:lnTo>
                    <a:lnTo>
                      <a:pt x="82" y="10"/>
                    </a:lnTo>
                    <a:lnTo>
                      <a:pt x="82" y="10"/>
                    </a:lnTo>
                    <a:lnTo>
                      <a:pt x="82" y="10"/>
                    </a:lnTo>
                    <a:lnTo>
                      <a:pt x="82" y="10"/>
                    </a:lnTo>
                    <a:lnTo>
                      <a:pt x="86" y="10"/>
                    </a:lnTo>
                    <a:lnTo>
                      <a:pt x="86" y="10"/>
                    </a:lnTo>
                    <a:lnTo>
                      <a:pt x="86" y="10"/>
                    </a:lnTo>
                    <a:lnTo>
                      <a:pt x="90" y="10"/>
                    </a:lnTo>
                    <a:lnTo>
                      <a:pt x="90" y="10"/>
                    </a:lnTo>
                    <a:lnTo>
                      <a:pt x="90" y="10"/>
                    </a:lnTo>
                    <a:lnTo>
                      <a:pt x="90" y="10"/>
                    </a:lnTo>
                    <a:lnTo>
                      <a:pt x="90" y="10"/>
                    </a:lnTo>
                    <a:lnTo>
                      <a:pt x="94" y="10"/>
                    </a:lnTo>
                    <a:lnTo>
                      <a:pt x="94" y="14"/>
                    </a:lnTo>
                    <a:lnTo>
                      <a:pt x="90" y="14"/>
                    </a:lnTo>
                    <a:lnTo>
                      <a:pt x="94" y="14"/>
                    </a:lnTo>
                    <a:lnTo>
                      <a:pt x="94" y="14"/>
                    </a:lnTo>
                    <a:lnTo>
                      <a:pt x="94" y="14"/>
                    </a:lnTo>
                    <a:lnTo>
                      <a:pt x="98" y="18"/>
                    </a:lnTo>
                    <a:lnTo>
                      <a:pt x="98" y="18"/>
                    </a:lnTo>
                    <a:lnTo>
                      <a:pt x="98" y="18"/>
                    </a:lnTo>
                    <a:lnTo>
                      <a:pt x="98" y="18"/>
                    </a:lnTo>
                    <a:lnTo>
                      <a:pt x="94" y="22"/>
                    </a:lnTo>
                    <a:lnTo>
                      <a:pt x="94" y="26"/>
                    </a:lnTo>
                    <a:lnTo>
                      <a:pt x="94" y="26"/>
                    </a:lnTo>
                    <a:lnTo>
                      <a:pt x="94" y="26"/>
                    </a:lnTo>
                    <a:lnTo>
                      <a:pt x="98" y="26"/>
                    </a:lnTo>
                    <a:lnTo>
                      <a:pt x="98" y="26"/>
                    </a:lnTo>
                    <a:lnTo>
                      <a:pt x="98" y="26"/>
                    </a:lnTo>
                    <a:lnTo>
                      <a:pt x="98" y="30"/>
                    </a:lnTo>
                    <a:lnTo>
                      <a:pt x="98" y="30"/>
                    </a:lnTo>
                    <a:lnTo>
                      <a:pt x="98" y="30"/>
                    </a:lnTo>
                    <a:lnTo>
                      <a:pt x="98" y="32"/>
                    </a:lnTo>
                    <a:lnTo>
                      <a:pt x="100" y="32"/>
                    </a:lnTo>
                    <a:lnTo>
                      <a:pt x="100" y="36"/>
                    </a:lnTo>
                    <a:lnTo>
                      <a:pt x="100" y="36"/>
                    </a:lnTo>
                    <a:lnTo>
                      <a:pt x="100" y="40"/>
                    </a:lnTo>
                    <a:lnTo>
                      <a:pt x="100" y="40"/>
                    </a:lnTo>
                    <a:lnTo>
                      <a:pt x="100" y="40"/>
                    </a:lnTo>
                    <a:lnTo>
                      <a:pt x="100" y="44"/>
                    </a:lnTo>
                    <a:lnTo>
                      <a:pt x="100" y="40"/>
                    </a:lnTo>
                    <a:lnTo>
                      <a:pt x="100" y="40"/>
                    </a:lnTo>
                    <a:lnTo>
                      <a:pt x="98" y="44"/>
                    </a:lnTo>
                    <a:lnTo>
                      <a:pt x="98" y="44"/>
                    </a:lnTo>
                    <a:lnTo>
                      <a:pt x="94" y="44"/>
                    </a:lnTo>
                    <a:lnTo>
                      <a:pt x="94" y="48"/>
                    </a:lnTo>
                    <a:lnTo>
                      <a:pt x="94" y="48"/>
                    </a:lnTo>
                    <a:lnTo>
                      <a:pt x="94" y="48"/>
                    </a:lnTo>
                    <a:lnTo>
                      <a:pt x="94" y="48"/>
                    </a:lnTo>
                    <a:lnTo>
                      <a:pt x="94" y="52"/>
                    </a:lnTo>
                    <a:lnTo>
                      <a:pt x="94" y="52"/>
                    </a:lnTo>
                    <a:lnTo>
                      <a:pt x="90" y="52"/>
                    </a:lnTo>
                    <a:lnTo>
                      <a:pt x="90" y="52"/>
                    </a:lnTo>
                    <a:lnTo>
                      <a:pt x="86" y="48"/>
                    </a:lnTo>
                    <a:lnTo>
                      <a:pt x="86" y="48"/>
                    </a:lnTo>
                    <a:lnTo>
                      <a:pt x="82" y="48"/>
                    </a:lnTo>
                    <a:lnTo>
                      <a:pt x="82" y="52"/>
                    </a:lnTo>
                    <a:lnTo>
                      <a:pt x="82" y="52"/>
                    </a:lnTo>
                    <a:lnTo>
                      <a:pt x="82" y="52"/>
                    </a:lnTo>
                    <a:lnTo>
                      <a:pt x="82" y="52"/>
                    </a:lnTo>
                    <a:lnTo>
                      <a:pt x="78" y="52"/>
                    </a:lnTo>
                    <a:lnTo>
                      <a:pt x="78" y="52"/>
                    </a:lnTo>
                    <a:lnTo>
                      <a:pt x="78" y="52"/>
                    </a:lnTo>
                    <a:lnTo>
                      <a:pt x="78" y="52"/>
                    </a:lnTo>
                    <a:lnTo>
                      <a:pt x="78" y="52"/>
                    </a:lnTo>
                    <a:lnTo>
                      <a:pt x="78" y="52"/>
                    </a:lnTo>
                    <a:lnTo>
                      <a:pt x="78" y="52"/>
                    </a:lnTo>
                    <a:lnTo>
                      <a:pt x="78" y="52"/>
                    </a:lnTo>
                    <a:lnTo>
                      <a:pt x="78" y="52"/>
                    </a:lnTo>
                    <a:lnTo>
                      <a:pt x="74" y="52"/>
                    </a:lnTo>
                    <a:lnTo>
                      <a:pt x="74" y="52"/>
                    </a:lnTo>
                    <a:lnTo>
                      <a:pt x="74" y="52"/>
                    </a:lnTo>
                    <a:lnTo>
                      <a:pt x="74" y="52"/>
                    </a:lnTo>
                    <a:lnTo>
                      <a:pt x="74" y="48"/>
                    </a:lnTo>
                    <a:lnTo>
                      <a:pt x="72" y="48"/>
                    </a:lnTo>
                    <a:lnTo>
                      <a:pt x="72" y="48"/>
                    </a:lnTo>
                    <a:lnTo>
                      <a:pt x="72" y="48"/>
                    </a:lnTo>
                    <a:lnTo>
                      <a:pt x="72" y="48"/>
                    </a:lnTo>
                    <a:lnTo>
                      <a:pt x="68" y="48"/>
                    </a:lnTo>
                    <a:lnTo>
                      <a:pt x="68" y="44"/>
                    </a:lnTo>
                    <a:lnTo>
                      <a:pt x="68" y="44"/>
                    </a:lnTo>
                    <a:lnTo>
                      <a:pt x="64" y="44"/>
                    </a:lnTo>
                    <a:lnTo>
                      <a:pt x="64" y="40"/>
                    </a:lnTo>
                    <a:lnTo>
                      <a:pt x="60" y="40"/>
                    </a:lnTo>
                    <a:lnTo>
                      <a:pt x="60" y="40"/>
                    </a:lnTo>
                    <a:lnTo>
                      <a:pt x="60" y="40"/>
                    </a:lnTo>
                    <a:lnTo>
                      <a:pt x="56" y="40"/>
                    </a:lnTo>
                    <a:lnTo>
                      <a:pt x="56" y="40"/>
                    </a:lnTo>
                    <a:lnTo>
                      <a:pt x="56" y="40"/>
                    </a:lnTo>
                    <a:lnTo>
                      <a:pt x="56" y="40"/>
                    </a:lnTo>
                    <a:lnTo>
                      <a:pt x="56" y="40"/>
                    </a:lnTo>
                    <a:lnTo>
                      <a:pt x="56" y="36"/>
                    </a:lnTo>
                    <a:lnTo>
                      <a:pt x="56" y="36"/>
                    </a:lnTo>
                    <a:lnTo>
                      <a:pt x="56" y="36"/>
                    </a:lnTo>
                    <a:lnTo>
                      <a:pt x="56" y="36"/>
                    </a:lnTo>
                    <a:lnTo>
                      <a:pt x="56" y="36"/>
                    </a:lnTo>
                    <a:lnTo>
                      <a:pt x="52" y="36"/>
                    </a:lnTo>
                    <a:lnTo>
                      <a:pt x="52" y="36"/>
                    </a:lnTo>
                    <a:lnTo>
                      <a:pt x="48" y="36"/>
                    </a:lnTo>
                    <a:lnTo>
                      <a:pt x="48" y="40"/>
                    </a:lnTo>
                    <a:lnTo>
                      <a:pt x="48" y="40"/>
                    </a:lnTo>
                    <a:lnTo>
                      <a:pt x="48" y="40"/>
                    </a:lnTo>
                    <a:lnTo>
                      <a:pt x="48" y="40"/>
                    </a:lnTo>
                    <a:lnTo>
                      <a:pt x="48" y="40"/>
                    </a:lnTo>
                    <a:lnTo>
                      <a:pt x="46" y="40"/>
                    </a:lnTo>
                    <a:lnTo>
                      <a:pt x="46" y="40"/>
                    </a:lnTo>
                    <a:lnTo>
                      <a:pt x="46" y="40"/>
                    </a:lnTo>
                    <a:lnTo>
                      <a:pt x="46" y="40"/>
                    </a:lnTo>
                    <a:lnTo>
                      <a:pt x="46" y="40"/>
                    </a:lnTo>
                    <a:lnTo>
                      <a:pt x="42" y="40"/>
                    </a:lnTo>
                    <a:lnTo>
                      <a:pt x="42" y="40"/>
                    </a:lnTo>
                    <a:lnTo>
                      <a:pt x="42" y="36"/>
                    </a:lnTo>
                    <a:lnTo>
                      <a:pt x="42" y="36"/>
                    </a:lnTo>
                    <a:lnTo>
                      <a:pt x="38" y="36"/>
                    </a:lnTo>
                    <a:lnTo>
                      <a:pt x="38" y="36"/>
                    </a:lnTo>
                    <a:lnTo>
                      <a:pt x="34" y="36"/>
                    </a:lnTo>
                    <a:lnTo>
                      <a:pt x="34" y="36"/>
                    </a:lnTo>
                    <a:lnTo>
                      <a:pt x="34" y="36"/>
                    </a:lnTo>
                    <a:lnTo>
                      <a:pt x="34" y="36"/>
                    </a:lnTo>
                    <a:lnTo>
                      <a:pt x="34" y="36"/>
                    </a:lnTo>
                    <a:lnTo>
                      <a:pt x="34" y="36"/>
                    </a:lnTo>
                    <a:lnTo>
                      <a:pt x="30" y="36"/>
                    </a:lnTo>
                    <a:lnTo>
                      <a:pt x="30" y="36"/>
                    </a:lnTo>
                    <a:lnTo>
                      <a:pt x="30" y="40"/>
                    </a:lnTo>
                    <a:lnTo>
                      <a:pt x="30" y="40"/>
                    </a:lnTo>
                    <a:lnTo>
                      <a:pt x="30" y="40"/>
                    </a:lnTo>
                    <a:lnTo>
                      <a:pt x="26" y="36"/>
                    </a:lnTo>
                    <a:lnTo>
                      <a:pt x="26" y="36"/>
                    </a:lnTo>
                    <a:lnTo>
                      <a:pt x="26" y="36"/>
                    </a:lnTo>
                    <a:lnTo>
                      <a:pt x="26" y="36"/>
                    </a:lnTo>
                    <a:lnTo>
                      <a:pt x="26" y="36"/>
                    </a:lnTo>
                    <a:lnTo>
                      <a:pt x="26" y="36"/>
                    </a:lnTo>
                    <a:lnTo>
                      <a:pt x="26" y="36"/>
                    </a:lnTo>
                    <a:lnTo>
                      <a:pt x="26" y="36"/>
                    </a:lnTo>
                    <a:lnTo>
                      <a:pt x="26" y="36"/>
                    </a:lnTo>
                    <a:lnTo>
                      <a:pt x="22" y="36"/>
                    </a:lnTo>
                    <a:lnTo>
                      <a:pt x="22" y="36"/>
                    </a:lnTo>
                    <a:lnTo>
                      <a:pt x="22" y="36"/>
                    </a:lnTo>
                    <a:lnTo>
                      <a:pt x="22" y="36"/>
                    </a:lnTo>
                    <a:lnTo>
                      <a:pt x="22" y="36"/>
                    </a:lnTo>
                    <a:lnTo>
                      <a:pt x="22" y="36"/>
                    </a:lnTo>
                    <a:lnTo>
                      <a:pt x="18" y="36"/>
                    </a:lnTo>
                    <a:lnTo>
                      <a:pt x="18" y="36"/>
                    </a:lnTo>
                    <a:lnTo>
                      <a:pt x="18" y="36"/>
                    </a:lnTo>
                    <a:lnTo>
                      <a:pt x="16" y="36"/>
                    </a:lnTo>
                    <a:lnTo>
                      <a:pt x="16" y="36"/>
                    </a:lnTo>
                    <a:lnTo>
                      <a:pt x="16" y="36"/>
                    </a:lnTo>
                    <a:lnTo>
                      <a:pt x="12" y="36"/>
                    </a:lnTo>
                    <a:lnTo>
                      <a:pt x="8" y="36"/>
                    </a:lnTo>
                    <a:lnTo>
                      <a:pt x="8" y="40"/>
                    </a:lnTo>
                    <a:lnTo>
                      <a:pt x="4" y="40"/>
                    </a:lnTo>
                    <a:lnTo>
                      <a:pt x="4" y="40"/>
                    </a:lnTo>
                    <a:lnTo>
                      <a:pt x="4" y="40"/>
                    </a:lnTo>
                    <a:lnTo>
                      <a:pt x="4" y="40"/>
                    </a:lnTo>
                    <a:lnTo>
                      <a:pt x="4" y="40"/>
                    </a:lnTo>
                    <a:lnTo>
                      <a:pt x="4" y="40"/>
                    </a:lnTo>
                    <a:lnTo>
                      <a:pt x="4" y="44"/>
                    </a:lnTo>
                    <a:lnTo>
                      <a:pt x="4" y="44"/>
                    </a:lnTo>
                    <a:lnTo>
                      <a:pt x="0" y="44"/>
                    </a:lnTo>
                    <a:lnTo>
                      <a:pt x="0" y="44"/>
                    </a:lnTo>
                    <a:lnTo>
                      <a:pt x="0" y="44"/>
                    </a:lnTo>
                    <a:lnTo>
                      <a:pt x="0" y="44"/>
                    </a:lnTo>
                    <a:lnTo>
                      <a:pt x="0" y="44"/>
                    </a:lnTo>
                    <a:lnTo>
                      <a:pt x="0" y="44"/>
                    </a:lnTo>
                    <a:lnTo>
                      <a:pt x="0" y="44"/>
                    </a:lnTo>
                    <a:lnTo>
                      <a:pt x="0" y="40"/>
                    </a:lnTo>
                    <a:lnTo>
                      <a:pt x="0" y="40"/>
                    </a:lnTo>
                    <a:lnTo>
                      <a:pt x="0" y="40"/>
                    </a:lnTo>
                    <a:lnTo>
                      <a:pt x="0" y="40"/>
                    </a:lnTo>
                    <a:lnTo>
                      <a:pt x="0" y="36"/>
                    </a:lnTo>
                    <a:lnTo>
                      <a:pt x="0" y="32"/>
                    </a:lnTo>
                    <a:lnTo>
                      <a:pt x="0" y="32"/>
                    </a:lnTo>
                    <a:lnTo>
                      <a:pt x="0" y="36"/>
                    </a:lnTo>
                    <a:lnTo>
                      <a:pt x="0" y="36"/>
                    </a:lnTo>
                    <a:lnTo>
                      <a:pt x="0" y="32"/>
                    </a:lnTo>
                    <a:lnTo>
                      <a:pt x="0" y="32"/>
                    </a:lnTo>
                    <a:lnTo>
                      <a:pt x="0" y="32"/>
                    </a:lnTo>
                    <a:lnTo>
                      <a:pt x="0" y="30"/>
                    </a:lnTo>
                    <a:lnTo>
                      <a:pt x="0" y="30"/>
                    </a:lnTo>
                    <a:lnTo>
                      <a:pt x="0" y="30"/>
                    </a:lnTo>
                    <a:lnTo>
                      <a:pt x="0" y="30"/>
                    </a:lnTo>
                    <a:lnTo>
                      <a:pt x="0" y="30"/>
                    </a:lnTo>
                    <a:lnTo>
                      <a:pt x="0" y="26"/>
                    </a:lnTo>
                    <a:lnTo>
                      <a:pt x="0" y="26"/>
                    </a:lnTo>
                    <a:lnTo>
                      <a:pt x="4" y="26"/>
                    </a:lnTo>
                    <a:lnTo>
                      <a:pt x="4" y="26"/>
                    </a:lnTo>
                    <a:lnTo>
                      <a:pt x="4" y="26"/>
                    </a:lnTo>
                    <a:lnTo>
                      <a:pt x="4" y="22"/>
                    </a:lnTo>
                    <a:lnTo>
                      <a:pt x="4" y="22"/>
                    </a:lnTo>
                    <a:lnTo>
                      <a:pt x="4" y="22"/>
                    </a:lnTo>
                    <a:lnTo>
                      <a:pt x="4" y="22"/>
                    </a:lnTo>
                    <a:lnTo>
                      <a:pt x="4" y="22"/>
                    </a:lnTo>
                    <a:lnTo>
                      <a:pt x="4" y="18"/>
                    </a:lnTo>
                    <a:lnTo>
                      <a:pt x="4" y="18"/>
                    </a:lnTo>
                    <a:lnTo>
                      <a:pt x="4" y="18"/>
                    </a:lnTo>
                    <a:lnTo>
                      <a:pt x="4" y="18"/>
                    </a:lnTo>
                    <a:lnTo>
                      <a:pt x="8" y="18"/>
                    </a:lnTo>
                    <a:lnTo>
                      <a:pt x="8" y="14"/>
                    </a:lnTo>
                    <a:lnTo>
                      <a:pt x="8" y="14"/>
                    </a:lnTo>
                    <a:lnTo>
                      <a:pt x="8" y="10"/>
                    </a:lnTo>
                    <a:lnTo>
                      <a:pt x="8" y="10"/>
                    </a:lnTo>
                    <a:lnTo>
                      <a:pt x="8" y="10"/>
                    </a:lnTo>
                    <a:lnTo>
                      <a:pt x="8" y="10"/>
                    </a:lnTo>
                    <a:lnTo>
                      <a:pt x="12" y="10"/>
                    </a:lnTo>
                    <a:lnTo>
                      <a:pt x="12" y="10"/>
                    </a:lnTo>
                    <a:lnTo>
                      <a:pt x="12" y="10"/>
                    </a:lnTo>
                    <a:lnTo>
                      <a:pt x="12" y="10"/>
                    </a:lnTo>
                    <a:lnTo>
                      <a:pt x="12" y="10"/>
                    </a:lnTo>
                    <a:lnTo>
                      <a:pt x="16" y="10"/>
                    </a:lnTo>
                    <a:lnTo>
                      <a:pt x="16" y="10"/>
                    </a:lnTo>
                    <a:lnTo>
                      <a:pt x="16" y="10"/>
                    </a:lnTo>
                    <a:lnTo>
                      <a:pt x="18" y="6"/>
                    </a:lnTo>
                    <a:lnTo>
                      <a:pt x="18" y="6"/>
                    </a:lnTo>
                    <a:lnTo>
                      <a:pt x="22" y="6"/>
                    </a:lnTo>
                    <a:lnTo>
                      <a:pt x="22" y="6"/>
                    </a:lnTo>
                    <a:lnTo>
                      <a:pt x="22" y="6"/>
                    </a:lnTo>
                    <a:lnTo>
                      <a:pt x="22" y="10"/>
                    </a:lnTo>
                    <a:lnTo>
                      <a:pt x="22" y="10"/>
                    </a:lnTo>
                    <a:lnTo>
                      <a:pt x="22" y="10"/>
                    </a:lnTo>
                    <a:lnTo>
                      <a:pt x="22" y="10"/>
                    </a:lnTo>
                    <a:lnTo>
                      <a:pt x="26" y="14"/>
                    </a:lnTo>
                    <a:lnTo>
                      <a:pt x="26" y="14"/>
                    </a:lnTo>
                    <a:lnTo>
                      <a:pt x="26" y="14"/>
                    </a:lnTo>
                    <a:lnTo>
                      <a:pt x="26" y="14"/>
                    </a:lnTo>
                    <a:lnTo>
                      <a:pt x="30" y="14"/>
                    </a:lnTo>
                    <a:lnTo>
                      <a:pt x="30" y="14"/>
                    </a:lnTo>
                    <a:lnTo>
                      <a:pt x="30" y="14"/>
                    </a:lnTo>
                    <a:lnTo>
                      <a:pt x="30" y="18"/>
                    </a:lnTo>
                    <a:lnTo>
                      <a:pt x="30" y="18"/>
                    </a:lnTo>
                    <a:lnTo>
                      <a:pt x="30" y="22"/>
                    </a:lnTo>
                    <a:lnTo>
                      <a:pt x="30" y="22"/>
                    </a:lnTo>
                    <a:lnTo>
                      <a:pt x="30" y="22"/>
                    </a:lnTo>
                    <a:lnTo>
                      <a:pt x="34" y="22"/>
                    </a:lnTo>
                    <a:lnTo>
                      <a:pt x="34" y="22"/>
                    </a:lnTo>
                    <a:lnTo>
                      <a:pt x="38" y="26"/>
                    </a:lnTo>
                    <a:lnTo>
                      <a:pt x="38" y="26"/>
                    </a:lnTo>
                    <a:lnTo>
                      <a:pt x="38" y="26"/>
                    </a:lnTo>
                    <a:lnTo>
                      <a:pt x="38" y="26"/>
                    </a:lnTo>
                    <a:lnTo>
                      <a:pt x="42" y="26"/>
                    </a:lnTo>
                    <a:lnTo>
                      <a:pt x="42" y="26"/>
                    </a:lnTo>
                    <a:lnTo>
                      <a:pt x="42" y="22"/>
                    </a:lnTo>
                    <a:lnTo>
                      <a:pt x="42" y="22"/>
                    </a:lnTo>
                    <a:lnTo>
                      <a:pt x="46" y="22"/>
                    </a:lnTo>
                    <a:lnTo>
                      <a:pt x="46" y="22"/>
                    </a:lnTo>
                    <a:lnTo>
                      <a:pt x="46" y="18"/>
                    </a:lnTo>
                    <a:lnTo>
                      <a:pt x="48" y="18"/>
                    </a:lnTo>
                    <a:lnTo>
                      <a:pt x="48" y="18"/>
                    </a:lnTo>
                    <a:lnTo>
                      <a:pt x="48" y="14"/>
                    </a:lnTo>
                    <a:lnTo>
                      <a:pt x="46" y="10"/>
                    </a:lnTo>
                    <a:lnTo>
                      <a:pt x="46" y="6"/>
                    </a:lnTo>
                    <a:lnTo>
                      <a:pt x="46" y="6"/>
                    </a:lnTo>
                    <a:lnTo>
                      <a:pt x="46" y="6"/>
                    </a:lnTo>
                    <a:lnTo>
                      <a:pt x="46" y="6"/>
                    </a:lnTo>
                    <a:lnTo>
                      <a:pt x="46" y="4"/>
                    </a:lnTo>
                    <a:lnTo>
                      <a:pt x="46" y="4"/>
                    </a:lnTo>
                    <a:lnTo>
                      <a:pt x="46"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7" name="Freeform 111"/>
              <p:cNvSpPr>
                <a:spLocks noEditPoints="1"/>
              </p:cNvSpPr>
              <p:nvPr/>
            </p:nvSpPr>
            <p:spPr bwMode="gray">
              <a:xfrm>
                <a:off x="5311297" y="2693469"/>
                <a:ext cx="149577" cy="97399"/>
              </a:xfrm>
              <a:custGeom>
                <a:avLst/>
                <a:gdLst>
                  <a:gd name="T0" fmla="*/ 38 w 86"/>
                  <a:gd name="T1" fmla="*/ 50 h 56"/>
                  <a:gd name="T2" fmla="*/ 34 w 86"/>
                  <a:gd name="T3" fmla="*/ 46 h 56"/>
                  <a:gd name="T4" fmla="*/ 26 w 86"/>
                  <a:gd name="T5" fmla="*/ 46 h 56"/>
                  <a:gd name="T6" fmla="*/ 26 w 86"/>
                  <a:gd name="T7" fmla="*/ 42 h 56"/>
                  <a:gd name="T8" fmla="*/ 30 w 86"/>
                  <a:gd name="T9" fmla="*/ 38 h 56"/>
                  <a:gd name="T10" fmla="*/ 26 w 86"/>
                  <a:gd name="T11" fmla="*/ 30 h 56"/>
                  <a:gd name="T12" fmla="*/ 22 w 86"/>
                  <a:gd name="T13" fmla="*/ 30 h 56"/>
                  <a:gd name="T14" fmla="*/ 18 w 86"/>
                  <a:gd name="T15" fmla="*/ 30 h 56"/>
                  <a:gd name="T16" fmla="*/ 8 w 86"/>
                  <a:gd name="T17" fmla="*/ 26 h 56"/>
                  <a:gd name="T18" fmla="*/ 8 w 86"/>
                  <a:gd name="T19" fmla="*/ 26 h 56"/>
                  <a:gd name="T20" fmla="*/ 4 w 86"/>
                  <a:gd name="T21" fmla="*/ 16 h 56"/>
                  <a:gd name="T22" fmla="*/ 4 w 86"/>
                  <a:gd name="T23" fmla="*/ 12 h 56"/>
                  <a:gd name="T24" fmla="*/ 4 w 86"/>
                  <a:gd name="T25" fmla="*/ 8 h 56"/>
                  <a:gd name="T26" fmla="*/ 8 w 86"/>
                  <a:gd name="T27" fmla="*/ 8 h 56"/>
                  <a:gd name="T28" fmla="*/ 8 w 86"/>
                  <a:gd name="T29" fmla="*/ 4 h 56"/>
                  <a:gd name="T30" fmla="*/ 18 w 86"/>
                  <a:gd name="T31" fmla="*/ 0 h 56"/>
                  <a:gd name="T32" fmla="*/ 22 w 86"/>
                  <a:gd name="T33" fmla="*/ 0 h 56"/>
                  <a:gd name="T34" fmla="*/ 26 w 86"/>
                  <a:gd name="T35" fmla="*/ 0 h 56"/>
                  <a:gd name="T36" fmla="*/ 30 w 86"/>
                  <a:gd name="T37" fmla="*/ 0 h 56"/>
                  <a:gd name="T38" fmla="*/ 30 w 86"/>
                  <a:gd name="T39" fmla="*/ 0 h 56"/>
                  <a:gd name="T40" fmla="*/ 34 w 86"/>
                  <a:gd name="T41" fmla="*/ 0 h 56"/>
                  <a:gd name="T42" fmla="*/ 38 w 86"/>
                  <a:gd name="T43" fmla="*/ 0 h 56"/>
                  <a:gd name="T44" fmla="*/ 44 w 86"/>
                  <a:gd name="T45" fmla="*/ 0 h 56"/>
                  <a:gd name="T46" fmla="*/ 48 w 86"/>
                  <a:gd name="T47" fmla="*/ 4 h 56"/>
                  <a:gd name="T48" fmla="*/ 52 w 86"/>
                  <a:gd name="T49" fmla="*/ 4 h 56"/>
                  <a:gd name="T50" fmla="*/ 56 w 86"/>
                  <a:gd name="T51" fmla="*/ 0 h 56"/>
                  <a:gd name="T52" fmla="*/ 60 w 86"/>
                  <a:gd name="T53" fmla="*/ 0 h 56"/>
                  <a:gd name="T54" fmla="*/ 60 w 86"/>
                  <a:gd name="T55" fmla="*/ 4 h 56"/>
                  <a:gd name="T56" fmla="*/ 68 w 86"/>
                  <a:gd name="T57" fmla="*/ 8 h 56"/>
                  <a:gd name="T58" fmla="*/ 74 w 86"/>
                  <a:gd name="T59" fmla="*/ 12 h 56"/>
                  <a:gd name="T60" fmla="*/ 78 w 86"/>
                  <a:gd name="T61" fmla="*/ 16 h 56"/>
                  <a:gd name="T62" fmla="*/ 82 w 86"/>
                  <a:gd name="T63" fmla="*/ 16 h 56"/>
                  <a:gd name="T64" fmla="*/ 78 w 86"/>
                  <a:gd name="T65" fmla="*/ 24 h 56"/>
                  <a:gd name="T66" fmla="*/ 82 w 86"/>
                  <a:gd name="T67" fmla="*/ 24 h 56"/>
                  <a:gd name="T68" fmla="*/ 82 w 86"/>
                  <a:gd name="T69" fmla="*/ 26 h 56"/>
                  <a:gd name="T70" fmla="*/ 78 w 86"/>
                  <a:gd name="T71" fmla="*/ 30 h 56"/>
                  <a:gd name="T72" fmla="*/ 70 w 86"/>
                  <a:gd name="T73" fmla="*/ 34 h 56"/>
                  <a:gd name="T74" fmla="*/ 70 w 86"/>
                  <a:gd name="T75" fmla="*/ 38 h 56"/>
                  <a:gd name="T76" fmla="*/ 68 w 86"/>
                  <a:gd name="T77" fmla="*/ 42 h 56"/>
                  <a:gd name="T78" fmla="*/ 68 w 86"/>
                  <a:gd name="T79" fmla="*/ 46 h 56"/>
                  <a:gd name="T80" fmla="*/ 70 w 86"/>
                  <a:gd name="T81" fmla="*/ 50 h 56"/>
                  <a:gd name="T82" fmla="*/ 68 w 86"/>
                  <a:gd name="T83" fmla="*/ 50 h 56"/>
                  <a:gd name="T84" fmla="*/ 64 w 86"/>
                  <a:gd name="T85" fmla="*/ 50 h 56"/>
                  <a:gd name="T86" fmla="*/ 60 w 86"/>
                  <a:gd name="T87" fmla="*/ 50 h 56"/>
                  <a:gd name="T88" fmla="*/ 60 w 86"/>
                  <a:gd name="T89" fmla="*/ 50 h 56"/>
                  <a:gd name="T90" fmla="*/ 56 w 86"/>
                  <a:gd name="T91" fmla="*/ 52 h 56"/>
                  <a:gd name="T92" fmla="*/ 52 w 86"/>
                  <a:gd name="T93" fmla="*/ 52 h 56"/>
                  <a:gd name="T94" fmla="*/ 48 w 86"/>
                  <a:gd name="T95" fmla="*/ 52 h 56"/>
                  <a:gd name="T96" fmla="*/ 44 w 86"/>
                  <a:gd name="T97" fmla="*/ 52 h 56"/>
                  <a:gd name="T98" fmla="*/ 42 w 86"/>
                  <a:gd name="T99" fmla="*/ 52 h 56"/>
                  <a:gd name="T100" fmla="*/ 38 w 86"/>
                  <a:gd name="T101" fmla="*/ 52 h 56"/>
                  <a:gd name="T102" fmla="*/ 4 w 86"/>
                  <a:gd name="T103" fmla="*/ 24 h 56"/>
                  <a:gd name="T104" fmla="*/ 4 w 86"/>
                  <a:gd name="T105" fmla="*/ 20 h 56"/>
                  <a:gd name="T106" fmla="*/ 4 w 86"/>
                  <a:gd name="T107" fmla="*/ 16 h 56"/>
                  <a:gd name="T108" fmla="*/ 4 w 86"/>
                  <a:gd name="T109" fmla="*/ 26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6" h="56">
                    <a:moveTo>
                      <a:pt x="38" y="52"/>
                    </a:moveTo>
                    <a:lnTo>
                      <a:pt x="38" y="52"/>
                    </a:lnTo>
                    <a:lnTo>
                      <a:pt x="38" y="52"/>
                    </a:lnTo>
                    <a:lnTo>
                      <a:pt x="38" y="50"/>
                    </a:lnTo>
                    <a:lnTo>
                      <a:pt x="38" y="50"/>
                    </a:lnTo>
                    <a:lnTo>
                      <a:pt x="38" y="50"/>
                    </a:lnTo>
                    <a:lnTo>
                      <a:pt x="38" y="50"/>
                    </a:lnTo>
                    <a:lnTo>
                      <a:pt x="38" y="50"/>
                    </a:lnTo>
                    <a:lnTo>
                      <a:pt x="34" y="46"/>
                    </a:lnTo>
                    <a:lnTo>
                      <a:pt x="34" y="46"/>
                    </a:lnTo>
                    <a:lnTo>
                      <a:pt x="30" y="46"/>
                    </a:lnTo>
                    <a:lnTo>
                      <a:pt x="30" y="46"/>
                    </a:lnTo>
                    <a:lnTo>
                      <a:pt x="30" y="46"/>
                    </a:lnTo>
                    <a:lnTo>
                      <a:pt x="30" y="46"/>
                    </a:lnTo>
                    <a:lnTo>
                      <a:pt x="26" y="46"/>
                    </a:lnTo>
                    <a:lnTo>
                      <a:pt x="26" y="46"/>
                    </a:lnTo>
                    <a:lnTo>
                      <a:pt x="26" y="46"/>
                    </a:lnTo>
                    <a:lnTo>
                      <a:pt x="26" y="42"/>
                    </a:lnTo>
                    <a:lnTo>
                      <a:pt x="26" y="42"/>
                    </a:lnTo>
                    <a:lnTo>
                      <a:pt x="26" y="42"/>
                    </a:lnTo>
                    <a:lnTo>
                      <a:pt x="26" y="42"/>
                    </a:lnTo>
                    <a:lnTo>
                      <a:pt x="26" y="38"/>
                    </a:lnTo>
                    <a:lnTo>
                      <a:pt x="26" y="38"/>
                    </a:lnTo>
                    <a:lnTo>
                      <a:pt x="30" y="38"/>
                    </a:lnTo>
                    <a:lnTo>
                      <a:pt x="30" y="38"/>
                    </a:lnTo>
                    <a:lnTo>
                      <a:pt x="30" y="34"/>
                    </a:lnTo>
                    <a:lnTo>
                      <a:pt x="30" y="34"/>
                    </a:lnTo>
                    <a:lnTo>
                      <a:pt x="30" y="34"/>
                    </a:lnTo>
                    <a:lnTo>
                      <a:pt x="30" y="34"/>
                    </a:lnTo>
                    <a:lnTo>
                      <a:pt x="26" y="30"/>
                    </a:lnTo>
                    <a:lnTo>
                      <a:pt x="26" y="30"/>
                    </a:lnTo>
                    <a:lnTo>
                      <a:pt x="26" y="30"/>
                    </a:lnTo>
                    <a:lnTo>
                      <a:pt x="26" y="30"/>
                    </a:lnTo>
                    <a:lnTo>
                      <a:pt x="22" y="30"/>
                    </a:lnTo>
                    <a:lnTo>
                      <a:pt x="22" y="30"/>
                    </a:lnTo>
                    <a:lnTo>
                      <a:pt x="18" y="30"/>
                    </a:lnTo>
                    <a:lnTo>
                      <a:pt x="18" y="30"/>
                    </a:lnTo>
                    <a:lnTo>
                      <a:pt x="18" y="30"/>
                    </a:lnTo>
                    <a:lnTo>
                      <a:pt x="18" y="30"/>
                    </a:lnTo>
                    <a:lnTo>
                      <a:pt x="18" y="30"/>
                    </a:lnTo>
                    <a:lnTo>
                      <a:pt x="18" y="30"/>
                    </a:lnTo>
                    <a:lnTo>
                      <a:pt x="12" y="26"/>
                    </a:lnTo>
                    <a:lnTo>
                      <a:pt x="12" y="26"/>
                    </a:lnTo>
                    <a:lnTo>
                      <a:pt x="12" y="26"/>
                    </a:lnTo>
                    <a:lnTo>
                      <a:pt x="8" y="26"/>
                    </a:lnTo>
                    <a:lnTo>
                      <a:pt x="8" y="26"/>
                    </a:lnTo>
                    <a:lnTo>
                      <a:pt x="8" y="26"/>
                    </a:lnTo>
                    <a:lnTo>
                      <a:pt x="8" y="26"/>
                    </a:lnTo>
                    <a:lnTo>
                      <a:pt x="8" y="26"/>
                    </a:lnTo>
                    <a:lnTo>
                      <a:pt x="8" y="26"/>
                    </a:lnTo>
                    <a:lnTo>
                      <a:pt x="8" y="26"/>
                    </a:lnTo>
                    <a:lnTo>
                      <a:pt x="8" y="24"/>
                    </a:lnTo>
                    <a:lnTo>
                      <a:pt x="4" y="20"/>
                    </a:lnTo>
                    <a:lnTo>
                      <a:pt x="4" y="16"/>
                    </a:lnTo>
                    <a:lnTo>
                      <a:pt x="4" y="16"/>
                    </a:lnTo>
                    <a:lnTo>
                      <a:pt x="4" y="16"/>
                    </a:lnTo>
                    <a:lnTo>
                      <a:pt x="4" y="16"/>
                    </a:lnTo>
                    <a:lnTo>
                      <a:pt x="4" y="12"/>
                    </a:lnTo>
                    <a:lnTo>
                      <a:pt x="4" y="12"/>
                    </a:lnTo>
                    <a:lnTo>
                      <a:pt x="4" y="12"/>
                    </a:lnTo>
                    <a:lnTo>
                      <a:pt x="4" y="8"/>
                    </a:lnTo>
                    <a:lnTo>
                      <a:pt x="4" y="8"/>
                    </a:lnTo>
                    <a:lnTo>
                      <a:pt x="4" y="8"/>
                    </a:lnTo>
                    <a:lnTo>
                      <a:pt x="4" y="8"/>
                    </a:lnTo>
                    <a:lnTo>
                      <a:pt x="4" y="8"/>
                    </a:lnTo>
                    <a:lnTo>
                      <a:pt x="4" y="8"/>
                    </a:lnTo>
                    <a:lnTo>
                      <a:pt x="4" y="8"/>
                    </a:lnTo>
                    <a:lnTo>
                      <a:pt x="4" y="8"/>
                    </a:lnTo>
                    <a:lnTo>
                      <a:pt x="8" y="8"/>
                    </a:lnTo>
                    <a:lnTo>
                      <a:pt x="8" y="8"/>
                    </a:lnTo>
                    <a:lnTo>
                      <a:pt x="8" y="4"/>
                    </a:lnTo>
                    <a:lnTo>
                      <a:pt x="8" y="4"/>
                    </a:lnTo>
                    <a:lnTo>
                      <a:pt x="8" y="4"/>
                    </a:lnTo>
                    <a:lnTo>
                      <a:pt x="8" y="4"/>
                    </a:lnTo>
                    <a:lnTo>
                      <a:pt x="8" y="4"/>
                    </a:lnTo>
                    <a:lnTo>
                      <a:pt x="8" y="4"/>
                    </a:lnTo>
                    <a:lnTo>
                      <a:pt x="12" y="4"/>
                    </a:lnTo>
                    <a:lnTo>
                      <a:pt x="12" y="0"/>
                    </a:lnTo>
                    <a:lnTo>
                      <a:pt x="16" y="0"/>
                    </a:lnTo>
                    <a:lnTo>
                      <a:pt x="18" y="0"/>
                    </a:lnTo>
                    <a:lnTo>
                      <a:pt x="18" y="0"/>
                    </a:lnTo>
                    <a:lnTo>
                      <a:pt x="18" y="0"/>
                    </a:lnTo>
                    <a:lnTo>
                      <a:pt x="22" y="0"/>
                    </a:lnTo>
                    <a:lnTo>
                      <a:pt x="22" y="0"/>
                    </a:lnTo>
                    <a:lnTo>
                      <a:pt x="22" y="0"/>
                    </a:lnTo>
                    <a:lnTo>
                      <a:pt x="26" y="0"/>
                    </a:lnTo>
                    <a:lnTo>
                      <a:pt x="26" y="0"/>
                    </a:lnTo>
                    <a:lnTo>
                      <a:pt x="26" y="0"/>
                    </a:lnTo>
                    <a:lnTo>
                      <a:pt x="26" y="0"/>
                    </a:lnTo>
                    <a:lnTo>
                      <a:pt x="26" y="0"/>
                    </a:lnTo>
                    <a:lnTo>
                      <a:pt x="26" y="0"/>
                    </a:lnTo>
                    <a:lnTo>
                      <a:pt x="30" y="0"/>
                    </a:lnTo>
                    <a:lnTo>
                      <a:pt x="30" y="0"/>
                    </a:lnTo>
                    <a:lnTo>
                      <a:pt x="30" y="0"/>
                    </a:lnTo>
                    <a:lnTo>
                      <a:pt x="30" y="0"/>
                    </a:lnTo>
                    <a:lnTo>
                      <a:pt x="30" y="0"/>
                    </a:lnTo>
                    <a:lnTo>
                      <a:pt x="30" y="0"/>
                    </a:lnTo>
                    <a:lnTo>
                      <a:pt x="30" y="0"/>
                    </a:lnTo>
                    <a:lnTo>
                      <a:pt x="30" y="0"/>
                    </a:lnTo>
                    <a:lnTo>
                      <a:pt x="30" y="0"/>
                    </a:lnTo>
                    <a:lnTo>
                      <a:pt x="34" y="4"/>
                    </a:lnTo>
                    <a:lnTo>
                      <a:pt x="34" y="4"/>
                    </a:lnTo>
                    <a:lnTo>
                      <a:pt x="34" y="4"/>
                    </a:lnTo>
                    <a:lnTo>
                      <a:pt x="34" y="0"/>
                    </a:lnTo>
                    <a:lnTo>
                      <a:pt x="34" y="0"/>
                    </a:lnTo>
                    <a:lnTo>
                      <a:pt x="38" y="0"/>
                    </a:lnTo>
                    <a:lnTo>
                      <a:pt x="38" y="0"/>
                    </a:lnTo>
                    <a:lnTo>
                      <a:pt x="38" y="0"/>
                    </a:lnTo>
                    <a:lnTo>
                      <a:pt x="38" y="0"/>
                    </a:lnTo>
                    <a:lnTo>
                      <a:pt x="38" y="0"/>
                    </a:lnTo>
                    <a:lnTo>
                      <a:pt x="38" y="0"/>
                    </a:lnTo>
                    <a:lnTo>
                      <a:pt x="42" y="0"/>
                    </a:lnTo>
                    <a:lnTo>
                      <a:pt x="42" y="0"/>
                    </a:lnTo>
                    <a:lnTo>
                      <a:pt x="44" y="0"/>
                    </a:lnTo>
                    <a:lnTo>
                      <a:pt x="44" y="0"/>
                    </a:lnTo>
                    <a:lnTo>
                      <a:pt x="44" y="4"/>
                    </a:lnTo>
                    <a:lnTo>
                      <a:pt x="44" y="4"/>
                    </a:lnTo>
                    <a:lnTo>
                      <a:pt x="48" y="4"/>
                    </a:lnTo>
                    <a:lnTo>
                      <a:pt x="48" y="4"/>
                    </a:lnTo>
                    <a:lnTo>
                      <a:pt x="48" y="4"/>
                    </a:lnTo>
                    <a:lnTo>
                      <a:pt x="48" y="4"/>
                    </a:lnTo>
                    <a:lnTo>
                      <a:pt x="48" y="4"/>
                    </a:lnTo>
                    <a:lnTo>
                      <a:pt x="52" y="4"/>
                    </a:lnTo>
                    <a:lnTo>
                      <a:pt x="52" y="4"/>
                    </a:lnTo>
                    <a:lnTo>
                      <a:pt x="52" y="4"/>
                    </a:lnTo>
                    <a:lnTo>
                      <a:pt x="52" y="4"/>
                    </a:lnTo>
                    <a:lnTo>
                      <a:pt x="52" y="4"/>
                    </a:lnTo>
                    <a:lnTo>
                      <a:pt x="52" y="0"/>
                    </a:lnTo>
                    <a:lnTo>
                      <a:pt x="56" y="0"/>
                    </a:lnTo>
                    <a:lnTo>
                      <a:pt x="56" y="0"/>
                    </a:lnTo>
                    <a:lnTo>
                      <a:pt x="60" y="0"/>
                    </a:lnTo>
                    <a:lnTo>
                      <a:pt x="60" y="0"/>
                    </a:lnTo>
                    <a:lnTo>
                      <a:pt x="60" y="0"/>
                    </a:lnTo>
                    <a:lnTo>
                      <a:pt x="60" y="0"/>
                    </a:lnTo>
                    <a:lnTo>
                      <a:pt x="60" y="0"/>
                    </a:lnTo>
                    <a:lnTo>
                      <a:pt x="60" y="4"/>
                    </a:lnTo>
                    <a:lnTo>
                      <a:pt x="60" y="4"/>
                    </a:lnTo>
                    <a:lnTo>
                      <a:pt x="60" y="4"/>
                    </a:lnTo>
                    <a:lnTo>
                      <a:pt x="60" y="4"/>
                    </a:lnTo>
                    <a:lnTo>
                      <a:pt x="60" y="4"/>
                    </a:lnTo>
                    <a:lnTo>
                      <a:pt x="64" y="4"/>
                    </a:lnTo>
                    <a:lnTo>
                      <a:pt x="64" y="4"/>
                    </a:lnTo>
                    <a:lnTo>
                      <a:pt x="64" y="4"/>
                    </a:lnTo>
                    <a:lnTo>
                      <a:pt x="68" y="4"/>
                    </a:lnTo>
                    <a:lnTo>
                      <a:pt x="68" y="8"/>
                    </a:lnTo>
                    <a:lnTo>
                      <a:pt x="70" y="8"/>
                    </a:lnTo>
                    <a:lnTo>
                      <a:pt x="70" y="8"/>
                    </a:lnTo>
                    <a:lnTo>
                      <a:pt x="70" y="12"/>
                    </a:lnTo>
                    <a:lnTo>
                      <a:pt x="74" y="12"/>
                    </a:lnTo>
                    <a:lnTo>
                      <a:pt x="74" y="12"/>
                    </a:lnTo>
                    <a:lnTo>
                      <a:pt x="74" y="12"/>
                    </a:lnTo>
                    <a:lnTo>
                      <a:pt x="74" y="12"/>
                    </a:lnTo>
                    <a:lnTo>
                      <a:pt x="78" y="12"/>
                    </a:lnTo>
                    <a:lnTo>
                      <a:pt x="78" y="16"/>
                    </a:lnTo>
                    <a:lnTo>
                      <a:pt x="78" y="16"/>
                    </a:lnTo>
                    <a:lnTo>
                      <a:pt x="78" y="16"/>
                    </a:lnTo>
                    <a:lnTo>
                      <a:pt x="78" y="16"/>
                    </a:lnTo>
                    <a:lnTo>
                      <a:pt x="82" y="16"/>
                    </a:lnTo>
                    <a:lnTo>
                      <a:pt x="82" y="16"/>
                    </a:lnTo>
                    <a:lnTo>
                      <a:pt x="82" y="16"/>
                    </a:lnTo>
                    <a:lnTo>
                      <a:pt x="82" y="16"/>
                    </a:lnTo>
                    <a:lnTo>
                      <a:pt x="82" y="16"/>
                    </a:lnTo>
                    <a:lnTo>
                      <a:pt x="82" y="20"/>
                    </a:lnTo>
                    <a:lnTo>
                      <a:pt x="82" y="24"/>
                    </a:lnTo>
                    <a:lnTo>
                      <a:pt x="78" y="24"/>
                    </a:lnTo>
                    <a:lnTo>
                      <a:pt x="82" y="24"/>
                    </a:lnTo>
                    <a:lnTo>
                      <a:pt x="82" y="24"/>
                    </a:lnTo>
                    <a:lnTo>
                      <a:pt x="82" y="24"/>
                    </a:lnTo>
                    <a:lnTo>
                      <a:pt x="82" y="24"/>
                    </a:lnTo>
                    <a:lnTo>
                      <a:pt x="82" y="24"/>
                    </a:lnTo>
                    <a:lnTo>
                      <a:pt x="86" y="24"/>
                    </a:lnTo>
                    <a:lnTo>
                      <a:pt x="86" y="26"/>
                    </a:lnTo>
                    <a:lnTo>
                      <a:pt x="86" y="26"/>
                    </a:lnTo>
                    <a:lnTo>
                      <a:pt x="86" y="26"/>
                    </a:lnTo>
                    <a:lnTo>
                      <a:pt x="82" y="26"/>
                    </a:lnTo>
                    <a:lnTo>
                      <a:pt x="82" y="26"/>
                    </a:lnTo>
                    <a:lnTo>
                      <a:pt x="78" y="26"/>
                    </a:lnTo>
                    <a:lnTo>
                      <a:pt x="78" y="26"/>
                    </a:lnTo>
                    <a:lnTo>
                      <a:pt x="78" y="30"/>
                    </a:lnTo>
                    <a:lnTo>
                      <a:pt x="78" y="30"/>
                    </a:lnTo>
                    <a:lnTo>
                      <a:pt x="74" y="30"/>
                    </a:lnTo>
                    <a:lnTo>
                      <a:pt x="74" y="30"/>
                    </a:lnTo>
                    <a:lnTo>
                      <a:pt x="74" y="30"/>
                    </a:lnTo>
                    <a:lnTo>
                      <a:pt x="70" y="34"/>
                    </a:lnTo>
                    <a:lnTo>
                      <a:pt x="70" y="34"/>
                    </a:lnTo>
                    <a:lnTo>
                      <a:pt x="70" y="34"/>
                    </a:lnTo>
                    <a:lnTo>
                      <a:pt x="70" y="34"/>
                    </a:lnTo>
                    <a:lnTo>
                      <a:pt x="70" y="34"/>
                    </a:lnTo>
                    <a:lnTo>
                      <a:pt x="70" y="38"/>
                    </a:lnTo>
                    <a:lnTo>
                      <a:pt x="70" y="38"/>
                    </a:lnTo>
                    <a:lnTo>
                      <a:pt x="70" y="38"/>
                    </a:lnTo>
                    <a:lnTo>
                      <a:pt x="70" y="42"/>
                    </a:lnTo>
                    <a:lnTo>
                      <a:pt x="70" y="42"/>
                    </a:lnTo>
                    <a:lnTo>
                      <a:pt x="70" y="42"/>
                    </a:lnTo>
                    <a:lnTo>
                      <a:pt x="68" y="42"/>
                    </a:lnTo>
                    <a:lnTo>
                      <a:pt x="68" y="46"/>
                    </a:lnTo>
                    <a:lnTo>
                      <a:pt x="68" y="46"/>
                    </a:lnTo>
                    <a:lnTo>
                      <a:pt x="68" y="46"/>
                    </a:lnTo>
                    <a:lnTo>
                      <a:pt x="68" y="46"/>
                    </a:lnTo>
                    <a:lnTo>
                      <a:pt x="68" y="46"/>
                    </a:lnTo>
                    <a:lnTo>
                      <a:pt x="68" y="46"/>
                    </a:lnTo>
                    <a:lnTo>
                      <a:pt x="70" y="46"/>
                    </a:lnTo>
                    <a:lnTo>
                      <a:pt x="70" y="50"/>
                    </a:lnTo>
                    <a:lnTo>
                      <a:pt x="70" y="50"/>
                    </a:lnTo>
                    <a:lnTo>
                      <a:pt x="70" y="50"/>
                    </a:lnTo>
                    <a:lnTo>
                      <a:pt x="68" y="50"/>
                    </a:lnTo>
                    <a:lnTo>
                      <a:pt x="68" y="50"/>
                    </a:lnTo>
                    <a:lnTo>
                      <a:pt x="68" y="50"/>
                    </a:lnTo>
                    <a:lnTo>
                      <a:pt x="68" y="50"/>
                    </a:lnTo>
                    <a:lnTo>
                      <a:pt x="68" y="50"/>
                    </a:lnTo>
                    <a:lnTo>
                      <a:pt x="68" y="46"/>
                    </a:lnTo>
                    <a:lnTo>
                      <a:pt x="68" y="46"/>
                    </a:lnTo>
                    <a:lnTo>
                      <a:pt x="68" y="46"/>
                    </a:lnTo>
                    <a:lnTo>
                      <a:pt x="64" y="46"/>
                    </a:lnTo>
                    <a:lnTo>
                      <a:pt x="64" y="50"/>
                    </a:lnTo>
                    <a:lnTo>
                      <a:pt x="64" y="50"/>
                    </a:lnTo>
                    <a:lnTo>
                      <a:pt x="64" y="50"/>
                    </a:lnTo>
                    <a:lnTo>
                      <a:pt x="64" y="50"/>
                    </a:lnTo>
                    <a:lnTo>
                      <a:pt x="64" y="50"/>
                    </a:lnTo>
                    <a:lnTo>
                      <a:pt x="60" y="50"/>
                    </a:lnTo>
                    <a:lnTo>
                      <a:pt x="60" y="50"/>
                    </a:lnTo>
                    <a:lnTo>
                      <a:pt x="60" y="50"/>
                    </a:lnTo>
                    <a:lnTo>
                      <a:pt x="60" y="50"/>
                    </a:lnTo>
                    <a:lnTo>
                      <a:pt x="60" y="50"/>
                    </a:lnTo>
                    <a:lnTo>
                      <a:pt x="60" y="50"/>
                    </a:lnTo>
                    <a:lnTo>
                      <a:pt x="56" y="50"/>
                    </a:lnTo>
                    <a:lnTo>
                      <a:pt x="56" y="50"/>
                    </a:lnTo>
                    <a:lnTo>
                      <a:pt x="56" y="52"/>
                    </a:lnTo>
                    <a:lnTo>
                      <a:pt x="56" y="52"/>
                    </a:lnTo>
                    <a:lnTo>
                      <a:pt x="56" y="52"/>
                    </a:lnTo>
                    <a:lnTo>
                      <a:pt x="56" y="52"/>
                    </a:lnTo>
                    <a:lnTo>
                      <a:pt x="56" y="52"/>
                    </a:lnTo>
                    <a:lnTo>
                      <a:pt x="56" y="52"/>
                    </a:lnTo>
                    <a:lnTo>
                      <a:pt x="52" y="52"/>
                    </a:lnTo>
                    <a:lnTo>
                      <a:pt x="52" y="52"/>
                    </a:lnTo>
                    <a:lnTo>
                      <a:pt x="52" y="52"/>
                    </a:lnTo>
                    <a:lnTo>
                      <a:pt x="52" y="56"/>
                    </a:lnTo>
                    <a:lnTo>
                      <a:pt x="48" y="56"/>
                    </a:lnTo>
                    <a:lnTo>
                      <a:pt x="48" y="52"/>
                    </a:lnTo>
                    <a:lnTo>
                      <a:pt x="48" y="52"/>
                    </a:lnTo>
                    <a:lnTo>
                      <a:pt x="48" y="52"/>
                    </a:lnTo>
                    <a:lnTo>
                      <a:pt x="48" y="52"/>
                    </a:lnTo>
                    <a:lnTo>
                      <a:pt x="48" y="52"/>
                    </a:lnTo>
                    <a:lnTo>
                      <a:pt x="48" y="52"/>
                    </a:lnTo>
                    <a:lnTo>
                      <a:pt x="44" y="52"/>
                    </a:lnTo>
                    <a:lnTo>
                      <a:pt x="44" y="52"/>
                    </a:lnTo>
                    <a:lnTo>
                      <a:pt x="44" y="52"/>
                    </a:lnTo>
                    <a:lnTo>
                      <a:pt x="44" y="52"/>
                    </a:lnTo>
                    <a:lnTo>
                      <a:pt x="42" y="52"/>
                    </a:lnTo>
                    <a:lnTo>
                      <a:pt x="42" y="52"/>
                    </a:lnTo>
                    <a:lnTo>
                      <a:pt x="42" y="52"/>
                    </a:lnTo>
                    <a:lnTo>
                      <a:pt x="38" y="52"/>
                    </a:lnTo>
                    <a:lnTo>
                      <a:pt x="38" y="52"/>
                    </a:lnTo>
                    <a:lnTo>
                      <a:pt x="38" y="52"/>
                    </a:lnTo>
                    <a:lnTo>
                      <a:pt x="38" y="52"/>
                    </a:lnTo>
                    <a:lnTo>
                      <a:pt x="38" y="52"/>
                    </a:lnTo>
                    <a:lnTo>
                      <a:pt x="38" y="52"/>
                    </a:lnTo>
                    <a:close/>
                    <a:moveTo>
                      <a:pt x="4" y="26"/>
                    </a:moveTo>
                    <a:lnTo>
                      <a:pt x="0" y="26"/>
                    </a:lnTo>
                    <a:lnTo>
                      <a:pt x="4" y="24"/>
                    </a:lnTo>
                    <a:lnTo>
                      <a:pt x="4" y="24"/>
                    </a:lnTo>
                    <a:lnTo>
                      <a:pt x="4" y="24"/>
                    </a:lnTo>
                    <a:lnTo>
                      <a:pt x="4" y="24"/>
                    </a:lnTo>
                    <a:lnTo>
                      <a:pt x="4" y="20"/>
                    </a:lnTo>
                    <a:lnTo>
                      <a:pt x="4" y="20"/>
                    </a:lnTo>
                    <a:lnTo>
                      <a:pt x="4" y="20"/>
                    </a:lnTo>
                    <a:lnTo>
                      <a:pt x="4" y="16"/>
                    </a:lnTo>
                    <a:lnTo>
                      <a:pt x="4" y="16"/>
                    </a:lnTo>
                    <a:lnTo>
                      <a:pt x="4" y="16"/>
                    </a:lnTo>
                    <a:lnTo>
                      <a:pt x="4" y="16"/>
                    </a:lnTo>
                    <a:lnTo>
                      <a:pt x="4" y="20"/>
                    </a:lnTo>
                    <a:lnTo>
                      <a:pt x="4" y="20"/>
                    </a:lnTo>
                    <a:lnTo>
                      <a:pt x="4" y="24"/>
                    </a:lnTo>
                    <a:lnTo>
                      <a:pt x="4" y="24"/>
                    </a:lnTo>
                    <a:lnTo>
                      <a:pt x="4" y="26"/>
                    </a:lnTo>
                    <a:lnTo>
                      <a:pt x="4" y="26"/>
                    </a:lnTo>
                    <a:lnTo>
                      <a:pt x="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8" name="Freeform 112"/>
              <p:cNvSpPr>
                <a:spLocks/>
              </p:cNvSpPr>
              <p:nvPr/>
            </p:nvSpPr>
            <p:spPr bwMode="gray">
              <a:xfrm>
                <a:off x="4942573" y="2930007"/>
                <a:ext cx="17393" cy="24350"/>
              </a:xfrm>
              <a:custGeom>
                <a:avLst/>
                <a:gdLst>
                  <a:gd name="T0" fmla="*/ 6 w 10"/>
                  <a:gd name="T1" fmla="*/ 10 h 14"/>
                  <a:gd name="T2" fmla="*/ 6 w 10"/>
                  <a:gd name="T3" fmla="*/ 14 h 14"/>
                  <a:gd name="T4" fmla="*/ 6 w 10"/>
                  <a:gd name="T5" fmla="*/ 14 h 14"/>
                  <a:gd name="T6" fmla="*/ 6 w 10"/>
                  <a:gd name="T7" fmla="*/ 14 h 14"/>
                  <a:gd name="T8" fmla="*/ 6 w 10"/>
                  <a:gd name="T9" fmla="*/ 14 h 14"/>
                  <a:gd name="T10" fmla="*/ 6 w 10"/>
                  <a:gd name="T11" fmla="*/ 10 h 14"/>
                  <a:gd name="T12" fmla="*/ 6 w 10"/>
                  <a:gd name="T13" fmla="*/ 10 h 14"/>
                  <a:gd name="T14" fmla="*/ 4 w 10"/>
                  <a:gd name="T15" fmla="*/ 10 h 14"/>
                  <a:gd name="T16" fmla="*/ 4 w 10"/>
                  <a:gd name="T17" fmla="*/ 14 h 14"/>
                  <a:gd name="T18" fmla="*/ 4 w 10"/>
                  <a:gd name="T19" fmla="*/ 14 h 14"/>
                  <a:gd name="T20" fmla="*/ 4 w 10"/>
                  <a:gd name="T21" fmla="*/ 14 h 14"/>
                  <a:gd name="T22" fmla="*/ 0 w 10"/>
                  <a:gd name="T23" fmla="*/ 14 h 14"/>
                  <a:gd name="T24" fmla="*/ 0 w 10"/>
                  <a:gd name="T25" fmla="*/ 10 h 14"/>
                  <a:gd name="T26" fmla="*/ 0 w 10"/>
                  <a:gd name="T27" fmla="*/ 10 h 14"/>
                  <a:gd name="T28" fmla="*/ 0 w 10"/>
                  <a:gd name="T29" fmla="*/ 10 h 14"/>
                  <a:gd name="T30" fmla="*/ 0 w 10"/>
                  <a:gd name="T31" fmla="*/ 10 h 14"/>
                  <a:gd name="T32" fmla="*/ 0 w 10"/>
                  <a:gd name="T33" fmla="*/ 10 h 14"/>
                  <a:gd name="T34" fmla="*/ 0 w 10"/>
                  <a:gd name="T35" fmla="*/ 10 h 14"/>
                  <a:gd name="T36" fmla="*/ 0 w 10"/>
                  <a:gd name="T37" fmla="*/ 10 h 14"/>
                  <a:gd name="T38" fmla="*/ 0 w 10"/>
                  <a:gd name="T39" fmla="*/ 6 h 14"/>
                  <a:gd name="T40" fmla="*/ 0 w 10"/>
                  <a:gd name="T41" fmla="*/ 6 h 14"/>
                  <a:gd name="T42" fmla="*/ 0 w 10"/>
                  <a:gd name="T43" fmla="*/ 6 h 14"/>
                  <a:gd name="T44" fmla="*/ 0 w 10"/>
                  <a:gd name="T45" fmla="*/ 6 h 14"/>
                  <a:gd name="T46" fmla="*/ 0 w 10"/>
                  <a:gd name="T47" fmla="*/ 6 h 14"/>
                  <a:gd name="T48" fmla="*/ 0 w 10"/>
                  <a:gd name="T49" fmla="*/ 2 h 14"/>
                  <a:gd name="T50" fmla="*/ 0 w 10"/>
                  <a:gd name="T51" fmla="*/ 2 h 14"/>
                  <a:gd name="T52" fmla="*/ 0 w 10"/>
                  <a:gd name="T53" fmla="*/ 2 h 14"/>
                  <a:gd name="T54" fmla="*/ 0 w 10"/>
                  <a:gd name="T55" fmla="*/ 0 h 14"/>
                  <a:gd name="T56" fmla="*/ 0 w 10"/>
                  <a:gd name="T57" fmla="*/ 0 h 14"/>
                  <a:gd name="T58" fmla="*/ 4 w 10"/>
                  <a:gd name="T59" fmla="*/ 0 h 14"/>
                  <a:gd name="T60" fmla="*/ 4 w 10"/>
                  <a:gd name="T61" fmla="*/ 0 h 14"/>
                  <a:gd name="T62" fmla="*/ 4 w 10"/>
                  <a:gd name="T63" fmla="*/ 0 h 14"/>
                  <a:gd name="T64" fmla="*/ 4 w 10"/>
                  <a:gd name="T65" fmla="*/ 0 h 14"/>
                  <a:gd name="T66" fmla="*/ 4 w 10"/>
                  <a:gd name="T67" fmla="*/ 0 h 14"/>
                  <a:gd name="T68" fmla="*/ 4 w 10"/>
                  <a:gd name="T69" fmla="*/ 0 h 14"/>
                  <a:gd name="T70" fmla="*/ 4 w 10"/>
                  <a:gd name="T71" fmla="*/ 0 h 14"/>
                  <a:gd name="T72" fmla="*/ 4 w 10"/>
                  <a:gd name="T73" fmla="*/ 0 h 14"/>
                  <a:gd name="T74" fmla="*/ 4 w 10"/>
                  <a:gd name="T75" fmla="*/ 0 h 14"/>
                  <a:gd name="T76" fmla="*/ 4 w 10"/>
                  <a:gd name="T77" fmla="*/ 2 h 14"/>
                  <a:gd name="T78" fmla="*/ 4 w 10"/>
                  <a:gd name="T79" fmla="*/ 2 h 14"/>
                  <a:gd name="T80" fmla="*/ 4 w 10"/>
                  <a:gd name="T81" fmla="*/ 2 h 14"/>
                  <a:gd name="T82" fmla="*/ 6 w 10"/>
                  <a:gd name="T83" fmla="*/ 2 h 14"/>
                  <a:gd name="T84" fmla="*/ 6 w 10"/>
                  <a:gd name="T85" fmla="*/ 2 h 14"/>
                  <a:gd name="T86" fmla="*/ 6 w 10"/>
                  <a:gd name="T87" fmla="*/ 6 h 14"/>
                  <a:gd name="T88" fmla="*/ 6 w 10"/>
                  <a:gd name="T89" fmla="*/ 6 h 14"/>
                  <a:gd name="T90" fmla="*/ 6 w 10"/>
                  <a:gd name="T91" fmla="*/ 6 h 14"/>
                  <a:gd name="T92" fmla="*/ 6 w 10"/>
                  <a:gd name="T93" fmla="*/ 6 h 14"/>
                  <a:gd name="T94" fmla="*/ 10 w 10"/>
                  <a:gd name="T95" fmla="*/ 6 h 14"/>
                  <a:gd name="T96" fmla="*/ 10 w 10"/>
                  <a:gd name="T97" fmla="*/ 6 h 14"/>
                  <a:gd name="T98" fmla="*/ 10 w 10"/>
                  <a:gd name="T99" fmla="*/ 6 h 14"/>
                  <a:gd name="T100" fmla="*/ 10 w 10"/>
                  <a:gd name="T101" fmla="*/ 6 h 14"/>
                  <a:gd name="T102" fmla="*/ 6 w 10"/>
                  <a:gd name="T103" fmla="*/ 10 h 14"/>
                  <a:gd name="T104" fmla="*/ 6 w 10"/>
                  <a:gd name="T105" fmla="*/ 10 h 14"/>
                  <a:gd name="T106" fmla="*/ 6 w 10"/>
                  <a:gd name="T107" fmla="*/ 10 h 14"/>
                  <a:gd name="T108" fmla="*/ 6 w 10"/>
                  <a:gd name="T109" fmla="*/ 1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0" h="14">
                    <a:moveTo>
                      <a:pt x="6" y="10"/>
                    </a:moveTo>
                    <a:lnTo>
                      <a:pt x="6" y="14"/>
                    </a:lnTo>
                    <a:lnTo>
                      <a:pt x="6" y="14"/>
                    </a:lnTo>
                    <a:lnTo>
                      <a:pt x="6" y="14"/>
                    </a:lnTo>
                    <a:lnTo>
                      <a:pt x="6" y="14"/>
                    </a:lnTo>
                    <a:lnTo>
                      <a:pt x="6" y="10"/>
                    </a:lnTo>
                    <a:lnTo>
                      <a:pt x="6" y="10"/>
                    </a:lnTo>
                    <a:lnTo>
                      <a:pt x="4" y="10"/>
                    </a:lnTo>
                    <a:lnTo>
                      <a:pt x="4" y="14"/>
                    </a:lnTo>
                    <a:lnTo>
                      <a:pt x="4" y="14"/>
                    </a:lnTo>
                    <a:lnTo>
                      <a:pt x="4" y="14"/>
                    </a:lnTo>
                    <a:lnTo>
                      <a:pt x="0" y="14"/>
                    </a:lnTo>
                    <a:lnTo>
                      <a:pt x="0" y="10"/>
                    </a:lnTo>
                    <a:lnTo>
                      <a:pt x="0" y="10"/>
                    </a:lnTo>
                    <a:lnTo>
                      <a:pt x="0" y="10"/>
                    </a:lnTo>
                    <a:lnTo>
                      <a:pt x="0" y="10"/>
                    </a:lnTo>
                    <a:lnTo>
                      <a:pt x="0" y="10"/>
                    </a:lnTo>
                    <a:lnTo>
                      <a:pt x="0" y="10"/>
                    </a:lnTo>
                    <a:lnTo>
                      <a:pt x="0" y="10"/>
                    </a:lnTo>
                    <a:lnTo>
                      <a:pt x="0" y="6"/>
                    </a:lnTo>
                    <a:lnTo>
                      <a:pt x="0" y="6"/>
                    </a:lnTo>
                    <a:lnTo>
                      <a:pt x="0" y="6"/>
                    </a:lnTo>
                    <a:lnTo>
                      <a:pt x="0" y="6"/>
                    </a:lnTo>
                    <a:lnTo>
                      <a:pt x="0" y="6"/>
                    </a:lnTo>
                    <a:lnTo>
                      <a:pt x="0" y="2"/>
                    </a:lnTo>
                    <a:lnTo>
                      <a:pt x="0" y="2"/>
                    </a:lnTo>
                    <a:lnTo>
                      <a:pt x="0" y="2"/>
                    </a:lnTo>
                    <a:lnTo>
                      <a:pt x="0" y="0"/>
                    </a:lnTo>
                    <a:lnTo>
                      <a:pt x="0" y="0"/>
                    </a:lnTo>
                    <a:lnTo>
                      <a:pt x="4" y="0"/>
                    </a:lnTo>
                    <a:lnTo>
                      <a:pt x="4" y="0"/>
                    </a:lnTo>
                    <a:lnTo>
                      <a:pt x="4" y="0"/>
                    </a:lnTo>
                    <a:lnTo>
                      <a:pt x="4" y="0"/>
                    </a:lnTo>
                    <a:lnTo>
                      <a:pt x="4" y="0"/>
                    </a:lnTo>
                    <a:lnTo>
                      <a:pt x="4" y="0"/>
                    </a:lnTo>
                    <a:lnTo>
                      <a:pt x="4" y="0"/>
                    </a:lnTo>
                    <a:lnTo>
                      <a:pt x="4" y="0"/>
                    </a:lnTo>
                    <a:lnTo>
                      <a:pt x="4" y="0"/>
                    </a:lnTo>
                    <a:lnTo>
                      <a:pt x="4" y="2"/>
                    </a:lnTo>
                    <a:lnTo>
                      <a:pt x="4" y="2"/>
                    </a:lnTo>
                    <a:lnTo>
                      <a:pt x="4" y="2"/>
                    </a:lnTo>
                    <a:lnTo>
                      <a:pt x="6" y="2"/>
                    </a:lnTo>
                    <a:lnTo>
                      <a:pt x="6" y="2"/>
                    </a:lnTo>
                    <a:lnTo>
                      <a:pt x="6" y="6"/>
                    </a:lnTo>
                    <a:lnTo>
                      <a:pt x="6" y="6"/>
                    </a:lnTo>
                    <a:lnTo>
                      <a:pt x="6" y="6"/>
                    </a:lnTo>
                    <a:lnTo>
                      <a:pt x="6" y="6"/>
                    </a:lnTo>
                    <a:lnTo>
                      <a:pt x="10" y="6"/>
                    </a:lnTo>
                    <a:lnTo>
                      <a:pt x="10" y="6"/>
                    </a:lnTo>
                    <a:lnTo>
                      <a:pt x="10" y="6"/>
                    </a:lnTo>
                    <a:lnTo>
                      <a:pt x="10" y="6"/>
                    </a:lnTo>
                    <a:lnTo>
                      <a:pt x="6" y="10"/>
                    </a:lnTo>
                    <a:lnTo>
                      <a:pt x="6" y="10"/>
                    </a:lnTo>
                    <a:lnTo>
                      <a:pt x="6" y="10"/>
                    </a:lnTo>
                    <a:lnTo>
                      <a:pt x="6"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9" name="Freeform 113"/>
              <p:cNvSpPr>
                <a:spLocks/>
              </p:cNvSpPr>
              <p:nvPr/>
            </p:nvSpPr>
            <p:spPr bwMode="gray">
              <a:xfrm>
                <a:off x="5304341" y="3197852"/>
                <a:ext cx="59135" cy="52178"/>
              </a:xfrm>
              <a:custGeom>
                <a:avLst/>
                <a:gdLst>
                  <a:gd name="T0" fmla="*/ 0 w 34"/>
                  <a:gd name="T1" fmla="*/ 12 h 30"/>
                  <a:gd name="T2" fmla="*/ 4 w 34"/>
                  <a:gd name="T3" fmla="*/ 12 h 30"/>
                  <a:gd name="T4" fmla="*/ 4 w 34"/>
                  <a:gd name="T5" fmla="*/ 8 h 30"/>
                  <a:gd name="T6" fmla="*/ 4 w 34"/>
                  <a:gd name="T7" fmla="*/ 8 h 30"/>
                  <a:gd name="T8" fmla="*/ 4 w 34"/>
                  <a:gd name="T9" fmla="*/ 4 h 30"/>
                  <a:gd name="T10" fmla="*/ 8 w 34"/>
                  <a:gd name="T11" fmla="*/ 4 h 30"/>
                  <a:gd name="T12" fmla="*/ 12 w 34"/>
                  <a:gd name="T13" fmla="*/ 4 h 30"/>
                  <a:gd name="T14" fmla="*/ 12 w 34"/>
                  <a:gd name="T15" fmla="*/ 4 h 30"/>
                  <a:gd name="T16" fmla="*/ 16 w 34"/>
                  <a:gd name="T17" fmla="*/ 4 h 30"/>
                  <a:gd name="T18" fmla="*/ 16 w 34"/>
                  <a:gd name="T19" fmla="*/ 4 h 30"/>
                  <a:gd name="T20" fmla="*/ 20 w 34"/>
                  <a:gd name="T21" fmla="*/ 0 h 30"/>
                  <a:gd name="T22" fmla="*/ 22 w 34"/>
                  <a:gd name="T23" fmla="*/ 0 h 30"/>
                  <a:gd name="T24" fmla="*/ 22 w 34"/>
                  <a:gd name="T25" fmla="*/ 0 h 30"/>
                  <a:gd name="T26" fmla="*/ 26 w 34"/>
                  <a:gd name="T27" fmla="*/ 0 h 30"/>
                  <a:gd name="T28" fmla="*/ 26 w 34"/>
                  <a:gd name="T29" fmla="*/ 4 h 30"/>
                  <a:gd name="T30" fmla="*/ 30 w 34"/>
                  <a:gd name="T31" fmla="*/ 4 h 30"/>
                  <a:gd name="T32" fmla="*/ 34 w 34"/>
                  <a:gd name="T33" fmla="*/ 8 h 30"/>
                  <a:gd name="T34" fmla="*/ 34 w 34"/>
                  <a:gd name="T35" fmla="*/ 12 h 30"/>
                  <a:gd name="T36" fmla="*/ 34 w 34"/>
                  <a:gd name="T37" fmla="*/ 12 h 30"/>
                  <a:gd name="T38" fmla="*/ 34 w 34"/>
                  <a:gd name="T39" fmla="*/ 12 h 30"/>
                  <a:gd name="T40" fmla="*/ 34 w 34"/>
                  <a:gd name="T41" fmla="*/ 16 h 30"/>
                  <a:gd name="T42" fmla="*/ 34 w 34"/>
                  <a:gd name="T43" fmla="*/ 16 h 30"/>
                  <a:gd name="T44" fmla="*/ 34 w 34"/>
                  <a:gd name="T45" fmla="*/ 20 h 30"/>
                  <a:gd name="T46" fmla="*/ 34 w 34"/>
                  <a:gd name="T47" fmla="*/ 20 h 30"/>
                  <a:gd name="T48" fmla="*/ 34 w 34"/>
                  <a:gd name="T49" fmla="*/ 20 h 30"/>
                  <a:gd name="T50" fmla="*/ 30 w 34"/>
                  <a:gd name="T51" fmla="*/ 24 h 30"/>
                  <a:gd name="T52" fmla="*/ 30 w 34"/>
                  <a:gd name="T53" fmla="*/ 24 h 30"/>
                  <a:gd name="T54" fmla="*/ 30 w 34"/>
                  <a:gd name="T55" fmla="*/ 26 h 30"/>
                  <a:gd name="T56" fmla="*/ 26 w 34"/>
                  <a:gd name="T57" fmla="*/ 26 h 30"/>
                  <a:gd name="T58" fmla="*/ 26 w 34"/>
                  <a:gd name="T59" fmla="*/ 24 h 30"/>
                  <a:gd name="T60" fmla="*/ 22 w 34"/>
                  <a:gd name="T61" fmla="*/ 24 h 30"/>
                  <a:gd name="T62" fmla="*/ 20 w 34"/>
                  <a:gd name="T63" fmla="*/ 26 h 30"/>
                  <a:gd name="T64" fmla="*/ 20 w 34"/>
                  <a:gd name="T65" fmla="*/ 30 h 30"/>
                  <a:gd name="T66" fmla="*/ 16 w 34"/>
                  <a:gd name="T67" fmla="*/ 30 h 30"/>
                  <a:gd name="T68" fmla="*/ 16 w 34"/>
                  <a:gd name="T69" fmla="*/ 30 h 30"/>
                  <a:gd name="T70" fmla="*/ 12 w 34"/>
                  <a:gd name="T71" fmla="*/ 30 h 30"/>
                  <a:gd name="T72" fmla="*/ 12 w 34"/>
                  <a:gd name="T73" fmla="*/ 30 h 30"/>
                  <a:gd name="T74" fmla="*/ 8 w 34"/>
                  <a:gd name="T75" fmla="*/ 30 h 30"/>
                  <a:gd name="T76" fmla="*/ 8 w 34"/>
                  <a:gd name="T77" fmla="*/ 30 h 30"/>
                  <a:gd name="T78" fmla="*/ 4 w 34"/>
                  <a:gd name="T79" fmla="*/ 30 h 30"/>
                  <a:gd name="T80" fmla="*/ 4 w 34"/>
                  <a:gd name="T81" fmla="*/ 30 h 30"/>
                  <a:gd name="T82" fmla="*/ 4 w 34"/>
                  <a:gd name="T83" fmla="*/ 30 h 30"/>
                  <a:gd name="T84" fmla="*/ 0 w 34"/>
                  <a:gd name="T85" fmla="*/ 26 h 30"/>
                  <a:gd name="T86" fmla="*/ 0 w 34"/>
                  <a:gd name="T87" fmla="*/ 24 h 30"/>
                  <a:gd name="T88" fmla="*/ 0 w 34"/>
                  <a:gd name="T89" fmla="*/ 20 h 30"/>
                  <a:gd name="T90" fmla="*/ 0 w 34"/>
                  <a:gd name="T91" fmla="*/ 20 h 30"/>
                  <a:gd name="T92" fmla="*/ 0 w 34"/>
                  <a:gd name="T93" fmla="*/ 20 h 30"/>
                  <a:gd name="T94" fmla="*/ 0 w 34"/>
                  <a:gd name="T95" fmla="*/ 20 h 30"/>
                  <a:gd name="T96" fmla="*/ 0 w 34"/>
                  <a:gd name="T97" fmla="*/ 16 h 30"/>
                  <a:gd name="T98" fmla="*/ 0 w 34"/>
                  <a:gd name="T99" fmla="*/ 12 h 30"/>
                  <a:gd name="T100" fmla="*/ 0 w 34"/>
                  <a:gd name="T101" fmla="*/ 12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 h="30">
                    <a:moveTo>
                      <a:pt x="0" y="12"/>
                    </a:moveTo>
                    <a:lnTo>
                      <a:pt x="0" y="12"/>
                    </a:lnTo>
                    <a:lnTo>
                      <a:pt x="0" y="12"/>
                    </a:lnTo>
                    <a:lnTo>
                      <a:pt x="4" y="12"/>
                    </a:lnTo>
                    <a:lnTo>
                      <a:pt x="4" y="12"/>
                    </a:lnTo>
                    <a:lnTo>
                      <a:pt x="4" y="8"/>
                    </a:lnTo>
                    <a:lnTo>
                      <a:pt x="4" y="8"/>
                    </a:lnTo>
                    <a:lnTo>
                      <a:pt x="4" y="8"/>
                    </a:lnTo>
                    <a:lnTo>
                      <a:pt x="4" y="8"/>
                    </a:lnTo>
                    <a:lnTo>
                      <a:pt x="4" y="4"/>
                    </a:lnTo>
                    <a:lnTo>
                      <a:pt x="8" y="4"/>
                    </a:lnTo>
                    <a:lnTo>
                      <a:pt x="8" y="4"/>
                    </a:lnTo>
                    <a:lnTo>
                      <a:pt x="12" y="4"/>
                    </a:lnTo>
                    <a:lnTo>
                      <a:pt x="12" y="4"/>
                    </a:lnTo>
                    <a:lnTo>
                      <a:pt x="12" y="4"/>
                    </a:lnTo>
                    <a:lnTo>
                      <a:pt x="12" y="4"/>
                    </a:lnTo>
                    <a:lnTo>
                      <a:pt x="16" y="4"/>
                    </a:lnTo>
                    <a:lnTo>
                      <a:pt x="16" y="4"/>
                    </a:lnTo>
                    <a:lnTo>
                      <a:pt x="16" y="4"/>
                    </a:lnTo>
                    <a:lnTo>
                      <a:pt x="16" y="4"/>
                    </a:lnTo>
                    <a:lnTo>
                      <a:pt x="20" y="4"/>
                    </a:lnTo>
                    <a:lnTo>
                      <a:pt x="20" y="0"/>
                    </a:lnTo>
                    <a:lnTo>
                      <a:pt x="20" y="0"/>
                    </a:lnTo>
                    <a:lnTo>
                      <a:pt x="22" y="0"/>
                    </a:lnTo>
                    <a:lnTo>
                      <a:pt x="22" y="0"/>
                    </a:lnTo>
                    <a:lnTo>
                      <a:pt x="22" y="0"/>
                    </a:lnTo>
                    <a:lnTo>
                      <a:pt x="22" y="0"/>
                    </a:lnTo>
                    <a:lnTo>
                      <a:pt x="26" y="0"/>
                    </a:lnTo>
                    <a:lnTo>
                      <a:pt x="26" y="0"/>
                    </a:lnTo>
                    <a:lnTo>
                      <a:pt x="26" y="4"/>
                    </a:lnTo>
                    <a:lnTo>
                      <a:pt x="26" y="4"/>
                    </a:lnTo>
                    <a:lnTo>
                      <a:pt x="30" y="4"/>
                    </a:lnTo>
                    <a:lnTo>
                      <a:pt x="30" y="8"/>
                    </a:lnTo>
                    <a:lnTo>
                      <a:pt x="34" y="8"/>
                    </a:lnTo>
                    <a:lnTo>
                      <a:pt x="34" y="8"/>
                    </a:lnTo>
                    <a:lnTo>
                      <a:pt x="34" y="12"/>
                    </a:lnTo>
                    <a:lnTo>
                      <a:pt x="34" y="12"/>
                    </a:lnTo>
                    <a:lnTo>
                      <a:pt x="34" y="12"/>
                    </a:lnTo>
                    <a:lnTo>
                      <a:pt x="34" y="12"/>
                    </a:lnTo>
                    <a:lnTo>
                      <a:pt x="34" y="12"/>
                    </a:lnTo>
                    <a:lnTo>
                      <a:pt x="34" y="16"/>
                    </a:lnTo>
                    <a:lnTo>
                      <a:pt x="34" y="16"/>
                    </a:lnTo>
                    <a:lnTo>
                      <a:pt x="34" y="16"/>
                    </a:lnTo>
                    <a:lnTo>
                      <a:pt x="34" y="16"/>
                    </a:lnTo>
                    <a:lnTo>
                      <a:pt x="34" y="20"/>
                    </a:lnTo>
                    <a:lnTo>
                      <a:pt x="34" y="20"/>
                    </a:lnTo>
                    <a:lnTo>
                      <a:pt x="34" y="20"/>
                    </a:lnTo>
                    <a:lnTo>
                      <a:pt x="34" y="20"/>
                    </a:lnTo>
                    <a:lnTo>
                      <a:pt x="34" y="20"/>
                    </a:lnTo>
                    <a:lnTo>
                      <a:pt x="34" y="20"/>
                    </a:lnTo>
                    <a:lnTo>
                      <a:pt x="30" y="24"/>
                    </a:lnTo>
                    <a:lnTo>
                      <a:pt x="30" y="24"/>
                    </a:lnTo>
                    <a:lnTo>
                      <a:pt x="30" y="24"/>
                    </a:lnTo>
                    <a:lnTo>
                      <a:pt x="30" y="24"/>
                    </a:lnTo>
                    <a:lnTo>
                      <a:pt x="30" y="24"/>
                    </a:lnTo>
                    <a:lnTo>
                      <a:pt x="30" y="26"/>
                    </a:lnTo>
                    <a:lnTo>
                      <a:pt x="26" y="26"/>
                    </a:lnTo>
                    <a:lnTo>
                      <a:pt x="26" y="26"/>
                    </a:lnTo>
                    <a:lnTo>
                      <a:pt x="26" y="26"/>
                    </a:lnTo>
                    <a:lnTo>
                      <a:pt x="26" y="24"/>
                    </a:lnTo>
                    <a:lnTo>
                      <a:pt x="22" y="24"/>
                    </a:lnTo>
                    <a:lnTo>
                      <a:pt x="22" y="24"/>
                    </a:lnTo>
                    <a:lnTo>
                      <a:pt x="20" y="26"/>
                    </a:lnTo>
                    <a:lnTo>
                      <a:pt x="20" y="26"/>
                    </a:lnTo>
                    <a:lnTo>
                      <a:pt x="20" y="26"/>
                    </a:lnTo>
                    <a:lnTo>
                      <a:pt x="20" y="30"/>
                    </a:lnTo>
                    <a:lnTo>
                      <a:pt x="16" y="30"/>
                    </a:lnTo>
                    <a:lnTo>
                      <a:pt x="16" y="30"/>
                    </a:lnTo>
                    <a:lnTo>
                      <a:pt x="16" y="30"/>
                    </a:lnTo>
                    <a:lnTo>
                      <a:pt x="16" y="30"/>
                    </a:lnTo>
                    <a:lnTo>
                      <a:pt x="12" y="30"/>
                    </a:lnTo>
                    <a:lnTo>
                      <a:pt x="12" y="30"/>
                    </a:lnTo>
                    <a:lnTo>
                      <a:pt x="12" y="30"/>
                    </a:lnTo>
                    <a:lnTo>
                      <a:pt x="12" y="30"/>
                    </a:lnTo>
                    <a:lnTo>
                      <a:pt x="8" y="30"/>
                    </a:lnTo>
                    <a:lnTo>
                      <a:pt x="8" y="30"/>
                    </a:lnTo>
                    <a:lnTo>
                      <a:pt x="8" y="30"/>
                    </a:lnTo>
                    <a:lnTo>
                      <a:pt x="8" y="30"/>
                    </a:lnTo>
                    <a:lnTo>
                      <a:pt x="8" y="30"/>
                    </a:lnTo>
                    <a:lnTo>
                      <a:pt x="4" y="30"/>
                    </a:lnTo>
                    <a:lnTo>
                      <a:pt x="4" y="30"/>
                    </a:lnTo>
                    <a:lnTo>
                      <a:pt x="4" y="30"/>
                    </a:lnTo>
                    <a:lnTo>
                      <a:pt x="4" y="30"/>
                    </a:lnTo>
                    <a:lnTo>
                      <a:pt x="4" y="30"/>
                    </a:lnTo>
                    <a:lnTo>
                      <a:pt x="0" y="26"/>
                    </a:lnTo>
                    <a:lnTo>
                      <a:pt x="0" y="26"/>
                    </a:lnTo>
                    <a:lnTo>
                      <a:pt x="0" y="24"/>
                    </a:lnTo>
                    <a:lnTo>
                      <a:pt x="0" y="24"/>
                    </a:lnTo>
                    <a:lnTo>
                      <a:pt x="0" y="24"/>
                    </a:lnTo>
                    <a:lnTo>
                      <a:pt x="0" y="20"/>
                    </a:lnTo>
                    <a:lnTo>
                      <a:pt x="0" y="20"/>
                    </a:lnTo>
                    <a:lnTo>
                      <a:pt x="0" y="20"/>
                    </a:lnTo>
                    <a:lnTo>
                      <a:pt x="0" y="20"/>
                    </a:lnTo>
                    <a:lnTo>
                      <a:pt x="0" y="20"/>
                    </a:lnTo>
                    <a:lnTo>
                      <a:pt x="0" y="20"/>
                    </a:lnTo>
                    <a:lnTo>
                      <a:pt x="0" y="20"/>
                    </a:lnTo>
                    <a:lnTo>
                      <a:pt x="0" y="16"/>
                    </a:lnTo>
                    <a:lnTo>
                      <a:pt x="0" y="16"/>
                    </a:lnTo>
                    <a:lnTo>
                      <a:pt x="0" y="12"/>
                    </a:lnTo>
                    <a:lnTo>
                      <a:pt x="0" y="12"/>
                    </a:lnTo>
                    <a:lnTo>
                      <a:pt x="0" y="12"/>
                    </a:lnTo>
                    <a:lnTo>
                      <a:pt x="0" y="12"/>
                    </a:lnTo>
                    <a:lnTo>
                      <a:pt x="0"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0" name="Freeform 114"/>
              <p:cNvSpPr>
                <a:spLocks/>
              </p:cNvSpPr>
              <p:nvPr/>
            </p:nvSpPr>
            <p:spPr bwMode="gray">
              <a:xfrm>
                <a:off x="5453918" y="2985664"/>
                <a:ext cx="83485" cy="111313"/>
              </a:xfrm>
              <a:custGeom>
                <a:avLst/>
                <a:gdLst>
                  <a:gd name="T0" fmla="*/ 22 w 48"/>
                  <a:gd name="T1" fmla="*/ 42 h 64"/>
                  <a:gd name="T2" fmla="*/ 22 w 48"/>
                  <a:gd name="T3" fmla="*/ 38 h 64"/>
                  <a:gd name="T4" fmla="*/ 22 w 48"/>
                  <a:gd name="T5" fmla="*/ 34 h 64"/>
                  <a:gd name="T6" fmla="*/ 20 w 48"/>
                  <a:gd name="T7" fmla="*/ 30 h 64"/>
                  <a:gd name="T8" fmla="*/ 16 w 48"/>
                  <a:gd name="T9" fmla="*/ 26 h 64"/>
                  <a:gd name="T10" fmla="*/ 16 w 48"/>
                  <a:gd name="T11" fmla="*/ 24 h 64"/>
                  <a:gd name="T12" fmla="*/ 12 w 48"/>
                  <a:gd name="T13" fmla="*/ 20 h 64"/>
                  <a:gd name="T14" fmla="*/ 8 w 48"/>
                  <a:gd name="T15" fmla="*/ 16 h 64"/>
                  <a:gd name="T16" fmla="*/ 4 w 48"/>
                  <a:gd name="T17" fmla="*/ 8 h 64"/>
                  <a:gd name="T18" fmla="*/ 0 w 48"/>
                  <a:gd name="T19" fmla="*/ 4 h 64"/>
                  <a:gd name="T20" fmla="*/ 4 w 48"/>
                  <a:gd name="T21" fmla="*/ 4 h 64"/>
                  <a:gd name="T22" fmla="*/ 16 w 48"/>
                  <a:gd name="T23" fmla="*/ 0 h 64"/>
                  <a:gd name="T24" fmla="*/ 20 w 48"/>
                  <a:gd name="T25" fmla="*/ 4 h 64"/>
                  <a:gd name="T26" fmla="*/ 20 w 48"/>
                  <a:gd name="T27" fmla="*/ 4 h 64"/>
                  <a:gd name="T28" fmla="*/ 22 w 48"/>
                  <a:gd name="T29" fmla="*/ 8 h 64"/>
                  <a:gd name="T30" fmla="*/ 26 w 48"/>
                  <a:gd name="T31" fmla="*/ 4 h 64"/>
                  <a:gd name="T32" fmla="*/ 26 w 48"/>
                  <a:gd name="T33" fmla="*/ 8 h 64"/>
                  <a:gd name="T34" fmla="*/ 30 w 48"/>
                  <a:gd name="T35" fmla="*/ 8 h 64"/>
                  <a:gd name="T36" fmla="*/ 34 w 48"/>
                  <a:gd name="T37" fmla="*/ 12 h 64"/>
                  <a:gd name="T38" fmla="*/ 34 w 48"/>
                  <a:gd name="T39" fmla="*/ 12 h 64"/>
                  <a:gd name="T40" fmla="*/ 34 w 48"/>
                  <a:gd name="T41" fmla="*/ 12 h 64"/>
                  <a:gd name="T42" fmla="*/ 36 w 48"/>
                  <a:gd name="T43" fmla="*/ 20 h 64"/>
                  <a:gd name="T44" fmla="*/ 36 w 48"/>
                  <a:gd name="T45" fmla="*/ 24 h 64"/>
                  <a:gd name="T46" fmla="*/ 36 w 48"/>
                  <a:gd name="T47" fmla="*/ 24 h 64"/>
                  <a:gd name="T48" fmla="*/ 40 w 48"/>
                  <a:gd name="T49" fmla="*/ 26 h 64"/>
                  <a:gd name="T50" fmla="*/ 40 w 48"/>
                  <a:gd name="T51" fmla="*/ 26 h 64"/>
                  <a:gd name="T52" fmla="*/ 40 w 48"/>
                  <a:gd name="T53" fmla="*/ 34 h 64"/>
                  <a:gd name="T54" fmla="*/ 48 w 48"/>
                  <a:gd name="T55" fmla="*/ 38 h 64"/>
                  <a:gd name="T56" fmla="*/ 48 w 48"/>
                  <a:gd name="T57" fmla="*/ 42 h 64"/>
                  <a:gd name="T58" fmla="*/ 48 w 48"/>
                  <a:gd name="T59" fmla="*/ 42 h 64"/>
                  <a:gd name="T60" fmla="*/ 48 w 48"/>
                  <a:gd name="T61" fmla="*/ 46 h 64"/>
                  <a:gd name="T62" fmla="*/ 44 w 48"/>
                  <a:gd name="T63" fmla="*/ 46 h 64"/>
                  <a:gd name="T64" fmla="*/ 40 w 48"/>
                  <a:gd name="T65" fmla="*/ 46 h 64"/>
                  <a:gd name="T66" fmla="*/ 36 w 48"/>
                  <a:gd name="T67" fmla="*/ 42 h 64"/>
                  <a:gd name="T68" fmla="*/ 36 w 48"/>
                  <a:gd name="T69" fmla="*/ 46 h 64"/>
                  <a:gd name="T70" fmla="*/ 36 w 48"/>
                  <a:gd name="T71" fmla="*/ 42 h 64"/>
                  <a:gd name="T72" fmla="*/ 34 w 48"/>
                  <a:gd name="T73" fmla="*/ 42 h 64"/>
                  <a:gd name="T74" fmla="*/ 34 w 48"/>
                  <a:gd name="T75" fmla="*/ 50 h 64"/>
                  <a:gd name="T76" fmla="*/ 30 w 48"/>
                  <a:gd name="T77" fmla="*/ 54 h 64"/>
                  <a:gd name="T78" fmla="*/ 30 w 48"/>
                  <a:gd name="T79" fmla="*/ 54 h 64"/>
                  <a:gd name="T80" fmla="*/ 26 w 48"/>
                  <a:gd name="T81" fmla="*/ 56 h 64"/>
                  <a:gd name="T82" fmla="*/ 26 w 48"/>
                  <a:gd name="T83" fmla="*/ 60 h 64"/>
                  <a:gd name="T84" fmla="*/ 22 w 48"/>
                  <a:gd name="T85" fmla="*/ 60 h 64"/>
                  <a:gd name="T86" fmla="*/ 22 w 48"/>
                  <a:gd name="T87" fmla="*/ 60 h 64"/>
                  <a:gd name="T88" fmla="*/ 22 w 48"/>
                  <a:gd name="T89" fmla="*/ 64 h 64"/>
                  <a:gd name="T90" fmla="*/ 22 w 48"/>
                  <a:gd name="T91" fmla="*/ 56 h 64"/>
                  <a:gd name="T92" fmla="*/ 22 w 48"/>
                  <a:gd name="T93" fmla="*/ 54 h 64"/>
                  <a:gd name="T94" fmla="*/ 22 w 48"/>
                  <a:gd name="T95" fmla="*/ 50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8" h="64">
                    <a:moveTo>
                      <a:pt x="22" y="50"/>
                    </a:moveTo>
                    <a:lnTo>
                      <a:pt x="22" y="50"/>
                    </a:lnTo>
                    <a:lnTo>
                      <a:pt x="22" y="46"/>
                    </a:lnTo>
                    <a:lnTo>
                      <a:pt x="22" y="42"/>
                    </a:lnTo>
                    <a:lnTo>
                      <a:pt x="22" y="38"/>
                    </a:lnTo>
                    <a:lnTo>
                      <a:pt x="22" y="38"/>
                    </a:lnTo>
                    <a:lnTo>
                      <a:pt x="22" y="38"/>
                    </a:lnTo>
                    <a:lnTo>
                      <a:pt x="22" y="38"/>
                    </a:lnTo>
                    <a:lnTo>
                      <a:pt x="22" y="34"/>
                    </a:lnTo>
                    <a:lnTo>
                      <a:pt x="22" y="34"/>
                    </a:lnTo>
                    <a:lnTo>
                      <a:pt x="22" y="34"/>
                    </a:lnTo>
                    <a:lnTo>
                      <a:pt x="22" y="34"/>
                    </a:lnTo>
                    <a:lnTo>
                      <a:pt x="22" y="30"/>
                    </a:lnTo>
                    <a:lnTo>
                      <a:pt x="20" y="30"/>
                    </a:lnTo>
                    <a:lnTo>
                      <a:pt x="20" y="30"/>
                    </a:lnTo>
                    <a:lnTo>
                      <a:pt x="20" y="30"/>
                    </a:lnTo>
                    <a:lnTo>
                      <a:pt x="20" y="30"/>
                    </a:lnTo>
                    <a:lnTo>
                      <a:pt x="16" y="26"/>
                    </a:lnTo>
                    <a:lnTo>
                      <a:pt x="16" y="26"/>
                    </a:lnTo>
                    <a:lnTo>
                      <a:pt x="16" y="26"/>
                    </a:lnTo>
                    <a:lnTo>
                      <a:pt x="16" y="26"/>
                    </a:lnTo>
                    <a:lnTo>
                      <a:pt x="16" y="26"/>
                    </a:lnTo>
                    <a:lnTo>
                      <a:pt x="16" y="26"/>
                    </a:lnTo>
                    <a:lnTo>
                      <a:pt x="16" y="24"/>
                    </a:lnTo>
                    <a:lnTo>
                      <a:pt x="12" y="24"/>
                    </a:lnTo>
                    <a:lnTo>
                      <a:pt x="12" y="20"/>
                    </a:lnTo>
                    <a:lnTo>
                      <a:pt x="12" y="20"/>
                    </a:lnTo>
                    <a:lnTo>
                      <a:pt x="12" y="20"/>
                    </a:lnTo>
                    <a:lnTo>
                      <a:pt x="12" y="20"/>
                    </a:lnTo>
                    <a:lnTo>
                      <a:pt x="12" y="16"/>
                    </a:lnTo>
                    <a:lnTo>
                      <a:pt x="8" y="16"/>
                    </a:lnTo>
                    <a:lnTo>
                      <a:pt x="8" y="16"/>
                    </a:lnTo>
                    <a:lnTo>
                      <a:pt x="8" y="12"/>
                    </a:lnTo>
                    <a:lnTo>
                      <a:pt x="8" y="12"/>
                    </a:lnTo>
                    <a:lnTo>
                      <a:pt x="4" y="8"/>
                    </a:lnTo>
                    <a:lnTo>
                      <a:pt x="4" y="8"/>
                    </a:lnTo>
                    <a:lnTo>
                      <a:pt x="4" y="4"/>
                    </a:lnTo>
                    <a:lnTo>
                      <a:pt x="0" y="4"/>
                    </a:lnTo>
                    <a:lnTo>
                      <a:pt x="0" y="4"/>
                    </a:lnTo>
                    <a:lnTo>
                      <a:pt x="0" y="4"/>
                    </a:lnTo>
                    <a:lnTo>
                      <a:pt x="0" y="4"/>
                    </a:lnTo>
                    <a:lnTo>
                      <a:pt x="0" y="4"/>
                    </a:lnTo>
                    <a:lnTo>
                      <a:pt x="4" y="4"/>
                    </a:lnTo>
                    <a:lnTo>
                      <a:pt x="4" y="4"/>
                    </a:lnTo>
                    <a:lnTo>
                      <a:pt x="8" y="4"/>
                    </a:lnTo>
                    <a:lnTo>
                      <a:pt x="12" y="0"/>
                    </a:lnTo>
                    <a:lnTo>
                      <a:pt x="12" y="0"/>
                    </a:lnTo>
                    <a:lnTo>
                      <a:pt x="16" y="0"/>
                    </a:lnTo>
                    <a:lnTo>
                      <a:pt x="16" y="0"/>
                    </a:lnTo>
                    <a:lnTo>
                      <a:pt x="20" y="4"/>
                    </a:lnTo>
                    <a:lnTo>
                      <a:pt x="20" y="4"/>
                    </a:lnTo>
                    <a:lnTo>
                      <a:pt x="20" y="4"/>
                    </a:lnTo>
                    <a:lnTo>
                      <a:pt x="20" y="4"/>
                    </a:lnTo>
                    <a:lnTo>
                      <a:pt x="20" y="4"/>
                    </a:lnTo>
                    <a:lnTo>
                      <a:pt x="20" y="4"/>
                    </a:lnTo>
                    <a:lnTo>
                      <a:pt x="20" y="4"/>
                    </a:lnTo>
                    <a:lnTo>
                      <a:pt x="22" y="4"/>
                    </a:lnTo>
                    <a:lnTo>
                      <a:pt x="22" y="4"/>
                    </a:lnTo>
                    <a:lnTo>
                      <a:pt x="22" y="4"/>
                    </a:lnTo>
                    <a:lnTo>
                      <a:pt x="22" y="8"/>
                    </a:lnTo>
                    <a:lnTo>
                      <a:pt x="22" y="8"/>
                    </a:lnTo>
                    <a:lnTo>
                      <a:pt x="22" y="8"/>
                    </a:lnTo>
                    <a:lnTo>
                      <a:pt x="22" y="4"/>
                    </a:lnTo>
                    <a:lnTo>
                      <a:pt x="26" y="4"/>
                    </a:lnTo>
                    <a:lnTo>
                      <a:pt x="26" y="8"/>
                    </a:lnTo>
                    <a:lnTo>
                      <a:pt x="26" y="8"/>
                    </a:lnTo>
                    <a:lnTo>
                      <a:pt x="26" y="8"/>
                    </a:lnTo>
                    <a:lnTo>
                      <a:pt x="26" y="8"/>
                    </a:lnTo>
                    <a:lnTo>
                      <a:pt x="26" y="8"/>
                    </a:lnTo>
                    <a:lnTo>
                      <a:pt x="26" y="8"/>
                    </a:lnTo>
                    <a:lnTo>
                      <a:pt x="30" y="8"/>
                    </a:lnTo>
                    <a:lnTo>
                      <a:pt x="30" y="8"/>
                    </a:lnTo>
                    <a:lnTo>
                      <a:pt x="30" y="8"/>
                    </a:lnTo>
                    <a:lnTo>
                      <a:pt x="30" y="8"/>
                    </a:lnTo>
                    <a:lnTo>
                      <a:pt x="34" y="12"/>
                    </a:lnTo>
                    <a:lnTo>
                      <a:pt x="34" y="12"/>
                    </a:lnTo>
                    <a:lnTo>
                      <a:pt x="34" y="12"/>
                    </a:lnTo>
                    <a:lnTo>
                      <a:pt x="34" y="12"/>
                    </a:lnTo>
                    <a:lnTo>
                      <a:pt x="34" y="12"/>
                    </a:lnTo>
                    <a:lnTo>
                      <a:pt x="34" y="12"/>
                    </a:lnTo>
                    <a:lnTo>
                      <a:pt x="34" y="12"/>
                    </a:lnTo>
                    <a:lnTo>
                      <a:pt x="34" y="12"/>
                    </a:lnTo>
                    <a:lnTo>
                      <a:pt x="34" y="12"/>
                    </a:lnTo>
                    <a:lnTo>
                      <a:pt x="34" y="12"/>
                    </a:lnTo>
                    <a:lnTo>
                      <a:pt x="36" y="12"/>
                    </a:lnTo>
                    <a:lnTo>
                      <a:pt x="36" y="12"/>
                    </a:lnTo>
                    <a:lnTo>
                      <a:pt x="36" y="16"/>
                    </a:lnTo>
                    <a:lnTo>
                      <a:pt x="36" y="20"/>
                    </a:lnTo>
                    <a:lnTo>
                      <a:pt x="36" y="20"/>
                    </a:lnTo>
                    <a:lnTo>
                      <a:pt x="36" y="20"/>
                    </a:lnTo>
                    <a:lnTo>
                      <a:pt x="36" y="20"/>
                    </a:lnTo>
                    <a:lnTo>
                      <a:pt x="36" y="24"/>
                    </a:lnTo>
                    <a:lnTo>
                      <a:pt x="36" y="24"/>
                    </a:lnTo>
                    <a:lnTo>
                      <a:pt x="36" y="24"/>
                    </a:lnTo>
                    <a:lnTo>
                      <a:pt x="36" y="24"/>
                    </a:lnTo>
                    <a:lnTo>
                      <a:pt x="36" y="24"/>
                    </a:lnTo>
                    <a:lnTo>
                      <a:pt x="40" y="24"/>
                    </a:lnTo>
                    <a:lnTo>
                      <a:pt x="36" y="24"/>
                    </a:lnTo>
                    <a:lnTo>
                      <a:pt x="40" y="26"/>
                    </a:lnTo>
                    <a:lnTo>
                      <a:pt x="40" y="26"/>
                    </a:lnTo>
                    <a:lnTo>
                      <a:pt x="40" y="24"/>
                    </a:lnTo>
                    <a:lnTo>
                      <a:pt x="40" y="24"/>
                    </a:lnTo>
                    <a:lnTo>
                      <a:pt x="40" y="24"/>
                    </a:lnTo>
                    <a:lnTo>
                      <a:pt x="40" y="26"/>
                    </a:lnTo>
                    <a:lnTo>
                      <a:pt x="40" y="26"/>
                    </a:lnTo>
                    <a:lnTo>
                      <a:pt x="40" y="26"/>
                    </a:lnTo>
                    <a:lnTo>
                      <a:pt x="40" y="30"/>
                    </a:lnTo>
                    <a:lnTo>
                      <a:pt x="40" y="34"/>
                    </a:lnTo>
                    <a:lnTo>
                      <a:pt x="44" y="34"/>
                    </a:lnTo>
                    <a:lnTo>
                      <a:pt x="44" y="34"/>
                    </a:lnTo>
                    <a:lnTo>
                      <a:pt x="48" y="34"/>
                    </a:lnTo>
                    <a:lnTo>
                      <a:pt x="48" y="38"/>
                    </a:lnTo>
                    <a:lnTo>
                      <a:pt x="48" y="42"/>
                    </a:lnTo>
                    <a:lnTo>
                      <a:pt x="48" y="42"/>
                    </a:lnTo>
                    <a:lnTo>
                      <a:pt x="44" y="42"/>
                    </a:lnTo>
                    <a:lnTo>
                      <a:pt x="48" y="42"/>
                    </a:lnTo>
                    <a:lnTo>
                      <a:pt x="48" y="42"/>
                    </a:lnTo>
                    <a:lnTo>
                      <a:pt x="48" y="42"/>
                    </a:lnTo>
                    <a:lnTo>
                      <a:pt x="48" y="42"/>
                    </a:lnTo>
                    <a:lnTo>
                      <a:pt x="48" y="42"/>
                    </a:lnTo>
                    <a:lnTo>
                      <a:pt x="48" y="42"/>
                    </a:lnTo>
                    <a:lnTo>
                      <a:pt x="48" y="42"/>
                    </a:lnTo>
                    <a:lnTo>
                      <a:pt x="48" y="46"/>
                    </a:lnTo>
                    <a:lnTo>
                      <a:pt x="48" y="46"/>
                    </a:lnTo>
                    <a:lnTo>
                      <a:pt x="48" y="46"/>
                    </a:lnTo>
                    <a:lnTo>
                      <a:pt x="48" y="46"/>
                    </a:lnTo>
                    <a:lnTo>
                      <a:pt x="48" y="46"/>
                    </a:lnTo>
                    <a:lnTo>
                      <a:pt x="44" y="46"/>
                    </a:lnTo>
                    <a:lnTo>
                      <a:pt x="44" y="46"/>
                    </a:lnTo>
                    <a:lnTo>
                      <a:pt x="44" y="42"/>
                    </a:lnTo>
                    <a:lnTo>
                      <a:pt x="44" y="46"/>
                    </a:lnTo>
                    <a:lnTo>
                      <a:pt x="40" y="46"/>
                    </a:lnTo>
                    <a:lnTo>
                      <a:pt x="40" y="46"/>
                    </a:lnTo>
                    <a:lnTo>
                      <a:pt x="40" y="42"/>
                    </a:lnTo>
                    <a:lnTo>
                      <a:pt x="40" y="42"/>
                    </a:lnTo>
                    <a:lnTo>
                      <a:pt x="36" y="42"/>
                    </a:lnTo>
                    <a:lnTo>
                      <a:pt x="36" y="42"/>
                    </a:lnTo>
                    <a:lnTo>
                      <a:pt x="36" y="42"/>
                    </a:lnTo>
                    <a:lnTo>
                      <a:pt x="36" y="46"/>
                    </a:lnTo>
                    <a:lnTo>
                      <a:pt x="36" y="46"/>
                    </a:lnTo>
                    <a:lnTo>
                      <a:pt x="36" y="46"/>
                    </a:lnTo>
                    <a:lnTo>
                      <a:pt x="36" y="42"/>
                    </a:lnTo>
                    <a:lnTo>
                      <a:pt x="36" y="42"/>
                    </a:lnTo>
                    <a:lnTo>
                      <a:pt x="36" y="42"/>
                    </a:lnTo>
                    <a:lnTo>
                      <a:pt x="36" y="42"/>
                    </a:lnTo>
                    <a:lnTo>
                      <a:pt x="36" y="42"/>
                    </a:lnTo>
                    <a:lnTo>
                      <a:pt x="34" y="42"/>
                    </a:lnTo>
                    <a:lnTo>
                      <a:pt x="34" y="42"/>
                    </a:lnTo>
                    <a:lnTo>
                      <a:pt x="34" y="42"/>
                    </a:lnTo>
                    <a:lnTo>
                      <a:pt x="34" y="42"/>
                    </a:lnTo>
                    <a:lnTo>
                      <a:pt x="34" y="46"/>
                    </a:lnTo>
                    <a:lnTo>
                      <a:pt x="34" y="50"/>
                    </a:lnTo>
                    <a:lnTo>
                      <a:pt x="34" y="50"/>
                    </a:lnTo>
                    <a:lnTo>
                      <a:pt x="34" y="54"/>
                    </a:lnTo>
                    <a:lnTo>
                      <a:pt x="34" y="54"/>
                    </a:lnTo>
                    <a:lnTo>
                      <a:pt x="30" y="54"/>
                    </a:lnTo>
                    <a:lnTo>
                      <a:pt x="30" y="54"/>
                    </a:lnTo>
                    <a:lnTo>
                      <a:pt x="30" y="54"/>
                    </a:lnTo>
                    <a:lnTo>
                      <a:pt x="30" y="54"/>
                    </a:lnTo>
                    <a:lnTo>
                      <a:pt x="30" y="54"/>
                    </a:lnTo>
                    <a:lnTo>
                      <a:pt x="30" y="56"/>
                    </a:lnTo>
                    <a:lnTo>
                      <a:pt x="30" y="56"/>
                    </a:lnTo>
                    <a:lnTo>
                      <a:pt x="26" y="56"/>
                    </a:lnTo>
                    <a:lnTo>
                      <a:pt x="26" y="56"/>
                    </a:lnTo>
                    <a:lnTo>
                      <a:pt x="26" y="60"/>
                    </a:lnTo>
                    <a:lnTo>
                      <a:pt x="26" y="60"/>
                    </a:lnTo>
                    <a:lnTo>
                      <a:pt x="26" y="60"/>
                    </a:lnTo>
                    <a:lnTo>
                      <a:pt x="26" y="60"/>
                    </a:lnTo>
                    <a:lnTo>
                      <a:pt x="26" y="60"/>
                    </a:lnTo>
                    <a:lnTo>
                      <a:pt x="26" y="60"/>
                    </a:lnTo>
                    <a:lnTo>
                      <a:pt x="26" y="60"/>
                    </a:lnTo>
                    <a:lnTo>
                      <a:pt x="22" y="60"/>
                    </a:lnTo>
                    <a:lnTo>
                      <a:pt x="22" y="60"/>
                    </a:lnTo>
                    <a:lnTo>
                      <a:pt x="22" y="60"/>
                    </a:lnTo>
                    <a:lnTo>
                      <a:pt x="22" y="60"/>
                    </a:lnTo>
                    <a:lnTo>
                      <a:pt x="22" y="60"/>
                    </a:lnTo>
                    <a:lnTo>
                      <a:pt x="22" y="64"/>
                    </a:lnTo>
                    <a:lnTo>
                      <a:pt x="22" y="64"/>
                    </a:lnTo>
                    <a:lnTo>
                      <a:pt x="22" y="64"/>
                    </a:lnTo>
                    <a:lnTo>
                      <a:pt x="22" y="64"/>
                    </a:lnTo>
                    <a:lnTo>
                      <a:pt x="22" y="60"/>
                    </a:lnTo>
                    <a:lnTo>
                      <a:pt x="22" y="60"/>
                    </a:lnTo>
                    <a:lnTo>
                      <a:pt x="22" y="60"/>
                    </a:lnTo>
                    <a:lnTo>
                      <a:pt x="22" y="56"/>
                    </a:lnTo>
                    <a:lnTo>
                      <a:pt x="22" y="56"/>
                    </a:lnTo>
                    <a:lnTo>
                      <a:pt x="22" y="54"/>
                    </a:lnTo>
                    <a:lnTo>
                      <a:pt x="22" y="54"/>
                    </a:lnTo>
                    <a:lnTo>
                      <a:pt x="22" y="54"/>
                    </a:lnTo>
                    <a:lnTo>
                      <a:pt x="22" y="50"/>
                    </a:lnTo>
                    <a:lnTo>
                      <a:pt x="22" y="50"/>
                    </a:lnTo>
                    <a:lnTo>
                      <a:pt x="22" y="50"/>
                    </a:lnTo>
                    <a:lnTo>
                      <a:pt x="22"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1" name="Freeform 115"/>
              <p:cNvSpPr>
                <a:spLocks noEditPoints="1"/>
              </p:cNvSpPr>
              <p:nvPr/>
            </p:nvSpPr>
            <p:spPr bwMode="gray">
              <a:xfrm>
                <a:off x="4883438" y="2804781"/>
                <a:ext cx="90442" cy="104356"/>
              </a:xfrm>
              <a:custGeom>
                <a:avLst/>
                <a:gdLst>
                  <a:gd name="T0" fmla="*/ 30 w 52"/>
                  <a:gd name="T1" fmla="*/ 26 h 60"/>
                  <a:gd name="T2" fmla="*/ 34 w 52"/>
                  <a:gd name="T3" fmla="*/ 22 h 60"/>
                  <a:gd name="T4" fmla="*/ 34 w 52"/>
                  <a:gd name="T5" fmla="*/ 16 h 60"/>
                  <a:gd name="T6" fmla="*/ 26 w 52"/>
                  <a:gd name="T7" fmla="*/ 8 h 60"/>
                  <a:gd name="T8" fmla="*/ 26 w 52"/>
                  <a:gd name="T9" fmla="*/ 16 h 60"/>
                  <a:gd name="T10" fmla="*/ 22 w 52"/>
                  <a:gd name="T11" fmla="*/ 18 h 60"/>
                  <a:gd name="T12" fmla="*/ 22 w 52"/>
                  <a:gd name="T13" fmla="*/ 22 h 60"/>
                  <a:gd name="T14" fmla="*/ 20 w 52"/>
                  <a:gd name="T15" fmla="*/ 18 h 60"/>
                  <a:gd name="T16" fmla="*/ 22 w 52"/>
                  <a:gd name="T17" fmla="*/ 12 h 60"/>
                  <a:gd name="T18" fmla="*/ 26 w 52"/>
                  <a:gd name="T19" fmla="*/ 8 h 60"/>
                  <a:gd name="T20" fmla="*/ 38 w 52"/>
                  <a:gd name="T21" fmla="*/ 0 h 60"/>
                  <a:gd name="T22" fmla="*/ 48 w 52"/>
                  <a:gd name="T23" fmla="*/ 0 h 60"/>
                  <a:gd name="T24" fmla="*/ 52 w 52"/>
                  <a:gd name="T25" fmla="*/ 12 h 60"/>
                  <a:gd name="T26" fmla="*/ 52 w 52"/>
                  <a:gd name="T27" fmla="*/ 18 h 60"/>
                  <a:gd name="T28" fmla="*/ 44 w 52"/>
                  <a:gd name="T29" fmla="*/ 18 h 60"/>
                  <a:gd name="T30" fmla="*/ 52 w 52"/>
                  <a:gd name="T31" fmla="*/ 26 h 60"/>
                  <a:gd name="T32" fmla="*/ 48 w 52"/>
                  <a:gd name="T33" fmla="*/ 30 h 60"/>
                  <a:gd name="T34" fmla="*/ 44 w 52"/>
                  <a:gd name="T35" fmla="*/ 34 h 60"/>
                  <a:gd name="T36" fmla="*/ 38 w 52"/>
                  <a:gd name="T37" fmla="*/ 42 h 60"/>
                  <a:gd name="T38" fmla="*/ 38 w 52"/>
                  <a:gd name="T39" fmla="*/ 48 h 60"/>
                  <a:gd name="T40" fmla="*/ 38 w 52"/>
                  <a:gd name="T41" fmla="*/ 56 h 60"/>
                  <a:gd name="T42" fmla="*/ 34 w 52"/>
                  <a:gd name="T43" fmla="*/ 56 h 60"/>
                  <a:gd name="T44" fmla="*/ 30 w 52"/>
                  <a:gd name="T45" fmla="*/ 56 h 60"/>
                  <a:gd name="T46" fmla="*/ 30 w 52"/>
                  <a:gd name="T47" fmla="*/ 48 h 60"/>
                  <a:gd name="T48" fmla="*/ 26 w 52"/>
                  <a:gd name="T49" fmla="*/ 44 h 60"/>
                  <a:gd name="T50" fmla="*/ 20 w 52"/>
                  <a:gd name="T51" fmla="*/ 44 h 60"/>
                  <a:gd name="T52" fmla="*/ 16 w 52"/>
                  <a:gd name="T53" fmla="*/ 44 h 60"/>
                  <a:gd name="T54" fmla="*/ 16 w 52"/>
                  <a:gd name="T55" fmla="*/ 44 h 60"/>
                  <a:gd name="T56" fmla="*/ 4 w 52"/>
                  <a:gd name="T57" fmla="*/ 44 h 60"/>
                  <a:gd name="T58" fmla="*/ 8 w 52"/>
                  <a:gd name="T59" fmla="*/ 42 h 60"/>
                  <a:gd name="T60" fmla="*/ 8 w 52"/>
                  <a:gd name="T61" fmla="*/ 42 h 60"/>
                  <a:gd name="T62" fmla="*/ 12 w 52"/>
                  <a:gd name="T63" fmla="*/ 42 h 60"/>
                  <a:gd name="T64" fmla="*/ 12 w 52"/>
                  <a:gd name="T65" fmla="*/ 42 h 60"/>
                  <a:gd name="T66" fmla="*/ 12 w 52"/>
                  <a:gd name="T67" fmla="*/ 38 h 60"/>
                  <a:gd name="T68" fmla="*/ 8 w 52"/>
                  <a:gd name="T69" fmla="*/ 38 h 60"/>
                  <a:gd name="T70" fmla="*/ 12 w 52"/>
                  <a:gd name="T71" fmla="*/ 34 h 60"/>
                  <a:gd name="T72" fmla="*/ 16 w 52"/>
                  <a:gd name="T73" fmla="*/ 22 h 60"/>
                  <a:gd name="T74" fmla="*/ 22 w 52"/>
                  <a:gd name="T75" fmla="*/ 26 h 60"/>
                  <a:gd name="T76" fmla="*/ 22 w 52"/>
                  <a:gd name="T77" fmla="*/ 18 h 60"/>
                  <a:gd name="T78" fmla="*/ 26 w 52"/>
                  <a:gd name="T79" fmla="*/ 18 h 60"/>
                  <a:gd name="T80" fmla="*/ 30 w 52"/>
                  <a:gd name="T81" fmla="*/ 22 h 60"/>
                  <a:gd name="T82" fmla="*/ 22 w 52"/>
                  <a:gd name="T83" fmla="*/ 22 h 60"/>
                  <a:gd name="T84" fmla="*/ 30 w 52"/>
                  <a:gd name="T85" fmla="*/ 26 h 60"/>
                  <a:gd name="T86" fmla="*/ 26 w 52"/>
                  <a:gd name="T87" fmla="*/ 26 h 60"/>
                  <a:gd name="T88" fmla="*/ 30 w 52"/>
                  <a:gd name="T89" fmla="*/ 22 h 60"/>
                  <a:gd name="T90" fmla="*/ 34 w 52"/>
                  <a:gd name="T91" fmla="*/ 22 h 60"/>
                  <a:gd name="T92" fmla="*/ 8 w 52"/>
                  <a:gd name="T93" fmla="*/ 38 h 60"/>
                  <a:gd name="T94" fmla="*/ 8 w 52"/>
                  <a:gd name="T95" fmla="*/ 42 h 60"/>
                  <a:gd name="T96" fmla="*/ 8 w 52"/>
                  <a:gd name="T97" fmla="*/ 38 h 60"/>
                  <a:gd name="T98" fmla="*/ 8 w 52"/>
                  <a:gd name="T99" fmla="*/ 44 h 60"/>
                  <a:gd name="T100" fmla="*/ 8 w 52"/>
                  <a:gd name="T101" fmla="*/ 48 h 60"/>
                  <a:gd name="T102" fmla="*/ 0 w 52"/>
                  <a:gd name="T103" fmla="*/ 48 h 60"/>
                  <a:gd name="T104" fmla="*/ 26 w 52"/>
                  <a:gd name="T105" fmla="*/ 4 h 60"/>
                  <a:gd name="T106" fmla="*/ 26 w 52"/>
                  <a:gd name="T107" fmla="*/ 4 h 60"/>
                  <a:gd name="T108" fmla="*/ 20 w 52"/>
                  <a:gd name="T109" fmla="*/ 12 h 60"/>
                  <a:gd name="T110" fmla="*/ 22 w 52"/>
                  <a:gd name="T111" fmla="*/ 8 h 60"/>
                  <a:gd name="T112" fmla="*/ 20 w 52"/>
                  <a:gd name="T113" fmla="*/ 12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2" h="60">
                    <a:moveTo>
                      <a:pt x="26" y="26"/>
                    </a:moveTo>
                    <a:lnTo>
                      <a:pt x="26" y="26"/>
                    </a:lnTo>
                    <a:lnTo>
                      <a:pt x="26" y="26"/>
                    </a:lnTo>
                    <a:lnTo>
                      <a:pt x="30" y="26"/>
                    </a:lnTo>
                    <a:lnTo>
                      <a:pt x="30" y="26"/>
                    </a:lnTo>
                    <a:lnTo>
                      <a:pt x="30" y="26"/>
                    </a:lnTo>
                    <a:lnTo>
                      <a:pt x="30" y="26"/>
                    </a:lnTo>
                    <a:lnTo>
                      <a:pt x="30" y="26"/>
                    </a:lnTo>
                    <a:lnTo>
                      <a:pt x="30" y="26"/>
                    </a:lnTo>
                    <a:lnTo>
                      <a:pt x="30" y="22"/>
                    </a:lnTo>
                    <a:lnTo>
                      <a:pt x="34" y="22"/>
                    </a:lnTo>
                    <a:lnTo>
                      <a:pt x="34" y="22"/>
                    </a:lnTo>
                    <a:lnTo>
                      <a:pt x="34" y="22"/>
                    </a:lnTo>
                    <a:lnTo>
                      <a:pt x="34" y="22"/>
                    </a:lnTo>
                    <a:lnTo>
                      <a:pt x="34" y="22"/>
                    </a:lnTo>
                    <a:lnTo>
                      <a:pt x="34" y="22"/>
                    </a:lnTo>
                    <a:lnTo>
                      <a:pt x="34" y="22"/>
                    </a:lnTo>
                    <a:lnTo>
                      <a:pt x="34" y="22"/>
                    </a:lnTo>
                    <a:lnTo>
                      <a:pt x="34" y="18"/>
                    </a:lnTo>
                    <a:lnTo>
                      <a:pt x="34" y="18"/>
                    </a:lnTo>
                    <a:lnTo>
                      <a:pt x="34" y="18"/>
                    </a:lnTo>
                    <a:lnTo>
                      <a:pt x="34" y="18"/>
                    </a:lnTo>
                    <a:lnTo>
                      <a:pt x="30" y="18"/>
                    </a:lnTo>
                    <a:lnTo>
                      <a:pt x="30" y="16"/>
                    </a:lnTo>
                    <a:lnTo>
                      <a:pt x="30" y="16"/>
                    </a:lnTo>
                    <a:lnTo>
                      <a:pt x="34" y="16"/>
                    </a:lnTo>
                    <a:lnTo>
                      <a:pt x="34" y="16"/>
                    </a:lnTo>
                    <a:lnTo>
                      <a:pt x="34" y="16"/>
                    </a:lnTo>
                    <a:lnTo>
                      <a:pt x="30" y="16"/>
                    </a:lnTo>
                    <a:lnTo>
                      <a:pt x="30" y="16"/>
                    </a:lnTo>
                    <a:lnTo>
                      <a:pt x="30" y="16"/>
                    </a:lnTo>
                    <a:lnTo>
                      <a:pt x="26" y="12"/>
                    </a:lnTo>
                    <a:lnTo>
                      <a:pt x="30" y="12"/>
                    </a:lnTo>
                    <a:lnTo>
                      <a:pt x="30" y="12"/>
                    </a:lnTo>
                    <a:lnTo>
                      <a:pt x="30" y="12"/>
                    </a:lnTo>
                    <a:lnTo>
                      <a:pt x="26" y="8"/>
                    </a:lnTo>
                    <a:lnTo>
                      <a:pt x="26" y="8"/>
                    </a:lnTo>
                    <a:lnTo>
                      <a:pt x="26" y="8"/>
                    </a:lnTo>
                    <a:lnTo>
                      <a:pt x="26" y="12"/>
                    </a:lnTo>
                    <a:lnTo>
                      <a:pt x="26" y="12"/>
                    </a:lnTo>
                    <a:lnTo>
                      <a:pt x="22" y="12"/>
                    </a:lnTo>
                    <a:lnTo>
                      <a:pt x="22" y="12"/>
                    </a:lnTo>
                    <a:lnTo>
                      <a:pt x="22" y="16"/>
                    </a:lnTo>
                    <a:lnTo>
                      <a:pt x="26" y="16"/>
                    </a:lnTo>
                    <a:lnTo>
                      <a:pt x="26" y="16"/>
                    </a:lnTo>
                    <a:lnTo>
                      <a:pt x="26" y="16"/>
                    </a:lnTo>
                    <a:lnTo>
                      <a:pt x="26" y="16"/>
                    </a:lnTo>
                    <a:lnTo>
                      <a:pt x="26" y="18"/>
                    </a:lnTo>
                    <a:lnTo>
                      <a:pt x="26" y="18"/>
                    </a:lnTo>
                    <a:lnTo>
                      <a:pt x="26" y="18"/>
                    </a:lnTo>
                    <a:lnTo>
                      <a:pt x="26" y="18"/>
                    </a:lnTo>
                    <a:lnTo>
                      <a:pt x="26" y="18"/>
                    </a:lnTo>
                    <a:lnTo>
                      <a:pt x="22" y="18"/>
                    </a:lnTo>
                    <a:lnTo>
                      <a:pt x="22" y="18"/>
                    </a:lnTo>
                    <a:lnTo>
                      <a:pt x="22" y="18"/>
                    </a:lnTo>
                    <a:lnTo>
                      <a:pt x="22" y="18"/>
                    </a:lnTo>
                    <a:lnTo>
                      <a:pt x="22" y="18"/>
                    </a:lnTo>
                    <a:lnTo>
                      <a:pt x="22" y="22"/>
                    </a:lnTo>
                    <a:lnTo>
                      <a:pt x="22" y="22"/>
                    </a:lnTo>
                    <a:lnTo>
                      <a:pt x="22" y="22"/>
                    </a:lnTo>
                    <a:lnTo>
                      <a:pt x="22" y="22"/>
                    </a:lnTo>
                    <a:lnTo>
                      <a:pt x="22" y="22"/>
                    </a:lnTo>
                    <a:lnTo>
                      <a:pt x="22" y="22"/>
                    </a:lnTo>
                    <a:lnTo>
                      <a:pt x="22" y="22"/>
                    </a:lnTo>
                    <a:lnTo>
                      <a:pt x="20" y="22"/>
                    </a:lnTo>
                    <a:lnTo>
                      <a:pt x="20" y="22"/>
                    </a:lnTo>
                    <a:lnTo>
                      <a:pt x="20" y="22"/>
                    </a:lnTo>
                    <a:lnTo>
                      <a:pt x="16" y="22"/>
                    </a:lnTo>
                    <a:lnTo>
                      <a:pt x="16" y="22"/>
                    </a:lnTo>
                    <a:lnTo>
                      <a:pt x="20" y="18"/>
                    </a:lnTo>
                    <a:lnTo>
                      <a:pt x="20" y="18"/>
                    </a:lnTo>
                    <a:lnTo>
                      <a:pt x="20" y="18"/>
                    </a:lnTo>
                    <a:lnTo>
                      <a:pt x="20" y="16"/>
                    </a:lnTo>
                    <a:lnTo>
                      <a:pt x="20" y="12"/>
                    </a:lnTo>
                    <a:lnTo>
                      <a:pt x="20" y="12"/>
                    </a:lnTo>
                    <a:lnTo>
                      <a:pt x="20" y="12"/>
                    </a:lnTo>
                    <a:lnTo>
                      <a:pt x="20" y="12"/>
                    </a:lnTo>
                    <a:lnTo>
                      <a:pt x="20" y="12"/>
                    </a:lnTo>
                    <a:lnTo>
                      <a:pt x="20" y="12"/>
                    </a:lnTo>
                    <a:lnTo>
                      <a:pt x="22" y="12"/>
                    </a:lnTo>
                    <a:lnTo>
                      <a:pt x="22" y="12"/>
                    </a:lnTo>
                    <a:lnTo>
                      <a:pt x="22" y="12"/>
                    </a:lnTo>
                    <a:lnTo>
                      <a:pt x="26" y="12"/>
                    </a:lnTo>
                    <a:lnTo>
                      <a:pt x="26" y="12"/>
                    </a:lnTo>
                    <a:lnTo>
                      <a:pt x="26" y="12"/>
                    </a:lnTo>
                    <a:lnTo>
                      <a:pt x="26" y="12"/>
                    </a:lnTo>
                    <a:lnTo>
                      <a:pt x="26" y="8"/>
                    </a:lnTo>
                    <a:lnTo>
                      <a:pt x="26" y="8"/>
                    </a:lnTo>
                    <a:lnTo>
                      <a:pt x="26" y="8"/>
                    </a:lnTo>
                    <a:lnTo>
                      <a:pt x="26" y="8"/>
                    </a:lnTo>
                    <a:lnTo>
                      <a:pt x="30" y="8"/>
                    </a:lnTo>
                    <a:lnTo>
                      <a:pt x="30" y="8"/>
                    </a:lnTo>
                    <a:lnTo>
                      <a:pt x="30" y="8"/>
                    </a:lnTo>
                    <a:lnTo>
                      <a:pt x="30" y="8"/>
                    </a:lnTo>
                    <a:lnTo>
                      <a:pt x="30" y="4"/>
                    </a:lnTo>
                    <a:lnTo>
                      <a:pt x="30" y="4"/>
                    </a:lnTo>
                    <a:lnTo>
                      <a:pt x="30" y="4"/>
                    </a:lnTo>
                    <a:lnTo>
                      <a:pt x="34" y="4"/>
                    </a:lnTo>
                    <a:lnTo>
                      <a:pt x="38" y="0"/>
                    </a:lnTo>
                    <a:lnTo>
                      <a:pt x="38" y="0"/>
                    </a:lnTo>
                    <a:lnTo>
                      <a:pt x="38" y="0"/>
                    </a:lnTo>
                    <a:lnTo>
                      <a:pt x="38" y="0"/>
                    </a:lnTo>
                    <a:lnTo>
                      <a:pt x="42" y="0"/>
                    </a:lnTo>
                    <a:lnTo>
                      <a:pt x="42" y="0"/>
                    </a:lnTo>
                    <a:lnTo>
                      <a:pt x="42" y="0"/>
                    </a:lnTo>
                    <a:lnTo>
                      <a:pt x="44" y="0"/>
                    </a:lnTo>
                    <a:lnTo>
                      <a:pt x="48" y="0"/>
                    </a:lnTo>
                    <a:lnTo>
                      <a:pt x="48" y="0"/>
                    </a:lnTo>
                    <a:lnTo>
                      <a:pt x="48" y="0"/>
                    </a:lnTo>
                    <a:lnTo>
                      <a:pt x="48" y="0"/>
                    </a:lnTo>
                    <a:lnTo>
                      <a:pt x="48" y="4"/>
                    </a:lnTo>
                    <a:lnTo>
                      <a:pt x="48" y="4"/>
                    </a:lnTo>
                    <a:lnTo>
                      <a:pt x="52" y="4"/>
                    </a:lnTo>
                    <a:lnTo>
                      <a:pt x="52" y="4"/>
                    </a:lnTo>
                    <a:lnTo>
                      <a:pt x="52" y="4"/>
                    </a:lnTo>
                    <a:lnTo>
                      <a:pt x="52" y="8"/>
                    </a:lnTo>
                    <a:lnTo>
                      <a:pt x="52" y="12"/>
                    </a:lnTo>
                    <a:lnTo>
                      <a:pt x="52" y="12"/>
                    </a:lnTo>
                    <a:lnTo>
                      <a:pt x="52" y="12"/>
                    </a:lnTo>
                    <a:lnTo>
                      <a:pt x="52" y="12"/>
                    </a:lnTo>
                    <a:lnTo>
                      <a:pt x="52" y="16"/>
                    </a:lnTo>
                    <a:lnTo>
                      <a:pt x="52" y="16"/>
                    </a:lnTo>
                    <a:lnTo>
                      <a:pt x="52" y="16"/>
                    </a:lnTo>
                    <a:lnTo>
                      <a:pt x="52" y="16"/>
                    </a:lnTo>
                    <a:lnTo>
                      <a:pt x="52" y="16"/>
                    </a:lnTo>
                    <a:lnTo>
                      <a:pt x="52" y="18"/>
                    </a:lnTo>
                    <a:lnTo>
                      <a:pt x="52" y="18"/>
                    </a:lnTo>
                    <a:lnTo>
                      <a:pt x="48" y="18"/>
                    </a:lnTo>
                    <a:lnTo>
                      <a:pt x="48" y="18"/>
                    </a:lnTo>
                    <a:lnTo>
                      <a:pt x="48" y="18"/>
                    </a:lnTo>
                    <a:lnTo>
                      <a:pt x="48" y="18"/>
                    </a:lnTo>
                    <a:lnTo>
                      <a:pt x="48" y="18"/>
                    </a:lnTo>
                    <a:lnTo>
                      <a:pt x="48" y="18"/>
                    </a:lnTo>
                    <a:lnTo>
                      <a:pt x="48" y="18"/>
                    </a:lnTo>
                    <a:lnTo>
                      <a:pt x="44" y="18"/>
                    </a:lnTo>
                    <a:lnTo>
                      <a:pt x="44" y="22"/>
                    </a:lnTo>
                    <a:lnTo>
                      <a:pt x="48" y="22"/>
                    </a:lnTo>
                    <a:lnTo>
                      <a:pt x="48" y="22"/>
                    </a:lnTo>
                    <a:lnTo>
                      <a:pt x="52" y="22"/>
                    </a:lnTo>
                    <a:lnTo>
                      <a:pt x="52" y="22"/>
                    </a:lnTo>
                    <a:lnTo>
                      <a:pt x="52" y="22"/>
                    </a:lnTo>
                    <a:lnTo>
                      <a:pt x="52" y="26"/>
                    </a:lnTo>
                    <a:lnTo>
                      <a:pt x="52" y="26"/>
                    </a:lnTo>
                    <a:lnTo>
                      <a:pt x="52" y="26"/>
                    </a:lnTo>
                    <a:lnTo>
                      <a:pt x="52" y="26"/>
                    </a:lnTo>
                    <a:lnTo>
                      <a:pt x="52" y="26"/>
                    </a:lnTo>
                    <a:lnTo>
                      <a:pt x="48" y="26"/>
                    </a:lnTo>
                    <a:lnTo>
                      <a:pt x="48" y="30"/>
                    </a:lnTo>
                    <a:lnTo>
                      <a:pt x="48" y="30"/>
                    </a:lnTo>
                    <a:lnTo>
                      <a:pt x="48" y="30"/>
                    </a:lnTo>
                    <a:lnTo>
                      <a:pt x="48" y="30"/>
                    </a:lnTo>
                    <a:lnTo>
                      <a:pt x="48" y="30"/>
                    </a:lnTo>
                    <a:lnTo>
                      <a:pt x="48" y="30"/>
                    </a:lnTo>
                    <a:lnTo>
                      <a:pt x="48" y="30"/>
                    </a:lnTo>
                    <a:lnTo>
                      <a:pt x="48" y="34"/>
                    </a:lnTo>
                    <a:lnTo>
                      <a:pt x="48" y="34"/>
                    </a:lnTo>
                    <a:lnTo>
                      <a:pt x="48" y="34"/>
                    </a:lnTo>
                    <a:lnTo>
                      <a:pt x="48" y="34"/>
                    </a:lnTo>
                    <a:lnTo>
                      <a:pt x="44" y="34"/>
                    </a:lnTo>
                    <a:lnTo>
                      <a:pt x="44" y="34"/>
                    </a:lnTo>
                    <a:lnTo>
                      <a:pt x="44" y="34"/>
                    </a:lnTo>
                    <a:lnTo>
                      <a:pt x="44" y="34"/>
                    </a:lnTo>
                    <a:lnTo>
                      <a:pt x="42" y="34"/>
                    </a:lnTo>
                    <a:lnTo>
                      <a:pt x="38" y="34"/>
                    </a:lnTo>
                    <a:lnTo>
                      <a:pt x="38" y="34"/>
                    </a:lnTo>
                    <a:lnTo>
                      <a:pt x="38" y="34"/>
                    </a:lnTo>
                    <a:lnTo>
                      <a:pt x="38" y="38"/>
                    </a:lnTo>
                    <a:lnTo>
                      <a:pt x="38" y="38"/>
                    </a:lnTo>
                    <a:lnTo>
                      <a:pt x="38" y="38"/>
                    </a:lnTo>
                    <a:lnTo>
                      <a:pt x="38" y="38"/>
                    </a:lnTo>
                    <a:lnTo>
                      <a:pt x="38" y="42"/>
                    </a:lnTo>
                    <a:lnTo>
                      <a:pt x="38" y="42"/>
                    </a:lnTo>
                    <a:lnTo>
                      <a:pt x="38" y="42"/>
                    </a:lnTo>
                    <a:lnTo>
                      <a:pt x="42" y="42"/>
                    </a:lnTo>
                    <a:lnTo>
                      <a:pt x="42" y="42"/>
                    </a:lnTo>
                    <a:lnTo>
                      <a:pt x="42" y="44"/>
                    </a:lnTo>
                    <a:lnTo>
                      <a:pt x="38" y="44"/>
                    </a:lnTo>
                    <a:lnTo>
                      <a:pt x="38" y="48"/>
                    </a:lnTo>
                    <a:lnTo>
                      <a:pt x="38" y="48"/>
                    </a:lnTo>
                    <a:lnTo>
                      <a:pt x="38" y="48"/>
                    </a:lnTo>
                    <a:lnTo>
                      <a:pt x="38" y="48"/>
                    </a:lnTo>
                    <a:lnTo>
                      <a:pt x="38" y="52"/>
                    </a:lnTo>
                    <a:lnTo>
                      <a:pt x="34" y="52"/>
                    </a:lnTo>
                    <a:lnTo>
                      <a:pt x="34" y="52"/>
                    </a:lnTo>
                    <a:lnTo>
                      <a:pt x="34" y="52"/>
                    </a:lnTo>
                    <a:lnTo>
                      <a:pt x="34" y="52"/>
                    </a:lnTo>
                    <a:lnTo>
                      <a:pt x="38" y="52"/>
                    </a:lnTo>
                    <a:lnTo>
                      <a:pt x="38" y="52"/>
                    </a:lnTo>
                    <a:lnTo>
                      <a:pt x="38" y="56"/>
                    </a:lnTo>
                    <a:lnTo>
                      <a:pt x="38" y="56"/>
                    </a:lnTo>
                    <a:lnTo>
                      <a:pt x="38" y="56"/>
                    </a:lnTo>
                    <a:lnTo>
                      <a:pt x="38" y="56"/>
                    </a:lnTo>
                    <a:lnTo>
                      <a:pt x="38" y="56"/>
                    </a:lnTo>
                    <a:lnTo>
                      <a:pt x="38" y="56"/>
                    </a:lnTo>
                    <a:lnTo>
                      <a:pt x="34" y="56"/>
                    </a:lnTo>
                    <a:lnTo>
                      <a:pt x="34" y="60"/>
                    </a:lnTo>
                    <a:lnTo>
                      <a:pt x="34" y="56"/>
                    </a:lnTo>
                    <a:lnTo>
                      <a:pt x="34" y="56"/>
                    </a:lnTo>
                    <a:lnTo>
                      <a:pt x="34" y="56"/>
                    </a:lnTo>
                    <a:lnTo>
                      <a:pt x="34" y="56"/>
                    </a:lnTo>
                    <a:lnTo>
                      <a:pt x="34" y="56"/>
                    </a:lnTo>
                    <a:lnTo>
                      <a:pt x="34" y="56"/>
                    </a:lnTo>
                    <a:lnTo>
                      <a:pt x="34" y="56"/>
                    </a:lnTo>
                    <a:lnTo>
                      <a:pt x="34" y="56"/>
                    </a:lnTo>
                    <a:lnTo>
                      <a:pt x="34" y="56"/>
                    </a:lnTo>
                    <a:lnTo>
                      <a:pt x="30" y="56"/>
                    </a:lnTo>
                    <a:lnTo>
                      <a:pt x="30" y="56"/>
                    </a:lnTo>
                    <a:lnTo>
                      <a:pt x="30" y="56"/>
                    </a:lnTo>
                    <a:lnTo>
                      <a:pt x="34" y="52"/>
                    </a:lnTo>
                    <a:lnTo>
                      <a:pt x="34" y="52"/>
                    </a:lnTo>
                    <a:lnTo>
                      <a:pt x="34" y="52"/>
                    </a:lnTo>
                    <a:lnTo>
                      <a:pt x="34" y="48"/>
                    </a:lnTo>
                    <a:lnTo>
                      <a:pt x="34" y="48"/>
                    </a:lnTo>
                    <a:lnTo>
                      <a:pt x="34" y="48"/>
                    </a:lnTo>
                    <a:lnTo>
                      <a:pt x="30" y="48"/>
                    </a:lnTo>
                    <a:lnTo>
                      <a:pt x="30" y="48"/>
                    </a:lnTo>
                    <a:lnTo>
                      <a:pt x="30" y="48"/>
                    </a:lnTo>
                    <a:lnTo>
                      <a:pt x="30" y="44"/>
                    </a:lnTo>
                    <a:lnTo>
                      <a:pt x="30" y="48"/>
                    </a:lnTo>
                    <a:lnTo>
                      <a:pt x="30" y="48"/>
                    </a:lnTo>
                    <a:lnTo>
                      <a:pt x="26" y="48"/>
                    </a:lnTo>
                    <a:lnTo>
                      <a:pt x="26" y="48"/>
                    </a:lnTo>
                    <a:lnTo>
                      <a:pt x="26" y="44"/>
                    </a:lnTo>
                    <a:lnTo>
                      <a:pt x="26" y="44"/>
                    </a:lnTo>
                    <a:lnTo>
                      <a:pt x="26" y="44"/>
                    </a:lnTo>
                    <a:lnTo>
                      <a:pt x="26" y="44"/>
                    </a:lnTo>
                    <a:lnTo>
                      <a:pt x="22" y="44"/>
                    </a:lnTo>
                    <a:lnTo>
                      <a:pt x="22" y="44"/>
                    </a:lnTo>
                    <a:lnTo>
                      <a:pt x="22" y="42"/>
                    </a:lnTo>
                    <a:lnTo>
                      <a:pt x="22" y="42"/>
                    </a:lnTo>
                    <a:lnTo>
                      <a:pt x="22" y="42"/>
                    </a:lnTo>
                    <a:lnTo>
                      <a:pt x="22" y="44"/>
                    </a:lnTo>
                    <a:lnTo>
                      <a:pt x="22" y="44"/>
                    </a:lnTo>
                    <a:lnTo>
                      <a:pt x="20" y="44"/>
                    </a:lnTo>
                    <a:lnTo>
                      <a:pt x="20" y="44"/>
                    </a:lnTo>
                    <a:lnTo>
                      <a:pt x="20" y="42"/>
                    </a:lnTo>
                    <a:lnTo>
                      <a:pt x="20" y="42"/>
                    </a:lnTo>
                    <a:lnTo>
                      <a:pt x="20" y="42"/>
                    </a:lnTo>
                    <a:lnTo>
                      <a:pt x="20" y="42"/>
                    </a:lnTo>
                    <a:lnTo>
                      <a:pt x="20" y="42"/>
                    </a:lnTo>
                    <a:lnTo>
                      <a:pt x="20" y="44"/>
                    </a:lnTo>
                    <a:lnTo>
                      <a:pt x="20" y="44"/>
                    </a:lnTo>
                    <a:lnTo>
                      <a:pt x="16" y="44"/>
                    </a:lnTo>
                    <a:lnTo>
                      <a:pt x="16" y="44"/>
                    </a:lnTo>
                    <a:lnTo>
                      <a:pt x="16" y="42"/>
                    </a:lnTo>
                    <a:lnTo>
                      <a:pt x="16" y="42"/>
                    </a:lnTo>
                    <a:lnTo>
                      <a:pt x="16" y="44"/>
                    </a:lnTo>
                    <a:lnTo>
                      <a:pt x="16" y="44"/>
                    </a:lnTo>
                    <a:lnTo>
                      <a:pt x="16" y="44"/>
                    </a:lnTo>
                    <a:lnTo>
                      <a:pt x="16" y="44"/>
                    </a:lnTo>
                    <a:lnTo>
                      <a:pt x="16" y="44"/>
                    </a:lnTo>
                    <a:lnTo>
                      <a:pt x="16" y="44"/>
                    </a:lnTo>
                    <a:lnTo>
                      <a:pt x="16" y="44"/>
                    </a:lnTo>
                    <a:lnTo>
                      <a:pt x="12" y="44"/>
                    </a:lnTo>
                    <a:lnTo>
                      <a:pt x="12" y="44"/>
                    </a:lnTo>
                    <a:lnTo>
                      <a:pt x="12" y="44"/>
                    </a:lnTo>
                    <a:lnTo>
                      <a:pt x="8" y="44"/>
                    </a:lnTo>
                    <a:lnTo>
                      <a:pt x="8" y="44"/>
                    </a:lnTo>
                    <a:lnTo>
                      <a:pt x="8" y="44"/>
                    </a:lnTo>
                    <a:lnTo>
                      <a:pt x="8" y="44"/>
                    </a:lnTo>
                    <a:lnTo>
                      <a:pt x="4" y="44"/>
                    </a:lnTo>
                    <a:lnTo>
                      <a:pt x="0" y="44"/>
                    </a:lnTo>
                    <a:lnTo>
                      <a:pt x="0" y="42"/>
                    </a:lnTo>
                    <a:lnTo>
                      <a:pt x="0" y="42"/>
                    </a:lnTo>
                    <a:lnTo>
                      <a:pt x="0" y="42"/>
                    </a:lnTo>
                    <a:lnTo>
                      <a:pt x="0" y="42"/>
                    </a:lnTo>
                    <a:lnTo>
                      <a:pt x="4" y="42"/>
                    </a:lnTo>
                    <a:lnTo>
                      <a:pt x="4" y="42"/>
                    </a:lnTo>
                    <a:lnTo>
                      <a:pt x="8" y="42"/>
                    </a:lnTo>
                    <a:lnTo>
                      <a:pt x="8" y="42"/>
                    </a:lnTo>
                    <a:lnTo>
                      <a:pt x="8" y="42"/>
                    </a:lnTo>
                    <a:lnTo>
                      <a:pt x="8" y="42"/>
                    </a:lnTo>
                    <a:lnTo>
                      <a:pt x="8" y="42"/>
                    </a:lnTo>
                    <a:lnTo>
                      <a:pt x="8" y="42"/>
                    </a:lnTo>
                    <a:lnTo>
                      <a:pt x="8" y="42"/>
                    </a:lnTo>
                    <a:lnTo>
                      <a:pt x="8" y="42"/>
                    </a:lnTo>
                    <a:lnTo>
                      <a:pt x="8" y="42"/>
                    </a:lnTo>
                    <a:lnTo>
                      <a:pt x="8" y="42"/>
                    </a:lnTo>
                    <a:lnTo>
                      <a:pt x="8" y="42"/>
                    </a:lnTo>
                    <a:lnTo>
                      <a:pt x="8" y="42"/>
                    </a:lnTo>
                    <a:lnTo>
                      <a:pt x="8" y="42"/>
                    </a:lnTo>
                    <a:lnTo>
                      <a:pt x="12" y="44"/>
                    </a:lnTo>
                    <a:lnTo>
                      <a:pt x="12" y="44"/>
                    </a:lnTo>
                    <a:lnTo>
                      <a:pt x="12" y="44"/>
                    </a:lnTo>
                    <a:lnTo>
                      <a:pt x="12" y="44"/>
                    </a:lnTo>
                    <a:lnTo>
                      <a:pt x="12" y="44"/>
                    </a:lnTo>
                    <a:lnTo>
                      <a:pt x="12" y="44"/>
                    </a:lnTo>
                    <a:lnTo>
                      <a:pt x="12" y="42"/>
                    </a:lnTo>
                    <a:lnTo>
                      <a:pt x="12" y="42"/>
                    </a:lnTo>
                    <a:lnTo>
                      <a:pt x="12" y="42"/>
                    </a:lnTo>
                    <a:lnTo>
                      <a:pt x="12" y="42"/>
                    </a:lnTo>
                    <a:lnTo>
                      <a:pt x="12" y="42"/>
                    </a:lnTo>
                    <a:lnTo>
                      <a:pt x="8" y="42"/>
                    </a:lnTo>
                    <a:lnTo>
                      <a:pt x="8" y="42"/>
                    </a:lnTo>
                    <a:lnTo>
                      <a:pt x="8" y="42"/>
                    </a:lnTo>
                    <a:lnTo>
                      <a:pt x="8" y="42"/>
                    </a:lnTo>
                    <a:lnTo>
                      <a:pt x="12" y="42"/>
                    </a:lnTo>
                    <a:lnTo>
                      <a:pt x="12" y="42"/>
                    </a:lnTo>
                    <a:lnTo>
                      <a:pt x="12" y="42"/>
                    </a:lnTo>
                    <a:lnTo>
                      <a:pt x="12" y="42"/>
                    </a:lnTo>
                    <a:lnTo>
                      <a:pt x="12" y="42"/>
                    </a:lnTo>
                    <a:lnTo>
                      <a:pt x="12" y="42"/>
                    </a:lnTo>
                    <a:lnTo>
                      <a:pt x="12" y="42"/>
                    </a:lnTo>
                    <a:lnTo>
                      <a:pt x="12" y="42"/>
                    </a:lnTo>
                    <a:lnTo>
                      <a:pt x="12" y="38"/>
                    </a:lnTo>
                    <a:lnTo>
                      <a:pt x="12" y="38"/>
                    </a:lnTo>
                    <a:lnTo>
                      <a:pt x="12" y="38"/>
                    </a:lnTo>
                    <a:lnTo>
                      <a:pt x="12" y="38"/>
                    </a:lnTo>
                    <a:lnTo>
                      <a:pt x="12" y="38"/>
                    </a:lnTo>
                    <a:lnTo>
                      <a:pt x="12" y="38"/>
                    </a:lnTo>
                    <a:lnTo>
                      <a:pt x="12" y="38"/>
                    </a:lnTo>
                    <a:lnTo>
                      <a:pt x="8" y="38"/>
                    </a:lnTo>
                    <a:lnTo>
                      <a:pt x="8" y="38"/>
                    </a:lnTo>
                    <a:lnTo>
                      <a:pt x="8" y="38"/>
                    </a:lnTo>
                    <a:lnTo>
                      <a:pt x="8" y="38"/>
                    </a:lnTo>
                    <a:lnTo>
                      <a:pt x="8" y="38"/>
                    </a:lnTo>
                    <a:lnTo>
                      <a:pt x="8" y="38"/>
                    </a:lnTo>
                    <a:lnTo>
                      <a:pt x="8" y="34"/>
                    </a:lnTo>
                    <a:lnTo>
                      <a:pt x="8" y="34"/>
                    </a:lnTo>
                    <a:lnTo>
                      <a:pt x="8" y="34"/>
                    </a:lnTo>
                    <a:lnTo>
                      <a:pt x="8" y="34"/>
                    </a:lnTo>
                    <a:lnTo>
                      <a:pt x="8" y="34"/>
                    </a:lnTo>
                    <a:lnTo>
                      <a:pt x="12" y="34"/>
                    </a:lnTo>
                    <a:lnTo>
                      <a:pt x="12" y="34"/>
                    </a:lnTo>
                    <a:lnTo>
                      <a:pt x="12" y="30"/>
                    </a:lnTo>
                    <a:lnTo>
                      <a:pt x="16" y="26"/>
                    </a:lnTo>
                    <a:lnTo>
                      <a:pt x="16" y="26"/>
                    </a:lnTo>
                    <a:lnTo>
                      <a:pt x="16" y="26"/>
                    </a:lnTo>
                    <a:lnTo>
                      <a:pt x="16" y="26"/>
                    </a:lnTo>
                    <a:lnTo>
                      <a:pt x="16" y="26"/>
                    </a:lnTo>
                    <a:lnTo>
                      <a:pt x="16" y="22"/>
                    </a:lnTo>
                    <a:lnTo>
                      <a:pt x="16" y="22"/>
                    </a:lnTo>
                    <a:lnTo>
                      <a:pt x="16" y="22"/>
                    </a:lnTo>
                    <a:lnTo>
                      <a:pt x="16" y="22"/>
                    </a:lnTo>
                    <a:lnTo>
                      <a:pt x="20" y="22"/>
                    </a:lnTo>
                    <a:lnTo>
                      <a:pt x="20" y="22"/>
                    </a:lnTo>
                    <a:lnTo>
                      <a:pt x="20" y="22"/>
                    </a:lnTo>
                    <a:lnTo>
                      <a:pt x="22" y="22"/>
                    </a:lnTo>
                    <a:lnTo>
                      <a:pt x="22" y="22"/>
                    </a:lnTo>
                    <a:lnTo>
                      <a:pt x="22" y="22"/>
                    </a:lnTo>
                    <a:lnTo>
                      <a:pt x="22" y="22"/>
                    </a:lnTo>
                    <a:lnTo>
                      <a:pt x="22" y="26"/>
                    </a:lnTo>
                    <a:lnTo>
                      <a:pt x="26" y="26"/>
                    </a:lnTo>
                    <a:lnTo>
                      <a:pt x="26" y="26"/>
                    </a:lnTo>
                    <a:lnTo>
                      <a:pt x="26" y="26"/>
                    </a:lnTo>
                    <a:lnTo>
                      <a:pt x="26" y="26"/>
                    </a:lnTo>
                    <a:lnTo>
                      <a:pt x="26" y="26"/>
                    </a:lnTo>
                    <a:close/>
                    <a:moveTo>
                      <a:pt x="22" y="22"/>
                    </a:moveTo>
                    <a:lnTo>
                      <a:pt x="22" y="22"/>
                    </a:lnTo>
                    <a:lnTo>
                      <a:pt x="22" y="18"/>
                    </a:lnTo>
                    <a:lnTo>
                      <a:pt x="22" y="18"/>
                    </a:lnTo>
                    <a:lnTo>
                      <a:pt x="22" y="18"/>
                    </a:lnTo>
                    <a:lnTo>
                      <a:pt x="22" y="18"/>
                    </a:lnTo>
                    <a:lnTo>
                      <a:pt x="22" y="18"/>
                    </a:lnTo>
                    <a:lnTo>
                      <a:pt x="22" y="18"/>
                    </a:lnTo>
                    <a:lnTo>
                      <a:pt x="26" y="18"/>
                    </a:lnTo>
                    <a:lnTo>
                      <a:pt x="26" y="18"/>
                    </a:lnTo>
                    <a:lnTo>
                      <a:pt x="26" y="18"/>
                    </a:lnTo>
                    <a:lnTo>
                      <a:pt x="26" y="18"/>
                    </a:lnTo>
                    <a:lnTo>
                      <a:pt x="26" y="18"/>
                    </a:lnTo>
                    <a:lnTo>
                      <a:pt x="26" y="18"/>
                    </a:lnTo>
                    <a:lnTo>
                      <a:pt x="26" y="18"/>
                    </a:lnTo>
                    <a:lnTo>
                      <a:pt x="30" y="18"/>
                    </a:lnTo>
                    <a:lnTo>
                      <a:pt x="30" y="18"/>
                    </a:lnTo>
                    <a:lnTo>
                      <a:pt x="30" y="18"/>
                    </a:lnTo>
                    <a:lnTo>
                      <a:pt x="30" y="18"/>
                    </a:lnTo>
                    <a:lnTo>
                      <a:pt x="30" y="18"/>
                    </a:lnTo>
                    <a:lnTo>
                      <a:pt x="30" y="22"/>
                    </a:lnTo>
                    <a:lnTo>
                      <a:pt x="30" y="22"/>
                    </a:lnTo>
                    <a:lnTo>
                      <a:pt x="26" y="22"/>
                    </a:lnTo>
                    <a:lnTo>
                      <a:pt x="26" y="22"/>
                    </a:lnTo>
                    <a:lnTo>
                      <a:pt x="26" y="22"/>
                    </a:lnTo>
                    <a:lnTo>
                      <a:pt x="26" y="22"/>
                    </a:lnTo>
                    <a:lnTo>
                      <a:pt x="22" y="22"/>
                    </a:lnTo>
                    <a:lnTo>
                      <a:pt x="22" y="22"/>
                    </a:lnTo>
                    <a:lnTo>
                      <a:pt x="22" y="22"/>
                    </a:lnTo>
                    <a:lnTo>
                      <a:pt x="22" y="22"/>
                    </a:lnTo>
                    <a:lnTo>
                      <a:pt x="22" y="22"/>
                    </a:lnTo>
                    <a:lnTo>
                      <a:pt x="22" y="22"/>
                    </a:lnTo>
                    <a:lnTo>
                      <a:pt x="22" y="22"/>
                    </a:lnTo>
                    <a:lnTo>
                      <a:pt x="22" y="22"/>
                    </a:lnTo>
                    <a:lnTo>
                      <a:pt x="22" y="22"/>
                    </a:lnTo>
                    <a:close/>
                    <a:moveTo>
                      <a:pt x="30" y="22"/>
                    </a:moveTo>
                    <a:lnTo>
                      <a:pt x="30" y="22"/>
                    </a:lnTo>
                    <a:lnTo>
                      <a:pt x="30" y="26"/>
                    </a:lnTo>
                    <a:lnTo>
                      <a:pt x="30" y="26"/>
                    </a:lnTo>
                    <a:lnTo>
                      <a:pt x="30" y="26"/>
                    </a:lnTo>
                    <a:lnTo>
                      <a:pt x="30" y="26"/>
                    </a:lnTo>
                    <a:lnTo>
                      <a:pt x="26" y="26"/>
                    </a:lnTo>
                    <a:lnTo>
                      <a:pt x="26" y="26"/>
                    </a:lnTo>
                    <a:lnTo>
                      <a:pt x="26" y="26"/>
                    </a:lnTo>
                    <a:lnTo>
                      <a:pt x="26" y="26"/>
                    </a:lnTo>
                    <a:lnTo>
                      <a:pt x="26" y="26"/>
                    </a:lnTo>
                    <a:lnTo>
                      <a:pt x="26" y="26"/>
                    </a:lnTo>
                    <a:lnTo>
                      <a:pt x="26" y="26"/>
                    </a:lnTo>
                    <a:lnTo>
                      <a:pt x="26" y="26"/>
                    </a:lnTo>
                    <a:lnTo>
                      <a:pt x="26" y="26"/>
                    </a:lnTo>
                    <a:lnTo>
                      <a:pt x="22" y="22"/>
                    </a:lnTo>
                    <a:lnTo>
                      <a:pt x="26" y="22"/>
                    </a:lnTo>
                    <a:lnTo>
                      <a:pt x="26" y="22"/>
                    </a:lnTo>
                    <a:lnTo>
                      <a:pt x="26" y="22"/>
                    </a:lnTo>
                    <a:lnTo>
                      <a:pt x="26" y="22"/>
                    </a:lnTo>
                    <a:lnTo>
                      <a:pt x="30" y="22"/>
                    </a:lnTo>
                    <a:lnTo>
                      <a:pt x="30" y="22"/>
                    </a:lnTo>
                    <a:lnTo>
                      <a:pt x="30" y="22"/>
                    </a:lnTo>
                    <a:lnTo>
                      <a:pt x="30" y="18"/>
                    </a:lnTo>
                    <a:lnTo>
                      <a:pt x="30" y="18"/>
                    </a:lnTo>
                    <a:lnTo>
                      <a:pt x="30" y="18"/>
                    </a:lnTo>
                    <a:lnTo>
                      <a:pt x="34" y="18"/>
                    </a:lnTo>
                    <a:lnTo>
                      <a:pt x="34" y="18"/>
                    </a:lnTo>
                    <a:lnTo>
                      <a:pt x="34" y="22"/>
                    </a:lnTo>
                    <a:lnTo>
                      <a:pt x="34" y="22"/>
                    </a:lnTo>
                    <a:lnTo>
                      <a:pt x="34" y="22"/>
                    </a:lnTo>
                    <a:lnTo>
                      <a:pt x="34" y="22"/>
                    </a:lnTo>
                    <a:lnTo>
                      <a:pt x="34" y="22"/>
                    </a:lnTo>
                    <a:lnTo>
                      <a:pt x="34" y="22"/>
                    </a:lnTo>
                    <a:lnTo>
                      <a:pt x="30" y="22"/>
                    </a:lnTo>
                    <a:lnTo>
                      <a:pt x="30" y="22"/>
                    </a:lnTo>
                    <a:lnTo>
                      <a:pt x="30" y="22"/>
                    </a:lnTo>
                    <a:lnTo>
                      <a:pt x="30" y="22"/>
                    </a:lnTo>
                    <a:close/>
                    <a:moveTo>
                      <a:pt x="8" y="38"/>
                    </a:moveTo>
                    <a:lnTo>
                      <a:pt x="8" y="38"/>
                    </a:lnTo>
                    <a:lnTo>
                      <a:pt x="8" y="38"/>
                    </a:lnTo>
                    <a:lnTo>
                      <a:pt x="8" y="38"/>
                    </a:lnTo>
                    <a:lnTo>
                      <a:pt x="8" y="38"/>
                    </a:lnTo>
                    <a:lnTo>
                      <a:pt x="12" y="38"/>
                    </a:lnTo>
                    <a:lnTo>
                      <a:pt x="12" y="38"/>
                    </a:lnTo>
                    <a:lnTo>
                      <a:pt x="12" y="42"/>
                    </a:lnTo>
                    <a:lnTo>
                      <a:pt x="8" y="42"/>
                    </a:lnTo>
                    <a:lnTo>
                      <a:pt x="8" y="42"/>
                    </a:lnTo>
                    <a:lnTo>
                      <a:pt x="8" y="42"/>
                    </a:lnTo>
                    <a:lnTo>
                      <a:pt x="8" y="42"/>
                    </a:lnTo>
                    <a:lnTo>
                      <a:pt x="4" y="38"/>
                    </a:lnTo>
                    <a:lnTo>
                      <a:pt x="4" y="38"/>
                    </a:lnTo>
                    <a:lnTo>
                      <a:pt x="4" y="38"/>
                    </a:lnTo>
                    <a:lnTo>
                      <a:pt x="4" y="38"/>
                    </a:lnTo>
                    <a:lnTo>
                      <a:pt x="4" y="38"/>
                    </a:lnTo>
                    <a:lnTo>
                      <a:pt x="4" y="38"/>
                    </a:lnTo>
                    <a:lnTo>
                      <a:pt x="4" y="38"/>
                    </a:lnTo>
                    <a:lnTo>
                      <a:pt x="8" y="38"/>
                    </a:lnTo>
                    <a:lnTo>
                      <a:pt x="8" y="38"/>
                    </a:lnTo>
                    <a:lnTo>
                      <a:pt x="8" y="38"/>
                    </a:lnTo>
                    <a:close/>
                    <a:moveTo>
                      <a:pt x="0" y="44"/>
                    </a:moveTo>
                    <a:lnTo>
                      <a:pt x="0" y="44"/>
                    </a:lnTo>
                    <a:lnTo>
                      <a:pt x="0" y="44"/>
                    </a:lnTo>
                    <a:lnTo>
                      <a:pt x="0" y="44"/>
                    </a:lnTo>
                    <a:lnTo>
                      <a:pt x="4" y="44"/>
                    </a:lnTo>
                    <a:lnTo>
                      <a:pt x="4" y="44"/>
                    </a:lnTo>
                    <a:lnTo>
                      <a:pt x="4" y="44"/>
                    </a:lnTo>
                    <a:lnTo>
                      <a:pt x="8" y="44"/>
                    </a:lnTo>
                    <a:lnTo>
                      <a:pt x="8" y="44"/>
                    </a:lnTo>
                    <a:lnTo>
                      <a:pt x="12" y="44"/>
                    </a:lnTo>
                    <a:lnTo>
                      <a:pt x="12" y="44"/>
                    </a:lnTo>
                    <a:lnTo>
                      <a:pt x="12" y="44"/>
                    </a:lnTo>
                    <a:lnTo>
                      <a:pt x="12" y="44"/>
                    </a:lnTo>
                    <a:lnTo>
                      <a:pt x="12" y="48"/>
                    </a:lnTo>
                    <a:lnTo>
                      <a:pt x="8" y="48"/>
                    </a:lnTo>
                    <a:lnTo>
                      <a:pt x="8" y="48"/>
                    </a:lnTo>
                    <a:lnTo>
                      <a:pt x="8" y="48"/>
                    </a:lnTo>
                    <a:lnTo>
                      <a:pt x="4" y="48"/>
                    </a:lnTo>
                    <a:lnTo>
                      <a:pt x="4" y="48"/>
                    </a:lnTo>
                    <a:lnTo>
                      <a:pt x="4" y="44"/>
                    </a:lnTo>
                    <a:lnTo>
                      <a:pt x="4" y="44"/>
                    </a:lnTo>
                    <a:lnTo>
                      <a:pt x="0" y="48"/>
                    </a:lnTo>
                    <a:lnTo>
                      <a:pt x="0" y="48"/>
                    </a:lnTo>
                    <a:lnTo>
                      <a:pt x="0" y="48"/>
                    </a:lnTo>
                    <a:lnTo>
                      <a:pt x="0" y="48"/>
                    </a:lnTo>
                    <a:lnTo>
                      <a:pt x="0" y="48"/>
                    </a:lnTo>
                    <a:lnTo>
                      <a:pt x="0" y="48"/>
                    </a:lnTo>
                    <a:lnTo>
                      <a:pt x="0" y="44"/>
                    </a:lnTo>
                    <a:lnTo>
                      <a:pt x="0" y="44"/>
                    </a:lnTo>
                    <a:lnTo>
                      <a:pt x="0" y="44"/>
                    </a:lnTo>
                    <a:lnTo>
                      <a:pt x="0" y="44"/>
                    </a:lnTo>
                    <a:close/>
                    <a:moveTo>
                      <a:pt x="26" y="4"/>
                    </a:moveTo>
                    <a:lnTo>
                      <a:pt x="26" y="4"/>
                    </a:lnTo>
                    <a:lnTo>
                      <a:pt x="26" y="4"/>
                    </a:lnTo>
                    <a:lnTo>
                      <a:pt x="26" y="4"/>
                    </a:lnTo>
                    <a:lnTo>
                      <a:pt x="26" y="4"/>
                    </a:lnTo>
                    <a:lnTo>
                      <a:pt x="26" y="4"/>
                    </a:lnTo>
                    <a:lnTo>
                      <a:pt x="26" y="4"/>
                    </a:lnTo>
                    <a:lnTo>
                      <a:pt x="30" y="0"/>
                    </a:lnTo>
                    <a:lnTo>
                      <a:pt x="30" y="0"/>
                    </a:lnTo>
                    <a:lnTo>
                      <a:pt x="30" y="0"/>
                    </a:lnTo>
                    <a:lnTo>
                      <a:pt x="30" y="0"/>
                    </a:lnTo>
                    <a:lnTo>
                      <a:pt x="30" y="0"/>
                    </a:lnTo>
                    <a:lnTo>
                      <a:pt x="26" y="4"/>
                    </a:lnTo>
                    <a:lnTo>
                      <a:pt x="26" y="4"/>
                    </a:lnTo>
                    <a:lnTo>
                      <a:pt x="26" y="4"/>
                    </a:lnTo>
                    <a:lnTo>
                      <a:pt x="26" y="4"/>
                    </a:lnTo>
                    <a:lnTo>
                      <a:pt x="26" y="4"/>
                    </a:lnTo>
                    <a:lnTo>
                      <a:pt x="26" y="4"/>
                    </a:lnTo>
                    <a:close/>
                    <a:moveTo>
                      <a:pt x="20" y="12"/>
                    </a:moveTo>
                    <a:lnTo>
                      <a:pt x="20" y="12"/>
                    </a:lnTo>
                    <a:lnTo>
                      <a:pt x="20" y="12"/>
                    </a:lnTo>
                    <a:lnTo>
                      <a:pt x="20" y="12"/>
                    </a:lnTo>
                    <a:lnTo>
                      <a:pt x="20" y="12"/>
                    </a:lnTo>
                    <a:lnTo>
                      <a:pt x="20" y="12"/>
                    </a:lnTo>
                    <a:lnTo>
                      <a:pt x="20" y="8"/>
                    </a:lnTo>
                    <a:lnTo>
                      <a:pt x="20" y="8"/>
                    </a:lnTo>
                    <a:lnTo>
                      <a:pt x="20" y="8"/>
                    </a:lnTo>
                    <a:lnTo>
                      <a:pt x="20" y="8"/>
                    </a:lnTo>
                    <a:lnTo>
                      <a:pt x="20" y="8"/>
                    </a:lnTo>
                    <a:lnTo>
                      <a:pt x="22" y="8"/>
                    </a:lnTo>
                    <a:lnTo>
                      <a:pt x="22" y="8"/>
                    </a:lnTo>
                    <a:lnTo>
                      <a:pt x="22" y="8"/>
                    </a:lnTo>
                    <a:lnTo>
                      <a:pt x="22" y="8"/>
                    </a:lnTo>
                    <a:lnTo>
                      <a:pt x="22" y="8"/>
                    </a:lnTo>
                    <a:lnTo>
                      <a:pt x="20" y="12"/>
                    </a:lnTo>
                    <a:lnTo>
                      <a:pt x="20" y="12"/>
                    </a:lnTo>
                    <a:lnTo>
                      <a:pt x="20" y="12"/>
                    </a:lnTo>
                    <a:lnTo>
                      <a:pt x="20" y="12"/>
                    </a:lnTo>
                    <a:lnTo>
                      <a:pt x="20" y="12"/>
                    </a:lnTo>
                    <a:lnTo>
                      <a:pt x="20" y="12"/>
                    </a:lnTo>
                    <a:lnTo>
                      <a:pt x="20"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2" name="Freeform 116"/>
              <p:cNvSpPr>
                <a:spLocks noEditPoints="1"/>
              </p:cNvSpPr>
              <p:nvPr/>
            </p:nvSpPr>
            <p:spPr bwMode="gray">
              <a:xfrm>
                <a:off x="4914745" y="2084728"/>
                <a:ext cx="650486" cy="553084"/>
              </a:xfrm>
              <a:custGeom>
                <a:avLst/>
                <a:gdLst>
                  <a:gd name="T0" fmla="*/ 104 w 374"/>
                  <a:gd name="T1" fmla="*/ 154 h 318"/>
                  <a:gd name="T2" fmla="*/ 120 w 374"/>
                  <a:gd name="T3" fmla="*/ 132 h 318"/>
                  <a:gd name="T4" fmla="*/ 120 w 374"/>
                  <a:gd name="T5" fmla="*/ 116 h 318"/>
                  <a:gd name="T6" fmla="*/ 142 w 374"/>
                  <a:gd name="T7" fmla="*/ 102 h 318"/>
                  <a:gd name="T8" fmla="*/ 150 w 374"/>
                  <a:gd name="T9" fmla="*/ 94 h 318"/>
                  <a:gd name="T10" fmla="*/ 146 w 374"/>
                  <a:gd name="T11" fmla="*/ 82 h 318"/>
                  <a:gd name="T12" fmla="*/ 164 w 374"/>
                  <a:gd name="T13" fmla="*/ 82 h 318"/>
                  <a:gd name="T14" fmla="*/ 184 w 374"/>
                  <a:gd name="T15" fmla="*/ 72 h 318"/>
                  <a:gd name="T16" fmla="*/ 180 w 374"/>
                  <a:gd name="T17" fmla="*/ 56 h 318"/>
                  <a:gd name="T18" fmla="*/ 202 w 374"/>
                  <a:gd name="T19" fmla="*/ 42 h 318"/>
                  <a:gd name="T20" fmla="*/ 232 w 374"/>
                  <a:gd name="T21" fmla="*/ 30 h 318"/>
                  <a:gd name="T22" fmla="*/ 254 w 374"/>
                  <a:gd name="T23" fmla="*/ 22 h 318"/>
                  <a:gd name="T24" fmla="*/ 276 w 374"/>
                  <a:gd name="T25" fmla="*/ 8 h 318"/>
                  <a:gd name="T26" fmla="*/ 296 w 374"/>
                  <a:gd name="T27" fmla="*/ 22 h 318"/>
                  <a:gd name="T28" fmla="*/ 318 w 374"/>
                  <a:gd name="T29" fmla="*/ 8 h 318"/>
                  <a:gd name="T30" fmla="*/ 332 w 374"/>
                  <a:gd name="T31" fmla="*/ 22 h 318"/>
                  <a:gd name="T32" fmla="*/ 374 w 374"/>
                  <a:gd name="T33" fmla="*/ 22 h 318"/>
                  <a:gd name="T34" fmla="*/ 358 w 374"/>
                  <a:gd name="T35" fmla="*/ 34 h 318"/>
                  <a:gd name="T36" fmla="*/ 348 w 374"/>
                  <a:gd name="T37" fmla="*/ 38 h 318"/>
                  <a:gd name="T38" fmla="*/ 296 w 374"/>
                  <a:gd name="T39" fmla="*/ 56 h 318"/>
                  <a:gd name="T40" fmla="*/ 232 w 374"/>
                  <a:gd name="T41" fmla="*/ 52 h 318"/>
                  <a:gd name="T42" fmla="*/ 168 w 374"/>
                  <a:gd name="T43" fmla="*/ 90 h 318"/>
                  <a:gd name="T44" fmla="*/ 128 w 374"/>
                  <a:gd name="T45" fmla="*/ 162 h 318"/>
                  <a:gd name="T46" fmla="*/ 112 w 374"/>
                  <a:gd name="T47" fmla="*/ 236 h 318"/>
                  <a:gd name="T48" fmla="*/ 90 w 374"/>
                  <a:gd name="T49" fmla="*/ 292 h 318"/>
                  <a:gd name="T50" fmla="*/ 72 w 374"/>
                  <a:gd name="T51" fmla="*/ 294 h 318"/>
                  <a:gd name="T52" fmla="*/ 12 w 374"/>
                  <a:gd name="T53" fmla="*/ 292 h 318"/>
                  <a:gd name="T54" fmla="*/ 14 w 374"/>
                  <a:gd name="T55" fmla="*/ 284 h 318"/>
                  <a:gd name="T56" fmla="*/ 30 w 374"/>
                  <a:gd name="T57" fmla="*/ 262 h 318"/>
                  <a:gd name="T58" fmla="*/ 14 w 374"/>
                  <a:gd name="T59" fmla="*/ 258 h 318"/>
                  <a:gd name="T60" fmla="*/ 34 w 374"/>
                  <a:gd name="T61" fmla="*/ 246 h 318"/>
                  <a:gd name="T62" fmla="*/ 8 w 374"/>
                  <a:gd name="T63" fmla="*/ 238 h 318"/>
                  <a:gd name="T64" fmla="*/ 8 w 374"/>
                  <a:gd name="T65" fmla="*/ 228 h 318"/>
                  <a:gd name="T66" fmla="*/ 30 w 374"/>
                  <a:gd name="T67" fmla="*/ 224 h 318"/>
                  <a:gd name="T68" fmla="*/ 44 w 374"/>
                  <a:gd name="T69" fmla="*/ 210 h 318"/>
                  <a:gd name="T70" fmla="*/ 52 w 374"/>
                  <a:gd name="T71" fmla="*/ 206 h 318"/>
                  <a:gd name="T72" fmla="*/ 64 w 374"/>
                  <a:gd name="T73" fmla="*/ 192 h 318"/>
                  <a:gd name="T74" fmla="*/ 86 w 374"/>
                  <a:gd name="T75" fmla="*/ 180 h 318"/>
                  <a:gd name="T76" fmla="*/ 284 w 374"/>
                  <a:gd name="T77" fmla="*/ 4 h 318"/>
                  <a:gd name="T78" fmla="*/ 206 w 374"/>
                  <a:gd name="T79" fmla="*/ 26 h 318"/>
                  <a:gd name="T80" fmla="*/ 354 w 374"/>
                  <a:gd name="T81" fmla="*/ 38 h 318"/>
                  <a:gd name="T82" fmla="*/ 176 w 374"/>
                  <a:gd name="T83" fmla="*/ 60 h 318"/>
                  <a:gd name="T84" fmla="*/ 124 w 374"/>
                  <a:gd name="T85" fmla="*/ 76 h 318"/>
                  <a:gd name="T86" fmla="*/ 130 w 374"/>
                  <a:gd name="T87" fmla="*/ 106 h 318"/>
                  <a:gd name="T88" fmla="*/ 104 w 374"/>
                  <a:gd name="T89" fmla="*/ 154 h 318"/>
                  <a:gd name="T90" fmla="*/ 52 w 374"/>
                  <a:gd name="T91" fmla="*/ 194 h 318"/>
                  <a:gd name="T92" fmla="*/ 42 w 374"/>
                  <a:gd name="T93" fmla="*/ 202 h 318"/>
                  <a:gd name="T94" fmla="*/ 12 w 374"/>
                  <a:gd name="T95" fmla="*/ 222 h 318"/>
                  <a:gd name="T96" fmla="*/ 12 w 374"/>
                  <a:gd name="T97" fmla="*/ 262 h 318"/>
                  <a:gd name="T98" fmla="*/ 248 w 374"/>
                  <a:gd name="T99" fmla="*/ 16 h 318"/>
                  <a:gd name="T100" fmla="*/ 270 w 374"/>
                  <a:gd name="T101" fmla="*/ 16 h 318"/>
                  <a:gd name="T102" fmla="*/ 228 w 374"/>
                  <a:gd name="T103" fmla="*/ 30 h 318"/>
                  <a:gd name="T104" fmla="*/ 194 w 374"/>
                  <a:gd name="T105" fmla="*/ 38 h 318"/>
                  <a:gd name="T106" fmla="*/ 176 w 374"/>
                  <a:gd name="T107" fmla="*/ 42 h 318"/>
                  <a:gd name="T108" fmla="*/ 154 w 374"/>
                  <a:gd name="T109" fmla="*/ 56 h 318"/>
                  <a:gd name="T110" fmla="*/ 146 w 374"/>
                  <a:gd name="T111" fmla="*/ 60 h 318"/>
                  <a:gd name="T112" fmla="*/ 158 w 374"/>
                  <a:gd name="T113" fmla="*/ 56 h 318"/>
                  <a:gd name="T114" fmla="*/ 134 w 374"/>
                  <a:gd name="T115" fmla="*/ 76 h 318"/>
                  <a:gd name="T116" fmla="*/ 108 w 374"/>
                  <a:gd name="T117" fmla="*/ 132 h 318"/>
                  <a:gd name="T118" fmla="*/ 44 w 374"/>
                  <a:gd name="T119" fmla="*/ 194 h 318"/>
                  <a:gd name="T120" fmla="*/ 8 w 374"/>
                  <a:gd name="T121" fmla="*/ 262 h 318"/>
                  <a:gd name="T122" fmla="*/ 8 w 374"/>
                  <a:gd name="T123" fmla="*/ 280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74" h="318">
                    <a:moveTo>
                      <a:pt x="82" y="168"/>
                    </a:moveTo>
                    <a:lnTo>
                      <a:pt x="86" y="168"/>
                    </a:lnTo>
                    <a:lnTo>
                      <a:pt x="82" y="168"/>
                    </a:lnTo>
                    <a:lnTo>
                      <a:pt x="86" y="164"/>
                    </a:lnTo>
                    <a:lnTo>
                      <a:pt x="90" y="164"/>
                    </a:lnTo>
                    <a:lnTo>
                      <a:pt x="94" y="168"/>
                    </a:lnTo>
                    <a:lnTo>
                      <a:pt x="94" y="164"/>
                    </a:lnTo>
                    <a:lnTo>
                      <a:pt x="98" y="164"/>
                    </a:lnTo>
                    <a:lnTo>
                      <a:pt x="102" y="164"/>
                    </a:lnTo>
                    <a:lnTo>
                      <a:pt x="98" y="164"/>
                    </a:lnTo>
                    <a:lnTo>
                      <a:pt x="94" y="164"/>
                    </a:lnTo>
                    <a:lnTo>
                      <a:pt x="94" y="162"/>
                    </a:lnTo>
                    <a:lnTo>
                      <a:pt x="98" y="162"/>
                    </a:lnTo>
                    <a:lnTo>
                      <a:pt x="102" y="162"/>
                    </a:lnTo>
                    <a:lnTo>
                      <a:pt x="102" y="158"/>
                    </a:lnTo>
                    <a:lnTo>
                      <a:pt x="98" y="158"/>
                    </a:lnTo>
                    <a:lnTo>
                      <a:pt x="102" y="158"/>
                    </a:lnTo>
                    <a:lnTo>
                      <a:pt x="104" y="154"/>
                    </a:lnTo>
                    <a:lnTo>
                      <a:pt x="102" y="154"/>
                    </a:lnTo>
                    <a:lnTo>
                      <a:pt x="102" y="158"/>
                    </a:lnTo>
                    <a:lnTo>
                      <a:pt x="94" y="162"/>
                    </a:lnTo>
                    <a:lnTo>
                      <a:pt x="94" y="158"/>
                    </a:lnTo>
                    <a:lnTo>
                      <a:pt x="98" y="158"/>
                    </a:lnTo>
                    <a:lnTo>
                      <a:pt x="94" y="158"/>
                    </a:lnTo>
                    <a:lnTo>
                      <a:pt x="98" y="154"/>
                    </a:lnTo>
                    <a:lnTo>
                      <a:pt x="102" y="154"/>
                    </a:lnTo>
                    <a:lnTo>
                      <a:pt x="104" y="154"/>
                    </a:lnTo>
                    <a:lnTo>
                      <a:pt x="108" y="154"/>
                    </a:lnTo>
                    <a:lnTo>
                      <a:pt x="112" y="150"/>
                    </a:lnTo>
                    <a:lnTo>
                      <a:pt x="116" y="146"/>
                    </a:lnTo>
                    <a:lnTo>
                      <a:pt x="112" y="150"/>
                    </a:lnTo>
                    <a:lnTo>
                      <a:pt x="108" y="150"/>
                    </a:lnTo>
                    <a:lnTo>
                      <a:pt x="112" y="150"/>
                    </a:lnTo>
                    <a:lnTo>
                      <a:pt x="112" y="146"/>
                    </a:lnTo>
                    <a:lnTo>
                      <a:pt x="108" y="146"/>
                    </a:lnTo>
                    <a:lnTo>
                      <a:pt x="108" y="150"/>
                    </a:lnTo>
                    <a:lnTo>
                      <a:pt x="104" y="150"/>
                    </a:lnTo>
                    <a:lnTo>
                      <a:pt x="108" y="146"/>
                    </a:lnTo>
                    <a:lnTo>
                      <a:pt x="112" y="146"/>
                    </a:lnTo>
                    <a:lnTo>
                      <a:pt x="108" y="142"/>
                    </a:lnTo>
                    <a:lnTo>
                      <a:pt x="112" y="142"/>
                    </a:lnTo>
                    <a:lnTo>
                      <a:pt x="108" y="142"/>
                    </a:lnTo>
                    <a:lnTo>
                      <a:pt x="108" y="138"/>
                    </a:lnTo>
                    <a:lnTo>
                      <a:pt x="108" y="136"/>
                    </a:lnTo>
                    <a:lnTo>
                      <a:pt x="112" y="136"/>
                    </a:lnTo>
                    <a:lnTo>
                      <a:pt x="112" y="138"/>
                    </a:lnTo>
                    <a:lnTo>
                      <a:pt x="116" y="138"/>
                    </a:lnTo>
                    <a:lnTo>
                      <a:pt x="112" y="138"/>
                    </a:lnTo>
                    <a:lnTo>
                      <a:pt x="112" y="136"/>
                    </a:lnTo>
                    <a:lnTo>
                      <a:pt x="112" y="132"/>
                    </a:lnTo>
                    <a:lnTo>
                      <a:pt x="116" y="132"/>
                    </a:lnTo>
                    <a:lnTo>
                      <a:pt x="120" y="132"/>
                    </a:lnTo>
                    <a:lnTo>
                      <a:pt x="120" y="136"/>
                    </a:lnTo>
                    <a:lnTo>
                      <a:pt x="120" y="132"/>
                    </a:lnTo>
                    <a:lnTo>
                      <a:pt x="116" y="132"/>
                    </a:lnTo>
                    <a:lnTo>
                      <a:pt x="116" y="128"/>
                    </a:lnTo>
                    <a:lnTo>
                      <a:pt x="112" y="128"/>
                    </a:lnTo>
                    <a:lnTo>
                      <a:pt x="116" y="128"/>
                    </a:lnTo>
                    <a:lnTo>
                      <a:pt x="120" y="128"/>
                    </a:lnTo>
                    <a:lnTo>
                      <a:pt x="120" y="124"/>
                    </a:lnTo>
                    <a:lnTo>
                      <a:pt x="124" y="124"/>
                    </a:lnTo>
                    <a:lnTo>
                      <a:pt x="128" y="124"/>
                    </a:lnTo>
                    <a:lnTo>
                      <a:pt x="124" y="124"/>
                    </a:lnTo>
                    <a:lnTo>
                      <a:pt x="124" y="128"/>
                    </a:lnTo>
                    <a:lnTo>
                      <a:pt x="128" y="124"/>
                    </a:lnTo>
                    <a:lnTo>
                      <a:pt x="130" y="124"/>
                    </a:lnTo>
                    <a:lnTo>
                      <a:pt x="134" y="124"/>
                    </a:lnTo>
                    <a:lnTo>
                      <a:pt x="134" y="120"/>
                    </a:lnTo>
                    <a:lnTo>
                      <a:pt x="130" y="124"/>
                    </a:lnTo>
                    <a:lnTo>
                      <a:pt x="128" y="124"/>
                    </a:lnTo>
                    <a:lnTo>
                      <a:pt x="124" y="124"/>
                    </a:lnTo>
                    <a:lnTo>
                      <a:pt x="120" y="124"/>
                    </a:lnTo>
                    <a:lnTo>
                      <a:pt x="116" y="124"/>
                    </a:lnTo>
                    <a:lnTo>
                      <a:pt x="120" y="124"/>
                    </a:lnTo>
                    <a:lnTo>
                      <a:pt x="124" y="124"/>
                    </a:lnTo>
                    <a:lnTo>
                      <a:pt x="120" y="124"/>
                    </a:lnTo>
                    <a:lnTo>
                      <a:pt x="116" y="120"/>
                    </a:lnTo>
                    <a:lnTo>
                      <a:pt x="120" y="120"/>
                    </a:lnTo>
                    <a:lnTo>
                      <a:pt x="120" y="116"/>
                    </a:lnTo>
                    <a:lnTo>
                      <a:pt x="116" y="116"/>
                    </a:lnTo>
                    <a:lnTo>
                      <a:pt x="120" y="116"/>
                    </a:lnTo>
                    <a:lnTo>
                      <a:pt x="124" y="116"/>
                    </a:lnTo>
                    <a:lnTo>
                      <a:pt x="128" y="116"/>
                    </a:lnTo>
                    <a:lnTo>
                      <a:pt x="124" y="116"/>
                    </a:lnTo>
                    <a:lnTo>
                      <a:pt x="120" y="116"/>
                    </a:lnTo>
                    <a:lnTo>
                      <a:pt x="120" y="112"/>
                    </a:lnTo>
                    <a:lnTo>
                      <a:pt x="124" y="112"/>
                    </a:lnTo>
                    <a:lnTo>
                      <a:pt x="120" y="112"/>
                    </a:lnTo>
                    <a:lnTo>
                      <a:pt x="124" y="112"/>
                    </a:lnTo>
                    <a:lnTo>
                      <a:pt x="128" y="112"/>
                    </a:lnTo>
                    <a:lnTo>
                      <a:pt x="130" y="112"/>
                    </a:lnTo>
                    <a:lnTo>
                      <a:pt x="128" y="112"/>
                    </a:lnTo>
                    <a:lnTo>
                      <a:pt x="124" y="112"/>
                    </a:lnTo>
                    <a:lnTo>
                      <a:pt x="128" y="112"/>
                    </a:lnTo>
                    <a:lnTo>
                      <a:pt x="124" y="112"/>
                    </a:lnTo>
                    <a:lnTo>
                      <a:pt x="124" y="108"/>
                    </a:lnTo>
                    <a:lnTo>
                      <a:pt x="128" y="108"/>
                    </a:lnTo>
                    <a:lnTo>
                      <a:pt x="130" y="108"/>
                    </a:lnTo>
                    <a:lnTo>
                      <a:pt x="128" y="108"/>
                    </a:lnTo>
                    <a:lnTo>
                      <a:pt x="124" y="108"/>
                    </a:lnTo>
                    <a:lnTo>
                      <a:pt x="128" y="106"/>
                    </a:lnTo>
                    <a:lnTo>
                      <a:pt x="130" y="108"/>
                    </a:lnTo>
                    <a:lnTo>
                      <a:pt x="134" y="106"/>
                    </a:lnTo>
                    <a:lnTo>
                      <a:pt x="138" y="106"/>
                    </a:lnTo>
                    <a:lnTo>
                      <a:pt x="134" y="106"/>
                    </a:lnTo>
                    <a:lnTo>
                      <a:pt x="134" y="102"/>
                    </a:lnTo>
                    <a:lnTo>
                      <a:pt x="138" y="102"/>
                    </a:lnTo>
                    <a:lnTo>
                      <a:pt x="142" y="102"/>
                    </a:lnTo>
                    <a:lnTo>
                      <a:pt x="138" y="102"/>
                    </a:lnTo>
                    <a:lnTo>
                      <a:pt x="142" y="102"/>
                    </a:lnTo>
                    <a:lnTo>
                      <a:pt x="146" y="102"/>
                    </a:lnTo>
                    <a:lnTo>
                      <a:pt x="150" y="102"/>
                    </a:lnTo>
                    <a:lnTo>
                      <a:pt x="154" y="106"/>
                    </a:lnTo>
                    <a:lnTo>
                      <a:pt x="154" y="102"/>
                    </a:lnTo>
                    <a:lnTo>
                      <a:pt x="150" y="102"/>
                    </a:lnTo>
                    <a:lnTo>
                      <a:pt x="154" y="102"/>
                    </a:lnTo>
                    <a:lnTo>
                      <a:pt x="158" y="102"/>
                    </a:lnTo>
                    <a:lnTo>
                      <a:pt x="150" y="102"/>
                    </a:lnTo>
                    <a:lnTo>
                      <a:pt x="150" y="98"/>
                    </a:lnTo>
                    <a:lnTo>
                      <a:pt x="150" y="102"/>
                    </a:lnTo>
                    <a:lnTo>
                      <a:pt x="146" y="98"/>
                    </a:lnTo>
                    <a:lnTo>
                      <a:pt x="150" y="98"/>
                    </a:lnTo>
                    <a:lnTo>
                      <a:pt x="146" y="98"/>
                    </a:lnTo>
                    <a:lnTo>
                      <a:pt x="142" y="98"/>
                    </a:lnTo>
                    <a:lnTo>
                      <a:pt x="142" y="102"/>
                    </a:lnTo>
                    <a:lnTo>
                      <a:pt x="138" y="98"/>
                    </a:lnTo>
                    <a:lnTo>
                      <a:pt x="134" y="98"/>
                    </a:lnTo>
                    <a:lnTo>
                      <a:pt x="138" y="98"/>
                    </a:lnTo>
                    <a:lnTo>
                      <a:pt x="138" y="94"/>
                    </a:lnTo>
                    <a:lnTo>
                      <a:pt x="142" y="94"/>
                    </a:lnTo>
                    <a:lnTo>
                      <a:pt x="146" y="94"/>
                    </a:lnTo>
                    <a:lnTo>
                      <a:pt x="142" y="94"/>
                    </a:lnTo>
                    <a:lnTo>
                      <a:pt x="146" y="90"/>
                    </a:lnTo>
                    <a:lnTo>
                      <a:pt x="146" y="94"/>
                    </a:lnTo>
                    <a:lnTo>
                      <a:pt x="150" y="94"/>
                    </a:lnTo>
                    <a:lnTo>
                      <a:pt x="154" y="94"/>
                    </a:lnTo>
                    <a:lnTo>
                      <a:pt x="154" y="98"/>
                    </a:lnTo>
                    <a:lnTo>
                      <a:pt x="158" y="98"/>
                    </a:lnTo>
                    <a:lnTo>
                      <a:pt x="154" y="98"/>
                    </a:lnTo>
                    <a:lnTo>
                      <a:pt x="154" y="94"/>
                    </a:lnTo>
                    <a:lnTo>
                      <a:pt x="158" y="94"/>
                    </a:lnTo>
                    <a:lnTo>
                      <a:pt x="158" y="90"/>
                    </a:lnTo>
                    <a:lnTo>
                      <a:pt x="154" y="90"/>
                    </a:lnTo>
                    <a:lnTo>
                      <a:pt x="154" y="94"/>
                    </a:lnTo>
                    <a:lnTo>
                      <a:pt x="150" y="94"/>
                    </a:lnTo>
                    <a:lnTo>
                      <a:pt x="150" y="90"/>
                    </a:lnTo>
                    <a:lnTo>
                      <a:pt x="150" y="86"/>
                    </a:lnTo>
                    <a:lnTo>
                      <a:pt x="154" y="90"/>
                    </a:lnTo>
                    <a:lnTo>
                      <a:pt x="154" y="86"/>
                    </a:lnTo>
                    <a:lnTo>
                      <a:pt x="150" y="86"/>
                    </a:lnTo>
                    <a:lnTo>
                      <a:pt x="154" y="86"/>
                    </a:lnTo>
                    <a:lnTo>
                      <a:pt x="158" y="90"/>
                    </a:lnTo>
                    <a:lnTo>
                      <a:pt x="158" y="86"/>
                    </a:lnTo>
                    <a:lnTo>
                      <a:pt x="154" y="86"/>
                    </a:lnTo>
                    <a:lnTo>
                      <a:pt x="150" y="86"/>
                    </a:lnTo>
                    <a:lnTo>
                      <a:pt x="146" y="90"/>
                    </a:lnTo>
                    <a:lnTo>
                      <a:pt x="142" y="90"/>
                    </a:lnTo>
                    <a:lnTo>
                      <a:pt x="142" y="86"/>
                    </a:lnTo>
                    <a:lnTo>
                      <a:pt x="146" y="86"/>
                    </a:lnTo>
                    <a:lnTo>
                      <a:pt x="142" y="86"/>
                    </a:lnTo>
                    <a:lnTo>
                      <a:pt x="146" y="86"/>
                    </a:lnTo>
                    <a:lnTo>
                      <a:pt x="146" y="82"/>
                    </a:lnTo>
                    <a:lnTo>
                      <a:pt x="142" y="86"/>
                    </a:lnTo>
                    <a:lnTo>
                      <a:pt x="142" y="82"/>
                    </a:lnTo>
                    <a:lnTo>
                      <a:pt x="146" y="82"/>
                    </a:lnTo>
                    <a:lnTo>
                      <a:pt x="150" y="82"/>
                    </a:lnTo>
                    <a:lnTo>
                      <a:pt x="154" y="82"/>
                    </a:lnTo>
                    <a:lnTo>
                      <a:pt x="158" y="82"/>
                    </a:lnTo>
                    <a:lnTo>
                      <a:pt x="160" y="78"/>
                    </a:lnTo>
                    <a:lnTo>
                      <a:pt x="158" y="78"/>
                    </a:lnTo>
                    <a:lnTo>
                      <a:pt x="154" y="78"/>
                    </a:lnTo>
                    <a:lnTo>
                      <a:pt x="150" y="82"/>
                    </a:lnTo>
                    <a:lnTo>
                      <a:pt x="150" y="78"/>
                    </a:lnTo>
                    <a:lnTo>
                      <a:pt x="154" y="78"/>
                    </a:lnTo>
                    <a:lnTo>
                      <a:pt x="154" y="76"/>
                    </a:lnTo>
                    <a:lnTo>
                      <a:pt x="158" y="76"/>
                    </a:lnTo>
                    <a:lnTo>
                      <a:pt x="158" y="78"/>
                    </a:lnTo>
                    <a:lnTo>
                      <a:pt x="154" y="78"/>
                    </a:lnTo>
                    <a:lnTo>
                      <a:pt x="158" y="78"/>
                    </a:lnTo>
                    <a:lnTo>
                      <a:pt x="158" y="76"/>
                    </a:lnTo>
                    <a:lnTo>
                      <a:pt x="160" y="76"/>
                    </a:lnTo>
                    <a:lnTo>
                      <a:pt x="160" y="78"/>
                    </a:lnTo>
                    <a:lnTo>
                      <a:pt x="160" y="82"/>
                    </a:lnTo>
                    <a:lnTo>
                      <a:pt x="164" y="82"/>
                    </a:lnTo>
                    <a:lnTo>
                      <a:pt x="164" y="86"/>
                    </a:lnTo>
                    <a:lnTo>
                      <a:pt x="168" y="86"/>
                    </a:lnTo>
                    <a:lnTo>
                      <a:pt x="164" y="82"/>
                    </a:lnTo>
                    <a:lnTo>
                      <a:pt x="164" y="78"/>
                    </a:lnTo>
                    <a:lnTo>
                      <a:pt x="164" y="82"/>
                    </a:lnTo>
                    <a:lnTo>
                      <a:pt x="168" y="82"/>
                    </a:lnTo>
                    <a:lnTo>
                      <a:pt x="168" y="78"/>
                    </a:lnTo>
                    <a:lnTo>
                      <a:pt x="164" y="78"/>
                    </a:lnTo>
                    <a:lnTo>
                      <a:pt x="168" y="78"/>
                    </a:lnTo>
                    <a:lnTo>
                      <a:pt x="164" y="78"/>
                    </a:lnTo>
                    <a:lnTo>
                      <a:pt x="164" y="76"/>
                    </a:lnTo>
                    <a:lnTo>
                      <a:pt x="168" y="76"/>
                    </a:lnTo>
                    <a:lnTo>
                      <a:pt x="164" y="76"/>
                    </a:lnTo>
                    <a:lnTo>
                      <a:pt x="160" y="76"/>
                    </a:lnTo>
                    <a:lnTo>
                      <a:pt x="164" y="76"/>
                    </a:lnTo>
                    <a:lnTo>
                      <a:pt x="160" y="76"/>
                    </a:lnTo>
                    <a:lnTo>
                      <a:pt x="160" y="72"/>
                    </a:lnTo>
                    <a:lnTo>
                      <a:pt x="168" y="76"/>
                    </a:lnTo>
                    <a:lnTo>
                      <a:pt x="172" y="78"/>
                    </a:lnTo>
                    <a:lnTo>
                      <a:pt x="172" y="76"/>
                    </a:lnTo>
                    <a:lnTo>
                      <a:pt x="168" y="76"/>
                    </a:lnTo>
                    <a:lnTo>
                      <a:pt x="164" y="72"/>
                    </a:lnTo>
                    <a:lnTo>
                      <a:pt x="168" y="72"/>
                    </a:lnTo>
                    <a:lnTo>
                      <a:pt x="172" y="72"/>
                    </a:lnTo>
                    <a:lnTo>
                      <a:pt x="176" y="72"/>
                    </a:lnTo>
                    <a:lnTo>
                      <a:pt x="180" y="76"/>
                    </a:lnTo>
                    <a:lnTo>
                      <a:pt x="180" y="72"/>
                    </a:lnTo>
                    <a:lnTo>
                      <a:pt x="176" y="72"/>
                    </a:lnTo>
                    <a:lnTo>
                      <a:pt x="180" y="72"/>
                    </a:lnTo>
                    <a:lnTo>
                      <a:pt x="184" y="72"/>
                    </a:lnTo>
                    <a:lnTo>
                      <a:pt x="180" y="72"/>
                    </a:lnTo>
                    <a:lnTo>
                      <a:pt x="184" y="72"/>
                    </a:lnTo>
                    <a:lnTo>
                      <a:pt x="184" y="68"/>
                    </a:lnTo>
                    <a:lnTo>
                      <a:pt x="180" y="68"/>
                    </a:lnTo>
                    <a:lnTo>
                      <a:pt x="176" y="68"/>
                    </a:lnTo>
                    <a:lnTo>
                      <a:pt x="176" y="72"/>
                    </a:lnTo>
                    <a:lnTo>
                      <a:pt x="176" y="68"/>
                    </a:lnTo>
                    <a:lnTo>
                      <a:pt x="172" y="68"/>
                    </a:lnTo>
                    <a:lnTo>
                      <a:pt x="168" y="72"/>
                    </a:lnTo>
                    <a:lnTo>
                      <a:pt x="164" y="68"/>
                    </a:lnTo>
                    <a:lnTo>
                      <a:pt x="168" y="68"/>
                    </a:lnTo>
                    <a:lnTo>
                      <a:pt x="168" y="64"/>
                    </a:lnTo>
                    <a:lnTo>
                      <a:pt x="172" y="64"/>
                    </a:lnTo>
                    <a:lnTo>
                      <a:pt x="176" y="64"/>
                    </a:lnTo>
                    <a:lnTo>
                      <a:pt x="180" y="64"/>
                    </a:lnTo>
                    <a:lnTo>
                      <a:pt x="184" y="64"/>
                    </a:lnTo>
                    <a:lnTo>
                      <a:pt x="180" y="64"/>
                    </a:lnTo>
                    <a:lnTo>
                      <a:pt x="176" y="60"/>
                    </a:lnTo>
                    <a:lnTo>
                      <a:pt x="180" y="60"/>
                    </a:lnTo>
                    <a:lnTo>
                      <a:pt x="184" y="60"/>
                    </a:lnTo>
                    <a:lnTo>
                      <a:pt x="188" y="60"/>
                    </a:lnTo>
                    <a:lnTo>
                      <a:pt x="184" y="60"/>
                    </a:lnTo>
                    <a:lnTo>
                      <a:pt x="180" y="60"/>
                    </a:lnTo>
                    <a:lnTo>
                      <a:pt x="184" y="60"/>
                    </a:lnTo>
                    <a:lnTo>
                      <a:pt x="184" y="56"/>
                    </a:lnTo>
                    <a:lnTo>
                      <a:pt x="184" y="60"/>
                    </a:lnTo>
                    <a:lnTo>
                      <a:pt x="188" y="60"/>
                    </a:lnTo>
                    <a:lnTo>
                      <a:pt x="184" y="56"/>
                    </a:lnTo>
                    <a:lnTo>
                      <a:pt x="180" y="56"/>
                    </a:lnTo>
                    <a:lnTo>
                      <a:pt x="184" y="52"/>
                    </a:lnTo>
                    <a:lnTo>
                      <a:pt x="188" y="52"/>
                    </a:lnTo>
                    <a:lnTo>
                      <a:pt x="190" y="52"/>
                    </a:lnTo>
                    <a:lnTo>
                      <a:pt x="188" y="50"/>
                    </a:lnTo>
                    <a:lnTo>
                      <a:pt x="190" y="50"/>
                    </a:lnTo>
                    <a:lnTo>
                      <a:pt x="190" y="46"/>
                    </a:lnTo>
                    <a:lnTo>
                      <a:pt x="190" y="42"/>
                    </a:lnTo>
                    <a:lnTo>
                      <a:pt x="194" y="46"/>
                    </a:lnTo>
                    <a:lnTo>
                      <a:pt x="194" y="50"/>
                    </a:lnTo>
                    <a:lnTo>
                      <a:pt x="198" y="50"/>
                    </a:lnTo>
                    <a:lnTo>
                      <a:pt x="202" y="50"/>
                    </a:lnTo>
                    <a:lnTo>
                      <a:pt x="198" y="46"/>
                    </a:lnTo>
                    <a:lnTo>
                      <a:pt x="194" y="46"/>
                    </a:lnTo>
                    <a:lnTo>
                      <a:pt x="194" y="42"/>
                    </a:lnTo>
                    <a:lnTo>
                      <a:pt x="198" y="42"/>
                    </a:lnTo>
                    <a:lnTo>
                      <a:pt x="202" y="42"/>
                    </a:lnTo>
                    <a:lnTo>
                      <a:pt x="202" y="46"/>
                    </a:lnTo>
                    <a:lnTo>
                      <a:pt x="206" y="46"/>
                    </a:lnTo>
                    <a:lnTo>
                      <a:pt x="210" y="50"/>
                    </a:lnTo>
                    <a:lnTo>
                      <a:pt x="206" y="50"/>
                    </a:lnTo>
                    <a:lnTo>
                      <a:pt x="210" y="50"/>
                    </a:lnTo>
                    <a:lnTo>
                      <a:pt x="210" y="46"/>
                    </a:lnTo>
                    <a:lnTo>
                      <a:pt x="206" y="46"/>
                    </a:lnTo>
                    <a:lnTo>
                      <a:pt x="202" y="46"/>
                    </a:lnTo>
                    <a:lnTo>
                      <a:pt x="202" y="42"/>
                    </a:lnTo>
                    <a:lnTo>
                      <a:pt x="206" y="42"/>
                    </a:lnTo>
                    <a:lnTo>
                      <a:pt x="202" y="42"/>
                    </a:lnTo>
                    <a:lnTo>
                      <a:pt x="202" y="38"/>
                    </a:lnTo>
                    <a:lnTo>
                      <a:pt x="206" y="38"/>
                    </a:lnTo>
                    <a:lnTo>
                      <a:pt x="206" y="34"/>
                    </a:lnTo>
                    <a:lnTo>
                      <a:pt x="214" y="34"/>
                    </a:lnTo>
                    <a:lnTo>
                      <a:pt x="214" y="38"/>
                    </a:lnTo>
                    <a:lnTo>
                      <a:pt x="214" y="42"/>
                    </a:lnTo>
                    <a:lnTo>
                      <a:pt x="210" y="42"/>
                    </a:lnTo>
                    <a:lnTo>
                      <a:pt x="210" y="46"/>
                    </a:lnTo>
                    <a:lnTo>
                      <a:pt x="214" y="46"/>
                    </a:lnTo>
                    <a:lnTo>
                      <a:pt x="214" y="42"/>
                    </a:lnTo>
                    <a:lnTo>
                      <a:pt x="214" y="38"/>
                    </a:lnTo>
                    <a:lnTo>
                      <a:pt x="218" y="34"/>
                    </a:lnTo>
                    <a:lnTo>
                      <a:pt x="218" y="30"/>
                    </a:lnTo>
                    <a:lnTo>
                      <a:pt x="220" y="30"/>
                    </a:lnTo>
                    <a:lnTo>
                      <a:pt x="220" y="34"/>
                    </a:lnTo>
                    <a:lnTo>
                      <a:pt x="220" y="38"/>
                    </a:lnTo>
                    <a:lnTo>
                      <a:pt x="220" y="42"/>
                    </a:lnTo>
                    <a:lnTo>
                      <a:pt x="220" y="46"/>
                    </a:lnTo>
                    <a:lnTo>
                      <a:pt x="218" y="46"/>
                    </a:lnTo>
                    <a:lnTo>
                      <a:pt x="218" y="50"/>
                    </a:lnTo>
                    <a:lnTo>
                      <a:pt x="220" y="46"/>
                    </a:lnTo>
                    <a:lnTo>
                      <a:pt x="224" y="42"/>
                    </a:lnTo>
                    <a:lnTo>
                      <a:pt x="228" y="42"/>
                    </a:lnTo>
                    <a:lnTo>
                      <a:pt x="224" y="42"/>
                    </a:lnTo>
                    <a:lnTo>
                      <a:pt x="224" y="38"/>
                    </a:lnTo>
                    <a:lnTo>
                      <a:pt x="228" y="34"/>
                    </a:lnTo>
                    <a:lnTo>
                      <a:pt x="232" y="30"/>
                    </a:lnTo>
                    <a:lnTo>
                      <a:pt x="232" y="34"/>
                    </a:lnTo>
                    <a:lnTo>
                      <a:pt x="228" y="34"/>
                    </a:lnTo>
                    <a:lnTo>
                      <a:pt x="232" y="34"/>
                    </a:lnTo>
                    <a:lnTo>
                      <a:pt x="236" y="30"/>
                    </a:lnTo>
                    <a:lnTo>
                      <a:pt x="240" y="30"/>
                    </a:lnTo>
                    <a:lnTo>
                      <a:pt x="240" y="34"/>
                    </a:lnTo>
                    <a:lnTo>
                      <a:pt x="244" y="34"/>
                    </a:lnTo>
                    <a:lnTo>
                      <a:pt x="244" y="38"/>
                    </a:lnTo>
                    <a:lnTo>
                      <a:pt x="248" y="38"/>
                    </a:lnTo>
                    <a:lnTo>
                      <a:pt x="248" y="34"/>
                    </a:lnTo>
                    <a:lnTo>
                      <a:pt x="244" y="30"/>
                    </a:lnTo>
                    <a:lnTo>
                      <a:pt x="248" y="30"/>
                    </a:lnTo>
                    <a:lnTo>
                      <a:pt x="248" y="26"/>
                    </a:lnTo>
                    <a:lnTo>
                      <a:pt x="244" y="26"/>
                    </a:lnTo>
                    <a:lnTo>
                      <a:pt x="244" y="30"/>
                    </a:lnTo>
                    <a:lnTo>
                      <a:pt x="240" y="30"/>
                    </a:lnTo>
                    <a:lnTo>
                      <a:pt x="236" y="26"/>
                    </a:lnTo>
                    <a:lnTo>
                      <a:pt x="236" y="22"/>
                    </a:lnTo>
                    <a:lnTo>
                      <a:pt x="240" y="22"/>
                    </a:lnTo>
                    <a:lnTo>
                      <a:pt x="244" y="22"/>
                    </a:lnTo>
                    <a:lnTo>
                      <a:pt x="248" y="22"/>
                    </a:lnTo>
                    <a:lnTo>
                      <a:pt x="250" y="22"/>
                    </a:lnTo>
                    <a:lnTo>
                      <a:pt x="250" y="26"/>
                    </a:lnTo>
                    <a:lnTo>
                      <a:pt x="254" y="26"/>
                    </a:lnTo>
                    <a:lnTo>
                      <a:pt x="250" y="26"/>
                    </a:lnTo>
                    <a:lnTo>
                      <a:pt x="250" y="22"/>
                    </a:lnTo>
                    <a:lnTo>
                      <a:pt x="254" y="22"/>
                    </a:lnTo>
                    <a:lnTo>
                      <a:pt x="258" y="26"/>
                    </a:lnTo>
                    <a:lnTo>
                      <a:pt x="254" y="26"/>
                    </a:lnTo>
                    <a:lnTo>
                      <a:pt x="250" y="26"/>
                    </a:lnTo>
                    <a:lnTo>
                      <a:pt x="250" y="30"/>
                    </a:lnTo>
                    <a:lnTo>
                      <a:pt x="250" y="26"/>
                    </a:lnTo>
                    <a:lnTo>
                      <a:pt x="254" y="26"/>
                    </a:lnTo>
                    <a:lnTo>
                      <a:pt x="258" y="26"/>
                    </a:lnTo>
                    <a:lnTo>
                      <a:pt x="258" y="30"/>
                    </a:lnTo>
                    <a:lnTo>
                      <a:pt x="262" y="30"/>
                    </a:lnTo>
                    <a:lnTo>
                      <a:pt x="266" y="30"/>
                    </a:lnTo>
                    <a:lnTo>
                      <a:pt x="262" y="30"/>
                    </a:lnTo>
                    <a:lnTo>
                      <a:pt x="262" y="26"/>
                    </a:lnTo>
                    <a:lnTo>
                      <a:pt x="266" y="26"/>
                    </a:lnTo>
                    <a:lnTo>
                      <a:pt x="266" y="22"/>
                    </a:lnTo>
                    <a:lnTo>
                      <a:pt x="270" y="20"/>
                    </a:lnTo>
                    <a:lnTo>
                      <a:pt x="274" y="20"/>
                    </a:lnTo>
                    <a:lnTo>
                      <a:pt x="274" y="16"/>
                    </a:lnTo>
                    <a:lnTo>
                      <a:pt x="276" y="20"/>
                    </a:lnTo>
                    <a:lnTo>
                      <a:pt x="276" y="16"/>
                    </a:lnTo>
                    <a:lnTo>
                      <a:pt x="276" y="12"/>
                    </a:lnTo>
                    <a:lnTo>
                      <a:pt x="280" y="12"/>
                    </a:lnTo>
                    <a:lnTo>
                      <a:pt x="280" y="16"/>
                    </a:lnTo>
                    <a:lnTo>
                      <a:pt x="284" y="16"/>
                    </a:lnTo>
                    <a:lnTo>
                      <a:pt x="284" y="12"/>
                    </a:lnTo>
                    <a:lnTo>
                      <a:pt x="280" y="12"/>
                    </a:lnTo>
                    <a:lnTo>
                      <a:pt x="276" y="12"/>
                    </a:lnTo>
                    <a:lnTo>
                      <a:pt x="276" y="8"/>
                    </a:lnTo>
                    <a:lnTo>
                      <a:pt x="280" y="8"/>
                    </a:lnTo>
                    <a:lnTo>
                      <a:pt x="280" y="12"/>
                    </a:lnTo>
                    <a:lnTo>
                      <a:pt x="284" y="8"/>
                    </a:lnTo>
                    <a:lnTo>
                      <a:pt x="280" y="8"/>
                    </a:lnTo>
                    <a:lnTo>
                      <a:pt x="280" y="4"/>
                    </a:lnTo>
                    <a:lnTo>
                      <a:pt x="284" y="4"/>
                    </a:lnTo>
                    <a:lnTo>
                      <a:pt x="284" y="8"/>
                    </a:lnTo>
                    <a:lnTo>
                      <a:pt x="288" y="8"/>
                    </a:lnTo>
                    <a:lnTo>
                      <a:pt x="288" y="4"/>
                    </a:lnTo>
                    <a:lnTo>
                      <a:pt x="288" y="8"/>
                    </a:lnTo>
                    <a:lnTo>
                      <a:pt x="292" y="8"/>
                    </a:lnTo>
                    <a:lnTo>
                      <a:pt x="292" y="4"/>
                    </a:lnTo>
                    <a:lnTo>
                      <a:pt x="296" y="4"/>
                    </a:lnTo>
                    <a:lnTo>
                      <a:pt x="296" y="8"/>
                    </a:lnTo>
                    <a:lnTo>
                      <a:pt x="300" y="8"/>
                    </a:lnTo>
                    <a:lnTo>
                      <a:pt x="296" y="12"/>
                    </a:lnTo>
                    <a:lnTo>
                      <a:pt x="292" y="16"/>
                    </a:lnTo>
                    <a:lnTo>
                      <a:pt x="288" y="16"/>
                    </a:lnTo>
                    <a:lnTo>
                      <a:pt x="292" y="16"/>
                    </a:lnTo>
                    <a:lnTo>
                      <a:pt x="292" y="20"/>
                    </a:lnTo>
                    <a:lnTo>
                      <a:pt x="288" y="20"/>
                    </a:lnTo>
                    <a:lnTo>
                      <a:pt x="288" y="22"/>
                    </a:lnTo>
                    <a:lnTo>
                      <a:pt x="288" y="26"/>
                    </a:lnTo>
                    <a:lnTo>
                      <a:pt x="288" y="30"/>
                    </a:lnTo>
                    <a:lnTo>
                      <a:pt x="288" y="26"/>
                    </a:lnTo>
                    <a:lnTo>
                      <a:pt x="292" y="26"/>
                    </a:lnTo>
                    <a:lnTo>
                      <a:pt x="296" y="22"/>
                    </a:lnTo>
                    <a:lnTo>
                      <a:pt x="296" y="20"/>
                    </a:lnTo>
                    <a:lnTo>
                      <a:pt x="300" y="16"/>
                    </a:lnTo>
                    <a:lnTo>
                      <a:pt x="304" y="16"/>
                    </a:lnTo>
                    <a:lnTo>
                      <a:pt x="306" y="12"/>
                    </a:lnTo>
                    <a:lnTo>
                      <a:pt x="306" y="8"/>
                    </a:lnTo>
                    <a:lnTo>
                      <a:pt x="310" y="8"/>
                    </a:lnTo>
                    <a:lnTo>
                      <a:pt x="310" y="4"/>
                    </a:lnTo>
                    <a:lnTo>
                      <a:pt x="310" y="8"/>
                    </a:lnTo>
                    <a:lnTo>
                      <a:pt x="310" y="12"/>
                    </a:lnTo>
                    <a:lnTo>
                      <a:pt x="306" y="12"/>
                    </a:lnTo>
                    <a:lnTo>
                      <a:pt x="306" y="16"/>
                    </a:lnTo>
                    <a:lnTo>
                      <a:pt x="306" y="12"/>
                    </a:lnTo>
                    <a:lnTo>
                      <a:pt x="310" y="12"/>
                    </a:lnTo>
                    <a:lnTo>
                      <a:pt x="310" y="16"/>
                    </a:lnTo>
                    <a:lnTo>
                      <a:pt x="310" y="20"/>
                    </a:lnTo>
                    <a:lnTo>
                      <a:pt x="310" y="22"/>
                    </a:lnTo>
                    <a:lnTo>
                      <a:pt x="310" y="20"/>
                    </a:lnTo>
                    <a:lnTo>
                      <a:pt x="314" y="20"/>
                    </a:lnTo>
                    <a:lnTo>
                      <a:pt x="318" y="20"/>
                    </a:lnTo>
                    <a:lnTo>
                      <a:pt x="314" y="16"/>
                    </a:lnTo>
                    <a:lnTo>
                      <a:pt x="318" y="16"/>
                    </a:lnTo>
                    <a:lnTo>
                      <a:pt x="318" y="12"/>
                    </a:lnTo>
                    <a:lnTo>
                      <a:pt x="322" y="12"/>
                    </a:lnTo>
                    <a:lnTo>
                      <a:pt x="322" y="8"/>
                    </a:lnTo>
                    <a:lnTo>
                      <a:pt x="326" y="8"/>
                    </a:lnTo>
                    <a:lnTo>
                      <a:pt x="322" y="8"/>
                    </a:lnTo>
                    <a:lnTo>
                      <a:pt x="318" y="8"/>
                    </a:lnTo>
                    <a:lnTo>
                      <a:pt x="318" y="4"/>
                    </a:lnTo>
                    <a:lnTo>
                      <a:pt x="322" y="4"/>
                    </a:lnTo>
                    <a:lnTo>
                      <a:pt x="326" y="0"/>
                    </a:lnTo>
                    <a:lnTo>
                      <a:pt x="326" y="4"/>
                    </a:lnTo>
                    <a:lnTo>
                      <a:pt x="330" y="4"/>
                    </a:lnTo>
                    <a:lnTo>
                      <a:pt x="332" y="4"/>
                    </a:lnTo>
                    <a:lnTo>
                      <a:pt x="336" y="4"/>
                    </a:lnTo>
                    <a:lnTo>
                      <a:pt x="336" y="8"/>
                    </a:lnTo>
                    <a:lnTo>
                      <a:pt x="332" y="12"/>
                    </a:lnTo>
                    <a:lnTo>
                      <a:pt x="330" y="12"/>
                    </a:lnTo>
                    <a:lnTo>
                      <a:pt x="326" y="12"/>
                    </a:lnTo>
                    <a:lnTo>
                      <a:pt x="330" y="12"/>
                    </a:lnTo>
                    <a:lnTo>
                      <a:pt x="332" y="12"/>
                    </a:lnTo>
                    <a:lnTo>
                      <a:pt x="330" y="12"/>
                    </a:lnTo>
                    <a:lnTo>
                      <a:pt x="326" y="16"/>
                    </a:lnTo>
                    <a:lnTo>
                      <a:pt x="330" y="16"/>
                    </a:lnTo>
                    <a:lnTo>
                      <a:pt x="332" y="12"/>
                    </a:lnTo>
                    <a:lnTo>
                      <a:pt x="332" y="16"/>
                    </a:lnTo>
                    <a:lnTo>
                      <a:pt x="330" y="16"/>
                    </a:lnTo>
                    <a:lnTo>
                      <a:pt x="330" y="20"/>
                    </a:lnTo>
                    <a:lnTo>
                      <a:pt x="332" y="20"/>
                    </a:lnTo>
                    <a:lnTo>
                      <a:pt x="330" y="20"/>
                    </a:lnTo>
                    <a:lnTo>
                      <a:pt x="332" y="20"/>
                    </a:lnTo>
                    <a:lnTo>
                      <a:pt x="332" y="16"/>
                    </a:lnTo>
                    <a:lnTo>
                      <a:pt x="336" y="20"/>
                    </a:lnTo>
                    <a:lnTo>
                      <a:pt x="332" y="20"/>
                    </a:lnTo>
                    <a:lnTo>
                      <a:pt x="332" y="22"/>
                    </a:lnTo>
                    <a:lnTo>
                      <a:pt x="332" y="26"/>
                    </a:lnTo>
                    <a:lnTo>
                      <a:pt x="330" y="30"/>
                    </a:lnTo>
                    <a:lnTo>
                      <a:pt x="332" y="30"/>
                    </a:lnTo>
                    <a:lnTo>
                      <a:pt x="332" y="26"/>
                    </a:lnTo>
                    <a:lnTo>
                      <a:pt x="332" y="22"/>
                    </a:lnTo>
                    <a:lnTo>
                      <a:pt x="332" y="20"/>
                    </a:lnTo>
                    <a:lnTo>
                      <a:pt x="336" y="20"/>
                    </a:lnTo>
                    <a:lnTo>
                      <a:pt x="336" y="16"/>
                    </a:lnTo>
                    <a:lnTo>
                      <a:pt x="336" y="12"/>
                    </a:lnTo>
                    <a:lnTo>
                      <a:pt x="340" y="8"/>
                    </a:lnTo>
                    <a:lnTo>
                      <a:pt x="344" y="8"/>
                    </a:lnTo>
                    <a:lnTo>
                      <a:pt x="348" y="8"/>
                    </a:lnTo>
                    <a:lnTo>
                      <a:pt x="348" y="12"/>
                    </a:lnTo>
                    <a:lnTo>
                      <a:pt x="350" y="12"/>
                    </a:lnTo>
                    <a:lnTo>
                      <a:pt x="354" y="12"/>
                    </a:lnTo>
                    <a:lnTo>
                      <a:pt x="354" y="16"/>
                    </a:lnTo>
                    <a:lnTo>
                      <a:pt x="354" y="12"/>
                    </a:lnTo>
                    <a:lnTo>
                      <a:pt x="358" y="12"/>
                    </a:lnTo>
                    <a:lnTo>
                      <a:pt x="362" y="12"/>
                    </a:lnTo>
                    <a:lnTo>
                      <a:pt x="362" y="16"/>
                    </a:lnTo>
                    <a:lnTo>
                      <a:pt x="358" y="16"/>
                    </a:lnTo>
                    <a:lnTo>
                      <a:pt x="362" y="16"/>
                    </a:lnTo>
                    <a:lnTo>
                      <a:pt x="366" y="16"/>
                    </a:lnTo>
                    <a:lnTo>
                      <a:pt x="366" y="20"/>
                    </a:lnTo>
                    <a:lnTo>
                      <a:pt x="370" y="20"/>
                    </a:lnTo>
                    <a:lnTo>
                      <a:pt x="374" y="20"/>
                    </a:lnTo>
                    <a:lnTo>
                      <a:pt x="374" y="22"/>
                    </a:lnTo>
                    <a:lnTo>
                      <a:pt x="370" y="22"/>
                    </a:lnTo>
                    <a:lnTo>
                      <a:pt x="366" y="22"/>
                    </a:lnTo>
                    <a:lnTo>
                      <a:pt x="362" y="26"/>
                    </a:lnTo>
                    <a:lnTo>
                      <a:pt x="358" y="26"/>
                    </a:lnTo>
                    <a:lnTo>
                      <a:pt x="358" y="30"/>
                    </a:lnTo>
                    <a:lnTo>
                      <a:pt x="354" y="30"/>
                    </a:lnTo>
                    <a:lnTo>
                      <a:pt x="354" y="26"/>
                    </a:lnTo>
                    <a:lnTo>
                      <a:pt x="350" y="26"/>
                    </a:lnTo>
                    <a:lnTo>
                      <a:pt x="348" y="26"/>
                    </a:lnTo>
                    <a:lnTo>
                      <a:pt x="344" y="26"/>
                    </a:lnTo>
                    <a:lnTo>
                      <a:pt x="340" y="26"/>
                    </a:lnTo>
                    <a:lnTo>
                      <a:pt x="344" y="30"/>
                    </a:lnTo>
                    <a:lnTo>
                      <a:pt x="348" y="30"/>
                    </a:lnTo>
                    <a:lnTo>
                      <a:pt x="350" y="30"/>
                    </a:lnTo>
                    <a:lnTo>
                      <a:pt x="354" y="30"/>
                    </a:lnTo>
                    <a:lnTo>
                      <a:pt x="350" y="30"/>
                    </a:lnTo>
                    <a:lnTo>
                      <a:pt x="350" y="34"/>
                    </a:lnTo>
                    <a:lnTo>
                      <a:pt x="348" y="34"/>
                    </a:lnTo>
                    <a:lnTo>
                      <a:pt x="350" y="34"/>
                    </a:lnTo>
                    <a:lnTo>
                      <a:pt x="354" y="34"/>
                    </a:lnTo>
                    <a:lnTo>
                      <a:pt x="350" y="38"/>
                    </a:lnTo>
                    <a:lnTo>
                      <a:pt x="354" y="38"/>
                    </a:lnTo>
                    <a:lnTo>
                      <a:pt x="358" y="38"/>
                    </a:lnTo>
                    <a:lnTo>
                      <a:pt x="362" y="38"/>
                    </a:lnTo>
                    <a:lnTo>
                      <a:pt x="358" y="38"/>
                    </a:lnTo>
                    <a:lnTo>
                      <a:pt x="362" y="38"/>
                    </a:lnTo>
                    <a:lnTo>
                      <a:pt x="358" y="34"/>
                    </a:lnTo>
                    <a:lnTo>
                      <a:pt x="362" y="34"/>
                    </a:lnTo>
                    <a:lnTo>
                      <a:pt x="362" y="38"/>
                    </a:lnTo>
                    <a:lnTo>
                      <a:pt x="366" y="38"/>
                    </a:lnTo>
                    <a:lnTo>
                      <a:pt x="366" y="34"/>
                    </a:lnTo>
                    <a:lnTo>
                      <a:pt x="370" y="34"/>
                    </a:lnTo>
                    <a:lnTo>
                      <a:pt x="370" y="38"/>
                    </a:lnTo>
                    <a:lnTo>
                      <a:pt x="370" y="42"/>
                    </a:lnTo>
                    <a:lnTo>
                      <a:pt x="366" y="42"/>
                    </a:lnTo>
                    <a:lnTo>
                      <a:pt x="362" y="42"/>
                    </a:lnTo>
                    <a:lnTo>
                      <a:pt x="362" y="38"/>
                    </a:lnTo>
                    <a:lnTo>
                      <a:pt x="358" y="38"/>
                    </a:lnTo>
                    <a:lnTo>
                      <a:pt x="362" y="42"/>
                    </a:lnTo>
                    <a:lnTo>
                      <a:pt x="358" y="42"/>
                    </a:lnTo>
                    <a:lnTo>
                      <a:pt x="354" y="46"/>
                    </a:lnTo>
                    <a:lnTo>
                      <a:pt x="350" y="46"/>
                    </a:lnTo>
                    <a:lnTo>
                      <a:pt x="348" y="50"/>
                    </a:lnTo>
                    <a:lnTo>
                      <a:pt x="348" y="52"/>
                    </a:lnTo>
                    <a:lnTo>
                      <a:pt x="344" y="52"/>
                    </a:lnTo>
                    <a:lnTo>
                      <a:pt x="344" y="56"/>
                    </a:lnTo>
                    <a:lnTo>
                      <a:pt x="344" y="52"/>
                    </a:lnTo>
                    <a:lnTo>
                      <a:pt x="340" y="52"/>
                    </a:lnTo>
                    <a:lnTo>
                      <a:pt x="340" y="50"/>
                    </a:lnTo>
                    <a:lnTo>
                      <a:pt x="344" y="50"/>
                    </a:lnTo>
                    <a:lnTo>
                      <a:pt x="344" y="46"/>
                    </a:lnTo>
                    <a:lnTo>
                      <a:pt x="348" y="46"/>
                    </a:lnTo>
                    <a:lnTo>
                      <a:pt x="348" y="42"/>
                    </a:lnTo>
                    <a:lnTo>
                      <a:pt x="348" y="38"/>
                    </a:lnTo>
                    <a:lnTo>
                      <a:pt x="344" y="38"/>
                    </a:lnTo>
                    <a:lnTo>
                      <a:pt x="340" y="38"/>
                    </a:lnTo>
                    <a:lnTo>
                      <a:pt x="336" y="34"/>
                    </a:lnTo>
                    <a:lnTo>
                      <a:pt x="332" y="34"/>
                    </a:lnTo>
                    <a:lnTo>
                      <a:pt x="332" y="30"/>
                    </a:lnTo>
                    <a:lnTo>
                      <a:pt x="330" y="30"/>
                    </a:lnTo>
                    <a:lnTo>
                      <a:pt x="330" y="26"/>
                    </a:lnTo>
                    <a:lnTo>
                      <a:pt x="326" y="26"/>
                    </a:lnTo>
                    <a:lnTo>
                      <a:pt x="322" y="30"/>
                    </a:lnTo>
                    <a:lnTo>
                      <a:pt x="318" y="30"/>
                    </a:lnTo>
                    <a:lnTo>
                      <a:pt x="318" y="34"/>
                    </a:lnTo>
                    <a:lnTo>
                      <a:pt x="314" y="30"/>
                    </a:lnTo>
                    <a:lnTo>
                      <a:pt x="310" y="30"/>
                    </a:lnTo>
                    <a:lnTo>
                      <a:pt x="306" y="30"/>
                    </a:lnTo>
                    <a:lnTo>
                      <a:pt x="306" y="34"/>
                    </a:lnTo>
                    <a:lnTo>
                      <a:pt x="304" y="38"/>
                    </a:lnTo>
                    <a:lnTo>
                      <a:pt x="300" y="38"/>
                    </a:lnTo>
                    <a:lnTo>
                      <a:pt x="304" y="38"/>
                    </a:lnTo>
                    <a:lnTo>
                      <a:pt x="304" y="42"/>
                    </a:lnTo>
                    <a:lnTo>
                      <a:pt x="300" y="42"/>
                    </a:lnTo>
                    <a:lnTo>
                      <a:pt x="300" y="46"/>
                    </a:lnTo>
                    <a:lnTo>
                      <a:pt x="300" y="50"/>
                    </a:lnTo>
                    <a:lnTo>
                      <a:pt x="300" y="52"/>
                    </a:lnTo>
                    <a:lnTo>
                      <a:pt x="300" y="56"/>
                    </a:lnTo>
                    <a:lnTo>
                      <a:pt x="296" y="56"/>
                    </a:lnTo>
                    <a:lnTo>
                      <a:pt x="296" y="60"/>
                    </a:lnTo>
                    <a:lnTo>
                      <a:pt x="296" y="56"/>
                    </a:lnTo>
                    <a:lnTo>
                      <a:pt x="292" y="56"/>
                    </a:lnTo>
                    <a:lnTo>
                      <a:pt x="292" y="60"/>
                    </a:lnTo>
                    <a:lnTo>
                      <a:pt x="288" y="60"/>
                    </a:lnTo>
                    <a:lnTo>
                      <a:pt x="288" y="64"/>
                    </a:lnTo>
                    <a:lnTo>
                      <a:pt x="288" y="68"/>
                    </a:lnTo>
                    <a:lnTo>
                      <a:pt x="284" y="64"/>
                    </a:lnTo>
                    <a:lnTo>
                      <a:pt x="280" y="64"/>
                    </a:lnTo>
                    <a:lnTo>
                      <a:pt x="276" y="64"/>
                    </a:lnTo>
                    <a:lnTo>
                      <a:pt x="276" y="60"/>
                    </a:lnTo>
                    <a:lnTo>
                      <a:pt x="274" y="60"/>
                    </a:lnTo>
                    <a:lnTo>
                      <a:pt x="270" y="60"/>
                    </a:lnTo>
                    <a:lnTo>
                      <a:pt x="270" y="64"/>
                    </a:lnTo>
                    <a:lnTo>
                      <a:pt x="266" y="64"/>
                    </a:lnTo>
                    <a:lnTo>
                      <a:pt x="262" y="64"/>
                    </a:lnTo>
                    <a:lnTo>
                      <a:pt x="258" y="64"/>
                    </a:lnTo>
                    <a:lnTo>
                      <a:pt x="254" y="60"/>
                    </a:lnTo>
                    <a:lnTo>
                      <a:pt x="250" y="64"/>
                    </a:lnTo>
                    <a:lnTo>
                      <a:pt x="250" y="60"/>
                    </a:lnTo>
                    <a:lnTo>
                      <a:pt x="248" y="56"/>
                    </a:lnTo>
                    <a:lnTo>
                      <a:pt x="248" y="52"/>
                    </a:lnTo>
                    <a:lnTo>
                      <a:pt x="244" y="52"/>
                    </a:lnTo>
                    <a:lnTo>
                      <a:pt x="240" y="50"/>
                    </a:lnTo>
                    <a:lnTo>
                      <a:pt x="236" y="50"/>
                    </a:lnTo>
                    <a:lnTo>
                      <a:pt x="232" y="50"/>
                    </a:lnTo>
                    <a:lnTo>
                      <a:pt x="232" y="52"/>
                    </a:lnTo>
                    <a:lnTo>
                      <a:pt x="232" y="56"/>
                    </a:lnTo>
                    <a:lnTo>
                      <a:pt x="232" y="52"/>
                    </a:lnTo>
                    <a:lnTo>
                      <a:pt x="228" y="52"/>
                    </a:lnTo>
                    <a:lnTo>
                      <a:pt x="224" y="52"/>
                    </a:lnTo>
                    <a:lnTo>
                      <a:pt x="218" y="52"/>
                    </a:lnTo>
                    <a:lnTo>
                      <a:pt x="220" y="56"/>
                    </a:lnTo>
                    <a:lnTo>
                      <a:pt x="220" y="60"/>
                    </a:lnTo>
                    <a:lnTo>
                      <a:pt x="220" y="64"/>
                    </a:lnTo>
                    <a:lnTo>
                      <a:pt x="218" y="68"/>
                    </a:lnTo>
                    <a:lnTo>
                      <a:pt x="220" y="68"/>
                    </a:lnTo>
                    <a:lnTo>
                      <a:pt x="218" y="72"/>
                    </a:lnTo>
                    <a:lnTo>
                      <a:pt x="214" y="72"/>
                    </a:lnTo>
                    <a:lnTo>
                      <a:pt x="210" y="72"/>
                    </a:lnTo>
                    <a:lnTo>
                      <a:pt x="202" y="68"/>
                    </a:lnTo>
                    <a:lnTo>
                      <a:pt x="198" y="68"/>
                    </a:lnTo>
                    <a:lnTo>
                      <a:pt x="194" y="68"/>
                    </a:lnTo>
                    <a:lnTo>
                      <a:pt x="190" y="68"/>
                    </a:lnTo>
                    <a:lnTo>
                      <a:pt x="188" y="72"/>
                    </a:lnTo>
                    <a:lnTo>
                      <a:pt x="190" y="72"/>
                    </a:lnTo>
                    <a:lnTo>
                      <a:pt x="190" y="76"/>
                    </a:lnTo>
                    <a:lnTo>
                      <a:pt x="188" y="78"/>
                    </a:lnTo>
                    <a:lnTo>
                      <a:pt x="188" y="82"/>
                    </a:lnTo>
                    <a:lnTo>
                      <a:pt x="184" y="82"/>
                    </a:lnTo>
                    <a:lnTo>
                      <a:pt x="184" y="78"/>
                    </a:lnTo>
                    <a:lnTo>
                      <a:pt x="180" y="78"/>
                    </a:lnTo>
                    <a:lnTo>
                      <a:pt x="176" y="78"/>
                    </a:lnTo>
                    <a:lnTo>
                      <a:pt x="168" y="82"/>
                    </a:lnTo>
                    <a:lnTo>
                      <a:pt x="168" y="86"/>
                    </a:lnTo>
                    <a:lnTo>
                      <a:pt x="168" y="90"/>
                    </a:lnTo>
                    <a:lnTo>
                      <a:pt x="164" y="94"/>
                    </a:lnTo>
                    <a:lnTo>
                      <a:pt x="160" y="94"/>
                    </a:lnTo>
                    <a:lnTo>
                      <a:pt x="160" y="98"/>
                    </a:lnTo>
                    <a:lnTo>
                      <a:pt x="164" y="98"/>
                    </a:lnTo>
                    <a:lnTo>
                      <a:pt x="164" y="102"/>
                    </a:lnTo>
                    <a:lnTo>
                      <a:pt x="164" y="106"/>
                    </a:lnTo>
                    <a:lnTo>
                      <a:pt x="160" y="108"/>
                    </a:lnTo>
                    <a:lnTo>
                      <a:pt x="158" y="112"/>
                    </a:lnTo>
                    <a:lnTo>
                      <a:pt x="154" y="116"/>
                    </a:lnTo>
                    <a:lnTo>
                      <a:pt x="150" y="116"/>
                    </a:lnTo>
                    <a:lnTo>
                      <a:pt x="150" y="120"/>
                    </a:lnTo>
                    <a:lnTo>
                      <a:pt x="154" y="124"/>
                    </a:lnTo>
                    <a:lnTo>
                      <a:pt x="146" y="128"/>
                    </a:lnTo>
                    <a:lnTo>
                      <a:pt x="142" y="128"/>
                    </a:lnTo>
                    <a:lnTo>
                      <a:pt x="138" y="128"/>
                    </a:lnTo>
                    <a:lnTo>
                      <a:pt x="138" y="132"/>
                    </a:lnTo>
                    <a:lnTo>
                      <a:pt x="142" y="136"/>
                    </a:lnTo>
                    <a:lnTo>
                      <a:pt x="138" y="136"/>
                    </a:lnTo>
                    <a:lnTo>
                      <a:pt x="138" y="138"/>
                    </a:lnTo>
                    <a:lnTo>
                      <a:pt x="138" y="142"/>
                    </a:lnTo>
                    <a:lnTo>
                      <a:pt x="138" y="146"/>
                    </a:lnTo>
                    <a:lnTo>
                      <a:pt x="134" y="150"/>
                    </a:lnTo>
                    <a:lnTo>
                      <a:pt x="134" y="154"/>
                    </a:lnTo>
                    <a:lnTo>
                      <a:pt x="130" y="154"/>
                    </a:lnTo>
                    <a:lnTo>
                      <a:pt x="130" y="158"/>
                    </a:lnTo>
                    <a:lnTo>
                      <a:pt x="130" y="162"/>
                    </a:lnTo>
                    <a:lnTo>
                      <a:pt x="128" y="162"/>
                    </a:lnTo>
                    <a:lnTo>
                      <a:pt x="128" y="164"/>
                    </a:lnTo>
                    <a:lnTo>
                      <a:pt x="130" y="164"/>
                    </a:lnTo>
                    <a:lnTo>
                      <a:pt x="134" y="164"/>
                    </a:lnTo>
                    <a:lnTo>
                      <a:pt x="134" y="168"/>
                    </a:lnTo>
                    <a:lnTo>
                      <a:pt x="134" y="172"/>
                    </a:lnTo>
                    <a:lnTo>
                      <a:pt x="130" y="176"/>
                    </a:lnTo>
                    <a:lnTo>
                      <a:pt x="120" y="176"/>
                    </a:lnTo>
                    <a:lnTo>
                      <a:pt x="116" y="176"/>
                    </a:lnTo>
                    <a:lnTo>
                      <a:pt x="112" y="180"/>
                    </a:lnTo>
                    <a:lnTo>
                      <a:pt x="108" y="184"/>
                    </a:lnTo>
                    <a:lnTo>
                      <a:pt x="104" y="188"/>
                    </a:lnTo>
                    <a:lnTo>
                      <a:pt x="104" y="192"/>
                    </a:lnTo>
                    <a:lnTo>
                      <a:pt x="104" y="194"/>
                    </a:lnTo>
                    <a:lnTo>
                      <a:pt x="102" y="194"/>
                    </a:lnTo>
                    <a:lnTo>
                      <a:pt x="104" y="198"/>
                    </a:lnTo>
                    <a:lnTo>
                      <a:pt x="104" y="202"/>
                    </a:lnTo>
                    <a:lnTo>
                      <a:pt x="104" y="206"/>
                    </a:lnTo>
                    <a:lnTo>
                      <a:pt x="104" y="210"/>
                    </a:lnTo>
                    <a:lnTo>
                      <a:pt x="104" y="214"/>
                    </a:lnTo>
                    <a:lnTo>
                      <a:pt x="104" y="218"/>
                    </a:lnTo>
                    <a:lnTo>
                      <a:pt x="108" y="218"/>
                    </a:lnTo>
                    <a:lnTo>
                      <a:pt x="108" y="222"/>
                    </a:lnTo>
                    <a:lnTo>
                      <a:pt x="104" y="224"/>
                    </a:lnTo>
                    <a:lnTo>
                      <a:pt x="104" y="228"/>
                    </a:lnTo>
                    <a:lnTo>
                      <a:pt x="104" y="232"/>
                    </a:lnTo>
                    <a:lnTo>
                      <a:pt x="108" y="236"/>
                    </a:lnTo>
                    <a:lnTo>
                      <a:pt x="112" y="236"/>
                    </a:lnTo>
                    <a:lnTo>
                      <a:pt x="112" y="238"/>
                    </a:lnTo>
                    <a:lnTo>
                      <a:pt x="116" y="238"/>
                    </a:lnTo>
                    <a:lnTo>
                      <a:pt x="116" y="242"/>
                    </a:lnTo>
                    <a:lnTo>
                      <a:pt x="112" y="242"/>
                    </a:lnTo>
                    <a:lnTo>
                      <a:pt x="112" y="246"/>
                    </a:lnTo>
                    <a:lnTo>
                      <a:pt x="108" y="246"/>
                    </a:lnTo>
                    <a:lnTo>
                      <a:pt x="104" y="246"/>
                    </a:lnTo>
                    <a:lnTo>
                      <a:pt x="108" y="250"/>
                    </a:lnTo>
                    <a:lnTo>
                      <a:pt x="108" y="254"/>
                    </a:lnTo>
                    <a:lnTo>
                      <a:pt x="108" y="258"/>
                    </a:lnTo>
                    <a:lnTo>
                      <a:pt x="112" y="258"/>
                    </a:lnTo>
                    <a:lnTo>
                      <a:pt x="112" y="262"/>
                    </a:lnTo>
                    <a:lnTo>
                      <a:pt x="108" y="264"/>
                    </a:lnTo>
                    <a:lnTo>
                      <a:pt x="108" y="268"/>
                    </a:lnTo>
                    <a:lnTo>
                      <a:pt x="108" y="272"/>
                    </a:lnTo>
                    <a:lnTo>
                      <a:pt x="104" y="272"/>
                    </a:lnTo>
                    <a:lnTo>
                      <a:pt x="102" y="272"/>
                    </a:lnTo>
                    <a:lnTo>
                      <a:pt x="102" y="276"/>
                    </a:lnTo>
                    <a:lnTo>
                      <a:pt x="102" y="280"/>
                    </a:lnTo>
                    <a:lnTo>
                      <a:pt x="98" y="280"/>
                    </a:lnTo>
                    <a:lnTo>
                      <a:pt x="102" y="284"/>
                    </a:lnTo>
                    <a:lnTo>
                      <a:pt x="102" y="288"/>
                    </a:lnTo>
                    <a:lnTo>
                      <a:pt x="102" y="292"/>
                    </a:lnTo>
                    <a:lnTo>
                      <a:pt x="98" y="294"/>
                    </a:lnTo>
                    <a:lnTo>
                      <a:pt x="94" y="294"/>
                    </a:lnTo>
                    <a:lnTo>
                      <a:pt x="94" y="292"/>
                    </a:lnTo>
                    <a:lnTo>
                      <a:pt x="90" y="292"/>
                    </a:lnTo>
                    <a:lnTo>
                      <a:pt x="86" y="292"/>
                    </a:lnTo>
                    <a:lnTo>
                      <a:pt x="86" y="288"/>
                    </a:lnTo>
                    <a:lnTo>
                      <a:pt x="82" y="284"/>
                    </a:lnTo>
                    <a:lnTo>
                      <a:pt x="86" y="284"/>
                    </a:lnTo>
                    <a:lnTo>
                      <a:pt x="82" y="280"/>
                    </a:lnTo>
                    <a:lnTo>
                      <a:pt x="82" y="276"/>
                    </a:lnTo>
                    <a:lnTo>
                      <a:pt x="82" y="272"/>
                    </a:lnTo>
                    <a:lnTo>
                      <a:pt x="86" y="276"/>
                    </a:lnTo>
                    <a:lnTo>
                      <a:pt x="86" y="272"/>
                    </a:lnTo>
                    <a:lnTo>
                      <a:pt x="82" y="272"/>
                    </a:lnTo>
                    <a:lnTo>
                      <a:pt x="82" y="276"/>
                    </a:lnTo>
                    <a:lnTo>
                      <a:pt x="82" y="280"/>
                    </a:lnTo>
                    <a:lnTo>
                      <a:pt x="82" y="276"/>
                    </a:lnTo>
                    <a:lnTo>
                      <a:pt x="78" y="276"/>
                    </a:lnTo>
                    <a:lnTo>
                      <a:pt x="78" y="280"/>
                    </a:lnTo>
                    <a:lnTo>
                      <a:pt x="78" y="284"/>
                    </a:lnTo>
                    <a:lnTo>
                      <a:pt x="82" y="284"/>
                    </a:lnTo>
                    <a:lnTo>
                      <a:pt x="82" y="288"/>
                    </a:lnTo>
                    <a:lnTo>
                      <a:pt x="78" y="288"/>
                    </a:lnTo>
                    <a:lnTo>
                      <a:pt x="78" y="292"/>
                    </a:lnTo>
                    <a:lnTo>
                      <a:pt x="74" y="292"/>
                    </a:lnTo>
                    <a:lnTo>
                      <a:pt x="74" y="294"/>
                    </a:lnTo>
                    <a:lnTo>
                      <a:pt x="72" y="294"/>
                    </a:lnTo>
                    <a:lnTo>
                      <a:pt x="72" y="292"/>
                    </a:lnTo>
                    <a:lnTo>
                      <a:pt x="68" y="292"/>
                    </a:lnTo>
                    <a:lnTo>
                      <a:pt x="72" y="292"/>
                    </a:lnTo>
                    <a:lnTo>
                      <a:pt x="72" y="294"/>
                    </a:lnTo>
                    <a:lnTo>
                      <a:pt x="68" y="294"/>
                    </a:lnTo>
                    <a:lnTo>
                      <a:pt x="64" y="298"/>
                    </a:lnTo>
                    <a:lnTo>
                      <a:pt x="64" y="302"/>
                    </a:lnTo>
                    <a:lnTo>
                      <a:pt x="60" y="302"/>
                    </a:lnTo>
                    <a:lnTo>
                      <a:pt x="60" y="306"/>
                    </a:lnTo>
                    <a:lnTo>
                      <a:pt x="56" y="306"/>
                    </a:lnTo>
                    <a:lnTo>
                      <a:pt x="52" y="310"/>
                    </a:lnTo>
                    <a:lnTo>
                      <a:pt x="48" y="310"/>
                    </a:lnTo>
                    <a:lnTo>
                      <a:pt x="48" y="314"/>
                    </a:lnTo>
                    <a:lnTo>
                      <a:pt x="44" y="314"/>
                    </a:lnTo>
                    <a:lnTo>
                      <a:pt x="42" y="314"/>
                    </a:lnTo>
                    <a:lnTo>
                      <a:pt x="38" y="314"/>
                    </a:lnTo>
                    <a:lnTo>
                      <a:pt x="34" y="314"/>
                    </a:lnTo>
                    <a:lnTo>
                      <a:pt x="34" y="318"/>
                    </a:lnTo>
                    <a:lnTo>
                      <a:pt x="30" y="314"/>
                    </a:lnTo>
                    <a:lnTo>
                      <a:pt x="26" y="314"/>
                    </a:lnTo>
                    <a:lnTo>
                      <a:pt x="26" y="310"/>
                    </a:lnTo>
                    <a:lnTo>
                      <a:pt x="30" y="310"/>
                    </a:lnTo>
                    <a:lnTo>
                      <a:pt x="26" y="310"/>
                    </a:lnTo>
                    <a:lnTo>
                      <a:pt x="22" y="310"/>
                    </a:lnTo>
                    <a:lnTo>
                      <a:pt x="18" y="310"/>
                    </a:lnTo>
                    <a:lnTo>
                      <a:pt x="18" y="306"/>
                    </a:lnTo>
                    <a:lnTo>
                      <a:pt x="14" y="306"/>
                    </a:lnTo>
                    <a:lnTo>
                      <a:pt x="12" y="302"/>
                    </a:lnTo>
                    <a:lnTo>
                      <a:pt x="12" y="298"/>
                    </a:lnTo>
                    <a:lnTo>
                      <a:pt x="12" y="294"/>
                    </a:lnTo>
                    <a:lnTo>
                      <a:pt x="12" y="292"/>
                    </a:lnTo>
                    <a:lnTo>
                      <a:pt x="14" y="294"/>
                    </a:lnTo>
                    <a:lnTo>
                      <a:pt x="18" y="294"/>
                    </a:lnTo>
                    <a:lnTo>
                      <a:pt x="18" y="298"/>
                    </a:lnTo>
                    <a:lnTo>
                      <a:pt x="22" y="294"/>
                    </a:lnTo>
                    <a:lnTo>
                      <a:pt x="18" y="294"/>
                    </a:lnTo>
                    <a:lnTo>
                      <a:pt x="22" y="294"/>
                    </a:lnTo>
                    <a:lnTo>
                      <a:pt x="22" y="292"/>
                    </a:lnTo>
                    <a:lnTo>
                      <a:pt x="26" y="292"/>
                    </a:lnTo>
                    <a:lnTo>
                      <a:pt x="22" y="292"/>
                    </a:lnTo>
                    <a:lnTo>
                      <a:pt x="18" y="294"/>
                    </a:lnTo>
                    <a:lnTo>
                      <a:pt x="18" y="292"/>
                    </a:lnTo>
                    <a:lnTo>
                      <a:pt x="14" y="292"/>
                    </a:lnTo>
                    <a:lnTo>
                      <a:pt x="18" y="292"/>
                    </a:lnTo>
                    <a:lnTo>
                      <a:pt x="18" y="288"/>
                    </a:lnTo>
                    <a:lnTo>
                      <a:pt x="22" y="288"/>
                    </a:lnTo>
                    <a:lnTo>
                      <a:pt x="26" y="288"/>
                    </a:lnTo>
                    <a:lnTo>
                      <a:pt x="22" y="288"/>
                    </a:lnTo>
                    <a:lnTo>
                      <a:pt x="18" y="288"/>
                    </a:lnTo>
                    <a:lnTo>
                      <a:pt x="18" y="284"/>
                    </a:lnTo>
                    <a:lnTo>
                      <a:pt x="22" y="284"/>
                    </a:lnTo>
                    <a:lnTo>
                      <a:pt x="22" y="280"/>
                    </a:lnTo>
                    <a:lnTo>
                      <a:pt x="26" y="280"/>
                    </a:lnTo>
                    <a:lnTo>
                      <a:pt x="22" y="280"/>
                    </a:lnTo>
                    <a:lnTo>
                      <a:pt x="18" y="284"/>
                    </a:lnTo>
                    <a:lnTo>
                      <a:pt x="14" y="284"/>
                    </a:lnTo>
                    <a:lnTo>
                      <a:pt x="18" y="284"/>
                    </a:lnTo>
                    <a:lnTo>
                      <a:pt x="14" y="284"/>
                    </a:lnTo>
                    <a:lnTo>
                      <a:pt x="14" y="288"/>
                    </a:lnTo>
                    <a:lnTo>
                      <a:pt x="12" y="288"/>
                    </a:lnTo>
                    <a:lnTo>
                      <a:pt x="12" y="284"/>
                    </a:lnTo>
                    <a:lnTo>
                      <a:pt x="12" y="288"/>
                    </a:lnTo>
                    <a:lnTo>
                      <a:pt x="8" y="288"/>
                    </a:lnTo>
                    <a:lnTo>
                      <a:pt x="8" y="284"/>
                    </a:lnTo>
                    <a:lnTo>
                      <a:pt x="8" y="280"/>
                    </a:lnTo>
                    <a:lnTo>
                      <a:pt x="12" y="276"/>
                    </a:lnTo>
                    <a:lnTo>
                      <a:pt x="12" y="280"/>
                    </a:lnTo>
                    <a:lnTo>
                      <a:pt x="12" y="276"/>
                    </a:lnTo>
                    <a:lnTo>
                      <a:pt x="14" y="276"/>
                    </a:lnTo>
                    <a:lnTo>
                      <a:pt x="18" y="276"/>
                    </a:lnTo>
                    <a:lnTo>
                      <a:pt x="22" y="272"/>
                    </a:lnTo>
                    <a:lnTo>
                      <a:pt x="18" y="276"/>
                    </a:lnTo>
                    <a:lnTo>
                      <a:pt x="14" y="276"/>
                    </a:lnTo>
                    <a:lnTo>
                      <a:pt x="14" y="272"/>
                    </a:lnTo>
                    <a:lnTo>
                      <a:pt x="18" y="272"/>
                    </a:lnTo>
                    <a:lnTo>
                      <a:pt x="18" y="268"/>
                    </a:lnTo>
                    <a:lnTo>
                      <a:pt x="18" y="264"/>
                    </a:lnTo>
                    <a:lnTo>
                      <a:pt x="22" y="264"/>
                    </a:lnTo>
                    <a:lnTo>
                      <a:pt x="22" y="262"/>
                    </a:lnTo>
                    <a:lnTo>
                      <a:pt x="26" y="262"/>
                    </a:lnTo>
                    <a:lnTo>
                      <a:pt x="26" y="264"/>
                    </a:lnTo>
                    <a:lnTo>
                      <a:pt x="26" y="268"/>
                    </a:lnTo>
                    <a:lnTo>
                      <a:pt x="26" y="264"/>
                    </a:lnTo>
                    <a:lnTo>
                      <a:pt x="26" y="262"/>
                    </a:lnTo>
                    <a:lnTo>
                      <a:pt x="30" y="262"/>
                    </a:lnTo>
                    <a:lnTo>
                      <a:pt x="30" y="258"/>
                    </a:lnTo>
                    <a:lnTo>
                      <a:pt x="34" y="262"/>
                    </a:lnTo>
                    <a:lnTo>
                      <a:pt x="34" y="258"/>
                    </a:lnTo>
                    <a:lnTo>
                      <a:pt x="30" y="258"/>
                    </a:lnTo>
                    <a:lnTo>
                      <a:pt x="34" y="258"/>
                    </a:lnTo>
                    <a:lnTo>
                      <a:pt x="30" y="258"/>
                    </a:lnTo>
                    <a:lnTo>
                      <a:pt x="26" y="262"/>
                    </a:lnTo>
                    <a:lnTo>
                      <a:pt x="22" y="262"/>
                    </a:lnTo>
                    <a:lnTo>
                      <a:pt x="18" y="262"/>
                    </a:lnTo>
                    <a:lnTo>
                      <a:pt x="18" y="264"/>
                    </a:lnTo>
                    <a:lnTo>
                      <a:pt x="14" y="268"/>
                    </a:lnTo>
                    <a:lnTo>
                      <a:pt x="14" y="272"/>
                    </a:lnTo>
                    <a:lnTo>
                      <a:pt x="14" y="268"/>
                    </a:lnTo>
                    <a:lnTo>
                      <a:pt x="12" y="268"/>
                    </a:lnTo>
                    <a:lnTo>
                      <a:pt x="12" y="264"/>
                    </a:lnTo>
                    <a:lnTo>
                      <a:pt x="14" y="262"/>
                    </a:lnTo>
                    <a:lnTo>
                      <a:pt x="12" y="262"/>
                    </a:lnTo>
                    <a:lnTo>
                      <a:pt x="12" y="264"/>
                    </a:lnTo>
                    <a:lnTo>
                      <a:pt x="12" y="268"/>
                    </a:lnTo>
                    <a:lnTo>
                      <a:pt x="8" y="268"/>
                    </a:lnTo>
                    <a:lnTo>
                      <a:pt x="8" y="264"/>
                    </a:lnTo>
                    <a:lnTo>
                      <a:pt x="8" y="262"/>
                    </a:lnTo>
                    <a:lnTo>
                      <a:pt x="8" y="258"/>
                    </a:lnTo>
                    <a:lnTo>
                      <a:pt x="8" y="262"/>
                    </a:lnTo>
                    <a:lnTo>
                      <a:pt x="12" y="262"/>
                    </a:lnTo>
                    <a:lnTo>
                      <a:pt x="14" y="262"/>
                    </a:lnTo>
                    <a:lnTo>
                      <a:pt x="14" y="258"/>
                    </a:lnTo>
                    <a:lnTo>
                      <a:pt x="14" y="254"/>
                    </a:lnTo>
                    <a:lnTo>
                      <a:pt x="12" y="254"/>
                    </a:lnTo>
                    <a:lnTo>
                      <a:pt x="12" y="258"/>
                    </a:lnTo>
                    <a:lnTo>
                      <a:pt x="8" y="258"/>
                    </a:lnTo>
                    <a:lnTo>
                      <a:pt x="4" y="254"/>
                    </a:lnTo>
                    <a:lnTo>
                      <a:pt x="8" y="258"/>
                    </a:lnTo>
                    <a:lnTo>
                      <a:pt x="4" y="254"/>
                    </a:lnTo>
                    <a:lnTo>
                      <a:pt x="8" y="254"/>
                    </a:lnTo>
                    <a:lnTo>
                      <a:pt x="8" y="258"/>
                    </a:lnTo>
                    <a:lnTo>
                      <a:pt x="12" y="258"/>
                    </a:lnTo>
                    <a:lnTo>
                      <a:pt x="12" y="254"/>
                    </a:lnTo>
                    <a:lnTo>
                      <a:pt x="8" y="254"/>
                    </a:lnTo>
                    <a:lnTo>
                      <a:pt x="8" y="250"/>
                    </a:lnTo>
                    <a:lnTo>
                      <a:pt x="12" y="250"/>
                    </a:lnTo>
                    <a:lnTo>
                      <a:pt x="8" y="250"/>
                    </a:lnTo>
                    <a:lnTo>
                      <a:pt x="4" y="250"/>
                    </a:lnTo>
                    <a:lnTo>
                      <a:pt x="4" y="246"/>
                    </a:lnTo>
                    <a:lnTo>
                      <a:pt x="8" y="246"/>
                    </a:lnTo>
                    <a:lnTo>
                      <a:pt x="12" y="246"/>
                    </a:lnTo>
                    <a:lnTo>
                      <a:pt x="14" y="246"/>
                    </a:lnTo>
                    <a:lnTo>
                      <a:pt x="18" y="246"/>
                    </a:lnTo>
                    <a:lnTo>
                      <a:pt x="22" y="246"/>
                    </a:lnTo>
                    <a:lnTo>
                      <a:pt x="26" y="246"/>
                    </a:lnTo>
                    <a:lnTo>
                      <a:pt x="26" y="242"/>
                    </a:lnTo>
                    <a:lnTo>
                      <a:pt x="30" y="242"/>
                    </a:lnTo>
                    <a:lnTo>
                      <a:pt x="30" y="246"/>
                    </a:lnTo>
                    <a:lnTo>
                      <a:pt x="34" y="246"/>
                    </a:lnTo>
                    <a:lnTo>
                      <a:pt x="34" y="250"/>
                    </a:lnTo>
                    <a:lnTo>
                      <a:pt x="34" y="246"/>
                    </a:lnTo>
                    <a:lnTo>
                      <a:pt x="38" y="246"/>
                    </a:lnTo>
                    <a:lnTo>
                      <a:pt x="38" y="242"/>
                    </a:lnTo>
                    <a:lnTo>
                      <a:pt x="38" y="238"/>
                    </a:lnTo>
                    <a:lnTo>
                      <a:pt x="42" y="238"/>
                    </a:lnTo>
                    <a:lnTo>
                      <a:pt x="42" y="236"/>
                    </a:lnTo>
                    <a:lnTo>
                      <a:pt x="38" y="238"/>
                    </a:lnTo>
                    <a:lnTo>
                      <a:pt x="38" y="242"/>
                    </a:lnTo>
                    <a:lnTo>
                      <a:pt x="34" y="242"/>
                    </a:lnTo>
                    <a:lnTo>
                      <a:pt x="30" y="246"/>
                    </a:lnTo>
                    <a:lnTo>
                      <a:pt x="30" y="242"/>
                    </a:lnTo>
                    <a:lnTo>
                      <a:pt x="26" y="242"/>
                    </a:lnTo>
                    <a:lnTo>
                      <a:pt x="26" y="238"/>
                    </a:lnTo>
                    <a:lnTo>
                      <a:pt x="26" y="242"/>
                    </a:lnTo>
                    <a:lnTo>
                      <a:pt x="22" y="246"/>
                    </a:lnTo>
                    <a:lnTo>
                      <a:pt x="22" y="242"/>
                    </a:lnTo>
                    <a:lnTo>
                      <a:pt x="18" y="242"/>
                    </a:lnTo>
                    <a:lnTo>
                      <a:pt x="14" y="242"/>
                    </a:lnTo>
                    <a:lnTo>
                      <a:pt x="12" y="242"/>
                    </a:lnTo>
                    <a:lnTo>
                      <a:pt x="12" y="246"/>
                    </a:lnTo>
                    <a:lnTo>
                      <a:pt x="8" y="246"/>
                    </a:lnTo>
                    <a:lnTo>
                      <a:pt x="8" y="242"/>
                    </a:lnTo>
                    <a:lnTo>
                      <a:pt x="4" y="242"/>
                    </a:lnTo>
                    <a:lnTo>
                      <a:pt x="8" y="242"/>
                    </a:lnTo>
                    <a:lnTo>
                      <a:pt x="4" y="242"/>
                    </a:lnTo>
                    <a:lnTo>
                      <a:pt x="8" y="238"/>
                    </a:lnTo>
                    <a:lnTo>
                      <a:pt x="12" y="238"/>
                    </a:lnTo>
                    <a:lnTo>
                      <a:pt x="8" y="238"/>
                    </a:lnTo>
                    <a:lnTo>
                      <a:pt x="4" y="238"/>
                    </a:lnTo>
                    <a:lnTo>
                      <a:pt x="8" y="236"/>
                    </a:lnTo>
                    <a:lnTo>
                      <a:pt x="8" y="238"/>
                    </a:lnTo>
                    <a:lnTo>
                      <a:pt x="12" y="238"/>
                    </a:lnTo>
                    <a:lnTo>
                      <a:pt x="14" y="238"/>
                    </a:lnTo>
                    <a:lnTo>
                      <a:pt x="14" y="236"/>
                    </a:lnTo>
                    <a:lnTo>
                      <a:pt x="12" y="236"/>
                    </a:lnTo>
                    <a:lnTo>
                      <a:pt x="12" y="238"/>
                    </a:lnTo>
                    <a:lnTo>
                      <a:pt x="8" y="236"/>
                    </a:lnTo>
                    <a:lnTo>
                      <a:pt x="4" y="236"/>
                    </a:lnTo>
                    <a:lnTo>
                      <a:pt x="8" y="232"/>
                    </a:lnTo>
                    <a:lnTo>
                      <a:pt x="4" y="232"/>
                    </a:lnTo>
                    <a:lnTo>
                      <a:pt x="8" y="228"/>
                    </a:lnTo>
                    <a:lnTo>
                      <a:pt x="12" y="228"/>
                    </a:lnTo>
                    <a:lnTo>
                      <a:pt x="14" y="228"/>
                    </a:lnTo>
                    <a:lnTo>
                      <a:pt x="18" y="228"/>
                    </a:lnTo>
                    <a:lnTo>
                      <a:pt x="22" y="228"/>
                    </a:lnTo>
                    <a:lnTo>
                      <a:pt x="26" y="228"/>
                    </a:lnTo>
                    <a:lnTo>
                      <a:pt x="30" y="228"/>
                    </a:lnTo>
                    <a:lnTo>
                      <a:pt x="26" y="228"/>
                    </a:lnTo>
                    <a:lnTo>
                      <a:pt x="22" y="228"/>
                    </a:lnTo>
                    <a:lnTo>
                      <a:pt x="18" y="228"/>
                    </a:lnTo>
                    <a:lnTo>
                      <a:pt x="14" y="228"/>
                    </a:lnTo>
                    <a:lnTo>
                      <a:pt x="12" y="228"/>
                    </a:lnTo>
                    <a:lnTo>
                      <a:pt x="8" y="228"/>
                    </a:lnTo>
                    <a:lnTo>
                      <a:pt x="4" y="228"/>
                    </a:lnTo>
                    <a:lnTo>
                      <a:pt x="8" y="224"/>
                    </a:lnTo>
                    <a:lnTo>
                      <a:pt x="8" y="222"/>
                    </a:lnTo>
                    <a:lnTo>
                      <a:pt x="4" y="222"/>
                    </a:lnTo>
                    <a:lnTo>
                      <a:pt x="8" y="222"/>
                    </a:lnTo>
                    <a:lnTo>
                      <a:pt x="12" y="224"/>
                    </a:lnTo>
                    <a:lnTo>
                      <a:pt x="12" y="222"/>
                    </a:lnTo>
                    <a:lnTo>
                      <a:pt x="8" y="222"/>
                    </a:lnTo>
                    <a:lnTo>
                      <a:pt x="12" y="222"/>
                    </a:lnTo>
                    <a:lnTo>
                      <a:pt x="14" y="222"/>
                    </a:lnTo>
                    <a:lnTo>
                      <a:pt x="18" y="222"/>
                    </a:lnTo>
                    <a:lnTo>
                      <a:pt x="22" y="224"/>
                    </a:lnTo>
                    <a:lnTo>
                      <a:pt x="18" y="224"/>
                    </a:lnTo>
                    <a:lnTo>
                      <a:pt x="18" y="222"/>
                    </a:lnTo>
                    <a:lnTo>
                      <a:pt x="14" y="222"/>
                    </a:lnTo>
                    <a:lnTo>
                      <a:pt x="18" y="222"/>
                    </a:lnTo>
                    <a:lnTo>
                      <a:pt x="18" y="218"/>
                    </a:lnTo>
                    <a:lnTo>
                      <a:pt x="22" y="218"/>
                    </a:lnTo>
                    <a:lnTo>
                      <a:pt x="26" y="222"/>
                    </a:lnTo>
                    <a:lnTo>
                      <a:pt x="26" y="218"/>
                    </a:lnTo>
                    <a:lnTo>
                      <a:pt x="22" y="218"/>
                    </a:lnTo>
                    <a:lnTo>
                      <a:pt x="26" y="214"/>
                    </a:lnTo>
                    <a:lnTo>
                      <a:pt x="30" y="218"/>
                    </a:lnTo>
                    <a:lnTo>
                      <a:pt x="34" y="218"/>
                    </a:lnTo>
                    <a:lnTo>
                      <a:pt x="34" y="222"/>
                    </a:lnTo>
                    <a:lnTo>
                      <a:pt x="30" y="222"/>
                    </a:lnTo>
                    <a:lnTo>
                      <a:pt x="30" y="224"/>
                    </a:lnTo>
                    <a:lnTo>
                      <a:pt x="34" y="224"/>
                    </a:lnTo>
                    <a:lnTo>
                      <a:pt x="34" y="222"/>
                    </a:lnTo>
                    <a:lnTo>
                      <a:pt x="30" y="222"/>
                    </a:lnTo>
                    <a:lnTo>
                      <a:pt x="34" y="222"/>
                    </a:lnTo>
                    <a:lnTo>
                      <a:pt x="34" y="218"/>
                    </a:lnTo>
                    <a:lnTo>
                      <a:pt x="38" y="218"/>
                    </a:lnTo>
                    <a:lnTo>
                      <a:pt x="38" y="222"/>
                    </a:lnTo>
                    <a:lnTo>
                      <a:pt x="38" y="218"/>
                    </a:lnTo>
                    <a:lnTo>
                      <a:pt x="34" y="218"/>
                    </a:lnTo>
                    <a:lnTo>
                      <a:pt x="30" y="218"/>
                    </a:lnTo>
                    <a:lnTo>
                      <a:pt x="30" y="214"/>
                    </a:lnTo>
                    <a:lnTo>
                      <a:pt x="26" y="214"/>
                    </a:lnTo>
                    <a:lnTo>
                      <a:pt x="22" y="214"/>
                    </a:lnTo>
                    <a:lnTo>
                      <a:pt x="26" y="214"/>
                    </a:lnTo>
                    <a:lnTo>
                      <a:pt x="22" y="214"/>
                    </a:lnTo>
                    <a:lnTo>
                      <a:pt x="22" y="210"/>
                    </a:lnTo>
                    <a:lnTo>
                      <a:pt x="26" y="210"/>
                    </a:lnTo>
                    <a:lnTo>
                      <a:pt x="30" y="210"/>
                    </a:lnTo>
                    <a:lnTo>
                      <a:pt x="34" y="210"/>
                    </a:lnTo>
                    <a:lnTo>
                      <a:pt x="38" y="210"/>
                    </a:lnTo>
                    <a:lnTo>
                      <a:pt x="42" y="214"/>
                    </a:lnTo>
                    <a:lnTo>
                      <a:pt x="42" y="210"/>
                    </a:lnTo>
                    <a:lnTo>
                      <a:pt x="42" y="214"/>
                    </a:lnTo>
                    <a:lnTo>
                      <a:pt x="38" y="214"/>
                    </a:lnTo>
                    <a:lnTo>
                      <a:pt x="38" y="210"/>
                    </a:lnTo>
                    <a:lnTo>
                      <a:pt x="42" y="210"/>
                    </a:lnTo>
                    <a:lnTo>
                      <a:pt x="44" y="210"/>
                    </a:lnTo>
                    <a:lnTo>
                      <a:pt x="44" y="206"/>
                    </a:lnTo>
                    <a:lnTo>
                      <a:pt x="48" y="210"/>
                    </a:lnTo>
                    <a:lnTo>
                      <a:pt x="48" y="206"/>
                    </a:lnTo>
                    <a:lnTo>
                      <a:pt x="44" y="206"/>
                    </a:lnTo>
                    <a:lnTo>
                      <a:pt x="42" y="210"/>
                    </a:lnTo>
                    <a:lnTo>
                      <a:pt x="38" y="210"/>
                    </a:lnTo>
                    <a:lnTo>
                      <a:pt x="38" y="206"/>
                    </a:lnTo>
                    <a:lnTo>
                      <a:pt x="42" y="206"/>
                    </a:lnTo>
                    <a:lnTo>
                      <a:pt x="38" y="206"/>
                    </a:lnTo>
                    <a:lnTo>
                      <a:pt x="34" y="206"/>
                    </a:lnTo>
                    <a:lnTo>
                      <a:pt x="30" y="210"/>
                    </a:lnTo>
                    <a:lnTo>
                      <a:pt x="30" y="206"/>
                    </a:lnTo>
                    <a:lnTo>
                      <a:pt x="34" y="206"/>
                    </a:lnTo>
                    <a:lnTo>
                      <a:pt x="30" y="202"/>
                    </a:lnTo>
                    <a:lnTo>
                      <a:pt x="34" y="202"/>
                    </a:lnTo>
                    <a:lnTo>
                      <a:pt x="38" y="202"/>
                    </a:lnTo>
                    <a:lnTo>
                      <a:pt x="42" y="202"/>
                    </a:lnTo>
                    <a:lnTo>
                      <a:pt x="44" y="202"/>
                    </a:lnTo>
                    <a:lnTo>
                      <a:pt x="42" y="202"/>
                    </a:lnTo>
                    <a:lnTo>
                      <a:pt x="44" y="202"/>
                    </a:lnTo>
                    <a:lnTo>
                      <a:pt x="48" y="202"/>
                    </a:lnTo>
                    <a:lnTo>
                      <a:pt x="48" y="206"/>
                    </a:lnTo>
                    <a:lnTo>
                      <a:pt x="52" y="206"/>
                    </a:lnTo>
                    <a:lnTo>
                      <a:pt x="52" y="210"/>
                    </a:lnTo>
                    <a:lnTo>
                      <a:pt x="56" y="210"/>
                    </a:lnTo>
                    <a:lnTo>
                      <a:pt x="52" y="210"/>
                    </a:lnTo>
                    <a:lnTo>
                      <a:pt x="52" y="206"/>
                    </a:lnTo>
                    <a:lnTo>
                      <a:pt x="48" y="206"/>
                    </a:lnTo>
                    <a:lnTo>
                      <a:pt x="48" y="202"/>
                    </a:lnTo>
                    <a:lnTo>
                      <a:pt x="44" y="202"/>
                    </a:lnTo>
                    <a:lnTo>
                      <a:pt x="44" y="198"/>
                    </a:lnTo>
                    <a:lnTo>
                      <a:pt x="48" y="198"/>
                    </a:lnTo>
                    <a:lnTo>
                      <a:pt x="48" y="202"/>
                    </a:lnTo>
                    <a:lnTo>
                      <a:pt x="52" y="202"/>
                    </a:lnTo>
                    <a:lnTo>
                      <a:pt x="52" y="206"/>
                    </a:lnTo>
                    <a:lnTo>
                      <a:pt x="52" y="202"/>
                    </a:lnTo>
                    <a:lnTo>
                      <a:pt x="56" y="202"/>
                    </a:lnTo>
                    <a:lnTo>
                      <a:pt x="52" y="202"/>
                    </a:lnTo>
                    <a:lnTo>
                      <a:pt x="48" y="202"/>
                    </a:lnTo>
                    <a:lnTo>
                      <a:pt x="48" y="198"/>
                    </a:lnTo>
                    <a:lnTo>
                      <a:pt x="52" y="198"/>
                    </a:lnTo>
                    <a:lnTo>
                      <a:pt x="56" y="198"/>
                    </a:lnTo>
                    <a:lnTo>
                      <a:pt x="60" y="198"/>
                    </a:lnTo>
                    <a:lnTo>
                      <a:pt x="56" y="198"/>
                    </a:lnTo>
                    <a:lnTo>
                      <a:pt x="52" y="194"/>
                    </a:lnTo>
                    <a:lnTo>
                      <a:pt x="56" y="194"/>
                    </a:lnTo>
                    <a:lnTo>
                      <a:pt x="56" y="192"/>
                    </a:lnTo>
                    <a:lnTo>
                      <a:pt x="60" y="192"/>
                    </a:lnTo>
                    <a:lnTo>
                      <a:pt x="64" y="192"/>
                    </a:lnTo>
                    <a:lnTo>
                      <a:pt x="64" y="194"/>
                    </a:lnTo>
                    <a:lnTo>
                      <a:pt x="68" y="194"/>
                    </a:lnTo>
                    <a:lnTo>
                      <a:pt x="68" y="192"/>
                    </a:lnTo>
                    <a:lnTo>
                      <a:pt x="64" y="194"/>
                    </a:lnTo>
                    <a:lnTo>
                      <a:pt x="64" y="192"/>
                    </a:lnTo>
                    <a:lnTo>
                      <a:pt x="64" y="188"/>
                    </a:lnTo>
                    <a:lnTo>
                      <a:pt x="68" y="188"/>
                    </a:lnTo>
                    <a:lnTo>
                      <a:pt x="72" y="188"/>
                    </a:lnTo>
                    <a:lnTo>
                      <a:pt x="74" y="192"/>
                    </a:lnTo>
                    <a:lnTo>
                      <a:pt x="74" y="194"/>
                    </a:lnTo>
                    <a:lnTo>
                      <a:pt x="78" y="194"/>
                    </a:lnTo>
                    <a:lnTo>
                      <a:pt x="74" y="194"/>
                    </a:lnTo>
                    <a:lnTo>
                      <a:pt x="74" y="192"/>
                    </a:lnTo>
                    <a:lnTo>
                      <a:pt x="78" y="192"/>
                    </a:lnTo>
                    <a:lnTo>
                      <a:pt x="82" y="192"/>
                    </a:lnTo>
                    <a:lnTo>
                      <a:pt x="86" y="192"/>
                    </a:lnTo>
                    <a:lnTo>
                      <a:pt x="86" y="188"/>
                    </a:lnTo>
                    <a:lnTo>
                      <a:pt x="82" y="188"/>
                    </a:lnTo>
                    <a:lnTo>
                      <a:pt x="86" y="188"/>
                    </a:lnTo>
                    <a:lnTo>
                      <a:pt x="86" y="184"/>
                    </a:lnTo>
                    <a:lnTo>
                      <a:pt x="90" y="184"/>
                    </a:lnTo>
                    <a:lnTo>
                      <a:pt x="94" y="184"/>
                    </a:lnTo>
                    <a:lnTo>
                      <a:pt x="94" y="180"/>
                    </a:lnTo>
                    <a:lnTo>
                      <a:pt x="90" y="180"/>
                    </a:lnTo>
                    <a:lnTo>
                      <a:pt x="94" y="180"/>
                    </a:lnTo>
                    <a:lnTo>
                      <a:pt x="98" y="176"/>
                    </a:lnTo>
                    <a:lnTo>
                      <a:pt x="94" y="176"/>
                    </a:lnTo>
                    <a:lnTo>
                      <a:pt x="90" y="176"/>
                    </a:lnTo>
                    <a:lnTo>
                      <a:pt x="90" y="180"/>
                    </a:lnTo>
                    <a:lnTo>
                      <a:pt x="86" y="180"/>
                    </a:lnTo>
                    <a:lnTo>
                      <a:pt x="82" y="184"/>
                    </a:lnTo>
                    <a:lnTo>
                      <a:pt x="86" y="180"/>
                    </a:lnTo>
                    <a:lnTo>
                      <a:pt x="90" y="180"/>
                    </a:lnTo>
                    <a:lnTo>
                      <a:pt x="90" y="184"/>
                    </a:lnTo>
                    <a:lnTo>
                      <a:pt x="86" y="184"/>
                    </a:lnTo>
                    <a:lnTo>
                      <a:pt x="82" y="188"/>
                    </a:lnTo>
                    <a:lnTo>
                      <a:pt x="78" y="188"/>
                    </a:lnTo>
                    <a:lnTo>
                      <a:pt x="74" y="192"/>
                    </a:lnTo>
                    <a:lnTo>
                      <a:pt x="72" y="188"/>
                    </a:lnTo>
                    <a:lnTo>
                      <a:pt x="72" y="184"/>
                    </a:lnTo>
                    <a:lnTo>
                      <a:pt x="74" y="184"/>
                    </a:lnTo>
                    <a:lnTo>
                      <a:pt x="72" y="184"/>
                    </a:lnTo>
                    <a:lnTo>
                      <a:pt x="68" y="188"/>
                    </a:lnTo>
                    <a:lnTo>
                      <a:pt x="68" y="184"/>
                    </a:lnTo>
                    <a:lnTo>
                      <a:pt x="72" y="184"/>
                    </a:lnTo>
                    <a:lnTo>
                      <a:pt x="72" y="180"/>
                    </a:lnTo>
                    <a:lnTo>
                      <a:pt x="74" y="180"/>
                    </a:lnTo>
                    <a:lnTo>
                      <a:pt x="78" y="180"/>
                    </a:lnTo>
                    <a:lnTo>
                      <a:pt x="74" y="180"/>
                    </a:lnTo>
                    <a:lnTo>
                      <a:pt x="74" y="176"/>
                    </a:lnTo>
                    <a:lnTo>
                      <a:pt x="78" y="172"/>
                    </a:lnTo>
                    <a:lnTo>
                      <a:pt x="82" y="168"/>
                    </a:lnTo>
                    <a:lnTo>
                      <a:pt x="82" y="168"/>
                    </a:lnTo>
                    <a:lnTo>
                      <a:pt x="82" y="168"/>
                    </a:lnTo>
                    <a:close/>
                    <a:moveTo>
                      <a:pt x="284" y="4"/>
                    </a:moveTo>
                    <a:lnTo>
                      <a:pt x="284" y="0"/>
                    </a:lnTo>
                    <a:lnTo>
                      <a:pt x="284" y="4"/>
                    </a:lnTo>
                    <a:lnTo>
                      <a:pt x="284" y="4"/>
                    </a:lnTo>
                    <a:lnTo>
                      <a:pt x="284" y="4"/>
                    </a:lnTo>
                    <a:close/>
                    <a:moveTo>
                      <a:pt x="270" y="16"/>
                    </a:moveTo>
                    <a:lnTo>
                      <a:pt x="270" y="12"/>
                    </a:lnTo>
                    <a:lnTo>
                      <a:pt x="274" y="12"/>
                    </a:lnTo>
                    <a:lnTo>
                      <a:pt x="276" y="16"/>
                    </a:lnTo>
                    <a:lnTo>
                      <a:pt x="274" y="16"/>
                    </a:lnTo>
                    <a:lnTo>
                      <a:pt x="270" y="16"/>
                    </a:lnTo>
                    <a:lnTo>
                      <a:pt x="270" y="16"/>
                    </a:lnTo>
                    <a:lnTo>
                      <a:pt x="270" y="16"/>
                    </a:lnTo>
                    <a:close/>
                    <a:moveTo>
                      <a:pt x="258" y="22"/>
                    </a:moveTo>
                    <a:lnTo>
                      <a:pt x="254" y="22"/>
                    </a:lnTo>
                    <a:lnTo>
                      <a:pt x="250" y="22"/>
                    </a:lnTo>
                    <a:lnTo>
                      <a:pt x="250" y="20"/>
                    </a:lnTo>
                    <a:lnTo>
                      <a:pt x="254" y="20"/>
                    </a:lnTo>
                    <a:lnTo>
                      <a:pt x="258" y="22"/>
                    </a:lnTo>
                    <a:lnTo>
                      <a:pt x="258" y="22"/>
                    </a:lnTo>
                    <a:lnTo>
                      <a:pt x="258" y="22"/>
                    </a:lnTo>
                    <a:close/>
                    <a:moveTo>
                      <a:pt x="244" y="22"/>
                    </a:moveTo>
                    <a:lnTo>
                      <a:pt x="240" y="22"/>
                    </a:lnTo>
                    <a:lnTo>
                      <a:pt x="240" y="20"/>
                    </a:lnTo>
                    <a:lnTo>
                      <a:pt x="244" y="20"/>
                    </a:lnTo>
                    <a:lnTo>
                      <a:pt x="244" y="22"/>
                    </a:lnTo>
                    <a:lnTo>
                      <a:pt x="244" y="22"/>
                    </a:lnTo>
                    <a:lnTo>
                      <a:pt x="244" y="22"/>
                    </a:lnTo>
                    <a:close/>
                    <a:moveTo>
                      <a:pt x="206" y="26"/>
                    </a:moveTo>
                    <a:lnTo>
                      <a:pt x="202" y="26"/>
                    </a:lnTo>
                    <a:lnTo>
                      <a:pt x="206" y="22"/>
                    </a:lnTo>
                    <a:lnTo>
                      <a:pt x="206" y="26"/>
                    </a:lnTo>
                    <a:lnTo>
                      <a:pt x="206" y="26"/>
                    </a:lnTo>
                    <a:lnTo>
                      <a:pt x="206" y="26"/>
                    </a:lnTo>
                    <a:close/>
                    <a:moveTo>
                      <a:pt x="198" y="30"/>
                    </a:moveTo>
                    <a:lnTo>
                      <a:pt x="198" y="26"/>
                    </a:lnTo>
                    <a:lnTo>
                      <a:pt x="202" y="26"/>
                    </a:lnTo>
                    <a:lnTo>
                      <a:pt x="202" y="30"/>
                    </a:lnTo>
                    <a:lnTo>
                      <a:pt x="198" y="30"/>
                    </a:lnTo>
                    <a:lnTo>
                      <a:pt x="198" y="30"/>
                    </a:lnTo>
                    <a:lnTo>
                      <a:pt x="198" y="30"/>
                    </a:lnTo>
                    <a:close/>
                    <a:moveTo>
                      <a:pt x="228" y="30"/>
                    </a:moveTo>
                    <a:lnTo>
                      <a:pt x="232" y="30"/>
                    </a:lnTo>
                    <a:lnTo>
                      <a:pt x="228" y="30"/>
                    </a:lnTo>
                    <a:lnTo>
                      <a:pt x="228" y="30"/>
                    </a:lnTo>
                    <a:lnTo>
                      <a:pt x="228" y="30"/>
                    </a:lnTo>
                    <a:close/>
                    <a:moveTo>
                      <a:pt x="210" y="34"/>
                    </a:moveTo>
                    <a:lnTo>
                      <a:pt x="214" y="30"/>
                    </a:lnTo>
                    <a:lnTo>
                      <a:pt x="218" y="30"/>
                    </a:lnTo>
                    <a:lnTo>
                      <a:pt x="214" y="34"/>
                    </a:lnTo>
                    <a:lnTo>
                      <a:pt x="210" y="34"/>
                    </a:lnTo>
                    <a:lnTo>
                      <a:pt x="210" y="34"/>
                    </a:lnTo>
                    <a:lnTo>
                      <a:pt x="210" y="34"/>
                    </a:lnTo>
                    <a:close/>
                    <a:moveTo>
                      <a:pt x="354" y="38"/>
                    </a:moveTo>
                    <a:lnTo>
                      <a:pt x="354" y="34"/>
                    </a:lnTo>
                    <a:lnTo>
                      <a:pt x="358" y="34"/>
                    </a:lnTo>
                    <a:lnTo>
                      <a:pt x="354" y="38"/>
                    </a:lnTo>
                    <a:lnTo>
                      <a:pt x="354" y="38"/>
                    </a:lnTo>
                    <a:lnTo>
                      <a:pt x="354" y="38"/>
                    </a:lnTo>
                    <a:close/>
                    <a:moveTo>
                      <a:pt x="224" y="34"/>
                    </a:moveTo>
                    <a:lnTo>
                      <a:pt x="228" y="34"/>
                    </a:lnTo>
                    <a:lnTo>
                      <a:pt x="224" y="34"/>
                    </a:lnTo>
                    <a:lnTo>
                      <a:pt x="224" y="34"/>
                    </a:lnTo>
                    <a:lnTo>
                      <a:pt x="224" y="34"/>
                    </a:lnTo>
                    <a:close/>
                    <a:moveTo>
                      <a:pt x="202" y="42"/>
                    </a:moveTo>
                    <a:lnTo>
                      <a:pt x="202" y="38"/>
                    </a:lnTo>
                    <a:lnTo>
                      <a:pt x="202" y="42"/>
                    </a:lnTo>
                    <a:lnTo>
                      <a:pt x="202" y="42"/>
                    </a:lnTo>
                    <a:lnTo>
                      <a:pt x="202" y="42"/>
                    </a:lnTo>
                    <a:close/>
                    <a:moveTo>
                      <a:pt x="180" y="56"/>
                    </a:moveTo>
                    <a:lnTo>
                      <a:pt x="180" y="52"/>
                    </a:lnTo>
                    <a:lnTo>
                      <a:pt x="184" y="52"/>
                    </a:lnTo>
                    <a:lnTo>
                      <a:pt x="180" y="56"/>
                    </a:lnTo>
                    <a:lnTo>
                      <a:pt x="180" y="56"/>
                    </a:lnTo>
                    <a:lnTo>
                      <a:pt x="180" y="56"/>
                    </a:lnTo>
                    <a:close/>
                    <a:moveTo>
                      <a:pt x="168" y="60"/>
                    </a:moveTo>
                    <a:lnTo>
                      <a:pt x="164" y="56"/>
                    </a:lnTo>
                    <a:lnTo>
                      <a:pt x="168" y="56"/>
                    </a:lnTo>
                    <a:lnTo>
                      <a:pt x="168" y="60"/>
                    </a:lnTo>
                    <a:lnTo>
                      <a:pt x="168" y="60"/>
                    </a:lnTo>
                    <a:lnTo>
                      <a:pt x="168" y="60"/>
                    </a:lnTo>
                    <a:close/>
                    <a:moveTo>
                      <a:pt x="176" y="60"/>
                    </a:moveTo>
                    <a:lnTo>
                      <a:pt x="176" y="56"/>
                    </a:lnTo>
                    <a:lnTo>
                      <a:pt x="180" y="56"/>
                    </a:lnTo>
                    <a:lnTo>
                      <a:pt x="180" y="60"/>
                    </a:lnTo>
                    <a:lnTo>
                      <a:pt x="176" y="60"/>
                    </a:lnTo>
                    <a:lnTo>
                      <a:pt x="176" y="60"/>
                    </a:lnTo>
                    <a:lnTo>
                      <a:pt x="176" y="60"/>
                    </a:lnTo>
                    <a:close/>
                    <a:moveTo>
                      <a:pt x="172" y="64"/>
                    </a:moveTo>
                    <a:lnTo>
                      <a:pt x="172" y="60"/>
                    </a:lnTo>
                    <a:lnTo>
                      <a:pt x="176" y="60"/>
                    </a:lnTo>
                    <a:lnTo>
                      <a:pt x="172" y="60"/>
                    </a:lnTo>
                    <a:lnTo>
                      <a:pt x="172" y="64"/>
                    </a:lnTo>
                    <a:lnTo>
                      <a:pt x="172" y="64"/>
                    </a:lnTo>
                    <a:lnTo>
                      <a:pt x="172" y="64"/>
                    </a:lnTo>
                    <a:close/>
                    <a:moveTo>
                      <a:pt x="160" y="72"/>
                    </a:moveTo>
                    <a:lnTo>
                      <a:pt x="160" y="68"/>
                    </a:lnTo>
                    <a:lnTo>
                      <a:pt x="164" y="68"/>
                    </a:lnTo>
                    <a:lnTo>
                      <a:pt x="164" y="72"/>
                    </a:lnTo>
                    <a:lnTo>
                      <a:pt x="160" y="72"/>
                    </a:lnTo>
                    <a:lnTo>
                      <a:pt x="160" y="72"/>
                    </a:lnTo>
                    <a:lnTo>
                      <a:pt x="160" y="72"/>
                    </a:lnTo>
                    <a:close/>
                    <a:moveTo>
                      <a:pt x="134" y="76"/>
                    </a:moveTo>
                    <a:lnTo>
                      <a:pt x="130" y="76"/>
                    </a:lnTo>
                    <a:lnTo>
                      <a:pt x="130" y="72"/>
                    </a:lnTo>
                    <a:lnTo>
                      <a:pt x="134" y="72"/>
                    </a:lnTo>
                    <a:lnTo>
                      <a:pt x="134" y="76"/>
                    </a:lnTo>
                    <a:lnTo>
                      <a:pt x="134" y="76"/>
                    </a:lnTo>
                    <a:lnTo>
                      <a:pt x="134" y="76"/>
                    </a:lnTo>
                    <a:close/>
                    <a:moveTo>
                      <a:pt x="120" y="82"/>
                    </a:moveTo>
                    <a:lnTo>
                      <a:pt x="120" y="78"/>
                    </a:lnTo>
                    <a:lnTo>
                      <a:pt x="120" y="76"/>
                    </a:lnTo>
                    <a:lnTo>
                      <a:pt x="124" y="76"/>
                    </a:lnTo>
                    <a:lnTo>
                      <a:pt x="124" y="78"/>
                    </a:lnTo>
                    <a:lnTo>
                      <a:pt x="120" y="82"/>
                    </a:lnTo>
                    <a:lnTo>
                      <a:pt x="120" y="82"/>
                    </a:lnTo>
                    <a:lnTo>
                      <a:pt x="120" y="82"/>
                    </a:lnTo>
                    <a:close/>
                    <a:moveTo>
                      <a:pt x="116" y="86"/>
                    </a:moveTo>
                    <a:lnTo>
                      <a:pt x="116" y="82"/>
                    </a:lnTo>
                    <a:lnTo>
                      <a:pt x="116" y="78"/>
                    </a:lnTo>
                    <a:lnTo>
                      <a:pt x="120" y="78"/>
                    </a:lnTo>
                    <a:lnTo>
                      <a:pt x="120" y="82"/>
                    </a:lnTo>
                    <a:lnTo>
                      <a:pt x="116" y="82"/>
                    </a:lnTo>
                    <a:lnTo>
                      <a:pt x="116" y="86"/>
                    </a:lnTo>
                    <a:lnTo>
                      <a:pt x="116" y="86"/>
                    </a:lnTo>
                    <a:lnTo>
                      <a:pt x="116" y="86"/>
                    </a:lnTo>
                    <a:close/>
                    <a:moveTo>
                      <a:pt x="154" y="82"/>
                    </a:moveTo>
                    <a:lnTo>
                      <a:pt x="154" y="78"/>
                    </a:lnTo>
                    <a:lnTo>
                      <a:pt x="158" y="78"/>
                    </a:lnTo>
                    <a:lnTo>
                      <a:pt x="158" y="82"/>
                    </a:lnTo>
                    <a:lnTo>
                      <a:pt x="154" y="82"/>
                    </a:lnTo>
                    <a:lnTo>
                      <a:pt x="154" y="82"/>
                    </a:lnTo>
                    <a:lnTo>
                      <a:pt x="154" y="82"/>
                    </a:lnTo>
                    <a:close/>
                    <a:moveTo>
                      <a:pt x="146" y="82"/>
                    </a:moveTo>
                    <a:lnTo>
                      <a:pt x="150" y="82"/>
                    </a:lnTo>
                    <a:lnTo>
                      <a:pt x="146" y="82"/>
                    </a:lnTo>
                    <a:lnTo>
                      <a:pt x="146" y="82"/>
                    </a:lnTo>
                    <a:lnTo>
                      <a:pt x="146" y="82"/>
                    </a:lnTo>
                    <a:close/>
                    <a:moveTo>
                      <a:pt x="134" y="106"/>
                    </a:moveTo>
                    <a:lnTo>
                      <a:pt x="130" y="106"/>
                    </a:lnTo>
                    <a:lnTo>
                      <a:pt x="130" y="102"/>
                    </a:lnTo>
                    <a:lnTo>
                      <a:pt x="134" y="102"/>
                    </a:lnTo>
                    <a:lnTo>
                      <a:pt x="134" y="106"/>
                    </a:lnTo>
                    <a:lnTo>
                      <a:pt x="134" y="106"/>
                    </a:lnTo>
                    <a:lnTo>
                      <a:pt x="134" y="106"/>
                    </a:lnTo>
                    <a:close/>
                    <a:moveTo>
                      <a:pt x="102" y="138"/>
                    </a:moveTo>
                    <a:lnTo>
                      <a:pt x="104" y="138"/>
                    </a:lnTo>
                    <a:lnTo>
                      <a:pt x="102" y="138"/>
                    </a:lnTo>
                    <a:lnTo>
                      <a:pt x="102" y="138"/>
                    </a:lnTo>
                    <a:lnTo>
                      <a:pt x="102" y="138"/>
                    </a:lnTo>
                    <a:close/>
                    <a:moveTo>
                      <a:pt x="104" y="150"/>
                    </a:moveTo>
                    <a:lnTo>
                      <a:pt x="104" y="146"/>
                    </a:lnTo>
                    <a:lnTo>
                      <a:pt x="104" y="142"/>
                    </a:lnTo>
                    <a:lnTo>
                      <a:pt x="104" y="138"/>
                    </a:lnTo>
                    <a:lnTo>
                      <a:pt x="108" y="138"/>
                    </a:lnTo>
                    <a:lnTo>
                      <a:pt x="108" y="142"/>
                    </a:lnTo>
                    <a:lnTo>
                      <a:pt x="108" y="146"/>
                    </a:lnTo>
                    <a:lnTo>
                      <a:pt x="104" y="146"/>
                    </a:lnTo>
                    <a:lnTo>
                      <a:pt x="104" y="150"/>
                    </a:lnTo>
                    <a:lnTo>
                      <a:pt x="104" y="150"/>
                    </a:lnTo>
                    <a:lnTo>
                      <a:pt x="104" y="150"/>
                    </a:lnTo>
                    <a:close/>
                    <a:moveTo>
                      <a:pt x="104" y="154"/>
                    </a:moveTo>
                    <a:lnTo>
                      <a:pt x="102" y="154"/>
                    </a:lnTo>
                    <a:lnTo>
                      <a:pt x="104" y="150"/>
                    </a:lnTo>
                    <a:lnTo>
                      <a:pt x="108" y="150"/>
                    </a:lnTo>
                    <a:lnTo>
                      <a:pt x="108" y="154"/>
                    </a:lnTo>
                    <a:lnTo>
                      <a:pt x="104" y="154"/>
                    </a:lnTo>
                    <a:lnTo>
                      <a:pt x="104" y="154"/>
                    </a:lnTo>
                    <a:lnTo>
                      <a:pt x="104" y="154"/>
                    </a:lnTo>
                    <a:close/>
                    <a:moveTo>
                      <a:pt x="86" y="158"/>
                    </a:moveTo>
                    <a:lnTo>
                      <a:pt x="90" y="154"/>
                    </a:lnTo>
                    <a:lnTo>
                      <a:pt x="86" y="158"/>
                    </a:lnTo>
                    <a:lnTo>
                      <a:pt x="86" y="158"/>
                    </a:lnTo>
                    <a:lnTo>
                      <a:pt x="86" y="158"/>
                    </a:lnTo>
                    <a:close/>
                    <a:moveTo>
                      <a:pt x="90" y="158"/>
                    </a:moveTo>
                    <a:lnTo>
                      <a:pt x="86" y="158"/>
                    </a:lnTo>
                    <a:lnTo>
                      <a:pt x="90" y="154"/>
                    </a:lnTo>
                    <a:lnTo>
                      <a:pt x="94" y="158"/>
                    </a:lnTo>
                    <a:lnTo>
                      <a:pt x="90" y="158"/>
                    </a:lnTo>
                    <a:lnTo>
                      <a:pt x="90" y="158"/>
                    </a:lnTo>
                    <a:lnTo>
                      <a:pt x="90" y="158"/>
                    </a:lnTo>
                    <a:close/>
                    <a:moveTo>
                      <a:pt x="94" y="164"/>
                    </a:moveTo>
                    <a:lnTo>
                      <a:pt x="90" y="164"/>
                    </a:lnTo>
                    <a:lnTo>
                      <a:pt x="90" y="162"/>
                    </a:lnTo>
                    <a:lnTo>
                      <a:pt x="94" y="164"/>
                    </a:lnTo>
                    <a:lnTo>
                      <a:pt x="94" y="164"/>
                    </a:lnTo>
                    <a:lnTo>
                      <a:pt x="94" y="164"/>
                    </a:lnTo>
                    <a:close/>
                    <a:moveTo>
                      <a:pt x="52" y="194"/>
                    </a:moveTo>
                    <a:lnTo>
                      <a:pt x="52" y="192"/>
                    </a:lnTo>
                    <a:lnTo>
                      <a:pt x="56" y="192"/>
                    </a:lnTo>
                    <a:lnTo>
                      <a:pt x="56" y="194"/>
                    </a:lnTo>
                    <a:lnTo>
                      <a:pt x="52" y="194"/>
                    </a:lnTo>
                    <a:lnTo>
                      <a:pt x="52" y="194"/>
                    </a:lnTo>
                    <a:lnTo>
                      <a:pt x="52" y="194"/>
                    </a:lnTo>
                    <a:close/>
                    <a:moveTo>
                      <a:pt x="52" y="198"/>
                    </a:moveTo>
                    <a:lnTo>
                      <a:pt x="48" y="194"/>
                    </a:lnTo>
                    <a:lnTo>
                      <a:pt x="52" y="194"/>
                    </a:lnTo>
                    <a:lnTo>
                      <a:pt x="56" y="198"/>
                    </a:lnTo>
                    <a:lnTo>
                      <a:pt x="52" y="198"/>
                    </a:lnTo>
                    <a:lnTo>
                      <a:pt x="52" y="198"/>
                    </a:lnTo>
                    <a:lnTo>
                      <a:pt x="52" y="198"/>
                    </a:lnTo>
                    <a:close/>
                    <a:moveTo>
                      <a:pt x="44" y="198"/>
                    </a:moveTo>
                    <a:lnTo>
                      <a:pt x="48" y="194"/>
                    </a:lnTo>
                    <a:lnTo>
                      <a:pt x="48" y="198"/>
                    </a:lnTo>
                    <a:lnTo>
                      <a:pt x="44" y="198"/>
                    </a:lnTo>
                    <a:lnTo>
                      <a:pt x="44" y="198"/>
                    </a:lnTo>
                    <a:lnTo>
                      <a:pt x="44" y="198"/>
                    </a:lnTo>
                    <a:close/>
                    <a:moveTo>
                      <a:pt x="44" y="202"/>
                    </a:moveTo>
                    <a:lnTo>
                      <a:pt x="42" y="202"/>
                    </a:lnTo>
                    <a:lnTo>
                      <a:pt x="42" y="198"/>
                    </a:lnTo>
                    <a:lnTo>
                      <a:pt x="44" y="198"/>
                    </a:lnTo>
                    <a:lnTo>
                      <a:pt x="44" y="202"/>
                    </a:lnTo>
                    <a:lnTo>
                      <a:pt x="44" y="202"/>
                    </a:lnTo>
                    <a:lnTo>
                      <a:pt x="44" y="202"/>
                    </a:lnTo>
                    <a:close/>
                    <a:moveTo>
                      <a:pt x="42" y="202"/>
                    </a:moveTo>
                    <a:lnTo>
                      <a:pt x="38" y="202"/>
                    </a:lnTo>
                    <a:lnTo>
                      <a:pt x="38" y="198"/>
                    </a:lnTo>
                    <a:lnTo>
                      <a:pt x="42" y="198"/>
                    </a:lnTo>
                    <a:lnTo>
                      <a:pt x="42" y="202"/>
                    </a:lnTo>
                    <a:lnTo>
                      <a:pt x="42" y="202"/>
                    </a:lnTo>
                    <a:lnTo>
                      <a:pt x="42" y="202"/>
                    </a:lnTo>
                    <a:close/>
                    <a:moveTo>
                      <a:pt x="26" y="210"/>
                    </a:moveTo>
                    <a:lnTo>
                      <a:pt x="30" y="206"/>
                    </a:lnTo>
                    <a:lnTo>
                      <a:pt x="30" y="210"/>
                    </a:lnTo>
                    <a:lnTo>
                      <a:pt x="26" y="210"/>
                    </a:lnTo>
                    <a:lnTo>
                      <a:pt x="26" y="210"/>
                    </a:lnTo>
                    <a:lnTo>
                      <a:pt x="26" y="210"/>
                    </a:lnTo>
                    <a:close/>
                    <a:moveTo>
                      <a:pt x="22" y="218"/>
                    </a:moveTo>
                    <a:lnTo>
                      <a:pt x="18" y="218"/>
                    </a:lnTo>
                    <a:lnTo>
                      <a:pt x="18" y="214"/>
                    </a:lnTo>
                    <a:lnTo>
                      <a:pt x="22" y="214"/>
                    </a:lnTo>
                    <a:lnTo>
                      <a:pt x="22" y="218"/>
                    </a:lnTo>
                    <a:lnTo>
                      <a:pt x="22" y="218"/>
                    </a:lnTo>
                    <a:lnTo>
                      <a:pt x="22" y="218"/>
                    </a:lnTo>
                    <a:close/>
                    <a:moveTo>
                      <a:pt x="14" y="222"/>
                    </a:moveTo>
                    <a:lnTo>
                      <a:pt x="14" y="218"/>
                    </a:lnTo>
                    <a:lnTo>
                      <a:pt x="14" y="214"/>
                    </a:lnTo>
                    <a:lnTo>
                      <a:pt x="18" y="214"/>
                    </a:lnTo>
                    <a:lnTo>
                      <a:pt x="18" y="218"/>
                    </a:lnTo>
                    <a:lnTo>
                      <a:pt x="14" y="218"/>
                    </a:lnTo>
                    <a:lnTo>
                      <a:pt x="14" y="222"/>
                    </a:lnTo>
                    <a:lnTo>
                      <a:pt x="14" y="222"/>
                    </a:lnTo>
                    <a:lnTo>
                      <a:pt x="14" y="222"/>
                    </a:lnTo>
                    <a:close/>
                    <a:moveTo>
                      <a:pt x="12" y="222"/>
                    </a:moveTo>
                    <a:lnTo>
                      <a:pt x="12" y="218"/>
                    </a:lnTo>
                    <a:lnTo>
                      <a:pt x="14" y="218"/>
                    </a:lnTo>
                    <a:lnTo>
                      <a:pt x="14" y="222"/>
                    </a:lnTo>
                    <a:lnTo>
                      <a:pt x="12" y="222"/>
                    </a:lnTo>
                    <a:lnTo>
                      <a:pt x="12" y="222"/>
                    </a:lnTo>
                    <a:lnTo>
                      <a:pt x="12" y="222"/>
                    </a:lnTo>
                    <a:close/>
                    <a:moveTo>
                      <a:pt x="4" y="232"/>
                    </a:moveTo>
                    <a:lnTo>
                      <a:pt x="4" y="228"/>
                    </a:lnTo>
                    <a:lnTo>
                      <a:pt x="0" y="228"/>
                    </a:lnTo>
                    <a:lnTo>
                      <a:pt x="4" y="228"/>
                    </a:lnTo>
                    <a:lnTo>
                      <a:pt x="8" y="228"/>
                    </a:lnTo>
                    <a:lnTo>
                      <a:pt x="4" y="228"/>
                    </a:lnTo>
                    <a:lnTo>
                      <a:pt x="4" y="232"/>
                    </a:lnTo>
                    <a:lnTo>
                      <a:pt x="4" y="232"/>
                    </a:lnTo>
                    <a:lnTo>
                      <a:pt x="4" y="232"/>
                    </a:lnTo>
                    <a:close/>
                    <a:moveTo>
                      <a:pt x="0" y="246"/>
                    </a:moveTo>
                    <a:lnTo>
                      <a:pt x="0" y="242"/>
                    </a:lnTo>
                    <a:lnTo>
                      <a:pt x="4" y="242"/>
                    </a:lnTo>
                    <a:lnTo>
                      <a:pt x="4" y="246"/>
                    </a:lnTo>
                    <a:lnTo>
                      <a:pt x="0" y="246"/>
                    </a:lnTo>
                    <a:lnTo>
                      <a:pt x="0" y="246"/>
                    </a:lnTo>
                    <a:lnTo>
                      <a:pt x="0" y="246"/>
                    </a:lnTo>
                    <a:close/>
                    <a:moveTo>
                      <a:pt x="12" y="262"/>
                    </a:moveTo>
                    <a:lnTo>
                      <a:pt x="8" y="258"/>
                    </a:lnTo>
                    <a:lnTo>
                      <a:pt x="12" y="258"/>
                    </a:lnTo>
                    <a:lnTo>
                      <a:pt x="12" y="254"/>
                    </a:lnTo>
                    <a:lnTo>
                      <a:pt x="14" y="254"/>
                    </a:lnTo>
                    <a:lnTo>
                      <a:pt x="14" y="262"/>
                    </a:lnTo>
                    <a:lnTo>
                      <a:pt x="12" y="262"/>
                    </a:lnTo>
                    <a:lnTo>
                      <a:pt x="12" y="262"/>
                    </a:lnTo>
                    <a:lnTo>
                      <a:pt x="12" y="262"/>
                    </a:lnTo>
                    <a:close/>
                    <a:moveTo>
                      <a:pt x="296" y="8"/>
                    </a:moveTo>
                    <a:lnTo>
                      <a:pt x="292" y="4"/>
                    </a:lnTo>
                    <a:lnTo>
                      <a:pt x="296" y="4"/>
                    </a:lnTo>
                    <a:lnTo>
                      <a:pt x="292" y="4"/>
                    </a:lnTo>
                    <a:lnTo>
                      <a:pt x="296" y="0"/>
                    </a:lnTo>
                    <a:lnTo>
                      <a:pt x="300" y="0"/>
                    </a:lnTo>
                    <a:lnTo>
                      <a:pt x="304" y="0"/>
                    </a:lnTo>
                    <a:lnTo>
                      <a:pt x="304" y="4"/>
                    </a:lnTo>
                    <a:lnTo>
                      <a:pt x="300" y="4"/>
                    </a:lnTo>
                    <a:lnTo>
                      <a:pt x="304" y="4"/>
                    </a:lnTo>
                    <a:lnTo>
                      <a:pt x="300" y="4"/>
                    </a:lnTo>
                    <a:lnTo>
                      <a:pt x="296" y="8"/>
                    </a:lnTo>
                    <a:lnTo>
                      <a:pt x="296" y="8"/>
                    </a:lnTo>
                    <a:lnTo>
                      <a:pt x="296" y="8"/>
                    </a:lnTo>
                    <a:close/>
                    <a:moveTo>
                      <a:pt x="274" y="8"/>
                    </a:moveTo>
                    <a:lnTo>
                      <a:pt x="274" y="4"/>
                    </a:lnTo>
                    <a:lnTo>
                      <a:pt x="276" y="4"/>
                    </a:lnTo>
                    <a:lnTo>
                      <a:pt x="276" y="8"/>
                    </a:lnTo>
                    <a:lnTo>
                      <a:pt x="274" y="8"/>
                    </a:lnTo>
                    <a:lnTo>
                      <a:pt x="274" y="8"/>
                    </a:lnTo>
                    <a:lnTo>
                      <a:pt x="274" y="8"/>
                    </a:lnTo>
                    <a:close/>
                    <a:moveTo>
                      <a:pt x="248" y="20"/>
                    </a:moveTo>
                    <a:lnTo>
                      <a:pt x="248" y="16"/>
                    </a:lnTo>
                    <a:lnTo>
                      <a:pt x="244" y="16"/>
                    </a:lnTo>
                    <a:lnTo>
                      <a:pt x="244" y="12"/>
                    </a:lnTo>
                    <a:lnTo>
                      <a:pt x="248" y="12"/>
                    </a:lnTo>
                    <a:lnTo>
                      <a:pt x="248" y="16"/>
                    </a:lnTo>
                    <a:lnTo>
                      <a:pt x="250" y="12"/>
                    </a:lnTo>
                    <a:lnTo>
                      <a:pt x="254" y="12"/>
                    </a:lnTo>
                    <a:lnTo>
                      <a:pt x="254" y="16"/>
                    </a:lnTo>
                    <a:lnTo>
                      <a:pt x="258" y="16"/>
                    </a:lnTo>
                    <a:lnTo>
                      <a:pt x="258" y="12"/>
                    </a:lnTo>
                    <a:lnTo>
                      <a:pt x="254" y="12"/>
                    </a:lnTo>
                    <a:lnTo>
                      <a:pt x="258" y="12"/>
                    </a:lnTo>
                    <a:lnTo>
                      <a:pt x="262" y="12"/>
                    </a:lnTo>
                    <a:lnTo>
                      <a:pt x="266" y="12"/>
                    </a:lnTo>
                    <a:lnTo>
                      <a:pt x="266" y="8"/>
                    </a:lnTo>
                    <a:lnTo>
                      <a:pt x="262" y="8"/>
                    </a:lnTo>
                    <a:lnTo>
                      <a:pt x="266" y="8"/>
                    </a:lnTo>
                    <a:lnTo>
                      <a:pt x="266" y="12"/>
                    </a:lnTo>
                    <a:lnTo>
                      <a:pt x="262" y="12"/>
                    </a:lnTo>
                    <a:lnTo>
                      <a:pt x="262" y="16"/>
                    </a:lnTo>
                    <a:lnTo>
                      <a:pt x="258" y="16"/>
                    </a:lnTo>
                    <a:lnTo>
                      <a:pt x="254" y="16"/>
                    </a:lnTo>
                    <a:lnTo>
                      <a:pt x="250" y="20"/>
                    </a:lnTo>
                    <a:lnTo>
                      <a:pt x="248" y="16"/>
                    </a:lnTo>
                    <a:lnTo>
                      <a:pt x="248" y="20"/>
                    </a:lnTo>
                    <a:lnTo>
                      <a:pt x="248" y="20"/>
                    </a:lnTo>
                    <a:lnTo>
                      <a:pt x="248" y="20"/>
                    </a:lnTo>
                    <a:close/>
                    <a:moveTo>
                      <a:pt x="262" y="22"/>
                    </a:moveTo>
                    <a:lnTo>
                      <a:pt x="258" y="20"/>
                    </a:lnTo>
                    <a:lnTo>
                      <a:pt x="262" y="16"/>
                    </a:lnTo>
                    <a:lnTo>
                      <a:pt x="266" y="16"/>
                    </a:lnTo>
                    <a:lnTo>
                      <a:pt x="270" y="16"/>
                    </a:lnTo>
                    <a:lnTo>
                      <a:pt x="270" y="20"/>
                    </a:lnTo>
                    <a:lnTo>
                      <a:pt x="266" y="20"/>
                    </a:lnTo>
                    <a:lnTo>
                      <a:pt x="266" y="22"/>
                    </a:lnTo>
                    <a:lnTo>
                      <a:pt x="262" y="22"/>
                    </a:lnTo>
                    <a:lnTo>
                      <a:pt x="262" y="22"/>
                    </a:lnTo>
                    <a:lnTo>
                      <a:pt x="262" y="22"/>
                    </a:lnTo>
                    <a:close/>
                    <a:moveTo>
                      <a:pt x="218" y="30"/>
                    </a:moveTo>
                    <a:lnTo>
                      <a:pt x="214" y="30"/>
                    </a:lnTo>
                    <a:lnTo>
                      <a:pt x="214" y="26"/>
                    </a:lnTo>
                    <a:lnTo>
                      <a:pt x="214" y="22"/>
                    </a:lnTo>
                    <a:lnTo>
                      <a:pt x="210" y="22"/>
                    </a:lnTo>
                    <a:lnTo>
                      <a:pt x="214" y="22"/>
                    </a:lnTo>
                    <a:lnTo>
                      <a:pt x="214" y="26"/>
                    </a:lnTo>
                    <a:lnTo>
                      <a:pt x="218" y="26"/>
                    </a:lnTo>
                    <a:lnTo>
                      <a:pt x="218" y="30"/>
                    </a:lnTo>
                    <a:lnTo>
                      <a:pt x="218" y="30"/>
                    </a:lnTo>
                    <a:lnTo>
                      <a:pt x="218" y="30"/>
                    </a:lnTo>
                    <a:close/>
                    <a:moveTo>
                      <a:pt x="224" y="30"/>
                    </a:moveTo>
                    <a:lnTo>
                      <a:pt x="224" y="26"/>
                    </a:lnTo>
                    <a:lnTo>
                      <a:pt x="224" y="30"/>
                    </a:lnTo>
                    <a:lnTo>
                      <a:pt x="224" y="26"/>
                    </a:lnTo>
                    <a:lnTo>
                      <a:pt x="220" y="26"/>
                    </a:lnTo>
                    <a:lnTo>
                      <a:pt x="224" y="26"/>
                    </a:lnTo>
                    <a:lnTo>
                      <a:pt x="224" y="22"/>
                    </a:lnTo>
                    <a:lnTo>
                      <a:pt x="228" y="22"/>
                    </a:lnTo>
                    <a:lnTo>
                      <a:pt x="228" y="26"/>
                    </a:lnTo>
                    <a:lnTo>
                      <a:pt x="228" y="30"/>
                    </a:lnTo>
                    <a:lnTo>
                      <a:pt x="224" y="30"/>
                    </a:lnTo>
                    <a:lnTo>
                      <a:pt x="224" y="30"/>
                    </a:lnTo>
                    <a:lnTo>
                      <a:pt x="224" y="30"/>
                    </a:lnTo>
                    <a:close/>
                    <a:moveTo>
                      <a:pt x="210" y="26"/>
                    </a:moveTo>
                    <a:lnTo>
                      <a:pt x="206" y="26"/>
                    </a:lnTo>
                    <a:lnTo>
                      <a:pt x="210" y="26"/>
                    </a:lnTo>
                    <a:lnTo>
                      <a:pt x="210" y="26"/>
                    </a:lnTo>
                    <a:lnTo>
                      <a:pt x="210" y="26"/>
                    </a:lnTo>
                    <a:close/>
                    <a:moveTo>
                      <a:pt x="206" y="34"/>
                    </a:moveTo>
                    <a:lnTo>
                      <a:pt x="202" y="34"/>
                    </a:lnTo>
                    <a:lnTo>
                      <a:pt x="198" y="34"/>
                    </a:lnTo>
                    <a:lnTo>
                      <a:pt x="198" y="30"/>
                    </a:lnTo>
                    <a:lnTo>
                      <a:pt x="202" y="30"/>
                    </a:lnTo>
                    <a:lnTo>
                      <a:pt x="206" y="30"/>
                    </a:lnTo>
                    <a:lnTo>
                      <a:pt x="206" y="26"/>
                    </a:lnTo>
                    <a:lnTo>
                      <a:pt x="206" y="30"/>
                    </a:lnTo>
                    <a:lnTo>
                      <a:pt x="210" y="30"/>
                    </a:lnTo>
                    <a:lnTo>
                      <a:pt x="214" y="30"/>
                    </a:lnTo>
                    <a:lnTo>
                      <a:pt x="210" y="34"/>
                    </a:lnTo>
                    <a:lnTo>
                      <a:pt x="206" y="34"/>
                    </a:lnTo>
                    <a:lnTo>
                      <a:pt x="206" y="34"/>
                    </a:lnTo>
                    <a:lnTo>
                      <a:pt x="206" y="34"/>
                    </a:lnTo>
                    <a:close/>
                    <a:moveTo>
                      <a:pt x="194" y="38"/>
                    </a:moveTo>
                    <a:lnTo>
                      <a:pt x="198" y="38"/>
                    </a:lnTo>
                    <a:lnTo>
                      <a:pt x="194" y="38"/>
                    </a:lnTo>
                    <a:lnTo>
                      <a:pt x="194" y="34"/>
                    </a:lnTo>
                    <a:lnTo>
                      <a:pt x="194" y="38"/>
                    </a:lnTo>
                    <a:lnTo>
                      <a:pt x="198" y="38"/>
                    </a:lnTo>
                    <a:lnTo>
                      <a:pt x="198" y="34"/>
                    </a:lnTo>
                    <a:lnTo>
                      <a:pt x="202" y="34"/>
                    </a:lnTo>
                    <a:lnTo>
                      <a:pt x="202" y="38"/>
                    </a:lnTo>
                    <a:lnTo>
                      <a:pt x="198" y="38"/>
                    </a:lnTo>
                    <a:lnTo>
                      <a:pt x="198" y="42"/>
                    </a:lnTo>
                    <a:lnTo>
                      <a:pt x="202" y="42"/>
                    </a:lnTo>
                    <a:lnTo>
                      <a:pt x="198" y="42"/>
                    </a:lnTo>
                    <a:lnTo>
                      <a:pt x="194" y="42"/>
                    </a:lnTo>
                    <a:lnTo>
                      <a:pt x="190" y="42"/>
                    </a:lnTo>
                    <a:lnTo>
                      <a:pt x="188" y="42"/>
                    </a:lnTo>
                    <a:lnTo>
                      <a:pt x="190" y="38"/>
                    </a:lnTo>
                    <a:lnTo>
                      <a:pt x="190" y="42"/>
                    </a:lnTo>
                    <a:lnTo>
                      <a:pt x="190" y="38"/>
                    </a:lnTo>
                    <a:lnTo>
                      <a:pt x="194" y="38"/>
                    </a:lnTo>
                    <a:lnTo>
                      <a:pt x="194" y="38"/>
                    </a:lnTo>
                    <a:lnTo>
                      <a:pt x="194" y="38"/>
                    </a:lnTo>
                    <a:close/>
                    <a:moveTo>
                      <a:pt x="172" y="50"/>
                    </a:moveTo>
                    <a:lnTo>
                      <a:pt x="176" y="50"/>
                    </a:lnTo>
                    <a:lnTo>
                      <a:pt x="172" y="50"/>
                    </a:lnTo>
                    <a:lnTo>
                      <a:pt x="176" y="50"/>
                    </a:lnTo>
                    <a:lnTo>
                      <a:pt x="176" y="46"/>
                    </a:lnTo>
                    <a:lnTo>
                      <a:pt x="172" y="46"/>
                    </a:lnTo>
                    <a:lnTo>
                      <a:pt x="176" y="46"/>
                    </a:lnTo>
                    <a:lnTo>
                      <a:pt x="180" y="46"/>
                    </a:lnTo>
                    <a:lnTo>
                      <a:pt x="176" y="46"/>
                    </a:lnTo>
                    <a:lnTo>
                      <a:pt x="176" y="42"/>
                    </a:lnTo>
                    <a:lnTo>
                      <a:pt x="180" y="46"/>
                    </a:lnTo>
                    <a:lnTo>
                      <a:pt x="180" y="42"/>
                    </a:lnTo>
                    <a:lnTo>
                      <a:pt x="184" y="42"/>
                    </a:lnTo>
                    <a:lnTo>
                      <a:pt x="184" y="46"/>
                    </a:lnTo>
                    <a:lnTo>
                      <a:pt x="184" y="42"/>
                    </a:lnTo>
                    <a:lnTo>
                      <a:pt x="180" y="42"/>
                    </a:lnTo>
                    <a:lnTo>
                      <a:pt x="184" y="42"/>
                    </a:lnTo>
                    <a:lnTo>
                      <a:pt x="188" y="42"/>
                    </a:lnTo>
                    <a:lnTo>
                      <a:pt x="190" y="46"/>
                    </a:lnTo>
                    <a:lnTo>
                      <a:pt x="188" y="46"/>
                    </a:lnTo>
                    <a:lnTo>
                      <a:pt x="188" y="50"/>
                    </a:lnTo>
                    <a:lnTo>
                      <a:pt x="188" y="52"/>
                    </a:lnTo>
                    <a:lnTo>
                      <a:pt x="184" y="52"/>
                    </a:lnTo>
                    <a:lnTo>
                      <a:pt x="180" y="50"/>
                    </a:lnTo>
                    <a:lnTo>
                      <a:pt x="180" y="52"/>
                    </a:lnTo>
                    <a:lnTo>
                      <a:pt x="176" y="52"/>
                    </a:lnTo>
                    <a:lnTo>
                      <a:pt x="176" y="56"/>
                    </a:lnTo>
                    <a:lnTo>
                      <a:pt x="176" y="52"/>
                    </a:lnTo>
                    <a:lnTo>
                      <a:pt x="172" y="52"/>
                    </a:lnTo>
                    <a:lnTo>
                      <a:pt x="176" y="52"/>
                    </a:lnTo>
                    <a:lnTo>
                      <a:pt x="176" y="50"/>
                    </a:lnTo>
                    <a:lnTo>
                      <a:pt x="176" y="52"/>
                    </a:lnTo>
                    <a:lnTo>
                      <a:pt x="172" y="50"/>
                    </a:lnTo>
                    <a:lnTo>
                      <a:pt x="172" y="50"/>
                    </a:lnTo>
                    <a:lnTo>
                      <a:pt x="172" y="50"/>
                    </a:lnTo>
                    <a:close/>
                    <a:moveTo>
                      <a:pt x="154" y="60"/>
                    </a:moveTo>
                    <a:lnTo>
                      <a:pt x="154" y="56"/>
                    </a:lnTo>
                    <a:lnTo>
                      <a:pt x="154" y="52"/>
                    </a:lnTo>
                    <a:lnTo>
                      <a:pt x="158" y="52"/>
                    </a:lnTo>
                    <a:lnTo>
                      <a:pt x="158" y="50"/>
                    </a:lnTo>
                    <a:lnTo>
                      <a:pt x="160" y="50"/>
                    </a:lnTo>
                    <a:lnTo>
                      <a:pt x="160" y="52"/>
                    </a:lnTo>
                    <a:lnTo>
                      <a:pt x="158" y="52"/>
                    </a:lnTo>
                    <a:lnTo>
                      <a:pt x="158" y="56"/>
                    </a:lnTo>
                    <a:lnTo>
                      <a:pt x="154" y="56"/>
                    </a:lnTo>
                    <a:lnTo>
                      <a:pt x="154" y="60"/>
                    </a:lnTo>
                    <a:lnTo>
                      <a:pt x="154" y="60"/>
                    </a:lnTo>
                    <a:lnTo>
                      <a:pt x="154" y="60"/>
                    </a:lnTo>
                    <a:close/>
                    <a:moveTo>
                      <a:pt x="138" y="64"/>
                    </a:moveTo>
                    <a:lnTo>
                      <a:pt x="138" y="60"/>
                    </a:lnTo>
                    <a:lnTo>
                      <a:pt x="142" y="60"/>
                    </a:lnTo>
                    <a:lnTo>
                      <a:pt x="146" y="60"/>
                    </a:lnTo>
                    <a:lnTo>
                      <a:pt x="150" y="60"/>
                    </a:lnTo>
                    <a:lnTo>
                      <a:pt x="146" y="60"/>
                    </a:lnTo>
                    <a:lnTo>
                      <a:pt x="146" y="56"/>
                    </a:lnTo>
                    <a:lnTo>
                      <a:pt x="150" y="56"/>
                    </a:lnTo>
                    <a:lnTo>
                      <a:pt x="150" y="60"/>
                    </a:lnTo>
                    <a:lnTo>
                      <a:pt x="150" y="64"/>
                    </a:lnTo>
                    <a:lnTo>
                      <a:pt x="146" y="68"/>
                    </a:lnTo>
                    <a:lnTo>
                      <a:pt x="142" y="68"/>
                    </a:lnTo>
                    <a:lnTo>
                      <a:pt x="142" y="64"/>
                    </a:lnTo>
                    <a:lnTo>
                      <a:pt x="146" y="64"/>
                    </a:lnTo>
                    <a:lnTo>
                      <a:pt x="150" y="64"/>
                    </a:lnTo>
                    <a:lnTo>
                      <a:pt x="146" y="60"/>
                    </a:lnTo>
                    <a:lnTo>
                      <a:pt x="146" y="64"/>
                    </a:lnTo>
                    <a:lnTo>
                      <a:pt x="142" y="64"/>
                    </a:lnTo>
                    <a:lnTo>
                      <a:pt x="138" y="64"/>
                    </a:lnTo>
                    <a:lnTo>
                      <a:pt x="138" y="64"/>
                    </a:lnTo>
                    <a:lnTo>
                      <a:pt x="138" y="64"/>
                    </a:lnTo>
                    <a:close/>
                    <a:moveTo>
                      <a:pt x="168" y="68"/>
                    </a:moveTo>
                    <a:lnTo>
                      <a:pt x="164" y="68"/>
                    </a:lnTo>
                    <a:lnTo>
                      <a:pt x="160" y="68"/>
                    </a:lnTo>
                    <a:lnTo>
                      <a:pt x="160" y="72"/>
                    </a:lnTo>
                    <a:lnTo>
                      <a:pt x="158" y="72"/>
                    </a:lnTo>
                    <a:lnTo>
                      <a:pt x="154" y="72"/>
                    </a:lnTo>
                    <a:lnTo>
                      <a:pt x="150" y="72"/>
                    </a:lnTo>
                    <a:lnTo>
                      <a:pt x="154" y="72"/>
                    </a:lnTo>
                    <a:lnTo>
                      <a:pt x="154" y="68"/>
                    </a:lnTo>
                    <a:lnTo>
                      <a:pt x="154" y="72"/>
                    </a:lnTo>
                    <a:lnTo>
                      <a:pt x="150" y="72"/>
                    </a:lnTo>
                    <a:lnTo>
                      <a:pt x="146" y="76"/>
                    </a:lnTo>
                    <a:lnTo>
                      <a:pt x="146" y="72"/>
                    </a:lnTo>
                    <a:lnTo>
                      <a:pt x="150" y="68"/>
                    </a:lnTo>
                    <a:lnTo>
                      <a:pt x="154" y="64"/>
                    </a:lnTo>
                    <a:lnTo>
                      <a:pt x="158" y="64"/>
                    </a:lnTo>
                    <a:lnTo>
                      <a:pt x="154" y="64"/>
                    </a:lnTo>
                    <a:lnTo>
                      <a:pt x="154" y="60"/>
                    </a:lnTo>
                    <a:lnTo>
                      <a:pt x="154" y="64"/>
                    </a:lnTo>
                    <a:lnTo>
                      <a:pt x="154" y="60"/>
                    </a:lnTo>
                    <a:lnTo>
                      <a:pt x="154" y="56"/>
                    </a:lnTo>
                    <a:lnTo>
                      <a:pt x="158" y="56"/>
                    </a:lnTo>
                    <a:lnTo>
                      <a:pt x="158" y="60"/>
                    </a:lnTo>
                    <a:lnTo>
                      <a:pt x="160" y="60"/>
                    </a:lnTo>
                    <a:lnTo>
                      <a:pt x="160" y="64"/>
                    </a:lnTo>
                    <a:lnTo>
                      <a:pt x="158" y="64"/>
                    </a:lnTo>
                    <a:lnTo>
                      <a:pt x="158" y="68"/>
                    </a:lnTo>
                    <a:lnTo>
                      <a:pt x="158" y="64"/>
                    </a:lnTo>
                    <a:lnTo>
                      <a:pt x="160" y="64"/>
                    </a:lnTo>
                    <a:lnTo>
                      <a:pt x="160" y="60"/>
                    </a:lnTo>
                    <a:lnTo>
                      <a:pt x="164" y="60"/>
                    </a:lnTo>
                    <a:lnTo>
                      <a:pt x="168" y="60"/>
                    </a:lnTo>
                    <a:lnTo>
                      <a:pt x="168" y="64"/>
                    </a:lnTo>
                    <a:lnTo>
                      <a:pt x="168" y="68"/>
                    </a:lnTo>
                    <a:lnTo>
                      <a:pt x="168" y="68"/>
                    </a:lnTo>
                    <a:lnTo>
                      <a:pt x="168" y="68"/>
                    </a:lnTo>
                    <a:close/>
                    <a:moveTo>
                      <a:pt x="134" y="76"/>
                    </a:moveTo>
                    <a:lnTo>
                      <a:pt x="134" y="72"/>
                    </a:lnTo>
                    <a:lnTo>
                      <a:pt x="138" y="72"/>
                    </a:lnTo>
                    <a:lnTo>
                      <a:pt x="142" y="72"/>
                    </a:lnTo>
                    <a:lnTo>
                      <a:pt x="146" y="72"/>
                    </a:lnTo>
                    <a:lnTo>
                      <a:pt x="146" y="68"/>
                    </a:lnTo>
                    <a:lnTo>
                      <a:pt x="150" y="68"/>
                    </a:lnTo>
                    <a:lnTo>
                      <a:pt x="146" y="72"/>
                    </a:lnTo>
                    <a:lnTo>
                      <a:pt x="142" y="76"/>
                    </a:lnTo>
                    <a:lnTo>
                      <a:pt x="138" y="76"/>
                    </a:lnTo>
                    <a:lnTo>
                      <a:pt x="134" y="76"/>
                    </a:lnTo>
                    <a:lnTo>
                      <a:pt x="134" y="76"/>
                    </a:lnTo>
                    <a:lnTo>
                      <a:pt x="134" y="76"/>
                    </a:lnTo>
                    <a:close/>
                    <a:moveTo>
                      <a:pt x="124" y="78"/>
                    </a:moveTo>
                    <a:lnTo>
                      <a:pt x="124" y="76"/>
                    </a:lnTo>
                    <a:lnTo>
                      <a:pt x="128" y="76"/>
                    </a:lnTo>
                    <a:lnTo>
                      <a:pt x="130" y="76"/>
                    </a:lnTo>
                    <a:lnTo>
                      <a:pt x="134" y="76"/>
                    </a:lnTo>
                    <a:lnTo>
                      <a:pt x="130" y="76"/>
                    </a:lnTo>
                    <a:lnTo>
                      <a:pt x="130" y="78"/>
                    </a:lnTo>
                    <a:lnTo>
                      <a:pt x="128" y="78"/>
                    </a:lnTo>
                    <a:lnTo>
                      <a:pt x="124" y="78"/>
                    </a:lnTo>
                    <a:lnTo>
                      <a:pt x="124" y="78"/>
                    </a:lnTo>
                    <a:lnTo>
                      <a:pt x="124" y="78"/>
                    </a:lnTo>
                    <a:close/>
                    <a:moveTo>
                      <a:pt x="108" y="132"/>
                    </a:moveTo>
                    <a:lnTo>
                      <a:pt x="108" y="128"/>
                    </a:lnTo>
                    <a:lnTo>
                      <a:pt x="108" y="124"/>
                    </a:lnTo>
                    <a:lnTo>
                      <a:pt x="112" y="124"/>
                    </a:lnTo>
                    <a:lnTo>
                      <a:pt x="112" y="128"/>
                    </a:lnTo>
                    <a:lnTo>
                      <a:pt x="108" y="128"/>
                    </a:lnTo>
                    <a:lnTo>
                      <a:pt x="108" y="132"/>
                    </a:lnTo>
                    <a:lnTo>
                      <a:pt x="108" y="132"/>
                    </a:lnTo>
                    <a:lnTo>
                      <a:pt x="108" y="132"/>
                    </a:lnTo>
                    <a:close/>
                    <a:moveTo>
                      <a:pt x="108" y="132"/>
                    </a:moveTo>
                    <a:lnTo>
                      <a:pt x="112" y="132"/>
                    </a:lnTo>
                    <a:lnTo>
                      <a:pt x="112" y="128"/>
                    </a:lnTo>
                    <a:lnTo>
                      <a:pt x="116" y="128"/>
                    </a:lnTo>
                    <a:lnTo>
                      <a:pt x="116" y="132"/>
                    </a:lnTo>
                    <a:lnTo>
                      <a:pt x="112" y="132"/>
                    </a:lnTo>
                    <a:lnTo>
                      <a:pt x="108" y="132"/>
                    </a:lnTo>
                    <a:lnTo>
                      <a:pt x="108" y="132"/>
                    </a:lnTo>
                    <a:lnTo>
                      <a:pt x="108" y="132"/>
                    </a:lnTo>
                    <a:close/>
                    <a:moveTo>
                      <a:pt x="52" y="188"/>
                    </a:moveTo>
                    <a:lnTo>
                      <a:pt x="48" y="188"/>
                    </a:lnTo>
                    <a:lnTo>
                      <a:pt x="48" y="184"/>
                    </a:lnTo>
                    <a:lnTo>
                      <a:pt x="52" y="184"/>
                    </a:lnTo>
                    <a:lnTo>
                      <a:pt x="56" y="184"/>
                    </a:lnTo>
                    <a:lnTo>
                      <a:pt x="60" y="184"/>
                    </a:lnTo>
                    <a:lnTo>
                      <a:pt x="56" y="184"/>
                    </a:lnTo>
                    <a:lnTo>
                      <a:pt x="56" y="188"/>
                    </a:lnTo>
                    <a:lnTo>
                      <a:pt x="52" y="188"/>
                    </a:lnTo>
                    <a:lnTo>
                      <a:pt x="52" y="188"/>
                    </a:lnTo>
                    <a:lnTo>
                      <a:pt x="52" y="188"/>
                    </a:lnTo>
                    <a:close/>
                    <a:moveTo>
                      <a:pt x="52" y="192"/>
                    </a:moveTo>
                    <a:lnTo>
                      <a:pt x="48" y="192"/>
                    </a:lnTo>
                    <a:lnTo>
                      <a:pt x="52" y="192"/>
                    </a:lnTo>
                    <a:lnTo>
                      <a:pt x="52" y="188"/>
                    </a:lnTo>
                    <a:lnTo>
                      <a:pt x="56" y="188"/>
                    </a:lnTo>
                    <a:lnTo>
                      <a:pt x="60" y="188"/>
                    </a:lnTo>
                    <a:lnTo>
                      <a:pt x="64" y="188"/>
                    </a:lnTo>
                    <a:lnTo>
                      <a:pt x="60" y="188"/>
                    </a:lnTo>
                    <a:lnTo>
                      <a:pt x="60" y="192"/>
                    </a:lnTo>
                    <a:lnTo>
                      <a:pt x="56" y="192"/>
                    </a:lnTo>
                    <a:lnTo>
                      <a:pt x="52" y="192"/>
                    </a:lnTo>
                    <a:lnTo>
                      <a:pt x="52" y="192"/>
                    </a:lnTo>
                    <a:lnTo>
                      <a:pt x="52" y="192"/>
                    </a:lnTo>
                    <a:close/>
                    <a:moveTo>
                      <a:pt x="44" y="194"/>
                    </a:moveTo>
                    <a:lnTo>
                      <a:pt x="44" y="192"/>
                    </a:lnTo>
                    <a:lnTo>
                      <a:pt x="48" y="192"/>
                    </a:lnTo>
                    <a:lnTo>
                      <a:pt x="48" y="194"/>
                    </a:lnTo>
                    <a:lnTo>
                      <a:pt x="44" y="194"/>
                    </a:lnTo>
                    <a:lnTo>
                      <a:pt x="44" y="194"/>
                    </a:lnTo>
                    <a:lnTo>
                      <a:pt x="44" y="194"/>
                    </a:lnTo>
                    <a:close/>
                    <a:moveTo>
                      <a:pt x="8" y="258"/>
                    </a:moveTo>
                    <a:lnTo>
                      <a:pt x="4" y="258"/>
                    </a:lnTo>
                    <a:lnTo>
                      <a:pt x="4" y="254"/>
                    </a:lnTo>
                    <a:lnTo>
                      <a:pt x="0" y="254"/>
                    </a:lnTo>
                    <a:lnTo>
                      <a:pt x="4" y="254"/>
                    </a:lnTo>
                    <a:lnTo>
                      <a:pt x="4" y="258"/>
                    </a:lnTo>
                    <a:lnTo>
                      <a:pt x="8" y="258"/>
                    </a:lnTo>
                    <a:lnTo>
                      <a:pt x="8" y="258"/>
                    </a:lnTo>
                    <a:lnTo>
                      <a:pt x="8" y="258"/>
                    </a:lnTo>
                    <a:close/>
                    <a:moveTo>
                      <a:pt x="8" y="258"/>
                    </a:moveTo>
                    <a:lnTo>
                      <a:pt x="4" y="258"/>
                    </a:lnTo>
                    <a:lnTo>
                      <a:pt x="8" y="258"/>
                    </a:lnTo>
                    <a:lnTo>
                      <a:pt x="8" y="258"/>
                    </a:lnTo>
                    <a:lnTo>
                      <a:pt x="8" y="258"/>
                    </a:lnTo>
                    <a:close/>
                    <a:moveTo>
                      <a:pt x="8" y="262"/>
                    </a:moveTo>
                    <a:lnTo>
                      <a:pt x="4" y="262"/>
                    </a:lnTo>
                    <a:lnTo>
                      <a:pt x="4" y="258"/>
                    </a:lnTo>
                    <a:lnTo>
                      <a:pt x="8" y="258"/>
                    </a:lnTo>
                    <a:lnTo>
                      <a:pt x="8" y="262"/>
                    </a:lnTo>
                    <a:lnTo>
                      <a:pt x="8" y="262"/>
                    </a:lnTo>
                    <a:lnTo>
                      <a:pt x="8" y="262"/>
                    </a:lnTo>
                    <a:close/>
                    <a:moveTo>
                      <a:pt x="4" y="264"/>
                    </a:moveTo>
                    <a:lnTo>
                      <a:pt x="4" y="262"/>
                    </a:lnTo>
                    <a:lnTo>
                      <a:pt x="4" y="264"/>
                    </a:lnTo>
                    <a:lnTo>
                      <a:pt x="4" y="264"/>
                    </a:lnTo>
                    <a:lnTo>
                      <a:pt x="4" y="264"/>
                    </a:lnTo>
                    <a:close/>
                    <a:moveTo>
                      <a:pt x="12" y="272"/>
                    </a:moveTo>
                    <a:lnTo>
                      <a:pt x="8" y="272"/>
                    </a:lnTo>
                    <a:lnTo>
                      <a:pt x="12" y="268"/>
                    </a:lnTo>
                    <a:lnTo>
                      <a:pt x="12" y="272"/>
                    </a:lnTo>
                    <a:lnTo>
                      <a:pt x="12" y="272"/>
                    </a:lnTo>
                    <a:lnTo>
                      <a:pt x="12" y="272"/>
                    </a:lnTo>
                    <a:close/>
                    <a:moveTo>
                      <a:pt x="8" y="276"/>
                    </a:moveTo>
                    <a:lnTo>
                      <a:pt x="8" y="272"/>
                    </a:lnTo>
                    <a:lnTo>
                      <a:pt x="12" y="272"/>
                    </a:lnTo>
                    <a:lnTo>
                      <a:pt x="12" y="276"/>
                    </a:lnTo>
                    <a:lnTo>
                      <a:pt x="8" y="276"/>
                    </a:lnTo>
                    <a:lnTo>
                      <a:pt x="8" y="276"/>
                    </a:lnTo>
                    <a:lnTo>
                      <a:pt x="8" y="276"/>
                    </a:lnTo>
                    <a:close/>
                    <a:moveTo>
                      <a:pt x="8" y="280"/>
                    </a:moveTo>
                    <a:lnTo>
                      <a:pt x="4" y="280"/>
                    </a:lnTo>
                    <a:lnTo>
                      <a:pt x="4" y="276"/>
                    </a:lnTo>
                    <a:lnTo>
                      <a:pt x="4" y="272"/>
                    </a:lnTo>
                    <a:lnTo>
                      <a:pt x="8" y="272"/>
                    </a:lnTo>
                    <a:lnTo>
                      <a:pt x="8" y="276"/>
                    </a:lnTo>
                    <a:lnTo>
                      <a:pt x="8" y="280"/>
                    </a:lnTo>
                    <a:lnTo>
                      <a:pt x="8" y="280"/>
                    </a:lnTo>
                    <a:lnTo>
                      <a:pt x="8" y="280"/>
                    </a:lnTo>
                    <a:close/>
                    <a:moveTo>
                      <a:pt x="8" y="292"/>
                    </a:moveTo>
                    <a:lnTo>
                      <a:pt x="4" y="288"/>
                    </a:lnTo>
                    <a:lnTo>
                      <a:pt x="8" y="288"/>
                    </a:lnTo>
                    <a:lnTo>
                      <a:pt x="8" y="284"/>
                    </a:lnTo>
                    <a:lnTo>
                      <a:pt x="8" y="288"/>
                    </a:lnTo>
                    <a:lnTo>
                      <a:pt x="8" y="292"/>
                    </a:lnTo>
                    <a:lnTo>
                      <a:pt x="8" y="292"/>
                    </a:lnTo>
                    <a:lnTo>
                      <a:pt x="8" y="29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3" name="Freeform 117"/>
              <p:cNvSpPr>
                <a:spLocks/>
              </p:cNvSpPr>
              <p:nvPr/>
            </p:nvSpPr>
            <p:spPr bwMode="gray">
              <a:xfrm>
                <a:off x="5151286" y="2752604"/>
                <a:ext cx="246975" cy="215668"/>
              </a:xfrm>
              <a:custGeom>
                <a:avLst/>
                <a:gdLst>
                  <a:gd name="T0" fmla="*/ 118 w 142"/>
                  <a:gd name="T1" fmla="*/ 120 h 124"/>
                  <a:gd name="T2" fmla="*/ 116 w 142"/>
                  <a:gd name="T3" fmla="*/ 124 h 124"/>
                  <a:gd name="T4" fmla="*/ 104 w 142"/>
                  <a:gd name="T5" fmla="*/ 116 h 124"/>
                  <a:gd name="T6" fmla="*/ 96 w 142"/>
                  <a:gd name="T7" fmla="*/ 120 h 124"/>
                  <a:gd name="T8" fmla="*/ 90 w 142"/>
                  <a:gd name="T9" fmla="*/ 116 h 124"/>
                  <a:gd name="T10" fmla="*/ 78 w 142"/>
                  <a:gd name="T11" fmla="*/ 120 h 124"/>
                  <a:gd name="T12" fmla="*/ 74 w 142"/>
                  <a:gd name="T13" fmla="*/ 112 h 124"/>
                  <a:gd name="T14" fmla="*/ 66 w 142"/>
                  <a:gd name="T15" fmla="*/ 116 h 124"/>
                  <a:gd name="T16" fmla="*/ 62 w 142"/>
                  <a:gd name="T17" fmla="*/ 108 h 124"/>
                  <a:gd name="T18" fmla="*/ 56 w 142"/>
                  <a:gd name="T19" fmla="*/ 104 h 124"/>
                  <a:gd name="T20" fmla="*/ 48 w 142"/>
                  <a:gd name="T21" fmla="*/ 102 h 124"/>
                  <a:gd name="T22" fmla="*/ 40 w 142"/>
                  <a:gd name="T23" fmla="*/ 98 h 124"/>
                  <a:gd name="T24" fmla="*/ 36 w 142"/>
                  <a:gd name="T25" fmla="*/ 98 h 124"/>
                  <a:gd name="T26" fmla="*/ 36 w 142"/>
                  <a:gd name="T27" fmla="*/ 102 h 124"/>
                  <a:gd name="T28" fmla="*/ 30 w 142"/>
                  <a:gd name="T29" fmla="*/ 98 h 124"/>
                  <a:gd name="T30" fmla="*/ 26 w 142"/>
                  <a:gd name="T31" fmla="*/ 90 h 124"/>
                  <a:gd name="T32" fmla="*/ 14 w 142"/>
                  <a:gd name="T33" fmla="*/ 86 h 124"/>
                  <a:gd name="T34" fmla="*/ 10 w 142"/>
                  <a:gd name="T35" fmla="*/ 86 h 124"/>
                  <a:gd name="T36" fmla="*/ 10 w 142"/>
                  <a:gd name="T37" fmla="*/ 78 h 124"/>
                  <a:gd name="T38" fmla="*/ 6 w 142"/>
                  <a:gd name="T39" fmla="*/ 72 h 124"/>
                  <a:gd name="T40" fmla="*/ 6 w 142"/>
                  <a:gd name="T41" fmla="*/ 64 h 124"/>
                  <a:gd name="T42" fmla="*/ 4 w 142"/>
                  <a:gd name="T43" fmla="*/ 56 h 124"/>
                  <a:gd name="T44" fmla="*/ 6 w 142"/>
                  <a:gd name="T45" fmla="*/ 48 h 124"/>
                  <a:gd name="T46" fmla="*/ 0 w 142"/>
                  <a:gd name="T47" fmla="*/ 46 h 124"/>
                  <a:gd name="T48" fmla="*/ 4 w 142"/>
                  <a:gd name="T49" fmla="*/ 34 h 124"/>
                  <a:gd name="T50" fmla="*/ 4 w 142"/>
                  <a:gd name="T51" fmla="*/ 26 h 124"/>
                  <a:gd name="T52" fmla="*/ 0 w 142"/>
                  <a:gd name="T53" fmla="*/ 20 h 124"/>
                  <a:gd name="T54" fmla="*/ 4 w 142"/>
                  <a:gd name="T55" fmla="*/ 20 h 124"/>
                  <a:gd name="T56" fmla="*/ 14 w 142"/>
                  <a:gd name="T57" fmla="*/ 16 h 124"/>
                  <a:gd name="T58" fmla="*/ 26 w 142"/>
                  <a:gd name="T59" fmla="*/ 16 h 124"/>
                  <a:gd name="T60" fmla="*/ 32 w 142"/>
                  <a:gd name="T61" fmla="*/ 8 h 124"/>
                  <a:gd name="T62" fmla="*/ 44 w 142"/>
                  <a:gd name="T63" fmla="*/ 4 h 124"/>
                  <a:gd name="T64" fmla="*/ 52 w 142"/>
                  <a:gd name="T65" fmla="*/ 0 h 124"/>
                  <a:gd name="T66" fmla="*/ 62 w 142"/>
                  <a:gd name="T67" fmla="*/ 4 h 124"/>
                  <a:gd name="T68" fmla="*/ 60 w 142"/>
                  <a:gd name="T69" fmla="*/ 4 h 124"/>
                  <a:gd name="T70" fmla="*/ 66 w 142"/>
                  <a:gd name="T71" fmla="*/ 12 h 124"/>
                  <a:gd name="T72" fmla="*/ 74 w 142"/>
                  <a:gd name="T73" fmla="*/ 8 h 124"/>
                  <a:gd name="T74" fmla="*/ 74 w 142"/>
                  <a:gd name="T75" fmla="*/ 12 h 124"/>
                  <a:gd name="T76" fmla="*/ 78 w 142"/>
                  <a:gd name="T77" fmla="*/ 12 h 124"/>
                  <a:gd name="T78" fmla="*/ 90 w 142"/>
                  <a:gd name="T79" fmla="*/ 12 h 124"/>
                  <a:gd name="T80" fmla="*/ 100 w 142"/>
                  <a:gd name="T81" fmla="*/ 12 h 124"/>
                  <a:gd name="T82" fmla="*/ 112 w 142"/>
                  <a:gd name="T83" fmla="*/ 12 h 124"/>
                  <a:gd name="T84" fmla="*/ 122 w 142"/>
                  <a:gd name="T85" fmla="*/ 12 h 124"/>
                  <a:gd name="T86" fmla="*/ 130 w 142"/>
                  <a:gd name="T87" fmla="*/ 20 h 124"/>
                  <a:gd name="T88" fmla="*/ 134 w 142"/>
                  <a:gd name="T89" fmla="*/ 26 h 124"/>
                  <a:gd name="T90" fmla="*/ 138 w 142"/>
                  <a:gd name="T91" fmla="*/ 38 h 124"/>
                  <a:gd name="T92" fmla="*/ 138 w 142"/>
                  <a:gd name="T93" fmla="*/ 48 h 124"/>
                  <a:gd name="T94" fmla="*/ 130 w 142"/>
                  <a:gd name="T95" fmla="*/ 52 h 124"/>
                  <a:gd name="T96" fmla="*/ 130 w 142"/>
                  <a:gd name="T97" fmla="*/ 56 h 124"/>
                  <a:gd name="T98" fmla="*/ 130 w 142"/>
                  <a:gd name="T99" fmla="*/ 68 h 124"/>
                  <a:gd name="T100" fmla="*/ 134 w 142"/>
                  <a:gd name="T101" fmla="*/ 74 h 124"/>
                  <a:gd name="T102" fmla="*/ 138 w 142"/>
                  <a:gd name="T103" fmla="*/ 86 h 124"/>
                  <a:gd name="T104" fmla="*/ 138 w 142"/>
                  <a:gd name="T105" fmla="*/ 90 h 124"/>
                  <a:gd name="T106" fmla="*/ 134 w 142"/>
                  <a:gd name="T107" fmla="*/ 94 h 124"/>
                  <a:gd name="T108" fmla="*/ 130 w 142"/>
                  <a:gd name="T109" fmla="*/ 102 h 124"/>
                  <a:gd name="T110" fmla="*/ 118 w 142"/>
                  <a:gd name="T111" fmla="*/ 112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42" h="124">
                    <a:moveTo>
                      <a:pt x="118" y="112"/>
                    </a:moveTo>
                    <a:lnTo>
                      <a:pt x="118" y="116"/>
                    </a:lnTo>
                    <a:lnTo>
                      <a:pt x="118" y="120"/>
                    </a:lnTo>
                    <a:lnTo>
                      <a:pt x="122" y="124"/>
                    </a:lnTo>
                    <a:lnTo>
                      <a:pt x="118" y="124"/>
                    </a:lnTo>
                    <a:lnTo>
                      <a:pt x="116" y="124"/>
                    </a:lnTo>
                    <a:lnTo>
                      <a:pt x="112" y="120"/>
                    </a:lnTo>
                    <a:lnTo>
                      <a:pt x="108" y="116"/>
                    </a:lnTo>
                    <a:lnTo>
                      <a:pt x="104" y="116"/>
                    </a:lnTo>
                    <a:lnTo>
                      <a:pt x="100" y="116"/>
                    </a:lnTo>
                    <a:lnTo>
                      <a:pt x="96" y="116"/>
                    </a:lnTo>
                    <a:lnTo>
                      <a:pt x="96" y="120"/>
                    </a:lnTo>
                    <a:lnTo>
                      <a:pt x="92" y="120"/>
                    </a:lnTo>
                    <a:lnTo>
                      <a:pt x="92" y="116"/>
                    </a:lnTo>
                    <a:lnTo>
                      <a:pt x="90" y="116"/>
                    </a:lnTo>
                    <a:lnTo>
                      <a:pt x="86" y="116"/>
                    </a:lnTo>
                    <a:lnTo>
                      <a:pt x="82" y="120"/>
                    </a:lnTo>
                    <a:lnTo>
                      <a:pt x="78" y="120"/>
                    </a:lnTo>
                    <a:lnTo>
                      <a:pt x="78" y="116"/>
                    </a:lnTo>
                    <a:lnTo>
                      <a:pt x="74" y="116"/>
                    </a:lnTo>
                    <a:lnTo>
                      <a:pt x="74" y="112"/>
                    </a:lnTo>
                    <a:lnTo>
                      <a:pt x="70" y="112"/>
                    </a:lnTo>
                    <a:lnTo>
                      <a:pt x="70" y="116"/>
                    </a:lnTo>
                    <a:lnTo>
                      <a:pt x="66" y="116"/>
                    </a:lnTo>
                    <a:lnTo>
                      <a:pt x="66" y="112"/>
                    </a:lnTo>
                    <a:lnTo>
                      <a:pt x="62" y="112"/>
                    </a:lnTo>
                    <a:lnTo>
                      <a:pt x="62" y="108"/>
                    </a:lnTo>
                    <a:lnTo>
                      <a:pt x="62" y="104"/>
                    </a:lnTo>
                    <a:lnTo>
                      <a:pt x="60" y="104"/>
                    </a:lnTo>
                    <a:lnTo>
                      <a:pt x="56" y="104"/>
                    </a:lnTo>
                    <a:lnTo>
                      <a:pt x="56" y="102"/>
                    </a:lnTo>
                    <a:lnTo>
                      <a:pt x="52" y="104"/>
                    </a:lnTo>
                    <a:lnTo>
                      <a:pt x="48" y="102"/>
                    </a:lnTo>
                    <a:lnTo>
                      <a:pt x="48" y="98"/>
                    </a:lnTo>
                    <a:lnTo>
                      <a:pt x="44" y="98"/>
                    </a:lnTo>
                    <a:lnTo>
                      <a:pt x="40" y="98"/>
                    </a:lnTo>
                    <a:lnTo>
                      <a:pt x="40" y="94"/>
                    </a:lnTo>
                    <a:lnTo>
                      <a:pt x="36" y="94"/>
                    </a:lnTo>
                    <a:lnTo>
                      <a:pt x="36" y="98"/>
                    </a:lnTo>
                    <a:lnTo>
                      <a:pt x="40" y="102"/>
                    </a:lnTo>
                    <a:lnTo>
                      <a:pt x="36" y="98"/>
                    </a:lnTo>
                    <a:lnTo>
                      <a:pt x="36" y="102"/>
                    </a:lnTo>
                    <a:lnTo>
                      <a:pt x="32" y="102"/>
                    </a:lnTo>
                    <a:lnTo>
                      <a:pt x="32" y="98"/>
                    </a:lnTo>
                    <a:lnTo>
                      <a:pt x="30" y="98"/>
                    </a:lnTo>
                    <a:lnTo>
                      <a:pt x="30" y="94"/>
                    </a:lnTo>
                    <a:lnTo>
                      <a:pt x="30" y="90"/>
                    </a:lnTo>
                    <a:lnTo>
                      <a:pt x="26" y="90"/>
                    </a:lnTo>
                    <a:lnTo>
                      <a:pt x="22" y="90"/>
                    </a:lnTo>
                    <a:lnTo>
                      <a:pt x="18" y="86"/>
                    </a:lnTo>
                    <a:lnTo>
                      <a:pt x="14" y="86"/>
                    </a:lnTo>
                    <a:lnTo>
                      <a:pt x="14" y="82"/>
                    </a:lnTo>
                    <a:lnTo>
                      <a:pt x="10" y="82"/>
                    </a:lnTo>
                    <a:lnTo>
                      <a:pt x="10" y="86"/>
                    </a:lnTo>
                    <a:lnTo>
                      <a:pt x="6" y="86"/>
                    </a:lnTo>
                    <a:lnTo>
                      <a:pt x="10" y="82"/>
                    </a:lnTo>
                    <a:lnTo>
                      <a:pt x="10" y="78"/>
                    </a:lnTo>
                    <a:lnTo>
                      <a:pt x="10" y="74"/>
                    </a:lnTo>
                    <a:lnTo>
                      <a:pt x="10" y="72"/>
                    </a:lnTo>
                    <a:lnTo>
                      <a:pt x="6" y="72"/>
                    </a:lnTo>
                    <a:lnTo>
                      <a:pt x="6" y="68"/>
                    </a:lnTo>
                    <a:lnTo>
                      <a:pt x="4" y="64"/>
                    </a:lnTo>
                    <a:lnTo>
                      <a:pt x="6" y="64"/>
                    </a:lnTo>
                    <a:lnTo>
                      <a:pt x="6" y="60"/>
                    </a:lnTo>
                    <a:lnTo>
                      <a:pt x="6" y="56"/>
                    </a:lnTo>
                    <a:lnTo>
                      <a:pt x="4" y="56"/>
                    </a:lnTo>
                    <a:lnTo>
                      <a:pt x="4" y="52"/>
                    </a:lnTo>
                    <a:lnTo>
                      <a:pt x="6" y="52"/>
                    </a:lnTo>
                    <a:lnTo>
                      <a:pt x="6" y="48"/>
                    </a:lnTo>
                    <a:lnTo>
                      <a:pt x="4" y="48"/>
                    </a:lnTo>
                    <a:lnTo>
                      <a:pt x="4" y="46"/>
                    </a:lnTo>
                    <a:lnTo>
                      <a:pt x="0" y="46"/>
                    </a:lnTo>
                    <a:lnTo>
                      <a:pt x="0" y="42"/>
                    </a:lnTo>
                    <a:lnTo>
                      <a:pt x="4" y="38"/>
                    </a:lnTo>
                    <a:lnTo>
                      <a:pt x="4" y="34"/>
                    </a:lnTo>
                    <a:lnTo>
                      <a:pt x="0" y="30"/>
                    </a:lnTo>
                    <a:lnTo>
                      <a:pt x="0" y="26"/>
                    </a:lnTo>
                    <a:lnTo>
                      <a:pt x="4" y="26"/>
                    </a:lnTo>
                    <a:lnTo>
                      <a:pt x="4" y="22"/>
                    </a:lnTo>
                    <a:lnTo>
                      <a:pt x="0" y="22"/>
                    </a:lnTo>
                    <a:lnTo>
                      <a:pt x="0" y="20"/>
                    </a:lnTo>
                    <a:lnTo>
                      <a:pt x="0" y="22"/>
                    </a:lnTo>
                    <a:lnTo>
                      <a:pt x="4" y="22"/>
                    </a:lnTo>
                    <a:lnTo>
                      <a:pt x="4" y="20"/>
                    </a:lnTo>
                    <a:lnTo>
                      <a:pt x="6" y="20"/>
                    </a:lnTo>
                    <a:lnTo>
                      <a:pt x="10" y="20"/>
                    </a:lnTo>
                    <a:lnTo>
                      <a:pt x="14" y="16"/>
                    </a:lnTo>
                    <a:lnTo>
                      <a:pt x="18" y="16"/>
                    </a:lnTo>
                    <a:lnTo>
                      <a:pt x="22" y="16"/>
                    </a:lnTo>
                    <a:lnTo>
                      <a:pt x="26" y="16"/>
                    </a:lnTo>
                    <a:lnTo>
                      <a:pt x="30" y="12"/>
                    </a:lnTo>
                    <a:lnTo>
                      <a:pt x="30" y="8"/>
                    </a:lnTo>
                    <a:lnTo>
                      <a:pt x="32" y="8"/>
                    </a:lnTo>
                    <a:lnTo>
                      <a:pt x="36" y="8"/>
                    </a:lnTo>
                    <a:lnTo>
                      <a:pt x="40" y="4"/>
                    </a:lnTo>
                    <a:lnTo>
                      <a:pt x="44" y="4"/>
                    </a:lnTo>
                    <a:lnTo>
                      <a:pt x="48" y="4"/>
                    </a:lnTo>
                    <a:lnTo>
                      <a:pt x="48" y="0"/>
                    </a:lnTo>
                    <a:lnTo>
                      <a:pt x="52" y="0"/>
                    </a:lnTo>
                    <a:lnTo>
                      <a:pt x="60" y="0"/>
                    </a:lnTo>
                    <a:lnTo>
                      <a:pt x="60" y="4"/>
                    </a:lnTo>
                    <a:lnTo>
                      <a:pt x="62" y="4"/>
                    </a:lnTo>
                    <a:lnTo>
                      <a:pt x="62" y="8"/>
                    </a:lnTo>
                    <a:lnTo>
                      <a:pt x="62" y="4"/>
                    </a:lnTo>
                    <a:lnTo>
                      <a:pt x="60" y="4"/>
                    </a:lnTo>
                    <a:lnTo>
                      <a:pt x="60" y="8"/>
                    </a:lnTo>
                    <a:lnTo>
                      <a:pt x="62" y="12"/>
                    </a:lnTo>
                    <a:lnTo>
                      <a:pt x="66" y="12"/>
                    </a:lnTo>
                    <a:lnTo>
                      <a:pt x="70" y="12"/>
                    </a:lnTo>
                    <a:lnTo>
                      <a:pt x="74" y="12"/>
                    </a:lnTo>
                    <a:lnTo>
                      <a:pt x="74" y="8"/>
                    </a:lnTo>
                    <a:lnTo>
                      <a:pt x="78" y="8"/>
                    </a:lnTo>
                    <a:lnTo>
                      <a:pt x="74" y="8"/>
                    </a:lnTo>
                    <a:lnTo>
                      <a:pt x="74" y="12"/>
                    </a:lnTo>
                    <a:lnTo>
                      <a:pt x="70" y="12"/>
                    </a:lnTo>
                    <a:lnTo>
                      <a:pt x="74" y="12"/>
                    </a:lnTo>
                    <a:lnTo>
                      <a:pt x="78" y="12"/>
                    </a:lnTo>
                    <a:lnTo>
                      <a:pt x="82" y="12"/>
                    </a:lnTo>
                    <a:lnTo>
                      <a:pt x="86" y="12"/>
                    </a:lnTo>
                    <a:lnTo>
                      <a:pt x="90" y="12"/>
                    </a:lnTo>
                    <a:lnTo>
                      <a:pt x="92" y="12"/>
                    </a:lnTo>
                    <a:lnTo>
                      <a:pt x="96" y="12"/>
                    </a:lnTo>
                    <a:lnTo>
                      <a:pt x="100" y="12"/>
                    </a:lnTo>
                    <a:lnTo>
                      <a:pt x="104" y="12"/>
                    </a:lnTo>
                    <a:lnTo>
                      <a:pt x="108" y="12"/>
                    </a:lnTo>
                    <a:lnTo>
                      <a:pt x="112" y="12"/>
                    </a:lnTo>
                    <a:lnTo>
                      <a:pt x="116" y="12"/>
                    </a:lnTo>
                    <a:lnTo>
                      <a:pt x="118" y="12"/>
                    </a:lnTo>
                    <a:lnTo>
                      <a:pt x="122" y="12"/>
                    </a:lnTo>
                    <a:lnTo>
                      <a:pt x="126" y="12"/>
                    </a:lnTo>
                    <a:lnTo>
                      <a:pt x="130" y="16"/>
                    </a:lnTo>
                    <a:lnTo>
                      <a:pt x="130" y="20"/>
                    </a:lnTo>
                    <a:lnTo>
                      <a:pt x="130" y="22"/>
                    </a:lnTo>
                    <a:lnTo>
                      <a:pt x="130" y="26"/>
                    </a:lnTo>
                    <a:lnTo>
                      <a:pt x="134" y="26"/>
                    </a:lnTo>
                    <a:lnTo>
                      <a:pt x="134" y="30"/>
                    </a:lnTo>
                    <a:lnTo>
                      <a:pt x="134" y="34"/>
                    </a:lnTo>
                    <a:lnTo>
                      <a:pt x="138" y="38"/>
                    </a:lnTo>
                    <a:lnTo>
                      <a:pt x="138" y="42"/>
                    </a:lnTo>
                    <a:lnTo>
                      <a:pt x="138" y="46"/>
                    </a:lnTo>
                    <a:lnTo>
                      <a:pt x="138" y="48"/>
                    </a:lnTo>
                    <a:lnTo>
                      <a:pt x="134" y="48"/>
                    </a:lnTo>
                    <a:lnTo>
                      <a:pt x="130" y="48"/>
                    </a:lnTo>
                    <a:lnTo>
                      <a:pt x="130" y="52"/>
                    </a:lnTo>
                    <a:lnTo>
                      <a:pt x="126" y="52"/>
                    </a:lnTo>
                    <a:lnTo>
                      <a:pt x="126" y="56"/>
                    </a:lnTo>
                    <a:lnTo>
                      <a:pt x="130" y="56"/>
                    </a:lnTo>
                    <a:lnTo>
                      <a:pt x="134" y="60"/>
                    </a:lnTo>
                    <a:lnTo>
                      <a:pt x="134" y="64"/>
                    </a:lnTo>
                    <a:lnTo>
                      <a:pt x="130" y="68"/>
                    </a:lnTo>
                    <a:lnTo>
                      <a:pt x="130" y="72"/>
                    </a:lnTo>
                    <a:lnTo>
                      <a:pt x="134" y="72"/>
                    </a:lnTo>
                    <a:lnTo>
                      <a:pt x="134" y="74"/>
                    </a:lnTo>
                    <a:lnTo>
                      <a:pt x="134" y="78"/>
                    </a:lnTo>
                    <a:lnTo>
                      <a:pt x="138" y="82"/>
                    </a:lnTo>
                    <a:lnTo>
                      <a:pt x="138" y="86"/>
                    </a:lnTo>
                    <a:lnTo>
                      <a:pt x="142" y="86"/>
                    </a:lnTo>
                    <a:lnTo>
                      <a:pt x="138" y="86"/>
                    </a:lnTo>
                    <a:lnTo>
                      <a:pt x="138" y="90"/>
                    </a:lnTo>
                    <a:lnTo>
                      <a:pt x="142" y="94"/>
                    </a:lnTo>
                    <a:lnTo>
                      <a:pt x="138" y="94"/>
                    </a:lnTo>
                    <a:lnTo>
                      <a:pt x="134" y="94"/>
                    </a:lnTo>
                    <a:lnTo>
                      <a:pt x="134" y="98"/>
                    </a:lnTo>
                    <a:lnTo>
                      <a:pt x="130" y="98"/>
                    </a:lnTo>
                    <a:lnTo>
                      <a:pt x="130" y="102"/>
                    </a:lnTo>
                    <a:lnTo>
                      <a:pt x="126" y="102"/>
                    </a:lnTo>
                    <a:lnTo>
                      <a:pt x="126" y="104"/>
                    </a:lnTo>
                    <a:lnTo>
                      <a:pt x="118" y="112"/>
                    </a:lnTo>
                    <a:lnTo>
                      <a:pt x="118" y="112"/>
                    </a:lnTo>
                    <a:lnTo>
                      <a:pt x="118"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4" name="Freeform 118"/>
              <p:cNvSpPr>
                <a:spLocks/>
              </p:cNvSpPr>
              <p:nvPr/>
            </p:nvSpPr>
            <p:spPr bwMode="gray">
              <a:xfrm>
                <a:off x="5297383" y="2992620"/>
                <a:ext cx="233061" cy="163491"/>
              </a:xfrm>
              <a:custGeom>
                <a:avLst/>
                <a:gdLst>
                  <a:gd name="T0" fmla="*/ 56 w 134"/>
                  <a:gd name="T1" fmla="*/ 94 h 94"/>
                  <a:gd name="T2" fmla="*/ 46 w 134"/>
                  <a:gd name="T3" fmla="*/ 90 h 94"/>
                  <a:gd name="T4" fmla="*/ 42 w 134"/>
                  <a:gd name="T5" fmla="*/ 90 h 94"/>
                  <a:gd name="T6" fmla="*/ 38 w 134"/>
                  <a:gd name="T7" fmla="*/ 86 h 94"/>
                  <a:gd name="T8" fmla="*/ 38 w 134"/>
                  <a:gd name="T9" fmla="*/ 86 h 94"/>
                  <a:gd name="T10" fmla="*/ 34 w 134"/>
                  <a:gd name="T11" fmla="*/ 82 h 94"/>
                  <a:gd name="T12" fmla="*/ 34 w 134"/>
                  <a:gd name="T13" fmla="*/ 78 h 94"/>
                  <a:gd name="T14" fmla="*/ 34 w 134"/>
                  <a:gd name="T15" fmla="*/ 76 h 94"/>
                  <a:gd name="T16" fmla="*/ 26 w 134"/>
                  <a:gd name="T17" fmla="*/ 76 h 94"/>
                  <a:gd name="T18" fmla="*/ 24 w 134"/>
                  <a:gd name="T19" fmla="*/ 76 h 94"/>
                  <a:gd name="T20" fmla="*/ 20 w 134"/>
                  <a:gd name="T21" fmla="*/ 72 h 94"/>
                  <a:gd name="T22" fmla="*/ 20 w 134"/>
                  <a:gd name="T23" fmla="*/ 72 h 94"/>
                  <a:gd name="T24" fmla="*/ 16 w 134"/>
                  <a:gd name="T25" fmla="*/ 68 h 94"/>
                  <a:gd name="T26" fmla="*/ 16 w 134"/>
                  <a:gd name="T27" fmla="*/ 64 h 94"/>
                  <a:gd name="T28" fmla="*/ 8 w 134"/>
                  <a:gd name="T29" fmla="*/ 52 h 94"/>
                  <a:gd name="T30" fmla="*/ 4 w 134"/>
                  <a:gd name="T31" fmla="*/ 50 h 94"/>
                  <a:gd name="T32" fmla="*/ 4 w 134"/>
                  <a:gd name="T33" fmla="*/ 46 h 94"/>
                  <a:gd name="T34" fmla="*/ 8 w 134"/>
                  <a:gd name="T35" fmla="*/ 42 h 94"/>
                  <a:gd name="T36" fmla="*/ 12 w 134"/>
                  <a:gd name="T37" fmla="*/ 42 h 94"/>
                  <a:gd name="T38" fmla="*/ 16 w 134"/>
                  <a:gd name="T39" fmla="*/ 34 h 94"/>
                  <a:gd name="T40" fmla="*/ 20 w 134"/>
                  <a:gd name="T41" fmla="*/ 30 h 94"/>
                  <a:gd name="T42" fmla="*/ 24 w 134"/>
                  <a:gd name="T43" fmla="*/ 24 h 94"/>
                  <a:gd name="T44" fmla="*/ 26 w 134"/>
                  <a:gd name="T45" fmla="*/ 20 h 94"/>
                  <a:gd name="T46" fmla="*/ 26 w 134"/>
                  <a:gd name="T47" fmla="*/ 16 h 94"/>
                  <a:gd name="T48" fmla="*/ 34 w 134"/>
                  <a:gd name="T49" fmla="*/ 12 h 94"/>
                  <a:gd name="T50" fmla="*/ 42 w 134"/>
                  <a:gd name="T51" fmla="*/ 8 h 94"/>
                  <a:gd name="T52" fmla="*/ 42 w 134"/>
                  <a:gd name="T53" fmla="*/ 8 h 94"/>
                  <a:gd name="T54" fmla="*/ 52 w 134"/>
                  <a:gd name="T55" fmla="*/ 8 h 94"/>
                  <a:gd name="T56" fmla="*/ 60 w 134"/>
                  <a:gd name="T57" fmla="*/ 8 h 94"/>
                  <a:gd name="T58" fmla="*/ 64 w 134"/>
                  <a:gd name="T59" fmla="*/ 12 h 94"/>
                  <a:gd name="T60" fmla="*/ 68 w 134"/>
                  <a:gd name="T61" fmla="*/ 12 h 94"/>
                  <a:gd name="T62" fmla="*/ 72 w 134"/>
                  <a:gd name="T63" fmla="*/ 8 h 94"/>
                  <a:gd name="T64" fmla="*/ 80 w 134"/>
                  <a:gd name="T65" fmla="*/ 8 h 94"/>
                  <a:gd name="T66" fmla="*/ 86 w 134"/>
                  <a:gd name="T67" fmla="*/ 4 h 94"/>
                  <a:gd name="T68" fmla="*/ 94 w 134"/>
                  <a:gd name="T69" fmla="*/ 4 h 94"/>
                  <a:gd name="T70" fmla="*/ 102 w 134"/>
                  <a:gd name="T71" fmla="*/ 16 h 94"/>
                  <a:gd name="T72" fmla="*/ 106 w 134"/>
                  <a:gd name="T73" fmla="*/ 24 h 94"/>
                  <a:gd name="T74" fmla="*/ 112 w 134"/>
                  <a:gd name="T75" fmla="*/ 30 h 94"/>
                  <a:gd name="T76" fmla="*/ 112 w 134"/>
                  <a:gd name="T77" fmla="*/ 38 h 94"/>
                  <a:gd name="T78" fmla="*/ 112 w 134"/>
                  <a:gd name="T79" fmla="*/ 52 h 94"/>
                  <a:gd name="T80" fmla="*/ 112 w 134"/>
                  <a:gd name="T81" fmla="*/ 60 h 94"/>
                  <a:gd name="T82" fmla="*/ 120 w 134"/>
                  <a:gd name="T83" fmla="*/ 64 h 94"/>
                  <a:gd name="T84" fmla="*/ 130 w 134"/>
                  <a:gd name="T85" fmla="*/ 60 h 94"/>
                  <a:gd name="T86" fmla="*/ 130 w 134"/>
                  <a:gd name="T87" fmla="*/ 64 h 94"/>
                  <a:gd name="T88" fmla="*/ 126 w 134"/>
                  <a:gd name="T89" fmla="*/ 72 h 94"/>
                  <a:gd name="T90" fmla="*/ 122 w 134"/>
                  <a:gd name="T91" fmla="*/ 68 h 94"/>
                  <a:gd name="T92" fmla="*/ 122 w 134"/>
                  <a:gd name="T93" fmla="*/ 72 h 94"/>
                  <a:gd name="T94" fmla="*/ 122 w 134"/>
                  <a:gd name="T95" fmla="*/ 76 h 94"/>
                  <a:gd name="T96" fmla="*/ 122 w 134"/>
                  <a:gd name="T97" fmla="*/ 76 h 94"/>
                  <a:gd name="T98" fmla="*/ 122 w 134"/>
                  <a:gd name="T99" fmla="*/ 78 h 94"/>
                  <a:gd name="T100" fmla="*/ 120 w 134"/>
                  <a:gd name="T101" fmla="*/ 86 h 94"/>
                  <a:gd name="T102" fmla="*/ 116 w 134"/>
                  <a:gd name="T103" fmla="*/ 94 h 94"/>
                  <a:gd name="T104" fmla="*/ 108 w 134"/>
                  <a:gd name="T105" fmla="*/ 90 h 94"/>
                  <a:gd name="T106" fmla="*/ 106 w 134"/>
                  <a:gd name="T107" fmla="*/ 86 h 94"/>
                  <a:gd name="T108" fmla="*/ 98 w 134"/>
                  <a:gd name="T109" fmla="*/ 86 h 94"/>
                  <a:gd name="T110" fmla="*/ 94 w 134"/>
                  <a:gd name="T111" fmla="*/ 86 h 94"/>
                  <a:gd name="T112" fmla="*/ 86 w 134"/>
                  <a:gd name="T113" fmla="*/ 86 h 94"/>
                  <a:gd name="T114" fmla="*/ 80 w 134"/>
                  <a:gd name="T115" fmla="*/ 94 h 94"/>
                  <a:gd name="T116" fmla="*/ 72 w 134"/>
                  <a:gd name="T117" fmla="*/ 94 h 94"/>
                  <a:gd name="T118" fmla="*/ 60 w 134"/>
                  <a:gd name="T119" fmla="*/ 94 h 94"/>
                  <a:gd name="T120" fmla="*/ 56 w 134"/>
                  <a:gd name="T121" fmla="*/ 9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4" h="94">
                    <a:moveTo>
                      <a:pt x="56" y="94"/>
                    </a:moveTo>
                    <a:lnTo>
                      <a:pt x="56" y="94"/>
                    </a:lnTo>
                    <a:lnTo>
                      <a:pt x="56" y="94"/>
                    </a:lnTo>
                    <a:lnTo>
                      <a:pt x="56" y="94"/>
                    </a:lnTo>
                    <a:lnTo>
                      <a:pt x="56" y="94"/>
                    </a:lnTo>
                    <a:lnTo>
                      <a:pt x="56" y="94"/>
                    </a:lnTo>
                    <a:lnTo>
                      <a:pt x="56" y="94"/>
                    </a:lnTo>
                    <a:lnTo>
                      <a:pt x="56" y="94"/>
                    </a:lnTo>
                    <a:lnTo>
                      <a:pt x="52" y="94"/>
                    </a:lnTo>
                    <a:lnTo>
                      <a:pt x="52" y="94"/>
                    </a:lnTo>
                    <a:lnTo>
                      <a:pt x="50" y="94"/>
                    </a:lnTo>
                    <a:lnTo>
                      <a:pt x="50" y="94"/>
                    </a:lnTo>
                    <a:lnTo>
                      <a:pt x="50" y="90"/>
                    </a:lnTo>
                    <a:lnTo>
                      <a:pt x="46" y="90"/>
                    </a:lnTo>
                    <a:lnTo>
                      <a:pt x="46" y="90"/>
                    </a:lnTo>
                    <a:lnTo>
                      <a:pt x="46" y="90"/>
                    </a:lnTo>
                    <a:lnTo>
                      <a:pt x="46" y="90"/>
                    </a:lnTo>
                    <a:lnTo>
                      <a:pt x="46" y="90"/>
                    </a:lnTo>
                    <a:lnTo>
                      <a:pt x="42" y="90"/>
                    </a:lnTo>
                    <a:lnTo>
                      <a:pt x="42" y="90"/>
                    </a:lnTo>
                    <a:lnTo>
                      <a:pt x="42" y="90"/>
                    </a:lnTo>
                    <a:lnTo>
                      <a:pt x="42" y="90"/>
                    </a:lnTo>
                    <a:lnTo>
                      <a:pt x="42" y="90"/>
                    </a:lnTo>
                    <a:lnTo>
                      <a:pt x="42" y="90"/>
                    </a:lnTo>
                    <a:lnTo>
                      <a:pt x="42" y="90"/>
                    </a:lnTo>
                    <a:lnTo>
                      <a:pt x="38" y="90"/>
                    </a:lnTo>
                    <a:lnTo>
                      <a:pt x="38" y="90"/>
                    </a:lnTo>
                    <a:lnTo>
                      <a:pt x="38" y="90"/>
                    </a:lnTo>
                    <a:lnTo>
                      <a:pt x="38" y="90"/>
                    </a:lnTo>
                    <a:lnTo>
                      <a:pt x="38" y="90"/>
                    </a:lnTo>
                    <a:lnTo>
                      <a:pt x="38" y="86"/>
                    </a:lnTo>
                    <a:lnTo>
                      <a:pt x="38" y="86"/>
                    </a:lnTo>
                    <a:lnTo>
                      <a:pt x="38" y="86"/>
                    </a:lnTo>
                    <a:lnTo>
                      <a:pt x="38" y="86"/>
                    </a:lnTo>
                    <a:lnTo>
                      <a:pt x="38" y="86"/>
                    </a:lnTo>
                    <a:lnTo>
                      <a:pt x="38" y="86"/>
                    </a:lnTo>
                    <a:lnTo>
                      <a:pt x="38" y="86"/>
                    </a:lnTo>
                    <a:lnTo>
                      <a:pt x="38" y="86"/>
                    </a:lnTo>
                    <a:lnTo>
                      <a:pt x="38" y="86"/>
                    </a:lnTo>
                    <a:lnTo>
                      <a:pt x="38" y="86"/>
                    </a:lnTo>
                    <a:lnTo>
                      <a:pt x="34" y="82"/>
                    </a:lnTo>
                    <a:lnTo>
                      <a:pt x="34" y="82"/>
                    </a:lnTo>
                    <a:lnTo>
                      <a:pt x="34" y="82"/>
                    </a:lnTo>
                    <a:lnTo>
                      <a:pt x="34" y="82"/>
                    </a:lnTo>
                    <a:lnTo>
                      <a:pt x="34" y="82"/>
                    </a:lnTo>
                    <a:lnTo>
                      <a:pt x="34" y="82"/>
                    </a:lnTo>
                    <a:lnTo>
                      <a:pt x="34" y="82"/>
                    </a:lnTo>
                    <a:lnTo>
                      <a:pt x="34" y="82"/>
                    </a:lnTo>
                    <a:lnTo>
                      <a:pt x="34" y="82"/>
                    </a:lnTo>
                    <a:lnTo>
                      <a:pt x="30" y="78"/>
                    </a:lnTo>
                    <a:lnTo>
                      <a:pt x="30" y="78"/>
                    </a:lnTo>
                    <a:lnTo>
                      <a:pt x="34" y="76"/>
                    </a:lnTo>
                    <a:lnTo>
                      <a:pt x="34" y="76"/>
                    </a:lnTo>
                    <a:lnTo>
                      <a:pt x="34" y="78"/>
                    </a:lnTo>
                    <a:lnTo>
                      <a:pt x="34" y="78"/>
                    </a:lnTo>
                    <a:lnTo>
                      <a:pt x="34" y="78"/>
                    </a:lnTo>
                    <a:lnTo>
                      <a:pt x="34" y="78"/>
                    </a:lnTo>
                    <a:lnTo>
                      <a:pt x="34" y="76"/>
                    </a:lnTo>
                    <a:lnTo>
                      <a:pt x="34" y="76"/>
                    </a:lnTo>
                    <a:lnTo>
                      <a:pt x="34" y="76"/>
                    </a:lnTo>
                    <a:lnTo>
                      <a:pt x="34" y="76"/>
                    </a:lnTo>
                    <a:lnTo>
                      <a:pt x="34" y="76"/>
                    </a:lnTo>
                    <a:lnTo>
                      <a:pt x="34" y="76"/>
                    </a:lnTo>
                    <a:lnTo>
                      <a:pt x="34" y="76"/>
                    </a:lnTo>
                    <a:lnTo>
                      <a:pt x="30" y="76"/>
                    </a:lnTo>
                    <a:lnTo>
                      <a:pt x="30" y="76"/>
                    </a:lnTo>
                    <a:lnTo>
                      <a:pt x="30" y="76"/>
                    </a:lnTo>
                    <a:lnTo>
                      <a:pt x="30" y="76"/>
                    </a:lnTo>
                    <a:lnTo>
                      <a:pt x="30" y="76"/>
                    </a:lnTo>
                    <a:lnTo>
                      <a:pt x="30" y="76"/>
                    </a:lnTo>
                    <a:lnTo>
                      <a:pt x="30" y="76"/>
                    </a:lnTo>
                    <a:lnTo>
                      <a:pt x="26" y="76"/>
                    </a:lnTo>
                    <a:lnTo>
                      <a:pt x="26" y="78"/>
                    </a:lnTo>
                    <a:lnTo>
                      <a:pt x="26" y="78"/>
                    </a:lnTo>
                    <a:lnTo>
                      <a:pt x="26" y="78"/>
                    </a:lnTo>
                    <a:lnTo>
                      <a:pt x="26" y="76"/>
                    </a:lnTo>
                    <a:lnTo>
                      <a:pt x="26" y="76"/>
                    </a:lnTo>
                    <a:lnTo>
                      <a:pt x="26" y="76"/>
                    </a:lnTo>
                    <a:lnTo>
                      <a:pt x="24" y="76"/>
                    </a:lnTo>
                    <a:lnTo>
                      <a:pt x="24" y="76"/>
                    </a:lnTo>
                    <a:lnTo>
                      <a:pt x="24" y="76"/>
                    </a:lnTo>
                    <a:lnTo>
                      <a:pt x="20" y="76"/>
                    </a:lnTo>
                    <a:lnTo>
                      <a:pt x="20" y="76"/>
                    </a:lnTo>
                    <a:lnTo>
                      <a:pt x="20" y="76"/>
                    </a:lnTo>
                    <a:lnTo>
                      <a:pt x="20" y="76"/>
                    </a:lnTo>
                    <a:lnTo>
                      <a:pt x="20" y="72"/>
                    </a:lnTo>
                    <a:lnTo>
                      <a:pt x="20" y="72"/>
                    </a:lnTo>
                    <a:lnTo>
                      <a:pt x="20" y="72"/>
                    </a:lnTo>
                    <a:lnTo>
                      <a:pt x="16" y="72"/>
                    </a:lnTo>
                    <a:lnTo>
                      <a:pt x="16" y="72"/>
                    </a:lnTo>
                    <a:lnTo>
                      <a:pt x="16" y="72"/>
                    </a:lnTo>
                    <a:lnTo>
                      <a:pt x="16" y="72"/>
                    </a:lnTo>
                    <a:lnTo>
                      <a:pt x="16" y="72"/>
                    </a:lnTo>
                    <a:lnTo>
                      <a:pt x="16" y="72"/>
                    </a:lnTo>
                    <a:lnTo>
                      <a:pt x="16" y="72"/>
                    </a:lnTo>
                    <a:lnTo>
                      <a:pt x="20" y="72"/>
                    </a:lnTo>
                    <a:lnTo>
                      <a:pt x="20" y="72"/>
                    </a:lnTo>
                    <a:lnTo>
                      <a:pt x="20" y="72"/>
                    </a:lnTo>
                    <a:lnTo>
                      <a:pt x="20" y="72"/>
                    </a:lnTo>
                    <a:lnTo>
                      <a:pt x="20" y="68"/>
                    </a:lnTo>
                    <a:lnTo>
                      <a:pt x="16" y="68"/>
                    </a:lnTo>
                    <a:lnTo>
                      <a:pt x="16" y="68"/>
                    </a:lnTo>
                    <a:lnTo>
                      <a:pt x="16" y="68"/>
                    </a:lnTo>
                    <a:lnTo>
                      <a:pt x="16" y="68"/>
                    </a:lnTo>
                    <a:lnTo>
                      <a:pt x="16" y="68"/>
                    </a:lnTo>
                    <a:lnTo>
                      <a:pt x="16" y="68"/>
                    </a:lnTo>
                    <a:lnTo>
                      <a:pt x="20" y="64"/>
                    </a:lnTo>
                    <a:lnTo>
                      <a:pt x="20" y="64"/>
                    </a:lnTo>
                    <a:lnTo>
                      <a:pt x="16" y="64"/>
                    </a:lnTo>
                    <a:lnTo>
                      <a:pt x="16" y="64"/>
                    </a:lnTo>
                    <a:lnTo>
                      <a:pt x="16" y="64"/>
                    </a:lnTo>
                    <a:lnTo>
                      <a:pt x="16" y="64"/>
                    </a:lnTo>
                    <a:lnTo>
                      <a:pt x="12" y="60"/>
                    </a:lnTo>
                    <a:lnTo>
                      <a:pt x="12" y="60"/>
                    </a:lnTo>
                    <a:lnTo>
                      <a:pt x="8" y="56"/>
                    </a:lnTo>
                    <a:lnTo>
                      <a:pt x="8" y="56"/>
                    </a:lnTo>
                    <a:lnTo>
                      <a:pt x="8" y="56"/>
                    </a:lnTo>
                    <a:lnTo>
                      <a:pt x="8" y="56"/>
                    </a:lnTo>
                    <a:lnTo>
                      <a:pt x="8" y="56"/>
                    </a:lnTo>
                    <a:lnTo>
                      <a:pt x="8" y="52"/>
                    </a:lnTo>
                    <a:lnTo>
                      <a:pt x="8" y="52"/>
                    </a:lnTo>
                    <a:lnTo>
                      <a:pt x="8" y="52"/>
                    </a:lnTo>
                    <a:lnTo>
                      <a:pt x="8" y="52"/>
                    </a:lnTo>
                    <a:lnTo>
                      <a:pt x="4" y="52"/>
                    </a:lnTo>
                    <a:lnTo>
                      <a:pt x="4" y="52"/>
                    </a:lnTo>
                    <a:lnTo>
                      <a:pt x="4" y="50"/>
                    </a:lnTo>
                    <a:lnTo>
                      <a:pt x="4" y="50"/>
                    </a:lnTo>
                    <a:lnTo>
                      <a:pt x="4" y="50"/>
                    </a:lnTo>
                    <a:lnTo>
                      <a:pt x="0" y="50"/>
                    </a:lnTo>
                    <a:lnTo>
                      <a:pt x="0" y="50"/>
                    </a:lnTo>
                    <a:lnTo>
                      <a:pt x="0" y="46"/>
                    </a:lnTo>
                    <a:lnTo>
                      <a:pt x="0" y="46"/>
                    </a:lnTo>
                    <a:lnTo>
                      <a:pt x="0" y="46"/>
                    </a:lnTo>
                    <a:lnTo>
                      <a:pt x="0" y="46"/>
                    </a:lnTo>
                    <a:lnTo>
                      <a:pt x="4" y="46"/>
                    </a:lnTo>
                    <a:lnTo>
                      <a:pt x="4" y="46"/>
                    </a:lnTo>
                    <a:lnTo>
                      <a:pt x="4" y="46"/>
                    </a:lnTo>
                    <a:lnTo>
                      <a:pt x="4" y="46"/>
                    </a:lnTo>
                    <a:lnTo>
                      <a:pt x="4" y="46"/>
                    </a:lnTo>
                    <a:lnTo>
                      <a:pt x="8" y="46"/>
                    </a:lnTo>
                    <a:lnTo>
                      <a:pt x="8" y="46"/>
                    </a:lnTo>
                    <a:lnTo>
                      <a:pt x="8" y="46"/>
                    </a:lnTo>
                    <a:lnTo>
                      <a:pt x="8" y="46"/>
                    </a:lnTo>
                    <a:lnTo>
                      <a:pt x="8" y="42"/>
                    </a:lnTo>
                    <a:lnTo>
                      <a:pt x="8" y="42"/>
                    </a:lnTo>
                    <a:lnTo>
                      <a:pt x="8" y="42"/>
                    </a:lnTo>
                    <a:lnTo>
                      <a:pt x="8" y="42"/>
                    </a:lnTo>
                    <a:lnTo>
                      <a:pt x="8" y="42"/>
                    </a:lnTo>
                    <a:lnTo>
                      <a:pt x="8" y="42"/>
                    </a:lnTo>
                    <a:lnTo>
                      <a:pt x="12" y="42"/>
                    </a:lnTo>
                    <a:lnTo>
                      <a:pt x="12" y="42"/>
                    </a:lnTo>
                    <a:lnTo>
                      <a:pt x="12" y="42"/>
                    </a:lnTo>
                    <a:lnTo>
                      <a:pt x="12" y="42"/>
                    </a:lnTo>
                    <a:lnTo>
                      <a:pt x="12" y="42"/>
                    </a:lnTo>
                    <a:lnTo>
                      <a:pt x="12" y="42"/>
                    </a:lnTo>
                    <a:lnTo>
                      <a:pt x="12" y="42"/>
                    </a:lnTo>
                    <a:lnTo>
                      <a:pt x="16" y="38"/>
                    </a:lnTo>
                    <a:lnTo>
                      <a:pt x="16" y="38"/>
                    </a:lnTo>
                    <a:lnTo>
                      <a:pt x="16" y="38"/>
                    </a:lnTo>
                    <a:lnTo>
                      <a:pt x="16" y="34"/>
                    </a:lnTo>
                    <a:lnTo>
                      <a:pt x="16" y="34"/>
                    </a:lnTo>
                    <a:lnTo>
                      <a:pt x="16" y="34"/>
                    </a:lnTo>
                    <a:lnTo>
                      <a:pt x="20" y="34"/>
                    </a:lnTo>
                    <a:lnTo>
                      <a:pt x="20" y="34"/>
                    </a:lnTo>
                    <a:lnTo>
                      <a:pt x="20" y="34"/>
                    </a:lnTo>
                    <a:lnTo>
                      <a:pt x="20" y="34"/>
                    </a:lnTo>
                    <a:lnTo>
                      <a:pt x="20" y="30"/>
                    </a:lnTo>
                    <a:lnTo>
                      <a:pt x="20" y="30"/>
                    </a:lnTo>
                    <a:lnTo>
                      <a:pt x="20" y="26"/>
                    </a:lnTo>
                    <a:lnTo>
                      <a:pt x="20" y="26"/>
                    </a:lnTo>
                    <a:lnTo>
                      <a:pt x="20" y="26"/>
                    </a:lnTo>
                    <a:lnTo>
                      <a:pt x="20" y="26"/>
                    </a:lnTo>
                    <a:lnTo>
                      <a:pt x="20" y="26"/>
                    </a:lnTo>
                    <a:lnTo>
                      <a:pt x="24" y="26"/>
                    </a:lnTo>
                    <a:lnTo>
                      <a:pt x="24" y="26"/>
                    </a:lnTo>
                    <a:lnTo>
                      <a:pt x="24" y="24"/>
                    </a:lnTo>
                    <a:lnTo>
                      <a:pt x="24" y="24"/>
                    </a:lnTo>
                    <a:lnTo>
                      <a:pt x="24" y="24"/>
                    </a:lnTo>
                    <a:lnTo>
                      <a:pt x="24" y="20"/>
                    </a:lnTo>
                    <a:lnTo>
                      <a:pt x="24" y="20"/>
                    </a:lnTo>
                    <a:lnTo>
                      <a:pt x="24" y="20"/>
                    </a:lnTo>
                    <a:lnTo>
                      <a:pt x="26" y="20"/>
                    </a:lnTo>
                    <a:lnTo>
                      <a:pt x="26" y="20"/>
                    </a:lnTo>
                    <a:lnTo>
                      <a:pt x="26" y="20"/>
                    </a:lnTo>
                    <a:lnTo>
                      <a:pt x="26" y="20"/>
                    </a:lnTo>
                    <a:lnTo>
                      <a:pt x="26" y="16"/>
                    </a:lnTo>
                    <a:lnTo>
                      <a:pt x="26" y="16"/>
                    </a:lnTo>
                    <a:lnTo>
                      <a:pt x="26" y="16"/>
                    </a:lnTo>
                    <a:lnTo>
                      <a:pt x="26" y="16"/>
                    </a:lnTo>
                    <a:lnTo>
                      <a:pt x="26" y="16"/>
                    </a:lnTo>
                    <a:lnTo>
                      <a:pt x="26" y="16"/>
                    </a:lnTo>
                    <a:lnTo>
                      <a:pt x="26" y="16"/>
                    </a:lnTo>
                    <a:lnTo>
                      <a:pt x="26" y="16"/>
                    </a:lnTo>
                    <a:lnTo>
                      <a:pt x="30" y="12"/>
                    </a:lnTo>
                    <a:lnTo>
                      <a:pt x="30" y="12"/>
                    </a:lnTo>
                    <a:lnTo>
                      <a:pt x="30" y="12"/>
                    </a:lnTo>
                    <a:lnTo>
                      <a:pt x="30" y="12"/>
                    </a:lnTo>
                    <a:lnTo>
                      <a:pt x="30" y="12"/>
                    </a:lnTo>
                    <a:lnTo>
                      <a:pt x="34" y="12"/>
                    </a:lnTo>
                    <a:lnTo>
                      <a:pt x="34" y="12"/>
                    </a:lnTo>
                    <a:lnTo>
                      <a:pt x="34" y="12"/>
                    </a:lnTo>
                    <a:lnTo>
                      <a:pt x="34" y="12"/>
                    </a:lnTo>
                    <a:lnTo>
                      <a:pt x="34" y="12"/>
                    </a:lnTo>
                    <a:lnTo>
                      <a:pt x="38" y="8"/>
                    </a:lnTo>
                    <a:lnTo>
                      <a:pt x="38" y="8"/>
                    </a:lnTo>
                    <a:lnTo>
                      <a:pt x="38" y="8"/>
                    </a:lnTo>
                    <a:lnTo>
                      <a:pt x="38" y="8"/>
                    </a:lnTo>
                    <a:lnTo>
                      <a:pt x="42" y="8"/>
                    </a:lnTo>
                    <a:lnTo>
                      <a:pt x="42" y="8"/>
                    </a:lnTo>
                    <a:lnTo>
                      <a:pt x="42" y="4"/>
                    </a:lnTo>
                    <a:lnTo>
                      <a:pt x="42" y="4"/>
                    </a:lnTo>
                    <a:lnTo>
                      <a:pt x="42" y="4"/>
                    </a:lnTo>
                    <a:lnTo>
                      <a:pt x="42" y="4"/>
                    </a:lnTo>
                    <a:lnTo>
                      <a:pt x="42" y="4"/>
                    </a:lnTo>
                    <a:lnTo>
                      <a:pt x="42" y="4"/>
                    </a:lnTo>
                    <a:lnTo>
                      <a:pt x="42" y="8"/>
                    </a:lnTo>
                    <a:lnTo>
                      <a:pt x="46" y="8"/>
                    </a:lnTo>
                    <a:lnTo>
                      <a:pt x="46" y="8"/>
                    </a:lnTo>
                    <a:lnTo>
                      <a:pt x="46" y="8"/>
                    </a:lnTo>
                    <a:lnTo>
                      <a:pt x="46" y="8"/>
                    </a:lnTo>
                    <a:lnTo>
                      <a:pt x="46" y="8"/>
                    </a:lnTo>
                    <a:lnTo>
                      <a:pt x="50" y="8"/>
                    </a:lnTo>
                    <a:lnTo>
                      <a:pt x="52" y="8"/>
                    </a:lnTo>
                    <a:lnTo>
                      <a:pt x="52" y="8"/>
                    </a:lnTo>
                    <a:lnTo>
                      <a:pt x="52" y="8"/>
                    </a:lnTo>
                    <a:lnTo>
                      <a:pt x="56" y="8"/>
                    </a:lnTo>
                    <a:lnTo>
                      <a:pt x="56" y="8"/>
                    </a:lnTo>
                    <a:lnTo>
                      <a:pt x="56" y="8"/>
                    </a:lnTo>
                    <a:lnTo>
                      <a:pt x="60" y="8"/>
                    </a:lnTo>
                    <a:lnTo>
                      <a:pt x="60" y="8"/>
                    </a:lnTo>
                    <a:lnTo>
                      <a:pt x="60" y="8"/>
                    </a:lnTo>
                    <a:lnTo>
                      <a:pt x="60" y="8"/>
                    </a:lnTo>
                    <a:lnTo>
                      <a:pt x="60" y="8"/>
                    </a:lnTo>
                    <a:lnTo>
                      <a:pt x="60" y="8"/>
                    </a:lnTo>
                    <a:lnTo>
                      <a:pt x="64" y="8"/>
                    </a:lnTo>
                    <a:lnTo>
                      <a:pt x="64" y="12"/>
                    </a:lnTo>
                    <a:lnTo>
                      <a:pt x="64" y="12"/>
                    </a:lnTo>
                    <a:lnTo>
                      <a:pt x="64" y="12"/>
                    </a:lnTo>
                    <a:lnTo>
                      <a:pt x="64" y="12"/>
                    </a:lnTo>
                    <a:lnTo>
                      <a:pt x="64" y="12"/>
                    </a:lnTo>
                    <a:lnTo>
                      <a:pt x="64" y="12"/>
                    </a:lnTo>
                    <a:lnTo>
                      <a:pt x="64" y="12"/>
                    </a:lnTo>
                    <a:lnTo>
                      <a:pt x="64" y="12"/>
                    </a:lnTo>
                    <a:lnTo>
                      <a:pt x="68" y="12"/>
                    </a:lnTo>
                    <a:lnTo>
                      <a:pt x="68" y="12"/>
                    </a:lnTo>
                    <a:lnTo>
                      <a:pt x="68" y="12"/>
                    </a:lnTo>
                    <a:lnTo>
                      <a:pt x="68" y="12"/>
                    </a:lnTo>
                    <a:lnTo>
                      <a:pt x="68" y="12"/>
                    </a:lnTo>
                    <a:lnTo>
                      <a:pt x="68" y="12"/>
                    </a:lnTo>
                    <a:lnTo>
                      <a:pt x="68" y="12"/>
                    </a:lnTo>
                    <a:lnTo>
                      <a:pt x="68" y="12"/>
                    </a:lnTo>
                    <a:lnTo>
                      <a:pt x="68" y="12"/>
                    </a:lnTo>
                    <a:lnTo>
                      <a:pt x="72" y="12"/>
                    </a:lnTo>
                    <a:lnTo>
                      <a:pt x="72" y="8"/>
                    </a:lnTo>
                    <a:lnTo>
                      <a:pt x="72" y="8"/>
                    </a:lnTo>
                    <a:lnTo>
                      <a:pt x="72" y="8"/>
                    </a:lnTo>
                    <a:lnTo>
                      <a:pt x="76" y="8"/>
                    </a:lnTo>
                    <a:lnTo>
                      <a:pt x="76" y="8"/>
                    </a:lnTo>
                    <a:lnTo>
                      <a:pt x="76" y="8"/>
                    </a:lnTo>
                    <a:lnTo>
                      <a:pt x="76" y="8"/>
                    </a:lnTo>
                    <a:lnTo>
                      <a:pt x="76" y="8"/>
                    </a:lnTo>
                    <a:lnTo>
                      <a:pt x="80" y="8"/>
                    </a:lnTo>
                    <a:lnTo>
                      <a:pt x="80" y="8"/>
                    </a:lnTo>
                    <a:lnTo>
                      <a:pt x="80" y="8"/>
                    </a:lnTo>
                    <a:lnTo>
                      <a:pt x="80" y="8"/>
                    </a:lnTo>
                    <a:lnTo>
                      <a:pt x="82" y="8"/>
                    </a:lnTo>
                    <a:lnTo>
                      <a:pt x="82" y="8"/>
                    </a:lnTo>
                    <a:lnTo>
                      <a:pt x="82" y="8"/>
                    </a:lnTo>
                    <a:lnTo>
                      <a:pt x="82" y="8"/>
                    </a:lnTo>
                    <a:lnTo>
                      <a:pt x="82" y="8"/>
                    </a:lnTo>
                    <a:lnTo>
                      <a:pt x="86" y="4"/>
                    </a:lnTo>
                    <a:lnTo>
                      <a:pt x="86" y="4"/>
                    </a:lnTo>
                    <a:lnTo>
                      <a:pt x="86" y="4"/>
                    </a:lnTo>
                    <a:lnTo>
                      <a:pt x="90" y="4"/>
                    </a:lnTo>
                    <a:lnTo>
                      <a:pt x="90" y="4"/>
                    </a:lnTo>
                    <a:lnTo>
                      <a:pt x="90" y="4"/>
                    </a:lnTo>
                    <a:lnTo>
                      <a:pt x="90" y="0"/>
                    </a:lnTo>
                    <a:lnTo>
                      <a:pt x="90" y="0"/>
                    </a:lnTo>
                    <a:lnTo>
                      <a:pt x="94" y="0"/>
                    </a:lnTo>
                    <a:lnTo>
                      <a:pt x="94" y="4"/>
                    </a:lnTo>
                    <a:lnTo>
                      <a:pt x="94" y="4"/>
                    </a:lnTo>
                    <a:lnTo>
                      <a:pt x="98" y="8"/>
                    </a:lnTo>
                    <a:lnTo>
                      <a:pt x="98" y="8"/>
                    </a:lnTo>
                    <a:lnTo>
                      <a:pt x="98" y="12"/>
                    </a:lnTo>
                    <a:lnTo>
                      <a:pt x="98" y="12"/>
                    </a:lnTo>
                    <a:lnTo>
                      <a:pt x="102" y="12"/>
                    </a:lnTo>
                    <a:lnTo>
                      <a:pt x="102" y="16"/>
                    </a:lnTo>
                    <a:lnTo>
                      <a:pt x="102" y="16"/>
                    </a:lnTo>
                    <a:lnTo>
                      <a:pt x="102" y="16"/>
                    </a:lnTo>
                    <a:lnTo>
                      <a:pt x="102" y="16"/>
                    </a:lnTo>
                    <a:lnTo>
                      <a:pt x="102" y="20"/>
                    </a:lnTo>
                    <a:lnTo>
                      <a:pt x="106" y="20"/>
                    </a:lnTo>
                    <a:lnTo>
                      <a:pt x="106" y="24"/>
                    </a:lnTo>
                    <a:lnTo>
                      <a:pt x="106" y="24"/>
                    </a:lnTo>
                    <a:lnTo>
                      <a:pt x="106" y="24"/>
                    </a:lnTo>
                    <a:lnTo>
                      <a:pt x="106" y="24"/>
                    </a:lnTo>
                    <a:lnTo>
                      <a:pt x="106" y="24"/>
                    </a:lnTo>
                    <a:lnTo>
                      <a:pt x="106" y="24"/>
                    </a:lnTo>
                    <a:lnTo>
                      <a:pt x="108" y="26"/>
                    </a:lnTo>
                    <a:lnTo>
                      <a:pt x="108" y="26"/>
                    </a:lnTo>
                    <a:lnTo>
                      <a:pt x="108" y="26"/>
                    </a:lnTo>
                    <a:lnTo>
                      <a:pt x="108" y="26"/>
                    </a:lnTo>
                    <a:lnTo>
                      <a:pt x="112" y="26"/>
                    </a:lnTo>
                    <a:lnTo>
                      <a:pt x="112" y="30"/>
                    </a:lnTo>
                    <a:lnTo>
                      <a:pt x="112" y="30"/>
                    </a:lnTo>
                    <a:lnTo>
                      <a:pt x="112" y="30"/>
                    </a:lnTo>
                    <a:lnTo>
                      <a:pt x="112" y="30"/>
                    </a:lnTo>
                    <a:lnTo>
                      <a:pt x="112" y="34"/>
                    </a:lnTo>
                    <a:lnTo>
                      <a:pt x="112" y="34"/>
                    </a:lnTo>
                    <a:lnTo>
                      <a:pt x="112" y="34"/>
                    </a:lnTo>
                    <a:lnTo>
                      <a:pt x="112" y="34"/>
                    </a:lnTo>
                    <a:lnTo>
                      <a:pt x="112" y="38"/>
                    </a:lnTo>
                    <a:lnTo>
                      <a:pt x="112" y="42"/>
                    </a:lnTo>
                    <a:lnTo>
                      <a:pt x="112" y="46"/>
                    </a:lnTo>
                    <a:lnTo>
                      <a:pt x="112" y="46"/>
                    </a:lnTo>
                    <a:lnTo>
                      <a:pt x="112" y="46"/>
                    </a:lnTo>
                    <a:lnTo>
                      <a:pt x="112" y="50"/>
                    </a:lnTo>
                    <a:lnTo>
                      <a:pt x="112" y="50"/>
                    </a:lnTo>
                    <a:lnTo>
                      <a:pt x="112" y="50"/>
                    </a:lnTo>
                    <a:lnTo>
                      <a:pt x="112" y="52"/>
                    </a:lnTo>
                    <a:lnTo>
                      <a:pt x="112" y="52"/>
                    </a:lnTo>
                    <a:lnTo>
                      <a:pt x="112" y="56"/>
                    </a:lnTo>
                    <a:lnTo>
                      <a:pt x="112" y="56"/>
                    </a:lnTo>
                    <a:lnTo>
                      <a:pt x="112" y="56"/>
                    </a:lnTo>
                    <a:lnTo>
                      <a:pt x="112" y="60"/>
                    </a:lnTo>
                    <a:lnTo>
                      <a:pt x="112" y="60"/>
                    </a:lnTo>
                    <a:lnTo>
                      <a:pt x="112" y="60"/>
                    </a:lnTo>
                    <a:lnTo>
                      <a:pt x="112" y="60"/>
                    </a:lnTo>
                    <a:lnTo>
                      <a:pt x="112" y="60"/>
                    </a:lnTo>
                    <a:lnTo>
                      <a:pt x="112" y="60"/>
                    </a:lnTo>
                    <a:lnTo>
                      <a:pt x="112" y="60"/>
                    </a:lnTo>
                    <a:lnTo>
                      <a:pt x="112" y="60"/>
                    </a:lnTo>
                    <a:lnTo>
                      <a:pt x="116" y="60"/>
                    </a:lnTo>
                    <a:lnTo>
                      <a:pt x="116" y="60"/>
                    </a:lnTo>
                    <a:lnTo>
                      <a:pt x="116" y="64"/>
                    </a:lnTo>
                    <a:lnTo>
                      <a:pt x="120" y="64"/>
                    </a:lnTo>
                    <a:lnTo>
                      <a:pt x="120" y="64"/>
                    </a:lnTo>
                    <a:lnTo>
                      <a:pt x="120" y="60"/>
                    </a:lnTo>
                    <a:lnTo>
                      <a:pt x="122" y="60"/>
                    </a:lnTo>
                    <a:lnTo>
                      <a:pt x="126" y="60"/>
                    </a:lnTo>
                    <a:lnTo>
                      <a:pt x="126" y="60"/>
                    </a:lnTo>
                    <a:lnTo>
                      <a:pt x="130" y="60"/>
                    </a:lnTo>
                    <a:lnTo>
                      <a:pt x="130" y="60"/>
                    </a:lnTo>
                    <a:lnTo>
                      <a:pt x="130" y="60"/>
                    </a:lnTo>
                    <a:lnTo>
                      <a:pt x="130" y="60"/>
                    </a:lnTo>
                    <a:lnTo>
                      <a:pt x="130" y="60"/>
                    </a:lnTo>
                    <a:lnTo>
                      <a:pt x="134" y="60"/>
                    </a:lnTo>
                    <a:lnTo>
                      <a:pt x="134" y="60"/>
                    </a:lnTo>
                    <a:lnTo>
                      <a:pt x="134" y="64"/>
                    </a:lnTo>
                    <a:lnTo>
                      <a:pt x="134" y="64"/>
                    </a:lnTo>
                    <a:lnTo>
                      <a:pt x="130" y="64"/>
                    </a:lnTo>
                    <a:lnTo>
                      <a:pt x="130" y="64"/>
                    </a:lnTo>
                    <a:lnTo>
                      <a:pt x="134" y="64"/>
                    </a:lnTo>
                    <a:lnTo>
                      <a:pt x="130" y="68"/>
                    </a:lnTo>
                    <a:lnTo>
                      <a:pt x="130" y="72"/>
                    </a:lnTo>
                    <a:lnTo>
                      <a:pt x="130" y="72"/>
                    </a:lnTo>
                    <a:lnTo>
                      <a:pt x="130" y="72"/>
                    </a:lnTo>
                    <a:lnTo>
                      <a:pt x="130" y="72"/>
                    </a:lnTo>
                    <a:lnTo>
                      <a:pt x="126" y="72"/>
                    </a:lnTo>
                    <a:lnTo>
                      <a:pt x="126" y="72"/>
                    </a:lnTo>
                    <a:lnTo>
                      <a:pt x="126" y="72"/>
                    </a:lnTo>
                    <a:lnTo>
                      <a:pt x="122" y="72"/>
                    </a:lnTo>
                    <a:lnTo>
                      <a:pt x="122" y="72"/>
                    </a:lnTo>
                    <a:lnTo>
                      <a:pt x="122" y="68"/>
                    </a:lnTo>
                    <a:lnTo>
                      <a:pt x="122" y="68"/>
                    </a:lnTo>
                    <a:lnTo>
                      <a:pt x="122" y="68"/>
                    </a:lnTo>
                    <a:lnTo>
                      <a:pt x="122" y="68"/>
                    </a:lnTo>
                    <a:lnTo>
                      <a:pt x="122" y="68"/>
                    </a:lnTo>
                    <a:lnTo>
                      <a:pt x="122" y="68"/>
                    </a:lnTo>
                    <a:lnTo>
                      <a:pt x="122" y="68"/>
                    </a:lnTo>
                    <a:lnTo>
                      <a:pt x="122" y="72"/>
                    </a:lnTo>
                    <a:lnTo>
                      <a:pt x="122" y="72"/>
                    </a:lnTo>
                    <a:lnTo>
                      <a:pt x="122" y="72"/>
                    </a:lnTo>
                    <a:lnTo>
                      <a:pt x="122" y="72"/>
                    </a:lnTo>
                    <a:lnTo>
                      <a:pt x="122" y="72"/>
                    </a:lnTo>
                    <a:lnTo>
                      <a:pt x="122" y="72"/>
                    </a:lnTo>
                    <a:lnTo>
                      <a:pt x="120" y="76"/>
                    </a:lnTo>
                    <a:lnTo>
                      <a:pt x="120" y="76"/>
                    </a:lnTo>
                    <a:lnTo>
                      <a:pt x="120" y="76"/>
                    </a:lnTo>
                    <a:lnTo>
                      <a:pt x="120" y="76"/>
                    </a:lnTo>
                    <a:lnTo>
                      <a:pt x="120" y="76"/>
                    </a:lnTo>
                    <a:lnTo>
                      <a:pt x="120" y="76"/>
                    </a:lnTo>
                    <a:lnTo>
                      <a:pt x="122" y="76"/>
                    </a:lnTo>
                    <a:lnTo>
                      <a:pt x="122" y="76"/>
                    </a:lnTo>
                    <a:lnTo>
                      <a:pt x="122" y="76"/>
                    </a:lnTo>
                    <a:lnTo>
                      <a:pt x="122" y="76"/>
                    </a:lnTo>
                    <a:lnTo>
                      <a:pt x="122" y="76"/>
                    </a:lnTo>
                    <a:lnTo>
                      <a:pt x="122" y="76"/>
                    </a:lnTo>
                    <a:lnTo>
                      <a:pt x="122" y="76"/>
                    </a:lnTo>
                    <a:lnTo>
                      <a:pt x="122" y="76"/>
                    </a:lnTo>
                    <a:lnTo>
                      <a:pt x="122" y="76"/>
                    </a:lnTo>
                    <a:lnTo>
                      <a:pt x="122" y="76"/>
                    </a:lnTo>
                    <a:lnTo>
                      <a:pt x="120" y="76"/>
                    </a:lnTo>
                    <a:lnTo>
                      <a:pt x="120" y="76"/>
                    </a:lnTo>
                    <a:lnTo>
                      <a:pt x="120" y="76"/>
                    </a:lnTo>
                    <a:lnTo>
                      <a:pt x="120" y="78"/>
                    </a:lnTo>
                    <a:lnTo>
                      <a:pt x="120" y="78"/>
                    </a:lnTo>
                    <a:lnTo>
                      <a:pt x="122" y="76"/>
                    </a:lnTo>
                    <a:lnTo>
                      <a:pt x="122" y="76"/>
                    </a:lnTo>
                    <a:lnTo>
                      <a:pt x="122" y="78"/>
                    </a:lnTo>
                    <a:lnTo>
                      <a:pt x="120" y="78"/>
                    </a:lnTo>
                    <a:lnTo>
                      <a:pt x="120" y="78"/>
                    </a:lnTo>
                    <a:lnTo>
                      <a:pt x="120" y="78"/>
                    </a:lnTo>
                    <a:lnTo>
                      <a:pt x="120" y="78"/>
                    </a:lnTo>
                    <a:lnTo>
                      <a:pt x="120" y="82"/>
                    </a:lnTo>
                    <a:lnTo>
                      <a:pt x="120" y="82"/>
                    </a:lnTo>
                    <a:lnTo>
                      <a:pt x="120" y="82"/>
                    </a:lnTo>
                    <a:lnTo>
                      <a:pt x="120" y="86"/>
                    </a:lnTo>
                    <a:lnTo>
                      <a:pt x="120" y="90"/>
                    </a:lnTo>
                    <a:lnTo>
                      <a:pt x="120" y="90"/>
                    </a:lnTo>
                    <a:lnTo>
                      <a:pt x="120" y="90"/>
                    </a:lnTo>
                    <a:lnTo>
                      <a:pt x="120" y="90"/>
                    </a:lnTo>
                    <a:lnTo>
                      <a:pt x="116" y="90"/>
                    </a:lnTo>
                    <a:lnTo>
                      <a:pt x="116" y="94"/>
                    </a:lnTo>
                    <a:lnTo>
                      <a:pt x="116" y="94"/>
                    </a:lnTo>
                    <a:lnTo>
                      <a:pt x="116" y="94"/>
                    </a:lnTo>
                    <a:lnTo>
                      <a:pt x="116" y="94"/>
                    </a:lnTo>
                    <a:lnTo>
                      <a:pt x="112" y="94"/>
                    </a:lnTo>
                    <a:lnTo>
                      <a:pt x="112" y="94"/>
                    </a:lnTo>
                    <a:lnTo>
                      <a:pt x="112" y="94"/>
                    </a:lnTo>
                    <a:lnTo>
                      <a:pt x="112" y="90"/>
                    </a:lnTo>
                    <a:lnTo>
                      <a:pt x="108" y="90"/>
                    </a:lnTo>
                    <a:lnTo>
                      <a:pt x="108" y="90"/>
                    </a:lnTo>
                    <a:lnTo>
                      <a:pt x="108" y="90"/>
                    </a:lnTo>
                    <a:lnTo>
                      <a:pt x="108" y="90"/>
                    </a:lnTo>
                    <a:lnTo>
                      <a:pt x="108" y="86"/>
                    </a:lnTo>
                    <a:lnTo>
                      <a:pt x="108" y="90"/>
                    </a:lnTo>
                    <a:lnTo>
                      <a:pt x="108" y="90"/>
                    </a:lnTo>
                    <a:lnTo>
                      <a:pt x="108" y="90"/>
                    </a:lnTo>
                    <a:lnTo>
                      <a:pt x="106" y="90"/>
                    </a:lnTo>
                    <a:lnTo>
                      <a:pt x="106" y="90"/>
                    </a:lnTo>
                    <a:lnTo>
                      <a:pt x="106" y="86"/>
                    </a:lnTo>
                    <a:lnTo>
                      <a:pt x="106" y="86"/>
                    </a:lnTo>
                    <a:lnTo>
                      <a:pt x="106" y="86"/>
                    </a:lnTo>
                    <a:lnTo>
                      <a:pt x="106" y="86"/>
                    </a:lnTo>
                    <a:lnTo>
                      <a:pt x="102" y="86"/>
                    </a:lnTo>
                    <a:lnTo>
                      <a:pt x="102" y="86"/>
                    </a:lnTo>
                    <a:lnTo>
                      <a:pt x="102" y="86"/>
                    </a:lnTo>
                    <a:lnTo>
                      <a:pt x="102" y="86"/>
                    </a:lnTo>
                    <a:lnTo>
                      <a:pt x="98" y="86"/>
                    </a:lnTo>
                    <a:lnTo>
                      <a:pt x="98" y="86"/>
                    </a:lnTo>
                    <a:lnTo>
                      <a:pt x="98" y="86"/>
                    </a:lnTo>
                    <a:lnTo>
                      <a:pt x="98" y="86"/>
                    </a:lnTo>
                    <a:lnTo>
                      <a:pt x="98" y="86"/>
                    </a:lnTo>
                    <a:lnTo>
                      <a:pt x="98" y="86"/>
                    </a:lnTo>
                    <a:lnTo>
                      <a:pt x="98" y="86"/>
                    </a:lnTo>
                    <a:lnTo>
                      <a:pt x="94" y="86"/>
                    </a:lnTo>
                    <a:lnTo>
                      <a:pt x="94" y="86"/>
                    </a:lnTo>
                    <a:lnTo>
                      <a:pt x="94" y="86"/>
                    </a:lnTo>
                    <a:lnTo>
                      <a:pt x="94" y="86"/>
                    </a:lnTo>
                    <a:lnTo>
                      <a:pt x="90" y="86"/>
                    </a:lnTo>
                    <a:lnTo>
                      <a:pt x="86" y="86"/>
                    </a:lnTo>
                    <a:lnTo>
                      <a:pt x="86" y="86"/>
                    </a:lnTo>
                    <a:lnTo>
                      <a:pt x="86" y="86"/>
                    </a:lnTo>
                    <a:lnTo>
                      <a:pt x="86" y="86"/>
                    </a:lnTo>
                    <a:lnTo>
                      <a:pt x="86" y="86"/>
                    </a:lnTo>
                    <a:lnTo>
                      <a:pt x="82" y="90"/>
                    </a:lnTo>
                    <a:lnTo>
                      <a:pt x="82" y="90"/>
                    </a:lnTo>
                    <a:lnTo>
                      <a:pt x="82" y="90"/>
                    </a:lnTo>
                    <a:lnTo>
                      <a:pt x="80" y="90"/>
                    </a:lnTo>
                    <a:lnTo>
                      <a:pt x="80" y="94"/>
                    </a:lnTo>
                    <a:lnTo>
                      <a:pt x="80" y="94"/>
                    </a:lnTo>
                    <a:lnTo>
                      <a:pt x="80" y="94"/>
                    </a:lnTo>
                    <a:lnTo>
                      <a:pt x="80" y="94"/>
                    </a:lnTo>
                    <a:lnTo>
                      <a:pt x="76" y="94"/>
                    </a:lnTo>
                    <a:lnTo>
                      <a:pt x="76" y="94"/>
                    </a:lnTo>
                    <a:lnTo>
                      <a:pt x="76" y="94"/>
                    </a:lnTo>
                    <a:lnTo>
                      <a:pt x="76" y="94"/>
                    </a:lnTo>
                    <a:lnTo>
                      <a:pt x="76" y="94"/>
                    </a:lnTo>
                    <a:lnTo>
                      <a:pt x="72" y="94"/>
                    </a:lnTo>
                    <a:lnTo>
                      <a:pt x="72" y="94"/>
                    </a:lnTo>
                    <a:lnTo>
                      <a:pt x="72" y="94"/>
                    </a:lnTo>
                    <a:lnTo>
                      <a:pt x="72" y="94"/>
                    </a:lnTo>
                    <a:lnTo>
                      <a:pt x="72" y="94"/>
                    </a:lnTo>
                    <a:lnTo>
                      <a:pt x="68" y="94"/>
                    </a:lnTo>
                    <a:lnTo>
                      <a:pt x="64" y="94"/>
                    </a:lnTo>
                    <a:lnTo>
                      <a:pt x="64" y="94"/>
                    </a:lnTo>
                    <a:lnTo>
                      <a:pt x="64" y="94"/>
                    </a:lnTo>
                    <a:lnTo>
                      <a:pt x="64" y="94"/>
                    </a:lnTo>
                    <a:lnTo>
                      <a:pt x="60" y="94"/>
                    </a:lnTo>
                    <a:lnTo>
                      <a:pt x="60" y="94"/>
                    </a:lnTo>
                    <a:lnTo>
                      <a:pt x="60" y="94"/>
                    </a:lnTo>
                    <a:lnTo>
                      <a:pt x="60" y="94"/>
                    </a:lnTo>
                    <a:lnTo>
                      <a:pt x="60" y="94"/>
                    </a:lnTo>
                    <a:lnTo>
                      <a:pt x="60" y="94"/>
                    </a:lnTo>
                    <a:lnTo>
                      <a:pt x="60" y="94"/>
                    </a:lnTo>
                    <a:lnTo>
                      <a:pt x="56" y="94"/>
                    </a:lnTo>
                    <a:lnTo>
                      <a:pt x="56" y="94"/>
                    </a:lnTo>
                    <a:lnTo>
                      <a:pt x="56" y="94"/>
                    </a:lnTo>
                    <a:lnTo>
                      <a:pt x="56"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5" name="Freeform 119"/>
              <p:cNvSpPr>
                <a:spLocks/>
              </p:cNvSpPr>
              <p:nvPr/>
            </p:nvSpPr>
            <p:spPr bwMode="gray">
              <a:xfrm>
                <a:off x="5252166" y="3069149"/>
                <a:ext cx="111313" cy="149576"/>
              </a:xfrm>
              <a:custGeom>
                <a:avLst/>
                <a:gdLst>
                  <a:gd name="T0" fmla="*/ 0 w 64"/>
                  <a:gd name="T1" fmla="*/ 68 h 86"/>
                  <a:gd name="T2" fmla="*/ 0 w 64"/>
                  <a:gd name="T3" fmla="*/ 64 h 86"/>
                  <a:gd name="T4" fmla="*/ 4 w 64"/>
                  <a:gd name="T5" fmla="*/ 60 h 86"/>
                  <a:gd name="T6" fmla="*/ 8 w 64"/>
                  <a:gd name="T7" fmla="*/ 58 h 86"/>
                  <a:gd name="T8" fmla="*/ 8 w 64"/>
                  <a:gd name="T9" fmla="*/ 54 h 86"/>
                  <a:gd name="T10" fmla="*/ 12 w 64"/>
                  <a:gd name="T11" fmla="*/ 54 h 86"/>
                  <a:gd name="T12" fmla="*/ 16 w 64"/>
                  <a:gd name="T13" fmla="*/ 50 h 86"/>
                  <a:gd name="T14" fmla="*/ 12 w 64"/>
                  <a:gd name="T15" fmla="*/ 46 h 86"/>
                  <a:gd name="T16" fmla="*/ 16 w 64"/>
                  <a:gd name="T17" fmla="*/ 46 h 86"/>
                  <a:gd name="T18" fmla="*/ 12 w 64"/>
                  <a:gd name="T19" fmla="*/ 38 h 86"/>
                  <a:gd name="T20" fmla="*/ 12 w 64"/>
                  <a:gd name="T21" fmla="*/ 30 h 86"/>
                  <a:gd name="T22" fmla="*/ 12 w 64"/>
                  <a:gd name="T23" fmla="*/ 28 h 86"/>
                  <a:gd name="T24" fmla="*/ 8 w 64"/>
                  <a:gd name="T25" fmla="*/ 24 h 86"/>
                  <a:gd name="T26" fmla="*/ 12 w 64"/>
                  <a:gd name="T27" fmla="*/ 20 h 86"/>
                  <a:gd name="T28" fmla="*/ 12 w 64"/>
                  <a:gd name="T29" fmla="*/ 20 h 86"/>
                  <a:gd name="T30" fmla="*/ 12 w 64"/>
                  <a:gd name="T31" fmla="*/ 16 h 86"/>
                  <a:gd name="T32" fmla="*/ 8 w 64"/>
                  <a:gd name="T33" fmla="*/ 12 h 86"/>
                  <a:gd name="T34" fmla="*/ 8 w 64"/>
                  <a:gd name="T35" fmla="*/ 12 h 86"/>
                  <a:gd name="T36" fmla="*/ 4 w 64"/>
                  <a:gd name="T37" fmla="*/ 4 h 86"/>
                  <a:gd name="T38" fmla="*/ 12 w 64"/>
                  <a:gd name="T39" fmla="*/ 4 h 86"/>
                  <a:gd name="T40" fmla="*/ 16 w 64"/>
                  <a:gd name="T41" fmla="*/ 0 h 86"/>
                  <a:gd name="T42" fmla="*/ 24 w 64"/>
                  <a:gd name="T43" fmla="*/ 0 h 86"/>
                  <a:gd name="T44" fmla="*/ 26 w 64"/>
                  <a:gd name="T45" fmla="*/ 4 h 86"/>
                  <a:gd name="T46" fmla="*/ 34 w 64"/>
                  <a:gd name="T47" fmla="*/ 8 h 86"/>
                  <a:gd name="T48" fmla="*/ 34 w 64"/>
                  <a:gd name="T49" fmla="*/ 12 h 86"/>
                  <a:gd name="T50" fmla="*/ 42 w 64"/>
                  <a:gd name="T51" fmla="*/ 20 h 86"/>
                  <a:gd name="T52" fmla="*/ 42 w 64"/>
                  <a:gd name="T53" fmla="*/ 24 h 86"/>
                  <a:gd name="T54" fmla="*/ 46 w 64"/>
                  <a:gd name="T55" fmla="*/ 28 h 86"/>
                  <a:gd name="T56" fmla="*/ 42 w 64"/>
                  <a:gd name="T57" fmla="*/ 28 h 86"/>
                  <a:gd name="T58" fmla="*/ 46 w 64"/>
                  <a:gd name="T59" fmla="*/ 28 h 86"/>
                  <a:gd name="T60" fmla="*/ 50 w 64"/>
                  <a:gd name="T61" fmla="*/ 30 h 86"/>
                  <a:gd name="T62" fmla="*/ 52 w 64"/>
                  <a:gd name="T63" fmla="*/ 34 h 86"/>
                  <a:gd name="T64" fmla="*/ 56 w 64"/>
                  <a:gd name="T65" fmla="*/ 30 h 86"/>
                  <a:gd name="T66" fmla="*/ 60 w 64"/>
                  <a:gd name="T67" fmla="*/ 30 h 86"/>
                  <a:gd name="T68" fmla="*/ 60 w 64"/>
                  <a:gd name="T69" fmla="*/ 34 h 86"/>
                  <a:gd name="T70" fmla="*/ 56 w 64"/>
                  <a:gd name="T71" fmla="*/ 34 h 86"/>
                  <a:gd name="T72" fmla="*/ 60 w 64"/>
                  <a:gd name="T73" fmla="*/ 38 h 86"/>
                  <a:gd name="T74" fmla="*/ 60 w 64"/>
                  <a:gd name="T75" fmla="*/ 42 h 86"/>
                  <a:gd name="T76" fmla="*/ 60 w 64"/>
                  <a:gd name="T77" fmla="*/ 54 h 86"/>
                  <a:gd name="T78" fmla="*/ 64 w 64"/>
                  <a:gd name="T79" fmla="*/ 58 h 86"/>
                  <a:gd name="T80" fmla="*/ 60 w 64"/>
                  <a:gd name="T81" fmla="*/ 64 h 86"/>
                  <a:gd name="T82" fmla="*/ 56 w 64"/>
                  <a:gd name="T83" fmla="*/ 72 h 86"/>
                  <a:gd name="T84" fmla="*/ 56 w 64"/>
                  <a:gd name="T85" fmla="*/ 76 h 86"/>
                  <a:gd name="T86" fmla="*/ 52 w 64"/>
                  <a:gd name="T87" fmla="*/ 76 h 86"/>
                  <a:gd name="T88" fmla="*/ 46 w 64"/>
                  <a:gd name="T89" fmla="*/ 78 h 86"/>
                  <a:gd name="T90" fmla="*/ 42 w 64"/>
                  <a:gd name="T91" fmla="*/ 78 h 86"/>
                  <a:gd name="T92" fmla="*/ 34 w 64"/>
                  <a:gd name="T93" fmla="*/ 82 h 86"/>
                  <a:gd name="T94" fmla="*/ 30 w 64"/>
                  <a:gd name="T95" fmla="*/ 86 h 86"/>
                  <a:gd name="T96" fmla="*/ 30 w 64"/>
                  <a:gd name="T97" fmla="*/ 78 h 86"/>
                  <a:gd name="T98" fmla="*/ 26 w 64"/>
                  <a:gd name="T99" fmla="*/ 76 h 86"/>
                  <a:gd name="T100" fmla="*/ 20 w 64"/>
                  <a:gd name="T101" fmla="*/ 76 h 86"/>
                  <a:gd name="T102" fmla="*/ 20 w 64"/>
                  <a:gd name="T103" fmla="*/ 72 h 86"/>
                  <a:gd name="T104" fmla="*/ 12 w 64"/>
                  <a:gd name="T105" fmla="*/ 78 h 86"/>
                  <a:gd name="T106" fmla="*/ 12 w 64"/>
                  <a:gd name="T107" fmla="*/ 82 h 86"/>
                  <a:gd name="T108" fmla="*/ 12 w 64"/>
                  <a:gd name="T109" fmla="*/ 82 h 86"/>
                  <a:gd name="T110" fmla="*/ 8 w 64"/>
                  <a:gd name="T111" fmla="*/ 78 h 86"/>
                  <a:gd name="T112" fmla="*/ 4 w 64"/>
                  <a:gd name="T113" fmla="*/ 76 h 86"/>
                  <a:gd name="T114" fmla="*/ 4 w 64"/>
                  <a:gd name="T115" fmla="*/ 76 h 86"/>
                  <a:gd name="T116" fmla="*/ 0 w 64"/>
                  <a:gd name="T117" fmla="*/ 72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 h="86">
                    <a:moveTo>
                      <a:pt x="0" y="72"/>
                    </a:moveTo>
                    <a:lnTo>
                      <a:pt x="0" y="72"/>
                    </a:lnTo>
                    <a:lnTo>
                      <a:pt x="0" y="72"/>
                    </a:lnTo>
                    <a:lnTo>
                      <a:pt x="0" y="72"/>
                    </a:lnTo>
                    <a:lnTo>
                      <a:pt x="0" y="72"/>
                    </a:lnTo>
                    <a:lnTo>
                      <a:pt x="0" y="68"/>
                    </a:lnTo>
                    <a:lnTo>
                      <a:pt x="0" y="68"/>
                    </a:lnTo>
                    <a:lnTo>
                      <a:pt x="0" y="68"/>
                    </a:lnTo>
                    <a:lnTo>
                      <a:pt x="0" y="68"/>
                    </a:lnTo>
                    <a:lnTo>
                      <a:pt x="0" y="64"/>
                    </a:lnTo>
                    <a:lnTo>
                      <a:pt x="0" y="64"/>
                    </a:lnTo>
                    <a:lnTo>
                      <a:pt x="0" y="64"/>
                    </a:lnTo>
                    <a:lnTo>
                      <a:pt x="0" y="64"/>
                    </a:lnTo>
                    <a:lnTo>
                      <a:pt x="4" y="64"/>
                    </a:lnTo>
                    <a:lnTo>
                      <a:pt x="4" y="60"/>
                    </a:lnTo>
                    <a:lnTo>
                      <a:pt x="4" y="60"/>
                    </a:lnTo>
                    <a:lnTo>
                      <a:pt x="4" y="60"/>
                    </a:lnTo>
                    <a:lnTo>
                      <a:pt x="4" y="60"/>
                    </a:lnTo>
                    <a:lnTo>
                      <a:pt x="4" y="58"/>
                    </a:lnTo>
                    <a:lnTo>
                      <a:pt x="4" y="58"/>
                    </a:lnTo>
                    <a:lnTo>
                      <a:pt x="8" y="58"/>
                    </a:lnTo>
                    <a:lnTo>
                      <a:pt x="8" y="58"/>
                    </a:lnTo>
                    <a:lnTo>
                      <a:pt x="8" y="58"/>
                    </a:lnTo>
                    <a:lnTo>
                      <a:pt x="8" y="58"/>
                    </a:lnTo>
                    <a:lnTo>
                      <a:pt x="8" y="58"/>
                    </a:lnTo>
                    <a:lnTo>
                      <a:pt x="8" y="58"/>
                    </a:lnTo>
                    <a:lnTo>
                      <a:pt x="8" y="58"/>
                    </a:lnTo>
                    <a:lnTo>
                      <a:pt x="8" y="58"/>
                    </a:lnTo>
                    <a:lnTo>
                      <a:pt x="8" y="54"/>
                    </a:lnTo>
                    <a:lnTo>
                      <a:pt x="8" y="54"/>
                    </a:lnTo>
                    <a:lnTo>
                      <a:pt x="8" y="54"/>
                    </a:lnTo>
                    <a:lnTo>
                      <a:pt x="8" y="54"/>
                    </a:lnTo>
                    <a:lnTo>
                      <a:pt x="8" y="54"/>
                    </a:lnTo>
                    <a:lnTo>
                      <a:pt x="8" y="54"/>
                    </a:lnTo>
                    <a:lnTo>
                      <a:pt x="12" y="54"/>
                    </a:lnTo>
                    <a:lnTo>
                      <a:pt x="12" y="54"/>
                    </a:lnTo>
                    <a:lnTo>
                      <a:pt x="12" y="54"/>
                    </a:lnTo>
                    <a:lnTo>
                      <a:pt x="16" y="54"/>
                    </a:lnTo>
                    <a:lnTo>
                      <a:pt x="16" y="54"/>
                    </a:lnTo>
                    <a:lnTo>
                      <a:pt x="16" y="54"/>
                    </a:lnTo>
                    <a:lnTo>
                      <a:pt x="16" y="50"/>
                    </a:lnTo>
                    <a:lnTo>
                      <a:pt x="16" y="50"/>
                    </a:lnTo>
                    <a:lnTo>
                      <a:pt x="16" y="50"/>
                    </a:lnTo>
                    <a:lnTo>
                      <a:pt x="16" y="50"/>
                    </a:lnTo>
                    <a:lnTo>
                      <a:pt x="16" y="50"/>
                    </a:lnTo>
                    <a:lnTo>
                      <a:pt x="16" y="46"/>
                    </a:lnTo>
                    <a:lnTo>
                      <a:pt x="12" y="46"/>
                    </a:lnTo>
                    <a:lnTo>
                      <a:pt x="12" y="46"/>
                    </a:lnTo>
                    <a:lnTo>
                      <a:pt x="12" y="42"/>
                    </a:lnTo>
                    <a:lnTo>
                      <a:pt x="12" y="42"/>
                    </a:lnTo>
                    <a:lnTo>
                      <a:pt x="12" y="46"/>
                    </a:lnTo>
                    <a:lnTo>
                      <a:pt x="16" y="46"/>
                    </a:lnTo>
                    <a:lnTo>
                      <a:pt x="16" y="46"/>
                    </a:lnTo>
                    <a:lnTo>
                      <a:pt x="16" y="46"/>
                    </a:lnTo>
                    <a:lnTo>
                      <a:pt x="16" y="42"/>
                    </a:lnTo>
                    <a:lnTo>
                      <a:pt x="16" y="42"/>
                    </a:lnTo>
                    <a:lnTo>
                      <a:pt x="16" y="42"/>
                    </a:lnTo>
                    <a:lnTo>
                      <a:pt x="16" y="42"/>
                    </a:lnTo>
                    <a:lnTo>
                      <a:pt x="12" y="38"/>
                    </a:lnTo>
                    <a:lnTo>
                      <a:pt x="12" y="38"/>
                    </a:lnTo>
                    <a:lnTo>
                      <a:pt x="12" y="38"/>
                    </a:lnTo>
                    <a:lnTo>
                      <a:pt x="12" y="38"/>
                    </a:lnTo>
                    <a:lnTo>
                      <a:pt x="12" y="38"/>
                    </a:lnTo>
                    <a:lnTo>
                      <a:pt x="12" y="34"/>
                    </a:lnTo>
                    <a:lnTo>
                      <a:pt x="12" y="34"/>
                    </a:lnTo>
                    <a:lnTo>
                      <a:pt x="12" y="30"/>
                    </a:lnTo>
                    <a:lnTo>
                      <a:pt x="12" y="30"/>
                    </a:lnTo>
                    <a:lnTo>
                      <a:pt x="12" y="28"/>
                    </a:lnTo>
                    <a:lnTo>
                      <a:pt x="12" y="28"/>
                    </a:lnTo>
                    <a:lnTo>
                      <a:pt x="16" y="28"/>
                    </a:lnTo>
                    <a:lnTo>
                      <a:pt x="16" y="28"/>
                    </a:lnTo>
                    <a:lnTo>
                      <a:pt x="12" y="28"/>
                    </a:lnTo>
                    <a:lnTo>
                      <a:pt x="12" y="24"/>
                    </a:lnTo>
                    <a:lnTo>
                      <a:pt x="12" y="28"/>
                    </a:lnTo>
                    <a:lnTo>
                      <a:pt x="8" y="28"/>
                    </a:lnTo>
                    <a:lnTo>
                      <a:pt x="8" y="28"/>
                    </a:lnTo>
                    <a:lnTo>
                      <a:pt x="8" y="28"/>
                    </a:lnTo>
                    <a:lnTo>
                      <a:pt x="8" y="24"/>
                    </a:lnTo>
                    <a:lnTo>
                      <a:pt x="12" y="24"/>
                    </a:lnTo>
                    <a:lnTo>
                      <a:pt x="12" y="24"/>
                    </a:lnTo>
                    <a:lnTo>
                      <a:pt x="12" y="20"/>
                    </a:lnTo>
                    <a:lnTo>
                      <a:pt x="12" y="20"/>
                    </a:lnTo>
                    <a:lnTo>
                      <a:pt x="12" y="20"/>
                    </a:lnTo>
                    <a:lnTo>
                      <a:pt x="12" y="20"/>
                    </a:lnTo>
                    <a:lnTo>
                      <a:pt x="12" y="20"/>
                    </a:lnTo>
                    <a:lnTo>
                      <a:pt x="16" y="20"/>
                    </a:lnTo>
                    <a:lnTo>
                      <a:pt x="16" y="20"/>
                    </a:lnTo>
                    <a:lnTo>
                      <a:pt x="16" y="20"/>
                    </a:lnTo>
                    <a:lnTo>
                      <a:pt x="16" y="20"/>
                    </a:lnTo>
                    <a:lnTo>
                      <a:pt x="12" y="20"/>
                    </a:lnTo>
                    <a:lnTo>
                      <a:pt x="12" y="20"/>
                    </a:lnTo>
                    <a:lnTo>
                      <a:pt x="12" y="20"/>
                    </a:lnTo>
                    <a:lnTo>
                      <a:pt x="12" y="20"/>
                    </a:lnTo>
                    <a:lnTo>
                      <a:pt x="12" y="20"/>
                    </a:lnTo>
                    <a:lnTo>
                      <a:pt x="12" y="20"/>
                    </a:lnTo>
                    <a:lnTo>
                      <a:pt x="12" y="16"/>
                    </a:lnTo>
                    <a:lnTo>
                      <a:pt x="8" y="16"/>
                    </a:lnTo>
                    <a:lnTo>
                      <a:pt x="8" y="12"/>
                    </a:lnTo>
                    <a:lnTo>
                      <a:pt x="8" y="12"/>
                    </a:lnTo>
                    <a:lnTo>
                      <a:pt x="8" y="12"/>
                    </a:lnTo>
                    <a:lnTo>
                      <a:pt x="8" y="12"/>
                    </a:lnTo>
                    <a:lnTo>
                      <a:pt x="8" y="12"/>
                    </a:lnTo>
                    <a:lnTo>
                      <a:pt x="8" y="12"/>
                    </a:lnTo>
                    <a:lnTo>
                      <a:pt x="8" y="12"/>
                    </a:lnTo>
                    <a:lnTo>
                      <a:pt x="8" y="12"/>
                    </a:lnTo>
                    <a:lnTo>
                      <a:pt x="8" y="12"/>
                    </a:lnTo>
                    <a:lnTo>
                      <a:pt x="8" y="12"/>
                    </a:lnTo>
                    <a:lnTo>
                      <a:pt x="8" y="12"/>
                    </a:lnTo>
                    <a:lnTo>
                      <a:pt x="8" y="12"/>
                    </a:lnTo>
                    <a:lnTo>
                      <a:pt x="8" y="8"/>
                    </a:lnTo>
                    <a:lnTo>
                      <a:pt x="8" y="8"/>
                    </a:lnTo>
                    <a:lnTo>
                      <a:pt x="8" y="8"/>
                    </a:lnTo>
                    <a:lnTo>
                      <a:pt x="8" y="8"/>
                    </a:lnTo>
                    <a:lnTo>
                      <a:pt x="4" y="4"/>
                    </a:lnTo>
                    <a:lnTo>
                      <a:pt x="4" y="4"/>
                    </a:lnTo>
                    <a:lnTo>
                      <a:pt x="4" y="4"/>
                    </a:lnTo>
                    <a:lnTo>
                      <a:pt x="8" y="4"/>
                    </a:lnTo>
                    <a:lnTo>
                      <a:pt x="8" y="4"/>
                    </a:lnTo>
                    <a:lnTo>
                      <a:pt x="8" y="4"/>
                    </a:lnTo>
                    <a:lnTo>
                      <a:pt x="12" y="4"/>
                    </a:lnTo>
                    <a:lnTo>
                      <a:pt x="12" y="4"/>
                    </a:lnTo>
                    <a:lnTo>
                      <a:pt x="12" y="4"/>
                    </a:lnTo>
                    <a:lnTo>
                      <a:pt x="16" y="0"/>
                    </a:lnTo>
                    <a:lnTo>
                      <a:pt x="16" y="0"/>
                    </a:lnTo>
                    <a:lnTo>
                      <a:pt x="16" y="0"/>
                    </a:lnTo>
                    <a:lnTo>
                      <a:pt x="16" y="0"/>
                    </a:lnTo>
                    <a:lnTo>
                      <a:pt x="20" y="0"/>
                    </a:lnTo>
                    <a:lnTo>
                      <a:pt x="20" y="0"/>
                    </a:lnTo>
                    <a:lnTo>
                      <a:pt x="20" y="0"/>
                    </a:lnTo>
                    <a:lnTo>
                      <a:pt x="20" y="0"/>
                    </a:lnTo>
                    <a:lnTo>
                      <a:pt x="24" y="0"/>
                    </a:lnTo>
                    <a:lnTo>
                      <a:pt x="24" y="0"/>
                    </a:lnTo>
                    <a:lnTo>
                      <a:pt x="26" y="0"/>
                    </a:lnTo>
                    <a:lnTo>
                      <a:pt x="26" y="0"/>
                    </a:lnTo>
                    <a:lnTo>
                      <a:pt x="26" y="0"/>
                    </a:lnTo>
                    <a:lnTo>
                      <a:pt x="26" y="0"/>
                    </a:lnTo>
                    <a:lnTo>
                      <a:pt x="26" y="4"/>
                    </a:lnTo>
                    <a:lnTo>
                      <a:pt x="26" y="4"/>
                    </a:lnTo>
                    <a:lnTo>
                      <a:pt x="30" y="4"/>
                    </a:lnTo>
                    <a:lnTo>
                      <a:pt x="30" y="4"/>
                    </a:lnTo>
                    <a:lnTo>
                      <a:pt x="30" y="4"/>
                    </a:lnTo>
                    <a:lnTo>
                      <a:pt x="30" y="8"/>
                    </a:lnTo>
                    <a:lnTo>
                      <a:pt x="30" y="8"/>
                    </a:lnTo>
                    <a:lnTo>
                      <a:pt x="34" y="8"/>
                    </a:lnTo>
                    <a:lnTo>
                      <a:pt x="34" y="8"/>
                    </a:lnTo>
                    <a:lnTo>
                      <a:pt x="34" y="8"/>
                    </a:lnTo>
                    <a:lnTo>
                      <a:pt x="34" y="8"/>
                    </a:lnTo>
                    <a:lnTo>
                      <a:pt x="34" y="12"/>
                    </a:lnTo>
                    <a:lnTo>
                      <a:pt x="34" y="12"/>
                    </a:lnTo>
                    <a:lnTo>
                      <a:pt x="34" y="12"/>
                    </a:lnTo>
                    <a:lnTo>
                      <a:pt x="34" y="12"/>
                    </a:lnTo>
                    <a:lnTo>
                      <a:pt x="34" y="12"/>
                    </a:lnTo>
                    <a:lnTo>
                      <a:pt x="38" y="16"/>
                    </a:lnTo>
                    <a:lnTo>
                      <a:pt x="38" y="16"/>
                    </a:lnTo>
                    <a:lnTo>
                      <a:pt x="42" y="20"/>
                    </a:lnTo>
                    <a:lnTo>
                      <a:pt x="42" y="20"/>
                    </a:lnTo>
                    <a:lnTo>
                      <a:pt x="42" y="20"/>
                    </a:lnTo>
                    <a:lnTo>
                      <a:pt x="42" y="20"/>
                    </a:lnTo>
                    <a:lnTo>
                      <a:pt x="46" y="20"/>
                    </a:lnTo>
                    <a:lnTo>
                      <a:pt x="46" y="20"/>
                    </a:lnTo>
                    <a:lnTo>
                      <a:pt x="42" y="24"/>
                    </a:lnTo>
                    <a:lnTo>
                      <a:pt x="42" y="24"/>
                    </a:lnTo>
                    <a:lnTo>
                      <a:pt x="42" y="24"/>
                    </a:lnTo>
                    <a:lnTo>
                      <a:pt x="42" y="24"/>
                    </a:lnTo>
                    <a:lnTo>
                      <a:pt x="42" y="24"/>
                    </a:lnTo>
                    <a:lnTo>
                      <a:pt x="42" y="24"/>
                    </a:lnTo>
                    <a:lnTo>
                      <a:pt x="46" y="24"/>
                    </a:lnTo>
                    <a:lnTo>
                      <a:pt x="46" y="28"/>
                    </a:lnTo>
                    <a:lnTo>
                      <a:pt x="46" y="28"/>
                    </a:lnTo>
                    <a:lnTo>
                      <a:pt x="46" y="28"/>
                    </a:lnTo>
                    <a:lnTo>
                      <a:pt x="46" y="28"/>
                    </a:lnTo>
                    <a:lnTo>
                      <a:pt x="42" y="28"/>
                    </a:lnTo>
                    <a:lnTo>
                      <a:pt x="42" y="28"/>
                    </a:lnTo>
                    <a:lnTo>
                      <a:pt x="42" y="28"/>
                    </a:lnTo>
                    <a:lnTo>
                      <a:pt x="42" y="28"/>
                    </a:lnTo>
                    <a:lnTo>
                      <a:pt x="42" y="28"/>
                    </a:lnTo>
                    <a:lnTo>
                      <a:pt x="42" y="28"/>
                    </a:lnTo>
                    <a:lnTo>
                      <a:pt x="42" y="28"/>
                    </a:lnTo>
                    <a:lnTo>
                      <a:pt x="46" y="28"/>
                    </a:lnTo>
                    <a:lnTo>
                      <a:pt x="46" y="28"/>
                    </a:lnTo>
                    <a:lnTo>
                      <a:pt x="46" y="28"/>
                    </a:lnTo>
                    <a:lnTo>
                      <a:pt x="46" y="30"/>
                    </a:lnTo>
                    <a:lnTo>
                      <a:pt x="46" y="30"/>
                    </a:lnTo>
                    <a:lnTo>
                      <a:pt x="46" y="30"/>
                    </a:lnTo>
                    <a:lnTo>
                      <a:pt x="46" y="30"/>
                    </a:lnTo>
                    <a:lnTo>
                      <a:pt x="50" y="30"/>
                    </a:lnTo>
                    <a:lnTo>
                      <a:pt x="50" y="30"/>
                    </a:lnTo>
                    <a:lnTo>
                      <a:pt x="50" y="30"/>
                    </a:lnTo>
                    <a:lnTo>
                      <a:pt x="52" y="30"/>
                    </a:lnTo>
                    <a:lnTo>
                      <a:pt x="52" y="30"/>
                    </a:lnTo>
                    <a:lnTo>
                      <a:pt x="52" y="30"/>
                    </a:lnTo>
                    <a:lnTo>
                      <a:pt x="52" y="34"/>
                    </a:lnTo>
                    <a:lnTo>
                      <a:pt x="52" y="34"/>
                    </a:lnTo>
                    <a:lnTo>
                      <a:pt x="52" y="34"/>
                    </a:lnTo>
                    <a:lnTo>
                      <a:pt x="52" y="30"/>
                    </a:lnTo>
                    <a:lnTo>
                      <a:pt x="56" y="30"/>
                    </a:lnTo>
                    <a:lnTo>
                      <a:pt x="56" y="30"/>
                    </a:lnTo>
                    <a:lnTo>
                      <a:pt x="56" y="30"/>
                    </a:lnTo>
                    <a:lnTo>
                      <a:pt x="56" y="30"/>
                    </a:lnTo>
                    <a:lnTo>
                      <a:pt x="56" y="30"/>
                    </a:lnTo>
                    <a:lnTo>
                      <a:pt x="56" y="30"/>
                    </a:lnTo>
                    <a:lnTo>
                      <a:pt x="56" y="30"/>
                    </a:lnTo>
                    <a:lnTo>
                      <a:pt x="60" y="30"/>
                    </a:lnTo>
                    <a:lnTo>
                      <a:pt x="60" y="30"/>
                    </a:lnTo>
                    <a:lnTo>
                      <a:pt x="60" y="30"/>
                    </a:lnTo>
                    <a:lnTo>
                      <a:pt x="60" y="30"/>
                    </a:lnTo>
                    <a:lnTo>
                      <a:pt x="60" y="30"/>
                    </a:lnTo>
                    <a:lnTo>
                      <a:pt x="60" y="30"/>
                    </a:lnTo>
                    <a:lnTo>
                      <a:pt x="60" y="30"/>
                    </a:lnTo>
                    <a:lnTo>
                      <a:pt x="60" y="34"/>
                    </a:lnTo>
                    <a:lnTo>
                      <a:pt x="60" y="34"/>
                    </a:lnTo>
                    <a:lnTo>
                      <a:pt x="60" y="34"/>
                    </a:lnTo>
                    <a:lnTo>
                      <a:pt x="60" y="34"/>
                    </a:lnTo>
                    <a:lnTo>
                      <a:pt x="60" y="30"/>
                    </a:lnTo>
                    <a:lnTo>
                      <a:pt x="60" y="30"/>
                    </a:lnTo>
                    <a:lnTo>
                      <a:pt x="56" y="34"/>
                    </a:lnTo>
                    <a:lnTo>
                      <a:pt x="56" y="34"/>
                    </a:lnTo>
                    <a:lnTo>
                      <a:pt x="60" y="38"/>
                    </a:lnTo>
                    <a:lnTo>
                      <a:pt x="60" y="38"/>
                    </a:lnTo>
                    <a:lnTo>
                      <a:pt x="60" y="38"/>
                    </a:lnTo>
                    <a:lnTo>
                      <a:pt x="60" y="38"/>
                    </a:lnTo>
                    <a:lnTo>
                      <a:pt x="60" y="38"/>
                    </a:lnTo>
                    <a:lnTo>
                      <a:pt x="60" y="38"/>
                    </a:lnTo>
                    <a:lnTo>
                      <a:pt x="60" y="38"/>
                    </a:lnTo>
                    <a:lnTo>
                      <a:pt x="60" y="38"/>
                    </a:lnTo>
                    <a:lnTo>
                      <a:pt x="60" y="38"/>
                    </a:lnTo>
                    <a:lnTo>
                      <a:pt x="60" y="38"/>
                    </a:lnTo>
                    <a:lnTo>
                      <a:pt x="60" y="42"/>
                    </a:lnTo>
                    <a:lnTo>
                      <a:pt x="60" y="42"/>
                    </a:lnTo>
                    <a:lnTo>
                      <a:pt x="60" y="42"/>
                    </a:lnTo>
                    <a:lnTo>
                      <a:pt x="56" y="42"/>
                    </a:lnTo>
                    <a:lnTo>
                      <a:pt x="56" y="46"/>
                    </a:lnTo>
                    <a:lnTo>
                      <a:pt x="56" y="50"/>
                    </a:lnTo>
                    <a:lnTo>
                      <a:pt x="60" y="54"/>
                    </a:lnTo>
                    <a:lnTo>
                      <a:pt x="60" y="54"/>
                    </a:lnTo>
                    <a:lnTo>
                      <a:pt x="60" y="58"/>
                    </a:lnTo>
                    <a:lnTo>
                      <a:pt x="60" y="58"/>
                    </a:lnTo>
                    <a:lnTo>
                      <a:pt x="60" y="58"/>
                    </a:lnTo>
                    <a:lnTo>
                      <a:pt x="64" y="58"/>
                    </a:lnTo>
                    <a:lnTo>
                      <a:pt x="64" y="58"/>
                    </a:lnTo>
                    <a:lnTo>
                      <a:pt x="64" y="60"/>
                    </a:lnTo>
                    <a:lnTo>
                      <a:pt x="64" y="60"/>
                    </a:lnTo>
                    <a:lnTo>
                      <a:pt x="64" y="60"/>
                    </a:lnTo>
                    <a:lnTo>
                      <a:pt x="64" y="60"/>
                    </a:lnTo>
                    <a:lnTo>
                      <a:pt x="64" y="60"/>
                    </a:lnTo>
                    <a:lnTo>
                      <a:pt x="60" y="64"/>
                    </a:lnTo>
                    <a:lnTo>
                      <a:pt x="60" y="64"/>
                    </a:lnTo>
                    <a:lnTo>
                      <a:pt x="60" y="64"/>
                    </a:lnTo>
                    <a:lnTo>
                      <a:pt x="60" y="64"/>
                    </a:lnTo>
                    <a:lnTo>
                      <a:pt x="56" y="64"/>
                    </a:lnTo>
                    <a:lnTo>
                      <a:pt x="56" y="68"/>
                    </a:lnTo>
                    <a:lnTo>
                      <a:pt x="56" y="72"/>
                    </a:lnTo>
                    <a:lnTo>
                      <a:pt x="56" y="72"/>
                    </a:lnTo>
                    <a:lnTo>
                      <a:pt x="56" y="72"/>
                    </a:lnTo>
                    <a:lnTo>
                      <a:pt x="60" y="72"/>
                    </a:lnTo>
                    <a:lnTo>
                      <a:pt x="60" y="72"/>
                    </a:lnTo>
                    <a:lnTo>
                      <a:pt x="60" y="76"/>
                    </a:lnTo>
                    <a:lnTo>
                      <a:pt x="56" y="76"/>
                    </a:lnTo>
                    <a:lnTo>
                      <a:pt x="56" y="76"/>
                    </a:lnTo>
                    <a:lnTo>
                      <a:pt x="56" y="76"/>
                    </a:lnTo>
                    <a:lnTo>
                      <a:pt x="56" y="76"/>
                    </a:lnTo>
                    <a:lnTo>
                      <a:pt x="56" y="76"/>
                    </a:lnTo>
                    <a:lnTo>
                      <a:pt x="52" y="76"/>
                    </a:lnTo>
                    <a:lnTo>
                      <a:pt x="52" y="76"/>
                    </a:lnTo>
                    <a:lnTo>
                      <a:pt x="52" y="76"/>
                    </a:lnTo>
                    <a:lnTo>
                      <a:pt x="52" y="76"/>
                    </a:lnTo>
                    <a:lnTo>
                      <a:pt x="50" y="76"/>
                    </a:lnTo>
                    <a:lnTo>
                      <a:pt x="50" y="76"/>
                    </a:lnTo>
                    <a:lnTo>
                      <a:pt x="50" y="78"/>
                    </a:lnTo>
                    <a:lnTo>
                      <a:pt x="46" y="78"/>
                    </a:lnTo>
                    <a:lnTo>
                      <a:pt x="46" y="78"/>
                    </a:lnTo>
                    <a:lnTo>
                      <a:pt x="46" y="78"/>
                    </a:lnTo>
                    <a:lnTo>
                      <a:pt x="46" y="78"/>
                    </a:lnTo>
                    <a:lnTo>
                      <a:pt x="42" y="78"/>
                    </a:lnTo>
                    <a:lnTo>
                      <a:pt x="42" y="78"/>
                    </a:lnTo>
                    <a:lnTo>
                      <a:pt x="42" y="78"/>
                    </a:lnTo>
                    <a:lnTo>
                      <a:pt x="42" y="78"/>
                    </a:lnTo>
                    <a:lnTo>
                      <a:pt x="38" y="78"/>
                    </a:lnTo>
                    <a:lnTo>
                      <a:pt x="38" y="78"/>
                    </a:lnTo>
                    <a:lnTo>
                      <a:pt x="34" y="78"/>
                    </a:lnTo>
                    <a:lnTo>
                      <a:pt x="34" y="82"/>
                    </a:lnTo>
                    <a:lnTo>
                      <a:pt x="34" y="82"/>
                    </a:lnTo>
                    <a:lnTo>
                      <a:pt x="34" y="82"/>
                    </a:lnTo>
                    <a:lnTo>
                      <a:pt x="34" y="82"/>
                    </a:lnTo>
                    <a:lnTo>
                      <a:pt x="34" y="86"/>
                    </a:lnTo>
                    <a:lnTo>
                      <a:pt x="34" y="86"/>
                    </a:lnTo>
                    <a:lnTo>
                      <a:pt x="30" y="86"/>
                    </a:lnTo>
                    <a:lnTo>
                      <a:pt x="30" y="86"/>
                    </a:lnTo>
                    <a:lnTo>
                      <a:pt x="30" y="82"/>
                    </a:lnTo>
                    <a:lnTo>
                      <a:pt x="30" y="82"/>
                    </a:lnTo>
                    <a:lnTo>
                      <a:pt x="30" y="82"/>
                    </a:lnTo>
                    <a:lnTo>
                      <a:pt x="30" y="82"/>
                    </a:lnTo>
                    <a:lnTo>
                      <a:pt x="30" y="78"/>
                    </a:lnTo>
                    <a:lnTo>
                      <a:pt x="30" y="78"/>
                    </a:lnTo>
                    <a:lnTo>
                      <a:pt x="30" y="78"/>
                    </a:lnTo>
                    <a:lnTo>
                      <a:pt x="26" y="76"/>
                    </a:lnTo>
                    <a:lnTo>
                      <a:pt x="26" y="76"/>
                    </a:lnTo>
                    <a:lnTo>
                      <a:pt x="26" y="76"/>
                    </a:lnTo>
                    <a:lnTo>
                      <a:pt x="26" y="76"/>
                    </a:lnTo>
                    <a:lnTo>
                      <a:pt x="26" y="76"/>
                    </a:lnTo>
                    <a:lnTo>
                      <a:pt x="26" y="72"/>
                    </a:lnTo>
                    <a:lnTo>
                      <a:pt x="24" y="72"/>
                    </a:lnTo>
                    <a:lnTo>
                      <a:pt x="24" y="72"/>
                    </a:lnTo>
                    <a:lnTo>
                      <a:pt x="24" y="72"/>
                    </a:lnTo>
                    <a:lnTo>
                      <a:pt x="24" y="72"/>
                    </a:lnTo>
                    <a:lnTo>
                      <a:pt x="20" y="76"/>
                    </a:lnTo>
                    <a:lnTo>
                      <a:pt x="20" y="72"/>
                    </a:lnTo>
                    <a:lnTo>
                      <a:pt x="20" y="72"/>
                    </a:lnTo>
                    <a:lnTo>
                      <a:pt x="20" y="72"/>
                    </a:lnTo>
                    <a:lnTo>
                      <a:pt x="20" y="72"/>
                    </a:lnTo>
                    <a:lnTo>
                      <a:pt x="20" y="72"/>
                    </a:lnTo>
                    <a:lnTo>
                      <a:pt x="20" y="72"/>
                    </a:lnTo>
                    <a:lnTo>
                      <a:pt x="20" y="72"/>
                    </a:lnTo>
                    <a:lnTo>
                      <a:pt x="20" y="72"/>
                    </a:lnTo>
                    <a:lnTo>
                      <a:pt x="16" y="72"/>
                    </a:lnTo>
                    <a:lnTo>
                      <a:pt x="16" y="72"/>
                    </a:lnTo>
                    <a:lnTo>
                      <a:pt x="16" y="76"/>
                    </a:lnTo>
                    <a:lnTo>
                      <a:pt x="12" y="78"/>
                    </a:lnTo>
                    <a:lnTo>
                      <a:pt x="12" y="78"/>
                    </a:lnTo>
                    <a:lnTo>
                      <a:pt x="16" y="78"/>
                    </a:lnTo>
                    <a:lnTo>
                      <a:pt x="16" y="78"/>
                    </a:lnTo>
                    <a:lnTo>
                      <a:pt x="16" y="82"/>
                    </a:lnTo>
                    <a:lnTo>
                      <a:pt x="12" y="82"/>
                    </a:lnTo>
                    <a:lnTo>
                      <a:pt x="12" y="82"/>
                    </a:lnTo>
                    <a:lnTo>
                      <a:pt x="16" y="86"/>
                    </a:lnTo>
                    <a:lnTo>
                      <a:pt x="12" y="86"/>
                    </a:lnTo>
                    <a:lnTo>
                      <a:pt x="12" y="86"/>
                    </a:lnTo>
                    <a:lnTo>
                      <a:pt x="12" y="82"/>
                    </a:lnTo>
                    <a:lnTo>
                      <a:pt x="12" y="82"/>
                    </a:lnTo>
                    <a:lnTo>
                      <a:pt x="12" y="82"/>
                    </a:lnTo>
                    <a:lnTo>
                      <a:pt x="12" y="82"/>
                    </a:lnTo>
                    <a:lnTo>
                      <a:pt x="12" y="82"/>
                    </a:lnTo>
                    <a:lnTo>
                      <a:pt x="12" y="82"/>
                    </a:lnTo>
                    <a:lnTo>
                      <a:pt x="8" y="78"/>
                    </a:lnTo>
                    <a:lnTo>
                      <a:pt x="8" y="78"/>
                    </a:lnTo>
                    <a:lnTo>
                      <a:pt x="8" y="78"/>
                    </a:lnTo>
                    <a:lnTo>
                      <a:pt x="8" y="78"/>
                    </a:lnTo>
                    <a:lnTo>
                      <a:pt x="8" y="78"/>
                    </a:lnTo>
                    <a:lnTo>
                      <a:pt x="8" y="76"/>
                    </a:lnTo>
                    <a:lnTo>
                      <a:pt x="4" y="78"/>
                    </a:lnTo>
                    <a:lnTo>
                      <a:pt x="4" y="76"/>
                    </a:lnTo>
                    <a:lnTo>
                      <a:pt x="4" y="76"/>
                    </a:lnTo>
                    <a:lnTo>
                      <a:pt x="4" y="76"/>
                    </a:lnTo>
                    <a:lnTo>
                      <a:pt x="0" y="76"/>
                    </a:lnTo>
                    <a:lnTo>
                      <a:pt x="4" y="76"/>
                    </a:lnTo>
                    <a:lnTo>
                      <a:pt x="4" y="76"/>
                    </a:lnTo>
                    <a:lnTo>
                      <a:pt x="4" y="76"/>
                    </a:lnTo>
                    <a:lnTo>
                      <a:pt x="4" y="76"/>
                    </a:lnTo>
                    <a:lnTo>
                      <a:pt x="4" y="76"/>
                    </a:lnTo>
                    <a:lnTo>
                      <a:pt x="0" y="76"/>
                    </a:lnTo>
                    <a:lnTo>
                      <a:pt x="0" y="76"/>
                    </a:lnTo>
                    <a:lnTo>
                      <a:pt x="0" y="76"/>
                    </a:lnTo>
                    <a:lnTo>
                      <a:pt x="0" y="76"/>
                    </a:lnTo>
                    <a:lnTo>
                      <a:pt x="0" y="72"/>
                    </a:lnTo>
                    <a:lnTo>
                      <a:pt x="0" y="72"/>
                    </a:lnTo>
                    <a:lnTo>
                      <a:pt x="0" y="72"/>
                    </a:lnTo>
                    <a:lnTo>
                      <a:pt x="0" y="72"/>
                    </a:lnTo>
                    <a:lnTo>
                      <a:pt x="0"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6" name="Freeform 120"/>
              <p:cNvSpPr>
                <a:spLocks/>
              </p:cNvSpPr>
              <p:nvPr/>
            </p:nvSpPr>
            <p:spPr bwMode="gray">
              <a:xfrm>
                <a:off x="5213899" y="2947401"/>
                <a:ext cx="142620" cy="66092"/>
              </a:xfrm>
              <a:custGeom>
                <a:avLst/>
                <a:gdLst>
                  <a:gd name="T0" fmla="*/ 30 w 82"/>
                  <a:gd name="T1" fmla="*/ 30 h 38"/>
                  <a:gd name="T2" fmla="*/ 26 w 82"/>
                  <a:gd name="T3" fmla="*/ 34 h 38"/>
                  <a:gd name="T4" fmla="*/ 30 w 82"/>
                  <a:gd name="T5" fmla="*/ 38 h 38"/>
                  <a:gd name="T6" fmla="*/ 26 w 82"/>
                  <a:gd name="T7" fmla="*/ 38 h 38"/>
                  <a:gd name="T8" fmla="*/ 22 w 82"/>
                  <a:gd name="T9" fmla="*/ 38 h 38"/>
                  <a:gd name="T10" fmla="*/ 22 w 82"/>
                  <a:gd name="T11" fmla="*/ 38 h 38"/>
                  <a:gd name="T12" fmla="*/ 20 w 82"/>
                  <a:gd name="T13" fmla="*/ 38 h 38"/>
                  <a:gd name="T14" fmla="*/ 16 w 82"/>
                  <a:gd name="T15" fmla="*/ 38 h 38"/>
                  <a:gd name="T16" fmla="*/ 8 w 82"/>
                  <a:gd name="T17" fmla="*/ 34 h 38"/>
                  <a:gd name="T18" fmla="*/ 8 w 82"/>
                  <a:gd name="T19" fmla="*/ 34 h 38"/>
                  <a:gd name="T20" fmla="*/ 4 w 82"/>
                  <a:gd name="T21" fmla="*/ 34 h 38"/>
                  <a:gd name="T22" fmla="*/ 4 w 82"/>
                  <a:gd name="T23" fmla="*/ 30 h 38"/>
                  <a:gd name="T24" fmla="*/ 0 w 82"/>
                  <a:gd name="T25" fmla="*/ 26 h 38"/>
                  <a:gd name="T26" fmla="*/ 0 w 82"/>
                  <a:gd name="T27" fmla="*/ 22 h 38"/>
                  <a:gd name="T28" fmla="*/ 0 w 82"/>
                  <a:gd name="T29" fmla="*/ 18 h 38"/>
                  <a:gd name="T30" fmla="*/ 4 w 82"/>
                  <a:gd name="T31" fmla="*/ 14 h 38"/>
                  <a:gd name="T32" fmla="*/ 8 w 82"/>
                  <a:gd name="T33" fmla="*/ 14 h 38"/>
                  <a:gd name="T34" fmla="*/ 12 w 82"/>
                  <a:gd name="T35" fmla="*/ 14 h 38"/>
                  <a:gd name="T36" fmla="*/ 16 w 82"/>
                  <a:gd name="T37" fmla="*/ 12 h 38"/>
                  <a:gd name="T38" fmla="*/ 20 w 82"/>
                  <a:gd name="T39" fmla="*/ 8 h 38"/>
                  <a:gd name="T40" fmla="*/ 20 w 82"/>
                  <a:gd name="T41" fmla="*/ 8 h 38"/>
                  <a:gd name="T42" fmla="*/ 22 w 82"/>
                  <a:gd name="T43" fmla="*/ 4 h 38"/>
                  <a:gd name="T44" fmla="*/ 30 w 82"/>
                  <a:gd name="T45" fmla="*/ 0 h 38"/>
                  <a:gd name="T46" fmla="*/ 30 w 82"/>
                  <a:gd name="T47" fmla="*/ 4 h 38"/>
                  <a:gd name="T48" fmla="*/ 34 w 82"/>
                  <a:gd name="T49" fmla="*/ 0 h 38"/>
                  <a:gd name="T50" fmla="*/ 38 w 82"/>
                  <a:gd name="T51" fmla="*/ 0 h 38"/>
                  <a:gd name="T52" fmla="*/ 42 w 82"/>
                  <a:gd name="T53" fmla="*/ 4 h 38"/>
                  <a:gd name="T54" fmla="*/ 42 w 82"/>
                  <a:gd name="T55" fmla="*/ 8 h 38"/>
                  <a:gd name="T56" fmla="*/ 42 w 82"/>
                  <a:gd name="T57" fmla="*/ 8 h 38"/>
                  <a:gd name="T58" fmla="*/ 46 w 82"/>
                  <a:gd name="T59" fmla="*/ 8 h 38"/>
                  <a:gd name="T60" fmla="*/ 46 w 82"/>
                  <a:gd name="T61" fmla="*/ 8 h 38"/>
                  <a:gd name="T62" fmla="*/ 48 w 82"/>
                  <a:gd name="T63" fmla="*/ 4 h 38"/>
                  <a:gd name="T64" fmla="*/ 56 w 82"/>
                  <a:gd name="T65" fmla="*/ 4 h 38"/>
                  <a:gd name="T66" fmla="*/ 60 w 82"/>
                  <a:gd name="T67" fmla="*/ 8 h 38"/>
                  <a:gd name="T68" fmla="*/ 64 w 82"/>
                  <a:gd name="T69" fmla="*/ 4 h 38"/>
                  <a:gd name="T70" fmla="*/ 68 w 82"/>
                  <a:gd name="T71" fmla="*/ 4 h 38"/>
                  <a:gd name="T72" fmla="*/ 72 w 82"/>
                  <a:gd name="T73" fmla="*/ 4 h 38"/>
                  <a:gd name="T74" fmla="*/ 74 w 82"/>
                  <a:gd name="T75" fmla="*/ 8 h 38"/>
                  <a:gd name="T76" fmla="*/ 82 w 82"/>
                  <a:gd name="T77" fmla="*/ 12 h 38"/>
                  <a:gd name="T78" fmla="*/ 78 w 82"/>
                  <a:gd name="T79" fmla="*/ 14 h 38"/>
                  <a:gd name="T80" fmla="*/ 74 w 82"/>
                  <a:gd name="T81" fmla="*/ 22 h 38"/>
                  <a:gd name="T82" fmla="*/ 74 w 82"/>
                  <a:gd name="T83" fmla="*/ 26 h 38"/>
                  <a:gd name="T84" fmla="*/ 72 w 82"/>
                  <a:gd name="T85" fmla="*/ 26 h 38"/>
                  <a:gd name="T86" fmla="*/ 68 w 82"/>
                  <a:gd name="T87" fmla="*/ 26 h 38"/>
                  <a:gd name="T88" fmla="*/ 64 w 82"/>
                  <a:gd name="T89" fmla="*/ 22 h 38"/>
                  <a:gd name="T90" fmla="*/ 60 w 82"/>
                  <a:gd name="T91" fmla="*/ 22 h 38"/>
                  <a:gd name="T92" fmla="*/ 56 w 82"/>
                  <a:gd name="T93" fmla="*/ 22 h 38"/>
                  <a:gd name="T94" fmla="*/ 52 w 82"/>
                  <a:gd name="T95" fmla="*/ 22 h 38"/>
                  <a:gd name="T96" fmla="*/ 48 w 82"/>
                  <a:gd name="T97" fmla="*/ 26 h 38"/>
                  <a:gd name="T98" fmla="*/ 48 w 82"/>
                  <a:gd name="T99" fmla="*/ 26 h 38"/>
                  <a:gd name="T100" fmla="*/ 46 w 82"/>
                  <a:gd name="T101" fmla="*/ 30 h 38"/>
                  <a:gd name="T102" fmla="*/ 46 w 82"/>
                  <a:gd name="T103" fmla="*/ 30 h 38"/>
                  <a:gd name="T104" fmla="*/ 42 w 82"/>
                  <a:gd name="T105" fmla="*/ 30 h 38"/>
                  <a:gd name="T106" fmla="*/ 38 w 82"/>
                  <a:gd name="T107" fmla="*/ 30 h 38"/>
                  <a:gd name="T108" fmla="*/ 30 w 82"/>
                  <a:gd name="T109" fmla="*/ 30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2" h="38">
                    <a:moveTo>
                      <a:pt x="30" y="30"/>
                    </a:moveTo>
                    <a:lnTo>
                      <a:pt x="30" y="30"/>
                    </a:lnTo>
                    <a:lnTo>
                      <a:pt x="30" y="30"/>
                    </a:lnTo>
                    <a:lnTo>
                      <a:pt x="30" y="30"/>
                    </a:lnTo>
                    <a:lnTo>
                      <a:pt x="30" y="34"/>
                    </a:lnTo>
                    <a:lnTo>
                      <a:pt x="26" y="34"/>
                    </a:lnTo>
                    <a:lnTo>
                      <a:pt x="26" y="34"/>
                    </a:lnTo>
                    <a:lnTo>
                      <a:pt x="26" y="34"/>
                    </a:lnTo>
                    <a:lnTo>
                      <a:pt x="26" y="34"/>
                    </a:lnTo>
                    <a:lnTo>
                      <a:pt x="26" y="38"/>
                    </a:lnTo>
                    <a:lnTo>
                      <a:pt x="30" y="38"/>
                    </a:lnTo>
                    <a:lnTo>
                      <a:pt x="30" y="38"/>
                    </a:lnTo>
                    <a:lnTo>
                      <a:pt x="26" y="38"/>
                    </a:lnTo>
                    <a:lnTo>
                      <a:pt x="26" y="38"/>
                    </a:lnTo>
                    <a:lnTo>
                      <a:pt x="26" y="38"/>
                    </a:lnTo>
                    <a:lnTo>
                      <a:pt x="26" y="38"/>
                    </a:lnTo>
                    <a:lnTo>
                      <a:pt x="26" y="38"/>
                    </a:lnTo>
                    <a:lnTo>
                      <a:pt x="26" y="38"/>
                    </a:lnTo>
                    <a:lnTo>
                      <a:pt x="26" y="38"/>
                    </a:lnTo>
                    <a:lnTo>
                      <a:pt x="22" y="38"/>
                    </a:lnTo>
                    <a:lnTo>
                      <a:pt x="22" y="38"/>
                    </a:lnTo>
                    <a:lnTo>
                      <a:pt x="22" y="38"/>
                    </a:lnTo>
                    <a:lnTo>
                      <a:pt x="22" y="38"/>
                    </a:lnTo>
                    <a:lnTo>
                      <a:pt x="22" y="38"/>
                    </a:lnTo>
                    <a:lnTo>
                      <a:pt x="20" y="38"/>
                    </a:lnTo>
                    <a:lnTo>
                      <a:pt x="20" y="38"/>
                    </a:lnTo>
                    <a:lnTo>
                      <a:pt x="20" y="38"/>
                    </a:lnTo>
                    <a:lnTo>
                      <a:pt x="20" y="38"/>
                    </a:lnTo>
                    <a:lnTo>
                      <a:pt x="16" y="38"/>
                    </a:lnTo>
                    <a:lnTo>
                      <a:pt x="16" y="38"/>
                    </a:lnTo>
                    <a:lnTo>
                      <a:pt x="16" y="38"/>
                    </a:lnTo>
                    <a:lnTo>
                      <a:pt x="16" y="38"/>
                    </a:lnTo>
                    <a:lnTo>
                      <a:pt x="12" y="38"/>
                    </a:lnTo>
                    <a:lnTo>
                      <a:pt x="8" y="34"/>
                    </a:lnTo>
                    <a:lnTo>
                      <a:pt x="8" y="34"/>
                    </a:lnTo>
                    <a:lnTo>
                      <a:pt x="8" y="34"/>
                    </a:lnTo>
                    <a:lnTo>
                      <a:pt x="8" y="34"/>
                    </a:lnTo>
                    <a:lnTo>
                      <a:pt x="8" y="34"/>
                    </a:lnTo>
                    <a:lnTo>
                      <a:pt x="8" y="34"/>
                    </a:lnTo>
                    <a:lnTo>
                      <a:pt x="8" y="34"/>
                    </a:lnTo>
                    <a:lnTo>
                      <a:pt x="4" y="34"/>
                    </a:lnTo>
                    <a:lnTo>
                      <a:pt x="4" y="34"/>
                    </a:lnTo>
                    <a:lnTo>
                      <a:pt x="4" y="34"/>
                    </a:lnTo>
                    <a:lnTo>
                      <a:pt x="4" y="34"/>
                    </a:lnTo>
                    <a:lnTo>
                      <a:pt x="4" y="34"/>
                    </a:lnTo>
                    <a:lnTo>
                      <a:pt x="4" y="30"/>
                    </a:lnTo>
                    <a:lnTo>
                      <a:pt x="4" y="30"/>
                    </a:lnTo>
                    <a:lnTo>
                      <a:pt x="4" y="30"/>
                    </a:lnTo>
                    <a:lnTo>
                      <a:pt x="4" y="30"/>
                    </a:lnTo>
                    <a:lnTo>
                      <a:pt x="0" y="30"/>
                    </a:lnTo>
                    <a:lnTo>
                      <a:pt x="0" y="26"/>
                    </a:lnTo>
                    <a:lnTo>
                      <a:pt x="0" y="26"/>
                    </a:lnTo>
                    <a:lnTo>
                      <a:pt x="0" y="26"/>
                    </a:lnTo>
                    <a:lnTo>
                      <a:pt x="0" y="26"/>
                    </a:lnTo>
                    <a:lnTo>
                      <a:pt x="0" y="22"/>
                    </a:lnTo>
                    <a:lnTo>
                      <a:pt x="0" y="22"/>
                    </a:lnTo>
                    <a:lnTo>
                      <a:pt x="0" y="22"/>
                    </a:lnTo>
                    <a:lnTo>
                      <a:pt x="0" y="22"/>
                    </a:lnTo>
                    <a:lnTo>
                      <a:pt x="0" y="22"/>
                    </a:lnTo>
                    <a:lnTo>
                      <a:pt x="0" y="18"/>
                    </a:lnTo>
                    <a:lnTo>
                      <a:pt x="0" y="18"/>
                    </a:lnTo>
                    <a:lnTo>
                      <a:pt x="4" y="18"/>
                    </a:lnTo>
                    <a:lnTo>
                      <a:pt x="4" y="18"/>
                    </a:lnTo>
                    <a:lnTo>
                      <a:pt x="4" y="14"/>
                    </a:lnTo>
                    <a:lnTo>
                      <a:pt x="4" y="14"/>
                    </a:lnTo>
                    <a:lnTo>
                      <a:pt x="4" y="14"/>
                    </a:lnTo>
                    <a:lnTo>
                      <a:pt x="8" y="14"/>
                    </a:lnTo>
                    <a:lnTo>
                      <a:pt x="8" y="14"/>
                    </a:lnTo>
                    <a:lnTo>
                      <a:pt x="8" y="14"/>
                    </a:lnTo>
                    <a:lnTo>
                      <a:pt x="8" y="14"/>
                    </a:lnTo>
                    <a:lnTo>
                      <a:pt x="12" y="14"/>
                    </a:lnTo>
                    <a:lnTo>
                      <a:pt x="12" y="14"/>
                    </a:lnTo>
                    <a:lnTo>
                      <a:pt x="12" y="14"/>
                    </a:lnTo>
                    <a:lnTo>
                      <a:pt x="12" y="14"/>
                    </a:lnTo>
                    <a:lnTo>
                      <a:pt x="16" y="14"/>
                    </a:lnTo>
                    <a:lnTo>
                      <a:pt x="16" y="12"/>
                    </a:lnTo>
                    <a:lnTo>
                      <a:pt x="20" y="12"/>
                    </a:lnTo>
                    <a:lnTo>
                      <a:pt x="20" y="12"/>
                    </a:lnTo>
                    <a:lnTo>
                      <a:pt x="20" y="12"/>
                    </a:lnTo>
                    <a:lnTo>
                      <a:pt x="20" y="8"/>
                    </a:lnTo>
                    <a:lnTo>
                      <a:pt x="20" y="8"/>
                    </a:lnTo>
                    <a:lnTo>
                      <a:pt x="20" y="8"/>
                    </a:lnTo>
                    <a:lnTo>
                      <a:pt x="20" y="8"/>
                    </a:lnTo>
                    <a:lnTo>
                      <a:pt x="20" y="8"/>
                    </a:lnTo>
                    <a:lnTo>
                      <a:pt x="20" y="8"/>
                    </a:lnTo>
                    <a:lnTo>
                      <a:pt x="20" y="8"/>
                    </a:lnTo>
                    <a:lnTo>
                      <a:pt x="22" y="4"/>
                    </a:lnTo>
                    <a:lnTo>
                      <a:pt x="22" y="4"/>
                    </a:lnTo>
                    <a:lnTo>
                      <a:pt x="22" y="4"/>
                    </a:lnTo>
                    <a:lnTo>
                      <a:pt x="26" y="0"/>
                    </a:lnTo>
                    <a:lnTo>
                      <a:pt x="26" y="0"/>
                    </a:lnTo>
                    <a:lnTo>
                      <a:pt x="30" y="0"/>
                    </a:lnTo>
                    <a:lnTo>
                      <a:pt x="30" y="4"/>
                    </a:lnTo>
                    <a:lnTo>
                      <a:pt x="30" y="4"/>
                    </a:lnTo>
                    <a:lnTo>
                      <a:pt x="30" y="4"/>
                    </a:lnTo>
                    <a:lnTo>
                      <a:pt x="30" y="4"/>
                    </a:lnTo>
                    <a:lnTo>
                      <a:pt x="34" y="4"/>
                    </a:lnTo>
                    <a:lnTo>
                      <a:pt x="34" y="4"/>
                    </a:lnTo>
                    <a:lnTo>
                      <a:pt x="34" y="4"/>
                    </a:lnTo>
                    <a:lnTo>
                      <a:pt x="34" y="0"/>
                    </a:lnTo>
                    <a:lnTo>
                      <a:pt x="34" y="0"/>
                    </a:lnTo>
                    <a:lnTo>
                      <a:pt x="38" y="0"/>
                    </a:lnTo>
                    <a:lnTo>
                      <a:pt x="38" y="0"/>
                    </a:lnTo>
                    <a:lnTo>
                      <a:pt x="38" y="0"/>
                    </a:lnTo>
                    <a:lnTo>
                      <a:pt x="38" y="0"/>
                    </a:lnTo>
                    <a:lnTo>
                      <a:pt x="38" y="4"/>
                    </a:lnTo>
                    <a:lnTo>
                      <a:pt x="42" y="4"/>
                    </a:lnTo>
                    <a:lnTo>
                      <a:pt x="42" y="4"/>
                    </a:lnTo>
                    <a:lnTo>
                      <a:pt x="42" y="4"/>
                    </a:lnTo>
                    <a:lnTo>
                      <a:pt x="42" y="4"/>
                    </a:lnTo>
                    <a:lnTo>
                      <a:pt x="42" y="8"/>
                    </a:lnTo>
                    <a:lnTo>
                      <a:pt x="42" y="8"/>
                    </a:lnTo>
                    <a:lnTo>
                      <a:pt x="42" y="8"/>
                    </a:lnTo>
                    <a:lnTo>
                      <a:pt x="42" y="8"/>
                    </a:lnTo>
                    <a:lnTo>
                      <a:pt x="42" y="8"/>
                    </a:lnTo>
                    <a:lnTo>
                      <a:pt x="42" y="8"/>
                    </a:lnTo>
                    <a:lnTo>
                      <a:pt x="42" y="8"/>
                    </a:lnTo>
                    <a:lnTo>
                      <a:pt x="46" y="8"/>
                    </a:lnTo>
                    <a:lnTo>
                      <a:pt x="46" y="8"/>
                    </a:lnTo>
                    <a:lnTo>
                      <a:pt x="46" y="8"/>
                    </a:lnTo>
                    <a:lnTo>
                      <a:pt x="46" y="8"/>
                    </a:lnTo>
                    <a:lnTo>
                      <a:pt x="46" y="8"/>
                    </a:lnTo>
                    <a:lnTo>
                      <a:pt x="46" y="8"/>
                    </a:lnTo>
                    <a:lnTo>
                      <a:pt x="46" y="8"/>
                    </a:lnTo>
                    <a:lnTo>
                      <a:pt x="46" y="8"/>
                    </a:lnTo>
                    <a:lnTo>
                      <a:pt x="46" y="8"/>
                    </a:lnTo>
                    <a:lnTo>
                      <a:pt x="46" y="8"/>
                    </a:lnTo>
                    <a:lnTo>
                      <a:pt x="48" y="4"/>
                    </a:lnTo>
                    <a:lnTo>
                      <a:pt x="48" y="4"/>
                    </a:lnTo>
                    <a:lnTo>
                      <a:pt x="48" y="4"/>
                    </a:lnTo>
                    <a:lnTo>
                      <a:pt x="52" y="4"/>
                    </a:lnTo>
                    <a:lnTo>
                      <a:pt x="56" y="4"/>
                    </a:lnTo>
                    <a:lnTo>
                      <a:pt x="56" y="4"/>
                    </a:lnTo>
                    <a:lnTo>
                      <a:pt x="56" y="8"/>
                    </a:lnTo>
                    <a:lnTo>
                      <a:pt x="60" y="8"/>
                    </a:lnTo>
                    <a:lnTo>
                      <a:pt x="60" y="8"/>
                    </a:lnTo>
                    <a:lnTo>
                      <a:pt x="60" y="4"/>
                    </a:lnTo>
                    <a:lnTo>
                      <a:pt x="60" y="4"/>
                    </a:lnTo>
                    <a:lnTo>
                      <a:pt x="60" y="4"/>
                    </a:lnTo>
                    <a:lnTo>
                      <a:pt x="64" y="4"/>
                    </a:lnTo>
                    <a:lnTo>
                      <a:pt x="64" y="4"/>
                    </a:lnTo>
                    <a:lnTo>
                      <a:pt x="64" y="4"/>
                    </a:lnTo>
                    <a:lnTo>
                      <a:pt x="64" y="4"/>
                    </a:lnTo>
                    <a:lnTo>
                      <a:pt x="68" y="4"/>
                    </a:lnTo>
                    <a:lnTo>
                      <a:pt x="68" y="4"/>
                    </a:lnTo>
                    <a:lnTo>
                      <a:pt x="68" y="4"/>
                    </a:lnTo>
                    <a:lnTo>
                      <a:pt x="72" y="4"/>
                    </a:lnTo>
                    <a:lnTo>
                      <a:pt x="72" y="4"/>
                    </a:lnTo>
                    <a:lnTo>
                      <a:pt x="74" y="8"/>
                    </a:lnTo>
                    <a:lnTo>
                      <a:pt x="74" y="8"/>
                    </a:lnTo>
                    <a:lnTo>
                      <a:pt x="74" y="8"/>
                    </a:lnTo>
                    <a:lnTo>
                      <a:pt x="74" y="8"/>
                    </a:lnTo>
                    <a:lnTo>
                      <a:pt x="78" y="12"/>
                    </a:lnTo>
                    <a:lnTo>
                      <a:pt x="78" y="12"/>
                    </a:lnTo>
                    <a:lnTo>
                      <a:pt x="82" y="12"/>
                    </a:lnTo>
                    <a:lnTo>
                      <a:pt x="82" y="12"/>
                    </a:lnTo>
                    <a:lnTo>
                      <a:pt x="82" y="12"/>
                    </a:lnTo>
                    <a:lnTo>
                      <a:pt x="82" y="12"/>
                    </a:lnTo>
                    <a:lnTo>
                      <a:pt x="78" y="14"/>
                    </a:lnTo>
                    <a:lnTo>
                      <a:pt x="78" y="14"/>
                    </a:lnTo>
                    <a:lnTo>
                      <a:pt x="78" y="14"/>
                    </a:lnTo>
                    <a:lnTo>
                      <a:pt x="78" y="18"/>
                    </a:lnTo>
                    <a:lnTo>
                      <a:pt x="74" y="18"/>
                    </a:lnTo>
                    <a:lnTo>
                      <a:pt x="74" y="22"/>
                    </a:lnTo>
                    <a:lnTo>
                      <a:pt x="74" y="22"/>
                    </a:lnTo>
                    <a:lnTo>
                      <a:pt x="74" y="26"/>
                    </a:lnTo>
                    <a:lnTo>
                      <a:pt x="74" y="26"/>
                    </a:lnTo>
                    <a:lnTo>
                      <a:pt x="74" y="26"/>
                    </a:lnTo>
                    <a:lnTo>
                      <a:pt x="74" y="26"/>
                    </a:lnTo>
                    <a:lnTo>
                      <a:pt x="74" y="26"/>
                    </a:lnTo>
                    <a:lnTo>
                      <a:pt x="72" y="26"/>
                    </a:lnTo>
                    <a:lnTo>
                      <a:pt x="72" y="26"/>
                    </a:lnTo>
                    <a:lnTo>
                      <a:pt x="72" y="26"/>
                    </a:lnTo>
                    <a:lnTo>
                      <a:pt x="72" y="26"/>
                    </a:lnTo>
                    <a:lnTo>
                      <a:pt x="72" y="26"/>
                    </a:lnTo>
                    <a:lnTo>
                      <a:pt x="68" y="26"/>
                    </a:lnTo>
                    <a:lnTo>
                      <a:pt x="68" y="22"/>
                    </a:lnTo>
                    <a:lnTo>
                      <a:pt x="68" y="22"/>
                    </a:lnTo>
                    <a:lnTo>
                      <a:pt x="68" y="22"/>
                    </a:lnTo>
                    <a:lnTo>
                      <a:pt x="64" y="22"/>
                    </a:lnTo>
                    <a:lnTo>
                      <a:pt x="64" y="22"/>
                    </a:lnTo>
                    <a:lnTo>
                      <a:pt x="64" y="22"/>
                    </a:lnTo>
                    <a:lnTo>
                      <a:pt x="60" y="22"/>
                    </a:lnTo>
                    <a:lnTo>
                      <a:pt x="60" y="22"/>
                    </a:lnTo>
                    <a:lnTo>
                      <a:pt x="56" y="22"/>
                    </a:lnTo>
                    <a:lnTo>
                      <a:pt x="56" y="22"/>
                    </a:lnTo>
                    <a:lnTo>
                      <a:pt x="56" y="22"/>
                    </a:lnTo>
                    <a:lnTo>
                      <a:pt x="56" y="22"/>
                    </a:lnTo>
                    <a:lnTo>
                      <a:pt x="56" y="22"/>
                    </a:lnTo>
                    <a:lnTo>
                      <a:pt x="52" y="22"/>
                    </a:lnTo>
                    <a:lnTo>
                      <a:pt x="52" y="22"/>
                    </a:lnTo>
                    <a:lnTo>
                      <a:pt x="52" y="22"/>
                    </a:lnTo>
                    <a:lnTo>
                      <a:pt x="52" y="22"/>
                    </a:lnTo>
                    <a:lnTo>
                      <a:pt x="52" y="22"/>
                    </a:lnTo>
                    <a:lnTo>
                      <a:pt x="52" y="22"/>
                    </a:lnTo>
                    <a:lnTo>
                      <a:pt x="48" y="26"/>
                    </a:lnTo>
                    <a:lnTo>
                      <a:pt x="48" y="26"/>
                    </a:lnTo>
                    <a:lnTo>
                      <a:pt x="48" y="26"/>
                    </a:lnTo>
                    <a:lnTo>
                      <a:pt x="48" y="26"/>
                    </a:lnTo>
                    <a:lnTo>
                      <a:pt x="48" y="26"/>
                    </a:lnTo>
                    <a:lnTo>
                      <a:pt x="48" y="26"/>
                    </a:lnTo>
                    <a:lnTo>
                      <a:pt x="48" y="26"/>
                    </a:lnTo>
                    <a:lnTo>
                      <a:pt x="46" y="30"/>
                    </a:lnTo>
                    <a:lnTo>
                      <a:pt x="46" y="30"/>
                    </a:lnTo>
                    <a:lnTo>
                      <a:pt x="46" y="30"/>
                    </a:lnTo>
                    <a:lnTo>
                      <a:pt x="46" y="30"/>
                    </a:lnTo>
                    <a:lnTo>
                      <a:pt x="46" y="30"/>
                    </a:lnTo>
                    <a:lnTo>
                      <a:pt x="46" y="30"/>
                    </a:lnTo>
                    <a:lnTo>
                      <a:pt x="46" y="30"/>
                    </a:lnTo>
                    <a:lnTo>
                      <a:pt x="42" y="30"/>
                    </a:lnTo>
                    <a:lnTo>
                      <a:pt x="42" y="30"/>
                    </a:lnTo>
                    <a:lnTo>
                      <a:pt x="42" y="30"/>
                    </a:lnTo>
                    <a:lnTo>
                      <a:pt x="38" y="30"/>
                    </a:lnTo>
                    <a:lnTo>
                      <a:pt x="38" y="30"/>
                    </a:lnTo>
                    <a:lnTo>
                      <a:pt x="38" y="30"/>
                    </a:lnTo>
                    <a:lnTo>
                      <a:pt x="38" y="30"/>
                    </a:lnTo>
                    <a:lnTo>
                      <a:pt x="38" y="30"/>
                    </a:lnTo>
                    <a:lnTo>
                      <a:pt x="34" y="30"/>
                    </a:lnTo>
                    <a:lnTo>
                      <a:pt x="34" y="30"/>
                    </a:lnTo>
                    <a:lnTo>
                      <a:pt x="30" y="30"/>
                    </a:lnTo>
                    <a:lnTo>
                      <a:pt x="30" y="30"/>
                    </a:lnTo>
                    <a:lnTo>
                      <a:pt x="30" y="30"/>
                    </a:lnTo>
                    <a:lnTo>
                      <a:pt x="30"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7" name="Freeform 121"/>
              <p:cNvSpPr>
                <a:spLocks/>
              </p:cNvSpPr>
              <p:nvPr/>
            </p:nvSpPr>
            <p:spPr bwMode="gray">
              <a:xfrm>
                <a:off x="5130414" y="3044797"/>
                <a:ext cx="76528" cy="52178"/>
              </a:xfrm>
              <a:custGeom>
                <a:avLst/>
                <a:gdLst>
                  <a:gd name="T0" fmla="*/ 26 w 44"/>
                  <a:gd name="T1" fmla="*/ 26 h 30"/>
                  <a:gd name="T2" fmla="*/ 26 w 44"/>
                  <a:gd name="T3" fmla="*/ 30 h 30"/>
                  <a:gd name="T4" fmla="*/ 22 w 44"/>
                  <a:gd name="T5" fmla="*/ 26 h 30"/>
                  <a:gd name="T6" fmla="*/ 18 w 44"/>
                  <a:gd name="T7" fmla="*/ 26 h 30"/>
                  <a:gd name="T8" fmla="*/ 14 w 44"/>
                  <a:gd name="T9" fmla="*/ 22 h 30"/>
                  <a:gd name="T10" fmla="*/ 14 w 44"/>
                  <a:gd name="T11" fmla="*/ 26 h 30"/>
                  <a:gd name="T12" fmla="*/ 12 w 44"/>
                  <a:gd name="T13" fmla="*/ 30 h 30"/>
                  <a:gd name="T14" fmla="*/ 8 w 44"/>
                  <a:gd name="T15" fmla="*/ 30 h 30"/>
                  <a:gd name="T16" fmla="*/ 4 w 44"/>
                  <a:gd name="T17" fmla="*/ 30 h 30"/>
                  <a:gd name="T18" fmla="*/ 4 w 44"/>
                  <a:gd name="T19" fmla="*/ 26 h 30"/>
                  <a:gd name="T20" fmla="*/ 4 w 44"/>
                  <a:gd name="T21" fmla="*/ 26 h 30"/>
                  <a:gd name="T22" fmla="*/ 8 w 44"/>
                  <a:gd name="T23" fmla="*/ 26 h 30"/>
                  <a:gd name="T24" fmla="*/ 4 w 44"/>
                  <a:gd name="T25" fmla="*/ 22 h 30"/>
                  <a:gd name="T26" fmla="*/ 4 w 44"/>
                  <a:gd name="T27" fmla="*/ 20 h 30"/>
                  <a:gd name="T28" fmla="*/ 4 w 44"/>
                  <a:gd name="T29" fmla="*/ 20 h 30"/>
                  <a:gd name="T30" fmla="*/ 0 w 44"/>
                  <a:gd name="T31" fmla="*/ 20 h 30"/>
                  <a:gd name="T32" fmla="*/ 0 w 44"/>
                  <a:gd name="T33" fmla="*/ 20 h 30"/>
                  <a:gd name="T34" fmla="*/ 0 w 44"/>
                  <a:gd name="T35" fmla="*/ 16 h 30"/>
                  <a:gd name="T36" fmla="*/ 4 w 44"/>
                  <a:gd name="T37" fmla="*/ 16 h 30"/>
                  <a:gd name="T38" fmla="*/ 0 w 44"/>
                  <a:gd name="T39" fmla="*/ 12 h 30"/>
                  <a:gd name="T40" fmla="*/ 0 w 44"/>
                  <a:gd name="T41" fmla="*/ 12 h 30"/>
                  <a:gd name="T42" fmla="*/ 4 w 44"/>
                  <a:gd name="T43" fmla="*/ 8 h 30"/>
                  <a:gd name="T44" fmla="*/ 4 w 44"/>
                  <a:gd name="T45" fmla="*/ 8 h 30"/>
                  <a:gd name="T46" fmla="*/ 8 w 44"/>
                  <a:gd name="T47" fmla="*/ 8 h 30"/>
                  <a:gd name="T48" fmla="*/ 12 w 44"/>
                  <a:gd name="T49" fmla="*/ 8 h 30"/>
                  <a:gd name="T50" fmla="*/ 14 w 44"/>
                  <a:gd name="T51" fmla="*/ 8 h 30"/>
                  <a:gd name="T52" fmla="*/ 18 w 44"/>
                  <a:gd name="T53" fmla="*/ 8 h 30"/>
                  <a:gd name="T54" fmla="*/ 22 w 44"/>
                  <a:gd name="T55" fmla="*/ 4 h 30"/>
                  <a:gd name="T56" fmla="*/ 26 w 44"/>
                  <a:gd name="T57" fmla="*/ 4 h 30"/>
                  <a:gd name="T58" fmla="*/ 34 w 44"/>
                  <a:gd name="T59" fmla="*/ 4 h 30"/>
                  <a:gd name="T60" fmla="*/ 38 w 44"/>
                  <a:gd name="T61" fmla="*/ 0 h 30"/>
                  <a:gd name="T62" fmla="*/ 38 w 44"/>
                  <a:gd name="T63" fmla="*/ 0 h 30"/>
                  <a:gd name="T64" fmla="*/ 42 w 44"/>
                  <a:gd name="T65" fmla="*/ 0 h 30"/>
                  <a:gd name="T66" fmla="*/ 42 w 44"/>
                  <a:gd name="T67" fmla="*/ 0 h 30"/>
                  <a:gd name="T68" fmla="*/ 42 w 44"/>
                  <a:gd name="T69" fmla="*/ 4 h 30"/>
                  <a:gd name="T70" fmla="*/ 42 w 44"/>
                  <a:gd name="T71" fmla="*/ 4 h 30"/>
                  <a:gd name="T72" fmla="*/ 44 w 44"/>
                  <a:gd name="T73" fmla="*/ 8 h 30"/>
                  <a:gd name="T74" fmla="*/ 44 w 44"/>
                  <a:gd name="T75" fmla="*/ 8 h 30"/>
                  <a:gd name="T76" fmla="*/ 42 w 44"/>
                  <a:gd name="T77" fmla="*/ 8 h 30"/>
                  <a:gd name="T78" fmla="*/ 42 w 44"/>
                  <a:gd name="T79" fmla="*/ 8 h 30"/>
                  <a:gd name="T80" fmla="*/ 38 w 44"/>
                  <a:gd name="T81" fmla="*/ 12 h 30"/>
                  <a:gd name="T82" fmla="*/ 38 w 44"/>
                  <a:gd name="T83" fmla="*/ 12 h 30"/>
                  <a:gd name="T84" fmla="*/ 30 w 44"/>
                  <a:gd name="T85" fmla="*/ 12 h 30"/>
                  <a:gd name="T86" fmla="*/ 30 w 44"/>
                  <a:gd name="T87" fmla="*/ 16 h 30"/>
                  <a:gd name="T88" fmla="*/ 34 w 44"/>
                  <a:gd name="T89" fmla="*/ 16 h 30"/>
                  <a:gd name="T90" fmla="*/ 30 w 44"/>
                  <a:gd name="T91" fmla="*/ 22 h 30"/>
                  <a:gd name="T92" fmla="*/ 30 w 44"/>
                  <a:gd name="T93" fmla="*/ 22 h 30"/>
                  <a:gd name="T94" fmla="*/ 26 w 44"/>
                  <a:gd name="T95" fmla="*/ 22 h 30"/>
                  <a:gd name="T96" fmla="*/ 26 w 44"/>
                  <a:gd name="T97" fmla="*/ 26 h 30"/>
                  <a:gd name="T98" fmla="*/ 26 w 44"/>
                  <a:gd name="T99" fmla="*/ 26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4" h="30">
                    <a:moveTo>
                      <a:pt x="26" y="26"/>
                    </a:moveTo>
                    <a:lnTo>
                      <a:pt x="26" y="26"/>
                    </a:lnTo>
                    <a:lnTo>
                      <a:pt x="26" y="26"/>
                    </a:lnTo>
                    <a:lnTo>
                      <a:pt x="26" y="30"/>
                    </a:lnTo>
                    <a:lnTo>
                      <a:pt x="26" y="30"/>
                    </a:lnTo>
                    <a:lnTo>
                      <a:pt x="26" y="30"/>
                    </a:lnTo>
                    <a:lnTo>
                      <a:pt x="22" y="30"/>
                    </a:lnTo>
                    <a:lnTo>
                      <a:pt x="22" y="26"/>
                    </a:lnTo>
                    <a:lnTo>
                      <a:pt x="22" y="26"/>
                    </a:lnTo>
                    <a:lnTo>
                      <a:pt x="18" y="30"/>
                    </a:lnTo>
                    <a:lnTo>
                      <a:pt x="18" y="30"/>
                    </a:lnTo>
                    <a:lnTo>
                      <a:pt x="18" y="26"/>
                    </a:lnTo>
                    <a:lnTo>
                      <a:pt x="14" y="26"/>
                    </a:lnTo>
                    <a:lnTo>
                      <a:pt x="14" y="26"/>
                    </a:lnTo>
                    <a:lnTo>
                      <a:pt x="14" y="22"/>
                    </a:lnTo>
                    <a:lnTo>
                      <a:pt x="14" y="22"/>
                    </a:lnTo>
                    <a:lnTo>
                      <a:pt x="14" y="26"/>
                    </a:lnTo>
                    <a:lnTo>
                      <a:pt x="14" y="26"/>
                    </a:lnTo>
                    <a:lnTo>
                      <a:pt x="14" y="26"/>
                    </a:lnTo>
                    <a:lnTo>
                      <a:pt x="14" y="26"/>
                    </a:lnTo>
                    <a:lnTo>
                      <a:pt x="12" y="30"/>
                    </a:lnTo>
                    <a:lnTo>
                      <a:pt x="8" y="30"/>
                    </a:lnTo>
                    <a:lnTo>
                      <a:pt x="8" y="30"/>
                    </a:lnTo>
                    <a:lnTo>
                      <a:pt x="8" y="30"/>
                    </a:lnTo>
                    <a:lnTo>
                      <a:pt x="4" y="30"/>
                    </a:lnTo>
                    <a:lnTo>
                      <a:pt x="4" y="30"/>
                    </a:lnTo>
                    <a:lnTo>
                      <a:pt x="4" y="30"/>
                    </a:lnTo>
                    <a:lnTo>
                      <a:pt x="4" y="30"/>
                    </a:lnTo>
                    <a:lnTo>
                      <a:pt x="4" y="26"/>
                    </a:lnTo>
                    <a:lnTo>
                      <a:pt x="4" y="26"/>
                    </a:lnTo>
                    <a:lnTo>
                      <a:pt x="4" y="26"/>
                    </a:lnTo>
                    <a:lnTo>
                      <a:pt x="4" y="26"/>
                    </a:lnTo>
                    <a:lnTo>
                      <a:pt x="4" y="26"/>
                    </a:lnTo>
                    <a:lnTo>
                      <a:pt x="4" y="26"/>
                    </a:lnTo>
                    <a:lnTo>
                      <a:pt x="4" y="26"/>
                    </a:lnTo>
                    <a:lnTo>
                      <a:pt x="8" y="26"/>
                    </a:lnTo>
                    <a:lnTo>
                      <a:pt x="8" y="26"/>
                    </a:lnTo>
                    <a:lnTo>
                      <a:pt x="8" y="22"/>
                    </a:lnTo>
                    <a:lnTo>
                      <a:pt x="4" y="22"/>
                    </a:lnTo>
                    <a:lnTo>
                      <a:pt x="4" y="22"/>
                    </a:lnTo>
                    <a:lnTo>
                      <a:pt x="4" y="22"/>
                    </a:lnTo>
                    <a:lnTo>
                      <a:pt x="4" y="20"/>
                    </a:lnTo>
                    <a:lnTo>
                      <a:pt x="4" y="20"/>
                    </a:lnTo>
                    <a:lnTo>
                      <a:pt x="4" y="20"/>
                    </a:lnTo>
                    <a:lnTo>
                      <a:pt x="4" y="20"/>
                    </a:lnTo>
                    <a:lnTo>
                      <a:pt x="4" y="20"/>
                    </a:lnTo>
                    <a:lnTo>
                      <a:pt x="4" y="20"/>
                    </a:lnTo>
                    <a:lnTo>
                      <a:pt x="0" y="20"/>
                    </a:lnTo>
                    <a:lnTo>
                      <a:pt x="0" y="20"/>
                    </a:lnTo>
                    <a:lnTo>
                      <a:pt x="0" y="20"/>
                    </a:lnTo>
                    <a:lnTo>
                      <a:pt x="0" y="20"/>
                    </a:lnTo>
                    <a:lnTo>
                      <a:pt x="0" y="16"/>
                    </a:lnTo>
                    <a:lnTo>
                      <a:pt x="0" y="16"/>
                    </a:lnTo>
                    <a:lnTo>
                      <a:pt x="0" y="16"/>
                    </a:lnTo>
                    <a:lnTo>
                      <a:pt x="4" y="16"/>
                    </a:lnTo>
                    <a:lnTo>
                      <a:pt x="4" y="16"/>
                    </a:lnTo>
                    <a:lnTo>
                      <a:pt x="4" y="16"/>
                    </a:lnTo>
                    <a:lnTo>
                      <a:pt x="0" y="16"/>
                    </a:lnTo>
                    <a:lnTo>
                      <a:pt x="0" y="12"/>
                    </a:lnTo>
                    <a:lnTo>
                      <a:pt x="0" y="12"/>
                    </a:lnTo>
                    <a:lnTo>
                      <a:pt x="0" y="16"/>
                    </a:lnTo>
                    <a:lnTo>
                      <a:pt x="0" y="12"/>
                    </a:lnTo>
                    <a:lnTo>
                      <a:pt x="0" y="12"/>
                    </a:lnTo>
                    <a:lnTo>
                      <a:pt x="0" y="12"/>
                    </a:lnTo>
                    <a:lnTo>
                      <a:pt x="4" y="8"/>
                    </a:lnTo>
                    <a:lnTo>
                      <a:pt x="4" y="8"/>
                    </a:lnTo>
                    <a:lnTo>
                      <a:pt x="4" y="8"/>
                    </a:lnTo>
                    <a:lnTo>
                      <a:pt x="4" y="8"/>
                    </a:lnTo>
                    <a:lnTo>
                      <a:pt x="4" y="8"/>
                    </a:lnTo>
                    <a:lnTo>
                      <a:pt x="4" y="8"/>
                    </a:lnTo>
                    <a:lnTo>
                      <a:pt x="8" y="8"/>
                    </a:lnTo>
                    <a:lnTo>
                      <a:pt x="8" y="8"/>
                    </a:lnTo>
                    <a:lnTo>
                      <a:pt x="8" y="8"/>
                    </a:lnTo>
                    <a:lnTo>
                      <a:pt x="12" y="8"/>
                    </a:lnTo>
                    <a:lnTo>
                      <a:pt x="12" y="8"/>
                    </a:lnTo>
                    <a:lnTo>
                      <a:pt x="12" y="8"/>
                    </a:lnTo>
                    <a:lnTo>
                      <a:pt x="14" y="8"/>
                    </a:lnTo>
                    <a:lnTo>
                      <a:pt x="14" y="8"/>
                    </a:lnTo>
                    <a:lnTo>
                      <a:pt x="18" y="8"/>
                    </a:lnTo>
                    <a:lnTo>
                      <a:pt x="18" y="8"/>
                    </a:lnTo>
                    <a:lnTo>
                      <a:pt x="18" y="8"/>
                    </a:lnTo>
                    <a:lnTo>
                      <a:pt x="18" y="4"/>
                    </a:lnTo>
                    <a:lnTo>
                      <a:pt x="22" y="4"/>
                    </a:lnTo>
                    <a:lnTo>
                      <a:pt x="22" y="4"/>
                    </a:lnTo>
                    <a:lnTo>
                      <a:pt x="22" y="4"/>
                    </a:lnTo>
                    <a:lnTo>
                      <a:pt x="22" y="4"/>
                    </a:lnTo>
                    <a:lnTo>
                      <a:pt x="26" y="4"/>
                    </a:lnTo>
                    <a:lnTo>
                      <a:pt x="30" y="4"/>
                    </a:lnTo>
                    <a:lnTo>
                      <a:pt x="34" y="4"/>
                    </a:lnTo>
                    <a:lnTo>
                      <a:pt x="34" y="4"/>
                    </a:lnTo>
                    <a:lnTo>
                      <a:pt x="34" y="4"/>
                    </a:lnTo>
                    <a:lnTo>
                      <a:pt x="38" y="4"/>
                    </a:lnTo>
                    <a:lnTo>
                      <a:pt x="38" y="0"/>
                    </a:lnTo>
                    <a:lnTo>
                      <a:pt x="38" y="0"/>
                    </a:lnTo>
                    <a:lnTo>
                      <a:pt x="38" y="0"/>
                    </a:lnTo>
                    <a:lnTo>
                      <a:pt x="38" y="0"/>
                    </a:lnTo>
                    <a:lnTo>
                      <a:pt x="38" y="0"/>
                    </a:lnTo>
                    <a:lnTo>
                      <a:pt x="42" y="0"/>
                    </a:lnTo>
                    <a:lnTo>
                      <a:pt x="42" y="0"/>
                    </a:lnTo>
                    <a:lnTo>
                      <a:pt x="42" y="0"/>
                    </a:lnTo>
                    <a:lnTo>
                      <a:pt x="42" y="0"/>
                    </a:lnTo>
                    <a:lnTo>
                      <a:pt x="42" y="0"/>
                    </a:lnTo>
                    <a:lnTo>
                      <a:pt x="42" y="0"/>
                    </a:lnTo>
                    <a:lnTo>
                      <a:pt x="42" y="4"/>
                    </a:lnTo>
                    <a:lnTo>
                      <a:pt x="42" y="4"/>
                    </a:lnTo>
                    <a:lnTo>
                      <a:pt x="42" y="4"/>
                    </a:lnTo>
                    <a:lnTo>
                      <a:pt x="42" y="4"/>
                    </a:lnTo>
                    <a:lnTo>
                      <a:pt x="42" y="4"/>
                    </a:lnTo>
                    <a:lnTo>
                      <a:pt x="44" y="8"/>
                    </a:lnTo>
                    <a:lnTo>
                      <a:pt x="44" y="8"/>
                    </a:lnTo>
                    <a:lnTo>
                      <a:pt x="44" y="8"/>
                    </a:lnTo>
                    <a:lnTo>
                      <a:pt x="44" y="8"/>
                    </a:lnTo>
                    <a:lnTo>
                      <a:pt x="44" y="8"/>
                    </a:lnTo>
                    <a:lnTo>
                      <a:pt x="44" y="8"/>
                    </a:lnTo>
                    <a:lnTo>
                      <a:pt x="42" y="8"/>
                    </a:lnTo>
                    <a:lnTo>
                      <a:pt x="42" y="8"/>
                    </a:lnTo>
                    <a:lnTo>
                      <a:pt x="42" y="8"/>
                    </a:lnTo>
                    <a:lnTo>
                      <a:pt x="42" y="8"/>
                    </a:lnTo>
                    <a:lnTo>
                      <a:pt x="42" y="8"/>
                    </a:lnTo>
                    <a:lnTo>
                      <a:pt x="42" y="8"/>
                    </a:lnTo>
                    <a:lnTo>
                      <a:pt x="42" y="8"/>
                    </a:lnTo>
                    <a:lnTo>
                      <a:pt x="38" y="8"/>
                    </a:lnTo>
                    <a:lnTo>
                      <a:pt x="38" y="12"/>
                    </a:lnTo>
                    <a:lnTo>
                      <a:pt x="38" y="12"/>
                    </a:lnTo>
                    <a:lnTo>
                      <a:pt x="38" y="12"/>
                    </a:lnTo>
                    <a:lnTo>
                      <a:pt x="38" y="12"/>
                    </a:lnTo>
                    <a:lnTo>
                      <a:pt x="34" y="12"/>
                    </a:lnTo>
                    <a:lnTo>
                      <a:pt x="34" y="12"/>
                    </a:lnTo>
                    <a:lnTo>
                      <a:pt x="30" y="12"/>
                    </a:lnTo>
                    <a:lnTo>
                      <a:pt x="30" y="16"/>
                    </a:lnTo>
                    <a:lnTo>
                      <a:pt x="30" y="16"/>
                    </a:lnTo>
                    <a:lnTo>
                      <a:pt x="30" y="16"/>
                    </a:lnTo>
                    <a:lnTo>
                      <a:pt x="30" y="16"/>
                    </a:lnTo>
                    <a:lnTo>
                      <a:pt x="30" y="16"/>
                    </a:lnTo>
                    <a:lnTo>
                      <a:pt x="34" y="16"/>
                    </a:lnTo>
                    <a:lnTo>
                      <a:pt x="34" y="20"/>
                    </a:lnTo>
                    <a:lnTo>
                      <a:pt x="34" y="22"/>
                    </a:lnTo>
                    <a:lnTo>
                      <a:pt x="30" y="22"/>
                    </a:lnTo>
                    <a:lnTo>
                      <a:pt x="30" y="22"/>
                    </a:lnTo>
                    <a:lnTo>
                      <a:pt x="30" y="22"/>
                    </a:lnTo>
                    <a:lnTo>
                      <a:pt x="30" y="22"/>
                    </a:lnTo>
                    <a:lnTo>
                      <a:pt x="26" y="22"/>
                    </a:lnTo>
                    <a:lnTo>
                      <a:pt x="26" y="22"/>
                    </a:lnTo>
                    <a:lnTo>
                      <a:pt x="26" y="22"/>
                    </a:lnTo>
                    <a:lnTo>
                      <a:pt x="26" y="22"/>
                    </a:lnTo>
                    <a:lnTo>
                      <a:pt x="26" y="22"/>
                    </a:lnTo>
                    <a:lnTo>
                      <a:pt x="26" y="26"/>
                    </a:lnTo>
                    <a:lnTo>
                      <a:pt x="26" y="26"/>
                    </a:lnTo>
                    <a:lnTo>
                      <a:pt x="26" y="26"/>
                    </a:lnTo>
                    <a:lnTo>
                      <a:pt x="26"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8" name="Freeform 122"/>
              <p:cNvSpPr>
                <a:spLocks noEditPoints="1"/>
              </p:cNvSpPr>
              <p:nvPr/>
            </p:nvSpPr>
            <p:spPr bwMode="gray">
              <a:xfrm>
                <a:off x="5057366" y="1625565"/>
                <a:ext cx="570479" cy="309588"/>
              </a:xfrm>
              <a:custGeom>
                <a:avLst/>
                <a:gdLst>
                  <a:gd name="T0" fmla="*/ 154 w 328"/>
                  <a:gd name="T1" fmla="*/ 4 h 178"/>
                  <a:gd name="T2" fmla="*/ 198 w 328"/>
                  <a:gd name="T3" fmla="*/ 10 h 178"/>
                  <a:gd name="T4" fmla="*/ 112 w 328"/>
                  <a:gd name="T5" fmla="*/ 14 h 178"/>
                  <a:gd name="T6" fmla="*/ 328 w 328"/>
                  <a:gd name="T7" fmla="*/ 14 h 178"/>
                  <a:gd name="T8" fmla="*/ 250 w 328"/>
                  <a:gd name="T9" fmla="*/ 18 h 178"/>
                  <a:gd name="T10" fmla="*/ 8 w 328"/>
                  <a:gd name="T11" fmla="*/ 30 h 178"/>
                  <a:gd name="T12" fmla="*/ 136 w 328"/>
                  <a:gd name="T13" fmla="*/ 40 h 178"/>
                  <a:gd name="T14" fmla="*/ 142 w 328"/>
                  <a:gd name="T15" fmla="*/ 52 h 178"/>
                  <a:gd name="T16" fmla="*/ 268 w 328"/>
                  <a:gd name="T17" fmla="*/ 56 h 178"/>
                  <a:gd name="T18" fmla="*/ 228 w 328"/>
                  <a:gd name="T19" fmla="*/ 64 h 178"/>
                  <a:gd name="T20" fmla="*/ 228 w 328"/>
                  <a:gd name="T21" fmla="*/ 64 h 178"/>
                  <a:gd name="T22" fmla="*/ 120 w 328"/>
                  <a:gd name="T23" fmla="*/ 174 h 178"/>
                  <a:gd name="T24" fmla="*/ 222 w 328"/>
                  <a:gd name="T25" fmla="*/ 34 h 178"/>
                  <a:gd name="T26" fmla="*/ 196 w 328"/>
                  <a:gd name="T27" fmla="*/ 44 h 178"/>
                  <a:gd name="T28" fmla="*/ 162 w 328"/>
                  <a:gd name="T29" fmla="*/ 40 h 178"/>
                  <a:gd name="T30" fmla="*/ 138 w 328"/>
                  <a:gd name="T31" fmla="*/ 34 h 178"/>
                  <a:gd name="T32" fmla="*/ 166 w 328"/>
                  <a:gd name="T33" fmla="*/ 30 h 178"/>
                  <a:gd name="T34" fmla="*/ 128 w 328"/>
                  <a:gd name="T35" fmla="*/ 30 h 178"/>
                  <a:gd name="T36" fmla="*/ 108 w 328"/>
                  <a:gd name="T37" fmla="*/ 18 h 178"/>
                  <a:gd name="T38" fmla="*/ 124 w 328"/>
                  <a:gd name="T39" fmla="*/ 10 h 178"/>
                  <a:gd name="T40" fmla="*/ 142 w 328"/>
                  <a:gd name="T41" fmla="*/ 10 h 178"/>
                  <a:gd name="T42" fmla="*/ 168 w 328"/>
                  <a:gd name="T43" fmla="*/ 22 h 178"/>
                  <a:gd name="T44" fmla="*/ 184 w 328"/>
                  <a:gd name="T45" fmla="*/ 10 h 178"/>
                  <a:gd name="T46" fmla="*/ 196 w 328"/>
                  <a:gd name="T47" fmla="*/ 14 h 178"/>
                  <a:gd name="T48" fmla="*/ 218 w 328"/>
                  <a:gd name="T49" fmla="*/ 18 h 178"/>
                  <a:gd name="T50" fmla="*/ 50 w 328"/>
                  <a:gd name="T51" fmla="*/ 96 h 178"/>
                  <a:gd name="T52" fmla="*/ 82 w 328"/>
                  <a:gd name="T53" fmla="*/ 92 h 178"/>
                  <a:gd name="T54" fmla="*/ 82 w 328"/>
                  <a:gd name="T55" fmla="*/ 86 h 178"/>
                  <a:gd name="T56" fmla="*/ 68 w 328"/>
                  <a:gd name="T57" fmla="*/ 82 h 178"/>
                  <a:gd name="T58" fmla="*/ 52 w 328"/>
                  <a:gd name="T59" fmla="*/ 78 h 178"/>
                  <a:gd name="T60" fmla="*/ 76 w 328"/>
                  <a:gd name="T61" fmla="*/ 70 h 178"/>
                  <a:gd name="T62" fmla="*/ 82 w 328"/>
                  <a:gd name="T63" fmla="*/ 66 h 178"/>
                  <a:gd name="T64" fmla="*/ 68 w 328"/>
                  <a:gd name="T65" fmla="*/ 66 h 178"/>
                  <a:gd name="T66" fmla="*/ 56 w 328"/>
                  <a:gd name="T67" fmla="*/ 66 h 178"/>
                  <a:gd name="T68" fmla="*/ 38 w 328"/>
                  <a:gd name="T69" fmla="*/ 74 h 178"/>
                  <a:gd name="T70" fmla="*/ 26 w 328"/>
                  <a:gd name="T71" fmla="*/ 64 h 178"/>
                  <a:gd name="T72" fmla="*/ 26 w 328"/>
                  <a:gd name="T73" fmla="*/ 52 h 178"/>
                  <a:gd name="T74" fmla="*/ 12 w 328"/>
                  <a:gd name="T75" fmla="*/ 48 h 178"/>
                  <a:gd name="T76" fmla="*/ 12 w 328"/>
                  <a:gd name="T77" fmla="*/ 30 h 178"/>
                  <a:gd name="T78" fmla="*/ 22 w 328"/>
                  <a:gd name="T79" fmla="*/ 26 h 178"/>
                  <a:gd name="T80" fmla="*/ 38 w 328"/>
                  <a:gd name="T81" fmla="*/ 30 h 178"/>
                  <a:gd name="T82" fmla="*/ 42 w 328"/>
                  <a:gd name="T83" fmla="*/ 36 h 178"/>
                  <a:gd name="T84" fmla="*/ 64 w 328"/>
                  <a:gd name="T85" fmla="*/ 34 h 178"/>
                  <a:gd name="T86" fmla="*/ 82 w 328"/>
                  <a:gd name="T87" fmla="*/ 52 h 178"/>
                  <a:gd name="T88" fmla="*/ 80 w 328"/>
                  <a:gd name="T89" fmla="*/ 26 h 178"/>
                  <a:gd name="T90" fmla="*/ 108 w 328"/>
                  <a:gd name="T91" fmla="*/ 30 h 178"/>
                  <a:gd name="T92" fmla="*/ 120 w 328"/>
                  <a:gd name="T93" fmla="*/ 40 h 178"/>
                  <a:gd name="T94" fmla="*/ 154 w 328"/>
                  <a:gd name="T95" fmla="*/ 56 h 178"/>
                  <a:gd name="T96" fmla="*/ 128 w 328"/>
                  <a:gd name="T97" fmla="*/ 64 h 178"/>
                  <a:gd name="T98" fmla="*/ 112 w 328"/>
                  <a:gd name="T99" fmla="*/ 86 h 178"/>
                  <a:gd name="T100" fmla="*/ 90 w 328"/>
                  <a:gd name="T101" fmla="*/ 110 h 178"/>
                  <a:gd name="T102" fmla="*/ 76 w 328"/>
                  <a:gd name="T103" fmla="*/ 110 h 178"/>
                  <a:gd name="T104" fmla="*/ 64 w 328"/>
                  <a:gd name="T105" fmla="*/ 104 h 178"/>
                  <a:gd name="T106" fmla="*/ 8 w 328"/>
                  <a:gd name="T107" fmla="*/ 64 h 178"/>
                  <a:gd name="T108" fmla="*/ 22 w 328"/>
                  <a:gd name="T109" fmla="*/ 70 h 178"/>
                  <a:gd name="T110" fmla="*/ 166 w 328"/>
                  <a:gd name="T111" fmla="*/ 64 h 178"/>
                  <a:gd name="T112" fmla="*/ 146 w 328"/>
                  <a:gd name="T113" fmla="*/ 74 h 178"/>
                  <a:gd name="T114" fmla="*/ 168 w 328"/>
                  <a:gd name="T115" fmla="*/ 92 h 178"/>
                  <a:gd name="T116" fmla="*/ 154 w 328"/>
                  <a:gd name="T117" fmla="*/ 86 h 178"/>
                  <a:gd name="T118" fmla="*/ 176 w 328"/>
                  <a:gd name="T119" fmla="*/ 74 h 178"/>
                  <a:gd name="T120" fmla="*/ 192 w 328"/>
                  <a:gd name="T121" fmla="*/ 82 h 178"/>
                  <a:gd name="T122" fmla="*/ 180 w 328"/>
                  <a:gd name="T1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28" h="178">
                    <a:moveTo>
                      <a:pt x="146" y="4"/>
                    </a:moveTo>
                    <a:lnTo>
                      <a:pt x="146" y="0"/>
                    </a:lnTo>
                    <a:lnTo>
                      <a:pt x="142" y="0"/>
                    </a:lnTo>
                    <a:lnTo>
                      <a:pt x="146" y="0"/>
                    </a:lnTo>
                    <a:lnTo>
                      <a:pt x="150" y="0"/>
                    </a:lnTo>
                    <a:lnTo>
                      <a:pt x="150" y="4"/>
                    </a:lnTo>
                    <a:lnTo>
                      <a:pt x="146" y="4"/>
                    </a:lnTo>
                    <a:lnTo>
                      <a:pt x="146" y="4"/>
                    </a:lnTo>
                    <a:lnTo>
                      <a:pt x="146" y="4"/>
                    </a:lnTo>
                    <a:close/>
                    <a:moveTo>
                      <a:pt x="150" y="4"/>
                    </a:moveTo>
                    <a:lnTo>
                      <a:pt x="154" y="0"/>
                    </a:lnTo>
                    <a:lnTo>
                      <a:pt x="154" y="4"/>
                    </a:lnTo>
                    <a:lnTo>
                      <a:pt x="150" y="4"/>
                    </a:lnTo>
                    <a:lnTo>
                      <a:pt x="150" y="4"/>
                    </a:lnTo>
                    <a:lnTo>
                      <a:pt x="150" y="4"/>
                    </a:lnTo>
                    <a:close/>
                    <a:moveTo>
                      <a:pt x="136" y="6"/>
                    </a:moveTo>
                    <a:lnTo>
                      <a:pt x="132" y="6"/>
                    </a:lnTo>
                    <a:lnTo>
                      <a:pt x="136" y="6"/>
                    </a:lnTo>
                    <a:lnTo>
                      <a:pt x="136" y="6"/>
                    </a:lnTo>
                    <a:lnTo>
                      <a:pt x="136" y="6"/>
                    </a:lnTo>
                    <a:close/>
                    <a:moveTo>
                      <a:pt x="196" y="10"/>
                    </a:moveTo>
                    <a:lnTo>
                      <a:pt x="196" y="6"/>
                    </a:lnTo>
                    <a:lnTo>
                      <a:pt x="196" y="10"/>
                    </a:lnTo>
                    <a:lnTo>
                      <a:pt x="198" y="10"/>
                    </a:lnTo>
                    <a:lnTo>
                      <a:pt x="196" y="10"/>
                    </a:lnTo>
                    <a:lnTo>
                      <a:pt x="196" y="10"/>
                    </a:lnTo>
                    <a:lnTo>
                      <a:pt x="196" y="10"/>
                    </a:lnTo>
                    <a:close/>
                    <a:moveTo>
                      <a:pt x="112" y="14"/>
                    </a:moveTo>
                    <a:lnTo>
                      <a:pt x="108" y="14"/>
                    </a:lnTo>
                    <a:lnTo>
                      <a:pt x="108" y="10"/>
                    </a:lnTo>
                    <a:lnTo>
                      <a:pt x="112" y="10"/>
                    </a:lnTo>
                    <a:lnTo>
                      <a:pt x="116" y="10"/>
                    </a:lnTo>
                    <a:lnTo>
                      <a:pt x="116" y="14"/>
                    </a:lnTo>
                    <a:lnTo>
                      <a:pt x="112" y="14"/>
                    </a:lnTo>
                    <a:lnTo>
                      <a:pt x="112" y="14"/>
                    </a:lnTo>
                    <a:lnTo>
                      <a:pt x="112" y="14"/>
                    </a:lnTo>
                    <a:close/>
                    <a:moveTo>
                      <a:pt x="298" y="18"/>
                    </a:moveTo>
                    <a:lnTo>
                      <a:pt x="296" y="18"/>
                    </a:lnTo>
                    <a:lnTo>
                      <a:pt x="298" y="18"/>
                    </a:lnTo>
                    <a:lnTo>
                      <a:pt x="302" y="18"/>
                    </a:lnTo>
                    <a:lnTo>
                      <a:pt x="306" y="18"/>
                    </a:lnTo>
                    <a:lnTo>
                      <a:pt x="310" y="18"/>
                    </a:lnTo>
                    <a:lnTo>
                      <a:pt x="314" y="18"/>
                    </a:lnTo>
                    <a:lnTo>
                      <a:pt x="318" y="18"/>
                    </a:lnTo>
                    <a:lnTo>
                      <a:pt x="318" y="14"/>
                    </a:lnTo>
                    <a:lnTo>
                      <a:pt x="322" y="14"/>
                    </a:lnTo>
                    <a:lnTo>
                      <a:pt x="326" y="14"/>
                    </a:lnTo>
                    <a:lnTo>
                      <a:pt x="328" y="14"/>
                    </a:lnTo>
                    <a:lnTo>
                      <a:pt x="326" y="14"/>
                    </a:lnTo>
                    <a:lnTo>
                      <a:pt x="326" y="18"/>
                    </a:lnTo>
                    <a:lnTo>
                      <a:pt x="322" y="18"/>
                    </a:lnTo>
                    <a:lnTo>
                      <a:pt x="318" y="18"/>
                    </a:lnTo>
                    <a:lnTo>
                      <a:pt x="314" y="18"/>
                    </a:lnTo>
                    <a:lnTo>
                      <a:pt x="310" y="18"/>
                    </a:lnTo>
                    <a:lnTo>
                      <a:pt x="306" y="18"/>
                    </a:lnTo>
                    <a:lnTo>
                      <a:pt x="298" y="18"/>
                    </a:lnTo>
                    <a:lnTo>
                      <a:pt x="298" y="18"/>
                    </a:lnTo>
                    <a:lnTo>
                      <a:pt x="298" y="18"/>
                    </a:lnTo>
                    <a:close/>
                    <a:moveTo>
                      <a:pt x="248" y="18"/>
                    </a:moveTo>
                    <a:lnTo>
                      <a:pt x="250" y="18"/>
                    </a:lnTo>
                    <a:lnTo>
                      <a:pt x="248" y="18"/>
                    </a:lnTo>
                    <a:lnTo>
                      <a:pt x="244" y="18"/>
                    </a:lnTo>
                    <a:lnTo>
                      <a:pt x="248" y="18"/>
                    </a:lnTo>
                    <a:lnTo>
                      <a:pt x="248" y="18"/>
                    </a:lnTo>
                    <a:lnTo>
                      <a:pt x="248" y="18"/>
                    </a:lnTo>
                    <a:close/>
                    <a:moveTo>
                      <a:pt x="8" y="30"/>
                    </a:moveTo>
                    <a:lnTo>
                      <a:pt x="4" y="30"/>
                    </a:lnTo>
                    <a:lnTo>
                      <a:pt x="0" y="30"/>
                    </a:lnTo>
                    <a:lnTo>
                      <a:pt x="4" y="30"/>
                    </a:lnTo>
                    <a:lnTo>
                      <a:pt x="8" y="30"/>
                    </a:lnTo>
                    <a:lnTo>
                      <a:pt x="8" y="30"/>
                    </a:lnTo>
                    <a:lnTo>
                      <a:pt x="8" y="30"/>
                    </a:lnTo>
                    <a:close/>
                    <a:moveTo>
                      <a:pt x="4" y="34"/>
                    </a:moveTo>
                    <a:lnTo>
                      <a:pt x="4" y="30"/>
                    </a:lnTo>
                    <a:lnTo>
                      <a:pt x="8" y="30"/>
                    </a:lnTo>
                    <a:lnTo>
                      <a:pt x="8" y="34"/>
                    </a:lnTo>
                    <a:lnTo>
                      <a:pt x="4" y="34"/>
                    </a:lnTo>
                    <a:lnTo>
                      <a:pt x="4" y="34"/>
                    </a:lnTo>
                    <a:lnTo>
                      <a:pt x="4" y="34"/>
                    </a:lnTo>
                    <a:close/>
                    <a:moveTo>
                      <a:pt x="136" y="40"/>
                    </a:moveTo>
                    <a:lnTo>
                      <a:pt x="132" y="40"/>
                    </a:lnTo>
                    <a:lnTo>
                      <a:pt x="128" y="40"/>
                    </a:lnTo>
                    <a:lnTo>
                      <a:pt x="132" y="40"/>
                    </a:lnTo>
                    <a:lnTo>
                      <a:pt x="136" y="40"/>
                    </a:lnTo>
                    <a:lnTo>
                      <a:pt x="138" y="40"/>
                    </a:lnTo>
                    <a:lnTo>
                      <a:pt x="136" y="40"/>
                    </a:lnTo>
                    <a:lnTo>
                      <a:pt x="136" y="40"/>
                    </a:lnTo>
                    <a:lnTo>
                      <a:pt x="136" y="40"/>
                    </a:lnTo>
                    <a:close/>
                    <a:moveTo>
                      <a:pt x="138" y="52"/>
                    </a:moveTo>
                    <a:lnTo>
                      <a:pt x="136" y="52"/>
                    </a:lnTo>
                    <a:lnTo>
                      <a:pt x="136" y="48"/>
                    </a:lnTo>
                    <a:lnTo>
                      <a:pt x="138" y="48"/>
                    </a:lnTo>
                    <a:lnTo>
                      <a:pt x="142" y="48"/>
                    </a:lnTo>
                    <a:lnTo>
                      <a:pt x="146" y="48"/>
                    </a:lnTo>
                    <a:lnTo>
                      <a:pt x="146" y="52"/>
                    </a:lnTo>
                    <a:lnTo>
                      <a:pt x="142" y="52"/>
                    </a:lnTo>
                    <a:lnTo>
                      <a:pt x="138" y="52"/>
                    </a:lnTo>
                    <a:lnTo>
                      <a:pt x="138" y="52"/>
                    </a:lnTo>
                    <a:lnTo>
                      <a:pt x="138" y="52"/>
                    </a:lnTo>
                    <a:close/>
                    <a:moveTo>
                      <a:pt x="250" y="56"/>
                    </a:moveTo>
                    <a:lnTo>
                      <a:pt x="248" y="56"/>
                    </a:lnTo>
                    <a:lnTo>
                      <a:pt x="250" y="52"/>
                    </a:lnTo>
                    <a:lnTo>
                      <a:pt x="254" y="52"/>
                    </a:lnTo>
                    <a:lnTo>
                      <a:pt x="258" y="52"/>
                    </a:lnTo>
                    <a:lnTo>
                      <a:pt x="262" y="52"/>
                    </a:lnTo>
                    <a:lnTo>
                      <a:pt x="262" y="56"/>
                    </a:lnTo>
                    <a:lnTo>
                      <a:pt x="266" y="56"/>
                    </a:lnTo>
                    <a:lnTo>
                      <a:pt x="268" y="56"/>
                    </a:lnTo>
                    <a:lnTo>
                      <a:pt x="268" y="52"/>
                    </a:lnTo>
                    <a:lnTo>
                      <a:pt x="272" y="52"/>
                    </a:lnTo>
                    <a:lnTo>
                      <a:pt x="272" y="56"/>
                    </a:lnTo>
                    <a:lnTo>
                      <a:pt x="268" y="56"/>
                    </a:lnTo>
                    <a:lnTo>
                      <a:pt x="266" y="56"/>
                    </a:lnTo>
                    <a:lnTo>
                      <a:pt x="262" y="56"/>
                    </a:lnTo>
                    <a:lnTo>
                      <a:pt x="258" y="56"/>
                    </a:lnTo>
                    <a:lnTo>
                      <a:pt x="254" y="56"/>
                    </a:lnTo>
                    <a:lnTo>
                      <a:pt x="250" y="56"/>
                    </a:lnTo>
                    <a:lnTo>
                      <a:pt x="250" y="56"/>
                    </a:lnTo>
                    <a:lnTo>
                      <a:pt x="250" y="56"/>
                    </a:lnTo>
                    <a:close/>
                    <a:moveTo>
                      <a:pt x="228" y="64"/>
                    </a:moveTo>
                    <a:lnTo>
                      <a:pt x="228" y="60"/>
                    </a:lnTo>
                    <a:lnTo>
                      <a:pt x="224" y="60"/>
                    </a:lnTo>
                    <a:lnTo>
                      <a:pt x="224" y="56"/>
                    </a:lnTo>
                    <a:lnTo>
                      <a:pt x="228" y="56"/>
                    </a:lnTo>
                    <a:lnTo>
                      <a:pt x="228" y="60"/>
                    </a:lnTo>
                    <a:lnTo>
                      <a:pt x="232" y="60"/>
                    </a:lnTo>
                    <a:lnTo>
                      <a:pt x="236" y="60"/>
                    </a:lnTo>
                    <a:lnTo>
                      <a:pt x="232" y="60"/>
                    </a:lnTo>
                    <a:lnTo>
                      <a:pt x="232" y="64"/>
                    </a:lnTo>
                    <a:lnTo>
                      <a:pt x="228" y="64"/>
                    </a:lnTo>
                    <a:lnTo>
                      <a:pt x="228" y="64"/>
                    </a:lnTo>
                    <a:lnTo>
                      <a:pt x="228" y="64"/>
                    </a:lnTo>
                    <a:close/>
                    <a:moveTo>
                      <a:pt x="206" y="122"/>
                    </a:moveTo>
                    <a:lnTo>
                      <a:pt x="206" y="118"/>
                    </a:lnTo>
                    <a:lnTo>
                      <a:pt x="210" y="118"/>
                    </a:lnTo>
                    <a:lnTo>
                      <a:pt x="210" y="114"/>
                    </a:lnTo>
                    <a:lnTo>
                      <a:pt x="214" y="114"/>
                    </a:lnTo>
                    <a:lnTo>
                      <a:pt x="210" y="118"/>
                    </a:lnTo>
                    <a:lnTo>
                      <a:pt x="206" y="122"/>
                    </a:lnTo>
                    <a:lnTo>
                      <a:pt x="206" y="122"/>
                    </a:lnTo>
                    <a:lnTo>
                      <a:pt x="206" y="122"/>
                    </a:lnTo>
                    <a:close/>
                    <a:moveTo>
                      <a:pt x="120" y="178"/>
                    </a:moveTo>
                    <a:lnTo>
                      <a:pt x="116" y="174"/>
                    </a:lnTo>
                    <a:lnTo>
                      <a:pt x="120" y="174"/>
                    </a:lnTo>
                    <a:lnTo>
                      <a:pt x="124" y="174"/>
                    </a:lnTo>
                    <a:lnTo>
                      <a:pt x="124" y="178"/>
                    </a:lnTo>
                    <a:lnTo>
                      <a:pt x="120" y="178"/>
                    </a:lnTo>
                    <a:lnTo>
                      <a:pt x="120" y="178"/>
                    </a:lnTo>
                    <a:lnTo>
                      <a:pt x="120" y="178"/>
                    </a:lnTo>
                    <a:close/>
                    <a:moveTo>
                      <a:pt x="236" y="22"/>
                    </a:moveTo>
                    <a:lnTo>
                      <a:pt x="236" y="26"/>
                    </a:lnTo>
                    <a:lnTo>
                      <a:pt x="232" y="26"/>
                    </a:lnTo>
                    <a:lnTo>
                      <a:pt x="232" y="30"/>
                    </a:lnTo>
                    <a:lnTo>
                      <a:pt x="228" y="30"/>
                    </a:lnTo>
                    <a:lnTo>
                      <a:pt x="224" y="30"/>
                    </a:lnTo>
                    <a:lnTo>
                      <a:pt x="222" y="34"/>
                    </a:lnTo>
                    <a:lnTo>
                      <a:pt x="218" y="34"/>
                    </a:lnTo>
                    <a:lnTo>
                      <a:pt x="218" y="36"/>
                    </a:lnTo>
                    <a:lnTo>
                      <a:pt x="222" y="36"/>
                    </a:lnTo>
                    <a:lnTo>
                      <a:pt x="218" y="36"/>
                    </a:lnTo>
                    <a:lnTo>
                      <a:pt x="218" y="40"/>
                    </a:lnTo>
                    <a:lnTo>
                      <a:pt x="214" y="40"/>
                    </a:lnTo>
                    <a:lnTo>
                      <a:pt x="210" y="40"/>
                    </a:lnTo>
                    <a:lnTo>
                      <a:pt x="206" y="40"/>
                    </a:lnTo>
                    <a:lnTo>
                      <a:pt x="202" y="40"/>
                    </a:lnTo>
                    <a:lnTo>
                      <a:pt x="198" y="40"/>
                    </a:lnTo>
                    <a:lnTo>
                      <a:pt x="196" y="40"/>
                    </a:lnTo>
                    <a:lnTo>
                      <a:pt x="196" y="44"/>
                    </a:lnTo>
                    <a:lnTo>
                      <a:pt x="192" y="44"/>
                    </a:lnTo>
                    <a:lnTo>
                      <a:pt x="188" y="44"/>
                    </a:lnTo>
                    <a:lnTo>
                      <a:pt x="184" y="44"/>
                    </a:lnTo>
                    <a:lnTo>
                      <a:pt x="180" y="44"/>
                    </a:lnTo>
                    <a:lnTo>
                      <a:pt x="176" y="44"/>
                    </a:lnTo>
                    <a:lnTo>
                      <a:pt x="172" y="44"/>
                    </a:lnTo>
                    <a:lnTo>
                      <a:pt x="172" y="40"/>
                    </a:lnTo>
                    <a:lnTo>
                      <a:pt x="176" y="40"/>
                    </a:lnTo>
                    <a:lnTo>
                      <a:pt x="172" y="40"/>
                    </a:lnTo>
                    <a:lnTo>
                      <a:pt x="168" y="40"/>
                    </a:lnTo>
                    <a:lnTo>
                      <a:pt x="166" y="40"/>
                    </a:lnTo>
                    <a:lnTo>
                      <a:pt x="162" y="40"/>
                    </a:lnTo>
                    <a:lnTo>
                      <a:pt x="158" y="40"/>
                    </a:lnTo>
                    <a:lnTo>
                      <a:pt x="154" y="40"/>
                    </a:lnTo>
                    <a:lnTo>
                      <a:pt x="150" y="40"/>
                    </a:lnTo>
                    <a:lnTo>
                      <a:pt x="146" y="40"/>
                    </a:lnTo>
                    <a:lnTo>
                      <a:pt x="146" y="36"/>
                    </a:lnTo>
                    <a:lnTo>
                      <a:pt x="142" y="36"/>
                    </a:lnTo>
                    <a:lnTo>
                      <a:pt x="138" y="36"/>
                    </a:lnTo>
                    <a:lnTo>
                      <a:pt x="136" y="36"/>
                    </a:lnTo>
                    <a:lnTo>
                      <a:pt x="132" y="36"/>
                    </a:lnTo>
                    <a:lnTo>
                      <a:pt x="132" y="34"/>
                    </a:lnTo>
                    <a:lnTo>
                      <a:pt x="136" y="34"/>
                    </a:lnTo>
                    <a:lnTo>
                      <a:pt x="138" y="34"/>
                    </a:lnTo>
                    <a:lnTo>
                      <a:pt x="142" y="34"/>
                    </a:lnTo>
                    <a:lnTo>
                      <a:pt x="146" y="34"/>
                    </a:lnTo>
                    <a:lnTo>
                      <a:pt x="150" y="34"/>
                    </a:lnTo>
                    <a:lnTo>
                      <a:pt x="146" y="34"/>
                    </a:lnTo>
                    <a:lnTo>
                      <a:pt x="142" y="34"/>
                    </a:lnTo>
                    <a:lnTo>
                      <a:pt x="150" y="30"/>
                    </a:lnTo>
                    <a:lnTo>
                      <a:pt x="154" y="30"/>
                    </a:lnTo>
                    <a:lnTo>
                      <a:pt x="158" y="30"/>
                    </a:lnTo>
                    <a:lnTo>
                      <a:pt x="162" y="30"/>
                    </a:lnTo>
                    <a:lnTo>
                      <a:pt x="166" y="30"/>
                    </a:lnTo>
                    <a:lnTo>
                      <a:pt x="168" y="30"/>
                    </a:lnTo>
                    <a:lnTo>
                      <a:pt x="166" y="30"/>
                    </a:lnTo>
                    <a:lnTo>
                      <a:pt x="162" y="30"/>
                    </a:lnTo>
                    <a:lnTo>
                      <a:pt x="158" y="30"/>
                    </a:lnTo>
                    <a:lnTo>
                      <a:pt x="162" y="30"/>
                    </a:lnTo>
                    <a:lnTo>
                      <a:pt x="162" y="26"/>
                    </a:lnTo>
                    <a:lnTo>
                      <a:pt x="158" y="26"/>
                    </a:lnTo>
                    <a:lnTo>
                      <a:pt x="154" y="26"/>
                    </a:lnTo>
                    <a:lnTo>
                      <a:pt x="150" y="26"/>
                    </a:lnTo>
                    <a:lnTo>
                      <a:pt x="146" y="30"/>
                    </a:lnTo>
                    <a:lnTo>
                      <a:pt x="142" y="30"/>
                    </a:lnTo>
                    <a:lnTo>
                      <a:pt x="138" y="30"/>
                    </a:lnTo>
                    <a:lnTo>
                      <a:pt x="136" y="30"/>
                    </a:lnTo>
                    <a:lnTo>
                      <a:pt x="128" y="30"/>
                    </a:lnTo>
                    <a:lnTo>
                      <a:pt x="120" y="30"/>
                    </a:lnTo>
                    <a:lnTo>
                      <a:pt x="116" y="30"/>
                    </a:lnTo>
                    <a:lnTo>
                      <a:pt x="112" y="30"/>
                    </a:lnTo>
                    <a:lnTo>
                      <a:pt x="108" y="26"/>
                    </a:lnTo>
                    <a:lnTo>
                      <a:pt x="112" y="22"/>
                    </a:lnTo>
                    <a:lnTo>
                      <a:pt x="116" y="22"/>
                    </a:lnTo>
                    <a:lnTo>
                      <a:pt x="112" y="22"/>
                    </a:lnTo>
                    <a:lnTo>
                      <a:pt x="108" y="22"/>
                    </a:lnTo>
                    <a:lnTo>
                      <a:pt x="108" y="18"/>
                    </a:lnTo>
                    <a:lnTo>
                      <a:pt x="108" y="22"/>
                    </a:lnTo>
                    <a:lnTo>
                      <a:pt x="112" y="18"/>
                    </a:lnTo>
                    <a:lnTo>
                      <a:pt x="108" y="18"/>
                    </a:lnTo>
                    <a:lnTo>
                      <a:pt x="106" y="18"/>
                    </a:lnTo>
                    <a:lnTo>
                      <a:pt x="108" y="18"/>
                    </a:lnTo>
                    <a:lnTo>
                      <a:pt x="112" y="18"/>
                    </a:lnTo>
                    <a:lnTo>
                      <a:pt x="116" y="18"/>
                    </a:lnTo>
                    <a:lnTo>
                      <a:pt x="120" y="18"/>
                    </a:lnTo>
                    <a:lnTo>
                      <a:pt x="124" y="18"/>
                    </a:lnTo>
                    <a:lnTo>
                      <a:pt x="128" y="18"/>
                    </a:lnTo>
                    <a:lnTo>
                      <a:pt x="124" y="18"/>
                    </a:lnTo>
                    <a:lnTo>
                      <a:pt x="124" y="14"/>
                    </a:lnTo>
                    <a:lnTo>
                      <a:pt x="120" y="14"/>
                    </a:lnTo>
                    <a:lnTo>
                      <a:pt x="120" y="10"/>
                    </a:lnTo>
                    <a:lnTo>
                      <a:pt x="124" y="10"/>
                    </a:lnTo>
                    <a:lnTo>
                      <a:pt x="128" y="14"/>
                    </a:lnTo>
                    <a:lnTo>
                      <a:pt x="132" y="14"/>
                    </a:lnTo>
                    <a:lnTo>
                      <a:pt x="132" y="10"/>
                    </a:lnTo>
                    <a:lnTo>
                      <a:pt x="136" y="10"/>
                    </a:lnTo>
                    <a:lnTo>
                      <a:pt x="132" y="10"/>
                    </a:lnTo>
                    <a:lnTo>
                      <a:pt x="128" y="10"/>
                    </a:lnTo>
                    <a:lnTo>
                      <a:pt x="128" y="6"/>
                    </a:lnTo>
                    <a:lnTo>
                      <a:pt x="132" y="6"/>
                    </a:lnTo>
                    <a:lnTo>
                      <a:pt x="136" y="6"/>
                    </a:lnTo>
                    <a:lnTo>
                      <a:pt x="136" y="10"/>
                    </a:lnTo>
                    <a:lnTo>
                      <a:pt x="138" y="10"/>
                    </a:lnTo>
                    <a:lnTo>
                      <a:pt x="142" y="10"/>
                    </a:lnTo>
                    <a:lnTo>
                      <a:pt x="142" y="14"/>
                    </a:lnTo>
                    <a:lnTo>
                      <a:pt x="146" y="14"/>
                    </a:lnTo>
                    <a:lnTo>
                      <a:pt x="150" y="14"/>
                    </a:lnTo>
                    <a:lnTo>
                      <a:pt x="154" y="14"/>
                    </a:lnTo>
                    <a:lnTo>
                      <a:pt x="158" y="14"/>
                    </a:lnTo>
                    <a:lnTo>
                      <a:pt x="162" y="14"/>
                    </a:lnTo>
                    <a:lnTo>
                      <a:pt x="162" y="18"/>
                    </a:lnTo>
                    <a:lnTo>
                      <a:pt x="158" y="18"/>
                    </a:lnTo>
                    <a:lnTo>
                      <a:pt x="162" y="18"/>
                    </a:lnTo>
                    <a:lnTo>
                      <a:pt x="166" y="18"/>
                    </a:lnTo>
                    <a:lnTo>
                      <a:pt x="166" y="22"/>
                    </a:lnTo>
                    <a:lnTo>
                      <a:pt x="168" y="22"/>
                    </a:lnTo>
                    <a:lnTo>
                      <a:pt x="168" y="18"/>
                    </a:lnTo>
                    <a:lnTo>
                      <a:pt x="168" y="14"/>
                    </a:lnTo>
                    <a:lnTo>
                      <a:pt x="172" y="14"/>
                    </a:lnTo>
                    <a:lnTo>
                      <a:pt x="168" y="14"/>
                    </a:lnTo>
                    <a:lnTo>
                      <a:pt x="168" y="10"/>
                    </a:lnTo>
                    <a:lnTo>
                      <a:pt x="172" y="10"/>
                    </a:lnTo>
                    <a:lnTo>
                      <a:pt x="172" y="14"/>
                    </a:lnTo>
                    <a:lnTo>
                      <a:pt x="176" y="10"/>
                    </a:lnTo>
                    <a:lnTo>
                      <a:pt x="176" y="6"/>
                    </a:lnTo>
                    <a:lnTo>
                      <a:pt x="180" y="6"/>
                    </a:lnTo>
                    <a:lnTo>
                      <a:pt x="180" y="10"/>
                    </a:lnTo>
                    <a:lnTo>
                      <a:pt x="184" y="10"/>
                    </a:lnTo>
                    <a:lnTo>
                      <a:pt x="180" y="10"/>
                    </a:lnTo>
                    <a:lnTo>
                      <a:pt x="184" y="10"/>
                    </a:lnTo>
                    <a:lnTo>
                      <a:pt x="180" y="14"/>
                    </a:lnTo>
                    <a:lnTo>
                      <a:pt x="176" y="14"/>
                    </a:lnTo>
                    <a:lnTo>
                      <a:pt x="176" y="18"/>
                    </a:lnTo>
                    <a:lnTo>
                      <a:pt x="180" y="18"/>
                    </a:lnTo>
                    <a:lnTo>
                      <a:pt x="184" y="14"/>
                    </a:lnTo>
                    <a:lnTo>
                      <a:pt x="184" y="18"/>
                    </a:lnTo>
                    <a:lnTo>
                      <a:pt x="188" y="18"/>
                    </a:lnTo>
                    <a:lnTo>
                      <a:pt x="188" y="14"/>
                    </a:lnTo>
                    <a:lnTo>
                      <a:pt x="192" y="14"/>
                    </a:lnTo>
                    <a:lnTo>
                      <a:pt x="196" y="14"/>
                    </a:lnTo>
                    <a:lnTo>
                      <a:pt x="198" y="14"/>
                    </a:lnTo>
                    <a:lnTo>
                      <a:pt x="196" y="10"/>
                    </a:lnTo>
                    <a:lnTo>
                      <a:pt x="198" y="10"/>
                    </a:lnTo>
                    <a:lnTo>
                      <a:pt x="198" y="14"/>
                    </a:lnTo>
                    <a:lnTo>
                      <a:pt x="202" y="14"/>
                    </a:lnTo>
                    <a:lnTo>
                      <a:pt x="202" y="10"/>
                    </a:lnTo>
                    <a:lnTo>
                      <a:pt x="202" y="14"/>
                    </a:lnTo>
                    <a:lnTo>
                      <a:pt x="206" y="14"/>
                    </a:lnTo>
                    <a:lnTo>
                      <a:pt x="210" y="14"/>
                    </a:lnTo>
                    <a:lnTo>
                      <a:pt x="214" y="14"/>
                    </a:lnTo>
                    <a:lnTo>
                      <a:pt x="218" y="14"/>
                    </a:lnTo>
                    <a:lnTo>
                      <a:pt x="218" y="18"/>
                    </a:lnTo>
                    <a:lnTo>
                      <a:pt x="222" y="18"/>
                    </a:lnTo>
                    <a:lnTo>
                      <a:pt x="224" y="18"/>
                    </a:lnTo>
                    <a:lnTo>
                      <a:pt x="228" y="18"/>
                    </a:lnTo>
                    <a:lnTo>
                      <a:pt x="232" y="18"/>
                    </a:lnTo>
                    <a:lnTo>
                      <a:pt x="236" y="18"/>
                    </a:lnTo>
                    <a:lnTo>
                      <a:pt x="236" y="22"/>
                    </a:lnTo>
                    <a:lnTo>
                      <a:pt x="236" y="22"/>
                    </a:lnTo>
                    <a:lnTo>
                      <a:pt x="236" y="22"/>
                    </a:lnTo>
                    <a:close/>
                    <a:moveTo>
                      <a:pt x="56" y="104"/>
                    </a:moveTo>
                    <a:lnTo>
                      <a:pt x="52" y="100"/>
                    </a:lnTo>
                    <a:lnTo>
                      <a:pt x="52" y="96"/>
                    </a:lnTo>
                    <a:lnTo>
                      <a:pt x="50" y="96"/>
                    </a:lnTo>
                    <a:lnTo>
                      <a:pt x="50" y="92"/>
                    </a:lnTo>
                    <a:lnTo>
                      <a:pt x="52" y="92"/>
                    </a:lnTo>
                    <a:lnTo>
                      <a:pt x="56" y="92"/>
                    </a:lnTo>
                    <a:lnTo>
                      <a:pt x="60" y="92"/>
                    </a:lnTo>
                    <a:lnTo>
                      <a:pt x="64" y="92"/>
                    </a:lnTo>
                    <a:lnTo>
                      <a:pt x="68" y="92"/>
                    </a:lnTo>
                    <a:lnTo>
                      <a:pt x="72" y="92"/>
                    </a:lnTo>
                    <a:lnTo>
                      <a:pt x="76" y="92"/>
                    </a:lnTo>
                    <a:lnTo>
                      <a:pt x="80" y="92"/>
                    </a:lnTo>
                    <a:lnTo>
                      <a:pt x="80" y="96"/>
                    </a:lnTo>
                    <a:lnTo>
                      <a:pt x="82" y="96"/>
                    </a:lnTo>
                    <a:lnTo>
                      <a:pt x="82" y="92"/>
                    </a:lnTo>
                    <a:lnTo>
                      <a:pt x="80" y="92"/>
                    </a:lnTo>
                    <a:lnTo>
                      <a:pt x="76" y="92"/>
                    </a:lnTo>
                    <a:lnTo>
                      <a:pt x="72" y="92"/>
                    </a:lnTo>
                    <a:lnTo>
                      <a:pt x="68" y="88"/>
                    </a:lnTo>
                    <a:lnTo>
                      <a:pt x="64" y="88"/>
                    </a:lnTo>
                    <a:lnTo>
                      <a:pt x="60" y="88"/>
                    </a:lnTo>
                    <a:lnTo>
                      <a:pt x="64" y="88"/>
                    </a:lnTo>
                    <a:lnTo>
                      <a:pt x="68" y="88"/>
                    </a:lnTo>
                    <a:lnTo>
                      <a:pt x="72" y="86"/>
                    </a:lnTo>
                    <a:lnTo>
                      <a:pt x="76" y="86"/>
                    </a:lnTo>
                    <a:lnTo>
                      <a:pt x="80" y="86"/>
                    </a:lnTo>
                    <a:lnTo>
                      <a:pt x="82" y="86"/>
                    </a:lnTo>
                    <a:lnTo>
                      <a:pt x="86" y="86"/>
                    </a:lnTo>
                    <a:lnTo>
                      <a:pt x="90" y="86"/>
                    </a:lnTo>
                    <a:lnTo>
                      <a:pt x="90" y="82"/>
                    </a:lnTo>
                    <a:lnTo>
                      <a:pt x="94" y="82"/>
                    </a:lnTo>
                    <a:lnTo>
                      <a:pt x="90" y="82"/>
                    </a:lnTo>
                    <a:lnTo>
                      <a:pt x="86" y="82"/>
                    </a:lnTo>
                    <a:lnTo>
                      <a:pt x="86" y="86"/>
                    </a:lnTo>
                    <a:lnTo>
                      <a:pt x="82" y="86"/>
                    </a:lnTo>
                    <a:lnTo>
                      <a:pt x="80" y="86"/>
                    </a:lnTo>
                    <a:lnTo>
                      <a:pt x="76" y="86"/>
                    </a:lnTo>
                    <a:lnTo>
                      <a:pt x="72" y="82"/>
                    </a:lnTo>
                    <a:lnTo>
                      <a:pt x="68" y="82"/>
                    </a:lnTo>
                    <a:lnTo>
                      <a:pt x="68" y="86"/>
                    </a:lnTo>
                    <a:lnTo>
                      <a:pt x="64" y="86"/>
                    </a:lnTo>
                    <a:lnTo>
                      <a:pt x="60" y="86"/>
                    </a:lnTo>
                    <a:lnTo>
                      <a:pt x="56" y="86"/>
                    </a:lnTo>
                    <a:lnTo>
                      <a:pt x="52" y="86"/>
                    </a:lnTo>
                    <a:lnTo>
                      <a:pt x="50" y="86"/>
                    </a:lnTo>
                    <a:lnTo>
                      <a:pt x="50" y="88"/>
                    </a:lnTo>
                    <a:lnTo>
                      <a:pt x="46" y="86"/>
                    </a:lnTo>
                    <a:lnTo>
                      <a:pt x="46" y="82"/>
                    </a:lnTo>
                    <a:lnTo>
                      <a:pt x="46" y="78"/>
                    </a:lnTo>
                    <a:lnTo>
                      <a:pt x="50" y="78"/>
                    </a:lnTo>
                    <a:lnTo>
                      <a:pt x="52" y="78"/>
                    </a:lnTo>
                    <a:lnTo>
                      <a:pt x="52" y="82"/>
                    </a:lnTo>
                    <a:lnTo>
                      <a:pt x="56" y="82"/>
                    </a:lnTo>
                    <a:lnTo>
                      <a:pt x="52" y="78"/>
                    </a:lnTo>
                    <a:lnTo>
                      <a:pt x="56" y="78"/>
                    </a:lnTo>
                    <a:lnTo>
                      <a:pt x="60" y="78"/>
                    </a:lnTo>
                    <a:lnTo>
                      <a:pt x="64" y="78"/>
                    </a:lnTo>
                    <a:lnTo>
                      <a:pt x="64" y="74"/>
                    </a:lnTo>
                    <a:lnTo>
                      <a:pt x="68" y="74"/>
                    </a:lnTo>
                    <a:lnTo>
                      <a:pt x="72" y="74"/>
                    </a:lnTo>
                    <a:lnTo>
                      <a:pt x="76" y="74"/>
                    </a:lnTo>
                    <a:lnTo>
                      <a:pt x="72" y="70"/>
                    </a:lnTo>
                    <a:lnTo>
                      <a:pt x="76" y="70"/>
                    </a:lnTo>
                    <a:lnTo>
                      <a:pt x="80" y="70"/>
                    </a:lnTo>
                    <a:lnTo>
                      <a:pt x="82" y="70"/>
                    </a:lnTo>
                    <a:lnTo>
                      <a:pt x="86" y="70"/>
                    </a:lnTo>
                    <a:lnTo>
                      <a:pt x="90" y="70"/>
                    </a:lnTo>
                    <a:lnTo>
                      <a:pt x="94" y="70"/>
                    </a:lnTo>
                    <a:lnTo>
                      <a:pt x="98" y="66"/>
                    </a:lnTo>
                    <a:lnTo>
                      <a:pt x="94" y="66"/>
                    </a:lnTo>
                    <a:lnTo>
                      <a:pt x="90" y="66"/>
                    </a:lnTo>
                    <a:lnTo>
                      <a:pt x="90" y="70"/>
                    </a:lnTo>
                    <a:lnTo>
                      <a:pt x="90" y="66"/>
                    </a:lnTo>
                    <a:lnTo>
                      <a:pt x="86" y="66"/>
                    </a:lnTo>
                    <a:lnTo>
                      <a:pt x="82" y="66"/>
                    </a:lnTo>
                    <a:lnTo>
                      <a:pt x="82" y="64"/>
                    </a:lnTo>
                    <a:lnTo>
                      <a:pt x="86" y="64"/>
                    </a:lnTo>
                    <a:lnTo>
                      <a:pt x="90" y="64"/>
                    </a:lnTo>
                    <a:lnTo>
                      <a:pt x="90" y="60"/>
                    </a:lnTo>
                    <a:lnTo>
                      <a:pt x="86" y="60"/>
                    </a:lnTo>
                    <a:lnTo>
                      <a:pt x="82" y="60"/>
                    </a:lnTo>
                    <a:lnTo>
                      <a:pt x="82" y="64"/>
                    </a:lnTo>
                    <a:lnTo>
                      <a:pt x="80" y="64"/>
                    </a:lnTo>
                    <a:lnTo>
                      <a:pt x="80" y="66"/>
                    </a:lnTo>
                    <a:lnTo>
                      <a:pt x="76" y="66"/>
                    </a:lnTo>
                    <a:lnTo>
                      <a:pt x="72" y="66"/>
                    </a:lnTo>
                    <a:lnTo>
                      <a:pt x="68" y="66"/>
                    </a:lnTo>
                    <a:lnTo>
                      <a:pt x="68" y="64"/>
                    </a:lnTo>
                    <a:lnTo>
                      <a:pt x="72" y="64"/>
                    </a:lnTo>
                    <a:lnTo>
                      <a:pt x="72" y="60"/>
                    </a:lnTo>
                    <a:lnTo>
                      <a:pt x="72" y="56"/>
                    </a:lnTo>
                    <a:lnTo>
                      <a:pt x="68" y="56"/>
                    </a:lnTo>
                    <a:lnTo>
                      <a:pt x="68" y="60"/>
                    </a:lnTo>
                    <a:lnTo>
                      <a:pt x="64" y="64"/>
                    </a:lnTo>
                    <a:lnTo>
                      <a:pt x="60" y="64"/>
                    </a:lnTo>
                    <a:lnTo>
                      <a:pt x="60" y="60"/>
                    </a:lnTo>
                    <a:lnTo>
                      <a:pt x="56" y="60"/>
                    </a:lnTo>
                    <a:lnTo>
                      <a:pt x="56" y="64"/>
                    </a:lnTo>
                    <a:lnTo>
                      <a:pt x="56" y="66"/>
                    </a:lnTo>
                    <a:lnTo>
                      <a:pt x="60" y="66"/>
                    </a:lnTo>
                    <a:lnTo>
                      <a:pt x="60" y="70"/>
                    </a:lnTo>
                    <a:lnTo>
                      <a:pt x="56" y="70"/>
                    </a:lnTo>
                    <a:lnTo>
                      <a:pt x="56" y="66"/>
                    </a:lnTo>
                    <a:lnTo>
                      <a:pt x="52" y="70"/>
                    </a:lnTo>
                    <a:lnTo>
                      <a:pt x="50" y="70"/>
                    </a:lnTo>
                    <a:lnTo>
                      <a:pt x="46" y="70"/>
                    </a:lnTo>
                    <a:lnTo>
                      <a:pt x="46" y="74"/>
                    </a:lnTo>
                    <a:lnTo>
                      <a:pt x="50" y="74"/>
                    </a:lnTo>
                    <a:lnTo>
                      <a:pt x="46" y="74"/>
                    </a:lnTo>
                    <a:lnTo>
                      <a:pt x="42" y="74"/>
                    </a:lnTo>
                    <a:lnTo>
                      <a:pt x="38" y="74"/>
                    </a:lnTo>
                    <a:lnTo>
                      <a:pt x="34" y="74"/>
                    </a:lnTo>
                    <a:lnTo>
                      <a:pt x="34" y="70"/>
                    </a:lnTo>
                    <a:lnTo>
                      <a:pt x="30" y="70"/>
                    </a:lnTo>
                    <a:lnTo>
                      <a:pt x="30" y="66"/>
                    </a:lnTo>
                    <a:lnTo>
                      <a:pt x="26" y="66"/>
                    </a:lnTo>
                    <a:lnTo>
                      <a:pt x="30" y="66"/>
                    </a:lnTo>
                    <a:lnTo>
                      <a:pt x="34" y="66"/>
                    </a:lnTo>
                    <a:lnTo>
                      <a:pt x="38" y="66"/>
                    </a:lnTo>
                    <a:lnTo>
                      <a:pt x="38" y="64"/>
                    </a:lnTo>
                    <a:lnTo>
                      <a:pt x="34" y="64"/>
                    </a:lnTo>
                    <a:lnTo>
                      <a:pt x="30" y="64"/>
                    </a:lnTo>
                    <a:lnTo>
                      <a:pt x="26" y="64"/>
                    </a:lnTo>
                    <a:lnTo>
                      <a:pt x="22" y="64"/>
                    </a:lnTo>
                    <a:lnTo>
                      <a:pt x="20" y="64"/>
                    </a:lnTo>
                    <a:lnTo>
                      <a:pt x="16" y="60"/>
                    </a:lnTo>
                    <a:lnTo>
                      <a:pt x="16" y="56"/>
                    </a:lnTo>
                    <a:lnTo>
                      <a:pt x="20" y="56"/>
                    </a:lnTo>
                    <a:lnTo>
                      <a:pt x="16" y="56"/>
                    </a:lnTo>
                    <a:lnTo>
                      <a:pt x="12" y="52"/>
                    </a:lnTo>
                    <a:lnTo>
                      <a:pt x="16" y="52"/>
                    </a:lnTo>
                    <a:lnTo>
                      <a:pt x="20" y="52"/>
                    </a:lnTo>
                    <a:lnTo>
                      <a:pt x="22" y="56"/>
                    </a:lnTo>
                    <a:lnTo>
                      <a:pt x="26" y="56"/>
                    </a:lnTo>
                    <a:lnTo>
                      <a:pt x="26" y="52"/>
                    </a:lnTo>
                    <a:lnTo>
                      <a:pt x="22" y="52"/>
                    </a:lnTo>
                    <a:lnTo>
                      <a:pt x="20" y="52"/>
                    </a:lnTo>
                    <a:lnTo>
                      <a:pt x="20" y="48"/>
                    </a:lnTo>
                    <a:lnTo>
                      <a:pt x="20" y="44"/>
                    </a:lnTo>
                    <a:lnTo>
                      <a:pt x="22" y="44"/>
                    </a:lnTo>
                    <a:lnTo>
                      <a:pt x="22" y="40"/>
                    </a:lnTo>
                    <a:lnTo>
                      <a:pt x="20" y="44"/>
                    </a:lnTo>
                    <a:lnTo>
                      <a:pt x="16" y="44"/>
                    </a:lnTo>
                    <a:lnTo>
                      <a:pt x="16" y="40"/>
                    </a:lnTo>
                    <a:lnTo>
                      <a:pt x="16" y="44"/>
                    </a:lnTo>
                    <a:lnTo>
                      <a:pt x="16" y="48"/>
                    </a:lnTo>
                    <a:lnTo>
                      <a:pt x="12" y="48"/>
                    </a:lnTo>
                    <a:lnTo>
                      <a:pt x="8" y="48"/>
                    </a:lnTo>
                    <a:lnTo>
                      <a:pt x="8" y="44"/>
                    </a:lnTo>
                    <a:lnTo>
                      <a:pt x="4" y="40"/>
                    </a:lnTo>
                    <a:lnTo>
                      <a:pt x="4" y="36"/>
                    </a:lnTo>
                    <a:lnTo>
                      <a:pt x="4" y="34"/>
                    </a:lnTo>
                    <a:lnTo>
                      <a:pt x="8" y="34"/>
                    </a:lnTo>
                    <a:lnTo>
                      <a:pt x="8" y="36"/>
                    </a:lnTo>
                    <a:lnTo>
                      <a:pt x="8" y="34"/>
                    </a:lnTo>
                    <a:lnTo>
                      <a:pt x="4" y="34"/>
                    </a:lnTo>
                    <a:lnTo>
                      <a:pt x="8" y="34"/>
                    </a:lnTo>
                    <a:lnTo>
                      <a:pt x="12" y="34"/>
                    </a:lnTo>
                    <a:lnTo>
                      <a:pt x="12" y="30"/>
                    </a:lnTo>
                    <a:lnTo>
                      <a:pt x="8" y="30"/>
                    </a:lnTo>
                    <a:lnTo>
                      <a:pt x="12" y="30"/>
                    </a:lnTo>
                    <a:lnTo>
                      <a:pt x="16" y="30"/>
                    </a:lnTo>
                    <a:lnTo>
                      <a:pt x="16" y="26"/>
                    </a:lnTo>
                    <a:lnTo>
                      <a:pt x="20" y="26"/>
                    </a:lnTo>
                    <a:lnTo>
                      <a:pt x="20" y="30"/>
                    </a:lnTo>
                    <a:lnTo>
                      <a:pt x="22" y="30"/>
                    </a:lnTo>
                    <a:lnTo>
                      <a:pt x="22" y="34"/>
                    </a:lnTo>
                    <a:lnTo>
                      <a:pt x="26" y="34"/>
                    </a:lnTo>
                    <a:lnTo>
                      <a:pt x="26" y="30"/>
                    </a:lnTo>
                    <a:lnTo>
                      <a:pt x="22" y="30"/>
                    </a:lnTo>
                    <a:lnTo>
                      <a:pt x="22" y="26"/>
                    </a:lnTo>
                    <a:lnTo>
                      <a:pt x="26" y="26"/>
                    </a:lnTo>
                    <a:lnTo>
                      <a:pt x="26" y="30"/>
                    </a:lnTo>
                    <a:lnTo>
                      <a:pt x="30" y="30"/>
                    </a:lnTo>
                    <a:lnTo>
                      <a:pt x="34" y="30"/>
                    </a:lnTo>
                    <a:lnTo>
                      <a:pt x="34" y="26"/>
                    </a:lnTo>
                    <a:lnTo>
                      <a:pt x="42" y="26"/>
                    </a:lnTo>
                    <a:lnTo>
                      <a:pt x="46" y="26"/>
                    </a:lnTo>
                    <a:lnTo>
                      <a:pt x="50" y="26"/>
                    </a:lnTo>
                    <a:lnTo>
                      <a:pt x="50" y="30"/>
                    </a:lnTo>
                    <a:lnTo>
                      <a:pt x="46" y="30"/>
                    </a:lnTo>
                    <a:lnTo>
                      <a:pt x="42" y="30"/>
                    </a:lnTo>
                    <a:lnTo>
                      <a:pt x="38" y="30"/>
                    </a:lnTo>
                    <a:lnTo>
                      <a:pt x="34" y="30"/>
                    </a:lnTo>
                    <a:lnTo>
                      <a:pt x="34" y="34"/>
                    </a:lnTo>
                    <a:lnTo>
                      <a:pt x="30" y="34"/>
                    </a:lnTo>
                    <a:lnTo>
                      <a:pt x="26" y="34"/>
                    </a:lnTo>
                    <a:lnTo>
                      <a:pt x="26" y="36"/>
                    </a:lnTo>
                    <a:lnTo>
                      <a:pt x="30" y="36"/>
                    </a:lnTo>
                    <a:lnTo>
                      <a:pt x="34" y="34"/>
                    </a:lnTo>
                    <a:lnTo>
                      <a:pt x="38" y="34"/>
                    </a:lnTo>
                    <a:lnTo>
                      <a:pt x="42" y="34"/>
                    </a:lnTo>
                    <a:lnTo>
                      <a:pt x="42" y="36"/>
                    </a:lnTo>
                    <a:lnTo>
                      <a:pt x="38" y="36"/>
                    </a:lnTo>
                    <a:lnTo>
                      <a:pt x="42" y="36"/>
                    </a:lnTo>
                    <a:lnTo>
                      <a:pt x="46" y="36"/>
                    </a:lnTo>
                    <a:lnTo>
                      <a:pt x="50" y="40"/>
                    </a:lnTo>
                    <a:lnTo>
                      <a:pt x="50" y="44"/>
                    </a:lnTo>
                    <a:lnTo>
                      <a:pt x="52" y="44"/>
                    </a:lnTo>
                    <a:lnTo>
                      <a:pt x="52" y="40"/>
                    </a:lnTo>
                    <a:lnTo>
                      <a:pt x="50" y="36"/>
                    </a:lnTo>
                    <a:lnTo>
                      <a:pt x="50" y="34"/>
                    </a:lnTo>
                    <a:lnTo>
                      <a:pt x="52" y="34"/>
                    </a:lnTo>
                    <a:lnTo>
                      <a:pt x="56" y="30"/>
                    </a:lnTo>
                    <a:lnTo>
                      <a:pt x="60" y="30"/>
                    </a:lnTo>
                    <a:lnTo>
                      <a:pt x="64" y="30"/>
                    </a:lnTo>
                    <a:lnTo>
                      <a:pt x="64" y="34"/>
                    </a:lnTo>
                    <a:lnTo>
                      <a:pt x="68" y="34"/>
                    </a:lnTo>
                    <a:lnTo>
                      <a:pt x="68" y="36"/>
                    </a:lnTo>
                    <a:lnTo>
                      <a:pt x="72" y="40"/>
                    </a:lnTo>
                    <a:lnTo>
                      <a:pt x="72" y="44"/>
                    </a:lnTo>
                    <a:lnTo>
                      <a:pt x="76" y="44"/>
                    </a:lnTo>
                    <a:lnTo>
                      <a:pt x="76" y="48"/>
                    </a:lnTo>
                    <a:lnTo>
                      <a:pt x="80" y="48"/>
                    </a:lnTo>
                    <a:lnTo>
                      <a:pt x="80" y="52"/>
                    </a:lnTo>
                    <a:lnTo>
                      <a:pt x="82" y="52"/>
                    </a:lnTo>
                    <a:lnTo>
                      <a:pt x="82" y="56"/>
                    </a:lnTo>
                    <a:lnTo>
                      <a:pt x="86" y="52"/>
                    </a:lnTo>
                    <a:lnTo>
                      <a:pt x="82" y="52"/>
                    </a:lnTo>
                    <a:lnTo>
                      <a:pt x="82" y="48"/>
                    </a:lnTo>
                    <a:lnTo>
                      <a:pt x="80" y="48"/>
                    </a:lnTo>
                    <a:lnTo>
                      <a:pt x="80" y="44"/>
                    </a:lnTo>
                    <a:lnTo>
                      <a:pt x="80" y="40"/>
                    </a:lnTo>
                    <a:lnTo>
                      <a:pt x="76" y="40"/>
                    </a:lnTo>
                    <a:lnTo>
                      <a:pt x="76" y="36"/>
                    </a:lnTo>
                    <a:lnTo>
                      <a:pt x="76" y="34"/>
                    </a:lnTo>
                    <a:lnTo>
                      <a:pt x="76" y="30"/>
                    </a:lnTo>
                    <a:lnTo>
                      <a:pt x="72" y="30"/>
                    </a:lnTo>
                    <a:lnTo>
                      <a:pt x="72" y="26"/>
                    </a:lnTo>
                    <a:lnTo>
                      <a:pt x="76" y="26"/>
                    </a:lnTo>
                    <a:lnTo>
                      <a:pt x="80" y="26"/>
                    </a:lnTo>
                    <a:lnTo>
                      <a:pt x="80" y="22"/>
                    </a:lnTo>
                    <a:lnTo>
                      <a:pt x="82" y="22"/>
                    </a:lnTo>
                    <a:lnTo>
                      <a:pt x="86" y="22"/>
                    </a:lnTo>
                    <a:lnTo>
                      <a:pt x="86" y="26"/>
                    </a:lnTo>
                    <a:lnTo>
                      <a:pt x="90" y="26"/>
                    </a:lnTo>
                    <a:lnTo>
                      <a:pt x="90" y="22"/>
                    </a:lnTo>
                    <a:lnTo>
                      <a:pt x="94" y="22"/>
                    </a:lnTo>
                    <a:lnTo>
                      <a:pt x="94" y="26"/>
                    </a:lnTo>
                    <a:lnTo>
                      <a:pt x="98" y="26"/>
                    </a:lnTo>
                    <a:lnTo>
                      <a:pt x="102" y="26"/>
                    </a:lnTo>
                    <a:lnTo>
                      <a:pt x="106" y="30"/>
                    </a:lnTo>
                    <a:lnTo>
                      <a:pt x="108" y="30"/>
                    </a:lnTo>
                    <a:lnTo>
                      <a:pt x="106" y="30"/>
                    </a:lnTo>
                    <a:lnTo>
                      <a:pt x="106" y="34"/>
                    </a:lnTo>
                    <a:lnTo>
                      <a:pt x="102" y="36"/>
                    </a:lnTo>
                    <a:lnTo>
                      <a:pt x="102" y="40"/>
                    </a:lnTo>
                    <a:lnTo>
                      <a:pt x="106" y="40"/>
                    </a:lnTo>
                    <a:lnTo>
                      <a:pt x="106" y="36"/>
                    </a:lnTo>
                    <a:lnTo>
                      <a:pt x="108" y="34"/>
                    </a:lnTo>
                    <a:lnTo>
                      <a:pt x="112" y="34"/>
                    </a:lnTo>
                    <a:lnTo>
                      <a:pt x="116" y="34"/>
                    </a:lnTo>
                    <a:lnTo>
                      <a:pt x="116" y="36"/>
                    </a:lnTo>
                    <a:lnTo>
                      <a:pt x="120" y="36"/>
                    </a:lnTo>
                    <a:lnTo>
                      <a:pt x="120" y="40"/>
                    </a:lnTo>
                    <a:lnTo>
                      <a:pt x="120" y="44"/>
                    </a:lnTo>
                    <a:lnTo>
                      <a:pt x="120" y="48"/>
                    </a:lnTo>
                    <a:lnTo>
                      <a:pt x="124" y="48"/>
                    </a:lnTo>
                    <a:lnTo>
                      <a:pt x="124" y="44"/>
                    </a:lnTo>
                    <a:lnTo>
                      <a:pt x="132" y="48"/>
                    </a:lnTo>
                    <a:lnTo>
                      <a:pt x="136" y="52"/>
                    </a:lnTo>
                    <a:lnTo>
                      <a:pt x="138" y="52"/>
                    </a:lnTo>
                    <a:lnTo>
                      <a:pt x="142" y="52"/>
                    </a:lnTo>
                    <a:lnTo>
                      <a:pt x="146" y="52"/>
                    </a:lnTo>
                    <a:lnTo>
                      <a:pt x="150" y="52"/>
                    </a:lnTo>
                    <a:lnTo>
                      <a:pt x="150" y="56"/>
                    </a:lnTo>
                    <a:lnTo>
                      <a:pt x="154" y="56"/>
                    </a:lnTo>
                    <a:lnTo>
                      <a:pt x="158" y="56"/>
                    </a:lnTo>
                    <a:lnTo>
                      <a:pt x="158" y="60"/>
                    </a:lnTo>
                    <a:lnTo>
                      <a:pt x="154" y="60"/>
                    </a:lnTo>
                    <a:lnTo>
                      <a:pt x="150" y="60"/>
                    </a:lnTo>
                    <a:lnTo>
                      <a:pt x="150" y="64"/>
                    </a:lnTo>
                    <a:lnTo>
                      <a:pt x="146" y="60"/>
                    </a:lnTo>
                    <a:lnTo>
                      <a:pt x="142" y="60"/>
                    </a:lnTo>
                    <a:lnTo>
                      <a:pt x="142" y="64"/>
                    </a:lnTo>
                    <a:lnTo>
                      <a:pt x="138" y="64"/>
                    </a:lnTo>
                    <a:lnTo>
                      <a:pt x="136" y="64"/>
                    </a:lnTo>
                    <a:lnTo>
                      <a:pt x="132" y="64"/>
                    </a:lnTo>
                    <a:lnTo>
                      <a:pt x="128" y="64"/>
                    </a:lnTo>
                    <a:lnTo>
                      <a:pt x="132" y="64"/>
                    </a:lnTo>
                    <a:lnTo>
                      <a:pt x="132" y="66"/>
                    </a:lnTo>
                    <a:lnTo>
                      <a:pt x="128" y="66"/>
                    </a:lnTo>
                    <a:lnTo>
                      <a:pt x="124" y="66"/>
                    </a:lnTo>
                    <a:lnTo>
                      <a:pt x="120" y="66"/>
                    </a:lnTo>
                    <a:lnTo>
                      <a:pt x="120" y="70"/>
                    </a:lnTo>
                    <a:lnTo>
                      <a:pt x="120" y="74"/>
                    </a:lnTo>
                    <a:lnTo>
                      <a:pt x="120" y="78"/>
                    </a:lnTo>
                    <a:lnTo>
                      <a:pt x="116" y="78"/>
                    </a:lnTo>
                    <a:lnTo>
                      <a:pt x="112" y="78"/>
                    </a:lnTo>
                    <a:lnTo>
                      <a:pt x="112" y="82"/>
                    </a:lnTo>
                    <a:lnTo>
                      <a:pt x="112" y="86"/>
                    </a:lnTo>
                    <a:lnTo>
                      <a:pt x="112" y="88"/>
                    </a:lnTo>
                    <a:lnTo>
                      <a:pt x="108" y="92"/>
                    </a:lnTo>
                    <a:lnTo>
                      <a:pt x="106" y="92"/>
                    </a:lnTo>
                    <a:lnTo>
                      <a:pt x="102" y="92"/>
                    </a:lnTo>
                    <a:lnTo>
                      <a:pt x="102" y="96"/>
                    </a:lnTo>
                    <a:lnTo>
                      <a:pt x="98" y="100"/>
                    </a:lnTo>
                    <a:lnTo>
                      <a:pt x="98" y="104"/>
                    </a:lnTo>
                    <a:lnTo>
                      <a:pt x="98" y="108"/>
                    </a:lnTo>
                    <a:lnTo>
                      <a:pt x="94" y="108"/>
                    </a:lnTo>
                    <a:lnTo>
                      <a:pt x="98" y="108"/>
                    </a:lnTo>
                    <a:lnTo>
                      <a:pt x="94" y="110"/>
                    </a:lnTo>
                    <a:lnTo>
                      <a:pt x="90" y="110"/>
                    </a:lnTo>
                    <a:lnTo>
                      <a:pt x="90" y="114"/>
                    </a:lnTo>
                    <a:lnTo>
                      <a:pt x="94" y="114"/>
                    </a:lnTo>
                    <a:lnTo>
                      <a:pt x="94" y="118"/>
                    </a:lnTo>
                    <a:lnTo>
                      <a:pt x="90" y="118"/>
                    </a:lnTo>
                    <a:lnTo>
                      <a:pt x="86" y="118"/>
                    </a:lnTo>
                    <a:lnTo>
                      <a:pt x="82" y="118"/>
                    </a:lnTo>
                    <a:lnTo>
                      <a:pt x="82" y="114"/>
                    </a:lnTo>
                    <a:lnTo>
                      <a:pt x="80" y="114"/>
                    </a:lnTo>
                    <a:lnTo>
                      <a:pt x="76" y="114"/>
                    </a:lnTo>
                    <a:lnTo>
                      <a:pt x="76" y="110"/>
                    </a:lnTo>
                    <a:lnTo>
                      <a:pt x="72" y="110"/>
                    </a:lnTo>
                    <a:lnTo>
                      <a:pt x="76" y="110"/>
                    </a:lnTo>
                    <a:lnTo>
                      <a:pt x="76" y="108"/>
                    </a:lnTo>
                    <a:lnTo>
                      <a:pt x="80" y="108"/>
                    </a:lnTo>
                    <a:lnTo>
                      <a:pt x="82" y="108"/>
                    </a:lnTo>
                    <a:lnTo>
                      <a:pt x="86" y="108"/>
                    </a:lnTo>
                    <a:lnTo>
                      <a:pt x="82" y="108"/>
                    </a:lnTo>
                    <a:lnTo>
                      <a:pt x="80" y="108"/>
                    </a:lnTo>
                    <a:lnTo>
                      <a:pt x="80" y="104"/>
                    </a:lnTo>
                    <a:lnTo>
                      <a:pt x="76" y="108"/>
                    </a:lnTo>
                    <a:lnTo>
                      <a:pt x="72" y="108"/>
                    </a:lnTo>
                    <a:lnTo>
                      <a:pt x="68" y="108"/>
                    </a:lnTo>
                    <a:lnTo>
                      <a:pt x="64" y="108"/>
                    </a:lnTo>
                    <a:lnTo>
                      <a:pt x="64" y="104"/>
                    </a:lnTo>
                    <a:lnTo>
                      <a:pt x="60" y="104"/>
                    </a:lnTo>
                    <a:lnTo>
                      <a:pt x="56" y="104"/>
                    </a:lnTo>
                    <a:lnTo>
                      <a:pt x="56" y="104"/>
                    </a:lnTo>
                    <a:lnTo>
                      <a:pt x="56" y="104"/>
                    </a:lnTo>
                    <a:close/>
                    <a:moveTo>
                      <a:pt x="22" y="74"/>
                    </a:moveTo>
                    <a:lnTo>
                      <a:pt x="20" y="74"/>
                    </a:lnTo>
                    <a:lnTo>
                      <a:pt x="20" y="70"/>
                    </a:lnTo>
                    <a:lnTo>
                      <a:pt x="16" y="70"/>
                    </a:lnTo>
                    <a:lnTo>
                      <a:pt x="16" y="66"/>
                    </a:lnTo>
                    <a:lnTo>
                      <a:pt x="12" y="66"/>
                    </a:lnTo>
                    <a:lnTo>
                      <a:pt x="8" y="66"/>
                    </a:lnTo>
                    <a:lnTo>
                      <a:pt x="8" y="64"/>
                    </a:lnTo>
                    <a:lnTo>
                      <a:pt x="4" y="64"/>
                    </a:lnTo>
                    <a:lnTo>
                      <a:pt x="4" y="60"/>
                    </a:lnTo>
                    <a:lnTo>
                      <a:pt x="0" y="60"/>
                    </a:lnTo>
                    <a:lnTo>
                      <a:pt x="0" y="56"/>
                    </a:lnTo>
                    <a:lnTo>
                      <a:pt x="4" y="56"/>
                    </a:lnTo>
                    <a:lnTo>
                      <a:pt x="8" y="56"/>
                    </a:lnTo>
                    <a:lnTo>
                      <a:pt x="8" y="60"/>
                    </a:lnTo>
                    <a:lnTo>
                      <a:pt x="12" y="64"/>
                    </a:lnTo>
                    <a:lnTo>
                      <a:pt x="16" y="64"/>
                    </a:lnTo>
                    <a:lnTo>
                      <a:pt x="16" y="66"/>
                    </a:lnTo>
                    <a:lnTo>
                      <a:pt x="20" y="66"/>
                    </a:lnTo>
                    <a:lnTo>
                      <a:pt x="22" y="70"/>
                    </a:lnTo>
                    <a:lnTo>
                      <a:pt x="22" y="74"/>
                    </a:lnTo>
                    <a:lnTo>
                      <a:pt x="22" y="74"/>
                    </a:lnTo>
                    <a:lnTo>
                      <a:pt x="22" y="74"/>
                    </a:lnTo>
                    <a:close/>
                    <a:moveTo>
                      <a:pt x="136" y="66"/>
                    </a:moveTo>
                    <a:lnTo>
                      <a:pt x="138" y="66"/>
                    </a:lnTo>
                    <a:lnTo>
                      <a:pt x="142" y="64"/>
                    </a:lnTo>
                    <a:lnTo>
                      <a:pt x="146" y="64"/>
                    </a:lnTo>
                    <a:lnTo>
                      <a:pt x="150" y="64"/>
                    </a:lnTo>
                    <a:lnTo>
                      <a:pt x="154" y="64"/>
                    </a:lnTo>
                    <a:lnTo>
                      <a:pt x="158" y="64"/>
                    </a:lnTo>
                    <a:lnTo>
                      <a:pt x="162" y="64"/>
                    </a:lnTo>
                    <a:lnTo>
                      <a:pt x="166" y="64"/>
                    </a:lnTo>
                    <a:lnTo>
                      <a:pt x="166" y="66"/>
                    </a:lnTo>
                    <a:lnTo>
                      <a:pt x="166" y="70"/>
                    </a:lnTo>
                    <a:lnTo>
                      <a:pt x="168" y="70"/>
                    </a:lnTo>
                    <a:lnTo>
                      <a:pt x="166" y="74"/>
                    </a:lnTo>
                    <a:lnTo>
                      <a:pt x="162" y="74"/>
                    </a:lnTo>
                    <a:lnTo>
                      <a:pt x="162" y="70"/>
                    </a:lnTo>
                    <a:lnTo>
                      <a:pt x="158" y="74"/>
                    </a:lnTo>
                    <a:lnTo>
                      <a:pt x="154" y="74"/>
                    </a:lnTo>
                    <a:lnTo>
                      <a:pt x="150" y="74"/>
                    </a:lnTo>
                    <a:lnTo>
                      <a:pt x="146" y="74"/>
                    </a:lnTo>
                    <a:lnTo>
                      <a:pt x="142" y="74"/>
                    </a:lnTo>
                    <a:lnTo>
                      <a:pt x="146" y="74"/>
                    </a:lnTo>
                    <a:lnTo>
                      <a:pt x="146" y="70"/>
                    </a:lnTo>
                    <a:lnTo>
                      <a:pt x="142" y="70"/>
                    </a:lnTo>
                    <a:lnTo>
                      <a:pt x="142" y="66"/>
                    </a:lnTo>
                    <a:lnTo>
                      <a:pt x="138" y="66"/>
                    </a:lnTo>
                    <a:lnTo>
                      <a:pt x="136" y="66"/>
                    </a:lnTo>
                    <a:lnTo>
                      <a:pt x="136" y="66"/>
                    </a:lnTo>
                    <a:lnTo>
                      <a:pt x="136" y="66"/>
                    </a:lnTo>
                    <a:close/>
                    <a:moveTo>
                      <a:pt x="172" y="100"/>
                    </a:moveTo>
                    <a:lnTo>
                      <a:pt x="168" y="100"/>
                    </a:lnTo>
                    <a:lnTo>
                      <a:pt x="168" y="96"/>
                    </a:lnTo>
                    <a:lnTo>
                      <a:pt x="172" y="92"/>
                    </a:lnTo>
                    <a:lnTo>
                      <a:pt x="168" y="92"/>
                    </a:lnTo>
                    <a:lnTo>
                      <a:pt x="166" y="92"/>
                    </a:lnTo>
                    <a:lnTo>
                      <a:pt x="162" y="92"/>
                    </a:lnTo>
                    <a:lnTo>
                      <a:pt x="158" y="92"/>
                    </a:lnTo>
                    <a:lnTo>
                      <a:pt x="154" y="92"/>
                    </a:lnTo>
                    <a:lnTo>
                      <a:pt x="154" y="96"/>
                    </a:lnTo>
                    <a:lnTo>
                      <a:pt x="150" y="96"/>
                    </a:lnTo>
                    <a:lnTo>
                      <a:pt x="146" y="96"/>
                    </a:lnTo>
                    <a:lnTo>
                      <a:pt x="146" y="92"/>
                    </a:lnTo>
                    <a:lnTo>
                      <a:pt x="150" y="92"/>
                    </a:lnTo>
                    <a:lnTo>
                      <a:pt x="150" y="88"/>
                    </a:lnTo>
                    <a:lnTo>
                      <a:pt x="154" y="88"/>
                    </a:lnTo>
                    <a:lnTo>
                      <a:pt x="154" y="86"/>
                    </a:lnTo>
                    <a:lnTo>
                      <a:pt x="158" y="82"/>
                    </a:lnTo>
                    <a:lnTo>
                      <a:pt x="154" y="82"/>
                    </a:lnTo>
                    <a:lnTo>
                      <a:pt x="150" y="78"/>
                    </a:lnTo>
                    <a:lnTo>
                      <a:pt x="146" y="78"/>
                    </a:lnTo>
                    <a:lnTo>
                      <a:pt x="146" y="74"/>
                    </a:lnTo>
                    <a:lnTo>
                      <a:pt x="150" y="74"/>
                    </a:lnTo>
                    <a:lnTo>
                      <a:pt x="154" y="74"/>
                    </a:lnTo>
                    <a:lnTo>
                      <a:pt x="158" y="74"/>
                    </a:lnTo>
                    <a:lnTo>
                      <a:pt x="162" y="74"/>
                    </a:lnTo>
                    <a:lnTo>
                      <a:pt x="166" y="74"/>
                    </a:lnTo>
                    <a:lnTo>
                      <a:pt x="168" y="74"/>
                    </a:lnTo>
                    <a:lnTo>
                      <a:pt x="176" y="74"/>
                    </a:lnTo>
                    <a:lnTo>
                      <a:pt x="180" y="74"/>
                    </a:lnTo>
                    <a:lnTo>
                      <a:pt x="184" y="74"/>
                    </a:lnTo>
                    <a:lnTo>
                      <a:pt x="184" y="78"/>
                    </a:lnTo>
                    <a:lnTo>
                      <a:pt x="180" y="78"/>
                    </a:lnTo>
                    <a:lnTo>
                      <a:pt x="176" y="78"/>
                    </a:lnTo>
                    <a:lnTo>
                      <a:pt x="180" y="78"/>
                    </a:lnTo>
                    <a:lnTo>
                      <a:pt x="180" y="82"/>
                    </a:lnTo>
                    <a:lnTo>
                      <a:pt x="184" y="82"/>
                    </a:lnTo>
                    <a:lnTo>
                      <a:pt x="188" y="82"/>
                    </a:lnTo>
                    <a:lnTo>
                      <a:pt x="188" y="86"/>
                    </a:lnTo>
                    <a:lnTo>
                      <a:pt x="192" y="86"/>
                    </a:lnTo>
                    <a:lnTo>
                      <a:pt x="192" y="82"/>
                    </a:lnTo>
                    <a:lnTo>
                      <a:pt x="196" y="82"/>
                    </a:lnTo>
                    <a:lnTo>
                      <a:pt x="198" y="86"/>
                    </a:lnTo>
                    <a:lnTo>
                      <a:pt x="202" y="86"/>
                    </a:lnTo>
                    <a:lnTo>
                      <a:pt x="206" y="86"/>
                    </a:lnTo>
                    <a:lnTo>
                      <a:pt x="202" y="86"/>
                    </a:lnTo>
                    <a:lnTo>
                      <a:pt x="198" y="88"/>
                    </a:lnTo>
                    <a:lnTo>
                      <a:pt x="196" y="88"/>
                    </a:lnTo>
                    <a:lnTo>
                      <a:pt x="192" y="88"/>
                    </a:lnTo>
                    <a:lnTo>
                      <a:pt x="192" y="92"/>
                    </a:lnTo>
                    <a:lnTo>
                      <a:pt x="188" y="96"/>
                    </a:lnTo>
                    <a:lnTo>
                      <a:pt x="184" y="96"/>
                    </a:lnTo>
                    <a:lnTo>
                      <a:pt x="180" y="96"/>
                    </a:lnTo>
                    <a:lnTo>
                      <a:pt x="176" y="96"/>
                    </a:lnTo>
                    <a:lnTo>
                      <a:pt x="176" y="100"/>
                    </a:lnTo>
                    <a:lnTo>
                      <a:pt x="172" y="100"/>
                    </a:lnTo>
                    <a:lnTo>
                      <a:pt x="172" y="100"/>
                    </a:lnTo>
                    <a:lnTo>
                      <a:pt x="172" y="1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9" name="Freeform 123"/>
              <p:cNvSpPr>
                <a:spLocks noEditPoints="1"/>
              </p:cNvSpPr>
              <p:nvPr/>
            </p:nvSpPr>
            <p:spPr bwMode="gray">
              <a:xfrm>
                <a:off x="5071280" y="2175171"/>
                <a:ext cx="326982" cy="556562"/>
              </a:xfrm>
              <a:custGeom>
                <a:avLst/>
                <a:gdLst>
                  <a:gd name="T0" fmla="*/ 106 w 188"/>
                  <a:gd name="T1" fmla="*/ 232 h 320"/>
                  <a:gd name="T2" fmla="*/ 98 w 188"/>
                  <a:gd name="T3" fmla="*/ 238 h 320"/>
                  <a:gd name="T4" fmla="*/ 78 w 188"/>
                  <a:gd name="T5" fmla="*/ 250 h 320"/>
                  <a:gd name="T6" fmla="*/ 76 w 188"/>
                  <a:gd name="T7" fmla="*/ 254 h 320"/>
                  <a:gd name="T8" fmla="*/ 82 w 188"/>
                  <a:gd name="T9" fmla="*/ 264 h 320"/>
                  <a:gd name="T10" fmla="*/ 76 w 188"/>
                  <a:gd name="T11" fmla="*/ 280 h 320"/>
                  <a:gd name="T12" fmla="*/ 64 w 188"/>
                  <a:gd name="T13" fmla="*/ 302 h 320"/>
                  <a:gd name="T14" fmla="*/ 46 w 188"/>
                  <a:gd name="T15" fmla="*/ 314 h 320"/>
                  <a:gd name="T16" fmla="*/ 30 w 188"/>
                  <a:gd name="T17" fmla="*/ 320 h 320"/>
                  <a:gd name="T18" fmla="*/ 26 w 188"/>
                  <a:gd name="T19" fmla="*/ 302 h 320"/>
                  <a:gd name="T20" fmla="*/ 18 w 188"/>
                  <a:gd name="T21" fmla="*/ 284 h 320"/>
                  <a:gd name="T22" fmla="*/ 8 w 188"/>
                  <a:gd name="T23" fmla="*/ 264 h 320"/>
                  <a:gd name="T24" fmla="*/ 4 w 188"/>
                  <a:gd name="T25" fmla="*/ 246 h 320"/>
                  <a:gd name="T26" fmla="*/ 8 w 188"/>
                  <a:gd name="T27" fmla="*/ 242 h 320"/>
                  <a:gd name="T28" fmla="*/ 16 w 188"/>
                  <a:gd name="T29" fmla="*/ 220 h 320"/>
                  <a:gd name="T30" fmla="*/ 18 w 188"/>
                  <a:gd name="T31" fmla="*/ 198 h 320"/>
                  <a:gd name="T32" fmla="*/ 22 w 188"/>
                  <a:gd name="T33" fmla="*/ 182 h 320"/>
                  <a:gd name="T34" fmla="*/ 16 w 188"/>
                  <a:gd name="T35" fmla="*/ 162 h 320"/>
                  <a:gd name="T36" fmla="*/ 16 w 188"/>
                  <a:gd name="T37" fmla="*/ 134 h 320"/>
                  <a:gd name="T38" fmla="*/ 46 w 188"/>
                  <a:gd name="T39" fmla="*/ 112 h 320"/>
                  <a:gd name="T40" fmla="*/ 46 w 188"/>
                  <a:gd name="T41" fmla="*/ 98 h 320"/>
                  <a:gd name="T42" fmla="*/ 52 w 188"/>
                  <a:gd name="T43" fmla="*/ 76 h 320"/>
                  <a:gd name="T44" fmla="*/ 76 w 188"/>
                  <a:gd name="T45" fmla="*/ 52 h 320"/>
                  <a:gd name="T46" fmla="*/ 78 w 188"/>
                  <a:gd name="T47" fmla="*/ 30 h 320"/>
                  <a:gd name="T48" fmla="*/ 102 w 188"/>
                  <a:gd name="T49" fmla="*/ 20 h 320"/>
                  <a:gd name="T50" fmla="*/ 128 w 188"/>
                  <a:gd name="T51" fmla="*/ 20 h 320"/>
                  <a:gd name="T52" fmla="*/ 138 w 188"/>
                  <a:gd name="T53" fmla="*/ 4 h 320"/>
                  <a:gd name="T54" fmla="*/ 162 w 188"/>
                  <a:gd name="T55" fmla="*/ 16 h 320"/>
                  <a:gd name="T56" fmla="*/ 176 w 188"/>
                  <a:gd name="T57" fmla="*/ 42 h 320"/>
                  <a:gd name="T58" fmla="*/ 180 w 188"/>
                  <a:gd name="T59" fmla="*/ 64 h 320"/>
                  <a:gd name="T60" fmla="*/ 176 w 188"/>
                  <a:gd name="T61" fmla="*/ 82 h 320"/>
                  <a:gd name="T62" fmla="*/ 158 w 188"/>
                  <a:gd name="T63" fmla="*/ 86 h 320"/>
                  <a:gd name="T64" fmla="*/ 158 w 188"/>
                  <a:gd name="T65" fmla="*/ 90 h 320"/>
                  <a:gd name="T66" fmla="*/ 150 w 188"/>
                  <a:gd name="T67" fmla="*/ 98 h 320"/>
                  <a:gd name="T68" fmla="*/ 142 w 188"/>
                  <a:gd name="T69" fmla="*/ 108 h 320"/>
                  <a:gd name="T70" fmla="*/ 146 w 188"/>
                  <a:gd name="T71" fmla="*/ 120 h 320"/>
                  <a:gd name="T72" fmla="*/ 124 w 188"/>
                  <a:gd name="T73" fmla="*/ 134 h 320"/>
                  <a:gd name="T74" fmla="*/ 116 w 188"/>
                  <a:gd name="T75" fmla="*/ 142 h 320"/>
                  <a:gd name="T76" fmla="*/ 106 w 188"/>
                  <a:gd name="T77" fmla="*/ 150 h 320"/>
                  <a:gd name="T78" fmla="*/ 98 w 188"/>
                  <a:gd name="T79" fmla="*/ 150 h 320"/>
                  <a:gd name="T80" fmla="*/ 90 w 188"/>
                  <a:gd name="T81" fmla="*/ 168 h 320"/>
                  <a:gd name="T82" fmla="*/ 86 w 188"/>
                  <a:gd name="T83" fmla="*/ 178 h 320"/>
                  <a:gd name="T84" fmla="*/ 90 w 188"/>
                  <a:gd name="T85" fmla="*/ 206 h 320"/>
                  <a:gd name="T86" fmla="*/ 108 w 188"/>
                  <a:gd name="T87" fmla="*/ 212 h 320"/>
                  <a:gd name="T88" fmla="*/ 106 w 188"/>
                  <a:gd name="T89" fmla="*/ 232 h 320"/>
                  <a:gd name="T90" fmla="*/ 94 w 188"/>
                  <a:gd name="T91" fmla="*/ 224 h 320"/>
                  <a:gd name="T92" fmla="*/ 94 w 188"/>
                  <a:gd name="T93" fmla="*/ 228 h 320"/>
                  <a:gd name="T94" fmla="*/ 78 w 188"/>
                  <a:gd name="T95" fmla="*/ 228 h 320"/>
                  <a:gd name="T96" fmla="*/ 86 w 188"/>
                  <a:gd name="T97" fmla="*/ 232 h 320"/>
                  <a:gd name="T98" fmla="*/ 90 w 188"/>
                  <a:gd name="T99" fmla="*/ 162 h 320"/>
                  <a:gd name="T100" fmla="*/ 86 w 188"/>
                  <a:gd name="T101" fmla="*/ 232 h 320"/>
                  <a:gd name="T102" fmla="*/ 94 w 188"/>
                  <a:gd name="T103" fmla="*/ 234 h 320"/>
                  <a:gd name="T104" fmla="*/ 106 w 188"/>
                  <a:gd name="T105" fmla="*/ 206 h 320"/>
                  <a:gd name="T106" fmla="*/ 12 w 188"/>
                  <a:gd name="T107" fmla="*/ 258 h 320"/>
                  <a:gd name="T108" fmla="*/ 12 w 188"/>
                  <a:gd name="T109" fmla="*/ 264 h 320"/>
                  <a:gd name="T110" fmla="*/ 108 w 188"/>
                  <a:gd name="T111" fmla="*/ 276 h 320"/>
                  <a:gd name="T112" fmla="*/ 102 w 188"/>
                  <a:gd name="T113" fmla="*/ 272 h 320"/>
                  <a:gd name="T114" fmla="*/ 76 w 188"/>
                  <a:gd name="T115" fmla="*/ 294 h 320"/>
                  <a:gd name="T116" fmla="*/ 86 w 188"/>
                  <a:gd name="T117" fmla="*/ 284 h 320"/>
                  <a:gd name="T118" fmla="*/ 76 w 188"/>
                  <a:gd name="T119" fmla="*/ 302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8" h="320">
                    <a:moveTo>
                      <a:pt x="90" y="234"/>
                    </a:moveTo>
                    <a:lnTo>
                      <a:pt x="94" y="234"/>
                    </a:lnTo>
                    <a:lnTo>
                      <a:pt x="98" y="234"/>
                    </a:lnTo>
                    <a:lnTo>
                      <a:pt x="98" y="232"/>
                    </a:lnTo>
                    <a:lnTo>
                      <a:pt x="98" y="234"/>
                    </a:lnTo>
                    <a:lnTo>
                      <a:pt x="102" y="234"/>
                    </a:lnTo>
                    <a:lnTo>
                      <a:pt x="102" y="232"/>
                    </a:lnTo>
                    <a:lnTo>
                      <a:pt x="106" y="232"/>
                    </a:lnTo>
                    <a:lnTo>
                      <a:pt x="106" y="234"/>
                    </a:lnTo>
                    <a:lnTo>
                      <a:pt x="106" y="232"/>
                    </a:lnTo>
                    <a:lnTo>
                      <a:pt x="108" y="232"/>
                    </a:lnTo>
                    <a:lnTo>
                      <a:pt x="108" y="234"/>
                    </a:lnTo>
                    <a:lnTo>
                      <a:pt x="106" y="234"/>
                    </a:lnTo>
                    <a:lnTo>
                      <a:pt x="102" y="234"/>
                    </a:lnTo>
                    <a:lnTo>
                      <a:pt x="102" y="238"/>
                    </a:lnTo>
                    <a:lnTo>
                      <a:pt x="98" y="238"/>
                    </a:lnTo>
                    <a:lnTo>
                      <a:pt x="98" y="242"/>
                    </a:lnTo>
                    <a:lnTo>
                      <a:pt x="94" y="238"/>
                    </a:lnTo>
                    <a:lnTo>
                      <a:pt x="94" y="242"/>
                    </a:lnTo>
                    <a:lnTo>
                      <a:pt x="90" y="246"/>
                    </a:lnTo>
                    <a:lnTo>
                      <a:pt x="86" y="246"/>
                    </a:lnTo>
                    <a:lnTo>
                      <a:pt x="86" y="250"/>
                    </a:lnTo>
                    <a:lnTo>
                      <a:pt x="82" y="250"/>
                    </a:lnTo>
                    <a:lnTo>
                      <a:pt x="78" y="250"/>
                    </a:lnTo>
                    <a:lnTo>
                      <a:pt x="76" y="250"/>
                    </a:lnTo>
                    <a:lnTo>
                      <a:pt x="72" y="250"/>
                    </a:lnTo>
                    <a:lnTo>
                      <a:pt x="76" y="250"/>
                    </a:lnTo>
                    <a:lnTo>
                      <a:pt x="78" y="250"/>
                    </a:lnTo>
                    <a:lnTo>
                      <a:pt x="82" y="250"/>
                    </a:lnTo>
                    <a:lnTo>
                      <a:pt x="82" y="254"/>
                    </a:lnTo>
                    <a:lnTo>
                      <a:pt x="78" y="254"/>
                    </a:lnTo>
                    <a:lnTo>
                      <a:pt x="76" y="254"/>
                    </a:lnTo>
                    <a:lnTo>
                      <a:pt x="78" y="254"/>
                    </a:lnTo>
                    <a:lnTo>
                      <a:pt x="82" y="254"/>
                    </a:lnTo>
                    <a:lnTo>
                      <a:pt x="82" y="258"/>
                    </a:lnTo>
                    <a:lnTo>
                      <a:pt x="82" y="262"/>
                    </a:lnTo>
                    <a:lnTo>
                      <a:pt x="78" y="262"/>
                    </a:lnTo>
                    <a:lnTo>
                      <a:pt x="82" y="262"/>
                    </a:lnTo>
                    <a:lnTo>
                      <a:pt x="78" y="264"/>
                    </a:lnTo>
                    <a:lnTo>
                      <a:pt x="82" y="264"/>
                    </a:lnTo>
                    <a:lnTo>
                      <a:pt x="78" y="264"/>
                    </a:lnTo>
                    <a:lnTo>
                      <a:pt x="78" y="268"/>
                    </a:lnTo>
                    <a:lnTo>
                      <a:pt x="76" y="264"/>
                    </a:lnTo>
                    <a:lnTo>
                      <a:pt x="78" y="268"/>
                    </a:lnTo>
                    <a:lnTo>
                      <a:pt x="78" y="272"/>
                    </a:lnTo>
                    <a:lnTo>
                      <a:pt x="78" y="276"/>
                    </a:lnTo>
                    <a:lnTo>
                      <a:pt x="78" y="280"/>
                    </a:lnTo>
                    <a:lnTo>
                      <a:pt x="76" y="280"/>
                    </a:lnTo>
                    <a:lnTo>
                      <a:pt x="78" y="284"/>
                    </a:lnTo>
                    <a:lnTo>
                      <a:pt x="76" y="288"/>
                    </a:lnTo>
                    <a:lnTo>
                      <a:pt x="76" y="292"/>
                    </a:lnTo>
                    <a:lnTo>
                      <a:pt x="76" y="294"/>
                    </a:lnTo>
                    <a:lnTo>
                      <a:pt x="72" y="298"/>
                    </a:lnTo>
                    <a:lnTo>
                      <a:pt x="72" y="302"/>
                    </a:lnTo>
                    <a:lnTo>
                      <a:pt x="68" y="306"/>
                    </a:lnTo>
                    <a:lnTo>
                      <a:pt x="64" y="302"/>
                    </a:lnTo>
                    <a:lnTo>
                      <a:pt x="60" y="306"/>
                    </a:lnTo>
                    <a:lnTo>
                      <a:pt x="56" y="302"/>
                    </a:lnTo>
                    <a:lnTo>
                      <a:pt x="52" y="302"/>
                    </a:lnTo>
                    <a:lnTo>
                      <a:pt x="52" y="306"/>
                    </a:lnTo>
                    <a:lnTo>
                      <a:pt x="48" y="306"/>
                    </a:lnTo>
                    <a:lnTo>
                      <a:pt x="48" y="310"/>
                    </a:lnTo>
                    <a:lnTo>
                      <a:pt x="46" y="310"/>
                    </a:lnTo>
                    <a:lnTo>
                      <a:pt x="46" y="314"/>
                    </a:lnTo>
                    <a:lnTo>
                      <a:pt x="46" y="318"/>
                    </a:lnTo>
                    <a:lnTo>
                      <a:pt x="48" y="318"/>
                    </a:lnTo>
                    <a:lnTo>
                      <a:pt x="46" y="318"/>
                    </a:lnTo>
                    <a:lnTo>
                      <a:pt x="46" y="320"/>
                    </a:lnTo>
                    <a:lnTo>
                      <a:pt x="42" y="320"/>
                    </a:lnTo>
                    <a:lnTo>
                      <a:pt x="38" y="320"/>
                    </a:lnTo>
                    <a:lnTo>
                      <a:pt x="34" y="320"/>
                    </a:lnTo>
                    <a:lnTo>
                      <a:pt x="30" y="320"/>
                    </a:lnTo>
                    <a:lnTo>
                      <a:pt x="26" y="320"/>
                    </a:lnTo>
                    <a:lnTo>
                      <a:pt x="26" y="318"/>
                    </a:lnTo>
                    <a:lnTo>
                      <a:pt x="30" y="314"/>
                    </a:lnTo>
                    <a:lnTo>
                      <a:pt x="26" y="310"/>
                    </a:lnTo>
                    <a:lnTo>
                      <a:pt x="22" y="306"/>
                    </a:lnTo>
                    <a:lnTo>
                      <a:pt x="18" y="302"/>
                    </a:lnTo>
                    <a:lnTo>
                      <a:pt x="22" y="302"/>
                    </a:lnTo>
                    <a:lnTo>
                      <a:pt x="26" y="302"/>
                    </a:lnTo>
                    <a:lnTo>
                      <a:pt x="22" y="298"/>
                    </a:lnTo>
                    <a:lnTo>
                      <a:pt x="26" y="298"/>
                    </a:lnTo>
                    <a:lnTo>
                      <a:pt x="26" y="294"/>
                    </a:lnTo>
                    <a:lnTo>
                      <a:pt x="22" y="294"/>
                    </a:lnTo>
                    <a:lnTo>
                      <a:pt x="22" y="292"/>
                    </a:lnTo>
                    <a:lnTo>
                      <a:pt x="22" y="288"/>
                    </a:lnTo>
                    <a:lnTo>
                      <a:pt x="18" y="288"/>
                    </a:lnTo>
                    <a:lnTo>
                      <a:pt x="18" y="284"/>
                    </a:lnTo>
                    <a:lnTo>
                      <a:pt x="16" y="284"/>
                    </a:lnTo>
                    <a:lnTo>
                      <a:pt x="16" y="280"/>
                    </a:lnTo>
                    <a:lnTo>
                      <a:pt x="16" y="276"/>
                    </a:lnTo>
                    <a:lnTo>
                      <a:pt x="12" y="276"/>
                    </a:lnTo>
                    <a:lnTo>
                      <a:pt x="12" y="272"/>
                    </a:lnTo>
                    <a:lnTo>
                      <a:pt x="12" y="268"/>
                    </a:lnTo>
                    <a:lnTo>
                      <a:pt x="8" y="268"/>
                    </a:lnTo>
                    <a:lnTo>
                      <a:pt x="8" y="264"/>
                    </a:lnTo>
                    <a:lnTo>
                      <a:pt x="12" y="264"/>
                    </a:lnTo>
                    <a:lnTo>
                      <a:pt x="12" y="262"/>
                    </a:lnTo>
                    <a:lnTo>
                      <a:pt x="12" y="258"/>
                    </a:lnTo>
                    <a:lnTo>
                      <a:pt x="8" y="258"/>
                    </a:lnTo>
                    <a:lnTo>
                      <a:pt x="4" y="258"/>
                    </a:lnTo>
                    <a:lnTo>
                      <a:pt x="4" y="254"/>
                    </a:lnTo>
                    <a:lnTo>
                      <a:pt x="4" y="250"/>
                    </a:lnTo>
                    <a:lnTo>
                      <a:pt x="4" y="246"/>
                    </a:lnTo>
                    <a:lnTo>
                      <a:pt x="0" y="246"/>
                    </a:lnTo>
                    <a:lnTo>
                      <a:pt x="4" y="246"/>
                    </a:lnTo>
                    <a:lnTo>
                      <a:pt x="4" y="242"/>
                    </a:lnTo>
                    <a:lnTo>
                      <a:pt x="0" y="242"/>
                    </a:lnTo>
                    <a:lnTo>
                      <a:pt x="0" y="238"/>
                    </a:lnTo>
                    <a:lnTo>
                      <a:pt x="4" y="238"/>
                    </a:lnTo>
                    <a:lnTo>
                      <a:pt x="4" y="242"/>
                    </a:lnTo>
                    <a:lnTo>
                      <a:pt x="8" y="242"/>
                    </a:lnTo>
                    <a:lnTo>
                      <a:pt x="12" y="238"/>
                    </a:lnTo>
                    <a:lnTo>
                      <a:pt x="12" y="234"/>
                    </a:lnTo>
                    <a:lnTo>
                      <a:pt x="12" y="232"/>
                    </a:lnTo>
                    <a:lnTo>
                      <a:pt x="8" y="228"/>
                    </a:lnTo>
                    <a:lnTo>
                      <a:pt x="12" y="228"/>
                    </a:lnTo>
                    <a:lnTo>
                      <a:pt x="12" y="224"/>
                    </a:lnTo>
                    <a:lnTo>
                      <a:pt x="12" y="220"/>
                    </a:lnTo>
                    <a:lnTo>
                      <a:pt x="16" y="220"/>
                    </a:lnTo>
                    <a:lnTo>
                      <a:pt x="18" y="220"/>
                    </a:lnTo>
                    <a:lnTo>
                      <a:pt x="18" y="216"/>
                    </a:lnTo>
                    <a:lnTo>
                      <a:pt x="18" y="212"/>
                    </a:lnTo>
                    <a:lnTo>
                      <a:pt x="22" y="208"/>
                    </a:lnTo>
                    <a:lnTo>
                      <a:pt x="22" y="206"/>
                    </a:lnTo>
                    <a:lnTo>
                      <a:pt x="18" y="206"/>
                    </a:lnTo>
                    <a:lnTo>
                      <a:pt x="18" y="202"/>
                    </a:lnTo>
                    <a:lnTo>
                      <a:pt x="18" y="198"/>
                    </a:lnTo>
                    <a:lnTo>
                      <a:pt x="16" y="194"/>
                    </a:lnTo>
                    <a:lnTo>
                      <a:pt x="18" y="194"/>
                    </a:lnTo>
                    <a:lnTo>
                      <a:pt x="22" y="194"/>
                    </a:lnTo>
                    <a:lnTo>
                      <a:pt x="22" y="190"/>
                    </a:lnTo>
                    <a:lnTo>
                      <a:pt x="26" y="190"/>
                    </a:lnTo>
                    <a:lnTo>
                      <a:pt x="26" y="186"/>
                    </a:lnTo>
                    <a:lnTo>
                      <a:pt x="22" y="186"/>
                    </a:lnTo>
                    <a:lnTo>
                      <a:pt x="22" y="182"/>
                    </a:lnTo>
                    <a:lnTo>
                      <a:pt x="18" y="182"/>
                    </a:lnTo>
                    <a:lnTo>
                      <a:pt x="16" y="178"/>
                    </a:lnTo>
                    <a:lnTo>
                      <a:pt x="16" y="176"/>
                    </a:lnTo>
                    <a:lnTo>
                      <a:pt x="16" y="172"/>
                    </a:lnTo>
                    <a:lnTo>
                      <a:pt x="18" y="168"/>
                    </a:lnTo>
                    <a:lnTo>
                      <a:pt x="18" y="164"/>
                    </a:lnTo>
                    <a:lnTo>
                      <a:pt x="16" y="164"/>
                    </a:lnTo>
                    <a:lnTo>
                      <a:pt x="16" y="162"/>
                    </a:lnTo>
                    <a:lnTo>
                      <a:pt x="16" y="158"/>
                    </a:lnTo>
                    <a:lnTo>
                      <a:pt x="16" y="154"/>
                    </a:lnTo>
                    <a:lnTo>
                      <a:pt x="16" y="150"/>
                    </a:lnTo>
                    <a:lnTo>
                      <a:pt x="16" y="146"/>
                    </a:lnTo>
                    <a:lnTo>
                      <a:pt x="12" y="142"/>
                    </a:lnTo>
                    <a:lnTo>
                      <a:pt x="16" y="142"/>
                    </a:lnTo>
                    <a:lnTo>
                      <a:pt x="16" y="138"/>
                    </a:lnTo>
                    <a:lnTo>
                      <a:pt x="16" y="134"/>
                    </a:lnTo>
                    <a:lnTo>
                      <a:pt x="18" y="132"/>
                    </a:lnTo>
                    <a:lnTo>
                      <a:pt x="22" y="128"/>
                    </a:lnTo>
                    <a:lnTo>
                      <a:pt x="26" y="124"/>
                    </a:lnTo>
                    <a:lnTo>
                      <a:pt x="30" y="124"/>
                    </a:lnTo>
                    <a:lnTo>
                      <a:pt x="42" y="124"/>
                    </a:lnTo>
                    <a:lnTo>
                      <a:pt x="46" y="120"/>
                    </a:lnTo>
                    <a:lnTo>
                      <a:pt x="46" y="116"/>
                    </a:lnTo>
                    <a:lnTo>
                      <a:pt x="46" y="112"/>
                    </a:lnTo>
                    <a:lnTo>
                      <a:pt x="42" y="112"/>
                    </a:lnTo>
                    <a:lnTo>
                      <a:pt x="38" y="112"/>
                    </a:lnTo>
                    <a:lnTo>
                      <a:pt x="38" y="108"/>
                    </a:lnTo>
                    <a:lnTo>
                      <a:pt x="42" y="108"/>
                    </a:lnTo>
                    <a:lnTo>
                      <a:pt x="42" y="106"/>
                    </a:lnTo>
                    <a:lnTo>
                      <a:pt x="42" y="102"/>
                    </a:lnTo>
                    <a:lnTo>
                      <a:pt x="46" y="102"/>
                    </a:lnTo>
                    <a:lnTo>
                      <a:pt x="46" y="98"/>
                    </a:lnTo>
                    <a:lnTo>
                      <a:pt x="48" y="94"/>
                    </a:lnTo>
                    <a:lnTo>
                      <a:pt x="48" y="90"/>
                    </a:lnTo>
                    <a:lnTo>
                      <a:pt x="48" y="86"/>
                    </a:lnTo>
                    <a:lnTo>
                      <a:pt x="48" y="82"/>
                    </a:lnTo>
                    <a:lnTo>
                      <a:pt x="52" y="82"/>
                    </a:lnTo>
                    <a:lnTo>
                      <a:pt x="48" y="78"/>
                    </a:lnTo>
                    <a:lnTo>
                      <a:pt x="48" y="76"/>
                    </a:lnTo>
                    <a:lnTo>
                      <a:pt x="52" y="76"/>
                    </a:lnTo>
                    <a:lnTo>
                      <a:pt x="56" y="76"/>
                    </a:lnTo>
                    <a:lnTo>
                      <a:pt x="64" y="72"/>
                    </a:lnTo>
                    <a:lnTo>
                      <a:pt x="60" y="68"/>
                    </a:lnTo>
                    <a:lnTo>
                      <a:pt x="60" y="64"/>
                    </a:lnTo>
                    <a:lnTo>
                      <a:pt x="64" y="64"/>
                    </a:lnTo>
                    <a:lnTo>
                      <a:pt x="68" y="60"/>
                    </a:lnTo>
                    <a:lnTo>
                      <a:pt x="72" y="56"/>
                    </a:lnTo>
                    <a:lnTo>
                      <a:pt x="76" y="52"/>
                    </a:lnTo>
                    <a:lnTo>
                      <a:pt x="76" y="48"/>
                    </a:lnTo>
                    <a:lnTo>
                      <a:pt x="76" y="46"/>
                    </a:lnTo>
                    <a:lnTo>
                      <a:pt x="72" y="46"/>
                    </a:lnTo>
                    <a:lnTo>
                      <a:pt x="72" y="42"/>
                    </a:lnTo>
                    <a:lnTo>
                      <a:pt x="76" y="42"/>
                    </a:lnTo>
                    <a:lnTo>
                      <a:pt x="78" y="38"/>
                    </a:lnTo>
                    <a:lnTo>
                      <a:pt x="78" y="34"/>
                    </a:lnTo>
                    <a:lnTo>
                      <a:pt x="78" y="30"/>
                    </a:lnTo>
                    <a:lnTo>
                      <a:pt x="86" y="26"/>
                    </a:lnTo>
                    <a:lnTo>
                      <a:pt x="90" y="26"/>
                    </a:lnTo>
                    <a:lnTo>
                      <a:pt x="94" y="26"/>
                    </a:lnTo>
                    <a:lnTo>
                      <a:pt x="94" y="30"/>
                    </a:lnTo>
                    <a:lnTo>
                      <a:pt x="98" y="30"/>
                    </a:lnTo>
                    <a:lnTo>
                      <a:pt x="98" y="26"/>
                    </a:lnTo>
                    <a:lnTo>
                      <a:pt x="102" y="22"/>
                    </a:lnTo>
                    <a:lnTo>
                      <a:pt x="102" y="20"/>
                    </a:lnTo>
                    <a:lnTo>
                      <a:pt x="98" y="20"/>
                    </a:lnTo>
                    <a:lnTo>
                      <a:pt x="102" y="16"/>
                    </a:lnTo>
                    <a:lnTo>
                      <a:pt x="106" y="16"/>
                    </a:lnTo>
                    <a:lnTo>
                      <a:pt x="108" y="16"/>
                    </a:lnTo>
                    <a:lnTo>
                      <a:pt x="112" y="16"/>
                    </a:lnTo>
                    <a:lnTo>
                      <a:pt x="120" y="20"/>
                    </a:lnTo>
                    <a:lnTo>
                      <a:pt x="124" y="20"/>
                    </a:lnTo>
                    <a:lnTo>
                      <a:pt x="128" y="20"/>
                    </a:lnTo>
                    <a:lnTo>
                      <a:pt x="132" y="16"/>
                    </a:lnTo>
                    <a:lnTo>
                      <a:pt x="128" y="16"/>
                    </a:lnTo>
                    <a:lnTo>
                      <a:pt x="132" y="12"/>
                    </a:lnTo>
                    <a:lnTo>
                      <a:pt x="132" y="8"/>
                    </a:lnTo>
                    <a:lnTo>
                      <a:pt x="132" y="4"/>
                    </a:lnTo>
                    <a:lnTo>
                      <a:pt x="128" y="0"/>
                    </a:lnTo>
                    <a:lnTo>
                      <a:pt x="134" y="0"/>
                    </a:lnTo>
                    <a:lnTo>
                      <a:pt x="138" y="4"/>
                    </a:lnTo>
                    <a:lnTo>
                      <a:pt x="142" y="8"/>
                    </a:lnTo>
                    <a:lnTo>
                      <a:pt x="146" y="8"/>
                    </a:lnTo>
                    <a:lnTo>
                      <a:pt x="146" y="12"/>
                    </a:lnTo>
                    <a:lnTo>
                      <a:pt x="150" y="12"/>
                    </a:lnTo>
                    <a:lnTo>
                      <a:pt x="150" y="16"/>
                    </a:lnTo>
                    <a:lnTo>
                      <a:pt x="154" y="16"/>
                    </a:lnTo>
                    <a:lnTo>
                      <a:pt x="158" y="16"/>
                    </a:lnTo>
                    <a:lnTo>
                      <a:pt x="162" y="16"/>
                    </a:lnTo>
                    <a:lnTo>
                      <a:pt x="164" y="20"/>
                    </a:lnTo>
                    <a:lnTo>
                      <a:pt x="168" y="20"/>
                    </a:lnTo>
                    <a:lnTo>
                      <a:pt x="176" y="26"/>
                    </a:lnTo>
                    <a:lnTo>
                      <a:pt x="180" y="30"/>
                    </a:lnTo>
                    <a:lnTo>
                      <a:pt x="176" y="30"/>
                    </a:lnTo>
                    <a:lnTo>
                      <a:pt x="176" y="34"/>
                    </a:lnTo>
                    <a:lnTo>
                      <a:pt x="176" y="38"/>
                    </a:lnTo>
                    <a:lnTo>
                      <a:pt x="176" y="42"/>
                    </a:lnTo>
                    <a:lnTo>
                      <a:pt x="180" y="42"/>
                    </a:lnTo>
                    <a:lnTo>
                      <a:pt x="180" y="46"/>
                    </a:lnTo>
                    <a:lnTo>
                      <a:pt x="176" y="48"/>
                    </a:lnTo>
                    <a:lnTo>
                      <a:pt x="180" y="52"/>
                    </a:lnTo>
                    <a:lnTo>
                      <a:pt x="184" y="56"/>
                    </a:lnTo>
                    <a:lnTo>
                      <a:pt x="184" y="60"/>
                    </a:lnTo>
                    <a:lnTo>
                      <a:pt x="184" y="64"/>
                    </a:lnTo>
                    <a:lnTo>
                      <a:pt x="180" y="64"/>
                    </a:lnTo>
                    <a:lnTo>
                      <a:pt x="180" y="68"/>
                    </a:lnTo>
                    <a:lnTo>
                      <a:pt x="180" y="72"/>
                    </a:lnTo>
                    <a:lnTo>
                      <a:pt x="180" y="76"/>
                    </a:lnTo>
                    <a:lnTo>
                      <a:pt x="184" y="76"/>
                    </a:lnTo>
                    <a:lnTo>
                      <a:pt x="188" y="82"/>
                    </a:lnTo>
                    <a:lnTo>
                      <a:pt x="184" y="82"/>
                    </a:lnTo>
                    <a:lnTo>
                      <a:pt x="180" y="82"/>
                    </a:lnTo>
                    <a:lnTo>
                      <a:pt x="176" y="82"/>
                    </a:lnTo>
                    <a:lnTo>
                      <a:pt x="172" y="82"/>
                    </a:lnTo>
                    <a:lnTo>
                      <a:pt x="172" y="86"/>
                    </a:lnTo>
                    <a:lnTo>
                      <a:pt x="168" y="82"/>
                    </a:lnTo>
                    <a:lnTo>
                      <a:pt x="164" y="82"/>
                    </a:lnTo>
                    <a:lnTo>
                      <a:pt x="164" y="78"/>
                    </a:lnTo>
                    <a:lnTo>
                      <a:pt x="164" y="82"/>
                    </a:lnTo>
                    <a:lnTo>
                      <a:pt x="162" y="82"/>
                    </a:lnTo>
                    <a:lnTo>
                      <a:pt x="158" y="86"/>
                    </a:lnTo>
                    <a:lnTo>
                      <a:pt x="162" y="86"/>
                    </a:lnTo>
                    <a:lnTo>
                      <a:pt x="162" y="90"/>
                    </a:lnTo>
                    <a:lnTo>
                      <a:pt x="158" y="86"/>
                    </a:lnTo>
                    <a:lnTo>
                      <a:pt x="154" y="86"/>
                    </a:lnTo>
                    <a:lnTo>
                      <a:pt x="154" y="82"/>
                    </a:lnTo>
                    <a:lnTo>
                      <a:pt x="154" y="86"/>
                    </a:lnTo>
                    <a:lnTo>
                      <a:pt x="158" y="86"/>
                    </a:lnTo>
                    <a:lnTo>
                      <a:pt x="158" y="90"/>
                    </a:lnTo>
                    <a:lnTo>
                      <a:pt x="154" y="90"/>
                    </a:lnTo>
                    <a:lnTo>
                      <a:pt x="158" y="90"/>
                    </a:lnTo>
                    <a:lnTo>
                      <a:pt x="154" y="94"/>
                    </a:lnTo>
                    <a:lnTo>
                      <a:pt x="150" y="94"/>
                    </a:lnTo>
                    <a:lnTo>
                      <a:pt x="150" y="90"/>
                    </a:lnTo>
                    <a:lnTo>
                      <a:pt x="146" y="94"/>
                    </a:lnTo>
                    <a:lnTo>
                      <a:pt x="150" y="94"/>
                    </a:lnTo>
                    <a:lnTo>
                      <a:pt x="150" y="98"/>
                    </a:lnTo>
                    <a:lnTo>
                      <a:pt x="150" y="94"/>
                    </a:lnTo>
                    <a:lnTo>
                      <a:pt x="146" y="94"/>
                    </a:lnTo>
                    <a:lnTo>
                      <a:pt x="150" y="94"/>
                    </a:lnTo>
                    <a:lnTo>
                      <a:pt x="150" y="98"/>
                    </a:lnTo>
                    <a:lnTo>
                      <a:pt x="150" y="102"/>
                    </a:lnTo>
                    <a:lnTo>
                      <a:pt x="146" y="102"/>
                    </a:lnTo>
                    <a:lnTo>
                      <a:pt x="142" y="106"/>
                    </a:lnTo>
                    <a:lnTo>
                      <a:pt x="142" y="108"/>
                    </a:lnTo>
                    <a:lnTo>
                      <a:pt x="146" y="106"/>
                    </a:lnTo>
                    <a:lnTo>
                      <a:pt x="146" y="108"/>
                    </a:lnTo>
                    <a:lnTo>
                      <a:pt x="142" y="108"/>
                    </a:lnTo>
                    <a:lnTo>
                      <a:pt x="146" y="112"/>
                    </a:lnTo>
                    <a:lnTo>
                      <a:pt x="150" y="112"/>
                    </a:lnTo>
                    <a:lnTo>
                      <a:pt x="150" y="116"/>
                    </a:lnTo>
                    <a:lnTo>
                      <a:pt x="146" y="116"/>
                    </a:lnTo>
                    <a:lnTo>
                      <a:pt x="146" y="120"/>
                    </a:lnTo>
                    <a:lnTo>
                      <a:pt x="142" y="124"/>
                    </a:lnTo>
                    <a:lnTo>
                      <a:pt x="138" y="124"/>
                    </a:lnTo>
                    <a:lnTo>
                      <a:pt x="138" y="128"/>
                    </a:lnTo>
                    <a:lnTo>
                      <a:pt x="134" y="132"/>
                    </a:lnTo>
                    <a:lnTo>
                      <a:pt x="132" y="132"/>
                    </a:lnTo>
                    <a:lnTo>
                      <a:pt x="132" y="134"/>
                    </a:lnTo>
                    <a:lnTo>
                      <a:pt x="128" y="134"/>
                    </a:lnTo>
                    <a:lnTo>
                      <a:pt x="124" y="134"/>
                    </a:lnTo>
                    <a:lnTo>
                      <a:pt x="124" y="138"/>
                    </a:lnTo>
                    <a:lnTo>
                      <a:pt x="120" y="138"/>
                    </a:lnTo>
                    <a:lnTo>
                      <a:pt x="120" y="134"/>
                    </a:lnTo>
                    <a:lnTo>
                      <a:pt x="120" y="138"/>
                    </a:lnTo>
                    <a:lnTo>
                      <a:pt x="116" y="138"/>
                    </a:lnTo>
                    <a:lnTo>
                      <a:pt x="116" y="142"/>
                    </a:lnTo>
                    <a:lnTo>
                      <a:pt x="112" y="142"/>
                    </a:lnTo>
                    <a:lnTo>
                      <a:pt x="116" y="142"/>
                    </a:lnTo>
                    <a:lnTo>
                      <a:pt x="112" y="146"/>
                    </a:lnTo>
                    <a:lnTo>
                      <a:pt x="112" y="142"/>
                    </a:lnTo>
                    <a:lnTo>
                      <a:pt x="108" y="142"/>
                    </a:lnTo>
                    <a:lnTo>
                      <a:pt x="112" y="142"/>
                    </a:lnTo>
                    <a:lnTo>
                      <a:pt x="112" y="146"/>
                    </a:lnTo>
                    <a:lnTo>
                      <a:pt x="108" y="146"/>
                    </a:lnTo>
                    <a:lnTo>
                      <a:pt x="106" y="146"/>
                    </a:lnTo>
                    <a:lnTo>
                      <a:pt x="106" y="150"/>
                    </a:lnTo>
                    <a:lnTo>
                      <a:pt x="102" y="150"/>
                    </a:lnTo>
                    <a:lnTo>
                      <a:pt x="106" y="150"/>
                    </a:lnTo>
                    <a:lnTo>
                      <a:pt x="106" y="154"/>
                    </a:lnTo>
                    <a:lnTo>
                      <a:pt x="102" y="154"/>
                    </a:lnTo>
                    <a:lnTo>
                      <a:pt x="98" y="154"/>
                    </a:lnTo>
                    <a:lnTo>
                      <a:pt x="98" y="150"/>
                    </a:lnTo>
                    <a:lnTo>
                      <a:pt x="94" y="150"/>
                    </a:lnTo>
                    <a:lnTo>
                      <a:pt x="98" y="150"/>
                    </a:lnTo>
                    <a:lnTo>
                      <a:pt x="98" y="154"/>
                    </a:lnTo>
                    <a:lnTo>
                      <a:pt x="98" y="158"/>
                    </a:lnTo>
                    <a:lnTo>
                      <a:pt x="98" y="162"/>
                    </a:lnTo>
                    <a:lnTo>
                      <a:pt x="94" y="162"/>
                    </a:lnTo>
                    <a:lnTo>
                      <a:pt x="90" y="162"/>
                    </a:lnTo>
                    <a:lnTo>
                      <a:pt x="90" y="164"/>
                    </a:lnTo>
                    <a:lnTo>
                      <a:pt x="94" y="168"/>
                    </a:lnTo>
                    <a:lnTo>
                      <a:pt x="90" y="168"/>
                    </a:lnTo>
                    <a:lnTo>
                      <a:pt x="90" y="172"/>
                    </a:lnTo>
                    <a:lnTo>
                      <a:pt x="90" y="176"/>
                    </a:lnTo>
                    <a:lnTo>
                      <a:pt x="90" y="178"/>
                    </a:lnTo>
                    <a:lnTo>
                      <a:pt x="94" y="178"/>
                    </a:lnTo>
                    <a:lnTo>
                      <a:pt x="90" y="178"/>
                    </a:lnTo>
                    <a:lnTo>
                      <a:pt x="86" y="178"/>
                    </a:lnTo>
                    <a:lnTo>
                      <a:pt x="90" y="178"/>
                    </a:lnTo>
                    <a:lnTo>
                      <a:pt x="86" y="178"/>
                    </a:lnTo>
                    <a:lnTo>
                      <a:pt x="86" y="182"/>
                    </a:lnTo>
                    <a:lnTo>
                      <a:pt x="86" y="186"/>
                    </a:lnTo>
                    <a:lnTo>
                      <a:pt x="86" y="190"/>
                    </a:lnTo>
                    <a:lnTo>
                      <a:pt x="86" y="194"/>
                    </a:lnTo>
                    <a:lnTo>
                      <a:pt x="86" y="198"/>
                    </a:lnTo>
                    <a:lnTo>
                      <a:pt x="90" y="198"/>
                    </a:lnTo>
                    <a:lnTo>
                      <a:pt x="90" y="202"/>
                    </a:lnTo>
                    <a:lnTo>
                      <a:pt x="90" y="206"/>
                    </a:lnTo>
                    <a:lnTo>
                      <a:pt x="90" y="202"/>
                    </a:lnTo>
                    <a:lnTo>
                      <a:pt x="94" y="202"/>
                    </a:lnTo>
                    <a:lnTo>
                      <a:pt x="94" y="206"/>
                    </a:lnTo>
                    <a:lnTo>
                      <a:pt x="98" y="206"/>
                    </a:lnTo>
                    <a:lnTo>
                      <a:pt x="102" y="208"/>
                    </a:lnTo>
                    <a:lnTo>
                      <a:pt x="106" y="208"/>
                    </a:lnTo>
                    <a:lnTo>
                      <a:pt x="106" y="212"/>
                    </a:lnTo>
                    <a:lnTo>
                      <a:pt x="108" y="212"/>
                    </a:lnTo>
                    <a:lnTo>
                      <a:pt x="106" y="212"/>
                    </a:lnTo>
                    <a:lnTo>
                      <a:pt x="106" y="216"/>
                    </a:lnTo>
                    <a:lnTo>
                      <a:pt x="108" y="216"/>
                    </a:lnTo>
                    <a:lnTo>
                      <a:pt x="112" y="220"/>
                    </a:lnTo>
                    <a:lnTo>
                      <a:pt x="112" y="224"/>
                    </a:lnTo>
                    <a:lnTo>
                      <a:pt x="108" y="224"/>
                    </a:lnTo>
                    <a:lnTo>
                      <a:pt x="108" y="228"/>
                    </a:lnTo>
                    <a:lnTo>
                      <a:pt x="106" y="232"/>
                    </a:lnTo>
                    <a:lnTo>
                      <a:pt x="102" y="232"/>
                    </a:lnTo>
                    <a:lnTo>
                      <a:pt x="106" y="232"/>
                    </a:lnTo>
                    <a:lnTo>
                      <a:pt x="102" y="232"/>
                    </a:lnTo>
                    <a:lnTo>
                      <a:pt x="98" y="232"/>
                    </a:lnTo>
                    <a:lnTo>
                      <a:pt x="94" y="232"/>
                    </a:lnTo>
                    <a:lnTo>
                      <a:pt x="98" y="228"/>
                    </a:lnTo>
                    <a:lnTo>
                      <a:pt x="94" y="228"/>
                    </a:lnTo>
                    <a:lnTo>
                      <a:pt x="94" y="224"/>
                    </a:lnTo>
                    <a:lnTo>
                      <a:pt x="94" y="228"/>
                    </a:lnTo>
                    <a:lnTo>
                      <a:pt x="94" y="224"/>
                    </a:lnTo>
                    <a:lnTo>
                      <a:pt x="90" y="224"/>
                    </a:lnTo>
                    <a:lnTo>
                      <a:pt x="94" y="228"/>
                    </a:lnTo>
                    <a:lnTo>
                      <a:pt x="90" y="228"/>
                    </a:lnTo>
                    <a:lnTo>
                      <a:pt x="90" y="224"/>
                    </a:lnTo>
                    <a:lnTo>
                      <a:pt x="94" y="224"/>
                    </a:lnTo>
                    <a:lnTo>
                      <a:pt x="94" y="228"/>
                    </a:lnTo>
                    <a:lnTo>
                      <a:pt x="94" y="232"/>
                    </a:lnTo>
                    <a:lnTo>
                      <a:pt x="90" y="228"/>
                    </a:lnTo>
                    <a:lnTo>
                      <a:pt x="94" y="228"/>
                    </a:lnTo>
                    <a:lnTo>
                      <a:pt x="90" y="228"/>
                    </a:lnTo>
                    <a:lnTo>
                      <a:pt x="90" y="232"/>
                    </a:lnTo>
                    <a:lnTo>
                      <a:pt x="86" y="228"/>
                    </a:lnTo>
                    <a:lnTo>
                      <a:pt x="82" y="228"/>
                    </a:lnTo>
                    <a:lnTo>
                      <a:pt x="78" y="228"/>
                    </a:lnTo>
                    <a:lnTo>
                      <a:pt x="76" y="232"/>
                    </a:lnTo>
                    <a:lnTo>
                      <a:pt x="72" y="232"/>
                    </a:lnTo>
                    <a:lnTo>
                      <a:pt x="76" y="232"/>
                    </a:lnTo>
                    <a:lnTo>
                      <a:pt x="78" y="232"/>
                    </a:lnTo>
                    <a:lnTo>
                      <a:pt x="82" y="232"/>
                    </a:lnTo>
                    <a:lnTo>
                      <a:pt x="78" y="232"/>
                    </a:lnTo>
                    <a:lnTo>
                      <a:pt x="82" y="232"/>
                    </a:lnTo>
                    <a:lnTo>
                      <a:pt x="86" y="232"/>
                    </a:lnTo>
                    <a:lnTo>
                      <a:pt x="90" y="232"/>
                    </a:lnTo>
                    <a:lnTo>
                      <a:pt x="90" y="234"/>
                    </a:lnTo>
                    <a:lnTo>
                      <a:pt x="86" y="234"/>
                    </a:lnTo>
                    <a:lnTo>
                      <a:pt x="90" y="234"/>
                    </a:lnTo>
                    <a:lnTo>
                      <a:pt x="90" y="234"/>
                    </a:lnTo>
                    <a:lnTo>
                      <a:pt x="90" y="234"/>
                    </a:lnTo>
                    <a:close/>
                    <a:moveTo>
                      <a:pt x="90" y="164"/>
                    </a:moveTo>
                    <a:lnTo>
                      <a:pt x="90" y="162"/>
                    </a:lnTo>
                    <a:lnTo>
                      <a:pt x="90" y="164"/>
                    </a:lnTo>
                    <a:lnTo>
                      <a:pt x="94" y="164"/>
                    </a:lnTo>
                    <a:lnTo>
                      <a:pt x="90" y="164"/>
                    </a:lnTo>
                    <a:lnTo>
                      <a:pt x="90" y="164"/>
                    </a:lnTo>
                    <a:lnTo>
                      <a:pt x="90" y="164"/>
                    </a:lnTo>
                    <a:close/>
                    <a:moveTo>
                      <a:pt x="86" y="232"/>
                    </a:moveTo>
                    <a:lnTo>
                      <a:pt x="90" y="232"/>
                    </a:lnTo>
                    <a:lnTo>
                      <a:pt x="86" y="232"/>
                    </a:lnTo>
                    <a:lnTo>
                      <a:pt x="86" y="232"/>
                    </a:lnTo>
                    <a:lnTo>
                      <a:pt x="86" y="232"/>
                    </a:lnTo>
                    <a:close/>
                    <a:moveTo>
                      <a:pt x="94" y="234"/>
                    </a:moveTo>
                    <a:lnTo>
                      <a:pt x="94" y="232"/>
                    </a:lnTo>
                    <a:lnTo>
                      <a:pt x="98" y="234"/>
                    </a:lnTo>
                    <a:lnTo>
                      <a:pt x="94" y="234"/>
                    </a:lnTo>
                    <a:lnTo>
                      <a:pt x="94" y="234"/>
                    </a:lnTo>
                    <a:lnTo>
                      <a:pt x="94" y="234"/>
                    </a:lnTo>
                    <a:close/>
                    <a:moveTo>
                      <a:pt x="116" y="264"/>
                    </a:moveTo>
                    <a:lnTo>
                      <a:pt x="112" y="264"/>
                    </a:lnTo>
                    <a:lnTo>
                      <a:pt x="116" y="264"/>
                    </a:lnTo>
                    <a:lnTo>
                      <a:pt x="116" y="264"/>
                    </a:lnTo>
                    <a:lnTo>
                      <a:pt x="116" y="264"/>
                    </a:lnTo>
                    <a:close/>
                    <a:moveTo>
                      <a:pt x="106" y="212"/>
                    </a:moveTo>
                    <a:lnTo>
                      <a:pt x="106" y="208"/>
                    </a:lnTo>
                    <a:lnTo>
                      <a:pt x="106" y="206"/>
                    </a:lnTo>
                    <a:lnTo>
                      <a:pt x="106" y="208"/>
                    </a:lnTo>
                    <a:lnTo>
                      <a:pt x="106" y="212"/>
                    </a:lnTo>
                    <a:lnTo>
                      <a:pt x="106" y="212"/>
                    </a:lnTo>
                    <a:lnTo>
                      <a:pt x="106" y="212"/>
                    </a:lnTo>
                    <a:close/>
                    <a:moveTo>
                      <a:pt x="8" y="262"/>
                    </a:moveTo>
                    <a:lnTo>
                      <a:pt x="4" y="262"/>
                    </a:lnTo>
                    <a:lnTo>
                      <a:pt x="8" y="258"/>
                    </a:lnTo>
                    <a:lnTo>
                      <a:pt x="12" y="258"/>
                    </a:lnTo>
                    <a:lnTo>
                      <a:pt x="12" y="262"/>
                    </a:lnTo>
                    <a:lnTo>
                      <a:pt x="8" y="262"/>
                    </a:lnTo>
                    <a:lnTo>
                      <a:pt x="8" y="262"/>
                    </a:lnTo>
                    <a:lnTo>
                      <a:pt x="8" y="262"/>
                    </a:lnTo>
                    <a:close/>
                    <a:moveTo>
                      <a:pt x="8" y="264"/>
                    </a:moveTo>
                    <a:lnTo>
                      <a:pt x="8" y="262"/>
                    </a:lnTo>
                    <a:lnTo>
                      <a:pt x="12" y="262"/>
                    </a:lnTo>
                    <a:lnTo>
                      <a:pt x="12" y="264"/>
                    </a:lnTo>
                    <a:lnTo>
                      <a:pt x="8" y="264"/>
                    </a:lnTo>
                    <a:lnTo>
                      <a:pt x="8" y="264"/>
                    </a:lnTo>
                    <a:lnTo>
                      <a:pt x="8" y="264"/>
                    </a:lnTo>
                    <a:close/>
                    <a:moveTo>
                      <a:pt x="112" y="264"/>
                    </a:moveTo>
                    <a:lnTo>
                      <a:pt x="112" y="268"/>
                    </a:lnTo>
                    <a:lnTo>
                      <a:pt x="108" y="268"/>
                    </a:lnTo>
                    <a:lnTo>
                      <a:pt x="108" y="272"/>
                    </a:lnTo>
                    <a:lnTo>
                      <a:pt x="108" y="276"/>
                    </a:lnTo>
                    <a:lnTo>
                      <a:pt x="108" y="280"/>
                    </a:lnTo>
                    <a:lnTo>
                      <a:pt x="106" y="280"/>
                    </a:lnTo>
                    <a:lnTo>
                      <a:pt x="106" y="284"/>
                    </a:lnTo>
                    <a:lnTo>
                      <a:pt x="102" y="288"/>
                    </a:lnTo>
                    <a:lnTo>
                      <a:pt x="102" y="284"/>
                    </a:lnTo>
                    <a:lnTo>
                      <a:pt x="102" y="280"/>
                    </a:lnTo>
                    <a:lnTo>
                      <a:pt x="102" y="276"/>
                    </a:lnTo>
                    <a:lnTo>
                      <a:pt x="102" y="272"/>
                    </a:lnTo>
                    <a:lnTo>
                      <a:pt x="106" y="268"/>
                    </a:lnTo>
                    <a:lnTo>
                      <a:pt x="108" y="264"/>
                    </a:lnTo>
                    <a:lnTo>
                      <a:pt x="112" y="264"/>
                    </a:lnTo>
                    <a:lnTo>
                      <a:pt x="112" y="264"/>
                    </a:lnTo>
                    <a:lnTo>
                      <a:pt x="112" y="264"/>
                    </a:lnTo>
                    <a:close/>
                    <a:moveTo>
                      <a:pt x="76" y="302"/>
                    </a:moveTo>
                    <a:lnTo>
                      <a:pt x="76" y="298"/>
                    </a:lnTo>
                    <a:lnTo>
                      <a:pt x="76" y="294"/>
                    </a:lnTo>
                    <a:lnTo>
                      <a:pt x="78" y="292"/>
                    </a:lnTo>
                    <a:lnTo>
                      <a:pt x="78" y="288"/>
                    </a:lnTo>
                    <a:lnTo>
                      <a:pt x="82" y="288"/>
                    </a:lnTo>
                    <a:lnTo>
                      <a:pt x="82" y="284"/>
                    </a:lnTo>
                    <a:lnTo>
                      <a:pt x="82" y="280"/>
                    </a:lnTo>
                    <a:lnTo>
                      <a:pt x="86" y="276"/>
                    </a:lnTo>
                    <a:lnTo>
                      <a:pt x="86" y="280"/>
                    </a:lnTo>
                    <a:lnTo>
                      <a:pt x="86" y="284"/>
                    </a:lnTo>
                    <a:lnTo>
                      <a:pt x="82" y="284"/>
                    </a:lnTo>
                    <a:lnTo>
                      <a:pt x="82" y="288"/>
                    </a:lnTo>
                    <a:lnTo>
                      <a:pt x="82" y="292"/>
                    </a:lnTo>
                    <a:lnTo>
                      <a:pt x="78" y="292"/>
                    </a:lnTo>
                    <a:lnTo>
                      <a:pt x="78" y="294"/>
                    </a:lnTo>
                    <a:lnTo>
                      <a:pt x="78" y="298"/>
                    </a:lnTo>
                    <a:lnTo>
                      <a:pt x="78" y="302"/>
                    </a:lnTo>
                    <a:lnTo>
                      <a:pt x="76" y="302"/>
                    </a:lnTo>
                    <a:lnTo>
                      <a:pt x="76" y="302"/>
                    </a:lnTo>
                    <a:lnTo>
                      <a:pt x="76"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0" name="Freeform 124"/>
              <p:cNvSpPr>
                <a:spLocks noEditPoints="1"/>
              </p:cNvSpPr>
              <p:nvPr/>
            </p:nvSpPr>
            <p:spPr bwMode="gray">
              <a:xfrm>
                <a:off x="4949530" y="3013493"/>
                <a:ext cx="107834" cy="69570"/>
              </a:xfrm>
              <a:custGeom>
                <a:avLst/>
                <a:gdLst>
                  <a:gd name="T0" fmla="*/ 6 w 62"/>
                  <a:gd name="T1" fmla="*/ 14 h 40"/>
                  <a:gd name="T2" fmla="*/ 10 w 62"/>
                  <a:gd name="T3" fmla="*/ 10 h 40"/>
                  <a:gd name="T4" fmla="*/ 10 w 62"/>
                  <a:gd name="T5" fmla="*/ 6 h 40"/>
                  <a:gd name="T6" fmla="*/ 18 w 62"/>
                  <a:gd name="T7" fmla="*/ 6 h 40"/>
                  <a:gd name="T8" fmla="*/ 18 w 62"/>
                  <a:gd name="T9" fmla="*/ 6 h 40"/>
                  <a:gd name="T10" fmla="*/ 18 w 62"/>
                  <a:gd name="T11" fmla="*/ 6 h 40"/>
                  <a:gd name="T12" fmla="*/ 22 w 62"/>
                  <a:gd name="T13" fmla="*/ 4 h 40"/>
                  <a:gd name="T14" fmla="*/ 22 w 62"/>
                  <a:gd name="T15" fmla="*/ 4 h 40"/>
                  <a:gd name="T16" fmla="*/ 26 w 62"/>
                  <a:gd name="T17" fmla="*/ 4 h 40"/>
                  <a:gd name="T18" fmla="*/ 28 w 62"/>
                  <a:gd name="T19" fmla="*/ 4 h 40"/>
                  <a:gd name="T20" fmla="*/ 32 w 62"/>
                  <a:gd name="T21" fmla="*/ 4 h 40"/>
                  <a:gd name="T22" fmla="*/ 36 w 62"/>
                  <a:gd name="T23" fmla="*/ 4 h 40"/>
                  <a:gd name="T24" fmla="*/ 32 w 62"/>
                  <a:gd name="T25" fmla="*/ 4 h 40"/>
                  <a:gd name="T26" fmla="*/ 36 w 62"/>
                  <a:gd name="T27" fmla="*/ 0 h 40"/>
                  <a:gd name="T28" fmla="*/ 36 w 62"/>
                  <a:gd name="T29" fmla="*/ 0 h 40"/>
                  <a:gd name="T30" fmla="*/ 40 w 62"/>
                  <a:gd name="T31" fmla="*/ 0 h 40"/>
                  <a:gd name="T32" fmla="*/ 40 w 62"/>
                  <a:gd name="T33" fmla="*/ 4 h 40"/>
                  <a:gd name="T34" fmla="*/ 48 w 62"/>
                  <a:gd name="T35" fmla="*/ 4 h 40"/>
                  <a:gd name="T36" fmla="*/ 52 w 62"/>
                  <a:gd name="T37" fmla="*/ 6 h 40"/>
                  <a:gd name="T38" fmla="*/ 48 w 62"/>
                  <a:gd name="T39" fmla="*/ 10 h 40"/>
                  <a:gd name="T40" fmla="*/ 48 w 62"/>
                  <a:gd name="T41" fmla="*/ 14 h 40"/>
                  <a:gd name="T42" fmla="*/ 52 w 62"/>
                  <a:gd name="T43" fmla="*/ 14 h 40"/>
                  <a:gd name="T44" fmla="*/ 52 w 62"/>
                  <a:gd name="T45" fmla="*/ 18 h 40"/>
                  <a:gd name="T46" fmla="*/ 56 w 62"/>
                  <a:gd name="T47" fmla="*/ 18 h 40"/>
                  <a:gd name="T48" fmla="*/ 58 w 62"/>
                  <a:gd name="T49" fmla="*/ 14 h 40"/>
                  <a:gd name="T50" fmla="*/ 62 w 62"/>
                  <a:gd name="T51" fmla="*/ 22 h 40"/>
                  <a:gd name="T52" fmla="*/ 62 w 62"/>
                  <a:gd name="T53" fmla="*/ 26 h 40"/>
                  <a:gd name="T54" fmla="*/ 58 w 62"/>
                  <a:gd name="T55" fmla="*/ 22 h 40"/>
                  <a:gd name="T56" fmla="*/ 56 w 62"/>
                  <a:gd name="T57" fmla="*/ 26 h 40"/>
                  <a:gd name="T58" fmla="*/ 56 w 62"/>
                  <a:gd name="T59" fmla="*/ 30 h 40"/>
                  <a:gd name="T60" fmla="*/ 56 w 62"/>
                  <a:gd name="T61" fmla="*/ 30 h 40"/>
                  <a:gd name="T62" fmla="*/ 52 w 62"/>
                  <a:gd name="T63" fmla="*/ 30 h 40"/>
                  <a:gd name="T64" fmla="*/ 48 w 62"/>
                  <a:gd name="T65" fmla="*/ 30 h 40"/>
                  <a:gd name="T66" fmla="*/ 44 w 62"/>
                  <a:gd name="T67" fmla="*/ 26 h 40"/>
                  <a:gd name="T68" fmla="*/ 44 w 62"/>
                  <a:gd name="T69" fmla="*/ 30 h 40"/>
                  <a:gd name="T70" fmla="*/ 40 w 62"/>
                  <a:gd name="T71" fmla="*/ 34 h 40"/>
                  <a:gd name="T72" fmla="*/ 40 w 62"/>
                  <a:gd name="T73" fmla="*/ 36 h 40"/>
                  <a:gd name="T74" fmla="*/ 40 w 62"/>
                  <a:gd name="T75" fmla="*/ 36 h 40"/>
                  <a:gd name="T76" fmla="*/ 40 w 62"/>
                  <a:gd name="T77" fmla="*/ 34 h 40"/>
                  <a:gd name="T78" fmla="*/ 36 w 62"/>
                  <a:gd name="T79" fmla="*/ 34 h 40"/>
                  <a:gd name="T80" fmla="*/ 32 w 62"/>
                  <a:gd name="T81" fmla="*/ 30 h 40"/>
                  <a:gd name="T82" fmla="*/ 32 w 62"/>
                  <a:gd name="T83" fmla="*/ 26 h 40"/>
                  <a:gd name="T84" fmla="*/ 26 w 62"/>
                  <a:gd name="T85" fmla="*/ 36 h 40"/>
                  <a:gd name="T86" fmla="*/ 26 w 62"/>
                  <a:gd name="T87" fmla="*/ 36 h 40"/>
                  <a:gd name="T88" fmla="*/ 22 w 62"/>
                  <a:gd name="T89" fmla="*/ 36 h 40"/>
                  <a:gd name="T90" fmla="*/ 18 w 62"/>
                  <a:gd name="T91" fmla="*/ 36 h 40"/>
                  <a:gd name="T92" fmla="*/ 14 w 62"/>
                  <a:gd name="T93" fmla="*/ 36 h 40"/>
                  <a:gd name="T94" fmla="*/ 10 w 62"/>
                  <a:gd name="T95" fmla="*/ 34 h 40"/>
                  <a:gd name="T96" fmla="*/ 10 w 62"/>
                  <a:gd name="T97" fmla="*/ 26 h 40"/>
                  <a:gd name="T98" fmla="*/ 2 w 62"/>
                  <a:gd name="T99" fmla="*/ 26 h 40"/>
                  <a:gd name="T100" fmla="*/ 2 w 62"/>
                  <a:gd name="T101" fmla="*/ 30 h 40"/>
                  <a:gd name="T102" fmla="*/ 0 w 62"/>
                  <a:gd name="T103" fmla="*/ 34 h 40"/>
                  <a:gd name="T104" fmla="*/ 0 w 62"/>
                  <a:gd name="T105" fmla="*/ 30 h 40"/>
                  <a:gd name="T106" fmla="*/ 0 w 62"/>
                  <a:gd name="T107" fmla="*/ 26 h 40"/>
                  <a:gd name="T108" fmla="*/ 2 w 62"/>
                  <a:gd name="T109" fmla="*/ 22 h 40"/>
                  <a:gd name="T110" fmla="*/ 2 w 62"/>
                  <a:gd name="T111" fmla="*/ 18 h 40"/>
                  <a:gd name="T112" fmla="*/ 36 w 62"/>
                  <a:gd name="T113"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2" h="40">
                    <a:moveTo>
                      <a:pt x="2" y="18"/>
                    </a:moveTo>
                    <a:lnTo>
                      <a:pt x="6" y="18"/>
                    </a:lnTo>
                    <a:lnTo>
                      <a:pt x="6" y="14"/>
                    </a:lnTo>
                    <a:lnTo>
                      <a:pt x="6" y="14"/>
                    </a:lnTo>
                    <a:lnTo>
                      <a:pt x="6" y="14"/>
                    </a:lnTo>
                    <a:lnTo>
                      <a:pt x="6" y="14"/>
                    </a:lnTo>
                    <a:lnTo>
                      <a:pt x="6" y="14"/>
                    </a:lnTo>
                    <a:lnTo>
                      <a:pt x="10" y="14"/>
                    </a:lnTo>
                    <a:lnTo>
                      <a:pt x="10" y="10"/>
                    </a:lnTo>
                    <a:lnTo>
                      <a:pt x="10" y="10"/>
                    </a:lnTo>
                    <a:lnTo>
                      <a:pt x="10" y="10"/>
                    </a:lnTo>
                    <a:lnTo>
                      <a:pt x="14" y="6"/>
                    </a:lnTo>
                    <a:lnTo>
                      <a:pt x="10" y="6"/>
                    </a:lnTo>
                    <a:lnTo>
                      <a:pt x="10" y="6"/>
                    </a:lnTo>
                    <a:lnTo>
                      <a:pt x="10" y="6"/>
                    </a:lnTo>
                    <a:lnTo>
                      <a:pt x="14" y="6"/>
                    </a:lnTo>
                    <a:lnTo>
                      <a:pt x="14" y="4"/>
                    </a:lnTo>
                    <a:lnTo>
                      <a:pt x="14" y="6"/>
                    </a:lnTo>
                    <a:lnTo>
                      <a:pt x="14" y="6"/>
                    </a:lnTo>
                    <a:lnTo>
                      <a:pt x="18" y="6"/>
                    </a:lnTo>
                    <a:lnTo>
                      <a:pt x="18" y="6"/>
                    </a:lnTo>
                    <a:lnTo>
                      <a:pt x="18" y="6"/>
                    </a:lnTo>
                    <a:lnTo>
                      <a:pt x="18" y="6"/>
                    </a:lnTo>
                    <a:lnTo>
                      <a:pt x="18" y="6"/>
                    </a:lnTo>
                    <a:lnTo>
                      <a:pt x="18" y="6"/>
                    </a:lnTo>
                    <a:lnTo>
                      <a:pt x="18" y="6"/>
                    </a:lnTo>
                    <a:lnTo>
                      <a:pt x="18" y="6"/>
                    </a:lnTo>
                    <a:lnTo>
                      <a:pt x="18" y="6"/>
                    </a:lnTo>
                    <a:lnTo>
                      <a:pt x="18" y="6"/>
                    </a:lnTo>
                    <a:lnTo>
                      <a:pt x="18" y="6"/>
                    </a:lnTo>
                    <a:lnTo>
                      <a:pt x="18" y="6"/>
                    </a:lnTo>
                    <a:lnTo>
                      <a:pt x="18" y="4"/>
                    </a:lnTo>
                    <a:lnTo>
                      <a:pt x="22" y="4"/>
                    </a:lnTo>
                    <a:lnTo>
                      <a:pt x="22" y="4"/>
                    </a:lnTo>
                    <a:lnTo>
                      <a:pt x="22" y="4"/>
                    </a:lnTo>
                    <a:lnTo>
                      <a:pt x="22" y="4"/>
                    </a:lnTo>
                    <a:lnTo>
                      <a:pt x="22" y="4"/>
                    </a:lnTo>
                    <a:lnTo>
                      <a:pt x="22" y="4"/>
                    </a:lnTo>
                    <a:lnTo>
                      <a:pt x="22" y="4"/>
                    </a:lnTo>
                    <a:lnTo>
                      <a:pt x="22" y="4"/>
                    </a:lnTo>
                    <a:lnTo>
                      <a:pt x="22" y="4"/>
                    </a:lnTo>
                    <a:lnTo>
                      <a:pt x="22" y="4"/>
                    </a:lnTo>
                    <a:lnTo>
                      <a:pt x="22" y="4"/>
                    </a:lnTo>
                    <a:lnTo>
                      <a:pt x="22" y="4"/>
                    </a:lnTo>
                    <a:lnTo>
                      <a:pt x="26" y="4"/>
                    </a:lnTo>
                    <a:lnTo>
                      <a:pt x="26" y="4"/>
                    </a:lnTo>
                    <a:lnTo>
                      <a:pt x="28" y="4"/>
                    </a:lnTo>
                    <a:lnTo>
                      <a:pt x="28" y="4"/>
                    </a:lnTo>
                    <a:lnTo>
                      <a:pt x="28" y="4"/>
                    </a:lnTo>
                    <a:lnTo>
                      <a:pt x="28" y="4"/>
                    </a:lnTo>
                    <a:lnTo>
                      <a:pt x="32" y="4"/>
                    </a:lnTo>
                    <a:lnTo>
                      <a:pt x="32" y="4"/>
                    </a:lnTo>
                    <a:lnTo>
                      <a:pt x="32" y="4"/>
                    </a:lnTo>
                    <a:lnTo>
                      <a:pt x="32" y="4"/>
                    </a:lnTo>
                    <a:lnTo>
                      <a:pt x="32" y="4"/>
                    </a:lnTo>
                    <a:lnTo>
                      <a:pt x="36" y="4"/>
                    </a:lnTo>
                    <a:lnTo>
                      <a:pt x="36" y="4"/>
                    </a:lnTo>
                    <a:lnTo>
                      <a:pt x="36" y="4"/>
                    </a:lnTo>
                    <a:lnTo>
                      <a:pt x="36" y="4"/>
                    </a:lnTo>
                    <a:lnTo>
                      <a:pt x="36" y="4"/>
                    </a:lnTo>
                    <a:lnTo>
                      <a:pt x="36" y="4"/>
                    </a:lnTo>
                    <a:lnTo>
                      <a:pt x="32" y="4"/>
                    </a:lnTo>
                    <a:lnTo>
                      <a:pt x="32" y="4"/>
                    </a:lnTo>
                    <a:lnTo>
                      <a:pt x="32" y="4"/>
                    </a:lnTo>
                    <a:lnTo>
                      <a:pt x="32" y="4"/>
                    </a:lnTo>
                    <a:lnTo>
                      <a:pt x="32" y="0"/>
                    </a:lnTo>
                    <a:lnTo>
                      <a:pt x="32" y="0"/>
                    </a:lnTo>
                    <a:lnTo>
                      <a:pt x="32" y="0"/>
                    </a:lnTo>
                    <a:lnTo>
                      <a:pt x="36" y="0"/>
                    </a:lnTo>
                    <a:lnTo>
                      <a:pt x="36" y="0"/>
                    </a:lnTo>
                    <a:lnTo>
                      <a:pt x="36" y="0"/>
                    </a:lnTo>
                    <a:lnTo>
                      <a:pt x="36" y="0"/>
                    </a:lnTo>
                    <a:lnTo>
                      <a:pt x="36" y="0"/>
                    </a:lnTo>
                    <a:lnTo>
                      <a:pt x="36" y="0"/>
                    </a:lnTo>
                    <a:lnTo>
                      <a:pt x="36" y="0"/>
                    </a:lnTo>
                    <a:lnTo>
                      <a:pt x="36" y="4"/>
                    </a:lnTo>
                    <a:lnTo>
                      <a:pt x="36" y="0"/>
                    </a:lnTo>
                    <a:lnTo>
                      <a:pt x="36" y="0"/>
                    </a:lnTo>
                    <a:lnTo>
                      <a:pt x="40" y="0"/>
                    </a:lnTo>
                    <a:lnTo>
                      <a:pt x="40" y="0"/>
                    </a:lnTo>
                    <a:lnTo>
                      <a:pt x="40" y="4"/>
                    </a:lnTo>
                    <a:lnTo>
                      <a:pt x="40" y="4"/>
                    </a:lnTo>
                    <a:lnTo>
                      <a:pt x="40" y="4"/>
                    </a:lnTo>
                    <a:lnTo>
                      <a:pt x="40" y="4"/>
                    </a:lnTo>
                    <a:lnTo>
                      <a:pt x="40" y="4"/>
                    </a:lnTo>
                    <a:lnTo>
                      <a:pt x="40" y="4"/>
                    </a:lnTo>
                    <a:lnTo>
                      <a:pt x="40" y="0"/>
                    </a:lnTo>
                    <a:lnTo>
                      <a:pt x="40" y="4"/>
                    </a:lnTo>
                    <a:lnTo>
                      <a:pt x="44" y="4"/>
                    </a:lnTo>
                    <a:lnTo>
                      <a:pt x="48" y="4"/>
                    </a:lnTo>
                    <a:lnTo>
                      <a:pt x="48" y="4"/>
                    </a:lnTo>
                    <a:lnTo>
                      <a:pt x="48" y="6"/>
                    </a:lnTo>
                    <a:lnTo>
                      <a:pt x="48" y="6"/>
                    </a:lnTo>
                    <a:lnTo>
                      <a:pt x="52" y="6"/>
                    </a:lnTo>
                    <a:lnTo>
                      <a:pt x="52" y="6"/>
                    </a:lnTo>
                    <a:lnTo>
                      <a:pt x="52" y="6"/>
                    </a:lnTo>
                    <a:lnTo>
                      <a:pt x="48" y="6"/>
                    </a:lnTo>
                    <a:lnTo>
                      <a:pt x="48" y="10"/>
                    </a:lnTo>
                    <a:lnTo>
                      <a:pt x="48" y="10"/>
                    </a:lnTo>
                    <a:lnTo>
                      <a:pt x="48" y="10"/>
                    </a:lnTo>
                    <a:lnTo>
                      <a:pt x="48" y="10"/>
                    </a:lnTo>
                    <a:lnTo>
                      <a:pt x="48" y="10"/>
                    </a:lnTo>
                    <a:lnTo>
                      <a:pt x="48" y="10"/>
                    </a:lnTo>
                    <a:lnTo>
                      <a:pt x="48" y="14"/>
                    </a:lnTo>
                    <a:lnTo>
                      <a:pt x="48" y="14"/>
                    </a:lnTo>
                    <a:lnTo>
                      <a:pt x="48" y="14"/>
                    </a:lnTo>
                    <a:lnTo>
                      <a:pt x="48" y="14"/>
                    </a:lnTo>
                    <a:lnTo>
                      <a:pt x="48" y="14"/>
                    </a:lnTo>
                    <a:lnTo>
                      <a:pt x="48" y="14"/>
                    </a:lnTo>
                    <a:lnTo>
                      <a:pt x="52" y="14"/>
                    </a:lnTo>
                    <a:lnTo>
                      <a:pt x="52" y="14"/>
                    </a:lnTo>
                    <a:lnTo>
                      <a:pt x="52" y="14"/>
                    </a:lnTo>
                    <a:lnTo>
                      <a:pt x="56" y="14"/>
                    </a:lnTo>
                    <a:lnTo>
                      <a:pt x="52" y="14"/>
                    </a:lnTo>
                    <a:lnTo>
                      <a:pt x="52" y="18"/>
                    </a:lnTo>
                    <a:lnTo>
                      <a:pt x="56" y="18"/>
                    </a:lnTo>
                    <a:lnTo>
                      <a:pt x="56" y="18"/>
                    </a:lnTo>
                    <a:lnTo>
                      <a:pt x="56" y="18"/>
                    </a:lnTo>
                    <a:lnTo>
                      <a:pt x="56" y="18"/>
                    </a:lnTo>
                    <a:lnTo>
                      <a:pt x="56" y="18"/>
                    </a:lnTo>
                    <a:lnTo>
                      <a:pt x="58" y="18"/>
                    </a:lnTo>
                    <a:lnTo>
                      <a:pt x="58" y="18"/>
                    </a:lnTo>
                    <a:lnTo>
                      <a:pt x="58" y="18"/>
                    </a:lnTo>
                    <a:lnTo>
                      <a:pt x="58" y="14"/>
                    </a:lnTo>
                    <a:lnTo>
                      <a:pt x="58" y="14"/>
                    </a:lnTo>
                    <a:lnTo>
                      <a:pt x="58" y="14"/>
                    </a:lnTo>
                    <a:lnTo>
                      <a:pt x="62" y="14"/>
                    </a:lnTo>
                    <a:lnTo>
                      <a:pt x="62" y="18"/>
                    </a:lnTo>
                    <a:lnTo>
                      <a:pt x="62" y="18"/>
                    </a:lnTo>
                    <a:lnTo>
                      <a:pt x="62" y="22"/>
                    </a:lnTo>
                    <a:lnTo>
                      <a:pt x="62" y="22"/>
                    </a:lnTo>
                    <a:lnTo>
                      <a:pt x="62" y="22"/>
                    </a:lnTo>
                    <a:lnTo>
                      <a:pt x="62" y="22"/>
                    </a:lnTo>
                    <a:lnTo>
                      <a:pt x="62" y="26"/>
                    </a:lnTo>
                    <a:lnTo>
                      <a:pt x="62" y="26"/>
                    </a:lnTo>
                    <a:lnTo>
                      <a:pt x="62" y="26"/>
                    </a:lnTo>
                    <a:lnTo>
                      <a:pt x="58" y="26"/>
                    </a:lnTo>
                    <a:lnTo>
                      <a:pt x="58" y="26"/>
                    </a:lnTo>
                    <a:lnTo>
                      <a:pt x="58" y="22"/>
                    </a:lnTo>
                    <a:lnTo>
                      <a:pt x="58" y="22"/>
                    </a:lnTo>
                    <a:lnTo>
                      <a:pt x="58" y="22"/>
                    </a:lnTo>
                    <a:lnTo>
                      <a:pt x="58" y="22"/>
                    </a:lnTo>
                    <a:lnTo>
                      <a:pt x="56" y="22"/>
                    </a:lnTo>
                    <a:lnTo>
                      <a:pt x="56" y="26"/>
                    </a:lnTo>
                    <a:lnTo>
                      <a:pt x="56" y="26"/>
                    </a:lnTo>
                    <a:lnTo>
                      <a:pt x="56" y="26"/>
                    </a:lnTo>
                    <a:lnTo>
                      <a:pt x="56" y="26"/>
                    </a:lnTo>
                    <a:lnTo>
                      <a:pt x="58" y="30"/>
                    </a:lnTo>
                    <a:lnTo>
                      <a:pt x="58" y="30"/>
                    </a:lnTo>
                    <a:lnTo>
                      <a:pt x="56" y="30"/>
                    </a:lnTo>
                    <a:lnTo>
                      <a:pt x="56" y="30"/>
                    </a:lnTo>
                    <a:lnTo>
                      <a:pt x="56" y="30"/>
                    </a:lnTo>
                    <a:lnTo>
                      <a:pt x="56" y="30"/>
                    </a:lnTo>
                    <a:lnTo>
                      <a:pt x="56" y="30"/>
                    </a:lnTo>
                    <a:lnTo>
                      <a:pt x="56" y="30"/>
                    </a:lnTo>
                    <a:lnTo>
                      <a:pt x="56" y="30"/>
                    </a:lnTo>
                    <a:lnTo>
                      <a:pt x="52" y="30"/>
                    </a:lnTo>
                    <a:lnTo>
                      <a:pt x="52" y="30"/>
                    </a:lnTo>
                    <a:lnTo>
                      <a:pt x="52" y="30"/>
                    </a:lnTo>
                    <a:lnTo>
                      <a:pt x="52" y="30"/>
                    </a:lnTo>
                    <a:lnTo>
                      <a:pt x="52" y="30"/>
                    </a:lnTo>
                    <a:lnTo>
                      <a:pt x="48" y="30"/>
                    </a:lnTo>
                    <a:lnTo>
                      <a:pt x="48" y="30"/>
                    </a:lnTo>
                    <a:lnTo>
                      <a:pt x="48" y="30"/>
                    </a:lnTo>
                    <a:lnTo>
                      <a:pt x="48" y="30"/>
                    </a:lnTo>
                    <a:lnTo>
                      <a:pt x="48" y="26"/>
                    </a:lnTo>
                    <a:lnTo>
                      <a:pt x="48" y="26"/>
                    </a:lnTo>
                    <a:lnTo>
                      <a:pt x="48" y="26"/>
                    </a:lnTo>
                    <a:lnTo>
                      <a:pt x="44" y="26"/>
                    </a:lnTo>
                    <a:lnTo>
                      <a:pt x="44" y="26"/>
                    </a:lnTo>
                    <a:lnTo>
                      <a:pt x="44" y="26"/>
                    </a:lnTo>
                    <a:lnTo>
                      <a:pt x="44" y="30"/>
                    </a:lnTo>
                    <a:lnTo>
                      <a:pt x="44" y="30"/>
                    </a:lnTo>
                    <a:lnTo>
                      <a:pt x="44" y="30"/>
                    </a:lnTo>
                    <a:lnTo>
                      <a:pt x="44" y="30"/>
                    </a:lnTo>
                    <a:lnTo>
                      <a:pt x="44" y="34"/>
                    </a:lnTo>
                    <a:lnTo>
                      <a:pt x="44" y="34"/>
                    </a:lnTo>
                    <a:lnTo>
                      <a:pt x="44" y="34"/>
                    </a:lnTo>
                    <a:lnTo>
                      <a:pt x="40" y="34"/>
                    </a:lnTo>
                    <a:lnTo>
                      <a:pt x="40" y="34"/>
                    </a:lnTo>
                    <a:lnTo>
                      <a:pt x="40" y="36"/>
                    </a:lnTo>
                    <a:lnTo>
                      <a:pt x="40" y="36"/>
                    </a:lnTo>
                    <a:lnTo>
                      <a:pt x="40" y="36"/>
                    </a:lnTo>
                    <a:lnTo>
                      <a:pt x="40" y="36"/>
                    </a:lnTo>
                    <a:lnTo>
                      <a:pt x="40" y="36"/>
                    </a:lnTo>
                    <a:lnTo>
                      <a:pt x="40" y="40"/>
                    </a:lnTo>
                    <a:lnTo>
                      <a:pt x="40" y="40"/>
                    </a:lnTo>
                    <a:lnTo>
                      <a:pt x="40" y="40"/>
                    </a:lnTo>
                    <a:lnTo>
                      <a:pt x="40" y="36"/>
                    </a:lnTo>
                    <a:lnTo>
                      <a:pt x="40" y="36"/>
                    </a:lnTo>
                    <a:lnTo>
                      <a:pt x="40" y="36"/>
                    </a:lnTo>
                    <a:lnTo>
                      <a:pt x="36" y="36"/>
                    </a:lnTo>
                    <a:lnTo>
                      <a:pt x="36" y="36"/>
                    </a:lnTo>
                    <a:lnTo>
                      <a:pt x="40" y="34"/>
                    </a:lnTo>
                    <a:lnTo>
                      <a:pt x="40" y="34"/>
                    </a:lnTo>
                    <a:lnTo>
                      <a:pt x="36" y="34"/>
                    </a:lnTo>
                    <a:lnTo>
                      <a:pt x="36" y="34"/>
                    </a:lnTo>
                    <a:lnTo>
                      <a:pt x="36" y="34"/>
                    </a:lnTo>
                    <a:lnTo>
                      <a:pt x="36" y="34"/>
                    </a:lnTo>
                    <a:lnTo>
                      <a:pt x="36" y="34"/>
                    </a:lnTo>
                    <a:lnTo>
                      <a:pt x="36" y="34"/>
                    </a:lnTo>
                    <a:lnTo>
                      <a:pt x="32" y="30"/>
                    </a:lnTo>
                    <a:lnTo>
                      <a:pt x="32" y="30"/>
                    </a:lnTo>
                    <a:lnTo>
                      <a:pt x="32" y="30"/>
                    </a:lnTo>
                    <a:lnTo>
                      <a:pt x="32" y="30"/>
                    </a:lnTo>
                    <a:lnTo>
                      <a:pt x="32" y="30"/>
                    </a:lnTo>
                    <a:lnTo>
                      <a:pt x="32" y="26"/>
                    </a:lnTo>
                    <a:lnTo>
                      <a:pt x="32" y="26"/>
                    </a:lnTo>
                    <a:lnTo>
                      <a:pt x="32" y="26"/>
                    </a:lnTo>
                    <a:lnTo>
                      <a:pt x="32" y="26"/>
                    </a:lnTo>
                    <a:lnTo>
                      <a:pt x="32" y="26"/>
                    </a:lnTo>
                    <a:lnTo>
                      <a:pt x="28" y="30"/>
                    </a:lnTo>
                    <a:lnTo>
                      <a:pt x="28" y="34"/>
                    </a:lnTo>
                    <a:lnTo>
                      <a:pt x="28" y="34"/>
                    </a:lnTo>
                    <a:lnTo>
                      <a:pt x="26" y="36"/>
                    </a:lnTo>
                    <a:lnTo>
                      <a:pt x="26" y="36"/>
                    </a:lnTo>
                    <a:lnTo>
                      <a:pt x="26" y="36"/>
                    </a:lnTo>
                    <a:lnTo>
                      <a:pt x="26" y="36"/>
                    </a:lnTo>
                    <a:lnTo>
                      <a:pt x="26" y="36"/>
                    </a:lnTo>
                    <a:lnTo>
                      <a:pt x="26" y="36"/>
                    </a:lnTo>
                    <a:lnTo>
                      <a:pt x="26" y="36"/>
                    </a:lnTo>
                    <a:lnTo>
                      <a:pt x="26" y="36"/>
                    </a:lnTo>
                    <a:lnTo>
                      <a:pt x="22" y="36"/>
                    </a:lnTo>
                    <a:lnTo>
                      <a:pt x="22" y="36"/>
                    </a:lnTo>
                    <a:lnTo>
                      <a:pt x="22" y="36"/>
                    </a:lnTo>
                    <a:lnTo>
                      <a:pt x="22" y="36"/>
                    </a:lnTo>
                    <a:lnTo>
                      <a:pt x="18" y="36"/>
                    </a:lnTo>
                    <a:lnTo>
                      <a:pt x="18" y="36"/>
                    </a:lnTo>
                    <a:lnTo>
                      <a:pt x="18" y="36"/>
                    </a:lnTo>
                    <a:lnTo>
                      <a:pt x="18" y="36"/>
                    </a:lnTo>
                    <a:lnTo>
                      <a:pt x="18" y="36"/>
                    </a:lnTo>
                    <a:lnTo>
                      <a:pt x="14" y="36"/>
                    </a:lnTo>
                    <a:lnTo>
                      <a:pt x="14" y="36"/>
                    </a:lnTo>
                    <a:lnTo>
                      <a:pt x="14" y="36"/>
                    </a:lnTo>
                    <a:lnTo>
                      <a:pt x="14" y="36"/>
                    </a:lnTo>
                    <a:lnTo>
                      <a:pt x="14" y="36"/>
                    </a:lnTo>
                    <a:lnTo>
                      <a:pt x="14" y="36"/>
                    </a:lnTo>
                    <a:lnTo>
                      <a:pt x="14" y="36"/>
                    </a:lnTo>
                    <a:lnTo>
                      <a:pt x="10" y="34"/>
                    </a:lnTo>
                    <a:lnTo>
                      <a:pt x="10" y="34"/>
                    </a:lnTo>
                    <a:lnTo>
                      <a:pt x="10" y="34"/>
                    </a:lnTo>
                    <a:lnTo>
                      <a:pt x="10" y="30"/>
                    </a:lnTo>
                    <a:lnTo>
                      <a:pt x="10" y="26"/>
                    </a:lnTo>
                    <a:lnTo>
                      <a:pt x="10" y="26"/>
                    </a:lnTo>
                    <a:lnTo>
                      <a:pt x="10" y="26"/>
                    </a:lnTo>
                    <a:lnTo>
                      <a:pt x="6" y="26"/>
                    </a:lnTo>
                    <a:lnTo>
                      <a:pt x="6" y="26"/>
                    </a:lnTo>
                    <a:lnTo>
                      <a:pt x="6" y="26"/>
                    </a:lnTo>
                    <a:lnTo>
                      <a:pt x="6" y="26"/>
                    </a:lnTo>
                    <a:lnTo>
                      <a:pt x="2" y="26"/>
                    </a:lnTo>
                    <a:lnTo>
                      <a:pt x="2" y="30"/>
                    </a:lnTo>
                    <a:lnTo>
                      <a:pt x="2" y="30"/>
                    </a:lnTo>
                    <a:lnTo>
                      <a:pt x="2" y="30"/>
                    </a:lnTo>
                    <a:lnTo>
                      <a:pt x="2" y="30"/>
                    </a:lnTo>
                    <a:lnTo>
                      <a:pt x="2" y="30"/>
                    </a:lnTo>
                    <a:lnTo>
                      <a:pt x="2" y="34"/>
                    </a:lnTo>
                    <a:lnTo>
                      <a:pt x="0" y="34"/>
                    </a:lnTo>
                    <a:lnTo>
                      <a:pt x="0" y="34"/>
                    </a:lnTo>
                    <a:lnTo>
                      <a:pt x="0" y="34"/>
                    </a:lnTo>
                    <a:lnTo>
                      <a:pt x="0" y="34"/>
                    </a:lnTo>
                    <a:lnTo>
                      <a:pt x="0" y="30"/>
                    </a:lnTo>
                    <a:lnTo>
                      <a:pt x="0" y="30"/>
                    </a:lnTo>
                    <a:lnTo>
                      <a:pt x="0" y="30"/>
                    </a:lnTo>
                    <a:lnTo>
                      <a:pt x="0" y="30"/>
                    </a:lnTo>
                    <a:lnTo>
                      <a:pt x="0" y="30"/>
                    </a:lnTo>
                    <a:lnTo>
                      <a:pt x="0" y="30"/>
                    </a:lnTo>
                    <a:lnTo>
                      <a:pt x="0" y="30"/>
                    </a:lnTo>
                    <a:lnTo>
                      <a:pt x="0" y="30"/>
                    </a:lnTo>
                    <a:lnTo>
                      <a:pt x="0" y="26"/>
                    </a:lnTo>
                    <a:lnTo>
                      <a:pt x="0" y="26"/>
                    </a:lnTo>
                    <a:lnTo>
                      <a:pt x="0" y="26"/>
                    </a:lnTo>
                    <a:lnTo>
                      <a:pt x="0" y="26"/>
                    </a:lnTo>
                    <a:lnTo>
                      <a:pt x="0" y="22"/>
                    </a:lnTo>
                    <a:lnTo>
                      <a:pt x="2" y="22"/>
                    </a:lnTo>
                    <a:lnTo>
                      <a:pt x="2" y="22"/>
                    </a:lnTo>
                    <a:lnTo>
                      <a:pt x="2" y="22"/>
                    </a:lnTo>
                    <a:lnTo>
                      <a:pt x="6" y="18"/>
                    </a:lnTo>
                    <a:lnTo>
                      <a:pt x="2" y="18"/>
                    </a:lnTo>
                    <a:lnTo>
                      <a:pt x="2" y="18"/>
                    </a:lnTo>
                    <a:lnTo>
                      <a:pt x="2" y="18"/>
                    </a:lnTo>
                    <a:close/>
                    <a:moveTo>
                      <a:pt x="36" y="0"/>
                    </a:moveTo>
                    <a:lnTo>
                      <a:pt x="36" y="0"/>
                    </a:lnTo>
                    <a:lnTo>
                      <a:pt x="36" y="0"/>
                    </a:lnTo>
                    <a:lnTo>
                      <a:pt x="36" y="0"/>
                    </a:lnTo>
                    <a:lnTo>
                      <a:pt x="36" y="0"/>
                    </a:lnTo>
                    <a:lnTo>
                      <a:pt x="36" y="0"/>
                    </a:lnTo>
                    <a:lnTo>
                      <a:pt x="3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1" name="Freeform 125"/>
              <p:cNvSpPr>
                <a:spLocks/>
              </p:cNvSpPr>
              <p:nvPr/>
            </p:nvSpPr>
            <p:spPr bwMode="gray">
              <a:xfrm>
                <a:off x="5342604" y="2843047"/>
                <a:ext cx="441773" cy="285238"/>
              </a:xfrm>
              <a:custGeom>
                <a:avLst/>
                <a:gdLst>
                  <a:gd name="T0" fmla="*/ 96 w 254"/>
                  <a:gd name="T1" fmla="*/ 134 h 164"/>
                  <a:gd name="T2" fmla="*/ 104 w 254"/>
                  <a:gd name="T3" fmla="*/ 124 h 164"/>
                  <a:gd name="T4" fmla="*/ 108 w 254"/>
                  <a:gd name="T5" fmla="*/ 124 h 164"/>
                  <a:gd name="T6" fmla="*/ 104 w 254"/>
                  <a:gd name="T7" fmla="*/ 108 h 164"/>
                  <a:gd name="T8" fmla="*/ 100 w 254"/>
                  <a:gd name="T9" fmla="*/ 98 h 164"/>
                  <a:gd name="T10" fmla="*/ 86 w 254"/>
                  <a:gd name="T11" fmla="*/ 90 h 164"/>
                  <a:gd name="T12" fmla="*/ 64 w 254"/>
                  <a:gd name="T13" fmla="*/ 86 h 164"/>
                  <a:gd name="T14" fmla="*/ 46 w 254"/>
                  <a:gd name="T15" fmla="*/ 98 h 164"/>
                  <a:gd name="T16" fmla="*/ 24 w 254"/>
                  <a:gd name="T17" fmla="*/ 94 h 164"/>
                  <a:gd name="T18" fmla="*/ 8 w 254"/>
                  <a:gd name="T19" fmla="*/ 90 h 164"/>
                  <a:gd name="T20" fmla="*/ 4 w 254"/>
                  <a:gd name="T21" fmla="*/ 74 h 164"/>
                  <a:gd name="T22" fmla="*/ 16 w 254"/>
                  <a:gd name="T23" fmla="*/ 48 h 164"/>
                  <a:gd name="T24" fmla="*/ 26 w 254"/>
                  <a:gd name="T25" fmla="*/ 38 h 164"/>
                  <a:gd name="T26" fmla="*/ 24 w 254"/>
                  <a:gd name="T27" fmla="*/ 18 h 164"/>
                  <a:gd name="T28" fmla="*/ 42 w 254"/>
                  <a:gd name="T29" fmla="*/ 12 h 164"/>
                  <a:gd name="T30" fmla="*/ 64 w 254"/>
                  <a:gd name="T31" fmla="*/ 16 h 164"/>
                  <a:gd name="T32" fmla="*/ 82 w 254"/>
                  <a:gd name="T33" fmla="*/ 18 h 164"/>
                  <a:gd name="T34" fmla="*/ 94 w 254"/>
                  <a:gd name="T35" fmla="*/ 18 h 164"/>
                  <a:gd name="T36" fmla="*/ 108 w 254"/>
                  <a:gd name="T37" fmla="*/ 22 h 164"/>
                  <a:gd name="T38" fmla="*/ 120 w 254"/>
                  <a:gd name="T39" fmla="*/ 18 h 164"/>
                  <a:gd name="T40" fmla="*/ 134 w 254"/>
                  <a:gd name="T41" fmla="*/ 8 h 164"/>
                  <a:gd name="T42" fmla="*/ 156 w 254"/>
                  <a:gd name="T43" fmla="*/ 0 h 164"/>
                  <a:gd name="T44" fmla="*/ 172 w 254"/>
                  <a:gd name="T45" fmla="*/ 12 h 164"/>
                  <a:gd name="T46" fmla="*/ 176 w 254"/>
                  <a:gd name="T47" fmla="*/ 26 h 164"/>
                  <a:gd name="T48" fmla="*/ 190 w 254"/>
                  <a:gd name="T49" fmla="*/ 38 h 164"/>
                  <a:gd name="T50" fmla="*/ 198 w 254"/>
                  <a:gd name="T51" fmla="*/ 42 h 164"/>
                  <a:gd name="T52" fmla="*/ 212 w 254"/>
                  <a:gd name="T53" fmla="*/ 46 h 164"/>
                  <a:gd name="T54" fmla="*/ 232 w 254"/>
                  <a:gd name="T55" fmla="*/ 48 h 164"/>
                  <a:gd name="T56" fmla="*/ 246 w 254"/>
                  <a:gd name="T57" fmla="*/ 56 h 164"/>
                  <a:gd name="T58" fmla="*/ 250 w 254"/>
                  <a:gd name="T59" fmla="*/ 72 h 164"/>
                  <a:gd name="T60" fmla="*/ 254 w 254"/>
                  <a:gd name="T61" fmla="*/ 90 h 164"/>
                  <a:gd name="T62" fmla="*/ 236 w 254"/>
                  <a:gd name="T63" fmla="*/ 98 h 164"/>
                  <a:gd name="T64" fmla="*/ 224 w 254"/>
                  <a:gd name="T65" fmla="*/ 112 h 164"/>
                  <a:gd name="T66" fmla="*/ 206 w 254"/>
                  <a:gd name="T67" fmla="*/ 120 h 164"/>
                  <a:gd name="T68" fmla="*/ 190 w 254"/>
                  <a:gd name="T69" fmla="*/ 124 h 164"/>
                  <a:gd name="T70" fmla="*/ 186 w 254"/>
                  <a:gd name="T71" fmla="*/ 128 h 164"/>
                  <a:gd name="T72" fmla="*/ 172 w 254"/>
                  <a:gd name="T73" fmla="*/ 128 h 164"/>
                  <a:gd name="T74" fmla="*/ 168 w 254"/>
                  <a:gd name="T75" fmla="*/ 130 h 164"/>
                  <a:gd name="T76" fmla="*/ 176 w 254"/>
                  <a:gd name="T77" fmla="*/ 134 h 164"/>
                  <a:gd name="T78" fmla="*/ 186 w 254"/>
                  <a:gd name="T79" fmla="*/ 146 h 164"/>
                  <a:gd name="T80" fmla="*/ 184 w 254"/>
                  <a:gd name="T81" fmla="*/ 138 h 164"/>
                  <a:gd name="T82" fmla="*/ 198 w 254"/>
                  <a:gd name="T83" fmla="*/ 146 h 164"/>
                  <a:gd name="T84" fmla="*/ 194 w 254"/>
                  <a:gd name="T85" fmla="*/ 154 h 164"/>
                  <a:gd name="T86" fmla="*/ 176 w 254"/>
                  <a:gd name="T87" fmla="*/ 160 h 164"/>
                  <a:gd name="T88" fmla="*/ 160 w 254"/>
                  <a:gd name="T89" fmla="*/ 158 h 164"/>
                  <a:gd name="T90" fmla="*/ 150 w 254"/>
                  <a:gd name="T91" fmla="*/ 146 h 164"/>
                  <a:gd name="T92" fmla="*/ 160 w 254"/>
                  <a:gd name="T93" fmla="*/ 134 h 164"/>
                  <a:gd name="T94" fmla="*/ 146 w 254"/>
                  <a:gd name="T95" fmla="*/ 130 h 164"/>
                  <a:gd name="T96" fmla="*/ 138 w 254"/>
                  <a:gd name="T97" fmla="*/ 124 h 164"/>
                  <a:gd name="T98" fmla="*/ 142 w 254"/>
                  <a:gd name="T99" fmla="*/ 124 h 164"/>
                  <a:gd name="T100" fmla="*/ 138 w 254"/>
                  <a:gd name="T101" fmla="*/ 112 h 164"/>
                  <a:gd name="T102" fmla="*/ 134 w 254"/>
                  <a:gd name="T103" fmla="*/ 120 h 164"/>
                  <a:gd name="T104" fmla="*/ 116 w 254"/>
                  <a:gd name="T105" fmla="*/ 134 h 164"/>
                  <a:gd name="T106" fmla="*/ 108 w 254"/>
                  <a:gd name="T107" fmla="*/ 146 h 164"/>
                  <a:gd name="T108" fmla="*/ 94 w 254"/>
                  <a:gd name="T109" fmla="*/ 15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 h="164">
                    <a:moveTo>
                      <a:pt x="86" y="146"/>
                    </a:moveTo>
                    <a:lnTo>
                      <a:pt x="86" y="142"/>
                    </a:lnTo>
                    <a:lnTo>
                      <a:pt x="90" y="142"/>
                    </a:lnTo>
                    <a:lnTo>
                      <a:pt x="90" y="138"/>
                    </a:lnTo>
                    <a:lnTo>
                      <a:pt x="94" y="138"/>
                    </a:lnTo>
                    <a:lnTo>
                      <a:pt x="94" y="134"/>
                    </a:lnTo>
                    <a:lnTo>
                      <a:pt x="96" y="134"/>
                    </a:lnTo>
                    <a:lnTo>
                      <a:pt x="96" y="130"/>
                    </a:lnTo>
                    <a:lnTo>
                      <a:pt x="96" y="128"/>
                    </a:lnTo>
                    <a:lnTo>
                      <a:pt x="96" y="124"/>
                    </a:lnTo>
                    <a:lnTo>
                      <a:pt x="100" y="124"/>
                    </a:lnTo>
                    <a:lnTo>
                      <a:pt x="100" y="128"/>
                    </a:lnTo>
                    <a:lnTo>
                      <a:pt x="100" y="124"/>
                    </a:lnTo>
                    <a:lnTo>
                      <a:pt x="104" y="124"/>
                    </a:lnTo>
                    <a:lnTo>
                      <a:pt x="104" y="128"/>
                    </a:lnTo>
                    <a:lnTo>
                      <a:pt x="108" y="128"/>
                    </a:lnTo>
                    <a:lnTo>
                      <a:pt x="108" y="124"/>
                    </a:lnTo>
                    <a:lnTo>
                      <a:pt x="108" y="128"/>
                    </a:lnTo>
                    <a:lnTo>
                      <a:pt x="112" y="128"/>
                    </a:lnTo>
                    <a:lnTo>
                      <a:pt x="112" y="124"/>
                    </a:lnTo>
                    <a:lnTo>
                      <a:pt x="108" y="124"/>
                    </a:lnTo>
                    <a:lnTo>
                      <a:pt x="112" y="124"/>
                    </a:lnTo>
                    <a:lnTo>
                      <a:pt x="112" y="120"/>
                    </a:lnTo>
                    <a:lnTo>
                      <a:pt x="112" y="116"/>
                    </a:lnTo>
                    <a:lnTo>
                      <a:pt x="108" y="116"/>
                    </a:lnTo>
                    <a:lnTo>
                      <a:pt x="104" y="116"/>
                    </a:lnTo>
                    <a:lnTo>
                      <a:pt x="104" y="112"/>
                    </a:lnTo>
                    <a:lnTo>
                      <a:pt x="104" y="108"/>
                    </a:lnTo>
                    <a:lnTo>
                      <a:pt x="104" y="104"/>
                    </a:lnTo>
                    <a:lnTo>
                      <a:pt x="104" y="108"/>
                    </a:lnTo>
                    <a:lnTo>
                      <a:pt x="100" y="104"/>
                    </a:lnTo>
                    <a:lnTo>
                      <a:pt x="104" y="104"/>
                    </a:lnTo>
                    <a:lnTo>
                      <a:pt x="100" y="104"/>
                    </a:lnTo>
                    <a:lnTo>
                      <a:pt x="100" y="102"/>
                    </a:lnTo>
                    <a:lnTo>
                      <a:pt x="100" y="98"/>
                    </a:lnTo>
                    <a:lnTo>
                      <a:pt x="100" y="94"/>
                    </a:lnTo>
                    <a:lnTo>
                      <a:pt x="96" y="94"/>
                    </a:lnTo>
                    <a:lnTo>
                      <a:pt x="94" y="90"/>
                    </a:lnTo>
                    <a:lnTo>
                      <a:pt x="90" y="90"/>
                    </a:lnTo>
                    <a:lnTo>
                      <a:pt x="90" y="86"/>
                    </a:lnTo>
                    <a:lnTo>
                      <a:pt x="86" y="86"/>
                    </a:lnTo>
                    <a:lnTo>
                      <a:pt x="86" y="90"/>
                    </a:lnTo>
                    <a:lnTo>
                      <a:pt x="86" y="86"/>
                    </a:lnTo>
                    <a:lnTo>
                      <a:pt x="82" y="86"/>
                    </a:lnTo>
                    <a:lnTo>
                      <a:pt x="80" y="82"/>
                    </a:lnTo>
                    <a:lnTo>
                      <a:pt x="76" y="82"/>
                    </a:lnTo>
                    <a:lnTo>
                      <a:pt x="72" y="86"/>
                    </a:lnTo>
                    <a:lnTo>
                      <a:pt x="68" y="86"/>
                    </a:lnTo>
                    <a:lnTo>
                      <a:pt x="64" y="86"/>
                    </a:lnTo>
                    <a:lnTo>
                      <a:pt x="64" y="90"/>
                    </a:lnTo>
                    <a:lnTo>
                      <a:pt x="60" y="90"/>
                    </a:lnTo>
                    <a:lnTo>
                      <a:pt x="56" y="94"/>
                    </a:lnTo>
                    <a:lnTo>
                      <a:pt x="54" y="94"/>
                    </a:lnTo>
                    <a:lnTo>
                      <a:pt x="50" y="94"/>
                    </a:lnTo>
                    <a:lnTo>
                      <a:pt x="46" y="94"/>
                    </a:lnTo>
                    <a:lnTo>
                      <a:pt x="46" y="98"/>
                    </a:lnTo>
                    <a:lnTo>
                      <a:pt x="42" y="98"/>
                    </a:lnTo>
                    <a:lnTo>
                      <a:pt x="38" y="98"/>
                    </a:lnTo>
                    <a:lnTo>
                      <a:pt x="38" y="94"/>
                    </a:lnTo>
                    <a:lnTo>
                      <a:pt x="34" y="94"/>
                    </a:lnTo>
                    <a:lnTo>
                      <a:pt x="30" y="94"/>
                    </a:lnTo>
                    <a:lnTo>
                      <a:pt x="26" y="94"/>
                    </a:lnTo>
                    <a:lnTo>
                      <a:pt x="24" y="94"/>
                    </a:lnTo>
                    <a:lnTo>
                      <a:pt x="20" y="94"/>
                    </a:lnTo>
                    <a:lnTo>
                      <a:pt x="16" y="94"/>
                    </a:lnTo>
                    <a:lnTo>
                      <a:pt x="16" y="90"/>
                    </a:lnTo>
                    <a:lnTo>
                      <a:pt x="16" y="94"/>
                    </a:lnTo>
                    <a:lnTo>
                      <a:pt x="12" y="94"/>
                    </a:lnTo>
                    <a:lnTo>
                      <a:pt x="12" y="90"/>
                    </a:lnTo>
                    <a:lnTo>
                      <a:pt x="8" y="90"/>
                    </a:lnTo>
                    <a:lnTo>
                      <a:pt x="4" y="86"/>
                    </a:lnTo>
                    <a:lnTo>
                      <a:pt x="0" y="82"/>
                    </a:lnTo>
                    <a:lnTo>
                      <a:pt x="0" y="86"/>
                    </a:lnTo>
                    <a:lnTo>
                      <a:pt x="0" y="82"/>
                    </a:lnTo>
                    <a:lnTo>
                      <a:pt x="0" y="78"/>
                    </a:lnTo>
                    <a:lnTo>
                      <a:pt x="4" y="78"/>
                    </a:lnTo>
                    <a:lnTo>
                      <a:pt x="4" y="74"/>
                    </a:lnTo>
                    <a:lnTo>
                      <a:pt x="8" y="72"/>
                    </a:lnTo>
                    <a:lnTo>
                      <a:pt x="12" y="72"/>
                    </a:lnTo>
                    <a:lnTo>
                      <a:pt x="8" y="68"/>
                    </a:lnTo>
                    <a:lnTo>
                      <a:pt x="8" y="64"/>
                    </a:lnTo>
                    <a:lnTo>
                      <a:pt x="8" y="60"/>
                    </a:lnTo>
                    <a:lnTo>
                      <a:pt x="16" y="52"/>
                    </a:lnTo>
                    <a:lnTo>
                      <a:pt x="16" y="48"/>
                    </a:lnTo>
                    <a:lnTo>
                      <a:pt x="20" y="48"/>
                    </a:lnTo>
                    <a:lnTo>
                      <a:pt x="20" y="46"/>
                    </a:lnTo>
                    <a:lnTo>
                      <a:pt x="24" y="46"/>
                    </a:lnTo>
                    <a:lnTo>
                      <a:pt x="24" y="42"/>
                    </a:lnTo>
                    <a:lnTo>
                      <a:pt x="26" y="42"/>
                    </a:lnTo>
                    <a:lnTo>
                      <a:pt x="30" y="42"/>
                    </a:lnTo>
                    <a:lnTo>
                      <a:pt x="26" y="38"/>
                    </a:lnTo>
                    <a:lnTo>
                      <a:pt x="26" y="34"/>
                    </a:lnTo>
                    <a:lnTo>
                      <a:pt x="30" y="34"/>
                    </a:lnTo>
                    <a:lnTo>
                      <a:pt x="26" y="34"/>
                    </a:lnTo>
                    <a:lnTo>
                      <a:pt x="26" y="30"/>
                    </a:lnTo>
                    <a:lnTo>
                      <a:pt x="24" y="26"/>
                    </a:lnTo>
                    <a:lnTo>
                      <a:pt x="24" y="22"/>
                    </a:lnTo>
                    <a:lnTo>
                      <a:pt x="24" y="18"/>
                    </a:lnTo>
                    <a:lnTo>
                      <a:pt x="24" y="16"/>
                    </a:lnTo>
                    <a:lnTo>
                      <a:pt x="26" y="18"/>
                    </a:lnTo>
                    <a:lnTo>
                      <a:pt x="30" y="16"/>
                    </a:lnTo>
                    <a:lnTo>
                      <a:pt x="30" y="12"/>
                    </a:lnTo>
                    <a:lnTo>
                      <a:pt x="34" y="12"/>
                    </a:lnTo>
                    <a:lnTo>
                      <a:pt x="38" y="12"/>
                    </a:lnTo>
                    <a:lnTo>
                      <a:pt x="42" y="12"/>
                    </a:lnTo>
                    <a:lnTo>
                      <a:pt x="46" y="12"/>
                    </a:lnTo>
                    <a:lnTo>
                      <a:pt x="50" y="12"/>
                    </a:lnTo>
                    <a:lnTo>
                      <a:pt x="54" y="12"/>
                    </a:lnTo>
                    <a:lnTo>
                      <a:pt x="56" y="12"/>
                    </a:lnTo>
                    <a:lnTo>
                      <a:pt x="60" y="12"/>
                    </a:lnTo>
                    <a:lnTo>
                      <a:pt x="60" y="16"/>
                    </a:lnTo>
                    <a:lnTo>
                      <a:pt x="64" y="16"/>
                    </a:lnTo>
                    <a:lnTo>
                      <a:pt x="64" y="12"/>
                    </a:lnTo>
                    <a:lnTo>
                      <a:pt x="64" y="16"/>
                    </a:lnTo>
                    <a:lnTo>
                      <a:pt x="68" y="16"/>
                    </a:lnTo>
                    <a:lnTo>
                      <a:pt x="72" y="16"/>
                    </a:lnTo>
                    <a:lnTo>
                      <a:pt x="76" y="18"/>
                    </a:lnTo>
                    <a:lnTo>
                      <a:pt x="80" y="18"/>
                    </a:lnTo>
                    <a:lnTo>
                      <a:pt x="82" y="18"/>
                    </a:lnTo>
                    <a:lnTo>
                      <a:pt x="86" y="18"/>
                    </a:lnTo>
                    <a:lnTo>
                      <a:pt x="86" y="16"/>
                    </a:lnTo>
                    <a:lnTo>
                      <a:pt x="86" y="18"/>
                    </a:lnTo>
                    <a:lnTo>
                      <a:pt x="90" y="18"/>
                    </a:lnTo>
                    <a:lnTo>
                      <a:pt x="94" y="18"/>
                    </a:lnTo>
                    <a:lnTo>
                      <a:pt x="94" y="22"/>
                    </a:lnTo>
                    <a:lnTo>
                      <a:pt x="94" y="18"/>
                    </a:lnTo>
                    <a:lnTo>
                      <a:pt x="96" y="18"/>
                    </a:lnTo>
                    <a:lnTo>
                      <a:pt x="100" y="18"/>
                    </a:lnTo>
                    <a:lnTo>
                      <a:pt x="100" y="22"/>
                    </a:lnTo>
                    <a:lnTo>
                      <a:pt x="104" y="22"/>
                    </a:lnTo>
                    <a:lnTo>
                      <a:pt x="104" y="18"/>
                    </a:lnTo>
                    <a:lnTo>
                      <a:pt x="108" y="18"/>
                    </a:lnTo>
                    <a:lnTo>
                      <a:pt x="108" y="22"/>
                    </a:lnTo>
                    <a:lnTo>
                      <a:pt x="112" y="18"/>
                    </a:lnTo>
                    <a:lnTo>
                      <a:pt x="116" y="18"/>
                    </a:lnTo>
                    <a:lnTo>
                      <a:pt x="116" y="22"/>
                    </a:lnTo>
                    <a:lnTo>
                      <a:pt x="120" y="22"/>
                    </a:lnTo>
                    <a:lnTo>
                      <a:pt x="120" y="26"/>
                    </a:lnTo>
                    <a:lnTo>
                      <a:pt x="120" y="22"/>
                    </a:lnTo>
                    <a:lnTo>
                      <a:pt x="120" y="18"/>
                    </a:lnTo>
                    <a:lnTo>
                      <a:pt x="120" y="16"/>
                    </a:lnTo>
                    <a:lnTo>
                      <a:pt x="120" y="12"/>
                    </a:lnTo>
                    <a:lnTo>
                      <a:pt x="124" y="12"/>
                    </a:lnTo>
                    <a:lnTo>
                      <a:pt x="124" y="8"/>
                    </a:lnTo>
                    <a:lnTo>
                      <a:pt x="126" y="8"/>
                    </a:lnTo>
                    <a:lnTo>
                      <a:pt x="130" y="8"/>
                    </a:lnTo>
                    <a:lnTo>
                      <a:pt x="134" y="8"/>
                    </a:lnTo>
                    <a:lnTo>
                      <a:pt x="138" y="8"/>
                    </a:lnTo>
                    <a:lnTo>
                      <a:pt x="142" y="8"/>
                    </a:lnTo>
                    <a:lnTo>
                      <a:pt x="146" y="8"/>
                    </a:lnTo>
                    <a:lnTo>
                      <a:pt x="146" y="4"/>
                    </a:lnTo>
                    <a:lnTo>
                      <a:pt x="150" y="4"/>
                    </a:lnTo>
                    <a:lnTo>
                      <a:pt x="154" y="4"/>
                    </a:lnTo>
                    <a:lnTo>
                      <a:pt x="156" y="0"/>
                    </a:lnTo>
                    <a:lnTo>
                      <a:pt x="160" y="0"/>
                    </a:lnTo>
                    <a:lnTo>
                      <a:pt x="160" y="4"/>
                    </a:lnTo>
                    <a:lnTo>
                      <a:pt x="164" y="4"/>
                    </a:lnTo>
                    <a:lnTo>
                      <a:pt x="164" y="0"/>
                    </a:lnTo>
                    <a:lnTo>
                      <a:pt x="168" y="4"/>
                    </a:lnTo>
                    <a:lnTo>
                      <a:pt x="168" y="8"/>
                    </a:lnTo>
                    <a:lnTo>
                      <a:pt x="172" y="12"/>
                    </a:lnTo>
                    <a:lnTo>
                      <a:pt x="176" y="16"/>
                    </a:lnTo>
                    <a:lnTo>
                      <a:pt x="172" y="16"/>
                    </a:lnTo>
                    <a:lnTo>
                      <a:pt x="168" y="16"/>
                    </a:lnTo>
                    <a:lnTo>
                      <a:pt x="172" y="18"/>
                    </a:lnTo>
                    <a:lnTo>
                      <a:pt x="172" y="22"/>
                    </a:lnTo>
                    <a:lnTo>
                      <a:pt x="172" y="26"/>
                    </a:lnTo>
                    <a:lnTo>
                      <a:pt x="176" y="26"/>
                    </a:lnTo>
                    <a:lnTo>
                      <a:pt x="180" y="26"/>
                    </a:lnTo>
                    <a:lnTo>
                      <a:pt x="184" y="26"/>
                    </a:lnTo>
                    <a:lnTo>
                      <a:pt x="184" y="30"/>
                    </a:lnTo>
                    <a:lnTo>
                      <a:pt x="186" y="30"/>
                    </a:lnTo>
                    <a:lnTo>
                      <a:pt x="186" y="34"/>
                    </a:lnTo>
                    <a:lnTo>
                      <a:pt x="190" y="34"/>
                    </a:lnTo>
                    <a:lnTo>
                      <a:pt x="190" y="38"/>
                    </a:lnTo>
                    <a:lnTo>
                      <a:pt x="186" y="38"/>
                    </a:lnTo>
                    <a:lnTo>
                      <a:pt x="186" y="42"/>
                    </a:lnTo>
                    <a:lnTo>
                      <a:pt x="190" y="42"/>
                    </a:lnTo>
                    <a:lnTo>
                      <a:pt x="190" y="46"/>
                    </a:lnTo>
                    <a:lnTo>
                      <a:pt x="194" y="46"/>
                    </a:lnTo>
                    <a:lnTo>
                      <a:pt x="194" y="42"/>
                    </a:lnTo>
                    <a:lnTo>
                      <a:pt x="198" y="42"/>
                    </a:lnTo>
                    <a:lnTo>
                      <a:pt x="198" y="46"/>
                    </a:lnTo>
                    <a:lnTo>
                      <a:pt x="202" y="46"/>
                    </a:lnTo>
                    <a:lnTo>
                      <a:pt x="206" y="46"/>
                    </a:lnTo>
                    <a:lnTo>
                      <a:pt x="206" y="48"/>
                    </a:lnTo>
                    <a:lnTo>
                      <a:pt x="206" y="46"/>
                    </a:lnTo>
                    <a:lnTo>
                      <a:pt x="210" y="46"/>
                    </a:lnTo>
                    <a:lnTo>
                      <a:pt x="212" y="46"/>
                    </a:lnTo>
                    <a:lnTo>
                      <a:pt x="216" y="42"/>
                    </a:lnTo>
                    <a:lnTo>
                      <a:pt x="220" y="48"/>
                    </a:lnTo>
                    <a:lnTo>
                      <a:pt x="224" y="48"/>
                    </a:lnTo>
                    <a:lnTo>
                      <a:pt x="224" y="52"/>
                    </a:lnTo>
                    <a:lnTo>
                      <a:pt x="228" y="52"/>
                    </a:lnTo>
                    <a:lnTo>
                      <a:pt x="228" y="48"/>
                    </a:lnTo>
                    <a:lnTo>
                      <a:pt x="232" y="48"/>
                    </a:lnTo>
                    <a:lnTo>
                      <a:pt x="232" y="52"/>
                    </a:lnTo>
                    <a:lnTo>
                      <a:pt x="236" y="52"/>
                    </a:lnTo>
                    <a:lnTo>
                      <a:pt x="240" y="52"/>
                    </a:lnTo>
                    <a:lnTo>
                      <a:pt x="240" y="56"/>
                    </a:lnTo>
                    <a:lnTo>
                      <a:pt x="242" y="52"/>
                    </a:lnTo>
                    <a:lnTo>
                      <a:pt x="242" y="56"/>
                    </a:lnTo>
                    <a:lnTo>
                      <a:pt x="246" y="56"/>
                    </a:lnTo>
                    <a:lnTo>
                      <a:pt x="246" y="60"/>
                    </a:lnTo>
                    <a:lnTo>
                      <a:pt x="250" y="60"/>
                    </a:lnTo>
                    <a:lnTo>
                      <a:pt x="254" y="60"/>
                    </a:lnTo>
                    <a:lnTo>
                      <a:pt x="254" y="64"/>
                    </a:lnTo>
                    <a:lnTo>
                      <a:pt x="254" y="68"/>
                    </a:lnTo>
                    <a:lnTo>
                      <a:pt x="254" y="72"/>
                    </a:lnTo>
                    <a:lnTo>
                      <a:pt x="250" y="72"/>
                    </a:lnTo>
                    <a:lnTo>
                      <a:pt x="250" y="74"/>
                    </a:lnTo>
                    <a:lnTo>
                      <a:pt x="254" y="74"/>
                    </a:lnTo>
                    <a:lnTo>
                      <a:pt x="250" y="74"/>
                    </a:lnTo>
                    <a:lnTo>
                      <a:pt x="250" y="78"/>
                    </a:lnTo>
                    <a:lnTo>
                      <a:pt x="250" y="82"/>
                    </a:lnTo>
                    <a:lnTo>
                      <a:pt x="254" y="86"/>
                    </a:lnTo>
                    <a:lnTo>
                      <a:pt x="254" y="90"/>
                    </a:lnTo>
                    <a:lnTo>
                      <a:pt x="250" y="90"/>
                    </a:lnTo>
                    <a:lnTo>
                      <a:pt x="250" y="94"/>
                    </a:lnTo>
                    <a:lnTo>
                      <a:pt x="250" y="98"/>
                    </a:lnTo>
                    <a:lnTo>
                      <a:pt x="246" y="98"/>
                    </a:lnTo>
                    <a:lnTo>
                      <a:pt x="242" y="98"/>
                    </a:lnTo>
                    <a:lnTo>
                      <a:pt x="240" y="98"/>
                    </a:lnTo>
                    <a:lnTo>
                      <a:pt x="236" y="98"/>
                    </a:lnTo>
                    <a:lnTo>
                      <a:pt x="236" y="102"/>
                    </a:lnTo>
                    <a:lnTo>
                      <a:pt x="232" y="102"/>
                    </a:lnTo>
                    <a:lnTo>
                      <a:pt x="228" y="102"/>
                    </a:lnTo>
                    <a:lnTo>
                      <a:pt x="228" y="104"/>
                    </a:lnTo>
                    <a:lnTo>
                      <a:pt x="228" y="108"/>
                    </a:lnTo>
                    <a:lnTo>
                      <a:pt x="228" y="112"/>
                    </a:lnTo>
                    <a:lnTo>
                      <a:pt x="224" y="112"/>
                    </a:lnTo>
                    <a:lnTo>
                      <a:pt x="220" y="112"/>
                    </a:lnTo>
                    <a:lnTo>
                      <a:pt x="216" y="112"/>
                    </a:lnTo>
                    <a:lnTo>
                      <a:pt x="216" y="116"/>
                    </a:lnTo>
                    <a:lnTo>
                      <a:pt x="212" y="116"/>
                    </a:lnTo>
                    <a:lnTo>
                      <a:pt x="210" y="116"/>
                    </a:lnTo>
                    <a:lnTo>
                      <a:pt x="210" y="120"/>
                    </a:lnTo>
                    <a:lnTo>
                      <a:pt x="206" y="120"/>
                    </a:lnTo>
                    <a:lnTo>
                      <a:pt x="206" y="116"/>
                    </a:lnTo>
                    <a:lnTo>
                      <a:pt x="206" y="120"/>
                    </a:lnTo>
                    <a:lnTo>
                      <a:pt x="202" y="120"/>
                    </a:lnTo>
                    <a:lnTo>
                      <a:pt x="198" y="120"/>
                    </a:lnTo>
                    <a:lnTo>
                      <a:pt x="194" y="120"/>
                    </a:lnTo>
                    <a:lnTo>
                      <a:pt x="194" y="124"/>
                    </a:lnTo>
                    <a:lnTo>
                      <a:pt x="190" y="124"/>
                    </a:lnTo>
                    <a:lnTo>
                      <a:pt x="186" y="128"/>
                    </a:lnTo>
                    <a:lnTo>
                      <a:pt x="186" y="130"/>
                    </a:lnTo>
                    <a:lnTo>
                      <a:pt x="184" y="130"/>
                    </a:lnTo>
                    <a:lnTo>
                      <a:pt x="186" y="130"/>
                    </a:lnTo>
                    <a:lnTo>
                      <a:pt x="186" y="128"/>
                    </a:lnTo>
                    <a:lnTo>
                      <a:pt x="186" y="124"/>
                    </a:lnTo>
                    <a:lnTo>
                      <a:pt x="186" y="128"/>
                    </a:lnTo>
                    <a:lnTo>
                      <a:pt x="184" y="128"/>
                    </a:lnTo>
                    <a:lnTo>
                      <a:pt x="180" y="130"/>
                    </a:lnTo>
                    <a:lnTo>
                      <a:pt x="176" y="130"/>
                    </a:lnTo>
                    <a:lnTo>
                      <a:pt x="176" y="134"/>
                    </a:lnTo>
                    <a:lnTo>
                      <a:pt x="176" y="130"/>
                    </a:lnTo>
                    <a:lnTo>
                      <a:pt x="172" y="130"/>
                    </a:lnTo>
                    <a:lnTo>
                      <a:pt x="172" y="128"/>
                    </a:lnTo>
                    <a:lnTo>
                      <a:pt x="172" y="130"/>
                    </a:lnTo>
                    <a:lnTo>
                      <a:pt x="168" y="130"/>
                    </a:lnTo>
                    <a:lnTo>
                      <a:pt x="172" y="130"/>
                    </a:lnTo>
                    <a:lnTo>
                      <a:pt x="168" y="130"/>
                    </a:lnTo>
                    <a:lnTo>
                      <a:pt x="164" y="128"/>
                    </a:lnTo>
                    <a:lnTo>
                      <a:pt x="164" y="130"/>
                    </a:lnTo>
                    <a:lnTo>
                      <a:pt x="168" y="130"/>
                    </a:lnTo>
                    <a:lnTo>
                      <a:pt x="168" y="134"/>
                    </a:lnTo>
                    <a:lnTo>
                      <a:pt x="168" y="130"/>
                    </a:lnTo>
                    <a:lnTo>
                      <a:pt x="168" y="134"/>
                    </a:lnTo>
                    <a:lnTo>
                      <a:pt x="172" y="134"/>
                    </a:lnTo>
                    <a:lnTo>
                      <a:pt x="176" y="134"/>
                    </a:lnTo>
                    <a:lnTo>
                      <a:pt x="172" y="134"/>
                    </a:lnTo>
                    <a:lnTo>
                      <a:pt x="176" y="134"/>
                    </a:lnTo>
                    <a:lnTo>
                      <a:pt x="176" y="138"/>
                    </a:lnTo>
                    <a:lnTo>
                      <a:pt x="180" y="138"/>
                    </a:lnTo>
                    <a:lnTo>
                      <a:pt x="180" y="142"/>
                    </a:lnTo>
                    <a:lnTo>
                      <a:pt x="184" y="142"/>
                    </a:lnTo>
                    <a:lnTo>
                      <a:pt x="184" y="146"/>
                    </a:lnTo>
                    <a:lnTo>
                      <a:pt x="186" y="150"/>
                    </a:lnTo>
                    <a:lnTo>
                      <a:pt x="186" y="146"/>
                    </a:lnTo>
                    <a:lnTo>
                      <a:pt x="184" y="142"/>
                    </a:lnTo>
                    <a:lnTo>
                      <a:pt x="184" y="138"/>
                    </a:lnTo>
                    <a:lnTo>
                      <a:pt x="180" y="138"/>
                    </a:lnTo>
                    <a:lnTo>
                      <a:pt x="180" y="134"/>
                    </a:lnTo>
                    <a:lnTo>
                      <a:pt x="180" y="130"/>
                    </a:lnTo>
                    <a:lnTo>
                      <a:pt x="180" y="134"/>
                    </a:lnTo>
                    <a:lnTo>
                      <a:pt x="184" y="138"/>
                    </a:lnTo>
                    <a:lnTo>
                      <a:pt x="184" y="142"/>
                    </a:lnTo>
                    <a:lnTo>
                      <a:pt x="186" y="146"/>
                    </a:lnTo>
                    <a:lnTo>
                      <a:pt x="190" y="146"/>
                    </a:lnTo>
                    <a:lnTo>
                      <a:pt x="190" y="150"/>
                    </a:lnTo>
                    <a:lnTo>
                      <a:pt x="190" y="146"/>
                    </a:lnTo>
                    <a:lnTo>
                      <a:pt x="194" y="146"/>
                    </a:lnTo>
                    <a:lnTo>
                      <a:pt x="198" y="146"/>
                    </a:lnTo>
                    <a:lnTo>
                      <a:pt x="202" y="146"/>
                    </a:lnTo>
                    <a:lnTo>
                      <a:pt x="206" y="146"/>
                    </a:lnTo>
                    <a:lnTo>
                      <a:pt x="202" y="146"/>
                    </a:lnTo>
                    <a:lnTo>
                      <a:pt x="202" y="150"/>
                    </a:lnTo>
                    <a:lnTo>
                      <a:pt x="202" y="154"/>
                    </a:lnTo>
                    <a:lnTo>
                      <a:pt x="198" y="154"/>
                    </a:lnTo>
                    <a:lnTo>
                      <a:pt x="194" y="154"/>
                    </a:lnTo>
                    <a:lnTo>
                      <a:pt x="190" y="154"/>
                    </a:lnTo>
                    <a:lnTo>
                      <a:pt x="190" y="150"/>
                    </a:lnTo>
                    <a:lnTo>
                      <a:pt x="186" y="154"/>
                    </a:lnTo>
                    <a:lnTo>
                      <a:pt x="184" y="158"/>
                    </a:lnTo>
                    <a:lnTo>
                      <a:pt x="180" y="158"/>
                    </a:lnTo>
                    <a:lnTo>
                      <a:pt x="176" y="158"/>
                    </a:lnTo>
                    <a:lnTo>
                      <a:pt x="176" y="160"/>
                    </a:lnTo>
                    <a:lnTo>
                      <a:pt x="172" y="160"/>
                    </a:lnTo>
                    <a:lnTo>
                      <a:pt x="172" y="164"/>
                    </a:lnTo>
                    <a:lnTo>
                      <a:pt x="168" y="164"/>
                    </a:lnTo>
                    <a:lnTo>
                      <a:pt x="164" y="164"/>
                    </a:lnTo>
                    <a:lnTo>
                      <a:pt x="160" y="164"/>
                    </a:lnTo>
                    <a:lnTo>
                      <a:pt x="160" y="160"/>
                    </a:lnTo>
                    <a:lnTo>
                      <a:pt x="160" y="158"/>
                    </a:lnTo>
                    <a:lnTo>
                      <a:pt x="164" y="158"/>
                    </a:lnTo>
                    <a:lnTo>
                      <a:pt x="164" y="154"/>
                    </a:lnTo>
                    <a:lnTo>
                      <a:pt x="160" y="154"/>
                    </a:lnTo>
                    <a:lnTo>
                      <a:pt x="160" y="150"/>
                    </a:lnTo>
                    <a:lnTo>
                      <a:pt x="156" y="150"/>
                    </a:lnTo>
                    <a:lnTo>
                      <a:pt x="154" y="146"/>
                    </a:lnTo>
                    <a:lnTo>
                      <a:pt x="150" y="146"/>
                    </a:lnTo>
                    <a:lnTo>
                      <a:pt x="146" y="146"/>
                    </a:lnTo>
                    <a:lnTo>
                      <a:pt x="150" y="142"/>
                    </a:lnTo>
                    <a:lnTo>
                      <a:pt x="154" y="142"/>
                    </a:lnTo>
                    <a:lnTo>
                      <a:pt x="154" y="138"/>
                    </a:lnTo>
                    <a:lnTo>
                      <a:pt x="156" y="138"/>
                    </a:lnTo>
                    <a:lnTo>
                      <a:pt x="160" y="138"/>
                    </a:lnTo>
                    <a:lnTo>
                      <a:pt x="160" y="134"/>
                    </a:lnTo>
                    <a:lnTo>
                      <a:pt x="164" y="134"/>
                    </a:lnTo>
                    <a:lnTo>
                      <a:pt x="164" y="130"/>
                    </a:lnTo>
                    <a:lnTo>
                      <a:pt x="160" y="130"/>
                    </a:lnTo>
                    <a:lnTo>
                      <a:pt x="156" y="130"/>
                    </a:lnTo>
                    <a:lnTo>
                      <a:pt x="154" y="130"/>
                    </a:lnTo>
                    <a:lnTo>
                      <a:pt x="150" y="130"/>
                    </a:lnTo>
                    <a:lnTo>
                      <a:pt x="146" y="130"/>
                    </a:lnTo>
                    <a:lnTo>
                      <a:pt x="142" y="130"/>
                    </a:lnTo>
                    <a:lnTo>
                      <a:pt x="142" y="128"/>
                    </a:lnTo>
                    <a:lnTo>
                      <a:pt x="138" y="128"/>
                    </a:lnTo>
                    <a:lnTo>
                      <a:pt x="142" y="128"/>
                    </a:lnTo>
                    <a:lnTo>
                      <a:pt x="138" y="124"/>
                    </a:lnTo>
                    <a:lnTo>
                      <a:pt x="134" y="124"/>
                    </a:lnTo>
                    <a:lnTo>
                      <a:pt x="138" y="124"/>
                    </a:lnTo>
                    <a:lnTo>
                      <a:pt x="142" y="124"/>
                    </a:lnTo>
                    <a:lnTo>
                      <a:pt x="146" y="124"/>
                    </a:lnTo>
                    <a:lnTo>
                      <a:pt x="150" y="120"/>
                    </a:lnTo>
                    <a:lnTo>
                      <a:pt x="146" y="120"/>
                    </a:lnTo>
                    <a:lnTo>
                      <a:pt x="146" y="124"/>
                    </a:lnTo>
                    <a:lnTo>
                      <a:pt x="142" y="120"/>
                    </a:lnTo>
                    <a:lnTo>
                      <a:pt x="142" y="124"/>
                    </a:lnTo>
                    <a:lnTo>
                      <a:pt x="138" y="120"/>
                    </a:lnTo>
                    <a:lnTo>
                      <a:pt x="138" y="116"/>
                    </a:lnTo>
                    <a:lnTo>
                      <a:pt x="138" y="112"/>
                    </a:lnTo>
                    <a:lnTo>
                      <a:pt x="138" y="108"/>
                    </a:lnTo>
                    <a:lnTo>
                      <a:pt x="134" y="108"/>
                    </a:lnTo>
                    <a:lnTo>
                      <a:pt x="138" y="108"/>
                    </a:lnTo>
                    <a:lnTo>
                      <a:pt x="138" y="112"/>
                    </a:lnTo>
                    <a:lnTo>
                      <a:pt x="138" y="116"/>
                    </a:lnTo>
                    <a:lnTo>
                      <a:pt x="138" y="120"/>
                    </a:lnTo>
                    <a:lnTo>
                      <a:pt x="134" y="120"/>
                    </a:lnTo>
                    <a:lnTo>
                      <a:pt x="130" y="120"/>
                    </a:lnTo>
                    <a:lnTo>
                      <a:pt x="134" y="120"/>
                    </a:lnTo>
                    <a:lnTo>
                      <a:pt x="134" y="116"/>
                    </a:lnTo>
                    <a:lnTo>
                      <a:pt x="134" y="120"/>
                    </a:lnTo>
                    <a:lnTo>
                      <a:pt x="130" y="120"/>
                    </a:lnTo>
                    <a:lnTo>
                      <a:pt x="126" y="120"/>
                    </a:lnTo>
                    <a:lnTo>
                      <a:pt x="124" y="124"/>
                    </a:lnTo>
                    <a:lnTo>
                      <a:pt x="124" y="128"/>
                    </a:lnTo>
                    <a:lnTo>
                      <a:pt x="120" y="128"/>
                    </a:lnTo>
                    <a:lnTo>
                      <a:pt x="120" y="130"/>
                    </a:lnTo>
                    <a:lnTo>
                      <a:pt x="116" y="134"/>
                    </a:lnTo>
                    <a:lnTo>
                      <a:pt x="112" y="138"/>
                    </a:lnTo>
                    <a:lnTo>
                      <a:pt x="108" y="138"/>
                    </a:lnTo>
                    <a:lnTo>
                      <a:pt x="108" y="142"/>
                    </a:lnTo>
                    <a:lnTo>
                      <a:pt x="108" y="138"/>
                    </a:lnTo>
                    <a:lnTo>
                      <a:pt x="104" y="138"/>
                    </a:lnTo>
                    <a:lnTo>
                      <a:pt x="104" y="142"/>
                    </a:lnTo>
                    <a:lnTo>
                      <a:pt x="108" y="146"/>
                    </a:lnTo>
                    <a:lnTo>
                      <a:pt x="108" y="150"/>
                    </a:lnTo>
                    <a:lnTo>
                      <a:pt x="108" y="146"/>
                    </a:lnTo>
                    <a:lnTo>
                      <a:pt x="104" y="146"/>
                    </a:lnTo>
                    <a:lnTo>
                      <a:pt x="100" y="146"/>
                    </a:lnTo>
                    <a:lnTo>
                      <a:pt x="96" y="146"/>
                    </a:lnTo>
                    <a:lnTo>
                      <a:pt x="94" y="146"/>
                    </a:lnTo>
                    <a:lnTo>
                      <a:pt x="94" y="150"/>
                    </a:lnTo>
                    <a:lnTo>
                      <a:pt x="90" y="150"/>
                    </a:lnTo>
                    <a:lnTo>
                      <a:pt x="90" y="146"/>
                    </a:lnTo>
                    <a:lnTo>
                      <a:pt x="86" y="146"/>
                    </a:lnTo>
                    <a:lnTo>
                      <a:pt x="86" y="146"/>
                    </a:lnTo>
                    <a:lnTo>
                      <a:pt x="86" y="1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2" name="Freeform 126"/>
              <p:cNvSpPr>
                <a:spLocks noEditPoints="1"/>
              </p:cNvSpPr>
              <p:nvPr/>
            </p:nvSpPr>
            <p:spPr bwMode="gray">
              <a:xfrm>
                <a:off x="4598199" y="2519544"/>
                <a:ext cx="246975" cy="417421"/>
              </a:xfrm>
              <a:custGeom>
                <a:avLst/>
                <a:gdLst>
                  <a:gd name="T0" fmla="*/ 106 w 142"/>
                  <a:gd name="T1" fmla="*/ 2 h 240"/>
                  <a:gd name="T2" fmla="*/ 98 w 142"/>
                  <a:gd name="T3" fmla="*/ 10 h 240"/>
                  <a:gd name="T4" fmla="*/ 94 w 142"/>
                  <a:gd name="T5" fmla="*/ 14 h 240"/>
                  <a:gd name="T6" fmla="*/ 76 w 142"/>
                  <a:gd name="T7" fmla="*/ 44 h 240"/>
                  <a:gd name="T8" fmla="*/ 72 w 142"/>
                  <a:gd name="T9" fmla="*/ 48 h 240"/>
                  <a:gd name="T10" fmla="*/ 46 w 142"/>
                  <a:gd name="T11" fmla="*/ 130 h 240"/>
                  <a:gd name="T12" fmla="*/ 50 w 142"/>
                  <a:gd name="T13" fmla="*/ 108 h 240"/>
                  <a:gd name="T14" fmla="*/ 38 w 142"/>
                  <a:gd name="T15" fmla="*/ 122 h 240"/>
                  <a:gd name="T16" fmla="*/ 34 w 142"/>
                  <a:gd name="T17" fmla="*/ 108 h 240"/>
                  <a:gd name="T18" fmla="*/ 42 w 142"/>
                  <a:gd name="T19" fmla="*/ 92 h 240"/>
                  <a:gd name="T20" fmla="*/ 34 w 142"/>
                  <a:gd name="T21" fmla="*/ 92 h 240"/>
                  <a:gd name="T22" fmla="*/ 34 w 142"/>
                  <a:gd name="T23" fmla="*/ 78 h 240"/>
                  <a:gd name="T24" fmla="*/ 42 w 142"/>
                  <a:gd name="T25" fmla="*/ 62 h 240"/>
                  <a:gd name="T26" fmla="*/ 56 w 142"/>
                  <a:gd name="T27" fmla="*/ 52 h 240"/>
                  <a:gd name="T28" fmla="*/ 60 w 142"/>
                  <a:gd name="T29" fmla="*/ 62 h 240"/>
                  <a:gd name="T30" fmla="*/ 56 w 142"/>
                  <a:gd name="T31" fmla="*/ 70 h 240"/>
                  <a:gd name="T32" fmla="*/ 72 w 142"/>
                  <a:gd name="T33" fmla="*/ 70 h 240"/>
                  <a:gd name="T34" fmla="*/ 90 w 142"/>
                  <a:gd name="T35" fmla="*/ 82 h 240"/>
                  <a:gd name="T36" fmla="*/ 80 w 142"/>
                  <a:gd name="T37" fmla="*/ 100 h 240"/>
                  <a:gd name="T38" fmla="*/ 82 w 142"/>
                  <a:gd name="T39" fmla="*/ 108 h 240"/>
                  <a:gd name="T40" fmla="*/ 98 w 142"/>
                  <a:gd name="T41" fmla="*/ 134 h 240"/>
                  <a:gd name="T42" fmla="*/ 112 w 142"/>
                  <a:gd name="T43" fmla="*/ 156 h 240"/>
                  <a:gd name="T44" fmla="*/ 108 w 142"/>
                  <a:gd name="T45" fmla="*/ 160 h 240"/>
                  <a:gd name="T46" fmla="*/ 124 w 142"/>
                  <a:gd name="T47" fmla="*/ 176 h 240"/>
                  <a:gd name="T48" fmla="*/ 136 w 142"/>
                  <a:gd name="T49" fmla="*/ 198 h 240"/>
                  <a:gd name="T50" fmla="*/ 124 w 142"/>
                  <a:gd name="T51" fmla="*/ 210 h 240"/>
                  <a:gd name="T52" fmla="*/ 132 w 142"/>
                  <a:gd name="T53" fmla="*/ 220 h 240"/>
                  <a:gd name="T54" fmla="*/ 106 w 142"/>
                  <a:gd name="T55" fmla="*/ 224 h 240"/>
                  <a:gd name="T56" fmla="*/ 82 w 142"/>
                  <a:gd name="T57" fmla="*/ 224 h 240"/>
                  <a:gd name="T58" fmla="*/ 50 w 142"/>
                  <a:gd name="T59" fmla="*/ 232 h 240"/>
                  <a:gd name="T60" fmla="*/ 46 w 142"/>
                  <a:gd name="T61" fmla="*/ 228 h 240"/>
                  <a:gd name="T62" fmla="*/ 76 w 142"/>
                  <a:gd name="T63" fmla="*/ 210 h 240"/>
                  <a:gd name="T64" fmla="*/ 64 w 142"/>
                  <a:gd name="T65" fmla="*/ 210 h 240"/>
                  <a:gd name="T66" fmla="*/ 46 w 142"/>
                  <a:gd name="T67" fmla="*/ 206 h 240"/>
                  <a:gd name="T68" fmla="*/ 56 w 142"/>
                  <a:gd name="T69" fmla="*/ 190 h 240"/>
                  <a:gd name="T70" fmla="*/ 50 w 142"/>
                  <a:gd name="T71" fmla="*/ 176 h 240"/>
                  <a:gd name="T72" fmla="*/ 76 w 142"/>
                  <a:gd name="T73" fmla="*/ 168 h 240"/>
                  <a:gd name="T74" fmla="*/ 68 w 142"/>
                  <a:gd name="T75" fmla="*/ 146 h 240"/>
                  <a:gd name="T76" fmla="*/ 64 w 142"/>
                  <a:gd name="T77" fmla="*/ 134 h 240"/>
                  <a:gd name="T78" fmla="*/ 50 w 142"/>
                  <a:gd name="T79" fmla="*/ 138 h 240"/>
                  <a:gd name="T80" fmla="*/ 16 w 142"/>
                  <a:gd name="T81" fmla="*/ 62 h 240"/>
                  <a:gd name="T82" fmla="*/ 26 w 142"/>
                  <a:gd name="T83" fmla="*/ 60 h 240"/>
                  <a:gd name="T84" fmla="*/ 8 w 142"/>
                  <a:gd name="T85" fmla="*/ 74 h 240"/>
                  <a:gd name="T86" fmla="*/ 26 w 142"/>
                  <a:gd name="T87" fmla="*/ 86 h 240"/>
                  <a:gd name="T88" fmla="*/ 30 w 142"/>
                  <a:gd name="T89" fmla="*/ 74 h 240"/>
                  <a:gd name="T90" fmla="*/ 30 w 142"/>
                  <a:gd name="T91" fmla="*/ 78 h 240"/>
                  <a:gd name="T92" fmla="*/ 12 w 142"/>
                  <a:gd name="T93" fmla="*/ 82 h 240"/>
                  <a:gd name="T94" fmla="*/ 12 w 142"/>
                  <a:gd name="T95" fmla="*/ 90 h 240"/>
                  <a:gd name="T96" fmla="*/ 22 w 142"/>
                  <a:gd name="T97" fmla="*/ 96 h 240"/>
                  <a:gd name="T98" fmla="*/ 34 w 142"/>
                  <a:gd name="T99" fmla="*/ 104 h 240"/>
                  <a:gd name="T100" fmla="*/ 26 w 142"/>
                  <a:gd name="T101" fmla="*/ 96 h 240"/>
                  <a:gd name="T102" fmla="*/ 30 w 142"/>
                  <a:gd name="T103" fmla="*/ 112 h 240"/>
                  <a:gd name="T104" fmla="*/ 26 w 142"/>
                  <a:gd name="T105" fmla="*/ 112 h 240"/>
                  <a:gd name="T106" fmla="*/ 46 w 142"/>
                  <a:gd name="T107" fmla="*/ 116 h 240"/>
                  <a:gd name="T108" fmla="*/ 20 w 142"/>
                  <a:gd name="T109" fmla="*/ 146 h 240"/>
                  <a:gd name="T110" fmla="*/ 4 w 142"/>
                  <a:gd name="T111" fmla="*/ 138 h 240"/>
                  <a:gd name="T112" fmla="*/ 34 w 142"/>
                  <a:gd name="T113" fmla="*/ 138 h 240"/>
                  <a:gd name="T114" fmla="*/ 34 w 142"/>
                  <a:gd name="T115" fmla="*/ 150 h 240"/>
                  <a:gd name="T116" fmla="*/ 56 w 142"/>
                  <a:gd name="T117" fmla="*/ 164 h 240"/>
                  <a:gd name="T118" fmla="*/ 128 w 142"/>
                  <a:gd name="T119" fmla="*/ 21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42" h="240">
                    <a:moveTo>
                      <a:pt x="80" y="36"/>
                    </a:moveTo>
                    <a:lnTo>
                      <a:pt x="82" y="36"/>
                    </a:lnTo>
                    <a:lnTo>
                      <a:pt x="80" y="36"/>
                    </a:lnTo>
                    <a:lnTo>
                      <a:pt x="80" y="36"/>
                    </a:lnTo>
                    <a:lnTo>
                      <a:pt x="80" y="36"/>
                    </a:lnTo>
                    <a:close/>
                    <a:moveTo>
                      <a:pt x="106" y="2"/>
                    </a:moveTo>
                    <a:lnTo>
                      <a:pt x="102" y="2"/>
                    </a:lnTo>
                    <a:lnTo>
                      <a:pt x="106" y="0"/>
                    </a:lnTo>
                    <a:lnTo>
                      <a:pt x="106" y="2"/>
                    </a:lnTo>
                    <a:lnTo>
                      <a:pt x="106" y="2"/>
                    </a:lnTo>
                    <a:lnTo>
                      <a:pt x="106" y="2"/>
                    </a:lnTo>
                    <a:close/>
                    <a:moveTo>
                      <a:pt x="102" y="6"/>
                    </a:moveTo>
                    <a:lnTo>
                      <a:pt x="102" y="2"/>
                    </a:lnTo>
                    <a:lnTo>
                      <a:pt x="102" y="6"/>
                    </a:lnTo>
                    <a:lnTo>
                      <a:pt x="102" y="6"/>
                    </a:lnTo>
                    <a:lnTo>
                      <a:pt x="102" y="6"/>
                    </a:lnTo>
                    <a:close/>
                    <a:moveTo>
                      <a:pt x="94" y="14"/>
                    </a:moveTo>
                    <a:lnTo>
                      <a:pt x="98" y="10"/>
                    </a:lnTo>
                    <a:lnTo>
                      <a:pt x="94" y="10"/>
                    </a:lnTo>
                    <a:lnTo>
                      <a:pt x="94" y="6"/>
                    </a:lnTo>
                    <a:lnTo>
                      <a:pt x="98" y="6"/>
                    </a:lnTo>
                    <a:lnTo>
                      <a:pt x="98" y="10"/>
                    </a:lnTo>
                    <a:lnTo>
                      <a:pt x="102" y="10"/>
                    </a:lnTo>
                    <a:lnTo>
                      <a:pt x="102" y="14"/>
                    </a:lnTo>
                    <a:lnTo>
                      <a:pt x="98" y="14"/>
                    </a:lnTo>
                    <a:lnTo>
                      <a:pt x="102" y="14"/>
                    </a:lnTo>
                    <a:lnTo>
                      <a:pt x="102" y="18"/>
                    </a:lnTo>
                    <a:lnTo>
                      <a:pt x="98" y="18"/>
                    </a:lnTo>
                    <a:lnTo>
                      <a:pt x="98" y="22"/>
                    </a:lnTo>
                    <a:lnTo>
                      <a:pt x="98" y="18"/>
                    </a:lnTo>
                    <a:lnTo>
                      <a:pt x="98" y="14"/>
                    </a:lnTo>
                    <a:lnTo>
                      <a:pt x="94" y="18"/>
                    </a:lnTo>
                    <a:lnTo>
                      <a:pt x="94" y="14"/>
                    </a:lnTo>
                    <a:lnTo>
                      <a:pt x="94" y="14"/>
                    </a:lnTo>
                    <a:lnTo>
                      <a:pt x="94" y="14"/>
                    </a:lnTo>
                    <a:close/>
                    <a:moveTo>
                      <a:pt x="76" y="44"/>
                    </a:moveTo>
                    <a:lnTo>
                      <a:pt x="72" y="44"/>
                    </a:lnTo>
                    <a:lnTo>
                      <a:pt x="68" y="44"/>
                    </a:lnTo>
                    <a:lnTo>
                      <a:pt x="68" y="40"/>
                    </a:lnTo>
                    <a:lnTo>
                      <a:pt x="72" y="40"/>
                    </a:lnTo>
                    <a:lnTo>
                      <a:pt x="76" y="40"/>
                    </a:lnTo>
                    <a:lnTo>
                      <a:pt x="76" y="44"/>
                    </a:lnTo>
                    <a:lnTo>
                      <a:pt x="80" y="44"/>
                    </a:lnTo>
                    <a:lnTo>
                      <a:pt x="76" y="44"/>
                    </a:lnTo>
                    <a:lnTo>
                      <a:pt x="76" y="44"/>
                    </a:lnTo>
                    <a:lnTo>
                      <a:pt x="76" y="44"/>
                    </a:lnTo>
                    <a:close/>
                    <a:moveTo>
                      <a:pt x="72" y="48"/>
                    </a:moveTo>
                    <a:lnTo>
                      <a:pt x="68" y="48"/>
                    </a:lnTo>
                    <a:lnTo>
                      <a:pt x="68" y="44"/>
                    </a:lnTo>
                    <a:lnTo>
                      <a:pt x="72" y="44"/>
                    </a:lnTo>
                    <a:lnTo>
                      <a:pt x="72" y="48"/>
                    </a:lnTo>
                    <a:lnTo>
                      <a:pt x="72" y="48"/>
                    </a:lnTo>
                    <a:lnTo>
                      <a:pt x="72" y="48"/>
                    </a:lnTo>
                    <a:close/>
                    <a:moveTo>
                      <a:pt x="76" y="48"/>
                    </a:moveTo>
                    <a:lnTo>
                      <a:pt x="72" y="48"/>
                    </a:lnTo>
                    <a:lnTo>
                      <a:pt x="76" y="48"/>
                    </a:lnTo>
                    <a:lnTo>
                      <a:pt x="76" y="44"/>
                    </a:lnTo>
                    <a:lnTo>
                      <a:pt x="76" y="48"/>
                    </a:lnTo>
                    <a:lnTo>
                      <a:pt x="76" y="48"/>
                    </a:lnTo>
                    <a:lnTo>
                      <a:pt x="76" y="48"/>
                    </a:lnTo>
                    <a:close/>
                    <a:moveTo>
                      <a:pt x="50" y="138"/>
                    </a:moveTo>
                    <a:lnTo>
                      <a:pt x="46" y="138"/>
                    </a:lnTo>
                    <a:lnTo>
                      <a:pt x="46" y="134"/>
                    </a:lnTo>
                    <a:lnTo>
                      <a:pt x="42" y="134"/>
                    </a:lnTo>
                    <a:lnTo>
                      <a:pt x="42" y="130"/>
                    </a:lnTo>
                    <a:lnTo>
                      <a:pt x="46" y="130"/>
                    </a:lnTo>
                    <a:lnTo>
                      <a:pt x="46" y="126"/>
                    </a:lnTo>
                    <a:lnTo>
                      <a:pt x="50" y="126"/>
                    </a:lnTo>
                    <a:lnTo>
                      <a:pt x="50" y="122"/>
                    </a:lnTo>
                    <a:lnTo>
                      <a:pt x="50" y="120"/>
                    </a:lnTo>
                    <a:lnTo>
                      <a:pt x="50" y="116"/>
                    </a:lnTo>
                    <a:lnTo>
                      <a:pt x="46" y="116"/>
                    </a:lnTo>
                    <a:lnTo>
                      <a:pt x="46" y="112"/>
                    </a:lnTo>
                    <a:lnTo>
                      <a:pt x="50" y="112"/>
                    </a:lnTo>
                    <a:lnTo>
                      <a:pt x="52" y="112"/>
                    </a:lnTo>
                    <a:lnTo>
                      <a:pt x="50" y="112"/>
                    </a:lnTo>
                    <a:lnTo>
                      <a:pt x="50" y="108"/>
                    </a:lnTo>
                    <a:lnTo>
                      <a:pt x="46" y="108"/>
                    </a:lnTo>
                    <a:lnTo>
                      <a:pt x="46" y="112"/>
                    </a:lnTo>
                    <a:lnTo>
                      <a:pt x="42" y="112"/>
                    </a:lnTo>
                    <a:lnTo>
                      <a:pt x="42" y="108"/>
                    </a:lnTo>
                    <a:lnTo>
                      <a:pt x="46" y="104"/>
                    </a:lnTo>
                    <a:lnTo>
                      <a:pt x="42" y="108"/>
                    </a:lnTo>
                    <a:lnTo>
                      <a:pt x="38" y="108"/>
                    </a:lnTo>
                    <a:lnTo>
                      <a:pt x="38" y="112"/>
                    </a:lnTo>
                    <a:lnTo>
                      <a:pt x="42" y="116"/>
                    </a:lnTo>
                    <a:lnTo>
                      <a:pt x="38" y="116"/>
                    </a:lnTo>
                    <a:lnTo>
                      <a:pt x="38" y="122"/>
                    </a:lnTo>
                    <a:lnTo>
                      <a:pt x="34" y="126"/>
                    </a:lnTo>
                    <a:lnTo>
                      <a:pt x="34" y="122"/>
                    </a:lnTo>
                    <a:lnTo>
                      <a:pt x="34" y="120"/>
                    </a:lnTo>
                    <a:lnTo>
                      <a:pt x="34" y="116"/>
                    </a:lnTo>
                    <a:lnTo>
                      <a:pt x="38" y="116"/>
                    </a:lnTo>
                    <a:lnTo>
                      <a:pt x="34" y="116"/>
                    </a:lnTo>
                    <a:lnTo>
                      <a:pt x="34" y="112"/>
                    </a:lnTo>
                    <a:lnTo>
                      <a:pt x="38" y="112"/>
                    </a:lnTo>
                    <a:lnTo>
                      <a:pt x="38" y="108"/>
                    </a:lnTo>
                    <a:lnTo>
                      <a:pt x="34" y="112"/>
                    </a:lnTo>
                    <a:lnTo>
                      <a:pt x="34" y="108"/>
                    </a:lnTo>
                    <a:lnTo>
                      <a:pt x="38" y="108"/>
                    </a:lnTo>
                    <a:lnTo>
                      <a:pt x="38" y="104"/>
                    </a:lnTo>
                    <a:lnTo>
                      <a:pt x="38" y="100"/>
                    </a:lnTo>
                    <a:lnTo>
                      <a:pt x="42" y="100"/>
                    </a:lnTo>
                    <a:lnTo>
                      <a:pt x="46" y="100"/>
                    </a:lnTo>
                    <a:lnTo>
                      <a:pt x="46" y="96"/>
                    </a:lnTo>
                    <a:lnTo>
                      <a:pt x="42" y="100"/>
                    </a:lnTo>
                    <a:lnTo>
                      <a:pt x="42" y="96"/>
                    </a:lnTo>
                    <a:lnTo>
                      <a:pt x="42" y="92"/>
                    </a:lnTo>
                    <a:lnTo>
                      <a:pt x="46" y="92"/>
                    </a:lnTo>
                    <a:lnTo>
                      <a:pt x="42" y="92"/>
                    </a:lnTo>
                    <a:lnTo>
                      <a:pt x="38" y="96"/>
                    </a:lnTo>
                    <a:lnTo>
                      <a:pt x="34" y="96"/>
                    </a:lnTo>
                    <a:lnTo>
                      <a:pt x="30" y="96"/>
                    </a:lnTo>
                    <a:lnTo>
                      <a:pt x="34" y="96"/>
                    </a:lnTo>
                    <a:lnTo>
                      <a:pt x="34" y="92"/>
                    </a:lnTo>
                    <a:lnTo>
                      <a:pt x="38" y="92"/>
                    </a:lnTo>
                    <a:lnTo>
                      <a:pt x="34" y="92"/>
                    </a:lnTo>
                    <a:lnTo>
                      <a:pt x="30" y="92"/>
                    </a:lnTo>
                    <a:lnTo>
                      <a:pt x="26" y="92"/>
                    </a:lnTo>
                    <a:lnTo>
                      <a:pt x="30" y="92"/>
                    </a:lnTo>
                    <a:lnTo>
                      <a:pt x="34" y="92"/>
                    </a:lnTo>
                    <a:lnTo>
                      <a:pt x="34" y="90"/>
                    </a:lnTo>
                    <a:lnTo>
                      <a:pt x="38" y="90"/>
                    </a:lnTo>
                    <a:lnTo>
                      <a:pt x="34" y="90"/>
                    </a:lnTo>
                    <a:lnTo>
                      <a:pt x="34" y="86"/>
                    </a:lnTo>
                    <a:lnTo>
                      <a:pt x="34" y="90"/>
                    </a:lnTo>
                    <a:lnTo>
                      <a:pt x="38" y="90"/>
                    </a:lnTo>
                    <a:lnTo>
                      <a:pt x="34" y="86"/>
                    </a:lnTo>
                    <a:lnTo>
                      <a:pt x="38" y="86"/>
                    </a:lnTo>
                    <a:lnTo>
                      <a:pt x="38" y="82"/>
                    </a:lnTo>
                    <a:lnTo>
                      <a:pt x="38" y="78"/>
                    </a:lnTo>
                    <a:lnTo>
                      <a:pt x="34" y="78"/>
                    </a:lnTo>
                    <a:lnTo>
                      <a:pt x="34" y="74"/>
                    </a:lnTo>
                    <a:lnTo>
                      <a:pt x="38" y="74"/>
                    </a:lnTo>
                    <a:lnTo>
                      <a:pt x="34" y="74"/>
                    </a:lnTo>
                    <a:lnTo>
                      <a:pt x="34" y="70"/>
                    </a:lnTo>
                    <a:lnTo>
                      <a:pt x="34" y="66"/>
                    </a:lnTo>
                    <a:lnTo>
                      <a:pt x="38" y="70"/>
                    </a:lnTo>
                    <a:lnTo>
                      <a:pt x="38" y="66"/>
                    </a:lnTo>
                    <a:lnTo>
                      <a:pt x="42" y="66"/>
                    </a:lnTo>
                    <a:lnTo>
                      <a:pt x="46" y="66"/>
                    </a:lnTo>
                    <a:lnTo>
                      <a:pt x="42" y="66"/>
                    </a:lnTo>
                    <a:lnTo>
                      <a:pt x="42" y="62"/>
                    </a:lnTo>
                    <a:lnTo>
                      <a:pt x="38" y="62"/>
                    </a:lnTo>
                    <a:lnTo>
                      <a:pt x="42" y="62"/>
                    </a:lnTo>
                    <a:lnTo>
                      <a:pt x="42" y="60"/>
                    </a:lnTo>
                    <a:lnTo>
                      <a:pt x="46" y="60"/>
                    </a:lnTo>
                    <a:lnTo>
                      <a:pt x="42" y="60"/>
                    </a:lnTo>
                    <a:lnTo>
                      <a:pt x="42" y="56"/>
                    </a:lnTo>
                    <a:lnTo>
                      <a:pt x="46" y="52"/>
                    </a:lnTo>
                    <a:lnTo>
                      <a:pt x="50" y="52"/>
                    </a:lnTo>
                    <a:lnTo>
                      <a:pt x="50" y="56"/>
                    </a:lnTo>
                    <a:lnTo>
                      <a:pt x="52" y="52"/>
                    </a:lnTo>
                    <a:lnTo>
                      <a:pt x="56" y="52"/>
                    </a:lnTo>
                    <a:lnTo>
                      <a:pt x="60" y="52"/>
                    </a:lnTo>
                    <a:lnTo>
                      <a:pt x="64" y="52"/>
                    </a:lnTo>
                    <a:lnTo>
                      <a:pt x="68" y="52"/>
                    </a:lnTo>
                    <a:lnTo>
                      <a:pt x="72" y="52"/>
                    </a:lnTo>
                    <a:lnTo>
                      <a:pt x="76" y="52"/>
                    </a:lnTo>
                    <a:lnTo>
                      <a:pt x="72" y="56"/>
                    </a:lnTo>
                    <a:lnTo>
                      <a:pt x="72" y="60"/>
                    </a:lnTo>
                    <a:lnTo>
                      <a:pt x="68" y="60"/>
                    </a:lnTo>
                    <a:lnTo>
                      <a:pt x="68" y="62"/>
                    </a:lnTo>
                    <a:lnTo>
                      <a:pt x="64" y="62"/>
                    </a:lnTo>
                    <a:lnTo>
                      <a:pt x="60" y="62"/>
                    </a:lnTo>
                    <a:lnTo>
                      <a:pt x="60" y="66"/>
                    </a:lnTo>
                    <a:lnTo>
                      <a:pt x="56" y="66"/>
                    </a:lnTo>
                    <a:lnTo>
                      <a:pt x="52" y="66"/>
                    </a:lnTo>
                    <a:lnTo>
                      <a:pt x="56" y="66"/>
                    </a:lnTo>
                    <a:lnTo>
                      <a:pt x="56" y="70"/>
                    </a:lnTo>
                    <a:lnTo>
                      <a:pt x="60" y="70"/>
                    </a:lnTo>
                    <a:lnTo>
                      <a:pt x="60" y="66"/>
                    </a:lnTo>
                    <a:lnTo>
                      <a:pt x="64" y="66"/>
                    </a:lnTo>
                    <a:lnTo>
                      <a:pt x="64" y="70"/>
                    </a:lnTo>
                    <a:lnTo>
                      <a:pt x="60" y="70"/>
                    </a:lnTo>
                    <a:lnTo>
                      <a:pt x="56" y="70"/>
                    </a:lnTo>
                    <a:lnTo>
                      <a:pt x="52" y="74"/>
                    </a:lnTo>
                    <a:lnTo>
                      <a:pt x="56" y="74"/>
                    </a:lnTo>
                    <a:lnTo>
                      <a:pt x="56" y="70"/>
                    </a:lnTo>
                    <a:lnTo>
                      <a:pt x="60" y="74"/>
                    </a:lnTo>
                    <a:lnTo>
                      <a:pt x="56" y="74"/>
                    </a:lnTo>
                    <a:lnTo>
                      <a:pt x="56" y="78"/>
                    </a:lnTo>
                    <a:lnTo>
                      <a:pt x="60" y="74"/>
                    </a:lnTo>
                    <a:lnTo>
                      <a:pt x="64" y="74"/>
                    </a:lnTo>
                    <a:lnTo>
                      <a:pt x="68" y="74"/>
                    </a:lnTo>
                    <a:lnTo>
                      <a:pt x="68" y="70"/>
                    </a:lnTo>
                    <a:lnTo>
                      <a:pt x="72" y="70"/>
                    </a:lnTo>
                    <a:lnTo>
                      <a:pt x="72" y="74"/>
                    </a:lnTo>
                    <a:lnTo>
                      <a:pt x="76" y="74"/>
                    </a:lnTo>
                    <a:lnTo>
                      <a:pt x="76" y="70"/>
                    </a:lnTo>
                    <a:lnTo>
                      <a:pt x="80" y="70"/>
                    </a:lnTo>
                    <a:lnTo>
                      <a:pt x="82" y="74"/>
                    </a:lnTo>
                    <a:lnTo>
                      <a:pt x="86" y="74"/>
                    </a:lnTo>
                    <a:lnTo>
                      <a:pt x="86" y="70"/>
                    </a:lnTo>
                    <a:lnTo>
                      <a:pt x="90" y="70"/>
                    </a:lnTo>
                    <a:lnTo>
                      <a:pt x="90" y="74"/>
                    </a:lnTo>
                    <a:lnTo>
                      <a:pt x="90" y="78"/>
                    </a:lnTo>
                    <a:lnTo>
                      <a:pt x="90" y="82"/>
                    </a:lnTo>
                    <a:lnTo>
                      <a:pt x="86" y="82"/>
                    </a:lnTo>
                    <a:lnTo>
                      <a:pt x="86" y="86"/>
                    </a:lnTo>
                    <a:lnTo>
                      <a:pt x="86" y="90"/>
                    </a:lnTo>
                    <a:lnTo>
                      <a:pt x="82" y="92"/>
                    </a:lnTo>
                    <a:lnTo>
                      <a:pt x="82" y="96"/>
                    </a:lnTo>
                    <a:lnTo>
                      <a:pt x="80" y="96"/>
                    </a:lnTo>
                    <a:lnTo>
                      <a:pt x="80" y="100"/>
                    </a:lnTo>
                    <a:lnTo>
                      <a:pt x="76" y="100"/>
                    </a:lnTo>
                    <a:lnTo>
                      <a:pt x="72" y="100"/>
                    </a:lnTo>
                    <a:lnTo>
                      <a:pt x="76" y="100"/>
                    </a:lnTo>
                    <a:lnTo>
                      <a:pt x="80" y="100"/>
                    </a:lnTo>
                    <a:lnTo>
                      <a:pt x="80" y="104"/>
                    </a:lnTo>
                    <a:lnTo>
                      <a:pt x="76" y="104"/>
                    </a:lnTo>
                    <a:lnTo>
                      <a:pt x="72" y="108"/>
                    </a:lnTo>
                    <a:lnTo>
                      <a:pt x="68" y="108"/>
                    </a:lnTo>
                    <a:lnTo>
                      <a:pt x="64" y="108"/>
                    </a:lnTo>
                    <a:lnTo>
                      <a:pt x="68" y="108"/>
                    </a:lnTo>
                    <a:lnTo>
                      <a:pt x="72" y="112"/>
                    </a:lnTo>
                    <a:lnTo>
                      <a:pt x="76" y="112"/>
                    </a:lnTo>
                    <a:lnTo>
                      <a:pt x="76" y="108"/>
                    </a:lnTo>
                    <a:lnTo>
                      <a:pt x="80" y="108"/>
                    </a:lnTo>
                    <a:lnTo>
                      <a:pt x="82" y="108"/>
                    </a:lnTo>
                    <a:lnTo>
                      <a:pt x="82" y="112"/>
                    </a:lnTo>
                    <a:lnTo>
                      <a:pt x="86" y="112"/>
                    </a:lnTo>
                    <a:lnTo>
                      <a:pt x="86" y="116"/>
                    </a:lnTo>
                    <a:lnTo>
                      <a:pt x="90" y="116"/>
                    </a:lnTo>
                    <a:lnTo>
                      <a:pt x="90" y="120"/>
                    </a:lnTo>
                    <a:lnTo>
                      <a:pt x="94" y="120"/>
                    </a:lnTo>
                    <a:lnTo>
                      <a:pt x="94" y="122"/>
                    </a:lnTo>
                    <a:lnTo>
                      <a:pt x="94" y="126"/>
                    </a:lnTo>
                    <a:lnTo>
                      <a:pt x="94" y="130"/>
                    </a:lnTo>
                    <a:lnTo>
                      <a:pt x="98" y="130"/>
                    </a:lnTo>
                    <a:lnTo>
                      <a:pt x="98" y="134"/>
                    </a:lnTo>
                    <a:lnTo>
                      <a:pt x="98" y="138"/>
                    </a:lnTo>
                    <a:lnTo>
                      <a:pt x="102" y="138"/>
                    </a:lnTo>
                    <a:lnTo>
                      <a:pt x="106" y="142"/>
                    </a:lnTo>
                    <a:lnTo>
                      <a:pt x="108" y="142"/>
                    </a:lnTo>
                    <a:lnTo>
                      <a:pt x="108" y="146"/>
                    </a:lnTo>
                    <a:lnTo>
                      <a:pt x="112" y="146"/>
                    </a:lnTo>
                    <a:lnTo>
                      <a:pt x="112" y="150"/>
                    </a:lnTo>
                    <a:lnTo>
                      <a:pt x="116" y="150"/>
                    </a:lnTo>
                    <a:lnTo>
                      <a:pt x="112" y="150"/>
                    </a:lnTo>
                    <a:lnTo>
                      <a:pt x="112" y="152"/>
                    </a:lnTo>
                    <a:lnTo>
                      <a:pt x="112" y="156"/>
                    </a:lnTo>
                    <a:lnTo>
                      <a:pt x="116" y="156"/>
                    </a:lnTo>
                    <a:lnTo>
                      <a:pt x="116" y="160"/>
                    </a:lnTo>
                    <a:lnTo>
                      <a:pt x="120" y="160"/>
                    </a:lnTo>
                    <a:lnTo>
                      <a:pt x="116" y="164"/>
                    </a:lnTo>
                    <a:lnTo>
                      <a:pt x="116" y="160"/>
                    </a:lnTo>
                    <a:lnTo>
                      <a:pt x="120" y="160"/>
                    </a:lnTo>
                    <a:lnTo>
                      <a:pt x="116" y="160"/>
                    </a:lnTo>
                    <a:lnTo>
                      <a:pt x="112" y="160"/>
                    </a:lnTo>
                    <a:lnTo>
                      <a:pt x="108" y="160"/>
                    </a:lnTo>
                    <a:lnTo>
                      <a:pt x="106" y="160"/>
                    </a:lnTo>
                    <a:lnTo>
                      <a:pt x="108" y="160"/>
                    </a:lnTo>
                    <a:lnTo>
                      <a:pt x="112" y="160"/>
                    </a:lnTo>
                    <a:lnTo>
                      <a:pt x="116" y="160"/>
                    </a:lnTo>
                    <a:lnTo>
                      <a:pt x="116" y="164"/>
                    </a:lnTo>
                    <a:lnTo>
                      <a:pt x="120" y="164"/>
                    </a:lnTo>
                    <a:lnTo>
                      <a:pt x="120" y="168"/>
                    </a:lnTo>
                    <a:lnTo>
                      <a:pt x="120" y="172"/>
                    </a:lnTo>
                    <a:lnTo>
                      <a:pt x="120" y="176"/>
                    </a:lnTo>
                    <a:lnTo>
                      <a:pt x="116" y="176"/>
                    </a:lnTo>
                    <a:lnTo>
                      <a:pt x="120" y="180"/>
                    </a:lnTo>
                    <a:lnTo>
                      <a:pt x="124" y="180"/>
                    </a:lnTo>
                    <a:lnTo>
                      <a:pt x="124" y="176"/>
                    </a:lnTo>
                    <a:lnTo>
                      <a:pt x="128" y="176"/>
                    </a:lnTo>
                    <a:lnTo>
                      <a:pt x="132" y="176"/>
                    </a:lnTo>
                    <a:lnTo>
                      <a:pt x="136" y="176"/>
                    </a:lnTo>
                    <a:lnTo>
                      <a:pt x="138" y="180"/>
                    </a:lnTo>
                    <a:lnTo>
                      <a:pt x="142" y="182"/>
                    </a:lnTo>
                    <a:lnTo>
                      <a:pt x="142" y="186"/>
                    </a:lnTo>
                    <a:lnTo>
                      <a:pt x="138" y="190"/>
                    </a:lnTo>
                    <a:lnTo>
                      <a:pt x="138" y="194"/>
                    </a:lnTo>
                    <a:lnTo>
                      <a:pt x="136" y="198"/>
                    </a:lnTo>
                    <a:lnTo>
                      <a:pt x="132" y="194"/>
                    </a:lnTo>
                    <a:lnTo>
                      <a:pt x="136" y="198"/>
                    </a:lnTo>
                    <a:lnTo>
                      <a:pt x="136" y="202"/>
                    </a:lnTo>
                    <a:lnTo>
                      <a:pt x="132" y="202"/>
                    </a:lnTo>
                    <a:lnTo>
                      <a:pt x="132" y="198"/>
                    </a:lnTo>
                    <a:lnTo>
                      <a:pt x="132" y="202"/>
                    </a:lnTo>
                    <a:lnTo>
                      <a:pt x="128" y="202"/>
                    </a:lnTo>
                    <a:lnTo>
                      <a:pt x="132" y="202"/>
                    </a:lnTo>
                    <a:lnTo>
                      <a:pt x="132" y="206"/>
                    </a:lnTo>
                    <a:lnTo>
                      <a:pt x="128" y="206"/>
                    </a:lnTo>
                    <a:lnTo>
                      <a:pt x="124" y="206"/>
                    </a:lnTo>
                    <a:lnTo>
                      <a:pt x="120" y="210"/>
                    </a:lnTo>
                    <a:lnTo>
                      <a:pt x="124" y="210"/>
                    </a:lnTo>
                    <a:lnTo>
                      <a:pt x="124" y="206"/>
                    </a:lnTo>
                    <a:lnTo>
                      <a:pt x="128" y="206"/>
                    </a:lnTo>
                    <a:lnTo>
                      <a:pt x="128" y="210"/>
                    </a:lnTo>
                    <a:lnTo>
                      <a:pt x="124" y="210"/>
                    </a:lnTo>
                    <a:lnTo>
                      <a:pt x="128" y="210"/>
                    </a:lnTo>
                    <a:lnTo>
                      <a:pt x="132" y="210"/>
                    </a:lnTo>
                    <a:lnTo>
                      <a:pt x="136" y="210"/>
                    </a:lnTo>
                    <a:lnTo>
                      <a:pt x="136" y="212"/>
                    </a:lnTo>
                    <a:lnTo>
                      <a:pt x="136" y="216"/>
                    </a:lnTo>
                    <a:lnTo>
                      <a:pt x="132" y="216"/>
                    </a:lnTo>
                    <a:lnTo>
                      <a:pt x="132" y="220"/>
                    </a:lnTo>
                    <a:lnTo>
                      <a:pt x="128" y="220"/>
                    </a:lnTo>
                    <a:lnTo>
                      <a:pt x="128" y="216"/>
                    </a:lnTo>
                    <a:lnTo>
                      <a:pt x="128" y="220"/>
                    </a:lnTo>
                    <a:lnTo>
                      <a:pt x="124" y="220"/>
                    </a:lnTo>
                    <a:lnTo>
                      <a:pt x="120" y="220"/>
                    </a:lnTo>
                    <a:lnTo>
                      <a:pt x="120" y="224"/>
                    </a:lnTo>
                    <a:lnTo>
                      <a:pt x="116" y="220"/>
                    </a:lnTo>
                    <a:lnTo>
                      <a:pt x="112" y="220"/>
                    </a:lnTo>
                    <a:lnTo>
                      <a:pt x="108" y="220"/>
                    </a:lnTo>
                    <a:lnTo>
                      <a:pt x="106" y="220"/>
                    </a:lnTo>
                    <a:lnTo>
                      <a:pt x="106" y="224"/>
                    </a:lnTo>
                    <a:lnTo>
                      <a:pt x="106" y="220"/>
                    </a:lnTo>
                    <a:lnTo>
                      <a:pt x="102" y="220"/>
                    </a:lnTo>
                    <a:lnTo>
                      <a:pt x="98" y="220"/>
                    </a:lnTo>
                    <a:lnTo>
                      <a:pt x="94" y="224"/>
                    </a:lnTo>
                    <a:lnTo>
                      <a:pt x="90" y="224"/>
                    </a:lnTo>
                    <a:lnTo>
                      <a:pt x="86" y="224"/>
                    </a:lnTo>
                    <a:lnTo>
                      <a:pt x="90" y="224"/>
                    </a:lnTo>
                    <a:lnTo>
                      <a:pt x="86" y="224"/>
                    </a:lnTo>
                    <a:lnTo>
                      <a:pt x="82" y="224"/>
                    </a:lnTo>
                    <a:lnTo>
                      <a:pt x="82" y="228"/>
                    </a:lnTo>
                    <a:lnTo>
                      <a:pt x="82" y="224"/>
                    </a:lnTo>
                    <a:lnTo>
                      <a:pt x="80" y="224"/>
                    </a:lnTo>
                    <a:lnTo>
                      <a:pt x="76" y="224"/>
                    </a:lnTo>
                    <a:lnTo>
                      <a:pt x="72" y="224"/>
                    </a:lnTo>
                    <a:lnTo>
                      <a:pt x="68" y="224"/>
                    </a:lnTo>
                    <a:lnTo>
                      <a:pt x="68" y="228"/>
                    </a:lnTo>
                    <a:lnTo>
                      <a:pt x="64" y="232"/>
                    </a:lnTo>
                    <a:lnTo>
                      <a:pt x="64" y="236"/>
                    </a:lnTo>
                    <a:lnTo>
                      <a:pt x="60" y="232"/>
                    </a:lnTo>
                    <a:lnTo>
                      <a:pt x="56" y="232"/>
                    </a:lnTo>
                    <a:lnTo>
                      <a:pt x="52" y="232"/>
                    </a:lnTo>
                    <a:lnTo>
                      <a:pt x="50" y="232"/>
                    </a:lnTo>
                    <a:lnTo>
                      <a:pt x="46" y="236"/>
                    </a:lnTo>
                    <a:lnTo>
                      <a:pt x="46" y="240"/>
                    </a:lnTo>
                    <a:lnTo>
                      <a:pt x="42" y="240"/>
                    </a:lnTo>
                    <a:lnTo>
                      <a:pt x="42" y="236"/>
                    </a:lnTo>
                    <a:lnTo>
                      <a:pt x="38" y="236"/>
                    </a:lnTo>
                    <a:lnTo>
                      <a:pt x="38" y="240"/>
                    </a:lnTo>
                    <a:lnTo>
                      <a:pt x="34" y="240"/>
                    </a:lnTo>
                    <a:lnTo>
                      <a:pt x="34" y="236"/>
                    </a:lnTo>
                    <a:lnTo>
                      <a:pt x="38" y="236"/>
                    </a:lnTo>
                    <a:lnTo>
                      <a:pt x="42" y="232"/>
                    </a:lnTo>
                    <a:lnTo>
                      <a:pt x="46" y="228"/>
                    </a:lnTo>
                    <a:lnTo>
                      <a:pt x="46" y="224"/>
                    </a:lnTo>
                    <a:lnTo>
                      <a:pt x="50" y="224"/>
                    </a:lnTo>
                    <a:lnTo>
                      <a:pt x="52" y="220"/>
                    </a:lnTo>
                    <a:lnTo>
                      <a:pt x="52" y="216"/>
                    </a:lnTo>
                    <a:lnTo>
                      <a:pt x="56" y="216"/>
                    </a:lnTo>
                    <a:lnTo>
                      <a:pt x="56" y="212"/>
                    </a:lnTo>
                    <a:lnTo>
                      <a:pt x="60" y="212"/>
                    </a:lnTo>
                    <a:lnTo>
                      <a:pt x="64" y="212"/>
                    </a:lnTo>
                    <a:lnTo>
                      <a:pt x="68" y="212"/>
                    </a:lnTo>
                    <a:lnTo>
                      <a:pt x="76" y="212"/>
                    </a:lnTo>
                    <a:lnTo>
                      <a:pt x="76" y="210"/>
                    </a:lnTo>
                    <a:lnTo>
                      <a:pt x="76" y="206"/>
                    </a:lnTo>
                    <a:lnTo>
                      <a:pt x="80" y="206"/>
                    </a:lnTo>
                    <a:lnTo>
                      <a:pt x="80" y="202"/>
                    </a:lnTo>
                    <a:lnTo>
                      <a:pt x="82" y="202"/>
                    </a:lnTo>
                    <a:lnTo>
                      <a:pt x="80" y="202"/>
                    </a:lnTo>
                    <a:lnTo>
                      <a:pt x="80" y="206"/>
                    </a:lnTo>
                    <a:lnTo>
                      <a:pt x="76" y="206"/>
                    </a:lnTo>
                    <a:lnTo>
                      <a:pt x="72" y="206"/>
                    </a:lnTo>
                    <a:lnTo>
                      <a:pt x="72" y="210"/>
                    </a:lnTo>
                    <a:lnTo>
                      <a:pt x="68" y="210"/>
                    </a:lnTo>
                    <a:lnTo>
                      <a:pt x="64" y="210"/>
                    </a:lnTo>
                    <a:lnTo>
                      <a:pt x="64" y="206"/>
                    </a:lnTo>
                    <a:lnTo>
                      <a:pt x="60" y="206"/>
                    </a:lnTo>
                    <a:lnTo>
                      <a:pt x="56" y="206"/>
                    </a:lnTo>
                    <a:lnTo>
                      <a:pt x="60" y="202"/>
                    </a:lnTo>
                    <a:lnTo>
                      <a:pt x="56" y="202"/>
                    </a:lnTo>
                    <a:lnTo>
                      <a:pt x="52" y="202"/>
                    </a:lnTo>
                    <a:lnTo>
                      <a:pt x="50" y="202"/>
                    </a:lnTo>
                    <a:lnTo>
                      <a:pt x="50" y="206"/>
                    </a:lnTo>
                    <a:lnTo>
                      <a:pt x="50" y="202"/>
                    </a:lnTo>
                    <a:lnTo>
                      <a:pt x="50" y="206"/>
                    </a:lnTo>
                    <a:lnTo>
                      <a:pt x="46" y="206"/>
                    </a:lnTo>
                    <a:lnTo>
                      <a:pt x="46" y="202"/>
                    </a:lnTo>
                    <a:lnTo>
                      <a:pt x="50" y="202"/>
                    </a:lnTo>
                    <a:lnTo>
                      <a:pt x="46" y="202"/>
                    </a:lnTo>
                    <a:lnTo>
                      <a:pt x="42" y="202"/>
                    </a:lnTo>
                    <a:lnTo>
                      <a:pt x="46" y="202"/>
                    </a:lnTo>
                    <a:lnTo>
                      <a:pt x="46" y="198"/>
                    </a:lnTo>
                    <a:lnTo>
                      <a:pt x="42" y="198"/>
                    </a:lnTo>
                    <a:lnTo>
                      <a:pt x="46" y="198"/>
                    </a:lnTo>
                    <a:lnTo>
                      <a:pt x="50" y="194"/>
                    </a:lnTo>
                    <a:lnTo>
                      <a:pt x="52" y="194"/>
                    </a:lnTo>
                    <a:lnTo>
                      <a:pt x="56" y="190"/>
                    </a:lnTo>
                    <a:lnTo>
                      <a:pt x="56" y="186"/>
                    </a:lnTo>
                    <a:lnTo>
                      <a:pt x="60" y="186"/>
                    </a:lnTo>
                    <a:lnTo>
                      <a:pt x="60" y="182"/>
                    </a:lnTo>
                    <a:lnTo>
                      <a:pt x="56" y="182"/>
                    </a:lnTo>
                    <a:lnTo>
                      <a:pt x="60" y="180"/>
                    </a:lnTo>
                    <a:lnTo>
                      <a:pt x="56" y="180"/>
                    </a:lnTo>
                    <a:lnTo>
                      <a:pt x="56" y="176"/>
                    </a:lnTo>
                    <a:lnTo>
                      <a:pt x="52" y="176"/>
                    </a:lnTo>
                    <a:lnTo>
                      <a:pt x="52" y="180"/>
                    </a:lnTo>
                    <a:lnTo>
                      <a:pt x="50" y="180"/>
                    </a:lnTo>
                    <a:lnTo>
                      <a:pt x="50" y="176"/>
                    </a:lnTo>
                    <a:lnTo>
                      <a:pt x="52" y="176"/>
                    </a:lnTo>
                    <a:lnTo>
                      <a:pt x="56" y="172"/>
                    </a:lnTo>
                    <a:lnTo>
                      <a:pt x="56" y="168"/>
                    </a:lnTo>
                    <a:lnTo>
                      <a:pt x="60" y="168"/>
                    </a:lnTo>
                    <a:lnTo>
                      <a:pt x="64" y="168"/>
                    </a:lnTo>
                    <a:lnTo>
                      <a:pt x="68" y="168"/>
                    </a:lnTo>
                    <a:lnTo>
                      <a:pt x="72" y="168"/>
                    </a:lnTo>
                    <a:lnTo>
                      <a:pt x="72" y="164"/>
                    </a:lnTo>
                    <a:lnTo>
                      <a:pt x="76" y="168"/>
                    </a:lnTo>
                    <a:lnTo>
                      <a:pt x="80" y="168"/>
                    </a:lnTo>
                    <a:lnTo>
                      <a:pt x="76" y="168"/>
                    </a:lnTo>
                    <a:lnTo>
                      <a:pt x="76" y="164"/>
                    </a:lnTo>
                    <a:lnTo>
                      <a:pt x="72" y="164"/>
                    </a:lnTo>
                    <a:lnTo>
                      <a:pt x="72" y="160"/>
                    </a:lnTo>
                    <a:lnTo>
                      <a:pt x="76" y="160"/>
                    </a:lnTo>
                    <a:lnTo>
                      <a:pt x="72" y="156"/>
                    </a:lnTo>
                    <a:lnTo>
                      <a:pt x="76" y="152"/>
                    </a:lnTo>
                    <a:lnTo>
                      <a:pt x="76" y="150"/>
                    </a:lnTo>
                    <a:lnTo>
                      <a:pt x="72" y="152"/>
                    </a:lnTo>
                    <a:lnTo>
                      <a:pt x="72" y="150"/>
                    </a:lnTo>
                    <a:lnTo>
                      <a:pt x="68" y="150"/>
                    </a:lnTo>
                    <a:lnTo>
                      <a:pt x="68" y="146"/>
                    </a:lnTo>
                    <a:lnTo>
                      <a:pt x="68" y="142"/>
                    </a:lnTo>
                    <a:lnTo>
                      <a:pt x="64" y="142"/>
                    </a:lnTo>
                    <a:lnTo>
                      <a:pt x="64" y="138"/>
                    </a:lnTo>
                    <a:lnTo>
                      <a:pt x="68" y="134"/>
                    </a:lnTo>
                    <a:lnTo>
                      <a:pt x="72" y="134"/>
                    </a:lnTo>
                    <a:lnTo>
                      <a:pt x="76" y="134"/>
                    </a:lnTo>
                    <a:lnTo>
                      <a:pt x="76" y="130"/>
                    </a:lnTo>
                    <a:lnTo>
                      <a:pt x="72" y="130"/>
                    </a:lnTo>
                    <a:lnTo>
                      <a:pt x="68" y="130"/>
                    </a:lnTo>
                    <a:lnTo>
                      <a:pt x="64" y="130"/>
                    </a:lnTo>
                    <a:lnTo>
                      <a:pt x="64" y="134"/>
                    </a:lnTo>
                    <a:lnTo>
                      <a:pt x="60" y="134"/>
                    </a:lnTo>
                    <a:lnTo>
                      <a:pt x="60" y="138"/>
                    </a:lnTo>
                    <a:lnTo>
                      <a:pt x="56" y="138"/>
                    </a:lnTo>
                    <a:lnTo>
                      <a:pt x="52" y="134"/>
                    </a:lnTo>
                    <a:lnTo>
                      <a:pt x="52" y="138"/>
                    </a:lnTo>
                    <a:lnTo>
                      <a:pt x="56" y="138"/>
                    </a:lnTo>
                    <a:lnTo>
                      <a:pt x="52" y="138"/>
                    </a:lnTo>
                    <a:lnTo>
                      <a:pt x="50" y="134"/>
                    </a:lnTo>
                    <a:lnTo>
                      <a:pt x="46" y="134"/>
                    </a:lnTo>
                    <a:lnTo>
                      <a:pt x="46" y="138"/>
                    </a:lnTo>
                    <a:lnTo>
                      <a:pt x="50" y="138"/>
                    </a:lnTo>
                    <a:lnTo>
                      <a:pt x="50" y="138"/>
                    </a:lnTo>
                    <a:lnTo>
                      <a:pt x="50" y="138"/>
                    </a:lnTo>
                    <a:close/>
                    <a:moveTo>
                      <a:pt x="22" y="66"/>
                    </a:moveTo>
                    <a:lnTo>
                      <a:pt x="22" y="62"/>
                    </a:lnTo>
                    <a:lnTo>
                      <a:pt x="20" y="66"/>
                    </a:lnTo>
                    <a:lnTo>
                      <a:pt x="22" y="66"/>
                    </a:lnTo>
                    <a:lnTo>
                      <a:pt x="20" y="70"/>
                    </a:lnTo>
                    <a:lnTo>
                      <a:pt x="16" y="70"/>
                    </a:lnTo>
                    <a:lnTo>
                      <a:pt x="20" y="66"/>
                    </a:lnTo>
                    <a:lnTo>
                      <a:pt x="16" y="66"/>
                    </a:lnTo>
                    <a:lnTo>
                      <a:pt x="16" y="62"/>
                    </a:lnTo>
                    <a:lnTo>
                      <a:pt x="16" y="60"/>
                    </a:lnTo>
                    <a:lnTo>
                      <a:pt x="20" y="60"/>
                    </a:lnTo>
                    <a:lnTo>
                      <a:pt x="20" y="62"/>
                    </a:lnTo>
                    <a:lnTo>
                      <a:pt x="20" y="60"/>
                    </a:lnTo>
                    <a:lnTo>
                      <a:pt x="22" y="56"/>
                    </a:lnTo>
                    <a:lnTo>
                      <a:pt x="26" y="56"/>
                    </a:lnTo>
                    <a:lnTo>
                      <a:pt x="26" y="52"/>
                    </a:lnTo>
                    <a:lnTo>
                      <a:pt x="26" y="56"/>
                    </a:lnTo>
                    <a:lnTo>
                      <a:pt x="30" y="56"/>
                    </a:lnTo>
                    <a:lnTo>
                      <a:pt x="26" y="56"/>
                    </a:lnTo>
                    <a:lnTo>
                      <a:pt x="26" y="60"/>
                    </a:lnTo>
                    <a:lnTo>
                      <a:pt x="30" y="60"/>
                    </a:lnTo>
                    <a:lnTo>
                      <a:pt x="26" y="60"/>
                    </a:lnTo>
                    <a:lnTo>
                      <a:pt x="26" y="62"/>
                    </a:lnTo>
                    <a:lnTo>
                      <a:pt x="22" y="62"/>
                    </a:lnTo>
                    <a:lnTo>
                      <a:pt x="26" y="62"/>
                    </a:lnTo>
                    <a:lnTo>
                      <a:pt x="22" y="66"/>
                    </a:lnTo>
                    <a:lnTo>
                      <a:pt x="22" y="66"/>
                    </a:lnTo>
                    <a:lnTo>
                      <a:pt x="22" y="66"/>
                    </a:lnTo>
                    <a:close/>
                    <a:moveTo>
                      <a:pt x="16" y="74"/>
                    </a:moveTo>
                    <a:lnTo>
                      <a:pt x="12" y="74"/>
                    </a:lnTo>
                    <a:lnTo>
                      <a:pt x="8" y="74"/>
                    </a:lnTo>
                    <a:lnTo>
                      <a:pt x="12" y="74"/>
                    </a:lnTo>
                    <a:lnTo>
                      <a:pt x="16" y="70"/>
                    </a:lnTo>
                    <a:lnTo>
                      <a:pt x="16" y="74"/>
                    </a:lnTo>
                    <a:lnTo>
                      <a:pt x="16" y="74"/>
                    </a:lnTo>
                    <a:lnTo>
                      <a:pt x="16" y="74"/>
                    </a:lnTo>
                    <a:close/>
                    <a:moveTo>
                      <a:pt x="34" y="86"/>
                    </a:moveTo>
                    <a:lnTo>
                      <a:pt x="30" y="86"/>
                    </a:lnTo>
                    <a:lnTo>
                      <a:pt x="30" y="82"/>
                    </a:lnTo>
                    <a:lnTo>
                      <a:pt x="30" y="86"/>
                    </a:lnTo>
                    <a:lnTo>
                      <a:pt x="30" y="82"/>
                    </a:lnTo>
                    <a:lnTo>
                      <a:pt x="26" y="86"/>
                    </a:lnTo>
                    <a:lnTo>
                      <a:pt x="26" y="82"/>
                    </a:lnTo>
                    <a:lnTo>
                      <a:pt x="22" y="82"/>
                    </a:lnTo>
                    <a:lnTo>
                      <a:pt x="26" y="82"/>
                    </a:lnTo>
                    <a:lnTo>
                      <a:pt x="22" y="78"/>
                    </a:lnTo>
                    <a:lnTo>
                      <a:pt x="22" y="82"/>
                    </a:lnTo>
                    <a:lnTo>
                      <a:pt x="22" y="78"/>
                    </a:lnTo>
                    <a:lnTo>
                      <a:pt x="20" y="78"/>
                    </a:lnTo>
                    <a:lnTo>
                      <a:pt x="22" y="74"/>
                    </a:lnTo>
                    <a:lnTo>
                      <a:pt x="26" y="74"/>
                    </a:lnTo>
                    <a:lnTo>
                      <a:pt x="26" y="70"/>
                    </a:lnTo>
                    <a:lnTo>
                      <a:pt x="30" y="74"/>
                    </a:lnTo>
                    <a:lnTo>
                      <a:pt x="30" y="78"/>
                    </a:lnTo>
                    <a:lnTo>
                      <a:pt x="30" y="82"/>
                    </a:lnTo>
                    <a:lnTo>
                      <a:pt x="34" y="82"/>
                    </a:lnTo>
                    <a:lnTo>
                      <a:pt x="38" y="82"/>
                    </a:lnTo>
                    <a:lnTo>
                      <a:pt x="34" y="86"/>
                    </a:lnTo>
                    <a:lnTo>
                      <a:pt x="34" y="86"/>
                    </a:lnTo>
                    <a:lnTo>
                      <a:pt x="34" y="86"/>
                    </a:lnTo>
                    <a:close/>
                    <a:moveTo>
                      <a:pt x="30" y="82"/>
                    </a:moveTo>
                    <a:lnTo>
                      <a:pt x="30" y="78"/>
                    </a:lnTo>
                    <a:lnTo>
                      <a:pt x="30" y="74"/>
                    </a:lnTo>
                    <a:lnTo>
                      <a:pt x="30" y="78"/>
                    </a:lnTo>
                    <a:lnTo>
                      <a:pt x="30" y="82"/>
                    </a:lnTo>
                    <a:lnTo>
                      <a:pt x="30" y="82"/>
                    </a:lnTo>
                    <a:lnTo>
                      <a:pt x="30" y="82"/>
                    </a:lnTo>
                    <a:close/>
                    <a:moveTo>
                      <a:pt x="12" y="78"/>
                    </a:moveTo>
                    <a:lnTo>
                      <a:pt x="16" y="78"/>
                    </a:lnTo>
                    <a:lnTo>
                      <a:pt x="12" y="78"/>
                    </a:lnTo>
                    <a:lnTo>
                      <a:pt x="12" y="78"/>
                    </a:lnTo>
                    <a:lnTo>
                      <a:pt x="12" y="78"/>
                    </a:lnTo>
                    <a:close/>
                    <a:moveTo>
                      <a:pt x="16" y="86"/>
                    </a:moveTo>
                    <a:lnTo>
                      <a:pt x="12" y="86"/>
                    </a:lnTo>
                    <a:lnTo>
                      <a:pt x="12" y="82"/>
                    </a:lnTo>
                    <a:lnTo>
                      <a:pt x="12" y="78"/>
                    </a:lnTo>
                    <a:lnTo>
                      <a:pt x="16" y="78"/>
                    </a:lnTo>
                    <a:lnTo>
                      <a:pt x="16" y="82"/>
                    </a:lnTo>
                    <a:lnTo>
                      <a:pt x="12" y="82"/>
                    </a:lnTo>
                    <a:lnTo>
                      <a:pt x="12" y="78"/>
                    </a:lnTo>
                    <a:lnTo>
                      <a:pt x="12" y="82"/>
                    </a:lnTo>
                    <a:lnTo>
                      <a:pt x="12" y="86"/>
                    </a:lnTo>
                    <a:lnTo>
                      <a:pt x="16" y="86"/>
                    </a:lnTo>
                    <a:lnTo>
                      <a:pt x="16" y="86"/>
                    </a:lnTo>
                    <a:lnTo>
                      <a:pt x="16" y="86"/>
                    </a:lnTo>
                    <a:close/>
                    <a:moveTo>
                      <a:pt x="12" y="90"/>
                    </a:moveTo>
                    <a:lnTo>
                      <a:pt x="8" y="90"/>
                    </a:lnTo>
                    <a:lnTo>
                      <a:pt x="12" y="86"/>
                    </a:lnTo>
                    <a:lnTo>
                      <a:pt x="12" y="90"/>
                    </a:lnTo>
                    <a:lnTo>
                      <a:pt x="12" y="90"/>
                    </a:lnTo>
                    <a:lnTo>
                      <a:pt x="12" y="90"/>
                    </a:lnTo>
                    <a:close/>
                    <a:moveTo>
                      <a:pt x="26" y="90"/>
                    </a:moveTo>
                    <a:lnTo>
                      <a:pt x="26" y="86"/>
                    </a:lnTo>
                    <a:lnTo>
                      <a:pt x="26" y="90"/>
                    </a:lnTo>
                    <a:lnTo>
                      <a:pt x="26" y="90"/>
                    </a:lnTo>
                    <a:lnTo>
                      <a:pt x="26" y="90"/>
                    </a:lnTo>
                    <a:close/>
                    <a:moveTo>
                      <a:pt x="22" y="96"/>
                    </a:moveTo>
                    <a:lnTo>
                      <a:pt x="22" y="92"/>
                    </a:lnTo>
                    <a:lnTo>
                      <a:pt x="26" y="92"/>
                    </a:lnTo>
                    <a:lnTo>
                      <a:pt x="22" y="96"/>
                    </a:lnTo>
                    <a:lnTo>
                      <a:pt x="22" y="96"/>
                    </a:lnTo>
                    <a:lnTo>
                      <a:pt x="22" y="96"/>
                    </a:lnTo>
                    <a:close/>
                    <a:moveTo>
                      <a:pt x="30" y="96"/>
                    </a:moveTo>
                    <a:lnTo>
                      <a:pt x="34" y="96"/>
                    </a:lnTo>
                    <a:lnTo>
                      <a:pt x="34" y="100"/>
                    </a:lnTo>
                    <a:lnTo>
                      <a:pt x="38" y="100"/>
                    </a:lnTo>
                    <a:lnTo>
                      <a:pt x="34" y="100"/>
                    </a:lnTo>
                    <a:lnTo>
                      <a:pt x="34" y="104"/>
                    </a:lnTo>
                    <a:lnTo>
                      <a:pt x="34" y="100"/>
                    </a:lnTo>
                    <a:lnTo>
                      <a:pt x="30" y="104"/>
                    </a:lnTo>
                    <a:lnTo>
                      <a:pt x="26" y="104"/>
                    </a:lnTo>
                    <a:lnTo>
                      <a:pt x="26" y="100"/>
                    </a:lnTo>
                    <a:lnTo>
                      <a:pt x="26" y="104"/>
                    </a:lnTo>
                    <a:lnTo>
                      <a:pt x="30" y="100"/>
                    </a:lnTo>
                    <a:lnTo>
                      <a:pt x="26" y="100"/>
                    </a:lnTo>
                    <a:lnTo>
                      <a:pt x="30" y="100"/>
                    </a:lnTo>
                    <a:lnTo>
                      <a:pt x="30" y="96"/>
                    </a:lnTo>
                    <a:lnTo>
                      <a:pt x="30" y="100"/>
                    </a:lnTo>
                    <a:lnTo>
                      <a:pt x="26" y="96"/>
                    </a:lnTo>
                    <a:lnTo>
                      <a:pt x="30" y="96"/>
                    </a:lnTo>
                    <a:lnTo>
                      <a:pt x="30" y="96"/>
                    </a:lnTo>
                    <a:lnTo>
                      <a:pt x="30" y="96"/>
                    </a:lnTo>
                    <a:close/>
                    <a:moveTo>
                      <a:pt x="20" y="100"/>
                    </a:moveTo>
                    <a:lnTo>
                      <a:pt x="16" y="96"/>
                    </a:lnTo>
                    <a:lnTo>
                      <a:pt x="20" y="96"/>
                    </a:lnTo>
                    <a:lnTo>
                      <a:pt x="20" y="100"/>
                    </a:lnTo>
                    <a:lnTo>
                      <a:pt x="20" y="100"/>
                    </a:lnTo>
                    <a:lnTo>
                      <a:pt x="20" y="100"/>
                    </a:lnTo>
                    <a:close/>
                    <a:moveTo>
                      <a:pt x="30" y="116"/>
                    </a:moveTo>
                    <a:lnTo>
                      <a:pt x="30" y="112"/>
                    </a:lnTo>
                    <a:lnTo>
                      <a:pt x="30" y="108"/>
                    </a:lnTo>
                    <a:lnTo>
                      <a:pt x="34" y="108"/>
                    </a:lnTo>
                    <a:lnTo>
                      <a:pt x="34" y="112"/>
                    </a:lnTo>
                    <a:lnTo>
                      <a:pt x="30" y="112"/>
                    </a:lnTo>
                    <a:lnTo>
                      <a:pt x="30" y="116"/>
                    </a:lnTo>
                    <a:lnTo>
                      <a:pt x="30" y="116"/>
                    </a:lnTo>
                    <a:lnTo>
                      <a:pt x="30" y="116"/>
                    </a:lnTo>
                    <a:close/>
                    <a:moveTo>
                      <a:pt x="26" y="120"/>
                    </a:moveTo>
                    <a:lnTo>
                      <a:pt x="26" y="116"/>
                    </a:lnTo>
                    <a:lnTo>
                      <a:pt x="22" y="116"/>
                    </a:lnTo>
                    <a:lnTo>
                      <a:pt x="26" y="112"/>
                    </a:lnTo>
                    <a:lnTo>
                      <a:pt x="30" y="112"/>
                    </a:lnTo>
                    <a:lnTo>
                      <a:pt x="30" y="116"/>
                    </a:lnTo>
                    <a:lnTo>
                      <a:pt x="26" y="120"/>
                    </a:lnTo>
                    <a:lnTo>
                      <a:pt x="26" y="120"/>
                    </a:lnTo>
                    <a:lnTo>
                      <a:pt x="26" y="120"/>
                    </a:lnTo>
                    <a:close/>
                    <a:moveTo>
                      <a:pt x="46" y="116"/>
                    </a:moveTo>
                    <a:lnTo>
                      <a:pt x="42" y="112"/>
                    </a:lnTo>
                    <a:lnTo>
                      <a:pt x="46" y="112"/>
                    </a:lnTo>
                    <a:lnTo>
                      <a:pt x="46" y="116"/>
                    </a:lnTo>
                    <a:lnTo>
                      <a:pt x="46" y="116"/>
                    </a:lnTo>
                    <a:lnTo>
                      <a:pt x="46" y="116"/>
                    </a:lnTo>
                    <a:close/>
                    <a:moveTo>
                      <a:pt x="42" y="122"/>
                    </a:moveTo>
                    <a:lnTo>
                      <a:pt x="42" y="120"/>
                    </a:lnTo>
                    <a:lnTo>
                      <a:pt x="42" y="116"/>
                    </a:lnTo>
                    <a:lnTo>
                      <a:pt x="46" y="120"/>
                    </a:lnTo>
                    <a:lnTo>
                      <a:pt x="46" y="122"/>
                    </a:lnTo>
                    <a:lnTo>
                      <a:pt x="42" y="122"/>
                    </a:lnTo>
                    <a:lnTo>
                      <a:pt x="42" y="122"/>
                    </a:lnTo>
                    <a:lnTo>
                      <a:pt x="42" y="122"/>
                    </a:lnTo>
                    <a:close/>
                    <a:moveTo>
                      <a:pt x="22" y="152"/>
                    </a:moveTo>
                    <a:lnTo>
                      <a:pt x="20" y="150"/>
                    </a:lnTo>
                    <a:lnTo>
                      <a:pt x="20" y="146"/>
                    </a:lnTo>
                    <a:lnTo>
                      <a:pt x="16" y="146"/>
                    </a:lnTo>
                    <a:lnTo>
                      <a:pt x="16" y="150"/>
                    </a:lnTo>
                    <a:lnTo>
                      <a:pt x="12" y="150"/>
                    </a:lnTo>
                    <a:lnTo>
                      <a:pt x="8" y="150"/>
                    </a:lnTo>
                    <a:lnTo>
                      <a:pt x="4" y="150"/>
                    </a:lnTo>
                    <a:lnTo>
                      <a:pt x="4" y="146"/>
                    </a:lnTo>
                    <a:lnTo>
                      <a:pt x="0" y="146"/>
                    </a:lnTo>
                    <a:lnTo>
                      <a:pt x="0" y="142"/>
                    </a:lnTo>
                    <a:lnTo>
                      <a:pt x="4" y="142"/>
                    </a:lnTo>
                    <a:lnTo>
                      <a:pt x="8" y="142"/>
                    </a:lnTo>
                    <a:lnTo>
                      <a:pt x="4" y="138"/>
                    </a:lnTo>
                    <a:lnTo>
                      <a:pt x="8" y="138"/>
                    </a:lnTo>
                    <a:lnTo>
                      <a:pt x="12" y="134"/>
                    </a:lnTo>
                    <a:lnTo>
                      <a:pt x="12" y="130"/>
                    </a:lnTo>
                    <a:lnTo>
                      <a:pt x="16" y="130"/>
                    </a:lnTo>
                    <a:lnTo>
                      <a:pt x="20" y="126"/>
                    </a:lnTo>
                    <a:lnTo>
                      <a:pt x="22" y="126"/>
                    </a:lnTo>
                    <a:lnTo>
                      <a:pt x="26" y="126"/>
                    </a:lnTo>
                    <a:lnTo>
                      <a:pt x="30" y="126"/>
                    </a:lnTo>
                    <a:lnTo>
                      <a:pt x="30" y="130"/>
                    </a:lnTo>
                    <a:lnTo>
                      <a:pt x="34" y="134"/>
                    </a:lnTo>
                    <a:lnTo>
                      <a:pt x="34" y="138"/>
                    </a:lnTo>
                    <a:lnTo>
                      <a:pt x="34" y="142"/>
                    </a:lnTo>
                    <a:lnTo>
                      <a:pt x="34" y="138"/>
                    </a:lnTo>
                    <a:lnTo>
                      <a:pt x="38" y="138"/>
                    </a:lnTo>
                    <a:lnTo>
                      <a:pt x="38" y="142"/>
                    </a:lnTo>
                    <a:lnTo>
                      <a:pt x="38" y="146"/>
                    </a:lnTo>
                    <a:lnTo>
                      <a:pt x="38" y="142"/>
                    </a:lnTo>
                    <a:lnTo>
                      <a:pt x="34" y="142"/>
                    </a:lnTo>
                    <a:lnTo>
                      <a:pt x="38" y="142"/>
                    </a:lnTo>
                    <a:lnTo>
                      <a:pt x="38" y="146"/>
                    </a:lnTo>
                    <a:lnTo>
                      <a:pt x="38" y="150"/>
                    </a:lnTo>
                    <a:lnTo>
                      <a:pt x="34" y="150"/>
                    </a:lnTo>
                    <a:lnTo>
                      <a:pt x="34" y="152"/>
                    </a:lnTo>
                    <a:lnTo>
                      <a:pt x="30" y="152"/>
                    </a:lnTo>
                    <a:lnTo>
                      <a:pt x="26" y="150"/>
                    </a:lnTo>
                    <a:lnTo>
                      <a:pt x="26" y="152"/>
                    </a:lnTo>
                    <a:lnTo>
                      <a:pt x="22" y="152"/>
                    </a:lnTo>
                    <a:lnTo>
                      <a:pt x="22" y="152"/>
                    </a:lnTo>
                    <a:lnTo>
                      <a:pt x="22" y="152"/>
                    </a:lnTo>
                    <a:close/>
                    <a:moveTo>
                      <a:pt x="52" y="172"/>
                    </a:moveTo>
                    <a:lnTo>
                      <a:pt x="52" y="168"/>
                    </a:lnTo>
                    <a:lnTo>
                      <a:pt x="52" y="164"/>
                    </a:lnTo>
                    <a:lnTo>
                      <a:pt x="56" y="164"/>
                    </a:lnTo>
                    <a:lnTo>
                      <a:pt x="56" y="168"/>
                    </a:lnTo>
                    <a:lnTo>
                      <a:pt x="60" y="168"/>
                    </a:lnTo>
                    <a:lnTo>
                      <a:pt x="56" y="168"/>
                    </a:lnTo>
                    <a:lnTo>
                      <a:pt x="56" y="172"/>
                    </a:lnTo>
                    <a:lnTo>
                      <a:pt x="52" y="172"/>
                    </a:lnTo>
                    <a:lnTo>
                      <a:pt x="52" y="172"/>
                    </a:lnTo>
                    <a:lnTo>
                      <a:pt x="52" y="172"/>
                    </a:lnTo>
                    <a:close/>
                    <a:moveTo>
                      <a:pt x="128" y="210"/>
                    </a:moveTo>
                    <a:lnTo>
                      <a:pt x="132" y="210"/>
                    </a:lnTo>
                    <a:lnTo>
                      <a:pt x="128" y="210"/>
                    </a:lnTo>
                    <a:lnTo>
                      <a:pt x="128" y="210"/>
                    </a:lnTo>
                    <a:lnTo>
                      <a:pt x="128" y="210"/>
                    </a:lnTo>
                    <a:close/>
                    <a:moveTo>
                      <a:pt x="98" y="224"/>
                    </a:moveTo>
                    <a:lnTo>
                      <a:pt x="94" y="224"/>
                    </a:lnTo>
                    <a:lnTo>
                      <a:pt x="98" y="220"/>
                    </a:lnTo>
                    <a:lnTo>
                      <a:pt x="102" y="224"/>
                    </a:lnTo>
                    <a:lnTo>
                      <a:pt x="98" y="224"/>
                    </a:lnTo>
                    <a:lnTo>
                      <a:pt x="98" y="224"/>
                    </a:lnTo>
                    <a:lnTo>
                      <a:pt x="98" y="2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3" name="Freeform 127"/>
              <p:cNvSpPr>
                <a:spLocks/>
              </p:cNvSpPr>
              <p:nvPr/>
            </p:nvSpPr>
            <p:spPr bwMode="gray">
              <a:xfrm>
                <a:off x="4584285" y="3375259"/>
                <a:ext cx="507865" cy="577431"/>
              </a:xfrm>
              <a:custGeom>
                <a:avLst/>
                <a:gdLst>
                  <a:gd name="T0" fmla="*/ 202 w 292"/>
                  <a:gd name="T1" fmla="*/ 10 h 332"/>
                  <a:gd name="T2" fmla="*/ 214 w 292"/>
                  <a:gd name="T3" fmla="*/ 4 h 332"/>
                  <a:gd name="T4" fmla="*/ 224 w 292"/>
                  <a:gd name="T5" fmla="*/ 4 h 332"/>
                  <a:gd name="T6" fmla="*/ 228 w 292"/>
                  <a:gd name="T7" fmla="*/ 4 h 332"/>
                  <a:gd name="T8" fmla="*/ 236 w 292"/>
                  <a:gd name="T9" fmla="*/ 8 h 332"/>
                  <a:gd name="T10" fmla="*/ 246 w 292"/>
                  <a:gd name="T11" fmla="*/ 8 h 332"/>
                  <a:gd name="T12" fmla="*/ 240 w 292"/>
                  <a:gd name="T13" fmla="*/ 10 h 332"/>
                  <a:gd name="T14" fmla="*/ 244 w 292"/>
                  <a:gd name="T15" fmla="*/ 26 h 332"/>
                  <a:gd name="T16" fmla="*/ 240 w 292"/>
                  <a:gd name="T17" fmla="*/ 44 h 332"/>
                  <a:gd name="T18" fmla="*/ 232 w 292"/>
                  <a:gd name="T19" fmla="*/ 56 h 332"/>
                  <a:gd name="T20" fmla="*/ 232 w 292"/>
                  <a:gd name="T21" fmla="*/ 66 h 332"/>
                  <a:gd name="T22" fmla="*/ 240 w 292"/>
                  <a:gd name="T23" fmla="*/ 78 h 332"/>
                  <a:gd name="T24" fmla="*/ 246 w 292"/>
                  <a:gd name="T25" fmla="*/ 90 h 332"/>
                  <a:gd name="T26" fmla="*/ 254 w 292"/>
                  <a:gd name="T27" fmla="*/ 112 h 332"/>
                  <a:gd name="T28" fmla="*/ 258 w 292"/>
                  <a:gd name="T29" fmla="*/ 130 h 332"/>
                  <a:gd name="T30" fmla="*/ 262 w 292"/>
                  <a:gd name="T31" fmla="*/ 142 h 332"/>
                  <a:gd name="T32" fmla="*/ 262 w 292"/>
                  <a:gd name="T33" fmla="*/ 160 h 332"/>
                  <a:gd name="T34" fmla="*/ 262 w 292"/>
                  <a:gd name="T35" fmla="*/ 180 h 332"/>
                  <a:gd name="T36" fmla="*/ 266 w 292"/>
                  <a:gd name="T37" fmla="*/ 194 h 332"/>
                  <a:gd name="T38" fmla="*/ 266 w 292"/>
                  <a:gd name="T39" fmla="*/ 216 h 332"/>
                  <a:gd name="T40" fmla="*/ 270 w 292"/>
                  <a:gd name="T41" fmla="*/ 232 h 332"/>
                  <a:gd name="T42" fmla="*/ 284 w 292"/>
                  <a:gd name="T43" fmla="*/ 236 h 332"/>
                  <a:gd name="T44" fmla="*/ 288 w 292"/>
                  <a:gd name="T45" fmla="*/ 254 h 332"/>
                  <a:gd name="T46" fmla="*/ 270 w 292"/>
                  <a:gd name="T47" fmla="*/ 270 h 332"/>
                  <a:gd name="T48" fmla="*/ 246 w 292"/>
                  <a:gd name="T49" fmla="*/ 284 h 332"/>
                  <a:gd name="T50" fmla="*/ 228 w 292"/>
                  <a:gd name="T51" fmla="*/ 300 h 332"/>
                  <a:gd name="T52" fmla="*/ 210 w 292"/>
                  <a:gd name="T53" fmla="*/ 320 h 332"/>
                  <a:gd name="T54" fmla="*/ 188 w 292"/>
                  <a:gd name="T55" fmla="*/ 328 h 332"/>
                  <a:gd name="T56" fmla="*/ 170 w 292"/>
                  <a:gd name="T57" fmla="*/ 328 h 332"/>
                  <a:gd name="T58" fmla="*/ 162 w 292"/>
                  <a:gd name="T59" fmla="*/ 314 h 332"/>
                  <a:gd name="T60" fmla="*/ 150 w 292"/>
                  <a:gd name="T61" fmla="*/ 306 h 332"/>
                  <a:gd name="T62" fmla="*/ 142 w 292"/>
                  <a:gd name="T63" fmla="*/ 300 h 332"/>
                  <a:gd name="T64" fmla="*/ 128 w 292"/>
                  <a:gd name="T65" fmla="*/ 284 h 332"/>
                  <a:gd name="T66" fmla="*/ 106 w 292"/>
                  <a:gd name="T67" fmla="*/ 266 h 332"/>
                  <a:gd name="T68" fmla="*/ 80 w 292"/>
                  <a:gd name="T69" fmla="*/ 242 h 332"/>
                  <a:gd name="T70" fmla="*/ 56 w 292"/>
                  <a:gd name="T71" fmla="*/ 224 h 332"/>
                  <a:gd name="T72" fmla="*/ 34 w 292"/>
                  <a:gd name="T73" fmla="*/ 210 h 332"/>
                  <a:gd name="T74" fmla="*/ 20 w 292"/>
                  <a:gd name="T75" fmla="*/ 198 h 332"/>
                  <a:gd name="T76" fmla="*/ 0 w 292"/>
                  <a:gd name="T77" fmla="*/ 180 h 332"/>
                  <a:gd name="T78" fmla="*/ 4 w 292"/>
                  <a:gd name="T79" fmla="*/ 154 h 332"/>
                  <a:gd name="T80" fmla="*/ 16 w 292"/>
                  <a:gd name="T81" fmla="*/ 146 h 332"/>
                  <a:gd name="T82" fmla="*/ 30 w 292"/>
                  <a:gd name="T83" fmla="*/ 142 h 332"/>
                  <a:gd name="T84" fmla="*/ 42 w 292"/>
                  <a:gd name="T85" fmla="*/ 134 h 332"/>
                  <a:gd name="T86" fmla="*/ 54 w 292"/>
                  <a:gd name="T87" fmla="*/ 126 h 332"/>
                  <a:gd name="T88" fmla="*/ 68 w 292"/>
                  <a:gd name="T89" fmla="*/ 116 h 332"/>
                  <a:gd name="T90" fmla="*/ 68 w 292"/>
                  <a:gd name="T91" fmla="*/ 108 h 332"/>
                  <a:gd name="T92" fmla="*/ 76 w 292"/>
                  <a:gd name="T93" fmla="*/ 100 h 332"/>
                  <a:gd name="T94" fmla="*/ 94 w 292"/>
                  <a:gd name="T95" fmla="*/ 94 h 332"/>
                  <a:gd name="T96" fmla="*/ 110 w 292"/>
                  <a:gd name="T97" fmla="*/ 94 h 332"/>
                  <a:gd name="T98" fmla="*/ 106 w 292"/>
                  <a:gd name="T99" fmla="*/ 86 h 332"/>
                  <a:gd name="T100" fmla="*/ 102 w 292"/>
                  <a:gd name="T101" fmla="*/ 66 h 332"/>
                  <a:gd name="T102" fmla="*/ 98 w 292"/>
                  <a:gd name="T103" fmla="*/ 52 h 332"/>
                  <a:gd name="T104" fmla="*/ 94 w 292"/>
                  <a:gd name="T105" fmla="*/ 40 h 332"/>
                  <a:gd name="T106" fmla="*/ 106 w 292"/>
                  <a:gd name="T107" fmla="*/ 34 h 332"/>
                  <a:gd name="T108" fmla="*/ 120 w 292"/>
                  <a:gd name="T109" fmla="*/ 22 h 332"/>
                  <a:gd name="T110" fmla="*/ 132 w 292"/>
                  <a:gd name="T111" fmla="*/ 18 h 332"/>
                  <a:gd name="T112" fmla="*/ 142 w 292"/>
                  <a:gd name="T113" fmla="*/ 10 h 332"/>
                  <a:gd name="T114" fmla="*/ 162 w 292"/>
                  <a:gd name="T115" fmla="*/ 10 h 332"/>
                  <a:gd name="T116" fmla="*/ 176 w 292"/>
                  <a:gd name="T117" fmla="*/ 8 h 332"/>
                  <a:gd name="T118" fmla="*/ 188 w 292"/>
                  <a:gd name="T119" fmla="*/ 4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92" h="332">
                    <a:moveTo>
                      <a:pt x="188" y="4"/>
                    </a:moveTo>
                    <a:lnTo>
                      <a:pt x="192" y="4"/>
                    </a:lnTo>
                    <a:lnTo>
                      <a:pt x="194" y="8"/>
                    </a:lnTo>
                    <a:lnTo>
                      <a:pt x="198" y="10"/>
                    </a:lnTo>
                    <a:lnTo>
                      <a:pt x="202" y="10"/>
                    </a:lnTo>
                    <a:lnTo>
                      <a:pt x="202" y="8"/>
                    </a:lnTo>
                    <a:lnTo>
                      <a:pt x="206" y="8"/>
                    </a:lnTo>
                    <a:lnTo>
                      <a:pt x="210" y="8"/>
                    </a:lnTo>
                    <a:lnTo>
                      <a:pt x="210" y="4"/>
                    </a:lnTo>
                    <a:lnTo>
                      <a:pt x="214" y="4"/>
                    </a:lnTo>
                    <a:lnTo>
                      <a:pt x="214" y="0"/>
                    </a:lnTo>
                    <a:lnTo>
                      <a:pt x="216" y="0"/>
                    </a:lnTo>
                    <a:lnTo>
                      <a:pt x="216" y="4"/>
                    </a:lnTo>
                    <a:lnTo>
                      <a:pt x="220" y="4"/>
                    </a:lnTo>
                    <a:lnTo>
                      <a:pt x="224" y="4"/>
                    </a:lnTo>
                    <a:lnTo>
                      <a:pt x="228" y="4"/>
                    </a:lnTo>
                    <a:lnTo>
                      <a:pt x="224" y="4"/>
                    </a:lnTo>
                    <a:lnTo>
                      <a:pt x="224" y="0"/>
                    </a:lnTo>
                    <a:lnTo>
                      <a:pt x="228" y="0"/>
                    </a:lnTo>
                    <a:lnTo>
                      <a:pt x="228" y="4"/>
                    </a:lnTo>
                    <a:lnTo>
                      <a:pt x="228" y="0"/>
                    </a:lnTo>
                    <a:lnTo>
                      <a:pt x="228" y="4"/>
                    </a:lnTo>
                    <a:lnTo>
                      <a:pt x="232" y="4"/>
                    </a:lnTo>
                    <a:lnTo>
                      <a:pt x="236" y="4"/>
                    </a:lnTo>
                    <a:lnTo>
                      <a:pt x="236" y="8"/>
                    </a:lnTo>
                    <a:lnTo>
                      <a:pt x="240" y="8"/>
                    </a:lnTo>
                    <a:lnTo>
                      <a:pt x="240" y="4"/>
                    </a:lnTo>
                    <a:lnTo>
                      <a:pt x="244" y="4"/>
                    </a:lnTo>
                    <a:lnTo>
                      <a:pt x="246" y="4"/>
                    </a:lnTo>
                    <a:lnTo>
                      <a:pt x="246" y="8"/>
                    </a:lnTo>
                    <a:lnTo>
                      <a:pt x="244" y="8"/>
                    </a:lnTo>
                    <a:lnTo>
                      <a:pt x="244" y="10"/>
                    </a:lnTo>
                    <a:lnTo>
                      <a:pt x="240" y="10"/>
                    </a:lnTo>
                    <a:lnTo>
                      <a:pt x="240" y="14"/>
                    </a:lnTo>
                    <a:lnTo>
                      <a:pt x="240" y="10"/>
                    </a:lnTo>
                    <a:lnTo>
                      <a:pt x="244" y="14"/>
                    </a:lnTo>
                    <a:lnTo>
                      <a:pt x="244" y="18"/>
                    </a:lnTo>
                    <a:lnTo>
                      <a:pt x="240" y="22"/>
                    </a:lnTo>
                    <a:lnTo>
                      <a:pt x="240" y="26"/>
                    </a:lnTo>
                    <a:lnTo>
                      <a:pt x="244" y="26"/>
                    </a:lnTo>
                    <a:lnTo>
                      <a:pt x="244" y="30"/>
                    </a:lnTo>
                    <a:lnTo>
                      <a:pt x="244" y="34"/>
                    </a:lnTo>
                    <a:lnTo>
                      <a:pt x="244" y="38"/>
                    </a:lnTo>
                    <a:lnTo>
                      <a:pt x="240" y="40"/>
                    </a:lnTo>
                    <a:lnTo>
                      <a:pt x="240" y="44"/>
                    </a:lnTo>
                    <a:lnTo>
                      <a:pt x="240" y="48"/>
                    </a:lnTo>
                    <a:lnTo>
                      <a:pt x="236" y="48"/>
                    </a:lnTo>
                    <a:lnTo>
                      <a:pt x="236" y="52"/>
                    </a:lnTo>
                    <a:lnTo>
                      <a:pt x="236" y="56"/>
                    </a:lnTo>
                    <a:lnTo>
                      <a:pt x="232" y="56"/>
                    </a:lnTo>
                    <a:lnTo>
                      <a:pt x="232" y="60"/>
                    </a:lnTo>
                    <a:lnTo>
                      <a:pt x="228" y="60"/>
                    </a:lnTo>
                    <a:lnTo>
                      <a:pt x="228" y="64"/>
                    </a:lnTo>
                    <a:lnTo>
                      <a:pt x="232" y="64"/>
                    </a:lnTo>
                    <a:lnTo>
                      <a:pt x="232" y="66"/>
                    </a:lnTo>
                    <a:lnTo>
                      <a:pt x="232" y="70"/>
                    </a:lnTo>
                    <a:lnTo>
                      <a:pt x="232" y="74"/>
                    </a:lnTo>
                    <a:lnTo>
                      <a:pt x="236" y="74"/>
                    </a:lnTo>
                    <a:lnTo>
                      <a:pt x="240" y="74"/>
                    </a:lnTo>
                    <a:lnTo>
                      <a:pt x="240" y="78"/>
                    </a:lnTo>
                    <a:lnTo>
                      <a:pt x="240" y="82"/>
                    </a:lnTo>
                    <a:lnTo>
                      <a:pt x="244" y="82"/>
                    </a:lnTo>
                    <a:lnTo>
                      <a:pt x="244" y="86"/>
                    </a:lnTo>
                    <a:lnTo>
                      <a:pt x="244" y="90"/>
                    </a:lnTo>
                    <a:lnTo>
                      <a:pt x="246" y="90"/>
                    </a:lnTo>
                    <a:lnTo>
                      <a:pt x="250" y="94"/>
                    </a:lnTo>
                    <a:lnTo>
                      <a:pt x="250" y="96"/>
                    </a:lnTo>
                    <a:lnTo>
                      <a:pt x="254" y="96"/>
                    </a:lnTo>
                    <a:lnTo>
                      <a:pt x="254" y="104"/>
                    </a:lnTo>
                    <a:lnTo>
                      <a:pt x="254" y="112"/>
                    </a:lnTo>
                    <a:lnTo>
                      <a:pt x="254" y="116"/>
                    </a:lnTo>
                    <a:lnTo>
                      <a:pt x="258" y="120"/>
                    </a:lnTo>
                    <a:lnTo>
                      <a:pt x="258" y="124"/>
                    </a:lnTo>
                    <a:lnTo>
                      <a:pt x="258" y="126"/>
                    </a:lnTo>
                    <a:lnTo>
                      <a:pt x="258" y="130"/>
                    </a:lnTo>
                    <a:lnTo>
                      <a:pt x="254" y="130"/>
                    </a:lnTo>
                    <a:lnTo>
                      <a:pt x="258" y="134"/>
                    </a:lnTo>
                    <a:lnTo>
                      <a:pt x="258" y="138"/>
                    </a:lnTo>
                    <a:lnTo>
                      <a:pt x="262" y="138"/>
                    </a:lnTo>
                    <a:lnTo>
                      <a:pt x="262" y="142"/>
                    </a:lnTo>
                    <a:lnTo>
                      <a:pt x="262" y="146"/>
                    </a:lnTo>
                    <a:lnTo>
                      <a:pt x="262" y="150"/>
                    </a:lnTo>
                    <a:lnTo>
                      <a:pt x="262" y="154"/>
                    </a:lnTo>
                    <a:lnTo>
                      <a:pt x="262" y="156"/>
                    </a:lnTo>
                    <a:lnTo>
                      <a:pt x="262" y="160"/>
                    </a:lnTo>
                    <a:lnTo>
                      <a:pt x="262" y="164"/>
                    </a:lnTo>
                    <a:lnTo>
                      <a:pt x="262" y="168"/>
                    </a:lnTo>
                    <a:lnTo>
                      <a:pt x="266" y="172"/>
                    </a:lnTo>
                    <a:lnTo>
                      <a:pt x="266" y="176"/>
                    </a:lnTo>
                    <a:lnTo>
                      <a:pt x="262" y="180"/>
                    </a:lnTo>
                    <a:lnTo>
                      <a:pt x="262" y="182"/>
                    </a:lnTo>
                    <a:lnTo>
                      <a:pt x="262" y="186"/>
                    </a:lnTo>
                    <a:lnTo>
                      <a:pt x="262" y="190"/>
                    </a:lnTo>
                    <a:lnTo>
                      <a:pt x="266" y="190"/>
                    </a:lnTo>
                    <a:lnTo>
                      <a:pt x="266" y="194"/>
                    </a:lnTo>
                    <a:lnTo>
                      <a:pt x="262" y="198"/>
                    </a:lnTo>
                    <a:lnTo>
                      <a:pt x="258" y="202"/>
                    </a:lnTo>
                    <a:lnTo>
                      <a:pt x="258" y="206"/>
                    </a:lnTo>
                    <a:lnTo>
                      <a:pt x="262" y="212"/>
                    </a:lnTo>
                    <a:lnTo>
                      <a:pt x="266" y="216"/>
                    </a:lnTo>
                    <a:lnTo>
                      <a:pt x="266" y="220"/>
                    </a:lnTo>
                    <a:lnTo>
                      <a:pt x="266" y="224"/>
                    </a:lnTo>
                    <a:lnTo>
                      <a:pt x="266" y="228"/>
                    </a:lnTo>
                    <a:lnTo>
                      <a:pt x="270" y="228"/>
                    </a:lnTo>
                    <a:lnTo>
                      <a:pt x="270" y="232"/>
                    </a:lnTo>
                    <a:lnTo>
                      <a:pt x="272" y="236"/>
                    </a:lnTo>
                    <a:lnTo>
                      <a:pt x="272" y="232"/>
                    </a:lnTo>
                    <a:lnTo>
                      <a:pt x="276" y="232"/>
                    </a:lnTo>
                    <a:lnTo>
                      <a:pt x="280" y="236"/>
                    </a:lnTo>
                    <a:lnTo>
                      <a:pt x="284" y="236"/>
                    </a:lnTo>
                    <a:lnTo>
                      <a:pt x="288" y="236"/>
                    </a:lnTo>
                    <a:lnTo>
                      <a:pt x="292" y="242"/>
                    </a:lnTo>
                    <a:lnTo>
                      <a:pt x="292" y="250"/>
                    </a:lnTo>
                    <a:lnTo>
                      <a:pt x="292" y="254"/>
                    </a:lnTo>
                    <a:lnTo>
                      <a:pt x="288" y="254"/>
                    </a:lnTo>
                    <a:lnTo>
                      <a:pt x="280" y="262"/>
                    </a:lnTo>
                    <a:lnTo>
                      <a:pt x="276" y="262"/>
                    </a:lnTo>
                    <a:lnTo>
                      <a:pt x="276" y="266"/>
                    </a:lnTo>
                    <a:lnTo>
                      <a:pt x="272" y="266"/>
                    </a:lnTo>
                    <a:lnTo>
                      <a:pt x="270" y="270"/>
                    </a:lnTo>
                    <a:lnTo>
                      <a:pt x="266" y="270"/>
                    </a:lnTo>
                    <a:lnTo>
                      <a:pt x="262" y="272"/>
                    </a:lnTo>
                    <a:lnTo>
                      <a:pt x="258" y="276"/>
                    </a:lnTo>
                    <a:lnTo>
                      <a:pt x="250" y="280"/>
                    </a:lnTo>
                    <a:lnTo>
                      <a:pt x="246" y="284"/>
                    </a:lnTo>
                    <a:lnTo>
                      <a:pt x="246" y="288"/>
                    </a:lnTo>
                    <a:lnTo>
                      <a:pt x="240" y="292"/>
                    </a:lnTo>
                    <a:lnTo>
                      <a:pt x="236" y="296"/>
                    </a:lnTo>
                    <a:lnTo>
                      <a:pt x="232" y="296"/>
                    </a:lnTo>
                    <a:lnTo>
                      <a:pt x="228" y="300"/>
                    </a:lnTo>
                    <a:lnTo>
                      <a:pt x="220" y="306"/>
                    </a:lnTo>
                    <a:lnTo>
                      <a:pt x="216" y="310"/>
                    </a:lnTo>
                    <a:lnTo>
                      <a:pt x="216" y="314"/>
                    </a:lnTo>
                    <a:lnTo>
                      <a:pt x="214" y="316"/>
                    </a:lnTo>
                    <a:lnTo>
                      <a:pt x="210" y="320"/>
                    </a:lnTo>
                    <a:lnTo>
                      <a:pt x="206" y="324"/>
                    </a:lnTo>
                    <a:lnTo>
                      <a:pt x="202" y="324"/>
                    </a:lnTo>
                    <a:lnTo>
                      <a:pt x="198" y="324"/>
                    </a:lnTo>
                    <a:lnTo>
                      <a:pt x="194" y="324"/>
                    </a:lnTo>
                    <a:lnTo>
                      <a:pt x="188" y="328"/>
                    </a:lnTo>
                    <a:lnTo>
                      <a:pt x="184" y="328"/>
                    </a:lnTo>
                    <a:lnTo>
                      <a:pt x="180" y="328"/>
                    </a:lnTo>
                    <a:lnTo>
                      <a:pt x="176" y="328"/>
                    </a:lnTo>
                    <a:lnTo>
                      <a:pt x="172" y="332"/>
                    </a:lnTo>
                    <a:lnTo>
                      <a:pt x="170" y="328"/>
                    </a:lnTo>
                    <a:lnTo>
                      <a:pt x="170" y="324"/>
                    </a:lnTo>
                    <a:lnTo>
                      <a:pt x="170" y="320"/>
                    </a:lnTo>
                    <a:lnTo>
                      <a:pt x="170" y="316"/>
                    </a:lnTo>
                    <a:lnTo>
                      <a:pt x="166" y="314"/>
                    </a:lnTo>
                    <a:lnTo>
                      <a:pt x="162" y="314"/>
                    </a:lnTo>
                    <a:lnTo>
                      <a:pt x="158" y="314"/>
                    </a:lnTo>
                    <a:lnTo>
                      <a:pt x="158" y="310"/>
                    </a:lnTo>
                    <a:lnTo>
                      <a:pt x="154" y="310"/>
                    </a:lnTo>
                    <a:lnTo>
                      <a:pt x="150" y="310"/>
                    </a:lnTo>
                    <a:lnTo>
                      <a:pt x="150" y="306"/>
                    </a:lnTo>
                    <a:lnTo>
                      <a:pt x="146" y="306"/>
                    </a:lnTo>
                    <a:lnTo>
                      <a:pt x="146" y="302"/>
                    </a:lnTo>
                    <a:lnTo>
                      <a:pt x="142" y="302"/>
                    </a:lnTo>
                    <a:lnTo>
                      <a:pt x="140" y="300"/>
                    </a:lnTo>
                    <a:lnTo>
                      <a:pt x="142" y="300"/>
                    </a:lnTo>
                    <a:lnTo>
                      <a:pt x="142" y="296"/>
                    </a:lnTo>
                    <a:lnTo>
                      <a:pt x="140" y="296"/>
                    </a:lnTo>
                    <a:lnTo>
                      <a:pt x="136" y="292"/>
                    </a:lnTo>
                    <a:lnTo>
                      <a:pt x="132" y="284"/>
                    </a:lnTo>
                    <a:lnTo>
                      <a:pt x="128" y="284"/>
                    </a:lnTo>
                    <a:lnTo>
                      <a:pt x="124" y="280"/>
                    </a:lnTo>
                    <a:lnTo>
                      <a:pt x="116" y="276"/>
                    </a:lnTo>
                    <a:lnTo>
                      <a:pt x="114" y="272"/>
                    </a:lnTo>
                    <a:lnTo>
                      <a:pt x="110" y="270"/>
                    </a:lnTo>
                    <a:lnTo>
                      <a:pt x="106" y="266"/>
                    </a:lnTo>
                    <a:lnTo>
                      <a:pt x="98" y="262"/>
                    </a:lnTo>
                    <a:lnTo>
                      <a:pt x="94" y="258"/>
                    </a:lnTo>
                    <a:lnTo>
                      <a:pt x="90" y="250"/>
                    </a:lnTo>
                    <a:lnTo>
                      <a:pt x="84" y="246"/>
                    </a:lnTo>
                    <a:lnTo>
                      <a:pt x="80" y="242"/>
                    </a:lnTo>
                    <a:lnTo>
                      <a:pt x="76" y="240"/>
                    </a:lnTo>
                    <a:lnTo>
                      <a:pt x="72" y="236"/>
                    </a:lnTo>
                    <a:lnTo>
                      <a:pt x="64" y="232"/>
                    </a:lnTo>
                    <a:lnTo>
                      <a:pt x="60" y="228"/>
                    </a:lnTo>
                    <a:lnTo>
                      <a:pt x="56" y="224"/>
                    </a:lnTo>
                    <a:lnTo>
                      <a:pt x="54" y="224"/>
                    </a:lnTo>
                    <a:lnTo>
                      <a:pt x="50" y="220"/>
                    </a:lnTo>
                    <a:lnTo>
                      <a:pt x="46" y="216"/>
                    </a:lnTo>
                    <a:lnTo>
                      <a:pt x="42" y="212"/>
                    </a:lnTo>
                    <a:lnTo>
                      <a:pt x="34" y="210"/>
                    </a:lnTo>
                    <a:lnTo>
                      <a:pt x="30" y="206"/>
                    </a:lnTo>
                    <a:lnTo>
                      <a:pt x="28" y="202"/>
                    </a:lnTo>
                    <a:lnTo>
                      <a:pt x="24" y="202"/>
                    </a:lnTo>
                    <a:lnTo>
                      <a:pt x="24" y="198"/>
                    </a:lnTo>
                    <a:lnTo>
                      <a:pt x="20" y="198"/>
                    </a:lnTo>
                    <a:lnTo>
                      <a:pt x="16" y="194"/>
                    </a:lnTo>
                    <a:lnTo>
                      <a:pt x="8" y="190"/>
                    </a:lnTo>
                    <a:lnTo>
                      <a:pt x="8" y="186"/>
                    </a:lnTo>
                    <a:lnTo>
                      <a:pt x="0" y="182"/>
                    </a:lnTo>
                    <a:lnTo>
                      <a:pt x="0" y="180"/>
                    </a:lnTo>
                    <a:lnTo>
                      <a:pt x="0" y="176"/>
                    </a:lnTo>
                    <a:lnTo>
                      <a:pt x="0" y="172"/>
                    </a:lnTo>
                    <a:lnTo>
                      <a:pt x="0" y="156"/>
                    </a:lnTo>
                    <a:lnTo>
                      <a:pt x="4" y="156"/>
                    </a:lnTo>
                    <a:lnTo>
                      <a:pt x="4" y="154"/>
                    </a:lnTo>
                    <a:lnTo>
                      <a:pt x="8" y="154"/>
                    </a:lnTo>
                    <a:lnTo>
                      <a:pt x="8" y="150"/>
                    </a:lnTo>
                    <a:lnTo>
                      <a:pt x="12" y="150"/>
                    </a:lnTo>
                    <a:lnTo>
                      <a:pt x="12" y="146"/>
                    </a:lnTo>
                    <a:lnTo>
                      <a:pt x="16" y="146"/>
                    </a:lnTo>
                    <a:lnTo>
                      <a:pt x="20" y="146"/>
                    </a:lnTo>
                    <a:lnTo>
                      <a:pt x="20" y="142"/>
                    </a:lnTo>
                    <a:lnTo>
                      <a:pt x="24" y="142"/>
                    </a:lnTo>
                    <a:lnTo>
                      <a:pt x="28" y="142"/>
                    </a:lnTo>
                    <a:lnTo>
                      <a:pt x="30" y="142"/>
                    </a:lnTo>
                    <a:lnTo>
                      <a:pt x="30" y="138"/>
                    </a:lnTo>
                    <a:lnTo>
                      <a:pt x="34" y="138"/>
                    </a:lnTo>
                    <a:lnTo>
                      <a:pt x="38" y="138"/>
                    </a:lnTo>
                    <a:lnTo>
                      <a:pt x="42" y="138"/>
                    </a:lnTo>
                    <a:lnTo>
                      <a:pt x="42" y="134"/>
                    </a:lnTo>
                    <a:lnTo>
                      <a:pt x="46" y="134"/>
                    </a:lnTo>
                    <a:lnTo>
                      <a:pt x="50" y="134"/>
                    </a:lnTo>
                    <a:lnTo>
                      <a:pt x="50" y="130"/>
                    </a:lnTo>
                    <a:lnTo>
                      <a:pt x="54" y="130"/>
                    </a:lnTo>
                    <a:lnTo>
                      <a:pt x="54" y="126"/>
                    </a:lnTo>
                    <a:lnTo>
                      <a:pt x="54" y="124"/>
                    </a:lnTo>
                    <a:lnTo>
                      <a:pt x="56" y="124"/>
                    </a:lnTo>
                    <a:lnTo>
                      <a:pt x="60" y="124"/>
                    </a:lnTo>
                    <a:lnTo>
                      <a:pt x="64" y="120"/>
                    </a:lnTo>
                    <a:lnTo>
                      <a:pt x="68" y="116"/>
                    </a:lnTo>
                    <a:lnTo>
                      <a:pt x="72" y="116"/>
                    </a:lnTo>
                    <a:lnTo>
                      <a:pt x="72" y="112"/>
                    </a:lnTo>
                    <a:lnTo>
                      <a:pt x="68" y="112"/>
                    </a:lnTo>
                    <a:lnTo>
                      <a:pt x="72" y="108"/>
                    </a:lnTo>
                    <a:lnTo>
                      <a:pt x="68" y="108"/>
                    </a:lnTo>
                    <a:lnTo>
                      <a:pt x="68" y="104"/>
                    </a:lnTo>
                    <a:lnTo>
                      <a:pt x="72" y="100"/>
                    </a:lnTo>
                    <a:lnTo>
                      <a:pt x="72" y="104"/>
                    </a:lnTo>
                    <a:lnTo>
                      <a:pt x="76" y="104"/>
                    </a:lnTo>
                    <a:lnTo>
                      <a:pt x="76" y="100"/>
                    </a:lnTo>
                    <a:lnTo>
                      <a:pt x="80" y="100"/>
                    </a:lnTo>
                    <a:lnTo>
                      <a:pt x="84" y="100"/>
                    </a:lnTo>
                    <a:lnTo>
                      <a:pt x="84" y="96"/>
                    </a:lnTo>
                    <a:lnTo>
                      <a:pt x="90" y="94"/>
                    </a:lnTo>
                    <a:lnTo>
                      <a:pt x="94" y="94"/>
                    </a:lnTo>
                    <a:lnTo>
                      <a:pt x="98" y="94"/>
                    </a:lnTo>
                    <a:lnTo>
                      <a:pt x="102" y="94"/>
                    </a:lnTo>
                    <a:lnTo>
                      <a:pt x="106" y="94"/>
                    </a:lnTo>
                    <a:lnTo>
                      <a:pt x="106" y="96"/>
                    </a:lnTo>
                    <a:lnTo>
                      <a:pt x="110" y="94"/>
                    </a:lnTo>
                    <a:lnTo>
                      <a:pt x="106" y="94"/>
                    </a:lnTo>
                    <a:lnTo>
                      <a:pt x="106" y="90"/>
                    </a:lnTo>
                    <a:lnTo>
                      <a:pt x="110" y="90"/>
                    </a:lnTo>
                    <a:lnTo>
                      <a:pt x="110" y="86"/>
                    </a:lnTo>
                    <a:lnTo>
                      <a:pt x="106" y="86"/>
                    </a:lnTo>
                    <a:lnTo>
                      <a:pt x="106" y="82"/>
                    </a:lnTo>
                    <a:lnTo>
                      <a:pt x="102" y="78"/>
                    </a:lnTo>
                    <a:lnTo>
                      <a:pt x="102" y="74"/>
                    </a:lnTo>
                    <a:lnTo>
                      <a:pt x="102" y="70"/>
                    </a:lnTo>
                    <a:lnTo>
                      <a:pt x="102" y="66"/>
                    </a:lnTo>
                    <a:lnTo>
                      <a:pt x="98" y="64"/>
                    </a:lnTo>
                    <a:lnTo>
                      <a:pt x="102" y="64"/>
                    </a:lnTo>
                    <a:lnTo>
                      <a:pt x="102" y="60"/>
                    </a:lnTo>
                    <a:lnTo>
                      <a:pt x="98" y="56"/>
                    </a:lnTo>
                    <a:lnTo>
                      <a:pt x="98" y="52"/>
                    </a:lnTo>
                    <a:lnTo>
                      <a:pt x="102" y="52"/>
                    </a:lnTo>
                    <a:lnTo>
                      <a:pt x="98" y="52"/>
                    </a:lnTo>
                    <a:lnTo>
                      <a:pt x="98" y="48"/>
                    </a:lnTo>
                    <a:lnTo>
                      <a:pt x="98" y="44"/>
                    </a:lnTo>
                    <a:lnTo>
                      <a:pt x="94" y="40"/>
                    </a:lnTo>
                    <a:lnTo>
                      <a:pt x="98" y="40"/>
                    </a:lnTo>
                    <a:lnTo>
                      <a:pt x="98" y="38"/>
                    </a:lnTo>
                    <a:lnTo>
                      <a:pt x="102" y="38"/>
                    </a:lnTo>
                    <a:lnTo>
                      <a:pt x="102" y="34"/>
                    </a:lnTo>
                    <a:lnTo>
                      <a:pt x="106" y="34"/>
                    </a:lnTo>
                    <a:lnTo>
                      <a:pt x="106" y="30"/>
                    </a:lnTo>
                    <a:lnTo>
                      <a:pt x="110" y="30"/>
                    </a:lnTo>
                    <a:lnTo>
                      <a:pt x="114" y="26"/>
                    </a:lnTo>
                    <a:lnTo>
                      <a:pt x="116" y="26"/>
                    </a:lnTo>
                    <a:lnTo>
                      <a:pt x="120" y="22"/>
                    </a:lnTo>
                    <a:lnTo>
                      <a:pt x="120" y="26"/>
                    </a:lnTo>
                    <a:lnTo>
                      <a:pt x="124" y="26"/>
                    </a:lnTo>
                    <a:lnTo>
                      <a:pt x="124" y="22"/>
                    </a:lnTo>
                    <a:lnTo>
                      <a:pt x="128" y="18"/>
                    </a:lnTo>
                    <a:lnTo>
                      <a:pt x="132" y="18"/>
                    </a:lnTo>
                    <a:lnTo>
                      <a:pt x="132" y="14"/>
                    </a:lnTo>
                    <a:lnTo>
                      <a:pt x="136" y="14"/>
                    </a:lnTo>
                    <a:lnTo>
                      <a:pt x="140" y="14"/>
                    </a:lnTo>
                    <a:lnTo>
                      <a:pt x="140" y="10"/>
                    </a:lnTo>
                    <a:lnTo>
                      <a:pt x="142" y="10"/>
                    </a:lnTo>
                    <a:lnTo>
                      <a:pt x="146" y="10"/>
                    </a:lnTo>
                    <a:lnTo>
                      <a:pt x="150" y="10"/>
                    </a:lnTo>
                    <a:lnTo>
                      <a:pt x="154" y="10"/>
                    </a:lnTo>
                    <a:lnTo>
                      <a:pt x="158" y="10"/>
                    </a:lnTo>
                    <a:lnTo>
                      <a:pt x="162" y="10"/>
                    </a:lnTo>
                    <a:lnTo>
                      <a:pt x="166" y="10"/>
                    </a:lnTo>
                    <a:lnTo>
                      <a:pt x="166" y="8"/>
                    </a:lnTo>
                    <a:lnTo>
                      <a:pt x="170" y="8"/>
                    </a:lnTo>
                    <a:lnTo>
                      <a:pt x="172" y="8"/>
                    </a:lnTo>
                    <a:lnTo>
                      <a:pt x="176" y="8"/>
                    </a:lnTo>
                    <a:lnTo>
                      <a:pt x="176" y="4"/>
                    </a:lnTo>
                    <a:lnTo>
                      <a:pt x="180" y="4"/>
                    </a:lnTo>
                    <a:lnTo>
                      <a:pt x="184" y="4"/>
                    </a:lnTo>
                    <a:lnTo>
                      <a:pt x="188" y="4"/>
                    </a:lnTo>
                    <a:lnTo>
                      <a:pt x="188" y="4"/>
                    </a:lnTo>
                    <a:lnTo>
                      <a:pt x="18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4" name="Freeform 128"/>
              <p:cNvSpPr>
                <a:spLocks noEditPoints="1"/>
              </p:cNvSpPr>
              <p:nvPr/>
            </p:nvSpPr>
            <p:spPr bwMode="gray">
              <a:xfrm>
                <a:off x="5092150" y="4651871"/>
                <a:ext cx="299153" cy="410463"/>
              </a:xfrm>
              <a:custGeom>
                <a:avLst/>
                <a:gdLst>
                  <a:gd name="T0" fmla="*/ 10 w 172"/>
                  <a:gd name="T1" fmla="*/ 12 h 236"/>
                  <a:gd name="T2" fmla="*/ 4 w 172"/>
                  <a:gd name="T3" fmla="*/ 22 h 236"/>
                  <a:gd name="T4" fmla="*/ 4 w 172"/>
                  <a:gd name="T5" fmla="*/ 8 h 236"/>
                  <a:gd name="T6" fmla="*/ 14 w 172"/>
                  <a:gd name="T7" fmla="*/ 0 h 236"/>
                  <a:gd name="T8" fmla="*/ 18 w 172"/>
                  <a:gd name="T9" fmla="*/ 4 h 236"/>
                  <a:gd name="T10" fmla="*/ 152 w 172"/>
                  <a:gd name="T11" fmla="*/ 232 h 236"/>
                  <a:gd name="T12" fmla="*/ 134 w 172"/>
                  <a:gd name="T13" fmla="*/ 232 h 236"/>
                  <a:gd name="T14" fmla="*/ 122 w 172"/>
                  <a:gd name="T15" fmla="*/ 232 h 236"/>
                  <a:gd name="T16" fmla="*/ 108 w 172"/>
                  <a:gd name="T17" fmla="*/ 232 h 236"/>
                  <a:gd name="T18" fmla="*/ 96 w 172"/>
                  <a:gd name="T19" fmla="*/ 228 h 236"/>
                  <a:gd name="T20" fmla="*/ 82 w 172"/>
                  <a:gd name="T21" fmla="*/ 224 h 236"/>
                  <a:gd name="T22" fmla="*/ 52 w 172"/>
                  <a:gd name="T23" fmla="*/ 224 h 236"/>
                  <a:gd name="T24" fmla="*/ 34 w 172"/>
                  <a:gd name="T25" fmla="*/ 224 h 236"/>
                  <a:gd name="T26" fmla="*/ 22 w 172"/>
                  <a:gd name="T27" fmla="*/ 216 h 236"/>
                  <a:gd name="T28" fmla="*/ 8 w 172"/>
                  <a:gd name="T29" fmla="*/ 220 h 236"/>
                  <a:gd name="T30" fmla="*/ 0 w 172"/>
                  <a:gd name="T31" fmla="*/ 212 h 236"/>
                  <a:gd name="T32" fmla="*/ 0 w 172"/>
                  <a:gd name="T33" fmla="*/ 198 h 236"/>
                  <a:gd name="T34" fmla="*/ 4 w 172"/>
                  <a:gd name="T35" fmla="*/ 182 h 236"/>
                  <a:gd name="T36" fmla="*/ 8 w 172"/>
                  <a:gd name="T37" fmla="*/ 168 h 236"/>
                  <a:gd name="T38" fmla="*/ 8 w 172"/>
                  <a:gd name="T39" fmla="*/ 154 h 236"/>
                  <a:gd name="T40" fmla="*/ 14 w 172"/>
                  <a:gd name="T41" fmla="*/ 146 h 236"/>
                  <a:gd name="T42" fmla="*/ 18 w 172"/>
                  <a:gd name="T43" fmla="*/ 142 h 236"/>
                  <a:gd name="T44" fmla="*/ 26 w 172"/>
                  <a:gd name="T45" fmla="*/ 130 h 236"/>
                  <a:gd name="T46" fmla="*/ 26 w 172"/>
                  <a:gd name="T47" fmla="*/ 116 h 236"/>
                  <a:gd name="T48" fmla="*/ 22 w 172"/>
                  <a:gd name="T49" fmla="*/ 100 h 236"/>
                  <a:gd name="T50" fmla="*/ 18 w 172"/>
                  <a:gd name="T51" fmla="*/ 90 h 236"/>
                  <a:gd name="T52" fmla="*/ 18 w 172"/>
                  <a:gd name="T53" fmla="*/ 74 h 236"/>
                  <a:gd name="T54" fmla="*/ 18 w 172"/>
                  <a:gd name="T55" fmla="*/ 74 h 236"/>
                  <a:gd name="T56" fmla="*/ 22 w 172"/>
                  <a:gd name="T57" fmla="*/ 64 h 236"/>
                  <a:gd name="T58" fmla="*/ 14 w 172"/>
                  <a:gd name="T59" fmla="*/ 52 h 236"/>
                  <a:gd name="T60" fmla="*/ 10 w 172"/>
                  <a:gd name="T61" fmla="*/ 42 h 236"/>
                  <a:gd name="T62" fmla="*/ 4 w 172"/>
                  <a:gd name="T63" fmla="*/ 26 h 236"/>
                  <a:gd name="T64" fmla="*/ 14 w 172"/>
                  <a:gd name="T65" fmla="*/ 22 h 236"/>
                  <a:gd name="T66" fmla="*/ 22 w 172"/>
                  <a:gd name="T67" fmla="*/ 22 h 236"/>
                  <a:gd name="T68" fmla="*/ 34 w 172"/>
                  <a:gd name="T69" fmla="*/ 26 h 236"/>
                  <a:gd name="T70" fmla="*/ 56 w 172"/>
                  <a:gd name="T71" fmla="*/ 22 h 236"/>
                  <a:gd name="T72" fmla="*/ 66 w 172"/>
                  <a:gd name="T73" fmla="*/ 26 h 236"/>
                  <a:gd name="T74" fmla="*/ 70 w 172"/>
                  <a:gd name="T75" fmla="*/ 42 h 236"/>
                  <a:gd name="T76" fmla="*/ 74 w 172"/>
                  <a:gd name="T77" fmla="*/ 52 h 236"/>
                  <a:gd name="T78" fmla="*/ 82 w 172"/>
                  <a:gd name="T79" fmla="*/ 64 h 236"/>
                  <a:gd name="T80" fmla="*/ 90 w 172"/>
                  <a:gd name="T81" fmla="*/ 60 h 236"/>
                  <a:gd name="T82" fmla="*/ 108 w 172"/>
                  <a:gd name="T83" fmla="*/ 60 h 236"/>
                  <a:gd name="T84" fmla="*/ 108 w 172"/>
                  <a:gd name="T85" fmla="*/ 52 h 236"/>
                  <a:gd name="T86" fmla="*/ 120 w 172"/>
                  <a:gd name="T87" fmla="*/ 44 h 236"/>
                  <a:gd name="T88" fmla="*/ 122 w 172"/>
                  <a:gd name="T89" fmla="*/ 48 h 236"/>
                  <a:gd name="T90" fmla="*/ 142 w 172"/>
                  <a:gd name="T91" fmla="*/ 52 h 236"/>
                  <a:gd name="T92" fmla="*/ 142 w 172"/>
                  <a:gd name="T93" fmla="*/ 68 h 236"/>
                  <a:gd name="T94" fmla="*/ 142 w 172"/>
                  <a:gd name="T95" fmla="*/ 82 h 236"/>
                  <a:gd name="T96" fmla="*/ 146 w 172"/>
                  <a:gd name="T97" fmla="*/ 98 h 236"/>
                  <a:gd name="T98" fmla="*/ 146 w 172"/>
                  <a:gd name="T99" fmla="*/ 108 h 236"/>
                  <a:gd name="T100" fmla="*/ 150 w 172"/>
                  <a:gd name="T101" fmla="*/ 112 h 236"/>
                  <a:gd name="T102" fmla="*/ 164 w 172"/>
                  <a:gd name="T103" fmla="*/ 112 h 236"/>
                  <a:gd name="T104" fmla="*/ 172 w 172"/>
                  <a:gd name="T105" fmla="*/ 112 h 236"/>
                  <a:gd name="T106" fmla="*/ 172 w 172"/>
                  <a:gd name="T107" fmla="*/ 126 h 236"/>
                  <a:gd name="T108" fmla="*/ 172 w 172"/>
                  <a:gd name="T109" fmla="*/ 146 h 236"/>
                  <a:gd name="T110" fmla="*/ 156 w 172"/>
                  <a:gd name="T111" fmla="*/ 146 h 236"/>
                  <a:gd name="T112" fmla="*/ 142 w 172"/>
                  <a:gd name="T113" fmla="*/ 160 h 236"/>
                  <a:gd name="T114" fmla="*/ 142 w 172"/>
                  <a:gd name="T115" fmla="*/ 180 h 236"/>
                  <a:gd name="T116" fmla="*/ 146 w 172"/>
                  <a:gd name="T117" fmla="*/ 202 h 236"/>
                  <a:gd name="T118" fmla="*/ 150 w 172"/>
                  <a:gd name="T119" fmla="*/ 212 h 236"/>
                  <a:gd name="T120" fmla="*/ 164 w 172"/>
                  <a:gd name="T121" fmla="*/ 22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2" h="236">
                    <a:moveTo>
                      <a:pt x="18" y="4"/>
                    </a:moveTo>
                    <a:lnTo>
                      <a:pt x="14" y="4"/>
                    </a:lnTo>
                    <a:lnTo>
                      <a:pt x="10" y="8"/>
                    </a:lnTo>
                    <a:lnTo>
                      <a:pt x="10" y="12"/>
                    </a:lnTo>
                    <a:lnTo>
                      <a:pt x="10" y="14"/>
                    </a:lnTo>
                    <a:lnTo>
                      <a:pt x="10" y="22"/>
                    </a:lnTo>
                    <a:lnTo>
                      <a:pt x="8" y="22"/>
                    </a:lnTo>
                    <a:lnTo>
                      <a:pt x="4" y="22"/>
                    </a:lnTo>
                    <a:lnTo>
                      <a:pt x="4" y="18"/>
                    </a:lnTo>
                    <a:lnTo>
                      <a:pt x="4" y="14"/>
                    </a:lnTo>
                    <a:lnTo>
                      <a:pt x="4" y="12"/>
                    </a:lnTo>
                    <a:lnTo>
                      <a:pt x="4" y="8"/>
                    </a:lnTo>
                    <a:lnTo>
                      <a:pt x="4" y="4"/>
                    </a:lnTo>
                    <a:lnTo>
                      <a:pt x="8" y="4"/>
                    </a:lnTo>
                    <a:lnTo>
                      <a:pt x="10" y="0"/>
                    </a:lnTo>
                    <a:lnTo>
                      <a:pt x="14" y="0"/>
                    </a:lnTo>
                    <a:lnTo>
                      <a:pt x="14" y="4"/>
                    </a:lnTo>
                    <a:lnTo>
                      <a:pt x="18" y="4"/>
                    </a:lnTo>
                    <a:lnTo>
                      <a:pt x="18" y="4"/>
                    </a:lnTo>
                    <a:lnTo>
                      <a:pt x="18" y="4"/>
                    </a:lnTo>
                    <a:close/>
                    <a:moveTo>
                      <a:pt x="164" y="228"/>
                    </a:moveTo>
                    <a:lnTo>
                      <a:pt x="160" y="228"/>
                    </a:lnTo>
                    <a:lnTo>
                      <a:pt x="156" y="228"/>
                    </a:lnTo>
                    <a:lnTo>
                      <a:pt x="152" y="232"/>
                    </a:lnTo>
                    <a:lnTo>
                      <a:pt x="150" y="232"/>
                    </a:lnTo>
                    <a:lnTo>
                      <a:pt x="142" y="232"/>
                    </a:lnTo>
                    <a:lnTo>
                      <a:pt x="134" y="236"/>
                    </a:lnTo>
                    <a:lnTo>
                      <a:pt x="134" y="232"/>
                    </a:lnTo>
                    <a:lnTo>
                      <a:pt x="130" y="232"/>
                    </a:lnTo>
                    <a:lnTo>
                      <a:pt x="126" y="236"/>
                    </a:lnTo>
                    <a:lnTo>
                      <a:pt x="122" y="236"/>
                    </a:lnTo>
                    <a:lnTo>
                      <a:pt x="122" y="232"/>
                    </a:lnTo>
                    <a:lnTo>
                      <a:pt x="120" y="232"/>
                    </a:lnTo>
                    <a:lnTo>
                      <a:pt x="116" y="232"/>
                    </a:lnTo>
                    <a:lnTo>
                      <a:pt x="112" y="232"/>
                    </a:lnTo>
                    <a:lnTo>
                      <a:pt x="108" y="232"/>
                    </a:lnTo>
                    <a:lnTo>
                      <a:pt x="104" y="232"/>
                    </a:lnTo>
                    <a:lnTo>
                      <a:pt x="100" y="232"/>
                    </a:lnTo>
                    <a:lnTo>
                      <a:pt x="96" y="232"/>
                    </a:lnTo>
                    <a:lnTo>
                      <a:pt x="96" y="228"/>
                    </a:lnTo>
                    <a:lnTo>
                      <a:pt x="94" y="224"/>
                    </a:lnTo>
                    <a:lnTo>
                      <a:pt x="90" y="224"/>
                    </a:lnTo>
                    <a:lnTo>
                      <a:pt x="86" y="224"/>
                    </a:lnTo>
                    <a:lnTo>
                      <a:pt x="82" y="224"/>
                    </a:lnTo>
                    <a:lnTo>
                      <a:pt x="78" y="224"/>
                    </a:lnTo>
                    <a:lnTo>
                      <a:pt x="66" y="224"/>
                    </a:lnTo>
                    <a:lnTo>
                      <a:pt x="60" y="224"/>
                    </a:lnTo>
                    <a:lnTo>
                      <a:pt x="52" y="224"/>
                    </a:lnTo>
                    <a:lnTo>
                      <a:pt x="44" y="224"/>
                    </a:lnTo>
                    <a:lnTo>
                      <a:pt x="40" y="224"/>
                    </a:lnTo>
                    <a:lnTo>
                      <a:pt x="38" y="224"/>
                    </a:lnTo>
                    <a:lnTo>
                      <a:pt x="34" y="224"/>
                    </a:lnTo>
                    <a:lnTo>
                      <a:pt x="30" y="224"/>
                    </a:lnTo>
                    <a:lnTo>
                      <a:pt x="30" y="220"/>
                    </a:lnTo>
                    <a:lnTo>
                      <a:pt x="26" y="220"/>
                    </a:lnTo>
                    <a:lnTo>
                      <a:pt x="22" y="216"/>
                    </a:lnTo>
                    <a:lnTo>
                      <a:pt x="18" y="216"/>
                    </a:lnTo>
                    <a:lnTo>
                      <a:pt x="14" y="216"/>
                    </a:lnTo>
                    <a:lnTo>
                      <a:pt x="10" y="220"/>
                    </a:lnTo>
                    <a:lnTo>
                      <a:pt x="8" y="220"/>
                    </a:lnTo>
                    <a:lnTo>
                      <a:pt x="4" y="220"/>
                    </a:lnTo>
                    <a:lnTo>
                      <a:pt x="0" y="220"/>
                    </a:lnTo>
                    <a:lnTo>
                      <a:pt x="0" y="216"/>
                    </a:lnTo>
                    <a:lnTo>
                      <a:pt x="0" y="212"/>
                    </a:lnTo>
                    <a:lnTo>
                      <a:pt x="0" y="210"/>
                    </a:lnTo>
                    <a:lnTo>
                      <a:pt x="0" y="206"/>
                    </a:lnTo>
                    <a:lnTo>
                      <a:pt x="0" y="202"/>
                    </a:lnTo>
                    <a:lnTo>
                      <a:pt x="0" y="198"/>
                    </a:lnTo>
                    <a:lnTo>
                      <a:pt x="0" y="194"/>
                    </a:lnTo>
                    <a:lnTo>
                      <a:pt x="4" y="190"/>
                    </a:lnTo>
                    <a:lnTo>
                      <a:pt x="4" y="186"/>
                    </a:lnTo>
                    <a:lnTo>
                      <a:pt x="4" y="182"/>
                    </a:lnTo>
                    <a:lnTo>
                      <a:pt x="4" y="180"/>
                    </a:lnTo>
                    <a:lnTo>
                      <a:pt x="8" y="176"/>
                    </a:lnTo>
                    <a:lnTo>
                      <a:pt x="8" y="172"/>
                    </a:lnTo>
                    <a:lnTo>
                      <a:pt x="8" y="168"/>
                    </a:lnTo>
                    <a:lnTo>
                      <a:pt x="8" y="164"/>
                    </a:lnTo>
                    <a:lnTo>
                      <a:pt x="8" y="160"/>
                    </a:lnTo>
                    <a:lnTo>
                      <a:pt x="10" y="156"/>
                    </a:lnTo>
                    <a:lnTo>
                      <a:pt x="8" y="154"/>
                    </a:lnTo>
                    <a:lnTo>
                      <a:pt x="10" y="154"/>
                    </a:lnTo>
                    <a:lnTo>
                      <a:pt x="10" y="150"/>
                    </a:lnTo>
                    <a:lnTo>
                      <a:pt x="14" y="150"/>
                    </a:lnTo>
                    <a:lnTo>
                      <a:pt x="14" y="146"/>
                    </a:lnTo>
                    <a:lnTo>
                      <a:pt x="14" y="142"/>
                    </a:lnTo>
                    <a:lnTo>
                      <a:pt x="18" y="142"/>
                    </a:lnTo>
                    <a:lnTo>
                      <a:pt x="18" y="138"/>
                    </a:lnTo>
                    <a:lnTo>
                      <a:pt x="18" y="142"/>
                    </a:lnTo>
                    <a:lnTo>
                      <a:pt x="22" y="138"/>
                    </a:lnTo>
                    <a:lnTo>
                      <a:pt x="22" y="134"/>
                    </a:lnTo>
                    <a:lnTo>
                      <a:pt x="26" y="134"/>
                    </a:lnTo>
                    <a:lnTo>
                      <a:pt x="26" y="130"/>
                    </a:lnTo>
                    <a:lnTo>
                      <a:pt x="26" y="126"/>
                    </a:lnTo>
                    <a:lnTo>
                      <a:pt x="26" y="124"/>
                    </a:lnTo>
                    <a:lnTo>
                      <a:pt x="26" y="120"/>
                    </a:lnTo>
                    <a:lnTo>
                      <a:pt x="26" y="116"/>
                    </a:lnTo>
                    <a:lnTo>
                      <a:pt x="30" y="112"/>
                    </a:lnTo>
                    <a:lnTo>
                      <a:pt x="26" y="108"/>
                    </a:lnTo>
                    <a:lnTo>
                      <a:pt x="26" y="104"/>
                    </a:lnTo>
                    <a:lnTo>
                      <a:pt x="22" y="100"/>
                    </a:lnTo>
                    <a:lnTo>
                      <a:pt x="22" y="98"/>
                    </a:lnTo>
                    <a:lnTo>
                      <a:pt x="22" y="94"/>
                    </a:lnTo>
                    <a:lnTo>
                      <a:pt x="18" y="94"/>
                    </a:lnTo>
                    <a:lnTo>
                      <a:pt x="18" y="90"/>
                    </a:lnTo>
                    <a:lnTo>
                      <a:pt x="18" y="86"/>
                    </a:lnTo>
                    <a:lnTo>
                      <a:pt x="18" y="82"/>
                    </a:lnTo>
                    <a:lnTo>
                      <a:pt x="14" y="78"/>
                    </a:lnTo>
                    <a:lnTo>
                      <a:pt x="18" y="74"/>
                    </a:lnTo>
                    <a:lnTo>
                      <a:pt x="18" y="78"/>
                    </a:lnTo>
                    <a:lnTo>
                      <a:pt x="14" y="78"/>
                    </a:lnTo>
                    <a:lnTo>
                      <a:pt x="18" y="78"/>
                    </a:lnTo>
                    <a:lnTo>
                      <a:pt x="18" y="74"/>
                    </a:lnTo>
                    <a:lnTo>
                      <a:pt x="22" y="74"/>
                    </a:lnTo>
                    <a:lnTo>
                      <a:pt x="22" y="70"/>
                    </a:lnTo>
                    <a:lnTo>
                      <a:pt x="22" y="68"/>
                    </a:lnTo>
                    <a:lnTo>
                      <a:pt x="22" y="64"/>
                    </a:lnTo>
                    <a:lnTo>
                      <a:pt x="18" y="64"/>
                    </a:lnTo>
                    <a:lnTo>
                      <a:pt x="18" y="60"/>
                    </a:lnTo>
                    <a:lnTo>
                      <a:pt x="18" y="56"/>
                    </a:lnTo>
                    <a:lnTo>
                      <a:pt x="14" y="52"/>
                    </a:lnTo>
                    <a:lnTo>
                      <a:pt x="14" y="48"/>
                    </a:lnTo>
                    <a:lnTo>
                      <a:pt x="14" y="44"/>
                    </a:lnTo>
                    <a:lnTo>
                      <a:pt x="14" y="42"/>
                    </a:lnTo>
                    <a:lnTo>
                      <a:pt x="10" y="42"/>
                    </a:lnTo>
                    <a:lnTo>
                      <a:pt x="10" y="38"/>
                    </a:lnTo>
                    <a:lnTo>
                      <a:pt x="8" y="34"/>
                    </a:lnTo>
                    <a:lnTo>
                      <a:pt x="8" y="30"/>
                    </a:lnTo>
                    <a:lnTo>
                      <a:pt x="4" y="26"/>
                    </a:lnTo>
                    <a:lnTo>
                      <a:pt x="8" y="26"/>
                    </a:lnTo>
                    <a:lnTo>
                      <a:pt x="10" y="26"/>
                    </a:lnTo>
                    <a:lnTo>
                      <a:pt x="14" y="26"/>
                    </a:lnTo>
                    <a:lnTo>
                      <a:pt x="14" y="22"/>
                    </a:lnTo>
                    <a:lnTo>
                      <a:pt x="18" y="22"/>
                    </a:lnTo>
                    <a:lnTo>
                      <a:pt x="18" y="26"/>
                    </a:lnTo>
                    <a:lnTo>
                      <a:pt x="18" y="22"/>
                    </a:lnTo>
                    <a:lnTo>
                      <a:pt x="22" y="22"/>
                    </a:lnTo>
                    <a:lnTo>
                      <a:pt x="26" y="22"/>
                    </a:lnTo>
                    <a:lnTo>
                      <a:pt x="30" y="22"/>
                    </a:lnTo>
                    <a:lnTo>
                      <a:pt x="34" y="22"/>
                    </a:lnTo>
                    <a:lnTo>
                      <a:pt x="34" y="26"/>
                    </a:lnTo>
                    <a:lnTo>
                      <a:pt x="38" y="26"/>
                    </a:lnTo>
                    <a:lnTo>
                      <a:pt x="40" y="22"/>
                    </a:lnTo>
                    <a:lnTo>
                      <a:pt x="44" y="22"/>
                    </a:lnTo>
                    <a:lnTo>
                      <a:pt x="56" y="22"/>
                    </a:lnTo>
                    <a:lnTo>
                      <a:pt x="60" y="22"/>
                    </a:lnTo>
                    <a:lnTo>
                      <a:pt x="64" y="22"/>
                    </a:lnTo>
                    <a:lnTo>
                      <a:pt x="66" y="22"/>
                    </a:lnTo>
                    <a:lnTo>
                      <a:pt x="66" y="26"/>
                    </a:lnTo>
                    <a:lnTo>
                      <a:pt x="66" y="30"/>
                    </a:lnTo>
                    <a:lnTo>
                      <a:pt x="66" y="34"/>
                    </a:lnTo>
                    <a:lnTo>
                      <a:pt x="70" y="38"/>
                    </a:lnTo>
                    <a:lnTo>
                      <a:pt x="70" y="42"/>
                    </a:lnTo>
                    <a:lnTo>
                      <a:pt x="70" y="44"/>
                    </a:lnTo>
                    <a:lnTo>
                      <a:pt x="70" y="48"/>
                    </a:lnTo>
                    <a:lnTo>
                      <a:pt x="74" y="48"/>
                    </a:lnTo>
                    <a:lnTo>
                      <a:pt x="74" y="52"/>
                    </a:lnTo>
                    <a:lnTo>
                      <a:pt x="78" y="56"/>
                    </a:lnTo>
                    <a:lnTo>
                      <a:pt x="78" y="60"/>
                    </a:lnTo>
                    <a:lnTo>
                      <a:pt x="82" y="60"/>
                    </a:lnTo>
                    <a:lnTo>
                      <a:pt x="82" y="64"/>
                    </a:lnTo>
                    <a:lnTo>
                      <a:pt x="86" y="60"/>
                    </a:lnTo>
                    <a:lnTo>
                      <a:pt x="86" y="64"/>
                    </a:lnTo>
                    <a:lnTo>
                      <a:pt x="90" y="64"/>
                    </a:lnTo>
                    <a:lnTo>
                      <a:pt x="90" y="60"/>
                    </a:lnTo>
                    <a:lnTo>
                      <a:pt x="94" y="60"/>
                    </a:lnTo>
                    <a:lnTo>
                      <a:pt x="96" y="60"/>
                    </a:lnTo>
                    <a:lnTo>
                      <a:pt x="100" y="60"/>
                    </a:lnTo>
                    <a:lnTo>
                      <a:pt x="108" y="60"/>
                    </a:lnTo>
                    <a:lnTo>
                      <a:pt x="104" y="60"/>
                    </a:lnTo>
                    <a:lnTo>
                      <a:pt x="104" y="56"/>
                    </a:lnTo>
                    <a:lnTo>
                      <a:pt x="108" y="56"/>
                    </a:lnTo>
                    <a:lnTo>
                      <a:pt x="108" y="52"/>
                    </a:lnTo>
                    <a:lnTo>
                      <a:pt x="108" y="48"/>
                    </a:lnTo>
                    <a:lnTo>
                      <a:pt x="108" y="44"/>
                    </a:lnTo>
                    <a:lnTo>
                      <a:pt x="116" y="44"/>
                    </a:lnTo>
                    <a:lnTo>
                      <a:pt x="120" y="44"/>
                    </a:lnTo>
                    <a:lnTo>
                      <a:pt x="120" y="42"/>
                    </a:lnTo>
                    <a:lnTo>
                      <a:pt x="122" y="42"/>
                    </a:lnTo>
                    <a:lnTo>
                      <a:pt x="122" y="44"/>
                    </a:lnTo>
                    <a:lnTo>
                      <a:pt x="122" y="48"/>
                    </a:lnTo>
                    <a:lnTo>
                      <a:pt x="130" y="48"/>
                    </a:lnTo>
                    <a:lnTo>
                      <a:pt x="138" y="48"/>
                    </a:lnTo>
                    <a:lnTo>
                      <a:pt x="142" y="48"/>
                    </a:lnTo>
                    <a:lnTo>
                      <a:pt x="142" y="52"/>
                    </a:lnTo>
                    <a:lnTo>
                      <a:pt x="142" y="56"/>
                    </a:lnTo>
                    <a:lnTo>
                      <a:pt x="142" y="60"/>
                    </a:lnTo>
                    <a:lnTo>
                      <a:pt x="142" y="64"/>
                    </a:lnTo>
                    <a:lnTo>
                      <a:pt x="142" y="68"/>
                    </a:lnTo>
                    <a:lnTo>
                      <a:pt x="142" y="70"/>
                    </a:lnTo>
                    <a:lnTo>
                      <a:pt x="142" y="74"/>
                    </a:lnTo>
                    <a:lnTo>
                      <a:pt x="142" y="78"/>
                    </a:lnTo>
                    <a:lnTo>
                      <a:pt x="142" y="82"/>
                    </a:lnTo>
                    <a:lnTo>
                      <a:pt x="142" y="86"/>
                    </a:lnTo>
                    <a:lnTo>
                      <a:pt x="142" y="90"/>
                    </a:lnTo>
                    <a:lnTo>
                      <a:pt x="146" y="94"/>
                    </a:lnTo>
                    <a:lnTo>
                      <a:pt x="146" y="98"/>
                    </a:lnTo>
                    <a:lnTo>
                      <a:pt x="150" y="100"/>
                    </a:lnTo>
                    <a:lnTo>
                      <a:pt x="150" y="104"/>
                    </a:lnTo>
                    <a:lnTo>
                      <a:pt x="150" y="108"/>
                    </a:lnTo>
                    <a:lnTo>
                      <a:pt x="146" y="108"/>
                    </a:lnTo>
                    <a:lnTo>
                      <a:pt x="146" y="112"/>
                    </a:lnTo>
                    <a:lnTo>
                      <a:pt x="146" y="116"/>
                    </a:lnTo>
                    <a:lnTo>
                      <a:pt x="150" y="116"/>
                    </a:lnTo>
                    <a:lnTo>
                      <a:pt x="150" y="112"/>
                    </a:lnTo>
                    <a:lnTo>
                      <a:pt x="152" y="112"/>
                    </a:lnTo>
                    <a:lnTo>
                      <a:pt x="156" y="112"/>
                    </a:lnTo>
                    <a:lnTo>
                      <a:pt x="160" y="112"/>
                    </a:lnTo>
                    <a:lnTo>
                      <a:pt x="164" y="112"/>
                    </a:lnTo>
                    <a:lnTo>
                      <a:pt x="168" y="112"/>
                    </a:lnTo>
                    <a:lnTo>
                      <a:pt x="172" y="112"/>
                    </a:lnTo>
                    <a:lnTo>
                      <a:pt x="172" y="108"/>
                    </a:lnTo>
                    <a:lnTo>
                      <a:pt x="172" y="112"/>
                    </a:lnTo>
                    <a:lnTo>
                      <a:pt x="172" y="116"/>
                    </a:lnTo>
                    <a:lnTo>
                      <a:pt x="172" y="120"/>
                    </a:lnTo>
                    <a:lnTo>
                      <a:pt x="172" y="124"/>
                    </a:lnTo>
                    <a:lnTo>
                      <a:pt x="172" y="126"/>
                    </a:lnTo>
                    <a:lnTo>
                      <a:pt x="172" y="134"/>
                    </a:lnTo>
                    <a:lnTo>
                      <a:pt x="172" y="138"/>
                    </a:lnTo>
                    <a:lnTo>
                      <a:pt x="172" y="142"/>
                    </a:lnTo>
                    <a:lnTo>
                      <a:pt x="172" y="146"/>
                    </a:lnTo>
                    <a:lnTo>
                      <a:pt x="168" y="146"/>
                    </a:lnTo>
                    <a:lnTo>
                      <a:pt x="164" y="146"/>
                    </a:lnTo>
                    <a:lnTo>
                      <a:pt x="160" y="146"/>
                    </a:lnTo>
                    <a:lnTo>
                      <a:pt x="156" y="146"/>
                    </a:lnTo>
                    <a:lnTo>
                      <a:pt x="150" y="146"/>
                    </a:lnTo>
                    <a:lnTo>
                      <a:pt x="142" y="146"/>
                    </a:lnTo>
                    <a:lnTo>
                      <a:pt x="142" y="154"/>
                    </a:lnTo>
                    <a:lnTo>
                      <a:pt x="142" y="160"/>
                    </a:lnTo>
                    <a:lnTo>
                      <a:pt x="142" y="164"/>
                    </a:lnTo>
                    <a:lnTo>
                      <a:pt x="142" y="172"/>
                    </a:lnTo>
                    <a:lnTo>
                      <a:pt x="142" y="176"/>
                    </a:lnTo>
                    <a:lnTo>
                      <a:pt x="142" y="180"/>
                    </a:lnTo>
                    <a:lnTo>
                      <a:pt x="142" y="190"/>
                    </a:lnTo>
                    <a:lnTo>
                      <a:pt x="142" y="198"/>
                    </a:lnTo>
                    <a:lnTo>
                      <a:pt x="142" y="202"/>
                    </a:lnTo>
                    <a:lnTo>
                      <a:pt x="146" y="202"/>
                    </a:lnTo>
                    <a:lnTo>
                      <a:pt x="146" y="206"/>
                    </a:lnTo>
                    <a:lnTo>
                      <a:pt x="146" y="210"/>
                    </a:lnTo>
                    <a:lnTo>
                      <a:pt x="150" y="210"/>
                    </a:lnTo>
                    <a:lnTo>
                      <a:pt x="150" y="212"/>
                    </a:lnTo>
                    <a:lnTo>
                      <a:pt x="152" y="216"/>
                    </a:lnTo>
                    <a:lnTo>
                      <a:pt x="160" y="224"/>
                    </a:lnTo>
                    <a:lnTo>
                      <a:pt x="164" y="228"/>
                    </a:lnTo>
                    <a:lnTo>
                      <a:pt x="164" y="228"/>
                    </a:lnTo>
                    <a:lnTo>
                      <a:pt x="164" y="2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5" name="Freeform 129"/>
              <p:cNvSpPr>
                <a:spLocks/>
              </p:cNvSpPr>
              <p:nvPr/>
            </p:nvSpPr>
            <p:spPr bwMode="gray">
              <a:xfrm>
                <a:off x="4820826" y="4147489"/>
                <a:ext cx="76528" cy="187840"/>
              </a:xfrm>
              <a:custGeom>
                <a:avLst/>
                <a:gdLst>
                  <a:gd name="T0" fmla="*/ 30 w 44"/>
                  <a:gd name="T1" fmla="*/ 90 h 108"/>
                  <a:gd name="T2" fmla="*/ 26 w 44"/>
                  <a:gd name="T3" fmla="*/ 96 h 108"/>
                  <a:gd name="T4" fmla="*/ 26 w 44"/>
                  <a:gd name="T5" fmla="*/ 104 h 108"/>
                  <a:gd name="T6" fmla="*/ 26 w 44"/>
                  <a:gd name="T7" fmla="*/ 104 h 108"/>
                  <a:gd name="T8" fmla="*/ 22 w 44"/>
                  <a:gd name="T9" fmla="*/ 104 h 108"/>
                  <a:gd name="T10" fmla="*/ 18 w 44"/>
                  <a:gd name="T11" fmla="*/ 108 h 108"/>
                  <a:gd name="T12" fmla="*/ 10 w 44"/>
                  <a:gd name="T13" fmla="*/ 108 h 108"/>
                  <a:gd name="T14" fmla="*/ 10 w 44"/>
                  <a:gd name="T15" fmla="*/ 108 h 108"/>
                  <a:gd name="T16" fmla="*/ 14 w 44"/>
                  <a:gd name="T17" fmla="*/ 108 h 108"/>
                  <a:gd name="T18" fmla="*/ 10 w 44"/>
                  <a:gd name="T19" fmla="*/ 100 h 108"/>
                  <a:gd name="T20" fmla="*/ 10 w 44"/>
                  <a:gd name="T21" fmla="*/ 100 h 108"/>
                  <a:gd name="T22" fmla="*/ 10 w 44"/>
                  <a:gd name="T23" fmla="*/ 96 h 108"/>
                  <a:gd name="T24" fmla="*/ 10 w 44"/>
                  <a:gd name="T25" fmla="*/ 90 h 108"/>
                  <a:gd name="T26" fmla="*/ 10 w 44"/>
                  <a:gd name="T27" fmla="*/ 86 h 108"/>
                  <a:gd name="T28" fmla="*/ 10 w 44"/>
                  <a:gd name="T29" fmla="*/ 78 h 108"/>
                  <a:gd name="T30" fmla="*/ 10 w 44"/>
                  <a:gd name="T31" fmla="*/ 66 h 108"/>
                  <a:gd name="T32" fmla="*/ 10 w 44"/>
                  <a:gd name="T33" fmla="*/ 60 h 108"/>
                  <a:gd name="T34" fmla="*/ 10 w 44"/>
                  <a:gd name="T35" fmla="*/ 56 h 108"/>
                  <a:gd name="T36" fmla="*/ 6 w 44"/>
                  <a:gd name="T37" fmla="*/ 56 h 108"/>
                  <a:gd name="T38" fmla="*/ 6 w 44"/>
                  <a:gd name="T39" fmla="*/ 52 h 108"/>
                  <a:gd name="T40" fmla="*/ 6 w 44"/>
                  <a:gd name="T41" fmla="*/ 48 h 108"/>
                  <a:gd name="T42" fmla="*/ 6 w 44"/>
                  <a:gd name="T43" fmla="*/ 40 h 108"/>
                  <a:gd name="T44" fmla="*/ 0 w 44"/>
                  <a:gd name="T45" fmla="*/ 38 h 108"/>
                  <a:gd name="T46" fmla="*/ 0 w 44"/>
                  <a:gd name="T47" fmla="*/ 34 h 108"/>
                  <a:gd name="T48" fmla="*/ 0 w 44"/>
                  <a:gd name="T49" fmla="*/ 30 h 108"/>
                  <a:gd name="T50" fmla="*/ 0 w 44"/>
                  <a:gd name="T51" fmla="*/ 26 h 108"/>
                  <a:gd name="T52" fmla="*/ 2 w 44"/>
                  <a:gd name="T53" fmla="*/ 22 h 108"/>
                  <a:gd name="T54" fmla="*/ 6 w 44"/>
                  <a:gd name="T55" fmla="*/ 18 h 108"/>
                  <a:gd name="T56" fmla="*/ 6 w 44"/>
                  <a:gd name="T57" fmla="*/ 18 h 108"/>
                  <a:gd name="T58" fmla="*/ 10 w 44"/>
                  <a:gd name="T59" fmla="*/ 18 h 108"/>
                  <a:gd name="T60" fmla="*/ 14 w 44"/>
                  <a:gd name="T61" fmla="*/ 18 h 108"/>
                  <a:gd name="T62" fmla="*/ 18 w 44"/>
                  <a:gd name="T63" fmla="*/ 18 h 108"/>
                  <a:gd name="T64" fmla="*/ 18 w 44"/>
                  <a:gd name="T65" fmla="*/ 14 h 108"/>
                  <a:gd name="T66" fmla="*/ 22 w 44"/>
                  <a:gd name="T67" fmla="*/ 12 h 108"/>
                  <a:gd name="T68" fmla="*/ 22 w 44"/>
                  <a:gd name="T69" fmla="*/ 8 h 108"/>
                  <a:gd name="T70" fmla="*/ 26 w 44"/>
                  <a:gd name="T71" fmla="*/ 4 h 108"/>
                  <a:gd name="T72" fmla="*/ 30 w 44"/>
                  <a:gd name="T73" fmla="*/ 0 h 108"/>
                  <a:gd name="T74" fmla="*/ 34 w 44"/>
                  <a:gd name="T75" fmla="*/ 8 h 108"/>
                  <a:gd name="T76" fmla="*/ 36 w 44"/>
                  <a:gd name="T77" fmla="*/ 12 h 108"/>
                  <a:gd name="T78" fmla="*/ 36 w 44"/>
                  <a:gd name="T79" fmla="*/ 12 h 108"/>
                  <a:gd name="T80" fmla="*/ 40 w 44"/>
                  <a:gd name="T81" fmla="*/ 14 h 108"/>
                  <a:gd name="T82" fmla="*/ 40 w 44"/>
                  <a:gd name="T83" fmla="*/ 22 h 108"/>
                  <a:gd name="T84" fmla="*/ 40 w 44"/>
                  <a:gd name="T85" fmla="*/ 26 h 108"/>
                  <a:gd name="T86" fmla="*/ 40 w 44"/>
                  <a:gd name="T87" fmla="*/ 30 h 108"/>
                  <a:gd name="T88" fmla="*/ 44 w 44"/>
                  <a:gd name="T89" fmla="*/ 30 h 108"/>
                  <a:gd name="T90" fmla="*/ 40 w 44"/>
                  <a:gd name="T91" fmla="*/ 38 h 108"/>
                  <a:gd name="T92" fmla="*/ 40 w 44"/>
                  <a:gd name="T93" fmla="*/ 38 h 108"/>
                  <a:gd name="T94" fmla="*/ 40 w 44"/>
                  <a:gd name="T95" fmla="*/ 40 h 108"/>
                  <a:gd name="T96" fmla="*/ 36 w 44"/>
                  <a:gd name="T97" fmla="*/ 44 h 108"/>
                  <a:gd name="T98" fmla="*/ 36 w 44"/>
                  <a:gd name="T99" fmla="*/ 48 h 108"/>
                  <a:gd name="T100" fmla="*/ 34 w 44"/>
                  <a:gd name="T101" fmla="*/ 52 h 108"/>
                  <a:gd name="T102" fmla="*/ 34 w 44"/>
                  <a:gd name="T103" fmla="*/ 56 h 108"/>
                  <a:gd name="T104" fmla="*/ 30 w 44"/>
                  <a:gd name="T105" fmla="*/ 60 h 108"/>
                  <a:gd name="T106" fmla="*/ 30 w 44"/>
                  <a:gd name="T107" fmla="*/ 60 h 108"/>
                  <a:gd name="T108" fmla="*/ 26 w 44"/>
                  <a:gd name="T109" fmla="*/ 66 h 108"/>
                  <a:gd name="T110" fmla="*/ 26 w 44"/>
                  <a:gd name="T111" fmla="*/ 70 h 108"/>
                  <a:gd name="T112" fmla="*/ 26 w 44"/>
                  <a:gd name="T113" fmla="*/ 74 h 108"/>
                  <a:gd name="T114" fmla="*/ 26 w 44"/>
                  <a:gd name="T115" fmla="*/ 78 h 108"/>
                  <a:gd name="T116" fmla="*/ 26 w 44"/>
                  <a:gd name="T117" fmla="*/ 82 h 108"/>
                  <a:gd name="T118" fmla="*/ 26 w 44"/>
                  <a:gd name="T119" fmla="*/ 82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 h="108">
                    <a:moveTo>
                      <a:pt x="26" y="82"/>
                    </a:moveTo>
                    <a:lnTo>
                      <a:pt x="26" y="82"/>
                    </a:lnTo>
                    <a:lnTo>
                      <a:pt x="26" y="86"/>
                    </a:lnTo>
                    <a:lnTo>
                      <a:pt x="30" y="90"/>
                    </a:lnTo>
                    <a:lnTo>
                      <a:pt x="30" y="92"/>
                    </a:lnTo>
                    <a:lnTo>
                      <a:pt x="26" y="92"/>
                    </a:lnTo>
                    <a:lnTo>
                      <a:pt x="26" y="96"/>
                    </a:lnTo>
                    <a:lnTo>
                      <a:pt x="26" y="96"/>
                    </a:lnTo>
                    <a:lnTo>
                      <a:pt x="26" y="96"/>
                    </a:lnTo>
                    <a:lnTo>
                      <a:pt x="26" y="100"/>
                    </a:lnTo>
                    <a:lnTo>
                      <a:pt x="26" y="100"/>
                    </a:lnTo>
                    <a:lnTo>
                      <a:pt x="26" y="104"/>
                    </a:lnTo>
                    <a:lnTo>
                      <a:pt x="26" y="104"/>
                    </a:lnTo>
                    <a:lnTo>
                      <a:pt x="26" y="104"/>
                    </a:lnTo>
                    <a:lnTo>
                      <a:pt x="26" y="104"/>
                    </a:lnTo>
                    <a:lnTo>
                      <a:pt x="26" y="104"/>
                    </a:lnTo>
                    <a:lnTo>
                      <a:pt x="22" y="104"/>
                    </a:lnTo>
                    <a:lnTo>
                      <a:pt x="22" y="104"/>
                    </a:lnTo>
                    <a:lnTo>
                      <a:pt x="22" y="104"/>
                    </a:lnTo>
                    <a:lnTo>
                      <a:pt x="22" y="104"/>
                    </a:lnTo>
                    <a:lnTo>
                      <a:pt x="22" y="104"/>
                    </a:lnTo>
                    <a:lnTo>
                      <a:pt x="22" y="104"/>
                    </a:lnTo>
                    <a:lnTo>
                      <a:pt x="22" y="108"/>
                    </a:lnTo>
                    <a:lnTo>
                      <a:pt x="18" y="108"/>
                    </a:lnTo>
                    <a:lnTo>
                      <a:pt x="18" y="108"/>
                    </a:lnTo>
                    <a:lnTo>
                      <a:pt x="14" y="108"/>
                    </a:lnTo>
                    <a:lnTo>
                      <a:pt x="14" y="108"/>
                    </a:lnTo>
                    <a:lnTo>
                      <a:pt x="10" y="108"/>
                    </a:lnTo>
                    <a:lnTo>
                      <a:pt x="10" y="108"/>
                    </a:lnTo>
                    <a:lnTo>
                      <a:pt x="10" y="108"/>
                    </a:lnTo>
                    <a:lnTo>
                      <a:pt x="10" y="108"/>
                    </a:lnTo>
                    <a:lnTo>
                      <a:pt x="10" y="108"/>
                    </a:lnTo>
                    <a:lnTo>
                      <a:pt x="10" y="108"/>
                    </a:lnTo>
                    <a:lnTo>
                      <a:pt x="14" y="108"/>
                    </a:lnTo>
                    <a:lnTo>
                      <a:pt x="14" y="108"/>
                    </a:lnTo>
                    <a:lnTo>
                      <a:pt x="14" y="108"/>
                    </a:lnTo>
                    <a:lnTo>
                      <a:pt x="14" y="104"/>
                    </a:lnTo>
                    <a:lnTo>
                      <a:pt x="14" y="104"/>
                    </a:lnTo>
                    <a:lnTo>
                      <a:pt x="10" y="100"/>
                    </a:lnTo>
                    <a:lnTo>
                      <a:pt x="10" y="100"/>
                    </a:lnTo>
                    <a:lnTo>
                      <a:pt x="10" y="100"/>
                    </a:lnTo>
                    <a:lnTo>
                      <a:pt x="10" y="100"/>
                    </a:lnTo>
                    <a:lnTo>
                      <a:pt x="10" y="100"/>
                    </a:lnTo>
                    <a:lnTo>
                      <a:pt x="10" y="100"/>
                    </a:lnTo>
                    <a:lnTo>
                      <a:pt x="10" y="100"/>
                    </a:lnTo>
                    <a:lnTo>
                      <a:pt x="10" y="96"/>
                    </a:lnTo>
                    <a:lnTo>
                      <a:pt x="10" y="96"/>
                    </a:lnTo>
                    <a:lnTo>
                      <a:pt x="10" y="96"/>
                    </a:lnTo>
                    <a:lnTo>
                      <a:pt x="10" y="96"/>
                    </a:lnTo>
                    <a:lnTo>
                      <a:pt x="10" y="92"/>
                    </a:lnTo>
                    <a:lnTo>
                      <a:pt x="10" y="92"/>
                    </a:lnTo>
                    <a:lnTo>
                      <a:pt x="10" y="90"/>
                    </a:lnTo>
                    <a:lnTo>
                      <a:pt x="10" y="90"/>
                    </a:lnTo>
                    <a:lnTo>
                      <a:pt x="10" y="86"/>
                    </a:lnTo>
                    <a:lnTo>
                      <a:pt x="10" y="86"/>
                    </a:lnTo>
                    <a:lnTo>
                      <a:pt x="10" y="86"/>
                    </a:lnTo>
                    <a:lnTo>
                      <a:pt x="10" y="86"/>
                    </a:lnTo>
                    <a:lnTo>
                      <a:pt x="10" y="86"/>
                    </a:lnTo>
                    <a:lnTo>
                      <a:pt x="10" y="82"/>
                    </a:lnTo>
                    <a:lnTo>
                      <a:pt x="10" y="78"/>
                    </a:lnTo>
                    <a:lnTo>
                      <a:pt x="10" y="70"/>
                    </a:lnTo>
                    <a:lnTo>
                      <a:pt x="10" y="70"/>
                    </a:lnTo>
                    <a:lnTo>
                      <a:pt x="10" y="70"/>
                    </a:lnTo>
                    <a:lnTo>
                      <a:pt x="10" y="66"/>
                    </a:lnTo>
                    <a:lnTo>
                      <a:pt x="10" y="64"/>
                    </a:lnTo>
                    <a:lnTo>
                      <a:pt x="10" y="64"/>
                    </a:lnTo>
                    <a:lnTo>
                      <a:pt x="10" y="60"/>
                    </a:lnTo>
                    <a:lnTo>
                      <a:pt x="10" y="60"/>
                    </a:lnTo>
                    <a:lnTo>
                      <a:pt x="10" y="56"/>
                    </a:lnTo>
                    <a:lnTo>
                      <a:pt x="10" y="56"/>
                    </a:lnTo>
                    <a:lnTo>
                      <a:pt x="10" y="56"/>
                    </a:lnTo>
                    <a:lnTo>
                      <a:pt x="10" y="56"/>
                    </a:lnTo>
                    <a:lnTo>
                      <a:pt x="10" y="56"/>
                    </a:lnTo>
                    <a:lnTo>
                      <a:pt x="6" y="56"/>
                    </a:lnTo>
                    <a:lnTo>
                      <a:pt x="6" y="56"/>
                    </a:lnTo>
                    <a:lnTo>
                      <a:pt x="6" y="56"/>
                    </a:lnTo>
                    <a:lnTo>
                      <a:pt x="6" y="52"/>
                    </a:lnTo>
                    <a:lnTo>
                      <a:pt x="6" y="52"/>
                    </a:lnTo>
                    <a:lnTo>
                      <a:pt x="6" y="52"/>
                    </a:lnTo>
                    <a:lnTo>
                      <a:pt x="6" y="52"/>
                    </a:lnTo>
                    <a:lnTo>
                      <a:pt x="6" y="52"/>
                    </a:lnTo>
                    <a:lnTo>
                      <a:pt x="6" y="52"/>
                    </a:lnTo>
                    <a:lnTo>
                      <a:pt x="6" y="48"/>
                    </a:lnTo>
                    <a:lnTo>
                      <a:pt x="6" y="48"/>
                    </a:lnTo>
                    <a:lnTo>
                      <a:pt x="6" y="44"/>
                    </a:lnTo>
                    <a:lnTo>
                      <a:pt x="6" y="44"/>
                    </a:lnTo>
                    <a:lnTo>
                      <a:pt x="6" y="40"/>
                    </a:lnTo>
                    <a:lnTo>
                      <a:pt x="6" y="40"/>
                    </a:lnTo>
                    <a:lnTo>
                      <a:pt x="2" y="40"/>
                    </a:lnTo>
                    <a:lnTo>
                      <a:pt x="2" y="40"/>
                    </a:lnTo>
                    <a:lnTo>
                      <a:pt x="2" y="40"/>
                    </a:lnTo>
                    <a:lnTo>
                      <a:pt x="0" y="38"/>
                    </a:lnTo>
                    <a:lnTo>
                      <a:pt x="0" y="34"/>
                    </a:lnTo>
                    <a:lnTo>
                      <a:pt x="0" y="34"/>
                    </a:lnTo>
                    <a:lnTo>
                      <a:pt x="0" y="34"/>
                    </a:lnTo>
                    <a:lnTo>
                      <a:pt x="0" y="34"/>
                    </a:lnTo>
                    <a:lnTo>
                      <a:pt x="0" y="34"/>
                    </a:lnTo>
                    <a:lnTo>
                      <a:pt x="0" y="30"/>
                    </a:lnTo>
                    <a:lnTo>
                      <a:pt x="0" y="30"/>
                    </a:lnTo>
                    <a:lnTo>
                      <a:pt x="0" y="30"/>
                    </a:lnTo>
                    <a:lnTo>
                      <a:pt x="0" y="30"/>
                    </a:lnTo>
                    <a:lnTo>
                      <a:pt x="0" y="30"/>
                    </a:lnTo>
                    <a:lnTo>
                      <a:pt x="0" y="30"/>
                    </a:lnTo>
                    <a:lnTo>
                      <a:pt x="0" y="26"/>
                    </a:lnTo>
                    <a:lnTo>
                      <a:pt x="0" y="26"/>
                    </a:lnTo>
                    <a:lnTo>
                      <a:pt x="2" y="26"/>
                    </a:lnTo>
                    <a:lnTo>
                      <a:pt x="2" y="26"/>
                    </a:lnTo>
                    <a:lnTo>
                      <a:pt x="2" y="22"/>
                    </a:lnTo>
                    <a:lnTo>
                      <a:pt x="2" y="22"/>
                    </a:lnTo>
                    <a:lnTo>
                      <a:pt x="6" y="22"/>
                    </a:lnTo>
                    <a:lnTo>
                      <a:pt x="6" y="22"/>
                    </a:lnTo>
                    <a:lnTo>
                      <a:pt x="6" y="18"/>
                    </a:lnTo>
                    <a:lnTo>
                      <a:pt x="6" y="18"/>
                    </a:lnTo>
                    <a:lnTo>
                      <a:pt x="6" y="18"/>
                    </a:lnTo>
                    <a:lnTo>
                      <a:pt x="6" y="18"/>
                    </a:lnTo>
                    <a:lnTo>
                      <a:pt x="6" y="18"/>
                    </a:lnTo>
                    <a:lnTo>
                      <a:pt x="6" y="18"/>
                    </a:lnTo>
                    <a:lnTo>
                      <a:pt x="10" y="18"/>
                    </a:lnTo>
                    <a:lnTo>
                      <a:pt x="10" y="18"/>
                    </a:lnTo>
                    <a:lnTo>
                      <a:pt x="10" y="18"/>
                    </a:lnTo>
                    <a:lnTo>
                      <a:pt x="10" y="18"/>
                    </a:lnTo>
                    <a:lnTo>
                      <a:pt x="10" y="18"/>
                    </a:lnTo>
                    <a:lnTo>
                      <a:pt x="14" y="18"/>
                    </a:lnTo>
                    <a:lnTo>
                      <a:pt x="14" y="18"/>
                    </a:lnTo>
                    <a:lnTo>
                      <a:pt x="14" y="18"/>
                    </a:lnTo>
                    <a:lnTo>
                      <a:pt x="14" y="18"/>
                    </a:lnTo>
                    <a:lnTo>
                      <a:pt x="18" y="18"/>
                    </a:lnTo>
                    <a:lnTo>
                      <a:pt x="18" y="18"/>
                    </a:lnTo>
                    <a:lnTo>
                      <a:pt x="18" y="18"/>
                    </a:lnTo>
                    <a:lnTo>
                      <a:pt x="18" y="18"/>
                    </a:lnTo>
                    <a:lnTo>
                      <a:pt x="18" y="18"/>
                    </a:lnTo>
                    <a:lnTo>
                      <a:pt x="18" y="14"/>
                    </a:lnTo>
                    <a:lnTo>
                      <a:pt x="22" y="14"/>
                    </a:lnTo>
                    <a:lnTo>
                      <a:pt x="22" y="14"/>
                    </a:lnTo>
                    <a:lnTo>
                      <a:pt x="22" y="12"/>
                    </a:lnTo>
                    <a:lnTo>
                      <a:pt x="22" y="12"/>
                    </a:lnTo>
                    <a:lnTo>
                      <a:pt x="22" y="12"/>
                    </a:lnTo>
                    <a:lnTo>
                      <a:pt x="22" y="12"/>
                    </a:lnTo>
                    <a:lnTo>
                      <a:pt x="22" y="8"/>
                    </a:lnTo>
                    <a:lnTo>
                      <a:pt x="22" y="8"/>
                    </a:lnTo>
                    <a:lnTo>
                      <a:pt x="22" y="4"/>
                    </a:lnTo>
                    <a:lnTo>
                      <a:pt x="22" y="4"/>
                    </a:lnTo>
                    <a:lnTo>
                      <a:pt x="26" y="4"/>
                    </a:lnTo>
                    <a:lnTo>
                      <a:pt x="26" y="4"/>
                    </a:lnTo>
                    <a:lnTo>
                      <a:pt x="26" y="4"/>
                    </a:lnTo>
                    <a:lnTo>
                      <a:pt x="26" y="4"/>
                    </a:lnTo>
                    <a:lnTo>
                      <a:pt x="30" y="4"/>
                    </a:lnTo>
                    <a:lnTo>
                      <a:pt x="30" y="0"/>
                    </a:lnTo>
                    <a:lnTo>
                      <a:pt x="30" y="4"/>
                    </a:lnTo>
                    <a:lnTo>
                      <a:pt x="30" y="4"/>
                    </a:lnTo>
                    <a:lnTo>
                      <a:pt x="34" y="8"/>
                    </a:lnTo>
                    <a:lnTo>
                      <a:pt x="34" y="8"/>
                    </a:lnTo>
                    <a:lnTo>
                      <a:pt x="34" y="8"/>
                    </a:lnTo>
                    <a:lnTo>
                      <a:pt x="34" y="12"/>
                    </a:lnTo>
                    <a:lnTo>
                      <a:pt x="36" y="12"/>
                    </a:lnTo>
                    <a:lnTo>
                      <a:pt x="36" y="12"/>
                    </a:lnTo>
                    <a:lnTo>
                      <a:pt x="36" y="12"/>
                    </a:lnTo>
                    <a:lnTo>
                      <a:pt x="36" y="12"/>
                    </a:lnTo>
                    <a:lnTo>
                      <a:pt x="36" y="12"/>
                    </a:lnTo>
                    <a:lnTo>
                      <a:pt x="36" y="12"/>
                    </a:lnTo>
                    <a:lnTo>
                      <a:pt x="36" y="12"/>
                    </a:lnTo>
                    <a:lnTo>
                      <a:pt x="40" y="14"/>
                    </a:lnTo>
                    <a:lnTo>
                      <a:pt x="40" y="14"/>
                    </a:lnTo>
                    <a:lnTo>
                      <a:pt x="40" y="14"/>
                    </a:lnTo>
                    <a:lnTo>
                      <a:pt x="36" y="14"/>
                    </a:lnTo>
                    <a:lnTo>
                      <a:pt x="36" y="18"/>
                    </a:lnTo>
                    <a:lnTo>
                      <a:pt x="40" y="22"/>
                    </a:lnTo>
                    <a:lnTo>
                      <a:pt x="40" y="22"/>
                    </a:lnTo>
                    <a:lnTo>
                      <a:pt x="40" y="22"/>
                    </a:lnTo>
                    <a:lnTo>
                      <a:pt x="40" y="22"/>
                    </a:lnTo>
                    <a:lnTo>
                      <a:pt x="40" y="26"/>
                    </a:lnTo>
                    <a:lnTo>
                      <a:pt x="40" y="26"/>
                    </a:lnTo>
                    <a:lnTo>
                      <a:pt x="40" y="26"/>
                    </a:lnTo>
                    <a:lnTo>
                      <a:pt x="40" y="26"/>
                    </a:lnTo>
                    <a:lnTo>
                      <a:pt x="40" y="30"/>
                    </a:lnTo>
                    <a:lnTo>
                      <a:pt x="40" y="30"/>
                    </a:lnTo>
                    <a:lnTo>
                      <a:pt x="40" y="30"/>
                    </a:lnTo>
                    <a:lnTo>
                      <a:pt x="40" y="30"/>
                    </a:lnTo>
                    <a:lnTo>
                      <a:pt x="44" y="30"/>
                    </a:lnTo>
                    <a:lnTo>
                      <a:pt x="44" y="30"/>
                    </a:lnTo>
                    <a:lnTo>
                      <a:pt x="44" y="34"/>
                    </a:lnTo>
                    <a:lnTo>
                      <a:pt x="40" y="34"/>
                    </a:lnTo>
                    <a:lnTo>
                      <a:pt x="40" y="38"/>
                    </a:lnTo>
                    <a:lnTo>
                      <a:pt x="40" y="38"/>
                    </a:lnTo>
                    <a:lnTo>
                      <a:pt x="40" y="38"/>
                    </a:lnTo>
                    <a:lnTo>
                      <a:pt x="40" y="38"/>
                    </a:lnTo>
                    <a:lnTo>
                      <a:pt x="40" y="38"/>
                    </a:lnTo>
                    <a:lnTo>
                      <a:pt x="40" y="38"/>
                    </a:lnTo>
                    <a:lnTo>
                      <a:pt x="40" y="40"/>
                    </a:lnTo>
                    <a:lnTo>
                      <a:pt x="40" y="40"/>
                    </a:lnTo>
                    <a:lnTo>
                      <a:pt x="40" y="40"/>
                    </a:lnTo>
                    <a:lnTo>
                      <a:pt x="40" y="40"/>
                    </a:lnTo>
                    <a:lnTo>
                      <a:pt x="40" y="44"/>
                    </a:lnTo>
                    <a:lnTo>
                      <a:pt x="40" y="44"/>
                    </a:lnTo>
                    <a:lnTo>
                      <a:pt x="36" y="44"/>
                    </a:lnTo>
                    <a:lnTo>
                      <a:pt x="36" y="44"/>
                    </a:lnTo>
                    <a:lnTo>
                      <a:pt x="36" y="44"/>
                    </a:lnTo>
                    <a:lnTo>
                      <a:pt x="36" y="48"/>
                    </a:lnTo>
                    <a:lnTo>
                      <a:pt x="36" y="48"/>
                    </a:lnTo>
                    <a:lnTo>
                      <a:pt x="36" y="48"/>
                    </a:lnTo>
                    <a:lnTo>
                      <a:pt x="36" y="48"/>
                    </a:lnTo>
                    <a:lnTo>
                      <a:pt x="36" y="48"/>
                    </a:lnTo>
                    <a:lnTo>
                      <a:pt x="36" y="48"/>
                    </a:lnTo>
                    <a:lnTo>
                      <a:pt x="34" y="52"/>
                    </a:lnTo>
                    <a:lnTo>
                      <a:pt x="34" y="52"/>
                    </a:lnTo>
                    <a:lnTo>
                      <a:pt x="34" y="52"/>
                    </a:lnTo>
                    <a:lnTo>
                      <a:pt x="34" y="52"/>
                    </a:lnTo>
                    <a:lnTo>
                      <a:pt x="34" y="56"/>
                    </a:lnTo>
                    <a:lnTo>
                      <a:pt x="34" y="56"/>
                    </a:lnTo>
                    <a:lnTo>
                      <a:pt x="34" y="60"/>
                    </a:lnTo>
                    <a:lnTo>
                      <a:pt x="30" y="60"/>
                    </a:lnTo>
                    <a:lnTo>
                      <a:pt x="30" y="60"/>
                    </a:lnTo>
                    <a:lnTo>
                      <a:pt x="30" y="60"/>
                    </a:lnTo>
                    <a:lnTo>
                      <a:pt x="30" y="60"/>
                    </a:lnTo>
                    <a:lnTo>
                      <a:pt x="30" y="60"/>
                    </a:lnTo>
                    <a:lnTo>
                      <a:pt x="30" y="60"/>
                    </a:lnTo>
                    <a:lnTo>
                      <a:pt x="26" y="64"/>
                    </a:lnTo>
                    <a:lnTo>
                      <a:pt x="26" y="64"/>
                    </a:lnTo>
                    <a:lnTo>
                      <a:pt x="26" y="64"/>
                    </a:lnTo>
                    <a:lnTo>
                      <a:pt x="26" y="66"/>
                    </a:lnTo>
                    <a:lnTo>
                      <a:pt x="26" y="66"/>
                    </a:lnTo>
                    <a:lnTo>
                      <a:pt x="26" y="66"/>
                    </a:lnTo>
                    <a:lnTo>
                      <a:pt x="26" y="66"/>
                    </a:lnTo>
                    <a:lnTo>
                      <a:pt x="26" y="70"/>
                    </a:lnTo>
                    <a:lnTo>
                      <a:pt x="26" y="70"/>
                    </a:lnTo>
                    <a:lnTo>
                      <a:pt x="26" y="70"/>
                    </a:lnTo>
                    <a:lnTo>
                      <a:pt x="26" y="70"/>
                    </a:lnTo>
                    <a:lnTo>
                      <a:pt x="26" y="74"/>
                    </a:lnTo>
                    <a:lnTo>
                      <a:pt x="26" y="74"/>
                    </a:lnTo>
                    <a:lnTo>
                      <a:pt x="26" y="74"/>
                    </a:lnTo>
                    <a:lnTo>
                      <a:pt x="26" y="74"/>
                    </a:lnTo>
                    <a:lnTo>
                      <a:pt x="26" y="78"/>
                    </a:lnTo>
                    <a:lnTo>
                      <a:pt x="26" y="78"/>
                    </a:lnTo>
                    <a:lnTo>
                      <a:pt x="26" y="78"/>
                    </a:lnTo>
                    <a:lnTo>
                      <a:pt x="26" y="78"/>
                    </a:lnTo>
                    <a:lnTo>
                      <a:pt x="26" y="82"/>
                    </a:lnTo>
                    <a:lnTo>
                      <a:pt x="26" y="82"/>
                    </a:lnTo>
                    <a:lnTo>
                      <a:pt x="26" y="82"/>
                    </a:lnTo>
                    <a:lnTo>
                      <a:pt x="26" y="82"/>
                    </a:lnTo>
                    <a:lnTo>
                      <a:pt x="26" y="82"/>
                    </a:lnTo>
                    <a:lnTo>
                      <a:pt x="26" y="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6" name="Freeform 130"/>
              <p:cNvSpPr>
                <a:spLocks/>
              </p:cNvSpPr>
              <p:nvPr/>
            </p:nvSpPr>
            <p:spPr bwMode="gray">
              <a:xfrm>
                <a:off x="5290427" y="5055378"/>
                <a:ext cx="226105" cy="278281"/>
              </a:xfrm>
              <a:custGeom>
                <a:avLst/>
                <a:gdLst>
                  <a:gd name="T0" fmla="*/ 82 w 130"/>
                  <a:gd name="T1" fmla="*/ 124 h 160"/>
                  <a:gd name="T2" fmla="*/ 80 w 130"/>
                  <a:gd name="T3" fmla="*/ 134 h 160"/>
                  <a:gd name="T4" fmla="*/ 76 w 130"/>
                  <a:gd name="T5" fmla="*/ 142 h 160"/>
                  <a:gd name="T6" fmla="*/ 68 w 130"/>
                  <a:gd name="T7" fmla="*/ 142 h 160"/>
                  <a:gd name="T8" fmla="*/ 64 w 130"/>
                  <a:gd name="T9" fmla="*/ 138 h 160"/>
                  <a:gd name="T10" fmla="*/ 60 w 130"/>
                  <a:gd name="T11" fmla="*/ 138 h 160"/>
                  <a:gd name="T12" fmla="*/ 54 w 130"/>
                  <a:gd name="T13" fmla="*/ 134 h 160"/>
                  <a:gd name="T14" fmla="*/ 46 w 130"/>
                  <a:gd name="T15" fmla="*/ 130 h 160"/>
                  <a:gd name="T16" fmla="*/ 42 w 130"/>
                  <a:gd name="T17" fmla="*/ 138 h 160"/>
                  <a:gd name="T18" fmla="*/ 38 w 130"/>
                  <a:gd name="T19" fmla="*/ 146 h 160"/>
                  <a:gd name="T20" fmla="*/ 30 w 130"/>
                  <a:gd name="T21" fmla="*/ 152 h 160"/>
                  <a:gd name="T22" fmla="*/ 26 w 130"/>
                  <a:gd name="T23" fmla="*/ 156 h 160"/>
                  <a:gd name="T24" fmla="*/ 26 w 130"/>
                  <a:gd name="T25" fmla="*/ 160 h 160"/>
                  <a:gd name="T26" fmla="*/ 20 w 130"/>
                  <a:gd name="T27" fmla="*/ 160 h 160"/>
                  <a:gd name="T28" fmla="*/ 16 w 130"/>
                  <a:gd name="T29" fmla="*/ 160 h 160"/>
                  <a:gd name="T30" fmla="*/ 12 w 130"/>
                  <a:gd name="T31" fmla="*/ 160 h 160"/>
                  <a:gd name="T32" fmla="*/ 8 w 130"/>
                  <a:gd name="T33" fmla="*/ 152 h 160"/>
                  <a:gd name="T34" fmla="*/ 12 w 130"/>
                  <a:gd name="T35" fmla="*/ 150 h 160"/>
                  <a:gd name="T36" fmla="*/ 8 w 130"/>
                  <a:gd name="T37" fmla="*/ 138 h 160"/>
                  <a:gd name="T38" fmla="*/ 4 w 130"/>
                  <a:gd name="T39" fmla="*/ 128 h 160"/>
                  <a:gd name="T40" fmla="*/ 0 w 130"/>
                  <a:gd name="T41" fmla="*/ 124 h 160"/>
                  <a:gd name="T42" fmla="*/ 0 w 130"/>
                  <a:gd name="T43" fmla="*/ 104 h 160"/>
                  <a:gd name="T44" fmla="*/ 0 w 130"/>
                  <a:gd name="T45" fmla="*/ 90 h 160"/>
                  <a:gd name="T46" fmla="*/ 0 w 130"/>
                  <a:gd name="T47" fmla="*/ 74 h 160"/>
                  <a:gd name="T48" fmla="*/ 16 w 130"/>
                  <a:gd name="T49" fmla="*/ 68 h 160"/>
                  <a:gd name="T50" fmla="*/ 16 w 130"/>
                  <a:gd name="T51" fmla="*/ 22 h 160"/>
                  <a:gd name="T52" fmla="*/ 26 w 130"/>
                  <a:gd name="T53" fmla="*/ 8 h 160"/>
                  <a:gd name="T54" fmla="*/ 46 w 130"/>
                  <a:gd name="T55" fmla="*/ 4 h 160"/>
                  <a:gd name="T56" fmla="*/ 50 w 130"/>
                  <a:gd name="T57" fmla="*/ 8 h 160"/>
                  <a:gd name="T58" fmla="*/ 54 w 130"/>
                  <a:gd name="T59" fmla="*/ 12 h 160"/>
                  <a:gd name="T60" fmla="*/ 56 w 130"/>
                  <a:gd name="T61" fmla="*/ 8 h 160"/>
                  <a:gd name="T62" fmla="*/ 64 w 130"/>
                  <a:gd name="T63" fmla="*/ 4 h 160"/>
                  <a:gd name="T64" fmla="*/ 68 w 130"/>
                  <a:gd name="T65" fmla="*/ 0 h 160"/>
                  <a:gd name="T66" fmla="*/ 76 w 130"/>
                  <a:gd name="T67" fmla="*/ 0 h 160"/>
                  <a:gd name="T68" fmla="*/ 76 w 130"/>
                  <a:gd name="T69" fmla="*/ 4 h 160"/>
                  <a:gd name="T70" fmla="*/ 80 w 130"/>
                  <a:gd name="T71" fmla="*/ 8 h 160"/>
                  <a:gd name="T72" fmla="*/ 82 w 130"/>
                  <a:gd name="T73" fmla="*/ 18 h 160"/>
                  <a:gd name="T74" fmla="*/ 86 w 130"/>
                  <a:gd name="T75" fmla="*/ 22 h 160"/>
                  <a:gd name="T76" fmla="*/ 90 w 130"/>
                  <a:gd name="T77" fmla="*/ 30 h 160"/>
                  <a:gd name="T78" fmla="*/ 94 w 130"/>
                  <a:gd name="T79" fmla="*/ 34 h 160"/>
                  <a:gd name="T80" fmla="*/ 102 w 130"/>
                  <a:gd name="T81" fmla="*/ 38 h 160"/>
                  <a:gd name="T82" fmla="*/ 106 w 130"/>
                  <a:gd name="T83" fmla="*/ 46 h 160"/>
                  <a:gd name="T84" fmla="*/ 110 w 130"/>
                  <a:gd name="T85" fmla="*/ 46 h 160"/>
                  <a:gd name="T86" fmla="*/ 110 w 130"/>
                  <a:gd name="T87" fmla="*/ 52 h 160"/>
                  <a:gd name="T88" fmla="*/ 112 w 130"/>
                  <a:gd name="T89" fmla="*/ 64 h 160"/>
                  <a:gd name="T90" fmla="*/ 116 w 130"/>
                  <a:gd name="T91" fmla="*/ 68 h 160"/>
                  <a:gd name="T92" fmla="*/ 120 w 130"/>
                  <a:gd name="T93" fmla="*/ 68 h 160"/>
                  <a:gd name="T94" fmla="*/ 126 w 130"/>
                  <a:gd name="T95" fmla="*/ 68 h 160"/>
                  <a:gd name="T96" fmla="*/ 126 w 130"/>
                  <a:gd name="T97" fmla="*/ 74 h 160"/>
                  <a:gd name="T98" fmla="*/ 130 w 130"/>
                  <a:gd name="T99" fmla="*/ 74 h 160"/>
                  <a:gd name="T100" fmla="*/ 126 w 130"/>
                  <a:gd name="T101" fmla="*/ 78 h 160"/>
                  <a:gd name="T102" fmla="*/ 126 w 130"/>
                  <a:gd name="T103" fmla="*/ 82 h 160"/>
                  <a:gd name="T104" fmla="*/ 116 w 130"/>
                  <a:gd name="T105" fmla="*/ 86 h 160"/>
                  <a:gd name="T106" fmla="*/ 112 w 130"/>
                  <a:gd name="T107" fmla="*/ 90 h 160"/>
                  <a:gd name="T108" fmla="*/ 110 w 130"/>
                  <a:gd name="T109" fmla="*/ 98 h 160"/>
                  <a:gd name="T110" fmla="*/ 102 w 130"/>
                  <a:gd name="T111" fmla="*/ 100 h 160"/>
                  <a:gd name="T112" fmla="*/ 98 w 130"/>
                  <a:gd name="T113" fmla="*/ 108 h 160"/>
                  <a:gd name="T114" fmla="*/ 94 w 130"/>
                  <a:gd name="T115" fmla="*/ 116 h 160"/>
                  <a:gd name="T116" fmla="*/ 90 w 130"/>
                  <a:gd name="T117" fmla="*/ 12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0" h="160">
                    <a:moveTo>
                      <a:pt x="90" y="120"/>
                    </a:moveTo>
                    <a:lnTo>
                      <a:pt x="90" y="120"/>
                    </a:lnTo>
                    <a:lnTo>
                      <a:pt x="90" y="120"/>
                    </a:lnTo>
                    <a:lnTo>
                      <a:pt x="90" y="120"/>
                    </a:lnTo>
                    <a:lnTo>
                      <a:pt x="86" y="120"/>
                    </a:lnTo>
                    <a:lnTo>
                      <a:pt x="86" y="120"/>
                    </a:lnTo>
                    <a:lnTo>
                      <a:pt x="82" y="124"/>
                    </a:lnTo>
                    <a:lnTo>
                      <a:pt x="82" y="124"/>
                    </a:lnTo>
                    <a:lnTo>
                      <a:pt x="82" y="124"/>
                    </a:lnTo>
                    <a:lnTo>
                      <a:pt x="82" y="124"/>
                    </a:lnTo>
                    <a:lnTo>
                      <a:pt x="82" y="128"/>
                    </a:lnTo>
                    <a:lnTo>
                      <a:pt x="82" y="130"/>
                    </a:lnTo>
                    <a:lnTo>
                      <a:pt x="80" y="134"/>
                    </a:lnTo>
                    <a:lnTo>
                      <a:pt x="80" y="134"/>
                    </a:lnTo>
                    <a:lnTo>
                      <a:pt x="80" y="138"/>
                    </a:lnTo>
                    <a:lnTo>
                      <a:pt x="80" y="138"/>
                    </a:lnTo>
                    <a:lnTo>
                      <a:pt x="80" y="138"/>
                    </a:lnTo>
                    <a:lnTo>
                      <a:pt x="80" y="138"/>
                    </a:lnTo>
                    <a:lnTo>
                      <a:pt x="76" y="138"/>
                    </a:lnTo>
                    <a:lnTo>
                      <a:pt x="76" y="142"/>
                    </a:lnTo>
                    <a:lnTo>
                      <a:pt x="76" y="142"/>
                    </a:lnTo>
                    <a:lnTo>
                      <a:pt x="72" y="142"/>
                    </a:lnTo>
                    <a:lnTo>
                      <a:pt x="72" y="138"/>
                    </a:lnTo>
                    <a:lnTo>
                      <a:pt x="72" y="138"/>
                    </a:lnTo>
                    <a:lnTo>
                      <a:pt x="72" y="138"/>
                    </a:lnTo>
                    <a:lnTo>
                      <a:pt x="72" y="138"/>
                    </a:lnTo>
                    <a:lnTo>
                      <a:pt x="72" y="142"/>
                    </a:lnTo>
                    <a:lnTo>
                      <a:pt x="68" y="142"/>
                    </a:lnTo>
                    <a:lnTo>
                      <a:pt x="68" y="142"/>
                    </a:lnTo>
                    <a:lnTo>
                      <a:pt x="68" y="142"/>
                    </a:lnTo>
                    <a:lnTo>
                      <a:pt x="68" y="142"/>
                    </a:lnTo>
                    <a:lnTo>
                      <a:pt x="64" y="142"/>
                    </a:lnTo>
                    <a:lnTo>
                      <a:pt x="64" y="142"/>
                    </a:lnTo>
                    <a:lnTo>
                      <a:pt x="64" y="142"/>
                    </a:lnTo>
                    <a:lnTo>
                      <a:pt x="64" y="138"/>
                    </a:lnTo>
                    <a:lnTo>
                      <a:pt x="64" y="138"/>
                    </a:lnTo>
                    <a:lnTo>
                      <a:pt x="64" y="142"/>
                    </a:lnTo>
                    <a:lnTo>
                      <a:pt x="60" y="142"/>
                    </a:lnTo>
                    <a:lnTo>
                      <a:pt x="60" y="138"/>
                    </a:lnTo>
                    <a:lnTo>
                      <a:pt x="60" y="138"/>
                    </a:lnTo>
                    <a:lnTo>
                      <a:pt x="60" y="138"/>
                    </a:lnTo>
                    <a:lnTo>
                      <a:pt x="60" y="138"/>
                    </a:lnTo>
                    <a:lnTo>
                      <a:pt x="60" y="138"/>
                    </a:lnTo>
                    <a:lnTo>
                      <a:pt x="56" y="138"/>
                    </a:lnTo>
                    <a:lnTo>
                      <a:pt x="56" y="138"/>
                    </a:lnTo>
                    <a:lnTo>
                      <a:pt x="56" y="138"/>
                    </a:lnTo>
                    <a:lnTo>
                      <a:pt x="56" y="138"/>
                    </a:lnTo>
                    <a:lnTo>
                      <a:pt x="56" y="138"/>
                    </a:lnTo>
                    <a:lnTo>
                      <a:pt x="54" y="134"/>
                    </a:lnTo>
                    <a:lnTo>
                      <a:pt x="54" y="134"/>
                    </a:lnTo>
                    <a:lnTo>
                      <a:pt x="54" y="134"/>
                    </a:lnTo>
                    <a:lnTo>
                      <a:pt x="54" y="134"/>
                    </a:lnTo>
                    <a:lnTo>
                      <a:pt x="54" y="134"/>
                    </a:lnTo>
                    <a:lnTo>
                      <a:pt x="50" y="130"/>
                    </a:lnTo>
                    <a:lnTo>
                      <a:pt x="50" y="130"/>
                    </a:lnTo>
                    <a:lnTo>
                      <a:pt x="46" y="130"/>
                    </a:lnTo>
                    <a:lnTo>
                      <a:pt x="46" y="130"/>
                    </a:lnTo>
                    <a:lnTo>
                      <a:pt x="42" y="130"/>
                    </a:lnTo>
                    <a:lnTo>
                      <a:pt x="42" y="130"/>
                    </a:lnTo>
                    <a:lnTo>
                      <a:pt x="42" y="134"/>
                    </a:lnTo>
                    <a:lnTo>
                      <a:pt x="42" y="134"/>
                    </a:lnTo>
                    <a:lnTo>
                      <a:pt x="42" y="138"/>
                    </a:lnTo>
                    <a:lnTo>
                      <a:pt x="42" y="138"/>
                    </a:lnTo>
                    <a:lnTo>
                      <a:pt x="42" y="138"/>
                    </a:lnTo>
                    <a:lnTo>
                      <a:pt x="38" y="138"/>
                    </a:lnTo>
                    <a:lnTo>
                      <a:pt x="38" y="138"/>
                    </a:lnTo>
                    <a:lnTo>
                      <a:pt x="38" y="142"/>
                    </a:lnTo>
                    <a:lnTo>
                      <a:pt x="38" y="142"/>
                    </a:lnTo>
                    <a:lnTo>
                      <a:pt x="38" y="146"/>
                    </a:lnTo>
                    <a:lnTo>
                      <a:pt x="38" y="146"/>
                    </a:lnTo>
                    <a:lnTo>
                      <a:pt x="38" y="146"/>
                    </a:lnTo>
                    <a:lnTo>
                      <a:pt x="38" y="146"/>
                    </a:lnTo>
                    <a:lnTo>
                      <a:pt x="38" y="146"/>
                    </a:lnTo>
                    <a:lnTo>
                      <a:pt x="34" y="150"/>
                    </a:lnTo>
                    <a:lnTo>
                      <a:pt x="34" y="150"/>
                    </a:lnTo>
                    <a:lnTo>
                      <a:pt x="30" y="150"/>
                    </a:lnTo>
                    <a:lnTo>
                      <a:pt x="30" y="152"/>
                    </a:lnTo>
                    <a:lnTo>
                      <a:pt x="30" y="152"/>
                    </a:lnTo>
                    <a:lnTo>
                      <a:pt x="30" y="152"/>
                    </a:lnTo>
                    <a:lnTo>
                      <a:pt x="30" y="152"/>
                    </a:lnTo>
                    <a:lnTo>
                      <a:pt x="30" y="156"/>
                    </a:lnTo>
                    <a:lnTo>
                      <a:pt x="30" y="156"/>
                    </a:lnTo>
                    <a:lnTo>
                      <a:pt x="26" y="156"/>
                    </a:lnTo>
                    <a:lnTo>
                      <a:pt x="26" y="156"/>
                    </a:lnTo>
                    <a:lnTo>
                      <a:pt x="26" y="156"/>
                    </a:lnTo>
                    <a:lnTo>
                      <a:pt x="26" y="156"/>
                    </a:lnTo>
                    <a:lnTo>
                      <a:pt x="26" y="156"/>
                    </a:lnTo>
                    <a:lnTo>
                      <a:pt x="26" y="156"/>
                    </a:lnTo>
                    <a:lnTo>
                      <a:pt x="26" y="156"/>
                    </a:lnTo>
                    <a:lnTo>
                      <a:pt x="26" y="160"/>
                    </a:lnTo>
                    <a:lnTo>
                      <a:pt x="26" y="160"/>
                    </a:lnTo>
                    <a:lnTo>
                      <a:pt x="24" y="160"/>
                    </a:lnTo>
                    <a:lnTo>
                      <a:pt x="24" y="160"/>
                    </a:lnTo>
                    <a:lnTo>
                      <a:pt x="24" y="160"/>
                    </a:lnTo>
                    <a:lnTo>
                      <a:pt x="24" y="160"/>
                    </a:lnTo>
                    <a:lnTo>
                      <a:pt x="24" y="160"/>
                    </a:lnTo>
                    <a:lnTo>
                      <a:pt x="20" y="160"/>
                    </a:lnTo>
                    <a:lnTo>
                      <a:pt x="20" y="160"/>
                    </a:lnTo>
                    <a:lnTo>
                      <a:pt x="20" y="160"/>
                    </a:lnTo>
                    <a:lnTo>
                      <a:pt x="20" y="160"/>
                    </a:lnTo>
                    <a:lnTo>
                      <a:pt x="20" y="160"/>
                    </a:lnTo>
                    <a:lnTo>
                      <a:pt x="20" y="160"/>
                    </a:lnTo>
                    <a:lnTo>
                      <a:pt x="16" y="160"/>
                    </a:lnTo>
                    <a:lnTo>
                      <a:pt x="16" y="160"/>
                    </a:lnTo>
                    <a:lnTo>
                      <a:pt x="16" y="160"/>
                    </a:lnTo>
                    <a:lnTo>
                      <a:pt x="16" y="160"/>
                    </a:lnTo>
                    <a:lnTo>
                      <a:pt x="16" y="160"/>
                    </a:lnTo>
                    <a:lnTo>
                      <a:pt x="16" y="160"/>
                    </a:lnTo>
                    <a:lnTo>
                      <a:pt x="16" y="160"/>
                    </a:lnTo>
                    <a:lnTo>
                      <a:pt x="12" y="160"/>
                    </a:lnTo>
                    <a:lnTo>
                      <a:pt x="12" y="160"/>
                    </a:lnTo>
                    <a:lnTo>
                      <a:pt x="12" y="160"/>
                    </a:lnTo>
                    <a:lnTo>
                      <a:pt x="12" y="160"/>
                    </a:lnTo>
                    <a:lnTo>
                      <a:pt x="12" y="160"/>
                    </a:lnTo>
                    <a:lnTo>
                      <a:pt x="12" y="160"/>
                    </a:lnTo>
                    <a:lnTo>
                      <a:pt x="12" y="160"/>
                    </a:lnTo>
                    <a:lnTo>
                      <a:pt x="8" y="160"/>
                    </a:lnTo>
                    <a:lnTo>
                      <a:pt x="8" y="156"/>
                    </a:lnTo>
                    <a:lnTo>
                      <a:pt x="8" y="152"/>
                    </a:lnTo>
                    <a:lnTo>
                      <a:pt x="8" y="152"/>
                    </a:lnTo>
                    <a:lnTo>
                      <a:pt x="8" y="152"/>
                    </a:lnTo>
                    <a:lnTo>
                      <a:pt x="8" y="152"/>
                    </a:lnTo>
                    <a:lnTo>
                      <a:pt x="8" y="152"/>
                    </a:lnTo>
                    <a:lnTo>
                      <a:pt x="12" y="152"/>
                    </a:lnTo>
                    <a:lnTo>
                      <a:pt x="12" y="150"/>
                    </a:lnTo>
                    <a:lnTo>
                      <a:pt x="12" y="150"/>
                    </a:lnTo>
                    <a:lnTo>
                      <a:pt x="12" y="150"/>
                    </a:lnTo>
                    <a:lnTo>
                      <a:pt x="12" y="146"/>
                    </a:lnTo>
                    <a:lnTo>
                      <a:pt x="12" y="142"/>
                    </a:lnTo>
                    <a:lnTo>
                      <a:pt x="12" y="142"/>
                    </a:lnTo>
                    <a:lnTo>
                      <a:pt x="12" y="142"/>
                    </a:lnTo>
                    <a:lnTo>
                      <a:pt x="8" y="138"/>
                    </a:lnTo>
                    <a:lnTo>
                      <a:pt x="8" y="138"/>
                    </a:lnTo>
                    <a:lnTo>
                      <a:pt x="12" y="138"/>
                    </a:lnTo>
                    <a:lnTo>
                      <a:pt x="8" y="134"/>
                    </a:lnTo>
                    <a:lnTo>
                      <a:pt x="8" y="134"/>
                    </a:lnTo>
                    <a:lnTo>
                      <a:pt x="8" y="134"/>
                    </a:lnTo>
                    <a:lnTo>
                      <a:pt x="8" y="130"/>
                    </a:lnTo>
                    <a:lnTo>
                      <a:pt x="8" y="130"/>
                    </a:lnTo>
                    <a:lnTo>
                      <a:pt x="4" y="128"/>
                    </a:lnTo>
                    <a:lnTo>
                      <a:pt x="4" y="128"/>
                    </a:lnTo>
                    <a:lnTo>
                      <a:pt x="4" y="124"/>
                    </a:lnTo>
                    <a:lnTo>
                      <a:pt x="4" y="124"/>
                    </a:lnTo>
                    <a:lnTo>
                      <a:pt x="0" y="124"/>
                    </a:lnTo>
                    <a:lnTo>
                      <a:pt x="0" y="124"/>
                    </a:lnTo>
                    <a:lnTo>
                      <a:pt x="0" y="124"/>
                    </a:lnTo>
                    <a:lnTo>
                      <a:pt x="0" y="124"/>
                    </a:lnTo>
                    <a:lnTo>
                      <a:pt x="0" y="124"/>
                    </a:lnTo>
                    <a:lnTo>
                      <a:pt x="0" y="124"/>
                    </a:lnTo>
                    <a:lnTo>
                      <a:pt x="0" y="120"/>
                    </a:lnTo>
                    <a:lnTo>
                      <a:pt x="0" y="116"/>
                    </a:lnTo>
                    <a:lnTo>
                      <a:pt x="0" y="112"/>
                    </a:lnTo>
                    <a:lnTo>
                      <a:pt x="0" y="108"/>
                    </a:lnTo>
                    <a:lnTo>
                      <a:pt x="0" y="104"/>
                    </a:lnTo>
                    <a:lnTo>
                      <a:pt x="0" y="104"/>
                    </a:lnTo>
                    <a:lnTo>
                      <a:pt x="0" y="100"/>
                    </a:lnTo>
                    <a:lnTo>
                      <a:pt x="0" y="98"/>
                    </a:lnTo>
                    <a:lnTo>
                      <a:pt x="0" y="98"/>
                    </a:lnTo>
                    <a:lnTo>
                      <a:pt x="0" y="94"/>
                    </a:lnTo>
                    <a:lnTo>
                      <a:pt x="0" y="90"/>
                    </a:lnTo>
                    <a:lnTo>
                      <a:pt x="0" y="90"/>
                    </a:lnTo>
                    <a:lnTo>
                      <a:pt x="0" y="90"/>
                    </a:lnTo>
                    <a:lnTo>
                      <a:pt x="0" y="86"/>
                    </a:lnTo>
                    <a:lnTo>
                      <a:pt x="0" y="82"/>
                    </a:lnTo>
                    <a:lnTo>
                      <a:pt x="0" y="78"/>
                    </a:lnTo>
                    <a:lnTo>
                      <a:pt x="0" y="74"/>
                    </a:lnTo>
                    <a:lnTo>
                      <a:pt x="0" y="74"/>
                    </a:lnTo>
                    <a:lnTo>
                      <a:pt x="0" y="74"/>
                    </a:lnTo>
                    <a:lnTo>
                      <a:pt x="4" y="74"/>
                    </a:lnTo>
                    <a:lnTo>
                      <a:pt x="8" y="74"/>
                    </a:lnTo>
                    <a:lnTo>
                      <a:pt x="12" y="74"/>
                    </a:lnTo>
                    <a:lnTo>
                      <a:pt x="16" y="74"/>
                    </a:lnTo>
                    <a:lnTo>
                      <a:pt x="16" y="72"/>
                    </a:lnTo>
                    <a:lnTo>
                      <a:pt x="16" y="72"/>
                    </a:lnTo>
                    <a:lnTo>
                      <a:pt x="16" y="68"/>
                    </a:lnTo>
                    <a:lnTo>
                      <a:pt x="16" y="60"/>
                    </a:lnTo>
                    <a:lnTo>
                      <a:pt x="16" y="56"/>
                    </a:lnTo>
                    <a:lnTo>
                      <a:pt x="16" y="56"/>
                    </a:lnTo>
                    <a:lnTo>
                      <a:pt x="16" y="52"/>
                    </a:lnTo>
                    <a:lnTo>
                      <a:pt x="16" y="42"/>
                    </a:lnTo>
                    <a:lnTo>
                      <a:pt x="16" y="38"/>
                    </a:lnTo>
                    <a:lnTo>
                      <a:pt x="16" y="22"/>
                    </a:lnTo>
                    <a:lnTo>
                      <a:pt x="16" y="16"/>
                    </a:lnTo>
                    <a:lnTo>
                      <a:pt x="16" y="12"/>
                    </a:lnTo>
                    <a:lnTo>
                      <a:pt x="16" y="8"/>
                    </a:lnTo>
                    <a:lnTo>
                      <a:pt x="16" y="8"/>
                    </a:lnTo>
                    <a:lnTo>
                      <a:pt x="20" y="8"/>
                    </a:lnTo>
                    <a:lnTo>
                      <a:pt x="20" y="8"/>
                    </a:lnTo>
                    <a:lnTo>
                      <a:pt x="26" y="8"/>
                    </a:lnTo>
                    <a:lnTo>
                      <a:pt x="30" y="4"/>
                    </a:lnTo>
                    <a:lnTo>
                      <a:pt x="34" y="4"/>
                    </a:lnTo>
                    <a:lnTo>
                      <a:pt x="38" y="4"/>
                    </a:lnTo>
                    <a:lnTo>
                      <a:pt x="46" y="4"/>
                    </a:lnTo>
                    <a:lnTo>
                      <a:pt x="46" y="4"/>
                    </a:lnTo>
                    <a:lnTo>
                      <a:pt x="46" y="4"/>
                    </a:lnTo>
                    <a:lnTo>
                      <a:pt x="46" y="4"/>
                    </a:lnTo>
                    <a:lnTo>
                      <a:pt x="50" y="4"/>
                    </a:lnTo>
                    <a:lnTo>
                      <a:pt x="50" y="4"/>
                    </a:lnTo>
                    <a:lnTo>
                      <a:pt x="50" y="4"/>
                    </a:lnTo>
                    <a:lnTo>
                      <a:pt x="50" y="4"/>
                    </a:lnTo>
                    <a:lnTo>
                      <a:pt x="50" y="8"/>
                    </a:lnTo>
                    <a:lnTo>
                      <a:pt x="50" y="8"/>
                    </a:lnTo>
                    <a:lnTo>
                      <a:pt x="50" y="8"/>
                    </a:lnTo>
                    <a:lnTo>
                      <a:pt x="50" y="8"/>
                    </a:lnTo>
                    <a:lnTo>
                      <a:pt x="50" y="8"/>
                    </a:lnTo>
                    <a:lnTo>
                      <a:pt x="50" y="8"/>
                    </a:lnTo>
                    <a:lnTo>
                      <a:pt x="50" y="12"/>
                    </a:lnTo>
                    <a:lnTo>
                      <a:pt x="50" y="12"/>
                    </a:lnTo>
                    <a:lnTo>
                      <a:pt x="54" y="12"/>
                    </a:lnTo>
                    <a:lnTo>
                      <a:pt x="54" y="12"/>
                    </a:lnTo>
                    <a:lnTo>
                      <a:pt x="54" y="12"/>
                    </a:lnTo>
                    <a:lnTo>
                      <a:pt x="54" y="8"/>
                    </a:lnTo>
                    <a:lnTo>
                      <a:pt x="54" y="8"/>
                    </a:lnTo>
                    <a:lnTo>
                      <a:pt x="54" y="8"/>
                    </a:lnTo>
                    <a:lnTo>
                      <a:pt x="56" y="8"/>
                    </a:lnTo>
                    <a:lnTo>
                      <a:pt x="56" y="8"/>
                    </a:lnTo>
                    <a:lnTo>
                      <a:pt x="56" y="8"/>
                    </a:lnTo>
                    <a:lnTo>
                      <a:pt x="56" y="8"/>
                    </a:lnTo>
                    <a:lnTo>
                      <a:pt x="56" y="4"/>
                    </a:lnTo>
                    <a:lnTo>
                      <a:pt x="60" y="4"/>
                    </a:lnTo>
                    <a:lnTo>
                      <a:pt x="60" y="0"/>
                    </a:lnTo>
                    <a:lnTo>
                      <a:pt x="64" y="0"/>
                    </a:lnTo>
                    <a:lnTo>
                      <a:pt x="64" y="0"/>
                    </a:lnTo>
                    <a:lnTo>
                      <a:pt x="64" y="4"/>
                    </a:lnTo>
                    <a:lnTo>
                      <a:pt x="64" y="4"/>
                    </a:lnTo>
                    <a:lnTo>
                      <a:pt x="64" y="4"/>
                    </a:lnTo>
                    <a:lnTo>
                      <a:pt x="64" y="4"/>
                    </a:lnTo>
                    <a:lnTo>
                      <a:pt x="64" y="4"/>
                    </a:lnTo>
                    <a:lnTo>
                      <a:pt x="64" y="4"/>
                    </a:lnTo>
                    <a:lnTo>
                      <a:pt x="68" y="0"/>
                    </a:lnTo>
                    <a:lnTo>
                      <a:pt x="68" y="0"/>
                    </a:lnTo>
                    <a:lnTo>
                      <a:pt x="72" y="0"/>
                    </a:lnTo>
                    <a:lnTo>
                      <a:pt x="72" y="0"/>
                    </a:lnTo>
                    <a:lnTo>
                      <a:pt x="72" y="0"/>
                    </a:lnTo>
                    <a:lnTo>
                      <a:pt x="72" y="0"/>
                    </a:lnTo>
                    <a:lnTo>
                      <a:pt x="72" y="0"/>
                    </a:lnTo>
                    <a:lnTo>
                      <a:pt x="72" y="0"/>
                    </a:lnTo>
                    <a:lnTo>
                      <a:pt x="76" y="0"/>
                    </a:lnTo>
                    <a:lnTo>
                      <a:pt x="76" y="0"/>
                    </a:lnTo>
                    <a:lnTo>
                      <a:pt x="76" y="0"/>
                    </a:lnTo>
                    <a:lnTo>
                      <a:pt x="76" y="0"/>
                    </a:lnTo>
                    <a:lnTo>
                      <a:pt x="76" y="0"/>
                    </a:lnTo>
                    <a:lnTo>
                      <a:pt x="76" y="0"/>
                    </a:lnTo>
                    <a:lnTo>
                      <a:pt x="76" y="4"/>
                    </a:lnTo>
                    <a:lnTo>
                      <a:pt x="76" y="4"/>
                    </a:lnTo>
                    <a:lnTo>
                      <a:pt x="76" y="4"/>
                    </a:lnTo>
                    <a:lnTo>
                      <a:pt x="76" y="4"/>
                    </a:lnTo>
                    <a:lnTo>
                      <a:pt x="80" y="8"/>
                    </a:lnTo>
                    <a:lnTo>
                      <a:pt x="80" y="8"/>
                    </a:lnTo>
                    <a:lnTo>
                      <a:pt x="80" y="8"/>
                    </a:lnTo>
                    <a:lnTo>
                      <a:pt x="80" y="8"/>
                    </a:lnTo>
                    <a:lnTo>
                      <a:pt x="80" y="8"/>
                    </a:lnTo>
                    <a:lnTo>
                      <a:pt x="80" y="12"/>
                    </a:lnTo>
                    <a:lnTo>
                      <a:pt x="80" y="12"/>
                    </a:lnTo>
                    <a:lnTo>
                      <a:pt x="80" y="12"/>
                    </a:lnTo>
                    <a:lnTo>
                      <a:pt x="82" y="12"/>
                    </a:lnTo>
                    <a:lnTo>
                      <a:pt x="82" y="16"/>
                    </a:lnTo>
                    <a:lnTo>
                      <a:pt x="82" y="18"/>
                    </a:lnTo>
                    <a:lnTo>
                      <a:pt x="82" y="18"/>
                    </a:lnTo>
                    <a:lnTo>
                      <a:pt x="86" y="18"/>
                    </a:lnTo>
                    <a:lnTo>
                      <a:pt x="86" y="18"/>
                    </a:lnTo>
                    <a:lnTo>
                      <a:pt x="86" y="18"/>
                    </a:lnTo>
                    <a:lnTo>
                      <a:pt x="86" y="18"/>
                    </a:lnTo>
                    <a:lnTo>
                      <a:pt x="86" y="22"/>
                    </a:lnTo>
                    <a:lnTo>
                      <a:pt x="86" y="22"/>
                    </a:lnTo>
                    <a:lnTo>
                      <a:pt x="86" y="22"/>
                    </a:lnTo>
                    <a:lnTo>
                      <a:pt x="86" y="22"/>
                    </a:lnTo>
                    <a:lnTo>
                      <a:pt x="86" y="26"/>
                    </a:lnTo>
                    <a:lnTo>
                      <a:pt x="86" y="26"/>
                    </a:lnTo>
                    <a:lnTo>
                      <a:pt x="86" y="30"/>
                    </a:lnTo>
                    <a:lnTo>
                      <a:pt x="86" y="30"/>
                    </a:lnTo>
                    <a:lnTo>
                      <a:pt x="86" y="30"/>
                    </a:lnTo>
                    <a:lnTo>
                      <a:pt x="90" y="30"/>
                    </a:lnTo>
                    <a:lnTo>
                      <a:pt x="90" y="30"/>
                    </a:lnTo>
                    <a:lnTo>
                      <a:pt x="90" y="30"/>
                    </a:lnTo>
                    <a:lnTo>
                      <a:pt x="90" y="34"/>
                    </a:lnTo>
                    <a:lnTo>
                      <a:pt x="94" y="34"/>
                    </a:lnTo>
                    <a:lnTo>
                      <a:pt x="94" y="34"/>
                    </a:lnTo>
                    <a:lnTo>
                      <a:pt x="94" y="34"/>
                    </a:lnTo>
                    <a:lnTo>
                      <a:pt x="94" y="34"/>
                    </a:lnTo>
                    <a:lnTo>
                      <a:pt x="94" y="34"/>
                    </a:lnTo>
                    <a:lnTo>
                      <a:pt x="94" y="34"/>
                    </a:lnTo>
                    <a:lnTo>
                      <a:pt x="94" y="34"/>
                    </a:lnTo>
                    <a:lnTo>
                      <a:pt x="94" y="38"/>
                    </a:lnTo>
                    <a:lnTo>
                      <a:pt x="98" y="38"/>
                    </a:lnTo>
                    <a:lnTo>
                      <a:pt x="102" y="38"/>
                    </a:lnTo>
                    <a:lnTo>
                      <a:pt x="102" y="38"/>
                    </a:lnTo>
                    <a:lnTo>
                      <a:pt x="102" y="42"/>
                    </a:lnTo>
                    <a:lnTo>
                      <a:pt x="106" y="42"/>
                    </a:lnTo>
                    <a:lnTo>
                      <a:pt x="106" y="42"/>
                    </a:lnTo>
                    <a:lnTo>
                      <a:pt x="106" y="46"/>
                    </a:lnTo>
                    <a:lnTo>
                      <a:pt x="106" y="46"/>
                    </a:lnTo>
                    <a:lnTo>
                      <a:pt x="106" y="46"/>
                    </a:lnTo>
                    <a:lnTo>
                      <a:pt x="106" y="46"/>
                    </a:lnTo>
                    <a:lnTo>
                      <a:pt x="106" y="46"/>
                    </a:lnTo>
                    <a:lnTo>
                      <a:pt x="106" y="46"/>
                    </a:lnTo>
                    <a:lnTo>
                      <a:pt x="106" y="46"/>
                    </a:lnTo>
                    <a:lnTo>
                      <a:pt x="106" y="46"/>
                    </a:lnTo>
                    <a:lnTo>
                      <a:pt x="106" y="46"/>
                    </a:lnTo>
                    <a:lnTo>
                      <a:pt x="110" y="46"/>
                    </a:lnTo>
                    <a:lnTo>
                      <a:pt x="110" y="46"/>
                    </a:lnTo>
                    <a:lnTo>
                      <a:pt x="110" y="46"/>
                    </a:lnTo>
                    <a:lnTo>
                      <a:pt x="110" y="48"/>
                    </a:lnTo>
                    <a:lnTo>
                      <a:pt x="110" y="52"/>
                    </a:lnTo>
                    <a:lnTo>
                      <a:pt x="110" y="52"/>
                    </a:lnTo>
                    <a:lnTo>
                      <a:pt x="110" y="52"/>
                    </a:lnTo>
                    <a:lnTo>
                      <a:pt x="110" y="52"/>
                    </a:lnTo>
                    <a:lnTo>
                      <a:pt x="110" y="52"/>
                    </a:lnTo>
                    <a:lnTo>
                      <a:pt x="110" y="56"/>
                    </a:lnTo>
                    <a:lnTo>
                      <a:pt x="110" y="56"/>
                    </a:lnTo>
                    <a:lnTo>
                      <a:pt x="110" y="60"/>
                    </a:lnTo>
                    <a:lnTo>
                      <a:pt x="110" y="60"/>
                    </a:lnTo>
                    <a:lnTo>
                      <a:pt x="112" y="60"/>
                    </a:lnTo>
                    <a:lnTo>
                      <a:pt x="112" y="60"/>
                    </a:lnTo>
                    <a:lnTo>
                      <a:pt x="112" y="64"/>
                    </a:lnTo>
                    <a:lnTo>
                      <a:pt x="112" y="64"/>
                    </a:lnTo>
                    <a:lnTo>
                      <a:pt x="112" y="64"/>
                    </a:lnTo>
                    <a:lnTo>
                      <a:pt x="112" y="64"/>
                    </a:lnTo>
                    <a:lnTo>
                      <a:pt x="112" y="64"/>
                    </a:lnTo>
                    <a:lnTo>
                      <a:pt x="112" y="68"/>
                    </a:lnTo>
                    <a:lnTo>
                      <a:pt x="116" y="68"/>
                    </a:lnTo>
                    <a:lnTo>
                      <a:pt x="116" y="68"/>
                    </a:lnTo>
                    <a:lnTo>
                      <a:pt x="116" y="68"/>
                    </a:lnTo>
                    <a:lnTo>
                      <a:pt x="116" y="68"/>
                    </a:lnTo>
                    <a:lnTo>
                      <a:pt x="120" y="68"/>
                    </a:lnTo>
                    <a:lnTo>
                      <a:pt x="120" y="68"/>
                    </a:lnTo>
                    <a:lnTo>
                      <a:pt x="120" y="68"/>
                    </a:lnTo>
                    <a:lnTo>
                      <a:pt x="120" y="68"/>
                    </a:lnTo>
                    <a:lnTo>
                      <a:pt x="120" y="68"/>
                    </a:lnTo>
                    <a:lnTo>
                      <a:pt x="120" y="68"/>
                    </a:lnTo>
                    <a:lnTo>
                      <a:pt x="120" y="68"/>
                    </a:lnTo>
                    <a:lnTo>
                      <a:pt x="124" y="68"/>
                    </a:lnTo>
                    <a:lnTo>
                      <a:pt x="126" y="68"/>
                    </a:lnTo>
                    <a:lnTo>
                      <a:pt x="126" y="68"/>
                    </a:lnTo>
                    <a:lnTo>
                      <a:pt x="126" y="68"/>
                    </a:lnTo>
                    <a:lnTo>
                      <a:pt x="126" y="68"/>
                    </a:lnTo>
                    <a:lnTo>
                      <a:pt x="126" y="72"/>
                    </a:lnTo>
                    <a:lnTo>
                      <a:pt x="126" y="72"/>
                    </a:lnTo>
                    <a:lnTo>
                      <a:pt x="126" y="72"/>
                    </a:lnTo>
                    <a:lnTo>
                      <a:pt x="126" y="72"/>
                    </a:lnTo>
                    <a:lnTo>
                      <a:pt x="126" y="72"/>
                    </a:lnTo>
                    <a:lnTo>
                      <a:pt x="126" y="72"/>
                    </a:lnTo>
                    <a:lnTo>
                      <a:pt x="126" y="74"/>
                    </a:lnTo>
                    <a:lnTo>
                      <a:pt x="126" y="74"/>
                    </a:lnTo>
                    <a:lnTo>
                      <a:pt x="126" y="74"/>
                    </a:lnTo>
                    <a:lnTo>
                      <a:pt x="126" y="74"/>
                    </a:lnTo>
                    <a:lnTo>
                      <a:pt x="126" y="74"/>
                    </a:lnTo>
                    <a:lnTo>
                      <a:pt x="130" y="74"/>
                    </a:lnTo>
                    <a:lnTo>
                      <a:pt x="130" y="74"/>
                    </a:lnTo>
                    <a:lnTo>
                      <a:pt x="130" y="74"/>
                    </a:lnTo>
                    <a:lnTo>
                      <a:pt x="130" y="74"/>
                    </a:lnTo>
                    <a:lnTo>
                      <a:pt x="130" y="74"/>
                    </a:lnTo>
                    <a:lnTo>
                      <a:pt x="130" y="74"/>
                    </a:lnTo>
                    <a:lnTo>
                      <a:pt x="130" y="74"/>
                    </a:lnTo>
                    <a:lnTo>
                      <a:pt x="130" y="74"/>
                    </a:lnTo>
                    <a:lnTo>
                      <a:pt x="126" y="78"/>
                    </a:lnTo>
                    <a:lnTo>
                      <a:pt x="126" y="78"/>
                    </a:lnTo>
                    <a:lnTo>
                      <a:pt x="126" y="78"/>
                    </a:lnTo>
                    <a:lnTo>
                      <a:pt x="126" y="78"/>
                    </a:lnTo>
                    <a:lnTo>
                      <a:pt x="126" y="78"/>
                    </a:lnTo>
                    <a:lnTo>
                      <a:pt x="126" y="78"/>
                    </a:lnTo>
                    <a:lnTo>
                      <a:pt x="126" y="78"/>
                    </a:lnTo>
                    <a:lnTo>
                      <a:pt x="126" y="82"/>
                    </a:lnTo>
                    <a:lnTo>
                      <a:pt x="126" y="82"/>
                    </a:lnTo>
                    <a:lnTo>
                      <a:pt x="124" y="82"/>
                    </a:lnTo>
                    <a:lnTo>
                      <a:pt x="124" y="82"/>
                    </a:lnTo>
                    <a:lnTo>
                      <a:pt x="120" y="82"/>
                    </a:lnTo>
                    <a:lnTo>
                      <a:pt x="120" y="82"/>
                    </a:lnTo>
                    <a:lnTo>
                      <a:pt x="116" y="82"/>
                    </a:lnTo>
                    <a:lnTo>
                      <a:pt x="116" y="86"/>
                    </a:lnTo>
                    <a:lnTo>
                      <a:pt x="116" y="86"/>
                    </a:lnTo>
                    <a:lnTo>
                      <a:pt x="116" y="86"/>
                    </a:lnTo>
                    <a:lnTo>
                      <a:pt x="116" y="86"/>
                    </a:lnTo>
                    <a:lnTo>
                      <a:pt x="116" y="86"/>
                    </a:lnTo>
                    <a:lnTo>
                      <a:pt x="116" y="86"/>
                    </a:lnTo>
                    <a:lnTo>
                      <a:pt x="116" y="86"/>
                    </a:lnTo>
                    <a:lnTo>
                      <a:pt x="112" y="90"/>
                    </a:lnTo>
                    <a:lnTo>
                      <a:pt x="112" y="90"/>
                    </a:lnTo>
                    <a:lnTo>
                      <a:pt x="112" y="90"/>
                    </a:lnTo>
                    <a:lnTo>
                      <a:pt x="110" y="94"/>
                    </a:lnTo>
                    <a:lnTo>
                      <a:pt x="110" y="94"/>
                    </a:lnTo>
                    <a:lnTo>
                      <a:pt x="110" y="94"/>
                    </a:lnTo>
                    <a:lnTo>
                      <a:pt x="110" y="98"/>
                    </a:lnTo>
                    <a:lnTo>
                      <a:pt x="110" y="98"/>
                    </a:lnTo>
                    <a:lnTo>
                      <a:pt x="110" y="98"/>
                    </a:lnTo>
                    <a:lnTo>
                      <a:pt x="106" y="98"/>
                    </a:lnTo>
                    <a:lnTo>
                      <a:pt x="106" y="98"/>
                    </a:lnTo>
                    <a:lnTo>
                      <a:pt x="106" y="98"/>
                    </a:lnTo>
                    <a:lnTo>
                      <a:pt x="106" y="98"/>
                    </a:lnTo>
                    <a:lnTo>
                      <a:pt x="106" y="98"/>
                    </a:lnTo>
                    <a:lnTo>
                      <a:pt x="102" y="100"/>
                    </a:lnTo>
                    <a:lnTo>
                      <a:pt x="102" y="100"/>
                    </a:lnTo>
                    <a:lnTo>
                      <a:pt x="102" y="100"/>
                    </a:lnTo>
                    <a:lnTo>
                      <a:pt x="102" y="100"/>
                    </a:lnTo>
                    <a:lnTo>
                      <a:pt x="98" y="100"/>
                    </a:lnTo>
                    <a:lnTo>
                      <a:pt x="98" y="104"/>
                    </a:lnTo>
                    <a:lnTo>
                      <a:pt x="98" y="104"/>
                    </a:lnTo>
                    <a:lnTo>
                      <a:pt x="98" y="104"/>
                    </a:lnTo>
                    <a:lnTo>
                      <a:pt x="98" y="108"/>
                    </a:lnTo>
                    <a:lnTo>
                      <a:pt x="98" y="108"/>
                    </a:lnTo>
                    <a:lnTo>
                      <a:pt x="98" y="112"/>
                    </a:lnTo>
                    <a:lnTo>
                      <a:pt x="98" y="112"/>
                    </a:lnTo>
                    <a:lnTo>
                      <a:pt x="98" y="112"/>
                    </a:lnTo>
                    <a:lnTo>
                      <a:pt x="98" y="116"/>
                    </a:lnTo>
                    <a:lnTo>
                      <a:pt x="94" y="116"/>
                    </a:lnTo>
                    <a:lnTo>
                      <a:pt x="94" y="116"/>
                    </a:lnTo>
                    <a:lnTo>
                      <a:pt x="94" y="116"/>
                    </a:lnTo>
                    <a:lnTo>
                      <a:pt x="94" y="120"/>
                    </a:lnTo>
                    <a:lnTo>
                      <a:pt x="94" y="120"/>
                    </a:lnTo>
                    <a:lnTo>
                      <a:pt x="90" y="120"/>
                    </a:lnTo>
                    <a:lnTo>
                      <a:pt x="90" y="120"/>
                    </a:lnTo>
                    <a:lnTo>
                      <a:pt x="90" y="120"/>
                    </a:lnTo>
                    <a:lnTo>
                      <a:pt x="90" y="120"/>
                    </a:lnTo>
                    <a:lnTo>
                      <a:pt x="90" y="120"/>
                    </a:lnTo>
                    <a:lnTo>
                      <a:pt x="90" y="120"/>
                    </a:lnTo>
                    <a:lnTo>
                      <a:pt x="9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7" name="Freeform 131"/>
              <p:cNvSpPr>
                <a:spLocks/>
              </p:cNvSpPr>
              <p:nvPr/>
            </p:nvSpPr>
            <p:spPr bwMode="gray">
              <a:xfrm>
                <a:off x="4664291" y="4067483"/>
                <a:ext cx="194798" cy="170447"/>
              </a:xfrm>
              <a:custGeom>
                <a:avLst/>
                <a:gdLst>
                  <a:gd name="T0" fmla="*/ 86 w 112"/>
                  <a:gd name="T1" fmla="*/ 72 h 98"/>
                  <a:gd name="T2" fmla="*/ 82 w 112"/>
                  <a:gd name="T3" fmla="*/ 72 h 98"/>
                  <a:gd name="T4" fmla="*/ 74 w 112"/>
                  <a:gd name="T5" fmla="*/ 68 h 98"/>
                  <a:gd name="T6" fmla="*/ 66 w 112"/>
                  <a:gd name="T7" fmla="*/ 72 h 98"/>
                  <a:gd name="T8" fmla="*/ 64 w 112"/>
                  <a:gd name="T9" fmla="*/ 72 h 98"/>
                  <a:gd name="T10" fmla="*/ 56 w 112"/>
                  <a:gd name="T11" fmla="*/ 72 h 98"/>
                  <a:gd name="T12" fmla="*/ 38 w 112"/>
                  <a:gd name="T13" fmla="*/ 72 h 98"/>
                  <a:gd name="T14" fmla="*/ 38 w 112"/>
                  <a:gd name="T15" fmla="*/ 80 h 98"/>
                  <a:gd name="T16" fmla="*/ 38 w 112"/>
                  <a:gd name="T17" fmla="*/ 86 h 98"/>
                  <a:gd name="T18" fmla="*/ 38 w 112"/>
                  <a:gd name="T19" fmla="*/ 94 h 98"/>
                  <a:gd name="T20" fmla="*/ 38 w 112"/>
                  <a:gd name="T21" fmla="*/ 94 h 98"/>
                  <a:gd name="T22" fmla="*/ 40 w 112"/>
                  <a:gd name="T23" fmla="*/ 98 h 98"/>
                  <a:gd name="T24" fmla="*/ 38 w 112"/>
                  <a:gd name="T25" fmla="*/ 98 h 98"/>
                  <a:gd name="T26" fmla="*/ 34 w 112"/>
                  <a:gd name="T27" fmla="*/ 90 h 98"/>
                  <a:gd name="T28" fmla="*/ 26 w 112"/>
                  <a:gd name="T29" fmla="*/ 90 h 98"/>
                  <a:gd name="T30" fmla="*/ 22 w 112"/>
                  <a:gd name="T31" fmla="*/ 90 h 98"/>
                  <a:gd name="T32" fmla="*/ 18 w 112"/>
                  <a:gd name="T33" fmla="*/ 94 h 98"/>
                  <a:gd name="T34" fmla="*/ 14 w 112"/>
                  <a:gd name="T35" fmla="*/ 94 h 98"/>
                  <a:gd name="T36" fmla="*/ 12 w 112"/>
                  <a:gd name="T37" fmla="*/ 94 h 98"/>
                  <a:gd name="T38" fmla="*/ 8 w 112"/>
                  <a:gd name="T39" fmla="*/ 84 h 98"/>
                  <a:gd name="T40" fmla="*/ 4 w 112"/>
                  <a:gd name="T41" fmla="*/ 84 h 98"/>
                  <a:gd name="T42" fmla="*/ 0 w 112"/>
                  <a:gd name="T43" fmla="*/ 80 h 98"/>
                  <a:gd name="T44" fmla="*/ 0 w 112"/>
                  <a:gd name="T45" fmla="*/ 76 h 98"/>
                  <a:gd name="T46" fmla="*/ 0 w 112"/>
                  <a:gd name="T47" fmla="*/ 72 h 98"/>
                  <a:gd name="T48" fmla="*/ 4 w 112"/>
                  <a:gd name="T49" fmla="*/ 68 h 98"/>
                  <a:gd name="T50" fmla="*/ 4 w 112"/>
                  <a:gd name="T51" fmla="*/ 60 h 98"/>
                  <a:gd name="T52" fmla="*/ 8 w 112"/>
                  <a:gd name="T53" fmla="*/ 54 h 98"/>
                  <a:gd name="T54" fmla="*/ 12 w 112"/>
                  <a:gd name="T55" fmla="*/ 54 h 98"/>
                  <a:gd name="T56" fmla="*/ 14 w 112"/>
                  <a:gd name="T57" fmla="*/ 46 h 98"/>
                  <a:gd name="T58" fmla="*/ 14 w 112"/>
                  <a:gd name="T59" fmla="*/ 42 h 98"/>
                  <a:gd name="T60" fmla="*/ 18 w 112"/>
                  <a:gd name="T61" fmla="*/ 42 h 98"/>
                  <a:gd name="T62" fmla="*/ 18 w 112"/>
                  <a:gd name="T63" fmla="*/ 38 h 98"/>
                  <a:gd name="T64" fmla="*/ 18 w 112"/>
                  <a:gd name="T65" fmla="*/ 34 h 98"/>
                  <a:gd name="T66" fmla="*/ 22 w 112"/>
                  <a:gd name="T67" fmla="*/ 28 h 98"/>
                  <a:gd name="T68" fmla="*/ 30 w 112"/>
                  <a:gd name="T69" fmla="*/ 34 h 98"/>
                  <a:gd name="T70" fmla="*/ 30 w 112"/>
                  <a:gd name="T71" fmla="*/ 34 h 98"/>
                  <a:gd name="T72" fmla="*/ 30 w 112"/>
                  <a:gd name="T73" fmla="*/ 30 h 98"/>
                  <a:gd name="T74" fmla="*/ 34 w 112"/>
                  <a:gd name="T75" fmla="*/ 28 h 98"/>
                  <a:gd name="T76" fmla="*/ 38 w 112"/>
                  <a:gd name="T77" fmla="*/ 28 h 98"/>
                  <a:gd name="T78" fmla="*/ 38 w 112"/>
                  <a:gd name="T79" fmla="*/ 20 h 98"/>
                  <a:gd name="T80" fmla="*/ 44 w 112"/>
                  <a:gd name="T81" fmla="*/ 16 h 98"/>
                  <a:gd name="T82" fmla="*/ 48 w 112"/>
                  <a:gd name="T83" fmla="*/ 16 h 98"/>
                  <a:gd name="T84" fmla="*/ 52 w 112"/>
                  <a:gd name="T85" fmla="*/ 12 h 98"/>
                  <a:gd name="T86" fmla="*/ 64 w 112"/>
                  <a:gd name="T87" fmla="*/ 4 h 98"/>
                  <a:gd name="T88" fmla="*/ 70 w 112"/>
                  <a:gd name="T89" fmla="*/ 0 h 98"/>
                  <a:gd name="T90" fmla="*/ 82 w 112"/>
                  <a:gd name="T91" fmla="*/ 4 h 98"/>
                  <a:gd name="T92" fmla="*/ 82 w 112"/>
                  <a:gd name="T93" fmla="*/ 12 h 98"/>
                  <a:gd name="T94" fmla="*/ 82 w 112"/>
                  <a:gd name="T95" fmla="*/ 16 h 98"/>
                  <a:gd name="T96" fmla="*/ 86 w 112"/>
                  <a:gd name="T97" fmla="*/ 24 h 98"/>
                  <a:gd name="T98" fmla="*/ 92 w 112"/>
                  <a:gd name="T99" fmla="*/ 28 h 98"/>
                  <a:gd name="T100" fmla="*/ 96 w 112"/>
                  <a:gd name="T101" fmla="*/ 30 h 98"/>
                  <a:gd name="T102" fmla="*/ 92 w 112"/>
                  <a:gd name="T103" fmla="*/ 30 h 98"/>
                  <a:gd name="T104" fmla="*/ 92 w 112"/>
                  <a:gd name="T105" fmla="*/ 34 h 98"/>
                  <a:gd name="T106" fmla="*/ 100 w 112"/>
                  <a:gd name="T107" fmla="*/ 42 h 98"/>
                  <a:gd name="T108" fmla="*/ 108 w 112"/>
                  <a:gd name="T109" fmla="*/ 42 h 98"/>
                  <a:gd name="T110" fmla="*/ 108 w 112"/>
                  <a:gd name="T111" fmla="*/ 46 h 98"/>
                  <a:gd name="T112" fmla="*/ 112 w 112"/>
                  <a:gd name="T113" fmla="*/ 56 h 98"/>
                  <a:gd name="T114" fmla="*/ 108 w 112"/>
                  <a:gd name="T115" fmla="*/ 60 h 98"/>
                  <a:gd name="T116" fmla="*/ 108 w 112"/>
                  <a:gd name="T117" fmla="*/ 64 h 98"/>
                  <a:gd name="T118" fmla="*/ 100 w 112"/>
                  <a:gd name="T119" fmla="*/ 64 h 98"/>
                  <a:gd name="T120" fmla="*/ 96 w 112"/>
                  <a:gd name="T121" fmla="*/ 64 h 98"/>
                  <a:gd name="T122" fmla="*/ 96 w 112"/>
                  <a:gd name="T123" fmla="*/ 64 h 98"/>
                  <a:gd name="T124" fmla="*/ 92 w 112"/>
                  <a:gd name="T125" fmla="*/ 7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2" h="98">
                    <a:moveTo>
                      <a:pt x="90" y="72"/>
                    </a:moveTo>
                    <a:lnTo>
                      <a:pt x="90" y="72"/>
                    </a:lnTo>
                    <a:lnTo>
                      <a:pt x="90" y="72"/>
                    </a:lnTo>
                    <a:lnTo>
                      <a:pt x="90" y="72"/>
                    </a:lnTo>
                    <a:lnTo>
                      <a:pt x="86" y="72"/>
                    </a:lnTo>
                    <a:lnTo>
                      <a:pt x="86" y="72"/>
                    </a:lnTo>
                    <a:lnTo>
                      <a:pt x="86" y="72"/>
                    </a:lnTo>
                    <a:lnTo>
                      <a:pt x="86" y="72"/>
                    </a:lnTo>
                    <a:lnTo>
                      <a:pt x="86" y="72"/>
                    </a:lnTo>
                    <a:lnTo>
                      <a:pt x="82" y="72"/>
                    </a:lnTo>
                    <a:lnTo>
                      <a:pt x="82" y="72"/>
                    </a:lnTo>
                    <a:lnTo>
                      <a:pt x="78" y="68"/>
                    </a:lnTo>
                    <a:lnTo>
                      <a:pt x="78" y="68"/>
                    </a:lnTo>
                    <a:lnTo>
                      <a:pt x="74" y="68"/>
                    </a:lnTo>
                    <a:lnTo>
                      <a:pt x="74" y="68"/>
                    </a:lnTo>
                    <a:lnTo>
                      <a:pt x="74" y="68"/>
                    </a:lnTo>
                    <a:lnTo>
                      <a:pt x="74" y="68"/>
                    </a:lnTo>
                    <a:lnTo>
                      <a:pt x="74" y="72"/>
                    </a:lnTo>
                    <a:lnTo>
                      <a:pt x="70" y="72"/>
                    </a:lnTo>
                    <a:lnTo>
                      <a:pt x="66" y="72"/>
                    </a:lnTo>
                    <a:lnTo>
                      <a:pt x="66" y="72"/>
                    </a:lnTo>
                    <a:lnTo>
                      <a:pt x="66" y="72"/>
                    </a:lnTo>
                    <a:lnTo>
                      <a:pt x="66" y="72"/>
                    </a:lnTo>
                    <a:lnTo>
                      <a:pt x="66" y="72"/>
                    </a:lnTo>
                    <a:lnTo>
                      <a:pt x="64" y="72"/>
                    </a:lnTo>
                    <a:lnTo>
                      <a:pt x="64" y="72"/>
                    </a:lnTo>
                    <a:lnTo>
                      <a:pt x="60" y="72"/>
                    </a:lnTo>
                    <a:lnTo>
                      <a:pt x="60" y="72"/>
                    </a:lnTo>
                    <a:lnTo>
                      <a:pt x="56" y="72"/>
                    </a:lnTo>
                    <a:lnTo>
                      <a:pt x="56" y="72"/>
                    </a:lnTo>
                    <a:lnTo>
                      <a:pt x="52" y="72"/>
                    </a:lnTo>
                    <a:lnTo>
                      <a:pt x="48" y="72"/>
                    </a:lnTo>
                    <a:lnTo>
                      <a:pt x="44" y="72"/>
                    </a:lnTo>
                    <a:lnTo>
                      <a:pt x="40" y="72"/>
                    </a:lnTo>
                    <a:lnTo>
                      <a:pt x="38" y="72"/>
                    </a:lnTo>
                    <a:lnTo>
                      <a:pt x="38" y="72"/>
                    </a:lnTo>
                    <a:lnTo>
                      <a:pt x="38" y="72"/>
                    </a:lnTo>
                    <a:lnTo>
                      <a:pt x="38" y="76"/>
                    </a:lnTo>
                    <a:lnTo>
                      <a:pt x="38" y="76"/>
                    </a:lnTo>
                    <a:lnTo>
                      <a:pt x="38" y="80"/>
                    </a:lnTo>
                    <a:lnTo>
                      <a:pt x="38" y="80"/>
                    </a:lnTo>
                    <a:lnTo>
                      <a:pt x="38" y="80"/>
                    </a:lnTo>
                    <a:lnTo>
                      <a:pt x="38" y="84"/>
                    </a:lnTo>
                    <a:lnTo>
                      <a:pt x="38" y="84"/>
                    </a:lnTo>
                    <a:lnTo>
                      <a:pt x="38" y="86"/>
                    </a:lnTo>
                    <a:lnTo>
                      <a:pt x="38" y="86"/>
                    </a:lnTo>
                    <a:lnTo>
                      <a:pt x="38" y="86"/>
                    </a:lnTo>
                    <a:lnTo>
                      <a:pt x="38" y="90"/>
                    </a:lnTo>
                    <a:lnTo>
                      <a:pt x="40" y="90"/>
                    </a:lnTo>
                    <a:lnTo>
                      <a:pt x="38" y="94"/>
                    </a:lnTo>
                    <a:lnTo>
                      <a:pt x="38" y="94"/>
                    </a:lnTo>
                    <a:lnTo>
                      <a:pt x="40" y="94"/>
                    </a:lnTo>
                    <a:lnTo>
                      <a:pt x="40" y="94"/>
                    </a:lnTo>
                    <a:lnTo>
                      <a:pt x="40" y="94"/>
                    </a:lnTo>
                    <a:lnTo>
                      <a:pt x="38" y="94"/>
                    </a:lnTo>
                    <a:lnTo>
                      <a:pt x="38" y="98"/>
                    </a:lnTo>
                    <a:lnTo>
                      <a:pt x="40" y="98"/>
                    </a:lnTo>
                    <a:lnTo>
                      <a:pt x="40" y="98"/>
                    </a:lnTo>
                    <a:lnTo>
                      <a:pt x="40" y="98"/>
                    </a:lnTo>
                    <a:lnTo>
                      <a:pt x="40" y="98"/>
                    </a:lnTo>
                    <a:lnTo>
                      <a:pt x="40" y="98"/>
                    </a:lnTo>
                    <a:lnTo>
                      <a:pt x="40" y="98"/>
                    </a:lnTo>
                    <a:lnTo>
                      <a:pt x="38" y="98"/>
                    </a:lnTo>
                    <a:lnTo>
                      <a:pt x="38" y="98"/>
                    </a:lnTo>
                    <a:lnTo>
                      <a:pt x="38" y="98"/>
                    </a:lnTo>
                    <a:lnTo>
                      <a:pt x="38" y="98"/>
                    </a:lnTo>
                    <a:lnTo>
                      <a:pt x="38" y="94"/>
                    </a:lnTo>
                    <a:lnTo>
                      <a:pt x="38" y="94"/>
                    </a:lnTo>
                    <a:lnTo>
                      <a:pt x="38" y="94"/>
                    </a:lnTo>
                    <a:lnTo>
                      <a:pt x="34" y="90"/>
                    </a:lnTo>
                    <a:lnTo>
                      <a:pt x="34" y="90"/>
                    </a:lnTo>
                    <a:lnTo>
                      <a:pt x="30" y="90"/>
                    </a:lnTo>
                    <a:lnTo>
                      <a:pt x="26" y="90"/>
                    </a:lnTo>
                    <a:lnTo>
                      <a:pt x="26" y="90"/>
                    </a:lnTo>
                    <a:lnTo>
                      <a:pt x="26" y="90"/>
                    </a:lnTo>
                    <a:lnTo>
                      <a:pt x="22" y="90"/>
                    </a:lnTo>
                    <a:lnTo>
                      <a:pt x="22" y="90"/>
                    </a:lnTo>
                    <a:lnTo>
                      <a:pt x="22" y="90"/>
                    </a:lnTo>
                    <a:lnTo>
                      <a:pt x="22" y="90"/>
                    </a:lnTo>
                    <a:lnTo>
                      <a:pt x="22" y="90"/>
                    </a:lnTo>
                    <a:lnTo>
                      <a:pt x="18" y="90"/>
                    </a:lnTo>
                    <a:lnTo>
                      <a:pt x="18" y="94"/>
                    </a:lnTo>
                    <a:lnTo>
                      <a:pt x="18" y="94"/>
                    </a:lnTo>
                    <a:lnTo>
                      <a:pt x="18" y="94"/>
                    </a:lnTo>
                    <a:lnTo>
                      <a:pt x="18" y="94"/>
                    </a:lnTo>
                    <a:lnTo>
                      <a:pt x="18" y="94"/>
                    </a:lnTo>
                    <a:lnTo>
                      <a:pt x="18" y="94"/>
                    </a:lnTo>
                    <a:lnTo>
                      <a:pt x="14" y="94"/>
                    </a:lnTo>
                    <a:lnTo>
                      <a:pt x="14" y="94"/>
                    </a:lnTo>
                    <a:lnTo>
                      <a:pt x="14" y="94"/>
                    </a:lnTo>
                    <a:lnTo>
                      <a:pt x="12" y="94"/>
                    </a:lnTo>
                    <a:lnTo>
                      <a:pt x="12" y="94"/>
                    </a:lnTo>
                    <a:lnTo>
                      <a:pt x="12" y="94"/>
                    </a:lnTo>
                    <a:lnTo>
                      <a:pt x="12" y="94"/>
                    </a:lnTo>
                    <a:lnTo>
                      <a:pt x="12" y="94"/>
                    </a:lnTo>
                    <a:lnTo>
                      <a:pt x="12" y="90"/>
                    </a:lnTo>
                    <a:lnTo>
                      <a:pt x="12" y="90"/>
                    </a:lnTo>
                    <a:lnTo>
                      <a:pt x="8" y="90"/>
                    </a:lnTo>
                    <a:lnTo>
                      <a:pt x="8" y="86"/>
                    </a:lnTo>
                    <a:lnTo>
                      <a:pt x="8" y="84"/>
                    </a:lnTo>
                    <a:lnTo>
                      <a:pt x="4" y="84"/>
                    </a:lnTo>
                    <a:lnTo>
                      <a:pt x="4" y="84"/>
                    </a:lnTo>
                    <a:lnTo>
                      <a:pt x="4" y="84"/>
                    </a:lnTo>
                    <a:lnTo>
                      <a:pt x="4" y="84"/>
                    </a:lnTo>
                    <a:lnTo>
                      <a:pt x="4" y="84"/>
                    </a:lnTo>
                    <a:lnTo>
                      <a:pt x="0" y="84"/>
                    </a:lnTo>
                    <a:lnTo>
                      <a:pt x="0" y="84"/>
                    </a:lnTo>
                    <a:lnTo>
                      <a:pt x="0" y="84"/>
                    </a:lnTo>
                    <a:lnTo>
                      <a:pt x="0" y="84"/>
                    </a:lnTo>
                    <a:lnTo>
                      <a:pt x="0" y="80"/>
                    </a:lnTo>
                    <a:lnTo>
                      <a:pt x="0" y="80"/>
                    </a:lnTo>
                    <a:lnTo>
                      <a:pt x="0" y="76"/>
                    </a:lnTo>
                    <a:lnTo>
                      <a:pt x="0" y="76"/>
                    </a:lnTo>
                    <a:lnTo>
                      <a:pt x="0" y="76"/>
                    </a:lnTo>
                    <a:lnTo>
                      <a:pt x="0" y="76"/>
                    </a:lnTo>
                    <a:lnTo>
                      <a:pt x="0" y="76"/>
                    </a:lnTo>
                    <a:lnTo>
                      <a:pt x="0" y="72"/>
                    </a:lnTo>
                    <a:lnTo>
                      <a:pt x="0" y="72"/>
                    </a:lnTo>
                    <a:lnTo>
                      <a:pt x="0" y="72"/>
                    </a:lnTo>
                    <a:lnTo>
                      <a:pt x="0" y="72"/>
                    </a:lnTo>
                    <a:lnTo>
                      <a:pt x="0" y="72"/>
                    </a:lnTo>
                    <a:lnTo>
                      <a:pt x="4" y="72"/>
                    </a:lnTo>
                    <a:lnTo>
                      <a:pt x="4" y="68"/>
                    </a:lnTo>
                    <a:lnTo>
                      <a:pt x="4" y="68"/>
                    </a:lnTo>
                    <a:lnTo>
                      <a:pt x="4" y="68"/>
                    </a:lnTo>
                    <a:lnTo>
                      <a:pt x="4" y="68"/>
                    </a:lnTo>
                    <a:lnTo>
                      <a:pt x="4" y="64"/>
                    </a:lnTo>
                    <a:lnTo>
                      <a:pt x="4" y="60"/>
                    </a:lnTo>
                    <a:lnTo>
                      <a:pt x="4" y="60"/>
                    </a:lnTo>
                    <a:lnTo>
                      <a:pt x="4" y="60"/>
                    </a:lnTo>
                    <a:lnTo>
                      <a:pt x="4" y="56"/>
                    </a:lnTo>
                    <a:lnTo>
                      <a:pt x="4" y="56"/>
                    </a:lnTo>
                    <a:lnTo>
                      <a:pt x="4" y="56"/>
                    </a:lnTo>
                    <a:lnTo>
                      <a:pt x="4" y="56"/>
                    </a:lnTo>
                    <a:lnTo>
                      <a:pt x="8" y="54"/>
                    </a:lnTo>
                    <a:lnTo>
                      <a:pt x="8" y="54"/>
                    </a:lnTo>
                    <a:lnTo>
                      <a:pt x="8" y="54"/>
                    </a:lnTo>
                    <a:lnTo>
                      <a:pt x="12" y="54"/>
                    </a:lnTo>
                    <a:lnTo>
                      <a:pt x="12" y="54"/>
                    </a:lnTo>
                    <a:lnTo>
                      <a:pt x="12" y="54"/>
                    </a:lnTo>
                    <a:lnTo>
                      <a:pt x="12" y="54"/>
                    </a:lnTo>
                    <a:lnTo>
                      <a:pt x="14" y="50"/>
                    </a:lnTo>
                    <a:lnTo>
                      <a:pt x="14" y="50"/>
                    </a:lnTo>
                    <a:lnTo>
                      <a:pt x="14" y="50"/>
                    </a:lnTo>
                    <a:lnTo>
                      <a:pt x="14" y="46"/>
                    </a:lnTo>
                    <a:lnTo>
                      <a:pt x="14" y="46"/>
                    </a:lnTo>
                    <a:lnTo>
                      <a:pt x="14" y="46"/>
                    </a:lnTo>
                    <a:lnTo>
                      <a:pt x="14" y="46"/>
                    </a:lnTo>
                    <a:lnTo>
                      <a:pt x="14" y="42"/>
                    </a:lnTo>
                    <a:lnTo>
                      <a:pt x="14" y="42"/>
                    </a:lnTo>
                    <a:lnTo>
                      <a:pt x="14" y="42"/>
                    </a:lnTo>
                    <a:lnTo>
                      <a:pt x="14" y="42"/>
                    </a:lnTo>
                    <a:lnTo>
                      <a:pt x="14" y="42"/>
                    </a:lnTo>
                    <a:lnTo>
                      <a:pt x="18" y="42"/>
                    </a:lnTo>
                    <a:lnTo>
                      <a:pt x="18" y="42"/>
                    </a:lnTo>
                    <a:lnTo>
                      <a:pt x="18" y="42"/>
                    </a:lnTo>
                    <a:lnTo>
                      <a:pt x="18" y="42"/>
                    </a:lnTo>
                    <a:lnTo>
                      <a:pt x="18" y="38"/>
                    </a:lnTo>
                    <a:lnTo>
                      <a:pt x="18" y="38"/>
                    </a:lnTo>
                    <a:lnTo>
                      <a:pt x="18" y="38"/>
                    </a:lnTo>
                    <a:lnTo>
                      <a:pt x="18" y="38"/>
                    </a:lnTo>
                    <a:lnTo>
                      <a:pt x="18" y="38"/>
                    </a:lnTo>
                    <a:lnTo>
                      <a:pt x="18" y="34"/>
                    </a:lnTo>
                    <a:lnTo>
                      <a:pt x="18" y="34"/>
                    </a:lnTo>
                    <a:lnTo>
                      <a:pt x="18" y="34"/>
                    </a:lnTo>
                    <a:lnTo>
                      <a:pt x="18" y="30"/>
                    </a:lnTo>
                    <a:lnTo>
                      <a:pt x="18" y="30"/>
                    </a:lnTo>
                    <a:lnTo>
                      <a:pt x="22" y="28"/>
                    </a:lnTo>
                    <a:lnTo>
                      <a:pt x="22" y="28"/>
                    </a:lnTo>
                    <a:lnTo>
                      <a:pt x="22" y="28"/>
                    </a:lnTo>
                    <a:lnTo>
                      <a:pt x="22" y="30"/>
                    </a:lnTo>
                    <a:lnTo>
                      <a:pt x="26" y="30"/>
                    </a:lnTo>
                    <a:lnTo>
                      <a:pt x="26" y="34"/>
                    </a:lnTo>
                    <a:lnTo>
                      <a:pt x="26" y="34"/>
                    </a:lnTo>
                    <a:lnTo>
                      <a:pt x="30" y="34"/>
                    </a:lnTo>
                    <a:lnTo>
                      <a:pt x="30" y="34"/>
                    </a:lnTo>
                    <a:lnTo>
                      <a:pt x="30" y="34"/>
                    </a:lnTo>
                    <a:lnTo>
                      <a:pt x="30" y="34"/>
                    </a:lnTo>
                    <a:lnTo>
                      <a:pt x="30" y="34"/>
                    </a:lnTo>
                    <a:lnTo>
                      <a:pt x="30" y="34"/>
                    </a:lnTo>
                    <a:lnTo>
                      <a:pt x="30" y="34"/>
                    </a:lnTo>
                    <a:lnTo>
                      <a:pt x="30" y="30"/>
                    </a:lnTo>
                    <a:lnTo>
                      <a:pt x="30" y="30"/>
                    </a:lnTo>
                    <a:lnTo>
                      <a:pt x="30" y="30"/>
                    </a:lnTo>
                    <a:lnTo>
                      <a:pt x="30" y="30"/>
                    </a:lnTo>
                    <a:lnTo>
                      <a:pt x="34" y="30"/>
                    </a:lnTo>
                    <a:lnTo>
                      <a:pt x="34" y="30"/>
                    </a:lnTo>
                    <a:lnTo>
                      <a:pt x="34" y="30"/>
                    </a:lnTo>
                    <a:lnTo>
                      <a:pt x="34" y="28"/>
                    </a:lnTo>
                    <a:lnTo>
                      <a:pt x="34" y="28"/>
                    </a:lnTo>
                    <a:lnTo>
                      <a:pt x="34" y="24"/>
                    </a:lnTo>
                    <a:lnTo>
                      <a:pt x="34" y="24"/>
                    </a:lnTo>
                    <a:lnTo>
                      <a:pt x="34" y="28"/>
                    </a:lnTo>
                    <a:lnTo>
                      <a:pt x="38" y="28"/>
                    </a:lnTo>
                    <a:lnTo>
                      <a:pt x="38" y="28"/>
                    </a:lnTo>
                    <a:lnTo>
                      <a:pt x="38" y="28"/>
                    </a:lnTo>
                    <a:lnTo>
                      <a:pt x="38" y="24"/>
                    </a:lnTo>
                    <a:lnTo>
                      <a:pt x="38" y="24"/>
                    </a:lnTo>
                    <a:lnTo>
                      <a:pt x="38" y="20"/>
                    </a:lnTo>
                    <a:lnTo>
                      <a:pt x="38" y="20"/>
                    </a:lnTo>
                    <a:lnTo>
                      <a:pt x="40" y="16"/>
                    </a:lnTo>
                    <a:lnTo>
                      <a:pt x="40" y="16"/>
                    </a:lnTo>
                    <a:lnTo>
                      <a:pt x="44" y="16"/>
                    </a:lnTo>
                    <a:lnTo>
                      <a:pt x="44" y="16"/>
                    </a:lnTo>
                    <a:lnTo>
                      <a:pt x="44" y="16"/>
                    </a:lnTo>
                    <a:lnTo>
                      <a:pt x="44" y="16"/>
                    </a:lnTo>
                    <a:lnTo>
                      <a:pt x="48" y="16"/>
                    </a:lnTo>
                    <a:lnTo>
                      <a:pt x="48" y="16"/>
                    </a:lnTo>
                    <a:lnTo>
                      <a:pt x="48" y="16"/>
                    </a:lnTo>
                    <a:lnTo>
                      <a:pt x="48" y="16"/>
                    </a:lnTo>
                    <a:lnTo>
                      <a:pt x="48" y="12"/>
                    </a:lnTo>
                    <a:lnTo>
                      <a:pt x="48" y="12"/>
                    </a:lnTo>
                    <a:lnTo>
                      <a:pt x="48" y="12"/>
                    </a:lnTo>
                    <a:lnTo>
                      <a:pt x="48" y="12"/>
                    </a:lnTo>
                    <a:lnTo>
                      <a:pt x="52" y="12"/>
                    </a:lnTo>
                    <a:lnTo>
                      <a:pt x="52" y="12"/>
                    </a:lnTo>
                    <a:lnTo>
                      <a:pt x="56" y="12"/>
                    </a:lnTo>
                    <a:lnTo>
                      <a:pt x="60" y="8"/>
                    </a:lnTo>
                    <a:lnTo>
                      <a:pt x="60" y="8"/>
                    </a:lnTo>
                    <a:lnTo>
                      <a:pt x="64" y="4"/>
                    </a:lnTo>
                    <a:lnTo>
                      <a:pt x="64" y="4"/>
                    </a:lnTo>
                    <a:lnTo>
                      <a:pt x="64" y="4"/>
                    </a:lnTo>
                    <a:lnTo>
                      <a:pt x="66" y="0"/>
                    </a:lnTo>
                    <a:lnTo>
                      <a:pt x="66" y="0"/>
                    </a:lnTo>
                    <a:lnTo>
                      <a:pt x="70" y="0"/>
                    </a:lnTo>
                    <a:lnTo>
                      <a:pt x="74" y="0"/>
                    </a:lnTo>
                    <a:lnTo>
                      <a:pt x="74" y="0"/>
                    </a:lnTo>
                    <a:lnTo>
                      <a:pt x="78" y="0"/>
                    </a:lnTo>
                    <a:lnTo>
                      <a:pt x="82" y="4"/>
                    </a:lnTo>
                    <a:lnTo>
                      <a:pt x="82" y="4"/>
                    </a:lnTo>
                    <a:lnTo>
                      <a:pt x="82" y="4"/>
                    </a:lnTo>
                    <a:lnTo>
                      <a:pt x="82" y="4"/>
                    </a:lnTo>
                    <a:lnTo>
                      <a:pt x="82" y="8"/>
                    </a:lnTo>
                    <a:lnTo>
                      <a:pt x="82" y="8"/>
                    </a:lnTo>
                    <a:lnTo>
                      <a:pt x="82" y="12"/>
                    </a:lnTo>
                    <a:lnTo>
                      <a:pt x="82" y="12"/>
                    </a:lnTo>
                    <a:lnTo>
                      <a:pt x="82" y="12"/>
                    </a:lnTo>
                    <a:lnTo>
                      <a:pt x="82" y="12"/>
                    </a:lnTo>
                    <a:lnTo>
                      <a:pt x="82" y="12"/>
                    </a:lnTo>
                    <a:lnTo>
                      <a:pt x="82" y="16"/>
                    </a:lnTo>
                    <a:lnTo>
                      <a:pt x="86" y="16"/>
                    </a:lnTo>
                    <a:lnTo>
                      <a:pt x="82" y="16"/>
                    </a:lnTo>
                    <a:lnTo>
                      <a:pt x="82" y="16"/>
                    </a:lnTo>
                    <a:lnTo>
                      <a:pt x="86" y="20"/>
                    </a:lnTo>
                    <a:lnTo>
                      <a:pt x="86" y="24"/>
                    </a:lnTo>
                    <a:lnTo>
                      <a:pt x="86" y="24"/>
                    </a:lnTo>
                    <a:lnTo>
                      <a:pt x="86" y="28"/>
                    </a:lnTo>
                    <a:lnTo>
                      <a:pt x="90" y="28"/>
                    </a:lnTo>
                    <a:lnTo>
                      <a:pt x="92" y="28"/>
                    </a:lnTo>
                    <a:lnTo>
                      <a:pt x="92" y="28"/>
                    </a:lnTo>
                    <a:lnTo>
                      <a:pt x="92" y="28"/>
                    </a:lnTo>
                    <a:lnTo>
                      <a:pt x="92" y="30"/>
                    </a:lnTo>
                    <a:lnTo>
                      <a:pt x="92" y="30"/>
                    </a:lnTo>
                    <a:lnTo>
                      <a:pt x="92" y="30"/>
                    </a:lnTo>
                    <a:lnTo>
                      <a:pt x="96" y="30"/>
                    </a:lnTo>
                    <a:lnTo>
                      <a:pt x="96" y="30"/>
                    </a:lnTo>
                    <a:lnTo>
                      <a:pt x="96" y="30"/>
                    </a:lnTo>
                    <a:lnTo>
                      <a:pt x="92" y="30"/>
                    </a:lnTo>
                    <a:lnTo>
                      <a:pt x="92" y="30"/>
                    </a:lnTo>
                    <a:lnTo>
                      <a:pt x="92" y="30"/>
                    </a:lnTo>
                    <a:lnTo>
                      <a:pt x="92" y="30"/>
                    </a:lnTo>
                    <a:lnTo>
                      <a:pt x="92" y="30"/>
                    </a:lnTo>
                    <a:lnTo>
                      <a:pt x="92" y="30"/>
                    </a:lnTo>
                    <a:lnTo>
                      <a:pt x="92" y="30"/>
                    </a:lnTo>
                    <a:lnTo>
                      <a:pt x="92" y="34"/>
                    </a:lnTo>
                    <a:lnTo>
                      <a:pt x="92" y="34"/>
                    </a:lnTo>
                    <a:lnTo>
                      <a:pt x="92" y="38"/>
                    </a:lnTo>
                    <a:lnTo>
                      <a:pt x="92" y="38"/>
                    </a:lnTo>
                    <a:lnTo>
                      <a:pt x="96" y="38"/>
                    </a:lnTo>
                    <a:lnTo>
                      <a:pt x="100" y="42"/>
                    </a:lnTo>
                    <a:lnTo>
                      <a:pt x="104" y="46"/>
                    </a:lnTo>
                    <a:lnTo>
                      <a:pt x="104" y="42"/>
                    </a:lnTo>
                    <a:lnTo>
                      <a:pt x="108" y="42"/>
                    </a:lnTo>
                    <a:lnTo>
                      <a:pt x="108" y="42"/>
                    </a:lnTo>
                    <a:lnTo>
                      <a:pt x="108" y="42"/>
                    </a:lnTo>
                    <a:lnTo>
                      <a:pt x="108" y="42"/>
                    </a:lnTo>
                    <a:lnTo>
                      <a:pt x="108" y="46"/>
                    </a:lnTo>
                    <a:lnTo>
                      <a:pt x="112" y="46"/>
                    </a:lnTo>
                    <a:lnTo>
                      <a:pt x="108" y="46"/>
                    </a:lnTo>
                    <a:lnTo>
                      <a:pt x="108" y="46"/>
                    </a:lnTo>
                    <a:lnTo>
                      <a:pt x="108" y="50"/>
                    </a:lnTo>
                    <a:lnTo>
                      <a:pt x="108" y="50"/>
                    </a:lnTo>
                    <a:lnTo>
                      <a:pt x="112" y="54"/>
                    </a:lnTo>
                    <a:lnTo>
                      <a:pt x="112" y="56"/>
                    </a:lnTo>
                    <a:lnTo>
                      <a:pt x="112" y="56"/>
                    </a:lnTo>
                    <a:lnTo>
                      <a:pt x="112" y="56"/>
                    </a:lnTo>
                    <a:lnTo>
                      <a:pt x="112" y="56"/>
                    </a:lnTo>
                    <a:lnTo>
                      <a:pt x="112" y="60"/>
                    </a:lnTo>
                    <a:lnTo>
                      <a:pt x="112" y="60"/>
                    </a:lnTo>
                    <a:lnTo>
                      <a:pt x="108" y="60"/>
                    </a:lnTo>
                    <a:lnTo>
                      <a:pt x="108" y="64"/>
                    </a:lnTo>
                    <a:lnTo>
                      <a:pt x="108" y="64"/>
                    </a:lnTo>
                    <a:lnTo>
                      <a:pt x="108" y="64"/>
                    </a:lnTo>
                    <a:lnTo>
                      <a:pt x="108" y="64"/>
                    </a:lnTo>
                    <a:lnTo>
                      <a:pt x="108" y="64"/>
                    </a:lnTo>
                    <a:lnTo>
                      <a:pt x="104" y="64"/>
                    </a:lnTo>
                    <a:lnTo>
                      <a:pt x="104" y="64"/>
                    </a:lnTo>
                    <a:lnTo>
                      <a:pt x="104" y="64"/>
                    </a:lnTo>
                    <a:lnTo>
                      <a:pt x="104" y="64"/>
                    </a:lnTo>
                    <a:lnTo>
                      <a:pt x="100" y="64"/>
                    </a:lnTo>
                    <a:lnTo>
                      <a:pt x="100" y="64"/>
                    </a:lnTo>
                    <a:lnTo>
                      <a:pt x="100" y="64"/>
                    </a:lnTo>
                    <a:lnTo>
                      <a:pt x="100" y="64"/>
                    </a:lnTo>
                    <a:lnTo>
                      <a:pt x="100" y="64"/>
                    </a:lnTo>
                    <a:lnTo>
                      <a:pt x="96" y="64"/>
                    </a:lnTo>
                    <a:lnTo>
                      <a:pt x="96" y="64"/>
                    </a:lnTo>
                    <a:lnTo>
                      <a:pt x="96" y="64"/>
                    </a:lnTo>
                    <a:lnTo>
                      <a:pt x="96" y="64"/>
                    </a:lnTo>
                    <a:lnTo>
                      <a:pt x="96" y="64"/>
                    </a:lnTo>
                    <a:lnTo>
                      <a:pt x="96" y="64"/>
                    </a:lnTo>
                    <a:lnTo>
                      <a:pt x="96" y="68"/>
                    </a:lnTo>
                    <a:lnTo>
                      <a:pt x="96" y="68"/>
                    </a:lnTo>
                    <a:lnTo>
                      <a:pt x="92" y="68"/>
                    </a:lnTo>
                    <a:lnTo>
                      <a:pt x="92" y="68"/>
                    </a:lnTo>
                    <a:lnTo>
                      <a:pt x="92" y="72"/>
                    </a:lnTo>
                    <a:lnTo>
                      <a:pt x="92" y="72"/>
                    </a:lnTo>
                    <a:lnTo>
                      <a:pt x="90" y="72"/>
                    </a:lnTo>
                    <a:lnTo>
                      <a:pt x="90" y="72"/>
                    </a:lnTo>
                    <a:lnTo>
                      <a:pt x="90"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8" name="Freeform 132"/>
              <p:cNvSpPr>
                <a:spLocks/>
              </p:cNvSpPr>
              <p:nvPr/>
            </p:nvSpPr>
            <p:spPr bwMode="gray">
              <a:xfrm>
                <a:off x="5513053" y="4589257"/>
                <a:ext cx="45221" cy="62613"/>
              </a:xfrm>
              <a:custGeom>
                <a:avLst/>
                <a:gdLst>
                  <a:gd name="T0" fmla="*/ 26 w 26"/>
                  <a:gd name="T1" fmla="*/ 14 h 36"/>
                  <a:gd name="T2" fmla="*/ 26 w 26"/>
                  <a:gd name="T3" fmla="*/ 18 h 36"/>
                  <a:gd name="T4" fmla="*/ 22 w 26"/>
                  <a:gd name="T5" fmla="*/ 18 h 36"/>
                  <a:gd name="T6" fmla="*/ 22 w 26"/>
                  <a:gd name="T7" fmla="*/ 18 h 36"/>
                  <a:gd name="T8" fmla="*/ 22 w 26"/>
                  <a:gd name="T9" fmla="*/ 18 h 36"/>
                  <a:gd name="T10" fmla="*/ 22 w 26"/>
                  <a:gd name="T11" fmla="*/ 18 h 36"/>
                  <a:gd name="T12" fmla="*/ 18 w 26"/>
                  <a:gd name="T13" fmla="*/ 22 h 36"/>
                  <a:gd name="T14" fmla="*/ 18 w 26"/>
                  <a:gd name="T15" fmla="*/ 24 h 36"/>
                  <a:gd name="T16" fmla="*/ 18 w 26"/>
                  <a:gd name="T17" fmla="*/ 24 h 36"/>
                  <a:gd name="T18" fmla="*/ 18 w 26"/>
                  <a:gd name="T19" fmla="*/ 28 h 36"/>
                  <a:gd name="T20" fmla="*/ 10 w 26"/>
                  <a:gd name="T21" fmla="*/ 36 h 36"/>
                  <a:gd name="T22" fmla="*/ 8 w 26"/>
                  <a:gd name="T23" fmla="*/ 36 h 36"/>
                  <a:gd name="T24" fmla="*/ 8 w 26"/>
                  <a:gd name="T25" fmla="*/ 32 h 36"/>
                  <a:gd name="T26" fmla="*/ 4 w 26"/>
                  <a:gd name="T27" fmla="*/ 28 h 36"/>
                  <a:gd name="T28" fmla="*/ 4 w 26"/>
                  <a:gd name="T29" fmla="*/ 28 h 36"/>
                  <a:gd name="T30" fmla="*/ 4 w 26"/>
                  <a:gd name="T31" fmla="*/ 28 h 36"/>
                  <a:gd name="T32" fmla="*/ 4 w 26"/>
                  <a:gd name="T33" fmla="*/ 24 h 36"/>
                  <a:gd name="T34" fmla="*/ 4 w 26"/>
                  <a:gd name="T35" fmla="*/ 24 h 36"/>
                  <a:gd name="T36" fmla="*/ 4 w 26"/>
                  <a:gd name="T37" fmla="*/ 22 h 36"/>
                  <a:gd name="T38" fmla="*/ 4 w 26"/>
                  <a:gd name="T39" fmla="*/ 18 h 36"/>
                  <a:gd name="T40" fmla="*/ 4 w 26"/>
                  <a:gd name="T41" fmla="*/ 18 h 36"/>
                  <a:gd name="T42" fmla="*/ 4 w 26"/>
                  <a:gd name="T43" fmla="*/ 14 h 36"/>
                  <a:gd name="T44" fmla="*/ 4 w 26"/>
                  <a:gd name="T45" fmla="*/ 10 h 36"/>
                  <a:gd name="T46" fmla="*/ 0 w 26"/>
                  <a:gd name="T47" fmla="*/ 8 h 36"/>
                  <a:gd name="T48" fmla="*/ 0 w 26"/>
                  <a:gd name="T49" fmla="*/ 8 h 36"/>
                  <a:gd name="T50" fmla="*/ 0 w 26"/>
                  <a:gd name="T51" fmla="*/ 8 h 36"/>
                  <a:gd name="T52" fmla="*/ 4 w 26"/>
                  <a:gd name="T53" fmla="*/ 4 h 36"/>
                  <a:gd name="T54" fmla="*/ 4 w 26"/>
                  <a:gd name="T55" fmla="*/ 8 h 36"/>
                  <a:gd name="T56" fmla="*/ 4 w 26"/>
                  <a:gd name="T57" fmla="*/ 8 h 36"/>
                  <a:gd name="T58" fmla="*/ 8 w 26"/>
                  <a:gd name="T59" fmla="*/ 8 h 36"/>
                  <a:gd name="T60" fmla="*/ 8 w 26"/>
                  <a:gd name="T61" fmla="*/ 8 h 36"/>
                  <a:gd name="T62" fmla="*/ 8 w 26"/>
                  <a:gd name="T63" fmla="*/ 8 h 36"/>
                  <a:gd name="T64" fmla="*/ 10 w 26"/>
                  <a:gd name="T65" fmla="*/ 8 h 36"/>
                  <a:gd name="T66" fmla="*/ 10 w 26"/>
                  <a:gd name="T67" fmla="*/ 8 h 36"/>
                  <a:gd name="T68" fmla="*/ 14 w 26"/>
                  <a:gd name="T69" fmla="*/ 4 h 36"/>
                  <a:gd name="T70" fmla="*/ 14 w 26"/>
                  <a:gd name="T71" fmla="*/ 0 h 36"/>
                  <a:gd name="T72" fmla="*/ 14 w 26"/>
                  <a:gd name="T73" fmla="*/ 4 h 36"/>
                  <a:gd name="T74" fmla="*/ 18 w 26"/>
                  <a:gd name="T75" fmla="*/ 0 h 36"/>
                  <a:gd name="T76" fmla="*/ 22 w 26"/>
                  <a:gd name="T77" fmla="*/ 0 h 36"/>
                  <a:gd name="T78" fmla="*/ 22 w 26"/>
                  <a:gd name="T79" fmla="*/ 0 h 36"/>
                  <a:gd name="T80" fmla="*/ 18 w 26"/>
                  <a:gd name="T81" fmla="*/ 10 h 36"/>
                  <a:gd name="T82" fmla="*/ 22 w 26"/>
                  <a:gd name="T83" fmla="*/ 10 h 36"/>
                  <a:gd name="T84" fmla="*/ 22 w 26"/>
                  <a:gd name="T85" fmla="*/ 10 h 36"/>
                  <a:gd name="T86" fmla="*/ 26 w 26"/>
                  <a:gd name="T87"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 h="36">
                    <a:moveTo>
                      <a:pt x="26" y="10"/>
                    </a:moveTo>
                    <a:lnTo>
                      <a:pt x="26" y="10"/>
                    </a:lnTo>
                    <a:lnTo>
                      <a:pt x="26" y="14"/>
                    </a:lnTo>
                    <a:lnTo>
                      <a:pt x="26" y="14"/>
                    </a:lnTo>
                    <a:lnTo>
                      <a:pt x="26" y="14"/>
                    </a:lnTo>
                    <a:lnTo>
                      <a:pt x="26" y="18"/>
                    </a:lnTo>
                    <a:lnTo>
                      <a:pt x="26" y="18"/>
                    </a:lnTo>
                    <a:lnTo>
                      <a:pt x="26" y="18"/>
                    </a:lnTo>
                    <a:lnTo>
                      <a:pt x="22" y="18"/>
                    </a:lnTo>
                    <a:lnTo>
                      <a:pt x="22" y="18"/>
                    </a:lnTo>
                    <a:lnTo>
                      <a:pt x="22" y="18"/>
                    </a:lnTo>
                    <a:lnTo>
                      <a:pt x="22" y="18"/>
                    </a:lnTo>
                    <a:lnTo>
                      <a:pt x="22" y="18"/>
                    </a:lnTo>
                    <a:lnTo>
                      <a:pt x="22" y="18"/>
                    </a:lnTo>
                    <a:lnTo>
                      <a:pt x="22" y="18"/>
                    </a:lnTo>
                    <a:lnTo>
                      <a:pt x="22" y="18"/>
                    </a:lnTo>
                    <a:lnTo>
                      <a:pt x="22" y="18"/>
                    </a:lnTo>
                    <a:lnTo>
                      <a:pt x="22" y="18"/>
                    </a:lnTo>
                    <a:lnTo>
                      <a:pt x="22" y="22"/>
                    </a:lnTo>
                    <a:lnTo>
                      <a:pt x="22" y="22"/>
                    </a:lnTo>
                    <a:lnTo>
                      <a:pt x="18" y="22"/>
                    </a:lnTo>
                    <a:lnTo>
                      <a:pt x="18" y="24"/>
                    </a:lnTo>
                    <a:lnTo>
                      <a:pt x="18" y="24"/>
                    </a:lnTo>
                    <a:lnTo>
                      <a:pt x="18" y="24"/>
                    </a:lnTo>
                    <a:lnTo>
                      <a:pt x="18" y="24"/>
                    </a:lnTo>
                    <a:lnTo>
                      <a:pt x="18" y="24"/>
                    </a:lnTo>
                    <a:lnTo>
                      <a:pt x="18" y="24"/>
                    </a:lnTo>
                    <a:lnTo>
                      <a:pt x="18" y="28"/>
                    </a:lnTo>
                    <a:lnTo>
                      <a:pt x="18" y="28"/>
                    </a:lnTo>
                    <a:lnTo>
                      <a:pt x="18" y="28"/>
                    </a:lnTo>
                    <a:lnTo>
                      <a:pt x="14" y="32"/>
                    </a:lnTo>
                    <a:lnTo>
                      <a:pt x="14" y="32"/>
                    </a:lnTo>
                    <a:lnTo>
                      <a:pt x="10" y="36"/>
                    </a:lnTo>
                    <a:lnTo>
                      <a:pt x="10" y="36"/>
                    </a:lnTo>
                    <a:lnTo>
                      <a:pt x="8" y="36"/>
                    </a:lnTo>
                    <a:lnTo>
                      <a:pt x="8" y="36"/>
                    </a:lnTo>
                    <a:lnTo>
                      <a:pt x="8" y="36"/>
                    </a:lnTo>
                    <a:lnTo>
                      <a:pt x="8" y="32"/>
                    </a:lnTo>
                    <a:lnTo>
                      <a:pt x="8" y="32"/>
                    </a:lnTo>
                    <a:lnTo>
                      <a:pt x="8" y="32"/>
                    </a:lnTo>
                    <a:lnTo>
                      <a:pt x="8" y="32"/>
                    </a:lnTo>
                    <a:lnTo>
                      <a:pt x="4" y="28"/>
                    </a:lnTo>
                    <a:lnTo>
                      <a:pt x="4" y="28"/>
                    </a:lnTo>
                    <a:lnTo>
                      <a:pt x="4" y="28"/>
                    </a:lnTo>
                    <a:lnTo>
                      <a:pt x="4" y="28"/>
                    </a:lnTo>
                    <a:lnTo>
                      <a:pt x="4" y="28"/>
                    </a:lnTo>
                    <a:lnTo>
                      <a:pt x="4" y="28"/>
                    </a:lnTo>
                    <a:lnTo>
                      <a:pt x="4" y="28"/>
                    </a:lnTo>
                    <a:lnTo>
                      <a:pt x="4" y="24"/>
                    </a:lnTo>
                    <a:lnTo>
                      <a:pt x="4" y="24"/>
                    </a:lnTo>
                    <a:lnTo>
                      <a:pt x="4" y="24"/>
                    </a:lnTo>
                    <a:lnTo>
                      <a:pt x="4" y="24"/>
                    </a:lnTo>
                    <a:lnTo>
                      <a:pt x="4" y="24"/>
                    </a:lnTo>
                    <a:lnTo>
                      <a:pt x="4" y="24"/>
                    </a:lnTo>
                    <a:lnTo>
                      <a:pt x="4" y="22"/>
                    </a:lnTo>
                    <a:lnTo>
                      <a:pt x="4" y="22"/>
                    </a:lnTo>
                    <a:lnTo>
                      <a:pt x="4" y="22"/>
                    </a:lnTo>
                    <a:lnTo>
                      <a:pt x="4" y="18"/>
                    </a:lnTo>
                    <a:lnTo>
                      <a:pt x="4" y="18"/>
                    </a:lnTo>
                    <a:lnTo>
                      <a:pt x="4" y="18"/>
                    </a:lnTo>
                    <a:lnTo>
                      <a:pt x="4" y="18"/>
                    </a:lnTo>
                    <a:lnTo>
                      <a:pt x="4" y="18"/>
                    </a:lnTo>
                    <a:lnTo>
                      <a:pt x="4" y="18"/>
                    </a:lnTo>
                    <a:lnTo>
                      <a:pt x="4" y="14"/>
                    </a:lnTo>
                    <a:lnTo>
                      <a:pt x="4" y="14"/>
                    </a:lnTo>
                    <a:lnTo>
                      <a:pt x="4" y="14"/>
                    </a:lnTo>
                    <a:lnTo>
                      <a:pt x="4" y="14"/>
                    </a:lnTo>
                    <a:lnTo>
                      <a:pt x="4" y="14"/>
                    </a:lnTo>
                    <a:lnTo>
                      <a:pt x="4" y="10"/>
                    </a:lnTo>
                    <a:lnTo>
                      <a:pt x="4" y="10"/>
                    </a:lnTo>
                    <a:lnTo>
                      <a:pt x="4" y="10"/>
                    </a:lnTo>
                    <a:lnTo>
                      <a:pt x="0" y="8"/>
                    </a:lnTo>
                    <a:lnTo>
                      <a:pt x="0" y="8"/>
                    </a:lnTo>
                    <a:lnTo>
                      <a:pt x="0" y="8"/>
                    </a:lnTo>
                    <a:lnTo>
                      <a:pt x="0" y="8"/>
                    </a:lnTo>
                    <a:lnTo>
                      <a:pt x="0" y="8"/>
                    </a:lnTo>
                    <a:lnTo>
                      <a:pt x="0" y="8"/>
                    </a:lnTo>
                    <a:lnTo>
                      <a:pt x="0" y="8"/>
                    </a:lnTo>
                    <a:lnTo>
                      <a:pt x="0" y="4"/>
                    </a:lnTo>
                    <a:lnTo>
                      <a:pt x="0" y="4"/>
                    </a:lnTo>
                    <a:lnTo>
                      <a:pt x="4" y="4"/>
                    </a:lnTo>
                    <a:lnTo>
                      <a:pt x="4" y="8"/>
                    </a:lnTo>
                    <a:lnTo>
                      <a:pt x="4" y="8"/>
                    </a:lnTo>
                    <a:lnTo>
                      <a:pt x="4" y="8"/>
                    </a:lnTo>
                    <a:lnTo>
                      <a:pt x="4" y="8"/>
                    </a:lnTo>
                    <a:lnTo>
                      <a:pt x="4" y="8"/>
                    </a:lnTo>
                    <a:lnTo>
                      <a:pt x="4" y="8"/>
                    </a:lnTo>
                    <a:lnTo>
                      <a:pt x="4" y="8"/>
                    </a:lnTo>
                    <a:lnTo>
                      <a:pt x="4" y="8"/>
                    </a:lnTo>
                    <a:lnTo>
                      <a:pt x="8" y="8"/>
                    </a:lnTo>
                    <a:lnTo>
                      <a:pt x="8" y="8"/>
                    </a:lnTo>
                    <a:lnTo>
                      <a:pt x="8" y="8"/>
                    </a:lnTo>
                    <a:lnTo>
                      <a:pt x="8" y="8"/>
                    </a:lnTo>
                    <a:lnTo>
                      <a:pt x="8" y="8"/>
                    </a:lnTo>
                    <a:lnTo>
                      <a:pt x="8" y="8"/>
                    </a:lnTo>
                    <a:lnTo>
                      <a:pt x="8" y="8"/>
                    </a:lnTo>
                    <a:lnTo>
                      <a:pt x="10" y="8"/>
                    </a:lnTo>
                    <a:lnTo>
                      <a:pt x="10" y="8"/>
                    </a:lnTo>
                    <a:lnTo>
                      <a:pt x="10" y="8"/>
                    </a:lnTo>
                    <a:lnTo>
                      <a:pt x="10" y="8"/>
                    </a:lnTo>
                    <a:lnTo>
                      <a:pt x="10" y="8"/>
                    </a:lnTo>
                    <a:lnTo>
                      <a:pt x="10" y="8"/>
                    </a:lnTo>
                    <a:lnTo>
                      <a:pt x="14" y="8"/>
                    </a:lnTo>
                    <a:lnTo>
                      <a:pt x="14" y="8"/>
                    </a:lnTo>
                    <a:lnTo>
                      <a:pt x="14" y="4"/>
                    </a:lnTo>
                    <a:lnTo>
                      <a:pt x="14" y="0"/>
                    </a:lnTo>
                    <a:lnTo>
                      <a:pt x="14" y="0"/>
                    </a:lnTo>
                    <a:lnTo>
                      <a:pt x="14" y="0"/>
                    </a:lnTo>
                    <a:lnTo>
                      <a:pt x="14" y="0"/>
                    </a:lnTo>
                    <a:lnTo>
                      <a:pt x="14" y="4"/>
                    </a:lnTo>
                    <a:lnTo>
                      <a:pt x="14" y="4"/>
                    </a:lnTo>
                    <a:lnTo>
                      <a:pt x="14" y="4"/>
                    </a:lnTo>
                    <a:lnTo>
                      <a:pt x="18" y="0"/>
                    </a:lnTo>
                    <a:lnTo>
                      <a:pt x="18" y="0"/>
                    </a:lnTo>
                    <a:lnTo>
                      <a:pt x="18" y="0"/>
                    </a:lnTo>
                    <a:lnTo>
                      <a:pt x="22" y="0"/>
                    </a:lnTo>
                    <a:lnTo>
                      <a:pt x="22" y="0"/>
                    </a:lnTo>
                    <a:lnTo>
                      <a:pt x="22" y="0"/>
                    </a:lnTo>
                    <a:lnTo>
                      <a:pt x="22" y="0"/>
                    </a:lnTo>
                    <a:lnTo>
                      <a:pt x="22" y="0"/>
                    </a:lnTo>
                    <a:lnTo>
                      <a:pt x="22" y="4"/>
                    </a:lnTo>
                    <a:lnTo>
                      <a:pt x="22" y="4"/>
                    </a:lnTo>
                    <a:lnTo>
                      <a:pt x="18" y="10"/>
                    </a:lnTo>
                    <a:lnTo>
                      <a:pt x="22" y="10"/>
                    </a:lnTo>
                    <a:lnTo>
                      <a:pt x="22" y="10"/>
                    </a:lnTo>
                    <a:lnTo>
                      <a:pt x="22" y="10"/>
                    </a:lnTo>
                    <a:lnTo>
                      <a:pt x="22" y="10"/>
                    </a:lnTo>
                    <a:lnTo>
                      <a:pt x="22" y="10"/>
                    </a:lnTo>
                    <a:lnTo>
                      <a:pt x="22" y="10"/>
                    </a:lnTo>
                    <a:lnTo>
                      <a:pt x="26" y="10"/>
                    </a:lnTo>
                    <a:lnTo>
                      <a:pt x="26" y="10"/>
                    </a:lnTo>
                    <a:lnTo>
                      <a:pt x="26" y="10"/>
                    </a:lnTo>
                    <a:lnTo>
                      <a:pt x="26"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9" name="Freeform 133"/>
              <p:cNvSpPr>
                <a:spLocks/>
              </p:cNvSpPr>
              <p:nvPr/>
            </p:nvSpPr>
            <p:spPr bwMode="gray">
              <a:xfrm>
                <a:off x="5005187" y="4126617"/>
                <a:ext cx="198277" cy="344373"/>
              </a:xfrm>
              <a:custGeom>
                <a:avLst/>
                <a:gdLst>
                  <a:gd name="T0" fmla="*/ 24 w 114"/>
                  <a:gd name="T1" fmla="*/ 188 h 198"/>
                  <a:gd name="T2" fmla="*/ 20 w 114"/>
                  <a:gd name="T3" fmla="*/ 176 h 198"/>
                  <a:gd name="T4" fmla="*/ 20 w 114"/>
                  <a:gd name="T5" fmla="*/ 168 h 198"/>
                  <a:gd name="T6" fmla="*/ 20 w 114"/>
                  <a:gd name="T7" fmla="*/ 162 h 198"/>
                  <a:gd name="T8" fmla="*/ 12 w 114"/>
                  <a:gd name="T9" fmla="*/ 162 h 198"/>
                  <a:gd name="T10" fmla="*/ 8 w 114"/>
                  <a:gd name="T11" fmla="*/ 154 h 198"/>
                  <a:gd name="T12" fmla="*/ 8 w 114"/>
                  <a:gd name="T13" fmla="*/ 150 h 198"/>
                  <a:gd name="T14" fmla="*/ 4 w 114"/>
                  <a:gd name="T15" fmla="*/ 150 h 198"/>
                  <a:gd name="T16" fmla="*/ 4 w 114"/>
                  <a:gd name="T17" fmla="*/ 142 h 198"/>
                  <a:gd name="T18" fmla="*/ 8 w 114"/>
                  <a:gd name="T19" fmla="*/ 132 h 198"/>
                  <a:gd name="T20" fmla="*/ 12 w 114"/>
                  <a:gd name="T21" fmla="*/ 120 h 198"/>
                  <a:gd name="T22" fmla="*/ 20 w 114"/>
                  <a:gd name="T23" fmla="*/ 112 h 198"/>
                  <a:gd name="T24" fmla="*/ 26 w 114"/>
                  <a:gd name="T25" fmla="*/ 106 h 198"/>
                  <a:gd name="T26" fmla="*/ 30 w 114"/>
                  <a:gd name="T27" fmla="*/ 106 h 198"/>
                  <a:gd name="T28" fmla="*/ 38 w 114"/>
                  <a:gd name="T29" fmla="*/ 108 h 198"/>
                  <a:gd name="T30" fmla="*/ 42 w 114"/>
                  <a:gd name="T31" fmla="*/ 116 h 198"/>
                  <a:gd name="T32" fmla="*/ 46 w 114"/>
                  <a:gd name="T33" fmla="*/ 108 h 198"/>
                  <a:gd name="T34" fmla="*/ 50 w 114"/>
                  <a:gd name="T35" fmla="*/ 98 h 198"/>
                  <a:gd name="T36" fmla="*/ 54 w 114"/>
                  <a:gd name="T37" fmla="*/ 90 h 198"/>
                  <a:gd name="T38" fmla="*/ 54 w 114"/>
                  <a:gd name="T39" fmla="*/ 86 h 198"/>
                  <a:gd name="T40" fmla="*/ 56 w 114"/>
                  <a:gd name="T41" fmla="*/ 78 h 198"/>
                  <a:gd name="T42" fmla="*/ 64 w 114"/>
                  <a:gd name="T43" fmla="*/ 72 h 198"/>
                  <a:gd name="T44" fmla="*/ 68 w 114"/>
                  <a:gd name="T45" fmla="*/ 64 h 198"/>
                  <a:gd name="T46" fmla="*/ 68 w 114"/>
                  <a:gd name="T47" fmla="*/ 52 h 198"/>
                  <a:gd name="T48" fmla="*/ 72 w 114"/>
                  <a:gd name="T49" fmla="*/ 46 h 198"/>
                  <a:gd name="T50" fmla="*/ 80 w 114"/>
                  <a:gd name="T51" fmla="*/ 34 h 198"/>
                  <a:gd name="T52" fmla="*/ 86 w 114"/>
                  <a:gd name="T53" fmla="*/ 30 h 198"/>
                  <a:gd name="T54" fmla="*/ 86 w 114"/>
                  <a:gd name="T55" fmla="*/ 22 h 198"/>
                  <a:gd name="T56" fmla="*/ 86 w 114"/>
                  <a:gd name="T57" fmla="*/ 20 h 198"/>
                  <a:gd name="T58" fmla="*/ 86 w 114"/>
                  <a:gd name="T59" fmla="*/ 16 h 198"/>
                  <a:gd name="T60" fmla="*/ 84 w 114"/>
                  <a:gd name="T61" fmla="*/ 8 h 198"/>
                  <a:gd name="T62" fmla="*/ 84 w 114"/>
                  <a:gd name="T63" fmla="*/ 0 h 198"/>
                  <a:gd name="T64" fmla="*/ 86 w 114"/>
                  <a:gd name="T65" fmla="*/ 8 h 198"/>
                  <a:gd name="T66" fmla="*/ 94 w 114"/>
                  <a:gd name="T67" fmla="*/ 20 h 198"/>
                  <a:gd name="T68" fmla="*/ 94 w 114"/>
                  <a:gd name="T69" fmla="*/ 30 h 198"/>
                  <a:gd name="T70" fmla="*/ 94 w 114"/>
                  <a:gd name="T71" fmla="*/ 42 h 198"/>
                  <a:gd name="T72" fmla="*/ 98 w 114"/>
                  <a:gd name="T73" fmla="*/ 50 h 198"/>
                  <a:gd name="T74" fmla="*/ 98 w 114"/>
                  <a:gd name="T75" fmla="*/ 56 h 198"/>
                  <a:gd name="T76" fmla="*/ 86 w 114"/>
                  <a:gd name="T77" fmla="*/ 56 h 198"/>
                  <a:gd name="T78" fmla="*/ 84 w 114"/>
                  <a:gd name="T79" fmla="*/ 68 h 198"/>
                  <a:gd name="T80" fmla="*/ 94 w 114"/>
                  <a:gd name="T81" fmla="*/ 76 h 198"/>
                  <a:gd name="T82" fmla="*/ 98 w 114"/>
                  <a:gd name="T83" fmla="*/ 86 h 198"/>
                  <a:gd name="T84" fmla="*/ 102 w 114"/>
                  <a:gd name="T85" fmla="*/ 94 h 198"/>
                  <a:gd name="T86" fmla="*/ 98 w 114"/>
                  <a:gd name="T87" fmla="*/ 102 h 198"/>
                  <a:gd name="T88" fmla="*/ 94 w 114"/>
                  <a:gd name="T89" fmla="*/ 108 h 198"/>
                  <a:gd name="T90" fmla="*/ 90 w 114"/>
                  <a:gd name="T91" fmla="*/ 120 h 198"/>
                  <a:gd name="T92" fmla="*/ 86 w 114"/>
                  <a:gd name="T93" fmla="*/ 128 h 198"/>
                  <a:gd name="T94" fmla="*/ 86 w 114"/>
                  <a:gd name="T95" fmla="*/ 134 h 198"/>
                  <a:gd name="T96" fmla="*/ 90 w 114"/>
                  <a:gd name="T97" fmla="*/ 146 h 198"/>
                  <a:gd name="T98" fmla="*/ 94 w 114"/>
                  <a:gd name="T99" fmla="*/ 154 h 198"/>
                  <a:gd name="T100" fmla="*/ 98 w 114"/>
                  <a:gd name="T101" fmla="*/ 162 h 198"/>
                  <a:gd name="T102" fmla="*/ 106 w 114"/>
                  <a:gd name="T103" fmla="*/ 172 h 198"/>
                  <a:gd name="T104" fmla="*/ 110 w 114"/>
                  <a:gd name="T105" fmla="*/ 184 h 198"/>
                  <a:gd name="T106" fmla="*/ 110 w 114"/>
                  <a:gd name="T107" fmla="*/ 188 h 198"/>
                  <a:gd name="T108" fmla="*/ 110 w 114"/>
                  <a:gd name="T109" fmla="*/ 198 h 198"/>
                  <a:gd name="T110" fmla="*/ 102 w 114"/>
                  <a:gd name="T111" fmla="*/ 194 h 198"/>
                  <a:gd name="T112" fmla="*/ 94 w 114"/>
                  <a:gd name="T113" fmla="*/ 190 h 198"/>
                  <a:gd name="T114" fmla="*/ 84 w 114"/>
                  <a:gd name="T115" fmla="*/ 190 h 198"/>
                  <a:gd name="T116" fmla="*/ 68 w 114"/>
                  <a:gd name="T117" fmla="*/ 188 h 198"/>
                  <a:gd name="T118" fmla="*/ 56 w 114"/>
                  <a:gd name="T119" fmla="*/ 188 h 198"/>
                  <a:gd name="T120" fmla="*/ 46 w 114"/>
                  <a:gd name="T121" fmla="*/ 188 h 198"/>
                  <a:gd name="T122" fmla="*/ 38 w 114"/>
                  <a:gd name="T123" fmla="*/ 190 h 198"/>
                  <a:gd name="T124" fmla="*/ 26 w 114"/>
                  <a:gd name="T125" fmla="*/ 19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4" h="198">
                    <a:moveTo>
                      <a:pt x="26" y="190"/>
                    </a:moveTo>
                    <a:lnTo>
                      <a:pt x="24" y="190"/>
                    </a:lnTo>
                    <a:lnTo>
                      <a:pt x="24" y="188"/>
                    </a:lnTo>
                    <a:lnTo>
                      <a:pt x="20" y="188"/>
                    </a:lnTo>
                    <a:lnTo>
                      <a:pt x="20" y="184"/>
                    </a:lnTo>
                    <a:lnTo>
                      <a:pt x="20" y="176"/>
                    </a:lnTo>
                    <a:lnTo>
                      <a:pt x="24" y="176"/>
                    </a:lnTo>
                    <a:lnTo>
                      <a:pt x="24" y="172"/>
                    </a:lnTo>
                    <a:lnTo>
                      <a:pt x="20" y="168"/>
                    </a:lnTo>
                    <a:lnTo>
                      <a:pt x="20" y="164"/>
                    </a:lnTo>
                    <a:lnTo>
                      <a:pt x="16" y="162"/>
                    </a:lnTo>
                    <a:lnTo>
                      <a:pt x="20" y="162"/>
                    </a:lnTo>
                    <a:lnTo>
                      <a:pt x="16" y="158"/>
                    </a:lnTo>
                    <a:lnTo>
                      <a:pt x="16" y="162"/>
                    </a:lnTo>
                    <a:lnTo>
                      <a:pt x="12" y="162"/>
                    </a:lnTo>
                    <a:lnTo>
                      <a:pt x="12" y="158"/>
                    </a:lnTo>
                    <a:lnTo>
                      <a:pt x="8" y="158"/>
                    </a:lnTo>
                    <a:lnTo>
                      <a:pt x="8" y="154"/>
                    </a:lnTo>
                    <a:lnTo>
                      <a:pt x="8" y="150"/>
                    </a:lnTo>
                    <a:lnTo>
                      <a:pt x="8" y="146"/>
                    </a:lnTo>
                    <a:lnTo>
                      <a:pt x="8" y="150"/>
                    </a:lnTo>
                    <a:lnTo>
                      <a:pt x="4" y="150"/>
                    </a:lnTo>
                    <a:lnTo>
                      <a:pt x="4" y="146"/>
                    </a:lnTo>
                    <a:lnTo>
                      <a:pt x="4" y="150"/>
                    </a:lnTo>
                    <a:lnTo>
                      <a:pt x="0" y="150"/>
                    </a:lnTo>
                    <a:lnTo>
                      <a:pt x="0" y="146"/>
                    </a:lnTo>
                    <a:lnTo>
                      <a:pt x="4" y="142"/>
                    </a:lnTo>
                    <a:lnTo>
                      <a:pt x="4" y="138"/>
                    </a:lnTo>
                    <a:lnTo>
                      <a:pt x="8" y="134"/>
                    </a:lnTo>
                    <a:lnTo>
                      <a:pt x="8" y="132"/>
                    </a:lnTo>
                    <a:lnTo>
                      <a:pt x="8" y="128"/>
                    </a:lnTo>
                    <a:lnTo>
                      <a:pt x="8" y="124"/>
                    </a:lnTo>
                    <a:lnTo>
                      <a:pt x="12" y="120"/>
                    </a:lnTo>
                    <a:lnTo>
                      <a:pt x="16" y="116"/>
                    </a:lnTo>
                    <a:lnTo>
                      <a:pt x="20" y="116"/>
                    </a:lnTo>
                    <a:lnTo>
                      <a:pt x="20" y="112"/>
                    </a:lnTo>
                    <a:lnTo>
                      <a:pt x="20" y="108"/>
                    </a:lnTo>
                    <a:lnTo>
                      <a:pt x="24" y="108"/>
                    </a:lnTo>
                    <a:lnTo>
                      <a:pt x="26" y="106"/>
                    </a:lnTo>
                    <a:lnTo>
                      <a:pt x="26" y="108"/>
                    </a:lnTo>
                    <a:lnTo>
                      <a:pt x="30" y="108"/>
                    </a:lnTo>
                    <a:lnTo>
                      <a:pt x="30" y="106"/>
                    </a:lnTo>
                    <a:lnTo>
                      <a:pt x="34" y="106"/>
                    </a:lnTo>
                    <a:lnTo>
                      <a:pt x="34" y="108"/>
                    </a:lnTo>
                    <a:lnTo>
                      <a:pt x="38" y="108"/>
                    </a:lnTo>
                    <a:lnTo>
                      <a:pt x="38" y="112"/>
                    </a:lnTo>
                    <a:lnTo>
                      <a:pt x="38" y="116"/>
                    </a:lnTo>
                    <a:lnTo>
                      <a:pt x="42" y="116"/>
                    </a:lnTo>
                    <a:lnTo>
                      <a:pt x="42" y="112"/>
                    </a:lnTo>
                    <a:lnTo>
                      <a:pt x="46" y="112"/>
                    </a:lnTo>
                    <a:lnTo>
                      <a:pt x="46" y="108"/>
                    </a:lnTo>
                    <a:lnTo>
                      <a:pt x="50" y="106"/>
                    </a:lnTo>
                    <a:lnTo>
                      <a:pt x="50" y="102"/>
                    </a:lnTo>
                    <a:lnTo>
                      <a:pt x="50" y="98"/>
                    </a:lnTo>
                    <a:lnTo>
                      <a:pt x="54" y="98"/>
                    </a:lnTo>
                    <a:lnTo>
                      <a:pt x="54" y="94"/>
                    </a:lnTo>
                    <a:lnTo>
                      <a:pt x="54" y="90"/>
                    </a:lnTo>
                    <a:lnTo>
                      <a:pt x="54" y="86"/>
                    </a:lnTo>
                    <a:lnTo>
                      <a:pt x="56" y="86"/>
                    </a:lnTo>
                    <a:lnTo>
                      <a:pt x="54" y="86"/>
                    </a:lnTo>
                    <a:lnTo>
                      <a:pt x="54" y="82"/>
                    </a:lnTo>
                    <a:lnTo>
                      <a:pt x="56" y="82"/>
                    </a:lnTo>
                    <a:lnTo>
                      <a:pt x="56" y="78"/>
                    </a:lnTo>
                    <a:lnTo>
                      <a:pt x="60" y="78"/>
                    </a:lnTo>
                    <a:lnTo>
                      <a:pt x="64" y="76"/>
                    </a:lnTo>
                    <a:lnTo>
                      <a:pt x="64" y="72"/>
                    </a:lnTo>
                    <a:lnTo>
                      <a:pt x="64" y="68"/>
                    </a:lnTo>
                    <a:lnTo>
                      <a:pt x="64" y="64"/>
                    </a:lnTo>
                    <a:lnTo>
                      <a:pt x="68" y="64"/>
                    </a:lnTo>
                    <a:lnTo>
                      <a:pt x="68" y="60"/>
                    </a:lnTo>
                    <a:lnTo>
                      <a:pt x="68" y="56"/>
                    </a:lnTo>
                    <a:lnTo>
                      <a:pt x="68" y="52"/>
                    </a:lnTo>
                    <a:lnTo>
                      <a:pt x="72" y="52"/>
                    </a:lnTo>
                    <a:lnTo>
                      <a:pt x="72" y="50"/>
                    </a:lnTo>
                    <a:lnTo>
                      <a:pt x="72" y="46"/>
                    </a:lnTo>
                    <a:lnTo>
                      <a:pt x="76" y="42"/>
                    </a:lnTo>
                    <a:lnTo>
                      <a:pt x="76" y="38"/>
                    </a:lnTo>
                    <a:lnTo>
                      <a:pt x="80" y="34"/>
                    </a:lnTo>
                    <a:lnTo>
                      <a:pt x="84" y="34"/>
                    </a:lnTo>
                    <a:lnTo>
                      <a:pt x="84" y="30"/>
                    </a:lnTo>
                    <a:lnTo>
                      <a:pt x="86" y="30"/>
                    </a:lnTo>
                    <a:lnTo>
                      <a:pt x="90" y="26"/>
                    </a:lnTo>
                    <a:lnTo>
                      <a:pt x="86" y="26"/>
                    </a:lnTo>
                    <a:lnTo>
                      <a:pt x="86" y="22"/>
                    </a:lnTo>
                    <a:lnTo>
                      <a:pt x="90" y="22"/>
                    </a:lnTo>
                    <a:lnTo>
                      <a:pt x="90" y="20"/>
                    </a:lnTo>
                    <a:lnTo>
                      <a:pt x="86" y="20"/>
                    </a:lnTo>
                    <a:lnTo>
                      <a:pt x="90" y="20"/>
                    </a:lnTo>
                    <a:lnTo>
                      <a:pt x="90" y="16"/>
                    </a:lnTo>
                    <a:lnTo>
                      <a:pt x="86" y="16"/>
                    </a:lnTo>
                    <a:lnTo>
                      <a:pt x="84" y="16"/>
                    </a:lnTo>
                    <a:lnTo>
                      <a:pt x="84" y="12"/>
                    </a:lnTo>
                    <a:lnTo>
                      <a:pt x="84" y="8"/>
                    </a:lnTo>
                    <a:lnTo>
                      <a:pt x="84" y="4"/>
                    </a:lnTo>
                    <a:lnTo>
                      <a:pt x="80" y="0"/>
                    </a:lnTo>
                    <a:lnTo>
                      <a:pt x="84" y="0"/>
                    </a:lnTo>
                    <a:lnTo>
                      <a:pt x="86" y="0"/>
                    </a:lnTo>
                    <a:lnTo>
                      <a:pt x="86" y="4"/>
                    </a:lnTo>
                    <a:lnTo>
                      <a:pt x="86" y="8"/>
                    </a:lnTo>
                    <a:lnTo>
                      <a:pt x="90" y="8"/>
                    </a:lnTo>
                    <a:lnTo>
                      <a:pt x="94" y="16"/>
                    </a:lnTo>
                    <a:lnTo>
                      <a:pt x="94" y="20"/>
                    </a:lnTo>
                    <a:lnTo>
                      <a:pt x="94" y="22"/>
                    </a:lnTo>
                    <a:lnTo>
                      <a:pt x="94" y="26"/>
                    </a:lnTo>
                    <a:lnTo>
                      <a:pt x="94" y="30"/>
                    </a:lnTo>
                    <a:lnTo>
                      <a:pt x="94" y="34"/>
                    </a:lnTo>
                    <a:lnTo>
                      <a:pt x="94" y="38"/>
                    </a:lnTo>
                    <a:lnTo>
                      <a:pt x="94" y="42"/>
                    </a:lnTo>
                    <a:lnTo>
                      <a:pt x="94" y="46"/>
                    </a:lnTo>
                    <a:lnTo>
                      <a:pt x="98" y="46"/>
                    </a:lnTo>
                    <a:lnTo>
                      <a:pt x="98" y="50"/>
                    </a:lnTo>
                    <a:lnTo>
                      <a:pt x="102" y="52"/>
                    </a:lnTo>
                    <a:lnTo>
                      <a:pt x="102" y="56"/>
                    </a:lnTo>
                    <a:lnTo>
                      <a:pt x="98" y="56"/>
                    </a:lnTo>
                    <a:lnTo>
                      <a:pt x="94" y="56"/>
                    </a:lnTo>
                    <a:lnTo>
                      <a:pt x="90" y="56"/>
                    </a:lnTo>
                    <a:lnTo>
                      <a:pt x="86" y="56"/>
                    </a:lnTo>
                    <a:lnTo>
                      <a:pt x="84" y="56"/>
                    </a:lnTo>
                    <a:lnTo>
                      <a:pt x="80" y="60"/>
                    </a:lnTo>
                    <a:lnTo>
                      <a:pt x="84" y="68"/>
                    </a:lnTo>
                    <a:lnTo>
                      <a:pt x="86" y="72"/>
                    </a:lnTo>
                    <a:lnTo>
                      <a:pt x="90" y="76"/>
                    </a:lnTo>
                    <a:lnTo>
                      <a:pt x="94" y="76"/>
                    </a:lnTo>
                    <a:lnTo>
                      <a:pt x="94" y="78"/>
                    </a:lnTo>
                    <a:lnTo>
                      <a:pt x="98" y="82"/>
                    </a:lnTo>
                    <a:lnTo>
                      <a:pt x="98" y="86"/>
                    </a:lnTo>
                    <a:lnTo>
                      <a:pt x="98" y="90"/>
                    </a:lnTo>
                    <a:lnTo>
                      <a:pt x="102" y="90"/>
                    </a:lnTo>
                    <a:lnTo>
                      <a:pt x="102" y="94"/>
                    </a:lnTo>
                    <a:lnTo>
                      <a:pt x="102" y="98"/>
                    </a:lnTo>
                    <a:lnTo>
                      <a:pt x="102" y="102"/>
                    </a:lnTo>
                    <a:lnTo>
                      <a:pt x="98" y="102"/>
                    </a:lnTo>
                    <a:lnTo>
                      <a:pt x="98" y="106"/>
                    </a:lnTo>
                    <a:lnTo>
                      <a:pt x="94" y="106"/>
                    </a:lnTo>
                    <a:lnTo>
                      <a:pt x="94" y="108"/>
                    </a:lnTo>
                    <a:lnTo>
                      <a:pt x="94" y="112"/>
                    </a:lnTo>
                    <a:lnTo>
                      <a:pt x="90" y="116"/>
                    </a:lnTo>
                    <a:lnTo>
                      <a:pt x="90" y="120"/>
                    </a:lnTo>
                    <a:lnTo>
                      <a:pt x="86" y="120"/>
                    </a:lnTo>
                    <a:lnTo>
                      <a:pt x="86" y="124"/>
                    </a:lnTo>
                    <a:lnTo>
                      <a:pt x="86" y="128"/>
                    </a:lnTo>
                    <a:lnTo>
                      <a:pt x="90" y="128"/>
                    </a:lnTo>
                    <a:lnTo>
                      <a:pt x="86" y="132"/>
                    </a:lnTo>
                    <a:lnTo>
                      <a:pt x="86" y="134"/>
                    </a:lnTo>
                    <a:lnTo>
                      <a:pt x="90" y="138"/>
                    </a:lnTo>
                    <a:lnTo>
                      <a:pt x="90" y="142"/>
                    </a:lnTo>
                    <a:lnTo>
                      <a:pt x="90" y="146"/>
                    </a:lnTo>
                    <a:lnTo>
                      <a:pt x="90" y="150"/>
                    </a:lnTo>
                    <a:lnTo>
                      <a:pt x="94" y="150"/>
                    </a:lnTo>
                    <a:lnTo>
                      <a:pt x="94" y="154"/>
                    </a:lnTo>
                    <a:lnTo>
                      <a:pt x="94" y="158"/>
                    </a:lnTo>
                    <a:lnTo>
                      <a:pt x="94" y="162"/>
                    </a:lnTo>
                    <a:lnTo>
                      <a:pt x="98" y="162"/>
                    </a:lnTo>
                    <a:lnTo>
                      <a:pt x="98" y="164"/>
                    </a:lnTo>
                    <a:lnTo>
                      <a:pt x="102" y="168"/>
                    </a:lnTo>
                    <a:lnTo>
                      <a:pt x="106" y="172"/>
                    </a:lnTo>
                    <a:lnTo>
                      <a:pt x="110" y="176"/>
                    </a:lnTo>
                    <a:lnTo>
                      <a:pt x="110" y="180"/>
                    </a:lnTo>
                    <a:lnTo>
                      <a:pt x="110" y="184"/>
                    </a:lnTo>
                    <a:lnTo>
                      <a:pt x="110" y="188"/>
                    </a:lnTo>
                    <a:lnTo>
                      <a:pt x="114" y="188"/>
                    </a:lnTo>
                    <a:lnTo>
                      <a:pt x="110" y="188"/>
                    </a:lnTo>
                    <a:lnTo>
                      <a:pt x="110" y="190"/>
                    </a:lnTo>
                    <a:lnTo>
                      <a:pt x="110" y="194"/>
                    </a:lnTo>
                    <a:lnTo>
                      <a:pt x="110" y="198"/>
                    </a:lnTo>
                    <a:lnTo>
                      <a:pt x="110" y="194"/>
                    </a:lnTo>
                    <a:lnTo>
                      <a:pt x="106" y="194"/>
                    </a:lnTo>
                    <a:lnTo>
                      <a:pt x="102" y="194"/>
                    </a:lnTo>
                    <a:lnTo>
                      <a:pt x="102" y="190"/>
                    </a:lnTo>
                    <a:lnTo>
                      <a:pt x="98" y="190"/>
                    </a:lnTo>
                    <a:lnTo>
                      <a:pt x="94" y="190"/>
                    </a:lnTo>
                    <a:lnTo>
                      <a:pt x="90" y="190"/>
                    </a:lnTo>
                    <a:lnTo>
                      <a:pt x="86" y="190"/>
                    </a:lnTo>
                    <a:lnTo>
                      <a:pt x="84" y="190"/>
                    </a:lnTo>
                    <a:lnTo>
                      <a:pt x="76" y="190"/>
                    </a:lnTo>
                    <a:lnTo>
                      <a:pt x="68" y="190"/>
                    </a:lnTo>
                    <a:lnTo>
                      <a:pt x="68" y="188"/>
                    </a:lnTo>
                    <a:lnTo>
                      <a:pt x="64" y="188"/>
                    </a:lnTo>
                    <a:lnTo>
                      <a:pt x="60" y="188"/>
                    </a:lnTo>
                    <a:lnTo>
                      <a:pt x="56" y="188"/>
                    </a:lnTo>
                    <a:lnTo>
                      <a:pt x="54" y="188"/>
                    </a:lnTo>
                    <a:lnTo>
                      <a:pt x="50" y="188"/>
                    </a:lnTo>
                    <a:lnTo>
                      <a:pt x="46" y="188"/>
                    </a:lnTo>
                    <a:lnTo>
                      <a:pt x="42" y="188"/>
                    </a:lnTo>
                    <a:lnTo>
                      <a:pt x="42" y="190"/>
                    </a:lnTo>
                    <a:lnTo>
                      <a:pt x="38" y="190"/>
                    </a:lnTo>
                    <a:lnTo>
                      <a:pt x="30" y="190"/>
                    </a:lnTo>
                    <a:lnTo>
                      <a:pt x="26" y="190"/>
                    </a:lnTo>
                    <a:lnTo>
                      <a:pt x="26" y="190"/>
                    </a:lnTo>
                    <a:lnTo>
                      <a:pt x="26" y="1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0" name="Freeform 134"/>
              <p:cNvSpPr>
                <a:spLocks noEditPoints="1"/>
              </p:cNvSpPr>
              <p:nvPr/>
            </p:nvSpPr>
            <p:spPr bwMode="gray">
              <a:xfrm>
                <a:off x="4177296" y="4004867"/>
                <a:ext cx="66092" cy="69570"/>
              </a:xfrm>
              <a:custGeom>
                <a:avLst/>
                <a:gdLst>
                  <a:gd name="T0" fmla="*/ 0 w 38"/>
                  <a:gd name="T1" fmla="*/ 4 h 40"/>
                  <a:gd name="T2" fmla="*/ 0 w 38"/>
                  <a:gd name="T3" fmla="*/ 4 h 40"/>
                  <a:gd name="T4" fmla="*/ 4 w 38"/>
                  <a:gd name="T5" fmla="*/ 0 h 40"/>
                  <a:gd name="T6" fmla="*/ 4 w 38"/>
                  <a:gd name="T7" fmla="*/ 4 h 40"/>
                  <a:gd name="T8" fmla="*/ 4 w 38"/>
                  <a:gd name="T9" fmla="*/ 4 h 40"/>
                  <a:gd name="T10" fmla="*/ 4 w 38"/>
                  <a:gd name="T11" fmla="*/ 4 h 40"/>
                  <a:gd name="T12" fmla="*/ 0 w 38"/>
                  <a:gd name="T13" fmla="*/ 4 h 40"/>
                  <a:gd name="T14" fmla="*/ 0 w 38"/>
                  <a:gd name="T15" fmla="*/ 4 h 40"/>
                  <a:gd name="T16" fmla="*/ 4 w 38"/>
                  <a:gd name="T17" fmla="*/ 8 h 40"/>
                  <a:gd name="T18" fmla="*/ 4 w 38"/>
                  <a:gd name="T19" fmla="*/ 8 h 40"/>
                  <a:gd name="T20" fmla="*/ 4 w 38"/>
                  <a:gd name="T21" fmla="*/ 4 h 40"/>
                  <a:gd name="T22" fmla="*/ 8 w 38"/>
                  <a:gd name="T23" fmla="*/ 8 h 40"/>
                  <a:gd name="T24" fmla="*/ 4 w 38"/>
                  <a:gd name="T25" fmla="*/ 8 h 40"/>
                  <a:gd name="T26" fmla="*/ 34 w 38"/>
                  <a:gd name="T27" fmla="*/ 10 h 40"/>
                  <a:gd name="T28" fmla="*/ 34 w 38"/>
                  <a:gd name="T29" fmla="*/ 8 h 40"/>
                  <a:gd name="T30" fmla="*/ 34 w 38"/>
                  <a:gd name="T31" fmla="*/ 8 h 40"/>
                  <a:gd name="T32" fmla="*/ 34 w 38"/>
                  <a:gd name="T33" fmla="*/ 8 h 40"/>
                  <a:gd name="T34" fmla="*/ 34 w 38"/>
                  <a:gd name="T35" fmla="*/ 10 h 40"/>
                  <a:gd name="T36" fmla="*/ 16 w 38"/>
                  <a:gd name="T37" fmla="*/ 10 h 40"/>
                  <a:gd name="T38" fmla="*/ 12 w 38"/>
                  <a:gd name="T39" fmla="*/ 10 h 40"/>
                  <a:gd name="T40" fmla="*/ 16 w 38"/>
                  <a:gd name="T41" fmla="*/ 10 h 40"/>
                  <a:gd name="T42" fmla="*/ 20 w 38"/>
                  <a:gd name="T43" fmla="*/ 10 h 40"/>
                  <a:gd name="T44" fmla="*/ 20 w 38"/>
                  <a:gd name="T45" fmla="*/ 10 h 40"/>
                  <a:gd name="T46" fmla="*/ 16 w 38"/>
                  <a:gd name="T47" fmla="*/ 10 h 40"/>
                  <a:gd name="T48" fmla="*/ 16 w 38"/>
                  <a:gd name="T49" fmla="*/ 10 h 40"/>
                  <a:gd name="T50" fmla="*/ 16 w 38"/>
                  <a:gd name="T51" fmla="*/ 10 h 40"/>
                  <a:gd name="T52" fmla="*/ 16 w 38"/>
                  <a:gd name="T53" fmla="*/ 10 h 40"/>
                  <a:gd name="T54" fmla="*/ 16 w 38"/>
                  <a:gd name="T55" fmla="*/ 10 h 40"/>
                  <a:gd name="T56" fmla="*/ 34 w 38"/>
                  <a:gd name="T57" fmla="*/ 22 h 40"/>
                  <a:gd name="T58" fmla="*/ 34 w 38"/>
                  <a:gd name="T59" fmla="*/ 22 h 40"/>
                  <a:gd name="T60" fmla="*/ 34 w 38"/>
                  <a:gd name="T61" fmla="*/ 18 h 40"/>
                  <a:gd name="T62" fmla="*/ 38 w 38"/>
                  <a:gd name="T63" fmla="*/ 18 h 40"/>
                  <a:gd name="T64" fmla="*/ 38 w 38"/>
                  <a:gd name="T65" fmla="*/ 18 h 40"/>
                  <a:gd name="T66" fmla="*/ 34 w 38"/>
                  <a:gd name="T67" fmla="*/ 22 h 40"/>
                  <a:gd name="T68" fmla="*/ 30 w 38"/>
                  <a:gd name="T69" fmla="*/ 38 h 40"/>
                  <a:gd name="T70" fmla="*/ 30 w 38"/>
                  <a:gd name="T71" fmla="*/ 38 h 40"/>
                  <a:gd name="T72" fmla="*/ 30 w 38"/>
                  <a:gd name="T73" fmla="*/ 34 h 40"/>
                  <a:gd name="T74" fmla="*/ 30 w 38"/>
                  <a:gd name="T75" fmla="*/ 34 h 40"/>
                  <a:gd name="T76" fmla="*/ 30 w 38"/>
                  <a:gd name="T77" fmla="*/ 38 h 40"/>
                  <a:gd name="T78" fmla="*/ 30 w 38"/>
                  <a:gd name="T79" fmla="*/ 38 h 40"/>
                  <a:gd name="T80" fmla="*/ 24 w 38"/>
                  <a:gd name="T81" fmla="*/ 40 h 40"/>
                  <a:gd name="T82" fmla="*/ 24 w 38"/>
                  <a:gd name="T83" fmla="*/ 38 h 40"/>
                  <a:gd name="T84" fmla="*/ 24 w 38"/>
                  <a:gd name="T85" fmla="*/ 38 h 40"/>
                  <a:gd name="T86" fmla="*/ 24 w 38"/>
                  <a:gd name="T87" fmla="*/ 34 h 40"/>
                  <a:gd name="T88" fmla="*/ 26 w 38"/>
                  <a:gd name="T89" fmla="*/ 38 h 40"/>
                  <a:gd name="T90" fmla="*/ 26 w 38"/>
                  <a:gd name="T91" fmla="*/ 38 h 40"/>
                  <a:gd name="T92" fmla="*/ 26 w 38"/>
                  <a:gd name="T93" fmla="*/ 40 h 40"/>
                  <a:gd name="T94" fmla="*/ 12 w 38"/>
                  <a:gd name="T95" fmla="*/ 40 h 40"/>
                  <a:gd name="T96" fmla="*/ 12 w 38"/>
                  <a:gd name="T97" fmla="*/ 40 h 40"/>
                  <a:gd name="T98" fmla="*/ 12 w 38"/>
                  <a:gd name="T99" fmla="*/ 40 h 40"/>
                  <a:gd name="T100" fmla="*/ 12 w 38"/>
                  <a:gd name="T101" fmla="*/ 38 h 40"/>
                  <a:gd name="T102" fmla="*/ 16 w 38"/>
                  <a:gd name="T103" fmla="*/ 38 h 40"/>
                  <a:gd name="T104" fmla="*/ 16 w 38"/>
                  <a:gd name="T105" fmla="*/ 40 h 40"/>
                  <a:gd name="T106" fmla="*/ 16 w 38"/>
                  <a:gd name="T107" fmla="*/ 40 h 40"/>
                  <a:gd name="T108" fmla="*/ 12 w 38"/>
                  <a:gd name="T109" fmla="*/ 4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8" h="40">
                    <a:moveTo>
                      <a:pt x="0" y="4"/>
                    </a:moveTo>
                    <a:lnTo>
                      <a:pt x="0" y="4"/>
                    </a:lnTo>
                    <a:lnTo>
                      <a:pt x="0" y="4"/>
                    </a:lnTo>
                    <a:lnTo>
                      <a:pt x="0" y="4"/>
                    </a:lnTo>
                    <a:lnTo>
                      <a:pt x="0" y="4"/>
                    </a:lnTo>
                    <a:lnTo>
                      <a:pt x="0" y="4"/>
                    </a:lnTo>
                    <a:lnTo>
                      <a:pt x="0" y="4"/>
                    </a:lnTo>
                    <a:lnTo>
                      <a:pt x="0" y="0"/>
                    </a:lnTo>
                    <a:lnTo>
                      <a:pt x="4" y="0"/>
                    </a:lnTo>
                    <a:lnTo>
                      <a:pt x="4" y="0"/>
                    </a:lnTo>
                    <a:lnTo>
                      <a:pt x="4" y="0"/>
                    </a:lnTo>
                    <a:lnTo>
                      <a:pt x="4" y="4"/>
                    </a:lnTo>
                    <a:lnTo>
                      <a:pt x="4" y="4"/>
                    </a:lnTo>
                    <a:lnTo>
                      <a:pt x="4" y="4"/>
                    </a:lnTo>
                    <a:lnTo>
                      <a:pt x="4" y="4"/>
                    </a:lnTo>
                    <a:lnTo>
                      <a:pt x="4" y="4"/>
                    </a:lnTo>
                    <a:lnTo>
                      <a:pt x="4" y="4"/>
                    </a:lnTo>
                    <a:lnTo>
                      <a:pt x="4" y="4"/>
                    </a:lnTo>
                    <a:lnTo>
                      <a:pt x="4" y="4"/>
                    </a:lnTo>
                    <a:lnTo>
                      <a:pt x="0" y="4"/>
                    </a:lnTo>
                    <a:lnTo>
                      <a:pt x="0" y="4"/>
                    </a:lnTo>
                    <a:lnTo>
                      <a:pt x="0" y="4"/>
                    </a:lnTo>
                    <a:lnTo>
                      <a:pt x="0" y="4"/>
                    </a:lnTo>
                    <a:lnTo>
                      <a:pt x="0" y="4"/>
                    </a:lnTo>
                    <a:lnTo>
                      <a:pt x="0" y="4"/>
                    </a:lnTo>
                    <a:close/>
                    <a:moveTo>
                      <a:pt x="4" y="8"/>
                    </a:moveTo>
                    <a:lnTo>
                      <a:pt x="4" y="8"/>
                    </a:lnTo>
                    <a:lnTo>
                      <a:pt x="4" y="8"/>
                    </a:lnTo>
                    <a:lnTo>
                      <a:pt x="4" y="8"/>
                    </a:lnTo>
                    <a:lnTo>
                      <a:pt x="4" y="8"/>
                    </a:lnTo>
                    <a:lnTo>
                      <a:pt x="4" y="4"/>
                    </a:lnTo>
                    <a:lnTo>
                      <a:pt x="4" y="4"/>
                    </a:lnTo>
                    <a:lnTo>
                      <a:pt x="4" y="4"/>
                    </a:lnTo>
                    <a:lnTo>
                      <a:pt x="8" y="8"/>
                    </a:lnTo>
                    <a:lnTo>
                      <a:pt x="8" y="8"/>
                    </a:lnTo>
                    <a:lnTo>
                      <a:pt x="8" y="8"/>
                    </a:lnTo>
                    <a:lnTo>
                      <a:pt x="8" y="8"/>
                    </a:lnTo>
                    <a:lnTo>
                      <a:pt x="4" y="8"/>
                    </a:lnTo>
                    <a:lnTo>
                      <a:pt x="4" y="8"/>
                    </a:lnTo>
                    <a:lnTo>
                      <a:pt x="4" y="8"/>
                    </a:lnTo>
                    <a:lnTo>
                      <a:pt x="4" y="8"/>
                    </a:lnTo>
                    <a:close/>
                    <a:moveTo>
                      <a:pt x="34" y="10"/>
                    </a:moveTo>
                    <a:lnTo>
                      <a:pt x="34" y="10"/>
                    </a:lnTo>
                    <a:lnTo>
                      <a:pt x="34" y="10"/>
                    </a:lnTo>
                    <a:lnTo>
                      <a:pt x="34" y="8"/>
                    </a:lnTo>
                    <a:lnTo>
                      <a:pt x="34" y="8"/>
                    </a:lnTo>
                    <a:lnTo>
                      <a:pt x="34" y="8"/>
                    </a:lnTo>
                    <a:lnTo>
                      <a:pt x="34" y="8"/>
                    </a:lnTo>
                    <a:lnTo>
                      <a:pt x="34" y="8"/>
                    </a:lnTo>
                    <a:lnTo>
                      <a:pt x="34" y="8"/>
                    </a:lnTo>
                    <a:lnTo>
                      <a:pt x="34" y="8"/>
                    </a:lnTo>
                    <a:lnTo>
                      <a:pt x="34" y="10"/>
                    </a:lnTo>
                    <a:lnTo>
                      <a:pt x="34" y="10"/>
                    </a:lnTo>
                    <a:lnTo>
                      <a:pt x="34" y="10"/>
                    </a:lnTo>
                    <a:lnTo>
                      <a:pt x="34" y="10"/>
                    </a:lnTo>
                    <a:lnTo>
                      <a:pt x="34" y="10"/>
                    </a:lnTo>
                    <a:close/>
                    <a:moveTo>
                      <a:pt x="16" y="10"/>
                    </a:moveTo>
                    <a:lnTo>
                      <a:pt x="12" y="10"/>
                    </a:lnTo>
                    <a:lnTo>
                      <a:pt x="12" y="10"/>
                    </a:lnTo>
                    <a:lnTo>
                      <a:pt x="12" y="10"/>
                    </a:lnTo>
                    <a:lnTo>
                      <a:pt x="12" y="10"/>
                    </a:lnTo>
                    <a:lnTo>
                      <a:pt x="16" y="10"/>
                    </a:lnTo>
                    <a:lnTo>
                      <a:pt x="16" y="10"/>
                    </a:lnTo>
                    <a:lnTo>
                      <a:pt x="16" y="10"/>
                    </a:lnTo>
                    <a:lnTo>
                      <a:pt x="16" y="10"/>
                    </a:lnTo>
                    <a:lnTo>
                      <a:pt x="20" y="10"/>
                    </a:lnTo>
                    <a:lnTo>
                      <a:pt x="20" y="10"/>
                    </a:lnTo>
                    <a:lnTo>
                      <a:pt x="20" y="10"/>
                    </a:lnTo>
                    <a:lnTo>
                      <a:pt x="20" y="10"/>
                    </a:lnTo>
                    <a:lnTo>
                      <a:pt x="20" y="10"/>
                    </a:lnTo>
                    <a:lnTo>
                      <a:pt x="20"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close/>
                    <a:moveTo>
                      <a:pt x="34" y="22"/>
                    </a:moveTo>
                    <a:lnTo>
                      <a:pt x="34" y="22"/>
                    </a:lnTo>
                    <a:lnTo>
                      <a:pt x="34" y="22"/>
                    </a:lnTo>
                    <a:lnTo>
                      <a:pt x="34" y="22"/>
                    </a:lnTo>
                    <a:lnTo>
                      <a:pt x="34" y="18"/>
                    </a:lnTo>
                    <a:lnTo>
                      <a:pt x="34" y="18"/>
                    </a:lnTo>
                    <a:lnTo>
                      <a:pt x="34" y="18"/>
                    </a:lnTo>
                    <a:lnTo>
                      <a:pt x="34" y="18"/>
                    </a:lnTo>
                    <a:lnTo>
                      <a:pt x="38" y="18"/>
                    </a:lnTo>
                    <a:lnTo>
                      <a:pt x="38" y="18"/>
                    </a:lnTo>
                    <a:lnTo>
                      <a:pt x="38" y="18"/>
                    </a:lnTo>
                    <a:lnTo>
                      <a:pt x="38" y="18"/>
                    </a:lnTo>
                    <a:lnTo>
                      <a:pt x="38" y="18"/>
                    </a:lnTo>
                    <a:lnTo>
                      <a:pt x="38" y="18"/>
                    </a:lnTo>
                    <a:lnTo>
                      <a:pt x="38" y="22"/>
                    </a:lnTo>
                    <a:lnTo>
                      <a:pt x="34" y="22"/>
                    </a:lnTo>
                    <a:lnTo>
                      <a:pt x="34" y="22"/>
                    </a:lnTo>
                    <a:lnTo>
                      <a:pt x="34" y="22"/>
                    </a:lnTo>
                    <a:close/>
                    <a:moveTo>
                      <a:pt x="30" y="38"/>
                    </a:moveTo>
                    <a:lnTo>
                      <a:pt x="30" y="38"/>
                    </a:lnTo>
                    <a:lnTo>
                      <a:pt x="30" y="38"/>
                    </a:lnTo>
                    <a:lnTo>
                      <a:pt x="30" y="38"/>
                    </a:lnTo>
                    <a:lnTo>
                      <a:pt x="30" y="38"/>
                    </a:lnTo>
                    <a:lnTo>
                      <a:pt x="30" y="34"/>
                    </a:lnTo>
                    <a:lnTo>
                      <a:pt x="30" y="34"/>
                    </a:lnTo>
                    <a:lnTo>
                      <a:pt x="30" y="34"/>
                    </a:lnTo>
                    <a:lnTo>
                      <a:pt x="30" y="34"/>
                    </a:lnTo>
                    <a:lnTo>
                      <a:pt x="30" y="34"/>
                    </a:lnTo>
                    <a:lnTo>
                      <a:pt x="30" y="38"/>
                    </a:lnTo>
                    <a:lnTo>
                      <a:pt x="30" y="38"/>
                    </a:lnTo>
                    <a:lnTo>
                      <a:pt x="30" y="38"/>
                    </a:lnTo>
                    <a:lnTo>
                      <a:pt x="30" y="38"/>
                    </a:lnTo>
                    <a:lnTo>
                      <a:pt x="30" y="38"/>
                    </a:lnTo>
                    <a:lnTo>
                      <a:pt x="30" y="38"/>
                    </a:lnTo>
                    <a:close/>
                    <a:moveTo>
                      <a:pt x="26" y="40"/>
                    </a:moveTo>
                    <a:lnTo>
                      <a:pt x="24" y="40"/>
                    </a:lnTo>
                    <a:lnTo>
                      <a:pt x="24" y="40"/>
                    </a:lnTo>
                    <a:lnTo>
                      <a:pt x="24" y="40"/>
                    </a:lnTo>
                    <a:lnTo>
                      <a:pt x="24" y="40"/>
                    </a:lnTo>
                    <a:lnTo>
                      <a:pt x="24" y="38"/>
                    </a:lnTo>
                    <a:lnTo>
                      <a:pt x="24" y="38"/>
                    </a:lnTo>
                    <a:lnTo>
                      <a:pt x="24" y="38"/>
                    </a:lnTo>
                    <a:lnTo>
                      <a:pt x="24" y="38"/>
                    </a:lnTo>
                    <a:lnTo>
                      <a:pt x="24" y="34"/>
                    </a:lnTo>
                    <a:lnTo>
                      <a:pt x="24" y="34"/>
                    </a:lnTo>
                    <a:lnTo>
                      <a:pt x="24" y="34"/>
                    </a:lnTo>
                    <a:lnTo>
                      <a:pt x="24" y="38"/>
                    </a:lnTo>
                    <a:lnTo>
                      <a:pt x="26" y="38"/>
                    </a:lnTo>
                    <a:lnTo>
                      <a:pt x="26" y="38"/>
                    </a:lnTo>
                    <a:lnTo>
                      <a:pt x="26" y="38"/>
                    </a:lnTo>
                    <a:lnTo>
                      <a:pt x="26" y="38"/>
                    </a:lnTo>
                    <a:lnTo>
                      <a:pt x="26" y="38"/>
                    </a:lnTo>
                    <a:lnTo>
                      <a:pt x="26" y="40"/>
                    </a:lnTo>
                    <a:lnTo>
                      <a:pt x="26" y="40"/>
                    </a:lnTo>
                    <a:lnTo>
                      <a:pt x="26" y="40"/>
                    </a:lnTo>
                    <a:close/>
                    <a:moveTo>
                      <a:pt x="12" y="40"/>
                    </a:moveTo>
                    <a:lnTo>
                      <a:pt x="12" y="40"/>
                    </a:lnTo>
                    <a:lnTo>
                      <a:pt x="12" y="40"/>
                    </a:lnTo>
                    <a:lnTo>
                      <a:pt x="12" y="40"/>
                    </a:lnTo>
                    <a:lnTo>
                      <a:pt x="12" y="40"/>
                    </a:lnTo>
                    <a:lnTo>
                      <a:pt x="12" y="40"/>
                    </a:lnTo>
                    <a:lnTo>
                      <a:pt x="12" y="40"/>
                    </a:lnTo>
                    <a:lnTo>
                      <a:pt x="12" y="40"/>
                    </a:lnTo>
                    <a:lnTo>
                      <a:pt x="12" y="40"/>
                    </a:lnTo>
                    <a:lnTo>
                      <a:pt x="12" y="38"/>
                    </a:lnTo>
                    <a:lnTo>
                      <a:pt x="12" y="38"/>
                    </a:lnTo>
                    <a:lnTo>
                      <a:pt x="12" y="38"/>
                    </a:lnTo>
                    <a:lnTo>
                      <a:pt x="12" y="38"/>
                    </a:lnTo>
                    <a:lnTo>
                      <a:pt x="16" y="38"/>
                    </a:lnTo>
                    <a:lnTo>
                      <a:pt x="16" y="38"/>
                    </a:lnTo>
                    <a:lnTo>
                      <a:pt x="16" y="38"/>
                    </a:lnTo>
                    <a:lnTo>
                      <a:pt x="16" y="40"/>
                    </a:lnTo>
                    <a:lnTo>
                      <a:pt x="16" y="40"/>
                    </a:lnTo>
                    <a:lnTo>
                      <a:pt x="16" y="40"/>
                    </a:lnTo>
                    <a:lnTo>
                      <a:pt x="16" y="40"/>
                    </a:lnTo>
                    <a:lnTo>
                      <a:pt x="16" y="40"/>
                    </a:lnTo>
                    <a:lnTo>
                      <a:pt x="16" y="40"/>
                    </a:lnTo>
                    <a:lnTo>
                      <a:pt x="16" y="40"/>
                    </a:lnTo>
                    <a:lnTo>
                      <a:pt x="12" y="40"/>
                    </a:lnTo>
                    <a:lnTo>
                      <a:pt x="12" y="40"/>
                    </a:lnTo>
                    <a:lnTo>
                      <a:pt x="12"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1" name="Freeform 135"/>
              <p:cNvSpPr>
                <a:spLocks/>
              </p:cNvSpPr>
              <p:nvPr/>
            </p:nvSpPr>
            <p:spPr bwMode="gray">
              <a:xfrm>
                <a:off x="5158242" y="4192707"/>
                <a:ext cx="316546" cy="260888"/>
              </a:xfrm>
              <a:custGeom>
                <a:avLst/>
                <a:gdLst>
                  <a:gd name="T0" fmla="*/ 82 w 182"/>
                  <a:gd name="T1" fmla="*/ 104 h 150"/>
                  <a:gd name="T2" fmla="*/ 70 w 182"/>
                  <a:gd name="T3" fmla="*/ 102 h 150"/>
                  <a:gd name="T4" fmla="*/ 58 w 182"/>
                  <a:gd name="T5" fmla="*/ 112 h 150"/>
                  <a:gd name="T6" fmla="*/ 58 w 182"/>
                  <a:gd name="T7" fmla="*/ 116 h 150"/>
                  <a:gd name="T8" fmla="*/ 58 w 182"/>
                  <a:gd name="T9" fmla="*/ 132 h 150"/>
                  <a:gd name="T10" fmla="*/ 52 w 182"/>
                  <a:gd name="T11" fmla="*/ 132 h 150"/>
                  <a:gd name="T12" fmla="*/ 40 w 182"/>
                  <a:gd name="T13" fmla="*/ 128 h 150"/>
                  <a:gd name="T14" fmla="*/ 32 w 182"/>
                  <a:gd name="T15" fmla="*/ 128 h 150"/>
                  <a:gd name="T16" fmla="*/ 26 w 182"/>
                  <a:gd name="T17" fmla="*/ 138 h 150"/>
                  <a:gd name="T18" fmla="*/ 26 w 182"/>
                  <a:gd name="T19" fmla="*/ 146 h 150"/>
                  <a:gd name="T20" fmla="*/ 22 w 182"/>
                  <a:gd name="T21" fmla="*/ 142 h 150"/>
                  <a:gd name="T22" fmla="*/ 10 w 182"/>
                  <a:gd name="T23" fmla="*/ 128 h 150"/>
                  <a:gd name="T24" fmla="*/ 6 w 182"/>
                  <a:gd name="T25" fmla="*/ 116 h 150"/>
                  <a:gd name="T26" fmla="*/ 2 w 182"/>
                  <a:gd name="T27" fmla="*/ 104 h 150"/>
                  <a:gd name="T28" fmla="*/ 2 w 182"/>
                  <a:gd name="T29" fmla="*/ 90 h 150"/>
                  <a:gd name="T30" fmla="*/ 2 w 182"/>
                  <a:gd name="T31" fmla="*/ 82 h 150"/>
                  <a:gd name="T32" fmla="*/ 6 w 182"/>
                  <a:gd name="T33" fmla="*/ 68 h 150"/>
                  <a:gd name="T34" fmla="*/ 14 w 182"/>
                  <a:gd name="T35" fmla="*/ 60 h 150"/>
                  <a:gd name="T36" fmla="*/ 26 w 182"/>
                  <a:gd name="T37" fmla="*/ 56 h 150"/>
                  <a:gd name="T38" fmla="*/ 32 w 182"/>
                  <a:gd name="T39" fmla="*/ 56 h 150"/>
                  <a:gd name="T40" fmla="*/ 48 w 182"/>
                  <a:gd name="T41" fmla="*/ 52 h 150"/>
                  <a:gd name="T42" fmla="*/ 58 w 182"/>
                  <a:gd name="T43" fmla="*/ 48 h 150"/>
                  <a:gd name="T44" fmla="*/ 66 w 182"/>
                  <a:gd name="T45" fmla="*/ 42 h 150"/>
                  <a:gd name="T46" fmla="*/ 70 w 182"/>
                  <a:gd name="T47" fmla="*/ 34 h 150"/>
                  <a:gd name="T48" fmla="*/ 84 w 182"/>
                  <a:gd name="T49" fmla="*/ 34 h 150"/>
                  <a:gd name="T50" fmla="*/ 96 w 182"/>
                  <a:gd name="T51" fmla="*/ 18 h 150"/>
                  <a:gd name="T52" fmla="*/ 104 w 182"/>
                  <a:gd name="T53" fmla="*/ 12 h 150"/>
                  <a:gd name="T54" fmla="*/ 108 w 182"/>
                  <a:gd name="T55" fmla="*/ 4 h 150"/>
                  <a:gd name="T56" fmla="*/ 118 w 182"/>
                  <a:gd name="T57" fmla="*/ 0 h 150"/>
                  <a:gd name="T58" fmla="*/ 126 w 182"/>
                  <a:gd name="T59" fmla="*/ 14 h 150"/>
                  <a:gd name="T60" fmla="*/ 130 w 182"/>
                  <a:gd name="T61" fmla="*/ 30 h 150"/>
                  <a:gd name="T62" fmla="*/ 126 w 182"/>
                  <a:gd name="T63" fmla="*/ 42 h 150"/>
                  <a:gd name="T64" fmla="*/ 134 w 182"/>
                  <a:gd name="T65" fmla="*/ 42 h 150"/>
                  <a:gd name="T66" fmla="*/ 140 w 182"/>
                  <a:gd name="T67" fmla="*/ 48 h 150"/>
                  <a:gd name="T68" fmla="*/ 152 w 182"/>
                  <a:gd name="T69" fmla="*/ 52 h 150"/>
                  <a:gd name="T70" fmla="*/ 156 w 182"/>
                  <a:gd name="T71" fmla="*/ 64 h 150"/>
                  <a:gd name="T72" fmla="*/ 166 w 182"/>
                  <a:gd name="T73" fmla="*/ 74 h 150"/>
                  <a:gd name="T74" fmla="*/ 166 w 182"/>
                  <a:gd name="T75" fmla="*/ 82 h 150"/>
                  <a:gd name="T76" fmla="*/ 174 w 182"/>
                  <a:gd name="T77" fmla="*/ 90 h 150"/>
                  <a:gd name="T78" fmla="*/ 178 w 182"/>
                  <a:gd name="T79" fmla="*/ 94 h 150"/>
                  <a:gd name="T80" fmla="*/ 182 w 182"/>
                  <a:gd name="T81" fmla="*/ 104 h 150"/>
                  <a:gd name="T82" fmla="*/ 170 w 182"/>
                  <a:gd name="T83" fmla="*/ 102 h 150"/>
                  <a:gd name="T84" fmla="*/ 162 w 182"/>
                  <a:gd name="T85" fmla="*/ 102 h 150"/>
                  <a:gd name="T86" fmla="*/ 152 w 182"/>
                  <a:gd name="T87" fmla="*/ 98 h 150"/>
                  <a:gd name="T88" fmla="*/ 144 w 182"/>
                  <a:gd name="T89" fmla="*/ 104 h 150"/>
                  <a:gd name="T90" fmla="*/ 136 w 182"/>
                  <a:gd name="T91" fmla="*/ 104 h 150"/>
                  <a:gd name="T92" fmla="*/ 122 w 182"/>
                  <a:gd name="T93" fmla="*/ 108 h 150"/>
                  <a:gd name="T94" fmla="*/ 114 w 182"/>
                  <a:gd name="T95" fmla="*/ 108 h 150"/>
                  <a:gd name="T96" fmla="*/ 110 w 182"/>
                  <a:gd name="T97" fmla="*/ 120 h 150"/>
                  <a:gd name="T98" fmla="*/ 100 w 182"/>
                  <a:gd name="T99" fmla="*/ 116 h 150"/>
                  <a:gd name="T100" fmla="*/ 84 w 182"/>
                  <a:gd name="T101" fmla="*/ 11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82" h="150">
                    <a:moveTo>
                      <a:pt x="84" y="112"/>
                    </a:moveTo>
                    <a:lnTo>
                      <a:pt x="84" y="108"/>
                    </a:lnTo>
                    <a:lnTo>
                      <a:pt x="82" y="108"/>
                    </a:lnTo>
                    <a:lnTo>
                      <a:pt x="82" y="104"/>
                    </a:lnTo>
                    <a:lnTo>
                      <a:pt x="78" y="104"/>
                    </a:lnTo>
                    <a:lnTo>
                      <a:pt x="74" y="104"/>
                    </a:lnTo>
                    <a:lnTo>
                      <a:pt x="74" y="102"/>
                    </a:lnTo>
                    <a:lnTo>
                      <a:pt x="70" y="102"/>
                    </a:lnTo>
                    <a:lnTo>
                      <a:pt x="66" y="104"/>
                    </a:lnTo>
                    <a:lnTo>
                      <a:pt x="62" y="104"/>
                    </a:lnTo>
                    <a:lnTo>
                      <a:pt x="62" y="108"/>
                    </a:lnTo>
                    <a:lnTo>
                      <a:pt x="58" y="112"/>
                    </a:lnTo>
                    <a:lnTo>
                      <a:pt x="58" y="116"/>
                    </a:lnTo>
                    <a:lnTo>
                      <a:pt x="58" y="112"/>
                    </a:lnTo>
                    <a:lnTo>
                      <a:pt x="54" y="116"/>
                    </a:lnTo>
                    <a:lnTo>
                      <a:pt x="58" y="116"/>
                    </a:lnTo>
                    <a:lnTo>
                      <a:pt x="58" y="120"/>
                    </a:lnTo>
                    <a:lnTo>
                      <a:pt x="58" y="124"/>
                    </a:lnTo>
                    <a:lnTo>
                      <a:pt x="58" y="128"/>
                    </a:lnTo>
                    <a:lnTo>
                      <a:pt x="58" y="132"/>
                    </a:lnTo>
                    <a:lnTo>
                      <a:pt x="58" y="128"/>
                    </a:lnTo>
                    <a:lnTo>
                      <a:pt x="54" y="128"/>
                    </a:lnTo>
                    <a:lnTo>
                      <a:pt x="52" y="128"/>
                    </a:lnTo>
                    <a:lnTo>
                      <a:pt x="52" y="132"/>
                    </a:lnTo>
                    <a:lnTo>
                      <a:pt x="52" y="128"/>
                    </a:lnTo>
                    <a:lnTo>
                      <a:pt x="48" y="128"/>
                    </a:lnTo>
                    <a:lnTo>
                      <a:pt x="44" y="128"/>
                    </a:lnTo>
                    <a:lnTo>
                      <a:pt x="40" y="128"/>
                    </a:lnTo>
                    <a:lnTo>
                      <a:pt x="40" y="124"/>
                    </a:lnTo>
                    <a:lnTo>
                      <a:pt x="40" y="128"/>
                    </a:lnTo>
                    <a:lnTo>
                      <a:pt x="36" y="128"/>
                    </a:lnTo>
                    <a:lnTo>
                      <a:pt x="32" y="128"/>
                    </a:lnTo>
                    <a:lnTo>
                      <a:pt x="28" y="128"/>
                    </a:lnTo>
                    <a:lnTo>
                      <a:pt x="28" y="132"/>
                    </a:lnTo>
                    <a:lnTo>
                      <a:pt x="28" y="134"/>
                    </a:lnTo>
                    <a:lnTo>
                      <a:pt x="26" y="138"/>
                    </a:lnTo>
                    <a:lnTo>
                      <a:pt x="28" y="138"/>
                    </a:lnTo>
                    <a:lnTo>
                      <a:pt x="28" y="142"/>
                    </a:lnTo>
                    <a:lnTo>
                      <a:pt x="26" y="142"/>
                    </a:lnTo>
                    <a:lnTo>
                      <a:pt x="26" y="146"/>
                    </a:lnTo>
                    <a:lnTo>
                      <a:pt x="26" y="150"/>
                    </a:lnTo>
                    <a:lnTo>
                      <a:pt x="22" y="150"/>
                    </a:lnTo>
                    <a:lnTo>
                      <a:pt x="22" y="146"/>
                    </a:lnTo>
                    <a:lnTo>
                      <a:pt x="22" y="142"/>
                    </a:lnTo>
                    <a:lnTo>
                      <a:pt x="22" y="138"/>
                    </a:lnTo>
                    <a:lnTo>
                      <a:pt x="18" y="134"/>
                    </a:lnTo>
                    <a:lnTo>
                      <a:pt x="14" y="132"/>
                    </a:lnTo>
                    <a:lnTo>
                      <a:pt x="10" y="128"/>
                    </a:lnTo>
                    <a:lnTo>
                      <a:pt x="10" y="124"/>
                    </a:lnTo>
                    <a:lnTo>
                      <a:pt x="6" y="124"/>
                    </a:lnTo>
                    <a:lnTo>
                      <a:pt x="6" y="120"/>
                    </a:lnTo>
                    <a:lnTo>
                      <a:pt x="6" y="116"/>
                    </a:lnTo>
                    <a:lnTo>
                      <a:pt x="6" y="112"/>
                    </a:lnTo>
                    <a:lnTo>
                      <a:pt x="2" y="112"/>
                    </a:lnTo>
                    <a:lnTo>
                      <a:pt x="2" y="108"/>
                    </a:lnTo>
                    <a:lnTo>
                      <a:pt x="2" y="104"/>
                    </a:lnTo>
                    <a:lnTo>
                      <a:pt x="2" y="102"/>
                    </a:lnTo>
                    <a:lnTo>
                      <a:pt x="0" y="98"/>
                    </a:lnTo>
                    <a:lnTo>
                      <a:pt x="0" y="94"/>
                    </a:lnTo>
                    <a:lnTo>
                      <a:pt x="2" y="90"/>
                    </a:lnTo>
                    <a:lnTo>
                      <a:pt x="0" y="90"/>
                    </a:lnTo>
                    <a:lnTo>
                      <a:pt x="0" y="86"/>
                    </a:lnTo>
                    <a:lnTo>
                      <a:pt x="0" y="82"/>
                    </a:lnTo>
                    <a:lnTo>
                      <a:pt x="2" y="82"/>
                    </a:lnTo>
                    <a:lnTo>
                      <a:pt x="2" y="78"/>
                    </a:lnTo>
                    <a:lnTo>
                      <a:pt x="6" y="74"/>
                    </a:lnTo>
                    <a:lnTo>
                      <a:pt x="6" y="72"/>
                    </a:lnTo>
                    <a:lnTo>
                      <a:pt x="6" y="68"/>
                    </a:lnTo>
                    <a:lnTo>
                      <a:pt x="10" y="68"/>
                    </a:lnTo>
                    <a:lnTo>
                      <a:pt x="10" y="64"/>
                    </a:lnTo>
                    <a:lnTo>
                      <a:pt x="14" y="64"/>
                    </a:lnTo>
                    <a:lnTo>
                      <a:pt x="14" y="60"/>
                    </a:lnTo>
                    <a:lnTo>
                      <a:pt x="18" y="60"/>
                    </a:lnTo>
                    <a:lnTo>
                      <a:pt x="22" y="60"/>
                    </a:lnTo>
                    <a:lnTo>
                      <a:pt x="26" y="60"/>
                    </a:lnTo>
                    <a:lnTo>
                      <a:pt x="26" y="56"/>
                    </a:lnTo>
                    <a:lnTo>
                      <a:pt x="28" y="52"/>
                    </a:lnTo>
                    <a:lnTo>
                      <a:pt x="28" y="56"/>
                    </a:lnTo>
                    <a:lnTo>
                      <a:pt x="32" y="60"/>
                    </a:lnTo>
                    <a:lnTo>
                      <a:pt x="32" y="56"/>
                    </a:lnTo>
                    <a:lnTo>
                      <a:pt x="36" y="56"/>
                    </a:lnTo>
                    <a:lnTo>
                      <a:pt x="40" y="52"/>
                    </a:lnTo>
                    <a:lnTo>
                      <a:pt x="44" y="52"/>
                    </a:lnTo>
                    <a:lnTo>
                      <a:pt x="48" y="52"/>
                    </a:lnTo>
                    <a:lnTo>
                      <a:pt x="52" y="52"/>
                    </a:lnTo>
                    <a:lnTo>
                      <a:pt x="54" y="52"/>
                    </a:lnTo>
                    <a:lnTo>
                      <a:pt x="58" y="52"/>
                    </a:lnTo>
                    <a:lnTo>
                      <a:pt x="58" y="48"/>
                    </a:lnTo>
                    <a:lnTo>
                      <a:pt x="58" y="44"/>
                    </a:lnTo>
                    <a:lnTo>
                      <a:pt x="62" y="44"/>
                    </a:lnTo>
                    <a:lnTo>
                      <a:pt x="62" y="42"/>
                    </a:lnTo>
                    <a:lnTo>
                      <a:pt x="66" y="42"/>
                    </a:lnTo>
                    <a:lnTo>
                      <a:pt x="62" y="38"/>
                    </a:lnTo>
                    <a:lnTo>
                      <a:pt x="62" y="34"/>
                    </a:lnTo>
                    <a:lnTo>
                      <a:pt x="66" y="34"/>
                    </a:lnTo>
                    <a:lnTo>
                      <a:pt x="70" y="34"/>
                    </a:lnTo>
                    <a:lnTo>
                      <a:pt x="74" y="34"/>
                    </a:lnTo>
                    <a:lnTo>
                      <a:pt x="78" y="34"/>
                    </a:lnTo>
                    <a:lnTo>
                      <a:pt x="82" y="34"/>
                    </a:lnTo>
                    <a:lnTo>
                      <a:pt x="84" y="34"/>
                    </a:lnTo>
                    <a:lnTo>
                      <a:pt x="84" y="30"/>
                    </a:lnTo>
                    <a:lnTo>
                      <a:pt x="88" y="26"/>
                    </a:lnTo>
                    <a:lnTo>
                      <a:pt x="92" y="22"/>
                    </a:lnTo>
                    <a:lnTo>
                      <a:pt x="96" y="18"/>
                    </a:lnTo>
                    <a:lnTo>
                      <a:pt x="96" y="14"/>
                    </a:lnTo>
                    <a:lnTo>
                      <a:pt x="100" y="14"/>
                    </a:lnTo>
                    <a:lnTo>
                      <a:pt x="100" y="12"/>
                    </a:lnTo>
                    <a:lnTo>
                      <a:pt x="104" y="12"/>
                    </a:lnTo>
                    <a:lnTo>
                      <a:pt x="100" y="12"/>
                    </a:lnTo>
                    <a:lnTo>
                      <a:pt x="100" y="8"/>
                    </a:lnTo>
                    <a:lnTo>
                      <a:pt x="104" y="4"/>
                    </a:lnTo>
                    <a:lnTo>
                      <a:pt x="108" y="4"/>
                    </a:lnTo>
                    <a:lnTo>
                      <a:pt x="108" y="0"/>
                    </a:lnTo>
                    <a:lnTo>
                      <a:pt x="110" y="0"/>
                    </a:lnTo>
                    <a:lnTo>
                      <a:pt x="114" y="0"/>
                    </a:lnTo>
                    <a:lnTo>
                      <a:pt x="118" y="0"/>
                    </a:lnTo>
                    <a:lnTo>
                      <a:pt x="118" y="4"/>
                    </a:lnTo>
                    <a:lnTo>
                      <a:pt x="122" y="8"/>
                    </a:lnTo>
                    <a:lnTo>
                      <a:pt x="126" y="12"/>
                    </a:lnTo>
                    <a:lnTo>
                      <a:pt x="126" y="14"/>
                    </a:lnTo>
                    <a:lnTo>
                      <a:pt x="130" y="18"/>
                    </a:lnTo>
                    <a:lnTo>
                      <a:pt x="130" y="22"/>
                    </a:lnTo>
                    <a:lnTo>
                      <a:pt x="130" y="26"/>
                    </a:lnTo>
                    <a:lnTo>
                      <a:pt x="130" y="30"/>
                    </a:lnTo>
                    <a:lnTo>
                      <a:pt x="126" y="30"/>
                    </a:lnTo>
                    <a:lnTo>
                      <a:pt x="126" y="34"/>
                    </a:lnTo>
                    <a:lnTo>
                      <a:pt x="126" y="38"/>
                    </a:lnTo>
                    <a:lnTo>
                      <a:pt x="126" y="42"/>
                    </a:lnTo>
                    <a:lnTo>
                      <a:pt x="130" y="42"/>
                    </a:lnTo>
                    <a:lnTo>
                      <a:pt x="130" y="38"/>
                    </a:lnTo>
                    <a:lnTo>
                      <a:pt x="134" y="38"/>
                    </a:lnTo>
                    <a:lnTo>
                      <a:pt x="134" y="42"/>
                    </a:lnTo>
                    <a:lnTo>
                      <a:pt x="136" y="42"/>
                    </a:lnTo>
                    <a:lnTo>
                      <a:pt x="136" y="44"/>
                    </a:lnTo>
                    <a:lnTo>
                      <a:pt x="136" y="48"/>
                    </a:lnTo>
                    <a:lnTo>
                      <a:pt x="140" y="48"/>
                    </a:lnTo>
                    <a:lnTo>
                      <a:pt x="144" y="48"/>
                    </a:lnTo>
                    <a:lnTo>
                      <a:pt x="148" y="48"/>
                    </a:lnTo>
                    <a:lnTo>
                      <a:pt x="148" y="52"/>
                    </a:lnTo>
                    <a:lnTo>
                      <a:pt x="152" y="52"/>
                    </a:lnTo>
                    <a:lnTo>
                      <a:pt x="152" y="56"/>
                    </a:lnTo>
                    <a:lnTo>
                      <a:pt x="152" y="60"/>
                    </a:lnTo>
                    <a:lnTo>
                      <a:pt x="152" y="64"/>
                    </a:lnTo>
                    <a:lnTo>
                      <a:pt x="156" y="64"/>
                    </a:lnTo>
                    <a:lnTo>
                      <a:pt x="160" y="68"/>
                    </a:lnTo>
                    <a:lnTo>
                      <a:pt x="162" y="68"/>
                    </a:lnTo>
                    <a:lnTo>
                      <a:pt x="162" y="72"/>
                    </a:lnTo>
                    <a:lnTo>
                      <a:pt x="166" y="74"/>
                    </a:lnTo>
                    <a:lnTo>
                      <a:pt x="166" y="78"/>
                    </a:lnTo>
                    <a:lnTo>
                      <a:pt x="166" y="82"/>
                    </a:lnTo>
                    <a:lnTo>
                      <a:pt x="170" y="82"/>
                    </a:lnTo>
                    <a:lnTo>
                      <a:pt x="166" y="82"/>
                    </a:lnTo>
                    <a:lnTo>
                      <a:pt x="166" y="86"/>
                    </a:lnTo>
                    <a:lnTo>
                      <a:pt x="170" y="86"/>
                    </a:lnTo>
                    <a:lnTo>
                      <a:pt x="174" y="86"/>
                    </a:lnTo>
                    <a:lnTo>
                      <a:pt x="174" y="90"/>
                    </a:lnTo>
                    <a:lnTo>
                      <a:pt x="178" y="90"/>
                    </a:lnTo>
                    <a:lnTo>
                      <a:pt x="178" y="94"/>
                    </a:lnTo>
                    <a:lnTo>
                      <a:pt x="182" y="94"/>
                    </a:lnTo>
                    <a:lnTo>
                      <a:pt x="178" y="94"/>
                    </a:lnTo>
                    <a:lnTo>
                      <a:pt x="178" y="98"/>
                    </a:lnTo>
                    <a:lnTo>
                      <a:pt x="182" y="98"/>
                    </a:lnTo>
                    <a:lnTo>
                      <a:pt x="182" y="102"/>
                    </a:lnTo>
                    <a:lnTo>
                      <a:pt x="182" y="104"/>
                    </a:lnTo>
                    <a:lnTo>
                      <a:pt x="182" y="102"/>
                    </a:lnTo>
                    <a:lnTo>
                      <a:pt x="178" y="102"/>
                    </a:lnTo>
                    <a:lnTo>
                      <a:pt x="174" y="102"/>
                    </a:lnTo>
                    <a:lnTo>
                      <a:pt x="170" y="102"/>
                    </a:lnTo>
                    <a:lnTo>
                      <a:pt x="166" y="102"/>
                    </a:lnTo>
                    <a:lnTo>
                      <a:pt x="162" y="102"/>
                    </a:lnTo>
                    <a:lnTo>
                      <a:pt x="162" y="98"/>
                    </a:lnTo>
                    <a:lnTo>
                      <a:pt x="162" y="102"/>
                    </a:lnTo>
                    <a:lnTo>
                      <a:pt x="160" y="102"/>
                    </a:lnTo>
                    <a:lnTo>
                      <a:pt x="160" y="98"/>
                    </a:lnTo>
                    <a:lnTo>
                      <a:pt x="156" y="98"/>
                    </a:lnTo>
                    <a:lnTo>
                      <a:pt x="152" y="98"/>
                    </a:lnTo>
                    <a:lnTo>
                      <a:pt x="152" y="102"/>
                    </a:lnTo>
                    <a:lnTo>
                      <a:pt x="152" y="104"/>
                    </a:lnTo>
                    <a:lnTo>
                      <a:pt x="148" y="104"/>
                    </a:lnTo>
                    <a:lnTo>
                      <a:pt x="144" y="104"/>
                    </a:lnTo>
                    <a:lnTo>
                      <a:pt x="140" y="102"/>
                    </a:lnTo>
                    <a:lnTo>
                      <a:pt x="136" y="102"/>
                    </a:lnTo>
                    <a:lnTo>
                      <a:pt x="140" y="102"/>
                    </a:lnTo>
                    <a:lnTo>
                      <a:pt x="136" y="104"/>
                    </a:lnTo>
                    <a:lnTo>
                      <a:pt x="134" y="104"/>
                    </a:lnTo>
                    <a:lnTo>
                      <a:pt x="130" y="104"/>
                    </a:lnTo>
                    <a:lnTo>
                      <a:pt x="126" y="108"/>
                    </a:lnTo>
                    <a:lnTo>
                      <a:pt x="122" y="108"/>
                    </a:lnTo>
                    <a:lnTo>
                      <a:pt x="118" y="108"/>
                    </a:lnTo>
                    <a:lnTo>
                      <a:pt x="118" y="104"/>
                    </a:lnTo>
                    <a:lnTo>
                      <a:pt x="118" y="108"/>
                    </a:lnTo>
                    <a:lnTo>
                      <a:pt x="114" y="108"/>
                    </a:lnTo>
                    <a:lnTo>
                      <a:pt x="114" y="112"/>
                    </a:lnTo>
                    <a:lnTo>
                      <a:pt x="114" y="116"/>
                    </a:lnTo>
                    <a:lnTo>
                      <a:pt x="110" y="116"/>
                    </a:lnTo>
                    <a:lnTo>
                      <a:pt x="110" y="120"/>
                    </a:lnTo>
                    <a:lnTo>
                      <a:pt x="108" y="120"/>
                    </a:lnTo>
                    <a:lnTo>
                      <a:pt x="108" y="116"/>
                    </a:lnTo>
                    <a:lnTo>
                      <a:pt x="104" y="116"/>
                    </a:lnTo>
                    <a:lnTo>
                      <a:pt x="100" y="116"/>
                    </a:lnTo>
                    <a:lnTo>
                      <a:pt x="92" y="116"/>
                    </a:lnTo>
                    <a:lnTo>
                      <a:pt x="92" y="112"/>
                    </a:lnTo>
                    <a:lnTo>
                      <a:pt x="88" y="112"/>
                    </a:lnTo>
                    <a:lnTo>
                      <a:pt x="84" y="112"/>
                    </a:lnTo>
                    <a:lnTo>
                      <a:pt x="84" y="112"/>
                    </a:lnTo>
                    <a:lnTo>
                      <a:pt x="84"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2" name="Freeform 136"/>
              <p:cNvSpPr>
                <a:spLocks/>
              </p:cNvSpPr>
              <p:nvPr/>
            </p:nvSpPr>
            <p:spPr bwMode="gray">
              <a:xfrm>
                <a:off x="5130414" y="3817029"/>
                <a:ext cx="260890" cy="480035"/>
              </a:xfrm>
              <a:custGeom>
                <a:avLst/>
                <a:gdLst>
                  <a:gd name="T0" fmla="*/ 22 w 150"/>
                  <a:gd name="T1" fmla="*/ 234 h 276"/>
                  <a:gd name="T2" fmla="*/ 30 w 150"/>
                  <a:gd name="T3" fmla="*/ 234 h 276"/>
                  <a:gd name="T4" fmla="*/ 26 w 150"/>
                  <a:gd name="T5" fmla="*/ 226 h 276"/>
                  <a:gd name="T6" fmla="*/ 22 w 150"/>
                  <a:gd name="T7" fmla="*/ 220 h 276"/>
                  <a:gd name="T8" fmla="*/ 22 w 150"/>
                  <a:gd name="T9" fmla="*/ 208 h 276"/>
                  <a:gd name="T10" fmla="*/ 22 w 150"/>
                  <a:gd name="T11" fmla="*/ 198 h 276"/>
                  <a:gd name="T12" fmla="*/ 14 w 150"/>
                  <a:gd name="T13" fmla="*/ 186 h 276"/>
                  <a:gd name="T14" fmla="*/ 14 w 150"/>
                  <a:gd name="T15" fmla="*/ 178 h 276"/>
                  <a:gd name="T16" fmla="*/ 0 w 150"/>
                  <a:gd name="T17" fmla="*/ 164 h 276"/>
                  <a:gd name="T18" fmla="*/ 4 w 150"/>
                  <a:gd name="T19" fmla="*/ 156 h 276"/>
                  <a:gd name="T20" fmla="*/ 4 w 150"/>
                  <a:gd name="T21" fmla="*/ 148 h 276"/>
                  <a:gd name="T22" fmla="*/ 14 w 150"/>
                  <a:gd name="T23" fmla="*/ 130 h 276"/>
                  <a:gd name="T24" fmla="*/ 30 w 150"/>
                  <a:gd name="T25" fmla="*/ 112 h 276"/>
                  <a:gd name="T26" fmla="*/ 34 w 150"/>
                  <a:gd name="T27" fmla="*/ 66 h 276"/>
                  <a:gd name="T28" fmla="*/ 30 w 150"/>
                  <a:gd name="T29" fmla="*/ 48 h 276"/>
                  <a:gd name="T30" fmla="*/ 30 w 150"/>
                  <a:gd name="T31" fmla="*/ 42 h 276"/>
                  <a:gd name="T32" fmla="*/ 26 w 150"/>
                  <a:gd name="T33" fmla="*/ 26 h 276"/>
                  <a:gd name="T34" fmla="*/ 38 w 150"/>
                  <a:gd name="T35" fmla="*/ 0 h 276"/>
                  <a:gd name="T36" fmla="*/ 78 w 150"/>
                  <a:gd name="T37" fmla="*/ 22 h 276"/>
                  <a:gd name="T38" fmla="*/ 134 w 150"/>
                  <a:gd name="T39" fmla="*/ 58 h 276"/>
                  <a:gd name="T40" fmla="*/ 150 w 150"/>
                  <a:gd name="T41" fmla="*/ 88 h 276"/>
                  <a:gd name="T42" fmla="*/ 146 w 150"/>
                  <a:gd name="T43" fmla="*/ 134 h 276"/>
                  <a:gd name="T44" fmla="*/ 142 w 150"/>
                  <a:gd name="T45" fmla="*/ 134 h 276"/>
                  <a:gd name="T46" fmla="*/ 138 w 150"/>
                  <a:gd name="T47" fmla="*/ 134 h 276"/>
                  <a:gd name="T48" fmla="*/ 134 w 150"/>
                  <a:gd name="T49" fmla="*/ 142 h 276"/>
                  <a:gd name="T50" fmla="*/ 134 w 150"/>
                  <a:gd name="T51" fmla="*/ 144 h 276"/>
                  <a:gd name="T52" fmla="*/ 128 w 150"/>
                  <a:gd name="T53" fmla="*/ 152 h 276"/>
                  <a:gd name="T54" fmla="*/ 128 w 150"/>
                  <a:gd name="T55" fmla="*/ 160 h 276"/>
                  <a:gd name="T56" fmla="*/ 124 w 150"/>
                  <a:gd name="T57" fmla="*/ 164 h 276"/>
                  <a:gd name="T58" fmla="*/ 124 w 150"/>
                  <a:gd name="T59" fmla="*/ 178 h 276"/>
                  <a:gd name="T60" fmla="*/ 120 w 150"/>
                  <a:gd name="T61" fmla="*/ 186 h 276"/>
                  <a:gd name="T62" fmla="*/ 124 w 150"/>
                  <a:gd name="T63" fmla="*/ 186 h 276"/>
                  <a:gd name="T64" fmla="*/ 130 w 150"/>
                  <a:gd name="T65" fmla="*/ 198 h 276"/>
                  <a:gd name="T66" fmla="*/ 130 w 150"/>
                  <a:gd name="T67" fmla="*/ 204 h 276"/>
                  <a:gd name="T68" fmla="*/ 134 w 150"/>
                  <a:gd name="T69" fmla="*/ 216 h 276"/>
                  <a:gd name="T70" fmla="*/ 124 w 150"/>
                  <a:gd name="T71" fmla="*/ 220 h 276"/>
                  <a:gd name="T72" fmla="*/ 116 w 150"/>
                  <a:gd name="T73" fmla="*/ 224 h 276"/>
                  <a:gd name="T74" fmla="*/ 116 w 150"/>
                  <a:gd name="T75" fmla="*/ 230 h 276"/>
                  <a:gd name="T76" fmla="*/ 112 w 150"/>
                  <a:gd name="T77" fmla="*/ 234 h 276"/>
                  <a:gd name="T78" fmla="*/ 104 w 150"/>
                  <a:gd name="T79" fmla="*/ 242 h 276"/>
                  <a:gd name="T80" fmla="*/ 100 w 150"/>
                  <a:gd name="T81" fmla="*/ 246 h 276"/>
                  <a:gd name="T82" fmla="*/ 94 w 150"/>
                  <a:gd name="T83" fmla="*/ 250 h 276"/>
                  <a:gd name="T84" fmla="*/ 78 w 150"/>
                  <a:gd name="T85" fmla="*/ 250 h 276"/>
                  <a:gd name="T86" fmla="*/ 78 w 150"/>
                  <a:gd name="T87" fmla="*/ 254 h 276"/>
                  <a:gd name="T88" fmla="*/ 78 w 150"/>
                  <a:gd name="T89" fmla="*/ 260 h 276"/>
                  <a:gd name="T90" fmla="*/ 74 w 150"/>
                  <a:gd name="T91" fmla="*/ 264 h 276"/>
                  <a:gd name="T92" fmla="*/ 64 w 150"/>
                  <a:gd name="T93" fmla="*/ 268 h 276"/>
                  <a:gd name="T94" fmla="*/ 56 w 150"/>
                  <a:gd name="T95" fmla="*/ 268 h 276"/>
                  <a:gd name="T96" fmla="*/ 48 w 150"/>
                  <a:gd name="T97" fmla="*/ 276 h 276"/>
                  <a:gd name="T98" fmla="*/ 44 w 150"/>
                  <a:gd name="T99" fmla="*/ 268 h 276"/>
                  <a:gd name="T100" fmla="*/ 38 w 150"/>
                  <a:gd name="T101" fmla="*/ 276 h 276"/>
                  <a:gd name="T102" fmla="*/ 34 w 150"/>
                  <a:gd name="T103" fmla="*/ 276 h 276"/>
                  <a:gd name="T104" fmla="*/ 30 w 150"/>
                  <a:gd name="T105" fmla="*/ 276 h 276"/>
                  <a:gd name="T106" fmla="*/ 30 w 150"/>
                  <a:gd name="T107" fmla="*/ 272 h 276"/>
                  <a:gd name="T108" fmla="*/ 26 w 150"/>
                  <a:gd name="T109" fmla="*/ 264 h 276"/>
                  <a:gd name="T110" fmla="*/ 18 w 150"/>
                  <a:gd name="T111" fmla="*/ 254 h 276"/>
                  <a:gd name="T112" fmla="*/ 8 w 150"/>
                  <a:gd name="T113" fmla="*/ 238 h 276"/>
                  <a:gd name="T114" fmla="*/ 12 w 150"/>
                  <a:gd name="T115" fmla="*/ 234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0" h="276">
                    <a:moveTo>
                      <a:pt x="12" y="234"/>
                    </a:moveTo>
                    <a:lnTo>
                      <a:pt x="14" y="234"/>
                    </a:lnTo>
                    <a:lnTo>
                      <a:pt x="14" y="234"/>
                    </a:lnTo>
                    <a:lnTo>
                      <a:pt x="18" y="234"/>
                    </a:lnTo>
                    <a:lnTo>
                      <a:pt x="18" y="234"/>
                    </a:lnTo>
                    <a:lnTo>
                      <a:pt x="22" y="234"/>
                    </a:lnTo>
                    <a:lnTo>
                      <a:pt x="22" y="234"/>
                    </a:lnTo>
                    <a:lnTo>
                      <a:pt x="22" y="234"/>
                    </a:lnTo>
                    <a:lnTo>
                      <a:pt x="22" y="234"/>
                    </a:lnTo>
                    <a:lnTo>
                      <a:pt x="22" y="234"/>
                    </a:lnTo>
                    <a:lnTo>
                      <a:pt x="22" y="234"/>
                    </a:lnTo>
                    <a:lnTo>
                      <a:pt x="26" y="234"/>
                    </a:lnTo>
                    <a:lnTo>
                      <a:pt x="26" y="234"/>
                    </a:lnTo>
                    <a:lnTo>
                      <a:pt x="26" y="234"/>
                    </a:lnTo>
                    <a:lnTo>
                      <a:pt x="30" y="234"/>
                    </a:lnTo>
                    <a:lnTo>
                      <a:pt x="30" y="234"/>
                    </a:lnTo>
                    <a:lnTo>
                      <a:pt x="30" y="234"/>
                    </a:lnTo>
                    <a:lnTo>
                      <a:pt x="30" y="234"/>
                    </a:lnTo>
                    <a:lnTo>
                      <a:pt x="30" y="234"/>
                    </a:lnTo>
                    <a:lnTo>
                      <a:pt x="30" y="230"/>
                    </a:lnTo>
                    <a:lnTo>
                      <a:pt x="30" y="230"/>
                    </a:lnTo>
                    <a:lnTo>
                      <a:pt x="30" y="230"/>
                    </a:lnTo>
                    <a:lnTo>
                      <a:pt x="30" y="230"/>
                    </a:lnTo>
                    <a:lnTo>
                      <a:pt x="26" y="226"/>
                    </a:lnTo>
                    <a:lnTo>
                      <a:pt x="26" y="226"/>
                    </a:lnTo>
                    <a:lnTo>
                      <a:pt x="26" y="224"/>
                    </a:lnTo>
                    <a:lnTo>
                      <a:pt x="22" y="224"/>
                    </a:lnTo>
                    <a:lnTo>
                      <a:pt x="22" y="224"/>
                    </a:lnTo>
                    <a:lnTo>
                      <a:pt x="22" y="220"/>
                    </a:lnTo>
                    <a:lnTo>
                      <a:pt x="22" y="220"/>
                    </a:lnTo>
                    <a:lnTo>
                      <a:pt x="22" y="220"/>
                    </a:lnTo>
                    <a:lnTo>
                      <a:pt x="22" y="220"/>
                    </a:lnTo>
                    <a:lnTo>
                      <a:pt x="22" y="220"/>
                    </a:lnTo>
                    <a:lnTo>
                      <a:pt x="22" y="220"/>
                    </a:lnTo>
                    <a:lnTo>
                      <a:pt x="22" y="216"/>
                    </a:lnTo>
                    <a:lnTo>
                      <a:pt x="22" y="216"/>
                    </a:lnTo>
                    <a:lnTo>
                      <a:pt x="22" y="212"/>
                    </a:lnTo>
                    <a:lnTo>
                      <a:pt x="22" y="212"/>
                    </a:lnTo>
                    <a:lnTo>
                      <a:pt x="22" y="208"/>
                    </a:lnTo>
                    <a:lnTo>
                      <a:pt x="22" y="208"/>
                    </a:lnTo>
                    <a:lnTo>
                      <a:pt x="22" y="208"/>
                    </a:lnTo>
                    <a:lnTo>
                      <a:pt x="22" y="204"/>
                    </a:lnTo>
                    <a:lnTo>
                      <a:pt x="22" y="204"/>
                    </a:lnTo>
                    <a:lnTo>
                      <a:pt x="22" y="200"/>
                    </a:lnTo>
                    <a:lnTo>
                      <a:pt x="22" y="198"/>
                    </a:lnTo>
                    <a:lnTo>
                      <a:pt x="22" y="198"/>
                    </a:lnTo>
                    <a:lnTo>
                      <a:pt x="22" y="198"/>
                    </a:lnTo>
                    <a:lnTo>
                      <a:pt x="22" y="198"/>
                    </a:lnTo>
                    <a:lnTo>
                      <a:pt x="22" y="194"/>
                    </a:lnTo>
                    <a:lnTo>
                      <a:pt x="22" y="194"/>
                    </a:lnTo>
                    <a:lnTo>
                      <a:pt x="22" y="194"/>
                    </a:lnTo>
                    <a:lnTo>
                      <a:pt x="22" y="194"/>
                    </a:lnTo>
                    <a:lnTo>
                      <a:pt x="18" y="186"/>
                    </a:lnTo>
                    <a:lnTo>
                      <a:pt x="18" y="186"/>
                    </a:lnTo>
                    <a:lnTo>
                      <a:pt x="18" y="186"/>
                    </a:lnTo>
                    <a:lnTo>
                      <a:pt x="14" y="186"/>
                    </a:lnTo>
                    <a:lnTo>
                      <a:pt x="14" y="186"/>
                    </a:lnTo>
                    <a:lnTo>
                      <a:pt x="14" y="182"/>
                    </a:lnTo>
                    <a:lnTo>
                      <a:pt x="14" y="182"/>
                    </a:lnTo>
                    <a:lnTo>
                      <a:pt x="14" y="182"/>
                    </a:lnTo>
                    <a:lnTo>
                      <a:pt x="14" y="182"/>
                    </a:lnTo>
                    <a:lnTo>
                      <a:pt x="14" y="182"/>
                    </a:lnTo>
                    <a:lnTo>
                      <a:pt x="14" y="178"/>
                    </a:lnTo>
                    <a:lnTo>
                      <a:pt x="14" y="178"/>
                    </a:lnTo>
                    <a:lnTo>
                      <a:pt x="12" y="178"/>
                    </a:lnTo>
                    <a:lnTo>
                      <a:pt x="8" y="178"/>
                    </a:lnTo>
                    <a:lnTo>
                      <a:pt x="8" y="174"/>
                    </a:lnTo>
                    <a:lnTo>
                      <a:pt x="4" y="170"/>
                    </a:lnTo>
                    <a:lnTo>
                      <a:pt x="4" y="168"/>
                    </a:lnTo>
                    <a:lnTo>
                      <a:pt x="4" y="168"/>
                    </a:lnTo>
                    <a:lnTo>
                      <a:pt x="4" y="168"/>
                    </a:lnTo>
                    <a:lnTo>
                      <a:pt x="0" y="164"/>
                    </a:lnTo>
                    <a:lnTo>
                      <a:pt x="0" y="156"/>
                    </a:lnTo>
                    <a:lnTo>
                      <a:pt x="0" y="156"/>
                    </a:lnTo>
                    <a:lnTo>
                      <a:pt x="0" y="156"/>
                    </a:lnTo>
                    <a:lnTo>
                      <a:pt x="0" y="156"/>
                    </a:lnTo>
                    <a:lnTo>
                      <a:pt x="0" y="156"/>
                    </a:lnTo>
                    <a:lnTo>
                      <a:pt x="0" y="156"/>
                    </a:lnTo>
                    <a:lnTo>
                      <a:pt x="4" y="156"/>
                    </a:lnTo>
                    <a:lnTo>
                      <a:pt x="4" y="156"/>
                    </a:lnTo>
                    <a:lnTo>
                      <a:pt x="4" y="156"/>
                    </a:lnTo>
                    <a:lnTo>
                      <a:pt x="4" y="152"/>
                    </a:lnTo>
                    <a:lnTo>
                      <a:pt x="4" y="152"/>
                    </a:lnTo>
                    <a:lnTo>
                      <a:pt x="4" y="152"/>
                    </a:lnTo>
                    <a:lnTo>
                      <a:pt x="4" y="152"/>
                    </a:lnTo>
                    <a:lnTo>
                      <a:pt x="4" y="152"/>
                    </a:lnTo>
                    <a:lnTo>
                      <a:pt x="4" y="148"/>
                    </a:lnTo>
                    <a:lnTo>
                      <a:pt x="4" y="148"/>
                    </a:lnTo>
                    <a:lnTo>
                      <a:pt x="4" y="148"/>
                    </a:lnTo>
                    <a:lnTo>
                      <a:pt x="8" y="144"/>
                    </a:lnTo>
                    <a:lnTo>
                      <a:pt x="8" y="142"/>
                    </a:lnTo>
                    <a:lnTo>
                      <a:pt x="8" y="142"/>
                    </a:lnTo>
                    <a:lnTo>
                      <a:pt x="12" y="138"/>
                    </a:lnTo>
                    <a:lnTo>
                      <a:pt x="12" y="138"/>
                    </a:lnTo>
                    <a:lnTo>
                      <a:pt x="14" y="134"/>
                    </a:lnTo>
                    <a:lnTo>
                      <a:pt x="14" y="130"/>
                    </a:lnTo>
                    <a:lnTo>
                      <a:pt x="22" y="122"/>
                    </a:lnTo>
                    <a:lnTo>
                      <a:pt x="22" y="118"/>
                    </a:lnTo>
                    <a:lnTo>
                      <a:pt x="26" y="118"/>
                    </a:lnTo>
                    <a:lnTo>
                      <a:pt x="26" y="114"/>
                    </a:lnTo>
                    <a:lnTo>
                      <a:pt x="30" y="114"/>
                    </a:lnTo>
                    <a:lnTo>
                      <a:pt x="30" y="114"/>
                    </a:lnTo>
                    <a:lnTo>
                      <a:pt x="30" y="114"/>
                    </a:lnTo>
                    <a:lnTo>
                      <a:pt x="30" y="112"/>
                    </a:lnTo>
                    <a:lnTo>
                      <a:pt x="30" y="104"/>
                    </a:lnTo>
                    <a:lnTo>
                      <a:pt x="30" y="92"/>
                    </a:lnTo>
                    <a:lnTo>
                      <a:pt x="30" y="88"/>
                    </a:lnTo>
                    <a:lnTo>
                      <a:pt x="30" y="88"/>
                    </a:lnTo>
                    <a:lnTo>
                      <a:pt x="30" y="82"/>
                    </a:lnTo>
                    <a:lnTo>
                      <a:pt x="30" y="78"/>
                    </a:lnTo>
                    <a:lnTo>
                      <a:pt x="30" y="78"/>
                    </a:lnTo>
                    <a:lnTo>
                      <a:pt x="34" y="66"/>
                    </a:lnTo>
                    <a:lnTo>
                      <a:pt x="34" y="62"/>
                    </a:lnTo>
                    <a:lnTo>
                      <a:pt x="34" y="58"/>
                    </a:lnTo>
                    <a:lnTo>
                      <a:pt x="34" y="58"/>
                    </a:lnTo>
                    <a:lnTo>
                      <a:pt x="34" y="56"/>
                    </a:lnTo>
                    <a:lnTo>
                      <a:pt x="38" y="52"/>
                    </a:lnTo>
                    <a:lnTo>
                      <a:pt x="38" y="52"/>
                    </a:lnTo>
                    <a:lnTo>
                      <a:pt x="30" y="48"/>
                    </a:lnTo>
                    <a:lnTo>
                      <a:pt x="30" y="48"/>
                    </a:lnTo>
                    <a:lnTo>
                      <a:pt x="30" y="44"/>
                    </a:lnTo>
                    <a:lnTo>
                      <a:pt x="30" y="44"/>
                    </a:lnTo>
                    <a:lnTo>
                      <a:pt x="30" y="44"/>
                    </a:lnTo>
                    <a:lnTo>
                      <a:pt x="30" y="44"/>
                    </a:lnTo>
                    <a:lnTo>
                      <a:pt x="30" y="44"/>
                    </a:lnTo>
                    <a:lnTo>
                      <a:pt x="30" y="44"/>
                    </a:lnTo>
                    <a:lnTo>
                      <a:pt x="30" y="44"/>
                    </a:lnTo>
                    <a:lnTo>
                      <a:pt x="30" y="42"/>
                    </a:lnTo>
                    <a:lnTo>
                      <a:pt x="30" y="42"/>
                    </a:lnTo>
                    <a:lnTo>
                      <a:pt x="30" y="42"/>
                    </a:lnTo>
                    <a:lnTo>
                      <a:pt x="26" y="34"/>
                    </a:lnTo>
                    <a:lnTo>
                      <a:pt x="26" y="34"/>
                    </a:lnTo>
                    <a:lnTo>
                      <a:pt x="26" y="34"/>
                    </a:lnTo>
                    <a:lnTo>
                      <a:pt x="26" y="30"/>
                    </a:lnTo>
                    <a:lnTo>
                      <a:pt x="26" y="30"/>
                    </a:lnTo>
                    <a:lnTo>
                      <a:pt x="26" y="26"/>
                    </a:lnTo>
                    <a:lnTo>
                      <a:pt x="26" y="22"/>
                    </a:lnTo>
                    <a:lnTo>
                      <a:pt x="26" y="22"/>
                    </a:lnTo>
                    <a:lnTo>
                      <a:pt x="22" y="12"/>
                    </a:lnTo>
                    <a:lnTo>
                      <a:pt x="22" y="8"/>
                    </a:lnTo>
                    <a:lnTo>
                      <a:pt x="22" y="8"/>
                    </a:lnTo>
                    <a:lnTo>
                      <a:pt x="22" y="4"/>
                    </a:lnTo>
                    <a:lnTo>
                      <a:pt x="26" y="4"/>
                    </a:lnTo>
                    <a:lnTo>
                      <a:pt x="38" y="0"/>
                    </a:lnTo>
                    <a:lnTo>
                      <a:pt x="40" y="0"/>
                    </a:lnTo>
                    <a:lnTo>
                      <a:pt x="48" y="8"/>
                    </a:lnTo>
                    <a:lnTo>
                      <a:pt x="60" y="12"/>
                    </a:lnTo>
                    <a:lnTo>
                      <a:pt x="60" y="12"/>
                    </a:lnTo>
                    <a:lnTo>
                      <a:pt x="64" y="14"/>
                    </a:lnTo>
                    <a:lnTo>
                      <a:pt x="70" y="18"/>
                    </a:lnTo>
                    <a:lnTo>
                      <a:pt x="74" y="22"/>
                    </a:lnTo>
                    <a:lnTo>
                      <a:pt x="78" y="22"/>
                    </a:lnTo>
                    <a:lnTo>
                      <a:pt x="82" y="26"/>
                    </a:lnTo>
                    <a:lnTo>
                      <a:pt x="90" y="30"/>
                    </a:lnTo>
                    <a:lnTo>
                      <a:pt x="98" y="38"/>
                    </a:lnTo>
                    <a:lnTo>
                      <a:pt x="108" y="42"/>
                    </a:lnTo>
                    <a:lnTo>
                      <a:pt x="112" y="44"/>
                    </a:lnTo>
                    <a:lnTo>
                      <a:pt x="120" y="48"/>
                    </a:lnTo>
                    <a:lnTo>
                      <a:pt x="128" y="52"/>
                    </a:lnTo>
                    <a:lnTo>
                      <a:pt x="134" y="58"/>
                    </a:lnTo>
                    <a:lnTo>
                      <a:pt x="142" y="62"/>
                    </a:lnTo>
                    <a:lnTo>
                      <a:pt x="150" y="66"/>
                    </a:lnTo>
                    <a:lnTo>
                      <a:pt x="150" y="66"/>
                    </a:lnTo>
                    <a:lnTo>
                      <a:pt x="150" y="70"/>
                    </a:lnTo>
                    <a:lnTo>
                      <a:pt x="150" y="78"/>
                    </a:lnTo>
                    <a:lnTo>
                      <a:pt x="150" y="82"/>
                    </a:lnTo>
                    <a:lnTo>
                      <a:pt x="150" y="84"/>
                    </a:lnTo>
                    <a:lnTo>
                      <a:pt x="150" y="88"/>
                    </a:lnTo>
                    <a:lnTo>
                      <a:pt x="150" y="122"/>
                    </a:lnTo>
                    <a:lnTo>
                      <a:pt x="150" y="126"/>
                    </a:lnTo>
                    <a:lnTo>
                      <a:pt x="150" y="134"/>
                    </a:lnTo>
                    <a:lnTo>
                      <a:pt x="150" y="134"/>
                    </a:lnTo>
                    <a:lnTo>
                      <a:pt x="150" y="134"/>
                    </a:lnTo>
                    <a:lnTo>
                      <a:pt x="150" y="134"/>
                    </a:lnTo>
                    <a:lnTo>
                      <a:pt x="150" y="134"/>
                    </a:lnTo>
                    <a:lnTo>
                      <a:pt x="146" y="134"/>
                    </a:lnTo>
                    <a:lnTo>
                      <a:pt x="146" y="134"/>
                    </a:lnTo>
                    <a:lnTo>
                      <a:pt x="146" y="134"/>
                    </a:lnTo>
                    <a:lnTo>
                      <a:pt x="142" y="134"/>
                    </a:lnTo>
                    <a:lnTo>
                      <a:pt x="142" y="134"/>
                    </a:lnTo>
                    <a:lnTo>
                      <a:pt x="142" y="134"/>
                    </a:lnTo>
                    <a:lnTo>
                      <a:pt x="142" y="134"/>
                    </a:lnTo>
                    <a:lnTo>
                      <a:pt x="142" y="134"/>
                    </a:lnTo>
                    <a:lnTo>
                      <a:pt x="142" y="134"/>
                    </a:lnTo>
                    <a:lnTo>
                      <a:pt x="142" y="134"/>
                    </a:lnTo>
                    <a:lnTo>
                      <a:pt x="142" y="134"/>
                    </a:lnTo>
                    <a:lnTo>
                      <a:pt x="142" y="134"/>
                    </a:lnTo>
                    <a:lnTo>
                      <a:pt x="138" y="134"/>
                    </a:lnTo>
                    <a:lnTo>
                      <a:pt x="138" y="134"/>
                    </a:lnTo>
                    <a:lnTo>
                      <a:pt x="138" y="134"/>
                    </a:lnTo>
                    <a:lnTo>
                      <a:pt x="138" y="134"/>
                    </a:lnTo>
                    <a:lnTo>
                      <a:pt x="138" y="134"/>
                    </a:lnTo>
                    <a:lnTo>
                      <a:pt x="138" y="134"/>
                    </a:lnTo>
                    <a:lnTo>
                      <a:pt x="134" y="138"/>
                    </a:lnTo>
                    <a:lnTo>
                      <a:pt x="134" y="138"/>
                    </a:lnTo>
                    <a:lnTo>
                      <a:pt x="134" y="138"/>
                    </a:lnTo>
                    <a:lnTo>
                      <a:pt x="134" y="138"/>
                    </a:lnTo>
                    <a:lnTo>
                      <a:pt x="134" y="138"/>
                    </a:lnTo>
                    <a:lnTo>
                      <a:pt x="134" y="138"/>
                    </a:lnTo>
                    <a:lnTo>
                      <a:pt x="134" y="142"/>
                    </a:lnTo>
                    <a:lnTo>
                      <a:pt x="134" y="142"/>
                    </a:lnTo>
                    <a:lnTo>
                      <a:pt x="134" y="142"/>
                    </a:lnTo>
                    <a:lnTo>
                      <a:pt x="134" y="142"/>
                    </a:lnTo>
                    <a:lnTo>
                      <a:pt x="134" y="142"/>
                    </a:lnTo>
                    <a:lnTo>
                      <a:pt x="134" y="144"/>
                    </a:lnTo>
                    <a:lnTo>
                      <a:pt x="134" y="144"/>
                    </a:lnTo>
                    <a:lnTo>
                      <a:pt x="134" y="144"/>
                    </a:lnTo>
                    <a:lnTo>
                      <a:pt x="134" y="144"/>
                    </a:lnTo>
                    <a:lnTo>
                      <a:pt x="130" y="144"/>
                    </a:lnTo>
                    <a:lnTo>
                      <a:pt x="130" y="148"/>
                    </a:lnTo>
                    <a:lnTo>
                      <a:pt x="130" y="148"/>
                    </a:lnTo>
                    <a:lnTo>
                      <a:pt x="130" y="148"/>
                    </a:lnTo>
                    <a:lnTo>
                      <a:pt x="130" y="152"/>
                    </a:lnTo>
                    <a:lnTo>
                      <a:pt x="130" y="152"/>
                    </a:lnTo>
                    <a:lnTo>
                      <a:pt x="128" y="152"/>
                    </a:lnTo>
                    <a:lnTo>
                      <a:pt x="128" y="152"/>
                    </a:lnTo>
                    <a:lnTo>
                      <a:pt x="128" y="152"/>
                    </a:lnTo>
                    <a:lnTo>
                      <a:pt x="128" y="152"/>
                    </a:lnTo>
                    <a:lnTo>
                      <a:pt x="128" y="152"/>
                    </a:lnTo>
                    <a:lnTo>
                      <a:pt x="128" y="156"/>
                    </a:lnTo>
                    <a:lnTo>
                      <a:pt x="128" y="156"/>
                    </a:lnTo>
                    <a:lnTo>
                      <a:pt x="128" y="156"/>
                    </a:lnTo>
                    <a:lnTo>
                      <a:pt x="128" y="156"/>
                    </a:lnTo>
                    <a:lnTo>
                      <a:pt x="128" y="160"/>
                    </a:lnTo>
                    <a:lnTo>
                      <a:pt x="128" y="160"/>
                    </a:lnTo>
                    <a:lnTo>
                      <a:pt x="130" y="160"/>
                    </a:lnTo>
                    <a:lnTo>
                      <a:pt x="130" y="160"/>
                    </a:lnTo>
                    <a:lnTo>
                      <a:pt x="130" y="160"/>
                    </a:lnTo>
                    <a:lnTo>
                      <a:pt x="128" y="164"/>
                    </a:lnTo>
                    <a:lnTo>
                      <a:pt x="128" y="164"/>
                    </a:lnTo>
                    <a:lnTo>
                      <a:pt x="128" y="164"/>
                    </a:lnTo>
                    <a:lnTo>
                      <a:pt x="124" y="164"/>
                    </a:lnTo>
                    <a:lnTo>
                      <a:pt x="124" y="164"/>
                    </a:lnTo>
                    <a:lnTo>
                      <a:pt x="124" y="168"/>
                    </a:lnTo>
                    <a:lnTo>
                      <a:pt x="124" y="170"/>
                    </a:lnTo>
                    <a:lnTo>
                      <a:pt x="124" y="170"/>
                    </a:lnTo>
                    <a:lnTo>
                      <a:pt x="128" y="174"/>
                    </a:lnTo>
                    <a:lnTo>
                      <a:pt x="128" y="174"/>
                    </a:lnTo>
                    <a:lnTo>
                      <a:pt x="128" y="174"/>
                    </a:lnTo>
                    <a:lnTo>
                      <a:pt x="124" y="178"/>
                    </a:lnTo>
                    <a:lnTo>
                      <a:pt x="124" y="178"/>
                    </a:lnTo>
                    <a:lnTo>
                      <a:pt x="124" y="178"/>
                    </a:lnTo>
                    <a:lnTo>
                      <a:pt x="120" y="178"/>
                    </a:lnTo>
                    <a:lnTo>
                      <a:pt x="120" y="182"/>
                    </a:lnTo>
                    <a:lnTo>
                      <a:pt x="120" y="186"/>
                    </a:lnTo>
                    <a:lnTo>
                      <a:pt x="120" y="186"/>
                    </a:lnTo>
                    <a:lnTo>
                      <a:pt x="120" y="186"/>
                    </a:lnTo>
                    <a:lnTo>
                      <a:pt x="120" y="186"/>
                    </a:lnTo>
                    <a:lnTo>
                      <a:pt x="120" y="186"/>
                    </a:lnTo>
                    <a:lnTo>
                      <a:pt x="120" y="186"/>
                    </a:lnTo>
                    <a:lnTo>
                      <a:pt x="124" y="186"/>
                    </a:lnTo>
                    <a:lnTo>
                      <a:pt x="124" y="186"/>
                    </a:lnTo>
                    <a:lnTo>
                      <a:pt x="124" y="186"/>
                    </a:lnTo>
                    <a:lnTo>
                      <a:pt x="124" y="186"/>
                    </a:lnTo>
                    <a:lnTo>
                      <a:pt x="124" y="186"/>
                    </a:lnTo>
                    <a:lnTo>
                      <a:pt x="124" y="186"/>
                    </a:lnTo>
                    <a:lnTo>
                      <a:pt x="124" y="186"/>
                    </a:lnTo>
                    <a:lnTo>
                      <a:pt x="124" y="186"/>
                    </a:lnTo>
                    <a:lnTo>
                      <a:pt x="128" y="186"/>
                    </a:lnTo>
                    <a:lnTo>
                      <a:pt x="128" y="186"/>
                    </a:lnTo>
                    <a:lnTo>
                      <a:pt x="128" y="190"/>
                    </a:lnTo>
                    <a:lnTo>
                      <a:pt x="128" y="194"/>
                    </a:lnTo>
                    <a:lnTo>
                      <a:pt x="128" y="198"/>
                    </a:lnTo>
                    <a:lnTo>
                      <a:pt x="130" y="198"/>
                    </a:lnTo>
                    <a:lnTo>
                      <a:pt x="130" y="198"/>
                    </a:lnTo>
                    <a:lnTo>
                      <a:pt x="130" y="200"/>
                    </a:lnTo>
                    <a:lnTo>
                      <a:pt x="130" y="200"/>
                    </a:lnTo>
                    <a:lnTo>
                      <a:pt x="130" y="204"/>
                    </a:lnTo>
                    <a:lnTo>
                      <a:pt x="130" y="204"/>
                    </a:lnTo>
                    <a:lnTo>
                      <a:pt x="130" y="204"/>
                    </a:lnTo>
                    <a:lnTo>
                      <a:pt x="130" y="204"/>
                    </a:lnTo>
                    <a:lnTo>
                      <a:pt x="130" y="204"/>
                    </a:lnTo>
                    <a:lnTo>
                      <a:pt x="130" y="208"/>
                    </a:lnTo>
                    <a:lnTo>
                      <a:pt x="130" y="208"/>
                    </a:lnTo>
                    <a:lnTo>
                      <a:pt x="134" y="208"/>
                    </a:lnTo>
                    <a:lnTo>
                      <a:pt x="134" y="212"/>
                    </a:lnTo>
                    <a:lnTo>
                      <a:pt x="134" y="212"/>
                    </a:lnTo>
                    <a:lnTo>
                      <a:pt x="134" y="216"/>
                    </a:lnTo>
                    <a:lnTo>
                      <a:pt x="134" y="216"/>
                    </a:lnTo>
                    <a:lnTo>
                      <a:pt x="134" y="216"/>
                    </a:lnTo>
                    <a:lnTo>
                      <a:pt x="130" y="216"/>
                    </a:lnTo>
                    <a:lnTo>
                      <a:pt x="128" y="216"/>
                    </a:lnTo>
                    <a:lnTo>
                      <a:pt x="128" y="216"/>
                    </a:lnTo>
                    <a:lnTo>
                      <a:pt x="128" y="216"/>
                    </a:lnTo>
                    <a:lnTo>
                      <a:pt x="128" y="216"/>
                    </a:lnTo>
                    <a:lnTo>
                      <a:pt x="128" y="216"/>
                    </a:lnTo>
                    <a:lnTo>
                      <a:pt x="124" y="216"/>
                    </a:lnTo>
                    <a:lnTo>
                      <a:pt x="124" y="220"/>
                    </a:lnTo>
                    <a:lnTo>
                      <a:pt x="120" y="220"/>
                    </a:lnTo>
                    <a:lnTo>
                      <a:pt x="120" y="220"/>
                    </a:lnTo>
                    <a:lnTo>
                      <a:pt x="120" y="220"/>
                    </a:lnTo>
                    <a:lnTo>
                      <a:pt x="120" y="220"/>
                    </a:lnTo>
                    <a:lnTo>
                      <a:pt x="116" y="224"/>
                    </a:lnTo>
                    <a:lnTo>
                      <a:pt x="116" y="224"/>
                    </a:lnTo>
                    <a:lnTo>
                      <a:pt x="116" y="224"/>
                    </a:lnTo>
                    <a:lnTo>
                      <a:pt x="116" y="224"/>
                    </a:lnTo>
                    <a:lnTo>
                      <a:pt x="116" y="224"/>
                    </a:lnTo>
                    <a:lnTo>
                      <a:pt x="116" y="226"/>
                    </a:lnTo>
                    <a:lnTo>
                      <a:pt x="120" y="226"/>
                    </a:lnTo>
                    <a:lnTo>
                      <a:pt x="116" y="226"/>
                    </a:lnTo>
                    <a:lnTo>
                      <a:pt x="116" y="226"/>
                    </a:lnTo>
                    <a:lnTo>
                      <a:pt x="116" y="230"/>
                    </a:lnTo>
                    <a:lnTo>
                      <a:pt x="116" y="230"/>
                    </a:lnTo>
                    <a:lnTo>
                      <a:pt x="116" y="230"/>
                    </a:lnTo>
                    <a:lnTo>
                      <a:pt x="116" y="230"/>
                    </a:lnTo>
                    <a:lnTo>
                      <a:pt x="116" y="230"/>
                    </a:lnTo>
                    <a:lnTo>
                      <a:pt x="116" y="230"/>
                    </a:lnTo>
                    <a:lnTo>
                      <a:pt x="112" y="230"/>
                    </a:lnTo>
                    <a:lnTo>
                      <a:pt x="112" y="230"/>
                    </a:lnTo>
                    <a:lnTo>
                      <a:pt x="112" y="230"/>
                    </a:lnTo>
                    <a:lnTo>
                      <a:pt x="112" y="230"/>
                    </a:lnTo>
                    <a:lnTo>
                      <a:pt x="112" y="234"/>
                    </a:lnTo>
                    <a:lnTo>
                      <a:pt x="112" y="234"/>
                    </a:lnTo>
                    <a:lnTo>
                      <a:pt x="112" y="234"/>
                    </a:lnTo>
                    <a:lnTo>
                      <a:pt x="112" y="234"/>
                    </a:lnTo>
                    <a:lnTo>
                      <a:pt x="112" y="234"/>
                    </a:lnTo>
                    <a:lnTo>
                      <a:pt x="112" y="234"/>
                    </a:lnTo>
                    <a:lnTo>
                      <a:pt x="108" y="238"/>
                    </a:lnTo>
                    <a:lnTo>
                      <a:pt x="108" y="238"/>
                    </a:lnTo>
                    <a:lnTo>
                      <a:pt x="104" y="242"/>
                    </a:lnTo>
                    <a:lnTo>
                      <a:pt x="104" y="242"/>
                    </a:lnTo>
                    <a:lnTo>
                      <a:pt x="104" y="242"/>
                    </a:lnTo>
                    <a:lnTo>
                      <a:pt x="104" y="242"/>
                    </a:lnTo>
                    <a:lnTo>
                      <a:pt x="104" y="242"/>
                    </a:lnTo>
                    <a:lnTo>
                      <a:pt x="104" y="242"/>
                    </a:lnTo>
                    <a:lnTo>
                      <a:pt x="100" y="246"/>
                    </a:lnTo>
                    <a:lnTo>
                      <a:pt x="100" y="246"/>
                    </a:lnTo>
                    <a:lnTo>
                      <a:pt x="100" y="246"/>
                    </a:lnTo>
                    <a:lnTo>
                      <a:pt x="100" y="246"/>
                    </a:lnTo>
                    <a:lnTo>
                      <a:pt x="100" y="250"/>
                    </a:lnTo>
                    <a:lnTo>
                      <a:pt x="98" y="250"/>
                    </a:lnTo>
                    <a:lnTo>
                      <a:pt x="98" y="250"/>
                    </a:lnTo>
                    <a:lnTo>
                      <a:pt x="98" y="250"/>
                    </a:lnTo>
                    <a:lnTo>
                      <a:pt x="98" y="250"/>
                    </a:lnTo>
                    <a:lnTo>
                      <a:pt x="94" y="250"/>
                    </a:lnTo>
                    <a:lnTo>
                      <a:pt x="94" y="250"/>
                    </a:lnTo>
                    <a:lnTo>
                      <a:pt x="94" y="250"/>
                    </a:lnTo>
                    <a:lnTo>
                      <a:pt x="94" y="250"/>
                    </a:lnTo>
                    <a:lnTo>
                      <a:pt x="90" y="250"/>
                    </a:lnTo>
                    <a:lnTo>
                      <a:pt x="86" y="250"/>
                    </a:lnTo>
                    <a:lnTo>
                      <a:pt x="86" y="250"/>
                    </a:lnTo>
                    <a:lnTo>
                      <a:pt x="82" y="250"/>
                    </a:lnTo>
                    <a:lnTo>
                      <a:pt x="82" y="250"/>
                    </a:lnTo>
                    <a:lnTo>
                      <a:pt x="78" y="250"/>
                    </a:lnTo>
                    <a:lnTo>
                      <a:pt x="78" y="250"/>
                    </a:lnTo>
                    <a:lnTo>
                      <a:pt x="78" y="250"/>
                    </a:lnTo>
                    <a:lnTo>
                      <a:pt x="78" y="254"/>
                    </a:lnTo>
                    <a:lnTo>
                      <a:pt x="78" y="254"/>
                    </a:lnTo>
                    <a:lnTo>
                      <a:pt x="78" y="254"/>
                    </a:lnTo>
                    <a:lnTo>
                      <a:pt x="78" y="254"/>
                    </a:lnTo>
                    <a:lnTo>
                      <a:pt x="78" y="254"/>
                    </a:lnTo>
                    <a:lnTo>
                      <a:pt x="78" y="254"/>
                    </a:lnTo>
                    <a:lnTo>
                      <a:pt x="78" y="254"/>
                    </a:lnTo>
                    <a:lnTo>
                      <a:pt x="82" y="256"/>
                    </a:lnTo>
                    <a:lnTo>
                      <a:pt x="82" y="256"/>
                    </a:lnTo>
                    <a:lnTo>
                      <a:pt x="78" y="256"/>
                    </a:lnTo>
                    <a:lnTo>
                      <a:pt x="78" y="256"/>
                    </a:lnTo>
                    <a:lnTo>
                      <a:pt x="78" y="260"/>
                    </a:lnTo>
                    <a:lnTo>
                      <a:pt x="78" y="260"/>
                    </a:lnTo>
                    <a:lnTo>
                      <a:pt x="78" y="260"/>
                    </a:lnTo>
                    <a:lnTo>
                      <a:pt x="78" y="260"/>
                    </a:lnTo>
                    <a:lnTo>
                      <a:pt x="74" y="260"/>
                    </a:lnTo>
                    <a:lnTo>
                      <a:pt x="74" y="264"/>
                    </a:lnTo>
                    <a:lnTo>
                      <a:pt x="74" y="264"/>
                    </a:lnTo>
                    <a:lnTo>
                      <a:pt x="74" y="264"/>
                    </a:lnTo>
                    <a:lnTo>
                      <a:pt x="74" y="264"/>
                    </a:lnTo>
                    <a:lnTo>
                      <a:pt x="74" y="264"/>
                    </a:lnTo>
                    <a:lnTo>
                      <a:pt x="74" y="264"/>
                    </a:lnTo>
                    <a:lnTo>
                      <a:pt x="74" y="264"/>
                    </a:lnTo>
                    <a:lnTo>
                      <a:pt x="74" y="264"/>
                    </a:lnTo>
                    <a:lnTo>
                      <a:pt x="74" y="268"/>
                    </a:lnTo>
                    <a:lnTo>
                      <a:pt x="74" y="268"/>
                    </a:lnTo>
                    <a:lnTo>
                      <a:pt x="70" y="268"/>
                    </a:lnTo>
                    <a:lnTo>
                      <a:pt x="70" y="268"/>
                    </a:lnTo>
                    <a:lnTo>
                      <a:pt x="68" y="268"/>
                    </a:lnTo>
                    <a:lnTo>
                      <a:pt x="64" y="268"/>
                    </a:lnTo>
                    <a:lnTo>
                      <a:pt x="64" y="268"/>
                    </a:lnTo>
                    <a:lnTo>
                      <a:pt x="60" y="268"/>
                    </a:lnTo>
                    <a:lnTo>
                      <a:pt x="60" y="268"/>
                    </a:lnTo>
                    <a:lnTo>
                      <a:pt x="60" y="268"/>
                    </a:lnTo>
                    <a:lnTo>
                      <a:pt x="60" y="268"/>
                    </a:lnTo>
                    <a:lnTo>
                      <a:pt x="56" y="268"/>
                    </a:lnTo>
                    <a:lnTo>
                      <a:pt x="56" y="268"/>
                    </a:lnTo>
                    <a:lnTo>
                      <a:pt x="56" y="268"/>
                    </a:lnTo>
                    <a:lnTo>
                      <a:pt x="52" y="272"/>
                    </a:lnTo>
                    <a:lnTo>
                      <a:pt x="52" y="272"/>
                    </a:lnTo>
                    <a:lnTo>
                      <a:pt x="52" y="272"/>
                    </a:lnTo>
                    <a:lnTo>
                      <a:pt x="52" y="272"/>
                    </a:lnTo>
                    <a:lnTo>
                      <a:pt x="52" y="272"/>
                    </a:lnTo>
                    <a:lnTo>
                      <a:pt x="48" y="272"/>
                    </a:lnTo>
                    <a:lnTo>
                      <a:pt x="48" y="272"/>
                    </a:lnTo>
                    <a:lnTo>
                      <a:pt x="48" y="276"/>
                    </a:lnTo>
                    <a:lnTo>
                      <a:pt x="48" y="276"/>
                    </a:lnTo>
                    <a:lnTo>
                      <a:pt x="48" y="276"/>
                    </a:lnTo>
                    <a:lnTo>
                      <a:pt x="48" y="276"/>
                    </a:lnTo>
                    <a:lnTo>
                      <a:pt x="48" y="276"/>
                    </a:lnTo>
                    <a:lnTo>
                      <a:pt x="48" y="276"/>
                    </a:lnTo>
                    <a:lnTo>
                      <a:pt x="44" y="272"/>
                    </a:lnTo>
                    <a:lnTo>
                      <a:pt x="44" y="272"/>
                    </a:lnTo>
                    <a:lnTo>
                      <a:pt x="44" y="268"/>
                    </a:lnTo>
                    <a:lnTo>
                      <a:pt x="44" y="268"/>
                    </a:lnTo>
                    <a:lnTo>
                      <a:pt x="44" y="268"/>
                    </a:lnTo>
                    <a:lnTo>
                      <a:pt x="40" y="272"/>
                    </a:lnTo>
                    <a:lnTo>
                      <a:pt x="40" y="272"/>
                    </a:lnTo>
                    <a:lnTo>
                      <a:pt x="40" y="272"/>
                    </a:lnTo>
                    <a:lnTo>
                      <a:pt x="40" y="272"/>
                    </a:lnTo>
                    <a:lnTo>
                      <a:pt x="40" y="276"/>
                    </a:lnTo>
                    <a:lnTo>
                      <a:pt x="38" y="276"/>
                    </a:lnTo>
                    <a:lnTo>
                      <a:pt x="38" y="276"/>
                    </a:lnTo>
                    <a:lnTo>
                      <a:pt x="38" y="276"/>
                    </a:lnTo>
                    <a:lnTo>
                      <a:pt x="38" y="276"/>
                    </a:lnTo>
                    <a:lnTo>
                      <a:pt x="38" y="276"/>
                    </a:lnTo>
                    <a:lnTo>
                      <a:pt x="38" y="276"/>
                    </a:lnTo>
                    <a:lnTo>
                      <a:pt x="34" y="276"/>
                    </a:lnTo>
                    <a:lnTo>
                      <a:pt x="34" y="276"/>
                    </a:lnTo>
                    <a:lnTo>
                      <a:pt x="34" y="276"/>
                    </a:lnTo>
                    <a:lnTo>
                      <a:pt x="34" y="276"/>
                    </a:lnTo>
                    <a:lnTo>
                      <a:pt x="34" y="276"/>
                    </a:lnTo>
                    <a:lnTo>
                      <a:pt x="30" y="276"/>
                    </a:lnTo>
                    <a:lnTo>
                      <a:pt x="30" y="276"/>
                    </a:lnTo>
                    <a:lnTo>
                      <a:pt x="30" y="276"/>
                    </a:lnTo>
                    <a:lnTo>
                      <a:pt x="30" y="276"/>
                    </a:lnTo>
                    <a:lnTo>
                      <a:pt x="30" y="276"/>
                    </a:lnTo>
                    <a:lnTo>
                      <a:pt x="30" y="276"/>
                    </a:lnTo>
                    <a:lnTo>
                      <a:pt x="30" y="276"/>
                    </a:lnTo>
                    <a:lnTo>
                      <a:pt x="30" y="276"/>
                    </a:lnTo>
                    <a:lnTo>
                      <a:pt x="30" y="272"/>
                    </a:lnTo>
                    <a:lnTo>
                      <a:pt x="30" y="272"/>
                    </a:lnTo>
                    <a:lnTo>
                      <a:pt x="30" y="272"/>
                    </a:lnTo>
                    <a:lnTo>
                      <a:pt x="30" y="272"/>
                    </a:lnTo>
                    <a:lnTo>
                      <a:pt x="30" y="272"/>
                    </a:lnTo>
                    <a:lnTo>
                      <a:pt x="30" y="272"/>
                    </a:lnTo>
                    <a:lnTo>
                      <a:pt x="30" y="272"/>
                    </a:lnTo>
                    <a:lnTo>
                      <a:pt x="30" y="268"/>
                    </a:lnTo>
                    <a:lnTo>
                      <a:pt x="30" y="268"/>
                    </a:lnTo>
                    <a:lnTo>
                      <a:pt x="26" y="268"/>
                    </a:lnTo>
                    <a:lnTo>
                      <a:pt x="26" y="264"/>
                    </a:lnTo>
                    <a:lnTo>
                      <a:pt x="26" y="264"/>
                    </a:lnTo>
                    <a:lnTo>
                      <a:pt x="26" y="264"/>
                    </a:lnTo>
                    <a:lnTo>
                      <a:pt x="26" y="264"/>
                    </a:lnTo>
                    <a:lnTo>
                      <a:pt x="26" y="260"/>
                    </a:lnTo>
                    <a:lnTo>
                      <a:pt x="26" y="260"/>
                    </a:lnTo>
                    <a:lnTo>
                      <a:pt x="26" y="260"/>
                    </a:lnTo>
                    <a:lnTo>
                      <a:pt x="22" y="256"/>
                    </a:lnTo>
                    <a:lnTo>
                      <a:pt x="22" y="254"/>
                    </a:lnTo>
                    <a:lnTo>
                      <a:pt x="18" y="254"/>
                    </a:lnTo>
                    <a:lnTo>
                      <a:pt x="18" y="254"/>
                    </a:lnTo>
                    <a:lnTo>
                      <a:pt x="18" y="254"/>
                    </a:lnTo>
                    <a:lnTo>
                      <a:pt x="14" y="250"/>
                    </a:lnTo>
                    <a:lnTo>
                      <a:pt x="14" y="250"/>
                    </a:lnTo>
                    <a:lnTo>
                      <a:pt x="12" y="246"/>
                    </a:lnTo>
                    <a:lnTo>
                      <a:pt x="12" y="246"/>
                    </a:lnTo>
                    <a:lnTo>
                      <a:pt x="12" y="246"/>
                    </a:lnTo>
                    <a:lnTo>
                      <a:pt x="8" y="238"/>
                    </a:lnTo>
                    <a:lnTo>
                      <a:pt x="8" y="238"/>
                    </a:lnTo>
                    <a:lnTo>
                      <a:pt x="8" y="238"/>
                    </a:lnTo>
                    <a:lnTo>
                      <a:pt x="8" y="238"/>
                    </a:lnTo>
                    <a:lnTo>
                      <a:pt x="8" y="238"/>
                    </a:lnTo>
                    <a:lnTo>
                      <a:pt x="8" y="238"/>
                    </a:lnTo>
                    <a:lnTo>
                      <a:pt x="8" y="238"/>
                    </a:lnTo>
                    <a:lnTo>
                      <a:pt x="12" y="234"/>
                    </a:lnTo>
                    <a:lnTo>
                      <a:pt x="12" y="234"/>
                    </a:lnTo>
                    <a:lnTo>
                      <a:pt x="12" y="234"/>
                    </a:lnTo>
                    <a:lnTo>
                      <a:pt x="12" y="234"/>
                    </a:lnTo>
                    <a:lnTo>
                      <a:pt x="12" y="234"/>
                    </a:lnTo>
                    <a:lnTo>
                      <a:pt x="12" y="234"/>
                    </a:lnTo>
                    <a:lnTo>
                      <a:pt x="12" y="2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3" name="Freeform 137"/>
              <p:cNvSpPr>
                <a:spLocks noEditPoints="1"/>
              </p:cNvSpPr>
              <p:nvPr/>
            </p:nvSpPr>
            <p:spPr bwMode="gray">
              <a:xfrm>
                <a:off x="5864384" y="4860583"/>
                <a:ext cx="31307" cy="24350"/>
              </a:xfrm>
              <a:custGeom>
                <a:avLst/>
                <a:gdLst>
                  <a:gd name="T0" fmla="*/ 2 w 18"/>
                  <a:gd name="T1" fmla="*/ 8 h 14"/>
                  <a:gd name="T2" fmla="*/ 0 w 18"/>
                  <a:gd name="T3" fmla="*/ 8 h 14"/>
                  <a:gd name="T4" fmla="*/ 0 w 18"/>
                  <a:gd name="T5" fmla="*/ 8 h 14"/>
                  <a:gd name="T6" fmla="*/ 0 w 18"/>
                  <a:gd name="T7" fmla="*/ 4 h 14"/>
                  <a:gd name="T8" fmla="*/ 0 w 18"/>
                  <a:gd name="T9" fmla="*/ 4 h 14"/>
                  <a:gd name="T10" fmla="*/ 0 w 18"/>
                  <a:gd name="T11" fmla="*/ 4 h 14"/>
                  <a:gd name="T12" fmla="*/ 0 w 18"/>
                  <a:gd name="T13" fmla="*/ 0 h 14"/>
                  <a:gd name="T14" fmla="*/ 0 w 18"/>
                  <a:gd name="T15" fmla="*/ 0 h 14"/>
                  <a:gd name="T16" fmla="*/ 0 w 18"/>
                  <a:gd name="T17" fmla="*/ 0 h 14"/>
                  <a:gd name="T18" fmla="*/ 0 w 18"/>
                  <a:gd name="T19" fmla="*/ 0 h 14"/>
                  <a:gd name="T20" fmla="*/ 2 w 18"/>
                  <a:gd name="T21" fmla="*/ 0 h 14"/>
                  <a:gd name="T22" fmla="*/ 2 w 18"/>
                  <a:gd name="T23" fmla="*/ 0 h 14"/>
                  <a:gd name="T24" fmla="*/ 2 w 18"/>
                  <a:gd name="T25" fmla="*/ 0 h 14"/>
                  <a:gd name="T26" fmla="*/ 2 w 18"/>
                  <a:gd name="T27" fmla="*/ 4 h 14"/>
                  <a:gd name="T28" fmla="*/ 2 w 18"/>
                  <a:gd name="T29" fmla="*/ 4 h 14"/>
                  <a:gd name="T30" fmla="*/ 2 w 18"/>
                  <a:gd name="T31" fmla="*/ 8 h 14"/>
                  <a:gd name="T32" fmla="*/ 2 w 18"/>
                  <a:gd name="T33" fmla="*/ 8 h 14"/>
                  <a:gd name="T34" fmla="*/ 2 w 18"/>
                  <a:gd name="T35" fmla="*/ 8 h 14"/>
                  <a:gd name="T36" fmla="*/ 18 w 18"/>
                  <a:gd name="T37" fmla="*/ 14 h 14"/>
                  <a:gd name="T38" fmla="*/ 18 w 18"/>
                  <a:gd name="T39" fmla="*/ 14 h 14"/>
                  <a:gd name="T40" fmla="*/ 14 w 18"/>
                  <a:gd name="T41" fmla="*/ 14 h 14"/>
                  <a:gd name="T42" fmla="*/ 14 w 18"/>
                  <a:gd name="T43" fmla="*/ 14 h 14"/>
                  <a:gd name="T44" fmla="*/ 14 w 18"/>
                  <a:gd name="T45" fmla="*/ 14 h 14"/>
                  <a:gd name="T46" fmla="*/ 14 w 18"/>
                  <a:gd name="T47" fmla="*/ 10 h 14"/>
                  <a:gd name="T48" fmla="*/ 14 w 18"/>
                  <a:gd name="T49" fmla="*/ 10 h 14"/>
                  <a:gd name="T50" fmla="*/ 14 w 18"/>
                  <a:gd name="T51" fmla="*/ 14 h 14"/>
                  <a:gd name="T52" fmla="*/ 14 w 18"/>
                  <a:gd name="T53" fmla="*/ 10 h 14"/>
                  <a:gd name="T54" fmla="*/ 18 w 18"/>
                  <a:gd name="T55" fmla="*/ 10 h 14"/>
                  <a:gd name="T56" fmla="*/ 18 w 18"/>
                  <a:gd name="T57" fmla="*/ 10 h 14"/>
                  <a:gd name="T58" fmla="*/ 18 w 18"/>
                  <a:gd name="T59" fmla="*/ 10 h 14"/>
                  <a:gd name="T60" fmla="*/ 18 w 18"/>
                  <a:gd name="T61" fmla="*/ 10 h 14"/>
                  <a:gd name="T62" fmla="*/ 18 w 18"/>
                  <a:gd name="T63" fmla="*/ 10 h 14"/>
                  <a:gd name="T64" fmla="*/ 18 w 18"/>
                  <a:gd name="T65" fmla="*/ 14 h 14"/>
                  <a:gd name="T66" fmla="*/ 18 w 18"/>
                  <a:gd name="T67" fmla="*/ 14 h 14"/>
                  <a:gd name="T68" fmla="*/ 18 w 18"/>
                  <a:gd name="T69" fmla="*/ 14 h 14"/>
                  <a:gd name="T70" fmla="*/ 6 w 18"/>
                  <a:gd name="T71" fmla="*/ 14 h 14"/>
                  <a:gd name="T72" fmla="*/ 6 w 18"/>
                  <a:gd name="T73" fmla="*/ 14 h 14"/>
                  <a:gd name="T74" fmla="*/ 6 w 18"/>
                  <a:gd name="T75" fmla="*/ 14 h 14"/>
                  <a:gd name="T76" fmla="*/ 6 w 18"/>
                  <a:gd name="T77" fmla="*/ 14 h 14"/>
                  <a:gd name="T78" fmla="*/ 6 w 18"/>
                  <a:gd name="T79" fmla="*/ 14 h 14"/>
                  <a:gd name="T80" fmla="*/ 6 w 18"/>
                  <a:gd name="T81" fmla="*/ 14 h 14"/>
                  <a:gd name="T82" fmla="*/ 6 w 18"/>
                  <a:gd name="T83" fmla="*/ 14 h 14"/>
                  <a:gd name="T84" fmla="*/ 6 w 18"/>
                  <a:gd name="T85" fmla="*/ 14 h 14"/>
                  <a:gd name="T86" fmla="*/ 6 w 18"/>
                  <a:gd name="T87" fmla="*/ 14 h 14"/>
                  <a:gd name="T88" fmla="*/ 6 w 18"/>
                  <a:gd name="T89" fmla="*/ 14 h 14"/>
                  <a:gd name="T90" fmla="*/ 6 w 18"/>
                  <a:gd name="T91"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8" h="14">
                    <a:moveTo>
                      <a:pt x="2" y="8"/>
                    </a:moveTo>
                    <a:lnTo>
                      <a:pt x="2" y="8"/>
                    </a:lnTo>
                    <a:lnTo>
                      <a:pt x="0" y="8"/>
                    </a:lnTo>
                    <a:lnTo>
                      <a:pt x="0" y="8"/>
                    </a:lnTo>
                    <a:lnTo>
                      <a:pt x="0" y="8"/>
                    </a:lnTo>
                    <a:lnTo>
                      <a:pt x="0" y="8"/>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2" y="0"/>
                    </a:lnTo>
                    <a:lnTo>
                      <a:pt x="2" y="0"/>
                    </a:lnTo>
                    <a:lnTo>
                      <a:pt x="2" y="0"/>
                    </a:lnTo>
                    <a:lnTo>
                      <a:pt x="2" y="0"/>
                    </a:lnTo>
                    <a:lnTo>
                      <a:pt x="2" y="0"/>
                    </a:lnTo>
                    <a:lnTo>
                      <a:pt x="2" y="4"/>
                    </a:lnTo>
                    <a:lnTo>
                      <a:pt x="2" y="4"/>
                    </a:lnTo>
                    <a:lnTo>
                      <a:pt x="2" y="4"/>
                    </a:lnTo>
                    <a:lnTo>
                      <a:pt x="2" y="4"/>
                    </a:lnTo>
                    <a:lnTo>
                      <a:pt x="2" y="4"/>
                    </a:lnTo>
                    <a:lnTo>
                      <a:pt x="2" y="8"/>
                    </a:lnTo>
                    <a:lnTo>
                      <a:pt x="2" y="8"/>
                    </a:lnTo>
                    <a:lnTo>
                      <a:pt x="2" y="8"/>
                    </a:lnTo>
                    <a:lnTo>
                      <a:pt x="2" y="8"/>
                    </a:lnTo>
                    <a:lnTo>
                      <a:pt x="2" y="8"/>
                    </a:lnTo>
                    <a:lnTo>
                      <a:pt x="2" y="8"/>
                    </a:lnTo>
                    <a:close/>
                    <a:moveTo>
                      <a:pt x="18" y="14"/>
                    </a:moveTo>
                    <a:lnTo>
                      <a:pt x="18" y="14"/>
                    </a:lnTo>
                    <a:lnTo>
                      <a:pt x="18" y="14"/>
                    </a:lnTo>
                    <a:lnTo>
                      <a:pt x="18" y="14"/>
                    </a:lnTo>
                    <a:lnTo>
                      <a:pt x="14" y="14"/>
                    </a:lnTo>
                    <a:lnTo>
                      <a:pt x="14" y="14"/>
                    </a:lnTo>
                    <a:lnTo>
                      <a:pt x="14" y="14"/>
                    </a:lnTo>
                    <a:lnTo>
                      <a:pt x="14" y="14"/>
                    </a:lnTo>
                    <a:lnTo>
                      <a:pt x="14" y="14"/>
                    </a:lnTo>
                    <a:lnTo>
                      <a:pt x="14" y="14"/>
                    </a:lnTo>
                    <a:lnTo>
                      <a:pt x="14" y="10"/>
                    </a:lnTo>
                    <a:lnTo>
                      <a:pt x="14" y="10"/>
                    </a:lnTo>
                    <a:lnTo>
                      <a:pt x="14" y="10"/>
                    </a:lnTo>
                    <a:lnTo>
                      <a:pt x="14" y="14"/>
                    </a:lnTo>
                    <a:lnTo>
                      <a:pt x="14" y="14"/>
                    </a:lnTo>
                    <a:lnTo>
                      <a:pt x="14" y="14"/>
                    </a:lnTo>
                    <a:lnTo>
                      <a:pt x="14" y="10"/>
                    </a:lnTo>
                    <a:lnTo>
                      <a:pt x="14" y="10"/>
                    </a:lnTo>
                    <a:lnTo>
                      <a:pt x="18" y="10"/>
                    </a:lnTo>
                    <a:lnTo>
                      <a:pt x="18" y="10"/>
                    </a:lnTo>
                    <a:lnTo>
                      <a:pt x="18" y="10"/>
                    </a:lnTo>
                    <a:lnTo>
                      <a:pt x="18" y="10"/>
                    </a:lnTo>
                    <a:lnTo>
                      <a:pt x="18" y="10"/>
                    </a:lnTo>
                    <a:lnTo>
                      <a:pt x="18" y="10"/>
                    </a:lnTo>
                    <a:lnTo>
                      <a:pt x="18" y="10"/>
                    </a:lnTo>
                    <a:lnTo>
                      <a:pt x="18" y="10"/>
                    </a:lnTo>
                    <a:lnTo>
                      <a:pt x="18" y="10"/>
                    </a:lnTo>
                    <a:lnTo>
                      <a:pt x="18" y="14"/>
                    </a:lnTo>
                    <a:lnTo>
                      <a:pt x="18" y="14"/>
                    </a:lnTo>
                    <a:lnTo>
                      <a:pt x="18" y="14"/>
                    </a:lnTo>
                    <a:lnTo>
                      <a:pt x="18" y="14"/>
                    </a:lnTo>
                    <a:lnTo>
                      <a:pt x="18" y="14"/>
                    </a:lnTo>
                    <a:lnTo>
                      <a:pt x="18" y="14"/>
                    </a:lnTo>
                    <a:lnTo>
                      <a:pt x="18" y="14"/>
                    </a:lnTo>
                    <a:close/>
                    <a:moveTo>
                      <a:pt x="6" y="14"/>
                    </a:move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4" name="Freeform 138"/>
              <p:cNvSpPr>
                <a:spLocks/>
              </p:cNvSpPr>
              <p:nvPr/>
            </p:nvSpPr>
            <p:spPr bwMode="gray">
              <a:xfrm>
                <a:off x="5071280" y="4404897"/>
                <a:ext cx="187840" cy="260888"/>
              </a:xfrm>
              <a:custGeom>
                <a:avLst/>
                <a:gdLst>
                  <a:gd name="T0" fmla="*/ 64 w 108"/>
                  <a:gd name="T1" fmla="*/ 138 h 150"/>
                  <a:gd name="T2" fmla="*/ 56 w 108"/>
                  <a:gd name="T3" fmla="*/ 146 h 150"/>
                  <a:gd name="T4" fmla="*/ 48 w 108"/>
                  <a:gd name="T5" fmla="*/ 150 h 150"/>
                  <a:gd name="T6" fmla="*/ 48 w 108"/>
                  <a:gd name="T7" fmla="*/ 138 h 150"/>
                  <a:gd name="T8" fmla="*/ 38 w 108"/>
                  <a:gd name="T9" fmla="*/ 142 h 150"/>
                  <a:gd name="T10" fmla="*/ 34 w 108"/>
                  <a:gd name="T11" fmla="*/ 150 h 150"/>
                  <a:gd name="T12" fmla="*/ 30 w 108"/>
                  <a:gd name="T13" fmla="*/ 146 h 150"/>
                  <a:gd name="T14" fmla="*/ 22 w 108"/>
                  <a:gd name="T15" fmla="*/ 142 h 150"/>
                  <a:gd name="T16" fmla="*/ 16 w 108"/>
                  <a:gd name="T17" fmla="*/ 150 h 150"/>
                  <a:gd name="T18" fmla="*/ 12 w 108"/>
                  <a:gd name="T19" fmla="*/ 142 h 150"/>
                  <a:gd name="T20" fmla="*/ 4 w 108"/>
                  <a:gd name="T21" fmla="*/ 138 h 150"/>
                  <a:gd name="T22" fmla="*/ 0 w 108"/>
                  <a:gd name="T23" fmla="*/ 130 h 150"/>
                  <a:gd name="T24" fmla="*/ 12 w 108"/>
                  <a:gd name="T25" fmla="*/ 128 h 150"/>
                  <a:gd name="T26" fmla="*/ 8 w 108"/>
                  <a:gd name="T27" fmla="*/ 120 h 150"/>
                  <a:gd name="T28" fmla="*/ 8 w 108"/>
                  <a:gd name="T29" fmla="*/ 116 h 150"/>
                  <a:gd name="T30" fmla="*/ 8 w 108"/>
                  <a:gd name="T31" fmla="*/ 106 h 150"/>
                  <a:gd name="T32" fmla="*/ 16 w 108"/>
                  <a:gd name="T33" fmla="*/ 106 h 150"/>
                  <a:gd name="T34" fmla="*/ 18 w 108"/>
                  <a:gd name="T35" fmla="*/ 102 h 150"/>
                  <a:gd name="T36" fmla="*/ 26 w 108"/>
                  <a:gd name="T37" fmla="*/ 98 h 150"/>
                  <a:gd name="T38" fmla="*/ 30 w 108"/>
                  <a:gd name="T39" fmla="*/ 106 h 150"/>
                  <a:gd name="T40" fmla="*/ 38 w 108"/>
                  <a:gd name="T41" fmla="*/ 106 h 150"/>
                  <a:gd name="T42" fmla="*/ 42 w 108"/>
                  <a:gd name="T43" fmla="*/ 110 h 150"/>
                  <a:gd name="T44" fmla="*/ 46 w 108"/>
                  <a:gd name="T45" fmla="*/ 102 h 150"/>
                  <a:gd name="T46" fmla="*/ 48 w 108"/>
                  <a:gd name="T47" fmla="*/ 94 h 150"/>
                  <a:gd name="T48" fmla="*/ 48 w 108"/>
                  <a:gd name="T49" fmla="*/ 84 h 150"/>
                  <a:gd name="T50" fmla="*/ 46 w 108"/>
                  <a:gd name="T51" fmla="*/ 76 h 150"/>
                  <a:gd name="T52" fmla="*/ 42 w 108"/>
                  <a:gd name="T53" fmla="*/ 68 h 150"/>
                  <a:gd name="T54" fmla="*/ 42 w 108"/>
                  <a:gd name="T55" fmla="*/ 58 h 150"/>
                  <a:gd name="T56" fmla="*/ 48 w 108"/>
                  <a:gd name="T57" fmla="*/ 50 h 150"/>
                  <a:gd name="T58" fmla="*/ 42 w 108"/>
                  <a:gd name="T59" fmla="*/ 42 h 150"/>
                  <a:gd name="T60" fmla="*/ 34 w 108"/>
                  <a:gd name="T61" fmla="*/ 46 h 150"/>
                  <a:gd name="T62" fmla="*/ 30 w 108"/>
                  <a:gd name="T63" fmla="*/ 38 h 150"/>
                  <a:gd name="T64" fmla="*/ 38 w 108"/>
                  <a:gd name="T65" fmla="*/ 30 h 150"/>
                  <a:gd name="T66" fmla="*/ 52 w 108"/>
                  <a:gd name="T67" fmla="*/ 30 h 150"/>
                  <a:gd name="T68" fmla="*/ 64 w 108"/>
                  <a:gd name="T69" fmla="*/ 30 h 150"/>
                  <a:gd name="T70" fmla="*/ 72 w 108"/>
                  <a:gd name="T71" fmla="*/ 34 h 150"/>
                  <a:gd name="T72" fmla="*/ 72 w 108"/>
                  <a:gd name="T73" fmla="*/ 30 h 150"/>
                  <a:gd name="T74" fmla="*/ 74 w 108"/>
                  <a:gd name="T75" fmla="*/ 24 h 150"/>
                  <a:gd name="T76" fmla="*/ 78 w 108"/>
                  <a:gd name="T77" fmla="*/ 16 h 150"/>
                  <a:gd name="T78" fmla="*/ 78 w 108"/>
                  <a:gd name="T79" fmla="*/ 8 h 150"/>
                  <a:gd name="T80" fmla="*/ 86 w 108"/>
                  <a:gd name="T81" fmla="*/ 4 h 150"/>
                  <a:gd name="T82" fmla="*/ 90 w 108"/>
                  <a:gd name="T83" fmla="*/ 4 h 150"/>
                  <a:gd name="T84" fmla="*/ 102 w 108"/>
                  <a:gd name="T85" fmla="*/ 4 h 150"/>
                  <a:gd name="T86" fmla="*/ 104 w 108"/>
                  <a:gd name="T87" fmla="*/ 4 h 150"/>
                  <a:gd name="T88" fmla="*/ 108 w 108"/>
                  <a:gd name="T89" fmla="*/ 12 h 150"/>
                  <a:gd name="T90" fmla="*/ 104 w 108"/>
                  <a:gd name="T91" fmla="*/ 20 h 150"/>
                  <a:gd name="T92" fmla="*/ 102 w 108"/>
                  <a:gd name="T93" fmla="*/ 28 h 150"/>
                  <a:gd name="T94" fmla="*/ 102 w 108"/>
                  <a:gd name="T95" fmla="*/ 38 h 150"/>
                  <a:gd name="T96" fmla="*/ 98 w 108"/>
                  <a:gd name="T97" fmla="*/ 54 h 150"/>
                  <a:gd name="T98" fmla="*/ 98 w 108"/>
                  <a:gd name="T99" fmla="*/ 64 h 150"/>
                  <a:gd name="T100" fmla="*/ 94 w 108"/>
                  <a:gd name="T101" fmla="*/ 72 h 150"/>
                  <a:gd name="T102" fmla="*/ 90 w 108"/>
                  <a:gd name="T103" fmla="*/ 84 h 150"/>
                  <a:gd name="T104" fmla="*/ 82 w 108"/>
                  <a:gd name="T105" fmla="*/ 90 h 150"/>
                  <a:gd name="T106" fmla="*/ 78 w 108"/>
                  <a:gd name="T107" fmla="*/ 98 h 150"/>
                  <a:gd name="T108" fmla="*/ 72 w 108"/>
                  <a:gd name="T109" fmla="*/ 102 h 150"/>
                  <a:gd name="T110" fmla="*/ 74 w 108"/>
                  <a:gd name="T111" fmla="*/ 114 h 150"/>
                  <a:gd name="T112" fmla="*/ 72 w 108"/>
                  <a:gd name="T113" fmla="*/ 120 h 150"/>
                  <a:gd name="T114" fmla="*/ 72 w 108"/>
                  <a:gd name="T115" fmla="*/ 128 h 150"/>
                  <a:gd name="T116" fmla="*/ 68 w 108"/>
                  <a:gd name="T117" fmla="*/ 13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8" h="150">
                    <a:moveTo>
                      <a:pt x="68" y="134"/>
                    </a:moveTo>
                    <a:lnTo>
                      <a:pt x="64" y="134"/>
                    </a:lnTo>
                    <a:lnTo>
                      <a:pt x="64" y="138"/>
                    </a:lnTo>
                    <a:lnTo>
                      <a:pt x="60" y="138"/>
                    </a:lnTo>
                    <a:lnTo>
                      <a:pt x="56" y="142"/>
                    </a:lnTo>
                    <a:lnTo>
                      <a:pt x="56" y="146"/>
                    </a:lnTo>
                    <a:lnTo>
                      <a:pt x="52" y="146"/>
                    </a:lnTo>
                    <a:lnTo>
                      <a:pt x="52" y="150"/>
                    </a:lnTo>
                    <a:lnTo>
                      <a:pt x="48" y="150"/>
                    </a:lnTo>
                    <a:lnTo>
                      <a:pt x="48" y="146"/>
                    </a:lnTo>
                    <a:lnTo>
                      <a:pt x="48" y="142"/>
                    </a:lnTo>
                    <a:lnTo>
                      <a:pt x="48" y="138"/>
                    </a:lnTo>
                    <a:lnTo>
                      <a:pt x="46" y="138"/>
                    </a:lnTo>
                    <a:lnTo>
                      <a:pt x="42" y="142"/>
                    </a:lnTo>
                    <a:lnTo>
                      <a:pt x="38" y="142"/>
                    </a:lnTo>
                    <a:lnTo>
                      <a:pt x="38" y="146"/>
                    </a:lnTo>
                    <a:lnTo>
                      <a:pt x="34" y="146"/>
                    </a:lnTo>
                    <a:lnTo>
                      <a:pt x="34" y="150"/>
                    </a:lnTo>
                    <a:lnTo>
                      <a:pt x="30" y="146"/>
                    </a:lnTo>
                    <a:lnTo>
                      <a:pt x="30" y="142"/>
                    </a:lnTo>
                    <a:lnTo>
                      <a:pt x="30" y="146"/>
                    </a:lnTo>
                    <a:lnTo>
                      <a:pt x="26" y="146"/>
                    </a:lnTo>
                    <a:lnTo>
                      <a:pt x="26" y="142"/>
                    </a:lnTo>
                    <a:lnTo>
                      <a:pt x="22" y="142"/>
                    </a:lnTo>
                    <a:lnTo>
                      <a:pt x="18" y="146"/>
                    </a:lnTo>
                    <a:lnTo>
                      <a:pt x="16" y="146"/>
                    </a:lnTo>
                    <a:lnTo>
                      <a:pt x="16" y="150"/>
                    </a:lnTo>
                    <a:lnTo>
                      <a:pt x="12" y="150"/>
                    </a:lnTo>
                    <a:lnTo>
                      <a:pt x="12" y="146"/>
                    </a:lnTo>
                    <a:lnTo>
                      <a:pt x="12" y="142"/>
                    </a:lnTo>
                    <a:lnTo>
                      <a:pt x="8" y="142"/>
                    </a:lnTo>
                    <a:lnTo>
                      <a:pt x="8" y="138"/>
                    </a:lnTo>
                    <a:lnTo>
                      <a:pt x="4" y="138"/>
                    </a:lnTo>
                    <a:lnTo>
                      <a:pt x="4" y="134"/>
                    </a:lnTo>
                    <a:lnTo>
                      <a:pt x="0" y="134"/>
                    </a:lnTo>
                    <a:lnTo>
                      <a:pt x="0" y="130"/>
                    </a:lnTo>
                    <a:lnTo>
                      <a:pt x="4" y="128"/>
                    </a:lnTo>
                    <a:lnTo>
                      <a:pt x="8" y="128"/>
                    </a:lnTo>
                    <a:lnTo>
                      <a:pt x="12" y="128"/>
                    </a:lnTo>
                    <a:lnTo>
                      <a:pt x="12" y="124"/>
                    </a:lnTo>
                    <a:lnTo>
                      <a:pt x="12" y="120"/>
                    </a:lnTo>
                    <a:lnTo>
                      <a:pt x="8" y="120"/>
                    </a:lnTo>
                    <a:lnTo>
                      <a:pt x="12" y="116"/>
                    </a:lnTo>
                    <a:lnTo>
                      <a:pt x="8" y="114"/>
                    </a:lnTo>
                    <a:lnTo>
                      <a:pt x="8" y="116"/>
                    </a:lnTo>
                    <a:lnTo>
                      <a:pt x="8" y="114"/>
                    </a:lnTo>
                    <a:lnTo>
                      <a:pt x="8" y="110"/>
                    </a:lnTo>
                    <a:lnTo>
                      <a:pt x="8" y="106"/>
                    </a:lnTo>
                    <a:lnTo>
                      <a:pt x="12" y="110"/>
                    </a:lnTo>
                    <a:lnTo>
                      <a:pt x="12" y="106"/>
                    </a:lnTo>
                    <a:lnTo>
                      <a:pt x="16" y="106"/>
                    </a:lnTo>
                    <a:lnTo>
                      <a:pt x="16" y="110"/>
                    </a:lnTo>
                    <a:lnTo>
                      <a:pt x="18" y="106"/>
                    </a:lnTo>
                    <a:lnTo>
                      <a:pt x="18" y="102"/>
                    </a:lnTo>
                    <a:lnTo>
                      <a:pt x="18" y="98"/>
                    </a:lnTo>
                    <a:lnTo>
                      <a:pt x="22" y="98"/>
                    </a:lnTo>
                    <a:lnTo>
                      <a:pt x="26" y="98"/>
                    </a:lnTo>
                    <a:lnTo>
                      <a:pt x="26" y="102"/>
                    </a:lnTo>
                    <a:lnTo>
                      <a:pt x="26" y="106"/>
                    </a:lnTo>
                    <a:lnTo>
                      <a:pt x="30" y="106"/>
                    </a:lnTo>
                    <a:lnTo>
                      <a:pt x="34" y="110"/>
                    </a:lnTo>
                    <a:lnTo>
                      <a:pt x="34" y="106"/>
                    </a:lnTo>
                    <a:lnTo>
                      <a:pt x="38" y="106"/>
                    </a:lnTo>
                    <a:lnTo>
                      <a:pt x="38" y="102"/>
                    </a:lnTo>
                    <a:lnTo>
                      <a:pt x="42" y="106"/>
                    </a:lnTo>
                    <a:lnTo>
                      <a:pt x="42" y="110"/>
                    </a:lnTo>
                    <a:lnTo>
                      <a:pt x="46" y="110"/>
                    </a:lnTo>
                    <a:lnTo>
                      <a:pt x="46" y="106"/>
                    </a:lnTo>
                    <a:lnTo>
                      <a:pt x="46" y="102"/>
                    </a:lnTo>
                    <a:lnTo>
                      <a:pt x="46" y="98"/>
                    </a:lnTo>
                    <a:lnTo>
                      <a:pt x="48" y="98"/>
                    </a:lnTo>
                    <a:lnTo>
                      <a:pt x="48" y="94"/>
                    </a:lnTo>
                    <a:lnTo>
                      <a:pt x="48" y="90"/>
                    </a:lnTo>
                    <a:lnTo>
                      <a:pt x="48" y="86"/>
                    </a:lnTo>
                    <a:lnTo>
                      <a:pt x="48" y="84"/>
                    </a:lnTo>
                    <a:lnTo>
                      <a:pt x="48" y="80"/>
                    </a:lnTo>
                    <a:lnTo>
                      <a:pt x="48" y="76"/>
                    </a:lnTo>
                    <a:lnTo>
                      <a:pt x="46" y="76"/>
                    </a:lnTo>
                    <a:lnTo>
                      <a:pt x="46" y="72"/>
                    </a:lnTo>
                    <a:lnTo>
                      <a:pt x="42" y="72"/>
                    </a:lnTo>
                    <a:lnTo>
                      <a:pt x="42" y="68"/>
                    </a:lnTo>
                    <a:lnTo>
                      <a:pt x="42" y="64"/>
                    </a:lnTo>
                    <a:lnTo>
                      <a:pt x="42" y="60"/>
                    </a:lnTo>
                    <a:lnTo>
                      <a:pt x="42" y="58"/>
                    </a:lnTo>
                    <a:lnTo>
                      <a:pt x="46" y="58"/>
                    </a:lnTo>
                    <a:lnTo>
                      <a:pt x="48" y="54"/>
                    </a:lnTo>
                    <a:lnTo>
                      <a:pt x="48" y="50"/>
                    </a:lnTo>
                    <a:lnTo>
                      <a:pt x="46" y="46"/>
                    </a:lnTo>
                    <a:lnTo>
                      <a:pt x="46" y="42"/>
                    </a:lnTo>
                    <a:lnTo>
                      <a:pt x="42" y="42"/>
                    </a:lnTo>
                    <a:lnTo>
                      <a:pt x="38" y="42"/>
                    </a:lnTo>
                    <a:lnTo>
                      <a:pt x="38" y="46"/>
                    </a:lnTo>
                    <a:lnTo>
                      <a:pt x="34" y="46"/>
                    </a:lnTo>
                    <a:lnTo>
                      <a:pt x="30" y="46"/>
                    </a:lnTo>
                    <a:lnTo>
                      <a:pt x="30" y="42"/>
                    </a:lnTo>
                    <a:lnTo>
                      <a:pt x="30" y="38"/>
                    </a:lnTo>
                    <a:lnTo>
                      <a:pt x="30" y="34"/>
                    </a:lnTo>
                    <a:lnTo>
                      <a:pt x="30" y="30"/>
                    </a:lnTo>
                    <a:lnTo>
                      <a:pt x="38" y="30"/>
                    </a:lnTo>
                    <a:lnTo>
                      <a:pt x="46" y="30"/>
                    </a:lnTo>
                    <a:lnTo>
                      <a:pt x="48" y="30"/>
                    </a:lnTo>
                    <a:lnTo>
                      <a:pt x="52" y="30"/>
                    </a:lnTo>
                    <a:lnTo>
                      <a:pt x="56" y="30"/>
                    </a:lnTo>
                    <a:lnTo>
                      <a:pt x="60" y="30"/>
                    </a:lnTo>
                    <a:lnTo>
                      <a:pt x="64" y="30"/>
                    </a:lnTo>
                    <a:lnTo>
                      <a:pt x="64" y="34"/>
                    </a:lnTo>
                    <a:lnTo>
                      <a:pt x="68" y="34"/>
                    </a:lnTo>
                    <a:lnTo>
                      <a:pt x="72" y="34"/>
                    </a:lnTo>
                    <a:lnTo>
                      <a:pt x="72" y="38"/>
                    </a:lnTo>
                    <a:lnTo>
                      <a:pt x="72" y="34"/>
                    </a:lnTo>
                    <a:lnTo>
                      <a:pt x="72" y="30"/>
                    </a:lnTo>
                    <a:lnTo>
                      <a:pt x="72" y="28"/>
                    </a:lnTo>
                    <a:lnTo>
                      <a:pt x="74" y="28"/>
                    </a:lnTo>
                    <a:lnTo>
                      <a:pt x="74" y="24"/>
                    </a:lnTo>
                    <a:lnTo>
                      <a:pt x="74" y="20"/>
                    </a:lnTo>
                    <a:lnTo>
                      <a:pt x="78" y="20"/>
                    </a:lnTo>
                    <a:lnTo>
                      <a:pt x="78" y="16"/>
                    </a:lnTo>
                    <a:lnTo>
                      <a:pt x="74" y="16"/>
                    </a:lnTo>
                    <a:lnTo>
                      <a:pt x="78" y="12"/>
                    </a:lnTo>
                    <a:lnTo>
                      <a:pt x="78" y="8"/>
                    </a:lnTo>
                    <a:lnTo>
                      <a:pt x="78" y="4"/>
                    </a:lnTo>
                    <a:lnTo>
                      <a:pt x="82" y="4"/>
                    </a:lnTo>
                    <a:lnTo>
                      <a:pt x="86" y="4"/>
                    </a:lnTo>
                    <a:lnTo>
                      <a:pt x="90" y="4"/>
                    </a:lnTo>
                    <a:lnTo>
                      <a:pt x="90" y="0"/>
                    </a:lnTo>
                    <a:lnTo>
                      <a:pt x="90" y="4"/>
                    </a:lnTo>
                    <a:lnTo>
                      <a:pt x="94" y="4"/>
                    </a:lnTo>
                    <a:lnTo>
                      <a:pt x="98" y="4"/>
                    </a:lnTo>
                    <a:lnTo>
                      <a:pt x="102" y="4"/>
                    </a:lnTo>
                    <a:lnTo>
                      <a:pt x="102" y="8"/>
                    </a:lnTo>
                    <a:lnTo>
                      <a:pt x="102" y="4"/>
                    </a:lnTo>
                    <a:lnTo>
                      <a:pt x="104" y="4"/>
                    </a:lnTo>
                    <a:lnTo>
                      <a:pt x="108" y="4"/>
                    </a:lnTo>
                    <a:lnTo>
                      <a:pt x="108" y="8"/>
                    </a:lnTo>
                    <a:lnTo>
                      <a:pt x="108" y="12"/>
                    </a:lnTo>
                    <a:lnTo>
                      <a:pt x="104" y="12"/>
                    </a:lnTo>
                    <a:lnTo>
                      <a:pt x="104" y="16"/>
                    </a:lnTo>
                    <a:lnTo>
                      <a:pt x="104" y="20"/>
                    </a:lnTo>
                    <a:lnTo>
                      <a:pt x="104" y="24"/>
                    </a:lnTo>
                    <a:lnTo>
                      <a:pt x="102" y="24"/>
                    </a:lnTo>
                    <a:lnTo>
                      <a:pt x="102" y="28"/>
                    </a:lnTo>
                    <a:lnTo>
                      <a:pt x="102" y="30"/>
                    </a:lnTo>
                    <a:lnTo>
                      <a:pt x="102" y="34"/>
                    </a:lnTo>
                    <a:lnTo>
                      <a:pt x="102" y="38"/>
                    </a:lnTo>
                    <a:lnTo>
                      <a:pt x="98" y="46"/>
                    </a:lnTo>
                    <a:lnTo>
                      <a:pt x="98" y="50"/>
                    </a:lnTo>
                    <a:lnTo>
                      <a:pt x="98" y="54"/>
                    </a:lnTo>
                    <a:lnTo>
                      <a:pt x="98" y="58"/>
                    </a:lnTo>
                    <a:lnTo>
                      <a:pt x="98" y="60"/>
                    </a:lnTo>
                    <a:lnTo>
                      <a:pt x="98" y="64"/>
                    </a:lnTo>
                    <a:lnTo>
                      <a:pt x="94" y="64"/>
                    </a:lnTo>
                    <a:lnTo>
                      <a:pt x="94" y="68"/>
                    </a:lnTo>
                    <a:lnTo>
                      <a:pt x="94" y="72"/>
                    </a:lnTo>
                    <a:lnTo>
                      <a:pt x="94" y="76"/>
                    </a:lnTo>
                    <a:lnTo>
                      <a:pt x="94" y="80"/>
                    </a:lnTo>
                    <a:lnTo>
                      <a:pt x="90" y="84"/>
                    </a:lnTo>
                    <a:lnTo>
                      <a:pt x="86" y="84"/>
                    </a:lnTo>
                    <a:lnTo>
                      <a:pt x="82" y="86"/>
                    </a:lnTo>
                    <a:lnTo>
                      <a:pt x="82" y="90"/>
                    </a:lnTo>
                    <a:lnTo>
                      <a:pt x="78" y="90"/>
                    </a:lnTo>
                    <a:lnTo>
                      <a:pt x="78" y="94"/>
                    </a:lnTo>
                    <a:lnTo>
                      <a:pt x="78" y="98"/>
                    </a:lnTo>
                    <a:lnTo>
                      <a:pt x="74" y="98"/>
                    </a:lnTo>
                    <a:lnTo>
                      <a:pt x="74" y="102"/>
                    </a:lnTo>
                    <a:lnTo>
                      <a:pt x="72" y="102"/>
                    </a:lnTo>
                    <a:lnTo>
                      <a:pt x="72" y="106"/>
                    </a:lnTo>
                    <a:lnTo>
                      <a:pt x="74" y="110"/>
                    </a:lnTo>
                    <a:lnTo>
                      <a:pt x="74" y="114"/>
                    </a:lnTo>
                    <a:lnTo>
                      <a:pt x="72" y="114"/>
                    </a:lnTo>
                    <a:lnTo>
                      <a:pt x="72" y="116"/>
                    </a:lnTo>
                    <a:lnTo>
                      <a:pt x="72" y="120"/>
                    </a:lnTo>
                    <a:lnTo>
                      <a:pt x="74" y="124"/>
                    </a:lnTo>
                    <a:lnTo>
                      <a:pt x="72" y="124"/>
                    </a:lnTo>
                    <a:lnTo>
                      <a:pt x="72" y="128"/>
                    </a:lnTo>
                    <a:lnTo>
                      <a:pt x="72" y="130"/>
                    </a:lnTo>
                    <a:lnTo>
                      <a:pt x="68" y="130"/>
                    </a:lnTo>
                    <a:lnTo>
                      <a:pt x="68" y="134"/>
                    </a:lnTo>
                    <a:lnTo>
                      <a:pt x="68" y="134"/>
                    </a:lnTo>
                    <a:lnTo>
                      <a:pt x="68" y="1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5" name="Freeform 139"/>
              <p:cNvSpPr>
                <a:spLocks/>
              </p:cNvSpPr>
              <p:nvPr/>
            </p:nvSpPr>
            <p:spPr bwMode="gray">
              <a:xfrm>
                <a:off x="5095629" y="4359677"/>
                <a:ext cx="476559" cy="560041"/>
              </a:xfrm>
              <a:custGeom>
                <a:avLst/>
                <a:gdLst>
                  <a:gd name="T0" fmla="*/ 30 w 274"/>
                  <a:gd name="T1" fmla="*/ 194 h 322"/>
                  <a:gd name="T2" fmla="*/ 12 w 274"/>
                  <a:gd name="T3" fmla="*/ 190 h 322"/>
                  <a:gd name="T4" fmla="*/ 4 w 274"/>
                  <a:gd name="T5" fmla="*/ 190 h 322"/>
                  <a:gd name="T6" fmla="*/ 16 w 274"/>
                  <a:gd name="T7" fmla="*/ 172 h 322"/>
                  <a:gd name="T8" fmla="*/ 24 w 274"/>
                  <a:gd name="T9" fmla="*/ 168 h 322"/>
                  <a:gd name="T10" fmla="*/ 34 w 274"/>
                  <a:gd name="T11" fmla="*/ 176 h 322"/>
                  <a:gd name="T12" fmla="*/ 50 w 274"/>
                  <a:gd name="T13" fmla="*/ 164 h 322"/>
                  <a:gd name="T14" fmla="*/ 56 w 274"/>
                  <a:gd name="T15" fmla="*/ 150 h 322"/>
                  <a:gd name="T16" fmla="*/ 60 w 274"/>
                  <a:gd name="T17" fmla="*/ 136 h 322"/>
                  <a:gd name="T18" fmla="*/ 64 w 274"/>
                  <a:gd name="T19" fmla="*/ 120 h 322"/>
                  <a:gd name="T20" fmla="*/ 80 w 274"/>
                  <a:gd name="T21" fmla="*/ 106 h 322"/>
                  <a:gd name="T22" fmla="*/ 84 w 274"/>
                  <a:gd name="T23" fmla="*/ 86 h 322"/>
                  <a:gd name="T24" fmla="*/ 86 w 274"/>
                  <a:gd name="T25" fmla="*/ 60 h 322"/>
                  <a:gd name="T26" fmla="*/ 90 w 274"/>
                  <a:gd name="T27" fmla="*/ 42 h 322"/>
                  <a:gd name="T28" fmla="*/ 94 w 274"/>
                  <a:gd name="T29" fmla="*/ 24 h 322"/>
                  <a:gd name="T30" fmla="*/ 98 w 274"/>
                  <a:gd name="T31" fmla="*/ 12 h 322"/>
                  <a:gd name="T32" fmla="*/ 114 w 274"/>
                  <a:gd name="T33" fmla="*/ 8 h 322"/>
                  <a:gd name="T34" fmla="*/ 128 w 274"/>
                  <a:gd name="T35" fmla="*/ 16 h 322"/>
                  <a:gd name="T36" fmla="*/ 146 w 274"/>
                  <a:gd name="T37" fmla="*/ 24 h 322"/>
                  <a:gd name="T38" fmla="*/ 154 w 274"/>
                  <a:gd name="T39" fmla="*/ 8 h 322"/>
                  <a:gd name="T40" fmla="*/ 172 w 274"/>
                  <a:gd name="T41" fmla="*/ 8 h 322"/>
                  <a:gd name="T42" fmla="*/ 188 w 274"/>
                  <a:gd name="T43" fmla="*/ 8 h 322"/>
                  <a:gd name="T44" fmla="*/ 200 w 274"/>
                  <a:gd name="T45" fmla="*/ 4 h 322"/>
                  <a:gd name="T46" fmla="*/ 214 w 274"/>
                  <a:gd name="T47" fmla="*/ 4 h 322"/>
                  <a:gd name="T48" fmla="*/ 228 w 274"/>
                  <a:gd name="T49" fmla="*/ 16 h 322"/>
                  <a:gd name="T50" fmla="*/ 244 w 274"/>
                  <a:gd name="T51" fmla="*/ 16 h 322"/>
                  <a:gd name="T52" fmla="*/ 250 w 274"/>
                  <a:gd name="T53" fmla="*/ 16 h 322"/>
                  <a:gd name="T54" fmla="*/ 262 w 274"/>
                  <a:gd name="T55" fmla="*/ 28 h 322"/>
                  <a:gd name="T56" fmla="*/ 266 w 274"/>
                  <a:gd name="T57" fmla="*/ 46 h 322"/>
                  <a:gd name="T58" fmla="*/ 270 w 274"/>
                  <a:gd name="T59" fmla="*/ 58 h 322"/>
                  <a:gd name="T60" fmla="*/ 258 w 274"/>
                  <a:gd name="T61" fmla="*/ 76 h 322"/>
                  <a:gd name="T62" fmla="*/ 250 w 274"/>
                  <a:gd name="T63" fmla="*/ 90 h 322"/>
                  <a:gd name="T64" fmla="*/ 246 w 274"/>
                  <a:gd name="T65" fmla="*/ 110 h 322"/>
                  <a:gd name="T66" fmla="*/ 244 w 274"/>
                  <a:gd name="T67" fmla="*/ 128 h 322"/>
                  <a:gd name="T68" fmla="*/ 244 w 274"/>
                  <a:gd name="T69" fmla="*/ 146 h 322"/>
                  <a:gd name="T70" fmla="*/ 246 w 274"/>
                  <a:gd name="T71" fmla="*/ 168 h 322"/>
                  <a:gd name="T72" fmla="*/ 246 w 274"/>
                  <a:gd name="T73" fmla="*/ 184 h 322"/>
                  <a:gd name="T74" fmla="*/ 250 w 274"/>
                  <a:gd name="T75" fmla="*/ 206 h 322"/>
                  <a:gd name="T76" fmla="*/ 262 w 274"/>
                  <a:gd name="T77" fmla="*/ 220 h 322"/>
                  <a:gd name="T78" fmla="*/ 258 w 274"/>
                  <a:gd name="T79" fmla="*/ 232 h 322"/>
                  <a:gd name="T80" fmla="*/ 240 w 274"/>
                  <a:gd name="T81" fmla="*/ 244 h 322"/>
                  <a:gd name="T82" fmla="*/ 236 w 274"/>
                  <a:gd name="T83" fmla="*/ 262 h 322"/>
                  <a:gd name="T84" fmla="*/ 232 w 274"/>
                  <a:gd name="T85" fmla="*/ 280 h 322"/>
                  <a:gd name="T86" fmla="*/ 236 w 274"/>
                  <a:gd name="T87" fmla="*/ 300 h 322"/>
                  <a:gd name="T88" fmla="*/ 250 w 274"/>
                  <a:gd name="T89" fmla="*/ 302 h 322"/>
                  <a:gd name="T90" fmla="*/ 250 w 274"/>
                  <a:gd name="T91" fmla="*/ 322 h 322"/>
                  <a:gd name="T92" fmla="*/ 236 w 274"/>
                  <a:gd name="T93" fmla="*/ 314 h 322"/>
                  <a:gd name="T94" fmla="*/ 222 w 274"/>
                  <a:gd name="T95" fmla="*/ 302 h 322"/>
                  <a:gd name="T96" fmla="*/ 210 w 274"/>
                  <a:gd name="T97" fmla="*/ 300 h 322"/>
                  <a:gd name="T98" fmla="*/ 188 w 274"/>
                  <a:gd name="T99" fmla="*/ 292 h 322"/>
                  <a:gd name="T100" fmla="*/ 172 w 274"/>
                  <a:gd name="T101" fmla="*/ 288 h 322"/>
                  <a:gd name="T102" fmla="*/ 170 w 274"/>
                  <a:gd name="T103" fmla="*/ 280 h 322"/>
                  <a:gd name="T104" fmla="*/ 146 w 274"/>
                  <a:gd name="T105" fmla="*/ 280 h 322"/>
                  <a:gd name="T106" fmla="*/ 146 w 274"/>
                  <a:gd name="T107" fmla="*/ 272 h 322"/>
                  <a:gd name="T108" fmla="*/ 140 w 274"/>
                  <a:gd name="T109" fmla="*/ 250 h 322"/>
                  <a:gd name="T110" fmla="*/ 140 w 274"/>
                  <a:gd name="T111" fmla="*/ 228 h 322"/>
                  <a:gd name="T112" fmla="*/ 120 w 274"/>
                  <a:gd name="T113" fmla="*/ 216 h 322"/>
                  <a:gd name="T114" fmla="*/ 106 w 274"/>
                  <a:gd name="T115" fmla="*/ 214 h 322"/>
                  <a:gd name="T116" fmla="*/ 106 w 274"/>
                  <a:gd name="T117" fmla="*/ 228 h 322"/>
                  <a:gd name="T118" fmla="*/ 84 w 274"/>
                  <a:gd name="T119" fmla="*/ 232 h 322"/>
                  <a:gd name="T120" fmla="*/ 72 w 274"/>
                  <a:gd name="T121" fmla="*/ 220 h 322"/>
                  <a:gd name="T122" fmla="*/ 64 w 274"/>
                  <a:gd name="T123" fmla="*/ 202 h 322"/>
                  <a:gd name="T124" fmla="*/ 56 w 274"/>
                  <a:gd name="T125" fmla="*/ 190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74" h="322">
                    <a:moveTo>
                      <a:pt x="56" y="190"/>
                    </a:moveTo>
                    <a:lnTo>
                      <a:pt x="54" y="190"/>
                    </a:lnTo>
                    <a:lnTo>
                      <a:pt x="42" y="190"/>
                    </a:lnTo>
                    <a:lnTo>
                      <a:pt x="38" y="190"/>
                    </a:lnTo>
                    <a:lnTo>
                      <a:pt x="34" y="194"/>
                    </a:lnTo>
                    <a:lnTo>
                      <a:pt x="30" y="194"/>
                    </a:lnTo>
                    <a:lnTo>
                      <a:pt x="30" y="190"/>
                    </a:lnTo>
                    <a:lnTo>
                      <a:pt x="26" y="190"/>
                    </a:lnTo>
                    <a:lnTo>
                      <a:pt x="24" y="190"/>
                    </a:lnTo>
                    <a:lnTo>
                      <a:pt x="20" y="190"/>
                    </a:lnTo>
                    <a:lnTo>
                      <a:pt x="16" y="190"/>
                    </a:lnTo>
                    <a:lnTo>
                      <a:pt x="12" y="190"/>
                    </a:lnTo>
                    <a:lnTo>
                      <a:pt x="8" y="190"/>
                    </a:lnTo>
                    <a:lnTo>
                      <a:pt x="8" y="194"/>
                    </a:lnTo>
                    <a:lnTo>
                      <a:pt x="4" y="194"/>
                    </a:lnTo>
                    <a:lnTo>
                      <a:pt x="4" y="190"/>
                    </a:lnTo>
                    <a:lnTo>
                      <a:pt x="0" y="190"/>
                    </a:lnTo>
                    <a:lnTo>
                      <a:pt x="4" y="190"/>
                    </a:lnTo>
                    <a:lnTo>
                      <a:pt x="8" y="190"/>
                    </a:lnTo>
                    <a:lnTo>
                      <a:pt x="8" y="184"/>
                    </a:lnTo>
                    <a:lnTo>
                      <a:pt x="8" y="180"/>
                    </a:lnTo>
                    <a:lnTo>
                      <a:pt x="8" y="176"/>
                    </a:lnTo>
                    <a:lnTo>
                      <a:pt x="12" y="172"/>
                    </a:lnTo>
                    <a:lnTo>
                      <a:pt x="16" y="172"/>
                    </a:lnTo>
                    <a:lnTo>
                      <a:pt x="16" y="168"/>
                    </a:lnTo>
                    <a:lnTo>
                      <a:pt x="16" y="172"/>
                    </a:lnTo>
                    <a:lnTo>
                      <a:pt x="20" y="176"/>
                    </a:lnTo>
                    <a:lnTo>
                      <a:pt x="20" y="172"/>
                    </a:lnTo>
                    <a:lnTo>
                      <a:pt x="24" y="172"/>
                    </a:lnTo>
                    <a:lnTo>
                      <a:pt x="24" y="168"/>
                    </a:lnTo>
                    <a:lnTo>
                      <a:pt x="26" y="168"/>
                    </a:lnTo>
                    <a:lnTo>
                      <a:pt x="30" y="164"/>
                    </a:lnTo>
                    <a:lnTo>
                      <a:pt x="34" y="164"/>
                    </a:lnTo>
                    <a:lnTo>
                      <a:pt x="34" y="168"/>
                    </a:lnTo>
                    <a:lnTo>
                      <a:pt x="34" y="172"/>
                    </a:lnTo>
                    <a:lnTo>
                      <a:pt x="34" y="176"/>
                    </a:lnTo>
                    <a:lnTo>
                      <a:pt x="38" y="176"/>
                    </a:lnTo>
                    <a:lnTo>
                      <a:pt x="38" y="172"/>
                    </a:lnTo>
                    <a:lnTo>
                      <a:pt x="42" y="172"/>
                    </a:lnTo>
                    <a:lnTo>
                      <a:pt x="42" y="168"/>
                    </a:lnTo>
                    <a:lnTo>
                      <a:pt x="46" y="164"/>
                    </a:lnTo>
                    <a:lnTo>
                      <a:pt x="50" y="164"/>
                    </a:lnTo>
                    <a:lnTo>
                      <a:pt x="50" y="160"/>
                    </a:lnTo>
                    <a:lnTo>
                      <a:pt x="54" y="160"/>
                    </a:lnTo>
                    <a:lnTo>
                      <a:pt x="54" y="158"/>
                    </a:lnTo>
                    <a:lnTo>
                      <a:pt x="56" y="158"/>
                    </a:lnTo>
                    <a:lnTo>
                      <a:pt x="56" y="154"/>
                    </a:lnTo>
                    <a:lnTo>
                      <a:pt x="56" y="150"/>
                    </a:lnTo>
                    <a:lnTo>
                      <a:pt x="60" y="150"/>
                    </a:lnTo>
                    <a:lnTo>
                      <a:pt x="56" y="146"/>
                    </a:lnTo>
                    <a:lnTo>
                      <a:pt x="56" y="144"/>
                    </a:lnTo>
                    <a:lnTo>
                      <a:pt x="56" y="140"/>
                    </a:lnTo>
                    <a:lnTo>
                      <a:pt x="60" y="140"/>
                    </a:lnTo>
                    <a:lnTo>
                      <a:pt x="60" y="136"/>
                    </a:lnTo>
                    <a:lnTo>
                      <a:pt x="56" y="132"/>
                    </a:lnTo>
                    <a:lnTo>
                      <a:pt x="56" y="128"/>
                    </a:lnTo>
                    <a:lnTo>
                      <a:pt x="60" y="128"/>
                    </a:lnTo>
                    <a:lnTo>
                      <a:pt x="60" y="124"/>
                    </a:lnTo>
                    <a:lnTo>
                      <a:pt x="64" y="124"/>
                    </a:lnTo>
                    <a:lnTo>
                      <a:pt x="64" y="120"/>
                    </a:lnTo>
                    <a:lnTo>
                      <a:pt x="64" y="116"/>
                    </a:lnTo>
                    <a:lnTo>
                      <a:pt x="68" y="116"/>
                    </a:lnTo>
                    <a:lnTo>
                      <a:pt x="68" y="114"/>
                    </a:lnTo>
                    <a:lnTo>
                      <a:pt x="72" y="110"/>
                    </a:lnTo>
                    <a:lnTo>
                      <a:pt x="76" y="110"/>
                    </a:lnTo>
                    <a:lnTo>
                      <a:pt x="80" y="106"/>
                    </a:lnTo>
                    <a:lnTo>
                      <a:pt x="80" y="102"/>
                    </a:lnTo>
                    <a:lnTo>
                      <a:pt x="80" y="98"/>
                    </a:lnTo>
                    <a:lnTo>
                      <a:pt x="80" y="94"/>
                    </a:lnTo>
                    <a:lnTo>
                      <a:pt x="80" y="90"/>
                    </a:lnTo>
                    <a:lnTo>
                      <a:pt x="84" y="90"/>
                    </a:lnTo>
                    <a:lnTo>
                      <a:pt x="84" y="86"/>
                    </a:lnTo>
                    <a:lnTo>
                      <a:pt x="84" y="84"/>
                    </a:lnTo>
                    <a:lnTo>
                      <a:pt x="84" y="80"/>
                    </a:lnTo>
                    <a:lnTo>
                      <a:pt x="84" y="76"/>
                    </a:lnTo>
                    <a:lnTo>
                      <a:pt x="84" y="72"/>
                    </a:lnTo>
                    <a:lnTo>
                      <a:pt x="86" y="64"/>
                    </a:lnTo>
                    <a:lnTo>
                      <a:pt x="86" y="60"/>
                    </a:lnTo>
                    <a:lnTo>
                      <a:pt x="86" y="58"/>
                    </a:lnTo>
                    <a:lnTo>
                      <a:pt x="86" y="54"/>
                    </a:lnTo>
                    <a:lnTo>
                      <a:pt x="86" y="50"/>
                    </a:lnTo>
                    <a:lnTo>
                      <a:pt x="90" y="50"/>
                    </a:lnTo>
                    <a:lnTo>
                      <a:pt x="90" y="46"/>
                    </a:lnTo>
                    <a:lnTo>
                      <a:pt x="90" y="42"/>
                    </a:lnTo>
                    <a:lnTo>
                      <a:pt x="90" y="38"/>
                    </a:lnTo>
                    <a:lnTo>
                      <a:pt x="94" y="38"/>
                    </a:lnTo>
                    <a:lnTo>
                      <a:pt x="94" y="34"/>
                    </a:lnTo>
                    <a:lnTo>
                      <a:pt x="94" y="30"/>
                    </a:lnTo>
                    <a:lnTo>
                      <a:pt x="94" y="28"/>
                    </a:lnTo>
                    <a:lnTo>
                      <a:pt x="94" y="24"/>
                    </a:lnTo>
                    <a:lnTo>
                      <a:pt x="94" y="20"/>
                    </a:lnTo>
                    <a:lnTo>
                      <a:pt x="90" y="20"/>
                    </a:lnTo>
                    <a:lnTo>
                      <a:pt x="94" y="16"/>
                    </a:lnTo>
                    <a:lnTo>
                      <a:pt x="94" y="20"/>
                    </a:lnTo>
                    <a:lnTo>
                      <a:pt x="94" y="16"/>
                    </a:lnTo>
                    <a:lnTo>
                      <a:pt x="98" y="12"/>
                    </a:lnTo>
                    <a:lnTo>
                      <a:pt x="98" y="8"/>
                    </a:lnTo>
                    <a:lnTo>
                      <a:pt x="102" y="8"/>
                    </a:lnTo>
                    <a:lnTo>
                      <a:pt x="106" y="4"/>
                    </a:lnTo>
                    <a:lnTo>
                      <a:pt x="110" y="4"/>
                    </a:lnTo>
                    <a:lnTo>
                      <a:pt x="110" y="8"/>
                    </a:lnTo>
                    <a:lnTo>
                      <a:pt x="114" y="8"/>
                    </a:lnTo>
                    <a:lnTo>
                      <a:pt x="116" y="8"/>
                    </a:lnTo>
                    <a:lnTo>
                      <a:pt x="116" y="12"/>
                    </a:lnTo>
                    <a:lnTo>
                      <a:pt x="120" y="12"/>
                    </a:lnTo>
                    <a:lnTo>
                      <a:pt x="120" y="16"/>
                    </a:lnTo>
                    <a:lnTo>
                      <a:pt x="124" y="16"/>
                    </a:lnTo>
                    <a:lnTo>
                      <a:pt x="128" y="16"/>
                    </a:lnTo>
                    <a:lnTo>
                      <a:pt x="128" y="20"/>
                    </a:lnTo>
                    <a:lnTo>
                      <a:pt x="136" y="20"/>
                    </a:lnTo>
                    <a:lnTo>
                      <a:pt x="140" y="20"/>
                    </a:lnTo>
                    <a:lnTo>
                      <a:pt x="142" y="20"/>
                    </a:lnTo>
                    <a:lnTo>
                      <a:pt x="142" y="24"/>
                    </a:lnTo>
                    <a:lnTo>
                      <a:pt x="146" y="24"/>
                    </a:lnTo>
                    <a:lnTo>
                      <a:pt x="146" y="20"/>
                    </a:lnTo>
                    <a:lnTo>
                      <a:pt x="150" y="20"/>
                    </a:lnTo>
                    <a:lnTo>
                      <a:pt x="150" y="16"/>
                    </a:lnTo>
                    <a:lnTo>
                      <a:pt x="150" y="12"/>
                    </a:lnTo>
                    <a:lnTo>
                      <a:pt x="154" y="12"/>
                    </a:lnTo>
                    <a:lnTo>
                      <a:pt x="154" y="8"/>
                    </a:lnTo>
                    <a:lnTo>
                      <a:pt x="154" y="12"/>
                    </a:lnTo>
                    <a:lnTo>
                      <a:pt x="158" y="12"/>
                    </a:lnTo>
                    <a:lnTo>
                      <a:pt x="162" y="12"/>
                    </a:lnTo>
                    <a:lnTo>
                      <a:pt x="166" y="8"/>
                    </a:lnTo>
                    <a:lnTo>
                      <a:pt x="170" y="8"/>
                    </a:lnTo>
                    <a:lnTo>
                      <a:pt x="172" y="8"/>
                    </a:lnTo>
                    <a:lnTo>
                      <a:pt x="176" y="4"/>
                    </a:lnTo>
                    <a:lnTo>
                      <a:pt x="172" y="4"/>
                    </a:lnTo>
                    <a:lnTo>
                      <a:pt x="176" y="4"/>
                    </a:lnTo>
                    <a:lnTo>
                      <a:pt x="180" y="8"/>
                    </a:lnTo>
                    <a:lnTo>
                      <a:pt x="184" y="8"/>
                    </a:lnTo>
                    <a:lnTo>
                      <a:pt x="188" y="8"/>
                    </a:lnTo>
                    <a:lnTo>
                      <a:pt x="188" y="4"/>
                    </a:lnTo>
                    <a:lnTo>
                      <a:pt x="188" y="0"/>
                    </a:lnTo>
                    <a:lnTo>
                      <a:pt x="192" y="0"/>
                    </a:lnTo>
                    <a:lnTo>
                      <a:pt x="196" y="0"/>
                    </a:lnTo>
                    <a:lnTo>
                      <a:pt x="196" y="4"/>
                    </a:lnTo>
                    <a:lnTo>
                      <a:pt x="200" y="4"/>
                    </a:lnTo>
                    <a:lnTo>
                      <a:pt x="200" y="0"/>
                    </a:lnTo>
                    <a:lnTo>
                      <a:pt x="200" y="4"/>
                    </a:lnTo>
                    <a:lnTo>
                      <a:pt x="202" y="4"/>
                    </a:lnTo>
                    <a:lnTo>
                      <a:pt x="206" y="4"/>
                    </a:lnTo>
                    <a:lnTo>
                      <a:pt x="210" y="4"/>
                    </a:lnTo>
                    <a:lnTo>
                      <a:pt x="214" y="4"/>
                    </a:lnTo>
                    <a:lnTo>
                      <a:pt x="218" y="4"/>
                    </a:lnTo>
                    <a:lnTo>
                      <a:pt x="218" y="8"/>
                    </a:lnTo>
                    <a:lnTo>
                      <a:pt x="222" y="8"/>
                    </a:lnTo>
                    <a:lnTo>
                      <a:pt x="222" y="12"/>
                    </a:lnTo>
                    <a:lnTo>
                      <a:pt x="226" y="16"/>
                    </a:lnTo>
                    <a:lnTo>
                      <a:pt x="228" y="16"/>
                    </a:lnTo>
                    <a:lnTo>
                      <a:pt x="228" y="20"/>
                    </a:lnTo>
                    <a:lnTo>
                      <a:pt x="232" y="20"/>
                    </a:lnTo>
                    <a:lnTo>
                      <a:pt x="232" y="16"/>
                    </a:lnTo>
                    <a:lnTo>
                      <a:pt x="236" y="16"/>
                    </a:lnTo>
                    <a:lnTo>
                      <a:pt x="240" y="16"/>
                    </a:lnTo>
                    <a:lnTo>
                      <a:pt x="244" y="16"/>
                    </a:lnTo>
                    <a:lnTo>
                      <a:pt x="244" y="20"/>
                    </a:lnTo>
                    <a:lnTo>
                      <a:pt x="244" y="16"/>
                    </a:lnTo>
                    <a:lnTo>
                      <a:pt x="246" y="16"/>
                    </a:lnTo>
                    <a:lnTo>
                      <a:pt x="246" y="12"/>
                    </a:lnTo>
                    <a:lnTo>
                      <a:pt x="250" y="12"/>
                    </a:lnTo>
                    <a:lnTo>
                      <a:pt x="250" y="16"/>
                    </a:lnTo>
                    <a:lnTo>
                      <a:pt x="250" y="20"/>
                    </a:lnTo>
                    <a:lnTo>
                      <a:pt x="254" y="20"/>
                    </a:lnTo>
                    <a:lnTo>
                      <a:pt x="254" y="24"/>
                    </a:lnTo>
                    <a:lnTo>
                      <a:pt x="258" y="24"/>
                    </a:lnTo>
                    <a:lnTo>
                      <a:pt x="258" y="28"/>
                    </a:lnTo>
                    <a:lnTo>
                      <a:pt x="262" y="28"/>
                    </a:lnTo>
                    <a:lnTo>
                      <a:pt x="262" y="30"/>
                    </a:lnTo>
                    <a:lnTo>
                      <a:pt x="266" y="30"/>
                    </a:lnTo>
                    <a:lnTo>
                      <a:pt x="266" y="34"/>
                    </a:lnTo>
                    <a:lnTo>
                      <a:pt x="266" y="38"/>
                    </a:lnTo>
                    <a:lnTo>
                      <a:pt x="266" y="42"/>
                    </a:lnTo>
                    <a:lnTo>
                      <a:pt x="266" y="46"/>
                    </a:lnTo>
                    <a:lnTo>
                      <a:pt x="266" y="50"/>
                    </a:lnTo>
                    <a:lnTo>
                      <a:pt x="266" y="54"/>
                    </a:lnTo>
                    <a:lnTo>
                      <a:pt x="270" y="50"/>
                    </a:lnTo>
                    <a:lnTo>
                      <a:pt x="270" y="54"/>
                    </a:lnTo>
                    <a:lnTo>
                      <a:pt x="274" y="58"/>
                    </a:lnTo>
                    <a:lnTo>
                      <a:pt x="270" y="58"/>
                    </a:lnTo>
                    <a:lnTo>
                      <a:pt x="270" y="60"/>
                    </a:lnTo>
                    <a:lnTo>
                      <a:pt x="266" y="64"/>
                    </a:lnTo>
                    <a:lnTo>
                      <a:pt x="262" y="68"/>
                    </a:lnTo>
                    <a:lnTo>
                      <a:pt x="262" y="72"/>
                    </a:lnTo>
                    <a:lnTo>
                      <a:pt x="258" y="72"/>
                    </a:lnTo>
                    <a:lnTo>
                      <a:pt x="258" y="76"/>
                    </a:lnTo>
                    <a:lnTo>
                      <a:pt x="254" y="76"/>
                    </a:lnTo>
                    <a:lnTo>
                      <a:pt x="254" y="80"/>
                    </a:lnTo>
                    <a:lnTo>
                      <a:pt x="254" y="84"/>
                    </a:lnTo>
                    <a:lnTo>
                      <a:pt x="254" y="86"/>
                    </a:lnTo>
                    <a:lnTo>
                      <a:pt x="250" y="86"/>
                    </a:lnTo>
                    <a:lnTo>
                      <a:pt x="250" y="90"/>
                    </a:lnTo>
                    <a:lnTo>
                      <a:pt x="250" y="94"/>
                    </a:lnTo>
                    <a:lnTo>
                      <a:pt x="250" y="98"/>
                    </a:lnTo>
                    <a:lnTo>
                      <a:pt x="250" y="102"/>
                    </a:lnTo>
                    <a:lnTo>
                      <a:pt x="246" y="102"/>
                    </a:lnTo>
                    <a:lnTo>
                      <a:pt x="246" y="106"/>
                    </a:lnTo>
                    <a:lnTo>
                      <a:pt x="246" y="110"/>
                    </a:lnTo>
                    <a:lnTo>
                      <a:pt x="246" y="114"/>
                    </a:lnTo>
                    <a:lnTo>
                      <a:pt x="246" y="116"/>
                    </a:lnTo>
                    <a:lnTo>
                      <a:pt x="244" y="116"/>
                    </a:lnTo>
                    <a:lnTo>
                      <a:pt x="244" y="120"/>
                    </a:lnTo>
                    <a:lnTo>
                      <a:pt x="244" y="124"/>
                    </a:lnTo>
                    <a:lnTo>
                      <a:pt x="244" y="128"/>
                    </a:lnTo>
                    <a:lnTo>
                      <a:pt x="244" y="132"/>
                    </a:lnTo>
                    <a:lnTo>
                      <a:pt x="240" y="132"/>
                    </a:lnTo>
                    <a:lnTo>
                      <a:pt x="240" y="136"/>
                    </a:lnTo>
                    <a:lnTo>
                      <a:pt x="240" y="140"/>
                    </a:lnTo>
                    <a:lnTo>
                      <a:pt x="244" y="144"/>
                    </a:lnTo>
                    <a:lnTo>
                      <a:pt x="244" y="146"/>
                    </a:lnTo>
                    <a:lnTo>
                      <a:pt x="244" y="150"/>
                    </a:lnTo>
                    <a:lnTo>
                      <a:pt x="244" y="154"/>
                    </a:lnTo>
                    <a:lnTo>
                      <a:pt x="244" y="158"/>
                    </a:lnTo>
                    <a:lnTo>
                      <a:pt x="244" y="160"/>
                    </a:lnTo>
                    <a:lnTo>
                      <a:pt x="246" y="164"/>
                    </a:lnTo>
                    <a:lnTo>
                      <a:pt x="246" y="168"/>
                    </a:lnTo>
                    <a:lnTo>
                      <a:pt x="246" y="172"/>
                    </a:lnTo>
                    <a:lnTo>
                      <a:pt x="244" y="172"/>
                    </a:lnTo>
                    <a:lnTo>
                      <a:pt x="244" y="176"/>
                    </a:lnTo>
                    <a:lnTo>
                      <a:pt x="244" y="180"/>
                    </a:lnTo>
                    <a:lnTo>
                      <a:pt x="246" y="180"/>
                    </a:lnTo>
                    <a:lnTo>
                      <a:pt x="246" y="184"/>
                    </a:lnTo>
                    <a:lnTo>
                      <a:pt x="246" y="186"/>
                    </a:lnTo>
                    <a:lnTo>
                      <a:pt x="246" y="190"/>
                    </a:lnTo>
                    <a:lnTo>
                      <a:pt x="246" y="194"/>
                    </a:lnTo>
                    <a:lnTo>
                      <a:pt x="246" y="198"/>
                    </a:lnTo>
                    <a:lnTo>
                      <a:pt x="246" y="202"/>
                    </a:lnTo>
                    <a:lnTo>
                      <a:pt x="250" y="206"/>
                    </a:lnTo>
                    <a:lnTo>
                      <a:pt x="254" y="210"/>
                    </a:lnTo>
                    <a:lnTo>
                      <a:pt x="258" y="210"/>
                    </a:lnTo>
                    <a:lnTo>
                      <a:pt x="258" y="214"/>
                    </a:lnTo>
                    <a:lnTo>
                      <a:pt x="258" y="216"/>
                    </a:lnTo>
                    <a:lnTo>
                      <a:pt x="258" y="220"/>
                    </a:lnTo>
                    <a:lnTo>
                      <a:pt x="262" y="220"/>
                    </a:lnTo>
                    <a:lnTo>
                      <a:pt x="262" y="224"/>
                    </a:lnTo>
                    <a:lnTo>
                      <a:pt x="262" y="228"/>
                    </a:lnTo>
                    <a:lnTo>
                      <a:pt x="266" y="228"/>
                    </a:lnTo>
                    <a:lnTo>
                      <a:pt x="266" y="232"/>
                    </a:lnTo>
                    <a:lnTo>
                      <a:pt x="262" y="232"/>
                    </a:lnTo>
                    <a:lnTo>
                      <a:pt x="258" y="232"/>
                    </a:lnTo>
                    <a:lnTo>
                      <a:pt x="254" y="236"/>
                    </a:lnTo>
                    <a:lnTo>
                      <a:pt x="246" y="236"/>
                    </a:lnTo>
                    <a:lnTo>
                      <a:pt x="244" y="236"/>
                    </a:lnTo>
                    <a:lnTo>
                      <a:pt x="240" y="236"/>
                    </a:lnTo>
                    <a:lnTo>
                      <a:pt x="240" y="240"/>
                    </a:lnTo>
                    <a:lnTo>
                      <a:pt x="240" y="244"/>
                    </a:lnTo>
                    <a:lnTo>
                      <a:pt x="236" y="244"/>
                    </a:lnTo>
                    <a:lnTo>
                      <a:pt x="236" y="246"/>
                    </a:lnTo>
                    <a:lnTo>
                      <a:pt x="232" y="250"/>
                    </a:lnTo>
                    <a:lnTo>
                      <a:pt x="232" y="254"/>
                    </a:lnTo>
                    <a:lnTo>
                      <a:pt x="236" y="258"/>
                    </a:lnTo>
                    <a:lnTo>
                      <a:pt x="236" y="262"/>
                    </a:lnTo>
                    <a:lnTo>
                      <a:pt x="236" y="266"/>
                    </a:lnTo>
                    <a:lnTo>
                      <a:pt x="236" y="270"/>
                    </a:lnTo>
                    <a:lnTo>
                      <a:pt x="236" y="272"/>
                    </a:lnTo>
                    <a:lnTo>
                      <a:pt x="236" y="276"/>
                    </a:lnTo>
                    <a:lnTo>
                      <a:pt x="232" y="276"/>
                    </a:lnTo>
                    <a:lnTo>
                      <a:pt x="232" y="280"/>
                    </a:lnTo>
                    <a:lnTo>
                      <a:pt x="232" y="284"/>
                    </a:lnTo>
                    <a:lnTo>
                      <a:pt x="232" y="288"/>
                    </a:lnTo>
                    <a:lnTo>
                      <a:pt x="232" y="292"/>
                    </a:lnTo>
                    <a:lnTo>
                      <a:pt x="232" y="296"/>
                    </a:lnTo>
                    <a:lnTo>
                      <a:pt x="236" y="296"/>
                    </a:lnTo>
                    <a:lnTo>
                      <a:pt x="236" y="300"/>
                    </a:lnTo>
                    <a:lnTo>
                      <a:pt x="240" y="302"/>
                    </a:lnTo>
                    <a:lnTo>
                      <a:pt x="244" y="302"/>
                    </a:lnTo>
                    <a:lnTo>
                      <a:pt x="246" y="306"/>
                    </a:lnTo>
                    <a:lnTo>
                      <a:pt x="246" y="302"/>
                    </a:lnTo>
                    <a:lnTo>
                      <a:pt x="250" y="300"/>
                    </a:lnTo>
                    <a:lnTo>
                      <a:pt x="250" y="302"/>
                    </a:lnTo>
                    <a:lnTo>
                      <a:pt x="250" y="306"/>
                    </a:lnTo>
                    <a:lnTo>
                      <a:pt x="250" y="310"/>
                    </a:lnTo>
                    <a:lnTo>
                      <a:pt x="250" y="318"/>
                    </a:lnTo>
                    <a:lnTo>
                      <a:pt x="250" y="322"/>
                    </a:lnTo>
                    <a:lnTo>
                      <a:pt x="246" y="322"/>
                    </a:lnTo>
                    <a:lnTo>
                      <a:pt x="250" y="322"/>
                    </a:lnTo>
                    <a:lnTo>
                      <a:pt x="246" y="318"/>
                    </a:lnTo>
                    <a:lnTo>
                      <a:pt x="246" y="322"/>
                    </a:lnTo>
                    <a:lnTo>
                      <a:pt x="244" y="322"/>
                    </a:lnTo>
                    <a:lnTo>
                      <a:pt x="240" y="322"/>
                    </a:lnTo>
                    <a:lnTo>
                      <a:pt x="240" y="318"/>
                    </a:lnTo>
                    <a:lnTo>
                      <a:pt x="236" y="314"/>
                    </a:lnTo>
                    <a:lnTo>
                      <a:pt x="232" y="314"/>
                    </a:lnTo>
                    <a:lnTo>
                      <a:pt x="232" y="310"/>
                    </a:lnTo>
                    <a:lnTo>
                      <a:pt x="232" y="306"/>
                    </a:lnTo>
                    <a:lnTo>
                      <a:pt x="228" y="306"/>
                    </a:lnTo>
                    <a:lnTo>
                      <a:pt x="226" y="302"/>
                    </a:lnTo>
                    <a:lnTo>
                      <a:pt x="222" y="302"/>
                    </a:lnTo>
                    <a:lnTo>
                      <a:pt x="218" y="300"/>
                    </a:lnTo>
                    <a:lnTo>
                      <a:pt x="218" y="296"/>
                    </a:lnTo>
                    <a:lnTo>
                      <a:pt x="214" y="296"/>
                    </a:lnTo>
                    <a:lnTo>
                      <a:pt x="214" y="292"/>
                    </a:lnTo>
                    <a:lnTo>
                      <a:pt x="210" y="296"/>
                    </a:lnTo>
                    <a:lnTo>
                      <a:pt x="210" y="300"/>
                    </a:lnTo>
                    <a:lnTo>
                      <a:pt x="206" y="300"/>
                    </a:lnTo>
                    <a:lnTo>
                      <a:pt x="202" y="296"/>
                    </a:lnTo>
                    <a:lnTo>
                      <a:pt x="200" y="296"/>
                    </a:lnTo>
                    <a:lnTo>
                      <a:pt x="196" y="296"/>
                    </a:lnTo>
                    <a:lnTo>
                      <a:pt x="192" y="292"/>
                    </a:lnTo>
                    <a:lnTo>
                      <a:pt x="188" y="292"/>
                    </a:lnTo>
                    <a:lnTo>
                      <a:pt x="188" y="288"/>
                    </a:lnTo>
                    <a:lnTo>
                      <a:pt x="188" y="284"/>
                    </a:lnTo>
                    <a:lnTo>
                      <a:pt x="184" y="284"/>
                    </a:lnTo>
                    <a:lnTo>
                      <a:pt x="180" y="288"/>
                    </a:lnTo>
                    <a:lnTo>
                      <a:pt x="176" y="288"/>
                    </a:lnTo>
                    <a:lnTo>
                      <a:pt x="172" y="288"/>
                    </a:lnTo>
                    <a:lnTo>
                      <a:pt x="176" y="284"/>
                    </a:lnTo>
                    <a:lnTo>
                      <a:pt x="176" y="280"/>
                    </a:lnTo>
                    <a:lnTo>
                      <a:pt x="172" y="280"/>
                    </a:lnTo>
                    <a:lnTo>
                      <a:pt x="170" y="280"/>
                    </a:lnTo>
                    <a:lnTo>
                      <a:pt x="170" y="276"/>
                    </a:lnTo>
                    <a:lnTo>
                      <a:pt x="170" y="280"/>
                    </a:lnTo>
                    <a:lnTo>
                      <a:pt x="166" y="280"/>
                    </a:lnTo>
                    <a:lnTo>
                      <a:pt x="162" y="280"/>
                    </a:lnTo>
                    <a:lnTo>
                      <a:pt x="158" y="280"/>
                    </a:lnTo>
                    <a:lnTo>
                      <a:pt x="154" y="280"/>
                    </a:lnTo>
                    <a:lnTo>
                      <a:pt x="150" y="280"/>
                    </a:lnTo>
                    <a:lnTo>
                      <a:pt x="146" y="280"/>
                    </a:lnTo>
                    <a:lnTo>
                      <a:pt x="146" y="284"/>
                    </a:lnTo>
                    <a:lnTo>
                      <a:pt x="142" y="284"/>
                    </a:lnTo>
                    <a:lnTo>
                      <a:pt x="142" y="280"/>
                    </a:lnTo>
                    <a:lnTo>
                      <a:pt x="142" y="276"/>
                    </a:lnTo>
                    <a:lnTo>
                      <a:pt x="146" y="276"/>
                    </a:lnTo>
                    <a:lnTo>
                      <a:pt x="146" y="272"/>
                    </a:lnTo>
                    <a:lnTo>
                      <a:pt x="146" y="270"/>
                    </a:lnTo>
                    <a:lnTo>
                      <a:pt x="142" y="266"/>
                    </a:lnTo>
                    <a:lnTo>
                      <a:pt x="142" y="262"/>
                    </a:lnTo>
                    <a:lnTo>
                      <a:pt x="140" y="258"/>
                    </a:lnTo>
                    <a:lnTo>
                      <a:pt x="140" y="254"/>
                    </a:lnTo>
                    <a:lnTo>
                      <a:pt x="140" y="250"/>
                    </a:lnTo>
                    <a:lnTo>
                      <a:pt x="140" y="246"/>
                    </a:lnTo>
                    <a:lnTo>
                      <a:pt x="140" y="244"/>
                    </a:lnTo>
                    <a:lnTo>
                      <a:pt x="140" y="240"/>
                    </a:lnTo>
                    <a:lnTo>
                      <a:pt x="140" y="236"/>
                    </a:lnTo>
                    <a:lnTo>
                      <a:pt x="140" y="232"/>
                    </a:lnTo>
                    <a:lnTo>
                      <a:pt x="140" y="228"/>
                    </a:lnTo>
                    <a:lnTo>
                      <a:pt x="140" y="224"/>
                    </a:lnTo>
                    <a:lnTo>
                      <a:pt x="140" y="220"/>
                    </a:lnTo>
                    <a:lnTo>
                      <a:pt x="140" y="216"/>
                    </a:lnTo>
                    <a:lnTo>
                      <a:pt x="136" y="216"/>
                    </a:lnTo>
                    <a:lnTo>
                      <a:pt x="128" y="216"/>
                    </a:lnTo>
                    <a:lnTo>
                      <a:pt x="120" y="216"/>
                    </a:lnTo>
                    <a:lnTo>
                      <a:pt x="120" y="214"/>
                    </a:lnTo>
                    <a:lnTo>
                      <a:pt x="120" y="210"/>
                    </a:lnTo>
                    <a:lnTo>
                      <a:pt x="116" y="210"/>
                    </a:lnTo>
                    <a:lnTo>
                      <a:pt x="116" y="214"/>
                    </a:lnTo>
                    <a:lnTo>
                      <a:pt x="114" y="214"/>
                    </a:lnTo>
                    <a:lnTo>
                      <a:pt x="106" y="214"/>
                    </a:lnTo>
                    <a:lnTo>
                      <a:pt x="106" y="216"/>
                    </a:lnTo>
                    <a:lnTo>
                      <a:pt x="106" y="220"/>
                    </a:lnTo>
                    <a:lnTo>
                      <a:pt x="106" y="224"/>
                    </a:lnTo>
                    <a:lnTo>
                      <a:pt x="102" y="224"/>
                    </a:lnTo>
                    <a:lnTo>
                      <a:pt x="102" y="228"/>
                    </a:lnTo>
                    <a:lnTo>
                      <a:pt x="106" y="228"/>
                    </a:lnTo>
                    <a:lnTo>
                      <a:pt x="98" y="228"/>
                    </a:lnTo>
                    <a:lnTo>
                      <a:pt x="94" y="228"/>
                    </a:lnTo>
                    <a:lnTo>
                      <a:pt x="90" y="228"/>
                    </a:lnTo>
                    <a:lnTo>
                      <a:pt x="86" y="228"/>
                    </a:lnTo>
                    <a:lnTo>
                      <a:pt x="86" y="232"/>
                    </a:lnTo>
                    <a:lnTo>
                      <a:pt x="84" y="232"/>
                    </a:lnTo>
                    <a:lnTo>
                      <a:pt x="84" y="228"/>
                    </a:lnTo>
                    <a:lnTo>
                      <a:pt x="80" y="232"/>
                    </a:lnTo>
                    <a:lnTo>
                      <a:pt x="80" y="228"/>
                    </a:lnTo>
                    <a:lnTo>
                      <a:pt x="76" y="228"/>
                    </a:lnTo>
                    <a:lnTo>
                      <a:pt x="76" y="224"/>
                    </a:lnTo>
                    <a:lnTo>
                      <a:pt x="72" y="220"/>
                    </a:lnTo>
                    <a:lnTo>
                      <a:pt x="72" y="216"/>
                    </a:lnTo>
                    <a:lnTo>
                      <a:pt x="68" y="216"/>
                    </a:lnTo>
                    <a:lnTo>
                      <a:pt x="68" y="214"/>
                    </a:lnTo>
                    <a:lnTo>
                      <a:pt x="68" y="210"/>
                    </a:lnTo>
                    <a:lnTo>
                      <a:pt x="68" y="206"/>
                    </a:lnTo>
                    <a:lnTo>
                      <a:pt x="64" y="202"/>
                    </a:lnTo>
                    <a:lnTo>
                      <a:pt x="64" y="198"/>
                    </a:lnTo>
                    <a:lnTo>
                      <a:pt x="64" y="194"/>
                    </a:lnTo>
                    <a:lnTo>
                      <a:pt x="64" y="190"/>
                    </a:lnTo>
                    <a:lnTo>
                      <a:pt x="60" y="190"/>
                    </a:lnTo>
                    <a:lnTo>
                      <a:pt x="56" y="190"/>
                    </a:lnTo>
                    <a:lnTo>
                      <a:pt x="56" y="190"/>
                    </a:lnTo>
                    <a:lnTo>
                      <a:pt x="56" y="1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6" name="Freeform 140"/>
              <p:cNvSpPr>
                <a:spLocks noEditPoints="1"/>
              </p:cNvSpPr>
              <p:nvPr/>
            </p:nvSpPr>
            <p:spPr bwMode="gray">
              <a:xfrm>
                <a:off x="4584285" y="4199666"/>
                <a:ext cx="156534" cy="194796"/>
              </a:xfrm>
              <a:custGeom>
                <a:avLst/>
                <a:gdLst>
                  <a:gd name="T0" fmla="*/ 46 w 90"/>
                  <a:gd name="T1" fmla="*/ 96 h 112"/>
                  <a:gd name="T2" fmla="*/ 52 w 90"/>
                  <a:gd name="T3" fmla="*/ 96 h 112"/>
                  <a:gd name="T4" fmla="*/ 46 w 90"/>
                  <a:gd name="T5" fmla="*/ 96 h 112"/>
                  <a:gd name="T6" fmla="*/ 34 w 90"/>
                  <a:gd name="T7" fmla="*/ 100 h 112"/>
                  <a:gd name="T8" fmla="*/ 30 w 90"/>
                  <a:gd name="T9" fmla="*/ 104 h 112"/>
                  <a:gd name="T10" fmla="*/ 24 w 90"/>
                  <a:gd name="T11" fmla="*/ 108 h 112"/>
                  <a:gd name="T12" fmla="*/ 20 w 90"/>
                  <a:gd name="T13" fmla="*/ 112 h 112"/>
                  <a:gd name="T14" fmla="*/ 16 w 90"/>
                  <a:gd name="T15" fmla="*/ 104 h 112"/>
                  <a:gd name="T16" fmla="*/ 20 w 90"/>
                  <a:gd name="T17" fmla="*/ 92 h 112"/>
                  <a:gd name="T18" fmla="*/ 20 w 90"/>
                  <a:gd name="T19" fmla="*/ 86 h 112"/>
                  <a:gd name="T20" fmla="*/ 16 w 90"/>
                  <a:gd name="T21" fmla="*/ 82 h 112"/>
                  <a:gd name="T22" fmla="*/ 12 w 90"/>
                  <a:gd name="T23" fmla="*/ 78 h 112"/>
                  <a:gd name="T24" fmla="*/ 0 w 90"/>
                  <a:gd name="T25" fmla="*/ 74 h 112"/>
                  <a:gd name="T26" fmla="*/ 4 w 90"/>
                  <a:gd name="T27" fmla="*/ 70 h 112"/>
                  <a:gd name="T28" fmla="*/ 4 w 90"/>
                  <a:gd name="T29" fmla="*/ 66 h 112"/>
                  <a:gd name="T30" fmla="*/ 4 w 90"/>
                  <a:gd name="T31" fmla="*/ 56 h 112"/>
                  <a:gd name="T32" fmla="*/ 8 w 90"/>
                  <a:gd name="T33" fmla="*/ 56 h 112"/>
                  <a:gd name="T34" fmla="*/ 8 w 90"/>
                  <a:gd name="T35" fmla="*/ 48 h 112"/>
                  <a:gd name="T36" fmla="*/ 8 w 90"/>
                  <a:gd name="T37" fmla="*/ 44 h 112"/>
                  <a:gd name="T38" fmla="*/ 12 w 90"/>
                  <a:gd name="T39" fmla="*/ 36 h 112"/>
                  <a:gd name="T40" fmla="*/ 16 w 90"/>
                  <a:gd name="T41" fmla="*/ 40 h 112"/>
                  <a:gd name="T42" fmla="*/ 12 w 90"/>
                  <a:gd name="T43" fmla="*/ 34 h 112"/>
                  <a:gd name="T44" fmla="*/ 16 w 90"/>
                  <a:gd name="T45" fmla="*/ 30 h 112"/>
                  <a:gd name="T46" fmla="*/ 8 w 90"/>
                  <a:gd name="T47" fmla="*/ 22 h 112"/>
                  <a:gd name="T48" fmla="*/ 8 w 90"/>
                  <a:gd name="T49" fmla="*/ 14 h 112"/>
                  <a:gd name="T50" fmla="*/ 8 w 90"/>
                  <a:gd name="T51" fmla="*/ 10 h 112"/>
                  <a:gd name="T52" fmla="*/ 12 w 90"/>
                  <a:gd name="T53" fmla="*/ 8 h 112"/>
                  <a:gd name="T54" fmla="*/ 20 w 90"/>
                  <a:gd name="T55" fmla="*/ 8 h 112"/>
                  <a:gd name="T56" fmla="*/ 24 w 90"/>
                  <a:gd name="T57" fmla="*/ 10 h 112"/>
                  <a:gd name="T58" fmla="*/ 30 w 90"/>
                  <a:gd name="T59" fmla="*/ 8 h 112"/>
                  <a:gd name="T60" fmla="*/ 30 w 90"/>
                  <a:gd name="T61" fmla="*/ 4 h 112"/>
                  <a:gd name="T62" fmla="*/ 34 w 90"/>
                  <a:gd name="T63" fmla="*/ 4 h 112"/>
                  <a:gd name="T64" fmla="*/ 38 w 90"/>
                  <a:gd name="T65" fmla="*/ 8 h 112"/>
                  <a:gd name="T66" fmla="*/ 38 w 90"/>
                  <a:gd name="T67" fmla="*/ 10 h 112"/>
                  <a:gd name="T68" fmla="*/ 42 w 90"/>
                  <a:gd name="T69" fmla="*/ 8 h 112"/>
                  <a:gd name="T70" fmla="*/ 50 w 90"/>
                  <a:gd name="T71" fmla="*/ 8 h 112"/>
                  <a:gd name="T72" fmla="*/ 56 w 90"/>
                  <a:gd name="T73" fmla="*/ 14 h 112"/>
                  <a:gd name="T74" fmla="*/ 60 w 90"/>
                  <a:gd name="T75" fmla="*/ 18 h 112"/>
                  <a:gd name="T76" fmla="*/ 68 w 90"/>
                  <a:gd name="T77" fmla="*/ 14 h 112"/>
                  <a:gd name="T78" fmla="*/ 76 w 90"/>
                  <a:gd name="T79" fmla="*/ 14 h 112"/>
                  <a:gd name="T80" fmla="*/ 82 w 90"/>
                  <a:gd name="T81" fmla="*/ 22 h 112"/>
                  <a:gd name="T82" fmla="*/ 86 w 90"/>
                  <a:gd name="T83" fmla="*/ 26 h 112"/>
                  <a:gd name="T84" fmla="*/ 86 w 90"/>
                  <a:gd name="T85" fmla="*/ 34 h 112"/>
                  <a:gd name="T86" fmla="*/ 86 w 90"/>
                  <a:gd name="T87" fmla="*/ 44 h 112"/>
                  <a:gd name="T88" fmla="*/ 82 w 90"/>
                  <a:gd name="T89" fmla="*/ 60 h 112"/>
                  <a:gd name="T90" fmla="*/ 78 w 90"/>
                  <a:gd name="T91" fmla="*/ 70 h 112"/>
                  <a:gd name="T92" fmla="*/ 78 w 90"/>
                  <a:gd name="T93" fmla="*/ 78 h 112"/>
                  <a:gd name="T94" fmla="*/ 82 w 90"/>
                  <a:gd name="T95" fmla="*/ 88 h 112"/>
                  <a:gd name="T96" fmla="*/ 86 w 90"/>
                  <a:gd name="T97" fmla="*/ 96 h 112"/>
                  <a:gd name="T98" fmla="*/ 82 w 90"/>
                  <a:gd name="T99" fmla="*/ 96 h 112"/>
                  <a:gd name="T100" fmla="*/ 78 w 90"/>
                  <a:gd name="T101" fmla="*/ 92 h 112"/>
                  <a:gd name="T102" fmla="*/ 76 w 90"/>
                  <a:gd name="T103" fmla="*/ 96 h 112"/>
                  <a:gd name="T104" fmla="*/ 72 w 90"/>
                  <a:gd name="T105" fmla="*/ 96 h 112"/>
                  <a:gd name="T106" fmla="*/ 72 w 90"/>
                  <a:gd name="T107" fmla="*/ 92 h 112"/>
                  <a:gd name="T108" fmla="*/ 72 w 90"/>
                  <a:gd name="T109" fmla="*/ 92 h 112"/>
                  <a:gd name="T110" fmla="*/ 60 w 90"/>
                  <a:gd name="T111" fmla="*/ 92 h 112"/>
                  <a:gd name="T112" fmla="*/ 60 w 90"/>
                  <a:gd name="T113" fmla="*/ 96 h 112"/>
                  <a:gd name="T114" fmla="*/ 64 w 90"/>
                  <a:gd name="T115" fmla="*/ 92 h 112"/>
                  <a:gd name="T116" fmla="*/ 56 w 90"/>
                  <a:gd name="T117" fmla="*/ 96 h 112"/>
                  <a:gd name="T118" fmla="*/ 52 w 90"/>
                  <a:gd name="T119" fmla="*/ 96 h 112"/>
                  <a:gd name="T120" fmla="*/ 50 w 90"/>
                  <a:gd name="T121" fmla="*/ 96 h 112"/>
                  <a:gd name="T122" fmla="*/ 50 w 90"/>
                  <a:gd name="T123" fmla="*/ 96 h 112"/>
                  <a:gd name="T124" fmla="*/ 78 w 90"/>
                  <a:gd name="T125" fmla="*/ 96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0" h="112">
                    <a:moveTo>
                      <a:pt x="50" y="96"/>
                    </a:moveTo>
                    <a:lnTo>
                      <a:pt x="50" y="96"/>
                    </a:lnTo>
                    <a:lnTo>
                      <a:pt x="50" y="96"/>
                    </a:lnTo>
                    <a:lnTo>
                      <a:pt x="50" y="96"/>
                    </a:lnTo>
                    <a:lnTo>
                      <a:pt x="50" y="96"/>
                    </a:lnTo>
                    <a:lnTo>
                      <a:pt x="50" y="96"/>
                    </a:lnTo>
                    <a:lnTo>
                      <a:pt x="50" y="96"/>
                    </a:lnTo>
                    <a:lnTo>
                      <a:pt x="46" y="96"/>
                    </a:lnTo>
                    <a:lnTo>
                      <a:pt x="50" y="96"/>
                    </a:lnTo>
                    <a:lnTo>
                      <a:pt x="50" y="96"/>
                    </a:lnTo>
                    <a:lnTo>
                      <a:pt x="50" y="96"/>
                    </a:lnTo>
                    <a:lnTo>
                      <a:pt x="50" y="96"/>
                    </a:lnTo>
                    <a:lnTo>
                      <a:pt x="50" y="96"/>
                    </a:lnTo>
                    <a:lnTo>
                      <a:pt x="52" y="96"/>
                    </a:lnTo>
                    <a:lnTo>
                      <a:pt x="52" y="96"/>
                    </a:lnTo>
                    <a:lnTo>
                      <a:pt x="52" y="96"/>
                    </a:lnTo>
                    <a:lnTo>
                      <a:pt x="52" y="96"/>
                    </a:lnTo>
                    <a:lnTo>
                      <a:pt x="52" y="96"/>
                    </a:lnTo>
                    <a:lnTo>
                      <a:pt x="52" y="96"/>
                    </a:lnTo>
                    <a:lnTo>
                      <a:pt x="50" y="96"/>
                    </a:lnTo>
                    <a:lnTo>
                      <a:pt x="50" y="96"/>
                    </a:lnTo>
                    <a:lnTo>
                      <a:pt x="50" y="96"/>
                    </a:lnTo>
                    <a:lnTo>
                      <a:pt x="46" y="96"/>
                    </a:lnTo>
                    <a:lnTo>
                      <a:pt x="46" y="96"/>
                    </a:lnTo>
                    <a:lnTo>
                      <a:pt x="42" y="96"/>
                    </a:lnTo>
                    <a:lnTo>
                      <a:pt x="42" y="96"/>
                    </a:lnTo>
                    <a:lnTo>
                      <a:pt x="42" y="96"/>
                    </a:lnTo>
                    <a:lnTo>
                      <a:pt x="38" y="100"/>
                    </a:lnTo>
                    <a:lnTo>
                      <a:pt x="38" y="100"/>
                    </a:lnTo>
                    <a:lnTo>
                      <a:pt x="38" y="100"/>
                    </a:lnTo>
                    <a:lnTo>
                      <a:pt x="34" y="100"/>
                    </a:lnTo>
                    <a:lnTo>
                      <a:pt x="34" y="100"/>
                    </a:lnTo>
                    <a:lnTo>
                      <a:pt x="34" y="100"/>
                    </a:lnTo>
                    <a:lnTo>
                      <a:pt x="34" y="100"/>
                    </a:lnTo>
                    <a:lnTo>
                      <a:pt x="34" y="100"/>
                    </a:lnTo>
                    <a:lnTo>
                      <a:pt x="30" y="104"/>
                    </a:lnTo>
                    <a:lnTo>
                      <a:pt x="30" y="104"/>
                    </a:lnTo>
                    <a:lnTo>
                      <a:pt x="30" y="104"/>
                    </a:lnTo>
                    <a:lnTo>
                      <a:pt x="30" y="104"/>
                    </a:lnTo>
                    <a:lnTo>
                      <a:pt x="30" y="104"/>
                    </a:lnTo>
                    <a:lnTo>
                      <a:pt x="26" y="104"/>
                    </a:lnTo>
                    <a:lnTo>
                      <a:pt x="26" y="104"/>
                    </a:lnTo>
                    <a:lnTo>
                      <a:pt x="26" y="104"/>
                    </a:lnTo>
                    <a:lnTo>
                      <a:pt x="26" y="104"/>
                    </a:lnTo>
                    <a:lnTo>
                      <a:pt x="26" y="104"/>
                    </a:lnTo>
                    <a:lnTo>
                      <a:pt x="26" y="104"/>
                    </a:lnTo>
                    <a:lnTo>
                      <a:pt x="24" y="108"/>
                    </a:lnTo>
                    <a:lnTo>
                      <a:pt x="24" y="108"/>
                    </a:lnTo>
                    <a:lnTo>
                      <a:pt x="24" y="108"/>
                    </a:lnTo>
                    <a:lnTo>
                      <a:pt x="24" y="108"/>
                    </a:lnTo>
                    <a:lnTo>
                      <a:pt x="24" y="108"/>
                    </a:lnTo>
                    <a:lnTo>
                      <a:pt x="20" y="108"/>
                    </a:lnTo>
                    <a:lnTo>
                      <a:pt x="20" y="108"/>
                    </a:lnTo>
                    <a:lnTo>
                      <a:pt x="20" y="112"/>
                    </a:lnTo>
                    <a:lnTo>
                      <a:pt x="20" y="112"/>
                    </a:lnTo>
                    <a:lnTo>
                      <a:pt x="20" y="112"/>
                    </a:lnTo>
                    <a:lnTo>
                      <a:pt x="20" y="112"/>
                    </a:lnTo>
                    <a:lnTo>
                      <a:pt x="16" y="112"/>
                    </a:lnTo>
                    <a:lnTo>
                      <a:pt x="16" y="108"/>
                    </a:lnTo>
                    <a:lnTo>
                      <a:pt x="16" y="108"/>
                    </a:lnTo>
                    <a:lnTo>
                      <a:pt x="16" y="108"/>
                    </a:lnTo>
                    <a:lnTo>
                      <a:pt x="16" y="104"/>
                    </a:lnTo>
                    <a:lnTo>
                      <a:pt x="16" y="104"/>
                    </a:lnTo>
                    <a:lnTo>
                      <a:pt x="16" y="104"/>
                    </a:lnTo>
                    <a:lnTo>
                      <a:pt x="16" y="100"/>
                    </a:lnTo>
                    <a:lnTo>
                      <a:pt x="16" y="100"/>
                    </a:lnTo>
                    <a:lnTo>
                      <a:pt x="16" y="100"/>
                    </a:lnTo>
                    <a:lnTo>
                      <a:pt x="16" y="96"/>
                    </a:lnTo>
                    <a:lnTo>
                      <a:pt x="20" y="96"/>
                    </a:lnTo>
                    <a:lnTo>
                      <a:pt x="20" y="92"/>
                    </a:lnTo>
                    <a:lnTo>
                      <a:pt x="20" y="92"/>
                    </a:lnTo>
                    <a:lnTo>
                      <a:pt x="20" y="92"/>
                    </a:lnTo>
                    <a:lnTo>
                      <a:pt x="20" y="92"/>
                    </a:lnTo>
                    <a:lnTo>
                      <a:pt x="20" y="88"/>
                    </a:lnTo>
                    <a:lnTo>
                      <a:pt x="20" y="88"/>
                    </a:lnTo>
                    <a:lnTo>
                      <a:pt x="20" y="88"/>
                    </a:lnTo>
                    <a:lnTo>
                      <a:pt x="20" y="88"/>
                    </a:lnTo>
                    <a:lnTo>
                      <a:pt x="20" y="88"/>
                    </a:lnTo>
                    <a:lnTo>
                      <a:pt x="20" y="86"/>
                    </a:lnTo>
                    <a:lnTo>
                      <a:pt x="20" y="86"/>
                    </a:lnTo>
                    <a:lnTo>
                      <a:pt x="20" y="86"/>
                    </a:lnTo>
                    <a:lnTo>
                      <a:pt x="20" y="86"/>
                    </a:lnTo>
                    <a:lnTo>
                      <a:pt x="20" y="86"/>
                    </a:lnTo>
                    <a:lnTo>
                      <a:pt x="20" y="86"/>
                    </a:lnTo>
                    <a:lnTo>
                      <a:pt x="20" y="86"/>
                    </a:lnTo>
                    <a:lnTo>
                      <a:pt x="16" y="86"/>
                    </a:lnTo>
                    <a:lnTo>
                      <a:pt x="16" y="82"/>
                    </a:lnTo>
                    <a:lnTo>
                      <a:pt x="16" y="82"/>
                    </a:lnTo>
                    <a:lnTo>
                      <a:pt x="16" y="82"/>
                    </a:lnTo>
                    <a:lnTo>
                      <a:pt x="12" y="82"/>
                    </a:lnTo>
                    <a:lnTo>
                      <a:pt x="12" y="82"/>
                    </a:lnTo>
                    <a:lnTo>
                      <a:pt x="12" y="82"/>
                    </a:lnTo>
                    <a:lnTo>
                      <a:pt x="12" y="78"/>
                    </a:lnTo>
                    <a:lnTo>
                      <a:pt x="12" y="78"/>
                    </a:lnTo>
                    <a:lnTo>
                      <a:pt x="12" y="78"/>
                    </a:lnTo>
                    <a:lnTo>
                      <a:pt x="12" y="78"/>
                    </a:lnTo>
                    <a:lnTo>
                      <a:pt x="8" y="78"/>
                    </a:lnTo>
                    <a:lnTo>
                      <a:pt x="8" y="78"/>
                    </a:lnTo>
                    <a:lnTo>
                      <a:pt x="8" y="78"/>
                    </a:lnTo>
                    <a:lnTo>
                      <a:pt x="8" y="78"/>
                    </a:lnTo>
                    <a:lnTo>
                      <a:pt x="4" y="74"/>
                    </a:lnTo>
                    <a:lnTo>
                      <a:pt x="4" y="74"/>
                    </a:lnTo>
                    <a:lnTo>
                      <a:pt x="4" y="74"/>
                    </a:lnTo>
                    <a:lnTo>
                      <a:pt x="0" y="74"/>
                    </a:lnTo>
                    <a:lnTo>
                      <a:pt x="0" y="74"/>
                    </a:lnTo>
                    <a:lnTo>
                      <a:pt x="0" y="74"/>
                    </a:lnTo>
                    <a:lnTo>
                      <a:pt x="0" y="70"/>
                    </a:lnTo>
                    <a:lnTo>
                      <a:pt x="4" y="70"/>
                    </a:lnTo>
                    <a:lnTo>
                      <a:pt x="4" y="70"/>
                    </a:lnTo>
                    <a:lnTo>
                      <a:pt x="4" y="70"/>
                    </a:lnTo>
                    <a:lnTo>
                      <a:pt x="4" y="70"/>
                    </a:lnTo>
                    <a:lnTo>
                      <a:pt x="4" y="70"/>
                    </a:lnTo>
                    <a:lnTo>
                      <a:pt x="4" y="70"/>
                    </a:lnTo>
                    <a:lnTo>
                      <a:pt x="4" y="70"/>
                    </a:lnTo>
                    <a:lnTo>
                      <a:pt x="4" y="70"/>
                    </a:lnTo>
                    <a:lnTo>
                      <a:pt x="4" y="70"/>
                    </a:lnTo>
                    <a:lnTo>
                      <a:pt x="4" y="70"/>
                    </a:lnTo>
                    <a:lnTo>
                      <a:pt x="4" y="66"/>
                    </a:lnTo>
                    <a:lnTo>
                      <a:pt x="4" y="66"/>
                    </a:lnTo>
                    <a:lnTo>
                      <a:pt x="4" y="66"/>
                    </a:lnTo>
                    <a:lnTo>
                      <a:pt x="8" y="62"/>
                    </a:lnTo>
                    <a:lnTo>
                      <a:pt x="8" y="62"/>
                    </a:lnTo>
                    <a:lnTo>
                      <a:pt x="4" y="60"/>
                    </a:lnTo>
                    <a:lnTo>
                      <a:pt x="4" y="60"/>
                    </a:lnTo>
                    <a:lnTo>
                      <a:pt x="4" y="60"/>
                    </a:lnTo>
                    <a:lnTo>
                      <a:pt x="4" y="60"/>
                    </a:lnTo>
                    <a:lnTo>
                      <a:pt x="4" y="56"/>
                    </a:lnTo>
                    <a:lnTo>
                      <a:pt x="4" y="56"/>
                    </a:lnTo>
                    <a:lnTo>
                      <a:pt x="4" y="56"/>
                    </a:lnTo>
                    <a:lnTo>
                      <a:pt x="4" y="56"/>
                    </a:lnTo>
                    <a:lnTo>
                      <a:pt x="4" y="56"/>
                    </a:lnTo>
                    <a:lnTo>
                      <a:pt x="4" y="56"/>
                    </a:lnTo>
                    <a:lnTo>
                      <a:pt x="4" y="56"/>
                    </a:lnTo>
                    <a:lnTo>
                      <a:pt x="8" y="56"/>
                    </a:lnTo>
                    <a:lnTo>
                      <a:pt x="8" y="56"/>
                    </a:lnTo>
                    <a:lnTo>
                      <a:pt x="8" y="56"/>
                    </a:lnTo>
                    <a:lnTo>
                      <a:pt x="8" y="56"/>
                    </a:lnTo>
                    <a:lnTo>
                      <a:pt x="8" y="56"/>
                    </a:lnTo>
                    <a:lnTo>
                      <a:pt x="8" y="52"/>
                    </a:lnTo>
                    <a:lnTo>
                      <a:pt x="8" y="52"/>
                    </a:lnTo>
                    <a:lnTo>
                      <a:pt x="8" y="52"/>
                    </a:lnTo>
                    <a:lnTo>
                      <a:pt x="8" y="48"/>
                    </a:lnTo>
                    <a:lnTo>
                      <a:pt x="8" y="48"/>
                    </a:lnTo>
                    <a:lnTo>
                      <a:pt x="8" y="48"/>
                    </a:lnTo>
                    <a:lnTo>
                      <a:pt x="8" y="48"/>
                    </a:lnTo>
                    <a:lnTo>
                      <a:pt x="8" y="48"/>
                    </a:lnTo>
                    <a:lnTo>
                      <a:pt x="12" y="48"/>
                    </a:lnTo>
                    <a:lnTo>
                      <a:pt x="12" y="48"/>
                    </a:lnTo>
                    <a:lnTo>
                      <a:pt x="12" y="48"/>
                    </a:lnTo>
                    <a:lnTo>
                      <a:pt x="12" y="44"/>
                    </a:lnTo>
                    <a:lnTo>
                      <a:pt x="12" y="44"/>
                    </a:lnTo>
                    <a:lnTo>
                      <a:pt x="8" y="44"/>
                    </a:lnTo>
                    <a:lnTo>
                      <a:pt x="8" y="44"/>
                    </a:lnTo>
                    <a:lnTo>
                      <a:pt x="8" y="44"/>
                    </a:lnTo>
                    <a:lnTo>
                      <a:pt x="8" y="44"/>
                    </a:lnTo>
                    <a:lnTo>
                      <a:pt x="8" y="44"/>
                    </a:lnTo>
                    <a:lnTo>
                      <a:pt x="8" y="40"/>
                    </a:lnTo>
                    <a:lnTo>
                      <a:pt x="8" y="40"/>
                    </a:lnTo>
                    <a:lnTo>
                      <a:pt x="8" y="36"/>
                    </a:lnTo>
                    <a:lnTo>
                      <a:pt x="12" y="36"/>
                    </a:lnTo>
                    <a:lnTo>
                      <a:pt x="12" y="40"/>
                    </a:lnTo>
                    <a:lnTo>
                      <a:pt x="12" y="40"/>
                    </a:lnTo>
                    <a:lnTo>
                      <a:pt x="16" y="40"/>
                    </a:lnTo>
                    <a:lnTo>
                      <a:pt x="16" y="40"/>
                    </a:lnTo>
                    <a:lnTo>
                      <a:pt x="16" y="40"/>
                    </a:lnTo>
                    <a:lnTo>
                      <a:pt x="16" y="40"/>
                    </a:lnTo>
                    <a:lnTo>
                      <a:pt x="16" y="40"/>
                    </a:lnTo>
                    <a:lnTo>
                      <a:pt x="16" y="40"/>
                    </a:lnTo>
                    <a:lnTo>
                      <a:pt x="16" y="36"/>
                    </a:lnTo>
                    <a:lnTo>
                      <a:pt x="16" y="36"/>
                    </a:lnTo>
                    <a:lnTo>
                      <a:pt x="16" y="34"/>
                    </a:lnTo>
                    <a:lnTo>
                      <a:pt x="12" y="34"/>
                    </a:lnTo>
                    <a:lnTo>
                      <a:pt x="12" y="34"/>
                    </a:lnTo>
                    <a:lnTo>
                      <a:pt x="12" y="34"/>
                    </a:lnTo>
                    <a:lnTo>
                      <a:pt x="12" y="34"/>
                    </a:lnTo>
                    <a:lnTo>
                      <a:pt x="12" y="34"/>
                    </a:lnTo>
                    <a:lnTo>
                      <a:pt x="12" y="34"/>
                    </a:lnTo>
                    <a:lnTo>
                      <a:pt x="12" y="30"/>
                    </a:lnTo>
                    <a:lnTo>
                      <a:pt x="12" y="30"/>
                    </a:lnTo>
                    <a:lnTo>
                      <a:pt x="12" y="30"/>
                    </a:lnTo>
                    <a:lnTo>
                      <a:pt x="12" y="30"/>
                    </a:lnTo>
                    <a:lnTo>
                      <a:pt x="12" y="30"/>
                    </a:lnTo>
                    <a:lnTo>
                      <a:pt x="16" y="30"/>
                    </a:lnTo>
                    <a:lnTo>
                      <a:pt x="16" y="30"/>
                    </a:lnTo>
                    <a:lnTo>
                      <a:pt x="12" y="30"/>
                    </a:lnTo>
                    <a:lnTo>
                      <a:pt x="12" y="26"/>
                    </a:lnTo>
                    <a:lnTo>
                      <a:pt x="12" y="26"/>
                    </a:lnTo>
                    <a:lnTo>
                      <a:pt x="12" y="26"/>
                    </a:lnTo>
                    <a:lnTo>
                      <a:pt x="12" y="26"/>
                    </a:lnTo>
                    <a:lnTo>
                      <a:pt x="12" y="22"/>
                    </a:lnTo>
                    <a:lnTo>
                      <a:pt x="12" y="22"/>
                    </a:lnTo>
                    <a:lnTo>
                      <a:pt x="8" y="22"/>
                    </a:lnTo>
                    <a:lnTo>
                      <a:pt x="8" y="22"/>
                    </a:lnTo>
                    <a:lnTo>
                      <a:pt x="8" y="22"/>
                    </a:lnTo>
                    <a:lnTo>
                      <a:pt x="8" y="22"/>
                    </a:lnTo>
                    <a:lnTo>
                      <a:pt x="8" y="22"/>
                    </a:lnTo>
                    <a:lnTo>
                      <a:pt x="8" y="22"/>
                    </a:lnTo>
                    <a:lnTo>
                      <a:pt x="8" y="18"/>
                    </a:lnTo>
                    <a:lnTo>
                      <a:pt x="8" y="14"/>
                    </a:lnTo>
                    <a:lnTo>
                      <a:pt x="8" y="14"/>
                    </a:lnTo>
                    <a:lnTo>
                      <a:pt x="8" y="14"/>
                    </a:lnTo>
                    <a:lnTo>
                      <a:pt x="8" y="14"/>
                    </a:lnTo>
                    <a:lnTo>
                      <a:pt x="8" y="14"/>
                    </a:lnTo>
                    <a:lnTo>
                      <a:pt x="8" y="14"/>
                    </a:lnTo>
                    <a:lnTo>
                      <a:pt x="8" y="14"/>
                    </a:lnTo>
                    <a:lnTo>
                      <a:pt x="8" y="10"/>
                    </a:lnTo>
                    <a:lnTo>
                      <a:pt x="8" y="10"/>
                    </a:lnTo>
                    <a:lnTo>
                      <a:pt x="8" y="10"/>
                    </a:lnTo>
                    <a:lnTo>
                      <a:pt x="12" y="10"/>
                    </a:lnTo>
                    <a:lnTo>
                      <a:pt x="12" y="10"/>
                    </a:lnTo>
                    <a:lnTo>
                      <a:pt x="12" y="10"/>
                    </a:lnTo>
                    <a:lnTo>
                      <a:pt x="12" y="10"/>
                    </a:lnTo>
                    <a:lnTo>
                      <a:pt x="12" y="10"/>
                    </a:lnTo>
                    <a:lnTo>
                      <a:pt x="12" y="10"/>
                    </a:lnTo>
                    <a:lnTo>
                      <a:pt x="12" y="10"/>
                    </a:lnTo>
                    <a:lnTo>
                      <a:pt x="12" y="8"/>
                    </a:lnTo>
                    <a:lnTo>
                      <a:pt x="16" y="8"/>
                    </a:lnTo>
                    <a:lnTo>
                      <a:pt x="16" y="8"/>
                    </a:lnTo>
                    <a:lnTo>
                      <a:pt x="16" y="8"/>
                    </a:lnTo>
                    <a:lnTo>
                      <a:pt x="16" y="8"/>
                    </a:lnTo>
                    <a:lnTo>
                      <a:pt x="16" y="8"/>
                    </a:lnTo>
                    <a:lnTo>
                      <a:pt x="20" y="8"/>
                    </a:lnTo>
                    <a:lnTo>
                      <a:pt x="20" y="8"/>
                    </a:lnTo>
                    <a:lnTo>
                      <a:pt x="20" y="8"/>
                    </a:lnTo>
                    <a:lnTo>
                      <a:pt x="20" y="8"/>
                    </a:lnTo>
                    <a:lnTo>
                      <a:pt x="24" y="8"/>
                    </a:lnTo>
                    <a:lnTo>
                      <a:pt x="24" y="10"/>
                    </a:lnTo>
                    <a:lnTo>
                      <a:pt x="24" y="10"/>
                    </a:lnTo>
                    <a:lnTo>
                      <a:pt x="24" y="10"/>
                    </a:lnTo>
                    <a:lnTo>
                      <a:pt x="24" y="10"/>
                    </a:lnTo>
                    <a:lnTo>
                      <a:pt x="24" y="10"/>
                    </a:lnTo>
                    <a:lnTo>
                      <a:pt x="24" y="10"/>
                    </a:lnTo>
                    <a:lnTo>
                      <a:pt x="26" y="10"/>
                    </a:lnTo>
                    <a:lnTo>
                      <a:pt x="26" y="10"/>
                    </a:lnTo>
                    <a:lnTo>
                      <a:pt x="26" y="10"/>
                    </a:lnTo>
                    <a:lnTo>
                      <a:pt x="26" y="10"/>
                    </a:lnTo>
                    <a:lnTo>
                      <a:pt x="26" y="8"/>
                    </a:lnTo>
                    <a:lnTo>
                      <a:pt x="26" y="8"/>
                    </a:lnTo>
                    <a:lnTo>
                      <a:pt x="26" y="8"/>
                    </a:lnTo>
                    <a:lnTo>
                      <a:pt x="30" y="8"/>
                    </a:lnTo>
                    <a:lnTo>
                      <a:pt x="30" y="8"/>
                    </a:lnTo>
                    <a:lnTo>
                      <a:pt x="30" y="8"/>
                    </a:lnTo>
                    <a:lnTo>
                      <a:pt x="30" y="8"/>
                    </a:lnTo>
                    <a:lnTo>
                      <a:pt x="30" y="4"/>
                    </a:lnTo>
                    <a:lnTo>
                      <a:pt x="30" y="4"/>
                    </a:lnTo>
                    <a:lnTo>
                      <a:pt x="30" y="4"/>
                    </a:lnTo>
                    <a:lnTo>
                      <a:pt x="30" y="4"/>
                    </a:lnTo>
                    <a:lnTo>
                      <a:pt x="30" y="4"/>
                    </a:lnTo>
                    <a:lnTo>
                      <a:pt x="30" y="4"/>
                    </a:lnTo>
                    <a:lnTo>
                      <a:pt x="30" y="4"/>
                    </a:lnTo>
                    <a:lnTo>
                      <a:pt x="30" y="4"/>
                    </a:lnTo>
                    <a:lnTo>
                      <a:pt x="30" y="4"/>
                    </a:lnTo>
                    <a:lnTo>
                      <a:pt x="30" y="4"/>
                    </a:lnTo>
                    <a:lnTo>
                      <a:pt x="34" y="4"/>
                    </a:lnTo>
                    <a:lnTo>
                      <a:pt x="34" y="4"/>
                    </a:lnTo>
                    <a:lnTo>
                      <a:pt x="34" y="4"/>
                    </a:lnTo>
                    <a:lnTo>
                      <a:pt x="34" y="0"/>
                    </a:lnTo>
                    <a:lnTo>
                      <a:pt x="34" y="0"/>
                    </a:lnTo>
                    <a:lnTo>
                      <a:pt x="34" y="0"/>
                    </a:lnTo>
                    <a:lnTo>
                      <a:pt x="38" y="4"/>
                    </a:lnTo>
                    <a:lnTo>
                      <a:pt x="34" y="4"/>
                    </a:lnTo>
                    <a:lnTo>
                      <a:pt x="38" y="4"/>
                    </a:lnTo>
                    <a:lnTo>
                      <a:pt x="38" y="8"/>
                    </a:lnTo>
                    <a:lnTo>
                      <a:pt x="38" y="8"/>
                    </a:lnTo>
                    <a:lnTo>
                      <a:pt x="38" y="8"/>
                    </a:lnTo>
                    <a:lnTo>
                      <a:pt x="34" y="8"/>
                    </a:lnTo>
                    <a:lnTo>
                      <a:pt x="38" y="10"/>
                    </a:lnTo>
                    <a:lnTo>
                      <a:pt x="38" y="10"/>
                    </a:lnTo>
                    <a:lnTo>
                      <a:pt x="38" y="10"/>
                    </a:lnTo>
                    <a:lnTo>
                      <a:pt x="38" y="10"/>
                    </a:lnTo>
                    <a:lnTo>
                      <a:pt x="38" y="10"/>
                    </a:lnTo>
                    <a:lnTo>
                      <a:pt x="38" y="10"/>
                    </a:lnTo>
                    <a:lnTo>
                      <a:pt x="38" y="8"/>
                    </a:lnTo>
                    <a:lnTo>
                      <a:pt x="38" y="8"/>
                    </a:lnTo>
                    <a:lnTo>
                      <a:pt x="42" y="8"/>
                    </a:lnTo>
                    <a:lnTo>
                      <a:pt x="42" y="8"/>
                    </a:lnTo>
                    <a:lnTo>
                      <a:pt x="42" y="8"/>
                    </a:lnTo>
                    <a:lnTo>
                      <a:pt x="42" y="8"/>
                    </a:lnTo>
                    <a:lnTo>
                      <a:pt x="42" y="8"/>
                    </a:lnTo>
                    <a:lnTo>
                      <a:pt x="42" y="8"/>
                    </a:lnTo>
                    <a:lnTo>
                      <a:pt x="42" y="8"/>
                    </a:lnTo>
                    <a:lnTo>
                      <a:pt x="46" y="4"/>
                    </a:lnTo>
                    <a:lnTo>
                      <a:pt x="46" y="8"/>
                    </a:lnTo>
                    <a:lnTo>
                      <a:pt x="46" y="8"/>
                    </a:lnTo>
                    <a:lnTo>
                      <a:pt x="46" y="8"/>
                    </a:lnTo>
                    <a:lnTo>
                      <a:pt x="46" y="8"/>
                    </a:lnTo>
                    <a:lnTo>
                      <a:pt x="50" y="8"/>
                    </a:lnTo>
                    <a:lnTo>
                      <a:pt x="50" y="8"/>
                    </a:lnTo>
                    <a:lnTo>
                      <a:pt x="50" y="8"/>
                    </a:lnTo>
                    <a:lnTo>
                      <a:pt x="50" y="8"/>
                    </a:lnTo>
                    <a:lnTo>
                      <a:pt x="50" y="8"/>
                    </a:lnTo>
                    <a:lnTo>
                      <a:pt x="52" y="8"/>
                    </a:lnTo>
                    <a:lnTo>
                      <a:pt x="52" y="10"/>
                    </a:lnTo>
                    <a:lnTo>
                      <a:pt x="52" y="14"/>
                    </a:lnTo>
                    <a:lnTo>
                      <a:pt x="56" y="14"/>
                    </a:lnTo>
                    <a:lnTo>
                      <a:pt x="56" y="14"/>
                    </a:lnTo>
                    <a:lnTo>
                      <a:pt x="56" y="18"/>
                    </a:lnTo>
                    <a:lnTo>
                      <a:pt x="56" y="18"/>
                    </a:lnTo>
                    <a:lnTo>
                      <a:pt x="56" y="18"/>
                    </a:lnTo>
                    <a:lnTo>
                      <a:pt x="56" y="18"/>
                    </a:lnTo>
                    <a:lnTo>
                      <a:pt x="56" y="18"/>
                    </a:lnTo>
                    <a:lnTo>
                      <a:pt x="60" y="18"/>
                    </a:lnTo>
                    <a:lnTo>
                      <a:pt x="60" y="18"/>
                    </a:lnTo>
                    <a:lnTo>
                      <a:pt x="60" y="18"/>
                    </a:lnTo>
                    <a:lnTo>
                      <a:pt x="64" y="18"/>
                    </a:lnTo>
                    <a:lnTo>
                      <a:pt x="64" y="18"/>
                    </a:lnTo>
                    <a:lnTo>
                      <a:pt x="64" y="18"/>
                    </a:lnTo>
                    <a:lnTo>
                      <a:pt x="64" y="18"/>
                    </a:lnTo>
                    <a:lnTo>
                      <a:pt x="64" y="18"/>
                    </a:lnTo>
                    <a:lnTo>
                      <a:pt x="64" y="18"/>
                    </a:lnTo>
                    <a:lnTo>
                      <a:pt x="64" y="14"/>
                    </a:lnTo>
                    <a:lnTo>
                      <a:pt x="68" y="14"/>
                    </a:lnTo>
                    <a:lnTo>
                      <a:pt x="68" y="14"/>
                    </a:lnTo>
                    <a:lnTo>
                      <a:pt x="68" y="14"/>
                    </a:lnTo>
                    <a:lnTo>
                      <a:pt x="68" y="14"/>
                    </a:lnTo>
                    <a:lnTo>
                      <a:pt x="68" y="14"/>
                    </a:lnTo>
                    <a:lnTo>
                      <a:pt x="72" y="14"/>
                    </a:lnTo>
                    <a:lnTo>
                      <a:pt x="72" y="14"/>
                    </a:lnTo>
                    <a:lnTo>
                      <a:pt x="72" y="14"/>
                    </a:lnTo>
                    <a:lnTo>
                      <a:pt x="76" y="14"/>
                    </a:lnTo>
                    <a:lnTo>
                      <a:pt x="78" y="14"/>
                    </a:lnTo>
                    <a:lnTo>
                      <a:pt x="78" y="14"/>
                    </a:lnTo>
                    <a:lnTo>
                      <a:pt x="82" y="18"/>
                    </a:lnTo>
                    <a:lnTo>
                      <a:pt x="82" y="18"/>
                    </a:lnTo>
                    <a:lnTo>
                      <a:pt x="82" y="18"/>
                    </a:lnTo>
                    <a:lnTo>
                      <a:pt x="82" y="22"/>
                    </a:lnTo>
                    <a:lnTo>
                      <a:pt x="82" y="22"/>
                    </a:lnTo>
                    <a:lnTo>
                      <a:pt x="82" y="22"/>
                    </a:lnTo>
                    <a:lnTo>
                      <a:pt x="82" y="22"/>
                    </a:lnTo>
                    <a:lnTo>
                      <a:pt x="86" y="22"/>
                    </a:lnTo>
                    <a:lnTo>
                      <a:pt x="86" y="22"/>
                    </a:lnTo>
                    <a:lnTo>
                      <a:pt x="86" y="22"/>
                    </a:lnTo>
                    <a:lnTo>
                      <a:pt x="86" y="22"/>
                    </a:lnTo>
                    <a:lnTo>
                      <a:pt x="86" y="22"/>
                    </a:lnTo>
                    <a:lnTo>
                      <a:pt x="86" y="26"/>
                    </a:lnTo>
                    <a:lnTo>
                      <a:pt x="86" y="26"/>
                    </a:lnTo>
                    <a:lnTo>
                      <a:pt x="86" y="30"/>
                    </a:lnTo>
                    <a:lnTo>
                      <a:pt x="86" y="30"/>
                    </a:lnTo>
                    <a:lnTo>
                      <a:pt x="86" y="30"/>
                    </a:lnTo>
                    <a:lnTo>
                      <a:pt x="86" y="30"/>
                    </a:lnTo>
                    <a:lnTo>
                      <a:pt x="86" y="34"/>
                    </a:lnTo>
                    <a:lnTo>
                      <a:pt x="86" y="34"/>
                    </a:lnTo>
                    <a:lnTo>
                      <a:pt x="86" y="34"/>
                    </a:lnTo>
                    <a:lnTo>
                      <a:pt x="86" y="34"/>
                    </a:lnTo>
                    <a:lnTo>
                      <a:pt x="86" y="34"/>
                    </a:lnTo>
                    <a:lnTo>
                      <a:pt x="86" y="34"/>
                    </a:lnTo>
                    <a:lnTo>
                      <a:pt x="86" y="36"/>
                    </a:lnTo>
                    <a:lnTo>
                      <a:pt x="86" y="36"/>
                    </a:lnTo>
                    <a:lnTo>
                      <a:pt x="90" y="44"/>
                    </a:lnTo>
                    <a:lnTo>
                      <a:pt x="90" y="44"/>
                    </a:lnTo>
                    <a:lnTo>
                      <a:pt x="86" y="44"/>
                    </a:lnTo>
                    <a:lnTo>
                      <a:pt x="86" y="44"/>
                    </a:lnTo>
                    <a:lnTo>
                      <a:pt x="86" y="48"/>
                    </a:lnTo>
                    <a:lnTo>
                      <a:pt x="82" y="48"/>
                    </a:lnTo>
                    <a:lnTo>
                      <a:pt x="82" y="48"/>
                    </a:lnTo>
                    <a:lnTo>
                      <a:pt x="82" y="52"/>
                    </a:lnTo>
                    <a:lnTo>
                      <a:pt x="82" y="52"/>
                    </a:lnTo>
                    <a:lnTo>
                      <a:pt x="82" y="56"/>
                    </a:lnTo>
                    <a:lnTo>
                      <a:pt x="82" y="56"/>
                    </a:lnTo>
                    <a:lnTo>
                      <a:pt x="82" y="60"/>
                    </a:lnTo>
                    <a:lnTo>
                      <a:pt x="82" y="62"/>
                    </a:lnTo>
                    <a:lnTo>
                      <a:pt x="78" y="62"/>
                    </a:lnTo>
                    <a:lnTo>
                      <a:pt x="78" y="62"/>
                    </a:lnTo>
                    <a:lnTo>
                      <a:pt x="78" y="66"/>
                    </a:lnTo>
                    <a:lnTo>
                      <a:pt x="78" y="70"/>
                    </a:lnTo>
                    <a:lnTo>
                      <a:pt x="78" y="70"/>
                    </a:lnTo>
                    <a:lnTo>
                      <a:pt x="78" y="70"/>
                    </a:lnTo>
                    <a:lnTo>
                      <a:pt x="78" y="70"/>
                    </a:lnTo>
                    <a:lnTo>
                      <a:pt x="78" y="70"/>
                    </a:lnTo>
                    <a:lnTo>
                      <a:pt x="78" y="74"/>
                    </a:lnTo>
                    <a:lnTo>
                      <a:pt x="78" y="78"/>
                    </a:lnTo>
                    <a:lnTo>
                      <a:pt x="78" y="78"/>
                    </a:lnTo>
                    <a:lnTo>
                      <a:pt x="78" y="78"/>
                    </a:lnTo>
                    <a:lnTo>
                      <a:pt x="78" y="78"/>
                    </a:lnTo>
                    <a:lnTo>
                      <a:pt x="78" y="78"/>
                    </a:lnTo>
                    <a:lnTo>
                      <a:pt x="78" y="78"/>
                    </a:lnTo>
                    <a:lnTo>
                      <a:pt x="78" y="82"/>
                    </a:lnTo>
                    <a:lnTo>
                      <a:pt x="82" y="86"/>
                    </a:lnTo>
                    <a:lnTo>
                      <a:pt x="82" y="86"/>
                    </a:lnTo>
                    <a:lnTo>
                      <a:pt x="82" y="88"/>
                    </a:lnTo>
                    <a:lnTo>
                      <a:pt x="82" y="88"/>
                    </a:lnTo>
                    <a:lnTo>
                      <a:pt x="82" y="88"/>
                    </a:lnTo>
                    <a:lnTo>
                      <a:pt x="82" y="88"/>
                    </a:lnTo>
                    <a:lnTo>
                      <a:pt x="82" y="88"/>
                    </a:lnTo>
                    <a:lnTo>
                      <a:pt x="82" y="88"/>
                    </a:lnTo>
                    <a:lnTo>
                      <a:pt x="86" y="88"/>
                    </a:lnTo>
                    <a:lnTo>
                      <a:pt x="86" y="92"/>
                    </a:lnTo>
                    <a:lnTo>
                      <a:pt x="82" y="92"/>
                    </a:lnTo>
                    <a:lnTo>
                      <a:pt x="82" y="92"/>
                    </a:lnTo>
                    <a:lnTo>
                      <a:pt x="86" y="96"/>
                    </a:lnTo>
                    <a:lnTo>
                      <a:pt x="86" y="96"/>
                    </a:lnTo>
                    <a:lnTo>
                      <a:pt x="86" y="96"/>
                    </a:lnTo>
                    <a:lnTo>
                      <a:pt x="86" y="96"/>
                    </a:lnTo>
                    <a:lnTo>
                      <a:pt x="86" y="96"/>
                    </a:lnTo>
                    <a:lnTo>
                      <a:pt x="82" y="96"/>
                    </a:lnTo>
                    <a:lnTo>
                      <a:pt x="82" y="96"/>
                    </a:lnTo>
                    <a:lnTo>
                      <a:pt x="82" y="96"/>
                    </a:lnTo>
                    <a:lnTo>
                      <a:pt x="82" y="96"/>
                    </a:lnTo>
                    <a:lnTo>
                      <a:pt x="82" y="96"/>
                    </a:lnTo>
                    <a:lnTo>
                      <a:pt x="82" y="96"/>
                    </a:lnTo>
                    <a:lnTo>
                      <a:pt x="82" y="96"/>
                    </a:lnTo>
                    <a:lnTo>
                      <a:pt x="82" y="96"/>
                    </a:lnTo>
                    <a:lnTo>
                      <a:pt x="78" y="96"/>
                    </a:lnTo>
                    <a:lnTo>
                      <a:pt x="78" y="96"/>
                    </a:lnTo>
                    <a:lnTo>
                      <a:pt x="78" y="96"/>
                    </a:lnTo>
                    <a:lnTo>
                      <a:pt x="78" y="92"/>
                    </a:lnTo>
                    <a:lnTo>
                      <a:pt x="78" y="92"/>
                    </a:lnTo>
                    <a:lnTo>
                      <a:pt x="78" y="92"/>
                    </a:lnTo>
                    <a:lnTo>
                      <a:pt x="78" y="92"/>
                    </a:lnTo>
                    <a:lnTo>
                      <a:pt x="78" y="92"/>
                    </a:lnTo>
                    <a:lnTo>
                      <a:pt x="78" y="92"/>
                    </a:lnTo>
                    <a:lnTo>
                      <a:pt x="78" y="92"/>
                    </a:lnTo>
                    <a:lnTo>
                      <a:pt x="78" y="96"/>
                    </a:lnTo>
                    <a:lnTo>
                      <a:pt x="78" y="96"/>
                    </a:lnTo>
                    <a:lnTo>
                      <a:pt x="76" y="96"/>
                    </a:lnTo>
                    <a:lnTo>
                      <a:pt x="76" y="96"/>
                    </a:lnTo>
                    <a:lnTo>
                      <a:pt x="76" y="96"/>
                    </a:lnTo>
                    <a:lnTo>
                      <a:pt x="76" y="96"/>
                    </a:lnTo>
                    <a:lnTo>
                      <a:pt x="76" y="96"/>
                    </a:lnTo>
                    <a:lnTo>
                      <a:pt x="76" y="96"/>
                    </a:lnTo>
                    <a:lnTo>
                      <a:pt x="76" y="96"/>
                    </a:lnTo>
                    <a:lnTo>
                      <a:pt x="72" y="96"/>
                    </a:lnTo>
                    <a:lnTo>
                      <a:pt x="72" y="96"/>
                    </a:lnTo>
                    <a:lnTo>
                      <a:pt x="72" y="96"/>
                    </a:lnTo>
                    <a:lnTo>
                      <a:pt x="68" y="96"/>
                    </a:lnTo>
                    <a:lnTo>
                      <a:pt x="68" y="92"/>
                    </a:lnTo>
                    <a:lnTo>
                      <a:pt x="68" y="92"/>
                    </a:lnTo>
                    <a:lnTo>
                      <a:pt x="68" y="92"/>
                    </a:lnTo>
                    <a:lnTo>
                      <a:pt x="68" y="92"/>
                    </a:lnTo>
                    <a:lnTo>
                      <a:pt x="68" y="92"/>
                    </a:lnTo>
                    <a:lnTo>
                      <a:pt x="72" y="92"/>
                    </a:lnTo>
                    <a:lnTo>
                      <a:pt x="72" y="92"/>
                    </a:lnTo>
                    <a:lnTo>
                      <a:pt x="72" y="92"/>
                    </a:lnTo>
                    <a:lnTo>
                      <a:pt x="72" y="92"/>
                    </a:lnTo>
                    <a:lnTo>
                      <a:pt x="72" y="92"/>
                    </a:lnTo>
                    <a:lnTo>
                      <a:pt x="72" y="92"/>
                    </a:lnTo>
                    <a:lnTo>
                      <a:pt x="72" y="92"/>
                    </a:lnTo>
                    <a:lnTo>
                      <a:pt x="72" y="92"/>
                    </a:lnTo>
                    <a:lnTo>
                      <a:pt x="72" y="92"/>
                    </a:lnTo>
                    <a:lnTo>
                      <a:pt x="72" y="92"/>
                    </a:lnTo>
                    <a:lnTo>
                      <a:pt x="68" y="92"/>
                    </a:lnTo>
                    <a:lnTo>
                      <a:pt x="68" y="92"/>
                    </a:lnTo>
                    <a:lnTo>
                      <a:pt x="68" y="92"/>
                    </a:lnTo>
                    <a:lnTo>
                      <a:pt x="64" y="92"/>
                    </a:lnTo>
                    <a:lnTo>
                      <a:pt x="60" y="92"/>
                    </a:lnTo>
                    <a:lnTo>
                      <a:pt x="60" y="92"/>
                    </a:lnTo>
                    <a:lnTo>
                      <a:pt x="60" y="92"/>
                    </a:lnTo>
                    <a:lnTo>
                      <a:pt x="60" y="92"/>
                    </a:lnTo>
                    <a:lnTo>
                      <a:pt x="56" y="96"/>
                    </a:lnTo>
                    <a:lnTo>
                      <a:pt x="56" y="96"/>
                    </a:lnTo>
                    <a:lnTo>
                      <a:pt x="56" y="96"/>
                    </a:lnTo>
                    <a:lnTo>
                      <a:pt x="56" y="96"/>
                    </a:lnTo>
                    <a:lnTo>
                      <a:pt x="56" y="96"/>
                    </a:lnTo>
                    <a:lnTo>
                      <a:pt x="56" y="96"/>
                    </a:lnTo>
                    <a:lnTo>
                      <a:pt x="56" y="96"/>
                    </a:lnTo>
                    <a:lnTo>
                      <a:pt x="60" y="96"/>
                    </a:lnTo>
                    <a:lnTo>
                      <a:pt x="60" y="96"/>
                    </a:lnTo>
                    <a:lnTo>
                      <a:pt x="60" y="96"/>
                    </a:lnTo>
                    <a:lnTo>
                      <a:pt x="60" y="96"/>
                    </a:lnTo>
                    <a:lnTo>
                      <a:pt x="60" y="96"/>
                    </a:lnTo>
                    <a:lnTo>
                      <a:pt x="64" y="92"/>
                    </a:lnTo>
                    <a:lnTo>
                      <a:pt x="64" y="92"/>
                    </a:lnTo>
                    <a:lnTo>
                      <a:pt x="64" y="92"/>
                    </a:lnTo>
                    <a:lnTo>
                      <a:pt x="64" y="92"/>
                    </a:lnTo>
                    <a:lnTo>
                      <a:pt x="64" y="92"/>
                    </a:lnTo>
                    <a:lnTo>
                      <a:pt x="68" y="92"/>
                    </a:lnTo>
                    <a:lnTo>
                      <a:pt x="68" y="96"/>
                    </a:lnTo>
                    <a:lnTo>
                      <a:pt x="64" y="96"/>
                    </a:lnTo>
                    <a:lnTo>
                      <a:pt x="64" y="96"/>
                    </a:lnTo>
                    <a:lnTo>
                      <a:pt x="64" y="96"/>
                    </a:lnTo>
                    <a:lnTo>
                      <a:pt x="60" y="96"/>
                    </a:lnTo>
                    <a:lnTo>
                      <a:pt x="56" y="96"/>
                    </a:lnTo>
                    <a:lnTo>
                      <a:pt x="56" y="96"/>
                    </a:lnTo>
                    <a:lnTo>
                      <a:pt x="56" y="96"/>
                    </a:lnTo>
                    <a:lnTo>
                      <a:pt x="56" y="96"/>
                    </a:lnTo>
                    <a:lnTo>
                      <a:pt x="56" y="96"/>
                    </a:lnTo>
                    <a:lnTo>
                      <a:pt x="56" y="96"/>
                    </a:lnTo>
                    <a:lnTo>
                      <a:pt x="56" y="96"/>
                    </a:lnTo>
                    <a:lnTo>
                      <a:pt x="56" y="96"/>
                    </a:lnTo>
                    <a:lnTo>
                      <a:pt x="52" y="96"/>
                    </a:lnTo>
                    <a:lnTo>
                      <a:pt x="52" y="96"/>
                    </a:lnTo>
                    <a:lnTo>
                      <a:pt x="52" y="96"/>
                    </a:lnTo>
                    <a:lnTo>
                      <a:pt x="52" y="96"/>
                    </a:lnTo>
                    <a:lnTo>
                      <a:pt x="52" y="96"/>
                    </a:lnTo>
                    <a:lnTo>
                      <a:pt x="52" y="96"/>
                    </a:lnTo>
                    <a:lnTo>
                      <a:pt x="52" y="96"/>
                    </a:lnTo>
                    <a:lnTo>
                      <a:pt x="52" y="96"/>
                    </a:lnTo>
                    <a:lnTo>
                      <a:pt x="50" y="96"/>
                    </a:lnTo>
                    <a:lnTo>
                      <a:pt x="50" y="96"/>
                    </a:lnTo>
                    <a:lnTo>
                      <a:pt x="50" y="96"/>
                    </a:lnTo>
                    <a:lnTo>
                      <a:pt x="50" y="96"/>
                    </a:lnTo>
                    <a:lnTo>
                      <a:pt x="50" y="96"/>
                    </a:lnTo>
                    <a:lnTo>
                      <a:pt x="50" y="96"/>
                    </a:lnTo>
                    <a:lnTo>
                      <a:pt x="50" y="96"/>
                    </a:lnTo>
                    <a:lnTo>
                      <a:pt x="50" y="96"/>
                    </a:lnTo>
                    <a:lnTo>
                      <a:pt x="50" y="96"/>
                    </a:lnTo>
                    <a:lnTo>
                      <a:pt x="50" y="96"/>
                    </a:lnTo>
                    <a:close/>
                    <a:moveTo>
                      <a:pt x="78" y="96"/>
                    </a:moveTo>
                    <a:lnTo>
                      <a:pt x="78" y="96"/>
                    </a:lnTo>
                    <a:lnTo>
                      <a:pt x="78" y="96"/>
                    </a:lnTo>
                    <a:lnTo>
                      <a:pt x="78" y="96"/>
                    </a:lnTo>
                    <a:lnTo>
                      <a:pt x="78" y="96"/>
                    </a:lnTo>
                    <a:lnTo>
                      <a:pt x="78" y="96"/>
                    </a:lnTo>
                    <a:lnTo>
                      <a:pt x="78" y="9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7" name="Freeform 141"/>
              <p:cNvSpPr>
                <a:spLocks/>
              </p:cNvSpPr>
              <p:nvPr/>
            </p:nvSpPr>
            <p:spPr bwMode="gray">
              <a:xfrm>
                <a:off x="5822642" y="4140530"/>
                <a:ext cx="48699" cy="52178"/>
              </a:xfrm>
              <a:custGeom>
                <a:avLst/>
                <a:gdLst>
                  <a:gd name="T0" fmla="*/ 24 w 28"/>
                  <a:gd name="T1" fmla="*/ 4 h 30"/>
                  <a:gd name="T2" fmla="*/ 28 w 28"/>
                  <a:gd name="T3" fmla="*/ 8 h 30"/>
                  <a:gd name="T4" fmla="*/ 28 w 28"/>
                  <a:gd name="T5" fmla="*/ 12 h 30"/>
                  <a:gd name="T6" fmla="*/ 28 w 28"/>
                  <a:gd name="T7" fmla="*/ 12 h 30"/>
                  <a:gd name="T8" fmla="*/ 24 w 28"/>
                  <a:gd name="T9" fmla="*/ 12 h 30"/>
                  <a:gd name="T10" fmla="*/ 24 w 28"/>
                  <a:gd name="T11" fmla="*/ 16 h 30"/>
                  <a:gd name="T12" fmla="*/ 24 w 28"/>
                  <a:gd name="T13" fmla="*/ 16 h 30"/>
                  <a:gd name="T14" fmla="*/ 20 w 28"/>
                  <a:gd name="T15" fmla="*/ 16 h 30"/>
                  <a:gd name="T16" fmla="*/ 20 w 28"/>
                  <a:gd name="T17" fmla="*/ 16 h 30"/>
                  <a:gd name="T18" fmla="*/ 20 w 28"/>
                  <a:gd name="T19" fmla="*/ 16 h 30"/>
                  <a:gd name="T20" fmla="*/ 16 w 28"/>
                  <a:gd name="T21" fmla="*/ 18 h 30"/>
                  <a:gd name="T22" fmla="*/ 16 w 28"/>
                  <a:gd name="T23" fmla="*/ 18 h 30"/>
                  <a:gd name="T24" fmla="*/ 16 w 28"/>
                  <a:gd name="T25" fmla="*/ 18 h 30"/>
                  <a:gd name="T26" fmla="*/ 12 w 28"/>
                  <a:gd name="T27" fmla="*/ 18 h 30"/>
                  <a:gd name="T28" fmla="*/ 12 w 28"/>
                  <a:gd name="T29" fmla="*/ 18 h 30"/>
                  <a:gd name="T30" fmla="*/ 16 w 28"/>
                  <a:gd name="T31" fmla="*/ 22 h 30"/>
                  <a:gd name="T32" fmla="*/ 16 w 28"/>
                  <a:gd name="T33" fmla="*/ 22 h 30"/>
                  <a:gd name="T34" fmla="*/ 16 w 28"/>
                  <a:gd name="T35" fmla="*/ 18 h 30"/>
                  <a:gd name="T36" fmla="*/ 20 w 28"/>
                  <a:gd name="T37" fmla="*/ 18 h 30"/>
                  <a:gd name="T38" fmla="*/ 20 w 28"/>
                  <a:gd name="T39" fmla="*/ 18 h 30"/>
                  <a:gd name="T40" fmla="*/ 20 w 28"/>
                  <a:gd name="T41" fmla="*/ 18 h 30"/>
                  <a:gd name="T42" fmla="*/ 20 w 28"/>
                  <a:gd name="T43" fmla="*/ 18 h 30"/>
                  <a:gd name="T44" fmla="*/ 24 w 28"/>
                  <a:gd name="T45" fmla="*/ 18 h 30"/>
                  <a:gd name="T46" fmla="*/ 24 w 28"/>
                  <a:gd name="T47" fmla="*/ 22 h 30"/>
                  <a:gd name="T48" fmla="*/ 24 w 28"/>
                  <a:gd name="T49" fmla="*/ 22 h 30"/>
                  <a:gd name="T50" fmla="*/ 24 w 28"/>
                  <a:gd name="T51" fmla="*/ 26 h 30"/>
                  <a:gd name="T52" fmla="*/ 20 w 28"/>
                  <a:gd name="T53" fmla="*/ 30 h 30"/>
                  <a:gd name="T54" fmla="*/ 20 w 28"/>
                  <a:gd name="T55" fmla="*/ 30 h 30"/>
                  <a:gd name="T56" fmla="*/ 16 w 28"/>
                  <a:gd name="T57" fmla="*/ 30 h 30"/>
                  <a:gd name="T58" fmla="*/ 16 w 28"/>
                  <a:gd name="T59" fmla="*/ 30 h 30"/>
                  <a:gd name="T60" fmla="*/ 16 w 28"/>
                  <a:gd name="T61" fmla="*/ 30 h 30"/>
                  <a:gd name="T62" fmla="*/ 16 w 28"/>
                  <a:gd name="T63" fmla="*/ 30 h 30"/>
                  <a:gd name="T64" fmla="*/ 12 w 28"/>
                  <a:gd name="T65" fmla="*/ 30 h 30"/>
                  <a:gd name="T66" fmla="*/ 8 w 28"/>
                  <a:gd name="T67" fmla="*/ 30 h 30"/>
                  <a:gd name="T68" fmla="*/ 8 w 28"/>
                  <a:gd name="T69" fmla="*/ 30 h 30"/>
                  <a:gd name="T70" fmla="*/ 4 w 28"/>
                  <a:gd name="T71" fmla="*/ 30 h 30"/>
                  <a:gd name="T72" fmla="*/ 4 w 28"/>
                  <a:gd name="T73" fmla="*/ 30 h 30"/>
                  <a:gd name="T74" fmla="*/ 4 w 28"/>
                  <a:gd name="T75" fmla="*/ 30 h 30"/>
                  <a:gd name="T76" fmla="*/ 4 w 28"/>
                  <a:gd name="T77" fmla="*/ 30 h 30"/>
                  <a:gd name="T78" fmla="*/ 4 w 28"/>
                  <a:gd name="T79" fmla="*/ 26 h 30"/>
                  <a:gd name="T80" fmla="*/ 4 w 28"/>
                  <a:gd name="T81" fmla="*/ 26 h 30"/>
                  <a:gd name="T82" fmla="*/ 0 w 28"/>
                  <a:gd name="T83" fmla="*/ 22 h 30"/>
                  <a:gd name="T84" fmla="*/ 4 w 28"/>
                  <a:gd name="T85" fmla="*/ 18 h 30"/>
                  <a:gd name="T86" fmla="*/ 4 w 28"/>
                  <a:gd name="T87" fmla="*/ 16 h 30"/>
                  <a:gd name="T88" fmla="*/ 8 w 28"/>
                  <a:gd name="T89" fmla="*/ 12 h 30"/>
                  <a:gd name="T90" fmla="*/ 8 w 28"/>
                  <a:gd name="T91" fmla="*/ 12 h 30"/>
                  <a:gd name="T92" fmla="*/ 8 w 28"/>
                  <a:gd name="T93" fmla="*/ 8 h 30"/>
                  <a:gd name="T94" fmla="*/ 12 w 28"/>
                  <a:gd name="T95" fmla="*/ 8 h 30"/>
                  <a:gd name="T96" fmla="*/ 12 w 28"/>
                  <a:gd name="T97" fmla="*/ 4 h 30"/>
                  <a:gd name="T98" fmla="*/ 12 w 28"/>
                  <a:gd name="T99" fmla="*/ 4 h 30"/>
                  <a:gd name="T100" fmla="*/ 12 w 28"/>
                  <a:gd name="T101" fmla="*/ 4 h 30"/>
                  <a:gd name="T102" fmla="*/ 16 w 28"/>
                  <a:gd name="T103" fmla="*/ 4 h 30"/>
                  <a:gd name="T104" fmla="*/ 16 w 28"/>
                  <a:gd name="T105" fmla="*/ 4 h 30"/>
                  <a:gd name="T106" fmla="*/ 16 w 28"/>
                  <a:gd name="T107" fmla="*/ 8 h 30"/>
                  <a:gd name="T108" fmla="*/ 16 w 28"/>
                  <a:gd name="T109" fmla="*/ 4 h 30"/>
                  <a:gd name="T110" fmla="*/ 20 w 28"/>
                  <a:gd name="T111" fmla="*/ 0 h 30"/>
                  <a:gd name="T112" fmla="*/ 24 w 28"/>
                  <a:gd name="T113" fmla="*/ 0 h 30"/>
                  <a:gd name="T114" fmla="*/ 24 w 28"/>
                  <a:gd name="T115" fmla="*/ 4 h 30"/>
                  <a:gd name="T116" fmla="*/ 24 w 28"/>
                  <a:gd name="T117" fmla="*/ 4 h 30"/>
                  <a:gd name="T118" fmla="*/ 24 w 28"/>
                  <a:gd name="T119" fmla="*/ 4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8" h="30">
                    <a:moveTo>
                      <a:pt x="24" y="4"/>
                    </a:moveTo>
                    <a:lnTo>
                      <a:pt x="24" y="4"/>
                    </a:lnTo>
                    <a:lnTo>
                      <a:pt x="28" y="8"/>
                    </a:lnTo>
                    <a:lnTo>
                      <a:pt x="28" y="8"/>
                    </a:lnTo>
                    <a:lnTo>
                      <a:pt x="28" y="8"/>
                    </a:lnTo>
                    <a:lnTo>
                      <a:pt x="28" y="12"/>
                    </a:lnTo>
                    <a:lnTo>
                      <a:pt x="28" y="12"/>
                    </a:lnTo>
                    <a:lnTo>
                      <a:pt x="28" y="12"/>
                    </a:lnTo>
                    <a:lnTo>
                      <a:pt x="28" y="12"/>
                    </a:lnTo>
                    <a:lnTo>
                      <a:pt x="24" y="12"/>
                    </a:lnTo>
                    <a:lnTo>
                      <a:pt x="24" y="16"/>
                    </a:lnTo>
                    <a:lnTo>
                      <a:pt x="24" y="16"/>
                    </a:lnTo>
                    <a:lnTo>
                      <a:pt x="24" y="16"/>
                    </a:lnTo>
                    <a:lnTo>
                      <a:pt x="24" y="16"/>
                    </a:lnTo>
                    <a:lnTo>
                      <a:pt x="24" y="16"/>
                    </a:lnTo>
                    <a:lnTo>
                      <a:pt x="20" y="16"/>
                    </a:lnTo>
                    <a:lnTo>
                      <a:pt x="20" y="16"/>
                    </a:lnTo>
                    <a:lnTo>
                      <a:pt x="20" y="16"/>
                    </a:lnTo>
                    <a:lnTo>
                      <a:pt x="20" y="16"/>
                    </a:lnTo>
                    <a:lnTo>
                      <a:pt x="20" y="16"/>
                    </a:lnTo>
                    <a:lnTo>
                      <a:pt x="16" y="18"/>
                    </a:lnTo>
                    <a:lnTo>
                      <a:pt x="16" y="18"/>
                    </a:lnTo>
                    <a:lnTo>
                      <a:pt x="16" y="18"/>
                    </a:lnTo>
                    <a:lnTo>
                      <a:pt x="16" y="18"/>
                    </a:lnTo>
                    <a:lnTo>
                      <a:pt x="16" y="18"/>
                    </a:lnTo>
                    <a:lnTo>
                      <a:pt x="16" y="18"/>
                    </a:lnTo>
                    <a:lnTo>
                      <a:pt x="16" y="18"/>
                    </a:lnTo>
                    <a:lnTo>
                      <a:pt x="12" y="18"/>
                    </a:lnTo>
                    <a:lnTo>
                      <a:pt x="12" y="18"/>
                    </a:lnTo>
                    <a:lnTo>
                      <a:pt x="12" y="18"/>
                    </a:lnTo>
                    <a:lnTo>
                      <a:pt x="12" y="22"/>
                    </a:lnTo>
                    <a:lnTo>
                      <a:pt x="16" y="22"/>
                    </a:lnTo>
                    <a:lnTo>
                      <a:pt x="16" y="22"/>
                    </a:lnTo>
                    <a:lnTo>
                      <a:pt x="16" y="22"/>
                    </a:lnTo>
                    <a:lnTo>
                      <a:pt x="16" y="22"/>
                    </a:lnTo>
                    <a:lnTo>
                      <a:pt x="16" y="18"/>
                    </a:lnTo>
                    <a:lnTo>
                      <a:pt x="16" y="18"/>
                    </a:lnTo>
                    <a:lnTo>
                      <a:pt x="20" y="18"/>
                    </a:lnTo>
                    <a:lnTo>
                      <a:pt x="20" y="18"/>
                    </a:lnTo>
                    <a:lnTo>
                      <a:pt x="20" y="18"/>
                    </a:lnTo>
                    <a:lnTo>
                      <a:pt x="20" y="18"/>
                    </a:lnTo>
                    <a:lnTo>
                      <a:pt x="20" y="18"/>
                    </a:lnTo>
                    <a:lnTo>
                      <a:pt x="20" y="18"/>
                    </a:lnTo>
                    <a:lnTo>
                      <a:pt x="20" y="18"/>
                    </a:lnTo>
                    <a:lnTo>
                      <a:pt x="24" y="18"/>
                    </a:lnTo>
                    <a:lnTo>
                      <a:pt x="24" y="18"/>
                    </a:lnTo>
                    <a:lnTo>
                      <a:pt x="24" y="22"/>
                    </a:lnTo>
                    <a:lnTo>
                      <a:pt x="24" y="22"/>
                    </a:lnTo>
                    <a:lnTo>
                      <a:pt x="24" y="22"/>
                    </a:lnTo>
                    <a:lnTo>
                      <a:pt x="24" y="22"/>
                    </a:lnTo>
                    <a:lnTo>
                      <a:pt x="24" y="22"/>
                    </a:lnTo>
                    <a:lnTo>
                      <a:pt x="24" y="26"/>
                    </a:lnTo>
                    <a:lnTo>
                      <a:pt x="20" y="26"/>
                    </a:lnTo>
                    <a:lnTo>
                      <a:pt x="20" y="30"/>
                    </a:lnTo>
                    <a:lnTo>
                      <a:pt x="20" y="30"/>
                    </a:lnTo>
                    <a:lnTo>
                      <a:pt x="20" y="30"/>
                    </a:lnTo>
                    <a:lnTo>
                      <a:pt x="20" y="30"/>
                    </a:lnTo>
                    <a:lnTo>
                      <a:pt x="16" y="30"/>
                    </a:lnTo>
                    <a:lnTo>
                      <a:pt x="16" y="30"/>
                    </a:lnTo>
                    <a:lnTo>
                      <a:pt x="16" y="30"/>
                    </a:lnTo>
                    <a:lnTo>
                      <a:pt x="16" y="30"/>
                    </a:lnTo>
                    <a:lnTo>
                      <a:pt x="16" y="30"/>
                    </a:lnTo>
                    <a:lnTo>
                      <a:pt x="16" y="30"/>
                    </a:lnTo>
                    <a:lnTo>
                      <a:pt x="16" y="30"/>
                    </a:lnTo>
                    <a:lnTo>
                      <a:pt x="12" y="30"/>
                    </a:lnTo>
                    <a:lnTo>
                      <a:pt x="12" y="30"/>
                    </a:lnTo>
                    <a:lnTo>
                      <a:pt x="12" y="30"/>
                    </a:lnTo>
                    <a:lnTo>
                      <a:pt x="8" y="30"/>
                    </a:lnTo>
                    <a:lnTo>
                      <a:pt x="8" y="30"/>
                    </a:lnTo>
                    <a:lnTo>
                      <a:pt x="8" y="30"/>
                    </a:lnTo>
                    <a:lnTo>
                      <a:pt x="4" y="30"/>
                    </a:lnTo>
                    <a:lnTo>
                      <a:pt x="4" y="30"/>
                    </a:lnTo>
                    <a:lnTo>
                      <a:pt x="4" y="30"/>
                    </a:lnTo>
                    <a:lnTo>
                      <a:pt x="4" y="30"/>
                    </a:lnTo>
                    <a:lnTo>
                      <a:pt x="4" y="30"/>
                    </a:lnTo>
                    <a:lnTo>
                      <a:pt x="4" y="30"/>
                    </a:lnTo>
                    <a:lnTo>
                      <a:pt x="4" y="30"/>
                    </a:lnTo>
                    <a:lnTo>
                      <a:pt x="4" y="30"/>
                    </a:lnTo>
                    <a:lnTo>
                      <a:pt x="4" y="30"/>
                    </a:lnTo>
                    <a:lnTo>
                      <a:pt x="4" y="26"/>
                    </a:lnTo>
                    <a:lnTo>
                      <a:pt x="4" y="26"/>
                    </a:lnTo>
                    <a:lnTo>
                      <a:pt x="4" y="26"/>
                    </a:lnTo>
                    <a:lnTo>
                      <a:pt x="4" y="22"/>
                    </a:lnTo>
                    <a:lnTo>
                      <a:pt x="0" y="22"/>
                    </a:lnTo>
                    <a:lnTo>
                      <a:pt x="4" y="18"/>
                    </a:lnTo>
                    <a:lnTo>
                      <a:pt x="4" y="18"/>
                    </a:lnTo>
                    <a:lnTo>
                      <a:pt x="4" y="16"/>
                    </a:lnTo>
                    <a:lnTo>
                      <a:pt x="4" y="16"/>
                    </a:lnTo>
                    <a:lnTo>
                      <a:pt x="4" y="16"/>
                    </a:lnTo>
                    <a:lnTo>
                      <a:pt x="8" y="12"/>
                    </a:lnTo>
                    <a:lnTo>
                      <a:pt x="8" y="12"/>
                    </a:lnTo>
                    <a:lnTo>
                      <a:pt x="8" y="12"/>
                    </a:lnTo>
                    <a:lnTo>
                      <a:pt x="8" y="8"/>
                    </a:lnTo>
                    <a:lnTo>
                      <a:pt x="8" y="8"/>
                    </a:lnTo>
                    <a:lnTo>
                      <a:pt x="12" y="8"/>
                    </a:lnTo>
                    <a:lnTo>
                      <a:pt x="12" y="8"/>
                    </a:lnTo>
                    <a:lnTo>
                      <a:pt x="12" y="4"/>
                    </a:lnTo>
                    <a:lnTo>
                      <a:pt x="12" y="4"/>
                    </a:lnTo>
                    <a:lnTo>
                      <a:pt x="12" y="4"/>
                    </a:lnTo>
                    <a:lnTo>
                      <a:pt x="12" y="4"/>
                    </a:lnTo>
                    <a:lnTo>
                      <a:pt x="12" y="4"/>
                    </a:lnTo>
                    <a:lnTo>
                      <a:pt x="12" y="4"/>
                    </a:lnTo>
                    <a:lnTo>
                      <a:pt x="12" y="4"/>
                    </a:lnTo>
                    <a:lnTo>
                      <a:pt x="16" y="4"/>
                    </a:lnTo>
                    <a:lnTo>
                      <a:pt x="16" y="4"/>
                    </a:lnTo>
                    <a:lnTo>
                      <a:pt x="16" y="4"/>
                    </a:lnTo>
                    <a:lnTo>
                      <a:pt x="16" y="8"/>
                    </a:lnTo>
                    <a:lnTo>
                      <a:pt x="16" y="8"/>
                    </a:lnTo>
                    <a:lnTo>
                      <a:pt x="16" y="4"/>
                    </a:lnTo>
                    <a:lnTo>
                      <a:pt x="16" y="4"/>
                    </a:lnTo>
                    <a:lnTo>
                      <a:pt x="16" y="4"/>
                    </a:lnTo>
                    <a:lnTo>
                      <a:pt x="20" y="0"/>
                    </a:lnTo>
                    <a:lnTo>
                      <a:pt x="24" y="0"/>
                    </a:lnTo>
                    <a:lnTo>
                      <a:pt x="24" y="0"/>
                    </a:lnTo>
                    <a:lnTo>
                      <a:pt x="24" y="0"/>
                    </a:lnTo>
                    <a:lnTo>
                      <a:pt x="24" y="4"/>
                    </a:lnTo>
                    <a:lnTo>
                      <a:pt x="24" y="4"/>
                    </a:lnTo>
                    <a:lnTo>
                      <a:pt x="24" y="4"/>
                    </a:lnTo>
                    <a:lnTo>
                      <a:pt x="24" y="4"/>
                    </a:lnTo>
                    <a:lnTo>
                      <a:pt x="24" y="4"/>
                    </a:lnTo>
                    <a:lnTo>
                      <a:pt x="2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8" name="Freeform 142"/>
              <p:cNvSpPr>
                <a:spLocks/>
              </p:cNvSpPr>
              <p:nvPr/>
            </p:nvSpPr>
            <p:spPr bwMode="gray">
              <a:xfrm>
                <a:off x="5408696" y="3556138"/>
                <a:ext cx="295676" cy="299151"/>
              </a:xfrm>
              <a:custGeom>
                <a:avLst/>
                <a:gdLst>
                  <a:gd name="T0" fmla="*/ 108 w 170"/>
                  <a:gd name="T1" fmla="*/ 8 h 172"/>
                  <a:gd name="T2" fmla="*/ 118 w 170"/>
                  <a:gd name="T3" fmla="*/ 12 h 172"/>
                  <a:gd name="T4" fmla="*/ 130 w 170"/>
                  <a:gd name="T5" fmla="*/ 8 h 172"/>
                  <a:gd name="T6" fmla="*/ 138 w 170"/>
                  <a:gd name="T7" fmla="*/ 18 h 172"/>
                  <a:gd name="T8" fmla="*/ 142 w 170"/>
                  <a:gd name="T9" fmla="*/ 34 h 172"/>
                  <a:gd name="T10" fmla="*/ 142 w 170"/>
                  <a:gd name="T11" fmla="*/ 48 h 172"/>
                  <a:gd name="T12" fmla="*/ 138 w 170"/>
                  <a:gd name="T13" fmla="*/ 64 h 172"/>
                  <a:gd name="T14" fmla="*/ 130 w 170"/>
                  <a:gd name="T15" fmla="*/ 68 h 172"/>
                  <a:gd name="T16" fmla="*/ 122 w 170"/>
                  <a:gd name="T17" fmla="*/ 60 h 172"/>
                  <a:gd name="T18" fmla="*/ 114 w 170"/>
                  <a:gd name="T19" fmla="*/ 46 h 172"/>
                  <a:gd name="T20" fmla="*/ 112 w 170"/>
                  <a:gd name="T21" fmla="*/ 30 h 172"/>
                  <a:gd name="T22" fmla="*/ 112 w 170"/>
                  <a:gd name="T23" fmla="*/ 42 h 172"/>
                  <a:gd name="T24" fmla="*/ 114 w 170"/>
                  <a:gd name="T25" fmla="*/ 52 h 172"/>
                  <a:gd name="T26" fmla="*/ 122 w 170"/>
                  <a:gd name="T27" fmla="*/ 64 h 172"/>
                  <a:gd name="T28" fmla="*/ 122 w 170"/>
                  <a:gd name="T29" fmla="*/ 72 h 172"/>
                  <a:gd name="T30" fmla="*/ 126 w 170"/>
                  <a:gd name="T31" fmla="*/ 82 h 172"/>
                  <a:gd name="T32" fmla="*/ 134 w 170"/>
                  <a:gd name="T33" fmla="*/ 98 h 172"/>
                  <a:gd name="T34" fmla="*/ 142 w 170"/>
                  <a:gd name="T35" fmla="*/ 112 h 172"/>
                  <a:gd name="T36" fmla="*/ 144 w 170"/>
                  <a:gd name="T37" fmla="*/ 124 h 172"/>
                  <a:gd name="T38" fmla="*/ 152 w 170"/>
                  <a:gd name="T39" fmla="*/ 134 h 172"/>
                  <a:gd name="T40" fmla="*/ 152 w 170"/>
                  <a:gd name="T41" fmla="*/ 142 h 172"/>
                  <a:gd name="T42" fmla="*/ 152 w 170"/>
                  <a:gd name="T43" fmla="*/ 158 h 172"/>
                  <a:gd name="T44" fmla="*/ 164 w 170"/>
                  <a:gd name="T45" fmla="*/ 164 h 172"/>
                  <a:gd name="T46" fmla="*/ 170 w 170"/>
                  <a:gd name="T47" fmla="*/ 172 h 172"/>
                  <a:gd name="T48" fmla="*/ 156 w 170"/>
                  <a:gd name="T49" fmla="*/ 172 h 172"/>
                  <a:gd name="T50" fmla="*/ 142 w 170"/>
                  <a:gd name="T51" fmla="*/ 172 h 172"/>
                  <a:gd name="T52" fmla="*/ 122 w 170"/>
                  <a:gd name="T53" fmla="*/ 172 h 172"/>
                  <a:gd name="T54" fmla="*/ 100 w 170"/>
                  <a:gd name="T55" fmla="*/ 172 h 172"/>
                  <a:gd name="T56" fmla="*/ 92 w 170"/>
                  <a:gd name="T57" fmla="*/ 168 h 172"/>
                  <a:gd name="T58" fmla="*/ 82 w 170"/>
                  <a:gd name="T59" fmla="*/ 172 h 172"/>
                  <a:gd name="T60" fmla="*/ 62 w 170"/>
                  <a:gd name="T61" fmla="*/ 172 h 172"/>
                  <a:gd name="T62" fmla="*/ 42 w 170"/>
                  <a:gd name="T63" fmla="*/ 172 h 172"/>
                  <a:gd name="T64" fmla="*/ 26 w 170"/>
                  <a:gd name="T65" fmla="*/ 172 h 172"/>
                  <a:gd name="T66" fmla="*/ 4 w 170"/>
                  <a:gd name="T67" fmla="*/ 172 h 172"/>
                  <a:gd name="T68" fmla="*/ 4 w 170"/>
                  <a:gd name="T69" fmla="*/ 130 h 172"/>
                  <a:gd name="T70" fmla="*/ 4 w 170"/>
                  <a:gd name="T71" fmla="*/ 102 h 172"/>
                  <a:gd name="T72" fmla="*/ 4 w 170"/>
                  <a:gd name="T73" fmla="*/ 82 h 172"/>
                  <a:gd name="T74" fmla="*/ 4 w 170"/>
                  <a:gd name="T75" fmla="*/ 64 h 172"/>
                  <a:gd name="T76" fmla="*/ 4 w 170"/>
                  <a:gd name="T77" fmla="*/ 42 h 172"/>
                  <a:gd name="T78" fmla="*/ 0 w 170"/>
                  <a:gd name="T79" fmla="*/ 26 h 172"/>
                  <a:gd name="T80" fmla="*/ 4 w 170"/>
                  <a:gd name="T81" fmla="*/ 12 h 172"/>
                  <a:gd name="T82" fmla="*/ 4 w 170"/>
                  <a:gd name="T83" fmla="*/ 0 h 172"/>
                  <a:gd name="T84" fmla="*/ 18 w 170"/>
                  <a:gd name="T85" fmla="*/ 0 h 172"/>
                  <a:gd name="T86" fmla="*/ 30 w 170"/>
                  <a:gd name="T87" fmla="*/ 4 h 172"/>
                  <a:gd name="T88" fmla="*/ 42 w 170"/>
                  <a:gd name="T89" fmla="*/ 8 h 172"/>
                  <a:gd name="T90" fmla="*/ 56 w 170"/>
                  <a:gd name="T91" fmla="*/ 12 h 172"/>
                  <a:gd name="T92" fmla="*/ 70 w 170"/>
                  <a:gd name="T93" fmla="*/ 12 h 172"/>
                  <a:gd name="T94" fmla="*/ 74 w 170"/>
                  <a:gd name="T95" fmla="*/ 8 h 172"/>
                  <a:gd name="T96" fmla="*/ 78 w 170"/>
                  <a:gd name="T97" fmla="*/ 4 h 172"/>
                  <a:gd name="T98" fmla="*/ 86 w 170"/>
                  <a:gd name="T99" fmla="*/ 4 h 172"/>
                  <a:gd name="T100" fmla="*/ 88 w 170"/>
                  <a:gd name="T101" fmla="*/ 0 h 172"/>
                  <a:gd name="T102" fmla="*/ 100 w 170"/>
                  <a:gd name="T103" fmla="*/ 4 h 172"/>
                  <a:gd name="T104" fmla="*/ 100 w 170"/>
                  <a:gd name="T105" fmla="*/ 4 h 172"/>
                  <a:gd name="T106" fmla="*/ 104 w 170"/>
                  <a:gd name="T107" fmla="*/ 12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0" h="172">
                    <a:moveTo>
                      <a:pt x="104" y="8"/>
                    </a:moveTo>
                    <a:lnTo>
                      <a:pt x="108" y="8"/>
                    </a:lnTo>
                    <a:lnTo>
                      <a:pt x="104" y="8"/>
                    </a:lnTo>
                    <a:lnTo>
                      <a:pt x="108" y="8"/>
                    </a:lnTo>
                    <a:lnTo>
                      <a:pt x="112" y="12"/>
                    </a:lnTo>
                    <a:lnTo>
                      <a:pt x="114" y="8"/>
                    </a:lnTo>
                    <a:lnTo>
                      <a:pt x="118" y="8"/>
                    </a:lnTo>
                    <a:lnTo>
                      <a:pt x="118" y="12"/>
                    </a:lnTo>
                    <a:lnTo>
                      <a:pt x="118" y="8"/>
                    </a:lnTo>
                    <a:lnTo>
                      <a:pt x="122" y="8"/>
                    </a:lnTo>
                    <a:lnTo>
                      <a:pt x="126" y="8"/>
                    </a:lnTo>
                    <a:lnTo>
                      <a:pt x="130" y="8"/>
                    </a:lnTo>
                    <a:lnTo>
                      <a:pt x="134" y="4"/>
                    </a:lnTo>
                    <a:lnTo>
                      <a:pt x="134" y="8"/>
                    </a:lnTo>
                    <a:lnTo>
                      <a:pt x="138" y="16"/>
                    </a:lnTo>
                    <a:lnTo>
                      <a:pt x="138" y="18"/>
                    </a:lnTo>
                    <a:lnTo>
                      <a:pt x="138" y="22"/>
                    </a:lnTo>
                    <a:lnTo>
                      <a:pt x="142" y="26"/>
                    </a:lnTo>
                    <a:lnTo>
                      <a:pt x="142" y="30"/>
                    </a:lnTo>
                    <a:lnTo>
                      <a:pt x="142" y="34"/>
                    </a:lnTo>
                    <a:lnTo>
                      <a:pt x="142" y="38"/>
                    </a:lnTo>
                    <a:lnTo>
                      <a:pt x="142" y="42"/>
                    </a:lnTo>
                    <a:lnTo>
                      <a:pt x="142" y="46"/>
                    </a:lnTo>
                    <a:lnTo>
                      <a:pt x="142" y="48"/>
                    </a:lnTo>
                    <a:lnTo>
                      <a:pt x="138" y="52"/>
                    </a:lnTo>
                    <a:lnTo>
                      <a:pt x="138" y="56"/>
                    </a:lnTo>
                    <a:lnTo>
                      <a:pt x="138" y="60"/>
                    </a:lnTo>
                    <a:lnTo>
                      <a:pt x="138" y="64"/>
                    </a:lnTo>
                    <a:lnTo>
                      <a:pt x="138" y="68"/>
                    </a:lnTo>
                    <a:lnTo>
                      <a:pt x="134" y="68"/>
                    </a:lnTo>
                    <a:lnTo>
                      <a:pt x="134" y="72"/>
                    </a:lnTo>
                    <a:lnTo>
                      <a:pt x="130" y="68"/>
                    </a:lnTo>
                    <a:lnTo>
                      <a:pt x="126" y="68"/>
                    </a:lnTo>
                    <a:lnTo>
                      <a:pt x="126" y="64"/>
                    </a:lnTo>
                    <a:lnTo>
                      <a:pt x="126" y="60"/>
                    </a:lnTo>
                    <a:lnTo>
                      <a:pt x="122" y="60"/>
                    </a:lnTo>
                    <a:lnTo>
                      <a:pt x="118" y="56"/>
                    </a:lnTo>
                    <a:lnTo>
                      <a:pt x="118" y="52"/>
                    </a:lnTo>
                    <a:lnTo>
                      <a:pt x="118" y="48"/>
                    </a:lnTo>
                    <a:lnTo>
                      <a:pt x="114" y="46"/>
                    </a:lnTo>
                    <a:lnTo>
                      <a:pt x="112" y="42"/>
                    </a:lnTo>
                    <a:lnTo>
                      <a:pt x="112" y="38"/>
                    </a:lnTo>
                    <a:lnTo>
                      <a:pt x="112" y="34"/>
                    </a:lnTo>
                    <a:lnTo>
                      <a:pt x="112" y="30"/>
                    </a:lnTo>
                    <a:lnTo>
                      <a:pt x="108" y="30"/>
                    </a:lnTo>
                    <a:lnTo>
                      <a:pt x="108" y="34"/>
                    </a:lnTo>
                    <a:lnTo>
                      <a:pt x="108" y="38"/>
                    </a:lnTo>
                    <a:lnTo>
                      <a:pt x="112" y="42"/>
                    </a:lnTo>
                    <a:lnTo>
                      <a:pt x="112" y="46"/>
                    </a:lnTo>
                    <a:lnTo>
                      <a:pt x="112" y="48"/>
                    </a:lnTo>
                    <a:lnTo>
                      <a:pt x="112" y="52"/>
                    </a:lnTo>
                    <a:lnTo>
                      <a:pt x="114" y="52"/>
                    </a:lnTo>
                    <a:lnTo>
                      <a:pt x="114" y="56"/>
                    </a:lnTo>
                    <a:lnTo>
                      <a:pt x="118" y="60"/>
                    </a:lnTo>
                    <a:lnTo>
                      <a:pt x="118" y="64"/>
                    </a:lnTo>
                    <a:lnTo>
                      <a:pt x="122" y="64"/>
                    </a:lnTo>
                    <a:lnTo>
                      <a:pt x="122" y="68"/>
                    </a:lnTo>
                    <a:lnTo>
                      <a:pt x="122" y="72"/>
                    </a:lnTo>
                    <a:lnTo>
                      <a:pt x="122" y="68"/>
                    </a:lnTo>
                    <a:lnTo>
                      <a:pt x="122" y="72"/>
                    </a:lnTo>
                    <a:lnTo>
                      <a:pt x="122" y="74"/>
                    </a:lnTo>
                    <a:lnTo>
                      <a:pt x="126" y="74"/>
                    </a:lnTo>
                    <a:lnTo>
                      <a:pt x="126" y="78"/>
                    </a:lnTo>
                    <a:lnTo>
                      <a:pt x="126" y="82"/>
                    </a:lnTo>
                    <a:lnTo>
                      <a:pt x="130" y="86"/>
                    </a:lnTo>
                    <a:lnTo>
                      <a:pt x="130" y="90"/>
                    </a:lnTo>
                    <a:lnTo>
                      <a:pt x="130" y="94"/>
                    </a:lnTo>
                    <a:lnTo>
                      <a:pt x="134" y="98"/>
                    </a:lnTo>
                    <a:lnTo>
                      <a:pt x="134" y="102"/>
                    </a:lnTo>
                    <a:lnTo>
                      <a:pt x="138" y="104"/>
                    </a:lnTo>
                    <a:lnTo>
                      <a:pt x="138" y="108"/>
                    </a:lnTo>
                    <a:lnTo>
                      <a:pt x="142" y="112"/>
                    </a:lnTo>
                    <a:lnTo>
                      <a:pt x="142" y="116"/>
                    </a:lnTo>
                    <a:lnTo>
                      <a:pt x="142" y="120"/>
                    </a:lnTo>
                    <a:lnTo>
                      <a:pt x="144" y="120"/>
                    </a:lnTo>
                    <a:lnTo>
                      <a:pt x="144" y="124"/>
                    </a:lnTo>
                    <a:lnTo>
                      <a:pt x="144" y="128"/>
                    </a:lnTo>
                    <a:lnTo>
                      <a:pt x="148" y="130"/>
                    </a:lnTo>
                    <a:lnTo>
                      <a:pt x="148" y="134"/>
                    </a:lnTo>
                    <a:lnTo>
                      <a:pt x="152" y="134"/>
                    </a:lnTo>
                    <a:lnTo>
                      <a:pt x="152" y="138"/>
                    </a:lnTo>
                    <a:lnTo>
                      <a:pt x="156" y="138"/>
                    </a:lnTo>
                    <a:lnTo>
                      <a:pt x="152" y="138"/>
                    </a:lnTo>
                    <a:lnTo>
                      <a:pt x="152" y="142"/>
                    </a:lnTo>
                    <a:lnTo>
                      <a:pt x="152" y="146"/>
                    </a:lnTo>
                    <a:lnTo>
                      <a:pt x="152" y="150"/>
                    </a:lnTo>
                    <a:lnTo>
                      <a:pt x="152" y="154"/>
                    </a:lnTo>
                    <a:lnTo>
                      <a:pt x="152" y="158"/>
                    </a:lnTo>
                    <a:lnTo>
                      <a:pt x="156" y="158"/>
                    </a:lnTo>
                    <a:lnTo>
                      <a:pt x="156" y="160"/>
                    </a:lnTo>
                    <a:lnTo>
                      <a:pt x="160" y="160"/>
                    </a:lnTo>
                    <a:lnTo>
                      <a:pt x="164" y="164"/>
                    </a:lnTo>
                    <a:lnTo>
                      <a:pt x="164" y="168"/>
                    </a:lnTo>
                    <a:lnTo>
                      <a:pt x="168" y="168"/>
                    </a:lnTo>
                    <a:lnTo>
                      <a:pt x="168" y="172"/>
                    </a:lnTo>
                    <a:lnTo>
                      <a:pt x="170" y="172"/>
                    </a:lnTo>
                    <a:lnTo>
                      <a:pt x="168" y="172"/>
                    </a:lnTo>
                    <a:lnTo>
                      <a:pt x="164" y="172"/>
                    </a:lnTo>
                    <a:lnTo>
                      <a:pt x="160" y="172"/>
                    </a:lnTo>
                    <a:lnTo>
                      <a:pt x="156" y="172"/>
                    </a:lnTo>
                    <a:lnTo>
                      <a:pt x="152" y="172"/>
                    </a:lnTo>
                    <a:lnTo>
                      <a:pt x="148" y="172"/>
                    </a:lnTo>
                    <a:lnTo>
                      <a:pt x="144" y="172"/>
                    </a:lnTo>
                    <a:lnTo>
                      <a:pt x="142" y="172"/>
                    </a:lnTo>
                    <a:lnTo>
                      <a:pt x="134" y="172"/>
                    </a:lnTo>
                    <a:lnTo>
                      <a:pt x="130" y="172"/>
                    </a:lnTo>
                    <a:lnTo>
                      <a:pt x="126" y="172"/>
                    </a:lnTo>
                    <a:lnTo>
                      <a:pt x="122" y="172"/>
                    </a:lnTo>
                    <a:lnTo>
                      <a:pt x="118" y="172"/>
                    </a:lnTo>
                    <a:lnTo>
                      <a:pt x="112" y="172"/>
                    </a:lnTo>
                    <a:lnTo>
                      <a:pt x="108" y="172"/>
                    </a:lnTo>
                    <a:lnTo>
                      <a:pt x="100" y="172"/>
                    </a:lnTo>
                    <a:lnTo>
                      <a:pt x="96" y="172"/>
                    </a:lnTo>
                    <a:lnTo>
                      <a:pt x="92" y="172"/>
                    </a:lnTo>
                    <a:lnTo>
                      <a:pt x="96" y="172"/>
                    </a:lnTo>
                    <a:lnTo>
                      <a:pt x="92" y="168"/>
                    </a:lnTo>
                    <a:lnTo>
                      <a:pt x="92" y="172"/>
                    </a:lnTo>
                    <a:lnTo>
                      <a:pt x="88" y="172"/>
                    </a:lnTo>
                    <a:lnTo>
                      <a:pt x="86" y="172"/>
                    </a:lnTo>
                    <a:lnTo>
                      <a:pt x="82" y="172"/>
                    </a:lnTo>
                    <a:lnTo>
                      <a:pt x="78" y="172"/>
                    </a:lnTo>
                    <a:lnTo>
                      <a:pt x="74" y="172"/>
                    </a:lnTo>
                    <a:lnTo>
                      <a:pt x="66" y="172"/>
                    </a:lnTo>
                    <a:lnTo>
                      <a:pt x="62" y="172"/>
                    </a:lnTo>
                    <a:lnTo>
                      <a:pt x="58" y="172"/>
                    </a:lnTo>
                    <a:lnTo>
                      <a:pt x="56" y="172"/>
                    </a:lnTo>
                    <a:lnTo>
                      <a:pt x="48" y="172"/>
                    </a:lnTo>
                    <a:lnTo>
                      <a:pt x="42" y="172"/>
                    </a:lnTo>
                    <a:lnTo>
                      <a:pt x="38" y="172"/>
                    </a:lnTo>
                    <a:lnTo>
                      <a:pt x="34" y="172"/>
                    </a:lnTo>
                    <a:lnTo>
                      <a:pt x="30" y="172"/>
                    </a:lnTo>
                    <a:lnTo>
                      <a:pt x="26" y="172"/>
                    </a:lnTo>
                    <a:lnTo>
                      <a:pt x="22" y="172"/>
                    </a:lnTo>
                    <a:lnTo>
                      <a:pt x="16" y="172"/>
                    </a:lnTo>
                    <a:lnTo>
                      <a:pt x="8" y="172"/>
                    </a:lnTo>
                    <a:lnTo>
                      <a:pt x="4" y="172"/>
                    </a:lnTo>
                    <a:lnTo>
                      <a:pt x="4" y="168"/>
                    </a:lnTo>
                    <a:lnTo>
                      <a:pt x="4" y="146"/>
                    </a:lnTo>
                    <a:lnTo>
                      <a:pt x="4" y="138"/>
                    </a:lnTo>
                    <a:lnTo>
                      <a:pt x="4" y="130"/>
                    </a:lnTo>
                    <a:lnTo>
                      <a:pt x="4" y="124"/>
                    </a:lnTo>
                    <a:lnTo>
                      <a:pt x="4" y="120"/>
                    </a:lnTo>
                    <a:lnTo>
                      <a:pt x="4" y="112"/>
                    </a:lnTo>
                    <a:lnTo>
                      <a:pt x="4" y="102"/>
                    </a:lnTo>
                    <a:lnTo>
                      <a:pt x="4" y="94"/>
                    </a:lnTo>
                    <a:lnTo>
                      <a:pt x="4" y="90"/>
                    </a:lnTo>
                    <a:lnTo>
                      <a:pt x="4" y="86"/>
                    </a:lnTo>
                    <a:lnTo>
                      <a:pt x="4" y="82"/>
                    </a:lnTo>
                    <a:lnTo>
                      <a:pt x="4" y="74"/>
                    </a:lnTo>
                    <a:lnTo>
                      <a:pt x="4" y="72"/>
                    </a:lnTo>
                    <a:lnTo>
                      <a:pt x="4" y="68"/>
                    </a:lnTo>
                    <a:lnTo>
                      <a:pt x="4" y="64"/>
                    </a:lnTo>
                    <a:lnTo>
                      <a:pt x="4" y="60"/>
                    </a:lnTo>
                    <a:lnTo>
                      <a:pt x="4" y="48"/>
                    </a:lnTo>
                    <a:lnTo>
                      <a:pt x="4" y="46"/>
                    </a:lnTo>
                    <a:lnTo>
                      <a:pt x="4" y="42"/>
                    </a:lnTo>
                    <a:lnTo>
                      <a:pt x="0" y="38"/>
                    </a:lnTo>
                    <a:lnTo>
                      <a:pt x="0" y="34"/>
                    </a:lnTo>
                    <a:lnTo>
                      <a:pt x="0" y="30"/>
                    </a:lnTo>
                    <a:lnTo>
                      <a:pt x="0" y="26"/>
                    </a:lnTo>
                    <a:lnTo>
                      <a:pt x="0" y="22"/>
                    </a:lnTo>
                    <a:lnTo>
                      <a:pt x="4" y="18"/>
                    </a:lnTo>
                    <a:lnTo>
                      <a:pt x="4" y="16"/>
                    </a:lnTo>
                    <a:lnTo>
                      <a:pt x="4" y="12"/>
                    </a:lnTo>
                    <a:lnTo>
                      <a:pt x="0" y="8"/>
                    </a:lnTo>
                    <a:lnTo>
                      <a:pt x="0" y="4"/>
                    </a:lnTo>
                    <a:lnTo>
                      <a:pt x="4" y="4"/>
                    </a:lnTo>
                    <a:lnTo>
                      <a:pt x="4" y="0"/>
                    </a:lnTo>
                    <a:lnTo>
                      <a:pt x="8" y="0"/>
                    </a:lnTo>
                    <a:lnTo>
                      <a:pt x="12" y="0"/>
                    </a:lnTo>
                    <a:lnTo>
                      <a:pt x="16" y="0"/>
                    </a:lnTo>
                    <a:lnTo>
                      <a:pt x="18" y="0"/>
                    </a:lnTo>
                    <a:lnTo>
                      <a:pt x="22" y="0"/>
                    </a:lnTo>
                    <a:lnTo>
                      <a:pt x="26" y="0"/>
                    </a:lnTo>
                    <a:lnTo>
                      <a:pt x="26" y="4"/>
                    </a:lnTo>
                    <a:lnTo>
                      <a:pt x="30" y="4"/>
                    </a:lnTo>
                    <a:lnTo>
                      <a:pt x="34" y="4"/>
                    </a:lnTo>
                    <a:lnTo>
                      <a:pt x="38" y="4"/>
                    </a:lnTo>
                    <a:lnTo>
                      <a:pt x="38" y="8"/>
                    </a:lnTo>
                    <a:lnTo>
                      <a:pt x="42" y="8"/>
                    </a:lnTo>
                    <a:lnTo>
                      <a:pt x="44" y="8"/>
                    </a:lnTo>
                    <a:lnTo>
                      <a:pt x="48" y="12"/>
                    </a:lnTo>
                    <a:lnTo>
                      <a:pt x="52" y="12"/>
                    </a:lnTo>
                    <a:lnTo>
                      <a:pt x="56" y="12"/>
                    </a:lnTo>
                    <a:lnTo>
                      <a:pt x="58" y="16"/>
                    </a:lnTo>
                    <a:lnTo>
                      <a:pt x="62" y="16"/>
                    </a:lnTo>
                    <a:lnTo>
                      <a:pt x="66" y="12"/>
                    </a:lnTo>
                    <a:lnTo>
                      <a:pt x="70" y="12"/>
                    </a:lnTo>
                    <a:lnTo>
                      <a:pt x="70" y="8"/>
                    </a:lnTo>
                    <a:lnTo>
                      <a:pt x="74" y="8"/>
                    </a:lnTo>
                    <a:lnTo>
                      <a:pt x="74" y="4"/>
                    </a:lnTo>
                    <a:lnTo>
                      <a:pt x="74" y="8"/>
                    </a:lnTo>
                    <a:lnTo>
                      <a:pt x="78" y="8"/>
                    </a:lnTo>
                    <a:lnTo>
                      <a:pt x="78" y="4"/>
                    </a:lnTo>
                    <a:lnTo>
                      <a:pt x="78" y="0"/>
                    </a:lnTo>
                    <a:lnTo>
                      <a:pt x="78" y="4"/>
                    </a:lnTo>
                    <a:lnTo>
                      <a:pt x="82" y="4"/>
                    </a:lnTo>
                    <a:lnTo>
                      <a:pt x="82" y="0"/>
                    </a:lnTo>
                    <a:lnTo>
                      <a:pt x="86" y="0"/>
                    </a:lnTo>
                    <a:lnTo>
                      <a:pt x="86" y="4"/>
                    </a:lnTo>
                    <a:lnTo>
                      <a:pt x="82" y="4"/>
                    </a:lnTo>
                    <a:lnTo>
                      <a:pt x="86" y="4"/>
                    </a:lnTo>
                    <a:lnTo>
                      <a:pt x="88" y="4"/>
                    </a:lnTo>
                    <a:lnTo>
                      <a:pt x="88" y="0"/>
                    </a:lnTo>
                    <a:lnTo>
                      <a:pt x="92" y="0"/>
                    </a:lnTo>
                    <a:lnTo>
                      <a:pt x="92" y="4"/>
                    </a:lnTo>
                    <a:lnTo>
                      <a:pt x="96" y="4"/>
                    </a:lnTo>
                    <a:lnTo>
                      <a:pt x="100" y="4"/>
                    </a:lnTo>
                    <a:lnTo>
                      <a:pt x="100" y="0"/>
                    </a:lnTo>
                    <a:lnTo>
                      <a:pt x="100" y="4"/>
                    </a:lnTo>
                    <a:lnTo>
                      <a:pt x="104" y="4"/>
                    </a:lnTo>
                    <a:lnTo>
                      <a:pt x="100" y="4"/>
                    </a:lnTo>
                    <a:lnTo>
                      <a:pt x="100" y="0"/>
                    </a:lnTo>
                    <a:lnTo>
                      <a:pt x="100" y="8"/>
                    </a:lnTo>
                    <a:lnTo>
                      <a:pt x="104" y="8"/>
                    </a:lnTo>
                    <a:lnTo>
                      <a:pt x="104" y="12"/>
                    </a:lnTo>
                    <a:lnTo>
                      <a:pt x="104" y="8"/>
                    </a:lnTo>
                    <a:lnTo>
                      <a:pt x="104" y="8"/>
                    </a:lnTo>
                    <a:lnTo>
                      <a:pt x="104"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9" name="Freeform 143"/>
              <p:cNvSpPr>
                <a:spLocks noEditPoints="1"/>
              </p:cNvSpPr>
              <p:nvPr/>
            </p:nvSpPr>
            <p:spPr bwMode="gray">
              <a:xfrm>
                <a:off x="5005187" y="4404897"/>
                <a:ext cx="73049" cy="86962"/>
              </a:xfrm>
              <a:custGeom>
                <a:avLst/>
                <a:gdLst>
                  <a:gd name="T0" fmla="*/ 28 w 42"/>
                  <a:gd name="T1" fmla="*/ 50 h 50"/>
                  <a:gd name="T2" fmla="*/ 24 w 42"/>
                  <a:gd name="T3" fmla="*/ 50 h 50"/>
                  <a:gd name="T4" fmla="*/ 24 w 42"/>
                  <a:gd name="T5" fmla="*/ 50 h 50"/>
                  <a:gd name="T6" fmla="*/ 20 w 42"/>
                  <a:gd name="T7" fmla="*/ 50 h 50"/>
                  <a:gd name="T8" fmla="*/ 20 w 42"/>
                  <a:gd name="T9" fmla="*/ 50 h 50"/>
                  <a:gd name="T10" fmla="*/ 20 w 42"/>
                  <a:gd name="T11" fmla="*/ 46 h 50"/>
                  <a:gd name="T12" fmla="*/ 16 w 42"/>
                  <a:gd name="T13" fmla="*/ 50 h 50"/>
                  <a:gd name="T14" fmla="*/ 16 w 42"/>
                  <a:gd name="T15" fmla="*/ 46 h 50"/>
                  <a:gd name="T16" fmla="*/ 16 w 42"/>
                  <a:gd name="T17" fmla="*/ 46 h 50"/>
                  <a:gd name="T18" fmla="*/ 16 w 42"/>
                  <a:gd name="T19" fmla="*/ 42 h 50"/>
                  <a:gd name="T20" fmla="*/ 16 w 42"/>
                  <a:gd name="T21" fmla="*/ 38 h 50"/>
                  <a:gd name="T22" fmla="*/ 20 w 42"/>
                  <a:gd name="T23" fmla="*/ 38 h 50"/>
                  <a:gd name="T24" fmla="*/ 20 w 42"/>
                  <a:gd name="T25" fmla="*/ 34 h 50"/>
                  <a:gd name="T26" fmla="*/ 20 w 42"/>
                  <a:gd name="T27" fmla="*/ 28 h 50"/>
                  <a:gd name="T28" fmla="*/ 20 w 42"/>
                  <a:gd name="T29" fmla="*/ 28 h 50"/>
                  <a:gd name="T30" fmla="*/ 24 w 42"/>
                  <a:gd name="T31" fmla="*/ 32 h 50"/>
                  <a:gd name="T32" fmla="*/ 28 w 42"/>
                  <a:gd name="T33" fmla="*/ 32 h 50"/>
                  <a:gd name="T34" fmla="*/ 30 w 42"/>
                  <a:gd name="T35" fmla="*/ 32 h 50"/>
                  <a:gd name="T36" fmla="*/ 30 w 42"/>
                  <a:gd name="T37" fmla="*/ 32 h 50"/>
                  <a:gd name="T38" fmla="*/ 38 w 42"/>
                  <a:gd name="T39" fmla="*/ 32 h 50"/>
                  <a:gd name="T40" fmla="*/ 42 w 42"/>
                  <a:gd name="T41" fmla="*/ 32 h 50"/>
                  <a:gd name="T42" fmla="*/ 42 w 42"/>
                  <a:gd name="T43" fmla="*/ 34 h 50"/>
                  <a:gd name="T44" fmla="*/ 42 w 42"/>
                  <a:gd name="T45" fmla="*/ 38 h 50"/>
                  <a:gd name="T46" fmla="*/ 42 w 42"/>
                  <a:gd name="T47" fmla="*/ 50 h 50"/>
                  <a:gd name="T48" fmla="*/ 34 w 42"/>
                  <a:gd name="T49" fmla="*/ 50 h 50"/>
                  <a:gd name="T50" fmla="*/ 30 w 42"/>
                  <a:gd name="T51" fmla="*/ 50 h 50"/>
                  <a:gd name="T52" fmla="*/ 30 w 42"/>
                  <a:gd name="T53" fmla="*/ 50 h 50"/>
                  <a:gd name="T54" fmla="*/ 4 w 42"/>
                  <a:gd name="T55" fmla="*/ 8 h 50"/>
                  <a:gd name="T56" fmla="*/ 4 w 42"/>
                  <a:gd name="T57" fmla="*/ 8 h 50"/>
                  <a:gd name="T58" fmla="*/ 0 w 42"/>
                  <a:gd name="T59" fmla="*/ 12 h 50"/>
                  <a:gd name="T60" fmla="*/ 0 w 42"/>
                  <a:gd name="T61" fmla="*/ 8 h 50"/>
                  <a:gd name="T62" fmla="*/ 0 w 42"/>
                  <a:gd name="T63" fmla="*/ 8 h 50"/>
                  <a:gd name="T64" fmla="*/ 0 w 42"/>
                  <a:gd name="T65" fmla="*/ 8 h 50"/>
                  <a:gd name="T66" fmla="*/ 0 w 42"/>
                  <a:gd name="T67" fmla="*/ 8 h 50"/>
                  <a:gd name="T68" fmla="*/ 0 w 42"/>
                  <a:gd name="T69" fmla="*/ 8 h 50"/>
                  <a:gd name="T70" fmla="*/ 4 w 42"/>
                  <a:gd name="T71" fmla="*/ 8 h 50"/>
                  <a:gd name="T72" fmla="*/ 4 w 42"/>
                  <a:gd name="T73" fmla="*/ 4 h 50"/>
                  <a:gd name="T74" fmla="*/ 4 w 42"/>
                  <a:gd name="T75" fmla="*/ 4 h 50"/>
                  <a:gd name="T76" fmla="*/ 8 w 42"/>
                  <a:gd name="T77" fmla="*/ 0 h 50"/>
                  <a:gd name="T78" fmla="*/ 8 w 42"/>
                  <a:gd name="T79" fmla="*/ 4 h 50"/>
                  <a:gd name="T80" fmla="*/ 8 w 42"/>
                  <a:gd name="T81" fmla="*/ 4 h 50"/>
                  <a:gd name="T82" fmla="*/ 8 w 42"/>
                  <a:gd name="T83" fmla="*/ 4 h 50"/>
                  <a:gd name="T84" fmla="*/ 8 w 42"/>
                  <a:gd name="T85" fmla="*/ 4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2" h="50">
                    <a:moveTo>
                      <a:pt x="30" y="50"/>
                    </a:moveTo>
                    <a:lnTo>
                      <a:pt x="28" y="50"/>
                    </a:lnTo>
                    <a:lnTo>
                      <a:pt x="28" y="50"/>
                    </a:lnTo>
                    <a:lnTo>
                      <a:pt x="28" y="50"/>
                    </a:lnTo>
                    <a:lnTo>
                      <a:pt x="28" y="50"/>
                    </a:lnTo>
                    <a:lnTo>
                      <a:pt x="24" y="50"/>
                    </a:lnTo>
                    <a:lnTo>
                      <a:pt x="24" y="50"/>
                    </a:lnTo>
                    <a:lnTo>
                      <a:pt x="24" y="50"/>
                    </a:lnTo>
                    <a:lnTo>
                      <a:pt x="24" y="50"/>
                    </a:lnTo>
                    <a:lnTo>
                      <a:pt x="24" y="50"/>
                    </a:lnTo>
                    <a:lnTo>
                      <a:pt x="24" y="50"/>
                    </a:lnTo>
                    <a:lnTo>
                      <a:pt x="20" y="50"/>
                    </a:lnTo>
                    <a:lnTo>
                      <a:pt x="20" y="50"/>
                    </a:lnTo>
                    <a:lnTo>
                      <a:pt x="20" y="50"/>
                    </a:lnTo>
                    <a:lnTo>
                      <a:pt x="20" y="50"/>
                    </a:lnTo>
                    <a:lnTo>
                      <a:pt x="20" y="50"/>
                    </a:lnTo>
                    <a:lnTo>
                      <a:pt x="20" y="46"/>
                    </a:lnTo>
                    <a:lnTo>
                      <a:pt x="20" y="46"/>
                    </a:lnTo>
                    <a:lnTo>
                      <a:pt x="20" y="46"/>
                    </a:lnTo>
                    <a:lnTo>
                      <a:pt x="20" y="50"/>
                    </a:lnTo>
                    <a:lnTo>
                      <a:pt x="16" y="50"/>
                    </a:lnTo>
                    <a:lnTo>
                      <a:pt x="16" y="46"/>
                    </a:lnTo>
                    <a:lnTo>
                      <a:pt x="16" y="46"/>
                    </a:lnTo>
                    <a:lnTo>
                      <a:pt x="16" y="46"/>
                    </a:lnTo>
                    <a:lnTo>
                      <a:pt x="16" y="46"/>
                    </a:lnTo>
                    <a:lnTo>
                      <a:pt x="16" y="46"/>
                    </a:lnTo>
                    <a:lnTo>
                      <a:pt x="16" y="46"/>
                    </a:lnTo>
                    <a:lnTo>
                      <a:pt x="16" y="46"/>
                    </a:lnTo>
                    <a:lnTo>
                      <a:pt x="16" y="42"/>
                    </a:lnTo>
                    <a:lnTo>
                      <a:pt x="16" y="42"/>
                    </a:lnTo>
                    <a:lnTo>
                      <a:pt x="16" y="42"/>
                    </a:lnTo>
                    <a:lnTo>
                      <a:pt x="20" y="38"/>
                    </a:lnTo>
                    <a:lnTo>
                      <a:pt x="16" y="38"/>
                    </a:lnTo>
                    <a:lnTo>
                      <a:pt x="16" y="38"/>
                    </a:lnTo>
                    <a:lnTo>
                      <a:pt x="20" y="38"/>
                    </a:lnTo>
                    <a:lnTo>
                      <a:pt x="20" y="38"/>
                    </a:lnTo>
                    <a:lnTo>
                      <a:pt x="20" y="34"/>
                    </a:lnTo>
                    <a:lnTo>
                      <a:pt x="20" y="34"/>
                    </a:lnTo>
                    <a:lnTo>
                      <a:pt x="20" y="34"/>
                    </a:lnTo>
                    <a:lnTo>
                      <a:pt x="20" y="32"/>
                    </a:lnTo>
                    <a:lnTo>
                      <a:pt x="20" y="32"/>
                    </a:lnTo>
                    <a:lnTo>
                      <a:pt x="20" y="28"/>
                    </a:lnTo>
                    <a:lnTo>
                      <a:pt x="20" y="28"/>
                    </a:lnTo>
                    <a:lnTo>
                      <a:pt x="20" y="28"/>
                    </a:lnTo>
                    <a:lnTo>
                      <a:pt x="20" y="28"/>
                    </a:lnTo>
                    <a:lnTo>
                      <a:pt x="24" y="28"/>
                    </a:lnTo>
                    <a:lnTo>
                      <a:pt x="24" y="28"/>
                    </a:lnTo>
                    <a:lnTo>
                      <a:pt x="24" y="32"/>
                    </a:lnTo>
                    <a:lnTo>
                      <a:pt x="24" y="32"/>
                    </a:lnTo>
                    <a:lnTo>
                      <a:pt x="24" y="32"/>
                    </a:lnTo>
                    <a:lnTo>
                      <a:pt x="28" y="32"/>
                    </a:lnTo>
                    <a:lnTo>
                      <a:pt x="28" y="32"/>
                    </a:lnTo>
                    <a:lnTo>
                      <a:pt x="28" y="32"/>
                    </a:lnTo>
                    <a:lnTo>
                      <a:pt x="30" y="32"/>
                    </a:lnTo>
                    <a:lnTo>
                      <a:pt x="30" y="32"/>
                    </a:lnTo>
                    <a:lnTo>
                      <a:pt x="30" y="32"/>
                    </a:lnTo>
                    <a:lnTo>
                      <a:pt x="30" y="32"/>
                    </a:lnTo>
                    <a:lnTo>
                      <a:pt x="30" y="32"/>
                    </a:lnTo>
                    <a:lnTo>
                      <a:pt x="30" y="32"/>
                    </a:lnTo>
                    <a:lnTo>
                      <a:pt x="38" y="32"/>
                    </a:lnTo>
                    <a:lnTo>
                      <a:pt x="42" y="32"/>
                    </a:lnTo>
                    <a:lnTo>
                      <a:pt x="42" y="32"/>
                    </a:lnTo>
                    <a:lnTo>
                      <a:pt x="42" y="32"/>
                    </a:lnTo>
                    <a:lnTo>
                      <a:pt x="42" y="32"/>
                    </a:lnTo>
                    <a:lnTo>
                      <a:pt x="42" y="32"/>
                    </a:lnTo>
                    <a:lnTo>
                      <a:pt x="42" y="34"/>
                    </a:lnTo>
                    <a:lnTo>
                      <a:pt x="42" y="34"/>
                    </a:lnTo>
                    <a:lnTo>
                      <a:pt x="42" y="38"/>
                    </a:lnTo>
                    <a:lnTo>
                      <a:pt x="42" y="38"/>
                    </a:lnTo>
                    <a:lnTo>
                      <a:pt x="42" y="38"/>
                    </a:lnTo>
                    <a:lnTo>
                      <a:pt x="42" y="42"/>
                    </a:lnTo>
                    <a:lnTo>
                      <a:pt x="42" y="50"/>
                    </a:lnTo>
                    <a:lnTo>
                      <a:pt x="42" y="50"/>
                    </a:lnTo>
                    <a:lnTo>
                      <a:pt x="38" y="50"/>
                    </a:lnTo>
                    <a:lnTo>
                      <a:pt x="34" y="50"/>
                    </a:lnTo>
                    <a:lnTo>
                      <a:pt x="34" y="50"/>
                    </a:lnTo>
                    <a:lnTo>
                      <a:pt x="30" y="50"/>
                    </a:lnTo>
                    <a:lnTo>
                      <a:pt x="30" y="50"/>
                    </a:lnTo>
                    <a:lnTo>
                      <a:pt x="30" y="50"/>
                    </a:lnTo>
                    <a:lnTo>
                      <a:pt x="30" y="50"/>
                    </a:lnTo>
                    <a:lnTo>
                      <a:pt x="30" y="50"/>
                    </a:lnTo>
                    <a:close/>
                    <a:moveTo>
                      <a:pt x="8" y="4"/>
                    </a:moveTo>
                    <a:lnTo>
                      <a:pt x="8" y="4"/>
                    </a:lnTo>
                    <a:lnTo>
                      <a:pt x="4" y="8"/>
                    </a:lnTo>
                    <a:lnTo>
                      <a:pt x="4" y="8"/>
                    </a:lnTo>
                    <a:lnTo>
                      <a:pt x="4" y="8"/>
                    </a:lnTo>
                    <a:lnTo>
                      <a:pt x="4" y="8"/>
                    </a:lnTo>
                    <a:lnTo>
                      <a:pt x="4" y="12"/>
                    </a:lnTo>
                    <a:lnTo>
                      <a:pt x="4" y="12"/>
                    </a:lnTo>
                    <a:lnTo>
                      <a:pt x="0" y="12"/>
                    </a:lnTo>
                    <a:lnTo>
                      <a:pt x="0" y="12"/>
                    </a:lnTo>
                    <a:lnTo>
                      <a:pt x="0" y="12"/>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4" y="8"/>
                    </a:lnTo>
                    <a:lnTo>
                      <a:pt x="4" y="8"/>
                    </a:lnTo>
                    <a:lnTo>
                      <a:pt x="4" y="8"/>
                    </a:lnTo>
                    <a:lnTo>
                      <a:pt x="4" y="4"/>
                    </a:lnTo>
                    <a:lnTo>
                      <a:pt x="4" y="4"/>
                    </a:lnTo>
                    <a:lnTo>
                      <a:pt x="4" y="4"/>
                    </a:lnTo>
                    <a:lnTo>
                      <a:pt x="4" y="4"/>
                    </a:lnTo>
                    <a:lnTo>
                      <a:pt x="4" y="4"/>
                    </a:lnTo>
                    <a:lnTo>
                      <a:pt x="4" y="0"/>
                    </a:lnTo>
                    <a:lnTo>
                      <a:pt x="4" y="0"/>
                    </a:lnTo>
                    <a:lnTo>
                      <a:pt x="8" y="0"/>
                    </a:lnTo>
                    <a:lnTo>
                      <a:pt x="8" y="0"/>
                    </a:lnTo>
                    <a:lnTo>
                      <a:pt x="8" y="0"/>
                    </a:lnTo>
                    <a:lnTo>
                      <a:pt x="8" y="4"/>
                    </a:lnTo>
                    <a:lnTo>
                      <a:pt x="8" y="4"/>
                    </a:lnTo>
                    <a:lnTo>
                      <a:pt x="8" y="4"/>
                    </a:lnTo>
                    <a:lnTo>
                      <a:pt x="8" y="4"/>
                    </a:lnTo>
                    <a:lnTo>
                      <a:pt x="8" y="4"/>
                    </a:lnTo>
                    <a:lnTo>
                      <a:pt x="8" y="4"/>
                    </a:lnTo>
                    <a:lnTo>
                      <a:pt x="8" y="4"/>
                    </a:lnTo>
                    <a:lnTo>
                      <a:pt x="8" y="4"/>
                    </a:lnTo>
                    <a:lnTo>
                      <a:pt x="8" y="4"/>
                    </a:lnTo>
                    <a:lnTo>
                      <a:pt x="8" y="4"/>
                    </a:lnTo>
                    <a:lnTo>
                      <a:pt x="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0" name="Freeform 144"/>
              <p:cNvSpPr>
                <a:spLocks noEditPoints="1"/>
              </p:cNvSpPr>
              <p:nvPr/>
            </p:nvSpPr>
            <p:spPr bwMode="gray">
              <a:xfrm>
                <a:off x="5693938" y="3977039"/>
                <a:ext cx="170449" cy="173926"/>
              </a:xfrm>
              <a:custGeom>
                <a:avLst/>
                <a:gdLst>
                  <a:gd name="T0" fmla="*/ 42 w 98"/>
                  <a:gd name="T1" fmla="*/ 34 h 100"/>
                  <a:gd name="T2" fmla="*/ 46 w 98"/>
                  <a:gd name="T3" fmla="*/ 44 h 100"/>
                  <a:gd name="T4" fmla="*/ 46 w 98"/>
                  <a:gd name="T5" fmla="*/ 44 h 100"/>
                  <a:gd name="T6" fmla="*/ 48 w 98"/>
                  <a:gd name="T7" fmla="*/ 52 h 100"/>
                  <a:gd name="T8" fmla="*/ 48 w 98"/>
                  <a:gd name="T9" fmla="*/ 48 h 100"/>
                  <a:gd name="T10" fmla="*/ 48 w 98"/>
                  <a:gd name="T11" fmla="*/ 44 h 100"/>
                  <a:gd name="T12" fmla="*/ 52 w 98"/>
                  <a:gd name="T13" fmla="*/ 52 h 100"/>
                  <a:gd name="T14" fmla="*/ 56 w 98"/>
                  <a:gd name="T15" fmla="*/ 52 h 100"/>
                  <a:gd name="T16" fmla="*/ 64 w 98"/>
                  <a:gd name="T17" fmla="*/ 60 h 100"/>
                  <a:gd name="T18" fmla="*/ 72 w 98"/>
                  <a:gd name="T19" fmla="*/ 68 h 100"/>
                  <a:gd name="T20" fmla="*/ 74 w 98"/>
                  <a:gd name="T21" fmla="*/ 72 h 100"/>
                  <a:gd name="T22" fmla="*/ 82 w 98"/>
                  <a:gd name="T23" fmla="*/ 74 h 100"/>
                  <a:gd name="T24" fmla="*/ 82 w 98"/>
                  <a:gd name="T25" fmla="*/ 78 h 100"/>
                  <a:gd name="T26" fmla="*/ 86 w 98"/>
                  <a:gd name="T27" fmla="*/ 82 h 100"/>
                  <a:gd name="T28" fmla="*/ 90 w 98"/>
                  <a:gd name="T29" fmla="*/ 86 h 100"/>
                  <a:gd name="T30" fmla="*/ 94 w 98"/>
                  <a:gd name="T31" fmla="*/ 94 h 100"/>
                  <a:gd name="T32" fmla="*/ 98 w 98"/>
                  <a:gd name="T33" fmla="*/ 94 h 100"/>
                  <a:gd name="T34" fmla="*/ 90 w 98"/>
                  <a:gd name="T35" fmla="*/ 100 h 100"/>
                  <a:gd name="T36" fmla="*/ 86 w 98"/>
                  <a:gd name="T37" fmla="*/ 98 h 100"/>
                  <a:gd name="T38" fmla="*/ 86 w 98"/>
                  <a:gd name="T39" fmla="*/ 98 h 100"/>
                  <a:gd name="T40" fmla="*/ 82 w 98"/>
                  <a:gd name="T41" fmla="*/ 94 h 100"/>
                  <a:gd name="T42" fmla="*/ 78 w 98"/>
                  <a:gd name="T43" fmla="*/ 90 h 100"/>
                  <a:gd name="T44" fmla="*/ 78 w 98"/>
                  <a:gd name="T45" fmla="*/ 86 h 100"/>
                  <a:gd name="T46" fmla="*/ 74 w 98"/>
                  <a:gd name="T47" fmla="*/ 82 h 100"/>
                  <a:gd name="T48" fmla="*/ 68 w 98"/>
                  <a:gd name="T49" fmla="*/ 78 h 100"/>
                  <a:gd name="T50" fmla="*/ 68 w 98"/>
                  <a:gd name="T51" fmla="*/ 74 h 100"/>
                  <a:gd name="T52" fmla="*/ 64 w 98"/>
                  <a:gd name="T53" fmla="*/ 68 h 100"/>
                  <a:gd name="T54" fmla="*/ 60 w 98"/>
                  <a:gd name="T55" fmla="*/ 68 h 100"/>
                  <a:gd name="T56" fmla="*/ 56 w 98"/>
                  <a:gd name="T57" fmla="*/ 64 h 100"/>
                  <a:gd name="T58" fmla="*/ 52 w 98"/>
                  <a:gd name="T59" fmla="*/ 64 h 100"/>
                  <a:gd name="T60" fmla="*/ 48 w 98"/>
                  <a:gd name="T61" fmla="*/ 64 h 100"/>
                  <a:gd name="T62" fmla="*/ 42 w 98"/>
                  <a:gd name="T63" fmla="*/ 64 h 100"/>
                  <a:gd name="T64" fmla="*/ 38 w 98"/>
                  <a:gd name="T65" fmla="*/ 60 h 100"/>
                  <a:gd name="T66" fmla="*/ 34 w 98"/>
                  <a:gd name="T67" fmla="*/ 64 h 100"/>
                  <a:gd name="T68" fmla="*/ 26 w 98"/>
                  <a:gd name="T69" fmla="*/ 60 h 100"/>
                  <a:gd name="T70" fmla="*/ 22 w 98"/>
                  <a:gd name="T71" fmla="*/ 56 h 100"/>
                  <a:gd name="T72" fmla="*/ 18 w 98"/>
                  <a:gd name="T73" fmla="*/ 72 h 100"/>
                  <a:gd name="T74" fmla="*/ 12 w 98"/>
                  <a:gd name="T75" fmla="*/ 64 h 100"/>
                  <a:gd name="T76" fmla="*/ 12 w 98"/>
                  <a:gd name="T77" fmla="*/ 68 h 100"/>
                  <a:gd name="T78" fmla="*/ 4 w 98"/>
                  <a:gd name="T79" fmla="*/ 68 h 100"/>
                  <a:gd name="T80" fmla="*/ 0 w 98"/>
                  <a:gd name="T81" fmla="*/ 52 h 100"/>
                  <a:gd name="T82" fmla="*/ 4 w 98"/>
                  <a:gd name="T83" fmla="*/ 42 h 100"/>
                  <a:gd name="T84" fmla="*/ 8 w 98"/>
                  <a:gd name="T85" fmla="*/ 34 h 100"/>
                  <a:gd name="T86" fmla="*/ 8 w 98"/>
                  <a:gd name="T87" fmla="*/ 26 h 100"/>
                  <a:gd name="T88" fmla="*/ 8 w 98"/>
                  <a:gd name="T89" fmla="*/ 18 h 100"/>
                  <a:gd name="T90" fmla="*/ 16 w 98"/>
                  <a:gd name="T91" fmla="*/ 18 h 100"/>
                  <a:gd name="T92" fmla="*/ 16 w 98"/>
                  <a:gd name="T93" fmla="*/ 16 h 100"/>
                  <a:gd name="T94" fmla="*/ 22 w 98"/>
                  <a:gd name="T95" fmla="*/ 12 h 100"/>
                  <a:gd name="T96" fmla="*/ 30 w 98"/>
                  <a:gd name="T97" fmla="*/ 8 h 100"/>
                  <a:gd name="T98" fmla="*/ 34 w 98"/>
                  <a:gd name="T99" fmla="*/ 4 h 100"/>
                  <a:gd name="T100" fmla="*/ 38 w 98"/>
                  <a:gd name="T101" fmla="*/ 16 h 100"/>
                  <a:gd name="T102" fmla="*/ 42 w 98"/>
                  <a:gd name="T103" fmla="*/ 26 h 100"/>
                  <a:gd name="T104" fmla="*/ 42 w 98"/>
                  <a:gd name="T105" fmla="*/ 30 h 100"/>
                  <a:gd name="T106" fmla="*/ 52 w 98"/>
                  <a:gd name="T107" fmla="*/ 42 h 100"/>
                  <a:gd name="T108" fmla="*/ 52 w 98"/>
                  <a:gd name="T109" fmla="*/ 42 h 100"/>
                  <a:gd name="T110" fmla="*/ 56 w 98"/>
                  <a:gd name="T111" fmla="*/ 42 h 100"/>
                  <a:gd name="T112" fmla="*/ 56 w 98"/>
                  <a:gd name="T113" fmla="*/ 42 h 100"/>
                  <a:gd name="T114" fmla="*/ 56 w 98"/>
                  <a:gd name="T115" fmla="*/ 44 h 100"/>
                  <a:gd name="T116" fmla="*/ 52 w 98"/>
                  <a:gd name="T117" fmla="*/ 42 h 100"/>
                  <a:gd name="T118" fmla="*/ 52 w 98"/>
                  <a:gd name="T119" fmla="*/ 42 h 100"/>
                  <a:gd name="T120" fmla="*/ 52 w 98"/>
                  <a:gd name="T121" fmla="*/ 42 h 100"/>
                  <a:gd name="T122" fmla="*/ 52 w 98"/>
                  <a:gd name="T123" fmla="*/ 38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98" h="100">
                    <a:moveTo>
                      <a:pt x="42" y="30"/>
                    </a:moveTo>
                    <a:lnTo>
                      <a:pt x="42" y="30"/>
                    </a:lnTo>
                    <a:lnTo>
                      <a:pt x="42" y="30"/>
                    </a:lnTo>
                    <a:lnTo>
                      <a:pt x="42" y="34"/>
                    </a:lnTo>
                    <a:lnTo>
                      <a:pt x="42" y="34"/>
                    </a:lnTo>
                    <a:lnTo>
                      <a:pt x="42" y="34"/>
                    </a:lnTo>
                    <a:lnTo>
                      <a:pt x="42" y="38"/>
                    </a:lnTo>
                    <a:lnTo>
                      <a:pt x="42" y="38"/>
                    </a:lnTo>
                    <a:lnTo>
                      <a:pt x="42" y="38"/>
                    </a:lnTo>
                    <a:lnTo>
                      <a:pt x="46" y="42"/>
                    </a:lnTo>
                    <a:lnTo>
                      <a:pt x="46" y="42"/>
                    </a:lnTo>
                    <a:lnTo>
                      <a:pt x="46" y="44"/>
                    </a:lnTo>
                    <a:lnTo>
                      <a:pt x="46" y="44"/>
                    </a:lnTo>
                    <a:lnTo>
                      <a:pt x="46" y="44"/>
                    </a:lnTo>
                    <a:lnTo>
                      <a:pt x="46" y="44"/>
                    </a:lnTo>
                    <a:lnTo>
                      <a:pt x="46" y="44"/>
                    </a:lnTo>
                    <a:lnTo>
                      <a:pt x="46" y="44"/>
                    </a:lnTo>
                    <a:lnTo>
                      <a:pt x="46" y="44"/>
                    </a:lnTo>
                    <a:lnTo>
                      <a:pt x="46" y="44"/>
                    </a:lnTo>
                    <a:lnTo>
                      <a:pt x="48" y="48"/>
                    </a:lnTo>
                    <a:lnTo>
                      <a:pt x="48" y="48"/>
                    </a:lnTo>
                    <a:lnTo>
                      <a:pt x="48" y="48"/>
                    </a:lnTo>
                    <a:lnTo>
                      <a:pt x="48" y="52"/>
                    </a:lnTo>
                    <a:lnTo>
                      <a:pt x="48" y="52"/>
                    </a:lnTo>
                    <a:lnTo>
                      <a:pt x="48" y="52"/>
                    </a:lnTo>
                    <a:lnTo>
                      <a:pt x="48" y="52"/>
                    </a:lnTo>
                    <a:lnTo>
                      <a:pt x="48" y="52"/>
                    </a:lnTo>
                    <a:lnTo>
                      <a:pt x="48" y="52"/>
                    </a:lnTo>
                    <a:lnTo>
                      <a:pt x="48" y="52"/>
                    </a:lnTo>
                    <a:lnTo>
                      <a:pt x="48" y="48"/>
                    </a:lnTo>
                    <a:lnTo>
                      <a:pt x="48" y="48"/>
                    </a:lnTo>
                    <a:lnTo>
                      <a:pt x="48" y="48"/>
                    </a:lnTo>
                    <a:lnTo>
                      <a:pt x="48" y="48"/>
                    </a:lnTo>
                    <a:lnTo>
                      <a:pt x="48" y="44"/>
                    </a:lnTo>
                    <a:lnTo>
                      <a:pt x="48" y="44"/>
                    </a:lnTo>
                    <a:lnTo>
                      <a:pt x="48" y="44"/>
                    </a:lnTo>
                    <a:lnTo>
                      <a:pt x="52" y="48"/>
                    </a:lnTo>
                    <a:lnTo>
                      <a:pt x="52" y="48"/>
                    </a:lnTo>
                    <a:lnTo>
                      <a:pt x="52" y="48"/>
                    </a:lnTo>
                    <a:lnTo>
                      <a:pt x="52" y="48"/>
                    </a:lnTo>
                    <a:lnTo>
                      <a:pt x="52" y="52"/>
                    </a:lnTo>
                    <a:lnTo>
                      <a:pt x="52" y="52"/>
                    </a:lnTo>
                    <a:lnTo>
                      <a:pt x="52" y="52"/>
                    </a:lnTo>
                    <a:lnTo>
                      <a:pt x="52" y="56"/>
                    </a:lnTo>
                    <a:lnTo>
                      <a:pt x="56" y="56"/>
                    </a:lnTo>
                    <a:lnTo>
                      <a:pt x="56" y="56"/>
                    </a:lnTo>
                    <a:lnTo>
                      <a:pt x="56" y="56"/>
                    </a:lnTo>
                    <a:lnTo>
                      <a:pt x="56" y="52"/>
                    </a:lnTo>
                    <a:lnTo>
                      <a:pt x="60" y="52"/>
                    </a:lnTo>
                    <a:lnTo>
                      <a:pt x="60" y="56"/>
                    </a:lnTo>
                    <a:lnTo>
                      <a:pt x="60" y="56"/>
                    </a:lnTo>
                    <a:lnTo>
                      <a:pt x="64" y="56"/>
                    </a:lnTo>
                    <a:lnTo>
                      <a:pt x="64" y="56"/>
                    </a:lnTo>
                    <a:lnTo>
                      <a:pt x="64" y="60"/>
                    </a:lnTo>
                    <a:lnTo>
                      <a:pt x="64" y="60"/>
                    </a:lnTo>
                    <a:lnTo>
                      <a:pt x="64" y="60"/>
                    </a:lnTo>
                    <a:lnTo>
                      <a:pt x="68" y="60"/>
                    </a:lnTo>
                    <a:lnTo>
                      <a:pt x="72" y="64"/>
                    </a:lnTo>
                    <a:lnTo>
                      <a:pt x="72" y="64"/>
                    </a:lnTo>
                    <a:lnTo>
                      <a:pt x="72" y="68"/>
                    </a:lnTo>
                    <a:lnTo>
                      <a:pt x="74" y="68"/>
                    </a:lnTo>
                    <a:lnTo>
                      <a:pt x="74" y="72"/>
                    </a:lnTo>
                    <a:lnTo>
                      <a:pt x="74" y="72"/>
                    </a:lnTo>
                    <a:lnTo>
                      <a:pt x="74" y="72"/>
                    </a:lnTo>
                    <a:lnTo>
                      <a:pt x="74" y="72"/>
                    </a:lnTo>
                    <a:lnTo>
                      <a:pt x="74" y="72"/>
                    </a:lnTo>
                    <a:lnTo>
                      <a:pt x="78" y="74"/>
                    </a:lnTo>
                    <a:lnTo>
                      <a:pt x="78" y="74"/>
                    </a:lnTo>
                    <a:lnTo>
                      <a:pt x="78" y="74"/>
                    </a:lnTo>
                    <a:lnTo>
                      <a:pt x="78" y="74"/>
                    </a:lnTo>
                    <a:lnTo>
                      <a:pt x="82" y="74"/>
                    </a:lnTo>
                    <a:lnTo>
                      <a:pt x="82" y="74"/>
                    </a:lnTo>
                    <a:lnTo>
                      <a:pt x="82" y="78"/>
                    </a:lnTo>
                    <a:lnTo>
                      <a:pt x="82" y="78"/>
                    </a:lnTo>
                    <a:lnTo>
                      <a:pt x="82" y="78"/>
                    </a:lnTo>
                    <a:lnTo>
                      <a:pt x="82" y="78"/>
                    </a:lnTo>
                    <a:lnTo>
                      <a:pt x="82" y="78"/>
                    </a:lnTo>
                    <a:lnTo>
                      <a:pt x="82" y="78"/>
                    </a:lnTo>
                    <a:lnTo>
                      <a:pt x="82" y="78"/>
                    </a:lnTo>
                    <a:lnTo>
                      <a:pt x="82" y="78"/>
                    </a:lnTo>
                    <a:lnTo>
                      <a:pt x="82" y="78"/>
                    </a:lnTo>
                    <a:lnTo>
                      <a:pt x="86" y="78"/>
                    </a:lnTo>
                    <a:lnTo>
                      <a:pt x="86" y="82"/>
                    </a:lnTo>
                    <a:lnTo>
                      <a:pt x="86" y="82"/>
                    </a:lnTo>
                    <a:lnTo>
                      <a:pt x="86" y="82"/>
                    </a:lnTo>
                    <a:lnTo>
                      <a:pt x="86" y="86"/>
                    </a:lnTo>
                    <a:lnTo>
                      <a:pt x="86" y="86"/>
                    </a:lnTo>
                    <a:lnTo>
                      <a:pt x="86" y="86"/>
                    </a:lnTo>
                    <a:lnTo>
                      <a:pt x="90" y="86"/>
                    </a:lnTo>
                    <a:lnTo>
                      <a:pt x="90" y="86"/>
                    </a:lnTo>
                    <a:lnTo>
                      <a:pt x="90" y="90"/>
                    </a:lnTo>
                    <a:lnTo>
                      <a:pt x="90" y="90"/>
                    </a:lnTo>
                    <a:lnTo>
                      <a:pt x="90" y="90"/>
                    </a:lnTo>
                    <a:lnTo>
                      <a:pt x="90" y="90"/>
                    </a:lnTo>
                    <a:lnTo>
                      <a:pt x="94" y="94"/>
                    </a:lnTo>
                    <a:lnTo>
                      <a:pt x="94" y="94"/>
                    </a:lnTo>
                    <a:lnTo>
                      <a:pt x="94" y="94"/>
                    </a:lnTo>
                    <a:lnTo>
                      <a:pt x="94" y="90"/>
                    </a:lnTo>
                    <a:lnTo>
                      <a:pt x="94" y="90"/>
                    </a:lnTo>
                    <a:lnTo>
                      <a:pt x="94" y="90"/>
                    </a:lnTo>
                    <a:lnTo>
                      <a:pt x="98" y="94"/>
                    </a:lnTo>
                    <a:lnTo>
                      <a:pt x="98" y="94"/>
                    </a:lnTo>
                    <a:lnTo>
                      <a:pt x="98" y="94"/>
                    </a:lnTo>
                    <a:lnTo>
                      <a:pt x="94" y="94"/>
                    </a:lnTo>
                    <a:lnTo>
                      <a:pt x="90" y="98"/>
                    </a:lnTo>
                    <a:lnTo>
                      <a:pt x="90" y="98"/>
                    </a:lnTo>
                    <a:lnTo>
                      <a:pt x="90" y="98"/>
                    </a:lnTo>
                    <a:lnTo>
                      <a:pt x="90" y="100"/>
                    </a:lnTo>
                    <a:lnTo>
                      <a:pt x="90" y="100"/>
                    </a:lnTo>
                    <a:lnTo>
                      <a:pt x="90" y="98"/>
                    </a:lnTo>
                    <a:lnTo>
                      <a:pt x="90" y="98"/>
                    </a:lnTo>
                    <a:lnTo>
                      <a:pt x="90" y="98"/>
                    </a:lnTo>
                    <a:lnTo>
                      <a:pt x="86" y="98"/>
                    </a:lnTo>
                    <a:lnTo>
                      <a:pt x="86" y="98"/>
                    </a:lnTo>
                    <a:lnTo>
                      <a:pt x="86" y="98"/>
                    </a:lnTo>
                    <a:lnTo>
                      <a:pt x="86" y="98"/>
                    </a:lnTo>
                    <a:lnTo>
                      <a:pt x="86" y="98"/>
                    </a:lnTo>
                    <a:lnTo>
                      <a:pt x="86" y="98"/>
                    </a:lnTo>
                    <a:lnTo>
                      <a:pt x="86" y="98"/>
                    </a:lnTo>
                    <a:lnTo>
                      <a:pt x="86" y="98"/>
                    </a:lnTo>
                    <a:lnTo>
                      <a:pt x="86" y="98"/>
                    </a:lnTo>
                    <a:lnTo>
                      <a:pt x="82" y="98"/>
                    </a:lnTo>
                    <a:lnTo>
                      <a:pt x="82" y="94"/>
                    </a:lnTo>
                    <a:lnTo>
                      <a:pt x="82" y="94"/>
                    </a:lnTo>
                    <a:lnTo>
                      <a:pt x="82" y="94"/>
                    </a:lnTo>
                    <a:lnTo>
                      <a:pt x="82" y="94"/>
                    </a:lnTo>
                    <a:lnTo>
                      <a:pt x="82" y="94"/>
                    </a:lnTo>
                    <a:lnTo>
                      <a:pt x="82" y="94"/>
                    </a:lnTo>
                    <a:lnTo>
                      <a:pt x="82" y="94"/>
                    </a:lnTo>
                    <a:lnTo>
                      <a:pt x="82" y="90"/>
                    </a:lnTo>
                    <a:lnTo>
                      <a:pt x="78" y="90"/>
                    </a:lnTo>
                    <a:lnTo>
                      <a:pt x="78" y="90"/>
                    </a:lnTo>
                    <a:lnTo>
                      <a:pt x="78" y="90"/>
                    </a:lnTo>
                    <a:lnTo>
                      <a:pt x="78" y="90"/>
                    </a:lnTo>
                    <a:lnTo>
                      <a:pt x="78" y="90"/>
                    </a:lnTo>
                    <a:lnTo>
                      <a:pt x="78" y="90"/>
                    </a:lnTo>
                    <a:lnTo>
                      <a:pt x="78" y="86"/>
                    </a:lnTo>
                    <a:lnTo>
                      <a:pt x="78" y="86"/>
                    </a:lnTo>
                    <a:lnTo>
                      <a:pt x="78" y="86"/>
                    </a:lnTo>
                    <a:lnTo>
                      <a:pt x="78" y="86"/>
                    </a:lnTo>
                    <a:lnTo>
                      <a:pt x="78" y="86"/>
                    </a:lnTo>
                    <a:lnTo>
                      <a:pt x="74" y="86"/>
                    </a:lnTo>
                    <a:lnTo>
                      <a:pt x="74" y="82"/>
                    </a:lnTo>
                    <a:lnTo>
                      <a:pt x="74" y="82"/>
                    </a:lnTo>
                    <a:lnTo>
                      <a:pt x="74" y="82"/>
                    </a:lnTo>
                    <a:lnTo>
                      <a:pt x="74" y="82"/>
                    </a:lnTo>
                    <a:lnTo>
                      <a:pt x="74" y="82"/>
                    </a:lnTo>
                    <a:lnTo>
                      <a:pt x="72" y="82"/>
                    </a:lnTo>
                    <a:lnTo>
                      <a:pt x="68" y="78"/>
                    </a:lnTo>
                    <a:lnTo>
                      <a:pt x="68" y="78"/>
                    </a:lnTo>
                    <a:lnTo>
                      <a:pt x="68" y="78"/>
                    </a:lnTo>
                    <a:lnTo>
                      <a:pt x="68" y="74"/>
                    </a:lnTo>
                    <a:lnTo>
                      <a:pt x="68" y="74"/>
                    </a:lnTo>
                    <a:lnTo>
                      <a:pt x="68" y="74"/>
                    </a:lnTo>
                    <a:lnTo>
                      <a:pt x="68" y="74"/>
                    </a:lnTo>
                    <a:lnTo>
                      <a:pt x="68" y="74"/>
                    </a:lnTo>
                    <a:lnTo>
                      <a:pt x="68" y="72"/>
                    </a:lnTo>
                    <a:lnTo>
                      <a:pt x="64" y="72"/>
                    </a:lnTo>
                    <a:lnTo>
                      <a:pt x="64" y="72"/>
                    </a:lnTo>
                    <a:lnTo>
                      <a:pt x="64" y="68"/>
                    </a:lnTo>
                    <a:lnTo>
                      <a:pt x="64" y="68"/>
                    </a:lnTo>
                    <a:lnTo>
                      <a:pt x="64" y="68"/>
                    </a:lnTo>
                    <a:lnTo>
                      <a:pt x="60" y="68"/>
                    </a:lnTo>
                    <a:lnTo>
                      <a:pt x="60" y="68"/>
                    </a:lnTo>
                    <a:lnTo>
                      <a:pt x="60" y="68"/>
                    </a:lnTo>
                    <a:lnTo>
                      <a:pt x="60" y="68"/>
                    </a:lnTo>
                    <a:lnTo>
                      <a:pt x="60" y="68"/>
                    </a:lnTo>
                    <a:lnTo>
                      <a:pt x="60" y="68"/>
                    </a:lnTo>
                    <a:lnTo>
                      <a:pt x="56" y="68"/>
                    </a:lnTo>
                    <a:lnTo>
                      <a:pt x="56" y="68"/>
                    </a:lnTo>
                    <a:lnTo>
                      <a:pt x="56" y="64"/>
                    </a:lnTo>
                    <a:lnTo>
                      <a:pt x="56" y="64"/>
                    </a:lnTo>
                    <a:lnTo>
                      <a:pt x="56" y="64"/>
                    </a:lnTo>
                    <a:lnTo>
                      <a:pt x="56" y="64"/>
                    </a:lnTo>
                    <a:lnTo>
                      <a:pt x="56" y="64"/>
                    </a:lnTo>
                    <a:lnTo>
                      <a:pt x="52" y="64"/>
                    </a:lnTo>
                    <a:lnTo>
                      <a:pt x="52" y="64"/>
                    </a:lnTo>
                    <a:lnTo>
                      <a:pt x="52" y="64"/>
                    </a:lnTo>
                    <a:lnTo>
                      <a:pt x="52" y="64"/>
                    </a:lnTo>
                    <a:lnTo>
                      <a:pt x="52" y="64"/>
                    </a:lnTo>
                    <a:lnTo>
                      <a:pt x="48" y="64"/>
                    </a:lnTo>
                    <a:lnTo>
                      <a:pt x="48" y="64"/>
                    </a:lnTo>
                    <a:lnTo>
                      <a:pt x="48" y="64"/>
                    </a:lnTo>
                    <a:lnTo>
                      <a:pt x="48" y="64"/>
                    </a:lnTo>
                    <a:lnTo>
                      <a:pt x="48" y="64"/>
                    </a:lnTo>
                    <a:lnTo>
                      <a:pt x="48" y="64"/>
                    </a:lnTo>
                    <a:lnTo>
                      <a:pt x="48" y="64"/>
                    </a:lnTo>
                    <a:lnTo>
                      <a:pt x="46" y="64"/>
                    </a:lnTo>
                    <a:lnTo>
                      <a:pt x="46" y="60"/>
                    </a:lnTo>
                    <a:lnTo>
                      <a:pt x="46" y="64"/>
                    </a:lnTo>
                    <a:lnTo>
                      <a:pt x="42" y="64"/>
                    </a:lnTo>
                    <a:lnTo>
                      <a:pt x="42" y="64"/>
                    </a:lnTo>
                    <a:lnTo>
                      <a:pt x="42" y="64"/>
                    </a:lnTo>
                    <a:lnTo>
                      <a:pt x="42" y="64"/>
                    </a:lnTo>
                    <a:lnTo>
                      <a:pt x="42" y="60"/>
                    </a:lnTo>
                    <a:lnTo>
                      <a:pt x="42" y="60"/>
                    </a:lnTo>
                    <a:lnTo>
                      <a:pt x="42" y="60"/>
                    </a:lnTo>
                    <a:lnTo>
                      <a:pt x="38" y="60"/>
                    </a:lnTo>
                    <a:lnTo>
                      <a:pt x="38" y="60"/>
                    </a:lnTo>
                    <a:lnTo>
                      <a:pt x="38" y="60"/>
                    </a:lnTo>
                    <a:lnTo>
                      <a:pt x="38" y="60"/>
                    </a:lnTo>
                    <a:lnTo>
                      <a:pt x="38" y="64"/>
                    </a:lnTo>
                    <a:lnTo>
                      <a:pt x="38" y="64"/>
                    </a:lnTo>
                    <a:lnTo>
                      <a:pt x="34" y="64"/>
                    </a:lnTo>
                    <a:lnTo>
                      <a:pt x="30" y="64"/>
                    </a:lnTo>
                    <a:lnTo>
                      <a:pt x="30" y="64"/>
                    </a:lnTo>
                    <a:lnTo>
                      <a:pt x="26" y="64"/>
                    </a:lnTo>
                    <a:lnTo>
                      <a:pt x="26" y="60"/>
                    </a:lnTo>
                    <a:lnTo>
                      <a:pt x="26" y="60"/>
                    </a:lnTo>
                    <a:lnTo>
                      <a:pt x="26" y="60"/>
                    </a:lnTo>
                    <a:lnTo>
                      <a:pt x="26" y="60"/>
                    </a:lnTo>
                    <a:lnTo>
                      <a:pt x="26" y="60"/>
                    </a:lnTo>
                    <a:lnTo>
                      <a:pt x="22" y="60"/>
                    </a:lnTo>
                    <a:lnTo>
                      <a:pt x="22" y="60"/>
                    </a:lnTo>
                    <a:lnTo>
                      <a:pt x="22" y="56"/>
                    </a:lnTo>
                    <a:lnTo>
                      <a:pt x="22" y="56"/>
                    </a:lnTo>
                    <a:lnTo>
                      <a:pt x="22" y="56"/>
                    </a:lnTo>
                    <a:lnTo>
                      <a:pt x="22" y="56"/>
                    </a:lnTo>
                    <a:lnTo>
                      <a:pt x="22" y="56"/>
                    </a:lnTo>
                    <a:lnTo>
                      <a:pt x="22" y="60"/>
                    </a:lnTo>
                    <a:lnTo>
                      <a:pt x="18" y="64"/>
                    </a:lnTo>
                    <a:lnTo>
                      <a:pt x="18" y="72"/>
                    </a:lnTo>
                    <a:lnTo>
                      <a:pt x="16" y="72"/>
                    </a:lnTo>
                    <a:lnTo>
                      <a:pt x="16" y="68"/>
                    </a:lnTo>
                    <a:lnTo>
                      <a:pt x="16" y="64"/>
                    </a:lnTo>
                    <a:lnTo>
                      <a:pt x="16" y="64"/>
                    </a:lnTo>
                    <a:lnTo>
                      <a:pt x="16" y="64"/>
                    </a:lnTo>
                    <a:lnTo>
                      <a:pt x="12" y="64"/>
                    </a:lnTo>
                    <a:lnTo>
                      <a:pt x="12" y="64"/>
                    </a:lnTo>
                    <a:lnTo>
                      <a:pt x="12" y="64"/>
                    </a:lnTo>
                    <a:lnTo>
                      <a:pt x="12" y="64"/>
                    </a:lnTo>
                    <a:lnTo>
                      <a:pt x="12" y="64"/>
                    </a:lnTo>
                    <a:lnTo>
                      <a:pt x="12" y="68"/>
                    </a:lnTo>
                    <a:lnTo>
                      <a:pt x="12" y="68"/>
                    </a:lnTo>
                    <a:lnTo>
                      <a:pt x="8" y="68"/>
                    </a:lnTo>
                    <a:lnTo>
                      <a:pt x="8" y="68"/>
                    </a:lnTo>
                    <a:lnTo>
                      <a:pt x="8" y="68"/>
                    </a:lnTo>
                    <a:lnTo>
                      <a:pt x="8" y="68"/>
                    </a:lnTo>
                    <a:lnTo>
                      <a:pt x="4" y="68"/>
                    </a:lnTo>
                    <a:lnTo>
                      <a:pt x="4" y="68"/>
                    </a:lnTo>
                    <a:lnTo>
                      <a:pt x="4" y="68"/>
                    </a:lnTo>
                    <a:lnTo>
                      <a:pt x="4" y="68"/>
                    </a:lnTo>
                    <a:lnTo>
                      <a:pt x="4" y="68"/>
                    </a:lnTo>
                    <a:lnTo>
                      <a:pt x="4" y="64"/>
                    </a:lnTo>
                    <a:lnTo>
                      <a:pt x="0" y="52"/>
                    </a:lnTo>
                    <a:lnTo>
                      <a:pt x="0" y="52"/>
                    </a:lnTo>
                    <a:lnTo>
                      <a:pt x="0" y="52"/>
                    </a:lnTo>
                    <a:lnTo>
                      <a:pt x="4" y="48"/>
                    </a:lnTo>
                    <a:lnTo>
                      <a:pt x="4" y="48"/>
                    </a:lnTo>
                    <a:lnTo>
                      <a:pt x="4" y="44"/>
                    </a:lnTo>
                    <a:lnTo>
                      <a:pt x="4" y="44"/>
                    </a:lnTo>
                    <a:lnTo>
                      <a:pt x="4" y="42"/>
                    </a:lnTo>
                    <a:lnTo>
                      <a:pt x="4" y="42"/>
                    </a:lnTo>
                    <a:lnTo>
                      <a:pt x="8" y="42"/>
                    </a:lnTo>
                    <a:lnTo>
                      <a:pt x="8" y="38"/>
                    </a:lnTo>
                    <a:lnTo>
                      <a:pt x="8" y="34"/>
                    </a:lnTo>
                    <a:lnTo>
                      <a:pt x="8" y="34"/>
                    </a:lnTo>
                    <a:lnTo>
                      <a:pt x="8" y="34"/>
                    </a:lnTo>
                    <a:lnTo>
                      <a:pt x="8" y="30"/>
                    </a:lnTo>
                    <a:lnTo>
                      <a:pt x="8" y="30"/>
                    </a:lnTo>
                    <a:lnTo>
                      <a:pt x="8" y="30"/>
                    </a:lnTo>
                    <a:lnTo>
                      <a:pt x="8" y="26"/>
                    </a:lnTo>
                    <a:lnTo>
                      <a:pt x="8" y="26"/>
                    </a:lnTo>
                    <a:lnTo>
                      <a:pt x="8" y="26"/>
                    </a:lnTo>
                    <a:lnTo>
                      <a:pt x="8" y="26"/>
                    </a:lnTo>
                    <a:lnTo>
                      <a:pt x="8" y="26"/>
                    </a:lnTo>
                    <a:lnTo>
                      <a:pt x="8" y="22"/>
                    </a:lnTo>
                    <a:lnTo>
                      <a:pt x="8" y="22"/>
                    </a:lnTo>
                    <a:lnTo>
                      <a:pt x="8" y="22"/>
                    </a:lnTo>
                    <a:lnTo>
                      <a:pt x="8" y="18"/>
                    </a:lnTo>
                    <a:lnTo>
                      <a:pt x="8" y="18"/>
                    </a:lnTo>
                    <a:lnTo>
                      <a:pt x="12" y="18"/>
                    </a:lnTo>
                    <a:lnTo>
                      <a:pt x="12" y="18"/>
                    </a:lnTo>
                    <a:lnTo>
                      <a:pt x="12" y="18"/>
                    </a:lnTo>
                    <a:lnTo>
                      <a:pt x="12" y="18"/>
                    </a:lnTo>
                    <a:lnTo>
                      <a:pt x="16" y="18"/>
                    </a:lnTo>
                    <a:lnTo>
                      <a:pt x="16" y="18"/>
                    </a:lnTo>
                    <a:lnTo>
                      <a:pt x="16" y="18"/>
                    </a:lnTo>
                    <a:lnTo>
                      <a:pt x="16" y="16"/>
                    </a:lnTo>
                    <a:lnTo>
                      <a:pt x="16" y="16"/>
                    </a:lnTo>
                    <a:lnTo>
                      <a:pt x="16" y="16"/>
                    </a:lnTo>
                    <a:lnTo>
                      <a:pt x="16" y="16"/>
                    </a:lnTo>
                    <a:lnTo>
                      <a:pt x="18" y="12"/>
                    </a:lnTo>
                    <a:lnTo>
                      <a:pt x="18" y="12"/>
                    </a:lnTo>
                    <a:lnTo>
                      <a:pt x="18" y="12"/>
                    </a:lnTo>
                    <a:lnTo>
                      <a:pt x="22" y="12"/>
                    </a:lnTo>
                    <a:lnTo>
                      <a:pt x="22" y="12"/>
                    </a:lnTo>
                    <a:lnTo>
                      <a:pt x="22" y="12"/>
                    </a:lnTo>
                    <a:lnTo>
                      <a:pt x="22" y="12"/>
                    </a:lnTo>
                    <a:lnTo>
                      <a:pt x="22" y="8"/>
                    </a:lnTo>
                    <a:lnTo>
                      <a:pt x="26" y="12"/>
                    </a:lnTo>
                    <a:lnTo>
                      <a:pt x="26" y="12"/>
                    </a:lnTo>
                    <a:lnTo>
                      <a:pt x="26" y="12"/>
                    </a:lnTo>
                    <a:lnTo>
                      <a:pt x="30" y="8"/>
                    </a:lnTo>
                    <a:lnTo>
                      <a:pt x="30" y="4"/>
                    </a:lnTo>
                    <a:lnTo>
                      <a:pt x="30" y="4"/>
                    </a:lnTo>
                    <a:lnTo>
                      <a:pt x="30" y="4"/>
                    </a:lnTo>
                    <a:lnTo>
                      <a:pt x="30" y="0"/>
                    </a:lnTo>
                    <a:lnTo>
                      <a:pt x="34" y="4"/>
                    </a:lnTo>
                    <a:lnTo>
                      <a:pt x="34" y="4"/>
                    </a:lnTo>
                    <a:lnTo>
                      <a:pt x="34" y="4"/>
                    </a:lnTo>
                    <a:lnTo>
                      <a:pt x="34" y="8"/>
                    </a:lnTo>
                    <a:lnTo>
                      <a:pt x="34" y="8"/>
                    </a:lnTo>
                    <a:lnTo>
                      <a:pt x="38" y="12"/>
                    </a:lnTo>
                    <a:lnTo>
                      <a:pt x="38" y="12"/>
                    </a:lnTo>
                    <a:lnTo>
                      <a:pt x="38" y="16"/>
                    </a:lnTo>
                    <a:lnTo>
                      <a:pt x="38" y="18"/>
                    </a:lnTo>
                    <a:lnTo>
                      <a:pt x="38" y="22"/>
                    </a:lnTo>
                    <a:lnTo>
                      <a:pt x="38" y="22"/>
                    </a:lnTo>
                    <a:lnTo>
                      <a:pt x="42" y="22"/>
                    </a:lnTo>
                    <a:lnTo>
                      <a:pt x="42" y="26"/>
                    </a:lnTo>
                    <a:lnTo>
                      <a:pt x="42" y="26"/>
                    </a:lnTo>
                    <a:lnTo>
                      <a:pt x="42" y="26"/>
                    </a:lnTo>
                    <a:lnTo>
                      <a:pt x="42" y="26"/>
                    </a:lnTo>
                    <a:lnTo>
                      <a:pt x="42" y="26"/>
                    </a:lnTo>
                    <a:lnTo>
                      <a:pt x="42" y="30"/>
                    </a:lnTo>
                    <a:lnTo>
                      <a:pt x="42" y="30"/>
                    </a:lnTo>
                    <a:lnTo>
                      <a:pt x="42" y="30"/>
                    </a:lnTo>
                    <a:lnTo>
                      <a:pt x="42" y="30"/>
                    </a:lnTo>
                    <a:lnTo>
                      <a:pt x="42" y="30"/>
                    </a:lnTo>
                    <a:close/>
                    <a:moveTo>
                      <a:pt x="52" y="38"/>
                    </a:moveTo>
                    <a:lnTo>
                      <a:pt x="52" y="38"/>
                    </a:lnTo>
                    <a:lnTo>
                      <a:pt x="52" y="38"/>
                    </a:lnTo>
                    <a:lnTo>
                      <a:pt x="52" y="42"/>
                    </a:lnTo>
                    <a:lnTo>
                      <a:pt x="52" y="42"/>
                    </a:lnTo>
                    <a:lnTo>
                      <a:pt x="52" y="42"/>
                    </a:lnTo>
                    <a:lnTo>
                      <a:pt x="52" y="42"/>
                    </a:lnTo>
                    <a:lnTo>
                      <a:pt x="52" y="42"/>
                    </a:lnTo>
                    <a:lnTo>
                      <a:pt x="52" y="42"/>
                    </a:lnTo>
                    <a:lnTo>
                      <a:pt x="52" y="42"/>
                    </a:lnTo>
                    <a:lnTo>
                      <a:pt x="52" y="42"/>
                    </a:lnTo>
                    <a:lnTo>
                      <a:pt x="56" y="42"/>
                    </a:lnTo>
                    <a:lnTo>
                      <a:pt x="56" y="42"/>
                    </a:lnTo>
                    <a:lnTo>
                      <a:pt x="56" y="42"/>
                    </a:lnTo>
                    <a:lnTo>
                      <a:pt x="56" y="42"/>
                    </a:lnTo>
                    <a:lnTo>
                      <a:pt x="56" y="42"/>
                    </a:lnTo>
                    <a:lnTo>
                      <a:pt x="56" y="42"/>
                    </a:lnTo>
                    <a:lnTo>
                      <a:pt x="56" y="42"/>
                    </a:lnTo>
                    <a:lnTo>
                      <a:pt x="56" y="42"/>
                    </a:lnTo>
                    <a:lnTo>
                      <a:pt x="56" y="42"/>
                    </a:lnTo>
                    <a:lnTo>
                      <a:pt x="56" y="42"/>
                    </a:lnTo>
                    <a:lnTo>
                      <a:pt x="56" y="42"/>
                    </a:lnTo>
                    <a:lnTo>
                      <a:pt x="56" y="42"/>
                    </a:lnTo>
                    <a:lnTo>
                      <a:pt x="56" y="44"/>
                    </a:lnTo>
                    <a:lnTo>
                      <a:pt x="56" y="44"/>
                    </a:lnTo>
                    <a:lnTo>
                      <a:pt x="56" y="44"/>
                    </a:lnTo>
                    <a:lnTo>
                      <a:pt x="56" y="44"/>
                    </a:lnTo>
                    <a:lnTo>
                      <a:pt x="56" y="44"/>
                    </a:lnTo>
                    <a:lnTo>
                      <a:pt x="52" y="44"/>
                    </a:lnTo>
                    <a:lnTo>
                      <a:pt x="52" y="44"/>
                    </a:lnTo>
                    <a:lnTo>
                      <a:pt x="52" y="44"/>
                    </a:lnTo>
                    <a:lnTo>
                      <a:pt x="52" y="44"/>
                    </a:lnTo>
                    <a:lnTo>
                      <a:pt x="52" y="44"/>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38"/>
                    </a:lnTo>
                    <a:lnTo>
                      <a:pt x="52" y="38"/>
                    </a:lnTo>
                    <a:lnTo>
                      <a:pt x="52" y="38"/>
                    </a:lnTo>
                    <a:lnTo>
                      <a:pt x="52"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1" name="Freeform 145"/>
              <p:cNvSpPr>
                <a:spLocks/>
              </p:cNvSpPr>
              <p:nvPr/>
            </p:nvSpPr>
            <p:spPr bwMode="gray">
              <a:xfrm>
                <a:off x="5610452" y="4074438"/>
                <a:ext cx="368724" cy="344373"/>
              </a:xfrm>
              <a:custGeom>
                <a:avLst/>
                <a:gdLst>
                  <a:gd name="T0" fmla="*/ 172 w 212"/>
                  <a:gd name="T1" fmla="*/ 172 h 198"/>
                  <a:gd name="T2" fmla="*/ 152 w 212"/>
                  <a:gd name="T3" fmla="*/ 172 h 198"/>
                  <a:gd name="T4" fmla="*/ 142 w 212"/>
                  <a:gd name="T5" fmla="*/ 176 h 198"/>
                  <a:gd name="T6" fmla="*/ 134 w 212"/>
                  <a:gd name="T7" fmla="*/ 184 h 198"/>
                  <a:gd name="T8" fmla="*/ 122 w 212"/>
                  <a:gd name="T9" fmla="*/ 188 h 198"/>
                  <a:gd name="T10" fmla="*/ 108 w 212"/>
                  <a:gd name="T11" fmla="*/ 184 h 198"/>
                  <a:gd name="T12" fmla="*/ 96 w 212"/>
                  <a:gd name="T13" fmla="*/ 194 h 198"/>
                  <a:gd name="T14" fmla="*/ 90 w 212"/>
                  <a:gd name="T15" fmla="*/ 194 h 198"/>
                  <a:gd name="T16" fmla="*/ 78 w 212"/>
                  <a:gd name="T17" fmla="*/ 194 h 198"/>
                  <a:gd name="T18" fmla="*/ 60 w 212"/>
                  <a:gd name="T19" fmla="*/ 184 h 198"/>
                  <a:gd name="T20" fmla="*/ 48 w 212"/>
                  <a:gd name="T21" fmla="*/ 180 h 198"/>
                  <a:gd name="T22" fmla="*/ 40 w 212"/>
                  <a:gd name="T23" fmla="*/ 168 h 198"/>
                  <a:gd name="T24" fmla="*/ 32 w 212"/>
                  <a:gd name="T25" fmla="*/ 162 h 198"/>
                  <a:gd name="T26" fmla="*/ 30 w 212"/>
                  <a:gd name="T27" fmla="*/ 150 h 198"/>
                  <a:gd name="T28" fmla="*/ 22 w 212"/>
                  <a:gd name="T29" fmla="*/ 142 h 198"/>
                  <a:gd name="T30" fmla="*/ 14 w 212"/>
                  <a:gd name="T31" fmla="*/ 132 h 198"/>
                  <a:gd name="T32" fmla="*/ 4 w 212"/>
                  <a:gd name="T33" fmla="*/ 124 h 198"/>
                  <a:gd name="T34" fmla="*/ 4 w 212"/>
                  <a:gd name="T35" fmla="*/ 112 h 198"/>
                  <a:gd name="T36" fmla="*/ 14 w 212"/>
                  <a:gd name="T37" fmla="*/ 110 h 198"/>
                  <a:gd name="T38" fmla="*/ 18 w 212"/>
                  <a:gd name="T39" fmla="*/ 90 h 198"/>
                  <a:gd name="T40" fmla="*/ 18 w 212"/>
                  <a:gd name="T41" fmla="*/ 76 h 198"/>
                  <a:gd name="T42" fmla="*/ 30 w 212"/>
                  <a:gd name="T43" fmla="*/ 72 h 198"/>
                  <a:gd name="T44" fmla="*/ 30 w 212"/>
                  <a:gd name="T45" fmla="*/ 56 h 198"/>
                  <a:gd name="T46" fmla="*/ 36 w 212"/>
                  <a:gd name="T47" fmla="*/ 42 h 198"/>
                  <a:gd name="T48" fmla="*/ 44 w 212"/>
                  <a:gd name="T49" fmla="*/ 34 h 198"/>
                  <a:gd name="T50" fmla="*/ 48 w 212"/>
                  <a:gd name="T51" fmla="*/ 16 h 198"/>
                  <a:gd name="T52" fmla="*/ 60 w 212"/>
                  <a:gd name="T53" fmla="*/ 8 h 198"/>
                  <a:gd name="T54" fmla="*/ 66 w 212"/>
                  <a:gd name="T55" fmla="*/ 16 h 198"/>
                  <a:gd name="T56" fmla="*/ 70 w 212"/>
                  <a:gd name="T57" fmla="*/ 4 h 198"/>
                  <a:gd name="T58" fmla="*/ 82 w 212"/>
                  <a:gd name="T59" fmla="*/ 8 h 198"/>
                  <a:gd name="T60" fmla="*/ 90 w 212"/>
                  <a:gd name="T61" fmla="*/ 8 h 198"/>
                  <a:gd name="T62" fmla="*/ 96 w 212"/>
                  <a:gd name="T63" fmla="*/ 8 h 198"/>
                  <a:gd name="T64" fmla="*/ 108 w 212"/>
                  <a:gd name="T65" fmla="*/ 12 h 198"/>
                  <a:gd name="T66" fmla="*/ 116 w 212"/>
                  <a:gd name="T67" fmla="*/ 20 h 198"/>
                  <a:gd name="T68" fmla="*/ 122 w 212"/>
                  <a:gd name="T69" fmla="*/ 30 h 198"/>
                  <a:gd name="T70" fmla="*/ 130 w 212"/>
                  <a:gd name="T71" fmla="*/ 38 h 198"/>
                  <a:gd name="T72" fmla="*/ 130 w 212"/>
                  <a:gd name="T73" fmla="*/ 46 h 198"/>
                  <a:gd name="T74" fmla="*/ 122 w 212"/>
                  <a:gd name="T75" fmla="*/ 60 h 198"/>
                  <a:gd name="T76" fmla="*/ 130 w 212"/>
                  <a:gd name="T77" fmla="*/ 68 h 198"/>
                  <a:gd name="T78" fmla="*/ 142 w 212"/>
                  <a:gd name="T79" fmla="*/ 72 h 198"/>
                  <a:gd name="T80" fmla="*/ 142 w 212"/>
                  <a:gd name="T81" fmla="*/ 82 h 198"/>
                  <a:gd name="T82" fmla="*/ 148 w 212"/>
                  <a:gd name="T83" fmla="*/ 94 h 198"/>
                  <a:gd name="T84" fmla="*/ 164 w 212"/>
                  <a:gd name="T85" fmla="*/ 106 h 198"/>
                  <a:gd name="T86" fmla="*/ 186 w 212"/>
                  <a:gd name="T87" fmla="*/ 112 h 198"/>
                  <a:gd name="T88" fmla="*/ 198 w 212"/>
                  <a:gd name="T89" fmla="*/ 120 h 198"/>
                  <a:gd name="T90" fmla="*/ 208 w 212"/>
                  <a:gd name="T91" fmla="*/ 124 h 198"/>
                  <a:gd name="T92" fmla="*/ 186 w 212"/>
                  <a:gd name="T93" fmla="*/ 150 h 198"/>
                  <a:gd name="T94" fmla="*/ 178 w 212"/>
                  <a:gd name="T95" fmla="*/ 162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12" h="198">
                    <a:moveTo>
                      <a:pt x="178" y="162"/>
                    </a:moveTo>
                    <a:lnTo>
                      <a:pt x="176" y="164"/>
                    </a:lnTo>
                    <a:lnTo>
                      <a:pt x="172" y="168"/>
                    </a:lnTo>
                    <a:lnTo>
                      <a:pt x="172" y="172"/>
                    </a:lnTo>
                    <a:lnTo>
                      <a:pt x="164" y="172"/>
                    </a:lnTo>
                    <a:lnTo>
                      <a:pt x="160" y="172"/>
                    </a:lnTo>
                    <a:lnTo>
                      <a:pt x="156" y="172"/>
                    </a:lnTo>
                    <a:lnTo>
                      <a:pt x="152" y="172"/>
                    </a:lnTo>
                    <a:lnTo>
                      <a:pt x="148" y="172"/>
                    </a:lnTo>
                    <a:lnTo>
                      <a:pt x="148" y="176"/>
                    </a:lnTo>
                    <a:lnTo>
                      <a:pt x="146" y="176"/>
                    </a:lnTo>
                    <a:lnTo>
                      <a:pt x="142" y="176"/>
                    </a:lnTo>
                    <a:lnTo>
                      <a:pt x="142" y="180"/>
                    </a:lnTo>
                    <a:lnTo>
                      <a:pt x="142" y="184"/>
                    </a:lnTo>
                    <a:lnTo>
                      <a:pt x="138" y="184"/>
                    </a:lnTo>
                    <a:lnTo>
                      <a:pt x="134" y="184"/>
                    </a:lnTo>
                    <a:lnTo>
                      <a:pt x="130" y="184"/>
                    </a:lnTo>
                    <a:lnTo>
                      <a:pt x="130" y="188"/>
                    </a:lnTo>
                    <a:lnTo>
                      <a:pt x="126" y="188"/>
                    </a:lnTo>
                    <a:lnTo>
                      <a:pt x="122" y="188"/>
                    </a:lnTo>
                    <a:lnTo>
                      <a:pt x="118" y="188"/>
                    </a:lnTo>
                    <a:lnTo>
                      <a:pt x="116" y="188"/>
                    </a:lnTo>
                    <a:lnTo>
                      <a:pt x="112" y="184"/>
                    </a:lnTo>
                    <a:lnTo>
                      <a:pt x="108" y="184"/>
                    </a:lnTo>
                    <a:lnTo>
                      <a:pt x="104" y="188"/>
                    </a:lnTo>
                    <a:lnTo>
                      <a:pt x="100" y="188"/>
                    </a:lnTo>
                    <a:lnTo>
                      <a:pt x="96" y="192"/>
                    </a:lnTo>
                    <a:lnTo>
                      <a:pt x="96" y="194"/>
                    </a:lnTo>
                    <a:lnTo>
                      <a:pt x="92" y="194"/>
                    </a:lnTo>
                    <a:lnTo>
                      <a:pt x="92" y="198"/>
                    </a:lnTo>
                    <a:lnTo>
                      <a:pt x="90" y="198"/>
                    </a:lnTo>
                    <a:lnTo>
                      <a:pt x="90" y="194"/>
                    </a:lnTo>
                    <a:lnTo>
                      <a:pt x="90" y="198"/>
                    </a:lnTo>
                    <a:lnTo>
                      <a:pt x="86" y="194"/>
                    </a:lnTo>
                    <a:lnTo>
                      <a:pt x="82" y="194"/>
                    </a:lnTo>
                    <a:lnTo>
                      <a:pt x="78" y="194"/>
                    </a:lnTo>
                    <a:lnTo>
                      <a:pt x="74" y="194"/>
                    </a:lnTo>
                    <a:lnTo>
                      <a:pt x="70" y="194"/>
                    </a:lnTo>
                    <a:lnTo>
                      <a:pt x="70" y="192"/>
                    </a:lnTo>
                    <a:lnTo>
                      <a:pt x="60" y="184"/>
                    </a:lnTo>
                    <a:lnTo>
                      <a:pt x="60" y="180"/>
                    </a:lnTo>
                    <a:lnTo>
                      <a:pt x="56" y="180"/>
                    </a:lnTo>
                    <a:lnTo>
                      <a:pt x="52" y="180"/>
                    </a:lnTo>
                    <a:lnTo>
                      <a:pt x="48" y="180"/>
                    </a:lnTo>
                    <a:lnTo>
                      <a:pt x="44" y="180"/>
                    </a:lnTo>
                    <a:lnTo>
                      <a:pt x="40" y="180"/>
                    </a:lnTo>
                    <a:lnTo>
                      <a:pt x="40" y="176"/>
                    </a:lnTo>
                    <a:lnTo>
                      <a:pt x="40" y="168"/>
                    </a:lnTo>
                    <a:lnTo>
                      <a:pt x="40" y="164"/>
                    </a:lnTo>
                    <a:lnTo>
                      <a:pt x="36" y="164"/>
                    </a:lnTo>
                    <a:lnTo>
                      <a:pt x="32" y="164"/>
                    </a:lnTo>
                    <a:lnTo>
                      <a:pt x="32" y="162"/>
                    </a:lnTo>
                    <a:lnTo>
                      <a:pt x="30" y="162"/>
                    </a:lnTo>
                    <a:lnTo>
                      <a:pt x="30" y="158"/>
                    </a:lnTo>
                    <a:lnTo>
                      <a:pt x="30" y="154"/>
                    </a:lnTo>
                    <a:lnTo>
                      <a:pt x="30" y="150"/>
                    </a:lnTo>
                    <a:lnTo>
                      <a:pt x="26" y="150"/>
                    </a:lnTo>
                    <a:lnTo>
                      <a:pt x="26" y="146"/>
                    </a:lnTo>
                    <a:lnTo>
                      <a:pt x="26" y="142"/>
                    </a:lnTo>
                    <a:lnTo>
                      <a:pt x="22" y="142"/>
                    </a:lnTo>
                    <a:lnTo>
                      <a:pt x="22" y="138"/>
                    </a:lnTo>
                    <a:lnTo>
                      <a:pt x="18" y="138"/>
                    </a:lnTo>
                    <a:lnTo>
                      <a:pt x="18" y="136"/>
                    </a:lnTo>
                    <a:lnTo>
                      <a:pt x="14" y="132"/>
                    </a:lnTo>
                    <a:lnTo>
                      <a:pt x="14" y="128"/>
                    </a:lnTo>
                    <a:lnTo>
                      <a:pt x="10" y="124"/>
                    </a:lnTo>
                    <a:lnTo>
                      <a:pt x="6" y="124"/>
                    </a:lnTo>
                    <a:lnTo>
                      <a:pt x="4" y="124"/>
                    </a:lnTo>
                    <a:lnTo>
                      <a:pt x="0" y="124"/>
                    </a:lnTo>
                    <a:lnTo>
                      <a:pt x="0" y="120"/>
                    </a:lnTo>
                    <a:lnTo>
                      <a:pt x="4" y="116"/>
                    </a:lnTo>
                    <a:lnTo>
                      <a:pt x="4" y="112"/>
                    </a:lnTo>
                    <a:lnTo>
                      <a:pt x="6" y="112"/>
                    </a:lnTo>
                    <a:lnTo>
                      <a:pt x="10" y="112"/>
                    </a:lnTo>
                    <a:lnTo>
                      <a:pt x="14" y="112"/>
                    </a:lnTo>
                    <a:lnTo>
                      <a:pt x="14" y="110"/>
                    </a:lnTo>
                    <a:lnTo>
                      <a:pt x="18" y="106"/>
                    </a:lnTo>
                    <a:lnTo>
                      <a:pt x="18" y="102"/>
                    </a:lnTo>
                    <a:lnTo>
                      <a:pt x="14" y="94"/>
                    </a:lnTo>
                    <a:lnTo>
                      <a:pt x="18" y="90"/>
                    </a:lnTo>
                    <a:lnTo>
                      <a:pt x="18" y="86"/>
                    </a:lnTo>
                    <a:lnTo>
                      <a:pt x="18" y="82"/>
                    </a:lnTo>
                    <a:lnTo>
                      <a:pt x="18" y="80"/>
                    </a:lnTo>
                    <a:lnTo>
                      <a:pt x="18" y="76"/>
                    </a:lnTo>
                    <a:lnTo>
                      <a:pt x="22" y="72"/>
                    </a:lnTo>
                    <a:lnTo>
                      <a:pt x="22" y="68"/>
                    </a:lnTo>
                    <a:lnTo>
                      <a:pt x="26" y="72"/>
                    </a:lnTo>
                    <a:lnTo>
                      <a:pt x="30" y="72"/>
                    </a:lnTo>
                    <a:lnTo>
                      <a:pt x="30" y="68"/>
                    </a:lnTo>
                    <a:lnTo>
                      <a:pt x="30" y="64"/>
                    </a:lnTo>
                    <a:lnTo>
                      <a:pt x="30" y="60"/>
                    </a:lnTo>
                    <a:lnTo>
                      <a:pt x="30" y="56"/>
                    </a:lnTo>
                    <a:lnTo>
                      <a:pt x="30" y="54"/>
                    </a:lnTo>
                    <a:lnTo>
                      <a:pt x="32" y="54"/>
                    </a:lnTo>
                    <a:lnTo>
                      <a:pt x="32" y="50"/>
                    </a:lnTo>
                    <a:lnTo>
                      <a:pt x="36" y="42"/>
                    </a:lnTo>
                    <a:lnTo>
                      <a:pt x="36" y="38"/>
                    </a:lnTo>
                    <a:lnTo>
                      <a:pt x="40" y="38"/>
                    </a:lnTo>
                    <a:lnTo>
                      <a:pt x="44" y="38"/>
                    </a:lnTo>
                    <a:lnTo>
                      <a:pt x="44" y="34"/>
                    </a:lnTo>
                    <a:lnTo>
                      <a:pt x="48" y="26"/>
                    </a:lnTo>
                    <a:lnTo>
                      <a:pt x="48" y="24"/>
                    </a:lnTo>
                    <a:lnTo>
                      <a:pt x="48" y="20"/>
                    </a:lnTo>
                    <a:lnTo>
                      <a:pt x="48" y="16"/>
                    </a:lnTo>
                    <a:lnTo>
                      <a:pt x="52" y="12"/>
                    </a:lnTo>
                    <a:lnTo>
                      <a:pt x="56" y="12"/>
                    </a:lnTo>
                    <a:lnTo>
                      <a:pt x="60" y="12"/>
                    </a:lnTo>
                    <a:lnTo>
                      <a:pt x="60" y="8"/>
                    </a:lnTo>
                    <a:lnTo>
                      <a:pt x="62" y="8"/>
                    </a:lnTo>
                    <a:lnTo>
                      <a:pt x="62" y="12"/>
                    </a:lnTo>
                    <a:lnTo>
                      <a:pt x="62" y="16"/>
                    </a:lnTo>
                    <a:lnTo>
                      <a:pt x="66" y="16"/>
                    </a:lnTo>
                    <a:lnTo>
                      <a:pt x="66" y="8"/>
                    </a:lnTo>
                    <a:lnTo>
                      <a:pt x="70" y="4"/>
                    </a:lnTo>
                    <a:lnTo>
                      <a:pt x="70" y="0"/>
                    </a:lnTo>
                    <a:lnTo>
                      <a:pt x="70" y="4"/>
                    </a:lnTo>
                    <a:lnTo>
                      <a:pt x="74" y="4"/>
                    </a:lnTo>
                    <a:lnTo>
                      <a:pt x="74" y="8"/>
                    </a:lnTo>
                    <a:lnTo>
                      <a:pt x="78" y="8"/>
                    </a:lnTo>
                    <a:lnTo>
                      <a:pt x="82" y="8"/>
                    </a:lnTo>
                    <a:lnTo>
                      <a:pt x="86" y="8"/>
                    </a:lnTo>
                    <a:lnTo>
                      <a:pt x="86" y="4"/>
                    </a:lnTo>
                    <a:lnTo>
                      <a:pt x="90" y="4"/>
                    </a:lnTo>
                    <a:lnTo>
                      <a:pt x="90" y="8"/>
                    </a:lnTo>
                    <a:lnTo>
                      <a:pt x="92" y="8"/>
                    </a:lnTo>
                    <a:lnTo>
                      <a:pt x="92" y="4"/>
                    </a:lnTo>
                    <a:lnTo>
                      <a:pt x="92" y="8"/>
                    </a:lnTo>
                    <a:lnTo>
                      <a:pt x="96" y="8"/>
                    </a:lnTo>
                    <a:lnTo>
                      <a:pt x="100" y="8"/>
                    </a:lnTo>
                    <a:lnTo>
                      <a:pt x="104" y="8"/>
                    </a:lnTo>
                    <a:lnTo>
                      <a:pt x="104" y="12"/>
                    </a:lnTo>
                    <a:lnTo>
                      <a:pt x="108" y="12"/>
                    </a:lnTo>
                    <a:lnTo>
                      <a:pt x="112" y="12"/>
                    </a:lnTo>
                    <a:lnTo>
                      <a:pt x="112" y="16"/>
                    </a:lnTo>
                    <a:lnTo>
                      <a:pt x="116" y="16"/>
                    </a:lnTo>
                    <a:lnTo>
                      <a:pt x="116" y="20"/>
                    </a:lnTo>
                    <a:lnTo>
                      <a:pt x="116" y="24"/>
                    </a:lnTo>
                    <a:lnTo>
                      <a:pt x="118" y="26"/>
                    </a:lnTo>
                    <a:lnTo>
                      <a:pt x="122" y="26"/>
                    </a:lnTo>
                    <a:lnTo>
                      <a:pt x="122" y="30"/>
                    </a:lnTo>
                    <a:lnTo>
                      <a:pt x="126" y="30"/>
                    </a:lnTo>
                    <a:lnTo>
                      <a:pt x="126" y="34"/>
                    </a:lnTo>
                    <a:lnTo>
                      <a:pt x="130" y="34"/>
                    </a:lnTo>
                    <a:lnTo>
                      <a:pt x="130" y="38"/>
                    </a:lnTo>
                    <a:lnTo>
                      <a:pt x="130" y="42"/>
                    </a:lnTo>
                    <a:lnTo>
                      <a:pt x="134" y="42"/>
                    </a:lnTo>
                    <a:lnTo>
                      <a:pt x="134" y="46"/>
                    </a:lnTo>
                    <a:lnTo>
                      <a:pt x="130" y="46"/>
                    </a:lnTo>
                    <a:lnTo>
                      <a:pt x="130" y="50"/>
                    </a:lnTo>
                    <a:lnTo>
                      <a:pt x="126" y="54"/>
                    </a:lnTo>
                    <a:lnTo>
                      <a:pt x="126" y="56"/>
                    </a:lnTo>
                    <a:lnTo>
                      <a:pt x="122" y="60"/>
                    </a:lnTo>
                    <a:lnTo>
                      <a:pt x="126" y="60"/>
                    </a:lnTo>
                    <a:lnTo>
                      <a:pt x="126" y="64"/>
                    </a:lnTo>
                    <a:lnTo>
                      <a:pt x="126" y="68"/>
                    </a:lnTo>
                    <a:lnTo>
                      <a:pt x="130" y="68"/>
                    </a:lnTo>
                    <a:lnTo>
                      <a:pt x="134" y="68"/>
                    </a:lnTo>
                    <a:lnTo>
                      <a:pt x="138" y="68"/>
                    </a:lnTo>
                    <a:lnTo>
                      <a:pt x="142" y="68"/>
                    </a:lnTo>
                    <a:lnTo>
                      <a:pt x="142" y="72"/>
                    </a:lnTo>
                    <a:lnTo>
                      <a:pt x="138" y="72"/>
                    </a:lnTo>
                    <a:lnTo>
                      <a:pt x="138" y="76"/>
                    </a:lnTo>
                    <a:lnTo>
                      <a:pt x="138" y="80"/>
                    </a:lnTo>
                    <a:lnTo>
                      <a:pt x="142" y="82"/>
                    </a:lnTo>
                    <a:lnTo>
                      <a:pt x="142" y="86"/>
                    </a:lnTo>
                    <a:lnTo>
                      <a:pt x="146" y="86"/>
                    </a:lnTo>
                    <a:lnTo>
                      <a:pt x="146" y="90"/>
                    </a:lnTo>
                    <a:lnTo>
                      <a:pt x="148" y="94"/>
                    </a:lnTo>
                    <a:lnTo>
                      <a:pt x="148" y="98"/>
                    </a:lnTo>
                    <a:lnTo>
                      <a:pt x="152" y="98"/>
                    </a:lnTo>
                    <a:lnTo>
                      <a:pt x="156" y="102"/>
                    </a:lnTo>
                    <a:lnTo>
                      <a:pt x="164" y="106"/>
                    </a:lnTo>
                    <a:lnTo>
                      <a:pt x="172" y="110"/>
                    </a:lnTo>
                    <a:lnTo>
                      <a:pt x="176" y="110"/>
                    </a:lnTo>
                    <a:lnTo>
                      <a:pt x="178" y="112"/>
                    </a:lnTo>
                    <a:lnTo>
                      <a:pt x="186" y="112"/>
                    </a:lnTo>
                    <a:lnTo>
                      <a:pt x="190" y="116"/>
                    </a:lnTo>
                    <a:lnTo>
                      <a:pt x="194" y="116"/>
                    </a:lnTo>
                    <a:lnTo>
                      <a:pt x="198" y="116"/>
                    </a:lnTo>
                    <a:lnTo>
                      <a:pt x="198" y="120"/>
                    </a:lnTo>
                    <a:lnTo>
                      <a:pt x="202" y="120"/>
                    </a:lnTo>
                    <a:lnTo>
                      <a:pt x="208" y="120"/>
                    </a:lnTo>
                    <a:lnTo>
                      <a:pt x="212" y="120"/>
                    </a:lnTo>
                    <a:lnTo>
                      <a:pt x="208" y="124"/>
                    </a:lnTo>
                    <a:lnTo>
                      <a:pt x="204" y="128"/>
                    </a:lnTo>
                    <a:lnTo>
                      <a:pt x="198" y="136"/>
                    </a:lnTo>
                    <a:lnTo>
                      <a:pt x="194" y="142"/>
                    </a:lnTo>
                    <a:lnTo>
                      <a:pt x="186" y="150"/>
                    </a:lnTo>
                    <a:lnTo>
                      <a:pt x="186" y="154"/>
                    </a:lnTo>
                    <a:lnTo>
                      <a:pt x="182" y="154"/>
                    </a:lnTo>
                    <a:lnTo>
                      <a:pt x="178" y="158"/>
                    </a:lnTo>
                    <a:lnTo>
                      <a:pt x="178" y="162"/>
                    </a:lnTo>
                    <a:lnTo>
                      <a:pt x="178" y="162"/>
                    </a:lnTo>
                    <a:lnTo>
                      <a:pt x="178" y="16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2" name="Freeform 146"/>
              <p:cNvSpPr>
                <a:spLocks noEditPoints="1"/>
              </p:cNvSpPr>
              <p:nvPr/>
            </p:nvSpPr>
            <p:spPr bwMode="gray">
              <a:xfrm>
                <a:off x="5012145" y="4453597"/>
                <a:ext cx="146098" cy="180882"/>
              </a:xfrm>
              <a:custGeom>
                <a:avLst/>
                <a:gdLst>
                  <a:gd name="T0" fmla="*/ 46 w 84"/>
                  <a:gd name="T1" fmla="*/ 90 h 104"/>
                  <a:gd name="T2" fmla="*/ 46 w 84"/>
                  <a:gd name="T3" fmla="*/ 96 h 104"/>
                  <a:gd name="T4" fmla="*/ 46 w 84"/>
                  <a:gd name="T5" fmla="*/ 100 h 104"/>
                  <a:gd name="T6" fmla="*/ 42 w 84"/>
                  <a:gd name="T7" fmla="*/ 100 h 104"/>
                  <a:gd name="T8" fmla="*/ 34 w 84"/>
                  <a:gd name="T9" fmla="*/ 104 h 104"/>
                  <a:gd name="T10" fmla="*/ 30 w 84"/>
                  <a:gd name="T11" fmla="*/ 100 h 104"/>
                  <a:gd name="T12" fmla="*/ 26 w 84"/>
                  <a:gd name="T13" fmla="*/ 92 h 104"/>
                  <a:gd name="T14" fmla="*/ 20 w 84"/>
                  <a:gd name="T15" fmla="*/ 86 h 104"/>
                  <a:gd name="T16" fmla="*/ 16 w 84"/>
                  <a:gd name="T17" fmla="*/ 82 h 104"/>
                  <a:gd name="T18" fmla="*/ 20 w 84"/>
                  <a:gd name="T19" fmla="*/ 82 h 104"/>
                  <a:gd name="T20" fmla="*/ 16 w 84"/>
                  <a:gd name="T21" fmla="*/ 82 h 104"/>
                  <a:gd name="T22" fmla="*/ 12 w 84"/>
                  <a:gd name="T23" fmla="*/ 74 h 104"/>
                  <a:gd name="T24" fmla="*/ 12 w 84"/>
                  <a:gd name="T25" fmla="*/ 74 h 104"/>
                  <a:gd name="T26" fmla="*/ 8 w 84"/>
                  <a:gd name="T27" fmla="*/ 70 h 104"/>
                  <a:gd name="T28" fmla="*/ 8 w 84"/>
                  <a:gd name="T29" fmla="*/ 68 h 104"/>
                  <a:gd name="T30" fmla="*/ 4 w 84"/>
                  <a:gd name="T31" fmla="*/ 60 h 104"/>
                  <a:gd name="T32" fmla="*/ 12 w 84"/>
                  <a:gd name="T33" fmla="*/ 68 h 104"/>
                  <a:gd name="T34" fmla="*/ 12 w 84"/>
                  <a:gd name="T35" fmla="*/ 68 h 104"/>
                  <a:gd name="T36" fmla="*/ 8 w 84"/>
                  <a:gd name="T37" fmla="*/ 64 h 104"/>
                  <a:gd name="T38" fmla="*/ 4 w 84"/>
                  <a:gd name="T39" fmla="*/ 64 h 104"/>
                  <a:gd name="T40" fmla="*/ 0 w 84"/>
                  <a:gd name="T41" fmla="*/ 48 h 104"/>
                  <a:gd name="T42" fmla="*/ 4 w 84"/>
                  <a:gd name="T43" fmla="*/ 52 h 104"/>
                  <a:gd name="T44" fmla="*/ 8 w 84"/>
                  <a:gd name="T45" fmla="*/ 44 h 104"/>
                  <a:gd name="T46" fmla="*/ 8 w 84"/>
                  <a:gd name="T47" fmla="*/ 40 h 104"/>
                  <a:gd name="T48" fmla="*/ 8 w 84"/>
                  <a:gd name="T49" fmla="*/ 38 h 104"/>
                  <a:gd name="T50" fmla="*/ 12 w 84"/>
                  <a:gd name="T51" fmla="*/ 38 h 104"/>
                  <a:gd name="T52" fmla="*/ 16 w 84"/>
                  <a:gd name="T53" fmla="*/ 38 h 104"/>
                  <a:gd name="T54" fmla="*/ 12 w 84"/>
                  <a:gd name="T55" fmla="*/ 30 h 104"/>
                  <a:gd name="T56" fmla="*/ 12 w 84"/>
                  <a:gd name="T57" fmla="*/ 30 h 104"/>
                  <a:gd name="T58" fmla="*/ 16 w 84"/>
                  <a:gd name="T59" fmla="*/ 26 h 104"/>
                  <a:gd name="T60" fmla="*/ 16 w 84"/>
                  <a:gd name="T61" fmla="*/ 22 h 104"/>
                  <a:gd name="T62" fmla="*/ 20 w 84"/>
                  <a:gd name="T63" fmla="*/ 22 h 104"/>
                  <a:gd name="T64" fmla="*/ 26 w 84"/>
                  <a:gd name="T65" fmla="*/ 22 h 104"/>
                  <a:gd name="T66" fmla="*/ 38 w 84"/>
                  <a:gd name="T67" fmla="*/ 10 h 104"/>
                  <a:gd name="T68" fmla="*/ 38 w 84"/>
                  <a:gd name="T69" fmla="*/ 0 h 104"/>
                  <a:gd name="T70" fmla="*/ 54 w 84"/>
                  <a:gd name="T71" fmla="*/ 0 h 104"/>
                  <a:gd name="T72" fmla="*/ 64 w 84"/>
                  <a:gd name="T73" fmla="*/ 0 h 104"/>
                  <a:gd name="T74" fmla="*/ 64 w 84"/>
                  <a:gd name="T75" fmla="*/ 4 h 104"/>
                  <a:gd name="T76" fmla="*/ 64 w 84"/>
                  <a:gd name="T77" fmla="*/ 10 h 104"/>
                  <a:gd name="T78" fmla="*/ 64 w 84"/>
                  <a:gd name="T79" fmla="*/ 18 h 104"/>
                  <a:gd name="T80" fmla="*/ 72 w 84"/>
                  <a:gd name="T81" fmla="*/ 14 h 104"/>
                  <a:gd name="T82" fmla="*/ 80 w 84"/>
                  <a:gd name="T83" fmla="*/ 14 h 104"/>
                  <a:gd name="T84" fmla="*/ 84 w 84"/>
                  <a:gd name="T85" fmla="*/ 22 h 104"/>
                  <a:gd name="T86" fmla="*/ 76 w 84"/>
                  <a:gd name="T87" fmla="*/ 30 h 104"/>
                  <a:gd name="T88" fmla="*/ 76 w 84"/>
                  <a:gd name="T89" fmla="*/ 40 h 104"/>
                  <a:gd name="T90" fmla="*/ 80 w 84"/>
                  <a:gd name="T91" fmla="*/ 44 h 104"/>
                  <a:gd name="T92" fmla="*/ 84 w 84"/>
                  <a:gd name="T93" fmla="*/ 48 h 104"/>
                  <a:gd name="T94" fmla="*/ 84 w 84"/>
                  <a:gd name="T95" fmla="*/ 60 h 104"/>
                  <a:gd name="T96" fmla="*/ 84 w 84"/>
                  <a:gd name="T97" fmla="*/ 70 h 104"/>
                  <a:gd name="T98" fmla="*/ 80 w 84"/>
                  <a:gd name="T99" fmla="*/ 74 h 104"/>
                  <a:gd name="T100" fmla="*/ 76 w 84"/>
                  <a:gd name="T101" fmla="*/ 82 h 104"/>
                  <a:gd name="T102" fmla="*/ 72 w 84"/>
                  <a:gd name="T103" fmla="*/ 78 h 104"/>
                  <a:gd name="T104" fmla="*/ 64 w 84"/>
                  <a:gd name="T105" fmla="*/ 78 h 104"/>
                  <a:gd name="T106" fmla="*/ 60 w 84"/>
                  <a:gd name="T107" fmla="*/ 78 h 104"/>
                  <a:gd name="T108" fmla="*/ 56 w 84"/>
                  <a:gd name="T109" fmla="*/ 70 h 104"/>
                  <a:gd name="T110" fmla="*/ 54 w 84"/>
                  <a:gd name="T111" fmla="*/ 74 h 104"/>
                  <a:gd name="T112" fmla="*/ 50 w 84"/>
                  <a:gd name="T113" fmla="*/ 78 h 104"/>
                  <a:gd name="T114" fmla="*/ 42 w 84"/>
                  <a:gd name="T115" fmla="*/ 78 h 104"/>
                  <a:gd name="T116" fmla="*/ 42 w 84"/>
                  <a:gd name="T117" fmla="*/ 86 h 104"/>
                  <a:gd name="T118" fmla="*/ 4 w 84"/>
                  <a:gd name="T119" fmla="*/ 52 h 104"/>
                  <a:gd name="T120" fmla="*/ 4 w 84"/>
                  <a:gd name="T121" fmla="*/ 52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84" h="104">
                    <a:moveTo>
                      <a:pt x="42" y="86"/>
                    </a:moveTo>
                    <a:lnTo>
                      <a:pt x="42" y="86"/>
                    </a:lnTo>
                    <a:lnTo>
                      <a:pt x="42" y="90"/>
                    </a:lnTo>
                    <a:lnTo>
                      <a:pt x="42" y="90"/>
                    </a:lnTo>
                    <a:lnTo>
                      <a:pt x="42" y="86"/>
                    </a:lnTo>
                    <a:lnTo>
                      <a:pt x="46" y="90"/>
                    </a:lnTo>
                    <a:lnTo>
                      <a:pt x="46" y="90"/>
                    </a:lnTo>
                    <a:lnTo>
                      <a:pt x="46" y="90"/>
                    </a:lnTo>
                    <a:lnTo>
                      <a:pt x="46" y="90"/>
                    </a:lnTo>
                    <a:lnTo>
                      <a:pt x="42" y="92"/>
                    </a:lnTo>
                    <a:lnTo>
                      <a:pt x="42" y="92"/>
                    </a:lnTo>
                    <a:lnTo>
                      <a:pt x="42" y="92"/>
                    </a:lnTo>
                    <a:lnTo>
                      <a:pt x="46" y="92"/>
                    </a:lnTo>
                    <a:lnTo>
                      <a:pt x="46" y="92"/>
                    </a:lnTo>
                    <a:lnTo>
                      <a:pt x="46" y="92"/>
                    </a:lnTo>
                    <a:lnTo>
                      <a:pt x="46" y="96"/>
                    </a:lnTo>
                    <a:lnTo>
                      <a:pt x="46" y="96"/>
                    </a:lnTo>
                    <a:lnTo>
                      <a:pt x="46" y="96"/>
                    </a:lnTo>
                    <a:lnTo>
                      <a:pt x="46" y="96"/>
                    </a:lnTo>
                    <a:lnTo>
                      <a:pt x="46" y="96"/>
                    </a:lnTo>
                    <a:lnTo>
                      <a:pt x="46" y="96"/>
                    </a:lnTo>
                    <a:lnTo>
                      <a:pt x="46" y="100"/>
                    </a:lnTo>
                    <a:lnTo>
                      <a:pt x="46" y="100"/>
                    </a:lnTo>
                    <a:lnTo>
                      <a:pt x="46" y="100"/>
                    </a:lnTo>
                    <a:lnTo>
                      <a:pt x="46" y="100"/>
                    </a:lnTo>
                    <a:lnTo>
                      <a:pt x="46" y="100"/>
                    </a:lnTo>
                    <a:lnTo>
                      <a:pt x="46" y="100"/>
                    </a:lnTo>
                    <a:lnTo>
                      <a:pt x="46" y="100"/>
                    </a:lnTo>
                    <a:lnTo>
                      <a:pt x="46" y="100"/>
                    </a:lnTo>
                    <a:lnTo>
                      <a:pt x="46" y="100"/>
                    </a:lnTo>
                    <a:lnTo>
                      <a:pt x="42" y="100"/>
                    </a:lnTo>
                    <a:lnTo>
                      <a:pt x="42" y="100"/>
                    </a:lnTo>
                    <a:lnTo>
                      <a:pt x="42" y="100"/>
                    </a:lnTo>
                    <a:lnTo>
                      <a:pt x="42" y="100"/>
                    </a:lnTo>
                    <a:lnTo>
                      <a:pt x="42" y="100"/>
                    </a:lnTo>
                    <a:lnTo>
                      <a:pt x="42" y="100"/>
                    </a:lnTo>
                    <a:lnTo>
                      <a:pt x="38" y="100"/>
                    </a:lnTo>
                    <a:lnTo>
                      <a:pt x="38" y="100"/>
                    </a:lnTo>
                    <a:lnTo>
                      <a:pt x="34" y="104"/>
                    </a:lnTo>
                    <a:lnTo>
                      <a:pt x="34" y="104"/>
                    </a:lnTo>
                    <a:lnTo>
                      <a:pt x="34" y="104"/>
                    </a:lnTo>
                    <a:lnTo>
                      <a:pt x="34" y="104"/>
                    </a:lnTo>
                    <a:lnTo>
                      <a:pt x="34" y="104"/>
                    </a:lnTo>
                    <a:lnTo>
                      <a:pt x="34" y="104"/>
                    </a:lnTo>
                    <a:lnTo>
                      <a:pt x="34" y="104"/>
                    </a:lnTo>
                    <a:lnTo>
                      <a:pt x="34" y="100"/>
                    </a:lnTo>
                    <a:lnTo>
                      <a:pt x="34" y="100"/>
                    </a:lnTo>
                    <a:lnTo>
                      <a:pt x="30" y="100"/>
                    </a:lnTo>
                    <a:lnTo>
                      <a:pt x="30" y="100"/>
                    </a:lnTo>
                    <a:lnTo>
                      <a:pt x="30" y="100"/>
                    </a:lnTo>
                    <a:lnTo>
                      <a:pt x="30" y="100"/>
                    </a:lnTo>
                    <a:lnTo>
                      <a:pt x="30" y="96"/>
                    </a:lnTo>
                    <a:lnTo>
                      <a:pt x="26" y="96"/>
                    </a:lnTo>
                    <a:lnTo>
                      <a:pt x="26" y="96"/>
                    </a:lnTo>
                    <a:lnTo>
                      <a:pt x="26" y="96"/>
                    </a:lnTo>
                    <a:lnTo>
                      <a:pt x="26" y="92"/>
                    </a:lnTo>
                    <a:lnTo>
                      <a:pt x="26" y="92"/>
                    </a:lnTo>
                    <a:lnTo>
                      <a:pt x="24" y="90"/>
                    </a:lnTo>
                    <a:lnTo>
                      <a:pt x="24" y="90"/>
                    </a:lnTo>
                    <a:lnTo>
                      <a:pt x="24" y="90"/>
                    </a:lnTo>
                    <a:lnTo>
                      <a:pt x="20" y="86"/>
                    </a:lnTo>
                    <a:lnTo>
                      <a:pt x="20" y="86"/>
                    </a:lnTo>
                    <a:lnTo>
                      <a:pt x="20" y="86"/>
                    </a:lnTo>
                    <a:lnTo>
                      <a:pt x="20" y="86"/>
                    </a:lnTo>
                    <a:lnTo>
                      <a:pt x="20" y="86"/>
                    </a:lnTo>
                    <a:lnTo>
                      <a:pt x="20" y="86"/>
                    </a:lnTo>
                    <a:lnTo>
                      <a:pt x="16" y="82"/>
                    </a:lnTo>
                    <a:lnTo>
                      <a:pt x="16" y="82"/>
                    </a:lnTo>
                    <a:lnTo>
                      <a:pt x="16" y="82"/>
                    </a:lnTo>
                    <a:lnTo>
                      <a:pt x="16" y="82"/>
                    </a:lnTo>
                    <a:lnTo>
                      <a:pt x="16" y="82"/>
                    </a:lnTo>
                    <a:lnTo>
                      <a:pt x="16" y="82"/>
                    </a:lnTo>
                    <a:lnTo>
                      <a:pt x="20" y="82"/>
                    </a:lnTo>
                    <a:lnTo>
                      <a:pt x="20" y="82"/>
                    </a:lnTo>
                    <a:lnTo>
                      <a:pt x="20" y="86"/>
                    </a:lnTo>
                    <a:lnTo>
                      <a:pt x="24" y="82"/>
                    </a:lnTo>
                    <a:lnTo>
                      <a:pt x="20" y="82"/>
                    </a:lnTo>
                    <a:lnTo>
                      <a:pt x="20" y="82"/>
                    </a:lnTo>
                    <a:lnTo>
                      <a:pt x="20" y="82"/>
                    </a:lnTo>
                    <a:lnTo>
                      <a:pt x="20" y="82"/>
                    </a:lnTo>
                    <a:lnTo>
                      <a:pt x="20" y="82"/>
                    </a:lnTo>
                    <a:lnTo>
                      <a:pt x="20" y="82"/>
                    </a:lnTo>
                    <a:lnTo>
                      <a:pt x="16" y="82"/>
                    </a:lnTo>
                    <a:lnTo>
                      <a:pt x="16" y="82"/>
                    </a:lnTo>
                    <a:lnTo>
                      <a:pt x="16" y="82"/>
                    </a:lnTo>
                    <a:lnTo>
                      <a:pt x="16" y="82"/>
                    </a:lnTo>
                    <a:lnTo>
                      <a:pt x="16" y="82"/>
                    </a:lnTo>
                    <a:lnTo>
                      <a:pt x="16" y="82"/>
                    </a:lnTo>
                    <a:lnTo>
                      <a:pt x="16" y="78"/>
                    </a:lnTo>
                    <a:lnTo>
                      <a:pt x="12" y="78"/>
                    </a:lnTo>
                    <a:lnTo>
                      <a:pt x="12" y="78"/>
                    </a:lnTo>
                    <a:lnTo>
                      <a:pt x="12" y="78"/>
                    </a:lnTo>
                    <a:lnTo>
                      <a:pt x="12" y="78"/>
                    </a:lnTo>
                    <a:lnTo>
                      <a:pt x="12" y="78"/>
                    </a:lnTo>
                    <a:lnTo>
                      <a:pt x="12" y="78"/>
                    </a:lnTo>
                    <a:lnTo>
                      <a:pt x="12" y="74"/>
                    </a:lnTo>
                    <a:lnTo>
                      <a:pt x="12" y="74"/>
                    </a:lnTo>
                    <a:lnTo>
                      <a:pt x="12" y="74"/>
                    </a:lnTo>
                    <a:lnTo>
                      <a:pt x="12" y="74"/>
                    </a:lnTo>
                    <a:lnTo>
                      <a:pt x="12" y="74"/>
                    </a:lnTo>
                    <a:lnTo>
                      <a:pt x="8" y="70"/>
                    </a:lnTo>
                    <a:lnTo>
                      <a:pt x="8" y="70"/>
                    </a:lnTo>
                    <a:lnTo>
                      <a:pt x="12" y="70"/>
                    </a:lnTo>
                    <a:lnTo>
                      <a:pt x="12" y="74"/>
                    </a:lnTo>
                    <a:lnTo>
                      <a:pt x="12" y="74"/>
                    </a:lnTo>
                    <a:lnTo>
                      <a:pt x="12" y="74"/>
                    </a:lnTo>
                    <a:lnTo>
                      <a:pt x="12" y="74"/>
                    </a:lnTo>
                    <a:lnTo>
                      <a:pt x="12" y="74"/>
                    </a:lnTo>
                    <a:lnTo>
                      <a:pt x="12" y="70"/>
                    </a:lnTo>
                    <a:lnTo>
                      <a:pt x="12" y="70"/>
                    </a:lnTo>
                    <a:lnTo>
                      <a:pt x="12" y="70"/>
                    </a:lnTo>
                    <a:lnTo>
                      <a:pt x="8" y="70"/>
                    </a:lnTo>
                    <a:lnTo>
                      <a:pt x="8" y="70"/>
                    </a:lnTo>
                    <a:lnTo>
                      <a:pt x="8" y="70"/>
                    </a:lnTo>
                    <a:lnTo>
                      <a:pt x="8" y="70"/>
                    </a:lnTo>
                    <a:lnTo>
                      <a:pt x="8" y="70"/>
                    </a:lnTo>
                    <a:lnTo>
                      <a:pt x="8" y="68"/>
                    </a:lnTo>
                    <a:lnTo>
                      <a:pt x="8" y="68"/>
                    </a:lnTo>
                    <a:lnTo>
                      <a:pt x="8" y="68"/>
                    </a:lnTo>
                    <a:lnTo>
                      <a:pt x="8" y="68"/>
                    </a:lnTo>
                    <a:lnTo>
                      <a:pt x="8" y="68"/>
                    </a:lnTo>
                    <a:lnTo>
                      <a:pt x="8" y="64"/>
                    </a:lnTo>
                    <a:lnTo>
                      <a:pt x="4" y="64"/>
                    </a:lnTo>
                    <a:lnTo>
                      <a:pt x="4" y="64"/>
                    </a:lnTo>
                    <a:lnTo>
                      <a:pt x="4" y="64"/>
                    </a:lnTo>
                    <a:lnTo>
                      <a:pt x="4" y="60"/>
                    </a:lnTo>
                    <a:lnTo>
                      <a:pt x="4" y="60"/>
                    </a:lnTo>
                    <a:lnTo>
                      <a:pt x="4" y="60"/>
                    </a:lnTo>
                    <a:lnTo>
                      <a:pt x="4" y="60"/>
                    </a:lnTo>
                    <a:lnTo>
                      <a:pt x="4" y="64"/>
                    </a:lnTo>
                    <a:lnTo>
                      <a:pt x="4" y="64"/>
                    </a:lnTo>
                    <a:lnTo>
                      <a:pt x="8" y="64"/>
                    </a:lnTo>
                    <a:lnTo>
                      <a:pt x="8" y="68"/>
                    </a:lnTo>
                    <a:lnTo>
                      <a:pt x="8" y="68"/>
                    </a:lnTo>
                    <a:lnTo>
                      <a:pt x="12" y="68"/>
                    </a:lnTo>
                    <a:lnTo>
                      <a:pt x="12" y="68"/>
                    </a:lnTo>
                    <a:lnTo>
                      <a:pt x="12" y="68"/>
                    </a:lnTo>
                    <a:lnTo>
                      <a:pt x="12" y="68"/>
                    </a:lnTo>
                    <a:lnTo>
                      <a:pt x="12" y="68"/>
                    </a:lnTo>
                    <a:lnTo>
                      <a:pt x="12" y="68"/>
                    </a:lnTo>
                    <a:lnTo>
                      <a:pt x="12" y="68"/>
                    </a:lnTo>
                    <a:lnTo>
                      <a:pt x="12" y="68"/>
                    </a:lnTo>
                    <a:lnTo>
                      <a:pt x="12" y="64"/>
                    </a:lnTo>
                    <a:lnTo>
                      <a:pt x="12" y="68"/>
                    </a:lnTo>
                    <a:lnTo>
                      <a:pt x="8" y="68"/>
                    </a:lnTo>
                    <a:lnTo>
                      <a:pt x="8" y="68"/>
                    </a:lnTo>
                    <a:lnTo>
                      <a:pt x="8" y="68"/>
                    </a:lnTo>
                    <a:lnTo>
                      <a:pt x="8" y="64"/>
                    </a:lnTo>
                    <a:lnTo>
                      <a:pt x="8" y="64"/>
                    </a:lnTo>
                    <a:lnTo>
                      <a:pt x="8" y="64"/>
                    </a:lnTo>
                    <a:lnTo>
                      <a:pt x="8" y="64"/>
                    </a:lnTo>
                    <a:lnTo>
                      <a:pt x="8" y="64"/>
                    </a:lnTo>
                    <a:lnTo>
                      <a:pt x="8" y="60"/>
                    </a:lnTo>
                    <a:lnTo>
                      <a:pt x="8" y="60"/>
                    </a:lnTo>
                    <a:lnTo>
                      <a:pt x="8" y="64"/>
                    </a:lnTo>
                    <a:lnTo>
                      <a:pt x="8" y="64"/>
                    </a:lnTo>
                    <a:lnTo>
                      <a:pt x="8" y="64"/>
                    </a:lnTo>
                    <a:lnTo>
                      <a:pt x="8" y="64"/>
                    </a:lnTo>
                    <a:lnTo>
                      <a:pt x="8" y="64"/>
                    </a:lnTo>
                    <a:lnTo>
                      <a:pt x="4" y="64"/>
                    </a:lnTo>
                    <a:lnTo>
                      <a:pt x="4" y="60"/>
                    </a:lnTo>
                    <a:lnTo>
                      <a:pt x="4" y="60"/>
                    </a:lnTo>
                    <a:lnTo>
                      <a:pt x="4" y="60"/>
                    </a:lnTo>
                    <a:lnTo>
                      <a:pt x="4" y="60"/>
                    </a:lnTo>
                    <a:lnTo>
                      <a:pt x="4" y="56"/>
                    </a:lnTo>
                    <a:lnTo>
                      <a:pt x="0" y="52"/>
                    </a:lnTo>
                    <a:lnTo>
                      <a:pt x="0" y="52"/>
                    </a:lnTo>
                    <a:lnTo>
                      <a:pt x="0" y="48"/>
                    </a:lnTo>
                    <a:lnTo>
                      <a:pt x="0" y="48"/>
                    </a:lnTo>
                    <a:lnTo>
                      <a:pt x="0" y="48"/>
                    </a:lnTo>
                    <a:lnTo>
                      <a:pt x="0" y="48"/>
                    </a:lnTo>
                    <a:lnTo>
                      <a:pt x="0" y="48"/>
                    </a:lnTo>
                    <a:lnTo>
                      <a:pt x="0" y="52"/>
                    </a:lnTo>
                    <a:lnTo>
                      <a:pt x="4" y="52"/>
                    </a:lnTo>
                    <a:lnTo>
                      <a:pt x="4" y="52"/>
                    </a:lnTo>
                    <a:lnTo>
                      <a:pt x="4" y="52"/>
                    </a:lnTo>
                    <a:lnTo>
                      <a:pt x="4" y="52"/>
                    </a:lnTo>
                    <a:lnTo>
                      <a:pt x="4" y="48"/>
                    </a:lnTo>
                    <a:lnTo>
                      <a:pt x="8" y="48"/>
                    </a:lnTo>
                    <a:lnTo>
                      <a:pt x="8" y="48"/>
                    </a:lnTo>
                    <a:lnTo>
                      <a:pt x="8" y="48"/>
                    </a:lnTo>
                    <a:lnTo>
                      <a:pt x="8" y="48"/>
                    </a:lnTo>
                    <a:lnTo>
                      <a:pt x="8" y="48"/>
                    </a:lnTo>
                    <a:lnTo>
                      <a:pt x="8" y="44"/>
                    </a:lnTo>
                    <a:lnTo>
                      <a:pt x="8" y="44"/>
                    </a:lnTo>
                    <a:lnTo>
                      <a:pt x="8" y="44"/>
                    </a:lnTo>
                    <a:lnTo>
                      <a:pt x="8" y="44"/>
                    </a:lnTo>
                    <a:lnTo>
                      <a:pt x="8" y="44"/>
                    </a:lnTo>
                    <a:lnTo>
                      <a:pt x="8" y="44"/>
                    </a:lnTo>
                    <a:lnTo>
                      <a:pt x="8" y="40"/>
                    </a:lnTo>
                    <a:lnTo>
                      <a:pt x="8" y="40"/>
                    </a:lnTo>
                    <a:lnTo>
                      <a:pt x="8" y="40"/>
                    </a:lnTo>
                    <a:lnTo>
                      <a:pt x="8" y="40"/>
                    </a:lnTo>
                    <a:lnTo>
                      <a:pt x="8" y="40"/>
                    </a:lnTo>
                    <a:lnTo>
                      <a:pt x="8" y="40"/>
                    </a:lnTo>
                    <a:lnTo>
                      <a:pt x="8" y="40"/>
                    </a:lnTo>
                    <a:lnTo>
                      <a:pt x="8" y="38"/>
                    </a:lnTo>
                    <a:lnTo>
                      <a:pt x="8" y="38"/>
                    </a:lnTo>
                    <a:lnTo>
                      <a:pt x="8" y="38"/>
                    </a:lnTo>
                    <a:lnTo>
                      <a:pt x="8" y="38"/>
                    </a:lnTo>
                    <a:lnTo>
                      <a:pt x="8" y="34"/>
                    </a:lnTo>
                    <a:lnTo>
                      <a:pt x="8" y="34"/>
                    </a:lnTo>
                    <a:lnTo>
                      <a:pt x="8" y="34"/>
                    </a:lnTo>
                    <a:lnTo>
                      <a:pt x="12" y="34"/>
                    </a:lnTo>
                    <a:lnTo>
                      <a:pt x="12" y="38"/>
                    </a:lnTo>
                    <a:lnTo>
                      <a:pt x="12" y="38"/>
                    </a:lnTo>
                    <a:lnTo>
                      <a:pt x="12" y="38"/>
                    </a:lnTo>
                    <a:lnTo>
                      <a:pt x="12" y="38"/>
                    </a:lnTo>
                    <a:lnTo>
                      <a:pt x="16" y="38"/>
                    </a:lnTo>
                    <a:lnTo>
                      <a:pt x="16" y="38"/>
                    </a:lnTo>
                    <a:lnTo>
                      <a:pt x="16" y="38"/>
                    </a:lnTo>
                    <a:lnTo>
                      <a:pt x="20" y="38"/>
                    </a:lnTo>
                    <a:lnTo>
                      <a:pt x="16" y="38"/>
                    </a:lnTo>
                    <a:lnTo>
                      <a:pt x="16" y="38"/>
                    </a:lnTo>
                    <a:lnTo>
                      <a:pt x="16" y="38"/>
                    </a:lnTo>
                    <a:lnTo>
                      <a:pt x="16" y="38"/>
                    </a:lnTo>
                    <a:lnTo>
                      <a:pt x="16" y="34"/>
                    </a:lnTo>
                    <a:lnTo>
                      <a:pt x="12" y="34"/>
                    </a:lnTo>
                    <a:lnTo>
                      <a:pt x="12" y="34"/>
                    </a:lnTo>
                    <a:lnTo>
                      <a:pt x="12" y="34"/>
                    </a:lnTo>
                    <a:lnTo>
                      <a:pt x="12" y="34"/>
                    </a:lnTo>
                    <a:lnTo>
                      <a:pt x="12" y="34"/>
                    </a:lnTo>
                    <a:lnTo>
                      <a:pt x="12" y="30"/>
                    </a:lnTo>
                    <a:lnTo>
                      <a:pt x="12" y="30"/>
                    </a:lnTo>
                    <a:lnTo>
                      <a:pt x="8" y="30"/>
                    </a:lnTo>
                    <a:lnTo>
                      <a:pt x="8" y="30"/>
                    </a:lnTo>
                    <a:lnTo>
                      <a:pt x="8" y="30"/>
                    </a:lnTo>
                    <a:lnTo>
                      <a:pt x="8" y="30"/>
                    </a:lnTo>
                    <a:lnTo>
                      <a:pt x="8" y="30"/>
                    </a:lnTo>
                    <a:lnTo>
                      <a:pt x="12" y="26"/>
                    </a:lnTo>
                    <a:lnTo>
                      <a:pt x="12" y="26"/>
                    </a:lnTo>
                    <a:lnTo>
                      <a:pt x="12" y="30"/>
                    </a:lnTo>
                    <a:lnTo>
                      <a:pt x="12" y="30"/>
                    </a:lnTo>
                    <a:lnTo>
                      <a:pt x="12" y="30"/>
                    </a:lnTo>
                    <a:lnTo>
                      <a:pt x="12" y="30"/>
                    </a:lnTo>
                    <a:lnTo>
                      <a:pt x="12" y="30"/>
                    </a:lnTo>
                    <a:lnTo>
                      <a:pt x="12" y="30"/>
                    </a:lnTo>
                    <a:lnTo>
                      <a:pt x="16" y="30"/>
                    </a:lnTo>
                    <a:lnTo>
                      <a:pt x="16" y="30"/>
                    </a:lnTo>
                    <a:lnTo>
                      <a:pt x="16" y="26"/>
                    </a:lnTo>
                    <a:lnTo>
                      <a:pt x="12" y="26"/>
                    </a:lnTo>
                    <a:lnTo>
                      <a:pt x="12" y="26"/>
                    </a:lnTo>
                    <a:lnTo>
                      <a:pt x="12" y="22"/>
                    </a:lnTo>
                    <a:lnTo>
                      <a:pt x="12" y="22"/>
                    </a:lnTo>
                    <a:lnTo>
                      <a:pt x="12" y="22"/>
                    </a:lnTo>
                    <a:lnTo>
                      <a:pt x="16" y="22"/>
                    </a:lnTo>
                    <a:lnTo>
                      <a:pt x="16" y="22"/>
                    </a:lnTo>
                    <a:lnTo>
                      <a:pt x="16" y="22"/>
                    </a:lnTo>
                    <a:lnTo>
                      <a:pt x="16" y="22"/>
                    </a:lnTo>
                    <a:lnTo>
                      <a:pt x="16" y="22"/>
                    </a:lnTo>
                    <a:lnTo>
                      <a:pt x="16" y="22"/>
                    </a:lnTo>
                    <a:lnTo>
                      <a:pt x="20" y="22"/>
                    </a:lnTo>
                    <a:lnTo>
                      <a:pt x="20" y="22"/>
                    </a:lnTo>
                    <a:lnTo>
                      <a:pt x="20" y="22"/>
                    </a:lnTo>
                    <a:lnTo>
                      <a:pt x="20" y="22"/>
                    </a:lnTo>
                    <a:lnTo>
                      <a:pt x="20" y="22"/>
                    </a:lnTo>
                    <a:lnTo>
                      <a:pt x="20" y="22"/>
                    </a:lnTo>
                    <a:lnTo>
                      <a:pt x="24" y="22"/>
                    </a:lnTo>
                    <a:lnTo>
                      <a:pt x="24" y="22"/>
                    </a:lnTo>
                    <a:lnTo>
                      <a:pt x="24" y="22"/>
                    </a:lnTo>
                    <a:lnTo>
                      <a:pt x="24" y="22"/>
                    </a:lnTo>
                    <a:lnTo>
                      <a:pt x="26" y="22"/>
                    </a:lnTo>
                    <a:lnTo>
                      <a:pt x="26" y="22"/>
                    </a:lnTo>
                    <a:lnTo>
                      <a:pt x="26" y="22"/>
                    </a:lnTo>
                    <a:lnTo>
                      <a:pt x="30" y="22"/>
                    </a:lnTo>
                    <a:lnTo>
                      <a:pt x="30" y="22"/>
                    </a:lnTo>
                    <a:lnTo>
                      <a:pt x="34" y="22"/>
                    </a:lnTo>
                    <a:lnTo>
                      <a:pt x="38" y="22"/>
                    </a:lnTo>
                    <a:lnTo>
                      <a:pt x="38" y="22"/>
                    </a:lnTo>
                    <a:lnTo>
                      <a:pt x="38" y="14"/>
                    </a:lnTo>
                    <a:lnTo>
                      <a:pt x="38" y="10"/>
                    </a:lnTo>
                    <a:lnTo>
                      <a:pt x="38" y="10"/>
                    </a:lnTo>
                    <a:lnTo>
                      <a:pt x="38" y="10"/>
                    </a:lnTo>
                    <a:lnTo>
                      <a:pt x="38" y="8"/>
                    </a:lnTo>
                    <a:lnTo>
                      <a:pt x="38" y="8"/>
                    </a:lnTo>
                    <a:lnTo>
                      <a:pt x="38" y="4"/>
                    </a:lnTo>
                    <a:lnTo>
                      <a:pt x="38" y="4"/>
                    </a:lnTo>
                    <a:lnTo>
                      <a:pt x="38" y="4"/>
                    </a:lnTo>
                    <a:lnTo>
                      <a:pt x="38" y="4"/>
                    </a:lnTo>
                    <a:lnTo>
                      <a:pt x="38" y="0"/>
                    </a:lnTo>
                    <a:lnTo>
                      <a:pt x="38" y="0"/>
                    </a:lnTo>
                    <a:lnTo>
                      <a:pt x="42" y="0"/>
                    </a:lnTo>
                    <a:lnTo>
                      <a:pt x="42" y="0"/>
                    </a:lnTo>
                    <a:lnTo>
                      <a:pt x="46" y="0"/>
                    </a:lnTo>
                    <a:lnTo>
                      <a:pt x="50" y="0"/>
                    </a:lnTo>
                    <a:lnTo>
                      <a:pt x="54" y="0"/>
                    </a:lnTo>
                    <a:lnTo>
                      <a:pt x="54" y="0"/>
                    </a:lnTo>
                    <a:lnTo>
                      <a:pt x="54" y="0"/>
                    </a:lnTo>
                    <a:lnTo>
                      <a:pt x="54" y="0"/>
                    </a:lnTo>
                    <a:lnTo>
                      <a:pt x="56" y="0"/>
                    </a:lnTo>
                    <a:lnTo>
                      <a:pt x="56" y="0"/>
                    </a:lnTo>
                    <a:lnTo>
                      <a:pt x="56" y="0"/>
                    </a:lnTo>
                    <a:lnTo>
                      <a:pt x="56" y="0"/>
                    </a:lnTo>
                    <a:lnTo>
                      <a:pt x="60" y="0"/>
                    </a:lnTo>
                    <a:lnTo>
                      <a:pt x="60" y="0"/>
                    </a:lnTo>
                    <a:lnTo>
                      <a:pt x="64" y="0"/>
                    </a:lnTo>
                    <a:lnTo>
                      <a:pt x="64" y="0"/>
                    </a:lnTo>
                    <a:lnTo>
                      <a:pt x="64" y="0"/>
                    </a:lnTo>
                    <a:lnTo>
                      <a:pt x="64" y="0"/>
                    </a:lnTo>
                    <a:lnTo>
                      <a:pt x="64" y="4"/>
                    </a:lnTo>
                    <a:lnTo>
                      <a:pt x="64" y="4"/>
                    </a:lnTo>
                    <a:lnTo>
                      <a:pt x="64" y="4"/>
                    </a:lnTo>
                    <a:lnTo>
                      <a:pt x="64" y="4"/>
                    </a:lnTo>
                    <a:lnTo>
                      <a:pt x="64" y="4"/>
                    </a:lnTo>
                    <a:lnTo>
                      <a:pt x="64" y="8"/>
                    </a:lnTo>
                    <a:lnTo>
                      <a:pt x="64" y="8"/>
                    </a:lnTo>
                    <a:lnTo>
                      <a:pt x="64" y="8"/>
                    </a:lnTo>
                    <a:lnTo>
                      <a:pt x="64" y="8"/>
                    </a:lnTo>
                    <a:lnTo>
                      <a:pt x="64" y="8"/>
                    </a:lnTo>
                    <a:lnTo>
                      <a:pt x="64" y="10"/>
                    </a:lnTo>
                    <a:lnTo>
                      <a:pt x="64" y="10"/>
                    </a:lnTo>
                    <a:lnTo>
                      <a:pt x="64" y="10"/>
                    </a:lnTo>
                    <a:lnTo>
                      <a:pt x="64" y="14"/>
                    </a:lnTo>
                    <a:lnTo>
                      <a:pt x="64" y="14"/>
                    </a:lnTo>
                    <a:lnTo>
                      <a:pt x="64" y="14"/>
                    </a:lnTo>
                    <a:lnTo>
                      <a:pt x="64" y="14"/>
                    </a:lnTo>
                    <a:lnTo>
                      <a:pt x="64" y="14"/>
                    </a:lnTo>
                    <a:lnTo>
                      <a:pt x="64" y="18"/>
                    </a:lnTo>
                    <a:lnTo>
                      <a:pt x="64" y="18"/>
                    </a:lnTo>
                    <a:lnTo>
                      <a:pt x="64" y="18"/>
                    </a:lnTo>
                    <a:lnTo>
                      <a:pt x="64" y="18"/>
                    </a:lnTo>
                    <a:lnTo>
                      <a:pt x="64" y="18"/>
                    </a:lnTo>
                    <a:lnTo>
                      <a:pt x="64" y="18"/>
                    </a:lnTo>
                    <a:lnTo>
                      <a:pt x="64" y="18"/>
                    </a:lnTo>
                    <a:lnTo>
                      <a:pt x="68" y="18"/>
                    </a:lnTo>
                    <a:lnTo>
                      <a:pt x="68" y="18"/>
                    </a:lnTo>
                    <a:lnTo>
                      <a:pt x="72" y="18"/>
                    </a:lnTo>
                    <a:lnTo>
                      <a:pt x="72" y="14"/>
                    </a:lnTo>
                    <a:lnTo>
                      <a:pt x="72" y="14"/>
                    </a:lnTo>
                    <a:lnTo>
                      <a:pt x="76" y="14"/>
                    </a:lnTo>
                    <a:lnTo>
                      <a:pt x="76" y="14"/>
                    </a:lnTo>
                    <a:lnTo>
                      <a:pt x="76" y="14"/>
                    </a:lnTo>
                    <a:lnTo>
                      <a:pt x="80" y="14"/>
                    </a:lnTo>
                    <a:lnTo>
                      <a:pt x="80" y="14"/>
                    </a:lnTo>
                    <a:lnTo>
                      <a:pt x="80" y="14"/>
                    </a:lnTo>
                    <a:lnTo>
                      <a:pt x="80" y="14"/>
                    </a:lnTo>
                    <a:lnTo>
                      <a:pt x="80" y="14"/>
                    </a:lnTo>
                    <a:lnTo>
                      <a:pt x="80" y="14"/>
                    </a:lnTo>
                    <a:lnTo>
                      <a:pt x="80" y="18"/>
                    </a:lnTo>
                    <a:lnTo>
                      <a:pt x="80" y="18"/>
                    </a:lnTo>
                    <a:lnTo>
                      <a:pt x="80" y="18"/>
                    </a:lnTo>
                    <a:lnTo>
                      <a:pt x="84" y="22"/>
                    </a:lnTo>
                    <a:lnTo>
                      <a:pt x="84" y="22"/>
                    </a:lnTo>
                    <a:lnTo>
                      <a:pt x="84" y="22"/>
                    </a:lnTo>
                    <a:lnTo>
                      <a:pt x="84" y="26"/>
                    </a:lnTo>
                    <a:lnTo>
                      <a:pt x="80" y="30"/>
                    </a:lnTo>
                    <a:lnTo>
                      <a:pt x="80" y="30"/>
                    </a:lnTo>
                    <a:lnTo>
                      <a:pt x="80" y="30"/>
                    </a:lnTo>
                    <a:lnTo>
                      <a:pt x="80" y="30"/>
                    </a:lnTo>
                    <a:lnTo>
                      <a:pt x="80" y="30"/>
                    </a:lnTo>
                    <a:lnTo>
                      <a:pt x="80" y="30"/>
                    </a:lnTo>
                    <a:lnTo>
                      <a:pt x="76" y="30"/>
                    </a:lnTo>
                    <a:lnTo>
                      <a:pt x="76" y="34"/>
                    </a:lnTo>
                    <a:lnTo>
                      <a:pt x="76" y="34"/>
                    </a:lnTo>
                    <a:lnTo>
                      <a:pt x="76" y="38"/>
                    </a:lnTo>
                    <a:lnTo>
                      <a:pt x="76" y="38"/>
                    </a:lnTo>
                    <a:lnTo>
                      <a:pt x="76" y="38"/>
                    </a:lnTo>
                    <a:lnTo>
                      <a:pt x="76" y="40"/>
                    </a:lnTo>
                    <a:lnTo>
                      <a:pt x="76" y="40"/>
                    </a:lnTo>
                    <a:lnTo>
                      <a:pt x="76" y="40"/>
                    </a:lnTo>
                    <a:lnTo>
                      <a:pt x="76" y="40"/>
                    </a:lnTo>
                    <a:lnTo>
                      <a:pt x="76" y="40"/>
                    </a:lnTo>
                    <a:lnTo>
                      <a:pt x="76" y="44"/>
                    </a:lnTo>
                    <a:lnTo>
                      <a:pt x="76" y="44"/>
                    </a:lnTo>
                    <a:lnTo>
                      <a:pt x="76" y="44"/>
                    </a:lnTo>
                    <a:lnTo>
                      <a:pt x="76" y="44"/>
                    </a:lnTo>
                    <a:lnTo>
                      <a:pt x="80" y="44"/>
                    </a:lnTo>
                    <a:lnTo>
                      <a:pt x="80" y="44"/>
                    </a:lnTo>
                    <a:lnTo>
                      <a:pt x="80" y="44"/>
                    </a:lnTo>
                    <a:lnTo>
                      <a:pt x="80" y="44"/>
                    </a:lnTo>
                    <a:lnTo>
                      <a:pt x="80" y="48"/>
                    </a:lnTo>
                    <a:lnTo>
                      <a:pt x="80" y="48"/>
                    </a:lnTo>
                    <a:lnTo>
                      <a:pt x="80" y="48"/>
                    </a:lnTo>
                    <a:lnTo>
                      <a:pt x="84" y="48"/>
                    </a:lnTo>
                    <a:lnTo>
                      <a:pt x="84" y="48"/>
                    </a:lnTo>
                    <a:lnTo>
                      <a:pt x="84" y="48"/>
                    </a:lnTo>
                    <a:lnTo>
                      <a:pt x="84" y="48"/>
                    </a:lnTo>
                    <a:lnTo>
                      <a:pt x="84" y="52"/>
                    </a:lnTo>
                    <a:lnTo>
                      <a:pt x="84" y="52"/>
                    </a:lnTo>
                    <a:lnTo>
                      <a:pt x="84" y="52"/>
                    </a:lnTo>
                    <a:lnTo>
                      <a:pt x="84" y="56"/>
                    </a:lnTo>
                    <a:lnTo>
                      <a:pt x="84" y="56"/>
                    </a:lnTo>
                    <a:lnTo>
                      <a:pt x="84" y="56"/>
                    </a:lnTo>
                    <a:lnTo>
                      <a:pt x="84" y="60"/>
                    </a:lnTo>
                    <a:lnTo>
                      <a:pt x="84" y="60"/>
                    </a:lnTo>
                    <a:lnTo>
                      <a:pt x="84" y="60"/>
                    </a:lnTo>
                    <a:lnTo>
                      <a:pt x="84" y="64"/>
                    </a:lnTo>
                    <a:lnTo>
                      <a:pt x="84" y="68"/>
                    </a:lnTo>
                    <a:lnTo>
                      <a:pt x="84" y="68"/>
                    </a:lnTo>
                    <a:lnTo>
                      <a:pt x="84" y="68"/>
                    </a:lnTo>
                    <a:lnTo>
                      <a:pt x="84" y="70"/>
                    </a:lnTo>
                    <a:lnTo>
                      <a:pt x="84" y="70"/>
                    </a:lnTo>
                    <a:lnTo>
                      <a:pt x="84" y="70"/>
                    </a:lnTo>
                    <a:lnTo>
                      <a:pt x="84" y="70"/>
                    </a:lnTo>
                    <a:lnTo>
                      <a:pt x="84" y="70"/>
                    </a:lnTo>
                    <a:lnTo>
                      <a:pt x="80" y="70"/>
                    </a:lnTo>
                    <a:lnTo>
                      <a:pt x="80" y="70"/>
                    </a:lnTo>
                    <a:lnTo>
                      <a:pt x="80" y="74"/>
                    </a:lnTo>
                    <a:lnTo>
                      <a:pt x="80" y="74"/>
                    </a:lnTo>
                    <a:lnTo>
                      <a:pt x="80" y="74"/>
                    </a:lnTo>
                    <a:lnTo>
                      <a:pt x="80" y="74"/>
                    </a:lnTo>
                    <a:lnTo>
                      <a:pt x="80" y="78"/>
                    </a:lnTo>
                    <a:lnTo>
                      <a:pt x="80" y="78"/>
                    </a:lnTo>
                    <a:lnTo>
                      <a:pt x="80" y="78"/>
                    </a:lnTo>
                    <a:lnTo>
                      <a:pt x="80" y="78"/>
                    </a:lnTo>
                    <a:lnTo>
                      <a:pt x="80" y="82"/>
                    </a:lnTo>
                    <a:lnTo>
                      <a:pt x="80" y="82"/>
                    </a:lnTo>
                    <a:lnTo>
                      <a:pt x="76" y="82"/>
                    </a:lnTo>
                    <a:lnTo>
                      <a:pt x="76" y="82"/>
                    </a:lnTo>
                    <a:lnTo>
                      <a:pt x="76" y="82"/>
                    </a:lnTo>
                    <a:lnTo>
                      <a:pt x="76" y="82"/>
                    </a:lnTo>
                    <a:lnTo>
                      <a:pt x="76" y="78"/>
                    </a:lnTo>
                    <a:lnTo>
                      <a:pt x="72" y="74"/>
                    </a:lnTo>
                    <a:lnTo>
                      <a:pt x="72" y="74"/>
                    </a:lnTo>
                    <a:lnTo>
                      <a:pt x="72" y="74"/>
                    </a:lnTo>
                    <a:lnTo>
                      <a:pt x="72" y="78"/>
                    </a:lnTo>
                    <a:lnTo>
                      <a:pt x="72" y="78"/>
                    </a:lnTo>
                    <a:lnTo>
                      <a:pt x="72" y="78"/>
                    </a:lnTo>
                    <a:lnTo>
                      <a:pt x="68" y="78"/>
                    </a:lnTo>
                    <a:lnTo>
                      <a:pt x="68" y="78"/>
                    </a:lnTo>
                    <a:lnTo>
                      <a:pt x="68" y="82"/>
                    </a:lnTo>
                    <a:lnTo>
                      <a:pt x="68" y="82"/>
                    </a:lnTo>
                    <a:lnTo>
                      <a:pt x="68" y="82"/>
                    </a:lnTo>
                    <a:lnTo>
                      <a:pt x="64" y="78"/>
                    </a:lnTo>
                    <a:lnTo>
                      <a:pt x="64" y="78"/>
                    </a:lnTo>
                    <a:lnTo>
                      <a:pt x="60" y="78"/>
                    </a:lnTo>
                    <a:lnTo>
                      <a:pt x="60" y="78"/>
                    </a:lnTo>
                    <a:lnTo>
                      <a:pt x="60" y="78"/>
                    </a:lnTo>
                    <a:lnTo>
                      <a:pt x="60" y="78"/>
                    </a:lnTo>
                    <a:lnTo>
                      <a:pt x="60" y="78"/>
                    </a:lnTo>
                    <a:lnTo>
                      <a:pt x="60" y="78"/>
                    </a:lnTo>
                    <a:lnTo>
                      <a:pt x="60" y="78"/>
                    </a:lnTo>
                    <a:lnTo>
                      <a:pt x="60" y="74"/>
                    </a:lnTo>
                    <a:lnTo>
                      <a:pt x="60" y="74"/>
                    </a:lnTo>
                    <a:lnTo>
                      <a:pt x="60" y="70"/>
                    </a:lnTo>
                    <a:lnTo>
                      <a:pt x="60" y="70"/>
                    </a:lnTo>
                    <a:lnTo>
                      <a:pt x="60" y="70"/>
                    </a:lnTo>
                    <a:lnTo>
                      <a:pt x="56" y="70"/>
                    </a:lnTo>
                    <a:lnTo>
                      <a:pt x="56" y="70"/>
                    </a:lnTo>
                    <a:lnTo>
                      <a:pt x="56" y="70"/>
                    </a:lnTo>
                    <a:lnTo>
                      <a:pt x="56" y="70"/>
                    </a:lnTo>
                    <a:lnTo>
                      <a:pt x="56" y="70"/>
                    </a:lnTo>
                    <a:lnTo>
                      <a:pt x="54" y="70"/>
                    </a:lnTo>
                    <a:lnTo>
                      <a:pt x="54" y="70"/>
                    </a:lnTo>
                    <a:lnTo>
                      <a:pt x="54" y="70"/>
                    </a:lnTo>
                    <a:lnTo>
                      <a:pt x="54" y="70"/>
                    </a:lnTo>
                    <a:lnTo>
                      <a:pt x="54" y="70"/>
                    </a:lnTo>
                    <a:lnTo>
                      <a:pt x="54" y="74"/>
                    </a:lnTo>
                    <a:lnTo>
                      <a:pt x="54" y="74"/>
                    </a:lnTo>
                    <a:lnTo>
                      <a:pt x="54" y="74"/>
                    </a:lnTo>
                    <a:lnTo>
                      <a:pt x="54" y="78"/>
                    </a:lnTo>
                    <a:lnTo>
                      <a:pt x="54" y="78"/>
                    </a:lnTo>
                    <a:lnTo>
                      <a:pt x="50" y="82"/>
                    </a:lnTo>
                    <a:lnTo>
                      <a:pt x="50" y="82"/>
                    </a:lnTo>
                    <a:lnTo>
                      <a:pt x="50" y="78"/>
                    </a:lnTo>
                    <a:lnTo>
                      <a:pt x="50" y="78"/>
                    </a:lnTo>
                    <a:lnTo>
                      <a:pt x="46" y="78"/>
                    </a:lnTo>
                    <a:lnTo>
                      <a:pt x="46" y="78"/>
                    </a:lnTo>
                    <a:lnTo>
                      <a:pt x="46" y="78"/>
                    </a:lnTo>
                    <a:lnTo>
                      <a:pt x="46" y="82"/>
                    </a:lnTo>
                    <a:lnTo>
                      <a:pt x="46" y="82"/>
                    </a:lnTo>
                    <a:lnTo>
                      <a:pt x="42" y="78"/>
                    </a:lnTo>
                    <a:lnTo>
                      <a:pt x="42" y="78"/>
                    </a:lnTo>
                    <a:lnTo>
                      <a:pt x="42" y="78"/>
                    </a:lnTo>
                    <a:lnTo>
                      <a:pt x="42" y="78"/>
                    </a:lnTo>
                    <a:lnTo>
                      <a:pt x="42" y="82"/>
                    </a:lnTo>
                    <a:lnTo>
                      <a:pt x="42" y="82"/>
                    </a:lnTo>
                    <a:lnTo>
                      <a:pt x="42" y="82"/>
                    </a:lnTo>
                    <a:lnTo>
                      <a:pt x="42" y="86"/>
                    </a:lnTo>
                    <a:lnTo>
                      <a:pt x="42" y="86"/>
                    </a:lnTo>
                    <a:lnTo>
                      <a:pt x="42" y="86"/>
                    </a:lnTo>
                    <a:lnTo>
                      <a:pt x="42" y="86"/>
                    </a:lnTo>
                    <a:lnTo>
                      <a:pt x="42" y="86"/>
                    </a:lnTo>
                    <a:lnTo>
                      <a:pt x="42" y="86"/>
                    </a:lnTo>
                    <a:lnTo>
                      <a:pt x="42" y="86"/>
                    </a:lnTo>
                    <a:lnTo>
                      <a:pt x="42" y="86"/>
                    </a:lnTo>
                    <a:close/>
                    <a:moveTo>
                      <a:pt x="4" y="52"/>
                    </a:moveTo>
                    <a:lnTo>
                      <a:pt x="4" y="52"/>
                    </a:lnTo>
                    <a:lnTo>
                      <a:pt x="4" y="52"/>
                    </a:lnTo>
                    <a:lnTo>
                      <a:pt x="4" y="52"/>
                    </a:lnTo>
                    <a:lnTo>
                      <a:pt x="4" y="52"/>
                    </a:lnTo>
                    <a:lnTo>
                      <a:pt x="4" y="52"/>
                    </a:lnTo>
                    <a:lnTo>
                      <a:pt x="4" y="52"/>
                    </a:lnTo>
                    <a:lnTo>
                      <a:pt x="4" y="48"/>
                    </a:lnTo>
                    <a:lnTo>
                      <a:pt x="4" y="48"/>
                    </a:lnTo>
                    <a:lnTo>
                      <a:pt x="4" y="48"/>
                    </a:lnTo>
                    <a:lnTo>
                      <a:pt x="4" y="52"/>
                    </a:lnTo>
                    <a:lnTo>
                      <a:pt x="4" y="52"/>
                    </a:lnTo>
                    <a:lnTo>
                      <a:pt x="4" y="52"/>
                    </a:lnTo>
                    <a:lnTo>
                      <a:pt x="4" y="52"/>
                    </a:lnTo>
                    <a:lnTo>
                      <a:pt x="4" y="52"/>
                    </a:lnTo>
                    <a:lnTo>
                      <a:pt x="4" y="52"/>
                    </a:lnTo>
                    <a:lnTo>
                      <a:pt x="4" y="52"/>
                    </a:lnTo>
                    <a:lnTo>
                      <a:pt x="4"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3" name="Freeform 147"/>
              <p:cNvSpPr>
                <a:spLocks/>
              </p:cNvSpPr>
              <p:nvPr/>
            </p:nvSpPr>
            <p:spPr bwMode="gray">
              <a:xfrm>
                <a:off x="4723426" y="4185752"/>
                <a:ext cx="107834" cy="194796"/>
              </a:xfrm>
              <a:custGeom>
                <a:avLst/>
                <a:gdLst>
                  <a:gd name="T0" fmla="*/ 0 w 62"/>
                  <a:gd name="T1" fmla="*/ 78 h 112"/>
                  <a:gd name="T2" fmla="*/ 0 w 62"/>
                  <a:gd name="T3" fmla="*/ 72 h 112"/>
                  <a:gd name="T4" fmla="*/ 4 w 62"/>
                  <a:gd name="T5" fmla="*/ 60 h 112"/>
                  <a:gd name="T6" fmla="*/ 10 w 62"/>
                  <a:gd name="T7" fmla="*/ 52 h 112"/>
                  <a:gd name="T8" fmla="*/ 6 w 62"/>
                  <a:gd name="T9" fmla="*/ 42 h 112"/>
                  <a:gd name="T10" fmla="*/ 6 w 62"/>
                  <a:gd name="T11" fmla="*/ 38 h 112"/>
                  <a:gd name="T12" fmla="*/ 6 w 62"/>
                  <a:gd name="T13" fmla="*/ 30 h 112"/>
                  <a:gd name="T14" fmla="*/ 6 w 62"/>
                  <a:gd name="T15" fmla="*/ 26 h 112"/>
                  <a:gd name="T16" fmla="*/ 4 w 62"/>
                  <a:gd name="T17" fmla="*/ 22 h 112"/>
                  <a:gd name="T18" fmla="*/ 4 w 62"/>
                  <a:gd name="T19" fmla="*/ 12 h 112"/>
                  <a:gd name="T20" fmla="*/ 4 w 62"/>
                  <a:gd name="T21" fmla="*/ 4 h 112"/>
                  <a:gd name="T22" fmla="*/ 22 w 62"/>
                  <a:gd name="T23" fmla="*/ 4 h 112"/>
                  <a:gd name="T24" fmla="*/ 34 w 62"/>
                  <a:gd name="T25" fmla="*/ 4 h 112"/>
                  <a:gd name="T26" fmla="*/ 40 w 62"/>
                  <a:gd name="T27" fmla="*/ 4 h 112"/>
                  <a:gd name="T28" fmla="*/ 44 w 62"/>
                  <a:gd name="T29" fmla="*/ 4 h 112"/>
                  <a:gd name="T30" fmla="*/ 44 w 62"/>
                  <a:gd name="T31" fmla="*/ 8 h 112"/>
                  <a:gd name="T32" fmla="*/ 44 w 62"/>
                  <a:gd name="T33" fmla="*/ 12 h 112"/>
                  <a:gd name="T34" fmla="*/ 48 w 62"/>
                  <a:gd name="T35" fmla="*/ 16 h 112"/>
                  <a:gd name="T36" fmla="*/ 52 w 62"/>
                  <a:gd name="T37" fmla="*/ 18 h 112"/>
                  <a:gd name="T38" fmla="*/ 48 w 62"/>
                  <a:gd name="T39" fmla="*/ 30 h 112"/>
                  <a:gd name="T40" fmla="*/ 52 w 62"/>
                  <a:gd name="T41" fmla="*/ 30 h 112"/>
                  <a:gd name="T42" fmla="*/ 52 w 62"/>
                  <a:gd name="T43" fmla="*/ 34 h 112"/>
                  <a:gd name="T44" fmla="*/ 52 w 62"/>
                  <a:gd name="T45" fmla="*/ 42 h 112"/>
                  <a:gd name="T46" fmla="*/ 52 w 62"/>
                  <a:gd name="T47" fmla="*/ 46 h 112"/>
                  <a:gd name="T48" fmla="*/ 56 w 62"/>
                  <a:gd name="T49" fmla="*/ 52 h 112"/>
                  <a:gd name="T50" fmla="*/ 52 w 62"/>
                  <a:gd name="T51" fmla="*/ 60 h 112"/>
                  <a:gd name="T52" fmla="*/ 52 w 62"/>
                  <a:gd name="T53" fmla="*/ 68 h 112"/>
                  <a:gd name="T54" fmla="*/ 52 w 62"/>
                  <a:gd name="T55" fmla="*/ 72 h 112"/>
                  <a:gd name="T56" fmla="*/ 52 w 62"/>
                  <a:gd name="T57" fmla="*/ 78 h 112"/>
                  <a:gd name="T58" fmla="*/ 56 w 62"/>
                  <a:gd name="T59" fmla="*/ 82 h 112"/>
                  <a:gd name="T60" fmla="*/ 60 w 62"/>
                  <a:gd name="T61" fmla="*/ 82 h 112"/>
                  <a:gd name="T62" fmla="*/ 62 w 62"/>
                  <a:gd name="T63" fmla="*/ 90 h 112"/>
                  <a:gd name="T64" fmla="*/ 60 w 62"/>
                  <a:gd name="T65" fmla="*/ 90 h 112"/>
                  <a:gd name="T66" fmla="*/ 56 w 62"/>
                  <a:gd name="T67" fmla="*/ 94 h 112"/>
                  <a:gd name="T68" fmla="*/ 52 w 62"/>
                  <a:gd name="T69" fmla="*/ 94 h 112"/>
                  <a:gd name="T70" fmla="*/ 52 w 62"/>
                  <a:gd name="T71" fmla="*/ 90 h 112"/>
                  <a:gd name="T72" fmla="*/ 48 w 62"/>
                  <a:gd name="T73" fmla="*/ 90 h 112"/>
                  <a:gd name="T74" fmla="*/ 48 w 62"/>
                  <a:gd name="T75" fmla="*/ 90 h 112"/>
                  <a:gd name="T76" fmla="*/ 52 w 62"/>
                  <a:gd name="T77" fmla="*/ 90 h 112"/>
                  <a:gd name="T78" fmla="*/ 52 w 62"/>
                  <a:gd name="T79" fmla="*/ 94 h 112"/>
                  <a:gd name="T80" fmla="*/ 48 w 62"/>
                  <a:gd name="T81" fmla="*/ 94 h 112"/>
                  <a:gd name="T82" fmla="*/ 40 w 62"/>
                  <a:gd name="T83" fmla="*/ 98 h 112"/>
                  <a:gd name="T84" fmla="*/ 36 w 62"/>
                  <a:gd name="T85" fmla="*/ 102 h 112"/>
                  <a:gd name="T86" fmla="*/ 34 w 62"/>
                  <a:gd name="T87" fmla="*/ 104 h 112"/>
                  <a:gd name="T88" fmla="*/ 30 w 62"/>
                  <a:gd name="T89" fmla="*/ 104 h 112"/>
                  <a:gd name="T90" fmla="*/ 22 w 62"/>
                  <a:gd name="T91" fmla="*/ 104 h 112"/>
                  <a:gd name="T92" fmla="*/ 18 w 62"/>
                  <a:gd name="T93" fmla="*/ 112 h 112"/>
                  <a:gd name="T94" fmla="*/ 10 w 62"/>
                  <a:gd name="T95" fmla="*/ 108 h 112"/>
                  <a:gd name="T96" fmla="*/ 6 w 62"/>
                  <a:gd name="T97" fmla="*/ 108 h 112"/>
                  <a:gd name="T98" fmla="*/ 0 w 62"/>
                  <a:gd name="T99" fmla="*/ 104 h 112"/>
                  <a:gd name="T100" fmla="*/ 6 w 62"/>
                  <a:gd name="T101" fmla="*/ 104 h 112"/>
                  <a:gd name="T102" fmla="*/ 4 w 62"/>
                  <a:gd name="T103" fmla="*/ 102 h 112"/>
                  <a:gd name="T104" fmla="*/ 4 w 62"/>
                  <a:gd name="T105" fmla="*/ 98 h 112"/>
                  <a:gd name="T106" fmla="*/ 0 w 62"/>
                  <a:gd name="T107" fmla="*/ 86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2" h="112">
                    <a:moveTo>
                      <a:pt x="0" y="86"/>
                    </a:moveTo>
                    <a:lnTo>
                      <a:pt x="0" y="86"/>
                    </a:lnTo>
                    <a:lnTo>
                      <a:pt x="0" y="86"/>
                    </a:lnTo>
                    <a:lnTo>
                      <a:pt x="0" y="82"/>
                    </a:lnTo>
                    <a:lnTo>
                      <a:pt x="0" y="78"/>
                    </a:lnTo>
                    <a:lnTo>
                      <a:pt x="0" y="78"/>
                    </a:lnTo>
                    <a:lnTo>
                      <a:pt x="0" y="78"/>
                    </a:lnTo>
                    <a:lnTo>
                      <a:pt x="0" y="78"/>
                    </a:lnTo>
                    <a:lnTo>
                      <a:pt x="0" y="78"/>
                    </a:lnTo>
                    <a:lnTo>
                      <a:pt x="0" y="76"/>
                    </a:lnTo>
                    <a:lnTo>
                      <a:pt x="0" y="72"/>
                    </a:lnTo>
                    <a:lnTo>
                      <a:pt x="0" y="72"/>
                    </a:lnTo>
                    <a:lnTo>
                      <a:pt x="4" y="72"/>
                    </a:lnTo>
                    <a:lnTo>
                      <a:pt x="4" y="68"/>
                    </a:lnTo>
                    <a:lnTo>
                      <a:pt x="4" y="64"/>
                    </a:lnTo>
                    <a:lnTo>
                      <a:pt x="4" y="64"/>
                    </a:lnTo>
                    <a:lnTo>
                      <a:pt x="4" y="60"/>
                    </a:lnTo>
                    <a:lnTo>
                      <a:pt x="4" y="60"/>
                    </a:lnTo>
                    <a:lnTo>
                      <a:pt x="4" y="56"/>
                    </a:lnTo>
                    <a:lnTo>
                      <a:pt x="4" y="56"/>
                    </a:lnTo>
                    <a:lnTo>
                      <a:pt x="6" y="56"/>
                    </a:lnTo>
                    <a:lnTo>
                      <a:pt x="6" y="52"/>
                    </a:lnTo>
                    <a:lnTo>
                      <a:pt x="6" y="52"/>
                    </a:lnTo>
                    <a:lnTo>
                      <a:pt x="10" y="52"/>
                    </a:lnTo>
                    <a:lnTo>
                      <a:pt x="10" y="52"/>
                    </a:lnTo>
                    <a:lnTo>
                      <a:pt x="6" y="46"/>
                    </a:lnTo>
                    <a:lnTo>
                      <a:pt x="6" y="46"/>
                    </a:lnTo>
                    <a:lnTo>
                      <a:pt x="6" y="42"/>
                    </a:lnTo>
                    <a:lnTo>
                      <a:pt x="6" y="42"/>
                    </a:lnTo>
                    <a:lnTo>
                      <a:pt x="6" y="42"/>
                    </a:lnTo>
                    <a:lnTo>
                      <a:pt x="6" y="42"/>
                    </a:lnTo>
                    <a:lnTo>
                      <a:pt x="6" y="42"/>
                    </a:lnTo>
                    <a:lnTo>
                      <a:pt x="6" y="42"/>
                    </a:lnTo>
                    <a:lnTo>
                      <a:pt x="6" y="38"/>
                    </a:lnTo>
                    <a:lnTo>
                      <a:pt x="6" y="38"/>
                    </a:lnTo>
                    <a:lnTo>
                      <a:pt x="6" y="38"/>
                    </a:lnTo>
                    <a:lnTo>
                      <a:pt x="6" y="38"/>
                    </a:lnTo>
                    <a:lnTo>
                      <a:pt x="6" y="34"/>
                    </a:lnTo>
                    <a:lnTo>
                      <a:pt x="6" y="34"/>
                    </a:lnTo>
                    <a:lnTo>
                      <a:pt x="6" y="30"/>
                    </a:lnTo>
                    <a:lnTo>
                      <a:pt x="6" y="30"/>
                    </a:lnTo>
                    <a:lnTo>
                      <a:pt x="6" y="30"/>
                    </a:lnTo>
                    <a:lnTo>
                      <a:pt x="6" y="30"/>
                    </a:lnTo>
                    <a:lnTo>
                      <a:pt x="6" y="30"/>
                    </a:lnTo>
                    <a:lnTo>
                      <a:pt x="6" y="30"/>
                    </a:lnTo>
                    <a:lnTo>
                      <a:pt x="4" y="30"/>
                    </a:lnTo>
                    <a:lnTo>
                      <a:pt x="4" y="26"/>
                    </a:lnTo>
                    <a:lnTo>
                      <a:pt x="6" y="26"/>
                    </a:lnTo>
                    <a:lnTo>
                      <a:pt x="6" y="26"/>
                    </a:lnTo>
                    <a:lnTo>
                      <a:pt x="6" y="26"/>
                    </a:lnTo>
                    <a:lnTo>
                      <a:pt x="4" y="26"/>
                    </a:lnTo>
                    <a:lnTo>
                      <a:pt x="4" y="26"/>
                    </a:lnTo>
                    <a:lnTo>
                      <a:pt x="6" y="22"/>
                    </a:lnTo>
                    <a:lnTo>
                      <a:pt x="4" y="22"/>
                    </a:lnTo>
                    <a:lnTo>
                      <a:pt x="4" y="18"/>
                    </a:lnTo>
                    <a:lnTo>
                      <a:pt x="4" y="18"/>
                    </a:lnTo>
                    <a:lnTo>
                      <a:pt x="4" y="18"/>
                    </a:lnTo>
                    <a:lnTo>
                      <a:pt x="4" y="16"/>
                    </a:lnTo>
                    <a:lnTo>
                      <a:pt x="4" y="16"/>
                    </a:lnTo>
                    <a:lnTo>
                      <a:pt x="4" y="12"/>
                    </a:lnTo>
                    <a:lnTo>
                      <a:pt x="4" y="12"/>
                    </a:lnTo>
                    <a:lnTo>
                      <a:pt x="4" y="12"/>
                    </a:lnTo>
                    <a:lnTo>
                      <a:pt x="4" y="8"/>
                    </a:lnTo>
                    <a:lnTo>
                      <a:pt x="4" y="8"/>
                    </a:lnTo>
                    <a:lnTo>
                      <a:pt x="4" y="4"/>
                    </a:lnTo>
                    <a:lnTo>
                      <a:pt x="4" y="4"/>
                    </a:lnTo>
                    <a:lnTo>
                      <a:pt x="4" y="4"/>
                    </a:lnTo>
                    <a:lnTo>
                      <a:pt x="6" y="4"/>
                    </a:lnTo>
                    <a:lnTo>
                      <a:pt x="10" y="4"/>
                    </a:lnTo>
                    <a:lnTo>
                      <a:pt x="14" y="4"/>
                    </a:lnTo>
                    <a:lnTo>
                      <a:pt x="18" y="4"/>
                    </a:lnTo>
                    <a:lnTo>
                      <a:pt x="22" y="4"/>
                    </a:lnTo>
                    <a:lnTo>
                      <a:pt x="22" y="4"/>
                    </a:lnTo>
                    <a:lnTo>
                      <a:pt x="26" y="4"/>
                    </a:lnTo>
                    <a:lnTo>
                      <a:pt x="26" y="4"/>
                    </a:lnTo>
                    <a:lnTo>
                      <a:pt x="30" y="4"/>
                    </a:lnTo>
                    <a:lnTo>
                      <a:pt x="30" y="4"/>
                    </a:lnTo>
                    <a:lnTo>
                      <a:pt x="34" y="4"/>
                    </a:lnTo>
                    <a:lnTo>
                      <a:pt x="34" y="4"/>
                    </a:lnTo>
                    <a:lnTo>
                      <a:pt x="34" y="4"/>
                    </a:lnTo>
                    <a:lnTo>
                      <a:pt x="34" y="4"/>
                    </a:lnTo>
                    <a:lnTo>
                      <a:pt x="34" y="4"/>
                    </a:lnTo>
                    <a:lnTo>
                      <a:pt x="36" y="4"/>
                    </a:lnTo>
                    <a:lnTo>
                      <a:pt x="40" y="4"/>
                    </a:lnTo>
                    <a:lnTo>
                      <a:pt x="40" y="0"/>
                    </a:lnTo>
                    <a:lnTo>
                      <a:pt x="40" y="0"/>
                    </a:lnTo>
                    <a:lnTo>
                      <a:pt x="40" y="0"/>
                    </a:lnTo>
                    <a:lnTo>
                      <a:pt x="40" y="0"/>
                    </a:lnTo>
                    <a:lnTo>
                      <a:pt x="44" y="4"/>
                    </a:lnTo>
                    <a:lnTo>
                      <a:pt x="44" y="4"/>
                    </a:lnTo>
                    <a:lnTo>
                      <a:pt x="44" y="0"/>
                    </a:lnTo>
                    <a:lnTo>
                      <a:pt x="44" y="0"/>
                    </a:lnTo>
                    <a:lnTo>
                      <a:pt x="44" y="4"/>
                    </a:lnTo>
                    <a:lnTo>
                      <a:pt x="44" y="4"/>
                    </a:lnTo>
                    <a:lnTo>
                      <a:pt x="44" y="4"/>
                    </a:lnTo>
                    <a:lnTo>
                      <a:pt x="44" y="8"/>
                    </a:lnTo>
                    <a:lnTo>
                      <a:pt x="44" y="8"/>
                    </a:lnTo>
                    <a:lnTo>
                      <a:pt x="44" y="8"/>
                    </a:lnTo>
                    <a:lnTo>
                      <a:pt x="44" y="8"/>
                    </a:lnTo>
                    <a:lnTo>
                      <a:pt x="44" y="12"/>
                    </a:lnTo>
                    <a:lnTo>
                      <a:pt x="44" y="12"/>
                    </a:lnTo>
                    <a:lnTo>
                      <a:pt x="44" y="12"/>
                    </a:lnTo>
                    <a:lnTo>
                      <a:pt x="44" y="12"/>
                    </a:lnTo>
                    <a:lnTo>
                      <a:pt x="44" y="12"/>
                    </a:lnTo>
                    <a:lnTo>
                      <a:pt x="48" y="16"/>
                    </a:lnTo>
                    <a:lnTo>
                      <a:pt x="48" y="16"/>
                    </a:lnTo>
                    <a:lnTo>
                      <a:pt x="48" y="16"/>
                    </a:lnTo>
                    <a:lnTo>
                      <a:pt x="48" y="16"/>
                    </a:lnTo>
                    <a:lnTo>
                      <a:pt x="48" y="18"/>
                    </a:lnTo>
                    <a:lnTo>
                      <a:pt x="48" y="18"/>
                    </a:lnTo>
                    <a:lnTo>
                      <a:pt x="48" y="18"/>
                    </a:lnTo>
                    <a:lnTo>
                      <a:pt x="48" y="18"/>
                    </a:lnTo>
                    <a:lnTo>
                      <a:pt x="52" y="18"/>
                    </a:lnTo>
                    <a:lnTo>
                      <a:pt x="52" y="18"/>
                    </a:lnTo>
                    <a:lnTo>
                      <a:pt x="48" y="18"/>
                    </a:lnTo>
                    <a:lnTo>
                      <a:pt x="48" y="26"/>
                    </a:lnTo>
                    <a:lnTo>
                      <a:pt x="48" y="26"/>
                    </a:lnTo>
                    <a:lnTo>
                      <a:pt x="48" y="30"/>
                    </a:lnTo>
                    <a:lnTo>
                      <a:pt x="48" y="30"/>
                    </a:lnTo>
                    <a:lnTo>
                      <a:pt x="48" y="30"/>
                    </a:lnTo>
                    <a:lnTo>
                      <a:pt x="48" y="30"/>
                    </a:lnTo>
                    <a:lnTo>
                      <a:pt x="48" y="30"/>
                    </a:lnTo>
                    <a:lnTo>
                      <a:pt x="48" y="30"/>
                    </a:lnTo>
                    <a:lnTo>
                      <a:pt x="48" y="30"/>
                    </a:lnTo>
                    <a:lnTo>
                      <a:pt x="52" y="30"/>
                    </a:lnTo>
                    <a:lnTo>
                      <a:pt x="52" y="30"/>
                    </a:lnTo>
                    <a:lnTo>
                      <a:pt x="52" y="30"/>
                    </a:lnTo>
                    <a:lnTo>
                      <a:pt x="52" y="30"/>
                    </a:lnTo>
                    <a:lnTo>
                      <a:pt x="52" y="30"/>
                    </a:lnTo>
                    <a:lnTo>
                      <a:pt x="52" y="34"/>
                    </a:lnTo>
                    <a:lnTo>
                      <a:pt x="52" y="34"/>
                    </a:lnTo>
                    <a:lnTo>
                      <a:pt x="52" y="34"/>
                    </a:lnTo>
                    <a:lnTo>
                      <a:pt x="52" y="38"/>
                    </a:lnTo>
                    <a:lnTo>
                      <a:pt x="52" y="38"/>
                    </a:lnTo>
                    <a:lnTo>
                      <a:pt x="52" y="42"/>
                    </a:lnTo>
                    <a:lnTo>
                      <a:pt x="52" y="42"/>
                    </a:lnTo>
                    <a:lnTo>
                      <a:pt x="52" y="42"/>
                    </a:lnTo>
                    <a:lnTo>
                      <a:pt x="52" y="42"/>
                    </a:lnTo>
                    <a:lnTo>
                      <a:pt x="52" y="42"/>
                    </a:lnTo>
                    <a:lnTo>
                      <a:pt x="48" y="42"/>
                    </a:lnTo>
                    <a:lnTo>
                      <a:pt x="48" y="42"/>
                    </a:lnTo>
                    <a:lnTo>
                      <a:pt x="52" y="46"/>
                    </a:lnTo>
                    <a:lnTo>
                      <a:pt x="52" y="46"/>
                    </a:lnTo>
                    <a:lnTo>
                      <a:pt x="52" y="46"/>
                    </a:lnTo>
                    <a:lnTo>
                      <a:pt x="52" y="48"/>
                    </a:lnTo>
                    <a:lnTo>
                      <a:pt x="52" y="48"/>
                    </a:lnTo>
                    <a:lnTo>
                      <a:pt x="56" y="48"/>
                    </a:lnTo>
                    <a:lnTo>
                      <a:pt x="56" y="48"/>
                    </a:lnTo>
                    <a:lnTo>
                      <a:pt x="56" y="48"/>
                    </a:lnTo>
                    <a:lnTo>
                      <a:pt x="56" y="52"/>
                    </a:lnTo>
                    <a:lnTo>
                      <a:pt x="56" y="52"/>
                    </a:lnTo>
                    <a:lnTo>
                      <a:pt x="52" y="52"/>
                    </a:lnTo>
                    <a:lnTo>
                      <a:pt x="52" y="52"/>
                    </a:lnTo>
                    <a:lnTo>
                      <a:pt x="52" y="52"/>
                    </a:lnTo>
                    <a:lnTo>
                      <a:pt x="52" y="56"/>
                    </a:lnTo>
                    <a:lnTo>
                      <a:pt x="52" y="60"/>
                    </a:lnTo>
                    <a:lnTo>
                      <a:pt x="52" y="64"/>
                    </a:lnTo>
                    <a:lnTo>
                      <a:pt x="52" y="64"/>
                    </a:lnTo>
                    <a:lnTo>
                      <a:pt x="52" y="64"/>
                    </a:lnTo>
                    <a:lnTo>
                      <a:pt x="52" y="64"/>
                    </a:lnTo>
                    <a:lnTo>
                      <a:pt x="52" y="64"/>
                    </a:lnTo>
                    <a:lnTo>
                      <a:pt x="52" y="68"/>
                    </a:lnTo>
                    <a:lnTo>
                      <a:pt x="52" y="68"/>
                    </a:lnTo>
                    <a:lnTo>
                      <a:pt x="52" y="68"/>
                    </a:lnTo>
                    <a:lnTo>
                      <a:pt x="52" y="68"/>
                    </a:lnTo>
                    <a:lnTo>
                      <a:pt x="52" y="68"/>
                    </a:lnTo>
                    <a:lnTo>
                      <a:pt x="52" y="68"/>
                    </a:lnTo>
                    <a:lnTo>
                      <a:pt x="52" y="72"/>
                    </a:lnTo>
                    <a:lnTo>
                      <a:pt x="52" y="72"/>
                    </a:lnTo>
                    <a:lnTo>
                      <a:pt x="52" y="76"/>
                    </a:lnTo>
                    <a:lnTo>
                      <a:pt x="52" y="76"/>
                    </a:lnTo>
                    <a:lnTo>
                      <a:pt x="52" y="78"/>
                    </a:lnTo>
                    <a:lnTo>
                      <a:pt x="52" y="78"/>
                    </a:lnTo>
                    <a:lnTo>
                      <a:pt x="52" y="78"/>
                    </a:lnTo>
                    <a:lnTo>
                      <a:pt x="52" y="78"/>
                    </a:lnTo>
                    <a:lnTo>
                      <a:pt x="56" y="78"/>
                    </a:lnTo>
                    <a:lnTo>
                      <a:pt x="56" y="78"/>
                    </a:lnTo>
                    <a:lnTo>
                      <a:pt x="56" y="78"/>
                    </a:lnTo>
                    <a:lnTo>
                      <a:pt x="56" y="78"/>
                    </a:lnTo>
                    <a:lnTo>
                      <a:pt x="56" y="82"/>
                    </a:lnTo>
                    <a:lnTo>
                      <a:pt x="56" y="82"/>
                    </a:lnTo>
                    <a:lnTo>
                      <a:pt x="56" y="82"/>
                    </a:lnTo>
                    <a:lnTo>
                      <a:pt x="56" y="82"/>
                    </a:lnTo>
                    <a:lnTo>
                      <a:pt x="56" y="82"/>
                    </a:lnTo>
                    <a:lnTo>
                      <a:pt x="56" y="82"/>
                    </a:lnTo>
                    <a:lnTo>
                      <a:pt x="60" y="82"/>
                    </a:lnTo>
                    <a:lnTo>
                      <a:pt x="60" y="86"/>
                    </a:lnTo>
                    <a:lnTo>
                      <a:pt x="60" y="86"/>
                    </a:lnTo>
                    <a:lnTo>
                      <a:pt x="60" y="86"/>
                    </a:lnTo>
                    <a:lnTo>
                      <a:pt x="62" y="86"/>
                    </a:lnTo>
                    <a:lnTo>
                      <a:pt x="62" y="86"/>
                    </a:lnTo>
                    <a:lnTo>
                      <a:pt x="62" y="90"/>
                    </a:lnTo>
                    <a:lnTo>
                      <a:pt x="60" y="90"/>
                    </a:lnTo>
                    <a:lnTo>
                      <a:pt x="60" y="90"/>
                    </a:lnTo>
                    <a:lnTo>
                      <a:pt x="60" y="90"/>
                    </a:lnTo>
                    <a:lnTo>
                      <a:pt x="60" y="90"/>
                    </a:lnTo>
                    <a:lnTo>
                      <a:pt x="60" y="90"/>
                    </a:lnTo>
                    <a:lnTo>
                      <a:pt x="60" y="90"/>
                    </a:lnTo>
                    <a:lnTo>
                      <a:pt x="60" y="94"/>
                    </a:lnTo>
                    <a:lnTo>
                      <a:pt x="60" y="94"/>
                    </a:lnTo>
                    <a:lnTo>
                      <a:pt x="60" y="94"/>
                    </a:lnTo>
                    <a:lnTo>
                      <a:pt x="60" y="94"/>
                    </a:lnTo>
                    <a:lnTo>
                      <a:pt x="60" y="94"/>
                    </a:lnTo>
                    <a:lnTo>
                      <a:pt x="56" y="94"/>
                    </a:lnTo>
                    <a:lnTo>
                      <a:pt x="56" y="94"/>
                    </a:lnTo>
                    <a:lnTo>
                      <a:pt x="56" y="94"/>
                    </a:lnTo>
                    <a:lnTo>
                      <a:pt x="56" y="94"/>
                    </a:lnTo>
                    <a:lnTo>
                      <a:pt x="56" y="94"/>
                    </a:lnTo>
                    <a:lnTo>
                      <a:pt x="52" y="94"/>
                    </a:lnTo>
                    <a:lnTo>
                      <a:pt x="52" y="94"/>
                    </a:lnTo>
                    <a:lnTo>
                      <a:pt x="52" y="94"/>
                    </a:lnTo>
                    <a:lnTo>
                      <a:pt x="52" y="90"/>
                    </a:lnTo>
                    <a:lnTo>
                      <a:pt x="52" y="90"/>
                    </a:lnTo>
                    <a:lnTo>
                      <a:pt x="52" y="90"/>
                    </a:lnTo>
                    <a:lnTo>
                      <a:pt x="52" y="90"/>
                    </a:lnTo>
                    <a:lnTo>
                      <a:pt x="52" y="90"/>
                    </a:lnTo>
                    <a:lnTo>
                      <a:pt x="52"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52" y="90"/>
                    </a:lnTo>
                    <a:lnTo>
                      <a:pt x="52" y="90"/>
                    </a:lnTo>
                    <a:lnTo>
                      <a:pt x="52" y="90"/>
                    </a:lnTo>
                    <a:lnTo>
                      <a:pt x="52" y="90"/>
                    </a:lnTo>
                    <a:lnTo>
                      <a:pt x="52" y="90"/>
                    </a:lnTo>
                    <a:lnTo>
                      <a:pt x="52" y="90"/>
                    </a:lnTo>
                    <a:lnTo>
                      <a:pt x="52" y="90"/>
                    </a:lnTo>
                    <a:lnTo>
                      <a:pt x="52" y="94"/>
                    </a:lnTo>
                    <a:lnTo>
                      <a:pt x="52" y="94"/>
                    </a:lnTo>
                    <a:lnTo>
                      <a:pt x="56" y="94"/>
                    </a:lnTo>
                    <a:lnTo>
                      <a:pt x="52" y="94"/>
                    </a:lnTo>
                    <a:lnTo>
                      <a:pt x="52" y="94"/>
                    </a:lnTo>
                    <a:lnTo>
                      <a:pt x="48" y="94"/>
                    </a:lnTo>
                    <a:lnTo>
                      <a:pt x="48" y="94"/>
                    </a:lnTo>
                    <a:lnTo>
                      <a:pt x="48" y="94"/>
                    </a:lnTo>
                    <a:lnTo>
                      <a:pt x="48" y="94"/>
                    </a:lnTo>
                    <a:lnTo>
                      <a:pt x="48" y="94"/>
                    </a:lnTo>
                    <a:lnTo>
                      <a:pt x="44" y="98"/>
                    </a:lnTo>
                    <a:lnTo>
                      <a:pt x="44" y="98"/>
                    </a:lnTo>
                    <a:lnTo>
                      <a:pt x="44" y="98"/>
                    </a:lnTo>
                    <a:lnTo>
                      <a:pt x="40" y="98"/>
                    </a:lnTo>
                    <a:lnTo>
                      <a:pt x="40" y="98"/>
                    </a:lnTo>
                    <a:lnTo>
                      <a:pt x="40" y="98"/>
                    </a:lnTo>
                    <a:lnTo>
                      <a:pt x="40" y="98"/>
                    </a:lnTo>
                    <a:lnTo>
                      <a:pt x="36" y="102"/>
                    </a:lnTo>
                    <a:lnTo>
                      <a:pt x="36" y="102"/>
                    </a:lnTo>
                    <a:lnTo>
                      <a:pt x="36" y="102"/>
                    </a:lnTo>
                    <a:lnTo>
                      <a:pt x="36" y="102"/>
                    </a:lnTo>
                    <a:lnTo>
                      <a:pt x="36" y="102"/>
                    </a:lnTo>
                    <a:lnTo>
                      <a:pt x="34" y="102"/>
                    </a:lnTo>
                    <a:lnTo>
                      <a:pt x="34" y="102"/>
                    </a:lnTo>
                    <a:lnTo>
                      <a:pt x="34" y="102"/>
                    </a:lnTo>
                    <a:lnTo>
                      <a:pt x="34" y="104"/>
                    </a:lnTo>
                    <a:lnTo>
                      <a:pt x="34" y="104"/>
                    </a:lnTo>
                    <a:lnTo>
                      <a:pt x="30" y="104"/>
                    </a:lnTo>
                    <a:lnTo>
                      <a:pt x="30" y="104"/>
                    </a:lnTo>
                    <a:lnTo>
                      <a:pt x="30" y="104"/>
                    </a:lnTo>
                    <a:lnTo>
                      <a:pt x="30" y="104"/>
                    </a:lnTo>
                    <a:lnTo>
                      <a:pt x="30" y="104"/>
                    </a:lnTo>
                    <a:lnTo>
                      <a:pt x="30" y="104"/>
                    </a:lnTo>
                    <a:lnTo>
                      <a:pt x="26" y="104"/>
                    </a:lnTo>
                    <a:lnTo>
                      <a:pt x="26" y="104"/>
                    </a:lnTo>
                    <a:lnTo>
                      <a:pt x="26" y="104"/>
                    </a:lnTo>
                    <a:lnTo>
                      <a:pt x="26" y="104"/>
                    </a:lnTo>
                    <a:lnTo>
                      <a:pt x="22" y="104"/>
                    </a:lnTo>
                    <a:lnTo>
                      <a:pt x="22" y="104"/>
                    </a:lnTo>
                    <a:lnTo>
                      <a:pt x="22" y="104"/>
                    </a:lnTo>
                    <a:lnTo>
                      <a:pt x="22" y="108"/>
                    </a:lnTo>
                    <a:lnTo>
                      <a:pt x="22" y="108"/>
                    </a:lnTo>
                    <a:lnTo>
                      <a:pt x="18" y="108"/>
                    </a:lnTo>
                    <a:lnTo>
                      <a:pt x="18" y="112"/>
                    </a:lnTo>
                    <a:lnTo>
                      <a:pt x="14" y="112"/>
                    </a:lnTo>
                    <a:lnTo>
                      <a:pt x="14" y="112"/>
                    </a:lnTo>
                    <a:lnTo>
                      <a:pt x="14" y="112"/>
                    </a:lnTo>
                    <a:lnTo>
                      <a:pt x="10" y="108"/>
                    </a:lnTo>
                    <a:lnTo>
                      <a:pt x="10" y="108"/>
                    </a:lnTo>
                    <a:lnTo>
                      <a:pt x="10" y="108"/>
                    </a:lnTo>
                    <a:lnTo>
                      <a:pt x="10" y="108"/>
                    </a:lnTo>
                    <a:lnTo>
                      <a:pt x="10" y="108"/>
                    </a:lnTo>
                    <a:lnTo>
                      <a:pt x="10" y="108"/>
                    </a:lnTo>
                    <a:lnTo>
                      <a:pt x="10" y="108"/>
                    </a:lnTo>
                    <a:lnTo>
                      <a:pt x="6" y="108"/>
                    </a:lnTo>
                    <a:lnTo>
                      <a:pt x="6" y="108"/>
                    </a:lnTo>
                    <a:lnTo>
                      <a:pt x="6" y="108"/>
                    </a:lnTo>
                    <a:lnTo>
                      <a:pt x="4" y="104"/>
                    </a:lnTo>
                    <a:lnTo>
                      <a:pt x="4" y="104"/>
                    </a:lnTo>
                    <a:lnTo>
                      <a:pt x="4" y="104"/>
                    </a:lnTo>
                    <a:lnTo>
                      <a:pt x="0" y="104"/>
                    </a:lnTo>
                    <a:lnTo>
                      <a:pt x="0" y="104"/>
                    </a:lnTo>
                    <a:lnTo>
                      <a:pt x="0" y="104"/>
                    </a:lnTo>
                    <a:lnTo>
                      <a:pt x="0" y="104"/>
                    </a:lnTo>
                    <a:lnTo>
                      <a:pt x="0" y="104"/>
                    </a:lnTo>
                    <a:lnTo>
                      <a:pt x="4" y="104"/>
                    </a:lnTo>
                    <a:lnTo>
                      <a:pt x="4" y="104"/>
                    </a:lnTo>
                    <a:lnTo>
                      <a:pt x="6" y="104"/>
                    </a:lnTo>
                    <a:lnTo>
                      <a:pt x="6" y="104"/>
                    </a:lnTo>
                    <a:lnTo>
                      <a:pt x="6" y="104"/>
                    </a:lnTo>
                    <a:lnTo>
                      <a:pt x="6" y="104"/>
                    </a:lnTo>
                    <a:lnTo>
                      <a:pt x="6" y="104"/>
                    </a:lnTo>
                    <a:lnTo>
                      <a:pt x="4" y="102"/>
                    </a:lnTo>
                    <a:lnTo>
                      <a:pt x="4" y="102"/>
                    </a:lnTo>
                    <a:lnTo>
                      <a:pt x="6" y="102"/>
                    </a:lnTo>
                    <a:lnTo>
                      <a:pt x="6" y="98"/>
                    </a:lnTo>
                    <a:lnTo>
                      <a:pt x="4" y="98"/>
                    </a:lnTo>
                    <a:lnTo>
                      <a:pt x="4" y="98"/>
                    </a:lnTo>
                    <a:lnTo>
                      <a:pt x="4" y="98"/>
                    </a:lnTo>
                    <a:lnTo>
                      <a:pt x="4" y="98"/>
                    </a:lnTo>
                    <a:lnTo>
                      <a:pt x="4" y="98"/>
                    </a:lnTo>
                    <a:lnTo>
                      <a:pt x="4" y="98"/>
                    </a:lnTo>
                    <a:lnTo>
                      <a:pt x="4" y="94"/>
                    </a:lnTo>
                    <a:lnTo>
                      <a:pt x="4" y="94"/>
                    </a:lnTo>
                    <a:lnTo>
                      <a:pt x="0" y="90"/>
                    </a:lnTo>
                    <a:lnTo>
                      <a:pt x="0" y="86"/>
                    </a:lnTo>
                    <a:lnTo>
                      <a:pt x="0" y="86"/>
                    </a:lnTo>
                    <a:lnTo>
                      <a:pt x="0" y="86"/>
                    </a:lnTo>
                    <a:lnTo>
                      <a:pt x="0" y="86"/>
                    </a:lnTo>
                    <a:lnTo>
                      <a:pt x="0" y="86"/>
                    </a:lnTo>
                    <a:lnTo>
                      <a:pt x="0" y="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4" name="Freeform 148"/>
              <p:cNvSpPr>
                <a:spLocks/>
              </p:cNvSpPr>
              <p:nvPr/>
            </p:nvSpPr>
            <p:spPr bwMode="gray">
              <a:xfrm>
                <a:off x="4431230" y="4140530"/>
                <a:ext cx="180883" cy="170447"/>
              </a:xfrm>
              <a:custGeom>
                <a:avLst/>
                <a:gdLst>
                  <a:gd name="T0" fmla="*/ 96 w 104"/>
                  <a:gd name="T1" fmla="*/ 86 h 98"/>
                  <a:gd name="T2" fmla="*/ 92 w 104"/>
                  <a:gd name="T3" fmla="*/ 90 h 98"/>
                  <a:gd name="T4" fmla="*/ 90 w 104"/>
                  <a:gd name="T5" fmla="*/ 86 h 98"/>
                  <a:gd name="T6" fmla="*/ 86 w 104"/>
                  <a:gd name="T7" fmla="*/ 94 h 98"/>
                  <a:gd name="T8" fmla="*/ 82 w 104"/>
                  <a:gd name="T9" fmla="*/ 94 h 98"/>
                  <a:gd name="T10" fmla="*/ 78 w 104"/>
                  <a:gd name="T11" fmla="*/ 90 h 98"/>
                  <a:gd name="T12" fmla="*/ 78 w 104"/>
                  <a:gd name="T13" fmla="*/ 86 h 98"/>
                  <a:gd name="T14" fmla="*/ 74 w 104"/>
                  <a:gd name="T15" fmla="*/ 74 h 98"/>
                  <a:gd name="T16" fmla="*/ 66 w 104"/>
                  <a:gd name="T17" fmla="*/ 74 h 98"/>
                  <a:gd name="T18" fmla="*/ 60 w 104"/>
                  <a:gd name="T19" fmla="*/ 74 h 98"/>
                  <a:gd name="T20" fmla="*/ 64 w 104"/>
                  <a:gd name="T21" fmla="*/ 64 h 98"/>
                  <a:gd name="T22" fmla="*/ 60 w 104"/>
                  <a:gd name="T23" fmla="*/ 60 h 98"/>
                  <a:gd name="T24" fmla="*/ 56 w 104"/>
                  <a:gd name="T25" fmla="*/ 52 h 98"/>
                  <a:gd name="T26" fmla="*/ 48 w 104"/>
                  <a:gd name="T27" fmla="*/ 48 h 98"/>
                  <a:gd name="T28" fmla="*/ 40 w 104"/>
                  <a:gd name="T29" fmla="*/ 48 h 98"/>
                  <a:gd name="T30" fmla="*/ 34 w 104"/>
                  <a:gd name="T31" fmla="*/ 52 h 98"/>
                  <a:gd name="T32" fmla="*/ 30 w 104"/>
                  <a:gd name="T33" fmla="*/ 60 h 98"/>
                  <a:gd name="T34" fmla="*/ 26 w 104"/>
                  <a:gd name="T35" fmla="*/ 64 h 98"/>
                  <a:gd name="T36" fmla="*/ 22 w 104"/>
                  <a:gd name="T37" fmla="*/ 60 h 98"/>
                  <a:gd name="T38" fmla="*/ 18 w 104"/>
                  <a:gd name="T39" fmla="*/ 56 h 98"/>
                  <a:gd name="T40" fmla="*/ 18 w 104"/>
                  <a:gd name="T41" fmla="*/ 52 h 98"/>
                  <a:gd name="T42" fmla="*/ 18 w 104"/>
                  <a:gd name="T43" fmla="*/ 48 h 98"/>
                  <a:gd name="T44" fmla="*/ 14 w 104"/>
                  <a:gd name="T45" fmla="*/ 44 h 98"/>
                  <a:gd name="T46" fmla="*/ 8 w 104"/>
                  <a:gd name="T47" fmla="*/ 38 h 98"/>
                  <a:gd name="T48" fmla="*/ 8 w 104"/>
                  <a:gd name="T49" fmla="*/ 34 h 98"/>
                  <a:gd name="T50" fmla="*/ 4 w 104"/>
                  <a:gd name="T51" fmla="*/ 30 h 98"/>
                  <a:gd name="T52" fmla="*/ 0 w 104"/>
                  <a:gd name="T53" fmla="*/ 30 h 98"/>
                  <a:gd name="T54" fmla="*/ 0 w 104"/>
                  <a:gd name="T55" fmla="*/ 30 h 98"/>
                  <a:gd name="T56" fmla="*/ 4 w 104"/>
                  <a:gd name="T57" fmla="*/ 22 h 98"/>
                  <a:gd name="T58" fmla="*/ 8 w 104"/>
                  <a:gd name="T59" fmla="*/ 22 h 98"/>
                  <a:gd name="T60" fmla="*/ 14 w 104"/>
                  <a:gd name="T61" fmla="*/ 18 h 98"/>
                  <a:gd name="T62" fmla="*/ 14 w 104"/>
                  <a:gd name="T63" fmla="*/ 12 h 98"/>
                  <a:gd name="T64" fmla="*/ 18 w 104"/>
                  <a:gd name="T65" fmla="*/ 8 h 98"/>
                  <a:gd name="T66" fmla="*/ 18 w 104"/>
                  <a:gd name="T67" fmla="*/ 4 h 98"/>
                  <a:gd name="T68" fmla="*/ 26 w 104"/>
                  <a:gd name="T69" fmla="*/ 0 h 98"/>
                  <a:gd name="T70" fmla="*/ 30 w 104"/>
                  <a:gd name="T71" fmla="*/ 4 h 98"/>
                  <a:gd name="T72" fmla="*/ 36 w 104"/>
                  <a:gd name="T73" fmla="*/ 4 h 98"/>
                  <a:gd name="T74" fmla="*/ 40 w 104"/>
                  <a:gd name="T75" fmla="*/ 8 h 98"/>
                  <a:gd name="T76" fmla="*/ 48 w 104"/>
                  <a:gd name="T77" fmla="*/ 4 h 98"/>
                  <a:gd name="T78" fmla="*/ 48 w 104"/>
                  <a:gd name="T79" fmla="*/ 8 h 98"/>
                  <a:gd name="T80" fmla="*/ 52 w 104"/>
                  <a:gd name="T81" fmla="*/ 12 h 98"/>
                  <a:gd name="T82" fmla="*/ 60 w 104"/>
                  <a:gd name="T83" fmla="*/ 8 h 98"/>
                  <a:gd name="T84" fmla="*/ 64 w 104"/>
                  <a:gd name="T85" fmla="*/ 12 h 98"/>
                  <a:gd name="T86" fmla="*/ 74 w 104"/>
                  <a:gd name="T87" fmla="*/ 12 h 98"/>
                  <a:gd name="T88" fmla="*/ 78 w 104"/>
                  <a:gd name="T89" fmla="*/ 8 h 98"/>
                  <a:gd name="T90" fmla="*/ 82 w 104"/>
                  <a:gd name="T91" fmla="*/ 4 h 98"/>
                  <a:gd name="T92" fmla="*/ 86 w 104"/>
                  <a:gd name="T93" fmla="*/ 8 h 98"/>
                  <a:gd name="T94" fmla="*/ 86 w 104"/>
                  <a:gd name="T95" fmla="*/ 18 h 98"/>
                  <a:gd name="T96" fmla="*/ 90 w 104"/>
                  <a:gd name="T97" fmla="*/ 22 h 98"/>
                  <a:gd name="T98" fmla="*/ 92 w 104"/>
                  <a:gd name="T99" fmla="*/ 22 h 98"/>
                  <a:gd name="T100" fmla="*/ 90 w 104"/>
                  <a:gd name="T101" fmla="*/ 26 h 98"/>
                  <a:gd name="T102" fmla="*/ 96 w 104"/>
                  <a:gd name="T103" fmla="*/ 34 h 98"/>
                  <a:gd name="T104" fmla="*/ 100 w 104"/>
                  <a:gd name="T105" fmla="*/ 42 h 98"/>
                  <a:gd name="T106" fmla="*/ 96 w 104"/>
                  <a:gd name="T107" fmla="*/ 48 h 98"/>
                  <a:gd name="T108" fmla="*/ 96 w 104"/>
                  <a:gd name="T109" fmla="*/ 56 h 98"/>
                  <a:gd name="T110" fmla="*/ 100 w 104"/>
                  <a:gd name="T111" fmla="*/ 60 h 98"/>
                  <a:gd name="T112" fmla="*/ 100 w 104"/>
                  <a:gd name="T113" fmla="*/ 64 h 98"/>
                  <a:gd name="T114" fmla="*/ 100 w 104"/>
                  <a:gd name="T115" fmla="*/ 68 h 98"/>
                  <a:gd name="T116" fmla="*/ 104 w 104"/>
                  <a:gd name="T117" fmla="*/ 74 h 98"/>
                  <a:gd name="T118" fmla="*/ 96 w 104"/>
                  <a:gd name="T119" fmla="*/ 78 h 98"/>
                  <a:gd name="T120" fmla="*/ 100 w 104"/>
                  <a:gd name="T121" fmla="*/ 8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04" h="98">
                    <a:moveTo>
                      <a:pt x="100" y="82"/>
                    </a:moveTo>
                    <a:lnTo>
                      <a:pt x="100" y="82"/>
                    </a:lnTo>
                    <a:lnTo>
                      <a:pt x="96" y="82"/>
                    </a:lnTo>
                    <a:lnTo>
                      <a:pt x="96" y="82"/>
                    </a:lnTo>
                    <a:lnTo>
                      <a:pt x="96" y="82"/>
                    </a:lnTo>
                    <a:lnTo>
                      <a:pt x="96" y="82"/>
                    </a:lnTo>
                    <a:lnTo>
                      <a:pt x="96" y="82"/>
                    </a:lnTo>
                    <a:lnTo>
                      <a:pt x="96" y="86"/>
                    </a:lnTo>
                    <a:lnTo>
                      <a:pt x="96" y="86"/>
                    </a:lnTo>
                    <a:lnTo>
                      <a:pt x="96" y="86"/>
                    </a:lnTo>
                    <a:lnTo>
                      <a:pt x="96" y="90"/>
                    </a:lnTo>
                    <a:lnTo>
                      <a:pt x="96" y="90"/>
                    </a:lnTo>
                    <a:lnTo>
                      <a:pt x="96" y="90"/>
                    </a:lnTo>
                    <a:lnTo>
                      <a:pt x="96" y="90"/>
                    </a:lnTo>
                    <a:lnTo>
                      <a:pt x="96" y="90"/>
                    </a:lnTo>
                    <a:lnTo>
                      <a:pt x="92" y="90"/>
                    </a:lnTo>
                    <a:lnTo>
                      <a:pt x="92" y="90"/>
                    </a:lnTo>
                    <a:lnTo>
                      <a:pt x="92" y="90"/>
                    </a:lnTo>
                    <a:lnTo>
                      <a:pt x="92" y="90"/>
                    </a:lnTo>
                    <a:lnTo>
                      <a:pt x="92" y="90"/>
                    </a:lnTo>
                    <a:lnTo>
                      <a:pt x="92" y="86"/>
                    </a:lnTo>
                    <a:lnTo>
                      <a:pt x="92" y="86"/>
                    </a:lnTo>
                    <a:lnTo>
                      <a:pt x="90" y="86"/>
                    </a:lnTo>
                    <a:lnTo>
                      <a:pt x="90" y="86"/>
                    </a:lnTo>
                    <a:lnTo>
                      <a:pt x="90" y="86"/>
                    </a:lnTo>
                    <a:lnTo>
                      <a:pt x="90" y="86"/>
                    </a:lnTo>
                    <a:lnTo>
                      <a:pt x="90" y="90"/>
                    </a:lnTo>
                    <a:lnTo>
                      <a:pt x="90" y="90"/>
                    </a:lnTo>
                    <a:lnTo>
                      <a:pt x="90" y="90"/>
                    </a:lnTo>
                    <a:lnTo>
                      <a:pt x="90" y="90"/>
                    </a:lnTo>
                    <a:lnTo>
                      <a:pt x="90" y="94"/>
                    </a:lnTo>
                    <a:lnTo>
                      <a:pt x="86" y="94"/>
                    </a:lnTo>
                    <a:lnTo>
                      <a:pt x="86" y="94"/>
                    </a:lnTo>
                    <a:lnTo>
                      <a:pt x="86" y="94"/>
                    </a:lnTo>
                    <a:lnTo>
                      <a:pt x="86" y="94"/>
                    </a:lnTo>
                    <a:lnTo>
                      <a:pt x="86" y="94"/>
                    </a:lnTo>
                    <a:lnTo>
                      <a:pt x="82" y="94"/>
                    </a:lnTo>
                    <a:lnTo>
                      <a:pt x="82" y="98"/>
                    </a:lnTo>
                    <a:lnTo>
                      <a:pt x="82" y="94"/>
                    </a:lnTo>
                    <a:lnTo>
                      <a:pt x="82" y="94"/>
                    </a:lnTo>
                    <a:lnTo>
                      <a:pt x="82" y="94"/>
                    </a:lnTo>
                    <a:lnTo>
                      <a:pt x="82" y="90"/>
                    </a:lnTo>
                    <a:lnTo>
                      <a:pt x="78" y="90"/>
                    </a:lnTo>
                    <a:lnTo>
                      <a:pt x="78" y="94"/>
                    </a:lnTo>
                    <a:lnTo>
                      <a:pt x="78" y="94"/>
                    </a:lnTo>
                    <a:lnTo>
                      <a:pt x="78" y="94"/>
                    </a:lnTo>
                    <a:lnTo>
                      <a:pt x="78" y="90"/>
                    </a:lnTo>
                    <a:lnTo>
                      <a:pt x="78" y="90"/>
                    </a:lnTo>
                    <a:lnTo>
                      <a:pt x="78" y="90"/>
                    </a:lnTo>
                    <a:lnTo>
                      <a:pt x="78" y="90"/>
                    </a:lnTo>
                    <a:lnTo>
                      <a:pt x="78" y="86"/>
                    </a:lnTo>
                    <a:lnTo>
                      <a:pt x="78" y="86"/>
                    </a:lnTo>
                    <a:lnTo>
                      <a:pt x="78" y="86"/>
                    </a:lnTo>
                    <a:lnTo>
                      <a:pt x="82" y="86"/>
                    </a:lnTo>
                    <a:lnTo>
                      <a:pt x="78" y="86"/>
                    </a:lnTo>
                    <a:lnTo>
                      <a:pt x="78" y="86"/>
                    </a:lnTo>
                    <a:lnTo>
                      <a:pt x="78" y="82"/>
                    </a:lnTo>
                    <a:lnTo>
                      <a:pt x="78" y="82"/>
                    </a:lnTo>
                    <a:lnTo>
                      <a:pt x="78" y="82"/>
                    </a:lnTo>
                    <a:lnTo>
                      <a:pt x="78" y="82"/>
                    </a:lnTo>
                    <a:lnTo>
                      <a:pt x="78" y="78"/>
                    </a:lnTo>
                    <a:lnTo>
                      <a:pt x="78" y="74"/>
                    </a:lnTo>
                    <a:lnTo>
                      <a:pt x="74" y="74"/>
                    </a:lnTo>
                    <a:lnTo>
                      <a:pt x="74" y="74"/>
                    </a:lnTo>
                    <a:lnTo>
                      <a:pt x="74" y="72"/>
                    </a:lnTo>
                    <a:lnTo>
                      <a:pt x="74" y="74"/>
                    </a:lnTo>
                    <a:lnTo>
                      <a:pt x="74" y="72"/>
                    </a:lnTo>
                    <a:lnTo>
                      <a:pt x="70" y="72"/>
                    </a:lnTo>
                    <a:lnTo>
                      <a:pt x="70" y="74"/>
                    </a:lnTo>
                    <a:lnTo>
                      <a:pt x="66" y="72"/>
                    </a:lnTo>
                    <a:lnTo>
                      <a:pt x="66" y="74"/>
                    </a:lnTo>
                    <a:lnTo>
                      <a:pt x="66" y="74"/>
                    </a:lnTo>
                    <a:lnTo>
                      <a:pt x="66" y="72"/>
                    </a:lnTo>
                    <a:lnTo>
                      <a:pt x="66" y="74"/>
                    </a:lnTo>
                    <a:lnTo>
                      <a:pt x="64" y="74"/>
                    </a:lnTo>
                    <a:lnTo>
                      <a:pt x="64" y="74"/>
                    </a:lnTo>
                    <a:lnTo>
                      <a:pt x="64" y="74"/>
                    </a:lnTo>
                    <a:lnTo>
                      <a:pt x="64" y="74"/>
                    </a:lnTo>
                    <a:lnTo>
                      <a:pt x="64" y="74"/>
                    </a:lnTo>
                    <a:lnTo>
                      <a:pt x="60" y="74"/>
                    </a:lnTo>
                    <a:lnTo>
                      <a:pt x="60" y="74"/>
                    </a:lnTo>
                    <a:lnTo>
                      <a:pt x="64" y="72"/>
                    </a:lnTo>
                    <a:lnTo>
                      <a:pt x="64" y="72"/>
                    </a:lnTo>
                    <a:lnTo>
                      <a:pt x="64" y="72"/>
                    </a:lnTo>
                    <a:lnTo>
                      <a:pt x="64" y="68"/>
                    </a:lnTo>
                    <a:lnTo>
                      <a:pt x="64" y="68"/>
                    </a:lnTo>
                    <a:lnTo>
                      <a:pt x="64" y="68"/>
                    </a:lnTo>
                    <a:lnTo>
                      <a:pt x="64" y="64"/>
                    </a:lnTo>
                    <a:lnTo>
                      <a:pt x="64" y="64"/>
                    </a:lnTo>
                    <a:lnTo>
                      <a:pt x="64" y="64"/>
                    </a:lnTo>
                    <a:lnTo>
                      <a:pt x="64" y="64"/>
                    </a:lnTo>
                    <a:lnTo>
                      <a:pt x="64" y="64"/>
                    </a:lnTo>
                    <a:lnTo>
                      <a:pt x="60" y="64"/>
                    </a:lnTo>
                    <a:lnTo>
                      <a:pt x="60" y="64"/>
                    </a:lnTo>
                    <a:lnTo>
                      <a:pt x="60" y="64"/>
                    </a:lnTo>
                    <a:lnTo>
                      <a:pt x="60" y="60"/>
                    </a:lnTo>
                    <a:lnTo>
                      <a:pt x="60" y="60"/>
                    </a:lnTo>
                    <a:lnTo>
                      <a:pt x="64" y="60"/>
                    </a:lnTo>
                    <a:lnTo>
                      <a:pt x="64" y="60"/>
                    </a:lnTo>
                    <a:lnTo>
                      <a:pt x="60" y="60"/>
                    </a:lnTo>
                    <a:lnTo>
                      <a:pt x="60" y="56"/>
                    </a:lnTo>
                    <a:lnTo>
                      <a:pt x="60" y="56"/>
                    </a:lnTo>
                    <a:lnTo>
                      <a:pt x="60" y="52"/>
                    </a:lnTo>
                    <a:lnTo>
                      <a:pt x="56" y="52"/>
                    </a:lnTo>
                    <a:lnTo>
                      <a:pt x="56" y="52"/>
                    </a:lnTo>
                    <a:lnTo>
                      <a:pt x="56" y="52"/>
                    </a:lnTo>
                    <a:lnTo>
                      <a:pt x="56" y="48"/>
                    </a:lnTo>
                    <a:lnTo>
                      <a:pt x="56" y="48"/>
                    </a:lnTo>
                    <a:lnTo>
                      <a:pt x="56" y="48"/>
                    </a:lnTo>
                    <a:lnTo>
                      <a:pt x="52" y="48"/>
                    </a:lnTo>
                    <a:lnTo>
                      <a:pt x="52" y="48"/>
                    </a:lnTo>
                    <a:lnTo>
                      <a:pt x="48" y="48"/>
                    </a:lnTo>
                    <a:lnTo>
                      <a:pt x="48" y="48"/>
                    </a:lnTo>
                    <a:lnTo>
                      <a:pt x="48" y="48"/>
                    </a:lnTo>
                    <a:lnTo>
                      <a:pt x="44" y="48"/>
                    </a:lnTo>
                    <a:lnTo>
                      <a:pt x="44" y="48"/>
                    </a:lnTo>
                    <a:lnTo>
                      <a:pt x="44" y="48"/>
                    </a:lnTo>
                    <a:lnTo>
                      <a:pt x="40" y="48"/>
                    </a:lnTo>
                    <a:lnTo>
                      <a:pt x="40" y="48"/>
                    </a:lnTo>
                    <a:lnTo>
                      <a:pt x="40" y="48"/>
                    </a:lnTo>
                    <a:lnTo>
                      <a:pt x="40" y="48"/>
                    </a:lnTo>
                    <a:lnTo>
                      <a:pt x="40" y="48"/>
                    </a:lnTo>
                    <a:lnTo>
                      <a:pt x="40" y="48"/>
                    </a:lnTo>
                    <a:lnTo>
                      <a:pt x="36" y="48"/>
                    </a:lnTo>
                    <a:lnTo>
                      <a:pt x="36" y="48"/>
                    </a:lnTo>
                    <a:lnTo>
                      <a:pt x="34" y="52"/>
                    </a:lnTo>
                    <a:lnTo>
                      <a:pt x="34" y="52"/>
                    </a:lnTo>
                    <a:lnTo>
                      <a:pt x="34" y="52"/>
                    </a:lnTo>
                    <a:lnTo>
                      <a:pt x="34" y="56"/>
                    </a:lnTo>
                    <a:lnTo>
                      <a:pt x="34" y="56"/>
                    </a:lnTo>
                    <a:lnTo>
                      <a:pt x="34" y="56"/>
                    </a:lnTo>
                    <a:lnTo>
                      <a:pt x="30" y="60"/>
                    </a:lnTo>
                    <a:lnTo>
                      <a:pt x="30" y="60"/>
                    </a:lnTo>
                    <a:lnTo>
                      <a:pt x="30" y="60"/>
                    </a:lnTo>
                    <a:lnTo>
                      <a:pt x="30" y="60"/>
                    </a:lnTo>
                    <a:lnTo>
                      <a:pt x="30" y="60"/>
                    </a:lnTo>
                    <a:lnTo>
                      <a:pt x="30" y="60"/>
                    </a:lnTo>
                    <a:lnTo>
                      <a:pt x="30" y="60"/>
                    </a:lnTo>
                    <a:lnTo>
                      <a:pt x="30" y="64"/>
                    </a:lnTo>
                    <a:lnTo>
                      <a:pt x="30" y="64"/>
                    </a:lnTo>
                    <a:lnTo>
                      <a:pt x="26" y="64"/>
                    </a:lnTo>
                    <a:lnTo>
                      <a:pt x="26" y="64"/>
                    </a:lnTo>
                    <a:lnTo>
                      <a:pt x="26" y="64"/>
                    </a:lnTo>
                    <a:lnTo>
                      <a:pt x="26" y="64"/>
                    </a:lnTo>
                    <a:lnTo>
                      <a:pt x="26" y="64"/>
                    </a:lnTo>
                    <a:lnTo>
                      <a:pt x="26" y="64"/>
                    </a:lnTo>
                    <a:lnTo>
                      <a:pt x="26" y="64"/>
                    </a:lnTo>
                    <a:lnTo>
                      <a:pt x="22" y="64"/>
                    </a:lnTo>
                    <a:lnTo>
                      <a:pt x="22" y="64"/>
                    </a:lnTo>
                    <a:lnTo>
                      <a:pt x="26" y="64"/>
                    </a:lnTo>
                    <a:lnTo>
                      <a:pt x="26" y="60"/>
                    </a:lnTo>
                    <a:lnTo>
                      <a:pt x="22" y="60"/>
                    </a:lnTo>
                    <a:lnTo>
                      <a:pt x="22" y="60"/>
                    </a:lnTo>
                    <a:lnTo>
                      <a:pt x="22" y="56"/>
                    </a:lnTo>
                    <a:lnTo>
                      <a:pt x="22" y="56"/>
                    </a:lnTo>
                    <a:lnTo>
                      <a:pt x="22" y="56"/>
                    </a:lnTo>
                    <a:lnTo>
                      <a:pt x="22" y="56"/>
                    </a:lnTo>
                    <a:lnTo>
                      <a:pt x="22" y="56"/>
                    </a:lnTo>
                    <a:lnTo>
                      <a:pt x="22" y="56"/>
                    </a:lnTo>
                    <a:lnTo>
                      <a:pt x="18" y="56"/>
                    </a:lnTo>
                    <a:lnTo>
                      <a:pt x="18" y="56"/>
                    </a:lnTo>
                    <a:lnTo>
                      <a:pt x="18" y="52"/>
                    </a:lnTo>
                    <a:lnTo>
                      <a:pt x="18" y="52"/>
                    </a:lnTo>
                    <a:lnTo>
                      <a:pt x="18" y="48"/>
                    </a:lnTo>
                    <a:lnTo>
                      <a:pt x="18" y="48"/>
                    </a:lnTo>
                    <a:lnTo>
                      <a:pt x="18" y="52"/>
                    </a:lnTo>
                    <a:lnTo>
                      <a:pt x="18" y="52"/>
                    </a:lnTo>
                    <a:lnTo>
                      <a:pt x="18" y="52"/>
                    </a:lnTo>
                    <a:lnTo>
                      <a:pt x="18" y="52"/>
                    </a:lnTo>
                    <a:lnTo>
                      <a:pt x="18" y="52"/>
                    </a:lnTo>
                    <a:lnTo>
                      <a:pt x="18" y="52"/>
                    </a:lnTo>
                    <a:lnTo>
                      <a:pt x="18" y="48"/>
                    </a:lnTo>
                    <a:lnTo>
                      <a:pt x="18" y="48"/>
                    </a:lnTo>
                    <a:lnTo>
                      <a:pt x="18" y="48"/>
                    </a:lnTo>
                    <a:lnTo>
                      <a:pt x="18" y="48"/>
                    </a:lnTo>
                    <a:lnTo>
                      <a:pt x="18" y="48"/>
                    </a:lnTo>
                    <a:lnTo>
                      <a:pt x="18" y="48"/>
                    </a:lnTo>
                    <a:lnTo>
                      <a:pt x="18" y="48"/>
                    </a:lnTo>
                    <a:lnTo>
                      <a:pt x="18" y="48"/>
                    </a:lnTo>
                    <a:lnTo>
                      <a:pt x="18" y="48"/>
                    </a:lnTo>
                    <a:lnTo>
                      <a:pt x="14" y="48"/>
                    </a:lnTo>
                    <a:lnTo>
                      <a:pt x="14" y="48"/>
                    </a:lnTo>
                    <a:lnTo>
                      <a:pt x="14" y="48"/>
                    </a:lnTo>
                    <a:lnTo>
                      <a:pt x="14" y="44"/>
                    </a:lnTo>
                    <a:lnTo>
                      <a:pt x="10" y="44"/>
                    </a:lnTo>
                    <a:lnTo>
                      <a:pt x="10" y="44"/>
                    </a:lnTo>
                    <a:lnTo>
                      <a:pt x="8" y="42"/>
                    </a:lnTo>
                    <a:lnTo>
                      <a:pt x="8" y="42"/>
                    </a:lnTo>
                    <a:lnTo>
                      <a:pt x="8" y="38"/>
                    </a:lnTo>
                    <a:lnTo>
                      <a:pt x="8" y="38"/>
                    </a:lnTo>
                    <a:lnTo>
                      <a:pt x="8" y="38"/>
                    </a:lnTo>
                    <a:lnTo>
                      <a:pt x="8" y="38"/>
                    </a:lnTo>
                    <a:lnTo>
                      <a:pt x="4" y="38"/>
                    </a:lnTo>
                    <a:lnTo>
                      <a:pt x="4" y="38"/>
                    </a:lnTo>
                    <a:lnTo>
                      <a:pt x="8" y="34"/>
                    </a:lnTo>
                    <a:lnTo>
                      <a:pt x="8" y="34"/>
                    </a:lnTo>
                    <a:lnTo>
                      <a:pt x="8" y="34"/>
                    </a:lnTo>
                    <a:lnTo>
                      <a:pt x="8" y="34"/>
                    </a:lnTo>
                    <a:lnTo>
                      <a:pt x="8" y="34"/>
                    </a:lnTo>
                    <a:lnTo>
                      <a:pt x="8" y="34"/>
                    </a:lnTo>
                    <a:lnTo>
                      <a:pt x="4" y="34"/>
                    </a:lnTo>
                    <a:lnTo>
                      <a:pt x="4" y="38"/>
                    </a:lnTo>
                    <a:lnTo>
                      <a:pt x="4" y="34"/>
                    </a:lnTo>
                    <a:lnTo>
                      <a:pt x="4" y="34"/>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34"/>
                    </a:lnTo>
                    <a:lnTo>
                      <a:pt x="0" y="34"/>
                    </a:lnTo>
                    <a:lnTo>
                      <a:pt x="0" y="34"/>
                    </a:lnTo>
                    <a:lnTo>
                      <a:pt x="0" y="34"/>
                    </a:lnTo>
                    <a:lnTo>
                      <a:pt x="0" y="34"/>
                    </a:lnTo>
                    <a:lnTo>
                      <a:pt x="0" y="34"/>
                    </a:lnTo>
                    <a:lnTo>
                      <a:pt x="0" y="30"/>
                    </a:lnTo>
                    <a:lnTo>
                      <a:pt x="0" y="30"/>
                    </a:lnTo>
                    <a:lnTo>
                      <a:pt x="0" y="30"/>
                    </a:lnTo>
                    <a:lnTo>
                      <a:pt x="0" y="30"/>
                    </a:lnTo>
                    <a:lnTo>
                      <a:pt x="0" y="30"/>
                    </a:lnTo>
                    <a:lnTo>
                      <a:pt x="4" y="26"/>
                    </a:lnTo>
                    <a:lnTo>
                      <a:pt x="4" y="26"/>
                    </a:lnTo>
                    <a:lnTo>
                      <a:pt x="4" y="26"/>
                    </a:lnTo>
                    <a:lnTo>
                      <a:pt x="4" y="26"/>
                    </a:lnTo>
                    <a:lnTo>
                      <a:pt x="4" y="22"/>
                    </a:lnTo>
                    <a:lnTo>
                      <a:pt x="4" y="22"/>
                    </a:lnTo>
                    <a:lnTo>
                      <a:pt x="4" y="22"/>
                    </a:lnTo>
                    <a:lnTo>
                      <a:pt x="4" y="22"/>
                    </a:lnTo>
                    <a:lnTo>
                      <a:pt x="4" y="22"/>
                    </a:lnTo>
                    <a:lnTo>
                      <a:pt x="8" y="22"/>
                    </a:lnTo>
                    <a:lnTo>
                      <a:pt x="8" y="22"/>
                    </a:lnTo>
                    <a:lnTo>
                      <a:pt x="8" y="22"/>
                    </a:lnTo>
                    <a:lnTo>
                      <a:pt x="8" y="22"/>
                    </a:lnTo>
                    <a:lnTo>
                      <a:pt x="8" y="18"/>
                    </a:lnTo>
                    <a:lnTo>
                      <a:pt x="8" y="18"/>
                    </a:lnTo>
                    <a:lnTo>
                      <a:pt x="10" y="18"/>
                    </a:lnTo>
                    <a:lnTo>
                      <a:pt x="10" y="18"/>
                    </a:lnTo>
                    <a:lnTo>
                      <a:pt x="10" y="18"/>
                    </a:lnTo>
                    <a:lnTo>
                      <a:pt x="10" y="18"/>
                    </a:lnTo>
                    <a:lnTo>
                      <a:pt x="14" y="18"/>
                    </a:lnTo>
                    <a:lnTo>
                      <a:pt x="14" y="18"/>
                    </a:lnTo>
                    <a:lnTo>
                      <a:pt x="14" y="18"/>
                    </a:lnTo>
                    <a:lnTo>
                      <a:pt x="18" y="18"/>
                    </a:lnTo>
                    <a:lnTo>
                      <a:pt x="18" y="18"/>
                    </a:lnTo>
                    <a:lnTo>
                      <a:pt x="18" y="16"/>
                    </a:lnTo>
                    <a:lnTo>
                      <a:pt x="18" y="12"/>
                    </a:lnTo>
                    <a:lnTo>
                      <a:pt x="18" y="12"/>
                    </a:lnTo>
                    <a:lnTo>
                      <a:pt x="18" y="12"/>
                    </a:lnTo>
                    <a:lnTo>
                      <a:pt x="14" y="12"/>
                    </a:lnTo>
                    <a:lnTo>
                      <a:pt x="14" y="12"/>
                    </a:lnTo>
                    <a:lnTo>
                      <a:pt x="14" y="12"/>
                    </a:lnTo>
                    <a:lnTo>
                      <a:pt x="14" y="8"/>
                    </a:lnTo>
                    <a:lnTo>
                      <a:pt x="14" y="8"/>
                    </a:lnTo>
                    <a:lnTo>
                      <a:pt x="18" y="8"/>
                    </a:lnTo>
                    <a:lnTo>
                      <a:pt x="18" y="8"/>
                    </a:lnTo>
                    <a:lnTo>
                      <a:pt x="18" y="8"/>
                    </a:lnTo>
                    <a:lnTo>
                      <a:pt x="18" y="8"/>
                    </a:lnTo>
                    <a:lnTo>
                      <a:pt x="18" y="8"/>
                    </a:lnTo>
                    <a:lnTo>
                      <a:pt x="18" y="8"/>
                    </a:lnTo>
                    <a:lnTo>
                      <a:pt x="18" y="4"/>
                    </a:lnTo>
                    <a:lnTo>
                      <a:pt x="18" y="4"/>
                    </a:lnTo>
                    <a:lnTo>
                      <a:pt x="18" y="4"/>
                    </a:lnTo>
                    <a:lnTo>
                      <a:pt x="18" y="4"/>
                    </a:lnTo>
                    <a:lnTo>
                      <a:pt x="18" y="4"/>
                    </a:lnTo>
                    <a:lnTo>
                      <a:pt x="18" y="4"/>
                    </a:lnTo>
                    <a:lnTo>
                      <a:pt x="18" y="0"/>
                    </a:lnTo>
                    <a:lnTo>
                      <a:pt x="18" y="0"/>
                    </a:lnTo>
                    <a:lnTo>
                      <a:pt x="18" y="0"/>
                    </a:lnTo>
                    <a:lnTo>
                      <a:pt x="18" y="0"/>
                    </a:lnTo>
                    <a:lnTo>
                      <a:pt x="22" y="0"/>
                    </a:lnTo>
                    <a:lnTo>
                      <a:pt x="22" y="0"/>
                    </a:lnTo>
                    <a:lnTo>
                      <a:pt x="26" y="0"/>
                    </a:lnTo>
                    <a:lnTo>
                      <a:pt x="26" y="0"/>
                    </a:lnTo>
                    <a:lnTo>
                      <a:pt x="30" y="4"/>
                    </a:lnTo>
                    <a:lnTo>
                      <a:pt x="26" y="4"/>
                    </a:lnTo>
                    <a:lnTo>
                      <a:pt x="26" y="4"/>
                    </a:lnTo>
                    <a:lnTo>
                      <a:pt x="26" y="4"/>
                    </a:lnTo>
                    <a:lnTo>
                      <a:pt x="26" y="4"/>
                    </a:lnTo>
                    <a:lnTo>
                      <a:pt x="30" y="4"/>
                    </a:lnTo>
                    <a:lnTo>
                      <a:pt x="30" y="4"/>
                    </a:lnTo>
                    <a:lnTo>
                      <a:pt x="30" y="4"/>
                    </a:lnTo>
                    <a:lnTo>
                      <a:pt x="30" y="4"/>
                    </a:lnTo>
                    <a:lnTo>
                      <a:pt x="30" y="4"/>
                    </a:lnTo>
                    <a:lnTo>
                      <a:pt x="30" y="4"/>
                    </a:lnTo>
                    <a:lnTo>
                      <a:pt x="34" y="4"/>
                    </a:lnTo>
                    <a:lnTo>
                      <a:pt x="34" y="8"/>
                    </a:lnTo>
                    <a:lnTo>
                      <a:pt x="34" y="8"/>
                    </a:lnTo>
                    <a:lnTo>
                      <a:pt x="36" y="4"/>
                    </a:lnTo>
                    <a:lnTo>
                      <a:pt x="36" y="4"/>
                    </a:lnTo>
                    <a:lnTo>
                      <a:pt x="36" y="8"/>
                    </a:lnTo>
                    <a:lnTo>
                      <a:pt x="36" y="8"/>
                    </a:lnTo>
                    <a:lnTo>
                      <a:pt x="36" y="8"/>
                    </a:lnTo>
                    <a:lnTo>
                      <a:pt x="36" y="8"/>
                    </a:lnTo>
                    <a:lnTo>
                      <a:pt x="40" y="8"/>
                    </a:lnTo>
                    <a:lnTo>
                      <a:pt x="40" y="8"/>
                    </a:lnTo>
                    <a:lnTo>
                      <a:pt x="40" y="8"/>
                    </a:lnTo>
                    <a:lnTo>
                      <a:pt x="40" y="8"/>
                    </a:lnTo>
                    <a:lnTo>
                      <a:pt x="40" y="4"/>
                    </a:lnTo>
                    <a:lnTo>
                      <a:pt x="44" y="4"/>
                    </a:lnTo>
                    <a:lnTo>
                      <a:pt x="44" y="8"/>
                    </a:lnTo>
                    <a:lnTo>
                      <a:pt x="44" y="8"/>
                    </a:lnTo>
                    <a:lnTo>
                      <a:pt x="44" y="8"/>
                    </a:lnTo>
                    <a:lnTo>
                      <a:pt x="48" y="8"/>
                    </a:lnTo>
                    <a:lnTo>
                      <a:pt x="48" y="4"/>
                    </a:lnTo>
                    <a:lnTo>
                      <a:pt x="48" y="4"/>
                    </a:lnTo>
                    <a:lnTo>
                      <a:pt x="48" y="4"/>
                    </a:lnTo>
                    <a:lnTo>
                      <a:pt x="48" y="4"/>
                    </a:lnTo>
                    <a:lnTo>
                      <a:pt x="52" y="4"/>
                    </a:lnTo>
                    <a:lnTo>
                      <a:pt x="52" y="4"/>
                    </a:lnTo>
                    <a:lnTo>
                      <a:pt x="52" y="8"/>
                    </a:lnTo>
                    <a:lnTo>
                      <a:pt x="52" y="8"/>
                    </a:lnTo>
                    <a:lnTo>
                      <a:pt x="48" y="8"/>
                    </a:lnTo>
                    <a:lnTo>
                      <a:pt x="48" y="8"/>
                    </a:lnTo>
                    <a:lnTo>
                      <a:pt x="48" y="12"/>
                    </a:lnTo>
                    <a:lnTo>
                      <a:pt x="52" y="12"/>
                    </a:lnTo>
                    <a:lnTo>
                      <a:pt x="52" y="12"/>
                    </a:lnTo>
                    <a:lnTo>
                      <a:pt x="52" y="12"/>
                    </a:lnTo>
                    <a:lnTo>
                      <a:pt x="52" y="12"/>
                    </a:lnTo>
                    <a:lnTo>
                      <a:pt x="52" y="12"/>
                    </a:lnTo>
                    <a:lnTo>
                      <a:pt x="52" y="12"/>
                    </a:lnTo>
                    <a:lnTo>
                      <a:pt x="52" y="12"/>
                    </a:lnTo>
                    <a:lnTo>
                      <a:pt x="56" y="12"/>
                    </a:lnTo>
                    <a:lnTo>
                      <a:pt x="56" y="12"/>
                    </a:lnTo>
                    <a:lnTo>
                      <a:pt x="56" y="12"/>
                    </a:lnTo>
                    <a:lnTo>
                      <a:pt x="56" y="12"/>
                    </a:lnTo>
                    <a:lnTo>
                      <a:pt x="56" y="8"/>
                    </a:lnTo>
                    <a:lnTo>
                      <a:pt x="56" y="8"/>
                    </a:lnTo>
                    <a:lnTo>
                      <a:pt x="60" y="8"/>
                    </a:lnTo>
                    <a:lnTo>
                      <a:pt x="60" y="8"/>
                    </a:lnTo>
                    <a:lnTo>
                      <a:pt x="60" y="8"/>
                    </a:lnTo>
                    <a:lnTo>
                      <a:pt x="60" y="12"/>
                    </a:lnTo>
                    <a:lnTo>
                      <a:pt x="60" y="12"/>
                    </a:lnTo>
                    <a:lnTo>
                      <a:pt x="60" y="16"/>
                    </a:lnTo>
                    <a:lnTo>
                      <a:pt x="60" y="16"/>
                    </a:lnTo>
                    <a:lnTo>
                      <a:pt x="64" y="16"/>
                    </a:lnTo>
                    <a:lnTo>
                      <a:pt x="64" y="12"/>
                    </a:lnTo>
                    <a:lnTo>
                      <a:pt x="64" y="12"/>
                    </a:lnTo>
                    <a:lnTo>
                      <a:pt x="66" y="12"/>
                    </a:lnTo>
                    <a:lnTo>
                      <a:pt x="66" y="8"/>
                    </a:lnTo>
                    <a:lnTo>
                      <a:pt x="66" y="8"/>
                    </a:lnTo>
                    <a:lnTo>
                      <a:pt x="70" y="8"/>
                    </a:lnTo>
                    <a:lnTo>
                      <a:pt x="70" y="12"/>
                    </a:lnTo>
                    <a:lnTo>
                      <a:pt x="74" y="12"/>
                    </a:lnTo>
                    <a:lnTo>
                      <a:pt x="74" y="12"/>
                    </a:lnTo>
                    <a:lnTo>
                      <a:pt x="74" y="12"/>
                    </a:lnTo>
                    <a:lnTo>
                      <a:pt x="74" y="12"/>
                    </a:lnTo>
                    <a:lnTo>
                      <a:pt x="74" y="12"/>
                    </a:lnTo>
                    <a:lnTo>
                      <a:pt x="74" y="12"/>
                    </a:lnTo>
                    <a:lnTo>
                      <a:pt x="74" y="12"/>
                    </a:lnTo>
                    <a:lnTo>
                      <a:pt x="74" y="12"/>
                    </a:lnTo>
                    <a:lnTo>
                      <a:pt x="78" y="8"/>
                    </a:lnTo>
                    <a:lnTo>
                      <a:pt x="78" y="8"/>
                    </a:lnTo>
                    <a:lnTo>
                      <a:pt x="78" y="8"/>
                    </a:lnTo>
                    <a:lnTo>
                      <a:pt x="82" y="8"/>
                    </a:lnTo>
                    <a:lnTo>
                      <a:pt x="82" y="8"/>
                    </a:lnTo>
                    <a:lnTo>
                      <a:pt x="82" y="8"/>
                    </a:lnTo>
                    <a:lnTo>
                      <a:pt x="82" y="8"/>
                    </a:lnTo>
                    <a:lnTo>
                      <a:pt x="82" y="4"/>
                    </a:lnTo>
                    <a:lnTo>
                      <a:pt x="78" y="4"/>
                    </a:lnTo>
                    <a:lnTo>
                      <a:pt x="78" y="4"/>
                    </a:lnTo>
                    <a:lnTo>
                      <a:pt x="82" y="4"/>
                    </a:lnTo>
                    <a:lnTo>
                      <a:pt x="82" y="4"/>
                    </a:lnTo>
                    <a:lnTo>
                      <a:pt x="82" y="4"/>
                    </a:lnTo>
                    <a:lnTo>
                      <a:pt x="86" y="4"/>
                    </a:lnTo>
                    <a:lnTo>
                      <a:pt x="86" y="4"/>
                    </a:lnTo>
                    <a:lnTo>
                      <a:pt x="86" y="8"/>
                    </a:lnTo>
                    <a:lnTo>
                      <a:pt x="86" y="8"/>
                    </a:lnTo>
                    <a:lnTo>
                      <a:pt x="86" y="8"/>
                    </a:lnTo>
                    <a:lnTo>
                      <a:pt x="86" y="8"/>
                    </a:lnTo>
                    <a:lnTo>
                      <a:pt x="86" y="8"/>
                    </a:lnTo>
                    <a:lnTo>
                      <a:pt x="86" y="8"/>
                    </a:lnTo>
                    <a:lnTo>
                      <a:pt x="86" y="8"/>
                    </a:lnTo>
                    <a:lnTo>
                      <a:pt x="86" y="8"/>
                    </a:lnTo>
                    <a:lnTo>
                      <a:pt x="90" y="12"/>
                    </a:lnTo>
                    <a:lnTo>
                      <a:pt x="90" y="16"/>
                    </a:lnTo>
                    <a:lnTo>
                      <a:pt x="90" y="16"/>
                    </a:lnTo>
                    <a:lnTo>
                      <a:pt x="86" y="18"/>
                    </a:lnTo>
                    <a:lnTo>
                      <a:pt x="90" y="18"/>
                    </a:lnTo>
                    <a:lnTo>
                      <a:pt x="90" y="18"/>
                    </a:lnTo>
                    <a:lnTo>
                      <a:pt x="90" y="18"/>
                    </a:lnTo>
                    <a:lnTo>
                      <a:pt x="90" y="18"/>
                    </a:lnTo>
                    <a:lnTo>
                      <a:pt x="90" y="18"/>
                    </a:lnTo>
                    <a:lnTo>
                      <a:pt x="90" y="18"/>
                    </a:lnTo>
                    <a:lnTo>
                      <a:pt x="90" y="22"/>
                    </a:lnTo>
                    <a:lnTo>
                      <a:pt x="90" y="22"/>
                    </a:lnTo>
                    <a:lnTo>
                      <a:pt x="90" y="22"/>
                    </a:lnTo>
                    <a:lnTo>
                      <a:pt x="90" y="22"/>
                    </a:lnTo>
                    <a:lnTo>
                      <a:pt x="92" y="22"/>
                    </a:lnTo>
                    <a:lnTo>
                      <a:pt x="92" y="22"/>
                    </a:lnTo>
                    <a:lnTo>
                      <a:pt x="92" y="22"/>
                    </a:lnTo>
                    <a:lnTo>
                      <a:pt x="92" y="22"/>
                    </a:lnTo>
                    <a:lnTo>
                      <a:pt x="92" y="22"/>
                    </a:lnTo>
                    <a:lnTo>
                      <a:pt x="92" y="22"/>
                    </a:lnTo>
                    <a:lnTo>
                      <a:pt x="92" y="22"/>
                    </a:lnTo>
                    <a:lnTo>
                      <a:pt x="92" y="26"/>
                    </a:lnTo>
                    <a:lnTo>
                      <a:pt x="92" y="26"/>
                    </a:lnTo>
                    <a:lnTo>
                      <a:pt x="92" y="26"/>
                    </a:lnTo>
                    <a:lnTo>
                      <a:pt x="92" y="26"/>
                    </a:lnTo>
                    <a:lnTo>
                      <a:pt x="92" y="26"/>
                    </a:lnTo>
                    <a:lnTo>
                      <a:pt x="92" y="26"/>
                    </a:lnTo>
                    <a:lnTo>
                      <a:pt x="90" y="26"/>
                    </a:lnTo>
                    <a:lnTo>
                      <a:pt x="90" y="30"/>
                    </a:lnTo>
                    <a:lnTo>
                      <a:pt x="90" y="30"/>
                    </a:lnTo>
                    <a:lnTo>
                      <a:pt x="90" y="30"/>
                    </a:lnTo>
                    <a:lnTo>
                      <a:pt x="92" y="30"/>
                    </a:lnTo>
                    <a:lnTo>
                      <a:pt x="92" y="30"/>
                    </a:lnTo>
                    <a:lnTo>
                      <a:pt x="92" y="30"/>
                    </a:lnTo>
                    <a:lnTo>
                      <a:pt x="96" y="30"/>
                    </a:lnTo>
                    <a:lnTo>
                      <a:pt x="96" y="34"/>
                    </a:lnTo>
                    <a:lnTo>
                      <a:pt x="92" y="34"/>
                    </a:lnTo>
                    <a:lnTo>
                      <a:pt x="96" y="38"/>
                    </a:lnTo>
                    <a:lnTo>
                      <a:pt x="96" y="38"/>
                    </a:lnTo>
                    <a:lnTo>
                      <a:pt x="96" y="42"/>
                    </a:lnTo>
                    <a:lnTo>
                      <a:pt x="96" y="42"/>
                    </a:lnTo>
                    <a:lnTo>
                      <a:pt x="96" y="42"/>
                    </a:lnTo>
                    <a:lnTo>
                      <a:pt x="100" y="42"/>
                    </a:lnTo>
                    <a:lnTo>
                      <a:pt x="100" y="42"/>
                    </a:lnTo>
                    <a:lnTo>
                      <a:pt x="100" y="44"/>
                    </a:lnTo>
                    <a:lnTo>
                      <a:pt x="100" y="44"/>
                    </a:lnTo>
                    <a:lnTo>
                      <a:pt x="100" y="44"/>
                    </a:lnTo>
                    <a:lnTo>
                      <a:pt x="96" y="44"/>
                    </a:lnTo>
                    <a:lnTo>
                      <a:pt x="96" y="44"/>
                    </a:lnTo>
                    <a:lnTo>
                      <a:pt x="96" y="44"/>
                    </a:lnTo>
                    <a:lnTo>
                      <a:pt x="96" y="48"/>
                    </a:lnTo>
                    <a:lnTo>
                      <a:pt x="96" y="48"/>
                    </a:lnTo>
                    <a:lnTo>
                      <a:pt x="96" y="48"/>
                    </a:lnTo>
                    <a:lnTo>
                      <a:pt x="96" y="48"/>
                    </a:lnTo>
                    <a:lnTo>
                      <a:pt x="96" y="48"/>
                    </a:lnTo>
                    <a:lnTo>
                      <a:pt x="96" y="48"/>
                    </a:lnTo>
                    <a:lnTo>
                      <a:pt x="96" y="48"/>
                    </a:lnTo>
                    <a:lnTo>
                      <a:pt x="96" y="52"/>
                    </a:lnTo>
                    <a:lnTo>
                      <a:pt x="96" y="56"/>
                    </a:lnTo>
                    <a:lnTo>
                      <a:pt x="96" y="56"/>
                    </a:lnTo>
                    <a:lnTo>
                      <a:pt x="96" y="56"/>
                    </a:lnTo>
                    <a:lnTo>
                      <a:pt x="96" y="56"/>
                    </a:lnTo>
                    <a:lnTo>
                      <a:pt x="96" y="56"/>
                    </a:lnTo>
                    <a:lnTo>
                      <a:pt x="96" y="56"/>
                    </a:lnTo>
                    <a:lnTo>
                      <a:pt x="100" y="56"/>
                    </a:lnTo>
                    <a:lnTo>
                      <a:pt x="100" y="56"/>
                    </a:lnTo>
                    <a:lnTo>
                      <a:pt x="100" y="60"/>
                    </a:lnTo>
                    <a:lnTo>
                      <a:pt x="100" y="60"/>
                    </a:lnTo>
                    <a:lnTo>
                      <a:pt x="100" y="60"/>
                    </a:lnTo>
                    <a:lnTo>
                      <a:pt x="100" y="60"/>
                    </a:lnTo>
                    <a:lnTo>
                      <a:pt x="100" y="64"/>
                    </a:lnTo>
                    <a:lnTo>
                      <a:pt x="104" y="64"/>
                    </a:lnTo>
                    <a:lnTo>
                      <a:pt x="104" y="64"/>
                    </a:lnTo>
                    <a:lnTo>
                      <a:pt x="100" y="64"/>
                    </a:lnTo>
                    <a:lnTo>
                      <a:pt x="100" y="64"/>
                    </a:lnTo>
                    <a:lnTo>
                      <a:pt x="100" y="64"/>
                    </a:lnTo>
                    <a:lnTo>
                      <a:pt x="100" y="64"/>
                    </a:lnTo>
                    <a:lnTo>
                      <a:pt x="100" y="64"/>
                    </a:lnTo>
                    <a:lnTo>
                      <a:pt x="100" y="68"/>
                    </a:lnTo>
                    <a:lnTo>
                      <a:pt x="100" y="68"/>
                    </a:lnTo>
                    <a:lnTo>
                      <a:pt x="100" y="68"/>
                    </a:lnTo>
                    <a:lnTo>
                      <a:pt x="100" y="68"/>
                    </a:lnTo>
                    <a:lnTo>
                      <a:pt x="100" y="68"/>
                    </a:lnTo>
                    <a:lnTo>
                      <a:pt x="100" y="68"/>
                    </a:lnTo>
                    <a:lnTo>
                      <a:pt x="104" y="68"/>
                    </a:lnTo>
                    <a:lnTo>
                      <a:pt x="104" y="72"/>
                    </a:lnTo>
                    <a:lnTo>
                      <a:pt x="104" y="72"/>
                    </a:lnTo>
                    <a:lnTo>
                      <a:pt x="104" y="74"/>
                    </a:lnTo>
                    <a:lnTo>
                      <a:pt x="104" y="74"/>
                    </a:lnTo>
                    <a:lnTo>
                      <a:pt x="104" y="74"/>
                    </a:lnTo>
                    <a:lnTo>
                      <a:pt x="104" y="74"/>
                    </a:lnTo>
                    <a:lnTo>
                      <a:pt x="104" y="74"/>
                    </a:lnTo>
                    <a:lnTo>
                      <a:pt x="104" y="74"/>
                    </a:lnTo>
                    <a:lnTo>
                      <a:pt x="100" y="74"/>
                    </a:lnTo>
                    <a:lnTo>
                      <a:pt x="100" y="74"/>
                    </a:lnTo>
                    <a:lnTo>
                      <a:pt x="100" y="72"/>
                    </a:lnTo>
                    <a:lnTo>
                      <a:pt x="96" y="72"/>
                    </a:lnTo>
                    <a:lnTo>
                      <a:pt x="96" y="74"/>
                    </a:lnTo>
                    <a:lnTo>
                      <a:pt x="96" y="74"/>
                    </a:lnTo>
                    <a:lnTo>
                      <a:pt x="96" y="78"/>
                    </a:lnTo>
                    <a:lnTo>
                      <a:pt x="96" y="78"/>
                    </a:lnTo>
                    <a:lnTo>
                      <a:pt x="96" y="78"/>
                    </a:lnTo>
                    <a:lnTo>
                      <a:pt x="96" y="78"/>
                    </a:lnTo>
                    <a:lnTo>
                      <a:pt x="96" y="78"/>
                    </a:lnTo>
                    <a:lnTo>
                      <a:pt x="100" y="78"/>
                    </a:lnTo>
                    <a:lnTo>
                      <a:pt x="100" y="78"/>
                    </a:lnTo>
                    <a:lnTo>
                      <a:pt x="100" y="82"/>
                    </a:lnTo>
                    <a:lnTo>
                      <a:pt x="100" y="82"/>
                    </a:lnTo>
                    <a:lnTo>
                      <a:pt x="100" y="82"/>
                    </a:lnTo>
                    <a:lnTo>
                      <a:pt x="100" y="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5" name="Freeform 149"/>
              <p:cNvSpPr>
                <a:spLocks noEditPoints="1"/>
              </p:cNvSpPr>
              <p:nvPr/>
            </p:nvSpPr>
            <p:spPr bwMode="gray">
              <a:xfrm>
                <a:off x="4389488" y="4140530"/>
                <a:ext cx="73049" cy="52178"/>
              </a:xfrm>
              <a:custGeom>
                <a:avLst/>
                <a:gdLst>
                  <a:gd name="T0" fmla="*/ 12 w 42"/>
                  <a:gd name="T1" fmla="*/ 16 h 30"/>
                  <a:gd name="T2" fmla="*/ 12 w 42"/>
                  <a:gd name="T3" fmla="*/ 12 h 30"/>
                  <a:gd name="T4" fmla="*/ 12 w 42"/>
                  <a:gd name="T5" fmla="*/ 12 h 30"/>
                  <a:gd name="T6" fmla="*/ 8 w 42"/>
                  <a:gd name="T7" fmla="*/ 16 h 30"/>
                  <a:gd name="T8" fmla="*/ 4 w 42"/>
                  <a:gd name="T9" fmla="*/ 12 h 30"/>
                  <a:gd name="T10" fmla="*/ 4 w 42"/>
                  <a:gd name="T11" fmla="*/ 8 h 30"/>
                  <a:gd name="T12" fmla="*/ 0 w 42"/>
                  <a:gd name="T13" fmla="*/ 8 h 30"/>
                  <a:gd name="T14" fmla="*/ 0 w 42"/>
                  <a:gd name="T15" fmla="*/ 8 h 30"/>
                  <a:gd name="T16" fmla="*/ 8 w 42"/>
                  <a:gd name="T17" fmla="*/ 4 h 30"/>
                  <a:gd name="T18" fmla="*/ 12 w 42"/>
                  <a:gd name="T19" fmla="*/ 4 h 30"/>
                  <a:gd name="T20" fmla="*/ 20 w 42"/>
                  <a:gd name="T21" fmla="*/ 0 h 30"/>
                  <a:gd name="T22" fmla="*/ 34 w 42"/>
                  <a:gd name="T23" fmla="*/ 0 h 30"/>
                  <a:gd name="T24" fmla="*/ 42 w 42"/>
                  <a:gd name="T25" fmla="*/ 0 h 30"/>
                  <a:gd name="T26" fmla="*/ 42 w 42"/>
                  <a:gd name="T27" fmla="*/ 4 h 30"/>
                  <a:gd name="T28" fmla="*/ 42 w 42"/>
                  <a:gd name="T29" fmla="*/ 8 h 30"/>
                  <a:gd name="T30" fmla="*/ 42 w 42"/>
                  <a:gd name="T31" fmla="*/ 12 h 30"/>
                  <a:gd name="T32" fmla="*/ 38 w 42"/>
                  <a:gd name="T33" fmla="*/ 18 h 30"/>
                  <a:gd name="T34" fmla="*/ 34 w 42"/>
                  <a:gd name="T35" fmla="*/ 18 h 30"/>
                  <a:gd name="T36" fmla="*/ 30 w 42"/>
                  <a:gd name="T37" fmla="*/ 22 h 30"/>
                  <a:gd name="T38" fmla="*/ 26 w 42"/>
                  <a:gd name="T39" fmla="*/ 26 h 30"/>
                  <a:gd name="T40" fmla="*/ 24 w 42"/>
                  <a:gd name="T41" fmla="*/ 30 h 30"/>
                  <a:gd name="T42" fmla="*/ 24 w 42"/>
                  <a:gd name="T43" fmla="*/ 26 h 30"/>
                  <a:gd name="T44" fmla="*/ 20 w 42"/>
                  <a:gd name="T45" fmla="*/ 30 h 30"/>
                  <a:gd name="T46" fmla="*/ 20 w 42"/>
                  <a:gd name="T47" fmla="*/ 26 h 30"/>
                  <a:gd name="T48" fmla="*/ 20 w 42"/>
                  <a:gd name="T49" fmla="*/ 26 h 30"/>
                  <a:gd name="T50" fmla="*/ 20 w 42"/>
                  <a:gd name="T51" fmla="*/ 22 h 30"/>
                  <a:gd name="T52" fmla="*/ 20 w 42"/>
                  <a:gd name="T53" fmla="*/ 22 h 30"/>
                  <a:gd name="T54" fmla="*/ 16 w 42"/>
                  <a:gd name="T55" fmla="*/ 22 h 30"/>
                  <a:gd name="T56" fmla="*/ 24 w 42"/>
                  <a:gd name="T57" fmla="*/ 18 h 30"/>
                  <a:gd name="T58" fmla="*/ 20 w 42"/>
                  <a:gd name="T59" fmla="*/ 18 h 30"/>
                  <a:gd name="T60" fmla="*/ 16 w 42"/>
                  <a:gd name="T61" fmla="*/ 18 h 30"/>
                  <a:gd name="T62" fmla="*/ 16 w 42"/>
                  <a:gd name="T63" fmla="*/ 18 h 30"/>
                  <a:gd name="T64" fmla="*/ 16 w 42"/>
                  <a:gd name="T65" fmla="*/ 16 h 30"/>
                  <a:gd name="T66" fmla="*/ 20 w 42"/>
                  <a:gd name="T67" fmla="*/ 16 h 30"/>
                  <a:gd name="T68" fmla="*/ 24 w 42"/>
                  <a:gd name="T69" fmla="*/ 16 h 30"/>
                  <a:gd name="T70" fmla="*/ 24 w 42"/>
                  <a:gd name="T71" fmla="*/ 16 h 30"/>
                  <a:gd name="T72" fmla="*/ 20 w 42"/>
                  <a:gd name="T73" fmla="*/ 16 h 30"/>
                  <a:gd name="T74" fmla="*/ 20 w 42"/>
                  <a:gd name="T75" fmla="*/ 12 h 30"/>
                  <a:gd name="T76" fmla="*/ 12 w 42"/>
                  <a:gd name="T77" fmla="*/ 16 h 30"/>
                  <a:gd name="T78" fmla="*/ 12 w 42"/>
                  <a:gd name="T79" fmla="*/ 26 h 30"/>
                  <a:gd name="T80" fmla="*/ 16 w 42"/>
                  <a:gd name="T81" fmla="*/ 26 h 30"/>
                  <a:gd name="T82" fmla="*/ 8 w 42"/>
                  <a:gd name="T83" fmla="*/ 16 h 30"/>
                  <a:gd name="T84" fmla="*/ 8 w 42"/>
                  <a:gd name="T85" fmla="*/ 16 h 30"/>
                  <a:gd name="T86" fmla="*/ 16 w 42"/>
                  <a:gd name="T87" fmla="*/ 18 h 30"/>
                  <a:gd name="T88" fmla="*/ 16 w 42"/>
                  <a:gd name="T89" fmla="*/ 18 h 30"/>
                  <a:gd name="T90" fmla="*/ 8 w 42"/>
                  <a:gd name="T91" fmla="*/ 18 h 30"/>
                  <a:gd name="T92" fmla="*/ 12 w 42"/>
                  <a:gd name="T93" fmla="*/ 22 h 30"/>
                  <a:gd name="T94" fmla="*/ 4 w 42"/>
                  <a:gd name="T95" fmla="*/ 22 h 30"/>
                  <a:gd name="T96" fmla="*/ 4 w 42"/>
                  <a:gd name="T97" fmla="*/ 18 h 30"/>
                  <a:gd name="T98" fmla="*/ 4 w 42"/>
                  <a:gd name="T99" fmla="*/ 18 h 30"/>
                  <a:gd name="T100" fmla="*/ 8 w 42"/>
                  <a:gd name="T101" fmla="*/ 30 h 30"/>
                  <a:gd name="T102" fmla="*/ 4 w 42"/>
                  <a:gd name="T103" fmla="*/ 26 h 30"/>
                  <a:gd name="T104" fmla="*/ 8 w 42"/>
                  <a:gd name="T105" fmla="*/ 26 h 30"/>
                  <a:gd name="T106" fmla="*/ 8 w 42"/>
                  <a:gd name="T107"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2" h="30">
                    <a:moveTo>
                      <a:pt x="12" y="16"/>
                    </a:moveTo>
                    <a:lnTo>
                      <a:pt x="12" y="16"/>
                    </a:lnTo>
                    <a:lnTo>
                      <a:pt x="12" y="16"/>
                    </a:lnTo>
                    <a:lnTo>
                      <a:pt x="8" y="18"/>
                    </a:lnTo>
                    <a:lnTo>
                      <a:pt x="8" y="16"/>
                    </a:lnTo>
                    <a:lnTo>
                      <a:pt x="12" y="16"/>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6"/>
                    </a:lnTo>
                    <a:lnTo>
                      <a:pt x="8" y="16"/>
                    </a:lnTo>
                    <a:lnTo>
                      <a:pt x="8" y="16"/>
                    </a:lnTo>
                    <a:lnTo>
                      <a:pt x="8" y="16"/>
                    </a:lnTo>
                    <a:lnTo>
                      <a:pt x="8" y="16"/>
                    </a:lnTo>
                    <a:lnTo>
                      <a:pt x="4" y="16"/>
                    </a:lnTo>
                    <a:lnTo>
                      <a:pt x="4" y="12"/>
                    </a:lnTo>
                    <a:lnTo>
                      <a:pt x="4" y="12"/>
                    </a:lnTo>
                    <a:lnTo>
                      <a:pt x="4" y="12"/>
                    </a:lnTo>
                    <a:lnTo>
                      <a:pt x="4" y="12"/>
                    </a:lnTo>
                    <a:lnTo>
                      <a:pt x="4" y="12"/>
                    </a:lnTo>
                    <a:lnTo>
                      <a:pt x="4" y="8"/>
                    </a:lnTo>
                    <a:lnTo>
                      <a:pt x="4" y="8"/>
                    </a:lnTo>
                    <a:lnTo>
                      <a:pt x="8" y="8"/>
                    </a:lnTo>
                    <a:lnTo>
                      <a:pt x="8" y="8"/>
                    </a:lnTo>
                    <a:lnTo>
                      <a:pt x="8" y="8"/>
                    </a:lnTo>
                    <a:lnTo>
                      <a:pt x="4" y="8"/>
                    </a:lnTo>
                    <a:lnTo>
                      <a:pt x="4" y="8"/>
                    </a:lnTo>
                    <a:lnTo>
                      <a:pt x="4" y="8"/>
                    </a:lnTo>
                    <a:lnTo>
                      <a:pt x="4" y="12"/>
                    </a:lnTo>
                    <a:lnTo>
                      <a:pt x="0" y="8"/>
                    </a:lnTo>
                    <a:lnTo>
                      <a:pt x="0" y="8"/>
                    </a:lnTo>
                    <a:lnTo>
                      <a:pt x="0" y="8"/>
                    </a:lnTo>
                    <a:lnTo>
                      <a:pt x="0" y="8"/>
                    </a:lnTo>
                    <a:lnTo>
                      <a:pt x="0" y="8"/>
                    </a:lnTo>
                    <a:lnTo>
                      <a:pt x="0" y="8"/>
                    </a:lnTo>
                    <a:lnTo>
                      <a:pt x="0" y="8"/>
                    </a:lnTo>
                    <a:lnTo>
                      <a:pt x="0" y="8"/>
                    </a:lnTo>
                    <a:lnTo>
                      <a:pt x="0" y="8"/>
                    </a:lnTo>
                    <a:lnTo>
                      <a:pt x="0" y="8"/>
                    </a:lnTo>
                    <a:lnTo>
                      <a:pt x="0" y="8"/>
                    </a:lnTo>
                    <a:lnTo>
                      <a:pt x="4" y="8"/>
                    </a:lnTo>
                    <a:lnTo>
                      <a:pt x="4" y="4"/>
                    </a:lnTo>
                    <a:lnTo>
                      <a:pt x="8" y="4"/>
                    </a:lnTo>
                    <a:lnTo>
                      <a:pt x="8" y="4"/>
                    </a:lnTo>
                    <a:lnTo>
                      <a:pt x="8" y="4"/>
                    </a:lnTo>
                    <a:lnTo>
                      <a:pt x="8" y="4"/>
                    </a:lnTo>
                    <a:lnTo>
                      <a:pt x="8" y="4"/>
                    </a:lnTo>
                    <a:lnTo>
                      <a:pt x="8" y="4"/>
                    </a:lnTo>
                    <a:lnTo>
                      <a:pt x="12" y="4"/>
                    </a:lnTo>
                    <a:lnTo>
                      <a:pt x="12" y="4"/>
                    </a:lnTo>
                    <a:lnTo>
                      <a:pt x="12" y="4"/>
                    </a:lnTo>
                    <a:lnTo>
                      <a:pt x="16" y="4"/>
                    </a:lnTo>
                    <a:lnTo>
                      <a:pt x="16" y="4"/>
                    </a:lnTo>
                    <a:lnTo>
                      <a:pt x="20" y="4"/>
                    </a:lnTo>
                    <a:lnTo>
                      <a:pt x="20" y="0"/>
                    </a:lnTo>
                    <a:lnTo>
                      <a:pt x="20" y="0"/>
                    </a:lnTo>
                    <a:lnTo>
                      <a:pt x="24" y="0"/>
                    </a:lnTo>
                    <a:lnTo>
                      <a:pt x="26" y="0"/>
                    </a:lnTo>
                    <a:lnTo>
                      <a:pt x="26" y="0"/>
                    </a:lnTo>
                    <a:lnTo>
                      <a:pt x="30" y="0"/>
                    </a:lnTo>
                    <a:lnTo>
                      <a:pt x="30" y="0"/>
                    </a:lnTo>
                    <a:lnTo>
                      <a:pt x="34" y="0"/>
                    </a:lnTo>
                    <a:lnTo>
                      <a:pt x="34" y="0"/>
                    </a:lnTo>
                    <a:lnTo>
                      <a:pt x="38" y="0"/>
                    </a:lnTo>
                    <a:lnTo>
                      <a:pt x="38" y="0"/>
                    </a:lnTo>
                    <a:lnTo>
                      <a:pt x="42" y="0"/>
                    </a:lnTo>
                    <a:lnTo>
                      <a:pt x="42" y="0"/>
                    </a:lnTo>
                    <a:lnTo>
                      <a:pt x="42" y="0"/>
                    </a:lnTo>
                    <a:lnTo>
                      <a:pt x="42" y="4"/>
                    </a:lnTo>
                    <a:lnTo>
                      <a:pt x="42" y="4"/>
                    </a:lnTo>
                    <a:lnTo>
                      <a:pt x="42" y="4"/>
                    </a:lnTo>
                    <a:lnTo>
                      <a:pt x="42" y="4"/>
                    </a:lnTo>
                    <a:lnTo>
                      <a:pt x="42" y="4"/>
                    </a:lnTo>
                    <a:lnTo>
                      <a:pt x="42" y="4"/>
                    </a:lnTo>
                    <a:lnTo>
                      <a:pt x="42" y="8"/>
                    </a:lnTo>
                    <a:lnTo>
                      <a:pt x="42" y="8"/>
                    </a:lnTo>
                    <a:lnTo>
                      <a:pt x="42" y="8"/>
                    </a:lnTo>
                    <a:lnTo>
                      <a:pt x="42" y="8"/>
                    </a:lnTo>
                    <a:lnTo>
                      <a:pt x="42" y="8"/>
                    </a:lnTo>
                    <a:lnTo>
                      <a:pt x="42" y="8"/>
                    </a:lnTo>
                    <a:lnTo>
                      <a:pt x="38" y="8"/>
                    </a:lnTo>
                    <a:lnTo>
                      <a:pt x="38" y="8"/>
                    </a:lnTo>
                    <a:lnTo>
                      <a:pt x="38" y="12"/>
                    </a:lnTo>
                    <a:lnTo>
                      <a:pt x="38" y="12"/>
                    </a:lnTo>
                    <a:lnTo>
                      <a:pt x="38" y="12"/>
                    </a:lnTo>
                    <a:lnTo>
                      <a:pt x="42" y="12"/>
                    </a:lnTo>
                    <a:lnTo>
                      <a:pt x="42" y="12"/>
                    </a:lnTo>
                    <a:lnTo>
                      <a:pt x="42" y="12"/>
                    </a:lnTo>
                    <a:lnTo>
                      <a:pt x="42" y="16"/>
                    </a:lnTo>
                    <a:lnTo>
                      <a:pt x="42" y="18"/>
                    </a:lnTo>
                    <a:lnTo>
                      <a:pt x="42" y="18"/>
                    </a:lnTo>
                    <a:lnTo>
                      <a:pt x="38" y="18"/>
                    </a:lnTo>
                    <a:lnTo>
                      <a:pt x="38" y="18"/>
                    </a:lnTo>
                    <a:lnTo>
                      <a:pt x="38" y="18"/>
                    </a:lnTo>
                    <a:lnTo>
                      <a:pt x="34" y="18"/>
                    </a:lnTo>
                    <a:lnTo>
                      <a:pt x="34" y="18"/>
                    </a:lnTo>
                    <a:lnTo>
                      <a:pt x="34" y="18"/>
                    </a:lnTo>
                    <a:lnTo>
                      <a:pt x="34" y="18"/>
                    </a:lnTo>
                    <a:lnTo>
                      <a:pt x="30" y="18"/>
                    </a:lnTo>
                    <a:lnTo>
                      <a:pt x="30" y="18"/>
                    </a:lnTo>
                    <a:lnTo>
                      <a:pt x="30" y="22"/>
                    </a:lnTo>
                    <a:lnTo>
                      <a:pt x="30" y="22"/>
                    </a:lnTo>
                    <a:lnTo>
                      <a:pt x="30" y="22"/>
                    </a:lnTo>
                    <a:lnTo>
                      <a:pt x="30" y="22"/>
                    </a:lnTo>
                    <a:lnTo>
                      <a:pt x="26" y="22"/>
                    </a:lnTo>
                    <a:lnTo>
                      <a:pt x="26" y="22"/>
                    </a:lnTo>
                    <a:lnTo>
                      <a:pt x="26" y="22"/>
                    </a:lnTo>
                    <a:lnTo>
                      <a:pt x="26" y="22"/>
                    </a:lnTo>
                    <a:lnTo>
                      <a:pt x="26" y="22"/>
                    </a:lnTo>
                    <a:lnTo>
                      <a:pt x="26" y="26"/>
                    </a:lnTo>
                    <a:lnTo>
                      <a:pt x="26" y="26"/>
                    </a:lnTo>
                    <a:lnTo>
                      <a:pt x="26" y="26"/>
                    </a:lnTo>
                    <a:lnTo>
                      <a:pt x="26" y="26"/>
                    </a:lnTo>
                    <a:lnTo>
                      <a:pt x="24" y="30"/>
                    </a:lnTo>
                    <a:lnTo>
                      <a:pt x="24" y="30"/>
                    </a:lnTo>
                    <a:lnTo>
                      <a:pt x="24" y="30"/>
                    </a:lnTo>
                    <a:lnTo>
                      <a:pt x="24" y="30"/>
                    </a:lnTo>
                    <a:lnTo>
                      <a:pt x="24" y="30"/>
                    </a:lnTo>
                    <a:lnTo>
                      <a:pt x="24" y="30"/>
                    </a:lnTo>
                    <a:lnTo>
                      <a:pt x="24" y="30"/>
                    </a:lnTo>
                    <a:lnTo>
                      <a:pt x="24" y="30"/>
                    </a:lnTo>
                    <a:lnTo>
                      <a:pt x="24" y="26"/>
                    </a:lnTo>
                    <a:lnTo>
                      <a:pt x="24" y="26"/>
                    </a:lnTo>
                    <a:lnTo>
                      <a:pt x="24" y="26"/>
                    </a:lnTo>
                    <a:lnTo>
                      <a:pt x="24" y="26"/>
                    </a:lnTo>
                    <a:lnTo>
                      <a:pt x="24" y="30"/>
                    </a:lnTo>
                    <a:lnTo>
                      <a:pt x="20" y="30"/>
                    </a:lnTo>
                    <a:lnTo>
                      <a:pt x="20" y="30"/>
                    </a:lnTo>
                    <a:lnTo>
                      <a:pt x="20" y="30"/>
                    </a:lnTo>
                    <a:lnTo>
                      <a:pt x="20" y="30"/>
                    </a:lnTo>
                    <a:lnTo>
                      <a:pt x="20" y="30"/>
                    </a:lnTo>
                    <a:lnTo>
                      <a:pt x="20" y="30"/>
                    </a:lnTo>
                    <a:lnTo>
                      <a:pt x="20" y="30"/>
                    </a:lnTo>
                    <a:lnTo>
                      <a:pt x="20" y="26"/>
                    </a:lnTo>
                    <a:lnTo>
                      <a:pt x="20" y="26"/>
                    </a:lnTo>
                    <a:lnTo>
                      <a:pt x="20" y="26"/>
                    </a:lnTo>
                    <a:lnTo>
                      <a:pt x="20" y="26"/>
                    </a:lnTo>
                    <a:lnTo>
                      <a:pt x="20" y="26"/>
                    </a:lnTo>
                    <a:lnTo>
                      <a:pt x="20" y="26"/>
                    </a:lnTo>
                    <a:lnTo>
                      <a:pt x="20" y="26"/>
                    </a:lnTo>
                    <a:lnTo>
                      <a:pt x="20" y="26"/>
                    </a:lnTo>
                    <a:lnTo>
                      <a:pt x="20" y="26"/>
                    </a:lnTo>
                    <a:lnTo>
                      <a:pt x="20" y="26"/>
                    </a:lnTo>
                    <a:lnTo>
                      <a:pt x="16" y="26"/>
                    </a:lnTo>
                    <a:lnTo>
                      <a:pt x="20" y="22"/>
                    </a:lnTo>
                    <a:lnTo>
                      <a:pt x="20" y="22"/>
                    </a:lnTo>
                    <a:lnTo>
                      <a:pt x="20" y="22"/>
                    </a:lnTo>
                    <a:lnTo>
                      <a:pt x="20" y="22"/>
                    </a:lnTo>
                    <a:lnTo>
                      <a:pt x="20" y="22"/>
                    </a:lnTo>
                    <a:lnTo>
                      <a:pt x="20" y="22"/>
                    </a:lnTo>
                    <a:lnTo>
                      <a:pt x="20" y="22"/>
                    </a:lnTo>
                    <a:lnTo>
                      <a:pt x="20" y="22"/>
                    </a:lnTo>
                    <a:lnTo>
                      <a:pt x="20" y="22"/>
                    </a:lnTo>
                    <a:lnTo>
                      <a:pt x="20" y="22"/>
                    </a:lnTo>
                    <a:lnTo>
                      <a:pt x="20" y="22"/>
                    </a:lnTo>
                    <a:lnTo>
                      <a:pt x="16" y="22"/>
                    </a:lnTo>
                    <a:lnTo>
                      <a:pt x="16" y="22"/>
                    </a:lnTo>
                    <a:lnTo>
                      <a:pt x="16" y="22"/>
                    </a:lnTo>
                    <a:lnTo>
                      <a:pt x="16" y="22"/>
                    </a:lnTo>
                    <a:lnTo>
                      <a:pt x="20" y="18"/>
                    </a:lnTo>
                    <a:lnTo>
                      <a:pt x="20" y="18"/>
                    </a:lnTo>
                    <a:lnTo>
                      <a:pt x="20" y="18"/>
                    </a:lnTo>
                    <a:lnTo>
                      <a:pt x="24" y="18"/>
                    </a:lnTo>
                    <a:lnTo>
                      <a:pt x="24" y="18"/>
                    </a:lnTo>
                    <a:lnTo>
                      <a:pt x="24" y="18"/>
                    </a:lnTo>
                    <a:lnTo>
                      <a:pt x="24" y="18"/>
                    </a:lnTo>
                    <a:lnTo>
                      <a:pt x="24" y="18"/>
                    </a:lnTo>
                    <a:lnTo>
                      <a:pt x="20" y="18"/>
                    </a:lnTo>
                    <a:lnTo>
                      <a:pt x="20" y="18"/>
                    </a:lnTo>
                    <a:lnTo>
                      <a:pt x="20" y="18"/>
                    </a:lnTo>
                    <a:lnTo>
                      <a:pt x="20" y="18"/>
                    </a:lnTo>
                    <a:lnTo>
                      <a:pt x="20" y="18"/>
                    </a:lnTo>
                    <a:lnTo>
                      <a:pt x="20" y="18"/>
                    </a:lnTo>
                    <a:lnTo>
                      <a:pt x="20" y="18"/>
                    </a:lnTo>
                    <a:lnTo>
                      <a:pt x="20" y="18"/>
                    </a:lnTo>
                    <a:lnTo>
                      <a:pt x="16" y="18"/>
                    </a:lnTo>
                    <a:lnTo>
                      <a:pt x="16" y="18"/>
                    </a:lnTo>
                    <a:lnTo>
                      <a:pt x="16" y="18"/>
                    </a:lnTo>
                    <a:lnTo>
                      <a:pt x="16" y="18"/>
                    </a:lnTo>
                    <a:lnTo>
                      <a:pt x="16" y="18"/>
                    </a:lnTo>
                    <a:lnTo>
                      <a:pt x="16" y="18"/>
                    </a:lnTo>
                    <a:lnTo>
                      <a:pt x="16" y="18"/>
                    </a:lnTo>
                    <a:lnTo>
                      <a:pt x="16" y="18"/>
                    </a:lnTo>
                    <a:lnTo>
                      <a:pt x="16" y="18"/>
                    </a:lnTo>
                    <a:lnTo>
                      <a:pt x="16" y="18"/>
                    </a:lnTo>
                    <a:lnTo>
                      <a:pt x="16" y="16"/>
                    </a:lnTo>
                    <a:lnTo>
                      <a:pt x="16" y="16"/>
                    </a:lnTo>
                    <a:lnTo>
                      <a:pt x="16" y="16"/>
                    </a:lnTo>
                    <a:lnTo>
                      <a:pt x="20" y="16"/>
                    </a:lnTo>
                    <a:lnTo>
                      <a:pt x="20" y="16"/>
                    </a:lnTo>
                    <a:lnTo>
                      <a:pt x="20" y="16"/>
                    </a:lnTo>
                    <a:lnTo>
                      <a:pt x="20" y="16"/>
                    </a:lnTo>
                    <a:lnTo>
                      <a:pt x="20" y="16"/>
                    </a:lnTo>
                    <a:lnTo>
                      <a:pt x="20" y="16"/>
                    </a:lnTo>
                    <a:lnTo>
                      <a:pt x="24" y="16"/>
                    </a:lnTo>
                    <a:lnTo>
                      <a:pt x="24" y="16"/>
                    </a:lnTo>
                    <a:lnTo>
                      <a:pt x="24" y="16"/>
                    </a:lnTo>
                    <a:lnTo>
                      <a:pt x="24" y="16"/>
                    </a:lnTo>
                    <a:lnTo>
                      <a:pt x="24" y="18"/>
                    </a:lnTo>
                    <a:lnTo>
                      <a:pt x="24" y="16"/>
                    </a:lnTo>
                    <a:lnTo>
                      <a:pt x="24" y="16"/>
                    </a:lnTo>
                    <a:lnTo>
                      <a:pt x="24" y="16"/>
                    </a:lnTo>
                    <a:lnTo>
                      <a:pt x="24" y="16"/>
                    </a:lnTo>
                    <a:lnTo>
                      <a:pt x="24" y="16"/>
                    </a:lnTo>
                    <a:lnTo>
                      <a:pt x="24" y="16"/>
                    </a:lnTo>
                    <a:lnTo>
                      <a:pt x="24" y="16"/>
                    </a:lnTo>
                    <a:lnTo>
                      <a:pt x="24" y="16"/>
                    </a:lnTo>
                    <a:lnTo>
                      <a:pt x="24" y="16"/>
                    </a:lnTo>
                    <a:lnTo>
                      <a:pt x="24" y="12"/>
                    </a:lnTo>
                    <a:lnTo>
                      <a:pt x="24" y="12"/>
                    </a:lnTo>
                    <a:lnTo>
                      <a:pt x="24" y="16"/>
                    </a:lnTo>
                    <a:lnTo>
                      <a:pt x="20" y="16"/>
                    </a:lnTo>
                    <a:lnTo>
                      <a:pt x="20" y="16"/>
                    </a:lnTo>
                    <a:lnTo>
                      <a:pt x="20" y="16"/>
                    </a:lnTo>
                    <a:lnTo>
                      <a:pt x="20" y="16"/>
                    </a:lnTo>
                    <a:lnTo>
                      <a:pt x="20" y="16"/>
                    </a:lnTo>
                    <a:lnTo>
                      <a:pt x="20" y="12"/>
                    </a:lnTo>
                    <a:lnTo>
                      <a:pt x="20" y="12"/>
                    </a:lnTo>
                    <a:lnTo>
                      <a:pt x="16" y="16"/>
                    </a:lnTo>
                    <a:lnTo>
                      <a:pt x="16" y="16"/>
                    </a:lnTo>
                    <a:lnTo>
                      <a:pt x="16" y="16"/>
                    </a:lnTo>
                    <a:lnTo>
                      <a:pt x="16" y="16"/>
                    </a:lnTo>
                    <a:lnTo>
                      <a:pt x="16" y="16"/>
                    </a:lnTo>
                    <a:lnTo>
                      <a:pt x="12" y="16"/>
                    </a:lnTo>
                    <a:lnTo>
                      <a:pt x="12" y="16"/>
                    </a:lnTo>
                    <a:lnTo>
                      <a:pt x="12" y="16"/>
                    </a:lnTo>
                    <a:close/>
                    <a:moveTo>
                      <a:pt x="12" y="26"/>
                    </a:moveTo>
                    <a:lnTo>
                      <a:pt x="12" y="26"/>
                    </a:lnTo>
                    <a:lnTo>
                      <a:pt x="12" y="26"/>
                    </a:lnTo>
                    <a:lnTo>
                      <a:pt x="12" y="26"/>
                    </a:lnTo>
                    <a:lnTo>
                      <a:pt x="12" y="26"/>
                    </a:lnTo>
                    <a:lnTo>
                      <a:pt x="12" y="26"/>
                    </a:lnTo>
                    <a:lnTo>
                      <a:pt x="12" y="26"/>
                    </a:lnTo>
                    <a:lnTo>
                      <a:pt x="16" y="26"/>
                    </a:lnTo>
                    <a:lnTo>
                      <a:pt x="16" y="26"/>
                    </a:lnTo>
                    <a:lnTo>
                      <a:pt x="16" y="26"/>
                    </a:lnTo>
                    <a:lnTo>
                      <a:pt x="12" y="26"/>
                    </a:lnTo>
                    <a:lnTo>
                      <a:pt x="12" y="26"/>
                    </a:lnTo>
                    <a:lnTo>
                      <a:pt x="12" y="26"/>
                    </a:lnTo>
                    <a:lnTo>
                      <a:pt x="12" y="26"/>
                    </a:lnTo>
                    <a:close/>
                    <a:moveTo>
                      <a:pt x="8" y="16"/>
                    </a:moveTo>
                    <a:lnTo>
                      <a:pt x="8" y="16"/>
                    </a:lnTo>
                    <a:lnTo>
                      <a:pt x="8" y="16"/>
                    </a:lnTo>
                    <a:lnTo>
                      <a:pt x="8" y="16"/>
                    </a:lnTo>
                    <a:lnTo>
                      <a:pt x="8" y="16"/>
                    </a:lnTo>
                    <a:lnTo>
                      <a:pt x="8" y="16"/>
                    </a:lnTo>
                    <a:lnTo>
                      <a:pt x="8" y="16"/>
                    </a:lnTo>
                    <a:lnTo>
                      <a:pt x="8" y="16"/>
                    </a:lnTo>
                    <a:lnTo>
                      <a:pt x="8" y="16"/>
                    </a:lnTo>
                    <a:lnTo>
                      <a:pt x="8" y="16"/>
                    </a:lnTo>
                    <a:lnTo>
                      <a:pt x="8" y="16"/>
                    </a:lnTo>
                    <a:lnTo>
                      <a:pt x="8" y="16"/>
                    </a:lnTo>
                    <a:close/>
                    <a:moveTo>
                      <a:pt x="16" y="18"/>
                    </a:moveTo>
                    <a:lnTo>
                      <a:pt x="16" y="18"/>
                    </a:lnTo>
                    <a:lnTo>
                      <a:pt x="16" y="22"/>
                    </a:lnTo>
                    <a:lnTo>
                      <a:pt x="16" y="22"/>
                    </a:lnTo>
                    <a:lnTo>
                      <a:pt x="16" y="18"/>
                    </a:lnTo>
                    <a:lnTo>
                      <a:pt x="16" y="18"/>
                    </a:lnTo>
                    <a:lnTo>
                      <a:pt x="16" y="18"/>
                    </a:lnTo>
                    <a:lnTo>
                      <a:pt x="16" y="18"/>
                    </a:lnTo>
                    <a:lnTo>
                      <a:pt x="16" y="18"/>
                    </a:lnTo>
                    <a:lnTo>
                      <a:pt x="16" y="18"/>
                    </a:lnTo>
                    <a:close/>
                    <a:moveTo>
                      <a:pt x="8" y="22"/>
                    </a:moveTo>
                    <a:lnTo>
                      <a:pt x="8" y="22"/>
                    </a:lnTo>
                    <a:lnTo>
                      <a:pt x="8" y="18"/>
                    </a:lnTo>
                    <a:lnTo>
                      <a:pt x="8" y="18"/>
                    </a:lnTo>
                    <a:lnTo>
                      <a:pt x="8" y="18"/>
                    </a:lnTo>
                    <a:lnTo>
                      <a:pt x="12" y="18"/>
                    </a:lnTo>
                    <a:lnTo>
                      <a:pt x="12" y="18"/>
                    </a:lnTo>
                    <a:lnTo>
                      <a:pt x="12" y="18"/>
                    </a:lnTo>
                    <a:lnTo>
                      <a:pt x="12" y="22"/>
                    </a:lnTo>
                    <a:lnTo>
                      <a:pt x="12" y="22"/>
                    </a:lnTo>
                    <a:lnTo>
                      <a:pt x="8" y="22"/>
                    </a:lnTo>
                    <a:lnTo>
                      <a:pt x="8" y="22"/>
                    </a:lnTo>
                    <a:lnTo>
                      <a:pt x="8" y="22"/>
                    </a:lnTo>
                    <a:lnTo>
                      <a:pt x="8" y="22"/>
                    </a:lnTo>
                    <a:close/>
                    <a:moveTo>
                      <a:pt x="4" y="22"/>
                    </a:moveTo>
                    <a:lnTo>
                      <a:pt x="4" y="22"/>
                    </a:lnTo>
                    <a:lnTo>
                      <a:pt x="4" y="22"/>
                    </a:lnTo>
                    <a:lnTo>
                      <a:pt x="4" y="22"/>
                    </a:lnTo>
                    <a:lnTo>
                      <a:pt x="4" y="22"/>
                    </a:lnTo>
                    <a:lnTo>
                      <a:pt x="4" y="22"/>
                    </a:lnTo>
                    <a:lnTo>
                      <a:pt x="4" y="22"/>
                    </a:lnTo>
                    <a:lnTo>
                      <a:pt x="4" y="18"/>
                    </a:lnTo>
                    <a:lnTo>
                      <a:pt x="4" y="18"/>
                    </a:lnTo>
                    <a:lnTo>
                      <a:pt x="4" y="18"/>
                    </a:lnTo>
                    <a:lnTo>
                      <a:pt x="4" y="18"/>
                    </a:lnTo>
                    <a:lnTo>
                      <a:pt x="4" y="18"/>
                    </a:lnTo>
                    <a:lnTo>
                      <a:pt x="4" y="18"/>
                    </a:lnTo>
                    <a:lnTo>
                      <a:pt x="4" y="18"/>
                    </a:lnTo>
                    <a:lnTo>
                      <a:pt x="4" y="22"/>
                    </a:lnTo>
                    <a:lnTo>
                      <a:pt x="4" y="22"/>
                    </a:lnTo>
                    <a:lnTo>
                      <a:pt x="4" y="22"/>
                    </a:lnTo>
                    <a:lnTo>
                      <a:pt x="4" y="22"/>
                    </a:lnTo>
                    <a:lnTo>
                      <a:pt x="4" y="22"/>
                    </a:lnTo>
                    <a:close/>
                    <a:moveTo>
                      <a:pt x="8" y="30"/>
                    </a:moveTo>
                    <a:lnTo>
                      <a:pt x="8" y="30"/>
                    </a:lnTo>
                    <a:lnTo>
                      <a:pt x="8" y="30"/>
                    </a:lnTo>
                    <a:lnTo>
                      <a:pt x="4" y="30"/>
                    </a:lnTo>
                    <a:lnTo>
                      <a:pt x="4" y="30"/>
                    </a:lnTo>
                    <a:lnTo>
                      <a:pt x="4" y="30"/>
                    </a:lnTo>
                    <a:lnTo>
                      <a:pt x="4" y="26"/>
                    </a:lnTo>
                    <a:lnTo>
                      <a:pt x="4" y="26"/>
                    </a:lnTo>
                    <a:lnTo>
                      <a:pt x="8" y="26"/>
                    </a:lnTo>
                    <a:lnTo>
                      <a:pt x="8" y="26"/>
                    </a:lnTo>
                    <a:lnTo>
                      <a:pt x="8" y="26"/>
                    </a:lnTo>
                    <a:lnTo>
                      <a:pt x="8" y="26"/>
                    </a:lnTo>
                    <a:lnTo>
                      <a:pt x="8" y="26"/>
                    </a:lnTo>
                    <a:lnTo>
                      <a:pt x="8" y="26"/>
                    </a:lnTo>
                    <a:lnTo>
                      <a:pt x="8" y="26"/>
                    </a:lnTo>
                    <a:lnTo>
                      <a:pt x="8" y="26"/>
                    </a:lnTo>
                    <a:lnTo>
                      <a:pt x="8" y="26"/>
                    </a:lnTo>
                    <a:lnTo>
                      <a:pt x="8" y="30"/>
                    </a:lnTo>
                    <a:lnTo>
                      <a:pt x="8" y="30"/>
                    </a:lnTo>
                    <a:lnTo>
                      <a:pt x="8" y="30"/>
                    </a:lnTo>
                    <a:lnTo>
                      <a:pt x="8" y="30"/>
                    </a:lnTo>
                    <a:lnTo>
                      <a:pt x="8" y="30"/>
                    </a:lnTo>
                    <a:lnTo>
                      <a:pt x="8"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6" name="Freeform 150"/>
              <p:cNvSpPr>
                <a:spLocks noEditPoints="1"/>
              </p:cNvSpPr>
              <p:nvPr/>
            </p:nvSpPr>
            <p:spPr bwMode="gray">
              <a:xfrm>
                <a:off x="5634800" y="4380548"/>
                <a:ext cx="194798" cy="278281"/>
              </a:xfrm>
              <a:custGeom>
                <a:avLst/>
                <a:gdLst>
                  <a:gd name="T0" fmla="*/ 0 w 112"/>
                  <a:gd name="T1" fmla="*/ 82 h 160"/>
                  <a:gd name="T2" fmla="*/ 0 w 112"/>
                  <a:gd name="T3" fmla="*/ 78 h 160"/>
                  <a:gd name="T4" fmla="*/ 4 w 112"/>
                  <a:gd name="T5" fmla="*/ 72 h 160"/>
                  <a:gd name="T6" fmla="*/ 8 w 112"/>
                  <a:gd name="T7" fmla="*/ 64 h 160"/>
                  <a:gd name="T8" fmla="*/ 12 w 112"/>
                  <a:gd name="T9" fmla="*/ 60 h 160"/>
                  <a:gd name="T10" fmla="*/ 12 w 112"/>
                  <a:gd name="T11" fmla="*/ 56 h 160"/>
                  <a:gd name="T12" fmla="*/ 12 w 112"/>
                  <a:gd name="T13" fmla="*/ 56 h 160"/>
                  <a:gd name="T14" fmla="*/ 16 w 112"/>
                  <a:gd name="T15" fmla="*/ 52 h 160"/>
                  <a:gd name="T16" fmla="*/ 12 w 112"/>
                  <a:gd name="T17" fmla="*/ 42 h 160"/>
                  <a:gd name="T18" fmla="*/ 12 w 112"/>
                  <a:gd name="T19" fmla="*/ 34 h 160"/>
                  <a:gd name="T20" fmla="*/ 8 w 112"/>
                  <a:gd name="T21" fmla="*/ 30 h 160"/>
                  <a:gd name="T22" fmla="*/ 8 w 112"/>
                  <a:gd name="T23" fmla="*/ 22 h 160"/>
                  <a:gd name="T24" fmla="*/ 4 w 112"/>
                  <a:gd name="T25" fmla="*/ 16 h 160"/>
                  <a:gd name="T26" fmla="*/ 0 w 112"/>
                  <a:gd name="T27" fmla="*/ 8 h 160"/>
                  <a:gd name="T28" fmla="*/ 8 w 112"/>
                  <a:gd name="T29" fmla="*/ 0 h 160"/>
                  <a:gd name="T30" fmla="*/ 16 w 112"/>
                  <a:gd name="T31" fmla="*/ 0 h 160"/>
                  <a:gd name="T32" fmla="*/ 22 w 112"/>
                  <a:gd name="T33" fmla="*/ 0 h 160"/>
                  <a:gd name="T34" fmla="*/ 26 w 112"/>
                  <a:gd name="T35" fmla="*/ 0 h 160"/>
                  <a:gd name="T36" fmla="*/ 38 w 112"/>
                  <a:gd name="T37" fmla="*/ 4 h 160"/>
                  <a:gd name="T38" fmla="*/ 46 w 112"/>
                  <a:gd name="T39" fmla="*/ 8 h 160"/>
                  <a:gd name="T40" fmla="*/ 60 w 112"/>
                  <a:gd name="T41" fmla="*/ 20 h 160"/>
                  <a:gd name="T42" fmla="*/ 72 w 112"/>
                  <a:gd name="T43" fmla="*/ 20 h 160"/>
                  <a:gd name="T44" fmla="*/ 74 w 112"/>
                  <a:gd name="T45" fmla="*/ 22 h 160"/>
                  <a:gd name="T46" fmla="*/ 78 w 112"/>
                  <a:gd name="T47" fmla="*/ 22 h 160"/>
                  <a:gd name="T48" fmla="*/ 82 w 112"/>
                  <a:gd name="T49" fmla="*/ 20 h 160"/>
                  <a:gd name="T50" fmla="*/ 94 w 112"/>
                  <a:gd name="T51" fmla="*/ 8 h 160"/>
                  <a:gd name="T52" fmla="*/ 100 w 112"/>
                  <a:gd name="T53" fmla="*/ 12 h 160"/>
                  <a:gd name="T54" fmla="*/ 104 w 112"/>
                  <a:gd name="T55" fmla="*/ 12 h 160"/>
                  <a:gd name="T56" fmla="*/ 112 w 112"/>
                  <a:gd name="T57" fmla="*/ 12 h 160"/>
                  <a:gd name="T58" fmla="*/ 112 w 112"/>
                  <a:gd name="T59" fmla="*/ 16 h 160"/>
                  <a:gd name="T60" fmla="*/ 100 w 112"/>
                  <a:gd name="T61" fmla="*/ 56 h 160"/>
                  <a:gd name="T62" fmla="*/ 108 w 112"/>
                  <a:gd name="T63" fmla="*/ 108 h 160"/>
                  <a:gd name="T64" fmla="*/ 104 w 112"/>
                  <a:gd name="T65" fmla="*/ 112 h 160"/>
                  <a:gd name="T66" fmla="*/ 98 w 112"/>
                  <a:gd name="T67" fmla="*/ 116 h 160"/>
                  <a:gd name="T68" fmla="*/ 98 w 112"/>
                  <a:gd name="T69" fmla="*/ 120 h 160"/>
                  <a:gd name="T70" fmla="*/ 98 w 112"/>
                  <a:gd name="T71" fmla="*/ 120 h 160"/>
                  <a:gd name="T72" fmla="*/ 94 w 112"/>
                  <a:gd name="T73" fmla="*/ 124 h 160"/>
                  <a:gd name="T74" fmla="*/ 90 w 112"/>
                  <a:gd name="T75" fmla="*/ 124 h 160"/>
                  <a:gd name="T76" fmla="*/ 86 w 112"/>
                  <a:gd name="T77" fmla="*/ 130 h 160"/>
                  <a:gd name="T78" fmla="*/ 86 w 112"/>
                  <a:gd name="T79" fmla="*/ 138 h 160"/>
                  <a:gd name="T80" fmla="*/ 82 w 112"/>
                  <a:gd name="T81" fmla="*/ 142 h 160"/>
                  <a:gd name="T82" fmla="*/ 82 w 112"/>
                  <a:gd name="T83" fmla="*/ 144 h 160"/>
                  <a:gd name="T84" fmla="*/ 74 w 112"/>
                  <a:gd name="T85" fmla="*/ 160 h 160"/>
                  <a:gd name="T86" fmla="*/ 68 w 112"/>
                  <a:gd name="T87" fmla="*/ 152 h 160"/>
                  <a:gd name="T88" fmla="*/ 52 w 112"/>
                  <a:gd name="T89" fmla="*/ 142 h 160"/>
                  <a:gd name="T90" fmla="*/ 52 w 112"/>
                  <a:gd name="T91" fmla="*/ 138 h 160"/>
                  <a:gd name="T92" fmla="*/ 52 w 112"/>
                  <a:gd name="T93" fmla="*/ 134 h 160"/>
                  <a:gd name="T94" fmla="*/ 46 w 112"/>
                  <a:gd name="T95" fmla="*/ 128 h 160"/>
                  <a:gd name="T96" fmla="*/ 30 w 112"/>
                  <a:gd name="T97" fmla="*/ 116 h 160"/>
                  <a:gd name="T98" fmla="*/ 8 w 112"/>
                  <a:gd name="T99" fmla="*/ 102 h 160"/>
                  <a:gd name="T100" fmla="*/ 0 w 112"/>
                  <a:gd name="T101" fmla="*/ 98 h 160"/>
                  <a:gd name="T102" fmla="*/ 100 w 112"/>
                  <a:gd name="T103" fmla="*/ 116 h 160"/>
                  <a:gd name="T104" fmla="*/ 100 w 112"/>
                  <a:gd name="T105" fmla="*/ 116 h 160"/>
                  <a:gd name="T106" fmla="*/ 100 w 112"/>
                  <a:gd name="T107" fmla="*/ 12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2" h="160">
                    <a:moveTo>
                      <a:pt x="0" y="98"/>
                    </a:moveTo>
                    <a:lnTo>
                      <a:pt x="0" y="98"/>
                    </a:lnTo>
                    <a:lnTo>
                      <a:pt x="0" y="90"/>
                    </a:lnTo>
                    <a:lnTo>
                      <a:pt x="0" y="86"/>
                    </a:lnTo>
                    <a:lnTo>
                      <a:pt x="0" y="82"/>
                    </a:lnTo>
                    <a:lnTo>
                      <a:pt x="0" y="82"/>
                    </a:lnTo>
                    <a:lnTo>
                      <a:pt x="0" y="82"/>
                    </a:lnTo>
                    <a:lnTo>
                      <a:pt x="0" y="78"/>
                    </a:lnTo>
                    <a:lnTo>
                      <a:pt x="0" y="78"/>
                    </a:lnTo>
                    <a:lnTo>
                      <a:pt x="0" y="78"/>
                    </a:lnTo>
                    <a:lnTo>
                      <a:pt x="0" y="78"/>
                    </a:lnTo>
                    <a:lnTo>
                      <a:pt x="0" y="78"/>
                    </a:lnTo>
                    <a:lnTo>
                      <a:pt x="0" y="76"/>
                    </a:lnTo>
                    <a:lnTo>
                      <a:pt x="0" y="76"/>
                    </a:lnTo>
                    <a:lnTo>
                      <a:pt x="4" y="72"/>
                    </a:lnTo>
                    <a:lnTo>
                      <a:pt x="4" y="72"/>
                    </a:lnTo>
                    <a:lnTo>
                      <a:pt x="4" y="72"/>
                    </a:lnTo>
                    <a:lnTo>
                      <a:pt x="4" y="72"/>
                    </a:lnTo>
                    <a:lnTo>
                      <a:pt x="8" y="68"/>
                    </a:lnTo>
                    <a:lnTo>
                      <a:pt x="8" y="68"/>
                    </a:lnTo>
                    <a:lnTo>
                      <a:pt x="8" y="64"/>
                    </a:lnTo>
                    <a:lnTo>
                      <a:pt x="8" y="64"/>
                    </a:lnTo>
                    <a:lnTo>
                      <a:pt x="8" y="64"/>
                    </a:lnTo>
                    <a:lnTo>
                      <a:pt x="8" y="64"/>
                    </a:lnTo>
                    <a:lnTo>
                      <a:pt x="8" y="64"/>
                    </a:lnTo>
                    <a:lnTo>
                      <a:pt x="8" y="60"/>
                    </a:lnTo>
                    <a:lnTo>
                      <a:pt x="8" y="60"/>
                    </a:lnTo>
                    <a:lnTo>
                      <a:pt x="8" y="60"/>
                    </a:lnTo>
                    <a:lnTo>
                      <a:pt x="12" y="60"/>
                    </a:lnTo>
                    <a:lnTo>
                      <a:pt x="12" y="60"/>
                    </a:lnTo>
                    <a:lnTo>
                      <a:pt x="12" y="60"/>
                    </a:lnTo>
                    <a:lnTo>
                      <a:pt x="12" y="60"/>
                    </a:lnTo>
                    <a:lnTo>
                      <a:pt x="12" y="60"/>
                    </a:lnTo>
                    <a:lnTo>
                      <a:pt x="12" y="60"/>
                    </a:lnTo>
                    <a:lnTo>
                      <a:pt x="12" y="60"/>
                    </a:lnTo>
                    <a:lnTo>
                      <a:pt x="12" y="56"/>
                    </a:lnTo>
                    <a:lnTo>
                      <a:pt x="12" y="56"/>
                    </a:lnTo>
                    <a:lnTo>
                      <a:pt x="12" y="56"/>
                    </a:lnTo>
                    <a:lnTo>
                      <a:pt x="12" y="56"/>
                    </a:lnTo>
                    <a:lnTo>
                      <a:pt x="12" y="56"/>
                    </a:lnTo>
                    <a:lnTo>
                      <a:pt x="12" y="56"/>
                    </a:lnTo>
                    <a:lnTo>
                      <a:pt x="12" y="56"/>
                    </a:lnTo>
                    <a:lnTo>
                      <a:pt x="12" y="52"/>
                    </a:lnTo>
                    <a:lnTo>
                      <a:pt x="12" y="52"/>
                    </a:lnTo>
                    <a:lnTo>
                      <a:pt x="16" y="52"/>
                    </a:lnTo>
                    <a:lnTo>
                      <a:pt x="16" y="52"/>
                    </a:lnTo>
                    <a:lnTo>
                      <a:pt x="16" y="52"/>
                    </a:lnTo>
                    <a:lnTo>
                      <a:pt x="16" y="52"/>
                    </a:lnTo>
                    <a:lnTo>
                      <a:pt x="16" y="48"/>
                    </a:lnTo>
                    <a:lnTo>
                      <a:pt x="16" y="46"/>
                    </a:lnTo>
                    <a:lnTo>
                      <a:pt x="16" y="42"/>
                    </a:lnTo>
                    <a:lnTo>
                      <a:pt x="16" y="42"/>
                    </a:lnTo>
                    <a:lnTo>
                      <a:pt x="12" y="42"/>
                    </a:lnTo>
                    <a:lnTo>
                      <a:pt x="12" y="42"/>
                    </a:lnTo>
                    <a:lnTo>
                      <a:pt x="12" y="38"/>
                    </a:lnTo>
                    <a:lnTo>
                      <a:pt x="12" y="38"/>
                    </a:lnTo>
                    <a:lnTo>
                      <a:pt x="12" y="38"/>
                    </a:lnTo>
                    <a:lnTo>
                      <a:pt x="12" y="34"/>
                    </a:lnTo>
                    <a:lnTo>
                      <a:pt x="12" y="34"/>
                    </a:lnTo>
                    <a:lnTo>
                      <a:pt x="12" y="34"/>
                    </a:lnTo>
                    <a:lnTo>
                      <a:pt x="12" y="30"/>
                    </a:lnTo>
                    <a:lnTo>
                      <a:pt x="12" y="30"/>
                    </a:lnTo>
                    <a:lnTo>
                      <a:pt x="12" y="30"/>
                    </a:lnTo>
                    <a:lnTo>
                      <a:pt x="12" y="30"/>
                    </a:lnTo>
                    <a:lnTo>
                      <a:pt x="8" y="30"/>
                    </a:lnTo>
                    <a:lnTo>
                      <a:pt x="8" y="30"/>
                    </a:lnTo>
                    <a:lnTo>
                      <a:pt x="8" y="26"/>
                    </a:lnTo>
                    <a:lnTo>
                      <a:pt x="8" y="26"/>
                    </a:lnTo>
                    <a:lnTo>
                      <a:pt x="8" y="26"/>
                    </a:lnTo>
                    <a:lnTo>
                      <a:pt x="8" y="26"/>
                    </a:lnTo>
                    <a:lnTo>
                      <a:pt x="8" y="26"/>
                    </a:lnTo>
                    <a:lnTo>
                      <a:pt x="8" y="22"/>
                    </a:lnTo>
                    <a:lnTo>
                      <a:pt x="8" y="22"/>
                    </a:lnTo>
                    <a:lnTo>
                      <a:pt x="8" y="20"/>
                    </a:lnTo>
                    <a:lnTo>
                      <a:pt x="8" y="20"/>
                    </a:lnTo>
                    <a:lnTo>
                      <a:pt x="8" y="20"/>
                    </a:lnTo>
                    <a:lnTo>
                      <a:pt x="8" y="20"/>
                    </a:lnTo>
                    <a:lnTo>
                      <a:pt x="4" y="16"/>
                    </a:lnTo>
                    <a:lnTo>
                      <a:pt x="4" y="16"/>
                    </a:lnTo>
                    <a:lnTo>
                      <a:pt x="4" y="16"/>
                    </a:lnTo>
                    <a:lnTo>
                      <a:pt x="4" y="16"/>
                    </a:lnTo>
                    <a:lnTo>
                      <a:pt x="4" y="12"/>
                    </a:lnTo>
                    <a:lnTo>
                      <a:pt x="0" y="12"/>
                    </a:lnTo>
                    <a:lnTo>
                      <a:pt x="0" y="8"/>
                    </a:lnTo>
                    <a:lnTo>
                      <a:pt x="0" y="8"/>
                    </a:lnTo>
                    <a:lnTo>
                      <a:pt x="0" y="8"/>
                    </a:lnTo>
                    <a:lnTo>
                      <a:pt x="0" y="8"/>
                    </a:lnTo>
                    <a:lnTo>
                      <a:pt x="0" y="8"/>
                    </a:lnTo>
                    <a:lnTo>
                      <a:pt x="4" y="0"/>
                    </a:lnTo>
                    <a:lnTo>
                      <a:pt x="8" y="0"/>
                    </a:lnTo>
                    <a:lnTo>
                      <a:pt x="8" y="0"/>
                    </a:lnTo>
                    <a:lnTo>
                      <a:pt x="8" y="0"/>
                    </a:lnTo>
                    <a:lnTo>
                      <a:pt x="12" y="0"/>
                    </a:lnTo>
                    <a:lnTo>
                      <a:pt x="12" y="0"/>
                    </a:lnTo>
                    <a:lnTo>
                      <a:pt x="12" y="0"/>
                    </a:lnTo>
                    <a:lnTo>
                      <a:pt x="16" y="0"/>
                    </a:lnTo>
                    <a:lnTo>
                      <a:pt x="16" y="0"/>
                    </a:lnTo>
                    <a:lnTo>
                      <a:pt x="22" y="0"/>
                    </a:lnTo>
                    <a:lnTo>
                      <a:pt x="22" y="0"/>
                    </a:lnTo>
                    <a:lnTo>
                      <a:pt x="22" y="0"/>
                    </a:lnTo>
                    <a:lnTo>
                      <a:pt x="22" y="0"/>
                    </a:lnTo>
                    <a:lnTo>
                      <a:pt x="22" y="0"/>
                    </a:lnTo>
                    <a:lnTo>
                      <a:pt x="22" y="0"/>
                    </a:lnTo>
                    <a:lnTo>
                      <a:pt x="22" y="0"/>
                    </a:lnTo>
                    <a:lnTo>
                      <a:pt x="22" y="0"/>
                    </a:lnTo>
                    <a:lnTo>
                      <a:pt x="26" y="0"/>
                    </a:lnTo>
                    <a:lnTo>
                      <a:pt x="26" y="0"/>
                    </a:lnTo>
                    <a:lnTo>
                      <a:pt x="26" y="0"/>
                    </a:lnTo>
                    <a:lnTo>
                      <a:pt x="26" y="4"/>
                    </a:lnTo>
                    <a:lnTo>
                      <a:pt x="30" y="4"/>
                    </a:lnTo>
                    <a:lnTo>
                      <a:pt x="30" y="4"/>
                    </a:lnTo>
                    <a:lnTo>
                      <a:pt x="34" y="4"/>
                    </a:lnTo>
                    <a:lnTo>
                      <a:pt x="34" y="4"/>
                    </a:lnTo>
                    <a:lnTo>
                      <a:pt x="38" y="4"/>
                    </a:lnTo>
                    <a:lnTo>
                      <a:pt x="38" y="4"/>
                    </a:lnTo>
                    <a:lnTo>
                      <a:pt x="38" y="4"/>
                    </a:lnTo>
                    <a:lnTo>
                      <a:pt x="42" y="4"/>
                    </a:lnTo>
                    <a:lnTo>
                      <a:pt x="46" y="4"/>
                    </a:lnTo>
                    <a:lnTo>
                      <a:pt x="46" y="8"/>
                    </a:lnTo>
                    <a:lnTo>
                      <a:pt x="46" y="8"/>
                    </a:lnTo>
                    <a:lnTo>
                      <a:pt x="46" y="8"/>
                    </a:lnTo>
                    <a:lnTo>
                      <a:pt x="56" y="16"/>
                    </a:lnTo>
                    <a:lnTo>
                      <a:pt x="56" y="20"/>
                    </a:lnTo>
                    <a:lnTo>
                      <a:pt x="56" y="20"/>
                    </a:lnTo>
                    <a:lnTo>
                      <a:pt x="60" y="20"/>
                    </a:lnTo>
                    <a:lnTo>
                      <a:pt x="60" y="20"/>
                    </a:lnTo>
                    <a:lnTo>
                      <a:pt x="64" y="20"/>
                    </a:lnTo>
                    <a:lnTo>
                      <a:pt x="64" y="20"/>
                    </a:lnTo>
                    <a:lnTo>
                      <a:pt x="68" y="20"/>
                    </a:lnTo>
                    <a:lnTo>
                      <a:pt x="68" y="20"/>
                    </a:lnTo>
                    <a:lnTo>
                      <a:pt x="68" y="20"/>
                    </a:lnTo>
                    <a:lnTo>
                      <a:pt x="72" y="20"/>
                    </a:lnTo>
                    <a:lnTo>
                      <a:pt x="72" y="20"/>
                    </a:lnTo>
                    <a:lnTo>
                      <a:pt x="72" y="20"/>
                    </a:lnTo>
                    <a:lnTo>
                      <a:pt x="72" y="20"/>
                    </a:lnTo>
                    <a:lnTo>
                      <a:pt x="72" y="20"/>
                    </a:lnTo>
                    <a:lnTo>
                      <a:pt x="74" y="22"/>
                    </a:lnTo>
                    <a:lnTo>
                      <a:pt x="74" y="22"/>
                    </a:lnTo>
                    <a:lnTo>
                      <a:pt x="74" y="22"/>
                    </a:lnTo>
                    <a:lnTo>
                      <a:pt x="74" y="22"/>
                    </a:lnTo>
                    <a:lnTo>
                      <a:pt x="74" y="20"/>
                    </a:lnTo>
                    <a:lnTo>
                      <a:pt x="74" y="22"/>
                    </a:lnTo>
                    <a:lnTo>
                      <a:pt x="78" y="22"/>
                    </a:lnTo>
                    <a:lnTo>
                      <a:pt x="78" y="22"/>
                    </a:lnTo>
                    <a:lnTo>
                      <a:pt x="78" y="22"/>
                    </a:lnTo>
                    <a:lnTo>
                      <a:pt x="78" y="22"/>
                    </a:lnTo>
                    <a:lnTo>
                      <a:pt x="78" y="22"/>
                    </a:lnTo>
                    <a:lnTo>
                      <a:pt x="78" y="22"/>
                    </a:lnTo>
                    <a:lnTo>
                      <a:pt x="78" y="20"/>
                    </a:lnTo>
                    <a:lnTo>
                      <a:pt x="82" y="20"/>
                    </a:lnTo>
                    <a:lnTo>
                      <a:pt x="82" y="16"/>
                    </a:lnTo>
                    <a:lnTo>
                      <a:pt x="86" y="12"/>
                    </a:lnTo>
                    <a:lnTo>
                      <a:pt x="86" y="12"/>
                    </a:lnTo>
                    <a:lnTo>
                      <a:pt x="90" y="12"/>
                    </a:lnTo>
                    <a:lnTo>
                      <a:pt x="90" y="12"/>
                    </a:lnTo>
                    <a:lnTo>
                      <a:pt x="94" y="8"/>
                    </a:lnTo>
                    <a:lnTo>
                      <a:pt x="98" y="8"/>
                    </a:lnTo>
                    <a:lnTo>
                      <a:pt x="98" y="8"/>
                    </a:lnTo>
                    <a:lnTo>
                      <a:pt x="98" y="8"/>
                    </a:lnTo>
                    <a:lnTo>
                      <a:pt x="100" y="12"/>
                    </a:lnTo>
                    <a:lnTo>
                      <a:pt x="100" y="12"/>
                    </a:lnTo>
                    <a:lnTo>
                      <a:pt x="100" y="12"/>
                    </a:lnTo>
                    <a:lnTo>
                      <a:pt x="100" y="12"/>
                    </a:lnTo>
                    <a:lnTo>
                      <a:pt x="100" y="12"/>
                    </a:lnTo>
                    <a:lnTo>
                      <a:pt x="100" y="12"/>
                    </a:lnTo>
                    <a:lnTo>
                      <a:pt x="100" y="12"/>
                    </a:lnTo>
                    <a:lnTo>
                      <a:pt x="100" y="12"/>
                    </a:lnTo>
                    <a:lnTo>
                      <a:pt x="104" y="12"/>
                    </a:lnTo>
                    <a:lnTo>
                      <a:pt x="104" y="12"/>
                    </a:lnTo>
                    <a:lnTo>
                      <a:pt x="104" y="12"/>
                    </a:lnTo>
                    <a:lnTo>
                      <a:pt x="108" y="12"/>
                    </a:lnTo>
                    <a:lnTo>
                      <a:pt x="108" y="12"/>
                    </a:lnTo>
                    <a:lnTo>
                      <a:pt x="108" y="12"/>
                    </a:lnTo>
                    <a:lnTo>
                      <a:pt x="112" y="12"/>
                    </a:lnTo>
                    <a:lnTo>
                      <a:pt x="112" y="12"/>
                    </a:lnTo>
                    <a:lnTo>
                      <a:pt x="112" y="12"/>
                    </a:lnTo>
                    <a:lnTo>
                      <a:pt x="112" y="12"/>
                    </a:lnTo>
                    <a:lnTo>
                      <a:pt x="112" y="12"/>
                    </a:lnTo>
                    <a:lnTo>
                      <a:pt x="112" y="12"/>
                    </a:lnTo>
                    <a:lnTo>
                      <a:pt x="112" y="16"/>
                    </a:lnTo>
                    <a:lnTo>
                      <a:pt x="104" y="26"/>
                    </a:lnTo>
                    <a:lnTo>
                      <a:pt x="104" y="26"/>
                    </a:lnTo>
                    <a:lnTo>
                      <a:pt x="100" y="34"/>
                    </a:lnTo>
                    <a:lnTo>
                      <a:pt x="100" y="34"/>
                    </a:lnTo>
                    <a:lnTo>
                      <a:pt x="100" y="42"/>
                    </a:lnTo>
                    <a:lnTo>
                      <a:pt x="100" y="56"/>
                    </a:lnTo>
                    <a:lnTo>
                      <a:pt x="100" y="78"/>
                    </a:lnTo>
                    <a:lnTo>
                      <a:pt x="100" y="94"/>
                    </a:lnTo>
                    <a:lnTo>
                      <a:pt x="100" y="98"/>
                    </a:lnTo>
                    <a:lnTo>
                      <a:pt x="104" y="104"/>
                    </a:lnTo>
                    <a:lnTo>
                      <a:pt x="108" y="108"/>
                    </a:lnTo>
                    <a:lnTo>
                      <a:pt x="108" y="108"/>
                    </a:lnTo>
                    <a:lnTo>
                      <a:pt x="108" y="108"/>
                    </a:lnTo>
                    <a:lnTo>
                      <a:pt x="104" y="112"/>
                    </a:lnTo>
                    <a:lnTo>
                      <a:pt x="104" y="112"/>
                    </a:lnTo>
                    <a:lnTo>
                      <a:pt x="104" y="112"/>
                    </a:lnTo>
                    <a:lnTo>
                      <a:pt x="104" y="112"/>
                    </a:lnTo>
                    <a:lnTo>
                      <a:pt x="104" y="112"/>
                    </a:lnTo>
                    <a:lnTo>
                      <a:pt x="104" y="112"/>
                    </a:lnTo>
                    <a:lnTo>
                      <a:pt x="104" y="116"/>
                    </a:lnTo>
                    <a:lnTo>
                      <a:pt x="100" y="116"/>
                    </a:lnTo>
                    <a:lnTo>
                      <a:pt x="100" y="116"/>
                    </a:lnTo>
                    <a:lnTo>
                      <a:pt x="100" y="116"/>
                    </a:lnTo>
                    <a:lnTo>
                      <a:pt x="98" y="116"/>
                    </a:lnTo>
                    <a:lnTo>
                      <a:pt x="98" y="116"/>
                    </a:lnTo>
                    <a:lnTo>
                      <a:pt x="98" y="120"/>
                    </a:lnTo>
                    <a:lnTo>
                      <a:pt x="98" y="120"/>
                    </a:lnTo>
                    <a:lnTo>
                      <a:pt x="100" y="120"/>
                    </a:lnTo>
                    <a:lnTo>
                      <a:pt x="98" y="120"/>
                    </a:lnTo>
                    <a:lnTo>
                      <a:pt x="98" y="120"/>
                    </a:lnTo>
                    <a:lnTo>
                      <a:pt x="98" y="120"/>
                    </a:lnTo>
                    <a:lnTo>
                      <a:pt x="98" y="120"/>
                    </a:lnTo>
                    <a:lnTo>
                      <a:pt x="98" y="120"/>
                    </a:lnTo>
                    <a:lnTo>
                      <a:pt x="98" y="120"/>
                    </a:lnTo>
                    <a:lnTo>
                      <a:pt x="98" y="120"/>
                    </a:lnTo>
                    <a:lnTo>
                      <a:pt x="98" y="120"/>
                    </a:lnTo>
                    <a:lnTo>
                      <a:pt x="98" y="120"/>
                    </a:lnTo>
                    <a:lnTo>
                      <a:pt x="98" y="120"/>
                    </a:lnTo>
                    <a:lnTo>
                      <a:pt x="98" y="120"/>
                    </a:lnTo>
                    <a:lnTo>
                      <a:pt x="94" y="124"/>
                    </a:lnTo>
                    <a:lnTo>
                      <a:pt x="94" y="124"/>
                    </a:lnTo>
                    <a:lnTo>
                      <a:pt x="94" y="124"/>
                    </a:lnTo>
                    <a:lnTo>
                      <a:pt x="94" y="124"/>
                    </a:lnTo>
                    <a:lnTo>
                      <a:pt x="94" y="124"/>
                    </a:lnTo>
                    <a:lnTo>
                      <a:pt x="90" y="124"/>
                    </a:lnTo>
                    <a:lnTo>
                      <a:pt x="90" y="124"/>
                    </a:lnTo>
                    <a:lnTo>
                      <a:pt x="90" y="124"/>
                    </a:lnTo>
                    <a:lnTo>
                      <a:pt x="90" y="124"/>
                    </a:lnTo>
                    <a:lnTo>
                      <a:pt x="90" y="128"/>
                    </a:lnTo>
                    <a:lnTo>
                      <a:pt x="90" y="128"/>
                    </a:lnTo>
                    <a:lnTo>
                      <a:pt x="90" y="128"/>
                    </a:lnTo>
                    <a:lnTo>
                      <a:pt x="86" y="128"/>
                    </a:lnTo>
                    <a:lnTo>
                      <a:pt x="86" y="130"/>
                    </a:lnTo>
                    <a:lnTo>
                      <a:pt x="86" y="130"/>
                    </a:lnTo>
                    <a:lnTo>
                      <a:pt x="86" y="130"/>
                    </a:lnTo>
                    <a:lnTo>
                      <a:pt x="86" y="134"/>
                    </a:lnTo>
                    <a:lnTo>
                      <a:pt x="86" y="134"/>
                    </a:lnTo>
                    <a:lnTo>
                      <a:pt x="86" y="134"/>
                    </a:lnTo>
                    <a:lnTo>
                      <a:pt x="86" y="134"/>
                    </a:lnTo>
                    <a:lnTo>
                      <a:pt x="86" y="138"/>
                    </a:lnTo>
                    <a:lnTo>
                      <a:pt x="86" y="138"/>
                    </a:lnTo>
                    <a:lnTo>
                      <a:pt x="86" y="138"/>
                    </a:lnTo>
                    <a:lnTo>
                      <a:pt x="86" y="138"/>
                    </a:lnTo>
                    <a:lnTo>
                      <a:pt x="86" y="138"/>
                    </a:lnTo>
                    <a:lnTo>
                      <a:pt x="82" y="142"/>
                    </a:lnTo>
                    <a:lnTo>
                      <a:pt x="82" y="142"/>
                    </a:lnTo>
                    <a:lnTo>
                      <a:pt x="82" y="142"/>
                    </a:lnTo>
                    <a:lnTo>
                      <a:pt x="82" y="142"/>
                    </a:lnTo>
                    <a:lnTo>
                      <a:pt x="82" y="144"/>
                    </a:lnTo>
                    <a:lnTo>
                      <a:pt x="82" y="144"/>
                    </a:lnTo>
                    <a:lnTo>
                      <a:pt x="82" y="144"/>
                    </a:lnTo>
                    <a:lnTo>
                      <a:pt x="82" y="144"/>
                    </a:lnTo>
                    <a:lnTo>
                      <a:pt x="82" y="148"/>
                    </a:lnTo>
                    <a:lnTo>
                      <a:pt x="82" y="148"/>
                    </a:lnTo>
                    <a:lnTo>
                      <a:pt x="82" y="148"/>
                    </a:lnTo>
                    <a:lnTo>
                      <a:pt x="78" y="156"/>
                    </a:lnTo>
                    <a:lnTo>
                      <a:pt x="78" y="160"/>
                    </a:lnTo>
                    <a:lnTo>
                      <a:pt x="74" y="160"/>
                    </a:lnTo>
                    <a:lnTo>
                      <a:pt x="74" y="160"/>
                    </a:lnTo>
                    <a:lnTo>
                      <a:pt x="74" y="160"/>
                    </a:lnTo>
                    <a:lnTo>
                      <a:pt x="74" y="160"/>
                    </a:lnTo>
                    <a:lnTo>
                      <a:pt x="74" y="160"/>
                    </a:lnTo>
                    <a:lnTo>
                      <a:pt x="72" y="156"/>
                    </a:lnTo>
                    <a:lnTo>
                      <a:pt x="68" y="152"/>
                    </a:lnTo>
                    <a:lnTo>
                      <a:pt x="68" y="152"/>
                    </a:lnTo>
                    <a:lnTo>
                      <a:pt x="64" y="152"/>
                    </a:lnTo>
                    <a:lnTo>
                      <a:pt x="64" y="148"/>
                    </a:lnTo>
                    <a:lnTo>
                      <a:pt x="56" y="142"/>
                    </a:lnTo>
                    <a:lnTo>
                      <a:pt x="52" y="142"/>
                    </a:lnTo>
                    <a:lnTo>
                      <a:pt x="52" y="142"/>
                    </a:lnTo>
                    <a:lnTo>
                      <a:pt x="52" y="142"/>
                    </a:lnTo>
                    <a:lnTo>
                      <a:pt x="52" y="142"/>
                    </a:lnTo>
                    <a:lnTo>
                      <a:pt x="52" y="142"/>
                    </a:lnTo>
                    <a:lnTo>
                      <a:pt x="52" y="142"/>
                    </a:lnTo>
                    <a:lnTo>
                      <a:pt x="52" y="142"/>
                    </a:lnTo>
                    <a:lnTo>
                      <a:pt x="52" y="138"/>
                    </a:lnTo>
                    <a:lnTo>
                      <a:pt x="52" y="138"/>
                    </a:lnTo>
                    <a:lnTo>
                      <a:pt x="52" y="138"/>
                    </a:lnTo>
                    <a:lnTo>
                      <a:pt x="52" y="138"/>
                    </a:lnTo>
                    <a:lnTo>
                      <a:pt x="52" y="138"/>
                    </a:lnTo>
                    <a:lnTo>
                      <a:pt x="52" y="134"/>
                    </a:lnTo>
                    <a:lnTo>
                      <a:pt x="52" y="134"/>
                    </a:lnTo>
                    <a:lnTo>
                      <a:pt x="52" y="130"/>
                    </a:lnTo>
                    <a:lnTo>
                      <a:pt x="52" y="130"/>
                    </a:lnTo>
                    <a:lnTo>
                      <a:pt x="48" y="130"/>
                    </a:lnTo>
                    <a:lnTo>
                      <a:pt x="48" y="130"/>
                    </a:lnTo>
                    <a:lnTo>
                      <a:pt x="48" y="130"/>
                    </a:lnTo>
                    <a:lnTo>
                      <a:pt x="46" y="128"/>
                    </a:lnTo>
                    <a:lnTo>
                      <a:pt x="46" y="128"/>
                    </a:lnTo>
                    <a:lnTo>
                      <a:pt x="46" y="128"/>
                    </a:lnTo>
                    <a:lnTo>
                      <a:pt x="38" y="124"/>
                    </a:lnTo>
                    <a:lnTo>
                      <a:pt x="34" y="120"/>
                    </a:lnTo>
                    <a:lnTo>
                      <a:pt x="30" y="120"/>
                    </a:lnTo>
                    <a:lnTo>
                      <a:pt x="30" y="116"/>
                    </a:lnTo>
                    <a:lnTo>
                      <a:pt x="26" y="116"/>
                    </a:lnTo>
                    <a:lnTo>
                      <a:pt x="22" y="112"/>
                    </a:lnTo>
                    <a:lnTo>
                      <a:pt x="20" y="108"/>
                    </a:lnTo>
                    <a:lnTo>
                      <a:pt x="12" y="104"/>
                    </a:lnTo>
                    <a:lnTo>
                      <a:pt x="8" y="102"/>
                    </a:lnTo>
                    <a:lnTo>
                      <a:pt x="8" y="102"/>
                    </a:lnTo>
                    <a:lnTo>
                      <a:pt x="0" y="98"/>
                    </a:lnTo>
                    <a:lnTo>
                      <a:pt x="0" y="98"/>
                    </a:lnTo>
                    <a:lnTo>
                      <a:pt x="0" y="98"/>
                    </a:lnTo>
                    <a:lnTo>
                      <a:pt x="0" y="98"/>
                    </a:lnTo>
                    <a:lnTo>
                      <a:pt x="0" y="98"/>
                    </a:lnTo>
                    <a:lnTo>
                      <a:pt x="0" y="98"/>
                    </a:lnTo>
                    <a:close/>
                    <a:moveTo>
                      <a:pt x="100" y="120"/>
                    </a:moveTo>
                    <a:lnTo>
                      <a:pt x="100" y="120"/>
                    </a:lnTo>
                    <a:lnTo>
                      <a:pt x="98" y="116"/>
                    </a:lnTo>
                    <a:lnTo>
                      <a:pt x="98"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20"/>
                    </a:lnTo>
                    <a:lnTo>
                      <a:pt x="100" y="120"/>
                    </a:lnTo>
                    <a:lnTo>
                      <a:pt x="10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7" name="Freeform 151"/>
              <p:cNvSpPr>
                <a:spLocks/>
              </p:cNvSpPr>
              <p:nvPr/>
            </p:nvSpPr>
            <p:spPr bwMode="gray">
              <a:xfrm>
                <a:off x="5467831" y="5385837"/>
                <a:ext cx="55656" cy="62613"/>
              </a:xfrm>
              <a:custGeom>
                <a:avLst/>
                <a:gdLst>
                  <a:gd name="T0" fmla="*/ 24 w 32"/>
                  <a:gd name="T1" fmla="*/ 26 h 36"/>
                  <a:gd name="T2" fmla="*/ 22 w 32"/>
                  <a:gd name="T3" fmla="*/ 30 h 36"/>
                  <a:gd name="T4" fmla="*/ 22 w 32"/>
                  <a:gd name="T5" fmla="*/ 30 h 36"/>
                  <a:gd name="T6" fmla="*/ 18 w 32"/>
                  <a:gd name="T7" fmla="*/ 30 h 36"/>
                  <a:gd name="T8" fmla="*/ 18 w 32"/>
                  <a:gd name="T9" fmla="*/ 30 h 36"/>
                  <a:gd name="T10" fmla="*/ 14 w 32"/>
                  <a:gd name="T11" fmla="*/ 34 h 36"/>
                  <a:gd name="T12" fmla="*/ 14 w 32"/>
                  <a:gd name="T13" fmla="*/ 36 h 36"/>
                  <a:gd name="T14" fmla="*/ 10 w 32"/>
                  <a:gd name="T15" fmla="*/ 36 h 36"/>
                  <a:gd name="T16" fmla="*/ 10 w 32"/>
                  <a:gd name="T17" fmla="*/ 36 h 36"/>
                  <a:gd name="T18" fmla="*/ 8 w 32"/>
                  <a:gd name="T19" fmla="*/ 36 h 36"/>
                  <a:gd name="T20" fmla="*/ 8 w 32"/>
                  <a:gd name="T21" fmla="*/ 34 h 36"/>
                  <a:gd name="T22" fmla="*/ 4 w 32"/>
                  <a:gd name="T23" fmla="*/ 34 h 36"/>
                  <a:gd name="T24" fmla="*/ 4 w 32"/>
                  <a:gd name="T25" fmla="*/ 30 h 36"/>
                  <a:gd name="T26" fmla="*/ 0 w 32"/>
                  <a:gd name="T27" fmla="*/ 26 h 36"/>
                  <a:gd name="T28" fmla="*/ 0 w 32"/>
                  <a:gd name="T29" fmla="*/ 26 h 36"/>
                  <a:gd name="T30" fmla="*/ 0 w 32"/>
                  <a:gd name="T31" fmla="*/ 22 h 36"/>
                  <a:gd name="T32" fmla="*/ 0 w 32"/>
                  <a:gd name="T33" fmla="*/ 22 h 36"/>
                  <a:gd name="T34" fmla="*/ 0 w 32"/>
                  <a:gd name="T35" fmla="*/ 18 h 36"/>
                  <a:gd name="T36" fmla="*/ 0 w 32"/>
                  <a:gd name="T37" fmla="*/ 18 h 36"/>
                  <a:gd name="T38" fmla="*/ 4 w 32"/>
                  <a:gd name="T39" fmla="*/ 18 h 36"/>
                  <a:gd name="T40" fmla="*/ 4 w 32"/>
                  <a:gd name="T41" fmla="*/ 14 h 36"/>
                  <a:gd name="T42" fmla="*/ 4 w 32"/>
                  <a:gd name="T43" fmla="*/ 14 h 36"/>
                  <a:gd name="T44" fmla="*/ 8 w 32"/>
                  <a:gd name="T45" fmla="*/ 10 h 36"/>
                  <a:gd name="T46" fmla="*/ 8 w 32"/>
                  <a:gd name="T47" fmla="*/ 10 h 36"/>
                  <a:gd name="T48" fmla="*/ 8 w 32"/>
                  <a:gd name="T49" fmla="*/ 6 h 36"/>
                  <a:gd name="T50" fmla="*/ 10 w 32"/>
                  <a:gd name="T51" fmla="*/ 6 h 36"/>
                  <a:gd name="T52" fmla="*/ 14 w 32"/>
                  <a:gd name="T53" fmla="*/ 4 h 36"/>
                  <a:gd name="T54" fmla="*/ 14 w 32"/>
                  <a:gd name="T55" fmla="*/ 4 h 36"/>
                  <a:gd name="T56" fmla="*/ 18 w 32"/>
                  <a:gd name="T57" fmla="*/ 4 h 36"/>
                  <a:gd name="T58" fmla="*/ 18 w 32"/>
                  <a:gd name="T59" fmla="*/ 0 h 36"/>
                  <a:gd name="T60" fmla="*/ 18 w 32"/>
                  <a:gd name="T61" fmla="*/ 0 h 36"/>
                  <a:gd name="T62" fmla="*/ 18 w 32"/>
                  <a:gd name="T63" fmla="*/ 0 h 36"/>
                  <a:gd name="T64" fmla="*/ 22 w 32"/>
                  <a:gd name="T65" fmla="*/ 0 h 36"/>
                  <a:gd name="T66" fmla="*/ 22 w 32"/>
                  <a:gd name="T67" fmla="*/ 4 h 36"/>
                  <a:gd name="T68" fmla="*/ 24 w 32"/>
                  <a:gd name="T69" fmla="*/ 4 h 36"/>
                  <a:gd name="T70" fmla="*/ 24 w 32"/>
                  <a:gd name="T71" fmla="*/ 4 h 36"/>
                  <a:gd name="T72" fmla="*/ 24 w 32"/>
                  <a:gd name="T73" fmla="*/ 6 h 36"/>
                  <a:gd name="T74" fmla="*/ 28 w 32"/>
                  <a:gd name="T75" fmla="*/ 6 h 36"/>
                  <a:gd name="T76" fmla="*/ 28 w 32"/>
                  <a:gd name="T77" fmla="*/ 10 h 36"/>
                  <a:gd name="T78" fmla="*/ 32 w 32"/>
                  <a:gd name="T79" fmla="*/ 14 h 36"/>
                  <a:gd name="T80" fmla="*/ 32 w 32"/>
                  <a:gd name="T81" fmla="*/ 14 h 36"/>
                  <a:gd name="T82" fmla="*/ 28 w 32"/>
                  <a:gd name="T83" fmla="*/ 14 h 36"/>
                  <a:gd name="T84" fmla="*/ 28 w 32"/>
                  <a:gd name="T85" fmla="*/ 18 h 36"/>
                  <a:gd name="T86" fmla="*/ 28 w 32"/>
                  <a:gd name="T87" fmla="*/ 18 h 36"/>
                  <a:gd name="T88" fmla="*/ 28 w 32"/>
                  <a:gd name="T89" fmla="*/ 18 h 36"/>
                  <a:gd name="T90" fmla="*/ 28 w 32"/>
                  <a:gd name="T91" fmla="*/ 22 h 36"/>
                  <a:gd name="T92" fmla="*/ 28 w 32"/>
                  <a:gd name="T93" fmla="*/ 22 h 36"/>
                  <a:gd name="T94" fmla="*/ 28 w 32"/>
                  <a:gd name="T95" fmla="*/ 22 h 36"/>
                  <a:gd name="T96" fmla="*/ 28 w 32"/>
                  <a:gd name="T97" fmla="*/ 22 h 36"/>
                  <a:gd name="T98" fmla="*/ 24 w 32"/>
                  <a:gd name="T99" fmla="*/ 26 h 36"/>
                  <a:gd name="T100" fmla="*/ 24 w 32"/>
                  <a:gd name="T101" fmla="*/ 26 h 36"/>
                  <a:gd name="T102" fmla="*/ 24 w 32"/>
                  <a:gd name="T103" fmla="*/ 26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2" h="36">
                    <a:moveTo>
                      <a:pt x="24" y="26"/>
                    </a:moveTo>
                    <a:lnTo>
                      <a:pt x="24" y="26"/>
                    </a:lnTo>
                    <a:lnTo>
                      <a:pt x="24" y="26"/>
                    </a:lnTo>
                    <a:lnTo>
                      <a:pt x="22" y="30"/>
                    </a:lnTo>
                    <a:lnTo>
                      <a:pt x="22" y="30"/>
                    </a:lnTo>
                    <a:lnTo>
                      <a:pt x="22" y="30"/>
                    </a:lnTo>
                    <a:lnTo>
                      <a:pt x="18" y="30"/>
                    </a:lnTo>
                    <a:lnTo>
                      <a:pt x="18" y="30"/>
                    </a:lnTo>
                    <a:lnTo>
                      <a:pt x="18" y="30"/>
                    </a:lnTo>
                    <a:lnTo>
                      <a:pt x="18" y="30"/>
                    </a:lnTo>
                    <a:lnTo>
                      <a:pt x="14" y="30"/>
                    </a:lnTo>
                    <a:lnTo>
                      <a:pt x="14" y="34"/>
                    </a:lnTo>
                    <a:lnTo>
                      <a:pt x="14" y="36"/>
                    </a:lnTo>
                    <a:lnTo>
                      <a:pt x="14" y="36"/>
                    </a:lnTo>
                    <a:lnTo>
                      <a:pt x="14" y="36"/>
                    </a:lnTo>
                    <a:lnTo>
                      <a:pt x="10" y="36"/>
                    </a:lnTo>
                    <a:lnTo>
                      <a:pt x="10" y="36"/>
                    </a:lnTo>
                    <a:lnTo>
                      <a:pt x="10" y="36"/>
                    </a:lnTo>
                    <a:lnTo>
                      <a:pt x="8" y="36"/>
                    </a:lnTo>
                    <a:lnTo>
                      <a:pt x="8" y="36"/>
                    </a:lnTo>
                    <a:lnTo>
                      <a:pt x="8" y="34"/>
                    </a:lnTo>
                    <a:lnTo>
                      <a:pt x="8" y="34"/>
                    </a:lnTo>
                    <a:lnTo>
                      <a:pt x="4" y="34"/>
                    </a:lnTo>
                    <a:lnTo>
                      <a:pt x="4" y="34"/>
                    </a:lnTo>
                    <a:lnTo>
                      <a:pt x="4" y="34"/>
                    </a:lnTo>
                    <a:lnTo>
                      <a:pt x="4" y="30"/>
                    </a:lnTo>
                    <a:lnTo>
                      <a:pt x="4" y="26"/>
                    </a:lnTo>
                    <a:lnTo>
                      <a:pt x="0" y="26"/>
                    </a:lnTo>
                    <a:lnTo>
                      <a:pt x="0" y="26"/>
                    </a:lnTo>
                    <a:lnTo>
                      <a:pt x="0" y="26"/>
                    </a:lnTo>
                    <a:lnTo>
                      <a:pt x="0" y="22"/>
                    </a:lnTo>
                    <a:lnTo>
                      <a:pt x="0" y="22"/>
                    </a:lnTo>
                    <a:lnTo>
                      <a:pt x="0" y="22"/>
                    </a:lnTo>
                    <a:lnTo>
                      <a:pt x="0" y="22"/>
                    </a:lnTo>
                    <a:lnTo>
                      <a:pt x="0" y="18"/>
                    </a:lnTo>
                    <a:lnTo>
                      <a:pt x="0" y="18"/>
                    </a:lnTo>
                    <a:lnTo>
                      <a:pt x="0" y="18"/>
                    </a:lnTo>
                    <a:lnTo>
                      <a:pt x="0" y="18"/>
                    </a:lnTo>
                    <a:lnTo>
                      <a:pt x="4" y="18"/>
                    </a:lnTo>
                    <a:lnTo>
                      <a:pt x="4" y="18"/>
                    </a:lnTo>
                    <a:lnTo>
                      <a:pt x="4" y="18"/>
                    </a:lnTo>
                    <a:lnTo>
                      <a:pt x="4" y="14"/>
                    </a:lnTo>
                    <a:lnTo>
                      <a:pt x="4" y="14"/>
                    </a:lnTo>
                    <a:lnTo>
                      <a:pt x="4" y="14"/>
                    </a:lnTo>
                    <a:lnTo>
                      <a:pt x="8" y="10"/>
                    </a:lnTo>
                    <a:lnTo>
                      <a:pt x="8" y="10"/>
                    </a:lnTo>
                    <a:lnTo>
                      <a:pt x="8" y="10"/>
                    </a:lnTo>
                    <a:lnTo>
                      <a:pt x="8" y="10"/>
                    </a:lnTo>
                    <a:lnTo>
                      <a:pt x="8" y="6"/>
                    </a:lnTo>
                    <a:lnTo>
                      <a:pt x="8" y="6"/>
                    </a:lnTo>
                    <a:lnTo>
                      <a:pt x="10" y="6"/>
                    </a:lnTo>
                    <a:lnTo>
                      <a:pt x="10" y="6"/>
                    </a:lnTo>
                    <a:lnTo>
                      <a:pt x="14" y="4"/>
                    </a:lnTo>
                    <a:lnTo>
                      <a:pt x="14" y="4"/>
                    </a:lnTo>
                    <a:lnTo>
                      <a:pt x="14" y="4"/>
                    </a:lnTo>
                    <a:lnTo>
                      <a:pt x="14" y="4"/>
                    </a:lnTo>
                    <a:lnTo>
                      <a:pt x="14" y="4"/>
                    </a:lnTo>
                    <a:lnTo>
                      <a:pt x="18" y="4"/>
                    </a:lnTo>
                    <a:lnTo>
                      <a:pt x="18" y="4"/>
                    </a:lnTo>
                    <a:lnTo>
                      <a:pt x="18" y="0"/>
                    </a:lnTo>
                    <a:lnTo>
                      <a:pt x="18" y="0"/>
                    </a:lnTo>
                    <a:lnTo>
                      <a:pt x="18" y="0"/>
                    </a:lnTo>
                    <a:lnTo>
                      <a:pt x="18" y="0"/>
                    </a:lnTo>
                    <a:lnTo>
                      <a:pt x="18" y="0"/>
                    </a:lnTo>
                    <a:lnTo>
                      <a:pt x="22" y="0"/>
                    </a:lnTo>
                    <a:lnTo>
                      <a:pt x="22" y="0"/>
                    </a:lnTo>
                    <a:lnTo>
                      <a:pt x="22" y="0"/>
                    </a:lnTo>
                    <a:lnTo>
                      <a:pt x="22" y="4"/>
                    </a:lnTo>
                    <a:lnTo>
                      <a:pt x="22" y="4"/>
                    </a:lnTo>
                    <a:lnTo>
                      <a:pt x="24" y="4"/>
                    </a:lnTo>
                    <a:lnTo>
                      <a:pt x="24" y="4"/>
                    </a:lnTo>
                    <a:lnTo>
                      <a:pt x="24" y="4"/>
                    </a:lnTo>
                    <a:lnTo>
                      <a:pt x="24" y="4"/>
                    </a:lnTo>
                    <a:lnTo>
                      <a:pt x="24" y="6"/>
                    </a:lnTo>
                    <a:lnTo>
                      <a:pt x="24" y="6"/>
                    </a:lnTo>
                    <a:lnTo>
                      <a:pt x="28" y="6"/>
                    </a:lnTo>
                    <a:lnTo>
                      <a:pt x="28" y="10"/>
                    </a:lnTo>
                    <a:lnTo>
                      <a:pt x="28" y="10"/>
                    </a:lnTo>
                    <a:lnTo>
                      <a:pt x="32" y="14"/>
                    </a:lnTo>
                    <a:lnTo>
                      <a:pt x="32" y="14"/>
                    </a:lnTo>
                    <a:lnTo>
                      <a:pt x="32" y="14"/>
                    </a:lnTo>
                    <a:lnTo>
                      <a:pt x="32" y="14"/>
                    </a:lnTo>
                    <a:lnTo>
                      <a:pt x="28" y="14"/>
                    </a:lnTo>
                    <a:lnTo>
                      <a:pt x="28" y="14"/>
                    </a:lnTo>
                    <a:lnTo>
                      <a:pt x="28" y="18"/>
                    </a:lnTo>
                    <a:lnTo>
                      <a:pt x="28" y="18"/>
                    </a:lnTo>
                    <a:lnTo>
                      <a:pt x="28" y="18"/>
                    </a:lnTo>
                    <a:lnTo>
                      <a:pt x="28" y="18"/>
                    </a:lnTo>
                    <a:lnTo>
                      <a:pt x="28" y="18"/>
                    </a:lnTo>
                    <a:lnTo>
                      <a:pt x="28" y="18"/>
                    </a:lnTo>
                    <a:lnTo>
                      <a:pt x="28" y="18"/>
                    </a:lnTo>
                    <a:lnTo>
                      <a:pt x="28" y="22"/>
                    </a:lnTo>
                    <a:lnTo>
                      <a:pt x="28" y="22"/>
                    </a:lnTo>
                    <a:lnTo>
                      <a:pt x="28" y="22"/>
                    </a:lnTo>
                    <a:lnTo>
                      <a:pt x="28" y="22"/>
                    </a:lnTo>
                    <a:lnTo>
                      <a:pt x="28" y="22"/>
                    </a:lnTo>
                    <a:lnTo>
                      <a:pt x="28" y="22"/>
                    </a:lnTo>
                    <a:lnTo>
                      <a:pt x="28" y="22"/>
                    </a:lnTo>
                    <a:lnTo>
                      <a:pt x="28" y="26"/>
                    </a:lnTo>
                    <a:lnTo>
                      <a:pt x="24" y="26"/>
                    </a:lnTo>
                    <a:lnTo>
                      <a:pt x="24" y="26"/>
                    </a:lnTo>
                    <a:lnTo>
                      <a:pt x="24" y="26"/>
                    </a:lnTo>
                    <a:lnTo>
                      <a:pt x="24" y="26"/>
                    </a:lnTo>
                    <a:lnTo>
                      <a:pt x="2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8" name="Freeform 152"/>
              <p:cNvSpPr>
                <a:spLocks/>
              </p:cNvSpPr>
              <p:nvPr/>
            </p:nvSpPr>
            <p:spPr bwMode="gray">
              <a:xfrm>
                <a:off x="4514715" y="4265757"/>
                <a:ext cx="104356" cy="128704"/>
              </a:xfrm>
              <a:custGeom>
                <a:avLst/>
                <a:gdLst>
                  <a:gd name="T0" fmla="*/ 4 w 60"/>
                  <a:gd name="T1" fmla="*/ 26 h 74"/>
                  <a:gd name="T2" fmla="*/ 4 w 60"/>
                  <a:gd name="T3" fmla="*/ 22 h 74"/>
                  <a:gd name="T4" fmla="*/ 6 w 60"/>
                  <a:gd name="T5" fmla="*/ 22 h 74"/>
                  <a:gd name="T6" fmla="*/ 10 w 60"/>
                  <a:gd name="T7" fmla="*/ 18 h 74"/>
                  <a:gd name="T8" fmla="*/ 10 w 60"/>
                  <a:gd name="T9" fmla="*/ 18 h 74"/>
                  <a:gd name="T10" fmla="*/ 10 w 60"/>
                  <a:gd name="T11" fmla="*/ 14 h 74"/>
                  <a:gd name="T12" fmla="*/ 14 w 60"/>
                  <a:gd name="T13" fmla="*/ 10 h 74"/>
                  <a:gd name="T14" fmla="*/ 14 w 60"/>
                  <a:gd name="T15" fmla="*/ 6 h 74"/>
                  <a:gd name="T16" fmla="*/ 18 w 60"/>
                  <a:gd name="T17" fmla="*/ 2 h 74"/>
                  <a:gd name="T18" fmla="*/ 22 w 60"/>
                  <a:gd name="T19" fmla="*/ 2 h 74"/>
                  <a:gd name="T20" fmla="*/ 26 w 60"/>
                  <a:gd name="T21" fmla="*/ 0 h 74"/>
                  <a:gd name="T22" fmla="*/ 30 w 60"/>
                  <a:gd name="T23" fmla="*/ 6 h 74"/>
                  <a:gd name="T24" fmla="*/ 30 w 60"/>
                  <a:gd name="T25" fmla="*/ 10 h 74"/>
                  <a:gd name="T26" fmla="*/ 30 w 60"/>
                  <a:gd name="T27" fmla="*/ 14 h 74"/>
                  <a:gd name="T28" fmla="*/ 30 w 60"/>
                  <a:gd name="T29" fmla="*/ 18 h 74"/>
                  <a:gd name="T30" fmla="*/ 30 w 60"/>
                  <a:gd name="T31" fmla="*/ 22 h 74"/>
                  <a:gd name="T32" fmla="*/ 34 w 60"/>
                  <a:gd name="T33" fmla="*/ 22 h 74"/>
                  <a:gd name="T34" fmla="*/ 34 w 60"/>
                  <a:gd name="T35" fmla="*/ 22 h 74"/>
                  <a:gd name="T36" fmla="*/ 36 w 60"/>
                  <a:gd name="T37" fmla="*/ 22 h 74"/>
                  <a:gd name="T38" fmla="*/ 40 w 60"/>
                  <a:gd name="T39" fmla="*/ 18 h 74"/>
                  <a:gd name="T40" fmla="*/ 40 w 60"/>
                  <a:gd name="T41" fmla="*/ 14 h 74"/>
                  <a:gd name="T42" fmla="*/ 44 w 60"/>
                  <a:gd name="T43" fmla="*/ 14 h 74"/>
                  <a:gd name="T44" fmla="*/ 44 w 60"/>
                  <a:gd name="T45" fmla="*/ 18 h 74"/>
                  <a:gd name="T46" fmla="*/ 44 w 60"/>
                  <a:gd name="T47" fmla="*/ 22 h 74"/>
                  <a:gd name="T48" fmla="*/ 48 w 60"/>
                  <a:gd name="T49" fmla="*/ 26 h 74"/>
                  <a:gd name="T50" fmla="*/ 44 w 60"/>
                  <a:gd name="T51" fmla="*/ 28 h 74"/>
                  <a:gd name="T52" fmla="*/ 44 w 60"/>
                  <a:gd name="T53" fmla="*/ 32 h 74"/>
                  <a:gd name="T54" fmla="*/ 44 w 60"/>
                  <a:gd name="T55" fmla="*/ 32 h 74"/>
                  <a:gd name="T56" fmla="*/ 40 w 60"/>
                  <a:gd name="T57" fmla="*/ 36 h 74"/>
                  <a:gd name="T58" fmla="*/ 44 w 60"/>
                  <a:gd name="T59" fmla="*/ 36 h 74"/>
                  <a:gd name="T60" fmla="*/ 48 w 60"/>
                  <a:gd name="T61" fmla="*/ 40 h 74"/>
                  <a:gd name="T62" fmla="*/ 52 w 60"/>
                  <a:gd name="T63" fmla="*/ 40 h 74"/>
                  <a:gd name="T64" fmla="*/ 52 w 60"/>
                  <a:gd name="T65" fmla="*/ 44 h 74"/>
                  <a:gd name="T66" fmla="*/ 56 w 60"/>
                  <a:gd name="T67" fmla="*/ 48 h 74"/>
                  <a:gd name="T68" fmla="*/ 60 w 60"/>
                  <a:gd name="T69" fmla="*/ 48 h 74"/>
                  <a:gd name="T70" fmla="*/ 60 w 60"/>
                  <a:gd name="T71" fmla="*/ 52 h 74"/>
                  <a:gd name="T72" fmla="*/ 60 w 60"/>
                  <a:gd name="T73" fmla="*/ 52 h 74"/>
                  <a:gd name="T74" fmla="*/ 60 w 60"/>
                  <a:gd name="T75" fmla="*/ 54 h 74"/>
                  <a:gd name="T76" fmla="*/ 56 w 60"/>
                  <a:gd name="T77" fmla="*/ 62 h 74"/>
                  <a:gd name="T78" fmla="*/ 56 w 60"/>
                  <a:gd name="T79" fmla="*/ 66 h 74"/>
                  <a:gd name="T80" fmla="*/ 56 w 60"/>
                  <a:gd name="T81" fmla="*/ 74 h 74"/>
                  <a:gd name="T82" fmla="*/ 52 w 60"/>
                  <a:gd name="T83" fmla="*/ 70 h 74"/>
                  <a:gd name="T84" fmla="*/ 52 w 60"/>
                  <a:gd name="T85" fmla="*/ 70 h 74"/>
                  <a:gd name="T86" fmla="*/ 44 w 60"/>
                  <a:gd name="T87" fmla="*/ 66 h 74"/>
                  <a:gd name="T88" fmla="*/ 40 w 60"/>
                  <a:gd name="T89" fmla="*/ 62 h 74"/>
                  <a:gd name="T90" fmla="*/ 36 w 60"/>
                  <a:gd name="T91" fmla="*/ 62 h 74"/>
                  <a:gd name="T92" fmla="*/ 34 w 60"/>
                  <a:gd name="T93" fmla="*/ 58 h 74"/>
                  <a:gd name="T94" fmla="*/ 30 w 60"/>
                  <a:gd name="T95" fmla="*/ 54 h 74"/>
                  <a:gd name="T96" fmla="*/ 26 w 60"/>
                  <a:gd name="T97" fmla="*/ 52 h 74"/>
                  <a:gd name="T98" fmla="*/ 18 w 60"/>
                  <a:gd name="T99" fmla="*/ 44 h 74"/>
                  <a:gd name="T100" fmla="*/ 18 w 60"/>
                  <a:gd name="T101" fmla="*/ 40 h 74"/>
                  <a:gd name="T102" fmla="*/ 14 w 60"/>
                  <a:gd name="T103" fmla="*/ 40 h 74"/>
                  <a:gd name="T104" fmla="*/ 10 w 60"/>
                  <a:gd name="T105" fmla="*/ 40 h 74"/>
                  <a:gd name="T106" fmla="*/ 10 w 60"/>
                  <a:gd name="T107" fmla="*/ 36 h 74"/>
                  <a:gd name="T108" fmla="*/ 10 w 60"/>
                  <a:gd name="T109" fmla="*/ 36 h 74"/>
                  <a:gd name="T110" fmla="*/ 4 w 60"/>
                  <a:gd name="T111" fmla="*/ 32 h 74"/>
                  <a:gd name="T112" fmla="*/ 4 w 60"/>
                  <a:gd name="T113" fmla="*/ 28 h 74"/>
                  <a:gd name="T114" fmla="*/ 0 w 60"/>
                  <a:gd name="T115" fmla="*/ 2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0" h="74">
                    <a:moveTo>
                      <a:pt x="0" y="28"/>
                    </a:moveTo>
                    <a:lnTo>
                      <a:pt x="0" y="28"/>
                    </a:lnTo>
                    <a:lnTo>
                      <a:pt x="4" y="28"/>
                    </a:lnTo>
                    <a:lnTo>
                      <a:pt x="4" y="26"/>
                    </a:lnTo>
                    <a:lnTo>
                      <a:pt x="4" y="26"/>
                    </a:lnTo>
                    <a:lnTo>
                      <a:pt x="4" y="26"/>
                    </a:lnTo>
                    <a:lnTo>
                      <a:pt x="4" y="26"/>
                    </a:lnTo>
                    <a:lnTo>
                      <a:pt x="4" y="22"/>
                    </a:lnTo>
                    <a:lnTo>
                      <a:pt x="4" y="22"/>
                    </a:lnTo>
                    <a:lnTo>
                      <a:pt x="4" y="22"/>
                    </a:lnTo>
                    <a:lnTo>
                      <a:pt x="6" y="22"/>
                    </a:lnTo>
                    <a:lnTo>
                      <a:pt x="6" y="22"/>
                    </a:lnTo>
                    <a:lnTo>
                      <a:pt x="6" y="22"/>
                    </a:lnTo>
                    <a:lnTo>
                      <a:pt x="6" y="22"/>
                    </a:lnTo>
                    <a:lnTo>
                      <a:pt x="6" y="22"/>
                    </a:lnTo>
                    <a:lnTo>
                      <a:pt x="10" y="18"/>
                    </a:lnTo>
                    <a:lnTo>
                      <a:pt x="10" y="18"/>
                    </a:lnTo>
                    <a:lnTo>
                      <a:pt x="10" y="18"/>
                    </a:lnTo>
                    <a:lnTo>
                      <a:pt x="10" y="18"/>
                    </a:lnTo>
                    <a:lnTo>
                      <a:pt x="10" y="18"/>
                    </a:lnTo>
                    <a:lnTo>
                      <a:pt x="10" y="14"/>
                    </a:lnTo>
                    <a:lnTo>
                      <a:pt x="10" y="14"/>
                    </a:lnTo>
                    <a:lnTo>
                      <a:pt x="10" y="14"/>
                    </a:lnTo>
                    <a:lnTo>
                      <a:pt x="10" y="14"/>
                    </a:lnTo>
                    <a:lnTo>
                      <a:pt x="14" y="14"/>
                    </a:lnTo>
                    <a:lnTo>
                      <a:pt x="14" y="14"/>
                    </a:lnTo>
                    <a:lnTo>
                      <a:pt x="14" y="10"/>
                    </a:lnTo>
                    <a:lnTo>
                      <a:pt x="14" y="10"/>
                    </a:lnTo>
                    <a:lnTo>
                      <a:pt x="14" y="6"/>
                    </a:lnTo>
                    <a:lnTo>
                      <a:pt x="14" y="6"/>
                    </a:lnTo>
                    <a:lnTo>
                      <a:pt x="14" y="6"/>
                    </a:lnTo>
                    <a:lnTo>
                      <a:pt x="14" y="6"/>
                    </a:lnTo>
                    <a:lnTo>
                      <a:pt x="18" y="6"/>
                    </a:lnTo>
                    <a:lnTo>
                      <a:pt x="18" y="6"/>
                    </a:lnTo>
                    <a:lnTo>
                      <a:pt x="18" y="6"/>
                    </a:lnTo>
                    <a:lnTo>
                      <a:pt x="18" y="2"/>
                    </a:lnTo>
                    <a:lnTo>
                      <a:pt x="18" y="2"/>
                    </a:lnTo>
                    <a:lnTo>
                      <a:pt x="18" y="2"/>
                    </a:lnTo>
                    <a:lnTo>
                      <a:pt x="18" y="0"/>
                    </a:lnTo>
                    <a:lnTo>
                      <a:pt x="22" y="2"/>
                    </a:lnTo>
                    <a:lnTo>
                      <a:pt x="22" y="0"/>
                    </a:lnTo>
                    <a:lnTo>
                      <a:pt x="26" y="0"/>
                    </a:lnTo>
                    <a:lnTo>
                      <a:pt x="26" y="2"/>
                    </a:lnTo>
                    <a:lnTo>
                      <a:pt x="26" y="0"/>
                    </a:lnTo>
                    <a:lnTo>
                      <a:pt x="26" y="2"/>
                    </a:lnTo>
                    <a:lnTo>
                      <a:pt x="26" y="2"/>
                    </a:lnTo>
                    <a:lnTo>
                      <a:pt x="30" y="2"/>
                    </a:lnTo>
                    <a:lnTo>
                      <a:pt x="30" y="6"/>
                    </a:lnTo>
                    <a:lnTo>
                      <a:pt x="30" y="10"/>
                    </a:lnTo>
                    <a:lnTo>
                      <a:pt x="30" y="10"/>
                    </a:lnTo>
                    <a:lnTo>
                      <a:pt x="30" y="10"/>
                    </a:lnTo>
                    <a:lnTo>
                      <a:pt x="30" y="10"/>
                    </a:lnTo>
                    <a:lnTo>
                      <a:pt x="30" y="14"/>
                    </a:lnTo>
                    <a:lnTo>
                      <a:pt x="30" y="14"/>
                    </a:lnTo>
                    <a:lnTo>
                      <a:pt x="34" y="14"/>
                    </a:lnTo>
                    <a:lnTo>
                      <a:pt x="30" y="14"/>
                    </a:lnTo>
                    <a:lnTo>
                      <a:pt x="30" y="14"/>
                    </a:lnTo>
                    <a:lnTo>
                      <a:pt x="30" y="14"/>
                    </a:lnTo>
                    <a:lnTo>
                      <a:pt x="30" y="18"/>
                    </a:lnTo>
                    <a:lnTo>
                      <a:pt x="30" y="18"/>
                    </a:lnTo>
                    <a:lnTo>
                      <a:pt x="30" y="18"/>
                    </a:lnTo>
                    <a:lnTo>
                      <a:pt x="30" y="18"/>
                    </a:lnTo>
                    <a:lnTo>
                      <a:pt x="30" y="22"/>
                    </a:lnTo>
                    <a:lnTo>
                      <a:pt x="30" y="22"/>
                    </a:lnTo>
                    <a:lnTo>
                      <a:pt x="30" y="22"/>
                    </a:lnTo>
                    <a:lnTo>
                      <a:pt x="30" y="18"/>
                    </a:lnTo>
                    <a:lnTo>
                      <a:pt x="34" y="18"/>
                    </a:lnTo>
                    <a:lnTo>
                      <a:pt x="34" y="22"/>
                    </a:lnTo>
                    <a:lnTo>
                      <a:pt x="34" y="22"/>
                    </a:lnTo>
                    <a:lnTo>
                      <a:pt x="34" y="22"/>
                    </a:lnTo>
                    <a:lnTo>
                      <a:pt x="34" y="26"/>
                    </a:lnTo>
                    <a:lnTo>
                      <a:pt x="34" y="22"/>
                    </a:lnTo>
                    <a:lnTo>
                      <a:pt x="36" y="22"/>
                    </a:lnTo>
                    <a:lnTo>
                      <a:pt x="36" y="22"/>
                    </a:lnTo>
                    <a:lnTo>
                      <a:pt x="36" y="22"/>
                    </a:lnTo>
                    <a:lnTo>
                      <a:pt x="36" y="22"/>
                    </a:lnTo>
                    <a:lnTo>
                      <a:pt x="36" y="22"/>
                    </a:lnTo>
                    <a:lnTo>
                      <a:pt x="40" y="22"/>
                    </a:lnTo>
                    <a:lnTo>
                      <a:pt x="40" y="18"/>
                    </a:lnTo>
                    <a:lnTo>
                      <a:pt x="40" y="18"/>
                    </a:lnTo>
                    <a:lnTo>
                      <a:pt x="40" y="18"/>
                    </a:lnTo>
                    <a:lnTo>
                      <a:pt x="40" y="18"/>
                    </a:lnTo>
                    <a:lnTo>
                      <a:pt x="40" y="14"/>
                    </a:lnTo>
                    <a:lnTo>
                      <a:pt x="40" y="14"/>
                    </a:lnTo>
                    <a:lnTo>
                      <a:pt x="40" y="14"/>
                    </a:lnTo>
                    <a:lnTo>
                      <a:pt x="40" y="14"/>
                    </a:lnTo>
                    <a:lnTo>
                      <a:pt x="44" y="14"/>
                    </a:lnTo>
                    <a:lnTo>
                      <a:pt x="44" y="14"/>
                    </a:lnTo>
                    <a:lnTo>
                      <a:pt x="44" y="18"/>
                    </a:lnTo>
                    <a:lnTo>
                      <a:pt x="44" y="18"/>
                    </a:lnTo>
                    <a:lnTo>
                      <a:pt x="44" y="18"/>
                    </a:lnTo>
                    <a:lnTo>
                      <a:pt x="44" y="18"/>
                    </a:lnTo>
                    <a:lnTo>
                      <a:pt x="44" y="18"/>
                    </a:lnTo>
                    <a:lnTo>
                      <a:pt x="44" y="18"/>
                    </a:lnTo>
                    <a:lnTo>
                      <a:pt x="44" y="18"/>
                    </a:lnTo>
                    <a:lnTo>
                      <a:pt x="44" y="22"/>
                    </a:lnTo>
                    <a:lnTo>
                      <a:pt x="44" y="22"/>
                    </a:lnTo>
                    <a:lnTo>
                      <a:pt x="44" y="22"/>
                    </a:lnTo>
                    <a:lnTo>
                      <a:pt x="44" y="22"/>
                    </a:lnTo>
                    <a:lnTo>
                      <a:pt x="48" y="26"/>
                    </a:lnTo>
                    <a:lnTo>
                      <a:pt x="48" y="26"/>
                    </a:lnTo>
                    <a:lnTo>
                      <a:pt x="44" y="28"/>
                    </a:lnTo>
                    <a:lnTo>
                      <a:pt x="44" y="28"/>
                    </a:lnTo>
                    <a:lnTo>
                      <a:pt x="44" y="28"/>
                    </a:lnTo>
                    <a:lnTo>
                      <a:pt x="44" y="32"/>
                    </a:lnTo>
                    <a:lnTo>
                      <a:pt x="44" y="32"/>
                    </a:lnTo>
                    <a:lnTo>
                      <a:pt x="44" y="32"/>
                    </a:lnTo>
                    <a:lnTo>
                      <a:pt x="44" y="32"/>
                    </a:lnTo>
                    <a:lnTo>
                      <a:pt x="44" y="32"/>
                    </a:lnTo>
                    <a:lnTo>
                      <a:pt x="44" y="32"/>
                    </a:lnTo>
                    <a:lnTo>
                      <a:pt x="44" y="32"/>
                    </a:lnTo>
                    <a:lnTo>
                      <a:pt x="44" y="32"/>
                    </a:lnTo>
                    <a:lnTo>
                      <a:pt x="44" y="32"/>
                    </a:lnTo>
                    <a:lnTo>
                      <a:pt x="44" y="32"/>
                    </a:lnTo>
                    <a:lnTo>
                      <a:pt x="40" y="32"/>
                    </a:lnTo>
                    <a:lnTo>
                      <a:pt x="40" y="36"/>
                    </a:lnTo>
                    <a:lnTo>
                      <a:pt x="40" y="36"/>
                    </a:lnTo>
                    <a:lnTo>
                      <a:pt x="40" y="36"/>
                    </a:lnTo>
                    <a:lnTo>
                      <a:pt x="44" y="36"/>
                    </a:lnTo>
                    <a:lnTo>
                      <a:pt x="44" y="36"/>
                    </a:lnTo>
                    <a:lnTo>
                      <a:pt x="44" y="36"/>
                    </a:lnTo>
                    <a:lnTo>
                      <a:pt x="48" y="40"/>
                    </a:lnTo>
                    <a:lnTo>
                      <a:pt x="48" y="40"/>
                    </a:lnTo>
                    <a:lnTo>
                      <a:pt x="48" y="40"/>
                    </a:lnTo>
                    <a:lnTo>
                      <a:pt x="48" y="40"/>
                    </a:lnTo>
                    <a:lnTo>
                      <a:pt x="52" y="40"/>
                    </a:lnTo>
                    <a:lnTo>
                      <a:pt x="52" y="40"/>
                    </a:lnTo>
                    <a:lnTo>
                      <a:pt x="52" y="40"/>
                    </a:lnTo>
                    <a:lnTo>
                      <a:pt x="52" y="40"/>
                    </a:lnTo>
                    <a:lnTo>
                      <a:pt x="52" y="44"/>
                    </a:lnTo>
                    <a:lnTo>
                      <a:pt x="52" y="44"/>
                    </a:lnTo>
                    <a:lnTo>
                      <a:pt x="52" y="44"/>
                    </a:lnTo>
                    <a:lnTo>
                      <a:pt x="56" y="44"/>
                    </a:lnTo>
                    <a:lnTo>
                      <a:pt x="56" y="44"/>
                    </a:lnTo>
                    <a:lnTo>
                      <a:pt x="56" y="44"/>
                    </a:lnTo>
                    <a:lnTo>
                      <a:pt x="56" y="48"/>
                    </a:lnTo>
                    <a:lnTo>
                      <a:pt x="60" y="48"/>
                    </a:lnTo>
                    <a:lnTo>
                      <a:pt x="60" y="48"/>
                    </a:lnTo>
                    <a:lnTo>
                      <a:pt x="60" y="48"/>
                    </a:lnTo>
                    <a:lnTo>
                      <a:pt x="60" y="48"/>
                    </a:lnTo>
                    <a:lnTo>
                      <a:pt x="60" y="48"/>
                    </a:lnTo>
                    <a:lnTo>
                      <a:pt x="60" y="48"/>
                    </a:lnTo>
                    <a:lnTo>
                      <a:pt x="60" y="48"/>
                    </a:lnTo>
                    <a:lnTo>
                      <a:pt x="60" y="52"/>
                    </a:lnTo>
                    <a:lnTo>
                      <a:pt x="60" y="52"/>
                    </a:lnTo>
                    <a:lnTo>
                      <a:pt x="60" y="52"/>
                    </a:lnTo>
                    <a:lnTo>
                      <a:pt x="60" y="52"/>
                    </a:lnTo>
                    <a:lnTo>
                      <a:pt x="60" y="52"/>
                    </a:lnTo>
                    <a:lnTo>
                      <a:pt x="60" y="54"/>
                    </a:lnTo>
                    <a:lnTo>
                      <a:pt x="60" y="54"/>
                    </a:lnTo>
                    <a:lnTo>
                      <a:pt x="60" y="54"/>
                    </a:lnTo>
                    <a:lnTo>
                      <a:pt x="60" y="54"/>
                    </a:lnTo>
                    <a:lnTo>
                      <a:pt x="60" y="58"/>
                    </a:lnTo>
                    <a:lnTo>
                      <a:pt x="56" y="58"/>
                    </a:lnTo>
                    <a:lnTo>
                      <a:pt x="56" y="62"/>
                    </a:lnTo>
                    <a:lnTo>
                      <a:pt x="56" y="62"/>
                    </a:lnTo>
                    <a:lnTo>
                      <a:pt x="56" y="62"/>
                    </a:lnTo>
                    <a:lnTo>
                      <a:pt x="56" y="66"/>
                    </a:lnTo>
                    <a:lnTo>
                      <a:pt x="56" y="66"/>
                    </a:lnTo>
                    <a:lnTo>
                      <a:pt x="56" y="66"/>
                    </a:lnTo>
                    <a:lnTo>
                      <a:pt x="56" y="70"/>
                    </a:lnTo>
                    <a:lnTo>
                      <a:pt x="56" y="70"/>
                    </a:lnTo>
                    <a:lnTo>
                      <a:pt x="56" y="70"/>
                    </a:lnTo>
                    <a:lnTo>
                      <a:pt x="56" y="74"/>
                    </a:lnTo>
                    <a:lnTo>
                      <a:pt x="56" y="74"/>
                    </a:lnTo>
                    <a:lnTo>
                      <a:pt x="56" y="74"/>
                    </a:lnTo>
                    <a:lnTo>
                      <a:pt x="56" y="74"/>
                    </a:lnTo>
                    <a:lnTo>
                      <a:pt x="52" y="70"/>
                    </a:lnTo>
                    <a:lnTo>
                      <a:pt x="52" y="70"/>
                    </a:lnTo>
                    <a:lnTo>
                      <a:pt x="52" y="70"/>
                    </a:lnTo>
                    <a:lnTo>
                      <a:pt x="52" y="70"/>
                    </a:lnTo>
                    <a:lnTo>
                      <a:pt x="52" y="70"/>
                    </a:lnTo>
                    <a:lnTo>
                      <a:pt x="48" y="70"/>
                    </a:lnTo>
                    <a:lnTo>
                      <a:pt x="48" y="70"/>
                    </a:lnTo>
                    <a:lnTo>
                      <a:pt x="48" y="70"/>
                    </a:lnTo>
                    <a:lnTo>
                      <a:pt x="44" y="66"/>
                    </a:lnTo>
                    <a:lnTo>
                      <a:pt x="44" y="66"/>
                    </a:lnTo>
                    <a:lnTo>
                      <a:pt x="40" y="66"/>
                    </a:lnTo>
                    <a:lnTo>
                      <a:pt x="40" y="62"/>
                    </a:lnTo>
                    <a:lnTo>
                      <a:pt x="40" y="62"/>
                    </a:lnTo>
                    <a:lnTo>
                      <a:pt x="40" y="62"/>
                    </a:lnTo>
                    <a:lnTo>
                      <a:pt x="36" y="62"/>
                    </a:lnTo>
                    <a:lnTo>
                      <a:pt x="36" y="62"/>
                    </a:lnTo>
                    <a:lnTo>
                      <a:pt x="36" y="62"/>
                    </a:lnTo>
                    <a:lnTo>
                      <a:pt x="36" y="62"/>
                    </a:lnTo>
                    <a:lnTo>
                      <a:pt x="34" y="58"/>
                    </a:lnTo>
                    <a:lnTo>
                      <a:pt x="34" y="58"/>
                    </a:lnTo>
                    <a:lnTo>
                      <a:pt x="34" y="58"/>
                    </a:lnTo>
                    <a:lnTo>
                      <a:pt x="30" y="54"/>
                    </a:lnTo>
                    <a:lnTo>
                      <a:pt x="30" y="54"/>
                    </a:lnTo>
                    <a:lnTo>
                      <a:pt x="30" y="54"/>
                    </a:lnTo>
                    <a:lnTo>
                      <a:pt x="30" y="54"/>
                    </a:lnTo>
                    <a:lnTo>
                      <a:pt x="30" y="54"/>
                    </a:lnTo>
                    <a:lnTo>
                      <a:pt x="30" y="54"/>
                    </a:lnTo>
                    <a:lnTo>
                      <a:pt x="30" y="52"/>
                    </a:lnTo>
                    <a:lnTo>
                      <a:pt x="26" y="52"/>
                    </a:lnTo>
                    <a:lnTo>
                      <a:pt x="26" y="52"/>
                    </a:lnTo>
                    <a:lnTo>
                      <a:pt x="22" y="48"/>
                    </a:lnTo>
                    <a:lnTo>
                      <a:pt x="22" y="44"/>
                    </a:lnTo>
                    <a:lnTo>
                      <a:pt x="18" y="44"/>
                    </a:lnTo>
                    <a:lnTo>
                      <a:pt x="18" y="44"/>
                    </a:lnTo>
                    <a:lnTo>
                      <a:pt x="18" y="44"/>
                    </a:lnTo>
                    <a:lnTo>
                      <a:pt x="18" y="44"/>
                    </a:lnTo>
                    <a:lnTo>
                      <a:pt x="18" y="40"/>
                    </a:lnTo>
                    <a:lnTo>
                      <a:pt x="18" y="40"/>
                    </a:lnTo>
                    <a:lnTo>
                      <a:pt x="18" y="40"/>
                    </a:lnTo>
                    <a:lnTo>
                      <a:pt x="14" y="40"/>
                    </a:lnTo>
                    <a:lnTo>
                      <a:pt x="14" y="40"/>
                    </a:lnTo>
                    <a:lnTo>
                      <a:pt x="14" y="40"/>
                    </a:lnTo>
                    <a:lnTo>
                      <a:pt x="14" y="40"/>
                    </a:lnTo>
                    <a:lnTo>
                      <a:pt x="14" y="40"/>
                    </a:lnTo>
                    <a:lnTo>
                      <a:pt x="10" y="40"/>
                    </a:lnTo>
                    <a:lnTo>
                      <a:pt x="10" y="40"/>
                    </a:lnTo>
                    <a:lnTo>
                      <a:pt x="10" y="40"/>
                    </a:lnTo>
                    <a:lnTo>
                      <a:pt x="10" y="36"/>
                    </a:lnTo>
                    <a:lnTo>
                      <a:pt x="10" y="36"/>
                    </a:lnTo>
                    <a:lnTo>
                      <a:pt x="10" y="36"/>
                    </a:lnTo>
                    <a:lnTo>
                      <a:pt x="10" y="36"/>
                    </a:lnTo>
                    <a:lnTo>
                      <a:pt x="10" y="36"/>
                    </a:lnTo>
                    <a:lnTo>
                      <a:pt x="10" y="36"/>
                    </a:lnTo>
                    <a:lnTo>
                      <a:pt x="10" y="36"/>
                    </a:lnTo>
                    <a:lnTo>
                      <a:pt x="6" y="36"/>
                    </a:lnTo>
                    <a:lnTo>
                      <a:pt x="6" y="32"/>
                    </a:lnTo>
                    <a:lnTo>
                      <a:pt x="4" y="32"/>
                    </a:lnTo>
                    <a:lnTo>
                      <a:pt x="4" y="32"/>
                    </a:lnTo>
                    <a:lnTo>
                      <a:pt x="4" y="28"/>
                    </a:lnTo>
                    <a:lnTo>
                      <a:pt x="4" y="28"/>
                    </a:lnTo>
                    <a:lnTo>
                      <a:pt x="4" y="28"/>
                    </a:lnTo>
                    <a:lnTo>
                      <a:pt x="4" y="28"/>
                    </a:lnTo>
                    <a:lnTo>
                      <a:pt x="0" y="28"/>
                    </a:lnTo>
                    <a:lnTo>
                      <a:pt x="0" y="28"/>
                    </a:lnTo>
                    <a:lnTo>
                      <a:pt x="0" y="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9" name="Freeform 153"/>
              <p:cNvSpPr>
                <a:spLocks/>
              </p:cNvSpPr>
              <p:nvPr/>
            </p:nvSpPr>
            <p:spPr bwMode="gray">
              <a:xfrm>
                <a:off x="5026058" y="3503962"/>
                <a:ext cx="389596" cy="427857"/>
              </a:xfrm>
              <a:custGeom>
                <a:avLst/>
                <a:gdLst>
                  <a:gd name="T0" fmla="*/ 74 w 224"/>
                  <a:gd name="T1" fmla="*/ 12 h 246"/>
                  <a:gd name="T2" fmla="*/ 86 w 224"/>
                  <a:gd name="T3" fmla="*/ 20 h 246"/>
                  <a:gd name="T4" fmla="*/ 90 w 224"/>
                  <a:gd name="T5" fmla="*/ 34 h 246"/>
                  <a:gd name="T6" fmla="*/ 100 w 224"/>
                  <a:gd name="T7" fmla="*/ 38 h 246"/>
                  <a:gd name="T8" fmla="*/ 116 w 224"/>
                  <a:gd name="T9" fmla="*/ 38 h 246"/>
                  <a:gd name="T10" fmla="*/ 124 w 224"/>
                  <a:gd name="T11" fmla="*/ 46 h 246"/>
                  <a:gd name="T12" fmla="*/ 134 w 224"/>
                  <a:gd name="T13" fmla="*/ 52 h 246"/>
                  <a:gd name="T14" fmla="*/ 142 w 224"/>
                  <a:gd name="T15" fmla="*/ 52 h 246"/>
                  <a:gd name="T16" fmla="*/ 154 w 224"/>
                  <a:gd name="T17" fmla="*/ 42 h 246"/>
                  <a:gd name="T18" fmla="*/ 154 w 224"/>
                  <a:gd name="T19" fmla="*/ 26 h 246"/>
                  <a:gd name="T20" fmla="*/ 160 w 224"/>
                  <a:gd name="T21" fmla="*/ 12 h 246"/>
                  <a:gd name="T22" fmla="*/ 172 w 224"/>
                  <a:gd name="T23" fmla="*/ 8 h 246"/>
                  <a:gd name="T24" fmla="*/ 182 w 224"/>
                  <a:gd name="T25" fmla="*/ 4 h 246"/>
                  <a:gd name="T26" fmla="*/ 194 w 224"/>
                  <a:gd name="T27" fmla="*/ 8 h 246"/>
                  <a:gd name="T28" fmla="*/ 198 w 224"/>
                  <a:gd name="T29" fmla="*/ 20 h 246"/>
                  <a:gd name="T30" fmla="*/ 210 w 224"/>
                  <a:gd name="T31" fmla="*/ 22 h 246"/>
                  <a:gd name="T32" fmla="*/ 224 w 224"/>
                  <a:gd name="T33" fmla="*/ 22 h 246"/>
                  <a:gd name="T34" fmla="*/ 220 w 224"/>
                  <a:gd name="T35" fmla="*/ 34 h 246"/>
                  <a:gd name="T36" fmla="*/ 224 w 224"/>
                  <a:gd name="T37" fmla="*/ 50 h 246"/>
                  <a:gd name="T38" fmla="*/ 220 w 224"/>
                  <a:gd name="T39" fmla="*/ 64 h 246"/>
                  <a:gd name="T40" fmla="*/ 224 w 224"/>
                  <a:gd name="T41" fmla="*/ 78 h 246"/>
                  <a:gd name="T42" fmla="*/ 224 w 224"/>
                  <a:gd name="T43" fmla="*/ 102 h 246"/>
                  <a:gd name="T44" fmla="*/ 224 w 224"/>
                  <a:gd name="T45" fmla="*/ 120 h 246"/>
                  <a:gd name="T46" fmla="*/ 224 w 224"/>
                  <a:gd name="T47" fmla="*/ 150 h 246"/>
                  <a:gd name="T48" fmla="*/ 224 w 224"/>
                  <a:gd name="T49" fmla="*/ 176 h 246"/>
                  <a:gd name="T50" fmla="*/ 224 w 224"/>
                  <a:gd name="T51" fmla="*/ 238 h 246"/>
                  <a:gd name="T52" fmla="*/ 210 w 224"/>
                  <a:gd name="T53" fmla="*/ 238 h 246"/>
                  <a:gd name="T54" fmla="*/ 186 w 224"/>
                  <a:gd name="T55" fmla="*/ 232 h 246"/>
                  <a:gd name="T56" fmla="*/ 156 w 224"/>
                  <a:gd name="T57" fmla="*/ 218 h 246"/>
                  <a:gd name="T58" fmla="*/ 134 w 224"/>
                  <a:gd name="T59" fmla="*/ 202 h 246"/>
                  <a:gd name="T60" fmla="*/ 108 w 224"/>
                  <a:gd name="T61" fmla="*/ 188 h 246"/>
                  <a:gd name="T62" fmla="*/ 82 w 224"/>
                  <a:gd name="T63" fmla="*/ 184 h 246"/>
                  <a:gd name="T64" fmla="*/ 72 w 224"/>
                  <a:gd name="T65" fmla="*/ 192 h 246"/>
                  <a:gd name="T66" fmla="*/ 60 w 224"/>
                  <a:gd name="T67" fmla="*/ 184 h 246"/>
                  <a:gd name="T68" fmla="*/ 44 w 224"/>
                  <a:gd name="T69" fmla="*/ 180 h 246"/>
                  <a:gd name="T70" fmla="*/ 34 w 224"/>
                  <a:gd name="T71" fmla="*/ 162 h 246"/>
                  <a:gd name="T72" fmla="*/ 18 w 224"/>
                  <a:gd name="T73" fmla="*/ 158 h 246"/>
                  <a:gd name="T74" fmla="*/ 12 w 224"/>
                  <a:gd name="T75" fmla="*/ 154 h 246"/>
                  <a:gd name="T76" fmla="*/ 8 w 224"/>
                  <a:gd name="T77" fmla="*/ 138 h 246"/>
                  <a:gd name="T78" fmla="*/ 12 w 224"/>
                  <a:gd name="T79" fmla="*/ 120 h 246"/>
                  <a:gd name="T80" fmla="*/ 8 w 224"/>
                  <a:gd name="T81" fmla="*/ 108 h 246"/>
                  <a:gd name="T82" fmla="*/ 8 w 224"/>
                  <a:gd name="T83" fmla="*/ 94 h 246"/>
                  <a:gd name="T84" fmla="*/ 8 w 224"/>
                  <a:gd name="T85" fmla="*/ 78 h 246"/>
                  <a:gd name="T86" fmla="*/ 8 w 224"/>
                  <a:gd name="T87" fmla="*/ 64 h 246"/>
                  <a:gd name="T88" fmla="*/ 4 w 224"/>
                  <a:gd name="T89" fmla="*/ 56 h 246"/>
                  <a:gd name="T90" fmla="*/ 16 w 224"/>
                  <a:gd name="T91" fmla="*/ 46 h 246"/>
                  <a:gd name="T92" fmla="*/ 12 w 224"/>
                  <a:gd name="T93" fmla="*/ 34 h 246"/>
                  <a:gd name="T94" fmla="*/ 22 w 224"/>
                  <a:gd name="T95" fmla="*/ 22 h 246"/>
                  <a:gd name="T96" fmla="*/ 34 w 224"/>
                  <a:gd name="T97" fmla="*/ 16 h 246"/>
                  <a:gd name="T98" fmla="*/ 34 w 224"/>
                  <a:gd name="T99" fmla="*/ 0 h 246"/>
                  <a:gd name="T100" fmla="*/ 42 w 224"/>
                  <a:gd name="T101" fmla="*/ 8 h 246"/>
                  <a:gd name="T102" fmla="*/ 56 w 224"/>
                  <a:gd name="T103" fmla="*/ 8 h 246"/>
                  <a:gd name="T104" fmla="*/ 64 w 224"/>
                  <a:gd name="T105" fmla="*/ 8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24" h="246">
                    <a:moveTo>
                      <a:pt x="68" y="8"/>
                    </a:moveTo>
                    <a:lnTo>
                      <a:pt x="72" y="8"/>
                    </a:lnTo>
                    <a:lnTo>
                      <a:pt x="72" y="12"/>
                    </a:lnTo>
                    <a:lnTo>
                      <a:pt x="74" y="12"/>
                    </a:lnTo>
                    <a:lnTo>
                      <a:pt x="78" y="16"/>
                    </a:lnTo>
                    <a:lnTo>
                      <a:pt x="82" y="16"/>
                    </a:lnTo>
                    <a:lnTo>
                      <a:pt x="86" y="16"/>
                    </a:lnTo>
                    <a:lnTo>
                      <a:pt x="86" y="20"/>
                    </a:lnTo>
                    <a:lnTo>
                      <a:pt x="86" y="22"/>
                    </a:lnTo>
                    <a:lnTo>
                      <a:pt x="86" y="26"/>
                    </a:lnTo>
                    <a:lnTo>
                      <a:pt x="90" y="30"/>
                    </a:lnTo>
                    <a:lnTo>
                      <a:pt x="90" y="34"/>
                    </a:lnTo>
                    <a:lnTo>
                      <a:pt x="94" y="34"/>
                    </a:lnTo>
                    <a:lnTo>
                      <a:pt x="98" y="34"/>
                    </a:lnTo>
                    <a:lnTo>
                      <a:pt x="98" y="38"/>
                    </a:lnTo>
                    <a:lnTo>
                      <a:pt x="100" y="38"/>
                    </a:lnTo>
                    <a:lnTo>
                      <a:pt x="104" y="38"/>
                    </a:lnTo>
                    <a:lnTo>
                      <a:pt x="108" y="38"/>
                    </a:lnTo>
                    <a:lnTo>
                      <a:pt x="112" y="38"/>
                    </a:lnTo>
                    <a:lnTo>
                      <a:pt x="116" y="38"/>
                    </a:lnTo>
                    <a:lnTo>
                      <a:pt x="116" y="42"/>
                    </a:lnTo>
                    <a:lnTo>
                      <a:pt x="120" y="42"/>
                    </a:lnTo>
                    <a:lnTo>
                      <a:pt x="124" y="42"/>
                    </a:lnTo>
                    <a:lnTo>
                      <a:pt x="124" y="46"/>
                    </a:lnTo>
                    <a:lnTo>
                      <a:pt x="128" y="46"/>
                    </a:lnTo>
                    <a:lnTo>
                      <a:pt x="128" y="50"/>
                    </a:lnTo>
                    <a:lnTo>
                      <a:pt x="130" y="50"/>
                    </a:lnTo>
                    <a:lnTo>
                      <a:pt x="134" y="52"/>
                    </a:lnTo>
                    <a:lnTo>
                      <a:pt x="138" y="52"/>
                    </a:lnTo>
                    <a:lnTo>
                      <a:pt x="138" y="56"/>
                    </a:lnTo>
                    <a:lnTo>
                      <a:pt x="142" y="56"/>
                    </a:lnTo>
                    <a:lnTo>
                      <a:pt x="142" y="52"/>
                    </a:lnTo>
                    <a:lnTo>
                      <a:pt x="146" y="52"/>
                    </a:lnTo>
                    <a:lnTo>
                      <a:pt x="150" y="50"/>
                    </a:lnTo>
                    <a:lnTo>
                      <a:pt x="154" y="46"/>
                    </a:lnTo>
                    <a:lnTo>
                      <a:pt x="154" y="42"/>
                    </a:lnTo>
                    <a:lnTo>
                      <a:pt x="154" y="38"/>
                    </a:lnTo>
                    <a:lnTo>
                      <a:pt x="154" y="34"/>
                    </a:lnTo>
                    <a:lnTo>
                      <a:pt x="154" y="30"/>
                    </a:lnTo>
                    <a:lnTo>
                      <a:pt x="154" y="26"/>
                    </a:lnTo>
                    <a:lnTo>
                      <a:pt x="154" y="22"/>
                    </a:lnTo>
                    <a:lnTo>
                      <a:pt x="154" y="20"/>
                    </a:lnTo>
                    <a:lnTo>
                      <a:pt x="156" y="16"/>
                    </a:lnTo>
                    <a:lnTo>
                      <a:pt x="160" y="12"/>
                    </a:lnTo>
                    <a:lnTo>
                      <a:pt x="164" y="12"/>
                    </a:lnTo>
                    <a:lnTo>
                      <a:pt x="164" y="8"/>
                    </a:lnTo>
                    <a:lnTo>
                      <a:pt x="168" y="8"/>
                    </a:lnTo>
                    <a:lnTo>
                      <a:pt x="172" y="8"/>
                    </a:lnTo>
                    <a:lnTo>
                      <a:pt x="176" y="8"/>
                    </a:lnTo>
                    <a:lnTo>
                      <a:pt x="176" y="4"/>
                    </a:lnTo>
                    <a:lnTo>
                      <a:pt x="180" y="4"/>
                    </a:lnTo>
                    <a:lnTo>
                      <a:pt x="182" y="4"/>
                    </a:lnTo>
                    <a:lnTo>
                      <a:pt x="182" y="8"/>
                    </a:lnTo>
                    <a:lnTo>
                      <a:pt x="186" y="8"/>
                    </a:lnTo>
                    <a:lnTo>
                      <a:pt x="190" y="8"/>
                    </a:lnTo>
                    <a:lnTo>
                      <a:pt x="194" y="8"/>
                    </a:lnTo>
                    <a:lnTo>
                      <a:pt x="194" y="12"/>
                    </a:lnTo>
                    <a:lnTo>
                      <a:pt x="198" y="12"/>
                    </a:lnTo>
                    <a:lnTo>
                      <a:pt x="198" y="16"/>
                    </a:lnTo>
                    <a:lnTo>
                      <a:pt x="198" y="20"/>
                    </a:lnTo>
                    <a:lnTo>
                      <a:pt x="202" y="20"/>
                    </a:lnTo>
                    <a:lnTo>
                      <a:pt x="206" y="20"/>
                    </a:lnTo>
                    <a:lnTo>
                      <a:pt x="210" y="20"/>
                    </a:lnTo>
                    <a:lnTo>
                      <a:pt x="210" y="22"/>
                    </a:lnTo>
                    <a:lnTo>
                      <a:pt x="212" y="22"/>
                    </a:lnTo>
                    <a:lnTo>
                      <a:pt x="216" y="22"/>
                    </a:lnTo>
                    <a:lnTo>
                      <a:pt x="220" y="22"/>
                    </a:lnTo>
                    <a:lnTo>
                      <a:pt x="224" y="22"/>
                    </a:lnTo>
                    <a:lnTo>
                      <a:pt x="224" y="26"/>
                    </a:lnTo>
                    <a:lnTo>
                      <a:pt x="224" y="30"/>
                    </a:lnTo>
                    <a:lnTo>
                      <a:pt x="224" y="34"/>
                    </a:lnTo>
                    <a:lnTo>
                      <a:pt x="220" y="34"/>
                    </a:lnTo>
                    <a:lnTo>
                      <a:pt x="220" y="38"/>
                    </a:lnTo>
                    <a:lnTo>
                      <a:pt x="224" y="42"/>
                    </a:lnTo>
                    <a:lnTo>
                      <a:pt x="224" y="46"/>
                    </a:lnTo>
                    <a:lnTo>
                      <a:pt x="224" y="50"/>
                    </a:lnTo>
                    <a:lnTo>
                      <a:pt x="220" y="52"/>
                    </a:lnTo>
                    <a:lnTo>
                      <a:pt x="220" y="56"/>
                    </a:lnTo>
                    <a:lnTo>
                      <a:pt x="220" y="60"/>
                    </a:lnTo>
                    <a:lnTo>
                      <a:pt x="220" y="64"/>
                    </a:lnTo>
                    <a:lnTo>
                      <a:pt x="220" y="68"/>
                    </a:lnTo>
                    <a:lnTo>
                      <a:pt x="224" y="72"/>
                    </a:lnTo>
                    <a:lnTo>
                      <a:pt x="224" y="76"/>
                    </a:lnTo>
                    <a:lnTo>
                      <a:pt x="224" y="78"/>
                    </a:lnTo>
                    <a:lnTo>
                      <a:pt x="224" y="90"/>
                    </a:lnTo>
                    <a:lnTo>
                      <a:pt x="224" y="94"/>
                    </a:lnTo>
                    <a:lnTo>
                      <a:pt x="224" y="98"/>
                    </a:lnTo>
                    <a:lnTo>
                      <a:pt x="224" y="102"/>
                    </a:lnTo>
                    <a:lnTo>
                      <a:pt x="224" y="106"/>
                    </a:lnTo>
                    <a:lnTo>
                      <a:pt x="224" y="112"/>
                    </a:lnTo>
                    <a:lnTo>
                      <a:pt x="224" y="116"/>
                    </a:lnTo>
                    <a:lnTo>
                      <a:pt x="224" y="120"/>
                    </a:lnTo>
                    <a:lnTo>
                      <a:pt x="224" y="124"/>
                    </a:lnTo>
                    <a:lnTo>
                      <a:pt x="224" y="132"/>
                    </a:lnTo>
                    <a:lnTo>
                      <a:pt x="224" y="142"/>
                    </a:lnTo>
                    <a:lnTo>
                      <a:pt x="224" y="150"/>
                    </a:lnTo>
                    <a:lnTo>
                      <a:pt x="224" y="154"/>
                    </a:lnTo>
                    <a:lnTo>
                      <a:pt x="224" y="162"/>
                    </a:lnTo>
                    <a:lnTo>
                      <a:pt x="224" y="168"/>
                    </a:lnTo>
                    <a:lnTo>
                      <a:pt x="224" y="176"/>
                    </a:lnTo>
                    <a:lnTo>
                      <a:pt x="224" y="198"/>
                    </a:lnTo>
                    <a:lnTo>
                      <a:pt x="224" y="202"/>
                    </a:lnTo>
                    <a:lnTo>
                      <a:pt x="224" y="222"/>
                    </a:lnTo>
                    <a:lnTo>
                      <a:pt x="224" y="238"/>
                    </a:lnTo>
                    <a:lnTo>
                      <a:pt x="220" y="238"/>
                    </a:lnTo>
                    <a:lnTo>
                      <a:pt x="216" y="238"/>
                    </a:lnTo>
                    <a:lnTo>
                      <a:pt x="212" y="238"/>
                    </a:lnTo>
                    <a:lnTo>
                      <a:pt x="210" y="238"/>
                    </a:lnTo>
                    <a:lnTo>
                      <a:pt x="210" y="246"/>
                    </a:lnTo>
                    <a:lnTo>
                      <a:pt x="202" y="242"/>
                    </a:lnTo>
                    <a:lnTo>
                      <a:pt x="194" y="238"/>
                    </a:lnTo>
                    <a:lnTo>
                      <a:pt x="186" y="232"/>
                    </a:lnTo>
                    <a:lnTo>
                      <a:pt x="180" y="228"/>
                    </a:lnTo>
                    <a:lnTo>
                      <a:pt x="172" y="224"/>
                    </a:lnTo>
                    <a:lnTo>
                      <a:pt x="168" y="222"/>
                    </a:lnTo>
                    <a:lnTo>
                      <a:pt x="156" y="218"/>
                    </a:lnTo>
                    <a:lnTo>
                      <a:pt x="150" y="210"/>
                    </a:lnTo>
                    <a:lnTo>
                      <a:pt x="142" y="206"/>
                    </a:lnTo>
                    <a:lnTo>
                      <a:pt x="138" y="202"/>
                    </a:lnTo>
                    <a:lnTo>
                      <a:pt x="134" y="202"/>
                    </a:lnTo>
                    <a:lnTo>
                      <a:pt x="130" y="198"/>
                    </a:lnTo>
                    <a:lnTo>
                      <a:pt x="124" y="194"/>
                    </a:lnTo>
                    <a:lnTo>
                      <a:pt x="120" y="192"/>
                    </a:lnTo>
                    <a:lnTo>
                      <a:pt x="108" y="188"/>
                    </a:lnTo>
                    <a:lnTo>
                      <a:pt x="100" y="180"/>
                    </a:lnTo>
                    <a:lnTo>
                      <a:pt x="98" y="180"/>
                    </a:lnTo>
                    <a:lnTo>
                      <a:pt x="86" y="184"/>
                    </a:lnTo>
                    <a:lnTo>
                      <a:pt x="82" y="184"/>
                    </a:lnTo>
                    <a:lnTo>
                      <a:pt x="82" y="188"/>
                    </a:lnTo>
                    <a:lnTo>
                      <a:pt x="78" y="188"/>
                    </a:lnTo>
                    <a:lnTo>
                      <a:pt x="74" y="192"/>
                    </a:lnTo>
                    <a:lnTo>
                      <a:pt x="72" y="192"/>
                    </a:lnTo>
                    <a:lnTo>
                      <a:pt x="72" y="194"/>
                    </a:lnTo>
                    <a:lnTo>
                      <a:pt x="68" y="188"/>
                    </a:lnTo>
                    <a:lnTo>
                      <a:pt x="64" y="184"/>
                    </a:lnTo>
                    <a:lnTo>
                      <a:pt x="60" y="184"/>
                    </a:lnTo>
                    <a:lnTo>
                      <a:pt x="56" y="180"/>
                    </a:lnTo>
                    <a:lnTo>
                      <a:pt x="52" y="180"/>
                    </a:lnTo>
                    <a:lnTo>
                      <a:pt x="48" y="180"/>
                    </a:lnTo>
                    <a:lnTo>
                      <a:pt x="44" y="180"/>
                    </a:lnTo>
                    <a:lnTo>
                      <a:pt x="42" y="176"/>
                    </a:lnTo>
                    <a:lnTo>
                      <a:pt x="38" y="176"/>
                    </a:lnTo>
                    <a:lnTo>
                      <a:pt x="38" y="168"/>
                    </a:lnTo>
                    <a:lnTo>
                      <a:pt x="34" y="162"/>
                    </a:lnTo>
                    <a:lnTo>
                      <a:pt x="30" y="162"/>
                    </a:lnTo>
                    <a:lnTo>
                      <a:pt x="26" y="162"/>
                    </a:lnTo>
                    <a:lnTo>
                      <a:pt x="22" y="158"/>
                    </a:lnTo>
                    <a:lnTo>
                      <a:pt x="18" y="158"/>
                    </a:lnTo>
                    <a:lnTo>
                      <a:pt x="18" y="162"/>
                    </a:lnTo>
                    <a:lnTo>
                      <a:pt x="16" y="158"/>
                    </a:lnTo>
                    <a:lnTo>
                      <a:pt x="16" y="154"/>
                    </a:lnTo>
                    <a:lnTo>
                      <a:pt x="12" y="154"/>
                    </a:lnTo>
                    <a:lnTo>
                      <a:pt x="12" y="150"/>
                    </a:lnTo>
                    <a:lnTo>
                      <a:pt x="12" y="146"/>
                    </a:lnTo>
                    <a:lnTo>
                      <a:pt x="12" y="142"/>
                    </a:lnTo>
                    <a:lnTo>
                      <a:pt x="8" y="138"/>
                    </a:lnTo>
                    <a:lnTo>
                      <a:pt x="4" y="132"/>
                    </a:lnTo>
                    <a:lnTo>
                      <a:pt x="4" y="128"/>
                    </a:lnTo>
                    <a:lnTo>
                      <a:pt x="8" y="124"/>
                    </a:lnTo>
                    <a:lnTo>
                      <a:pt x="12" y="120"/>
                    </a:lnTo>
                    <a:lnTo>
                      <a:pt x="12" y="116"/>
                    </a:lnTo>
                    <a:lnTo>
                      <a:pt x="8" y="116"/>
                    </a:lnTo>
                    <a:lnTo>
                      <a:pt x="8" y="112"/>
                    </a:lnTo>
                    <a:lnTo>
                      <a:pt x="8" y="108"/>
                    </a:lnTo>
                    <a:lnTo>
                      <a:pt x="8" y="106"/>
                    </a:lnTo>
                    <a:lnTo>
                      <a:pt x="12" y="102"/>
                    </a:lnTo>
                    <a:lnTo>
                      <a:pt x="12" y="98"/>
                    </a:lnTo>
                    <a:lnTo>
                      <a:pt x="8" y="94"/>
                    </a:lnTo>
                    <a:lnTo>
                      <a:pt x="8" y="90"/>
                    </a:lnTo>
                    <a:lnTo>
                      <a:pt x="8" y="86"/>
                    </a:lnTo>
                    <a:lnTo>
                      <a:pt x="8" y="82"/>
                    </a:lnTo>
                    <a:lnTo>
                      <a:pt x="8" y="78"/>
                    </a:lnTo>
                    <a:lnTo>
                      <a:pt x="8" y="76"/>
                    </a:lnTo>
                    <a:lnTo>
                      <a:pt x="8" y="72"/>
                    </a:lnTo>
                    <a:lnTo>
                      <a:pt x="8" y="68"/>
                    </a:lnTo>
                    <a:lnTo>
                      <a:pt x="8" y="64"/>
                    </a:lnTo>
                    <a:lnTo>
                      <a:pt x="4" y="64"/>
                    </a:lnTo>
                    <a:lnTo>
                      <a:pt x="4" y="60"/>
                    </a:lnTo>
                    <a:lnTo>
                      <a:pt x="0" y="56"/>
                    </a:lnTo>
                    <a:lnTo>
                      <a:pt x="4" y="56"/>
                    </a:lnTo>
                    <a:lnTo>
                      <a:pt x="8" y="52"/>
                    </a:lnTo>
                    <a:lnTo>
                      <a:pt x="12" y="52"/>
                    </a:lnTo>
                    <a:lnTo>
                      <a:pt x="12" y="50"/>
                    </a:lnTo>
                    <a:lnTo>
                      <a:pt x="16" y="46"/>
                    </a:lnTo>
                    <a:lnTo>
                      <a:pt x="16" y="42"/>
                    </a:lnTo>
                    <a:lnTo>
                      <a:pt x="16" y="38"/>
                    </a:lnTo>
                    <a:lnTo>
                      <a:pt x="16" y="34"/>
                    </a:lnTo>
                    <a:lnTo>
                      <a:pt x="12" y="34"/>
                    </a:lnTo>
                    <a:lnTo>
                      <a:pt x="12" y="30"/>
                    </a:lnTo>
                    <a:lnTo>
                      <a:pt x="16" y="26"/>
                    </a:lnTo>
                    <a:lnTo>
                      <a:pt x="18" y="26"/>
                    </a:lnTo>
                    <a:lnTo>
                      <a:pt x="22" y="22"/>
                    </a:lnTo>
                    <a:lnTo>
                      <a:pt x="22" y="20"/>
                    </a:lnTo>
                    <a:lnTo>
                      <a:pt x="26" y="20"/>
                    </a:lnTo>
                    <a:lnTo>
                      <a:pt x="30" y="16"/>
                    </a:lnTo>
                    <a:lnTo>
                      <a:pt x="34" y="16"/>
                    </a:lnTo>
                    <a:lnTo>
                      <a:pt x="34" y="12"/>
                    </a:lnTo>
                    <a:lnTo>
                      <a:pt x="34" y="8"/>
                    </a:lnTo>
                    <a:lnTo>
                      <a:pt x="34" y="4"/>
                    </a:lnTo>
                    <a:lnTo>
                      <a:pt x="34" y="0"/>
                    </a:lnTo>
                    <a:lnTo>
                      <a:pt x="34" y="4"/>
                    </a:lnTo>
                    <a:lnTo>
                      <a:pt x="38" y="4"/>
                    </a:lnTo>
                    <a:lnTo>
                      <a:pt x="42" y="4"/>
                    </a:lnTo>
                    <a:lnTo>
                      <a:pt x="42" y="8"/>
                    </a:lnTo>
                    <a:lnTo>
                      <a:pt x="44" y="8"/>
                    </a:lnTo>
                    <a:lnTo>
                      <a:pt x="48" y="8"/>
                    </a:lnTo>
                    <a:lnTo>
                      <a:pt x="52" y="8"/>
                    </a:lnTo>
                    <a:lnTo>
                      <a:pt x="56" y="8"/>
                    </a:lnTo>
                    <a:lnTo>
                      <a:pt x="56" y="4"/>
                    </a:lnTo>
                    <a:lnTo>
                      <a:pt x="60" y="4"/>
                    </a:lnTo>
                    <a:lnTo>
                      <a:pt x="60" y="8"/>
                    </a:lnTo>
                    <a:lnTo>
                      <a:pt x="64" y="8"/>
                    </a:lnTo>
                    <a:lnTo>
                      <a:pt x="68" y="8"/>
                    </a:lnTo>
                    <a:lnTo>
                      <a:pt x="68" y="8"/>
                    </a:lnTo>
                    <a:lnTo>
                      <a:pt x="68"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0" name="Freeform 154"/>
              <p:cNvSpPr>
                <a:spLocks noEditPoints="1"/>
              </p:cNvSpPr>
              <p:nvPr/>
            </p:nvSpPr>
            <p:spPr bwMode="gray">
              <a:xfrm>
                <a:off x="5864384" y="4874496"/>
                <a:ext cx="180883" cy="420900"/>
              </a:xfrm>
              <a:custGeom>
                <a:avLst/>
                <a:gdLst>
                  <a:gd name="T0" fmla="*/ 70 w 104"/>
                  <a:gd name="T1" fmla="*/ 26 h 242"/>
                  <a:gd name="T2" fmla="*/ 74 w 104"/>
                  <a:gd name="T3" fmla="*/ 152 h 242"/>
                  <a:gd name="T4" fmla="*/ 70 w 104"/>
                  <a:gd name="T5" fmla="*/ 168 h 242"/>
                  <a:gd name="T6" fmla="*/ 66 w 104"/>
                  <a:gd name="T7" fmla="*/ 182 h 242"/>
                  <a:gd name="T8" fmla="*/ 62 w 104"/>
                  <a:gd name="T9" fmla="*/ 194 h 242"/>
                  <a:gd name="T10" fmla="*/ 62 w 104"/>
                  <a:gd name="T11" fmla="*/ 208 h 242"/>
                  <a:gd name="T12" fmla="*/ 60 w 104"/>
                  <a:gd name="T13" fmla="*/ 220 h 242"/>
                  <a:gd name="T14" fmla="*/ 52 w 104"/>
                  <a:gd name="T15" fmla="*/ 232 h 242"/>
                  <a:gd name="T16" fmla="*/ 36 w 104"/>
                  <a:gd name="T17" fmla="*/ 236 h 242"/>
                  <a:gd name="T18" fmla="*/ 30 w 104"/>
                  <a:gd name="T19" fmla="*/ 242 h 242"/>
                  <a:gd name="T20" fmla="*/ 22 w 104"/>
                  <a:gd name="T21" fmla="*/ 236 h 242"/>
                  <a:gd name="T22" fmla="*/ 14 w 104"/>
                  <a:gd name="T23" fmla="*/ 236 h 242"/>
                  <a:gd name="T24" fmla="*/ 10 w 104"/>
                  <a:gd name="T25" fmla="*/ 224 h 242"/>
                  <a:gd name="T26" fmla="*/ 6 w 104"/>
                  <a:gd name="T27" fmla="*/ 208 h 242"/>
                  <a:gd name="T28" fmla="*/ 2 w 104"/>
                  <a:gd name="T29" fmla="*/ 198 h 242"/>
                  <a:gd name="T30" fmla="*/ 0 w 104"/>
                  <a:gd name="T31" fmla="*/ 186 h 242"/>
                  <a:gd name="T32" fmla="*/ 0 w 104"/>
                  <a:gd name="T33" fmla="*/ 172 h 242"/>
                  <a:gd name="T34" fmla="*/ 6 w 104"/>
                  <a:gd name="T35" fmla="*/ 164 h 242"/>
                  <a:gd name="T36" fmla="*/ 10 w 104"/>
                  <a:gd name="T37" fmla="*/ 152 h 242"/>
                  <a:gd name="T38" fmla="*/ 18 w 104"/>
                  <a:gd name="T39" fmla="*/ 138 h 242"/>
                  <a:gd name="T40" fmla="*/ 14 w 104"/>
                  <a:gd name="T41" fmla="*/ 130 h 242"/>
                  <a:gd name="T42" fmla="*/ 14 w 104"/>
                  <a:gd name="T43" fmla="*/ 116 h 242"/>
                  <a:gd name="T44" fmla="*/ 10 w 104"/>
                  <a:gd name="T45" fmla="*/ 104 h 242"/>
                  <a:gd name="T46" fmla="*/ 14 w 104"/>
                  <a:gd name="T47" fmla="*/ 94 h 242"/>
                  <a:gd name="T48" fmla="*/ 18 w 104"/>
                  <a:gd name="T49" fmla="*/ 82 h 242"/>
                  <a:gd name="T50" fmla="*/ 22 w 104"/>
                  <a:gd name="T51" fmla="*/ 74 h 242"/>
                  <a:gd name="T52" fmla="*/ 30 w 104"/>
                  <a:gd name="T53" fmla="*/ 74 h 242"/>
                  <a:gd name="T54" fmla="*/ 32 w 104"/>
                  <a:gd name="T55" fmla="*/ 70 h 242"/>
                  <a:gd name="T56" fmla="*/ 40 w 104"/>
                  <a:gd name="T57" fmla="*/ 70 h 242"/>
                  <a:gd name="T58" fmla="*/ 44 w 104"/>
                  <a:gd name="T59" fmla="*/ 70 h 242"/>
                  <a:gd name="T60" fmla="*/ 48 w 104"/>
                  <a:gd name="T61" fmla="*/ 60 h 242"/>
                  <a:gd name="T62" fmla="*/ 52 w 104"/>
                  <a:gd name="T63" fmla="*/ 64 h 242"/>
                  <a:gd name="T64" fmla="*/ 60 w 104"/>
                  <a:gd name="T65" fmla="*/ 52 h 242"/>
                  <a:gd name="T66" fmla="*/ 60 w 104"/>
                  <a:gd name="T67" fmla="*/ 52 h 242"/>
                  <a:gd name="T68" fmla="*/ 66 w 104"/>
                  <a:gd name="T69" fmla="*/ 48 h 242"/>
                  <a:gd name="T70" fmla="*/ 62 w 104"/>
                  <a:gd name="T71" fmla="*/ 44 h 242"/>
                  <a:gd name="T72" fmla="*/ 66 w 104"/>
                  <a:gd name="T73" fmla="*/ 40 h 242"/>
                  <a:gd name="T74" fmla="*/ 70 w 104"/>
                  <a:gd name="T75" fmla="*/ 30 h 242"/>
                  <a:gd name="T76" fmla="*/ 74 w 104"/>
                  <a:gd name="T77" fmla="*/ 30 h 242"/>
                  <a:gd name="T78" fmla="*/ 78 w 104"/>
                  <a:gd name="T79" fmla="*/ 18 h 242"/>
                  <a:gd name="T80" fmla="*/ 82 w 104"/>
                  <a:gd name="T81" fmla="*/ 10 h 242"/>
                  <a:gd name="T82" fmla="*/ 82 w 104"/>
                  <a:gd name="T83" fmla="*/ 4 h 242"/>
                  <a:gd name="T84" fmla="*/ 86 w 104"/>
                  <a:gd name="T85" fmla="*/ 8 h 242"/>
                  <a:gd name="T86" fmla="*/ 88 w 104"/>
                  <a:gd name="T87" fmla="*/ 10 h 242"/>
                  <a:gd name="T88" fmla="*/ 96 w 104"/>
                  <a:gd name="T89" fmla="*/ 18 h 242"/>
                  <a:gd name="T90" fmla="*/ 96 w 104"/>
                  <a:gd name="T91" fmla="*/ 26 h 242"/>
                  <a:gd name="T92" fmla="*/ 96 w 104"/>
                  <a:gd name="T93" fmla="*/ 40 h 242"/>
                  <a:gd name="T94" fmla="*/ 100 w 104"/>
                  <a:gd name="T95" fmla="*/ 48 h 242"/>
                  <a:gd name="T96" fmla="*/ 100 w 104"/>
                  <a:gd name="T97" fmla="*/ 64 h 242"/>
                  <a:gd name="T98" fmla="*/ 96 w 104"/>
                  <a:gd name="T99" fmla="*/ 66 h 242"/>
                  <a:gd name="T100" fmla="*/ 92 w 104"/>
                  <a:gd name="T101" fmla="*/ 66 h 242"/>
                  <a:gd name="T102" fmla="*/ 92 w 104"/>
                  <a:gd name="T103" fmla="*/ 82 h 242"/>
                  <a:gd name="T104" fmla="*/ 88 w 104"/>
                  <a:gd name="T105" fmla="*/ 94 h 242"/>
                  <a:gd name="T106" fmla="*/ 88 w 104"/>
                  <a:gd name="T107" fmla="*/ 108 h 242"/>
                  <a:gd name="T108" fmla="*/ 86 w 104"/>
                  <a:gd name="T109" fmla="*/ 122 h 242"/>
                  <a:gd name="T110" fmla="*/ 82 w 104"/>
                  <a:gd name="T111" fmla="*/ 134 h 242"/>
                  <a:gd name="T112" fmla="*/ 78 w 104"/>
                  <a:gd name="T113" fmla="*/ 146 h 242"/>
                  <a:gd name="T114" fmla="*/ 74 w 104"/>
                  <a:gd name="T115" fmla="*/ 150 h 242"/>
                  <a:gd name="T116" fmla="*/ 96 w 104"/>
                  <a:gd name="T117" fmla="*/ 90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4" h="242">
                    <a:moveTo>
                      <a:pt x="70" y="26"/>
                    </a:moveTo>
                    <a:lnTo>
                      <a:pt x="70" y="22"/>
                    </a:lnTo>
                    <a:lnTo>
                      <a:pt x="74" y="26"/>
                    </a:lnTo>
                    <a:lnTo>
                      <a:pt x="70" y="26"/>
                    </a:lnTo>
                    <a:lnTo>
                      <a:pt x="70" y="26"/>
                    </a:lnTo>
                    <a:lnTo>
                      <a:pt x="70" y="26"/>
                    </a:lnTo>
                    <a:close/>
                    <a:moveTo>
                      <a:pt x="74" y="150"/>
                    </a:moveTo>
                    <a:lnTo>
                      <a:pt x="74" y="152"/>
                    </a:lnTo>
                    <a:lnTo>
                      <a:pt x="74" y="156"/>
                    </a:lnTo>
                    <a:lnTo>
                      <a:pt x="74" y="160"/>
                    </a:lnTo>
                    <a:lnTo>
                      <a:pt x="74" y="164"/>
                    </a:lnTo>
                    <a:lnTo>
                      <a:pt x="70" y="168"/>
                    </a:lnTo>
                    <a:lnTo>
                      <a:pt x="70" y="172"/>
                    </a:lnTo>
                    <a:lnTo>
                      <a:pt x="70" y="176"/>
                    </a:lnTo>
                    <a:lnTo>
                      <a:pt x="66" y="180"/>
                    </a:lnTo>
                    <a:lnTo>
                      <a:pt x="66" y="182"/>
                    </a:lnTo>
                    <a:lnTo>
                      <a:pt x="66" y="186"/>
                    </a:lnTo>
                    <a:lnTo>
                      <a:pt x="66" y="190"/>
                    </a:lnTo>
                    <a:lnTo>
                      <a:pt x="66" y="194"/>
                    </a:lnTo>
                    <a:lnTo>
                      <a:pt x="62" y="194"/>
                    </a:lnTo>
                    <a:lnTo>
                      <a:pt x="62" y="198"/>
                    </a:lnTo>
                    <a:lnTo>
                      <a:pt x="62" y="202"/>
                    </a:lnTo>
                    <a:lnTo>
                      <a:pt x="62" y="206"/>
                    </a:lnTo>
                    <a:lnTo>
                      <a:pt x="62" y="208"/>
                    </a:lnTo>
                    <a:lnTo>
                      <a:pt x="60" y="208"/>
                    </a:lnTo>
                    <a:lnTo>
                      <a:pt x="60" y="212"/>
                    </a:lnTo>
                    <a:lnTo>
                      <a:pt x="60" y="216"/>
                    </a:lnTo>
                    <a:lnTo>
                      <a:pt x="60" y="220"/>
                    </a:lnTo>
                    <a:lnTo>
                      <a:pt x="56" y="224"/>
                    </a:lnTo>
                    <a:lnTo>
                      <a:pt x="56" y="228"/>
                    </a:lnTo>
                    <a:lnTo>
                      <a:pt x="56" y="232"/>
                    </a:lnTo>
                    <a:lnTo>
                      <a:pt x="52" y="232"/>
                    </a:lnTo>
                    <a:lnTo>
                      <a:pt x="48" y="236"/>
                    </a:lnTo>
                    <a:lnTo>
                      <a:pt x="44" y="236"/>
                    </a:lnTo>
                    <a:lnTo>
                      <a:pt x="40" y="236"/>
                    </a:lnTo>
                    <a:lnTo>
                      <a:pt x="36" y="236"/>
                    </a:lnTo>
                    <a:lnTo>
                      <a:pt x="36" y="238"/>
                    </a:lnTo>
                    <a:lnTo>
                      <a:pt x="32" y="238"/>
                    </a:lnTo>
                    <a:lnTo>
                      <a:pt x="32" y="242"/>
                    </a:lnTo>
                    <a:lnTo>
                      <a:pt x="30" y="242"/>
                    </a:lnTo>
                    <a:lnTo>
                      <a:pt x="26" y="242"/>
                    </a:lnTo>
                    <a:lnTo>
                      <a:pt x="26" y="238"/>
                    </a:lnTo>
                    <a:lnTo>
                      <a:pt x="22" y="238"/>
                    </a:lnTo>
                    <a:lnTo>
                      <a:pt x="22" y="236"/>
                    </a:lnTo>
                    <a:lnTo>
                      <a:pt x="18" y="236"/>
                    </a:lnTo>
                    <a:lnTo>
                      <a:pt x="14" y="236"/>
                    </a:lnTo>
                    <a:lnTo>
                      <a:pt x="18" y="236"/>
                    </a:lnTo>
                    <a:lnTo>
                      <a:pt x="14" y="236"/>
                    </a:lnTo>
                    <a:lnTo>
                      <a:pt x="14" y="232"/>
                    </a:lnTo>
                    <a:lnTo>
                      <a:pt x="10" y="232"/>
                    </a:lnTo>
                    <a:lnTo>
                      <a:pt x="10" y="228"/>
                    </a:lnTo>
                    <a:lnTo>
                      <a:pt x="10" y="224"/>
                    </a:lnTo>
                    <a:lnTo>
                      <a:pt x="6" y="220"/>
                    </a:lnTo>
                    <a:lnTo>
                      <a:pt x="6" y="216"/>
                    </a:lnTo>
                    <a:lnTo>
                      <a:pt x="6" y="212"/>
                    </a:lnTo>
                    <a:lnTo>
                      <a:pt x="6" y="208"/>
                    </a:lnTo>
                    <a:lnTo>
                      <a:pt x="6" y="206"/>
                    </a:lnTo>
                    <a:lnTo>
                      <a:pt x="6" y="202"/>
                    </a:lnTo>
                    <a:lnTo>
                      <a:pt x="2" y="202"/>
                    </a:lnTo>
                    <a:lnTo>
                      <a:pt x="2" y="198"/>
                    </a:lnTo>
                    <a:lnTo>
                      <a:pt x="2" y="194"/>
                    </a:lnTo>
                    <a:lnTo>
                      <a:pt x="2" y="190"/>
                    </a:lnTo>
                    <a:lnTo>
                      <a:pt x="0" y="190"/>
                    </a:lnTo>
                    <a:lnTo>
                      <a:pt x="0" y="186"/>
                    </a:lnTo>
                    <a:lnTo>
                      <a:pt x="0" y="182"/>
                    </a:lnTo>
                    <a:lnTo>
                      <a:pt x="0" y="180"/>
                    </a:lnTo>
                    <a:lnTo>
                      <a:pt x="0" y="176"/>
                    </a:lnTo>
                    <a:lnTo>
                      <a:pt x="0" y="172"/>
                    </a:lnTo>
                    <a:lnTo>
                      <a:pt x="2" y="172"/>
                    </a:lnTo>
                    <a:lnTo>
                      <a:pt x="2" y="168"/>
                    </a:lnTo>
                    <a:lnTo>
                      <a:pt x="2" y="164"/>
                    </a:lnTo>
                    <a:lnTo>
                      <a:pt x="6" y="164"/>
                    </a:lnTo>
                    <a:lnTo>
                      <a:pt x="6" y="160"/>
                    </a:lnTo>
                    <a:lnTo>
                      <a:pt x="10" y="160"/>
                    </a:lnTo>
                    <a:lnTo>
                      <a:pt x="10" y="156"/>
                    </a:lnTo>
                    <a:lnTo>
                      <a:pt x="10" y="152"/>
                    </a:lnTo>
                    <a:lnTo>
                      <a:pt x="14" y="150"/>
                    </a:lnTo>
                    <a:lnTo>
                      <a:pt x="14" y="146"/>
                    </a:lnTo>
                    <a:lnTo>
                      <a:pt x="18" y="142"/>
                    </a:lnTo>
                    <a:lnTo>
                      <a:pt x="18" y="138"/>
                    </a:lnTo>
                    <a:lnTo>
                      <a:pt x="14" y="138"/>
                    </a:lnTo>
                    <a:lnTo>
                      <a:pt x="18" y="134"/>
                    </a:lnTo>
                    <a:lnTo>
                      <a:pt x="18" y="130"/>
                    </a:lnTo>
                    <a:lnTo>
                      <a:pt x="14" y="130"/>
                    </a:lnTo>
                    <a:lnTo>
                      <a:pt x="14" y="126"/>
                    </a:lnTo>
                    <a:lnTo>
                      <a:pt x="14" y="122"/>
                    </a:lnTo>
                    <a:lnTo>
                      <a:pt x="14" y="120"/>
                    </a:lnTo>
                    <a:lnTo>
                      <a:pt x="14" y="116"/>
                    </a:lnTo>
                    <a:lnTo>
                      <a:pt x="10" y="116"/>
                    </a:lnTo>
                    <a:lnTo>
                      <a:pt x="10" y="112"/>
                    </a:lnTo>
                    <a:lnTo>
                      <a:pt x="10" y="108"/>
                    </a:lnTo>
                    <a:lnTo>
                      <a:pt x="10" y="104"/>
                    </a:lnTo>
                    <a:lnTo>
                      <a:pt x="10" y="100"/>
                    </a:lnTo>
                    <a:lnTo>
                      <a:pt x="10" y="96"/>
                    </a:lnTo>
                    <a:lnTo>
                      <a:pt x="10" y="94"/>
                    </a:lnTo>
                    <a:lnTo>
                      <a:pt x="14" y="94"/>
                    </a:lnTo>
                    <a:lnTo>
                      <a:pt x="14" y="90"/>
                    </a:lnTo>
                    <a:lnTo>
                      <a:pt x="14" y="86"/>
                    </a:lnTo>
                    <a:lnTo>
                      <a:pt x="18" y="86"/>
                    </a:lnTo>
                    <a:lnTo>
                      <a:pt x="18" y="82"/>
                    </a:lnTo>
                    <a:lnTo>
                      <a:pt x="18" y="78"/>
                    </a:lnTo>
                    <a:lnTo>
                      <a:pt x="14" y="78"/>
                    </a:lnTo>
                    <a:lnTo>
                      <a:pt x="18" y="74"/>
                    </a:lnTo>
                    <a:lnTo>
                      <a:pt x="22" y="74"/>
                    </a:lnTo>
                    <a:lnTo>
                      <a:pt x="26" y="74"/>
                    </a:lnTo>
                    <a:lnTo>
                      <a:pt x="26" y="70"/>
                    </a:lnTo>
                    <a:lnTo>
                      <a:pt x="30" y="70"/>
                    </a:lnTo>
                    <a:lnTo>
                      <a:pt x="30" y="74"/>
                    </a:lnTo>
                    <a:lnTo>
                      <a:pt x="30" y="70"/>
                    </a:lnTo>
                    <a:lnTo>
                      <a:pt x="32" y="70"/>
                    </a:lnTo>
                    <a:lnTo>
                      <a:pt x="32" y="74"/>
                    </a:lnTo>
                    <a:lnTo>
                      <a:pt x="32" y="70"/>
                    </a:lnTo>
                    <a:lnTo>
                      <a:pt x="32" y="66"/>
                    </a:lnTo>
                    <a:lnTo>
                      <a:pt x="36" y="66"/>
                    </a:lnTo>
                    <a:lnTo>
                      <a:pt x="36" y="70"/>
                    </a:lnTo>
                    <a:lnTo>
                      <a:pt x="40" y="70"/>
                    </a:lnTo>
                    <a:lnTo>
                      <a:pt x="40" y="66"/>
                    </a:lnTo>
                    <a:lnTo>
                      <a:pt x="44" y="66"/>
                    </a:lnTo>
                    <a:lnTo>
                      <a:pt x="40" y="66"/>
                    </a:lnTo>
                    <a:lnTo>
                      <a:pt x="44" y="70"/>
                    </a:lnTo>
                    <a:lnTo>
                      <a:pt x="44" y="66"/>
                    </a:lnTo>
                    <a:lnTo>
                      <a:pt x="44" y="64"/>
                    </a:lnTo>
                    <a:lnTo>
                      <a:pt x="48" y="64"/>
                    </a:lnTo>
                    <a:lnTo>
                      <a:pt x="48" y="60"/>
                    </a:lnTo>
                    <a:lnTo>
                      <a:pt x="52" y="60"/>
                    </a:lnTo>
                    <a:lnTo>
                      <a:pt x="56" y="60"/>
                    </a:lnTo>
                    <a:lnTo>
                      <a:pt x="52" y="60"/>
                    </a:lnTo>
                    <a:lnTo>
                      <a:pt x="52" y="64"/>
                    </a:lnTo>
                    <a:lnTo>
                      <a:pt x="56" y="64"/>
                    </a:lnTo>
                    <a:lnTo>
                      <a:pt x="56" y="60"/>
                    </a:lnTo>
                    <a:lnTo>
                      <a:pt x="56" y="56"/>
                    </a:lnTo>
                    <a:lnTo>
                      <a:pt x="60" y="52"/>
                    </a:lnTo>
                    <a:lnTo>
                      <a:pt x="56" y="52"/>
                    </a:lnTo>
                    <a:lnTo>
                      <a:pt x="60" y="52"/>
                    </a:lnTo>
                    <a:lnTo>
                      <a:pt x="60" y="48"/>
                    </a:lnTo>
                    <a:lnTo>
                      <a:pt x="60" y="52"/>
                    </a:lnTo>
                    <a:lnTo>
                      <a:pt x="60" y="56"/>
                    </a:lnTo>
                    <a:lnTo>
                      <a:pt x="62" y="52"/>
                    </a:lnTo>
                    <a:lnTo>
                      <a:pt x="62" y="48"/>
                    </a:lnTo>
                    <a:lnTo>
                      <a:pt x="66" y="48"/>
                    </a:lnTo>
                    <a:lnTo>
                      <a:pt x="66" y="52"/>
                    </a:lnTo>
                    <a:lnTo>
                      <a:pt x="66" y="48"/>
                    </a:lnTo>
                    <a:lnTo>
                      <a:pt x="62" y="48"/>
                    </a:lnTo>
                    <a:lnTo>
                      <a:pt x="62" y="44"/>
                    </a:lnTo>
                    <a:lnTo>
                      <a:pt x="62" y="40"/>
                    </a:lnTo>
                    <a:lnTo>
                      <a:pt x="66" y="40"/>
                    </a:lnTo>
                    <a:lnTo>
                      <a:pt x="66" y="38"/>
                    </a:lnTo>
                    <a:lnTo>
                      <a:pt x="66" y="40"/>
                    </a:lnTo>
                    <a:lnTo>
                      <a:pt x="66" y="38"/>
                    </a:lnTo>
                    <a:lnTo>
                      <a:pt x="66" y="34"/>
                    </a:lnTo>
                    <a:lnTo>
                      <a:pt x="66" y="30"/>
                    </a:lnTo>
                    <a:lnTo>
                      <a:pt x="70" y="30"/>
                    </a:lnTo>
                    <a:lnTo>
                      <a:pt x="70" y="34"/>
                    </a:lnTo>
                    <a:lnTo>
                      <a:pt x="74" y="30"/>
                    </a:lnTo>
                    <a:lnTo>
                      <a:pt x="70" y="30"/>
                    </a:lnTo>
                    <a:lnTo>
                      <a:pt x="74" y="30"/>
                    </a:lnTo>
                    <a:lnTo>
                      <a:pt x="74" y="26"/>
                    </a:lnTo>
                    <a:lnTo>
                      <a:pt x="78" y="26"/>
                    </a:lnTo>
                    <a:lnTo>
                      <a:pt x="78" y="22"/>
                    </a:lnTo>
                    <a:lnTo>
                      <a:pt x="78" y="18"/>
                    </a:lnTo>
                    <a:lnTo>
                      <a:pt x="82" y="18"/>
                    </a:lnTo>
                    <a:lnTo>
                      <a:pt x="82" y="14"/>
                    </a:lnTo>
                    <a:lnTo>
                      <a:pt x="78" y="10"/>
                    </a:lnTo>
                    <a:lnTo>
                      <a:pt x="82" y="10"/>
                    </a:lnTo>
                    <a:lnTo>
                      <a:pt x="82" y="8"/>
                    </a:lnTo>
                    <a:lnTo>
                      <a:pt x="86" y="8"/>
                    </a:lnTo>
                    <a:lnTo>
                      <a:pt x="86" y="4"/>
                    </a:lnTo>
                    <a:lnTo>
                      <a:pt x="82" y="4"/>
                    </a:lnTo>
                    <a:lnTo>
                      <a:pt x="86" y="4"/>
                    </a:lnTo>
                    <a:lnTo>
                      <a:pt x="86" y="0"/>
                    </a:lnTo>
                    <a:lnTo>
                      <a:pt x="86" y="4"/>
                    </a:lnTo>
                    <a:lnTo>
                      <a:pt x="86" y="8"/>
                    </a:lnTo>
                    <a:lnTo>
                      <a:pt x="86" y="4"/>
                    </a:lnTo>
                    <a:lnTo>
                      <a:pt x="86" y="8"/>
                    </a:lnTo>
                    <a:lnTo>
                      <a:pt x="88" y="8"/>
                    </a:lnTo>
                    <a:lnTo>
                      <a:pt x="88" y="10"/>
                    </a:lnTo>
                    <a:lnTo>
                      <a:pt x="88" y="14"/>
                    </a:lnTo>
                    <a:lnTo>
                      <a:pt x="92" y="14"/>
                    </a:lnTo>
                    <a:lnTo>
                      <a:pt x="92" y="18"/>
                    </a:lnTo>
                    <a:lnTo>
                      <a:pt x="96" y="18"/>
                    </a:lnTo>
                    <a:lnTo>
                      <a:pt x="96" y="22"/>
                    </a:lnTo>
                    <a:lnTo>
                      <a:pt x="92" y="22"/>
                    </a:lnTo>
                    <a:lnTo>
                      <a:pt x="96" y="22"/>
                    </a:lnTo>
                    <a:lnTo>
                      <a:pt x="96" y="26"/>
                    </a:lnTo>
                    <a:lnTo>
                      <a:pt x="96" y="30"/>
                    </a:lnTo>
                    <a:lnTo>
                      <a:pt x="96" y="34"/>
                    </a:lnTo>
                    <a:lnTo>
                      <a:pt x="96" y="38"/>
                    </a:lnTo>
                    <a:lnTo>
                      <a:pt x="96" y="40"/>
                    </a:lnTo>
                    <a:lnTo>
                      <a:pt x="100" y="40"/>
                    </a:lnTo>
                    <a:lnTo>
                      <a:pt x="100" y="44"/>
                    </a:lnTo>
                    <a:lnTo>
                      <a:pt x="96" y="44"/>
                    </a:lnTo>
                    <a:lnTo>
                      <a:pt x="100" y="48"/>
                    </a:lnTo>
                    <a:lnTo>
                      <a:pt x="100" y="52"/>
                    </a:lnTo>
                    <a:lnTo>
                      <a:pt x="100" y="56"/>
                    </a:lnTo>
                    <a:lnTo>
                      <a:pt x="104" y="60"/>
                    </a:lnTo>
                    <a:lnTo>
                      <a:pt x="100" y="64"/>
                    </a:lnTo>
                    <a:lnTo>
                      <a:pt x="100" y="66"/>
                    </a:lnTo>
                    <a:lnTo>
                      <a:pt x="100" y="70"/>
                    </a:lnTo>
                    <a:lnTo>
                      <a:pt x="96" y="70"/>
                    </a:lnTo>
                    <a:lnTo>
                      <a:pt x="96" y="66"/>
                    </a:lnTo>
                    <a:lnTo>
                      <a:pt x="92" y="64"/>
                    </a:lnTo>
                    <a:lnTo>
                      <a:pt x="88" y="64"/>
                    </a:lnTo>
                    <a:lnTo>
                      <a:pt x="88" y="66"/>
                    </a:lnTo>
                    <a:lnTo>
                      <a:pt x="92" y="66"/>
                    </a:lnTo>
                    <a:lnTo>
                      <a:pt x="92" y="70"/>
                    </a:lnTo>
                    <a:lnTo>
                      <a:pt x="92" y="74"/>
                    </a:lnTo>
                    <a:lnTo>
                      <a:pt x="92" y="78"/>
                    </a:lnTo>
                    <a:lnTo>
                      <a:pt x="92" y="82"/>
                    </a:lnTo>
                    <a:lnTo>
                      <a:pt x="92" y="86"/>
                    </a:lnTo>
                    <a:lnTo>
                      <a:pt x="88" y="86"/>
                    </a:lnTo>
                    <a:lnTo>
                      <a:pt x="88" y="90"/>
                    </a:lnTo>
                    <a:lnTo>
                      <a:pt x="88" y="94"/>
                    </a:lnTo>
                    <a:lnTo>
                      <a:pt x="88" y="96"/>
                    </a:lnTo>
                    <a:lnTo>
                      <a:pt x="88" y="100"/>
                    </a:lnTo>
                    <a:lnTo>
                      <a:pt x="88" y="104"/>
                    </a:lnTo>
                    <a:lnTo>
                      <a:pt x="88" y="108"/>
                    </a:lnTo>
                    <a:lnTo>
                      <a:pt x="86" y="112"/>
                    </a:lnTo>
                    <a:lnTo>
                      <a:pt x="86" y="116"/>
                    </a:lnTo>
                    <a:lnTo>
                      <a:pt x="86" y="120"/>
                    </a:lnTo>
                    <a:lnTo>
                      <a:pt x="86" y="122"/>
                    </a:lnTo>
                    <a:lnTo>
                      <a:pt x="82" y="122"/>
                    </a:lnTo>
                    <a:lnTo>
                      <a:pt x="82" y="126"/>
                    </a:lnTo>
                    <a:lnTo>
                      <a:pt x="82" y="130"/>
                    </a:lnTo>
                    <a:lnTo>
                      <a:pt x="82" y="134"/>
                    </a:lnTo>
                    <a:lnTo>
                      <a:pt x="78" y="134"/>
                    </a:lnTo>
                    <a:lnTo>
                      <a:pt x="78" y="138"/>
                    </a:lnTo>
                    <a:lnTo>
                      <a:pt x="78" y="142"/>
                    </a:lnTo>
                    <a:lnTo>
                      <a:pt x="78" y="146"/>
                    </a:lnTo>
                    <a:lnTo>
                      <a:pt x="78" y="150"/>
                    </a:lnTo>
                    <a:lnTo>
                      <a:pt x="74" y="150"/>
                    </a:lnTo>
                    <a:lnTo>
                      <a:pt x="74" y="150"/>
                    </a:lnTo>
                    <a:lnTo>
                      <a:pt x="74" y="150"/>
                    </a:lnTo>
                    <a:close/>
                    <a:moveTo>
                      <a:pt x="92" y="90"/>
                    </a:moveTo>
                    <a:lnTo>
                      <a:pt x="92" y="86"/>
                    </a:lnTo>
                    <a:lnTo>
                      <a:pt x="96" y="86"/>
                    </a:lnTo>
                    <a:lnTo>
                      <a:pt x="96" y="90"/>
                    </a:lnTo>
                    <a:lnTo>
                      <a:pt x="92" y="90"/>
                    </a:lnTo>
                    <a:lnTo>
                      <a:pt x="92" y="90"/>
                    </a:lnTo>
                    <a:lnTo>
                      <a:pt x="92" y="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1" name="Freeform 155"/>
              <p:cNvSpPr>
                <a:spLocks noEditPoints="1"/>
              </p:cNvSpPr>
              <p:nvPr/>
            </p:nvSpPr>
            <p:spPr bwMode="gray">
              <a:xfrm>
                <a:off x="5603495" y="4801447"/>
                <a:ext cx="76528" cy="233060"/>
              </a:xfrm>
              <a:custGeom>
                <a:avLst/>
                <a:gdLst>
                  <a:gd name="T0" fmla="*/ 4 w 44"/>
                  <a:gd name="T1" fmla="*/ 78 h 134"/>
                  <a:gd name="T2" fmla="*/ 0 w 44"/>
                  <a:gd name="T3" fmla="*/ 72 h 134"/>
                  <a:gd name="T4" fmla="*/ 4 w 44"/>
                  <a:gd name="T5" fmla="*/ 68 h 134"/>
                  <a:gd name="T6" fmla="*/ 4 w 44"/>
                  <a:gd name="T7" fmla="*/ 60 h 134"/>
                  <a:gd name="T8" fmla="*/ 4 w 44"/>
                  <a:gd name="T9" fmla="*/ 56 h 134"/>
                  <a:gd name="T10" fmla="*/ 10 w 44"/>
                  <a:gd name="T11" fmla="*/ 52 h 134"/>
                  <a:gd name="T12" fmla="*/ 10 w 44"/>
                  <a:gd name="T13" fmla="*/ 48 h 134"/>
                  <a:gd name="T14" fmla="*/ 10 w 44"/>
                  <a:gd name="T15" fmla="*/ 48 h 134"/>
                  <a:gd name="T16" fmla="*/ 6 w 44"/>
                  <a:gd name="T17" fmla="*/ 38 h 134"/>
                  <a:gd name="T18" fmla="*/ 10 w 44"/>
                  <a:gd name="T19" fmla="*/ 30 h 134"/>
                  <a:gd name="T20" fmla="*/ 6 w 44"/>
                  <a:gd name="T21" fmla="*/ 26 h 134"/>
                  <a:gd name="T22" fmla="*/ 10 w 44"/>
                  <a:gd name="T23" fmla="*/ 22 h 134"/>
                  <a:gd name="T24" fmla="*/ 14 w 44"/>
                  <a:gd name="T25" fmla="*/ 20 h 134"/>
                  <a:gd name="T26" fmla="*/ 10 w 44"/>
                  <a:gd name="T27" fmla="*/ 16 h 134"/>
                  <a:gd name="T28" fmla="*/ 6 w 44"/>
                  <a:gd name="T29" fmla="*/ 12 h 134"/>
                  <a:gd name="T30" fmla="*/ 6 w 44"/>
                  <a:gd name="T31" fmla="*/ 4 h 134"/>
                  <a:gd name="T32" fmla="*/ 6 w 44"/>
                  <a:gd name="T33" fmla="*/ 4 h 134"/>
                  <a:gd name="T34" fmla="*/ 4 w 44"/>
                  <a:gd name="T35" fmla="*/ 0 h 134"/>
                  <a:gd name="T36" fmla="*/ 4 w 44"/>
                  <a:gd name="T37" fmla="*/ 0 h 134"/>
                  <a:gd name="T38" fmla="*/ 10 w 44"/>
                  <a:gd name="T39" fmla="*/ 0 h 134"/>
                  <a:gd name="T40" fmla="*/ 14 w 44"/>
                  <a:gd name="T41" fmla="*/ 4 h 134"/>
                  <a:gd name="T42" fmla="*/ 18 w 44"/>
                  <a:gd name="T43" fmla="*/ 4 h 134"/>
                  <a:gd name="T44" fmla="*/ 18 w 44"/>
                  <a:gd name="T45" fmla="*/ 0 h 134"/>
                  <a:gd name="T46" fmla="*/ 26 w 44"/>
                  <a:gd name="T47" fmla="*/ 8 h 134"/>
                  <a:gd name="T48" fmla="*/ 26 w 44"/>
                  <a:gd name="T49" fmla="*/ 16 h 134"/>
                  <a:gd name="T50" fmla="*/ 26 w 44"/>
                  <a:gd name="T51" fmla="*/ 20 h 134"/>
                  <a:gd name="T52" fmla="*/ 26 w 44"/>
                  <a:gd name="T53" fmla="*/ 26 h 134"/>
                  <a:gd name="T54" fmla="*/ 30 w 44"/>
                  <a:gd name="T55" fmla="*/ 30 h 134"/>
                  <a:gd name="T56" fmla="*/ 34 w 44"/>
                  <a:gd name="T57" fmla="*/ 38 h 134"/>
                  <a:gd name="T58" fmla="*/ 26 w 44"/>
                  <a:gd name="T59" fmla="*/ 38 h 134"/>
                  <a:gd name="T60" fmla="*/ 26 w 44"/>
                  <a:gd name="T61" fmla="*/ 42 h 134"/>
                  <a:gd name="T62" fmla="*/ 22 w 44"/>
                  <a:gd name="T63" fmla="*/ 48 h 134"/>
                  <a:gd name="T64" fmla="*/ 26 w 44"/>
                  <a:gd name="T65" fmla="*/ 52 h 134"/>
                  <a:gd name="T66" fmla="*/ 26 w 44"/>
                  <a:gd name="T67" fmla="*/ 56 h 134"/>
                  <a:gd name="T68" fmla="*/ 26 w 44"/>
                  <a:gd name="T69" fmla="*/ 68 h 134"/>
                  <a:gd name="T70" fmla="*/ 30 w 44"/>
                  <a:gd name="T71" fmla="*/ 72 h 134"/>
                  <a:gd name="T72" fmla="*/ 40 w 44"/>
                  <a:gd name="T73" fmla="*/ 82 h 134"/>
                  <a:gd name="T74" fmla="*/ 44 w 44"/>
                  <a:gd name="T75" fmla="*/ 94 h 134"/>
                  <a:gd name="T76" fmla="*/ 44 w 44"/>
                  <a:gd name="T77" fmla="*/ 102 h 134"/>
                  <a:gd name="T78" fmla="*/ 44 w 44"/>
                  <a:gd name="T79" fmla="*/ 112 h 134"/>
                  <a:gd name="T80" fmla="*/ 40 w 44"/>
                  <a:gd name="T81" fmla="*/ 116 h 134"/>
                  <a:gd name="T82" fmla="*/ 38 w 44"/>
                  <a:gd name="T83" fmla="*/ 124 h 134"/>
                  <a:gd name="T84" fmla="*/ 38 w 44"/>
                  <a:gd name="T85" fmla="*/ 124 h 134"/>
                  <a:gd name="T86" fmla="*/ 38 w 44"/>
                  <a:gd name="T87" fmla="*/ 132 h 134"/>
                  <a:gd name="T88" fmla="*/ 34 w 44"/>
                  <a:gd name="T89" fmla="*/ 132 h 134"/>
                  <a:gd name="T90" fmla="*/ 34 w 44"/>
                  <a:gd name="T91" fmla="*/ 128 h 134"/>
                  <a:gd name="T92" fmla="*/ 30 w 44"/>
                  <a:gd name="T93" fmla="*/ 124 h 134"/>
                  <a:gd name="T94" fmla="*/ 26 w 44"/>
                  <a:gd name="T95" fmla="*/ 120 h 134"/>
                  <a:gd name="T96" fmla="*/ 26 w 44"/>
                  <a:gd name="T97" fmla="*/ 116 h 134"/>
                  <a:gd name="T98" fmla="*/ 22 w 44"/>
                  <a:gd name="T99" fmla="*/ 112 h 134"/>
                  <a:gd name="T100" fmla="*/ 22 w 44"/>
                  <a:gd name="T101" fmla="*/ 108 h 134"/>
                  <a:gd name="T102" fmla="*/ 26 w 44"/>
                  <a:gd name="T103" fmla="*/ 104 h 134"/>
                  <a:gd name="T104" fmla="*/ 26 w 44"/>
                  <a:gd name="T105" fmla="*/ 102 h 134"/>
                  <a:gd name="T106" fmla="*/ 26 w 44"/>
                  <a:gd name="T107" fmla="*/ 98 h 134"/>
                  <a:gd name="T108" fmla="*/ 26 w 44"/>
                  <a:gd name="T109" fmla="*/ 90 h 134"/>
                  <a:gd name="T110" fmla="*/ 22 w 44"/>
                  <a:gd name="T111" fmla="*/ 86 h 134"/>
                  <a:gd name="T112" fmla="*/ 14 w 44"/>
                  <a:gd name="T113" fmla="*/ 86 h 134"/>
                  <a:gd name="T114" fmla="*/ 6 w 44"/>
                  <a:gd name="T115" fmla="*/ 78 h 134"/>
                  <a:gd name="T116" fmla="*/ 26 w 44"/>
                  <a:gd name="T117" fmla="*/ 46 h 134"/>
                  <a:gd name="T118" fmla="*/ 30 w 44"/>
                  <a:gd name="T119" fmla="*/ 46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 h="134">
                    <a:moveTo>
                      <a:pt x="6" y="78"/>
                    </a:moveTo>
                    <a:lnTo>
                      <a:pt x="6" y="78"/>
                    </a:lnTo>
                    <a:lnTo>
                      <a:pt x="6" y="78"/>
                    </a:lnTo>
                    <a:lnTo>
                      <a:pt x="6" y="78"/>
                    </a:lnTo>
                    <a:lnTo>
                      <a:pt x="6" y="78"/>
                    </a:lnTo>
                    <a:lnTo>
                      <a:pt x="4" y="78"/>
                    </a:lnTo>
                    <a:lnTo>
                      <a:pt x="4" y="76"/>
                    </a:lnTo>
                    <a:lnTo>
                      <a:pt x="4" y="76"/>
                    </a:lnTo>
                    <a:lnTo>
                      <a:pt x="0" y="72"/>
                    </a:lnTo>
                    <a:lnTo>
                      <a:pt x="0" y="72"/>
                    </a:lnTo>
                    <a:lnTo>
                      <a:pt x="0" y="72"/>
                    </a:lnTo>
                    <a:lnTo>
                      <a:pt x="0" y="72"/>
                    </a:lnTo>
                    <a:lnTo>
                      <a:pt x="0" y="72"/>
                    </a:lnTo>
                    <a:lnTo>
                      <a:pt x="0" y="72"/>
                    </a:lnTo>
                    <a:lnTo>
                      <a:pt x="4" y="72"/>
                    </a:lnTo>
                    <a:lnTo>
                      <a:pt x="4" y="72"/>
                    </a:lnTo>
                    <a:lnTo>
                      <a:pt x="4" y="68"/>
                    </a:lnTo>
                    <a:lnTo>
                      <a:pt x="4" y="68"/>
                    </a:lnTo>
                    <a:lnTo>
                      <a:pt x="4" y="64"/>
                    </a:lnTo>
                    <a:lnTo>
                      <a:pt x="4" y="64"/>
                    </a:lnTo>
                    <a:lnTo>
                      <a:pt x="4" y="64"/>
                    </a:lnTo>
                    <a:lnTo>
                      <a:pt x="4" y="60"/>
                    </a:lnTo>
                    <a:lnTo>
                      <a:pt x="4" y="60"/>
                    </a:lnTo>
                    <a:lnTo>
                      <a:pt x="4" y="60"/>
                    </a:lnTo>
                    <a:lnTo>
                      <a:pt x="4" y="60"/>
                    </a:lnTo>
                    <a:lnTo>
                      <a:pt x="4" y="60"/>
                    </a:lnTo>
                    <a:lnTo>
                      <a:pt x="4" y="60"/>
                    </a:lnTo>
                    <a:lnTo>
                      <a:pt x="4" y="60"/>
                    </a:lnTo>
                    <a:lnTo>
                      <a:pt x="4" y="60"/>
                    </a:lnTo>
                    <a:lnTo>
                      <a:pt x="4" y="56"/>
                    </a:lnTo>
                    <a:lnTo>
                      <a:pt x="4" y="52"/>
                    </a:lnTo>
                    <a:lnTo>
                      <a:pt x="4" y="52"/>
                    </a:lnTo>
                    <a:lnTo>
                      <a:pt x="6" y="52"/>
                    </a:lnTo>
                    <a:lnTo>
                      <a:pt x="6" y="52"/>
                    </a:lnTo>
                    <a:lnTo>
                      <a:pt x="6" y="52"/>
                    </a:lnTo>
                    <a:lnTo>
                      <a:pt x="10" y="52"/>
                    </a:lnTo>
                    <a:lnTo>
                      <a:pt x="10" y="52"/>
                    </a:lnTo>
                    <a:lnTo>
                      <a:pt x="10" y="52"/>
                    </a:lnTo>
                    <a:lnTo>
                      <a:pt x="10" y="48"/>
                    </a:lnTo>
                    <a:lnTo>
                      <a:pt x="10" y="48"/>
                    </a:lnTo>
                    <a:lnTo>
                      <a:pt x="10" y="48"/>
                    </a:lnTo>
                    <a:lnTo>
                      <a:pt x="10" y="48"/>
                    </a:lnTo>
                    <a:lnTo>
                      <a:pt x="10" y="48"/>
                    </a:lnTo>
                    <a:lnTo>
                      <a:pt x="10" y="48"/>
                    </a:lnTo>
                    <a:lnTo>
                      <a:pt x="10" y="48"/>
                    </a:lnTo>
                    <a:lnTo>
                      <a:pt x="10" y="48"/>
                    </a:lnTo>
                    <a:lnTo>
                      <a:pt x="10" y="48"/>
                    </a:lnTo>
                    <a:lnTo>
                      <a:pt x="10" y="48"/>
                    </a:lnTo>
                    <a:lnTo>
                      <a:pt x="6" y="46"/>
                    </a:lnTo>
                    <a:lnTo>
                      <a:pt x="6" y="46"/>
                    </a:lnTo>
                    <a:lnTo>
                      <a:pt x="6" y="46"/>
                    </a:lnTo>
                    <a:lnTo>
                      <a:pt x="6" y="42"/>
                    </a:lnTo>
                    <a:lnTo>
                      <a:pt x="6" y="38"/>
                    </a:lnTo>
                    <a:lnTo>
                      <a:pt x="6" y="38"/>
                    </a:lnTo>
                    <a:lnTo>
                      <a:pt x="6" y="38"/>
                    </a:lnTo>
                    <a:lnTo>
                      <a:pt x="6" y="38"/>
                    </a:lnTo>
                    <a:lnTo>
                      <a:pt x="6" y="34"/>
                    </a:lnTo>
                    <a:lnTo>
                      <a:pt x="6" y="34"/>
                    </a:lnTo>
                    <a:lnTo>
                      <a:pt x="6" y="34"/>
                    </a:lnTo>
                    <a:lnTo>
                      <a:pt x="10" y="30"/>
                    </a:lnTo>
                    <a:lnTo>
                      <a:pt x="10" y="30"/>
                    </a:lnTo>
                    <a:lnTo>
                      <a:pt x="10" y="30"/>
                    </a:lnTo>
                    <a:lnTo>
                      <a:pt x="10" y="30"/>
                    </a:lnTo>
                    <a:lnTo>
                      <a:pt x="10" y="30"/>
                    </a:lnTo>
                    <a:lnTo>
                      <a:pt x="10" y="26"/>
                    </a:lnTo>
                    <a:lnTo>
                      <a:pt x="6" y="26"/>
                    </a:lnTo>
                    <a:lnTo>
                      <a:pt x="6" y="22"/>
                    </a:lnTo>
                    <a:lnTo>
                      <a:pt x="10" y="22"/>
                    </a:lnTo>
                    <a:lnTo>
                      <a:pt x="10" y="22"/>
                    </a:lnTo>
                    <a:lnTo>
                      <a:pt x="10" y="22"/>
                    </a:lnTo>
                    <a:lnTo>
                      <a:pt x="10" y="22"/>
                    </a:lnTo>
                    <a:lnTo>
                      <a:pt x="10" y="22"/>
                    </a:lnTo>
                    <a:lnTo>
                      <a:pt x="10" y="22"/>
                    </a:lnTo>
                    <a:lnTo>
                      <a:pt x="10" y="22"/>
                    </a:lnTo>
                    <a:lnTo>
                      <a:pt x="14" y="20"/>
                    </a:lnTo>
                    <a:lnTo>
                      <a:pt x="14" y="20"/>
                    </a:lnTo>
                    <a:lnTo>
                      <a:pt x="14" y="20"/>
                    </a:lnTo>
                    <a:lnTo>
                      <a:pt x="14" y="20"/>
                    </a:lnTo>
                    <a:lnTo>
                      <a:pt x="14" y="20"/>
                    </a:lnTo>
                    <a:lnTo>
                      <a:pt x="14" y="20"/>
                    </a:lnTo>
                    <a:lnTo>
                      <a:pt x="14" y="20"/>
                    </a:lnTo>
                    <a:lnTo>
                      <a:pt x="10" y="16"/>
                    </a:lnTo>
                    <a:lnTo>
                      <a:pt x="10" y="16"/>
                    </a:lnTo>
                    <a:lnTo>
                      <a:pt x="10" y="16"/>
                    </a:lnTo>
                    <a:lnTo>
                      <a:pt x="10" y="16"/>
                    </a:lnTo>
                    <a:lnTo>
                      <a:pt x="10" y="16"/>
                    </a:lnTo>
                    <a:lnTo>
                      <a:pt x="10" y="12"/>
                    </a:lnTo>
                    <a:lnTo>
                      <a:pt x="10" y="12"/>
                    </a:lnTo>
                    <a:lnTo>
                      <a:pt x="10" y="12"/>
                    </a:lnTo>
                    <a:lnTo>
                      <a:pt x="6" y="12"/>
                    </a:lnTo>
                    <a:lnTo>
                      <a:pt x="6" y="8"/>
                    </a:lnTo>
                    <a:lnTo>
                      <a:pt x="10" y="8"/>
                    </a:lnTo>
                    <a:lnTo>
                      <a:pt x="6" y="8"/>
                    </a:lnTo>
                    <a:lnTo>
                      <a:pt x="6" y="4"/>
                    </a:lnTo>
                    <a:lnTo>
                      <a:pt x="6" y="4"/>
                    </a:lnTo>
                    <a:lnTo>
                      <a:pt x="6" y="4"/>
                    </a:lnTo>
                    <a:lnTo>
                      <a:pt x="6" y="4"/>
                    </a:lnTo>
                    <a:lnTo>
                      <a:pt x="6" y="4"/>
                    </a:lnTo>
                    <a:lnTo>
                      <a:pt x="6" y="4"/>
                    </a:lnTo>
                    <a:lnTo>
                      <a:pt x="6" y="4"/>
                    </a:lnTo>
                    <a:lnTo>
                      <a:pt x="6" y="4"/>
                    </a:lnTo>
                    <a:lnTo>
                      <a:pt x="6" y="4"/>
                    </a:lnTo>
                    <a:lnTo>
                      <a:pt x="6" y="4"/>
                    </a:lnTo>
                    <a:lnTo>
                      <a:pt x="4" y="4"/>
                    </a:lnTo>
                    <a:lnTo>
                      <a:pt x="4" y="4"/>
                    </a:lnTo>
                    <a:lnTo>
                      <a:pt x="4" y="0"/>
                    </a:lnTo>
                    <a:lnTo>
                      <a:pt x="4" y="0"/>
                    </a:lnTo>
                    <a:lnTo>
                      <a:pt x="4" y="0"/>
                    </a:lnTo>
                    <a:lnTo>
                      <a:pt x="4" y="0"/>
                    </a:lnTo>
                    <a:lnTo>
                      <a:pt x="4" y="0"/>
                    </a:lnTo>
                    <a:lnTo>
                      <a:pt x="4" y="0"/>
                    </a:lnTo>
                    <a:lnTo>
                      <a:pt x="4" y="0"/>
                    </a:lnTo>
                    <a:lnTo>
                      <a:pt x="4" y="0"/>
                    </a:lnTo>
                    <a:lnTo>
                      <a:pt x="4" y="0"/>
                    </a:lnTo>
                    <a:lnTo>
                      <a:pt x="6" y="0"/>
                    </a:lnTo>
                    <a:lnTo>
                      <a:pt x="6" y="0"/>
                    </a:lnTo>
                    <a:lnTo>
                      <a:pt x="6" y="0"/>
                    </a:lnTo>
                    <a:lnTo>
                      <a:pt x="6" y="0"/>
                    </a:lnTo>
                    <a:lnTo>
                      <a:pt x="10" y="0"/>
                    </a:lnTo>
                    <a:lnTo>
                      <a:pt x="10" y="0"/>
                    </a:lnTo>
                    <a:lnTo>
                      <a:pt x="10" y="4"/>
                    </a:lnTo>
                    <a:lnTo>
                      <a:pt x="10" y="4"/>
                    </a:lnTo>
                    <a:lnTo>
                      <a:pt x="10" y="4"/>
                    </a:lnTo>
                    <a:lnTo>
                      <a:pt x="10" y="4"/>
                    </a:lnTo>
                    <a:lnTo>
                      <a:pt x="10" y="4"/>
                    </a:lnTo>
                    <a:lnTo>
                      <a:pt x="14" y="4"/>
                    </a:lnTo>
                    <a:lnTo>
                      <a:pt x="18" y="4"/>
                    </a:lnTo>
                    <a:lnTo>
                      <a:pt x="18" y="4"/>
                    </a:lnTo>
                    <a:lnTo>
                      <a:pt x="18" y="4"/>
                    </a:lnTo>
                    <a:lnTo>
                      <a:pt x="18" y="4"/>
                    </a:lnTo>
                    <a:lnTo>
                      <a:pt x="18" y="4"/>
                    </a:lnTo>
                    <a:lnTo>
                      <a:pt x="18" y="4"/>
                    </a:lnTo>
                    <a:lnTo>
                      <a:pt x="18" y="0"/>
                    </a:lnTo>
                    <a:lnTo>
                      <a:pt x="18" y="0"/>
                    </a:lnTo>
                    <a:lnTo>
                      <a:pt x="18" y="0"/>
                    </a:lnTo>
                    <a:lnTo>
                      <a:pt x="18" y="0"/>
                    </a:lnTo>
                    <a:lnTo>
                      <a:pt x="18" y="0"/>
                    </a:lnTo>
                    <a:lnTo>
                      <a:pt x="18" y="0"/>
                    </a:lnTo>
                    <a:lnTo>
                      <a:pt x="22" y="0"/>
                    </a:lnTo>
                    <a:lnTo>
                      <a:pt x="22" y="4"/>
                    </a:lnTo>
                    <a:lnTo>
                      <a:pt x="22" y="4"/>
                    </a:lnTo>
                    <a:lnTo>
                      <a:pt x="22" y="4"/>
                    </a:lnTo>
                    <a:lnTo>
                      <a:pt x="22" y="8"/>
                    </a:lnTo>
                    <a:lnTo>
                      <a:pt x="26" y="8"/>
                    </a:lnTo>
                    <a:lnTo>
                      <a:pt x="26" y="8"/>
                    </a:lnTo>
                    <a:lnTo>
                      <a:pt x="26" y="8"/>
                    </a:lnTo>
                    <a:lnTo>
                      <a:pt x="26" y="8"/>
                    </a:lnTo>
                    <a:lnTo>
                      <a:pt x="26" y="12"/>
                    </a:lnTo>
                    <a:lnTo>
                      <a:pt x="26" y="16"/>
                    </a:lnTo>
                    <a:lnTo>
                      <a:pt x="26" y="16"/>
                    </a:lnTo>
                    <a:lnTo>
                      <a:pt x="26" y="16"/>
                    </a:lnTo>
                    <a:lnTo>
                      <a:pt x="26" y="20"/>
                    </a:lnTo>
                    <a:lnTo>
                      <a:pt x="26" y="20"/>
                    </a:lnTo>
                    <a:lnTo>
                      <a:pt x="26" y="20"/>
                    </a:lnTo>
                    <a:lnTo>
                      <a:pt x="26" y="20"/>
                    </a:lnTo>
                    <a:lnTo>
                      <a:pt x="26" y="20"/>
                    </a:lnTo>
                    <a:lnTo>
                      <a:pt x="30" y="20"/>
                    </a:lnTo>
                    <a:lnTo>
                      <a:pt x="30" y="20"/>
                    </a:lnTo>
                    <a:lnTo>
                      <a:pt x="30" y="22"/>
                    </a:lnTo>
                    <a:lnTo>
                      <a:pt x="30" y="22"/>
                    </a:lnTo>
                    <a:lnTo>
                      <a:pt x="26" y="26"/>
                    </a:lnTo>
                    <a:lnTo>
                      <a:pt x="26" y="26"/>
                    </a:lnTo>
                    <a:lnTo>
                      <a:pt x="26" y="26"/>
                    </a:lnTo>
                    <a:lnTo>
                      <a:pt x="26" y="26"/>
                    </a:lnTo>
                    <a:lnTo>
                      <a:pt x="26" y="26"/>
                    </a:lnTo>
                    <a:lnTo>
                      <a:pt x="26" y="30"/>
                    </a:lnTo>
                    <a:lnTo>
                      <a:pt x="26" y="30"/>
                    </a:lnTo>
                    <a:lnTo>
                      <a:pt x="30" y="30"/>
                    </a:lnTo>
                    <a:lnTo>
                      <a:pt x="30" y="34"/>
                    </a:lnTo>
                    <a:lnTo>
                      <a:pt x="30" y="34"/>
                    </a:lnTo>
                    <a:lnTo>
                      <a:pt x="30" y="34"/>
                    </a:lnTo>
                    <a:lnTo>
                      <a:pt x="34" y="34"/>
                    </a:lnTo>
                    <a:lnTo>
                      <a:pt x="34" y="34"/>
                    </a:lnTo>
                    <a:lnTo>
                      <a:pt x="34" y="38"/>
                    </a:lnTo>
                    <a:lnTo>
                      <a:pt x="34" y="38"/>
                    </a:lnTo>
                    <a:lnTo>
                      <a:pt x="30" y="38"/>
                    </a:lnTo>
                    <a:lnTo>
                      <a:pt x="30" y="38"/>
                    </a:lnTo>
                    <a:lnTo>
                      <a:pt x="26" y="38"/>
                    </a:lnTo>
                    <a:lnTo>
                      <a:pt x="26" y="38"/>
                    </a:lnTo>
                    <a:lnTo>
                      <a:pt x="26" y="38"/>
                    </a:lnTo>
                    <a:lnTo>
                      <a:pt x="26" y="38"/>
                    </a:lnTo>
                    <a:lnTo>
                      <a:pt x="26" y="38"/>
                    </a:lnTo>
                    <a:lnTo>
                      <a:pt x="26" y="38"/>
                    </a:lnTo>
                    <a:lnTo>
                      <a:pt x="26" y="42"/>
                    </a:lnTo>
                    <a:lnTo>
                      <a:pt x="26" y="42"/>
                    </a:lnTo>
                    <a:lnTo>
                      <a:pt x="26" y="42"/>
                    </a:lnTo>
                    <a:lnTo>
                      <a:pt x="26" y="42"/>
                    </a:lnTo>
                    <a:lnTo>
                      <a:pt x="26" y="46"/>
                    </a:lnTo>
                    <a:lnTo>
                      <a:pt x="26" y="46"/>
                    </a:lnTo>
                    <a:lnTo>
                      <a:pt x="22" y="46"/>
                    </a:lnTo>
                    <a:lnTo>
                      <a:pt x="22" y="46"/>
                    </a:lnTo>
                    <a:lnTo>
                      <a:pt x="22" y="48"/>
                    </a:lnTo>
                    <a:lnTo>
                      <a:pt x="22" y="48"/>
                    </a:lnTo>
                    <a:lnTo>
                      <a:pt x="22" y="48"/>
                    </a:lnTo>
                    <a:lnTo>
                      <a:pt x="26" y="48"/>
                    </a:lnTo>
                    <a:lnTo>
                      <a:pt x="26" y="52"/>
                    </a:lnTo>
                    <a:lnTo>
                      <a:pt x="26" y="52"/>
                    </a:lnTo>
                    <a:lnTo>
                      <a:pt x="26" y="52"/>
                    </a:lnTo>
                    <a:lnTo>
                      <a:pt x="26" y="52"/>
                    </a:lnTo>
                    <a:lnTo>
                      <a:pt x="26" y="56"/>
                    </a:lnTo>
                    <a:lnTo>
                      <a:pt x="26" y="56"/>
                    </a:lnTo>
                    <a:lnTo>
                      <a:pt x="26" y="56"/>
                    </a:lnTo>
                    <a:lnTo>
                      <a:pt x="26" y="56"/>
                    </a:lnTo>
                    <a:lnTo>
                      <a:pt x="26" y="56"/>
                    </a:lnTo>
                    <a:lnTo>
                      <a:pt x="26" y="60"/>
                    </a:lnTo>
                    <a:lnTo>
                      <a:pt x="26" y="60"/>
                    </a:lnTo>
                    <a:lnTo>
                      <a:pt x="26" y="60"/>
                    </a:lnTo>
                    <a:lnTo>
                      <a:pt x="26" y="60"/>
                    </a:lnTo>
                    <a:lnTo>
                      <a:pt x="26" y="64"/>
                    </a:lnTo>
                    <a:lnTo>
                      <a:pt x="26" y="68"/>
                    </a:lnTo>
                    <a:lnTo>
                      <a:pt x="26" y="68"/>
                    </a:lnTo>
                    <a:lnTo>
                      <a:pt x="26" y="68"/>
                    </a:lnTo>
                    <a:lnTo>
                      <a:pt x="26" y="68"/>
                    </a:lnTo>
                    <a:lnTo>
                      <a:pt x="30" y="72"/>
                    </a:lnTo>
                    <a:lnTo>
                      <a:pt x="30" y="72"/>
                    </a:lnTo>
                    <a:lnTo>
                      <a:pt x="30" y="72"/>
                    </a:lnTo>
                    <a:lnTo>
                      <a:pt x="30" y="72"/>
                    </a:lnTo>
                    <a:lnTo>
                      <a:pt x="34" y="72"/>
                    </a:lnTo>
                    <a:lnTo>
                      <a:pt x="34" y="76"/>
                    </a:lnTo>
                    <a:lnTo>
                      <a:pt x="38" y="76"/>
                    </a:lnTo>
                    <a:lnTo>
                      <a:pt x="40" y="82"/>
                    </a:lnTo>
                    <a:lnTo>
                      <a:pt x="40" y="82"/>
                    </a:lnTo>
                    <a:lnTo>
                      <a:pt x="40" y="82"/>
                    </a:lnTo>
                    <a:lnTo>
                      <a:pt x="40" y="82"/>
                    </a:lnTo>
                    <a:lnTo>
                      <a:pt x="44" y="90"/>
                    </a:lnTo>
                    <a:lnTo>
                      <a:pt x="44" y="90"/>
                    </a:lnTo>
                    <a:lnTo>
                      <a:pt x="44" y="90"/>
                    </a:lnTo>
                    <a:lnTo>
                      <a:pt x="44" y="94"/>
                    </a:lnTo>
                    <a:lnTo>
                      <a:pt x="44" y="94"/>
                    </a:lnTo>
                    <a:lnTo>
                      <a:pt x="44" y="94"/>
                    </a:lnTo>
                    <a:lnTo>
                      <a:pt x="44" y="98"/>
                    </a:lnTo>
                    <a:lnTo>
                      <a:pt x="44" y="98"/>
                    </a:lnTo>
                    <a:lnTo>
                      <a:pt x="44" y="102"/>
                    </a:lnTo>
                    <a:lnTo>
                      <a:pt x="44" y="102"/>
                    </a:lnTo>
                    <a:lnTo>
                      <a:pt x="44" y="104"/>
                    </a:lnTo>
                    <a:lnTo>
                      <a:pt x="44" y="104"/>
                    </a:lnTo>
                    <a:lnTo>
                      <a:pt x="44" y="104"/>
                    </a:lnTo>
                    <a:lnTo>
                      <a:pt x="44" y="104"/>
                    </a:lnTo>
                    <a:lnTo>
                      <a:pt x="44" y="112"/>
                    </a:lnTo>
                    <a:lnTo>
                      <a:pt x="44" y="112"/>
                    </a:lnTo>
                    <a:lnTo>
                      <a:pt x="44" y="116"/>
                    </a:lnTo>
                    <a:lnTo>
                      <a:pt x="44" y="116"/>
                    </a:lnTo>
                    <a:lnTo>
                      <a:pt x="44" y="116"/>
                    </a:lnTo>
                    <a:lnTo>
                      <a:pt x="40" y="116"/>
                    </a:lnTo>
                    <a:lnTo>
                      <a:pt x="40" y="116"/>
                    </a:lnTo>
                    <a:lnTo>
                      <a:pt x="40" y="116"/>
                    </a:lnTo>
                    <a:lnTo>
                      <a:pt x="38" y="116"/>
                    </a:lnTo>
                    <a:lnTo>
                      <a:pt x="38" y="116"/>
                    </a:lnTo>
                    <a:lnTo>
                      <a:pt x="38" y="120"/>
                    </a:lnTo>
                    <a:lnTo>
                      <a:pt x="38" y="120"/>
                    </a:lnTo>
                    <a:lnTo>
                      <a:pt x="38" y="120"/>
                    </a:lnTo>
                    <a:lnTo>
                      <a:pt x="38" y="124"/>
                    </a:lnTo>
                    <a:lnTo>
                      <a:pt x="34" y="124"/>
                    </a:lnTo>
                    <a:lnTo>
                      <a:pt x="34" y="124"/>
                    </a:lnTo>
                    <a:lnTo>
                      <a:pt x="34" y="124"/>
                    </a:lnTo>
                    <a:lnTo>
                      <a:pt x="38" y="124"/>
                    </a:lnTo>
                    <a:lnTo>
                      <a:pt x="38" y="124"/>
                    </a:lnTo>
                    <a:lnTo>
                      <a:pt x="38" y="124"/>
                    </a:lnTo>
                    <a:lnTo>
                      <a:pt x="38" y="128"/>
                    </a:lnTo>
                    <a:lnTo>
                      <a:pt x="38" y="128"/>
                    </a:lnTo>
                    <a:lnTo>
                      <a:pt x="38" y="128"/>
                    </a:lnTo>
                    <a:lnTo>
                      <a:pt x="38" y="132"/>
                    </a:lnTo>
                    <a:lnTo>
                      <a:pt x="38" y="132"/>
                    </a:lnTo>
                    <a:lnTo>
                      <a:pt x="38" y="132"/>
                    </a:lnTo>
                    <a:lnTo>
                      <a:pt x="38" y="132"/>
                    </a:lnTo>
                    <a:lnTo>
                      <a:pt x="38" y="134"/>
                    </a:lnTo>
                    <a:lnTo>
                      <a:pt x="38" y="134"/>
                    </a:lnTo>
                    <a:lnTo>
                      <a:pt x="34" y="134"/>
                    </a:lnTo>
                    <a:lnTo>
                      <a:pt x="34" y="134"/>
                    </a:lnTo>
                    <a:lnTo>
                      <a:pt x="34" y="132"/>
                    </a:lnTo>
                    <a:lnTo>
                      <a:pt x="34" y="132"/>
                    </a:lnTo>
                    <a:lnTo>
                      <a:pt x="34" y="132"/>
                    </a:lnTo>
                    <a:lnTo>
                      <a:pt x="34" y="132"/>
                    </a:lnTo>
                    <a:lnTo>
                      <a:pt x="34" y="132"/>
                    </a:lnTo>
                    <a:lnTo>
                      <a:pt x="34" y="128"/>
                    </a:lnTo>
                    <a:lnTo>
                      <a:pt x="34" y="128"/>
                    </a:lnTo>
                    <a:lnTo>
                      <a:pt x="34" y="128"/>
                    </a:lnTo>
                    <a:lnTo>
                      <a:pt x="34" y="128"/>
                    </a:lnTo>
                    <a:lnTo>
                      <a:pt x="34" y="128"/>
                    </a:lnTo>
                    <a:lnTo>
                      <a:pt x="34" y="128"/>
                    </a:lnTo>
                    <a:lnTo>
                      <a:pt x="30" y="124"/>
                    </a:lnTo>
                    <a:lnTo>
                      <a:pt x="30" y="124"/>
                    </a:lnTo>
                    <a:lnTo>
                      <a:pt x="30" y="124"/>
                    </a:lnTo>
                    <a:lnTo>
                      <a:pt x="30" y="120"/>
                    </a:lnTo>
                    <a:lnTo>
                      <a:pt x="26" y="120"/>
                    </a:lnTo>
                    <a:lnTo>
                      <a:pt x="26" y="120"/>
                    </a:lnTo>
                    <a:lnTo>
                      <a:pt x="26" y="120"/>
                    </a:lnTo>
                    <a:lnTo>
                      <a:pt x="26" y="120"/>
                    </a:lnTo>
                    <a:lnTo>
                      <a:pt x="26" y="120"/>
                    </a:lnTo>
                    <a:lnTo>
                      <a:pt x="26" y="120"/>
                    </a:lnTo>
                    <a:lnTo>
                      <a:pt x="26" y="120"/>
                    </a:lnTo>
                    <a:lnTo>
                      <a:pt x="26" y="120"/>
                    </a:lnTo>
                    <a:lnTo>
                      <a:pt x="26" y="116"/>
                    </a:lnTo>
                    <a:lnTo>
                      <a:pt x="26" y="116"/>
                    </a:lnTo>
                    <a:lnTo>
                      <a:pt x="26" y="116"/>
                    </a:lnTo>
                    <a:lnTo>
                      <a:pt x="26" y="116"/>
                    </a:lnTo>
                    <a:lnTo>
                      <a:pt x="26" y="116"/>
                    </a:lnTo>
                    <a:lnTo>
                      <a:pt x="22" y="112"/>
                    </a:lnTo>
                    <a:lnTo>
                      <a:pt x="22" y="112"/>
                    </a:lnTo>
                    <a:lnTo>
                      <a:pt x="22" y="112"/>
                    </a:lnTo>
                    <a:lnTo>
                      <a:pt x="22" y="112"/>
                    </a:lnTo>
                    <a:lnTo>
                      <a:pt x="22" y="112"/>
                    </a:lnTo>
                    <a:lnTo>
                      <a:pt x="22" y="112"/>
                    </a:lnTo>
                    <a:lnTo>
                      <a:pt x="22" y="108"/>
                    </a:lnTo>
                    <a:lnTo>
                      <a:pt x="22" y="108"/>
                    </a:lnTo>
                    <a:lnTo>
                      <a:pt x="22" y="108"/>
                    </a:lnTo>
                    <a:lnTo>
                      <a:pt x="22" y="108"/>
                    </a:lnTo>
                    <a:lnTo>
                      <a:pt x="22" y="108"/>
                    </a:lnTo>
                    <a:lnTo>
                      <a:pt x="22" y="108"/>
                    </a:lnTo>
                    <a:lnTo>
                      <a:pt x="26" y="108"/>
                    </a:lnTo>
                    <a:lnTo>
                      <a:pt x="26" y="104"/>
                    </a:lnTo>
                    <a:lnTo>
                      <a:pt x="26" y="104"/>
                    </a:lnTo>
                    <a:lnTo>
                      <a:pt x="26" y="104"/>
                    </a:lnTo>
                    <a:lnTo>
                      <a:pt x="26" y="104"/>
                    </a:lnTo>
                    <a:lnTo>
                      <a:pt x="26" y="104"/>
                    </a:lnTo>
                    <a:lnTo>
                      <a:pt x="26" y="102"/>
                    </a:lnTo>
                    <a:lnTo>
                      <a:pt x="26" y="102"/>
                    </a:lnTo>
                    <a:lnTo>
                      <a:pt x="26" y="102"/>
                    </a:lnTo>
                    <a:lnTo>
                      <a:pt x="26" y="102"/>
                    </a:lnTo>
                    <a:lnTo>
                      <a:pt x="26" y="102"/>
                    </a:lnTo>
                    <a:lnTo>
                      <a:pt x="26" y="102"/>
                    </a:lnTo>
                    <a:lnTo>
                      <a:pt x="26" y="102"/>
                    </a:lnTo>
                    <a:lnTo>
                      <a:pt x="26" y="102"/>
                    </a:lnTo>
                    <a:lnTo>
                      <a:pt x="26" y="98"/>
                    </a:lnTo>
                    <a:lnTo>
                      <a:pt x="26" y="98"/>
                    </a:lnTo>
                    <a:lnTo>
                      <a:pt x="26" y="94"/>
                    </a:lnTo>
                    <a:lnTo>
                      <a:pt x="26" y="94"/>
                    </a:lnTo>
                    <a:lnTo>
                      <a:pt x="26" y="90"/>
                    </a:lnTo>
                    <a:lnTo>
                      <a:pt x="26" y="90"/>
                    </a:lnTo>
                    <a:lnTo>
                      <a:pt x="26" y="90"/>
                    </a:lnTo>
                    <a:lnTo>
                      <a:pt x="26" y="90"/>
                    </a:lnTo>
                    <a:lnTo>
                      <a:pt x="26" y="86"/>
                    </a:lnTo>
                    <a:lnTo>
                      <a:pt x="26" y="86"/>
                    </a:lnTo>
                    <a:lnTo>
                      <a:pt x="26" y="86"/>
                    </a:lnTo>
                    <a:lnTo>
                      <a:pt x="26" y="86"/>
                    </a:lnTo>
                    <a:lnTo>
                      <a:pt x="22" y="86"/>
                    </a:lnTo>
                    <a:lnTo>
                      <a:pt x="22" y="86"/>
                    </a:lnTo>
                    <a:lnTo>
                      <a:pt x="22" y="86"/>
                    </a:lnTo>
                    <a:lnTo>
                      <a:pt x="18" y="86"/>
                    </a:lnTo>
                    <a:lnTo>
                      <a:pt x="14" y="86"/>
                    </a:lnTo>
                    <a:lnTo>
                      <a:pt x="14" y="86"/>
                    </a:lnTo>
                    <a:lnTo>
                      <a:pt x="14" y="86"/>
                    </a:lnTo>
                    <a:lnTo>
                      <a:pt x="10" y="86"/>
                    </a:lnTo>
                    <a:lnTo>
                      <a:pt x="10" y="82"/>
                    </a:lnTo>
                    <a:lnTo>
                      <a:pt x="10" y="82"/>
                    </a:lnTo>
                    <a:lnTo>
                      <a:pt x="6" y="82"/>
                    </a:lnTo>
                    <a:lnTo>
                      <a:pt x="6" y="78"/>
                    </a:lnTo>
                    <a:lnTo>
                      <a:pt x="6" y="78"/>
                    </a:lnTo>
                    <a:lnTo>
                      <a:pt x="6" y="78"/>
                    </a:lnTo>
                    <a:lnTo>
                      <a:pt x="6" y="78"/>
                    </a:lnTo>
                    <a:close/>
                    <a:moveTo>
                      <a:pt x="26" y="46"/>
                    </a:moveTo>
                    <a:lnTo>
                      <a:pt x="26" y="46"/>
                    </a:lnTo>
                    <a:lnTo>
                      <a:pt x="26" y="46"/>
                    </a:lnTo>
                    <a:lnTo>
                      <a:pt x="26" y="46"/>
                    </a:lnTo>
                    <a:lnTo>
                      <a:pt x="26" y="46"/>
                    </a:lnTo>
                    <a:lnTo>
                      <a:pt x="26" y="46"/>
                    </a:lnTo>
                    <a:close/>
                    <a:moveTo>
                      <a:pt x="30" y="46"/>
                    </a:moveTo>
                    <a:lnTo>
                      <a:pt x="30" y="46"/>
                    </a:lnTo>
                    <a:lnTo>
                      <a:pt x="30" y="46"/>
                    </a:lnTo>
                    <a:lnTo>
                      <a:pt x="30" y="46"/>
                    </a:lnTo>
                    <a:lnTo>
                      <a:pt x="30" y="46"/>
                    </a:lnTo>
                    <a:lnTo>
                      <a:pt x="30" y="46"/>
                    </a:lnTo>
                    <a:lnTo>
                      <a:pt x="30" y="46"/>
                    </a:lnTo>
                    <a:lnTo>
                      <a:pt x="30" y="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2" name="Freeform 156"/>
              <p:cNvSpPr>
                <a:spLocks/>
              </p:cNvSpPr>
              <p:nvPr/>
            </p:nvSpPr>
            <p:spPr bwMode="gray">
              <a:xfrm>
                <a:off x="4500800" y="3764851"/>
                <a:ext cx="403510" cy="452207"/>
              </a:xfrm>
              <a:custGeom>
                <a:avLst/>
                <a:gdLst>
                  <a:gd name="T0" fmla="*/ 26 w 232"/>
                  <a:gd name="T1" fmla="*/ 226 h 260"/>
                  <a:gd name="T2" fmla="*/ 18 w 232"/>
                  <a:gd name="T3" fmla="*/ 224 h 260"/>
                  <a:gd name="T4" fmla="*/ 8 w 232"/>
                  <a:gd name="T5" fmla="*/ 224 h 260"/>
                  <a:gd name="T6" fmla="*/ 12 w 232"/>
                  <a:gd name="T7" fmla="*/ 208 h 260"/>
                  <a:gd name="T8" fmla="*/ 0 w 232"/>
                  <a:gd name="T9" fmla="*/ 200 h 260"/>
                  <a:gd name="T10" fmla="*/ 4 w 232"/>
                  <a:gd name="T11" fmla="*/ 190 h 260"/>
                  <a:gd name="T12" fmla="*/ 0 w 232"/>
                  <a:gd name="T13" fmla="*/ 182 h 260"/>
                  <a:gd name="T14" fmla="*/ 8 w 232"/>
                  <a:gd name="T15" fmla="*/ 168 h 260"/>
                  <a:gd name="T16" fmla="*/ 18 w 232"/>
                  <a:gd name="T17" fmla="*/ 174 h 260"/>
                  <a:gd name="T18" fmla="*/ 30 w 232"/>
                  <a:gd name="T19" fmla="*/ 170 h 260"/>
                  <a:gd name="T20" fmla="*/ 42 w 232"/>
                  <a:gd name="T21" fmla="*/ 168 h 260"/>
                  <a:gd name="T22" fmla="*/ 60 w 232"/>
                  <a:gd name="T23" fmla="*/ 168 h 260"/>
                  <a:gd name="T24" fmla="*/ 82 w 232"/>
                  <a:gd name="T25" fmla="*/ 168 h 260"/>
                  <a:gd name="T26" fmla="*/ 98 w 232"/>
                  <a:gd name="T27" fmla="*/ 152 h 260"/>
                  <a:gd name="T28" fmla="*/ 90 w 232"/>
                  <a:gd name="T29" fmla="*/ 122 h 260"/>
                  <a:gd name="T30" fmla="*/ 86 w 232"/>
                  <a:gd name="T31" fmla="*/ 92 h 260"/>
                  <a:gd name="T32" fmla="*/ 86 w 232"/>
                  <a:gd name="T33" fmla="*/ 68 h 260"/>
                  <a:gd name="T34" fmla="*/ 82 w 232"/>
                  <a:gd name="T35" fmla="*/ 42 h 260"/>
                  <a:gd name="T36" fmla="*/ 78 w 232"/>
                  <a:gd name="T37" fmla="*/ 12 h 260"/>
                  <a:gd name="T38" fmla="*/ 90 w 232"/>
                  <a:gd name="T39" fmla="*/ 0 h 260"/>
                  <a:gd name="T40" fmla="*/ 120 w 232"/>
                  <a:gd name="T41" fmla="*/ 12 h 260"/>
                  <a:gd name="T42" fmla="*/ 142 w 232"/>
                  <a:gd name="T43" fmla="*/ 34 h 260"/>
                  <a:gd name="T44" fmla="*/ 164 w 232"/>
                  <a:gd name="T45" fmla="*/ 52 h 260"/>
                  <a:gd name="T46" fmla="*/ 188 w 232"/>
                  <a:gd name="T47" fmla="*/ 72 h 260"/>
                  <a:gd name="T48" fmla="*/ 194 w 232"/>
                  <a:gd name="T49" fmla="*/ 78 h 260"/>
                  <a:gd name="T50" fmla="*/ 206 w 232"/>
                  <a:gd name="T51" fmla="*/ 86 h 260"/>
                  <a:gd name="T52" fmla="*/ 218 w 232"/>
                  <a:gd name="T53" fmla="*/ 96 h 260"/>
                  <a:gd name="T54" fmla="*/ 228 w 232"/>
                  <a:gd name="T55" fmla="*/ 104 h 260"/>
                  <a:gd name="T56" fmla="*/ 232 w 232"/>
                  <a:gd name="T57" fmla="*/ 130 h 260"/>
                  <a:gd name="T58" fmla="*/ 232 w 232"/>
                  <a:gd name="T59" fmla="*/ 152 h 260"/>
                  <a:gd name="T60" fmla="*/ 224 w 232"/>
                  <a:gd name="T61" fmla="*/ 164 h 260"/>
                  <a:gd name="T62" fmla="*/ 214 w 232"/>
                  <a:gd name="T63" fmla="*/ 168 h 260"/>
                  <a:gd name="T64" fmla="*/ 188 w 232"/>
                  <a:gd name="T65" fmla="*/ 174 h 260"/>
                  <a:gd name="T66" fmla="*/ 176 w 232"/>
                  <a:gd name="T67" fmla="*/ 178 h 260"/>
                  <a:gd name="T68" fmla="*/ 164 w 232"/>
                  <a:gd name="T69" fmla="*/ 174 h 260"/>
                  <a:gd name="T70" fmla="*/ 146 w 232"/>
                  <a:gd name="T71" fmla="*/ 186 h 260"/>
                  <a:gd name="T72" fmla="*/ 132 w 232"/>
                  <a:gd name="T73" fmla="*/ 194 h 260"/>
                  <a:gd name="T74" fmla="*/ 128 w 232"/>
                  <a:gd name="T75" fmla="*/ 200 h 260"/>
                  <a:gd name="T76" fmla="*/ 120 w 232"/>
                  <a:gd name="T77" fmla="*/ 204 h 260"/>
                  <a:gd name="T78" fmla="*/ 112 w 232"/>
                  <a:gd name="T79" fmla="*/ 212 h 260"/>
                  <a:gd name="T80" fmla="*/ 104 w 232"/>
                  <a:gd name="T81" fmla="*/ 226 h 260"/>
                  <a:gd name="T82" fmla="*/ 98 w 232"/>
                  <a:gd name="T83" fmla="*/ 242 h 260"/>
                  <a:gd name="T84" fmla="*/ 94 w 232"/>
                  <a:gd name="T85" fmla="*/ 256 h 260"/>
                  <a:gd name="T86" fmla="*/ 82 w 232"/>
                  <a:gd name="T87" fmla="*/ 256 h 260"/>
                  <a:gd name="T88" fmla="*/ 82 w 232"/>
                  <a:gd name="T89" fmla="*/ 250 h 260"/>
                  <a:gd name="T90" fmla="*/ 74 w 232"/>
                  <a:gd name="T91" fmla="*/ 260 h 260"/>
                  <a:gd name="T92" fmla="*/ 60 w 232"/>
                  <a:gd name="T93" fmla="*/ 256 h 260"/>
                  <a:gd name="T94" fmla="*/ 52 w 232"/>
                  <a:gd name="T95" fmla="*/ 250 h 260"/>
                  <a:gd name="T96" fmla="*/ 48 w 232"/>
                  <a:gd name="T97" fmla="*/ 242 h 260"/>
                  <a:gd name="T98" fmla="*/ 44 w 232"/>
                  <a:gd name="T99" fmla="*/ 234 h 260"/>
                  <a:gd name="T100" fmla="*/ 42 w 232"/>
                  <a:gd name="T101" fmla="*/ 220 h 260"/>
                  <a:gd name="T102" fmla="*/ 34 w 232"/>
                  <a:gd name="T103" fmla="*/ 226 h 2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32" h="260">
                    <a:moveTo>
                      <a:pt x="34" y="226"/>
                    </a:moveTo>
                    <a:lnTo>
                      <a:pt x="30" y="226"/>
                    </a:lnTo>
                    <a:lnTo>
                      <a:pt x="30" y="224"/>
                    </a:lnTo>
                    <a:lnTo>
                      <a:pt x="26" y="224"/>
                    </a:lnTo>
                    <a:lnTo>
                      <a:pt x="26" y="226"/>
                    </a:lnTo>
                    <a:lnTo>
                      <a:pt x="22" y="226"/>
                    </a:lnTo>
                    <a:lnTo>
                      <a:pt x="22" y="230"/>
                    </a:lnTo>
                    <a:lnTo>
                      <a:pt x="18" y="230"/>
                    </a:lnTo>
                    <a:lnTo>
                      <a:pt x="18" y="226"/>
                    </a:lnTo>
                    <a:lnTo>
                      <a:pt x="18" y="224"/>
                    </a:lnTo>
                    <a:lnTo>
                      <a:pt x="14" y="224"/>
                    </a:lnTo>
                    <a:lnTo>
                      <a:pt x="14" y="226"/>
                    </a:lnTo>
                    <a:lnTo>
                      <a:pt x="12" y="226"/>
                    </a:lnTo>
                    <a:lnTo>
                      <a:pt x="8" y="226"/>
                    </a:lnTo>
                    <a:lnTo>
                      <a:pt x="8" y="224"/>
                    </a:lnTo>
                    <a:lnTo>
                      <a:pt x="12" y="224"/>
                    </a:lnTo>
                    <a:lnTo>
                      <a:pt x="12" y="220"/>
                    </a:lnTo>
                    <a:lnTo>
                      <a:pt x="12" y="216"/>
                    </a:lnTo>
                    <a:lnTo>
                      <a:pt x="12" y="212"/>
                    </a:lnTo>
                    <a:lnTo>
                      <a:pt x="12" y="208"/>
                    </a:lnTo>
                    <a:lnTo>
                      <a:pt x="8" y="208"/>
                    </a:lnTo>
                    <a:lnTo>
                      <a:pt x="8" y="204"/>
                    </a:lnTo>
                    <a:lnTo>
                      <a:pt x="4" y="204"/>
                    </a:lnTo>
                    <a:lnTo>
                      <a:pt x="4" y="200"/>
                    </a:lnTo>
                    <a:lnTo>
                      <a:pt x="0" y="200"/>
                    </a:lnTo>
                    <a:lnTo>
                      <a:pt x="0" y="196"/>
                    </a:lnTo>
                    <a:lnTo>
                      <a:pt x="4" y="196"/>
                    </a:lnTo>
                    <a:lnTo>
                      <a:pt x="4" y="194"/>
                    </a:lnTo>
                    <a:lnTo>
                      <a:pt x="0" y="194"/>
                    </a:lnTo>
                    <a:lnTo>
                      <a:pt x="4" y="190"/>
                    </a:lnTo>
                    <a:lnTo>
                      <a:pt x="0" y="190"/>
                    </a:lnTo>
                    <a:lnTo>
                      <a:pt x="0" y="186"/>
                    </a:lnTo>
                    <a:lnTo>
                      <a:pt x="0" y="182"/>
                    </a:lnTo>
                    <a:lnTo>
                      <a:pt x="0" y="178"/>
                    </a:lnTo>
                    <a:lnTo>
                      <a:pt x="0" y="182"/>
                    </a:lnTo>
                    <a:lnTo>
                      <a:pt x="4" y="178"/>
                    </a:lnTo>
                    <a:lnTo>
                      <a:pt x="4" y="174"/>
                    </a:lnTo>
                    <a:lnTo>
                      <a:pt x="4" y="170"/>
                    </a:lnTo>
                    <a:lnTo>
                      <a:pt x="4" y="168"/>
                    </a:lnTo>
                    <a:lnTo>
                      <a:pt x="8" y="168"/>
                    </a:lnTo>
                    <a:lnTo>
                      <a:pt x="8" y="164"/>
                    </a:lnTo>
                    <a:lnTo>
                      <a:pt x="12" y="164"/>
                    </a:lnTo>
                    <a:lnTo>
                      <a:pt x="12" y="168"/>
                    </a:lnTo>
                    <a:lnTo>
                      <a:pt x="14" y="170"/>
                    </a:lnTo>
                    <a:lnTo>
                      <a:pt x="18" y="174"/>
                    </a:lnTo>
                    <a:lnTo>
                      <a:pt x="18" y="170"/>
                    </a:lnTo>
                    <a:lnTo>
                      <a:pt x="18" y="168"/>
                    </a:lnTo>
                    <a:lnTo>
                      <a:pt x="22" y="168"/>
                    </a:lnTo>
                    <a:lnTo>
                      <a:pt x="26" y="168"/>
                    </a:lnTo>
                    <a:lnTo>
                      <a:pt x="30" y="170"/>
                    </a:lnTo>
                    <a:lnTo>
                      <a:pt x="34" y="170"/>
                    </a:lnTo>
                    <a:lnTo>
                      <a:pt x="34" y="168"/>
                    </a:lnTo>
                    <a:lnTo>
                      <a:pt x="38" y="168"/>
                    </a:lnTo>
                    <a:lnTo>
                      <a:pt x="42" y="164"/>
                    </a:lnTo>
                    <a:lnTo>
                      <a:pt x="42" y="168"/>
                    </a:lnTo>
                    <a:lnTo>
                      <a:pt x="44" y="168"/>
                    </a:lnTo>
                    <a:lnTo>
                      <a:pt x="48" y="168"/>
                    </a:lnTo>
                    <a:lnTo>
                      <a:pt x="52" y="168"/>
                    </a:lnTo>
                    <a:lnTo>
                      <a:pt x="56" y="168"/>
                    </a:lnTo>
                    <a:lnTo>
                      <a:pt x="60" y="168"/>
                    </a:lnTo>
                    <a:lnTo>
                      <a:pt x="64" y="168"/>
                    </a:lnTo>
                    <a:lnTo>
                      <a:pt x="68" y="168"/>
                    </a:lnTo>
                    <a:lnTo>
                      <a:pt x="72" y="168"/>
                    </a:lnTo>
                    <a:lnTo>
                      <a:pt x="78" y="168"/>
                    </a:lnTo>
                    <a:lnTo>
                      <a:pt x="82" y="168"/>
                    </a:lnTo>
                    <a:lnTo>
                      <a:pt x="86" y="168"/>
                    </a:lnTo>
                    <a:lnTo>
                      <a:pt x="94" y="168"/>
                    </a:lnTo>
                    <a:lnTo>
                      <a:pt x="94" y="160"/>
                    </a:lnTo>
                    <a:lnTo>
                      <a:pt x="98" y="156"/>
                    </a:lnTo>
                    <a:lnTo>
                      <a:pt x="98" y="152"/>
                    </a:lnTo>
                    <a:lnTo>
                      <a:pt x="94" y="148"/>
                    </a:lnTo>
                    <a:lnTo>
                      <a:pt x="94" y="144"/>
                    </a:lnTo>
                    <a:lnTo>
                      <a:pt x="90" y="134"/>
                    </a:lnTo>
                    <a:lnTo>
                      <a:pt x="90" y="126"/>
                    </a:lnTo>
                    <a:lnTo>
                      <a:pt x="90" y="122"/>
                    </a:lnTo>
                    <a:lnTo>
                      <a:pt x="90" y="118"/>
                    </a:lnTo>
                    <a:lnTo>
                      <a:pt x="90" y="112"/>
                    </a:lnTo>
                    <a:lnTo>
                      <a:pt x="90" y="104"/>
                    </a:lnTo>
                    <a:lnTo>
                      <a:pt x="90" y="100"/>
                    </a:lnTo>
                    <a:lnTo>
                      <a:pt x="86" y="92"/>
                    </a:lnTo>
                    <a:lnTo>
                      <a:pt x="86" y="86"/>
                    </a:lnTo>
                    <a:lnTo>
                      <a:pt x="86" y="78"/>
                    </a:lnTo>
                    <a:lnTo>
                      <a:pt x="86" y="74"/>
                    </a:lnTo>
                    <a:lnTo>
                      <a:pt x="86" y="72"/>
                    </a:lnTo>
                    <a:lnTo>
                      <a:pt x="86" y="68"/>
                    </a:lnTo>
                    <a:lnTo>
                      <a:pt x="86" y="64"/>
                    </a:lnTo>
                    <a:lnTo>
                      <a:pt x="86" y="60"/>
                    </a:lnTo>
                    <a:lnTo>
                      <a:pt x="82" y="56"/>
                    </a:lnTo>
                    <a:lnTo>
                      <a:pt x="82" y="52"/>
                    </a:lnTo>
                    <a:lnTo>
                      <a:pt x="82" y="42"/>
                    </a:lnTo>
                    <a:lnTo>
                      <a:pt x="82" y="38"/>
                    </a:lnTo>
                    <a:lnTo>
                      <a:pt x="82" y="30"/>
                    </a:lnTo>
                    <a:lnTo>
                      <a:pt x="82" y="22"/>
                    </a:lnTo>
                    <a:lnTo>
                      <a:pt x="78" y="16"/>
                    </a:lnTo>
                    <a:lnTo>
                      <a:pt x="78" y="12"/>
                    </a:lnTo>
                    <a:lnTo>
                      <a:pt x="78" y="8"/>
                    </a:lnTo>
                    <a:lnTo>
                      <a:pt x="78" y="0"/>
                    </a:lnTo>
                    <a:lnTo>
                      <a:pt x="82" y="0"/>
                    </a:lnTo>
                    <a:lnTo>
                      <a:pt x="86" y="0"/>
                    </a:lnTo>
                    <a:lnTo>
                      <a:pt x="90" y="0"/>
                    </a:lnTo>
                    <a:lnTo>
                      <a:pt x="102" y="0"/>
                    </a:lnTo>
                    <a:lnTo>
                      <a:pt x="104" y="0"/>
                    </a:lnTo>
                    <a:lnTo>
                      <a:pt x="108" y="4"/>
                    </a:lnTo>
                    <a:lnTo>
                      <a:pt x="112" y="8"/>
                    </a:lnTo>
                    <a:lnTo>
                      <a:pt x="120" y="12"/>
                    </a:lnTo>
                    <a:lnTo>
                      <a:pt x="124" y="16"/>
                    </a:lnTo>
                    <a:lnTo>
                      <a:pt x="128" y="18"/>
                    </a:lnTo>
                    <a:lnTo>
                      <a:pt x="132" y="22"/>
                    </a:lnTo>
                    <a:lnTo>
                      <a:pt x="138" y="26"/>
                    </a:lnTo>
                    <a:lnTo>
                      <a:pt x="142" y="34"/>
                    </a:lnTo>
                    <a:lnTo>
                      <a:pt x="146" y="38"/>
                    </a:lnTo>
                    <a:lnTo>
                      <a:pt x="154" y="42"/>
                    </a:lnTo>
                    <a:lnTo>
                      <a:pt x="158" y="44"/>
                    </a:lnTo>
                    <a:lnTo>
                      <a:pt x="160" y="48"/>
                    </a:lnTo>
                    <a:lnTo>
                      <a:pt x="164" y="52"/>
                    </a:lnTo>
                    <a:lnTo>
                      <a:pt x="172" y="56"/>
                    </a:lnTo>
                    <a:lnTo>
                      <a:pt x="176" y="60"/>
                    </a:lnTo>
                    <a:lnTo>
                      <a:pt x="180" y="60"/>
                    </a:lnTo>
                    <a:lnTo>
                      <a:pt x="184" y="68"/>
                    </a:lnTo>
                    <a:lnTo>
                      <a:pt x="188" y="72"/>
                    </a:lnTo>
                    <a:lnTo>
                      <a:pt x="190" y="72"/>
                    </a:lnTo>
                    <a:lnTo>
                      <a:pt x="190" y="74"/>
                    </a:lnTo>
                    <a:lnTo>
                      <a:pt x="188" y="74"/>
                    </a:lnTo>
                    <a:lnTo>
                      <a:pt x="190" y="78"/>
                    </a:lnTo>
                    <a:lnTo>
                      <a:pt x="194" y="78"/>
                    </a:lnTo>
                    <a:lnTo>
                      <a:pt x="194" y="82"/>
                    </a:lnTo>
                    <a:lnTo>
                      <a:pt x="198" y="82"/>
                    </a:lnTo>
                    <a:lnTo>
                      <a:pt x="198" y="86"/>
                    </a:lnTo>
                    <a:lnTo>
                      <a:pt x="202" y="86"/>
                    </a:lnTo>
                    <a:lnTo>
                      <a:pt x="206" y="86"/>
                    </a:lnTo>
                    <a:lnTo>
                      <a:pt x="206" y="88"/>
                    </a:lnTo>
                    <a:lnTo>
                      <a:pt x="210" y="88"/>
                    </a:lnTo>
                    <a:lnTo>
                      <a:pt x="214" y="88"/>
                    </a:lnTo>
                    <a:lnTo>
                      <a:pt x="218" y="92"/>
                    </a:lnTo>
                    <a:lnTo>
                      <a:pt x="218" y="96"/>
                    </a:lnTo>
                    <a:lnTo>
                      <a:pt x="218" y="100"/>
                    </a:lnTo>
                    <a:lnTo>
                      <a:pt x="218" y="104"/>
                    </a:lnTo>
                    <a:lnTo>
                      <a:pt x="220" y="108"/>
                    </a:lnTo>
                    <a:lnTo>
                      <a:pt x="224" y="104"/>
                    </a:lnTo>
                    <a:lnTo>
                      <a:pt x="228" y="104"/>
                    </a:lnTo>
                    <a:lnTo>
                      <a:pt x="232" y="104"/>
                    </a:lnTo>
                    <a:lnTo>
                      <a:pt x="232" y="108"/>
                    </a:lnTo>
                    <a:lnTo>
                      <a:pt x="232" y="112"/>
                    </a:lnTo>
                    <a:lnTo>
                      <a:pt x="232" y="122"/>
                    </a:lnTo>
                    <a:lnTo>
                      <a:pt x="232" y="130"/>
                    </a:lnTo>
                    <a:lnTo>
                      <a:pt x="232" y="134"/>
                    </a:lnTo>
                    <a:lnTo>
                      <a:pt x="232" y="138"/>
                    </a:lnTo>
                    <a:lnTo>
                      <a:pt x="232" y="142"/>
                    </a:lnTo>
                    <a:lnTo>
                      <a:pt x="232" y="144"/>
                    </a:lnTo>
                    <a:lnTo>
                      <a:pt x="232" y="152"/>
                    </a:lnTo>
                    <a:lnTo>
                      <a:pt x="228" y="152"/>
                    </a:lnTo>
                    <a:lnTo>
                      <a:pt x="228" y="156"/>
                    </a:lnTo>
                    <a:lnTo>
                      <a:pt x="228" y="160"/>
                    </a:lnTo>
                    <a:lnTo>
                      <a:pt x="228" y="164"/>
                    </a:lnTo>
                    <a:lnTo>
                      <a:pt x="224" y="164"/>
                    </a:lnTo>
                    <a:lnTo>
                      <a:pt x="224" y="168"/>
                    </a:lnTo>
                    <a:lnTo>
                      <a:pt x="220" y="168"/>
                    </a:lnTo>
                    <a:lnTo>
                      <a:pt x="220" y="170"/>
                    </a:lnTo>
                    <a:lnTo>
                      <a:pt x="218" y="168"/>
                    </a:lnTo>
                    <a:lnTo>
                      <a:pt x="214" y="168"/>
                    </a:lnTo>
                    <a:lnTo>
                      <a:pt x="214" y="170"/>
                    </a:lnTo>
                    <a:lnTo>
                      <a:pt x="210" y="170"/>
                    </a:lnTo>
                    <a:lnTo>
                      <a:pt x="198" y="170"/>
                    </a:lnTo>
                    <a:lnTo>
                      <a:pt x="190" y="170"/>
                    </a:lnTo>
                    <a:lnTo>
                      <a:pt x="188" y="174"/>
                    </a:lnTo>
                    <a:lnTo>
                      <a:pt x="184" y="178"/>
                    </a:lnTo>
                    <a:lnTo>
                      <a:pt x="180" y="178"/>
                    </a:lnTo>
                    <a:lnTo>
                      <a:pt x="180" y="174"/>
                    </a:lnTo>
                    <a:lnTo>
                      <a:pt x="180" y="178"/>
                    </a:lnTo>
                    <a:lnTo>
                      <a:pt x="176" y="178"/>
                    </a:lnTo>
                    <a:lnTo>
                      <a:pt x="176" y="174"/>
                    </a:lnTo>
                    <a:lnTo>
                      <a:pt x="176" y="178"/>
                    </a:lnTo>
                    <a:lnTo>
                      <a:pt x="172" y="174"/>
                    </a:lnTo>
                    <a:lnTo>
                      <a:pt x="168" y="174"/>
                    </a:lnTo>
                    <a:lnTo>
                      <a:pt x="164" y="174"/>
                    </a:lnTo>
                    <a:lnTo>
                      <a:pt x="160" y="174"/>
                    </a:lnTo>
                    <a:lnTo>
                      <a:pt x="158" y="178"/>
                    </a:lnTo>
                    <a:lnTo>
                      <a:pt x="154" y="182"/>
                    </a:lnTo>
                    <a:lnTo>
                      <a:pt x="150" y="186"/>
                    </a:lnTo>
                    <a:lnTo>
                      <a:pt x="146" y="186"/>
                    </a:lnTo>
                    <a:lnTo>
                      <a:pt x="142" y="186"/>
                    </a:lnTo>
                    <a:lnTo>
                      <a:pt x="142" y="190"/>
                    </a:lnTo>
                    <a:lnTo>
                      <a:pt x="138" y="190"/>
                    </a:lnTo>
                    <a:lnTo>
                      <a:pt x="134" y="190"/>
                    </a:lnTo>
                    <a:lnTo>
                      <a:pt x="132" y="194"/>
                    </a:lnTo>
                    <a:lnTo>
                      <a:pt x="132" y="196"/>
                    </a:lnTo>
                    <a:lnTo>
                      <a:pt x="132" y="200"/>
                    </a:lnTo>
                    <a:lnTo>
                      <a:pt x="128" y="200"/>
                    </a:lnTo>
                    <a:lnTo>
                      <a:pt x="128" y="196"/>
                    </a:lnTo>
                    <a:lnTo>
                      <a:pt x="128" y="200"/>
                    </a:lnTo>
                    <a:lnTo>
                      <a:pt x="128" y="204"/>
                    </a:lnTo>
                    <a:lnTo>
                      <a:pt x="124" y="204"/>
                    </a:lnTo>
                    <a:lnTo>
                      <a:pt x="124" y="208"/>
                    </a:lnTo>
                    <a:lnTo>
                      <a:pt x="120" y="208"/>
                    </a:lnTo>
                    <a:lnTo>
                      <a:pt x="120" y="204"/>
                    </a:lnTo>
                    <a:lnTo>
                      <a:pt x="116" y="204"/>
                    </a:lnTo>
                    <a:lnTo>
                      <a:pt x="116" y="200"/>
                    </a:lnTo>
                    <a:lnTo>
                      <a:pt x="112" y="204"/>
                    </a:lnTo>
                    <a:lnTo>
                      <a:pt x="112" y="208"/>
                    </a:lnTo>
                    <a:lnTo>
                      <a:pt x="112" y="212"/>
                    </a:lnTo>
                    <a:lnTo>
                      <a:pt x="112" y="216"/>
                    </a:lnTo>
                    <a:lnTo>
                      <a:pt x="108" y="216"/>
                    </a:lnTo>
                    <a:lnTo>
                      <a:pt x="108" y="220"/>
                    </a:lnTo>
                    <a:lnTo>
                      <a:pt x="108" y="224"/>
                    </a:lnTo>
                    <a:lnTo>
                      <a:pt x="104" y="226"/>
                    </a:lnTo>
                    <a:lnTo>
                      <a:pt x="102" y="226"/>
                    </a:lnTo>
                    <a:lnTo>
                      <a:pt x="98" y="230"/>
                    </a:lnTo>
                    <a:lnTo>
                      <a:pt x="98" y="234"/>
                    </a:lnTo>
                    <a:lnTo>
                      <a:pt x="98" y="238"/>
                    </a:lnTo>
                    <a:lnTo>
                      <a:pt x="98" y="242"/>
                    </a:lnTo>
                    <a:lnTo>
                      <a:pt x="98" y="246"/>
                    </a:lnTo>
                    <a:lnTo>
                      <a:pt x="94" y="246"/>
                    </a:lnTo>
                    <a:lnTo>
                      <a:pt x="94" y="250"/>
                    </a:lnTo>
                    <a:lnTo>
                      <a:pt x="94" y="252"/>
                    </a:lnTo>
                    <a:lnTo>
                      <a:pt x="94" y="256"/>
                    </a:lnTo>
                    <a:lnTo>
                      <a:pt x="94" y="252"/>
                    </a:lnTo>
                    <a:lnTo>
                      <a:pt x="90" y="256"/>
                    </a:lnTo>
                    <a:lnTo>
                      <a:pt x="86" y="256"/>
                    </a:lnTo>
                    <a:lnTo>
                      <a:pt x="86" y="260"/>
                    </a:lnTo>
                    <a:lnTo>
                      <a:pt x="82" y="256"/>
                    </a:lnTo>
                    <a:lnTo>
                      <a:pt x="86" y="256"/>
                    </a:lnTo>
                    <a:lnTo>
                      <a:pt x="86" y="252"/>
                    </a:lnTo>
                    <a:lnTo>
                      <a:pt x="82" y="252"/>
                    </a:lnTo>
                    <a:lnTo>
                      <a:pt x="86" y="252"/>
                    </a:lnTo>
                    <a:lnTo>
                      <a:pt x="82" y="250"/>
                    </a:lnTo>
                    <a:lnTo>
                      <a:pt x="82" y="252"/>
                    </a:lnTo>
                    <a:lnTo>
                      <a:pt x="78" y="252"/>
                    </a:lnTo>
                    <a:lnTo>
                      <a:pt x="78" y="256"/>
                    </a:lnTo>
                    <a:lnTo>
                      <a:pt x="74" y="256"/>
                    </a:lnTo>
                    <a:lnTo>
                      <a:pt x="74" y="260"/>
                    </a:lnTo>
                    <a:lnTo>
                      <a:pt x="72" y="260"/>
                    </a:lnTo>
                    <a:lnTo>
                      <a:pt x="72" y="256"/>
                    </a:lnTo>
                    <a:lnTo>
                      <a:pt x="68" y="256"/>
                    </a:lnTo>
                    <a:lnTo>
                      <a:pt x="64" y="256"/>
                    </a:lnTo>
                    <a:lnTo>
                      <a:pt x="60" y="256"/>
                    </a:lnTo>
                    <a:lnTo>
                      <a:pt x="60" y="260"/>
                    </a:lnTo>
                    <a:lnTo>
                      <a:pt x="60" y="256"/>
                    </a:lnTo>
                    <a:lnTo>
                      <a:pt x="56" y="256"/>
                    </a:lnTo>
                    <a:lnTo>
                      <a:pt x="56" y="252"/>
                    </a:lnTo>
                    <a:lnTo>
                      <a:pt x="52" y="250"/>
                    </a:lnTo>
                    <a:lnTo>
                      <a:pt x="56" y="250"/>
                    </a:lnTo>
                    <a:lnTo>
                      <a:pt x="56" y="246"/>
                    </a:lnTo>
                    <a:lnTo>
                      <a:pt x="52" y="246"/>
                    </a:lnTo>
                    <a:lnTo>
                      <a:pt x="48" y="246"/>
                    </a:lnTo>
                    <a:lnTo>
                      <a:pt x="48" y="242"/>
                    </a:lnTo>
                    <a:lnTo>
                      <a:pt x="52" y="242"/>
                    </a:lnTo>
                    <a:lnTo>
                      <a:pt x="52" y="238"/>
                    </a:lnTo>
                    <a:lnTo>
                      <a:pt x="48" y="238"/>
                    </a:lnTo>
                    <a:lnTo>
                      <a:pt x="48" y="234"/>
                    </a:lnTo>
                    <a:lnTo>
                      <a:pt x="44" y="234"/>
                    </a:lnTo>
                    <a:lnTo>
                      <a:pt x="48" y="230"/>
                    </a:lnTo>
                    <a:lnTo>
                      <a:pt x="48" y="226"/>
                    </a:lnTo>
                    <a:lnTo>
                      <a:pt x="44" y="224"/>
                    </a:lnTo>
                    <a:lnTo>
                      <a:pt x="44" y="220"/>
                    </a:lnTo>
                    <a:lnTo>
                      <a:pt x="42" y="220"/>
                    </a:lnTo>
                    <a:lnTo>
                      <a:pt x="38" y="220"/>
                    </a:lnTo>
                    <a:lnTo>
                      <a:pt x="42" y="220"/>
                    </a:lnTo>
                    <a:lnTo>
                      <a:pt x="42" y="224"/>
                    </a:lnTo>
                    <a:lnTo>
                      <a:pt x="38" y="224"/>
                    </a:lnTo>
                    <a:lnTo>
                      <a:pt x="34" y="226"/>
                    </a:lnTo>
                    <a:lnTo>
                      <a:pt x="34" y="226"/>
                    </a:lnTo>
                    <a:lnTo>
                      <a:pt x="34" y="2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3" name="Freeform 157"/>
              <p:cNvSpPr>
                <a:spLocks noEditPoints="1"/>
              </p:cNvSpPr>
              <p:nvPr/>
            </p:nvSpPr>
            <p:spPr bwMode="gray">
              <a:xfrm>
                <a:off x="4375573" y="3691801"/>
                <a:ext cx="306110" cy="389593"/>
              </a:xfrm>
              <a:custGeom>
                <a:avLst/>
                <a:gdLst>
                  <a:gd name="T0" fmla="*/ 90 w 176"/>
                  <a:gd name="T1" fmla="*/ 218 h 224"/>
                  <a:gd name="T2" fmla="*/ 84 w 176"/>
                  <a:gd name="T3" fmla="*/ 210 h 224"/>
                  <a:gd name="T4" fmla="*/ 80 w 176"/>
                  <a:gd name="T5" fmla="*/ 206 h 224"/>
                  <a:gd name="T6" fmla="*/ 76 w 176"/>
                  <a:gd name="T7" fmla="*/ 210 h 224"/>
                  <a:gd name="T8" fmla="*/ 76 w 176"/>
                  <a:gd name="T9" fmla="*/ 218 h 224"/>
                  <a:gd name="T10" fmla="*/ 72 w 176"/>
                  <a:gd name="T11" fmla="*/ 220 h 224"/>
                  <a:gd name="T12" fmla="*/ 64 w 176"/>
                  <a:gd name="T13" fmla="*/ 218 h 224"/>
                  <a:gd name="T14" fmla="*/ 60 w 176"/>
                  <a:gd name="T15" fmla="*/ 214 h 224"/>
                  <a:gd name="T16" fmla="*/ 60 w 176"/>
                  <a:gd name="T17" fmla="*/ 210 h 224"/>
                  <a:gd name="T18" fmla="*/ 54 w 176"/>
                  <a:gd name="T19" fmla="*/ 198 h 224"/>
                  <a:gd name="T20" fmla="*/ 50 w 176"/>
                  <a:gd name="T21" fmla="*/ 198 h 224"/>
                  <a:gd name="T22" fmla="*/ 38 w 176"/>
                  <a:gd name="T23" fmla="*/ 190 h 224"/>
                  <a:gd name="T24" fmla="*/ 30 w 176"/>
                  <a:gd name="T25" fmla="*/ 190 h 224"/>
                  <a:gd name="T26" fmla="*/ 26 w 176"/>
                  <a:gd name="T27" fmla="*/ 190 h 224"/>
                  <a:gd name="T28" fmla="*/ 20 w 176"/>
                  <a:gd name="T29" fmla="*/ 190 h 224"/>
                  <a:gd name="T30" fmla="*/ 16 w 176"/>
                  <a:gd name="T31" fmla="*/ 190 h 224"/>
                  <a:gd name="T32" fmla="*/ 12 w 176"/>
                  <a:gd name="T33" fmla="*/ 194 h 224"/>
                  <a:gd name="T34" fmla="*/ 8 w 176"/>
                  <a:gd name="T35" fmla="*/ 194 h 224"/>
                  <a:gd name="T36" fmla="*/ 12 w 176"/>
                  <a:gd name="T37" fmla="*/ 190 h 224"/>
                  <a:gd name="T38" fmla="*/ 16 w 176"/>
                  <a:gd name="T39" fmla="*/ 180 h 224"/>
                  <a:gd name="T40" fmla="*/ 16 w 176"/>
                  <a:gd name="T41" fmla="*/ 172 h 224"/>
                  <a:gd name="T42" fmla="*/ 16 w 176"/>
                  <a:gd name="T43" fmla="*/ 158 h 224"/>
                  <a:gd name="T44" fmla="*/ 16 w 176"/>
                  <a:gd name="T45" fmla="*/ 154 h 224"/>
                  <a:gd name="T46" fmla="*/ 12 w 176"/>
                  <a:gd name="T47" fmla="*/ 146 h 224"/>
                  <a:gd name="T48" fmla="*/ 12 w 176"/>
                  <a:gd name="T49" fmla="*/ 142 h 224"/>
                  <a:gd name="T50" fmla="*/ 12 w 176"/>
                  <a:gd name="T51" fmla="*/ 138 h 224"/>
                  <a:gd name="T52" fmla="*/ 12 w 176"/>
                  <a:gd name="T53" fmla="*/ 138 h 224"/>
                  <a:gd name="T54" fmla="*/ 12 w 176"/>
                  <a:gd name="T55" fmla="*/ 124 h 224"/>
                  <a:gd name="T56" fmla="*/ 8 w 176"/>
                  <a:gd name="T57" fmla="*/ 120 h 224"/>
                  <a:gd name="T58" fmla="*/ 4 w 176"/>
                  <a:gd name="T59" fmla="*/ 114 h 224"/>
                  <a:gd name="T60" fmla="*/ 0 w 176"/>
                  <a:gd name="T61" fmla="*/ 118 h 224"/>
                  <a:gd name="T62" fmla="*/ 4 w 176"/>
                  <a:gd name="T63" fmla="*/ 110 h 224"/>
                  <a:gd name="T64" fmla="*/ 30 w 176"/>
                  <a:gd name="T65" fmla="*/ 110 h 224"/>
                  <a:gd name="T66" fmla="*/ 60 w 176"/>
                  <a:gd name="T67" fmla="*/ 110 h 224"/>
                  <a:gd name="T68" fmla="*/ 56 w 176"/>
                  <a:gd name="T69" fmla="*/ 88 h 224"/>
                  <a:gd name="T70" fmla="*/ 60 w 176"/>
                  <a:gd name="T71" fmla="*/ 80 h 224"/>
                  <a:gd name="T72" fmla="*/ 72 w 176"/>
                  <a:gd name="T73" fmla="*/ 72 h 224"/>
                  <a:gd name="T74" fmla="*/ 72 w 176"/>
                  <a:gd name="T75" fmla="*/ 46 h 224"/>
                  <a:gd name="T76" fmla="*/ 72 w 176"/>
                  <a:gd name="T77" fmla="*/ 30 h 224"/>
                  <a:gd name="T78" fmla="*/ 102 w 176"/>
                  <a:gd name="T79" fmla="*/ 24 h 224"/>
                  <a:gd name="T80" fmla="*/ 120 w 176"/>
                  <a:gd name="T81" fmla="*/ 24 h 224"/>
                  <a:gd name="T82" fmla="*/ 120 w 176"/>
                  <a:gd name="T83" fmla="*/ 0 h 224"/>
                  <a:gd name="T84" fmla="*/ 142 w 176"/>
                  <a:gd name="T85" fmla="*/ 20 h 224"/>
                  <a:gd name="T86" fmla="*/ 166 w 176"/>
                  <a:gd name="T87" fmla="*/ 34 h 224"/>
                  <a:gd name="T88" fmla="*/ 172 w 176"/>
                  <a:gd name="T89" fmla="*/ 42 h 224"/>
                  <a:gd name="T90" fmla="*/ 150 w 176"/>
                  <a:gd name="T91" fmla="*/ 50 h 224"/>
                  <a:gd name="T92" fmla="*/ 154 w 176"/>
                  <a:gd name="T93" fmla="*/ 80 h 224"/>
                  <a:gd name="T94" fmla="*/ 158 w 176"/>
                  <a:gd name="T95" fmla="*/ 110 h 224"/>
                  <a:gd name="T96" fmla="*/ 162 w 176"/>
                  <a:gd name="T97" fmla="*/ 142 h 224"/>
                  <a:gd name="T98" fmla="*/ 162 w 176"/>
                  <a:gd name="T99" fmla="*/ 168 h 224"/>
                  <a:gd name="T100" fmla="*/ 166 w 176"/>
                  <a:gd name="T101" fmla="*/ 202 h 224"/>
                  <a:gd name="T102" fmla="*/ 154 w 176"/>
                  <a:gd name="T103" fmla="*/ 210 h 224"/>
                  <a:gd name="T104" fmla="*/ 132 w 176"/>
                  <a:gd name="T105" fmla="*/ 210 h 224"/>
                  <a:gd name="T106" fmla="*/ 116 w 176"/>
                  <a:gd name="T107" fmla="*/ 210 h 224"/>
                  <a:gd name="T108" fmla="*/ 110 w 176"/>
                  <a:gd name="T109" fmla="*/ 210 h 224"/>
                  <a:gd name="T110" fmla="*/ 106 w 176"/>
                  <a:gd name="T111" fmla="*/ 214 h 224"/>
                  <a:gd name="T112" fmla="*/ 98 w 176"/>
                  <a:gd name="T113" fmla="*/ 210 h 224"/>
                  <a:gd name="T114" fmla="*/ 90 w 176"/>
                  <a:gd name="T115" fmla="*/ 210 h 224"/>
                  <a:gd name="T116" fmla="*/ 12 w 176"/>
                  <a:gd name="T117" fmla="*/ 134 h 224"/>
                  <a:gd name="T118" fmla="*/ 12 w 176"/>
                  <a:gd name="T119" fmla="*/ 138 h 224"/>
                  <a:gd name="T120" fmla="*/ 12 w 176"/>
                  <a:gd name="T121" fmla="*/ 138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6" h="224">
                    <a:moveTo>
                      <a:pt x="90" y="210"/>
                    </a:moveTo>
                    <a:lnTo>
                      <a:pt x="90" y="214"/>
                    </a:lnTo>
                    <a:lnTo>
                      <a:pt x="90" y="214"/>
                    </a:lnTo>
                    <a:lnTo>
                      <a:pt x="90" y="214"/>
                    </a:lnTo>
                    <a:lnTo>
                      <a:pt x="90" y="214"/>
                    </a:lnTo>
                    <a:lnTo>
                      <a:pt x="90" y="218"/>
                    </a:lnTo>
                    <a:lnTo>
                      <a:pt x="90" y="218"/>
                    </a:lnTo>
                    <a:lnTo>
                      <a:pt x="86" y="214"/>
                    </a:lnTo>
                    <a:lnTo>
                      <a:pt x="86" y="214"/>
                    </a:lnTo>
                    <a:lnTo>
                      <a:pt x="86" y="214"/>
                    </a:lnTo>
                    <a:lnTo>
                      <a:pt x="86" y="214"/>
                    </a:lnTo>
                    <a:lnTo>
                      <a:pt x="86" y="214"/>
                    </a:lnTo>
                    <a:lnTo>
                      <a:pt x="84" y="210"/>
                    </a:lnTo>
                    <a:lnTo>
                      <a:pt x="84" y="210"/>
                    </a:lnTo>
                    <a:lnTo>
                      <a:pt x="84" y="210"/>
                    </a:lnTo>
                    <a:lnTo>
                      <a:pt x="84" y="210"/>
                    </a:lnTo>
                    <a:lnTo>
                      <a:pt x="84" y="210"/>
                    </a:lnTo>
                    <a:lnTo>
                      <a:pt x="84" y="210"/>
                    </a:lnTo>
                    <a:lnTo>
                      <a:pt x="84" y="206"/>
                    </a:lnTo>
                    <a:lnTo>
                      <a:pt x="84" y="206"/>
                    </a:lnTo>
                    <a:lnTo>
                      <a:pt x="80" y="206"/>
                    </a:lnTo>
                    <a:lnTo>
                      <a:pt x="80" y="210"/>
                    </a:lnTo>
                    <a:lnTo>
                      <a:pt x="80" y="210"/>
                    </a:lnTo>
                    <a:lnTo>
                      <a:pt x="80" y="210"/>
                    </a:lnTo>
                    <a:lnTo>
                      <a:pt x="80" y="210"/>
                    </a:lnTo>
                    <a:lnTo>
                      <a:pt x="80" y="210"/>
                    </a:lnTo>
                    <a:lnTo>
                      <a:pt x="80" y="210"/>
                    </a:lnTo>
                    <a:lnTo>
                      <a:pt x="76" y="210"/>
                    </a:lnTo>
                    <a:lnTo>
                      <a:pt x="76" y="210"/>
                    </a:lnTo>
                    <a:lnTo>
                      <a:pt x="76" y="214"/>
                    </a:lnTo>
                    <a:lnTo>
                      <a:pt x="76" y="214"/>
                    </a:lnTo>
                    <a:lnTo>
                      <a:pt x="76" y="218"/>
                    </a:lnTo>
                    <a:lnTo>
                      <a:pt x="76" y="218"/>
                    </a:lnTo>
                    <a:lnTo>
                      <a:pt x="76" y="218"/>
                    </a:lnTo>
                    <a:lnTo>
                      <a:pt x="76" y="218"/>
                    </a:lnTo>
                    <a:lnTo>
                      <a:pt x="76" y="220"/>
                    </a:lnTo>
                    <a:lnTo>
                      <a:pt x="76" y="220"/>
                    </a:lnTo>
                    <a:lnTo>
                      <a:pt x="76" y="220"/>
                    </a:lnTo>
                    <a:lnTo>
                      <a:pt x="76" y="220"/>
                    </a:lnTo>
                    <a:lnTo>
                      <a:pt x="72" y="224"/>
                    </a:lnTo>
                    <a:lnTo>
                      <a:pt x="72" y="224"/>
                    </a:lnTo>
                    <a:lnTo>
                      <a:pt x="72" y="220"/>
                    </a:lnTo>
                    <a:lnTo>
                      <a:pt x="72" y="220"/>
                    </a:lnTo>
                    <a:lnTo>
                      <a:pt x="68" y="220"/>
                    </a:lnTo>
                    <a:lnTo>
                      <a:pt x="68" y="220"/>
                    </a:lnTo>
                    <a:lnTo>
                      <a:pt x="68" y="220"/>
                    </a:lnTo>
                    <a:lnTo>
                      <a:pt x="68" y="220"/>
                    </a:lnTo>
                    <a:lnTo>
                      <a:pt x="68" y="218"/>
                    </a:lnTo>
                    <a:lnTo>
                      <a:pt x="64" y="218"/>
                    </a:lnTo>
                    <a:lnTo>
                      <a:pt x="64" y="218"/>
                    </a:lnTo>
                    <a:lnTo>
                      <a:pt x="64" y="218"/>
                    </a:lnTo>
                    <a:lnTo>
                      <a:pt x="64" y="218"/>
                    </a:lnTo>
                    <a:lnTo>
                      <a:pt x="60" y="218"/>
                    </a:lnTo>
                    <a:lnTo>
                      <a:pt x="60" y="214"/>
                    </a:lnTo>
                    <a:lnTo>
                      <a:pt x="60" y="214"/>
                    </a:lnTo>
                    <a:lnTo>
                      <a:pt x="60" y="214"/>
                    </a:lnTo>
                    <a:lnTo>
                      <a:pt x="60" y="214"/>
                    </a:lnTo>
                    <a:lnTo>
                      <a:pt x="60" y="214"/>
                    </a:lnTo>
                    <a:lnTo>
                      <a:pt x="60" y="214"/>
                    </a:lnTo>
                    <a:lnTo>
                      <a:pt x="60" y="214"/>
                    </a:lnTo>
                    <a:lnTo>
                      <a:pt x="60" y="214"/>
                    </a:lnTo>
                    <a:lnTo>
                      <a:pt x="60" y="214"/>
                    </a:lnTo>
                    <a:lnTo>
                      <a:pt x="60" y="210"/>
                    </a:lnTo>
                    <a:lnTo>
                      <a:pt x="56" y="210"/>
                    </a:lnTo>
                    <a:lnTo>
                      <a:pt x="56" y="210"/>
                    </a:lnTo>
                    <a:lnTo>
                      <a:pt x="56" y="210"/>
                    </a:lnTo>
                    <a:lnTo>
                      <a:pt x="56" y="206"/>
                    </a:lnTo>
                    <a:lnTo>
                      <a:pt x="56" y="206"/>
                    </a:lnTo>
                    <a:lnTo>
                      <a:pt x="54" y="202"/>
                    </a:lnTo>
                    <a:lnTo>
                      <a:pt x="54" y="198"/>
                    </a:lnTo>
                    <a:lnTo>
                      <a:pt x="54" y="198"/>
                    </a:lnTo>
                    <a:lnTo>
                      <a:pt x="50" y="198"/>
                    </a:lnTo>
                    <a:lnTo>
                      <a:pt x="50" y="198"/>
                    </a:lnTo>
                    <a:lnTo>
                      <a:pt x="50" y="198"/>
                    </a:lnTo>
                    <a:lnTo>
                      <a:pt x="50" y="198"/>
                    </a:lnTo>
                    <a:lnTo>
                      <a:pt x="50" y="198"/>
                    </a:lnTo>
                    <a:lnTo>
                      <a:pt x="50" y="198"/>
                    </a:lnTo>
                    <a:lnTo>
                      <a:pt x="50" y="198"/>
                    </a:lnTo>
                    <a:lnTo>
                      <a:pt x="46" y="198"/>
                    </a:lnTo>
                    <a:lnTo>
                      <a:pt x="46" y="194"/>
                    </a:lnTo>
                    <a:lnTo>
                      <a:pt x="46" y="194"/>
                    </a:lnTo>
                    <a:lnTo>
                      <a:pt x="42" y="190"/>
                    </a:lnTo>
                    <a:lnTo>
                      <a:pt x="42" y="190"/>
                    </a:lnTo>
                    <a:lnTo>
                      <a:pt x="38" y="190"/>
                    </a:lnTo>
                    <a:lnTo>
                      <a:pt x="38" y="190"/>
                    </a:lnTo>
                    <a:lnTo>
                      <a:pt x="38" y="190"/>
                    </a:lnTo>
                    <a:lnTo>
                      <a:pt x="34" y="190"/>
                    </a:lnTo>
                    <a:lnTo>
                      <a:pt x="34" y="190"/>
                    </a:lnTo>
                    <a:lnTo>
                      <a:pt x="34" y="190"/>
                    </a:lnTo>
                    <a:lnTo>
                      <a:pt x="30" y="190"/>
                    </a:lnTo>
                    <a:lnTo>
                      <a:pt x="30" y="190"/>
                    </a:lnTo>
                    <a:lnTo>
                      <a:pt x="30" y="190"/>
                    </a:lnTo>
                    <a:lnTo>
                      <a:pt x="30" y="190"/>
                    </a:lnTo>
                    <a:lnTo>
                      <a:pt x="30" y="188"/>
                    </a:lnTo>
                    <a:lnTo>
                      <a:pt x="30" y="190"/>
                    </a:lnTo>
                    <a:lnTo>
                      <a:pt x="30" y="190"/>
                    </a:lnTo>
                    <a:lnTo>
                      <a:pt x="30" y="190"/>
                    </a:lnTo>
                    <a:lnTo>
                      <a:pt x="26" y="190"/>
                    </a:lnTo>
                    <a:lnTo>
                      <a:pt x="26" y="190"/>
                    </a:lnTo>
                    <a:lnTo>
                      <a:pt x="24" y="190"/>
                    </a:lnTo>
                    <a:lnTo>
                      <a:pt x="24" y="190"/>
                    </a:lnTo>
                    <a:lnTo>
                      <a:pt x="24" y="190"/>
                    </a:lnTo>
                    <a:lnTo>
                      <a:pt x="24" y="190"/>
                    </a:lnTo>
                    <a:lnTo>
                      <a:pt x="20" y="190"/>
                    </a:lnTo>
                    <a:lnTo>
                      <a:pt x="20" y="190"/>
                    </a:lnTo>
                    <a:lnTo>
                      <a:pt x="20" y="190"/>
                    </a:lnTo>
                    <a:lnTo>
                      <a:pt x="20" y="190"/>
                    </a:lnTo>
                    <a:lnTo>
                      <a:pt x="20" y="190"/>
                    </a:lnTo>
                    <a:lnTo>
                      <a:pt x="16" y="190"/>
                    </a:lnTo>
                    <a:lnTo>
                      <a:pt x="16" y="190"/>
                    </a:lnTo>
                    <a:lnTo>
                      <a:pt x="16" y="190"/>
                    </a:lnTo>
                    <a:lnTo>
                      <a:pt x="16" y="190"/>
                    </a:lnTo>
                    <a:lnTo>
                      <a:pt x="16" y="190"/>
                    </a:lnTo>
                    <a:lnTo>
                      <a:pt x="12" y="190"/>
                    </a:lnTo>
                    <a:lnTo>
                      <a:pt x="12" y="190"/>
                    </a:lnTo>
                    <a:lnTo>
                      <a:pt x="12" y="194"/>
                    </a:lnTo>
                    <a:lnTo>
                      <a:pt x="12" y="194"/>
                    </a:lnTo>
                    <a:lnTo>
                      <a:pt x="12" y="194"/>
                    </a:lnTo>
                    <a:lnTo>
                      <a:pt x="12" y="194"/>
                    </a:lnTo>
                    <a:lnTo>
                      <a:pt x="12" y="198"/>
                    </a:lnTo>
                    <a:lnTo>
                      <a:pt x="8" y="198"/>
                    </a:lnTo>
                    <a:lnTo>
                      <a:pt x="8" y="198"/>
                    </a:lnTo>
                    <a:lnTo>
                      <a:pt x="8" y="198"/>
                    </a:lnTo>
                    <a:lnTo>
                      <a:pt x="8" y="194"/>
                    </a:lnTo>
                    <a:lnTo>
                      <a:pt x="8" y="194"/>
                    </a:lnTo>
                    <a:lnTo>
                      <a:pt x="8" y="194"/>
                    </a:lnTo>
                    <a:lnTo>
                      <a:pt x="8" y="194"/>
                    </a:lnTo>
                    <a:lnTo>
                      <a:pt x="8" y="194"/>
                    </a:lnTo>
                    <a:lnTo>
                      <a:pt x="12" y="190"/>
                    </a:lnTo>
                    <a:lnTo>
                      <a:pt x="12" y="190"/>
                    </a:lnTo>
                    <a:lnTo>
                      <a:pt x="12" y="190"/>
                    </a:lnTo>
                    <a:lnTo>
                      <a:pt x="12" y="190"/>
                    </a:lnTo>
                    <a:lnTo>
                      <a:pt x="12" y="190"/>
                    </a:lnTo>
                    <a:lnTo>
                      <a:pt x="12" y="188"/>
                    </a:lnTo>
                    <a:lnTo>
                      <a:pt x="12" y="188"/>
                    </a:lnTo>
                    <a:lnTo>
                      <a:pt x="12" y="184"/>
                    </a:lnTo>
                    <a:lnTo>
                      <a:pt x="12" y="184"/>
                    </a:lnTo>
                    <a:lnTo>
                      <a:pt x="12" y="184"/>
                    </a:lnTo>
                    <a:lnTo>
                      <a:pt x="12" y="184"/>
                    </a:lnTo>
                    <a:lnTo>
                      <a:pt x="16" y="180"/>
                    </a:lnTo>
                    <a:lnTo>
                      <a:pt x="16" y="180"/>
                    </a:lnTo>
                    <a:lnTo>
                      <a:pt x="16" y="176"/>
                    </a:lnTo>
                    <a:lnTo>
                      <a:pt x="16" y="176"/>
                    </a:lnTo>
                    <a:lnTo>
                      <a:pt x="16" y="176"/>
                    </a:lnTo>
                    <a:lnTo>
                      <a:pt x="16" y="172"/>
                    </a:lnTo>
                    <a:lnTo>
                      <a:pt x="16" y="172"/>
                    </a:lnTo>
                    <a:lnTo>
                      <a:pt x="16" y="172"/>
                    </a:lnTo>
                    <a:lnTo>
                      <a:pt x="16" y="168"/>
                    </a:lnTo>
                    <a:lnTo>
                      <a:pt x="16" y="164"/>
                    </a:lnTo>
                    <a:lnTo>
                      <a:pt x="16" y="164"/>
                    </a:lnTo>
                    <a:lnTo>
                      <a:pt x="16" y="160"/>
                    </a:lnTo>
                    <a:lnTo>
                      <a:pt x="16" y="160"/>
                    </a:lnTo>
                    <a:lnTo>
                      <a:pt x="16" y="160"/>
                    </a:lnTo>
                    <a:lnTo>
                      <a:pt x="16" y="158"/>
                    </a:lnTo>
                    <a:lnTo>
                      <a:pt x="16" y="158"/>
                    </a:lnTo>
                    <a:lnTo>
                      <a:pt x="16" y="158"/>
                    </a:lnTo>
                    <a:lnTo>
                      <a:pt x="16" y="158"/>
                    </a:lnTo>
                    <a:lnTo>
                      <a:pt x="16" y="158"/>
                    </a:lnTo>
                    <a:lnTo>
                      <a:pt x="16" y="158"/>
                    </a:lnTo>
                    <a:lnTo>
                      <a:pt x="16" y="154"/>
                    </a:lnTo>
                    <a:lnTo>
                      <a:pt x="16" y="154"/>
                    </a:lnTo>
                    <a:lnTo>
                      <a:pt x="16" y="150"/>
                    </a:lnTo>
                    <a:lnTo>
                      <a:pt x="16" y="150"/>
                    </a:lnTo>
                    <a:lnTo>
                      <a:pt x="16" y="150"/>
                    </a:lnTo>
                    <a:lnTo>
                      <a:pt x="12" y="150"/>
                    </a:lnTo>
                    <a:lnTo>
                      <a:pt x="12" y="146"/>
                    </a:lnTo>
                    <a:lnTo>
                      <a:pt x="12" y="146"/>
                    </a:lnTo>
                    <a:lnTo>
                      <a:pt x="12" y="146"/>
                    </a:lnTo>
                    <a:lnTo>
                      <a:pt x="12" y="146"/>
                    </a:lnTo>
                    <a:lnTo>
                      <a:pt x="12" y="146"/>
                    </a:lnTo>
                    <a:lnTo>
                      <a:pt x="12" y="146"/>
                    </a:lnTo>
                    <a:lnTo>
                      <a:pt x="12" y="142"/>
                    </a:lnTo>
                    <a:lnTo>
                      <a:pt x="8" y="142"/>
                    </a:lnTo>
                    <a:lnTo>
                      <a:pt x="8" y="142"/>
                    </a:lnTo>
                    <a:lnTo>
                      <a:pt x="12" y="142"/>
                    </a:lnTo>
                    <a:lnTo>
                      <a:pt x="12" y="142"/>
                    </a:lnTo>
                    <a:lnTo>
                      <a:pt x="12" y="142"/>
                    </a:lnTo>
                    <a:lnTo>
                      <a:pt x="12" y="142"/>
                    </a:lnTo>
                    <a:lnTo>
                      <a:pt x="12" y="138"/>
                    </a:lnTo>
                    <a:lnTo>
                      <a:pt x="12" y="138"/>
                    </a:lnTo>
                    <a:lnTo>
                      <a:pt x="12" y="138"/>
                    </a:lnTo>
                    <a:lnTo>
                      <a:pt x="12" y="138"/>
                    </a:lnTo>
                    <a:lnTo>
                      <a:pt x="12" y="142"/>
                    </a:lnTo>
                    <a:lnTo>
                      <a:pt x="12" y="142"/>
                    </a:lnTo>
                    <a:lnTo>
                      <a:pt x="12" y="142"/>
                    </a:lnTo>
                    <a:lnTo>
                      <a:pt x="12" y="142"/>
                    </a:lnTo>
                    <a:lnTo>
                      <a:pt x="12" y="138"/>
                    </a:lnTo>
                    <a:lnTo>
                      <a:pt x="12" y="138"/>
                    </a:lnTo>
                    <a:lnTo>
                      <a:pt x="12" y="138"/>
                    </a:lnTo>
                    <a:lnTo>
                      <a:pt x="12" y="138"/>
                    </a:lnTo>
                    <a:lnTo>
                      <a:pt x="12" y="134"/>
                    </a:lnTo>
                    <a:lnTo>
                      <a:pt x="12" y="132"/>
                    </a:lnTo>
                    <a:lnTo>
                      <a:pt x="12" y="132"/>
                    </a:lnTo>
                    <a:lnTo>
                      <a:pt x="16" y="128"/>
                    </a:lnTo>
                    <a:lnTo>
                      <a:pt x="12" y="128"/>
                    </a:lnTo>
                    <a:lnTo>
                      <a:pt x="12" y="124"/>
                    </a:lnTo>
                    <a:lnTo>
                      <a:pt x="12" y="124"/>
                    </a:lnTo>
                    <a:lnTo>
                      <a:pt x="12" y="120"/>
                    </a:lnTo>
                    <a:lnTo>
                      <a:pt x="12" y="120"/>
                    </a:lnTo>
                    <a:lnTo>
                      <a:pt x="12" y="120"/>
                    </a:lnTo>
                    <a:lnTo>
                      <a:pt x="8" y="120"/>
                    </a:lnTo>
                    <a:lnTo>
                      <a:pt x="8" y="118"/>
                    </a:lnTo>
                    <a:lnTo>
                      <a:pt x="8" y="120"/>
                    </a:lnTo>
                    <a:lnTo>
                      <a:pt x="8" y="120"/>
                    </a:lnTo>
                    <a:lnTo>
                      <a:pt x="8" y="120"/>
                    </a:lnTo>
                    <a:lnTo>
                      <a:pt x="8" y="120"/>
                    </a:lnTo>
                    <a:lnTo>
                      <a:pt x="8" y="120"/>
                    </a:lnTo>
                    <a:lnTo>
                      <a:pt x="8" y="120"/>
                    </a:lnTo>
                    <a:lnTo>
                      <a:pt x="4" y="114"/>
                    </a:lnTo>
                    <a:lnTo>
                      <a:pt x="4" y="114"/>
                    </a:lnTo>
                    <a:lnTo>
                      <a:pt x="4" y="110"/>
                    </a:lnTo>
                    <a:lnTo>
                      <a:pt x="4" y="114"/>
                    </a:lnTo>
                    <a:lnTo>
                      <a:pt x="0" y="114"/>
                    </a:lnTo>
                    <a:lnTo>
                      <a:pt x="4" y="114"/>
                    </a:lnTo>
                    <a:lnTo>
                      <a:pt x="0" y="118"/>
                    </a:lnTo>
                    <a:lnTo>
                      <a:pt x="0" y="118"/>
                    </a:lnTo>
                    <a:lnTo>
                      <a:pt x="0" y="118"/>
                    </a:lnTo>
                    <a:lnTo>
                      <a:pt x="0" y="118"/>
                    </a:lnTo>
                    <a:lnTo>
                      <a:pt x="0" y="118"/>
                    </a:lnTo>
                    <a:lnTo>
                      <a:pt x="0" y="114"/>
                    </a:lnTo>
                    <a:lnTo>
                      <a:pt x="0" y="114"/>
                    </a:lnTo>
                    <a:lnTo>
                      <a:pt x="4" y="114"/>
                    </a:lnTo>
                    <a:lnTo>
                      <a:pt x="4" y="110"/>
                    </a:lnTo>
                    <a:lnTo>
                      <a:pt x="4" y="110"/>
                    </a:lnTo>
                    <a:lnTo>
                      <a:pt x="8" y="110"/>
                    </a:lnTo>
                    <a:lnTo>
                      <a:pt x="16" y="110"/>
                    </a:lnTo>
                    <a:lnTo>
                      <a:pt x="16" y="110"/>
                    </a:lnTo>
                    <a:lnTo>
                      <a:pt x="20" y="110"/>
                    </a:lnTo>
                    <a:lnTo>
                      <a:pt x="20" y="110"/>
                    </a:lnTo>
                    <a:lnTo>
                      <a:pt x="26" y="110"/>
                    </a:lnTo>
                    <a:lnTo>
                      <a:pt x="30" y="110"/>
                    </a:lnTo>
                    <a:lnTo>
                      <a:pt x="34" y="110"/>
                    </a:lnTo>
                    <a:lnTo>
                      <a:pt x="38" y="110"/>
                    </a:lnTo>
                    <a:lnTo>
                      <a:pt x="42" y="110"/>
                    </a:lnTo>
                    <a:lnTo>
                      <a:pt x="42" y="110"/>
                    </a:lnTo>
                    <a:lnTo>
                      <a:pt x="46" y="110"/>
                    </a:lnTo>
                    <a:lnTo>
                      <a:pt x="54" y="110"/>
                    </a:lnTo>
                    <a:lnTo>
                      <a:pt x="60" y="110"/>
                    </a:lnTo>
                    <a:lnTo>
                      <a:pt x="60" y="106"/>
                    </a:lnTo>
                    <a:lnTo>
                      <a:pt x="60" y="98"/>
                    </a:lnTo>
                    <a:lnTo>
                      <a:pt x="56" y="94"/>
                    </a:lnTo>
                    <a:lnTo>
                      <a:pt x="56" y="94"/>
                    </a:lnTo>
                    <a:lnTo>
                      <a:pt x="56" y="90"/>
                    </a:lnTo>
                    <a:lnTo>
                      <a:pt x="56" y="90"/>
                    </a:lnTo>
                    <a:lnTo>
                      <a:pt x="56" y="88"/>
                    </a:lnTo>
                    <a:lnTo>
                      <a:pt x="56" y="88"/>
                    </a:lnTo>
                    <a:lnTo>
                      <a:pt x="56" y="88"/>
                    </a:lnTo>
                    <a:lnTo>
                      <a:pt x="56" y="84"/>
                    </a:lnTo>
                    <a:lnTo>
                      <a:pt x="56" y="84"/>
                    </a:lnTo>
                    <a:lnTo>
                      <a:pt x="56" y="80"/>
                    </a:lnTo>
                    <a:lnTo>
                      <a:pt x="56" y="80"/>
                    </a:lnTo>
                    <a:lnTo>
                      <a:pt x="60" y="80"/>
                    </a:lnTo>
                    <a:lnTo>
                      <a:pt x="64" y="76"/>
                    </a:lnTo>
                    <a:lnTo>
                      <a:pt x="64" y="76"/>
                    </a:lnTo>
                    <a:lnTo>
                      <a:pt x="64" y="72"/>
                    </a:lnTo>
                    <a:lnTo>
                      <a:pt x="64" y="72"/>
                    </a:lnTo>
                    <a:lnTo>
                      <a:pt x="68" y="72"/>
                    </a:lnTo>
                    <a:lnTo>
                      <a:pt x="72" y="72"/>
                    </a:lnTo>
                    <a:lnTo>
                      <a:pt x="72" y="72"/>
                    </a:lnTo>
                    <a:lnTo>
                      <a:pt x="72" y="72"/>
                    </a:lnTo>
                    <a:lnTo>
                      <a:pt x="72" y="64"/>
                    </a:lnTo>
                    <a:lnTo>
                      <a:pt x="72" y="60"/>
                    </a:lnTo>
                    <a:lnTo>
                      <a:pt x="72" y="54"/>
                    </a:lnTo>
                    <a:lnTo>
                      <a:pt x="72" y="54"/>
                    </a:lnTo>
                    <a:lnTo>
                      <a:pt x="72" y="46"/>
                    </a:lnTo>
                    <a:lnTo>
                      <a:pt x="72" y="46"/>
                    </a:lnTo>
                    <a:lnTo>
                      <a:pt x="72" y="46"/>
                    </a:lnTo>
                    <a:lnTo>
                      <a:pt x="72" y="38"/>
                    </a:lnTo>
                    <a:lnTo>
                      <a:pt x="72" y="38"/>
                    </a:lnTo>
                    <a:lnTo>
                      <a:pt x="72" y="38"/>
                    </a:lnTo>
                    <a:lnTo>
                      <a:pt x="72" y="30"/>
                    </a:lnTo>
                    <a:lnTo>
                      <a:pt x="72" y="30"/>
                    </a:lnTo>
                    <a:lnTo>
                      <a:pt x="72" y="30"/>
                    </a:lnTo>
                    <a:lnTo>
                      <a:pt x="72" y="24"/>
                    </a:lnTo>
                    <a:lnTo>
                      <a:pt x="80" y="24"/>
                    </a:lnTo>
                    <a:lnTo>
                      <a:pt x="84" y="24"/>
                    </a:lnTo>
                    <a:lnTo>
                      <a:pt x="90" y="24"/>
                    </a:lnTo>
                    <a:lnTo>
                      <a:pt x="94" y="24"/>
                    </a:lnTo>
                    <a:lnTo>
                      <a:pt x="102" y="24"/>
                    </a:lnTo>
                    <a:lnTo>
                      <a:pt x="102" y="24"/>
                    </a:lnTo>
                    <a:lnTo>
                      <a:pt x="102" y="24"/>
                    </a:lnTo>
                    <a:lnTo>
                      <a:pt x="102" y="24"/>
                    </a:lnTo>
                    <a:lnTo>
                      <a:pt x="106" y="24"/>
                    </a:lnTo>
                    <a:lnTo>
                      <a:pt x="106" y="24"/>
                    </a:lnTo>
                    <a:lnTo>
                      <a:pt x="110" y="24"/>
                    </a:lnTo>
                    <a:lnTo>
                      <a:pt x="110" y="24"/>
                    </a:lnTo>
                    <a:lnTo>
                      <a:pt x="120" y="24"/>
                    </a:lnTo>
                    <a:lnTo>
                      <a:pt x="120" y="24"/>
                    </a:lnTo>
                    <a:lnTo>
                      <a:pt x="120" y="24"/>
                    </a:lnTo>
                    <a:lnTo>
                      <a:pt x="120" y="16"/>
                    </a:lnTo>
                    <a:lnTo>
                      <a:pt x="120" y="8"/>
                    </a:lnTo>
                    <a:lnTo>
                      <a:pt x="120" y="8"/>
                    </a:lnTo>
                    <a:lnTo>
                      <a:pt x="120" y="0"/>
                    </a:lnTo>
                    <a:lnTo>
                      <a:pt x="120" y="0"/>
                    </a:lnTo>
                    <a:lnTo>
                      <a:pt x="128" y="4"/>
                    </a:lnTo>
                    <a:lnTo>
                      <a:pt x="128" y="8"/>
                    </a:lnTo>
                    <a:lnTo>
                      <a:pt x="136" y="12"/>
                    </a:lnTo>
                    <a:lnTo>
                      <a:pt x="136" y="12"/>
                    </a:lnTo>
                    <a:lnTo>
                      <a:pt x="140" y="16"/>
                    </a:lnTo>
                    <a:lnTo>
                      <a:pt x="142" y="16"/>
                    </a:lnTo>
                    <a:lnTo>
                      <a:pt x="142" y="20"/>
                    </a:lnTo>
                    <a:lnTo>
                      <a:pt x="146" y="20"/>
                    </a:lnTo>
                    <a:lnTo>
                      <a:pt x="150" y="24"/>
                    </a:lnTo>
                    <a:lnTo>
                      <a:pt x="154" y="28"/>
                    </a:lnTo>
                    <a:lnTo>
                      <a:pt x="154" y="28"/>
                    </a:lnTo>
                    <a:lnTo>
                      <a:pt x="162" y="30"/>
                    </a:lnTo>
                    <a:lnTo>
                      <a:pt x="162" y="30"/>
                    </a:lnTo>
                    <a:lnTo>
                      <a:pt x="166" y="34"/>
                    </a:lnTo>
                    <a:lnTo>
                      <a:pt x="170" y="38"/>
                    </a:lnTo>
                    <a:lnTo>
                      <a:pt x="172" y="42"/>
                    </a:lnTo>
                    <a:lnTo>
                      <a:pt x="172" y="42"/>
                    </a:lnTo>
                    <a:lnTo>
                      <a:pt x="176" y="42"/>
                    </a:lnTo>
                    <a:lnTo>
                      <a:pt x="176" y="42"/>
                    </a:lnTo>
                    <a:lnTo>
                      <a:pt x="176" y="42"/>
                    </a:lnTo>
                    <a:lnTo>
                      <a:pt x="172" y="42"/>
                    </a:lnTo>
                    <a:lnTo>
                      <a:pt x="162" y="42"/>
                    </a:lnTo>
                    <a:lnTo>
                      <a:pt x="158" y="42"/>
                    </a:lnTo>
                    <a:lnTo>
                      <a:pt x="154" y="42"/>
                    </a:lnTo>
                    <a:lnTo>
                      <a:pt x="154" y="42"/>
                    </a:lnTo>
                    <a:lnTo>
                      <a:pt x="150" y="42"/>
                    </a:lnTo>
                    <a:lnTo>
                      <a:pt x="150" y="42"/>
                    </a:lnTo>
                    <a:lnTo>
                      <a:pt x="150" y="50"/>
                    </a:lnTo>
                    <a:lnTo>
                      <a:pt x="150" y="50"/>
                    </a:lnTo>
                    <a:lnTo>
                      <a:pt x="150" y="54"/>
                    </a:lnTo>
                    <a:lnTo>
                      <a:pt x="150" y="58"/>
                    </a:lnTo>
                    <a:lnTo>
                      <a:pt x="154" y="64"/>
                    </a:lnTo>
                    <a:lnTo>
                      <a:pt x="154" y="72"/>
                    </a:lnTo>
                    <a:lnTo>
                      <a:pt x="154" y="80"/>
                    </a:lnTo>
                    <a:lnTo>
                      <a:pt x="154" y="80"/>
                    </a:lnTo>
                    <a:lnTo>
                      <a:pt x="154" y="80"/>
                    </a:lnTo>
                    <a:lnTo>
                      <a:pt x="154" y="84"/>
                    </a:lnTo>
                    <a:lnTo>
                      <a:pt x="154" y="94"/>
                    </a:lnTo>
                    <a:lnTo>
                      <a:pt x="154" y="98"/>
                    </a:lnTo>
                    <a:lnTo>
                      <a:pt x="158" y="102"/>
                    </a:lnTo>
                    <a:lnTo>
                      <a:pt x="158" y="106"/>
                    </a:lnTo>
                    <a:lnTo>
                      <a:pt x="158" y="110"/>
                    </a:lnTo>
                    <a:lnTo>
                      <a:pt x="158" y="114"/>
                    </a:lnTo>
                    <a:lnTo>
                      <a:pt x="158" y="118"/>
                    </a:lnTo>
                    <a:lnTo>
                      <a:pt x="158" y="120"/>
                    </a:lnTo>
                    <a:lnTo>
                      <a:pt x="158" y="128"/>
                    </a:lnTo>
                    <a:lnTo>
                      <a:pt x="158" y="134"/>
                    </a:lnTo>
                    <a:lnTo>
                      <a:pt x="158" y="134"/>
                    </a:lnTo>
                    <a:lnTo>
                      <a:pt x="162" y="142"/>
                    </a:lnTo>
                    <a:lnTo>
                      <a:pt x="162" y="146"/>
                    </a:lnTo>
                    <a:lnTo>
                      <a:pt x="162" y="146"/>
                    </a:lnTo>
                    <a:lnTo>
                      <a:pt x="162" y="154"/>
                    </a:lnTo>
                    <a:lnTo>
                      <a:pt x="162" y="154"/>
                    </a:lnTo>
                    <a:lnTo>
                      <a:pt x="162" y="160"/>
                    </a:lnTo>
                    <a:lnTo>
                      <a:pt x="162" y="164"/>
                    </a:lnTo>
                    <a:lnTo>
                      <a:pt x="162" y="168"/>
                    </a:lnTo>
                    <a:lnTo>
                      <a:pt x="162" y="176"/>
                    </a:lnTo>
                    <a:lnTo>
                      <a:pt x="166" y="188"/>
                    </a:lnTo>
                    <a:lnTo>
                      <a:pt x="166" y="190"/>
                    </a:lnTo>
                    <a:lnTo>
                      <a:pt x="170" y="194"/>
                    </a:lnTo>
                    <a:lnTo>
                      <a:pt x="170" y="198"/>
                    </a:lnTo>
                    <a:lnTo>
                      <a:pt x="170" y="198"/>
                    </a:lnTo>
                    <a:lnTo>
                      <a:pt x="166" y="202"/>
                    </a:lnTo>
                    <a:lnTo>
                      <a:pt x="166" y="210"/>
                    </a:lnTo>
                    <a:lnTo>
                      <a:pt x="166" y="210"/>
                    </a:lnTo>
                    <a:lnTo>
                      <a:pt x="166" y="210"/>
                    </a:lnTo>
                    <a:lnTo>
                      <a:pt x="166" y="210"/>
                    </a:lnTo>
                    <a:lnTo>
                      <a:pt x="158" y="210"/>
                    </a:lnTo>
                    <a:lnTo>
                      <a:pt x="154" y="210"/>
                    </a:lnTo>
                    <a:lnTo>
                      <a:pt x="154" y="210"/>
                    </a:lnTo>
                    <a:lnTo>
                      <a:pt x="154" y="210"/>
                    </a:lnTo>
                    <a:lnTo>
                      <a:pt x="150" y="210"/>
                    </a:lnTo>
                    <a:lnTo>
                      <a:pt x="142" y="210"/>
                    </a:lnTo>
                    <a:lnTo>
                      <a:pt x="140" y="210"/>
                    </a:lnTo>
                    <a:lnTo>
                      <a:pt x="140" y="210"/>
                    </a:lnTo>
                    <a:lnTo>
                      <a:pt x="136" y="210"/>
                    </a:lnTo>
                    <a:lnTo>
                      <a:pt x="132" y="210"/>
                    </a:lnTo>
                    <a:lnTo>
                      <a:pt x="128" y="210"/>
                    </a:lnTo>
                    <a:lnTo>
                      <a:pt x="124" y="210"/>
                    </a:lnTo>
                    <a:lnTo>
                      <a:pt x="124" y="210"/>
                    </a:lnTo>
                    <a:lnTo>
                      <a:pt x="120" y="210"/>
                    </a:lnTo>
                    <a:lnTo>
                      <a:pt x="116" y="210"/>
                    </a:lnTo>
                    <a:lnTo>
                      <a:pt x="116" y="210"/>
                    </a:lnTo>
                    <a:lnTo>
                      <a:pt x="116" y="210"/>
                    </a:lnTo>
                    <a:lnTo>
                      <a:pt x="112" y="210"/>
                    </a:lnTo>
                    <a:lnTo>
                      <a:pt x="112" y="210"/>
                    </a:lnTo>
                    <a:lnTo>
                      <a:pt x="112" y="210"/>
                    </a:lnTo>
                    <a:lnTo>
                      <a:pt x="112" y="210"/>
                    </a:lnTo>
                    <a:lnTo>
                      <a:pt x="112" y="206"/>
                    </a:lnTo>
                    <a:lnTo>
                      <a:pt x="112" y="206"/>
                    </a:lnTo>
                    <a:lnTo>
                      <a:pt x="110" y="210"/>
                    </a:lnTo>
                    <a:lnTo>
                      <a:pt x="110" y="210"/>
                    </a:lnTo>
                    <a:lnTo>
                      <a:pt x="110" y="210"/>
                    </a:lnTo>
                    <a:lnTo>
                      <a:pt x="106" y="210"/>
                    </a:lnTo>
                    <a:lnTo>
                      <a:pt x="106" y="210"/>
                    </a:lnTo>
                    <a:lnTo>
                      <a:pt x="106" y="214"/>
                    </a:lnTo>
                    <a:lnTo>
                      <a:pt x="106" y="214"/>
                    </a:lnTo>
                    <a:lnTo>
                      <a:pt x="106" y="214"/>
                    </a:lnTo>
                    <a:lnTo>
                      <a:pt x="102" y="214"/>
                    </a:lnTo>
                    <a:lnTo>
                      <a:pt x="102" y="214"/>
                    </a:lnTo>
                    <a:lnTo>
                      <a:pt x="102" y="214"/>
                    </a:lnTo>
                    <a:lnTo>
                      <a:pt x="102" y="214"/>
                    </a:lnTo>
                    <a:lnTo>
                      <a:pt x="98" y="210"/>
                    </a:lnTo>
                    <a:lnTo>
                      <a:pt x="98" y="210"/>
                    </a:lnTo>
                    <a:lnTo>
                      <a:pt x="98" y="210"/>
                    </a:lnTo>
                    <a:lnTo>
                      <a:pt x="94" y="210"/>
                    </a:lnTo>
                    <a:lnTo>
                      <a:pt x="94" y="210"/>
                    </a:lnTo>
                    <a:lnTo>
                      <a:pt x="94" y="210"/>
                    </a:lnTo>
                    <a:lnTo>
                      <a:pt x="94" y="210"/>
                    </a:lnTo>
                    <a:lnTo>
                      <a:pt x="90" y="210"/>
                    </a:lnTo>
                    <a:lnTo>
                      <a:pt x="90" y="210"/>
                    </a:lnTo>
                    <a:lnTo>
                      <a:pt x="90" y="210"/>
                    </a:lnTo>
                    <a:lnTo>
                      <a:pt x="90" y="210"/>
                    </a:lnTo>
                    <a:close/>
                    <a:moveTo>
                      <a:pt x="12" y="138"/>
                    </a:moveTo>
                    <a:lnTo>
                      <a:pt x="12" y="138"/>
                    </a:lnTo>
                    <a:lnTo>
                      <a:pt x="12" y="138"/>
                    </a:lnTo>
                    <a:lnTo>
                      <a:pt x="12" y="134"/>
                    </a:lnTo>
                    <a:lnTo>
                      <a:pt x="12" y="134"/>
                    </a:lnTo>
                    <a:lnTo>
                      <a:pt x="12" y="134"/>
                    </a:lnTo>
                    <a:lnTo>
                      <a:pt x="12" y="134"/>
                    </a:lnTo>
                    <a:lnTo>
                      <a:pt x="12" y="134"/>
                    </a:lnTo>
                    <a:lnTo>
                      <a:pt x="12" y="134"/>
                    </a:lnTo>
                    <a:lnTo>
                      <a:pt x="12" y="134"/>
                    </a:lnTo>
                    <a:lnTo>
                      <a:pt x="12" y="134"/>
                    </a:lnTo>
                    <a:lnTo>
                      <a:pt x="12" y="134"/>
                    </a:lnTo>
                    <a:lnTo>
                      <a:pt x="12" y="138"/>
                    </a:lnTo>
                    <a:lnTo>
                      <a:pt x="12" y="138"/>
                    </a:lnTo>
                    <a:lnTo>
                      <a:pt x="12" y="138"/>
                    </a:lnTo>
                    <a:lnTo>
                      <a:pt x="12" y="138"/>
                    </a:lnTo>
                    <a:lnTo>
                      <a:pt x="12" y="138"/>
                    </a:lnTo>
                    <a:lnTo>
                      <a:pt x="12" y="138"/>
                    </a:lnTo>
                    <a:lnTo>
                      <a:pt x="12" y="138"/>
                    </a:lnTo>
                    <a:lnTo>
                      <a:pt x="12" y="1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4" name="Freeform 158"/>
              <p:cNvSpPr>
                <a:spLocks/>
              </p:cNvSpPr>
              <p:nvPr/>
            </p:nvSpPr>
            <p:spPr bwMode="gray">
              <a:xfrm>
                <a:off x="4476451" y="3413522"/>
                <a:ext cx="299153" cy="267846"/>
              </a:xfrm>
              <a:custGeom>
                <a:avLst/>
                <a:gdLst>
                  <a:gd name="T0" fmla="*/ 126 w 172"/>
                  <a:gd name="T1" fmla="*/ 16 h 154"/>
                  <a:gd name="T2" fmla="*/ 134 w 172"/>
                  <a:gd name="T3" fmla="*/ 16 h 154"/>
                  <a:gd name="T4" fmla="*/ 142 w 172"/>
                  <a:gd name="T5" fmla="*/ 16 h 154"/>
                  <a:gd name="T6" fmla="*/ 146 w 172"/>
                  <a:gd name="T7" fmla="*/ 16 h 154"/>
                  <a:gd name="T8" fmla="*/ 146 w 172"/>
                  <a:gd name="T9" fmla="*/ 16 h 154"/>
                  <a:gd name="T10" fmla="*/ 148 w 172"/>
                  <a:gd name="T11" fmla="*/ 16 h 154"/>
                  <a:gd name="T12" fmla="*/ 156 w 172"/>
                  <a:gd name="T13" fmla="*/ 20 h 154"/>
                  <a:gd name="T14" fmla="*/ 160 w 172"/>
                  <a:gd name="T15" fmla="*/ 26 h 154"/>
                  <a:gd name="T16" fmla="*/ 164 w 172"/>
                  <a:gd name="T17" fmla="*/ 38 h 154"/>
                  <a:gd name="T18" fmla="*/ 164 w 172"/>
                  <a:gd name="T19" fmla="*/ 46 h 154"/>
                  <a:gd name="T20" fmla="*/ 164 w 172"/>
                  <a:gd name="T21" fmla="*/ 56 h 154"/>
                  <a:gd name="T22" fmla="*/ 172 w 172"/>
                  <a:gd name="T23" fmla="*/ 64 h 154"/>
                  <a:gd name="T24" fmla="*/ 168 w 172"/>
                  <a:gd name="T25" fmla="*/ 72 h 154"/>
                  <a:gd name="T26" fmla="*/ 168 w 172"/>
                  <a:gd name="T27" fmla="*/ 76 h 154"/>
                  <a:gd name="T28" fmla="*/ 160 w 172"/>
                  <a:gd name="T29" fmla="*/ 72 h 154"/>
                  <a:gd name="T30" fmla="*/ 152 w 172"/>
                  <a:gd name="T31" fmla="*/ 72 h 154"/>
                  <a:gd name="T32" fmla="*/ 146 w 172"/>
                  <a:gd name="T33" fmla="*/ 76 h 154"/>
                  <a:gd name="T34" fmla="*/ 142 w 172"/>
                  <a:gd name="T35" fmla="*/ 78 h 154"/>
                  <a:gd name="T36" fmla="*/ 134 w 172"/>
                  <a:gd name="T37" fmla="*/ 78 h 154"/>
                  <a:gd name="T38" fmla="*/ 130 w 172"/>
                  <a:gd name="T39" fmla="*/ 86 h 154"/>
                  <a:gd name="T40" fmla="*/ 134 w 172"/>
                  <a:gd name="T41" fmla="*/ 94 h 154"/>
                  <a:gd name="T42" fmla="*/ 130 w 172"/>
                  <a:gd name="T43" fmla="*/ 94 h 154"/>
                  <a:gd name="T44" fmla="*/ 126 w 172"/>
                  <a:gd name="T45" fmla="*/ 98 h 154"/>
                  <a:gd name="T46" fmla="*/ 118 w 172"/>
                  <a:gd name="T47" fmla="*/ 102 h 154"/>
                  <a:gd name="T48" fmla="*/ 116 w 172"/>
                  <a:gd name="T49" fmla="*/ 108 h 154"/>
                  <a:gd name="T50" fmla="*/ 112 w 172"/>
                  <a:gd name="T51" fmla="*/ 112 h 154"/>
                  <a:gd name="T52" fmla="*/ 100 w 172"/>
                  <a:gd name="T53" fmla="*/ 116 h 154"/>
                  <a:gd name="T54" fmla="*/ 96 w 172"/>
                  <a:gd name="T55" fmla="*/ 116 h 154"/>
                  <a:gd name="T56" fmla="*/ 92 w 172"/>
                  <a:gd name="T57" fmla="*/ 120 h 154"/>
                  <a:gd name="T58" fmla="*/ 86 w 172"/>
                  <a:gd name="T59" fmla="*/ 120 h 154"/>
                  <a:gd name="T60" fmla="*/ 78 w 172"/>
                  <a:gd name="T61" fmla="*/ 124 h 154"/>
                  <a:gd name="T62" fmla="*/ 74 w 172"/>
                  <a:gd name="T63" fmla="*/ 124 h 154"/>
                  <a:gd name="T64" fmla="*/ 66 w 172"/>
                  <a:gd name="T65" fmla="*/ 130 h 154"/>
                  <a:gd name="T66" fmla="*/ 62 w 172"/>
                  <a:gd name="T67" fmla="*/ 154 h 154"/>
                  <a:gd name="T68" fmla="*/ 44 w 172"/>
                  <a:gd name="T69" fmla="*/ 154 h 154"/>
                  <a:gd name="T70" fmla="*/ 0 w 172"/>
                  <a:gd name="T71" fmla="*/ 154 h 154"/>
                  <a:gd name="T72" fmla="*/ 4 w 172"/>
                  <a:gd name="T73" fmla="*/ 150 h 154"/>
                  <a:gd name="T74" fmla="*/ 18 w 172"/>
                  <a:gd name="T75" fmla="*/ 146 h 154"/>
                  <a:gd name="T76" fmla="*/ 30 w 172"/>
                  <a:gd name="T77" fmla="*/ 134 h 154"/>
                  <a:gd name="T78" fmla="*/ 36 w 172"/>
                  <a:gd name="T79" fmla="*/ 130 h 154"/>
                  <a:gd name="T80" fmla="*/ 40 w 172"/>
                  <a:gd name="T81" fmla="*/ 124 h 154"/>
                  <a:gd name="T82" fmla="*/ 48 w 172"/>
                  <a:gd name="T83" fmla="*/ 116 h 154"/>
                  <a:gd name="T84" fmla="*/ 52 w 172"/>
                  <a:gd name="T85" fmla="*/ 104 h 154"/>
                  <a:gd name="T86" fmla="*/ 48 w 172"/>
                  <a:gd name="T87" fmla="*/ 98 h 154"/>
                  <a:gd name="T88" fmla="*/ 48 w 172"/>
                  <a:gd name="T89" fmla="*/ 86 h 154"/>
                  <a:gd name="T90" fmla="*/ 48 w 172"/>
                  <a:gd name="T91" fmla="*/ 78 h 154"/>
                  <a:gd name="T92" fmla="*/ 56 w 172"/>
                  <a:gd name="T93" fmla="*/ 64 h 154"/>
                  <a:gd name="T94" fmla="*/ 60 w 172"/>
                  <a:gd name="T95" fmla="*/ 60 h 154"/>
                  <a:gd name="T96" fmla="*/ 66 w 172"/>
                  <a:gd name="T97" fmla="*/ 52 h 154"/>
                  <a:gd name="T98" fmla="*/ 70 w 172"/>
                  <a:gd name="T99" fmla="*/ 50 h 154"/>
                  <a:gd name="T100" fmla="*/ 82 w 172"/>
                  <a:gd name="T101" fmla="*/ 42 h 154"/>
                  <a:gd name="T102" fmla="*/ 90 w 172"/>
                  <a:gd name="T103" fmla="*/ 38 h 154"/>
                  <a:gd name="T104" fmla="*/ 96 w 172"/>
                  <a:gd name="T105" fmla="*/ 22 h 154"/>
                  <a:gd name="T106" fmla="*/ 100 w 172"/>
                  <a:gd name="T107" fmla="*/ 12 h 154"/>
                  <a:gd name="T108" fmla="*/ 108 w 172"/>
                  <a:gd name="T109" fmla="*/ 4 h 154"/>
                  <a:gd name="T110" fmla="*/ 112 w 172"/>
                  <a:gd name="T111" fmla="*/ 4 h 154"/>
                  <a:gd name="T112" fmla="*/ 112 w 172"/>
                  <a:gd name="T113" fmla="*/ 8 h 154"/>
                  <a:gd name="T114" fmla="*/ 122 w 172"/>
                  <a:gd name="T115" fmla="*/ 16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72" h="154">
                    <a:moveTo>
                      <a:pt x="122" y="16"/>
                    </a:moveTo>
                    <a:lnTo>
                      <a:pt x="122" y="16"/>
                    </a:lnTo>
                    <a:lnTo>
                      <a:pt x="122" y="16"/>
                    </a:lnTo>
                    <a:lnTo>
                      <a:pt x="126" y="16"/>
                    </a:lnTo>
                    <a:lnTo>
                      <a:pt x="126" y="16"/>
                    </a:lnTo>
                    <a:lnTo>
                      <a:pt x="126" y="16"/>
                    </a:lnTo>
                    <a:lnTo>
                      <a:pt x="126" y="16"/>
                    </a:lnTo>
                    <a:lnTo>
                      <a:pt x="126" y="16"/>
                    </a:lnTo>
                    <a:lnTo>
                      <a:pt x="130" y="16"/>
                    </a:lnTo>
                    <a:lnTo>
                      <a:pt x="130" y="16"/>
                    </a:lnTo>
                    <a:lnTo>
                      <a:pt x="130" y="16"/>
                    </a:lnTo>
                    <a:lnTo>
                      <a:pt x="130" y="16"/>
                    </a:lnTo>
                    <a:lnTo>
                      <a:pt x="130" y="16"/>
                    </a:lnTo>
                    <a:lnTo>
                      <a:pt x="134" y="16"/>
                    </a:lnTo>
                    <a:lnTo>
                      <a:pt x="134" y="16"/>
                    </a:lnTo>
                    <a:lnTo>
                      <a:pt x="134" y="16"/>
                    </a:lnTo>
                    <a:lnTo>
                      <a:pt x="134" y="16"/>
                    </a:lnTo>
                    <a:lnTo>
                      <a:pt x="134" y="16"/>
                    </a:lnTo>
                    <a:lnTo>
                      <a:pt x="138" y="16"/>
                    </a:lnTo>
                    <a:lnTo>
                      <a:pt x="138" y="16"/>
                    </a:lnTo>
                    <a:lnTo>
                      <a:pt x="138" y="16"/>
                    </a:lnTo>
                    <a:lnTo>
                      <a:pt x="138" y="16"/>
                    </a:lnTo>
                    <a:lnTo>
                      <a:pt x="142" y="16"/>
                    </a:lnTo>
                    <a:lnTo>
                      <a:pt x="142" y="16"/>
                    </a:lnTo>
                    <a:lnTo>
                      <a:pt x="146" y="12"/>
                    </a:lnTo>
                    <a:lnTo>
                      <a:pt x="146" y="12"/>
                    </a:lnTo>
                    <a:lnTo>
                      <a:pt x="146" y="12"/>
                    </a:lnTo>
                    <a:lnTo>
                      <a:pt x="146" y="12"/>
                    </a:lnTo>
                    <a:lnTo>
                      <a:pt x="146" y="12"/>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8" y="16"/>
                    </a:lnTo>
                    <a:lnTo>
                      <a:pt x="148" y="16"/>
                    </a:lnTo>
                    <a:lnTo>
                      <a:pt x="148" y="16"/>
                    </a:lnTo>
                    <a:lnTo>
                      <a:pt x="148" y="20"/>
                    </a:lnTo>
                    <a:lnTo>
                      <a:pt x="148" y="20"/>
                    </a:lnTo>
                    <a:lnTo>
                      <a:pt x="152" y="16"/>
                    </a:lnTo>
                    <a:lnTo>
                      <a:pt x="152" y="16"/>
                    </a:lnTo>
                    <a:lnTo>
                      <a:pt x="152" y="20"/>
                    </a:lnTo>
                    <a:lnTo>
                      <a:pt x="156" y="20"/>
                    </a:lnTo>
                    <a:lnTo>
                      <a:pt x="156" y="20"/>
                    </a:lnTo>
                    <a:lnTo>
                      <a:pt x="156" y="20"/>
                    </a:lnTo>
                    <a:lnTo>
                      <a:pt x="156" y="20"/>
                    </a:lnTo>
                    <a:lnTo>
                      <a:pt x="156" y="20"/>
                    </a:lnTo>
                    <a:lnTo>
                      <a:pt x="160" y="22"/>
                    </a:lnTo>
                    <a:lnTo>
                      <a:pt x="160" y="22"/>
                    </a:lnTo>
                    <a:lnTo>
                      <a:pt x="160" y="22"/>
                    </a:lnTo>
                    <a:lnTo>
                      <a:pt x="160" y="26"/>
                    </a:lnTo>
                    <a:lnTo>
                      <a:pt x="160" y="26"/>
                    </a:lnTo>
                    <a:lnTo>
                      <a:pt x="160" y="26"/>
                    </a:lnTo>
                    <a:lnTo>
                      <a:pt x="160" y="30"/>
                    </a:lnTo>
                    <a:lnTo>
                      <a:pt x="164" y="30"/>
                    </a:lnTo>
                    <a:lnTo>
                      <a:pt x="160" y="30"/>
                    </a:lnTo>
                    <a:lnTo>
                      <a:pt x="160" y="30"/>
                    </a:lnTo>
                    <a:lnTo>
                      <a:pt x="160" y="30"/>
                    </a:lnTo>
                    <a:lnTo>
                      <a:pt x="160" y="34"/>
                    </a:lnTo>
                    <a:lnTo>
                      <a:pt x="164" y="38"/>
                    </a:lnTo>
                    <a:lnTo>
                      <a:pt x="164" y="38"/>
                    </a:lnTo>
                    <a:lnTo>
                      <a:pt x="164" y="38"/>
                    </a:lnTo>
                    <a:lnTo>
                      <a:pt x="164" y="42"/>
                    </a:lnTo>
                    <a:lnTo>
                      <a:pt x="160" y="42"/>
                    </a:lnTo>
                    <a:lnTo>
                      <a:pt x="164" y="46"/>
                    </a:lnTo>
                    <a:lnTo>
                      <a:pt x="164" y="46"/>
                    </a:lnTo>
                    <a:lnTo>
                      <a:pt x="164" y="46"/>
                    </a:lnTo>
                    <a:lnTo>
                      <a:pt x="164" y="46"/>
                    </a:lnTo>
                    <a:lnTo>
                      <a:pt x="164" y="46"/>
                    </a:lnTo>
                    <a:lnTo>
                      <a:pt x="164" y="50"/>
                    </a:lnTo>
                    <a:lnTo>
                      <a:pt x="164" y="50"/>
                    </a:lnTo>
                    <a:lnTo>
                      <a:pt x="164" y="50"/>
                    </a:lnTo>
                    <a:lnTo>
                      <a:pt x="164" y="52"/>
                    </a:lnTo>
                    <a:lnTo>
                      <a:pt x="164" y="52"/>
                    </a:lnTo>
                    <a:lnTo>
                      <a:pt x="164" y="52"/>
                    </a:lnTo>
                    <a:lnTo>
                      <a:pt x="164" y="52"/>
                    </a:lnTo>
                    <a:lnTo>
                      <a:pt x="164" y="56"/>
                    </a:lnTo>
                    <a:lnTo>
                      <a:pt x="164" y="56"/>
                    </a:lnTo>
                    <a:lnTo>
                      <a:pt x="164" y="56"/>
                    </a:lnTo>
                    <a:lnTo>
                      <a:pt x="164" y="56"/>
                    </a:lnTo>
                    <a:lnTo>
                      <a:pt x="164" y="56"/>
                    </a:lnTo>
                    <a:lnTo>
                      <a:pt x="164" y="56"/>
                    </a:lnTo>
                    <a:lnTo>
                      <a:pt x="168" y="60"/>
                    </a:lnTo>
                    <a:lnTo>
                      <a:pt x="168" y="64"/>
                    </a:lnTo>
                    <a:lnTo>
                      <a:pt x="172" y="64"/>
                    </a:lnTo>
                    <a:lnTo>
                      <a:pt x="172" y="68"/>
                    </a:lnTo>
                    <a:lnTo>
                      <a:pt x="172" y="68"/>
                    </a:lnTo>
                    <a:lnTo>
                      <a:pt x="172" y="68"/>
                    </a:lnTo>
                    <a:lnTo>
                      <a:pt x="172" y="68"/>
                    </a:lnTo>
                    <a:lnTo>
                      <a:pt x="168" y="68"/>
                    </a:lnTo>
                    <a:lnTo>
                      <a:pt x="168" y="68"/>
                    </a:lnTo>
                    <a:lnTo>
                      <a:pt x="168" y="68"/>
                    </a:lnTo>
                    <a:lnTo>
                      <a:pt x="168" y="72"/>
                    </a:lnTo>
                    <a:lnTo>
                      <a:pt x="168" y="72"/>
                    </a:lnTo>
                    <a:lnTo>
                      <a:pt x="168" y="72"/>
                    </a:lnTo>
                    <a:lnTo>
                      <a:pt x="168" y="72"/>
                    </a:lnTo>
                    <a:lnTo>
                      <a:pt x="168" y="72"/>
                    </a:lnTo>
                    <a:lnTo>
                      <a:pt x="168" y="72"/>
                    </a:lnTo>
                    <a:lnTo>
                      <a:pt x="172" y="72"/>
                    </a:lnTo>
                    <a:lnTo>
                      <a:pt x="172" y="72"/>
                    </a:lnTo>
                    <a:lnTo>
                      <a:pt x="168" y="76"/>
                    </a:lnTo>
                    <a:lnTo>
                      <a:pt x="168" y="76"/>
                    </a:lnTo>
                    <a:lnTo>
                      <a:pt x="168" y="76"/>
                    </a:lnTo>
                    <a:lnTo>
                      <a:pt x="168" y="76"/>
                    </a:lnTo>
                    <a:lnTo>
                      <a:pt x="168" y="72"/>
                    </a:lnTo>
                    <a:lnTo>
                      <a:pt x="164" y="72"/>
                    </a:lnTo>
                    <a:lnTo>
                      <a:pt x="164" y="72"/>
                    </a:lnTo>
                    <a:lnTo>
                      <a:pt x="164" y="72"/>
                    </a:lnTo>
                    <a:lnTo>
                      <a:pt x="160" y="72"/>
                    </a:lnTo>
                    <a:lnTo>
                      <a:pt x="160" y="72"/>
                    </a:lnTo>
                    <a:lnTo>
                      <a:pt x="156" y="72"/>
                    </a:lnTo>
                    <a:lnTo>
                      <a:pt x="156" y="72"/>
                    </a:lnTo>
                    <a:lnTo>
                      <a:pt x="156" y="72"/>
                    </a:lnTo>
                    <a:lnTo>
                      <a:pt x="156" y="72"/>
                    </a:lnTo>
                    <a:lnTo>
                      <a:pt x="152" y="72"/>
                    </a:lnTo>
                    <a:lnTo>
                      <a:pt x="152" y="72"/>
                    </a:lnTo>
                    <a:lnTo>
                      <a:pt x="152" y="72"/>
                    </a:lnTo>
                    <a:lnTo>
                      <a:pt x="152" y="72"/>
                    </a:lnTo>
                    <a:lnTo>
                      <a:pt x="152" y="72"/>
                    </a:lnTo>
                    <a:lnTo>
                      <a:pt x="146" y="76"/>
                    </a:lnTo>
                    <a:lnTo>
                      <a:pt x="146" y="76"/>
                    </a:lnTo>
                    <a:lnTo>
                      <a:pt x="146" y="76"/>
                    </a:lnTo>
                    <a:lnTo>
                      <a:pt x="146" y="76"/>
                    </a:lnTo>
                    <a:lnTo>
                      <a:pt x="146" y="76"/>
                    </a:lnTo>
                    <a:lnTo>
                      <a:pt x="146" y="76"/>
                    </a:lnTo>
                    <a:lnTo>
                      <a:pt x="146" y="76"/>
                    </a:lnTo>
                    <a:lnTo>
                      <a:pt x="146" y="78"/>
                    </a:lnTo>
                    <a:lnTo>
                      <a:pt x="146" y="78"/>
                    </a:lnTo>
                    <a:lnTo>
                      <a:pt x="146" y="78"/>
                    </a:lnTo>
                    <a:lnTo>
                      <a:pt x="142" y="78"/>
                    </a:lnTo>
                    <a:lnTo>
                      <a:pt x="142" y="78"/>
                    </a:lnTo>
                    <a:lnTo>
                      <a:pt x="142" y="78"/>
                    </a:lnTo>
                    <a:lnTo>
                      <a:pt x="142" y="78"/>
                    </a:lnTo>
                    <a:lnTo>
                      <a:pt x="138" y="78"/>
                    </a:lnTo>
                    <a:lnTo>
                      <a:pt x="138" y="78"/>
                    </a:lnTo>
                    <a:lnTo>
                      <a:pt x="138" y="82"/>
                    </a:lnTo>
                    <a:lnTo>
                      <a:pt x="138" y="82"/>
                    </a:lnTo>
                    <a:lnTo>
                      <a:pt x="138" y="82"/>
                    </a:lnTo>
                    <a:lnTo>
                      <a:pt x="134" y="82"/>
                    </a:lnTo>
                    <a:lnTo>
                      <a:pt x="134" y="78"/>
                    </a:lnTo>
                    <a:lnTo>
                      <a:pt x="134" y="78"/>
                    </a:lnTo>
                    <a:lnTo>
                      <a:pt x="134" y="78"/>
                    </a:lnTo>
                    <a:lnTo>
                      <a:pt x="134" y="78"/>
                    </a:lnTo>
                    <a:lnTo>
                      <a:pt x="134" y="78"/>
                    </a:lnTo>
                    <a:lnTo>
                      <a:pt x="134" y="78"/>
                    </a:lnTo>
                    <a:lnTo>
                      <a:pt x="130" y="82"/>
                    </a:lnTo>
                    <a:lnTo>
                      <a:pt x="130" y="82"/>
                    </a:lnTo>
                    <a:lnTo>
                      <a:pt x="130" y="86"/>
                    </a:lnTo>
                    <a:lnTo>
                      <a:pt x="130" y="86"/>
                    </a:lnTo>
                    <a:lnTo>
                      <a:pt x="134" y="86"/>
                    </a:lnTo>
                    <a:lnTo>
                      <a:pt x="130" y="90"/>
                    </a:lnTo>
                    <a:lnTo>
                      <a:pt x="130" y="90"/>
                    </a:lnTo>
                    <a:lnTo>
                      <a:pt x="134" y="90"/>
                    </a:lnTo>
                    <a:lnTo>
                      <a:pt x="134" y="90"/>
                    </a:lnTo>
                    <a:lnTo>
                      <a:pt x="134" y="90"/>
                    </a:lnTo>
                    <a:lnTo>
                      <a:pt x="134" y="90"/>
                    </a:lnTo>
                    <a:lnTo>
                      <a:pt x="134" y="94"/>
                    </a:lnTo>
                    <a:lnTo>
                      <a:pt x="134" y="94"/>
                    </a:lnTo>
                    <a:lnTo>
                      <a:pt x="134" y="94"/>
                    </a:lnTo>
                    <a:lnTo>
                      <a:pt x="134" y="94"/>
                    </a:lnTo>
                    <a:lnTo>
                      <a:pt x="134" y="94"/>
                    </a:lnTo>
                    <a:lnTo>
                      <a:pt x="134" y="94"/>
                    </a:lnTo>
                    <a:lnTo>
                      <a:pt x="134" y="94"/>
                    </a:lnTo>
                    <a:lnTo>
                      <a:pt x="130" y="94"/>
                    </a:lnTo>
                    <a:lnTo>
                      <a:pt x="130" y="94"/>
                    </a:lnTo>
                    <a:lnTo>
                      <a:pt x="130" y="94"/>
                    </a:lnTo>
                    <a:lnTo>
                      <a:pt x="130" y="94"/>
                    </a:lnTo>
                    <a:lnTo>
                      <a:pt x="130" y="94"/>
                    </a:lnTo>
                    <a:lnTo>
                      <a:pt x="130" y="94"/>
                    </a:lnTo>
                    <a:lnTo>
                      <a:pt x="126" y="98"/>
                    </a:lnTo>
                    <a:lnTo>
                      <a:pt x="126" y="98"/>
                    </a:lnTo>
                    <a:lnTo>
                      <a:pt x="126" y="98"/>
                    </a:lnTo>
                    <a:lnTo>
                      <a:pt x="126" y="98"/>
                    </a:lnTo>
                    <a:lnTo>
                      <a:pt x="126" y="98"/>
                    </a:lnTo>
                    <a:lnTo>
                      <a:pt x="126" y="98"/>
                    </a:lnTo>
                    <a:lnTo>
                      <a:pt x="122" y="102"/>
                    </a:lnTo>
                    <a:lnTo>
                      <a:pt x="122" y="102"/>
                    </a:lnTo>
                    <a:lnTo>
                      <a:pt x="122" y="102"/>
                    </a:lnTo>
                    <a:lnTo>
                      <a:pt x="122" y="102"/>
                    </a:lnTo>
                    <a:lnTo>
                      <a:pt x="122" y="102"/>
                    </a:lnTo>
                    <a:lnTo>
                      <a:pt x="118" y="102"/>
                    </a:lnTo>
                    <a:lnTo>
                      <a:pt x="116" y="102"/>
                    </a:lnTo>
                    <a:lnTo>
                      <a:pt x="116" y="102"/>
                    </a:lnTo>
                    <a:lnTo>
                      <a:pt x="116" y="104"/>
                    </a:lnTo>
                    <a:lnTo>
                      <a:pt x="116" y="104"/>
                    </a:lnTo>
                    <a:lnTo>
                      <a:pt x="116" y="104"/>
                    </a:lnTo>
                    <a:lnTo>
                      <a:pt x="116" y="104"/>
                    </a:lnTo>
                    <a:lnTo>
                      <a:pt x="116" y="104"/>
                    </a:lnTo>
                    <a:lnTo>
                      <a:pt x="116" y="108"/>
                    </a:lnTo>
                    <a:lnTo>
                      <a:pt x="116" y="108"/>
                    </a:lnTo>
                    <a:lnTo>
                      <a:pt x="112" y="108"/>
                    </a:lnTo>
                    <a:lnTo>
                      <a:pt x="112" y="108"/>
                    </a:lnTo>
                    <a:lnTo>
                      <a:pt x="112" y="108"/>
                    </a:lnTo>
                    <a:lnTo>
                      <a:pt x="112" y="112"/>
                    </a:lnTo>
                    <a:lnTo>
                      <a:pt x="112" y="112"/>
                    </a:lnTo>
                    <a:lnTo>
                      <a:pt x="112" y="112"/>
                    </a:lnTo>
                    <a:lnTo>
                      <a:pt x="112" y="112"/>
                    </a:lnTo>
                    <a:lnTo>
                      <a:pt x="108" y="112"/>
                    </a:lnTo>
                    <a:lnTo>
                      <a:pt x="108" y="112"/>
                    </a:lnTo>
                    <a:lnTo>
                      <a:pt x="108" y="112"/>
                    </a:lnTo>
                    <a:lnTo>
                      <a:pt x="104" y="112"/>
                    </a:lnTo>
                    <a:lnTo>
                      <a:pt x="104" y="112"/>
                    </a:lnTo>
                    <a:lnTo>
                      <a:pt x="104" y="112"/>
                    </a:lnTo>
                    <a:lnTo>
                      <a:pt x="104" y="116"/>
                    </a:lnTo>
                    <a:lnTo>
                      <a:pt x="100" y="116"/>
                    </a:lnTo>
                    <a:lnTo>
                      <a:pt x="100" y="116"/>
                    </a:lnTo>
                    <a:lnTo>
                      <a:pt x="100" y="116"/>
                    </a:lnTo>
                    <a:lnTo>
                      <a:pt x="100" y="116"/>
                    </a:lnTo>
                    <a:lnTo>
                      <a:pt x="100" y="116"/>
                    </a:lnTo>
                    <a:lnTo>
                      <a:pt x="100" y="116"/>
                    </a:lnTo>
                    <a:lnTo>
                      <a:pt x="100" y="116"/>
                    </a:lnTo>
                    <a:lnTo>
                      <a:pt x="100" y="116"/>
                    </a:lnTo>
                    <a:lnTo>
                      <a:pt x="96" y="116"/>
                    </a:lnTo>
                    <a:lnTo>
                      <a:pt x="96" y="116"/>
                    </a:lnTo>
                    <a:lnTo>
                      <a:pt x="96" y="116"/>
                    </a:lnTo>
                    <a:lnTo>
                      <a:pt x="92" y="116"/>
                    </a:lnTo>
                    <a:lnTo>
                      <a:pt x="92" y="116"/>
                    </a:lnTo>
                    <a:lnTo>
                      <a:pt x="92" y="120"/>
                    </a:lnTo>
                    <a:lnTo>
                      <a:pt x="92" y="120"/>
                    </a:lnTo>
                    <a:lnTo>
                      <a:pt x="92" y="120"/>
                    </a:lnTo>
                    <a:lnTo>
                      <a:pt x="92" y="120"/>
                    </a:lnTo>
                    <a:lnTo>
                      <a:pt x="92" y="120"/>
                    </a:lnTo>
                    <a:lnTo>
                      <a:pt x="92" y="120"/>
                    </a:lnTo>
                    <a:lnTo>
                      <a:pt x="90" y="120"/>
                    </a:lnTo>
                    <a:lnTo>
                      <a:pt x="90" y="120"/>
                    </a:lnTo>
                    <a:lnTo>
                      <a:pt x="90" y="120"/>
                    </a:lnTo>
                    <a:lnTo>
                      <a:pt x="86" y="120"/>
                    </a:lnTo>
                    <a:lnTo>
                      <a:pt x="86" y="120"/>
                    </a:lnTo>
                    <a:lnTo>
                      <a:pt x="86" y="120"/>
                    </a:lnTo>
                    <a:lnTo>
                      <a:pt x="82" y="120"/>
                    </a:lnTo>
                    <a:lnTo>
                      <a:pt x="82" y="120"/>
                    </a:lnTo>
                    <a:lnTo>
                      <a:pt x="82" y="120"/>
                    </a:lnTo>
                    <a:lnTo>
                      <a:pt x="82" y="120"/>
                    </a:lnTo>
                    <a:lnTo>
                      <a:pt x="82" y="124"/>
                    </a:lnTo>
                    <a:lnTo>
                      <a:pt x="82" y="124"/>
                    </a:lnTo>
                    <a:lnTo>
                      <a:pt x="82" y="124"/>
                    </a:lnTo>
                    <a:lnTo>
                      <a:pt x="78" y="124"/>
                    </a:lnTo>
                    <a:lnTo>
                      <a:pt x="78" y="124"/>
                    </a:lnTo>
                    <a:lnTo>
                      <a:pt x="78" y="124"/>
                    </a:lnTo>
                    <a:lnTo>
                      <a:pt x="78" y="124"/>
                    </a:lnTo>
                    <a:lnTo>
                      <a:pt x="78" y="124"/>
                    </a:lnTo>
                    <a:lnTo>
                      <a:pt x="78" y="124"/>
                    </a:lnTo>
                    <a:lnTo>
                      <a:pt x="78" y="124"/>
                    </a:lnTo>
                    <a:lnTo>
                      <a:pt x="78" y="124"/>
                    </a:lnTo>
                    <a:lnTo>
                      <a:pt x="74" y="124"/>
                    </a:lnTo>
                    <a:lnTo>
                      <a:pt x="74" y="128"/>
                    </a:lnTo>
                    <a:lnTo>
                      <a:pt x="70" y="128"/>
                    </a:lnTo>
                    <a:lnTo>
                      <a:pt x="70" y="130"/>
                    </a:lnTo>
                    <a:lnTo>
                      <a:pt x="70" y="130"/>
                    </a:lnTo>
                    <a:lnTo>
                      <a:pt x="66" y="130"/>
                    </a:lnTo>
                    <a:lnTo>
                      <a:pt x="66" y="130"/>
                    </a:lnTo>
                    <a:lnTo>
                      <a:pt x="66" y="130"/>
                    </a:lnTo>
                    <a:lnTo>
                      <a:pt x="66" y="130"/>
                    </a:lnTo>
                    <a:lnTo>
                      <a:pt x="66" y="134"/>
                    </a:lnTo>
                    <a:lnTo>
                      <a:pt x="66" y="134"/>
                    </a:lnTo>
                    <a:lnTo>
                      <a:pt x="66" y="134"/>
                    </a:lnTo>
                    <a:lnTo>
                      <a:pt x="62" y="134"/>
                    </a:lnTo>
                    <a:lnTo>
                      <a:pt x="62" y="134"/>
                    </a:lnTo>
                    <a:lnTo>
                      <a:pt x="62" y="134"/>
                    </a:lnTo>
                    <a:lnTo>
                      <a:pt x="62" y="150"/>
                    </a:lnTo>
                    <a:lnTo>
                      <a:pt x="62" y="154"/>
                    </a:lnTo>
                    <a:lnTo>
                      <a:pt x="56" y="154"/>
                    </a:lnTo>
                    <a:lnTo>
                      <a:pt x="56" y="154"/>
                    </a:lnTo>
                    <a:lnTo>
                      <a:pt x="48" y="154"/>
                    </a:lnTo>
                    <a:lnTo>
                      <a:pt x="48" y="154"/>
                    </a:lnTo>
                    <a:lnTo>
                      <a:pt x="44" y="154"/>
                    </a:lnTo>
                    <a:lnTo>
                      <a:pt x="44" y="154"/>
                    </a:lnTo>
                    <a:lnTo>
                      <a:pt x="44" y="154"/>
                    </a:lnTo>
                    <a:lnTo>
                      <a:pt x="44" y="154"/>
                    </a:lnTo>
                    <a:lnTo>
                      <a:pt x="44" y="154"/>
                    </a:lnTo>
                    <a:lnTo>
                      <a:pt x="40" y="154"/>
                    </a:lnTo>
                    <a:lnTo>
                      <a:pt x="4" y="154"/>
                    </a:lnTo>
                    <a:lnTo>
                      <a:pt x="0" y="154"/>
                    </a:lnTo>
                    <a:lnTo>
                      <a:pt x="0" y="154"/>
                    </a:lnTo>
                    <a:lnTo>
                      <a:pt x="0" y="154"/>
                    </a:lnTo>
                    <a:lnTo>
                      <a:pt x="0" y="154"/>
                    </a:lnTo>
                    <a:lnTo>
                      <a:pt x="0" y="154"/>
                    </a:lnTo>
                    <a:lnTo>
                      <a:pt x="0" y="154"/>
                    </a:lnTo>
                    <a:lnTo>
                      <a:pt x="0" y="154"/>
                    </a:lnTo>
                    <a:lnTo>
                      <a:pt x="4" y="154"/>
                    </a:lnTo>
                    <a:lnTo>
                      <a:pt x="4" y="154"/>
                    </a:lnTo>
                    <a:lnTo>
                      <a:pt x="4" y="150"/>
                    </a:lnTo>
                    <a:lnTo>
                      <a:pt x="4" y="150"/>
                    </a:lnTo>
                    <a:lnTo>
                      <a:pt x="4" y="150"/>
                    </a:lnTo>
                    <a:lnTo>
                      <a:pt x="4" y="150"/>
                    </a:lnTo>
                    <a:lnTo>
                      <a:pt x="4" y="150"/>
                    </a:lnTo>
                    <a:lnTo>
                      <a:pt x="4" y="150"/>
                    </a:lnTo>
                    <a:lnTo>
                      <a:pt x="6" y="150"/>
                    </a:lnTo>
                    <a:lnTo>
                      <a:pt x="6" y="150"/>
                    </a:lnTo>
                    <a:lnTo>
                      <a:pt x="6" y="150"/>
                    </a:lnTo>
                    <a:lnTo>
                      <a:pt x="10" y="146"/>
                    </a:lnTo>
                    <a:lnTo>
                      <a:pt x="14" y="146"/>
                    </a:lnTo>
                    <a:lnTo>
                      <a:pt x="18" y="146"/>
                    </a:lnTo>
                    <a:lnTo>
                      <a:pt x="18" y="146"/>
                    </a:lnTo>
                    <a:lnTo>
                      <a:pt x="22" y="142"/>
                    </a:lnTo>
                    <a:lnTo>
                      <a:pt x="22" y="142"/>
                    </a:lnTo>
                    <a:lnTo>
                      <a:pt x="22" y="142"/>
                    </a:lnTo>
                    <a:lnTo>
                      <a:pt x="26" y="142"/>
                    </a:lnTo>
                    <a:lnTo>
                      <a:pt x="26" y="138"/>
                    </a:lnTo>
                    <a:lnTo>
                      <a:pt x="26" y="138"/>
                    </a:lnTo>
                    <a:lnTo>
                      <a:pt x="30" y="134"/>
                    </a:lnTo>
                    <a:lnTo>
                      <a:pt x="30" y="134"/>
                    </a:lnTo>
                    <a:lnTo>
                      <a:pt x="30" y="134"/>
                    </a:lnTo>
                    <a:lnTo>
                      <a:pt x="30" y="134"/>
                    </a:lnTo>
                    <a:lnTo>
                      <a:pt x="34" y="134"/>
                    </a:lnTo>
                    <a:lnTo>
                      <a:pt x="34" y="130"/>
                    </a:lnTo>
                    <a:lnTo>
                      <a:pt x="36" y="130"/>
                    </a:lnTo>
                    <a:lnTo>
                      <a:pt x="36" y="130"/>
                    </a:lnTo>
                    <a:lnTo>
                      <a:pt x="36" y="130"/>
                    </a:lnTo>
                    <a:lnTo>
                      <a:pt x="36" y="130"/>
                    </a:lnTo>
                    <a:lnTo>
                      <a:pt x="36" y="130"/>
                    </a:lnTo>
                    <a:lnTo>
                      <a:pt x="36" y="128"/>
                    </a:lnTo>
                    <a:lnTo>
                      <a:pt x="36" y="128"/>
                    </a:lnTo>
                    <a:lnTo>
                      <a:pt x="40" y="128"/>
                    </a:lnTo>
                    <a:lnTo>
                      <a:pt x="40" y="128"/>
                    </a:lnTo>
                    <a:lnTo>
                      <a:pt x="40" y="124"/>
                    </a:lnTo>
                    <a:lnTo>
                      <a:pt x="40" y="124"/>
                    </a:lnTo>
                    <a:lnTo>
                      <a:pt x="40" y="124"/>
                    </a:lnTo>
                    <a:lnTo>
                      <a:pt x="40" y="124"/>
                    </a:lnTo>
                    <a:lnTo>
                      <a:pt x="44" y="124"/>
                    </a:lnTo>
                    <a:lnTo>
                      <a:pt x="44" y="120"/>
                    </a:lnTo>
                    <a:lnTo>
                      <a:pt x="44" y="120"/>
                    </a:lnTo>
                    <a:lnTo>
                      <a:pt x="44" y="120"/>
                    </a:lnTo>
                    <a:lnTo>
                      <a:pt x="44" y="120"/>
                    </a:lnTo>
                    <a:lnTo>
                      <a:pt x="48" y="116"/>
                    </a:lnTo>
                    <a:lnTo>
                      <a:pt x="48" y="116"/>
                    </a:lnTo>
                    <a:lnTo>
                      <a:pt x="48" y="116"/>
                    </a:lnTo>
                    <a:lnTo>
                      <a:pt x="48" y="112"/>
                    </a:lnTo>
                    <a:lnTo>
                      <a:pt x="48" y="112"/>
                    </a:lnTo>
                    <a:lnTo>
                      <a:pt x="48" y="112"/>
                    </a:lnTo>
                    <a:lnTo>
                      <a:pt x="48" y="108"/>
                    </a:lnTo>
                    <a:lnTo>
                      <a:pt x="48" y="108"/>
                    </a:lnTo>
                    <a:lnTo>
                      <a:pt x="52" y="104"/>
                    </a:lnTo>
                    <a:lnTo>
                      <a:pt x="52" y="104"/>
                    </a:lnTo>
                    <a:lnTo>
                      <a:pt x="48" y="102"/>
                    </a:lnTo>
                    <a:lnTo>
                      <a:pt x="48" y="102"/>
                    </a:lnTo>
                    <a:lnTo>
                      <a:pt x="48" y="102"/>
                    </a:lnTo>
                    <a:lnTo>
                      <a:pt x="48" y="98"/>
                    </a:lnTo>
                    <a:lnTo>
                      <a:pt x="48" y="98"/>
                    </a:lnTo>
                    <a:lnTo>
                      <a:pt x="48" y="98"/>
                    </a:lnTo>
                    <a:lnTo>
                      <a:pt x="48" y="98"/>
                    </a:lnTo>
                    <a:lnTo>
                      <a:pt x="48" y="98"/>
                    </a:lnTo>
                    <a:lnTo>
                      <a:pt x="48" y="94"/>
                    </a:lnTo>
                    <a:lnTo>
                      <a:pt x="48" y="90"/>
                    </a:lnTo>
                    <a:lnTo>
                      <a:pt x="48" y="90"/>
                    </a:lnTo>
                    <a:lnTo>
                      <a:pt x="48" y="90"/>
                    </a:lnTo>
                    <a:lnTo>
                      <a:pt x="48" y="90"/>
                    </a:lnTo>
                    <a:lnTo>
                      <a:pt x="48" y="90"/>
                    </a:lnTo>
                    <a:lnTo>
                      <a:pt x="48" y="86"/>
                    </a:lnTo>
                    <a:lnTo>
                      <a:pt x="48" y="86"/>
                    </a:lnTo>
                    <a:lnTo>
                      <a:pt x="48" y="86"/>
                    </a:lnTo>
                    <a:lnTo>
                      <a:pt x="48" y="82"/>
                    </a:lnTo>
                    <a:lnTo>
                      <a:pt x="48" y="82"/>
                    </a:lnTo>
                    <a:lnTo>
                      <a:pt x="48" y="82"/>
                    </a:lnTo>
                    <a:lnTo>
                      <a:pt x="48" y="82"/>
                    </a:lnTo>
                    <a:lnTo>
                      <a:pt x="48" y="78"/>
                    </a:lnTo>
                    <a:lnTo>
                      <a:pt x="48" y="78"/>
                    </a:lnTo>
                    <a:lnTo>
                      <a:pt x="48" y="78"/>
                    </a:lnTo>
                    <a:lnTo>
                      <a:pt x="52" y="76"/>
                    </a:lnTo>
                    <a:lnTo>
                      <a:pt x="52" y="76"/>
                    </a:lnTo>
                    <a:lnTo>
                      <a:pt x="52" y="76"/>
                    </a:lnTo>
                    <a:lnTo>
                      <a:pt x="56" y="72"/>
                    </a:lnTo>
                    <a:lnTo>
                      <a:pt x="56" y="72"/>
                    </a:lnTo>
                    <a:lnTo>
                      <a:pt x="56" y="68"/>
                    </a:lnTo>
                    <a:lnTo>
                      <a:pt x="56" y="64"/>
                    </a:lnTo>
                    <a:lnTo>
                      <a:pt x="56" y="64"/>
                    </a:lnTo>
                    <a:lnTo>
                      <a:pt x="56" y="64"/>
                    </a:lnTo>
                    <a:lnTo>
                      <a:pt x="56" y="64"/>
                    </a:lnTo>
                    <a:lnTo>
                      <a:pt x="56" y="64"/>
                    </a:lnTo>
                    <a:lnTo>
                      <a:pt x="60" y="60"/>
                    </a:lnTo>
                    <a:lnTo>
                      <a:pt x="60" y="60"/>
                    </a:lnTo>
                    <a:lnTo>
                      <a:pt x="60" y="60"/>
                    </a:lnTo>
                    <a:lnTo>
                      <a:pt x="60" y="60"/>
                    </a:lnTo>
                    <a:lnTo>
                      <a:pt x="60" y="56"/>
                    </a:lnTo>
                    <a:lnTo>
                      <a:pt x="62" y="56"/>
                    </a:lnTo>
                    <a:lnTo>
                      <a:pt x="62" y="52"/>
                    </a:lnTo>
                    <a:lnTo>
                      <a:pt x="62" y="52"/>
                    </a:lnTo>
                    <a:lnTo>
                      <a:pt x="62" y="52"/>
                    </a:lnTo>
                    <a:lnTo>
                      <a:pt x="66" y="52"/>
                    </a:lnTo>
                    <a:lnTo>
                      <a:pt x="66" y="52"/>
                    </a:lnTo>
                    <a:lnTo>
                      <a:pt x="66" y="52"/>
                    </a:lnTo>
                    <a:lnTo>
                      <a:pt x="66" y="52"/>
                    </a:lnTo>
                    <a:lnTo>
                      <a:pt x="66" y="52"/>
                    </a:lnTo>
                    <a:lnTo>
                      <a:pt x="66" y="50"/>
                    </a:lnTo>
                    <a:lnTo>
                      <a:pt x="66" y="50"/>
                    </a:lnTo>
                    <a:lnTo>
                      <a:pt x="66" y="50"/>
                    </a:lnTo>
                    <a:lnTo>
                      <a:pt x="70" y="50"/>
                    </a:lnTo>
                    <a:lnTo>
                      <a:pt x="70" y="50"/>
                    </a:lnTo>
                    <a:lnTo>
                      <a:pt x="70" y="50"/>
                    </a:lnTo>
                    <a:lnTo>
                      <a:pt x="74" y="50"/>
                    </a:lnTo>
                    <a:lnTo>
                      <a:pt x="74" y="46"/>
                    </a:lnTo>
                    <a:lnTo>
                      <a:pt x="74" y="46"/>
                    </a:lnTo>
                    <a:lnTo>
                      <a:pt x="78" y="46"/>
                    </a:lnTo>
                    <a:lnTo>
                      <a:pt x="78" y="46"/>
                    </a:lnTo>
                    <a:lnTo>
                      <a:pt x="78" y="46"/>
                    </a:lnTo>
                    <a:lnTo>
                      <a:pt x="82" y="46"/>
                    </a:lnTo>
                    <a:lnTo>
                      <a:pt x="82" y="42"/>
                    </a:lnTo>
                    <a:lnTo>
                      <a:pt x="86" y="42"/>
                    </a:lnTo>
                    <a:lnTo>
                      <a:pt x="86" y="42"/>
                    </a:lnTo>
                    <a:lnTo>
                      <a:pt x="86" y="42"/>
                    </a:lnTo>
                    <a:lnTo>
                      <a:pt x="86" y="42"/>
                    </a:lnTo>
                    <a:lnTo>
                      <a:pt x="86" y="42"/>
                    </a:lnTo>
                    <a:lnTo>
                      <a:pt x="90" y="38"/>
                    </a:lnTo>
                    <a:lnTo>
                      <a:pt x="90" y="38"/>
                    </a:lnTo>
                    <a:lnTo>
                      <a:pt x="90" y="38"/>
                    </a:lnTo>
                    <a:lnTo>
                      <a:pt x="90" y="38"/>
                    </a:lnTo>
                    <a:lnTo>
                      <a:pt x="92" y="34"/>
                    </a:lnTo>
                    <a:lnTo>
                      <a:pt x="92" y="34"/>
                    </a:lnTo>
                    <a:lnTo>
                      <a:pt x="92" y="30"/>
                    </a:lnTo>
                    <a:lnTo>
                      <a:pt x="92" y="30"/>
                    </a:lnTo>
                    <a:lnTo>
                      <a:pt x="92" y="30"/>
                    </a:lnTo>
                    <a:lnTo>
                      <a:pt x="92" y="26"/>
                    </a:lnTo>
                    <a:lnTo>
                      <a:pt x="96" y="22"/>
                    </a:lnTo>
                    <a:lnTo>
                      <a:pt x="96" y="22"/>
                    </a:lnTo>
                    <a:lnTo>
                      <a:pt x="96" y="22"/>
                    </a:lnTo>
                    <a:lnTo>
                      <a:pt x="96" y="22"/>
                    </a:lnTo>
                    <a:lnTo>
                      <a:pt x="96" y="20"/>
                    </a:lnTo>
                    <a:lnTo>
                      <a:pt x="96" y="20"/>
                    </a:lnTo>
                    <a:lnTo>
                      <a:pt x="96" y="20"/>
                    </a:lnTo>
                    <a:lnTo>
                      <a:pt x="100" y="16"/>
                    </a:lnTo>
                    <a:lnTo>
                      <a:pt x="100" y="12"/>
                    </a:lnTo>
                    <a:lnTo>
                      <a:pt x="100" y="12"/>
                    </a:lnTo>
                    <a:lnTo>
                      <a:pt x="100" y="8"/>
                    </a:lnTo>
                    <a:lnTo>
                      <a:pt x="100" y="8"/>
                    </a:lnTo>
                    <a:lnTo>
                      <a:pt x="100" y="4"/>
                    </a:lnTo>
                    <a:lnTo>
                      <a:pt x="104" y="4"/>
                    </a:lnTo>
                    <a:lnTo>
                      <a:pt x="104" y="4"/>
                    </a:lnTo>
                    <a:lnTo>
                      <a:pt x="104" y="4"/>
                    </a:lnTo>
                    <a:lnTo>
                      <a:pt x="108" y="4"/>
                    </a:lnTo>
                    <a:lnTo>
                      <a:pt x="108" y="4"/>
                    </a:lnTo>
                    <a:lnTo>
                      <a:pt x="108" y="4"/>
                    </a:lnTo>
                    <a:lnTo>
                      <a:pt x="108" y="0"/>
                    </a:lnTo>
                    <a:lnTo>
                      <a:pt x="108" y="0"/>
                    </a:lnTo>
                    <a:lnTo>
                      <a:pt x="108" y="0"/>
                    </a:lnTo>
                    <a:lnTo>
                      <a:pt x="112" y="0"/>
                    </a:lnTo>
                    <a:lnTo>
                      <a:pt x="112" y="0"/>
                    </a:lnTo>
                    <a:lnTo>
                      <a:pt x="112" y="4"/>
                    </a:lnTo>
                    <a:lnTo>
                      <a:pt x="112" y="4"/>
                    </a:lnTo>
                    <a:lnTo>
                      <a:pt x="112" y="4"/>
                    </a:lnTo>
                    <a:lnTo>
                      <a:pt x="112" y="4"/>
                    </a:lnTo>
                    <a:lnTo>
                      <a:pt x="112" y="4"/>
                    </a:lnTo>
                    <a:lnTo>
                      <a:pt x="112" y="4"/>
                    </a:lnTo>
                    <a:lnTo>
                      <a:pt x="112" y="4"/>
                    </a:lnTo>
                    <a:lnTo>
                      <a:pt x="112" y="8"/>
                    </a:lnTo>
                    <a:lnTo>
                      <a:pt x="112" y="8"/>
                    </a:lnTo>
                    <a:lnTo>
                      <a:pt x="116" y="12"/>
                    </a:lnTo>
                    <a:lnTo>
                      <a:pt x="116" y="12"/>
                    </a:lnTo>
                    <a:lnTo>
                      <a:pt x="118" y="16"/>
                    </a:lnTo>
                    <a:lnTo>
                      <a:pt x="118" y="16"/>
                    </a:lnTo>
                    <a:lnTo>
                      <a:pt x="118" y="16"/>
                    </a:lnTo>
                    <a:lnTo>
                      <a:pt x="122" y="16"/>
                    </a:lnTo>
                    <a:lnTo>
                      <a:pt x="122" y="16"/>
                    </a:lnTo>
                    <a:lnTo>
                      <a:pt x="122" y="16"/>
                    </a:lnTo>
                    <a:lnTo>
                      <a:pt x="122"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5" name="Freeform 159"/>
              <p:cNvSpPr>
                <a:spLocks noEditPoints="1"/>
              </p:cNvSpPr>
              <p:nvPr/>
            </p:nvSpPr>
            <p:spPr bwMode="gray">
              <a:xfrm>
                <a:off x="5544359" y="4832754"/>
                <a:ext cx="260890" cy="500906"/>
              </a:xfrm>
              <a:custGeom>
                <a:avLst/>
                <a:gdLst>
                  <a:gd name="T0" fmla="*/ 22 w 150"/>
                  <a:gd name="T1" fmla="*/ 274 h 288"/>
                  <a:gd name="T2" fmla="*/ 22 w 150"/>
                  <a:gd name="T3" fmla="*/ 254 h 288"/>
                  <a:gd name="T4" fmla="*/ 22 w 150"/>
                  <a:gd name="T5" fmla="*/ 240 h 288"/>
                  <a:gd name="T6" fmla="*/ 18 w 150"/>
                  <a:gd name="T7" fmla="*/ 226 h 288"/>
                  <a:gd name="T8" fmla="*/ 22 w 150"/>
                  <a:gd name="T9" fmla="*/ 198 h 288"/>
                  <a:gd name="T10" fmla="*/ 34 w 150"/>
                  <a:gd name="T11" fmla="*/ 176 h 288"/>
                  <a:gd name="T12" fmla="*/ 38 w 150"/>
                  <a:gd name="T13" fmla="*/ 158 h 288"/>
                  <a:gd name="T14" fmla="*/ 38 w 150"/>
                  <a:gd name="T15" fmla="*/ 146 h 288"/>
                  <a:gd name="T16" fmla="*/ 42 w 150"/>
                  <a:gd name="T17" fmla="*/ 136 h 288"/>
                  <a:gd name="T18" fmla="*/ 38 w 150"/>
                  <a:gd name="T19" fmla="*/ 120 h 288"/>
                  <a:gd name="T20" fmla="*/ 34 w 150"/>
                  <a:gd name="T21" fmla="*/ 106 h 288"/>
                  <a:gd name="T22" fmla="*/ 22 w 150"/>
                  <a:gd name="T23" fmla="*/ 98 h 288"/>
                  <a:gd name="T24" fmla="*/ 8 w 150"/>
                  <a:gd name="T25" fmla="*/ 94 h 288"/>
                  <a:gd name="T26" fmla="*/ 0 w 150"/>
                  <a:gd name="T27" fmla="*/ 80 h 288"/>
                  <a:gd name="T28" fmla="*/ 12 w 150"/>
                  <a:gd name="T29" fmla="*/ 72 h 288"/>
                  <a:gd name="T30" fmla="*/ 26 w 150"/>
                  <a:gd name="T31" fmla="*/ 68 h 288"/>
                  <a:gd name="T32" fmla="*/ 44 w 150"/>
                  <a:gd name="T33" fmla="*/ 64 h 288"/>
                  <a:gd name="T34" fmla="*/ 60 w 150"/>
                  <a:gd name="T35" fmla="*/ 68 h 288"/>
                  <a:gd name="T36" fmla="*/ 60 w 150"/>
                  <a:gd name="T37" fmla="*/ 86 h 288"/>
                  <a:gd name="T38" fmla="*/ 60 w 150"/>
                  <a:gd name="T39" fmla="*/ 102 h 288"/>
                  <a:gd name="T40" fmla="*/ 68 w 150"/>
                  <a:gd name="T41" fmla="*/ 116 h 288"/>
                  <a:gd name="T42" fmla="*/ 68 w 150"/>
                  <a:gd name="T43" fmla="*/ 106 h 288"/>
                  <a:gd name="T44" fmla="*/ 78 w 150"/>
                  <a:gd name="T45" fmla="*/ 98 h 288"/>
                  <a:gd name="T46" fmla="*/ 78 w 150"/>
                  <a:gd name="T47" fmla="*/ 76 h 288"/>
                  <a:gd name="T48" fmla="*/ 68 w 150"/>
                  <a:gd name="T49" fmla="*/ 52 h 288"/>
                  <a:gd name="T50" fmla="*/ 60 w 150"/>
                  <a:gd name="T51" fmla="*/ 38 h 288"/>
                  <a:gd name="T52" fmla="*/ 60 w 150"/>
                  <a:gd name="T53" fmla="*/ 26 h 288"/>
                  <a:gd name="T54" fmla="*/ 70 w 150"/>
                  <a:gd name="T55" fmla="*/ 20 h 288"/>
                  <a:gd name="T56" fmla="*/ 90 w 150"/>
                  <a:gd name="T57" fmla="*/ 20 h 288"/>
                  <a:gd name="T58" fmla="*/ 108 w 150"/>
                  <a:gd name="T59" fmla="*/ 20 h 288"/>
                  <a:gd name="T60" fmla="*/ 112 w 150"/>
                  <a:gd name="T61" fmla="*/ 12 h 288"/>
                  <a:gd name="T62" fmla="*/ 128 w 150"/>
                  <a:gd name="T63" fmla="*/ 12 h 288"/>
                  <a:gd name="T64" fmla="*/ 138 w 150"/>
                  <a:gd name="T65" fmla="*/ 4 h 288"/>
                  <a:gd name="T66" fmla="*/ 146 w 150"/>
                  <a:gd name="T67" fmla="*/ 12 h 288"/>
                  <a:gd name="T68" fmla="*/ 146 w 150"/>
                  <a:gd name="T69" fmla="*/ 24 h 288"/>
                  <a:gd name="T70" fmla="*/ 142 w 150"/>
                  <a:gd name="T71" fmla="*/ 42 h 288"/>
                  <a:gd name="T72" fmla="*/ 146 w 150"/>
                  <a:gd name="T73" fmla="*/ 56 h 288"/>
                  <a:gd name="T74" fmla="*/ 146 w 150"/>
                  <a:gd name="T75" fmla="*/ 68 h 288"/>
                  <a:gd name="T76" fmla="*/ 146 w 150"/>
                  <a:gd name="T77" fmla="*/ 80 h 288"/>
                  <a:gd name="T78" fmla="*/ 142 w 150"/>
                  <a:gd name="T79" fmla="*/ 86 h 288"/>
                  <a:gd name="T80" fmla="*/ 134 w 150"/>
                  <a:gd name="T81" fmla="*/ 102 h 288"/>
                  <a:gd name="T82" fmla="*/ 124 w 150"/>
                  <a:gd name="T83" fmla="*/ 112 h 288"/>
                  <a:gd name="T84" fmla="*/ 108 w 150"/>
                  <a:gd name="T85" fmla="*/ 120 h 288"/>
                  <a:gd name="T86" fmla="*/ 94 w 150"/>
                  <a:gd name="T87" fmla="*/ 132 h 288"/>
                  <a:gd name="T88" fmla="*/ 86 w 150"/>
                  <a:gd name="T89" fmla="*/ 140 h 288"/>
                  <a:gd name="T90" fmla="*/ 82 w 150"/>
                  <a:gd name="T91" fmla="*/ 146 h 288"/>
                  <a:gd name="T92" fmla="*/ 70 w 150"/>
                  <a:gd name="T93" fmla="*/ 158 h 288"/>
                  <a:gd name="T94" fmla="*/ 64 w 150"/>
                  <a:gd name="T95" fmla="*/ 162 h 288"/>
                  <a:gd name="T96" fmla="*/ 68 w 150"/>
                  <a:gd name="T97" fmla="*/ 176 h 288"/>
                  <a:gd name="T98" fmla="*/ 70 w 150"/>
                  <a:gd name="T99" fmla="*/ 192 h 288"/>
                  <a:gd name="T100" fmla="*/ 70 w 150"/>
                  <a:gd name="T101" fmla="*/ 210 h 288"/>
                  <a:gd name="T102" fmla="*/ 74 w 150"/>
                  <a:gd name="T103" fmla="*/ 210 h 288"/>
                  <a:gd name="T104" fmla="*/ 70 w 150"/>
                  <a:gd name="T105" fmla="*/ 228 h 288"/>
                  <a:gd name="T106" fmla="*/ 74 w 150"/>
                  <a:gd name="T107" fmla="*/ 236 h 288"/>
                  <a:gd name="T108" fmla="*/ 68 w 150"/>
                  <a:gd name="T109" fmla="*/ 248 h 288"/>
                  <a:gd name="T110" fmla="*/ 52 w 150"/>
                  <a:gd name="T111" fmla="*/ 254 h 288"/>
                  <a:gd name="T112" fmla="*/ 38 w 150"/>
                  <a:gd name="T113" fmla="*/ 262 h 288"/>
                  <a:gd name="T114" fmla="*/ 34 w 150"/>
                  <a:gd name="T115" fmla="*/ 278 h 288"/>
                  <a:gd name="T116" fmla="*/ 38 w 150"/>
                  <a:gd name="T117" fmla="*/ 288 h 288"/>
                  <a:gd name="T118" fmla="*/ 26 w 150"/>
                  <a:gd name="T119" fmla="*/ 288 h 288"/>
                  <a:gd name="T120" fmla="*/ 74 w 150"/>
                  <a:gd name="T121" fmla="*/ 196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288">
                    <a:moveTo>
                      <a:pt x="26" y="288"/>
                    </a:moveTo>
                    <a:lnTo>
                      <a:pt x="26" y="280"/>
                    </a:lnTo>
                    <a:lnTo>
                      <a:pt x="26" y="278"/>
                    </a:lnTo>
                    <a:lnTo>
                      <a:pt x="26" y="274"/>
                    </a:lnTo>
                    <a:lnTo>
                      <a:pt x="22" y="274"/>
                    </a:lnTo>
                    <a:lnTo>
                      <a:pt x="22" y="270"/>
                    </a:lnTo>
                    <a:lnTo>
                      <a:pt x="22" y="266"/>
                    </a:lnTo>
                    <a:lnTo>
                      <a:pt x="22" y="262"/>
                    </a:lnTo>
                    <a:lnTo>
                      <a:pt x="26" y="254"/>
                    </a:lnTo>
                    <a:lnTo>
                      <a:pt x="22" y="254"/>
                    </a:lnTo>
                    <a:lnTo>
                      <a:pt x="22" y="252"/>
                    </a:lnTo>
                    <a:lnTo>
                      <a:pt x="22" y="248"/>
                    </a:lnTo>
                    <a:lnTo>
                      <a:pt x="26" y="244"/>
                    </a:lnTo>
                    <a:lnTo>
                      <a:pt x="22" y="244"/>
                    </a:lnTo>
                    <a:lnTo>
                      <a:pt x="22" y="240"/>
                    </a:lnTo>
                    <a:lnTo>
                      <a:pt x="22" y="236"/>
                    </a:lnTo>
                    <a:lnTo>
                      <a:pt x="22" y="232"/>
                    </a:lnTo>
                    <a:lnTo>
                      <a:pt x="18" y="232"/>
                    </a:lnTo>
                    <a:lnTo>
                      <a:pt x="18" y="228"/>
                    </a:lnTo>
                    <a:lnTo>
                      <a:pt x="18" y="226"/>
                    </a:lnTo>
                    <a:lnTo>
                      <a:pt x="18" y="222"/>
                    </a:lnTo>
                    <a:lnTo>
                      <a:pt x="14" y="210"/>
                    </a:lnTo>
                    <a:lnTo>
                      <a:pt x="14" y="206"/>
                    </a:lnTo>
                    <a:lnTo>
                      <a:pt x="18" y="202"/>
                    </a:lnTo>
                    <a:lnTo>
                      <a:pt x="22" y="198"/>
                    </a:lnTo>
                    <a:lnTo>
                      <a:pt x="30" y="188"/>
                    </a:lnTo>
                    <a:lnTo>
                      <a:pt x="30" y="184"/>
                    </a:lnTo>
                    <a:lnTo>
                      <a:pt x="30" y="180"/>
                    </a:lnTo>
                    <a:lnTo>
                      <a:pt x="30" y="176"/>
                    </a:lnTo>
                    <a:lnTo>
                      <a:pt x="34" y="176"/>
                    </a:lnTo>
                    <a:lnTo>
                      <a:pt x="34" y="172"/>
                    </a:lnTo>
                    <a:lnTo>
                      <a:pt x="38" y="168"/>
                    </a:lnTo>
                    <a:lnTo>
                      <a:pt x="38" y="166"/>
                    </a:lnTo>
                    <a:lnTo>
                      <a:pt x="38" y="162"/>
                    </a:lnTo>
                    <a:lnTo>
                      <a:pt x="38" y="158"/>
                    </a:lnTo>
                    <a:lnTo>
                      <a:pt x="34" y="158"/>
                    </a:lnTo>
                    <a:lnTo>
                      <a:pt x="34" y="154"/>
                    </a:lnTo>
                    <a:lnTo>
                      <a:pt x="38" y="154"/>
                    </a:lnTo>
                    <a:lnTo>
                      <a:pt x="38" y="150"/>
                    </a:lnTo>
                    <a:lnTo>
                      <a:pt x="38" y="146"/>
                    </a:lnTo>
                    <a:lnTo>
                      <a:pt x="34" y="146"/>
                    </a:lnTo>
                    <a:lnTo>
                      <a:pt x="34" y="142"/>
                    </a:lnTo>
                    <a:lnTo>
                      <a:pt x="38" y="142"/>
                    </a:lnTo>
                    <a:lnTo>
                      <a:pt x="38" y="140"/>
                    </a:lnTo>
                    <a:lnTo>
                      <a:pt x="42" y="136"/>
                    </a:lnTo>
                    <a:lnTo>
                      <a:pt x="38" y="136"/>
                    </a:lnTo>
                    <a:lnTo>
                      <a:pt x="38" y="132"/>
                    </a:lnTo>
                    <a:lnTo>
                      <a:pt x="38" y="128"/>
                    </a:lnTo>
                    <a:lnTo>
                      <a:pt x="38" y="124"/>
                    </a:lnTo>
                    <a:lnTo>
                      <a:pt x="38" y="120"/>
                    </a:lnTo>
                    <a:lnTo>
                      <a:pt x="38" y="116"/>
                    </a:lnTo>
                    <a:lnTo>
                      <a:pt x="38" y="112"/>
                    </a:lnTo>
                    <a:lnTo>
                      <a:pt x="38" y="110"/>
                    </a:lnTo>
                    <a:lnTo>
                      <a:pt x="34" y="110"/>
                    </a:lnTo>
                    <a:lnTo>
                      <a:pt x="34" y="106"/>
                    </a:lnTo>
                    <a:lnTo>
                      <a:pt x="30" y="106"/>
                    </a:lnTo>
                    <a:lnTo>
                      <a:pt x="30" y="102"/>
                    </a:lnTo>
                    <a:lnTo>
                      <a:pt x="26" y="102"/>
                    </a:lnTo>
                    <a:lnTo>
                      <a:pt x="22" y="102"/>
                    </a:lnTo>
                    <a:lnTo>
                      <a:pt x="22" y="98"/>
                    </a:lnTo>
                    <a:lnTo>
                      <a:pt x="18" y="98"/>
                    </a:lnTo>
                    <a:lnTo>
                      <a:pt x="14" y="98"/>
                    </a:lnTo>
                    <a:lnTo>
                      <a:pt x="14" y="94"/>
                    </a:lnTo>
                    <a:lnTo>
                      <a:pt x="12" y="94"/>
                    </a:lnTo>
                    <a:lnTo>
                      <a:pt x="8" y="94"/>
                    </a:lnTo>
                    <a:lnTo>
                      <a:pt x="0" y="94"/>
                    </a:lnTo>
                    <a:lnTo>
                      <a:pt x="0" y="90"/>
                    </a:lnTo>
                    <a:lnTo>
                      <a:pt x="0" y="86"/>
                    </a:lnTo>
                    <a:lnTo>
                      <a:pt x="0" y="82"/>
                    </a:lnTo>
                    <a:lnTo>
                      <a:pt x="0" y="80"/>
                    </a:lnTo>
                    <a:lnTo>
                      <a:pt x="0" y="76"/>
                    </a:lnTo>
                    <a:lnTo>
                      <a:pt x="4" y="76"/>
                    </a:lnTo>
                    <a:lnTo>
                      <a:pt x="8" y="76"/>
                    </a:lnTo>
                    <a:lnTo>
                      <a:pt x="8" y="72"/>
                    </a:lnTo>
                    <a:lnTo>
                      <a:pt x="12" y="72"/>
                    </a:lnTo>
                    <a:lnTo>
                      <a:pt x="14" y="72"/>
                    </a:lnTo>
                    <a:lnTo>
                      <a:pt x="18" y="72"/>
                    </a:lnTo>
                    <a:lnTo>
                      <a:pt x="18" y="68"/>
                    </a:lnTo>
                    <a:lnTo>
                      <a:pt x="22" y="68"/>
                    </a:lnTo>
                    <a:lnTo>
                      <a:pt x="26" y="68"/>
                    </a:lnTo>
                    <a:lnTo>
                      <a:pt x="30" y="64"/>
                    </a:lnTo>
                    <a:lnTo>
                      <a:pt x="38" y="60"/>
                    </a:lnTo>
                    <a:lnTo>
                      <a:pt x="42" y="60"/>
                    </a:lnTo>
                    <a:lnTo>
                      <a:pt x="42" y="64"/>
                    </a:lnTo>
                    <a:lnTo>
                      <a:pt x="44" y="64"/>
                    </a:lnTo>
                    <a:lnTo>
                      <a:pt x="44" y="68"/>
                    </a:lnTo>
                    <a:lnTo>
                      <a:pt x="48" y="68"/>
                    </a:lnTo>
                    <a:lnTo>
                      <a:pt x="52" y="68"/>
                    </a:lnTo>
                    <a:lnTo>
                      <a:pt x="56" y="68"/>
                    </a:lnTo>
                    <a:lnTo>
                      <a:pt x="60" y="68"/>
                    </a:lnTo>
                    <a:lnTo>
                      <a:pt x="60" y="72"/>
                    </a:lnTo>
                    <a:lnTo>
                      <a:pt x="60" y="76"/>
                    </a:lnTo>
                    <a:lnTo>
                      <a:pt x="60" y="80"/>
                    </a:lnTo>
                    <a:lnTo>
                      <a:pt x="60" y="82"/>
                    </a:lnTo>
                    <a:lnTo>
                      <a:pt x="60" y="86"/>
                    </a:lnTo>
                    <a:lnTo>
                      <a:pt x="60" y="90"/>
                    </a:lnTo>
                    <a:lnTo>
                      <a:pt x="56" y="90"/>
                    </a:lnTo>
                    <a:lnTo>
                      <a:pt x="56" y="94"/>
                    </a:lnTo>
                    <a:lnTo>
                      <a:pt x="60" y="98"/>
                    </a:lnTo>
                    <a:lnTo>
                      <a:pt x="60" y="102"/>
                    </a:lnTo>
                    <a:lnTo>
                      <a:pt x="64" y="102"/>
                    </a:lnTo>
                    <a:lnTo>
                      <a:pt x="64" y="106"/>
                    </a:lnTo>
                    <a:lnTo>
                      <a:pt x="68" y="110"/>
                    </a:lnTo>
                    <a:lnTo>
                      <a:pt x="68" y="112"/>
                    </a:lnTo>
                    <a:lnTo>
                      <a:pt x="68" y="116"/>
                    </a:lnTo>
                    <a:lnTo>
                      <a:pt x="70" y="116"/>
                    </a:lnTo>
                    <a:lnTo>
                      <a:pt x="70" y="112"/>
                    </a:lnTo>
                    <a:lnTo>
                      <a:pt x="70" y="110"/>
                    </a:lnTo>
                    <a:lnTo>
                      <a:pt x="70" y="106"/>
                    </a:lnTo>
                    <a:lnTo>
                      <a:pt x="68" y="106"/>
                    </a:lnTo>
                    <a:lnTo>
                      <a:pt x="70" y="106"/>
                    </a:lnTo>
                    <a:lnTo>
                      <a:pt x="70" y="102"/>
                    </a:lnTo>
                    <a:lnTo>
                      <a:pt x="70" y="98"/>
                    </a:lnTo>
                    <a:lnTo>
                      <a:pt x="74" y="98"/>
                    </a:lnTo>
                    <a:lnTo>
                      <a:pt x="78" y="98"/>
                    </a:lnTo>
                    <a:lnTo>
                      <a:pt x="78" y="94"/>
                    </a:lnTo>
                    <a:lnTo>
                      <a:pt x="78" y="86"/>
                    </a:lnTo>
                    <a:lnTo>
                      <a:pt x="78" y="82"/>
                    </a:lnTo>
                    <a:lnTo>
                      <a:pt x="78" y="80"/>
                    </a:lnTo>
                    <a:lnTo>
                      <a:pt x="78" y="76"/>
                    </a:lnTo>
                    <a:lnTo>
                      <a:pt x="78" y="72"/>
                    </a:lnTo>
                    <a:lnTo>
                      <a:pt x="74" y="64"/>
                    </a:lnTo>
                    <a:lnTo>
                      <a:pt x="70" y="56"/>
                    </a:lnTo>
                    <a:lnTo>
                      <a:pt x="68" y="56"/>
                    </a:lnTo>
                    <a:lnTo>
                      <a:pt x="68" y="52"/>
                    </a:lnTo>
                    <a:lnTo>
                      <a:pt x="64" y="52"/>
                    </a:lnTo>
                    <a:lnTo>
                      <a:pt x="60" y="50"/>
                    </a:lnTo>
                    <a:lnTo>
                      <a:pt x="60" y="46"/>
                    </a:lnTo>
                    <a:lnTo>
                      <a:pt x="60" y="42"/>
                    </a:lnTo>
                    <a:lnTo>
                      <a:pt x="60" y="38"/>
                    </a:lnTo>
                    <a:lnTo>
                      <a:pt x="60" y="34"/>
                    </a:lnTo>
                    <a:lnTo>
                      <a:pt x="60" y="30"/>
                    </a:lnTo>
                    <a:lnTo>
                      <a:pt x="56" y="30"/>
                    </a:lnTo>
                    <a:lnTo>
                      <a:pt x="56" y="26"/>
                    </a:lnTo>
                    <a:lnTo>
                      <a:pt x="60" y="26"/>
                    </a:lnTo>
                    <a:lnTo>
                      <a:pt x="60" y="24"/>
                    </a:lnTo>
                    <a:lnTo>
                      <a:pt x="60" y="20"/>
                    </a:lnTo>
                    <a:lnTo>
                      <a:pt x="64" y="20"/>
                    </a:lnTo>
                    <a:lnTo>
                      <a:pt x="68" y="20"/>
                    </a:lnTo>
                    <a:lnTo>
                      <a:pt x="70" y="20"/>
                    </a:lnTo>
                    <a:lnTo>
                      <a:pt x="74" y="20"/>
                    </a:lnTo>
                    <a:lnTo>
                      <a:pt x="78" y="16"/>
                    </a:lnTo>
                    <a:lnTo>
                      <a:pt x="82" y="20"/>
                    </a:lnTo>
                    <a:lnTo>
                      <a:pt x="86" y="20"/>
                    </a:lnTo>
                    <a:lnTo>
                      <a:pt x="90" y="20"/>
                    </a:lnTo>
                    <a:lnTo>
                      <a:pt x="94" y="20"/>
                    </a:lnTo>
                    <a:lnTo>
                      <a:pt x="98" y="20"/>
                    </a:lnTo>
                    <a:lnTo>
                      <a:pt x="100" y="20"/>
                    </a:lnTo>
                    <a:lnTo>
                      <a:pt x="104" y="20"/>
                    </a:lnTo>
                    <a:lnTo>
                      <a:pt x="108" y="20"/>
                    </a:lnTo>
                    <a:lnTo>
                      <a:pt x="108" y="16"/>
                    </a:lnTo>
                    <a:lnTo>
                      <a:pt x="104" y="16"/>
                    </a:lnTo>
                    <a:lnTo>
                      <a:pt x="108" y="16"/>
                    </a:lnTo>
                    <a:lnTo>
                      <a:pt x="108" y="12"/>
                    </a:lnTo>
                    <a:lnTo>
                      <a:pt x="112" y="12"/>
                    </a:lnTo>
                    <a:lnTo>
                      <a:pt x="112" y="16"/>
                    </a:lnTo>
                    <a:lnTo>
                      <a:pt x="116" y="16"/>
                    </a:lnTo>
                    <a:lnTo>
                      <a:pt x="120" y="12"/>
                    </a:lnTo>
                    <a:lnTo>
                      <a:pt x="124" y="12"/>
                    </a:lnTo>
                    <a:lnTo>
                      <a:pt x="128" y="12"/>
                    </a:lnTo>
                    <a:lnTo>
                      <a:pt x="128" y="8"/>
                    </a:lnTo>
                    <a:lnTo>
                      <a:pt x="130" y="8"/>
                    </a:lnTo>
                    <a:lnTo>
                      <a:pt x="134" y="8"/>
                    </a:lnTo>
                    <a:lnTo>
                      <a:pt x="134" y="4"/>
                    </a:lnTo>
                    <a:lnTo>
                      <a:pt x="138" y="4"/>
                    </a:lnTo>
                    <a:lnTo>
                      <a:pt x="142" y="0"/>
                    </a:lnTo>
                    <a:lnTo>
                      <a:pt x="146" y="0"/>
                    </a:lnTo>
                    <a:lnTo>
                      <a:pt x="146" y="4"/>
                    </a:lnTo>
                    <a:lnTo>
                      <a:pt x="146" y="8"/>
                    </a:lnTo>
                    <a:lnTo>
                      <a:pt x="146" y="12"/>
                    </a:lnTo>
                    <a:lnTo>
                      <a:pt x="142" y="12"/>
                    </a:lnTo>
                    <a:lnTo>
                      <a:pt x="142" y="16"/>
                    </a:lnTo>
                    <a:lnTo>
                      <a:pt x="146" y="16"/>
                    </a:lnTo>
                    <a:lnTo>
                      <a:pt x="142" y="20"/>
                    </a:lnTo>
                    <a:lnTo>
                      <a:pt x="146" y="24"/>
                    </a:lnTo>
                    <a:lnTo>
                      <a:pt x="146" y="30"/>
                    </a:lnTo>
                    <a:lnTo>
                      <a:pt x="146" y="34"/>
                    </a:lnTo>
                    <a:lnTo>
                      <a:pt x="146" y="38"/>
                    </a:lnTo>
                    <a:lnTo>
                      <a:pt x="146" y="42"/>
                    </a:lnTo>
                    <a:lnTo>
                      <a:pt x="142" y="42"/>
                    </a:lnTo>
                    <a:lnTo>
                      <a:pt x="146" y="42"/>
                    </a:lnTo>
                    <a:lnTo>
                      <a:pt x="146" y="46"/>
                    </a:lnTo>
                    <a:lnTo>
                      <a:pt x="146" y="50"/>
                    </a:lnTo>
                    <a:lnTo>
                      <a:pt x="146" y="52"/>
                    </a:lnTo>
                    <a:lnTo>
                      <a:pt x="146" y="56"/>
                    </a:lnTo>
                    <a:lnTo>
                      <a:pt x="146" y="60"/>
                    </a:lnTo>
                    <a:lnTo>
                      <a:pt x="146" y="64"/>
                    </a:lnTo>
                    <a:lnTo>
                      <a:pt x="150" y="64"/>
                    </a:lnTo>
                    <a:lnTo>
                      <a:pt x="150" y="68"/>
                    </a:lnTo>
                    <a:lnTo>
                      <a:pt x="146" y="68"/>
                    </a:lnTo>
                    <a:lnTo>
                      <a:pt x="150" y="68"/>
                    </a:lnTo>
                    <a:lnTo>
                      <a:pt x="150" y="72"/>
                    </a:lnTo>
                    <a:lnTo>
                      <a:pt x="150" y="76"/>
                    </a:lnTo>
                    <a:lnTo>
                      <a:pt x="150" y="80"/>
                    </a:lnTo>
                    <a:lnTo>
                      <a:pt x="146" y="80"/>
                    </a:lnTo>
                    <a:lnTo>
                      <a:pt x="146" y="82"/>
                    </a:lnTo>
                    <a:lnTo>
                      <a:pt x="146" y="80"/>
                    </a:lnTo>
                    <a:lnTo>
                      <a:pt x="146" y="82"/>
                    </a:lnTo>
                    <a:lnTo>
                      <a:pt x="146" y="86"/>
                    </a:lnTo>
                    <a:lnTo>
                      <a:pt x="142" y="86"/>
                    </a:lnTo>
                    <a:lnTo>
                      <a:pt x="142" y="90"/>
                    </a:lnTo>
                    <a:lnTo>
                      <a:pt x="138" y="94"/>
                    </a:lnTo>
                    <a:lnTo>
                      <a:pt x="138" y="98"/>
                    </a:lnTo>
                    <a:lnTo>
                      <a:pt x="134" y="98"/>
                    </a:lnTo>
                    <a:lnTo>
                      <a:pt x="134" y="102"/>
                    </a:lnTo>
                    <a:lnTo>
                      <a:pt x="134" y="106"/>
                    </a:lnTo>
                    <a:lnTo>
                      <a:pt x="130" y="106"/>
                    </a:lnTo>
                    <a:lnTo>
                      <a:pt x="128" y="110"/>
                    </a:lnTo>
                    <a:lnTo>
                      <a:pt x="124" y="110"/>
                    </a:lnTo>
                    <a:lnTo>
                      <a:pt x="124" y="112"/>
                    </a:lnTo>
                    <a:lnTo>
                      <a:pt x="120" y="112"/>
                    </a:lnTo>
                    <a:lnTo>
                      <a:pt x="116" y="116"/>
                    </a:lnTo>
                    <a:lnTo>
                      <a:pt x="112" y="116"/>
                    </a:lnTo>
                    <a:lnTo>
                      <a:pt x="108" y="116"/>
                    </a:lnTo>
                    <a:lnTo>
                      <a:pt x="108" y="120"/>
                    </a:lnTo>
                    <a:lnTo>
                      <a:pt x="104" y="120"/>
                    </a:lnTo>
                    <a:lnTo>
                      <a:pt x="100" y="124"/>
                    </a:lnTo>
                    <a:lnTo>
                      <a:pt x="98" y="124"/>
                    </a:lnTo>
                    <a:lnTo>
                      <a:pt x="98" y="128"/>
                    </a:lnTo>
                    <a:lnTo>
                      <a:pt x="94" y="132"/>
                    </a:lnTo>
                    <a:lnTo>
                      <a:pt x="94" y="128"/>
                    </a:lnTo>
                    <a:lnTo>
                      <a:pt x="94" y="132"/>
                    </a:lnTo>
                    <a:lnTo>
                      <a:pt x="94" y="136"/>
                    </a:lnTo>
                    <a:lnTo>
                      <a:pt x="90" y="140"/>
                    </a:lnTo>
                    <a:lnTo>
                      <a:pt x="86" y="140"/>
                    </a:lnTo>
                    <a:lnTo>
                      <a:pt x="86" y="142"/>
                    </a:lnTo>
                    <a:lnTo>
                      <a:pt x="86" y="146"/>
                    </a:lnTo>
                    <a:lnTo>
                      <a:pt x="82" y="146"/>
                    </a:lnTo>
                    <a:lnTo>
                      <a:pt x="82" y="142"/>
                    </a:lnTo>
                    <a:lnTo>
                      <a:pt x="82" y="146"/>
                    </a:lnTo>
                    <a:lnTo>
                      <a:pt x="78" y="146"/>
                    </a:lnTo>
                    <a:lnTo>
                      <a:pt x="78" y="150"/>
                    </a:lnTo>
                    <a:lnTo>
                      <a:pt x="74" y="150"/>
                    </a:lnTo>
                    <a:lnTo>
                      <a:pt x="74" y="154"/>
                    </a:lnTo>
                    <a:lnTo>
                      <a:pt x="70" y="158"/>
                    </a:lnTo>
                    <a:lnTo>
                      <a:pt x="68" y="162"/>
                    </a:lnTo>
                    <a:lnTo>
                      <a:pt x="64" y="162"/>
                    </a:lnTo>
                    <a:lnTo>
                      <a:pt x="60" y="158"/>
                    </a:lnTo>
                    <a:lnTo>
                      <a:pt x="60" y="162"/>
                    </a:lnTo>
                    <a:lnTo>
                      <a:pt x="64" y="162"/>
                    </a:lnTo>
                    <a:lnTo>
                      <a:pt x="64" y="166"/>
                    </a:lnTo>
                    <a:lnTo>
                      <a:pt x="64" y="168"/>
                    </a:lnTo>
                    <a:lnTo>
                      <a:pt x="64" y="172"/>
                    </a:lnTo>
                    <a:lnTo>
                      <a:pt x="64" y="176"/>
                    </a:lnTo>
                    <a:lnTo>
                      <a:pt x="68" y="176"/>
                    </a:lnTo>
                    <a:lnTo>
                      <a:pt x="68" y="180"/>
                    </a:lnTo>
                    <a:lnTo>
                      <a:pt x="68" y="184"/>
                    </a:lnTo>
                    <a:lnTo>
                      <a:pt x="68" y="188"/>
                    </a:lnTo>
                    <a:lnTo>
                      <a:pt x="68" y="192"/>
                    </a:lnTo>
                    <a:lnTo>
                      <a:pt x="70" y="192"/>
                    </a:lnTo>
                    <a:lnTo>
                      <a:pt x="70" y="196"/>
                    </a:lnTo>
                    <a:lnTo>
                      <a:pt x="70" y="198"/>
                    </a:lnTo>
                    <a:lnTo>
                      <a:pt x="70" y="202"/>
                    </a:lnTo>
                    <a:lnTo>
                      <a:pt x="70" y="206"/>
                    </a:lnTo>
                    <a:lnTo>
                      <a:pt x="70" y="210"/>
                    </a:lnTo>
                    <a:lnTo>
                      <a:pt x="70" y="206"/>
                    </a:lnTo>
                    <a:lnTo>
                      <a:pt x="70" y="202"/>
                    </a:lnTo>
                    <a:lnTo>
                      <a:pt x="74" y="202"/>
                    </a:lnTo>
                    <a:lnTo>
                      <a:pt x="74" y="206"/>
                    </a:lnTo>
                    <a:lnTo>
                      <a:pt x="74" y="210"/>
                    </a:lnTo>
                    <a:lnTo>
                      <a:pt x="74" y="214"/>
                    </a:lnTo>
                    <a:lnTo>
                      <a:pt x="74" y="218"/>
                    </a:lnTo>
                    <a:lnTo>
                      <a:pt x="74" y="222"/>
                    </a:lnTo>
                    <a:lnTo>
                      <a:pt x="74" y="226"/>
                    </a:lnTo>
                    <a:lnTo>
                      <a:pt x="70" y="228"/>
                    </a:lnTo>
                    <a:lnTo>
                      <a:pt x="70" y="232"/>
                    </a:lnTo>
                    <a:lnTo>
                      <a:pt x="70" y="236"/>
                    </a:lnTo>
                    <a:lnTo>
                      <a:pt x="70" y="232"/>
                    </a:lnTo>
                    <a:lnTo>
                      <a:pt x="74" y="232"/>
                    </a:lnTo>
                    <a:lnTo>
                      <a:pt x="74" y="236"/>
                    </a:lnTo>
                    <a:lnTo>
                      <a:pt x="74" y="240"/>
                    </a:lnTo>
                    <a:lnTo>
                      <a:pt x="70" y="240"/>
                    </a:lnTo>
                    <a:lnTo>
                      <a:pt x="70" y="244"/>
                    </a:lnTo>
                    <a:lnTo>
                      <a:pt x="70" y="248"/>
                    </a:lnTo>
                    <a:lnTo>
                      <a:pt x="68" y="248"/>
                    </a:lnTo>
                    <a:lnTo>
                      <a:pt x="64" y="252"/>
                    </a:lnTo>
                    <a:lnTo>
                      <a:pt x="60" y="252"/>
                    </a:lnTo>
                    <a:lnTo>
                      <a:pt x="56" y="252"/>
                    </a:lnTo>
                    <a:lnTo>
                      <a:pt x="56" y="254"/>
                    </a:lnTo>
                    <a:lnTo>
                      <a:pt x="52" y="254"/>
                    </a:lnTo>
                    <a:lnTo>
                      <a:pt x="48" y="254"/>
                    </a:lnTo>
                    <a:lnTo>
                      <a:pt x="44" y="258"/>
                    </a:lnTo>
                    <a:lnTo>
                      <a:pt x="42" y="258"/>
                    </a:lnTo>
                    <a:lnTo>
                      <a:pt x="42" y="262"/>
                    </a:lnTo>
                    <a:lnTo>
                      <a:pt x="38" y="262"/>
                    </a:lnTo>
                    <a:lnTo>
                      <a:pt x="38" y="266"/>
                    </a:lnTo>
                    <a:lnTo>
                      <a:pt x="34" y="266"/>
                    </a:lnTo>
                    <a:lnTo>
                      <a:pt x="34" y="270"/>
                    </a:lnTo>
                    <a:lnTo>
                      <a:pt x="34" y="274"/>
                    </a:lnTo>
                    <a:lnTo>
                      <a:pt x="34" y="278"/>
                    </a:lnTo>
                    <a:lnTo>
                      <a:pt x="38" y="278"/>
                    </a:lnTo>
                    <a:lnTo>
                      <a:pt x="38" y="274"/>
                    </a:lnTo>
                    <a:lnTo>
                      <a:pt x="38" y="278"/>
                    </a:lnTo>
                    <a:lnTo>
                      <a:pt x="38" y="284"/>
                    </a:lnTo>
                    <a:lnTo>
                      <a:pt x="38" y="288"/>
                    </a:lnTo>
                    <a:lnTo>
                      <a:pt x="34" y="288"/>
                    </a:lnTo>
                    <a:lnTo>
                      <a:pt x="30" y="288"/>
                    </a:lnTo>
                    <a:lnTo>
                      <a:pt x="26" y="288"/>
                    </a:lnTo>
                    <a:lnTo>
                      <a:pt x="26" y="288"/>
                    </a:lnTo>
                    <a:lnTo>
                      <a:pt x="26" y="288"/>
                    </a:lnTo>
                    <a:close/>
                    <a:moveTo>
                      <a:pt x="74" y="198"/>
                    </a:moveTo>
                    <a:lnTo>
                      <a:pt x="70" y="198"/>
                    </a:lnTo>
                    <a:lnTo>
                      <a:pt x="70" y="196"/>
                    </a:lnTo>
                    <a:lnTo>
                      <a:pt x="74" y="192"/>
                    </a:lnTo>
                    <a:lnTo>
                      <a:pt x="74" y="196"/>
                    </a:lnTo>
                    <a:lnTo>
                      <a:pt x="74" y="198"/>
                    </a:lnTo>
                    <a:lnTo>
                      <a:pt x="74" y="198"/>
                    </a:lnTo>
                    <a:lnTo>
                      <a:pt x="74" y="1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6" name="Freeform 160"/>
              <p:cNvSpPr>
                <a:spLocks/>
              </p:cNvSpPr>
              <p:nvPr/>
            </p:nvSpPr>
            <p:spPr bwMode="gray">
              <a:xfrm>
                <a:off x="5085193" y="5027551"/>
                <a:ext cx="337418" cy="372201"/>
              </a:xfrm>
              <a:custGeom>
                <a:avLst/>
                <a:gdLst>
                  <a:gd name="T0" fmla="*/ 120 w 194"/>
                  <a:gd name="T1" fmla="*/ 124 h 214"/>
                  <a:gd name="T2" fmla="*/ 120 w 194"/>
                  <a:gd name="T3" fmla="*/ 140 h 214"/>
                  <a:gd name="T4" fmla="*/ 120 w 194"/>
                  <a:gd name="T5" fmla="*/ 154 h 214"/>
                  <a:gd name="T6" fmla="*/ 120 w 194"/>
                  <a:gd name="T7" fmla="*/ 184 h 214"/>
                  <a:gd name="T8" fmla="*/ 120 w 194"/>
                  <a:gd name="T9" fmla="*/ 202 h 214"/>
                  <a:gd name="T10" fmla="*/ 108 w 194"/>
                  <a:gd name="T11" fmla="*/ 210 h 214"/>
                  <a:gd name="T12" fmla="*/ 96 w 194"/>
                  <a:gd name="T13" fmla="*/ 214 h 214"/>
                  <a:gd name="T14" fmla="*/ 86 w 194"/>
                  <a:gd name="T15" fmla="*/ 210 h 214"/>
                  <a:gd name="T16" fmla="*/ 82 w 194"/>
                  <a:gd name="T17" fmla="*/ 198 h 214"/>
                  <a:gd name="T18" fmla="*/ 74 w 194"/>
                  <a:gd name="T19" fmla="*/ 198 h 214"/>
                  <a:gd name="T20" fmla="*/ 66 w 194"/>
                  <a:gd name="T21" fmla="*/ 206 h 214"/>
                  <a:gd name="T22" fmla="*/ 60 w 194"/>
                  <a:gd name="T23" fmla="*/ 194 h 214"/>
                  <a:gd name="T24" fmla="*/ 56 w 194"/>
                  <a:gd name="T25" fmla="*/ 190 h 214"/>
                  <a:gd name="T26" fmla="*/ 52 w 194"/>
                  <a:gd name="T27" fmla="*/ 176 h 214"/>
                  <a:gd name="T28" fmla="*/ 48 w 194"/>
                  <a:gd name="T29" fmla="*/ 166 h 214"/>
                  <a:gd name="T30" fmla="*/ 44 w 194"/>
                  <a:gd name="T31" fmla="*/ 154 h 214"/>
                  <a:gd name="T32" fmla="*/ 44 w 194"/>
                  <a:gd name="T33" fmla="*/ 140 h 214"/>
                  <a:gd name="T34" fmla="*/ 40 w 194"/>
                  <a:gd name="T35" fmla="*/ 128 h 214"/>
                  <a:gd name="T36" fmla="*/ 40 w 194"/>
                  <a:gd name="T37" fmla="*/ 114 h 214"/>
                  <a:gd name="T38" fmla="*/ 40 w 194"/>
                  <a:gd name="T39" fmla="*/ 98 h 214"/>
                  <a:gd name="T40" fmla="*/ 34 w 194"/>
                  <a:gd name="T41" fmla="*/ 86 h 214"/>
                  <a:gd name="T42" fmla="*/ 30 w 194"/>
                  <a:gd name="T43" fmla="*/ 76 h 214"/>
                  <a:gd name="T44" fmla="*/ 22 w 194"/>
                  <a:gd name="T45" fmla="*/ 64 h 214"/>
                  <a:gd name="T46" fmla="*/ 18 w 194"/>
                  <a:gd name="T47" fmla="*/ 54 h 214"/>
                  <a:gd name="T48" fmla="*/ 14 w 194"/>
                  <a:gd name="T49" fmla="*/ 42 h 214"/>
                  <a:gd name="T50" fmla="*/ 8 w 194"/>
                  <a:gd name="T51" fmla="*/ 30 h 214"/>
                  <a:gd name="T52" fmla="*/ 4 w 194"/>
                  <a:gd name="T53" fmla="*/ 20 h 214"/>
                  <a:gd name="T54" fmla="*/ 4 w 194"/>
                  <a:gd name="T55" fmla="*/ 8 h 214"/>
                  <a:gd name="T56" fmla="*/ 14 w 194"/>
                  <a:gd name="T57" fmla="*/ 4 h 214"/>
                  <a:gd name="T58" fmla="*/ 30 w 194"/>
                  <a:gd name="T59" fmla="*/ 4 h 214"/>
                  <a:gd name="T60" fmla="*/ 40 w 194"/>
                  <a:gd name="T61" fmla="*/ 8 h 214"/>
                  <a:gd name="T62" fmla="*/ 64 w 194"/>
                  <a:gd name="T63" fmla="*/ 8 h 214"/>
                  <a:gd name="T64" fmla="*/ 90 w 194"/>
                  <a:gd name="T65" fmla="*/ 8 h 214"/>
                  <a:gd name="T66" fmla="*/ 100 w 194"/>
                  <a:gd name="T67" fmla="*/ 16 h 214"/>
                  <a:gd name="T68" fmla="*/ 116 w 194"/>
                  <a:gd name="T69" fmla="*/ 16 h 214"/>
                  <a:gd name="T70" fmla="*/ 126 w 194"/>
                  <a:gd name="T71" fmla="*/ 20 h 214"/>
                  <a:gd name="T72" fmla="*/ 138 w 194"/>
                  <a:gd name="T73" fmla="*/ 20 h 214"/>
                  <a:gd name="T74" fmla="*/ 160 w 194"/>
                  <a:gd name="T75" fmla="*/ 12 h 214"/>
                  <a:gd name="T76" fmla="*/ 176 w 194"/>
                  <a:gd name="T77" fmla="*/ 8 h 214"/>
                  <a:gd name="T78" fmla="*/ 190 w 194"/>
                  <a:gd name="T79" fmla="*/ 8 h 214"/>
                  <a:gd name="T80" fmla="*/ 186 w 194"/>
                  <a:gd name="T81" fmla="*/ 16 h 214"/>
                  <a:gd name="T82" fmla="*/ 178 w 194"/>
                  <a:gd name="T83" fmla="*/ 20 h 214"/>
                  <a:gd name="T84" fmla="*/ 172 w 194"/>
                  <a:gd name="T85" fmla="*/ 28 h 214"/>
                  <a:gd name="T86" fmla="*/ 164 w 194"/>
                  <a:gd name="T87" fmla="*/ 20 h 214"/>
                  <a:gd name="T88" fmla="*/ 146 w 194"/>
                  <a:gd name="T89" fmla="*/ 24 h 214"/>
                  <a:gd name="T90" fmla="*/ 134 w 194"/>
                  <a:gd name="T91" fmla="*/ 30 h 214"/>
                  <a:gd name="T92" fmla="*/ 134 w 194"/>
                  <a:gd name="T93" fmla="*/ 68 h 214"/>
                  <a:gd name="T94" fmla="*/ 134 w 194"/>
                  <a:gd name="T95" fmla="*/ 86 h 214"/>
                  <a:gd name="T96" fmla="*/ 122 w 194"/>
                  <a:gd name="T97" fmla="*/ 90 h 214"/>
                  <a:gd name="T98" fmla="*/ 120 w 194"/>
                  <a:gd name="T99" fmla="*/ 102 h 214"/>
                  <a:gd name="T100" fmla="*/ 120 w 194"/>
                  <a:gd name="T101" fmla="*/ 114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94" h="214">
                    <a:moveTo>
                      <a:pt x="120" y="114"/>
                    </a:moveTo>
                    <a:lnTo>
                      <a:pt x="120" y="116"/>
                    </a:lnTo>
                    <a:lnTo>
                      <a:pt x="120" y="120"/>
                    </a:lnTo>
                    <a:lnTo>
                      <a:pt x="120" y="124"/>
                    </a:lnTo>
                    <a:lnTo>
                      <a:pt x="120" y="128"/>
                    </a:lnTo>
                    <a:lnTo>
                      <a:pt x="120" y="132"/>
                    </a:lnTo>
                    <a:lnTo>
                      <a:pt x="120" y="136"/>
                    </a:lnTo>
                    <a:lnTo>
                      <a:pt x="120" y="140"/>
                    </a:lnTo>
                    <a:lnTo>
                      <a:pt x="120" y="144"/>
                    </a:lnTo>
                    <a:lnTo>
                      <a:pt x="120" y="146"/>
                    </a:lnTo>
                    <a:lnTo>
                      <a:pt x="120" y="150"/>
                    </a:lnTo>
                    <a:lnTo>
                      <a:pt x="120" y="154"/>
                    </a:lnTo>
                    <a:lnTo>
                      <a:pt x="120" y="158"/>
                    </a:lnTo>
                    <a:lnTo>
                      <a:pt x="120" y="168"/>
                    </a:lnTo>
                    <a:lnTo>
                      <a:pt x="120" y="180"/>
                    </a:lnTo>
                    <a:lnTo>
                      <a:pt x="120" y="184"/>
                    </a:lnTo>
                    <a:lnTo>
                      <a:pt x="120" y="186"/>
                    </a:lnTo>
                    <a:lnTo>
                      <a:pt x="120" y="194"/>
                    </a:lnTo>
                    <a:lnTo>
                      <a:pt x="120" y="198"/>
                    </a:lnTo>
                    <a:lnTo>
                      <a:pt x="120" y="202"/>
                    </a:lnTo>
                    <a:lnTo>
                      <a:pt x="116" y="206"/>
                    </a:lnTo>
                    <a:lnTo>
                      <a:pt x="112" y="206"/>
                    </a:lnTo>
                    <a:lnTo>
                      <a:pt x="112" y="210"/>
                    </a:lnTo>
                    <a:lnTo>
                      <a:pt x="108" y="210"/>
                    </a:lnTo>
                    <a:lnTo>
                      <a:pt x="108" y="214"/>
                    </a:lnTo>
                    <a:lnTo>
                      <a:pt x="104" y="214"/>
                    </a:lnTo>
                    <a:lnTo>
                      <a:pt x="100" y="210"/>
                    </a:lnTo>
                    <a:lnTo>
                      <a:pt x="96" y="214"/>
                    </a:lnTo>
                    <a:lnTo>
                      <a:pt x="94" y="214"/>
                    </a:lnTo>
                    <a:lnTo>
                      <a:pt x="90" y="214"/>
                    </a:lnTo>
                    <a:lnTo>
                      <a:pt x="90" y="210"/>
                    </a:lnTo>
                    <a:lnTo>
                      <a:pt x="86" y="210"/>
                    </a:lnTo>
                    <a:lnTo>
                      <a:pt x="82" y="210"/>
                    </a:lnTo>
                    <a:lnTo>
                      <a:pt x="82" y="206"/>
                    </a:lnTo>
                    <a:lnTo>
                      <a:pt x="82" y="202"/>
                    </a:lnTo>
                    <a:lnTo>
                      <a:pt x="82" y="198"/>
                    </a:lnTo>
                    <a:lnTo>
                      <a:pt x="82" y="202"/>
                    </a:lnTo>
                    <a:lnTo>
                      <a:pt x="78" y="202"/>
                    </a:lnTo>
                    <a:lnTo>
                      <a:pt x="78" y="198"/>
                    </a:lnTo>
                    <a:lnTo>
                      <a:pt x="74" y="198"/>
                    </a:lnTo>
                    <a:lnTo>
                      <a:pt x="74" y="202"/>
                    </a:lnTo>
                    <a:lnTo>
                      <a:pt x="74" y="206"/>
                    </a:lnTo>
                    <a:lnTo>
                      <a:pt x="70" y="206"/>
                    </a:lnTo>
                    <a:lnTo>
                      <a:pt x="66" y="206"/>
                    </a:lnTo>
                    <a:lnTo>
                      <a:pt x="64" y="202"/>
                    </a:lnTo>
                    <a:lnTo>
                      <a:pt x="64" y="198"/>
                    </a:lnTo>
                    <a:lnTo>
                      <a:pt x="60" y="198"/>
                    </a:lnTo>
                    <a:lnTo>
                      <a:pt x="60" y="194"/>
                    </a:lnTo>
                    <a:lnTo>
                      <a:pt x="56" y="194"/>
                    </a:lnTo>
                    <a:lnTo>
                      <a:pt x="60" y="194"/>
                    </a:lnTo>
                    <a:lnTo>
                      <a:pt x="56" y="194"/>
                    </a:lnTo>
                    <a:lnTo>
                      <a:pt x="56" y="190"/>
                    </a:lnTo>
                    <a:lnTo>
                      <a:pt x="52" y="186"/>
                    </a:lnTo>
                    <a:lnTo>
                      <a:pt x="52" y="184"/>
                    </a:lnTo>
                    <a:lnTo>
                      <a:pt x="52" y="180"/>
                    </a:lnTo>
                    <a:lnTo>
                      <a:pt x="52" y="176"/>
                    </a:lnTo>
                    <a:lnTo>
                      <a:pt x="48" y="172"/>
                    </a:lnTo>
                    <a:lnTo>
                      <a:pt x="52" y="172"/>
                    </a:lnTo>
                    <a:lnTo>
                      <a:pt x="48" y="168"/>
                    </a:lnTo>
                    <a:lnTo>
                      <a:pt x="48" y="166"/>
                    </a:lnTo>
                    <a:lnTo>
                      <a:pt x="48" y="162"/>
                    </a:lnTo>
                    <a:lnTo>
                      <a:pt x="48" y="158"/>
                    </a:lnTo>
                    <a:lnTo>
                      <a:pt x="44" y="158"/>
                    </a:lnTo>
                    <a:lnTo>
                      <a:pt x="44" y="154"/>
                    </a:lnTo>
                    <a:lnTo>
                      <a:pt x="44" y="150"/>
                    </a:lnTo>
                    <a:lnTo>
                      <a:pt x="44" y="146"/>
                    </a:lnTo>
                    <a:lnTo>
                      <a:pt x="44" y="144"/>
                    </a:lnTo>
                    <a:lnTo>
                      <a:pt x="44" y="140"/>
                    </a:lnTo>
                    <a:lnTo>
                      <a:pt x="44" y="136"/>
                    </a:lnTo>
                    <a:lnTo>
                      <a:pt x="40" y="136"/>
                    </a:lnTo>
                    <a:lnTo>
                      <a:pt x="40" y="132"/>
                    </a:lnTo>
                    <a:lnTo>
                      <a:pt x="40" y="128"/>
                    </a:lnTo>
                    <a:lnTo>
                      <a:pt x="40" y="124"/>
                    </a:lnTo>
                    <a:lnTo>
                      <a:pt x="40" y="120"/>
                    </a:lnTo>
                    <a:lnTo>
                      <a:pt x="40" y="116"/>
                    </a:lnTo>
                    <a:lnTo>
                      <a:pt x="40" y="114"/>
                    </a:lnTo>
                    <a:lnTo>
                      <a:pt x="40" y="110"/>
                    </a:lnTo>
                    <a:lnTo>
                      <a:pt x="40" y="106"/>
                    </a:lnTo>
                    <a:lnTo>
                      <a:pt x="40" y="102"/>
                    </a:lnTo>
                    <a:lnTo>
                      <a:pt x="40" y="98"/>
                    </a:lnTo>
                    <a:lnTo>
                      <a:pt x="40" y="94"/>
                    </a:lnTo>
                    <a:lnTo>
                      <a:pt x="38" y="90"/>
                    </a:lnTo>
                    <a:lnTo>
                      <a:pt x="38" y="86"/>
                    </a:lnTo>
                    <a:lnTo>
                      <a:pt x="34" y="86"/>
                    </a:lnTo>
                    <a:lnTo>
                      <a:pt x="34" y="84"/>
                    </a:lnTo>
                    <a:lnTo>
                      <a:pt x="34" y="80"/>
                    </a:lnTo>
                    <a:lnTo>
                      <a:pt x="30" y="80"/>
                    </a:lnTo>
                    <a:lnTo>
                      <a:pt x="30" y="76"/>
                    </a:lnTo>
                    <a:lnTo>
                      <a:pt x="30" y="72"/>
                    </a:lnTo>
                    <a:lnTo>
                      <a:pt x="26" y="68"/>
                    </a:lnTo>
                    <a:lnTo>
                      <a:pt x="26" y="64"/>
                    </a:lnTo>
                    <a:lnTo>
                      <a:pt x="22" y="64"/>
                    </a:lnTo>
                    <a:lnTo>
                      <a:pt x="22" y="60"/>
                    </a:lnTo>
                    <a:lnTo>
                      <a:pt x="22" y="58"/>
                    </a:lnTo>
                    <a:lnTo>
                      <a:pt x="22" y="54"/>
                    </a:lnTo>
                    <a:lnTo>
                      <a:pt x="18" y="54"/>
                    </a:lnTo>
                    <a:lnTo>
                      <a:pt x="18" y="50"/>
                    </a:lnTo>
                    <a:lnTo>
                      <a:pt x="18" y="46"/>
                    </a:lnTo>
                    <a:lnTo>
                      <a:pt x="14" y="46"/>
                    </a:lnTo>
                    <a:lnTo>
                      <a:pt x="14" y="42"/>
                    </a:lnTo>
                    <a:lnTo>
                      <a:pt x="14" y="38"/>
                    </a:lnTo>
                    <a:lnTo>
                      <a:pt x="12" y="34"/>
                    </a:lnTo>
                    <a:lnTo>
                      <a:pt x="12" y="30"/>
                    </a:lnTo>
                    <a:lnTo>
                      <a:pt x="8" y="30"/>
                    </a:lnTo>
                    <a:lnTo>
                      <a:pt x="8" y="28"/>
                    </a:lnTo>
                    <a:lnTo>
                      <a:pt x="8" y="24"/>
                    </a:lnTo>
                    <a:lnTo>
                      <a:pt x="4" y="24"/>
                    </a:lnTo>
                    <a:lnTo>
                      <a:pt x="4" y="20"/>
                    </a:lnTo>
                    <a:lnTo>
                      <a:pt x="4" y="16"/>
                    </a:lnTo>
                    <a:lnTo>
                      <a:pt x="0" y="12"/>
                    </a:lnTo>
                    <a:lnTo>
                      <a:pt x="0" y="8"/>
                    </a:lnTo>
                    <a:lnTo>
                      <a:pt x="4" y="8"/>
                    </a:lnTo>
                    <a:lnTo>
                      <a:pt x="4" y="4"/>
                    </a:lnTo>
                    <a:lnTo>
                      <a:pt x="8" y="4"/>
                    </a:lnTo>
                    <a:lnTo>
                      <a:pt x="12" y="4"/>
                    </a:lnTo>
                    <a:lnTo>
                      <a:pt x="14" y="4"/>
                    </a:lnTo>
                    <a:lnTo>
                      <a:pt x="18" y="0"/>
                    </a:lnTo>
                    <a:lnTo>
                      <a:pt x="22" y="0"/>
                    </a:lnTo>
                    <a:lnTo>
                      <a:pt x="26" y="0"/>
                    </a:lnTo>
                    <a:lnTo>
                      <a:pt x="30" y="4"/>
                    </a:lnTo>
                    <a:lnTo>
                      <a:pt x="34" y="4"/>
                    </a:lnTo>
                    <a:lnTo>
                      <a:pt x="34" y="8"/>
                    </a:lnTo>
                    <a:lnTo>
                      <a:pt x="38" y="8"/>
                    </a:lnTo>
                    <a:lnTo>
                      <a:pt x="40" y="8"/>
                    </a:lnTo>
                    <a:lnTo>
                      <a:pt x="44" y="8"/>
                    </a:lnTo>
                    <a:lnTo>
                      <a:pt x="48" y="8"/>
                    </a:lnTo>
                    <a:lnTo>
                      <a:pt x="56" y="8"/>
                    </a:lnTo>
                    <a:lnTo>
                      <a:pt x="64" y="8"/>
                    </a:lnTo>
                    <a:lnTo>
                      <a:pt x="70" y="8"/>
                    </a:lnTo>
                    <a:lnTo>
                      <a:pt x="82" y="8"/>
                    </a:lnTo>
                    <a:lnTo>
                      <a:pt x="86" y="8"/>
                    </a:lnTo>
                    <a:lnTo>
                      <a:pt x="90" y="8"/>
                    </a:lnTo>
                    <a:lnTo>
                      <a:pt x="94" y="8"/>
                    </a:lnTo>
                    <a:lnTo>
                      <a:pt x="96" y="8"/>
                    </a:lnTo>
                    <a:lnTo>
                      <a:pt x="100" y="12"/>
                    </a:lnTo>
                    <a:lnTo>
                      <a:pt x="100" y="16"/>
                    </a:lnTo>
                    <a:lnTo>
                      <a:pt x="104" y="16"/>
                    </a:lnTo>
                    <a:lnTo>
                      <a:pt x="108" y="16"/>
                    </a:lnTo>
                    <a:lnTo>
                      <a:pt x="112" y="16"/>
                    </a:lnTo>
                    <a:lnTo>
                      <a:pt x="116" y="16"/>
                    </a:lnTo>
                    <a:lnTo>
                      <a:pt x="120" y="16"/>
                    </a:lnTo>
                    <a:lnTo>
                      <a:pt x="122" y="16"/>
                    </a:lnTo>
                    <a:lnTo>
                      <a:pt x="126" y="16"/>
                    </a:lnTo>
                    <a:lnTo>
                      <a:pt x="126" y="20"/>
                    </a:lnTo>
                    <a:lnTo>
                      <a:pt x="130" y="20"/>
                    </a:lnTo>
                    <a:lnTo>
                      <a:pt x="134" y="16"/>
                    </a:lnTo>
                    <a:lnTo>
                      <a:pt x="138" y="16"/>
                    </a:lnTo>
                    <a:lnTo>
                      <a:pt x="138" y="20"/>
                    </a:lnTo>
                    <a:lnTo>
                      <a:pt x="146" y="16"/>
                    </a:lnTo>
                    <a:lnTo>
                      <a:pt x="152" y="16"/>
                    </a:lnTo>
                    <a:lnTo>
                      <a:pt x="156" y="16"/>
                    </a:lnTo>
                    <a:lnTo>
                      <a:pt x="160" y="12"/>
                    </a:lnTo>
                    <a:lnTo>
                      <a:pt x="164" y="12"/>
                    </a:lnTo>
                    <a:lnTo>
                      <a:pt x="168" y="12"/>
                    </a:lnTo>
                    <a:lnTo>
                      <a:pt x="172" y="12"/>
                    </a:lnTo>
                    <a:lnTo>
                      <a:pt x="176" y="8"/>
                    </a:lnTo>
                    <a:lnTo>
                      <a:pt x="178" y="8"/>
                    </a:lnTo>
                    <a:lnTo>
                      <a:pt x="182" y="8"/>
                    </a:lnTo>
                    <a:lnTo>
                      <a:pt x="186" y="8"/>
                    </a:lnTo>
                    <a:lnTo>
                      <a:pt x="190" y="8"/>
                    </a:lnTo>
                    <a:lnTo>
                      <a:pt x="190" y="12"/>
                    </a:lnTo>
                    <a:lnTo>
                      <a:pt x="194" y="16"/>
                    </a:lnTo>
                    <a:lnTo>
                      <a:pt x="190" y="16"/>
                    </a:lnTo>
                    <a:lnTo>
                      <a:pt x="186" y="16"/>
                    </a:lnTo>
                    <a:lnTo>
                      <a:pt x="182" y="20"/>
                    </a:lnTo>
                    <a:lnTo>
                      <a:pt x="182" y="16"/>
                    </a:lnTo>
                    <a:lnTo>
                      <a:pt x="178" y="16"/>
                    </a:lnTo>
                    <a:lnTo>
                      <a:pt x="178" y="20"/>
                    </a:lnTo>
                    <a:lnTo>
                      <a:pt x="176" y="20"/>
                    </a:lnTo>
                    <a:lnTo>
                      <a:pt x="176" y="24"/>
                    </a:lnTo>
                    <a:lnTo>
                      <a:pt x="172" y="24"/>
                    </a:lnTo>
                    <a:lnTo>
                      <a:pt x="172" y="28"/>
                    </a:lnTo>
                    <a:lnTo>
                      <a:pt x="168" y="28"/>
                    </a:lnTo>
                    <a:lnTo>
                      <a:pt x="168" y="24"/>
                    </a:lnTo>
                    <a:lnTo>
                      <a:pt x="168" y="20"/>
                    </a:lnTo>
                    <a:lnTo>
                      <a:pt x="164" y="20"/>
                    </a:lnTo>
                    <a:lnTo>
                      <a:pt x="156" y="20"/>
                    </a:lnTo>
                    <a:lnTo>
                      <a:pt x="152" y="20"/>
                    </a:lnTo>
                    <a:lnTo>
                      <a:pt x="150" y="20"/>
                    </a:lnTo>
                    <a:lnTo>
                      <a:pt x="146" y="24"/>
                    </a:lnTo>
                    <a:lnTo>
                      <a:pt x="138" y="24"/>
                    </a:lnTo>
                    <a:lnTo>
                      <a:pt x="134" y="24"/>
                    </a:lnTo>
                    <a:lnTo>
                      <a:pt x="134" y="28"/>
                    </a:lnTo>
                    <a:lnTo>
                      <a:pt x="134" y="30"/>
                    </a:lnTo>
                    <a:lnTo>
                      <a:pt x="134" y="38"/>
                    </a:lnTo>
                    <a:lnTo>
                      <a:pt x="134" y="54"/>
                    </a:lnTo>
                    <a:lnTo>
                      <a:pt x="134" y="58"/>
                    </a:lnTo>
                    <a:lnTo>
                      <a:pt x="134" y="68"/>
                    </a:lnTo>
                    <a:lnTo>
                      <a:pt x="134" y="72"/>
                    </a:lnTo>
                    <a:lnTo>
                      <a:pt x="134" y="76"/>
                    </a:lnTo>
                    <a:lnTo>
                      <a:pt x="134" y="84"/>
                    </a:lnTo>
                    <a:lnTo>
                      <a:pt x="134" y="86"/>
                    </a:lnTo>
                    <a:lnTo>
                      <a:pt x="134" y="90"/>
                    </a:lnTo>
                    <a:lnTo>
                      <a:pt x="130" y="90"/>
                    </a:lnTo>
                    <a:lnTo>
                      <a:pt x="126" y="90"/>
                    </a:lnTo>
                    <a:lnTo>
                      <a:pt x="122" y="90"/>
                    </a:lnTo>
                    <a:lnTo>
                      <a:pt x="120" y="90"/>
                    </a:lnTo>
                    <a:lnTo>
                      <a:pt x="120" y="94"/>
                    </a:lnTo>
                    <a:lnTo>
                      <a:pt x="120" y="98"/>
                    </a:lnTo>
                    <a:lnTo>
                      <a:pt x="120" y="102"/>
                    </a:lnTo>
                    <a:lnTo>
                      <a:pt x="120" y="106"/>
                    </a:lnTo>
                    <a:lnTo>
                      <a:pt x="120" y="110"/>
                    </a:lnTo>
                    <a:lnTo>
                      <a:pt x="120" y="114"/>
                    </a:lnTo>
                    <a:lnTo>
                      <a:pt x="120" y="114"/>
                    </a:lnTo>
                    <a:lnTo>
                      <a:pt x="120" y="1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7" name="Freeform 161"/>
              <p:cNvSpPr>
                <a:spLocks/>
              </p:cNvSpPr>
              <p:nvPr/>
            </p:nvSpPr>
            <p:spPr bwMode="gray">
              <a:xfrm>
                <a:off x="4806911" y="3810071"/>
                <a:ext cx="389596" cy="361765"/>
              </a:xfrm>
              <a:custGeom>
                <a:avLst/>
                <a:gdLst>
                  <a:gd name="T0" fmla="*/ 84 w 224"/>
                  <a:gd name="T1" fmla="*/ 174 h 208"/>
                  <a:gd name="T2" fmla="*/ 80 w 224"/>
                  <a:gd name="T3" fmla="*/ 172 h 208"/>
                  <a:gd name="T4" fmla="*/ 70 w 224"/>
                  <a:gd name="T5" fmla="*/ 172 h 208"/>
                  <a:gd name="T6" fmla="*/ 60 w 224"/>
                  <a:gd name="T7" fmla="*/ 172 h 208"/>
                  <a:gd name="T8" fmla="*/ 52 w 224"/>
                  <a:gd name="T9" fmla="*/ 186 h 208"/>
                  <a:gd name="T10" fmla="*/ 48 w 224"/>
                  <a:gd name="T11" fmla="*/ 202 h 208"/>
                  <a:gd name="T12" fmla="*/ 48 w 224"/>
                  <a:gd name="T13" fmla="*/ 208 h 208"/>
                  <a:gd name="T14" fmla="*/ 44 w 224"/>
                  <a:gd name="T15" fmla="*/ 204 h 208"/>
                  <a:gd name="T16" fmla="*/ 36 w 224"/>
                  <a:gd name="T17" fmla="*/ 198 h 208"/>
                  <a:gd name="T18" fmla="*/ 30 w 224"/>
                  <a:gd name="T19" fmla="*/ 198 h 208"/>
                  <a:gd name="T20" fmla="*/ 30 w 224"/>
                  <a:gd name="T21" fmla="*/ 202 h 208"/>
                  <a:gd name="T22" fmla="*/ 26 w 224"/>
                  <a:gd name="T23" fmla="*/ 190 h 208"/>
                  <a:gd name="T24" fmla="*/ 14 w 224"/>
                  <a:gd name="T25" fmla="*/ 186 h 208"/>
                  <a:gd name="T26" fmla="*/ 10 w 224"/>
                  <a:gd name="T27" fmla="*/ 178 h 208"/>
                  <a:gd name="T28" fmla="*/ 14 w 224"/>
                  <a:gd name="T29" fmla="*/ 178 h 208"/>
                  <a:gd name="T30" fmla="*/ 8 w 224"/>
                  <a:gd name="T31" fmla="*/ 174 h 208"/>
                  <a:gd name="T32" fmla="*/ 4 w 224"/>
                  <a:gd name="T33" fmla="*/ 164 h 208"/>
                  <a:gd name="T34" fmla="*/ 0 w 224"/>
                  <a:gd name="T35" fmla="*/ 156 h 208"/>
                  <a:gd name="T36" fmla="*/ 0 w 224"/>
                  <a:gd name="T37" fmla="*/ 148 h 208"/>
                  <a:gd name="T38" fmla="*/ 4 w 224"/>
                  <a:gd name="T39" fmla="*/ 152 h 208"/>
                  <a:gd name="T40" fmla="*/ 10 w 224"/>
                  <a:gd name="T41" fmla="*/ 148 h 208"/>
                  <a:gd name="T42" fmla="*/ 36 w 224"/>
                  <a:gd name="T43" fmla="*/ 144 h 208"/>
                  <a:gd name="T44" fmla="*/ 48 w 224"/>
                  <a:gd name="T45" fmla="*/ 142 h 208"/>
                  <a:gd name="T46" fmla="*/ 52 w 224"/>
                  <a:gd name="T47" fmla="*/ 138 h 208"/>
                  <a:gd name="T48" fmla="*/ 56 w 224"/>
                  <a:gd name="T49" fmla="*/ 126 h 208"/>
                  <a:gd name="T50" fmla="*/ 56 w 224"/>
                  <a:gd name="T51" fmla="*/ 112 h 208"/>
                  <a:gd name="T52" fmla="*/ 56 w 224"/>
                  <a:gd name="T53" fmla="*/ 78 h 208"/>
                  <a:gd name="T54" fmla="*/ 74 w 224"/>
                  <a:gd name="T55" fmla="*/ 74 h 208"/>
                  <a:gd name="T56" fmla="*/ 88 w 224"/>
                  <a:gd name="T57" fmla="*/ 60 h 208"/>
                  <a:gd name="T58" fmla="*/ 118 w 224"/>
                  <a:gd name="T59" fmla="*/ 38 h 208"/>
                  <a:gd name="T60" fmla="*/ 144 w 224"/>
                  <a:gd name="T61" fmla="*/ 16 h 208"/>
                  <a:gd name="T62" fmla="*/ 168 w 224"/>
                  <a:gd name="T63" fmla="*/ 0 h 208"/>
                  <a:gd name="T64" fmla="*/ 182 w 224"/>
                  <a:gd name="T65" fmla="*/ 4 h 208"/>
                  <a:gd name="T66" fmla="*/ 190 w 224"/>
                  <a:gd name="T67" fmla="*/ 8 h 208"/>
                  <a:gd name="T68" fmla="*/ 204 w 224"/>
                  <a:gd name="T69" fmla="*/ 12 h 208"/>
                  <a:gd name="T70" fmla="*/ 212 w 224"/>
                  <a:gd name="T71" fmla="*/ 26 h 208"/>
                  <a:gd name="T72" fmla="*/ 216 w 224"/>
                  <a:gd name="T73" fmla="*/ 44 h 208"/>
                  <a:gd name="T74" fmla="*/ 216 w 224"/>
                  <a:gd name="T75" fmla="*/ 48 h 208"/>
                  <a:gd name="T76" fmla="*/ 220 w 224"/>
                  <a:gd name="T77" fmla="*/ 60 h 208"/>
                  <a:gd name="T78" fmla="*/ 216 w 224"/>
                  <a:gd name="T79" fmla="*/ 86 h 208"/>
                  <a:gd name="T80" fmla="*/ 216 w 224"/>
                  <a:gd name="T81" fmla="*/ 118 h 208"/>
                  <a:gd name="T82" fmla="*/ 200 w 224"/>
                  <a:gd name="T83" fmla="*/ 138 h 208"/>
                  <a:gd name="T84" fmla="*/ 190 w 224"/>
                  <a:gd name="T85" fmla="*/ 152 h 208"/>
                  <a:gd name="T86" fmla="*/ 190 w 224"/>
                  <a:gd name="T87" fmla="*/ 160 h 208"/>
                  <a:gd name="T88" fmla="*/ 186 w 224"/>
                  <a:gd name="T89" fmla="*/ 160 h 208"/>
                  <a:gd name="T90" fmla="*/ 182 w 224"/>
                  <a:gd name="T91" fmla="*/ 174 h 208"/>
                  <a:gd name="T92" fmla="*/ 174 w 224"/>
                  <a:gd name="T93" fmla="*/ 178 h 208"/>
                  <a:gd name="T94" fmla="*/ 174 w 224"/>
                  <a:gd name="T95" fmla="*/ 182 h 208"/>
                  <a:gd name="T96" fmla="*/ 164 w 224"/>
                  <a:gd name="T97" fmla="*/ 182 h 208"/>
                  <a:gd name="T98" fmla="*/ 156 w 224"/>
                  <a:gd name="T99" fmla="*/ 178 h 208"/>
                  <a:gd name="T100" fmla="*/ 152 w 224"/>
                  <a:gd name="T101" fmla="*/ 178 h 208"/>
                  <a:gd name="T102" fmla="*/ 148 w 224"/>
                  <a:gd name="T103" fmla="*/ 178 h 208"/>
                  <a:gd name="T104" fmla="*/ 144 w 224"/>
                  <a:gd name="T105" fmla="*/ 178 h 208"/>
                  <a:gd name="T106" fmla="*/ 138 w 224"/>
                  <a:gd name="T107" fmla="*/ 182 h 208"/>
                  <a:gd name="T108" fmla="*/ 134 w 224"/>
                  <a:gd name="T109" fmla="*/ 190 h 208"/>
                  <a:gd name="T110" fmla="*/ 122 w 224"/>
                  <a:gd name="T111" fmla="*/ 186 h 208"/>
                  <a:gd name="T112" fmla="*/ 114 w 224"/>
                  <a:gd name="T113" fmla="*/ 182 h 208"/>
                  <a:gd name="T114" fmla="*/ 110 w 224"/>
                  <a:gd name="T115" fmla="*/ 182 h 208"/>
                  <a:gd name="T116" fmla="*/ 100 w 224"/>
                  <a:gd name="T117" fmla="*/ 18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24" h="208">
                    <a:moveTo>
                      <a:pt x="96" y="186"/>
                    </a:moveTo>
                    <a:lnTo>
                      <a:pt x="92" y="186"/>
                    </a:lnTo>
                    <a:lnTo>
                      <a:pt x="92" y="182"/>
                    </a:lnTo>
                    <a:lnTo>
                      <a:pt x="92" y="182"/>
                    </a:lnTo>
                    <a:lnTo>
                      <a:pt x="88" y="178"/>
                    </a:lnTo>
                    <a:lnTo>
                      <a:pt x="88" y="178"/>
                    </a:lnTo>
                    <a:lnTo>
                      <a:pt x="84" y="174"/>
                    </a:lnTo>
                    <a:lnTo>
                      <a:pt x="84" y="174"/>
                    </a:lnTo>
                    <a:lnTo>
                      <a:pt x="84" y="174"/>
                    </a:lnTo>
                    <a:lnTo>
                      <a:pt x="84" y="174"/>
                    </a:lnTo>
                    <a:lnTo>
                      <a:pt x="84" y="174"/>
                    </a:lnTo>
                    <a:lnTo>
                      <a:pt x="80" y="174"/>
                    </a:lnTo>
                    <a:lnTo>
                      <a:pt x="80" y="172"/>
                    </a:lnTo>
                    <a:lnTo>
                      <a:pt x="80" y="172"/>
                    </a:lnTo>
                    <a:lnTo>
                      <a:pt x="78" y="172"/>
                    </a:lnTo>
                    <a:lnTo>
                      <a:pt x="78" y="172"/>
                    </a:lnTo>
                    <a:lnTo>
                      <a:pt x="74" y="172"/>
                    </a:lnTo>
                    <a:lnTo>
                      <a:pt x="74" y="172"/>
                    </a:lnTo>
                    <a:lnTo>
                      <a:pt x="74" y="172"/>
                    </a:lnTo>
                    <a:lnTo>
                      <a:pt x="70" y="172"/>
                    </a:lnTo>
                    <a:lnTo>
                      <a:pt x="70" y="172"/>
                    </a:lnTo>
                    <a:lnTo>
                      <a:pt x="70" y="172"/>
                    </a:lnTo>
                    <a:lnTo>
                      <a:pt x="70" y="172"/>
                    </a:lnTo>
                    <a:lnTo>
                      <a:pt x="66" y="172"/>
                    </a:lnTo>
                    <a:lnTo>
                      <a:pt x="66" y="172"/>
                    </a:lnTo>
                    <a:lnTo>
                      <a:pt x="66" y="172"/>
                    </a:lnTo>
                    <a:lnTo>
                      <a:pt x="64" y="172"/>
                    </a:lnTo>
                    <a:lnTo>
                      <a:pt x="60" y="172"/>
                    </a:lnTo>
                    <a:lnTo>
                      <a:pt x="56" y="174"/>
                    </a:lnTo>
                    <a:lnTo>
                      <a:pt x="56" y="174"/>
                    </a:lnTo>
                    <a:lnTo>
                      <a:pt x="56" y="178"/>
                    </a:lnTo>
                    <a:lnTo>
                      <a:pt x="56" y="178"/>
                    </a:lnTo>
                    <a:lnTo>
                      <a:pt x="56" y="182"/>
                    </a:lnTo>
                    <a:lnTo>
                      <a:pt x="56" y="186"/>
                    </a:lnTo>
                    <a:lnTo>
                      <a:pt x="52" y="186"/>
                    </a:lnTo>
                    <a:lnTo>
                      <a:pt x="52" y="190"/>
                    </a:lnTo>
                    <a:lnTo>
                      <a:pt x="52" y="190"/>
                    </a:lnTo>
                    <a:lnTo>
                      <a:pt x="48" y="194"/>
                    </a:lnTo>
                    <a:lnTo>
                      <a:pt x="48" y="194"/>
                    </a:lnTo>
                    <a:lnTo>
                      <a:pt x="48" y="198"/>
                    </a:lnTo>
                    <a:lnTo>
                      <a:pt x="48" y="198"/>
                    </a:lnTo>
                    <a:lnTo>
                      <a:pt x="48" y="202"/>
                    </a:lnTo>
                    <a:lnTo>
                      <a:pt x="48" y="202"/>
                    </a:lnTo>
                    <a:lnTo>
                      <a:pt x="48" y="202"/>
                    </a:lnTo>
                    <a:lnTo>
                      <a:pt x="48" y="204"/>
                    </a:lnTo>
                    <a:lnTo>
                      <a:pt x="48" y="204"/>
                    </a:lnTo>
                    <a:lnTo>
                      <a:pt x="48" y="204"/>
                    </a:lnTo>
                    <a:lnTo>
                      <a:pt x="48" y="204"/>
                    </a:lnTo>
                    <a:lnTo>
                      <a:pt x="48" y="208"/>
                    </a:lnTo>
                    <a:lnTo>
                      <a:pt x="48" y="208"/>
                    </a:lnTo>
                    <a:lnTo>
                      <a:pt x="44" y="204"/>
                    </a:lnTo>
                    <a:lnTo>
                      <a:pt x="44" y="204"/>
                    </a:lnTo>
                    <a:lnTo>
                      <a:pt x="44" y="204"/>
                    </a:lnTo>
                    <a:lnTo>
                      <a:pt x="44" y="204"/>
                    </a:lnTo>
                    <a:lnTo>
                      <a:pt x="44" y="204"/>
                    </a:lnTo>
                    <a:lnTo>
                      <a:pt x="44" y="204"/>
                    </a:lnTo>
                    <a:lnTo>
                      <a:pt x="44" y="204"/>
                    </a:lnTo>
                    <a:lnTo>
                      <a:pt x="40" y="204"/>
                    </a:lnTo>
                    <a:lnTo>
                      <a:pt x="40" y="202"/>
                    </a:lnTo>
                    <a:lnTo>
                      <a:pt x="40" y="202"/>
                    </a:lnTo>
                    <a:lnTo>
                      <a:pt x="40" y="202"/>
                    </a:lnTo>
                    <a:lnTo>
                      <a:pt x="36" y="198"/>
                    </a:lnTo>
                    <a:lnTo>
                      <a:pt x="36" y="198"/>
                    </a:lnTo>
                    <a:lnTo>
                      <a:pt x="36" y="194"/>
                    </a:lnTo>
                    <a:lnTo>
                      <a:pt x="36" y="198"/>
                    </a:lnTo>
                    <a:lnTo>
                      <a:pt x="34" y="198"/>
                    </a:lnTo>
                    <a:lnTo>
                      <a:pt x="34" y="198"/>
                    </a:lnTo>
                    <a:lnTo>
                      <a:pt x="34" y="198"/>
                    </a:lnTo>
                    <a:lnTo>
                      <a:pt x="34" y="198"/>
                    </a:lnTo>
                    <a:lnTo>
                      <a:pt x="30" y="198"/>
                    </a:lnTo>
                    <a:lnTo>
                      <a:pt x="30" y="198"/>
                    </a:lnTo>
                    <a:lnTo>
                      <a:pt x="30" y="202"/>
                    </a:lnTo>
                    <a:lnTo>
                      <a:pt x="30" y="202"/>
                    </a:lnTo>
                    <a:lnTo>
                      <a:pt x="30" y="204"/>
                    </a:lnTo>
                    <a:lnTo>
                      <a:pt x="30" y="204"/>
                    </a:lnTo>
                    <a:lnTo>
                      <a:pt x="30" y="204"/>
                    </a:lnTo>
                    <a:lnTo>
                      <a:pt x="30" y="202"/>
                    </a:lnTo>
                    <a:lnTo>
                      <a:pt x="26" y="198"/>
                    </a:lnTo>
                    <a:lnTo>
                      <a:pt x="26" y="198"/>
                    </a:lnTo>
                    <a:lnTo>
                      <a:pt x="26" y="194"/>
                    </a:lnTo>
                    <a:lnTo>
                      <a:pt x="26" y="194"/>
                    </a:lnTo>
                    <a:lnTo>
                      <a:pt x="30" y="194"/>
                    </a:lnTo>
                    <a:lnTo>
                      <a:pt x="26" y="194"/>
                    </a:lnTo>
                    <a:lnTo>
                      <a:pt x="26" y="190"/>
                    </a:lnTo>
                    <a:lnTo>
                      <a:pt x="26" y="190"/>
                    </a:lnTo>
                    <a:lnTo>
                      <a:pt x="26" y="190"/>
                    </a:lnTo>
                    <a:lnTo>
                      <a:pt x="26" y="190"/>
                    </a:lnTo>
                    <a:lnTo>
                      <a:pt x="22" y="190"/>
                    </a:lnTo>
                    <a:lnTo>
                      <a:pt x="22" y="194"/>
                    </a:lnTo>
                    <a:lnTo>
                      <a:pt x="18" y="190"/>
                    </a:lnTo>
                    <a:lnTo>
                      <a:pt x="14" y="186"/>
                    </a:lnTo>
                    <a:lnTo>
                      <a:pt x="10" y="186"/>
                    </a:lnTo>
                    <a:lnTo>
                      <a:pt x="10" y="186"/>
                    </a:lnTo>
                    <a:lnTo>
                      <a:pt x="10" y="182"/>
                    </a:lnTo>
                    <a:lnTo>
                      <a:pt x="10" y="182"/>
                    </a:lnTo>
                    <a:lnTo>
                      <a:pt x="10" y="178"/>
                    </a:lnTo>
                    <a:lnTo>
                      <a:pt x="10" y="178"/>
                    </a:lnTo>
                    <a:lnTo>
                      <a:pt x="10" y="178"/>
                    </a:lnTo>
                    <a:lnTo>
                      <a:pt x="10" y="178"/>
                    </a:lnTo>
                    <a:lnTo>
                      <a:pt x="10" y="178"/>
                    </a:lnTo>
                    <a:lnTo>
                      <a:pt x="10" y="178"/>
                    </a:lnTo>
                    <a:lnTo>
                      <a:pt x="10" y="178"/>
                    </a:lnTo>
                    <a:lnTo>
                      <a:pt x="14" y="178"/>
                    </a:lnTo>
                    <a:lnTo>
                      <a:pt x="14" y="178"/>
                    </a:lnTo>
                    <a:lnTo>
                      <a:pt x="14" y="178"/>
                    </a:lnTo>
                    <a:lnTo>
                      <a:pt x="10" y="178"/>
                    </a:lnTo>
                    <a:lnTo>
                      <a:pt x="10" y="178"/>
                    </a:lnTo>
                    <a:lnTo>
                      <a:pt x="10" y="178"/>
                    </a:lnTo>
                    <a:lnTo>
                      <a:pt x="10" y="174"/>
                    </a:lnTo>
                    <a:lnTo>
                      <a:pt x="10" y="174"/>
                    </a:lnTo>
                    <a:lnTo>
                      <a:pt x="10" y="174"/>
                    </a:lnTo>
                    <a:lnTo>
                      <a:pt x="8" y="174"/>
                    </a:lnTo>
                    <a:lnTo>
                      <a:pt x="4" y="174"/>
                    </a:lnTo>
                    <a:lnTo>
                      <a:pt x="4" y="172"/>
                    </a:lnTo>
                    <a:lnTo>
                      <a:pt x="4" y="172"/>
                    </a:lnTo>
                    <a:lnTo>
                      <a:pt x="4" y="168"/>
                    </a:lnTo>
                    <a:lnTo>
                      <a:pt x="0" y="164"/>
                    </a:lnTo>
                    <a:lnTo>
                      <a:pt x="0" y="164"/>
                    </a:lnTo>
                    <a:lnTo>
                      <a:pt x="4" y="164"/>
                    </a:lnTo>
                    <a:lnTo>
                      <a:pt x="0" y="164"/>
                    </a:lnTo>
                    <a:lnTo>
                      <a:pt x="0" y="160"/>
                    </a:lnTo>
                    <a:lnTo>
                      <a:pt x="0" y="160"/>
                    </a:lnTo>
                    <a:lnTo>
                      <a:pt x="0" y="160"/>
                    </a:lnTo>
                    <a:lnTo>
                      <a:pt x="0" y="160"/>
                    </a:lnTo>
                    <a:lnTo>
                      <a:pt x="0" y="160"/>
                    </a:lnTo>
                    <a:lnTo>
                      <a:pt x="0" y="156"/>
                    </a:lnTo>
                    <a:lnTo>
                      <a:pt x="0" y="156"/>
                    </a:lnTo>
                    <a:lnTo>
                      <a:pt x="0" y="152"/>
                    </a:lnTo>
                    <a:lnTo>
                      <a:pt x="0" y="152"/>
                    </a:lnTo>
                    <a:lnTo>
                      <a:pt x="0" y="152"/>
                    </a:lnTo>
                    <a:lnTo>
                      <a:pt x="0" y="152"/>
                    </a:lnTo>
                    <a:lnTo>
                      <a:pt x="0" y="152"/>
                    </a:lnTo>
                    <a:lnTo>
                      <a:pt x="0" y="148"/>
                    </a:lnTo>
                    <a:lnTo>
                      <a:pt x="0" y="148"/>
                    </a:lnTo>
                    <a:lnTo>
                      <a:pt x="0" y="152"/>
                    </a:lnTo>
                    <a:lnTo>
                      <a:pt x="4" y="152"/>
                    </a:lnTo>
                    <a:lnTo>
                      <a:pt x="4" y="148"/>
                    </a:lnTo>
                    <a:lnTo>
                      <a:pt x="4" y="148"/>
                    </a:lnTo>
                    <a:lnTo>
                      <a:pt x="4" y="152"/>
                    </a:lnTo>
                    <a:lnTo>
                      <a:pt x="4" y="152"/>
                    </a:lnTo>
                    <a:lnTo>
                      <a:pt x="8" y="152"/>
                    </a:lnTo>
                    <a:lnTo>
                      <a:pt x="8" y="152"/>
                    </a:lnTo>
                    <a:lnTo>
                      <a:pt x="8" y="152"/>
                    </a:lnTo>
                    <a:lnTo>
                      <a:pt x="10" y="148"/>
                    </a:lnTo>
                    <a:lnTo>
                      <a:pt x="10" y="148"/>
                    </a:lnTo>
                    <a:lnTo>
                      <a:pt x="10" y="148"/>
                    </a:lnTo>
                    <a:lnTo>
                      <a:pt x="10" y="148"/>
                    </a:lnTo>
                    <a:lnTo>
                      <a:pt x="14" y="144"/>
                    </a:lnTo>
                    <a:lnTo>
                      <a:pt x="22" y="144"/>
                    </a:lnTo>
                    <a:lnTo>
                      <a:pt x="22" y="144"/>
                    </a:lnTo>
                    <a:lnTo>
                      <a:pt x="34" y="144"/>
                    </a:lnTo>
                    <a:lnTo>
                      <a:pt x="34" y="144"/>
                    </a:lnTo>
                    <a:lnTo>
                      <a:pt x="36" y="144"/>
                    </a:lnTo>
                    <a:lnTo>
                      <a:pt x="36" y="144"/>
                    </a:lnTo>
                    <a:lnTo>
                      <a:pt x="36" y="142"/>
                    </a:lnTo>
                    <a:lnTo>
                      <a:pt x="40" y="142"/>
                    </a:lnTo>
                    <a:lnTo>
                      <a:pt x="44" y="144"/>
                    </a:lnTo>
                    <a:lnTo>
                      <a:pt x="44" y="144"/>
                    </a:lnTo>
                    <a:lnTo>
                      <a:pt x="44" y="144"/>
                    </a:lnTo>
                    <a:lnTo>
                      <a:pt x="44" y="142"/>
                    </a:lnTo>
                    <a:lnTo>
                      <a:pt x="48" y="142"/>
                    </a:lnTo>
                    <a:lnTo>
                      <a:pt x="48" y="138"/>
                    </a:lnTo>
                    <a:lnTo>
                      <a:pt x="48" y="138"/>
                    </a:lnTo>
                    <a:lnTo>
                      <a:pt x="48" y="138"/>
                    </a:lnTo>
                    <a:lnTo>
                      <a:pt x="52" y="138"/>
                    </a:lnTo>
                    <a:lnTo>
                      <a:pt x="52" y="138"/>
                    </a:lnTo>
                    <a:lnTo>
                      <a:pt x="52" y="138"/>
                    </a:lnTo>
                    <a:lnTo>
                      <a:pt x="52" y="138"/>
                    </a:lnTo>
                    <a:lnTo>
                      <a:pt x="52" y="138"/>
                    </a:lnTo>
                    <a:lnTo>
                      <a:pt x="52" y="134"/>
                    </a:lnTo>
                    <a:lnTo>
                      <a:pt x="52" y="130"/>
                    </a:lnTo>
                    <a:lnTo>
                      <a:pt x="52" y="126"/>
                    </a:lnTo>
                    <a:lnTo>
                      <a:pt x="56" y="126"/>
                    </a:lnTo>
                    <a:lnTo>
                      <a:pt x="56" y="126"/>
                    </a:lnTo>
                    <a:lnTo>
                      <a:pt x="56" y="126"/>
                    </a:lnTo>
                    <a:lnTo>
                      <a:pt x="56" y="126"/>
                    </a:lnTo>
                    <a:lnTo>
                      <a:pt x="56" y="126"/>
                    </a:lnTo>
                    <a:lnTo>
                      <a:pt x="56" y="118"/>
                    </a:lnTo>
                    <a:lnTo>
                      <a:pt x="56" y="118"/>
                    </a:lnTo>
                    <a:lnTo>
                      <a:pt x="56" y="116"/>
                    </a:lnTo>
                    <a:lnTo>
                      <a:pt x="56" y="116"/>
                    </a:lnTo>
                    <a:lnTo>
                      <a:pt x="56" y="112"/>
                    </a:lnTo>
                    <a:lnTo>
                      <a:pt x="56" y="108"/>
                    </a:lnTo>
                    <a:lnTo>
                      <a:pt x="56" y="104"/>
                    </a:lnTo>
                    <a:lnTo>
                      <a:pt x="56" y="96"/>
                    </a:lnTo>
                    <a:lnTo>
                      <a:pt x="56" y="86"/>
                    </a:lnTo>
                    <a:lnTo>
                      <a:pt x="56" y="86"/>
                    </a:lnTo>
                    <a:lnTo>
                      <a:pt x="56" y="82"/>
                    </a:lnTo>
                    <a:lnTo>
                      <a:pt x="56" y="78"/>
                    </a:lnTo>
                    <a:lnTo>
                      <a:pt x="56" y="78"/>
                    </a:lnTo>
                    <a:lnTo>
                      <a:pt x="60" y="78"/>
                    </a:lnTo>
                    <a:lnTo>
                      <a:pt x="60" y="78"/>
                    </a:lnTo>
                    <a:lnTo>
                      <a:pt x="66" y="74"/>
                    </a:lnTo>
                    <a:lnTo>
                      <a:pt x="70" y="74"/>
                    </a:lnTo>
                    <a:lnTo>
                      <a:pt x="74" y="74"/>
                    </a:lnTo>
                    <a:lnTo>
                      <a:pt x="74" y="74"/>
                    </a:lnTo>
                    <a:lnTo>
                      <a:pt x="78" y="74"/>
                    </a:lnTo>
                    <a:lnTo>
                      <a:pt x="78" y="74"/>
                    </a:lnTo>
                    <a:lnTo>
                      <a:pt x="80" y="70"/>
                    </a:lnTo>
                    <a:lnTo>
                      <a:pt x="80" y="70"/>
                    </a:lnTo>
                    <a:lnTo>
                      <a:pt x="84" y="66"/>
                    </a:lnTo>
                    <a:lnTo>
                      <a:pt x="88" y="62"/>
                    </a:lnTo>
                    <a:lnTo>
                      <a:pt x="88" y="60"/>
                    </a:lnTo>
                    <a:lnTo>
                      <a:pt x="92" y="56"/>
                    </a:lnTo>
                    <a:lnTo>
                      <a:pt x="100" y="48"/>
                    </a:lnTo>
                    <a:lnTo>
                      <a:pt x="104" y="44"/>
                    </a:lnTo>
                    <a:lnTo>
                      <a:pt x="104" y="44"/>
                    </a:lnTo>
                    <a:lnTo>
                      <a:pt x="108" y="44"/>
                    </a:lnTo>
                    <a:lnTo>
                      <a:pt x="110" y="42"/>
                    </a:lnTo>
                    <a:lnTo>
                      <a:pt x="118" y="38"/>
                    </a:lnTo>
                    <a:lnTo>
                      <a:pt x="118" y="34"/>
                    </a:lnTo>
                    <a:lnTo>
                      <a:pt x="122" y="30"/>
                    </a:lnTo>
                    <a:lnTo>
                      <a:pt x="130" y="26"/>
                    </a:lnTo>
                    <a:lnTo>
                      <a:pt x="134" y="22"/>
                    </a:lnTo>
                    <a:lnTo>
                      <a:pt x="138" y="18"/>
                    </a:lnTo>
                    <a:lnTo>
                      <a:pt x="140" y="18"/>
                    </a:lnTo>
                    <a:lnTo>
                      <a:pt x="144" y="16"/>
                    </a:lnTo>
                    <a:lnTo>
                      <a:pt x="148" y="16"/>
                    </a:lnTo>
                    <a:lnTo>
                      <a:pt x="148" y="12"/>
                    </a:lnTo>
                    <a:lnTo>
                      <a:pt x="152" y="12"/>
                    </a:lnTo>
                    <a:lnTo>
                      <a:pt x="160" y="4"/>
                    </a:lnTo>
                    <a:lnTo>
                      <a:pt x="164" y="4"/>
                    </a:lnTo>
                    <a:lnTo>
                      <a:pt x="164" y="0"/>
                    </a:lnTo>
                    <a:lnTo>
                      <a:pt x="168" y="0"/>
                    </a:lnTo>
                    <a:lnTo>
                      <a:pt x="170" y="4"/>
                    </a:lnTo>
                    <a:lnTo>
                      <a:pt x="170" y="4"/>
                    </a:lnTo>
                    <a:lnTo>
                      <a:pt x="170" y="4"/>
                    </a:lnTo>
                    <a:lnTo>
                      <a:pt x="170" y="4"/>
                    </a:lnTo>
                    <a:lnTo>
                      <a:pt x="174" y="4"/>
                    </a:lnTo>
                    <a:lnTo>
                      <a:pt x="178" y="4"/>
                    </a:lnTo>
                    <a:lnTo>
                      <a:pt x="182" y="4"/>
                    </a:lnTo>
                    <a:lnTo>
                      <a:pt x="186" y="8"/>
                    </a:lnTo>
                    <a:lnTo>
                      <a:pt x="186" y="8"/>
                    </a:lnTo>
                    <a:lnTo>
                      <a:pt x="186" y="8"/>
                    </a:lnTo>
                    <a:lnTo>
                      <a:pt x="186" y="8"/>
                    </a:lnTo>
                    <a:lnTo>
                      <a:pt x="186" y="8"/>
                    </a:lnTo>
                    <a:lnTo>
                      <a:pt x="186" y="8"/>
                    </a:lnTo>
                    <a:lnTo>
                      <a:pt x="190" y="8"/>
                    </a:lnTo>
                    <a:lnTo>
                      <a:pt x="190" y="8"/>
                    </a:lnTo>
                    <a:lnTo>
                      <a:pt x="194" y="12"/>
                    </a:lnTo>
                    <a:lnTo>
                      <a:pt x="198" y="18"/>
                    </a:lnTo>
                    <a:lnTo>
                      <a:pt x="198" y="16"/>
                    </a:lnTo>
                    <a:lnTo>
                      <a:pt x="200" y="16"/>
                    </a:lnTo>
                    <a:lnTo>
                      <a:pt x="200" y="16"/>
                    </a:lnTo>
                    <a:lnTo>
                      <a:pt x="204" y="12"/>
                    </a:lnTo>
                    <a:lnTo>
                      <a:pt x="204" y="12"/>
                    </a:lnTo>
                    <a:lnTo>
                      <a:pt x="208" y="12"/>
                    </a:lnTo>
                    <a:lnTo>
                      <a:pt x="208" y="12"/>
                    </a:lnTo>
                    <a:lnTo>
                      <a:pt x="208" y="12"/>
                    </a:lnTo>
                    <a:lnTo>
                      <a:pt x="208" y="16"/>
                    </a:lnTo>
                    <a:lnTo>
                      <a:pt x="212" y="26"/>
                    </a:lnTo>
                    <a:lnTo>
                      <a:pt x="212" y="26"/>
                    </a:lnTo>
                    <a:lnTo>
                      <a:pt x="212" y="30"/>
                    </a:lnTo>
                    <a:lnTo>
                      <a:pt x="212" y="34"/>
                    </a:lnTo>
                    <a:lnTo>
                      <a:pt x="212" y="34"/>
                    </a:lnTo>
                    <a:lnTo>
                      <a:pt x="212" y="38"/>
                    </a:lnTo>
                    <a:lnTo>
                      <a:pt x="212" y="38"/>
                    </a:lnTo>
                    <a:lnTo>
                      <a:pt x="212" y="38"/>
                    </a:lnTo>
                    <a:lnTo>
                      <a:pt x="216" y="44"/>
                    </a:lnTo>
                    <a:lnTo>
                      <a:pt x="216" y="44"/>
                    </a:lnTo>
                    <a:lnTo>
                      <a:pt x="216" y="44"/>
                    </a:lnTo>
                    <a:lnTo>
                      <a:pt x="216" y="48"/>
                    </a:lnTo>
                    <a:lnTo>
                      <a:pt x="216" y="48"/>
                    </a:lnTo>
                    <a:lnTo>
                      <a:pt x="216" y="48"/>
                    </a:lnTo>
                    <a:lnTo>
                      <a:pt x="216" y="48"/>
                    </a:lnTo>
                    <a:lnTo>
                      <a:pt x="216" y="48"/>
                    </a:lnTo>
                    <a:lnTo>
                      <a:pt x="216" y="48"/>
                    </a:lnTo>
                    <a:lnTo>
                      <a:pt x="216" y="48"/>
                    </a:lnTo>
                    <a:lnTo>
                      <a:pt x="216" y="52"/>
                    </a:lnTo>
                    <a:lnTo>
                      <a:pt x="216" y="52"/>
                    </a:lnTo>
                    <a:lnTo>
                      <a:pt x="224" y="56"/>
                    </a:lnTo>
                    <a:lnTo>
                      <a:pt x="224" y="56"/>
                    </a:lnTo>
                    <a:lnTo>
                      <a:pt x="220" y="60"/>
                    </a:lnTo>
                    <a:lnTo>
                      <a:pt x="220" y="62"/>
                    </a:lnTo>
                    <a:lnTo>
                      <a:pt x="220" y="62"/>
                    </a:lnTo>
                    <a:lnTo>
                      <a:pt x="220" y="66"/>
                    </a:lnTo>
                    <a:lnTo>
                      <a:pt x="220" y="70"/>
                    </a:lnTo>
                    <a:lnTo>
                      <a:pt x="216" y="82"/>
                    </a:lnTo>
                    <a:lnTo>
                      <a:pt x="216" y="82"/>
                    </a:lnTo>
                    <a:lnTo>
                      <a:pt x="216" y="86"/>
                    </a:lnTo>
                    <a:lnTo>
                      <a:pt x="216" y="92"/>
                    </a:lnTo>
                    <a:lnTo>
                      <a:pt x="216" y="92"/>
                    </a:lnTo>
                    <a:lnTo>
                      <a:pt x="216" y="96"/>
                    </a:lnTo>
                    <a:lnTo>
                      <a:pt x="216" y="108"/>
                    </a:lnTo>
                    <a:lnTo>
                      <a:pt x="216" y="116"/>
                    </a:lnTo>
                    <a:lnTo>
                      <a:pt x="216" y="118"/>
                    </a:lnTo>
                    <a:lnTo>
                      <a:pt x="216" y="118"/>
                    </a:lnTo>
                    <a:lnTo>
                      <a:pt x="216" y="118"/>
                    </a:lnTo>
                    <a:lnTo>
                      <a:pt x="212" y="118"/>
                    </a:lnTo>
                    <a:lnTo>
                      <a:pt x="212" y="122"/>
                    </a:lnTo>
                    <a:lnTo>
                      <a:pt x="208" y="122"/>
                    </a:lnTo>
                    <a:lnTo>
                      <a:pt x="208" y="126"/>
                    </a:lnTo>
                    <a:lnTo>
                      <a:pt x="200" y="134"/>
                    </a:lnTo>
                    <a:lnTo>
                      <a:pt x="200" y="138"/>
                    </a:lnTo>
                    <a:lnTo>
                      <a:pt x="198" y="142"/>
                    </a:lnTo>
                    <a:lnTo>
                      <a:pt x="198" y="142"/>
                    </a:lnTo>
                    <a:lnTo>
                      <a:pt x="194" y="144"/>
                    </a:lnTo>
                    <a:lnTo>
                      <a:pt x="194" y="144"/>
                    </a:lnTo>
                    <a:lnTo>
                      <a:pt x="194" y="148"/>
                    </a:lnTo>
                    <a:lnTo>
                      <a:pt x="190" y="152"/>
                    </a:lnTo>
                    <a:lnTo>
                      <a:pt x="190" y="152"/>
                    </a:lnTo>
                    <a:lnTo>
                      <a:pt x="190" y="152"/>
                    </a:lnTo>
                    <a:lnTo>
                      <a:pt x="190" y="156"/>
                    </a:lnTo>
                    <a:lnTo>
                      <a:pt x="190" y="156"/>
                    </a:lnTo>
                    <a:lnTo>
                      <a:pt x="190" y="156"/>
                    </a:lnTo>
                    <a:lnTo>
                      <a:pt x="190" y="156"/>
                    </a:lnTo>
                    <a:lnTo>
                      <a:pt x="190" y="156"/>
                    </a:lnTo>
                    <a:lnTo>
                      <a:pt x="190" y="160"/>
                    </a:lnTo>
                    <a:lnTo>
                      <a:pt x="190" y="160"/>
                    </a:lnTo>
                    <a:lnTo>
                      <a:pt x="190" y="160"/>
                    </a:lnTo>
                    <a:lnTo>
                      <a:pt x="186" y="160"/>
                    </a:lnTo>
                    <a:lnTo>
                      <a:pt x="186" y="160"/>
                    </a:lnTo>
                    <a:lnTo>
                      <a:pt x="186" y="160"/>
                    </a:lnTo>
                    <a:lnTo>
                      <a:pt x="186" y="160"/>
                    </a:lnTo>
                    <a:lnTo>
                      <a:pt x="186" y="160"/>
                    </a:lnTo>
                    <a:lnTo>
                      <a:pt x="186" y="160"/>
                    </a:lnTo>
                    <a:lnTo>
                      <a:pt x="186" y="168"/>
                    </a:lnTo>
                    <a:lnTo>
                      <a:pt x="190" y="172"/>
                    </a:lnTo>
                    <a:lnTo>
                      <a:pt x="190" y="172"/>
                    </a:lnTo>
                    <a:lnTo>
                      <a:pt x="186" y="172"/>
                    </a:lnTo>
                    <a:lnTo>
                      <a:pt x="182" y="174"/>
                    </a:lnTo>
                    <a:lnTo>
                      <a:pt x="182" y="174"/>
                    </a:lnTo>
                    <a:lnTo>
                      <a:pt x="182" y="174"/>
                    </a:lnTo>
                    <a:lnTo>
                      <a:pt x="182" y="174"/>
                    </a:lnTo>
                    <a:lnTo>
                      <a:pt x="182" y="174"/>
                    </a:lnTo>
                    <a:lnTo>
                      <a:pt x="178" y="174"/>
                    </a:lnTo>
                    <a:lnTo>
                      <a:pt x="178" y="174"/>
                    </a:lnTo>
                    <a:lnTo>
                      <a:pt x="178" y="174"/>
                    </a:lnTo>
                    <a:lnTo>
                      <a:pt x="174" y="178"/>
                    </a:lnTo>
                    <a:lnTo>
                      <a:pt x="174" y="178"/>
                    </a:lnTo>
                    <a:lnTo>
                      <a:pt x="174" y="178"/>
                    </a:lnTo>
                    <a:lnTo>
                      <a:pt x="174" y="178"/>
                    </a:lnTo>
                    <a:lnTo>
                      <a:pt x="174" y="178"/>
                    </a:lnTo>
                    <a:lnTo>
                      <a:pt x="174" y="182"/>
                    </a:lnTo>
                    <a:lnTo>
                      <a:pt x="174" y="182"/>
                    </a:lnTo>
                    <a:lnTo>
                      <a:pt x="174" y="182"/>
                    </a:lnTo>
                    <a:lnTo>
                      <a:pt x="170" y="182"/>
                    </a:lnTo>
                    <a:lnTo>
                      <a:pt x="170" y="182"/>
                    </a:lnTo>
                    <a:lnTo>
                      <a:pt x="170" y="182"/>
                    </a:lnTo>
                    <a:lnTo>
                      <a:pt x="170" y="182"/>
                    </a:lnTo>
                    <a:lnTo>
                      <a:pt x="168" y="182"/>
                    </a:lnTo>
                    <a:lnTo>
                      <a:pt x="168" y="182"/>
                    </a:lnTo>
                    <a:lnTo>
                      <a:pt x="164" y="182"/>
                    </a:lnTo>
                    <a:lnTo>
                      <a:pt x="164" y="178"/>
                    </a:lnTo>
                    <a:lnTo>
                      <a:pt x="160" y="178"/>
                    </a:lnTo>
                    <a:lnTo>
                      <a:pt x="160" y="178"/>
                    </a:lnTo>
                    <a:lnTo>
                      <a:pt x="160" y="178"/>
                    </a:lnTo>
                    <a:lnTo>
                      <a:pt x="156" y="178"/>
                    </a:lnTo>
                    <a:lnTo>
                      <a:pt x="156" y="178"/>
                    </a:lnTo>
                    <a:lnTo>
                      <a:pt x="156" y="178"/>
                    </a:lnTo>
                    <a:lnTo>
                      <a:pt x="156" y="178"/>
                    </a:lnTo>
                    <a:lnTo>
                      <a:pt x="156" y="178"/>
                    </a:lnTo>
                    <a:lnTo>
                      <a:pt x="156" y="178"/>
                    </a:lnTo>
                    <a:lnTo>
                      <a:pt x="152" y="178"/>
                    </a:lnTo>
                    <a:lnTo>
                      <a:pt x="152" y="178"/>
                    </a:lnTo>
                    <a:lnTo>
                      <a:pt x="152" y="178"/>
                    </a:lnTo>
                    <a:lnTo>
                      <a:pt x="152" y="178"/>
                    </a:lnTo>
                    <a:lnTo>
                      <a:pt x="152" y="178"/>
                    </a:lnTo>
                    <a:lnTo>
                      <a:pt x="152" y="178"/>
                    </a:lnTo>
                    <a:lnTo>
                      <a:pt x="152" y="178"/>
                    </a:lnTo>
                    <a:lnTo>
                      <a:pt x="152" y="178"/>
                    </a:lnTo>
                    <a:lnTo>
                      <a:pt x="148" y="178"/>
                    </a:lnTo>
                    <a:lnTo>
                      <a:pt x="148" y="178"/>
                    </a:lnTo>
                    <a:lnTo>
                      <a:pt x="148" y="178"/>
                    </a:lnTo>
                    <a:lnTo>
                      <a:pt x="148" y="178"/>
                    </a:lnTo>
                    <a:lnTo>
                      <a:pt x="148" y="178"/>
                    </a:lnTo>
                    <a:lnTo>
                      <a:pt x="148" y="178"/>
                    </a:lnTo>
                    <a:lnTo>
                      <a:pt x="144" y="178"/>
                    </a:lnTo>
                    <a:lnTo>
                      <a:pt x="144" y="178"/>
                    </a:lnTo>
                    <a:lnTo>
                      <a:pt x="144" y="178"/>
                    </a:lnTo>
                    <a:lnTo>
                      <a:pt x="144" y="178"/>
                    </a:lnTo>
                    <a:lnTo>
                      <a:pt x="144" y="178"/>
                    </a:lnTo>
                    <a:lnTo>
                      <a:pt x="144" y="178"/>
                    </a:lnTo>
                    <a:lnTo>
                      <a:pt x="140" y="178"/>
                    </a:lnTo>
                    <a:lnTo>
                      <a:pt x="140" y="178"/>
                    </a:lnTo>
                    <a:lnTo>
                      <a:pt x="140" y="178"/>
                    </a:lnTo>
                    <a:lnTo>
                      <a:pt x="140" y="178"/>
                    </a:lnTo>
                    <a:lnTo>
                      <a:pt x="138" y="182"/>
                    </a:lnTo>
                    <a:lnTo>
                      <a:pt x="138" y="182"/>
                    </a:lnTo>
                    <a:lnTo>
                      <a:pt x="138" y="182"/>
                    </a:lnTo>
                    <a:lnTo>
                      <a:pt x="138" y="182"/>
                    </a:lnTo>
                    <a:lnTo>
                      <a:pt x="134" y="182"/>
                    </a:lnTo>
                    <a:lnTo>
                      <a:pt x="134" y="186"/>
                    </a:lnTo>
                    <a:lnTo>
                      <a:pt x="134" y="190"/>
                    </a:lnTo>
                    <a:lnTo>
                      <a:pt x="134" y="190"/>
                    </a:lnTo>
                    <a:lnTo>
                      <a:pt x="130" y="190"/>
                    </a:lnTo>
                    <a:lnTo>
                      <a:pt x="126" y="186"/>
                    </a:lnTo>
                    <a:lnTo>
                      <a:pt x="126" y="186"/>
                    </a:lnTo>
                    <a:lnTo>
                      <a:pt x="122" y="186"/>
                    </a:lnTo>
                    <a:lnTo>
                      <a:pt x="122" y="186"/>
                    </a:lnTo>
                    <a:lnTo>
                      <a:pt x="122" y="186"/>
                    </a:lnTo>
                    <a:lnTo>
                      <a:pt x="122" y="186"/>
                    </a:lnTo>
                    <a:lnTo>
                      <a:pt x="118" y="186"/>
                    </a:lnTo>
                    <a:lnTo>
                      <a:pt x="118" y="186"/>
                    </a:lnTo>
                    <a:lnTo>
                      <a:pt x="118" y="186"/>
                    </a:lnTo>
                    <a:lnTo>
                      <a:pt x="118" y="186"/>
                    </a:lnTo>
                    <a:lnTo>
                      <a:pt x="118" y="186"/>
                    </a:lnTo>
                    <a:lnTo>
                      <a:pt x="114" y="182"/>
                    </a:lnTo>
                    <a:lnTo>
                      <a:pt x="114" y="182"/>
                    </a:lnTo>
                    <a:lnTo>
                      <a:pt x="114" y="182"/>
                    </a:lnTo>
                    <a:lnTo>
                      <a:pt x="114" y="182"/>
                    </a:lnTo>
                    <a:lnTo>
                      <a:pt x="114" y="182"/>
                    </a:lnTo>
                    <a:lnTo>
                      <a:pt x="114" y="182"/>
                    </a:lnTo>
                    <a:lnTo>
                      <a:pt x="114" y="182"/>
                    </a:lnTo>
                    <a:lnTo>
                      <a:pt x="110" y="182"/>
                    </a:lnTo>
                    <a:lnTo>
                      <a:pt x="110" y="182"/>
                    </a:lnTo>
                    <a:lnTo>
                      <a:pt x="110" y="182"/>
                    </a:lnTo>
                    <a:lnTo>
                      <a:pt x="110" y="178"/>
                    </a:lnTo>
                    <a:lnTo>
                      <a:pt x="110" y="178"/>
                    </a:lnTo>
                    <a:lnTo>
                      <a:pt x="110" y="178"/>
                    </a:lnTo>
                    <a:lnTo>
                      <a:pt x="108" y="178"/>
                    </a:lnTo>
                    <a:lnTo>
                      <a:pt x="100" y="182"/>
                    </a:lnTo>
                    <a:lnTo>
                      <a:pt x="100" y="182"/>
                    </a:lnTo>
                    <a:lnTo>
                      <a:pt x="96" y="182"/>
                    </a:lnTo>
                    <a:lnTo>
                      <a:pt x="96" y="182"/>
                    </a:lnTo>
                    <a:lnTo>
                      <a:pt x="96" y="186"/>
                    </a:lnTo>
                    <a:lnTo>
                      <a:pt x="96" y="186"/>
                    </a:lnTo>
                    <a:lnTo>
                      <a:pt x="96" y="186"/>
                    </a:lnTo>
                    <a:lnTo>
                      <a:pt x="96" y="1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8" name="Freeform 162"/>
              <p:cNvSpPr>
                <a:spLocks noEditPoints="1"/>
              </p:cNvSpPr>
              <p:nvPr/>
            </p:nvSpPr>
            <p:spPr bwMode="gray">
              <a:xfrm>
                <a:off x="4866046" y="4109224"/>
                <a:ext cx="295676" cy="285238"/>
              </a:xfrm>
              <a:custGeom>
                <a:avLst/>
                <a:gdLst>
                  <a:gd name="T0" fmla="*/ 126 w 170"/>
                  <a:gd name="T1" fmla="*/ 122 h 164"/>
                  <a:gd name="T2" fmla="*/ 118 w 170"/>
                  <a:gd name="T3" fmla="*/ 122 h 164"/>
                  <a:gd name="T4" fmla="*/ 110 w 170"/>
                  <a:gd name="T5" fmla="*/ 114 h 164"/>
                  <a:gd name="T6" fmla="*/ 102 w 170"/>
                  <a:gd name="T7" fmla="*/ 118 h 164"/>
                  <a:gd name="T8" fmla="*/ 96 w 170"/>
                  <a:gd name="T9" fmla="*/ 126 h 164"/>
                  <a:gd name="T10" fmla="*/ 88 w 170"/>
                  <a:gd name="T11" fmla="*/ 140 h 164"/>
                  <a:gd name="T12" fmla="*/ 80 w 170"/>
                  <a:gd name="T13" fmla="*/ 152 h 164"/>
                  <a:gd name="T14" fmla="*/ 76 w 170"/>
                  <a:gd name="T15" fmla="*/ 156 h 164"/>
                  <a:gd name="T16" fmla="*/ 70 w 170"/>
                  <a:gd name="T17" fmla="*/ 160 h 164"/>
                  <a:gd name="T18" fmla="*/ 62 w 170"/>
                  <a:gd name="T19" fmla="*/ 156 h 164"/>
                  <a:gd name="T20" fmla="*/ 58 w 170"/>
                  <a:gd name="T21" fmla="*/ 160 h 164"/>
                  <a:gd name="T22" fmla="*/ 58 w 170"/>
                  <a:gd name="T23" fmla="*/ 160 h 164"/>
                  <a:gd name="T24" fmla="*/ 58 w 170"/>
                  <a:gd name="T25" fmla="*/ 156 h 164"/>
                  <a:gd name="T26" fmla="*/ 50 w 170"/>
                  <a:gd name="T27" fmla="*/ 160 h 164"/>
                  <a:gd name="T28" fmla="*/ 40 w 170"/>
                  <a:gd name="T29" fmla="*/ 156 h 164"/>
                  <a:gd name="T30" fmla="*/ 36 w 170"/>
                  <a:gd name="T31" fmla="*/ 148 h 164"/>
                  <a:gd name="T32" fmla="*/ 40 w 170"/>
                  <a:gd name="T33" fmla="*/ 144 h 164"/>
                  <a:gd name="T34" fmla="*/ 36 w 170"/>
                  <a:gd name="T35" fmla="*/ 140 h 164"/>
                  <a:gd name="T36" fmla="*/ 30 w 170"/>
                  <a:gd name="T37" fmla="*/ 130 h 164"/>
                  <a:gd name="T38" fmla="*/ 18 w 170"/>
                  <a:gd name="T39" fmla="*/ 126 h 164"/>
                  <a:gd name="T40" fmla="*/ 18 w 170"/>
                  <a:gd name="T41" fmla="*/ 122 h 164"/>
                  <a:gd name="T42" fmla="*/ 10 w 170"/>
                  <a:gd name="T43" fmla="*/ 126 h 164"/>
                  <a:gd name="T44" fmla="*/ 0 w 170"/>
                  <a:gd name="T45" fmla="*/ 122 h 164"/>
                  <a:gd name="T46" fmla="*/ 2 w 170"/>
                  <a:gd name="T47" fmla="*/ 110 h 164"/>
                  <a:gd name="T48" fmla="*/ 0 w 170"/>
                  <a:gd name="T49" fmla="*/ 96 h 164"/>
                  <a:gd name="T50" fmla="*/ 2 w 170"/>
                  <a:gd name="T51" fmla="*/ 82 h 164"/>
                  <a:gd name="T52" fmla="*/ 10 w 170"/>
                  <a:gd name="T53" fmla="*/ 70 h 164"/>
                  <a:gd name="T54" fmla="*/ 14 w 170"/>
                  <a:gd name="T55" fmla="*/ 58 h 164"/>
                  <a:gd name="T56" fmla="*/ 14 w 170"/>
                  <a:gd name="T57" fmla="*/ 52 h 164"/>
                  <a:gd name="T58" fmla="*/ 10 w 170"/>
                  <a:gd name="T59" fmla="*/ 36 h 164"/>
                  <a:gd name="T60" fmla="*/ 14 w 170"/>
                  <a:gd name="T61" fmla="*/ 26 h 164"/>
                  <a:gd name="T62" fmla="*/ 22 w 170"/>
                  <a:gd name="T63" fmla="*/ 14 h 164"/>
                  <a:gd name="T64" fmla="*/ 26 w 170"/>
                  <a:gd name="T65" fmla="*/ 0 h 164"/>
                  <a:gd name="T66" fmla="*/ 40 w 170"/>
                  <a:gd name="T67" fmla="*/ 0 h 164"/>
                  <a:gd name="T68" fmla="*/ 50 w 170"/>
                  <a:gd name="T69" fmla="*/ 2 h 164"/>
                  <a:gd name="T70" fmla="*/ 62 w 170"/>
                  <a:gd name="T71" fmla="*/ 14 h 164"/>
                  <a:gd name="T72" fmla="*/ 76 w 170"/>
                  <a:gd name="T73" fmla="*/ 6 h 164"/>
                  <a:gd name="T74" fmla="*/ 88 w 170"/>
                  <a:gd name="T75" fmla="*/ 14 h 164"/>
                  <a:gd name="T76" fmla="*/ 100 w 170"/>
                  <a:gd name="T77" fmla="*/ 14 h 164"/>
                  <a:gd name="T78" fmla="*/ 110 w 170"/>
                  <a:gd name="T79" fmla="*/ 6 h 164"/>
                  <a:gd name="T80" fmla="*/ 126 w 170"/>
                  <a:gd name="T81" fmla="*/ 6 h 164"/>
                  <a:gd name="T82" fmla="*/ 136 w 170"/>
                  <a:gd name="T83" fmla="*/ 10 h 164"/>
                  <a:gd name="T84" fmla="*/ 148 w 170"/>
                  <a:gd name="T85" fmla="*/ 2 h 164"/>
                  <a:gd name="T86" fmla="*/ 158 w 170"/>
                  <a:gd name="T87" fmla="*/ 6 h 164"/>
                  <a:gd name="T88" fmla="*/ 162 w 170"/>
                  <a:gd name="T89" fmla="*/ 22 h 164"/>
                  <a:gd name="T90" fmla="*/ 170 w 170"/>
                  <a:gd name="T91" fmla="*/ 28 h 164"/>
                  <a:gd name="T92" fmla="*/ 166 w 170"/>
                  <a:gd name="T93" fmla="*/ 32 h 164"/>
                  <a:gd name="T94" fmla="*/ 162 w 170"/>
                  <a:gd name="T95" fmla="*/ 40 h 164"/>
                  <a:gd name="T96" fmla="*/ 156 w 170"/>
                  <a:gd name="T97" fmla="*/ 52 h 164"/>
                  <a:gd name="T98" fmla="*/ 148 w 170"/>
                  <a:gd name="T99" fmla="*/ 62 h 164"/>
                  <a:gd name="T100" fmla="*/ 144 w 170"/>
                  <a:gd name="T101" fmla="*/ 74 h 164"/>
                  <a:gd name="T102" fmla="*/ 140 w 170"/>
                  <a:gd name="T103" fmla="*/ 88 h 164"/>
                  <a:gd name="T104" fmla="*/ 132 w 170"/>
                  <a:gd name="T105" fmla="*/ 96 h 164"/>
                  <a:gd name="T106" fmla="*/ 132 w 170"/>
                  <a:gd name="T107" fmla="*/ 104 h 164"/>
                  <a:gd name="T108" fmla="*/ 128 w 170"/>
                  <a:gd name="T109" fmla="*/ 110 h 164"/>
                  <a:gd name="T110" fmla="*/ 62 w 170"/>
                  <a:gd name="T111" fmla="*/ 16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70" h="164">
                    <a:moveTo>
                      <a:pt x="128" y="110"/>
                    </a:moveTo>
                    <a:lnTo>
                      <a:pt x="128" y="114"/>
                    </a:lnTo>
                    <a:lnTo>
                      <a:pt x="126" y="118"/>
                    </a:lnTo>
                    <a:lnTo>
                      <a:pt x="126" y="122"/>
                    </a:lnTo>
                    <a:lnTo>
                      <a:pt x="122" y="122"/>
                    </a:lnTo>
                    <a:lnTo>
                      <a:pt x="122" y="126"/>
                    </a:lnTo>
                    <a:lnTo>
                      <a:pt x="118" y="126"/>
                    </a:lnTo>
                    <a:lnTo>
                      <a:pt x="118" y="122"/>
                    </a:lnTo>
                    <a:lnTo>
                      <a:pt x="118" y="118"/>
                    </a:lnTo>
                    <a:lnTo>
                      <a:pt x="114" y="118"/>
                    </a:lnTo>
                    <a:lnTo>
                      <a:pt x="114" y="114"/>
                    </a:lnTo>
                    <a:lnTo>
                      <a:pt x="110" y="114"/>
                    </a:lnTo>
                    <a:lnTo>
                      <a:pt x="110" y="118"/>
                    </a:lnTo>
                    <a:lnTo>
                      <a:pt x="106" y="118"/>
                    </a:lnTo>
                    <a:lnTo>
                      <a:pt x="106" y="114"/>
                    </a:lnTo>
                    <a:lnTo>
                      <a:pt x="102" y="118"/>
                    </a:lnTo>
                    <a:lnTo>
                      <a:pt x="100" y="118"/>
                    </a:lnTo>
                    <a:lnTo>
                      <a:pt x="100" y="122"/>
                    </a:lnTo>
                    <a:lnTo>
                      <a:pt x="100" y="126"/>
                    </a:lnTo>
                    <a:lnTo>
                      <a:pt x="96" y="126"/>
                    </a:lnTo>
                    <a:lnTo>
                      <a:pt x="92" y="130"/>
                    </a:lnTo>
                    <a:lnTo>
                      <a:pt x="88" y="134"/>
                    </a:lnTo>
                    <a:lnTo>
                      <a:pt x="88" y="138"/>
                    </a:lnTo>
                    <a:lnTo>
                      <a:pt x="88" y="140"/>
                    </a:lnTo>
                    <a:lnTo>
                      <a:pt x="88" y="144"/>
                    </a:lnTo>
                    <a:lnTo>
                      <a:pt x="84" y="148"/>
                    </a:lnTo>
                    <a:lnTo>
                      <a:pt x="84" y="152"/>
                    </a:lnTo>
                    <a:lnTo>
                      <a:pt x="80" y="152"/>
                    </a:lnTo>
                    <a:lnTo>
                      <a:pt x="80" y="156"/>
                    </a:lnTo>
                    <a:lnTo>
                      <a:pt x="80" y="152"/>
                    </a:lnTo>
                    <a:lnTo>
                      <a:pt x="76" y="152"/>
                    </a:lnTo>
                    <a:lnTo>
                      <a:pt x="76" y="156"/>
                    </a:lnTo>
                    <a:lnTo>
                      <a:pt x="80" y="156"/>
                    </a:lnTo>
                    <a:lnTo>
                      <a:pt x="76" y="160"/>
                    </a:lnTo>
                    <a:lnTo>
                      <a:pt x="72" y="160"/>
                    </a:lnTo>
                    <a:lnTo>
                      <a:pt x="70" y="160"/>
                    </a:lnTo>
                    <a:lnTo>
                      <a:pt x="70" y="156"/>
                    </a:lnTo>
                    <a:lnTo>
                      <a:pt x="66" y="160"/>
                    </a:lnTo>
                    <a:lnTo>
                      <a:pt x="62" y="160"/>
                    </a:lnTo>
                    <a:lnTo>
                      <a:pt x="62" y="156"/>
                    </a:lnTo>
                    <a:lnTo>
                      <a:pt x="62" y="160"/>
                    </a:lnTo>
                    <a:lnTo>
                      <a:pt x="62" y="156"/>
                    </a:lnTo>
                    <a:lnTo>
                      <a:pt x="58" y="156"/>
                    </a:lnTo>
                    <a:lnTo>
                      <a:pt x="58" y="160"/>
                    </a:lnTo>
                    <a:lnTo>
                      <a:pt x="62" y="160"/>
                    </a:lnTo>
                    <a:lnTo>
                      <a:pt x="58" y="160"/>
                    </a:lnTo>
                    <a:lnTo>
                      <a:pt x="58" y="156"/>
                    </a:lnTo>
                    <a:lnTo>
                      <a:pt x="58" y="160"/>
                    </a:lnTo>
                    <a:lnTo>
                      <a:pt x="58" y="164"/>
                    </a:lnTo>
                    <a:lnTo>
                      <a:pt x="54" y="160"/>
                    </a:lnTo>
                    <a:lnTo>
                      <a:pt x="58" y="160"/>
                    </a:lnTo>
                    <a:lnTo>
                      <a:pt x="58" y="156"/>
                    </a:lnTo>
                    <a:lnTo>
                      <a:pt x="54" y="160"/>
                    </a:lnTo>
                    <a:lnTo>
                      <a:pt x="54" y="164"/>
                    </a:lnTo>
                    <a:lnTo>
                      <a:pt x="50" y="164"/>
                    </a:lnTo>
                    <a:lnTo>
                      <a:pt x="50" y="160"/>
                    </a:lnTo>
                    <a:lnTo>
                      <a:pt x="50" y="164"/>
                    </a:lnTo>
                    <a:lnTo>
                      <a:pt x="46" y="164"/>
                    </a:lnTo>
                    <a:lnTo>
                      <a:pt x="44" y="160"/>
                    </a:lnTo>
                    <a:lnTo>
                      <a:pt x="40" y="156"/>
                    </a:lnTo>
                    <a:lnTo>
                      <a:pt x="40" y="152"/>
                    </a:lnTo>
                    <a:lnTo>
                      <a:pt x="36" y="148"/>
                    </a:lnTo>
                    <a:lnTo>
                      <a:pt x="40" y="148"/>
                    </a:lnTo>
                    <a:lnTo>
                      <a:pt x="36" y="148"/>
                    </a:lnTo>
                    <a:lnTo>
                      <a:pt x="36" y="144"/>
                    </a:lnTo>
                    <a:lnTo>
                      <a:pt x="40" y="144"/>
                    </a:lnTo>
                    <a:lnTo>
                      <a:pt x="40" y="140"/>
                    </a:lnTo>
                    <a:lnTo>
                      <a:pt x="40" y="144"/>
                    </a:lnTo>
                    <a:lnTo>
                      <a:pt x="36" y="144"/>
                    </a:lnTo>
                    <a:lnTo>
                      <a:pt x="36" y="140"/>
                    </a:lnTo>
                    <a:lnTo>
                      <a:pt x="40" y="140"/>
                    </a:lnTo>
                    <a:lnTo>
                      <a:pt x="36" y="140"/>
                    </a:lnTo>
                    <a:lnTo>
                      <a:pt x="32" y="138"/>
                    </a:lnTo>
                    <a:lnTo>
                      <a:pt x="32" y="134"/>
                    </a:lnTo>
                    <a:lnTo>
                      <a:pt x="30" y="134"/>
                    </a:lnTo>
                    <a:lnTo>
                      <a:pt x="30" y="130"/>
                    </a:lnTo>
                    <a:lnTo>
                      <a:pt x="26" y="130"/>
                    </a:lnTo>
                    <a:lnTo>
                      <a:pt x="26" y="126"/>
                    </a:lnTo>
                    <a:lnTo>
                      <a:pt x="22" y="126"/>
                    </a:lnTo>
                    <a:lnTo>
                      <a:pt x="18" y="126"/>
                    </a:lnTo>
                    <a:lnTo>
                      <a:pt x="14" y="126"/>
                    </a:lnTo>
                    <a:lnTo>
                      <a:pt x="10" y="126"/>
                    </a:lnTo>
                    <a:lnTo>
                      <a:pt x="14" y="126"/>
                    </a:lnTo>
                    <a:lnTo>
                      <a:pt x="18" y="122"/>
                    </a:lnTo>
                    <a:lnTo>
                      <a:pt x="14" y="122"/>
                    </a:lnTo>
                    <a:lnTo>
                      <a:pt x="10" y="126"/>
                    </a:lnTo>
                    <a:lnTo>
                      <a:pt x="10" y="122"/>
                    </a:lnTo>
                    <a:lnTo>
                      <a:pt x="10" y="126"/>
                    </a:lnTo>
                    <a:lnTo>
                      <a:pt x="6" y="126"/>
                    </a:lnTo>
                    <a:lnTo>
                      <a:pt x="2" y="126"/>
                    </a:lnTo>
                    <a:lnTo>
                      <a:pt x="0" y="126"/>
                    </a:lnTo>
                    <a:lnTo>
                      <a:pt x="0" y="122"/>
                    </a:lnTo>
                    <a:lnTo>
                      <a:pt x="0" y="118"/>
                    </a:lnTo>
                    <a:lnTo>
                      <a:pt x="0" y="114"/>
                    </a:lnTo>
                    <a:lnTo>
                      <a:pt x="2" y="114"/>
                    </a:lnTo>
                    <a:lnTo>
                      <a:pt x="2" y="110"/>
                    </a:lnTo>
                    <a:lnTo>
                      <a:pt x="0" y="108"/>
                    </a:lnTo>
                    <a:lnTo>
                      <a:pt x="0" y="104"/>
                    </a:lnTo>
                    <a:lnTo>
                      <a:pt x="0" y="100"/>
                    </a:lnTo>
                    <a:lnTo>
                      <a:pt x="0" y="96"/>
                    </a:lnTo>
                    <a:lnTo>
                      <a:pt x="0" y="92"/>
                    </a:lnTo>
                    <a:lnTo>
                      <a:pt x="0" y="88"/>
                    </a:lnTo>
                    <a:lnTo>
                      <a:pt x="0" y="84"/>
                    </a:lnTo>
                    <a:lnTo>
                      <a:pt x="2" y="82"/>
                    </a:lnTo>
                    <a:lnTo>
                      <a:pt x="6" y="82"/>
                    </a:lnTo>
                    <a:lnTo>
                      <a:pt x="6" y="78"/>
                    </a:lnTo>
                    <a:lnTo>
                      <a:pt x="6" y="74"/>
                    </a:lnTo>
                    <a:lnTo>
                      <a:pt x="10" y="70"/>
                    </a:lnTo>
                    <a:lnTo>
                      <a:pt x="10" y="66"/>
                    </a:lnTo>
                    <a:lnTo>
                      <a:pt x="14" y="66"/>
                    </a:lnTo>
                    <a:lnTo>
                      <a:pt x="14" y="62"/>
                    </a:lnTo>
                    <a:lnTo>
                      <a:pt x="14" y="58"/>
                    </a:lnTo>
                    <a:lnTo>
                      <a:pt x="14" y="56"/>
                    </a:lnTo>
                    <a:lnTo>
                      <a:pt x="18" y="56"/>
                    </a:lnTo>
                    <a:lnTo>
                      <a:pt x="18" y="52"/>
                    </a:lnTo>
                    <a:lnTo>
                      <a:pt x="14" y="52"/>
                    </a:lnTo>
                    <a:lnTo>
                      <a:pt x="14" y="48"/>
                    </a:lnTo>
                    <a:lnTo>
                      <a:pt x="14" y="44"/>
                    </a:lnTo>
                    <a:lnTo>
                      <a:pt x="10" y="40"/>
                    </a:lnTo>
                    <a:lnTo>
                      <a:pt x="10" y="36"/>
                    </a:lnTo>
                    <a:lnTo>
                      <a:pt x="14" y="36"/>
                    </a:lnTo>
                    <a:lnTo>
                      <a:pt x="14" y="32"/>
                    </a:lnTo>
                    <a:lnTo>
                      <a:pt x="14" y="28"/>
                    </a:lnTo>
                    <a:lnTo>
                      <a:pt x="14" y="26"/>
                    </a:lnTo>
                    <a:lnTo>
                      <a:pt x="14" y="22"/>
                    </a:lnTo>
                    <a:lnTo>
                      <a:pt x="18" y="18"/>
                    </a:lnTo>
                    <a:lnTo>
                      <a:pt x="18" y="14"/>
                    </a:lnTo>
                    <a:lnTo>
                      <a:pt x="22" y="14"/>
                    </a:lnTo>
                    <a:lnTo>
                      <a:pt x="22" y="10"/>
                    </a:lnTo>
                    <a:lnTo>
                      <a:pt x="22" y="6"/>
                    </a:lnTo>
                    <a:lnTo>
                      <a:pt x="22" y="2"/>
                    </a:lnTo>
                    <a:lnTo>
                      <a:pt x="26" y="0"/>
                    </a:lnTo>
                    <a:lnTo>
                      <a:pt x="30" y="0"/>
                    </a:lnTo>
                    <a:lnTo>
                      <a:pt x="32" y="0"/>
                    </a:lnTo>
                    <a:lnTo>
                      <a:pt x="36" y="0"/>
                    </a:lnTo>
                    <a:lnTo>
                      <a:pt x="40" y="0"/>
                    </a:lnTo>
                    <a:lnTo>
                      <a:pt x="44" y="0"/>
                    </a:lnTo>
                    <a:lnTo>
                      <a:pt x="46" y="0"/>
                    </a:lnTo>
                    <a:lnTo>
                      <a:pt x="46" y="2"/>
                    </a:lnTo>
                    <a:lnTo>
                      <a:pt x="50" y="2"/>
                    </a:lnTo>
                    <a:lnTo>
                      <a:pt x="54" y="6"/>
                    </a:lnTo>
                    <a:lnTo>
                      <a:pt x="58" y="10"/>
                    </a:lnTo>
                    <a:lnTo>
                      <a:pt x="58" y="14"/>
                    </a:lnTo>
                    <a:lnTo>
                      <a:pt x="62" y="14"/>
                    </a:lnTo>
                    <a:lnTo>
                      <a:pt x="62" y="10"/>
                    </a:lnTo>
                    <a:lnTo>
                      <a:pt x="66" y="10"/>
                    </a:lnTo>
                    <a:lnTo>
                      <a:pt x="72" y="6"/>
                    </a:lnTo>
                    <a:lnTo>
                      <a:pt x="76" y="6"/>
                    </a:lnTo>
                    <a:lnTo>
                      <a:pt x="76" y="10"/>
                    </a:lnTo>
                    <a:lnTo>
                      <a:pt x="80" y="10"/>
                    </a:lnTo>
                    <a:lnTo>
                      <a:pt x="84" y="14"/>
                    </a:lnTo>
                    <a:lnTo>
                      <a:pt x="88" y="14"/>
                    </a:lnTo>
                    <a:lnTo>
                      <a:pt x="92" y="14"/>
                    </a:lnTo>
                    <a:lnTo>
                      <a:pt x="96" y="18"/>
                    </a:lnTo>
                    <a:lnTo>
                      <a:pt x="100" y="18"/>
                    </a:lnTo>
                    <a:lnTo>
                      <a:pt x="100" y="14"/>
                    </a:lnTo>
                    <a:lnTo>
                      <a:pt x="100" y="10"/>
                    </a:lnTo>
                    <a:lnTo>
                      <a:pt x="102" y="10"/>
                    </a:lnTo>
                    <a:lnTo>
                      <a:pt x="106" y="6"/>
                    </a:lnTo>
                    <a:lnTo>
                      <a:pt x="110" y="6"/>
                    </a:lnTo>
                    <a:lnTo>
                      <a:pt x="114" y="6"/>
                    </a:lnTo>
                    <a:lnTo>
                      <a:pt x="118" y="6"/>
                    </a:lnTo>
                    <a:lnTo>
                      <a:pt x="122" y="6"/>
                    </a:lnTo>
                    <a:lnTo>
                      <a:pt x="126" y="6"/>
                    </a:lnTo>
                    <a:lnTo>
                      <a:pt x="128" y="6"/>
                    </a:lnTo>
                    <a:lnTo>
                      <a:pt x="128" y="10"/>
                    </a:lnTo>
                    <a:lnTo>
                      <a:pt x="132" y="10"/>
                    </a:lnTo>
                    <a:lnTo>
                      <a:pt x="136" y="10"/>
                    </a:lnTo>
                    <a:lnTo>
                      <a:pt x="140" y="10"/>
                    </a:lnTo>
                    <a:lnTo>
                      <a:pt x="140" y="6"/>
                    </a:lnTo>
                    <a:lnTo>
                      <a:pt x="144" y="2"/>
                    </a:lnTo>
                    <a:lnTo>
                      <a:pt x="148" y="2"/>
                    </a:lnTo>
                    <a:lnTo>
                      <a:pt x="152" y="0"/>
                    </a:lnTo>
                    <a:lnTo>
                      <a:pt x="156" y="0"/>
                    </a:lnTo>
                    <a:lnTo>
                      <a:pt x="156" y="2"/>
                    </a:lnTo>
                    <a:lnTo>
                      <a:pt x="158" y="6"/>
                    </a:lnTo>
                    <a:lnTo>
                      <a:pt x="158" y="10"/>
                    </a:lnTo>
                    <a:lnTo>
                      <a:pt x="162" y="14"/>
                    </a:lnTo>
                    <a:lnTo>
                      <a:pt x="162" y="18"/>
                    </a:lnTo>
                    <a:lnTo>
                      <a:pt x="162" y="22"/>
                    </a:lnTo>
                    <a:lnTo>
                      <a:pt x="162" y="26"/>
                    </a:lnTo>
                    <a:lnTo>
                      <a:pt x="166" y="26"/>
                    </a:lnTo>
                    <a:lnTo>
                      <a:pt x="170" y="26"/>
                    </a:lnTo>
                    <a:lnTo>
                      <a:pt x="170" y="28"/>
                    </a:lnTo>
                    <a:lnTo>
                      <a:pt x="166" y="28"/>
                    </a:lnTo>
                    <a:lnTo>
                      <a:pt x="170" y="28"/>
                    </a:lnTo>
                    <a:lnTo>
                      <a:pt x="170" y="32"/>
                    </a:lnTo>
                    <a:lnTo>
                      <a:pt x="166" y="32"/>
                    </a:lnTo>
                    <a:lnTo>
                      <a:pt x="166" y="36"/>
                    </a:lnTo>
                    <a:lnTo>
                      <a:pt x="170" y="36"/>
                    </a:lnTo>
                    <a:lnTo>
                      <a:pt x="166" y="40"/>
                    </a:lnTo>
                    <a:lnTo>
                      <a:pt x="162" y="40"/>
                    </a:lnTo>
                    <a:lnTo>
                      <a:pt x="162" y="44"/>
                    </a:lnTo>
                    <a:lnTo>
                      <a:pt x="158" y="44"/>
                    </a:lnTo>
                    <a:lnTo>
                      <a:pt x="156" y="48"/>
                    </a:lnTo>
                    <a:lnTo>
                      <a:pt x="156" y="52"/>
                    </a:lnTo>
                    <a:lnTo>
                      <a:pt x="152" y="56"/>
                    </a:lnTo>
                    <a:lnTo>
                      <a:pt x="152" y="58"/>
                    </a:lnTo>
                    <a:lnTo>
                      <a:pt x="152" y="62"/>
                    </a:lnTo>
                    <a:lnTo>
                      <a:pt x="148" y="62"/>
                    </a:lnTo>
                    <a:lnTo>
                      <a:pt x="148" y="66"/>
                    </a:lnTo>
                    <a:lnTo>
                      <a:pt x="148" y="70"/>
                    </a:lnTo>
                    <a:lnTo>
                      <a:pt x="148" y="74"/>
                    </a:lnTo>
                    <a:lnTo>
                      <a:pt x="144" y="74"/>
                    </a:lnTo>
                    <a:lnTo>
                      <a:pt x="144" y="78"/>
                    </a:lnTo>
                    <a:lnTo>
                      <a:pt x="144" y="82"/>
                    </a:lnTo>
                    <a:lnTo>
                      <a:pt x="144" y="84"/>
                    </a:lnTo>
                    <a:lnTo>
                      <a:pt x="140" y="88"/>
                    </a:lnTo>
                    <a:lnTo>
                      <a:pt x="136" y="88"/>
                    </a:lnTo>
                    <a:lnTo>
                      <a:pt x="136" y="92"/>
                    </a:lnTo>
                    <a:lnTo>
                      <a:pt x="132" y="92"/>
                    </a:lnTo>
                    <a:lnTo>
                      <a:pt x="132" y="96"/>
                    </a:lnTo>
                    <a:lnTo>
                      <a:pt x="136" y="96"/>
                    </a:lnTo>
                    <a:lnTo>
                      <a:pt x="132" y="96"/>
                    </a:lnTo>
                    <a:lnTo>
                      <a:pt x="132" y="100"/>
                    </a:lnTo>
                    <a:lnTo>
                      <a:pt x="132" y="104"/>
                    </a:lnTo>
                    <a:lnTo>
                      <a:pt x="132" y="108"/>
                    </a:lnTo>
                    <a:lnTo>
                      <a:pt x="128" y="108"/>
                    </a:lnTo>
                    <a:lnTo>
                      <a:pt x="128" y="110"/>
                    </a:lnTo>
                    <a:lnTo>
                      <a:pt x="128" y="110"/>
                    </a:lnTo>
                    <a:lnTo>
                      <a:pt x="128" y="110"/>
                    </a:lnTo>
                    <a:close/>
                    <a:moveTo>
                      <a:pt x="62" y="160"/>
                    </a:moveTo>
                    <a:lnTo>
                      <a:pt x="66" y="160"/>
                    </a:lnTo>
                    <a:lnTo>
                      <a:pt x="62" y="160"/>
                    </a:lnTo>
                    <a:lnTo>
                      <a:pt x="62" y="160"/>
                    </a:lnTo>
                    <a:lnTo>
                      <a:pt x="62" y="1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9" name="Freeform 163"/>
              <p:cNvSpPr>
                <a:spLocks/>
              </p:cNvSpPr>
              <p:nvPr/>
            </p:nvSpPr>
            <p:spPr bwMode="gray">
              <a:xfrm>
                <a:off x="5513053" y="4550993"/>
                <a:ext cx="45221" cy="52178"/>
              </a:xfrm>
              <a:custGeom>
                <a:avLst/>
                <a:gdLst>
                  <a:gd name="T0" fmla="*/ 0 w 26"/>
                  <a:gd name="T1" fmla="*/ 30 h 30"/>
                  <a:gd name="T2" fmla="*/ 0 w 26"/>
                  <a:gd name="T3" fmla="*/ 30 h 30"/>
                  <a:gd name="T4" fmla="*/ 0 w 26"/>
                  <a:gd name="T5" fmla="*/ 22 h 30"/>
                  <a:gd name="T6" fmla="*/ 4 w 26"/>
                  <a:gd name="T7" fmla="*/ 22 h 30"/>
                  <a:gd name="T8" fmla="*/ 4 w 26"/>
                  <a:gd name="T9" fmla="*/ 18 h 30"/>
                  <a:gd name="T10" fmla="*/ 4 w 26"/>
                  <a:gd name="T11" fmla="*/ 18 h 30"/>
                  <a:gd name="T12" fmla="*/ 4 w 26"/>
                  <a:gd name="T13" fmla="*/ 14 h 30"/>
                  <a:gd name="T14" fmla="*/ 4 w 26"/>
                  <a:gd name="T15" fmla="*/ 14 h 30"/>
                  <a:gd name="T16" fmla="*/ 4 w 26"/>
                  <a:gd name="T17" fmla="*/ 6 h 30"/>
                  <a:gd name="T18" fmla="*/ 8 w 26"/>
                  <a:gd name="T19" fmla="*/ 6 h 30"/>
                  <a:gd name="T20" fmla="*/ 8 w 26"/>
                  <a:gd name="T21" fmla="*/ 6 h 30"/>
                  <a:gd name="T22" fmla="*/ 8 w 26"/>
                  <a:gd name="T23" fmla="*/ 6 h 30"/>
                  <a:gd name="T24" fmla="*/ 10 w 26"/>
                  <a:gd name="T25" fmla="*/ 6 h 30"/>
                  <a:gd name="T26" fmla="*/ 10 w 26"/>
                  <a:gd name="T27" fmla="*/ 6 h 30"/>
                  <a:gd name="T28" fmla="*/ 14 w 26"/>
                  <a:gd name="T29" fmla="*/ 6 h 30"/>
                  <a:gd name="T30" fmla="*/ 14 w 26"/>
                  <a:gd name="T31" fmla="*/ 6 h 30"/>
                  <a:gd name="T32" fmla="*/ 18 w 26"/>
                  <a:gd name="T33" fmla="*/ 4 h 30"/>
                  <a:gd name="T34" fmla="*/ 18 w 26"/>
                  <a:gd name="T35" fmla="*/ 4 h 30"/>
                  <a:gd name="T36" fmla="*/ 22 w 26"/>
                  <a:gd name="T37" fmla="*/ 0 h 30"/>
                  <a:gd name="T38" fmla="*/ 22 w 26"/>
                  <a:gd name="T39" fmla="*/ 4 h 30"/>
                  <a:gd name="T40" fmla="*/ 22 w 26"/>
                  <a:gd name="T41" fmla="*/ 6 h 30"/>
                  <a:gd name="T42" fmla="*/ 26 w 26"/>
                  <a:gd name="T43" fmla="*/ 6 h 30"/>
                  <a:gd name="T44" fmla="*/ 26 w 26"/>
                  <a:gd name="T45" fmla="*/ 10 h 30"/>
                  <a:gd name="T46" fmla="*/ 26 w 26"/>
                  <a:gd name="T47" fmla="*/ 14 h 30"/>
                  <a:gd name="T48" fmla="*/ 26 w 26"/>
                  <a:gd name="T49" fmla="*/ 18 h 30"/>
                  <a:gd name="T50" fmla="*/ 26 w 26"/>
                  <a:gd name="T51" fmla="*/ 22 h 30"/>
                  <a:gd name="T52" fmla="*/ 26 w 26"/>
                  <a:gd name="T53" fmla="*/ 22 h 30"/>
                  <a:gd name="T54" fmla="*/ 26 w 26"/>
                  <a:gd name="T55" fmla="*/ 22 h 30"/>
                  <a:gd name="T56" fmla="*/ 22 w 26"/>
                  <a:gd name="T57" fmla="*/ 22 h 30"/>
                  <a:gd name="T58" fmla="*/ 22 w 26"/>
                  <a:gd name="T59" fmla="*/ 22 h 30"/>
                  <a:gd name="T60" fmla="*/ 18 w 26"/>
                  <a:gd name="T61" fmla="*/ 22 h 30"/>
                  <a:gd name="T62" fmla="*/ 14 w 26"/>
                  <a:gd name="T63" fmla="*/ 26 h 30"/>
                  <a:gd name="T64" fmla="*/ 14 w 26"/>
                  <a:gd name="T65" fmla="*/ 22 h 30"/>
                  <a:gd name="T66" fmla="*/ 14 w 26"/>
                  <a:gd name="T67" fmla="*/ 30 h 30"/>
                  <a:gd name="T68" fmla="*/ 10 w 26"/>
                  <a:gd name="T69" fmla="*/ 30 h 30"/>
                  <a:gd name="T70" fmla="*/ 10 w 26"/>
                  <a:gd name="T71" fmla="*/ 30 h 30"/>
                  <a:gd name="T72" fmla="*/ 8 w 26"/>
                  <a:gd name="T73" fmla="*/ 30 h 30"/>
                  <a:gd name="T74" fmla="*/ 8 w 26"/>
                  <a:gd name="T75" fmla="*/ 30 h 30"/>
                  <a:gd name="T76" fmla="*/ 4 w 26"/>
                  <a:gd name="T77" fmla="*/ 30 h 30"/>
                  <a:gd name="T78" fmla="*/ 4 w 26"/>
                  <a:gd name="T79" fmla="*/ 30 h 30"/>
                  <a:gd name="T80" fmla="*/ 4 w 26"/>
                  <a:gd name="T81" fmla="*/ 30 h 30"/>
                  <a:gd name="T82" fmla="*/ 0 w 26"/>
                  <a:gd name="T83" fmla="*/ 26 h 30"/>
                  <a:gd name="T84" fmla="*/ 0 w 26"/>
                  <a:gd name="T85" fmla="*/ 30 h 30"/>
                  <a:gd name="T86" fmla="*/ 0 w 26"/>
                  <a:gd name="T87"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 h="30">
                    <a:moveTo>
                      <a:pt x="0" y="30"/>
                    </a:moveTo>
                    <a:lnTo>
                      <a:pt x="0" y="30"/>
                    </a:lnTo>
                    <a:lnTo>
                      <a:pt x="0" y="30"/>
                    </a:lnTo>
                    <a:lnTo>
                      <a:pt x="0" y="30"/>
                    </a:lnTo>
                    <a:lnTo>
                      <a:pt x="0" y="30"/>
                    </a:lnTo>
                    <a:lnTo>
                      <a:pt x="0" y="30"/>
                    </a:lnTo>
                    <a:lnTo>
                      <a:pt x="0" y="26"/>
                    </a:lnTo>
                    <a:lnTo>
                      <a:pt x="0" y="22"/>
                    </a:lnTo>
                    <a:lnTo>
                      <a:pt x="0" y="22"/>
                    </a:lnTo>
                    <a:lnTo>
                      <a:pt x="0" y="22"/>
                    </a:lnTo>
                    <a:lnTo>
                      <a:pt x="0" y="22"/>
                    </a:lnTo>
                    <a:lnTo>
                      <a:pt x="4" y="22"/>
                    </a:lnTo>
                    <a:lnTo>
                      <a:pt x="4" y="22"/>
                    </a:lnTo>
                    <a:lnTo>
                      <a:pt x="4" y="22"/>
                    </a:lnTo>
                    <a:lnTo>
                      <a:pt x="4" y="18"/>
                    </a:lnTo>
                    <a:lnTo>
                      <a:pt x="4" y="18"/>
                    </a:lnTo>
                    <a:lnTo>
                      <a:pt x="4" y="18"/>
                    </a:lnTo>
                    <a:lnTo>
                      <a:pt x="4" y="18"/>
                    </a:lnTo>
                    <a:lnTo>
                      <a:pt x="4" y="18"/>
                    </a:lnTo>
                    <a:lnTo>
                      <a:pt x="4" y="18"/>
                    </a:lnTo>
                    <a:lnTo>
                      <a:pt x="4" y="14"/>
                    </a:lnTo>
                    <a:lnTo>
                      <a:pt x="4" y="14"/>
                    </a:lnTo>
                    <a:lnTo>
                      <a:pt x="4" y="14"/>
                    </a:lnTo>
                    <a:lnTo>
                      <a:pt x="4" y="14"/>
                    </a:lnTo>
                    <a:lnTo>
                      <a:pt x="4" y="10"/>
                    </a:lnTo>
                    <a:lnTo>
                      <a:pt x="4" y="10"/>
                    </a:lnTo>
                    <a:lnTo>
                      <a:pt x="4" y="6"/>
                    </a:lnTo>
                    <a:lnTo>
                      <a:pt x="8" y="6"/>
                    </a:lnTo>
                    <a:lnTo>
                      <a:pt x="8" y="6"/>
                    </a:lnTo>
                    <a:lnTo>
                      <a:pt x="8" y="6"/>
                    </a:lnTo>
                    <a:lnTo>
                      <a:pt x="8" y="6"/>
                    </a:lnTo>
                    <a:lnTo>
                      <a:pt x="8" y="6"/>
                    </a:lnTo>
                    <a:lnTo>
                      <a:pt x="8" y="6"/>
                    </a:lnTo>
                    <a:lnTo>
                      <a:pt x="8" y="6"/>
                    </a:lnTo>
                    <a:lnTo>
                      <a:pt x="8" y="6"/>
                    </a:lnTo>
                    <a:lnTo>
                      <a:pt x="8" y="6"/>
                    </a:lnTo>
                    <a:lnTo>
                      <a:pt x="10" y="6"/>
                    </a:lnTo>
                    <a:lnTo>
                      <a:pt x="10" y="6"/>
                    </a:lnTo>
                    <a:lnTo>
                      <a:pt x="10" y="6"/>
                    </a:lnTo>
                    <a:lnTo>
                      <a:pt x="10" y="6"/>
                    </a:lnTo>
                    <a:lnTo>
                      <a:pt x="10" y="6"/>
                    </a:lnTo>
                    <a:lnTo>
                      <a:pt x="10" y="6"/>
                    </a:lnTo>
                    <a:lnTo>
                      <a:pt x="10" y="6"/>
                    </a:lnTo>
                    <a:lnTo>
                      <a:pt x="10" y="6"/>
                    </a:lnTo>
                    <a:lnTo>
                      <a:pt x="14" y="6"/>
                    </a:lnTo>
                    <a:lnTo>
                      <a:pt x="14" y="6"/>
                    </a:lnTo>
                    <a:lnTo>
                      <a:pt x="14" y="6"/>
                    </a:lnTo>
                    <a:lnTo>
                      <a:pt x="14" y="6"/>
                    </a:lnTo>
                    <a:lnTo>
                      <a:pt x="14" y="6"/>
                    </a:lnTo>
                    <a:lnTo>
                      <a:pt x="18" y="6"/>
                    </a:lnTo>
                    <a:lnTo>
                      <a:pt x="18" y="4"/>
                    </a:lnTo>
                    <a:lnTo>
                      <a:pt x="18" y="4"/>
                    </a:lnTo>
                    <a:lnTo>
                      <a:pt x="18" y="4"/>
                    </a:lnTo>
                    <a:lnTo>
                      <a:pt x="18" y="4"/>
                    </a:lnTo>
                    <a:lnTo>
                      <a:pt x="18" y="0"/>
                    </a:lnTo>
                    <a:lnTo>
                      <a:pt x="22" y="0"/>
                    </a:lnTo>
                    <a:lnTo>
                      <a:pt x="22" y="0"/>
                    </a:lnTo>
                    <a:lnTo>
                      <a:pt x="22" y="0"/>
                    </a:lnTo>
                    <a:lnTo>
                      <a:pt x="22" y="0"/>
                    </a:lnTo>
                    <a:lnTo>
                      <a:pt x="22" y="4"/>
                    </a:lnTo>
                    <a:lnTo>
                      <a:pt x="22" y="4"/>
                    </a:lnTo>
                    <a:lnTo>
                      <a:pt x="22" y="6"/>
                    </a:lnTo>
                    <a:lnTo>
                      <a:pt x="22" y="6"/>
                    </a:lnTo>
                    <a:lnTo>
                      <a:pt x="22" y="6"/>
                    </a:lnTo>
                    <a:lnTo>
                      <a:pt x="26" y="6"/>
                    </a:lnTo>
                    <a:lnTo>
                      <a:pt x="26" y="6"/>
                    </a:lnTo>
                    <a:lnTo>
                      <a:pt x="26" y="10"/>
                    </a:lnTo>
                    <a:lnTo>
                      <a:pt x="26" y="10"/>
                    </a:lnTo>
                    <a:lnTo>
                      <a:pt x="26" y="10"/>
                    </a:lnTo>
                    <a:lnTo>
                      <a:pt x="26" y="14"/>
                    </a:lnTo>
                    <a:lnTo>
                      <a:pt x="26" y="14"/>
                    </a:lnTo>
                    <a:lnTo>
                      <a:pt x="26" y="14"/>
                    </a:lnTo>
                    <a:lnTo>
                      <a:pt x="26" y="18"/>
                    </a:lnTo>
                    <a:lnTo>
                      <a:pt x="26" y="18"/>
                    </a:lnTo>
                    <a:lnTo>
                      <a:pt x="26" y="18"/>
                    </a:lnTo>
                    <a:lnTo>
                      <a:pt x="26" y="22"/>
                    </a:lnTo>
                    <a:lnTo>
                      <a:pt x="26" y="22"/>
                    </a:lnTo>
                    <a:lnTo>
                      <a:pt x="26" y="22"/>
                    </a:lnTo>
                    <a:lnTo>
                      <a:pt x="26" y="22"/>
                    </a:lnTo>
                    <a:lnTo>
                      <a:pt x="26" y="22"/>
                    </a:lnTo>
                    <a:lnTo>
                      <a:pt x="26" y="22"/>
                    </a:lnTo>
                    <a:lnTo>
                      <a:pt x="26" y="22"/>
                    </a:lnTo>
                    <a:lnTo>
                      <a:pt x="26" y="22"/>
                    </a:lnTo>
                    <a:lnTo>
                      <a:pt x="26" y="22"/>
                    </a:lnTo>
                    <a:lnTo>
                      <a:pt x="22" y="22"/>
                    </a:lnTo>
                    <a:lnTo>
                      <a:pt x="22" y="22"/>
                    </a:lnTo>
                    <a:lnTo>
                      <a:pt x="22" y="22"/>
                    </a:lnTo>
                    <a:lnTo>
                      <a:pt x="22" y="22"/>
                    </a:lnTo>
                    <a:lnTo>
                      <a:pt x="22" y="22"/>
                    </a:lnTo>
                    <a:lnTo>
                      <a:pt x="22" y="22"/>
                    </a:lnTo>
                    <a:lnTo>
                      <a:pt x="18" y="22"/>
                    </a:lnTo>
                    <a:lnTo>
                      <a:pt x="18" y="22"/>
                    </a:lnTo>
                    <a:lnTo>
                      <a:pt x="18" y="22"/>
                    </a:lnTo>
                    <a:lnTo>
                      <a:pt x="14" y="26"/>
                    </a:lnTo>
                    <a:lnTo>
                      <a:pt x="14" y="26"/>
                    </a:lnTo>
                    <a:lnTo>
                      <a:pt x="14" y="26"/>
                    </a:lnTo>
                    <a:lnTo>
                      <a:pt x="14" y="22"/>
                    </a:lnTo>
                    <a:lnTo>
                      <a:pt x="14" y="22"/>
                    </a:lnTo>
                    <a:lnTo>
                      <a:pt x="14" y="22"/>
                    </a:lnTo>
                    <a:lnTo>
                      <a:pt x="14" y="22"/>
                    </a:lnTo>
                    <a:lnTo>
                      <a:pt x="14" y="26"/>
                    </a:lnTo>
                    <a:lnTo>
                      <a:pt x="14" y="30"/>
                    </a:lnTo>
                    <a:lnTo>
                      <a:pt x="14" y="30"/>
                    </a:lnTo>
                    <a:lnTo>
                      <a:pt x="10" y="30"/>
                    </a:lnTo>
                    <a:lnTo>
                      <a:pt x="10" y="30"/>
                    </a:lnTo>
                    <a:lnTo>
                      <a:pt x="10" y="30"/>
                    </a:lnTo>
                    <a:lnTo>
                      <a:pt x="10" y="30"/>
                    </a:lnTo>
                    <a:lnTo>
                      <a:pt x="10" y="30"/>
                    </a:lnTo>
                    <a:lnTo>
                      <a:pt x="10" y="30"/>
                    </a:lnTo>
                    <a:lnTo>
                      <a:pt x="8" y="30"/>
                    </a:lnTo>
                    <a:lnTo>
                      <a:pt x="8" y="30"/>
                    </a:lnTo>
                    <a:lnTo>
                      <a:pt x="8" y="30"/>
                    </a:lnTo>
                    <a:lnTo>
                      <a:pt x="8" y="30"/>
                    </a:lnTo>
                    <a:lnTo>
                      <a:pt x="8" y="30"/>
                    </a:lnTo>
                    <a:lnTo>
                      <a:pt x="8" y="30"/>
                    </a:lnTo>
                    <a:lnTo>
                      <a:pt x="8" y="30"/>
                    </a:lnTo>
                    <a:lnTo>
                      <a:pt x="4" y="30"/>
                    </a:lnTo>
                    <a:lnTo>
                      <a:pt x="4" y="30"/>
                    </a:lnTo>
                    <a:lnTo>
                      <a:pt x="4" y="30"/>
                    </a:lnTo>
                    <a:lnTo>
                      <a:pt x="4" y="30"/>
                    </a:lnTo>
                    <a:lnTo>
                      <a:pt x="4" y="30"/>
                    </a:lnTo>
                    <a:lnTo>
                      <a:pt x="4" y="30"/>
                    </a:lnTo>
                    <a:lnTo>
                      <a:pt x="4" y="30"/>
                    </a:lnTo>
                    <a:lnTo>
                      <a:pt x="4" y="30"/>
                    </a:lnTo>
                    <a:lnTo>
                      <a:pt x="4" y="26"/>
                    </a:lnTo>
                    <a:lnTo>
                      <a:pt x="0" y="26"/>
                    </a:lnTo>
                    <a:lnTo>
                      <a:pt x="0" y="26"/>
                    </a:lnTo>
                    <a:lnTo>
                      <a:pt x="0" y="30"/>
                    </a:lnTo>
                    <a:lnTo>
                      <a:pt x="0" y="30"/>
                    </a:lnTo>
                    <a:lnTo>
                      <a:pt x="0" y="30"/>
                    </a:lnTo>
                    <a:lnTo>
                      <a:pt x="0" y="30"/>
                    </a:lnTo>
                    <a:lnTo>
                      <a:pt x="0" y="30"/>
                    </a:lnTo>
                    <a:lnTo>
                      <a:pt x="0"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0" name="Freeform 164"/>
              <p:cNvSpPr>
                <a:spLocks noEditPoints="1"/>
              </p:cNvSpPr>
              <p:nvPr/>
            </p:nvSpPr>
            <p:spPr bwMode="gray">
              <a:xfrm>
                <a:off x="4959966" y="4470988"/>
                <a:ext cx="20871" cy="45221"/>
              </a:xfrm>
              <a:custGeom>
                <a:avLst/>
                <a:gdLst>
                  <a:gd name="T0" fmla="*/ 12 w 12"/>
                  <a:gd name="T1" fmla="*/ 0 h 26"/>
                  <a:gd name="T2" fmla="*/ 12 w 12"/>
                  <a:gd name="T3" fmla="*/ 0 h 26"/>
                  <a:gd name="T4" fmla="*/ 12 w 12"/>
                  <a:gd name="T5" fmla="*/ 0 h 26"/>
                  <a:gd name="T6" fmla="*/ 12 w 12"/>
                  <a:gd name="T7" fmla="*/ 0 h 26"/>
                  <a:gd name="T8" fmla="*/ 12 w 12"/>
                  <a:gd name="T9" fmla="*/ 0 h 26"/>
                  <a:gd name="T10" fmla="*/ 12 w 12"/>
                  <a:gd name="T11" fmla="*/ 0 h 26"/>
                  <a:gd name="T12" fmla="*/ 12 w 12"/>
                  <a:gd name="T13" fmla="*/ 0 h 26"/>
                  <a:gd name="T14" fmla="*/ 12 w 12"/>
                  <a:gd name="T15" fmla="*/ 0 h 26"/>
                  <a:gd name="T16" fmla="*/ 12 w 12"/>
                  <a:gd name="T17" fmla="*/ 0 h 26"/>
                  <a:gd name="T18" fmla="*/ 12 w 12"/>
                  <a:gd name="T19" fmla="*/ 0 h 26"/>
                  <a:gd name="T20" fmla="*/ 12 w 12"/>
                  <a:gd name="T21" fmla="*/ 0 h 26"/>
                  <a:gd name="T22" fmla="*/ 12 w 12"/>
                  <a:gd name="T23" fmla="*/ 0 h 26"/>
                  <a:gd name="T24" fmla="*/ 12 w 12"/>
                  <a:gd name="T25" fmla="*/ 0 h 26"/>
                  <a:gd name="T26" fmla="*/ 0 w 12"/>
                  <a:gd name="T27" fmla="*/ 26 h 26"/>
                  <a:gd name="T28" fmla="*/ 0 w 12"/>
                  <a:gd name="T29" fmla="*/ 26 h 26"/>
                  <a:gd name="T30" fmla="*/ 0 w 12"/>
                  <a:gd name="T31" fmla="*/ 26 h 26"/>
                  <a:gd name="T32" fmla="*/ 0 w 12"/>
                  <a:gd name="T33" fmla="*/ 26 h 26"/>
                  <a:gd name="T34" fmla="*/ 0 w 12"/>
                  <a:gd name="T35" fmla="*/ 22 h 26"/>
                  <a:gd name="T36" fmla="*/ 0 w 12"/>
                  <a:gd name="T37" fmla="*/ 22 h 26"/>
                  <a:gd name="T38" fmla="*/ 0 w 12"/>
                  <a:gd name="T39" fmla="*/ 22 h 26"/>
                  <a:gd name="T40" fmla="*/ 0 w 12"/>
                  <a:gd name="T41" fmla="*/ 22 h 26"/>
                  <a:gd name="T42" fmla="*/ 0 w 12"/>
                  <a:gd name="T43" fmla="*/ 22 h 26"/>
                  <a:gd name="T44" fmla="*/ 0 w 12"/>
                  <a:gd name="T45" fmla="*/ 22 h 26"/>
                  <a:gd name="T46" fmla="*/ 0 w 12"/>
                  <a:gd name="T47" fmla="*/ 22 h 26"/>
                  <a:gd name="T48" fmla="*/ 4 w 12"/>
                  <a:gd name="T49" fmla="*/ 22 h 26"/>
                  <a:gd name="T50" fmla="*/ 4 w 12"/>
                  <a:gd name="T51" fmla="*/ 22 h 26"/>
                  <a:gd name="T52" fmla="*/ 4 w 12"/>
                  <a:gd name="T53" fmla="*/ 22 h 26"/>
                  <a:gd name="T54" fmla="*/ 4 w 12"/>
                  <a:gd name="T55" fmla="*/ 22 h 26"/>
                  <a:gd name="T56" fmla="*/ 4 w 12"/>
                  <a:gd name="T57" fmla="*/ 26 h 26"/>
                  <a:gd name="T58" fmla="*/ 0 w 12"/>
                  <a:gd name="T59" fmla="*/ 26 h 26"/>
                  <a:gd name="T60" fmla="*/ 0 w 12"/>
                  <a:gd name="T61" fmla="*/ 26 h 26"/>
                  <a:gd name="T62" fmla="*/ 0 w 12"/>
                  <a:gd name="T63" fmla="*/ 26 h 26"/>
                  <a:gd name="T64" fmla="*/ 0 w 12"/>
                  <a:gd name="T65" fmla="*/ 26 h 26"/>
                  <a:gd name="T66" fmla="*/ 0 w 12"/>
                  <a:gd name="T67" fmla="*/ 26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2" h="26">
                    <a:moveTo>
                      <a:pt x="12" y="0"/>
                    </a:moveTo>
                    <a:lnTo>
                      <a:pt x="12" y="0"/>
                    </a:lnTo>
                    <a:lnTo>
                      <a:pt x="12" y="0"/>
                    </a:lnTo>
                    <a:lnTo>
                      <a:pt x="12" y="0"/>
                    </a:lnTo>
                    <a:lnTo>
                      <a:pt x="12" y="0"/>
                    </a:lnTo>
                    <a:lnTo>
                      <a:pt x="12" y="0"/>
                    </a:lnTo>
                    <a:lnTo>
                      <a:pt x="12" y="0"/>
                    </a:lnTo>
                    <a:lnTo>
                      <a:pt x="12" y="0"/>
                    </a:lnTo>
                    <a:lnTo>
                      <a:pt x="12" y="0"/>
                    </a:lnTo>
                    <a:lnTo>
                      <a:pt x="12" y="0"/>
                    </a:lnTo>
                    <a:lnTo>
                      <a:pt x="12" y="0"/>
                    </a:lnTo>
                    <a:lnTo>
                      <a:pt x="12" y="0"/>
                    </a:lnTo>
                    <a:lnTo>
                      <a:pt x="12" y="0"/>
                    </a:lnTo>
                    <a:close/>
                    <a:moveTo>
                      <a:pt x="0" y="26"/>
                    </a:moveTo>
                    <a:lnTo>
                      <a:pt x="0" y="26"/>
                    </a:lnTo>
                    <a:lnTo>
                      <a:pt x="0" y="26"/>
                    </a:lnTo>
                    <a:lnTo>
                      <a:pt x="0" y="26"/>
                    </a:lnTo>
                    <a:lnTo>
                      <a:pt x="0" y="22"/>
                    </a:lnTo>
                    <a:lnTo>
                      <a:pt x="0" y="22"/>
                    </a:lnTo>
                    <a:lnTo>
                      <a:pt x="0" y="22"/>
                    </a:lnTo>
                    <a:lnTo>
                      <a:pt x="0" y="22"/>
                    </a:lnTo>
                    <a:lnTo>
                      <a:pt x="0" y="22"/>
                    </a:lnTo>
                    <a:lnTo>
                      <a:pt x="0" y="22"/>
                    </a:lnTo>
                    <a:lnTo>
                      <a:pt x="0" y="22"/>
                    </a:lnTo>
                    <a:lnTo>
                      <a:pt x="4" y="22"/>
                    </a:lnTo>
                    <a:lnTo>
                      <a:pt x="4" y="22"/>
                    </a:lnTo>
                    <a:lnTo>
                      <a:pt x="4" y="22"/>
                    </a:lnTo>
                    <a:lnTo>
                      <a:pt x="4" y="22"/>
                    </a:lnTo>
                    <a:lnTo>
                      <a:pt x="4" y="26"/>
                    </a:lnTo>
                    <a:lnTo>
                      <a:pt x="0" y="26"/>
                    </a:lnTo>
                    <a:lnTo>
                      <a:pt x="0" y="26"/>
                    </a:lnTo>
                    <a:lnTo>
                      <a:pt x="0" y="26"/>
                    </a:lnTo>
                    <a:lnTo>
                      <a:pt x="0" y="26"/>
                    </a:lnTo>
                    <a:lnTo>
                      <a:pt x="0"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1" name="Freeform 165"/>
              <p:cNvSpPr>
                <a:spLocks/>
              </p:cNvSpPr>
              <p:nvPr/>
            </p:nvSpPr>
            <p:spPr bwMode="gray">
              <a:xfrm>
                <a:off x="4365138" y="4018781"/>
                <a:ext cx="156534" cy="132184"/>
              </a:xfrm>
              <a:custGeom>
                <a:avLst/>
                <a:gdLst>
                  <a:gd name="T0" fmla="*/ 82 w 90"/>
                  <a:gd name="T1" fmla="*/ 76 h 76"/>
                  <a:gd name="T2" fmla="*/ 78 w 90"/>
                  <a:gd name="T3" fmla="*/ 76 h 76"/>
                  <a:gd name="T4" fmla="*/ 70 w 90"/>
                  <a:gd name="T5" fmla="*/ 76 h 76"/>
                  <a:gd name="T6" fmla="*/ 64 w 90"/>
                  <a:gd name="T7" fmla="*/ 74 h 76"/>
                  <a:gd name="T8" fmla="*/ 60 w 90"/>
                  <a:gd name="T9" fmla="*/ 70 h 76"/>
                  <a:gd name="T10" fmla="*/ 44 w 90"/>
                  <a:gd name="T11" fmla="*/ 70 h 76"/>
                  <a:gd name="T12" fmla="*/ 30 w 90"/>
                  <a:gd name="T13" fmla="*/ 74 h 76"/>
                  <a:gd name="T14" fmla="*/ 22 w 90"/>
                  <a:gd name="T15" fmla="*/ 74 h 76"/>
                  <a:gd name="T16" fmla="*/ 14 w 90"/>
                  <a:gd name="T17" fmla="*/ 76 h 76"/>
                  <a:gd name="T18" fmla="*/ 14 w 90"/>
                  <a:gd name="T19" fmla="*/ 70 h 76"/>
                  <a:gd name="T20" fmla="*/ 22 w 90"/>
                  <a:gd name="T21" fmla="*/ 74 h 76"/>
                  <a:gd name="T22" fmla="*/ 26 w 90"/>
                  <a:gd name="T23" fmla="*/ 74 h 76"/>
                  <a:gd name="T24" fmla="*/ 30 w 90"/>
                  <a:gd name="T25" fmla="*/ 70 h 76"/>
                  <a:gd name="T26" fmla="*/ 30 w 90"/>
                  <a:gd name="T27" fmla="*/ 70 h 76"/>
                  <a:gd name="T28" fmla="*/ 26 w 90"/>
                  <a:gd name="T29" fmla="*/ 70 h 76"/>
                  <a:gd name="T30" fmla="*/ 22 w 90"/>
                  <a:gd name="T31" fmla="*/ 70 h 76"/>
                  <a:gd name="T32" fmla="*/ 14 w 90"/>
                  <a:gd name="T33" fmla="*/ 70 h 76"/>
                  <a:gd name="T34" fmla="*/ 12 w 90"/>
                  <a:gd name="T35" fmla="*/ 74 h 76"/>
                  <a:gd name="T36" fmla="*/ 12 w 90"/>
                  <a:gd name="T37" fmla="*/ 66 h 76"/>
                  <a:gd name="T38" fmla="*/ 26 w 90"/>
                  <a:gd name="T39" fmla="*/ 62 h 76"/>
                  <a:gd name="T40" fmla="*/ 34 w 90"/>
                  <a:gd name="T41" fmla="*/ 58 h 76"/>
                  <a:gd name="T42" fmla="*/ 38 w 90"/>
                  <a:gd name="T43" fmla="*/ 54 h 76"/>
                  <a:gd name="T44" fmla="*/ 42 w 90"/>
                  <a:gd name="T45" fmla="*/ 58 h 76"/>
                  <a:gd name="T46" fmla="*/ 44 w 90"/>
                  <a:gd name="T47" fmla="*/ 62 h 76"/>
                  <a:gd name="T48" fmla="*/ 52 w 90"/>
                  <a:gd name="T49" fmla="*/ 58 h 76"/>
                  <a:gd name="T50" fmla="*/ 56 w 90"/>
                  <a:gd name="T51" fmla="*/ 54 h 76"/>
                  <a:gd name="T52" fmla="*/ 48 w 90"/>
                  <a:gd name="T53" fmla="*/ 54 h 76"/>
                  <a:gd name="T54" fmla="*/ 44 w 90"/>
                  <a:gd name="T55" fmla="*/ 54 h 76"/>
                  <a:gd name="T56" fmla="*/ 42 w 90"/>
                  <a:gd name="T57" fmla="*/ 54 h 76"/>
                  <a:gd name="T58" fmla="*/ 42 w 90"/>
                  <a:gd name="T59" fmla="*/ 52 h 76"/>
                  <a:gd name="T60" fmla="*/ 34 w 90"/>
                  <a:gd name="T61" fmla="*/ 52 h 76"/>
                  <a:gd name="T62" fmla="*/ 30 w 90"/>
                  <a:gd name="T63" fmla="*/ 54 h 76"/>
                  <a:gd name="T64" fmla="*/ 14 w 90"/>
                  <a:gd name="T65" fmla="*/ 54 h 76"/>
                  <a:gd name="T66" fmla="*/ 14 w 90"/>
                  <a:gd name="T67" fmla="*/ 52 h 76"/>
                  <a:gd name="T68" fmla="*/ 14 w 90"/>
                  <a:gd name="T69" fmla="*/ 48 h 76"/>
                  <a:gd name="T70" fmla="*/ 18 w 90"/>
                  <a:gd name="T71" fmla="*/ 44 h 76"/>
                  <a:gd name="T72" fmla="*/ 14 w 90"/>
                  <a:gd name="T73" fmla="*/ 48 h 76"/>
                  <a:gd name="T74" fmla="*/ 12 w 90"/>
                  <a:gd name="T75" fmla="*/ 40 h 76"/>
                  <a:gd name="T76" fmla="*/ 8 w 90"/>
                  <a:gd name="T77" fmla="*/ 36 h 76"/>
                  <a:gd name="T78" fmla="*/ 4 w 90"/>
                  <a:gd name="T79" fmla="*/ 36 h 76"/>
                  <a:gd name="T80" fmla="*/ 8 w 90"/>
                  <a:gd name="T81" fmla="*/ 32 h 76"/>
                  <a:gd name="T82" fmla="*/ 12 w 90"/>
                  <a:gd name="T83" fmla="*/ 22 h 76"/>
                  <a:gd name="T84" fmla="*/ 14 w 90"/>
                  <a:gd name="T85" fmla="*/ 18 h 76"/>
                  <a:gd name="T86" fmla="*/ 18 w 90"/>
                  <a:gd name="T87" fmla="*/ 6 h 76"/>
                  <a:gd name="T88" fmla="*/ 22 w 90"/>
                  <a:gd name="T89" fmla="*/ 2 h 76"/>
                  <a:gd name="T90" fmla="*/ 30 w 90"/>
                  <a:gd name="T91" fmla="*/ 2 h 76"/>
                  <a:gd name="T92" fmla="*/ 38 w 90"/>
                  <a:gd name="T93" fmla="*/ 2 h 76"/>
                  <a:gd name="T94" fmla="*/ 44 w 90"/>
                  <a:gd name="T95" fmla="*/ 2 h 76"/>
                  <a:gd name="T96" fmla="*/ 56 w 90"/>
                  <a:gd name="T97" fmla="*/ 10 h 76"/>
                  <a:gd name="T98" fmla="*/ 60 w 90"/>
                  <a:gd name="T99" fmla="*/ 14 h 76"/>
                  <a:gd name="T100" fmla="*/ 68 w 90"/>
                  <a:gd name="T101" fmla="*/ 26 h 76"/>
                  <a:gd name="T102" fmla="*/ 68 w 90"/>
                  <a:gd name="T103" fmla="*/ 28 h 76"/>
                  <a:gd name="T104" fmla="*/ 74 w 90"/>
                  <a:gd name="T105" fmla="*/ 32 h 76"/>
                  <a:gd name="T106" fmla="*/ 78 w 90"/>
                  <a:gd name="T107" fmla="*/ 40 h 76"/>
                  <a:gd name="T108" fmla="*/ 82 w 90"/>
                  <a:gd name="T109" fmla="*/ 48 h 76"/>
                  <a:gd name="T110" fmla="*/ 78 w 90"/>
                  <a:gd name="T111" fmla="*/ 52 h 76"/>
                  <a:gd name="T112" fmla="*/ 82 w 90"/>
                  <a:gd name="T113" fmla="*/ 58 h 76"/>
                  <a:gd name="T114" fmla="*/ 86 w 90"/>
                  <a:gd name="T115" fmla="*/ 62 h 76"/>
                  <a:gd name="T116" fmla="*/ 90 w 90"/>
                  <a:gd name="T117" fmla="*/ 7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0" h="76">
                    <a:moveTo>
                      <a:pt x="90" y="74"/>
                    </a:moveTo>
                    <a:lnTo>
                      <a:pt x="90" y="74"/>
                    </a:lnTo>
                    <a:lnTo>
                      <a:pt x="86" y="74"/>
                    </a:lnTo>
                    <a:lnTo>
                      <a:pt x="86" y="74"/>
                    </a:lnTo>
                    <a:lnTo>
                      <a:pt x="86" y="74"/>
                    </a:lnTo>
                    <a:lnTo>
                      <a:pt x="86" y="74"/>
                    </a:lnTo>
                    <a:lnTo>
                      <a:pt x="86" y="76"/>
                    </a:lnTo>
                    <a:lnTo>
                      <a:pt x="82" y="76"/>
                    </a:lnTo>
                    <a:lnTo>
                      <a:pt x="82" y="76"/>
                    </a:lnTo>
                    <a:lnTo>
                      <a:pt x="82" y="76"/>
                    </a:lnTo>
                    <a:lnTo>
                      <a:pt x="82" y="74"/>
                    </a:lnTo>
                    <a:lnTo>
                      <a:pt x="78" y="74"/>
                    </a:lnTo>
                    <a:lnTo>
                      <a:pt x="78" y="76"/>
                    </a:lnTo>
                    <a:lnTo>
                      <a:pt x="78" y="76"/>
                    </a:lnTo>
                    <a:lnTo>
                      <a:pt x="78" y="76"/>
                    </a:lnTo>
                    <a:lnTo>
                      <a:pt x="78" y="76"/>
                    </a:lnTo>
                    <a:lnTo>
                      <a:pt x="74" y="76"/>
                    </a:lnTo>
                    <a:lnTo>
                      <a:pt x="74" y="76"/>
                    </a:lnTo>
                    <a:lnTo>
                      <a:pt x="74" y="76"/>
                    </a:lnTo>
                    <a:lnTo>
                      <a:pt x="74" y="76"/>
                    </a:lnTo>
                    <a:lnTo>
                      <a:pt x="74" y="74"/>
                    </a:lnTo>
                    <a:lnTo>
                      <a:pt x="74" y="74"/>
                    </a:lnTo>
                    <a:lnTo>
                      <a:pt x="70" y="76"/>
                    </a:lnTo>
                    <a:lnTo>
                      <a:pt x="70" y="76"/>
                    </a:lnTo>
                    <a:lnTo>
                      <a:pt x="70" y="74"/>
                    </a:lnTo>
                    <a:lnTo>
                      <a:pt x="68" y="74"/>
                    </a:lnTo>
                    <a:lnTo>
                      <a:pt x="68" y="74"/>
                    </a:lnTo>
                    <a:lnTo>
                      <a:pt x="68" y="74"/>
                    </a:lnTo>
                    <a:lnTo>
                      <a:pt x="68" y="74"/>
                    </a:lnTo>
                    <a:lnTo>
                      <a:pt x="68" y="74"/>
                    </a:lnTo>
                    <a:lnTo>
                      <a:pt x="68" y="74"/>
                    </a:lnTo>
                    <a:lnTo>
                      <a:pt x="64" y="74"/>
                    </a:lnTo>
                    <a:lnTo>
                      <a:pt x="64" y="74"/>
                    </a:lnTo>
                    <a:lnTo>
                      <a:pt x="64" y="74"/>
                    </a:lnTo>
                    <a:lnTo>
                      <a:pt x="64" y="74"/>
                    </a:lnTo>
                    <a:lnTo>
                      <a:pt x="68" y="74"/>
                    </a:lnTo>
                    <a:lnTo>
                      <a:pt x="64" y="70"/>
                    </a:lnTo>
                    <a:lnTo>
                      <a:pt x="64" y="70"/>
                    </a:lnTo>
                    <a:lnTo>
                      <a:pt x="60" y="70"/>
                    </a:lnTo>
                    <a:lnTo>
                      <a:pt x="60" y="70"/>
                    </a:lnTo>
                    <a:lnTo>
                      <a:pt x="56" y="70"/>
                    </a:lnTo>
                    <a:lnTo>
                      <a:pt x="56" y="70"/>
                    </a:lnTo>
                    <a:lnTo>
                      <a:pt x="52" y="70"/>
                    </a:lnTo>
                    <a:lnTo>
                      <a:pt x="52" y="70"/>
                    </a:lnTo>
                    <a:lnTo>
                      <a:pt x="48" y="70"/>
                    </a:lnTo>
                    <a:lnTo>
                      <a:pt x="48" y="70"/>
                    </a:lnTo>
                    <a:lnTo>
                      <a:pt x="44" y="70"/>
                    </a:lnTo>
                    <a:lnTo>
                      <a:pt x="44" y="70"/>
                    </a:lnTo>
                    <a:lnTo>
                      <a:pt x="42" y="70"/>
                    </a:lnTo>
                    <a:lnTo>
                      <a:pt x="42" y="70"/>
                    </a:lnTo>
                    <a:lnTo>
                      <a:pt x="38" y="70"/>
                    </a:lnTo>
                    <a:lnTo>
                      <a:pt x="34" y="70"/>
                    </a:lnTo>
                    <a:lnTo>
                      <a:pt x="34" y="70"/>
                    </a:lnTo>
                    <a:lnTo>
                      <a:pt x="34" y="74"/>
                    </a:lnTo>
                    <a:lnTo>
                      <a:pt x="30" y="74"/>
                    </a:lnTo>
                    <a:lnTo>
                      <a:pt x="30" y="74"/>
                    </a:lnTo>
                    <a:lnTo>
                      <a:pt x="26" y="74"/>
                    </a:lnTo>
                    <a:lnTo>
                      <a:pt x="26" y="74"/>
                    </a:lnTo>
                    <a:lnTo>
                      <a:pt x="26" y="74"/>
                    </a:lnTo>
                    <a:lnTo>
                      <a:pt x="22" y="74"/>
                    </a:lnTo>
                    <a:lnTo>
                      <a:pt x="22" y="74"/>
                    </a:lnTo>
                    <a:lnTo>
                      <a:pt x="22" y="74"/>
                    </a:lnTo>
                    <a:lnTo>
                      <a:pt x="22" y="74"/>
                    </a:lnTo>
                    <a:lnTo>
                      <a:pt x="22" y="74"/>
                    </a:lnTo>
                    <a:lnTo>
                      <a:pt x="22" y="74"/>
                    </a:lnTo>
                    <a:lnTo>
                      <a:pt x="18" y="74"/>
                    </a:lnTo>
                    <a:lnTo>
                      <a:pt x="18" y="76"/>
                    </a:lnTo>
                    <a:lnTo>
                      <a:pt x="14" y="76"/>
                    </a:lnTo>
                    <a:lnTo>
                      <a:pt x="14" y="76"/>
                    </a:lnTo>
                    <a:lnTo>
                      <a:pt x="14" y="76"/>
                    </a:lnTo>
                    <a:lnTo>
                      <a:pt x="14" y="76"/>
                    </a:lnTo>
                    <a:lnTo>
                      <a:pt x="14" y="76"/>
                    </a:lnTo>
                    <a:lnTo>
                      <a:pt x="14" y="76"/>
                    </a:lnTo>
                    <a:lnTo>
                      <a:pt x="14" y="76"/>
                    </a:lnTo>
                    <a:lnTo>
                      <a:pt x="12" y="74"/>
                    </a:lnTo>
                    <a:lnTo>
                      <a:pt x="12" y="74"/>
                    </a:lnTo>
                    <a:lnTo>
                      <a:pt x="12" y="74"/>
                    </a:lnTo>
                    <a:lnTo>
                      <a:pt x="12" y="74"/>
                    </a:lnTo>
                    <a:lnTo>
                      <a:pt x="12" y="74"/>
                    </a:lnTo>
                    <a:lnTo>
                      <a:pt x="14" y="70"/>
                    </a:lnTo>
                    <a:lnTo>
                      <a:pt x="14" y="74"/>
                    </a:lnTo>
                    <a:lnTo>
                      <a:pt x="18" y="74"/>
                    </a:lnTo>
                    <a:lnTo>
                      <a:pt x="18" y="74"/>
                    </a:lnTo>
                    <a:lnTo>
                      <a:pt x="18" y="74"/>
                    </a:lnTo>
                    <a:lnTo>
                      <a:pt x="18" y="74"/>
                    </a:lnTo>
                    <a:lnTo>
                      <a:pt x="18" y="74"/>
                    </a:lnTo>
                    <a:lnTo>
                      <a:pt x="22" y="74"/>
                    </a:lnTo>
                    <a:lnTo>
                      <a:pt x="22" y="74"/>
                    </a:lnTo>
                    <a:lnTo>
                      <a:pt x="22" y="70"/>
                    </a:lnTo>
                    <a:lnTo>
                      <a:pt x="22" y="70"/>
                    </a:lnTo>
                    <a:lnTo>
                      <a:pt x="22" y="74"/>
                    </a:lnTo>
                    <a:lnTo>
                      <a:pt x="26" y="74"/>
                    </a:lnTo>
                    <a:lnTo>
                      <a:pt x="26" y="74"/>
                    </a:lnTo>
                    <a:lnTo>
                      <a:pt x="26" y="74"/>
                    </a:lnTo>
                    <a:lnTo>
                      <a:pt x="26" y="74"/>
                    </a:lnTo>
                    <a:lnTo>
                      <a:pt x="26" y="74"/>
                    </a:lnTo>
                    <a:lnTo>
                      <a:pt x="26" y="74"/>
                    </a:lnTo>
                    <a:lnTo>
                      <a:pt x="30" y="74"/>
                    </a:lnTo>
                    <a:lnTo>
                      <a:pt x="30" y="74"/>
                    </a:lnTo>
                    <a:lnTo>
                      <a:pt x="30" y="74"/>
                    </a:lnTo>
                    <a:lnTo>
                      <a:pt x="30" y="70"/>
                    </a:lnTo>
                    <a:lnTo>
                      <a:pt x="30" y="70"/>
                    </a:lnTo>
                    <a:lnTo>
                      <a:pt x="30" y="70"/>
                    </a:lnTo>
                    <a:lnTo>
                      <a:pt x="30" y="70"/>
                    </a:lnTo>
                    <a:lnTo>
                      <a:pt x="30" y="70"/>
                    </a:lnTo>
                    <a:lnTo>
                      <a:pt x="34" y="70"/>
                    </a:lnTo>
                    <a:lnTo>
                      <a:pt x="34" y="66"/>
                    </a:lnTo>
                    <a:lnTo>
                      <a:pt x="30" y="66"/>
                    </a:lnTo>
                    <a:lnTo>
                      <a:pt x="30" y="70"/>
                    </a:lnTo>
                    <a:lnTo>
                      <a:pt x="30" y="70"/>
                    </a:lnTo>
                    <a:lnTo>
                      <a:pt x="30" y="70"/>
                    </a:lnTo>
                    <a:lnTo>
                      <a:pt x="30" y="70"/>
                    </a:lnTo>
                    <a:lnTo>
                      <a:pt x="30" y="70"/>
                    </a:lnTo>
                    <a:lnTo>
                      <a:pt x="30" y="70"/>
                    </a:lnTo>
                    <a:lnTo>
                      <a:pt x="30" y="74"/>
                    </a:lnTo>
                    <a:lnTo>
                      <a:pt x="30" y="74"/>
                    </a:lnTo>
                    <a:lnTo>
                      <a:pt x="30" y="74"/>
                    </a:lnTo>
                    <a:lnTo>
                      <a:pt x="30" y="74"/>
                    </a:lnTo>
                    <a:lnTo>
                      <a:pt x="26" y="70"/>
                    </a:lnTo>
                    <a:lnTo>
                      <a:pt x="26" y="70"/>
                    </a:lnTo>
                    <a:lnTo>
                      <a:pt x="26" y="74"/>
                    </a:lnTo>
                    <a:lnTo>
                      <a:pt x="26" y="74"/>
                    </a:lnTo>
                    <a:lnTo>
                      <a:pt x="22" y="70"/>
                    </a:lnTo>
                    <a:lnTo>
                      <a:pt x="22" y="70"/>
                    </a:lnTo>
                    <a:lnTo>
                      <a:pt x="22" y="70"/>
                    </a:lnTo>
                    <a:lnTo>
                      <a:pt x="22" y="70"/>
                    </a:lnTo>
                    <a:lnTo>
                      <a:pt x="22" y="70"/>
                    </a:lnTo>
                    <a:lnTo>
                      <a:pt x="22" y="70"/>
                    </a:lnTo>
                    <a:lnTo>
                      <a:pt x="22" y="74"/>
                    </a:lnTo>
                    <a:lnTo>
                      <a:pt x="22" y="70"/>
                    </a:lnTo>
                    <a:lnTo>
                      <a:pt x="18" y="74"/>
                    </a:lnTo>
                    <a:lnTo>
                      <a:pt x="18" y="74"/>
                    </a:lnTo>
                    <a:lnTo>
                      <a:pt x="18" y="74"/>
                    </a:lnTo>
                    <a:lnTo>
                      <a:pt x="18" y="74"/>
                    </a:lnTo>
                    <a:lnTo>
                      <a:pt x="18" y="74"/>
                    </a:lnTo>
                    <a:lnTo>
                      <a:pt x="14" y="70"/>
                    </a:lnTo>
                    <a:lnTo>
                      <a:pt x="14" y="70"/>
                    </a:lnTo>
                    <a:lnTo>
                      <a:pt x="14" y="70"/>
                    </a:lnTo>
                    <a:lnTo>
                      <a:pt x="14" y="70"/>
                    </a:lnTo>
                    <a:lnTo>
                      <a:pt x="14" y="70"/>
                    </a:lnTo>
                    <a:lnTo>
                      <a:pt x="14" y="70"/>
                    </a:lnTo>
                    <a:lnTo>
                      <a:pt x="14" y="70"/>
                    </a:lnTo>
                    <a:lnTo>
                      <a:pt x="14" y="74"/>
                    </a:lnTo>
                    <a:lnTo>
                      <a:pt x="12" y="74"/>
                    </a:lnTo>
                    <a:lnTo>
                      <a:pt x="12" y="74"/>
                    </a:lnTo>
                    <a:lnTo>
                      <a:pt x="12" y="70"/>
                    </a:lnTo>
                    <a:lnTo>
                      <a:pt x="12" y="70"/>
                    </a:lnTo>
                    <a:lnTo>
                      <a:pt x="12" y="66"/>
                    </a:lnTo>
                    <a:lnTo>
                      <a:pt x="12" y="66"/>
                    </a:lnTo>
                    <a:lnTo>
                      <a:pt x="12" y="66"/>
                    </a:lnTo>
                    <a:lnTo>
                      <a:pt x="12" y="66"/>
                    </a:lnTo>
                    <a:lnTo>
                      <a:pt x="12" y="66"/>
                    </a:lnTo>
                    <a:lnTo>
                      <a:pt x="12" y="62"/>
                    </a:lnTo>
                    <a:lnTo>
                      <a:pt x="12" y="62"/>
                    </a:lnTo>
                    <a:lnTo>
                      <a:pt x="14" y="62"/>
                    </a:lnTo>
                    <a:lnTo>
                      <a:pt x="14" y="62"/>
                    </a:lnTo>
                    <a:lnTo>
                      <a:pt x="22" y="62"/>
                    </a:lnTo>
                    <a:lnTo>
                      <a:pt x="26" y="62"/>
                    </a:lnTo>
                    <a:lnTo>
                      <a:pt x="26" y="62"/>
                    </a:lnTo>
                    <a:lnTo>
                      <a:pt x="26" y="62"/>
                    </a:lnTo>
                    <a:lnTo>
                      <a:pt x="26" y="62"/>
                    </a:lnTo>
                    <a:lnTo>
                      <a:pt x="26" y="58"/>
                    </a:lnTo>
                    <a:lnTo>
                      <a:pt x="30" y="58"/>
                    </a:lnTo>
                    <a:lnTo>
                      <a:pt x="34" y="58"/>
                    </a:lnTo>
                    <a:lnTo>
                      <a:pt x="34" y="58"/>
                    </a:lnTo>
                    <a:lnTo>
                      <a:pt x="34" y="58"/>
                    </a:lnTo>
                    <a:lnTo>
                      <a:pt x="34" y="58"/>
                    </a:lnTo>
                    <a:lnTo>
                      <a:pt x="34" y="58"/>
                    </a:lnTo>
                    <a:lnTo>
                      <a:pt x="34" y="58"/>
                    </a:lnTo>
                    <a:lnTo>
                      <a:pt x="34" y="58"/>
                    </a:lnTo>
                    <a:lnTo>
                      <a:pt x="34" y="58"/>
                    </a:lnTo>
                    <a:lnTo>
                      <a:pt x="34" y="54"/>
                    </a:lnTo>
                    <a:lnTo>
                      <a:pt x="34" y="54"/>
                    </a:lnTo>
                    <a:lnTo>
                      <a:pt x="34" y="54"/>
                    </a:lnTo>
                    <a:lnTo>
                      <a:pt x="38" y="54"/>
                    </a:lnTo>
                    <a:lnTo>
                      <a:pt x="38" y="54"/>
                    </a:lnTo>
                    <a:lnTo>
                      <a:pt x="38" y="54"/>
                    </a:lnTo>
                    <a:lnTo>
                      <a:pt x="38" y="54"/>
                    </a:lnTo>
                    <a:lnTo>
                      <a:pt x="38" y="54"/>
                    </a:lnTo>
                    <a:lnTo>
                      <a:pt x="38" y="54"/>
                    </a:lnTo>
                    <a:lnTo>
                      <a:pt x="38" y="58"/>
                    </a:lnTo>
                    <a:lnTo>
                      <a:pt x="38" y="58"/>
                    </a:lnTo>
                    <a:lnTo>
                      <a:pt x="42" y="58"/>
                    </a:lnTo>
                    <a:lnTo>
                      <a:pt x="42" y="58"/>
                    </a:lnTo>
                    <a:lnTo>
                      <a:pt x="42" y="58"/>
                    </a:lnTo>
                    <a:lnTo>
                      <a:pt x="42" y="58"/>
                    </a:lnTo>
                    <a:lnTo>
                      <a:pt x="42" y="58"/>
                    </a:lnTo>
                    <a:lnTo>
                      <a:pt x="42" y="58"/>
                    </a:lnTo>
                    <a:lnTo>
                      <a:pt x="42" y="58"/>
                    </a:lnTo>
                    <a:lnTo>
                      <a:pt x="44" y="58"/>
                    </a:lnTo>
                    <a:lnTo>
                      <a:pt x="44" y="58"/>
                    </a:lnTo>
                    <a:lnTo>
                      <a:pt x="44" y="62"/>
                    </a:lnTo>
                    <a:lnTo>
                      <a:pt x="48" y="62"/>
                    </a:lnTo>
                    <a:lnTo>
                      <a:pt x="48" y="62"/>
                    </a:lnTo>
                    <a:lnTo>
                      <a:pt x="48" y="62"/>
                    </a:lnTo>
                    <a:lnTo>
                      <a:pt x="48" y="62"/>
                    </a:lnTo>
                    <a:lnTo>
                      <a:pt x="48" y="58"/>
                    </a:lnTo>
                    <a:lnTo>
                      <a:pt x="52" y="58"/>
                    </a:lnTo>
                    <a:lnTo>
                      <a:pt x="52" y="58"/>
                    </a:lnTo>
                    <a:lnTo>
                      <a:pt x="52" y="58"/>
                    </a:lnTo>
                    <a:lnTo>
                      <a:pt x="52" y="58"/>
                    </a:lnTo>
                    <a:lnTo>
                      <a:pt x="52" y="58"/>
                    </a:lnTo>
                    <a:lnTo>
                      <a:pt x="52" y="58"/>
                    </a:lnTo>
                    <a:lnTo>
                      <a:pt x="56" y="58"/>
                    </a:lnTo>
                    <a:lnTo>
                      <a:pt x="56" y="58"/>
                    </a:lnTo>
                    <a:lnTo>
                      <a:pt x="56" y="58"/>
                    </a:lnTo>
                    <a:lnTo>
                      <a:pt x="56" y="58"/>
                    </a:lnTo>
                    <a:lnTo>
                      <a:pt x="56" y="54"/>
                    </a:lnTo>
                    <a:lnTo>
                      <a:pt x="52" y="54"/>
                    </a:lnTo>
                    <a:lnTo>
                      <a:pt x="52" y="54"/>
                    </a:lnTo>
                    <a:lnTo>
                      <a:pt x="52" y="54"/>
                    </a:lnTo>
                    <a:lnTo>
                      <a:pt x="52" y="54"/>
                    </a:lnTo>
                    <a:lnTo>
                      <a:pt x="52" y="54"/>
                    </a:lnTo>
                    <a:lnTo>
                      <a:pt x="52" y="54"/>
                    </a:lnTo>
                    <a:lnTo>
                      <a:pt x="48" y="54"/>
                    </a:lnTo>
                    <a:lnTo>
                      <a:pt x="48" y="54"/>
                    </a:lnTo>
                    <a:lnTo>
                      <a:pt x="48" y="54"/>
                    </a:lnTo>
                    <a:lnTo>
                      <a:pt x="48" y="54"/>
                    </a:lnTo>
                    <a:lnTo>
                      <a:pt x="48" y="58"/>
                    </a:lnTo>
                    <a:lnTo>
                      <a:pt x="44" y="58"/>
                    </a:lnTo>
                    <a:lnTo>
                      <a:pt x="44" y="54"/>
                    </a:lnTo>
                    <a:lnTo>
                      <a:pt x="44" y="54"/>
                    </a:lnTo>
                    <a:lnTo>
                      <a:pt x="44" y="54"/>
                    </a:lnTo>
                    <a:lnTo>
                      <a:pt x="44" y="54"/>
                    </a:lnTo>
                    <a:lnTo>
                      <a:pt x="44" y="54"/>
                    </a:lnTo>
                    <a:lnTo>
                      <a:pt x="44" y="54"/>
                    </a:lnTo>
                    <a:lnTo>
                      <a:pt x="44" y="54"/>
                    </a:lnTo>
                    <a:lnTo>
                      <a:pt x="44" y="54"/>
                    </a:lnTo>
                    <a:lnTo>
                      <a:pt x="44" y="54"/>
                    </a:lnTo>
                    <a:lnTo>
                      <a:pt x="44" y="54"/>
                    </a:lnTo>
                    <a:lnTo>
                      <a:pt x="44" y="54"/>
                    </a:lnTo>
                    <a:lnTo>
                      <a:pt x="42" y="54"/>
                    </a:lnTo>
                    <a:lnTo>
                      <a:pt x="42" y="54"/>
                    </a:lnTo>
                    <a:lnTo>
                      <a:pt x="42" y="54"/>
                    </a:lnTo>
                    <a:lnTo>
                      <a:pt x="42" y="54"/>
                    </a:lnTo>
                    <a:lnTo>
                      <a:pt x="42" y="54"/>
                    </a:lnTo>
                    <a:lnTo>
                      <a:pt x="42" y="54"/>
                    </a:lnTo>
                    <a:lnTo>
                      <a:pt x="42" y="52"/>
                    </a:lnTo>
                    <a:lnTo>
                      <a:pt x="42" y="52"/>
                    </a:lnTo>
                    <a:lnTo>
                      <a:pt x="42" y="52"/>
                    </a:lnTo>
                    <a:lnTo>
                      <a:pt x="42" y="52"/>
                    </a:lnTo>
                    <a:lnTo>
                      <a:pt x="42" y="52"/>
                    </a:lnTo>
                    <a:lnTo>
                      <a:pt x="42" y="52"/>
                    </a:lnTo>
                    <a:lnTo>
                      <a:pt x="38" y="52"/>
                    </a:lnTo>
                    <a:lnTo>
                      <a:pt x="38" y="52"/>
                    </a:lnTo>
                    <a:lnTo>
                      <a:pt x="34" y="52"/>
                    </a:lnTo>
                    <a:lnTo>
                      <a:pt x="34" y="52"/>
                    </a:lnTo>
                    <a:lnTo>
                      <a:pt x="34" y="52"/>
                    </a:lnTo>
                    <a:lnTo>
                      <a:pt x="34" y="52"/>
                    </a:lnTo>
                    <a:lnTo>
                      <a:pt x="34" y="52"/>
                    </a:lnTo>
                    <a:lnTo>
                      <a:pt x="34" y="52"/>
                    </a:lnTo>
                    <a:lnTo>
                      <a:pt x="34" y="52"/>
                    </a:lnTo>
                    <a:lnTo>
                      <a:pt x="30" y="52"/>
                    </a:lnTo>
                    <a:lnTo>
                      <a:pt x="30" y="52"/>
                    </a:lnTo>
                    <a:lnTo>
                      <a:pt x="30" y="52"/>
                    </a:lnTo>
                    <a:lnTo>
                      <a:pt x="30" y="54"/>
                    </a:lnTo>
                    <a:lnTo>
                      <a:pt x="30" y="54"/>
                    </a:lnTo>
                    <a:lnTo>
                      <a:pt x="30" y="54"/>
                    </a:lnTo>
                    <a:lnTo>
                      <a:pt x="30" y="54"/>
                    </a:lnTo>
                    <a:lnTo>
                      <a:pt x="30" y="54"/>
                    </a:lnTo>
                    <a:lnTo>
                      <a:pt x="26" y="54"/>
                    </a:lnTo>
                    <a:lnTo>
                      <a:pt x="22" y="54"/>
                    </a:lnTo>
                    <a:lnTo>
                      <a:pt x="22" y="54"/>
                    </a:lnTo>
                    <a:lnTo>
                      <a:pt x="14" y="54"/>
                    </a:lnTo>
                    <a:lnTo>
                      <a:pt x="14" y="54"/>
                    </a:lnTo>
                    <a:lnTo>
                      <a:pt x="14" y="52"/>
                    </a:lnTo>
                    <a:lnTo>
                      <a:pt x="14" y="52"/>
                    </a:lnTo>
                    <a:lnTo>
                      <a:pt x="14" y="52"/>
                    </a:lnTo>
                    <a:lnTo>
                      <a:pt x="14" y="52"/>
                    </a:lnTo>
                    <a:lnTo>
                      <a:pt x="14" y="52"/>
                    </a:lnTo>
                    <a:lnTo>
                      <a:pt x="14" y="52"/>
                    </a:lnTo>
                    <a:lnTo>
                      <a:pt x="14" y="52"/>
                    </a:lnTo>
                    <a:lnTo>
                      <a:pt x="14" y="52"/>
                    </a:lnTo>
                    <a:lnTo>
                      <a:pt x="14" y="48"/>
                    </a:lnTo>
                    <a:lnTo>
                      <a:pt x="14" y="52"/>
                    </a:lnTo>
                    <a:lnTo>
                      <a:pt x="14" y="52"/>
                    </a:lnTo>
                    <a:lnTo>
                      <a:pt x="12" y="52"/>
                    </a:lnTo>
                    <a:lnTo>
                      <a:pt x="12" y="52"/>
                    </a:lnTo>
                    <a:lnTo>
                      <a:pt x="12" y="48"/>
                    </a:lnTo>
                    <a:lnTo>
                      <a:pt x="14" y="48"/>
                    </a:lnTo>
                    <a:lnTo>
                      <a:pt x="14" y="48"/>
                    </a:lnTo>
                    <a:lnTo>
                      <a:pt x="14" y="48"/>
                    </a:lnTo>
                    <a:lnTo>
                      <a:pt x="14" y="48"/>
                    </a:lnTo>
                    <a:lnTo>
                      <a:pt x="14" y="48"/>
                    </a:lnTo>
                    <a:lnTo>
                      <a:pt x="14" y="48"/>
                    </a:lnTo>
                    <a:lnTo>
                      <a:pt x="14" y="48"/>
                    </a:lnTo>
                    <a:lnTo>
                      <a:pt x="14" y="48"/>
                    </a:lnTo>
                    <a:lnTo>
                      <a:pt x="18" y="44"/>
                    </a:lnTo>
                    <a:lnTo>
                      <a:pt x="18" y="44"/>
                    </a:lnTo>
                    <a:lnTo>
                      <a:pt x="18" y="44"/>
                    </a:lnTo>
                    <a:lnTo>
                      <a:pt x="18" y="44"/>
                    </a:lnTo>
                    <a:lnTo>
                      <a:pt x="18" y="44"/>
                    </a:lnTo>
                    <a:lnTo>
                      <a:pt x="14" y="44"/>
                    </a:lnTo>
                    <a:lnTo>
                      <a:pt x="14" y="48"/>
                    </a:lnTo>
                    <a:lnTo>
                      <a:pt x="14" y="48"/>
                    </a:lnTo>
                    <a:lnTo>
                      <a:pt x="14" y="48"/>
                    </a:lnTo>
                    <a:lnTo>
                      <a:pt x="14" y="48"/>
                    </a:lnTo>
                    <a:lnTo>
                      <a:pt x="12" y="48"/>
                    </a:lnTo>
                    <a:lnTo>
                      <a:pt x="12" y="48"/>
                    </a:lnTo>
                    <a:lnTo>
                      <a:pt x="12" y="44"/>
                    </a:lnTo>
                    <a:lnTo>
                      <a:pt x="12" y="44"/>
                    </a:lnTo>
                    <a:lnTo>
                      <a:pt x="12" y="44"/>
                    </a:lnTo>
                    <a:lnTo>
                      <a:pt x="12" y="44"/>
                    </a:lnTo>
                    <a:lnTo>
                      <a:pt x="12" y="40"/>
                    </a:lnTo>
                    <a:lnTo>
                      <a:pt x="12" y="40"/>
                    </a:lnTo>
                    <a:lnTo>
                      <a:pt x="8" y="40"/>
                    </a:lnTo>
                    <a:lnTo>
                      <a:pt x="8" y="40"/>
                    </a:lnTo>
                    <a:lnTo>
                      <a:pt x="8" y="40"/>
                    </a:lnTo>
                    <a:lnTo>
                      <a:pt x="8" y="40"/>
                    </a:lnTo>
                    <a:lnTo>
                      <a:pt x="8" y="40"/>
                    </a:lnTo>
                    <a:lnTo>
                      <a:pt x="8" y="36"/>
                    </a:lnTo>
                    <a:lnTo>
                      <a:pt x="8" y="36"/>
                    </a:lnTo>
                    <a:lnTo>
                      <a:pt x="8" y="36"/>
                    </a:lnTo>
                    <a:lnTo>
                      <a:pt x="8" y="36"/>
                    </a:lnTo>
                    <a:lnTo>
                      <a:pt x="8" y="36"/>
                    </a:lnTo>
                    <a:lnTo>
                      <a:pt x="4" y="36"/>
                    </a:lnTo>
                    <a:lnTo>
                      <a:pt x="4" y="36"/>
                    </a:lnTo>
                    <a:lnTo>
                      <a:pt x="4" y="36"/>
                    </a:lnTo>
                    <a:lnTo>
                      <a:pt x="4" y="36"/>
                    </a:lnTo>
                    <a:lnTo>
                      <a:pt x="4" y="36"/>
                    </a:lnTo>
                    <a:lnTo>
                      <a:pt x="4" y="36"/>
                    </a:lnTo>
                    <a:lnTo>
                      <a:pt x="0" y="36"/>
                    </a:lnTo>
                    <a:lnTo>
                      <a:pt x="4" y="32"/>
                    </a:lnTo>
                    <a:lnTo>
                      <a:pt x="4" y="32"/>
                    </a:lnTo>
                    <a:lnTo>
                      <a:pt x="4" y="32"/>
                    </a:lnTo>
                    <a:lnTo>
                      <a:pt x="4" y="32"/>
                    </a:lnTo>
                    <a:lnTo>
                      <a:pt x="8" y="32"/>
                    </a:lnTo>
                    <a:lnTo>
                      <a:pt x="8" y="32"/>
                    </a:lnTo>
                    <a:lnTo>
                      <a:pt x="8" y="32"/>
                    </a:lnTo>
                    <a:lnTo>
                      <a:pt x="8" y="32"/>
                    </a:lnTo>
                    <a:lnTo>
                      <a:pt x="8" y="32"/>
                    </a:lnTo>
                    <a:lnTo>
                      <a:pt x="12" y="28"/>
                    </a:lnTo>
                    <a:lnTo>
                      <a:pt x="12" y="26"/>
                    </a:lnTo>
                    <a:lnTo>
                      <a:pt x="12" y="26"/>
                    </a:lnTo>
                    <a:lnTo>
                      <a:pt x="12" y="26"/>
                    </a:lnTo>
                    <a:lnTo>
                      <a:pt x="12" y="22"/>
                    </a:lnTo>
                    <a:lnTo>
                      <a:pt x="12" y="22"/>
                    </a:lnTo>
                    <a:lnTo>
                      <a:pt x="14" y="22"/>
                    </a:lnTo>
                    <a:lnTo>
                      <a:pt x="14" y="22"/>
                    </a:lnTo>
                    <a:lnTo>
                      <a:pt x="14" y="22"/>
                    </a:lnTo>
                    <a:lnTo>
                      <a:pt x="14" y="22"/>
                    </a:lnTo>
                    <a:lnTo>
                      <a:pt x="14" y="18"/>
                    </a:lnTo>
                    <a:lnTo>
                      <a:pt x="14" y="18"/>
                    </a:lnTo>
                    <a:lnTo>
                      <a:pt x="14" y="18"/>
                    </a:lnTo>
                    <a:lnTo>
                      <a:pt x="14" y="18"/>
                    </a:lnTo>
                    <a:lnTo>
                      <a:pt x="14" y="14"/>
                    </a:lnTo>
                    <a:lnTo>
                      <a:pt x="14" y="10"/>
                    </a:lnTo>
                    <a:lnTo>
                      <a:pt x="14" y="10"/>
                    </a:lnTo>
                    <a:lnTo>
                      <a:pt x="18" y="10"/>
                    </a:lnTo>
                    <a:lnTo>
                      <a:pt x="18" y="6"/>
                    </a:lnTo>
                    <a:lnTo>
                      <a:pt x="18" y="6"/>
                    </a:lnTo>
                    <a:lnTo>
                      <a:pt x="18" y="6"/>
                    </a:lnTo>
                    <a:lnTo>
                      <a:pt x="18" y="6"/>
                    </a:lnTo>
                    <a:lnTo>
                      <a:pt x="18" y="2"/>
                    </a:lnTo>
                    <a:lnTo>
                      <a:pt x="18" y="2"/>
                    </a:lnTo>
                    <a:lnTo>
                      <a:pt x="22" y="2"/>
                    </a:lnTo>
                    <a:lnTo>
                      <a:pt x="22" y="2"/>
                    </a:lnTo>
                    <a:lnTo>
                      <a:pt x="22" y="2"/>
                    </a:lnTo>
                    <a:lnTo>
                      <a:pt x="22" y="2"/>
                    </a:lnTo>
                    <a:lnTo>
                      <a:pt x="22" y="2"/>
                    </a:lnTo>
                    <a:lnTo>
                      <a:pt x="26" y="2"/>
                    </a:lnTo>
                    <a:lnTo>
                      <a:pt x="26" y="2"/>
                    </a:lnTo>
                    <a:lnTo>
                      <a:pt x="26" y="2"/>
                    </a:lnTo>
                    <a:lnTo>
                      <a:pt x="26" y="2"/>
                    </a:lnTo>
                    <a:lnTo>
                      <a:pt x="26" y="2"/>
                    </a:lnTo>
                    <a:lnTo>
                      <a:pt x="30" y="2"/>
                    </a:lnTo>
                    <a:lnTo>
                      <a:pt x="30" y="2"/>
                    </a:lnTo>
                    <a:lnTo>
                      <a:pt x="30" y="2"/>
                    </a:lnTo>
                    <a:lnTo>
                      <a:pt x="30" y="2"/>
                    </a:lnTo>
                    <a:lnTo>
                      <a:pt x="34" y="2"/>
                    </a:lnTo>
                    <a:lnTo>
                      <a:pt x="34" y="2"/>
                    </a:lnTo>
                    <a:lnTo>
                      <a:pt x="38" y="2"/>
                    </a:lnTo>
                    <a:lnTo>
                      <a:pt x="38" y="2"/>
                    </a:lnTo>
                    <a:lnTo>
                      <a:pt x="38" y="2"/>
                    </a:lnTo>
                    <a:lnTo>
                      <a:pt x="38" y="0"/>
                    </a:lnTo>
                    <a:lnTo>
                      <a:pt x="38" y="2"/>
                    </a:lnTo>
                    <a:lnTo>
                      <a:pt x="38" y="2"/>
                    </a:lnTo>
                    <a:lnTo>
                      <a:pt x="38" y="2"/>
                    </a:lnTo>
                    <a:lnTo>
                      <a:pt x="38" y="2"/>
                    </a:lnTo>
                    <a:lnTo>
                      <a:pt x="42" y="2"/>
                    </a:lnTo>
                    <a:lnTo>
                      <a:pt x="42" y="2"/>
                    </a:lnTo>
                    <a:lnTo>
                      <a:pt x="42" y="2"/>
                    </a:lnTo>
                    <a:lnTo>
                      <a:pt x="44" y="2"/>
                    </a:lnTo>
                    <a:lnTo>
                      <a:pt x="44" y="2"/>
                    </a:lnTo>
                    <a:lnTo>
                      <a:pt x="44" y="2"/>
                    </a:lnTo>
                    <a:lnTo>
                      <a:pt x="48" y="2"/>
                    </a:lnTo>
                    <a:lnTo>
                      <a:pt x="48" y="2"/>
                    </a:lnTo>
                    <a:lnTo>
                      <a:pt x="52" y="6"/>
                    </a:lnTo>
                    <a:lnTo>
                      <a:pt x="52" y="6"/>
                    </a:lnTo>
                    <a:lnTo>
                      <a:pt x="52" y="10"/>
                    </a:lnTo>
                    <a:lnTo>
                      <a:pt x="56" y="10"/>
                    </a:lnTo>
                    <a:lnTo>
                      <a:pt x="56" y="10"/>
                    </a:lnTo>
                    <a:lnTo>
                      <a:pt x="56" y="10"/>
                    </a:lnTo>
                    <a:lnTo>
                      <a:pt x="56" y="10"/>
                    </a:lnTo>
                    <a:lnTo>
                      <a:pt x="56" y="10"/>
                    </a:lnTo>
                    <a:lnTo>
                      <a:pt x="56" y="10"/>
                    </a:lnTo>
                    <a:lnTo>
                      <a:pt x="56" y="10"/>
                    </a:lnTo>
                    <a:lnTo>
                      <a:pt x="60" y="10"/>
                    </a:lnTo>
                    <a:lnTo>
                      <a:pt x="60" y="10"/>
                    </a:lnTo>
                    <a:lnTo>
                      <a:pt x="60" y="14"/>
                    </a:lnTo>
                    <a:lnTo>
                      <a:pt x="64" y="18"/>
                    </a:lnTo>
                    <a:lnTo>
                      <a:pt x="64" y="18"/>
                    </a:lnTo>
                    <a:lnTo>
                      <a:pt x="64" y="22"/>
                    </a:lnTo>
                    <a:lnTo>
                      <a:pt x="64" y="22"/>
                    </a:lnTo>
                    <a:lnTo>
                      <a:pt x="64" y="22"/>
                    </a:lnTo>
                    <a:lnTo>
                      <a:pt x="68" y="22"/>
                    </a:lnTo>
                    <a:lnTo>
                      <a:pt x="68" y="26"/>
                    </a:lnTo>
                    <a:lnTo>
                      <a:pt x="68" y="26"/>
                    </a:lnTo>
                    <a:lnTo>
                      <a:pt x="68" y="26"/>
                    </a:lnTo>
                    <a:lnTo>
                      <a:pt x="68" y="26"/>
                    </a:lnTo>
                    <a:lnTo>
                      <a:pt x="68" y="26"/>
                    </a:lnTo>
                    <a:lnTo>
                      <a:pt x="68" y="26"/>
                    </a:lnTo>
                    <a:lnTo>
                      <a:pt x="68" y="26"/>
                    </a:lnTo>
                    <a:lnTo>
                      <a:pt x="68" y="26"/>
                    </a:lnTo>
                    <a:lnTo>
                      <a:pt x="68" y="26"/>
                    </a:lnTo>
                    <a:lnTo>
                      <a:pt x="68" y="28"/>
                    </a:lnTo>
                    <a:lnTo>
                      <a:pt x="70" y="28"/>
                    </a:lnTo>
                    <a:lnTo>
                      <a:pt x="70" y="28"/>
                    </a:lnTo>
                    <a:lnTo>
                      <a:pt x="70" y="28"/>
                    </a:lnTo>
                    <a:lnTo>
                      <a:pt x="70" y="28"/>
                    </a:lnTo>
                    <a:lnTo>
                      <a:pt x="74" y="28"/>
                    </a:lnTo>
                    <a:lnTo>
                      <a:pt x="74" y="32"/>
                    </a:lnTo>
                    <a:lnTo>
                      <a:pt x="74" y="32"/>
                    </a:lnTo>
                    <a:lnTo>
                      <a:pt x="74" y="32"/>
                    </a:lnTo>
                    <a:lnTo>
                      <a:pt x="74" y="32"/>
                    </a:lnTo>
                    <a:lnTo>
                      <a:pt x="78" y="32"/>
                    </a:lnTo>
                    <a:lnTo>
                      <a:pt x="78" y="36"/>
                    </a:lnTo>
                    <a:lnTo>
                      <a:pt x="78" y="36"/>
                    </a:lnTo>
                    <a:lnTo>
                      <a:pt x="78" y="40"/>
                    </a:lnTo>
                    <a:lnTo>
                      <a:pt x="78" y="40"/>
                    </a:lnTo>
                    <a:lnTo>
                      <a:pt x="78" y="40"/>
                    </a:lnTo>
                    <a:lnTo>
                      <a:pt x="78" y="40"/>
                    </a:lnTo>
                    <a:lnTo>
                      <a:pt x="78" y="44"/>
                    </a:lnTo>
                    <a:lnTo>
                      <a:pt x="82" y="44"/>
                    </a:lnTo>
                    <a:lnTo>
                      <a:pt x="82" y="44"/>
                    </a:lnTo>
                    <a:lnTo>
                      <a:pt x="78" y="48"/>
                    </a:lnTo>
                    <a:lnTo>
                      <a:pt x="78" y="48"/>
                    </a:lnTo>
                    <a:lnTo>
                      <a:pt x="78" y="48"/>
                    </a:lnTo>
                    <a:lnTo>
                      <a:pt x="82" y="48"/>
                    </a:lnTo>
                    <a:lnTo>
                      <a:pt x="82" y="48"/>
                    </a:lnTo>
                    <a:lnTo>
                      <a:pt x="82" y="48"/>
                    </a:lnTo>
                    <a:lnTo>
                      <a:pt x="82" y="52"/>
                    </a:lnTo>
                    <a:lnTo>
                      <a:pt x="82" y="52"/>
                    </a:lnTo>
                    <a:lnTo>
                      <a:pt x="82" y="52"/>
                    </a:lnTo>
                    <a:lnTo>
                      <a:pt x="82" y="52"/>
                    </a:lnTo>
                    <a:lnTo>
                      <a:pt x="82" y="52"/>
                    </a:lnTo>
                    <a:lnTo>
                      <a:pt x="82" y="52"/>
                    </a:lnTo>
                    <a:lnTo>
                      <a:pt x="78" y="52"/>
                    </a:lnTo>
                    <a:lnTo>
                      <a:pt x="78" y="52"/>
                    </a:lnTo>
                    <a:lnTo>
                      <a:pt x="78" y="52"/>
                    </a:lnTo>
                    <a:lnTo>
                      <a:pt x="78" y="54"/>
                    </a:lnTo>
                    <a:lnTo>
                      <a:pt x="78" y="54"/>
                    </a:lnTo>
                    <a:lnTo>
                      <a:pt x="78" y="54"/>
                    </a:lnTo>
                    <a:lnTo>
                      <a:pt x="82" y="54"/>
                    </a:lnTo>
                    <a:lnTo>
                      <a:pt x="82" y="58"/>
                    </a:lnTo>
                    <a:lnTo>
                      <a:pt x="82" y="58"/>
                    </a:lnTo>
                    <a:lnTo>
                      <a:pt x="82" y="58"/>
                    </a:lnTo>
                    <a:lnTo>
                      <a:pt x="82" y="58"/>
                    </a:lnTo>
                    <a:lnTo>
                      <a:pt x="82" y="58"/>
                    </a:lnTo>
                    <a:lnTo>
                      <a:pt x="86" y="58"/>
                    </a:lnTo>
                    <a:lnTo>
                      <a:pt x="86" y="58"/>
                    </a:lnTo>
                    <a:lnTo>
                      <a:pt x="86" y="58"/>
                    </a:lnTo>
                    <a:lnTo>
                      <a:pt x="86" y="58"/>
                    </a:lnTo>
                    <a:lnTo>
                      <a:pt x="86" y="62"/>
                    </a:lnTo>
                    <a:lnTo>
                      <a:pt x="86" y="62"/>
                    </a:lnTo>
                    <a:lnTo>
                      <a:pt x="86" y="62"/>
                    </a:lnTo>
                    <a:lnTo>
                      <a:pt x="86" y="62"/>
                    </a:lnTo>
                    <a:lnTo>
                      <a:pt x="90" y="62"/>
                    </a:lnTo>
                    <a:lnTo>
                      <a:pt x="90" y="66"/>
                    </a:lnTo>
                    <a:lnTo>
                      <a:pt x="90" y="66"/>
                    </a:lnTo>
                    <a:lnTo>
                      <a:pt x="90" y="66"/>
                    </a:lnTo>
                    <a:lnTo>
                      <a:pt x="90" y="70"/>
                    </a:lnTo>
                    <a:lnTo>
                      <a:pt x="90" y="74"/>
                    </a:lnTo>
                    <a:lnTo>
                      <a:pt x="90" y="74"/>
                    </a:lnTo>
                    <a:lnTo>
                      <a:pt x="90" y="74"/>
                    </a:lnTo>
                    <a:lnTo>
                      <a:pt x="90" y="74"/>
                    </a:lnTo>
                    <a:lnTo>
                      <a:pt x="90" y="74"/>
                    </a:lnTo>
                    <a:lnTo>
                      <a:pt x="90"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2" name="Freeform 166"/>
              <p:cNvSpPr>
                <a:spLocks noEditPoints="1"/>
              </p:cNvSpPr>
              <p:nvPr/>
            </p:nvSpPr>
            <p:spPr bwMode="gray">
              <a:xfrm>
                <a:off x="5933955" y="4651871"/>
                <a:ext cx="233061" cy="149576"/>
              </a:xfrm>
              <a:custGeom>
                <a:avLst/>
                <a:gdLst>
                  <a:gd name="T0" fmla="*/ 4 w 134"/>
                  <a:gd name="T1" fmla="*/ 86 h 86"/>
                  <a:gd name="T2" fmla="*/ 4 w 134"/>
                  <a:gd name="T3" fmla="*/ 86 h 86"/>
                  <a:gd name="T4" fmla="*/ 0 w 134"/>
                  <a:gd name="T5" fmla="*/ 86 h 86"/>
                  <a:gd name="T6" fmla="*/ 0 w 134"/>
                  <a:gd name="T7" fmla="*/ 86 h 86"/>
                  <a:gd name="T8" fmla="*/ 0 w 134"/>
                  <a:gd name="T9" fmla="*/ 86 h 86"/>
                  <a:gd name="T10" fmla="*/ 0 w 134"/>
                  <a:gd name="T11" fmla="*/ 86 h 86"/>
                  <a:gd name="T12" fmla="*/ 0 w 134"/>
                  <a:gd name="T13" fmla="*/ 86 h 86"/>
                  <a:gd name="T14" fmla="*/ 0 w 134"/>
                  <a:gd name="T15" fmla="*/ 86 h 86"/>
                  <a:gd name="T16" fmla="*/ 0 w 134"/>
                  <a:gd name="T17" fmla="*/ 86 h 86"/>
                  <a:gd name="T18" fmla="*/ 4 w 134"/>
                  <a:gd name="T19" fmla="*/ 86 h 86"/>
                  <a:gd name="T20" fmla="*/ 4 w 134"/>
                  <a:gd name="T21" fmla="*/ 86 h 86"/>
                  <a:gd name="T22" fmla="*/ 4 w 134"/>
                  <a:gd name="T23" fmla="*/ 86 h 86"/>
                  <a:gd name="T24" fmla="*/ 4 w 134"/>
                  <a:gd name="T25" fmla="*/ 86 h 86"/>
                  <a:gd name="T26" fmla="*/ 4 w 134"/>
                  <a:gd name="T27" fmla="*/ 82 h 86"/>
                  <a:gd name="T28" fmla="*/ 4 w 134"/>
                  <a:gd name="T29" fmla="*/ 82 h 86"/>
                  <a:gd name="T30" fmla="*/ 4 w 134"/>
                  <a:gd name="T31" fmla="*/ 82 h 86"/>
                  <a:gd name="T32" fmla="*/ 8 w 134"/>
                  <a:gd name="T33" fmla="*/ 82 h 86"/>
                  <a:gd name="T34" fmla="*/ 8 w 134"/>
                  <a:gd name="T35" fmla="*/ 86 h 86"/>
                  <a:gd name="T36" fmla="*/ 8 w 134"/>
                  <a:gd name="T37" fmla="*/ 86 h 86"/>
                  <a:gd name="T38" fmla="*/ 4 w 134"/>
                  <a:gd name="T39" fmla="*/ 86 h 86"/>
                  <a:gd name="T40" fmla="*/ 4 w 134"/>
                  <a:gd name="T41" fmla="*/ 86 h 86"/>
                  <a:gd name="T42" fmla="*/ 4 w 134"/>
                  <a:gd name="T43" fmla="*/ 86 h 86"/>
                  <a:gd name="T44" fmla="*/ 4 w 134"/>
                  <a:gd name="T45" fmla="*/ 86 h 86"/>
                  <a:gd name="T46" fmla="*/ 4 w 134"/>
                  <a:gd name="T47" fmla="*/ 86 h 86"/>
                  <a:gd name="T48" fmla="*/ 4 w 134"/>
                  <a:gd name="T49" fmla="*/ 86 h 86"/>
                  <a:gd name="T50" fmla="*/ 4 w 134"/>
                  <a:gd name="T51" fmla="*/ 86 h 86"/>
                  <a:gd name="T52" fmla="*/ 4 w 134"/>
                  <a:gd name="T53" fmla="*/ 86 h 86"/>
                  <a:gd name="T54" fmla="*/ 4 w 134"/>
                  <a:gd name="T55" fmla="*/ 86 h 86"/>
                  <a:gd name="T56" fmla="*/ 4 w 134"/>
                  <a:gd name="T57" fmla="*/ 86 h 86"/>
                  <a:gd name="T58" fmla="*/ 4 w 134"/>
                  <a:gd name="T59" fmla="*/ 86 h 86"/>
                  <a:gd name="T60" fmla="*/ 134 w 134"/>
                  <a:gd name="T61" fmla="*/ 4 h 86"/>
                  <a:gd name="T62" fmla="*/ 134 w 134"/>
                  <a:gd name="T63" fmla="*/ 4 h 86"/>
                  <a:gd name="T64" fmla="*/ 134 w 134"/>
                  <a:gd name="T65" fmla="*/ 4 h 86"/>
                  <a:gd name="T66" fmla="*/ 134 w 134"/>
                  <a:gd name="T67" fmla="*/ 4 h 86"/>
                  <a:gd name="T68" fmla="*/ 130 w 134"/>
                  <a:gd name="T69" fmla="*/ 4 h 86"/>
                  <a:gd name="T70" fmla="*/ 130 w 134"/>
                  <a:gd name="T71" fmla="*/ 0 h 86"/>
                  <a:gd name="T72" fmla="*/ 130 w 134"/>
                  <a:gd name="T73" fmla="*/ 0 h 86"/>
                  <a:gd name="T74" fmla="*/ 134 w 134"/>
                  <a:gd name="T75" fmla="*/ 0 h 86"/>
                  <a:gd name="T76" fmla="*/ 134 w 134"/>
                  <a:gd name="T77" fmla="*/ 4 h 86"/>
                  <a:gd name="T78" fmla="*/ 134 w 134"/>
                  <a:gd name="T79" fmla="*/ 4 h 86"/>
                  <a:gd name="T80" fmla="*/ 134 w 134"/>
                  <a:gd name="T81" fmla="*/ 4 h 86"/>
                  <a:gd name="T82" fmla="*/ 134 w 134"/>
                  <a:gd name="T83" fmla="*/ 4 h 86"/>
                  <a:gd name="T84" fmla="*/ 134 w 134"/>
                  <a:gd name="T85" fmla="*/ 4 h 86"/>
                  <a:gd name="T86" fmla="*/ 134 w 134"/>
                  <a:gd name="T87" fmla="*/ 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4" h="86">
                    <a:moveTo>
                      <a:pt x="4" y="86"/>
                    </a:moveTo>
                    <a:lnTo>
                      <a:pt x="4" y="86"/>
                    </a:lnTo>
                    <a:lnTo>
                      <a:pt x="0" y="86"/>
                    </a:lnTo>
                    <a:lnTo>
                      <a:pt x="0" y="86"/>
                    </a:lnTo>
                    <a:lnTo>
                      <a:pt x="0" y="86"/>
                    </a:lnTo>
                    <a:lnTo>
                      <a:pt x="0" y="86"/>
                    </a:lnTo>
                    <a:lnTo>
                      <a:pt x="0" y="86"/>
                    </a:lnTo>
                    <a:lnTo>
                      <a:pt x="0" y="86"/>
                    </a:lnTo>
                    <a:lnTo>
                      <a:pt x="0" y="86"/>
                    </a:lnTo>
                    <a:lnTo>
                      <a:pt x="4" y="86"/>
                    </a:lnTo>
                    <a:lnTo>
                      <a:pt x="4" y="86"/>
                    </a:lnTo>
                    <a:lnTo>
                      <a:pt x="4" y="86"/>
                    </a:lnTo>
                    <a:lnTo>
                      <a:pt x="4" y="86"/>
                    </a:lnTo>
                    <a:lnTo>
                      <a:pt x="4" y="82"/>
                    </a:lnTo>
                    <a:lnTo>
                      <a:pt x="4" y="82"/>
                    </a:lnTo>
                    <a:lnTo>
                      <a:pt x="4" y="82"/>
                    </a:lnTo>
                    <a:lnTo>
                      <a:pt x="8" y="82"/>
                    </a:lnTo>
                    <a:lnTo>
                      <a:pt x="8" y="86"/>
                    </a:lnTo>
                    <a:lnTo>
                      <a:pt x="8" y="86"/>
                    </a:lnTo>
                    <a:lnTo>
                      <a:pt x="4" y="86"/>
                    </a:lnTo>
                    <a:lnTo>
                      <a:pt x="4" y="86"/>
                    </a:lnTo>
                    <a:lnTo>
                      <a:pt x="4" y="86"/>
                    </a:lnTo>
                    <a:lnTo>
                      <a:pt x="4" y="86"/>
                    </a:lnTo>
                    <a:lnTo>
                      <a:pt x="4" y="86"/>
                    </a:lnTo>
                    <a:lnTo>
                      <a:pt x="4" y="86"/>
                    </a:lnTo>
                    <a:lnTo>
                      <a:pt x="4" y="86"/>
                    </a:lnTo>
                    <a:lnTo>
                      <a:pt x="4" y="86"/>
                    </a:lnTo>
                    <a:lnTo>
                      <a:pt x="4" y="86"/>
                    </a:lnTo>
                    <a:lnTo>
                      <a:pt x="4" y="86"/>
                    </a:lnTo>
                    <a:lnTo>
                      <a:pt x="4" y="86"/>
                    </a:lnTo>
                    <a:close/>
                    <a:moveTo>
                      <a:pt x="134" y="4"/>
                    </a:moveTo>
                    <a:lnTo>
                      <a:pt x="134" y="4"/>
                    </a:lnTo>
                    <a:lnTo>
                      <a:pt x="134" y="4"/>
                    </a:lnTo>
                    <a:lnTo>
                      <a:pt x="134" y="4"/>
                    </a:lnTo>
                    <a:lnTo>
                      <a:pt x="130" y="4"/>
                    </a:lnTo>
                    <a:lnTo>
                      <a:pt x="130" y="0"/>
                    </a:lnTo>
                    <a:lnTo>
                      <a:pt x="130" y="0"/>
                    </a:lnTo>
                    <a:lnTo>
                      <a:pt x="134" y="0"/>
                    </a:lnTo>
                    <a:lnTo>
                      <a:pt x="134" y="4"/>
                    </a:lnTo>
                    <a:lnTo>
                      <a:pt x="134" y="4"/>
                    </a:lnTo>
                    <a:lnTo>
                      <a:pt x="134" y="4"/>
                    </a:lnTo>
                    <a:lnTo>
                      <a:pt x="134" y="4"/>
                    </a:lnTo>
                    <a:lnTo>
                      <a:pt x="134" y="4"/>
                    </a:lnTo>
                    <a:lnTo>
                      <a:pt x="13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3" name="Freeform 167"/>
              <p:cNvSpPr>
                <a:spLocks noEditPoints="1"/>
              </p:cNvSpPr>
              <p:nvPr/>
            </p:nvSpPr>
            <p:spPr bwMode="gray">
              <a:xfrm>
                <a:off x="4476451" y="4224013"/>
                <a:ext cx="69571" cy="93920"/>
              </a:xfrm>
              <a:custGeom>
                <a:avLst/>
                <a:gdLst>
                  <a:gd name="T0" fmla="*/ 22 w 40"/>
                  <a:gd name="T1" fmla="*/ 50 h 54"/>
                  <a:gd name="T2" fmla="*/ 18 w 40"/>
                  <a:gd name="T3" fmla="*/ 50 h 54"/>
                  <a:gd name="T4" fmla="*/ 10 w 40"/>
                  <a:gd name="T5" fmla="*/ 46 h 54"/>
                  <a:gd name="T6" fmla="*/ 10 w 40"/>
                  <a:gd name="T7" fmla="*/ 42 h 54"/>
                  <a:gd name="T8" fmla="*/ 10 w 40"/>
                  <a:gd name="T9" fmla="*/ 42 h 54"/>
                  <a:gd name="T10" fmla="*/ 14 w 40"/>
                  <a:gd name="T11" fmla="*/ 42 h 54"/>
                  <a:gd name="T12" fmla="*/ 10 w 40"/>
                  <a:gd name="T13" fmla="*/ 42 h 54"/>
                  <a:gd name="T14" fmla="*/ 6 w 40"/>
                  <a:gd name="T15" fmla="*/ 38 h 54"/>
                  <a:gd name="T16" fmla="*/ 4 w 40"/>
                  <a:gd name="T17" fmla="*/ 34 h 54"/>
                  <a:gd name="T18" fmla="*/ 4 w 40"/>
                  <a:gd name="T19" fmla="*/ 30 h 54"/>
                  <a:gd name="T20" fmla="*/ 4 w 40"/>
                  <a:gd name="T21" fmla="*/ 30 h 54"/>
                  <a:gd name="T22" fmla="*/ 0 w 40"/>
                  <a:gd name="T23" fmla="*/ 26 h 54"/>
                  <a:gd name="T24" fmla="*/ 0 w 40"/>
                  <a:gd name="T25" fmla="*/ 26 h 54"/>
                  <a:gd name="T26" fmla="*/ 0 w 40"/>
                  <a:gd name="T27" fmla="*/ 26 h 54"/>
                  <a:gd name="T28" fmla="*/ 4 w 40"/>
                  <a:gd name="T29" fmla="*/ 22 h 54"/>
                  <a:gd name="T30" fmla="*/ 4 w 40"/>
                  <a:gd name="T31" fmla="*/ 22 h 54"/>
                  <a:gd name="T32" fmla="*/ 0 w 40"/>
                  <a:gd name="T33" fmla="*/ 22 h 54"/>
                  <a:gd name="T34" fmla="*/ 0 w 40"/>
                  <a:gd name="T35" fmla="*/ 20 h 54"/>
                  <a:gd name="T36" fmla="*/ 0 w 40"/>
                  <a:gd name="T37" fmla="*/ 16 h 54"/>
                  <a:gd name="T38" fmla="*/ 0 w 40"/>
                  <a:gd name="T39" fmla="*/ 16 h 54"/>
                  <a:gd name="T40" fmla="*/ 0 w 40"/>
                  <a:gd name="T41" fmla="*/ 16 h 54"/>
                  <a:gd name="T42" fmla="*/ 4 w 40"/>
                  <a:gd name="T43" fmla="*/ 12 h 54"/>
                  <a:gd name="T44" fmla="*/ 4 w 40"/>
                  <a:gd name="T45" fmla="*/ 12 h 54"/>
                  <a:gd name="T46" fmla="*/ 6 w 40"/>
                  <a:gd name="T47" fmla="*/ 8 h 54"/>
                  <a:gd name="T48" fmla="*/ 6 w 40"/>
                  <a:gd name="T49" fmla="*/ 4 h 54"/>
                  <a:gd name="T50" fmla="*/ 14 w 40"/>
                  <a:gd name="T51" fmla="*/ 0 h 54"/>
                  <a:gd name="T52" fmla="*/ 14 w 40"/>
                  <a:gd name="T53" fmla="*/ 0 h 54"/>
                  <a:gd name="T54" fmla="*/ 22 w 40"/>
                  <a:gd name="T55" fmla="*/ 0 h 54"/>
                  <a:gd name="T56" fmla="*/ 26 w 40"/>
                  <a:gd name="T57" fmla="*/ 0 h 54"/>
                  <a:gd name="T58" fmla="*/ 30 w 40"/>
                  <a:gd name="T59" fmla="*/ 4 h 54"/>
                  <a:gd name="T60" fmla="*/ 34 w 40"/>
                  <a:gd name="T61" fmla="*/ 8 h 54"/>
                  <a:gd name="T62" fmla="*/ 36 w 40"/>
                  <a:gd name="T63" fmla="*/ 12 h 54"/>
                  <a:gd name="T64" fmla="*/ 34 w 40"/>
                  <a:gd name="T65" fmla="*/ 16 h 54"/>
                  <a:gd name="T66" fmla="*/ 36 w 40"/>
                  <a:gd name="T67" fmla="*/ 16 h 54"/>
                  <a:gd name="T68" fmla="*/ 36 w 40"/>
                  <a:gd name="T69" fmla="*/ 20 h 54"/>
                  <a:gd name="T70" fmla="*/ 36 w 40"/>
                  <a:gd name="T71" fmla="*/ 22 h 54"/>
                  <a:gd name="T72" fmla="*/ 36 w 40"/>
                  <a:gd name="T73" fmla="*/ 26 h 54"/>
                  <a:gd name="T74" fmla="*/ 40 w 40"/>
                  <a:gd name="T75" fmla="*/ 26 h 54"/>
                  <a:gd name="T76" fmla="*/ 40 w 40"/>
                  <a:gd name="T77" fmla="*/ 30 h 54"/>
                  <a:gd name="T78" fmla="*/ 36 w 40"/>
                  <a:gd name="T79" fmla="*/ 30 h 54"/>
                  <a:gd name="T80" fmla="*/ 36 w 40"/>
                  <a:gd name="T81" fmla="*/ 34 h 54"/>
                  <a:gd name="T82" fmla="*/ 34 w 40"/>
                  <a:gd name="T83" fmla="*/ 38 h 54"/>
                  <a:gd name="T84" fmla="*/ 34 w 40"/>
                  <a:gd name="T85" fmla="*/ 42 h 54"/>
                  <a:gd name="T86" fmla="*/ 30 w 40"/>
                  <a:gd name="T87" fmla="*/ 46 h 54"/>
                  <a:gd name="T88" fmla="*/ 30 w 40"/>
                  <a:gd name="T89" fmla="*/ 46 h 54"/>
                  <a:gd name="T90" fmla="*/ 26 w 40"/>
                  <a:gd name="T91" fmla="*/ 50 h 54"/>
                  <a:gd name="T92" fmla="*/ 26 w 40"/>
                  <a:gd name="T93" fmla="*/ 54 h 54"/>
                  <a:gd name="T94" fmla="*/ 22 w 40"/>
                  <a:gd name="T95" fmla="*/ 54 h 54"/>
                  <a:gd name="T96" fmla="*/ 6 w 40"/>
                  <a:gd name="T97" fmla="*/ 38 h 54"/>
                  <a:gd name="T98" fmla="*/ 10 w 40"/>
                  <a:gd name="T99" fmla="*/ 42 h 54"/>
                  <a:gd name="T100" fmla="*/ 6 w 40"/>
                  <a:gd name="T101" fmla="*/ 42 h 54"/>
                  <a:gd name="T102" fmla="*/ 6 w 40"/>
                  <a:gd name="T103" fmla="*/ 42 h 54"/>
                  <a:gd name="T104" fmla="*/ 6 w 40"/>
                  <a:gd name="T105" fmla="*/ 42 h 54"/>
                  <a:gd name="T106" fmla="*/ 4 w 40"/>
                  <a:gd name="T107" fmla="*/ 4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0" h="54">
                    <a:moveTo>
                      <a:pt x="22" y="54"/>
                    </a:moveTo>
                    <a:lnTo>
                      <a:pt x="22" y="54"/>
                    </a:lnTo>
                    <a:lnTo>
                      <a:pt x="22" y="54"/>
                    </a:lnTo>
                    <a:lnTo>
                      <a:pt x="22" y="50"/>
                    </a:lnTo>
                    <a:lnTo>
                      <a:pt x="22" y="50"/>
                    </a:lnTo>
                    <a:lnTo>
                      <a:pt x="18" y="50"/>
                    </a:lnTo>
                    <a:lnTo>
                      <a:pt x="18" y="50"/>
                    </a:lnTo>
                    <a:lnTo>
                      <a:pt x="18" y="50"/>
                    </a:lnTo>
                    <a:lnTo>
                      <a:pt x="18" y="50"/>
                    </a:lnTo>
                    <a:lnTo>
                      <a:pt x="10" y="46"/>
                    </a:lnTo>
                    <a:lnTo>
                      <a:pt x="10" y="46"/>
                    </a:lnTo>
                    <a:lnTo>
                      <a:pt x="10" y="46"/>
                    </a:lnTo>
                    <a:lnTo>
                      <a:pt x="10" y="46"/>
                    </a:lnTo>
                    <a:lnTo>
                      <a:pt x="10" y="46"/>
                    </a:lnTo>
                    <a:lnTo>
                      <a:pt x="10" y="42"/>
                    </a:lnTo>
                    <a:lnTo>
                      <a:pt x="10" y="42"/>
                    </a:lnTo>
                    <a:lnTo>
                      <a:pt x="10" y="42"/>
                    </a:lnTo>
                    <a:lnTo>
                      <a:pt x="10" y="42"/>
                    </a:lnTo>
                    <a:lnTo>
                      <a:pt x="10" y="42"/>
                    </a:lnTo>
                    <a:lnTo>
                      <a:pt x="10" y="42"/>
                    </a:lnTo>
                    <a:lnTo>
                      <a:pt x="14" y="42"/>
                    </a:lnTo>
                    <a:lnTo>
                      <a:pt x="14" y="42"/>
                    </a:lnTo>
                    <a:lnTo>
                      <a:pt x="14" y="42"/>
                    </a:lnTo>
                    <a:lnTo>
                      <a:pt x="14" y="42"/>
                    </a:lnTo>
                    <a:lnTo>
                      <a:pt x="10" y="42"/>
                    </a:lnTo>
                    <a:lnTo>
                      <a:pt x="10" y="42"/>
                    </a:lnTo>
                    <a:lnTo>
                      <a:pt x="10" y="42"/>
                    </a:lnTo>
                    <a:lnTo>
                      <a:pt x="10" y="42"/>
                    </a:lnTo>
                    <a:lnTo>
                      <a:pt x="10" y="42"/>
                    </a:lnTo>
                    <a:lnTo>
                      <a:pt x="6" y="38"/>
                    </a:lnTo>
                    <a:lnTo>
                      <a:pt x="6" y="38"/>
                    </a:lnTo>
                    <a:lnTo>
                      <a:pt x="6" y="38"/>
                    </a:lnTo>
                    <a:lnTo>
                      <a:pt x="6" y="38"/>
                    </a:lnTo>
                    <a:lnTo>
                      <a:pt x="4" y="38"/>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26"/>
                    </a:lnTo>
                    <a:lnTo>
                      <a:pt x="0" y="26"/>
                    </a:lnTo>
                    <a:lnTo>
                      <a:pt x="0" y="26"/>
                    </a:lnTo>
                    <a:lnTo>
                      <a:pt x="0" y="26"/>
                    </a:lnTo>
                    <a:lnTo>
                      <a:pt x="0" y="26"/>
                    </a:lnTo>
                    <a:lnTo>
                      <a:pt x="0" y="26"/>
                    </a:lnTo>
                    <a:lnTo>
                      <a:pt x="0" y="26"/>
                    </a:lnTo>
                    <a:lnTo>
                      <a:pt x="4" y="26"/>
                    </a:lnTo>
                    <a:lnTo>
                      <a:pt x="4" y="26"/>
                    </a:lnTo>
                    <a:lnTo>
                      <a:pt x="0" y="26"/>
                    </a:lnTo>
                    <a:lnTo>
                      <a:pt x="0" y="26"/>
                    </a:lnTo>
                    <a:lnTo>
                      <a:pt x="0" y="26"/>
                    </a:lnTo>
                    <a:lnTo>
                      <a:pt x="0" y="26"/>
                    </a:lnTo>
                    <a:lnTo>
                      <a:pt x="4" y="22"/>
                    </a:lnTo>
                    <a:lnTo>
                      <a:pt x="4" y="22"/>
                    </a:lnTo>
                    <a:lnTo>
                      <a:pt x="4" y="22"/>
                    </a:lnTo>
                    <a:lnTo>
                      <a:pt x="4" y="22"/>
                    </a:lnTo>
                    <a:lnTo>
                      <a:pt x="4" y="22"/>
                    </a:lnTo>
                    <a:lnTo>
                      <a:pt x="4" y="22"/>
                    </a:lnTo>
                    <a:lnTo>
                      <a:pt x="0" y="22"/>
                    </a:lnTo>
                    <a:lnTo>
                      <a:pt x="0" y="22"/>
                    </a:lnTo>
                    <a:lnTo>
                      <a:pt x="0" y="22"/>
                    </a:lnTo>
                    <a:lnTo>
                      <a:pt x="0" y="22"/>
                    </a:lnTo>
                    <a:lnTo>
                      <a:pt x="0" y="22"/>
                    </a:lnTo>
                    <a:lnTo>
                      <a:pt x="0" y="20"/>
                    </a:lnTo>
                    <a:lnTo>
                      <a:pt x="0" y="20"/>
                    </a:lnTo>
                    <a:lnTo>
                      <a:pt x="0" y="20"/>
                    </a:lnTo>
                    <a:lnTo>
                      <a:pt x="0" y="20"/>
                    </a:lnTo>
                    <a:lnTo>
                      <a:pt x="0" y="20"/>
                    </a:lnTo>
                    <a:lnTo>
                      <a:pt x="0" y="16"/>
                    </a:lnTo>
                    <a:lnTo>
                      <a:pt x="0" y="16"/>
                    </a:lnTo>
                    <a:lnTo>
                      <a:pt x="0" y="16"/>
                    </a:lnTo>
                    <a:lnTo>
                      <a:pt x="0" y="16"/>
                    </a:lnTo>
                    <a:lnTo>
                      <a:pt x="0" y="16"/>
                    </a:lnTo>
                    <a:lnTo>
                      <a:pt x="0" y="16"/>
                    </a:lnTo>
                    <a:lnTo>
                      <a:pt x="0" y="16"/>
                    </a:lnTo>
                    <a:lnTo>
                      <a:pt x="0" y="16"/>
                    </a:lnTo>
                    <a:lnTo>
                      <a:pt x="0" y="16"/>
                    </a:lnTo>
                    <a:lnTo>
                      <a:pt x="0" y="16"/>
                    </a:lnTo>
                    <a:lnTo>
                      <a:pt x="4" y="16"/>
                    </a:lnTo>
                    <a:lnTo>
                      <a:pt x="4" y="16"/>
                    </a:lnTo>
                    <a:lnTo>
                      <a:pt x="4" y="12"/>
                    </a:lnTo>
                    <a:lnTo>
                      <a:pt x="4" y="12"/>
                    </a:lnTo>
                    <a:lnTo>
                      <a:pt x="4" y="12"/>
                    </a:lnTo>
                    <a:lnTo>
                      <a:pt x="4" y="12"/>
                    </a:lnTo>
                    <a:lnTo>
                      <a:pt x="4" y="12"/>
                    </a:lnTo>
                    <a:lnTo>
                      <a:pt x="4" y="12"/>
                    </a:lnTo>
                    <a:lnTo>
                      <a:pt x="4" y="12"/>
                    </a:lnTo>
                    <a:lnTo>
                      <a:pt x="6" y="8"/>
                    </a:lnTo>
                    <a:lnTo>
                      <a:pt x="6" y="8"/>
                    </a:lnTo>
                    <a:lnTo>
                      <a:pt x="6" y="8"/>
                    </a:lnTo>
                    <a:lnTo>
                      <a:pt x="6" y="4"/>
                    </a:lnTo>
                    <a:lnTo>
                      <a:pt x="6" y="4"/>
                    </a:lnTo>
                    <a:lnTo>
                      <a:pt x="6" y="4"/>
                    </a:lnTo>
                    <a:lnTo>
                      <a:pt x="10" y="0"/>
                    </a:lnTo>
                    <a:lnTo>
                      <a:pt x="10" y="0"/>
                    </a:lnTo>
                    <a:lnTo>
                      <a:pt x="14" y="0"/>
                    </a:lnTo>
                    <a:lnTo>
                      <a:pt x="14" y="0"/>
                    </a:lnTo>
                    <a:lnTo>
                      <a:pt x="14" y="0"/>
                    </a:lnTo>
                    <a:lnTo>
                      <a:pt x="14" y="0"/>
                    </a:lnTo>
                    <a:lnTo>
                      <a:pt x="14" y="0"/>
                    </a:lnTo>
                    <a:lnTo>
                      <a:pt x="14" y="0"/>
                    </a:lnTo>
                    <a:lnTo>
                      <a:pt x="18" y="0"/>
                    </a:lnTo>
                    <a:lnTo>
                      <a:pt x="18" y="0"/>
                    </a:lnTo>
                    <a:lnTo>
                      <a:pt x="18" y="0"/>
                    </a:lnTo>
                    <a:lnTo>
                      <a:pt x="22" y="0"/>
                    </a:lnTo>
                    <a:lnTo>
                      <a:pt x="22" y="0"/>
                    </a:lnTo>
                    <a:lnTo>
                      <a:pt x="22" y="0"/>
                    </a:lnTo>
                    <a:lnTo>
                      <a:pt x="26" y="0"/>
                    </a:lnTo>
                    <a:lnTo>
                      <a:pt x="26" y="0"/>
                    </a:lnTo>
                    <a:lnTo>
                      <a:pt x="30" y="0"/>
                    </a:lnTo>
                    <a:lnTo>
                      <a:pt x="30" y="0"/>
                    </a:lnTo>
                    <a:lnTo>
                      <a:pt x="30" y="0"/>
                    </a:lnTo>
                    <a:lnTo>
                      <a:pt x="30" y="4"/>
                    </a:lnTo>
                    <a:lnTo>
                      <a:pt x="30" y="4"/>
                    </a:lnTo>
                    <a:lnTo>
                      <a:pt x="30" y="4"/>
                    </a:lnTo>
                    <a:lnTo>
                      <a:pt x="34" y="4"/>
                    </a:lnTo>
                    <a:lnTo>
                      <a:pt x="34" y="8"/>
                    </a:lnTo>
                    <a:lnTo>
                      <a:pt x="34" y="8"/>
                    </a:lnTo>
                    <a:lnTo>
                      <a:pt x="34" y="12"/>
                    </a:lnTo>
                    <a:lnTo>
                      <a:pt x="36" y="12"/>
                    </a:lnTo>
                    <a:lnTo>
                      <a:pt x="36" y="12"/>
                    </a:lnTo>
                    <a:lnTo>
                      <a:pt x="34" y="12"/>
                    </a:lnTo>
                    <a:lnTo>
                      <a:pt x="34" y="12"/>
                    </a:lnTo>
                    <a:lnTo>
                      <a:pt x="34" y="16"/>
                    </a:lnTo>
                    <a:lnTo>
                      <a:pt x="34" y="16"/>
                    </a:lnTo>
                    <a:lnTo>
                      <a:pt x="34" y="16"/>
                    </a:lnTo>
                    <a:lnTo>
                      <a:pt x="36" y="16"/>
                    </a:lnTo>
                    <a:lnTo>
                      <a:pt x="36" y="16"/>
                    </a:lnTo>
                    <a:lnTo>
                      <a:pt x="36" y="16"/>
                    </a:lnTo>
                    <a:lnTo>
                      <a:pt x="36" y="16"/>
                    </a:lnTo>
                    <a:lnTo>
                      <a:pt x="36" y="16"/>
                    </a:lnTo>
                    <a:lnTo>
                      <a:pt x="36" y="20"/>
                    </a:lnTo>
                    <a:lnTo>
                      <a:pt x="36" y="20"/>
                    </a:lnTo>
                    <a:lnTo>
                      <a:pt x="36" y="20"/>
                    </a:lnTo>
                    <a:lnTo>
                      <a:pt x="36" y="22"/>
                    </a:lnTo>
                    <a:lnTo>
                      <a:pt x="36" y="22"/>
                    </a:lnTo>
                    <a:lnTo>
                      <a:pt x="36" y="22"/>
                    </a:lnTo>
                    <a:lnTo>
                      <a:pt x="34" y="26"/>
                    </a:lnTo>
                    <a:lnTo>
                      <a:pt x="34" y="26"/>
                    </a:lnTo>
                    <a:lnTo>
                      <a:pt x="36" y="26"/>
                    </a:lnTo>
                    <a:lnTo>
                      <a:pt x="36" y="26"/>
                    </a:lnTo>
                    <a:lnTo>
                      <a:pt x="36" y="26"/>
                    </a:lnTo>
                    <a:lnTo>
                      <a:pt x="36" y="26"/>
                    </a:lnTo>
                    <a:lnTo>
                      <a:pt x="36" y="26"/>
                    </a:lnTo>
                    <a:lnTo>
                      <a:pt x="40" y="26"/>
                    </a:lnTo>
                    <a:lnTo>
                      <a:pt x="40" y="22"/>
                    </a:lnTo>
                    <a:lnTo>
                      <a:pt x="40" y="26"/>
                    </a:lnTo>
                    <a:lnTo>
                      <a:pt x="40" y="26"/>
                    </a:lnTo>
                    <a:lnTo>
                      <a:pt x="40" y="30"/>
                    </a:lnTo>
                    <a:lnTo>
                      <a:pt x="40" y="30"/>
                    </a:lnTo>
                    <a:lnTo>
                      <a:pt x="40" y="30"/>
                    </a:lnTo>
                    <a:lnTo>
                      <a:pt x="36" y="30"/>
                    </a:lnTo>
                    <a:lnTo>
                      <a:pt x="36" y="30"/>
                    </a:lnTo>
                    <a:lnTo>
                      <a:pt x="36" y="30"/>
                    </a:lnTo>
                    <a:lnTo>
                      <a:pt x="36" y="30"/>
                    </a:lnTo>
                    <a:lnTo>
                      <a:pt x="36" y="34"/>
                    </a:lnTo>
                    <a:lnTo>
                      <a:pt x="36" y="34"/>
                    </a:lnTo>
                    <a:lnTo>
                      <a:pt x="36" y="38"/>
                    </a:lnTo>
                    <a:lnTo>
                      <a:pt x="36" y="38"/>
                    </a:lnTo>
                    <a:lnTo>
                      <a:pt x="34" y="38"/>
                    </a:lnTo>
                    <a:lnTo>
                      <a:pt x="34" y="38"/>
                    </a:lnTo>
                    <a:lnTo>
                      <a:pt x="34" y="38"/>
                    </a:lnTo>
                    <a:lnTo>
                      <a:pt x="34" y="38"/>
                    </a:lnTo>
                    <a:lnTo>
                      <a:pt x="34" y="42"/>
                    </a:lnTo>
                    <a:lnTo>
                      <a:pt x="34" y="42"/>
                    </a:lnTo>
                    <a:lnTo>
                      <a:pt x="34" y="42"/>
                    </a:lnTo>
                    <a:lnTo>
                      <a:pt x="34" y="42"/>
                    </a:lnTo>
                    <a:lnTo>
                      <a:pt x="34" y="42"/>
                    </a:lnTo>
                    <a:lnTo>
                      <a:pt x="30" y="46"/>
                    </a:lnTo>
                    <a:lnTo>
                      <a:pt x="30" y="46"/>
                    </a:lnTo>
                    <a:lnTo>
                      <a:pt x="30" y="46"/>
                    </a:lnTo>
                    <a:lnTo>
                      <a:pt x="30" y="46"/>
                    </a:lnTo>
                    <a:lnTo>
                      <a:pt x="30" y="46"/>
                    </a:lnTo>
                    <a:lnTo>
                      <a:pt x="26" y="46"/>
                    </a:lnTo>
                    <a:lnTo>
                      <a:pt x="26" y="46"/>
                    </a:lnTo>
                    <a:lnTo>
                      <a:pt x="26" y="46"/>
                    </a:lnTo>
                    <a:lnTo>
                      <a:pt x="26" y="50"/>
                    </a:lnTo>
                    <a:lnTo>
                      <a:pt x="26" y="50"/>
                    </a:lnTo>
                    <a:lnTo>
                      <a:pt x="26" y="50"/>
                    </a:lnTo>
                    <a:lnTo>
                      <a:pt x="26" y="50"/>
                    </a:lnTo>
                    <a:lnTo>
                      <a:pt x="26" y="54"/>
                    </a:lnTo>
                    <a:lnTo>
                      <a:pt x="22" y="54"/>
                    </a:lnTo>
                    <a:lnTo>
                      <a:pt x="22" y="54"/>
                    </a:lnTo>
                    <a:lnTo>
                      <a:pt x="22" y="54"/>
                    </a:lnTo>
                    <a:lnTo>
                      <a:pt x="22" y="54"/>
                    </a:lnTo>
                    <a:close/>
                    <a:moveTo>
                      <a:pt x="4" y="42"/>
                    </a:moveTo>
                    <a:lnTo>
                      <a:pt x="6" y="38"/>
                    </a:lnTo>
                    <a:lnTo>
                      <a:pt x="6" y="38"/>
                    </a:lnTo>
                    <a:lnTo>
                      <a:pt x="6" y="38"/>
                    </a:lnTo>
                    <a:lnTo>
                      <a:pt x="6" y="38"/>
                    </a:lnTo>
                    <a:lnTo>
                      <a:pt x="6" y="38"/>
                    </a:lnTo>
                    <a:lnTo>
                      <a:pt x="6" y="42"/>
                    </a:lnTo>
                    <a:lnTo>
                      <a:pt x="10" y="42"/>
                    </a:lnTo>
                    <a:lnTo>
                      <a:pt x="10" y="42"/>
                    </a:lnTo>
                    <a:lnTo>
                      <a:pt x="6" y="42"/>
                    </a:lnTo>
                    <a:lnTo>
                      <a:pt x="6" y="42"/>
                    </a:lnTo>
                    <a:lnTo>
                      <a:pt x="6" y="42"/>
                    </a:lnTo>
                    <a:lnTo>
                      <a:pt x="6" y="42"/>
                    </a:lnTo>
                    <a:lnTo>
                      <a:pt x="6" y="42"/>
                    </a:lnTo>
                    <a:lnTo>
                      <a:pt x="6" y="42"/>
                    </a:lnTo>
                    <a:lnTo>
                      <a:pt x="6" y="42"/>
                    </a:lnTo>
                    <a:lnTo>
                      <a:pt x="6" y="42"/>
                    </a:lnTo>
                    <a:lnTo>
                      <a:pt x="6" y="42"/>
                    </a:lnTo>
                    <a:lnTo>
                      <a:pt x="6" y="42"/>
                    </a:lnTo>
                    <a:lnTo>
                      <a:pt x="6" y="42"/>
                    </a:lnTo>
                    <a:lnTo>
                      <a:pt x="4" y="42"/>
                    </a:lnTo>
                    <a:lnTo>
                      <a:pt x="4" y="42"/>
                    </a:lnTo>
                    <a:lnTo>
                      <a:pt x="4" y="42"/>
                    </a:lnTo>
                    <a:lnTo>
                      <a:pt x="4" y="42"/>
                    </a:lnTo>
                    <a:lnTo>
                      <a:pt x="4" y="42"/>
                    </a:lnTo>
                    <a:lnTo>
                      <a:pt x="4" y="4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4" name="Freeform 168"/>
              <p:cNvSpPr>
                <a:spLocks/>
              </p:cNvSpPr>
              <p:nvPr/>
            </p:nvSpPr>
            <p:spPr bwMode="gray">
              <a:xfrm>
                <a:off x="5812206" y="4157924"/>
                <a:ext cx="250454" cy="410463"/>
              </a:xfrm>
              <a:custGeom>
                <a:avLst/>
                <a:gdLst>
                  <a:gd name="T0" fmla="*/ 78 w 144"/>
                  <a:gd name="T1" fmla="*/ 24 h 236"/>
                  <a:gd name="T2" fmla="*/ 92 w 144"/>
                  <a:gd name="T3" fmla="*/ 16 h 236"/>
                  <a:gd name="T4" fmla="*/ 108 w 144"/>
                  <a:gd name="T5" fmla="*/ 12 h 236"/>
                  <a:gd name="T6" fmla="*/ 118 w 144"/>
                  <a:gd name="T7" fmla="*/ 12 h 236"/>
                  <a:gd name="T8" fmla="*/ 134 w 144"/>
                  <a:gd name="T9" fmla="*/ 8 h 236"/>
                  <a:gd name="T10" fmla="*/ 140 w 144"/>
                  <a:gd name="T11" fmla="*/ 4 h 236"/>
                  <a:gd name="T12" fmla="*/ 140 w 144"/>
                  <a:gd name="T13" fmla="*/ 16 h 236"/>
                  <a:gd name="T14" fmla="*/ 140 w 144"/>
                  <a:gd name="T15" fmla="*/ 30 h 236"/>
                  <a:gd name="T16" fmla="*/ 140 w 144"/>
                  <a:gd name="T17" fmla="*/ 30 h 236"/>
                  <a:gd name="T18" fmla="*/ 136 w 144"/>
                  <a:gd name="T19" fmla="*/ 46 h 236"/>
                  <a:gd name="T20" fmla="*/ 130 w 144"/>
                  <a:gd name="T21" fmla="*/ 58 h 236"/>
                  <a:gd name="T22" fmla="*/ 126 w 144"/>
                  <a:gd name="T23" fmla="*/ 68 h 236"/>
                  <a:gd name="T24" fmla="*/ 122 w 144"/>
                  <a:gd name="T25" fmla="*/ 80 h 236"/>
                  <a:gd name="T26" fmla="*/ 114 w 144"/>
                  <a:gd name="T27" fmla="*/ 88 h 236"/>
                  <a:gd name="T28" fmla="*/ 110 w 144"/>
                  <a:gd name="T29" fmla="*/ 102 h 236"/>
                  <a:gd name="T30" fmla="*/ 104 w 144"/>
                  <a:gd name="T31" fmla="*/ 120 h 236"/>
                  <a:gd name="T32" fmla="*/ 96 w 144"/>
                  <a:gd name="T33" fmla="*/ 128 h 236"/>
                  <a:gd name="T34" fmla="*/ 88 w 144"/>
                  <a:gd name="T35" fmla="*/ 140 h 236"/>
                  <a:gd name="T36" fmla="*/ 82 w 144"/>
                  <a:gd name="T37" fmla="*/ 150 h 236"/>
                  <a:gd name="T38" fmla="*/ 74 w 144"/>
                  <a:gd name="T39" fmla="*/ 162 h 236"/>
                  <a:gd name="T40" fmla="*/ 62 w 144"/>
                  <a:gd name="T41" fmla="*/ 170 h 236"/>
                  <a:gd name="T42" fmla="*/ 56 w 144"/>
                  <a:gd name="T43" fmla="*/ 176 h 236"/>
                  <a:gd name="T44" fmla="*/ 44 w 144"/>
                  <a:gd name="T45" fmla="*/ 188 h 236"/>
                  <a:gd name="T46" fmla="*/ 36 w 144"/>
                  <a:gd name="T47" fmla="*/ 196 h 236"/>
                  <a:gd name="T48" fmla="*/ 26 w 144"/>
                  <a:gd name="T49" fmla="*/ 206 h 236"/>
                  <a:gd name="T50" fmla="*/ 18 w 144"/>
                  <a:gd name="T51" fmla="*/ 214 h 236"/>
                  <a:gd name="T52" fmla="*/ 10 w 144"/>
                  <a:gd name="T53" fmla="*/ 226 h 236"/>
                  <a:gd name="T54" fmla="*/ 6 w 144"/>
                  <a:gd name="T55" fmla="*/ 236 h 236"/>
                  <a:gd name="T56" fmla="*/ 0 w 144"/>
                  <a:gd name="T57" fmla="*/ 206 h 236"/>
                  <a:gd name="T58" fmla="*/ 4 w 144"/>
                  <a:gd name="T59" fmla="*/ 154 h 236"/>
                  <a:gd name="T60" fmla="*/ 14 w 144"/>
                  <a:gd name="T61" fmla="*/ 136 h 236"/>
                  <a:gd name="T62" fmla="*/ 26 w 144"/>
                  <a:gd name="T63" fmla="*/ 132 h 236"/>
                  <a:gd name="T64" fmla="*/ 32 w 144"/>
                  <a:gd name="T65" fmla="*/ 124 h 236"/>
                  <a:gd name="T66" fmla="*/ 48 w 144"/>
                  <a:gd name="T67" fmla="*/ 124 h 236"/>
                  <a:gd name="T68" fmla="*/ 62 w 144"/>
                  <a:gd name="T69" fmla="*/ 114 h 236"/>
                  <a:gd name="T70" fmla="*/ 70 w 144"/>
                  <a:gd name="T71" fmla="*/ 102 h 236"/>
                  <a:gd name="T72" fmla="*/ 92 w 144"/>
                  <a:gd name="T73" fmla="*/ 76 h 236"/>
                  <a:gd name="T74" fmla="*/ 82 w 144"/>
                  <a:gd name="T75" fmla="*/ 72 h 236"/>
                  <a:gd name="T76" fmla="*/ 70 w 144"/>
                  <a:gd name="T77" fmla="*/ 64 h 236"/>
                  <a:gd name="T78" fmla="*/ 48 w 144"/>
                  <a:gd name="T79" fmla="*/ 58 h 236"/>
                  <a:gd name="T80" fmla="*/ 32 w 144"/>
                  <a:gd name="T81" fmla="*/ 46 h 236"/>
                  <a:gd name="T82" fmla="*/ 26 w 144"/>
                  <a:gd name="T83" fmla="*/ 34 h 236"/>
                  <a:gd name="T84" fmla="*/ 26 w 144"/>
                  <a:gd name="T85" fmla="*/ 24 h 236"/>
                  <a:gd name="T86" fmla="*/ 30 w 144"/>
                  <a:gd name="T87" fmla="*/ 12 h 236"/>
                  <a:gd name="T88" fmla="*/ 36 w 144"/>
                  <a:gd name="T89" fmla="*/ 24 h 236"/>
                  <a:gd name="T90" fmla="*/ 48 w 144"/>
                  <a:gd name="T91" fmla="*/ 30 h 236"/>
                  <a:gd name="T92" fmla="*/ 56 w 144"/>
                  <a:gd name="T93" fmla="*/ 28 h 236"/>
                  <a:gd name="T94" fmla="*/ 62 w 144"/>
                  <a:gd name="T95" fmla="*/ 24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4" h="236">
                    <a:moveTo>
                      <a:pt x="66" y="24"/>
                    </a:moveTo>
                    <a:lnTo>
                      <a:pt x="70" y="24"/>
                    </a:lnTo>
                    <a:lnTo>
                      <a:pt x="74" y="24"/>
                    </a:lnTo>
                    <a:lnTo>
                      <a:pt x="78" y="24"/>
                    </a:lnTo>
                    <a:lnTo>
                      <a:pt x="82" y="20"/>
                    </a:lnTo>
                    <a:lnTo>
                      <a:pt x="84" y="20"/>
                    </a:lnTo>
                    <a:lnTo>
                      <a:pt x="88" y="16"/>
                    </a:lnTo>
                    <a:lnTo>
                      <a:pt x="92" y="16"/>
                    </a:lnTo>
                    <a:lnTo>
                      <a:pt x="96" y="16"/>
                    </a:lnTo>
                    <a:lnTo>
                      <a:pt x="100" y="16"/>
                    </a:lnTo>
                    <a:lnTo>
                      <a:pt x="104" y="12"/>
                    </a:lnTo>
                    <a:lnTo>
                      <a:pt x="108" y="12"/>
                    </a:lnTo>
                    <a:lnTo>
                      <a:pt x="108" y="16"/>
                    </a:lnTo>
                    <a:lnTo>
                      <a:pt x="110" y="16"/>
                    </a:lnTo>
                    <a:lnTo>
                      <a:pt x="114" y="16"/>
                    </a:lnTo>
                    <a:lnTo>
                      <a:pt x="118" y="12"/>
                    </a:lnTo>
                    <a:lnTo>
                      <a:pt x="122" y="12"/>
                    </a:lnTo>
                    <a:lnTo>
                      <a:pt x="126" y="12"/>
                    </a:lnTo>
                    <a:lnTo>
                      <a:pt x="130" y="8"/>
                    </a:lnTo>
                    <a:lnTo>
                      <a:pt x="134" y="8"/>
                    </a:lnTo>
                    <a:lnTo>
                      <a:pt x="134" y="4"/>
                    </a:lnTo>
                    <a:lnTo>
                      <a:pt x="136" y="0"/>
                    </a:lnTo>
                    <a:lnTo>
                      <a:pt x="136" y="4"/>
                    </a:lnTo>
                    <a:lnTo>
                      <a:pt x="140" y="4"/>
                    </a:lnTo>
                    <a:lnTo>
                      <a:pt x="144" y="4"/>
                    </a:lnTo>
                    <a:lnTo>
                      <a:pt x="140" y="8"/>
                    </a:lnTo>
                    <a:lnTo>
                      <a:pt x="140" y="12"/>
                    </a:lnTo>
                    <a:lnTo>
                      <a:pt x="140" y="16"/>
                    </a:lnTo>
                    <a:lnTo>
                      <a:pt x="140" y="20"/>
                    </a:lnTo>
                    <a:lnTo>
                      <a:pt x="140" y="24"/>
                    </a:lnTo>
                    <a:lnTo>
                      <a:pt x="140" y="28"/>
                    </a:lnTo>
                    <a:lnTo>
                      <a:pt x="140" y="30"/>
                    </a:lnTo>
                    <a:lnTo>
                      <a:pt x="140" y="28"/>
                    </a:lnTo>
                    <a:lnTo>
                      <a:pt x="144" y="28"/>
                    </a:lnTo>
                    <a:lnTo>
                      <a:pt x="144" y="30"/>
                    </a:lnTo>
                    <a:lnTo>
                      <a:pt x="140" y="30"/>
                    </a:lnTo>
                    <a:lnTo>
                      <a:pt x="136" y="30"/>
                    </a:lnTo>
                    <a:lnTo>
                      <a:pt x="136" y="34"/>
                    </a:lnTo>
                    <a:lnTo>
                      <a:pt x="136" y="42"/>
                    </a:lnTo>
                    <a:lnTo>
                      <a:pt x="136" y="46"/>
                    </a:lnTo>
                    <a:lnTo>
                      <a:pt x="136" y="50"/>
                    </a:lnTo>
                    <a:lnTo>
                      <a:pt x="134" y="50"/>
                    </a:lnTo>
                    <a:lnTo>
                      <a:pt x="134" y="54"/>
                    </a:lnTo>
                    <a:lnTo>
                      <a:pt x="130" y="58"/>
                    </a:lnTo>
                    <a:lnTo>
                      <a:pt x="130" y="60"/>
                    </a:lnTo>
                    <a:lnTo>
                      <a:pt x="130" y="64"/>
                    </a:lnTo>
                    <a:lnTo>
                      <a:pt x="126" y="64"/>
                    </a:lnTo>
                    <a:lnTo>
                      <a:pt x="126" y="68"/>
                    </a:lnTo>
                    <a:lnTo>
                      <a:pt x="126" y="72"/>
                    </a:lnTo>
                    <a:lnTo>
                      <a:pt x="122" y="72"/>
                    </a:lnTo>
                    <a:lnTo>
                      <a:pt x="122" y="76"/>
                    </a:lnTo>
                    <a:lnTo>
                      <a:pt x="122" y="80"/>
                    </a:lnTo>
                    <a:lnTo>
                      <a:pt x="118" y="80"/>
                    </a:lnTo>
                    <a:lnTo>
                      <a:pt x="118" y="84"/>
                    </a:lnTo>
                    <a:lnTo>
                      <a:pt x="118" y="88"/>
                    </a:lnTo>
                    <a:lnTo>
                      <a:pt x="114" y="88"/>
                    </a:lnTo>
                    <a:lnTo>
                      <a:pt x="114" y="90"/>
                    </a:lnTo>
                    <a:lnTo>
                      <a:pt x="114" y="94"/>
                    </a:lnTo>
                    <a:lnTo>
                      <a:pt x="110" y="98"/>
                    </a:lnTo>
                    <a:lnTo>
                      <a:pt x="110" y="102"/>
                    </a:lnTo>
                    <a:lnTo>
                      <a:pt x="108" y="110"/>
                    </a:lnTo>
                    <a:lnTo>
                      <a:pt x="108" y="114"/>
                    </a:lnTo>
                    <a:lnTo>
                      <a:pt x="104" y="118"/>
                    </a:lnTo>
                    <a:lnTo>
                      <a:pt x="104" y="120"/>
                    </a:lnTo>
                    <a:lnTo>
                      <a:pt x="100" y="120"/>
                    </a:lnTo>
                    <a:lnTo>
                      <a:pt x="100" y="124"/>
                    </a:lnTo>
                    <a:lnTo>
                      <a:pt x="100" y="128"/>
                    </a:lnTo>
                    <a:lnTo>
                      <a:pt x="96" y="128"/>
                    </a:lnTo>
                    <a:lnTo>
                      <a:pt x="96" y="132"/>
                    </a:lnTo>
                    <a:lnTo>
                      <a:pt x="92" y="136"/>
                    </a:lnTo>
                    <a:lnTo>
                      <a:pt x="92" y="140"/>
                    </a:lnTo>
                    <a:lnTo>
                      <a:pt x="88" y="140"/>
                    </a:lnTo>
                    <a:lnTo>
                      <a:pt x="88" y="144"/>
                    </a:lnTo>
                    <a:lnTo>
                      <a:pt x="84" y="146"/>
                    </a:lnTo>
                    <a:lnTo>
                      <a:pt x="84" y="150"/>
                    </a:lnTo>
                    <a:lnTo>
                      <a:pt x="82" y="150"/>
                    </a:lnTo>
                    <a:lnTo>
                      <a:pt x="78" y="154"/>
                    </a:lnTo>
                    <a:lnTo>
                      <a:pt x="78" y="158"/>
                    </a:lnTo>
                    <a:lnTo>
                      <a:pt x="74" y="158"/>
                    </a:lnTo>
                    <a:lnTo>
                      <a:pt x="74" y="162"/>
                    </a:lnTo>
                    <a:lnTo>
                      <a:pt x="70" y="162"/>
                    </a:lnTo>
                    <a:lnTo>
                      <a:pt x="70" y="166"/>
                    </a:lnTo>
                    <a:lnTo>
                      <a:pt x="66" y="170"/>
                    </a:lnTo>
                    <a:lnTo>
                      <a:pt x="62" y="170"/>
                    </a:lnTo>
                    <a:lnTo>
                      <a:pt x="62" y="174"/>
                    </a:lnTo>
                    <a:lnTo>
                      <a:pt x="58" y="174"/>
                    </a:lnTo>
                    <a:lnTo>
                      <a:pt x="58" y="176"/>
                    </a:lnTo>
                    <a:lnTo>
                      <a:pt x="56" y="176"/>
                    </a:lnTo>
                    <a:lnTo>
                      <a:pt x="52" y="176"/>
                    </a:lnTo>
                    <a:lnTo>
                      <a:pt x="48" y="180"/>
                    </a:lnTo>
                    <a:lnTo>
                      <a:pt x="44" y="184"/>
                    </a:lnTo>
                    <a:lnTo>
                      <a:pt x="44" y="188"/>
                    </a:lnTo>
                    <a:lnTo>
                      <a:pt x="40" y="188"/>
                    </a:lnTo>
                    <a:lnTo>
                      <a:pt x="40" y="192"/>
                    </a:lnTo>
                    <a:lnTo>
                      <a:pt x="36" y="192"/>
                    </a:lnTo>
                    <a:lnTo>
                      <a:pt x="36" y="196"/>
                    </a:lnTo>
                    <a:lnTo>
                      <a:pt x="32" y="200"/>
                    </a:lnTo>
                    <a:lnTo>
                      <a:pt x="30" y="200"/>
                    </a:lnTo>
                    <a:lnTo>
                      <a:pt x="30" y="204"/>
                    </a:lnTo>
                    <a:lnTo>
                      <a:pt x="26" y="206"/>
                    </a:lnTo>
                    <a:lnTo>
                      <a:pt x="26" y="210"/>
                    </a:lnTo>
                    <a:lnTo>
                      <a:pt x="22" y="210"/>
                    </a:lnTo>
                    <a:lnTo>
                      <a:pt x="22" y="214"/>
                    </a:lnTo>
                    <a:lnTo>
                      <a:pt x="18" y="214"/>
                    </a:lnTo>
                    <a:lnTo>
                      <a:pt x="18" y="218"/>
                    </a:lnTo>
                    <a:lnTo>
                      <a:pt x="14" y="222"/>
                    </a:lnTo>
                    <a:lnTo>
                      <a:pt x="14" y="226"/>
                    </a:lnTo>
                    <a:lnTo>
                      <a:pt x="10" y="226"/>
                    </a:lnTo>
                    <a:lnTo>
                      <a:pt x="10" y="230"/>
                    </a:lnTo>
                    <a:lnTo>
                      <a:pt x="10" y="234"/>
                    </a:lnTo>
                    <a:lnTo>
                      <a:pt x="6" y="234"/>
                    </a:lnTo>
                    <a:lnTo>
                      <a:pt x="6" y="236"/>
                    </a:lnTo>
                    <a:lnTo>
                      <a:pt x="4" y="234"/>
                    </a:lnTo>
                    <a:lnTo>
                      <a:pt x="0" y="226"/>
                    </a:lnTo>
                    <a:lnTo>
                      <a:pt x="0" y="222"/>
                    </a:lnTo>
                    <a:lnTo>
                      <a:pt x="0" y="206"/>
                    </a:lnTo>
                    <a:lnTo>
                      <a:pt x="0" y="184"/>
                    </a:lnTo>
                    <a:lnTo>
                      <a:pt x="0" y="170"/>
                    </a:lnTo>
                    <a:lnTo>
                      <a:pt x="0" y="162"/>
                    </a:lnTo>
                    <a:lnTo>
                      <a:pt x="4" y="154"/>
                    </a:lnTo>
                    <a:lnTo>
                      <a:pt x="10" y="144"/>
                    </a:lnTo>
                    <a:lnTo>
                      <a:pt x="10" y="140"/>
                    </a:lnTo>
                    <a:lnTo>
                      <a:pt x="14" y="140"/>
                    </a:lnTo>
                    <a:lnTo>
                      <a:pt x="14" y="136"/>
                    </a:lnTo>
                    <a:lnTo>
                      <a:pt x="18" y="136"/>
                    </a:lnTo>
                    <a:lnTo>
                      <a:pt x="22" y="136"/>
                    </a:lnTo>
                    <a:lnTo>
                      <a:pt x="26" y="136"/>
                    </a:lnTo>
                    <a:lnTo>
                      <a:pt x="26" y="132"/>
                    </a:lnTo>
                    <a:lnTo>
                      <a:pt x="26" y="128"/>
                    </a:lnTo>
                    <a:lnTo>
                      <a:pt x="30" y="128"/>
                    </a:lnTo>
                    <a:lnTo>
                      <a:pt x="32" y="128"/>
                    </a:lnTo>
                    <a:lnTo>
                      <a:pt x="32" y="124"/>
                    </a:lnTo>
                    <a:lnTo>
                      <a:pt x="36" y="124"/>
                    </a:lnTo>
                    <a:lnTo>
                      <a:pt x="40" y="124"/>
                    </a:lnTo>
                    <a:lnTo>
                      <a:pt x="44" y="124"/>
                    </a:lnTo>
                    <a:lnTo>
                      <a:pt x="48" y="124"/>
                    </a:lnTo>
                    <a:lnTo>
                      <a:pt x="56" y="124"/>
                    </a:lnTo>
                    <a:lnTo>
                      <a:pt x="56" y="120"/>
                    </a:lnTo>
                    <a:lnTo>
                      <a:pt x="58" y="118"/>
                    </a:lnTo>
                    <a:lnTo>
                      <a:pt x="62" y="114"/>
                    </a:lnTo>
                    <a:lnTo>
                      <a:pt x="62" y="110"/>
                    </a:lnTo>
                    <a:lnTo>
                      <a:pt x="66" y="106"/>
                    </a:lnTo>
                    <a:lnTo>
                      <a:pt x="70" y="106"/>
                    </a:lnTo>
                    <a:lnTo>
                      <a:pt x="70" y="102"/>
                    </a:lnTo>
                    <a:lnTo>
                      <a:pt x="78" y="94"/>
                    </a:lnTo>
                    <a:lnTo>
                      <a:pt x="82" y="88"/>
                    </a:lnTo>
                    <a:lnTo>
                      <a:pt x="88" y="80"/>
                    </a:lnTo>
                    <a:lnTo>
                      <a:pt x="92" y="76"/>
                    </a:lnTo>
                    <a:lnTo>
                      <a:pt x="96" y="72"/>
                    </a:lnTo>
                    <a:lnTo>
                      <a:pt x="92" y="72"/>
                    </a:lnTo>
                    <a:lnTo>
                      <a:pt x="84" y="72"/>
                    </a:lnTo>
                    <a:lnTo>
                      <a:pt x="82" y="72"/>
                    </a:lnTo>
                    <a:lnTo>
                      <a:pt x="82" y="68"/>
                    </a:lnTo>
                    <a:lnTo>
                      <a:pt x="78" y="68"/>
                    </a:lnTo>
                    <a:lnTo>
                      <a:pt x="74" y="68"/>
                    </a:lnTo>
                    <a:lnTo>
                      <a:pt x="70" y="64"/>
                    </a:lnTo>
                    <a:lnTo>
                      <a:pt x="62" y="64"/>
                    </a:lnTo>
                    <a:lnTo>
                      <a:pt x="58" y="60"/>
                    </a:lnTo>
                    <a:lnTo>
                      <a:pt x="56" y="60"/>
                    </a:lnTo>
                    <a:lnTo>
                      <a:pt x="48" y="58"/>
                    </a:lnTo>
                    <a:lnTo>
                      <a:pt x="40" y="54"/>
                    </a:lnTo>
                    <a:lnTo>
                      <a:pt x="36" y="50"/>
                    </a:lnTo>
                    <a:lnTo>
                      <a:pt x="32" y="50"/>
                    </a:lnTo>
                    <a:lnTo>
                      <a:pt x="32" y="46"/>
                    </a:lnTo>
                    <a:lnTo>
                      <a:pt x="30" y="42"/>
                    </a:lnTo>
                    <a:lnTo>
                      <a:pt x="30" y="38"/>
                    </a:lnTo>
                    <a:lnTo>
                      <a:pt x="26" y="38"/>
                    </a:lnTo>
                    <a:lnTo>
                      <a:pt x="26" y="34"/>
                    </a:lnTo>
                    <a:lnTo>
                      <a:pt x="22" y="30"/>
                    </a:lnTo>
                    <a:lnTo>
                      <a:pt x="22" y="28"/>
                    </a:lnTo>
                    <a:lnTo>
                      <a:pt x="22" y="24"/>
                    </a:lnTo>
                    <a:lnTo>
                      <a:pt x="26" y="24"/>
                    </a:lnTo>
                    <a:lnTo>
                      <a:pt x="26" y="20"/>
                    </a:lnTo>
                    <a:lnTo>
                      <a:pt x="26" y="16"/>
                    </a:lnTo>
                    <a:lnTo>
                      <a:pt x="30" y="16"/>
                    </a:lnTo>
                    <a:lnTo>
                      <a:pt x="30" y="12"/>
                    </a:lnTo>
                    <a:lnTo>
                      <a:pt x="32" y="12"/>
                    </a:lnTo>
                    <a:lnTo>
                      <a:pt x="32" y="16"/>
                    </a:lnTo>
                    <a:lnTo>
                      <a:pt x="36" y="20"/>
                    </a:lnTo>
                    <a:lnTo>
                      <a:pt x="36" y="24"/>
                    </a:lnTo>
                    <a:lnTo>
                      <a:pt x="40" y="24"/>
                    </a:lnTo>
                    <a:lnTo>
                      <a:pt x="44" y="28"/>
                    </a:lnTo>
                    <a:lnTo>
                      <a:pt x="44" y="30"/>
                    </a:lnTo>
                    <a:lnTo>
                      <a:pt x="48" y="30"/>
                    </a:lnTo>
                    <a:lnTo>
                      <a:pt x="52" y="28"/>
                    </a:lnTo>
                    <a:lnTo>
                      <a:pt x="52" y="30"/>
                    </a:lnTo>
                    <a:lnTo>
                      <a:pt x="56" y="30"/>
                    </a:lnTo>
                    <a:lnTo>
                      <a:pt x="56" y="28"/>
                    </a:lnTo>
                    <a:lnTo>
                      <a:pt x="58" y="28"/>
                    </a:lnTo>
                    <a:lnTo>
                      <a:pt x="58" y="24"/>
                    </a:lnTo>
                    <a:lnTo>
                      <a:pt x="58" y="28"/>
                    </a:lnTo>
                    <a:lnTo>
                      <a:pt x="62" y="24"/>
                    </a:lnTo>
                    <a:lnTo>
                      <a:pt x="66" y="24"/>
                    </a:lnTo>
                    <a:lnTo>
                      <a:pt x="66" y="24"/>
                    </a:lnTo>
                    <a:lnTo>
                      <a:pt x="66"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5" name="Freeform 169"/>
              <p:cNvSpPr>
                <a:spLocks/>
              </p:cNvSpPr>
              <p:nvPr/>
            </p:nvSpPr>
            <p:spPr bwMode="gray">
              <a:xfrm>
                <a:off x="5558273" y="5295396"/>
                <a:ext cx="31307" cy="52178"/>
              </a:xfrm>
              <a:custGeom>
                <a:avLst/>
                <a:gdLst>
                  <a:gd name="T0" fmla="*/ 0 w 18"/>
                  <a:gd name="T1" fmla="*/ 18 h 30"/>
                  <a:gd name="T2" fmla="*/ 0 w 18"/>
                  <a:gd name="T3" fmla="*/ 22 h 30"/>
                  <a:gd name="T4" fmla="*/ 0 w 18"/>
                  <a:gd name="T5" fmla="*/ 22 h 30"/>
                  <a:gd name="T6" fmla="*/ 0 w 18"/>
                  <a:gd name="T7" fmla="*/ 18 h 30"/>
                  <a:gd name="T8" fmla="*/ 0 w 18"/>
                  <a:gd name="T9" fmla="*/ 18 h 30"/>
                  <a:gd name="T10" fmla="*/ 0 w 18"/>
                  <a:gd name="T11" fmla="*/ 18 h 30"/>
                  <a:gd name="T12" fmla="*/ 0 w 18"/>
                  <a:gd name="T13" fmla="*/ 18 h 30"/>
                  <a:gd name="T14" fmla="*/ 0 w 18"/>
                  <a:gd name="T15" fmla="*/ 14 h 30"/>
                  <a:gd name="T16" fmla="*/ 0 w 18"/>
                  <a:gd name="T17" fmla="*/ 14 h 30"/>
                  <a:gd name="T18" fmla="*/ 0 w 18"/>
                  <a:gd name="T19" fmla="*/ 14 h 30"/>
                  <a:gd name="T20" fmla="*/ 0 w 18"/>
                  <a:gd name="T21" fmla="*/ 14 h 30"/>
                  <a:gd name="T22" fmla="*/ 0 w 18"/>
                  <a:gd name="T23" fmla="*/ 12 h 30"/>
                  <a:gd name="T24" fmla="*/ 4 w 18"/>
                  <a:gd name="T25" fmla="*/ 12 h 30"/>
                  <a:gd name="T26" fmla="*/ 4 w 18"/>
                  <a:gd name="T27" fmla="*/ 12 h 30"/>
                  <a:gd name="T28" fmla="*/ 4 w 18"/>
                  <a:gd name="T29" fmla="*/ 8 h 30"/>
                  <a:gd name="T30" fmla="*/ 4 w 18"/>
                  <a:gd name="T31" fmla="*/ 8 h 30"/>
                  <a:gd name="T32" fmla="*/ 4 w 18"/>
                  <a:gd name="T33" fmla="*/ 8 h 30"/>
                  <a:gd name="T34" fmla="*/ 4 w 18"/>
                  <a:gd name="T35" fmla="*/ 8 h 30"/>
                  <a:gd name="T36" fmla="*/ 4 w 18"/>
                  <a:gd name="T37" fmla="*/ 8 h 30"/>
                  <a:gd name="T38" fmla="*/ 4 w 18"/>
                  <a:gd name="T39" fmla="*/ 4 h 30"/>
                  <a:gd name="T40" fmla="*/ 6 w 18"/>
                  <a:gd name="T41" fmla="*/ 0 h 30"/>
                  <a:gd name="T42" fmla="*/ 6 w 18"/>
                  <a:gd name="T43" fmla="*/ 0 h 30"/>
                  <a:gd name="T44" fmla="*/ 10 w 18"/>
                  <a:gd name="T45" fmla="*/ 4 h 30"/>
                  <a:gd name="T46" fmla="*/ 10 w 18"/>
                  <a:gd name="T47" fmla="*/ 4 h 30"/>
                  <a:gd name="T48" fmla="*/ 14 w 18"/>
                  <a:gd name="T49" fmla="*/ 4 h 30"/>
                  <a:gd name="T50" fmla="*/ 14 w 18"/>
                  <a:gd name="T51" fmla="*/ 4 h 30"/>
                  <a:gd name="T52" fmla="*/ 14 w 18"/>
                  <a:gd name="T53" fmla="*/ 8 h 30"/>
                  <a:gd name="T54" fmla="*/ 14 w 18"/>
                  <a:gd name="T55" fmla="*/ 4 h 30"/>
                  <a:gd name="T56" fmla="*/ 14 w 18"/>
                  <a:gd name="T57" fmla="*/ 8 h 30"/>
                  <a:gd name="T58" fmla="*/ 18 w 18"/>
                  <a:gd name="T59" fmla="*/ 8 h 30"/>
                  <a:gd name="T60" fmla="*/ 18 w 18"/>
                  <a:gd name="T61" fmla="*/ 8 h 30"/>
                  <a:gd name="T62" fmla="*/ 18 w 18"/>
                  <a:gd name="T63" fmla="*/ 12 h 30"/>
                  <a:gd name="T64" fmla="*/ 18 w 18"/>
                  <a:gd name="T65" fmla="*/ 14 h 30"/>
                  <a:gd name="T66" fmla="*/ 18 w 18"/>
                  <a:gd name="T67" fmla="*/ 14 h 30"/>
                  <a:gd name="T68" fmla="*/ 18 w 18"/>
                  <a:gd name="T69" fmla="*/ 14 h 30"/>
                  <a:gd name="T70" fmla="*/ 18 w 18"/>
                  <a:gd name="T71" fmla="*/ 22 h 30"/>
                  <a:gd name="T72" fmla="*/ 18 w 18"/>
                  <a:gd name="T73" fmla="*/ 22 h 30"/>
                  <a:gd name="T74" fmla="*/ 18 w 18"/>
                  <a:gd name="T75" fmla="*/ 22 h 30"/>
                  <a:gd name="T76" fmla="*/ 14 w 18"/>
                  <a:gd name="T77" fmla="*/ 22 h 30"/>
                  <a:gd name="T78" fmla="*/ 14 w 18"/>
                  <a:gd name="T79" fmla="*/ 26 h 30"/>
                  <a:gd name="T80" fmla="*/ 14 w 18"/>
                  <a:gd name="T81" fmla="*/ 26 h 30"/>
                  <a:gd name="T82" fmla="*/ 14 w 18"/>
                  <a:gd name="T83" fmla="*/ 26 h 30"/>
                  <a:gd name="T84" fmla="*/ 14 w 18"/>
                  <a:gd name="T85" fmla="*/ 30 h 30"/>
                  <a:gd name="T86" fmla="*/ 14 w 18"/>
                  <a:gd name="T87" fmla="*/ 30 h 30"/>
                  <a:gd name="T88" fmla="*/ 14 w 18"/>
                  <a:gd name="T89" fmla="*/ 30 h 30"/>
                  <a:gd name="T90" fmla="*/ 14 w 18"/>
                  <a:gd name="T91" fmla="*/ 30 h 30"/>
                  <a:gd name="T92" fmla="*/ 14 w 18"/>
                  <a:gd name="T93" fmla="*/ 30 h 30"/>
                  <a:gd name="T94" fmla="*/ 14 w 18"/>
                  <a:gd name="T95" fmla="*/ 30 h 30"/>
                  <a:gd name="T96" fmla="*/ 10 w 18"/>
                  <a:gd name="T97" fmla="*/ 30 h 30"/>
                  <a:gd name="T98" fmla="*/ 10 w 18"/>
                  <a:gd name="T99" fmla="*/ 30 h 30"/>
                  <a:gd name="T100" fmla="*/ 6 w 18"/>
                  <a:gd name="T101" fmla="*/ 30 h 30"/>
                  <a:gd name="T102" fmla="*/ 6 w 18"/>
                  <a:gd name="T103" fmla="*/ 30 h 30"/>
                  <a:gd name="T104" fmla="*/ 4 w 18"/>
                  <a:gd name="T105" fmla="*/ 30 h 30"/>
                  <a:gd name="T106" fmla="*/ 4 w 18"/>
                  <a:gd name="T107" fmla="*/ 30 h 30"/>
                  <a:gd name="T108" fmla="*/ 4 w 18"/>
                  <a:gd name="T109" fmla="*/ 26 h 30"/>
                  <a:gd name="T110" fmla="*/ 4 w 18"/>
                  <a:gd name="T111" fmla="*/ 22 h 30"/>
                  <a:gd name="T112" fmla="*/ 0 w 18"/>
                  <a:gd name="T113" fmla="*/ 22 h 30"/>
                  <a:gd name="T114" fmla="*/ 0 w 18"/>
                  <a:gd name="T115" fmla="*/ 18 h 30"/>
                  <a:gd name="T116" fmla="*/ 0 w 18"/>
                  <a:gd name="T117" fmla="*/ 18 h 30"/>
                  <a:gd name="T118" fmla="*/ 0 w 18"/>
                  <a:gd name="T119" fmla="*/ 18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 h="30">
                    <a:moveTo>
                      <a:pt x="0" y="18"/>
                    </a:moveTo>
                    <a:lnTo>
                      <a:pt x="0" y="22"/>
                    </a:lnTo>
                    <a:lnTo>
                      <a:pt x="0" y="22"/>
                    </a:lnTo>
                    <a:lnTo>
                      <a:pt x="0" y="18"/>
                    </a:lnTo>
                    <a:lnTo>
                      <a:pt x="0" y="18"/>
                    </a:lnTo>
                    <a:lnTo>
                      <a:pt x="0" y="18"/>
                    </a:lnTo>
                    <a:lnTo>
                      <a:pt x="0" y="18"/>
                    </a:lnTo>
                    <a:lnTo>
                      <a:pt x="0" y="14"/>
                    </a:lnTo>
                    <a:lnTo>
                      <a:pt x="0" y="14"/>
                    </a:lnTo>
                    <a:lnTo>
                      <a:pt x="0" y="14"/>
                    </a:lnTo>
                    <a:lnTo>
                      <a:pt x="0" y="14"/>
                    </a:lnTo>
                    <a:lnTo>
                      <a:pt x="0" y="12"/>
                    </a:lnTo>
                    <a:lnTo>
                      <a:pt x="4" y="12"/>
                    </a:lnTo>
                    <a:lnTo>
                      <a:pt x="4" y="12"/>
                    </a:lnTo>
                    <a:lnTo>
                      <a:pt x="4" y="8"/>
                    </a:lnTo>
                    <a:lnTo>
                      <a:pt x="4" y="8"/>
                    </a:lnTo>
                    <a:lnTo>
                      <a:pt x="4" y="8"/>
                    </a:lnTo>
                    <a:lnTo>
                      <a:pt x="4" y="8"/>
                    </a:lnTo>
                    <a:lnTo>
                      <a:pt x="4" y="8"/>
                    </a:lnTo>
                    <a:lnTo>
                      <a:pt x="4" y="4"/>
                    </a:lnTo>
                    <a:lnTo>
                      <a:pt x="6" y="0"/>
                    </a:lnTo>
                    <a:lnTo>
                      <a:pt x="6" y="0"/>
                    </a:lnTo>
                    <a:lnTo>
                      <a:pt x="10" y="4"/>
                    </a:lnTo>
                    <a:lnTo>
                      <a:pt x="10" y="4"/>
                    </a:lnTo>
                    <a:lnTo>
                      <a:pt x="14" y="4"/>
                    </a:lnTo>
                    <a:lnTo>
                      <a:pt x="14" y="4"/>
                    </a:lnTo>
                    <a:lnTo>
                      <a:pt x="14" y="8"/>
                    </a:lnTo>
                    <a:lnTo>
                      <a:pt x="14" y="4"/>
                    </a:lnTo>
                    <a:lnTo>
                      <a:pt x="14" y="8"/>
                    </a:lnTo>
                    <a:lnTo>
                      <a:pt x="18" y="8"/>
                    </a:lnTo>
                    <a:lnTo>
                      <a:pt x="18" y="8"/>
                    </a:lnTo>
                    <a:lnTo>
                      <a:pt x="18" y="12"/>
                    </a:lnTo>
                    <a:lnTo>
                      <a:pt x="18" y="14"/>
                    </a:lnTo>
                    <a:lnTo>
                      <a:pt x="18" y="14"/>
                    </a:lnTo>
                    <a:lnTo>
                      <a:pt x="18" y="14"/>
                    </a:lnTo>
                    <a:lnTo>
                      <a:pt x="18" y="22"/>
                    </a:lnTo>
                    <a:lnTo>
                      <a:pt x="18" y="22"/>
                    </a:lnTo>
                    <a:lnTo>
                      <a:pt x="18" y="22"/>
                    </a:lnTo>
                    <a:lnTo>
                      <a:pt x="14" y="22"/>
                    </a:lnTo>
                    <a:lnTo>
                      <a:pt x="14" y="26"/>
                    </a:lnTo>
                    <a:lnTo>
                      <a:pt x="14" y="26"/>
                    </a:lnTo>
                    <a:lnTo>
                      <a:pt x="14" y="26"/>
                    </a:lnTo>
                    <a:lnTo>
                      <a:pt x="14" y="30"/>
                    </a:lnTo>
                    <a:lnTo>
                      <a:pt x="14" y="30"/>
                    </a:lnTo>
                    <a:lnTo>
                      <a:pt x="14" y="30"/>
                    </a:lnTo>
                    <a:lnTo>
                      <a:pt x="14" y="30"/>
                    </a:lnTo>
                    <a:lnTo>
                      <a:pt x="14" y="30"/>
                    </a:lnTo>
                    <a:lnTo>
                      <a:pt x="14" y="30"/>
                    </a:lnTo>
                    <a:lnTo>
                      <a:pt x="10" y="30"/>
                    </a:lnTo>
                    <a:lnTo>
                      <a:pt x="10" y="30"/>
                    </a:lnTo>
                    <a:lnTo>
                      <a:pt x="6" y="30"/>
                    </a:lnTo>
                    <a:lnTo>
                      <a:pt x="6" y="30"/>
                    </a:lnTo>
                    <a:lnTo>
                      <a:pt x="4" y="30"/>
                    </a:lnTo>
                    <a:lnTo>
                      <a:pt x="4" y="30"/>
                    </a:lnTo>
                    <a:lnTo>
                      <a:pt x="4" y="26"/>
                    </a:lnTo>
                    <a:lnTo>
                      <a:pt x="4" y="22"/>
                    </a:lnTo>
                    <a:lnTo>
                      <a:pt x="0" y="22"/>
                    </a:lnTo>
                    <a:lnTo>
                      <a:pt x="0" y="18"/>
                    </a:lnTo>
                    <a:lnTo>
                      <a:pt x="0" y="18"/>
                    </a:lnTo>
                    <a:lnTo>
                      <a:pt x="0"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6" name="Freeform 170"/>
              <p:cNvSpPr>
                <a:spLocks noEditPoints="1"/>
              </p:cNvSpPr>
              <p:nvPr/>
            </p:nvSpPr>
            <p:spPr bwMode="gray">
              <a:xfrm>
                <a:off x="5516530" y="4550993"/>
                <a:ext cx="274804" cy="316544"/>
              </a:xfrm>
              <a:custGeom>
                <a:avLst/>
                <a:gdLst>
                  <a:gd name="T0" fmla="*/ 64 w 158"/>
                  <a:gd name="T1" fmla="*/ 148 h 182"/>
                  <a:gd name="T2" fmla="*/ 52 w 158"/>
                  <a:gd name="T3" fmla="*/ 144 h 182"/>
                  <a:gd name="T4" fmla="*/ 42 w 158"/>
                  <a:gd name="T5" fmla="*/ 136 h 182"/>
                  <a:gd name="T6" fmla="*/ 30 w 158"/>
                  <a:gd name="T7" fmla="*/ 130 h 182"/>
                  <a:gd name="T8" fmla="*/ 22 w 158"/>
                  <a:gd name="T9" fmla="*/ 122 h 182"/>
                  <a:gd name="T10" fmla="*/ 20 w 158"/>
                  <a:gd name="T11" fmla="*/ 110 h 182"/>
                  <a:gd name="T12" fmla="*/ 16 w 158"/>
                  <a:gd name="T13" fmla="*/ 100 h 182"/>
                  <a:gd name="T14" fmla="*/ 4 w 158"/>
                  <a:gd name="T15" fmla="*/ 88 h 182"/>
                  <a:gd name="T16" fmla="*/ 4 w 158"/>
                  <a:gd name="T17" fmla="*/ 74 h 182"/>
                  <a:gd name="T18" fmla="*/ 0 w 158"/>
                  <a:gd name="T19" fmla="*/ 62 h 182"/>
                  <a:gd name="T20" fmla="*/ 12 w 158"/>
                  <a:gd name="T21" fmla="*/ 54 h 182"/>
                  <a:gd name="T22" fmla="*/ 20 w 158"/>
                  <a:gd name="T23" fmla="*/ 44 h 182"/>
                  <a:gd name="T24" fmla="*/ 22 w 158"/>
                  <a:gd name="T25" fmla="*/ 34 h 182"/>
                  <a:gd name="T26" fmla="*/ 20 w 158"/>
                  <a:gd name="T27" fmla="*/ 22 h 182"/>
                  <a:gd name="T28" fmla="*/ 22 w 158"/>
                  <a:gd name="T29" fmla="*/ 10 h 182"/>
                  <a:gd name="T30" fmla="*/ 20 w 158"/>
                  <a:gd name="T31" fmla="*/ 0 h 182"/>
                  <a:gd name="T32" fmla="*/ 34 w 158"/>
                  <a:gd name="T33" fmla="*/ 0 h 182"/>
                  <a:gd name="T34" fmla="*/ 56 w 158"/>
                  <a:gd name="T35" fmla="*/ 0 h 182"/>
                  <a:gd name="T36" fmla="*/ 80 w 158"/>
                  <a:gd name="T37" fmla="*/ 6 h 182"/>
                  <a:gd name="T38" fmla="*/ 98 w 158"/>
                  <a:gd name="T39" fmla="*/ 18 h 182"/>
                  <a:gd name="T40" fmla="*/ 112 w 158"/>
                  <a:gd name="T41" fmla="*/ 30 h 182"/>
                  <a:gd name="T42" fmla="*/ 120 w 158"/>
                  <a:gd name="T43" fmla="*/ 40 h 182"/>
                  <a:gd name="T44" fmla="*/ 132 w 158"/>
                  <a:gd name="T45" fmla="*/ 54 h 182"/>
                  <a:gd name="T46" fmla="*/ 142 w 158"/>
                  <a:gd name="T47" fmla="*/ 66 h 182"/>
                  <a:gd name="T48" fmla="*/ 136 w 158"/>
                  <a:gd name="T49" fmla="*/ 80 h 182"/>
                  <a:gd name="T50" fmla="*/ 140 w 158"/>
                  <a:gd name="T51" fmla="*/ 92 h 182"/>
                  <a:gd name="T52" fmla="*/ 146 w 158"/>
                  <a:gd name="T53" fmla="*/ 104 h 182"/>
                  <a:gd name="T54" fmla="*/ 142 w 158"/>
                  <a:gd name="T55" fmla="*/ 114 h 182"/>
                  <a:gd name="T56" fmla="*/ 142 w 158"/>
                  <a:gd name="T57" fmla="*/ 126 h 182"/>
                  <a:gd name="T58" fmla="*/ 142 w 158"/>
                  <a:gd name="T59" fmla="*/ 134 h 182"/>
                  <a:gd name="T60" fmla="*/ 146 w 158"/>
                  <a:gd name="T61" fmla="*/ 140 h 182"/>
                  <a:gd name="T62" fmla="*/ 150 w 158"/>
                  <a:gd name="T63" fmla="*/ 156 h 182"/>
                  <a:gd name="T64" fmla="*/ 158 w 158"/>
                  <a:gd name="T65" fmla="*/ 156 h 182"/>
                  <a:gd name="T66" fmla="*/ 150 w 158"/>
                  <a:gd name="T67" fmla="*/ 166 h 182"/>
                  <a:gd name="T68" fmla="*/ 142 w 158"/>
                  <a:gd name="T69" fmla="*/ 174 h 182"/>
                  <a:gd name="T70" fmla="*/ 128 w 158"/>
                  <a:gd name="T71" fmla="*/ 178 h 182"/>
                  <a:gd name="T72" fmla="*/ 120 w 158"/>
                  <a:gd name="T73" fmla="*/ 178 h 182"/>
                  <a:gd name="T74" fmla="*/ 116 w 158"/>
                  <a:gd name="T75" fmla="*/ 182 h 182"/>
                  <a:gd name="T76" fmla="*/ 102 w 158"/>
                  <a:gd name="T77" fmla="*/ 182 h 182"/>
                  <a:gd name="T78" fmla="*/ 86 w 158"/>
                  <a:gd name="T79" fmla="*/ 182 h 182"/>
                  <a:gd name="T80" fmla="*/ 80 w 158"/>
                  <a:gd name="T81" fmla="*/ 174 h 182"/>
                  <a:gd name="T82" fmla="*/ 80 w 158"/>
                  <a:gd name="T83" fmla="*/ 164 h 182"/>
                  <a:gd name="T84" fmla="*/ 76 w 158"/>
                  <a:gd name="T85" fmla="*/ 152 h 182"/>
                  <a:gd name="T86" fmla="*/ 72 w 158"/>
                  <a:gd name="T87" fmla="*/ 144 h 182"/>
                  <a:gd name="T88" fmla="*/ 150 w 158"/>
                  <a:gd name="T89" fmla="*/ 70 h 182"/>
                  <a:gd name="T90" fmla="*/ 150 w 158"/>
                  <a:gd name="T91" fmla="*/ 74 h 182"/>
                  <a:gd name="T92" fmla="*/ 142 w 158"/>
                  <a:gd name="T93" fmla="*/ 84 h 182"/>
                  <a:gd name="T94" fmla="*/ 146 w 158"/>
                  <a:gd name="T95" fmla="*/ 88 h 182"/>
                  <a:gd name="T96" fmla="*/ 142 w 158"/>
                  <a:gd name="T97" fmla="*/ 84 h 182"/>
                  <a:gd name="T98" fmla="*/ 150 w 158"/>
                  <a:gd name="T99" fmla="*/ 114 h 182"/>
                  <a:gd name="T100" fmla="*/ 146 w 158"/>
                  <a:gd name="T101" fmla="*/ 118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8" h="182">
                    <a:moveTo>
                      <a:pt x="72" y="144"/>
                    </a:moveTo>
                    <a:lnTo>
                      <a:pt x="68" y="144"/>
                    </a:lnTo>
                    <a:lnTo>
                      <a:pt x="68" y="148"/>
                    </a:lnTo>
                    <a:lnTo>
                      <a:pt x="64" y="148"/>
                    </a:lnTo>
                    <a:lnTo>
                      <a:pt x="60" y="148"/>
                    </a:lnTo>
                    <a:lnTo>
                      <a:pt x="60" y="144"/>
                    </a:lnTo>
                    <a:lnTo>
                      <a:pt x="56" y="144"/>
                    </a:lnTo>
                    <a:lnTo>
                      <a:pt x="52" y="144"/>
                    </a:lnTo>
                    <a:lnTo>
                      <a:pt x="50" y="140"/>
                    </a:lnTo>
                    <a:lnTo>
                      <a:pt x="46" y="140"/>
                    </a:lnTo>
                    <a:lnTo>
                      <a:pt x="46" y="136"/>
                    </a:lnTo>
                    <a:lnTo>
                      <a:pt x="42" y="136"/>
                    </a:lnTo>
                    <a:lnTo>
                      <a:pt x="38" y="136"/>
                    </a:lnTo>
                    <a:lnTo>
                      <a:pt x="38" y="134"/>
                    </a:lnTo>
                    <a:lnTo>
                      <a:pt x="34" y="134"/>
                    </a:lnTo>
                    <a:lnTo>
                      <a:pt x="30" y="130"/>
                    </a:lnTo>
                    <a:lnTo>
                      <a:pt x="26" y="130"/>
                    </a:lnTo>
                    <a:lnTo>
                      <a:pt x="22" y="130"/>
                    </a:lnTo>
                    <a:lnTo>
                      <a:pt x="22" y="126"/>
                    </a:lnTo>
                    <a:lnTo>
                      <a:pt x="22" y="122"/>
                    </a:lnTo>
                    <a:lnTo>
                      <a:pt x="22" y="118"/>
                    </a:lnTo>
                    <a:lnTo>
                      <a:pt x="20" y="118"/>
                    </a:lnTo>
                    <a:lnTo>
                      <a:pt x="20" y="114"/>
                    </a:lnTo>
                    <a:lnTo>
                      <a:pt x="20" y="110"/>
                    </a:lnTo>
                    <a:lnTo>
                      <a:pt x="16" y="110"/>
                    </a:lnTo>
                    <a:lnTo>
                      <a:pt x="16" y="108"/>
                    </a:lnTo>
                    <a:lnTo>
                      <a:pt x="16" y="104"/>
                    </a:lnTo>
                    <a:lnTo>
                      <a:pt x="16" y="100"/>
                    </a:lnTo>
                    <a:lnTo>
                      <a:pt x="12" y="100"/>
                    </a:lnTo>
                    <a:lnTo>
                      <a:pt x="8" y="96"/>
                    </a:lnTo>
                    <a:lnTo>
                      <a:pt x="4" y="92"/>
                    </a:lnTo>
                    <a:lnTo>
                      <a:pt x="4" y="88"/>
                    </a:lnTo>
                    <a:lnTo>
                      <a:pt x="4" y="84"/>
                    </a:lnTo>
                    <a:lnTo>
                      <a:pt x="4" y="80"/>
                    </a:lnTo>
                    <a:lnTo>
                      <a:pt x="4" y="78"/>
                    </a:lnTo>
                    <a:lnTo>
                      <a:pt x="4" y="74"/>
                    </a:lnTo>
                    <a:lnTo>
                      <a:pt x="4" y="70"/>
                    </a:lnTo>
                    <a:lnTo>
                      <a:pt x="0" y="70"/>
                    </a:lnTo>
                    <a:lnTo>
                      <a:pt x="0" y="66"/>
                    </a:lnTo>
                    <a:lnTo>
                      <a:pt x="0" y="62"/>
                    </a:lnTo>
                    <a:lnTo>
                      <a:pt x="4" y="62"/>
                    </a:lnTo>
                    <a:lnTo>
                      <a:pt x="4" y="58"/>
                    </a:lnTo>
                    <a:lnTo>
                      <a:pt x="8" y="58"/>
                    </a:lnTo>
                    <a:lnTo>
                      <a:pt x="12" y="54"/>
                    </a:lnTo>
                    <a:lnTo>
                      <a:pt x="16" y="50"/>
                    </a:lnTo>
                    <a:lnTo>
                      <a:pt x="16" y="48"/>
                    </a:lnTo>
                    <a:lnTo>
                      <a:pt x="16" y="44"/>
                    </a:lnTo>
                    <a:lnTo>
                      <a:pt x="20" y="44"/>
                    </a:lnTo>
                    <a:lnTo>
                      <a:pt x="20" y="40"/>
                    </a:lnTo>
                    <a:lnTo>
                      <a:pt x="22" y="40"/>
                    </a:lnTo>
                    <a:lnTo>
                      <a:pt x="22" y="36"/>
                    </a:lnTo>
                    <a:lnTo>
                      <a:pt x="22" y="34"/>
                    </a:lnTo>
                    <a:lnTo>
                      <a:pt x="20" y="34"/>
                    </a:lnTo>
                    <a:lnTo>
                      <a:pt x="16" y="34"/>
                    </a:lnTo>
                    <a:lnTo>
                      <a:pt x="20" y="26"/>
                    </a:lnTo>
                    <a:lnTo>
                      <a:pt x="20" y="22"/>
                    </a:lnTo>
                    <a:lnTo>
                      <a:pt x="22" y="22"/>
                    </a:lnTo>
                    <a:lnTo>
                      <a:pt x="22" y="18"/>
                    </a:lnTo>
                    <a:lnTo>
                      <a:pt x="22" y="14"/>
                    </a:lnTo>
                    <a:lnTo>
                      <a:pt x="22" y="10"/>
                    </a:lnTo>
                    <a:lnTo>
                      <a:pt x="22" y="6"/>
                    </a:lnTo>
                    <a:lnTo>
                      <a:pt x="20" y="6"/>
                    </a:lnTo>
                    <a:lnTo>
                      <a:pt x="20" y="4"/>
                    </a:lnTo>
                    <a:lnTo>
                      <a:pt x="20" y="0"/>
                    </a:lnTo>
                    <a:lnTo>
                      <a:pt x="22" y="0"/>
                    </a:lnTo>
                    <a:lnTo>
                      <a:pt x="26" y="0"/>
                    </a:lnTo>
                    <a:lnTo>
                      <a:pt x="30" y="0"/>
                    </a:lnTo>
                    <a:lnTo>
                      <a:pt x="34" y="0"/>
                    </a:lnTo>
                    <a:lnTo>
                      <a:pt x="46" y="0"/>
                    </a:lnTo>
                    <a:lnTo>
                      <a:pt x="50" y="0"/>
                    </a:lnTo>
                    <a:lnTo>
                      <a:pt x="52" y="0"/>
                    </a:lnTo>
                    <a:lnTo>
                      <a:pt x="56" y="0"/>
                    </a:lnTo>
                    <a:lnTo>
                      <a:pt x="60" y="0"/>
                    </a:lnTo>
                    <a:lnTo>
                      <a:pt x="68" y="0"/>
                    </a:lnTo>
                    <a:lnTo>
                      <a:pt x="76" y="4"/>
                    </a:lnTo>
                    <a:lnTo>
                      <a:pt x="80" y="6"/>
                    </a:lnTo>
                    <a:lnTo>
                      <a:pt x="86" y="10"/>
                    </a:lnTo>
                    <a:lnTo>
                      <a:pt x="90" y="14"/>
                    </a:lnTo>
                    <a:lnTo>
                      <a:pt x="94" y="18"/>
                    </a:lnTo>
                    <a:lnTo>
                      <a:pt x="98" y="18"/>
                    </a:lnTo>
                    <a:lnTo>
                      <a:pt x="98" y="22"/>
                    </a:lnTo>
                    <a:lnTo>
                      <a:pt x="102" y="22"/>
                    </a:lnTo>
                    <a:lnTo>
                      <a:pt x="106" y="26"/>
                    </a:lnTo>
                    <a:lnTo>
                      <a:pt x="112" y="30"/>
                    </a:lnTo>
                    <a:lnTo>
                      <a:pt x="116" y="34"/>
                    </a:lnTo>
                    <a:lnTo>
                      <a:pt x="120" y="34"/>
                    </a:lnTo>
                    <a:lnTo>
                      <a:pt x="120" y="36"/>
                    </a:lnTo>
                    <a:lnTo>
                      <a:pt x="120" y="40"/>
                    </a:lnTo>
                    <a:lnTo>
                      <a:pt x="120" y="44"/>
                    </a:lnTo>
                    <a:lnTo>
                      <a:pt x="124" y="44"/>
                    </a:lnTo>
                    <a:lnTo>
                      <a:pt x="132" y="50"/>
                    </a:lnTo>
                    <a:lnTo>
                      <a:pt x="132" y="54"/>
                    </a:lnTo>
                    <a:lnTo>
                      <a:pt x="136" y="54"/>
                    </a:lnTo>
                    <a:lnTo>
                      <a:pt x="140" y="58"/>
                    </a:lnTo>
                    <a:lnTo>
                      <a:pt x="142" y="62"/>
                    </a:lnTo>
                    <a:lnTo>
                      <a:pt x="142" y="66"/>
                    </a:lnTo>
                    <a:lnTo>
                      <a:pt x="140" y="70"/>
                    </a:lnTo>
                    <a:lnTo>
                      <a:pt x="140" y="74"/>
                    </a:lnTo>
                    <a:lnTo>
                      <a:pt x="140" y="78"/>
                    </a:lnTo>
                    <a:lnTo>
                      <a:pt x="136" y="80"/>
                    </a:lnTo>
                    <a:lnTo>
                      <a:pt x="136" y="84"/>
                    </a:lnTo>
                    <a:lnTo>
                      <a:pt x="136" y="88"/>
                    </a:lnTo>
                    <a:lnTo>
                      <a:pt x="136" y="92"/>
                    </a:lnTo>
                    <a:lnTo>
                      <a:pt x="140" y="92"/>
                    </a:lnTo>
                    <a:lnTo>
                      <a:pt x="142" y="96"/>
                    </a:lnTo>
                    <a:lnTo>
                      <a:pt x="142" y="100"/>
                    </a:lnTo>
                    <a:lnTo>
                      <a:pt x="146" y="100"/>
                    </a:lnTo>
                    <a:lnTo>
                      <a:pt x="146" y="104"/>
                    </a:lnTo>
                    <a:lnTo>
                      <a:pt x="146" y="108"/>
                    </a:lnTo>
                    <a:lnTo>
                      <a:pt x="142" y="108"/>
                    </a:lnTo>
                    <a:lnTo>
                      <a:pt x="142" y="110"/>
                    </a:lnTo>
                    <a:lnTo>
                      <a:pt x="142" y="114"/>
                    </a:lnTo>
                    <a:lnTo>
                      <a:pt x="146" y="114"/>
                    </a:lnTo>
                    <a:lnTo>
                      <a:pt x="146" y="118"/>
                    </a:lnTo>
                    <a:lnTo>
                      <a:pt x="142" y="122"/>
                    </a:lnTo>
                    <a:lnTo>
                      <a:pt x="142" y="126"/>
                    </a:lnTo>
                    <a:lnTo>
                      <a:pt x="142" y="122"/>
                    </a:lnTo>
                    <a:lnTo>
                      <a:pt x="142" y="126"/>
                    </a:lnTo>
                    <a:lnTo>
                      <a:pt x="142" y="130"/>
                    </a:lnTo>
                    <a:lnTo>
                      <a:pt x="142" y="134"/>
                    </a:lnTo>
                    <a:lnTo>
                      <a:pt x="146" y="134"/>
                    </a:lnTo>
                    <a:lnTo>
                      <a:pt x="142" y="134"/>
                    </a:lnTo>
                    <a:lnTo>
                      <a:pt x="146" y="136"/>
                    </a:lnTo>
                    <a:lnTo>
                      <a:pt x="146" y="140"/>
                    </a:lnTo>
                    <a:lnTo>
                      <a:pt x="150" y="144"/>
                    </a:lnTo>
                    <a:lnTo>
                      <a:pt x="150" y="148"/>
                    </a:lnTo>
                    <a:lnTo>
                      <a:pt x="150" y="152"/>
                    </a:lnTo>
                    <a:lnTo>
                      <a:pt x="150" y="156"/>
                    </a:lnTo>
                    <a:lnTo>
                      <a:pt x="154" y="156"/>
                    </a:lnTo>
                    <a:lnTo>
                      <a:pt x="154" y="160"/>
                    </a:lnTo>
                    <a:lnTo>
                      <a:pt x="158" y="160"/>
                    </a:lnTo>
                    <a:lnTo>
                      <a:pt x="158" y="156"/>
                    </a:lnTo>
                    <a:lnTo>
                      <a:pt x="158" y="160"/>
                    </a:lnTo>
                    <a:lnTo>
                      <a:pt x="158" y="164"/>
                    </a:lnTo>
                    <a:lnTo>
                      <a:pt x="154" y="166"/>
                    </a:lnTo>
                    <a:lnTo>
                      <a:pt x="150" y="166"/>
                    </a:lnTo>
                    <a:lnTo>
                      <a:pt x="150" y="170"/>
                    </a:lnTo>
                    <a:lnTo>
                      <a:pt x="146" y="170"/>
                    </a:lnTo>
                    <a:lnTo>
                      <a:pt x="142" y="170"/>
                    </a:lnTo>
                    <a:lnTo>
                      <a:pt x="142" y="174"/>
                    </a:lnTo>
                    <a:lnTo>
                      <a:pt x="140" y="174"/>
                    </a:lnTo>
                    <a:lnTo>
                      <a:pt x="136" y="174"/>
                    </a:lnTo>
                    <a:lnTo>
                      <a:pt x="132" y="178"/>
                    </a:lnTo>
                    <a:lnTo>
                      <a:pt x="128" y="178"/>
                    </a:lnTo>
                    <a:lnTo>
                      <a:pt x="128" y="174"/>
                    </a:lnTo>
                    <a:lnTo>
                      <a:pt x="124" y="174"/>
                    </a:lnTo>
                    <a:lnTo>
                      <a:pt x="124" y="178"/>
                    </a:lnTo>
                    <a:lnTo>
                      <a:pt x="120" y="178"/>
                    </a:lnTo>
                    <a:lnTo>
                      <a:pt x="124" y="178"/>
                    </a:lnTo>
                    <a:lnTo>
                      <a:pt x="124" y="182"/>
                    </a:lnTo>
                    <a:lnTo>
                      <a:pt x="120" y="182"/>
                    </a:lnTo>
                    <a:lnTo>
                      <a:pt x="116" y="182"/>
                    </a:lnTo>
                    <a:lnTo>
                      <a:pt x="112" y="182"/>
                    </a:lnTo>
                    <a:lnTo>
                      <a:pt x="110" y="182"/>
                    </a:lnTo>
                    <a:lnTo>
                      <a:pt x="106" y="182"/>
                    </a:lnTo>
                    <a:lnTo>
                      <a:pt x="102" y="182"/>
                    </a:lnTo>
                    <a:lnTo>
                      <a:pt x="98" y="182"/>
                    </a:lnTo>
                    <a:lnTo>
                      <a:pt x="94" y="178"/>
                    </a:lnTo>
                    <a:lnTo>
                      <a:pt x="90" y="182"/>
                    </a:lnTo>
                    <a:lnTo>
                      <a:pt x="86" y="182"/>
                    </a:lnTo>
                    <a:lnTo>
                      <a:pt x="82" y="182"/>
                    </a:lnTo>
                    <a:lnTo>
                      <a:pt x="82" y="178"/>
                    </a:lnTo>
                    <a:lnTo>
                      <a:pt x="80" y="178"/>
                    </a:lnTo>
                    <a:lnTo>
                      <a:pt x="80" y="174"/>
                    </a:lnTo>
                    <a:lnTo>
                      <a:pt x="76" y="174"/>
                    </a:lnTo>
                    <a:lnTo>
                      <a:pt x="76" y="170"/>
                    </a:lnTo>
                    <a:lnTo>
                      <a:pt x="80" y="166"/>
                    </a:lnTo>
                    <a:lnTo>
                      <a:pt x="80" y="164"/>
                    </a:lnTo>
                    <a:lnTo>
                      <a:pt x="76" y="164"/>
                    </a:lnTo>
                    <a:lnTo>
                      <a:pt x="76" y="160"/>
                    </a:lnTo>
                    <a:lnTo>
                      <a:pt x="76" y="156"/>
                    </a:lnTo>
                    <a:lnTo>
                      <a:pt x="76" y="152"/>
                    </a:lnTo>
                    <a:lnTo>
                      <a:pt x="72" y="152"/>
                    </a:lnTo>
                    <a:lnTo>
                      <a:pt x="72" y="148"/>
                    </a:lnTo>
                    <a:lnTo>
                      <a:pt x="72" y="144"/>
                    </a:lnTo>
                    <a:lnTo>
                      <a:pt x="72" y="144"/>
                    </a:lnTo>
                    <a:lnTo>
                      <a:pt x="72" y="144"/>
                    </a:lnTo>
                    <a:close/>
                    <a:moveTo>
                      <a:pt x="150" y="70"/>
                    </a:moveTo>
                    <a:lnTo>
                      <a:pt x="150" y="66"/>
                    </a:lnTo>
                    <a:lnTo>
                      <a:pt x="150" y="70"/>
                    </a:lnTo>
                    <a:lnTo>
                      <a:pt x="150" y="74"/>
                    </a:lnTo>
                    <a:lnTo>
                      <a:pt x="150" y="78"/>
                    </a:lnTo>
                    <a:lnTo>
                      <a:pt x="146" y="74"/>
                    </a:lnTo>
                    <a:lnTo>
                      <a:pt x="150" y="74"/>
                    </a:lnTo>
                    <a:lnTo>
                      <a:pt x="150" y="70"/>
                    </a:lnTo>
                    <a:lnTo>
                      <a:pt x="150" y="70"/>
                    </a:lnTo>
                    <a:lnTo>
                      <a:pt x="150" y="70"/>
                    </a:lnTo>
                    <a:close/>
                    <a:moveTo>
                      <a:pt x="142" y="84"/>
                    </a:moveTo>
                    <a:lnTo>
                      <a:pt x="142" y="80"/>
                    </a:lnTo>
                    <a:lnTo>
                      <a:pt x="142" y="84"/>
                    </a:lnTo>
                    <a:lnTo>
                      <a:pt x="146" y="84"/>
                    </a:lnTo>
                    <a:lnTo>
                      <a:pt x="146" y="88"/>
                    </a:lnTo>
                    <a:lnTo>
                      <a:pt x="146" y="92"/>
                    </a:lnTo>
                    <a:lnTo>
                      <a:pt x="146" y="88"/>
                    </a:lnTo>
                    <a:lnTo>
                      <a:pt x="142" y="88"/>
                    </a:lnTo>
                    <a:lnTo>
                      <a:pt x="142" y="84"/>
                    </a:lnTo>
                    <a:lnTo>
                      <a:pt x="142" y="84"/>
                    </a:lnTo>
                    <a:lnTo>
                      <a:pt x="142" y="84"/>
                    </a:lnTo>
                    <a:close/>
                    <a:moveTo>
                      <a:pt x="146" y="118"/>
                    </a:moveTo>
                    <a:lnTo>
                      <a:pt x="150" y="114"/>
                    </a:lnTo>
                    <a:lnTo>
                      <a:pt x="150" y="118"/>
                    </a:lnTo>
                    <a:lnTo>
                      <a:pt x="146" y="118"/>
                    </a:lnTo>
                    <a:lnTo>
                      <a:pt x="146" y="118"/>
                    </a:lnTo>
                    <a:lnTo>
                      <a:pt x="146" y="1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7" name="Freeform 171"/>
              <p:cNvSpPr>
                <a:spLocks/>
              </p:cNvSpPr>
              <p:nvPr/>
            </p:nvSpPr>
            <p:spPr bwMode="gray">
              <a:xfrm>
                <a:off x="4382529" y="4109224"/>
                <a:ext cx="80006" cy="17393"/>
              </a:xfrm>
              <a:custGeom>
                <a:avLst/>
                <a:gdLst>
                  <a:gd name="T0" fmla="*/ 4 w 46"/>
                  <a:gd name="T1" fmla="*/ 6 h 10"/>
                  <a:gd name="T2" fmla="*/ 4 w 46"/>
                  <a:gd name="T3" fmla="*/ 6 h 10"/>
                  <a:gd name="T4" fmla="*/ 4 w 46"/>
                  <a:gd name="T5" fmla="*/ 6 h 10"/>
                  <a:gd name="T6" fmla="*/ 8 w 46"/>
                  <a:gd name="T7" fmla="*/ 10 h 10"/>
                  <a:gd name="T8" fmla="*/ 8 w 46"/>
                  <a:gd name="T9" fmla="*/ 6 h 10"/>
                  <a:gd name="T10" fmla="*/ 12 w 46"/>
                  <a:gd name="T11" fmla="*/ 6 h 10"/>
                  <a:gd name="T12" fmla="*/ 12 w 46"/>
                  <a:gd name="T13" fmla="*/ 6 h 10"/>
                  <a:gd name="T14" fmla="*/ 8 w 46"/>
                  <a:gd name="T15" fmla="*/ 6 h 10"/>
                  <a:gd name="T16" fmla="*/ 12 w 46"/>
                  <a:gd name="T17" fmla="*/ 6 h 10"/>
                  <a:gd name="T18" fmla="*/ 20 w 46"/>
                  <a:gd name="T19" fmla="*/ 6 h 10"/>
                  <a:gd name="T20" fmla="*/ 24 w 46"/>
                  <a:gd name="T21" fmla="*/ 6 h 10"/>
                  <a:gd name="T22" fmla="*/ 24 w 46"/>
                  <a:gd name="T23" fmla="*/ 6 h 10"/>
                  <a:gd name="T24" fmla="*/ 24 w 46"/>
                  <a:gd name="T25" fmla="*/ 2 h 10"/>
                  <a:gd name="T26" fmla="*/ 24 w 46"/>
                  <a:gd name="T27" fmla="*/ 6 h 10"/>
                  <a:gd name="T28" fmla="*/ 20 w 46"/>
                  <a:gd name="T29" fmla="*/ 2 h 10"/>
                  <a:gd name="T30" fmla="*/ 12 w 46"/>
                  <a:gd name="T31" fmla="*/ 6 h 10"/>
                  <a:gd name="T32" fmla="*/ 12 w 46"/>
                  <a:gd name="T33" fmla="*/ 6 h 10"/>
                  <a:gd name="T34" fmla="*/ 8 w 46"/>
                  <a:gd name="T35" fmla="*/ 6 h 10"/>
                  <a:gd name="T36" fmla="*/ 4 w 46"/>
                  <a:gd name="T37" fmla="*/ 6 h 10"/>
                  <a:gd name="T38" fmla="*/ 4 w 46"/>
                  <a:gd name="T39" fmla="*/ 2 h 10"/>
                  <a:gd name="T40" fmla="*/ 12 w 46"/>
                  <a:gd name="T41" fmla="*/ 2 h 10"/>
                  <a:gd name="T42" fmla="*/ 20 w 46"/>
                  <a:gd name="T43" fmla="*/ 2 h 10"/>
                  <a:gd name="T44" fmla="*/ 20 w 46"/>
                  <a:gd name="T45" fmla="*/ 2 h 10"/>
                  <a:gd name="T46" fmla="*/ 20 w 46"/>
                  <a:gd name="T47" fmla="*/ 0 h 10"/>
                  <a:gd name="T48" fmla="*/ 24 w 46"/>
                  <a:gd name="T49" fmla="*/ 0 h 10"/>
                  <a:gd name="T50" fmla="*/ 24 w 46"/>
                  <a:gd name="T51" fmla="*/ 0 h 10"/>
                  <a:gd name="T52" fmla="*/ 26 w 46"/>
                  <a:gd name="T53" fmla="*/ 0 h 10"/>
                  <a:gd name="T54" fmla="*/ 30 w 46"/>
                  <a:gd name="T55" fmla="*/ 0 h 10"/>
                  <a:gd name="T56" fmla="*/ 30 w 46"/>
                  <a:gd name="T57" fmla="*/ 0 h 10"/>
                  <a:gd name="T58" fmla="*/ 30 w 46"/>
                  <a:gd name="T59" fmla="*/ 2 h 10"/>
                  <a:gd name="T60" fmla="*/ 30 w 46"/>
                  <a:gd name="T61" fmla="*/ 2 h 10"/>
                  <a:gd name="T62" fmla="*/ 34 w 46"/>
                  <a:gd name="T63" fmla="*/ 2 h 10"/>
                  <a:gd name="T64" fmla="*/ 34 w 46"/>
                  <a:gd name="T65" fmla="*/ 2 h 10"/>
                  <a:gd name="T66" fmla="*/ 34 w 46"/>
                  <a:gd name="T67" fmla="*/ 2 h 10"/>
                  <a:gd name="T68" fmla="*/ 34 w 46"/>
                  <a:gd name="T69" fmla="*/ 6 h 10"/>
                  <a:gd name="T70" fmla="*/ 38 w 46"/>
                  <a:gd name="T71" fmla="*/ 2 h 10"/>
                  <a:gd name="T72" fmla="*/ 42 w 46"/>
                  <a:gd name="T73" fmla="*/ 2 h 10"/>
                  <a:gd name="T74" fmla="*/ 42 w 46"/>
                  <a:gd name="T75" fmla="*/ 2 h 10"/>
                  <a:gd name="T76" fmla="*/ 46 w 46"/>
                  <a:gd name="T77" fmla="*/ 2 h 10"/>
                  <a:gd name="T78" fmla="*/ 46 w 46"/>
                  <a:gd name="T79" fmla="*/ 6 h 10"/>
                  <a:gd name="T80" fmla="*/ 42 w 46"/>
                  <a:gd name="T81" fmla="*/ 6 h 10"/>
                  <a:gd name="T82" fmla="*/ 42 w 46"/>
                  <a:gd name="T83" fmla="*/ 6 h 10"/>
                  <a:gd name="T84" fmla="*/ 38 w 46"/>
                  <a:gd name="T85" fmla="*/ 10 h 10"/>
                  <a:gd name="T86" fmla="*/ 38 w 46"/>
                  <a:gd name="T87" fmla="*/ 10 h 10"/>
                  <a:gd name="T88" fmla="*/ 34 w 46"/>
                  <a:gd name="T89" fmla="*/ 6 h 10"/>
                  <a:gd name="T90" fmla="*/ 30 w 46"/>
                  <a:gd name="T91" fmla="*/ 6 h 10"/>
                  <a:gd name="T92" fmla="*/ 30 w 46"/>
                  <a:gd name="T93" fmla="*/ 6 h 10"/>
                  <a:gd name="T94" fmla="*/ 26 w 46"/>
                  <a:gd name="T95" fmla="*/ 6 h 10"/>
                  <a:gd name="T96" fmla="*/ 26 w 46"/>
                  <a:gd name="T97" fmla="*/ 2 h 10"/>
                  <a:gd name="T98" fmla="*/ 26 w 46"/>
                  <a:gd name="T99" fmla="*/ 2 h 10"/>
                  <a:gd name="T100" fmla="*/ 24 w 46"/>
                  <a:gd name="T101" fmla="*/ 2 h 10"/>
                  <a:gd name="T102" fmla="*/ 24 w 46"/>
                  <a:gd name="T103" fmla="*/ 6 h 10"/>
                  <a:gd name="T104" fmla="*/ 24 w 46"/>
                  <a:gd name="T105" fmla="*/ 6 h 10"/>
                  <a:gd name="T106" fmla="*/ 20 w 46"/>
                  <a:gd name="T107" fmla="*/ 6 h 10"/>
                  <a:gd name="T108" fmla="*/ 16 w 46"/>
                  <a:gd name="T109" fmla="*/ 10 h 10"/>
                  <a:gd name="T110" fmla="*/ 12 w 46"/>
                  <a:gd name="T111" fmla="*/ 10 h 10"/>
                  <a:gd name="T112" fmla="*/ 0 w 46"/>
                  <a:gd name="T113" fmla="*/ 10 h 10"/>
                  <a:gd name="T114" fmla="*/ 0 w 46"/>
                  <a:gd name="T115" fmla="*/ 6 h 10"/>
                  <a:gd name="T116" fmla="*/ 0 w 46"/>
                  <a:gd name="T117" fmla="*/ 6 h 10"/>
                  <a:gd name="T118" fmla="*/ 4 w 46"/>
                  <a:gd name="T119" fmla="*/ 2 h 10"/>
                  <a:gd name="T120" fmla="*/ 4 w 46"/>
                  <a:gd name="T121" fmla="*/ 6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6" h="10">
                    <a:moveTo>
                      <a:pt x="4" y="6"/>
                    </a:moveTo>
                    <a:lnTo>
                      <a:pt x="4" y="6"/>
                    </a:lnTo>
                    <a:lnTo>
                      <a:pt x="4" y="6"/>
                    </a:lnTo>
                    <a:lnTo>
                      <a:pt x="4" y="6"/>
                    </a:lnTo>
                    <a:lnTo>
                      <a:pt x="4" y="6"/>
                    </a:lnTo>
                    <a:lnTo>
                      <a:pt x="4" y="6"/>
                    </a:lnTo>
                    <a:lnTo>
                      <a:pt x="4" y="6"/>
                    </a:lnTo>
                    <a:lnTo>
                      <a:pt x="4" y="6"/>
                    </a:lnTo>
                    <a:lnTo>
                      <a:pt x="4" y="6"/>
                    </a:lnTo>
                    <a:lnTo>
                      <a:pt x="4" y="6"/>
                    </a:lnTo>
                    <a:lnTo>
                      <a:pt x="4" y="6"/>
                    </a:lnTo>
                    <a:lnTo>
                      <a:pt x="8" y="10"/>
                    </a:lnTo>
                    <a:lnTo>
                      <a:pt x="8" y="6"/>
                    </a:lnTo>
                    <a:lnTo>
                      <a:pt x="8" y="6"/>
                    </a:lnTo>
                    <a:lnTo>
                      <a:pt x="8" y="6"/>
                    </a:lnTo>
                    <a:lnTo>
                      <a:pt x="8" y="6"/>
                    </a:lnTo>
                    <a:lnTo>
                      <a:pt x="12" y="10"/>
                    </a:lnTo>
                    <a:lnTo>
                      <a:pt x="12" y="6"/>
                    </a:lnTo>
                    <a:lnTo>
                      <a:pt x="12" y="6"/>
                    </a:lnTo>
                    <a:lnTo>
                      <a:pt x="12" y="6"/>
                    </a:lnTo>
                    <a:lnTo>
                      <a:pt x="12" y="6"/>
                    </a:lnTo>
                    <a:lnTo>
                      <a:pt x="8" y="6"/>
                    </a:lnTo>
                    <a:lnTo>
                      <a:pt x="8" y="6"/>
                    </a:lnTo>
                    <a:lnTo>
                      <a:pt x="8" y="6"/>
                    </a:lnTo>
                    <a:lnTo>
                      <a:pt x="12" y="6"/>
                    </a:lnTo>
                    <a:lnTo>
                      <a:pt x="12" y="6"/>
                    </a:lnTo>
                    <a:lnTo>
                      <a:pt x="12" y="6"/>
                    </a:lnTo>
                    <a:lnTo>
                      <a:pt x="12" y="6"/>
                    </a:lnTo>
                    <a:lnTo>
                      <a:pt x="16" y="6"/>
                    </a:lnTo>
                    <a:lnTo>
                      <a:pt x="20" y="6"/>
                    </a:lnTo>
                    <a:lnTo>
                      <a:pt x="20" y="2"/>
                    </a:lnTo>
                    <a:lnTo>
                      <a:pt x="20" y="2"/>
                    </a:lnTo>
                    <a:lnTo>
                      <a:pt x="24" y="6"/>
                    </a:lnTo>
                    <a:lnTo>
                      <a:pt x="24" y="6"/>
                    </a:lnTo>
                    <a:lnTo>
                      <a:pt x="24" y="6"/>
                    </a:lnTo>
                    <a:lnTo>
                      <a:pt x="24" y="6"/>
                    </a:lnTo>
                    <a:lnTo>
                      <a:pt x="24" y="2"/>
                    </a:lnTo>
                    <a:lnTo>
                      <a:pt x="24" y="2"/>
                    </a:lnTo>
                    <a:lnTo>
                      <a:pt x="24" y="2"/>
                    </a:lnTo>
                    <a:lnTo>
                      <a:pt x="24" y="6"/>
                    </a:lnTo>
                    <a:lnTo>
                      <a:pt x="24" y="6"/>
                    </a:lnTo>
                    <a:lnTo>
                      <a:pt x="24" y="6"/>
                    </a:lnTo>
                    <a:lnTo>
                      <a:pt x="20" y="2"/>
                    </a:lnTo>
                    <a:lnTo>
                      <a:pt x="20" y="2"/>
                    </a:lnTo>
                    <a:lnTo>
                      <a:pt x="20" y="2"/>
                    </a:lnTo>
                    <a:lnTo>
                      <a:pt x="16" y="2"/>
                    </a:lnTo>
                    <a:lnTo>
                      <a:pt x="16" y="6"/>
                    </a:lnTo>
                    <a:lnTo>
                      <a:pt x="12" y="6"/>
                    </a:lnTo>
                    <a:lnTo>
                      <a:pt x="12" y="6"/>
                    </a:lnTo>
                    <a:lnTo>
                      <a:pt x="12" y="6"/>
                    </a:lnTo>
                    <a:lnTo>
                      <a:pt x="12" y="6"/>
                    </a:lnTo>
                    <a:lnTo>
                      <a:pt x="8" y="6"/>
                    </a:lnTo>
                    <a:lnTo>
                      <a:pt x="8" y="6"/>
                    </a:lnTo>
                    <a:lnTo>
                      <a:pt x="8" y="6"/>
                    </a:lnTo>
                    <a:lnTo>
                      <a:pt x="8" y="6"/>
                    </a:lnTo>
                    <a:lnTo>
                      <a:pt x="4" y="6"/>
                    </a:lnTo>
                    <a:lnTo>
                      <a:pt x="4" y="6"/>
                    </a:lnTo>
                    <a:lnTo>
                      <a:pt x="4" y="6"/>
                    </a:lnTo>
                    <a:lnTo>
                      <a:pt x="4" y="6"/>
                    </a:lnTo>
                    <a:lnTo>
                      <a:pt x="4" y="2"/>
                    </a:lnTo>
                    <a:lnTo>
                      <a:pt x="4" y="2"/>
                    </a:lnTo>
                    <a:lnTo>
                      <a:pt x="12" y="2"/>
                    </a:lnTo>
                    <a:lnTo>
                      <a:pt x="12" y="2"/>
                    </a:lnTo>
                    <a:lnTo>
                      <a:pt x="16" y="2"/>
                    </a:lnTo>
                    <a:lnTo>
                      <a:pt x="20" y="2"/>
                    </a:lnTo>
                    <a:lnTo>
                      <a:pt x="20" y="2"/>
                    </a:lnTo>
                    <a:lnTo>
                      <a:pt x="20" y="2"/>
                    </a:lnTo>
                    <a:lnTo>
                      <a:pt x="20" y="2"/>
                    </a:lnTo>
                    <a:lnTo>
                      <a:pt x="20" y="2"/>
                    </a:lnTo>
                    <a:lnTo>
                      <a:pt x="20" y="0"/>
                    </a:lnTo>
                    <a:lnTo>
                      <a:pt x="20" y="0"/>
                    </a:lnTo>
                    <a:lnTo>
                      <a:pt x="20" y="0"/>
                    </a:lnTo>
                    <a:lnTo>
                      <a:pt x="24" y="0"/>
                    </a:lnTo>
                    <a:lnTo>
                      <a:pt x="24" y="0"/>
                    </a:lnTo>
                    <a:lnTo>
                      <a:pt x="24" y="0"/>
                    </a:lnTo>
                    <a:lnTo>
                      <a:pt x="24" y="0"/>
                    </a:lnTo>
                    <a:lnTo>
                      <a:pt x="24" y="0"/>
                    </a:lnTo>
                    <a:lnTo>
                      <a:pt x="24" y="0"/>
                    </a:lnTo>
                    <a:lnTo>
                      <a:pt x="24" y="0"/>
                    </a:lnTo>
                    <a:lnTo>
                      <a:pt x="26" y="0"/>
                    </a:lnTo>
                    <a:lnTo>
                      <a:pt x="26" y="0"/>
                    </a:lnTo>
                    <a:lnTo>
                      <a:pt x="30" y="0"/>
                    </a:lnTo>
                    <a:lnTo>
                      <a:pt x="30" y="0"/>
                    </a:lnTo>
                    <a:lnTo>
                      <a:pt x="30" y="0"/>
                    </a:lnTo>
                    <a:lnTo>
                      <a:pt x="30" y="0"/>
                    </a:lnTo>
                    <a:lnTo>
                      <a:pt x="30" y="0"/>
                    </a:lnTo>
                    <a:lnTo>
                      <a:pt x="30" y="0"/>
                    </a:lnTo>
                    <a:lnTo>
                      <a:pt x="30" y="2"/>
                    </a:lnTo>
                    <a:lnTo>
                      <a:pt x="30" y="2"/>
                    </a:lnTo>
                    <a:lnTo>
                      <a:pt x="30" y="2"/>
                    </a:lnTo>
                    <a:lnTo>
                      <a:pt x="30" y="2"/>
                    </a:lnTo>
                    <a:lnTo>
                      <a:pt x="30" y="2"/>
                    </a:lnTo>
                    <a:lnTo>
                      <a:pt x="30" y="2"/>
                    </a:lnTo>
                    <a:lnTo>
                      <a:pt x="34" y="2"/>
                    </a:lnTo>
                    <a:lnTo>
                      <a:pt x="34" y="2"/>
                    </a:lnTo>
                    <a:lnTo>
                      <a:pt x="34" y="2"/>
                    </a:lnTo>
                    <a:lnTo>
                      <a:pt x="34" y="2"/>
                    </a:lnTo>
                    <a:lnTo>
                      <a:pt x="34" y="2"/>
                    </a:lnTo>
                    <a:lnTo>
                      <a:pt x="34" y="2"/>
                    </a:lnTo>
                    <a:lnTo>
                      <a:pt x="34" y="2"/>
                    </a:lnTo>
                    <a:lnTo>
                      <a:pt x="34" y="2"/>
                    </a:lnTo>
                    <a:lnTo>
                      <a:pt x="34" y="2"/>
                    </a:lnTo>
                    <a:lnTo>
                      <a:pt x="34" y="2"/>
                    </a:lnTo>
                    <a:lnTo>
                      <a:pt x="34" y="2"/>
                    </a:lnTo>
                    <a:lnTo>
                      <a:pt x="34" y="6"/>
                    </a:lnTo>
                    <a:lnTo>
                      <a:pt x="38" y="6"/>
                    </a:lnTo>
                    <a:lnTo>
                      <a:pt x="38" y="2"/>
                    </a:lnTo>
                    <a:lnTo>
                      <a:pt x="38" y="2"/>
                    </a:lnTo>
                    <a:lnTo>
                      <a:pt x="38" y="2"/>
                    </a:lnTo>
                    <a:lnTo>
                      <a:pt x="38" y="2"/>
                    </a:lnTo>
                    <a:lnTo>
                      <a:pt x="42" y="2"/>
                    </a:lnTo>
                    <a:lnTo>
                      <a:pt x="42" y="2"/>
                    </a:lnTo>
                    <a:lnTo>
                      <a:pt x="42" y="2"/>
                    </a:lnTo>
                    <a:lnTo>
                      <a:pt x="42" y="2"/>
                    </a:lnTo>
                    <a:lnTo>
                      <a:pt x="42" y="2"/>
                    </a:lnTo>
                    <a:lnTo>
                      <a:pt x="42" y="2"/>
                    </a:lnTo>
                    <a:lnTo>
                      <a:pt x="46" y="2"/>
                    </a:lnTo>
                    <a:lnTo>
                      <a:pt x="46" y="6"/>
                    </a:lnTo>
                    <a:lnTo>
                      <a:pt x="46" y="6"/>
                    </a:lnTo>
                    <a:lnTo>
                      <a:pt x="46" y="6"/>
                    </a:lnTo>
                    <a:lnTo>
                      <a:pt x="46" y="6"/>
                    </a:lnTo>
                    <a:lnTo>
                      <a:pt x="42" y="6"/>
                    </a:lnTo>
                    <a:lnTo>
                      <a:pt x="42" y="6"/>
                    </a:lnTo>
                    <a:lnTo>
                      <a:pt x="42" y="6"/>
                    </a:lnTo>
                    <a:lnTo>
                      <a:pt x="42" y="6"/>
                    </a:lnTo>
                    <a:lnTo>
                      <a:pt x="42" y="6"/>
                    </a:lnTo>
                    <a:lnTo>
                      <a:pt x="42" y="6"/>
                    </a:lnTo>
                    <a:lnTo>
                      <a:pt x="38" y="6"/>
                    </a:lnTo>
                    <a:lnTo>
                      <a:pt x="38" y="10"/>
                    </a:lnTo>
                    <a:lnTo>
                      <a:pt x="38" y="10"/>
                    </a:lnTo>
                    <a:lnTo>
                      <a:pt x="38" y="10"/>
                    </a:lnTo>
                    <a:lnTo>
                      <a:pt x="38" y="10"/>
                    </a:lnTo>
                    <a:lnTo>
                      <a:pt x="34" y="10"/>
                    </a:lnTo>
                    <a:lnTo>
                      <a:pt x="34" y="6"/>
                    </a:lnTo>
                    <a:lnTo>
                      <a:pt x="34" y="6"/>
                    </a:lnTo>
                    <a:lnTo>
                      <a:pt x="30" y="6"/>
                    </a:lnTo>
                    <a:lnTo>
                      <a:pt x="30" y="6"/>
                    </a:lnTo>
                    <a:lnTo>
                      <a:pt x="30" y="6"/>
                    </a:lnTo>
                    <a:lnTo>
                      <a:pt x="30" y="6"/>
                    </a:lnTo>
                    <a:lnTo>
                      <a:pt x="30" y="6"/>
                    </a:lnTo>
                    <a:lnTo>
                      <a:pt x="30" y="6"/>
                    </a:lnTo>
                    <a:lnTo>
                      <a:pt x="30" y="6"/>
                    </a:lnTo>
                    <a:lnTo>
                      <a:pt x="26" y="6"/>
                    </a:lnTo>
                    <a:lnTo>
                      <a:pt x="26" y="6"/>
                    </a:lnTo>
                    <a:lnTo>
                      <a:pt x="26" y="2"/>
                    </a:lnTo>
                    <a:lnTo>
                      <a:pt x="26" y="2"/>
                    </a:lnTo>
                    <a:lnTo>
                      <a:pt x="26" y="2"/>
                    </a:lnTo>
                    <a:lnTo>
                      <a:pt x="26" y="2"/>
                    </a:lnTo>
                    <a:lnTo>
                      <a:pt x="26" y="2"/>
                    </a:lnTo>
                    <a:lnTo>
                      <a:pt x="26" y="2"/>
                    </a:lnTo>
                    <a:lnTo>
                      <a:pt x="24" y="2"/>
                    </a:lnTo>
                    <a:lnTo>
                      <a:pt x="24" y="2"/>
                    </a:lnTo>
                    <a:lnTo>
                      <a:pt x="24" y="2"/>
                    </a:lnTo>
                    <a:lnTo>
                      <a:pt x="24" y="6"/>
                    </a:lnTo>
                    <a:lnTo>
                      <a:pt x="24" y="6"/>
                    </a:lnTo>
                    <a:lnTo>
                      <a:pt x="24" y="6"/>
                    </a:lnTo>
                    <a:lnTo>
                      <a:pt x="24" y="6"/>
                    </a:lnTo>
                    <a:lnTo>
                      <a:pt x="24" y="6"/>
                    </a:lnTo>
                    <a:lnTo>
                      <a:pt x="24" y="6"/>
                    </a:lnTo>
                    <a:lnTo>
                      <a:pt x="24" y="6"/>
                    </a:lnTo>
                    <a:lnTo>
                      <a:pt x="24" y="6"/>
                    </a:lnTo>
                    <a:lnTo>
                      <a:pt x="20" y="6"/>
                    </a:lnTo>
                    <a:lnTo>
                      <a:pt x="16" y="6"/>
                    </a:lnTo>
                    <a:lnTo>
                      <a:pt x="16" y="10"/>
                    </a:lnTo>
                    <a:lnTo>
                      <a:pt x="16" y="10"/>
                    </a:lnTo>
                    <a:lnTo>
                      <a:pt x="16" y="10"/>
                    </a:lnTo>
                    <a:lnTo>
                      <a:pt x="16" y="10"/>
                    </a:lnTo>
                    <a:lnTo>
                      <a:pt x="12" y="10"/>
                    </a:lnTo>
                    <a:lnTo>
                      <a:pt x="4" y="10"/>
                    </a:lnTo>
                    <a:lnTo>
                      <a:pt x="4" y="10"/>
                    </a:lnTo>
                    <a:lnTo>
                      <a:pt x="0" y="10"/>
                    </a:lnTo>
                    <a:lnTo>
                      <a:pt x="0" y="10"/>
                    </a:lnTo>
                    <a:lnTo>
                      <a:pt x="0" y="6"/>
                    </a:lnTo>
                    <a:lnTo>
                      <a:pt x="0" y="6"/>
                    </a:lnTo>
                    <a:lnTo>
                      <a:pt x="0" y="6"/>
                    </a:lnTo>
                    <a:lnTo>
                      <a:pt x="0" y="6"/>
                    </a:lnTo>
                    <a:lnTo>
                      <a:pt x="0" y="6"/>
                    </a:lnTo>
                    <a:lnTo>
                      <a:pt x="4" y="6"/>
                    </a:lnTo>
                    <a:lnTo>
                      <a:pt x="4" y="6"/>
                    </a:lnTo>
                    <a:lnTo>
                      <a:pt x="4" y="2"/>
                    </a:lnTo>
                    <a:lnTo>
                      <a:pt x="4" y="2"/>
                    </a:lnTo>
                    <a:lnTo>
                      <a:pt x="4" y="6"/>
                    </a:lnTo>
                    <a:lnTo>
                      <a:pt x="4" y="6"/>
                    </a:lnTo>
                    <a:lnTo>
                      <a:pt x="4"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8" name="Freeform 172"/>
              <p:cNvSpPr>
                <a:spLocks/>
              </p:cNvSpPr>
              <p:nvPr/>
            </p:nvSpPr>
            <p:spPr bwMode="gray">
              <a:xfrm>
                <a:off x="4792997" y="4185752"/>
                <a:ext cx="52178" cy="156532"/>
              </a:xfrm>
              <a:custGeom>
                <a:avLst/>
                <a:gdLst>
                  <a:gd name="T0" fmla="*/ 26 w 30"/>
                  <a:gd name="T1" fmla="*/ 68 h 90"/>
                  <a:gd name="T2" fmla="*/ 26 w 30"/>
                  <a:gd name="T3" fmla="*/ 74 h 90"/>
                  <a:gd name="T4" fmla="*/ 26 w 30"/>
                  <a:gd name="T5" fmla="*/ 78 h 90"/>
                  <a:gd name="T6" fmla="*/ 26 w 30"/>
                  <a:gd name="T7" fmla="*/ 78 h 90"/>
                  <a:gd name="T8" fmla="*/ 30 w 30"/>
                  <a:gd name="T9" fmla="*/ 82 h 90"/>
                  <a:gd name="T10" fmla="*/ 26 w 30"/>
                  <a:gd name="T11" fmla="*/ 86 h 90"/>
                  <a:gd name="T12" fmla="*/ 26 w 30"/>
                  <a:gd name="T13" fmla="*/ 86 h 90"/>
                  <a:gd name="T14" fmla="*/ 24 w 30"/>
                  <a:gd name="T15" fmla="*/ 86 h 90"/>
                  <a:gd name="T16" fmla="*/ 20 w 30"/>
                  <a:gd name="T17" fmla="*/ 86 h 90"/>
                  <a:gd name="T18" fmla="*/ 16 w 30"/>
                  <a:gd name="T19" fmla="*/ 82 h 90"/>
                  <a:gd name="T20" fmla="*/ 16 w 30"/>
                  <a:gd name="T21" fmla="*/ 82 h 90"/>
                  <a:gd name="T22" fmla="*/ 16 w 30"/>
                  <a:gd name="T23" fmla="*/ 78 h 90"/>
                  <a:gd name="T24" fmla="*/ 12 w 30"/>
                  <a:gd name="T25" fmla="*/ 78 h 90"/>
                  <a:gd name="T26" fmla="*/ 12 w 30"/>
                  <a:gd name="T27" fmla="*/ 70 h 90"/>
                  <a:gd name="T28" fmla="*/ 12 w 30"/>
                  <a:gd name="T29" fmla="*/ 68 h 90"/>
                  <a:gd name="T30" fmla="*/ 12 w 30"/>
                  <a:gd name="T31" fmla="*/ 64 h 90"/>
                  <a:gd name="T32" fmla="*/ 12 w 30"/>
                  <a:gd name="T33" fmla="*/ 64 h 90"/>
                  <a:gd name="T34" fmla="*/ 12 w 30"/>
                  <a:gd name="T35" fmla="*/ 52 h 90"/>
                  <a:gd name="T36" fmla="*/ 16 w 30"/>
                  <a:gd name="T37" fmla="*/ 48 h 90"/>
                  <a:gd name="T38" fmla="*/ 12 w 30"/>
                  <a:gd name="T39" fmla="*/ 48 h 90"/>
                  <a:gd name="T40" fmla="*/ 8 w 30"/>
                  <a:gd name="T41" fmla="*/ 42 h 90"/>
                  <a:gd name="T42" fmla="*/ 12 w 30"/>
                  <a:gd name="T43" fmla="*/ 42 h 90"/>
                  <a:gd name="T44" fmla="*/ 12 w 30"/>
                  <a:gd name="T45" fmla="*/ 38 h 90"/>
                  <a:gd name="T46" fmla="*/ 12 w 30"/>
                  <a:gd name="T47" fmla="*/ 30 h 90"/>
                  <a:gd name="T48" fmla="*/ 12 w 30"/>
                  <a:gd name="T49" fmla="*/ 30 h 90"/>
                  <a:gd name="T50" fmla="*/ 8 w 30"/>
                  <a:gd name="T51" fmla="*/ 30 h 90"/>
                  <a:gd name="T52" fmla="*/ 8 w 30"/>
                  <a:gd name="T53" fmla="*/ 26 h 90"/>
                  <a:gd name="T54" fmla="*/ 12 w 30"/>
                  <a:gd name="T55" fmla="*/ 18 h 90"/>
                  <a:gd name="T56" fmla="*/ 8 w 30"/>
                  <a:gd name="T57" fmla="*/ 18 h 90"/>
                  <a:gd name="T58" fmla="*/ 8 w 30"/>
                  <a:gd name="T59" fmla="*/ 16 h 90"/>
                  <a:gd name="T60" fmla="*/ 4 w 30"/>
                  <a:gd name="T61" fmla="*/ 12 h 90"/>
                  <a:gd name="T62" fmla="*/ 4 w 30"/>
                  <a:gd name="T63" fmla="*/ 8 h 90"/>
                  <a:gd name="T64" fmla="*/ 4 w 30"/>
                  <a:gd name="T65" fmla="*/ 4 h 90"/>
                  <a:gd name="T66" fmla="*/ 4 w 30"/>
                  <a:gd name="T67" fmla="*/ 4 h 90"/>
                  <a:gd name="T68" fmla="*/ 4 w 30"/>
                  <a:gd name="T69" fmla="*/ 0 h 90"/>
                  <a:gd name="T70" fmla="*/ 12 w 30"/>
                  <a:gd name="T71" fmla="*/ 4 h 90"/>
                  <a:gd name="T72" fmla="*/ 12 w 30"/>
                  <a:gd name="T73" fmla="*/ 4 h 90"/>
                  <a:gd name="T74" fmla="*/ 16 w 30"/>
                  <a:gd name="T75" fmla="*/ 4 h 90"/>
                  <a:gd name="T76" fmla="*/ 16 w 30"/>
                  <a:gd name="T77" fmla="*/ 8 h 90"/>
                  <a:gd name="T78" fmla="*/ 16 w 30"/>
                  <a:gd name="T79" fmla="*/ 12 h 90"/>
                  <a:gd name="T80" fmla="*/ 16 w 30"/>
                  <a:gd name="T81" fmla="*/ 12 h 90"/>
                  <a:gd name="T82" fmla="*/ 20 w 30"/>
                  <a:gd name="T83" fmla="*/ 18 h 90"/>
                  <a:gd name="T84" fmla="*/ 24 w 30"/>
                  <a:gd name="T85" fmla="*/ 22 h 90"/>
                  <a:gd name="T86" fmla="*/ 24 w 30"/>
                  <a:gd name="T87" fmla="*/ 30 h 90"/>
                  <a:gd name="T88" fmla="*/ 24 w 30"/>
                  <a:gd name="T89" fmla="*/ 30 h 90"/>
                  <a:gd name="T90" fmla="*/ 26 w 30"/>
                  <a:gd name="T91" fmla="*/ 34 h 90"/>
                  <a:gd name="T92" fmla="*/ 26 w 30"/>
                  <a:gd name="T93" fmla="*/ 34 h 90"/>
                  <a:gd name="T94" fmla="*/ 26 w 30"/>
                  <a:gd name="T95" fmla="*/ 42 h 90"/>
                  <a:gd name="T96" fmla="*/ 26 w 30"/>
                  <a:gd name="T97" fmla="*/ 48 h 90"/>
                  <a:gd name="T98" fmla="*/ 26 w 30"/>
                  <a:gd name="T99" fmla="*/ 64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0" h="90">
                    <a:moveTo>
                      <a:pt x="26" y="64"/>
                    </a:moveTo>
                    <a:lnTo>
                      <a:pt x="26" y="64"/>
                    </a:lnTo>
                    <a:lnTo>
                      <a:pt x="26" y="64"/>
                    </a:lnTo>
                    <a:lnTo>
                      <a:pt x="26" y="68"/>
                    </a:lnTo>
                    <a:lnTo>
                      <a:pt x="26" y="68"/>
                    </a:lnTo>
                    <a:lnTo>
                      <a:pt x="26" y="70"/>
                    </a:lnTo>
                    <a:lnTo>
                      <a:pt x="26" y="70"/>
                    </a:lnTo>
                    <a:lnTo>
                      <a:pt x="26" y="74"/>
                    </a:lnTo>
                    <a:lnTo>
                      <a:pt x="26" y="74"/>
                    </a:lnTo>
                    <a:lnTo>
                      <a:pt x="26" y="74"/>
                    </a:lnTo>
                    <a:lnTo>
                      <a:pt x="26" y="74"/>
                    </a:lnTo>
                    <a:lnTo>
                      <a:pt x="26" y="78"/>
                    </a:lnTo>
                    <a:lnTo>
                      <a:pt x="26" y="78"/>
                    </a:lnTo>
                    <a:lnTo>
                      <a:pt x="26" y="78"/>
                    </a:lnTo>
                    <a:lnTo>
                      <a:pt x="26" y="78"/>
                    </a:lnTo>
                    <a:lnTo>
                      <a:pt x="26" y="78"/>
                    </a:lnTo>
                    <a:lnTo>
                      <a:pt x="26" y="78"/>
                    </a:lnTo>
                    <a:lnTo>
                      <a:pt x="26" y="78"/>
                    </a:lnTo>
                    <a:lnTo>
                      <a:pt x="30" y="82"/>
                    </a:lnTo>
                    <a:lnTo>
                      <a:pt x="30" y="82"/>
                    </a:lnTo>
                    <a:lnTo>
                      <a:pt x="30" y="86"/>
                    </a:lnTo>
                    <a:lnTo>
                      <a:pt x="30" y="86"/>
                    </a:lnTo>
                    <a:lnTo>
                      <a:pt x="30" y="86"/>
                    </a:lnTo>
                    <a:lnTo>
                      <a:pt x="26" y="86"/>
                    </a:lnTo>
                    <a:lnTo>
                      <a:pt x="26" y="86"/>
                    </a:lnTo>
                    <a:lnTo>
                      <a:pt x="26" y="86"/>
                    </a:lnTo>
                    <a:lnTo>
                      <a:pt x="26" y="86"/>
                    </a:lnTo>
                    <a:lnTo>
                      <a:pt x="26" y="86"/>
                    </a:lnTo>
                    <a:lnTo>
                      <a:pt x="26" y="86"/>
                    </a:lnTo>
                    <a:lnTo>
                      <a:pt x="24" y="86"/>
                    </a:lnTo>
                    <a:lnTo>
                      <a:pt x="24" y="86"/>
                    </a:lnTo>
                    <a:lnTo>
                      <a:pt x="24" y="86"/>
                    </a:lnTo>
                    <a:lnTo>
                      <a:pt x="24" y="90"/>
                    </a:lnTo>
                    <a:lnTo>
                      <a:pt x="24" y="86"/>
                    </a:lnTo>
                    <a:lnTo>
                      <a:pt x="24" y="86"/>
                    </a:lnTo>
                    <a:lnTo>
                      <a:pt x="20" y="86"/>
                    </a:lnTo>
                    <a:lnTo>
                      <a:pt x="20" y="86"/>
                    </a:lnTo>
                    <a:lnTo>
                      <a:pt x="20" y="86"/>
                    </a:lnTo>
                    <a:lnTo>
                      <a:pt x="20" y="82"/>
                    </a:lnTo>
                    <a:lnTo>
                      <a:pt x="16" y="82"/>
                    </a:lnTo>
                    <a:lnTo>
                      <a:pt x="16" y="82"/>
                    </a:lnTo>
                    <a:lnTo>
                      <a:pt x="16" y="82"/>
                    </a:lnTo>
                    <a:lnTo>
                      <a:pt x="16" y="82"/>
                    </a:lnTo>
                    <a:lnTo>
                      <a:pt x="16" y="82"/>
                    </a:lnTo>
                    <a:lnTo>
                      <a:pt x="16" y="82"/>
                    </a:lnTo>
                    <a:lnTo>
                      <a:pt x="16" y="78"/>
                    </a:lnTo>
                    <a:lnTo>
                      <a:pt x="16" y="78"/>
                    </a:lnTo>
                    <a:lnTo>
                      <a:pt x="16" y="78"/>
                    </a:lnTo>
                    <a:lnTo>
                      <a:pt x="16" y="78"/>
                    </a:lnTo>
                    <a:lnTo>
                      <a:pt x="12" y="78"/>
                    </a:lnTo>
                    <a:lnTo>
                      <a:pt x="12" y="78"/>
                    </a:lnTo>
                    <a:lnTo>
                      <a:pt x="12" y="78"/>
                    </a:lnTo>
                    <a:lnTo>
                      <a:pt x="12" y="78"/>
                    </a:lnTo>
                    <a:lnTo>
                      <a:pt x="12" y="74"/>
                    </a:lnTo>
                    <a:lnTo>
                      <a:pt x="12" y="74"/>
                    </a:lnTo>
                    <a:lnTo>
                      <a:pt x="12" y="70"/>
                    </a:lnTo>
                    <a:lnTo>
                      <a:pt x="12" y="70"/>
                    </a:lnTo>
                    <a:lnTo>
                      <a:pt x="12" y="68"/>
                    </a:lnTo>
                    <a:lnTo>
                      <a:pt x="12" y="68"/>
                    </a:lnTo>
                    <a:lnTo>
                      <a:pt x="12" y="68"/>
                    </a:lnTo>
                    <a:lnTo>
                      <a:pt x="12" y="68"/>
                    </a:lnTo>
                    <a:lnTo>
                      <a:pt x="12" y="68"/>
                    </a:lnTo>
                    <a:lnTo>
                      <a:pt x="12" y="68"/>
                    </a:lnTo>
                    <a:lnTo>
                      <a:pt x="12" y="64"/>
                    </a:lnTo>
                    <a:lnTo>
                      <a:pt x="12" y="64"/>
                    </a:lnTo>
                    <a:lnTo>
                      <a:pt x="12" y="64"/>
                    </a:lnTo>
                    <a:lnTo>
                      <a:pt x="12" y="64"/>
                    </a:lnTo>
                    <a:lnTo>
                      <a:pt x="12" y="64"/>
                    </a:lnTo>
                    <a:lnTo>
                      <a:pt x="12" y="60"/>
                    </a:lnTo>
                    <a:lnTo>
                      <a:pt x="12" y="56"/>
                    </a:lnTo>
                    <a:lnTo>
                      <a:pt x="12" y="52"/>
                    </a:lnTo>
                    <a:lnTo>
                      <a:pt x="12" y="52"/>
                    </a:lnTo>
                    <a:lnTo>
                      <a:pt x="12" y="52"/>
                    </a:lnTo>
                    <a:lnTo>
                      <a:pt x="16" y="52"/>
                    </a:lnTo>
                    <a:lnTo>
                      <a:pt x="16" y="52"/>
                    </a:lnTo>
                    <a:lnTo>
                      <a:pt x="16" y="48"/>
                    </a:lnTo>
                    <a:lnTo>
                      <a:pt x="16" y="48"/>
                    </a:lnTo>
                    <a:lnTo>
                      <a:pt x="16" y="48"/>
                    </a:lnTo>
                    <a:lnTo>
                      <a:pt x="12" y="48"/>
                    </a:lnTo>
                    <a:lnTo>
                      <a:pt x="12" y="48"/>
                    </a:lnTo>
                    <a:lnTo>
                      <a:pt x="12" y="44"/>
                    </a:lnTo>
                    <a:lnTo>
                      <a:pt x="12" y="44"/>
                    </a:lnTo>
                    <a:lnTo>
                      <a:pt x="12" y="44"/>
                    </a:lnTo>
                    <a:lnTo>
                      <a:pt x="8" y="42"/>
                    </a:lnTo>
                    <a:lnTo>
                      <a:pt x="8" y="42"/>
                    </a:lnTo>
                    <a:lnTo>
                      <a:pt x="12" y="42"/>
                    </a:lnTo>
                    <a:lnTo>
                      <a:pt x="12" y="42"/>
                    </a:lnTo>
                    <a:lnTo>
                      <a:pt x="12" y="42"/>
                    </a:lnTo>
                    <a:lnTo>
                      <a:pt x="12" y="42"/>
                    </a:lnTo>
                    <a:lnTo>
                      <a:pt x="12" y="42"/>
                    </a:lnTo>
                    <a:lnTo>
                      <a:pt x="12" y="38"/>
                    </a:lnTo>
                    <a:lnTo>
                      <a:pt x="12" y="38"/>
                    </a:lnTo>
                    <a:lnTo>
                      <a:pt x="12" y="34"/>
                    </a:lnTo>
                    <a:lnTo>
                      <a:pt x="12" y="34"/>
                    </a:lnTo>
                    <a:lnTo>
                      <a:pt x="12" y="34"/>
                    </a:lnTo>
                    <a:lnTo>
                      <a:pt x="12" y="30"/>
                    </a:lnTo>
                    <a:lnTo>
                      <a:pt x="12" y="30"/>
                    </a:lnTo>
                    <a:lnTo>
                      <a:pt x="12" y="30"/>
                    </a:lnTo>
                    <a:lnTo>
                      <a:pt x="12" y="30"/>
                    </a:lnTo>
                    <a:lnTo>
                      <a:pt x="12" y="30"/>
                    </a:lnTo>
                    <a:lnTo>
                      <a:pt x="8" y="30"/>
                    </a:lnTo>
                    <a:lnTo>
                      <a:pt x="8" y="30"/>
                    </a:lnTo>
                    <a:lnTo>
                      <a:pt x="8" y="30"/>
                    </a:lnTo>
                    <a:lnTo>
                      <a:pt x="8" y="30"/>
                    </a:lnTo>
                    <a:lnTo>
                      <a:pt x="8" y="30"/>
                    </a:lnTo>
                    <a:lnTo>
                      <a:pt x="8" y="30"/>
                    </a:lnTo>
                    <a:lnTo>
                      <a:pt x="8" y="30"/>
                    </a:lnTo>
                    <a:lnTo>
                      <a:pt x="8" y="26"/>
                    </a:lnTo>
                    <a:lnTo>
                      <a:pt x="8" y="26"/>
                    </a:lnTo>
                    <a:lnTo>
                      <a:pt x="8" y="18"/>
                    </a:lnTo>
                    <a:lnTo>
                      <a:pt x="12" y="18"/>
                    </a:lnTo>
                    <a:lnTo>
                      <a:pt x="12" y="18"/>
                    </a:lnTo>
                    <a:lnTo>
                      <a:pt x="8" y="18"/>
                    </a:lnTo>
                    <a:lnTo>
                      <a:pt x="8" y="18"/>
                    </a:lnTo>
                    <a:lnTo>
                      <a:pt x="8" y="18"/>
                    </a:lnTo>
                    <a:lnTo>
                      <a:pt x="8" y="18"/>
                    </a:lnTo>
                    <a:lnTo>
                      <a:pt x="8" y="16"/>
                    </a:lnTo>
                    <a:lnTo>
                      <a:pt x="8" y="16"/>
                    </a:lnTo>
                    <a:lnTo>
                      <a:pt x="8" y="16"/>
                    </a:lnTo>
                    <a:lnTo>
                      <a:pt x="8" y="16"/>
                    </a:lnTo>
                    <a:lnTo>
                      <a:pt x="4" y="12"/>
                    </a:lnTo>
                    <a:lnTo>
                      <a:pt x="4" y="12"/>
                    </a:lnTo>
                    <a:lnTo>
                      <a:pt x="4" y="12"/>
                    </a:lnTo>
                    <a:lnTo>
                      <a:pt x="4" y="12"/>
                    </a:lnTo>
                    <a:lnTo>
                      <a:pt x="4" y="12"/>
                    </a:lnTo>
                    <a:lnTo>
                      <a:pt x="4" y="8"/>
                    </a:lnTo>
                    <a:lnTo>
                      <a:pt x="4" y="8"/>
                    </a:lnTo>
                    <a:lnTo>
                      <a:pt x="4" y="8"/>
                    </a:lnTo>
                    <a:lnTo>
                      <a:pt x="4" y="8"/>
                    </a:lnTo>
                    <a:lnTo>
                      <a:pt x="4" y="4"/>
                    </a:lnTo>
                    <a:lnTo>
                      <a:pt x="4" y="4"/>
                    </a:lnTo>
                    <a:lnTo>
                      <a:pt x="4" y="4"/>
                    </a:lnTo>
                    <a:lnTo>
                      <a:pt x="4" y="0"/>
                    </a:lnTo>
                    <a:lnTo>
                      <a:pt x="4" y="0"/>
                    </a:lnTo>
                    <a:lnTo>
                      <a:pt x="4" y="4"/>
                    </a:lnTo>
                    <a:lnTo>
                      <a:pt x="4" y="4"/>
                    </a:lnTo>
                    <a:lnTo>
                      <a:pt x="0" y="0"/>
                    </a:lnTo>
                    <a:lnTo>
                      <a:pt x="0" y="0"/>
                    </a:lnTo>
                    <a:lnTo>
                      <a:pt x="0" y="0"/>
                    </a:lnTo>
                    <a:lnTo>
                      <a:pt x="4" y="0"/>
                    </a:lnTo>
                    <a:lnTo>
                      <a:pt x="4" y="0"/>
                    </a:lnTo>
                    <a:lnTo>
                      <a:pt x="8" y="4"/>
                    </a:lnTo>
                    <a:lnTo>
                      <a:pt x="8" y="4"/>
                    </a:lnTo>
                    <a:lnTo>
                      <a:pt x="12" y="4"/>
                    </a:lnTo>
                    <a:lnTo>
                      <a:pt x="12" y="4"/>
                    </a:lnTo>
                    <a:lnTo>
                      <a:pt x="12" y="4"/>
                    </a:lnTo>
                    <a:lnTo>
                      <a:pt x="12" y="4"/>
                    </a:lnTo>
                    <a:lnTo>
                      <a:pt x="12" y="4"/>
                    </a:lnTo>
                    <a:lnTo>
                      <a:pt x="16" y="4"/>
                    </a:lnTo>
                    <a:lnTo>
                      <a:pt x="16" y="4"/>
                    </a:lnTo>
                    <a:lnTo>
                      <a:pt x="16" y="4"/>
                    </a:lnTo>
                    <a:lnTo>
                      <a:pt x="16" y="4"/>
                    </a:lnTo>
                    <a:lnTo>
                      <a:pt x="16" y="4"/>
                    </a:lnTo>
                    <a:lnTo>
                      <a:pt x="16" y="8"/>
                    </a:lnTo>
                    <a:lnTo>
                      <a:pt x="16" y="8"/>
                    </a:lnTo>
                    <a:lnTo>
                      <a:pt x="16" y="8"/>
                    </a:lnTo>
                    <a:lnTo>
                      <a:pt x="16" y="8"/>
                    </a:lnTo>
                    <a:lnTo>
                      <a:pt x="16" y="8"/>
                    </a:lnTo>
                    <a:lnTo>
                      <a:pt x="16" y="8"/>
                    </a:lnTo>
                    <a:lnTo>
                      <a:pt x="16" y="12"/>
                    </a:lnTo>
                    <a:lnTo>
                      <a:pt x="16" y="12"/>
                    </a:lnTo>
                    <a:lnTo>
                      <a:pt x="16" y="12"/>
                    </a:lnTo>
                    <a:lnTo>
                      <a:pt x="16" y="12"/>
                    </a:lnTo>
                    <a:lnTo>
                      <a:pt x="16" y="12"/>
                    </a:lnTo>
                    <a:lnTo>
                      <a:pt x="16" y="16"/>
                    </a:lnTo>
                    <a:lnTo>
                      <a:pt x="20" y="18"/>
                    </a:lnTo>
                    <a:lnTo>
                      <a:pt x="20" y="18"/>
                    </a:lnTo>
                    <a:lnTo>
                      <a:pt x="20" y="18"/>
                    </a:lnTo>
                    <a:lnTo>
                      <a:pt x="24" y="18"/>
                    </a:lnTo>
                    <a:lnTo>
                      <a:pt x="24" y="18"/>
                    </a:lnTo>
                    <a:lnTo>
                      <a:pt x="24" y="22"/>
                    </a:lnTo>
                    <a:lnTo>
                      <a:pt x="24" y="22"/>
                    </a:lnTo>
                    <a:lnTo>
                      <a:pt x="24" y="26"/>
                    </a:lnTo>
                    <a:lnTo>
                      <a:pt x="24" y="26"/>
                    </a:lnTo>
                    <a:lnTo>
                      <a:pt x="24" y="30"/>
                    </a:lnTo>
                    <a:lnTo>
                      <a:pt x="24" y="30"/>
                    </a:lnTo>
                    <a:lnTo>
                      <a:pt x="24" y="30"/>
                    </a:lnTo>
                    <a:lnTo>
                      <a:pt x="24" y="30"/>
                    </a:lnTo>
                    <a:lnTo>
                      <a:pt x="24" y="30"/>
                    </a:lnTo>
                    <a:lnTo>
                      <a:pt x="24" y="30"/>
                    </a:lnTo>
                    <a:lnTo>
                      <a:pt x="24" y="34"/>
                    </a:lnTo>
                    <a:lnTo>
                      <a:pt x="24" y="34"/>
                    </a:lnTo>
                    <a:lnTo>
                      <a:pt x="24" y="34"/>
                    </a:lnTo>
                    <a:lnTo>
                      <a:pt x="26" y="34"/>
                    </a:lnTo>
                    <a:lnTo>
                      <a:pt x="26" y="34"/>
                    </a:lnTo>
                    <a:lnTo>
                      <a:pt x="26" y="34"/>
                    </a:lnTo>
                    <a:lnTo>
                      <a:pt x="26" y="34"/>
                    </a:lnTo>
                    <a:lnTo>
                      <a:pt x="26" y="34"/>
                    </a:lnTo>
                    <a:lnTo>
                      <a:pt x="26" y="38"/>
                    </a:lnTo>
                    <a:lnTo>
                      <a:pt x="26" y="38"/>
                    </a:lnTo>
                    <a:lnTo>
                      <a:pt x="26" y="42"/>
                    </a:lnTo>
                    <a:lnTo>
                      <a:pt x="26" y="42"/>
                    </a:lnTo>
                    <a:lnTo>
                      <a:pt x="26" y="44"/>
                    </a:lnTo>
                    <a:lnTo>
                      <a:pt x="26" y="48"/>
                    </a:lnTo>
                    <a:lnTo>
                      <a:pt x="26" y="48"/>
                    </a:lnTo>
                    <a:lnTo>
                      <a:pt x="26" y="48"/>
                    </a:lnTo>
                    <a:lnTo>
                      <a:pt x="26" y="56"/>
                    </a:lnTo>
                    <a:lnTo>
                      <a:pt x="26" y="60"/>
                    </a:lnTo>
                    <a:lnTo>
                      <a:pt x="26" y="64"/>
                    </a:lnTo>
                    <a:lnTo>
                      <a:pt x="26" y="64"/>
                    </a:lnTo>
                    <a:lnTo>
                      <a:pt x="26" y="64"/>
                    </a:lnTo>
                    <a:lnTo>
                      <a:pt x="26" y="64"/>
                    </a:lnTo>
                    <a:lnTo>
                      <a:pt x="26"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9" name="Freeform 173"/>
              <p:cNvSpPr>
                <a:spLocks noEditPoints="1"/>
              </p:cNvSpPr>
              <p:nvPr/>
            </p:nvSpPr>
            <p:spPr bwMode="gray">
              <a:xfrm>
                <a:off x="4980837" y="3368300"/>
                <a:ext cx="104356" cy="236538"/>
              </a:xfrm>
              <a:custGeom>
                <a:avLst/>
                <a:gdLst>
                  <a:gd name="T0" fmla="*/ 40 w 60"/>
                  <a:gd name="T1" fmla="*/ 12 h 136"/>
                  <a:gd name="T2" fmla="*/ 44 w 60"/>
                  <a:gd name="T3" fmla="*/ 12 h 136"/>
                  <a:gd name="T4" fmla="*/ 44 w 60"/>
                  <a:gd name="T5" fmla="*/ 8 h 136"/>
                  <a:gd name="T6" fmla="*/ 48 w 60"/>
                  <a:gd name="T7" fmla="*/ 8 h 136"/>
                  <a:gd name="T8" fmla="*/ 48 w 60"/>
                  <a:gd name="T9" fmla="*/ 14 h 136"/>
                  <a:gd name="T10" fmla="*/ 48 w 60"/>
                  <a:gd name="T11" fmla="*/ 18 h 136"/>
                  <a:gd name="T12" fmla="*/ 44 w 60"/>
                  <a:gd name="T13" fmla="*/ 18 h 136"/>
                  <a:gd name="T14" fmla="*/ 44 w 60"/>
                  <a:gd name="T15" fmla="*/ 30 h 136"/>
                  <a:gd name="T16" fmla="*/ 48 w 60"/>
                  <a:gd name="T17" fmla="*/ 34 h 136"/>
                  <a:gd name="T18" fmla="*/ 52 w 60"/>
                  <a:gd name="T19" fmla="*/ 34 h 136"/>
                  <a:gd name="T20" fmla="*/ 52 w 60"/>
                  <a:gd name="T21" fmla="*/ 42 h 136"/>
                  <a:gd name="T22" fmla="*/ 48 w 60"/>
                  <a:gd name="T23" fmla="*/ 52 h 136"/>
                  <a:gd name="T24" fmla="*/ 44 w 60"/>
                  <a:gd name="T25" fmla="*/ 56 h 136"/>
                  <a:gd name="T26" fmla="*/ 38 w 60"/>
                  <a:gd name="T27" fmla="*/ 60 h 136"/>
                  <a:gd name="T28" fmla="*/ 38 w 60"/>
                  <a:gd name="T29" fmla="*/ 64 h 136"/>
                  <a:gd name="T30" fmla="*/ 40 w 60"/>
                  <a:gd name="T31" fmla="*/ 72 h 136"/>
                  <a:gd name="T32" fmla="*/ 44 w 60"/>
                  <a:gd name="T33" fmla="*/ 72 h 136"/>
                  <a:gd name="T34" fmla="*/ 48 w 60"/>
                  <a:gd name="T35" fmla="*/ 74 h 136"/>
                  <a:gd name="T36" fmla="*/ 52 w 60"/>
                  <a:gd name="T37" fmla="*/ 72 h 136"/>
                  <a:gd name="T38" fmla="*/ 52 w 60"/>
                  <a:gd name="T39" fmla="*/ 74 h 136"/>
                  <a:gd name="T40" fmla="*/ 56 w 60"/>
                  <a:gd name="T41" fmla="*/ 78 h 136"/>
                  <a:gd name="T42" fmla="*/ 60 w 60"/>
                  <a:gd name="T43" fmla="*/ 82 h 136"/>
                  <a:gd name="T44" fmla="*/ 60 w 60"/>
                  <a:gd name="T45" fmla="*/ 90 h 136"/>
                  <a:gd name="T46" fmla="*/ 60 w 60"/>
                  <a:gd name="T47" fmla="*/ 94 h 136"/>
                  <a:gd name="T48" fmla="*/ 48 w 60"/>
                  <a:gd name="T49" fmla="*/ 102 h 136"/>
                  <a:gd name="T50" fmla="*/ 44 w 60"/>
                  <a:gd name="T51" fmla="*/ 106 h 136"/>
                  <a:gd name="T52" fmla="*/ 38 w 60"/>
                  <a:gd name="T53" fmla="*/ 108 h 136"/>
                  <a:gd name="T54" fmla="*/ 40 w 60"/>
                  <a:gd name="T55" fmla="*/ 124 h 136"/>
                  <a:gd name="T56" fmla="*/ 34 w 60"/>
                  <a:gd name="T57" fmla="*/ 132 h 136"/>
                  <a:gd name="T58" fmla="*/ 30 w 60"/>
                  <a:gd name="T59" fmla="*/ 124 h 136"/>
                  <a:gd name="T60" fmla="*/ 22 w 60"/>
                  <a:gd name="T61" fmla="*/ 102 h 136"/>
                  <a:gd name="T62" fmla="*/ 14 w 60"/>
                  <a:gd name="T63" fmla="*/ 90 h 136"/>
                  <a:gd name="T64" fmla="*/ 10 w 60"/>
                  <a:gd name="T65" fmla="*/ 82 h 136"/>
                  <a:gd name="T66" fmla="*/ 4 w 60"/>
                  <a:gd name="T67" fmla="*/ 78 h 136"/>
                  <a:gd name="T68" fmla="*/ 4 w 60"/>
                  <a:gd name="T69" fmla="*/ 68 h 136"/>
                  <a:gd name="T70" fmla="*/ 4 w 60"/>
                  <a:gd name="T71" fmla="*/ 64 h 136"/>
                  <a:gd name="T72" fmla="*/ 4 w 60"/>
                  <a:gd name="T73" fmla="*/ 60 h 136"/>
                  <a:gd name="T74" fmla="*/ 10 w 60"/>
                  <a:gd name="T75" fmla="*/ 52 h 136"/>
                  <a:gd name="T76" fmla="*/ 10 w 60"/>
                  <a:gd name="T77" fmla="*/ 48 h 136"/>
                  <a:gd name="T78" fmla="*/ 14 w 60"/>
                  <a:gd name="T79" fmla="*/ 42 h 136"/>
                  <a:gd name="T80" fmla="*/ 14 w 60"/>
                  <a:gd name="T81" fmla="*/ 34 h 136"/>
                  <a:gd name="T82" fmla="*/ 10 w 60"/>
                  <a:gd name="T83" fmla="*/ 30 h 136"/>
                  <a:gd name="T84" fmla="*/ 14 w 60"/>
                  <a:gd name="T85" fmla="*/ 22 h 136"/>
                  <a:gd name="T86" fmla="*/ 10 w 60"/>
                  <a:gd name="T87" fmla="*/ 14 h 136"/>
                  <a:gd name="T88" fmla="*/ 10 w 60"/>
                  <a:gd name="T89" fmla="*/ 14 h 136"/>
                  <a:gd name="T90" fmla="*/ 18 w 60"/>
                  <a:gd name="T91" fmla="*/ 8 h 136"/>
                  <a:gd name="T92" fmla="*/ 22 w 60"/>
                  <a:gd name="T93" fmla="*/ 8 h 136"/>
                  <a:gd name="T94" fmla="*/ 22 w 60"/>
                  <a:gd name="T95" fmla="*/ 4 h 136"/>
                  <a:gd name="T96" fmla="*/ 34 w 60"/>
                  <a:gd name="T97" fmla="*/ 0 h 136"/>
                  <a:gd name="T98" fmla="*/ 34 w 60"/>
                  <a:gd name="T99" fmla="*/ 4 h 136"/>
                  <a:gd name="T100" fmla="*/ 40 w 60"/>
                  <a:gd name="T101" fmla="*/ 4 h 136"/>
                  <a:gd name="T102" fmla="*/ 40 w 60"/>
                  <a:gd name="T103" fmla="*/ 8 h 136"/>
                  <a:gd name="T104" fmla="*/ 52 w 60"/>
                  <a:gd name="T105" fmla="*/ 52 h 136"/>
                  <a:gd name="T106" fmla="*/ 56 w 60"/>
                  <a:gd name="T107" fmla="*/ 48 h 136"/>
                  <a:gd name="T108" fmla="*/ 52 w 60"/>
                  <a:gd name="T109" fmla="*/ 52 h 136"/>
                  <a:gd name="T110" fmla="*/ 48 w 60"/>
                  <a:gd name="T111" fmla="*/ 68 h 136"/>
                  <a:gd name="T112" fmla="*/ 48 w 60"/>
                  <a:gd name="T113" fmla="*/ 68 h 136"/>
                  <a:gd name="T114" fmla="*/ 48 w 60"/>
                  <a:gd name="T115" fmla="*/ 68 h 136"/>
                  <a:gd name="T116" fmla="*/ 52 w 60"/>
                  <a:gd name="T117" fmla="*/ 68 h 136"/>
                  <a:gd name="T118" fmla="*/ 48 w 60"/>
                  <a:gd name="T119" fmla="*/ 72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0" h="136">
                    <a:moveTo>
                      <a:pt x="40" y="8"/>
                    </a:moveTo>
                    <a:lnTo>
                      <a:pt x="40" y="8"/>
                    </a:lnTo>
                    <a:lnTo>
                      <a:pt x="40" y="12"/>
                    </a:lnTo>
                    <a:lnTo>
                      <a:pt x="40" y="12"/>
                    </a:lnTo>
                    <a:lnTo>
                      <a:pt x="40" y="12"/>
                    </a:lnTo>
                    <a:lnTo>
                      <a:pt x="40" y="12"/>
                    </a:lnTo>
                    <a:lnTo>
                      <a:pt x="40" y="12"/>
                    </a:lnTo>
                    <a:lnTo>
                      <a:pt x="40" y="12"/>
                    </a:lnTo>
                    <a:lnTo>
                      <a:pt x="40" y="12"/>
                    </a:lnTo>
                    <a:lnTo>
                      <a:pt x="40" y="12"/>
                    </a:lnTo>
                    <a:lnTo>
                      <a:pt x="40" y="12"/>
                    </a:lnTo>
                    <a:lnTo>
                      <a:pt x="40" y="12"/>
                    </a:lnTo>
                    <a:lnTo>
                      <a:pt x="40" y="12"/>
                    </a:lnTo>
                    <a:lnTo>
                      <a:pt x="44" y="12"/>
                    </a:lnTo>
                    <a:lnTo>
                      <a:pt x="44" y="12"/>
                    </a:lnTo>
                    <a:lnTo>
                      <a:pt x="44" y="12"/>
                    </a:lnTo>
                    <a:lnTo>
                      <a:pt x="44" y="12"/>
                    </a:lnTo>
                    <a:lnTo>
                      <a:pt x="44" y="12"/>
                    </a:lnTo>
                    <a:lnTo>
                      <a:pt x="44" y="12"/>
                    </a:lnTo>
                    <a:lnTo>
                      <a:pt x="44" y="12"/>
                    </a:lnTo>
                    <a:lnTo>
                      <a:pt x="44" y="8"/>
                    </a:lnTo>
                    <a:lnTo>
                      <a:pt x="44" y="8"/>
                    </a:lnTo>
                    <a:lnTo>
                      <a:pt x="44" y="8"/>
                    </a:lnTo>
                    <a:lnTo>
                      <a:pt x="48" y="8"/>
                    </a:lnTo>
                    <a:lnTo>
                      <a:pt x="48" y="8"/>
                    </a:lnTo>
                    <a:lnTo>
                      <a:pt x="48" y="8"/>
                    </a:lnTo>
                    <a:lnTo>
                      <a:pt x="48" y="8"/>
                    </a:lnTo>
                    <a:lnTo>
                      <a:pt x="48" y="8"/>
                    </a:lnTo>
                    <a:lnTo>
                      <a:pt x="52" y="4"/>
                    </a:lnTo>
                    <a:lnTo>
                      <a:pt x="52" y="8"/>
                    </a:lnTo>
                    <a:lnTo>
                      <a:pt x="52" y="8"/>
                    </a:lnTo>
                    <a:lnTo>
                      <a:pt x="52" y="12"/>
                    </a:lnTo>
                    <a:lnTo>
                      <a:pt x="52" y="12"/>
                    </a:lnTo>
                    <a:lnTo>
                      <a:pt x="52" y="12"/>
                    </a:lnTo>
                    <a:lnTo>
                      <a:pt x="48" y="14"/>
                    </a:lnTo>
                    <a:lnTo>
                      <a:pt x="48" y="14"/>
                    </a:lnTo>
                    <a:lnTo>
                      <a:pt x="48" y="14"/>
                    </a:lnTo>
                    <a:lnTo>
                      <a:pt x="48" y="14"/>
                    </a:lnTo>
                    <a:lnTo>
                      <a:pt x="48" y="14"/>
                    </a:lnTo>
                    <a:lnTo>
                      <a:pt x="48" y="18"/>
                    </a:lnTo>
                    <a:lnTo>
                      <a:pt x="48" y="18"/>
                    </a:lnTo>
                    <a:lnTo>
                      <a:pt x="48" y="18"/>
                    </a:lnTo>
                    <a:lnTo>
                      <a:pt x="44" y="18"/>
                    </a:lnTo>
                    <a:lnTo>
                      <a:pt x="44" y="18"/>
                    </a:lnTo>
                    <a:lnTo>
                      <a:pt x="44" y="18"/>
                    </a:lnTo>
                    <a:lnTo>
                      <a:pt x="44" y="18"/>
                    </a:lnTo>
                    <a:lnTo>
                      <a:pt x="44" y="18"/>
                    </a:lnTo>
                    <a:lnTo>
                      <a:pt x="44" y="18"/>
                    </a:lnTo>
                    <a:lnTo>
                      <a:pt x="44" y="18"/>
                    </a:lnTo>
                    <a:lnTo>
                      <a:pt x="44" y="22"/>
                    </a:lnTo>
                    <a:lnTo>
                      <a:pt x="44" y="22"/>
                    </a:lnTo>
                    <a:lnTo>
                      <a:pt x="44" y="22"/>
                    </a:lnTo>
                    <a:lnTo>
                      <a:pt x="44" y="26"/>
                    </a:lnTo>
                    <a:lnTo>
                      <a:pt x="44" y="26"/>
                    </a:lnTo>
                    <a:lnTo>
                      <a:pt x="44" y="30"/>
                    </a:lnTo>
                    <a:lnTo>
                      <a:pt x="44" y="30"/>
                    </a:lnTo>
                    <a:lnTo>
                      <a:pt x="48" y="30"/>
                    </a:lnTo>
                    <a:lnTo>
                      <a:pt x="48" y="30"/>
                    </a:lnTo>
                    <a:lnTo>
                      <a:pt x="48" y="30"/>
                    </a:lnTo>
                    <a:lnTo>
                      <a:pt x="48" y="30"/>
                    </a:lnTo>
                    <a:lnTo>
                      <a:pt x="48" y="30"/>
                    </a:lnTo>
                    <a:lnTo>
                      <a:pt x="48" y="34"/>
                    </a:lnTo>
                    <a:lnTo>
                      <a:pt x="48" y="34"/>
                    </a:lnTo>
                    <a:lnTo>
                      <a:pt x="48" y="34"/>
                    </a:lnTo>
                    <a:lnTo>
                      <a:pt x="52" y="34"/>
                    </a:lnTo>
                    <a:lnTo>
                      <a:pt x="52" y="34"/>
                    </a:lnTo>
                    <a:lnTo>
                      <a:pt x="52" y="34"/>
                    </a:lnTo>
                    <a:lnTo>
                      <a:pt x="52" y="34"/>
                    </a:lnTo>
                    <a:lnTo>
                      <a:pt x="52" y="34"/>
                    </a:lnTo>
                    <a:lnTo>
                      <a:pt x="52" y="34"/>
                    </a:lnTo>
                    <a:lnTo>
                      <a:pt x="52" y="38"/>
                    </a:lnTo>
                    <a:lnTo>
                      <a:pt x="52" y="38"/>
                    </a:lnTo>
                    <a:lnTo>
                      <a:pt x="52" y="38"/>
                    </a:lnTo>
                    <a:lnTo>
                      <a:pt x="52" y="42"/>
                    </a:lnTo>
                    <a:lnTo>
                      <a:pt x="52" y="42"/>
                    </a:lnTo>
                    <a:lnTo>
                      <a:pt x="52" y="42"/>
                    </a:lnTo>
                    <a:lnTo>
                      <a:pt x="52" y="42"/>
                    </a:lnTo>
                    <a:lnTo>
                      <a:pt x="52" y="42"/>
                    </a:lnTo>
                    <a:lnTo>
                      <a:pt x="52" y="42"/>
                    </a:lnTo>
                    <a:lnTo>
                      <a:pt x="52" y="44"/>
                    </a:lnTo>
                    <a:lnTo>
                      <a:pt x="52" y="44"/>
                    </a:lnTo>
                    <a:lnTo>
                      <a:pt x="48" y="48"/>
                    </a:lnTo>
                    <a:lnTo>
                      <a:pt x="48" y="48"/>
                    </a:lnTo>
                    <a:lnTo>
                      <a:pt x="48" y="52"/>
                    </a:lnTo>
                    <a:lnTo>
                      <a:pt x="48" y="52"/>
                    </a:lnTo>
                    <a:lnTo>
                      <a:pt x="48" y="52"/>
                    </a:lnTo>
                    <a:lnTo>
                      <a:pt x="44" y="52"/>
                    </a:lnTo>
                    <a:lnTo>
                      <a:pt x="44" y="52"/>
                    </a:lnTo>
                    <a:lnTo>
                      <a:pt x="44" y="52"/>
                    </a:lnTo>
                    <a:lnTo>
                      <a:pt x="44" y="52"/>
                    </a:lnTo>
                    <a:lnTo>
                      <a:pt x="44" y="56"/>
                    </a:lnTo>
                    <a:lnTo>
                      <a:pt x="40" y="56"/>
                    </a:lnTo>
                    <a:lnTo>
                      <a:pt x="40" y="56"/>
                    </a:lnTo>
                    <a:lnTo>
                      <a:pt x="40" y="56"/>
                    </a:lnTo>
                    <a:lnTo>
                      <a:pt x="40" y="56"/>
                    </a:lnTo>
                    <a:lnTo>
                      <a:pt x="38" y="56"/>
                    </a:lnTo>
                    <a:lnTo>
                      <a:pt x="38" y="60"/>
                    </a:lnTo>
                    <a:lnTo>
                      <a:pt x="38" y="60"/>
                    </a:lnTo>
                    <a:lnTo>
                      <a:pt x="38" y="60"/>
                    </a:lnTo>
                    <a:lnTo>
                      <a:pt x="38" y="60"/>
                    </a:lnTo>
                    <a:lnTo>
                      <a:pt x="38" y="60"/>
                    </a:lnTo>
                    <a:lnTo>
                      <a:pt x="38" y="64"/>
                    </a:lnTo>
                    <a:lnTo>
                      <a:pt x="38" y="64"/>
                    </a:lnTo>
                    <a:lnTo>
                      <a:pt x="38" y="64"/>
                    </a:lnTo>
                    <a:lnTo>
                      <a:pt x="38" y="64"/>
                    </a:lnTo>
                    <a:lnTo>
                      <a:pt x="38" y="64"/>
                    </a:lnTo>
                    <a:lnTo>
                      <a:pt x="38" y="64"/>
                    </a:lnTo>
                    <a:lnTo>
                      <a:pt x="40" y="68"/>
                    </a:lnTo>
                    <a:lnTo>
                      <a:pt x="40" y="68"/>
                    </a:lnTo>
                    <a:lnTo>
                      <a:pt x="40" y="68"/>
                    </a:lnTo>
                    <a:lnTo>
                      <a:pt x="40" y="72"/>
                    </a:lnTo>
                    <a:lnTo>
                      <a:pt x="40" y="72"/>
                    </a:lnTo>
                    <a:lnTo>
                      <a:pt x="40" y="72"/>
                    </a:lnTo>
                    <a:lnTo>
                      <a:pt x="44" y="72"/>
                    </a:lnTo>
                    <a:lnTo>
                      <a:pt x="44" y="72"/>
                    </a:lnTo>
                    <a:lnTo>
                      <a:pt x="44" y="72"/>
                    </a:lnTo>
                    <a:lnTo>
                      <a:pt x="44" y="72"/>
                    </a:lnTo>
                    <a:lnTo>
                      <a:pt x="44" y="72"/>
                    </a:lnTo>
                    <a:lnTo>
                      <a:pt x="44" y="72"/>
                    </a:lnTo>
                    <a:lnTo>
                      <a:pt x="48" y="68"/>
                    </a:lnTo>
                    <a:lnTo>
                      <a:pt x="48" y="68"/>
                    </a:lnTo>
                    <a:lnTo>
                      <a:pt x="48" y="72"/>
                    </a:lnTo>
                    <a:lnTo>
                      <a:pt x="48" y="72"/>
                    </a:lnTo>
                    <a:lnTo>
                      <a:pt x="48" y="72"/>
                    </a:lnTo>
                    <a:lnTo>
                      <a:pt x="48" y="72"/>
                    </a:lnTo>
                    <a:lnTo>
                      <a:pt x="48" y="74"/>
                    </a:lnTo>
                    <a:lnTo>
                      <a:pt x="48" y="74"/>
                    </a:lnTo>
                    <a:lnTo>
                      <a:pt x="48" y="72"/>
                    </a:lnTo>
                    <a:lnTo>
                      <a:pt x="48" y="72"/>
                    </a:lnTo>
                    <a:lnTo>
                      <a:pt x="48" y="72"/>
                    </a:lnTo>
                    <a:lnTo>
                      <a:pt x="48" y="72"/>
                    </a:lnTo>
                    <a:lnTo>
                      <a:pt x="48" y="72"/>
                    </a:lnTo>
                    <a:lnTo>
                      <a:pt x="52" y="72"/>
                    </a:lnTo>
                    <a:lnTo>
                      <a:pt x="52" y="72"/>
                    </a:lnTo>
                    <a:lnTo>
                      <a:pt x="52" y="72"/>
                    </a:lnTo>
                    <a:lnTo>
                      <a:pt x="52" y="72"/>
                    </a:lnTo>
                    <a:lnTo>
                      <a:pt x="52" y="72"/>
                    </a:lnTo>
                    <a:lnTo>
                      <a:pt x="52" y="72"/>
                    </a:lnTo>
                    <a:lnTo>
                      <a:pt x="52" y="72"/>
                    </a:lnTo>
                    <a:lnTo>
                      <a:pt x="52" y="74"/>
                    </a:lnTo>
                    <a:lnTo>
                      <a:pt x="52" y="74"/>
                    </a:lnTo>
                    <a:lnTo>
                      <a:pt x="52" y="74"/>
                    </a:lnTo>
                    <a:lnTo>
                      <a:pt x="52" y="78"/>
                    </a:lnTo>
                    <a:lnTo>
                      <a:pt x="52" y="78"/>
                    </a:lnTo>
                    <a:lnTo>
                      <a:pt x="56" y="78"/>
                    </a:lnTo>
                    <a:lnTo>
                      <a:pt x="56" y="78"/>
                    </a:lnTo>
                    <a:lnTo>
                      <a:pt x="56" y="78"/>
                    </a:lnTo>
                    <a:lnTo>
                      <a:pt x="60" y="78"/>
                    </a:lnTo>
                    <a:lnTo>
                      <a:pt x="60" y="78"/>
                    </a:lnTo>
                    <a:lnTo>
                      <a:pt x="60" y="78"/>
                    </a:lnTo>
                    <a:lnTo>
                      <a:pt x="60" y="78"/>
                    </a:lnTo>
                    <a:lnTo>
                      <a:pt x="60" y="82"/>
                    </a:lnTo>
                    <a:lnTo>
                      <a:pt x="60" y="82"/>
                    </a:lnTo>
                    <a:lnTo>
                      <a:pt x="60" y="82"/>
                    </a:lnTo>
                    <a:lnTo>
                      <a:pt x="60" y="82"/>
                    </a:lnTo>
                    <a:lnTo>
                      <a:pt x="60" y="86"/>
                    </a:lnTo>
                    <a:lnTo>
                      <a:pt x="60" y="90"/>
                    </a:lnTo>
                    <a:lnTo>
                      <a:pt x="60" y="90"/>
                    </a:lnTo>
                    <a:lnTo>
                      <a:pt x="60" y="90"/>
                    </a:lnTo>
                    <a:lnTo>
                      <a:pt x="60" y="90"/>
                    </a:lnTo>
                    <a:lnTo>
                      <a:pt x="60" y="90"/>
                    </a:lnTo>
                    <a:lnTo>
                      <a:pt x="60" y="90"/>
                    </a:lnTo>
                    <a:lnTo>
                      <a:pt x="60" y="90"/>
                    </a:lnTo>
                    <a:lnTo>
                      <a:pt x="60" y="94"/>
                    </a:lnTo>
                    <a:lnTo>
                      <a:pt x="60" y="94"/>
                    </a:lnTo>
                    <a:lnTo>
                      <a:pt x="60" y="94"/>
                    </a:lnTo>
                    <a:lnTo>
                      <a:pt x="60" y="94"/>
                    </a:lnTo>
                    <a:lnTo>
                      <a:pt x="60" y="94"/>
                    </a:lnTo>
                    <a:lnTo>
                      <a:pt x="56" y="94"/>
                    </a:lnTo>
                    <a:lnTo>
                      <a:pt x="56" y="94"/>
                    </a:lnTo>
                    <a:lnTo>
                      <a:pt x="52" y="98"/>
                    </a:lnTo>
                    <a:lnTo>
                      <a:pt x="52" y="98"/>
                    </a:lnTo>
                    <a:lnTo>
                      <a:pt x="52" y="98"/>
                    </a:lnTo>
                    <a:lnTo>
                      <a:pt x="48" y="98"/>
                    </a:lnTo>
                    <a:lnTo>
                      <a:pt x="48" y="102"/>
                    </a:lnTo>
                    <a:lnTo>
                      <a:pt x="48" y="102"/>
                    </a:lnTo>
                    <a:lnTo>
                      <a:pt x="48" y="102"/>
                    </a:lnTo>
                    <a:lnTo>
                      <a:pt x="48" y="102"/>
                    </a:lnTo>
                    <a:lnTo>
                      <a:pt x="44" y="106"/>
                    </a:lnTo>
                    <a:lnTo>
                      <a:pt x="44" y="106"/>
                    </a:lnTo>
                    <a:lnTo>
                      <a:pt x="44" y="106"/>
                    </a:lnTo>
                    <a:lnTo>
                      <a:pt x="44" y="106"/>
                    </a:lnTo>
                    <a:lnTo>
                      <a:pt x="44" y="106"/>
                    </a:lnTo>
                    <a:lnTo>
                      <a:pt x="44" y="106"/>
                    </a:lnTo>
                    <a:lnTo>
                      <a:pt x="40" y="106"/>
                    </a:lnTo>
                    <a:lnTo>
                      <a:pt x="40" y="106"/>
                    </a:lnTo>
                    <a:lnTo>
                      <a:pt x="40" y="106"/>
                    </a:lnTo>
                    <a:lnTo>
                      <a:pt x="40" y="106"/>
                    </a:lnTo>
                    <a:lnTo>
                      <a:pt x="38" y="108"/>
                    </a:lnTo>
                    <a:lnTo>
                      <a:pt x="38" y="112"/>
                    </a:lnTo>
                    <a:lnTo>
                      <a:pt x="40" y="112"/>
                    </a:lnTo>
                    <a:lnTo>
                      <a:pt x="40" y="116"/>
                    </a:lnTo>
                    <a:lnTo>
                      <a:pt x="40" y="120"/>
                    </a:lnTo>
                    <a:lnTo>
                      <a:pt x="40" y="120"/>
                    </a:lnTo>
                    <a:lnTo>
                      <a:pt x="40" y="124"/>
                    </a:lnTo>
                    <a:lnTo>
                      <a:pt x="40" y="124"/>
                    </a:lnTo>
                    <a:lnTo>
                      <a:pt x="40" y="124"/>
                    </a:lnTo>
                    <a:lnTo>
                      <a:pt x="38" y="128"/>
                    </a:lnTo>
                    <a:lnTo>
                      <a:pt x="38" y="132"/>
                    </a:lnTo>
                    <a:lnTo>
                      <a:pt x="38" y="132"/>
                    </a:lnTo>
                    <a:lnTo>
                      <a:pt x="34" y="132"/>
                    </a:lnTo>
                    <a:lnTo>
                      <a:pt x="34" y="132"/>
                    </a:lnTo>
                    <a:lnTo>
                      <a:pt x="34" y="132"/>
                    </a:lnTo>
                    <a:lnTo>
                      <a:pt x="34" y="132"/>
                    </a:lnTo>
                    <a:lnTo>
                      <a:pt x="30" y="136"/>
                    </a:lnTo>
                    <a:lnTo>
                      <a:pt x="30" y="136"/>
                    </a:lnTo>
                    <a:lnTo>
                      <a:pt x="30" y="132"/>
                    </a:lnTo>
                    <a:lnTo>
                      <a:pt x="30" y="128"/>
                    </a:lnTo>
                    <a:lnTo>
                      <a:pt x="30" y="128"/>
                    </a:lnTo>
                    <a:lnTo>
                      <a:pt x="30" y="124"/>
                    </a:lnTo>
                    <a:lnTo>
                      <a:pt x="26" y="120"/>
                    </a:lnTo>
                    <a:lnTo>
                      <a:pt x="26" y="116"/>
                    </a:lnTo>
                    <a:lnTo>
                      <a:pt x="26" y="108"/>
                    </a:lnTo>
                    <a:lnTo>
                      <a:pt x="26" y="108"/>
                    </a:lnTo>
                    <a:lnTo>
                      <a:pt x="26" y="102"/>
                    </a:lnTo>
                    <a:lnTo>
                      <a:pt x="22" y="102"/>
                    </a:lnTo>
                    <a:lnTo>
                      <a:pt x="22" y="102"/>
                    </a:lnTo>
                    <a:lnTo>
                      <a:pt x="22" y="98"/>
                    </a:lnTo>
                    <a:lnTo>
                      <a:pt x="22" y="98"/>
                    </a:lnTo>
                    <a:lnTo>
                      <a:pt x="18" y="94"/>
                    </a:lnTo>
                    <a:lnTo>
                      <a:pt x="14" y="94"/>
                    </a:lnTo>
                    <a:lnTo>
                      <a:pt x="14" y="94"/>
                    </a:lnTo>
                    <a:lnTo>
                      <a:pt x="14" y="90"/>
                    </a:lnTo>
                    <a:lnTo>
                      <a:pt x="14" y="90"/>
                    </a:lnTo>
                    <a:lnTo>
                      <a:pt x="14" y="90"/>
                    </a:lnTo>
                    <a:lnTo>
                      <a:pt x="14" y="86"/>
                    </a:lnTo>
                    <a:lnTo>
                      <a:pt x="14" y="86"/>
                    </a:lnTo>
                    <a:lnTo>
                      <a:pt x="14" y="86"/>
                    </a:lnTo>
                    <a:lnTo>
                      <a:pt x="14" y="86"/>
                    </a:lnTo>
                    <a:lnTo>
                      <a:pt x="10" y="86"/>
                    </a:lnTo>
                    <a:lnTo>
                      <a:pt x="10" y="82"/>
                    </a:lnTo>
                    <a:lnTo>
                      <a:pt x="10" y="78"/>
                    </a:lnTo>
                    <a:lnTo>
                      <a:pt x="10" y="78"/>
                    </a:lnTo>
                    <a:lnTo>
                      <a:pt x="6" y="78"/>
                    </a:lnTo>
                    <a:lnTo>
                      <a:pt x="4" y="78"/>
                    </a:lnTo>
                    <a:lnTo>
                      <a:pt x="4" y="78"/>
                    </a:lnTo>
                    <a:lnTo>
                      <a:pt x="4" y="78"/>
                    </a:lnTo>
                    <a:lnTo>
                      <a:pt x="4" y="78"/>
                    </a:lnTo>
                    <a:lnTo>
                      <a:pt x="4" y="74"/>
                    </a:lnTo>
                    <a:lnTo>
                      <a:pt x="4" y="74"/>
                    </a:lnTo>
                    <a:lnTo>
                      <a:pt x="4" y="74"/>
                    </a:lnTo>
                    <a:lnTo>
                      <a:pt x="4" y="74"/>
                    </a:lnTo>
                    <a:lnTo>
                      <a:pt x="4" y="72"/>
                    </a:lnTo>
                    <a:lnTo>
                      <a:pt x="4" y="72"/>
                    </a:lnTo>
                    <a:lnTo>
                      <a:pt x="4" y="68"/>
                    </a:lnTo>
                    <a:lnTo>
                      <a:pt x="0" y="68"/>
                    </a:lnTo>
                    <a:lnTo>
                      <a:pt x="0" y="64"/>
                    </a:lnTo>
                    <a:lnTo>
                      <a:pt x="0" y="64"/>
                    </a:lnTo>
                    <a:lnTo>
                      <a:pt x="0" y="64"/>
                    </a:lnTo>
                    <a:lnTo>
                      <a:pt x="4" y="64"/>
                    </a:lnTo>
                    <a:lnTo>
                      <a:pt x="4" y="64"/>
                    </a:lnTo>
                    <a:lnTo>
                      <a:pt x="4" y="64"/>
                    </a:lnTo>
                    <a:lnTo>
                      <a:pt x="4" y="60"/>
                    </a:lnTo>
                    <a:lnTo>
                      <a:pt x="4" y="60"/>
                    </a:lnTo>
                    <a:lnTo>
                      <a:pt x="4" y="60"/>
                    </a:lnTo>
                    <a:lnTo>
                      <a:pt x="4" y="60"/>
                    </a:lnTo>
                    <a:lnTo>
                      <a:pt x="4" y="60"/>
                    </a:lnTo>
                    <a:lnTo>
                      <a:pt x="4" y="60"/>
                    </a:lnTo>
                    <a:lnTo>
                      <a:pt x="4" y="60"/>
                    </a:lnTo>
                    <a:lnTo>
                      <a:pt x="6" y="60"/>
                    </a:lnTo>
                    <a:lnTo>
                      <a:pt x="6" y="56"/>
                    </a:lnTo>
                    <a:lnTo>
                      <a:pt x="6" y="56"/>
                    </a:lnTo>
                    <a:lnTo>
                      <a:pt x="6" y="56"/>
                    </a:lnTo>
                    <a:lnTo>
                      <a:pt x="6" y="56"/>
                    </a:lnTo>
                    <a:lnTo>
                      <a:pt x="6" y="52"/>
                    </a:lnTo>
                    <a:lnTo>
                      <a:pt x="10" y="52"/>
                    </a:lnTo>
                    <a:lnTo>
                      <a:pt x="10" y="52"/>
                    </a:lnTo>
                    <a:lnTo>
                      <a:pt x="10" y="52"/>
                    </a:lnTo>
                    <a:lnTo>
                      <a:pt x="10" y="52"/>
                    </a:lnTo>
                    <a:lnTo>
                      <a:pt x="10" y="52"/>
                    </a:lnTo>
                    <a:lnTo>
                      <a:pt x="10" y="52"/>
                    </a:lnTo>
                    <a:lnTo>
                      <a:pt x="10" y="48"/>
                    </a:lnTo>
                    <a:lnTo>
                      <a:pt x="10" y="48"/>
                    </a:lnTo>
                    <a:lnTo>
                      <a:pt x="10" y="48"/>
                    </a:lnTo>
                    <a:lnTo>
                      <a:pt x="10" y="48"/>
                    </a:lnTo>
                    <a:lnTo>
                      <a:pt x="10" y="48"/>
                    </a:lnTo>
                    <a:lnTo>
                      <a:pt x="10" y="44"/>
                    </a:lnTo>
                    <a:lnTo>
                      <a:pt x="14" y="42"/>
                    </a:lnTo>
                    <a:lnTo>
                      <a:pt x="14" y="42"/>
                    </a:lnTo>
                    <a:lnTo>
                      <a:pt x="14" y="42"/>
                    </a:lnTo>
                    <a:lnTo>
                      <a:pt x="14" y="38"/>
                    </a:lnTo>
                    <a:lnTo>
                      <a:pt x="14" y="38"/>
                    </a:lnTo>
                    <a:lnTo>
                      <a:pt x="14" y="38"/>
                    </a:lnTo>
                    <a:lnTo>
                      <a:pt x="14" y="38"/>
                    </a:lnTo>
                    <a:lnTo>
                      <a:pt x="14" y="38"/>
                    </a:lnTo>
                    <a:lnTo>
                      <a:pt x="14" y="38"/>
                    </a:lnTo>
                    <a:lnTo>
                      <a:pt x="14" y="34"/>
                    </a:lnTo>
                    <a:lnTo>
                      <a:pt x="14" y="34"/>
                    </a:lnTo>
                    <a:lnTo>
                      <a:pt x="14" y="34"/>
                    </a:lnTo>
                    <a:lnTo>
                      <a:pt x="14" y="34"/>
                    </a:lnTo>
                    <a:lnTo>
                      <a:pt x="14" y="30"/>
                    </a:lnTo>
                    <a:lnTo>
                      <a:pt x="10" y="30"/>
                    </a:lnTo>
                    <a:lnTo>
                      <a:pt x="10" y="30"/>
                    </a:lnTo>
                    <a:lnTo>
                      <a:pt x="10" y="30"/>
                    </a:lnTo>
                    <a:lnTo>
                      <a:pt x="10" y="30"/>
                    </a:lnTo>
                    <a:lnTo>
                      <a:pt x="10" y="30"/>
                    </a:lnTo>
                    <a:lnTo>
                      <a:pt x="10" y="26"/>
                    </a:lnTo>
                    <a:lnTo>
                      <a:pt x="10" y="26"/>
                    </a:lnTo>
                    <a:lnTo>
                      <a:pt x="10" y="26"/>
                    </a:lnTo>
                    <a:lnTo>
                      <a:pt x="10" y="26"/>
                    </a:lnTo>
                    <a:lnTo>
                      <a:pt x="14" y="22"/>
                    </a:lnTo>
                    <a:lnTo>
                      <a:pt x="14" y="22"/>
                    </a:lnTo>
                    <a:lnTo>
                      <a:pt x="14" y="18"/>
                    </a:lnTo>
                    <a:lnTo>
                      <a:pt x="14" y="18"/>
                    </a:lnTo>
                    <a:lnTo>
                      <a:pt x="14" y="18"/>
                    </a:lnTo>
                    <a:lnTo>
                      <a:pt x="14" y="18"/>
                    </a:lnTo>
                    <a:lnTo>
                      <a:pt x="14" y="18"/>
                    </a:lnTo>
                    <a:lnTo>
                      <a:pt x="10" y="14"/>
                    </a:lnTo>
                    <a:lnTo>
                      <a:pt x="10" y="18"/>
                    </a:lnTo>
                    <a:lnTo>
                      <a:pt x="10" y="14"/>
                    </a:lnTo>
                    <a:lnTo>
                      <a:pt x="10" y="14"/>
                    </a:lnTo>
                    <a:lnTo>
                      <a:pt x="10" y="14"/>
                    </a:lnTo>
                    <a:lnTo>
                      <a:pt x="10" y="14"/>
                    </a:lnTo>
                    <a:lnTo>
                      <a:pt x="10" y="14"/>
                    </a:lnTo>
                    <a:lnTo>
                      <a:pt x="10" y="14"/>
                    </a:lnTo>
                    <a:lnTo>
                      <a:pt x="14" y="14"/>
                    </a:lnTo>
                    <a:lnTo>
                      <a:pt x="14" y="14"/>
                    </a:lnTo>
                    <a:lnTo>
                      <a:pt x="14" y="12"/>
                    </a:lnTo>
                    <a:lnTo>
                      <a:pt x="14" y="12"/>
                    </a:lnTo>
                    <a:lnTo>
                      <a:pt x="18" y="12"/>
                    </a:lnTo>
                    <a:lnTo>
                      <a:pt x="18" y="8"/>
                    </a:lnTo>
                    <a:lnTo>
                      <a:pt x="18" y="8"/>
                    </a:lnTo>
                    <a:lnTo>
                      <a:pt x="18" y="8"/>
                    </a:lnTo>
                    <a:lnTo>
                      <a:pt x="18" y="8"/>
                    </a:lnTo>
                    <a:lnTo>
                      <a:pt x="22" y="8"/>
                    </a:lnTo>
                    <a:lnTo>
                      <a:pt x="22" y="8"/>
                    </a:lnTo>
                    <a:lnTo>
                      <a:pt x="22" y="8"/>
                    </a:lnTo>
                    <a:lnTo>
                      <a:pt x="22" y="8"/>
                    </a:lnTo>
                    <a:lnTo>
                      <a:pt x="22" y="8"/>
                    </a:lnTo>
                    <a:lnTo>
                      <a:pt x="22" y="8"/>
                    </a:lnTo>
                    <a:lnTo>
                      <a:pt x="22" y="8"/>
                    </a:lnTo>
                    <a:lnTo>
                      <a:pt x="22" y="4"/>
                    </a:lnTo>
                    <a:lnTo>
                      <a:pt x="22" y="4"/>
                    </a:lnTo>
                    <a:lnTo>
                      <a:pt x="22" y="4"/>
                    </a:lnTo>
                    <a:lnTo>
                      <a:pt x="22" y="4"/>
                    </a:lnTo>
                    <a:lnTo>
                      <a:pt x="22" y="4"/>
                    </a:lnTo>
                    <a:lnTo>
                      <a:pt x="26" y="4"/>
                    </a:lnTo>
                    <a:lnTo>
                      <a:pt x="26" y="4"/>
                    </a:lnTo>
                    <a:lnTo>
                      <a:pt x="30" y="0"/>
                    </a:lnTo>
                    <a:lnTo>
                      <a:pt x="34" y="0"/>
                    </a:lnTo>
                    <a:lnTo>
                      <a:pt x="34" y="0"/>
                    </a:lnTo>
                    <a:lnTo>
                      <a:pt x="34" y="0"/>
                    </a:lnTo>
                    <a:lnTo>
                      <a:pt x="34" y="0"/>
                    </a:lnTo>
                    <a:lnTo>
                      <a:pt x="34" y="4"/>
                    </a:lnTo>
                    <a:lnTo>
                      <a:pt x="34" y="4"/>
                    </a:lnTo>
                    <a:lnTo>
                      <a:pt x="34" y="4"/>
                    </a:lnTo>
                    <a:lnTo>
                      <a:pt x="34" y="4"/>
                    </a:lnTo>
                    <a:lnTo>
                      <a:pt x="34" y="4"/>
                    </a:lnTo>
                    <a:lnTo>
                      <a:pt x="34" y="4"/>
                    </a:lnTo>
                    <a:lnTo>
                      <a:pt x="34" y="4"/>
                    </a:lnTo>
                    <a:lnTo>
                      <a:pt x="38" y="4"/>
                    </a:lnTo>
                    <a:lnTo>
                      <a:pt x="38" y="4"/>
                    </a:lnTo>
                    <a:lnTo>
                      <a:pt x="38" y="4"/>
                    </a:lnTo>
                    <a:lnTo>
                      <a:pt x="34" y="4"/>
                    </a:lnTo>
                    <a:lnTo>
                      <a:pt x="38" y="4"/>
                    </a:lnTo>
                    <a:lnTo>
                      <a:pt x="38" y="4"/>
                    </a:lnTo>
                    <a:lnTo>
                      <a:pt x="40" y="4"/>
                    </a:lnTo>
                    <a:lnTo>
                      <a:pt x="40" y="4"/>
                    </a:lnTo>
                    <a:lnTo>
                      <a:pt x="40" y="4"/>
                    </a:lnTo>
                    <a:lnTo>
                      <a:pt x="40" y="4"/>
                    </a:lnTo>
                    <a:lnTo>
                      <a:pt x="38" y="4"/>
                    </a:lnTo>
                    <a:lnTo>
                      <a:pt x="40" y="4"/>
                    </a:lnTo>
                    <a:lnTo>
                      <a:pt x="40" y="4"/>
                    </a:lnTo>
                    <a:lnTo>
                      <a:pt x="40" y="8"/>
                    </a:lnTo>
                    <a:lnTo>
                      <a:pt x="40" y="8"/>
                    </a:lnTo>
                    <a:lnTo>
                      <a:pt x="40" y="8"/>
                    </a:lnTo>
                    <a:lnTo>
                      <a:pt x="40" y="8"/>
                    </a:lnTo>
                    <a:lnTo>
                      <a:pt x="40" y="8"/>
                    </a:lnTo>
                    <a:lnTo>
                      <a:pt x="40" y="8"/>
                    </a:lnTo>
                    <a:close/>
                    <a:moveTo>
                      <a:pt x="52" y="52"/>
                    </a:moveTo>
                    <a:lnTo>
                      <a:pt x="52" y="52"/>
                    </a:lnTo>
                    <a:lnTo>
                      <a:pt x="52" y="52"/>
                    </a:lnTo>
                    <a:lnTo>
                      <a:pt x="52" y="48"/>
                    </a:lnTo>
                    <a:lnTo>
                      <a:pt x="56" y="48"/>
                    </a:lnTo>
                    <a:lnTo>
                      <a:pt x="56" y="48"/>
                    </a:lnTo>
                    <a:lnTo>
                      <a:pt x="56" y="48"/>
                    </a:lnTo>
                    <a:lnTo>
                      <a:pt x="56" y="48"/>
                    </a:lnTo>
                    <a:lnTo>
                      <a:pt x="56" y="48"/>
                    </a:lnTo>
                    <a:lnTo>
                      <a:pt x="56" y="48"/>
                    </a:lnTo>
                    <a:lnTo>
                      <a:pt x="56" y="48"/>
                    </a:lnTo>
                    <a:lnTo>
                      <a:pt x="52" y="48"/>
                    </a:lnTo>
                    <a:lnTo>
                      <a:pt x="52" y="48"/>
                    </a:lnTo>
                    <a:lnTo>
                      <a:pt x="52" y="52"/>
                    </a:lnTo>
                    <a:lnTo>
                      <a:pt x="52" y="52"/>
                    </a:lnTo>
                    <a:lnTo>
                      <a:pt x="52" y="52"/>
                    </a:lnTo>
                    <a:lnTo>
                      <a:pt x="52" y="52"/>
                    </a:lnTo>
                    <a:close/>
                    <a:moveTo>
                      <a:pt x="48" y="72"/>
                    </a:moveTo>
                    <a:lnTo>
                      <a:pt x="48" y="72"/>
                    </a:lnTo>
                    <a:lnTo>
                      <a:pt x="48" y="72"/>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52" y="68"/>
                    </a:lnTo>
                    <a:lnTo>
                      <a:pt x="52" y="68"/>
                    </a:lnTo>
                    <a:lnTo>
                      <a:pt x="52" y="68"/>
                    </a:lnTo>
                    <a:lnTo>
                      <a:pt x="52" y="68"/>
                    </a:lnTo>
                    <a:lnTo>
                      <a:pt x="52" y="68"/>
                    </a:lnTo>
                    <a:lnTo>
                      <a:pt x="52" y="68"/>
                    </a:lnTo>
                    <a:lnTo>
                      <a:pt x="52" y="68"/>
                    </a:lnTo>
                    <a:lnTo>
                      <a:pt x="52" y="68"/>
                    </a:lnTo>
                    <a:lnTo>
                      <a:pt x="48" y="72"/>
                    </a:lnTo>
                    <a:lnTo>
                      <a:pt x="48" y="72"/>
                    </a:lnTo>
                    <a:lnTo>
                      <a:pt x="48" y="72"/>
                    </a:lnTo>
                    <a:lnTo>
                      <a:pt x="48" y="72"/>
                    </a:lnTo>
                    <a:lnTo>
                      <a:pt x="48"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0" name="Freeform 174"/>
              <p:cNvSpPr>
                <a:spLocks/>
              </p:cNvSpPr>
              <p:nvPr/>
            </p:nvSpPr>
            <p:spPr bwMode="gray">
              <a:xfrm>
                <a:off x="5523489" y="4394461"/>
                <a:ext cx="139141" cy="170447"/>
              </a:xfrm>
              <a:custGeom>
                <a:avLst/>
                <a:gdLst>
                  <a:gd name="T0" fmla="*/ 42 w 80"/>
                  <a:gd name="T1" fmla="*/ 90 h 98"/>
                  <a:gd name="T2" fmla="*/ 22 w 80"/>
                  <a:gd name="T3" fmla="*/ 90 h 98"/>
                  <a:gd name="T4" fmla="*/ 16 w 80"/>
                  <a:gd name="T5" fmla="*/ 90 h 98"/>
                  <a:gd name="T6" fmla="*/ 12 w 80"/>
                  <a:gd name="T7" fmla="*/ 94 h 98"/>
                  <a:gd name="T8" fmla="*/ 8 w 80"/>
                  <a:gd name="T9" fmla="*/ 98 h 98"/>
                  <a:gd name="T10" fmla="*/ 4 w 80"/>
                  <a:gd name="T11" fmla="*/ 98 h 98"/>
                  <a:gd name="T12" fmla="*/ 4 w 80"/>
                  <a:gd name="T13" fmla="*/ 98 h 98"/>
                  <a:gd name="T14" fmla="*/ 0 w 80"/>
                  <a:gd name="T15" fmla="*/ 98 h 98"/>
                  <a:gd name="T16" fmla="*/ 0 w 80"/>
                  <a:gd name="T17" fmla="*/ 90 h 98"/>
                  <a:gd name="T18" fmla="*/ 4 w 80"/>
                  <a:gd name="T19" fmla="*/ 82 h 98"/>
                  <a:gd name="T20" fmla="*/ 4 w 80"/>
                  <a:gd name="T21" fmla="*/ 74 h 98"/>
                  <a:gd name="T22" fmla="*/ 4 w 80"/>
                  <a:gd name="T23" fmla="*/ 70 h 98"/>
                  <a:gd name="T24" fmla="*/ 8 w 80"/>
                  <a:gd name="T25" fmla="*/ 64 h 98"/>
                  <a:gd name="T26" fmla="*/ 8 w 80"/>
                  <a:gd name="T27" fmla="*/ 60 h 98"/>
                  <a:gd name="T28" fmla="*/ 8 w 80"/>
                  <a:gd name="T29" fmla="*/ 56 h 98"/>
                  <a:gd name="T30" fmla="*/ 12 w 80"/>
                  <a:gd name="T31" fmla="*/ 52 h 98"/>
                  <a:gd name="T32" fmla="*/ 16 w 80"/>
                  <a:gd name="T33" fmla="*/ 52 h 98"/>
                  <a:gd name="T34" fmla="*/ 22 w 80"/>
                  <a:gd name="T35" fmla="*/ 40 h 98"/>
                  <a:gd name="T36" fmla="*/ 22 w 80"/>
                  <a:gd name="T37" fmla="*/ 34 h 98"/>
                  <a:gd name="T38" fmla="*/ 20 w 80"/>
                  <a:gd name="T39" fmla="*/ 34 h 98"/>
                  <a:gd name="T40" fmla="*/ 20 w 80"/>
                  <a:gd name="T41" fmla="*/ 30 h 98"/>
                  <a:gd name="T42" fmla="*/ 20 w 80"/>
                  <a:gd name="T43" fmla="*/ 22 h 98"/>
                  <a:gd name="T44" fmla="*/ 20 w 80"/>
                  <a:gd name="T45" fmla="*/ 18 h 98"/>
                  <a:gd name="T46" fmla="*/ 20 w 80"/>
                  <a:gd name="T47" fmla="*/ 10 h 98"/>
                  <a:gd name="T48" fmla="*/ 20 w 80"/>
                  <a:gd name="T49" fmla="*/ 10 h 98"/>
                  <a:gd name="T50" fmla="*/ 26 w 80"/>
                  <a:gd name="T51" fmla="*/ 6 h 98"/>
                  <a:gd name="T52" fmla="*/ 34 w 80"/>
                  <a:gd name="T53" fmla="*/ 6 h 98"/>
                  <a:gd name="T54" fmla="*/ 34 w 80"/>
                  <a:gd name="T55" fmla="*/ 10 h 98"/>
                  <a:gd name="T56" fmla="*/ 38 w 80"/>
                  <a:gd name="T57" fmla="*/ 10 h 98"/>
                  <a:gd name="T58" fmla="*/ 42 w 80"/>
                  <a:gd name="T59" fmla="*/ 6 h 98"/>
                  <a:gd name="T60" fmla="*/ 46 w 80"/>
                  <a:gd name="T61" fmla="*/ 6 h 98"/>
                  <a:gd name="T62" fmla="*/ 50 w 80"/>
                  <a:gd name="T63" fmla="*/ 6 h 98"/>
                  <a:gd name="T64" fmla="*/ 56 w 80"/>
                  <a:gd name="T65" fmla="*/ 6 h 98"/>
                  <a:gd name="T66" fmla="*/ 64 w 80"/>
                  <a:gd name="T67" fmla="*/ 0 h 98"/>
                  <a:gd name="T68" fmla="*/ 68 w 80"/>
                  <a:gd name="T69" fmla="*/ 6 h 98"/>
                  <a:gd name="T70" fmla="*/ 72 w 80"/>
                  <a:gd name="T71" fmla="*/ 10 h 98"/>
                  <a:gd name="T72" fmla="*/ 72 w 80"/>
                  <a:gd name="T73" fmla="*/ 18 h 98"/>
                  <a:gd name="T74" fmla="*/ 76 w 80"/>
                  <a:gd name="T75" fmla="*/ 22 h 98"/>
                  <a:gd name="T76" fmla="*/ 76 w 80"/>
                  <a:gd name="T77" fmla="*/ 26 h 98"/>
                  <a:gd name="T78" fmla="*/ 76 w 80"/>
                  <a:gd name="T79" fmla="*/ 34 h 98"/>
                  <a:gd name="T80" fmla="*/ 80 w 80"/>
                  <a:gd name="T81" fmla="*/ 40 h 98"/>
                  <a:gd name="T82" fmla="*/ 76 w 80"/>
                  <a:gd name="T83" fmla="*/ 44 h 98"/>
                  <a:gd name="T84" fmla="*/ 76 w 80"/>
                  <a:gd name="T85" fmla="*/ 48 h 98"/>
                  <a:gd name="T86" fmla="*/ 76 w 80"/>
                  <a:gd name="T87" fmla="*/ 52 h 98"/>
                  <a:gd name="T88" fmla="*/ 76 w 80"/>
                  <a:gd name="T89" fmla="*/ 52 h 98"/>
                  <a:gd name="T90" fmla="*/ 72 w 80"/>
                  <a:gd name="T91" fmla="*/ 56 h 98"/>
                  <a:gd name="T92" fmla="*/ 72 w 80"/>
                  <a:gd name="T93" fmla="*/ 60 h 98"/>
                  <a:gd name="T94" fmla="*/ 64 w 80"/>
                  <a:gd name="T95" fmla="*/ 66 h 98"/>
                  <a:gd name="T96" fmla="*/ 64 w 80"/>
                  <a:gd name="T97" fmla="*/ 70 h 98"/>
                  <a:gd name="T98" fmla="*/ 64 w 80"/>
                  <a:gd name="T99" fmla="*/ 78 h 98"/>
                  <a:gd name="T100" fmla="*/ 56 w 80"/>
                  <a:gd name="T101" fmla="*/ 90 h 98"/>
                  <a:gd name="T102" fmla="*/ 52 w 80"/>
                  <a:gd name="T103" fmla="*/ 9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80" h="98">
                    <a:moveTo>
                      <a:pt x="50" y="90"/>
                    </a:moveTo>
                    <a:lnTo>
                      <a:pt x="46" y="90"/>
                    </a:lnTo>
                    <a:lnTo>
                      <a:pt x="46" y="90"/>
                    </a:lnTo>
                    <a:lnTo>
                      <a:pt x="46" y="90"/>
                    </a:lnTo>
                    <a:lnTo>
                      <a:pt x="42" y="90"/>
                    </a:lnTo>
                    <a:lnTo>
                      <a:pt x="30" y="90"/>
                    </a:lnTo>
                    <a:lnTo>
                      <a:pt x="30" y="90"/>
                    </a:lnTo>
                    <a:lnTo>
                      <a:pt x="26" y="90"/>
                    </a:lnTo>
                    <a:lnTo>
                      <a:pt x="26" y="90"/>
                    </a:lnTo>
                    <a:lnTo>
                      <a:pt x="22" y="90"/>
                    </a:lnTo>
                    <a:lnTo>
                      <a:pt x="20" y="90"/>
                    </a:lnTo>
                    <a:lnTo>
                      <a:pt x="20" y="90"/>
                    </a:lnTo>
                    <a:lnTo>
                      <a:pt x="16" y="90"/>
                    </a:lnTo>
                    <a:lnTo>
                      <a:pt x="16" y="90"/>
                    </a:lnTo>
                    <a:lnTo>
                      <a:pt x="16" y="90"/>
                    </a:lnTo>
                    <a:lnTo>
                      <a:pt x="16" y="90"/>
                    </a:lnTo>
                    <a:lnTo>
                      <a:pt x="16" y="90"/>
                    </a:lnTo>
                    <a:lnTo>
                      <a:pt x="12" y="90"/>
                    </a:lnTo>
                    <a:lnTo>
                      <a:pt x="12" y="94"/>
                    </a:lnTo>
                    <a:lnTo>
                      <a:pt x="12" y="94"/>
                    </a:lnTo>
                    <a:lnTo>
                      <a:pt x="12" y="94"/>
                    </a:lnTo>
                    <a:lnTo>
                      <a:pt x="12" y="94"/>
                    </a:lnTo>
                    <a:lnTo>
                      <a:pt x="12" y="98"/>
                    </a:lnTo>
                    <a:lnTo>
                      <a:pt x="8" y="98"/>
                    </a:lnTo>
                    <a:lnTo>
                      <a:pt x="8" y="98"/>
                    </a:lnTo>
                    <a:lnTo>
                      <a:pt x="8" y="98"/>
                    </a:lnTo>
                    <a:lnTo>
                      <a:pt x="8" y="98"/>
                    </a:lnTo>
                    <a:lnTo>
                      <a:pt x="8" y="98"/>
                    </a:lnTo>
                    <a:lnTo>
                      <a:pt x="4" y="98"/>
                    </a:lnTo>
                    <a:lnTo>
                      <a:pt x="4" y="98"/>
                    </a:lnTo>
                    <a:lnTo>
                      <a:pt x="4" y="98"/>
                    </a:lnTo>
                    <a:lnTo>
                      <a:pt x="4" y="98"/>
                    </a:lnTo>
                    <a:lnTo>
                      <a:pt x="4" y="98"/>
                    </a:lnTo>
                    <a:lnTo>
                      <a:pt x="4" y="98"/>
                    </a:lnTo>
                    <a:lnTo>
                      <a:pt x="4" y="98"/>
                    </a:lnTo>
                    <a:lnTo>
                      <a:pt x="4" y="98"/>
                    </a:lnTo>
                    <a:lnTo>
                      <a:pt x="0" y="98"/>
                    </a:lnTo>
                    <a:lnTo>
                      <a:pt x="0" y="98"/>
                    </a:lnTo>
                    <a:lnTo>
                      <a:pt x="0" y="98"/>
                    </a:lnTo>
                    <a:lnTo>
                      <a:pt x="0" y="98"/>
                    </a:lnTo>
                    <a:lnTo>
                      <a:pt x="0" y="94"/>
                    </a:lnTo>
                    <a:lnTo>
                      <a:pt x="0" y="94"/>
                    </a:lnTo>
                    <a:lnTo>
                      <a:pt x="0" y="90"/>
                    </a:lnTo>
                    <a:lnTo>
                      <a:pt x="0" y="90"/>
                    </a:lnTo>
                    <a:lnTo>
                      <a:pt x="0" y="90"/>
                    </a:lnTo>
                    <a:lnTo>
                      <a:pt x="0" y="86"/>
                    </a:lnTo>
                    <a:lnTo>
                      <a:pt x="0" y="86"/>
                    </a:lnTo>
                    <a:lnTo>
                      <a:pt x="0" y="82"/>
                    </a:lnTo>
                    <a:lnTo>
                      <a:pt x="4" y="82"/>
                    </a:lnTo>
                    <a:lnTo>
                      <a:pt x="4" y="82"/>
                    </a:lnTo>
                    <a:lnTo>
                      <a:pt x="4" y="82"/>
                    </a:lnTo>
                    <a:lnTo>
                      <a:pt x="4" y="78"/>
                    </a:lnTo>
                    <a:lnTo>
                      <a:pt x="4" y="74"/>
                    </a:lnTo>
                    <a:lnTo>
                      <a:pt x="4" y="74"/>
                    </a:lnTo>
                    <a:lnTo>
                      <a:pt x="4" y="74"/>
                    </a:lnTo>
                    <a:lnTo>
                      <a:pt x="4" y="70"/>
                    </a:lnTo>
                    <a:lnTo>
                      <a:pt x="4" y="70"/>
                    </a:lnTo>
                    <a:lnTo>
                      <a:pt x="4" y="70"/>
                    </a:lnTo>
                    <a:lnTo>
                      <a:pt x="4" y="70"/>
                    </a:lnTo>
                    <a:lnTo>
                      <a:pt x="4" y="70"/>
                    </a:lnTo>
                    <a:lnTo>
                      <a:pt x="4" y="66"/>
                    </a:lnTo>
                    <a:lnTo>
                      <a:pt x="4" y="66"/>
                    </a:lnTo>
                    <a:lnTo>
                      <a:pt x="8" y="66"/>
                    </a:lnTo>
                    <a:lnTo>
                      <a:pt x="8" y="64"/>
                    </a:lnTo>
                    <a:lnTo>
                      <a:pt x="8" y="64"/>
                    </a:lnTo>
                    <a:lnTo>
                      <a:pt x="8" y="64"/>
                    </a:lnTo>
                    <a:lnTo>
                      <a:pt x="8" y="60"/>
                    </a:lnTo>
                    <a:lnTo>
                      <a:pt x="8" y="60"/>
                    </a:lnTo>
                    <a:lnTo>
                      <a:pt x="8" y="60"/>
                    </a:lnTo>
                    <a:lnTo>
                      <a:pt x="8" y="60"/>
                    </a:lnTo>
                    <a:lnTo>
                      <a:pt x="8" y="60"/>
                    </a:lnTo>
                    <a:lnTo>
                      <a:pt x="8" y="60"/>
                    </a:lnTo>
                    <a:lnTo>
                      <a:pt x="8" y="56"/>
                    </a:lnTo>
                    <a:lnTo>
                      <a:pt x="8" y="56"/>
                    </a:lnTo>
                    <a:lnTo>
                      <a:pt x="8" y="56"/>
                    </a:lnTo>
                    <a:lnTo>
                      <a:pt x="8" y="56"/>
                    </a:lnTo>
                    <a:lnTo>
                      <a:pt x="12" y="56"/>
                    </a:lnTo>
                    <a:lnTo>
                      <a:pt x="12" y="56"/>
                    </a:lnTo>
                    <a:lnTo>
                      <a:pt x="12" y="56"/>
                    </a:lnTo>
                    <a:lnTo>
                      <a:pt x="12" y="52"/>
                    </a:lnTo>
                    <a:lnTo>
                      <a:pt x="12" y="52"/>
                    </a:lnTo>
                    <a:lnTo>
                      <a:pt x="12" y="52"/>
                    </a:lnTo>
                    <a:lnTo>
                      <a:pt x="16" y="52"/>
                    </a:lnTo>
                    <a:lnTo>
                      <a:pt x="16" y="52"/>
                    </a:lnTo>
                    <a:lnTo>
                      <a:pt x="16" y="52"/>
                    </a:lnTo>
                    <a:lnTo>
                      <a:pt x="16" y="48"/>
                    </a:lnTo>
                    <a:lnTo>
                      <a:pt x="16" y="48"/>
                    </a:lnTo>
                    <a:lnTo>
                      <a:pt x="16" y="48"/>
                    </a:lnTo>
                    <a:lnTo>
                      <a:pt x="20" y="44"/>
                    </a:lnTo>
                    <a:lnTo>
                      <a:pt x="22" y="40"/>
                    </a:lnTo>
                    <a:lnTo>
                      <a:pt x="22" y="36"/>
                    </a:lnTo>
                    <a:lnTo>
                      <a:pt x="26" y="36"/>
                    </a:lnTo>
                    <a:lnTo>
                      <a:pt x="26" y="36"/>
                    </a:lnTo>
                    <a:lnTo>
                      <a:pt x="22" y="34"/>
                    </a:lnTo>
                    <a:lnTo>
                      <a:pt x="22" y="34"/>
                    </a:lnTo>
                    <a:lnTo>
                      <a:pt x="22" y="34"/>
                    </a:lnTo>
                    <a:lnTo>
                      <a:pt x="22" y="30"/>
                    </a:lnTo>
                    <a:lnTo>
                      <a:pt x="22" y="30"/>
                    </a:lnTo>
                    <a:lnTo>
                      <a:pt x="20" y="34"/>
                    </a:lnTo>
                    <a:lnTo>
                      <a:pt x="20" y="34"/>
                    </a:lnTo>
                    <a:lnTo>
                      <a:pt x="20" y="34"/>
                    </a:lnTo>
                    <a:lnTo>
                      <a:pt x="20" y="34"/>
                    </a:lnTo>
                    <a:lnTo>
                      <a:pt x="20" y="30"/>
                    </a:lnTo>
                    <a:lnTo>
                      <a:pt x="20" y="30"/>
                    </a:lnTo>
                    <a:lnTo>
                      <a:pt x="20" y="30"/>
                    </a:lnTo>
                    <a:lnTo>
                      <a:pt x="20" y="26"/>
                    </a:lnTo>
                    <a:lnTo>
                      <a:pt x="20" y="26"/>
                    </a:lnTo>
                    <a:lnTo>
                      <a:pt x="20" y="26"/>
                    </a:lnTo>
                    <a:lnTo>
                      <a:pt x="20" y="22"/>
                    </a:lnTo>
                    <a:lnTo>
                      <a:pt x="20" y="22"/>
                    </a:lnTo>
                    <a:lnTo>
                      <a:pt x="20" y="22"/>
                    </a:lnTo>
                    <a:lnTo>
                      <a:pt x="20" y="22"/>
                    </a:lnTo>
                    <a:lnTo>
                      <a:pt x="20" y="22"/>
                    </a:lnTo>
                    <a:lnTo>
                      <a:pt x="20" y="22"/>
                    </a:lnTo>
                    <a:lnTo>
                      <a:pt x="20" y="18"/>
                    </a:lnTo>
                    <a:lnTo>
                      <a:pt x="20" y="18"/>
                    </a:lnTo>
                    <a:lnTo>
                      <a:pt x="20" y="14"/>
                    </a:lnTo>
                    <a:lnTo>
                      <a:pt x="20" y="14"/>
                    </a:lnTo>
                    <a:lnTo>
                      <a:pt x="20" y="14"/>
                    </a:lnTo>
                    <a:lnTo>
                      <a:pt x="20" y="10"/>
                    </a:lnTo>
                    <a:lnTo>
                      <a:pt x="20" y="10"/>
                    </a:lnTo>
                    <a:lnTo>
                      <a:pt x="20" y="10"/>
                    </a:lnTo>
                    <a:lnTo>
                      <a:pt x="20" y="10"/>
                    </a:lnTo>
                    <a:lnTo>
                      <a:pt x="20" y="10"/>
                    </a:lnTo>
                    <a:lnTo>
                      <a:pt x="20" y="10"/>
                    </a:lnTo>
                    <a:lnTo>
                      <a:pt x="22" y="10"/>
                    </a:lnTo>
                    <a:lnTo>
                      <a:pt x="22" y="6"/>
                    </a:lnTo>
                    <a:lnTo>
                      <a:pt x="22" y="6"/>
                    </a:lnTo>
                    <a:lnTo>
                      <a:pt x="26" y="6"/>
                    </a:lnTo>
                    <a:lnTo>
                      <a:pt x="26" y="6"/>
                    </a:lnTo>
                    <a:lnTo>
                      <a:pt x="26" y="10"/>
                    </a:lnTo>
                    <a:lnTo>
                      <a:pt x="30" y="10"/>
                    </a:lnTo>
                    <a:lnTo>
                      <a:pt x="30" y="6"/>
                    </a:lnTo>
                    <a:lnTo>
                      <a:pt x="30" y="6"/>
                    </a:lnTo>
                    <a:lnTo>
                      <a:pt x="34" y="6"/>
                    </a:lnTo>
                    <a:lnTo>
                      <a:pt x="34" y="6"/>
                    </a:lnTo>
                    <a:lnTo>
                      <a:pt x="34" y="6"/>
                    </a:lnTo>
                    <a:lnTo>
                      <a:pt x="34" y="10"/>
                    </a:lnTo>
                    <a:lnTo>
                      <a:pt x="34" y="10"/>
                    </a:lnTo>
                    <a:lnTo>
                      <a:pt x="34" y="10"/>
                    </a:lnTo>
                    <a:lnTo>
                      <a:pt x="38" y="10"/>
                    </a:lnTo>
                    <a:lnTo>
                      <a:pt x="38" y="10"/>
                    </a:lnTo>
                    <a:lnTo>
                      <a:pt x="38" y="10"/>
                    </a:lnTo>
                    <a:lnTo>
                      <a:pt x="38" y="10"/>
                    </a:lnTo>
                    <a:lnTo>
                      <a:pt x="38" y="10"/>
                    </a:lnTo>
                    <a:lnTo>
                      <a:pt x="38" y="10"/>
                    </a:lnTo>
                    <a:lnTo>
                      <a:pt x="38" y="10"/>
                    </a:lnTo>
                    <a:lnTo>
                      <a:pt x="38" y="10"/>
                    </a:lnTo>
                    <a:lnTo>
                      <a:pt x="38" y="10"/>
                    </a:lnTo>
                    <a:lnTo>
                      <a:pt x="42" y="6"/>
                    </a:lnTo>
                    <a:lnTo>
                      <a:pt x="42" y="6"/>
                    </a:lnTo>
                    <a:lnTo>
                      <a:pt x="46" y="6"/>
                    </a:lnTo>
                    <a:lnTo>
                      <a:pt x="46" y="6"/>
                    </a:lnTo>
                    <a:lnTo>
                      <a:pt x="46" y="6"/>
                    </a:lnTo>
                    <a:lnTo>
                      <a:pt x="46" y="6"/>
                    </a:lnTo>
                    <a:lnTo>
                      <a:pt x="50" y="6"/>
                    </a:lnTo>
                    <a:lnTo>
                      <a:pt x="50" y="6"/>
                    </a:lnTo>
                    <a:lnTo>
                      <a:pt x="50" y="6"/>
                    </a:lnTo>
                    <a:lnTo>
                      <a:pt x="50" y="6"/>
                    </a:lnTo>
                    <a:lnTo>
                      <a:pt x="50" y="6"/>
                    </a:lnTo>
                    <a:lnTo>
                      <a:pt x="52" y="6"/>
                    </a:lnTo>
                    <a:lnTo>
                      <a:pt x="52" y="6"/>
                    </a:lnTo>
                    <a:lnTo>
                      <a:pt x="52" y="6"/>
                    </a:lnTo>
                    <a:lnTo>
                      <a:pt x="56" y="6"/>
                    </a:lnTo>
                    <a:lnTo>
                      <a:pt x="56" y="6"/>
                    </a:lnTo>
                    <a:lnTo>
                      <a:pt x="56" y="6"/>
                    </a:lnTo>
                    <a:lnTo>
                      <a:pt x="64" y="0"/>
                    </a:lnTo>
                    <a:lnTo>
                      <a:pt x="64" y="0"/>
                    </a:lnTo>
                    <a:lnTo>
                      <a:pt x="64" y="0"/>
                    </a:lnTo>
                    <a:lnTo>
                      <a:pt x="64" y="0"/>
                    </a:lnTo>
                    <a:lnTo>
                      <a:pt x="64" y="2"/>
                    </a:lnTo>
                    <a:lnTo>
                      <a:pt x="68" y="2"/>
                    </a:lnTo>
                    <a:lnTo>
                      <a:pt x="68" y="6"/>
                    </a:lnTo>
                    <a:lnTo>
                      <a:pt x="68" y="6"/>
                    </a:lnTo>
                    <a:lnTo>
                      <a:pt x="68" y="6"/>
                    </a:lnTo>
                    <a:lnTo>
                      <a:pt x="68" y="6"/>
                    </a:lnTo>
                    <a:lnTo>
                      <a:pt x="72" y="10"/>
                    </a:lnTo>
                    <a:lnTo>
                      <a:pt x="72" y="10"/>
                    </a:lnTo>
                    <a:lnTo>
                      <a:pt x="72" y="10"/>
                    </a:lnTo>
                    <a:lnTo>
                      <a:pt x="72" y="10"/>
                    </a:lnTo>
                    <a:lnTo>
                      <a:pt x="72" y="14"/>
                    </a:lnTo>
                    <a:lnTo>
                      <a:pt x="72" y="14"/>
                    </a:lnTo>
                    <a:lnTo>
                      <a:pt x="72" y="18"/>
                    </a:lnTo>
                    <a:lnTo>
                      <a:pt x="72" y="18"/>
                    </a:lnTo>
                    <a:lnTo>
                      <a:pt x="72" y="18"/>
                    </a:lnTo>
                    <a:lnTo>
                      <a:pt x="72" y="18"/>
                    </a:lnTo>
                    <a:lnTo>
                      <a:pt x="72" y="18"/>
                    </a:lnTo>
                    <a:lnTo>
                      <a:pt x="72" y="22"/>
                    </a:lnTo>
                    <a:lnTo>
                      <a:pt x="72" y="22"/>
                    </a:lnTo>
                    <a:lnTo>
                      <a:pt x="76" y="22"/>
                    </a:lnTo>
                    <a:lnTo>
                      <a:pt x="76" y="22"/>
                    </a:lnTo>
                    <a:lnTo>
                      <a:pt x="76" y="22"/>
                    </a:lnTo>
                    <a:lnTo>
                      <a:pt x="76" y="22"/>
                    </a:lnTo>
                    <a:lnTo>
                      <a:pt x="76" y="26"/>
                    </a:lnTo>
                    <a:lnTo>
                      <a:pt x="76" y="26"/>
                    </a:lnTo>
                    <a:lnTo>
                      <a:pt x="76" y="26"/>
                    </a:lnTo>
                    <a:lnTo>
                      <a:pt x="76" y="30"/>
                    </a:lnTo>
                    <a:lnTo>
                      <a:pt x="76" y="30"/>
                    </a:lnTo>
                    <a:lnTo>
                      <a:pt x="76" y="30"/>
                    </a:lnTo>
                    <a:lnTo>
                      <a:pt x="76" y="34"/>
                    </a:lnTo>
                    <a:lnTo>
                      <a:pt x="76" y="34"/>
                    </a:lnTo>
                    <a:lnTo>
                      <a:pt x="80" y="34"/>
                    </a:lnTo>
                    <a:lnTo>
                      <a:pt x="80" y="34"/>
                    </a:lnTo>
                    <a:lnTo>
                      <a:pt x="80" y="36"/>
                    </a:lnTo>
                    <a:lnTo>
                      <a:pt x="80" y="40"/>
                    </a:lnTo>
                    <a:lnTo>
                      <a:pt x="80" y="44"/>
                    </a:lnTo>
                    <a:lnTo>
                      <a:pt x="80" y="44"/>
                    </a:lnTo>
                    <a:lnTo>
                      <a:pt x="80" y="44"/>
                    </a:lnTo>
                    <a:lnTo>
                      <a:pt x="80" y="44"/>
                    </a:lnTo>
                    <a:lnTo>
                      <a:pt x="76" y="44"/>
                    </a:lnTo>
                    <a:lnTo>
                      <a:pt x="76" y="44"/>
                    </a:lnTo>
                    <a:lnTo>
                      <a:pt x="76" y="48"/>
                    </a:lnTo>
                    <a:lnTo>
                      <a:pt x="76" y="48"/>
                    </a:lnTo>
                    <a:lnTo>
                      <a:pt x="76" y="48"/>
                    </a:lnTo>
                    <a:lnTo>
                      <a:pt x="76" y="48"/>
                    </a:lnTo>
                    <a:lnTo>
                      <a:pt x="76" y="48"/>
                    </a:lnTo>
                    <a:lnTo>
                      <a:pt x="76" y="48"/>
                    </a:lnTo>
                    <a:lnTo>
                      <a:pt x="76" y="48"/>
                    </a:lnTo>
                    <a:lnTo>
                      <a:pt x="76" y="52"/>
                    </a:lnTo>
                    <a:lnTo>
                      <a:pt x="76" y="52"/>
                    </a:lnTo>
                    <a:lnTo>
                      <a:pt x="76" y="52"/>
                    </a:lnTo>
                    <a:lnTo>
                      <a:pt x="76" y="52"/>
                    </a:lnTo>
                    <a:lnTo>
                      <a:pt x="76" y="52"/>
                    </a:lnTo>
                    <a:lnTo>
                      <a:pt x="76" y="52"/>
                    </a:lnTo>
                    <a:lnTo>
                      <a:pt x="76" y="52"/>
                    </a:lnTo>
                    <a:lnTo>
                      <a:pt x="72" y="52"/>
                    </a:lnTo>
                    <a:lnTo>
                      <a:pt x="72" y="52"/>
                    </a:lnTo>
                    <a:lnTo>
                      <a:pt x="72" y="52"/>
                    </a:lnTo>
                    <a:lnTo>
                      <a:pt x="72" y="56"/>
                    </a:lnTo>
                    <a:lnTo>
                      <a:pt x="72" y="56"/>
                    </a:lnTo>
                    <a:lnTo>
                      <a:pt x="72" y="56"/>
                    </a:lnTo>
                    <a:lnTo>
                      <a:pt x="72" y="56"/>
                    </a:lnTo>
                    <a:lnTo>
                      <a:pt x="72" y="56"/>
                    </a:lnTo>
                    <a:lnTo>
                      <a:pt x="72" y="60"/>
                    </a:lnTo>
                    <a:lnTo>
                      <a:pt x="72" y="60"/>
                    </a:lnTo>
                    <a:lnTo>
                      <a:pt x="68" y="64"/>
                    </a:lnTo>
                    <a:lnTo>
                      <a:pt x="68" y="64"/>
                    </a:lnTo>
                    <a:lnTo>
                      <a:pt x="68" y="64"/>
                    </a:lnTo>
                    <a:lnTo>
                      <a:pt x="68" y="64"/>
                    </a:lnTo>
                    <a:lnTo>
                      <a:pt x="64" y="66"/>
                    </a:lnTo>
                    <a:lnTo>
                      <a:pt x="64" y="66"/>
                    </a:lnTo>
                    <a:lnTo>
                      <a:pt x="64" y="70"/>
                    </a:lnTo>
                    <a:lnTo>
                      <a:pt x="64" y="70"/>
                    </a:lnTo>
                    <a:lnTo>
                      <a:pt x="64" y="70"/>
                    </a:lnTo>
                    <a:lnTo>
                      <a:pt x="64" y="70"/>
                    </a:lnTo>
                    <a:lnTo>
                      <a:pt x="64" y="70"/>
                    </a:lnTo>
                    <a:lnTo>
                      <a:pt x="64" y="74"/>
                    </a:lnTo>
                    <a:lnTo>
                      <a:pt x="64" y="74"/>
                    </a:lnTo>
                    <a:lnTo>
                      <a:pt x="64" y="74"/>
                    </a:lnTo>
                    <a:lnTo>
                      <a:pt x="64" y="78"/>
                    </a:lnTo>
                    <a:lnTo>
                      <a:pt x="64" y="82"/>
                    </a:lnTo>
                    <a:lnTo>
                      <a:pt x="64" y="90"/>
                    </a:lnTo>
                    <a:lnTo>
                      <a:pt x="64" y="90"/>
                    </a:lnTo>
                    <a:lnTo>
                      <a:pt x="64" y="90"/>
                    </a:lnTo>
                    <a:lnTo>
                      <a:pt x="56" y="90"/>
                    </a:lnTo>
                    <a:lnTo>
                      <a:pt x="56" y="90"/>
                    </a:lnTo>
                    <a:lnTo>
                      <a:pt x="56" y="90"/>
                    </a:lnTo>
                    <a:lnTo>
                      <a:pt x="52" y="90"/>
                    </a:lnTo>
                    <a:lnTo>
                      <a:pt x="52" y="90"/>
                    </a:lnTo>
                    <a:lnTo>
                      <a:pt x="52" y="90"/>
                    </a:lnTo>
                    <a:lnTo>
                      <a:pt x="50" y="90"/>
                    </a:lnTo>
                    <a:lnTo>
                      <a:pt x="50" y="90"/>
                    </a:lnTo>
                    <a:lnTo>
                      <a:pt x="50" y="90"/>
                    </a:lnTo>
                    <a:lnTo>
                      <a:pt x="50" y="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1" name="Freeform 175"/>
              <p:cNvSpPr>
                <a:spLocks/>
              </p:cNvSpPr>
              <p:nvPr/>
            </p:nvSpPr>
            <p:spPr bwMode="gray">
              <a:xfrm>
                <a:off x="4375573" y="3681367"/>
                <a:ext cx="208712" cy="215668"/>
              </a:xfrm>
              <a:custGeom>
                <a:avLst/>
                <a:gdLst>
                  <a:gd name="T0" fmla="*/ 0 w 120"/>
                  <a:gd name="T1" fmla="*/ 120 h 124"/>
                  <a:gd name="T2" fmla="*/ 0 w 120"/>
                  <a:gd name="T3" fmla="*/ 112 h 124"/>
                  <a:gd name="T4" fmla="*/ 4 w 120"/>
                  <a:gd name="T5" fmla="*/ 108 h 124"/>
                  <a:gd name="T6" fmla="*/ 4 w 120"/>
                  <a:gd name="T7" fmla="*/ 104 h 124"/>
                  <a:gd name="T8" fmla="*/ 8 w 120"/>
                  <a:gd name="T9" fmla="*/ 96 h 124"/>
                  <a:gd name="T10" fmla="*/ 12 w 120"/>
                  <a:gd name="T11" fmla="*/ 96 h 124"/>
                  <a:gd name="T12" fmla="*/ 12 w 120"/>
                  <a:gd name="T13" fmla="*/ 94 h 124"/>
                  <a:gd name="T14" fmla="*/ 12 w 120"/>
                  <a:gd name="T15" fmla="*/ 90 h 124"/>
                  <a:gd name="T16" fmla="*/ 16 w 120"/>
                  <a:gd name="T17" fmla="*/ 86 h 124"/>
                  <a:gd name="T18" fmla="*/ 16 w 120"/>
                  <a:gd name="T19" fmla="*/ 82 h 124"/>
                  <a:gd name="T20" fmla="*/ 16 w 120"/>
                  <a:gd name="T21" fmla="*/ 78 h 124"/>
                  <a:gd name="T22" fmla="*/ 16 w 120"/>
                  <a:gd name="T23" fmla="*/ 78 h 124"/>
                  <a:gd name="T24" fmla="*/ 20 w 120"/>
                  <a:gd name="T25" fmla="*/ 74 h 124"/>
                  <a:gd name="T26" fmla="*/ 20 w 120"/>
                  <a:gd name="T27" fmla="*/ 70 h 124"/>
                  <a:gd name="T28" fmla="*/ 20 w 120"/>
                  <a:gd name="T29" fmla="*/ 70 h 124"/>
                  <a:gd name="T30" fmla="*/ 20 w 120"/>
                  <a:gd name="T31" fmla="*/ 70 h 124"/>
                  <a:gd name="T32" fmla="*/ 20 w 120"/>
                  <a:gd name="T33" fmla="*/ 66 h 124"/>
                  <a:gd name="T34" fmla="*/ 28 w 120"/>
                  <a:gd name="T35" fmla="*/ 64 h 124"/>
                  <a:gd name="T36" fmla="*/ 28 w 120"/>
                  <a:gd name="T37" fmla="*/ 60 h 124"/>
                  <a:gd name="T38" fmla="*/ 30 w 120"/>
                  <a:gd name="T39" fmla="*/ 56 h 124"/>
                  <a:gd name="T40" fmla="*/ 34 w 120"/>
                  <a:gd name="T41" fmla="*/ 52 h 124"/>
                  <a:gd name="T42" fmla="*/ 34 w 120"/>
                  <a:gd name="T43" fmla="*/ 48 h 124"/>
                  <a:gd name="T44" fmla="*/ 34 w 120"/>
                  <a:gd name="T45" fmla="*/ 40 h 124"/>
                  <a:gd name="T46" fmla="*/ 34 w 120"/>
                  <a:gd name="T47" fmla="*/ 34 h 124"/>
                  <a:gd name="T48" fmla="*/ 38 w 120"/>
                  <a:gd name="T49" fmla="*/ 34 h 124"/>
                  <a:gd name="T50" fmla="*/ 38 w 120"/>
                  <a:gd name="T51" fmla="*/ 30 h 124"/>
                  <a:gd name="T52" fmla="*/ 38 w 120"/>
                  <a:gd name="T53" fmla="*/ 30 h 124"/>
                  <a:gd name="T54" fmla="*/ 42 w 120"/>
                  <a:gd name="T55" fmla="*/ 26 h 124"/>
                  <a:gd name="T56" fmla="*/ 42 w 120"/>
                  <a:gd name="T57" fmla="*/ 26 h 124"/>
                  <a:gd name="T58" fmla="*/ 46 w 120"/>
                  <a:gd name="T59" fmla="*/ 22 h 124"/>
                  <a:gd name="T60" fmla="*/ 50 w 120"/>
                  <a:gd name="T61" fmla="*/ 18 h 124"/>
                  <a:gd name="T62" fmla="*/ 54 w 120"/>
                  <a:gd name="T63" fmla="*/ 14 h 124"/>
                  <a:gd name="T64" fmla="*/ 54 w 120"/>
                  <a:gd name="T65" fmla="*/ 10 h 124"/>
                  <a:gd name="T66" fmla="*/ 54 w 120"/>
                  <a:gd name="T67" fmla="*/ 6 h 124"/>
                  <a:gd name="T68" fmla="*/ 58 w 120"/>
                  <a:gd name="T69" fmla="*/ 4 h 124"/>
                  <a:gd name="T70" fmla="*/ 58 w 120"/>
                  <a:gd name="T71" fmla="*/ 0 h 124"/>
                  <a:gd name="T72" fmla="*/ 102 w 120"/>
                  <a:gd name="T73" fmla="*/ 0 h 124"/>
                  <a:gd name="T74" fmla="*/ 106 w 120"/>
                  <a:gd name="T75" fmla="*/ 0 h 124"/>
                  <a:gd name="T76" fmla="*/ 120 w 120"/>
                  <a:gd name="T77" fmla="*/ 0 h 124"/>
                  <a:gd name="T78" fmla="*/ 120 w 120"/>
                  <a:gd name="T79" fmla="*/ 14 h 124"/>
                  <a:gd name="T80" fmla="*/ 120 w 120"/>
                  <a:gd name="T81" fmla="*/ 30 h 124"/>
                  <a:gd name="T82" fmla="*/ 106 w 120"/>
                  <a:gd name="T83" fmla="*/ 30 h 124"/>
                  <a:gd name="T84" fmla="*/ 102 w 120"/>
                  <a:gd name="T85" fmla="*/ 30 h 124"/>
                  <a:gd name="T86" fmla="*/ 84 w 120"/>
                  <a:gd name="T87" fmla="*/ 30 h 124"/>
                  <a:gd name="T88" fmla="*/ 72 w 120"/>
                  <a:gd name="T89" fmla="*/ 36 h 124"/>
                  <a:gd name="T90" fmla="*/ 72 w 120"/>
                  <a:gd name="T91" fmla="*/ 44 h 124"/>
                  <a:gd name="T92" fmla="*/ 72 w 120"/>
                  <a:gd name="T93" fmla="*/ 60 h 124"/>
                  <a:gd name="T94" fmla="*/ 72 w 120"/>
                  <a:gd name="T95" fmla="*/ 78 h 124"/>
                  <a:gd name="T96" fmla="*/ 64 w 120"/>
                  <a:gd name="T97" fmla="*/ 78 h 124"/>
                  <a:gd name="T98" fmla="*/ 60 w 120"/>
                  <a:gd name="T99" fmla="*/ 86 h 124"/>
                  <a:gd name="T100" fmla="*/ 58 w 120"/>
                  <a:gd name="T101" fmla="*/ 90 h 124"/>
                  <a:gd name="T102" fmla="*/ 58 w 120"/>
                  <a:gd name="T103" fmla="*/ 96 h 124"/>
                  <a:gd name="T104" fmla="*/ 60 w 120"/>
                  <a:gd name="T105" fmla="*/ 104 h 124"/>
                  <a:gd name="T106" fmla="*/ 46 w 120"/>
                  <a:gd name="T107" fmla="*/ 116 h 124"/>
                  <a:gd name="T108" fmla="*/ 34 w 120"/>
                  <a:gd name="T109" fmla="*/ 116 h 124"/>
                  <a:gd name="T110" fmla="*/ 20 w 120"/>
                  <a:gd name="T111" fmla="*/ 116 h 124"/>
                  <a:gd name="T112" fmla="*/ 4 w 120"/>
                  <a:gd name="T113" fmla="*/ 116 h 124"/>
                  <a:gd name="T114" fmla="*/ 0 w 120"/>
                  <a:gd name="T115" fmla="*/ 120 h 124"/>
                  <a:gd name="T116" fmla="*/ 0 w 120"/>
                  <a:gd name="T117"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20" h="124">
                    <a:moveTo>
                      <a:pt x="0" y="124"/>
                    </a:moveTo>
                    <a:lnTo>
                      <a:pt x="0" y="124"/>
                    </a:lnTo>
                    <a:lnTo>
                      <a:pt x="0" y="124"/>
                    </a:lnTo>
                    <a:lnTo>
                      <a:pt x="0" y="120"/>
                    </a:lnTo>
                    <a:lnTo>
                      <a:pt x="0" y="120"/>
                    </a:lnTo>
                    <a:lnTo>
                      <a:pt x="0" y="116"/>
                    </a:lnTo>
                    <a:lnTo>
                      <a:pt x="0" y="112"/>
                    </a:lnTo>
                    <a:lnTo>
                      <a:pt x="0" y="112"/>
                    </a:lnTo>
                    <a:lnTo>
                      <a:pt x="0" y="112"/>
                    </a:lnTo>
                    <a:lnTo>
                      <a:pt x="4" y="112"/>
                    </a:lnTo>
                    <a:lnTo>
                      <a:pt x="4" y="108"/>
                    </a:lnTo>
                    <a:lnTo>
                      <a:pt x="4" y="108"/>
                    </a:lnTo>
                    <a:lnTo>
                      <a:pt x="4" y="108"/>
                    </a:lnTo>
                    <a:lnTo>
                      <a:pt x="4" y="104"/>
                    </a:lnTo>
                    <a:lnTo>
                      <a:pt x="4" y="104"/>
                    </a:lnTo>
                    <a:lnTo>
                      <a:pt x="4" y="104"/>
                    </a:lnTo>
                    <a:lnTo>
                      <a:pt x="4" y="100"/>
                    </a:lnTo>
                    <a:lnTo>
                      <a:pt x="8" y="96"/>
                    </a:lnTo>
                    <a:lnTo>
                      <a:pt x="8" y="96"/>
                    </a:lnTo>
                    <a:lnTo>
                      <a:pt x="8" y="96"/>
                    </a:lnTo>
                    <a:lnTo>
                      <a:pt x="8" y="96"/>
                    </a:lnTo>
                    <a:lnTo>
                      <a:pt x="8" y="96"/>
                    </a:lnTo>
                    <a:lnTo>
                      <a:pt x="8" y="96"/>
                    </a:lnTo>
                    <a:lnTo>
                      <a:pt x="12" y="96"/>
                    </a:lnTo>
                    <a:lnTo>
                      <a:pt x="12" y="96"/>
                    </a:lnTo>
                    <a:lnTo>
                      <a:pt x="12" y="94"/>
                    </a:lnTo>
                    <a:lnTo>
                      <a:pt x="12" y="94"/>
                    </a:lnTo>
                    <a:lnTo>
                      <a:pt x="12" y="94"/>
                    </a:lnTo>
                    <a:lnTo>
                      <a:pt x="12" y="90"/>
                    </a:lnTo>
                    <a:lnTo>
                      <a:pt x="12" y="90"/>
                    </a:lnTo>
                    <a:lnTo>
                      <a:pt x="12" y="90"/>
                    </a:lnTo>
                    <a:lnTo>
                      <a:pt x="12" y="90"/>
                    </a:lnTo>
                    <a:lnTo>
                      <a:pt x="12" y="90"/>
                    </a:lnTo>
                    <a:lnTo>
                      <a:pt x="12" y="86"/>
                    </a:lnTo>
                    <a:lnTo>
                      <a:pt x="12" y="86"/>
                    </a:lnTo>
                    <a:lnTo>
                      <a:pt x="16" y="86"/>
                    </a:lnTo>
                    <a:lnTo>
                      <a:pt x="16" y="86"/>
                    </a:lnTo>
                    <a:lnTo>
                      <a:pt x="16" y="86"/>
                    </a:lnTo>
                    <a:lnTo>
                      <a:pt x="16" y="86"/>
                    </a:lnTo>
                    <a:lnTo>
                      <a:pt x="16" y="82"/>
                    </a:lnTo>
                    <a:lnTo>
                      <a:pt x="16" y="82"/>
                    </a:lnTo>
                    <a:lnTo>
                      <a:pt x="16" y="82"/>
                    </a:lnTo>
                    <a:lnTo>
                      <a:pt x="16" y="78"/>
                    </a:lnTo>
                    <a:lnTo>
                      <a:pt x="16" y="78"/>
                    </a:lnTo>
                    <a:lnTo>
                      <a:pt x="16" y="78"/>
                    </a:lnTo>
                    <a:lnTo>
                      <a:pt x="16" y="78"/>
                    </a:lnTo>
                    <a:lnTo>
                      <a:pt x="16" y="78"/>
                    </a:lnTo>
                    <a:lnTo>
                      <a:pt x="16" y="78"/>
                    </a:lnTo>
                    <a:lnTo>
                      <a:pt x="16" y="74"/>
                    </a:lnTo>
                    <a:lnTo>
                      <a:pt x="16" y="74"/>
                    </a:lnTo>
                    <a:lnTo>
                      <a:pt x="20" y="74"/>
                    </a:lnTo>
                    <a:lnTo>
                      <a:pt x="20" y="74"/>
                    </a:lnTo>
                    <a:lnTo>
                      <a:pt x="20" y="74"/>
                    </a:lnTo>
                    <a:lnTo>
                      <a:pt x="20" y="70"/>
                    </a:lnTo>
                    <a:lnTo>
                      <a:pt x="20" y="70"/>
                    </a:lnTo>
                    <a:lnTo>
                      <a:pt x="20" y="70"/>
                    </a:lnTo>
                    <a:lnTo>
                      <a:pt x="20" y="66"/>
                    </a:lnTo>
                    <a:lnTo>
                      <a:pt x="20" y="70"/>
                    </a:lnTo>
                    <a:lnTo>
                      <a:pt x="20" y="70"/>
                    </a:lnTo>
                    <a:lnTo>
                      <a:pt x="20" y="70"/>
                    </a:lnTo>
                    <a:lnTo>
                      <a:pt x="20" y="70"/>
                    </a:lnTo>
                    <a:lnTo>
                      <a:pt x="20" y="70"/>
                    </a:lnTo>
                    <a:lnTo>
                      <a:pt x="16" y="74"/>
                    </a:lnTo>
                    <a:lnTo>
                      <a:pt x="20" y="70"/>
                    </a:lnTo>
                    <a:lnTo>
                      <a:pt x="20" y="70"/>
                    </a:lnTo>
                    <a:lnTo>
                      <a:pt x="20" y="70"/>
                    </a:lnTo>
                    <a:lnTo>
                      <a:pt x="20" y="66"/>
                    </a:lnTo>
                    <a:lnTo>
                      <a:pt x="20" y="66"/>
                    </a:lnTo>
                    <a:lnTo>
                      <a:pt x="24" y="66"/>
                    </a:lnTo>
                    <a:lnTo>
                      <a:pt x="24" y="64"/>
                    </a:lnTo>
                    <a:lnTo>
                      <a:pt x="24" y="64"/>
                    </a:lnTo>
                    <a:lnTo>
                      <a:pt x="28" y="64"/>
                    </a:lnTo>
                    <a:lnTo>
                      <a:pt x="28" y="60"/>
                    </a:lnTo>
                    <a:lnTo>
                      <a:pt x="28" y="60"/>
                    </a:lnTo>
                    <a:lnTo>
                      <a:pt x="28" y="60"/>
                    </a:lnTo>
                    <a:lnTo>
                      <a:pt x="28" y="60"/>
                    </a:lnTo>
                    <a:lnTo>
                      <a:pt x="28" y="60"/>
                    </a:lnTo>
                    <a:lnTo>
                      <a:pt x="28" y="60"/>
                    </a:lnTo>
                    <a:lnTo>
                      <a:pt x="30" y="56"/>
                    </a:lnTo>
                    <a:lnTo>
                      <a:pt x="30" y="56"/>
                    </a:lnTo>
                    <a:lnTo>
                      <a:pt x="30" y="56"/>
                    </a:lnTo>
                    <a:lnTo>
                      <a:pt x="30" y="56"/>
                    </a:lnTo>
                    <a:lnTo>
                      <a:pt x="30" y="56"/>
                    </a:lnTo>
                    <a:lnTo>
                      <a:pt x="34" y="52"/>
                    </a:lnTo>
                    <a:lnTo>
                      <a:pt x="34" y="48"/>
                    </a:lnTo>
                    <a:lnTo>
                      <a:pt x="34" y="48"/>
                    </a:lnTo>
                    <a:lnTo>
                      <a:pt x="34" y="48"/>
                    </a:lnTo>
                    <a:lnTo>
                      <a:pt x="34" y="48"/>
                    </a:lnTo>
                    <a:lnTo>
                      <a:pt x="34" y="44"/>
                    </a:lnTo>
                    <a:lnTo>
                      <a:pt x="34" y="44"/>
                    </a:lnTo>
                    <a:lnTo>
                      <a:pt x="34" y="40"/>
                    </a:lnTo>
                    <a:lnTo>
                      <a:pt x="34" y="40"/>
                    </a:lnTo>
                    <a:lnTo>
                      <a:pt x="34" y="40"/>
                    </a:lnTo>
                    <a:lnTo>
                      <a:pt x="34" y="36"/>
                    </a:lnTo>
                    <a:lnTo>
                      <a:pt x="34" y="36"/>
                    </a:lnTo>
                    <a:lnTo>
                      <a:pt x="34" y="34"/>
                    </a:lnTo>
                    <a:lnTo>
                      <a:pt x="38" y="34"/>
                    </a:lnTo>
                    <a:lnTo>
                      <a:pt x="38" y="34"/>
                    </a:lnTo>
                    <a:lnTo>
                      <a:pt x="38" y="34"/>
                    </a:lnTo>
                    <a:lnTo>
                      <a:pt x="38" y="34"/>
                    </a:lnTo>
                    <a:lnTo>
                      <a:pt x="38" y="34"/>
                    </a:lnTo>
                    <a:lnTo>
                      <a:pt x="38" y="30"/>
                    </a:lnTo>
                    <a:lnTo>
                      <a:pt x="38" y="30"/>
                    </a:lnTo>
                    <a:lnTo>
                      <a:pt x="38" y="30"/>
                    </a:lnTo>
                    <a:lnTo>
                      <a:pt x="38" y="30"/>
                    </a:lnTo>
                    <a:lnTo>
                      <a:pt x="38" y="30"/>
                    </a:lnTo>
                    <a:lnTo>
                      <a:pt x="38" y="30"/>
                    </a:lnTo>
                    <a:lnTo>
                      <a:pt x="38" y="30"/>
                    </a:lnTo>
                    <a:lnTo>
                      <a:pt x="38" y="26"/>
                    </a:lnTo>
                    <a:lnTo>
                      <a:pt x="38" y="26"/>
                    </a:lnTo>
                    <a:lnTo>
                      <a:pt x="38" y="26"/>
                    </a:lnTo>
                    <a:lnTo>
                      <a:pt x="42" y="26"/>
                    </a:lnTo>
                    <a:lnTo>
                      <a:pt x="42" y="26"/>
                    </a:lnTo>
                    <a:lnTo>
                      <a:pt x="42" y="26"/>
                    </a:lnTo>
                    <a:lnTo>
                      <a:pt x="42" y="26"/>
                    </a:lnTo>
                    <a:lnTo>
                      <a:pt x="42" y="26"/>
                    </a:lnTo>
                    <a:lnTo>
                      <a:pt x="42" y="22"/>
                    </a:lnTo>
                    <a:lnTo>
                      <a:pt x="42" y="22"/>
                    </a:lnTo>
                    <a:lnTo>
                      <a:pt x="46" y="22"/>
                    </a:lnTo>
                    <a:lnTo>
                      <a:pt x="46" y="22"/>
                    </a:lnTo>
                    <a:lnTo>
                      <a:pt x="46" y="22"/>
                    </a:lnTo>
                    <a:lnTo>
                      <a:pt x="50" y="18"/>
                    </a:lnTo>
                    <a:lnTo>
                      <a:pt x="50" y="18"/>
                    </a:lnTo>
                    <a:lnTo>
                      <a:pt x="50" y="18"/>
                    </a:lnTo>
                    <a:lnTo>
                      <a:pt x="50" y="18"/>
                    </a:lnTo>
                    <a:lnTo>
                      <a:pt x="54" y="18"/>
                    </a:lnTo>
                    <a:lnTo>
                      <a:pt x="54" y="14"/>
                    </a:lnTo>
                    <a:lnTo>
                      <a:pt x="54" y="14"/>
                    </a:lnTo>
                    <a:lnTo>
                      <a:pt x="54" y="14"/>
                    </a:lnTo>
                    <a:lnTo>
                      <a:pt x="54" y="10"/>
                    </a:lnTo>
                    <a:lnTo>
                      <a:pt x="54" y="10"/>
                    </a:lnTo>
                    <a:lnTo>
                      <a:pt x="54" y="10"/>
                    </a:lnTo>
                    <a:lnTo>
                      <a:pt x="54" y="10"/>
                    </a:lnTo>
                    <a:lnTo>
                      <a:pt x="54" y="10"/>
                    </a:lnTo>
                    <a:lnTo>
                      <a:pt x="54" y="10"/>
                    </a:lnTo>
                    <a:lnTo>
                      <a:pt x="54" y="6"/>
                    </a:lnTo>
                    <a:lnTo>
                      <a:pt x="54" y="6"/>
                    </a:lnTo>
                    <a:lnTo>
                      <a:pt x="54" y="6"/>
                    </a:lnTo>
                    <a:lnTo>
                      <a:pt x="58" y="6"/>
                    </a:lnTo>
                    <a:lnTo>
                      <a:pt x="58" y="4"/>
                    </a:lnTo>
                    <a:lnTo>
                      <a:pt x="58" y="4"/>
                    </a:lnTo>
                    <a:lnTo>
                      <a:pt x="58" y="0"/>
                    </a:lnTo>
                    <a:lnTo>
                      <a:pt x="58" y="0"/>
                    </a:lnTo>
                    <a:lnTo>
                      <a:pt x="58" y="0"/>
                    </a:lnTo>
                    <a:lnTo>
                      <a:pt x="60" y="0"/>
                    </a:lnTo>
                    <a:lnTo>
                      <a:pt x="98" y="0"/>
                    </a:lnTo>
                    <a:lnTo>
                      <a:pt x="102" y="0"/>
                    </a:lnTo>
                    <a:lnTo>
                      <a:pt x="102" y="0"/>
                    </a:lnTo>
                    <a:lnTo>
                      <a:pt x="102" y="0"/>
                    </a:lnTo>
                    <a:lnTo>
                      <a:pt x="102" y="0"/>
                    </a:lnTo>
                    <a:lnTo>
                      <a:pt x="102" y="0"/>
                    </a:lnTo>
                    <a:lnTo>
                      <a:pt x="106" y="0"/>
                    </a:lnTo>
                    <a:lnTo>
                      <a:pt x="106" y="0"/>
                    </a:lnTo>
                    <a:lnTo>
                      <a:pt x="114" y="0"/>
                    </a:lnTo>
                    <a:lnTo>
                      <a:pt x="114" y="0"/>
                    </a:lnTo>
                    <a:lnTo>
                      <a:pt x="120" y="0"/>
                    </a:lnTo>
                    <a:lnTo>
                      <a:pt x="120" y="4"/>
                    </a:lnTo>
                    <a:lnTo>
                      <a:pt x="120" y="4"/>
                    </a:lnTo>
                    <a:lnTo>
                      <a:pt x="120" y="6"/>
                    </a:lnTo>
                    <a:lnTo>
                      <a:pt x="120" y="14"/>
                    </a:lnTo>
                    <a:lnTo>
                      <a:pt x="120" y="14"/>
                    </a:lnTo>
                    <a:lnTo>
                      <a:pt x="120" y="22"/>
                    </a:lnTo>
                    <a:lnTo>
                      <a:pt x="120" y="30"/>
                    </a:lnTo>
                    <a:lnTo>
                      <a:pt x="120" y="30"/>
                    </a:lnTo>
                    <a:lnTo>
                      <a:pt x="120" y="30"/>
                    </a:lnTo>
                    <a:lnTo>
                      <a:pt x="110" y="30"/>
                    </a:lnTo>
                    <a:lnTo>
                      <a:pt x="110" y="30"/>
                    </a:lnTo>
                    <a:lnTo>
                      <a:pt x="106" y="30"/>
                    </a:lnTo>
                    <a:lnTo>
                      <a:pt x="106" y="30"/>
                    </a:lnTo>
                    <a:lnTo>
                      <a:pt x="102" y="30"/>
                    </a:lnTo>
                    <a:lnTo>
                      <a:pt x="102" y="30"/>
                    </a:lnTo>
                    <a:lnTo>
                      <a:pt x="102" y="30"/>
                    </a:lnTo>
                    <a:lnTo>
                      <a:pt x="102" y="30"/>
                    </a:lnTo>
                    <a:lnTo>
                      <a:pt x="94" y="30"/>
                    </a:lnTo>
                    <a:lnTo>
                      <a:pt x="90" y="30"/>
                    </a:lnTo>
                    <a:lnTo>
                      <a:pt x="84" y="30"/>
                    </a:lnTo>
                    <a:lnTo>
                      <a:pt x="80" y="30"/>
                    </a:lnTo>
                    <a:lnTo>
                      <a:pt x="72" y="30"/>
                    </a:lnTo>
                    <a:lnTo>
                      <a:pt x="72" y="36"/>
                    </a:lnTo>
                    <a:lnTo>
                      <a:pt x="72" y="36"/>
                    </a:lnTo>
                    <a:lnTo>
                      <a:pt x="72" y="36"/>
                    </a:lnTo>
                    <a:lnTo>
                      <a:pt x="72" y="44"/>
                    </a:lnTo>
                    <a:lnTo>
                      <a:pt x="72" y="44"/>
                    </a:lnTo>
                    <a:lnTo>
                      <a:pt x="72" y="44"/>
                    </a:lnTo>
                    <a:lnTo>
                      <a:pt x="72" y="52"/>
                    </a:lnTo>
                    <a:lnTo>
                      <a:pt x="72" y="52"/>
                    </a:lnTo>
                    <a:lnTo>
                      <a:pt x="72" y="52"/>
                    </a:lnTo>
                    <a:lnTo>
                      <a:pt x="72" y="60"/>
                    </a:lnTo>
                    <a:lnTo>
                      <a:pt x="72" y="60"/>
                    </a:lnTo>
                    <a:lnTo>
                      <a:pt x="72" y="66"/>
                    </a:lnTo>
                    <a:lnTo>
                      <a:pt x="72" y="70"/>
                    </a:lnTo>
                    <a:lnTo>
                      <a:pt x="72" y="78"/>
                    </a:lnTo>
                    <a:lnTo>
                      <a:pt x="72" y="78"/>
                    </a:lnTo>
                    <a:lnTo>
                      <a:pt x="72" y="78"/>
                    </a:lnTo>
                    <a:lnTo>
                      <a:pt x="68" y="78"/>
                    </a:lnTo>
                    <a:lnTo>
                      <a:pt x="64" y="78"/>
                    </a:lnTo>
                    <a:lnTo>
                      <a:pt x="64" y="78"/>
                    </a:lnTo>
                    <a:lnTo>
                      <a:pt x="64" y="82"/>
                    </a:lnTo>
                    <a:lnTo>
                      <a:pt x="64" y="82"/>
                    </a:lnTo>
                    <a:lnTo>
                      <a:pt x="60" y="86"/>
                    </a:lnTo>
                    <a:lnTo>
                      <a:pt x="58" y="86"/>
                    </a:lnTo>
                    <a:lnTo>
                      <a:pt x="58" y="86"/>
                    </a:lnTo>
                    <a:lnTo>
                      <a:pt x="58" y="90"/>
                    </a:lnTo>
                    <a:lnTo>
                      <a:pt x="58" y="90"/>
                    </a:lnTo>
                    <a:lnTo>
                      <a:pt x="58" y="94"/>
                    </a:lnTo>
                    <a:lnTo>
                      <a:pt x="58" y="94"/>
                    </a:lnTo>
                    <a:lnTo>
                      <a:pt x="58" y="94"/>
                    </a:lnTo>
                    <a:lnTo>
                      <a:pt x="58" y="96"/>
                    </a:lnTo>
                    <a:lnTo>
                      <a:pt x="58" y="96"/>
                    </a:lnTo>
                    <a:lnTo>
                      <a:pt x="58" y="100"/>
                    </a:lnTo>
                    <a:lnTo>
                      <a:pt x="58" y="100"/>
                    </a:lnTo>
                    <a:lnTo>
                      <a:pt x="60" y="104"/>
                    </a:lnTo>
                    <a:lnTo>
                      <a:pt x="60" y="112"/>
                    </a:lnTo>
                    <a:lnTo>
                      <a:pt x="60" y="116"/>
                    </a:lnTo>
                    <a:lnTo>
                      <a:pt x="54" y="116"/>
                    </a:lnTo>
                    <a:lnTo>
                      <a:pt x="46" y="116"/>
                    </a:lnTo>
                    <a:lnTo>
                      <a:pt x="42" y="116"/>
                    </a:lnTo>
                    <a:lnTo>
                      <a:pt x="42" y="116"/>
                    </a:lnTo>
                    <a:lnTo>
                      <a:pt x="38" y="116"/>
                    </a:lnTo>
                    <a:lnTo>
                      <a:pt x="34" y="116"/>
                    </a:lnTo>
                    <a:lnTo>
                      <a:pt x="30" y="116"/>
                    </a:lnTo>
                    <a:lnTo>
                      <a:pt x="28" y="116"/>
                    </a:lnTo>
                    <a:lnTo>
                      <a:pt x="20" y="116"/>
                    </a:lnTo>
                    <a:lnTo>
                      <a:pt x="20" y="116"/>
                    </a:lnTo>
                    <a:lnTo>
                      <a:pt x="16" y="116"/>
                    </a:lnTo>
                    <a:lnTo>
                      <a:pt x="16" y="116"/>
                    </a:lnTo>
                    <a:lnTo>
                      <a:pt x="8" y="116"/>
                    </a:lnTo>
                    <a:lnTo>
                      <a:pt x="4" y="116"/>
                    </a:lnTo>
                    <a:lnTo>
                      <a:pt x="4" y="116"/>
                    </a:lnTo>
                    <a:lnTo>
                      <a:pt x="4" y="120"/>
                    </a:lnTo>
                    <a:lnTo>
                      <a:pt x="0" y="120"/>
                    </a:lnTo>
                    <a:lnTo>
                      <a:pt x="0" y="120"/>
                    </a:lnTo>
                    <a:lnTo>
                      <a:pt x="0" y="124"/>
                    </a:lnTo>
                    <a:lnTo>
                      <a:pt x="0" y="124"/>
                    </a:lnTo>
                    <a:lnTo>
                      <a:pt x="0" y="124"/>
                    </a:lnTo>
                    <a:lnTo>
                      <a:pt x="0" y="124"/>
                    </a:lnTo>
                    <a:lnTo>
                      <a:pt x="0" y="1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2" name="Freeform 176"/>
              <p:cNvSpPr>
                <a:spLocks/>
              </p:cNvSpPr>
              <p:nvPr/>
            </p:nvSpPr>
            <p:spPr bwMode="gray">
              <a:xfrm>
                <a:off x="5335650" y="4763184"/>
                <a:ext cx="292196" cy="299151"/>
              </a:xfrm>
              <a:custGeom>
                <a:avLst/>
                <a:gdLst>
                  <a:gd name="T0" fmla="*/ 120 w 168"/>
                  <a:gd name="T1" fmla="*/ 130 h 172"/>
                  <a:gd name="T2" fmla="*/ 108 w 168"/>
                  <a:gd name="T3" fmla="*/ 130 h 172"/>
                  <a:gd name="T4" fmla="*/ 98 w 168"/>
                  <a:gd name="T5" fmla="*/ 138 h 172"/>
                  <a:gd name="T6" fmla="*/ 90 w 168"/>
                  <a:gd name="T7" fmla="*/ 148 h 172"/>
                  <a:gd name="T8" fmla="*/ 84 w 168"/>
                  <a:gd name="T9" fmla="*/ 160 h 172"/>
                  <a:gd name="T10" fmla="*/ 72 w 168"/>
                  <a:gd name="T11" fmla="*/ 168 h 172"/>
                  <a:gd name="T12" fmla="*/ 60 w 168"/>
                  <a:gd name="T13" fmla="*/ 168 h 172"/>
                  <a:gd name="T14" fmla="*/ 54 w 168"/>
                  <a:gd name="T15" fmla="*/ 168 h 172"/>
                  <a:gd name="T16" fmla="*/ 42 w 168"/>
                  <a:gd name="T17" fmla="*/ 160 h 172"/>
                  <a:gd name="T18" fmla="*/ 28 w 168"/>
                  <a:gd name="T19" fmla="*/ 164 h 172"/>
                  <a:gd name="T20" fmla="*/ 8 w 168"/>
                  <a:gd name="T21" fmla="*/ 148 h 172"/>
                  <a:gd name="T22" fmla="*/ 4 w 168"/>
                  <a:gd name="T23" fmla="*/ 138 h 172"/>
                  <a:gd name="T24" fmla="*/ 0 w 168"/>
                  <a:gd name="T25" fmla="*/ 116 h 172"/>
                  <a:gd name="T26" fmla="*/ 0 w 168"/>
                  <a:gd name="T27" fmla="*/ 96 h 172"/>
                  <a:gd name="T28" fmla="*/ 16 w 168"/>
                  <a:gd name="T29" fmla="*/ 82 h 172"/>
                  <a:gd name="T30" fmla="*/ 30 w 168"/>
                  <a:gd name="T31" fmla="*/ 82 h 172"/>
                  <a:gd name="T32" fmla="*/ 30 w 168"/>
                  <a:gd name="T33" fmla="*/ 62 h 172"/>
                  <a:gd name="T34" fmla="*/ 30 w 168"/>
                  <a:gd name="T35" fmla="*/ 48 h 172"/>
                  <a:gd name="T36" fmla="*/ 38 w 168"/>
                  <a:gd name="T37" fmla="*/ 48 h 172"/>
                  <a:gd name="T38" fmla="*/ 42 w 168"/>
                  <a:gd name="T39" fmla="*/ 56 h 172"/>
                  <a:gd name="T40" fmla="*/ 50 w 168"/>
                  <a:gd name="T41" fmla="*/ 60 h 172"/>
                  <a:gd name="T42" fmla="*/ 64 w 168"/>
                  <a:gd name="T43" fmla="*/ 62 h 172"/>
                  <a:gd name="T44" fmla="*/ 76 w 168"/>
                  <a:gd name="T45" fmla="*/ 60 h 172"/>
                  <a:gd name="T46" fmla="*/ 84 w 168"/>
                  <a:gd name="T47" fmla="*/ 70 h 172"/>
                  <a:gd name="T48" fmla="*/ 94 w 168"/>
                  <a:gd name="T49" fmla="*/ 78 h 172"/>
                  <a:gd name="T50" fmla="*/ 102 w 168"/>
                  <a:gd name="T51" fmla="*/ 90 h 172"/>
                  <a:gd name="T52" fmla="*/ 112 w 168"/>
                  <a:gd name="T53" fmla="*/ 90 h 172"/>
                  <a:gd name="T54" fmla="*/ 112 w 168"/>
                  <a:gd name="T55" fmla="*/ 78 h 172"/>
                  <a:gd name="T56" fmla="*/ 108 w 168"/>
                  <a:gd name="T57" fmla="*/ 70 h 172"/>
                  <a:gd name="T58" fmla="*/ 98 w 168"/>
                  <a:gd name="T59" fmla="*/ 66 h 172"/>
                  <a:gd name="T60" fmla="*/ 94 w 168"/>
                  <a:gd name="T61" fmla="*/ 56 h 172"/>
                  <a:gd name="T62" fmla="*/ 98 w 168"/>
                  <a:gd name="T63" fmla="*/ 44 h 172"/>
                  <a:gd name="T64" fmla="*/ 98 w 168"/>
                  <a:gd name="T65" fmla="*/ 30 h 172"/>
                  <a:gd name="T66" fmla="*/ 98 w 168"/>
                  <a:gd name="T67" fmla="*/ 14 h 172"/>
                  <a:gd name="T68" fmla="*/ 102 w 168"/>
                  <a:gd name="T69" fmla="*/ 4 h 172"/>
                  <a:gd name="T70" fmla="*/ 120 w 168"/>
                  <a:gd name="T71" fmla="*/ 0 h 172"/>
                  <a:gd name="T72" fmla="*/ 128 w 168"/>
                  <a:gd name="T73" fmla="*/ 6 h 172"/>
                  <a:gd name="T74" fmla="*/ 142 w 168"/>
                  <a:gd name="T75" fmla="*/ 10 h 172"/>
                  <a:gd name="T76" fmla="*/ 150 w 168"/>
                  <a:gd name="T77" fmla="*/ 18 h 172"/>
                  <a:gd name="T78" fmla="*/ 162 w 168"/>
                  <a:gd name="T79" fmla="*/ 26 h 172"/>
                  <a:gd name="T80" fmla="*/ 162 w 168"/>
                  <a:gd name="T81" fmla="*/ 32 h 172"/>
                  <a:gd name="T82" fmla="*/ 166 w 168"/>
                  <a:gd name="T83" fmla="*/ 44 h 172"/>
                  <a:gd name="T84" fmla="*/ 166 w 168"/>
                  <a:gd name="T85" fmla="*/ 52 h 172"/>
                  <a:gd name="T86" fmla="*/ 162 w 168"/>
                  <a:gd name="T87" fmla="*/ 66 h 172"/>
                  <a:gd name="T88" fmla="*/ 158 w 168"/>
                  <a:gd name="T89" fmla="*/ 74 h 172"/>
                  <a:gd name="T90" fmla="*/ 158 w 168"/>
                  <a:gd name="T91" fmla="*/ 90 h 172"/>
                  <a:gd name="T92" fmla="*/ 158 w 168"/>
                  <a:gd name="T93" fmla="*/ 100 h 172"/>
                  <a:gd name="T94" fmla="*/ 146 w 168"/>
                  <a:gd name="T95" fmla="*/ 108 h 172"/>
                  <a:gd name="T96" fmla="*/ 136 w 168"/>
                  <a:gd name="T97" fmla="*/ 112 h 172"/>
                  <a:gd name="T98" fmla="*/ 124 w 168"/>
                  <a:gd name="T99" fmla="*/ 116 h 172"/>
                  <a:gd name="T100" fmla="*/ 120 w 168"/>
                  <a:gd name="T101" fmla="*/ 118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68" h="172">
                    <a:moveTo>
                      <a:pt x="120" y="118"/>
                    </a:moveTo>
                    <a:lnTo>
                      <a:pt x="120" y="122"/>
                    </a:lnTo>
                    <a:lnTo>
                      <a:pt x="120" y="126"/>
                    </a:lnTo>
                    <a:lnTo>
                      <a:pt x="120" y="130"/>
                    </a:lnTo>
                    <a:lnTo>
                      <a:pt x="116" y="130"/>
                    </a:lnTo>
                    <a:lnTo>
                      <a:pt x="112" y="126"/>
                    </a:lnTo>
                    <a:lnTo>
                      <a:pt x="112" y="130"/>
                    </a:lnTo>
                    <a:lnTo>
                      <a:pt x="108" y="130"/>
                    </a:lnTo>
                    <a:lnTo>
                      <a:pt x="104" y="130"/>
                    </a:lnTo>
                    <a:lnTo>
                      <a:pt x="102" y="134"/>
                    </a:lnTo>
                    <a:lnTo>
                      <a:pt x="102" y="138"/>
                    </a:lnTo>
                    <a:lnTo>
                      <a:pt x="98" y="138"/>
                    </a:lnTo>
                    <a:lnTo>
                      <a:pt x="98" y="142"/>
                    </a:lnTo>
                    <a:lnTo>
                      <a:pt x="98" y="146"/>
                    </a:lnTo>
                    <a:lnTo>
                      <a:pt x="94" y="146"/>
                    </a:lnTo>
                    <a:lnTo>
                      <a:pt x="90" y="148"/>
                    </a:lnTo>
                    <a:lnTo>
                      <a:pt x="88" y="148"/>
                    </a:lnTo>
                    <a:lnTo>
                      <a:pt x="88" y="152"/>
                    </a:lnTo>
                    <a:lnTo>
                      <a:pt x="84" y="156"/>
                    </a:lnTo>
                    <a:lnTo>
                      <a:pt x="84" y="160"/>
                    </a:lnTo>
                    <a:lnTo>
                      <a:pt x="80" y="160"/>
                    </a:lnTo>
                    <a:lnTo>
                      <a:pt x="80" y="164"/>
                    </a:lnTo>
                    <a:lnTo>
                      <a:pt x="76" y="168"/>
                    </a:lnTo>
                    <a:lnTo>
                      <a:pt x="72" y="168"/>
                    </a:lnTo>
                    <a:lnTo>
                      <a:pt x="72" y="172"/>
                    </a:lnTo>
                    <a:lnTo>
                      <a:pt x="68" y="172"/>
                    </a:lnTo>
                    <a:lnTo>
                      <a:pt x="64" y="168"/>
                    </a:lnTo>
                    <a:lnTo>
                      <a:pt x="60" y="168"/>
                    </a:lnTo>
                    <a:lnTo>
                      <a:pt x="60" y="172"/>
                    </a:lnTo>
                    <a:lnTo>
                      <a:pt x="58" y="172"/>
                    </a:lnTo>
                    <a:lnTo>
                      <a:pt x="58" y="168"/>
                    </a:lnTo>
                    <a:lnTo>
                      <a:pt x="54" y="168"/>
                    </a:lnTo>
                    <a:lnTo>
                      <a:pt x="50" y="168"/>
                    </a:lnTo>
                    <a:lnTo>
                      <a:pt x="46" y="164"/>
                    </a:lnTo>
                    <a:lnTo>
                      <a:pt x="46" y="160"/>
                    </a:lnTo>
                    <a:lnTo>
                      <a:pt x="42" y="160"/>
                    </a:lnTo>
                    <a:lnTo>
                      <a:pt x="38" y="160"/>
                    </a:lnTo>
                    <a:lnTo>
                      <a:pt x="34" y="160"/>
                    </a:lnTo>
                    <a:lnTo>
                      <a:pt x="30" y="160"/>
                    </a:lnTo>
                    <a:lnTo>
                      <a:pt x="28" y="164"/>
                    </a:lnTo>
                    <a:lnTo>
                      <a:pt x="24" y="164"/>
                    </a:lnTo>
                    <a:lnTo>
                      <a:pt x="20" y="160"/>
                    </a:lnTo>
                    <a:lnTo>
                      <a:pt x="12" y="152"/>
                    </a:lnTo>
                    <a:lnTo>
                      <a:pt x="8" y="148"/>
                    </a:lnTo>
                    <a:lnTo>
                      <a:pt x="8" y="146"/>
                    </a:lnTo>
                    <a:lnTo>
                      <a:pt x="4" y="146"/>
                    </a:lnTo>
                    <a:lnTo>
                      <a:pt x="4" y="142"/>
                    </a:lnTo>
                    <a:lnTo>
                      <a:pt x="4" y="138"/>
                    </a:lnTo>
                    <a:lnTo>
                      <a:pt x="0" y="138"/>
                    </a:lnTo>
                    <a:lnTo>
                      <a:pt x="0" y="134"/>
                    </a:lnTo>
                    <a:lnTo>
                      <a:pt x="0" y="126"/>
                    </a:lnTo>
                    <a:lnTo>
                      <a:pt x="0" y="116"/>
                    </a:lnTo>
                    <a:lnTo>
                      <a:pt x="0" y="112"/>
                    </a:lnTo>
                    <a:lnTo>
                      <a:pt x="0" y="108"/>
                    </a:lnTo>
                    <a:lnTo>
                      <a:pt x="0" y="100"/>
                    </a:lnTo>
                    <a:lnTo>
                      <a:pt x="0" y="96"/>
                    </a:lnTo>
                    <a:lnTo>
                      <a:pt x="0" y="90"/>
                    </a:lnTo>
                    <a:lnTo>
                      <a:pt x="0" y="82"/>
                    </a:lnTo>
                    <a:lnTo>
                      <a:pt x="8" y="82"/>
                    </a:lnTo>
                    <a:lnTo>
                      <a:pt x="16" y="82"/>
                    </a:lnTo>
                    <a:lnTo>
                      <a:pt x="20" y="82"/>
                    </a:lnTo>
                    <a:lnTo>
                      <a:pt x="24" y="82"/>
                    </a:lnTo>
                    <a:lnTo>
                      <a:pt x="28" y="82"/>
                    </a:lnTo>
                    <a:lnTo>
                      <a:pt x="30" y="82"/>
                    </a:lnTo>
                    <a:lnTo>
                      <a:pt x="30" y="78"/>
                    </a:lnTo>
                    <a:lnTo>
                      <a:pt x="30" y="74"/>
                    </a:lnTo>
                    <a:lnTo>
                      <a:pt x="30" y="70"/>
                    </a:lnTo>
                    <a:lnTo>
                      <a:pt x="30" y="62"/>
                    </a:lnTo>
                    <a:lnTo>
                      <a:pt x="30" y="60"/>
                    </a:lnTo>
                    <a:lnTo>
                      <a:pt x="30" y="56"/>
                    </a:lnTo>
                    <a:lnTo>
                      <a:pt x="30" y="52"/>
                    </a:lnTo>
                    <a:lnTo>
                      <a:pt x="30" y="48"/>
                    </a:lnTo>
                    <a:lnTo>
                      <a:pt x="30" y="44"/>
                    </a:lnTo>
                    <a:lnTo>
                      <a:pt x="30" y="48"/>
                    </a:lnTo>
                    <a:lnTo>
                      <a:pt x="34" y="48"/>
                    </a:lnTo>
                    <a:lnTo>
                      <a:pt x="38" y="48"/>
                    </a:lnTo>
                    <a:lnTo>
                      <a:pt x="38" y="52"/>
                    </a:lnTo>
                    <a:lnTo>
                      <a:pt x="34" y="56"/>
                    </a:lnTo>
                    <a:lnTo>
                      <a:pt x="38" y="56"/>
                    </a:lnTo>
                    <a:lnTo>
                      <a:pt x="42" y="56"/>
                    </a:lnTo>
                    <a:lnTo>
                      <a:pt x="46" y="52"/>
                    </a:lnTo>
                    <a:lnTo>
                      <a:pt x="50" y="52"/>
                    </a:lnTo>
                    <a:lnTo>
                      <a:pt x="50" y="56"/>
                    </a:lnTo>
                    <a:lnTo>
                      <a:pt x="50" y="60"/>
                    </a:lnTo>
                    <a:lnTo>
                      <a:pt x="54" y="60"/>
                    </a:lnTo>
                    <a:lnTo>
                      <a:pt x="58" y="62"/>
                    </a:lnTo>
                    <a:lnTo>
                      <a:pt x="60" y="62"/>
                    </a:lnTo>
                    <a:lnTo>
                      <a:pt x="64" y="62"/>
                    </a:lnTo>
                    <a:lnTo>
                      <a:pt x="68" y="66"/>
                    </a:lnTo>
                    <a:lnTo>
                      <a:pt x="72" y="66"/>
                    </a:lnTo>
                    <a:lnTo>
                      <a:pt x="72" y="62"/>
                    </a:lnTo>
                    <a:lnTo>
                      <a:pt x="76" y="60"/>
                    </a:lnTo>
                    <a:lnTo>
                      <a:pt x="76" y="62"/>
                    </a:lnTo>
                    <a:lnTo>
                      <a:pt x="80" y="62"/>
                    </a:lnTo>
                    <a:lnTo>
                      <a:pt x="80" y="66"/>
                    </a:lnTo>
                    <a:lnTo>
                      <a:pt x="84" y="70"/>
                    </a:lnTo>
                    <a:lnTo>
                      <a:pt x="88" y="70"/>
                    </a:lnTo>
                    <a:lnTo>
                      <a:pt x="90" y="74"/>
                    </a:lnTo>
                    <a:lnTo>
                      <a:pt x="94" y="74"/>
                    </a:lnTo>
                    <a:lnTo>
                      <a:pt x="94" y="78"/>
                    </a:lnTo>
                    <a:lnTo>
                      <a:pt x="94" y="82"/>
                    </a:lnTo>
                    <a:lnTo>
                      <a:pt x="98" y="82"/>
                    </a:lnTo>
                    <a:lnTo>
                      <a:pt x="102" y="86"/>
                    </a:lnTo>
                    <a:lnTo>
                      <a:pt x="102" y="90"/>
                    </a:lnTo>
                    <a:lnTo>
                      <a:pt x="104" y="90"/>
                    </a:lnTo>
                    <a:lnTo>
                      <a:pt x="108" y="90"/>
                    </a:lnTo>
                    <a:lnTo>
                      <a:pt x="108" y="86"/>
                    </a:lnTo>
                    <a:lnTo>
                      <a:pt x="112" y="90"/>
                    </a:lnTo>
                    <a:lnTo>
                      <a:pt x="108" y="90"/>
                    </a:lnTo>
                    <a:lnTo>
                      <a:pt x="112" y="90"/>
                    </a:lnTo>
                    <a:lnTo>
                      <a:pt x="112" y="86"/>
                    </a:lnTo>
                    <a:lnTo>
                      <a:pt x="112" y="78"/>
                    </a:lnTo>
                    <a:lnTo>
                      <a:pt x="112" y="74"/>
                    </a:lnTo>
                    <a:lnTo>
                      <a:pt x="112" y="70"/>
                    </a:lnTo>
                    <a:lnTo>
                      <a:pt x="112" y="66"/>
                    </a:lnTo>
                    <a:lnTo>
                      <a:pt x="108" y="70"/>
                    </a:lnTo>
                    <a:lnTo>
                      <a:pt x="108" y="74"/>
                    </a:lnTo>
                    <a:lnTo>
                      <a:pt x="104" y="70"/>
                    </a:lnTo>
                    <a:lnTo>
                      <a:pt x="102" y="70"/>
                    </a:lnTo>
                    <a:lnTo>
                      <a:pt x="98" y="66"/>
                    </a:lnTo>
                    <a:lnTo>
                      <a:pt x="98" y="62"/>
                    </a:lnTo>
                    <a:lnTo>
                      <a:pt x="94" y="62"/>
                    </a:lnTo>
                    <a:lnTo>
                      <a:pt x="94" y="60"/>
                    </a:lnTo>
                    <a:lnTo>
                      <a:pt x="94" y="56"/>
                    </a:lnTo>
                    <a:lnTo>
                      <a:pt x="94" y="52"/>
                    </a:lnTo>
                    <a:lnTo>
                      <a:pt x="94" y="48"/>
                    </a:lnTo>
                    <a:lnTo>
                      <a:pt x="94" y="44"/>
                    </a:lnTo>
                    <a:lnTo>
                      <a:pt x="98" y="44"/>
                    </a:lnTo>
                    <a:lnTo>
                      <a:pt x="98" y="40"/>
                    </a:lnTo>
                    <a:lnTo>
                      <a:pt x="98" y="36"/>
                    </a:lnTo>
                    <a:lnTo>
                      <a:pt x="98" y="32"/>
                    </a:lnTo>
                    <a:lnTo>
                      <a:pt x="98" y="30"/>
                    </a:lnTo>
                    <a:lnTo>
                      <a:pt x="98" y="26"/>
                    </a:lnTo>
                    <a:lnTo>
                      <a:pt x="94" y="22"/>
                    </a:lnTo>
                    <a:lnTo>
                      <a:pt x="94" y="18"/>
                    </a:lnTo>
                    <a:lnTo>
                      <a:pt x="98" y="14"/>
                    </a:lnTo>
                    <a:lnTo>
                      <a:pt x="98" y="10"/>
                    </a:lnTo>
                    <a:lnTo>
                      <a:pt x="102" y="10"/>
                    </a:lnTo>
                    <a:lnTo>
                      <a:pt x="102" y="6"/>
                    </a:lnTo>
                    <a:lnTo>
                      <a:pt x="102" y="4"/>
                    </a:lnTo>
                    <a:lnTo>
                      <a:pt x="104" y="4"/>
                    </a:lnTo>
                    <a:lnTo>
                      <a:pt x="108" y="4"/>
                    </a:lnTo>
                    <a:lnTo>
                      <a:pt x="116" y="4"/>
                    </a:lnTo>
                    <a:lnTo>
                      <a:pt x="120" y="0"/>
                    </a:lnTo>
                    <a:lnTo>
                      <a:pt x="124" y="0"/>
                    </a:lnTo>
                    <a:lnTo>
                      <a:pt x="128" y="0"/>
                    </a:lnTo>
                    <a:lnTo>
                      <a:pt x="128" y="4"/>
                    </a:lnTo>
                    <a:lnTo>
                      <a:pt x="128" y="6"/>
                    </a:lnTo>
                    <a:lnTo>
                      <a:pt x="132" y="6"/>
                    </a:lnTo>
                    <a:lnTo>
                      <a:pt x="136" y="6"/>
                    </a:lnTo>
                    <a:lnTo>
                      <a:pt x="138" y="10"/>
                    </a:lnTo>
                    <a:lnTo>
                      <a:pt x="142" y="10"/>
                    </a:lnTo>
                    <a:lnTo>
                      <a:pt x="142" y="14"/>
                    </a:lnTo>
                    <a:lnTo>
                      <a:pt x="146" y="14"/>
                    </a:lnTo>
                    <a:lnTo>
                      <a:pt x="150" y="14"/>
                    </a:lnTo>
                    <a:lnTo>
                      <a:pt x="150" y="18"/>
                    </a:lnTo>
                    <a:lnTo>
                      <a:pt x="154" y="18"/>
                    </a:lnTo>
                    <a:lnTo>
                      <a:pt x="158" y="22"/>
                    </a:lnTo>
                    <a:lnTo>
                      <a:pt x="158" y="26"/>
                    </a:lnTo>
                    <a:lnTo>
                      <a:pt x="162" y="26"/>
                    </a:lnTo>
                    <a:lnTo>
                      <a:pt x="162" y="30"/>
                    </a:lnTo>
                    <a:lnTo>
                      <a:pt x="166" y="30"/>
                    </a:lnTo>
                    <a:lnTo>
                      <a:pt x="162" y="30"/>
                    </a:lnTo>
                    <a:lnTo>
                      <a:pt x="162" y="32"/>
                    </a:lnTo>
                    <a:lnTo>
                      <a:pt x="166" y="32"/>
                    </a:lnTo>
                    <a:lnTo>
                      <a:pt x="166" y="36"/>
                    </a:lnTo>
                    <a:lnTo>
                      <a:pt x="168" y="40"/>
                    </a:lnTo>
                    <a:lnTo>
                      <a:pt x="166" y="44"/>
                    </a:lnTo>
                    <a:lnTo>
                      <a:pt x="162" y="44"/>
                    </a:lnTo>
                    <a:lnTo>
                      <a:pt x="162" y="48"/>
                    </a:lnTo>
                    <a:lnTo>
                      <a:pt x="166" y="48"/>
                    </a:lnTo>
                    <a:lnTo>
                      <a:pt x="166" y="52"/>
                    </a:lnTo>
                    <a:lnTo>
                      <a:pt x="162" y="56"/>
                    </a:lnTo>
                    <a:lnTo>
                      <a:pt x="162" y="60"/>
                    </a:lnTo>
                    <a:lnTo>
                      <a:pt x="162" y="62"/>
                    </a:lnTo>
                    <a:lnTo>
                      <a:pt x="162" y="66"/>
                    </a:lnTo>
                    <a:lnTo>
                      <a:pt x="166" y="70"/>
                    </a:lnTo>
                    <a:lnTo>
                      <a:pt x="166" y="74"/>
                    </a:lnTo>
                    <a:lnTo>
                      <a:pt x="162" y="74"/>
                    </a:lnTo>
                    <a:lnTo>
                      <a:pt x="158" y="74"/>
                    </a:lnTo>
                    <a:lnTo>
                      <a:pt x="158" y="78"/>
                    </a:lnTo>
                    <a:lnTo>
                      <a:pt x="158" y="82"/>
                    </a:lnTo>
                    <a:lnTo>
                      <a:pt x="158" y="86"/>
                    </a:lnTo>
                    <a:lnTo>
                      <a:pt x="158" y="90"/>
                    </a:lnTo>
                    <a:lnTo>
                      <a:pt x="158" y="92"/>
                    </a:lnTo>
                    <a:lnTo>
                      <a:pt x="154" y="92"/>
                    </a:lnTo>
                    <a:lnTo>
                      <a:pt x="158" y="96"/>
                    </a:lnTo>
                    <a:lnTo>
                      <a:pt x="158" y="100"/>
                    </a:lnTo>
                    <a:lnTo>
                      <a:pt x="162" y="100"/>
                    </a:lnTo>
                    <a:lnTo>
                      <a:pt x="158" y="100"/>
                    </a:lnTo>
                    <a:lnTo>
                      <a:pt x="150" y="104"/>
                    </a:lnTo>
                    <a:lnTo>
                      <a:pt x="146" y="108"/>
                    </a:lnTo>
                    <a:lnTo>
                      <a:pt x="142" y="108"/>
                    </a:lnTo>
                    <a:lnTo>
                      <a:pt x="138" y="108"/>
                    </a:lnTo>
                    <a:lnTo>
                      <a:pt x="138" y="112"/>
                    </a:lnTo>
                    <a:lnTo>
                      <a:pt x="136" y="112"/>
                    </a:lnTo>
                    <a:lnTo>
                      <a:pt x="132" y="112"/>
                    </a:lnTo>
                    <a:lnTo>
                      <a:pt x="128" y="112"/>
                    </a:lnTo>
                    <a:lnTo>
                      <a:pt x="128" y="116"/>
                    </a:lnTo>
                    <a:lnTo>
                      <a:pt x="124" y="116"/>
                    </a:lnTo>
                    <a:lnTo>
                      <a:pt x="120" y="116"/>
                    </a:lnTo>
                    <a:lnTo>
                      <a:pt x="120" y="118"/>
                    </a:lnTo>
                    <a:lnTo>
                      <a:pt x="120" y="118"/>
                    </a:lnTo>
                    <a:lnTo>
                      <a:pt x="120" y="1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3" name="Freeform 177"/>
              <p:cNvSpPr>
                <a:spLocks/>
              </p:cNvSpPr>
              <p:nvPr/>
            </p:nvSpPr>
            <p:spPr bwMode="gray">
              <a:xfrm>
                <a:off x="5422610" y="4985807"/>
                <a:ext cx="194798" cy="212190"/>
              </a:xfrm>
              <a:custGeom>
                <a:avLst/>
                <a:gdLst>
                  <a:gd name="T0" fmla="*/ 88 w 112"/>
                  <a:gd name="T1" fmla="*/ 114 h 122"/>
                  <a:gd name="T2" fmla="*/ 84 w 112"/>
                  <a:gd name="T3" fmla="*/ 118 h 122"/>
                  <a:gd name="T4" fmla="*/ 82 w 112"/>
                  <a:gd name="T5" fmla="*/ 118 h 122"/>
                  <a:gd name="T6" fmla="*/ 74 w 112"/>
                  <a:gd name="T7" fmla="*/ 118 h 122"/>
                  <a:gd name="T8" fmla="*/ 70 w 112"/>
                  <a:gd name="T9" fmla="*/ 118 h 122"/>
                  <a:gd name="T10" fmla="*/ 62 w 112"/>
                  <a:gd name="T11" fmla="*/ 114 h 122"/>
                  <a:gd name="T12" fmla="*/ 54 w 112"/>
                  <a:gd name="T13" fmla="*/ 114 h 122"/>
                  <a:gd name="T14" fmla="*/ 52 w 112"/>
                  <a:gd name="T15" fmla="*/ 114 h 122"/>
                  <a:gd name="T16" fmla="*/ 52 w 112"/>
                  <a:gd name="T17" fmla="*/ 110 h 122"/>
                  <a:gd name="T18" fmla="*/ 52 w 112"/>
                  <a:gd name="T19" fmla="*/ 108 h 122"/>
                  <a:gd name="T20" fmla="*/ 44 w 112"/>
                  <a:gd name="T21" fmla="*/ 108 h 122"/>
                  <a:gd name="T22" fmla="*/ 40 w 112"/>
                  <a:gd name="T23" fmla="*/ 108 h 122"/>
                  <a:gd name="T24" fmla="*/ 38 w 112"/>
                  <a:gd name="T25" fmla="*/ 104 h 122"/>
                  <a:gd name="T26" fmla="*/ 34 w 112"/>
                  <a:gd name="T27" fmla="*/ 96 h 122"/>
                  <a:gd name="T28" fmla="*/ 34 w 112"/>
                  <a:gd name="T29" fmla="*/ 92 h 122"/>
                  <a:gd name="T30" fmla="*/ 30 w 112"/>
                  <a:gd name="T31" fmla="*/ 84 h 122"/>
                  <a:gd name="T32" fmla="*/ 30 w 112"/>
                  <a:gd name="T33" fmla="*/ 84 h 122"/>
                  <a:gd name="T34" fmla="*/ 26 w 112"/>
                  <a:gd name="T35" fmla="*/ 78 h 122"/>
                  <a:gd name="T36" fmla="*/ 18 w 112"/>
                  <a:gd name="T37" fmla="*/ 74 h 122"/>
                  <a:gd name="T38" fmla="*/ 14 w 112"/>
                  <a:gd name="T39" fmla="*/ 70 h 122"/>
                  <a:gd name="T40" fmla="*/ 12 w 112"/>
                  <a:gd name="T41" fmla="*/ 66 h 122"/>
                  <a:gd name="T42" fmla="*/ 12 w 112"/>
                  <a:gd name="T43" fmla="*/ 58 h 122"/>
                  <a:gd name="T44" fmla="*/ 8 w 112"/>
                  <a:gd name="T45" fmla="*/ 52 h 122"/>
                  <a:gd name="T46" fmla="*/ 4 w 112"/>
                  <a:gd name="T47" fmla="*/ 48 h 122"/>
                  <a:gd name="T48" fmla="*/ 0 w 112"/>
                  <a:gd name="T49" fmla="*/ 44 h 122"/>
                  <a:gd name="T50" fmla="*/ 0 w 112"/>
                  <a:gd name="T51" fmla="*/ 40 h 122"/>
                  <a:gd name="T52" fmla="*/ 4 w 112"/>
                  <a:gd name="T53" fmla="*/ 40 h 122"/>
                  <a:gd name="T54" fmla="*/ 12 w 112"/>
                  <a:gd name="T55" fmla="*/ 44 h 122"/>
                  <a:gd name="T56" fmla="*/ 14 w 112"/>
                  <a:gd name="T57" fmla="*/ 40 h 122"/>
                  <a:gd name="T58" fmla="*/ 22 w 112"/>
                  <a:gd name="T59" fmla="*/ 44 h 122"/>
                  <a:gd name="T60" fmla="*/ 26 w 112"/>
                  <a:gd name="T61" fmla="*/ 40 h 122"/>
                  <a:gd name="T62" fmla="*/ 38 w 112"/>
                  <a:gd name="T63" fmla="*/ 26 h 122"/>
                  <a:gd name="T64" fmla="*/ 48 w 112"/>
                  <a:gd name="T65" fmla="*/ 18 h 122"/>
                  <a:gd name="T66" fmla="*/ 48 w 112"/>
                  <a:gd name="T67" fmla="*/ 10 h 122"/>
                  <a:gd name="T68" fmla="*/ 52 w 112"/>
                  <a:gd name="T69" fmla="*/ 6 h 122"/>
                  <a:gd name="T70" fmla="*/ 62 w 112"/>
                  <a:gd name="T71" fmla="*/ 2 h 122"/>
                  <a:gd name="T72" fmla="*/ 70 w 112"/>
                  <a:gd name="T73" fmla="*/ 2 h 122"/>
                  <a:gd name="T74" fmla="*/ 78 w 112"/>
                  <a:gd name="T75" fmla="*/ 6 h 122"/>
                  <a:gd name="T76" fmla="*/ 84 w 112"/>
                  <a:gd name="T77" fmla="*/ 10 h 122"/>
                  <a:gd name="T78" fmla="*/ 88 w 112"/>
                  <a:gd name="T79" fmla="*/ 10 h 122"/>
                  <a:gd name="T80" fmla="*/ 96 w 112"/>
                  <a:gd name="T81" fmla="*/ 14 h 122"/>
                  <a:gd name="T82" fmla="*/ 100 w 112"/>
                  <a:gd name="T83" fmla="*/ 14 h 122"/>
                  <a:gd name="T84" fmla="*/ 104 w 112"/>
                  <a:gd name="T85" fmla="*/ 22 h 122"/>
                  <a:gd name="T86" fmla="*/ 108 w 112"/>
                  <a:gd name="T87" fmla="*/ 22 h 122"/>
                  <a:gd name="T88" fmla="*/ 108 w 112"/>
                  <a:gd name="T89" fmla="*/ 26 h 122"/>
                  <a:gd name="T90" fmla="*/ 108 w 112"/>
                  <a:gd name="T91" fmla="*/ 28 h 122"/>
                  <a:gd name="T92" fmla="*/ 108 w 112"/>
                  <a:gd name="T93" fmla="*/ 32 h 122"/>
                  <a:gd name="T94" fmla="*/ 108 w 112"/>
                  <a:gd name="T95" fmla="*/ 40 h 122"/>
                  <a:gd name="T96" fmla="*/ 108 w 112"/>
                  <a:gd name="T97" fmla="*/ 44 h 122"/>
                  <a:gd name="T98" fmla="*/ 108 w 112"/>
                  <a:gd name="T99" fmla="*/ 52 h 122"/>
                  <a:gd name="T100" fmla="*/ 108 w 112"/>
                  <a:gd name="T101" fmla="*/ 54 h 122"/>
                  <a:gd name="T102" fmla="*/ 104 w 112"/>
                  <a:gd name="T103" fmla="*/ 54 h 122"/>
                  <a:gd name="T104" fmla="*/ 108 w 112"/>
                  <a:gd name="T105" fmla="*/ 58 h 122"/>
                  <a:gd name="T106" fmla="*/ 108 w 112"/>
                  <a:gd name="T107" fmla="*/ 70 h 122"/>
                  <a:gd name="T108" fmla="*/ 108 w 112"/>
                  <a:gd name="T109" fmla="*/ 78 h 122"/>
                  <a:gd name="T110" fmla="*/ 104 w 112"/>
                  <a:gd name="T111" fmla="*/ 84 h 122"/>
                  <a:gd name="T112" fmla="*/ 100 w 112"/>
                  <a:gd name="T113" fmla="*/ 92 h 122"/>
                  <a:gd name="T114" fmla="*/ 100 w 112"/>
                  <a:gd name="T115" fmla="*/ 10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2" h="122">
                    <a:moveTo>
                      <a:pt x="100" y="100"/>
                    </a:moveTo>
                    <a:lnTo>
                      <a:pt x="100" y="100"/>
                    </a:lnTo>
                    <a:lnTo>
                      <a:pt x="100" y="100"/>
                    </a:lnTo>
                    <a:lnTo>
                      <a:pt x="100" y="100"/>
                    </a:lnTo>
                    <a:lnTo>
                      <a:pt x="92" y="110"/>
                    </a:lnTo>
                    <a:lnTo>
                      <a:pt x="88" y="114"/>
                    </a:lnTo>
                    <a:lnTo>
                      <a:pt x="84" y="118"/>
                    </a:lnTo>
                    <a:lnTo>
                      <a:pt x="84" y="118"/>
                    </a:lnTo>
                    <a:lnTo>
                      <a:pt x="84" y="118"/>
                    </a:lnTo>
                    <a:lnTo>
                      <a:pt x="84" y="122"/>
                    </a:lnTo>
                    <a:lnTo>
                      <a:pt x="84" y="118"/>
                    </a:lnTo>
                    <a:lnTo>
                      <a:pt x="84" y="118"/>
                    </a:lnTo>
                    <a:lnTo>
                      <a:pt x="82" y="118"/>
                    </a:lnTo>
                    <a:lnTo>
                      <a:pt x="82" y="118"/>
                    </a:lnTo>
                    <a:lnTo>
                      <a:pt x="82" y="118"/>
                    </a:lnTo>
                    <a:lnTo>
                      <a:pt x="82" y="118"/>
                    </a:lnTo>
                    <a:lnTo>
                      <a:pt x="82" y="118"/>
                    </a:lnTo>
                    <a:lnTo>
                      <a:pt x="82" y="118"/>
                    </a:lnTo>
                    <a:lnTo>
                      <a:pt x="78" y="118"/>
                    </a:lnTo>
                    <a:lnTo>
                      <a:pt x="78" y="118"/>
                    </a:lnTo>
                    <a:lnTo>
                      <a:pt x="78" y="118"/>
                    </a:lnTo>
                    <a:lnTo>
                      <a:pt x="78" y="118"/>
                    </a:lnTo>
                    <a:lnTo>
                      <a:pt x="78" y="118"/>
                    </a:lnTo>
                    <a:lnTo>
                      <a:pt x="74" y="118"/>
                    </a:lnTo>
                    <a:lnTo>
                      <a:pt x="74" y="118"/>
                    </a:lnTo>
                    <a:lnTo>
                      <a:pt x="74" y="118"/>
                    </a:lnTo>
                    <a:lnTo>
                      <a:pt x="74" y="118"/>
                    </a:lnTo>
                    <a:lnTo>
                      <a:pt x="74" y="118"/>
                    </a:lnTo>
                    <a:lnTo>
                      <a:pt x="70" y="118"/>
                    </a:lnTo>
                    <a:lnTo>
                      <a:pt x="70" y="118"/>
                    </a:lnTo>
                    <a:lnTo>
                      <a:pt x="70" y="118"/>
                    </a:lnTo>
                    <a:lnTo>
                      <a:pt x="66" y="118"/>
                    </a:lnTo>
                    <a:lnTo>
                      <a:pt x="66" y="114"/>
                    </a:lnTo>
                    <a:lnTo>
                      <a:pt x="62" y="114"/>
                    </a:lnTo>
                    <a:lnTo>
                      <a:pt x="62" y="114"/>
                    </a:lnTo>
                    <a:lnTo>
                      <a:pt x="62" y="114"/>
                    </a:lnTo>
                    <a:lnTo>
                      <a:pt x="62" y="114"/>
                    </a:lnTo>
                    <a:lnTo>
                      <a:pt x="62" y="114"/>
                    </a:lnTo>
                    <a:lnTo>
                      <a:pt x="58" y="114"/>
                    </a:lnTo>
                    <a:lnTo>
                      <a:pt x="54" y="114"/>
                    </a:lnTo>
                    <a:lnTo>
                      <a:pt x="54" y="114"/>
                    </a:lnTo>
                    <a:lnTo>
                      <a:pt x="54" y="114"/>
                    </a:lnTo>
                    <a:lnTo>
                      <a:pt x="54" y="114"/>
                    </a:lnTo>
                    <a:lnTo>
                      <a:pt x="54" y="114"/>
                    </a:lnTo>
                    <a:lnTo>
                      <a:pt x="54" y="114"/>
                    </a:lnTo>
                    <a:lnTo>
                      <a:pt x="54" y="114"/>
                    </a:lnTo>
                    <a:lnTo>
                      <a:pt x="52" y="114"/>
                    </a:lnTo>
                    <a:lnTo>
                      <a:pt x="52" y="114"/>
                    </a:lnTo>
                    <a:lnTo>
                      <a:pt x="52" y="114"/>
                    </a:lnTo>
                    <a:lnTo>
                      <a:pt x="52" y="114"/>
                    </a:lnTo>
                    <a:lnTo>
                      <a:pt x="52" y="114"/>
                    </a:lnTo>
                    <a:lnTo>
                      <a:pt x="52" y="110"/>
                    </a:lnTo>
                    <a:lnTo>
                      <a:pt x="52" y="110"/>
                    </a:lnTo>
                    <a:lnTo>
                      <a:pt x="52" y="110"/>
                    </a:lnTo>
                    <a:lnTo>
                      <a:pt x="52" y="110"/>
                    </a:lnTo>
                    <a:lnTo>
                      <a:pt x="52" y="110"/>
                    </a:lnTo>
                    <a:lnTo>
                      <a:pt x="52" y="110"/>
                    </a:lnTo>
                    <a:lnTo>
                      <a:pt x="52" y="108"/>
                    </a:lnTo>
                    <a:lnTo>
                      <a:pt x="52" y="108"/>
                    </a:lnTo>
                    <a:lnTo>
                      <a:pt x="52" y="108"/>
                    </a:lnTo>
                    <a:lnTo>
                      <a:pt x="52" y="108"/>
                    </a:lnTo>
                    <a:lnTo>
                      <a:pt x="48" y="108"/>
                    </a:lnTo>
                    <a:lnTo>
                      <a:pt x="44" y="108"/>
                    </a:lnTo>
                    <a:lnTo>
                      <a:pt x="44" y="108"/>
                    </a:lnTo>
                    <a:lnTo>
                      <a:pt x="44" y="108"/>
                    </a:lnTo>
                    <a:lnTo>
                      <a:pt x="44" y="108"/>
                    </a:lnTo>
                    <a:lnTo>
                      <a:pt x="44" y="108"/>
                    </a:lnTo>
                    <a:lnTo>
                      <a:pt x="44" y="108"/>
                    </a:lnTo>
                    <a:lnTo>
                      <a:pt x="44" y="108"/>
                    </a:lnTo>
                    <a:lnTo>
                      <a:pt x="40" y="108"/>
                    </a:lnTo>
                    <a:lnTo>
                      <a:pt x="40" y="108"/>
                    </a:lnTo>
                    <a:lnTo>
                      <a:pt x="40" y="108"/>
                    </a:lnTo>
                    <a:lnTo>
                      <a:pt x="40" y="108"/>
                    </a:lnTo>
                    <a:lnTo>
                      <a:pt x="38" y="108"/>
                    </a:lnTo>
                    <a:lnTo>
                      <a:pt x="38" y="104"/>
                    </a:lnTo>
                    <a:lnTo>
                      <a:pt x="38" y="104"/>
                    </a:lnTo>
                    <a:lnTo>
                      <a:pt x="38" y="104"/>
                    </a:lnTo>
                    <a:lnTo>
                      <a:pt x="38" y="104"/>
                    </a:lnTo>
                    <a:lnTo>
                      <a:pt x="38" y="104"/>
                    </a:lnTo>
                    <a:lnTo>
                      <a:pt x="38" y="100"/>
                    </a:lnTo>
                    <a:lnTo>
                      <a:pt x="38" y="100"/>
                    </a:lnTo>
                    <a:lnTo>
                      <a:pt x="34" y="100"/>
                    </a:lnTo>
                    <a:lnTo>
                      <a:pt x="34" y="100"/>
                    </a:lnTo>
                    <a:lnTo>
                      <a:pt x="34" y="96"/>
                    </a:lnTo>
                    <a:lnTo>
                      <a:pt x="34" y="96"/>
                    </a:lnTo>
                    <a:lnTo>
                      <a:pt x="34" y="92"/>
                    </a:lnTo>
                    <a:lnTo>
                      <a:pt x="34" y="92"/>
                    </a:lnTo>
                    <a:lnTo>
                      <a:pt x="34" y="92"/>
                    </a:lnTo>
                    <a:lnTo>
                      <a:pt x="34" y="92"/>
                    </a:lnTo>
                    <a:lnTo>
                      <a:pt x="34" y="92"/>
                    </a:lnTo>
                    <a:lnTo>
                      <a:pt x="34" y="88"/>
                    </a:lnTo>
                    <a:lnTo>
                      <a:pt x="34" y="84"/>
                    </a:lnTo>
                    <a:lnTo>
                      <a:pt x="34" y="84"/>
                    </a:lnTo>
                    <a:lnTo>
                      <a:pt x="34" y="84"/>
                    </a:lnTo>
                    <a:lnTo>
                      <a:pt x="30" y="84"/>
                    </a:lnTo>
                    <a:lnTo>
                      <a:pt x="30" y="84"/>
                    </a:lnTo>
                    <a:lnTo>
                      <a:pt x="30" y="84"/>
                    </a:lnTo>
                    <a:lnTo>
                      <a:pt x="30" y="84"/>
                    </a:lnTo>
                    <a:lnTo>
                      <a:pt x="30" y="84"/>
                    </a:lnTo>
                    <a:lnTo>
                      <a:pt x="30" y="84"/>
                    </a:lnTo>
                    <a:lnTo>
                      <a:pt x="30" y="84"/>
                    </a:lnTo>
                    <a:lnTo>
                      <a:pt x="30" y="84"/>
                    </a:lnTo>
                    <a:lnTo>
                      <a:pt x="30" y="84"/>
                    </a:lnTo>
                    <a:lnTo>
                      <a:pt x="30" y="80"/>
                    </a:lnTo>
                    <a:lnTo>
                      <a:pt x="30" y="80"/>
                    </a:lnTo>
                    <a:lnTo>
                      <a:pt x="26" y="80"/>
                    </a:lnTo>
                    <a:lnTo>
                      <a:pt x="26" y="78"/>
                    </a:lnTo>
                    <a:lnTo>
                      <a:pt x="26" y="78"/>
                    </a:lnTo>
                    <a:lnTo>
                      <a:pt x="22" y="78"/>
                    </a:lnTo>
                    <a:lnTo>
                      <a:pt x="18" y="78"/>
                    </a:lnTo>
                    <a:lnTo>
                      <a:pt x="18" y="74"/>
                    </a:lnTo>
                    <a:lnTo>
                      <a:pt x="18" y="74"/>
                    </a:lnTo>
                    <a:lnTo>
                      <a:pt x="18" y="74"/>
                    </a:lnTo>
                    <a:lnTo>
                      <a:pt x="18" y="74"/>
                    </a:lnTo>
                    <a:lnTo>
                      <a:pt x="18" y="74"/>
                    </a:lnTo>
                    <a:lnTo>
                      <a:pt x="18" y="74"/>
                    </a:lnTo>
                    <a:lnTo>
                      <a:pt x="18" y="74"/>
                    </a:lnTo>
                    <a:lnTo>
                      <a:pt x="14" y="74"/>
                    </a:lnTo>
                    <a:lnTo>
                      <a:pt x="14" y="70"/>
                    </a:lnTo>
                    <a:lnTo>
                      <a:pt x="14" y="70"/>
                    </a:lnTo>
                    <a:lnTo>
                      <a:pt x="14" y="70"/>
                    </a:lnTo>
                    <a:lnTo>
                      <a:pt x="12" y="70"/>
                    </a:lnTo>
                    <a:lnTo>
                      <a:pt x="12" y="70"/>
                    </a:lnTo>
                    <a:lnTo>
                      <a:pt x="12" y="70"/>
                    </a:lnTo>
                    <a:lnTo>
                      <a:pt x="12" y="66"/>
                    </a:lnTo>
                    <a:lnTo>
                      <a:pt x="12" y="66"/>
                    </a:lnTo>
                    <a:lnTo>
                      <a:pt x="12" y="62"/>
                    </a:lnTo>
                    <a:lnTo>
                      <a:pt x="12" y="62"/>
                    </a:lnTo>
                    <a:lnTo>
                      <a:pt x="12" y="62"/>
                    </a:lnTo>
                    <a:lnTo>
                      <a:pt x="12" y="62"/>
                    </a:lnTo>
                    <a:lnTo>
                      <a:pt x="12" y="58"/>
                    </a:lnTo>
                    <a:lnTo>
                      <a:pt x="12" y="58"/>
                    </a:lnTo>
                    <a:lnTo>
                      <a:pt x="12" y="58"/>
                    </a:lnTo>
                    <a:lnTo>
                      <a:pt x="12" y="58"/>
                    </a:lnTo>
                    <a:lnTo>
                      <a:pt x="8" y="58"/>
                    </a:lnTo>
                    <a:lnTo>
                      <a:pt x="8" y="58"/>
                    </a:lnTo>
                    <a:lnTo>
                      <a:pt x="8" y="54"/>
                    </a:lnTo>
                    <a:lnTo>
                      <a:pt x="8" y="52"/>
                    </a:lnTo>
                    <a:lnTo>
                      <a:pt x="4" y="52"/>
                    </a:lnTo>
                    <a:lnTo>
                      <a:pt x="4" y="52"/>
                    </a:lnTo>
                    <a:lnTo>
                      <a:pt x="4" y="52"/>
                    </a:lnTo>
                    <a:lnTo>
                      <a:pt x="4" y="48"/>
                    </a:lnTo>
                    <a:lnTo>
                      <a:pt x="4" y="48"/>
                    </a:lnTo>
                    <a:lnTo>
                      <a:pt x="4" y="48"/>
                    </a:lnTo>
                    <a:lnTo>
                      <a:pt x="4" y="48"/>
                    </a:lnTo>
                    <a:lnTo>
                      <a:pt x="4" y="48"/>
                    </a:lnTo>
                    <a:lnTo>
                      <a:pt x="0" y="44"/>
                    </a:lnTo>
                    <a:lnTo>
                      <a:pt x="0" y="44"/>
                    </a:lnTo>
                    <a:lnTo>
                      <a:pt x="0" y="44"/>
                    </a:lnTo>
                    <a:lnTo>
                      <a:pt x="0" y="44"/>
                    </a:lnTo>
                    <a:lnTo>
                      <a:pt x="0" y="40"/>
                    </a:lnTo>
                    <a:lnTo>
                      <a:pt x="0" y="40"/>
                    </a:lnTo>
                    <a:lnTo>
                      <a:pt x="0" y="40"/>
                    </a:lnTo>
                    <a:lnTo>
                      <a:pt x="0" y="40"/>
                    </a:lnTo>
                    <a:lnTo>
                      <a:pt x="0" y="40"/>
                    </a:lnTo>
                    <a:lnTo>
                      <a:pt x="0" y="40"/>
                    </a:lnTo>
                    <a:lnTo>
                      <a:pt x="0" y="40"/>
                    </a:lnTo>
                    <a:lnTo>
                      <a:pt x="4" y="40"/>
                    </a:lnTo>
                    <a:lnTo>
                      <a:pt x="4" y="40"/>
                    </a:lnTo>
                    <a:lnTo>
                      <a:pt x="4" y="40"/>
                    </a:lnTo>
                    <a:lnTo>
                      <a:pt x="4" y="40"/>
                    </a:lnTo>
                    <a:lnTo>
                      <a:pt x="4" y="40"/>
                    </a:lnTo>
                    <a:lnTo>
                      <a:pt x="8" y="40"/>
                    </a:lnTo>
                    <a:lnTo>
                      <a:pt x="8" y="40"/>
                    </a:lnTo>
                    <a:lnTo>
                      <a:pt x="8" y="40"/>
                    </a:lnTo>
                    <a:lnTo>
                      <a:pt x="8" y="44"/>
                    </a:lnTo>
                    <a:lnTo>
                      <a:pt x="8" y="44"/>
                    </a:lnTo>
                    <a:lnTo>
                      <a:pt x="12" y="44"/>
                    </a:lnTo>
                    <a:lnTo>
                      <a:pt x="12" y="40"/>
                    </a:lnTo>
                    <a:lnTo>
                      <a:pt x="12" y="40"/>
                    </a:lnTo>
                    <a:lnTo>
                      <a:pt x="12" y="40"/>
                    </a:lnTo>
                    <a:lnTo>
                      <a:pt x="14" y="40"/>
                    </a:lnTo>
                    <a:lnTo>
                      <a:pt x="14" y="40"/>
                    </a:lnTo>
                    <a:lnTo>
                      <a:pt x="14" y="40"/>
                    </a:lnTo>
                    <a:lnTo>
                      <a:pt x="18" y="44"/>
                    </a:lnTo>
                    <a:lnTo>
                      <a:pt x="18" y="44"/>
                    </a:lnTo>
                    <a:lnTo>
                      <a:pt x="18" y="44"/>
                    </a:lnTo>
                    <a:lnTo>
                      <a:pt x="18" y="44"/>
                    </a:lnTo>
                    <a:lnTo>
                      <a:pt x="18" y="44"/>
                    </a:lnTo>
                    <a:lnTo>
                      <a:pt x="22" y="44"/>
                    </a:lnTo>
                    <a:lnTo>
                      <a:pt x="22" y="44"/>
                    </a:lnTo>
                    <a:lnTo>
                      <a:pt x="22" y="44"/>
                    </a:lnTo>
                    <a:lnTo>
                      <a:pt x="22" y="40"/>
                    </a:lnTo>
                    <a:lnTo>
                      <a:pt x="26" y="40"/>
                    </a:lnTo>
                    <a:lnTo>
                      <a:pt x="26" y="40"/>
                    </a:lnTo>
                    <a:lnTo>
                      <a:pt x="26" y="40"/>
                    </a:lnTo>
                    <a:lnTo>
                      <a:pt x="30" y="36"/>
                    </a:lnTo>
                    <a:lnTo>
                      <a:pt x="30" y="32"/>
                    </a:lnTo>
                    <a:lnTo>
                      <a:pt x="34" y="32"/>
                    </a:lnTo>
                    <a:lnTo>
                      <a:pt x="34" y="28"/>
                    </a:lnTo>
                    <a:lnTo>
                      <a:pt x="34" y="28"/>
                    </a:lnTo>
                    <a:lnTo>
                      <a:pt x="38" y="26"/>
                    </a:lnTo>
                    <a:lnTo>
                      <a:pt x="38" y="26"/>
                    </a:lnTo>
                    <a:lnTo>
                      <a:pt x="38" y="22"/>
                    </a:lnTo>
                    <a:lnTo>
                      <a:pt x="40" y="22"/>
                    </a:lnTo>
                    <a:lnTo>
                      <a:pt x="40" y="22"/>
                    </a:lnTo>
                    <a:lnTo>
                      <a:pt x="44" y="18"/>
                    </a:lnTo>
                    <a:lnTo>
                      <a:pt x="48" y="18"/>
                    </a:lnTo>
                    <a:lnTo>
                      <a:pt x="48" y="14"/>
                    </a:lnTo>
                    <a:lnTo>
                      <a:pt x="48" y="14"/>
                    </a:lnTo>
                    <a:lnTo>
                      <a:pt x="48" y="14"/>
                    </a:lnTo>
                    <a:lnTo>
                      <a:pt x="48" y="14"/>
                    </a:lnTo>
                    <a:lnTo>
                      <a:pt x="48" y="14"/>
                    </a:lnTo>
                    <a:lnTo>
                      <a:pt x="48" y="10"/>
                    </a:lnTo>
                    <a:lnTo>
                      <a:pt x="52" y="10"/>
                    </a:lnTo>
                    <a:lnTo>
                      <a:pt x="52" y="6"/>
                    </a:lnTo>
                    <a:lnTo>
                      <a:pt x="52" y="6"/>
                    </a:lnTo>
                    <a:lnTo>
                      <a:pt x="52" y="6"/>
                    </a:lnTo>
                    <a:lnTo>
                      <a:pt x="52" y="6"/>
                    </a:lnTo>
                    <a:lnTo>
                      <a:pt x="52" y="6"/>
                    </a:lnTo>
                    <a:lnTo>
                      <a:pt x="54" y="2"/>
                    </a:lnTo>
                    <a:lnTo>
                      <a:pt x="54" y="2"/>
                    </a:lnTo>
                    <a:lnTo>
                      <a:pt x="58" y="2"/>
                    </a:lnTo>
                    <a:lnTo>
                      <a:pt x="58" y="2"/>
                    </a:lnTo>
                    <a:lnTo>
                      <a:pt x="58" y="2"/>
                    </a:lnTo>
                    <a:lnTo>
                      <a:pt x="62" y="2"/>
                    </a:lnTo>
                    <a:lnTo>
                      <a:pt x="62" y="2"/>
                    </a:lnTo>
                    <a:lnTo>
                      <a:pt x="62" y="2"/>
                    </a:lnTo>
                    <a:lnTo>
                      <a:pt x="62" y="0"/>
                    </a:lnTo>
                    <a:lnTo>
                      <a:pt x="66" y="2"/>
                    </a:lnTo>
                    <a:lnTo>
                      <a:pt x="70" y="2"/>
                    </a:lnTo>
                    <a:lnTo>
                      <a:pt x="70" y="2"/>
                    </a:lnTo>
                    <a:lnTo>
                      <a:pt x="70" y="2"/>
                    </a:lnTo>
                    <a:lnTo>
                      <a:pt x="70" y="2"/>
                    </a:lnTo>
                    <a:lnTo>
                      <a:pt x="70" y="2"/>
                    </a:lnTo>
                    <a:lnTo>
                      <a:pt x="70" y="2"/>
                    </a:lnTo>
                    <a:lnTo>
                      <a:pt x="70" y="6"/>
                    </a:lnTo>
                    <a:lnTo>
                      <a:pt x="78" y="6"/>
                    </a:lnTo>
                    <a:lnTo>
                      <a:pt x="82" y="6"/>
                    </a:lnTo>
                    <a:lnTo>
                      <a:pt x="82" y="6"/>
                    </a:lnTo>
                    <a:lnTo>
                      <a:pt x="84" y="6"/>
                    </a:lnTo>
                    <a:lnTo>
                      <a:pt x="84" y="6"/>
                    </a:lnTo>
                    <a:lnTo>
                      <a:pt x="84" y="10"/>
                    </a:lnTo>
                    <a:lnTo>
                      <a:pt x="84" y="10"/>
                    </a:lnTo>
                    <a:lnTo>
                      <a:pt x="84" y="10"/>
                    </a:lnTo>
                    <a:lnTo>
                      <a:pt x="84" y="10"/>
                    </a:lnTo>
                    <a:lnTo>
                      <a:pt x="88" y="10"/>
                    </a:lnTo>
                    <a:lnTo>
                      <a:pt x="88" y="10"/>
                    </a:lnTo>
                    <a:lnTo>
                      <a:pt x="88" y="10"/>
                    </a:lnTo>
                    <a:lnTo>
                      <a:pt x="88" y="10"/>
                    </a:lnTo>
                    <a:lnTo>
                      <a:pt x="88" y="10"/>
                    </a:lnTo>
                    <a:lnTo>
                      <a:pt x="92" y="10"/>
                    </a:lnTo>
                    <a:lnTo>
                      <a:pt x="92" y="14"/>
                    </a:lnTo>
                    <a:lnTo>
                      <a:pt x="92" y="14"/>
                    </a:lnTo>
                    <a:lnTo>
                      <a:pt x="92" y="14"/>
                    </a:lnTo>
                    <a:lnTo>
                      <a:pt x="96" y="14"/>
                    </a:lnTo>
                    <a:lnTo>
                      <a:pt x="96" y="14"/>
                    </a:lnTo>
                    <a:lnTo>
                      <a:pt x="96" y="14"/>
                    </a:lnTo>
                    <a:lnTo>
                      <a:pt x="96" y="14"/>
                    </a:lnTo>
                    <a:lnTo>
                      <a:pt x="96" y="14"/>
                    </a:lnTo>
                    <a:lnTo>
                      <a:pt x="100" y="14"/>
                    </a:lnTo>
                    <a:lnTo>
                      <a:pt x="100" y="14"/>
                    </a:lnTo>
                    <a:lnTo>
                      <a:pt x="100" y="14"/>
                    </a:lnTo>
                    <a:lnTo>
                      <a:pt x="100" y="18"/>
                    </a:lnTo>
                    <a:lnTo>
                      <a:pt x="104" y="18"/>
                    </a:lnTo>
                    <a:lnTo>
                      <a:pt x="104" y="18"/>
                    </a:lnTo>
                    <a:lnTo>
                      <a:pt x="104" y="22"/>
                    </a:lnTo>
                    <a:lnTo>
                      <a:pt x="104" y="22"/>
                    </a:lnTo>
                    <a:lnTo>
                      <a:pt x="104" y="22"/>
                    </a:lnTo>
                    <a:lnTo>
                      <a:pt x="108" y="22"/>
                    </a:lnTo>
                    <a:lnTo>
                      <a:pt x="108" y="22"/>
                    </a:lnTo>
                    <a:lnTo>
                      <a:pt x="108" y="22"/>
                    </a:lnTo>
                    <a:lnTo>
                      <a:pt x="108" y="22"/>
                    </a:lnTo>
                    <a:lnTo>
                      <a:pt x="108" y="22"/>
                    </a:lnTo>
                    <a:lnTo>
                      <a:pt x="108" y="22"/>
                    </a:lnTo>
                    <a:lnTo>
                      <a:pt x="108" y="22"/>
                    </a:lnTo>
                    <a:lnTo>
                      <a:pt x="108" y="22"/>
                    </a:lnTo>
                    <a:lnTo>
                      <a:pt x="108" y="22"/>
                    </a:lnTo>
                    <a:lnTo>
                      <a:pt x="108" y="22"/>
                    </a:lnTo>
                    <a:lnTo>
                      <a:pt x="108" y="26"/>
                    </a:lnTo>
                    <a:lnTo>
                      <a:pt x="108" y="26"/>
                    </a:lnTo>
                    <a:lnTo>
                      <a:pt x="108" y="26"/>
                    </a:lnTo>
                    <a:lnTo>
                      <a:pt x="108" y="28"/>
                    </a:lnTo>
                    <a:lnTo>
                      <a:pt x="108" y="28"/>
                    </a:lnTo>
                    <a:lnTo>
                      <a:pt x="108" y="28"/>
                    </a:lnTo>
                    <a:lnTo>
                      <a:pt x="108" y="28"/>
                    </a:lnTo>
                    <a:lnTo>
                      <a:pt x="108" y="28"/>
                    </a:lnTo>
                    <a:lnTo>
                      <a:pt x="108" y="28"/>
                    </a:lnTo>
                    <a:lnTo>
                      <a:pt x="108" y="28"/>
                    </a:lnTo>
                    <a:lnTo>
                      <a:pt x="108" y="32"/>
                    </a:lnTo>
                    <a:lnTo>
                      <a:pt x="108" y="32"/>
                    </a:lnTo>
                    <a:lnTo>
                      <a:pt x="108" y="32"/>
                    </a:lnTo>
                    <a:lnTo>
                      <a:pt x="108" y="36"/>
                    </a:lnTo>
                    <a:lnTo>
                      <a:pt x="108" y="36"/>
                    </a:lnTo>
                    <a:lnTo>
                      <a:pt x="108" y="36"/>
                    </a:lnTo>
                    <a:lnTo>
                      <a:pt x="108" y="36"/>
                    </a:lnTo>
                    <a:lnTo>
                      <a:pt x="108" y="36"/>
                    </a:lnTo>
                    <a:lnTo>
                      <a:pt x="108" y="40"/>
                    </a:lnTo>
                    <a:lnTo>
                      <a:pt x="108" y="40"/>
                    </a:lnTo>
                    <a:lnTo>
                      <a:pt x="108" y="44"/>
                    </a:lnTo>
                    <a:lnTo>
                      <a:pt x="108" y="44"/>
                    </a:lnTo>
                    <a:lnTo>
                      <a:pt x="108" y="44"/>
                    </a:lnTo>
                    <a:lnTo>
                      <a:pt x="108" y="44"/>
                    </a:lnTo>
                    <a:lnTo>
                      <a:pt x="108" y="44"/>
                    </a:lnTo>
                    <a:lnTo>
                      <a:pt x="108" y="48"/>
                    </a:lnTo>
                    <a:lnTo>
                      <a:pt x="108" y="48"/>
                    </a:lnTo>
                    <a:lnTo>
                      <a:pt x="108" y="48"/>
                    </a:lnTo>
                    <a:lnTo>
                      <a:pt x="108" y="48"/>
                    </a:lnTo>
                    <a:lnTo>
                      <a:pt x="112" y="48"/>
                    </a:lnTo>
                    <a:lnTo>
                      <a:pt x="108" y="52"/>
                    </a:lnTo>
                    <a:lnTo>
                      <a:pt x="108" y="52"/>
                    </a:lnTo>
                    <a:lnTo>
                      <a:pt x="108" y="52"/>
                    </a:lnTo>
                    <a:lnTo>
                      <a:pt x="108" y="52"/>
                    </a:lnTo>
                    <a:lnTo>
                      <a:pt x="108" y="52"/>
                    </a:lnTo>
                    <a:lnTo>
                      <a:pt x="108" y="52"/>
                    </a:lnTo>
                    <a:lnTo>
                      <a:pt x="108" y="54"/>
                    </a:lnTo>
                    <a:lnTo>
                      <a:pt x="108" y="54"/>
                    </a:lnTo>
                    <a:lnTo>
                      <a:pt x="108" y="54"/>
                    </a:lnTo>
                    <a:lnTo>
                      <a:pt x="108" y="54"/>
                    </a:lnTo>
                    <a:lnTo>
                      <a:pt x="108" y="54"/>
                    </a:lnTo>
                    <a:lnTo>
                      <a:pt x="108" y="54"/>
                    </a:lnTo>
                    <a:lnTo>
                      <a:pt x="104" y="54"/>
                    </a:lnTo>
                    <a:lnTo>
                      <a:pt x="104" y="58"/>
                    </a:lnTo>
                    <a:lnTo>
                      <a:pt x="104" y="58"/>
                    </a:lnTo>
                    <a:lnTo>
                      <a:pt x="104" y="58"/>
                    </a:lnTo>
                    <a:lnTo>
                      <a:pt x="104" y="58"/>
                    </a:lnTo>
                    <a:lnTo>
                      <a:pt x="104" y="58"/>
                    </a:lnTo>
                    <a:lnTo>
                      <a:pt x="108" y="58"/>
                    </a:lnTo>
                    <a:lnTo>
                      <a:pt x="108" y="62"/>
                    </a:lnTo>
                    <a:lnTo>
                      <a:pt x="108" y="66"/>
                    </a:lnTo>
                    <a:lnTo>
                      <a:pt x="108" y="66"/>
                    </a:lnTo>
                    <a:lnTo>
                      <a:pt x="104" y="66"/>
                    </a:lnTo>
                    <a:lnTo>
                      <a:pt x="104" y="70"/>
                    </a:lnTo>
                    <a:lnTo>
                      <a:pt x="108" y="70"/>
                    </a:lnTo>
                    <a:lnTo>
                      <a:pt x="108" y="70"/>
                    </a:lnTo>
                    <a:lnTo>
                      <a:pt x="108" y="70"/>
                    </a:lnTo>
                    <a:lnTo>
                      <a:pt x="108" y="70"/>
                    </a:lnTo>
                    <a:lnTo>
                      <a:pt x="108" y="74"/>
                    </a:lnTo>
                    <a:lnTo>
                      <a:pt x="108" y="74"/>
                    </a:lnTo>
                    <a:lnTo>
                      <a:pt x="108" y="78"/>
                    </a:lnTo>
                    <a:lnTo>
                      <a:pt x="108" y="78"/>
                    </a:lnTo>
                    <a:lnTo>
                      <a:pt x="108" y="80"/>
                    </a:lnTo>
                    <a:lnTo>
                      <a:pt x="108" y="80"/>
                    </a:lnTo>
                    <a:lnTo>
                      <a:pt x="108" y="80"/>
                    </a:lnTo>
                    <a:lnTo>
                      <a:pt x="108" y="80"/>
                    </a:lnTo>
                    <a:lnTo>
                      <a:pt x="104" y="84"/>
                    </a:lnTo>
                    <a:lnTo>
                      <a:pt x="104" y="88"/>
                    </a:lnTo>
                    <a:lnTo>
                      <a:pt x="104" y="88"/>
                    </a:lnTo>
                    <a:lnTo>
                      <a:pt x="100" y="88"/>
                    </a:lnTo>
                    <a:lnTo>
                      <a:pt x="100" y="88"/>
                    </a:lnTo>
                    <a:lnTo>
                      <a:pt x="100" y="92"/>
                    </a:lnTo>
                    <a:lnTo>
                      <a:pt x="100" y="92"/>
                    </a:lnTo>
                    <a:lnTo>
                      <a:pt x="100" y="92"/>
                    </a:lnTo>
                    <a:lnTo>
                      <a:pt x="100" y="96"/>
                    </a:lnTo>
                    <a:lnTo>
                      <a:pt x="100" y="96"/>
                    </a:lnTo>
                    <a:lnTo>
                      <a:pt x="100" y="96"/>
                    </a:lnTo>
                    <a:lnTo>
                      <a:pt x="100" y="100"/>
                    </a:lnTo>
                    <a:lnTo>
                      <a:pt x="100" y="100"/>
                    </a:lnTo>
                    <a:lnTo>
                      <a:pt x="100" y="100"/>
                    </a:lnTo>
                    <a:lnTo>
                      <a:pt x="100" y="100"/>
                    </a:lnTo>
                    <a:lnTo>
                      <a:pt x="100" y="1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6" name="Freeform 190"/>
              <p:cNvSpPr>
                <a:spLocks noEditPoints="1"/>
              </p:cNvSpPr>
              <p:nvPr/>
            </p:nvSpPr>
            <p:spPr bwMode="gray">
              <a:xfrm>
                <a:off x="7572344" y="4818839"/>
                <a:ext cx="1134001" cy="1460974"/>
              </a:xfrm>
              <a:custGeom>
                <a:avLst/>
                <a:gdLst>
                  <a:gd name="T0" fmla="*/ 570 w 652"/>
                  <a:gd name="T1" fmla="*/ 288 h 840"/>
                  <a:gd name="T2" fmla="*/ 570 w 652"/>
                  <a:gd name="T3" fmla="*/ 362 h 840"/>
                  <a:gd name="T4" fmla="*/ 540 w 652"/>
                  <a:gd name="T5" fmla="*/ 426 h 840"/>
                  <a:gd name="T6" fmla="*/ 526 w 652"/>
                  <a:gd name="T7" fmla="*/ 482 h 840"/>
                  <a:gd name="T8" fmla="*/ 472 w 652"/>
                  <a:gd name="T9" fmla="*/ 516 h 840"/>
                  <a:gd name="T10" fmla="*/ 454 w 652"/>
                  <a:gd name="T11" fmla="*/ 500 h 840"/>
                  <a:gd name="T12" fmla="*/ 410 w 652"/>
                  <a:gd name="T13" fmla="*/ 508 h 840"/>
                  <a:gd name="T14" fmla="*/ 372 w 652"/>
                  <a:gd name="T15" fmla="*/ 456 h 840"/>
                  <a:gd name="T16" fmla="*/ 362 w 652"/>
                  <a:gd name="T17" fmla="*/ 448 h 840"/>
                  <a:gd name="T18" fmla="*/ 350 w 652"/>
                  <a:gd name="T19" fmla="*/ 442 h 840"/>
                  <a:gd name="T20" fmla="*/ 342 w 652"/>
                  <a:gd name="T21" fmla="*/ 418 h 840"/>
                  <a:gd name="T22" fmla="*/ 320 w 652"/>
                  <a:gd name="T23" fmla="*/ 438 h 840"/>
                  <a:gd name="T24" fmla="*/ 294 w 652"/>
                  <a:gd name="T25" fmla="*/ 392 h 840"/>
                  <a:gd name="T26" fmla="*/ 228 w 652"/>
                  <a:gd name="T27" fmla="*/ 384 h 840"/>
                  <a:gd name="T28" fmla="*/ 160 w 652"/>
                  <a:gd name="T29" fmla="*/ 408 h 840"/>
                  <a:gd name="T30" fmla="*/ 120 w 652"/>
                  <a:gd name="T31" fmla="*/ 422 h 840"/>
                  <a:gd name="T32" fmla="*/ 74 w 652"/>
                  <a:gd name="T33" fmla="*/ 448 h 840"/>
                  <a:gd name="T34" fmla="*/ 30 w 652"/>
                  <a:gd name="T35" fmla="*/ 422 h 840"/>
                  <a:gd name="T36" fmla="*/ 34 w 652"/>
                  <a:gd name="T37" fmla="*/ 366 h 840"/>
                  <a:gd name="T38" fmla="*/ 16 w 652"/>
                  <a:gd name="T39" fmla="*/ 296 h 840"/>
                  <a:gd name="T40" fmla="*/ 12 w 652"/>
                  <a:gd name="T41" fmla="*/ 278 h 840"/>
                  <a:gd name="T42" fmla="*/ 12 w 652"/>
                  <a:gd name="T43" fmla="*/ 244 h 840"/>
                  <a:gd name="T44" fmla="*/ 26 w 652"/>
                  <a:gd name="T45" fmla="*/ 210 h 840"/>
                  <a:gd name="T46" fmla="*/ 78 w 652"/>
                  <a:gd name="T47" fmla="*/ 180 h 840"/>
                  <a:gd name="T48" fmla="*/ 134 w 652"/>
                  <a:gd name="T49" fmla="*/ 132 h 840"/>
                  <a:gd name="T50" fmla="*/ 152 w 652"/>
                  <a:gd name="T51" fmla="*/ 120 h 840"/>
                  <a:gd name="T52" fmla="*/ 164 w 652"/>
                  <a:gd name="T53" fmla="*/ 106 h 840"/>
                  <a:gd name="T54" fmla="*/ 174 w 652"/>
                  <a:gd name="T55" fmla="*/ 86 h 840"/>
                  <a:gd name="T56" fmla="*/ 194 w 652"/>
                  <a:gd name="T57" fmla="*/ 72 h 840"/>
                  <a:gd name="T58" fmla="*/ 216 w 652"/>
                  <a:gd name="T59" fmla="*/ 86 h 840"/>
                  <a:gd name="T60" fmla="*/ 238 w 652"/>
                  <a:gd name="T61" fmla="*/ 80 h 840"/>
                  <a:gd name="T62" fmla="*/ 258 w 652"/>
                  <a:gd name="T63" fmla="*/ 46 h 840"/>
                  <a:gd name="T64" fmla="*/ 280 w 652"/>
                  <a:gd name="T65" fmla="*/ 24 h 840"/>
                  <a:gd name="T66" fmla="*/ 298 w 652"/>
                  <a:gd name="T67" fmla="*/ 30 h 840"/>
                  <a:gd name="T68" fmla="*/ 332 w 652"/>
                  <a:gd name="T69" fmla="*/ 34 h 840"/>
                  <a:gd name="T70" fmla="*/ 324 w 652"/>
                  <a:gd name="T71" fmla="*/ 76 h 840"/>
                  <a:gd name="T72" fmla="*/ 362 w 652"/>
                  <a:gd name="T73" fmla="*/ 116 h 840"/>
                  <a:gd name="T74" fmla="*/ 402 w 652"/>
                  <a:gd name="T75" fmla="*/ 110 h 840"/>
                  <a:gd name="T76" fmla="*/ 410 w 652"/>
                  <a:gd name="T77" fmla="*/ 46 h 840"/>
                  <a:gd name="T78" fmla="*/ 426 w 652"/>
                  <a:gd name="T79" fmla="*/ 20 h 840"/>
                  <a:gd name="T80" fmla="*/ 452 w 652"/>
                  <a:gd name="T81" fmla="*/ 72 h 840"/>
                  <a:gd name="T82" fmla="*/ 470 w 652"/>
                  <a:gd name="T83" fmla="*/ 132 h 840"/>
                  <a:gd name="T84" fmla="*/ 502 w 652"/>
                  <a:gd name="T85" fmla="*/ 172 h 840"/>
                  <a:gd name="T86" fmla="*/ 522 w 652"/>
                  <a:gd name="T87" fmla="*/ 218 h 840"/>
                  <a:gd name="T88" fmla="*/ 548 w 652"/>
                  <a:gd name="T89" fmla="*/ 244 h 840"/>
                  <a:gd name="T90" fmla="*/ 574 w 652"/>
                  <a:gd name="T91" fmla="*/ 266 h 840"/>
                  <a:gd name="T92" fmla="*/ 498 w 652"/>
                  <a:gd name="T93" fmla="*/ 594 h 840"/>
                  <a:gd name="T94" fmla="*/ 652 w 652"/>
                  <a:gd name="T95" fmla="*/ 840 h 840"/>
                  <a:gd name="T96" fmla="*/ 336 w 652"/>
                  <a:gd name="T97" fmla="*/ 24 h 840"/>
                  <a:gd name="T98" fmla="*/ 260 w 652"/>
                  <a:gd name="T99" fmla="*/ 24 h 840"/>
                  <a:gd name="T100" fmla="*/ 250 w 652"/>
                  <a:gd name="T101" fmla="*/ 30 h 840"/>
                  <a:gd name="T102" fmla="*/ 332 w 652"/>
                  <a:gd name="T103" fmla="*/ 64 h 840"/>
                  <a:gd name="T104" fmla="*/ 372 w 652"/>
                  <a:gd name="T105" fmla="*/ 114 h 840"/>
                  <a:gd name="T106" fmla="*/ 0 w 652"/>
                  <a:gd name="T107" fmla="*/ 274 h 840"/>
                  <a:gd name="T108" fmla="*/ 574 w 652"/>
                  <a:gd name="T109" fmla="*/ 310 h 840"/>
                  <a:gd name="T110" fmla="*/ 462 w 652"/>
                  <a:gd name="T111" fmla="*/ 508 h 840"/>
                  <a:gd name="T112" fmla="*/ 502 w 652"/>
                  <a:gd name="T113" fmla="*/ 550 h 840"/>
                  <a:gd name="T114" fmla="*/ 458 w 652"/>
                  <a:gd name="T115" fmla="*/ 586 h 840"/>
                  <a:gd name="T116" fmla="*/ 480 w 652"/>
                  <a:gd name="T117" fmla="*/ 560 h 840"/>
                  <a:gd name="T118" fmla="*/ 498 w 652"/>
                  <a:gd name="T119" fmla="*/ 580 h 840"/>
                  <a:gd name="T120" fmla="*/ 488 w 652"/>
                  <a:gd name="T121" fmla="*/ 598 h 8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52" h="840">
                    <a:moveTo>
                      <a:pt x="548" y="244"/>
                    </a:moveTo>
                    <a:lnTo>
                      <a:pt x="548" y="248"/>
                    </a:lnTo>
                    <a:lnTo>
                      <a:pt x="548" y="244"/>
                    </a:lnTo>
                    <a:lnTo>
                      <a:pt x="552" y="244"/>
                    </a:lnTo>
                    <a:lnTo>
                      <a:pt x="552" y="248"/>
                    </a:lnTo>
                    <a:lnTo>
                      <a:pt x="554" y="248"/>
                    </a:lnTo>
                    <a:lnTo>
                      <a:pt x="554" y="252"/>
                    </a:lnTo>
                    <a:lnTo>
                      <a:pt x="554" y="256"/>
                    </a:lnTo>
                    <a:lnTo>
                      <a:pt x="558" y="256"/>
                    </a:lnTo>
                    <a:lnTo>
                      <a:pt x="558" y="258"/>
                    </a:lnTo>
                    <a:lnTo>
                      <a:pt x="562" y="258"/>
                    </a:lnTo>
                    <a:lnTo>
                      <a:pt x="562" y="262"/>
                    </a:lnTo>
                    <a:lnTo>
                      <a:pt x="562" y="266"/>
                    </a:lnTo>
                    <a:lnTo>
                      <a:pt x="566" y="266"/>
                    </a:lnTo>
                    <a:lnTo>
                      <a:pt x="566" y="270"/>
                    </a:lnTo>
                    <a:lnTo>
                      <a:pt x="566" y="274"/>
                    </a:lnTo>
                    <a:lnTo>
                      <a:pt x="566" y="278"/>
                    </a:lnTo>
                    <a:lnTo>
                      <a:pt x="570" y="278"/>
                    </a:lnTo>
                    <a:lnTo>
                      <a:pt x="570" y="282"/>
                    </a:lnTo>
                    <a:lnTo>
                      <a:pt x="570" y="286"/>
                    </a:lnTo>
                    <a:lnTo>
                      <a:pt x="570" y="288"/>
                    </a:lnTo>
                    <a:lnTo>
                      <a:pt x="570" y="292"/>
                    </a:lnTo>
                    <a:lnTo>
                      <a:pt x="570" y="296"/>
                    </a:lnTo>
                    <a:lnTo>
                      <a:pt x="570" y="300"/>
                    </a:lnTo>
                    <a:lnTo>
                      <a:pt x="570" y="302"/>
                    </a:lnTo>
                    <a:lnTo>
                      <a:pt x="574" y="306"/>
                    </a:lnTo>
                    <a:lnTo>
                      <a:pt x="574" y="310"/>
                    </a:lnTo>
                    <a:lnTo>
                      <a:pt x="574" y="314"/>
                    </a:lnTo>
                    <a:lnTo>
                      <a:pt x="574" y="318"/>
                    </a:lnTo>
                    <a:lnTo>
                      <a:pt x="578" y="318"/>
                    </a:lnTo>
                    <a:lnTo>
                      <a:pt x="578" y="322"/>
                    </a:lnTo>
                    <a:lnTo>
                      <a:pt x="578" y="326"/>
                    </a:lnTo>
                    <a:lnTo>
                      <a:pt x="578" y="328"/>
                    </a:lnTo>
                    <a:lnTo>
                      <a:pt x="578" y="332"/>
                    </a:lnTo>
                    <a:lnTo>
                      <a:pt x="574" y="332"/>
                    </a:lnTo>
                    <a:lnTo>
                      <a:pt x="574" y="336"/>
                    </a:lnTo>
                    <a:lnTo>
                      <a:pt x="574" y="340"/>
                    </a:lnTo>
                    <a:lnTo>
                      <a:pt x="574" y="344"/>
                    </a:lnTo>
                    <a:lnTo>
                      <a:pt x="574" y="348"/>
                    </a:lnTo>
                    <a:lnTo>
                      <a:pt x="574" y="352"/>
                    </a:lnTo>
                    <a:lnTo>
                      <a:pt x="570" y="356"/>
                    </a:lnTo>
                    <a:lnTo>
                      <a:pt x="570" y="362"/>
                    </a:lnTo>
                    <a:lnTo>
                      <a:pt x="570" y="366"/>
                    </a:lnTo>
                    <a:lnTo>
                      <a:pt x="570" y="370"/>
                    </a:lnTo>
                    <a:lnTo>
                      <a:pt x="570" y="374"/>
                    </a:lnTo>
                    <a:lnTo>
                      <a:pt x="566" y="378"/>
                    </a:lnTo>
                    <a:lnTo>
                      <a:pt x="566" y="382"/>
                    </a:lnTo>
                    <a:lnTo>
                      <a:pt x="566" y="384"/>
                    </a:lnTo>
                    <a:lnTo>
                      <a:pt x="562" y="384"/>
                    </a:lnTo>
                    <a:lnTo>
                      <a:pt x="562" y="388"/>
                    </a:lnTo>
                    <a:lnTo>
                      <a:pt x="562" y="392"/>
                    </a:lnTo>
                    <a:lnTo>
                      <a:pt x="562" y="396"/>
                    </a:lnTo>
                    <a:lnTo>
                      <a:pt x="558" y="400"/>
                    </a:lnTo>
                    <a:lnTo>
                      <a:pt x="554" y="400"/>
                    </a:lnTo>
                    <a:lnTo>
                      <a:pt x="554" y="404"/>
                    </a:lnTo>
                    <a:lnTo>
                      <a:pt x="552" y="404"/>
                    </a:lnTo>
                    <a:lnTo>
                      <a:pt x="552" y="408"/>
                    </a:lnTo>
                    <a:lnTo>
                      <a:pt x="548" y="412"/>
                    </a:lnTo>
                    <a:lnTo>
                      <a:pt x="548" y="414"/>
                    </a:lnTo>
                    <a:lnTo>
                      <a:pt x="544" y="418"/>
                    </a:lnTo>
                    <a:lnTo>
                      <a:pt x="544" y="422"/>
                    </a:lnTo>
                    <a:lnTo>
                      <a:pt x="544" y="426"/>
                    </a:lnTo>
                    <a:lnTo>
                      <a:pt x="540" y="426"/>
                    </a:lnTo>
                    <a:lnTo>
                      <a:pt x="544" y="426"/>
                    </a:lnTo>
                    <a:lnTo>
                      <a:pt x="540" y="430"/>
                    </a:lnTo>
                    <a:lnTo>
                      <a:pt x="540" y="434"/>
                    </a:lnTo>
                    <a:lnTo>
                      <a:pt x="536" y="438"/>
                    </a:lnTo>
                    <a:lnTo>
                      <a:pt x="540" y="438"/>
                    </a:lnTo>
                    <a:lnTo>
                      <a:pt x="536" y="442"/>
                    </a:lnTo>
                    <a:lnTo>
                      <a:pt x="536" y="444"/>
                    </a:lnTo>
                    <a:lnTo>
                      <a:pt x="536" y="448"/>
                    </a:lnTo>
                    <a:lnTo>
                      <a:pt x="536" y="444"/>
                    </a:lnTo>
                    <a:lnTo>
                      <a:pt x="536" y="448"/>
                    </a:lnTo>
                    <a:lnTo>
                      <a:pt x="532" y="448"/>
                    </a:lnTo>
                    <a:lnTo>
                      <a:pt x="532" y="452"/>
                    </a:lnTo>
                    <a:lnTo>
                      <a:pt x="532" y="456"/>
                    </a:lnTo>
                    <a:lnTo>
                      <a:pt x="528" y="460"/>
                    </a:lnTo>
                    <a:lnTo>
                      <a:pt x="528" y="464"/>
                    </a:lnTo>
                    <a:lnTo>
                      <a:pt x="528" y="468"/>
                    </a:lnTo>
                    <a:lnTo>
                      <a:pt x="528" y="470"/>
                    </a:lnTo>
                    <a:lnTo>
                      <a:pt x="526" y="470"/>
                    </a:lnTo>
                    <a:lnTo>
                      <a:pt x="526" y="474"/>
                    </a:lnTo>
                    <a:lnTo>
                      <a:pt x="526" y="478"/>
                    </a:lnTo>
                    <a:lnTo>
                      <a:pt x="526" y="482"/>
                    </a:lnTo>
                    <a:lnTo>
                      <a:pt x="526" y="486"/>
                    </a:lnTo>
                    <a:lnTo>
                      <a:pt x="526" y="490"/>
                    </a:lnTo>
                    <a:lnTo>
                      <a:pt x="526" y="494"/>
                    </a:lnTo>
                    <a:lnTo>
                      <a:pt x="522" y="494"/>
                    </a:lnTo>
                    <a:lnTo>
                      <a:pt x="522" y="498"/>
                    </a:lnTo>
                    <a:lnTo>
                      <a:pt x="518" y="498"/>
                    </a:lnTo>
                    <a:lnTo>
                      <a:pt x="514" y="498"/>
                    </a:lnTo>
                    <a:lnTo>
                      <a:pt x="510" y="498"/>
                    </a:lnTo>
                    <a:lnTo>
                      <a:pt x="506" y="498"/>
                    </a:lnTo>
                    <a:lnTo>
                      <a:pt x="502" y="498"/>
                    </a:lnTo>
                    <a:lnTo>
                      <a:pt x="498" y="498"/>
                    </a:lnTo>
                    <a:lnTo>
                      <a:pt x="498" y="500"/>
                    </a:lnTo>
                    <a:lnTo>
                      <a:pt x="496" y="500"/>
                    </a:lnTo>
                    <a:lnTo>
                      <a:pt x="492" y="500"/>
                    </a:lnTo>
                    <a:lnTo>
                      <a:pt x="492" y="504"/>
                    </a:lnTo>
                    <a:lnTo>
                      <a:pt x="488" y="504"/>
                    </a:lnTo>
                    <a:lnTo>
                      <a:pt x="488" y="508"/>
                    </a:lnTo>
                    <a:lnTo>
                      <a:pt x="484" y="512"/>
                    </a:lnTo>
                    <a:lnTo>
                      <a:pt x="480" y="516"/>
                    </a:lnTo>
                    <a:lnTo>
                      <a:pt x="476" y="516"/>
                    </a:lnTo>
                    <a:lnTo>
                      <a:pt x="472" y="516"/>
                    </a:lnTo>
                    <a:lnTo>
                      <a:pt x="472" y="520"/>
                    </a:lnTo>
                    <a:lnTo>
                      <a:pt x="476" y="520"/>
                    </a:lnTo>
                    <a:lnTo>
                      <a:pt x="476" y="516"/>
                    </a:lnTo>
                    <a:lnTo>
                      <a:pt x="476" y="524"/>
                    </a:lnTo>
                    <a:lnTo>
                      <a:pt x="472" y="524"/>
                    </a:lnTo>
                    <a:lnTo>
                      <a:pt x="472" y="520"/>
                    </a:lnTo>
                    <a:lnTo>
                      <a:pt x="470" y="516"/>
                    </a:lnTo>
                    <a:lnTo>
                      <a:pt x="470" y="520"/>
                    </a:lnTo>
                    <a:lnTo>
                      <a:pt x="466" y="516"/>
                    </a:lnTo>
                    <a:lnTo>
                      <a:pt x="462" y="516"/>
                    </a:lnTo>
                    <a:lnTo>
                      <a:pt x="462" y="512"/>
                    </a:lnTo>
                    <a:lnTo>
                      <a:pt x="462" y="508"/>
                    </a:lnTo>
                    <a:lnTo>
                      <a:pt x="462" y="504"/>
                    </a:lnTo>
                    <a:lnTo>
                      <a:pt x="458" y="504"/>
                    </a:lnTo>
                    <a:lnTo>
                      <a:pt x="458" y="508"/>
                    </a:lnTo>
                    <a:lnTo>
                      <a:pt x="454" y="512"/>
                    </a:lnTo>
                    <a:lnTo>
                      <a:pt x="452" y="508"/>
                    </a:lnTo>
                    <a:lnTo>
                      <a:pt x="454" y="508"/>
                    </a:lnTo>
                    <a:lnTo>
                      <a:pt x="458" y="504"/>
                    </a:lnTo>
                    <a:lnTo>
                      <a:pt x="458" y="500"/>
                    </a:lnTo>
                    <a:lnTo>
                      <a:pt x="454" y="500"/>
                    </a:lnTo>
                    <a:lnTo>
                      <a:pt x="452" y="500"/>
                    </a:lnTo>
                    <a:lnTo>
                      <a:pt x="448" y="504"/>
                    </a:lnTo>
                    <a:lnTo>
                      <a:pt x="452" y="504"/>
                    </a:lnTo>
                    <a:lnTo>
                      <a:pt x="452" y="508"/>
                    </a:lnTo>
                    <a:lnTo>
                      <a:pt x="448" y="508"/>
                    </a:lnTo>
                    <a:lnTo>
                      <a:pt x="444" y="512"/>
                    </a:lnTo>
                    <a:lnTo>
                      <a:pt x="440" y="512"/>
                    </a:lnTo>
                    <a:lnTo>
                      <a:pt x="440" y="516"/>
                    </a:lnTo>
                    <a:lnTo>
                      <a:pt x="436" y="516"/>
                    </a:lnTo>
                    <a:lnTo>
                      <a:pt x="436" y="520"/>
                    </a:lnTo>
                    <a:lnTo>
                      <a:pt x="432" y="516"/>
                    </a:lnTo>
                    <a:lnTo>
                      <a:pt x="428" y="516"/>
                    </a:lnTo>
                    <a:lnTo>
                      <a:pt x="428" y="512"/>
                    </a:lnTo>
                    <a:lnTo>
                      <a:pt x="426" y="512"/>
                    </a:lnTo>
                    <a:lnTo>
                      <a:pt x="422" y="512"/>
                    </a:lnTo>
                    <a:lnTo>
                      <a:pt x="422" y="508"/>
                    </a:lnTo>
                    <a:lnTo>
                      <a:pt x="418" y="508"/>
                    </a:lnTo>
                    <a:lnTo>
                      <a:pt x="414" y="508"/>
                    </a:lnTo>
                    <a:lnTo>
                      <a:pt x="410" y="508"/>
                    </a:lnTo>
                    <a:lnTo>
                      <a:pt x="406" y="508"/>
                    </a:lnTo>
                    <a:lnTo>
                      <a:pt x="410" y="508"/>
                    </a:lnTo>
                    <a:lnTo>
                      <a:pt x="406" y="508"/>
                    </a:lnTo>
                    <a:lnTo>
                      <a:pt x="402" y="508"/>
                    </a:lnTo>
                    <a:lnTo>
                      <a:pt x="402" y="504"/>
                    </a:lnTo>
                    <a:lnTo>
                      <a:pt x="400" y="504"/>
                    </a:lnTo>
                    <a:lnTo>
                      <a:pt x="396" y="504"/>
                    </a:lnTo>
                    <a:lnTo>
                      <a:pt x="396" y="500"/>
                    </a:lnTo>
                    <a:lnTo>
                      <a:pt x="392" y="500"/>
                    </a:lnTo>
                    <a:lnTo>
                      <a:pt x="392" y="498"/>
                    </a:lnTo>
                    <a:lnTo>
                      <a:pt x="388" y="498"/>
                    </a:lnTo>
                    <a:lnTo>
                      <a:pt x="388" y="494"/>
                    </a:lnTo>
                    <a:lnTo>
                      <a:pt x="384" y="494"/>
                    </a:lnTo>
                    <a:lnTo>
                      <a:pt x="384" y="490"/>
                    </a:lnTo>
                    <a:lnTo>
                      <a:pt x="380" y="486"/>
                    </a:lnTo>
                    <a:lnTo>
                      <a:pt x="380" y="482"/>
                    </a:lnTo>
                    <a:lnTo>
                      <a:pt x="384" y="478"/>
                    </a:lnTo>
                    <a:lnTo>
                      <a:pt x="384" y="474"/>
                    </a:lnTo>
                    <a:lnTo>
                      <a:pt x="380" y="468"/>
                    </a:lnTo>
                    <a:lnTo>
                      <a:pt x="376" y="464"/>
                    </a:lnTo>
                    <a:lnTo>
                      <a:pt x="376" y="460"/>
                    </a:lnTo>
                    <a:lnTo>
                      <a:pt x="372" y="460"/>
                    </a:lnTo>
                    <a:lnTo>
                      <a:pt x="372" y="456"/>
                    </a:lnTo>
                    <a:lnTo>
                      <a:pt x="372" y="460"/>
                    </a:lnTo>
                    <a:lnTo>
                      <a:pt x="376" y="460"/>
                    </a:lnTo>
                    <a:lnTo>
                      <a:pt x="376" y="464"/>
                    </a:lnTo>
                    <a:lnTo>
                      <a:pt x="380" y="468"/>
                    </a:lnTo>
                    <a:lnTo>
                      <a:pt x="380" y="464"/>
                    </a:lnTo>
                    <a:lnTo>
                      <a:pt x="376" y="464"/>
                    </a:lnTo>
                    <a:lnTo>
                      <a:pt x="376" y="460"/>
                    </a:lnTo>
                    <a:lnTo>
                      <a:pt x="372" y="456"/>
                    </a:lnTo>
                    <a:lnTo>
                      <a:pt x="372" y="460"/>
                    </a:lnTo>
                    <a:lnTo>
                      <a:pt x="376" y="456"/>
                    </a:lnTo>
                    <a:lnTo>
                      <a:pt x="376" y="452"/>
                    </a:lnTo>
                    <a:lnTo>
                      <a:pt x="372" y="452"/>
                    </a:lnTo>
                    <a:lnTo>
                      <a:pt x="370" y="452"/>
                    </a:lnTo>
                    <a:lnTo>
                      <a:pt x="372" y="452"/>
                    </a:lnTo>
                    <a:lnTo>
                      <a:pt x="372" y="456"/>
                    </a:lnTo>
                    <a:lnTo>
                      <a:pt x="370" y="456"/>
                    </a:lnTo>
                    <a:lnTo>
                      <a:pt x="366" y="456"/>
                    </a:lnTo>
                    <a:lnTo>
                      <a:pt x="358" y="456"/>
                    </a:lnTo>
                    <a:lnTo>
                      <a:pt x="362" y="456"/>
                    </a:lnTo>
                    <a:lnTo>
                      <a:pt x="362" y="452"/>
                    </a:lnTo>
                    <a:lnTo>
                      <a:pt x="362" y="448"/>
                    </a:lnTo>
                    <a:lnTo>
                      <a:pt x="366" y="444"/>
                    </a:lnTo>
                    <a:lnTo>
                      <a:pt x="366" y="442"/>
                    </a:lnTo>
                    <a:lnTo>
                      <a:pt x="362" y="438"/>
                    </a:lnTo>
                    <a:lnTo>
                      <a:pt x="362" y="434"/>
                    </a:lnTo>
                    <a:lnTo>
                      <a:pt x="358" y="430"/>
                    </a:lnTo>
                    <a:lnTo>
                      <a:pt x="358" y="434"/>
                    </a:lnTo>
                    <a:lnTo>
                      <a:pt x="354" y="434"/>
                    </a:lnTo>
                    <a:lnTo>
                      <a:pt x="354" y="438"/>
                    </a:lnTo>
                    <a:lnTo>
                      <a:pt x="354" y="442"/>
                    </a:lnTo>
                    <a:lnTo>
                      <a:pt x="354" y="444"/>
                    </a:lnTo>
                    <a:lnTo>
                      <a:pt x="354" y="448"/>
                    </a:lnTo>
                    <a:lnTo>
                      <a:pt x="350" y="448"/>
                    </a:lnTo>
                    <a:lnTo>
                      <a:pt x="346" y="448"/>
                    </a:lnTo>
                    <a:lnTo>
                      <a:pt x="342" y="448"/>
                    </a:lnTo>
                    <a:lnTo>
                      <a:pt x="340" y="452"/>
                    </a:lnTo>
                    <a:lnTo>
                      <a:pt x="340" y="448"/>
                    </a:lnTo>
                    <a:lnTo>
                      <a:pt x="342" y="448"/>
                    </a:lnTo>
                    <a:lnTo>
                      <a:pt x="342" y="444"/>
                    </a:lnTo>
                    <a:lnTo>
                      <a:pt x="346" y="444"/>
                    </a:lnTo>
                    <a:lnTo>
                      <a:pt x="350" y="444"/>
                    </a:lnTo>
                    <a:lnTo>
                      <a:pt x="350" y="442"/>
                    </a:lnTo>
                    <a:lnTo>
                      <a:pt x="350" y="438"/>
                    </a:lnTo>
                    <a:lnTo>
                      <a:pt x="350" y="434"/>
                    </a:lnTo>
                    <a:lnTo>
                      <a:pt x="350" y="430"/>
                    </a:lnTo>
                    <a:lnTo>
                      <a:pt x="350" y="426"/>
                    </a:lnTo>
                    <a:lnTo>
                      <a:pt x="350" y="422"/>
                    </a:lnTo>
                    <a:lnTo>
                      <a:pt x="354" y="418"/>
                    </a:lnTo>
                    <a:lnTo>
                      <a:pt x="354" y="414"/>
                    </a:lnTo>
                    <a:lnTo>
                      <a:pt x="354" y="412"/>
                    </a:lnTo>
                    <a:lnTo>
                      <a:pt x="358" y="412"/>
                    </a:lnTo>
                    <a:lnTo>
                      <a:pt x="358" y="408"/>
                    </a:lnTo>
                    <a:lnTo>
                      <a:pt x="354" y="404"/>
                    </a:lnTo>
                    <a:lnTo>
                      <a:pt x="354" y="400"/>
                    </a:lnTo>
                    <a:lnTo>
                      <a:pt x="354" y="404"/>
                    </a:lnTo>
                    <a:lnTo>
                      <a:pt x="354" y="408"/>
                    </a:lnTo>
                    <a:lnTo>
                      <a:pt x="350" y="408"/>
                    </a:lnTo>
                    <a:lnTo>
                      <a:pt x="350" y="412"/>
                    </a:lnTo>
                    <a:lnTo>
                      <a:pt x="346" y="412"/>
                    </a:lnTo>
                    <a:lnTo>
                      <a:pt x="346" y="414"/>
                    </a:lnTo>
                    <a:lnTo>
                      <a:pt x="346" y="418"/>
                    </a:lnTo>
                    <a:lnTo>
                      <a:pt x="342" y="422"/>
                    </a:lnTo>
                    <a:lnTo>
                      <a:pt x="342" y="418"/>
                    </a:lnTo>
                    <a:lnTo>
                      <a:pt x="340" y="422"/>
                    </a:lnTo>
                    <a:lnTo>
                      <a:pt x="342" y="422"/>
                    </a:lnTo>
                    <a:lnTo>
                      <a:pt x="340" y="422"/>
                    </a:lnTo>
                    <a:lnTo>
                      <a:pt x="336" y="426"/>
                    </a:lnTo>
                    <a:lnTo>
                      <a:pt x="332" y="426"/>
                    </a:lnTo>
                    <a:lnTo>
                      <a:pt x="332" y="430"/>
                    </a:lnTo>
                    <a:lnTo>
                      <a:pt x="332" y="434"/>
                    </a:lnTo>
                    <a:lnTo>
                      <a:pt x="328" y="434"/>
                    </a:lnTo>
                    <a:lnTo>
                      <a:pt x="328" y="438"/>
                    </a:lnTo>
                    <a:lnTo>
                      <a:pt x="324" y="442"/>
                    </a:lnTo>
                    <a:lnTo>
                      <a:pt x="328" y="442"/>
                    </a:lnTo>
                    <a:lnTo>
                      <a:pt x="328" y="444"/>
                    </a:lnTo>
                    <a:lnTo>
                      <a:pt x="328" y="442"/>
                    </a:lnTo>
                    <a:lnTo>
                      <a:pt x="324" y="442"/>
                    </a:lnTo>
                    <a:lnTo>
                      <a:pt x="324" y="444"/>
                    </a:lnTo>
                    <a:lnTo>
                      <a:pt x="324" y="442"/>
                    </a:lnTo>
                    <a:lnTo>
                      <a:pt x="320" y="442"/>
                    </a:lnTo>
                    <a:lnTo>
                      <a:pt x="320" y="438"/>
                    </a:lnTo>
                    <a:lnTo>
                      <a:pt x="316" y="438"/>
                    </a:lnTo>
                    <a:lnTo>
                      <a:pt x="316" y="434"/>
                    </a:lnTo>
                    <a:lnTo>
                      <a:pt x="320" y="438"/>
                    </a:lnTo>
                    <a:lnTo>
                      <a:pt x="320" y="434"/>
                    </a:lnTo>
                    <a:lnTo>
                      <a:pt x="320" y="430"/>
                    </a:lnTo>
                    <a:lnTo>
                      <a:pt x="316" y="430"/>
                    </a:lnTo>
                    <a:lnTo>
                      <a:pt x="316" y="426"/>
                    </a:lnTo>
                    <a:lnTo>
                      <a:pt x="316" y="422"/>
                    </a:lnTo>
                    <a:lnTo>
                      <a:pt x="314" y="422"/>
                    </a:lnTo>
                    <a:lnTo>
                      <a:pt x="314" y="418"/>
                    </a:lnTo>
                    <a:lnTo>
                      <a:pt x="314" y="414"/>
                    </a:lnTo>
                    <a:lnTo>
                      <a:pt x="310" y="412"/>
                    </a:lnTo>
                    <a:lnTo>
                      <a:pt x="306" y="412"/>
                    </a:lnTo>
                    <a:lnTo>
                      <a:pt x="302" y="408"/>
                    </a:lnTo>
                    <a:lnTo>
                      <a:pt x="302" y="404"/>
                    </a:lnTo>
                    <a:lnTo>
                      <a:pt x="306" y="404"/>
                    </a:lnTo>
                    <a:lnTo>
                      <a:pt x="306" y="400"/>
                    </a:lnTo>
                    <a:lnTo>
                      <a:pt x="302" y="400"/>
                    </a:lnTo>
                    <a:lnTo>
                      <a:pt x="302" y="396"/>
                    </a:lnTo>
                    <a:lnTo>
                      <a:pt x="298" y="396"/>
                    </a:lnTo>
                    <a:lnTo>
                      <a:pt x="298" y="400"/>
                    </a:lnTo>
                    <a:lnTo>
                      <a:pt x="298" y="396"/>
                    </a:lnTo>
                    <a:lnTo>
                      <a:pt x="298" y="392"/>
                    </a:lnTo>
                    <a:lnTo>
                      <a:pt x="294" y="392"/>
                    </a:lnTo>
                    <a:lnTo>
                      <a:pt x="290" y="392"/>
                    </a:lnTo>
                    <a:lnTo>
                      <a:pt x="286" y="392"/>
                    </a:lnTo>
                    <a:lnTo>
                      <a:pt x="286" y="388"/>
                    </a:lnTo>
                    <a:lnTo>
                      <a:pt x="284" y="388"/>
                    </a:lnTo>
                    <a:lnTo>
                      <a:pt x="280" y="388"/>
                    </a:lnTo>
                    <a:lnTo>
                      <a:pt x="276" y="388"/>
                    </a:lnTo>
                    <a:lnTo>
                      <a:pt x="272" y="388"/>
                    </a:lnTo>
                    <a:lnTo>
                      <a:pt x="272" y="384"/>
                    </a:lnTo>
                    <a:lnTo>
                      <a:pt x="268" y="384"/>
                    </a:lnTo>
                    <a:lnTo>
                      <a:pt x="268" y="382"/>
                    </a:lnTo>
                    <a:lnTo>
                      <a:pt x="264" y="382"/>
                    </a:lnTo>
                    <a:lnTo>
                      <a:pt x="260" y="382"/>
                    </a:lnTo>
                    <a:lnTo>
                      <a:pt x="260" y="378"/>
                    </a:lnTo>
                    <a:lnTo>
                      <a:pt x="258" y="382"/>
                    </a:lnTo>
                    <a:lnTo>
                      <a:pt x="254" y="382"/>
                    </a:lnTo>
                    <a:lnTo>
                      <a:pt x="246" y="382"/>
                    </a:lnTo>
                    <a:lnTo>
                      <a:pt x="242" y="382"/>
                    </a:lnTo>
                    <a:lnTo>
                      <a:pt x="238" y="382"/>
                    </a:lnTo>
                    <a:lnTo>
                      <a:pt x="234" y="382"/>
                    </a:lnTo>
                    <a:lnTo>
                      <a:pt x="230" y="382"/>
                    </a:lnTo>
                    <a:lnTo>
                      <a:pt x="228" y="384"/>
                    </a:lnTo>
                    <a:lnTo>
                      <a:pt x="224" y="384"/>
                    </a:lnTo>
                    <a:lnTo>
                      <a:pt x="216" y="388"/>
                    </a:lnTo>
                    <a:lnTo>
                      <a:pt x="216" y="392"/>
                    </a:lnTo>
                    <a:lnTo>
                      <a:pt x="212" y="392"/>
                    </a:lnTo>
                    <a:lnTo>
                      <a:pt x="208" y="392"/>
                    </a:lnTo>
                    <a:lnTo>
                      <a:pt x="204" y="392"/>
                    </a:lnTo>
                    <a:lnTo>
                      <a:pt x="202" y="392"/>
                    </a:lnTo>
                    <a:lnTo>
                      <a:pt x="202" y="396"/>
                    </a:lnTo>
                    <a:lnTo>
                      <a:pt x="198" y="396"/>
                    </a:lnTo>
                    <a:lnTo>
                      <a:pt x="194" y="396"/>
                    </a:lnTo>
                    <a:lnTo>
                      <a:pt x="194" y="392"/>
                    </a:lnTo>
                    <a:lnTo>
                      <a:pt x="190" y="392"/>
                    </a:lnTo>
                    <a:lnTo>
                      <a:pt x="186" y="392"/>
                    </a:lnTo>
                    <a:lnTo>
                      <a:pt x="182" y="396"/>
                    </a:lnTo>
                    <a:lnTo>
                      <a:pt x="178" y="400"/>
                    </a:lnTo>
                    <a:lnTo>
                      <a:pt x="174" y="400"/>
                    </a:lnTo>
                    <a:lnTo>
                      <a:pt x="172" y="404"/>
                    </a:lnTo>
                    <a:lnTo>
                      <a:pt x="168" y="404"/>
                    </a:lnTo>
                    <a:lnTo>
                      <a:pt x="168" y="408"/>
                    </a:lnTo>
                    <a:lnTo>
                      <a:pt x="164" y="408"/>
                    </a:lnTo>
                    <a:lnTo>
                      <a:pt x="160" y="408"/>
                    </a:lnTo>
                    <a:lnTo>
                      <a:pt x="160" y="412"/>
                    </a:lnTo>
                    <a:lnTo>
                      <a:pt x="160" y="414"/>
                    </a:lnTo>
                    <a:lnTo>
                      <a:pt x="156" y="418"/>
                    </a:lnTo>
                    <a:lnTo>
                      <a:pt x="156" y="422"/>
                    </a:lnTo>
                    <a:lnTo>
                      <a:pt x="152" y="422"/>
                    </a:lnTo>
                    <a:lnTo>
                      <a:pt x="152" y="426"/>
                    </a:lnTo>
                    <a:lnTo>
                      <a:pt x="148" y="422"/>
                    </a:lnTo>
                    <a:lnTo>
                      <a:pt x="148" y="426"/>
                    </a:lnTo>
                    <a:lnTo>
                      <a:pt x="146" y="426"/>
                    </a:lnTo>
                    <a:lnTo>
                      <a:pt x="146" y="422"/>
                    </a:lnTo>
                    <a:lnTo>
                      <a:pt x="142" y="422"/>
                    </a:lnTo>
                    <a:lnTo>
                      <a:pt x="142" y="426"/>
                    </a:lnTo>
                    <a:lnTo>
                      <a:pt x="142" y="422"/>
                    </a:lnTo>
                    <a:lnTo>
                      <a:pt x="138" y="422"/>
                    </a:lnTo>
                    <a:lnTo>
                      <a:pt x="138" y="426"/>
                    </a:lnTo>
                    <a:lnTo>
                      <a:pt x="134" y="426"/>
                    </a:lnTo>
                    <a:lnTo>
                      <a:pt x="130" y="426"/>
                    </a:lnTo>
                    <a:lnTo>
                      <a:pt x="130" y="422"/>
                    </a:lnTo>
                    <a:lnTo>
                      <a:pt x="126" y="422"/>
                    </a:lnTo>
                    <a:lnTo>
                      <a:pt x="122" y="422"/>
                    </a:lnTo>
                    <a:lnTo>
                      <a:pt x="120" y="422"/>
                    </a:lnTo>
                    <a:lnTo>
                      <a:pt x="116" y="422"/>
                    </a:lnTo>
                    <a:lnTo>
                      <a:pt x="112" y="422"/>
                    </a:lnTo>
                    <a:lnTo>
                      <a:pt x="108" y="426"/>
                    </a:lnTo>
                    <a:lnTo>
                      <a:pt x="104" y="426"/>
                    </a:lnTo>
                    <a:lnTo>
                      <a:pt x="102" y="426"/>
                    </a:lnTo>
                    <a:lnTo>
                      <a:pt x="98" y="426"/>
                    </a:lnTo>
                    <a:lnTo>
                      <a:pt x="98" y="430"/>
                    </a:lnTo>
                    <a:lnTo>
                      <a:pt x="94" y="430"/>
                    </a:lnTo>
                    <a:lnTo>
                      <a:pt x="94" y="434"/>
                    </a:lnTo>
                    <a:lnTo>
                      <a:pt x="90" y="438"/>
                    </a:lnTo>
                    <a:lnTo>
                      <a:pt x="90" y="434"/>
                    </a:lnTo>
                    <a:lnTo>
                      <a:pt x="86" y="434"/>
                    </a:lnTo>
                    <a:lnTo>
                      <a:pt x="86" y="438"/>
                    </a:lnTo>
                    <a:lnTo>
                      <a:pt x="82" y="438"/>
                    </a:lnTo>
                    <a:lnTo>
                      <a:pt x="82" y="442"/>
                    </a:lnTo>
                    <a:lnTo>
                      <a:pt x="78" y="442"/>
                    </a:lnTo>
                    <a:lnTo>
                      <a:pt x="78" y="444"/>
                    </a:lnTo>
                    <a:lnTo>
                      <a:pt x="74" y="444"/>
                    </a:lnTo>
                    <a:lnTo>
                      <a:pt x="72" y="444"/>
                    </a:lnTo>
                    <a:lnTo>
                      <a:pt x="74" y="444"/>
                    </a:lnTo>
                    <a:lnTo>
                      <a:pt x="74" y="448"/>
                    </a:lnTo>
                    <a:lnTo>
                      <a:pt x="72" y="448"/>
                    </a:lnTo>
                    <a:lnTo>
                      <a:pt x="72" y="444"/>
                    </a:lnTo>
                    <a:lnTo>
                      <a:pt x="68" y="444"/>
                    </a:lnTo>
                    <a:lnTo>
                      <a:pt x="68" y="448"/>
                    </a:lnTo>
                    <a:lnTo>
                      <a:pt x="68" y="444"/>
                    </a:lnTo>
                    <a:lnTo>
                      <a:pt x="64" y="444"/>
                    </a:lnTo>
                    <a:lnTo>
                      <a:pt x="60" y="444"/>
                    </a:lnTo>
                    <a:lnTo>
                      <a:pt x="56" y="444"/>
                    </a:lnTo>
                    <a:lnTo>
                      <a:pt x="52" y="444"/>
                    </a:lnTo>
                    <a:lnTo>
                      <a:pt x="48" y="444"/>
                    </a:lnTo>
                    <a:lnTo>
                      <a:pt x="48" y="442"/>
                    </a:lnTo>
                    <a:lnTo>
                      <a:pt x="46" y="442"/>
                    </a:lnTo>
                    <a:lnTo>
                      <a:pt x="46" y="438"/>
                    </a:lnTo>
                    <a:lnTo>
                      <a:pt x="42" y="438"/>
                    </a:lnTo>
                    <a:lnTo>
                      <a:pt x="42" y="434"/>
                    </a:lnTo>
                    <a:lnTo>
                      <a:pt x="38" y="434"/>
                    </a:lnTo>
                    <a:lnTo>
                      <a:pt x="34" y="430"/>
                    </a:lnTo>
                    <a:lnTo>
                      <a:pt x="34" y="434"/>
                    </a:lnTo>
                    <a:lnTo>
                      <a:pt x="30" y="430"/>
                    </a:lnTo>
                    <a:lnTo>
                      <a:pt x="30" y="426"/>
                    </a:lnTo>
                    <a:lnTo>
                      <a:pt x="30" y="422"/>
                    </a:lnTo>
                    <a:lnTo>
                      <a:pt x="30" y="418"/>
                    </a:lnTo>
                    <a:lnTo>
                      <a:pt x="34" y="418"/>
                    </a:lnTo>
                    <a:lnTo>
                      <a:pt x="38" y="418"/>
                    </a:lnTo>
                    <a:lnTo>
                      <a:pt x="42" y="414"/>
                    </a:lnTo>
                    <a:lnTo>
                      <a:pt x="42" y="412"/>
                    </a:lnTo>
                    <a:lnTo>
                      <a:pt x="42" y="408"/>
                    </a:lnTo>
                    <a:lnTo>
                      <a:pt x="42" y="404"/>
                    </a:lnTo>
                    <a:lnTo>
                      <a:pt x="42" y="400"/>
                    </a:lnTo>
                    <a:lnTo>
                      <a:pt x="42" y="404"/>
                    </a:lnTo>
                    <a:lnTo>
                      <a:pt x="42" y="400"/>
                    </a:lnTo>
                    <a:lnTo>
                      <a:pt x="42" y="396"/>
                    </a:lnTo>
                    <a:lnTo>
                      <a:pt x="42" y="392"/>
                    </a:lnTo>
                    <a:lnTo>
                      <a:pt x="42" y="388"/>
                    </a:lnTo>
                    <a:lnTo>
                      <a:pt x="42" y="384"/>
                    </a:lnTo>
                    <a:lnTo>
                      <a:pt x="42" y="382"/>
                    </a:lnTo>
                    <a:lnTo>
                      <a:pt x="42" y="378"/>
                    </a:lnTo>
                    <a:lnTo>
                      <a:pt x="38" y="378"/>
                    </a:lnTo>
                    <a:lnTo>
                      <a:pt x="38" y="374"/>
                    </a:lnTo>
                    <a:lnTo>
                      <a:pt x="38" y="370"/>
                    </a:lnTo>
                    <a:lnTo>
                      <a:pt x="34" y="370"/>
                    </a:lnTo>
                    <a:lnTo>
                      <a:pt x="34" y="366"/>
                    </a:lnTo>
                    <a:lnTo>
                      <a:pt x="34" y="362"/>
                    </a:lnTo>
                    <a:lnTo>
                      <a:pt x="34" y="358"/>
                    </a:lnTo>
                    <a:lnTo>
                      <a:pt x="34" y="356"/>
                    </a:lnTo>
                    <a:lnTo>
                      <a:pt x="30" y="356"/>
                    </a:lnTo>
                    <a:lnTo>
                      <a:pt x="30" y="352"/>
                    </a:lnTo>
                    <a:lnTo>
                      <a:pt x="30" y="348"/>
                    </a:lnTo>
                    <a:lnTo>
                      <a:pt x="30" y="344"/>
                    </a:lnTo>
                    <a:lnTo>
                      <a:pt x="30" y="340"/>
                    </a:lnTo>
                    <a:lnTo>
                      <a:pt x="30" y="336"/>
                    </a:lnTo>
                    <a:lnTo>
                      <a:pt x="26" y="332"/>
                    </a:lnTo>
                    <a:lnTo>
                      <a:pt x="26" y="328"/>
                    </a:lnTo>
                    <a:lnTo>
                      <a:pt x="26" y="326"/>
                    </a:lnTo>
                    <a:lnTo>
                      <a:pt x="22" y="322"/>
                    </a:lnTo>
                    <a:lnTo>
                      <a:pt x="22" y="318"/>
                    </a:lnTo>
                    <a:lnTo>
                      <a:pt x="18" y="318"/>
                    </a:lnTo>
                    <a:lnTo>
                      <a:pt x="18" y="314"/>
                    </a:lnTo>
                    <a:lnTo>
                      <a:pt x="18" y="310"/>
                    </a:lnTo>
                    <a:lnTo>
                      <a:pt x="18" y="306"/>
                    </a:lnTo>
                    <a:lnTo>
                      <a:pt x="18" y="302"/>
                    </a:lnTo>
                    <a:lnTo>
                      <a:pt x="16" y="300"/>
                    </a:lnTo>
                    <a:lnTo>
                      <a:pt x="16" y="296"/>
                    </a:lnTo>
                    <a:lnTo>
                      <a:pt x="12" y="296"/>
                    </a:lnTo>
                    <a:lnTo>
                      <a:pt x="12" y="292"/>
                    </a:lnTo>
                    <a:lnTo>
                      <a:pt x="12" y="288"/>
                    </a:lnTo>
                    <a:lnTo>
                      <a:pt x="8" y="288"/>
                    </a:lnTo>
                    <a:lnTo>
                      <a:pt x="8" y="286"/>
                    </a:lnTo>
                    <a:lnTo>
                      <a:pt x="8" y="282"/>
                    </a:lnTo>
                    <a:lnTo>
                      <a:pt x="8" y="286"/>
                    </a:lnTo>
                    <a:lnTo>
                      <a:pt x="8" y="282"/>
                    </a:lnTo>
                    <a:lnTo>
                      <a:pt x="12" y="286"/>
                    </a:lnTo>
                    <a:lnTo>
                      <a:pt x="12" y="288"/>
                    </a:lnTo>
                    <a:lnTo>
                      <a:pt x="12" y="292"/>
                    </a:lnTo>
                    <a:lnTo>
                      <a:pt x="16" y="292"/>
                    </a:lnTo>
                    <a:lnTo>
                      <a:pt x="16" y="288"/>
                    </a:lnTo>
                    <a:lnTo>
                      <a:pt x="16" y="286"/>
                    </a:lnTo>
                    <a:lnTo>
                      <a:pt x="12" y="286"/>
                    </a:lnTo>
                    <a:lnTo>
                      <a:pt x="12" y="282"/>
                    </a:lnTo>
                    <a:lnTo>
                      <a:pt x="12" y="278"/>
                    </a:lnTo>
                    <a:lnTo>
                      <a:pt x="8" y="274"/>
                    </a:lnTo>
                    <a:lnTo>
                      <a:pt x="12" y="270"/>
                    </a:lnTo>
                    <a:lnTo>
                      <a:pt x="12" y="274"/>
                    </a:lnTo>
                    <a:lnTo>
                      <a:pt x="12" y="278"/>
                    </a:lnTo>
                    <a:lnTo>
                      <a:pt x="16" y="278"/>
                    </a:lnTo>
                    <a:lnTo>
                      <a:pt x="16" y="282"/>
                    </a:lnTo>
                    <a:lnTo>
                      <a:pt x="12" y="282"/>
                    </a:lnTo>
                    <a:lnTo>
                      <a:pt x="16" y="286"/>
                    </a:lnTo>
                    <a:lnTo>
                      <a:pt x="16" y="282"/>
                    </a:lnTo>
                    <a:lnTo>
                      <a:pt x="16" y="286"/>
                    </a:lnTo>
                    <a:lnTo>
                      <a:pt x="18" y="288"/>
                    </a:lnTo>
                    <a:lnTo>
                      <a:pt x="18" y="286"/>
                    </a:lnTo>
                    <a:lnTo>
                      <a:pt x="18" y="282"/>
                    </a:lnTo>
                    <a:lnTo>
                      <a:pt x="22" y="282"/>
                    </a:lnTo>
                    <a:lnTo>
                      <a:pt x="22" y="278"/>
                    </a:lnTo>
                    <a:lnTo>
                      <a:pt x="18" y="274"/>
                    </a:lnTo>
                    <a:lnTo>
                      <a:pt x="16" y="270"/>
                    </a:lnTo>
                    <a:lnTo>
                      <a:pt x="16" y="266"/>
                    </a:lnTo>
                    <a:lnTo>
                      <a:pt x="12" y="262"/>
                    </a:lnTo>
                    <a:lnTo>
                      <a:pt x="12" y="258"/>
                    </a:lnTo>
                    <a:lnTo>
                      <a:pt x="12" y="256"/>
                    </a:lnTo>
                    <a:lnTo>
                      <a:pt x="8" y="256"/>
                    </a:lnTo>
                    <a:lnTo>
                      <a:pt x="8" y="252"/>
                    </a:lnTo>
                    <a:lnTo>
                      <a:pt x="8" y="248"/>
                    </a:lnTo>
                    <a:lnTo>
                      <a:pt x="12" y="244"/>
                    </a:lnTo>
                    <a:lnTo>
                      <a:pt x="12" y="240"/>
                    </a:lnTo>
                    <a:lnTo>
                      <a:pt x="12" y="236"/>
                    </a:lnTo>
                    <a:lnTo>
                      <a:pt x="16" y="236"/>
                    </a:lnTo>
                    <a:lnTo>
                      <a:pt x="16" y="232"/>
                    </a:lnTo>
                    <a:lnTo>
                      <a:pt x="16" y="228"/>
                    </a:lnTo>
                    <a:lnTo>
                      <a:pt x="16" y="226"/>
                    </a:lnTo>
                    <a:lnTo>
                      <a:pt x="16" y="222"/>
                    </a:lnTo>
                    <a:lnTo>
                      <a:pt x="12" y="222"/>
                    </a:lnTo>
                    <a:lnTo>
                      <a:pt x="12" y="218"/>
                    </a:lnTo>
                    <a:lnTo>
                      <a:pt x="16" y="218"/>
                    </a:lnTo>
                    <a:lnTo>
                      <a:pt x="16" y="214"/>
                    </a:lnTo>
                    <a:lnTo>
                      <a:pt x="16" y="210"/>
                    </a:lnTo>
                    <a:lnTo>
                      <a:pt x="16" y="206"/>
                    </a:lnTo>
                    <a:lnTo>
                      <a:pt x="18" y="206"/>
                    </a:lnTo>
                    <a:lnTo>
                      <a:pt x="18" y="210"/>
                    </a:lnTo>
                    <a:lnTo>
                      <a:pt x="18" y="214"/>
                    </a:lnTo>
                    <a:lnTo>
                      <a:pt x="18" y="218"/>
                    </a:lnTo>
                    <a:lnTo>
                      <a:pt x="22" y="218"/>
                    </a:lnTo>
                    <a:lnTo>
                      <a:pt x="22" y="214"/>
                    </a:lnTo>
                    <a:lnTo>
                      <a:pt x="22" y="210"/>
                    </a:lnTo>
                    <a:lnTo>
                      <a:pt x="26" y="210"/>
                    </a:lnTo>
                    <a:lnTo>
                      <a:pt x="26" y="206"/>
                    </a:lnTo>
                    <a:lnTo>
                      <a:pt x="30" y="202"/>
                    </a:lnTo>
                    <a:lnTo>
                      <a:pt x="34" y="202"/>
                    </a:lnTo>
                    <a:lnTo>
                      <a:pt x="38" y="200"/>
                    </a:lnTo>
                    <a:lnTo>
                      <a:pt x="42" y="196"/>
                    </a:lnTo>
                    <a:lnTo>
                      <a:pt x="46" y="196"/>
                    </a:lnTo>
                    <a:lnTo>
                      <a:pt x="46" y="192"/>
                    </a:lnTo>
                    <a:lnTo>
                      <a:pt x="48" y="192"/>
                    </a:lnTo>
                    <a:lnTo>
                      <a:pt x="48" y="188"/>
                    </a:lnTo>
                    <a:lnTo>
                      <a:pt x="52" y="188"/>
                    </a:lnTo>
                    <a:lnTo>
                      <a:pt x="56" y="188"/>
                    </a:lnTo>
                    <a:lnTo>
                      <a:pt x="56" y="184"/>
                    </a:lnTo>
                    <a:lnTo>
                      <a:pt x="60" y="184"/>
                    </a:lnTo>
                    <a:lnTo>
                      <a:pt x="64" y="184"/>
                    </a:lnTo>
                    <a:lnTo>
                      <a:pt x="64" y="188"/>
                    </a:lnTo>
                    <a:lnTo>
                      <a:pt x="68" y="188"/>
                    </a:lnTo>
                    <a:lnTo>
                      <a:pt x="68" y="184"/>
                    </a:lnTo>
                    <a:lnTo>
                      <a:pt x="72" y="184"/>
                    </a:lnTo>
                    <a:lnTo>
                      <a:pt x="74" y="184"/>
                    </a:lnTo>
                    <a:lnTo>
                      <a:pt x="74" y="180"/>
                    </a:lnTo>
                    <a:lnTo>
                      <a:pt x="78" y="180"/>
                    </a:lnTo>
                    <a:lnTo>
                      <a:pt x="82" y="180"/>
                    </a:lnTo>
                    <a:lnTo>
                      <a:pt x="86" y="176"/>
                    </a:lnTo>
                    <a:lnTo>
                      <a:pt x="90" y="172"/>
                    </a:lnTo>
                    <a:lnTo>
                      <a:pt x="94" y="172"/>
                    </a:lnTo>
                    <a:lnTo>
                      <a:pt x="98" y="172"/>
                    </a:lnTo>
                    <a:lnTo>
                      <a:pt x="102" y="172"/>
                    </a:lnTo>
                    <a:lnTo>
                      <a:pt x="104" y="172"/>
                    </a:lnTo>
                    <a:lnTo>
                      <a:pt x="108" y="170"/>
                    </a:lnTo>
                    <a:lnTo>
                      <a:pt x="112" y="170"/>
                    </a:lnTo>
                    <a:lnTo>
                      <a:pt x="116" y="166"/>
                    </a:lnTo>
                    <a:lnTo>
                      <a:pt x="120" y="166"/>
                    </a:lnTo>
                    <a:lnTo>
                      <a:pt x="120" y="162"/>
                    </a:lnTo>
                    <a:lnTo>
                      <a:pt x="122" y="158"/>
                    </a:lnTo>
                    <a:lnTo>
                      <a:pt x="122" y="154"/>
                    </a:lnTo>
                    <a:lnTo>
                      <a:pt x="126" y="150"/>
                    </a:lnTo>
                    <a:lnTo>
                      <a:pt x="126" y="146"/>
                    </a:lnTo>
                    <a:lnTo>
                      <a:pt x="130" y="146"/>
                    </a:lnTo>
                    <a:lnTo>
                      <a:pt x="130" y="142"/>
                    </a:lnTo>
                    <a:lnTo>
                      <a:pt x="134" y="140"/>
                    </a:lnTo>
                    <a:lnTo>
                      <a:pt x="134" y="136"/>
                    </a:lnTo>
                    <a:lnTo>
                      <a:pt x="134" y="132"/>
                    </a:lnTo>
                    <a:lnTo>
                      <a:pt x="134" y="128"/>
                    </a:lnTo>
                    <a:lnTo>
                      <a:pt x="134" y="124"/>
                    </a:lnTo>
                    <a:lnTo>
                      <a:pt x="134" y="120"/>
                    </a:lnTo>
                    <a:lnTo>
                      <a:pt x="138" y="120"/>
                    </a:lnTo>
                    <a:lnTo>
                      <a:pt x="138" y="116"/>
                    </a:lnTo>
                    <a:lnTo>
                      <a:pt x="142" y="116"/>
                    </a:lnTo>
                    <a:lnTo>
                      <a:pt x="142" y="114"/>
                    </a:lnTo>
                    <a:lnTo>
                      <a:pt x="142" y="110"/>
                    </a:lnTo>
                    <a:lnTo>
                      <a:pt x="146" y="110"/>
                    </a:lnTo>
                    <a:lnTo>
                      <a:pt x="146" y="114"/>
                    </a:lnTo>
                    <a:lnTo>
                      <a:pt x="146" y="110"/>
                    </a:lnTo>
                    <a:lnTo>
                      <a:pt x="146" y="114"/>
                    </a:lnTo>
                    <a:lnTo>
                      <a:pt x="146" y="116"/>
                    </a:lnTo>
                    <a:lnTo>
                      <a:pt x="148" y="120"/>
                    </a:lnTo>
                    <a:lnTo>
                      <a:pt x="148" y="124"/>
                    </a:lnTo>
                    <a:lnTo>
                      <a:pt x="148" y="128"/>
                    </a:lnTo>
                    <a:lnTo>
                      <a:pt x="152" y="128"/>
                    </a:lnTo>
                    <a:lnTo>
                      <a:pt x="152" y="132"/>
                    </a:lnTo>
                    <a:lnTo>
                      <a:pt x="152" y="128"/>
                    </a:lnTo>
                    <a:lnTo>
                      <a:pt x="152" y="124"/>
                    </a:lnTo>
                    <a:lnTo>
                      <a:pt x="152" y="120"/>
                    </a:lnTo>
                    <a:lnTo>
                      <a:pt x="156" y="120"/>
                    </a:lnTo>
                    <a:lnTo>
                      <a:pt x="156" y="124"/>
                    </a:lnTo>
                    <a:lnTo>
                      <a:pt x="156" y="120"/>
                    </a:lnTo>
                    <a:lnTo>
                      <a:pt x="156" y="116"/>
                    </a:lnTo>
                    <a:lnTo>
                      <a:pt x="152" y="116"/>
                    </a:lnTo>
                    <a:lnTo>
                      <a:pt x="152" y="114"/>
                    </a:lnTo>
                    <a:lnTo>
                      <a:pt x="148" y="114"/>
                    </a:lnTo>
                    <a:lnTo>
                      <a:pt x="152" y="114"/>
                    </a:lnTo>
                    <a:lnTo>
                      <a:pt x="152" y="110"/>
                    </a:lnTo>
                    <a:lnTo>
                      <a:pt x="152" y="106"/>
                    </a:lnTo>
                    <a:lnTo>
                      <a:pt x="156" y="106"/>
                    </a:lnTo>
                    <a:lnTo>
                      <a:pt x="156" y="110"/>
                    </a:lnTo>
                    <a:lnTo>
                      <a:pt x="156" y="106"/>
                    </a:lnTo>
                    <a:lnTo>
                      <a:pt x="160" y="106"/>
                    </a:lnTo>
                    <a:lnTo>
                      <a:pt x="160" y="110"/>
                    </a:lnTo>
                    <a:lnTo>
                      <a:pt x="164" y="110"/>
                    </a:lnTo>
                    <a:lnTo>
                      <a:pt x="168" y="110"/>
                    </a:lnTo>
                    <a:lnTo>
                      <a:pt x="172" y="110"/>
                    </a:lnTo>
                    <a:lnTo>
                      <a:pt x="168" y="110"/>
                    </a:lnTo>
                    <a:lnTo>
                      <a:pt x="164" y="110"/>
                    </a:lnTo>
                    <a:lnTo>
                      <a:pt x="164" y="106"/>
                    </a:lnTo>
                    <a:lnTo>
                      <a:pt x="168" y="106"/>
                    </a:lnTo>
                    <a:lnTo>
                      <a:pt x="168" y="102"/>
                    </a:lnTo>
                    <a:lnTo>
                      <a:pt x="168" y="98"/>
                    </a:lnTo>
                    <a:lnTo>
                      <a:pt x="168" y="102"/>
                    </a:lnTo>
                    <a:lnTo>
                      <a:pt x="164" y="102"/>
                    </a:lnTo>
                    <a:lnTo>
                      <a:pt x="164" y="98"/>
                    </a:lnTo>
                    <a:lnTo>
                      <a:pt x="164" y="94"/>
                    </a:lnTo>
                    <a:lnTo>
                      <a:pt x="168" y="94"/>
                    </a:lnTo>
                    <a:lnTo>
                      <a:pt x="168" y="90"/>
                    </a:lnTo>
                    <a:lnTo>
                      <a:pt x="172" y="90"/>
                    </a:lnTo>
                    <a:lnTo>
                      <a:pt x="172" y="94"/>
                    </a:lnTo>
                    <a:lnTo>
                      <a:pt x="174" y="94"/>
                    </a:lnTo>
                    <a:lnTo>
                      <a:pt x="174" y="90"/>
                    </a:lnTo>
                    <a:lnTo>
                      <a:pt x="172" y="90"/>
                    </a:lnTo>
                    <a:lnTo>
                      <a:pt x="174" y="86"/>
                    </a:lnTo>
                    <a:lnTo>
                      <a:pt x="172" y="86"/>
                    </a:lnTo>
                    <a:lnTo>
                      <a:pt x="172" y="90"/>
                    </a:lnTo>
                    <a:lnTo>
                      <a:pt x="172" y="86"/>
                    </a:lnTo>
                    <a:lnTo>
                      <a:pt x="174" y="86"/>
                    </a:lnTo>
                    <a:lnTo>
                      <a:pt x="178" y="86"/>
                    </a:lnTo>
                    <a:lnTo>
                      <a:pt x="174" y="86"/>
                    </a:lnTo>
                    <a:lnTo>
                      <a:pt x="174" y="84"/>
                    </a:lnTo>
                    <a:lnTo>
                      <a:pt x="174" y="80"/>
                    </a:lnTo>
                    <a:lnTo>
                      <a:pt x="178" y="76"/>
                    </a:lnTo>
                    <a:lnTo>
                      <a:pt x="178" y="80"/>
                    </a:lnTo>
                    <a:lnTo>
                      <a:pt x="182" y="80"/>
                    </a:lnTo>
                    <a:lnTo>
                      <a:pt x="182" y="76"/>
                    </a:lnTo>
                    <a:lnTo>
                      <a:pt x="182" y="72"/>
                    </a:lnTo>
                    <a:lnTo>
                      <a:pt x="182" y="76"/>
                    </a:lnTo>
                    <a:lnTo>
                      <a:pt x="182" y="80"/>
                    </a:lnTo>
                    <a:lnTo>
                      <a:pt x="182" y="76"/>
                    </a:lnTo>
                    <a:lnTo>
                      <a:pt x="186" y="76"/>
                    </a:lnTo>
                    <a:lnTo>
                      <a:pt x="182" y="80"/>
                    </a:lnTo>
                    <a:lnTo>
                      <a:pt x="186" y="80"/>
                    </a:lnTo>
                    <a:lnTo>
                      <a:pt x="186" y="76"/>
                    </a:lnTo>
                    <a:lnTo>
                      <a:pt x="190" y="72"/>
                    </a:lnTo>
                    <a:lnTo>
                      <a:pt x="186" y="68"/>
                    </a:lnTo>
                    <a:lnTo>
                      <a:pt x="190" y="68"/>
                    </a:lnTo>
                    <a:lnTo>
                      <a:pt x="190" y="72"/>
                    </a:lnTo>
                    <a:lnTo>
                      <a:pt x="190" y="68"/>
                    </a:lnTo>
                    <a:lnTo>
                      <a:pt x="194" y="68"/>
                    </a:lnTo>
                    <a:lnTo>
                      <a:pt x="194" y="72"/>
                    </a:lnTo>
                    <a:lnTo>
                      <a:pt x="198" y="72"/>
                    </a:lnTo>
                    <a:lnTo>
                      <a:pt x="198" y="68"/>
                    </a:lnTo>
                    <a:lnTo>
                      <a:pt x="198" y="64"/>
                    </a:lnTo>
                    <a:lnTo>
                      <a:pt x="202" y="64"/>
                    </a:lnTo>
                    <a:lnTo>
                      <a:pt x="202" y="68"/>
                    </a:lnTo>
                    <a:lnTo>
                      <a:pt x="204" y="68"/>
                    </a:lnTo>
                    <a:lnTo>
                      <a:pt x="204" y="64"/>
                    </a:lnTo>
                    <a:lnTo>
                      <a:pt x="204" y="68"/>
                    </a:lnTo>
                    <a:lnTo>
                      <a:pt x="208" y="68"/>
                    </a:lnTo>
                    <a:lnTo>
                      <a:pt x="208" y="72"/>
                    </a:lnTo>
                    <a:lnTo>
                      <a:pt x="212" y="72"/>
                    </a:lnTo>
                    <a:lnTo>
                      <a:pt x="212" y="76"/>
                    </a:lnTo>
                    <a:lnTo>
                      <a:pt x="216" y="80"/>
                    </a:lnTo>
                    <a:lnTo>
                      <a:pt x="216" y="84"/>
                    </a:lnTo>
                    <a:lnTo>
                      <a:pt x="216" y="86"/>
                    </a:lnTo>
                    <a:lnTo>
                      <a:pt x="216" y="90"/>
                    </a:lnTo>
                    <a:lnTo>
                      <a:pt x="216" y="94"/>
                    </a:lnTo>
                    <a:lnTo>
                      <a:pt x="216" y="90"/>
                    </a:lnTo>
                    <a:lnTo>
                      <a:pt x="220" y="90"/>
                    </a:lnTo>
                    <a:lnTo>
                      <a:pt x="220" y="86"/>
                    </a:lnTo>
                    <a:lnTo>
                      <a:pt x="216" y="86"/>
                    </a:lnTo>
                    <a:lnTo>
                      <a:pt x="220" y="86"/>
                    </a:lnTo>
                    <a:lnTo>
                      <a:pt x="220" y="84"/>
                    </a:lnTo>
                    <a:lnTo>
                      <a:pt x="220" y="86"/>
                    </a:lnTo>
                    <a:lnTo>
                      <a:pt x="220" y="84"/>
                    </a:lnTo>
                    <a:lnTo>
                      <a:pt x="224" y="84"/>
                    </a:lnTo>
                    <a:lnTo>
                      <a:pt x="224" y="80"/>
                    </a:lnTo>
                    <a:lnTo>
                      <a:pt x="224" y="84"/>
                    </a:lnTo>
                    <a:lnTo>
                      <a:pt x="228" y="84"/>
                    </a:lnTo>
                    <a:lnTo>
                      <a:pt x="230" y="84"/>
                    </a:lnTo>
                    <a:lnTo>
                      <a:pt x="230" y="86"/>
                    </a:lnTo>
                    <a:lnTo>
                      <a:pt x="234" y="86"/>
                    </a:lnTo>
                    <a:lnTo>
                      <a:pt x="230" y="86"/>
                    </a:lnTo>
                    <a:lnTo>
                      <a:pt x="230" y="84"/>
                    </a:lnTo>
                    <a:lnTo>
                      <a:pt x="234" y="84"/>
                    </a:lnTo>
                    <a:lnTo>
                      <a:pt x="238" y="86"/>
                    </a:lnTo>
                    <a:lnTo>
                      <a:pt x="238" y="90"/>
                    </a:lnTo>
                    <a:lnTo>
                      <a:pt x="238" y="86"/>
                    </a:lnTo>
                    <a:lnTo>
                      <a:pt x="238" y="84"/>
                    </a:lnTo>
                    <a:lnTo>
                      <a:pt x="242" y="84"/>
                    </a:lnTo>
                    <a:lnTo>
                      <a:pt x="238" y="84"/>
                    </a:lnTo>
                    <a:lnTo>
                      <a:pt x="238" y="80"/>
                    </a:lnTo>
                    <a:lnTo>
                      <a:pt x="238" y="76"/>
                    </a:lnTo>
                    <a:lnTo>
                      <a:pt x="238" y="80"/>
                    </a:lnTo>
                    <a:lnTo>
                      <a:pt x="234" y="76"/>
                    </a:lnTo>
                    <a:lnTo>
                      <a:pt x="234" y="72"/>
                    </a:lnTo>
                    <a:lnTo>
                      <a:pt x="238" y="68"/>
                    </a:lnTo>
                    <a:lnTo>
                      <a:pt x="242" y="64"/>
                    </a:lnTo>
                    <a:lnTo>
                      <a:pt x="242" y="60"/>
                    </a:lnTo>
                    <a:lnTo>
                      <a:pt x="242" y="58"/>
                    </a:lnTo>
                    <a:lnTo>
                      <a:pt x="242" y="60"/>
                    </a:lnTo>
                    <a:lnTo>
                      <a:pt x="246" y="58"/>
                    </a:lnTo>
                    <a:lnTo>
                      <a:pt x="246" y="54"/>
                    </a:lnTo>
                    <a:lnTo>
                      <a:pt x="246" y="50"/>
                    </a:lnTo>
                    <a:lnTo>
                      <a:pt x="250" y="50"/>
                    </a:lnTo>
                    <a:lnTo>
                      <a:pt x="250" y="46"/>
                    </a:lnTo>
                    <a:lnTo>
                      <a:pt x="250" y="42"/>
                    </a:lnTo>
                    <a:lnTo>
                      <a:pt x="250" y="46"/>
                    </a:lnTo>
                    <a:lnTo>
                      <a:pt x="254" y="46"/>
                    </a:lnTo>
                    <a:lnTo>
                      <a:pt x="254" y="42"/>
                    </a:lnTo>
                    <a:lnTo>
                      <a:pt x="254" y="38"/>
                    </a:lnTo>
                    <a:lnTo>
                      <a:pt x="254" y="42"/>
                    </a:lnTo>
                    <a:lnTo>
                      <a:pt x="258" y="46"/>
                    </a:lnTo>
                    <a:lnTo>
                      <a:pt x="258" y="42"/>
                    </a:lnTo>
                    <a:lnTo>
                      <a:pt x="254" y="42"/>
                    </a:lnTo>
                    <a:lnTo>
                      <a:pt x="258" y="38"/>
                    </a:lnTo>
                    <a:lnTo>
                      <a:pt x="258" y="34"/>
                    </a:lnTo>
                    <a:lnTo>
                      <a:pt x="260" y="34"/>
                    </a:lnTo>
                    <a:lnTo>
                      <a:pt x="260" y="38"/>
                    </a:lnTo>
                    <a:lnTo>
                      <a:pt x="264" y="38"/>
                    </a:lnTo>
                    <a:lnTo>
                      <a:pt x="268" y="38"/>
                    </a:lnTo>
                    <a:lnTo>
                      <a:pt x="272" y="38"/>
                    </a:lnTo>
                    <a:lnTo>
                      <a:pt x="276" y="38"/>
                    </a:lnTo>
                    <a:lnTo>
                      <a:pt x="280" y="38"/>
                    </a:lnTo>
                    <a:lnTo>
                      <a:pt x="276" y="38"/>
                    </a:lnTo>
                    <a:lnTo>
                      <a:pt x="280" y="38"/>
                    </a:lnTo>
                    <a:lnTo>
                      <a:pt x="280" y="34"/>
                    </a:lnTo>
                    <a:lnTo>
                      <a:pt x="284" y="34"/>
                    </a:lnTo>
                    <a:lnTo>
                      <a:pt x="280" y="34"/>
                    </a:lnTo>
                    <a:lnTo>
                      <a:pt x="280" y="30"/>
                    </a:lnTo>
                    <a:lnTo>
                      <a:pt x="280" y="28"/>
                    </a:lnTo>
                    <a:lnTo>
                      <a:pt x="284" y="28"/>
                    </a:lnTo>
                    <a:lnTo>
                      <a:pt x="280" y="28"/>
                    </a:lnTo>
                    <a:lnTo>
                      <a:pt x="280" y="24"/>
                    </a:lnTo>
                    <a:lnTo>
                      <a:pt x="276" y="24"/>
                    </a:lnTo>
                    <a:lnTo>
                      <a:pt x="272" y="24"/>
                    </a:lnTo>
                    <a:lnTo>
                      <a:pt x="268" y="20"/>
                    </a:lnTo>
                    <a:lnTo>
                      <a:pt x="268" y="24"/>
                    </a:lnTo>
                    <a:lnTo>
                      <a:pt x="268" y="20"/>
                    </a:lnTo>
                    <a:lnTo>
                      <a:pt x="272" y="20"/>
                    </a:lnTo>
                    <a:lnTo>
                      <a:pt x="276" y="24"/>
                    </a:lnTo>
                    <a:lnTo>
                      <a:pt x="276" y="20"/>
                    </a:lnTo>
                    <a:lnTo>
                      <a:pt x="272" y="20"/>
                    </a:lnTo>
                    <a:lnTo>
                      <a:pt x="276" y="20"/>
                    </a:lnTo>
                    <a:lnTo>
                      <a:pt x="280" y="20"/>
                    </a:lnTo>
                    <a:lnTo>
                      <a:pt x="280" y="24"/>
                    </a:lnTo>
                    <a:lnTo>
                      <a:pt x="284" y="24"/>
                    </a:lnTo>
                    <a:lnTo>
                      <a:pt x="286" y="24"/>
                    </a:lnTo>
                    <a:lnTo>
                      <a:pt x="286" y="28"/>
                    </a:lnTo>
                    <a:lnTo>
                      <a:pt x="290" y="28"/>
                    </a:lnTo>
                    <a:lnTo>
                      <a:pt x="290" y="30"/>
                    </a:lnTo>
                    <a:lnTo>
                      <a:pt x="294" y="30"/>
                    </a:lnTo>
                    <a:lnTo>
                      <a:pt x="298" y="30"/>
                    </a:lnTo>
                    <a:lnTo>
                      <a:pt x="298" y="28"/>
                    </a:lnTo>
                    <a:lnTo>
                      <a:pt x="298" y="30"/>
                    </a:lnTo>
                    <a:lnTo>
                      <a:pt x="302" y="30"/>
                    </a:lnTo>
                    <a:lnTo>
                      <a:pt x="302" y="34"/>
                    </a:lnTo>
                    <a:lnTo>
                      <a:pt x="306" y="34"/>
                    </a:lnTo>
                    <a:lnTo>
                      <a:pt x="310" y="34"/>
                    </a:lnTo>
                    <a:lnTo>
                      <a:pt x="314" y="34"/>
                    </a:lnTo>
                    <a:lnTo>
                      <a:pt x="314" y="38"/>
                    </a:lnTo>
                    <a:lnTo>
                      <a:pt x="316" y="38"/>
                    </a:lnTo>
                    <a:lnTo>
                      <a:pt x="316" y="34"/>
                    </a:lnTo>
                    <a:lnTo>
                      <a:pt x="320" y="34"/>
                    </a:lnTo>
                    <a:lnTo>
                      <a:pt x="324" y="34"/>
                    </a:lnTo>
                    <a:lnTo>
                      <a:pt x="320" y="34"/>
                    </a:lnTo>
                    <a:lnTo>
                      <a:pt x="324" y="30"/>
                    </a:lnTo>
                    <a:lnTo>
                      <a:pt x="328" y="30"/>
                    </a:lnTo>
                    <a:lnTo>
                      <a:pt x="324" y="34"/>
                    </a:lnTo>
                    <a:lnTo>
                      <a:pt x="324" y="38"/>
                    </a:lnTo>
                    <a:lnTo>
                      <a:pt x="328" y="34"/>
                    </a:lnTo>
                    <a:lnTo>
                      <a:pt x="328" y="38"/>
                    </a:lnTo>
                    <a:lnTo>
                      <a:pt x="328" y="42"/>
                    </a:lnTo>
                    <a:lnTo>
                      <a:pt x="332" y="42"/>
                    </a:lnTo>
                    <a:lnTo>
                      <a:pt x="332" y="38"/>
                    </a:lnTo>
                    <a:lnTo>
                      <a:pt x="332" y="34"/>
                    </a:lnTo>
                    <a:lnTo>
                      <a:pt x="336" y="30"/>
                    </a:lnTo>
                    <a:lnTo>
                      <a:pt x="336" y="34"/>
                    </a:lnTo>
                    <a:lnTo>
                      <a:pt x="336" y="38"/>
                    </a:lnTo>
                    <a:lnTo>
                      <a:pt x="340" y="38"/>
                    </a:lnTo>
                    <a:lnTo>
                      <a:pt x="340" y="34"/>
                    </a:lnTo>
                    <a:lnTo>
                      <a:pt x="340" y="38"/>
                    </a:lnTo>
                    <a:lnTo>
                      <a:pt x="342" y="38"/>
                    </a:lnTo>
                    <a:lnTo>
                      <a:pt x="340" y="42"/>
                    </a:lnTo>
                    <a:lnTo>
                      <a:pt x="340" y="46"/>
                    </a:lnTo>
                    <a:lnTo>
                      <a:pt x="336" y="46"/>
                    </a:lnTo>
                    <a:lnTo>
                      <a:pt x="336" y="50"/>
                    </a:lnTo>
                    <a:lnTo>
                      <a:pt x="336" y="54"/>
                    </a:lnTo>
                    <a:lnTo>
                      <a:pt x="332" y="54"/>
                    </a:lnTo>
                    <a:lnTo>
                      <a:pt x="328" y="54"/>
                    </a:lnTo>
                    <a:lnTo>
                      <a:pt x="328" y="58"/>
                    </a:lnTo>
                    <a:lnTo>
                      <a:pt x="328" y="60"/>
                    </a:lnTo>
                    <a:lnTo>
                      <a:pt x="328" y="64"/>
                    </a:lnTo>
                    <a:lnTo>
                      <a:pt x="328" y="68"/>
                    </a:lnTo>
                    <a:lnTo>
                      <a:pt x="328" y="72"/>
                    </a:lnTo>
                    <a:lnTo>
                      <a:pt x="324" y="72"/>
                    </a:lnTo>
                    <a:lnTo>
                      <a:pt x="324" y="76"/>
                    </a:lnTo>
                    <a:lnTo>
                      <a:pt x="320" y="76"/>
                    </a:lnTo>
                    <a:lnTo>
                      <a:pt x="320" y="80"/>
                    </a:lnTo>
                    <a:lnTo>
                      <a:pt x="320" y="84"/>
                    </a:lnTo>
                    <a:lnTo>
                      <a:pt x="320" y="86"/>
                    </a:lnTo>
                    <a:lnTo>
                      <a:pt x="324" y="86"/>
                    </a:lnTo>
                    <a:lnTo>
                      <a:pt x="328" y="86"/>
                    </a:lnTo>
                    <a:lnTo>
                      <a:pt x="328" y="90"/>
                    </a:lnTo>
                    <a:lnTo>
                      <a:pt x="332" y="90"/>
                    </a:lnTo>
                    <a:lnTo>
                      <a:pt x="332" y="94"/>
                    </a:lnTo>
                    <a:lnTo>
                      <a:pt x="336" y="98"/>
                    </a:lnTo>
                    <a:lnTo>
                      <a:pt x="340" y="98"/>
                    </a:lnTo>
                    <a:lnTo>
                      <a:pt x="340" y="102"/>
                    </a:lnTo>
                    <a:lnTo>
                      <a:pt x="342" y="102"/>
                    </a:lnTo>
                    <a:lnTo>
                      <a:pt x="346" y="106"/>
                    </a:lnTo>
                    <a:lnTo>
                      <a:pt x="350" y="106"/>
                    </a:lnTo>
                    <a:lnTo>
                      <a:pt x="354" y="106"/>
                    </a:lnTo>
                    <a:lnTo>
                      <a:pt x="354" y="110"/>
                    </a:lnTo>
                    <a:lnTo>
                      <a:pt x="354" y="114"/>
                    </a:lnTo>
                    <a:lnTo>
                      <a:pt x="358" y="114"/>
                    </a:lnTo>
                    <a:lnTo>
                      <a:pt x="358" y="116"/>
                    </a:lnTo>
                    <a:lnTo>
                      <a:pt x="362" y="116"/>
                    </a:lnTo>
                    <a:lnTo>
                      <a:pt x="366" y="116"/>
                    </a:lnTo>
                    <a:lnTo>
                      <a:pt x="370" y="116"/>
                    </a:lnTo>
                    <a:lnTo>
                      <a:pt x="372" y="116"/>
                    </a:lnTo>
                    <a:lnTo>
                      <a:pt x="372" y="120"/>
                    </a:lnTo>
                    <a:lnTo>
                      <a:pt x="372" y="124"/>
                    </a:lnTo>
                    <a:lnTo>
                      <a:pt x="372" y="128"/>
                    </a:lnTo>
                    <a:lnTo>
                      <a:pt x="376" y="128"/>
                    </a:lnTo>
                    <a:lnTo>
                      <a:pt x="380" y="128"/>
                    </a:lnTo>
                    <a:lnTo>
                      <a:pt x="380" y="132"/>
                    </a:lnTo>
                    <a:lnTo>
                      <a:pt x="384" y="132"/>
                    </a:lnTo>
                    <a:lnTo>
                      <a:pt x="388" y="132"/>
                    </a:lnTo>
                    <a:lnTo>
                      <a:pt x="392" y="132"/>
                    </a:lnTo>
                    <a:lnTo>
                      <a:pt x="396" y="132"/>
                    </a:lnTo>
                    <a:lnTo>
                      <a:pt x="396" y="128"/>
                    </a:lnTo>
                    <a:lnTo>
                      <a:pt x="400" y="128"/>
                    </a:lnTo>
                    <a:lnTo>
                      <a:pt x="400" y="124"/>
                    </a:lnTo>
                    <a:lnTo>
                      <a:pt x="400" y="120"/>
                    </a:lnTo>
                    <a:lnTo>
                      <a:pt x="400" y="116"/>
                    </a:lnTo>
                    <a:lnTo>
                      <a:pt x="402" y="116"/>
                    </a:lnTo>
                    <a:lnTo>
                      <a:pt x="402" y="114"/>
                    </a:lnTo>
                    <a:lnTo>
                      <a:pt x="402" y="110"/>
                    </a:lnTo>
                    <a:lnTo>
                      <a:pt x="402" y="106"/>
                    </a:lnTo>
                    <a:lnTo>
                      <a:pt x="406" y="106"/>
                    </a:lnTo>
                    <a:lnTo>
                      <a:pt x="406" y="102"/>
                    </a:lnTo>
                    <a:lnTo>
                      <a:pt x="406" y="98"/>
                    </a:lnTo>
                    <a:lnTo>
                      <a:pt x="406" y="94"/>
                    </a:lnTo>
                    <a:lnTo>
                      <a:pt x="406" y="90"/>
                    </a:lnTo>
                    <a:lnTo>
                      <a:pt x="406" y="86"/>
                    </a:lnTo>
                    <a:lnTo>
                      <a:pt x="410" y="86"/>
                    </a:lnTo>
                    <a:lnTo>
                      <a:pt x="406" y="84"/>
                    </a:lnTo>
                    <a:lnTo>
                      <a:pt x="406" y="76"/>
                    </a:lnTo>
                    <a:lnTo>
                      <a:pt x="406" y="72"/>
                    </a:lnTo>
                    <a:lnTo>
                      <a:pt x="406" y="68"/>
                    </a:lnTo>
                    <a:lnTo>
                      <a:pt x="406" y="64"/>
                    </a:lnTo>
                    <a:lnTo>
                      <a:pt x="406" y="60"/>
                    </a:lnTo>
                    <a:lnTo>
                      <a:pt x="406" y="58"/>
                    </a:lnTo>
                    <a:lnTo>
                      <a:pt x="410" y="58"/>
                    </a:lnTo>
                    <a:lnTo>
                      <a:pt x="410" y="54"/>
                    </a:lnTo>
                    <a:lnTo>
                      <a:pt x="406" y="54"/>
                    </a:lnTo>
                    <a:lnTo>
                      <a:pt x="406" y="50"/>
                    </a:lnTo>
                    <a:lnTo>
                      <a:pt x="410" y="50"/>
                    </a:lnTo>
                    <a:lnTo>
                      <a:pt x="410" y="46"/>
                    </a:lnTo>
                    <a:lnTo>
                      <a:pt x="410" y="50"/>
                    </a:lnTo>
                    <a:lnTo>
                      <a:pt x="414" y="50"/>
                    </a:lnTo>
                    <a:lnTo>
                      <a:pt x="410" y="46"/>
                    </a:lnTo>
                    <a:lnTo>
                      <a:pt x="410" y="42"/>
                    </a:lnTo>
                    <a:lnTo>
                      <a:pt x="406" y="42"/>
                    </a:lnTo>
                    <a:lnTo>
                      <a:pt x="410" y="42"/>
                    </a:lnTo>
                    <a:lnTo>
                      <a:pt x="410" y="38"/>
                    </a:lnTo>
                    <a:lnTo>
                      <a:pt x="410" y="34"/>
                    </a:lnTo>
                    <a:lnTo>
                      <a:pt x="414" y="34"/>
                    </a:lnTo>
                    <a:lnTo>
                      <a:pt x="414" y="30"/>
                    </a:lnTo>
                    <a:lnTo>
                      <a:pt x="414" y="28"/>
                    </a:lnTo>
                    <a:lnTo>
                      <a:pt x="414" y="24"/>
                    </a:lnTo>
                    <a:lnTo>
                      <a:pt x="414" y="20"/>
                    </a:lnTo>
                    <a:lnTo>
                      <a:pt x="414" y="16"/>
                    </a:lnTo>
                    <a:lnTo>
                      <a:pt x="418" y="16"/>
                    </a:lnTo>
                    <a:lnTo>
                      <a:pt x="418" y="12"/>
                    </a:lnTo>
                    <a:lnTo>
                      <a:pt x="422" y="12"/>
                    </a:lnTo>
                    <a:lnTo>
                      <a:pt x="422" y="16"/>
                    </a:lnTo>
                    <a:lnTo>
                      <a:pt x="422" y="12"/>
                    </a:lnTo>
                    <a:lnTo>
                      <a:pt x="426" y="16"/>
                    </a:lnTo>
                    <a:lnTo>
                      <a:pt x="426" y="20"/>
                    </a:lnTo>
                    <a:lnTo>
                      <a:pt x="426" y="24"/>
                    </a:lnTo>
                    <a:lnTo>
                      <a:pt x="426" y="28"/>
                    </a:lnTo>
                    <a:lnTo>
                      <a:pt x="426" y="30"/>
                    </a:lnTo>
                    <a:lnTo>
                      <a:pt x="428" y="30"/>
                    </a:lnTo>
                    <a:lnTo>
                      <a:pt x="428" y="34"/>
                    </a:lnTo>
                    <a:lnTo>
                      <a:pt x="428" y="38"/>
                    </a:lnTo>
                    <a:lnTo>
                      <a:pt x="432" y="38"/>
                    </a:lnTo>
                    <a:lnTo>
                      <a:pt x="432" y="42"/>
                    </a:lnTo>
                    <a:lnTo>
                      <a:pt x="432" y="46"/>
                    </a:lnTo>
                    <a:lnTo>
                      <a:pt x="432" y="50"/>
                    </a:lnTo>
                    <a:lnTo>
                      <a:pt x="436" y="50"/>
                    </a:lnTo>
                    <a:lnTo>
                      <a:pt x="436" y="54"/>
                    </a:lnTo>
                    <a:lnTo>
                      <a:pt x="436" y="58"/>
                    </a:lnTo>
                    <a:lnTo>
                      <a:pt x="436" y="60"/>
                    </a:lnTo>
                    <a:lnTo>
                      <a:pt x="436" y="64"/>
                    </a:lnTo>
                    <a:lnTo>
                      <a:pt x="436" y="68"/>
                    </a:lnTo>
                    <a:lnTo>
                      <a:pt x="436" y="72"/>
                    </a:lnTo>
                    <a:lnTo>
                      <a:pt x="440" y="76"/>
                    </a:lnTo>
                    <a:lnTo>
                      <a:pt x="444" y="76"/>
                    </a:lnTo>
                    <a:lnTo>
                      <a:pt x="448" y="72"/>
                    </a:lnTo>
                    <a:lnTo>
                      <a:pt x="452" y="72"/>
                    </a:lnTo>
                    <a:lnTo>
                      <a:pt x="452" y="76"/>
                    </a:lnTo>
                    <a:lnTo>
                      <a:pt x="452" y="80"/>
                    </a:lnTo>
                    <a:lnTo>
                      <a:pt x="454" y="80"/>
                    </a:lnTo>
                    <a:lnTo>
                      <a:pt x="454" y="84"/>
                    </a:lnTo>
                    <a:lnTo>
                      <a:pt x="458" y="84"/>
                    </a:lnTo>
                    <a:lnTo>
                      <a:pt x="458" y="86"/>
                    </a:lnTo>
                    <a:lnTo>
                      <a:pt x="458" y="90"/>
                    </a:lnTo>
                    <a:lnTo>
                      <a:pt x="458" y="94"/>
                    </a:lnTo>
                    <a:lnTo>
                      <a:pt x="462" y="98"/>
                    </a:lnTo>
                    <a:lnTo>
                      <a:pt x="462" y="102"/>
                    </a:lnTo>
                    <a:lnTo>
                      <a:pt x="462" y="106"/>
                    </a:lnTo>
                    <a:lnTo>
                      <a:pt x="462" y="110"/>
                    </a:lnTo>
                    <a:lnTo>
                      <a:pt x="462" y="114"/>
                    </a:lnTo>
                    <a:lnTo>
                      <a:pt x="466" y="116"/>
                    </a:lnTo>
                    <a:lnTo>
                      <a:pt x="466" y="120"/>
                    </a:lnTo>
                    <a:lnTo>
                      <a:pt x="466" y="116"/>
                    </a:lnTo>
                    <a:lnTo>
                      <a:pt x="470" y="116"/>
                    </a:lnTo>
                    <a:lnTo>
                      <a:pt x="470" y="120"/>
                    </a:lnTo>
                    <a:lnTo>
                      <a:pt x="470" y="124"/>
                    </a:lnTo>
                    <a:lnTo>
                      <a:pt x="470" y="128"/>
                    </a:lnTo>
                    <a:lnTo>
                      <a:pt x="470" y="132"/>
                    </a:lnTo>
                    <a:lnTo>
                      <a:pt x="470" y="136"/>
                    </a:lnTo>
                    <a:lnTo>
                      <a:pt x="470" y="140"/>
                    </a:lnTo>
                    <a:lnTo>
                      <a:pt x="470" y="142"/>
                    </a:lnTo>
                    <a:lnTo>
                      <a:pt x="472" y="146"/>
                    </a:lnTo>
                    <a:lnTo>
                      <a:pt x="472" y="150"/>
                    </a:lnTo>
                    <a:lnTo>
                      <a:pt x="472" y="154"/>
                    </a:lnTo>
                    <a:lnTo>
                      <a:pt x="476" y="154"/>
                    </a:lnTo>
                    <a:lnTo>
                      <a:pt x="476" y="158"/>
                    </a:lnTo>
                    <a:lnTo>
                      <a:pt x="480" y="158"/>
                    </a:lnTo>
                    <a:lnTo>
                      <a:pt x="480" y="162"/>
                    </a:lnTo>
                    <a:lnTo>
                      <a:pt x="484" y="162"/>
                    </a:lnTo>
                    <a:lnTo>
                      <a:pt x="488" y="162"/>
                    </a:lnTo>
                    <a:lnTo>
                      <a:pt x="492" y="162"/>
                    </a:lnTo>
                    <a:lnTo>
                      <a:pt x="488" y="162"/>
                    </a:lnTo>
                    <a:lnTo>
                      <a:pt x="492" y="162"/>
                    </a:lnTo>
                    <a:lnTo>
                      <a:pt x="492" y="166"/>
                    </a:lnTo>
                    <a:lnTo>
                      <a:pt x="492" y="170"/>
                    </a:lnTo>
                    <a:lnTo>
                      <a:pt x="496" y="170"/>
                    </a:lnTo>
                    <a:lnTo>
                      <a:pt x="496" y="172"/>
                    </a:lnTo>
                    <a:lnTo>
                      <a:pt x="498" y="172"/>
                    </a:lnTo>
                    <a:lnTo>
                      <a:pt x="502" y="172"/>
                    </a:lnTo>
                    <a:lnTo>
                      <a:pt x="502" y="176"/>
                    </a:lnTo>
                    <a:lnTo>
                      <a:pt x="502" y="172"/>
                    </a:lnTo>
                    <a:lnTo>
                      <a:pt x="506" y="172"/>
                    </a:lnTo>
                    <a:lnTo>
                      <a:pt x="506" y="176"/>
                    </a:lnTo>
                    <a:lnTo>
                      <a:pt x="510" y="176"/>
                    </a:lnTo>
                    <a:lnTo>
                      <a:pt x="510" y="180"/>
                    </a:lnTo>
                    <a:lnTo>
                      <a:pt x="510" y="184"/>
                    </a:lnTo>
                    <a:lnTo>
                      <a:pt x="510" y="180"/>
                    </a:lnTo>
                    <a:lnTo>
                      <a:pt x="506" y="180"/>
                    </a:lnTo>
                    <a:lnTo>
                      <a:pt x="506" y="184"/>
                    </a:lnTo>
                    <a:lnTo>
                      <a:pt x="510" y="188"/>
                    </a:lnTo>
                    <a:lnTo>
                      <a:pt x="514" y="188"/>
                    </a:lnTo>
                    <a:lnTo>
                      <a:pt x="514" y="192"/>
                    </a:lnTo>
                    <a:lnTo>
                      <a:pt x="514" y="196"/>
                    </a:lnTo>
                    <a:lnTo>
                      <a:pt x="518" y="196"/>
                    </a:lnTo>
                    <a:lnTo>
                      <a:pt x="518" y="200"/>
                    </a:lnTo>
                    <a:lnTo>
                      <a:pt x="518" y="202"/>
                    </a:lnTo>
                    <a:lnTo>
                      <a:pt x="518" y="206"/>
                    </a:lnTo>
                    <a:lnTo>
                      <a:pt x="518" y="210"/>
                    </a:lnTo>
                    <a:lnTo>
                      <a:pt x="522" y="214"/>
                    </a:lnTo>
                    <a:lnTo>
                      <a:pt x="522" y="218"/>
                    </a:lnTo>
                    <a:lnTo>
                      <a:pt x="526" y="214"/>
                    </a:lnTo>
                    <a:lnTo>
                      <a:pt x="526" y="218"/>
                    </a:lnTo>
                    <a:lnTo>
                      <a:pt x="526" y="222"/>
                    </a:lnTo>
                    <a:lnTo>
                      <a:pt x="526" y="218"/>
                    </a:lnTo>
                    <a:lnTo>
                      <a:pt x="526" y="214"/>
                    </a:lnTo>
                    <a:lnTo>
                      <a:pt x="526" y="210"/>
                    </a:lnTo>
                    <a:lnTo>
                      <a:pt x="528" y="210"/>
                    </a:lnTo>
                    <a:lnTo>
                      <a:pt x="528" y="214"/>
                    </a:lnTo>
                    <a:lnTo>
                      <a:pt x="528" y="218"/>
                    </a:lnTo>
                    <a:lnTo>
                      <a:pt x="532" y="218"/>
                    </a:lnTo>
                    <a:lnTo>
                      <a:pt x="532" y="214"/>
                    </a:lnTo>
                    <a:lnTo>
                      <a:pt x="536" y="214"/>
                    </a:lnTo>
                    <a:lnTo>
                      <a:pt x="536" y="218"/>
                    </a:lnTo>
                    <a:lnTo>
                      <a:pt x="536" y="222"/>
                    </a:lnTo>
                    <a:lnTo>
                      <a:pt x="536" y="226"/>
                    </a:lnTo>
                    <a:lnTo>
                      <a:pt x="536" y="228"/>
                    </a:lnTo>
                    <a:lnTo>
                      <a:pt x="536" y="232"/>
                    </a:lnTo>
                    <a:lnTo>
                      <a:pt x="540" y="236"/>
                    </a:lnTo>
                    <a:lnTo>
                      <a:pt x="544" y="240"/>
                    </a:lnTo>
                    <a:lnTo>
                      <a:pt x="548" y="244"/>
                    </a:lnTo>
                    <a:lnTo>
                      <a:pt x="548" y="244"/>
                    </a:lnTo>
                    <a:lnTo>
                      <a:pt x="548" y="244"/>
                    </a:lnTo>
                    <a:close/>
                    <a:moveTo>
                      <a:pt x="168" y="94"/>
                    </a:moveTo>
                    <a:lnTo>
                      <a:pt x="164" y="90"/>
                    </a:lnTo>
                    <a:lnTo>
                      <a:pt x="168" y="90"/>
                    </a:lnTo>
                    <a:lnTo>
                      <a:pt x="168" y="94"/>
                    </a:lnTo>
                    <a:lnTo>
                      <a:pt x="168" y="94"/>
                    </a:lnTo>
                    <a:lnTo>
                      <a:pt x="168" y="94"/>
                    </a:lnTo>
                    <a:close/>
                    <a:moveTo>
                      <a:pt x="570" y="278"/>
                    </a:moveTo>
                    <a:lnTo>
                      <a:pt x="570" y="274"/>
                    </a:lnTo>
                    <a:lnTo>
                      <a:pt x="566" y="274"/>
                    </a:lnTo>
                    <a:lnTo>
                      <a:pt x="570" y="270"/>
                    </a:lnTo>
                    <a:lnTo>
                      <a:pt x="570" y="266"/>
                    </a:lnTo>
                    <a:lnTo>
                      <a:pt x="570" y="262"/>
                    </a:lnTo>
                    <a:lnTo>
                      <a:pt x="574" y="262"/>
                    </a:lnTo>
                    <a:lnTo>
                      <a:pt x="574" y="258"/>
                    </a:lnTo>
                    <a:lnTo>
                      <a:pt x="570" y="258"/>
                    </a:lnTo>
                    <a:lnTo>
                      <a:pt x="574" y="258"/>
                    </a:lnTo>
                    <a:lnTo>
                      <a:pt x="574" y="256"/>
                    </a:lnTo>
                    <a:lnTo>
                      <a:pt x="574" y="258"/>
                    </a:lnTo>
                    <a:lnTo>
                      <a:pt x="574" y="262"/>
                    </a:lnTo>
                    <a:lnTo>
                      <a:pt x="574" y="266"/>
                    </a:lnTo>
                    <a:lnTo>
                      <a:pt x="570" y="270"/>
                    </a:lnTo>
                    <a:lnTo>
                      <a:pt x="570" y="274"/>
                    </a:lnTo>
                    <a:lnTo>
                      <a:pt x="570" y="278"/>
                    </a:lnTo>
                    <a:lnTo>
                      <a:pt x="570" y="278"/>
                    </a:lnTo>
                    <a:lnTo>
                      <a:pt x="570" y="278"/>
                    </a:lnTo>
                    <a:close/>
                    <a:moveTo>
                      <a:pt x="498" y="546"/>
                    </a:moveTo>
                    <a:lnTo>
                      <a:pt x="498" y="542"/>
                    </a:lnTo>
                    <a:lnTo>
                      <a:pt x="496" y="538"/>
                    </a:lnTo>
                    <a:lnTo>
                      <a:pt x="496" y="534"/>
                    </a:lnTo>
                    <a:lnTo>
                      <a:pt x="498" y="534"/>
                    </a:lnTo>
                    <a:lnTo>
                      <a:pt x="498" y="538"/>
                    </a:lnTo>
                    <a:lnTo>
                      <a:pt x="502" y="538"/>
                    </a:lnTo>
                    <a:lnTo>
                      <a:pt x="502" y="542"/>
                    </a:lnTo>
                    <a:lnTo>
                      <a:pt x="502" y="546"/>
                    </a:lnTo>
                    <a:lnTo>
                      <a:pt x="498" y="546"/>
                    </a:lnTo>
                    <a:lnTo>
                      <a:pt x="498" y="546"/>
                    </a:lnTo>
                    <a:lnTo>
                      <a:pt x="498" y="546"/>
                    </a:lnTo>
                    <a:close/>
                    <a:moveTo>
                      <a:pt x="498" y="594"/>
                    </a:moveTo>
                    <a:lnTo>
                      <a:pt x="498" y="590"/>
                    </a:lnTo>
                    <a:lnTo>
                      <a:pt x="498" y="594"/>
                    </a:lnTo>
                    <a:lnTo>
                      <a:pt x="498" y="594"/>
                    </a:lnTo>
                    <a:lnTo>
                      <a:pt x="498" y="594"/>
                    </a:lnTo>
                    <a:close/>
                    <a:moveTo>
                      <a:pt x="376" y="124"/>
                    </a:moveTo>
                    <a:lnTo>
                      <a:pt x="376" y="120"/>
                    </a:lnTo>
                    <a:lnTo>
                      <a:pt x="380" y="120"/>
                    </a:lnTo>
                    <a:lnTo>
                      <a:pt x="376" y="120"/>
                    </a:lnTo>
                    <a:lnTo>
                      <a:pt x="376" y="124"/>
                    </a:lnTo>
                    <a:lnTo>
                      <a:pt x="376" y="124"/>
                    </a:lnTo>
                    <a:lnTo>
                      <a:pt x="376" y="124"/>
                    </a:lnTo>
                    <a:close/>
                    <a:moveTo>
                      <a:pt x="472" y="146"/>
                    </a:moveTo>
                    <a:lnTo>
                      <a:pt x="472" y="142"/>
                    </a:lnTo>
                    <a:lnTo>
                      <a:pt x="470" y="142"/>
                    </a:lnTo>
                    <a:lnTo>
                      <a:pt x="472" y="142"/>
                    </a:lnTo>
                    <a:lnTo>
                      <a:pt x="472" y="146"/>
                    </a:lnTo>
                    <a:lnTo>
                      <a:pt x="472" y="146"/>
                    </a:lnTo>
                    <a:lnTo>
                      <a:pt x="472" y="146"/>
                    </a:lnTo>
                    <a:close/>
                    <a:moveTo>
                      <a:pt x="38" y="188"/>
                    </a:moveTo>
                    <a:lnTo>
                      <a:pt x="38" y="184"/>
                    </a:lnTo>
                    <a:lnTo>
                      <a:pt x="38" y="188"/>
                    </a:lnTo>
                    <a:lnTo>
                      <a:pt x="38" y="188"/>
                    </a:lnTo>
                    <a:lnTo>
                      <a:pt x="38" y="188"/>
                    </a:lnTo>
                    <a:close/>
                    <a:moveTo>
                      <a:pt x="652" y="840"/>
                    </a:moveTo>
                    <a:lnTo>
                      <a:pt x="652" y="836"/>
                    </a:lnTo>
                    <a:lnTo>
                      <a:pt x="652" y="840"/>
                    </a:lnTo>
                    <a:lnTo>
                      <a:pt x="652" y="840"/>
                    </a:lnTo>
                    <a:lnTo>
                      <a:pt x="652" y="840"/>
                    </a:lnTo>
                    <a:close/>
                    <a:moveTo>
                      <a:pt x="418" y="4"/>
                    </a:moveTo>
                    <a:lnTo>
                      <a:pt x="418" y="0"/>
                    </a:lnTo>
                    <a:lnTo>
                      <a:pt x="418" y="4"/>
                    </a:lnTo>
                    <a:lnTo>
                      <a:pt x="418" y="4"/>
                    </a:lnTo>
                    <a:lnTo>
                      <a:pt x="418" y="4"/>
                    </a:lnTo>
                    <a:close/>
                    <a:moveTo>
                      <a:pt x="418" y="12"/>
                    </a:moveTo>
                    <a:lnTo>
                      <a:pt x="414" y="12"/>
                    </a:lnTo>
                    <a:lnTo>
                      <a:pt x="414" y="8"/>
                    </a:lnTo>
                    <a:lnTo>
                      <a:pt x="418" y="8"/>
                    </a:lnTo>
                    <a:lnTo>
                      <a:pt x="418" y="12"/>
                    </a:lnTo>
                    <a:lnTo>
                      <a:pt x="418" y="12"/>
                    </a:lnTo>
                    <a:lnTo>
                      <a:pt x="418" y="12"/>
                    </a:lnTo>
                    <a:close/>
                    <a:moveTo>
                      <a:pt x="336" y="24"/>
                    </a:moveTo>
                    <a:lnTo>
                      <a:pt x="340" y="20"/>
                    </a:lnTo>
                    <a:lnTo>
                      <a:pt x="340" y="16"/>
                    </a:lnTo>
                    <a:lnTo>
                      <a:pt x="340" y="20"/>
                    </a:lnTo>
                    <a:lnTo>
                      <a:pt x="336" y="24"/>
                    </a:lnTo>
                    <a:lnTo>
                      <a:pt x="336" y="24"/>
                    </a:lnTo>
                    <a:lnTo>
                      <a:pt x="336" y="24"/>
                    </a:lnTo>
                    <a:close/>
                    <a:moveTo>
                      <a:pt x="280" y="24"/>
                    </a:moveTo>
                    <a:lnTo>
                      <a:pt x="280" y="20"/>
                    </a:lnTo>
                    <a:lnTo>
                      <a:pt x="280" y="16"/>
                    </a:lnTo>
                    <a:lnTo>
                      <a:pt x="280" y="20"/>
                    </a:lnTo>
                    <a:lnTo>
                      <a:pt x="280" y="24"/>
                    </a:lnTo>
                    <a:lnTo>
                      <a:pt x="280" y="24"/>
                    </a:lnTo>
                    <a:lnTo>
                      <a:pt x="280" y="24"/>
                    </a:lnTo>
                    <a:close/>
                    <a:moveTo>
                      <a:pt x="258" y="30"/>
                    </a:moveTo>
                    <a:lnTo>
                      <a:pt x="254" y="30"/>
                    </a:lnTo>
                    <a:lnTo>
                      <a:pt x="250" y="28"/>
                    </a:lnTo>
                    <a:lnTo>
                      <a:pt x="250" y="24"/>
                    </a:lnTo>
                    <a:lnTo>
                      <a:pt x="250" y="20"/>
                    </a:lnTo>
                    <a:lnTo>
                      <a:pt x="254" y="24"/>
                    </a:lnTo>
                    <a:lnTo>
                      <a:pt x="258" y="24"/>
                    </a:lnTo>
                    <a:lnTo>
                      <a:pt x="258" y="20"/>
                    </a:lnTo>
                    <a:lnTo>
                      <a:pt x="258" y="24"/>
                    </a:lnTo>
                    <a:lnTo>
                      <a:pt x="258" y="20"/>
                    </a:lnTo>
                    <a:lnTo>
                      <a:pt x="260" y="20"/>
                    </a:lnTo>
                    <a:lnTo>
                      <a:pt x="260" y="24"/>
                    </a:lnTo>
                    <a:lnTo>
                      <a:pt x="260" y="20"/>
                    </a:lnTo>
                    <a:lnTo>
                      <a:pt x="264" y="20"/>
                    </a:lnTo>
                    <a:lnTo>
                      <a:pt x="264" y="24"/>
                    </a:lnTo>
                    <a:lnTo>
                      <a:pt x="264" y="28"/>
                    </a:lnTo>
                    <a:lnTo>
                      <a:pt x="260" y="28"/>
                    </a:lnTo>
                    <a:lnTo>
                      <a:pt x="260" y="30"/>
                    </a:lnTo>
                    <a:lnTo>
                      <a:pt x="258" y="30"/>
                    </a:lnTo>
                    <a:lnTo>
                      <a:pt x="258" y="30"/>
                    </a:lnTo>
                    <a:lnTo>
                      <a:pt x="258" y="30"/>
                    </a:lnTo>
                    <a:close/>
                    <a:moveTo>
                      <a:pt x="250" y="30"/>
                    </a:moveTo>
                    <a:lnTo>
                      <a:pt x="246" y="30"/>
                    </a:lnTo>
                    <a:lnTo>
                      <a:pt x="242" y="30"/>
                    </a:lnTo>
                    <a:lnTo>
                      <a:pt x="246" y="28"/>
                    </a:lnTo>
                    <a:lnTo>
                      <a:pt x="246" y="24"/>
                    </a:lnTo>
                    <a:lnTo>
                      <a:pt x="250" y="24"/>
                    </a:lnTo>
                    <a:lnTo>
                      <a:pt x="250" y="28"/>
                    </a:lnTo>
                    <a:lnTo>
                      <a:pt x="254" y="28"/>
                    </a:lnTo>
                    <a:lnTo>
                      <a:pt x="254" y="30"/>
                    </a:lnTo>
                    <a:lnTo>
                      <a:pt x="250" y="30"/>
                    </a:lnTo>
                    <a:lnTo>
                      <a:pt x="250" y="30"/>
                    </a:lnTo>
                    <a:lnTo>
                      <a:pt x="250" y="30"/>
                    </a:lnTo>
                    <a:close/>
                    <a:moveTo>
                      <a:pt x="332" y="28"/>
                    </a:moveTo>
                    <a:lnTo>
                      <a:pt x="336" y="24"/>
                    </a:lnTo>
                    <a:lnTo>
                      <a:pt x="336" y="28"/>
                    </a:lnTo>
                    <a:lnTo>
                      <a:pt x="332" y="28"/>
                    </a:lnTo>
                    <a:lnTo>
                      <a:pt x="332" y="28"/>
                    </a:lnTo>
                    <a:lnTo>
                      <a:pt x="332" y="28"/>
                    </a:lnTo>
                    <a:close/>
                    <a:moveTo>
                      <a:pt x="342" y="72"/>
                    </a:moveTo>
                    <a:lnTo>
                      <a:pt x="340" y="72"/>
                    </a:lnTo>
                    <a:lnTo>
                      <a:pt x="336" y="72"/>
                    </a:lnTo>
                    <a:lnTo>
                      <a:pt x="336" y="68"/>
                    </a:lnTo>
                    <a:lnTo>
                      <a:pt x="336" y="64"/>
                    </a:lnTo>
                    <a:lnTo>
                      <a:pt x="340" y="60"/>
                    </a:lnTo>
                    <a:lnTo>
                      <a:pt x="340" y="64"/>
                    </a:lnTo>
                    <a:lnTo>
                      <a:pt x="342" y="64"/>
                    </a:lnTo>
                    <a:lnTo>
                      <a:pt x="340" y="64"/>
                    </a:lnTo>
                    <a:lnTo>
                      <a:pt x="340" y="68"/>
                    </a:lnTo>
                    <a:lnTo>
                      <a:pt x="340" y="72"/>
                    </a:lnTo>
                    <a:lnTo>
                      <a:pt x="342" y="72"/>
                    </a:lnTo>
                    <a:lnTo>
                      <a:pt x="342" y="72"/>
                    </a:lnTo>
                    <a:lnTo>
                      <a:pt x="342" y="72"/>
                    </a:lnTo>
                    <a:close/>
                    <a:moveTo>
                      <a:pt x="332" y="64"/>
                    </a:moveTo>
                    <a:lnTo>
                      <a:pt x="332" y="60"/>
                    </a:lnTo>
                    <a:lnTo>
                      <a:pt x="332" y="64"/>
                    </a:lnTo>
                    <a:lnTo>
                      <a:pt x="332" y="64"/>
                    </a:lnTo>
                    <a:lnTo>
                      <a:pt x="332" y="64"/>
                    </a:lnTo>
                    <a:close/>
                    <a:moveTo>
                      <a:pt x="174" y="80"/>
                    </a:moveTo>
                    <a:lnTo>
                      <a:pt x="174" y="76"/>
                    </a:lnTo>
                    <a:lnTo>
                      <a:pt x="174" y="80"/>
                    </a:lnTo>
                    <a:lnTo>
                      <a:pt x="174" y="80"/>
                    </a:lnTo>
                    <a:lnTo>
                      <a:pt x="174" y="80"/>
                    </a:lnTo>
                    <a:close/>
                    <a:moveTo>
                      <a:pt x="336" y="98"/>
                    </a:moveTo>
                    <a:lnTo>
                      <a:pt x="336" y="94"/>
                    </a:lnTo>
                    <a:lnTo>
                      <a:pt x="336" y="98"/>
                    </a:lnTo>
                    <a:lnTo>
                      <a:pt x="336" y="98"/>
                    </a:lnTo>
                    <a:lnTo>
                      <a:pt x="336" y="98"/>
                    </a:lnTo>
                    <a:close/>
                    <a:moveTo>
                      <a:pt x="342" y="98"/>
                    </a:moveTo>
                    <a:lnTo>
                      <a:pt x="342" y="94"/>
                    </a:lnTo>
                    <a:lnTo>
                      <a:pt x="342" y="98"/>
                    </a:lnTo>
                    <a:lnTo>
                      <a:pt x="342" y="98"/>
                    </a:lnTo>
                    <a:lnTo>
                      <a:pt x="342" y="98"/>
                    </a:lnTo>
                    <a:close/>
                    <a:moveTo>
                      <a:pt x="372" y="116"/>
                    </a:moveTo>
                    <a:lnTo>
                      <a:pt x="372" y="114"/>
                    </a:lnTo>
                    <a:lnTo>
                      <a:pt x="376" y="114"/>
                    </a:lnTo>
                    <a:lnTo>
                      <a:pt x="376" y="110"/>
                    </a:lnTo>
                    <a:lnTo>
                      <a:pt x="380" y="110"/>
                    </a:lnTo>
                    <a:lnTo>
                      <a:pt x="380" y="114"/>
                    </a:lnTo>
                    <a:lnTo>
                      <a:pt x="376" y="114"/>
                    </a:lnTo>
                    <a:lnTo>
                      <a:pt x="376" y="116"/>
                    </a:lnTo>
                    <a:lnTo>
                      <a:pt x="372" y="116"/>
                    </a:lnTo>
                    <a:lnTo>
                      <a:pt x="372" y="116"/>
                    </a:lnTo>
                    <a:lnTo>
                      <a:pt x="372" y="116"/>
                    </a:lnTo>
                    <a:close/>
                    <a:moveTo>
                      <a:pt x="544" y="240"/>
                    </a:moveTo>
                    <a:lnTo>
                      <a:pt x="544" y="236"/>
                    </a:lnTo>
                    <a:lnTo>
                      <a:pt x="540" y="236"/>
                    </a:lnTo>
                    <a:lnTo>
                      <a:pt x="540" y="232"/>
                    </a:lnTo>
                    <a:lnTo>
                      <a:pt x="544" y="236"/>
                    </a:lnTo>
                    <a:lnTo>
                      <a:pt x="544" y="240"/>
                    </a:lnTo>
                    <a:lnTo>
                      <a:pt x="544" y="240"/>
                    </a:lnTo>
                    <a:lnTo>
                      <a:pt x="544" y="240"/>
                    </a:lnTo>
                    <a:close/>
                    <a:moveTo>
                      <a:pt x="8" y="282"/>
                    </a:moveTo>
                    <a:lnTo>
                      <a:pt x="4" y="282"/>
                    </a:lnTo>
                    <a:lnTo>
                      <a:pt x="4" y="278"/>
                    </a:lnTo>
                    <a:lnTo>
                      <a:pt x="0" y="274"/>
                    </a:lnTo>
                    <a:lnTo>
                      <a:pt x="0" y="270"/>
                    </a:lnTo>
                    <a:lnTo>
                      <a:pt x="4" y="270"/>
                    </a:lnTo>
                    <a:lnTo>
                      <a:pt x="4" y="274"/>
                    </a:lnTo>
                    <a:lnTo>
                      <a:pt x="4" y="278"/>
                    </a:lnTo>
                    <a:lnTo>
                      <a:pt x="4" y="282"/>
                    </a:lnTo>
                    <a:lnTo>
                      <a:pt x="8" y="282"/>
                    </a:lnTo>
                    <a:lnTo>
                      <a:pt x="8" y="282"/>
                    </a:lnTo>
                    <a:lnTo>
                      <a:pt x="8" y="282"/>
                    </a:lnTo>
                    <a:close/>
                    <a:moveTo>
                      <a:pt x="574" y="302"/>
                    </a:moveTo>
                    <a:lnTo>
                      <a:pt x="574" y="300"/>
                    </a:lnTo>
                    <a:lnTo>
                      <a:pt x="574" y="302"/>
                    </a:lnTo>
                    <a:lnTo>
                      <a:pt x="574" y="302"/>
                    </a:lnTo>
                    <a:lnTo>
                      <a:pt x="574" y="302"/>
                    </a:lnTo>
                    <a:close/>
                    <a:moveTo>
                      <a:pt x="574" y="310"/>
                    </a:moveTo>
                    <a:lnTo>
                      <a:pt x="574" y="306"/>
                    </a:lnTo>
                    <a:lnTo>
                      <a:pt x="574" y="302"/>
                    </a:lnTo>
                    <a:lnTo>
                      <a:pt x="578" y="306"/>
                    </a:lnTo>
                    <a:lnTo>
                      <a:pt x="574" y="306"/>
                    </a:lnTo>
                    <a:lnTo>
                      <a:pt x="574" y="310"/>
                    </a:lnTo>
                    <a:lnTo>
                      <a:pt x="574" y="310"/>
                    </a:lnTo>
                    <a:lnTo>
                      <a:pt x="574" y="310"/>
                    </a:lnTo>
                    <a:close/>
                    <a:moveTo>
                      <a:pt x="354" y="460"/>
                    </a:moveTo>
                    <a:lnTo>
                      <a:pt x="358" y="460"/>
                    </a:lnTo>
                    <a:lnTo>
                      <a:pt x="358" y="464"/>
                    </a:lnTo>
                    <a:lnTo>
                      <a:pt x="354" y="460"/>
                    </a:lnTo>
                    <a:lnTo>
                      <a:pt x="350" y="464"/>
                    </a:lnTo>
                    <a:lnTo>
                      <a:pt x="346" y="464"/>
                    </a:lnTo>
                    <a:lnTo>
                      <a:pt x="342" y="464"/>
                    </a:lnTo>
                    <a:lnTo>
                      <a:pt x="340" y="464"/>
                    </a:lnTo>
                    <a:lnTo>
                      <a:pt x="336" y="464"/>
                    </a:lnTo>
                    <a:lnTo>
                      <a:pt x="336" y="460"/>
                    </a:lnTo>
                    <a:lnTo>
                      <a:pt x="342" y="456"/>
                    </a:lnTo>
                    <a:lnTo>
                      <a:pt x="346" y="456"/>
                    </a:lnTo>
                    <a:lnTo>
                      <a:pt x="350" y="456"/>
                    </a:lnTo>
                    <a:lnTo>
                      <a:pt x="350" y="460"/>
                    </a:lnTo>
                    <a:lnTo>
                      <a:pt x="354" y="460"/>
                    </a:lnTo>
                    <a:lnTo>
                      <a:pt x="354" y="460"/>
                    </a:lnTo>
                    <a:lnTo>
                      <a:pt x="354" y="460"/>
                    </a:lnTo>
                    <a:close/>
                    <a:moveTo>
                      <a:pt x="462" y="508"/>
                    </a:moveTo>
                    <a:lnTo>
                      <a:pt x="458" y="508"/>
                    </a:lnTo>
                    <a:lnTo>
                      <a:pt x="462" y="508"/>
                    </a:lnTo>
                    <a:lnTo>
                      <a:pt x="462" y="508"/>
                    </a:lnTo>
                    <a:lnTo>
                      <a:pt x="462" y="508"/>
                    </a:lnTo>
                    <a:close/>
                    <a:moveTo>
                      <a:pt x="462" y="512"/>
                    </a:moveTo>
                    <a:lnTo>
                      <a:pt x="458" y="512"/>
                    </a:lnTo>
                    <a:lnTo>
                      <a:pt x="462" y="512"/>
                    </a:lnTo>
                    <a:lnTo>
                      <a:pt x="462" y="512"/>
                    </a:lnTo>
                    <a:lnTo>
                      <a:pt x="462" y="512"/>
                    </a:lnTo>
                    <a:close/>
                    <a:moveTo>
                      <a:pt x="440" y="542"/>
                    </a:moveTo>
                    <a:lnTo>
                      <a:pt x="440" y="538"/>
                    </a:lnTo>
                    <a:lnTo>
                      <a:pt x="440" y="534"/>
                    </a:lnTo>
                    <a:lnTo>
                      <a:pt x="440" y="530"/>
                    </a:lnTo>
                    <a:lnTo>
                      <a:pt x="444" y="534"/>
                    </a:lnTo>
                    <a:lnTo>
                      <a:pt x="444" y="538"/>
                    </a:lnTo>
                    <a:lnTo>
                      <a:pt x="444" y="542"/>
                    </a:lnTo>
                    <a:lnTo>
                      <a:pt x="440" y="542"/>
                    </a:lnTo>
                    <a:lnTo>
                      <a:pt x="440" y="542"/>
                    </a:lnTo>
                    <a:lnTo>
                      <a:pt x="440" y="542"/>
                    </a:lnTo>
                    <a:close/>
                    <a:moveTo>
                      <a:pt x="502" y="550"/>
                    </a:moveTo>
                    <a:lnTo>
                      <a:pt x="498" y="550"/>
                    </a:lnTo>
                    <a:lnTo>
                      <a:pt x="498" y="546"/>
                    </a:lnTo>
                    <a:lnTo>
                      <a:pt x="502" y="546"/>
                    </a:lnTo>
                    <a:lnTo>
                      <a:pt x="502" y="550"/>
                    </a:lnTo>
                    <a:lnTo>
                      <a:pt x="502" y="550"/>
                    </a:lnTo>
                    <a:lnTo>
                      <a:pt x="502" y="550"/>
                    </a:lnTo>
                    <a:close/>
                    <a:moveTo>
                      <a:pt x="484" y="612"/>
                    </a:moveTo>
                    <a:lnTo>
                      <a:pt x="480" y="612"/>
                    </a:lnTo>
                    <a:lnTo>
                      <a:pt x="480" y="610"/>
                    </a:lnTo>
                    <a:lnTo>
                      <a:pt x="476" y="610"/>
                    </a:lnTo>
                    <a:lnTo>
                      <a:pt x="472" y="610"/>
                    </a:lnTo>
                    <a:lnTo>
                      <a:pt x="470" y="610"/>
                    </a:lnTo>
                    <a:lnTo>
                      <a:pt x="470" y="606"/>
                    </a:lnTo>
                    <a:lnTo>
                      <a:pt x="472" y="606"/>
                    </a:lnTo>
                    <a:lnTo>
                      <a:pt x="470" y="606"/>
                    </a:lnTo>
                    <a:lnTo>
                      <a:pt x="466" y="606"/>
                    </a:lnTo>
                    <a:lnTo>
                      <a:pt x="466" y="602"/>
                    </a:lnTo>
                    <a:lnTo>
                      <a:pt x="466" y="598"/>
                    </a:lnTo>
                    <a:lnTo>
                      <a:pt x="462" y="598"/>
                    </a:lnTo>
                    <a:lnTo>
                      <a:pt x="462" y="594"/>
                    </a:lnTo>
                    <a:lnTo>
                      <a:pt x="462" y="590"/>
                    </a:lnTo>
                    <a:lnTo>
                      <a:pt x="458" y="590"/>
                    </a:lnTo>
                    <a:lnTo>
                      <a:pt x="458" y="586"/>
                    </a:lnTo>
                    <a:lnTo>
                      <a:pt x="458" y="584"/>
                    </a:lnTo>
                    <a:lnTo>
                      <a:pt x="458" y="586"/>
                    </a:lnTo>
                    <a:lnTo>
                      <a:pt x="462" y="586"/>
                    </a:lnTo>
                    <a:lnTo>
                      <a:pt x="462" y="590"/>
                    </a:lnTo>
                    <a:lnTo>
                      <a:pt x="462" y="586"/>
                    </a:lnTo>
                    <a:lnTo>
                      <a:pt x="458" y="584"/>
                    </a:lnTo>
                    <a:lnTo>
                      <a:pt x="458" y="580"/>
                    </a:lnTo>
                    <a:lnTo>
                      <a:pt x="454" y="576"/>
                    </a:lnTo>
                    <a:lnTo>
                      <a:pt x="454" y="572"/>
                    </a:lnTo>
                    <a:lnTo>
                      <a:pt x="452" y="568"/>
                    </a:lnTo>
                    <a:lnTo>
                      <a:pt x="452" y="564"/>
                    </a:lnTo>
                    <a:lnTo>
                      <a:pt x="452" y="560"/>
                    </a:lnTo>
                    <a:lnTo>
                      <a:pt x="452" y="556"/>
                    </a:lnTo>
                    <a:lnTo>
                      <a:pt x="452" y="554"/>
                    </a:lnTo>
                    <a:lnTo>
                      <a:pt x="454" y="554"/>
                    </a:lnTo>
                    <a:lnTo>
                      <a:pt x="454" y="556"/>
                    </a:lnTo>
                    <a:lnTo>
                      <a:pt x="458" y="556"/>
                    </a:lnTo>
                    <a:lnTo>
                      <a:pt x="462" y="556"/>
                    </a:lnTo>
                    <a:lnTo>
                      <a:pt x="466" y="560"/>
                    </a:lnTo>
                    <a:lnTo>
                      <a:pt x="470" y="560"/>
                    </a:lnTo>
                    <a:lnTo>
                      <a:pt x="472" y="564"/>
                    </a:lnTo>
                    <a:lnTo>
                      <a:pt x="476" y="564"/>
                    </a:lnTo>
                    <a:lnTo>
                      <a:pt x="480" y="560"/>
                    </a:lnTo>
                    <a:lnTo>
                      <a:pt x="480" y="564"/>
                    </a:lnTo>
                    <a:lnTo>
                      <a:pt x="484" y="564"/>
                    </a:lnTo>
                    <a:lnTo>
                      <a:pt x="484" y="560"/>
                    </a:lnTo>
                    <a:lnTo>
                      <a:pt x="480" y="560"/>
                    </a:lnTo>
                    <a:lnTo>
                      <a:pt x="484" y="560"/>
                    </a:lnTo>
                    <a:lnTo>
                      <a:pt x="488" y="560"/>
                    </a:lnTo>
                    <a:lnTo>
                      <a:pt x="492" y="560"/>
                    </a:lnTo>
                    <a:lnTo>
                      <a:pt x="492" y="556"/>
                    </a:lnTo>
                    <a:lnTo>
                      <a:pt x="496" y="556"/>
                    </a:lnTo>
                    <a:lnTo>
                      <a:pt x="498" y="554"/>
                    </a:lnTo>
                    <a:lnTo>
                      <a:pt x="498" y="556"/>
                    </a:lnTo>
                    <a:lnTo>
                      <a:pt x="502" y="556"/>
                    </a:lnTo>
                    <a:lnTo>
                      <a:pt x="502" y="560"/>
                    </a:lnTo>
                    <a:lnTo>
                      <a:pt x="502" y="564"/>
                    </a:lnTo>
                    <a:lnTo>
                      <a:pt x="502" y="568"/>
                    </a:lnTo>
                    <a:lnTo>
                      <a:pt x="502" y="572"/>
                    </a:lnTo>
                    <a:lnTo>
                      <a:pt x="502" y="576"/>
                    </a:lnTo>
                    <a:lnTo>
                      <a:pt x="502" y="580"/>
                    </a:lnTo>
                    <a:lnTo>
                      <a:pt x="502" y="584"/>
                    </a:lnTo>
                    <a:lnTo>
                      <a:pt x="502" y="580"/>
                    </a:lnTo>
                    <a:lnTo>
                      <a:pt x="498" y="580"/>
                    </a:lnTo>
                    <a:lnTo>
                      <a:pt x="498" y="584"/>
                    </a:lnTo>
                    <a:lnTo>
                      <a:pt x="498" y="590"/>
                    </a:lnTo>
                    <a:lnTo>
                      <a:pt x="496" y="590"/>
                    </a:lnTo>
                    <a:lnTo>
                      <a:pt x="496" y="594"/>
                    </a:lnTo>
                    <a:lnTo>
                      <a:pt x="496" y="598"/>
                    </a:lnTo>
                    <a:lnTo>
                      <a:pt x="496" y="594"/>
                    </a:lnTo>
                    <a:lnTo>
                      <a:pt x="498" y="598"/>
                    </a:lnTo>
                    <a:lnTo>
                      <a:pt x="496" y="602"/>
                    </a:lnTo>
                    <a:lnTo>
                      <a:pt x="498" y="602"/>
                    </a:lnTo>
                    <a:lnTo>
                      <a:pt x="496" y="602"/>
                    </a:lnTo>
                    <a:lnTo>
                      <a:pt x="496" y="606"/>
                    </a:lnTo>
                    <a:lnTo>
                      <a:pt x="492" y="602"/>
                    </a:lnTo>
                    <a:lnTo>
                      <a:pt x="492" y="598"/>
                    </a:lnTo>
                    <a:lnTo>
                      <a:pt x="496" y="598"/>
                    </a:lnTo>
                    <a:lnTo>
                      <a:pt x="496" y="602"/>
                    </a:lnTo>
                    <a:lnTo>
                      <a:pt x="496" y="598"/>
                    </a:lnTo>
                    <a:lnTo>
                      <a:pt x="492" y="594"/>
                    </a:lnTo>
                    <a:lnTo>
                      <a:pt x="492" y="598"/>
                    </a:lnTo>
                    <a:lnTo>
                      <a:pt x="488" y="598"/>
                    </a:lnTo>
                    <a:lnTo>
                      <a:pt x="488" y="594"/>
                    </a:lnTo>
                    <a:lnTo>
                      <a:pt x="488" y="598"/>
                    </a:lnTo>
                    <a:lnTo>
                      <a:pt x="488" y="602"/>
                    </a:lnTo>
                    <a:lnTo>
                      <a:pt x="488" y="606"/>
                    </a:lnTo>
                    <a:lnTo>
                      <a:pt x="484" y="606"/>
                    </a:lnTo>
                    <a:lnTo>
                      <a:pt x="484" y="602"/>
                    </a:lnTo>
                    <a:lnTo>
                      <a:pt x="484" y="606"/>
                    </a:lnTo>
                    <a:lnTo>
                      <a:pt x="484" y="610"/>
                    </a:lnTo>
                    <a:lnTo>
                      <a:pt x="484" y="612"/>
                    </a:lnTo>
                    <a:lnTo>
                      <a:pt x="484" y="612"/>
                    </a:lnTo>
                    <a:lnTo>
                      <a:pt x="484" y="612"/>
                    </a:lnTo>
                    <a:close/>
                    <a:moveTo>
                      <a:pt x="488" y="606"/>
                    </a:moveTo>
                    <a:lnTo>
                      <a:pt x="488" y="602"/>
                    </a:lnTo>
                    <a:lnTo>
                      <a:pt x="488" y="606"/>
                    </a:lnTo>
                    <a:lnTo>
                      <a:pt x="488" y="606"/>
                    </a:lnTo>
                    <a:lnTo>
                      <a:pt x="488" y="606"/>
                    </a:lnTo>
                    <a:close/>
                    <a:moveTo>
                      <a:pt x="488" y="610"/>
                    </a:moveTo>
                    <a:lnTo>
                      <a:pt x="484" y="610"/>
                    </a:lnTo>
                    <a:lnTo>
                      <a:pt x="488" y="606"/>
                    </a:lnTo>
                    <a:lnTo>
                      <a:pt x="488" y="610"/>
                    </a:lnTo>
                    <a:lnTo>
                      <a:pt x="488" y="610"/>
                    </a:lnTo>
                    <a:lnTo>
                      <a:pt x="488" y="6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8" name="Freeform 192"/>
              <p:cNvSpPr>
                <a:spLocks noEditPoints="1"/>
              </p:cNvSpPr>
              <p:nvPr/>
            </p:nvSpPr>
            <p:spPr bwMode="gray">
              <a:xfrm>
                <a:off x="8268053" y="4564907"/>
                <a:ext cx="368724" cy="302630"/>
              </a:xfrm>
              <a:custGeom>
                <a:avLst/>
                <a:gdLst>
                  <a:gd name="T0" fmla="*/ 88 w 212"/>
                  <a:gd name="T1" fmla="*/ 6 h 174"/>
                  <a:gd name="T2" fmla="*/ 78 w 212"/>
                  <a:gd name="T3" fmla="*/ 14 h 174"/>
                  <a:gd name="T4" fmla="*/ 134 w 212"/>
                  <a:gd name="T5" fmla="*/ 22 h 174"/>
                  <a:gd name="T6" fmla="*/ 134 w 212"/>
                  <a:gd name="T7" fmla="*/ 22 h 174"/>
                  <a:gd name="T8" fmla="*/ 166 w 212"/>
                  <a:gd name="T9" fmla="*/ 58 h 174"/>
                  <a:gd name="T10" fmla="*/ 156 w 212"/>
                  <a:gd name="T11" fmla="*/ 32 h 174"/>
                  <a:gd name="T12" fmla="*/ 138 w 212"/>
                  <a:gd name="T13" fmla="*/ 22 h 174"/>
                  <a:gd name="T14" fmla="*/ 152 w 212"/>
                  <a:gd name="T15" fmla="*/ 28 h 174"/>
                  <a:gd name="T16" fmla="*/ 164 w 212"/>
                  <a:gd name="T17" fmla="*/ 40 h 174"/>
                  <a:gd name="T18" fmla="*/ 58 w 212"/>
                  <a:gd name="T19" fmla="*/ 110 h 174"/>
                  <a:gd name="T20" fmla="*/ 48 w 212"/>
                  <a:gd name="T21" fmla="*/ 106 h 174"/>
                  <a:gd name="T22" fmla="*/ 40 w 212"/>
                  <a:gd name="T23" fmla="*/ 110 h 174"/>
                  <a:gd name="T24" fmla="*/ 26 w 212"/>
                  <a:gd name="T25" fmla="*/ 114 h 174"/>
                  <a:gd name="T26" fmla="*/ 22 w 212"/>
                  <a:gd name="T27" fmla="*/ 118 h 174"/>
                  <a:gd name="T28" fmla="*/ 26 w 212"/>
                  <a:gd name="T29" fmla="*/ 132 h 174"/>
                  <a:gd name="T30" fmla="*/ 0 w 212"/>
                  <a:gd name="T31" fmla="*/ 132 h 174"/>
                  <a:gd name="T32" fmla="*/ 4 w 212"/>
                  <a:gd name="T33" fmla="*/ 18 h 174"/>
                  <a:gd name="T34" fmla="*/ 26 w 212"/>
                  <a:gd name="T35" fmla="*/ 32 h 174"/>
                  <a:gd name="T36" fmla="*/ 48 w 212"/>
                  <a:gd name="T37" fmla="*/ 40 h 174"/>
                  <a:gd name="T38" fmla="*/ 66 w 212"/>
                  <a:gd name="T39" fmla="*/ 54 h 174"/>
                  <a:gd name="T40" fmla="*/ 78 w 212"/>
                  <a:gd name="T41" fmla="*/ 72 h 174"/>
                  <a:gd name="T42" fmla="*/ 96 w 212"/>
                  <a:gd name="T43" fmla="*/ 84 h 174"/>
                  <a:gd name="T44" fmla="*/ 88 w 212"/>
                  <a:gd name="T45" fmla="*/ 102 h 174"/>
                  <a:gd name="T46" fmla="*/ 100 w 212"/>
                  <a:gd name="T47" fmla="*/ 118 h 174"/>
                  <a:gd name="T48" fmla="*/ 118 w 212"/>
                  <a:gd name="T49" fmla="*/ 128 h 174"/>
                  <a:gd name="T50" fmla="*/ 122 w 212"/>
                  <a:gd name="T51" fmla="*/ 140 h 174"/>
                  <a:gd name="T52" fmla="*/ 140 w 212"/>
                  <a:gd name="T53" fmla="*/ 148 h 174"/>
                  <a:gd name="T54" fmla="*/ 130 w 212"/>
                  <a:gd name="T55" fmla="*/ 158 h 174"/>
                  <a:gd name="T56" fmla="*/ 114 w 212"/>
                  <a:gd name="T57" fmla="*/ 152 h 174"/>
                  <a:gd name="T58" fmla="*/ 88 w 212"/>
                  <a:gd name="T59" fmla="*/ 140 h 174"/>
                  <a:gd name="T60" fmla="*/ 78 w 212"/>
                  <a:gd name="T61" fmla="*/ 128 h 174"/>
                  <a:gd name="T62" fmla="*/ 138 w 212"/>
                  <a:gd name="T63" fmla="*/ 26 h 174"/>
                  <a:gd name="T64" fmla="*/ 114 w 212"/>
                  <a:gd name="T65" fmla="*/ 70 h 174"/>
                  <a:gd name="T66" fmla="*/ 126 w 212"/>
                  <a:gd name="T67" fmla="*/ 62 h 174"/>
                  <a:gd name="T68" fmla="*/ 140 w 212"/>
                  <a:gd name="T69" fmla="*/ 66 h 174"/>
                  <a:gd name="T70" fmla="*/ 152 w 212"/>
                  <a:gd name="T71" fmla="*/ 46 h 174"/>
                  <a:gd name="T72" fmla="*/ 156 w 212"/>
                  <a:gd name="T73" fmla="*/ 58 h 174"/>
                  <a:gd name="T74" fmla="*/ 144 w 212"/>
                  <a:gd name="T75" fmla="*/ 76 h 174"/>
                  <a:gd name="T76" fmla="*/ 118 w 212"/>
                  <a:gd name="T77" fmla="*/ 80 h 174"/>
                  <a:gd name="T78" fmla="*/ 104 w 212"/>
                  <a:gd name="T79" fmla="*/ 70 h 174"/>
                  <a:gd name="T80" fmla="*/ 70 w 212"/>
                  <a:gd name="T81" fmla="*/ 54 h 174"/>
                  <a:gd name="T82" fmla="*/ 194 w 212"/>
                  <a:gd name="T83" fmla="*/ 62 h 174"/>
                  <a:gd name="T84" fmla="*/ 84 w 212"/>
                  <a:gd name="T85" fmla="*/ 62 h 174"/>
                  <a:gd name="T86" fmla="*/ 208 w 212"/>
                  <a:gd name="T87" fmla="*/ 84 h 174"/>
                  <a:gd name="T88" fmla="*/ 200 w 212"/>
                  <a:gd name="T89" fmla="*/ 80 h 174"/>
                  <a:gd name="T90" fmla="*/ 204 w 212"/>
                  <a:gd name="T91" fmla="*/ 76 h 174"/>
                  <a:gd name="T92" fmla="*/ 100 w 212"/>
                  <a:gd name="T93" fmla="*/ 72 h 174"/>
                  <a:gd name="T94" fmla="*/ 36 w 212"/>
                  <a:gd name="T95" fmla="*/ 122 h 174"/>
                  <a:gd name="T96" fmla="*/ 36 w 212"/>
                  <a:gd name="T97" fmla="*/ 126 h 174"/>
                  <a:gd name="T98" fmla="*/ 144 w 212"/>
                  <a:gd name="T99" fmla="*/ 126 h 174"/>
                  <a:gd name="T100" fmla="*/ 166 w 212"/>
                  <a:gd name="T101" fmla="*/ 132 h 174"/>
                  <a:gd name="T102" fmla="*/ 34 w 212"/>
                  <a:gd name="T103" fmla="*/ 128 h 174"/>
                  <a:gd name="T104" fmla="*/ 134 w 212"/>
                  <a:gd name="T105" fmla="*/ 140 h 174"/>
                  <a:gd name="T106" fmla="*/ 138 w 212"/>
                  <a:gd name="T107" fmla="*/ 140 h 174"/>
                  <a:gd name="T108" fmla="*/ 140 w 212"/>
                  <a:gd name="T109" fmla="*/ 148 h 174"/>
                  <a:gd name="T110" fmla="*/ 140 w 212"/>
                  <a:gd name="T111" fmla="*/ 156 h 174"/>
                  <a:gd name="T112" fmla="*/ 166 w 212"/>
                  <a:gd name="T113" fmla="*/ 158 h 174"/>
                  <a:gd name="T114" fmla="*/ 186 w 212"/>
                  <a:gd name="T115" fmla="*/ 170 h 174"/>
                  <a:gd name="T116" fmla="*/ 178 w 212"/>
                  <a:gd name="T117" fmla="*/ 170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12" h="174">
                    <a:moveTo>
                      <a:pt x="122" y="2"/>
                    </a:moveTo>
                    <a:lnTo>
                      <a:pt x="122" y="0"/>
                    </a:lnTo>
                    <a:lnTo>
                      <a:pt x="118" y="0"/>
                    </a:lnTo>
                    <a:lnTo>
                      <a:pt x="122" y="0"/>
                    </a:lnTo>
                    <a:lnTo>
                      <a:pt x="122" y="2"/>
                    </a:lnTo>
                    <a:lnTo>
                      <a:pt x="122" y="2"/>
                    </a:lnTo>
                    <a:lnTo>
                      <a:pt x="122" y="2"/>
                    </a:lnTo>
                    <a:close/>
                    <a:moveTo>
                      <a:pt x="88" y="6"/>
                    </a:moveTo>
                    <a:lnTo>
                      <a:pt x="88" y="10"/>
                    </a:lnTo>
                    <a:lnTo>
                      <a:pt x="92" y="10"/>
                    </a:lnTo>
                    <a:lnTo>
                      <a:pt x="88" y="10"/>
                    </a:lnTo>
                    <a:lnTo>
                      <a:pt x="88" y="14"/>
                    </a:lnTo>
                    <a:lnTo>
                      <a:pt x="84" y="14"/>
                    </a:lnTo>
                    <a:lnTo>
                      <a:pt x="80" y="14"/>
                    </a:lnTo>
                    <a:lnTo>
                      <a:pt x="80" y="10"/>
                    </a:lnTo>
                    <a:lnTo>
                      <a:pt x="78" y="14"/>
                    </a:lnTo>
                    <a:lnTo>
                      <a:pt x="78" y="10"/>
                    </a:lnTo>
                    <a:lnTo>
                      <a:pt x="80" y="6"/>
                    </a:lnTo>
                    <a:lnTo>
                      <a:pt x="84" y="10"/>
                    </a:lnTo>
                    <a:lnTo>
                      <a:pt x="88" y="10"/>
                    </a:lnTo>
                    <a:lnTo>
                      <a:pt x="88" y="6"/>
                    </a:lnTo>
                    <a:lnTo>
                      <a:pt x="88" y="6"/>
                    </a:lnTo>
                    <a:lnTo>
                      <a:pt x="88" y="6"/>
                    </a:lnTo>
                    <a:close/>
                    <a:moveTo>
                      <a:pt x="134" y="22"/>
                    </a:moveTo>
                    <a:lnTo>
                      <a:pt x="130" y="22"/>
                    </a:lnTo>
                    <a:lnTo>
                      <a:pt x="126" y="18"/>
                    </a:lnTo>
                    <a:lnTo>
                      <a:pt x="130" y="18"/>
                    </a:lnTo>
                    <a:lnTo>
                      <a:pt x="130" y="14"/>
                    </a:lnTo>
                    <a:lnTo>
                      <a:pt x="134" y="18"/>
                    </a:lnTo>
                    <a:lnTo>
                      <a:pt x="134" y="22"/>
                    </a:lnTo>
                    <a:lnTo>
                      <a:pt x="134" y="22"/>
                    </a:lnTo>
                    <a:lnTo>
                      <a:pt x="134" y="22"/>
                    </a:lnTo>
                    <a:close/>
                    <a:moveTo>
                      <a:pt x="164" y="40"/>
                    </a:moveTo>
                    <a:lnTo>
                      <a:pt x="166" y="40"/>
                    </a:lnTo>
                    <a:lnTo>
                      <a:pt x="166" y="44"/>
                    </a:lnTo>
                    <a:lnTo>
                      <a:pt x="170" y="44"/>
                    </a:lnTo>
                    <a:lnTo>
                      <a:pt x="170" y="46"/>
                    </a:lnTo>
                    <a:lnTo>
                      <a:pt x="170" y="50"/>
                    </a:lnTo>
                    <a:lnTo>
                      <a:pt x="170" y="54"/>
                    </a:lnTo>
                    <a:lnTo>
                      <a:pt x="166" y="58"/>
                    </a:lnTo>
                    <a:lnTo>
                      <a:pt x="166" y="54"/>
                    </a:lnTo>
                    <a:lnTo>
                      <a:pt x="164" y="50"/>
                    </a:lnTo>
                    <a:lnTo>
                      <a:pt x="164" y="46"/>
                    </a:lnTo>
                    <a:lnTo>
                      <a:pt x="164" y="44"/>
                    </a:lnTo>
                    <a:lnTo>
                      <a:pt x="164" y="40"/>
                    </a:lnTo>
                    <a:lnTo>
                      <a:pt x="160" y="40"/>
                    </a:lnTo>
                    <a:lnTo>
                      <a:pt x="160" y="36"/>
                    </a:lnTo>
                    <a:lnTo>
                      <a:pt x="156" y="32"/>
                    </a:lnTo>
                    <a:lnTo>
                      <a:pt x="152" y="32"/>
                    </a:lnTo>
                    <a:lnTo>
                      <a:pt x="152" y="28"/>
                    </a:lnTo>
                    <a:lnTo>
                      <a:pt x="148" y="28"/>
                    </a:lnTo>
                    <a:lnTo>
                      <a:pt x="148" y="26"/>
                    </a:lnTo>
                    <a:lnTo>
                      <a:pt x="144" y="26"/>
                    </a:lnTo>
                    <a:lnTo>
                      <a:pt x="140" y="26"/>
                    </a:lnTo>
                    <a:lnTo>
                      <a:pt x="140" y="22"/>
                    </a:lnTo>
                    <a:lnTo>
                      <a:pt x="138" y="22"/>
                    </a:lnTo>
                    <a:lnTo>
                      <a:pt x="140" y="22"/>
                    </a:lnTo>
                    <a:lnTo>
                      <a:pt x="138" y="22"/>
                    </a:lnTo>
                    <a:lnTo>
                      <a:pt x="138" y="18"/>
                    </a:lnTo>
                    <a:lnTo>
                      <a:pt x="140" y="22"/>
                    </a:lnTo>
                    <a:lnTo>
                      <a:pt x="144" y="22"/>
                    </a:lnTo>
                    <a:lnTo>
                      <a:pt x="144" y="26"/>
                    </a:lnTo>
                    <a:lnTo>
                      <a:pt x="148" y="26"/>
                    </a:lnTo>
                    <a:lnTo>
                      <a:pt x="152" y="28"/>
                    </a:lnTo>
                    <a:lnTo>
                      <a:pt x="156" y="28"/>
                    </a:lnTo>
                    <a:lnTo>
                      <a:pt x="156" y="32"/>
                    </a:lnTo>
                    <a:lnTo>
                      <a:pt x="160" y="32"/>
                    </a:lnTo>
                    <a:lnTo>
                      <a:pt x="160" y="36"/>
                    </a:lnTo>
                    <a:lnTo>
                      <a:pt x="164" y="36"/>
                    </a:lnTo>
                    <a:lnTo>
                      <a:pt x="164" y="40"/>
                    </a:lnTo>
                    <a:lnTo>
                      <a:pt x="164" y="40"/>
                    </a:lnTo>
                    <a:lnTo>
                      <a:pt x="164" y="40"/>
                    </a:lnTo>
                    <a:close/>
                    <a:moveTo>
                      <a:pt x="74" y="122"/>
                    </a:moveTo>
                    <a:lnTo>
                      <a:pt x="74" y="118"/>
                    </a:lnTo>
                    <a:lnTo>
                      <a:pt x="74" y="114"/>
                    </a:lnTo>
                    <a:lnTo>
                      <a:pt x="70" y="114"/>
                    </a:lnTo>
                    <a:lnTo>
                      <a:pt x="70" y="110"/>
                    </a:lnTo>
                    <a:lnTo>
                      <a:pt x="66" y="110"/>
                    </a:lnTo>
                    <a:lnTo>
                      <a:pt x="62" y="110"/>
                    </a:lnTo>
                    <a:lnTo>
                      <a:pt x="58" y="110"/>
                    </a:lnTo>
                    <a:lnTo>
                      <a:pt x="58" y="106"/>
                    </a:lnTo>
                    <a:lnTo>
                      <a:pt x="54" y="106"/>
                    </a:lnTo>
                    <a:lnTo>
                      <a:pt x="54" y="102"/>
                    </a:lnTo>
                    <a:lnTo>
                      <a:pt x="54" y="106"/>
                    </a:lnTo>
                    <a:lnTo>
                      <a:pt x="52" y="106"/>
                    </a:lnTo>
                    <a:lnTo>
                      <a:pt x="52" y="102"/>
                    </a:lnTo>
                    <a:lnTo>
                      <a:pt x="48" y="102"/>
                    </a:lnTo>
                    <a:lnTo>
                      <a:pt x="48" y="106"/>
                    </a:lnTo>
                    <a:lnTo>
                      <a:pt x="48" y="102"/>
                    </a:lnTo>
                    <a:lnTo>
                      <a:pt x="44" y="106"/>
                    </a:lnTo>
                    <a:lnTo>
                      <a:pt x="40" y="106"/>
                    </a:lnTo>
                    <a:lnTo>
                      <a:pt x="40" y="102"/>
                    </a:lnTo>
                    <a:lnTo>
                      <a:pt x="36" y="102"/>
                    </a:lnTo>
                    <a:lnTo>
                      <a:pt x="40" y="102"/>
                    </a:lnTo>
                    <a:lnTo>
                      <a:pt x="40" y="106"/>
                    </a:lnTo>
                    <a:lnTo>
                      <a:pt x="40" y="110"/>
                    </a:lnTo>
                    <a:lnTo>
                      <a:pt x="36" y="110"/>
                    </a:lnTo>
                    <a:lnTo>
                      <a:pt x="34" y="110"/>
                    </a:lnTo>
                    <a:lnTo>
                      <a:pt x="36" y="110"/>
                    </a:lnTo>
                    <a:lnTo>
                      <a:pt x="36" y="114"/>
                    </a:lnTo>
                    <a:lnTo>
                      <a:pt x="34" y="114"/>
                    </a:lnTo>
                    <a:lnTo>
                      <a:pt x="30" y="118"/>
                    </a:lnTo>
                    <a:lnTo>
                      <a:pt x="26" y="118"/>
                    </a:lnTo>
                    <a:lnTo>
                      <a:pt x="26" y="114"/>
                    </a:lnTo>
                    <a:lnTo>
                      <a:pt x="22" y="114"/>
                    </a:lnTo>
                    <a:lnTo>
                      <a:pt x="22" y="118"/>
                    </a:lnTo>
                    <a:lnTo>
                      <a:pt x="18" y="118"/>
                    </a:lnTo>
                    <a:lnTo>
                      <a:pt x="18" y="114"/>
                    </a:lnTo>
                    <a:lnTo>
                      <a:pt x="14" y="114"/>
                    </a:lnTo>
                    <a:lnTo>
                      <a:pt x="18" y="114"/>
                    </a:lnTo>
                    <a:lnTo>
                      <a:pt x="18" y="118"/>
                    </a:lnTo>
                    <a:lnTo>
                      <a:pt x="22" y="118"/>
                    </a:lnTo>
                    <a:lnTo>
                      <a:pt x="26" y="118"/>
                    </a:lnTo>
                    <a:lnTo>
                      <a:pt x="30" y="118"/>
                    </a:lnTo>
                    <a:lnTo>
                      <a:pt x="30" y="122"/>
                    </a:lnTo>
                    <a:lnTo>
                      <a:pt x="34" y="122"/>
                    </a:lnTo>
                    <a:lnTo>
                      <a:pt x="34" y="126"/>
                    </a:lnTo>
                    <a:lnTo>
                      <a:pt x="34" y="128"/>
                    </a:lnTo>
                    <a:lnTo>
                      <a:pt x="30" y="128"/>
                    </a:lnTo>
                    <a:lnTo>
                      <a:pt x="26" y="132"/>
                    </a:lnTo>
                    <a:lnTo>
                      <a:pt x="22" y="132"/>
                    </a:lnTo>
                    <a:lnTo>
                      <a:pt x="18" y="132"/>
                    </a:lnTo>
                    <a:lnTo>
                      <a:pt x="14" y="132"/>
                    </a:lnTo>
                    <a:lnTo>
                      <a:pt x="10" y="132"/>
                    </a:lnTo>
                    <a:lnTo>
                      <a:pt x="8" y="132"/>
                    </a:lnTo>
                    <a:lnTo>
                      <a:pt x="8" y="128"/>
                    </a:lnTo>
                    <a:lnTo>
                      <a:pt x="4" y="132"/>
                    </a:lnTo>
                    <a:lnTo>
                      <a:pt x="0" y="132"/>
                    </a:lnTo>
                    <a:lnTo>
                      <a:pt x="0" y="128"/>
                    </a:lnTo>
                    <a:lnTo>
                      <a:pt x="0" y="92"/>
                    </a:lnTo>
                    <a:lnTo>
                      <a:pt x="0" y="88"/>
                    </a:lnTo>
                    <a:lnTo>
                      <a:pt x="0" y="84"/>
                    </a:lnTo>
                    <a:lnTo>
                      <a:pt x="0" y="76"/>
                    </a:lnTo>
                    <a:lnTo>
                      <a:pt x="0" y="58"/>
                    </a:lnTo>
                    <a:lnTo>
                      <a:pt x="0" y="18"/>
                    </a:lnTo>
                    <a:lnTo>
                      <a:pt x="4" y="18"/>
                    </a:lnTo>
                    <a:lnTo>
                      <a:pt x="4" y="22"/>
                    </a:lnTo>
                    <a:lnTo>
                      <a:pt x="8" y="22"/>
                    </a:lnTo>
                    <a:lnTo>
                      <a:pt x="10" y="26"/>
                    </a:lnTo>
                    <a:lnTo>
                      <a:pt x="14" y="26"/>
                    </a:lnTo>
                    <a:lnTo>
                      <a:pt x="14" y="28"/>
                    </a:lnTo>
                    <a:lnTo>
                      <a:pt x="18" y="28"/>
                    </a:lnTo>
                    <a:lnTo>
                      <a:pt x="22" y="28"/>
                    </a:lnTo>
                    <a:lnTo>
                      <a:pt x="26" y="32"/>
                    </a:lnTo>
                    <a:lnTo>
                      <a:pt x="30" y="32"/>
                    </a:lnTo>
                    <a:lnTo>
                      <a:pt x="34" y="32"/>
                    </a:lnTo>
                    <a:lnTo>
                      <a:pt x="36" y="32"/>
                    </a:lnTo>
                    <a:lnTo>
                      <a:pt x="36" y="36"/>
                    </a:lnTo>
                    <a:lnTo>
                      <a:pt x="40" y="36"/>
                    </a:lnTo>
                    <a:lnTo>
                      <a:pt x="40" y="40"/>
                    </a:lnTo>
                    <a:lnTo>
                      <a:pt x="44" y="40"/>
                    </a:lnTo>
                    <a:lnTo>
                      <a:pt x="48" y="40"/>
                    </a:lnTo>
                    <a:lnTo>
                      <a:pt x="52" y="40"/>
                    </a:lnTo>
                    <a:lnTo>
                      <a:pt x="52" y="44"/>
                    </a:lnTo>
                    <a:lnTo>
                      <a:pt x="54" y="44"/>
                    </a:lnTo>
                    <a:lnTo>
                      <a:pt x="54" y="46"/>
                    </a:lnTo>
                    <a:lnTo>
                      <a:pt x="58" y="50"/>
                    </a:lnTo>
                    <a:lnTo>
                      <a:pt x="62" y="50"/>
                    </a:lnTo>
                    <a:lnTo>
                      <a:pt x="62" y="54"/>
                    </a:lnTo>
                    <a:lnTo>
                      <a:pt x="66" y="54"/>
                    </a:lnTo>
                    <a:lnTo>
                      <a:pt x="66" y="58"/>
                    </a:lnTo>
                    <a:lnTo>
                      <a:pt x="66" y="62"/>
                    </a:lnTo>
                    <a:lnTo>
                      <a:pt x="66" y="66"/>
                    </a:lnTo>
                    <a:lnTo>
                      <a:pt x="66" y="70"/>
                    </a:lnTo>
                    <a:lnTo>
                      <a:pt x="70" y="70"/>
                    </a:lnTo>
                    <a:lnTo>
                      <a:pt x="74" y="70"/>
                    </a:lnTo>
                    <a:lnTo>
                      <a:pt x="78" y="70"/>
                    </a:lnTo>
                    <a:lnTo>
                      <a:pt x="78" y="72"/>
                    </a:lnTo>
                    <a:lnTo>
                      <a:pt x="80" y="72"/>
                    </a:lnTo>
                    <a:lnTo>
                      <a:pt x="84" y="72"/>
                    </a:lnTo>
                    <a:lnTo>
                      <a:pt x="84" y="76"/>
                    </a:lnTo>
                    <a:lnTo>
                      <a:pt x="88" y="76"/>
                    </a:lnTo>
                    <a:lnTo>
                      <a:pt x="92" y="76"/>
                    </a:lnTo>
                    <a:lnTo>
                      <a:pt x="92" y="80"/>
                    </a:lnTo>
                    <a:lnTo>
                      <a:pt x="96" y="80"/>
                    </a:lnTo>
                    <a:lnTo>
                      <a:pt x="96" y="84"/>
                    </a:lnTo>
                    <a:lnTo>
                      <a:pt x="96" y="88"/>
                    </a:lnTo>
                    <a:lnTo>
                      <a:pt x="92" y="88"/>
                    </a:lnTo>
                    <a:lnTo>
                      <a:pt x="88" y="88"/>
                    </a:lnTo>
                    <a:lnTo>
                      <a:pt x="84" y="88"/>
                    </a:lnTo>
                    <a:lnTo>
                      <a:pt x="84" y="92"/>
                    </a:lnTo>
                    <a:lnTo>
                      <a:pt x="84" y="96"/>
                    </a:lnTo>
                    <a:lnTo>
                      <a:pt x="84" y="100"/>
                    </a:lnTo>
                    <a:lnTo>
                      <a:pt x="88" y="102"/>
                    </a:lnTo>
                    <a:lnTo>
                      <a:pt x="92" y="102"/>
                    </a:lnTo>
                    <a:lnTo>
                      <a:pt x="92" y="106"/>
                    </a:lnTo>
                    <a:lnTo>
                      <a:pt x="96" y="110"/>
                    </a:lnTo>
                    <a:lnTo>
                      <a:pt x="100" y="110"/>
                    </a:lnTo>
                    <a:lnTo>
                      <a:pt x="100" y="114"/>
                    </a:lnTo>
                    <a:lnTo>
                      <a:pt x="100" y="110"/>
                    </a:lnTo>
                    <a:lnTo>
                      <a:pt x="100" y="114"/>
                    </a:lnTo>
                    <a:lnTo>
                      <a:pt x="100" y="118"/>
                    </a:lnTo>
                    <a:lnTo>
                      <a:pt x="100" y="122"/>
                    </a:lnTo>
                    <a:lnTo>
                      <a:pt x="104" y="122"/>
                    </a:lnTo>
                    <a:lnTo>
                      <a:pt x="104" y="126"/>
                    </a:lnTo>
                    <a:lnTo>
                      <a:pt x="108" y="126"/>
                    </a:lnTo>
                    <a:lnTo>
                      <a:pt x="108" y="128"/>
                    </a:lnTo>
                    <a:lnTo>
                      <a:pt x="110" y="128"/>
                    </a:lnTo>
                    <a:lnTo>
                      <a:pt x="114" y="128"/>
                    </a:lnTo>
                    <a:lnTo>
                      <a:pt x="118" y="128"/>
                    </a:lnTo>
                    <a:lnTo>
                      <a:pt x="118" y="132"/>
                    </a:lnTo>
                    <a:lnTo>
                      <a:pt x="114" y="132"/>
                    </a:lnTo>
                    <a:lnTo>
                      <a:pt x="114" y="136"/>
                    </a:lnTo>
                    <a:lnTo>
                      <a:pt x="118" y="136"/>
                    </a:lnTo>
                    <a:lnTo>
                      <a:pt x="118" y="140"/>
                    </a:lnTo>
                    <a:lnTo>
                      <a:pt x="122" y="140"/>
                    </a:lnTo>
                    <a:lnTo>
                      <a:pt x="126" y="140"/>
                    </a:lnTo>
                    <a:lnTo>
                      <a:pt x="122" y="140"/>
                    </a:lnTo>
                    <a:lnTo>
                      <a:pt x="122" y="144"/>
                    </a:lnTo>
                    <a:lnTo>
                      <a:pt x="126" y="148"/>
                    </a:lnTo>
                    <a:lnTo>
                      <a:pt x="130" y="148"/>
                    </a:lnTo>
                    <a:lnTo>
                      <a:pt x="134" y="148"/>
                    </a:lnTo>
                    <a:lnTo>
                      <a:pt x="134" y="152"/>
                    </a:lnTo>
                    <a:lnTo>
                      <a:pt x="138" y="152"/>
                    </a:lnTo>
                    <a:lnTo>
                      <a:pt x="138" y="148"/>
                    </a:lnTo>
                    <a:lnTo>
                      <a:pt x="140" y="148"/>
                    </a:lnTo>
                    <a:lnTo>
                      <a:pt x="140" y="152"/>
                    </a:lnTo>
                    <a:lnTo>
                      <a:pt x="138" y="152"/>
                    </a:lnTo>
                    <a:lnTo>
                      <a:pt x="134" y="152"/>
                    </a:lnTo>
                    <a:lnTo>
                      <a:pt x="134" y="156"/>
                    </a:lnTo>
                    <a:lnTo>
                      <a:pt x="138" y="156"/>
                    </a:lnTo>
                    <a:lnTo>
                      <a:pt x="134" y="156"/>
                    </a:lnTo>
                    <a:lnTo>
                      <a:pt x="134" y="158"/>
                    </a:lnTo>
                    <a:lnTo>
                      <a:pt x="130" y="158"/>
                    </a:lnTo>
                    <a:lnTo>
                      <a:pt x="130" y="156"/>
                    </a:lnTo>
                    <a:lnTo>
                      <a:pt x="126" y="156"/>
                    </a:lnTo>
                    <a:lnTo>
                      <a:pt x="130" y="156"/>
                    </a:lnTo>
                    <a:lnTo>
                      <a:pt x="126" y="156"/>
                    </a:lnTo>
                    <a:lnTo>
                      <a:pt x="126" y="152"/>
                    </a:lnTo>
                    <a:lnTo>
                      <a:pt x="122" y="152"/>
                    </a:lnTo>
                    <a:lnTo>
                      <a:pt x="118" y="152"/>
                    </a:lnTo>
                    <a:lnTo>
                      <a:pt x="114" y="152"/>
                    </a:lnTo>
                    <a:lnTo>
                      <a:pt x="110" y="152"/>
                    </a:lnTo>
                    <a:lnTo>
                      <a:pt x="108" y="148"/>
                    </a:lnTo>
                    <a:lnTo>
                      <a:pt x="104" y="148"/>
                    </a:lnTo>
                    <a:lnTo>
                      <a:pt x="100" y="148"/>
                    </a:lnTo>
                    <a:lnTo>
                      <a:pt x="96" y="148"/>
                    </a:lnTo>
                    <a:lnTo>
                      <a:pt x="92" y="144"/>
                    </a:lnTo>
                    <a:lnTo>
                      <a:pt x="92" y="140"/>
                    </a:lnTo>
                    <a:lnTo>
                      <a:pt x="88" y="140"/>
                    </a:lnTo>
                    <a:lnTo>
                      <a:pt x="88" y="136"/>
                    </a:lnTo>
                    <a:lnTo>
                      <a:pt x="84" y="136"/>
                    </a:lnTo>
                    <a:lnTo>
                      <a:pt x="84" y="132"/>
                    </a:lnTo>
                    <a:lnTo>
                      <a:pt x="80" y="132"/>
                    </a:lnTo>
                    <a:lnTo>
                      <a:pt x="80" y="128"/>
                    </a:lnTo>
                    <a:lnTo>
                      <a:pt x="84" y="128"/>
                    </a:lnTo>
                    <a:lnTo>
                      <a:pt x="80" y="128"/>
                    </a:lnTo>
                    <a:lnTo>
                      <a:pt x="78" y="128"/>
                    </a:lnTo>
                    <a:lnTo>
                      <a:pt x="78" y="126"/>
                    </a:lnTo>
                    <a:lnTo>
                      <a:pt x="78" y="122"/>
                    </a:lnTo>
                    <a:lnTo>
                      <a:pt x="74" y="122"/>
                    </a:lnTo>
                    <a:lnTo>
                      <a:pt x="74" y="122"/>
                    </a:lnTo>
                    <a:lnTo>
                      <a:pt x="74" y="122"/>
                    </a:lnTo>
                    <a:close/>
                    <a:moveTo>
                      <a:pt x="138" y="26"/>
                    </a:moveTo>
                    <a:lnTo>
                      <a:pt x="140" y="26"/>
                    </a:lnTo>
                    <a:lnTo>
                      <a:pt x="138" y="26"/>
                    </a:lnTo>
                    <a:lnTo>
                      <a:pt x="138" y="26"/>
                    </a:lnTo>
                    <a:lnTo>
                      <a:pt x="138" y="26"/>
                    </a:lnTo>
                    <a:close/>
                    <a:moveTo>
                      <a:pt x="164" y="28"/>
                    </a:moveTo>
                    <a:lnTo>
                      <a:pt x="164" y="26"/>
                    </a:lnTo>
                    <a:lnTo>
                      <a:pt x="164" y="28"/>
                    </a:lnTo>
                    <a:lnTo>
                      <a:pt x="164" y="28"/>
                    </a:lnTo>
                    <a:lnTo>
                      <a:pt x="164" y="28"/>
                    </a:lnTo>
                    <a:close/>
                    <a:moveTo>
                      <a:pt x="114" y="70"/>
                    </a:moveTo>
                    <a:lnTo>
                      <a:pt x="118" y="70"/>
                    </a:lnTo>
                    <a:lnTo>
                      <a:pt x="122" y="70"/>
                    </a:lnTo>
                    <a:lnTo>
                      <a:pt x="126" y="70"/>
                    </a:lnTo>
                    <a:lnTo>
                      <a:pt x="126" y="66"/>
                    </a:lnTo>
                    <a:lnTo>
                      <a:pt x="126" y="62"/>
                    </a:lnTo>
                    <a:lnTo>
                      <a:pt x="130" y="58"/>
                    </a:lnTo>
                    <a:lnTo>
                      <a:pt x="130" y="62"/>
                    </a:lnTo>
                    <a:lnTo>
                      <a:pt x="126" y="62"/>
                    </a:lnTo>
                    <a:lnTo>
                      <a:pt x="126" y="66"/>
                    </a:lnTo>
                    <a:lnTo>
                      <a:pt x="130" y="70"/>
                    </a:lnTo>
                    <a:lnTo>
                      <a:pt x="134" y="70"/>
                    </a:lnTo>
                    <a:lnTo>
                      <a:pt x="134" y="66"/>
                    </a:lnTo>
                    <a:lnTo>
                      <a:pt x="134" y="70"/>
                    </a:lnTo>
                    <a:lnTo>
                      <a:pt x="138" y="70"/>
                    </a:lnTo>
                    <a:lnTo>
                      <a:pt x="140" y="70"/>
                    </a:lnTo>
                    <a:lnTo>
                      <a:pt x="140" y="66"/>
                    </a:lnTo>
                    <a:lnTo>
                      <a:pt x="140" y="62"/>
                    </a:lnTo>
                    <a:lnTo>
                      <a:pt x="144" y="58"/>
                    </a:lnTo>
                    <a:lnTo>
                      <a:pt x="148" y="58"/>
                    </a:lnTo>
                    <a:lnTo>
                      <a:pt x="152" y="58"/>
                    </a:lnTo>
                    <a:lnTo>
                      <a:pt x="152" y="54"/>
                    </a:lnTo>
                    <a:lnTo>
                      <a:pt x="148" y="50"/>
                    </a:lnTo>
                    <a:lnTo>
                      <a:pt x="148" y="46"/>
                    </a:lnTo>
                    <a:lnTo>
                      <a:pt x="152" y="46"/>
                    </a:lnTo>
                    <a:lnTo>
                      <a:pt x="156" y="46"/>
                    </a:lnTo>
                    <a:lnTo>
                      <a:pt x="156" y="44"/>
                    </a:lnTo>
                    <a:lnTo>
                      <a:pt x="160" y="46"/>
                    </a:lnTo>
                    <a:lnTo>
                      <a:pt x="156" y="46"/>
                    </a:lnTo>
                    <a:lnTo>
                      <a:pt x="160" y="46"/>
                    </a:lnTo>
                    <a:lnTo>
                      <a:pt x="160" y="54"/>
                    </a:lnTo>
                    <a:lnTo>
                      <a:pt x="160" y="58"/>
                    </a:lnTo>
                    <a:lnTo>
                      <a:pt x="156" y="58"/>
                    </a:lnTo>
                    <a:lnTo>
                      <a:pt x="156" y="62"/>
                    </a:lnTo>
                    <a:lnTo>
                      <a:pt x="156" y="66"/>
                    </a:lnTo>
                    <a:lnTo>
                      <a:pt x="156" y="70"/>
                    </a:lnTo>
                    <a:lnTo>
                      <a:pt x="152" y="70"/>
                    </a:lnTo>
                    <a:lnTo>
                      <a:pt x="148" y="70"/>
                    </a:lnTo>
                    <a:lnTo>
                      <a:pt x="148" y="72"/>
                    </a:lnTo>
                    <a:lnTo>
                      <a:pt x="144" y="72"/>
                    </a:lnTo>
                    <a:lnTo>
                      <a:pt x="144" y="76"/>
                    </a:lnTo>
                    <a:lnTo>
                      <a:pt x="140" y="76"/>
                    </a:lnTo>
                    <a:lnTo>
                      <a:pt x="138" y="76"/>
                    </a:lnTo>
                    <a:lnTo>
                      <a:pt x="138" y="80"/>
                    </a:lnTo>
                    <a:lnTo>
                      <a:pt x="134" y="80"/>
                    </a:lnTo>
                    <a:lnTo>
                      <a:pt x="130" y="80"/>
                    </a:lnTo>
                    <a:lnTo>
                      <a:pt x="126" y="80"/>
                    </a:lnTo>
                    <a:lnTo>
                      <a:pt x="122" y="80"/>
                    </a:lnTo>
                    <a:lnTo>
                      <a:pt x="118" y="80"/>
                    </a:lnTo>
                    <a:lnTo>
                      <a:pt x="118" y="76"/>
                    </a:lnTo>
                    <a:lnTo>
                      <a:pt x="114" y="80"/>
                    </a:lnTo>
                    <a:lnTo>
                      <a:pt x="114" y="76"/>
                    </a:lnTo>
                    <a:lnTo>
                      <a:pt x="110" y="76"/>
                    </a:lnTo>
                    <a:lnTo>
                      <a:pt x="110" y="72"/>
                    </a:lnTo>
                    <a:lnTo>
                      <a:pt x="108" y="72"/>
                    </a:lnTo>
                    <a:lnTo>
                      <a:pt x="104" y="72"/>
                    </a:lnTo>
                    <a:lnTo>
                      <a:pt x="104" y="70"/>
                    </a:lnTo>
                    <a:lnTo>
                      <a:pt x="104" y="66"/>
                    </a:lnTo>
                    <a:lnTo>
                      <a:pt x="104" y="70"/>
                    </a:lnTo>
                    <a:lnTo>
                      <a:pt x="108" y="70"/>
                    </a:lnTo>
                    <a:lnTo>
                      <a:pt x="110" y="70"/>
                    </a:lnTo>
                    <a:lnTo>
                      <a:pt x="114" y="70"/>
                    </a:lnTo>
                    <a:lnTo>
                      <a:pt x="114" y="70"/>
                    </a:lnTo>
                    <a:lnTo>
                      <a:pt x="114" y="70"/>
                    </a:lnTo>
                    <a:close/>
                    <a:moveTo>
                      <a:pt x="70" y="54"/>
                    </a:moveTo>
                    <a:lnTo>
                      <a:pt x="70" y="50"/>
                    </a:lnTo>
                    <a:lnTo>
                      <a:pt x="70" y="54"/>
                    </a:lnTo>
                    <a:lnTo>
                      <a:pt x="70" y="54"/>
                    </a:lnTo>
                    <a:lnTo>
                      <a:pt x="70" y="54"/>
                    </a:lnTo>
                    <a:close/>
                    <a:moveTo>
                      <a:pt x="194" y="70"/>
                    </a:moveTo>
                    <a:lnTo>
                      <a:pt x="194" y="66"/>
                    </a:lnTo>
                    <a:lnTo>
                      <a:pt x="190" y="62"/>
                    </a:lnTo>
                    <a:lnTo>
                      <a:pt x="194" y="62"/>
                    </a:lnTo>
                    <a:lnTo>
                      <a:pt x="194" y="58"/>
                    </a:lnTo>
                    <a:lnTo>
                      <a:pt x="194" y="62"/>
                    </a:lnTo>
                    <a:lnTo>
                      <a:pt x="194" y="66"/>
                    </a:lnTo>
                    <a:lnTo>
                      <a:pt x="194" y="70"/>
                    </a:lnTo>
                    <a:lnTo>
                      <a:pt x="194" y="70"/>
                    </a:lnTo>
                    <a:lnTo>
                      <a:pt x="194" y="70"/>
                    </a:lnTo>
                    <a:close/>
                    <a:moveTo>
                      <a:pt x="84" y="66"/>
                    </a:moveTo>
                    <a:lnTo>
                      <a:pt x="84" y="62"/>
                    </a:lnTo>
                    <a:lnTo>
                      <a:pt x="88" y="66"/>
                    </a:lnTo>
                    <a:lnTo>
                      <a:pt x="84" y="66"/>
                    </a:lnTo>
                    <a:lnTo>
                      <a:pt x="84" y="66"/>
                    </a:lnTo>
                    <a:lnTo>
                      <a:pt x="84" y="66"/>
                    </a:lnTo>
                    <a:close/>
                    <a:moveTo>
                      <a:pt x="204" y="76"/>
                    </a:moveTo>
                    <a:lnTo>
                      <a:pt x="204" y="80"/>
                    </a:lnTo>
                    <a:lnTo>
                      <a:pt x="208" y="80"/>
                    </a:lnTo>
                    <a:lnTo>
                      <a:pt x="208" y="84"/>
                    </a:lnTo>
                    <a:lnTo>
                      <a:pt x="212" y="84"/>
                    </a:lnTo>
                    <a:lnTo>
                      <a:pt x="212" y="88"/>
                    </a:lnTo>
                    <a:lnTo>
                      <a:pt x="212" y="92"/>
                    </a:lnTo>
                    <a:lnTo>
                      <a:pt x="208" y="92"/>
                    </a:lnTo>
                    <a:lnTo>
                      <a:pt x="204" y="92"/>
                    </a:lnTo>
                    <a:lnTo>
                      <a:pt x="200" y="88"/>
                    </a:lnTo>
                    <a:lnTo>
                      <a:pt x="200" y="84"/>
                    </a:lnTo>
                    <a:lnTo>
                      <a:pt x="200" y="80"/>
                    </a:lnTo>
                    <a:lnTo>
                      <a:pt x="196" y="80"/>
                    </a:lnTo>
                    <a:lnTo>
                      <a:pt x="196" y="76"/>
                    </a:lnTo>
                    <a:lnTo>
                      <a:pt x="194" y="76"/>
                    </a:lnTo>
                    <a:lnTo>
                      <a:pt x="194" y="72"/>
                    </a:lnTo>
                    <a:lnTo>
                      <a:pt x="194" y="70"/>
                    </a:lnTo>
                    <a:lnTo>
                      <a:pt x="196" y="70"/>
                    </a:lnTo>
                    <a:lnTo>
                      <a:pt x="200" y="72"/>
                    </a:lnTo>
                    <a:lnTo>
                      <a:pt x="204" y="76"/>
                    </a:lnTo>
                    <a:lnTo>
                      <a:pt x="204" y="76"/>
                    </a:lnTo>
                    <a:lnTo>
                      <a:pt x="204" y="76"/>
                    </a:lnTo>
                    <a:close/>
                    <a:moveTo>
                      <a:pt x="100" y="72"/>
                    </a:moveTo>
                    <a:lnTo>
                      <a:pt x="96" y="72"/>
                    </a:lnTo>
                    <a:lnTo>
                      <a:pt x="96" y="70"/>
                    </a:lnTo>
                    <a:lnTo>
                      <a:pt x="100" y="70"/>
                    </a:lnTo>
                    <a:lnTo>
                      <a:pt x="100" y="72"/>
                    </a:lnTo>
                    <a:lnTo>
                      <a:pt x="100" y="72"/>
                    </a:lnTo>
                    <a:lnTo>
                      <a:pt x="100" y="72"/>
                    </a:lnTo>
                    <a:close/>
                    <a:moveTo>
                      <a:pt x="36" y="118"/>
                    </a:moveTo>
                    <a:lnTo>
                      <a:pt x="34" y="118"/>
                    </a:lnTo>
                    <a:lnTo>
                      <a:pt x="36" y="118"/>
                    </a:lnTo>
                    <a:lnTo>
                      <a:pt x="36" y="118"/>
                    </a:lnTo>
                    <a:lnTo>
                      <a:pt x="36" y="118"/>
                    </a:lnTo>
                    <a:close/>
                    <a:moveTo>
                      <a:pt x="36" y="126"/>
                    </a:moveTo>
                    <a:lnTo>
                      <a:pt x="36" y="122"/>
                    </a:lnTo>
                    <a:lnTo>
                      <a:pt x="34" y="122"/>
                    </a:lnTo>
                    <a:lnTo>
                      <a:pt x="34" y="118"/>
                    </a:lnTo>
                    <a:lnTo>
                      <a:pt x="30" y="118"/>
                    </a:lnTo>
                    <a:lnTo>
                      <a:pt x="34" y="118"/>
                    </a:lnTo>
                    <a:lnTo>
                      <a:pt x="34" y="122"/>
                    </a:lnTo>
                    <a:lnTo>
                      <a:pt x="36" y="122"/>
                    </a:lnTo>
                    <a:lnTo>
                      <a:pt x="36" y="126"/>
                    </a:lnTo>
                    <a:lnTo>
                      <a:pt x="36" y="126"/>
                    </a:lnTo>
                    <a:lnTo>
                      <a:pt x="36" y="126"/>
                    </a:lnTo>
                    <a:close/>
                    <a:moveTo>
                      <a:pt x="144" y="126"/>
                    </a:moveTo>
                    <a:lnTo>
                      <a:pt x="140" y="126"/>
                    </a:lnTo>
                    <a:lnTo>
                      <a:pt x="140" y="122"/>
                    </a:lnTo>
                    <a:lnTo>
                      <a:pt x="140" y="118"/>
                    </a:lnTo>
                    <a:lnTo>
                      <a:pt x="140" y="122"/>
                    </a:lnTo>
                    <a:lnTo>
                      <a:pt x="140" y="126"/>
                    </a:lnTo>
                    <a:lnTo>
                      <a:pt x="144" y="126"/>
                    </a:lnTo>
                    <a:lnTo>
                      <a:pt x="144" y="126"/>
                    </a:lnTo>
                    <a:lnTo>
                      <a:pt x="144" y="126"/>
                    </a:lnTo>
                    <a:close/>
                    <a:moveTo>
                      <a:pt x="166" y="132"/>
                    </a:moveTo>
                    <a:lnTo>
                      <a:pt x="164" y="128"/>
                    </a:lnTo>
                    <a:lnTo>
                      <a:pt x="166" y="128"/>
                    </a:lnTo>
                    <a:lnTo>
                      <a:pt x="170" y="128"/>
                    </a:lnTo>
                    <a:lnTo>
                      <a:pt x="170" y="132"/>
                    </a:lnTo>
                    <a:lnTo>
                      <a:pt x="166" y="132"/>
                    </a:lnTo>
                    <a:lnTo>
                      <a:pt x="166" y="132"/>
                    </a:lnTo>
                    <a:lnTo>
                      <a:pt x="166" y="132"/>
                    </a:lnTo>
                    <a:close/>
                    <a:moveTo>
                      <a:pt x="34" y="128"/>
                    </a:moveTo>
                    <a:lnTo>
                      <a:pt x="34" y="132"/>
                    </a:lnTo>
                    <a:lnTo>
                      <a:pt x="30" y="128"/>
                    </a:lnTo>
                    <a:lnTo>
                      <a:pt x="34" y="128"/>
                    </a:lnTo>
                    <a:lnTo>
                      <a:pt x="34" y="128"/>
                    </a:lnTo>
                    <a:lnTo>
                      <a:pt x="34" y="128"/>
                    </a:lnTo>
                    <a:close/>
                    <a:moveTo>
                      <a:pt x="134" y="136"/>
                    </a:moveTo>
                    <a:lnTo>
                      <a:pt x="130" y="136"/>
                    </a:lnTo>
                    <a:lnTo>
                      <a:pt x="130" y="132"/>
                    </a:lnTo>
                    <a:lnTo>
                      <a:pt x="134" y="136"/>
                    </a:lnTo>
                    <a:lnTo>
                      <a:pt x="134" y="136"/>
                    </a:lnTo>
                    <a:lnTo>
                      <a:pt x="134" y="136"/>
                    </a:lnTo>
                    <a:close/>
                    <a:moveTo>
                      <a:pt x="138" y="140"/>
                    </a:moveTo>
                    <a:lnTo>
                      <a:pt x="134" y="140"/>
                    </a:lnTo>
                    <a:lnTo>
                      <a:pt x="134" y="136"/>
                    </a:lnTo>
                    <a:lnTo>
                      <a:pt x="134" y="132"/>
                    </a:lnTo>
                    <a:lnTo>
                      <a:pt x="134" y="136"/>
                    </a:lnTo>
                    <a:lnTo>
                      <a:pt x="138" y="136"/>
                    </a:lnTo>
                    <a:lnTo>
                      <a:pt x="140" y="136"/>
                    </a:lnTo>
                    <a:lnTo>
                      <a:pt x="140" y="140"/>
                    </a:lnTo>
                    <a:lnTo>
                      <a:pt x="138" y="140"/>
                    </a:lnTo>
                    <a:lnTo>
                      <a:pt x="138" y="140"/>
                    </a:lnTo>
                    <a:lnTo>
                      <a:pt x="138" y="140"/>
                    </a:lnTo>
                    <a:close/>
                    <a:moveTo>
                      <a:pt x="144" y="148"/>
                    </a:moveTo>
                    <a:lnTo>
                      <a:pt x="140" y="148"/>
                    </a:lnTo>
                    <a:lnTo>
                      <a:pt x="140" y="144"/>
                    </a:lnTo>
                    <a:lnTo>
                      <a:pt x="138" y="144"/>
                    </a:lnTo>
                    <a:lnTo>
                      <a:pt x="138" y="140"/>
                    </a:lnTo>
                    <a:lnTo>
                      <a:pt x="140" y="144"/>
                    </a:lnTo>
                    <a:lnTo>
                      <a:pt x="140" y="148"/>
                    </a:lnTo>
                    <a:lnTo>
                      <a:pt x="144" y="148"/>
                    </a:lnTo>
                    <a:lnTo>
                      <a:pt x="144" y="144"/>
                    </a:lnTo>
                    <a:lnTo>
                      <a:pt x="144" y="148"/>
                    </a:lnTo>
                    <a:lnTo>
                      <a:pt x="144" y="148"/>
                    </a:lnTo>
                    <a:lnTo>
                      <a:pt x="144" y="148"/>
                    </a:lnTo>
                    <a:close/>
                    <a:moveTo>
                      <a:pt x="140" y="156"/>
                    </a:moveTo>
                    <a:lnTo>
                      <a:pt x="138" y="156"/>
                    </a:lnTo>
                    <a:lnTo>
                      <a:pt x="140" y="156"/>
                    </a:lnTo>
                    <a:lnTo>
                      <a:pt x="140" y="156"/>
                    </a:lnTo>
                    <a:lnTo>
                      <a:pt x="140" y="156"/>
                    </a:lnTo>
                    <a:close/>
                    <a:moveTo>
                      <a:pt x="166" y="158"/>
                    </a:moveTo>
                    <a:lnTo>
                      <a:pt x="164" y="158"/>
                    </a:lnTo>
                    <a:lnTo>
                      <a:pt x="164" y="156"/>
                    </a:lnTo>
                    <a:lnTo>
                      <a:pt x="166" y="156"/>
                    </a:lnTo>
                    <a:lnTo>
                      <a:pt x="166" y="158"/>
                    </a:lnTo>
                    <a:lnTo>
                      <a:pt x="166" y="158"/>
                    </a:lnTo>
                    <a:lnTo>
                      <a:pt x="166" y="158"/>
                    </a:lnTo>
                    <a:close/>
                    <a:moveTo>
                      <a:pt x="186" y="170"/>
                    </a:moveTo>
                    <a:lnTo>
                      <a:pt x="182" y="170"/>
                    </a:lnTo>
                    <a:lnTo>
                      <a:pt x="186" y="170"/>
                    </a:lnTo>
                    <a:lnTo>
                      <a:pt x="186" y="166"/>
                    </a:lnTo>
                    <a:lnTo>
                      <a:pt x="186" y="170"/>
                    </a:lnTo>
                    <a:lnTo>
                      <a:pt x="190" y="170"/>
                    </a:lnTo>
                    <a:lnTo>
                      <a:pt x="186" y="170"/>
                    </a:lnTo>
                    <a:lnTo>
                      <a:pt x="186" y="170"/>
                    </a:lnTo>
                    <a:lnTo>
                      <a:pt x="186" y="170"/>
                    </a:lnTo>
                    <a:close/>
                    <a:moveTo>
                      <a:pt x="178" y="174"/>
                    </a:moveTo>
                    <a:lnTo>
                      <a:pt x="174" y="174"/>
                    </a:lnTo>
                    <a:lnTo>
                      <a:pt x="174" y="170"/>
                    </a:lnTo>
                    <a:lnTo>
                      <a:pt x="170" y="170"/>
                    </a:lnTo>
                    <a:lnTo>
                      <a:pt x="174" y="170"/>
                    </a:lnTo>
                    <a:lnTo>
                      <a:pt x="178" y="170"/>
                    </a:lnTo>
                    <a:lnTo>
                      <a:pt x="178" y="174"/>
                    </a:lnTo>
                    <a:lnTo>
                      <a:pt x="182" y="174"/>
                    </a:lnTo>
                    <a:lnTo>
                      <a:pt x="178" y="174"/>
                    </a:lnTo>
                    <a:lnTo>
                      <a:pt x="178" y="174"/>
                    </a:lnTo>
                    <a:lnTo>
                      <a:pt x="178" y="1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9" name="Freeform 193"/>
              <p:cNvSpPr>
                <a:spLocks noEditPoints="1"/>
              </p:cNvSpPr>
              <p:nvPr/>
            </p:nvSpPr>
            <p:spPr bwMode="gray">
              <a:xfrm>
                <a:off x="4027718" y="3204811"/>
                <a:ext cx="622657" cy="320023"/>
              </a:xfrm>
              <a:custGeom>
                <a:avLst/>
                <a:gdLst>
                  <a:gd name="T0" fmla="*/ 320 w 358"/>
                  <a:gd name="T1" fmla="*/ 16 h 184"/>
                  <a:gd name="T2" fmla="*/ 320 w 358"/>
                  <a:gd name="T3" fmla="*/ 8 h 184"/>
                  <a:gd name="T4" fmla="*/ 324 w 358"/>
                  <a:gd name="T5" fmla="*/ 0 h 184"/>
                  <a:gd name="T6" fmla="*/ 328 w 358"/>
                  <a:gd name="T7" fmla="*/ 8 h 184"/>
                  <a:gd name="T8" fmla="*/ 340 w 358"/>
                  <a:gd name="T9" fmla="*/ 8 h 184"/>
                  <a:gd name="T10" fmla="*/ 348 w 358"/>
                  <a:gd name="T11" fmla="*/ 4 h 184"/>
                  <a:gd name="T12" fmla="*/ 350 w 358"/>
                  <a:gd name="T13" fmla="*/ 12 h 184"/>
                  <a:gd name="T14" fmla="*/ 354 w 358"/>
                  <a:gd name="T15" fmla="*/ 12 h 184"/>
                  <a:gd name="T16" fmla="*/ 350 w 358"/>
                  <a:gd name="T17" fmla="*/ 20 h 184"/>
                  <a:gd name="T18" fmla="*/ 348 w 358"/>
                  <a:gd name="T19" fmla="*/ 30 h 184"/>
                  <a:gd name="T20" fmla="*/ 344 w 358"/>
                  <a:gd name="T21" fmla="*/ 38 h 184"/>
                  <a:gd name="T22" fmla="*/ 344 w 358"/>
                  <a:gd name="T23" fmla="*/ 50 h 184"/>
                  <a:gd name="T24" fmla="*/ 340 w 358"/>
                  <a:gd name="T25" fmla="*/ 54 h 184"/>
                  <a:gd name="T26" fmla="*/ 348 w 358"/>
                  <a:gd name="T27" fmla="*/ 60 h 184"/>
                  <a:gd name="T28" fmla="*/ 340 w 358"/>
                  <a:gd name="T29" fmla="*/ 68 h 184"/>
                  <a:gd name="T30" fmla="*/ 344 w 358"/>
                  <a:gd name="T31" fmla="*/ 76 h 184"/>
                  <a:gd name="T32" fmla="*/ 344 w 358"/>
                  <a:gd name="T33" fmla="*/ 82 h 184"/>
                  <a:gd name="T34" fmla="*/ 336 w 358"/>
                  <a:gd name="T35" fmla="*/ 90 h 184"/>
                  <a:gd name="T36" fmla="*/ 340 w 358"/>
                  <a:gd name="T37" fmla="*/ 98 h 184"/>
                  <a:gd name="T38" fmla="*/ 332 w 358"/>
                  <a:gd name="T39" fmla="*/ 102 h 184"/>
                  <a:gd name="T40" fmla="*/ 324 w 358"/>
                  <a:gd name="T41" fmla="*/ 98 h 184"/>
                  <a:gd name="T42" fmla="*/ 318 w 358"/>
                  <a:gd name="T43" fmla="*/ 102 h 184"/>
                  <a:gd name="T44" fmla="*/ 320 w 358"/>
                  <a:gd name="T45" fmla="*/ 94 h 184"/>
                  <a:gd name="T46" fmla="*/ 320 w 358"/>
                  <a:gd name="T47" fmla="*/ 82 h 184"/>
                  <a:gd name="T48" fmla="*/ 320 w 358"/>
                  <a:gd name="T49" fmla="*/ 76 h 184"/>
                  <a:gd name="T50" fmla="*/ 318 w 358"/>
                  <a:gd name="T51" fmla="*/ 76 h 184"/>
                  <a:gd name="T52" fmla="*/ 314 w 358"/>
                  <a:gd name="T53" fmla="*/ 68 h 184"/>
                  <a:gd name="T54" fmla="*/ 318 w 358"/>
                  <a:gd name="T55" fmla="*/ 64 h 184"/>
                  <a:gd name="T56" fmla="*/ 310 w 358"/>
                  <a:gd name="T57" fmla="*/ 68 h 184"/>
                  <a:gd name="T58" fmla="*/ 314 w 358"/>
                  <a:gd name="T59" fmla="*/ 56 h 184"/>
                  <a:gd name="T60" fmla="*/ 314 w 358"/>
                  <a:gd name="T61" fmla="*/ 54 h 184"/>
                  <a:gd name="T62" fmla="*/ 318 w 358"/>
                  <a:gd name="T63" fmla="*/ 42 h 184"/>
                  <a:gd name="T64" fmla="*/ 320 w 358"/>
                  <a:gd name="T65" fmla="*/ 30 h 184"/>
                  <a:gd name="T66" fmla="*/ 320 w 358"/>
                  <a:gd name="T67" fmla="*/ 26 h 184"/>
                  <a:gd name="T68" fmla="*/ 320 w 358"/>
                  <a:gd name="T69" fmla="*/ 24 h 184"/>
                  <a:gd name="T70" fmla="*/ 0 w 358"/>
                  <a:gd name="T71" fmla="*/ 54 h 184"/>
                  <a:gd name="T72" fmla="*/ 4 w 358"/>
                  <a:gd name="T73" fmla="*/ 56 h 184"/>
                  <a:gd name="T74" fmla="*/ 60 w 358"/>
                  <a:gd name="T75" fmla="*/ 68 h 184"/>
                  <a:gd name="T76" fmla="*/ 60 w 358"/>
                  <a:gd name="T77" fmla="*/ 72 h 184"/>
                  <a:gd name="T78" fmla="*/ 48 w 358"/>
                  <a:gd name="T79" fmla="*/ 72 h 184"/>
                  <a:gd name="T80" fmla="*/ 52 w 358"/>
                  <a:gd name="T81" fmla="*/ 72 h 184"/>
                  <a:gd name="T82" fmla="*/ 48 w 358"/>
                  <a:gd name="T83" fmla="*/ 72 h 184"/>
                  <a:gd name="T84" fmla="*/ 38 w 358"/>
                  <a:gd name="T85" fmla="*/ 72 h 184"/>
                  <a:gd name="T86" fmla="*/ 46 w 358"/>
                  <a:gd name="T87" fmla="*/ 76 h 184"/>
                  <a:gd name="T88" fmla="*/ 46 w 358"/>
                  <a:gd name="T89" fmla="*/ 72 h 184"/>
                  <a:gd name="T90" fmla="*/ 46 w 358"/>
                  <a:gd name="T91" fmla="*/ 76 h 184"/>
                  <a:gd name="T92" fmla="*/ 78 w 358"/>
                  <a:gd name="T93" fmla="*/ 86 h 184"/>
                  <a:gd name="T94" fmla="*/ 86 w 358"/>
                  <a:gd name="T95" fmla="*/ 86 h 184"/>
                  <a:gd name="T96" fmla="*/ 90 w 358"/>
                  <a:gd name="T97" fmla="*/ 86 h 184"/>
                  <a:gd name="T98" fmla="*/ 82 w 358"/>
                  <a:gd name="T99" fmla="*/ 86 h 184"/>
                  <a:gd name="T100" fmla="*/ 86 w 358"/>
                  <a:gd name="T101" fmla="*/ 102 h 184"/>
                  <a:gd name="T102" fmla="*/ 90 w 358"/>
                  <a:gd name="T103" fmla="*/ 102 h 184"/>
                  <a:gd name="T104" fmla="*/ 202 w 358"/>
                  <a:gd name="T105" fmla="*/ 180 h 184"/>
                  <a:gd name="T106" fmla="*/ 204 w 358"/>
                  <a:gd name="T107" fmla="*/ 184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184">
                    <a:moveTo>
                      <a:pt x="320" y="24"/>
                    </a:moveTo>
                    <a:lnTo>
                      <a:pt x="320" y="20"/>
                    </a:lnTo>
                    <a:lnTo>
                      <a:pt x="320" y="16"/>
                    </a:lnTo>
                    <a:lnTo>
                      <a:pt x="320" y="12"/>
                    </a:lnTo>
                    <a:lnTo>
                      <a:pt x="318" y="8"/>
                    </a:lnTo>
                    <a:lnTo>
                      <a:pt x="320" y="8"/>
                    </a:lnTo>
                    <a:lnTo>
                      <a:pt x="320" y="4"/>
                    </a:lnTo>
                    <a:lnTo>
                      <a:pt x="324" y="4"/>
                    </a:lnTo>
                    <a:lnTo>
                      <a:pt x="324" y="0"/>
                    </a:lnTo>
                    <a:lnTo>
                      <a:pt x="328" y="0"/>
                    </a:lnTo>
                    <a:lnTo>
                      <a:pt x="328" y="4"/>
                    </a:lnTo>
                    <a:lnTo>
                      <a:pt x="328" y="8"/>
                    </a:lnTo>
                    <a:lnTo>
                      <a:pt x="332" y="8"/>
                    </a:lnTo>
                    <a:lnTo>
                      <a:pt x="336" y="8"/>
                    </a:lnTo>
                    <a:lnTo>
                      <a:pt x="340" y="8"/>
                    </a:lnTo>
                    <a:lnTo>
                      <a:pt x="344" y="8"/>
                    </a:lnTo>
                    <a:lnTo>
                      <a:pt x="344" y="4"/>
                    </a:lnTo>
                    <a:lnTo>
                      <a:pt x="348" y="4"/>
                    </a:lnTo>
                    <a:lnTo>
                      <a:pt x="350" y="4"/>
                    </a:lnTo>
                    <a:lnTo>
                      <a:pt x="350" y="8"/>
                    </a:lnTo>
                    <a:lnTo>
                      <a:pt x="350" y="12"/>
                    </a:lnTo>
                    <a:lnTo>
                      <a:pt x="354" y="12"/>
                    </a:lnTo>
                    <a:lnTo>
                      <a:pt x="358" y="12"/>
                    </a:lnTo>
                    <a:lnTo>
                      <a:pt x="354" y="12"/>
                    </a:lnTo>
                    <a:lnTo>
                      <a:pt x="354" y="16"/>
                    </a:lnTo>
                    <a:lnTo>
                      <a:pt x="354" y="20"/>
                    </a:lnTo>
                    <a:lnTo>
                      <a:pt x="350" y="20"/>
                    </a:lnTo>
                    <a:lnTo>
                      <a:pt x="348" y="24"/>
                    </a:lnTo>
                    <a:lnTo>
                      <a:pt x="348" y="26"/>
                    </a:lnTo>
                    <a:lnTo>
                      <a:pt x="348" y="30"/>
                    </a:lnTo>
                    <a:lnTo>
                      <a:pt x="348" y="34"/>
                    </a:lnTo>
                    <a:lnTo>
                      <a:pt x="348" y="38"/>
                    </a:lnTo>
                    <a:lnTo>
                      <a:pt x="344" y="38"/>
                    </a:lnTo>
                    <a:lnTo>
                      <a:pt x="344" y="42"/>
                    </a:lnTo>
                    <a:lnTo>
                      <a:pt x="348" y="42"/>
                    </a:lnTo>
                    <a:lnTo>
                      <a:pt x="344" y="50"/>
                    </a:lnTo>
                    <a:lnTo>
                      <a:pt x="340" y="50"/>
                    </a:lnTo>
                    <a:lnTo>
                      <a:pt x="336" y="50"/>
                    </a:lnTo>
                    <a:lnTo>
                      <a:pt x="340" y="54"/>
                    </a:lnTo>
                    <a:lnTo>
                      <a:pt x="340" y="56"/>
                    </a:lnTo>
                    <a:lnTo>
                      <a:pt x="344" y="60"/>
                    </a:lnTo>
                    <a:lnTo>
                      <a:pt x="348" y="60"/>
                    </a:lnTo>
                    <a:lnTo>
                      <a:pt x="344" y="64"/>
                    </a:lnTo>
                    <a:lnTo>
                      <a:pt x="344" y="68"/>
                    </a:lnTo>
                    <a:lnTo>
                      <a:pt x="340" y="68"/>
                    </a:lnTo>
                    <a:lnTo>
                      <a:pt x="340" y="72"/>
                    </a:lnTo>
                    <a:lnTo>
                      <a:pt x="340" y="76"/>
                    </a:lnTo>
                    <a:lnTo>
                      <a:pt x="344" y="76"/>
                    </a:lnTo>
                    <a:lnTo>
                      <a:pt x="344" y="80"/>
                    </a:lnTo>
                    <a:lnTo>
                      <a:pt x="348" y="80"/>
                    </a:lnTo>
                    <a:lnTo>
                      <a:pt x="344" y="82"/>
                    </a:lnTo>
                    <a:lnTo>
                      <a:pt x="340" y="82"/>
                    </a:lnTo>
                    <a:lnTo>
                      <a:pt x="340" y="86"/>
                    </a:lnTo>
                    <a:lnTo>
                      <a:pt x="336" y="90"/>
                    </a:lnTo>
                    <a:lnTo>
                      <a:pt x="340" y="90"/>
                    </a:lnTo>
                    <a:lnTo>
                      <a:pt x="340" y="94"/>
                    </a:lnTo>
                    <a:lnTo>
                      <a:pt x="340" y="98"/>
                    </a:lnTo>
                    <a:lnTo>
                      <a:pt x="336" y="98"/>
                    </a:lnTo>
                    <a:lnTo>
                      <a:pt x="336" y="102"/>
                    </a:lnTo>
                    <a:lnTo>
                      <a:pt x="332" y="102"/>
                    </a:lnTo>
                    <a:lnTo>
                      <a:pt x="328" y="102"/>
                    </a:lnTo>
                    <a:lnTo>
                      <a:pt x="328" y="98"/>
                    </a:lnTo>
                    <a:lnTo>
                      <a:pt x="324" y="98"/>
                    </a:lnTo>
                    <a:lnTo>
                      <a:pt x="320" y="98"/>
                    </a:lnTo>
                    <a:lnTo>
                      <a:pt x="320" y="102"/>
                    </a:lnTo>
                    <a:lnTo>
                      <a:pt x="318" y="102"/>
                    </a:lnTo>
                    <a:lnTo>
                      <a:pt x="318" y="98"/>
                    </a:lnTo>
                    <a:lnTo>
                      <a:pt x="318" y="94"/>
                    </a:lnTo>
                    <a:lnTo>
                      <a:pt x="320" y="94"/>
                    </a:lnTo>
                    <a:lnTo>
                      <a:pt x="320" y="90"/>
                    </a:lnTo>
                    <a:lnTo>
                      <a:pt x="320" y="86"/>
                    </a:lnTo>
                    <a:lnTo>
                      <a:pt x="320" y="82"/>
                    </a:lnTo>
                    <a:lnTo>
                      <a:pt x="318" y="82"/>
                    </a:lnTo>
                    <a:lnTo>
                      <a:pt x="320" y="80"/>
                    </a:lnTo>
                    <a:lnTo>
                      <a:pt x="320" y="76"/>
                    </a:lnTo>
                    <a:lnTo>
                      <a:pt x="320" y="72"/>
                    </a:lnTo>
                    <a:lnTo>
                      <a:pt x="318" y="72"/>
                    </a:lnTo>
                    <a:lnTo>
                      <a:pt x="318" y="76"/>
                    </a:lnTo>
                    <a:lnTo>
                      <a:pt x="314" y="76"/>
                    </a:lnTo>
                    <a:lnTo>
                      <a:pt x="314" y="72"/>
                    </a:lnTo>
                    <a:lnTo>
                      <a:pt x="314" y="68"/>
                    </a:lnTo>
                    <a:lnTo>
                      <a:pt x="318" y="72"/>
                    </a:lnTo>
                    <a:lnTo>
                      <a:pt x="318" y="68"/>
                    </a:lnTo>
                    <a:lnTo>
                      <a:pt x="318" y="64"/>
                    </a:lnTo>
                    <a:lnTo>
                      <a:pt x="318" y="68"/>
                    </a:lnTo>
                    <a:lnTo>
                      <a:pt x="314" y="68"/>
                    </a:lnTo>
                    <a:lnTo>
                      <a:pt x="310" y="68"/>
                    </a:lnTo>
                    <a:lnTo>
                      <a:pt x="310" y="64"/>
                    </a:lnTo>
                    <a:lnTo>
                      <a:pt x="310" y="60"/>
                    </a:lnTo>
                    <a:lnTo>
                      <a:pt x="314" y="56"/>
                    </a:lnTo>
                    <a:lnTo>
                      <a:pt x="310" y="56"/>
                    </a:lnTo>
                    <a:lnTo>
                      <a:pt x="314" y="56"/>
                    </a:lnTo>
                    <a:lnTo>
                      <a:pt x="314" y="54"/>
                    </a:lnTo>
                    <a:lnTo>
                      <a:pt x="318" y="50"/>
                    </a:lnTo>
                    <a:lnTo>
                      <a:pt x="318" y="46"/>
                    </a:lnTo>
                    <a:lnTo>
                      <a:pt x="318" y="42"/>
                    </a:lnTo>
                    <a:lnTo>
                      <a:pt x="318" y="38"/>
                    </a:lnTo>
                    <a:lnTo>
                      <a:pt x="320" y="34"/>
                    </a:lnTo>
                    <a:lnTo>
                      <a:pt x="320" y="30"/>
                    </a:lnTo>
                    <a:lnTo>
                      <a:pt x="320" y="26"/>
                    </a:lnTo>
                    <a:lnTo>
                      <a:pt x="320" y="30"/>
                    </a:lnTo>
                    <a:lnTo>
                      <a:pt x="320" y="26"/>
                    </a:lnTo>
                    <a:lnTo>
                      <a:pt x="320" y="24"/>
                    </a:lnTo>
                    <a:lnTo>
                      <a:pt x="320" y="24"/>
                    </a:lnTo>
                    <a:lnTo>
                      <a:pt x="320" y="24"/>
                    </a:lnTo>
                    <a:close/>
                    <a:moveTo>
                      <a:pt x="4" y="56"/>
                    </a:moveTo>
                    <a:lnTo>
                      <a:pt x="0" y="56"/>
                    </a:lnTo>
                    <a:lnTo>
                      <a:pt x="0" y="54"/>
                    </a:lnTo>
                    <a:lnTo>
                      <a:pt x="4" y="54"/>
                    </a:lnTo>
                    <a:lnTo>
                      <a:pt x="4" y="56"/>
                    </a:lnTo>
                    <a:lnTo>
                      <a:pt x="4" y="56"/>
                    </a:lnTo>
                    <a:lnTo>
                      <a:pt x="4" y="56"/>
                    </a:lnTo>
                    <a:close/>
                    <a:moveTo>
                      <a:pt x="60" y="72"/>
                    </a:moveTo>
                    <a:lnTo>
                      <a:pt x="60" y="68"/>
                    </a:lnTo>
                    <a:lnTo>
                      <a:pt x="56" y="68"/>
                    </a:lnTo>
                    <a:lnTo>
                      <a:pt x="60" y="68"/>
                    </a:lnTo>
                    <a:lnTo>
                      <a:pt x="60" y="72"/>
                    </a:lnTo>
                    <a:lnTo>
                      <a:pt x="60" y="72"/>
                    </a:lnTo>
                    <a:lnTo>
                      <a:pt x="60" y="72"/>
                    </a:lnTo>
                    <a:close/>
                    <a:moveTo>
                      <a:pt x="48" y="72"/>
                    </a:moveTo>
                    <a:lnTo>
                      <a:pt x="46" y="68"/>
                    </a:lnTo>
                    <a:lnTo>
                      <a:pt x="48" y="68"/>
                    </a:lnTo>
                    <a:lnTo>
                      <a:pt x="52" y="72"/>
                    </a:lnTo>
                    <a:lnTo>
                      <a:pt x="48" y="72"/>
                    </a:lnTo>
                    <a:lnTo>
                      <a:pt x="48" y="72"/>
                    </a:lnTo>
                    <a:lnTo>
                      <a:pt x="48" y="72"/>
                    </a:lnTo>
                    <a:close/>
                    <a:moveTo>
                      <a:pt x="38" y="72"/>
                    </a:moveTo>
                    <a:lnTo>
                      <a:pt x="38" y="68"/>
                    </a:lnTo>
                    <a:lnTo>
                      <a:pt x="38" y="72"/>
                    </a:lnTo>
                    <a:lnTo>
                      <a:pt x="38" y="72"/>
                    </a:lnTo>
                    <a:lnTo>
                      <a:pt x="38" y="72"/>
                    </a:lnTo>
                    <a:close/>
                    <a:moveTo>
                      <a:pt x="46" y="76"/>
                    </a:moveTo>
                    <a:lnTo>
                      <a:pt x="42" y="76"/>
                    </a:lnTo>
                    <a:lnTo>
                      <a:pt x="42" y="72"/>
                    </a:lnTo>
                    <a:lnTo>
                      <a:pt x="46" y="72"/>
                    </a:lnTo>
                    <a:lnTo>
                      <a:pt x="48" y="76"/>
                    </a:lnTo>
                    <a:lnTo>
                      <a:pt x="46" y="76"/>
                    </a:lnTo>
                    <a:lnTo>
                      <a:pt x="46" y="76"/>
                    </a:lnTo>
                    <a:lnTo>
                      <a:pt x="46" y="76"/>
                    </a:lnTo>
                    <a:close/>
                    <a:moveTo>
                      <a:pt x="82" y="86"/>
                    </a:moveTo>
                    <a:lnTo>
                      <a:pt x="78" y="86"/>
                    </a:lnTo>
                    <a:lnTo>
                      <a:pt x="78" y="82"/>
                    </a:lnTo>
                    <a:lnTo>
                      <a:pt x="82" y="86"/>
                    </a:lnTo>
                    <a:lnTo>
                      <a:pt x="86" y="86"/>
                    </a:lnTo>
                    <a:lnTo>
                      <a:pt x="86" y="82"/>
                    </a:lnTo>
                    <a:lnTo>
                      <a:pt x="90" y="82"/>
                    </a:lnTo>
                    <a:lnTo>
                      <a:pt x="90" y="86"/>
                    </a:lnTo>
                    <a:lnTo>
                      <a:pt x="86" y="86"/>
                    </a:lnTo>
                    <a:lnTo>
                      <a:pt x="82" y="86"/>
                    </a:lnTo>
                    <a:lnTo>
                      <a:pt x="82" y="86"/>
                    </a:lnTo>
                    <a:lnTo>
                      <a:pt x="82" y="86"/>
                    </a:lnTo>
                    <a:close/>
                    <a:moveTo>
                      <a:pt x="90" y="102"/>
                    </a:moveTo>
                    <a:lnTo>
                      <a:pt x="86" y="102"/>
                    </a:lnTo>
                    <a:lnTo>
                      <a:pt x="90" y="102"/>
                    </a:lnTo>
                    <a:lnTo>
                      <a:pt x="90" y="102"/>
                    </a:lnTo>
                    <a:lnTo>
                      <a:pt x="90" y="102"/>
                    </a:lnTo>
                    <a:close/>
                    <a:moveTo>
                      <a:pt x="204" y="184"/>
                    </a:moveTo>
                    <a:lnTo>
                      <a:pt x="202" y="184"/>
                    </a:lnTo>
                    <a:lnTo>
                      <a:pt x="202" y="180"/>
                    </a:lnTo>
                    <a:lnTo>
                      <a:pt x="204" y="180"/>
                    </a:lnTo>
                    <a:lnTo>
                      <a:pt x="208" y="180"/>
                    </a:lnTo>
                    <a:lnTo>
                      <a:pt x="204" y="184"/>
                    </a:lnTo>
                    <a:lnTo>
                      <a:pt x="204" y="184"/>
                    </a:lnTo>
                    <a:lnTo>
                      <a:pt x="204" y="18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0" name="Freeform 194"/>
              <p:cNvSpPr>
                <a:spLocks noEditPoints="1"/>
              </p:cNvSpPr>
              <p:nvPr/>
            </p:nvSpPr>
            <p:spPr bwMode="gray">
              <a:xfrm>
                <a:off x="5206941" y="5184084"/>
                <a:ext cx="525259" cy="817448"/>
              </a:xfrm>
              <a:custGeom>
                <a:avLst/>
                <a:gdLst>
                  <a:gd name="T0" fmla="*/ 12 w 302"/>
                  <a:gd name="T1" fmla="*/ 116 h 470"/>
                  <a:gd name="T2" fmla="*/ 28 w 302"/>
                  <a:gd name="T3" fmla="*/ 122 h 470"/>
                  <a:gd name="T4" fmla="*/ 42 w 302"/>
                  <a:gd name="T5" fmla="*/ 116 h 470"/>
                  <a:gd name="T6" fmla="*/ 50 w 302"/>
                  <a:gd name="T7" fmla="*/ 92 h 470"/>
                  <a:gd name="T8" fmla="*/ 50 w 302"/>
                  <a:gd name="T9" fmla="*/ 56 h 470"/>
                  <a:gd name="T10" fmla="*/ 56 w 302"/>
                  <a:gd name="T11" fmla="*/ 60 h 470"/>
                  <a:gd name="T12" fmla="*/ 60 w 302"/>
                  <a:gd name="T13" fmla="*/ 78 h 470"/>
                  <a:gd name="T14" fmla="*/ 68 w 302"/>
                  <a:gd name="T15" fmla="*/ 86 h 470"/>
                  <a:gd name="T16" fmla="*/ 80 w 302"/>
                  <a:gd name="T17" fmla="*/ 76 h 470"/>
                  <a:gd name="T18" fmla="*/ 90 w 302"/>
                  <a:gd name="T19" fmla="*/ 60 h 470"/>
                  <a:gd name="T20" fmla="*/ 110 w 302"/>
                  <a:gd name="T21" fmla="*/ 64 h 470"/>
                  <a:gd name="T22" fmla="*/ 120 w 302"/>
                  <a:gd name="T23" fmla="*/ 68 h 470"/>
                  <a:gd name="T24" fmla="*/ 128 w 302"/>
                  <a:gd name="T25" fmla="*/ 60 h 470"/>
                  <a:gd name="T26" fmla="*/ 142 w 302"/>
                  <a:gd name="T27" fmla="*/ 46 h 470"/>
                  <a:gd name="T28" fmla="*/ 146 w 302"/>
                  <a:gd name="T29" fmla="*/ 26 h 470"/>
                  <a:gd name="T30" fmla="*/ 164 w 302"/>
                  <a:gd name="T31" fmla="*/ 12 h 470"/>
                  <a:gd name="T32" fmla="*/ 180 w 302"/>
                  <a:gd name="T33" fmla="*/ 0 h 470"/>
                  <a:gd name="T34" fmla="*/ 198 w 302"/>
                  <a:gd name="T35" fmla="*/ 4 h 470"/>
                  <a:gd name="T36" fmla="*/ 212 w 302"/>
                  <a:gd name="T37" fmla="*/ 22 h 470"/>
                  <a:gd name="T38" fmla="*/ 216 w 302"/>
                  <a:gd name="T39" fmla="*/ 42 h 470"/>
                  <a:gd name="T40" fmla="*/ 216 w 302"/>
                  <a:gd name="T41" fmla="*/ 60 h 470"/>
                  <a:gd name="T42" fmla="*/ 210 w 302"/>
                  <a:gd name="T43" fmla="*/ 64 h 470"/>
                  <a:gd name="T44" fmla="*/ 202 w 302"/>
                  <a:gd name="T45" fmla="*/ 82 h 470"/>
                  <a:gd name="T46" fmla="*/ 206 w 302"/>
                  <a:gd name="T47" fmla="*/ 92 h 470"/>
                  <a:gd name="T48" fmla="*/ 220 w 302"/>
                  <a:gd name="T49" fmla="*/ 86 h 470"/>
                  <a:gd name="T50" fmla="*/ 228 w 302"/>
                  <a:gd name="T51" fmla="*/ 96 h 470"/>
                  <a:gd name="T52" fmla="*/ 224 w 302"/>
                  <a:gd name="T53" fmla="*/ 116 h 470"/>
                  <a:gd name="T54" fmla="*/ 210 w 302"/>
                  <a:gd name="T55" fmla="*/ 130 h 470"/>
                  <a:gd name="T56" fmla="*/ 202 w 302"/>
                  <a:gd name="T57" fmla="*/ 148 h 470"/>
                  <a:gd name="T58" fmla="*/ 190 w 302"/>
                  <a:gd name="T59" fmla="*/ 168 h 470"/>
                  <a:gd name="T60" fmla="*/ 180 w 302"/>
                  <a:gd name="T61" fmla="*/ 178 h 470"/>
                  <a:gd name="T62" fmla="*/ 164 w 302"/>
                  <a:gd name="T63" fmla="*/ 194 h 470"/>
                  <a:gd name="T64" fmla="*/ 150 w 302"/>
                  <a:gd name="T65" fmla="*/ 206 h 470"/>
                  <a:gd name="T66" fmla="*/ 136 w 302"/>
                  <a:gd name="T67" fmla="*/ 212 h 470"/>
                  <a:gd name="T68" fmla="*/ 124 w 302"/>
                  <a:gd name="T69" fmla="*/ 216 h 470"/>
                  <a:gd name="T70" fmla="*/ 98 w 302"/>
                  <a:gd name="T71" fmla="*/ 216 h 470"/>
                  <a:gd name="T72" fmla="*/ 80 w 302"/>
                  <a:gd name="T73" fmla="*/ 220 h 470"/>
                  <a:gd name="T74" fmla="*/ 60 w 302"/>
                  <a:gd name="T75" fmla="*/ 224 h 470"/>
                  <a:gd name="T76" fmla="*/ 42 w 302"/>
                  <a:gd name="T77" fmla="*/ 232 h 470"/>
                  <a:gd name="T78" fmla="*/ 30 w 302"/>
                  <a:gd name="T79" fmla="*/ 220 h 470"/>
                  <a:gd name="T80" fmla="*/ 28 w 302"/>
                  <a:gd name="T81" fmla="*/ 224 h 470"/>
                  <a:gd name="T82" fmla="*/ 28 w 302"/>
                  <a:gd name="T83" fmla="*/ 212 h 470"/>
                  <a:gd name="T84" fmla="*/ 24 w 302"/>
                  <a:gd name="T85" fmla="*/ 194 h 470"/>
                  <a:gd name="T86" fmla="*/ 24 w 302"/>
                  <a:gd name="T87" fmla="*/ 178 h 470"/>
                  <a:gd name="T88" fmla="*/ 16 w 302"/>
                  <a:gd name="T89" fmla="*/ 164 h 470"/>
                  <a:gd name="T90" fmla="*/ 8 w 302"/>
                  <a:gd name="T91" fmla="*/ 142 h 470"/>
                  <a:gd name="T92" fmla="*/ 0 w 302"/>
                  <a:gd name="T93" fmla="*/ 120 h 470"/>
                  <a:gd name="T94" fmla="*/ 8 w 302"/>
                  <a:gd name="T95" fmla="*/ 108 h 470"/>
                  <a:gd name="T96" fmla="*/ 180 w 302"/>
                  <a:gd name="T97" fmla="*/ 122 h 470"/>
                  <a:gd name="T98" fmla="*/ 168 w 302"/>
                  <a:gd name="T99" fmla="*/ 120 h 470"/>
                  <a:gd name="T100" fmla="*/ 154 w 302"/>
                  <a:gd name="T101" fmla="*/ 134 h 470"/>
                  <a:gd name="T102" fmla="*/ 154 w 302"/>
                  <a:gd name="T103" fmla="*/ 148 h 470"/>
                  <a:gd name="T104" fmla="*/ 164 w 302"/>
                  <a:gd name="T105" fmla="*/ 146 h 470"/>
                  <a:gd name="T106" fmla="*/ 180 w 302"/>
                  <a:gd name="T107" fmla="*/ 134 h 470"/>
                  <a:gd name="T108" fmla="*/ 302 w 302"/>
                  <a:gd name="T109" fmla="*/ 466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02" h="470">
                    <a:moveTo>
                      <a:pt x="8" y="108"/>
                    </a:moveTo>
                    <a:lnTo>
                      <a:pt x="8" y="112"/>
                    </a:lnTo>
                    <a:lnTo>
                      <a:pt x="12" y="112"/>
                    </a:lnTo>
                    <a:lnTo>
                      <a:pt x="12" y="108"/>
                    </a:lnTo>
                    <a:lnTo>
                      <a:pt x="12" y="112"/>
                    </a:lnTo>
                    <a:lnTo>
                      <a:pt x="12" y="116"/>
                    </a:lnTo>
                    <a:lnTo>
                      <a:pt x="12" y="120"/>
                    </a:lnTo>
                    <a:lnTo>
                      <a:pt x="16" y="120"/>
                    </a:lnTo>
                    <a:lnTo>
                      <a:pt x="20" y="120"/>
                    </a:lnTo>
                    <a:lnTo>
                      <a:pt x="20" y="122"/>
                    </a:lnTo>
                    <a:lnTo>
                      <a:pt x="24" y="122"/>
                    </a:lnTo>
                    <a:lnTo>
                      <a:pt x="28" y="122"/>
                    </a:lnTo>
                    <a:lnTo>
                      <a:pt x="30" y="120"/>
                    </a:lnTo>
                    <a:lnTo>
                      <a:pt x="34" y="122"/>
                    </a:lnTo>
                    <a:lnTo>
                      <a:pt x="38" y="122"/>
                    </a:lnTo>
                    <a:lnTo>
                      <a:pt x="38" y="120"/>
                    </a:lnTo>
                    <a:lnTo>
                      <a:pt x="42" y="120"/>
                    </a:lnTo>
                    <a:lnTo>
                      <a:pt x="42" y="116"/>
                    </a:lnTo>
                    <a:lnTo>
                      <a:pt x="46" y="116"/>
                    </a:lnTo>
                    <a:lnTo>
                      <a:pt x="50" y="112"/>
                    </a:lnTo>
                    <a:lnTo>
                      <a:pt x="50" y="108"/>
                    </a:lnTo>
                    <a:lnTo>
                      <a:pt x="50" y="104"/>
                    </a:lnTo>
                    <a:lnTo>
                      <a:pt x="50" y="96"/>
                    </a:lnTo>
                    <a:lnTo>
                      <a:pt x="50" y="92"/>
                    </a:lnTo>
                    <a:lnTo>
                      <a:pt x="50" y="90"/>
                    </a:lnTo>
                    <a:lnTo>
                      <a:pt x="50" y="78"/>
                    </a:lnTo>
                    <a:lnTo>
                      <a:pt x="50" y="68"/>
                    </a:lnTo>
                    <a:lnTo>
                      <a:pt x="50" y="64"/>
                    </a:lnTo>
                    <a:lnTo>
                      <a:pt x="50" y="60"/>
                    </a:lnTo>
                    <a:lnTo>
                      <a:pt x="50" y="56"/>
                    </a:lnTo>
                    <a:lnTo>
                      <a:pt x="50" y="52"/>
                    </a:lnTo>
                    <a:lnTo>
                      <a:pt x="50" y="48"/>
                    </a:lnTo>
                    <a:lnTo>
                      <a:pt x="54" y="48"/>
                    </a:lnTo>
                    <a:lnTo>
                      <a:pt x="54" y="52"/>
                    </a:lnTo>
                    <a:lnTo>
                      <a:pt x="56" y="56"/>
                    </a:lnTo>
                    <a:lnTo>
                      <a:pt x="56" y="60"/>
                    </a:lnTo>
                    <a:lnTo>
                      <a:pt x="60" y="64"/>
                    </a:lnTo>
                    <a:lnTo>
                      <a:pt x="56" y="64"/>
                    </a:lnTo>
                    <a:lnTo>
                      <a:pt x="60" y="68"/>
                    </a:lnTo>
                    <a:lnTo>
                      <a:pt x="60" y="72"/>
                    </a:lnTo>
                    <a:lnTo>
                      <a:pt x="60" y="76"/>
                    </a:lnTo>
                    <a:lnTo>
                      <a:pt x="60" y="78"/>
                    </a:lnTo>
                    <a:lnTo>
                      <a:pt x="56" y="78"/>
                    </a:lnTo>
                    <a:lnTo>
                      <a:pt x="56" y="82"/>
                    </a:lnTo>
                    <a:lnTo>
                      <a:pt x="56" y="86"/>
                    </a:lnTo>
                    <a:lnTo>
                      <a:pt x="60" y="86"/>
                    </a:lnTo>
                    <a:lnTo>
                      <a:pt x="64" y="86"/>
                    </a:lnTo>
                    <a:lnTo>
                      <a:pt x="68" y="86"/>
                    </a:lnTo>
                    <a:lnTo>
                      <a:pt x="72" y="86"/>
                    </a:lnTo>
                    <a:lnTo>
                      <a:pt x="76" y="86"/>
                    </a:lnTo>
                    <a:lnTo>
                      <a:pt x="76" y="82"/>
                    </a:lnTo>
                    <a:lnTo>
                      <a:pt x="80" y="82"/>
                    </a:lnTo>
                    <a:lnTo>
                      <a:pt x="80" y="78"/>
                    </a:lnTo>
                    <a:lnTo>
                      <a:pt x="80" y="76"/>
                    </a:lnTo>
                    <a:lnTo>
                      <a:pt x="84" y="76"/>
                    </a:lnTo>
                    <a:lnTo>
                      <a:pt x="86" y="72"/>
                    </a:lnTo>
                    <a:lnTo>
                      <a:pt x="86" y="68"/>
                    </a:lnTo>
                    <a:lnTo>
                      <a:pt x="86" y="64"/>
                    </a:lnTo>
                    <a:lnTo>
                      <a:pt x="90" y="64"/>
                    </a:lnTo>
                    <a:lnTo>
                      <a:pt x="90" y="60"/>
                    </a:lnTo>
                    <a:lnTo>
                      <a:pt x="90" y="56"/>
                    </a:lnTo>
                    <a:lnTo>
                      <a:pt x="94" y="56"/>
                    </a:lnTo>
                    <a:lnTo>
                      <a:pt x="98" y="56"/>
                    </a:lnTo>
                    <a:lnTo>
                      <a:pt x="102" y="60"/>
                    </a:lnTo>
                    <a:lnTo>
                      <a:pt x="106" y="64"/>
                    </a:lnTo>
                    <a:lnTo>
                      <a:pt x="110" y="64"/>
                    </a:lnTo>
                    <a:lnTo>
                      <a:pt x="110" y="68"/>
                    </a:lnTo>
                    <a:lnTo>
                      <a:pt x="112" y="68"/>
                    </a:lnTo>
                    <a:lnTo>
                      <a:pt x="112" y="64"/>
                    </a:lnTo>
                    <a:lnTo>
                      <a:pt x="112" y="68"/>
                    </a:lnTo>
                    <a:lnTo>
                      <a:pt x="116" y="68"/>
                    </a:lnTo>
                    <a:lnTo>
                      <a:pt x="120" y="68"/>
                    </a:lnTo>
                    <a:lnTo>
                      <a:pt x="120" y="64"/>
                    </a:lnTo>
                    <a:lnTo>
                      <a:pt x="120" y="68"/>
                    </a:lnTo>
                    <a:lnTo>
                      <a:pt x="124" y="68"/>
                    </a:lnTo>
                    <a:lnTo>
                      <a:pt x="124" y="64"/>
                    </a:lnTo>
                    <a:lnTo>
                      <a:pt x="128" y="64"/>
                    </a:lnTo>
                    <a:lnTo>
                      <a:pt x="128" y="60"/>
                    </a:lnTo>
                    <a:lnTo>
                      <a:pt x="132" y="56"/>
                    </a:lnTo>
                    <a:lnTo>
                      <a:pt x="132" y="52"/>
                    </a:lnTo>
                    <a:lnTo>
                      <a:pt x="132" y="48"/>
                    </a:lnTo>
                    <a:lnTo>
                      <a:pt x="136" y="46"/>
                    </a:lnTo>
                    <a:lnTo>
                      <a:pt x="140" y="46"/>
                    </a:lnTo>
                    <a:lnTo>
                      <a:pt x="142" y="46"/>
                    </a:lnTo>
                    <a:lnTo>
                      <a:pt x="142" y="42"/>
                    </a:lnTo>
                    <a:lnTo>
                      <a:pt x="146" y="42"/>
                    </a:lnTo>
                    <a:lnTo>
                      <a:pt x="146" y="38"/>
                    </a:lnTo>
                    <a:lnTo>
                      <a:pt x="146" y="34"/>
                    </a:lnTo>
                    <a:lnTo>
                      <a:pt x="146" y="30"/>
                    </a:lnTo>
                    <a:lnTo>
                      <a:pt x="146" y="26"/>
                    </a:lnTo>
                    <a:lnTo>
                      <a:pt x="150" y="26"/>
                    </a:lnTo>
                    <a:lnTo>
                      <a:pt x="154" y="22"/>
                    </a:lnTo>
                    <a:lnTo>
                      <a:pt x="158" y="22"/>
                    </a:lnTo>
                    <a:lnTo>
                      <a:pt x="158" y="18"/>
                    </a:lnTo>
                    <a:lnTo>
                      <a:pt x="162" y="16"/>
                    </a:lnTo>
                    <a:lnTo>
                      <a:pt x="164" y="12"/>
                    </a:lnTo>
                    <a:lnTo>
                      <a:pt x="164" y="8"/>
                    </a:lnTo>
                    <a:lnTo>
                      <a:pt x="168" y="8"/>
                    </a:lnTo>
                    <a:lnTo>
                      <a:pt x="172" y="8"/>
                    </a:lnTo>
                    <a:lnTo>
                      <a:pt x="176" y="8"/>
                    </a:lnTo>
                    <a:lnTo>
                      <a:pt x="176" y="4"/>
                    </a:lnTo>
                    <a:lnTo>
                      <a:pt x="180" y="0"/>
                    </a:lnTo>
                    <a:lnTo>
                      <a:pt x="182" y="0"/>
                    </a:lnTo>
                    <a:lnTo>
                      <a:pt x="186" y="0"/>
                    </a:lnTo>
                    <a:lnTo>
                      <a:pt x="190" y="0"/>
                    </a:lnTo>
                    <a:lnTo>
                      <a:pt x="190" y="4"/>
                    </a:lnTo>
                    <a:lnTo>
                      <a:pt x="194" y="4"/>
                    </a:lnTo>
                    <a:lnTo>
                      <a:pt x="198" y="4"/>
                    </a:lnTo>
                    <a:lnTo>
                      <a:pt x="202" y="4"/>
                    </a:lnTo>
                    <a:lnTo>
                      <a:pt x="206" y="4"/>
                    </a:lnTo>
                    <a:lnTo>
                      <a:pt x="210" y="4"/>
                    </a:lnTo>
                    <a:lnTo>
                      <a:pt x="210" y="8"/>
                    </a:lnTo>
                    <a:lnTo>
                      <a:pt x="212" y="18"/>
                    </a:lnTo>
                    <a:lnTo>
                      <a:pt x="212" y="22"/>
                    </a:lnTo>
                    <a:lnTo>
                      <a:pt x="212" y="26"/>
                    </a:lnTo>
                    <a:lnTo>
                      <a:pt x="212" y="30"/>
                    </a:lnTo>
                    <a:lnTo>
                      <a:pt x="216" y="30"/>
                    </a:lnTo>
                    <a:lnTo>
                      <a:pt x="216" y="34"/>
                    </a:lnTo>
                    <a:lnTo>
                      <a:pt x="216" y="38"/>
                    </a:lnTo>
                    <a:lnTo>
                      <a:pt x="216" y="42"/>
                    </a:lnTo>
                    <a:lnTo>
                      <a:pt x="220" y="42"/>
                    </a:lnTo>
                    <a:lnTo>
                      <a:pt x="216" y="46"/>
                    </a:lnTo>
                    <a:lnTo>
                      <a:pt x="216" y="48"/>
                    </a:lnTo>
                    <a:lnTo>
                      <a:pt x="216" y="52"/>
                    </a:lnTo>
                    <a:lnTo>
                      <a:pt x="220" y="52"/>
                    </a:lnTo>
                    <a:lnTo>
                      <a:pt x="216" y="60"/>
                    </a:lnTo>
                    <a:lnTo>
                      <a:pt x="216" y="64"/>
                    </a:lnTo>
                    <a:lnTo>
                      <a:pt x="216" y="68"/>
                    </a:lnTo>
                    <a:lnTo>
                      <a:pt x="216" y="72"/>
                    </a:lnTo>
                    <a:lnTo>
                      <a:pt x="216" y="68"/>
                    </a:lnTo>
                    <a:lnTo>
                      <a:pt x="212" y="68"/>
                    </a:lnTo>
                    <a:lnTo>
                      <a:pt x="210" y="64"/>
                    </a:lnTo>
                    <a:lnTo>
                      <a:pt x="206" y="68"/>
                    </a:lnTo>
                    <a:lnTo>
                      <a:pt x="206" y="72"/>
                    </a:lnTo>
                    <a:lnTo>
                      <a:pt x="206" y="76"/>
                    </a:lnTo>
                    <a:lnTo>
                      <a:pt x="202" y="76"/>
                    </a:lnTo>
                    <a:lnTo>
                      <a:pt x="202" y="78"/>
                    </a:lnTo>
                    <a:lnTo>
                      <a:pt x="202" y="82"/>
                    </a:lnTo>
                    <a:lnTo>
                      <a:pt x="202" y="86"/>
                    </a:lnTo>
                    <a:lnTo>
                      <a:pt x="202" y="82"/>
                    </a:lnTo>
                    <a:lnTo>
                      <a:pt x="202" y="86"/>
                    </a:lnTo>
                    <a:lnTo>
                      <a:pt x="206" y="86"/>
                    </a:lnTo>
                    <a:lnTo>
                      <a:pt x="206" y="90"/>
                    </a:lnTo>
                    <a:lnTo>
                      <a:pt x="206" y="92"/>
                    </a:lnTo>
                    <a:lnTo>
                      <a:pt x="210" y="92"/>
                    </a:lnTo>
                    <a:lnTo>
                      <a:pt x="212" y="92"/>
                    </a:lnTo>
                    <a:lnTo>
                      <a:pt x="216" y="92"/>
                    </a:lnTo>
                    <a:lnTo>
                      <a:pt x="216" y="90"/>
                    </a:lnTo>
                    <a:lnTo>
                      <a:pt x="216" y="86"/>
                    </a:lnTo>
                    <a:lnTo>
                      <a:pt x="220" y="86"/>
                    </a:lnTo>
                    <a:lnTo>
                      <a:pt x="224" y="86"/>
                    </a:lnTo>
                    <a:lnTo>
                      <a:pt x="228" y="86"/>
                    </a:lnTo>
                    <a:lnTo>
                      <a:pt x="232" y="86"/>
                    </a:lnTo>
                    <a:lnTo>
                      <a:pt x="232" y="90"/>
                    </a:lnTo>
                    <a:lnTo>
                      <a:pt x="228" y="92"/>
                    </a:lnTo>
                    <a:lnTo>
                      <a:pt x="228" y="96"/>
                    </a:lnTo>
                    <a:lnTo>
                      <a:pt x="228" y="100"/>
                    </a:lnTo>
                    <a:lnTo>
                      <a:pt x="228" y="104"/>
                    </a:lnTo>
                    <a:lnTo>
                      <a:pt x="228" y="108"/>
                    </a:lnTo>
                    <a:lnTo>
                      <a:pt x="224" y="108"/>
                    </a:lnTo>
                    <a:lnTo>
                      <a:pt x="224" y="112"/>
                    </a:lnTo>
                    <a:lnTo>
                      <a:pt x="224" y="116"/>
                    </a:lnTo>
                    <a:lnTo>
                      <a:pt x="220" y="120"/>
                    </a:lnTo>
                    <a:lnTo>
                      <a:pt x="220" y="122"/>
                    </a:lnTo>
                    <a:lnTo>
                      <a:pt x="216" y="122"/>
                    </a:lnTo>
                    <a:lnTo>
                      <a:pt x="212" y="122"/>
                    </a:lnTo>
                    <a:lnTo>
                      <a:pt x="212" y="126"/>
                    </a:lnTo>
                    <a:lnTo>
                      <a:pt x="210" y="130"/>
                    </a:lnTo>
                    <a:lnTo>
                      <a:pt x="206" y="134"/>
                    </a:lnTo>
                    <a:lnTo>
                      <a:pt x="206" y="138"/>
                    </a:lnTo>
                    <a:lnTo>
                      <a:pt x="206" y="142"/>
                    </a:lnTo>
                    <a:lnTo>
                      <a:pt x="202" y="142"/>
                    </a:lnTo>
                    <a:lnTo>
                      <a:pt x="202" y="146"/>
                    </a:lnTo>
                    <a:lnTo>
                      <a:pt x="202" y="148"/>
                    </a:lnTo>
                    <a:lnTo>
                      <a:pt x="198" y="148"/>
                    </a:lnTo>
                    <a:lnTo>
                      <a:pt x="198" y="156"/>
                    </a:lnTo>
                    <a:lnTo>
                      <a:pt x="194" y="156"/>
                    </a:lnTo>
                    <a:lnTo>
                      <a:pt x="194" y="160"/>
                    </a:lnTo>
                    <a:lnTo>
                      <a:pt x="190" y="164"/>
                    </a:lnTo>
                    <a:lnTo>
                      <a:pt x="190" y="168"/>
                    </a:lnTo>
                    <a:lnTo>
                      <a:pt x="186" y="168"/>
                    </a:lnTo>
                    <a:lnTo>
                      <a:pt x="186" y="172"/>
                    </a:lnTo>
                    <a:lnTo>
                      <a:pt x="182" y="172"/>
                    </a:lnTo>
                    <a:lnTo>
                      <a:pt x="182" y="176"/>
                    </a:lnTo>
                    <a:lnTo>
                      <a:pt x="180" y="176"/>
                    </a:lnTo>
                    <a:lnTo>
                      <a:pt x="180" y="178"/>
                    </a:lnTo>
                    <a:lnTo>
                      <a:pt x="176" y="178"/>
                    </a:lnTo>
                    <a:lnTo>
                      <a:pt x="176" y="182"/>
                    </a:lnTo>
                    <a:lnTo>
                      <a:pt x="172" y="186"/>
                    </a:lnTo>
                    <a:lnTo>
                      <a:pt x="168" y="190"/>
                    </a:lnTo>
                    <a:lnTo>
                      <a:pt x="168" y="194"/>
                    </a:lnTo>
                    <a:lnTo>
                      <a:pt x="164" y="194"/>
                    </a:lnTo>
                    <a:lnTo>
                      <a:pt x="164" y="198"/>
                    </a:lnTo>
                    <a:lnTo>
                      <a:pt x="162" y="198"/>
                    </a:lnTo>
                    <a:lnTo>
                      <a:pt x="158" y="198"/>
                    </a:lnTo>
                    <a:lnTo>
                      <a:pt x="158" y="202"/>
                    </a:lnTo>
                    <a:lnTo>
                      <a:pt x="154" y="206"/>
                    </a:lnTo>
                    <a:lnTo>
                      <a:pt x="150" y="206"/>
                    </a:lnTo>
                    <a:lnTo>
                      <a:pt x="150" y="208"/>
                    </a:lnTo>
                    <a:lnTo>
                      <a:pt x="146" y="208"/>
                    </a:lnTo>
                    <a:lnTo>
                      <a:pt x="142" y="208"/>
                    </a:lnTo>
                    <a:lnTo>
                      <a:pt x="142" y="212"/>
                    </a:lnTo>
                    <a:lnTo>
                      <a:pt x="140" y="212"/>
                    </a:lnTo>
                    <a:lnTo>
                      <a:pt x="136" y="212"/>
                    </a:lnTo>
                    <a:lnTo>
                      <a:pt x="132" y="212"/>
                    </a:lnTo>
                    <a:lnTo>
                      <a:pt x="128" y="212"/>
                    </a:lnTo>
                    <a:lnTo>
                      <a:pt x="128" y="216"/>
                    </a:lnTo>
                    <a:lnTo>
                      <a:pt x="132" y="216"/>
                    </a:lnTo>
                    <a:lnTo>
                      <a:pt x="128" y="216"/>
                    </a:lnTo>
                    <a:lnTo>
                      <a:pt x="124" y="216"/>
                    </a:lnTo>
                    <a:lnTo>
                      <a:pt x="120" y="216"/>
                    </a:lnTo>
                    <a:lnTo>
                      <a:pt x="116" y="220"/>
                    </a:lnTo>
                    <a:lnTo>
                      <a:pt x="112" y="220"/>
                    </a:lnTo>
                    <a:lnTo>
                      <a:pt x="106" y="216"/>
                    </a:lnTo>
                    <a:lnTo>
                      <a:pt x="102" y="216"/>
                    </a:lnTo>
                    <a:lnTo>
                      <a:pt x="98" y="216"/>
                    </a:lnTo>
                    <a:lnTo>
                      <a:pt x="94" y="216"/>
                    </a:lnTo>
                    <a:lnTo>
                      <a:pt x="90" y="216"/>
                    </a:lnTo>
                    <a:lnTo>
                      <a:pt x="86" y="216"/>
                    </a:lnTo>
                    <a:lnTo>
                      <a:pt x="84" y="216"/>
                    </a:lnTo>
                    <a:lnTo>
                      <a:pt x="80" y="216"/>
                    </a:lnTo>
                    <a:lnTo>
                      <a:pt x="80" y="220"/>
                    </a:lnTo>
                    <a:lnTo>
                      <a:pt x="76" y="220"/>
                    </a:lnTo>
                    <a:lnTo>
                      <a:pt x="76" y="224"/>
                    </a:lnTo>
                    <a:lnTo>
                      <a:pt x="72" y="224"/>
                    </a:lnTo>
                    <a:lnTo>
                      <a:pt x="68" y="224"/>
                    </a:lnTo>
                    <a:lnTo>
                      <a:pt x="64" y="224"/>
                    </a:lnTo>
                    <a:lnTo>
                      <a:pt x="60" y="224"/>
                    </a:lnTo>
                    <a:lnTo>
                      <a:pt x="56" y="224"/>
                    </a:lnTo>
                    <a:lnTo>
                      <a:pt x="56" y="228"/>
                    </a:lnTo>
                    <a:lnTo>
                      <a:pt x="54" y="228"/>
                    </a:lnTo>
                    <a:lnTo>
                      <a:pt x="50" y="232"/>
                    </a:lnTo>
                    <a:lnTo>
                      <a:pt x="46" y="232"/>
                    </a:lnTo>
                    <a:lnTo>
                      <a:pt x="42" y="232"/>
                    </a:lnTo>
                    <a:lnTo>
                      <a:pt x="42" y="228"/>
                    </a:lnTo>
                    <a:lnTo>
                      <a:pt x="38" y="228"/>
                    </a:lnTo>
                    <a:lnTo>
                      <a:pt x="38" y="224"/>
                    </a:lnTo>
                    <a:lnTo>
                      <a:pt x="34" y="224"/>
                    </a:lnTo>
                    <a:lnTo>
                      <a:pt x="30" y="224"/>
                    </a:lnTo>
                    <a:lnTo>
                      <a:pt x="30" y="220"/>
                    </a:lnTo>
                    <a:lnTo>
                      <a:pt x="34" y="220"/>
                    </a:lnTo>
                    <a:lnTo>
                      <a:pt x="30" y="220"/>
                    </a:lnTo>
                    <a:lnTo>
                      <a:pt x="30" y="216"/>
                    </a:lnTo>
                    <a:lnTo>
                      <a:pt x="28" y="216"/>
                    </a:lnTo>
                    <a:lnTo>
                      <a:pt x="28" y="220"/>
                    </a:lnTo>
                    <a:lnTo>
                      <a:pt x="28" y="224"/>
                    </a:lnTo>
                    <a:lnTo>
                      <a:pt x="28" y="220"/>
                    </a:lnTo>
                    <a:lnTo>
                      <a:pt x="24" y="216"/>
                    </a:lnTo>
                    <a:lnTo>
                      <a:pt x="28" y="216"/>
                    </a:lnTo>
                    <a:lnTo>
                      <a:pt x="28" y="212"/>
                    </a:lnTo>
                    <a:lnTo>
                      <a:pt x="28" y="216"/>
                    </a:lnTo>
                    <a:lnTo>
                      <a:pt x="28" y="212"/>
                    </a:lnTo>
                    <a:lnTo>
                      <a:pt x="28" y="208"/>
                    </a:lnTo>
                    <a:lnTo>
                      <a:pt x="24" y="206"/>
                    </a:lnTo>
                    <a:lnTo>
                      <a:pt x="24" y="202"/>
                    </a:lnTo>
                    <a:lnTo>
                      <a:pt x="20" y="198"/>
                    </a:lnTo>
                    <a:lnTo>
                      <a:pt x="20" y="194"/>
                    </a:lnTo>
                    <a:lnTo>
                      <a:pt x="24" y="194"/>
                    </a:lnTo>
                    <a:lnTo>
                      <a:pt x="24" y="190"/>
                    </a:lnTo>
                    <a:lnTo>
                      <a:pt x="28" y="190"/>
                    </a:lnTo>
                    <a:lnTo>
                      <a:pt x="28" y="186"/>
                    </a:lnTo>
                    <a:lnTo>
                      <a:pt x="28" y="182"/>
                    </a:lnTo>
                    <a:lnTo>
                      <a:pt x="24" y="182"/>
                    </a:lnTo>
                    <a:lnTo>
                      <a:pt x="24" y="178"/>
                    </a:lnTo>
                    <a:lnTo>
                      <a:pt x="24" y="176"/>
                    </a:lnTo>
                    <a:lnTo>
                      <a:pt x="24" y="172"/>
                    </a:lnTo>
                    <a:lnTo>
                      <a:pt x="20" y="172"/>
                    </a:lnTo>
                    <a:lnTo>
                      <a:pt x="20" y="168"/>
                    </a:lnTo>
                    <a:lnTo>
                      <a:pt x="20" y="164"/>
                    </a:lnTo>
                    <a:lnTo>
                      <a:pt x="16" y="164"/>
                    </a:lnTo>
                    <a:lnTo>
                      <a:pt x="16" y="160"/>
                    </a:lnTo>
                    <a:lnTo>
                      <a:pt x="12" y="156"/>
                    </a:lnTo>
                    <a:lnTo>
                      <a:pt x="12" y="152"/>
                    </a:lnTo>
                    <a:lnTo>
                      <a:pt x="12" y="148"/>
                    </a:lnTo>
                    <a:lnTo>
                      <a:pt x="8" y="146"/>
                    </a:lnTo>
                    <a:lnTo>
                      <a:pt x="8" y="142"/>
                    </a:lnTo>
                    <a:lnTo>
                      <a:pt x="8" y="138"/>
                    </a:lnTo>
                    <a:lnTo>
                      <a:pt x="8" y="134"/>
                    </a:lnTo>
                    <a:lnTo>
                      <a:pt x="4" y="130"/>
                    </a:lnTo>
                    <a:lnTo>
                      <a:pt x="4" y="126"/>
                    </a:lnTo>
                    <a:lnTo>
                      <a:pt x="0" y="122"/>
                    </a:lnTo>
                    <a:lnTo>
                      <a:pt x="0" y="120"/>
                    </a:lnTo>
                    <a:lnTo>
                      <a:pt x="0" y="116"/>
                    </a:lnTo>
                    <a:lnTo>
                      <a:pt x="4" y="116"/>
                    </a:lnTo>
                    <a:lnTo>
                      <a:pt x="4" y="112"/>
                    </a:lnTo>
                    <a:lnTo>
                      <a:pt x="4" y="108"/>
                    </a:lnTo>
                    <a:lnTo>
                      <a:pt x="8" y="108"/>
                    </a:lnTo>
                    <a:lnTo>
                      <a:pt x="8" y="108"/>
                    </a:lnTo>
                    <a:lnTo>
                      <a:pt x="8" y="108"/>
                    </a:lnTo>
                    <a:close/>
                    <a:moveTo>
                      <a:pt x="180" y="134"/>
                    </a:moveTo>
                    <a:lnTo>
                      <a:pt x="180" y="130"/>
                    </a:lnTo>
                    <a:lnTo>
                      <a:pt x="182" y="130"/>
                    </a:lnTo>
                    <a:lnTo>
                      <a:pt x="180" y="126"/>
                    </a:lnTo>
                    <a:lnTo>
                      <a:pt x="180" y="122"/>
                    </a:lnTo>
                    <a:lnTo>
                      <a:pt x="176" y="122"/>
                    </a:lnTo>
                    <a:lnTo>
                      <a:pt x="176" y="120"/>
                    </a:lnTo>
                    <a:lnTo>
                      <a:pt x="172" y="120"/>
                    </a:lnTo>
                    <a:lnTo>
                      <a:pt x="172" y="116"/>
                    </a:lnTo>
                    <a:lnTo>
                      <a:pt x="168" y="116"/>
                    </a:lnTo>
                    <a:lnTo>
                      <a:pt x="168" y="120"/>
                    </a:lnTo>
                    <a:lnTo>
                      <a:pt x="164" y="120"/>
                    </a:lnTo>
                    <a:lnTo>
                      <a:pt x="162" y="122"/>
                    </a:lnTo>
                    <a:lnTo>
                      <a:pt x="158" y="122"/>
                    </a:lnTo>
                    <a:lnTo>
                      <a:pt x="158" y="126"/>
                    </a:lnTo>
                    <a:lnTo>
                      <a:pt x="154" y="130"/>
                    </a:lnTo>
                    <a:lnTo>
                      <a:pt x="154" y="134"/>
                    </a:lnTo>
                    <a:lnTo>
                      <a:pt x="150" y="134"/>
                    </a:lnTo>
                    <a:lnTo>
                      <a:pt x="150" y="138"/>
                    </a:lnTo>
                    <a:lnTo>
                      <a:pt x="150" y="142"/>
                    </a:lnTo>
                    <a:lnTo>
                      <a:pt x="154" y="142"/>
                    </a:lnTo>
                    <a:lnTo>
                      <a:pt x="154" y="146"/>
                    </a:lnTo>
                    <a:lnTo>
                      <a:pt x="154" y="148"/>
                    </a:lnTo>
                    <a:lnTo>
                      <a:pt x="158" y="148"/>
                    </a:lnTo>
                    <a:lnTo>
                      <a:pt x="158" y="152"/>
                    </a:lnTo>
                    <a:lnTo>
                      <a:pt x="162" y="152"/>
                    </a:lnTo>
                    <a:lnTo>
                      <a:pt x="164" y="152"/>
                    </a:lnTo>
                    <a:lnTo>
                      <a:pt x="164" y="148"/>
                    </a:lnTo>
                    <a:lnTo>
                      <a:pt x="164" y="146"/>
                    </a:lnTo>
                    <a:lnTo>
                      <a:pt x="168" y="146"/>
                    </a:lnTo>
                    <a:lnTo>
                      <a:pt x="172" y="146"/>
                    </a:lnTo>
                    <a:lnTo>
                      <a:pt x="176" y="142"/>
                    </a:lnTo>
                    <a:lnTo>
                      <a:pt x="180" y="142"/>
                    </a:lnTo>
                    <a:lnTo>
                      <a:pt x="180" y="138"/>
                    </a:lnTo>
                    <a:lnTo>
                      <a:pt x="180" y="134"/>
                    </a:lnTo>
                    <a:lnTo>
                      <a:pt x="180" y="134"/>
                    </a:lnTo>
                    <a:lnTo>
                      <a:pt x="180" y="134"/>
                    </a:lnTo>
                    <a:close/>
                    <a:moveTo>
                      <a:pt x="302" y="470"/>
                    </a:moveTo>
                    <a:lnTo>
                      <a:pt x="298" y="470"/>
                    </a:lnTo>
                    <a:lnTo>
                      <a:pt x="298" y="466"/>
                    </a:lnTo>
                    <a:lnTo>
                      <a:pt x="302" y="466"/>
                    </a:lnTo>
                    <a:lnTo>
                      <a:pt x="302" y="470"/>
                    </a:lnTo>
                    <a:lnTo>
                      <a:pt x="302" y="470"/>
                    </a:lnTo>
                    <a:lnTo>
                      <a:pt x="302" y="4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1" name="Freeform 195"/>
              <p:cNvSpPr>
                <a:spLocks noEditPoints="1"/>
              </p:cNvSpPr>
              <p:nvPr/>
            </p:nvSpPr>
            <p:spPr bwMode="gray">
              <a:xfrm>
                <a:off x="4351220" y="3156112"/>
                <a:ext cx="553087" cy="525254"/>
              </a:xfrm>
              <a:custGeom>
                <a:avLst/>
                <a:gdLst>
                  <a:gd name="T0" fmla="*/ 210 w 318"/>
                  <a:gd name="T1" fmla="*/ 8 h 302"/>
                  <a:gd name="T2" fmla="*/ 224 w 318"/>
                  <a:gd name="T3" fmla="*/ 8 h 302"/>
                  <a:gd name="T4" fmla="*/ 236 w 318"/>
                  <a:gd name="T5" fmla="*/ 12 h 302"/>
                  <a:gd name="T6" fmla="*/ 250 w 318"/>
                  <a:gd name="T7" fmla="*/ 18 h 302"/>
                  <a:gd name="T8" fmla="*/ 266 w 318"/>
                  <a:gd name="T9" fmla="*/ 18 h 302"/>
                  <a:gd name="T10" fmla="*/ 278 w 318"/>
                  <a:gd name="T11" fmla="*/ 22 h 302"/>
                  <a:gd name="T12" fmla="*/ 296 w 318"/>
                  <a:gd name="T13" fmla="*/ 26 h 302"/>
                  <a:gd name="T14" fmla="*/ 304 w 318"/>
                  <a:gd name="T15" fmla="*/ 36 h 302"/>
                  <a:gd name="T16" fmla="*/ 284 w 318"/>
                  <a:gd name="T17" fmla="*/ 48 h 302"/>
                  <a:gd name="T18" fmla="*/ 270 w 318"/>
                  <a:gd name="T19" fmla="*/ 58 h 302"/>
                  <a:gd name="T20" fmla="*/ 266 w 318"/>
                  <a:gd name="T21" fmla="*/ 62 h 302"/>
                  <a:gd name="T22" fmla="*/ 254 w 318"/>
                  <a:gd name="T23" fmla="*/ 88 h 302"/>
                  <a:gd name="T24" fmla="*/ 258 w 318"/>
                  <a:gd name="T25" fmla="*/ 100 h 302"/>
                  <a:gd name="T26" fmla="*/ 248 w 318"/>
                  <a:gd name="T27" fmla="*/ 110 h 302"/>
                  <a:gd name="T28" fmla="*/ 236 w 318"/>
                  <a:gd name="T29" fmla="*/ 122 h 302"/>
                  <a:gd name="T30" fmla="*/ 220 w 318"/>
                  <a:gd name="T31" fmla="*/ 134 h 302"/>
                  <a:gd name="T32" fmla="*/ 202 w 318"/>
                  <a:gd name="T33" fmla="*/ 134 h 302"/>
                  <a:gd name="T34" fmla="*/ 188 w 318"/>
                  <a:gd name="T35" fmla="*/ 140 h 302"/>
                  <a:gd name="T36" fmla="*/ 176 w 318"/>
                  <a:gd name="T37" fmla="*/ 144 h 302"/>
                  <a:gd name="T38" fmla="*/ 168 w 318"/>
                  <a:gd name="T39" fmla="*/ 134 h 302"/>
                  <a:gd name="T40" fmla="*/ 154 w 318"/>
                  <a:gd name="T41" fmla="*/ 118 h 302"/>
                  <a:gd name="T42" fmla="*/ 158 w 318"/>
                  <a:gd name="T43" fmla="*/ 108 h 302"/>
                  <a:gd name="T44" fmla="*/ 158 w 318"/>
                  <a:gd name="T45" fmla="*/ 92 h 302"/>
                  <a:gd name="T46" fmla="*/ 154 w 318"/>
                  <a:gd name="T47" fmla="*/ 78 h 302"/>
                  <a:gd name="T48" fmla="*/ 162 w 318"/>
                  <a:gd name="T49" fmla="*/ 62 h 302"/>
                  <a:gd name="T50" fmla="*/ 168 w 318"/>
                  <a:gd name="T51" fmla="*/ 44 h 302"/>
                  <a:gd name="T52" fmla="*/ 164 w 318"/>
                  <a:gd name="T53" fmla="*/ 32 h 302"/>
                  <a:gd name="T54" fmla="*/ 146 w 318"/>
                  <a:gd name="T55" fmla="*/ 36 h 302"/>
                  <a:gd name="T56" fmla="*/ 134 w 318"/>
                  <a:gd name="T57" fmla="*/ 32 h 302"/>
                  <a:gd name="T58" fmla="*/ 134 w 318"/>
                  <a:gd name="T59" fmla="*/ 28 h 302"/>
                  <a:gd name="T60" fmla="*/ 132 w 318"/>
                  <a:gd name="T61" fmla="*/ 26 h 302"/>
                  <a:gd name="T62" fmla="*/ 132 w 318"/>
                  <a:gd name="T63" fmla="*/ 18 h 302"/>
                  <a:gd name="T64" fmla="*/ 134 w 318"/>
                  <a:gd name="T65" fmla="*/ 8 h 302"/>
                  <a:gd name="T66" fmla="*/ 154 w 318"/>
                  <a:gd name="T67" fmla="*/ 4 h 302"/>
                  <a:gd name="T68" fmla="*/ 176 w 318"/>
                  <a:gd name="T69" fmla="*/ 0 h 302"/>
                  <a:gd name="T70" fmla="*/ 192 w 318"/>
                  <a:gd name="T71" fmla="*/ 8 h 302"/>
                  <a:gd name="T72" fmla="*/ 184 w 318"/>
                  <a:gd name="T73" fmla="*/ 152 h 302"/>
                  <a:gd name="T74" fmla="*/ 218 w 318"/>
                  <a:gd name="T75" fmla="*/ 164 h 302"/>
                  <a:gd name="T76" fmla="*/ 318 w 318"/>
                  <a:gd name="T77" fmla="*/ 70 h 302"/>
                  <a:gd name="T78" fmla="*/ 296 w 318"/>
                  <a:gd name="T79" fmla="*/ 78 h 302"/>
                  <a:gd name="T80" fmla="*/ 304 w 318"/>
                  <a:gd name="T81" fmla="*/ 82 h 302"/>
                  <a:gd name="T82" fmla="*/ 292 w 318"/>
                  <a:gd name="T83" fmla="*/ 82 h 302"/>
                  <a:gd name="T84" fmla="*/ 278 w 318"/>
                  <a:gd name="T85" fmla="*/ 92 h 302"/>
                  <a:gd name="T86" fmla="*/ 278 w 318"/>
                  <a:gd name="T87" fmla="*/ 96 h 302"/>
                  <a:gd name="T88" fmla="*/ 64 w 318"/>
                  <a:gd name="T89" fmla="*/ 276 h 302"/>
                  <a:gd name="T90" fmla="*/ 64 w 318"/>
                  <a:gd name="T91" fmla="*/ 282 h 302"/>
                  <a:gd name="T92" fmla="*/ 8 w 318"/>
                  <a:gd name="T93" fmla="*/ 282 h 302"/>
                  <a:gd name="T94" fmla="*/ 56 w 318"/>
                  <a:gd name="T95" fmla="*/ 294 h 302"/>
                  <a:gd name="T96" fmla="*/ 60 w 318"/>
                  <a:gd name="T97" fmla="*/ 290 h 302"/>
                  <a:gd name="T98" fmla="*/ 22 w 318"/>
                  <a:gd name="T99" fmla="*/ 294 h 302"/>
                  <a:gd name="T100" fmla="*/ 26 w 318"/>
                  <a:gd name="T101" fmla="*/ 286 h 302"/>
                  <a:gd name="T102" fmla="*/ 22 w 318"/>
                  <a:gd name="T103" fmla="*/ 298 h 302"/>
                  <a:gd name="T104" fmla="*/ 16 w 318"/>
                  <a:gd name="T105" fmla="*/ 298 h 302"/>
                  <a:gd name="T106" fmla="*/ 42 w 318"/>
                  <a:gd name="T107" fmla="*/ 298 h 302"/>
                  <a:gd name="T108" fmla="*/ 4 w 318"/>
                  <a:gd name="T109" fmla="*/ 302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18" h="302">
                    <a:moveTo>
                      <a:pt x="194" y="8"/>
                    </a:moveTo>
                    <a:lnTo>
                      <a:pt x="198" y="8"/>
                    </a:lnTo>
                    <a:lnTo>
                      <a:pt x="202" y="4"/>
                    </a:lnTo>
                    <a:lnTo>
                      <a:pt x="206" y="4"/>
                    </a:lnTo>
                    <a:lnTo>
                      <a:pt x="210" y="4"/>
                    </a:lnTo>
                    <a:lnTo>
                      <a:pt x="210" y="8"/>
                    </a:lnTo>
                    <a:lnTo>
                      <a:pt x="214" y="8"/>
                    </a:lnTo>
                    <a:lnTo>
                      <a:pt x="218" y="8"/>
                    </a:lnTo>
                    <a:lnTo>
                      <a:pt x="218" y="4"/>
                    </a:lnTo>
                    <a:lnTo>
                      <a:pt x="220" y="4"/>
                    </a:lnTo>
                    <a:lnTo>
                      <a:pt x="220" y="8"/>
                    </a:lnTo>
                    <a:lnTo>
                      <a:pt x="224" y="8"/>
                    </a:lnTo>
                    <a:lnTo>
                      <a:pt x="228" y="8"/>
                    </a:lnTo>
                    <a:lnTo>
                      <a:pt x="232" y="8"/>
                    </a:lnTo>
                    <a:lnTo>
                      <a:pt x="236" y="8"/>
                    </a:lnTo>
                    <a:lnTo>
                      <a:pt x="240" y="8"/>
                    </a:lnTo>
                    <a:lnTo>
                      <a:pt x="240" y="12"/>
                    </a:lnTo>
                    <a:lnTo>
                      <a:pt x="236" y="12"/>
                    </a:lnTo>
                    <a:lnTo>
                      <a:pt x="240" y="12"/>
                    </a:lnTo>
                    <a:lnTo>
                      <a:pt x="240" y="14"/>
                    </a:lnTo>
                    <a:lnTo>
                      <a:pt x="240" y="12"/>
                    </a:lnTo>
                    <a:lnTo>
                      <a:pt x="244" y="14"/>
                    </a:lnTo>
                    <a:lnTo>
                      <a:pt x="248" y="14"/>
                    </a:lnTo>
                    <a:lnTo>
                      <a:pt x="250" y="18"/>
                    </a:lnTo>
                    <a:lnTo>
                      <a:pt x="254" y="18"/>
                    </a:lnTo>
                    <a:lnTo>
                      <a:pt x="258" y="18"/>
                    </a:lnTo>
                    <a:lnTo>
                      <a:pt x="262" y="18"/>
                    </a:lnTo>
                    <a:lnTo>
                      <a:pt x="266" y="18"/>
                    </a:lnTo>
                    <a:lnTo>
                      <a:pt x="270" y="18"/>
                    </a:lnTo>
                    <a:lnTo>
                      <a:pt x="266" y="18"/>
                    </a:lnTo>
                    <a:lnTo>
                      <a:pt x="270" y="18"/>
                    </a:lnTo>
                    <a:lnTo>
                      <a:pt x="270" y="14"/>
                    </a:lnTo>
                    <a:lnTo>
                      <a:pt x="270" y="18"/>
                    </a:lnTo>
                    <a:lnTo>
                      <a:pt x="274" y="18"/>
                    </a:lnTo>
                    <a:lnTo>
                      <a:pt x="278" y="18"/>
                    </a:lnTo>
                    <a:lnTo>
                      <a:pt x="278" y="22"/>
                    </a:lnTo>
                    <a:lnTo>
                      <a:pt x="280" y="26"/>
                    </a:lnTo>
                    <a:lnTo>
                      <a:pt x="284" y="22"/>
                    </a:lnTo>
                    <a:lnTo>
                      <a:pt x="284" y="26"/>
                    </a:lnTo>
                    <a:lnTo>
                      <a:pt x="288" y="26"/>
                    </a:lnTo>
                    <a:lnTo>
                      <a:pt x="292" y="26"/>
                    </a:lnTo>
                    <a:lnTo>
                      <a:pt x="296" y="26"/>
                    </a:lnTo>
                    <a:lnTo>
                      <a:pt x="300" y="22"/>
                    </a:lnTo>
                    <a:lnTo>
                      <a:pt x="304" y="26"/>
                    </a:lnTo>
                    <a:lnTo>
                      <a:pt x="306" y="26"/>
                    </a:lnTo>
                    <a:lnTo>
                      <a:pt x="304" y="28"/>
                    </a:lnTo>
                    <a:lnTo>
                      <a:pt x="304" y="32"/>
                    </a:lnTo>
                    <a:lnTo>
                      <a:pt x="304" y="36"/>
                    </a:lnTo>
                    <a:lnTo>
                      <a:pt x="300" y="36"/>
                    </a:lnTo>
                    <a:lnTo>
                      <a:pt x="296" y="40"/>
                    </a:lnTo>
                    <a:lnTo>
                      <a:pt x="292" y="44"/>
                    </a:lnTo>
                    <a:lnTo>
                      <a:pt x="288" y="44"/>
                    </a:lnTo>
                    <a:lnTo>
                      <a:pt x="288" y="48"/>
                    </a:lnTo>
                    <a:lnTo>
                      <a:pt x="284" y="48"/>
                    </a:lnTo>
                    <a:lnTo>
                      <a:pt x="280" y="48"/>
                    </a:lnTo>
                    <a:lnTo>
                      <a:pt x="278" y="52"/>
                    </a:lnTo>
                    <a:lnTo>
                      <a:pt x="274" y="52"/>
                    </a:lnTo>
                    <a:lnTo>
                      <a:pt x="270" y="52"/>
                    </a:lnTo>
                    <a:lnTo>
                      <a:pt x="270" y="54"/>
                    </a:lnTo>
                    <a:lnTo>
                      <a:pt x="270" y="58"/>
                    </a:lnTo>
                    <a:lnTo>
                      <a:pt x="270" y="62"/>
                    </a:lnTo>
                    <a:lnTo>
                      <a:pt x="266" y="62"/>
                    </a:lnTo>
                    <a:lnTo>
                      <a:pt x="266" y="58"/>
                    </a:lnTo>
                    <a:lnTo>
                      <a:pt x="270" y="58"/>
                    </a:lnTo>
                    <a:lnTo>
                      <a:pt x="266" y="58"/>
                    </a:lnTo>
                    <a:lnTo>
                      <a:pt x="266" y="62"/>
                    </a:lnTo>
                    <a:lnTo>
                      <a:pt x="262" y="66"/>
                    </a:lnTo>
                    <a:lnTo>
                      <a:pt x="258" y="70"/>
                    </a:lnTo>
                    <a:lnTo>
                      <a:pt x="258" y="74"/>
                    </a:lnTo>
                    <a:lnTo>
                      <a:pt x="254" y="78"/>
                    </a:lnTo>
                    <a:lnTo>
                      <a:pt x="254" y="82"/>
                    </a:lnTo>
                    <a:lnTo>
                      <a:pt x="254" y="88"/>
                    </a:lnTo>
                    <a:lnTo>
                      <a:pt x="254" y="92"/>
                    </a:lnTo>
                    <a:lnTo>
                      <a:pt x="258" y="92"/>
                    </a:lnTo>
                    <a:lnTo>
                      <a:pt x="262" y="92"/>
                    </a:lnTo>
                    <a:lnTo>
                      <a:pt x="262" y="96"/>
                    </a:lnTo>
                    <a:lnTo>
                      <a:pt x="258" y="96"/>
                    </a:lnTo>
                    <a:lnTo>
                      <a:pt x="258" y="100"/>
                    </a:lnTo>
                    <a:lnTo>
                      <a:pt x="254" y="100"/>
                    </a:lnTo>
                    <a:lnTo>
                      <a:pt x="254" y="104"/>
                    </a:lnTo>
                    <a:lnTo>
                      <a:pt x="250" y="104"/>
                    </a:lnTo>
                    <a:lnTo>
                      <a:pt x="250" y="108"/>
                    </a:lnTo>
                    <a:lnTo>
                      <a:pt x="250" y="110"/>
                    </a:lnTo>
                    <a:lnTo>
                      <a:pt x="248" y="110"/>
                    </a:lnTo>
                    <a:lnTo>
                      <a:pt x="248" y="114"/>
                    </a:lnTo>
                    <a:lnTo>
                      <a:pt x="248" y="118"/>
                    </a:lnTo>
                    <a:lnTo>
                      <a:pt x="244" y="118"/>
                    </a:lnTo>
                    <a:lnTo>
                      <a:pt x="240" y="118"/>
                    </a:lnTo>
                    <a:lnTo>
                      <a:pt x="236" y="118"/>
                    </a:lnTo>
                    <a:lnTo>
                      <a:pt x="236" y="122"/>
                    </a:lnTo>
                    <a:lnTo>
                      <a:pt x="232" y="126"/>
                    </a:lnTo>
                    <a:lnTo>
                      <a:pt x="232" y="130"/>
                    </a:lnTo>
                    <a:lnTo>
                      <a:pt x="228" y="130"/>
                    </a:lnTo>
                    <a:lnTo>
                      <a:pt x="228" y="134"/>
                    </a:lnTo>
                    <a:lnTo>
                      <a:pt x="224" y="134"/>
                    </a:lnTo>
                    <a:lnTo>
                      <a:pt x="220" y="134"/>
                    </a:lnTo>
                    <a:lnTo>
                      <a:pt x="218" y="138"/>
                    </a:lnTo>
                    <a:lnTo>
                      <a:pt x="218" y="134"/>
                    </a:lnTo>
                    <a:lnTo>
                      <a:pt x="214" y="134"/>
                    </a:lnTo>
                    <a:lnTo>
                      <a:pt x="210" y="134"/>
                    </a:lnTo>
                    <a:lnTo>
                      <a:pt x="206" y="134"/>
                    </a:lnTo>
                    <a:lnTo>
                      <a:pt x="202" y="134"/>
                    </a:lnTo>
                    <a:lnTo>
                      <a:pt x="198" y="134"/>
                    </a:lnTo>
                    <a:lnTo>
                      <a:pt x="194" y="134"/>
                    </a:lnTo>
                    <a:lnTo>
                      <a:pt x="194" y="138"/>
                    </a:lnTo>
                    <a:lnTo>
                      <a:pt x="192" y="138"/>
                    </a:lnTo>
                    <a:lnTo>
                      <a:pt x="188" y="138"/>
                    </a:lnTo>
                    <a:lnTo>
                      <a:pt x="188" y="140"/>
                    </a:lnTo>
                    <a:lnTo>
                      <a:pt x="184" y="140"/>
                    </a:lnTo>
                    <a:lnTo>
                      <a:pt x="184" y="144"/>
                    </a:lnTo>
                    <a:lnTo>
                      <a:pt x="180" y="144"/>
                    </a:lnTo>
                    <a:lnTo>
                      <a:pt x="180" y="148"/>
                    </a:lnTo>
                    <a:lnTo>
                      <a:pt x="176" y="148"/>
                    </a:lnTo>
                    <a:lnTo>
                      <a:pt x="176" y="144"/>
                    </a:lnTo>
                    <a:lnTo>
                      <a:pt x="172" y="144"/>
                    </a:lnTo>
                    <a:lnTo>
                      <a:pt x="172" y="140"/>
                    </a:lnTo>
                    <a:lnTo>
                      <a:pt x="168" y="140"/>
                    </a:lnTo>
                    <a:lnTo>
                      <a:pt x="172" y="138"/>
                    </a:lnTo>
                    <a:lnTo>
                      <a:pt x="168" y="138"/>
                    </a:lnTo>
                    <a:lnTo>
                      <a:pt x="168" y="134"/>
                    </a:lnTo>
                    <a:lnTo>
                      <a:pt x="164" y="130"/>
                    </a:lnTo>
                    <a:lnTo>
                      <a:pt x="162" y="126"/>
                    </a:lnTo>
                    <a:lnTo>
                      <a:pt x="158" y="126"/>
                    </a:lnTo>
                    <a:lnTo>
                      <a:pt x="154" y="126"/>
                    </a:lnTo>
                    <a:lnTo>
                      <a:pt x="154" y="122"/>
                    </a:lnTo>
                    <a:lnTo>
                      <a:pt x="154" y="118"/>
                    </a:lnTo>
                    <a:lnTo>
                      <a:pt x="150" y="118"/>
                    </a:lnTo>
                    <a:lnTo>
                      <a:pt x="154" y="114"/>
                    </a:lnTo>
                    <a:lnTo>
                      <a:pt x="154" y="110"/>
                    </a:lnTo>
                    <a:lnTo>
                      <a:pt x="158" y="110"/>
                    </a:lnTo>
                    <a:lnTo>
                      <a:pt x="162" y="108"/>
                    </a:lnTo>
                    <a:lnTo>
                      <a:pt x="158" y="108"/>
                    </a:lnTo>
                    <a:lnTo>
                      <a:pt x="158" y="104"/>
                    </a:lnTo>
                    <a:lnTo>
                      <a:pt x="154" y="104"/>
                    </a:lnTo>
                    <a:lnTo>
                      <a:pt x="154" y="100"/>
                    </a:lnTo>
                    <a:lnTo>
                      <a:pt x="154" y="96"/>
                    </a:lnTo>
                    <a:lnTo>
                      <a:pt x="158" y="96"/>
                    </a:lnTo>
                    <a:lnTo>
                      <a:pt x="158" y="92"/>
                    </a:lnTo>
                    <a:lnTo>
                      <a:pt x="162" y="88"/>
                    </a:lnTo>
                    <a:lnTo>
                      <a:pt x="158" y="88"/>
                    </a:lnTo>
                    <a:lnTo>
                      <a:pt x="154" y="84"/>
                    </a:lnTo>
                    <a:lnTo>
                      <a:pt x="154" y="82"/>
                    </a:lnTo>
                    <a:lnTo>
                      <a:pt x="150" y="78"/>
                    </a:lnTo>
                    <a:lnTo>
                      <a:pt x="154" y="78"/>
                    </a:lnTo>
                    <a:lnTo>
                      <a:pt x="158" y="78"/>
                    </a:lnTo>
                    <a:lnTo>
                      <a:pt x="162" y="70"/>
                    </a:lnTo>
                    <a:lnTo>
                      <a:pt x="158" y="70"/>
                    </a:lnTo>
                    <a:lnTo>
                      <a:pt x="158" y="66"/>
                    </a:lnTo>
                    <a:lnTo>
                      <a:pt x="162" y="66"/>
                    </a:lnTo>
                    <a:lnTo>
                      <a:pt x="162" y="62"/>
                    </a:lnTo>
                    <a:lnTo>
                      <a:pt x="162" y="58"/>
                    </a:lnTo>
                    <a:lnTo>
                      <a:pt x="162" y="54"/>
                    </a:lnTo>
                    <a:lnTo>
                      <a:pt x="162" y="52"/>
                    </a:lnTo>
                    <a:lnTo>
                      <a:pt x="164" y="48"/>
                    </a:lnTo>
                    <a:lnTo>
                      <a:pt x="168" y="48"/>
                    </a:lnTo>
                    <a:lnTo>
                      <a:pt x="168" y="44"/>
                    </a:lnTo>
                    <a:lnTo>
                      <a:pt x="168" y="40"/>
                    </a:lnTo>
                    <a:lnTo>
                      <a:pt x="172" y="40"/>
                    </a:lnTo>
                    <a:lnTo>
                      <a:pt x="168" y="40"/>
                    </a:lnTo>
                    <a:lnTo>
                      <a:pt x="164" y="40"/>
                    </a:lnTo>
                    <a:lnTo>
                      <a:pt x="164" y="36"/>
                    </a:lnTo>
                    <a:lnTo>
                      <a:pt x="164" y="32"/>
                    </a:lnTo>
                    <a:lnTo>
                      <a:pt x="162" y="32"/>
                    </a:lnTo>
                    <a:lnTo>
                      <a:pt x="158" y="32"/>
                    </a:lnTo>
                    <a:lnTo>
                      <a:pt x="158" y="36"/>
                    </a:lnTo>
                    <a:lnTo>
                      <a:pt x="154" y="36"/>
                    </a:lnTo>
                    <a:lnTo>
                      <a:pt x="150" y="36"/>
                    </a:lnTo>
                    <a:lnTo>
                      <a:pt x="146" y="36"/>
                    </a:lnTo>
                    <a:lnTo>
                      <a:pt x="142" y="36"/>
                    </a:lnTo>
                    <a:lnTo>
                      <a:pt x="142" y="32"/>
                    </a:lnTo>
                    <a:lnTo>
                      <a:pt x="142" y="28"/>
                    </a:lnTo>
                    <a:lnTo>
                      <a:pt x="138" y="28"/>
                    </a:lnTo>
                    <a:lnTo>
                      <a:pt x="138" y="32"/>
                    </a:lnTo>
                    <a:lnTo>
                      <a:pt x="134" y="32"/>
                    </a:lnTo>
                    <a:lnTo>
                      <a:pt x="132" y="36"/>
                    </a:lnTo>
                    <a:lnTo>
                      <a:pt x="132" y="32"/>
                    </a:lnTo>
                    <a:lnTo>
                      <a:pt x="132" y="28"/>
                    </a:lnTo>
                    <a:lnTo>
                      <a:pt x="134" y="28"/>
                    </a:lnTo>
                    <a:lnTo>
                      <a:pt x="134" y="26"/>
                    </a:lnTo>
                    <a:lnTo>
                      <a:pt x="134" y="28"/>
                    </a:lnTo>
                    <a:lnTo>
                      <a:pt x="132" y="28"/>
                    </a:lnTo>
                    <a:lnTo>
                      <a:pt x="132" y="26"/>
                    </a:lnTo>
                    <a:lnTo>
                      <a:pt x="134" y="26"/>
                    </a:lnTo>
                    <a:lnTo>
                      <a:pt x="132" y="26"/>
                    </a:lnTo>
                    <a:lnTo>
                      <a:pt x="132" y="22"/>
                    </a:lnTo>
                    <a:lnTo>
                      <a:pt x="132" y="26"/>
                    </a:lnTo>
                    <a:lnTo>
                      <a:pt x="134" y="22"/>
                    </a:lnTo>
                    <a:lnTo>
                      <a:pt x="132" y="22"/>
                    </a:lnTo>
                    <a:lnTo>
                      <a:pt x="134" y="22"/>
                    </a:lnTo>
                    <a:lnTo>
                      <a:pt x="134" y="18"/>
                    </a:lnTo>
                    <a:lnTo>
                      <a:pt x="132" y="22"/>
                    </a:lnTo>
                    <a:lnTo>
                      <a:pt x="132" y="18"/>
                    </a:lnTo>
                    <a:lnTo>
                      <a:pt x="128" y="18"/>
                    </a:lnTo>
                    <a:lnTo>
                      <a:pt x="128" y="14"/>
                    </a:lnTo>
                    <a:lnTo>
                      <a:pt x="128" y="12"/>
                    </a:lnTo>
                    <a:lnTo>
                      <a:pt x="132" y="12"/>
                    </a:lnTo>
                    <a:lnTo>
                      <a:pt x="132" y="8"/>
                    </a:lnTo>
                    <a:lnTo>
                      <a:pt x="134" y="8"/>
                    </a:lnTo>
                    <a:lnTo>
                      <a:pt x="138" y="8"/>
                    </a:lnTo>
                    <a:lnTo>
                      <a:pt x="142" y="4"/>
                    </a:lnTo>
                    <a:lnTo>
                      <a:pt x="146" y="0"/>
                    </a:lnTo>
                    <a:lnTo>
                      <a:pt x="150" y="0"/>
                    </a:lnTo>
                    <a:lnTo>
                      <a:pt x="154" y="0"/>
                    </a:lnTo>
                    <a:lnTo>
                      <a:pt x="154" y="4"/>
                    </a:lnTo>
                    <a:lnTo>
                      <a:pt x="158" y="4"/>
                    </a:lnTo>
                    <a:lnTo>
                      <a:pt x="162" y="4"/>
                    </a:lnTo>
                    <a:lnTo>
                      <a:pt x="164" y="4"/>
                    </a:lnTo>
                    <a:lnTo>
                      <a:pt x="168" y="4"/>
                    </a:lnTo>
                    <a:lnTo>
                      <a:pt x="172" y="4"/>
                    </a:lnTo>
                    <a:lnTo>
                      <a:pt x="176" y="0"/>
                    </a:lnTo>
                    <a:lnTo>
                      <a:pt x="176" y="4"/>
                    </a:lnTo>
                    <a:lnTo>
                      <a:pt x="180" y="4"/>
                    </a:lnTo>
                    <a:lnTo>
                      <a:pt x="184" y="4"/>
                    </a:lnTo>
                    <a:lnTo>
                      <a:pt x="188" y="4"/>
                    </a:lnTo>
                    <a:lnTo>
                      <a:pt x="192" y="4"/>
                    </a:lnTo>
                    <a:lnTo>
                      <a:pt x="192" y="8"/>
                    </a:lnTo>
                    <a:lnTo>
                      <a:pt x="194" y="8"/>
                    </a:lnTo>
                    <a:lnTo>
                      <a:pt x="194" y="8"/>
                    </a:lnTo>
                    <a:lnTo>
                      <a:pt x="194" y="8"/>
                    </a:lnTo>
                    <a:close/>
                    <a:moveTo>
                      <a:pt x="184" y="152"/>
                    </a:moveTo>
                    <a:lnTo>
                      <a:pt x="184" y="148"/>
                    </a:lnTo>
                    <a:lnTo>
                      <a:pt x="184" y="152"/>
                    </a:lnTo>
                    <a:lnTo>
                      <a:pt x="184" y="152"/>
                    </a:lnTo>
                    <a:lnTo>
                      <a:pt x="184" y="152"/>
                    </a:lnTo>
                    <a:close/>
                    <a:moveTo>
                      <a:pt x="218" y="164"/>
                    </a:moveTo>
                    <a:lnTo>
                      <a:pt x="218" y="160"/>
                    </a:lnTo>
                    <a:lnTo>
                      <a:pt x="218" y="164"/>
                    </a:lnTo>
                    <a:lnTo>
                      <a:pt x="218" y="164"/>
                    </a:lnTo>
                    <a:lnTo>
                      <a:pt x="218" y="164"/>
                    </a:lnTo>
                    <a:close/>
                    <a:moveTo>
                      <a:pt x="318" y="74"/>
                    </a:moveTo>
                    <a:lnTo>
                      <a:pt x="314" y="74"/>
                    </a:lnTo>
                    <a:lnTo>
                      <a:pt x="310" y="70"/>
                    </a:lnTo>
                    <a:lnTo>
                      <a:pt x="314" y="70"/>
                    </a:lnTo>
                    <a:lnTo>
                      <a:pt x="318" y="70"/>
                    </a:lnTo>
                    <a:lnTo>
                      <a:pt x="318" y="74"/>
                    </a:lnTo>
                    <a:lnTo>
                      <a:pt x="318" y="74"/>
                    </a:lnTo>
                    <a:lnTo>
                      <a:pt x="318" y="74"/>
                    </a:lnTo>
                    <a:close/>
                    <a:moveTo>
                      <a:pt x="292" y="82"/>
                    </a:moveTo>
                    <a:lnTo>
                      <a:pt x="292" y="78"/>
                    </a:lnTo>
                    <a:lnTo>
                      <a:pt x="296" y="78"/>
                    </a:lnTo>
                    <a:lnTo>
                      <a:pt x="300" y="74"/>
                    </a:lnTo>
                    <a:lnTo>
                      <a:pt x="304" y="74"/>
                    </a:lnTo>
                    <a:lnTo>
                      <a:pt x="304" y="78"/>
                    </a:lnTo>
                    <a:lnTo>
                      <a:pt x="306" y="78"/>
                    </a:lnTo>
                    <a:lnTo>
                      <a:pt x="306" y="82"/>
                    </a:lnTo>
                    <a:lnTo>
                      <a:pt x="304" y="82"/>
                    </a:lnTo>
                    <a:lnTo>
                      <a:pt x="304" y="84"/>
                    </a:lnTo>
                    <a:lnTo>
                      <a:pt x="300" y="84"/>
                    </a:lnTo>
                    <a:lnTo>
                      <a:pt x="296" y="84"/>
                    </a:lnTo>
                    <a:lnTo>
                      <a:pt x="296" y="82"/>
                    </a:lnTo>
                    <a:lnTo>
                      <a:pt x="292" y="82"/>
                    </a:lnTo>
                    <a:lnTo>
                      <a:pt x="292" y="82"/>
                    </a:lnTo>
                    <a:lnTo>
                      <a:pt x="292" y="82"/>
                    </a:lnTo>
                    <a:close/>
                    <a:moveTo>
                      <a:pt x="278" y="92"/>
                    </a:moveTo>
                    <a:lnTo>
                      <a:pt x="278" y="88"/>
                    </a:lnTo>
                    <a:lnTo>
                      <a:pt x="280" y="88"/>
                    </a:lnTo>
                    <a:lnTo>
                      <a:pt x="280" y="92"/>
                    </a:lnTo>
                    <a:lnTo>
                      <a:pt x="278" y="92"/>
                    </a:lnTo>
                    <a:lnTo>
                      <a:pt x="278" y="92"/>
                    </a:lnTo>
                    <a:lnTo>
                      <a:pt x="278" y="92"/>
                    </a:lnTo>
                    <a:close/>
                    <a:moveTo>
                      <a:pt x="278" y="96"/>
                    </a:moveTo>
                    <a:lnTo>
                      <a:pt x="280" y="96"/>
                    </a:lnTo>
                    <a:lnTo>
                      <a:pt x="278" y="96"/>
                    </a:lnTo>
                    <a:lnTo>
                      <a:pt x="278" y="96"/>
                    </a:lnTo>
                    <a:lnTo>
                      <a:pt x="278" y="96"/>
                    </a:lnTo>
                    <a:close/>
                    <a:moveTo>
                      <a:pt x="64" y="282"/>
                    </a:moveTo>
                    <a:lnTo>
                      <a:pt x="64" y="278"/>
                    </a:lnTo>
                    <a:lnTo>
                      <a:pt x="60" y="278"/>
                    </a:lnTo>
                    <a:lnTo>
                      <a:pt x="64" y="278"/>
                    </a:lnTo>
                    <a:lnTo>
                      <a:pt x="64" y="276"/>
                    </a:lnTo>
                    <a:lnTo>
                      <a:pt x="68" y="276"/>
                    </a:lnTo>
                    <a:lnTo>
                      <a:pt x="68" y="278"/>
                    </a:lnTo>
                    <a:lnTo>
                      <a:pt x="64" y="278"/>
                    </a:lnTo>
                    <a:lnTo>
                      <a:pt x="64" y="282"/>
                    </a:lnTo>
                    <a:lnTo>
                      <a:pt x="64" y="282"/>
                    </a:lnTo>
                    <a:lnTo>
                      <a:pt x="64" y="282"/>
                    </a:lnTo>
                    <a:close/>
                    <a:moveTo>
                      <a:pt x="8" y="286"/>
                    </a:moveTo>
                    <a:lnTo>
                      <a:pt x="4" y="286"/>
                    </a:lnTo>
                    <a:lnTo>
                      <a:pt x="4" y="282"/>
                    </a:lnTo>
                    <a:lnTo>
                      <a:pt x="4" y="278"/>
                    </a:lnTo>
                    <a:lnTo>
                      <a:pt x="4" y="282"/>
                    </a:lnTo>
                    <a:lnTo>
                      <a:pt x="8" y="282"/>
                    </a:lnTo>
                    <a:lnTo>
                      <a:pt x="8" y="286"/>
                    </a:lnTo>
                    <a:lnTo>
                      <a:pt x="8" y="286"/>
                    </a:lnTo>
                    <a:lnTo>
                      <a:pt x="8" y="286"/>
                    </a:lnTo>
                    <a:close/>
                    <a:moveTo>
                      <a:pt x="56" y="294"/>
                    </a:moveTo>
                    <a:lnTo>
                      <a:pt x="52" y="294"/>
                    </a:lnTo>
                    <a:lnTo>
                      <a:pt x="56" y="294"/>
                    </a:lnTo>
                    <a:lnTo>
                      <a:pt x="56" y="290"/>
                    </a:lnTo>
                    <a:lnTo>
                      <a:pt x="60" y="286"/>
                    </a:lnTo>
                    <a:lnTo>
                      <a:pt x="60" y="282"/>
                    </a:lnTo>
                    <a:lnTo>
                      <a:pt x="64" y="282"/>
                    </a:lnTo>
                    <a:lnTo>
                      <a:pt x="64" y="286"/>
                    </a:lnTo>
                    <a:lnTo>
                      <a:pt x="60" y="290"/>
                    </a:lnTo>
                    <a:lnTo>
                      <a:pt x="60" y="294"/>
                    </a:lnTo>
                    <a:lnTo>
                      <a:pt x="56" y="294"/>
                    </a:lnTo>
                    <a:lnTo>
                      <a:pt x="56" y="294"/>
                    </a:lnTo>
                    <a:lnTo>
                      <a:pt x="56" y="294"/>
                    </a:lnTo>
                    <a:close/>
                    <a:moveTo>
                      <a:pt x="22" y="298"/>
                    </a:moveTo>
                    <a:lnTo>
                      <a:pt x="22" y="294"/>
                    </a:lnTo>
                    <a:lnTo>
                      <a:pt x="20" y="294"/>
                    </a:lnTo>
                    <a:lnTo>
                      <a:pt x="20" y="290"/>
                    </a:lnTo>
                    <a:lnTo>
                      <a:pt x="22" y="290"/>
                    </a:lnTo>
                    <a:lnTo>
                      <a:pt x="26" y="286"/>
                    </a:lnTo>
                    <a:lnTo>
                      <a:pt x="30" y="286"/>
                    </a:lnTo>
                    <a:lnTo>
                      <a:pt x="26" y="286"/>
                    </a:lnTo>
                    <a:lnTo>
                      <a:pt x="26" y="290"/>
                    </a:lnTo>
                    <a:lnTo>
                      <a:pt x="26" y="294"/>
                    </a:lnTo>
                    <a:lnTo>
                      <a:pt x="22" y="294"/>
                    </a:lnTo>
                    <a:lnTo>
                      <a:pt x="22" y="298"/>
                    </a:lnTo>
                    <a:lnTo>
                      <a:pt x="22" y="298"/>
                    </a:lnTo>
                    <a:lnTo>
                      <a:pt x="22" y="298"/>
                    </a:lnTo>
                    <a:close/>
                    <a:moveTo>
                      <a:pt x="16" y="298"/>
                    </a:moveTo>
                    <a:lnTo>
                      <a:pt x="12" y="294"/>
                    </a:lnTo>
                    <a:lnTo>
                      <a:pt x="16" y="294"/>
                    </a:lnTo>
                    <a:lnTo>
                      <a:pt x="16" y="298"/>
                    </a:lnTo>
                    <a:lnTo>
                      <a:pt x="16" y="298"/>
                    </a:lnTo>
                    <a:lnTo>
                      <a:pt x="16" y="298"/>
                    </a:lnTo>
                    <a:close/>
                    <a:moveTo>
                      <a:pt x="38" y="302"/>
                    </a:moveTo>
                    <a:lnTo>
                      <a:pt x="34" y="298"/>
                    </a:lnTo>
                    <a:lnTo>
                      <a:pt x="34" y="294"/>
                    </a:lnTo>
                    <a:lnTo>
                      <a:pt x="38" y="294"/>
                    </a:lnTo>
                    <a:lnTo>
                      <a:pt x="42" y="294"/>
                    </a:lnTo>
                    <a:lnTo>
                      <a:pt x="42" y="298"/>
                    </a:lnTo>
                    <a:lnTo>
                      <a:pt x="38" y="302"/>
                    </a:lnTo>
                    <a:lnTo>
                      <a:pt x="38" y="302"/>
                    </a:lnTo>
                    <a:lnTo>
                      <a:pt x="38" y="302"/>
                    </a:lnTo>
                    <a:close/>
                    <a:moveTo>
                      <a:pt x="4" y="302"/>
                    </a:moveTo>
                    <a:lnTo>
                      <a:pt x="0" y="302"/>
                    </a:lnTo>
                    <a:lnTo>
                      <a:pt x="4" y="302"/>
                    </a:lnTo>
                    <a:lnTo>
                      <a:pt x="4" y="298"/>
                    </a:lnTo>
                    <a:lnTo>
                      <a:pt x="4" y="302"/>
                    </a:lnTo>
                    <a:lnTo>
                      <a:pt x="4" y="302"/>
                    </a:lnTo>
                    <a:lnTo>
                      <a:pt x="4"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6" name="Freeform 200"/>
              <p:cNvSpPr>
                <a:spLocks/>
              </p:cNvSpPr>
              <p:nvPr/>
            </p:nvSpPr>
            <p:spPr bwMode="gray">
              <a:xfrm>
                <a:off x="9047237" y="5577155"/>
                <a:ext cx="149577" cy="243497"/>
              </a:xfrm>
              <a:custGeom>
                <a:avLst/>
                <a:gdLst>
                  <a:gd name="T0" fmla="*/ 52 w 86"/>
                  <a:gd name="T1" fmla="*/ 124 h 140"/>
                  <a:gd name="T2" fmla="*/ 44 w 86"/>
                  <a:gd name="T3" fmla="*/ 136 h 140"/>
                  <a:gd name="T4" fmla="*/ 38 w 86"/>
                  <a:gd name="T5" fmla="*/ 136 h 140"/>
                  <a:gd name="T6" fmla="*/ 30 w 86"/>
                  <a:gd name="T7" fmla="*/ 136 h 140"/>
                  <a:gd name="T8" fmla="*/ 34 w 86"/>
                  <a:gd name="T9" fmla="*/ 124 h 140"/>
                  <a:gd name="T10" fmla="*/ 38 w 86"/>
                  <a:gd name="T11" fmla="*/ 112 h 140"/>
                  <a:gd name="T12" fmla="*/ 30 w 86"/>
                  <a:gd name="T13" fmla="*/ 106 h 140"/>
                  <a:gd name="T14" fmla="*/ 22 w 86"/>
                  <a:gd name="T15" fmla="*/ 98 h 140"/>
                  <a:gd name="T16" fmla="*/ 18 w 86"/>
                  <a:gd name="T17" fmla="*/ 90 h 140"/>
                  <a:gd name="T18" fmla="*/ 30 w 86"/>
                  <a:gd name="T19" fmla="*/ 86 h 140"/>
                  <a:gd name="T20" fmla="*/ 30 w 86"/>
                  <a:gd name="T21" fmla="*/ 72 h 140"/>
                  <a:gd name="T22" fmla="*/ 30 w 86"/>
                  <a:gd name="T23" fmla="*/ 64 h 140"/>
                  <a:gd name="T24" fmla="*/ 30 w 86"/>
                  <a:gd name="T25" fmla="*/ 56 h 140"/>
                  <a:gd name="T26" fmla="*/ 26 w 86"/>
                  <a:gd name="T27" fmla="*/ 54 h 140"/>
                  <a:gd name="T28" fmla="*/ 34 w 86"/>
                  <a:gd name="T29" fmla="*/ 54 h 140"/>
                  <a:gd name="T30" fmla="*/ 26 w 86"/>
                  <a:gd name="T31" fmla="*/ 46 h 140"/>
                  <a:gd name="T32" fmla="*/ 26 w 86"/>
                  <a:gd name="T33" fmla="*/ 42 h 140"/>
                  <a:gd name="T34" fmla="*/ 26 w 86"/>
                  <a:gd name="T35" fmla="*/ 34 h 140"/>
                  <a:gd name="T36" fmla="*/ 22 w 86"/>
                  <a:gd name="T37" fmla="*/ 34 h 140"/>
                  <a:gd name="T38" fmla="*/ 18 w 86"/>
                  <a:gd name="T39" fmla="*/ 30 h 140"/>
                  <a:gd name="T40" fmla="*/ 18 w 86"/>
                  <a:gd name="T41" fmla="*/ 38 h 140"/>
                  <a:gd name="T42" fmla="*/ 14 w 86"/>
                  <a:gd name="T43" fmla="*/ 26 h 140"/>
                  <a:gd name="T44" fmla="*/ 14 w 86"/>
                  <a:gd name="T45" fmla="*/ 16 h 140"/>
                  <a:gd name="T46" fmla="*/ 12 w 86"/>
                  <a:gd name="T47" fmla="*/ 20 h 140"/>
                  <a:gd name="T48" fmla="*/ 4 w 86"/>
                  <a:gd name="T49" fmla="*/ 8 h 140"/>
                  <a:gd name="T50" fmla="*/ 8 w 86"/>
                  <a:gd name="T51" fmla="*/ 0 h 140"/>
                  <a:gd name="T52" fmla="*/ 4 w 86"/>
                  <a:gd name="T53" fmla="*/ 4 h 140"/>
                  <a:gd name="T54" fmla="*/ 8 w 86"/>
                  <a:gd name="T55" fmla="*/ 12 h 140"/>
                  <a:gd name="T56" fmla="*/ 14 w 86"/>
                  <a:gd name="T57" fmla="*/ 12 h 140"/>
                  <a:gd name="T58" fmla="*/ 22 w 86"/>
                  <a:gd name="T59" fmla="*/ 16 h 140"/>
                  <a:gd name="T60" fmla="*/ 26 w 86"/>
                  <a:gd name="T61" fmla="*/ 20 h 140"/>
                  <a:gd name="T62" fmla="*/ 26 w 86"/>
                  <a:gd name="T63" fmla="*/ 26 h 140"/>
                  <a:gd name="T64" fmla="*/ 30 w 86"/>
                  <a:gd name="T65" fmla="*/ 30 h 140"/>
                  <a:gd name="T66" fmla="*/ 30 w 86"/>
                  <a:gd name="T67" fmla="*/ 46 h 140"/>
                  <a:gd name="T68" fmla="*/ 34 w 86"/>
                  <a:gd name="T69" fmla="*/ 50 h 140"/>
                  <a:gd name="T70" fmla="*/ 40 w 86"/>
                  <a:gd name="T71" fmla="*/ 50 h 140"/>
                  <a:gd name="T72" fmla="*/ 38 w 86"/>
                  <a:gd name="T73" fmla="*/ 38 h 140"/>
                  <a:gd name="T74" fmla="*/ 44 w 86"/>
                  <a:gd name="T75" fmla="*/ 50 h 140"/>
                  <a:gd name="T76" fmla="*/ 48 w 86"/>
                  <a:gd name="T77" fmla="*/ 54 h 140"/>
                  <a:gd name="T78" fmla="*/ 48 w 86"/>
                  <a:gd name="T79" fmla="*/ 60 h 140"/>
                  <a:gd name="T80" fmla="*/ 52 w 86"/>
                  <a:gd name="T81" fmla="*/ 64 h 140"/>
                  <a:gd name="T82" fmla="*/ 64 w 86"/>
                  <a:gd name="T83" fmla="*/ 68 h 140"/>
                  <a:gd name="T84" fmla="*/ 74 w 86"/>
                  <a:gd name="T85" fmla="*/ 64 h 140"/>
                  <a:gd name="T86" fmla="*/ 86 w 86"/>
                  <a:gd name="T87" fmla="*/ 64 h 140"/>
                  <a:gd name="T88" fmla="*/ 82 w 86"/>
                  <a:gd name="T89" fmla="*/ 76 h 140"/>
                  <a:gd name="T90" fmla="*/ 74 w 86"/>
                  <a:gd name="T91" fmla="*/ 86 h 140"/>
                  <a:gd name="T92" fmla="*/ 70 w 86"/>
                  <a:gd name="T93" fmla="*/ 90 h 140"/>
                  <a:gd name="T94" fmla="*/ 60 w 86"/>
                  <a:gd name="T95" fmla="*/ 98 h 140"/>
                  <a:gd name="T96" fmla="*/ 60 w 86"/>
                  <a:gd name="T97" fmla="*/ 112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6" h="140">
                    <a:moveTo>
                      <a:pt x="56" y="116"/>
                    </a:moveTo>
                    <a:lnTo>
                      <a:pt x="56" y="120"/>
                    </a:lnTo>
                    <a:lnTo>
                      <a:pt x="52" y="120"/>
                    </a:lnTo>
                    <a:lnTo>
                      <a:pt x="52" y="124"/>
                    </a:lnTo>
                    <a:lnTo>
                      <a:pt x="52" y="128"/>
                    </a:lnTo>
                    <a:lnTo>
                      <a:pt x="48" y="128"/>
                    </a:lnTo>
                    <a:lnTo>
                      <a:pt x="48" y="132"/>
                    </a:lnTo>
                    <a:lnTo>
                      <a:pt x="44" y="136"/>
                    </a:lnTo>
                    <a:lnTo>
                      <a:pt x="40" y="136"/>
                    </a:lnTo>
                    <a:lnTo>
                      <a:pt x="40" y="140"/>
                    </a:lnTo>
                    <a:lnTo>
                      <a:pt x="38" y="140"/>
                    </a:lnTo>
                    <a:lnTo>
                      <a:pt x="38" y="136"/>
                    </a:lnTo>
                    <a:lnTo>
                      <a:pt x="34" y="136"/>
                    </a:lnTo>
                    <a:lnTo>
                      <a:pt x="34" y="132"/>
                    </a:lnTo>
                    <a:lnTo>
                      <a:pt x="30" y="132"/>
                    </a:lnTo>
                    <a:lnTo>
                      <a:pt x="30" y="136"/>
                    </a:lnTo>
                    <a:lnTo>
                      <a:pt x="30" y="132"/>
                    </a:lnTo>
                    <a:lnTo>
                      <a:pt x="30" y="128"/>
                    </a:lnTo>
                    <a:lnTo>
                      <a:pt x="34" y="128"/>
                    </a:lnTo>
                    <a:lnTo>
                      <a:pt x="34" y="124"/>
                    </a:lnTo>
                    <a:lnTo>
                      <a:pt x="34" y="120"/>
                    </a:lnTo>
                    <a:lnTo>
                      <a:pt x="38" y="120"/>
                    </a:lnTo>
                    <a:lnTo>
                      <a:pt x="38" y="116"/>
                    </a:lnTo>
                    <a:lnTo>
                      <a:pt x="38" y="112"/>
                    </a:lnTo>
                    <a:lnTo>
                      <a:pt x="38" y="110"/>
                    </a:lnTo>
                    <a:lnTo>
                      <a:pt x="34" y="110"/>
                    </a:lnTo>
                    <a:lnTo>
                      <a:pt x="34" y="106"/>
                    </a:lnTo>
                    <a:lnTo>
                      <a:pt x="30" y="106"/>
                    </a:lnTo>
                    <a:lnTo>
                      <a:pt x="26" y="106"/>
                    </a:lnTo>
                    <a:lnTo>
                      <a:pt x="26" y="102"/>
                    </a:lnTo>
                    <a:lnTo>
                      <a:pt x="22" y="102"/>
                    </a:lnTo>
                    <a:lnTo>
                      <a:pt x="22" y="98"/>
                    </a:lnTo>
                    <a:lnTo>
                      <a:pt x="18" y="98"/>
                    </a:lnTo>
                    <a:lnTo>
                      <a:pt x="14" y="94"/>
                    </a:lnTo>
                    <a:lnTo>
                      <a:pt x="14" y="90"/>
                    </a:lnTo>
                    <a:lnTo>
                      <a:pt x="18" y="90"/>
                    </a:lnTo>
                    <a:lnTo>
                      <a:pt x="22" y="90"/>
                    </a:lnTo>
                    <a:lnTo>
                      <a:pt x="22" y="86"/>
                    </a:lnTo>
                    <a:lnTo>
                      <a:pt x="26" y="86"/>
                    </a:lnTo>
                    <a:lnTo>
                      <a:pt x="30" y="86"/>
                    </a:lnTo>
                    <a:lnTo>
                      <a:pt x="30" y="82"/>
                    </a:lnTo>
                    <a:lnTo>
                      <a:pt x="30" y="80"/>
                    </a:lnTo>
                    <a:lnTo>
                      <a:pt x="30" y="76"/>
                    </a:lnTo>
                    <a:lnTo>
                      <a:pt x="30" y="72"/>
                    </a:lnTo>
                    <a:lnTo>
                      <a:pt x="34" y="72"/>
                    </a:lnTo>
                    <a:lnTo>
                      <a:pt x="34" y="68"/>
                    </a:lnTo>
                    <a:lnTo>
                      <a:pt x="30" y="68"/>
                    </a:lnTo>
                    <a:lnTo>
                      <a:pt x="30" y="64"/>
                    </a:lnTo>
                    <a:lnTo>
                      <a:pt x="34" y="64"/>
                    </a:lnTo>
                    <a:lnTo>
                      <a:pt x="30" y="64"/>
                    </a:lnTo>
                    <a:lnTo>
                      <a:pt x="30" y="60"/>
                    </a:lnTo>
                    <a:lnTo>
                      <a:pt x="30" y="56"/>
                    </a:lnTo>
                    <a:lnTo>
                      <a:pt x="34" y="56"/>
                    </a:lnTo>
                    <a:lnTo>
                      <a:pt x="30" y="56"/>
                    </a:lnTo>
                    <a:lnTo>
                      <a:pt x="30" y="54"/>
                    </a:lnTo>
                    <a:lnTo>
                      <a:pt x="26" y="54"/>
                    </a:lnTo>
                    <a:lnTo>
                      <a:pt x="26" y="50"/>
                    </a:lnTo>
                    <a:lnTo>
                      <a:pt x="30" y="50"/>
                    </a:lnTo>
                    <a:lnTo>
                      <a:pt x="30" y="54"/>
                    </a:lnTo>
                    <a:lnTo>
                      <a:pt x="34" y="54"/>
                    </a:lnTo>
                    <a:lnTo>
                      <a:pt x="34" y="50"/>
                    </a:lnTo>
                    <a:lnTo>
                      <a:pt x="30" y="50"/>
                    </a:lnTo>
                    <a:lnTo>
                      <a:pt x="26" y="50"/>
                    </a:lnTo>
                    <a:lnTo>
                      <a:pt x="26" y="46"/>
                    </a:lnTo>
                    <a:lnTo>
                      <a:pt x="22" y="42"/>
                    </a:lnTo>
                    <a:lnTo>
                      <a:pt x="22" y="38"/>
                    </a:lnTo>
                    <a:lnTo>
                      <a:pt x="22" y="42"/>
                    </a:lnTo>
                    <a:lnTo>
                      <a:pt x="26" y="42"/>
                    </a:lnTo>
                    <a:lnTo>
                      <a:pt x="26" y="38"/>
                    </a:lnTo>
                    <a:lnTo>
                      <a:pt x="22" y="38"/>
                    </a:lnTo>
                    <a:lnTo>
                      <a:pt x="26" y="38"/>
                    </a:lnTo>
                    <a:lnTo>
                      <a:pt x="26" y="34"/>
                    </a:lnTo>
                    <a:lnTo>
                      <a:pt x="26" y="38"/>
                    </a:lnTo>
                    <a:lnTo>
                      <a:pt x="22" y="38"/>
                    </a:lnTo>
                    <a:lnTo>
                      <a:pt x="26" y="34"/>
                    </a:lnTo>
                    <a:lnTo>
                      <a:pt x="22" y="34"/>
                    </a:lnTo>
                    <a:lnTo>
                      <a:pt x="18" y="34"/>
                    </a:lnTo>
                    <a:lnTo>
                      <a:pt x="18" y="30"/>
                    </a:lnTo>
                    <a:lnTo>
                      <a:pt x="18" y="26"/>
                    </a:lnTo>
                    <a:lnTo>
                      <a:pt x="18" y="30"/>
                    </a:lnTo>
                    <a:lnTo>
                      <a:pt x="18" y="34"/>
                    </a:lnTo>
                    <a:lnTo>
                      <a:pt x="22" y="34"/>
                    </a:lnTo>
                    <a:lnTo>
                      <a:pt x="22" y="38"/>
                    </a:lnTo>
                    <a:lnTo>
                      <a:pt x="18" y="38"/>
                    </a:lnTo>
                    <a:lnTo>
                      <a:pt x="18" y="34"/>
                    </a:lnTo>
                    <a:lnTo>
                      <a:pt x="18" y="30"/>
                    </a:lnTo>
                    <a:lnTo>
                      <a:pt x="14" y="30"/>
                    </a:lnTo>
                    <a:lnTo>
                      <a:pt x="14" y="26"/>
                    </a:lnTo>
                    <a:lnTo>
                      <a:pt x="12" y="24"/>
                    </a:lnTo>
                    <a:lnTo>
                      <a:pt x="12" y="20"/>
                    </a:lnTo>
                    <a:lnTo>
                      <a:pt x="14" y="20"/>
                    </a:lnTo>
                    <a:lnTo>
                      <a:pt x="14" y="16"/>
                    </a:lnTo>
                    <a:lnTo>
                      <a:pt x="14" y="20"/>
                    </a:lnTo>
                    <a:lnTo>
                      <a:pt x="12" y="20"/>
                    </a:lnTo>
                    <a:lnTo>
                      <a:pt x="12" y="24"/>
                    </a:lnTo>
                    <a:lnTo>
                      <a:pt x="12" y="20"/>
                    </a:lnTo>
                    <a:lnTo>
                      <a:pt x="8" y="20"/>
                    </a:lnTo>
                    <a:lnTo>
                      <a:pt x="8" y="16"/>
                    </a:lnTo>
                    <a:lnTo>
                      <a:pt x="8" y="12"/>
                    </a:lnTo>
                    <a:lnTo>
                      <a:pt x="4" y="8"/>
                    </a:lnTo>
                    <a:lnTo>
                      <a:pt x="4" y="4"/>
                    </a:lnTo>
                    <a:lnTo>
                      <a:pt x="0" y="0"/>
                    </a:lnTo>
                    <a:lnTo>
                      <a:pt x="4" y="0"/>
                    </a:lnTo>
                    <a:lnTo>
                      <a:pt x="8" y="0"/>
                    </a:lnTo>
                    <a:lnTo>
                      <a:pt x="8" y="4"/>
                    </a:lnTo>
                    <a:lnTo>
                      <a:pt x="8" y="0"/>
                    </a:lnTo>
                    <a:lnTo>
                      <a:pt x="4" y="0"/>
                    </a:lnTo>
                    <a:lnTo>
                      <a:pt x="4" y="4"/>
                    </a:lnTo>
                    <a:lnTo>
                      <a:pt x="8" y="4"/>
                    </a:lnTo>
                    <a:lnTo>
                      <a:pt x="8" y="8"/>
                    </a:lnTo>
                    <a:lnTo>
                      <a:pt x="12" y="12"/>
                    </a:lnTo>
                    <a:lnTo>
                      <a:pt x="8" y="12"/>
                    </a:lnTo>
                    <a:lnTo>
                      <a:pt x="12" y="12"/>
                    </a:lnTo>
                    <a:lnTo>
                      <a:pt x="12" y="8"/>
                    </a:lnTo>
                    <a:lnTo>
                      <a:pt x="12" y="12"/>
                    </a:lnTo>
                    <a:lnTo>
                      <a:pt x="14" y="12"/>
                    </a:lnTo>
                    <a:lnTo>
                      <a:pt x="18" y="12"/>
                    </a:lnTo>
                    <a:lnTo>
                      <a:pt x="22" y="16"/>
                    </a:lnTo>
                    <a:lnTo>
                      <a:pt x="18" y="16"/>
                    </a:lnTo>
                    <a:lnTo>
                      <a:pt x="22" y="16"/>
                    </a:lnTo>
                    <a:lnTo>
                      <a:pt x="22" y="20"/>
                    </a:lnTo>
                    <a:lnTo>
                      <a:pt x="22" y="16"/>
                    </a:lnTo>
                    <a:lnTo>
                      <a:pt x="26" y="16"/>
                    </a:lnTo>
                    <a:lnTo>
                      <a:pt x="26" y="20"/>
                    </a:lnTo>
                    <a:lnTo>
                      <a:pt x="26" y="24"/>
                    </a:lnTo>
                    <a:lnTo>
                      <a:pt x="30" y="24"/>
                    </a:lnTo>
                    <a:lnTo>
                      <a:pt x="26" y="24"/>
                    </a:lnTo>
                    <a:lnTo>
                      <a:pt x="26" y="26"/>
                    </a:lnTo>
                    <a:lnTo>
                      <a:pt x="30" y="26"/>
                    </a:lnTo>
                    <a:lnTo>
                      <a:pt x="26" y="26"/>
                    </a:lnTo>
                    <a:lnTo>
                      <a:pt x="26" y="30"/>
                    </a:lnTo>
                    <a:lnTo>
                      <a:pt x="30" y="30"/>
                    </a:lnTo>
                    <a:lnTo>
                      <a:pt x="30" y="34"/>
                    </a:lnTo>
                    <a:lnTo>
                      <a:pt x="30" y="38"/>
                    </a:lnTo>
                    <a:lnTo>
                      <a:pt x="30" y="42"/>
                    </a:lnTo>
                    <a:lnTo>
                      <a:pt x="30" y="46"/>
                    </a:lnTo>
                    <a:lnTo>
                      <a:pt x="34" y="46"/>
                    </a:lnTo>
                    <a:lnTo>
                      <a:pt x="34" y="50"/>
                    </a:lnTo>
                    <a:lnTo>
                      <a:pt x="34" y="46"/>
                    </a:lnTo>
                    <a:lnTo>
                      <a:pt x="34" y="50"/>
                    </a:lnTo>
                    <a:lnTo>
                      <a:pt x="38" y="50"/>
                    </a:lnTo>
                    <a:lnTo>
                      <a:pt x="38" y="54"/>
                    </a:lnTo>
                    <a:lnTo>
                      <a:pt x="40" y="54"/>
                    </a:lnTo>
                    <a:lnTo>
                      <a:pt x="40" y="50"/>
                    </a:lnTo>
                    <a:lnTo>
                      <a:pt x="40" y="46"/>
                    </a:lnTo>
                    <a:lnTo>
                      <a:pt x="40" y="42"/>
                    </a:lnTo>
                    <a:lnTo>
                      <a:pt x="38" y="42"/>
                    </a:lnTo>
                    <a:lnTo>
                      <a:pt x="38" y="38"/>
                    </a:lnTo>
                    <a:lnTo>
                      <a:pt x="40" y="42"/>
                    </a:lnTo>
                    <a:lnTo>
                      <a:pt x="40" y="46"/>
                    </a:lnTo>
                    <a:lnTo>
                      <a:pt x="44" y="46"/>
                    </a:lnTo>
                    <a:lnTo>
                      <a:pt x="44" y="50"/>
                    </a:lnTo>
                    <a:lnTo>
                      <a:pt x="44" y="46"/>
                    </a:lnTo>
                    <a:lnTo>
                      <a:pt x="44" y="50"/>
                    </a:lnTo>
                    <a:lnTo>
                      <a:pt x="48" y="50"/>
                    </a:lnTo>
                    <a:lnTo>
                      <a:pt x="48" y="54"/>
                    </a:lnTo>
                    <a:lnTo>
                      <a:pt x="44" y="54"/>
                    </a:lnTo>
                    <a:lnTo>
                      <a:pt x="48" y="54"/>
                    </a:lnTo>
                    <a:lnTo>
                      <a:pt x="48" y="56"/>
                    </a:lnTo>
                    <a:lnTo>
                      <a:pt x="48" y="60"/>
                    </a:lnTo>
                    <a:lnTo>
                      <a:pt x="52" y="60"/>
                    </a:lnTo>
                    <a:lnTo>
                      <a:pt x="48" y="60"/>
                    </a:lnTo>
                    <a:lnTo>
                      <a:pt x="48" y="64"/>
                    </a:lnTo>
                    <a:lnTo>
                      <a:pt x="52" y="64"/>
                    </a:lnTo>
                    <a:lnTo>
                      <a:pt x="56" y="64"/>
                    </a:lnTo>
                    <a:lnTo>
                      <a:pt x="56" y="68"/>
                    </a:lnTo>
                    <a:lnTo>
                      <a:pt x="60" y="68"/>
                    </a:lnTo>
                    <a:lnTo>
                      <a:pt x="64" y="68"/>
                    </a:lnTo>
                    <a:lnTo>
                      <a:pt x="66" y="68"/>
                    </a:lnTo>
                    <a:lnTo>
                      <a:pt x="70" y="68"/>
                    </a:lnTo>
                    <a:lnTo>
                      <a:pt x="70" y="64"/>
                    </a:lnTo>
                    <a:lnTo>
                      <a:pt x="74" y="64"/>
                    </a:lnTo>
                    <a:lnTo>
                      <a:pt x="74" y="60"/>
                    </a:lnTo>
                    <a:lnTo>
                      <a:pt x="78" y="60"/>
                    </a:lnTo>
                    <a:lnTo>
                      <a:pt x="82" y="60"/>
                    </a:lnTo>
                    <a:lnTo>
                      <a:pt x="86" y="64"/>
                    </a:lnTo>
                    <a:lnTo>
                      <a:pt x="82" y="64"/>
                    </a:lnTo>
                    <a:lnTo>
                      <a:pt x="82" y="68"/>
                    </a:lnTo>
                    <a:lnTo>
                      <a:pt x="82" y="72"/>
                    </a:lnTo>
                    <a:lnTo>
                      <a:pt x="82" y="76"/>
                    </a:lnTo>
                    <a:lnTo>
                      <a:pt x="82" y="80"/>
                    </a:lnTo>
                    <a:lnTo>
                      <a:pt x="78" y="82"/>
                    </a:lnTo>
                    <a:lnTo>
                      <a:pt x="74" y="82"/>
                    </a:lnTo>
                    <a:lnTo>
                      <a:pt x="74" y="86"/>
                    </a:lnTo>
                    <a:lnTo>
                      <a:pt x="74" y="90"/>
                    </a:lnTo>
                    <a:lnTo>
                      <a:pt x="74" y="94"/>
                    </a:lnTo>
                    <a:lnTo>
                      <a:pt x="74" y="90"/>
                    </a:lnTo>
                    <a:lnTo>
                      <a:pt x="70" y="90"/>
                    </a:lnTo>
                    <a:lnTo>
                      <a:pt x="66" y="90"/>
                    </a:lnTo>
                    <a:lnTo>
                      <a:pt x="64" y="90"/>
                    </a:lnTo>
                    <a:lnTo>
                      <a:pt x="60" y="94"/>
                    </a:lnTo>
                    <a:lnTo>
                      <a:pt x="60" y="98"/>
                    </a:lnTo>
                    <a:lnTo>
                      <a:pt x="60" y="102"/>
                    </a:lnTo>
                    <a:lnTo>
                      <a:pt x="64" y="102"/>
                    </a:lnTo>
                    <a:lnTo>
                      <a:pt x="60" y="110"/>
                    </a:lnTo>
                    <a:lnTo>
                      <a:pt x="60" y="112"/>
                    </a:lnTo>
                    <a:lnTo>
                      <a:pt x="56" y="1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8" name="Freeform 202"/>
              <p:cNvSpPr>
                <a:spLocks/>
              </p:cNvSpPr>
              <p:nvPr/>
            </p:nvSpPr>
            <p:spPr bwMode="gray">
              <a:xfrm>
                <a:off x="8897660" y="5778911"/>
                <a:ext cx="194798" cy="212190"/>
              </a:xfrm>
              <a:custGeom>
                <a:avLst/>
                <a:gdLst>
                  <a:gd name="T0" fmla="*/ 12 w 112"/>
                  <a:gd name="T1" fmla="*/ 96 h 122"/>
                  <a:gd name="T2" fmla="*/ 12 w 112"/>
                  <a:gd name="T3" fmla="*/ 90 h 122"/>
                  <a:gd name="T4" fmla="*/ 16 w 112"/>
                  <a:gd name="T5" fmla="*/ 90 h 122"/>
                  <a:gd name="T6" fmla="*/ 16 w 112"/>
                  <a:gd name="T7" fmla="*/ 82 h 122"/>
                  <a:gd name="T8" fmla="*/ 22 w 112"/>
                  <a:gd name="T9" fmla="*/ 74 h 122"/>
                  <a:gd name="T10" fmla="*/ 34 w 112"/>
                  <a:gd name="T11" fmla="*/ 70 h 122"/>
                  <a:gd name="T12" fmla="*/ 36 w 112"/>
                  <a:gd name="T13" fmla="*/ 64 h 122"/>
                  <a:gd name="T14" fmla="*/ 44 w 112"/>
                  <a:gd name="T15" fmla="*/ 60 h 122"/>
                  <a:gd name="T16" fmla="*/ 52 w 112"/>
                  <a:gd name="T17" fmla="*/ 52 h 122"/>
                  <a:gd name="T18" fmla="*/ 60 w 112"/>
                  <a:gd name="T19" fmla="*/ 50 h 122"/>
                  <a:gd name="T20" fmla="*/ 66 w 112"/>
                  <a:gd name="T21" fmla="*/ 38 h 122"/>
                  <a:gd name="T22" fmla="*/ 70 w 112"/>
                  <a:gd name="T23" fmla="*/ 28 h 122"/>
                  <a:gd name="T24" fmla="*/ 78 w 112"/>
                  <a:gd name="T25" fmla="*/ 24 h 122"/>
                  <a:gd name="T26" fmla="*/ 78 w 112"/>
                  <a:gd name="T27" fmla="*/ 8 h 122"/>
                  <a:gd name="T28" fmla="*/ 86 w 112"/>
                  <a:gd name="T29" fmla="*/ 4 h 122"/>
                  <a:gd name="T30" fmla="*/ 86 w 112"/>
                  <a:gd name="T31" fmla="*/ 4 h 122"/>
                  <a:gd name="T32" fmla="*/ 94 w 112"/>
                  <a:gd name="T33" fmla="*/ 12 h 122"/>
                  <a:gd name="T34" fmla="*/ 100 w 112"/>
                  <a:gd name="T35" fmla="*/ 12 h 122"/>
                  <a:gd name="T36" fmla="*/ 104 w 112"/>
                  <a:gd name="T37" fmla="*/ 12 h 122"/>
                  <a:gd name="T38" fmla="*/ 104 w 112"/>
                  <a:gd name="T39" fmla="*/ 16 h 122"/>
                  <a:gd name="T40" fmla="*/ 108 w 112"/>
                  <a:gd name="T41" fmla="*/ 16 h 122"/>
                  <a:gd name="T42" fmla="*/ 108 w 112"/>
                  <a:gd name="T43" fmla="*/ 12 h 122"/>
                  <a:gd name="T44" fmla="*/ 104 w 112"/>
                  <a:gd name="T45" fmla="*/ 16 h 122"/>
                  <a:gd name="T46" fmla="*/ 108 w 112"/>
                  <a:gd name="T47" fmla="*/ 16 h 122"/>
                  <a:gd name="T48" fmla="*/ 108 w 112"/>
                  <a:gd name="T49" fmla="*/ 20 h 122"/>
                  <a:gd name="T50" fmla="*/ 108 w 112"/>
                  <a:gd name="T51" fmla="*/ 24 h 122"/>
                  <a:gd name="T52" fmla="*/ 104 w 112"/>
                  <a:gd name="T53" fmla="*/ 30 h 122"/>
                  <a:gd name="T54" fmla="*/ 100 w 112"/>
                  <a:gd name="T55" fmla="*/ 40 h 122"/>
                  <a:gd name="T56" fmla="*/ 96 w 112"/>
                  <a:gd name="T57" fmla="*/ 50 h 122"/>
                  <a:gd name="T58" fmla="*/ 90 w 112"/>
                  <a:gd name="T59" fmla="*/ 56 h 122"/>
                  <a:gd name="T60" fmla="*/ 94 w 112"/>
                  <a:gd name="T61" fmla="*/ 64 h 122"/>
                  <a:gd name="T62" fmla="*/ 90 w 112"/>
                  <a:gd name="T63" fmla="*/ 64 h 122"/>
                  <a:gd name="T64" fmla="*/ 86 w 112"/>
                  <a:gd name="T65" fmla="*/ 64 h 122"/>
                  <a:gd name="T66" fmla="*/ 78 w 112"/>
                  <a:gd name="T67" fmla="*/ 68 h 122"/>
                  <a:gd name="T68" fmla="*/ 70 w 112"/>
                  <a:gd name="T69" fmla="*/ 70 h 122"/>
                  <a:gd name="T70" fmla="*/ 66 w 112"/>
                  <a:gd name="T71" fmla="*/ 78 h 122"/>
                  <a:gd name="T72" fmla="*/ 66 w 112"/>
                  <a:gd name="T73" fmla="*/ 90 h 122"/>
                  <a:gd name="T74" fmla="*/ 60 w 112"/>
                  <a:gd name="T75" fmla="*/ 96 h 122"/>
                  <a:gd name="T76" fmla="*/ 56 w 112"/>
                  <a:gd name="T77" fmla="*/ 104 h 122"/>
                  <a:gd name="T78" fmla="*/ 60 w 112"/>
                  <a:gd name="T79" fmla="*/ 104 h 122"/>
                  <a:gd name="T80" fmla="*/ 52 w 112"/>
                  <a:gd name="T81" fmla="*/ 108 h 122"/>
                  <a:gd name="T82" fmla="*/ 48 w 112"/>
                  <a:gd name="T83" fmla="*/ 120 h 122"/>
                  <a:gd name="T84" fmla="*/ 36 w 112"/>
                  <a:gd name="T85" fmla="*/ 122 h 122"/>
                  <a:gd name="T86" fmla="*/ 30 w 112"/>
                  <a:gd name="T87" fmla="*/ 120 h 122"/>
                  <a:gd name="T88" fmla="*/ 26 w 112"/>
                  <a:gd name="T89" fmla="*/ 120 h 122"/>
                  <a:gd name="T90" fmla="*/ 26 w 112"/>
                  <a:gd name="T91" fmla="*/ 120 h 122"/>
                  <a:gd name="T92" fmla="*/ 22 w 112"/>
                  <a:gd name="T93" fmla="*/ 116 h 122"/>
                  <a:gd name="T94" fmla="*/ 12 w 112"/>
                  <a:gd name="T95" fmla="*/ 112 h 122"/>
                  <a:gd name="T96" fmla="*/ 4 w 112"/>
                  <a:gd name="T97" fmla="*/ 116 h 122"/>
                  <a:gd name="T98" fmla="*/ 4 w 112"/>
                  <a:gd name="T99" fmla="*/ 112 h 122"/>
                  <a:gd name="T100" fmla="*/ 4 w 112"/>
                  <a:gd name="T101" fmla="*/ 108 h 122"/>
                  <a:gd name="T102" fmla="*/ 0 w 112"/>
                  <a:gd name="T103" fmla="*/ 108 h 122"/>
                  <a:gd name="T104" fmla="*/ 8 w 112"/>
                  <a:gd name="T105" fmla="*/ 104 h 122"/>
                  <a:gd name="T106" fmla="*/ 8 w 112"/>
                  <a:gd name="T107" fmla="*/ 100 h 122"/>
                  <a:gd name="T108" fmla="*/ 4 w 112"/>
                  <a:gd name="T109" fmla="*/ 9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12" h="122">
                    <a:moveTo>
                      <a:pt x="12" y="96"/>
                    </a:moveTo>
                    <a:lnTo>
                      <a:pt x="8" y="96"/>
                    </a:lnTo>
                    <a:lnTo>
                      <a:pt x="12" y="96"/>
                    </a:lnTo>
                    <a:lnTo>
                      <a:pt x="8" y="94"/>
                    </a:lnTo>
                    <a:lnTo>
                      <a:pt x="8" y="90"/>
                    </a:lnTo>
                    <a:lnTo>
                      <a:pt x="12" y="90"/>
                    </a:lnTo>
                    <a:lnTo>
                      <a:pt x="12" y="86"/>
                    </a:lnTo>
                    <a:lnTo>
                      <a:pt x="12" y="90"/>
                    </a:lnTo>
                    <a:lnTo>
                      <a:pt x="16" y="90"/>
                    </a:lnTo>
                    <a:lnTo>
                      <a:pt x="16" y="86"/>
                    </a:lnTo>
                    <a:lnTo>
                      <a:pt x="12" y="86"/>
                    </a:lnTo>
                    <a:lnTo>
                      <a:pt x="16" y="82"/>
                    </a:lnTo>
                    <a:lnTo>
                      <a:pt x="20" y="82"/>
                    </a:lnTo>
                    <a:lnTo>
                      <a:pt x="20" y="78"/>
                    </a:lnTo>
                    <a:lnTo>
                      <a:pt x="22" y="74"/>
                    </a:lnTo>
                    <a:lnTo>
                      <a:pt x="26" y="70"/>
                    </a:lnTo>
                    <a:lnTo>
                      <a:pt x="30" y="70"/>
                    </a:lnTo>
                    <a:lnTo>
                      <a:pt x="34" y="70"/>
                    </a:lnTo>
                    <a:lnTo>
                      <a:pt x="34" y="68"/>
                    </a:lnTo>
                    <a:lnTo>
                      <a:pt x="36" y="68"/>
                    </a:lnTo>
                    <a:lnTo>
                      <a:pt x="36" y="64"/>
                    </a:lnTo>
                    <a:lnTo>
                      <a:pt x="40" y="64"/>
                    </a:lnTo>
                    <a:lnTo>
                      <a:pt x="44" y="64"/>
                    </a:lnTo>
                    <a:lnTo>
                      <a:pt x="44" y="60"/>
                    </a:lnTo>
                    <a:lnTo>
                      <a:pt x="48" y="56"/>
                    </a:lnTo>
                    <a:lnTo>
                      <a:pt x="52" y="56"/>
                    </a:lnTo>
                    <a:lnTo>
                      <a:pt x="52" y="52"/>
                    </a:lnTo>
                    <a:lnTo>
                      <a:pt x="56" y="52"/>
                    </a:lnTo>
                    <a:lnTo>
                      <a:pt x="56" y="50"/>
                    </a:lnTo>
                    <a:lnTo>
                      <a:pt x="60" y="50"/>
                    </a:lnTo>
                    <a:lnTo>
                      <a:pt x="64" y="40"/>
                    </a:lnTo>
                    <a:lnTo>
                      <a:pt x="66" y="40"/>
                    </a:lnTo>
                    <a:lnTo>
                      <a:pt x="66" y="38"/>
                    </a:lnTo>
                    <a:lnTo>
                      <a:pt x="66" y="34"/>
                    </a:lnTo>
                    <a:lnTo>
                      <a:pt x="66" y="30"/>
                    </a:lnTo>
                    <a:lnTo>
                      <a:pt x="70" y="28"/>
                    </a:lnTo>
                    <a:lnTo>
                      <a:pt x="74" y="28"/>
                    </a:lnTo>
                    <a:lnTo>
                      <a:pt x="74" y="24"/>
                    </a:lnTo>
                    <a:lnTo>
                      <a:pt x="78" y="24"/>
                    </a:lnTo>
                    <a:lnTo>
                      <a:pt x="78" y="20"/>
                    </a:lnTo>
                    <a:lnTo>
                      <a:pt x="78" y="16"/>
                    </a:lnTo>
                    <a:lnTo>
                      <a:pt x="78" y="8"/>
                    </a:lnTo>
                    <a:lnTo>
                      <a:pt x="82" y="8"/>
                    </a:lnTo>
                    <a:lnTo>
                      <a:pt x="82" y="4"/>
                    </a:lnTo>
                    <a:lnTo>
                      <a:pt x="86" y="4"/>
                    </a:lnTo>
                    <a:lnTo>
                      <a:pt x="86" y="0"/>
                    </a:lnTo>
                    <a:lnTo>
                      <a:pt x="90" y="0"/>
                    </a:lnTo>
                    <a:lnTo>
                      <a:pt x="86" y="4"/>
                    </a:lnTo>
                    <a:lnTo>
                      <a:pt x="90" y="8"/>
                    </a:lnTo>
                    <a:lnTo>
                      <a:pt x="94" y="8"/>
                    </a:lnTo>
                    <a:lnTo>
                      <a:pt x="94" y="12"/>
                    </a:lnTo>
                    <a:lnTo>
                      <a:pt x="94" y="16"/>
                    </a:lnTo>
                    <a:lnTo>
                      <a:pt x="96" y="16"/>
                    </a:lnTo>
                    <a:lnTo>
                      <a:pt x="100" y="12"/>
                    </a:lnTo>
                    <a:lnTo>
                      <a:pt x="104" y="12"/>
                    </a:lnTo>
                    <a:lnTo>
                      <a:pt x="104" y="8"/>
                    </a:lnTo>
                    <a:lnTo>
                      <a:pt x="104" y="12"/>
                    </a:lnTo>
                    <a:lnTo>
                      <a:pt x="100" y="12"/>
                    </a:lnTo>
                    <a:lnTo>
                      <a:pt x="104" y="12"/>
                    </a:lnTo>
                    <a:lnTo>
                      <a:pt x="104" y="16"/>
                    </a:lnTo>
                    <a:lnTo>
                      <a:pt x="100" y="16"/>
                    </a:lnTo>
                    <a:lnTo>
                      <a:pt x="104" y="16"/>
                    </a:lnTo>
                    <a:lnTo>
                      <a:pt x="108" y="16"/>
                    </a:lnTo>
                    <a:lnTo>
                      <a:pt x="104" y="16"/>
                    </a:lnTo>
                    <a:lnTo>
                      <a:pt x="104" y="12"/>
                    </a:lnTo>
                    <a:lnTo>
                      <a:pt x="108" y="12"/>
                    </a:lnTo>
                    <a:lnTo>
                      <a:pt x="112" y="12"/>
                    </a:lnTo>
                    <a:lnTo>
                      <a:pt x="108" y="16"/>
                    </a:lnTo>
                    <a:lnTo>
                      <a:pt x="104" y="16"/>
                    </a:lnTo>
                    <a:lnTo>
                      <a:pt x="108" y="16"/>
                    </a:lnTo>
                    <a:lnTo>
                      <a:pt x="112" y="16"/>
                    </a:lnTo>
                    <a:lnTo>
                      <a:pt x="108" y="16"/>
                    </a:lnTo>
                    <a:lnTo>
                      <a:pt x="108" y="20"/>
                    </a:lnTo>
                    <a:lnTo>
                      <a:pt x="104" y="20"/>
                    </a:lnTo>
                    <a:lnTo>
                      <a:pt x="108" y="20"/>
                    </a:lnTo>
                    <a:lnTo>
                      <a:pt x="108" y="24"/>
                    </a:lnTo>
                    <a:lnTo>
                      <a:pt x="108" y="20"/>
                    </a:lnTo>
                    <a:lnTo>
                      <a:pt x="108" y="24"/>
                    </a:lnTo>
                    <a:lnTo>
                      <a:pt x="108" y="28"/>
                    </a:lnTo>
                    <a:lnTo>
                      <a:pt x="108" y="30"/>
                    </a:lnTo>
                    <a:lnTo>
                      <a:pt x="104" y="30"/>
                    </a:lnTo>
                    <a:lnTo>
                      <a:pt x="104" y="34"/>
                    </a:lnTo>
                    <a:lnTo>
                      <a:pt x="104" y="38"/>
                    </a:lnTo>
                    <a:lnTo>
                      <a:pt x="100" y="40"/>
                    </a:lnTo>
                    <a:lnTo>
                      <a:pt x="96" y="40"/>
                    </a:lnTo>
                    <a:lnTo>
                      <a:pt x="96" y="46"/>
                    </a:lnTo>
                    <a:lnTo>
                      <a:pt x="96" y="50"/>
                    </a:lnTo>
                    <a:lnTo>
                      <a:pt x="94" y="52"/>
                    </a:lnTo>
                    <a:lnTo>
                      <a:pt x="90" y="52"/>
                    </a:lnTo>
                    <a:lnTo>
                      <a:pt x="90" y="56"/>
                    </a:lnTo>
                    <a:lnTo>
                      <a:pt x="86" y="56"/>
                    </a:lnTo>
                    <a:lnTo>
                      <a:pt x="90" y="64"/>
                    </a:lnTo>
                    <a:lnTo>
                      <a:pt x="94" y="64"/>
                    </a:lnTo>
                    <a:lnTo>
                      <a:pt x="94" y="68"/>
                    </a:lnTo>
                    <a:lnTo>
                      <a:pt x="90" y="68"/>
                    </a:lnTo>
                    <a:lnTo>
                      <a:pt x="90" y="64"/>
                    </a:lnTo>
                    <a:lnTo>
                      <a:pt x="90" y="68"/>
                    </a:lnTo>
                    <a:lnTo>
                      <a:pt x="86" y="68"/>
                    </a:lnTo>
                    <a:lnTo>
                      <a:pt x="86" y="64"/>
                    </a:lnTo>
                    <a:lnTo>
                      <a:pt x="82" y="64"/>
                    </a:lnTo>
                    <a:lnTo>
                      <a:pt x="82" y="68"/>
                    </a:lnTo>
                    <a:lnTo>
                      <a:pt x="78" y="68"/>
                    </a:lnTo>
                    <a:lnTo>
                      <a:pt x="78" y="70"/>
                    </a:lnTo>
                    <a:lnTo>
                      <a:pt x="74" y="70"/>
                    </a:lnTo>
                    <a:lnTo>
                      <a:pt x="70" y="70"/>
                    </a:lnTo>
                    <a:lnTo>
                      <a:pt x="70" y="74"/>
                    </a:lnTo>
                    <a:lnTo>
                      <a:pt x="66" y="74"/>
                    </a:lnTo>
                    <a:lnTo>
                      <a:pt x="66" y="78"/>
                    </a:lnTo>
                    <a:lnTo>
                      <a:pt x="66" y="82"/>
                    </a:lnTo>
                    <a:lnTo>
                      <a:pt x="66" y="86"/>
                    </a:lnTo>
                    <a:lnTo>
                      <a:pt x="66" y="90"/>
                    </a:lnTo>
                    <a:lnTo>
                      <a:pt x="64" y="90"/>
                    </a:lnTo>
                    <a:lnTo>
                      <a:pt x="64" y="94"/>
                    </a:lnTo>
                    <a:lnTo>
                      <a:pt x="60" y="96"/>
                    </a:lnTo>
                    <a:lnTo>
                      <a:pt x="60" y="100"/>
                    </a:lnTo>
                    <a:lnTo>
                      <a:pt x="60" y="104"/>
                    </a:lnTo>
                    <a:lnTo>
                      <a:pt x="56" y="104"/>
                    </a:lnTo>
                    <a:lnTo>
                      <a:pt x="56" y="108"/>
                    </a:lnTo>
                    <a:lnTo>
                      <a:pt x="60" y="108"/>
                    </a:lnTo>
                    <a:lnTo>
                      <a:pt x="60" y="104"/>
                    </a:lnTo>
                    <a:lnTo>
                      <a:pt x="60" y="108"/>
                    </a:lnTo>
                    <a:lnTo>
                      <a:pt x="56" y="108"/>
                    </a:lnTo>
                    <a:lnTo>
                      <a:pt x="52" y="108"/>
                    </a:lnTo>
                    <a:lnTo>
                      <a:pt x="52" y="112"/>
                    </a:lnTo>
                    <a:lnTo>
                      <a:pt x="48" y="116"/>
                    </a:lnTo>
                    <a:lnTo>
                      <a:pt x="48" y="120"/>
                    </a:lnTo>
                    <a:lnTo>
                      <a:pt x="44" y="120"/>
                    </a:lnTo>
                    <a:lnTo>
                      <a:pt x="40" y="122"/>
                    </a:lnTo>
                    <a:lnTo>
                      <a:pt x="36" y="122"/>
                    </a:lnTo>
                    <a:lnTo>
                      <a:pt x="34" y="122"/>
                    </a:lnTo>
                    <a:lnTo>
                      <a:pt x="34" y="120"/>
                    </a:lnTo>
                    <a:lnTo>
                      <a:pt x="30" y="120"/>
                    </a:lnTo>
                    <a:lnTo>
                      <a:pt x="30" y="122"/>
                    </a:lnTo>
                    <a:lnTo>
                      <a:pt x="26" y="122"/>
                    </a:lnTo>
                    <a:lnTo>
                      <a:pt x="26" y="120"/>
                    </a:lnTo>
                    <a:lnTo>
                      <a:pt x="30" y="122"/>
                    </a:lnTo>
                    <a:lnTo>
                      <a:pt x="30" y="120"/>
                    </a:lnTo>
                    <a:lnTo>
                      <a:pt x="26" y="120"/>
                    </a:lnTo>
                    <a:lnTo>
                      <a:pt x="26" y="122"/>
                    </a:lnTo>
                    <a:lnTo>
                      <a:pt x="26" y="120"/>
                    </a:lnTo>
                    <a:lnTo>
                      <a:pt x="22" y="116"/>
                    </a:lnTo>
                    <a:lnTo>
                      <a:pt x="20" y="116"/>
                    </a:lnTo>
                    <a:lnTo>
                      <a:pt x="16" y="112"/>
                    </a:lnTo>
                    <a:lnTo>
                      <a:pt x="12" y="112"/>
                    </a:lnTo>
                    <a:lnTo>
                      <a:pt x="12" y="116"/>
                    </a:lnTo>
                    <a:lnTo>
                      <a:pt x="8" y="116"/>
                    </a:lnTo>
                    <a:lnTo>
                      <a:pt x="4" y="116"/>
                    </a:lnTo>
                    <a:lnTo>
                      <a:pt x="4" y="112"/>
                    </a:lnTo>
                    <a:lnTo>
                      <a:pt x="0" y="112"/>
                    </a:lnTo>
                    <a:lnTo>
                      <a:pt x="4" y="112"/>
                    </a:lnTo>
                    <a:lnTo>
                      <a:pt x="4" y="108"/>
                    </a:lnTo>
                    <a:lnTo>
                      <a:pt x="8" y="108"/>
                    </a:lnTo>
                    <a:lnTo>
                      <a:pt x="4" y="108"/>
                    </a:lnTo>
                    <a:lnTo>
                      <a:pt x="4" y="112"/>
                    </a:lnTo>
                    <a:lnTo>
                      <a:pt x="0" y="112"/>
                    </a:lnTo>
                    <a:lnTo>
                      <a:pt x="0" y="108"/>
                    </a:lnTo>
                    <a:lnTo>
                      <a:pt x="0" y="104"/>
                    </a:lnTo>
                    <a:lnTo>
                      <a:pt x="4" y="104"/>
                    </a:lnTo>
                    <a:lnTo>
                      <a:pt x="8" y="104"/>
                    </a:lnTo>
                    <a:lnTo>
                      <a:pt x="4" y="104"/>
                    </a:lnTo>
                    <a:lnTo>
                      <a:pt x="4" y="100"/>
                    </a:lnTo>
                    <a:lnTo>
                      <a:pt x="8" y="100"/>
                    </a:lnTo>
                    <a:lnTo>
                      <a:pt x="4" y="100"/>
                    </a:lnTo>
                    <a:lnTo>
                      <a:pt x="4" y="96"/>
                    </a:lnTo>
                    <a:lnTo>
                      <a:pt x="4" y="94"/>
                    </a:lnTo>
                    <a:lnTo>
                      <a:pt x="8" y="96"/>
                    </a:lnTo>
                    <a:lnTo>
                      <a:pt x="12" y="9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0" name="Freeform 204"/>
              <p:cNvSpPr>
                <a:spLocks noEditPoints="1"/>
              </p:cNvSpPr>
              <p:nvPr/>
            </p:nvSpPr>
            <p:spPr bwMode="gray">
              <a:xfrm>
                <a:off x="8650684" y="4728398"/>
                <a:ext cx="236540" cy="128704"/>
              </a:xfrm>
              <a:custGeom>
                <a:avLst/>
                <a:gdLst>
                  <a:gd name="T0" fmla="*/ 6 w 136"/>
                  <a:gd name="T1" fmla="*/ 8 h 74"/>
                  <a:gd name="T2" fmla="*/ 8 w 136"/>
                  <a:gd name="T3" fmla="*/ 4 h 74"/>
                  <a:gd name="T4" fmla="*/ 14 w 136"/>
                  <a:gd name="T5" fmla="*/ 10 h 74"/>
                  <a:gd name="T6" fmla="*/ 14 w 136"/>
                  <a:gd name="T7" fmla="*/ 12 h 74"/>
                  <a:gd name="T8" fmla="*/ 48 w 136"/>
                  <a:gd name="T9" fmla="*/ 26 h 74"/>
                  <a:gd name="T10" fmla="*/ 30 w 136"/>
                  <a:gd name="T11" fmla="*/ 12 h 74"/>
                  <a:gd name="T12" fmla="*/ 48 w 136"/>
                  <a:gd name="T13" fmla="*/ 26 h 74"/>
                  <a:gd name="T14" fmla="*/ 48 w 136"/>
                  <a:gd name="T15" fmla="*/ 26 h 74"/>
                  <a:gd name="T16" fmla="*/ 0 w 136"/>
                  <a:gd name="T17" fmla="*/ 14 h 74"/>
                  <a:gd name="T18" fmla="*/ 2 w 136"/>
                  <a:gd name="T19" fmla="*/ 18 h 74"/>
                  <a:gd name="T20" fmla="*/ 2 w 136"/>
                  <a:gd name="T21" fmla="*/ 18 h 74"/>
                  <a:gd name="T22" fmla="*/ 6 w 136"/>
                  <a:gd name="T23" fmla="*/ 20 h 74"/>
                  <a:gd name="T24" fmla="*/ 10 w 136"/>
                  <a:gd name="T25" fmla="*/ 16 h 74"/>
                  <a:gd name="T26" fmla="*/ 10 w 136"/>
                  <a:gd name="T27" fmla="*/ 22 h 74"/>
                  <a:gd name="T28" fmla="*/ 18 w 136"/>
                  <a:gd name="T29" fmla="*/ 28 h 74"/>
                  <a:gd name="T30" fmla="*/ 12 w 136"/>
                  <a:gd name="T31" fmla="*/ 22 h 74"/>
                  <a:gd name="T32" fmla="*/ 18 w 136"/>
                  <a:gd name="T33" fmla="*/ 22 h 74"/>
                  <a:gd name="T34" fmla="*/ 18 w 136"/>
                  <a:gd name="T35" fmla="*/ 28 h 74"/>
                  <a:gd name="T36" fmla="*/ 18 w 136"/>
                  <a:gd name="T37" fmla="*/ 28 h 74"/>
                  <a:gd name="T38" fmla="*/ 12 w 136"/>
                  <a:gd name="T39" fmla="*/ 28 h 74"/>
                  <a:gd name="T40" fmla="*/ 12 w 136"/>
                  <a:gd name="T41" fmla="*/ 28 h 74"/>
                  <a:gd name="T42" fmla="*/ 12 w 136"/>
                  <a:gd name="T43" fmla="*/ 28 h 74"/>
                  <a:gd name="T44" fmla="*/ 20 w 136"/>
                  <a:gd name="T45" fmla="*/ 28 h 74"/>
                  <a:gd name="T46" fmla="*/ 22 w 136"/>
                  <a:gd name="T47" fmla="*/ 28 h 74"/>
                  <a:gd name="T48" fmla="*/ 22 w 136"/>
                  <a:gd name="T49" fmla="*/ 28 h 74"/>
                  <a:gd name="T50" fmla="*/ 132 w 136"/>
                  <a:gd name="T51" fmla="*/ 56 h 74"/>
                  <a:gd name="T52" fmla="*/ 134 w 136"/>
                  <a:gd name="T53" fmla="*/ 60 h 74"/>
                  <a:gd name="T54" fmla="*/ 134 w 136"/>
                  <a:gd name="T55" fmla="*/ 60 h 74"/>
                  <a:gd name="T56" fmla="*/ 48 w 136"/>
                  <a:gd name="T57" fmla="*/ 68 h 74"/>
                  <a:gd name="T58" fmla="*/ 58 w 136"/>
                  <a:gd name="T59" fmla="*/ 74 h 74"/>
                  <a:gd name="T60" fmla="*/ 58 w 136"/>
                  <a:gd name="T61" fmla="*/ 74 h 74"/>
                  <a:gd name="T62" fmla="*/ 70 w 136"/>
                  <a:gd name="T63" fmla="*/ 42 h 74"/>
                  <a:gd name="T64" fmla="*/ 58 w 136"/>
                  <a:gd name="T65" fmla="*/ 22 h 74"/>
                  <a:gd name="T66" fmla="*/ 64 w 136"/>
                  <a:gd name="T67" fmla="*/ 28 h 74"/>
                  <a:gd name="T68" fmla="*/ 68 w 136"/>
                  <a:gd name="T69" fmla="*/ 34 h 74"/>
                  <a:gd name="T70" fmla="*/ 68 w 136"/>
                  <a:gd name="T71" fmla="*/ 34 h 74"/>
                  <a:gd name="T72" fmla="*/ 60 w 136"/>
                  <a:gd name="T73" fmla="*/ 46 h 74"/>
                  <a:gd name="T74" fmla="*/ 44 w 136"/>
                  <a:gd name="T75" fmla="*/ 38 h 74"/>
                  <a:gd name="T76" fmla="*/ 62 w 136"/>
                  <a:gd name="T77" fmla="*/ 46 h 74"/>
                  <a:gd name="T78" fmla="*/ 62 w 136"/>
                  <a:gd name="T79" fmla="*/ 46 h 74"/>
                  <a:gd name="T80" fmla="*/ 84 w 136"/>
                  <a:gd name="T81" fmla="*/ 60 h 74"/>
                  <a:gd name="T82" fmla="*/ 68 w 136"/>
                  <a:gd name="T83" fmla="*/ 50 h 74"/>
                  <a:gd name="T84" fmla="*/ 84 w 136"/>
                  <a:gd name="T85" fmla="*/ 56 h 74"/>
                  <a:gd name="T86" fmla="*/ 84 w 136"/>
                  <a:gd name="T87" fmla="*/ 56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6" h="74">
                    <a:moveTo>
                      <a:pt x="14" y="12"/>
                    </a:moveTo>
                    <a:lnTo>
                      <a:pt x="6" y="8"/>
                    </a:lnTo>
                    <a:lnTo>
                      <a:pt x="0" y="0"/>
                    </a:lnTo>
                    <a:lnTo>
                      <a:pt x="8" y="4"/>
                    </a:lnTo>
                    <a:lnTo>
                      <a:pt x="10" y="6"/>
                    </a:lnTo>
                    <a:lnTo>
                      <a:pt x="14" y="10"/>
                    </a:lnTo>
                    <a:lnTo>
                      <a:pt x="14" y="12"/>
                    </a:lnTo>
                    <a:lnTo>
                      <a:pt x="14" y="12"/>
                    </a:lnTo>
                    <a:lnTo>
                      <a:pt x="14" y="12"/>
                    </a:lnTo>
                    <a:close/>
                    <a:moveTo>
                      <a:pt x="48" y="26"/>
                    </a:moveTo>
                    <a:lnTo>
                      <a:pt x="34" y="18"/>
                    </a:lnTo>
                    <a:lnTo>
                      <a:pt x="30" y="12"/>
                    </a:lnTo>
                    <a:lnTo>
                      <a:pt x="48" y="22"/>
                    </a:lnTo>
                    <a:lnTo>
                      <a:pt x="48" y="26"/>
                    </a:lnTo>
                    <a:lnTo>
                      <a:pt x="48" y="26"/>
                    </a:lnTo>
                    <a:lnTo>
                      <a:pt x="48" y="26"/>
                    </a:lnTo>
                    <a:close/>
                    <a:moveTo>
                      <a:pt x="2" y="18"/>
                    </a:moveTo>
                    <a:lnTo>
                      <a:pt x="0" y="14"/>
                    </a:lnTo>
                    <a:lnTo>
                      <a:pt x="6" y="16"/>
                    </a:lnTo>
                    <a:lnTo>
                      <a:pt x="2" y="18"/>
                    </a:lnTo>
                    <a:lnTo>
                      <a:pt x="2" y="18"/>
                    </a:lnTo>
                    <a:lnTo>
                      <a:pt x="2" y="18"/>
                    </a:lnTo>
                    <a:close/>
                    <a:moveTo>
                      <a:pt x="10" y="22"/>
                    </a:moveTo>
                    <a:lnTo>
                      <a:pt x="6" y="20"/>
                    </a:lnTo>
                    <a:lnTo>
                      <a:pt x="8" y="16"/>
                    </a:lnTo>
                    <a:lnTo>
                      <a:pt x="10" y="16"/>
                    </a:lnTo>
                    <a:lnTo>
                      <a:pt x="10" y="22"/>
                    </a:lnTo>
                    <a:lnTo>
                      <a:pt x="10" y="22"/>
                    </a:lnTo>
                    <a:lnTo>
                      <a:pt x="10" y="22"/>
                    </a:lnTo>
                    <a:close/>
                    <a:moveTo>
                      <a:pt x="18" y="28"/>
                    </a:moveTo>
                    <a:lnTo>
                      <a:pt x="14" y="22"/>
                    </a:lnTo>
                    <a:lnTo>
                      <a:pt x="12" y="22"/>
                    </a:lnTo>
                    <a:lnTo>
                      <a:pt x="12" y="18"/>
                    </a:lnTo>
                    <a:lnTo>
                      <a:pt x="18" y="22"/>
                    </a:lnTo>
                    <a:lnTo>
                      <a:pt x="20" y="26"/>
                    </a:lnTo>
                    <a:lnTo>
                      <a:pt x="18" y="28"/>
                    </a:lnTo>
                    <a:lnTo>
                      <a:pt x="18" y="28"/>
                    </a:lnTo>
                    <a:lnTo>
                      <a:pt x="18" y="28"/>
                    </a:lnTo>
                    <a:close/>
                    <a:moveTo>
                      <a:pt x="12" y="28"/>
                    </a:moveTo>
                    <a:lnTo>
                      <a:pt x="12" y="28"/>
                    </a:lnTo>
                    <a:lnTo>
                      <a:pt x="12" y="24"/>
                    </a:lnTo>
                    <a:lnTo>
                      <a:pt x="12" y="28"/>
                    </a:lnTo>
                    <a:lnTo>
                      <a:pt x="12" y="28"/>
                    </a:lnTo>
                    <a:lnTo>
                      <a:pt x="12" y="28"/>
                    </a:lnTo>
                    <a:close/>
                    <a:moveTo>
                      <a:pt x="22" y="28"/>
                    </a:moveTo>
                    <a:lnTo>
                      <a:pt x="20" y="28"/>
                    </a:lnTo>
                    <a:lnTo>
                      <a:pt x="24" y="26"/>
                    </a:lnTo>
                    <a:lnTo>
                      <a:pt x="22" y="28"/>
                    </a:lnTo>
                    <a:lnTo>
                      <a:pt x="22" y="28"/>
                    </a:lnTo>
                    <a:lnTo>
                      <a:pt x="22" y="28"/>
                    </a:lnTo>
                    <a:close/>
                    <a:moveTo>
                      <a:pt x="134" y="60"/>
                    </a:moveTo>
                    <a:lnTo>
                      <a:pt x="132" y="56"/>
                    </a:lnTo>
                    <a:lnTo>
                      <a:pt x="136" y="56"/>
                    </a:lnTo>
                    <a:lnTo>
                      <a:pt x="134" y="60"/>
                    </a:lnTo>
                    <a:lnTo>
                      <a:pt x="134" y="60"/>
                    </a:lnTo>
                    <a:lnTo>
                      <a:pt x="134" y="60"/>
                    </a:lnTo>
                    <a:close/>
                    <a:moveTo>
                      <a:pt x="58" y="74"/>
                    </a:moveTo>
                    <a:lnTo>
                      <a:pt x="48" y="68"/>
                    </a:lnTo>
                    <a:lnTo>
                      <a:pt x="56" y="72"/>
                    </a:lnTo>
                    <a:lnTo>
                      <a:pt x="58" y="74"/>
                    </a:lnTo>
                    <a:lnTo>
                      <a:pt x="58" y="74"/>
                    </a:lnTo>
                    <a:lnTo>
                      <a:pt x="58" y="74"/>
                    </a:lnTo>
                    <a:close/>
                    <a:moveTo>
                      <a:pt x="68" y="34"/>
                    </a:moveTo>
                    <a:lnTo>
                      <a:pt x="70" y="42"/>
                    </a:lnTo>
                    <a:lnTo>
                      <a:pt x="62" y="34"/>
                    </a:lnTo>
                    <a:lnTo>
                      <a:pt x="58" y="22"/>
                    </a:lnTo>
                    <a:lnTo>
                      <a:pt x="62" y="24"/>
                    </a:lnTo>
                    <a:lnTo>
                      <a:pt x="64" y="28"/>
                    </a:lnTo>
                    <a:lnTo>
                      <a:pt x="64" y="30"/>
                    </a:lnTo>
                    <a:lnTo>
                      <a:pt x="68" y="34"/>
                    </a:lnTo>
                    <a:lnTo>
                      <a:pt x="68" y="34"/>
                    </a:lnTo>
                    <a:lnTo>
                      <a:pt x="68" y="34"/>
                    </a:lnTo>
                    <a:close/>
                    <a:moveTo>
                      <a:pt x="62" y="46"/>
                    </a:moveTo>
                    <a:lnTo>
                      <a:pt x="60" y="46"/>
                    </a:lnTo>
                    <a:lnTo>
                      <a:pt x="48" y="44"/>
                    </a:lnTo>
                    <a:lnTo>
                      <a:pt x="44" y="38"/>
                    </a:lnTo>
                    <a:lnTo>
                      <a:pt x="56" y="40"/>
                    </a:lnTo>
                    <a:lnTo>
                      <a:pt x="62" y="46"/>
                    </a:lnTo>
                    <a:lnTo>
                      <a:pt x="62" y="46"/>
                    </a:lnTo>
                    <a:lnTo>
                      <a:pt x="62" y="46"/>
                    </a:lnTo>
                    <a:close/>
                    <a:moveTo>
                      <a:pt x="84" y="56"/>
                    </a:moveTo>
                    <a:lnTo>
                      <a:pt x="84" y="60"/>
                    </a:lnTo>
                    <a:lnTo>
                      <a:pt x="76" y="56"/>
                    </a:lnTo>
                    <a:lnTo>
                      <a:pt x="68" y="50"/>
                    </a:lnTo>
                    <a:lnTo>
                      <a:pt x="80" y="54"/>
                    </a:lnTo>
                    <a:lnTo>
                      <a:pt x="84" y="56"/>
                    </a:lnTo>
                    <a:lnTo>
                      <a:pt x="84" y="56"/>
                    </a:lnTo>
                    <a:lnTo>
                      <a:pt x="84"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1" name="Freeform 205"/>
              <p:cNvSpPr>
                <a:spLocks noEditPoints="1"/>
              </p:cNvSpPr>
              <p:nvPr/>
            </p:nvSpPr>
            <p:spPr bwMode="gray">
              <a:xfrm>
                <a:off x="9165510" y="4964938"/>
                <a:ext cx="66092" cy="76527"/>
              </a:xfrm>
              <a:custGeom>
                <a:avLst/>
                <a:gdLst>
                  <a:gd name="T0" fmla="*/ 38 w 38"/>
                  <a:gd name="T1" fmla="*/ 0 h 44"/>
                  <a:gd name="T2" fmla="*/ 30 w 38"/>
                  <a:gd name="T3" fmla="*/ 8 h 44"/>
                  <a:gd name="T4" fmla="*/ 36 w 38"/>
                  <a:gd name="T5" fmla="*/ 4 h 44"/>
                  <a:gd name="T6" fmla="*/ 36 w 38"/>
                  <a:gd name="T7" fmla="*/ 8 h 44"/>
                  <a:gd name="T8" fmla="*/ 28 w 38"/>
                  <a:gd name="T9" fmla="*/ 8 h 44"/>
                  <a:gd name="T10" fmla="*/ 28 w 38"/>
                  <a:gd name="T11" fmla="*/ 8 h 44"/>
                  <a:gd name="T12" fmla="*/ 20 w 38"/>
                  <a:gd name="T13" fmla="*/ 14 h 44"/>
                  <a:gd name="T14" fmla="*/ 16 w 38"/>
                  <a:gd name="T15" fmla="*/ 8 h 44"/>
                  <a:gd name="T16" fmla="*/ 22 w 38"/>
                  <a:gd name="T17" fmla="*/ 4 h 44"/>
                  <a:gd name="T18" fmla="*/ 38 w 38"/>
                  <a:gd name="T19" fmla="*/ 0 h 44"/>
                  <a:gd name="T20" fmla="*/ 38 w 38"/>
                  <a:gd name="T21" fmla="*/ 0 h 44"/>
                  <a:gd name="T22" fmla="*/ 38 w 38"/>
                  <a:gd name="T23" fmla="*/ 0 h 44"/>
                  <a:gd name="T24" fmla="*/ 38 w 38"/>
                  <a:gd name="T25" fmla="*/ 0 h 44"/>
                  <a:gd name="T26" fmla="*/ 2 w 38"/>
                  <a:gd name="T27" fmla="*/ 30 h 44"/>
                  <a:gd name="T28" fmla="*/ 0 w 38"/>
                  <a:gd name="T29" fmla="*/ 26 h 44"/>
                  <a:gd name="T30" fmla="*/ 4 w 38"/>
                  <a:gd name="T31" fmla="*/ 20 h 44"/>
                  <a:gd name="T32" fmla="*/ 12 w 38"/>
                  <a:gd name="T33" fmla="*/ 16 h 44"/>
                  <a:gd name="T34" fmla="*/ 16 w 38"/>
                  <a:gd name="T35" fmla="*/ 22 h 44"/>
                  <a:gd name="T36" fmla="*/ 18 w 38"/>
                  <a:gd name="T37" fmla="*/ 28 h 44"/>
                  <a:gd name="T38" fmla="*/ 16 w 38"/>
                  <a:gd name="T39" fmla="*/ 28 h 44"/>
                  <a:gd name="T40" fmla="*/ 10 w 38"/>
                  <a:gd name="T41" fmla="*/ 32 h 44"/>
                  <a:gd name="T42" fmla="*/ 2 w 38"/>
                  <a:gd name="T43" fmla="*/ 30 h 44"/>
                  <a:gd name="T44" fmla="*/ 2 w 38"/>
                  <a:gd name="T45" fmla="*/ 30 h 44"/>
                  <a:gd name="T46" fmla="*/ 2 w 38"/>
                  <a:gd name="T47" fmla="*/ 30 h 44"/>
                  <a:gd name="T48" fmla="*/ 10 w 38"/>
                  <a:gd name="T49" fmla="*/ 44 h 44"/>
                  <a:gd name="T50" fmla="*/ 10 w 38"/>
                  <a:gd name="T51" fmla="*/ 44 h 44"/>
                  <a:gd name="T52" fmla="*/ 10 w 38"/>
                  <a:gd name="T53" fmla="*/ 42 h 44"/>
                  <a:gd name="T54" fmla="*/ 16 w 38"/>
                  <a:gd name="T55" fmla="*/ 42 h 44"/>
                  <a:gd name="T56" fmla="*/ 10 w 38"/>
                  <a:gd name="T57" fmla="*/ 44 h 44"/>
                  <a:gd name="T58" fmla="*/ 10 w 38"/>
                  <a:gd name="T59" fmla="*/ 44 h 44"/>
                  <a:gd name="T60" fmla="*/ 10 w 38"/>
                  <a:gd name="T61"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 h="44">
                    <a:moveTo>
                      <a:pt x="38" y="0"/>
                    </a:moveTo>
                    <a:lnTo>
                      <a:pt x="30" y="8"/>
                    </a:lnTo>
                    <a:lnTo>
                      <a:pt x="36" y="4"/>
                    </a:lnTo>
                    <a:lnTo>
                      <a:pt x="36" y="8"/>
                    </a:lnTo>
                    <a:lnTo>
                      <a:pt x="28" y="8"/>
                    </a:lnTo>
                    <a:lnTo>
                      <a:pt x="28" y="8"/>
                    </a:lnTo>
                    <a:lnTo>
                      <a:pt x="20" y="14"/>
                    </a:lnTo>
                    <a:lnTo>
                      <a:pt x="16" y="8"/>
                    </a:lnTo>
                    <a:lnTo>
                      <a:pt x="22" y="4"/>
                    </a:lnTo>
                    <a:lnTo>
                      <a:pt x="38" y="0"/>
                    </a:lnTo>
                    <a:lnTo>
                      <a:pt x="38" y="0"/>
                    </a:lnTo>
                    <a:lnTo>
                      <a:pt x="38" y="0"/>
                    </a:lnTo>
                    <a:lnTo>
                      <a:pt x="38" y="0"/>
                    </a:lnTo>
                    <a:close/>
                    <a:moveTo>
                      <a:pt x="2" y="30"/>
                    </a:moveTo>
                    <a:lnTo>
                      <a:pt x="0" y="26"/>
                    </a:lnTo>
                    <a:lnTo>
                      <a:pt x="4" y="20"/>
                    </a:lnTo>
                    <a:lnTo>
                      <a:pt x="12" y="16"/>
                    </a:lnTo>
                    <a:lnTo>
                      <a:pt x="16" y="22"/>
                    </a:lnTo>
                    <a:lnTo>
                      <a:pt x="18" y="28"/>
                    </a:lnTo>
                    <a:lnTo>
                      <a:pt x="16" y="28"/>
                    </a:lnTo>
                    <a:lnTo>
                      <a:pt x="10" y="32"/>
                    </a:lnTo>
                    <a:lnTo>
                      <a:pt x="2" y="30"/>
                    </a:lnTo>
                    <a:lnTo>
                      <a:pt x="2" y="30"/>
                    </a:lnTo>
                    <a:lnTo>
                      <a:pt x="2" y="30"/>
                    </a:lnTo>
                    <a:close/>
                    <a:moveTo>
                      <a:pt x="10" y="44"/>
                    </a:moveTo>
                    <a:lnTo>
                      <a:pt x="10" y="44"/>
                    </a:lnTo>
                    <a:lnTo>
                      <a:pt x="10" y="42"/>
                    </a:lnTo>
                    <a:lnTo>
                      <a:pt x="16" y="42"/>
                    </a:lnTo>
                    <a:lnTo>
                      <a:pt x="10" y="44"/>
                    </a:lnTo>
                    <a:lnTo>
                      <a:pt x="10" y="44"/>
                    </a:lnTo>
                    <a:lnTo>
                      <a:pt x="10"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2" name="Freeform 206"/>
              <p:cNvSpPr>
                <a:spLocks noEditPoints="1"/>
              </p:cNvSpPr>
              <p:nvPr/>
            </p:nvSpPr>
            <p:spPr bwMode="gray">
              <a:xfrm>
                <a:off x="8897660" y="4926674"/>
                <a:ext cx="73049" cy="128704"/>
              </a:xfrm>
              <a:custGeom>
                <a:avLst/>
                <a:gdLst>
                  <a:gd name="T0" fmla="*/ 8 w 42"/>
                  <a:gd name="T1" fmla="*/ 6 h 74"/>
                  <a:gd name="T2" fmla="*/ 12 w 42"/>
                  <a:gd name="T3" fmla="*/ 12 h 74"/>
                  <a:gd name="T4" fmla="*/ 4 w 42"/>
                  <a:gd name="T5" fmla="*/ 14 h 74"/>
                  <a:gd name="T6" fmla="*/ 0 w 42"/>
                  <a:gd name="T7" fmla="*/ 0 h 74"/>
                  <a:gd name="T8" fmla="*/ 6 w 42"/>
                  <a:gd name="T9" fmla="*/ 6 h 74"/>
                  <a:gd name="T10" fmla="*/ 6 w 42"/>
                  <a:gd name="T11" fmla="*/ 4 h 74"/>
                  <a:gd name="T12" fmla="*/ 8 w 42"/>
                  <a:gd name="T13" fmla="*/ 6 h 74"/>
                  <a:gd name="T14" fmla="*/ 8 w 42"/>
                  <a:gd name="T15" fmla="*/ 6 h 74"/>
                  <a:gd name="T16" fmla="*/ 8 w 42"/>
                  <a:gd name="T17" fmla="*/ 6 h 74"/>
                  <a:gd name="T18" fmla="*/ 28 w 42"/>
                  <a:gd name="T19" fmla="*/ 48 h 74"/>
                  <a:gd name="T20" fmla="*/ 24 w 42"/>
                  <a:gd name="T21" fmla="*/ 44 h 74"/>
                  <a:gd name="T22" fmla="*/ 26 w 42"/>
                  <a:gd name="T23" fmla="*/ 42 h 74"/>
                  <a:gd name="T24" fmla="*/ 30 w 42"/>
                  <a:gd name="T25" fmla="*/ 44 h 74"/>
                  <a:gd name="T26" fmla="*/ 28 w 42"/>
                  <a:gd name="T27" fmla="*/ 48 h 74"/>
                  <a:gd name="T28" fmla="*/ 28 w 42"/>
                  <a:gd name="T29" fmla="*/ 48 h 74"/>
                  <a:gd name="T30" fmla="*/ 28 w 42"/>
                  <a:gd name="T31" fmla="*/ 48 h 74"/>
                  <a:gd name="T32" fmla="*/ 40 w 42"/>
                  <a:gd name="T33" fmla="*/ 64 h 74"/>
                  <a:gd name="T34" fmla="*/ 36 w 42"/>
                  <a:gd name="T35" fmla="*/ 62 h 74"/>
                  <a:gd name="T36" fmla="*/ 36 w 42"/>
                  <a:gd name="T37" fmla="*/ 60 h 74"/>
                  <a:gd name="T38" fmla="*/ 40 w 42"/>
                  <a:gd name="T39" fmla="*/ 62 h 74"/>
                  <a:gd name="T40" fmla="*/ 40 w 42"/>
                  <a:gd name="T41" fmla="*/ 64 h 74"/>
                  <a:gd name="T42" fmla="*/ 40 w 42"/>
                  <a:gd name="T43" fmla="*/ 64 h 74"/>
                  <a:gd name="T44" fmla="*/ 40 w 42"/>
                  <a:gd name="T45" fmla="*/ 64 h 74"/>
                  <a:gd name="T46" fmla="*/ 42 w 42"/>
                  <a:gd name="T47" fmla="*/ 74 h 74"/>
                  <a:gd name="T48" fmla="*/ 40 w 42"/>
                  <a:gd name="T49" fmla="*/ 72 h 74"/>
                  <a:gd name="T50" fmla="*/ 40 w 42"/>
                  <a:gd name="T51" fmla="*/ 70 h 74"/>
                  <a:gd name="T52" fmla="*/ 42 w 42"/>
                  <a:gd name="T53" fmla="*/ 72 h 74"/>
                  <a:gd name="T54" fmla="*/ 42 w 42"/>
                  <a:gd name="T55" fmla="*/ 74 h 74"/>
                  <a:gd name="T56" fmla="*/ 42 w 42"/>
                  <a:gd name="T57" fmla="*/ 74 h 74"/>
                  <a:gd name="T58" fmla="*/ 42 w 42"/>
                  <a:gd name="T59" fmla="*/ 74 h 74"/>
                  <a:gd name="T60" fmla="*/ 18 w 42"/>
                  <a:gd name="T61" fmla="*/ 12 h 74"/>
                  <a:gd name="T62" fmla="*/ 18 w 42"/>
                  <a:gd name="T63" fmla="*/ 12 h 74"/>
                  <a:gd name="T64" fmla="*/ 22 w 42"/>
                  <a:gd name="T65" fmla="*/ 10 h 74"/>
                  <a:gd name="T66" fmla="*/ 18 w 42"/>
                  <a:gd name="T67" fmla="*/ 12 h 74"/>
                  <a:gd name="T68" fmla="*/ 18 w 42"/>
                  <a:gd name="T69" fmla="*/ 12 h 74"/>
                  <a:gd name="T70" fmla="*/ 18 w 42"/>
                  <a:gd name="T71" fmla="*/ 12 h 74"/>
                  <a:gd name="T72" fmla="*/ 14 w 42"/>
                  <a:gd name="T73" fmla="*/ 28 h 74"/>
                  <a:gd name="T74" fmla="*/ 12 w 42"/>
                  <a:gd name="T75" fmla="*/ 22 h 74"/>
                  <a:gd name="T76" fmla="*/ 10 w 42"/>
                  <a:gd name="T77" fmla="*/ 20 h 74"/>
                  <a:gd name="T78" fmla="*/ 12 w 42"/>
                  <a:gd name="T79" fmla="*/ 18 h 74"/>
                  <a:gd name="T80" fmla="*/ 18 w 42"/>
                  <a:gd name="T81" fmla="*/ 26 h 74"/>
                  <a:gd name="T82" fmla="*/ 14 w 42"/>
                  <a:gd name="T83" fmla="*/ 28 h 74"/>
                  <a:gd name="T84" fmla="*/ 14 w 42"/>
                  <a:gd name="T85" fmla="*/ 28 h 74"/>
                  <a:gd name="T86" fmla="*/ 14 w 42"/>
                  <a:gd name="T87" fmla="*/ 28 h 74"/>
                  <a:gd name="T88" fmla="*/ 24 w 42"/>
                  <a:gd name="T89" fmla="*/ 24 h 74"/>
                  <a:gd name="T90" fmla="*/ 20 w 42"/>
                  <a:gd name="T91" fmla="*/ 24 h 74"/>
                  <a:gd name="T92" fmla="*/ 24 w 42"/>
                  <a:gd name="T93" fmla="*/ 20 h 74"/>
                  <a:gd name="T94" fmla="*/ 26 w 42"/>
                  <a:gd name="T95" fmla="*/ 24 h 74"/>
                  <a:gd name="T96" fmla="*/ 24 w 42"/>
                  <a:gd name="T97" fmla="*/ 24 h 74"/>
                  <a:gd name="T98" fmla="*/ 24 w 42"/>
                  <a:gd name="T99" fmla="*/ 24 h 74"/>
                  <a:gd name="T100" fmla="*/ 24 w 42"/>
                  <a:gd name="T101" fmla="*/ 24 h 74"/>
                  <a:gd name="T102" fmla="*/ 28 w 42"/>
                  <a:gd name="T103" fmla="*/ 32 h 74"/>
                  <a:gd name="T104" fmla="*/ 24 w 42"/>
                  <a:gd name="T105" fmla="*/ 30 h 74"/>
                  <a:gd name="T106" fmla="*/ 24 w 42"/>
                  <a:gd name="T107" fmla="*/ 28 h 74"/>
                  <a:gd name="T108" fmla="*/ 28 w 42"/>
                  <a:gd name="T109" fmla="*/ 32 h 74"/>
                  <a:gd name="T110" fmla="*/ 28 w 42"/>
                  <a:gd name="T111" fmla="*/ 32 h 74"/>
                  <a:gd name="T112" fmla="*/ 28 w 42"/>
                  <a:gd name="T113" fmla="*/ 32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2" h="74">
                    <a:moveTo>
                      <a:pt x="8" y="6"/>
                    </a:moveTo>
                    <a:lnTo>
                      <a:pt x="12" y="12"/>
                    </a:lnTo>
                    <a:lnTo>
                      <a:pt x="4" y="14"/>
                    </a:lnTo>
                    <a:lnTo>
                      <a:pt x="0" y="0"/>
                    </a:lnTo>
                    <a:lnTo>
                      <a:pt x="6" y="6"/>
                    </a:lnTo>
                    <a:lnTo>
                      <a:pt x="6" y="4"/>
                    </a:lnTo>
                    <a:lnTo>
                      <a:pt x="8" y="6"/>
                    </a:lnTo>
                    <a:lnTo>
                      <a:pt x="8" y="6"/>
                    </a:lnTo>
                    <a:lnTo>
                      <a:pt x="8" y="6"/>
                    </a:lnTo>
                    <a:close/>
                    <a:moveTo>
                      <a:pt x="28" y="48"/>
                    </a:moveTo>
                    <a:lnTo>
                      <a:pt x="24" y="44"/>
                    </a:lnTo>
                    <a:lnTo>
                      <a:pt x="26" y="42"/>
                    </a:lnTo>
                    <a:lnTo>
                      <a:pt x="30" y="44"/>
                    </a:lnTo>
                    <a:lnTo>
                      <a:pt x="28" y="48"/>
                    </a:lnTo>
                    <a:lnTo>
                      <a:pt x="28" y="48"/>
                    </a:lnTo>
                    <a:lnTo>
                      <a:pt x="28" y="48"/>
                    </a:lnTo>
                    <a:close/>
                    <a:moveTo>
                      <a:pt x="40" y="64"/>
                    </a:moveTo>
                    <a:lnTo>
                      <a:pt x="36" y="62"/>
                    </a:lnTo>
                    <a:lnTo>
                      <a:pt x="36" y="60"/>
                    </a:lnTo>
                    <a:lnTo>
                      <a:pt x="40" y="62"/>
                    </a:lnTo>
                    <a:lnTo>
                      <a:pt x="40" y="64"/>
                    </a:lnTo>
                    <a:lnTo>
                      <a:pt x="40" y="64"/>
                    </a:lnTo>
                    <a:lnTo>
                      <a:pt x="40" y="64"/>
                    </a:lnTo>
                    <a:close/>
                    <a:moveTo>
                      <a:pt x="42" y="74"/>
                    </a:moveTo>
                    <a:lnTo>
                      <a:pt x="40" y="72"/>
                    </a:lnTo>
                    <a:lnTo>
                      <a:pt x="40" y="70"/>
                    </a:lnTo>
                    <a:lnTo>
                      <a:pt x="42" y="72"/>
                    </a:lnTo>
                    <a:lnTo>
                      <a:pt x="42" y="74"/>
                    </a:lnTo>
                    <a:lnTo>
                      <a:pt x="42" y="74"/>
                    </a:lnTo>
                    <a:lnTo>
                      <a:pt x="42" y="74"/>
                    </a:lnTo>
                    <a:close/>
                    <a:moveTo>
                      <a:pt x="18" y="12"/>
                    </a:moveTo>
                    <a:lnTo>
                      <a:pt x="18" y="12"/>
                    </a:lnTo>
                    <a:lnTo>
                      <a:pt x="22" y="10"/>
                    </a:lnTo>
                    <a:lnTo>
                      <a:pt x="18" y="12"/>
                    </a:lnTo>
                    <a:lnTo>
                      <a:pt x="18" y="12"/>
                    </a:lnTo>
                    <a:lnTo>
                      <a:pt x="18" y="12"/>
                    </a:lnTo>
                    <a:close/>
                    <a:moveTo>
                      <a:pt x="14" y="28"/>
                    </a:moveTo>
                    <a:lnTo>
                      <a:pt x="12" y="22"/>
                    </a:lnTo>
                    <a:lnTo>
                      <a:pt x="10" y="20"/>
                    </a:lnTo>
                    <a:lnTo>
                      <a:pt x="12" y="18"/>
                    </a:lnTo>
                    <a:lnTo>
                      <a:pt x="18" y="26"/>
                    </a:lnTo>
                    <a:lnTo>
                      <a:pt x="14" y="28"/>
                    </a:lnTo>
                    <a:lnTo>
                      <a:pt x="14" y="28"/>
                    </a:lnTo>
                    <a:lnTo>
                      <a:pt x="14" y="28"/>
                    </a:lnTo>
                    <a:close/>
                    <a:moveTo>
                      <a:pt x="24" y="24"/>
                    </a:moveTo>
                    <a:lnTo>
                      <a:pt x="20" y="24"/>
                    </a:lnTo>
                    <a:lnTo>
                      <a:pt x="24" y="20"/>
                    </a:lnTo>
                    <a:lnTo>
                      <a:pt x="26" y="24"/>
                    </a:lnTo>
                    <a:lnTo>
                      <a:pt x="24" y="24"/>
                    </a:lnTo>
                    <a:lnTo>
                      <a:pt x="24" y="24"/>
                    </a:lnTo>
                    <a:lnTo>
                      <a:pt x="24" y="24"/>
                    </a:lnTo>
                    <a:close/>
                    <a:moveTo>
                      <a:pt x="28" y="32"/>
                    </a:moveTo>
                    <a:lnTo>
                      <a:pt x="24" y="30"/>
                    </a:lnTo>
                    <a:lnTo>
                      <a:pt x="24" y="28"/>
                    </a:lnTo>
                    <a:lnTo>
                      <a:pt x="28" y="32"/>
                    </a:lnTo>
                    <a:lnTo>
                      <a:pt x="28" y="32"/>
                    </a:lnTo>
                    <a:lnTo>
                      <a:pt x="28"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3" name="Freeform 207"/>
              <p:cNvSpPr>
                <a:spLocks noEditPoints="1"/>
              </p:cNvSpPr>
              <p:nvPr/>
            </p:nvSpPr>
            <p:spPr bwMode="gray">
              <a:xfrm>
                <a:off x="8835049" y="5065815"/>
                <a:ext cx="104356" cy="59135"/>
              </a:xfrm>
              <a:custGeom>
                <a:avLst/>
                <a:gdLst>
                  <a:gd name="T0" fmla="*/ 22 w 60"/>
                  <a:gd name="T1" fmla="*/ 14 h 34"/>
                  <a:gd name="T2" fmla="*/ 42 w 60"/>
                  <a:gd name="T3" fmla="*/ 30 h 34"/>
                  <a:gd name="T4" fmla="*/ 42 w 60"/>
                  <a:gd name="T5" fmla="*/ 34 h 34"/>
                  <a:gd name="T6" fmla="*/ 36 w 60"/>
                  <a:gd name="T7" fmla="*/ 34 h 34"/>
                  <a:gd name="T8" fmla="*/ 30 w 60"/>
                  <a:gd name="T9" fmla="*/ 28 h 34"/>
                  <a:gd name="T10" fmla="*/ 18 w 60"/>
                  <a:gd name="T11" fmla="*/ 22 h 34"/>
                  <a:gd name="T12" fmla="*/ 6 w 60"/>
                  <a:gd name="T13" fmla="*/ 10 h 34"/>
                  <a:gd name="T14" fmla="*/ 0 w 60"/>
                  <a:gd name="T15" fmla="*/ 0 h 34"/>
                  <a:gd name="T16" fmla="*/ 18 w 60"/>
                  <a:gd name="T17" fmla="*/ 10 h 34"/>
                  <a:gd name="T18" fmla="*/ 22 w 60"/>
                  <a:gd name="T19" fmla="*/ 14 h 34"/>
                  <a:gd name="T20" fmla="*/ 22 w 60"/>
                  <a:gd name="T21" fmla="*/ 14 h 34"/>
                  <a:gd name="T22" fmla="*/ 22 w 60"/>
                  <a:gd name="T23" fmla="*/ 14 h 34"/>
                  <a:gd name="T24" fmla="*/ 48 w 60"/>
                  <a:gd name="T25" fmla="*/ 16 h 34"/>
                  <a:gd name="T26" fmla="*/ 44 w 60"/>
                  <a:gd name="T27" fmla="*/ 12 h 34"/>
                  <a:gd name="T28" fmla="*/ 46 w 60"/>
                  <a:gd name="T29" fmla="*/ 12 h 34"/>
                  <a:gd name="T30" fmla="*/ 44 w 60"/>
                  <a:gd name="T31" fmla="*/ 8 h 34"/>
                  <a:gd name="T32" fmla="*/ 48 w 60"/>
                  <a:gd name="T33" fmla="*/ 8 h 34"/>
                  <a:gd name="T34" fmla="*/ 48 w 60"/>
                  <a:gd name="T35" fmla="*/ 12 h 34"/>
                  <a:gd name="T36" fmla="*/ 50 w 60"/>
                  <a:gd name="T37" fmla="*/ 14 h 34"/>
                  <a:gd name="T38" fmla="*/ 48 w 60"/>
                  <a:gd name="T39" fmla="*/ 16 h 34"/>
                  <a:gd name="T40" fmla="*/ 48 w 60"/>
                  <a:gd name="T41" fmla="*/ 16 h 34"/>
                  <a:gd name="T42" fmla="*/ 48 w 60"/>
                  <a:gd name="T43" fmla="*/ 16 h 34"/>
                  <a:gd name="T44" fmla="*/ 58 w 60"/>
                  <a:gd name="T45" fmla="*/ 24 h 34"/>
                  <a:gd name="T46" fmla="*/ 54 w 60"/>
                  <a:gd name="T47" fmla="*/ 18 h 34"/>
                  <a:gd name="T48" fmla="*/ 60 w 60"/>
                  <a:gd name="T49" fmla="*/ 20 h 34"/>
                  <a:gd name="T50" fmla="*/ 60 w 60"/>
                  <a:gd name="T51" fmla="*/ 24 h 34"/>
                  <a:gd name="T52" fmla="*/ 58 w 60"/>
                  <a:gd name="T53" fmla="*/ 24 h 34"/>
                  <a:gd name="T54" fmla="*/ 58 w 60"/>
                  <a:gd name="T55" fmla="*/ 24 h 34"/>
                  <a:gd name="T56" fmla="*/ 58 w 60"/>
                  <a:gd name="T57" fmla="*/ 2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0" h="34">
                    <a:moveTo>
                      <a:pt x="22" y="14"/>
                    </a:moveTo>
                    <a:lnTo>
                      <a:pt x="42" y="30"/>
                    </a:lnTo>
                    <a:lnTo>
                      <a:pt x="42" y="34"/>
                    </a:lnTo>
                    <a:lnTo>
                      <a:pt x="36" y="34"/>
                    </a:lnTo>
                    <a:lnTo>
                      <a:pt x="30" y="28"/>
                    </a:lnTo>
                    <a:lnTo>
                      <a:pt x="18" y="22"/>
                    </a:lnTo>
                    <a:lnTo>
                      <a:pt x="6" y="10"/>
                    </a:lnTo>
                    <a:lnTo>
                      <a:pt x="0" y="0"/>
                    </a:lnTo>
                    <a:lnTo>
                      <a:pt x="18" y="10"/>
                    </a:lnTo>
                    <a:lnTo>
                      <a:pt x="22" y="14"/>
                    </a:lnTo>
                    <a:lnTo>
                      <a:pt x="22" y="14"/>
                    </a:lnTo>
                    <a:lnTo>
                      <a:pt x="22" y="14"/>
                    </a:lnTo>
                    <a:close/>
                    <a:moveTo>
                      <a:pt x="48" y="16"/>
                    </a:moveTo>
                    <a:lnTo>
                      <a:pt x="44" y="12"/>
                    </a:lnTo>
                    <a:lnTo>
                      <a:pt x="46" y="12"/>
                    </a:lnTo>
                    <a:lnTo>
                      <a:pt x="44" y="8"/>
                    </a:lnTo>
                    <a:lnTo>
                      <a:pt x="48" y="8"/>
                    </a:lnTo>
                    <a:lnTo>
                      <a:pt x="48" y="12"/>
                    </a:lnTo>
                    <a:lnTo>
                      <a:pt x="50" y="14"/>
                    </a:lnTo>
                    <a:lnTo>
                      <a:pt x="48" y="16"/>
                    </a:lnTo>
                    <a:lnTo>
                      <a:pt x="48" y="16"/>
                    </a:lnTo>
                    <a:lnTo>
                      <a:pt x="48" y="16"/>
                    </a:lnTo>
                    <a:close/>
                    <a:moveTo>
                      <a:pt x="58" y="24"/>
                    </a:moveTo>
                    <a:lnTo>
                      <a:pt x="54" y="18"/>
                    </a:lnTo>
                    <a:lnTo>
                      <a:pt x="60" y="20"/>
                    </a:lnTo>
                    <a:lnTo>
                      <a:pt x="60" y="24"/>
                    </a:lnTo>
                    <a:lnTo>
                      <a:pt x="58" y="24"/>
                    </a:lnTo>
                    <a:lnTo>
                      <a:pt x="58" y="24"/>
                    </a:lnTo>
                    <a:lnTo>
                      <a:pt x="58"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5" name="Freeform 209"/>
              <p:cNvSpPr>
                <a:spLocks/>
              </p:cNvSpPr>
              <p:nvPr/>
            </p:nvSpPr>
            <p:spPr bwMode="gray">
              <a:xfrm>
                <a:off x="7433198" y="4829276"/>
                <a:ext cx="3479" cy="3479"/>
              </a:xfrm>
              <a:custGeom>
                <a:avLst/>
                <a:gdLst>
                  <a:gd name="T0" fmla="*/ 2 w 2"/>
                  <a:gd name="T1" fmla="*/ 0 h 2"/>
                  <a:gd name="T2" fmla="*/ 2 w 2"/>
                  <a:gd name="T3" fmla="*/ 2 h 2"/>
                  <a:gd name="T4" fmla="*/ 2 w 2"/>
                  <a:gd name="T5" fmla="*/ 2 h 2"/>
                  <a:gd name="T6" fmla="*/ 0 w 2"/>
                  <a:gd name="T7" fmla="*/ 2 h 2"/>
                  <a:gd name="T8" fmla="*/ 2 w 2"/>
                  <a:gd name="T9" fmla="*/ 0 h 2"/>
                  <a:gd name="T10" fmla="*/ 2 w 2"/>
                  <a:gd name="T11" fmla="*/ 0 h 2"/>
                  <a:gd name="T12" fmla="*/ 2 w 2"/>
                  <a:gd name="T13" fmla="*/ 0 h 2"/>
                </a:gdLst>
                <a:ahLst/>
                <a:cxnLst>
                  <a:cxn ang="0">
                    <a:pos x="T0" y="T1"/>
                  </a:cxn>
                  <a:cxn ang="0">
                    <a:pos x="T2" y="T3"/>
                  </a:cxn>
                  <a:cxn ang="0">
                    <a:pos x="T4" y="T5"/>
                  </a:cxn>
                  <a:cxn ang="0">
                    <a:pos x="T6" y="T7"/>
                  </a:cxn>
                  <a:cxn ang="0">
                    <a:pos x="T8" y="T9"/>
                  </a:cxn>
                  <a:cxn ang="0">
                    <a:pos x="T10" y="T11"/>
                  </a:cxn>
                  <a:cxn ang="0">
                    <a:pos x="T12" y="T13"/>
                  </a:cxn>
                </a:cxnLst>
                <a:rect l="0" t="0" r="r" b="b"/>
                <a:pathLst>
                  <a:path w="2" h="2">
                    <a:moveTo>
                      <a:pt x="2" y="0"/>
                    </a:moveTo>
                    <a:lnTo>
                      <a:pt x="2" y="2"/>
                    </a:lnTo>
                    <a:lnTo>
                      <a:pt x="2" y="2"/>
                    </a:lnTo>
                    <a:lnTo>
                      <a:pt x="0" y="2"/>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6" name="Freeform 210"/>
              <p:cNvSpPr>
                <a:spLocks/>
              </p:cNvSpPr>
              <p:nvPr/>
            </p:nvSpPr>
            <p:spPr bwMode="gray">
              <a:xfrm>
                <a:off x="8414145" y="4070962"/>
                <a:ext cx="6957" cy="13914"/>
              </a:xfrm>
              <a:custGeom>
                <a:avLst/>
                <a:gdLst>
                  <a:gd name="T0" fmla="*/ 0 w 4"/>
                  <a:gd name="T1" fmla="*/ 8 h 8"/>
                  <a:gd name="T2" fmla="*/ 0 w 4"/>
                  <a:gd name="T3" fmla="*/ 6 h 8"/>
                  <a:gd name="T4" fmla="*/ 4 w 4"/>
                  <a:gd name="T5" fmla="*/ 0 h 8"/>
                  <a:gd name="T6" fmla="*/ 0 w 4"/>
                  <a:gd name="T7" fmla="*/ 8 h 8"/>
                  <a:gd name="T8" fmla="*/ 0 w 4"/>
                  <a:gd name="T9" fmla="*/ 8 h 8"/>
                  <a:gd name="T10" fmla="*/ 0 w 4"/>
                  <a:gd name="T11" fmla="*/ 8 h 8"/>
                </a:gdLst>
                <a:ahLst/>
                <a:cxnLst>
                  <a:cxn ang="0">
                    <a:pos x="T0" y="T1"/>
                  </a:cxn>
                  <a:cxn ang="0">
                    <a:pos x="T2" y="T3"/>
                  </a:cxn>
                  <a:cxn ang="0">
                    <a:pos x="T4" y="T5"/>
                  </a:cxn>
                  <a:cxn ang="0">
                    <a:pos x="T6" y="T7"/>
                  </a:cxn>
                  <a:cxn ang="0">
                    <a:pos x="T8" y="T9"/>
                  </a:cxn>
                  <a:cxn ang="0">
                    <a:pos x="T10" y="T11"/>
                  </a:cxn>
                </a:cxnLst>
                <a:rect l="0" t="0" r="r" b="b"/>
                <a:pathLst>
                  <a:path w="4" h="8">
                    <a:moveTo>
                      <a:pt x="0" y="8"/>
                    </a:moveTo>
                    <a:lnTo>
                      <a:pt x="0" y="6"/>
                    </a:lnTo>
                    <a:lnTo>
                      <a:pt x="4" y="0"/>
                    </a:lnTo>
                    <a:lnTo>
                      <a:pt x="0" y="8"/>
                    </a:lnTo>
                    <a:lnTo>
                      <a:pt x="0" y="8"/>
                    </a:lnTo>
                    <a:lnTo>
                      <a:pt x="0"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7" name="Freeform 211"/>
              <p:cNvSpPr>
                <a:spLocks/>
              </p:cNvSpPr>
              <p:nvPr/>
            </p:nvSpPr>
            <p:spPr bwMode="gray">
              <a:xfrm>
                <a:off x="8438495" y="4032697"/>
                <a:ext cx="3479" cy="6957"/>
              </a:xfrm>
              <a:custGeom>
                <a:avLst/>
                <a:gdLst>
                  <a:gd name="T0" fmla="*/ 2 w 2"/>
                  <a:gd name="T1" fmla="*/ 0 h 4"/>
                  <a:gd name="T2" fmla="*/ 2 w 2"/>
                  <a:gd name="T3" fmla="*/ 4 h 4"/>
                  <a:gd name="T4" fmla="*/ 0 w 2"/>
                  <a:gd name="T5" fmla="*/ 2 h 4"/>
                  <a:gd name="T6" fmla="*/ 2 w 2"/>
                  <a:gd name="T7" fmla="*/ 0 h 4"/>
                  <a:gd name="T8" fmla="*/ 2 w 2"/>
                  <a:gd name="T9" fmla="*/ 0 h 4"/>
                  <a:gd name="T10" fmla="*/ 2 w 2"/>
                  <a:gd name="T11" fmla="*/ 0 h 4"/>
                </a:gdLst>
                <a:ahLst/>
                <a:cxnLst>
                  <a:cxn ang="0">
                    <a:pos x="T0" y="T1"/>
                  </a:cxn>
                  <a:cxn ang="0">
                    <a:pos x="T2" y="T3"/>
                  </a:cxn>
                  <a:cxn ang="0">
                    <a:pos x="T4" y="T5"/>
                  </a:cxn>
                  <a:cxn ang="0">
                    <a:pos x="T6" y="T7"/>
                  </a:cxn>
                  <a:cxn ang="0">
                    <a:pos x="T8" y="T9"/>
                  </a:cxn>
                  <a:cxn ang="0">
                    <a:pos x="T10" y="T11"/>
                  </a:cxn>
                </a:cxnLst>
                <a:rect l="0" t="0" r="r" b="b"/>
                <a:pathLst>
                  <a:path w="2" h="4">
                    <a:moveTo>
                      <a:pt x="2" y="0"/>
                    </a:moveTo>
                    <a:lnTo>
                      <a:pt x="2" y="4"/>
                    </a:lnTo>
                    <a:lnTo>
                      <a:pt x="0" y="2"/>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8" name="Freeform 212"/>
              <p:cNvSpPr>
                <a:spLocks/>
              </p:cNvSpPr>
              <p:nvPr/>
            </p:nvSpPr>
            <p:spPr bwMode="gray">
              <a:xfrm>
                <a:off x="8146297" y="4283150"/>
                <a:ext cx="3479" cy="3479"/>
              </a:xfrm>
              <a:custGeom>
                <a:avLst/>
                <a:gdLst>
                  <a:gd name="T0" fmla="*/ 2 w 2"/>
                  <a:gd name="T1" fmla="*/ 0 h 2"/>
                  <a:gd name="T2" fmla="*/ 0 w 2"/>
                  <a:gd name="T3" fmla="*/ 2 h 2"/>
                  <a:gd name="T4" fmla="*/ 0 w 2"/>
                  <a:gd name="T5" fmla="*/ 2 h 2"/>
                  <a:gd name="T6" fmla="*/ 0 w 2"/>
                  <a:gd name="T7" fmla="*/ 0 h 2"/>
                  <a:gd name="T8" fmla="*/ 2 w 2"/>
                  <a:gd name="T9" fmla="*/ 0 h 2"/>
                  <a:gd name="T10" fmla="*/ 2 w 2"/>
                  <a:gd name="T11" fmla="*/ 0 h 2"/>
                  <a:gd name="T12" fmla="*/ 2 w 2"/>
                  <a:gd name="T13" fmla="*/ 0 h 2"/>
                </a:gdLst>
                <a:ahLst/>
                <a:cxnLst>
                  <a:cxn ang="0">
                    <a:pos x="T0" y="T1"/>
                  </a:cxn>
                  <a:cxn ang="0">
                    <a:pos x="T2" y="T3"/>
                  </a:cxn>
                  <a:cxn ang="0">
                    <a:pos x="T4" y="T5"/>
                  </a:cxn>
                  <a:cxn ang="0">
                    <a:pos x="T6" y="T7"/>
                  </a:cxn>
                  <a:cxn ang="0">
                    <a:pos x="T8" y="T9"/>
                  </a:cxn>
                  <a:cxn ang="0">
                    <a:pos x="T10" y="T11"/>
                  </a:cxn>
                  <a:cxn ang="0">
                    <a:pos x="T12" y="T13"/>
                  </a:cxn>
                </a:cxnLst>
                <a:rect l="0" t="0" r="r" b="b"/>
                <a:pathLst>
                  <a:path w="2" h="2">
                    <a:moveTo>
                      <a:pt x="2" y="0"/>
                    </a:moveTo>
                    <a:lnTo>
                      <a:pt x="0" y="2"/>
                    </a:lnTo>
                    <a:lnTo>
                      <a:pt x="0" y="2"/>
                    </a:lnTo>
                    <a:lnTo>
                      <a:pt x="0" y="0"/>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9" name="Freeform 214"/>
              <p:cNvSpPr>
                <a:spLocks/>
              </p:cNvSpPr>
              <p:nvPr/>
            </p:nvSpPr>
            <p:spPr bwMode="gray">
              <a:xfrm>
                <a:off x="8699384" y="4262278"/>
                <a:ext cx="3479" cy="3479"/>
              </a:xfrm>
              <a:custGeom>
                <a:avLst/>
                <a:gdLst>
                  <a:gd name="T0" fmla="*/ 0 w 2"/>
                  <a:gd name="T1" fmla="*/ 2 h 2"/>
                  <a:gd name="T2" fmla="*/ 0 w 2"/>
                  <a:gd name="T3" fmla="*/ 0 h 2"/>
                  <a:gd name="T4" fmla="*/ 2 w 2"/>
                  <a:gd name="T5" fmla="*/ 0 h 2"/>
                  <a:gd name="T6" fmla="*/ 0 w 2"/>
                  <a:gd name="T7" fmla="*/ 2 h 2"/>
                  <a:gd name="T8" fmla="*/ 0 w 2"/>
                  <a:gd name="T9" fmla="*/ 2 h 2"/>
                  <a:gd name="T10" fmla="*/ 0 w 2"/>
                  <a:gd name="T11" fmla="*/ 2 h 2"/>
                </a:gdLst>
                <a:ahLst/>
                <a:cxnLst>
                  <a:cxn ang="0">
                    <a:pos x="T0" y="T1"/>
                  </a:cxn>
                  <a:cxn ang="0">
                    <a:pos x="T2" y="T3"/>
                  </a:cxn>
                  <a:cxn ang="0">
                    <a:pos x="T4" y="T5"/>
                  </a:cxn>
                  <a:cxn ang="0">
                    <a:pos x="T6" y="T7"/>
                  </a:cxn>
                  <a:cxn ang="0">
                    <a:pos x="T8" y="T9"/>
                  </a:cxn>
                  <a:cxn ang="0">
                    <a:pos x="T10" y="T11"/>
                  </a:cxn>
                </a:cxnLst>
                <a:rect l="0" t="0" r="r" b="b"/>
                <a:pathLst>
                  <a:path w="2" h="2">
                    <a:moveTo>
                      <a:pt x="0" y="2"/>
                    </a:moveTo>
                    <a:lnTo>
                      <a:pt x="0" y="0"/>
                    </a:lnTo>
                    <a:lnTo>
                      <a:pt x="2" y="0"/>
                    </a:lnTo>
                    <a:lnTo>
                      <a:pt x="0" y="2"/>
                    </a:lnTo>
                    <a:lnTo>
                      <a:pt x="0" y="2"/>
                    </a:lnTo>
                    <a:lnTo>
                      <a:pt x="0" y="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2" name="Freeform 217"/>
              <p:cNvSpPr>
                <a:spLocks/>
              </p:cNvSpPr>
              <p:nvPr/>
            </p:nvSpPr>
            <p:spPr bwMode="gray">
              <a:xfrm>
                <a:off x="5116499" y="4088352"/>
                <a:ext cx="59135" cy="59135"/>
              </a:xfrm>
              <a:custGeom>
                <a:avLst/>
                <a:gdLst>
                  <a:gd name="T0" fmla="*/ 4 w 34"/>
                  <a:gd name="T1" fmla="*/ 8 h 34"/>
                  <a:gd name="T2" fmla="*/ 4 w 34"/>
                  <a:gd name="T3" fmla="*/ 8 h 34"/>
                  <a:gd name="T4" fmla="*/ 0 w 34"/>
                  <a:gd name="T5" fmla="*/ 8 h 34"/>
                  <a:gd name="T6" fmla="*/ 4 w 34"/>
                  <a:gd name="T7" fmla="*/ 4 h 34"/>
                  <a:gd name="T8" fmla="*/ 8 w 34"/>
                  <a:gd name="T9" fmla="*/ 0 h 34"/>
                  <a:gd name="T10" fmla="*/ 12 w 34"/>
                  <a:gd name="T11" fmla="*/ 0 h 34"/>
                  <a:gd name="T12" fmla="*/ 12 w 34"/>
                  <a:gd name="T13" fmla="*/ 4 h 34"/>
                  <a:gd name="T14" fmla="*/ 16 w 34"/>
                  <a:gd name="T15" fmla="*/ 4 h 34"/>
                  <a:gd name="T16" fmla="*/ 18 w 34"/>
                  <a:gd name="T17" fmla="*/ 8 h 34"/>
                  <a:gd name="T18" fmla="*/ 18 w 34"/>
                  <a:gd name="T19" fmla="*/ 8 h 34"/>
                  <a:gd name="T20" fmla="*/ 18 w 34"/>
                  <a:gd name="T21" fmla="*/ 8 h 34"/>
                  <a:gd name="T22" fmla="*/ 18 w 34"/>
                  <a:gd name="T23" fmla="*/ 12 h 34"/>
                  <a:gd name="T24" fmla="*/ 18 w 34"/>
                  <a:gd name="T25" fmla="*/ 16 h 34"/>
                  <a:gd name="T26" fmla="*/ 18 w 34"/>
                  <a:gd name="T27" fmla="*/ 16 h 34"/>
                  <a:gd name="T28" fmla="*/ 22 w 34"/>
                  <a:gd name="T29" fmla="*/ 16 h 34"/>
                  <a:gd name="T30" fmla="*/ 22 w 34"/>
                  <a:gd name="T31" fmla="*/ 16 h 34"/>
                  <a:gd name="T32" fmla="*/ 26 w 34"/>
                  <a:gd name="T33" fmla="*/ 16 h 34"/>
                  <a:gd name="T34" fmla="*/ 30 w 34"/>
                  <a:gd name="T35" fmla="*/ 20 h 34"/>
                  <a:gd name="T36" fmla="*/ 34 w 34"/>
                  <a:gd name="T37" fmla="*/ 20 h 34"/>
                  <a:gd name="T38" fmla="*/ 34 w 34"/>
                  <a:gd name="T39" fmla="*/ 20 h 34"/>
                  <a:gd name="T40" fmla="*/ 34 w 34"/>
                  <a:gd name="T41" fmla="*/ 20 h 34"/>
                  <a:gd name="T42" fmla="*/ 34 w 34"/>
                  <a:gd name="T43" fmla="*/ 22 h 34"/>
                  <a:gd name="T44" fmla="*/ 34 w 34"/>
                  <a:gd name="T45" fmla="*/ 22 h 34"/>
                  <a:gd name="T46" fmla="*/ 34 w 34"/>
                  <a:gd name="T47" fmla="*/ 22 h 34"/>
                  <a:gd name="T48" fmla="*/ 34 w 34"/>
                  <a:gd name="T49" fmla="*/ 22 h 34"/>
                  <a:gd name="T50" fmla="*/ 30 w 34"/>
                  <a:gd name="T51" fmla="*/ 26 h 34"/>
                  <a:gd name="T52" fmla="*/ 30 w 34"/>
                  <a:gd name="T53" fmla="*/ 26 h 34"/>
                  <a:gd name="T54" fmla="*/ 26 w 34"/>
                  <a:gd name="T55" fmla="*/ 26 h 34"/>
                  <a:gd name="T56" fmla="*/ 22 w 34"/>
                  <a:gd name="T57" fmla="*/ 26 h 34"/>
                  <a:gd name="T58" fmla="*/ 22 w 34"/>
                  <a:gd name="T59" fmla="*/ 26 h 34"/>
                  <a:gd name="T60" fmla="*/ 22 w 34"/>
                  <a:gd name="T61" fmla="*/ 26 h 34"/>
                  <a:gd name="T62" fmla="*/ 22 w 34"/>
                  <a:gd name="T63" fmla="*/ 26 h 34"/>
                  <a:gd name="T64" fmla="*/ 22 w 34"/>
                  <a:gd name="T65" fmla="*/ 30 h 34"/>
                  <a:gd name="T66" fmla="*/ 22 w 34"/>
                  <a:gd name="T67" fmla="*/ 30 h 34"/>
                  <a:gd name="T68" fmla="*/ 18 w 34"/>
                  <a:gd name="T69" fmla="*/ 30 h 34"/>
                  <a:gd name="T70" fmla="*/ 18 w 34"/>
                  <a:gd name="T71" fmla="*/ 30 h 34"/>
                  <a:gd name="T72" fmla="*/ 18 w 34"/>
                  <a:gd name="T73" fmla="*/ 30 h 34"/>
                  <a:gd name="T74" fmla="*/ 18 w 34"/>
                  <a:gd name="T75" fmla="*/ 34 h 34"/>
                  <a:gd name="T76" fmla="*/ 18 w 34"/>
                  <a:gd name="T77" fmla="*/ 34 h 34"/>
                  <a:gd name="T78" fmla="*/ 18 w 34"/>
                  <a:gd name="T79" fmla="*/ 34 h 34"/>
                  <a:gd name="T80" fmla="*/ 18 w 34"/>
                  <a:gd name="T81" fmla="*/ 34 h 34"/>
                  <a:gd name="T82" fmla="*/ 18 w 34"/>
                  <a:gd name="T83" fmla="*/ 34 h 34"/>
                  <a:gd name="T84" fmla="*/ 16 w 34"/>
                  <a:gd name="T85" fmla="*/ 34 h 34"/>
                  <a:gd name="T86" fmla="*/ 16 w 34"/>
                  <a:gd name="T87" fmla="*/ 34 h 34"/>
                  <a:gd name="T88" fmla="*/ 16 w 34"/>
                  <a:gd name="T89" fmla="*/ 30 h 34"/>
                  <a:gd name="T90" fmla="*/ 12 w 34"/>
                  <a:gd name="T91" fmla="*/ 22 h 34"/>
                  <a:gd name="T92" fmla="*/ 8 w 34"/>
                  <a:gd name="T93" fmla="*/ 20 h 34"/>
                  <a:gd name="T94" fmla="*/ 8 w 34"/>
                  <a:gd name="T95" fmla="*/ 20 h 34"/>
                  <a:gd name="T96" fmla="*/ 8 w 34"/>
                  <a:gd name="T97" fmla="*/ 20 h 34"/>
                  <a:gd name="T98" fmla="*/ 8 w 34"/>
                  <a:gd name="T99" fmla="*/ 12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 h="34">
                    <a:moveTo>
                      <a:pt x="8" y="12"/>
                    </a:moveTo>
                    <a:lnTo>
                      <a:pt x="8" y="12"/>
                    </a:lnTo>
                    <a:lnTo>
                      <a:pt x="4" y="12"/>
                    </a:lnTo>
                    <a:lnTo>
                      <a:pt x="4" y="8"/>
                    </a:lnTo>
                    <a:lnTo>
                      <a:pt x="4" y="8"/>
                    </a:lnTo>
                    <a:lnTo>
                      <a:pt x="4" y="8"/>
                    </a:lnTo>
                    <a:lnTo>
                      <a:pt x="4" y="8"/>
                    </a:lnTo>
                    <a:lnTo>
                      <a:pt x="4" y="8"/>
                    </a:lnTo>
                    <a:lnTo>
                      <a:pt x="4" y="8"/>
                    </a:lnTo>
                    <a:lnTo>
                      <a:pt x="4" y="8"/>
                    </a:lnTo>
                    <a:lnTo>
                      <a:pt x="4" y="8"/>
                    </a:lnTo>
                    <a:lnTo>
                      <a:pt x="0" y="8"/>
                    </a:lnTo>
                    <a:lnTo>
                      <a:pt x="0" y="4"/>
                    </a:lnTo>
                    <a:lnTo>
                      <a:pt x="0" y="4"/>
                    </a:lnTo>
                    <a:lnTo>
                      <a:pt x="4" y="4"/>
                    </a:lnTo>
                    <a:lnTo>
                      <a:pt x="4" y="4"/>
                    </a:lnTo>
                    <a:lnTo>
                      <a:pt x="4" y="4"/>
                    </a:lnTo>
                    <a:lnTo>
                      <a:pt x="4" y="4"/>
                    </a:lnTo>
                    <a:lnTo>
                      <a:pt x="8" y="4"/>
                    </a:lnTo>
                    <a:lnTo>
                      <a:pt x="8" y="0"/>
                    </a:lnTo>
                    <a:lnTo>
                      <a:pt x="8" y="0"/>
                    </a:lnTo>
                    <a:lnTo>
                      <a:pt x="8" y="0"/>
                    </a:lnTo>
                    <a:lnTo>
                      <a:pt x="12" y="0"/>
                    </a:lnTo>
                    <a:lnTo>
                      <a:pt x="12" y="0"/>
                    </a:lnTo>
                    <a:lnTo>
                      <a:pt x="12" y="0"/>
                    </a:lnTo>
                    <a:lnTo>
                      <a:pt x="12" y="0"/>
                    </a:lnTo>
                    <a:lnTo>
                      <a:pt x="12" y="0"/>
                    </a:lnTo>
                    <a:lnTo>
                      <a:pt x="12" y="4"/>
                    </a:lnTo>
                    <a:lnTo>
                      <a:pt x="16" y="4"/>
                    </a:lnTo>
                    <a:lnTo>
                      <a:pt x="16" y="4"/>
                    </a:lnTo>
                    <a:lnTo>
                      <a:pt x="16" y="4"/>
                    </a:lnTo>
                    <a:lnTo>
                      <a:pt x="16" y="4"/>
                    </a:lnTo>
                    <a:lnTo>
                      <a:pt x="16" y="4"/>
                    </a:lnTo>
                    <a:lnTo>
                      <a:pt x="16" y="4"/>
                    </a:lnTo>
                    <a:lnTo>
                      <a:pt x="16" y="4"/>
                    </a:lnTo>
                    <a:lnTo>
                      <a:pt x="18" y="8"/>
                    </a:lnTo>
                    <a:lnTo>
                      <a:pt x="18" y="8"/>
                    </a:lnTo>
                    <a:lnTo>
                      <a:pt x="18" y="8"/>
                    </a:lnTo>
                    <a:lnTo>
                      <a:pt x="18" y="8"/>
                    </a:lnTo>
                    <a:lnTo>
                      <a:pt x="18" y="8"/>
                    </a:lnTo>
                    <a:lnTo>
                      <a:pt x="18" y="8"/>
                    </a:lnTo>
                    <a:lnTo>
                      <a:pt x="18" y="8"/>
                    </a:lnTo>
                    <a:lnTo>
                      <a:pt x="18" y="8"/>
                    </a:lnTo>
                    <a:lnTo>
                      <a:pt x="18" y="8"/>
                    </a:lnTo>
                    <a:lnTo>
                      <a:pt x="18" y="8"/>
                    </a:lnTo>
                    <a:lnTo>
                      <a:pt x="18" y="12"/>
                    </a:lnTo>
                    <a:lnTo>
                      <a:pt x="18" y="12"/>
                    </a:lnTo>
                    <a:lnTo>
                      <a:pt x="18" y="12"/>
                    </a:lnTo>
                    <a:lnTo>
                      <a:pt x="18" y="12"/>
                    </a:lnTo>
                    <a:lnTo>
                      <a:pt x="18" y="16"/>
                    </a:lnTo>
                    <a:lnTo>
                      <a:pt x="18" y="16"/>
                    </a:lnTo>
                    <a:lnTo>
                      <a:pt x="18" y="16"/>
                    </a:lnTo>
                    <a:lnTo>
                      <a:pt x="18" y="16"/>
                    </a:lnTo>
                    <a:lnTo>
                      <a:pt x="18" y="16"/>
                    </a:lnTo>
                    <a:lnTo>
                      <a:pt x="18" y="16"/>
                    </a:lnTo>
                    <a:lnTo>
                      <a:pt x="18" y="16"/>
                    </a:lnTo>
                    <a:lnTo>
                      <a:pt x="22" y="16"/>
                    </a:lnTo>
                    <a:lnTo>
                      <a:pt x="22" y="16"/>
                    </a:lnTo>
                    <a:lnTo>
                      <a:pt x="22" y="16"/>
                    </a:lnTo>
                    <a:lnTo>
                      <a:pt x="22" y="16"/>
                    </a:lnTo>
                    <a:lnTo>
                      <a:pt x="22" y="16"/>
                    </a:lnTo>
                    <a:lnTo>
                      <a:pt x="22" y="16"/>
                    </a:lnTo>
                    <a:lnTo>
                      <a:pt x="22" y="16"/>
                    </a:lnTo>
                    <a:lnTo>
                      <a:pt x="22" y="16"/>
                    </a:lnTo>
                    <a:lnTo>
                      <a:pt x="26" y="16"/>
                    </a:lnTo>
                    <a:lnTo>
                      <a:pt x="26" y="16"/>
                    </a:lnTo>
                    <a:lnTo>
                      <a:pt x="26" y="16"/>
                    </a:lnTo>
                    <a:lnTo>
                      <a:pt x="26" y="16"/>
                    </a:lnTo>
                    <a:lnTo>
                      <a:pt x="26" y="16"/>
                    </a:lnTo>
                    <a:lnTo>
                      <a:pt x="30" y="16"/>
                    </a:lnTo>
                    <a:lnTo>
                      <a:pt x="30" y="16"/>
                    </a:lnTo>
                    <a:lnTo>
                      <a:pt x="30" y="20"/>
                    </a:lnTo>
                    <a:lnTo>
                      <a:pt x="30" y="20"/>
                    </a:lnTo>
                    <a:lnTo>
                      <a:pt x="30" y="20"/>
                    </a:lnTo>
                    <a:lnTo>
                      <a:pt x="30" y="20"/>
                    </a:lnTo>
                    <a:lnTo>
                      <a:pt x="34" y="20"/>
                    </a:lnTo>
                    <a:lnTo>
                      <a:pt x="34" y="20"/>
                    </a:lnTo>
                    <a:lnTo>
                      <a:pt x="34" y="20"/>
                    </a:lnTo>
                    <a:lnTo>
                      <a:pt x="34" y="20"/>
                    </a:lnTo>
                    <a:lnTo>
                      <a:pt x="34" y="20"/>
                    </a:lnTo>
                    <a:lnTo>
                      <a:pt x="34" y="20"/>
                    </a:lnTo>
                    <a:lnTo>
                      <a:pt x="34" y="20"/>
                    </a:lnTo>
                    <a:lnTo>
                      <a:pt x="34" y="20"/>
                    </a:lnTo>
                    <a:lnTo>
                      <a:pt x="34" y="20"/>
                    </a:lnTo>
                    <a:lnTo>
                      <a:pt x="34" y="20"/>
                    </a:lnTo>
                    <a:lnTo>
                      <a:pt x="34" y="20"/>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6"/>
                    </a:lnTo>
                    <a:lnTo>
                      <a:pt x="30" y="26"/>
                    </a:lnTo>
                    <a:lnTo>
                      <a:pt x="30" y="26"/>
                    </a:lnTo>
                    <a:lnTo>
                      <a:pt x="30" y="26"/>
                    </a:lnTo>
                    <a:lnTo>
                      <a:pt x="30" y="26"/>
                    </a:lnTo>
                    <a:lnTo>
                      <a:pt x="30" y="26"/>
                    </a:lnTo>
                    <a:lnTo>
                      <a:pt x="30" y="26"/>
                    </a:lnTo>
                    <a:lnTo>
                      <a:pt x="30" y="26"/>
                    </a:lnTo>
                    <a:lnTo>
                      <a:pt x="30" y="26"/>
                    </a:lnTo>
                    <a:lnTo>
                      <a:pt x="26" y="26"/>
                    </a:lnTo>
                    <a:lnTo>
                      <a:pt x="26" y="26"/>
                    </a:lnTo>
                    <a:lnTo>
                      <a:pt x="26" y="26"/>
                    </a:lnTo>
                    <a:lnTo>
                      <a:pt x="26" y="26"/>
                    </a:lnTo>
                    <a:lnTo>
                      <a:pt x="26"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30"/>
                    </a:lnTo>
                    <a:lnTo>
                      <a:pt x="22" y="30"/>
                    </a:lnTo>
                    <a:lnTo>
                      <a:pt x="22" y="30"/>
                    </a:lnTo>
                    <a:lnTo>
                      <a:pt x="22" y="30"/>
                    </a:lnTo>
                    <a:lnTo>
                      <a:pt x="22"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8" y="30"/>
                    </a:lnTo>
                    <a:lnTo>
                      <a:pt x="18" y="30"/>
                    </a:lnTo>
                    <a:lnTo>
                      <a:pt x="18" y="30"/>
                    </a:lnTo>
                    <a:lnTo>
                      <a:pt x="18" y="30"/>
                    </a:lnTo>
                    <a:lnTo>
                      <a:pt x="18" y="30"/>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6" y="34"/>
                    </a:lnTo>
                    <a:lnTo>
                      <a:pt x="16" y="34"/>
                    </a:lnTo>
                    <a:lnTo>
                      <a:pt x="16" y="34"/>
                    </a:lnTo>
                    <a:lnTo>
                      <a:pt x="16" y="34"/>
                    </a:lnTo>
                    <a:lnTo>
                      <a:pt x="16" y="34"/>
                    </a:lnTo>
                    <a:lnTo>
                      <a:pt x="16" y="34"/>
                    </a:lnTo>
                    <a:lnTo>
                      <a:pt x="16" y="30"/>
                    </a:lnTo>
                    <a:lnTo>
                      <a:pt x="16" y="30"/>
                    </a:lnTo>
                    <a:lnTo>
                      <a:pt x="16" y="30"/>
                    </a:lnTo>
                    <a:lnTo>
                      <a:pt x="16" y="30"/>
                    </a:lnTo>
                    <a:lnTo>
                      <a:pt x="16" y="26"/>
                    </a:lnTo>
                    <a:lnTo>
                      <a:pt x="12" y="26"/>
                    </a:lnTo>
                    <a:lnTo>
                      <a:pt x="12" y="22"/>
                    </a:lnTo>
                    <a:lnTo>
                      <a:pt x="12" y="22"/>
                    </a:lnTo>
                    <a:lnTo>
                      <a:pt x="12" y="22"/>
                    </a:lnTo>
                    <a:lnTo>
                      <a:pt x="12" y="22"/>
                    </a:lnTo>
                    <a:lnTo>
                      <a:pt x="8" y="22"/>
                    </a:lnTo>
                    <a:lnTo>
                      <a:pt x="8" y="20"/>
                    </a:lnTo>
                    <a:lnTo>
                      <a:pt x="8" y="20"/>
                    </a:lnTo>
                    <a:lnTo>
                      <a:pt x="8" y="20"/>
                    </a:lnTo>
                    <a:lnTo>
                      <a:pt x="8" y="20"/>
                    </a:lnTo>
                    <a:lnTo>
                      <a:pt x="8" y="20"/>
                    </a:lnTo>
                    <a:lnTo>
                      <a:pt x="8" y="20"/>
                    </a:lnTo>
                    <a:lnTo>
                      <a:pt x="8" y="20"/>
                    </a:lnTo>
                    <a:lnTo>
                      <a:pt x="8" y="20"/>
                    </a:lnTo>
                    <a:lnTo>
                      <a:pt x="8" y="20"/>
                    </a:lnTo>
                    <a:lnTo>
                      <a:pt x="8" y="16"/>
                    </a:lnTo>
                    <a:lnTo>
                      <a:pt x="8" y="12"/>
                    </a:lnTo>
                    <a:lnTo>
                      <a:pt x="8" y="12"/>
                    </a:lnTo>
                    <a:lnTo>
                      <a:pt x="8" y="12"/>
                    </a:lnTo>
                    <a:lnTo>
                      <a:pt x="8"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3" name="Freeform 218"/>
              <p:cNvSpPr>
                <a:spLocks/>
              </p:cNvSpPr>
              <p:nvPr/>
            </p:nvSpPr>
            <p:spPr bwMode="gray">
              <a:xfrm>
                <a:off x="5579141" y="4512732"/>
                <a:ext cx="76528" cy="97399"/>
              </a:xfrm>
              <a:custGeom>
                <a:avLst/>
                <a:gdLst>
                  <a:gd name="T0" fmla="*/ 24 w 44"/>
                  <a:gd name="T1" fmla="*/ 0 h 56"/>
                  <a:gd name="T2" fmla="*/ 28 w 44"/>
                  <a:gd name="T3" fmla="*/ 0 h 56"/>
                  <a:gd name="T4" fmla="*/ 32 w 44"/>
                  <a:gd name="T5" fmla="*/ 4 h 56"/>
                  <a:gd name="T6" fmla="*/ 32 w 44"/>
                  <a:gd name="T7" fmla="*/ 4 h 56"/>
                  <a:gd name="T8" fmla="*/ 36 w 44"/>
                  <a:gd name="T9" fmla="*/ 6 h 56"/>
                  <a:gd name="T10" fmla="*/ 36 w 44"/>
                  <a:gd name="T11" fmla="*/ 6 h 56"/>
                  <a:gd name="T12" fmla="*/ 40 w 44"/>
                  <a:gd name="T13" fmla="*/ 10 h 56"/>
                  <a:gd name="T14" fmla="*/ 36 w 44"/>
                  <a:gd name="T15" fmla="*/ 6 h 56"/>
                  <a:gd name="T16" fmla="*/ 44 w 44"/>
                  <a:gd name="T17" fmla="*/ 6 h 56"/>
                  <a:gd name="T18" fmla="*/ 40 w 44"/>
                  <a:gd name="T19" fmla="*/ 10 h 56"/>
                  <a:gd name="T20" fmla="*/ 36 w 44"/>
                  <a:gd name="T21" fmla="*/ 14 h 56"/>
                  <a:gd name="T22" fmla="*/ 32 w 44"/>
                  <a:gd name="T23" fmla="*/ 14 h 56"/>
                  <a:gd name="T24" fmla="*/ 36 w 44"/>
                  <a:gd name="T25" fmla="*/ 22 h 56"/>
                  <a:gd name="T26" fmla="*/ 32 w 44"/>
                  <a:gd name="T27" fmla="*/ 26 h 56"/>
                  <a:gd name="T28" fmla="*/ 32 w 44"/>
                  <a:gd name="T29" fmla="*/ 30 h 56"/>
                  <a:gd name="T30" fmla="*/ 28 w 44"/>
                  <a:gd name="T31" fmla="*/ 30 h 56"/>
                  <a:gd name="T32" fmla="*/ 28 w 44"/>
                  <a:gd name="T33" fmla="*/ 36 h 56"/>
                  <a:gd name="T34" fmla="*/ 22 w 44"/>
                  <a:gd name="T35" fmla="*/ 36 h 56"/>
                  <a:gd name="T36" fmla="*/ 24 w 44"/>
                  <a:gd name="T37" fmla="*/ 40 h 56"/>
                  <a:gd name="T38" fmla="*/ 24 w 44"/>
                  <a:gd name="T39" fmla="*/ 40 h 56"/>
                  <a:gd name="T40" fmla="*/ 28 w 44"/>
                  <a:gd name="T41" fmla="*/ 40 h 56"/>
                  <a:gd name="T42" fmla="*/ 24 w 44"/>
                  <a:gd name="T43" fmla="*/ 44 h 56"/>
                  <a:gd name="T44" fmla="*/ 22 w 44"/>
                  <a:gd name="T45" fmla="*/ 48 h 56"/>
                  <a:gd name="T46" fmla="*/ 18 w 44"/>
                  <a:gd name="T47" fmla="*/ 44 h 56"/>
                  <a:gd name="T48" fmla="*/ 18 w 44"/>
                  <a:gd name="T49" fmla="*/ 52 h 56"/>
                  <a:gd name="T50" fmla="*/ 14 w 44"/>
                  <a:gd name="T51" fmla="*/ 56 h 56"/>
                  <a:gd name="T52" fmla="*/ 18 w 44"/>
                  <a:gd name="T53" fmla="*/ 52 h 56"/>
                  <a:gd name="T54" fmla="*/ 14 w 44"/>
                  <a:gd name="T55" fmla="*/ 48 h 56"/>
                  <a:gd name="T56" fmla="*/ 14 w 44"/>
                  <a:gd name="T57" fmla="*/ 48 h 56"/>
                  <a:gd name="T58" fmla="*/ 10 w 44"/>
                  <a:gd name="T59" fmla="*/ 44 h 56"/>
                  <a:gd name="T60" fmla="*/ 6 w 44"/>
                  <a:gd name="T61" fmla="*/ 48 h 56"/>
                  <a:gd name="T62" fmla="*/ 2 w 44"/>
                  <a:gd name="T63" fmla="*/ 52 h 56"/>
                  <a:gd name="T64" fmla="*/ 2 w 44"/>
                  <a:gd name="T65" fmla="*/ 48 h 56"/>
                  <a:gd name="T66" fmla="*/ 0 w 44"/>
                  <a:gd name="T67" fmla="*/ 44 h 56"/>
                  <a:gd name="T68" fmla="*/ 0 w 44"/>
                  <a:gd name="T69" fmla="*/ 36 h 56"/>
                  <a:gd name="T70" fmla="*/ 0 w 44"/>
                  <a:gd name="T71" fmla="*/ 30 h 56"/>
                  <a:gd name="T72" fmla="*/ 2 w 44"/>
                  <a:gd name="T73" fmla="*/ 26 h 56"/>
                  <a:gd name="T74" fmla="*/ 0 w 44"/>
                  <a:gd name="T75" fmla="*/ 18 h 56"/>
                  <a:gd name="T76" fmla="*/ 2 w 44"/>
                  <a:gd name="T77" fmla="*/ 10 h 56"/>
                  <a:gd name="T78" fmla="*/ 6 w 44"/>
                  <a:gd name="T79" fmla="*/ 6 h 56"/>
                  <a:gd name="T80" fmla="*/ 10 w 44"/>
                  <a:gd name="T81" fmla="*/ 4 h 56"/>
                  <a:gd name="T82" fmla="*/ 14 w 44"/>
                  <a:gd name="T83" fmla="*/ 0 h 56"/>
                  <a:gd name="T84" fmla="*/ 18 w 44"/>
                  <a:gd name="T85" fmla="*/ 4 h 56"/>
                  <a:gd name="T86" fmla="*/ 22 w 44"/>
                  <a:gd name="T87" fmla="*/ 0 h 56"/>
                  <a:gd name="T88" fmla="*/ 22 w 44"/>
                  <a:gd name="T89"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4" h="56">
                    <a:moveTo>
                      <a:pt x="22" y="0"/>
                    </a:moveTo>
                    <a:lnTo>
                      <a:pt x="24" y="0"/>
                    </a:lnTo>
                    <a:lnTo>
                      <a:pt x="24" y="4"/>
                    </a:lnTo>
                    <a:lnTo>
                      <a:pt x="28" y="0"/>
                    </a:lnTo>
                    <a:lnTo>
                      <a:pt x="28" y="4"/>
                    </a:lnTo>
                    <a:lnTo>
                      <a:pt x="32" y="4"/>
                    </a:lnTo>
                    <a:lnTo>
                      <a:pt x="32" y="0"/>
                    </a:lnTo>
                    <a:lnTo>
                      <a:pt x="32" y="4"/>
                    </a:lnTo>
                    <a:lnTo>
                      <a:pt x="32" y="6"/>
                    </a:lnTo>
                    <a:lnTo>
                      <a:pt x="36" y="6"/>
                    </a:lnTo>
                    <a:lnTo>
                      <a:pt x="32" y="6"/>
                    </a:lnTo>
                    <a:lnTo>
                      <a:pt x="36" y="6"/>
                    </a:lnTo>
                    <a:lnTo>
                      <a:pt x="36" y="10"/>
                    </a:lnTo>
                    <a:lnTo>
                      <a:pt x="40" y="10"/>
                    </a:lnTo>
                    <a:lnTo>
                      <a:pt x="36" y="10"/>
                    </a:lnTo>
                    <a:lnTo>
                      <a:pt x="36" y="6"/>
                    </a:lnTo>
                    <a:lnTo>
                      <a:pt x="40" y="6"/>
                    </a:lnTo>
                    <a:lnTo>
                      <a:pt x="44" y="6"/>
                    </a:lnTo>
                    <a:lnTo>
                      <a:pt x="44" y="10"/>
                    </a:lnTo>
                    <a:lnTo>
                      <a:pt x="40" y="10"/>
                    </a:lnTo>
                    <a:lnTo>
                      <a:pt x="40" y="14"/>
                    </a:lnTo>
                    <a:lnTo>
                      <a:pt x="36" y="14"/>
                    </a:lnTo>
                    <a:lnTo>
                      <a:pt x="36" y="10"/>
                    </a:lnTo>
                    <a:lnTo>
                      <a:pt x="32" y="14"/>
                    </a:lnTo>
                    <a:lnTo>
                      <a:pt x="32" y="18"/>
                    </a:lnTo>
                    <a:lnTo>
                      <a:pt x="36" y="22"/>
                    </a:lnTo>
                    <a:lnTo>
                      <a:pt x="32" y="22"/>
                    </a:lnTo>
                    <a:lnTo>
                      <a:pt x="32" y="26"/>
                    </a:lnTo>
                    <a:lnTo>
                      <a:pt x="28" y="30"/>
                    </a:lnTo>
                    <a:lnTo>
                      <a:pt x="32" y="30"/>
                    </a:lnTo>
                    <a:lnTo>
                      <a:pt x="32" y="32"/>
                    </a:lnTo>
                    <a:lnTo>
                      <a:pt x="28" y="30"/>
                    </a:lnTo>
                    <a:lnTo>
                      <a:pt x="28" y="32"/>
                    </a:lnTo>
                    <a:lnTo>
                      <a:pt x="28" y="36"/>
                    </a:lnTo>
                    <a:lnTo>
                      <a:pt x="24" y="36"/>
                    </a:lnTo>
                    <a:lnTo>
                      <a:pt x="22" y="36"/>
                    </a:lnTo>
                    <a:lnTo>
                      <a:pt x="24" y="36"/>
                    </a:lnTo>
                    <a:lnTo>
                      <a:pt x="24" y="40"/>
                    </a:lnTo>
                    <a:lnTo>
                      <a:pt x="22" y="40"/>
                    </a:lnTo>
                    <a:lnTo>
                      <a:pt x="24" y="40"/>
                    </a:lnTo>
                    <a:lnTo>
                      <a:pt x="28" y="44"/>
                    </a:lnTo>
                    <a:lnTo>
                      <a:pt x="28" y="40"/>
                    </a:lnTo>
                    <a:lnTo>
                      <a:pt x="28" y="44"/>
                    </a:lnTo>
                    <a:lnTo>
                      <a:pt x="24" y="44"/>
                    </a:lnTo>
                    <a:lnTo>
                      <a:pt x="24" y="48"/>
                    </a:lnTo>
                    <a:lnTo>
                      <a:pt x="22" y="48"/>
                    </a:lnTo>
                    <a:lnTo>
                      <a:pt x="22" y="44"/>
                    </a:lnTo>
                    <a:lnTo>
                      <a:pt x="18" y="44"/>
                    </a:lnTo>
                    <a:lnTo>
                      <a:pt x="18" y="48"/>
                    </a:lnTo>
                    <a:lnTo>
                      <a:pt x="18" y="52"/>
                    </a:lnTo>
                    <a:lnTo>
                      <a:pt x="18" y="56"/>
                    </a:lnTo>
                    <a:lnTo>
                      <a:pt x="14" y="56"/>
                    </a:lnTo>
                    <a:lnTo>
                      <a:pt x="18" y="56"/>
                    </a:lnTo>
                    <a:lnTo>
                      <a:pt x="18" y="52"/>
                    </a:lnTo>
                    <a:lnTo>
                      <a:pt x="18" y="48"/>
                    </a:lnTo>
                    <a:lnTo>
                      <a:pt x="14" y="48"/>
                    </a:lnTo>
                    <a:lnTo>
                      <a:pt x="14" y="44"/>
                    </a:lnTo>
                    <a:lnTo>
                      <a:pt x="14" y="48"/>
                    </a:lnTo>
                    <a:lnTo>
                      <a:pt x="10" y="48"/>
                    </a:lnTo>
                    <a:lnTo>
                      <a:pt x="10" y="44"/>
                    </a:lnTo>
                    <a:lnTo>
                      <a:pt x="6" y="44"/>
                    </a:lnTo>
                    <a:lnTo>
                      <a:pt x="6" y="48"/>
                    </a:lnTo>
                    <a:lnTo>
                      <a:pt x="2" y="48"/>
                    </a:lnTo>
                    <a:lnTo>
                      <a:pt x="2" y="52"/>
                    </a:lnTo>
                    <a:lnTo>
                      <a:pt x="0" y="48"/>
                    </a:lnTo>
                    <a:lnTo>
                      <a:pt x="2" y="48"/>
                    </a:lnTo>
                    <a:lnTo>
                      <a:pt x="2" y="44"/>
                    </a:lnTo>
                    <a:lnTo>
                      <a:pt x="0" y="44"/>
                    </a:lnTo>
                    <a:lnTo>
                      <a:pt x="0" y="40"/>
                    </a:lnTo>
                    <a:lnTo>
                      <a:pt x="0" y="36"/>
                    </a:lnTo>
                    <a:lnTo>
                      <a:pt x="0" y="32"/>
                    </a:lnTo>
                    <a:lnTo>
                      <a:pt x="0" y="30"/>
                    </a:lnTo>
                    <a:lnTo>
                      <a:pt x="2" y="30"/>
                    </a:lnTo>
                    <a:lnTo>
                      <a:pt x="2" y="26"/>
                    </a:lnTo>
                    <a:lnTo>
                      <a:pt x="2" y="22"/>
                    </a:lnTo>
                    <a:lnTo>
                      <a:pt x="0" y="18"/>
                    </a:lnTo>
                    <a:lnTo>
                      <a:pt x="2" y="14"/>
                    </a:lnTo>
                    <a:lnTo>
                      <a:pt x="2" y="10"/>
                    </a:lnTo>
                    <a:lnTo>
                      <a:pt x="2" y="6"/>
                    </a:lnTo>
                    <a:lnTo>
                      <a:pt x="6" y="6"/>
                    </a:lnTo>
                    <a:lnTo>
                      <a:pt x="10" y="6"/>
                    </a:lnTo>
                    <a:lnTo>
                      <a:pt x="10" y="4"/>
                    </a:lnTo>
                    <a:lnTo>
                      <a:pt x="14" y="4"/>
                    </a:lnTo>
                    <a:lnTo>
                      <a:pt x="14" y="0"/>
                    </a:lnTo>
                    <a:lnTo>
                      <a:pt x="14" y="4"/>
                    </a:lnTo>
                    <a:lnTo>
                      <a:pt x="18" y="4"/>
                    </a:lnTo>
                    <a:lnTo>
                      <a:pt x="22" y="4"/>
                    </a:lnTo>
                    <a:lnTo>
                      <a:pt x="22" y="0"/>
                    </a:lnTo>
                    <a:lnTo>
                      <a:pt x="22" y="0"/>
                    </a:lnTo>
                    <a:lnTo>
                      <a:pt x="2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4" name="Freeform 219"/>
              <p:cNvSpPr>
                <a:spLocks/>
              </p:cNvSpPr>
              <p:nvPr/>
            </p:nvSpPr>
            <p:spPr bwMode="gray">
              <a:xfrm>
                <a:off x="5530442" y="2481281"/>
                <a:ext cx="80006" cy="76527"/>
              </a:xfrm>
              <a:custGeom>
                <a:avLst/>
                <a:gdLst>
                  <a:gd name="T0" fmla="*/ 18 w 46"/>
                  <a:gd name="T1" fmla="*/ 40 h 44"/>
                  <a:gd name="T2" fmla="*/ 18 w 46"/>
                  <a:gd name="T3" fmla="*/ 40 h 44"/>
                  <a:gd name="T4" fmla="*/ 18 w 46"/>
                  <a:gd name="T5" fmla="*/ 36 h 44"/>
                  <a:gd name="T6" fmla="*/ 16 w 46"/>
                  <a:gd name="T7" fmla="*/ 32 h 44"/>
                  <a:gd name="T8" fmla="*/ 16 w 46"/>
                  <a:gd name="T9" fmla="*/ 32 h 44"/>
                  <a:gd name="T10" fmla="*/ 12 w 46"/>
                  <a:gd name="T11" fmla="*/ 30 h 44"/>
                  <a:gd name="T12" fmla="*/ 12 w 46"/>
                  <a:gd name="T13" fmla="*/ 26 h 44"/>
                  <a:gd name="T14" fmla="*/ 12 w 46"/>
                  <a:gd name="T15" fmla="*/ 26 h 44"/>
                  <a:gd name="T16" fmla="*/ 8 w 46"/>
                  <a:gd name="T17" fmla="*/ 18 h 44"/>
                  <a:gd name="T18" fmla="*/ 4 w 46"/>
                  <a:gd name="T19" fmla="*/ 14 h 44"/>
                  <a:gd name="T20" fmla="*/ 0 w 46"/>
                  <a:gd name="T21" fmla="*/ 14 h 44"/>
                  <a:gd name="T22" fmla="*/ 4 w 46"/>
                  <a:gd name="T23" fmla="*/ 14 h 44"/>
                  <a:gd name="T24" fmla="*/ 4 w 46"/>
                  <a:gd name="T25" fmla="*/ 14 h 44"/>
                  <a:gd name="T26" fmla="*/ 0 w 46"/>
                  <a:gd name="T27" fmla="*/ 14 h 44"/>
                  <a:gd name="T28" fmla="*/ 4 w 46"/>
                  <a:gd name="T29" fmla="*/ 10 h 44"/>
                  <a:gd name="T30" fmla="*/ 8 w 46"/>
                  <a:gd name="T31" fmla="*/ 10 h 44"/>
                  <a:gd name="T32" fmla="*/ 8 w 46"/>
                  <a:gd name="T33" fmla="*/ 10 h 44"/>
                  <a:gd name="T34" fmla="*/ 8 w 46"/>
                  <a:gd name="T35" fmla="*/ 6 h 44"/>
                  <a:gd name="T36" fmla="*/ 12 w 46"/>
                  <a:gd name="T37" fmla="*/ 6 h 44"/>
                  <a:gd name="T38" fmla="*/ 16 w 46"/>
                  <a:gd name="T39" fmla="*/ 2 h 44"/>
                  <a:gd name="T40" fmla="*/ 16 w 46"/>
                  <a:gd name="T41" fmla="*/ 2 h 44"/>
                  <a:gd name="T42" fmla="*/ 18 w 46"/>
                  <a:gd name="T43" fmla="*/ 2 h 44"/>
                  <a:gd name="T44" fmla="*/ 18 w 46"/>
                  <a:gd name="T45" fmla="*/ 2 h 44"/>
                  <a:gd name="T46" fmla="*/ 18 w 46"/>
                  <a:gd name="T47" fmla="*/ 2 h 44"/>
                  <a:gd name="T48" fmla="*/ 18 w 46"/>
                  <a:gd name="T49" fmla="*/ 6 h 44"/>
                  <a:gd name="T50" fmla="*/ 18 w 46"/>
                  <a:gd name="T51" fmla="*/ 2 h 44"/>
                  <a:gd name="T52" fmla="*/ 22 w 46"/>
                  <a:gd name="T53" fmla="*/ 2 h 44"/>
                  <a:gd name="T54" fmla="*/ 26 w 46"/>
                  <a:gd name="T55" fmla="*/ 6 h 44"/>
                  <a:gd name="T56" fmla="*/ 26 w 46"/>
                  <a:gd name="T57" fmla="*/ 10 h 44"/>
                  <a:gd name="T58" fmla="*/ 26 w 46"/>
                  <a:gd name="T59" fmla="*/ 10 h 44"/>
                  <a:gd name="T60" fmla="*/ 30 w 46"/>
                  <a:gd name="T61" fmla="*/ 14 h 44"/>
                  <a:gd name="T62" fmla="*/ 38 w 46"/>
                  <a:gd name="T63" fmla="*/ 14 h 44"/>
                  <a:gd name="T64" fmla="*/ 42 w 46"/>
                  <a:gd name="T65" fmla="*/ 18 h 44"/>
                  <a:gd name="T66" fmla="*/ 42 w 46"/>
                  <a:gd name="T67" fmla="*/ 18 h 44"/>
                  <a:gd name="T68" fmla="*/ 42 w 46"/>
                  <a:gd name="T69" fmla="*/ 22 h 44"/>
                  <a:gd name="T70" fmla="*/ 46 w 46"/>
                  <a:gd name="T71" fmla="*/ 22 h 44"/>
                  <a:gd name="T72" fmla="*/ 42 w 46"/>
                  <a:gd name="T73" fmla="*/ 26 h 44"/>
                  <a:gd name="T74" fmla="*/ 46 w 46"/>
                  <a:gd name="T75" fmla="*/ 26 h 44"/>
                  <a:gd name="T76" fmla="*/ 46 w 46"/>
                  <a:gd name="T77" fmla="*/ 30 h 44"/>
                  <a:gd name="T78" fmla="*/ 46 w 46"/>
                  <a:gd name="T79" fmla="*/ 30 h 44"/>
                  <a:gd name="T80" fmla="*/ 42 w 46"/>
                  <a:gd name="T81" fmla="*/ 30 h 44"/>
                  <a:gd name="T82" fmla="*/ 42 w 46"/>
                  <a:gd name="T83" fmla="*/ 30 h 44"/>
                  <a:gd name="T84" fmla="*/ 42 w 46"/>
                  <a:gd name="T85" fmla="*/ 32 h 44"/>
                  <a:gd name="T86" fmla="*/ 42 w 46"/>
                  <a:gd name="T87" fmla="*/ 32 h 44"/>
                  <a:gd name="T88" fmla="*/ 42 w 46"/>
                  <a:gd name="T89" fmla="*/ 36 h 44"/>
                  <a:gd name="T90" fmla="*/ 38 w 46"/>
                  <a:gd name="T91" fmla="*/ 40 h 44"/>
                  <a:gd name="T92" fmla="*/ 34 w 46"/>
                  <a:gd name="T93" fmla="*/ 36 h 44"/>
                  <a:gd name="T94" fmla="*/ 34 w 46"/>
                  <a:gd name="T95" fmla="*/ 36 h 44"/>
                  <a:gd name="T96" fmla="*/ 26 w 46"/>
                  <a:gd name="T97" fmla="*/ 36 h 44"/>
                  <a:gd name="T98" fmla="*/ 26 w 46"/>
                  <a:gd name="T99" fmla="*/ 40 h 44"/>
                  <a:gd name="T100" fmla="*/ 26 w 46"/>
                  <a:gd name="T101" fmla="*/ 40 h 44"/>
                  <a:gd name="T102" fmla="*/ 26 w 46"/>
                  <a:gd name="T103" fmla="*/ 44 h 44"/>
                  <a:gd name="T104" fmla="*/ 22 w 46"/>
                  <a:gd name="T105" fmla="*/ 44 h 44"/>
                  <a:gd name="T106" fmla="*/ 18 w 46"/>
                  <a:gd name="T107" fmla="*/ 44 h 44"/>
                  <a:gd name="T108" fmla="*/ 18 w 46"/>
                  <a:gd name="T109"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6" h="44">
                    <a:moveTo>
                      <a:pt x="18" y="44"/>
                    </a:moveTo>
                    <a:lnTo>
                      <a:pt x="18" y="44"/>
                    </a:lnTo>
                    <a:lnTo>
                      <a:pt x="18" y="44"/>
                    </a:lnTo>
                    <a:lnTo>
                      <a:pt x="18" y="40"/>
                    </a:lnTo>
                    <a:lnTo>
                      <a:pt x="18" y="40"/>
                    </a:lnTo>
                    <a:lnTo>
                      <a:pt x="18" y="40"/>
                    </a:lnTo>
                    <a:lnTo>
                      <a:pt x="18" y="40"/>
                    </a:lnTo>
                    <a:lnTo>
                      <a:pt x="18" y="40"/>
                    </a:lnTo>
                    <a:lnTo>
                      <a:pt x="18" y="36"/>
                    </a:lnTo>
                    <a:lnTo>
                      <a:pt x="18" y="36"/>
                    </a:lnTo>
                    <a:lnTo>
                      <a:pt x="18" y="36"/>
                    </a:lnTo>
                    <a:lnTo>
                      <a:pt x="18" y="36"/>
                    </a:lnTo>
                    <a:lnTo>
                      <a:pt x="18" y="36"/>
                    </a:lnTo>
                    <a:lnTo>
                      <a:pt x="18" y="36"/>
                    </a:lnTo>
                    <a:lnTo>
                      <a:pt x="18" y="36"/>
                    </a:lnTo>
                    <a:lnTo>
                      <a:pt x="16" y="32"/>
                    </a:lnTo>
                    <a:lnTo>
                      <a:pt x="16" y="32"/>
                    </a:lnTo>
                    <a:lnTo>
                      <a:pt x="16" y="32"/>
                    </a:lnTo>
                    <a:lnTo>
                      <a:pt x="16" y="32"/>
                    </a:lnTo>
                    <a:lnTo>
                      <a:pt x="16" y="32"/>
                    </a:lnTo>
                    <a:lnTo>
                      <a:pt x="16" y="30"/>
                    </a:lnTo>
                    <a:lnTo>
                      <a:pt x="12" y="30"/>
                    </a:lnTo>
                    <a:lnTo>
                      <a:pt x="12" y="30"/>
                    </a:lnTo>
                    <a:lnTo>
                      <a:pt x="12" y="30"/>
                    </a:lnTo>
                    <a:lnTo>
                      <a:pt x="12" y="30"/>
                    </a:lnTo>
                    <a:lnTo>
                      <a:pt x="12" y="30"/>
                    </a:lnTo>
                    <a:lnTo>
                      <a:pt x="12" y="26"/>
                    </a:lnTo>
                    <a:lnTo>
                      <a:pt x="12" y="26"/>
                    </a:lnTo>
                    <a:lnTo>
                      <a:pt x="12" y="26"/>
                    </a:lnTo>
                    <a:lnTo>
                      <a:pt x="12" y="26"/>
                    </a:lnTo>
                    <a:lnTo>
                      <a:pt x="12" y="26"/>
                    </a:lnTo>
                    <a:lnTo>
                      <a:pt x="12" y="26"/>
                    </a:lnTo>
                    <a:lnTo>
                      <a:pt x="12" y="22"/>
                    </a:lnTo>
                    <a:lnTo>
                      <a:pt x="12" y="22"/>
                    </a:lnTo>
                    <a:lnTo>
                      <a:pt x="8" y="22"/>
                    </a:lnTo>
                    <a:lnTo>
                      <a:pt x="8" y="18"/>
                    </a:lnTo>
                    <a:lnTo>
                      <a:pt x="4" y="18"/>
                    </a:lnTo>
                    <a:lnTo>
                      <a:pt x="4" y="18"/>
                    </a:lnTo>
                    <a:lnTo>
                      <a:pt x="4" y="14"/>
                    </a:lnTo>
                    <a:lnTo>
                      <a:pt x="4" y="14"/>
                    </a:lnTo>
                    <a:lnTo>
                      <a:pt x="0" y="14"/>
                    </a:lnTo>
                    <a:lnTo>
                      <a:pt x="0" y="14"/>
                    </a:lnTo>
                    <a:lnTo>
                      <a:pt x="0" y="14"/>
                    </a:lnTo>
                    <a:lnTo>
                      <a:pt x="0" y="14"/>
                    </a:lnTo>
                    <a:lnTo>
                      <a:pt x="0" y="14"/>
                    </a:lnTo>
                    <a:lnTo>
                      <a:pt x="4" y="14"/>
                    </a:lnTo>
                    <a:lnTo>
                      <a:pt x="4" y="14"/>
                    </a:lnTo>
                    <a:lnTo>
                      <a:pt x="4" y="14"/>
                    </a:lnTo>
                    <a:lnTo>
                      <a:pt x="4" y="14"/>
                    </a:lnTo>
                    <a:lnTo>
                      <a:pt x="4" y="14"/>
                    </a:lnTo>
                    <a:lnTo>
                      <a:pt x="4" y="14"/>
                    </a:lnTo>
                    <a:lnTo>
                      <a:pt x="4" y="14"/>
                    </a:lnTo>
                    <a:lnTo>
                      <a:pt x="4" y="14"/>
                    </a:lnTo>
                    <a:lnTo>
                      <a:pt x="4" y="14"/>
                    </a:lnTo>
                    <a:lnTo>
                      <a:pt x="0" y="14"/>
                    </a:lnTo>
                    <a:lnTo>
                      <a:pt x="0" y="14"/>
                    </a:lnTo>
                    <a:lnTo>
                      <a:pt x="0" y="14"/>
                    </a:lnTo>
                    <a:lnTo>
                      <a:pt x="0" y="10"/>
                    </a:lnTo>
                    <a:lnTo>
                      <a:pt x="0" y="10"/>
                    </a:lnTo>
                    <a:lnTo>
                      <a:pt x="4" y="10"/>
                    </a:lnTo>
                    <a:lnTo>
                      <a:pt x="4" y="14"/>
                    </a:lnTo>
                    <a:lnTo>
                      <a:pt x="4" y="14"/>
                    </a:lnTo>
                    <a:lnTo>
                      <a:pt x="8" y="10"/>
                    </a:lnTo>
                    <a:lnTo>
                      <a:pt x="8" y="10"/>
                    </a:lnTo>
                    <a:lnTo>
                      <a:pt x="8" y="10"/>
                    </a:lnTo>
                    <a:lnTo>
                      <a:pt x="8" y="10"/>
                    </a:lnTo>
                    <a:lnTo>
                      <a:pt x="8" y="10"/>
                    </a:lnTo>
                    <a:lnTo>
                      <a:pt x="8" y="10"/>
                    </a:lnTo>
                    <a:lnTo>
                      <a:pt x="8" y="10"/>
                    </a:lnTo>
                    <a:lnTo>
                      <a:pt x="8" y="6"/>
                    </a:lnTo>
                    <a:lnTo>
                      <a:pt x="8" y="6"/>
                    </a:lnTo>
                    <a:lnTo>
                      <a:pt x="8" y="6"/>
                    </a:lnTo>
                    <a:lnTo>
                      <a:pt x="8" y="6"/>
                    </a:lnTo>
                    <a:lnTo>
                      <a:pt x="8" y="6"/>
                    </a:lnTo>
                    <a:lnTo>
                      <a:pt x="12" y="6"/>
                    </a:lnTo>
                    <a:lnTo>
                      <a:pt x="12" y="6"/>
                    </a:lnTo>
                    <a:lnTo>
                      <a:pt x="12" y="6"/>
                    </a:lnTo>
                    <a:lnTo>
                      <a:pt x="12" y="6"/>
                    </a:lnTo>
                    <a:lnTo>
                      <a:pt x="12" y="6"/>
                    </a:lnTo>
                    <a:lnTo>
                      <a:pt x="16" y="2"/>
                    </a:lnTo>
                    <a:lnTo>
                      <a:pt x="16" y="2"/>
                    </a:lnTo>
                    <a:lnTo>
                      <a:pt x="16" y="0"/>
                    </a:lnTo>
                    <a:lnTo>
                      <a:pt x="16" y="0"/>
                    </a:lnTo>
                    <a:lnTo>
                      <a:pt x="16" y="2"/>
                    </a:lnTo>
                    <a:lnTo>
                      <a:pt x="16" y="2"/>
                    </a:lnTo>
                    <a:lnTo>
                      <a:pt x="16" y="2"/>
                    </a:lnTo>
                    <a:lnTo>
                      <a:pt x="16" y="2"/>
                    </a:lnTo>
                    <a:lnTo>
                      <a:pt x="18" y="2"/>
                    </a:lnTo>
                    <a:lnTo>
                      <a:pt x="18" y="2"/>
                    </a:lnTo>
                    <a:lnTo>
                      <a:pt x="18" y="2"/>
                    </a:lnTo>
                    <a:lnTo>
                      <a:pt x="18" y="2"/>
                    </a:lnTo>
                    <a:lnTo>
                      <a:pt x="18" y="2"/>
                    </a:lnTo>
                    <a:lnTo>
                      <a:pt x="18" y="2"/>
                    </a:lnTo>
                    <a:lnTo>
                      <a:pt x="18" y="2"/>
                    </a:lnTo>
                    <a:lnTo>
                      <a:pt x="18" y="2"/>
                    </a:lnTo>
                    <a:lnTo>
                      <a:pt x="18" y="2"/>
                    </a:lnTo>
                    <a:lnTo>
                      <a:pt x="18" y="2"/>
                    </a:lnTo>
                    <a:lnTo>
                      <a:pt x="18" y="6"/>
                    </a:lnTo>
                    <a:lnTo>
                      <a:pt x="18" y="6"/>
                    </a:lnTo>
                    <a:lnTo>
                      <a:pt x="18" y="6"/>
                    </a:lnTo>
                    <a:lnTo>
                      <a:pt x="18" y="2"/>
                    </a:lnTo>
                    <a:lnTo>
                      <a:pt x="18" y="2"/>
                    </a:lnTo>
                    <a:lnTo>
                      <a:pt x="18" y="2"/>
                    </a:lnTo>
                    <a:lnTo>
                      <a:pt x="18" y="2"/>
                    </a:lnTo>
                    <a:lnTo>
                      <a:pt x="22" y="2"/>
                    </a:lnTo>
                    <a:lnTo>
                      <a:pt x="22" y="2"/>
                    </a:lnTo>
                    <a:lnTo>
                      <a:pt x="22" y="2"/>
                    </a:lnTo>
                    <a:lnTo>
                      <a:pt x="22" y="2"/>
                    </a:lnTo>
                    <a:lnTo>
                      <a:pt x="22" y="6"/>
                    </a:lnTo>
                    <a:lnTo>
                      <a:pt x="26" y="6"/>
                    </a:lnTo>
                    <a:lnTo>
                      <a:pt x="26" y="6"/>
                    </a:lnTo>
                    <a:lnTo>
                      <a:pt x="26" y="6"/>
                    </a:lnTo>
                    <a:lnTo>
                      <a:pt x="26" y="6"/>
                    </a:lnTo>
                    <a:lnTo>
                      <a:pt x="26" y="6"/>
                    </a:lnTo>
                    <a:lnTo>
                      <a:pt x="26" y="10"/>
                    </a:lnTo>
                    <a:lnTo>
                      <a:pt x="26" y="10"/>
                    </a:lnTo>
                    <a:lnTo>
                      <a:pt x="26" y="10"/>
                    </a:lnTo>
                    <a:lnTo>
                      <a:pt x="26" y="10"/>
                    </a:lnTo>
                    <a:lnTo>
                      <a:pt x="26" y="10"/>
                    </a:lnTo>
                    <a:lnTo>
                      <a:pt x="26" y="10"/>
                    </a:lnTo>
                    <a:lnTo>
                      <a:pt x="26" y="10"/>
                    </a:lnTo>
                    <a:lnTo>
                      <a:pt x="30" y="10"/>
                    </a:lnTo>
                    <a:lnTo>
                      <a:pt x="30" y="10"/>
                    </a:lnTo>
                    <a:lnTo>
                      <a:pt x="30" y="14"/>
                    </a:lnTo>
                    <a:lnTo>
                      <a:pt x="34" y="14"/>
                    </a:lnTo>
                    <a:lnTo>
                      <a:pt x="34" y="14"/>
                    </a:lnTo>
                    <a:lnTo>
                      <a:pt x="38" y="14"/>
                    </a:lnTo>
                    <a:lnTo>
                      <a:pt x="38" y="14"/>
                    </a:lnTo>
                    <a:lnTo>
                      <a:pt x="38" y="14"/>
                    </a:lnTo>
                    <a:lnTo>
                      <a:pt x="38" y="18"/>
                    </a:lnTo>
                    <a:lnTo>
                      <a:pt x="42" y="18"/>
                    </a:lnTo>
                    <a:lnTo>
                      <a:pt x="42" y="18"/>
                    </a:lnTo>
                    <a:lnTo>
                      <a:pt x="42" y="18"/>
                    </a:lnTo>
                    <a:lnTo>
                      <a:pt x="42" y="18"/>
                    </a:lnTo>
                    <a:lnTo>
                      <a:pt x="42" y="18"/>
                    </a:lnTo>
                    <a:lnTo>
                      <a:pt x="42" y="18"/>
                    </a:lnTo>
                    <a:lnTo>
                      <a:pt x="42" y="18"/>
                    </a:lnTo>
                    <a:lnTo>
                      <a:pt x="42" y="18"/>
                    </a:lnTo>
                    <a:lnTo>
                      <a:pt x="42" y="22"/>
                    </a:lnTo>
                    <a:lnTo>
                      <a:pt x="42" y="22"/>
                    </a:lnTo>
                    <a:lnTo>
                      <a:pt x="42" y="22"/>
                    </a:lnTo>
                    <a:lnTo>
                      <a:pt x="46" y="22"/>
                    </a:lnTo>
                    <a:lnTo>
                      <a:pt x="46" y="22"/>
                    </a:lnTo>
                    <a:lnTo>
                      <a:pt x="46" y="22"/>
                    </a:lnTo>
                    <a:lnTo>
                      <a:pt x="46" y="22"/>
                    </a:lnTo>
                    <a:lnTo>
                      <a:pt x="46" y="26"/>
                    </a:lnTo>
                    <a:lnTo>
                      <a:pt x="42" y="26"/>
                    </a:lnTo>
                    <a:lnTo>
                      <a:pt x="42" y="26"/>
                    </a:lnTo>
                    <a:lnTo>
                      <a:pt x="46" y="26"/>
                    </a:lnTo>
                    <a:lnTo>
                      <a:pt x="46" y="26"/>
                    </a:lnTo>
                    <a:lnTo>
                      <a:pt x="46" y="26"/>
                    </a:lnTo>
                    <a:lnTo>
                      <a:pt x="46" y="26"/>
                    </a:lnTo>
                    <a:lnTo>
                      <a:pt x="46" y="26"/>
                    </a:lnTo>
                    <a:lnTo>
                      <a:pt x="46" y="26"/>
                    </a:lnTo>
                    <a:lnTo>
                      <a:pt x="46" y="26"/>
                    </a:lnTo>
                    <a:lnTo>
                      <a:pt x="46" y="30"/>
                    </a:lnTo>
                    <a:lnTo>
                      <a:pt x="46" y="30"/>
                    </a:lnTo>
                    <a:lnTo>
                      <a:pt x="46" y="30"/>
                    </a:lnTo>
                    <a:lnTo>
                      <a:pt x="46" y="30"/>
                    </a:lnTo>
                    <a:lnTo>
                      <a:pt x="46" y="30"/>
                    </a:lnTo>
                    <a:lnTo>
                      <a:pt x="42" y="32"/>
                    </a:lnTo>
                    <a:lnTo>
                      <a:pt x="42" y="30"/>
                    </a:lnTo>
                    <a:lnTo>
                      <a:pt x="42" y="30"/>
                    </a:lnTo>
                    <a:lnTo>
                      <a:pt x="42" y="30"/>
                    </a:lnTo>
                    <a:lnTo>
                      <a:pt x="42" y="30"/>
                    </a:lnTo>
                    <a:lnTo>
                      <a:pt x="42" y="30"/>
                    </a:lnTo>
                    <a:lnTo>
                      <a:pt x="42" y="30"/>
                    </a:lnTo>
                    <a:lnTo>
                      <a:pt x="42" y="30"/>
                    </a:lnTo>
                    <a:lnTo>
                      <a:pt x="42" y="30"/>
                    </a:lnTo>
                    <a:lnTo>
                      <a:pt x="42" y="30"/>
                    </a:lnTo>
                    <a:lnTo>
                      <a:pt x="42" y="32"/>
                    </a:lnTo>
                    <a:lnTo>
                      <a:pt x="42" y="32"/>
                    </a:lnTo>
                    <a:lnTo>
                      <a:pt x="42" y="32"/>
                    </a:lnTo>
                    <a:lnTo>
                      <a:pt x="42" y="32"/>
                    </a:lnTo>
                    <a:lnTo>
                      <a:pt x="42" y="32"/>
                    </a:lnTo>
                    <a:lnTo>
                      <a:pt x="42" y="32"/>
                    </a:lnTo>
                    <a:lnTo>
                      <a:pt x="42" y="36"/>
                    </a:lnTo>
                    <a:lnTo>
                      <a:pt x="42" y="36"/>
                    </a:lnTo>
                    <a:lnTo>
                      <a:pt x="42" y="36"/>
                    </a:lnTo>
                    <a:lnTo>
                      <a:pt x="42" y="36"/>
                    </a:lnTo>
                    <a:lnTo>
                      <a:pt x="38" y="36"/>
                    </a:lnTo>
                    <a:lnTo>
                      <a:pt x="38" y="36"/>
                    </a:lnTo>
                    <a:lnTo>
                      <a:pt x="38" y="40"/>
                    </a:lnTo>
                    <a:lnTo>
                      <a:pt x="38" y="40"/>
                    </a:lnTo>
                    <a:lnTo>
                      <a:pt x="38" y="40"/>
                    </a:lnTo>
                    <a:lnTo>
                      <a:pt x="34" y="40"/>
                    </a:lnTo>
                    <a:lnTo>
                      <a:pt x="34" y="40"/>
                    </a:lnTo>
                    <a:lnTo>
                      <a:pt x="34" y="36"/>
                    </a:lnTo>
                    <a:lnTo>
                      <a:pt x="34" y="36"/>
                    </a:lnTo>
                    <a:lnTo>
                      <a:pt x="34" y="36"/>
                    </a:lnTo>
                    <a:lnTo>
                      <a:pt x="34" y="36"/>
                    </a:lnTo>
                    <a:lnTo>
                      <a:pt x="34" y="36"/>
                    </a:lnTo>
                    <a:lnTo>
                      <a:pt x="30" y="36"/>
                    </a:lnTo>
                    <a:lnTo>
                      <a:pt x="30" y="36"/>
                    </a:lnTo>
                    <a:lnTo>
                      <a:pt x="30" y="36"/>
                    </a:lnTo>
                    <a:lnTo>
                      <a:pt x="26" y="36"/>
                    </a:lnTo>
                    <a:lnTo>
                      <a:pt x="26" y="36"/>
                    </a:lnTo>
                    <a:lnTo>
                      <a:pt x="26" y="36"/>
                    </a:lnTo>
                    <a:lnTo>
                      <a:pt x="26" y="40"/>
                    </a:lnTo>
                    <a:lnTo>
                      <a:pt x="26" y="40"/>
                    </a:lnTo>
                    <a:lnTo>
                      <a:pt x="26" y="40"/>
                    </a:lnTo>
                    <a:lnTo>
                      <a:pt x="26" y="40"/>
                    </a:lnTo>
                    <a:lnTo>
                      <a:pt x="26" y="40"/>
                    </a:lnTo>
                    <a:lnTo>
                      <a:pt x="26" y="40"/>
                    </a:lnTo>
                    <a:lnTo>
                      <a:pt x="26" y="44"/>
                    </a:lnTo>
                    <a:lnTo>
                      <a:pt x="26" y="44"/>
                    </a:lnTo>
                    <a:lnTo>
                      <a:pt x="26" y="44"/>
                    </a:lnTo>
                    <a:lnTo>
                      <a:pt x="26" y="44"/>
                    </a:lnTo>
                    <a:lnTo>
                      <a:pt x="26" y="44"/>
                    </a:lnTo>
                    <a:lnTo>
                      <a:pt x="22" y="44"/>
                    </a:lnTo>
                    <a:lnTo>
                      <a:pt x="22" y="44"/>
                    </a:lnTo>
                    <a:lnTo>
                      <a:pt x="22" y="44"/>
                    </a:lnTo>
                    <a:lnTo>
                      <a:pt x="22" y="44"/>
                    </a:lnTo>
                    <a:lnTo>
                      <a:pt x="18" y="44"/>
                    </a:lnTo>
                    <a:lnTo>
                      <a:pt x="18" y="44"/>
                    </a:lnTo>
                    <a:lnTo>
                      <a:pt x="18" y="44"/>
                    </a:lnTo>
                    <a:lnTo>
                      <a:pt x="18" y="44"/>
                    </a:lnTo>
                    <a:lnTo>
                      <a:pt x="18" y="44"/>
                    </a:lnTo>
                    <a:lnTo>
                      <a:pt x="18" y="44"/>
                    </a:lnTo>
                    <a:lnTo>
                      <a:pt x="18" y="44"/>
                    </a:lnTo>
                    <a:lnTo>
                      <a:pt x="18"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5" name="Freeform 220"/>
              <p:cNvSpPr>
                <a:spLocks/>
              </p:cNvSpPr>
              <p:nvPr/>
            </p:nvSpPr>
            <p:spPr bwMode="gray">
              <a:xfrm>
                <a:off x="5947870" y="3037846"/>
                <a:ext cx="198277" cy="358287"/>
              </a:xfrm>
              <a:custGeom>
                <a:avLst/>
                <a:gdLst>
                  <a:gd name="T0" fmla="*/ 36 w 114"/>
                  <a:gd name="T1" fmla="*/ 146 h 206"/>
                  <a:gd name="T2" fmla="*/ 48 w 114"/>
                  <a:gd name="T3" fmla="*/ 134 h 206"/>
                  <a:gd name="T4" fmla="*/ 44 w 114"/>
                  <a:gd name="T5" fmla="*/ 130 h 206"/>
                  <a:gd name="T6" fmla="*/ 36 w 114"/>
                  <a:gd name="T7" fmla="*/ 120 h 206"/>
                  <a:gd name="T8" fmla="*/ 30 w 114"/>
                  <a:gd name="T9" fmla="*/ 108 h 206"/>
                  <a:gd name="T10" fmla="*/ 22 w 114"/>
                  <a:gd name="T11" fmla="*/ 94 h 206"/>
                  <a:gd name="T12" fmla="*/ 14 w 114"/>
                  <a:gd name="T13" fmla="*/ 82 h 206"/>
                  <a:gd name="T14" fmla="*/ 10 w 114"/>
                  <a:gd name="T15" fmla="*/ 76 h 206"/>
                  <a:gd name="T16" fmla="*/ 10 w 114"/>
                  <a:gd name="T17" fmla="*/ 64 h 206"/>
                  <a:gd name="T18" fmla="*/ 10 w 114"/>
                  <a:gd name="T19" fmla="*/ 68 h 206"/>
                  <a:gd name="T20" fmla="*/ 2 w 114"/>
                  <a:gd name="T21" fmla="*/ 52 h 206"/>
                  <a:gd name="T22" fmla="*/ 6 w 114"/>
                  <a:gd name="T23" fmla="*/ 46 h 206"/>
                  <a:gd name="T24" fmla="*/ 10 w 114"/>
                  <a:gd name="T25" fmla="*/ 30 h 206"/>
                  <a:gd name="T26" fmla="*/ 14 w 114"/>
                  <a:gd name="T27" fmla="*/ 26 h 206"/>
                  <a:gd name="T28" fmla="*/ 30 w 114"/>
                  <a:gd name="T29" fmla="*/ 24 h 206"/>
                  <a:gd name="T30" fmla="*/ 36 w 114"/>
                  <a:gd name="T31" fmla="*/ 16 h 206"/>
                  <a:gd name="T32" fmla="*/ 44 w 114"/>
                  <a:gd name="T33" fmla="*/ 12 h 206"/>
                  <a:gd name="T34" fmla="*/ 60 w 114"/>
                  <a:gd name="T35" fmla="*/ 4 h 206"/>
                  <a:gd name="T36" fmla="*/ 70 w 114"/>
                  <a:gd name="T37" fmla="*/ 4 h 206"/>
                  <a:gd name="T38" fmla="*/ 84 w 114"/>
                  <a:gd name="T39" fmla="*/ 4 h 206"/>
                  <a:gd name="T40" fmla="*/ 92 w 114"/>
                  <a:gd name="T41" fmla="*/ 16 h 206"/>
                  <a:gd name="T42" fmla="*/ 88 w 114"/>
                  <a:gd name="T43" fmla="*/ 34 h 206"/>
                  <a:gd name="T44" fmla="*/ 76 w 114"/>
                  <a:gd name="T45" fmla="*/ 34 h 206"/>
                  <a:gd name="T46" fmla="*/ 62 w 114"/>
                  <a:gd name="T47" fmla="*/ 38 h 206"/>
                  <a:gd name="T48" fmla="*/ 62 w 114"/>
                  <a:gd name="T49" fmla="*/ 50 h 206"/>
                  <a:gd name="T50" fmla="*/ 62 w 114"/>
                  <a:gd name="T51" fmla="*/ 52 h 206"/>
                  <a:gd name="T52" fmla="*/ 52 w 114"/>
                  <a:gd name="T53" fmla="*/ 56 h 206"/>
                  <a:gd name="T54" fmla="*/ 62 w 114"/>
                  <a:gd name="T55" fmla="*/ 68 h 206"/>
                  <a:gd name="T56" fmla="*/ 74 w 114"/>
                  <a:gd name="T57" fmla="*/ 82 h 206"/>
                  <a:gd name="T58" fmla="*/ 84 w 114"/>
                  <a:gd name="T59" fmla="*/ 86 h 206"/>
                  <a:gd name="T60" fmla="*/ 80 w 114"/>
                  <a:gd name="T61" fmla="*/ 100 h 206"/>
                  <a:gd name="T62" fmla="*/ 80 w 114"/>
                  <a:gd name="T63" fmla="*/ 112 h 206"/>
                  <a:gd name="T64" fmla="*/ 84 w 114"/>
                  <a:gd name="T65" fmla="*/ 112 h 206"/>
                  <a:gd name="T66" fmla="*/ 88 w 114"/>
                  <a:gd name="T67" fmla="*/ 100 h 206"/>
                  <a:gd name="T68" fmla="*/ 104 w 114"/>
                  <a:gd name="T69" fmla="*/ 104 h 206"/>
                  <a:gd name="T70" fmla="*/ 110 w 114"/>
                  <a:gd name="T71" fmla="*/ 116 h 206"/>
                  <a:gd name="T72" fmla="*/ 106 w 114"/>
                  <a:gd name="T73" fmla="*/ 126 h 206"/>
                  <a:gd name="T74" fmla="*/ 100 w 114"/>
                  <a:gd name="T75" fmla="*/ 122 h 206"/>
                  <a:gd name="T76" fmla="*/ 88 w 114"/>
                  <a:gd name="T77" fmla="*/ 122 h 206"/>
                  <a:gd name="T78" fmla="*/ 88 w 114"/>
                  <a:gd name="T79" fmla="*/ 126 h 206"/>
                  <a:gd name="T80" fmla="*/ 84 w 114"/>
                  <a:gd name="T81" fmla="*/ 142 h 206"/>
                  <a:gd name="T82" fmla="*/ 88 w 114"/>
                  <a:gd name="T83" fmla="*/ 142 h 206"/>
                  <a:gd name="T84" fmla="*/ 100 w 114"/>
                  <a:gd name="T85" fmla="*/ 146 h 206"/>
                  <a:gd name="T86" fmla="*/ 92 w 114"/>
                  <a:gd name="T87" fmla="*/ 150 h 206"/>
                  <a:gd name="T88" fmla="*/ 100 w 114"/>
                  <a:gd name="T89" fmla="*/ 156 h 206"/>
                  <a:gd name="T90" fmla="*/ 100 w 114"/>
                  <a:gd name="T91" fmla="*/ 172 h 206"/>
                  <a:gd name="T92" fmla="*/ 104 w 114"/>
                  <a:gd name="T93" fmla="*/ 190 h 206"/>
                  <a:gd name="T94" fmla="*/ 96 w 114"/>
                  <a:gd name="T95" fmla="*/ 202 h 206"/>
                  <a:gd name="T96" fmla="*/ 100 w 114"/>
                  <a:gd name="T97" fmla="*/ 198 h 206"/>
                  <a:gd name="T98" fmla="*/ 80 w 114"/>
                  <a:gd name="T99" fmla="*/ 202 h 206"/>
                  <a:gd name="T100" fmla="*/ 66 w 114"/>
                  <a:gd name="T101" fmla="*/ 202 h 206"/>
                  <a:gd name="T102" fmla="*/ 52 w 114"/>
                  <a:gd name="T103" fmla="*/ 190 h 206"/>
                  <a:gd name="T104" fmla="*/ 32 w 114"/>
                  <a:gd name="T105" fmla="*/ 186 h 206"/>
                  <a:gd name="T106" fmla="*/ 30 w 114"/>
                  <a:gd name="T107" fmla="*/ 164 h 206"/>
                  <a:gd name="T108" fmla="*/ 32 w 114"/>
                  <a:gd name="T109" fmla="*/ 16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14" h="206">
                    <a:moveTo>
                      <a:pt x="36" y="156"/>
                    </a:moveTo>
                    <a:lnTo>
                      <a:pt x="36" y="152"/>
                    </a:lnTo>
                    <a:lnTo>
                      <a:pt x="40" y="152"/>
                    </a:lnTo>
                    <a:lnTo>
                      <a:pt x="36" y="150"/>
                    </a:lnTo>
                    <a:lnTo>
                      <a:pt x="36" y="146"/>
                    </a:lnTo>
                    <a:lnTo>
                      <a:pt x="40" y="142"/>
                    </a:lnTo>
                    <a:lnTo>
                      <a:pt x="40" y="138"/>
                    </a:lnTo>
                    <a:lnTo>
                      <a:pt x="40" y="134"/>
                    </a:lnTo>
                    <a:lnTo>
                      <a:pt x="44" y="134"/>
                    </a:lnTo>
                    <a:lnTo>
                      <a:pt x="48" y="134"/>
                    </a:lnTo>
                    <a:lnTo>
                      <a:pt x="52" y="134"/>
                    </a:lnTo>
                    <a:lnTo>
                      <a:pt x="52" y="130"/>
                    </a:lnTo>
                    <a:lnTo>
                      <a:pt x="48" y="126"/>
                    </a:lnTo>
                    <a:lnTo>
                      <a:pt x="44" y="126"/>
                    </a:lnTo>
                    <a:lnTo>
                      <a:pt x="44" y="130"/>
                    </a:lnTo>
                    <a:lnTo>
                      <a:pt x="44" y="126"/>
                    </a:lnTo>
                    <a:lnTo>
                      <a:pt x="40" y="126"/>
                    </a:lnTo>
                    <a:lnTo>
                      <a:pt x="40" y="122"/>
                    </a:lnTo>
                    <a:lnTo>
                      <a:pt x="36" y="122"/>
                    </a:lnTo>
                    <a:lnTo>
                      <a:pt x="36" y="120"/>
                    </a:lnTo>
                    <a:lnTo>
                      <a:pt x="36" y="116"/>
                    </a:lnTo>
                    <a:lnTo>
                      <a:pt x="32" y="116"/>
                    </a:lnTo>
                    <a:lnTo>
                      <a:pt x="32" y="112"/>
                    </a:lnTo>
                    <a:lnTo>
                      <a:pt x="32" y="108"/>
                    </a:lnTo>
                    <a:lnTo>
                      <a:pt x="30" y="108"/>
                    </a:lnTo>
                    <a:lnTo>
                      <a:pt x="30" y="104"/>
                    </a:lnTo>
                    <a:lnTo>
                      <a:pt x="26" y="104"/>
                    </a:lnTo>
                    <a:lnTo>
                      <a:pt x="26" y="100"/>
                    </a:lnTo>
                    <a:lnTo>
                      <a:pt x="22" y="100"/>
                    </a:lnTo>
                    <a:lnTo>
                      <a:pt x="22" y="94"/>
                    </a:lnTo>
                    <a:lnTo>
                      <a:pt x="18" y="94"/>
                    </a:lnTo>
                    <a:lnTo>
                      <a:pt x="18" y="90"/>
                    </a:lnTo>
                    <a:lnTo>
                      <a:pt x="14" y="90"/>
                    </a:lnTo>
                    <a:lnTo>
                      <a:pt x="14" y="86"/>
                    </a:lnTo>
                    <a:lnTo>
                      <a:pt x="14" y="82"/>
                    </a:lnTo>
                    <a:lnTo>
                      <a:pt x="10" y="82"/>
                    </a:lnTo>
                    <a:lnTo>
                      <a:pt x="10" y="80"/>
                    </a:lnTo>
                    <a:lnTo>
                      <a:pt x="10" y="76"/>
                    </a:lnTo>
                    <a:lnTo>
                      <a:pt x="14" y="76"/>
                    </a:lnTo>
                    <a:lnTo>
                      <a:pt x="10" y="76"/>
                    </a:lnTo>
                    <a:lnTo>
                      <a:pt x="10" y="72"/>
                    </a:lnTo>
                    <a:lnTo>
                      <a:pt x="10" y="68"/>
                    </a:lnTo>
                    <a:lnTo>
                      <a:pt x="14" y="68"/>
                    </a:lnTo>
                    <a:lnTo>
                      <a:pt x="14" y="64"/>
                    </a:lnTo>
                    <a:lnTo>
                      <a:pt x="10" y="64"/>
                    </a:lnTo>
                    <a:lnTo>
                      <a:pt x="10" y="68"/>
                    </a:lnTo>
                    <a:lnTo>
                      <a:pt x="10" y="72"/>
                    </a:lnTo>
                    <a:lnTo>
                      <a:pt x="10" y="68"/>
                    </a:lnTo>
                    <a:lnTo>
                      <a:pt x="10" y="72"/>
                    </a:lnTo>
                    <a:lnTo>
                      <a:pt x="10" y="68"/>
                    </a:lnTo>
                    <a:lnTo>
                      <a:pt x="10" y="64"/>
                    </a:lnTo>
                    <a:lnTo>
                      <a:pt x="10" y="60"/>
                    </a:lnTo>
                    <a:lnTo>
                      <a:pt x="6" y="60"/>
                    </a:lnTo>
                    <a:lnTo>
                      <a:pt x="6" y="56"/>
                    </a:lnTo>
                    <a:lnTo>
                      <a:pt x="2" y="52"/>
                    </a:lnTo>
                    <a:lnTo>
                      <a:pt x="0" y="52"/>
                    </a:lnTo>
                    <a:lnTo>
                      <a:pt x="0" y="50"/>
                    </a:lnTo>
                    <a:lnTo>
                      <a:pt x="2" y="50"/>
                    </a:lnTo>
                    <a:lnTo>
                      <a:pt x="2" y="46"/>
                    </a:lnTo>
                    <a:lnTo>
                      <a:pt x="6" y="46"/>
                    </a:lnTo>
                    <a:lnTo>
                      <a:pt x="6" y="42"/>
                    </a:lnTo>
                    <a:lnTo>
                      <a:pt x="10" y="38"/>
                    </a:lnTo>
                    <a:lnTo>
                      <a:pt x="10" y="34"/>
                    </a:lnTo>
                    <a:lnTo>
                      <a:pt x="14" y="30"/>
                    </a:lnTo>
                    <a:lnTo>
                      <a:pt x="10" y="30"/>
                    </a:lnTo>
                    <a:lnTo>
                      <a:pt x="10" y="26"/>
                    </a:lnTo>
                    <a:lnTo>
                      <a:pt x="14" y="30"/>
                    </a:lnTo>
                    <a:lnTo>
                      <a:pt x="14" y="26"/>
                    </a:lnTo>
                    <a:lnTo>
                      <a:pt x="10" y="26"/>
                    </a:lnTo>
                    <a:lnTo>
                      <a:pt x="14" y="26"/>
                    </a:lnTo>
                    <a:lnTo>
                      <a:pt x="18" y="30"/>
                    </a:lnTo>
                    <a:lnTo>
                      <a:pt x="18" y="26"/>
                    </a:lnTo>
                    <a:lnTo>
                      <a:pt x="22" y="26"/>
                    </a:lnTo>
                    <a:lnTo>
                      <a:pt x="26" y="24"/>
                    </a:lnTo>
                    <a:lnTo>
                      <a:pt x="30" y="24"/>
                    </a:lnTo>
                    <a:lnTo>
                      <a:pt x="30" y="26"/>
                    </a:lnTo>
                    <a:lnTo>
                      <a:pt x="30" y="24"/>
                    </a:lnTo>
                    <a:lnTo>
                      <a:pt x="30" y="20"/>
                    </a:lnTo>
                    <a:lnTo>
                      <a:pt x="32" y="20"/>
                    </a:lnTo>
                    <a:lnTo>
                      <a:pt x="36" y="16"/>
                    </a:lnTo>
                    <a:lnTo>
                      <a:pt x="36" y="12"/>
                    </a:lnTo>
                    <a:lnTo>
                      <a:pt x="36" y="16"/>
                    </a:lnTo>
                    <a:lnTo>
                      <a:pt x="36" y="12"/>
                    </a:lnTo>
                    <a:lnTo>
                      <a:pt x="40" y="12"/>
                    </a:lnTo>
                    <a:lnTo>
                      <a:pt x="44" y="12"/>
                    </a:lnTo>
                    <a:lnTo>
                      <a:pt x="48" y="8"/>
                    </a:lnTo>
                    <a:lnTo>
                      <a:pt x="52" y="8"/>
                    </a:lnTo>
                    <a:lnTo>
                      <a:pt x="52" y="4"/>
                    </a:lnTo>
                    <a:lnTo>
                      <a:pt x="56" y="4"/>
                    </a:lnTo>
                    <a:lnTo>
                      <a:pt x="60" y="4"/>
                    </a:lnTo>
                    <a:lnTo>
                      <a:pt x="60" y="0"/>
                    </a:lnTo>
                    <a:lnTo>
                      <a:pt x="62" y="0"/>
                    </a:lnTo>
                    <a:lnTo>
                      <a:pt x="66" y="0"/>
                    </a:lnTo>
                    <a:lnTo>
                      <a:pt x="70" y="0"/>
                    </a:lnTo>
                    <a:lnTo>
                      <a:pt x="70" y="4"/>
                    </a:lnTo>
                    <a:lnTo>
                      <a:pt x="74" y="4"/>
                    </a:lnTo>
                    <a:lnTo>
                      <a:pt x="76" y="4"/>
                    </a:lnTo>
                    <a:lnTo>
                      <a:pt x="80" y="4"/>
                    </a:lnTo>
                    <a:lnTo>
                      <a:pt x="80" y="0"/>
                    </a:lnTo>
                    <a:lnTo>
                      <a:pt x="84" y="4"/>
                    </a:lnTo>
                    <a:lnTo>
                      <a:pt x="88" y="4"/>
                    </a:lnTo>
                    <a:lnTo>
                      <a:pt x="92" y="4"/>
                    </a:lnTo>
                    <a:lnTo>
                      <a:pt x="92" y="8"/>
                    </a:lnTo>
                    <a:lnTo>
                      <a:pt x="88" y="12"/>
                    </a:lnTo>
                    <a:lnTo>
                      <a:pt x="92" y="16"/>
                    </a:lnTo>
                    <a:lnTo>
                      <a:pt x="92" y="20"/>
                    </a:lnTo>
                    <a:lnTo>
                      <a:pt x="88" y="24"/>
                    </a:lnTo>
                    <a:lnTo>
                      <a:pt x="88" y="26"/>
                    </a:lnTo>
                    <a:lnTo>
                      <a:pt x="84" y="30"/>
                    </a:lnTo>
                    <a:lnTo>
                      <a:pt x="88" y="34"/>
                    </a:lnTo>
                    <a:lnTo>
                      <a:pt x="92" y="34"/>
                    </a:lnTo>
                    <a:lnTo>
                      <a:pt x="88" y="34"/>
                    </a:lnTo>
                    <a:lnTo>
                      <a:pt x="84" y="34"/>
                    </a:lnTo>
                    <a:lnTo>
                      <a:pt x="80" y="34"/>
                    </a:lnTo>
                    <a:lnTo>
                      <a:pt x="76" y="34"/>
                    </a:lnTo>
                    <a:lnTo>
                      <a:pt x="74" y="34"/>
                    </a:lnTo>
                    <a:lnTo>
                      <a:pt x="70" y="34"/>
                    </a:lnTo>
                    <a:lnTo>
                      <a:pt x="66" y="34"/>
                    </a:lnTo>
                    <a:lnTo>
                      <a:pt x="66" y="38"/>
                    </a:lnTo>
                    <a:lnTo>
                      <a:pt x="62" y="38"/>
                    </a:lnTo>
                    <a:lnTo>
                      <a:pt x="62" y="42"/>
                    </a:lnTo>
                    <a:lnTo>
                      <a:pt x="60" y="42"/>
                    </a:lnTo>
                    <a:lnTo>
                      <a:pt x="60" y="46"/>
                    </a:lnTo>
                    <a:lnTo>
                      <a:pt x="62" y="46"/>
                    </a:lnTo>
                    <a:lnTo>
                      <a:pt x="62" y="50"/>
                    </a:lnTo>
                    <a:lnTo>
                      <a:pt x="66" y="50"/>
                    </a:lnTo>
                    <a:lnTo>
                      <a:pt x="70" y="50"/>
                    </a:lnTo>
                    <a:lnTo>
                      <a:pt x="70" y="52"/>
                    </a:lnTo>
                    <a:lnTo>
                      <a:pt x="66" y="52"/>
                    </a:lnTo>
                    <a:lnTo>
                      <a:pt x="62" y="52"/>
                    </a:lnTo>
                    <a:lnTo>
                      <a:pt x="60" y="50"/>
                    </a:lnTo>
                    <a:lnTo>
                      <a:pt x="56" y="50"/>
                    </a:lnTo>
                    <a:lnTo>
                      <a:pt x="52" y="50"/>
                    </a:lnTo>
                    <a:lnTo>
                      <a:pt x="52" y="52"/>
                    </a:lnTo>
                    <a:lnTo>
                      <a:pt x="52" y="56"/>
                    </a:lnTo>
                    <a:lnTo>
                      <a:pt x="56" y="56"/>
                    </a:lnTo>
                    <a:lnTo>
                      <a:pt x="60" y="56"/>
                    </a:lnTo>
                    <a:lnTo>
                      <a:pt x="60" y="60"/>
                    </a:lnTo>
                    <a:lnTo>
                      <a:pt x="62" y="64"/>
                    </a:lnTo>
                    <a:lnTo>
                      <a:pt x="62" y="68"/>
                    </a:lnTo>
                    <a:lnTo>
                      <a:pt x="66" y="72"/>
                    </a:lnTo>
                    <a:lnTo>
                      <a:pt x="66" y="76"/>
                    </a:lnTo>
                    <a:lnTo>
                      <a:pt x="66" y="80"/>
                    </a:lnTo>
                    <a:lnTo>
                      <a:pt x="70" y="80"/>
                    </a:lnTo>
                    <a:lnTo>
                      <a:pt x="74" y="82"/>
                    </a:lnTo>
                    <a:lnTo>
                      <a:pt x="74" y="86"/>
                    </a:lnTo>
                    <a:lnTo>
                      <a:pt x="74" y="82"/>
                    </a:lnTo>
                    <a:lnTo>
                      <a:pt x="76" y="82"/>
                    </a:lnTo>
                    <a:lnTo>
                      <a:pt x="80" y="86"/>
                    </a:lnTo>
                    <a:lnTo>
                      <a:pt x="84" y="86"/>
                    </a:lnTo>
                    <a:lnTo>
                      <a:pt x="84" y="90"/>
                    </a:lnTo>
                    <a:lnTo>
                      <a:pt x="84" y="94"/>
                    </a:lnTo>
                    <a:lnTo>
                      <a:pt x="80" y="94"/>
                    </a:lnTo>
                    <a:lnTo>
                      <a:pt x="80" y="96"/>
                    </a:lnTo>
                    <a:lnTo>
                      <a:pt x="80" y="100"/>
                    </a:lnTo>
                    <a:lnTo>
                      <a:pt x="80" y="104"/>
                    </a:lnTo>
                    <a:lnTo>
                      <a:pt x="80" y="108"/>
                    </a:lnTo>
                    <a:lnTo>
                      <a:pt x="84" y="108"/>
                    </a:lnTo>
                    <a:lnTo>
                      <a:pt x="80" y="108"/>
                    </a:lnTo>
                    <a:lnTo>
                      <a:pt x="80" y="112"/>
                    </a:lnTo>
                    <a:lnTo>
                      <a:pt x="84" y="112"/>
                    </a:lnTo>
                    <a:lnTo>
                      <a:pt x="84" y="116"/>
                    </a:lnTo>
                    <a:lnTo>
                      <a:pt x="88" y="120"/>
                    </a:lnTo>
                    <a:lnTo>
                      <a:pt x="88" y="116"/>
                    </a:lnTo>
                    <a:lnTo>
                      <a:pt x="84" y="112"/>
                    </a:lnTo>
                    <a:lnTo>
                      <a:pt x="88" y="112"/>
                    </a:lnTo>
                    <a:lnTo>
                      <a:pt x="88" y="108"/>
                    </a:lnTo>
                    <a:lnTo>
                      <a:pt x="84" y="108"/>
                    </a:lnTo>
                    <a:lnTo>
                      <a:pt x="88" y="104"/>
                    </a:lnTo>
                    <a:lnTo>
                      <a:pt x="88" y="100"/>
                    </a:lnTo>
                    <a:lnTo>
                      <a:pt x="92" y="100"/>
                    </a:lnTo>
                    <a:lnTo>
                      <a:pt x="96" y="96"/>
                    </a:lnTo>
                    <a:lnTo>
                      <a:pt x="100" y="96"/>
                    </a:lnTo>
                    <a:lnTo>
                      <a:pt x="104" y="100"/>
                    </a:lnTo>
                    <a:lnTo>
                      <a:pt x="104" y="104"/>
                    </a:lnTo>
                    <a:lnTo>
                      <a:pt x="104" y="108"/>
                    </a:lnTo>
                    <a:lnTo>
                      <a:pt x="104" y="112"/>
                    </a:lnTo>
                    <a:lnTo>
                      <a:pt x="106" y="112"/>
                    </a:lnTo>
                    <a:lnTo>
                      <a:pt x="106" y="116"/>
                    </a:lnTo>
                    <a:lnTo>
                      <a:pt x="110" y="116"/>
                    </a:lnTo>
                    <a:lnTo>
                      <a:pt x="114" y="120"/>
                    </a:lnTo>
                    <a:lnTo>
                      <a:pt x="114" y="122"/>
                    </a:lnTo>
                    <a:lnTo>
                      <a:pt x="110" y="122"/>
                    </a:lnTo>
                    <a:lnTo>
                      <a:pt x="106" y="122"/>
                    </a:lnTo>
                    <a:lnTo>
                      <a:pt x="106" y="126"/>
                    </a:lnTo>
                    <a:lnTo>
                      <a:pt x="110" y="126"/>
                    </a:lnTo>
                    <a:lnTo>
                      <a:pt x="106" y="126"/>
                    </a:lnTo>
                    <a:lnTo>
                      <a:pt x="104" y="126"/>
                    </a:lnTo>
                    <a:lnTo>
                      <a:pt x="100" y="126"/>
                    </a:lnTo>
                    <a:lnTo>
                      <a:pt x="100" y="122"/>
                    </a:lnTo>
                    <a:lnTo>
                      <a:pt x="96" y="122"/>
                    </a:lnTo>
                    <a:lnTo>
                      <a:pt x="96" y="126"/>
                    </a:lnTo>
                    <a:lnTo>
                      <a:pt x="96" y="122"/>
                    </a:lnTo>
                    <a:lnTo>
                      <a:pt x="92" y="122"/>
                    </a:lnTo>
                    <a:lnTo>
                      <a:pt x="88" y="122"/>
                    </a:lnTo>
                    <a:lnTo>
                      <a:pt x="88" y="120"/>
                    </a:lnTo>
                    <a:lnTo>
                      <a:pt x="88" y="122"/>
                    </a:lnTo>
                    <a:lnTo>
                      <a:pt x="88" y="126"/>
                    </a:lnTo>
                    <a:lnTo>
                      <a:pt x="84" y="126"/>
                    </a:lnTo>
                    <a:lnTo>
                      <a:pt x="88" y="126"/>
                    </a:lnTo>
                    <a:lnTo>
                      <a:pt x="84" y="126"/>
                    </a:lnTo>
                    <a:lnTo>
                      <a:pt x="84" y="130"/>
                    </a:lnTo>
                    <a:lnTo>
                      <a:pt x="84" y="134"/>
                    </a:lnTo>
                    <a:lnTo>
                      <a:pt x="84" y="138"/>
                    </a:lnTo>
                    <a:lnTo>
                      <a:pt x="84" y="142"/>
                    </a:lnTo>
                    <a:lnTo>
                      <a:pt x="88" y="142"/>
                    </a:lnTo>
                    <a:lnTo>
                      <a:pt x="88" y="146"/>
                    </a:lnTo>
                    <a:lnTo>
                      <a:pt x="88" y="142"/>
                    </a:lnTo>
                    <a:lnTo>
                      <a:pt x="88" y="138"/>
                    </a:lnTo>
                    <a:lnTo>
                      <a:pt x="88" y="142"/>
                    </a:lnTo>
                    <a:lnTo>
                      <a:pt x="92" y="142"/>
                    </a:lnTo>
                    <a:lnTo>
                      <a:pt x="96" y="138"/>
                    </a:lnTo>
                    <a:lnTo>
                      <a:pt x="96" y="142"/>
                    </a:lnTo>
                    <a:lnTo>
                      <a:pt x="96" y="146"/>
                    </a:lnTo>
                    <a:lnTo>
                      <a:pt x="100" y="146"/>
                    </a:lnTo>
                    <a:lnTo>
                      <a:pt x="100" y="150"/>
                    </a:lnTo>
                    <a:lnTo>
                      <a:pt x="96" y="150"/>
                    </a:lnTo>
                    <a:lnTo>
                      <a:pt x="92" y="150"/>
                    </a:lnTo>
                    <a:lnTo>
                      <a:pt x="92" y="146"/>
                    </a:lnTo>
                    <a:lnTo>
                      <a:pt x="92" y="150"/>
                    </a:lnTo>
                    <a:lnTo>
                      <a:pt x="92" y="152"/>
                    </a:lnTo>
                    <a:lnTo>
                      <a:pt x="92" y="156"/>
                    </a:lnTo>
                    <a:lnTo>
                      <a:pt x="92" y="152"/>
                    </a:lnTo>
                    <a:lnTo>
                      <a:pt x="96" y="152"/>
                    </a:lnTo>
                    <a:lnTo>
                      <a:pt x="100" y="156"/>
                    </a:lnTo>
                    <a:lnTo>
                      <a:pt x="104" y="160"/>
                    </a:lnTo>
                    <a:lnTo>
                      <a:pt x="104" y="164"/>
                    </a:lnTo>
                    <a:lnTo>
                      <a:pt x="100" y="164"/>
                    </a:lnTo>
                    <a:lnTo>
                      <a:pt x="100" y="168"/>
                    </a:lnTo>
                    <a:lnTo>
                      <a:pt x="100" y="172"/>
                    </a:lnTo>
                    <a:lnTo>
                      <a:pt x="100" y="176"/>
                    </a:lnTo>
                    <a:lnTo>
                      <a:pt x="100" y="178"/>
                    </a:lnTo>
                    <a:lnTo>
                      <a:pt x="100" y="182"/>
                    </a:lnTo>
                    <a:lnTo>
                      <a:pt x="100" y="186"/>
                    </a:lnTo>
                    <a:lnTo>
                      <a:pt x="104" y="190"/>
                    </a:lnTo>
                    <a:lnTo>
                      <a:pt x="104" y="194"/>
                    </a:lnTo>
                    <a:lnTo>
                      <a:pt x="104" y="198"/>
                    </a:lnTo>
                    <a:lnTo>
                      <a:pt x="104" y="202"/>
                    </a:lnTo>
                    <a:lnTo>
                      <a:pt x="100" y="202"/>
                    </a:lnTo>
                    <a:lnTo>
                      <a:pt x="96" y="202"/>
                    </a:lnTo>
                    <a:lnTo>
                      <a:pt x="100" y="198"/>
                    </a:lnTo>
                    <a:lnTo>
                      <a:pt x="100" y="202"/>
                    </a:lnTo>
                    <a:lnTo>
                      <a:pt x="100" y="198"/>
                    </a:lnTo>
                    <a:lnTo>
                      <a:pt x="104" y="198"/>
                    </a:lnTo>
                    <a:lnTo>
                      <a:pt x="100" y="198"/>
                    </a:lnTo>
                    <a:lnTo>
                      <a:pt x="96" y="198"/>
                    </a:lnTo>
                    <a:lnTo>
                      <a:pt x="92" y="202"/>
                    </a:lnTo>
                    <a:lnTo>
                      <a:pt x="88" y="202"/>
                    </a:lnTo>
                    <a:lnTo>
                      <a:pt x="84" y="202"/>
                    </a:lnTo>
                    <a:lnTo>
                      <a:pt x="80" y="202"/>
                    </a:lnTo>
                    <a:lnTo>
                      <a:pt x="76" y="206"/>
                    </a:lnTo>
                    <a:lnTo>
                      <a:pt x="74" y="206"/>
                    </a:lnTo>
                    <a:lnTo>
                      <a:pt x="70" y="206"/>
                    </a:lnTo>
                    <a:lnTo>
                      <a:pt x="66" y="206"/>
                    </a:lnTo>
                    <a:lnTo>
                      <a:pt x="66" y="202"/>
                    </a:lnTo>
                    <a:lnTo>
                      <a:pt x="62" y="202"/>
                    </a:lnTo>
                    <a:lnTo>
                      <a:pt x="60" y="202"/>
                    </a:lnTo>
                    <a:lnTo>
                      <a:pt x="56" y="198"/>
                    </a:lnTo>
                    <a:lnTo>
                      <a:pt x="52" y="194"/>
                    </a:lnTo>
                    <a:lnTo>
                      <a:pt x="52" y="190"/>
                    </a:lnTo>
                    <a:lnTo>
                      <a:pt x="48" y="190"/>
                    </a:lnTo>
                    <a:lnTo>
                      <a:pt x="44" y="190"/>
                    </a:lnTo>
                    <a:lnTo>
                      <a:pt x="40" y="186"/>
                    </a:lnTo>
                    <a:lnTo>
                      <a:pt x="36" y="186"/>
                    </a:lnTo>
                    <a:lnTo>
                      <a:pt x="32" y="186"/>
                    </a:lnTo>
                    <a:lnTo>
                      <a:pt x="32" y="182"/>
                    </a:lnTo>
                    <a:lnTo>
                      <a:pt x="32" y="178"/>
                    </a:lnTo>
                    <a:lnTo>
                      <a:pt x="30" y="172"/>
                    </a:lnTo>
                    <a:lnTo>
                      <a:pt x="30" y="168"/>
                    </a:lnTo>
                    <a:lnTo>
                      <a:pt x="30" y="164"/>
                    </a:lnTo>
                    <a:lnTo>
                      <a:pt x="32" y="160"/>
                    </a:lnTo>
                    <a:lnTo>
                      <a:pt x="32" y="156"/>
                    </a:lnTo>
                    <a:lnTo>
                      <a:pt x="36" y="156"/>
                    </a:lnTo>
                    <a:lnTo>
                      <a:pt x="32" y="156"/>
                    </a:lnTo>
                    <a:lnTo>
                      <a:pt x="32" y="160"/>
                    </a:lnTo>
                    <a:lnTo>
                      <a:pt x="36" y="160"/>
                    </a:lnTo>
                    <a:lnTo>
                      <a:pt x="36" y="156"/>
                    </a:lnTo>
                    <a:lnTo>
                      <a:pt x="36" y="156"/>
                    </a:lnTo>
                    <a:lnTo>
                      <a:pt x="36" y="1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6" name="Freeform 221"/>
              <p:cNvSpPr>
                <a:spLocks/>
              </p:cNvSpPr>
              <p:nvPr/>
            </p:nvSpPr>
            <p:spPr bwMode="gray">
              <a:xfrm>
                <a:off x="6233110" y="3044801"/>
                <a:ext cx="90442" cy="125227"/>
              </a:xfrm>
              <a:custGeom>
                <a:avLst/>
                <a:gdLst>
                  <a:gd name="T0" fmla="*/ 40 w 52"/>
                  <a:gd name="T1" fmla="*/ 20 h 72"/>
                  <a:gd name="T2" fmla="*/ 36 w 52"/>
                  <a:gd name="T3" fmla="*/ 22 h 72"/>
                  <a:gd name="T4" fmla="*/ 40 w 52"/>
                  <a:gd name="T5" fmla="*/ 26 h 72"/>
                  <a:gd name="T6" fmla="*/ 44 w 52"/>
                  <a:gd name="T7" fmla="*/ 22 h 72"/>
                  <a:gd name="T8" fmla="*/ 40 w 52"/>
                  <a:gd name="T9" fmla="*/ 26 h 72"/>
                  <a:gd name="T10" fmla="*/ 44 w 52"/>
                  <a:gd name="T11" fmla="*/ 34 h 72"/>
                  <a:gd name="T12" fmla="*/ 52 w 52"/>
                  <a:gd name="T13" fmla="*/ 34 h 72"/>
                  <a:gd name="T14" fmla="*/ 48 w 52"/>
                  <a:gd name="T15" fmla="*/ 38 h 72"/>
                  <a:gd name="T16" fmla="*/ 48 w 52"/>
                  <a:gd name="T17" fmla="*/ 42 h 72"/>
                  <a:gd name="T18" fmla="*/ 44 w 52"/>
                  <a:gd name="T19" fmla="*/ 46 h 72"/>
                  <a:gd name="T20" fmla="*/ 40 w 52"/>
                  <a:gd name="T21" fmla="*/ 50 h 72"/>
                  <a:gd name="T22" fmla="*/ 40 w 52"/>
                  <a:gd name="T23" fmla="*/ 50 h 72"/>
                  <a:gd name="T24" fmla="*/ 40 w 52"/>
                  <a:gd name="T25" fmla="*/ 56 h 72"/>
                  <a:gd name="T26" fmla="*/ 36 w 52"/>
                  <a:gd name="T27" fmla="*/ 52 h 72"/>
                  <a:gd name="T28" fmla="*/ 32 w 52"/>
                  <a:gd name="T29" fmla="*/ 56 h 72"/>
                  <a:gd name="T30" fmla="*/ 36 w 52"/>
                  <a:gd name="T31" fmla="*/ 60 h 72"/>
                  <a:gd name="T32" fmla="*/ 40 w 52"/>
                  <a:gd name="T33" fmla="*/ 64 h 72"/>
                  <a:gd name="T34" fmla="*/ 32 w 52"/>
                  <a:gd name="T35" fmla="*/ 68 h 72"/>
                  <a:gd name="T36" fmla="*/ 28 w 52"/>
                  <a:gd name="T37" fmla="*/ 64 h 72"/>
                  <a:gd name="T38" fmla="*/ 26 w 52"/>
                  <a:gd name="T39" fmla="*/ 68 h 72"/>
                  <a:gd name="T40" fmla="*/ 22 w 52"/>
                  <a:gd name="T41" fmla="*/ 72 h 72"/>
                  <a:gd name="T42" fmla="*/ 18 w 52"/>
                  <a:gd name="T43" fmla="*/ 68 h 72"/>
                  <a:gd name="T44" fmla="*/ 18 w 52"/>
                  <a:gd name="T45" fmla="*/ 64 h 72"/>
                  <a:gd name="T46" fmla="*/ 14 w 52"/>
                  <a:gd name="T47" fmla="*/ 60 h 72"/>
                  <a:gd name="T48" fmla="*/ 10 w 52"/>
                  <a:gd name="T49" fmla="*/ 64 h 72"/>
                  <a:gd name="T50" fmla="*/ 6 w 52"/>
                  <a:gd name="T51" fmla="*/ 60 h 72"/>
                  <a:gd name="T52" fmla="*/ 6 w 52"/>
                  <a:gd name="T53" fmla="*/ 60 h 72"/>
                  <a:gd name="T54" fmla="*/ 10 w 52"/>
                  <a:gd name="T55" fmla="*/ 64 h 72"/>
                  <a:gd name="T56" fmla="*/ 4 w 52"/>
                  <a:gd name="T57" fmla="*/ 64 h 72"/>
                  <a:gd name="T58" fmla="*/ 0 w 52"/>
                  <a:gd name="T59" fmla="*/ 60 h 72"/>
                  <a:gd name="T60" fmla="*/ 0 w 52"/>
                  <a:gd name="T61" fmla="*/ 52 h 72"/>
                  <a:gd name="T62" fmla="*/ 0 w 52"/>
                  <a:gd name="T63" fmla="*/ 46 h 72"/>
                  <a:gd name="T64" fmla="*/ 0 w 52"/>
                  <a:gd name="T65" fmla="*/ 38 h 72"/>
                  <a:gd name="T66" fmla="*/ 4 w 52"/>
                  <a:gd name="T67" fmla="*/ 30 h 72"/>
                  <a:gd name="T68" fmla="*/ 4 w 52"/>
                  <a:gd name="T69" fmla="*/ 22 h 72"/>
                  <a:gd name="T70" fmla="*/ 6 w 52"/>
                  <a:gd name="T71" fmla="*/ 20 h 72"/>
                  <a:gd name="T72" fmla="*/ 14 w 52"/>
                  <a:gd name="T73" fmla="*/ 20 h 72"/>
                  <a:gd name="T74" fmla="*/ 14 w 52"/>
                  <a:gd name="T75" fmla="*/ 20 h 72"/>
                  <a:gd name="T76" fmla="*/ 14 w 52"/>
                  <a:gd name="T77" fmla="*/ 20 h 72"/>
                  <a:gd name="T78" fmla="*/ 18 w 52"/>
                  <a:gd name="T79" fmla="*/ 22 h 72"/>
                  <a:gd name="T80" fmla="*/ 18 w 52"/>
                  <a:gd name="T81" fmla="*/ 16 h 72"/>
                  <a:gd name="T82" fmla="*/ 22 w 52"/>
                  <a:gd name="T83" fmla="*/ 12 h 72"/>
                  <a:gd name="T84" fmla="*/ 26 w 52"/>
                  <a:gd name="T85" fmla="*/ 16 h 72"/>
                  <a:gd name="T86" fmla="*/ 22 w 52"/>
                  <a:gd name="T87" fmla="*/ 12 h 72"/>
                  <a:gd name="T88" fmla="*/ 22 w 52"/>
                  <a:gd name="T89" fmla="*/ 4 h 72"/>
                  <a:gd name="T90" fmla="*/ 28 w 52"/>
                  <a:gd name="T91" fmla="*/ 4 h 72"/>
                  <a:gd name="T92" fmla="*/ 32 w 52"/>
                  <a:gd name="T93" fmla="*/ 4 h 72"/>
                  <a:gd name="T94" fmla="*/ 32 w 52"/>
                  <a:gd name="T95" fmla="*/ 0 h 72"/>
                  <a:gd name="T96" fmla="*/ 36 w 52"/>
                  <a:gd name="T97" fmla="*/ 4 h 72"/>
                  <a:gd name="T98" fmla="*/ 40 w 52"/>
                  <a:gd name="T99" fmla="*/ 8 h 72"/>
                  <a:gd name="T100" fmla="*/ 44 w 52"/>
                  <a:gd name="T101" fmla="*/ 4 h 72"/>
                  <a:gd name="T102" fmla="*/ 48 w 52"/>
                  <a:gd name="T103" fmla="*/ 0 h 72"/>
                  <a:gd name="T104" fmla="*/ 48 w 52"/>
                  <a:gd name="T105" fmla="*/ 8 h 72"/>
                  <a:gd name="T106" fmla="*/ 40 w 52"/>
                  <a:gd name="T107" fmla="*/ 12 h 72"/>
                  <a:gd name="T108" fmla="*/ 36 w 52"/>
                  <a:gd name="T109" fmla="*/ 16 h 72"/>
                  <a:gd name="T110" fmla="*/ 36 w 52"/>
                  <a:gd name="T111" fmla="*/ 16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2" h="72">
                    <a:moveTo>
                      <a:pt x="36" y="16"/>
                    </a:moveTo>
                    <a:lnTo>
                      <a:pt x="40" y="20"/>
                    </a:lnTo>
                    <a:lnTo>
                      <a:pt x="40" y="22"/>
                    </a:lnTo>
                    <a:lnTo>
                      <a:pt x="36" y="22"/>
                    </a:lnTo>
                    <a:lnTo>
                      <a:pt x="36" y="26"/>
                    </a:lnTo>
                    <a:lnTo>
                      <a:pt x="40" y="26"/>
                    </a:lnTo>
                    <a:lnTo>
                      <a:pt x="40" y="22"/>
                    </a:lnTo>
                    <a:lnTo>
                      <a:pt x="44" y="22"/>
                    </a:lnTo>
                    <a:lnTo>
                      <a:pt x="44" y="26"/>
                    </a:lnTo>
                    <a:lnTo>
                      <a:pt x="40" y="26"/>
                    </a:lnTo>
                    <a:lnTo>
                      <a:pt x="44" y="30"/>
                    </a:lnTo>
                    <a:lnTo>
                      <a:pt x="44" y="34"/>
                    </a:lnTo>
                    <a:lnTo>
                      <a:pt x="48" y="34"/>
                    </a:lnTo>
                    <a:lnTo>
                      <a:pt x="52" y="34"/>
                    </a:lnTo>
                    <a:lnTo>
                      <a:pt x="48" y="34"/>
                    </a:lnTo>
                    <a:lnTo>
                      <a:pt x="48" y="38"/>
                    </a:lnTo>
                    <a:lnTo>
                      <a:pt x="52" y="38"/>
                    </a:lnTo>
                    <a:lnTo>
                      <a:pt x="48" y="42"/>
                    </a:lnTo>
                    <a:lnTo>
                      <a:pt x="44" y="42"/>
                    </a:lnTo>
                    <a:lnTo>
                      <a:pt x="44" y="46"/>
                    </a:lnTo>
                    <a:lnTo>
                      <a:pt x="40" y="46"/>
                    </a:lnTo>
                    <a:lnTo>
                      <a:pt x="40" y="50"/>
                    </a:lnTo>
                    <a:lnTo>
                      <a:pt x="40" y="52"/>
                    </a:lnTo>
                    <a:lnTo>
                      <a:pt x="40" y="50"/>
                    </a:lnTo>
                    <a:lnTo>
                      <a:pt x="40" y="52"/>
                    </a:lnTo>
                    <a:lnTo>
                      <a:pt x="40" y="56"/>
                    </a:lnTo>
                    <a:lnTo>
                      <a:pt x="40" y="52"/>
                    </a:lnTo>
                    <a:lnTo>
                      <a:pt x="36" y="52"/>
                    </a:lnTo>
                    <a:lnTo>
                      <a:pt x="36" y="56"/>
                    </a:lnTo>
                    <a:lnTo>
                      <a:pt x="32" y="56"/>
                    </a:lnTo>
                    <a:lnTo>
                      <a:pt x="32" y="60"/>
                    </a:lnTo>
                    <a:lnTo>
                      <a:pt x="36" y="60"/>
                    </a:lnTo>
                    <a:lnTo>
                      <a:pt x="40" y="60"/>
                    </a:lnTo>
                    <a:lnTo>
                      <a:pt x="40" y="64"/>
                    </a:lnTo>
                    <a:lnTo>
                      <a:pt x="36" y="64"/>
                    </a:lnTo>
                    <a:lnTo>
                      <a:pt x="32" y="68"/>
                    </a:lnTo>
                    <a:lnTo>
                      <a:pt x="32" y="64"/>
                    </a:lnTo>
                    <a:lnTo>
                      <a:pt x="28" y="64"/>
                    </a:lnTo>
                    <a:lnTo>
                      <a:pt x="28" y="68"/>
                    </a:lnTo>
                    <a:lnTo>
                      <a:pt x="26" y="68"/>
                    </a:lnTo>
                    <a:lnTo>
                      <a:pt x="22" y="68"/>
                    </a:lnTo>
                    <a:lnTo>
                      <a:pt x="22" y="72"/>
                    </a:lnTo>
                    <a:lnTo>
                      <a:pt x="22" y="68"/>
                    </a:lnTo>
                    <a:lnTo>
                      <a:pt x="18" y="68"/>
                    </a:lnTo>
                    <a:lnTo>
                      <a:pt x="22" y="64"/>
                    </a:lnTo>
                    <a:lnTo>
                      <a:pt x="18" y="64"/>
                    </a:lnTo>
                    <a:lnTo>
                      <a:pt x="14" y="64"/>
                    </a:lnTo>
                    <a:lnTo>
                      <a:pt x="14" y="60"/>
                    </a:lnTo>
                    <a:lnTo>
                      <a:pt x="14" y="64"/>
                    </a:lnTo>
                    <a:lnTo>
                      <a:pt x="10" y="64"/>
                    </a:lnTo>
                    <a:lnTo>
                      <a:pt x="10" y="60"/>
                    </a:lnTo>
                    <a:lnTo>
                      <a:pt x="6" y="60"/>
                    </a:lnTo>
                    <a:lnTo>
                      <a:pt x="10" y="60"/>
                    </a:lnTo>
                    <a:lnTo>
                      <a:pt x="6" y="60"/>
                    </a:lnTo>
                    <a:lnTo>
                      <a:pt x="10" y="60"/>
                    </a:lnTo>
                    <a:lnTo>
                      <a:pt x="10" y="64"/>
                    </a:lnTo>
                    <a:lnTo>
                      <a:pt x="6" y="64"/>
                    </a:lnTo>
                    <a:lnTo>
                      <a:pt x="4" y="64"/>
                    </a:lnTo>
                    <a:lnTo>
                      <a:pt x="0" y="64"/>
                    </a:lnTo>
                    <a:lnTo>
                      <a:pt x="0" y="60"/>
                    </a:lnTo>
                    <a:lnTo>
                      <a:pt x="4" y="56"/>
                    </a:lnTo>
                    <a:lnTo>
                      <a:pt x="0" y="52"/>
                    </a:lnTo>
                    <a:lnTo>
                      <a:pt x="0" y="50"/>
                    </a:lnTo>
                    <a:lnTo>
                      <a:pt x="0" y="46"/>
                    </a:lnTo>
                    <a:lnTo>
                      <a:pt x="0" y="42"/>
                    </a:lnTo>
                    <a:lnTo>
                      <a:pt x="0" y="38"/>
                    </a:lnTo>
                    <a:lnTo>
                      <a:pt x="0" y="34"/>
                    </a:lnTo>
                    <a:lnTo>
                      <a:pt x="4" y="30"/>
                    </a:lnTo>
                    <a:lnTo>
                      <a:pt x="4" y="26"/>
                    </a:lnTo>
                    <a:lnTo>
                      <a:pt x="4" y="22"/>
                    </a:lnTo>
                    <a:lnTo>
                      <a:pt x="6" y="22"/>
                    </a:lnTo>
                    <a:lnTo>
                      <a:pt x="6" y="20"/>
                    </a:lnTo>
                    <a:lnTo>
                      <a:pt x="10" y="20"/>
                    </a:lnTo>
                    <a:lnTo>
                      <a:pt x="14" y="20"/>
                    </a:lnTo>
                    <a:lnTo>
                      <a:pt x="14" y="16"/>
                    </a:lnTo>
                    <a:lnTo>
                      <a:pt x="14" y="20"/>
                    </a:lnTo>
                    <a:lnTo>
                      <a:pt x="18" y="20"/>
                    </a:lnTo>
                    <a:lnTo>
                      <a:pt x="14" y="20"/>
                    </a:lnTo>
                    <a:lnTo>
                      <a:pt x="14" y="22"/>
                    </a:lnTo>
                    <a:lnTo>
                      <a:pt x="18" y="22"/>
                    </a:lnTo>
                    <a:lnTo>
                      <a:pt x="18" y="20"/>
                    </a:lnTo>
                    <a:lnTo>
                      <a:pt x="18" y="16"/>
                    </a:lnTo>
                    <a:lnTo>
                      <a:pt x="18" y="12"/>
                    </a:lnTo>
                    <a:lnTo>
                      <a:pt x="22" y="12"/>
                    </a:lnTo>
                    <a:lnTo>
                      <a:pt x="22" y="16"/>
                    </a:lnTo>
                    <a:lnTo>
                      <a:pt x="26" y="16"/>
                    </a:lnTo>
                    <a:lnTo>
                      <a:pt x="26" y="12"/>
                    </a:lnTo>
                    <a:lnTo>
                      <a:pt x="22" y="12"/>
                    </a:lnTo>
                    <a:lnTo>
                      <a:pt x="22" y="8"/>
                    </a:lnTo>
                    <a:lnTo>
                      <a:pt x="22" y="4"/>
                    </a:lnTo>
                    <a:lnTo>
                      <a:pt x="26" y="4"/>
                    </a:lnTo>
                    <a:lnTo>
                      <a:pt x="28" y="4"/>
                    </a:lnTo>
                    <a:lnTo>
                      <a:pt x="32" y="8"/>
                    </a:lnTo>
                    <a:lnTo>
                      <a:pt x="32" y="4"/>
                    </a:lnTo>
                    <a:lnTo>
                      <a:pt x="28" y="4"/>
                    </a:lnTo>
                    <a:lnTo>
                      <a:pt x="32" y="0"/>
                    </a:lnTo>
                    <a:lnTo>
                      <a:pt x="36" y="0"/>
                    </a:lnTo>
                    <a:lnTo>
                      <a:pt x="36" y="4"/>
                    </a:lnTo>
                    <a:lnTo>
                      <a:pt x="36" y="8"/>
                    </a:lnTo>
                    <a:lnTo>
                      <a:pt x="40" y="8"/>
                    </a:lnTo>
                    <a:lnTo>
                      <a:pt x="40" y="4"/>
                    </a:lnTo>
                    <a:lnTo>
                      <a:pt x="44" y="4"/>
                    </a:lnTo>
                    <a:lnTo>
                      <a:pt x="44" y="0"/>
                    </a:lnTo>
                    <a:lnTo>
                      <a:pt x="48" y="0"/>
                    </a:lnTo>
                    <a:lnTo>
                      <a:pt x="48" y="4"/>
                    </a:lnTo>
                    <a:lnTo>
                      <a:pt x="48" y="8"/>
                    </a:lnTo>
                    <a:lnTo>
                      <a:pt x="44" y="12"/>
                    </a:lnTo>
                    <a:lnTo>
                      <a:pt x="40" y="12"/>
                    </a:lnTo>
                    <a:lnTo>
                      <a:pt x="40" y="16"/>
                    </a:lnTo>
                    <a:lnTo>
                      <a:pt x="36" y="16"/>
                    </a:lnTo>
                    <a:lnTo>
                      <a:pt x="36" y="16"/>
                    </a:lnTo>
                    <a:lnTo>
                      <a:pt x="36"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2" name="Freeform 227"/>
              <p:cNvSpPr>
                <a:spLocks noEditPoints="1"/>
              </p:cNvSpPr>
              <p:nvPr/>
            </p:nvSpPr>
            <p:spPr bwMode="gray">
              <a:xfrm>
                <a:off x="6480085" y="3392652"/>
                <a:ext cx="720056" cy="928763"/>
              </a:xfrm>
              <a:custGeom>
                <a:avLst/>
                <a:gdLst>
                  <a:gd name="T0" fmla="*/ 34 w 414"/>
                  <a:gd name="T1" fmla="*/ 226 h 534"/>
                  <a:gd name="T2" fmla="*/ 26 w 414"/>
                  <a:gd name="T3" fmla="*/ 198 h 534"/>
                  <a:gd name="T4" fmla="*/ 30 w 414"/>
                  <a:gd name="T5" fmla="*/ 162 h 534"/>
                  <a:gd name="T6" fmla="*/ 60 w 414"/>
                  <a:gd name="T7" fmla="*/ 146 h 534"/>
                  <a:gd name="T8" fmla="*/ 90 w 414"/>
                  <a:gd name="T9" fmla="*/ 106 h 534"/>
                  <a:gd name="T10" fmla="*/ 92 w 414"/>
                  <a:gd name="T11" fmla="*/ 80 h 534"/>
                  <a:gd name="T12" fmla="*/ 76 w 414"/>
                  <a:gd name="T13" fmla="*/ 42 h 534"/>
                  <a:gd name="T14" fmla="*/ 122 w 414"/>
                  <a:gd name="T15" fmla="*/ 20 h 534"/>
                  <a:gd name="T16" fmla="*/ 140 w 414"/>
                  <a:gd name="T17" fmla="*/ 28 h 534"/>
                  <a:gd name="T18" fmla="*/ 156 w 414"/>
                  <a:gd name="T19" fmla="*/ 68 h 534"/>
                  <a:gd name="T20" fmla="*/ 148 w 414"/>
                  <a:gd name="T21" fmla="*/ 94 h 534"/>
                  <a:gd name="T22" fmla="*/ 178 w 414"/>
                  <a:gd name="T23" fmla="*/ 116 h 534"/>
                  <a:gd name="T24" fmla="*/ 170 w 414"/>
                  <a:gd name="T25" fmla="*/ 150 h 534"/>
                  <a:gd name="T26" fmla="*/ 212 w 414"/>
                  <a:gd name="T27" fmla="*/ 170 h 534"/>
                  <a:gd name="T28" fmla="*/ 242 w 414"/>
                  <a:gd name="T29" fmla="*/ 184 h 534"/>
                  <a:gd name="T30" fmla="*/ 278 w 414"/>
                  <a:gd name="T31" fmla="*/ 188 h 534"/>
                  <a:gd name="T32" fmla="*/ 290 w 414"/>
                  <a:gd name="T33" fmla="*/ 162 h 534"/>
                  <a:gd name="T34" fmla="*/ 316 w 414"/>
                  <a:gd name="T35" fmla="*/ 184 h 534"/>
                  <a:gd name="T36" fmla="*/ 334 w 414"/>
                  <a:gd name="T37" fmla="*/ 166 h 534"/>
                  <a:gd name="T38" fmla="*/ 372 w 414"/>
                  <a:gd name="T39" fmla="*/ 140 h 534"/>
                  <a:gd name="T40" fmla="*/ 394 w 414"/>
                  <a:gd name="T41" fmla="*/ 140 h 534"/>
                  <a:gd name="T42" fmla="*/ 410 w 414"/>
                  <a:gd name="T43" fmla="*/ 166 h 534"/>
                  <a:gd name="T44" fmla="*/ 380 w 414"/>
                  <a:gd name="T45" fmla="*/ 188 h 534"/>
                  <a:gd name="T46" fmla="*/ 364 w 414"/>
                  <a:gd name="T47" fmla="*/ 236 h 534"/>
                  <a:gd name="T48" fmla="*/ 350 w 414"/>
                  <a:gd name="T49" fmla="*/ 256 h 534"/>
                  <a:gd name="T50" fmla="*/ 338 w 414"/>
                  <a:gd name="T51" fmla="*/ 248 h 534"/>
                  <a:gd name="T52" fmla="*/ 328 w 414"/>
                  <a:gd name="T53" fmla="*/ 244 h 534"/>
                  <a:gd name="T54" fmla="*/ 342 w 414"/>
                  <a:gd name="T55" fmla="*/ 218 h 534"/>
                  <a:gd name="T56" fmla="*/ 304 w 414"/>
                  <a:gd name="T57" fmla="*/ 198 h 534"/>
                  <a:gd name="T58" fmla="*/ 286 w 414"/>
                  <a:gd name="T59" fmla="*/ 184 h 534"/>
                  <a:gd name="T60" fmla="*/ 286 w 414"/>
                  <a:gd name="T61" fmla="*/ 214 h 534"/>
                  <a:gd name="T62" fmla="*/ 286 w 414"/>
                  <a:gd name="T63" fmla="*/ 236 h 534"/>
                  <a:gd name="T64" fmla="*/ 290 w 414"/>
                  <a:gd name="T65" fmla="*/ 270 h 534"/>
                  <a:gd name="T66" fmla="*/ 282 w 414"/>
                  <a:gd name="T67" fmla="*/ 274 h 534"/>
                  <a:gd name="T68" fmla="*/ 268 w 414"/>
                  <a:gd name="T69" fmla="*/ 278 h 534"/>
                  <a:gd name="T70" fmla="*/ 248 w 414"/>
                  <a:gd name="T71" fmla="*/ 306 h 534"/>
                  <a:gd name="T72" fmla="*/ 230 w 414"/>
                  <a:gd name="T73" fmla="*/ 318 h 534"/>
                  <a:gd name="T74" fmla="*/ 200 w 414"/>
                  <a:gd name="T75" fmla="*/ 352 h 534"/>
                  <a:gd name="T76" fmla="*/ 178 w 414"/>
                  <a:gd name="T77" fmla="*/ 378 h 534"/>
                  <a:gd name="T78" fmla="*/ 170 w 414"/>
                  <a:gd name="T79" fmla="*/ 412 h 534"/>
                  <a:gd name="T80" fmla="*/ 162 w 414"/>
                  <a:gd name="T81" fmla="*/ 442 h 534"/>
                  <a:gd name="T82" fmla="*/ 152 w 414"/>
                  <a:gd name="T83" fmla="*/ 478 h 534"/>
                  <a:gd name="T84" fmla="*/ 126 w 414"/>
                  <a:gd name="T85" fmla="*/ 508 h 534"/>
                  <a:gd name="T86" fmla="*/ 114 w 414"/>
                  <a:gd name="T87" fmla="*/ 486 h 534"/>
                  <a:gd name="T88" fmla="*/ 96 w 414"/>
                  <a:gd name="T89" fmla="*/ 442 h 534"/>
                  <a:gd name="T90" fmla="*/ 86 w 414"/>
                  <a:gd name="T91" fmla="*/ 396 h 534"/>
                  <a:gd name="T92" fmla="*/ 70 w 414"/>
                  <a:gd name="T93" fmla="*/ 358 h 534"/>
                  <a:gd name="T94" fmla="*/ 62 w 414"/>
                  <a:gd name="T95" fmla="*/ 322 h 534"/>
                  <a:gd name="T96" fmla="*/ 62 w 414"/>
                  <a:gd name="T97" fmla="*/ 286 h 534"/>
                  <a:gd name="T98" fmla="*/ 60 w 414"/>
                  <a:gd name="T99" fmla="*/ 270 h 534"/>
                  <a:gd name="T100" fmla="*/ 56 w 414"/>
                  <a:gd name="T101" fmla="*/ 270 h 534"/>
                  <a:gd name="T102" fmla="*/ 22 w 414"/>
                  <a:gd name="T103" fmla="*/ 282 h 534"/>
                  <a:gd name="T104" fmla="*/ 30 w 414"/>
                  <a:gd name="T105" fmla="*/ 256 h 534"/>
                  <a:gd name="T106" fmla="*/ 4 w 414"/>
                  <a:gd name="T107" fmla="*/ 240 h 534"/>
                  <a:gd name="T108" fmla="*/ 346 w 414"/>
                  <a:gd name="T109" fmla="*/ 442 h 534"/>
                  <a:gd name="T110" fmla="*/ 346 w 414"/>
                  <a:gd name="T111" fmla="*/ 490 h 534"/>
                  <a:gd name="T112" fmla="*/ 354 w 414"/>
                  <a:gd name="T113" fmla="*/ 512 h 534"/>
                  <a:gd name="T114" fmla="*/ 350 w 414"/>
                  <a:gd name="T115" fmla="*/ 426 h 534"/>
                  <a:gd name="T116" fmla="*/ 346 w 414"/>
                  <a:gd name="T117" fmla="*/ 438 h 534"/>
                  <a:gd name="T118" fmla="*/ 346 w 414"/>
                  <a:gd name="T119" fmla="*/ 442 h 534"/>
                  <a:gd name="T120" fmla="*/ 360 w 414"/>
                  <a:gd name="T121" fmla="*/ 528 h 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14" h="534">
                    <a:moveTo>
                      <a:pt x="0" y="236"/>
                    </a:moveTo>
                    <a:lnTo>
                      <a:pt x="0" y="232"/>
                    </a:lnTo>
                    <a:lnTo>
                      <a:pt x="4" y="232"/>
                    </a:lnTo>
                    <a:lnTo>
                      <a:pt x="6" y="232"/>
                    </a:lnTo>
                    <a:lnTo>
                      <a:pt x="6" y="228"/>
                    </a:lnTo>
                    <a:lnTo>
                      <a:pt x="6" y="226"/>
                    </a:lnTo>
                    <a:lnTo>
                      <a:pt x="10" y="226"/>
                    </a:lnTo>
                    <a:lnTo>
                      <a:pt x="10" y="228"/>
                    </a:lnTo>
                    <a:lnTo>
                      <a:pt x="14" y="228"/>
                    </a:lnTo>
                    <a:lnTo>
                      <a:pt x="18" y="228"/>
                    </a:lnTo>
                    <a:lnTo>
                      <a:pt x="22" y="228"/>
                    </a:lnTo>
                    <a:lnTo>
                      <a:pt x="26" y="228"/>
                    </a:lnTo>
                    <a:lnTo>
                      <a:pt x="26" y="226"/>
                    </a:lnTo>
                    <a:lnTo>
                      <a:pt x="30" y="226"/>
                    </a:lnTo>
                    <a:lnTo>
                      <a:pt x="34" y="226"/>
                    </a:lnTo>
                    <a:lnTo>
                      <a:pt x="34" y="228"/>
                    </a:lnTo>
                    <a:lnTo>
                      <a:pt x="36" y="228"/>
                    </a:lnTo>
                    <a:lnTo>
                      <a:pt x="36" y="226"/>
                    </a:lnTo>
                    <a:lnTo>
                      <a:pt x="40" y="226"/>
                    </a:lnTo>
                    <a:lnTo>
                      <a:pt x="36" y="226"/>
                    </a:lnTo>
                    <a:lnTo>
                      <a:pt x="36" y="222"/>
                    </a:lnTo>
                    <a:lnTo>
                      <a:pt x="40" y="222"/>
                    </a:lnTo>
                    <a:lnTo>
                      <a:pt x="36" y="218"/>
                    </a:lnTo>
                    <a:lnTo>
                      <a:pt x="36" y="214"/>
                    </a:lnTo>
                    <a:lnTo>
                      <a:pt x="36" y="210"/>
                    </a:lnTo>
                    <a:lnTo>
                      <a:pt x="34" y="210"/>
                    </a:lnTo>
                    <a:lnTo>
                      <a:pt x="34" y="206"/>
                    </a:lnTo>
                    <a:lnTo>
                      <a:pt x="34" y="202"/>
                    </a:lnTo>
                    <a:lnTo>
                      <a:pt x="30" y="202"/>
                    </a:lnTo>
                    <a:lnTo>
                      <a:pt x="26" y="198"/>
                    </a:lnTo>
                    <a:lnTo>
                      <a:pt x="26" y="196"/>
                    </a:lnTo>
                    <a:lnTo>
                      <a:pt x="26" y="192"/>
                    </a:lnTo>
                    <a:lnTo>
                      <a:pt x="26" y="188"/>
                    </a:lnTo>
                    <a:lnTo>
                      <a:pt x="26" y="184"/>
                    </a:lnTo>
                    <a:lnTo>
                      <a:pt x="22" y="184"/>
                    </a:lnTo>
                    <a:lnTo>
                      <a:pt x="18" y="184"/>
                    </a:lnTo>
                    <a:lnTo>
                      <a:pt x="18" y="180"/>
                    </a:lnTo>
                    <a:lnTo>
                      <a:pt x="18" y="176"/>
                    </a:lnTo>
                    <a:lnTo>
                      <a:pt x="18" y="172"/>
                    </a:lnTo>
                    <a:lnTo>
                      <a:pt x="22" y="172"/>
                    </a:lnTo>
                    <a:lnTo>
                      <a:pt x="22" y="170"/>
                    </a:lnTo>
                    <a:lnTo>
                      <a:pt x="26" y="170"/>
                    </a:lnTo>
                    <a:lnTo>
                      <a:pt x="26" y="166"/>
                    </a:lnTo>
                    <a:lnTo>
                      <a:pt x="26" y="162"/>
                    </a:lnTo>
                    <a:lnTo>
                      <a:pt x="30" y="162"/>
                    </a:lnTo>
                    <a:lnTo>
                      <a:pt x="30" y="158"/>
                    </a:lnTo>
                    <a:lnTo>
                      <a:pt x="34" y="158"/>
                    </a:lnTo>
                    <a:lnTo>
                      <a:pt x="34" y="162"/>
                    </a:lnTo>
                    <a:lnTo>
                      <a:pt x="34" y="166"/>
                    </a:lnTo>
                    <a:lnTo>
                      <a:pt x="36" y="166"/>
                    </a:lnTo>
                    <a:lnTo>
                      <a:pt x="40" y="166"/>
                    </a:lnTo>
                    <a:lnTo>
                      <a:pt x="40" y="162"/>
                    </a:lnTo>
                    <a:lnTo>
                      <a:pt x="44" y="162"/>
                    </a:lnTo>
                    <a:lnTo>
                      <a:pt x="48" y="162"/>
                    </a:lnTo>
                    <a:lnTo>
                      <a:pt x="52" y="162"/>
                    </a:lnTo>
                    <a:lnTo>
                      <a:pt x="52" y="158"/>
                    </a:lnTo>
                    <a:lnTo>
                      <a:pt x="56" y="154"/>
                    </a:lnTo>
                    <a:lnTo>
                      <a:pt x="56" y="150"/>
                    </a:lnTo>
                    <a:lnTo>
                      <a:pt x="56" y="146"/>
                    </a:lnTo>
                    <a:lnTo>
                      <a:pt x="60" y="146"/>
                    </a:lnTo>
                    <a:lnTo>
                      <a:pt x="60" y="142"/>
                    </a:lnTo>
                    <a:lnTo>
                      <a:pt x="62" y="142"/>
                    </a:lnTo>
                    <a:lnTo>
                      <a:pt x="66" y="142"/>
                    </a:lnTo>
                    <a:lnTo>
                      <a:pt x="66" y="140"/>
                    </a:lnTo>
                    <a:lnTo>
                      <a:pt x="70" y="132"/>
                    </a:lnTo>
                    <a:lnTo>
                      <a:pt x="70" y="128"/>
                    </a:lnTo>
                    <a:lnTo>
                      <a:pt x="74" y="124"/>
                    </a:lnTo>
                    <a:lnTo>
                      <a:pt x="78" y="124"/>
                    </a:lnTo>
                    <a:lnTo>
                      <a:pt x="82" y="120"/>
                    </a:lnTo>
                    <a:lnTo>
                      <a:pt x="82" y="116"/>
                    </a:lnTo>
                    <a:lnTo>
                      <a:pt x="78" y="116"/>
                    </a:lnTo>
                    <a:lnTo>
                      <a:pt x="82" y="112"/>
                    </a:lnTo>
                    <a:lnTo>
                      <a:pt x="86" y="110"/>
                    </a:lnTo>
                    <a:lnTo>
                      <a:pt x="86" y="106"/>
                    </a:lnTo>
                    <a:lnTo>
                      <a:pt x="90" y="106"/>
                    </a:lnTo>
                    <a:lnTo>
                      <a:pt x="92" y="102"/>
                    </a:lnTo>
                    <a:lnTo>
                      <a:pt x="90" y="102"/>
                    </a:lnTo>
                    <a:lnTo>
                      <a:pt x="90" y="106"/>
                    </a:lnTo>
                    <a:lnTo>
                      <a:pt x="90" y="102"/>
                    </a:lnTo>
                    <a:lnTo>
                      <a:pt x="90" y="98"/>
                    </a:lnTo>
                    <a:lnTo>
                      <a:pt x="90" y="94"/>
                    </a:lnTo>
                    <a:lnTo>
                      <a:pt x="90" y="90"/>
                    </a:lnTo>
                    <a:lnTo>
                      <a:pt x="90" y="86"/>
                    </a:lnTo>
                    <a:lnTo>
                      <a:pt x="92" y="86"/>
                    </a:lnTo>
                    <a:lnTo>
                      <a:pt x="96" y="86"/>
                    </a:lnTo>
                    <a:lnTo>
                      <a:pt x="100" y="86"/>
                    </a:lnTo>
                    <a:lnTo>
                      <a:pt x="100" y="82"/>
                    </a:lnTo>
                    <a:lnTo>
                      <a:pt x="100" y="80"/>
                    </a:lnTo>
                    <a:lnTo>
                      <a:pt x="96" y="80"/>
                    </a:lnTo>
                    <a:lnTo>
                      <a:pt x="92" y="80"/>
                    </a:lnTo>
                    <a:lnTo>
                      <a:pt x="92" y="80"/>
                    </a:lnTo>
                    <a:lnTo>
                      <a:pt x="90" y="80"/>
                    </a:lnTo>
                    <a:lnTo>
                      <a:pt x="88" y="78"/>
                    </a:lnTo>
                    <a:lnTo>
                      <a:pt x="86" y="78"/>
                    </a:lnTo>
                    <a:lnTo>
                      <a:pt x="84" y="76"/>
                    </a:lnTo>
                    <a:lnTo>
                      <a:pt x="82" y="76"/>
                    </a:lnTo>
                    <a:lnTo>
                      <a:pt x="80" y="72"/>
                    </a:lnTo>
                    <a:lnTo>
                      <a:pt x="78" y="72"/>
                    </a:lnTo>
                    <a:lnTo>
                      <a:pt x="76" y="70"/>
                    </a:lnTo>
                    <a:lnTo>
                      <a:pt x="76" y="66"/>
                    </a:lnTo>
                    <a:lnTo>
                      <a:pt x="76" y="62"/>
                    </a:lnTo>
                    <a:lnTo>
                      <a:pt x="76" y="58"/>
                    </a:lnTo>
                    <a:lnTo>
                      <a:pt x="74" y="54"/>
                    </a:lnTo>
                    <a:lnTo>
                      <a:pt x="74" y="48"/>
                    </a:lnTo>
                    <a:lnTo>
                      <a:pt x="76" y="42"/>
                    </a:lnTo>
                    <a:lnTo>
                      <a:pt x="84" y="36"/>
                    </a:lnTo>
                    <a:lnTo>
                      <a:pt x="66" y="22"/>
                    </a:lnTo>
                    <a:lnTo>
                      <a:pt x="62" y="18"/>
                    </a:lnTo>
                    <a:lnTo>
                      <a:pt x="66" y="10"/>
                    </a:lnTo>
                    <a:lnTo>
                      <a:pt x="78" y="4"/>
                    </a:lnTo>
                    <a:lnTo>
                      <a:pt x="88" y="2"/>
                    </a:lnTo>
                    <a:lnTo>
                      <a:pt x="92" y="0"/>
                    </a:lnTo>
                    <a:lnTo>
                      <a:pt x="100" y="0"/>
                    </a:lnTo>
                    <a:lnTo>
                      <a:pt x="104" y="4"/>
                    </a:lnTo>
                    <a:lnTo>
                      <a:pt x="114" y="12"/>
                    </a:lnTo>
                    <a:lnTo>
                      <a:pt x="118" y="18"/>
                    </a:lnTo>
                    <a:lnTo>
                      <a:pt x="118" y="18"/>
                    </a:lnTo>
                    <a:lnTo>
                      <a:pt x="120" y="18"/>
                    </a:lnTo>
                    <a:lnTo>
                      <a:pt x="120" y="18"/>
                    </a:lnTo>
                    <a:lnTo>
                      <a:pt x="122" y="20"/>
                    </a:lnTo>
                    <a:lnTo>
                      <a:pt x="124" y="20"/>
                    </a:lnTo>
                    <a:lnTo>
                      <a:pt x="124" y="20"/>
                    </a:lnTo>
                    <a:lnTo>
                      <a:pt x="128" y="22"/>
                    </a:lnTo>
                    <a:lnTo>
                      <a:pt x="126" y="26"/>
                    </a:lnTo>
                    <a:lnTo>
                      <a:pt x="126" y="26"/>
                    </a:lnTo>
                    <a:lnTo>
                      <a:pt x="130" y="26"/>
                    </a:lnTo>
                    <a:lnTo>
                      <a:pt x="132" y="28"/>
                    </a:lnTo>
                    <a:lnTo>
                      <a:pt x="132" y="28"/>
                    </a:lnTo>
                    <a:lnTo>
                      <a:pt x="132" y="28"/>
                    </a:lnTo>
                    <a:lnTo>
                      <a:pt x="130" y="28"/>
                    </a:lnTo>
                    <a:lnTo>
                      <a:pt x="130" y="28"/>
                    </a:lnTo>
                    <a:lnTo>
                      <a:pt x="132" y="30"/>
                    </a:lnTo>
                    <a:lnTo>
                      <a:pt x="132" y="30"/>
                    </a:lnTo>
                    <a:lnTo>
                      <a:pt x="132" y="30"/>
                    </a:lnTo>
                    <a:lnTo>
                      <a:pt x="140" y="28"/>
                    </a:lnTo>
                    <a:lnTo>
                      <a:pt x="142" y="26"/>
                    </a:lnTo>
                    <a:lnTo>
                      <a:pt x="148" y="24"/>
                    </a:lnTo>
                    <a:lnTo>
                      <a:pt x="152" y="24"/>
                    </a:lnTo>
                    <a:lnTo>
                      <a:pt x="158" y="22"/>
                    </a:lnTo>
                    <a:lnTo>
                      <a:pt x="168" y="30"/>
                    </a:lnTo>
                    <a:lnTo>
                      <a:pt x="168" y="36"/>
                    </a:lnTo>
                    <a:lnTo>
                      <a:pt x="166" y="44"/>
                    </a:lnTo>
                    <a:lnTo>
                      <a:pt x="158" y="52"/>
                    </a:lnTo>
                    <a:lnTo>
                      <a:pt x="156" y="54"/>
                    </a:lnTo>
                    <a:lnTo>
                      <a:pt x="148" y="54"/>
                    </a:lnTo>
                    <a:lnTo>
                      <a:pt x="148" y="60"/>
                    </a:lnTo>
                    <a:lnTo>
                      <a:pt x="152" y="60"/>
                    </a:lnTo>
                    <a:lnTo>
                      <a:pt x="152" y="64"/>
                    </a:lnTo>
                    <a:lnTo>
                      <a:pt x="156" y="64"/>
                    </a:lnTo>
                    <a:lnTo>
                      <a:pt x="156" y="68"/>
                    </a:lnTo>
                    <a:lnTo>
                      <a:pt x="156" y="72"/>
                    </a:lnTo>
                    <a:lnTo>
                      <a:pt x="160" y="72"/>
                    </a:lnTo>
                    <a:lnTo>
                      <a:pt x="160" y="76"/>
                    </a:lnTo>
                    <a:lnTo>
                      <a:pt x="156" y="80"/>
                    </a:lnTo>
                    <a:lnTo>
                      <a:pt x="156" y="76"/>
                    </a:lnTo>
                    <a:lnTo>
                      <a:pt x="152" y="80"/>
                    </a:lnTo>
                    <a:lnTo>
                      <a:pt x="148" y="80"/>
                    </a:lnTo>
                    <a:lnTo>
                      <a:pt x="148" y="76"/>
                    </a:lnTo>
                    <a:lnTo>
                      <a:pt x="144" y="76"/>
                    </a:lnTo>
                    <a:lnTo>
                      <a:pt x="144" y="80"/>
                    </a:lnTo>
                    <a:lnTo>
                      <a:pt x="144" y="82"/>
                    </a:lnTo>
                    <a:lnTo>
                      <a:pt x="144" y="86"/>
                    </a:lnTo>
                    <a:lnTo>
                      <a:pt x="148" y="86"/>
                    </a:lnTo>
                    <a:lnTo>
                      <a:pt x="148" y="90"/>
                    </a:lnTo>
                    <a:lnTo>
                      <a:pt x="148" y="94"/>
                    </a:lnTo>
                    <a:lnTo>
                      <a:pt x="148" y="98"/>
                    </a:lnTo>
                    <a:lnTo>
                      <a:pt x="148" y="102"/>
                    </a:lnTo>
                    <a:lnTo>
                      <a:pt x="148" y="98"/>
                    </a:lnTo>
                    <a:lnTo>
                      <a:pt x="152" y="98"/>
                    </a:lnTo>
                    <a:lnTo>
                      <a:pt x="156" y="98"/>
                    </a:lnTo>
                    <a:lnTo>
                      <a:pt x="156" y="102"/>
                    </a:lnTo>
                    <a:lnTo>
                      <a:pt x="156" y="106"/>
                    </a:lnTo>
                    <a:lnTo>
                      <a:pt x="160" y="106"/>
                    </a:lnTo>
                    <a:lnTo>
                      <a:pt x="162" y="106"/>
                    </a:lnTo>
                    <a:lnTo>
                      <a:pt x="166" y="110"/>
                    </a:lnTo>
                    <a:lnTo>
                      <a:pt x="170" y="110"/>
                    </a:lnTo>
                    <a:lnTo>
                      <a:pt x="166" y="112"/>
                    </a:lnTo>
                    <a:lnTo>
                      <a:pt x="170" y="112"/>
                    </a:lnTo>
                    <a:lnTo>
                      <a:pt x="174" y="116"/>
                    </a:lnTo>
                    <a:lnTo>
                      <a:pt x="178" y="116"/>
                    </a:lnTo>
                    <a:lnTo>
                      <a:pt x="178" y="120"/>
                    </a:lnTo>
                    <a:lnTo>
                      <a:pt x="182" y="120"/>
                    </a:lnTo>
                    <a:lnTo>
                      <a:pt x="178" y="120"/>
                    </a:lnTo>
                    <a:lnTo>
                      <a:pt x="174" y="124"/>
                    </a:lnTo>
                    <a:lnTo>
                      <a:pt x="174" y="128"/>
                    </a:lnTo>
                    <a:lnTo>
                      <a:pt x="170" y="128"/>
                    </a:lnTo>
                    <a:lnTo>
                      <a:pt x="170" y="132"/>
                    </a:lnTo>
                    <a:lnTo>
                      <a:pt x="166" y="136"/>
                    </a:lnTo>
                    <a:lnTo>
                      <a:pt x="170" y="136"/>
                    </a:lnTo>
                    <a:lnTo>
                      <a:pt x="170" y="140"/>
                    </a:lnTo>
                    <a:lnTo>
                      <a:pt x="166" y="140"/>
                    </a:lnTo>
                    <a:lnTo>
                      <a:pt x="166" y="142"/>
                    </a:lnTo>
                    <a:lnTo>
                      <a:pt x="166" y="146"/>
                    </a:lnTo>
                    <a:lnTo>
                      <a:pt x="170" y="146"/>
                    </a:lnTo>
                    <a:lnTo>
                      <a:pt x="170" y="150"/>
                    </a:lnTo>
                    <a:lnTo>
                      <a:pt x="174" y="150"/>
                    </a:lnTo>
                    <a:lnTo>
                      <a:pt x="174" y="146"/>
                    </a:lnTo>
                    <a:lnTo>
                      <a:pt x="174" y="150"/>
                    </a:lnTo>
                    <a:lnTo>
                      <a:pt x="178" y="150"/>
                    </a:lnTo>
                    <a:lnTo>
                      <a:pt x="182" y="154"/>
                    </a:lnTo>
                    <a:lnTo>
                      <a:pt x="186" y="158"/>
                    </a:lnTo>
                    <a:lnTo>
                      <a:pt x="190" y="162"/>
                    </a:lnTo>
                    <a:lnTo>
                      <a:pt x="192" y="162"/>
                    </a:lnTo>
                    <a:lnTo>
                      <a:pt x="196" y="162"/>
                    </a:lnTo>
                    <a:lnTo>
                      <a:pt x="196" y="166"/>
                    </a:lnTo>
                    <a:lnTo>
                      <a:pt x="200" y="166"/>
                    </a:lnTo>
                    <a:lnTo>
                      <a:pt x="204" y="166"/>
                    </a:lnTo>
                    <a:lnTo>
                      <a:pt x="204" y="170"/>
                    </a:lnTo>
                    <a:lnTo>
                      <a:pt x="208" y="170"/>
                    </a:lnTo>
                    <a:lnTo>
                      <a:pt x="212" y="170"/>
                    </a:lnTo>
                    <a:lnTo>
                      <a:pt x="212" y="172"/>
                    </a:lnTo>
                    <a:lnTo>
                      <a:pt x="212" y="170"/>
                    </a:lnTo>
                    <a:lnTo>
                      <a:pt x="216" y="170"/>
                    </a:lnTo>
                    <a:lnTo>
                      <a:pt x="218" y="170"/>
                    </a:lnTo>
                    <a:lnTo>
                      <a:pt x="218" y="172"/>
                    </a:lnTo>
                    <a:lnTo>
                      <a:pt x="218" y="170"/>
                    </a:lnTo>
                    <a:lnTo>
                      <a:pt x="222" y="170"/>
                    </a:lnTo>
                    <a:lnTo>
                      <a:pt x="226" y="172"/>
                    </a:lnTo>
                    <a:lnTo>
                      <a:pt x="230" y="172"/>
                    </a:lnTo>
                    <a:lnTo>
                      <a:pt x="230" y="176"/>
                    </a:lnTo>
                    <a:lnTo>
                      <a:pt x="234" y="176"/>
                    </a:lnTo>
                    <a:lnTo>
                      <a:pt x="234" y="180"/>
                    </a:lnTo>
                    <a:lnTo>
                      <a:pt x="238" y="180"/>
                    </a:lnTo>
                    <a:lnTo>
                      <a:pt x="238" y="184"/>
                    </a:lnTo>
                    <a:lnTo>
                      <a:pt x="242" y="184"/>
                    </a:lnTo>
                    <a:lnTo>
                      <a:pt x="242" y="180"/>
                    </a:lnTo>
                    <a:lnTo>
                      <a:pt x="246" y="180"/>
                    </a:lnTo>
                    <a:lnTo>
                      <a:pt x="246" y="184"/>
                    </a:lnTo>
                    <a:lnTo>
                      <a:pt x="248" y="188"/>
                    </a:lnTo>
                    <a:lnTo>
                      <a:pt x="248" y="184"/>
                    </a:lnTo>
                    <a:lnTo>
                      <a:pt x="252" y="184"/>
                    </a:lnTo>
                    <a:lnTo>
                      <a:pt x="256" y="184"/>
                    </a:lnTo>
                    <a:lnTo>
                      <a:pt x="256" y="188"/>
                    </a:lnTo>
                    <a:lnTo>
                      <a:pt x="260" y="188"/>
                    </a:lnTo>
                    <a:lnTo>
                      <a:pt x="264" y="188"/>
                    </a:lnTo>
                    <a:lnTo>
                      <a:pt x="268" y="188"/>
                    </a:lnTo>
                    <a:lnTo>
                      <a:pt x="268" y="192"/>
                    </a:lnTo>
                    <a:lnTo>
                      <a:pt x="272" y="188"/>
                    </a:lnTo>
                    <a:lnTo>
                      <a:pt x="274" y="188"/>
                    </a:lnTo>
                    <a:lnTo>
                      <a:pt x="278" y="188"/>
                    </a:lnTo>
                    <a:lnTo>
                      <a:pt x="278" y="192"/>
                    </a:lnTo>
                    <a:lnTo>
                      <a:pt x="278" y="188"/>
                    </a:lnTo>
                    <a:lnTo>
                      <a:pt x="282" y="184"/>
                    </a:lnTo>
                    <a:lnTo>
                      <a:pt x="282" y="180"/>
                    </a:lnTo>
                    <a:lnTo>
                      <a:pt x="278" y="180"/>
                    </a:lnTo>
                    <a:lnTo>
                      <a:pt x="278" y="176"/>
                    </a:lnTo>
                    <a:lnTo>
                      <a:pt x="278" y="172"/>
                    </a:lnTo>
                    <a:lnTo>
                      <a:pt x="278" y="170"/>
                    </a:lnTo>
                    <a:lnTo>
                      <a:pt x="282" y="166"/>
                    </a:lnTo>
                    <a:lnTo>
                      <a:pt x="282" y="162"/>
                    </a:lnTo>
                    <a:lnTo>
                      <a:pt x="278" y="162"/>
                    </a:lnTo>
                    <a:lnTo>
                      <a:pt x="282" y="162"/>
                    </a:lnTo>
                    <a:lnTo>
                      <a:pt x="286" y="158"/>
                    </a:lnTo>
                    <a:lnTo>
                      <a:pt x="290" y="158"/>
                    </a:lnTo>
                    <a:lnTo>
                      <a:pt x="290" y="162"/>
                    </a:lnTo>
                    <a:lnTo>
                      <a:pt x="290" y="166"/>
                    </a:lnTo>
                    <a:lnTo>
                      <a:pt x="290" y="170"/>
                    </a:lnTo>
                    <a:lnTo>
                      <a:pt x="290" y="172"/>
                    </a:lnTo>
                    <a:lnTo>
                      <a:pt x="290" y="176"/>
                    </a:lnTo>
                    <a:lnTo>
                      <a:pt x="290" y="180"/>
                    </a:lnTo>
                    <a:lnTo>
                      <a:pt x="294" y="180"/>
                    </a:lnTo>
                    <a:lnTo>
                      <a:pt x="298" y="180"/>
                    </a:lnTo>
                    <a:lnTo>
                      <a:pt x="302" y="180"/>
                    </a:lnTo>
                    <a:lnTo>
                      <a:pt x="302" y="184"/>
                    </a:lnTo>
                    <a:lnTo>
                      <a:pt x="304" y="184"/>
                    </a:lnTo>
                    <a:lnTo>
                      <a:pt x="308" y="184"/>
                    </a:lnTo>
                    <a:lnTo>
                      <a:pt x="308" y="180"/>
                    </a:lnTo>
                    <a:lnTo>
                      <a:pt x="312" y="180"/>
                    </a:lnTo>
                    <a:lnTo>
                      <a:pt x="316" y="180"/>
                    </a:lnTo>
                    <a:lnTo>
                      <a:pt x="316" y="184"/>
                    </a:lnTo>
                    <a:lnTo>
                      <a:pt x="320" y="184"/>
                    </a:lnTo>
                    <a:lnTo>
                      <a:pt x="324" y="180"/>
                    </a:lnTo>
                    <a:lnTo>
                      <a:pt x="324" y="184"/>
                    </a:lnTo>
                    <a:lnTo>
                      <a:pt x="328" y="184"/>
                    </a:lnTo>
                    <a:lnTo>
                      <a:pt x="328" y="180"/>
                    </a:lnTo>
                    <a:lnTo>
                      <a:pt x="332" y="180"/>
                    </a:lnTo>
                    <a:lnTo>
                      <a:pt x="334" y="180"/>
                    </a:lnTo>
                    <a:lnTo>
                      <a:pt x="338" y="180"/>
                    </a:lnTo>
                    <a:lnTo>
                      <a:pt x="334" y="176"/>
                    </a:lnTo>
                    <a:lnTo>
                      <a:pt x="338" y="172"/>
                    </a:lnTo>
                    <a:lnTo>
                      <a:pt x="334" y="172"/>
                    </a:lnTo>
                    <a:lnTo>
                      <a:pt x="334" y="170"/>
                    </a:lnTo>
                    <a:lnTo>
                      <a:pt x="332" y="170"/>
                    </a:lnTo>
                    <a:lnTo>
                      <a:pt x="332" y="166"/>
                    </a:lnTo>
                    <a:lnTo>
                      <a:pt x="334" y="166"/>
                    </a:lnTo>
                    <a:lnTo>
                      <a:pt x="338" y="166"/>
                    </a:lnTo>
                    <a:lnTo>
                      <a:pt x="338" y="162"/>
                    </a:lnTo>
                    <a:lnTo>
                      <a:pt x="338" y="166"/>
                    </a:lnTo>
                    <a:lnTo>
                      <a:pt x="342" y="162"/>
                    </a:lnTo>
                    <a:lnTo>
                      <a:pt x="346" y="162"/>
                    </a:lnTo>
                    <a:lnTo>
                      <a:pt x="346" y="158"/>
                    </a:lnTo>
                    <a:lnTo>
                      <a:pt x="350" y="154"/>
                    </a:lnTo>
                    <a:lnTo>
                      <a:pt x="354" y="154"/>
                    </a:lnTo>
                    <a:lnTo>
                      <a:pt x="354" y="150"/>
                    </a:lnTo>
                    <a:lnTo>
                      <a:pt x="358" y="146"/>
                    </a:lnTo>
                    <a:lnTo>
                      <a:pt x="360" y="146"/>
                    </a:lnTo>
                    <a:lnTo>
                      <a:pt x="364" y="146"/>
                    </a:lnTo>
                    <a:lnTo>
                      <a:pt x="364" y="142"/>
                    </a:lnTo>
                    <a:lnTo>
                      <a:pt x="368" y="140"/>
                    </a:lnTo>
                    <a:lnTo>
                      <a:pt x="372" y="140"/>
                    </a:lnTo>
                    <a:lnTo>
                      <a:pt x="372" y="136"/>
                    </a:lnTo>
                    <a:lnTo>
                      <a:pt x="376" y="136"/>
                    </a:lnTo>
                    <a:lnTo>
                      <a:pt x="376" y="140"/>
                    </a:lnTo>
                    <a:lnTo>
                      <a:pt x="380" y="140"/>
                    </a:lnTo>
                    <a:lnTo>
                      <a:pt x="384" y="142"/>
                    </a:lnTo>
                    <a:lnTo>
                      <a:pt x="384" y="140"/>
                    </a:lnTo>
                    <a:lnTo>
                      <a:pt x="388" y="140"/>
                    </a:lnTo>
                    <a:lnTo>
                      <a:pt x="388" y="136"/>
                    </a:lnTo>
                    <a:lnTo>
                      <a:pt x="390" y="136"/>
                    </a:lnTo>
                    <a:lnTo>
                      <a:pt x="394" y="132"/>
                    </a:lnTo>
                    <a:lnTo>
                      <a:pt x="394" y="136"/>
                    </a:lnTo>
                    <a:lnTo>
                      <a:pt x="394" y="140"/>
                    </a:lnTo>
                    <a:lnTo>
                      <a:pt x="398" y="136"/>
                    </a:lnTo>
                    <a:lnTo>
                      <a:pt x="398" y="140"/>
                    </a:lnTo>
                    <a:lnTo>
                      <a:pt x="394" y="140"/>
                    </a:lnTo>
                    <a:lnTo>
                      <a:pt x="394" y="142"/>
                    </a:lnTo>
                    <a:lnTo>
                      <a:pt x="398" y="142"/>
                    </a:lnTo>
                    <a:lnTo>
                      <a:pt x="398" y="140"/>
                    </a:lnTo>
                    <a:lnTo>
                      <a:pt x="398" y="142"/>
                    </a:lnTo>
                    <a:lnTo>
                      <a:pt x="402" y="146"/>
                    </a:lnTo>
                    <a:lnTo>
                      <a:pt x="398" y="150"/>
                    </a:lnTo>
                    <a:lnTo>
                      <a:pt x="398" y="154"/>
                    </a:lnTo>
                    <a:lnTo>
                      <a:pt x="402" y="150"/>
                    </a:lnTo>
                    <a:lnTo>
                      <a:pt x="402" y="154"/>
                    </a:lnTo>
                    <a:lnTo>
                      <a:pt x="406" y="154"/>
                    </a:lnTo>
                    <a:lnTo>
                      <a:pt x="410" y="154"/>
                    </a:lnTo>
                    <a:lnTo>
                      <a:pt x="410" y="158"/>
                    </a:lnTo>
                    <a:lnTo>
                      <a:pt x="414" y="162"/>
                    </a:lnTo>
                    <a:lnTo>
                      <a:pt x="410" y="162"/>
                    </a:lnTo>
                    <a:lnTo>
                      <a:pt x="410" y="166"/>
                    </a:lnTo>
                    <a:lnTo>
                      <a:pt x="406" y="166"/>
                    </a:lnTo>
                    <a:lnTo>
                      <a:pt x="406" y="170"/>
                    </a:lnTo>
                    <a:lnTo>
                      <a:pt x="406" y="172"/>
                    </a:lnTo>
                    <a:lnTo>
                      <a:pt x="410" y="176"/>
                    </a:lnTo>
                    <a:lnTo>
                      <a:pt x="406" y="176"/>
                    </a:lnTo>
                    <a:lnTo>
                      <a:pt x="406" y="172"/>
                    </a:lnTo>
                    <a:lnTo>
                      <a:pt x="402" y="172"/>
                    </a:lnTo>
                    <a:lnTo>
                      <a:pt x="398" y="172"/>
                    </a:lnTo>
                    <a:lnTo>
                      <a:pt x="394" y="172"/>
                    </a:lnTo>
                    <a:lnTo>
                      <a:pt x="390" y="176"/>
                    </a:lnTo>
                    <a:lnTo>
                      <a:pt x="388" y="180"/>
                    </a:lnTo>
                    <a:lnTo>
                      <a:pt x="384" y="180"/>
                    </a:lnTo>
                    <a:lnTo>
                      <a:pt x="384" y="184"/>
                    </a:lnTo>
                    <a:lnTo>
                      <a:pt x="380" y="184"/>
                    </a:lnTo>
                    <a:lnTo>
                      <a:pt x="380" y="188"/>
                    </a:lnTo>
                    <a:lnTo>
                      <a:pt x="380" y="192"/>
                    </a:lnTo>
                    <a:lnTo>
                      <a:pt x="380" y="196"/>
                    </a:lnTo>
                    <a:lnTo>
                      <a:pt x="380" y="198"/>
                    </a:lnTo>
                    <a:lnTo>
                      <a:pt x="380" y="202"/>
                    </a:lnTo>
                    <a:lnTo>
                      <a:pt x="376" y="202"/>
                    </a:lnTo>
                    <a:lnTo>
                      <a:pt x="376" y="206"/>
                    </a:lnTo>
                    <a:lnTo>
                      <a:pt x="372" y="206"/>
                    </a:lnTo>
                    <a:lnTo>
                      <a:pt x="372" y="210"/>
                    </a:lnTo>
                    <a:lnTo>
                      <a:pt x="376" y="214"/>
                    </a:lnTo>
                    <a:lnTo>
                      <a:pt x="372" y="218"/>
                    </a:lnTo>
                    <a:lnTo>
                      <a:pt x="372" y="222"/>
                    </a:lnTo>
                    <a:lnTo>
                      <a:pt x="368" y="226"/>
                    </a:lnTo>
                    <a:lnTo>
                      <a:pt x="368" y="228"/>
                    </a:lnTo>
                    <a:lnTo>
                      <a:pt x="368" y="232"/>
                    </a:lnTo>
                    <a:lnTo>
                      <a:pt x="364" y="236"/>
                    </a:lnTo>
                    <a:lnTo>
                      <a:pt x="364" y="232"/>
                    </a:lnTo>
                    <a:lnTo>
                      <a:pt x="360" y="232"/>
                    </a:lnTo>
                    <a:lnTo>
                      <a:pt x="358" y="232"/>
                    </a:lnTo>
                    <a:lnTo>
                      <a:pt x="354" y="232"/>
                    </a:lnTo>
                    <a:lnTo>
                      <a:pt x="354" y="228"/>
                    </a:lnTo>
                    <a:lnTo>
                      <a:pt x="354" y="232"/>
                    </a:lnTo>
                    <a:lnTo>
                      <a:pt x="354" y="236"/>
                    </a:lnTo>
                    <a:lnTo>
                      <a:pt x="358" y="240"/>
                    </a:lnTo>
                    <a:lnTo>
                      <a:pt x="354" y="244"/>
                    </a:lnTo>
                    <a:lnTo>
                      <a:pt x="354" y="248"/>
                    </a:lnTo>
                    <a:lnTo>
                      <a:pt x="354" y="252"/>
                    </a:lnTo>
                    <a:lnTo>
                      <a:pt x="354" y="248"/>
                    </a:lnTo>
                    <a:lnTo>
                      <a:pt x="350" y="248"/>
                    </a:lnTo>
                    <a:lnTo>
                      <a:pt x="350" y="252"/>
                    </a:lnTo>
                    <a:lnTo>
                      <a:pt x="350" y="256"/>
                    </a:lnTo>
                    <a:lnTo>
                      <a:pt x="350" y="258"/>
                    </a:lnTo>
                    <a:lnTo>
                      <a:pt x="354" y="258"/>
                    </a:lnTo>
                    <a:lnTo>
                      <a:pt x="354" y="262"/>
                    </a:lnTo>
                    <a:lnTo>
                      <a:pt x="354" y="266"/>
                    </a:lnTo>
                    <a:lnTo>
                      <a:pt x="350" y="266"/>
                    </a:lnTo>
                    <a:lnTo>
                      <a:pt x="350" y="262"/>
                    </a:lnTo>
                    <a:lnTo>
                      <a:pt x="350" y="266"/>
                    </a:lnTo>
                    <a:lnTo>
                      <a:pt x="346" y="266"/>
                    </a:lnTo>
                    <a:lnTo>
                      <a:pt x="342" y="270"/>
                    </a:lnTo>
                    <a:lnTo>
                      <a:pt x="342" y="266"/>
                    </a:lnTo>
                    <a:lnTo>
                      <a:pt x="342" y="262"/>
                    </a:lnTo>
                    <a:lnTo>
                      <a:pt x="342" y="258"/>
                    </a:lnTo>
                    <a:lnTo>
                      <a:pt x="342" y="256"/>
                    </a:lnTo>
                    <a:lnTo>
                      <a:pt x="342" y="252"/>
                    </a:lnTo>
                    <a:lnTo>
                      <a:pt x="338" y="248"/>
                    </a:lnTo>
                    <a:lnTo>
                      <a:pt x="342" y="248"/>
                    </a:lnTo>
                    <a:lnTo>
                      <a:pt x="342" y="244"/>
                    </a:lnTo>
                    <a:lnTo>
                      <a:pt x="338" y="244"/>
                    </a:lnTo>
                    <a:lnTo>
                      <a:pt x="338" y="240"/>
                    </a:lnTo>
                    <a:lnTo>
                      <a:pt x="338" y="236"/>
                    </a:lnTo>
                    <a:lnTo>
                      <a:pt x="334" y="240"/>
                    </a:lnTo>
                    <a:lnTo>
                      <a:pt x="334" y="236"/>
                    </a:lnTo>
                    <a:lnTo>
                      <a:pt x="334" y="240"/>
                    </a:lnTo>
                    <a:lnTo>
                      <a:pt x="334" y="244"/>
                    </a:lnTo>
                    <a:lnTo>
                      <a:pt x="332" y="244"/>
                    </a:lnTo>
                    <a:lnTo>
                      <a:pt x="332" y="248"/>
                    </a:lnTo>
                    <a:lnTo>
                      <a:pt x="332" y="252"/>
                    </a:lnTo>
                    <a:lnTo>
                      <a:pt x="328" y="252"/>
                    </a:lnTo>
                    <a:lnTo>
                      <a:pt x="328" y="248"/>
                    </a:lnTo>
                    <a:lnTo>
                      <a:pt x="328" y="244"/>
                    </a:lnTo>
                    <a:lnTo>
                      <a:pt x="328" y="248"/>
                    </a:lnTo>
                    <a:lnTo>
                      <a:pt x="324" y="244"/>
                    </a:lnTo>
                    <a:lnTo>
                      <a:pt x="324" y="240"/>
                    </a:lnTo>
                    <a:lnTo>
                      <a:pt x="324" y="236"/>
                    </a:lnTo>
                    <a:lnTo>
                      <a:pt x="324" y="232"/>
                    </a:lnTo>
                    <a:lnTo>
                      <a:pt x="328" y="228"/>
                    </a:lnTo>
                    <a:lnTo>
                      <a:pt x="328" y="232"/>
                    </a:lnTo>
                    <a:lnTo>
                      <a:pt x="328" y="228"/>
                    </a:lnTo>
                    <a:lnTo>
                      <a:pt x="332" y="228"/>
                    </a:lnTo>
                    <a:lnTo>
                      <a:pt x="334" y="228"/>
                    </a:lnTo>
                    <a:lnTo>
                      <a:pt x="334" y="226"/>
                    </a:lnTo>
                    <a:lnTo>
                      <a:pt x="338" y="226"/>
                    </a:lnTo>
                    <a:lnTo>
                      <a:pt x="338" y="222"/>
                    </a:lnTo>
                    <a:lnTo>
                      <a:pt x="338" y="218"/>
                    </a:lnTo>
                    <a:lnTo>
                      <a:pt x="342" y="218"/>
                    </a:lnTo>
                    <a:lnTo>
                      <a:pt x="342" y="214"/>
                    </a:lnTo>
                    <a:lnTo>
                      <a:pt x="338" y="214"/>
                    </a:lnTo>
                    <a:lnTo>
                      <a:pt x="338" y="210"/>
                    </a:lnTo>
                    <a:lnTo>
                      <a:pt x="334" y="210"/>
                    </a:lnTo>
                    <a:lnTo>
                      <a:pt x="332" y="210"/>
                    </a:lnTo>
                    <a:lnTo>
                      <a:pt x="328" y="210"/>
                    </a:lnTo>
                    <a:lnTo>
                      <a:pt x="324" y="210"/>
                    </a:lnTo>
                    <a:lnTo>
                      <a:pt x="320" y="210"/>
                    </a:lnTo>
                    <a:lnTo>
                      <a:pt x="316" y="210"/>
                    </a:lnTo>
                    <a:lnTo>
                      <a:pt x="312" y="210"/>
                    </a:lnTo>
                    <a:lnTo>
                      <a:pt x="308" y="210"/>
                    </a:lnTo>
                    <a:lnTo>
                      <a:pt x="304" y="210"/>
                    </a:lnTo>
                    <a:lnTo>
                      <a:pt x="304" y="206"/>
                    </a:lnTo>
                    <a:lnTo>
                      <a:pt x="304" y="202"/>
                    </a:lnTo>
                    <a:lnTo>
                      <a:pt x="304" y="198"/>
                    </a:lnTo>
                    <a:lnTo>
                      <a:pt x="304" y="196"/>
                    </a:lnTo>
                    <a:lnTo>
                      <a:pt x="302" y="196"/>
                    </a:lnTo>
                    <a:lnTo>
                      <a:pt x="302" y="192"/>
                    </a:lnTo>
                    <a:lnTo>
                      <a:pt x="302" y="196"/>
                    </a:lnTo>
                    <a:lnTo>
                      <a:pt x="298" y="196"/>
                    </a:lnTo>
                    <a:lnTo>
                      <a:pt x="294" y="196"/>
                    </a:lnTo>
                    <a:lnTo>
                      <a:pt x="294" y="192"/>
                    </a:lnTo>
                    <a:lnTo>
                      <a:pt x="294" y="188"/>
                    </a:lnTo>
                    <a:lnTo>
                      <a:pt x="290" y="188"/>
                    </a:lnTo>
                    <a:lnTo>
                      <a:pt x="290" y="192"/>
                    </a:lnTo>
                    <a:lnTo>
                      <a:pt x="294" y="192"/>
                    </a:lnTo>
                    <a:lnTo>
                      <a:pt x="290" y="192"/>
                    </a:lnTo>
                    <a:lnTo>
                      <a:pt x="290" y="188"/>
                    </a:lnTo>
                    <a:lnTo>
                      <a:pt x="286" y="188"/>
                    </a:lnTo>
                    <a:lnTo>
                      <a:pt x="286" y="184"/>
                    </a:lnTo>
                    <a:lnTo>
                      <a:pt x="282" y="188"/>
                    </a:lnTo>
                    <a:lnTo>
                      <a:pt x="286" y="188"/>
                    </a:lnTo>
                    <a:lnTo>
                      <a:pt x="286" y="192"/>
                    </a:lnTo>
                    <a:lnTo>
                      <a:pt x="282" y="192"/>
                    </a:lnTo>
                    <a:lnTo>
                      <a:pt x="282" y="196"/>
                    </a:lnTo>
                    <a:lnTo>
                      <a:pt x="278" y="198"/>
                    </a:lnTo>
                    <a:lnTo>
                      <a:pt x="282" y="198"/>
                    </a:lnTo>
                    <a:lnTo>
                      <a:pt x="286" y="202"/>
                    </a:lnTo>
                    <a:lnTo>
                      <a:pt x="286" y="206"/>
                    </a:lnTo>
                    <a:lnTo>
                      <a:pt x="290" y="206"/>
                    </a:lnTo>
                    <a:lnTo>
                      <a:pt x="290" y="210"/>
                    </a:lnTo>
                    <a:lnTo>
                      <a:pt x="294" y="210"/>
                    </a:lnTo>
                    <a:lnTo>
                      <a:pt x="290" y="210"/>
                    </a:lnTo>
                    <a:lnTo>
                      <a:pt x="286" y="210"/>
                    </a:lnTo>
                    <a:lnTo>
                      <a:pt x="286" y="214"/>
                    </a:lnTo>
                    <a:lnTo>
                      <a:pt x="282" y="214"/>
                    </a:lnTo>
                    <a:lnTo>
                      <a:pt x="282" y="218"/>
                    </a:lnTo>
                    <a:lnTo>
                      <a:pt x="282" y="214"/>
                    </a:lnTo>
                    <a:lnTo>
                      <a:pt x="278" y="218"/>
                    </a:lnTo>
                    <a:lnTo>
                      <a:pt x="282" y="218"/>
                    </a:lnTo>
                    <a:lnTo>
                      <a:pt x="278" y="218"/>
                    </a:lnTo>
                    <a:lnTo>
                      <a:pt x="278" y="222"/>
                    </a:lnTo>
                    <a:lnTo>
                      <a:pt x="282" y="226"/>
                    </a:lnTo>
                    <a:lnTo>
                      <a:pt x="286" y="226"/>
                    </a:lnTo>
                    <a:lnTo>
                      <a:pt x="286" y="228"/>
                    </a:lnTo>
                    <a:lnTo>
                      <a:pt x="286" y="226"/>
                    </a:lnTo>
                    <a:lnTo>
                      <a:pt x="290" y="226"/>
                    </a:lnTo>
                    <a:lnTo>
                      <a:pt x="290" y="228"/>
                    </a:lnTo>
                    <a:lnTo>
                      <a:pt x="290" y="232"/>
                    </a:lnTo>
                    <a:lnTo>
                      <a:pt x="286" y="236"/>
                    </a:lnTo>
                    <a:lnTo>
                      <a:pt x="286" y="240"/>
                    </a:lnTo>
                    <a:lnTo>
                      <a:pt x="290" y="240"/>
                    </a:lnTo>
                    <a:lnTo>
                      <a:pt x="290" y="244"/>
                    </a:lnTo>
                    <a:lnTo>
                      <a:pt x="290" y="248"/>
                    </a:lnTo>
                    <a:lnTo>
                      <a:pt x="294" y="248"/>
                    </a:lnTo>
                    <a:lnTo>
                      <a:pt x="290" y="248"/>
                    </a:lnTo>
                    <a:lnTo>
                      <a:pt x="290" y="252"/>
                    </a:lnTo>
                    <a:lnTo>
                      <a:pt x="294" y="262"/>
                    </a:lnTo>
                    <a:lnTo>
                      <a:pt x="294" y="266"/>
                    </a:lnTo>
                    <a:lnTo>
                      <a:pt x="294" y="270"/>
                    </a:lnTo>
                    <a:lnTo>
                      <a:pt x="294" y="274"/>
                    </a:lnTo>
                    <a:lnTo>
                      <a:pt x="290" y="274"/>
                    </a:lnTo>
                    <a:lnTo>
                      <a:pt x="290" y="278"/>
                    </a:lnTo>
                    <a:lnTo>
                      <a:pt x="290" y="274"/>
                    </a:lnTo>
                    <a:lnTo>
                      <a:pt x="290" y="270"/>
                    </a:lnTo>
                    <a:lnTo>
                      <a:pt x="290" y="266"/>
                    </a:lnTo>
                    <a:lnTo>
                      <a:pt x="290" y="270"/>
                    </a:lnTo>
                    <a:lnTo>
                      <a:pt x="286" y="270"/>
                    </a:lnTo>
                    <a:lnTo>
                      <a:pt x="286" y="266"/>
                    </a:lnTo>
                    <a:lnTo>
                      <a:pt x="290" y="266"/>
                    </a:lnTo>
                    <a:lnTo>
                      <a:pt x="286" y="266"/>
                    </a:lnTo>
                    <a:lnTo>
                      <a:pt x="286" y="270"/>
                    </a:lnTo>
                    <a:lnTo>
                      <a:pt x="286" y="274"/>
                    </a:lnTo>
                    <a:lnTo>
                      <a:pt x="286" y="278"/>
                    </a:lnTo>
                    <a:lnTo>
                      <a:pt x="286" y="274"/>
                    </a:lnTo>
                    <a:lnTo>
                      <a:pt x="286" y="270"/>
                    </a:lnTo>
                    <a:lnTo>
                      <a:pt x="286" y="274"/>
                    </a:lnTo>
                    <a:lnTo>
                      <a:pt x="282" y="274"/>
                    </a:lnTo>
                    <a:lnTo>
                      <a:pt x="282" y="270"/>
                    </a:lnTo>
                    <a:lnTo>
                      <a:pt x="282" y="274"/>
                    </a:lnTo>
                    <a:lnTo>
                      <a:pt x="282" y="278"/>
                    </a:lnTo>
                    <a:lnTo>
                      <a:pt x="282" y="274"/>
                    </a:lnTo>
                    <a:lnTo>
                      <a:pt x="282" y="270"/>
                    </a:lnTo>
                    <a:lnTo>
                      <a:pt x="278" y="270"/>
                    </a:lnTo>
                    <a:lnTo>
                      <a:pt x="282" y="266"/>
                    </a:lnTo>
                    <a:lnTo>
                      <a:pt x="278" y="262"/>
                    </a:lnTo>
                    <a:lnTo>
                      <a:pt x="278" y="258"/>
                    </a:lnTo>
                    <a:lnTo>
                      <a:pt x="278" y="262"/>
                    </a:lnTo>
                    <a:lnTo>
                      <a:pt x="278" y="266"/>
                    </a:lnTo>
                    <a:lnTo>
                      <a:pt x="282" y="266"/>
                    </a:lnTo>
                    <a:lnTo>
                      <a:pt x="278" y="266"/>
                    </a:lnTo>
                    <a:lnTo>
                      <a:pt x="278" y="270"/>
                    </a:lnTo>
                    <a:lnTo>
                      <a:pt x="274" y="274"/>
                    </a:lnTo>
                    <a:lnTo>
                      <a:pt x="272" y="274"/>
                    </a:lnTo>
                    <a:lnTo>
                      <a:pt x="268" y="278"/>
                    </a:lnTo>
                    <a:lnTo>
                      <a:pt x="264" y="278"/>
                    </a:lnTo>
                    <a:lnTo>
                      <a:pt x="264" y="282"/>
                    </a:lnTo>
                    <a:lnTo>
                      <a:pt x="264" y="286"/>
                    </a:lnTo>
                    <a:lnTo>
                      <a:pt x="264" y="288"/>
                    </a:lnTo>
                    <a:lnTo>
                      <a:pt x="264" y="292"/>
                    </a:lnTo>
                    <a:lnTo>
                      <a:pt x="260" y="292"/>
                    </a:lnTo>
                    <a:lnTo>
                      <a:pt x="260" y="296"/>
                    </a:lnTo>
                    <a:lnTo>
                      <a:pt x="260" y="300"/>
                    </a:lnTo>
                    <a:lnTo>
                      <a:pt x="256" y="300"/>
                    </a:lnTo>
                    <a:lnTo>
                      <a:pt x="256" y="302"/>
                    </a:lnTo>
                    <a:lnTo>
                      <a:pt x="252" y="302"/>
                    </a:lnTo>
                    <a:lnTo>
                      <a:pt x="256" y="302"/>
                    </a:lnTo>
                    <a:lnTo>
                      <a:pt x="252" y="302"/>
                    </a:lnTo>
                    <a:lnTo>
                      <a:pt x="252" y="306"/>
                    </a:lnTo>
                    <a:lnTo>
                      <a:pt x="248" y="306"/>
                    </a:lnTo>
                    <a:lnTo>
                      <a:pt x="246" y="306"/>
                    </a:lnTo>
                    <a:lnTo>
                      <a:pt x="242" y="310"/>
                    </a:lnTo>
                    <a:lnTo>
                      <a:pt x="242" y="306"/>
                    </a:lnTo>
                    <a:lnTo>
                      <a:pt x="246" y="306"/>
                    </a:lnTo>
                    <a:lnTo>
                      <a:pt x="242" y="302"/>
                    </a:lnTo>
                    <a:lnTo>
                      <a:pt x="242" y="306"/>
                    </a:lnTo>
                    <a:lnTo>
                      <a:pt x="238" y="306"/>
                    </a:lnTo>
                    <a:lnTo>
                      <a:pt x="238" y="310"/>
                    </a:lnTo>
                    <a:lnTo>
                      <a:pt x="242" y="310"/>
                    </a:lnTo>
                    <a:lnTo>
                      <a:pt x="242" y="306"/>
                    </a:lnTo>
                    <a:lnTo>
                      <a:pt x="242" y="310"/>
                    </a:lnTo>
                    <a:lnTo>
                      <a:pt x="238" y="310"/>
                    </a:lnTo>
                    <a:lnTo>
                      <a:pt x="238" y="314"/>
                    </a:lnTo>
                    <a:lnTo>
                      <a:pt x="234" y="318"/>
                    </a:lnTo>
                    <a:lnTo>
                      <a:pt x="230" y="318"/>
                    </a:lnTo>
                    <a:lnTo>
                      <a:pt x="234" y="318"/>
                    </a:lnTo>
                    <a:lnTo>
                      <a:pt x="230" y="322"/>
                    </a:lnTo>
                    <a:lnTo>
                      <a:pt x="230" y="326"/>
                    </a:lnTo>
                    <a:lnTo>
                      <a:pt x="226" y="330"/>
                    </a:lnTo>
                    <a:lnTo>
                      <a:pt x="222" y="332"/>
                    </a:lnTo>
                    <a:lnTo>
                      <a:pt x="218" y="332"/>
                    </a:lnTo>
                    <a:lnTo>
                      <a:pt x="218" y="336"/>
                    </a:lnTo>
                    <a:lnTo>
                      <a:pt x="216" y="336"/>
                    </a:lnTo>
                    <a:lnTo>
                      <a:pt x="216" y="340"/>
                    </a:lnTo>
                    <a:lnTo>
                      <a:pt x="212" y="340"/>
                    </a:lnTo>
                    <a:lnTo>
                      <a:pt x="212" y="344"/>
                    </a:lnTo>
                    <a:lnTo>
                      <a:pt x="208" y="348"/>
                    </a:lnTo>
                    <a:lnTo>
                      <a:pt x="204" y="348"/>
                    </a:lnTo>
                    <a:lnTo>
                      <a:pt x="204" y="352"/>
                    </a:lnTo>
                    <a:lnTo>
                      <a:pt x="200" y="352"/>
                    </a:lnTo>
                    <a:lnTo>
                      <a:pt x="200" y="356"/>
                    </a:lnTo>
                    <a:lnTo>
                      <a:pt x="196" y="356"/>
                    </a:lnTo>
                    <a:lnTo>
                      <a:pt x="196" y="358"/>
                    </a:lnTo>
                    <a:lnTo>
                      <a:pt x="200" y="358"/>
                    </a:lnTo>
                    <a:lnTo>
                      <a:pt x="196" y="358"/>
                    </a:lnTo>
                    <a:lnTo>
                      <a:pt x="196" y="362"/>
                    </a:lnTo>
                    <a:lnTo>
                      <a:pt x="196" y="366"/>
                    </a:lnTo>
                    <a:lnTo>
                      <a:pt x="192" y="366"/>
                    </a:lnTo>
                    <a:lnTo>
                      <a:pt x="190" y="366"/>
                    </a:lnTo>
                    <a:lnTo>
                      <a:pt x="186" y="366"/>
                    </a:lnTo>
                    <a:lnTo>
                      <a:pt x="182" y="366"/>
                    </a:lnTo>
                    <a:lnTo>
                      <a:pt x="182" y="370"/>
                    </a:lnTo>
                    <a:lnTo>
                      <a:pt x="182" y="374"/>
                    </a:lnTo>
                    <a:lnTo>
                      <a:pt x="178" y="374"/>
                    </a:lnTo>
                    <a:lnTo>
                      <a:pt x="178" y="378"/>
                    </a:lnTo>
                    <a:lnTo>
                      <a:pt x="178" y="374"/>
                    </a:lnTo>
                    <a:lnTo>
                      <a:pt x="178" y="378"/>
                    </a:lnTo>
                    <a:lnTo>
                      <a:pt x="178" y="374"/>
                    </a:lnTo>
                    <a:lnTo>
                      <a:pt x="174" y="374"/>
                    </a:lnTo>
                    <a:lnTo>
                      <a:pt x="170" y="378"/>
                    </a:lnTo>
                    <a:lnTo>
                      <a:pt x="166" y="382"/>
                    </a:lnTo>
                    <a:lnTo>
                      <a:pt x="166" y="386"/>
                    </a:lnTo>
                    <a:lnTo>
                      <a:pt x="166" y="388"/>
                    </a:lnTo>
                    <a:lnTo>
                      <a:pt x="166" y="392"/>
                    </a:lnTo>
                    <a:lnTo>
                      <a:pt x="166" y="396"/>
                    </a:lnTo>
                    <a:lnTo>
                      <a:pt x="166" y="400"/>
                    </a:lnTo>
                    <a:lnTo>
                      <a:pt x="166" y="404"/>
                    </a:lnTo>
                    <a:lnTo>
                      <a:pt x="166" y="408"/>
                    </a:lnTo>
                    <a:lnTo>
                      <a:pt x="166" y="412"/>
                    </a:lnTo>
                    <a:lnTo>
                      <a:pt x="170" y="412"/>
                    </a:lnTo>
                    <a:lnTo>
                      <a:pt x="166" y="412"/>
                    </a:lnTo>
                    <a:lnTo>
                      <a:pt x="166" y="416"/>
                    </a:lnTo>
                    <a:lnTo>
                      <a:pt x="170" y="416"/>
                    </a:lnTo>
                    <a:lnTo>
                      <a:pt x="170" y="418"/>
                    </a:lnTo>
                    <a:lnTo>
                      <a:pt x="170" y="416"/>
                    </a:lnTo>
                    <a:lnTo>
                      <a:pt x="166" y="412"/>
                    </a:lnTo>
                    <a:lnTo>
                      <a:pt x="166" y="416"/>
                    </a:lnTo>
                    <a:lnTo>
                      <a:pt x="170" y="418"/>
                    </a:lnTo>
                    <a:lnTo>
                      <a:pt x="170" y="422"/>
                    </a:lnTo>
                    <a:lnTo>
                      <a:pt x="170" y="426"/>
                    </a:lnTo>
                    <a:lnTo>
                      <a:pt x="170" y="430"/>
                    </a:lnTo>
                    <a:lnTo>
                      <a:pt x="166" y="430"/>
                    </a:lnTo>
                    <a:lnTo>
                      <a:pt x="166" y="434"/>
                    </a:lnTo>
                    <a:lnTo>
                      <a:pt x="166" y="438"/>
                    </a:lnTo>
                    <a:lnTo>
                      <a:pt x="162" y="442"/>
                    </a:lnTo>
                    <a:lnTo>
                      <a:pt x="162" y="446"/>
                    </a:lnTo>
                    <a:lnTo>
                      <a:pt x="162" y="448"/>
                    </a:lnTo>
                    <a:lnTo>
                      <a:pt x="162" y="452"/>
                    </a:lnTo>
                    <a:lnTo>
                      <a:pt x="162" y="456"/>
                    </a:lnTo>
                    <a:lnTo>
                      <a:pt x="162" y="460"/>
                    </a:lnTo>
                    <a:lnTo>
                      <a:pt x="162" y="464"/>
                    </a:lnTo>
                    <a:lnTo>
                      <a:pt x="162" y="468"/>
                    </a:lnTo>
                    <a:lnTo>
                      <a:pt x="162" y="472"/>
                    </a:lnTo>
                    <a:lnTo>
                      <a:pt x="160" y="472"/>
                    </a:lnTo>
                    <a:lnTo>
                      <a:pt x="162" y="472"/>
                    </a:lnTo>
                    <a:lnTo>
                      <a:pt x="160" y="472"/>
                    </a:lnTo>
                    <a:lnTo>
                      <a:pt x="156" y="472"/>
                    </a:lnTo>
                    <a:lnTo>
                      <a:pt x="156" y="474"/>
                    </a:lnTo>
                    <a:lnTo>
                      <a:pt x="156" y="478"/>
                    </a:lnTo>
                    <a:lnTo>
                      <a:pt x="152" y="478"/>
                    </a:lnTo>
                    <a:lnTo>
                      <a:pt x="152" y="482"/>
                    </a:lnTo>
                    <a:lnTo>
                      <a:pt x="148" y="486"/>
                    </a:lnTo>
                    <a:lnTo>
                      <a:pt x="152" y="486"/>
                    </a:lnTo>
                    <a:lnTo>
                      <a:pt x="152" y="490"/>
                    </a:lnTo>
                    <a:lnTo>
                      <a:pt x="156" y="490"/>
                    </a:lnTo>
                    <a:lnTo>
                      <a:pt x="152" y="490"/>
                    </a:lnTo>
                    <a:lnTo>
                      <a:pt x="148" y="490"/>
                    </a:lnTo>
                    <a:lnTo>
                      <a:pt x="144" y="494"/>
                    </a:lnTo>
                    <a:lnTo>
                      <a:pt x="140" y="494"/>
                    </a:lnTo>
                    <a:lnTo>
                      <a:pt x="140" y="498"/>
                    </a:lnTo>
                    <a:lnTo>
                      <a:pt x="140" y="502"/>
                    </a:lnTo>
                    <a:lnTo>
                      <a:pt x="136" y="504"/>
                    </a:lnTo>
                    <a:lnTo>
                      <a:pt x="134" y="508"/>
                    </a:lnTo>
                    <a:lnTo>
                      <a:pt x="130" y="508"/>
                    </a:lnTo>
                    <a:lnTo>
                      <a:pt x="126" y="508"/>
                    </a:lnTo>
                    <a:lnTo>
                      <a:pt x="126" y="504"/>
                    </a:lnTo>
                    <a:lnTo>
                      <a:pt x="122" y="504"/>
                    </a:lnTo>
                    <a:lnTo>
                      <a:pt x="122" y="502"/>
                    </a:lnTo>
                    <a:lnTo>
                      <a:pt x="118" y="502"/>
                    </a:lnTo>
                    <a:lnTo>
                      <a:pt x="118" y="498"/>
                    </a:lnTo>
                    <a:lnTo>
                      <a:pt x="118" y="494"/>
                    </a:lnTo>
                    <a:lnTo>
                      <a:pt x="114" y="494"/>
                    </a:lnTo>
                    <a:lnTo>
                      <a:pt x="114" y="490"/>
                    </a:lnTo>
                    <a:lnTo>
                      <a:pt x="114" y="486"/>
                    </a:lnTo>
                    <a:lnTo>
                      <a:pt x="114" y="482"/>
                    </a:lnTo>
                    <a:lnTo>
                      <a:pt x="110" y="478"/>
                    </a:lnTo>
                    <a:lnTo>
                      <a:pt x="114" y="478"/>
                    </a:lnTo>
                    <a:lnTo>
                      <a:pt x="110" y="478"/>
                    </a:lnTo>
                    <a:lnTo>
                      <a:pt x="114" y="482"/>
                    </a:lnTo>
                    <a:lnTo>
                      <a:pt x="114" y="486"/>
                    </a:lnTo>
                    <a:lnTo>
                      <a:pt x="114" y="482"/>
                    </a:lnTo>
                    <a:lnTo>
                      <a:pt x="114" y="478"/>
                    </a:lnTo>
                    <a:lnTo>
                      <a:pt x="110" y="478"/>
                    </a:lnTo>
                    <a:lnTo>
                      <a:pt x="110" y="474"/>
                    </a:lnTo>
                    <a:lnTo>
                      <a:pt x="110" y="478"/>
                    </a:lnTo>
                    <a:lnTo>
                      <a:pt x="110" y="474"/>
                    </a:lnTo>
                    <a:lnTo>
                      <a:pt x="110" y="472"/>
                    </a:lnTo>
                    <a:lnTo>
                      <a:pt x="110" y="468"/>
                    </a:lnTo>
                    <a:lnTo>
                      <a:pt x="106" y="464"/>
                    </a:lnTo>
                    <a:lnTo>
                      <a:pt x="106" y="460"/>
                    </a:lnTo>
                    <a:lnTo>
                      <a:pt x="104" y="452"/>
                    </a:lnTo>
                    <a:lnTo>
                      <a:pt x="104" y="448"/>
                    </a:lnTo>
                    <a:lnTo>
                      <a:pt x="100" y="446"/>
                    </a:lnTo>
                    <a:lnTo>
                      <a:pt x="100" y="442"/>
                    </a:lnTo>
                    <a:lnTo>
                      <a:pt x="96" y="442"/>
                    </a:lnTo>
                    <a:lnTo>
                      <a:pt x="96" y="438"/>
                    </a:lnTo>
                    <a:lnTo>
                      <a:pt x="96" y="434"/>
                    </a:lnTo>
                    <a:lnTo>
                      <a:pt x="92" y="430"/>
                    </a:lnTo>
                    <a:lnTo>
                      <a:pt x="92" y="426"/>
                    </a:lnTo>
                    <a:lnTo>
                      <a:pt x="92" y="422"/>
                    </a:lnTo>
                    <a:lnTo>
                      <a:pt x="92" y="418"/>
                    </a:lnTo>
                    <a:lnTo>
                      <a:pt x="90" y="416"/>
                    </a:lnTo>
                    <a:lnTo>
                      <a:pt x="90" y="412"/>
                    </a:lnTo>
                    <a:lnTo>
                      <a:pt x="90" y="408"/>
                    </a:lnTo>
                    <a:lnTo>
                      <a:pt x="90" y="404"/>
                    </a:lnTo>
                    <a:lnTo>
                      <a:pt x="86" y="404"/>
                    </a:lnTo>
                    <a:lnTo>
                      <a:pt x="86" y="400"/>
                    </a:lnTo>
                    <a:lnTo>
                      <a:pt x="86" y="396"/>
                    </a:lnTo>
                    <a:lnTo>
                      <a:pt x="86" y="400"/>
                    </a:lnTo>
                    <a:lnTo>
                      <a:pt x="86" y="396"/>
                    </a:lnTo>
                    <a:lnTo>
                      <a:pt x="82" y="396"/>
                    </a:lnTo>
                    <a:lnTo>
                      <a:pt x="82" y="392"/>
                    </a:lnTo>
                    <a:lnTo>
                      <a:pt x="82" y="388"/>
                    </a:lnTo>
                    <a:lnTo>
                      <a:pt x="78" y="386"/>
                    </a:lnTo>
                    <a:lnTo>
                      <a:pt x="78" y="382"/>
                    </a:lnTo>
                    <a:lnTo>
                      <a:pt x="82" y="386"/>
                    </a:lnTo>
                    <a:lnTo>
                      <a:pt x="82" y="382"/>
                    </a:lnTo>
                    <a:lnTo>
                      <a:pt x="78" y="382"/>
                    </a:lnTo>
                    <a:lnTo>
                      <a:pt x="78" y="378"/>
                    </a:lnTo>
                    <a:lnTo>
                      <a:pt x="74" y="378"/>
                    </a:lnTo>
                    <a:lnTo>
                      <a:pt x="74" y="374"/>
                    </a:lnTo>
                    <a:lnTo>
                      <a:pt x="74" y="370"/>
                    </a:lnTo>
                    <a:lnTo>
                      <a:pt x="70" y="366"/>
                    </a:lnTo>
                    <a:lnTo>
                      <a:pt x="70" y="362"/>
                    </a:lnTo>
                    <a:lnTo>
                      <a:pt x="70" y="358"/>
                    </a:lnTo>
                    <a:lnTo>
                      <a:pt x="70" y="356"/>
                    </a:lnTo>
                    <a:lnTo>
                      <a:pt x="70" y="352"/>
                    </a:lnTo>
                    <a:lnTo>
                      <a:pt x="70" y="348"/>
                    </a:lnTo>
                    <a:lnTo>
                      <a:pt x="70" y="344"/>
                    </a:lnTo>
                    <a:lnTo>
                      <a:pt x="66" y="344"/>
                    </a:lnTo>
                    <a:lnTo>
                      <a:pt x="66" y="340"/>
                    </a:lnTo>
                    <a:lnTo>
                      <a:pt x="66" y="336"/>
                    </a:lnTo>
                    <a:lnTo>
                      <a:pt x="66" y="332"/>
                    </a:lnTo>
                    <a:lnTo>
                      <a:pt x="66" y="330"/>
                    </a:lnTo>
                    <a:lnTo>
                      <a:pt x="62" y="326"/>
                    </a:lnTo>
                    <a:lnTo>
                      <a:pt x="66" y="326"/>
                    </a:lnTo>
                    <a:lnTo>
                      <a:pt x="66" y="322"/>
                    </a:lnTo>
                    <a:lnTo>
                      <a:pt x="66" y="318"/>
                    </a:lnTo>
                    <a:lnTo>
                      <a:pt x="66" y="322"/>
                    </a:lnTo>
                    <a:lnTo>
                      <a:pt x="62" y="322"/>
                    </a:lnTo>
                    <a:lnTo>
                      <a:pt x="62" y="318"/>
                    </a:lnTo>
                    <a:lnTo>
                      <a:pt x="62" y="314"/>
                    </a:lnTo>
                    <a:lnTo>
                      <a:pt x="66" y="314"/>
                    </a:lnTo>
                    <a:lnTo>
                      <a:pt x="66" y="318"/>
                    </a:lnTo>
                    <a:lnTo>
                      <a:pt x="66" y="314"/>
                    </a:lnTo>
                    <a:lnTo>
                      <a:pt x="62" y="314"/>
                    </a:lnTo>
                    <a:lnTo>
                      <a:pt x="62" y="310"/>
                    </a:lnTo>
                    <a:lnTo>
                      <a:pt x="62" y="306"/>
                    </a:lnTo>
                    <a:lnTo>
                      <a:pt x="62" y="302"/>
                    </a:lnTo>
                    <a:lnTo>
                      <a:pt x="62" y="300"/>
                    </a:lnTo>
                    <a:lnTo>
                      <a:pt x="62" y="296"/>
                    </a:lnTo>
                    <a:lnTo>
                      <a:pt x="66" y="296"/>
                    </a:lnTo>
                    <a:lnTo>
                      <a:pt x="66" y="288"/>
                    </a:lnTo>
                    <a:lnTo>
                      <a:pt x="62" y="288"/>
                    </a:lnTo>
                    <a:lnTo>
                      <a:pt x="62" y="286"/>
                    </a:lnTo>
                    <a:lnTo>
                      <a:pt x="62" y="282"/>
                    </a:lnTo>
                    <a:lnTo>
                      <a:pt x="60" y="282"/>
                    </a:lnTo>
                    <a:lnTo>
                      <a:pt x="60" y="278"/>
                    </a:lnTo>
                    <a:lnTo>
                      <a:pt x="62" y="278"/>
                    </a:lnTo>
                    <a:lnTo>
                      <a:pt x="60" y="278"/>
                    </a:lnTo>
                    <a:lnTo>
                      <a:pt x="62" y="278"/>
                    </a:lnTo>
                    <a:lnTo>
                      <a:pt x="62" y="274"/>
                    </a:lnTo>
                    <a:lnTo>
                      <a:pt x="66" y="274"/>
                    </a:lnTo>
                    <a:lnTo>
                      <a:pt x="70" y="274"/>
                    </a:lnTo>
                    <a:lnTo>
                      <a:pt x="66" y="274"/>
                    </a:lnTo>
                    <a:lnTo>
                      <a:pt x="62" y="274"/>
                    </a:lnTo>
                    <a:lnTo>
                      <a:pt x="60" y="274"/>
                    </a:lnTo>
                    <a:lnTo>
                      <a:pt x="60" y="270"/>
                    </a:lnTo>
                    <a:lnTo>
                      <a:pt x="62" y="270"/>
                    </a:lnTo>
                    <a:lnTo>
                      <a:pt x="60" y="270"/>
                    </a:lnTo>
                    <a:lnTo>
                      <a:pt x="60" y="266"/>
                    </a:lnTo>
                    <a:lnTo>
                      <a:pt x="62" y="262"/>
                    </a:lnTo>
                    <a:lnTo>
                      <a:pt x="62" y="266"/>
                    </a:lnTo>
                    <a:lnTo>
                      <a:pt x="62" y="262"/>
                    </a:lnTo>
                    <a:lnTo>
                      <a:pt x="66" y="262"/>
                    </a:lnTo>
                    <a:lnTo>
                      <a:pt x="62" y="262"/>
                    </a:lnTo>
                    <a:lnTo>
                      <a:pt x="60" y="262"/>
                    </a:lnTo>
                    <a:lnTo>
                      <a:pt x="56" y="262"/>
                    </a:lnTo>
                    <a:lnTo>
                      <a:pt x="56" y="266"/>
                    </a:lnTo>
                    <a:lnTo>
                      <a:pt x="56" y="270"/>
                    </a:lnTo>
                    <a:lnTo>
                      <a:pt x="52" y="270"/>
                    </a:lnTo>
                    <a:lnTo>
                      <a:pt x="56" y="270"/>
                    </a:lnTo>
                    <a:lnTo>
                      <a:pt x="52" y="270"/>
                    </a:lnTo>
                    <a:lnTo>
                      <a:pt x="52" y="274"/>
                    </a:lnTo>
                    <a:lnTo>
                      <a:pt x="56" y="270"/>
                    </a:lnTo>
                    <a:lnTo>
                      <a:pt x="56" y="274"/>
                    </a:lnTo>
                    <a:lnTo>
                      <a:pt x="56" y="278"/>
                    </a:lnTo>
                    <a:lnTo>
                      <a:pt x="56" y="282"/>
                    </a:lnTo>
                    <a:lnTo>
                      <a:pt x="52" y="282"/>
                    </a:lnTo>
                    <a:lnTo>
                      <a:pt x="52" y="286"/>
                    </a:lnTo>
                    <a:lnTo>
                      <a:pt x="48" y="286"/>
                    </a:lnTo>
                    <a:lnTo>
                      <a:pt x="44" y="288"/>
                    </a:lnTo>
                    <a:lnTo>
                      <a:pt x="40" y="288"/>
                    </a:lnTo>
                    <a:lnTo>
                      <a:pt x="36" y="292"/>
                    </a:lnTo>
                    <a:lnTo>
                      <a:pt x="34" y="288"/>
                    </a:lnTo>
                    <a:lnTo>
                      <a:pt x="30" y="288"/>
                    </a:lnTo>
                    <a:lnTo>
                      <a:pt x="30" y="286"/>
                    </a:lnTo>
                    <a:lnTo>
                      <a:pt x="26" y="286"/>
                    </a:lnTo>
                    <a:lnTo>
                      <a:pt x="26" y="282"/>
                    </a:lnTo>
                    <a:lnTo>
                      <a:pt x="22" y="282"/>
                    </a:lnTo>
                    <a:lnTo>
                      <a:pt x="22" y="278"/>
                    </a:lnTo>
                    <a:lnTo>
                      <a:pt x="18" y="274"/>
                    </a:lnTo>
                    <a:lnTo>
                      <a:pt x="14" y="270"/>
                    </a:lnTo>
                    <a:lnTo>
                      <a:pt x="10" y="266"/>
                    </a:lnTo>
                    <a:lnTo>
                      <a:pt x="10" y="262"/>
                    </a:lnTo>
                    <a:lnTo>
                      <a:pt x="10" y="258"/>
                    </a:lnTo>
                    <a:lnTo>
                      <a:pt x="10" y="262"/>
                    </a:lnTo>
                    <a:lnTo>
                      <a:pt x="14" y="262"/>
                    </a:lnTo>
                    <a:lnTo>
                      <a:pt x="10" y="262"/>
                    </a:lnTo>
                    <a:lnTo>
                      <a:pt x="14" y="262"/>
                    </a:lnTo>
                    <a:lnTo>
                      <a:pt x="18" y="262"/>
                    </a:lnTo>
                    <a:lnTo>
                      <a:pt x="22" y="262"/>
                    </a:lnTo>
                    <a:lnTo>
                      <a:pt x="22" y="258"/>
                    </a:lnTo>
                    <a:lnTo>
                      <a:pt x="26" y="258"/>
                    </a:lnTo>
                    <a:lnTo>
                      <a:pt x="30" y="256"/>
                    </a:lnTo>
                    <a:lnTo>
                      <a:pt x="30" y="252"/>
                    </a:lnTo>
                    <a:lnTo>
                      <a:pt x="34" y="252"/>
                    </a:lnTo>
                    <a:lnTo>
                      <a:pt x="34" y="248"/>
                    </a:lnTo>
                    <a:lnTo>
                      <a:pt x="30" y="248"/>
                    </a:lnTo>
                    <a:lnTo>
                      <a:pt x="30" y="252"/>
                    </a:lnTo>
                    <a:lnTo>
                      <a:pt x="22" y="252"/>
                    </a:lnTo>
                    <a:lnTo>
                      <a:pt x="22" y="256"/>
                    </a:lnTo>
                    <a:lnTo>
                      <a:pt x="18" y="256"/>
                    </a:lnTo>
                    <a:lnTo>
                      <a:pt x="14" y="256"/>
                    </a:lnTo>
                    <a:lnTo>
                      <a:pt x="14" y="252"/>
                    </a:lnTo>
                    <a:lnTo>
                      <a:pt x="10" y="252"/>
                    </a:lnTo>
                    <a:lnTo>
                      <a:pt x="6" y="252"/>
                    </a:lnTo>
                    <a:lnTo>
                      <a:pt x="6" y="248"/>
                    </a:lnTo>
                    <a:lnTo>
                      <a:pt x="4" y="244"/>
                    </a:lnTo>
                    <a:lnTo>
                      <a:pt x="4" y="240"/>
                    </a:lnTo>
                    <a:lnTo>
                      <a:pt x="4" y="236"/>
                    </a:lnTo>
                    <a:lnTo>
                      <a:pt x="6" y="236"/>
                    </a:lnTo>
                    <a:lnTo>
                      <a:pt x="4" y="236"/>
                    </a:lnTo>
                    <a:lnTo>
                      <a:pt x="0" y="240"/>
                    </a:lnTo>
                    <a:lnTo>
                      <a:pt x="0" y="236"/>
                    </a:lnTo>
                    <a:lnTo>
                      <a:pt x="0" y="236"/>
                    </a:lnTo>
                    <a:lnTo>
                      <a:pt x="0" y="236"/>
                    </a:lnTo>
                    <a:close/>
                    <a:moveTo>
                      <a:pt x="282" y="270"/>
                    </a:moveTo>
                    <a:lnTo>
                      <a:pt x="282" y="274"/>
                    </a:lnTo>
                    <a:lnTo>
                      <a:pt x="278" y="274"/>
                    </a:lnTo>
                    <a:lnTo>
                      <a:pt x="278" y="270"/>
                    </a:lnTo>
                    <a:lnTo>
                      <a:pt x="282" y="270"/>
                    </a:lnTo>
                    <a:lnTo>
                      <a:pt x="282" y="270"/>
                    </a:lnTo>
                    <a:lnTo>
                      <a:pt x="282" y="270"/>
                    </a:lnTo>
                    <a:close/>
                    <a:moveTo>
                      <a:pt x="346" y="442"/>
                    </a:moveTo>
                    <a:lnTo>
                      <a:pt x="346" y="438"/>
                    </a:lnTo>
                    <a:lnTo>
                      <a:pt x="350" y="438"/>
                    </a:lnTo>
                    <a:lnTo>
                      <a:pt x="346" y="442"/>
                    </a:lnTo>
                    <a:lnTo>
                      <a:pt x="346" y="442"/>
                    </a:lnTo>
                    <a:lnTo>
                      <a:pt x="346" y="442"/>
                    </a:lnTo>
                    <a:close/>
                    <a:moveTo>
                      <a:pt x="346" y="452"/>
                    </a:moveTo>
                    <a:lnTo>
                      <a:pt x="342" y="452"/>
                    </a:lnTo>
                    <a:lnTo>
                      <a:pt x="346" y="452"/>
                    </a:lnTo>
                    <a:lnTo>
                      <a:pt x="346" y="452"/>
                    </a:lnTo>
                    <a:lnTo>
                      <a:pt x="346" y="452"/>
                    </a:lnTo>
                    <a:close/>
                    <a:moveTo>
                      <a:pt x="346" y="490"/>
                    </a:moveTo>
                    <a:lnTo>
                      <a:pt x="346" y="494"/>
                    </a:lnTo>
                    <a:lnTo>
                      <a:pt x="346" y="490"/>
                    </a:lnTo>
                    <a:lnTo>
                      <a:pt x="346" y="490"/>
                    </a:lnTo>
                    <a:lnTo>
                      <a:pt x="346" y="490"/>
                    </a:lnTo>
                    <a:close/>
                    <a:moveTo>
                      <a:pt x="66" y="504"/>
                    </a:moveTo>
                    <a:lnTo>
                      <a:pt x="66" y="508"/>
                    </a:lnTo>
                    <a:lnTo>
                      <a:pt x="66" y="504"/>
                    </a:lnTo>
                    <a:lnTo>
                      <a:pt x="66" y="504"/>
                    </a:lnTo>
                    <a:lnTo>
                      <a:pt x="66" y="504"/>
                    </a:lnTo>
                    <a:close/>
                    <a:moveTo>
                      <a:pt x="358" y="508"/>
                    </a:moveTo>
                    <a:lnTo>
                      <a:pt x="358" y="512"/>
                    </a:lnTo>
                    <a:lnTo>
                      <a:pt x="358" y="508"/>
                    </a:lnTo>
                    <a:lnTo>
                      <a:pt x="358" y="508"/>
                    </a:lnTo>
                    <a:lnTo>
                      <a:pt x="358" y="508"/>
                    </a:lnTo>
                    <a:close/>
                    <a:moveTo>
                      <a:pt x="354" y="512"/>
                    </a:moveTo>
                    <a:lnTo>
                      <a:pt x="358" y="512"/>
                    </a:lnTo>
                    <a:lnTo>
                      <a:pt x="354" y="512"/>
                    </a:lnTo>
                    <a:lnTo>
                      <a:pt x="354" y="512"/>
                    </a:lnTo>
                    <a:lnTo>
                      <a:pt x="354" y="512"/>
                    </a:lnTo>
                    <a:close/>
                    <a:moveTo>
                      <a:pt x="360" y="524"/>
                    </a:moveTo>
                    <a:lnTo>
                      <a:pt x="358" y="524"/>
                    </a:lnTo>
                    <a:lnTo>
                      <a:pt x="360" y="524"/>
                    </a:lnTo>
                    <a:lnTo>
                      <a:pt x="360" y="520"/>
                    </a:lnTo>
                    <a:lnTo>
                      <a:pt x="360" y="524"/>
                    </a:lnTo>
                    <a:lnTo>
                      <a:pt x="360" y="524"/>
                    </a:lnTo>
                    <a:lnTo>
                      <a:pt x="360" y="524"/>
                    </a:lnTo>
                    <a:close/>
                    <a:moveTo>
                      <a:pt x="346" y="426"/>
                    </a:moveTo>
                    <a:lnTo>
                      <a:pt x="346" y="422"/>
                    </a:lnTo>
                    <a:lnTo>
                      <a:pt x="346" y="418"/>
                    </a:lnTo>
                    <a:lnTo>
                      <a:pt x="350" y="418"/>
                    </a:lnTo>
                    <a:lnTo>
                      <a:pt x="350" y="416"/>
                    </a:lnTo>
                    <a:lnTo>
                      <a:pt x="350" y="418"/>
                    </a:lnTo>
                    <a:lnTo>
                      <a:pt x="350" y="422"/>
                    </a:lnTo>
                    <a:lnTo>
                      <a:pt x="350" y="426"/>
                    </a:lnTo>
                    <a:lnTo>
                      <a:pt x="350" y="422"/>
                    </a:lnTo>
                    <a:lnTo>
                      <a:pt x="346" y="426"/>
                    </a:lnTo>
                    <a:lnTo>
                      <a:pt x="346" y="426"/>
                    </a:lnTo>
                    <a:lnTo>
                      <a:pt x="346" y="426"/>
                    </a:lnTo>
                    <a:close/>
                    <a:moveTo>
                      <a:pt x="346" y="438"/>
                    </a:moveTo>
                    <a:lnTo>
                      <a:pt x="346" y="434"/>
                    </a:lnTo>
                    <a:lnTo>
                      <a:pt x="346" y="430"/>
                    </a:lnTo>
                    <a:lnTo>
                      <a:pt x="346" y="426"/>
                    </a:lnTo>
                    <a:lnTo>
                      <a:pt x="350" y="426"/>
                    </a:lnTo>
                    <a:lnTo>
                      <a:pt x="350" y="430"/>
                    </a:lnTo>
                    <a:lnTo>
                      <a:pt x="350" y="434"/>
                    </a:lnTo>
                    <a:lnTo>
                      <a:pt x="346" y="434"/>
                    </a:lnTo>
                    <a:lnTo>
                      <a:pt x="346" y="438"/>
                    </a:lnTo>
                    <a:lnTo>
                      <a:pt x="350" y="438"/>
                    </a:lnTo>
                    <a:lnTo>
                      <a:pt x="346" y="438"/>
                    </a:lnTo>
                    <a:lnTo>
                      <a:pt x="346" y="438"/>
                    </a:lnTo>
                    <a:lnTo>
                      <a:pt x="346" y="438"/>
                    </a:lnTo>
                    <a:close/>
                    <a:moveTo>
                      <a:pt x="346" y="442"/>
                    </a:moveTo>
                    <a:lnTo>
                      <a:pt x="346" y="446"/>
                    </a:lnTo>
                    <a:lnTo>
                      <a:pt x="346" y="448"/>
                    </a:lnTo>
                    <a:lnTo>
                      <a:pt x="346" y="452"/>
                    </a:lnTo>
                    <a:lnTo>
                      <a:pt x="342" y="448"/>
                    </a:lnTo>
                    <a:lnTo>
                      <a:pt x="342" y="446"/>
                    </a:lnTo>
                    <a:lnTo>
                      <a:pt x="346" y="446"/>
                    </a:lnTo>
                    <a:lnTo>
                      <a:pt x="346" y="442"/>
                    </a:lnTo>
                    <a:lnTo>
                      <a:pt x="346" y="438"/>
                    </a:lnTo>
                    <a:lnTo>
                      <a:pt x="346" y="442"/>
                    </a:lnTo>
                    <a:lnTo>
                      <a:pt x="346" y="438"/>
                    </a:lnTo>
                    <a:lnTo>
                      <a:pt x="346" y="442"/>
                    </a:lnTo>
                    <a:lnTo>
                      <a:pt x="346" y="442"/>
                    </a:lnTo>
                    <a:lnTo>
                      <a:pt x="346" y="442"/>
                    </a:lnTo>
                    <a:close/>
                    <a:moveTo>
                      <a:pt x="342" y="464"/>
                    </a:moveTo>
                    <a:lnTo>
                      <a:pt x="342" y="468"/>
                    </a:lnTo>
                    <a:lnTo>
                      <a:pt x="338" y="468"/>
                    </a:lnTo>
                    <a:lnTo>
                      <a:pt x="338" y="464"/>
                    </a:lnTo>
                    <a:lnTo>
                      <a:pt x="342" y="464"/>
                    </a:lnTo>
                    <a:lnTo>
                      <a:pt x="342" y="460"/>
                    </a:lnTo>
                    <a:lnTo>
                      <a:pt x="342" y="464"/>
                    </a:lnTo>
                    <a:lnTo>
                      <a:pt x="342" y="464"/>
                    </a:lnTo>
                    <a:lnTo>
                      <a:pt x="342" y="464"/>
                    </a:lnTo>
                    <a:close/>
                    <a:moveTo>
                      <a:pt x="360" y="528"/>
                    </a:moveTo>
                    <a:lnTo>
                      <a:pt x="360" y="532"/>
                    </a:lnTo>
                    <a:lnTo>
                      <a:pt x="360" y="534"/>
                    </a:lnTo>
                    <a:lnTo>
                      <a:pt x="360" y="532"/>
                    </a:lnTo>
                    <a:lnTo>
                      <a:pt x="360" y="528"/>
                    </a:lnTo>
                    <a:lnTo>
                      <a:pt x="358" y="528"/>
                    </a:lnTo>
                    <a:lnTo>
                      <a:pt x="360" y="524"/>
                    </a:lnTo>
                    <a:lnTo>
                      <a:pt x="360" y="528"/>
                    </a:lnTo>
                    <a:lnTo>
                      <a:pt x="360" y="528"/>
                    </a:lnTo>
                    <a:lnTo>
                      <a:pt x="360" y="5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grpSp>
      </p:grpSp>
      <p:grpSp>
        <p:nvGrpSpPr>
          <p:cNvPr id="10" name="グループ化 9"/>
          <p:cNvGrpSpPr/>
          <p:nvPr/>
        </p:nvGrpSpPr>
        <p:grpSpPr>
          <a:xfrm>
            <a:off x="414606" y="1790865"/>
            <a:ext cx="8597275" cy="4274353"/>
            <a:chOff x="414606" y="1790865"/>
            <a:chExt cx="8597275" cy="4274353"/>
          </a:xfrm>
        </p:grpSpPr>
        <p:grpSp>
          <p:nvGrpSpPr>
            <p:cNvPr id="12" name="グループ化 11"/>
            <p:cNvGrpSpPr/>
            <p:nvPr/>
          </p:nvGrpSpPr>
          <p:grpSpPr>
            <a:xfrm>
              <a:off x="414606" y="2283055"/>
              <a:ext cx="5143251" cy="3454729"/>
              <a:chOff x="414606" y="2283055"/>
              <a:chExt cx="5143251" cy="3454729"/>
            </a:xfrm>
          </p:grpSpPr>
          <p:sp>
            <p:nvSpPr>
              <p:cNvPr id="264" name="Freeform 88"/>
              <p:cNvSpPr>
                <a:spLocks/>
              </p:cNvSpPr>
              <p:nvPr/>
            </p:nvSpPr>
            <p:spPr bwMode="gray">
              <a:xfrm>
                <a:off x="1155745" y="3177718"/>
                <a:ext cx="13779" cy="3445"/>
              </a:xfrm>
              <a:custGeom>
                <a:avLst/>
                <a:gdLst>
                  <a:gd name="T0" fmla="*/ 0 w 8"/>
                  <a:gd name="T1" fmla="*/ 0 h 2"/>
                  <a:gd name="T2" fmla="*/ 4 w 8"/>
                  <a:gd name="T3" fmla="*/ 0 h 2"/>
                  <a:gd name="T4" fmla="*/ 4 w 8"/>
                  <a:gd name="T5" fmla="*/ 0 h 2"/>
                  <a:gd name="T6" fmla="*/ 4 w 8"/>
                  <a:gd name="T7" fmla="*/ 0 h 2"/>
                  <a:gd name="T8" fmla="*/ 8 w 8"/>
                  <a:gd name="T9" fmla="*/ 0 h 2"/>
                  <a:gd name="T10" fmla="*/ 8 w 8"/>
                  <a:gd name="T11" fmla="*/ 0 h 2"/>
                  <a:gd name="T12" fmla="*/ 8 w 8"/>
                  <a:gd name="T13" fmla="*/ 0 h 2"/>
                  <a:gd name="T14" fmla="*/ 8 w 8"/>
                  <a:gd name="T15" fmla="*/ 0 h 2"/>
                  <a:gd name="T16" fmla="*/ 8 w 8"/>
                  <a:gd name="T17" fmla="*/ 0 h 2"/>
                  <a:gd name="T18" fmla="*/ 8 w 8"/>
                  <a:gd name="T19" fmla="*/ 0 h 2"/>
                  <a:gd name="T20" fmla="*/ 8 w 8"/>
                  <a:gd name="T21" fmla="*/ 0 h 2"/>
                  <a:gd name="T22" fmla="*/ 4 w 8"/>
                  <a:gd name="T23" fmla="*/ 2 h 2"/>
                  <a:gd name="T24" fmla="*/ 4 w 8"/>
                  <a:gd name="T25" fmla="*/ 2 h 2"/>
                  <a:gd name="T26" fmla="*/ 4 w 8"/>
                  <a:gd name="T27" fmla="*/ 2 h 2"/>
                  <a:gd name="T28" fmla="*/ 4 w 8"/>
                  <a:gd name="T29" fmla="*/ 2 h 2"/>
                  <a:gd name="T30" fmla="*/ 0 w 8"/>
                  <a:gd name="T31" fmla="*/ 0 h 2"/>
                  <a:gd name="T32" fmla="*/ 0 w 8"/>
                  <a:gd name="T33" fmla="*/ 0 h 2"/>
                  <a:gd name="T34" fmla="*/ 0 w 8"/>
                  <a:gd name="T35" fmla="*/ 0 h 2"/>
                  <a:gd name="T36" fmla="*/ 0 w 8"/>
                  <a:gd name="T37" fmla="*/ 0 h 2"/>
                  <a:gd name="T38" fmla="*/ 0 w 8"/>
                  <a:gd name="T39" fmla="*/ 0 h 2"/>
                  <a:gd name="T40" fmla="*/ 0 w 8"/>
                  <a:gd name="T41" fmla="*/ 0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 h="2">
                    <a:moveTo>
                      <a:pt x="0" y="0"/>
                    </a:moveTo>
                    <a:lnTo>
                      <a:pt x="4" y="0"/>
                    </a:lnTo>
                    <a:lnTo>
                      <a:pt x="4" y="0"/>
                    </a:lnTo>
                    <a:lnTo>
                      <a:pt x="4" y="0"/>
                    </a:lnTo>
                    <a:lnTo>
                      <a:pt x="8" y="0"/>
                    </a:lnTo>
                    <a:lnTo>
                      <a:pt x="8" y="0"/>
                    </a:lnTo>
                    <a:lnTo>
                      <a:pt x="8" y="0"/>
                    </a:lnTo>
                    <a:lnTo>
                      <a:pt x="8" y="0"/>
                    </a:lnTo>
                    <a:lnTo>
                      <a:pt x="8" y="0"/>
                    </a:lnTo>
                    <a:lnTo>
                      <a:pt x="8" y="0"/>
                    </a:lnTo>
                    <a:lnTo>
                      <a:pt x="8" y="0"/>
                    </a:lnTo>
                    <a:lnTo>
                      <a:pt x="4" y="2"/>
                    </a:lnTo>
                    <a:lnTo>
                      <a:pt x="4" y="2"/>
                    </a:lnTo>
                    <a:lnTo>
                      <a:pt x="4" y="2"/>
                    </a:lnTo>
                    <a:lnTo>
                      <a:pt x="4" y="2"/>
                    </a:lnTo>
                    <a:lnTo>
                      <a:pt x="0" y="0"/>
                    </a:lnTo>
                    <a:lnTo>
                      <a:pt x="0" y="0"/>
                    </a:lnTo>
                    <a:lnTo>
                      <a:pt x="0" y="0"/>
                    </a:lnTo>
                    <a:lnTo>
                      <a:pt x="0" y="0"/>
                    </a:lnTo>
                    <a:lnTo>
                      <a:pt x="0" y="0"/>
                    </a:lnTo>
                    <a:lnTo>
                      <a:pt x="0" y="0"/>
                    </a:lnTo>
                    <a:close/>
                  </a:path>
                </a:pathLst>
              </a:custGeom>
              <a:noFill/>
              <a:ln w="317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sz="400"/>
              </a:p>
            </p:txBody>
          </p:sp>
          <p:sp>
            <p:nvSpPr>
              <p:cNvPr id="265" name="Freeform 113"/>
              <p:cNvSpPr>
                <a:spLocks/>
              </p:cNvSpPr>
              <p:nvPr/>
            </p:nvSpPr>
            <p:spPr bwMode="gray">
              <a:xfrm>
                <a:off x="1624235" y="3181163"/>
                <a:ext cx="58561" cy="51672"/>
              </a:xfrm>
              <a:custGeom>
                <a:avLst/>
                <a:gdLst>
                  <a:gd name="T0" fmla="*/ 0 w 34"/>
                  <a:gd name="T1" fmla="*/ 12 h 30"/>
                  <a:gd name="T2" fmla="*/ 4 w 34"/>
                  <a:gd name="T3" fmla="*/ 12 h 30"/>
                  <a:gd name="T4" fmla="*/ 4 w 34"/>
                  <a:gd name="T5" fmla="*/ 8 h 30"/>
                  <a:gd name="T6" fmla="*/ 4 w 34"/>
                  <a:gd name="T7" fmla="*/ 8 h 30"/>
                  <a:gd name="T8" fmla="*/ 4 w 34"/>
                  <a:gd name="T9" fmla="*/ 4 h 30"/>
                  <a:gd name="T10" fmla="*/ 8 w 34"/>
                  <a:gd name="T11" fmla="*/ 4 h 30"/>
                  <a:gd name="T12" fmla="*/ 12 w 34"/>
                  <a:gd name="T13" fmla="*/ 4 h 30"/>
                  <a:gd name="T14" fmla="*/ 12 w 34"/>
                  <a:gd name="T15" fmla="*/ 4 h 30"/>
                  <a:gd name="T16" fmla="*/ 16 w 34"/>
                  <a:gd name="T17" fmla="*/ 4 h 30"/>
                  <a:gd name="T18" fmla="*/ 16 w 34"/>
                  <a:gd name="T19" fmla="*/ 4 h 30"/>
                  <a:gd name="T20" fmla="*/ 20 w 34"/>
                  <a:gd name="T21" fmla="*/ 0 h 30"/>
                  <a:gd name="T22" fmla="*/ 22 w 34"/>
                  <a:gd name="T23" fmla="*/ 0 h 30"/>
                  <a:gd name="T24" fmla="*/ 22 w 34"/>
                  <a:gd name="T25" fmla="*/ 0 h 30"/>
                  <a:gd name="T26" fmla="*/ 26 w 34"/>
                  <a:gd name="T27" fmla="*/ 0 h 30"/>
                  <a:gd name="T28" fmla="*/ 26 w 34"/>
                  <a:gd name="T29" fmla="*/ 4 h 30"/>
                  <a:gd name="T30" fmla="*/ 30 w 34"/>
                  <a:gd name="T31" fmla="*/ 4 h 30"/>
                  <a:gd name="T32" fmla="*/ 34 w 34"/>
                  <a:gd name="T33" fmla="*/ 8 h 30"/>
                  <a:gd name="T34" fmla="*/ 34 w 34"/>
                  <a:gd name="T35" fmla="*/ 12 h 30"/>
                  <a:gd name="T36" fmla="*/ 34 w 34"/>
                  <a:gd name="T37" fmla="*/ 12 h 30"/>
                  <a:gd name="T38" fmla="*/ 34 w 34"/>
                  <a:gd name="T39" fmla="*/ 12 h 30"/>
                  <a:gd name="T40" fmla="*/ 34 w 34"/>
                  <a:gd name="T41" fmla="*/ 16 h 30"/>
                  <a:gd name="T42" fmla="*/ 34 w 34"/>
                  <a:gd name="T43" fmla="*/ 16 h 30"/>
                  <a:gd name="T44" fmla="*/ 34 w 34"/>
                  <a:gd name="T45" fmla="*/ 20 h 30"/>
                  <a:gd name="T46" fmla="*/ 34 w 34"/>
                  <a:gd name="T47" fmla="*/ 20 h 30"/>
                  <a:gd name="T48" fmla="*/ 34 w 34"/>
                  <a:gd name="T49" fmla="*/ 20 h 30"/>
                  <a:gd name="T50" fmla="*/ 30 w 34"/>
                  <a:gd name="T51" fmla="*/ 24 h 30"/>
                  <a:gd name="T52" fmla="*/ 30 w 34"/>
                  <a:gd name="T53" fmla="*/ 24 h 30"/>
                  <a:gd name="T54" fmla="*/ 30 w 34"/>
                  <a:gd name="T55" fmla="*/ 26 h 30"/>
                  <a:gd name="T56" fmla="*/ 26 w 34"/>
                  <a:gd name="T57" fmla="*/ 26 h 30"/>
                  <a:gd name="T58" fmla="*/ 26 w 34"/>
                  <a:gd name="T59" fmla="*/ 24 h 30"/>
                  <a:gd name="T60" fmla="*/ 22 w 34"/>
                  <a:gd name="T61" fmla="*/ 24 h 30"/>
                  <a:gd name="T62" fmla="*/ 20 w 34"/>
                  <a:gd name="T63" fmla="*/ 26 h 30"/>
                  <a:gd name="T64" fmla="*/ 20 w 34"/>
                  <a:gd name="T65" fmla="*/ 30 h 30"/>
                  <a:gd name="T66" fmla="*/ 16 w 34"/>
                  <a:gd name="T67" fmla="*/ 30 h 30"/>
                  <a:gd name="T68" fmla="*/ 16 w 34"/>
                  <a:gd name="T69" fmla="*/ 30 h 30"/>
                  <a:gd name="T70" fmla="*/ 12 w 34"/>
                  <a:gd name="T71" fmla="*/ 30 h 30"/>
                  <a:gd name="T72" fmla="*/ 12 w 34"/>
                  <a:gd name="T73" fmla="*/ 30 h 30"/>
                  <a:gd name="T74" fmla="*/ 8 w 34"/>
                  <a:gd name="T75" fmla="*/ 30 h 30"/>
                  <a:gd name="T76" fmla="*/ 8 w 34"/>
                  <a:gd name="T77" fmla="*/ 30 h 30"/>
                  <a:gd name="T78" fmla="*/ 4 w 34"/>
                  <a:gd name="T79" fmla="*/ 30 h 30"/>
                  <a:gd name="T80" fmla="*/ 4 w 34"/>
                  <a:gd name="T81" fmla="*/ 30 h 30"/>
                  <a:gd name="T82" fmla="*/ 4 w 34"/>
                  <a:gd name="T83" fmla="*/ 30 h 30"/>
                  <a:gd name="T84" fmla="*/ 0 w 34"/>
                  <a:gd name="T85" fmla="*/ 26 h 30"/>
                  <a:gd name="T86" fmla="*/ 0 w 34"/>
                  <a:gd name="T87" fmla="*/ 24 h 30"/>
                  <a:gd name="T88" fmla="*/ 0 w 34"/>
                  <a:gd name="T89" fmla="*/ 20 h 30"/>
                  <a:gd name="T90" fmla="*/ 0 w 34"/>
                  <a:gd name="T91" fmla="*/ 20 h 30"/>
                  <a:gd name="T92" fmla="*/ 0 w 34"/>
                  <a:gd name="T93" fmla="*/ 20 h 30"/>
                  <a:gd name="T94" fmla="*/ 0 w 34"/>
                  <a:gd name="T95" fmla="*/ 20 h 30"/>
                  <a:gd name="T96" fmla="*/ 0 w 34"/>
                  <a:gd name="T97" fmla="*/ 16 h 30"/>
                  <a:gd name="T98" fmla="*/ 0 w 34"/>
                  <a:gd name="T99" fmla="*/ 12 h 30"/>
                  <a:gd name="T100" fmla="*/ 0 w 34"/>
                  <a:gd name="T101" fmla="*/ 12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 h="30">
                    <a:moveTo>
                      <a:pt x="0" y="12"/>
                    </a:moveTo>
                    <a:lnTo>
                      <a:pt x="0" y="12"/>
                    </a:lnTo>
                    <a:lnTo>
                      <a:pt x="0" y="12"/>
                    </a:lnTo>
                    <a:lnTo>
                      <a:pt x="4" y="12"/>
                    </a:lnTo>
                    <a:lnTo>
                      <a:pt x="4" y="12"/>
                    </a:lnTo>
                    <a:lnTo>
                      <a:pt x="4" y="8"/>
                    </a:lnTo>
                    <a:lnTo>
                      <a:pt x="4" y="8"/>
                    </a:lnTo>
                    <a:lnTo>
                      <a:pt x="4" y="8"/>
                    </a:lnTo>
                    <a:lnTo>
                      <a:pt x="4" y="8"/>
                    </a:lnTo>
                    <a:lnTo>
                      <a:pt x="4" y="4"/>
                    </a:lnTo>
                    <a:lnTo>
                      <a:pt x="8" y="4"/>
                    </a:lnTo>
                    <a:lnTo>
                      <a:pt x="8" y="4"/>
                    </a:lnTo>
                    <a:lnTo>
                      <a:pt x="12" y="4"/>
                    </a:lnTo>
                    <a:lnTo>
                      <a:pt x="12" y="4"/>
                    </a:lnTo>
                    <a:lnTo>
                      <a:pt x="12" y="4"/>
                    </a:lnTo>
                    <a:lnTo>
                      <a:pt x="12" y="4"/>
                    </a:lnTo>
                    <a:lnTo>
                      <a:pt x="16" y="4"/>
                    </a:lnTo>
                    <a:lnTo>
                      <a:pt x="16" y="4"/>
                    </a:lnTo>
                    <a:lnTo>
                      <a:pt x="16" y="4"/>
                    </a:lnTo>
                    <a:lnTo>
                      <a:pt x="16" y="4"/>
                    </a:lnTo>
                    <a:lnTo>
                      <a:pt x="20" y="4"/>
                    </a:lnTo>
                    <a:lnTo>
                      <a:pt x="20" y="0"/>
                    </a:lnTo>
                    <a:lnTo>
                      <a:pt x="20" y="0"/>
                    </a:lnTo>
                    <a:lnTo>
                      <a:pt x="22" y="0"/>
                    </a:lnTo>
                    <a:lnTo>
                      <a:pt x="22" y="0"/>
                    </a:lnTo>
                    <a:lnTo>
                      <a:pt x="22" y="0"/>
                    </a:lnTo>
                    <a:lnTo>
                      <a:pt x="22" y="0"/>
                    </a:lnTo>
                    <a:lnTo>
                      <a:pt x="26" y="0"/>
                    </a:lnTo>
                    <a:lnTo>
                      <a:pt x="26" y="0"/>
                    </a:lnTo>
                    <a:lnTo>
                      <a:pt x="26" y="4"/>
                    </a:lnTo>
                    <a:lnTo>
                      <a:pt x="26" y="4"/>
                    </a:lnTo>
                    <a:lnTo>
                      <a:pt x="30" y="4"/>
                    </a:lnTo>
                    <a:lnTo>
                      <a:pt x="30" y="8"/>
                    </a:lnTo>
                    <a:lnTo>
                      <a:pt x="34" y="8"/>
                    </a:lnTo>
                    <a:lnTo>
                      <a:pt x="34" y="8"/>
                    </a:lnTo>
                    <a:lnTo>
                      <a:pt x="34" y="12"/>
                    </a:lnTo>
                    <a:lnTo>
                      <a:pt x="34" y="12"/>
                    </a:lnTo>
                    <a:lnTo>
                      <a:pt x="34" y="12"/>
                    </a:lnTo>
                    <a:lnTo>
                      <a:pt x="34" y="12"/>
                    </a:lnTo>
                    <a:lnTo>
                      <a:pt x="34" y="12"/>
                    </a:lnTo>
                    <a:lnTo>
                      <a:pt x="34" y="16"/>
                    </a:lnTo>
                    <a:lnTo>
                      <a:pt x="34" y="16"/>
                    </a:lnTo>
                    <a:lnTo>
                      <a:pt x="34" y="16"/>
                    </a:lnTo>
                    <a:lnTo>
                      <a:pt x="34" y="16"/>
                    </a:lnTo>
                    <a:lnTo>
                      <a:pt x="34" y="20"/>
                    </a:lnTo>
                    <a:lnTo>
                      <a:pt x="34" y="20"/>
                    </a:lnTo>
                    <a:lnTo>
                      <a:pt x="34" y="20"/>
                    </a:lnTo>
                    <a:lnTo>
                      <a:pt x="34" y="20"/>
                    </a:lnTo>
                    <a:lnTo>
                      <a:pt x="34" y="20"/>
                    </a:lnTo>
                    <a:lnTo>
                      <a:pt x="34" y="20"/>
                    </a:lnTo>
                    <a:lnTo>
                      <a:pt x="30" y="24"/>
                    </a:lnTo>
                    <a:lnTo>
                      <a:pt x="30" y="24"/>
                    </a:lnTo>
                    <a:lnTo>
                      <a:pt x="30" y="24"/>
                    </a:lnTo>
                    <a:lnTo>
                      <a:pt x="30" y="24"/>
                    </a:lnTo>
                    <a:lnTo>
                      <a:pt x="30" y="24"/>
                    </a:lnTo>
                    <a:lnTo>
                      <a:pt x="30" y="26"/>
                    </a:lnTo>
                    <a:lnTo>
                      <a:pt x="26" y="26"/>
                    </a:lnTo>
                    <a:lnTo>
                      <a:pt x="26" y="26"/>
                    </a:lnTo>
                    <a:lnTo>
                      <a:pt x="26" y="26"/>
                    </a:lnTo>
                    <a:lnTo>
                      <a:pt x="26" y="24"/>
                    </a:lnTo>
                    <a:lnTo>
                      <a:pt x="22" y="24"/>
                    </a:lnTo>
                    <a:lnTo>
                      <a:pt x="22" y="24"/>
                    </a:lnTo>
                    <a:lnTo>
                      <a:pt x="20" y="26"/>
                    </a:lnTo>
                    <a:lnTo>
                      <a:pt x="20" y="26"/>
                    </a:lnTo>
                    <a:lnTo>
                      <a:pt x="20" y="26"/>
                    </a:lnTo>
                    <a:lnTo>
                      <a:pt x="20" y="30"/>
                    </a:lnTo>
                    <a:lnTo>
                      <a:pt x="16" y="30"/>
                    </a:lnTo>
                    <a:lnTo>
                      <a:pt x="16" y="30"/>
                    </a:lnTo>
                    <a:lnTo>
                      <a:pt x="16" y="30"/>
                    </a:lnTo>
                    <a:lnTo>
                      <a:pt x="16" y="30"/>
                    </a:lnTo>
                    <a:lnTo>
                      <a:pt x="12" y="30"/>
                    </a:lnTo>
                    <a:lnTo>
                      <a:pt x="12" y="30"/>
                    </a:lnTo>
                    <a:lnTo>
                      <a:pt x="12" y="30"/>
                    </a:lnTo>
                    <a:lnTo>
                      <a:pt x="12" y="30"/>
                    </a:lnTo>
                    <a:lnTo>
                      <a:pt x="8" y="30"/>
                    </a:lnTo>
                    <a:lnTo>
                      <a:pt x="8" y="30"/>
                    </a:lnTo>
                    <a:lnTo>
                      <a:pt x="8" y="30"/>
                    </a:lnTo>
                    <a:lnTo>
                      <a:pt x="8" y="30"/>
                    </a:lnTo>
                    <a:lnTo>
                      <a:pt x="8" y="30"/>
                    </a:lnTo>
                    <a:lnTo>
                      <a:pt x="4" y="30"/>
                    </a:lnTo>
                    <a:lnTo>
                      <a:pt x="4" y="30"/>
                    </a:lnTo>
                    <a:lnTo>
                      <a:pt x="4" y="30"/>
                    </a:lnTo>
                    <a:lnTo>
                      <a:pt x="4" y="30"/>
                    </a:lnTo>
                    <a:lnTo>
                      <a:pt x="4" y="30"/>
                    </a:lnTo>
                    <a:lnTo>
                      <a:pt x="0" y="26"/>
                    </a:lnTo>
                    <a:lnTo>
                      <a:pt x="0" y="26"/>
                    </a:lnTo>
                    <a:lnTo>
                      <a:pt x="0" y="24"/>
                    </a:lnTo>
                    <a:lnTo>
                      <a:pt x="0" y="24"/>
                    </a:lnTo>
                    <a:lnTo>
                      <a:pt x="0" y="24"/>
                    </a:lnTo>
                    <a:lnTo>
                      <a:pt x="0" y="20"/>
                    </a:lnTo>
                    <a:lnTo>
                      <a:pt x="0" y="20"/>
                    </a:lnTo>
                    <a:lnTo>
                      <a:pt x="0" y="20"/>
                    </a:lnTo>
                    <a:lnTo>
                      <a:pt x="0" y="20"/>
                    </a:lnTo>
                    <a:lnTo>
                      <a:pt x="0" y="20"/>
                    </a:lnTo>
                    <a:lnTo>
                      <a:pt x="0" y="20"/>
                    </a:lnTo>
                    <a:lnTo>
                      <a:pt x="0" y="20"/>
                    </a:lnTo>
                    <a:lnTo>
                      <a:pt x="0" y="16"/>
                    </a:lnTo>
                    <a:lnTo>
                      <a:pt x="0" y="16"/>
                    </a:lnTo>
                    <a:lnTo>
                      <a:pt x="0" y="12"/>
                    </a:lnTo>
                    <a:lnTo>
                      <a:pt x="0" y="12"/>
                    </a:lnTo>
                    <a:lnTo>
                      <a:pt x="0" y="12"/>
                    </a:lnTo>
                    <a:lnTo>
                      <a:pt x="0" y="12"/>
                    </a:lnTo>
                    <a:lnTo>
                      <a:pt x="0" y="12"/>
                    </a:lnTo>
                    <a:close/>
                  </a:path>
                </a:pathLst>
              </a:custGeom>
              <a:noFill/>
              <a:ln w="317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sz="400"/>
              </a:p>
            </p:txBody>
          </p:sp>
          <p:sp>
            <p:nvSpPr>
              <p:cNvPr id="266" name="Freeform 167"/>
              <p:cNvSpPr>
                <a:spLocks noEditPoints="1"/>
              </p:cNvSpPr>
              <p:nvPr/>
            </p:nvSpPr>
            <p:spPr bwMode="gray">
              <a:xfrm>
                <a:off x="804377" y="4197370"/>
                <a:ext cx="68896" cy="93009"/>
              </a:xfrm>
              <a:custGeom>
                <a:avLst/>
                <a:gdLst>
                  <a:gd name="T0" fmla="*/ 22 w 40"/>
                  <a:gd name="T1" fmla="*/ 50 h 54"/>
                  <a:gd name="T2" fmla="*/ 18 w 40"/>
                  <a:gd name="T3" fmla="*/ 50 h 54"/>
                  <a:gd name="T4" fmla="*/ 10 w 40"/>
                  <a:gd name="T5" fmla="*/ 46 h 54"/>
                  <a:gd name="T6" fmla="*/ 10 w 40"/>
                  <a:gd name="T7" fmla="*/ 42 h 54"/>
                  <a:gd name="T8" fmla="*/ 10 w 40"/>
                  <a:gd name="T9" fmla="*/ 42 h 54"/>
                  <a:gd name="T10" fmla="*/ 14 w 40"/>
                  <a:gd name="T11" fmla="*/ 42 h 54"/>
                  <a:gd name="T12" fmla="*/ 10 w 40"/>
                  <a:gd name="T13" fmla="*/ 42 h 54"/>
                  <a:gd name="T14" fmla="*/ 6 w 40"/>
                  <a:gd name="T15" fmla="*/ 38 h 54"/>
                  <a:gd name="T16" fmla="*/ 4 w 40"/>
                  <a:gd name="T17" fmla="*/ 34 h 54"/>
                  <a:gd name="T18" fmla="*/ 4 w 40"/>
                  <a:gd name="T19" fmla="*/ 30 h 54"/>
                  <a:gd name="T20" fmla="*/ 4 w 40"/>
                  <a:gd name="T21" fmla="*/ 30 h 54"/>
                  <a:gd name="T22" fmla="*/ 0 w 40"/>
                  <a:gd name="T23" fmla="*/ 26 h 54"/>
                  <a:gd name="T24" fmla="*/ 0 w 40"/>
                  <a:gd name="T25" fmla="*/ 26 h 54"/>
                  <a:gd name="T26" fmla="*/ 0 w 40"/>
                  <a:gd name="T27" fmla="*/ 26 h 54"/>
                  <a:gd name="T28" fmla="*/ 4 w 40"/>
                  <a:gd name="T29" fmla="*/ 22 h 54"/>
                  <a:gd name="T30" fmla="*/ 4 w 40"/>
                  <a:gd name="T31" fmla="*/ 22 h 54"/>
                  <a:gd name="T32" fmla="*/ 0 w 40"/>
                  <a:gd name="T33" fmla="*/ 22 h 54"/>
                  <a:gd name="T34" fmla="*/ 0 w 40"/>
                  <a:gd name="T35" fmla="*/ 20 h 54"/>
                  <a:gd name="T36" fmla="*/ 0 w 40"/>
                  <a:gd name="T37" fmla="*/ 16 h 54"/>
                  <a:gd name="T38" fmla="*/ 0 w 40"/>
                  <a:gd name="T39" fmla="*/ 16 h 54"/>
                  <a:gd name="T40" fmla="*/ 0 w 40"/>
                  <a:gd name="T41" fmla="*/ 16 h 54"/>
                  <a:gd name="T42" fmla="*/ 4 w 40"/>
                  <a:gd name="T43" fmla="*/ 12 h 54"/>
                  <a:gd name="T44" fmla="*/ 4 w 40"/>
                  <a:gd name="T45" fmla="*/ 12 h 54"/>
                  <a:gd name="T46" fmla="*/ 6 w 40"/>
                  <a:gd name="T47" fmla="*/ 8 h 54"/>
                  <a:gd name="T48" fmla="*/ 6 w 40"/>
                  <a:gd name="T49" fmla="*/ 4 h 54"/>
                  <a:gd name="T50" fmla="*/ 14 w 40"/>
                  <a:gd name="T51" fmla="*/ 0 h 54"/>
                  <a:gd name="T52" fmla="*/ 14 w 40"/>
                  <a:gd name="T53" fmla="*/ 0 h 54"/>
                  <a:gd name="T54" fmla="*/ 22 w 40"/>
                  <a:gd name="T55" fmla="*/ 0 h 54"/>
                  <a:gd name="T56" fmla="*/ 26 w 40"/>
                  <a:gd name="T57" fmla="*/ 0 h 54"/>
                  <a:gd name="T58" fmla="*/ 30 w 40"/>
                  <a:gd name="T59" fmla="*/ 4 h 54"/>
                  <a:gd name="T60" fmla="*/ 34 w 40"/>
                  <a:gd name="T61" fmla="*/ 8 h 54"/>
                  <a:gd name="T62" fmla="*/ 36 w 40"/>
                  <a:gd name="T63" fmla="*/ 12 h 54"/>
                  <a:gd name="T64" fmla="*/ 34 w 40"/>
                  <a:gd name="T65" fmla="*/ 16 h 54"/>
                  <a:gd name="T66" fmla="*/ 36 w 40"/>
                  <a:gd name="T67" fmla="*/ 16 h 54"/>
                  <a:gd name="T68" fmla="*/ 36 w 40"/>
                  <a:gd name="T69" fmla="*/ 20 h 54"/>
                  <a:gd name="T70" fmla="*/ 36 w 40"/>
                  <a:gd name="T71" fmla="*/ 22 h 54"/>
                  <a:gd name="T72" fmla="*/ 36 w 40"/>
                  <a:gd name="T73" fmla="*/ 26 h 54"/>
                  <a:gd name="T74" fmla="*/ 40 w 40"/>
                  <a:gd name="T75" fmla="*/ 26 h 54"/>
                  <a:gd name="T76" fmla="*/ 40 w 40"/>
                  <a:gd name="T77" fmla="*/ 30 h 54"/>
                  <a:gd name="T78" fmla="*/ 36 w 40"/>
                  <a:gd name="T79" fmla="*/ 30 h 54"/>
                  <a:gd name="T80" fmla="*/ 36 w 40"/>
                  <a:gd name="T81" fmla="*/ 34 h 54"/>
                  <a:gd name="T82" fmla="*/ 34 w 40"/>
                  <a:gd name="T83" fmla="*/ 38 h 54"/>
                  <a:gd name="T84" fmla="*/ 34 w 40"/>
                  <a:gd name="T85" fmla="*/ 42 h 54"/>
                  <a:gd name="T86" fmla="*/ 30 w 40"/>
                  <a:gd name="T87" fmla="*/ 46 h 54"/>
                  <a:gd name="T88" fmla="*/ 30 w 40"/>
                  <a:gd name="T89" fmla="*/ 46 h 54"/>
                  <a:gd name="T90" fmla="*/ 26 w 40"/>
                  <a:gd name="T91" fmla="*/ 50 h 54"/>
                  <a:gd name="T92" fmla="*/ 26 w 40"/>
                  <a:gd name="T93" fmla="*/ 54 h 54"/>
                  <a:gd name="T94" fmla="*/ 22 w 40"/>
                  <a:gd name="T95" fmla="*/ 54 h 54"/>
                  <a:gd name="T96" fmla="*/ 6 w 40"/>
                  <a:gd name="T97" fmla="*/ 38 h 54"/>
                  <a:gd name="T98" fmla="*/ 10 w 40"/>
                  <a:gd name="T99" fmla="*/ 42 h 54"/>
                  <a:gd name="T100" fmla="*/ 6 w 40"/>
                  <a:gd name="T101" fmla="*/ 42 h 54"/>
                  <a:gd name="T102" fmla="*/ 6 w 40"/>
                  <a:gd name="T103" fmla="*/ 42 h 54"/>
                  <a:gd name="T104" fmla="*/ 6 w 40"/>
                  <a:gd name="T105" fmla="*/ 42 h 54"/>
                  <a:gd name="T106" fmla="*/ 4 w 40"/>
                  <a:gd name="T107" fmla="*/ 4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0" h="54">
                    <a:moveTo>
                      <a:pt x="22" y="54"/>
                    </a:moveTo>
                    <a:lnTo>
                      <a:pt x="22" y="54"/>
                    </a:lnTo>
                    <a:lnTo>
                      <a:pt x="22" y="54"/>
                    </a:lnTo>
                    <a:lnTo>
                      <a:pt x="22" y="50"/>
                    </a:lnTo>
                    <a:lnTo>
                      <a:pt x="22" y="50"/>
                    </a:lnTo>
                    <a:lnTo>
                      <a:pt x="18" y="50"/>
                    </a:lnTo>
                    <a:lnTo>
                      <a:pt x="18" y="50"/>
                    </a:lnTo>
                    <a:lnTo>
                      <a:pt x="18" y="50"/>
                    </a:lnTo>
                    <a:lnTo>
                      <a:pt x="18" y="50"/>
                    </a:lnTo>
                    <a:lnTo>
                      <a:pt x="10" y="46"/>
                    </a:lnTo>
                    <a:lnTo>
                      <a:pt x="10" y="46"/>
                    </a:lnTo>
                    <a:lnTo>
                      <a:pt x="10" y="46"/>
                    </a:lnTo>
                    <a:lnTo>
                      <a:pt x="10" y="46"/>
                    </a:lnTo>
                    <a:lnTo>
                      <a:pt x="10" y="46"/>
                    </a:lnTo>
                    <a:lnTo>
                      <a:pt x="10" y="42"/>
                    </a:lnTo>
                    <a:lnTo>
                      <a:pt x="10" y="42"/>
                    </a:lnTo>
                    <a:lnTo>
                      <a:pt x="10" y="42"/>
                    </a:lnTo>
                    <a:lnTo>
                      <a:pt x="10" y="42"/>
                    </a:lnTo>
                    <a:lnTo>
                      <a:pt x="10" y="42"/>
                    </a:lnTo>
                    <a:lnTo>
                      <a:pt x="10" y="42"/>
                    </a:lnTo>
                    <a:lnTo>
                      <a:pt x="14" y="42"/>
                    </a:lnTo>
                    <a:lnTo>
                      <a:pt x="14" y="42"/>
                    </a:lnTo>
                    <a:lnTo>
                      <a:pt x="14" y="42"/>
                    </a:lnTo>
                    <a:lnTo>
                      <a:pt x="14" y="42"/>
                    </a:lnTo>
                    <a:lnTo>
                      <a:pt x="10" y="42"/>
                    </a:lnTo>
                    <a:lnTo>
                      <a:pt x="10" y="42"/>
                    </a:lnTo>
                    <a:lnTo>
                      <a:pt x="10" y="42"/>
                    </a:lnTo>
                    <a:lnTo>
                      <a:pt x="10" y="42"/>
                    </a:lnTo>
                    <a:lnTo>
                      <a:pt x="10" y="42"/>
                    </a:lnTo>
                    <a:lnTo>
                      <a:pt x="6" y="38"/>
                    </a:lnTo>
                    <a:lnTo>
                      <a:pt x="6" y="38"/>
                    </a:lnTo>
                    <a:lnTo>
                      <a:pt x="6" y="38"/>
                    </a:lnTo>
                    <a:lnTo>
                      <a:pt x="6" y="38"/>
                    </a:lnTo>
                    <a:lnTo>
                      <a:pt x="4" y="38"/>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26"/>
                    </a:lnTo>
                    <a:lnTo>
                      <a:pt x="0" y="26"/>
                    </a:lnTo>
                    <a:lnTo>
                      <a:pt x="0" y="26"/>
                    </a:lnTo>
                    <a:lnTo>
                      <a:pt x="0" y="26"/>
                    </a:lnTo>
                    <a:lnTo>
                      <a:pt x="0" y="26"/>
                    </a:lnTo>
                    <a:lnTo>
                      <a:pt x="0" y="26"/>
                    </a:lnTo>
                    <a:lnTo>
                      <a:pt x="0" y="26"/>
                    </a:lnTo>
                    <a:lnTo>
                      <a:pt x="4" y="26"/>
                    </a:lnTo>
                    <a:lnTo>
                      <a:pt x="4" y="26"/>
                    </a:lnTo>
                    <a:lnTo>
                      <a:pt x="0" y="26"/>
                    </a:lnTo>
                    <a:lnTo>
                      <a:pt x="0" y="26"/>
                    </a:lnTo>
                    <a:lnTo>
                      <a:pt x="0" y="26"/>
                    </a:lnTo>
                    <a:lnTo>
                      <a:pt x="0" y="26"/>
                    </a:lnTo>
                    <a:lnTo>
                      <a:pt x="4" y="22"/>
                    </a:lnTo>
                    <a:lnTo>
                      <a:pt x="4" y="22"/>
                    </a:lnTo>
                    <a:lnTo>
                      <a:pt x="4" y="22"/>
                    </a:lnTo>
                    <a:lnTo>
                      <a:pt x="4" y="22"/>
                    </a:lnTo>
                    <a:lnTo>
                      <a:pt x="4" y="22"/>
                    </a:lnTo>
                    <a:lnTo>
                      <a:pt x="4" y="22"/>
                    </a:lnTo>
                    <a:lnTo>
                      <a:pt x="0" y="22"/>
                    </a:lnTo>
                    <a:lnTo>
                      <a:pt x="0" y="22"/>
                    </a:lnTo>
                    <a:lnTo>
                      <a:pt x="0" y="22"/>
                    </a:lnTo>
                    <a:lnTo>
                      <a:pt x="0" y="22"/>
                    </a:lnTo>
                    <a:lnTo>
                      <a:pt x="0" y="22"/>
                    </a:lnTo>
                    <a:lnTo>
                      <a:pt x="0" y="20"/>
                    </a:lnTo>
                    <a:lnTo>
                      <a:pt x="0" y="20"/>
                    </a:lnTo>
                    <a:lnTo>
                      <a:pt x="0" y="20"/>
                    </a:lnTo>
                    <a:lnTo>
                      <a:pt x="0" y="20"/>
                    </a:lnTo>
                    <a:lnTo>
                      <a:pt x="0" y="20"/>
                    </a:lnTo>
                    <a:lnTo>
                      <a:pt x="0" y="16"/>
                    </a:lnTo>
                    <a:lnTo>
                      <a:pt x="0" y="16"/>
                    </a:lnTo>
                    <a:lnTo>
                      <a:pt x="0" y="16"/>
                    </a:lnTo>
                    <a:lnTo>
                      <a:pt x="0" y="16"/>
                    </a:lnTo>
                    <a:lnTo>
                      <a:pt x="0" y="16"/>
                    </a:lnTo>
                    <a:lnTo>
                      <a:pt x="0" y="16"/>
                    </a:lnTo>
                    <a:lnTo>
                      <a:pt x="0" y="16"/>
                    </a:lnTo>
                    <a:lnTo>
                      <a:pt x="0" y="16"/>
                    </a:lnTo>
                    <a:lnTo>
                      <a:pt x="0" y="16"/>
                    </a:lnTo>
                    <a:lnTo>
                      <a:pt x="0" y="16"/>
                    </a:lnTo>
                    <a:lnTo>
                      <a:pt x="4" y="16"/>
                    </a:lnTo>
                    <a:lnTo>
                      <a:pt x="4" y="16"/>
                    </a:lnTo>
                    <a:lnTo>
                      <a:pt x="4" y="12"/>
                    </a:lnTo>
                    <a:lnTo>
                      <a:pt x="4" y="12"/>
                    </a:lnTo>
                    <a:lnTo>
                      <a:pt x="4" y="12"/>
                    </a:lnTo>
                    <a:lnTo>
                      <a:pt x="4" y="12"/>
                    </a:lnTo>
                    <a:lnTo>
                      <a:pt x="4" y="12"/>
                    </a:lnTo>
                    <a:lnTo>
                      <a:pt x="4" y="12"/>
                    </a:lnTo>
                    <a:lnTo>
                      <a:pt x="4" y="12"/>
                    </a:lnTo>
                    <a:lnTo>
                      <a:pt x="6" y="8"/>
                    </a:lnTo>
                    <a:lnTo>
                      <a:pt x="6" y="8"/>
                    </a:lnTo>
                    <a:lnTo>
                      <a:pt x="6" y="8"/>
                    </a:lnTo>
                    <a:lnTo>
                      <a:pt x="6" y="4"/>
                    </a:lnTo>
                    <a:lnTo>
                      <a:pt x="6" y="4"/>
                    </a:lnTo>
                    <a:lnTo>
                      <a:pt x="6" y="4"/>
                    </a:lnTo>
                    <a:lnTo>
                      <a:pt x="10" y="0"/>
                    </a:lnTo>
                    <a:lnTo>
                      <a:pt x="10" y="0"/>
                    </a:lnTo>
                    <a:lnTo>
                      <a:pt x="14" y="0"/>
                    </a:lnTo>
                    <a:lnTo>
                      <a:pt x="14" y="0"/>
                    </a:lnTo>
                    <a:lnTo>
                      <a:pt x="14" y="0"/>
                    </a:lnTo>
                    <a:lnTo>
                      <a:pt x="14" y="0"/>
                    </a:lnTo>
                    <a:lnTo>
                      <a:pt x="14" y="0"/>
                    </a:lnTo>
                    <a:lnTo>
                      <a:pt x="14" y="0"/>
                    </a:lnTo>
                    <a:lnTo>
                      <a:pt x="18" y="0"/>
                    </a:lnTo>
                    <a:lnTo>
                      <a:pt x="18" y="0"/>
                    </a:lnTo>
                    <a:lnTo>
                      <a:pt x="18" y="0"/>
                    </a:lnTo>
                    <a:lnTo>
                      <a:pt x="22" y="0"/>
                    </a:lnTo>
                    <a:lnTo>
                      <a:pt x="22" y="0"/>
                    </a:lnTo>
                    <a:lnTo>
                      <a:pt x="22" y="0"/>
                    </a:lnTo>
                    <a:lnTo>
                      <a:pt x="26" y="0"/>
                    </a:lnTo>
                    <a:lnTo>
                      <a:pt x="26" y="0"/>
                    </a:lnTo>
                    <a:lnTo>
                      <a:pt x="30" y="0"/>
                    </a:lnTo>
                    <a:lnTo>
                      <a:pt x="30" y="0"/>
                    </a:lnTo>
                    <a:lnTo>
                      <a:pt x="30" y="0"/>
                    </a:lnTo>
                    <a:lnTo>
                      <a:pt x="30" y="4"/>
                    </a:lnTo>
                    <a:lnTo>
                      <a:pt x="30" y="4"/>
                    </a:lnTo>
                    <a:lnTo>
                      <a:pt x="30" y="4"/>
                    </a:lnTo>
                    <a:lnTo>
                      <a:pt x="34" y="4"/>
                    </a:lnTo>
                    <a:lnTo>
                      <a:pt x="34" y="8"/>
                    </a:lnTo>
                    <a:lnTo>
                      <a:pt x="34" y="8"/>
                    </a:lnTo>
                    <a:lnTo>
                      <a:pt x="34" y="12"/>
                    </a:lnTo>
                    <a:lnTo>
                      <a:pt x="36" y="12"/>
                    </a:lnTo>
                    <a:lnTo>
                      <a:pt x="36" y="12"/>
                    </a:lnTo>
                    <a:lnTo>
                      <a:pt x="34" y="12"/>
                    </a:lnTo>
                    <a:lnTo>
                      <a:pt x="34" y="12"/>
                    </a:lnTo>
                    <a:lnTo>
                      <a:pt x="34" y="16"/>
                    </a:lnTo>
                    <a:lnTo>
                      <a:pt x="34" y="16"/>
                    </a:lnTo>
                    <a:lnTo>
                      <a:pt x="34" y="16"/>
                    </a:lnTo>
                    <a:lnTo>
                      <a:pt x="36" y="16"/>
                    </a:lnTo>
                    <a:lnTo>
                      <a:pt x="36" y="16"/>
                    </a:lnTo>
                    <a:lnTo>
                      <a:pt x="36" y="16"/>
                    </a:lnTo>
                    <a:lnTo>
                      <a:pt x="36" y="16"/>
                    </a:lnTo>
                    <a:lnTo>
                      <a:pt x="36" y="16"/>
                    </a:lnTo>
                    <a:lnTo>
                      <a:pt x="36" y="20"/>
                    </a:lnTo>
                    <a:lnTo>
                      <a:pt x="36" y="20"/>
                    </a:lnTo>
                    <a:lnTo>
                      <a:pt x="36" y="20"/>
                    </a:lnTo>
                    <a:lnTo>
                      <a:pt x="36" y="22"/>
                    </a:lnTo>
                    <a:lnTo>
                      <a:pt x="36" y="22"/>
                    </a:lnTo>
                    <a:lnTo>
                      <a:pt x="36" y="22"/>
                    </a:lnTo>
                    <a:lnTo>
                      <a:pt x="34" y="26"/>
                    </a:lnTo>
                    <a:lnTo>
                      <a:pt x="34" y="26"/>
                    </a:lnTo>
                    <a:lnTo>
                      <a:pt x="36" y="26"/>
                    </a:lnTo>
                    <a:lnTo>
                      <a:pt x="36" y="26"/>
                    </a:lnTo>
                    <a:lnTo>
                      <a:pt x="36" y="26"/>
                    </a:lnTo>
                    <a:lnTo>
                      <a:pt x="36" y="26"/>
                    </a:lnTo>
                    <a:lnTo>
                      <a:pt x="36" y="26"/>
                    </a:lnTo>
                    <a:lnTo>
                      <a:pt x="40" y="26"/>
                    </a:lnTo>
                    <a:lnTo>
                      <a:pt x="40" y="22"/>
                    </a:lnTo>
                    <a:lnTo>
                      <a:pt x="40" y="26"/>
                    </a:lnTo>
                    <a:lnTo>
                      <a:pt x="40" y="26"/>
                    </a:lnTo>
                    <a:lnTo>
                      <a:pt x="40" y="30"/>
                    </a:lnTo>
                    <a:lnTo>
                      <a:pt x="40" y="30"/>
                    </a:lnTo>
                    <a:lnTo>
                      <a:pt x="40" y="30"/>
                    </a:lnTo>
                    <a:lnTo>
                      <a:pt x="36" y="30"/>
                    </a:lnTo>
                    <a:lnTo>
                      <a:pt x="36" y="30"/>
                    </a:lnTo>
                    <a:lnTo>
                      <a:pt x="36" y="30"/>
                    </a:lnTo>
                    <a:lnTo>
                      <a:pt x="36" y="30"/>
                    </a:lnTo>
                    <a:lnTo>
                      <a:pt x="36" y="34"/>
                    </a:lnTo>
                    <a:lnTo>
                      <a:pt x="36" y="34"/>
                    </a:lnTo>
                    <a:lnTo>
                      <a:pt x="36" y="38"/>
                    </a:lnTo>
                    <a:lnTo>
                      <a:pt x="36" y="38"/>
                    </a:lnTo>
                    <a:lnTo>
                      <a:pt x="34" y="38"/>
                    </a:lnTo>
                    <a:lnTo>
                      <a:pt x="34" y="38"/>
                    </a:lnTo>
                    <a:lnTo>
                      <a:pt x="34" y="38"/>
                    </a:lnTo>
                    <a:lnTo>
                      <a:pt x="34" y="38"/>
                    </a:lnTo>
                    <a:lnTo>
                      <a:pt x="34" y="42"/>
                    </a:lnTo>
                    <a:lnTo>
                      <a:pt x="34" y="42"/>
                    </a:lnTo>
                    <a:lnTo>
                      <a:pt x="34" y="42"/>
                    </a:lnTo>
                    <a:lnTo>
                      <a:pt x="34" y="42"/>
                    </a:lnTo>
                    <a:lnTo>
                      <a:pt x="34" y="42"/>
                    </a:lnTo>
                    <a:lnTo>
                      <a:pt x="30" y="46"/>
                    </a:lnTo>
                    <a:lnTo>
                      <a:pt x="30" y="46"/>
                    </a:lnTo>
                    <a:lnTo>
                      <a:pt x="30" y="46"/>
                    </a:lnTo>
                    <a:lnTo>
                      <a:pt x="30" y="46"/>
                    </a:lnTo>
                    <a:lnTo>
                      <a:pt x="30" y="46"/>
                    </a:lnTo>
                    <a:lnTo>
                      <a:pt x="26" y="46"/>
                    </a:lnTo>
                    <a:lnTo>
                      <a:pt x="26" y="46"/>
                    </a:lnTo>
                    <a:lnTo>
                      <a:pt x="26" y="46"/>
                    </a:lnTo>
                    <a:lnTo>
                      <a:pt x="26" y="50"/>
                    </a:lnTo>
                    <a:lnTo>
                      <a:pt x="26" y="50"/>
                    </a:lnTo>
                    <a:lnTo>
                      <a:pt x="26" y="50"/>
                    </a:lnTo>
                    <a:lnTo>
                      <a:pt x="26" y="50"/>
                    </a:lnTo>
                    <a:lnTo>
                      <a:pt x="26" y="54"/>
                    </a:lnTo>
                    <a:lnTo>
                      <a:pt x="22" y="54"/>
                    </a:lnTo>
                    <a:lnTo>
                      <a:pt x="22" y="54"/>
                    </a:lnTo>
                    <a:lnTo>
                      <a:pt x="22" y="54"/>
                    </a:lnTo>
                    <a:lnTo>
                      <a:pt x="22" y="54"/>
                    </a:lnTo>
                    <a:close/>
                    <a:moveTo>
                      <a:pt x="4" y="42"/>
                    </a:moveTo>
                    <a:lnTo>
                      <a:pt x="6" y="38"/>
                    </a:lnTo>
                    <a:lnTo>
                      <a:pt x="6" y="38"/>
                    </a:lnTo>
                    <a:lnTo>
                      <a:pt x="6" y="38"/>
                    </a:lnTo>
                    <a:lnTo>
                      <a:pt x="6" y="38"/>
                    </a:lnTo>
                    <a:lnTo>
                      <a:pt x="6" y="38"/>
                    </a:lnTo>
                    <a:lnTo>
                      <a:pt x="6" y="42"/>
                    </a:lnTo>
                    <a:lnTo>
                      <a:pt x="10" y="42"/>
                    </a:lnTo>
                    <a:lnTo>
                      <a:pt x="10" y="42"/>
                    </a:lnTo>
                    <a:lnTo>
                      <a:pt x="6" y="42"/>
                    </a:lnTo>
                    <a:lnTo>
                      <a:pt x="6" y="42"/>
                    </a:lnTo>
                    <a:lnTo>
                      <a:pt x="6" y="42"/>
                    </a:lnTo>
                    <a:lnTo>
                      <a:pt x="6" y="42"/>
                    </a:lnTo>
                    <a:lnTo>
                      <a:pt x="6" y="42"/>
                    </a:lnTo>
                    <a:lnTo>
                      <a:pt x="6" y="42"/>
                    </a:lnTo>
                    <a:lnTo>
                      <a:pt x="6" y="42"/>
                    </a:lnTo>
                    <a:lnTo>
                      <a:pt x="6" y="42"/>
                    </a:lnTo>
                    <a:lnTo>
                      <a:pt x="6" y="42"/>
                    </a:lnTo>
                    <a:lnTo>
                      <a:pt x="6" y="42"/>
                    </a:lnTo>
                    <a:lnTo>
                      <a:pt x="6" y="42"/>
                    </a:lnTo>
                    <a:lnTo>
                      <a:pt x="4" y="42"/>
                    </a:lnTo>
                    <a:lnTo>
                      <a:pt x="4" y="42"/>
                    </a:lnTo>
                    <a:lnTo>
                      <a:pt x="4" y="42"/>
                    </a:lnTo>
                    <a:lnTo>
                      <a:pt x="4" y="42"/>
                    </a:lnTo>
                    <a:lnTo>
                      <a:pt x="4" y="42"/>
                    </a:lnTo>
                    <a:lnTo>
                      <a:pt x="4" y="42"/>
                    </a:lnTo>
                    <a:close/>
                  </a:path>
                </a:pathLst>
              </a:custGeom>
              <a:noFill/>
              <a:ln w="317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sz="400"/>
              </a:p>
            </p:txBody>
          </p:sp>
          <p:sp>
            <p:nvSpPr>
              <p:cNvPr id="267" name="Rectangle 406"/>
              <p:cNvSpPr>
                <a:spLocks noChangeArrowheads="1"/>
              </p:cNvSpPr>
              <p:nvPr>
                <p:custDataLst>
                  <p:tags r:id="rId40"/>
                </p:custDataLst>
              </p:nvPr>
            </p:nvSpPr>
            <p:spPr bwMode="gray">
              <a:xfrm>
                <a:off x="1678030" y="3050873"/>
                <a:ext cx="206787" cy="61555"/>
              </a:xfrm>
              <a:prstGeom prst="rect">
                <a:avLst/>
              </a:prstGeom>
              <a:noFill/>
              <a:ln w="9525">
                <a:noFill/>
                <a:miter lim="800000"/>
                <a:headEnd/>
                <a:tailEnd/>
              </a:ln>
            </p:spPr>
            <p:txBody>
              <a:bodyPr wrap="none" lIns="0" tIns="0" rIns="0" bIns="0">
                <a:spAutoFit/>
              </a:bodyPr>
              <a:lstStyle/>
              <a:p>
                <a:pPr algn="ctr"/>
                <a:r>
                  <a:rPr lang="en-US" sz="400" dirty="0"/>
                  <a:t>Romania</a:t>
                </a:r>
              </a:p>
            </p:txBody>
          </p:sp>
          <p:sp>
            <p:nvSpPr>
              <p:cNvPr id="268" name="Rectangle 407"/>
              <p:cNvSpPr>
                <a:spLocks noChangeArrowheads="1"/>
              </p:cNvSpPr>
              <p:nvPr>
                <p:custDataLst>
                  <p:tags r:id="rId41"/>
                </p:custDataLst>
              </p:nvPr>
            </p:nvSpPr>
            <p:spPr bwMode="gray">
              <a:xfrm>
                <a:off x="1554530" y="2993519"/>
                <a:ext cx="195566" cy="61555"/>
              </a:xfrm>
              <a:prstGeom prst="rect">
                <a:avLst/>
              </a:prstGeom>
              <a:noFill/>
              <a:ln w="3175">
                <a:noFill/>
                <a:miter lim="800000"/>
                <a:headEnd/>
                <a:tailEnd/>
              </a:ln>
            </p:spPr>
            <p:txBody>
              <a:bodyPr wrap="none" lIns="0" tIns="0" rIns="0" bIns="0">
                <a:spAutoFit/>
              </a:bodyPr>
              <a:lstStyle/>
              <a:p>
                <a:pPr algn="ctr"/>
                <a:r>
                  <a:rPr lang="en-US" sz="400" dirty="0"/>
                  <a:t>Hungary</a:t>
                </a:r>
              </a:p>
            </p:txBody>
          </p:sp>
          <p:sp>
            <p:nvSpPr>
              <p:cNvPr id="269" name="Rectangle 408"/>
              <p:cNvSpPr>
                <a:spLocks noChangeArrowheads="1"/>
              </p:cNvSpPr>
              <p:nvPr>
                <p:custDataLst>
                  <p:tags r:id="rId42"/>
                </p:custDataLst>
              </p:nvPr>
            </p:nvSpPr>
            <p:spPr bwMode="gray">
              <a:xfrm>
                <a:off x="1621324" y="3288820"/>
                <a:ext cx="169918" cy="61555"/>
              </a:xfrm>
              <a:prstGeom prst="rect">
                <a:avLst/>
              </a:prstGeom>
              <a:noFill/>
              <a:ln w="9525">
                <a:noFill/>
                <a:miter lim="800000"/>
                <a:headEnd/>
                <a:tailEnd/>
              </a:ln>
            </p:spPr>
            <p:txBody>
              <a:bodyPr wrap="none" lIns="0" tIns="0" rIns="0" bIns="0">
                <a:spAutoFit/>
              </a:bodyPr>
              <a:lstStyle/>
              <a:p>
                <a:pPr algn="ctr"/>
                <a:r>
                  <a:rPr lang="en-US" sz="400" dirty="0"/>
                  <a:t>Greece</a:t>
                </a:r>
              </a:p>
            </p:txBody>
          </p:sp>
          <p:sp>
            <p:nvSpPr>
              <p:cNvPr id="270" name="Rectangle 409"/>
              <p:cNvSpPr>
                <a:spLocks noChangeArrowheads="1"/>
              </p:cNvSpPr>
              <p:nvPr>
                <p:custDataLst>
                  <p:tags r:id="rId43"/>
                </p:custDataLst>
              </p:nvPr>
            </p:nvSpPr>
            <p:spPr bwMode="gray">
              <a:xfrm>
                <a:off x="1780170" y="3387832"/>
                <a:ext cx="163506" cy="61555"/>
              </a:xfrm>
              <a:prstGeom prst="rect">
                <a:avLst/>
              </a:prstGeom>
              <a:noFill/>
              <a:ln w="9525">
                <a:noFill/>
                <a:miter lim="800000"/>
                <a:headEnd/>
                <a:tailEnd/>
              </a:ln>
            </p:spPr>
            <p:txBody>
              <a:bodyPr wrap="none" lIns="0" tIns="0" rIns="0" bIns="0">
                <a:spAutoFit/>
              </a:bodyPr>
              <a:lstStyle/>
              <a:p>
                <a:pPr algn="ctr"/>
                <a:r>
                  <a:rPr lang="en-US" sz="400" dirty="0"/>
                  <a:t>Cyprus</a:t>
                </a:r>
              </a:p>
            </p:txBody>
          </p:sp>
          <p:sp>
            <p:nvSpPr>
              <p:cNvPr id="271" name="Rectangle 410"/>
              <p:cNvSpPr>
                <a:spLocks noChangeArrowheads="1"/>
              </p:cNvSpPr>
              <p:nvPr>
                <p:custDataLst>
                  <p:tags r:id="rId44"/>
                </p:custDataLst>
              </p:nvPr>
            </p:nvSpPr>
            <p:spPr bwMode="gray">
              <a:xfrm>
                <a:off x="1784761" y="2897431"/>
                <a:ext cx="177933" cy="61555"/>
              </a:xfrm>
              <a:prstGeom prst="rect">
                <a:avLst/>
              </a:prstGeom>
              <a:noFill/>
              <a:ln w="9525">
                <a:noFill/>
                <a:miter lim="800000"/>
                <a:headEnd/>
                <a:tailEnd/>
              </a:ln>
            </p:spPr>
            <p:txBody>
              <a:bodyPr wrap="none" lIns="0" tIns="0" rIns="0" bIns="0">
                <a:spAutoFit/>
              </a:bodyPr>
              <a:lstStyle/>
              <a:p>
                <a:pPr algn="ctr"/>
                <a:r>
                  <a:rPr lang="en-US" sz="400" dirty="0"/>
                  <a:t>Ukraine</a:t>
                </a:r>
              </a:p>
            </p:txBody>
          </p:sp>
          <p:sp>
            <p:nvSpPr>
              <p:cNvPr id="272" name="Rectangle 411"/>
              <p:cNvSpPr>
                <a:spLocks noChangeArrowheads="1"/>
              </p:cNvSpPr>
              <p:nvPr>
                <p:custDataLst>
                  <p:tags r:id="rId45"/>
                </p:custDataLst>
              </p:nvPr>
            </p:nvSpPr>
            <p:spPr bwMode="gray">
              <a:xfrm>
                <a:off x="1646602" y="2686765"/>
                <a:ext cx="209993" cy="61555"/>
              </a:xfrm>
              <a:prstGeom prst="rect">
                <a:avLst/>
              </a:prstGeom>
              <a:noFill/>
              <a:ln w="9525">
                <a:noFill/>
                <a:miter lim="800000"/>
                <a:headEnd/>
                <a:tailEnd/>
              </a:ln>
            </p:spPr>
            <p:txBody>
              <a:bodyPr wrap="none" lIns="0" tIns="0" rIns="0" bIns="0">
                <a:spAutoFit/>
              </a:bodyPr>
              <a:lstStyle/>
              <a:p>
                <a:pPr algn="ctr"/>
                <a:r>
                  <a:rPr lang="en-US" sz="400" dirty="0"/>
                  <a:t>Lithuania</a:t>
                </a:r>
              </a:p>
            </p:txBody>
          </p:sp>
          <p:sp>
            <p:nvSpPr>
              <p:cNvPr id="273" name="Rectangle 412"/>
              <p:cNvSpPr>
                <a:spLocks noChangeArrowheads="1"/>
              </p:cNvSpPr>
              <p:nvPr>
                <p:custDataLst>
                  <p:tags r:id="rId46"/>
                </p:custDataLst>
              </p:nvPr>
            </p:nvSpPr>
            <p:spPr bwMode="gray">
              <a:xfrm>
                <a:off x="1458089" y="3055255"/>
                <a:ext cx="166712" cy="61555"/>
              </a:xfrm>
              <a:prstGeom prst="rect">
                <a:avLst/>
              </a:prstGeom>
              <a:noFill/>
              <a:ln w="9525">
                <a:noFill/>
                <a:miter lim="800000"/>
                <a:headEnd/>
                <a:tailEnd/>
              </a:ln>
            </p:spPr>
            <p:txBody>
              <a:bodyPr wrap="none" lIns="0" tIns="0" rIns="0" bIns="0">
                <a:spAutoFit/>
              </a:bodyPr>
              <a:lstStyle/>
              <a:p>
                <a:pPr algn="ctr"/>
                <a:r>
                  <a:rPr lang="en-US" sz="400" dirty="0"/>
                  <a:t>Croatia</a:t>
                </a:r>
              </a:p>
            </p:txBody>
          </p:sp>
          <p:sp>
            <p:nvSpPr>
              <p:cNvPr id="274" name="Rectangle 413"/>
              <p:cNvSpPr>
                <a:spLocks noChangeArrowheads="1"/>
              </p:cNvSpPr>
              <p:nvPr>
                <p:custDataLst>
                  <p:tags r:id="rId47"/>
                </p:custDataLst>
              </p:nvPr>
            </p:nvSpPr>
            <p:spPr bwMode="gray">
              <a:xfrm>
                <a:off x="1786591" y="2989647"/>
                <a:ext cx="195566" cy="61555"/>
              </a:xfrm>
              <a:prstGeom prst="rect">
                <a:avLst/>
              </a:prstGeom>
              <a:noFill/>
              <a:ln w="9525">
                <a:noFill/>
                <a:miter lim="800000"/>
                <a:headEnd/>
                <a:tailEnd/>
              </a:ln>
            </p:spPr>
            <p:txBody>
              <a:bodyPr wrap="none" lIns="0" tIns="0" rIns="0" bIns="0">
                <a:spAutoFit/>
              </a:bodyPr>
              <a:lstStyle/>
              <a:p>
                <a:pPr algn="ctr"/>
                <a:r>
                  <a:rPr lang="en-US" sz="400" dirty="0"/>
                  <a:t>Moldova</a:t>
                </a:r>
              </a:p>
            </p:txBody>
          </p:sp>
          <p:sp>
            <p:nvSpPr>
              <p:cNvPr id="275" name="Rectangle 414"/>
              <p:cNvSpPr>
                <a:spLocks noChangeArrowheads="1"/>
              </p:cNvSpPr>
              <p:nvPr>
                <p:custDataLst>
                  <p:tags r:id="rId48"/>
                </p:custDataLst>
              </p:nvPr>
            </p:nvSpPr>
            <p:spPr bwMode="gray">
              <a:xfrm>
                <a:off x="1647608" y="3098782"/>
                <a:ext cx="267702" cy="61555"/>
              </a:xfrm>
              <a:prstGeom prst="rect">
                <a:avLst/>
              </a:prstGeom>
              <a:noFill/>
              <a:ln w="9525">
                <a:noFill/>
                <a:miter lim="800000"/>
                <a:headEnd/>
                <a:tailEnd/>
              </a:ln>
            </p:spPr>
            <p:txBody>
              <a:bodyPr wrap="none" lIns="0" tIns="0" rIns="0" bIns="0">
                <a:spAutoFit/>
              </a:bodyPr>
              <a:lstStyle/>
              <a:p>
                <a:pPr algn="ctr"/>
                <a:r>
                  <a:rPr lang="en-US" sz="400" dirty="0"/>
                  <a:t>Serb. Mont.</a:t>
                </a:r>
              </a:p>
            </p:txBody>
          </p:sp>
          <p:sp>
            <p:nvSpPr>
              <p:cNvPr id="276" name="Rectangle 415"/>
              <p:cNvSpPr>
                <a:spLocks noChangeArrowheads="1"/>
              </p:cNvSpPr>
              <p:nvPr>
                <p:custDataLst>
                  <p:tags r:id="rId49"/>
                </p:custDataLst>
              </p:nvPr>
            </p:nvSpPr>
            <p:spPr bwMode="gray">
              <a:xfrm>
                <a:off x="1289741" y="2816882"/>
                <a:ext cx="213199" cy="61555"/>
              </a:xfrm>
              <a:prstGeom prst="rect">
                <a:avLst/>
              </a:prstGeom>
              <a:noFill/>
              <a:ln w="9525">
                <a:noFill/>
                <a:miter lim="800000"/>
                <a:headEnd/>
                <a:tailEnd/>
              </a:ln>
            </p:spPr>
            <p:txBody>
              <a:bodyPr wrap="none" lIns="0" tIns="0" rIns="0" bIns="0">
                <a:spAutoFit/>
              </a:bodyPr>
              <a:lstStyle/>
              <a:p>
                <a:pPr algn="ctr"/>
                <a:r>
                  <a:rPr lang="en-US" sz="400" dirty="0"/>
                  <a:t>Germany</a:t>
                </a:r>
              </a:p>
            </p:txBody>
          </p:sp>
          <p:sp>
            <p:nvSpPr>
              <p:cNvPr id="277" name="Rectangle 416"/>
              <p:cNvSpPr>
                <a:spLocks noChangeArrowheads="1"/>
              </p:cNvSpPr>
              <p:nvPr>
                <p:custDataLst>
                  <p:tags r:id="rId50"/>
                </p:custDataLst>
              </p:nvPr>
            </p:nvSpPr>
            <p:spPr bwMode="gray">
              <a:xfrm>
                <a:off x="1099030" y="3014006"/>
                <a:ext cx="266098" cy="61555"/>
              </a:xfrm>
              <a:prstGeom prst="rect">
                <a:avLst/>
              </a:prstGeom>
              <a:noFill/>
              <a:ln w="9525">
                <a:noFill/>
                <a:miter lim="800000"/>
                <a:headEnd/>
                <a:tailEnd/>
              </a:ln>
            </p:spPr>
            <p:txBody>
              <a:bodyPr wrap="none" lIns="0" tIns="0" rIns="0" bIns="0">
                <a:spAutoFit/>
              </a:bodyPr>
              <a:lstStyle/>
              <a:p>
                <a:pPr algn="ctr"/>
                <a:r>
                  <a:rPr lang="en-US" sz="400" dirty="0"/>
                  <a:t>Switzerland</a:t>
                </a:r>
              </a:p>
            </p:txBody>
          </p:sp>
          <p:sp>
            <p:nvSpPr>
              <p:cNvPr id="278" name="Rectangle 417"/>
              <p:cNvSpPr>
                <a:spLocks noChangeArrowheads="1"/>
              </p:cNvSpPr>
              <p:nvPr>
                <p:custDataLst>
                  <p:tags r:id="rId51"/>
                </p:custDataLst>
              </p:nvPr>
            </p:nvSpPr>
            <p:spPr bwMode="gray">
              <a:xfrm>
                <a:off x="816328" y="3040218"/>
                <a:ext cx="197169" cy="61555"/>
              </a:xfrm>
              <a:prstGeom prst="rect">
                <a:avLst/>
              </a:prstGeom>
              <a:noFill/>
              <a:ln w="9525">
                <a:noFill/>
                <a:miter lim="800000"/>
                <a:headEnd/>
                <a:tailEnd/>
              </a:ln>
            </p:spPr>
            <p:txBody>
              <a:bodyPr wrap="none" lIns="0" tIns="0" rIns="0" bIns="0">
                <a:spAutoFit/>
              </a:bodyPr>
              <a:lstStyle/>
              <a:p>
                <a:pPr algn="ctr"/>
                <a:r>
                  <a:rPr lang="en-US" sz="400" dirty="0"/>
                  <a:t>Slovenia</a:t>
                </a:r>
              </a:p>
            </p:txBody>
          </p:sp>
          <p:sp>
            <p:nvSpPr>
              <p:cNvPr id="279" name="Rectangle 418"/>
              <p:cNvSpPr>
                <a:spLocks noChangeArrowheads="1"/>
              </p:cNvSpPr>
              <p:nvPr>
                <p:custDataLst>
                  <p:tags r:id="rId52"/>
                </p:custDataLst>
              </p:nvPr>
            </p:nvSpPr>
            <p:spPr bwMode="gray">
              <a:xfrm>
                <a:off x="932455" y="3367071"/>
                <a:ext cx="198772" cy="61555"/>
              </a:xfrm>
              <a:prstGeom prst="rect">
                <a:avLst/>
              </a:prstGeom>
              <a:noFill/>
              <a:ln w="9525">
                <a:noFill/>
                <a:miter lim="800000"/>
                <a:headEnd/>
                <a:tailEnd/>
              </a:ln>
            </p:spPr>
            <p:txBody>
              <a:bodyPr wrap="none" lIns="0" tIns="0" rIns="0" bIns="0">
                <a:spAutoFit/>
              </a:bodyPr>
              <a:lstStyle/>
              <a:p>
                <a:pPr algn="ctr"/>
                <a:r>
                  <a:rPr lang="en-US" sz="400" dirty="0"/>
                  <a:t>Gibraltar</a:t>
                </a:r>
              </a:p>
            </p:txBody>
          </p:sp>
          <p:sp>
            <p:nvSpPr>
              <p:cNvPr id="280" name="Rectangle 419"/>
              <p:cNvSpPr>
                <a:spLocks noChangeArrowheads="1"/>
              </p:cNvSpPr>
              <p:nvPr>
                <p:custDataLst>
                  <p:tags r:id="rId53"/>
                </p:custDataLst>
              </p:nvPr>
            </p:nvSpPr>
            <p:spPr bwMode="gray">
              <a:xfrm>
                <a:off x="1389376" y="2970561"/>
                <a:ext cx="160300" cy="61555"/>
              </a:xfrm>
              <a:prstGeom prst="rect">
                <a:avLst/>
              </a:prstGeom>
              <a:noFill/>
              <a:ln w="3175">
                <a:noFill/>
                <a:miter lim="800000"/>
                <a:headEnd/>
                <a:tailEnd/>
              </a:ln>
            </p:spPr>
            <p:txBody>
              <a:bodyPr wrap="none" lIns="0" tIns="0" rIns="0" bIns="0">
                <a:spAutoFit/>
              </a:bodyPr>
              <a:lstStyle/>
              <a:p>
                <a:pPr algn="ctr"/>
                <a:r>
                  <a:rPr lang="en-US" sz="400" dirty="0"/>
                  <a:t>Austria</a:t>
                </a:r>
              </a:p>
            </p:txBody>
          </p:sp>
          <p:sp>
            <p:nvSpPr>
              <p:cNvPr id="281" name="Rectangle 420"/>
              <p:cNvSpPr>
                <a:spLocks noChangeArrowheads="1"/>
              </p:cNvSpPr>
              <p:nvPr>
                <p:custDataLst>
                  <p:tags r:id="rId54"/>
                </p:custDataLst>
              </p:nvPr>
            </p:nvSpPr>
            <p:spPr bwMode="gray">
              <a:xfrm>
                <a:off x="1308009" y="2919922"/>
                <a:ext cx="97783" cy="61555"/>
              </a:xfrm>
              <a:prstGeom prst="rect">
                <a:avLst/>
              </a:prstGeom>
              <a:noFill/>
              <a:ln w="9525">
                <a:noFill/>
                <a:miter lim="800000"/>
                <a:headEnd/>
                <a:tailEnd/>
              </a:ln>
            </p:spPr>
            <p:txBody>
              <a:bodyPr wrap="none" lIns="0" tIns="0" rIns="0" bIns="0">
                <a:spAutoFit/>
              </a:bodyPr>
              <a:lstStyle/>
              <a:p>
                <a:pPr algn="ctr"/>
                <a:r>
                  <a:rPr lang="en-US" sz="400" dirty="0"/>
                  <a:t>Lux.</a:t>
                </a:r>
              </a:p>
            </p:txBody>
          </p:sp>
          <p:sp>
            <p:nvSpPr>
              <p:cNvPr id="282" name="Rectangle 421"/>
              <p:cNvSpPr>
                <a:spLocks noChangeArrowheads="1"/>
              </p:cNvSpPr>
              <p:nvPr>
                <p:custDataLst>
                  <p:tags r:id="rId55"/>
                </p:custDataLst>
              </p:nvPr>
            </p:nvSpPr>
            <p:spPr bwMode="gray">
              <a:xfrm>
                <a:off x="1575829" y="2938829"/>
                <a:ext cx="193963" cy="61555"/>
              </a:xfrm>
              <a:prstGeom prst="rect">
                <a:avLst/>
              </a:prstGeom>
              <a:noFill/>
              <a:ln w="3175">
                <a:noFill/>
                <a:miter lim="800000"/>
                <a:headEnd/>
                <a:tailEnd/>
              </a:ln>
            </p:spPr>
            <p:txBody>
              <a:bodyPr wrap="none" lIns="0" tIns="0" rIns="0" bIns="0">
                <a:spAutoFit/>
              </a:bodyPr>
              <a:lstStyle/>
              <a:p>
                <a:pPr algn="ctr"/>
                <a:r>
                  <a:rPr lang="en-US" sz="400" dirty="0"/>
                  <a:t>Slovakia</a:t>
                </a:r>
              </a:p>
            </p:txBody>
          </p:sp>
          <p:sp>
            <p:nvSpPr>
              <p:cNvPr id="283" name="Rectangle 422"/>
              <p:cNvSpPr>
                <a:spLocks noChangeArrowheads="1"/>
              </p:cNvSpPr>
              <p:nvPr>
                <p:custDataLst>
                  <p:tags r:id="rId56"/>
                </p:custDataLst>
              </p:nvPr>
            </p:nvSpPr>
            <p:spPr bwMode="gray">
              <a:xfrm>
                <a:off x="1493368" y="2283055"/>
                <a:ext cx="185948" cy="61555"/>
              </a:xfrm>
              <a:prstGeom prst="rect">
                <a:avLst/>
              </a:prstGeom>
              <a:noFill/>
              <a:ln w="9525">
                <a:noFill/>
                <a:miter lim="800000"/>
                <a:headEnd/>
                <a:tailEnd/>
              </a:ln>
            </p:spPr>
            <p:txBody>
              <a:bodyPr wrap="none" lIns="0" tIns="0" rIns="0" bIns="0">
                <a:spAutoFit/>
              </a:bodyPr>
              <a:lstStyle/>
              <a:p>
                <a:pPr algn="ctr"/>
                <a:r>
                  <a:rPr lang="en-US" sz="400" dirty="0"/>
                  <a:t>Sweden</a:t>
                </a:r>
              </a:p>
            </p:txBody>
          </p:sp>
          <p:sp>
            <p:nvSpPr>
              <p:cNvPr id="284" name="Rectangle 423"/>
              <p:cNvSpPr>
                <a:spLocks noChangeArrowheads="1"/>
              </p:cNvSpPr>
              <p:nvPr>
                <p:custDataLst>
                  <p:tags r:id="rId57"/>
                </p:custDataLst>
              </p:nvPr>
            </p:nvSpPr>
            <p:spPr bwMode="gray">
              <a:xfrm>
                <a:off x="1674770" y="2411373"/>
                <a:ext cx="169918" cy="61555"/>
              </a:xfrm>
              <a:prstGeom prst="rect">
                <a:avLst/>
              </a:prstGeom>
              <a:noFill/>
              <a:ln w="9525">
                <a:noFill/>
                <a:miter lim="800000"/>
                <a:headEnd/>
                <a:tailEnd/>
              </a:ln>
            </p:spPr>
            <p:txBody>
              <a:bodyPr wrap="none" lIns="0" tIns="0" rIns="0" bIns="0">
                <a:spAutoFit/>
              </a:bodyPr>
              <a:lstStyle/>
              <a:p>
                <a:pPr algn="ctr"/>
                <a:r>
                  <a:rPr lang="en-US" sz="400" dirty="0"/>
                  <a:t>Finland</a:t>
                </a:r>
              </a:p>
            </p:txBody>
          </p:sp>
          <p:sp>
            <p:nvSpPr>
              <p:cNvPr id="285" name="Rectangle 424"/>
              <p:cNvSpPr>
                <a:spLocks noChangeArrowheads="1"/>
              </p:cNvSpPr>
              <p:nvPr>
                <p:custDataLst>
                  <p:tags r:id="rId58"/>
                </p:custDataLst>
              </p:nvPr>
            </p:nvSpPr>
            <p:spPr bwMode="gray">
              <a:xfrm>
                <a:off x="1285669" y="2437637"/>
                <a:ext cx="174727" cy="61555"/>
              </a:xfrm>
              <a:prstGeom prst="rect">
                <a:avLst/>
              </a:prstGeom>
              <a:noFill/>
              <a:ln w="9525">
                <a:noFill/>
                <a:miter lim="800000"/>
                <a:headEnd/>
                <a:tailEnd/>
              </a:ln>
            </p:spPr>
            <p:txBody>
              <a:bodyPr wrap="none" lIns="0" tIns="0" rIns="0" bIns="0">
                <a:spAutoFit/>
              </a:bodyPr>
              <a:lstStyle/>
              <a:p>
                <a:pPr algn="ctr"/>
                <a:r>
                  <a:rPr lang="en-US" sz="400" dirty="0"/>
                  <a:t>Norway</a:t>
                </a:r>
              </a:p>
            </p:txBody>
          </p:sp>
          <p:sp>
            <p:nvSpPr>
              <p:cNvPr id="286" name="Rectangle 425"/>
              <p:cNvSpPr>
                <a:spLocks noChangeArrowheads="1"/>
              </p:cNvSpPr>
              <p:nvPr>
                <p:custDataLst>
                  <p:tags r:id="rId59"/>
                </p:custDataLst>
              </p:nvPr>
            </p:nvSpPr>
            <p:spPr bwMode="gray">
              <a:xfrm>
                <a:off x="1098855" y="2930935"/>
                <a:ext cx="161903" cy="61555"/>
              </a:xfrm>
              <a:prstGeom prst="rect">
                <a:avLst/>
              </a:prstGeom>
              <a:noFill/>
              <a:ln w="9525">
                <a:noFill/>
                <a:miter lim="800000"/>
                <a:headEnd/>
                <a:tailEnd/>
              </a:ln>
            </p:spPr>
            <p:txBody>
              <a:bodyPr wrap="none" lIns="0" tIns="0" rIns="0" bIns="0">
                <a:spAutoFit/>
              </a:bodyPr>
              <a:lstStyle/>
              <a:p>
                <a:pPr algn="ctr"/>
                <a:r>
                  <a:rPr lang="en-US" sz="400" dirty="0"/>
                  <a:t>France</a:t>
                </a:r>
              </a:p>
            </p:txBody>
          </p:sp>
          <p:sp>
            <p:nvSpPr>
              <p:cNvPr id="287" name="Rectangle 426"/>
              <p:cNvSpPr>
                <a:spLocks noChangeArrowheads="1"/>
              </p:cNvSpPr>
              <p:nvPr>
                <p:custDataLst>
                  <p:tags r:id="rId60"/>
                </p:custDataLst>
              </p:nvPr>
            </p:nvSpPr>
            <p:spPr bwMode="gray">
              <a:xfrm>
                <a:off x="983165" y="3188989"/>
                <a:ext cx="131446" cy="61555"/>
              </a:xfrm>
              <a:prstGeom prst="rect">
                <a:avLst/>
              </a:prstGeom>
              <a:noFill/>
              <a:ln w="9525">
                <a:noFill/>
                <a:miter lim="800000"/>
                <a:headEnd/>
                <a:tailEnd/>
              </a:ln>
            </p:spPr>
            <p:txBody>
              <a:bodyPr wrap="none" lIns="0" tIns="0" rIns="0" bIns="0">
                <a:spAutoFit/>
              </a:bodyPr>
              <a:lstStyle/>
              <a:p>
                <a:pPr algn="ctr"/>
                <a:r>
                  <a:rPr lang="en-US" sz="400" dirty="0"/>
                  <a:t>Spain</a:t>
                </a:r>
              </a:p>
            </p:txBody>
          </p:sp>
          <p:sp>
            <p:nvSpPr>
              <p:cNvPr id="288" name="Rectangle 427"/>
              <p:cNvSpPr>
                <a:spLocks noChangeArrowheads="1"/>
              </p:cNvSpPr>
              <p:nvPr>
                <p:custDataLst>
                  <p:tags r:id="rId61"/>
                </p:custDataLst>
              </p:nvPr>
            </p:nvSpPr>
            <p:spPr bwMode="gray">
              <a:xfrm>
                <a:off x="1501129" y="2784493"/>
                <a:ext cx="160300" cy="61555"/>
              </a:xfrm>
              <a:prstGeom prst="rect">
                <a:avLst/>
              </a:prstGeom>
              <a:noFill/>
              <a:ln w="9525">
                <a:noFill/>
                <a:miter lim="800000"/>
                <a:headEnd/>
                <a:tailEnd/>
              </a:ln>
            </p:spPr>
            <p:txBody>
              <a:bodyPr wrap="none" lIns="0" tIns="0" rIns="0" bIns="0">
                <a:spAutoFit/>
              </a:bodyPr>
              <a:lstStyle/>
              <a:p>
                <a:pPr algn="ctr"/>
                <a:r>
                  <a:rPr lang="en-US" sz="400" dirty="0"/>
                  <a:t>Poland</a:t>
                </a:r>
              </a:p>
            </p:txBody>
          </p:sp>
          <p:sp>
            <p:nvSpPr>
              <p:cNvPr id="289" name="Rectangle 428"/>
              <p:cNvSpPr>
                <a:spLocks noChangeArrowheads="1"/>
              </p:cNvSpPr>
              <p:nvPr>
                <p:custDataLst>
                  <p:tags r:id="rId62"/>
                </p:custDataLst>
              </p:nvPr>
            </p:nvSpPr>
            <p:spPr bwMode="gray">
              <a:xfrm>
                <a:off x="1404091" y="3135510"/>
                <a:ext cx="94577" cy="61555"/>
              </a:xfrm>
              <a:prstGeom prst="rect">
                <a:avLst/>
              </a:prstGeom>
              <a:noFill/>
              <a:ln w="9525">
                <a:noFill/>
                <a:miter lim="800000"/>
                <a:headEnd/>
                <a:tailEnd/>
              </a:ln>
            </p:spPr>
            <p:txBody>
              <a:bodyPr wrap="none" lIns="0" tIns="0" rIns="0" bIns="0">
                <a:spAutoFit/>
              </a:bodyPr>
              <a:lstStyle/>
              <a:p>
                <a:pPr algn="ctr"/>
                <a:r>
                  <a:rPr lang="en-US" sz="400" dirty="0"/>
                  <a:t>Italy</a:t>
                </a:r>
              </a:p>
            </p:txBody>
          </p:sp>
          <p:sp>
            <p:nvSpPr>
              <p:cNvPr id="290" name="Rectangle 429"/>
              <p:cNvSpPr>
                <a:spLocks noChangeArrowheads="1"/>
              </p:cNvSpPr>
              <p:nvPr>
                <p:custDataLst>
                  <p:tags r:id="rId63"/>
                </p:custDataLst>
              </p:nvPr>
            </p:nvSpPr>
            <p:spPr bwMode="gray">
              <a:xfrm>
                <a:off x="1715998" y="2773002"/>
                <a:ext cx="174727" cy="61555"/>
              </a:xfrm>
              <a:prstGeom prst="rect">
                <a:avLst/>
              </a:prstGeom>
              <a:noFill/>
              <a:ln w="9525">
                <a:noFill/>
                <a:miter lim="800000"/>
                <a:headEnd/>
                <a:tailEnd/>
              </a:ln>
            </p:spPr>
            <p:txBody>
              <a:bodyPr wrap="none" lIns="0" tIns="0" rIns="0" bIns="0">
                <a:spAutoFit/>
              </a:bodyPr>
              <a:lstStyle/>
              <a:p>
                <a:pPr algn="ctr"/>
                <a:r>
                  <a:rPr lang="en-US" sz="400" dirty="0"/>
                  <a:t>Belarus</a:t>
                </a:r>
              </a:p>
            </p:txBody>
          </p:sp>
          <p:sp>
            <p:nvSpPr>
              <p:cNvPr id="291" name="Rectangle 430"/>
              <p:cNvSpPr>
                <a:spLocks noChangeArrowheads="1"/>
              </p:cNvSpPr>
              <p:nvPr>
                <p:custDataLst>
                  <p:tags r:id="rId64"/>
                </p:custDataLst>
              </p:nvPr>
            </p:nvSpPr>
            <p:spPr bwMode="gray">
              <a:xfrm>
                <a:off x="857256" y="2592543"/>
                <a:ext cx="367088" cy="61555"/>
              </a:xfrm>
              <a:prstGeom prst="rect">
                <a:avLst/>
              </a:prstGeom>
              <a:noFill/>
              <a:ln w="9525">
                <a:noFill/>
                <a:miter lim="800000"/>
                <a:headEnd/>
                <a:tailEnd/>
              </a:ln>
            </p:spPr>
            <p:txBody>
              <a:bodyPr wrap="none" lIns="0" tIns="0" rIns="0" bIns="0">
                <a:spAutoFit/>
              </a:bodyPr>
              <a:lstStyle/>
              <a:p>
                <a:pPr algn="ctr"/>
                <a:r>
                  <a:rPr lang="en-US" sz="400" dirty="0"/>
                  <a:t>United Kingdom</a:t>
                </a:r>
              </a:p>
            </p:txBody>
          </p:sp>
          <p:sp>
            <p:nvSpPr>
              <p:cNvPr id="292" name="Rectangle 431"/>
              <p:cNvSpPr>
                <a:spLocks noChangeArrowheads="1"/>
              </p:cNvSpPr>
              <p:nvPr>
                <p:custDataLst>
                  <p:tags r:id="rId65"/>
                </p:custDataLst>
              </p:nvPr>
            </p:nvSpPr>
            <p:spPr bwMode="gray">
              <a:xfrm>
                <a:off x="1743320" y="2626079"/>
                <a:ext cx="137858" cy="61555"/>
              </a:xfrm>
              <a:prstGeom prst="rect">
                <a:avLst/>
              </a:prstGeom>
              <a:noFill/>
              <a:ln w="9525">
                <a:noFill/>
                <a:miter lim="800000"/>
                <a:headEnd/>
                <a:tailEnd/>
              </a:ln>
            </p:spPr>
            <p:txBody>
              <a:bodyPr wrap="none" lIns="0" tIns="0" rIns="0" bIns="0">
                <a:spAutoFit/>
              </a:bodyPr>
              <a:lstStyle/>
              <a:p>
                <a:pPr algn="ctr"/>
                <a:r>
                  <a:rPr lang="en-US" sz="400" dirty="0"/>
                  <a:t>Latvia</a:t>
                </a:r>
              </a:p>
            </p:txBody>
          </p:sp>
          <p:sp>
            <p:nvSpPr>
              <p:cNvPr id="293" name="Rectangle 432"/>
              <p:cNvSpPr>
                <a:spLocks noChangeArrowheads="1"/>
              </p:cNvSpPr>
              <p:nvPr>
                <p:custDataLst>
                  <p:tags r:id="rId66"/>
                </p:custDataLst>
              </p:nvPr>
            </p:nvSpPr>
            <p:spPr bwMode="gray">
              <a:xfrm>
                <a:off x="866043" y="2785776"/>
                <a:ext cx="158697" cy="61555"/>
              </a:xfrm>
              <a:prstGeom prst="rect">
                <a:avLst/>
              </a:prstGeom>
              <a:noFill/>
              <a:ln w="9525">
                <a:noFill/>
                <a:miter lim="800000"/>
                <a:headEnd/>
                <a:tailEnd/>
              </a:ln>
            </p:spPr>
            <p:txBody>
              <a:bodyPr wrap="none" lIns="0" tIns="0" rIns="0" bIns="0">
                <a:spAutoFit/>
              </a:bodyPr>
              <a:lstStyle/>
              <a:p>
                <a:pPr algn="ctr"/>
                <a:r>
                  <a:rPr lang="en-US" sz="400" dirty="0"/>
                  <a:t>Ireland</a:t>
                </a:r>
              </a:p>
            </p:txBody>
          </p:sp>
          <p:sp>
            <p:nvSpPr>
              <p:cNvPr id="294" name="Rectangle 433"/>
              <p:cNvSpPr>
                <a:spLocks noChangeArrowheads="1"/>
              </p:cNvSpPr>
              <p:nvPr>
                <p:custDataLst>
                  <p:tags r:id="rId67"/>
                </p:custDataLst>
              </p:nvPr>
            </p:nvSpPr>
            <p:spPr bwMode="gray">
              <a:xfrm>
                <a:off x="1772645" y="3151508"/>
                <a:ext cx="189154" cy="61555"/>
              </a:xfrm>
              <a:prstGeom prst="rect">
                <a:avLst/>
              </a:prstGeom>
              <a:noFill/>
              <a:ln w="9525">
                <a:noFill/>
                <a:miter lim="800000"/>
                <a:headEnd/>
                <a:tailEnd/>
              </a:ln>
            </p:spPr>
            <p:txBody>
              <a:bodyPr wrap="none" lIns="0" tIns="0" rIns="0" bIns="0">
                <a:spAutoFit/>
              </a:bodyPr>
              <a:lstStyle/>
              <a:p>
                <a:pPr algn="ctr"/>
                <a:r>
                  <a:rPr lang="en-US" sz="400" dirty="0"/>
                  <a:t>Bulgaria</a:t>
                </a:r>
              </a:p>
            </p:txBody>
          </p:sp>
          <p:sp>
            <p:nvSpPr>
              <p:cNvPr id="295" name="Rectangle 434"/>
              <p:cNvSpPr>
                <a:spLocks noChangeArrowheads="1"/>
              </p:cNvSpPr>
              <p:nvPr>
                <p:custDataLst>
                  <p:tags r:id="rId68"/>
                </p:custDataLst>
              </p:nvPr>
            </p:nvSpPr>
            <p:spPr bwMode="gray">
              <a:xfrm>
                <a:off x="1728097" y="2558097"/>
                <a:ext cx="171521" cy="61555"/>
              </a:xfrm>
              <a:prstGeom prst="rect">
                <a:avLst/>
              </a:prstGeom>
              <a:noFill/>
              <a:ln w="9525">
                <a:noFill/>
                <a:miter lim="800000"/>
                <a:headEnd/>
                <a:tailEnd/>
              </a:ln>
            </p:spPr>
            <p:txBody>
              <a:bodyPr wrap="none" lIns="0" tIns="0" rIns="0" bIns="0">
                <a:spAutoFit/>
              </a:bodyPr>
              <a:lstStyle/>
              <a:p>
                <a:pPr algn="ctr"/>
                <a:r>
                  <a:rPr lang="en-US" sz="400" dirty="0"/>
                  <a:t>Estonia</a:t>
                </a:r>
              </a:p>
            </p:txBody>
          </p:sp>
          <p:sp>
            <p:nvSpPr>
              <p:cNvPr id="296" name="Rectangle 435"/>
              <p:cNvSpPr>
                <a:spLocks noChangeArrowheads="1"/>
              </p:cNvSpPr>
              <p:nvPr>
                <p:custDataLst>
                  <p:tags r:id="rId69"/>
                </p:custDataLst>
              </p:nvPr>
            </p:nvSpPr>
            <p:spPr bwMode="gray">
              <a:xfrm>
                <a:off x="827339" y="3254084"/>
                <a:ext cx="192360" cy="61555"/>
              </a:xfrm>
              <a:prstGeom prst="rect">
                <a:avLst/>
              </a:prstGeom>
              <a:noFill/>
              <a:ln w="9525">
                <a:noFill/>
                <a:miter lim="800000"/>
                <a:headEnd/>
                <a:tailEnd/>
              </a:ln>
            </p:spPr>
            <p:txBody>
              <a:bodyPr wrap="none" lIns="0" tIns="0" rIns="0" bIns="0">
                <a:spAutoFit/>
              </a:bodyPr>
              <a:lstStyle/>
              <a:p>
                <a:pPr algn="ctr"/>
                <a:r>
                  <a:rPr lang="en-US" sz="400" dirty="0"/>
                  <a:t>Portugal</a:t>
                </a:r>
              </a:p>
            </p:txBody>
          </p:sp>
          <p:sp>
            <p:nvSpPr>
              <p:cNvPr id="297" name="Rectangle 436"/>
              <p:cNvSpPr>
                <a:spLocks noChangeArrowheads="1"/>
              </p:cNvSpPr>
              <p:nvPr>
                <p:custDataLst>
                  <p:tags r:id="rId70"/>
                </p:custDataLst>
              </p:nvPr>
            </p:nvSpPr>
            <p:spPr bwMode="gray">
              <a:xfrm>
                <a:off x="1232985" y="2637258"/>
                <a:ext cx="209993" cy="61555"/>
              </a:xfrm>
              <a:prstGeom prst="rect">
                <a:avLst/>
              </a:prstGeom>
              <a:noFill/>
              <a:ln w="9525">
                <a:noFill/>
                <a:miter lim="800000"/>
                <a:headEnd/>
                <a:tailEnd/>
              </a:ln>
            </p:spPr>
            <p:txBody>
              <a:bodyPr wrap="none" lIns="0" tIns="0" rIns="0" bIns="0">
                <a:spAutoFit/>
              </a:bodyPr>
              <a:lstStyle/>
              <a:p>
                <a:pPr algn="ctr"/>
                <a:r>
                  <a:rPr lang="en-US" sz="400" dirty="0"/>
                  <a:t>Denmark</a:t>
                </a:r>
              </a:p>
            </p:txBody>
          </p:sp>
          <p:sp>
            <p:nvSpPr>
              <p:cNvPr id="298" name="Rectangle 437"/>
              <p:cNvSpPr>
                <a:spLocks noChangeArrowheads="1"/>
              </p:cNvSpPr>
              <p:nvPr>
                <p:custDataLst>
                  <p:tags r:id="rId71"/>
                </p:custDataLst>
              </p:nvPr>
            </p:nvSpPr>
            <p:spPr bwMode="gray">
              <a:xfrm>
                <a:off x="1130390" y="3145516"/>
                <a:ext cx="184345" cy="61555"/>
              </a:xfrm>
              <a:prstGeom prst="rect">
                <a:avLst/>
              </a:prstGeom>
              <a:noFill/>
              <a:ln w="9525">
                <a:noFill/>
                <a:miter lim="800000"/>
                <a:headEnd/>
                <a:tailEnd/>
              </a:ln>
            </p:spPr>
            <p:txBody>
              <a:bodyPr wrap="none" lIns="0" tIns="0" rIns="0" bIns="0">
                <a:spAutoFit/>
              </a:bodyPr>
              <a:lstStyle/>
              <a:p>
                <a:pPr algn="ctr"/>
                <a:r>
                  <a:rPr lang="en-US" sz="400" dirty="0"/>
                  <a:t>Andorra</a:t>
                </a:r>
              </a:p>
            </p:txBody>
          </p:sp>
          <p:sp>
            <p:nvSpPr>
              <p:cNvPr id="299" name="Rectangle 438"/>
              <p:cNvSpPr>
                <a:spLocks noChangeArrowheads="1"/>
              </p:cNvSpPr>
              <p:nvPr>
                <p:custDataLst>
                  <p:tags r:id="rId72"/>
                </p:custDataLst>
              </p:nvPr>
            </p:nvSpPr>
            <p:spPr bwMode="gray">
              <a:xfrm>
                <a:off x="1197563" y="2749046"/>
                <a:ext cx="278923" cy="61555"/>
              </a:xfrm>
              <a:prstGeom prst="rect">
                <a:avLst/>
              </a:prstGeom>
              <a:noFill/>
              <a:ln w="9525">
                <a:noFill/>
                <a:miter lim="800000"/>
                <a:headEnd/>
                <a:tailEnd/>
              </a:ln>
            </p:spPr>
            <p:txBody>
              <a:bodyPr wrap="none" lIns="0" tIns="0" rIns="0" bIns="0">
                <a:spAutoFit/>
              </a:bodyPr>
              <a:lstStyle/>
              <a:p>
                <a:pPr algn="ctr"/>
                <a:r>
                  <a:rPr lang="en-US" sz="400" dirty="0"/>
                  <a:t>Netherlands</a:t>
                </a:r>
              </a:p>
            </p:txBody>
          </p:sp>
          <p:sp>
            <p:nvSpPr>
              <p:cNvPr id="300" name="Rectangle 439"/>
              <p:cNvSpPr>
                <a:spLocks noChangeArrowheads="1"/>
              </p:cNvSpPr>
              <p:nvPr>
                <p:custDataLst>
                  <p:tags r:id="rId73"/>
                </p:custDataLst>
              </p:nvPr>
            </p:nvSpPr>
            <p:spPr bwMode="gray">
              <a:xfrm>
                <a:off x="1195204" y="2864028"/>
                <a:ext cx="185948" cy="61555"/>
              </a:xfrm>
              <a:prstGeom prst="rect">
                <a:avLst/>
              </a:prstGeom>
              <a:noFill/>
              <a:ln w="9525">
                <a:noFill/>
                <a:miter lim="800000"/>
                <a:headEnd/>
                <a:tailEnd/>
              </a:ln>
            </p:spPr>
            <p:txBody>
              <a:bodyPr wrap="none" lIns="0" tIns="0" rIns="0" bIns="0">
                <a:spAutoFit/>
              </a:bodyPr>
              <a:lstStyle/>
              <a:p>
                <a:pPr algn="ctr"/>
                <a:r>
                  <a:rPr lang="en-US" sz="400" dirty="0"/>
                  <a:t>Belgium</a:t>
                </a:r>
              </a:p>
            </p:txBody>
          </p:sp>
          <p:sp>
            <p:nvSpPr>
              <p:cNvPr id="301" name="Rectangle 440"/>
              <p:cNvSpPr>
                <a:spLocks noChangeArrowheads="1"/>
              </p:cNvSpPr>
              <p:nvPr>
                <p:custDataLst>
                  <p:tags r:id="rId74"/>
                </p:custDataLst>
              </p:nvPr>
            </p:nvSpPr>
            <p:spPr bwMode="gray">
              <a:xfrm>
                <a:off x="1430808" y="2887778"/>
                <a:ext cx="269304" cy="61555"/>
              </a:xfrm>
              <a:prstGeom prst="rect">
                <a:avLst/>
              </a:prstGeom>
              <a:noFill/>
              <a:ln w="9525">
                <a:noFill/>
                <a:miter lim="800000"/>
                <a:headEnd/>
                <a:tailEnd/>
              </a:ln>
            </p:spPr>
            <p:txBody>
              <a:bodyPr wrap="none" lIns="0" tIns="0" rIns="0" bIns="0">
                <a:spAutoFit/>
              </a:bodyPr>
              <a:lstStyle/>
              <a:p>
                <a:pPr algn="ctr"/>
                <a:r>
                  <a:rPr lang="en-US" sz="400" dirty="0"/>
                  <a:t>Czech Rep.</a:t>
                </a:r>
              </a:p>
            </p:txBody>
          </p:sp>
          <p:sp>
            <p:nvSpPr>
              <p:cNvPr id="302" name="Rectangle 441"/>
              <p:cNvSpPr>
                <a:spLocks noChangeArrowheads="1"/>
              </p:cNvSpPr>
              <p:nvPr>
                <p:custDataLst>
                  <p:tags r:id="rId75"/>
                </p:custDataLst>
              </p:nvPr>
            </p:nvSpPr>
            <p:spPr bwMode="gray">
              <a:xfrm>
                <a:off x="1537005" y="3200987"/>
                <a:ext cx="171521" cy="61555"/>
              </a:xfrm>
              <a:prstGeom prst="rect">
                <a:avLst/>
              </a:prstGeom>
              <a:noFill/>
              <a:ln w="9525">
                <a:noFill/>
                <a:miter lim="800000"/>
                <a:headEnd/>
                <a:tailEnd/>
              </a:ln>
            </p:spPr>
            <p:txBody>
              <a:bodyPr wrap="none" lIns="0" tIns="0" rIns="0" bIns="0">
                <a:spAutoFit/>
              </a:bodyPr>
              <a:lstStyle/>
              <a:p>
                <a:pPr algn="ctr"/>
                <a:r>
                  <a:rPr lang="en-US" sz="400" dirty="0"/>
                  <a:t>Albania</a:t>
                </a:r>
              </a:p>
            </p:txBody>
          </p:sp>
          <p:sp>
            <p:nvSpPr>
              <p:cNvPr id="303" name="Rectangle 442"/>
              <p:cNvSpPr>
                <a:spLocks noChangeArrowheads="1"/>
              </p:cNvSpPr>
              <p:nvPr>
                <p:custDataLst>
                  <p:tags r:id="rId76"/>
                </p:custDataLst>
              </p:nvPr>
            </p:nvSpPr>
            <p:spPr bwMode="gray">
              <a:xfrm>
                <a:off x="557468" y="3094610"/>
                <a:ext cx="294953" cy="61555"/>
              </a:xfrm>
              <a:prstGeom prst="rect">
                <a:avLst/>
              </a:prstGeom>
              <a:noFill/>
              <a:ln w="9525">
                <a:noFill/>
                <a:miter lim="800000"/>
                <a:headEnd/>
                <a:tailEnd/>
              </a:ln>
            </p:spPr>
            <p:txBody>
              <a:bodyPr wrap="none" lIns="0" tIns="0" rIns="0" bIns="0">
                <a:spAutoFit/>
              </a:bodyPr>
              <a:lstStyle/>
              <a:p>
                <a:pPr algn="ctr"/>
                <a:r>
                  <a:rPr lang="en-US" sz="400" dirty="0"/>
                  <a:t>Bosnia Herz.</a:t>
                </a:r>
              </a:p>
            </p:txBody>
          </p:sp>
          <p:sp>
            <p:nvSpPr>
              <p:cNvPr id="304" name="Rectangle 443"/>
              <p:cNvSpPr>
                <a:spLocks noChangeArrowheads="1"/>
              </p:cNvSpPr>
              <p:nvPr>
                <p:custDataLst>
                  <p:tags r:id="rId77"/>
                </p:custDataLst>
              </p:nvPr>
            </p:nvSpPr>
            <p:spPr bwMode="gray">
              <a:xfrm>
                <a:off x="1503092" y="3150149"/>
                <a:ext cx="253274" cy="61555"/>
              </a:xfrm>
              <a:prstGeom prst="rect">
                <a:avLst/>
              </a:prstGeom>
              <a:noFill/>
              <a:ln w="9525">
                <a:noFill/>
                <a:miter lim="800000"/>
                <a:headEnd/>
                <a:tailEnd/>
              </a:ln>
            </p:spPr>
            <p:txBody>
              <a:bodyPr wrap="none" lIns="0" tIns="0" rIns="0" bIns="0">
                <a:spAutoFit/>
              </a:bodyPr>
              <a:lstStyle/>
              <a:p>
                <a:pPr algn="ctr"/>
                <a:r>
                  <a:rPr lang="en-US" sz="400" dirty="0"/>
                  <a:t>Macedonia</a:t>
                </a:r>
              </a:p>
            </p:txBody>
          </p:sp>
          <p:sp>
            <p:nvSpPr>
              <p:cNvPr id="305" name="Rectangle 444"/>
              <p:cNvSpPr>
                <a:spLocks noChangeArrowheads="1"/>
              </p:cNvSpPr>
              <p:nvPr>
                <p:custDataLst>
                  <p:tags r:id="rId78"/>
                </p:custDataLst>
              </p:nvPr>
            </p:nvSpPr>
            <p:spPr bwMode="gray">
              <a:xfrm>
                <a:off x="501125" y="2984645"/>
                <a:ext cx="304571" cy="61555"/>
              </a:xfrm>
              <a:prstGeom prst="rect">
                <a:avLst/>
              </a:prstGeom>
              <a:noFill/>
              <a:ln w="9525">
                <a:noFill/>
                <a:miter lim="800000"/>
                <a:headEnd/>
                <a:tailEnd/>
              </a:ln>
            </p:spPr>
            <p:txBody>
              <a:bodyPr wrap="none" lIns="0" tIns="0" rIns="0" bIns="0">
                <a:spAutoFit/>
              </a:bodyPr>
              <a:lstStyle/>
              <a:p>
                <a:pPr algn="ctr"/>
                <a:r>
                  <a:rPr lang="en-US" sz="400" dirty="0"/>
                  <a:t>Liechtenstein</a:t>
                </a:r>
              </a:p>
            </p:txBody>
          </p:sp>
          <p:sp>
            <p:nvSpPr>
              <p:cNvPr id="306" name="Rectangle 445"/>
              <p:cNvSpPr>
                <a:spLocks noChangeArrowheads="1"/>
              </p:cNvSpPr>
              <p:nvPr>
                <p:custDataLst>
                  <p:tags r:id="rId79"/>
                </p:custDataLst>
              </p:nvPr>
            </p:nvSpPr>
            <p:spPr bwMode="gray">
              <a:xfrm>
                <a:off x="593412" y="2317457"/>
                <a:ext cx="166712" cy="61555"/>
              </a:xfrm>
              <a:prstGeom prst="rect">
                <a:avLst/>
              </a:prstGeom>
              <a:noFill/>
              <a:ln w="9525">
                <a:noFill/>
                <a:miter lim="800000"/>
                <a:headEnd/>
                <a:tailEnd/>
              </a:ln>
            </p:spPr>
            <p:txBody>
              <a:bodyPr wrap="none" lIns="0" tIns="0" rIns="0" bIns="0">
                <a:spAutoFit/>
              </a:bodyPr>
              <a:lstStyle/>
              <a:p>
                <a:pPr algn="ctr"/>
                <a:r>
                  <a:rPr lang="en-US" sz="400" dirty="0"/>
                  <a:t>Iceland</a:t>
                </a:r>
              </a:p>
            </p:txBody>
          </p:sp>
          <p:sp>
            <p:nvSpPr>
              <p:cNvPr id="307" name="Line 450"/>
              <p:cNvSpPr>
                <a:spLocks noChangeShapeType="1"/>
              </p:cNvSpPr>
              <p:nvPr>
                <p:custDataLst>
                  <p:tags r:id="rId80"/>
                </p:custDataLst>
              </p:nvPr>
            </p:nvSpPr>
            <p:spPr bwMode="gray">
              <a:xfrm flipH="1">
                <a:off x="850989" y="3125919"/>
                <a:ext cx="707341" cy="401"/>
              </a:xfrm>
              <a:prstGeom prst="line">
                <a:avLst/>
              </a:prstGeom>
              <a:solidFill>
                <a:schemeClr val="accent3"/>
              </a:solidFill>
              <a:ln w="9525">
                <a:solidFill>
                  <a:schemeClr val="tx2"/>
                </a:solidFill>
                <a:round/>
                <a:headEnd/>
                <a:tailEnd/>
              </a:ln>
              <a:effectLst/>
            </p:spPr>
            <p:txBody>
              <a:bodyPr lIns="45720" rIns="45720" anchor="ctr"/>
              <a:lstStyle/>
              <a:p>
                <a:pPr algn="ctr"/>
                <a:endParaRPr lang="en-US" sz="400" dirty="0"/>
              </a:p>
            </p:txBody>
          </p:sp>
          <p:sp>
            <p:nvSpPr>
              <p:cNvPr id="308" name="Line 451"/>
              <p:cNvSpPr>
                <a:spLocks noChangeShapeType="1"/>
              </p:cNvSpPr>
              <p:nvPr>
                <p:custDataLst>
                  <p:tags r:id="rId81"/>
                </p:custDataLst>
              </p:nvPr>
            </p:nvSpPr>
            <p:spPr bwMode="gray">
              <a:xfrm flipH="1">
                <a:off x="810802" y="3016586"/>
                <a:ext cx="556434" cy="0"/>
              </a:xfrm>
              <a:prstGeom prst="line">
                <a:avLst/>
              </a:prstGeom>
              <a:solidFill>
                <a:schemeClr val="accent3"/>
              </a:solidFill>
              <a:ln w="9525">
                <a:solidFill>
                  <a:schemeClr val="tx2"/>
                </a:solidFill>
                <a:round/>
                <a:headEnd/>
                <a:tailEnd/>
              </a:ln>
              <a:effectLst/>
            </p:spPr>
            <p:txBody>
              <a:bodyPr lIns="45720" rIns="45720" anchor="ctr"/>
              <a:lstStyle/>
              <a:p>
                <a:pPr algn="ctr"/>
                <a:endParaRPr lang="en-US" sz="400" dirty="0"/>
              </a:p>
            </p:txBody>
          </p:sp>
          <p:sp>
            <p:nvSpPr>
              <p:cNvPr id="309" name="Freeform 452"/>
              <p:cNvSpPr>
                <a:spLocks/>
              </p:cNvSpPr>
              <p:nvPr>
                <p:custDataLst>
                  <p:tags r:id="rId82"/>
                </p:custDataLst>
              </p:nvPr>
            </p:nvSpPr>
            <p:spPr bwMode="gray">
              <a:xfrm>
                <a:off x="1014687" y="3057099"/>
                <a:ext cx="463460" cy="22357"/>
              </a:xfrm>
              <a:custGeom>
                <a:avLst/>
                <a:gdLst>
                  <a:gd name="connsiteX0" fmla="*/ 10000 w 10000"/>
                  <a:gd name="connsiteY0" fmla="*/ 0 h 10000"/>
                  <a:gd name="connsiteX1" fmla="*/ 8453 w 10000"/>
                  <a:gd name="connsiteY1" fmla="*/ 0 h 10000"/>
                  <a:gd name="connsiteX2" fmla="*/ 7078 w 10000"/>
                  <a:gd name="connsiteY2" fmla="*/ 10000 h 10000"/>
                  <a:gd name="connsiteX3" fmla="*/ 0 w 10000"/>
                  <a:gd name="connsiteY3" fmla="*/ 10000 h 10000"/>
                </a:gdLst>
                <a:ahLst/>
                <a:cxnLst>
                  <a:cxn ang="0">
                    <a:pos x="connsiteX0" y="connsiteY0"/>
                  </a:cxn>
                  <a:cxn ang="0">
                    <a:pos x="connsiteX1" y="connsiteY1"/>
                  </a:cxn>
                  <a:cxn ang="0">
                    <a:pos x="connsiteX2" y="connsiteY2"/>
                  </a:cxn>
                  <a:cxn ang="0">
                    <a:pos x="connsiteX3" y="connsiteY3"/>
                  </a:cxn>
                </a:cxnLst>
                <a:rect l="l" t="t" r="r" b="b"/>
                <a:pathLst>
                  <a:path w="10000" h="10000">
                    <a:moveTo>
                      <a:pt x="10000" y="0"/>
                    </a:moveTo>
                    <a:lnTo>
                      <a:pt x="8453" y="0"/>
                    </a:lnTo>
                    <a:lnTo>
                      <a:pt x="7078" y="10000"/>
                    </a:lnTo>
                    <a:lnTo>
                      <a:pt x="0" y="10000"/>
                    </a:lnTo>
                  </a:path>
                </a:pathLst>
              </a:custGeom>
              <a:noFill/>
              <a:ln w="9525" cap="flat" cmpd="sng">
                <a:solidFill>
                  <a:schemeClr val="tx2"/>
                </a:solidFill>
                <a:prstDash val="solid"/>
                <a:round/>
                <a:headEnd/>
                <a:tailEnd/>
              </a:ln>
              <a:effectLst/>
            </p:spPr>
            <p:txBody>
              <a:bodyPr lIns="45720" rIns="45720" anchor="ctr"/>
              <a:lstStyle/>
              <a:p>
                <a:pPr algn="ctr"/>
                <a:endParaRPr lang="en-US" sz="400" dirty="0"/>
              </a:p>
            </p:txBody>
          </p:sp>
          <p:sp>
            <p:nvSpPr>
              <p:cNvPr id="310" name="Rectangle 209"/>
              <p:cNvSpPr>
                <a:spLocks noChangeArrowheads="1"/>
              </p:cNvSpPr>
              <p:nvPr>
                <p:custDataLst>
                  <p:tags r:id="rId83"/>
                </p:custDataLst>
              </p:nvPr>
            </p:nvSpPr>
            <p:spPr bwMode="gray">
              <a:xfrm>
                <a:off x="2035497" y="3371865"/>
                <a:ext cx="117019" cy="61555"/>
              </a:xfrm>
              <a:prstGeom prst="rect">
                <a:avLst/>
              </a:prstGeom>
              <a:noFill/>
              <a:ln w="9525">
                <a:noFill/>
                <a:miter lim="800000"/>
                <a:headEnd/>
                <a:tailEnd/>
              </a:ln>
            </p:spPr>
            <p:txBody>
              <a:bodyPr wrap="none" lIns="0" tIns="0" rIns="0" bIns="0">
                <a:spAutoFit/>
              </a:bodyPr>
              <a:lstStyle/>
              <a:p>
                <a:pPr algn="ctr"/>
                <a:r>
                  <a:rPr lang="en-US" sz="400" dirty="0"/>
                  <a:t>Syria</a:t>
                </a:r>
              </a:p>
            </p:txBody>
          </p:sp>
          <p:sp>
            <p:nvSpPr>
              <p:cNvPr id="311" name="Rectangle 210"/>
              <p:cNvSpPr>
                <a:spLocks noChangeArrowheads="1"/>
              </p:cNvSpPr>
              <p:nvPr>
                <p:custDataLst>
                  <p:tags r:id="rId84"/>
                </p:custDataLst>
              </p:nvPr>
            </p:nvSpPr>
            <p:spPr bwMode="gray">
              <a:xfrm>
                <a:off x="2296614" y="3561904"/>
                <a:ext cx="153888" cy="61555"/>
              </a:xfrm>
              <a:prstGeom prst="rect">
                <a:avLst/>
              </a:prstGeom>
              <a:noFill/>
              <a:ln w="9525">
                <a:noFill/>
                <a:miter lim="800000"/>
                <a:headEnd/>
                <a:tailEnd/>
              </a:ln>
            </p:spPr>
            <p:txBody>
              <a:bodyPr wrap="none" lIns="0" tIns="0" rIns="0" bIns="0">
                <a:spAutoFit/>
              </a:bodyPr>
              <a:lstStyle/>
              <a:p>
                <a:pPr algn="ctr"/>
                <a:r>
                  <a:rPr lang="en-US" sz="400" dirty="0"/>
                  <a:t>Kuwait</a:t>
                </a:r>
              </a:p>
            </p:txBody>
          </p:sp>
          <p:sp>
            <p:nvSpPr>
              <p:cNvPr id="312" name="Rectangle 211"/>
              <p:cNvSpPr>
                <a:spLocks noChangeArrowheads="1"/>
              </p:cNvSpPr>
              <p:nvPr>
                <p:custDataLst>
                  <p:tags r:id="rId85"/>
                </p:custDataLst>
              </p:nvPr>
            </p:nvSpPr>
            <p:spPr bwMode="gray">
              <a:xfrm>
                <a:off x="2407221" y="3683273"/>
                <a:ext cx="129843" cy="61555"/>
              </a:xfrm>
              <a:prstGeom prst="rect">
                <a:avLst/>
              </a:prstGeom>
              <a:noFill/>
              <a:ln w="9525">
                <a:noFill/>
                <a:miter lim="800000"/>
                <a:headEnd/>
                <a:tailEnd/>
              </a:ln>
            </p:spPr>
            <p:txBody>
              <a:bodyPr wrap="none" lIns="0" tIns="0" rIns="0" bIns="0">
                <a:spAutoFit/>
              </a:bodyPr>
              <a:lstStyle/>
              <a:p>
                <a:pPr algn="ctr"/>
                <a:r>
                  <a:rPr lang="en-US" sz="400" dirty="0"/>
                  <a:t>Qatar</a:t>
                </a:r>
              </a:p>
            </p:txBody>
          </p:sp>
          <p:sp>
            <p:nvSpPr>
              <p:cNvPr id="313" name="Rectangle 212"/>
              <p:cNvSpPr>
                <a:spLocks noChangeArrowheads="1"/>
              </p:cNvSpPr>
              <p:nvPr>
                <p:custDataLst>
                  <p:tags r:id="rId86"/>
                </p:custDataLst>
              </p:nvPr>
            </p:nvSpPr>
            <p:spPr bwMode="gray">
              <a:xfrm>
                <a:off x="4617727" y="4045784"/>
                <a:ext cx="141064" cy="61555"/>
              </a:xfrm>
              <a:prstGeom prst="rect">
                <a:avLst/>
              </a:prstGeom>
              <a:noFill/>
              <a:ln w="9525">
                <a:noFill/>
                <a:miter lim="800000"/>
                <a:headEnd/>
                <a:tailEnd/>
              </a:ln>
            </p:spPr>
            <p:txBody>
              <a:bodyPr wrap="none" lIns="0" tIns="0" rIns="0" bIns="0">
                <a:spAutoFit/>
              </a:bodyPr>
              <a:lstStyle/>
              <a:p>
                <a:pPr algn="ctr"/>
                <a:r>
                  <a:rPr lang="en-US" sz="400" dirty="0"/>
                  <a:t>Guam</a:t>
                </a:r>
              </a:p>
            </p:txBody>
          </p:sp>
          <p:sp>
            <p:nvSpPr>
              <p:cNvPr id="314" name="Rectangle 213"/>
              <p:cNvSpPr>
                <a:spLocks noChangeArrowheads="1"/>
              </p:cNvSpPr>
              <p:nvPr>
                <p:custDataLst>
                  <p:tags r:id="rId87"/>
                </p:custDataLst>
              </p:nvPr>
            </p:nvSpPr>
            <p:spPr bwMode="gray">
              <a:xfrm>
                <a:off x="4504577" y="4210271"/>
                <a:ext cx="131446" cy="61555"/>
              </a:xfrm>
              <a:prstGeom prst="rect">
                <a:avLst/>
              </a:prstGeom>
              <a:noFill/>
              <a:ln w="9525">
                <a:noFill/>
                <a:miter lim="800000"/>
                <a:headEnd/>
                <a:tailEnd/>
              </a:ln>
            </p:spPr>
            <p:txBody>
              <a:bodyPr wrap="none" lIns="0" tIns="0" rIns="0" bIns="0">
                <a:spAutoFit/>
              </a:bodyPr>
              <a:lstStyle/>
              <a:p>
                <a:pPr algn="ctr"/>
                <a:r>
                  <a:rPr lang="en-US" sz="400" dirty="0"/>
                  <a:t>Palau</a:t>
                </a:r>
              </a:p>
            </p:txBody>
          </p:sp>
          <p:sp>
            <p:nvSpPr>
              <p:cNvPr id="315" name="Rectangle 214"/>
              <p:cNvSpPr>
                <a:spLocks noChangeArrowheads="1"/>
              </p:cNvSpPr>
              <p:nvPr>
                <p:custDataLst>
                  <p:tags r:id="rId88"/>
                </p:custDataLst>
              </p:nvPr>
            </p:nvSpPr>
            <p:spPr bwMode="gray">
              <a:xfrm>
                <a:off x="4869098" y="4133617"/>
                <a:ext cx="250068" cy="61555"/>
              </a:xfrm>
              <a:prstGeom prst="rect">
                <a:avLst/>
              </a:prstGeom>
              <a:noFill/>
              <a:ln w="9525">
                <a:noFill/>
                <a:miter lim="800000"/>
                <a:headEnd/>
                <a:tailEnd/>
              </a:ln>
            </p:spPr>
            <p:txBody>
              <a:bodyPr wrap="none" lIns="0" tIns="0" rIns="0" bIns="0">
                <a:spAutoFit/>
              </a:bodyPr>
              <a:lstStyle/>
              <a:p>
                <a:pPr algn="ctr"/>
                <a:r>
                  <a:rPr lang="en-US" sz="400" dirty="0"/>
                  <a:t>Micronesia</a:t>
                </a:r>
              </a:p>
            </p:txBody>
          </p:sp>
          <p:sp>
            <p:nvSpPr>
              <p:cNvPr id="316" name="Rectangle 215"/>
              <p:cNvSpPr>
                <a:spLocks noChangeArrowheads="1"/>
              </p:cNvSpPr>
              <p:nvPr>
                <p:custDataLst>
                  <p:tags r:id="rId89"/>
                </p:custDataLst>
              </p:nvPr>
            </p:nvSpPr>
            <p:spPr bwMode="gray">
              <a:xfrm>
                <a:off x="3644635" y="4807536"/>
                <a:ext cx="301365" cy="61555"/>
              </a:xfrm>
              <a:prstGeom prst="rect">
                <a:avLst/>
              </a:prstGeom>
              <a:noFill/>
              <a:ln w="9525">
                <a:noFill/>
                <a:miter lim="800000"/>
                <a:headEnd/>
                <a:tailEnd/>
              </a:ln>
            </p:spPr>
            <p:txBody>
              <a:bodyPr wrap="none" lIns="0" tIns="0" rIns="0" bIns="0">
                <a:spAutoFit/>
              </a:bodyPr>
              <a:lstStyle/>
              <a:p>
                <a:pPr algn="ctr"/>
                <a:r>
                  <a:rPr lang="en-US" sz="400" dirty="0"/>
                  <a:t>Christmas Is.</a:t>
                </a:r>
              </a:p>
            </p:txBody>
          </p:sp>
          <p:sp>
            <p:nvSpPr>
              <p:cNvPr id="317" name="Rectangle 216"/>
              <p:cNvSpPr>
                <a:spLocks noChangeArrowheads="1"/>
              </p:cNvSpPr>
              <p:nvPr>
                <p:custDataLst>
                  <p:tags r:id="rId90"/>
                </p:custDataLst>
              </p:nvPr>
            </p:nvSpPr>
            <p:spPr bwMode="gray">
              <a:xfrm>
                <a:off x="5134624" y="3905251"/>
                <a:ext cx="174727" cy="61555"/>
              </a:xfrm>
              <a:prstGeom prst="rect">
                <a:avLst/>
              </a:prstGeom>
              <a:noFill/>
              <a:ln w="9525">
                <a:noFill/>
                <a:miter lim="800000"/>
                <a:headEnd/>
                <a:tailEnd/>
              </a:ln>
            </p:spPr>
            <p:txBody>
              <a:bodyPr wrap="none" lIns="0" tIns="0" rIns="0" bIns="0">
                <a:spAutoFit/>
              </a:bodyPr>
              <a:lstStyle/>
              <a:p>
                <a:pPr algn="ctr"/>
                <a:r>
                  <a:rPr lang="en-US" sz="400" dirty="0"/>
                  <a:t>Wake I.</a:t>
                </a:r>
              </a:p>
            </p:txBody>
          </p:sp>
          <p:sp>
            <p:nvSpPr>
              <p:cNvPr id="318" name="Rectangle 217"/>
              <p:cNvSpPr>
                <a:spLocks noChangeArrowheads="1"/>
              </p:cNvSpPr>
              <p:nvPr>
                <p:custDataLst>
                  <p:tags r:id="rId91"/>
                </p:custDataLst>
              </p:nvPr>
            </p:nvSpPr>
            <p:spPr bwMode="gray">
              <a:xfrm>
                <a:off x="5293362" y="4167152"/>
                <a:ext cx="264495" cy="61555"/>
              </a:xfrm>
              <a:prstGeom prst="rect">
                <a:avLst/>
              </a:prstGeom>
              <a:noFill/>
              <a:ln w="9525">
                <a:noFill/>
                <a:miter lim="800000"/>
                <a:headEnd/>
                <a:tailEnd/>
              </a:ln>
            </p:spPr>
            <p:txBody>
              <a:bodyPr wrap="none" lIns="0" tIns="0" rIns="0" bIns="0">
                <a:spAutoFit/>
              </a:bodyPr>
              <a:lstStyle/>
              <a:p>
                <a:pPr algn="ctr"/>
                <a:r>
                  <a:rPr lang="en-US" sz="400" dirty="0"/>
                  <a:t>Marshall Is.</a:t>
                </a:r>
              </a:p>
            </p:txBody>
          </p:sp>
          <p:sp>
            <p:nvSpPr>
              <p:cNvPr id="319" name="Rectangle 218"/>
              <p:cNvSpPr>
                <a:spLocks noChangeArrowheads="1"/>
              </p:cNvSpPr>
              <p:nvPr>
                <p:custDataLst>
                  <p:tags r:id="rId92"/>
                </p:custDataLst>
              </p:nvPr>
            </p:nvSpPr>
            <p:spPr bwMode="gray">
              <a:xfrm>
                <a:off x="2858197" y="4315671"/>
                <a:ext cx="203581" cy="61555"/>
              </a:xfrm>
              <a:prstGeom prst="rect">
                <a:avLst/>
              </a:prstGeom>
              <a:noFill/>
              <a:ln w="9525">
                <a:noFill/>
                <a:miter lim="800000"/>
                <a:headEnd/>
                <a:tailEnd/>
              </a:ln>
            </p:spPr>
            <p:txBody>
              <a:bodyPr wrap="none" lIns="0" tIns="0" rIns="0" bIns="0">
                <a:spAutoFit/>
              </a:bodyPr>
              <a:lstStyle/>
              <a:p>
                <a:pPr algn="ctr"/>
                <a:r>
                  <a:rPr lang="en-US" sz="400" dirty="0"/>
                  <a:t>Maldives</a:t>
                </a:r>
              </a:p>
            </p:txBody>
          </p:sp>
          <p:sp>
            <p:nvSpPr>
              <p:cNvPr id="320" name="Rectangle 219"/>
              <p:cNvSpPr>
                <a:spLocks noChangeArrowheads="1"/>
              </p:cNvSpPr>
              <p:nvPr>
                <p:custDataLst>
                  <p:tags r:id="rId93"/>
                </p:custDataLst>
              </p:nvPr>
            </p:nvSpPr>
            <p:spPr bwMode="gray">
              <a:xfrm>
                <a:off x="3718386" y="2321062"/>
                <a:ext cx="157094" cy="61555"/>
              </a:xfrm>
              <a:prstGeom prst="rect">
                <a:avLst/>
              </a:prstGeom>
              <a:noFill/>
              <a:ln w="9525">
                <a:noFill/>
                <a:miter lim="800000"/>
                <a:headEnd/>
                <a:tailEnd/>
              </a:ln>
            </p:spPr>
            <p:txBody>
              <a:bodyPr wrap="none" lIns="0" tIns="0" rIns="0" bIns="0">
                <a:spAutoFit/>
              </a:bodyPr>
              <a:lstStyle/>
              <a:p>
                <a:pPr algn="ctr"/>
                <a:r>
                  <a:rPr lang="en-US" sz="400" dirty="0"/>
                  <a:t>Russia</a:t>
                </a:r>
              </a:p>
            </p:txBody>
          </p:sp>
          <p:sp>
            <p:nvSpPr>
              <p:cNvPr id="321" name="Rectangle 220"/>
              <p:cNvSpPr>
                <a:spLocks noChangeArrowheads="1"/>
              </p:cNvSpPr>
              <p:nvPr>
                <p:custDataLst>
                  <p:tags r:id="rId94"/>
                </p:custDataLst>
              </p:nvPr>
            </p:nvSpPr>
            <p:spPr bwMode="gray">
              <a:xfrm>
                <a:off x="3457218" y="3363880"/>
                <a:ext cx="134652" cy="61555"/>
              </a:xfrm>
              <a:prstGeom prst="rect">
                <a:avLst/>
              </a:prstGeom>
              <a:noFill/>
              <a:ln w="9525">
                <a:noFill/>
                <a:miter lim="800000"/>
                <a:headEnd/>
                <a:tailEnd/>
              </a:ln>
            </p:spPr>
            <p:txBody>
              <a:bodyPr wrap="none" lIns="0" tIns="0" rIns="0" bIns="0">
                <a:spAutoFit/>
              </a:bodyPr>
              <a:lstStyle/>
              <a:p>
                <a:pPr algn="ctr"/>
                <a:r>
                  <a:rPr lang="en-US" sz="400" dirty="0"/>
                  <a:t>China</a:t>
                </a:r>
              </a:p>
            </p:txBody>
          </p:sp>
          <p:sp>
            <p:nvSpPr>
              <p:cNvPr id="322" name="Rectangle 221"/>
              <p:cNvSpPr>
                <a:spLocks noChangeArrowheads="1"/>
              </p:cNvSpPr>
              <p:nvPr>
                <p:custDataLst>
                  <p:tags r:id="rId95"/>
                </p:custDataLst>
              </p:nvPr>
            </p:nvSpPr>
            <p:spPr bwMode="gray">
              <a:xfrm>
                <a:off x="4325212" y="5184423"/>
                <a:ext cx="200375" cy="61555"/>
              </a:xfrm>
              <a:prstGeom prst="rect">
                <a:avLst/>
              </a:prstGeom>
              <a:noFill/>
              <a:ln w="9525">
                <a:noFill/>
                <a:miter lim="800000"/>
                <a:headEnd/>
                <a:tailEnd/>
              </a:ln>
            </p:spPr>
            <p:txBody>
              <a:bodyPr wrap="none" lIns="0" tIns="0" rIns="0" bIns="0">
                <a:spAutoFit/>
              </a:bodyPr>
              <a:lstStyle/>
              <a:p>
                <a:pPr algn="ctr"/>
                <a:r>
                  <a:rPr lang="en-US" sz="400" dirty="0"/>
                  <a:t>Australia</a:t>
                </a:r>
              </a:p>
            </p:txBody>
          </p:sp>
          <p:sp>
            <p:nvSpPr>
              <p:cNvPr id="323" name="Rectangle 222"/>
              <p:cNvSpPr>
                <a:spLocks noChangeArrowheads="1"/>
              </p:cNvSpPr>
              <p:nvPr>
                <p:custDataLst>
                  <p:tags r:id="rId96"/>
                </p:custDataLst>
              </p:nvPr>
            </p:nvSpPr>
            <p:spPr bwMode="gray">
              <a:xfrm>
                <a:off x="3032684" y="3767912"/>
                <a:ext cx="112210" cy="61555"/>
              </a:xfrm>
              <a:prstGeom prst="rect">
                <a:avLst/>
              </a:prstGeom>
              <a:noFill/>
              <a:ln w="9525">
                <a:noFill/>
                <a:miter lim="800000"/>
                <a:headEnd/>
                <a:tailEnd/>
              </a:ln>
            </p:spPr>
            <p:txBody>
              <a:bodyPr wrap="none" lIns="0" tIns="0" rIns="0" bIns="0">
                <a:spAutoFit/>
              </a:bodyPr>
              <a:lstStyle/>
              <a:p>
                <a:pPr algn="ctr"/>
                <a:r>
                  <a:rPr lang="en-US" sz="400" dirty="0"/>
                  <a:t>India</a:t>
                </a:r>
              </a:p>
            </p:txBody>
          </p:sp>
          <p:sp>
            <p:nvSpPr>
              <p:cNvPr id="324" name="Rectangle 223"/>
              <p:cNvSpPr>
                <a:spLocks noChangeArrowheads="1"/>
              </p:cNvSpPr>
              <p:nvPr>
                <p:custDataLst>
                  <p:tags r:id="rId97"/>
                </p:custDataLst>
              </p:nvPr>
            </p:nvSpPr>
            <p:spPr bwMode="gray">
              <a:xfrm>
                <a:off x="2433692" y="3440534"/>
                <a:ext cx="89768" cy="61555"/>
              </a:xfrm>
              <a:prstGeom prst="rect">
                <a:avLst/>
              </a:prstGeom>
              <a:noFill/>
              <a:ln w="9525">
                <a:noFill/>
                <a:miter lim="800000"/>
                <a:headEnd/>
                <a:tailEnd/>
              </a:ln>
            </p:spPr>
            <p:txBody>
              <a:bodyPr wrap="none" lIns="0" tIns="0" rIns="0" bIns="0">
                <a:spAutoFit/>
              </a:bodyPr>
              <a:lstStyle/>
              <a:p>
                <a:pPr algn="ctr"/>
                <a:r>
                  <a:rPr lang="en-US" sz="400" dirty="0"/>
                  <a:t>Iran</a:t>
                </a:r>
              </a:p>
            </p:txBody>
          </p:sp>
          <p:sp>
            <p:nvSpPr>
              <p:cNvPr id="325" name="Rectangle 224"/>
              <p:cNvSpPr>
                <a:spLocks noChangeArrowheads="1"/>
              </p:cNvSpPr>
              <p:nvPr>
                <p:custDataLst>
                  <p:tags r:id="rId98"/>
                </p:custDataLst>
              </p:nvPr>
            </p:nvSpPr>
            <p:spPr bwMode="gray">
              <a:xfrm>
                <a:off x="2615193" y="2952796"/>
                <a:ext cx="269304" cy="61555"/>
              </a:xfrm>
              <a:prstGeom prst="rect">
                <a:avLst/>
              </a:prstGeom>
              <a:noFill/>
              <a:ln w="9525">
                <a:noFill/>
                <a:miter lim="800000"/>
                <a:headEnd/>
                <a:tailEnd/>
              </a:ln>
            </p:spPr>
            <p:txBody>
              <a:bodyPr wrap="none" lIns="0" tIns="0" rIns="0" bIns="0">
                <a:spAutoFit/>
              </a:bodyPr>
              <a:lstStyle/>
              <a:p>
                <a:pPr algn="ctr"/>
                <a:r>
                  <a:rPr lang="en-US" sz="400" dirty="0"/>
                  <a:t>Kazakhstan</a:t>
                </a:r>
              </a:p>
            </p:txBody>
          </p:sp>
          <p:sp>
            <p:nvSpPr>
              <p:cNvPr id="326" name="Rectangle 225"/>
              <p:cNvSpPr>
                <a:spLocks noChangeArrowheads="1"/>
              </p:cNvSpPr>
              <p:nvPr>
                <p:custDataLst>
                  <p:tags r:id="rId99"/>
                </p:custDataLst>
              </p:nvPr>
            </p:nvSpPr>
            <p:spPr bwMode="gray">
              <a:xfrm>
                <a:off x="3558647" y="2991786"/>
                <a:ext cx="209993" cy="61555"/>
              </a:xfrm>
              <a:prstGeom prst="rect">
                <a:avLst/>
              </a:prstGeom>
              <a:noFill/>
              <a:ln w="9525">
                <a:noFill/>
                <a:miter lim="800000"/>
                <a:headEnd/>
                <a:tailEnd/>
              </a:ln>
            </p:spPr>
            <p:txBody>
              <a:bodyPr wrap="none" lIns="0" tIns="0" rIns="0" bIns="0">
                <a:spAutoFit/>
              </a:bodyPr>
              <a:lstStyle/>
              <a:p>
                <a:pPr algn="ctr"/>
                <a:r>
                  <a:rPr lang="en-US" sz="400" dirty="0"/>
                  <a:t>Mongolia</a:t>
                </a:r>
              </a:p>
            </p:txBody>
          </p:sp>
          <p:sp>
            <p:nvSpPr>
              <p:cNvPr id="327" name="Rectangle 226"/>
              <p:cNvSpPr>
                <a:spLocks noChangeArrowheads="1"/>
              </p:cNvSpPr>
              <p:nvPr>
                <p:custDataLst>
                  <p:tags r:id="rId100"/>
                </p:custDataLst>
              </p:nvPr>
            </p:nvSpPr>
            <p:spPr bwMode="gray">
              <a:xfrm>
                <a:off x="2127773" y="3720004"/>
                <a:ext cx="210800" cy="123111"/>
              </a:xfrm>
              <a:prstGeom prst="rect">
                <a:avLst/>
              </a:prstGeom>
              <a:noFill/>
              <a:ln w="9525">
                <a:noFill/>
                <a:miter lim="800000"/>
                <a:headEnd/>
                <a:tailEnd/>
              </a:ln>
            </p:spPr>
            <p:txBody>
              <a:bodyPr lIns="0" tIns="0" rIns="0" bIns="0">
                <a:spAutoFit/>
              </a:bodyPr>
              <a:lstStyle/>
              <a:p>
                <a:pPr algn="ctr"/>
                <a:r>
                  <a:rPr lang="en-US" sz="400" dirty="0"/>
                  <a:t>Saudi Arabia</a:t>
                </a:r>
              </a:p>
            </p:txBody>
          </p:sp>
          <p:sp>
            <p:nvSpPr>
              <p:cNvPr id="328" name="Rectangle 227"/>
              <p:cNvSpPr>
                <a:spLocks noChangeArrowheads="1"/>
              </p:cNvSpPr>
              <p:nvPr>
                <p:custDataLst>
                  <p:tags r:id="rId101"/>
                </p:custDataLst>
              </p:nvPr>
            </p:nvSpPr>
            <p:spPr bwMode="gray">
              <a:xfrm>
                <a:off x="1876826" y="3261675"/>
                <a:ext cx="220604" cy="61555"/>
              </a:xfrm>
              <a:prstGeom prst="rect">
                <a:avLst/>
              </a:prstGeom>
              <a:noFill/>
              <a:ln w="9525">
                <a:noFill/>
                <a:miter lim="800000"/>
                <a:headEnd/>
                <a:tailEnd/>
              </a:ln>
            </p:spPr>
            <p:txBody>
              <a:bodyPr wrap="square" lIns="0" tIns="0" rIns="0" bIns="0">
                <a:spAutoFit/>
              </a:bodyPr>
              <a:lstStyle/>
              <a:p>
                <a:pPr algn="ctr"/>
                <a:r>
                  <a:rPr lang="en-US" sz="400" dirty="0"/>
                  <a:t>Turkey</a:t>
                </a:r>
              </a:p>
            </p:txBody>
          </p:sp>
          <p:sp>
            <p:nvSpPr>
              <p:cNvPr id="329" name="Rectangle 228"/>
              <p:cNvSpPr>
                <a:spLocks noChangeArrowheads="1"/>
              </p:cNvSpPr>
              <p:nvPr>
                <p:custDataLst>
                  <p:tags r:id="rId102"/>
                </p:custDataLst>
              </p:nvPr>
            </p:nvSpPr>
            <p:spPr bwMode="gray">
              <a:xfrm>
                <a:off x="2168485" y="3481617"/>
                <a:ext cx="89768" cy="61555"/>
              </a:xfrm>
              <a:prstGeom prst="rect">
                <a:avLst/>
              </a:prstGeom>
              <a:noFill/>
              <a:ln w="9525">
                <a:noFill/>
                <a:miter lim="800000"/>
                <a:headEnd/>
                <a:tailEnd/>
              </a:ln>
            </p:spPr>
            <p:txBody>
              <a:bodyPr wrap="none" lIns="0" tIns="0" rIns="0" bIns="0">
                <a:spAutoFit/>
              </a:bodyPr>
              <a:lstStyle/>
              <a:p>
                <a:pPr algn="ctr"/>
                <a:r>
                  <a:rPr lang="en-US" sz="400" dirty="0"/>
                  <a:t>Iraq</a:t>
                </a:r>
              </a:p>
            </p:txBody>
          </p:sp>
          <p:sp>
            <p:nvSpPr>
              <p:cNvPr id="330" name="Rectangle 229"/>
              <p:cNvSpPr>
                <a:spLocks noChangeArrowheads="1"/>
              </p:cNvSpPr>
              <p:nvPr>
                <p:custDataLst>
                  <p:tags r:id="rId103"/>
                </p:custDataLst>
              </p:nvPr>
            </p:nvSpPr>
            <p:spPr bwMode="gray">
              <a:xfrm>
                <a:off x="2703043" y="3585857"/>
                <a:ext cx="197169" cy="61555"/>
              </a:xfrm>
              <a:prstGeom prst="rect">
                <a:avLst/>
              </a:prstGeom>
              <a:noFill/>
              <a:ln w="9525">
                <a:noFill/>
                <a:miter lim="800000"/>
                <a:headEnd/>
                <a:tailEnd/>
              </a:ln>
            </p:spPr>
            <p:txBody>
              <a:bodyPr wrap="none" lIns="0" tIns="0" rIns="0" bIns="0">
                <a:spAutoFit/>
              </a:bodyPr>
              <a:lstStyle/>
              <a:p>
                <a:pPr algn="ctr"/>
                <a:r>
                  <a:rPr lang="en-US" sz="400" dirty="0"/>
                  <a:t>Pakistan</a:t>
                </a:r>
              </a:p>
            </p:txBody>
          </p:sp>
          <p:sp>
            <p:nvSpPr>
              <p:cNvPr id="331" name="Rectangle 230"/>
              <p:cNvSpPr>
                <a:spLocks noChangeArrowheads="1"/>
              </p:cNvSpPr>
              <p:nvPr>
                <p:custDataLst>
                  <p:tags r:id="rId104"/>
                </p:custDataLst>
              </p:nvPr>
            </p:nvSpPr>
            <p:spPr bwMode="gray">
              <a:xfrm>
                <a:off x="3400189" y="3790268"/>
                <a:ext cx="216405" cy="61555"/>
              </a:xfrm>
              <a:prstGeom prst="rect">
                <a:avLst/>
              </a:prstGeom>
              <a:noFill/>
              <a:ln w="9525">
                <a:noFill/>
                <a:miter lim="800000"/>
                <a:headEnd/>
                <a:tailEnd/>
              </a:ln>
            </p:spPr>
            <p:txBody>
              <a:bodyPr wrap="none" lIns="0" tIns="0" rIns="0" bIns="0">
                <a:spAutoFit/>
              </a:bodyPr>
              <a:lstStyle/>
              <a:p>
                <a:pPr algn="ctr"/>
                <a:r>
                  <a:rPr lang="en-US" sz="400" dirty="0"/>
                  <a:t>Myanmar</a:t>
                </a:r>
              </a:p>
            </p:txBody>
          </p:sp>
          <p:sp>
            <p:nvSpPr>
              <p:cNvPr id="332" name="Rectangle 231"/>
              <p:cNvSpPr>
                <a:spLocks noChangeArrowheads="1"/>
              </p:cNvSpPr>
              <p:nvPr>
                <p:custDataLst>
                  <p:tags r:id="rId105"/>
                </p:custDataLst>
              </p:nvPr>
            </p:nvSpPr>
            <p:spPr bwMode="gray">
              <a:xfrm>
                <a:off x="2589724" y="3420577"/>
                <a:ext cx="272510" cy="61555"/>
              </a:xfrm>
              <a:prstGeom prst="rect">
                <a:avLst/>
              </a:prstGeom>
              <a:noFill/>
              <a:ln w="9525">
                <a:noFill/>
                <a:miter lim="800000"/>
                <a:headEnd/>
                <a:tailEnd/>
              </a:ln>
            </p:spPr>
            <p:txBody>
              <a:bodyPr wrap="none" lIns="0" tIns="0" rIns="0" bIns="0">
                <a:spAutoFit/>
              </a:bodyPr>
              <a:lstStyle/>
              <a:p>
                <a:pPr algn="ctr"/>
                <a:r>
                  <a:rPr lang="en-US" sz="400" dirty="0"/>
                  <a:t>Afghanistan</a:t>
                </a:r>
              </a:p>
            </p:txBody>
          </p:sp>
          <p:sp>
            <p:nvSpPr>
              <p:cNvPr id="333" name="Rectangle 232"/>
              <p:cNvSpPr>
                <a:spLocks noChangeArrowheads="1"/>
              </p:cNvSpPr>
              <p:nvPr>
                <p:custDataLst>
                  <p:tags r:id="rId106"/>
                </p:custDataLst>
              </p:nvPr>
            </p:nvSpPr>
            <p:spPr bwMode="gray">
              <a:xfrm>
                <a:off x="2487170" y="3141116"/>
                <a:ext cx="254877" cy="61555"/>
              </a:xfrm>
              <a:prstGeom prst="rect">
                <a:avLst/>
              </a:prstGeom>
              <a:noFill/>
              <a:ln w="9525">
                <a:noFill/>
                <a:miter lim="800000"/>
                <a:headEnd/>
                <a:tailEnd/>
              </a:ln>
            </p:spPr>
            <p:txBody>
              <a:bodyPr wrap="none" lIns="0" tIns="0" rIns="0" bIns="0">
                <a:spAutoFit/>
              </a:bodyPr>
              <a:lstStyle/>
              <a:p>
                <a:pPr algn="ctr"/>
                <a:r>
                  <a:rPr lang="en-US" sz="400" dirty="0"/>
                  <a:t>Uzbekistan</a:t>
                </a:r>
              </a:p>
            </p:txBody>
          </p:sp>
          <p:sp>
            <p:nvSpPr>
              <p:cNvPr id="334" name="Rectangle 233"/>
              <p:cNvSpPr>
                <a:spLocks noChangeArrowheads="1"/>
              </p:cNvSpPr>
              <p:nvPr>
                <p:custDataLst>
                  <p:tags r:id="rId107"/>
                </p:custDataLst>
              </p:nvPr>
            </p:nvSpPr>
            <p:spPr bwMode="gray">
              <a:xfrm>
                <a:off x="2434788" y="3270239"/>
                <a:ext cx="314189" cy="61555"/>
              </a:xfrm>
              <a:prstGeom prst="rect">
                <a:avLst/>
              </a:prstGeom>
              <a:noFill/>
              <a:ln w="9525">
                <a:noFill/>
                <a:miter lim="800000"/>
                <a:headEnd/>
                <a:tailEnd/>
              </a:ln>
            </p:spPr>
            <p:txBody>
              <a:bodyPr wrap="none" lIns="0" tIns="0" rIns="0" bIns="0">
                <a:spAutoFit/>
              </a:bodyPr>
              <a:lstStyle/>
              <a:p>
                <a:pPr algn="ctr"/>
                <a:r>
                  <a:rPr lang="en-US" sz="400" dirty="0"/>
                  <a:t>Turkmenistan</a:t>
                </a:r>
              </a:p>
            </p:txBody>
          </p:sp>
          <p:sp>
            <p:nvSpPr>
              <p:cNvPr id="335" name="Rectangle 234"/>
              <p:cNvSpPr>
                <a:spLocks noChangeArrowheads="1"/>
              </p:cNvSpPr>
              <p:nvPr>
                <p:custDataLst>
                  <p:tags r:id="rId108"/>
                </p:custDataLst>
              </p:nvPr>
            </p:nvSpPr>
            <p:spPr bwMode="gray">
              <a:xfrm>
                <a:off x="3533529" y="3973918"/>
                <a:ext cx="198772" cy="61555"/>
              </a:xfrm>
              <a:prstGeom prst="rect">
                <a:avLst/>
              </a:prstGeom>
              <a:noFill/>
              <a:ln w="9525">
                <a:noFill/>
                <a:miter lim="800000"/>
                <a:headEnd/>
                <a:tailEnd/>
              </a:ln>
            </p:spPr>
            <p:txBody>
              <a:bodyPr wrap="none" lIns="0" tIns="0" rIns="0" bIns="0">
                <a:spAutoFit/>
              </a:bodyPr>
              <a:lstStyle/>
              <a:p>
                <a:pPr algn="ctr"/>
                <a:r>
                  <a:rPr lang="en-US" sz="400" dirty="0"/>
                  <a:t>Thailand</a:t>
                </a:r>
              </a:p>
            </p:txBody>
          </p:sp>
          <p:sp>
            <p:nvSpPr>
              <p:cNvPr id="336" name="Rectangle 235"/>
              <p:cNvSpPr>
                <a:spLocks noChangeArrowheads="1"/>
              </p:cNvSpPr>
              <p:nvPr>
                <p:custDataLst>
                  <p:tags r:id="rId109"/>
                </p:custDataLst>
              </p:nvPr>
            </p:nvSpPr>
            <p:spPr bwMode="gray">
              <a:xfrm>
                <a:off x="2189475" y="3990215"/>
                <a:ext cx="163506" cy="61555"/>
              </a:xfrm>
              <a:prstGeom prst="rect">
                <a:avLst/>
              </a:prstGeom>
              <a:noFill/>
              <a:ln w="9525">
                <a:noFill/>
                <a:miter lim="800000"/>
                <a:headEnd/>
                <a:tailEnd/>
              </a:ln>
            </p:spPr>
            <p:txBody>
              <a:bodyPr wrap="none" lIns="0" tIns="0" rIns="0" bIns="0">
                <a:spAutoFit/>
              </a:bodyPr>
              <a:lstStyle/>
              <a:p>
                <a:pPr algn="ctr"/>
                <a:r>
                  <a:rPr lang="en-US" sz="400" dirty="0"/>
                  <a:t>Yemen</a:t>
                </a:r>
              </a:p>
            </p:txBody>
          </p:sp>
          <p:sp>
            <p:nvSpPr>
              <p:cNvPr id="337" name="Rectangle 236"/>
              <p:cNvSpPr>
                <a:spLocks noChangeArrowheads="1"/>
              </p:cNvSpPr>
              <p:nvPr>
                <p:custDataLst>
                  <p:tags r:id="rId110"/>
                </p:custDataLst>
              </p:nvPr>
            </p:nvSpPr>
            <p:spPr bwMode="gray">
              <a:xfrm>
                <a:off x="4568094" y="3319163"/>
                <a:ext cx="141064" cy="61555"/>
              </a:xfrm>
              <a:prstGeom prst="rect">
                <a:avLst/>
              </a:prstGeom>
              <a:noFill/>
              <a:ln w="9525">
                <a:noFill/>
                <a:miter lim="800000"/>
                <a:headEnd/>
                <a:tailEnd/>
              </a:ln>
            </p:spPr>
            <p:txBody>
              <a:bodyPr wrap="none" lIns="0" tIns="0" rIns="0" bIns="0">
                <a:spAutoFit/>
              </a:bodyPr>
              <a:lstStyle/>
              <a:p>
                <a:pPr algn="ctr"/>
                <a:r>
                  <a:rPr lang="en-US" sz="400" dirty="0"/>
                  <a:t>Japan</a:t>
                </a:r>
              </a:p>
            </p:txBody>
          </p:sp>
          <p:sp>
            <p:nvSpPr>
              <p:cNvPr id="338" name="Rectangle 237"/>
              <p:cNvSpPr>
                <a:spLocks noChangeArrowheads="1"/>
              </p:cNvSpPr>
              <p:nvPr>
                <p:custDataLst>
                  <p:tags r:id="rId111"/>
                </p:custDataLst>
              </p:nvPr>
            </p:nvSpPr>
            <p:spPr bwMode="gray">
              <a:xfrm>
                <a:off x="2455433" y="3862130"/>
                <a:ext cx="141064" cy="61555"/>
              </a:xfrm>
              <a:prstGeom prst="rect">
                <a:avLst/>
              </a:prstGeom>
              <a:noFill/>
              <a:ln w="9525">
                <a:noFill/>
                <a:miter lim="800000"/>
                <a:headEnd/>
                <a:tailEnd/>
              </a:ln>
            </p:spPr>
            <p:txBody>
              <a:bodyPr wrap="none" lIns="0" tIns="0" rIns="0" bIns="0">
                <a:spAutoFit/>
              </a:bodyPr>
              <a:lstStyle/>
              <a:p>
                <a:pPr algn="ctr"/>
                <a:r>
                  <a:rPr lang="en-US" sz="400" dirty="0"/>
                  <a:t>Oman</a:t>
                </a:r>
              </a:p>
            </p:txBody>
          </p:sp>
          <p:sp>
            <p:nvSpPr>
              <p:cNvPr id="339" name="Rectangle 238"/>
              <p:cNvSpPr>
                <a:spLocks noChangeArrowheads="1"/>
              </p:cNvSpPr>
              <p:nvPr>
                <p:custDataLst>
                  <p:tags r:id="rId112"/>
                </p:custDataLst>
              </p:nvPr>
            </p:nvSpPr>
            <p:spPr bwMode="gray">
              <a:xfrm>
                <a:off x="3575138" y="3854148"/>
                <a:ext cx="112210" cy="61555"/>
              </a:xfrm>
              <a:prstGeom prst="rect">
                <a:avLst/>
              </a:prstGeom>
              <a:noFill/>
              <a:ln w="9525">
                <a:noFill/>
                <a:miter lim="800000"/>
                <a:headEnd/>
                <a:tailEnd/>
              </a:ln>
            </p:spPr>
            <p:txBody>
              <a:bodyPr wrap="none" lIns="0" tIns="0" rIns="0" bIns="0">
                <a:spAutoFit/>
              </a:bodyPr>
              <a:lstStyle/>
              <a:p>
                <a:pPr algn="ctr"/>
                <a:r>
                  <a:rPr lang="en-US" sz="400" dirty="0"/>
                  <a:t>Laos</a:t>
                </a:r>
              </a:p>
            </p:txBody>
          </p:sp>
          <p:sp>
            <p:nvSpPr>
              <p:cNvPr id="340" name="Rectangle 239"/>
              <p:cNvSpPr>
                <a:spLocks noChangeArrowheads="1"/>
              </p:cNvSpPr>
              <p:nvPr>
                <p:custDataLst>
                  <p:tags r:id="rId113"/>
                </p:custDataLst>
              </p:nvPr>
            </p:nvSpPr>
            <p:spPr bwMode="gray">
              <a:xfrm>
                <a:off x="3764115" y="4055365"/>
                <a:ext cx="189154" cy="61555"/>
              </a:xfrm>
              <a:prstGeom prst="rect">
                <a:avLst/>
              </a:prstGeom>
              <a:noFill/>
              <a:ln w="9525">
                <a:noFill/>
                <a:miter lim="800000"/>
                <a:headEnd/>
                <a:tailEnd/>
              </a:ln>
            </p:spPr>
            <p:txBody>
              <a:bodyPr wrap="none" lIns="0" tIns="0" rIns="0" bIns="0">
                <a:spAutoFit/>
              </a:bodyPr>
              <a:lstStyle/>
              <a:p>
                <a:pPr algn="ctr"/>
                <a:r>
                  <a:rPr lang="en-US" sz="400" dirty="0"/>
                  <a:t>Vietnam</a:t>
                </a:r>
              </a:p>
            </p:txBody>
          </p:sp>
          <p:sp>
            <p:nvSpPr>
              <p:cNvPr id="341" name="Rectangle 240"/>
              <p:cNvSpPr>
                <a:spLocks noChangeArrowheads="1"/>
              </p:cNvSpPr>
              <p:nvPr>
                <p:custDataLst>
                  <p:tags r:id="rId114"/>
                </p:custDataLst>
              </p:nvPr>
            </p:nvSpPr>
            <p:spPr bwMode="gray">
              <a:xfrm>
                <a:off x="3103762" y="3609303"/>
                <a:ext cx="134652" cy="61555"/>
              </a:xfrm>
              <a:prstGeom prst="rect">
                <a:avLst/>
              </a:prstGeom>
              <a:noFill/>
              <a:ln w="9525">
                <a:noFill/>
                <a:miter lim="800000"/>
                <a:headEnd/>
                <a:tailEnd/>
              </a:ln>
            </p:spPr>
            <p:txBody>
              <a:bodyPr wrap="none" lIns="0" tIns="0" rIns="0" bIns="0">
                <a:spAutoFit/>
              </a:bodyPr>
              <a:lstStyle/>
              <a:p>
                <a:pPr algn="ctr"/>
                <a:r>
                  <a:rPr lang="en-US" sz="400" dirty="0"/>
                  <a:t>Nepal</a:t>
                </a:r>
              </a:p>
            </p:txBody>
          </p:sp>
          <p:sp>
            <p:nvSpPr>
              <p:cNvPr id="342" name="Rectangle 241"/>
              <p:cNvSpPr>
                <a:spLocks noChangeArrowheads="1"/>
              </p:cNvSpPr>
              <p:nvPr>
                <p:custDataLst>
                  <p:tags r:id="rId115"/>
                </p:custDataLst>
              </p:nvPr>
            </p:nvSpPr>
            <p:spPr bwMode="gray">
              <a:xfrm>
                <a:off x="2843978" y="3173013"/>
                <a:ext cx="254877" cy="61555"/>
              </a:xfrm>
              <a:prstGeom prst="rect">
                <a:avLst/>
              </a:prstGeom>
              <a:noFill/>
              <a:ln w="9525">
                <a:noFill/>
                <a:miter lim="800000"/>
                <a:headEnd/>
                <a:tailEnd/>
              </a:ln>
            </p:spPr>
            <p:txBody>
              <a:bodyPr wrap="none" lIns="0" tIns="0" rIns="0" bIns="0">
                <a:spAutoFit/>
              </a:bodyPr>
              <a:lstStyle/>
              <a:p>
                <a:pPr algn="ctr"/>
                <a:r>
                  <a:rPr lang="en-US" sz="400" dirty="0"/>
                  <a:t>Kyrgyzstan</a:t>
                </a:r>
              </a:p>
            </p:txBody>
          </p:sp>
          <p:sp>
            <p:nvSpPr>
              <p:cNvPr id="343" name="Rectangle 242"/>
              <p:cNvSpPr>
                <a:spLocks noChangeArrowheads="1"/>
              </p:cNvSpPr>
              <p:nvPr>
                <p:custDataLst>
                  <p:tags r:id="rId116"/>
                </p:custDataLst>
              </p:nvPr>
            </p:nvSpPr>
            <p:spPr bwMode="gray">
              <a:xfrm>
                <a:off x="2256733" y="3219031"/>
                <a:ext cx="243656" cy="61555"/>
              </a:xfrm>
              <a:prstGeom prst="rect">
                <a:avLst/>
              </a:prstGeom>
              <a:noFill/>
              <a:ln w="9525">
                <a:noFill/>
                <a:miter lim="800000"/>
                <a:headEnd/>
                <a:tailEnd/>
              </a:ln>
            </p:spPr>
            <p:txBody>
              <a:bodyPr wrap="none" lIns="0" tIns="0" rIns="0" bIns="0">
                <a:spAutoFit/>
              </a:bodyPr>
              <a:lstStyle/>
              <a:p>
                <a:pPr algn="ctr"/>
                <a:r>
                  <a:rPr lang="en-US" sz="400" dirty="0"/>
                  <a:t>Azerbaijan</a:t>
                </a:r>
              </a:p>
            </p:txBody>
          </p:sp>
          <p:sp>
            <p:nvSpPr>
              <p:cNvPr id="344" name="Rectangle 243"/>
              <p:cNvSpPr>
                <a:spLocks noChangeArrowheads="1"/>
              </p:cNvSpPr>
              <p:nvPr>
                <p:custDataLst>
                  <p:tags r:id="rId117"/>
                </p:custDataLst>
              </p:nvPr>
            </p:nvSpPr>
            <p:spPr bwMode="gray">
              <a:xfrm>
                <a:off x="2808183" y="3271397"/>
                <a:ext cx="218008" cy="61555"/>
              </a:xfrm>
              <a:prstGeom prst="rect">
                <a:avLst/>
              </a:prstGeom>
              <a:noFill/>
              <a:ln w="9525">
                <a:noFill/>
                <a:miter lim="800000"/>
                <a:headEnd/>
                <a:tailEnd/>
              </a:ln>
            </p:spPr>
            <p:txBody>
              <a:bodyPr wrap="none" lIns="0" tIns="0" rIns="0" bIns="0">
                <a:spAutoFit/>
              </a:bodyPr>
              <a:lstStyle/>
              <a:p>
                <a:pPr algn="ctr"/>
                <a:r>
                  <a:rPr lang="en-US" sz="400" dirty="0"/>
                  <a:t>Tajikistan</a:t>
                </a:r>
              </a:p>
            </p:txBody>
          </p:sp>
          <p:sp>
            <p:nvSpPr>
              <p:cNvPr id="345" name="Rectangle 244"/>
              <p:cNvSpPr>
                <a:spLocks noChangeArrowheads="1"/>
              </p:cNvSpPr>
              <p:nvPr>
                <p:custDataLst>
                  <p:tags r:id="rId118"/>
                </p:custDataLst>
              </p:nvPr>
            </p:nvSpPr>
            <p:spPr bwMode="gray">
              <a:xfrm>
                <a:off x="5053763" y="5676229"/>
                <a:ext cx="304571" cy="61555"/>
              </a:xfrm>
              <a:prstGeom prst="rect">
                <a:avLst/>
              </a:prstGeom>
              <a:noFill/>
              <a:ln w="9525">
                <a:noFill/>
                <a:miter lim="800000"/>
                <a:headEnd/>
                <a:tailEnd/>
              </a:ln>
            </p:spPr>
            <p:txBody>
              <a:bodyPr wrap="none" lIns="0" tIns="0" rIns="0" bIns="0">
                <a:spAutoFit/>
              </a:bodyPr>
              <a:lstStyle/>
              <a:p>
                <a:pPr algn="ctr"/>
                <a:r>
                  <a:rPr lang="en-US" sz="400" dirty="0"/>
                  <a:t>New Zealand</a:t>
                </a:r>
              </a:p>
            </p:txBody>
          </p:sp>
          <p:sp>
            <p:nvSpPr>
              <p:cNvPr id="346" name="Rectangle 245"/>
              <p:cNvSpPr>
                <a:spLocks noChangeArrowheads="1"/>
              </p:cNvSpPr>
              <p:nvPr>
                <p:custDataLst>
                  <p:tags r:id="rId119"/>
                </p:custDataLst>
              </p:nvPr>
            </p:nvSpPr>
            <p:spPr bwMode="gray">
              <a:xfrm>
                <a:off x="4556817" y="4632502"/>
                <a:ext cx="461524" cy="61555"/>
              </a:xfrm>
              <a:prstGeom prst="rect">
                <a:avLst/>
              </a:prstGeom>
              <a:noFill/>
              <a:ln w="9525">
                <a:noFill/>
                <a:miter lim="800000"/>
                <a:headEnd/>
                <a:tailEnd/>
              </a:ln>
            </p:spPr>
            <p:txBody>
              <a:bodyPr lIns="0" tIns="0" rIns="0" bIns="0">
                <a:spAutoFit/>
              </a:bodyPr>
              <a:lstStyle/>
              <a:p>
                <a:pPr algn="ctr"/>
                <a:r>
                  <a:rPr lang="en-US" sz="400" dirty="0"/>
                  <a:t>Papua New Guinea</a:t>
                </a:r>
              </a:p>
            </p:txBody>
          </p:sp>
          <p:sp>
            <p:nvSpPr>
              <p:cNvPr id="347" name="Rectangle 246"/>
              <p:cNvSpPr>
                <a:spLocks noChangeArrowheads="1"/>
              </p:cNvSpPr>
              <p:nvPr>
                <p:custDataLst>
                  <p:tags r:id="rId120"/>
                </p:custDataLst>
              </p:nvPr>
            </p:nvSpPr>
            <p:spPr bwMode="gray">
              <a:xfrm>
                <a:off x="2006625" y="3515592"/>
                <a:ext cx="158697" cy="61555"/>
              </a:xfrm>
              <a:prstGeom prst="rect">
                <a:avLst/>
              </a:prstGeom>
              <a:noFill/>
              <a:ln w="9525">
                <a:noFill/>
                <a:miter lim="800000"/>
                <a:headEnd/>
                <a:tailEnd/>
              </a:ln>
            </p:spPr>
            <p:txBody>
              <a:bodyPr wrap="none" lIns="0" tIns="0" rIns="0" bIns="0">
                <a:spAutoFit/>
              </a:bodyPr>
              <a:lstStyle/>
              <a:p>
                <a:pPr algn="ctr"/>
                <a:r>
                  <a:rPr lang="en-US" sz="400" dirty="0"/>
                  <a:t>Jordan</a:t>
                </a:r>
              </a:p>
            </p:txBody>
          </p:sp>
          <p:sp>
            <p:nvSpPr>
              <p:cNvPr id="348" name="Rectangle 247"/>
              <p:cNvSpPr>
                <a:spLocks noChangeArrowheads="1"/>
              </p:cNvSpPr>
              <p:nvPr>
                <p:custDataLst>
                  <p:tags r:id="rId121"/>
                </p:custDataLst>
              </p:nvPr>
            </p:nvSpPr>
            <p:spPr bwMode="gray">
              <a:xfrm>
                <a:off x="4116823" y="3215361"/>
                <a:ext cx="278923" cy="61555"/>
              </a:xfrm>
              <a:prstGeom prst="rect">
                <a:avLst/>
              </a:prstGeom>
              <a:noFill/>
              <a:ln w="9525">
                <a:noFill/>
                <a:miter lim="800000"/>
                <a:headEnd/>
                <a:tailEnd/>
              </a:ln>
            </p:spPr>
            <p:txBody>
              <a:bodyPr wrap="none" lIns="0" tIns="0" rIns="0" bIns="0">
                <a:spAutoFit/>
              </a:bodyPr>
              <a:lstStyle/>
              <a:p>
                <a:pPr algn="ctr"/>
                <a:r>
                  <a:rPr lang="en-US" sz="400" dirty="0"/>
                  <a:t>North Korea</a:t>
                </a:r>
              </a:p>
            </p:txBody>
          </p:sp>
          <p:sp>
            <p:nvSpPr>
              <p:cNvPr id="349" name="Rectangle 248"/>
              <p:cNvSpPr>
                <a:spLocks noChangeArrowheads="1"/>
              </p:cNvSpPr>
              <p:nvPr>
                <p:custDataLst>
                  <p:tags r:id="rId122"/>
                </p:custDataLst>
              </p:nvPr>
            </p:nvSpPr>
            <p:spPr bwMode="gray">
              <a:xfrm>
                <a:off x="4164691" y="4563803"/>
                <a:ext cx="224420" cy="61555"/>
              </a:xfrm>
              <a:prstGeom prst="rect">
                <a:avLst/>
              </a:prstGeom>
              <a:noFill/>
              <a:ln w="9525">
                <a:noFill/>
                <a:miter lim="800000"/>
                <a:headEnd/>
                <a:tailEnd/>
              </a:ln>
            </p:spPr>
            <p:txBody>
              <a:bodyPr wrap="none" lIns="0" tIns="0" rIns="0" bIns="0">
                <a:spAutoFit/>
              </a:bodyPr>
              <a:lstStyle/>
              <a:p>
                <a:pPr algn="ctr"/>
                <a:r>
                  <a:rPr lang="en-US" sz="400" dirty="0"/>
                  <a:t>Indonesia</a:t>
                </a:r>
              </a:p>
            </p:txBody>
          </p:sp>
          <p:sp>
            <p:nvSpPr>
              <p:cNvPr id="350" name="Rectangle 249"/>
              <p:cNvSpPr>
                <a:spLocks noChangeArrowheads="1"/>
              </p:cNvSpPr>
              <p:nvPr>
                <p:custDataLst>
                  <p:tags r:id="rId123"/>
                </p:custDataLst>
              </p:nvPr>
            </p:nvSpPr>
            <p:spPr bwMode="gray">
              <a:xfrm>
                <a:off x="3633460" y="4307687"/>
                <a:ext cx="203581" cy="61555"/>
              </a:xfrm>
              <a:prstGeom prst="rect">
                <a:avLst/>
              </a:prstGeom>
              <a:noFill/>
              <a:ln w="9525">
                <a:noFill/>
                <a:miter lim="800000"/>
                <a:headEnd/>
                <a:tailEnd/>
              </a:ln>
            </p:spPr>
            <p:txBody>
              <a:bodyPr wrap="none" lIns="0" tIns="0" rIns="0" bIns="0">
                <a:spAutoFit/>
              </a:bodyPr>
              <a:lstStyle/>
              <a:p>
                <a:pPr algn="ctr"/>
                <a:r>
                  <a:rPr lang="en-US" sz="400" dirty="0"/>
                  <a:t>Malaysia</a:t>
                </a:r>
              </a:p>
            </p:txBody>
          </p:sp>
          <p:sp>
            <p:nvSpPr>
              <p:cNvPr id="351" name="Rectangle 250"/>
              <p:cNvSpPr>
                <a:spLocks noChangeArrowheads="1"/>
              </p:cNvSpPr>
              <p:nvPr>
                <p:custDataLst>
                  <p:tags r:id="rId124"/>
                </p:custDataLst>
              </p:nvPr>
            </p:nvSpPr>
            <p:spPr bwMode="gray">
              <a:xfrm>
                <a:off x="3181230" y="3716809"/>
                <a:ext cx="272510" cy="61555"/>
              </a:xfrm>
              <a:prstGeom prst="rect">
                <a:avLst/>
              </a:prstGeom>
              <a:noFill/>
              <a:ln w="9525">
                <a:noFill/>
                <a:miter lim="800000"/>
                <a:headEnd/>
                <a:tailEnd/>
              </a:ln>
            </p:spPr>
            <p:txBody>
              <a:bodyPr wrap="none" lIns="0" tIns="0" rIns="0" bIns="0">
                <a:spAutoFit/>
              </a:bodyPr>
              <a:lstStyle/>
              <a:p>
                <a:pPr algn="ctr"/>
                <a:r>
                  <a:rPr lang="en-US" sz="400" dirty="0"/>
                  <a:t>Bangladesh</a:t>
                </a:r>
              </a:p>
            </p:txBody>
          </p:sp>
          <p:sp>
            <p:nvSpPr>
              <p:cNvPr id="352" name="Rectangle 251"/>
              <p:cNvSpPr>
                <a:spLocks noChangeArrowheads="1"/>
              </p:cNvSpPr>
              <p:nvPr>
                <p:custDataLst>
                  <p:tags r:id="rId125"/>
                </p:custDataLst>
              </p:nvPr>
            </p:nvSpPr>
            <p:spPr bwMode="gray">
              <a:xfrm>
                <a:off x="4101894" y="3331940"/>
                <a:ext cx="286938" cy="61555"/>
              </a:xfrm>
              <a:prstGeom prst="rect">
                <a:avLst/>
              </a:prstGeom>
              <a:noFill/>
              <a:ln w="9525">
                <a:noFill/>
                <a:miter lim="800000"/>
                <a:headEnd/>
                <a:tailEnd/>
              </a:ln>
            </p:spPr>
            <p:txBody>
              <a:bodyPr wrap="none" lIns="0" tIns="0" rIns="0" bIns="0">
                <a:spAutoFit/>
              </a:bodyPr>
              <a:lstStyle/>
              <a:p>
                <a:pPr algn="ctr"/>
                <a:r>
                  <a:rPr lang="en-US" sz="400" dirty="0"/>
                  <a:t>South Korea</a:t>
                </a:r>
              </a:p>
            </p:txBody>
          </p:sp>
          <p:sp>
            <p:nvSpPr>
              <p:cNvPr id="353" name="Rectangle 252"/>
              <p:cNvSpPr>
                <a:spLocks noChangeArrowheads="1"/>
              </p:cNvSpPr>
              <p:nvPr>
                <p:custDataLst>
                  <p:tags r:id="rId126"/>
                </p:custDataLst>
              </p:nvPr>
            </p:nvSpPr>
            <p:spPr bwMode="gray">
              <a:xfrm>
                <a:off x="3306978" y="3632953"/>
                <a:ext cx="163506" cy="61555"/>
              </a:xfrm>
              <a:prstGeom prst="rect">
                <a:avLst/>
              </a:prstGeom>
              <a:noFill/>
              <a:ln w="9525">
                <a:noFill/>
                <a:miter lim="800000"/>
                <a:headEnd/>
                <a:tailEnd/>
              </a:ln>
            </p:spPr>
            <p:txBody>
              <a:bodyPr wrap="none" lIns="0" tIns="0" rIns="0" bIns="0">
                <a:spAutoFit/>
              </a:bodyPr>
              <a:lstStyle/>
              <a:p>
                <a:pPr algn="ctr"/>
                <a:r>
                  <a:rPr lang="en-US" sz="400" dirty="0"/>
                  <a:t>Bhutan</a:t>
                </a:r>
              </a:p>
            </p:txBody>
          </p:sp>
          <p:sp>
            <p:nvSpPr>
              <p:cNvPr id="354" name="Rectangle 253"/>
              <p:cNvSpPr>
                <a:spLocks noChangeArrowheads="1"/>
              </p:cNvSpPr>
              <p:nvPr>
                <p:custDataLst>
                  <p:tags r:id="rId127"/>
                </p:custDataLst>
              </p:nvPr>
            </p:nvSpPr>
            <p:spPr bwMode="gray">
              <a:xfrm>
                <a:off x="3038602" y="4226241"/>
                <a:ext cx="218008" cy="61555"/>
              </a:xfrm>
              <a:prstGeom prst="rect">
                <a:avLst/>
              </a:prstGeom>
              <a:noFill/>
              <a:ln w="9525">
                <a:noFill/>
                <a:miter lim="800000"/>
                <a:headEnd/>
                <a:tailEnd/>
              </a:ln>
            </p:spPr>
            <p:txBody>
              <a:bodyPr wrap="none" lIns="0" tIns="0" rIns="0" bIns="0">
                <a:spAutoFit/>
              </a:bodyPr>
              <a:lstStyle/>
              <a:p>
                <a:pPr algn="ctr"/>
                <a:r>
                  <a:rPr lang="en-US" sz="400" dirty="0"/>
                  <a:t>Sri Lanka</a:t>
                </a:r>
              </a:p>
            </p:txBody>
          </p:sp>
          <p:sp>
            <p:nvSpPr>
              <p:cNvPr id="355" name="Rectangle 254"/>
              <p:cNvSpPr>
                <a:spLocks noChangeArrowheads="1"/>
              </p:cNvSpPr>
              <p:nvPr>
                <p:custDataLst>
                  <p:tags r:id="rId128"/>
                </p:custDataLst>
              </p:nvPr>
            </p:nvSpPr>
            <p:spPr bwMode="gray">
              <a:xfrm>
                <a:off x="4118991" y="3779092"/>
                <a:ext cx="166712" cy="61555"/>
              </a:xfrm>
              <a:prstGeom prst="rect">
                <a:avLst/>
              </a:prstGeom>
              <a:noFill/>
              <a:ln w="9525">
                <a:noFill/>
                <a:miter lim="800000"/>
                <a:headEnd/>
                <a:tailEnd/>
              </a:ln>
            </p:spPr>
            <p:txBody>
              <a:bodyPr wrap="none" lIns="0" tIns="0" rIns="0" bIns="0">
                <a:spAutoFit/>
              </a:bodyPr>
              <a:lstStyle/>
              <a:p>
                <a:pPr algn="ctr"/>
                <a:r>
                  <a:rPr lang="en-US" sz="400" dirty="0"/>
                  <a:t>Taiwan</a:t>
                </a:r>
              </a:p>
            </p:txBody>
          </p:sp>
          <p:sp>
            <p:nvSpPr>
              <p:cNvPr id="356" name="Rectangle 255"/>
              <p:cNvSpPr>
                <a:spLocks noChangeArrowheads="1"/>
              </p:cNvSpPr>
              <p:nvPr>
                <p:custDataLst>
                  <p:tags r:id="rId129"/>
                </p:custDataLst>
              </p:nvPr>
            </p:nvSpPr>
            <p:spPr bwMode="gray">
              <a:xfrm>
                <a:off x="5037662" y="5083811"/>
                <a:ext cx="349455" cy="61555"/>
              </a:xfrm>
              <a:prstGeom prst="rect">
                <a:avLst/>
              </a:prstGeom>
              <a:noFill/>
              <a:ln w="9525">
                <a:noFill/>
                <a:miter lim="800000"/>
                <a:headEnd/>
                <a:tailEnd/>
              </a:ln>
            </p:spPr>
            <p:txBody>
              <a:bodyPr wrap="none" lIns="0" tIns="0" rIns="0" bIns="0">
                <a:spAutoFit/>
              </a:bodyPr>
              <a:lstStyle/>
              <a:p>
                <a:pPr algn="ctr"/>
                <a:r>
                  <a:rPr lang="en-US" sz="400" dirty="0"/>
                  <a:t>New Caledonia</a:t>
                </a:r>
              </a:p>
            </p:txBody>
          </p:sp>
          <p:sp>
            <p:nvSpPr>
              <p:cNvPr id="357" name="Rectangle 256"/>
              <p:cNvSpPr>
                <a:spLocks noChangeArrowheads="1"/>
              </p:cNvSpPr>
              <p:nvPr>
                <p:custDataLst>
                  <p:tags r:id="rId130"/>
                </p:custDataLst>
              </p:nvPr>
            </p:nvSpPr>
            <p:spPr bwMode="gray">
              <a:xfrm>
                <a:off x="4195244" y="4039396"/>
                <a:ext cx="248465" cy="61555"/>
              </a:xfrm>
              <a:prstGeom prst="rect">
                <a:avLst/>
              </a:prstGeom>
              <a:noFill/>
              <a:ln w="9525">
                <a:noFill/>
                <a:miter lim="800000"/>
                <a:headEnd/>
                <a:tailEnd/>
              </a:ln>
            </p:spPr>
            <p:txBody>
              <a:bodyPr wrap="none" lIns="0" tIns="0" rIns="0" bIns="0">
                <a:spAutoFit/>
              </a:bodyPr>
              <a:lstStyle/>
              <a:p>
                <a:pPr algn="ctr"/>
                <a:r>
                  <a:rPr lang="en-US" sz="400" dirty="0"/>
                  <a:t>Philippines</a:t>
                </a:r>
              </a:p>
            </p:txBody>
          </p:sp>
          <p:sp>
            <p:nvSpPr>
              <p:cNvPr id="358" name="Rectangle 257"/>
              <p:cNvSpPr>
                <a:spLocks noChangeArrowheads="1"/>
              </p:cNvSpPr>
              <p:nvPr>
                <p:custDataLst>
                  <p:tags r:id="rId131"/>
                </p:custDataLst>
              </p:nvPr>
            </p:nvSpPr>
            <p:spPr bwMode="gray">
              <a:xfrm>
                <a:off x="5097245" y="4684570"/>
                <a:ext cx="272510" cy="61555"/>
              </a:xfrm>
              <a:prstGeom prst="rect">
                <a:avLst/>
              </a:prstGeom>
              <a:noFill/>
              <a:ln w="9525">
                <a:noFill/>
                <a:miter lim="800000"/>
                <a:headEnd/>
                <a:tailEnd/>
              </a:ln>
            </p:spPr>
            <p:txBody>
              <a:bodyPr wrap="none" lIns="0" tIns="0" rIns="0" bIns="0">
                <a:spAutoFit/>
              </a:bodyPr>
              <a:lstStyle/>
              <a:p>
                <a:pPr algn="ctr"/>
                <a:r>
                  <a:rPr lang="en-US" sz="400" dirty="0"/>
                  <a:t>Solomon Is.</a:t>
                </a:r>
              </a:p>
            </p:txBody>
          </p:sp>
          <p:sp>
            <p:nvSpPr>
              <p:cNvPr id="359" name="Rectangle 258"/>
              <p:cNvSpPr>
                <a:spLocks noChangeArrowheads="1"/>
              </p:cNvSpPr>
              <p:nvPr>
                <p:custDataLst>
                  <p:tags r:id="rId132"/>
                </p:custDataLst>
              </p:nvPr>
            </p:nvSpPr>
            <p:spPr bwMode="gray">
              <a:xfrm>
                <a:off x="5231725" y="4844266"/>
                <a:ext cx="192360" cy="61555"/>
              </a:xfrm>
              <a:prstGeom prst="rect">
                <a:avLst/>
              </a:prstGeom>
              <a:noFill/>
              <a:ln w="9525">
                <a:noFill/>
                <a:miter lim="800000"/>
                <a:headEnd/>
                <a:tailEnd/>
              </a:ln>
            </p:spPr>
            <p:txBody>
              <a:bodyPr wrap="none" lIns="0" tIns="0" rIns="0" bIns="0">
                <a:spAutoFit/>
              </a:bodyPr>
              <a:lstStyle/>
              <a:p>
                <a:pPr algn="ctr"/>
                <a:r>
                  <a:rPr lang="en-US" sz="400" dirty="0"/>
                  <a:t>Vanuatu</a:t>
                </a:r>
              </a:p>
            </p:txBody>
          </p:sp>
          <p:sp>
            <p:nvSpPr>
              <p:cNvPr id="360" name="Rectangle 259"/>
              <p:cNvSpPr>
                <a:spLocks noChangeArrowheads="1"/>
              </p:cNvSpPr>
              <p:nvPr>
                <p:custDataLst>
                  <p:tags r:id="rId133"/>
                </p:custDataLst>
              </p:nvPr>
            </p:nvSpPr>
            <p:spPr bwMode="gray">
              <a:xfrm>
                <a:off x="1840570" y="3479245"/>
                <a:ext cx="126637" cy="61555"/>
              </a:xfrm>
              <a:prstGeom prst="rect">
                <a:avLst/>
              </a:prstGeom>
              <a:noFill/>
              <a:ln w="9525">
                <a:noFill/>
                <a:miter lim="800000"/>
                <a:headEnd/>
                <a:tailEnd/>
              </a:ln>
            </p:spPr>
            <p:txBody>
              <a:bodyPr wrap="none" lIns="0" tIns="0" rIns="0" bIns="0">
                <a:spAutoFit/>
              </a:bodyPr>
              <a:lstStyle/>
              <a:p>
                <a:pPr algn="ctr"/>
                <a:r>
                  <a:rPr lang="en-US" sz="400" dirty="0"/>
                  <a:t>Israel</a:t>
                </a:r>
              </a:p>
            </p:txBody>
          </p:sp>
          <p:sp>
            <p:nvSpPr>
              <p:cNvPr id="361" name="Rectangle 260"/>
              <p:cNvSpPr>
                <a:spLocks noChangeArrowheads="1"/>
              </p:cNvSpPr>
              <p:nvPr>
                <p:custDataLst>
                  <p:tags r:id="rId134"/>
                </p:custDataLst>
              </p:nvPr>
            </p:nvSpPr>
            <p:spPr bwMode="gray">
              <a:xfrm>
                <a:off x="2411093" y="3745553"/>
                <a:ext cx="147476" cy="61555"/>
              </a:xfrm>
              <a:prstGeom prst="rect">
                <a:avLst/>
              </a:prstGeom>
              <a:noFill/>
              <a:ln w="9525">
                <a:noFill/>
                <a:miter lim="800000"/>
                <a:headEnd/>
                <a:tailEnd/>
              </a:ln>
            </p:spPr>
            <p:txBody>
              <a:bodyPr wrap="none" lIns="0" tIns="0" rIns="0" bIns="0">
                <a:spAutoFit/>
              </a:bodyPr>
              <a:lstStyle/>
              <a:p>
                <a:pPr algn="ctr"/>
                <a:r>
                  <a:rPr lang="en-US" sz="400" dirty="0"/>
                  <a:t>U.A.E.</a:t>
                </a:r>
              </a:p>
            </p:txBody>
          </p:sp>
          <p:sp>
            <p:nvSpPr>
              <p:cNvPr id="362" name="Rectangle 261"/>
              <p:cNvSpPr>
                <a:spLocks noChangeArrowheads="1"/>
              </p:cNvSpPr>
              <p:nvPr>
                <p:custDataLst>
                  <p:tags r:id="rId135"/>
                </p:custDataLst>
              </p:nvPr>
            </p:nvSpPr>
            <p:spPr bwMode="gray">
              <a:xfrm>
                <a:off x="2347782" y="3635364"/>
                <a:ext cx="177933" cy="61555"/>
              </a:xfrm>
              <a:prstGeom prst="rect">
                <a:avLst/>
              </a:prstGeom>
              <a:noFill/>
              <a:ln w="9525">
                <a:noFill/>
                <a:miter lim="800000"/>
                <a:headEnd/>
                <a:tailEnd/>
              </a:ln>
            </p:spPr>
            <p:txBody>
              <a:bodyPr wrap="none" lIns="0" tIns="0" rIns="0" bIns="0">
                <a:spAutoFit/>
              </a:bodyPr>
              <a:lstStyle/>
              <a:p>
                <a:pPr algn="ctr"/>
                <a:r>
                  <a:rPr lang="en-US" sz="400" dirty="0"/>
                  <a:t>Bahrain</a:t>
                </a:r>
              </a:p>
            </p:txBody>
          </p:sp>
          <p:sp>
            <p:nvSpPr>
              <p:cNvPr id="363" name="Rectangle 262"/>
              <p:cNvSpPr>
                <a:spLocks noChangeArrowheads="1"/>
              </p:cNvSpPr>
              <p:nvPr>
                <p:custDataLst>
                  <p:tags r:id="rId136"/>
                </p:custDataLst>
              </p:nvPr>
            </p:nvSpPr>
            <p:spPr bwMode="gray">
              <a:xfrm>
                <a:off x="1999571" y="3426159"/>
                <a:ext cx="201978" cy="61555"/>
              </a:xfrm>
              <a:prstGeom prst="rect">
                <a:avLst/>
              </a:prstGeom>
              <a:noFill/>
              <a:ln w="9525">
                <a:noFill/>
                <a:miter lim="800000"/>
                <a:headEnd/>
                <a:tailEnd/>
              </a:ln>
            </p:spPr>
            <p:txBody>
              <a:bodyPr wrap="none" lIns="0" tIns="0" rIns="0" bIns="0">
                <a:spAutoFit/>
              </a:bodyPr>
              <a:lstStyle/>
              <a:p>
                <a:pPr algn="ctr"/>
                <a:r>
                  <a:rPr lang="en-US" sz="400" dirty="0"/>
                  <a:t>Lebanon</a:t>
                </a:r>
              </a:p>
            </p:txBody>
          </p:sp>
          <p:sp>
            <p:nvSpPr>
              <p:cNvPr id="364" name="Rectangle 263"/>
              <p:cNvSpPr>
                <a:spLocks noChangeArrowheads="1"/>
              </p:cNvSpPr>
              <p:nvPr>
                <p:custDataLst>
                  <p:tags r:id="rId137"/>
                </p:custDataLst>
              </p:nvPr>
            </p:nvSpPr>
            <p:spPr bwMode="gray">
              <a:xfrm>
                <a:off x="2043931" y="3156711"/>
                <a:ext cx="184345" cy="61555"/>
              </a:xfrm>
              <a:prstGeom prst="rect">
                <a:avLst/>
              </a:prstGeom>
              <a:noFill/>
              <a:ln w="9525">
                <a:noFill/>
                <a:miter lim="800000"/>
                <a:headEnd/>
                <a:tailEnd/>
              </a:ln>
            </p:spPr>
            <p:txBody>
              <a:bodyPr wrap="none" lIns="0" tIns="0" rIns="0" bIns="0">
                <a:spAutoFit/>
              </a:bodyPr>
              <a:lstStyle/>
              <a:p>
                <a:pPr algn="ctr"/>
                <a:r>
                  <a:rPr lang="en-US" sz="400" dirty="0"/>
                  <a:t>Georgia</a:t>
                </a:r>
              </a:p>
            </p:txBody>
          </p:sp>
          <p:sp>
            <p:nvSpPr>
              <p:cNvPr id="365" name="Rectangle 264"/>
              <p:cNvSpPr>
                <a:spLocks noChangeArrowheads="1"/>
              </p:cNvSpPr>
              <p:nvPr>
                <p:custDataLst>
                  <p:tags r:id="rId138"/>
                </p:custDataLst>
              </p:nvPr>
            </p:nvSpPr>
            <p:spPr bwMode="gray">
              <a:xfrm>
                <a:off x="2045402" y="3222522"/>
                <a:ext cx="192360" cy="61555"/>
              </a:xfrm>
              <a:prstGeom prst="rect">
                <a:avLst/>
              </a:prstGeom>
              <a:noFill/>
              <a:ln w="9525">
                <a:noFill/>
                <a:miter lim="800000"/>
                <a:headEnd/>
                <a:tailEnd/>
              </a:ln>
            </p:spPr>
            <p:txBody>
              <a:bodyPr wrap="none" lIns="0" tIns="0" rIns="0" bIns="0">
                <a:spAutoFit/>
              </a:bodyPr>
              <a:lstStyle/>
              <a:p>
                <a:pPr algn="ctr"/>
                <a:r>
                  <a:rPr lang="en-US" sz="400" dirty="0"/>
                  <a:t>Armenia</a:t>
                </a:r>
              </a:p>
            </p:txBody>
          </p:sp>
          <p:sp>
            <p:nvSpPr>
              <p:cNvPr id="366" name="Rectangle 281"/>
              <p:cNvSpPr>
                <a:spLocks noChangeArrowheads="1"/>
              </p:cNvSpPr>
              <p:nvPr>
                <p:custDataLst>
                  <p:tags r:id="rId139"/>
                </p:custDataLst>
              </p:nvPr>
            </p:nvSpPr>
            <p:spPr bwMode="gray">
              <a:xfrm>
                <a:off x="3894022" y="4213460"/>
                <a:ext cx="172472" cy="123111"/>
              </a:xfrm>
              <a:prstGeom prst="rect">
                <a:avLst/>
              </a:prstGeom>
              <a:noFill/>
              <a:ln w="9525">
                <a:noFill/>
                <a:miter lim="800000"/>
                <a:headEnd/>
                <a:tailEnd/>
              </a:ln>
            </p:spPr>
            <p:txBody>
              <a:bodyPr lIns="0" tIns="0" rIns="0" bIns="0">
                <a:spAutoFit/>
              </a:bodyPr>
              <a:lstStyle/>
              <a:p>
                <a:pPr algn="ctr"/>
                <a:r>
                  <a:rPr lang="en-US" sz="400" dirty="0"/>
                  <a:t>East Timor</a:t>
                </a:r>
              </a:p>
            </p:txBody>
          </p:sp>
          <p:sp>
            <p:nvSpPr>
              <p:cNvPr id="367" name="Rectangle 282"/>
              <p:cNvSpPr>
                <a:spLocks noChangeArrowheads="1"/>
              </p:cNvSpPr>
              <p:nvPr>
                <p:custDataLst>
                  <p:tags r:id="rId140"/>
                </p:custDataLst>
              </p:nvPr>
            </p:nvSpPr>
            <p:spPr bwMode="gray">
              <a:xfrm>
                <a:off x="3515783" y="4069735"/>
                <a:ext cx="235641" cy="61555"/>
              </a:xfrm>
              <a:prstGeom prst="rect">
                <a:avLst/>
              </a:prstGeom>
              <a:noFill/>
              <a:ln w="9525">
                <a:noFill/>
                <a:miter lim="800000"/>
                <a:headEnd/>
                <a:tailEnd/>
              </a:ln>
            </p:spPr>
            <p:txBody>
              <a:bodyPr wrap="none" lIns="0" tIns="0" rIns="0" bIns="0">
                <a:spAutoFit/>
              </a:bodyPr>
              <a:lstStyle/>
              <a:p>
                <a:pPr algn="ctr"/>
                <a:r>
                  <a:rPr lang="en-US" sz="400" dirty="0"/>
                  <a:t>Cambodia</a:t>
                </a:r>
              </a:p>
            </p:txBody>
          </p:sp>
          <p:sp>
            <p:nvSpPr>
              <p:cNvPr id="368" name="Rectangle 284"/>
              <p:cNvSpPr>
                <a:spLocks noChangeArrowheads="1"/>
              </p:cNvSpPr>
              <p:nvPr>
                <p:custDataLst>
                  <p:tags r:id="rId141"/>
                </p:custDataLst>
              </p:nvPr>
            </p:nvSpPr>
            <p:spPr bwMode="gray">
              <a:xfrm>
                <a:off x="1134459" y="4130420"/>
                <a:ext cx="183652" cy="61555"/>
              </a:xfrm>
              <a:prstGeom prst="rect">
                <a:avLst/>
              </a:prstGeom>
              <a:noFill/>
              <a:ln w="9525">
                <a:noFill/>
                <a:miter lim="800000"/>
                <a:headEnd/>
                <a:tailEnd/>
              </a:ln>
            </p:spPr>
            <p:txBody>
              <a:bodyPr lIns="0" tIns="0" rIns="0" bIns="0">
                <a:spAutoFit/>
              </a:bodyPr>
              <a:lstStyle/>
              <a:p>
                <a:pPr algn="ctr"/>
                <a:r>
                  <a:rPr lang="en-US" sz="400" dirty="0"/>
                  <a:t>Benin</a:t>
                </a:r>
              </a:p>
            </p:txBody>
          </p:sp>
          <p:sp>
            <p:nvSpPr>
              <p:cNvPr id="369" name="Rectangle 285"/>
              <p:cNvSpPr>
                <a:spLocks noChangeArrowheads="1"/>
              </p:cNvSpPr>
              <p:nvPr>
                <p:custDataLst>
                  <p:tags r:id="rId142"/>
                </p:custDataLst>
              </p:nvPr>
            </p:nvSpPr>
            <p:spPr bwMode="gray">
              <a:xfrm>
                <a:off x="1476793" y="4406696"/>
                <a:ext cx="152285" cy="61555"/>
              </a:xfrm>
              <a:prstGeom prst="rect">
                <a:avLst/>
              </a:prstGeom>
              <a:noFill/>
              <a:ln w="9525">
                <a:noFill/>
                <a:miter lim="800000"/>
                <a:headEnd/>
                <a:tailEnd/>
              </a:ln>
            </p:spPr>
            <p:txBody>
              <a:bodyPr wrap="none" lIns="0" tIns="0" rIns="0" bIns="0">
                <a:spAutoFit/>
              </a:bodyPr>
              <a:lstStyle/>
              <a:p>
                <a:pPr algn="ctr"/>
                <a:r>
                  <a:rPr lang="en-US" sz="400" dirty="0"/>
                  <a:t>Congo</a:t>
                </a:r>
              </a:p>
            </p:txBody>
          </p:sp>
          <p:sp>
            <p:nvSpPr>
              <p:cNvPr id="370" name="Rectangle 286"/>
              <p:cNvSpPr>
                <a:spLocks noChangeArrowheads="1"/>
              </p:cNvSpPr>
              <p:nvPr>
                <p:custDataLst>
                  <p:tags r:id="rId143"/>
                </p:custDataLst>
              </p:nvPr>
            </p:nvSpPr>
            <p:spPr bwMode="gray">
              <a:xfrm>
                <a:off x="803803" y="4325191"/>
                <a:ext cx="155491" cy="61555"/>
              </a:xfrm>
              <a:prstGeom prst="rect">
                <a:avLst/>
              </a:prstGeom>
              <a:noFill/>
              <a:ln w="9525">
                <a:noFill/>
                <a:miter lim="800000"/>
                <a:headEnd/>
                <a:tailEnd/>
              </a:ln>
            </p:spPr>
            <p:txBody>
              <a:bodyPr wrap="none" lIns="0" tIns="0" rIns="0" bIns="0">
                <a:spAutoFit/>
              </a:bodyPr>
              <a:lstStyle/>
              <a:p>
                <a:pPr algn="ctr"/>
                <a:r>
                  <a:rPr lang="en-US" sz="400" dirty="0"/>
                  <a:t>Liberia</a:t>
                </a:r>
              </a:p>
            </p:txBody>
          </p:sp>
          <p:sp>
            <p:nvSpPr>
              <p:cNvPr id="371" name="Rectangle 287"/>
              <p:cNvSpPr>
                <a:spLocks noChangeArrowheads="1"/>
              </p:cNvSpPr>
              <p:nvPr>
                <p:custDataLst>
                  <p:tags r:id="rId144"/>
                </p:custDataLst>
              </p:nvPr>
            </p:nvSpPr>
            <p:spPr bwMode="gray">
              <a:xfrm>
                <a:off x="549863" y="3536348"/>
                <a:ext cx="235641" cy="61555"/>
              </a:xfrm>
              <a:prstGeom prst="rect">
                <a:avLst/>
              </a:prstGeom>
              <a:noFill/>
              <a:ln w="9525">
                <a:noFill/>
                <a:miter lim="800000"/>
                <a:headEnd/>
                <a:tailEnd/>
              </a:ln>
            </p:spPr>
            <p:txBody>
              <a:bodyPr wrap="none" lIns="0" tIns="0" rIns="0" bIns="0">
                <a:spAutoFit/>
              </a:bodyPr>
              <a:lstStyle/>
              <a:p>
                <a:pPr algn="ctr"/>
                <a:r>
                  <a:rPr lang="en-US" sz="400" dirty="0"/>
                  <a:t>Canary Is.</a:t>
                </a:r>
              </a:p>
            </p:txBody>
          </p:sp>
          <p:sp>
            <p:nvSpPr>
              <p:cNvPr id="372" name="Rectangle 288"/>
              <p:cNvSpPr>
                <a:spLocks noChangeArrowheads="1"/>
              </p:cNvSpPr>
              <p:nvPr>
                <p:custDataLst>
                  <p:tags r:id="rId145"/>
                </p:custDataLst>
              </p:nvPr>
            </p:nvSpPr>
            <p:spPr bwMode="gray">
              <a:xfrm>
                <a:off x="1354812" y="4465784"/>
                <a:ext cx="155491" cy="61555"/>
              </a:xfrm>
              <a:prstGeom prst="rect">
                <a:avLst/>
              </a:prstGeom>
              <a:noFill/>
              <a:ln w="9525">
                <a:noFill/>
                <a:miter lim="800000"/>
                <a:headEnd/>
                <a:tailEnd/>
              </a:ln>
            </p:spPr>
            <p:txBody>
              <a:bodyPr wrap="none" lIns="0" tIns="0" rIns="0" bIns="0">
                <a:spAutoFit/>
              </a:bodyPr>
              <a:lstStyle/>
              <a:p>
                <a:pPr algn="ctr"/>
                <a:r>
                  <a:rPr lang="en-US" sz="400" dirty="0"/>
                  <a:t>Gabon</a:t>
                </a:r>
              </a:p>
            </p:txBody>
          </p:sp>
          <p:sp>
            <p:nvSpPr>
              <p:cNvPr id="373" name="Rectangle 289"/>
              <p:cNvSpPr>
                <a:spLocks noChangeArrowheads="1"/>
              </p:cNvSpPr>
              <p:nvPr>
                <p:custDataLst>
                  <p:tags r:id="rId146"/>
                </p:custDataLst>
              </p:nvPr>
            </p:nvSpPr>
            <p:spPr bwMode="gray">
              <a:xfrm>
                <a:off x="1096132" y="4293309"/>
                <a:ext cx="183652" cy="61555"/>
              </a:xfrm>
              <a:prstGeom prst="rect">
                <a:avLst/>
              </a:prstGeom>
              <a:noFill/>
              <a:ln w="9525">
                <a:noFill/>
                <a:miter lim="800000"/>
                <a:headEnd/>
                <a:tailEnd/>
              </a:ln>
            </p:spPr>
            <p:txBody>
              <a:bodyPr lIns="0" tIns="0" rIns="0" bIns="0">
                <a:spAutoFit/>
              </a:bodyPr>
              <a:lstStyle/>
              <a:p>
                <a:pPr algn="ctr"/>
                <a:r>
                  <a:rPr lang="en-US" sz="400" dirty="0"/>
                  <a:t>Togo</a:t>
                </a:r>
              </a:p>
            </p:txBody>
          </p:sp>
          <p:sp>
            <p:nvSpPr>
              <p:cNvPr id="374" name="Rectangle 290"/>
              <p:cNvSpPr>
                <a:spLocks noChangeArrowheads="1"/>
              </p:cNvSpPr>
              <p:nvPr>
                <p:custDataLst>
                  <p:tags r:id="rId147"/>
                </p:custDataLst>
              </p:nvPr>
            </p:nvSpPr>
            <p:spPr bwMode="gray">
              <a:xfrm>
                <a:off x="1755781" y="4495341"/>
                <a:ext cx="189154" cy="61555"/>
              </a:xfrm>
              <a:prstGeom prst="rect">
                <a:avLst/>
              </a:prstGeom>
              <a:noFill/>
              <a:ln w="9525">
                <a:noFill/>
                <a:miter lim="800000"/>
                <a:headEnd/>
                <a:tailEnd/>
              </a:ln>
            </p:spPr>
            <p:txBody>
              <a:bodyPr wrap="none" lIns="0" tIns="0" rIns="0" bIns="0">
                <a:spAutoFit/>
              </a:bodyPr>
              <a:lstStyle/>
              <a:p>
                <a:pPr algn="ctr"/>
                <a:r>
                  <a:rPr lang="en-US" sz="400" dirty="0"/>
                  <a:t>Rwanda</a:t>
                </a:r>
              </a:p>
            </p:txBody>
          </p:sp>
          <p:sp>
            <p:nvSpPr>
              <p:cNvPr id="375" name="Rectangle 291"/>
              <p:cNvSpPr>
                <a:spLocks noChangeArrowheads="1"/>
              </p:cNvSpPr>
              <p:nvPr>
                <p:custDataLst>
                  <p:tags r:id="rId148"/>
                </p:custDataLst>
              </p:nvPr>
            </p:nvSpPr>
            <p:spPr bwMode="gray">
              <a:xfrm>
                <a:off x="431503" y="3909728"/>
                <a:ext cx="275717" cy="61555"/>
              </a:xfrm>
              <a:prstGeom prst="rect">
                <a:avLst/>
              </a:prstGeom>
              <a:noFill/>
              <a:ln w="9525">
                <a:noFill/>
                <a:miter lim="800000"/>
                <a:headEnd/>
                <a:tailEnd/>
              </a:ln>
            </p:spPr>
            <p:txBody>
              <a:bodyPr wrap="none" lIns="0" tIns="0" rIns="0" bIns="0">
                <a:spAutoFit/>
              </a:bodyPr>
              <a:lstStyle/>
              <a:p>
                <a:pPr algn="ctr"/>
                <a:r>
                  <a:rPr lang="en-US" sz="400" dirty="0"/>
                  <a:t>Cape Verde</a:t>
                </a:r>
              </a:p>
            </p:txBody>
          </p:sp>
          <p:sp>
            <p:nvSpPr>
              <p:cNvPr id="376" name="Rectangle 292"/>
              <p:cNvSpPr>
                <a:spLocks noChangeArrowheads="1"/>
              </p:cNvSpPr>
              <p:nvPr>
                <p:custDataLst>
                  <p:tags r:id="rId149"/>
                </p:custDataLst>
              </p:nvPr>
            </p:nvSpPr>
            <p:spPr bwMode="gray">
              <a:xfrm>
                <a:off x="2392997" y="4524868"/>
                <a:ext cx="248465" cy="61555"/>
              </a:xfrm>
              <a:prstGeom prst="rect">
                <a:avLst/>
              </a:prstGeom>
              <a:noFill/>
              <a:ln w="9525">
                <a:noFill/>
                <a:miter lim="800000"/>
                <a:headEnd/>
                <a:tailEnd/>
              </a:ln>
            </p:spPr>
            <p:txBody>
              <a:bodyPr wrap="none" lIns="0" tIns="0" rIns="0" bIns="0">
                <a:spAutoFit/>
              </a:bodyPr>
              <a:lstStyle/>
              <a:p>
                <a:pPr algn="ctr"/>
                <a:r>
                  <a:rPr lang="en-US" sz="400" dirty="0"/>
                  <a:t>Seychelles</a:t>
                </a:r>
              </a:p>
            </p:txBody>
          </p:sp>
          <p:sp>
            <p:nvSpPr>
              <p:cNvPr id="377" name="Rectangle 293"/>
              <p:cNvSpPr>
                <a:spLocks noChangeArrowheads="1"/>
              </p:cNvSpPr>
              <p:nvPr>
                <p:custDataLst>
                  <p:tags r:id="rId150"/>
                </p:custDataLst>
              </p:nvPr>
            </p:nvSpPr>
            <p:spPr bwMode="gray">
              <a:xfrm>
                <a:off x="1095685" y="3612280"/>
                <a:ext cx="160300" cy="61555"/>
              </a:xfrm>
              <a:prstGeom prst="rect">
                <a:avLst/>
              </a:prstGeom>
              <a:noFill/>
              <a:ln w="9525">
                <a:noFill/>
                <a:miter lim="800000"/>
                <a:headEnd/>
                <a:tailEnd/>
              </a:ln>
            </p:spPr>
            <p:txBody>
              <a:bodyPr wrap="none" lIns="0" tIns="0" rIns="0" bIns="0">
                <a:spAutoFit/>
              </a:bodyPr>
              <a:lstStyle/>
              <a:p>
                <a:pPr algn="ctr"/>
                <a:r>
                  <a:rPr lang="en-US" sz="400" dirty="0"/>
                  <a:t>Algeria</a:t>
                </a:r>
              </a:p>
            </p:txBody>
          </p:sp>
          <p:sp>
            <p:nvSpPr>
              <p:cNvPr id="378" name="Rectangle 294"/>
              <p:cNvSpPr>
                <a:spLocks noChangeArrowheads="1"/>
              </p:cNvSpPr>
              <p:nvPr>
                <p:custDataLst>
                  <p:tags r:id="rId151"/>
                </p:custDataLst>
              </p:nvPr>
            </p:nvSpPr>
            <p:spPr bwMode="gray">
              <a:xfrm>
                <a:off x="1752483" y="3983500"/>
                <a:ext cx="231561" cy="123111"/>
              </a:xfrm>
              <a:prstGeom prst="rect">
                <a:avLst/>
              </a:prstGeom>
              <a:noFill/>
              <a:ln w="9525">
                <a:noFill/>
                <a:miter lim="800000"/>
                <a:headEnd/>
                <a:tailEnd/>
              </a:ln>
            </p:spPr>
            <p:txBody>
              <a:bodyPr wrap="square" lIns="0" tIns="0" rIns="0" bIns="0">
                <a:spAutoFit/>
              </a:bodyPr>
              <a:lstStyle/>
              <a:p>
                <a:pPr algn="ctr"/>
                <a:r>
                  <a:rPr lang="en-US" sz="400" dirty="0"/>
                  <a:t>North Sudan</a:t>
                </a:r>
              </a:p>
            </p:txBody>
          </p:sp>
          <p:sp>
            <p:nvSpPr>
              <p:cNvPr id="379" name="Rectangle 295"/>
              <p:cNvSpPr>
                <a:spLocks noChangeArrowheads="1"/>
              </p:cNvSpPr>
              <p:nvPr>
                <p:custDataLst>
                  <p:tags r:id="rId152"/>
                </p:custDataLst>
              </p:nvPr>
            </p:nvSpPr>
            <p:spPr bwMode="gray">
              <a:xfrm>
                <a:off x="1492269" y="3628832"/>
                <a:ext cx="123431" cy="61555"/>
              </a:xfrm>
              <a:prstGeom prst="rect">
                <a:avLst/>
              </a:prstGeom>
              <a:noFill/>
              <a:ln w="9525">
                <a:noFill/>
                <a:miter lim="800000"/>
                <a:headEnd/>
                <a:tailEnd/>
              </a:ln>
            </p:spPr>
            <p:txBody>
              <a:bodyPr wrap="none" lIns="0" tIns="0" rIns="0" bIns="0">
                <a:spAutoFit/>
              </a:bodyPr>
              <a:lstStyle/>
              <a:p>
                <a:pPr algn="ctr"/>
                <a:r>
                  <a:rPr lang="en-US" sz="400" dirty="0"/>
                  <a:t>Libya</a:t>
                </a:r>
              </a:p>
            </p:txBody>
          </p:sp>
          <p:sp>
            <p:nvSpPr>
              <p:cNvPr id="380" name="Rectangle 296"/>
              <p:cNvSpPr>
                <a:spLocks noChangeArrowheads="1"/>
              </p:cNvSpPr>
              <p:nvPr>
                <p:custDataLst>
                  <p:tags r:id="rId153"/>
                </p:custDataLst>
              </p:nvPr>
            </p:nvSpPr>
            <p:spPr bwMode="gray">
              <a:xfrm>
                <a:off x="1047125" y="3912454"/>
                <a:ext cx="94577" cy="61555"/>
              </a:xfrm>
              <a:prstGeom prst="rect">
                <a:avLst/>
              </a:prstGeom>
              <a:noFill/>
              <a:ln w="9525">
                <a:noFill/>
                <a:miter lim="800000"/>
                <a:headEnd/>
                <a:tailEnd/>
              </a:ln>
            </p:spPr>
            <p:txBody>
              <a:bodyPr wrap="none" lIns="0" tIns="0" rIns="0" bIns="0">
                <a:spAutoFit/>
              </a:bodyPr>
              <a:lstStyle/>
              <a:p>
                <a:pPr algn="ctr"/>
                <a:r>
                  <a:rPr lang="en-US" sz="400" dirty="0"/>
                  <a:t>Mali</a:t>
                </a:r>
              </a:p>
            </p:txBody>
          </p:sp>
          <p:sp>
            <p:nvSpPr>
              <p:cNvPr id="381" name="Rectangle 297"/>
              <p:cNvSpPr>
                <a:spLocks noChangeArrowheads="1"/>
              </p:cNvSpPr>
              <p:nvPr>
                <p:custDataLst>
                  <p:tags r:id="rId154"/>
                </p:custDataLst>
              </p:nvPr>
            </p:nvSpPr>
            <p:spPr bwMode="gray">
              <a:xfrm>
                <a:off x="1516902" y="3993992"/>
                <a:ext cx="123431" cy="61555"/>
              </a:xfrm>
              <a:prstGeom prst="rect">
                <a:avLst/>
              </a:prstGeom>
              <a:noFill/>
              <a:ln w="9525">
                <a:noFill/>
                <a:miter lim="800000"/>
                <a:headEnd/>
                <a:tailEnd/>
              </a:ln>
            </p:spPr>
            <p:txBody>
              <a:bodyPr wrap="none" lIns="0" tIns="0" rIns="0" bIns="0">
                <a:spAutoFit/>
              </a:bodyPr>
              <a:lstStyle/>
              <a:p>
                <a:pPr algn="ctr"/>
                <a:r>
                  <a:rPr lang="en-US" sz="400" dirty="0"/>
                  <a:t>Chad</a:t>
                </a:r>
              </a:p>
            </p:txBody>
          </p:sp>
          <p:sp>
            <p:nvSpPr>
              <p:cNvPr id="382" name="Rectangle 298"/>
              <p:cNvSpPr>
                <a:spLocks noChangeArrowheads="1"/>
              </p:cNvSpPr>
              <p:nvPr>
                <p:custDataLst>
                  <p:tags r:id="rId155"/>
                </p:custDataLst>
              </p:nvPr>
            </p:nvSpPr>
            <p:spPr bwMode="gray">
              <a:xfrm>
                <a:off x="1286673" y="3942456"/>
                <a:ext cx="123431" cy="61555"/>
              </a:xfrm>
              <a:prstGeom prst="rect">
                <a:avLst/>
              </a:prstGeom>
              <a:noFill/>
              <a:ln w="9525">
                <a:noFill/>
                <a:miter lim="800000"/>
                <a:headEnd/>
                <a:tailEnd/>
              </a:ln>
            </p:spPr>
            <p:txBody>
              <a:bodyPr wrap="none" lIns="0" tIns="0" rIns="0" bIns="0">
                <a:spAutoFit/>
              </a:bodyPr>
              <a:lstStyle/>
              <a:p>
                <a:pPr algn="ctr"/>
                <a:r>
                  <a:rPr lang="en-US" sz="400" dirty="0"/>
                  <a:t>Niger</a:t>
                </a:r>
              </a:p>
            </p:txBody>
          </p:sp>
          <p:sp>
            <p:nvSpPr>
              <p:cNvPr id="383" name="Rectangle 299"/>
              <p:cNvSpPr>
                <a:spLocks noChangeArrowheads="1"/>
              </p:cNvSpPr>
              <p:nvPr>
                <p:custDataLst>
                  <p:tags r:id="rId156"/>
                </p:custDataLst>
              </p:nvPr>
            </p:nvSpPr>
            <p:spPr bwMode="gray">
              <a:xfrm>
                <a:off x="1788664" y="3678258"/>
                <a:ext cx="131446" cy="61555"/>
              </a:xfrm>
              <a:prstGeom prst="rect">
                <a:avLst/>
              </a:prstGeom>
              <a:noFill/>
              <a:ln w="9525">
                <a:noFill/>
                <a:miter lim="800000"/>
                <a:headEnd/>
                <a:tailEnd/>
              </a:ln>
            </p:spPr>
            <p:txBody>
              <a:bodyPr wrap="none" lIns="0" tIns="0" rIns="0" bIns="0">
                <a:spAutoFit/>
              </a:bodyPr>
              <a:lstStyle/>
              <a:p>
                <a:pPr algn="ctr"/>
                <a:r>
                  <a:rPr lang="en-US" sz="400" dirty="0"/>
                  <a:t>Egypt</a:t>
                </a:r>
              </a:p>
            </p:txBody>
          </p:sp>
          <p:sp>
            <p:nvSpPr>
              <p:cNvPr id="384" name="Rectangle 300"/>
              <p:cNvSpPr>
                <a:spLocks noChangeArrowheads="1"/>
              </p:cNvSpPr>
              <p:nvPr>
                <p:custDataLst>
                  <p:tags r:id="rId157"/>
                </p:custDataLst>
              </p:nvPr>
            </p:nvSpPr>
            <p:spPr bwMode="gray">
              <a:xfrm>
                <a:off x="1468746" y="4826459"/>
                <a:ext cx="160300" cy="61555"/>
              </a:xfrm>
              <a:prstGeom prst="rect">
                <a:avLst/>
              </a:prstGeom>
              <a:noFill/>
              <a:ln w="9525">
                <a:noFill/>
                <a:miter lim="800000"/>
                <a:headEnd/>
                <a:tailEnd/>
              </a:ln>
            </p:spPr>
            <p:txBody>
              <a:bodyPr wrap="none" lIns="0" tIns="0" rIns="0" bIns="0">
                <a:spAutoFit/>
              </a:bodyPr>
              <a:lstStyle/>
              <a:p>
                <a:pPr algn="ctr"/>
                <a:r>
                  <a:rPr lang="en-US" sz="400" dirty="0"/>
                  <a:t>Angola</a:t>
                </a:r>
              </a:p>
            </p:txBody>
          </p:sp>
          <p:sp>
            <p:nvSpPr>
              <p:cNvPr id="385" name="Rectangle 301"/>
              <p:cNvSpPr>
                <a:spLocks noChangeArrowheads="1"/>
              </p:cNvSpPr>
              <p:nvPr>
                <p:custDataLst>
                  <p:tags r:id="rId158"/>
                </p:custDataLst>
              </p:nvPr>
            </p:nvSpPr>
            <p:spPr bwMode="gray">
              <a:xfrm>
                <a:off x="1543971" y="4542235"/>
                <a:ext cx="271485" cy="123111"/>
              </a:xfrm>
              <a:prstGeom prst="rect">
                <a:avLst/>
              </a:prstGeom>
              <a:noFill/>
              <a:ln w="9525">
                <a:noFill/>
                <a:miter lim="800000"/>
                <a:headEnd/>
                <a:tailEnd/>
              </a:ln>
            </p:spPr>
            <p:txBody>
              <a:bodyPr lIns="0" tIns="0" rIns="0" bIns="0">
                <a:spAutoFit/>
              </a:bodyPr>
              <a:lstStyle/>
              <a:p>
                <a:pPr algn="ctr"/>
                <a:r>
                  <a:rPr lang="en-US" sz="400" dirty="0"/>
                  <a:t>Dem. Rep. Congo</a:t>
                </a:r>
              </a:p>
            </p:txBody>
          </p:sp>
          <p:sp>
            <p:nvSpPr>
              <p:cNvPr id="386" name="Rectangle 302"/>
              <p:cNvSpPr>
                <a:spLocks noChangeArrowheads="1"/>
              </p:cNvSpPr>
              <p:nvPr>
                <p:custDataLst>
                  <p:tags r:id="rId159"/>
                </p:custDataLst>
              </p:nvPr>
            </p:nvSpPr>
            <p:spPr bwMode="gray">
              <a:xfrm>
                <a:off x="1986101" y="4215640"/>
                <a:ext cx="185948" cy="61555"/>
              </a:xfrm>
              <a:prstGeom prst="rect">
                <a:avLst/>
              </a:prstGeom>
              <a:noFill/>
              <a:ln w="9525">
                <a:noFill/>
                <a:miter lim="800000"/>
                <a:headEnd/>
                <a:tailEnd/>
              </a:ln>
            </p:spPr>
            <p:txBody>
              <a:bodyPr wrap="none" lIns="0" tIns="0" rIns="0" bIns="0">
                <a:spAutoFit/>
              </a:bodyPr>
              <a:lstStyle/>
              <a:p>
                <a:pPr algn="ctr"/>
                <a:r>
                  <a:rPr lang="en-US" sz="400" dirty="0"/>
                  <a:t>Ethiopia</a:t>
                </a:r>
              </a:p>
            </p:txBody>
          </p:sp>
          <p:sp>
            <p:nvSpPr>
              <p:cNvPr id="387" name="Rectangle 303"/>
              <p:cNvSpPr>
                <a:spLocks noChangeArrowheads="1"/>
              </p:cNvSpPr>
              <p:nvPr>
                <p:custDataLst>
                  <p:tags r:id="rId160"/>
                </p:custDataLst>
              </p:nvPr>
            </p:nvSpPr>
            <p:spPr bwMode="gray">
              <a:xfrm>
                <a:off x="1611950" y="5315366"/>
                <a:ext cx="201218" cy="123111"/>
              </a:xfrm>
              <a:prstGeom prst="rect">
                <a:avLst/>
              </a:prstGeom>
              <a:noFill/>
              <a:ln w="9525">
                <a:noFill/>
                <a:miter lim="800000"/>
                <a:headEnd/>
                <a:tailEnd/>
              </a:ln>
            </p:spPr>
            <p:txBody>
              <a:bodyPr lIns="0" tIns="0" rIns="0" bIns="0">
                <a:spAutoFit/>
              </a:bodyPr>
              <a:lstStyle/>
              <a:p>
                <a:pPr algn="ctr"/>
                <a:r>
                  <a:rPr lang="en-US" sz="400" dirty="0"/>
                  <a:t>South Africa</a:t>
                </a:r>
              </a:p>
            </p:txBody>
          </p:sp>
          <p:sp>
            <p:nvSpPr>
              <p:cNvPr id="388" name="Rectangle 304"/>
              <p:cNvSpPr>
                <a:spLocks noChangeArrowheads="1"/>
              </p:cNvSpPr>
              <p:nvPr>
                <p:custDataLst>
                  <p:tags r:id="rId161"/>
                </p:custDataLst>
              </p:nvPr>
            </p:nvSpPr>
            <p:spPr bwMode="gray">
              <a:xfrm>
                <a:off x="1245285" y="4194826"/>
                <a:ext cx="163506" cy="61555"/>
              </a:xfrm>
              <a:prstGeom prst="rect">
                <a:avLst/>
              </a:prstGeom>
              <a:noFill/>
              <a:ln w="9525">
                <a:noFill/>
                <a:miter lim="800000"/>
                <a:headEnd/>
                <a:tailEnd/>
              </a:ln>
            </p:spPr>
            <p:txBody>
              <a:bodyPr wrap="none" lIns="0" tIns="0" rIns="0" bIns="0">
                <a:spAutoFit/>
              </a:bodyPr>
              <a:lstStyle/>
              <a:p>
                <a:pPr algn="ctr"/>
                <a:r>
                  <a:rPr lang="en-US" sz="400" dirty="0"/>
                  <a:t>Nigeria</a:t>
                </a:r>
              </a:p>
            </p:txBody>
          </p:sp>
          <p:sp>
            <p:nvSpPr>
              <p:cNvPr id="389" name="Rectangle 305"/>
              <p:cNvSpPr>
                <a:spLocks noChangeArrowheads="1"/>
              </p:cNvSpPr>
              <p:nvPr>
                <p:custDataLst>
                  <p:tags r:id="rId162"/>
                </p:custDataLst>
              </p:nvPr>
            </p:nvSpPr>
            <p:spPr bwMode="gray">
              <a:xfrm>
                <a:off x="1428791" y="5064253"/>
                <a:ext cx="189154" cy="61555"/>
              </a:xfrm>
              <a:prstGeom prst="rect">
                <a:avLst/>
              </a:prstGeom>
              <a:noFill/>
              <a:ln w="9525">
                <a:noFill/>
                <a:miter lim="800000"/>
                <a:headEnd/>
                <a:tailEnd/>
              </a:ln>
            </p:spPr>
            <p:txBody>
              <a:bodyPr wrap="none" lIns="0" tIns="0" rIns="0" bIns="0">
                <a:spAutoFit/>
              </a:bodyPr>
              <a:lstStyle/>
              <a:p>
                <a:pPr algn="ctr"/>
                <a:r>
                  <a:rPr lang="en-US" sz="400" dirty="0"/>
                  <a:t>Namibia</a:t>
                </a:r>
              </a:p>
            </p:txBody>
          </p:sp>
          <p:sp>
            <p:nvSpPr>
              <p:cNvPr id="390" name="Rectangle 306"/>
              <p:cNvSpPr>
                <a:spLocks noChangeArrowheads="1"/>
              </p:cNvSpPr>
              <p:nvPr>
                <p:custDataLst>
                  <p:tags r:id="rId163"/>
                </p:custDataLst>
              </p:nvPr>
            </p:nvSpPr>
            <p:spPr bwMode="gray">
              <a:xfrm>
                <a:off x="733421" y="3906810"/>
                <a:ext cx="242053" cy="61555"/>
              </a:xfrm>
              <a:prstGeom prst="rect">
                <a:avLst/>
              </a:prstGeom>
              <a:noFill/>
              <a:ln w="9525">
                <a:noFill/>
                <a:miter lim="800000"/>
                <a:headEnd/>
                <a:tailEnd/>
              </a:ln>
            </p:spPr>
            <p:txBody>
              <a:bodyPr wrap="none" lIns="0" tIns="0" rIns="0" bIns="0">
                <a:spAutoFit/>
              </a:bodyPr>
              <a:lstStyle/>
              <a:p>
                <a:pPr algn="ctr"/>
                <a:r>
                  <a:rPr lang="en-US" sz="400" dirty="0"/>
                  <a:t>Mauritania</a:t>
                </a:r>
              </a:p>
            </p:txBody>
          </p:sp>
          <p:sp>
            <p:nvSpPr>
              <p:cNvPr id="391" name="Rectangle 307"/>
              <p:cNvSpPr>
                <a:spLocks noChangeArrowheads="1"/>
              </p:cNvSpPr>
              <p:nvPr>
                <p:custDataLst>
                  <p:tags r:id="rId164"/>
                </p:custDataLst>
              </p:nvPr>
            </p:nvSpPr>
            <p:spPr bwMode="gray">
              <a:xfrm>
                <a:off x="1679303" y="4881190"/>
                <a:ext cx="173124" cy="61555"/>
              </a:xfrm>
              <a:prstGeom prst="rect">
                <a:avLst/>
              </a:prstGeom>
              <a:noFill/>
              <a:ln w="9525">
                <a:noFill/>
                <a:miter lim="800000"/>
                <a:headEnd/>
                <a:tailEnd/>
              </a:ln>
            </p:spPr>
            <p:txBody>
              <a:bodyPr wrap="none" lIns="0" tIns="0" rIns="0" bIns="0">
                <a:spAutoFit/>
              </a:bodyPr>
              <a:lstStyle/>
              <a:p>
                <a:pPr algn="ctr"/>
                <a:r>
                  <a:rPr lang="en-US" sz="400" dirty="0"/>
                  <a:t>Zambia</a:t>
                </a:r>
              </a:p>
            </p:txBody>
          </p:sp>
          <p:sp>
            <p:nvSpPr>
              <p:cNvPr id="392" name="Rectangle 308"/>
              <p:cNvSpPr>
                <a:spLocks noChangeArrowheads="1"/>
              </p:cNvSpPr>
              <p:nvPr>
                <p:custDataLst>
                  <p:tags r:id="rId165"/>
                </p:custDataLst>
              </p:nvPr>
            </p:nvSpPr>
            <p:spPr bwMode="gray">
              <a:xfrm>
                <a:off x="1909834" y="4635059"/>
                <a:ext cx="213199" cy="61555"/>
              </a:xfrm>
              <a:prstGeom prst="rect">
                <a:avLst/>
              </a:prstGeom>
              <a:noFill/>
              <a:ln w="9525">
                <a:noFill/>
                <a:miter lim="800000"/>
                <a:headEnd/>
                <a:tailEnd/>
              </a:ln>
            </p:spPr>
            <p:txBody>
              <a:bodyPr wrap="none" lIns="0" tIns="0" rIns="0" bIns="0">
                <a:spAutoFit/>
              </a:bodyPr>
              <a:lstStyle/>
              <a:p>
                <a:pPr algn="ctr"/>
                <a:r>
                  <a:rPr lang="en-US" sz="400" dirty="0"/>
                  <a:t>Tanzania</a:t>
                </a:r>
              </a:p>
            </p:txBody>
          </p:sp>
          <p:sp>
            <p:nvSpPr>
              <p:cNvPr id="393" name="Rectangle 309"/>
              <p:cNvSpPr>
                <a:spLocks noChangeArrowheads="1"/>
              </p:cNvSpPr>
              <p:nvPr>
                <p:custDataLst>
                  <p:tags r:id="rId166"/>
                </p:custDataLst>
              </p:nvPr>
            </p:nvSpPr>
            <p:spPr bwMode="gray">
              <a:xfrm>
                <a:off x="1964780" y="4464630"/>
                <a:ext cx="145873" cy="61555"/>
              </a:xfrm>
              <a:prstGeom prst="rect">
                <a:avLst/>
              </a:prstGeom>
              <a:noFill/>
              <a:ln w="9525">
                <a:noFill/>
                <a:miter lim="800000"/>
                <a:headEnd/>
                <a:tailEnd/>
              </a:ln>
            </p:spPr>
            <p:txBody>
              <a:bodyPr wrap="none" lIns="0" tIns="0" rIns="0" bIns="0">
                <a:spAutoFit/>
              </a:bodyPr>
              <a:lstStyle/>
              <a:p>
                <a:pPr algn="ctr"/>
                <a:r>
                  <a:rPr lang="en-US" sz="400" dirty="0"/>
                  <a:t>Kenya</a:t>
                </a:r>
              </a:p>
            </p:txBody>
          </p:sp>
          <p:sp>
            <p:nvSpPr>
              <p:cNvPr id="394" name="Rectangle 310"/>
              <p:cNvSpPr>
                <a:spLocks noChangeArrowheads="1"/>
              </p:cNvSpPr>
              <p:nvPr>
                <p:custDataLst>
                  <p:tags r:id="rId167"/>
                </p:custDataLst>
              </p:nvPr>
            </p:nvSpPr>
            <p:spPr bwMode="gray">
              <a:xfrm>
                <a:off x="2223294" y="4169661"/>
                <a:ext cx="185948" cy="61555"/>
              </a:xfrm>
              <a:prstGeom prst="rect">
                <a:avLst/>
              </a:prstGeom>
              <a:noFill/>
              <a:ln w="9525">
                <a:noFill/>
                <a:miter lim="800000"/>
                <a:headEnd/>
                <a:tailEnd/>
              </a:ln>
            </p:spPr>
            <p:txBody>
              <a:bodyPr wrap="none" lIns="0" tIns="0" rIns="0" bIns="0">
                <a:spAutoFit/>
              </a:bodyPr>
              <a:lstStyle/>
              <a:p>
                <a:pPr algn="ctr"/>
                <a:r>
                  <a:rPr lang="en-US" sz="400" dirty="0"/>
                  <a:t>Somalia</a:t>
                </a:r>
              </a:p>
            </p:txBody>
          </p:sp>
          <p:sp>
            <p:nvSpPr>
              <p:cNvPr id="395" name="Rectangle 311"/>
              <p:cNvSpPr>
                <a:spLocks noChangeArrowheads="1"/>
              </p:cNvSpPr>
              <p:nvPr>
                <p:custDataLst>
                  <p:tags r:id="rId168"/>
                </p:custDataLst>
              </p:nvPr>
            </p:nvSpPr>
            <p:spPr bwMode="gray">
              <a:xfrm>
                <a:off x="1642043" y="5121434"/>
                <a:ext cx="226023" cy="61555"/>
              </a:xfrm>
              <a:prstGeom prst="rect">
                <a:avLst/>
              </a:prstGeom>
              <a:noFill/>
              <a:ln w="9525">
                <a:noFill/>
                <a:miter lim="800000"/>
                <a:headEnd/>
                <a:tailEnd/>
              </a:ln>
            </p:spPr>
            <p:txBody>
              <a:bodyPr wrap="none" lIns="0" tIns="0" rIns="0" bIns="0">
                <a:spAutoFit/>
              </a:bodyPr>
              <a:lstStyle/>
              <a:p>
                <a:pPr algn="ctr"/>
                <a:r>
                  <a:rPr lang="en-US" sz="400" dirty="0"/>
                  <a:t>Botswana</a:t>
                </a:r>
              </a:p>
            </p:txBody>
          </p:sp>
          <p:sp>
            <p:nvSpPr>
              <p:cNvPr id="396" name="Rectangle 312"/>
              <p:cNvSpPr>
                <a:spLocks noChangeArrowheads="1"/>
              </p:cNvSpPr>
              <p:nvPr>
                <p:custDataLst>
                  <p:tags r:id="rId169"/>
                </p:custDataLst>
              </p:nvPr>
            </p:nvSpPr>
            <p:spPr bwMode="gray">
              <a:xfrm>
                <a:off x="1910584" y="4914529"/>
                <a:ext cx="295440" cy="61555"/>
              </a:xfrm>
              <a:prstGeom prst="rect">
                <a:avLst/>
              </a:prstGeom>
              <a:noFill/>
              <a:ln w="9525">
                <a:noFill/>
                <a:miter lim="800000"/>
                <a:headEnd/>
                <a:tailEnd/>
              </a:ln>
            </p:spPr>
            <p:txBody>
              <a:bodyPr lIns="0" tIns="0" rIns="0" bIns="0">
                <a:spAutoFit/>
              </a:bodyPr>
              <a:lstStyle/>
              <a:p>
                <a:pPr algn="ctr"/>
                <a:r>
                  <a:rPr lang="en-US" sz="400" dirty="0"/>
                  <a:t>Mozambique</a:t>
                </a:r>
              </a:p>
            </p:txBody>
          </p:sp>
          <p:sp>
            <p:nvSpPr>
              <p:cNvPr id="397" name="Rectangle 313"/>
              <p:cNvSpPr>
                <a:spLocks noChangeArrowheads="1"/>
              </p:cNvSpPr>
              <p:nvPr>
                <p:custDataLst>
                  <p:tags r:id="rId170"/>
                </p:custDataLst>
              </p:nvPr>
            </p:nvSpPr>
            <p:spPr bwMode="gray">
              <a:xfrm>
                <a:off x="907851" y="3462890"/>
                <a:ext cx="198772" cy="61555"/>
              </a:xfrm>
              <a:prstGeom prst="rect">
                <a:avLst/>
              </a:prstGeom>
              <a:noFill/>
              <a:ln w="9525">
                <a:noFill/>
                <a:miter lim="800000"/>
                <a:headEnd/>
                <a:tailEnd/>
              </a:ln>
            </p:spPr>
            <p:txBody>
              <a:bodyPr wrap="none" lIns="0" tIns="0" rIns="0" bIns="0">
                <a:spAutoFit/>
              </a:bodyPr>
              <a:lstStyle/>
              <a:p>
                <a:pPr algn="ctr"/>
                <a:r>
                  <a:rPr lang="en-US" sz="400" dirty="0"/>
                  <a:t>Morocco</a:t>
                </a:r>
              </a:p>
            </p:txBody>
          </p:sp>
          <p:sp>
            <p:nvSpPr>
              <p:cNvPr id="398" name="Rectangle 314"/>
              <p:cNvSpPr>
                <a:spLocks noChangeArrowheads="1"/>
              </p:cNvSpPr>
              <p:nvPr>
                <p:custDataLst>
                  <p:tags r:id="rId171"/>
                </p:custDataLst>
              </p:nvPr>
            </p:nvSpPr>
            <p:spPr bwMode="gray">
              <a:xfrm>
                <a:off x="2132598" y="5109339"/>
                <a:ext cx="285335" cy="61555"/>
              </a:xfrm>
              <a:prstGeom prst="rect">
                <a:avLst/>
              </a:prstGeom>
              <a:noFill/>
              <a:ln w="9525">
                <a:noFill/>
                <a:miter lim="800000"/>
                <a:headEnd/>
                <a:tailEnd/>
              </a:ln>
            </p:spPr>
            <p:txBody>
              <a:bodyPr wrap="none" lIns="0" tIns="0" rIns="0" bIns="0">
                <a:spAutoFit/>
              </a:bodyPr>
              <a:lstStyle/>
              <a:p>
                <a:pPr algn="ctr"/>
                <a:r>
                  <a:rPr lang="en-US" sz="400" dirty="0"/>
                  <a:t>Madagascar</a:t>
                </a:r>
              </a:p>
            </p:txBody>
          </p:sp>
          <p:sp>
            <p:nvSpPr>
              <p:cNvPr id="399" name="Rectangle 315"/>
              <p:cNvSpPr>
                <a:spLocks noChangeArrowheads="1"/>
              </p:cNvSpPr>
              <p:nvPr>
                <p:custDataLst>
                  <p:tags r:id="rId172"/>
                </p:custDataLst>
              </p:nvPr>
            </p:nvSpPr>
            <p:spPr bwMode="gray">
              <a:xfrm>
                <a:off x="1304224" y="4307683"/>
                <a:ext cx="242053" cy="61555"/>
              </a:xfrm>
              <a:prstGeom prst="rect">
                <a:avLst/>
              </a:prstGeom>
              <a:noFill/>
              <a:ln w="9525">
                <a:noFill/>
                <a:miter lim="800000"/>
                <a:headEnd/>
                <a:tailEnd/>
              </a:ln>
            </p:spPr>
            <p:txBody>
              <a:bodyPr wrap="none" lIns="0" tIns="0" rIns="0" bIns="0">
                <a:spAutoFit/>
              </a:bodyPr>
              <a:lstStyle/>
              <a:p>
                <a:pPr algn="ctr"/>
                <a:r>
                  <a:rPr lang="en-US" sz="400" dirty="0"/>
                  <a:t>Cameroon</a:t>
                </a:r>
              </a:p>
            </p:txBody>
          </p:sp>
          <p:sp>
            <p:nvSpPr>
              <p:cNvPr id="400" name="Rectangle 316"/>
              <p:cNvSpPr>
                <a:spLocks noChangeArrowheads="1"/>
              </p:cNvSpPr>
              <p:nvPr>
                <p:custDataLst>
                  <p:tags r:id="rId173"/>
                </p:custDataLst>
              </p:nvPr>
            </p:nvSpPr>
            <p:spPr bwMode="gray">
              <a:xfrm>
                <a:off x="1766589" y="5016651"/>
                <a:ext cx="238847" cy="61555"/>
              </a:xfrm>
              <a:prstGeom prst="rect">
                <a:avLst/>
              </a:prstGeom>
              <a:noFill/>
              <a:ln w="9525">
                <a:noFill/>
                <a:miter lim="800000"/>
                <a:headEnd/>
                <a:tailEnd/>
              </a:ln>
            </p:spPr>
            <p:txBody>
              <a:bodyPr wrap="none" lIns="0" tIns="0" rIns="0" bIns="0">
                <a:spAutoFit/>
              </a:bodyPr>
              <a:lstStyle/>
              <a:p>
                <a:pPr algn="ctr"/>
                <a:r>
                  <a:rPr lang="en-US" sz="400" dirty="0"/>
                  <a:t>Zimbabwe</a:t>
                </a:r>
              </a:p>
            </p:txBody>
          </p:sp>
          <p:sp>
            <p:nvSpPr>
              <p:cNvPr id="401" name="Rectangle 317"/>
              <p:cNvSpPr>
                <a:spLocks noChangeArrowheads="1"/>
              </p:cNvSpPr>
              <p:nvPr>
                <p:custDataLst>
                  <p:tags r:id="rId174"/>
                </p:custDataLst>
              </p:nvPr>
            </p:nvSpPr>
            <p:spPr bwMode="gray">
              <a:xfrm>
                <a:off x="1051384" y="4176731"/>
                <a:ext cx="155491" cy="61555"/>
              </a:xfrm>
              <a:prstGeom prst="rect">
                <a:avLst/>
              </a:prstGeom>
              <a:noFill/>
              <a:ln w="9525">
                <a:noFill/>
                <a:miter lim="800000"/>
                <a:headEnd/>
                <a:tailEnd/>
              </a:ln>
            </p:spPr>
            <p:txBody>
              <a:bodyPr wrap="none" lIns="0" tIns="0" rIns="0" bIns="0">
                <a:spAutoFit/>
              </a:bodyPr>
              <a:lstStyle/>
              <a:p>
                <a:pPr algn="ctr"/>
                <a:r>
                  <a:rPr lang="en-US" sz="400" dirty="0"/>
                  <a:t>Ghana</a:t>
                </a:r>
              </a:p>
            </p:txBody>
          </p:sp>
          <p:sp>
            <p:nvSpPr>
              <p:cNvPr id="402" name="Rectangle 318"/>
              <p:cNvSpPr>
                <a:spLocks noChangeArrowheads="1"/>
              </p:cNvSpPr>
              <p:nvPr>
                <p:custDataLst>
                  <p:tags r:id="rId175"/>
                </p:custDataLst>
              </p:nvPr>
            </p:nvSpPr>
            <p:spPr bwMode="gray">
              <a:xfrm>
                <a:off x="806011" y="4120838"/>
                <a:ext cx="166712" cy="61555"/>
              </a:xfrm>
              <a:prstGeom prst="rect">
                <a:avLst/>
              </a:prstGeom>
              <a:noFill/>
              <a:ln w="9525">
                <a:noFill/>
                <a:miter lim="800000"/>
                <a:headEnd/>
                <a:tailEnd/>
              </a:ln>
            </p:spPr>
            <p:txBody>
              <a:bodyPr wrap="none" lIns="0" tIns="0" rIns="0" bIns="0">
                <a:spAutoFit/>
              </a:bodyPr>
              <a:lstStyle/>
              <a:p>
                <a:pPr algn="ctr"/>
                <a:r>
                  <a:rPr lang="en-US" sz="400" dirty="0"/>
                  <a:t>Guinea</a:t>
                </a:r>
              </a:p>
            </p:txBody>
          </p:sp>
          <p:sp>
            <p:nvSpPr>
              <p:cNvPr id="403" name="Rectangle 319"/>
              <p:cNvSpPr>
                <a:spLocks noChangeArrowheads="1"/>
              </p:cNvSpPr>
              <p:nvPr>
                <p:custDataLst>
                  <p:tags r:id="rId176"/>
                </p:custDataLst>
              </p:nvPr>
            </p:nvSpPr>
            <p:spPr bwMode="gray">
              <a:xfrm>
                <a:off x="1315573" y="3434142"/>
                <a:ext cx="166712" cy="61555"/>
              </a:xfrm>
              <a:prstGeom prst="rect">
                <a:avLst/>
              </a:prstGeom>
              <a:noFill/>
              <a:ln w="9525">
                <a:noFill/>
                <a:miter lim="800000"/>
                <a:headEnd/>
                <a:tailEnd/>
              </a:ln>
            </p:spPr>
            <p:txBody>
              <a:bodyPr wrap="none" lIns="0" tIns="0" rIns="0" bIns="0">
                <a:spAutoFit/>
              </a:bodyPr>
              <a:lstStyle/>
              <a:p>
                <a:pPr algn="ctr"/>
                <a:r>
                  <a:rPr lang="en-US" sz="400" dirty="0"/>
                  <a:t>Tunisia</a:t>
                </a:r>
              </a:p>
            </p:txBody>
          </p:sp>
          <p:sp>
            <p:nvSpPr>
              <p:cNvPr id="404" name="Rectangle 320"/>
              <p:cNvSpPr>
                <a:spLocks noChangeArrowheads="1"/>
              </p:cNvSpPr>
              <p:nvPr>
                <p:custDataLst>
                  <p:tags r:id="rId177"/>
                </p:custDataLst>
              </p:nvPr>
            </p:nvSpPr>
            <p:spPr bwMode="gray">
              <a:xfrm>
                <a:off x="1829574" y="4386538"/>
                <a:ext cx="181139" cy="61555"/>
              </a:xfrm>
              <a:prstGeom prst="rect">
                <a:avLst/>
              </a:prstGeom>
              <a:noFill/>
              <a:ln w="9525">
                <a:noFill/>
                <a:miter lim="800000"/>
                <a:headEnd/>
                <a:tailEnd/>
              </a:ln>
            </p:spPr>
            <p:txBody>
              <a:bodyPr wrap="none" lIns="0" tIns="0" rIns="0" bIns="0">
                <a:spAutoFit/>
              </a:bodyPr>
              <a:lstStyle/>
              <a:p>
                <a:pPr algn="ctr"/>
                <a:r>
                  <a:rPr lang="en-US" sz="400" dirty="0"/>
                  <a:t>Uganda</a:t>
                </a:r>
              </a:p>
            </p:txBody>
          </p:sp>
          <p:sp>
            <p:nvSpPr>
              <p:cNvPr id="405" name="Rectangle 321"/>
              <p:cNvSpPr>
                <a:spLocks noChangeArrowheads="1"/>
              </p:cNvSpPr>
              <p:nvPr>
                <p:custDataLst>
                  <p:tags r:id="rId178"/>
                </p:custDataLst>
              </p:nvPr>
            </p:nvSpPr>
            <p:spPr bwMode="gray">
              <a:xfrm>
                <a:off x="774814" y="4255170"/>
                <a:ext cx="383489" cy="61555"/>
              </a:xfrm>
              <a:prstGeom prst="rect">
                <a:avLst/>
              </a:prstGeom>
              <a:noFill/>
              <a:ln w="9525">
                <a:noFill/>
                <a:miter lim="800000"/>
                <a:headEnd/>
                <a:tailEnd/>
              </a:ln>
            </p:spPr>
            <p:txBody>
              <a:bodyPr wrap="square" lIns="0" tIns="0" rIns="0" bIns="0">
                <a:spAutoFit/>
              </a:bodyPr>
              <a:lstStyle/>
              <a:p>
                <a:pPr algn="ctr"/>
                <a:r>
                  <a:rPr lang="en-US" sz="400" dirty="0"/>
                  <a:t>Cote d'Ivoire</a:t>
                </a:r>
              </a:p>
            </p:txBody>
          </p:sp>
          <p:sp>
            <p:nvSpPr>
              <p:cNvPr id="406" name="Rectangle 322"/>
              <p:cNvSpPr>
                <a:spLocks noChangeArrowheads="1"/>
              </p:cNvSpPr>
              <p:nvPr>
                <p:custDataLst>
                  <p:tags r:id="rId179"/>
                </p:custDataLst>
              </p:nvPr>
            </p:nvSpPr>
            <p:spPr bwMode="gray">
              <a:xfrm>
                <a:off x="741526" y="3994677"/>
                <a:ext cx="189154" cy="61555"/>
              </a:xfrm>
              <a:prstGeom prst="rect">
                <a:avLst/>
              </a:prstGeom>
              <a:noFill/>
              <a:ln w="9525">
                <a:noFill/>
                <a:miter lim="800000"/>
                <a:headEnd/>
                <a:tailEnd/>
              </a:ln>
            </p:spPr>
            <p:txBody>
              <a:bodyPr wrap="none" lIns="0" tIns="0" rIns="0" bIns="0">
                <a:spAutoFit/>
              </a:bodyPr>
              <a:lstStyle/>
              <a:p>
                <a:pPr algn="ctr"/>
                <a:r>
                  <a:rPr lang="en-US" sz="400" dirty="0"/>
                  <a:t>Senegal</a:t>
                </a:r>
              </a:p>
            </p:txBody>
          </p:sp>
          <p:sp>
            <p:nvSpPr>
              <p:cNvPr id="407" name="Rectangle 323"/>
              <p:cNvSpPr>
                <a:spLocks noChangeArrowheads="1"/>
              </p:cNvSpPr>
              <p:nvPr>
                <p:custDataLst>
                  <p:tags r:id="rId180"/>
                </p:custDataLst>
              </p:nvPr>
            </p:nvSpPr>
            <p:spPr bwMode="gray">
              <a:xfrm>
                <a:off x="988351" y="4061749"/>
                <a:ext cx="304571" cy="61555"/>
              </a:xfrm>
              <a:prstGeom prst="rect">
                <a:avLst/>
              </a:prstGeom>
              <a:noFill/>
              <a:ln w="9525">
                <a:noFill/>
                <a:miter lim="800000"/>
                <a:headEnd/>
                <a:tailEnd/>
              </a:ln>
            </p:spPr>
            <p:txBody>
              <a:bodyPr wrap="none" lIns="0" tIns="0" rIns="0" bIns="0">
                <a:spAutoFit/>
              </a:bodyPr>
              <a:lstStyle/>
              <a:p>
                <a:pPr algn="ctr"/>
                <a:r>
                  <a:rPr lang="en-US" sz="400" dirty="0"/>
                  <a:t>Burkina Faso</a:t>
                </a:r>
              </a:p>
            </p:txBody>
          </p:sp>
          <p:sp>
            <p:nvSpPr>
              <p:cNvPr id="408" name="Rectangle 324"/>
              <p:cNvSpPr>
                <a:spLocks noChangeArrowheads="1"/>
              </p:cNvSpPr>
              <p:nvPr>
                <p:custDataLst>
                  <p:tags r:id="rId181"/>
                </p:custDataLst>
              </p:nvPr>
            </p:nvSpPr>
            <p:spPr bwMode="gray">
              <a:xfrm>
                <a:off x="579497" y="3712015"/>
                <a:ext cx="373500" cy="61555"/>
              </a:xfrm>
              <a:prstGeom prst="rect">
                <a:avLst/>
              </a:prstGeom>
              <a:noFill/>
              <a:ln w="9525">
                <a:noFill/>
                <a:miter lim="800000"/>
                <a:headEnd/>
                <a:tailEnd/>
              </a:ln>
            </p:spPr>
            <p:txBody>
              <a:bodyPr wrap="none" lIns="0" tIns="0" rIns="0" bIns="0">
                <a:spAutoFit/>
              </a:bodyPr>
              <a:lstStyle/>
              <a:p>
                <a:pPr algn="ctr"/>
                <a:r>
                  <a:rPr lang="en-US" sz="400" dirty="0"/>
                  <a:t>Western Sahara</a:t>
                </a:r>
              </a:p>
            </p:txBody>
          </p:sp>
          <p:sp>
            <p:nvSpPr>
              <p:cNvPr id="409" name="Rectangle 325"/>
              <p:cNvSpPr>
                <a:spLocks noChangeArrowheads="1"/>
              </p:cNvSpPr>
              <p:nvPr>
                <p:custDataLst>
                  <p:tags r:id="rId182"/>
                </p:custDataLst>
              </p:nvPr>
            </p:nvSpPr>
            <p:spPr bwMode="gray">
              <a:xfrm>
                <a:off x="2009097" y="3964333"/>
                <a:ext cx="152285" cy="61555"/>
              </a:xfrm>
              <a:prstGeom prst="rect">
                <a:avLst/>
              </a:prstGeom>
              <a:noFill/>
              <a:ln w="9525">
                <a:noFill/>
                <a:miter lim="800000"/>
                <a:headEnd/>
                <a:tailEnd/>
              </a:ln>
            </p:spPr>
            <p:txBody>
              <a:bodyPr wrap="none" lIns="0" tIns="0" rIns="0" bIns="0">
                <a:spAutoFit/>
              </a:bodyPr>
              <a:lstStyle/>
              <a:p>
                <a:pPr algn="ctr"/>
                <a:r>
                  <a:rPr lang="en-US" sz="400" dirty="0"/>
                  <a:t>Eritrea</a:t>
                </a:r>
              </a:p>
            </p:txBody>
          </p:sp>
          <p:sp>
            <p:nvSpPr>
              <p:cNvPr id="410" name="Rectangle 326"/>
              <p:cNvSpPr>
                <a:spLocks noChangeArrowheads="1"/>
              </p:cNvSpPr>
              <p:nvPr>
                <p:custDataLst>
                  <p:tags r:id="rId183"/>
                </p:custDataLst>
              </p:nvPr>
            </p:nvSpPr>
            <p:spPr bwMode="gray">
              <a:xfrm>
                <a:off x="1946864" y="4783580"/>
                <a:ext cx="160300" cy="61555"/>
              </a:xfrm>
              <a:prstGeom prst="rect">
                <a:avLst/>
              </a:prstGeom>
              <a:noFill/>
              <a:ln w="9525">
                <a:noFill/>
                <a:miter lim="800000"/>
                <a:headEnd/>
                <a:tailEnd/>
              </a:ln>
            </p:spPr>
            <p:txBody>
              <a:bodyPr wrap="none" lIns="0" tIns="0" rIns="0" bIns="0">
                <a:spAutoFit/>
              </a:bodyPr>
              <a:lstStyle/>
              <a:p>
                <a:pPr algn="ctr"/>
                <a:r>
                  <a:rPr lang="en-US" sz="400" dirty="0"/>
                  <a:t>Malawi</a:t>
                </a:r>
              </a:p>
            </p:txBody>
          </p:sp>
          <p:sp>
            <p:nvSpPr>
              <p:cNvPr id="411" name="Rectangle 327"/>
              <p:cNvSpPr>
                <a:spLocks noChangeArrowheads="1"/>
              </p:cNvSpPr>
              <p:nvPr>
                <p:custDataLst>
                  <p:tags r:id="rId184"/>
                </p:custDataLst>
              </p:nvPr>
            </p:nvSpPr>
            <p:spPr bwMode="gray">
              <a:xfrm>
                <a:off x="1915903" y="5265877"/>
                <a:ext cx="234038" cy="61555"/>
              </a:xfrm>
              <a:prstGeom prst="rect">
                <a:avLst/>
              </a:prstGeom>
              <a:noFill/>
              <a:ln w="9525">
                <a:noFill/>
                <a:miter lim="800000"/>
                <a:headEnd/>
                <a:tailEnd/>
              </a:ln>
            </p:spPr>
            <p:txBody>
              <a:bodyPr wrap="none" lIns="0" tIns="0" rIns="0" bIns="0">
                <a:spAutoFit/>
              </a:bodyPr>
              <a:lstStyle/>
              <a:p>
                <a:pPr algn="ctr"/>
                <a:r>
                  <a:rPr lang="en-US" sz="400" dirty="0"/>
                  <a:t>Swaziland</a:t>
                </a:r>
              </a:p>
            </p:txBody>
          </p:sp>
          <p:sp>
            <p:nvSpPr>
              <p:cNvPr id="412" name="Rectangle 328"/>
              <p:cNvSpPr>
                <a:spLocks noChangeArrowheads="1"/>
              </p:cNvSpPr>
              <p:nvPr>
                <p:custDataLst>
                  <p:tags r:id="rId185"/>
                </p:custDataLst>
              </p:nvPr>
            </p:nvSpPr>
            <p:spPr bwMode="gray">
              <a:xfrm>
                <a:off x="1840938" y="5349083"/>
                <a:ext cx="214069" cy="61555"/>
              </a:xfrm>
              <a:prstGeom prst="rect">
                <a:avLst/>
              </a:prstGeom>
              <a:noFill/>
              <a:ln w="9525">
                <a:noFill/>
                <a:miter lim="800000"/>
                <a:headEnd/>
                <a:tailEnd/>
              </a:ln>
            </p:spPr>
            <p:txBody>
              <a:bodyPr wrap="square" lIns="0" tIns="0" rIns="0" bIns="0">
                <a:spAutoFit/>
              </a:bodyPr>
              <a:lstStyle/>
              <a:p>
                <a:pPr algn="ctr"/>
                <a:r>
                  <a:rPr lang="en-US" sz="400" dirty="0"/>
                  <a:t>Lesotho</a:t>
                </a:r>
              </a:p>
            </p:txBody>
          </p:sp>
          <p:sp>
            <p:nvSpPr>
              <p:cNvPr id="413" name="Rectangle 329"/>
              <p:cNvSpPr>
                <a:spLocks noChangeArrowheads="1"/>
              </p:cNvSpPr>
              <p:nvPr>
                <p:custDataLst>
                  <p:tags r:id="rId186"/>
                </p:custDataLst>
              </p:nvPr>
            </p:nvSpPr>
            <p:spPr bwMode="gray">
              <a:xfrm>
                <a:off x="1495372" y="4253385"/>
                <a:ext cx="325782" cy="61555"/>
              </a:xfrm>
              <a:prstGeom prst="rect">
                <a:avLst/>
              </a:prstGeom>
              <a:noFill/>
              <a:ln w="9525">
                <a:noFill/>
                <a:miter lim="800000"/>
                <a:headEnd/>
                <a:tailEnd/>
              </a:ln>
            </p:spPr>
            <p:txBody>
              <a:bodyPr lIns="0" tIns="0" rIns="0" bIns="0">
                <a:spAutoFit/>
              </a:bodyPr>
              <a:lstStyle/>
              <a:p>
                <a:pPr algn="ctr"/>
                <a:r>
                  <a:rPr lang="en-US" sz="400" dirty="0"/>
                  <a:t>Cen. Afr. Rep.</a:t>
                </a:r>
              </a:p>
            </p:txBody>
          </p:sp>
          <p:sp>
            <p:nvSpPr>
              <p:cNvPr id="414" name="Rectangle 330"/>
              <p:cNvSpPr>
                <a:spLocks noChangeArrowheads="1"/>
              </p:cNvSpPr>
              <p:nvPr>
                <p:custDataLst>
                  <p:tags r:id="rId187"/>
                </p:custDataLst>
              </p:nvPr>
            </p:nvSpPr>
            <p:spPr bwMode="gray">
              <a:xfrm>
                <a:off x="448268" y="4199088"/>
                <a:ext cx="441854" cy="61555"/>
              </a:xfrm>
              <a:prstGeom prst="rect">
                <a:avLst/>
              </a:prstGeom>
              <a:noFill/>
              <a:ln w="9525">
                <a:noFill/>
                <a:miter lim="800000"/>
                <a:headEnd/>
                <a:tailEnd/>
              </a:ln>
            </p:spPr>
            <p:txBody>
              <a:bodyPr wrap="square" lIns="0" tIns="0" rIns="0" bIns="0">
                <a:spAutoFit/>
              </a:bodyPr>
              <a:lstStyle/>
              <a:p>
                <a:pPr algn="ctr"/>
                <a:r>
                  <a:rPr lang="en-US" sz="400" dirty="0"/>
                  <a:t>Sierra Leone</a:t>
                </a:r>
              </a:p>
            </p:txBody>
          </p:sp>
          <p:sp>
            <p:nvSpPr>
              <p:cNvPr id="415" name="Rectangle 331"/>
              <p:cNvSpPr>
                <a:spLocks noChangeArrowheads="1"/>
              </p:cNvSpPr>
              <p:nvPr>
                <p:custDataLst>
                  <p:tags r:id="rId188"/>
                </p:custDataLst>
              </p:nvPr>
            </p:nvSpPr>
            <p:spPr bwMode="gray">
              <a:xfrm>
                <a:off x="414606" y="4116771"/>
                <a:ext cx="338234" cy="61555"/>
              </a:xfrm>
              <a:prstGeom prst="rect">
                <a:avLst/>
              </a:prstGeom>
              <a:noFill/>
              <a:ln w="9525">
                <a:noFill/>
                <a:miter lim="800000"/>
                <a:headEnd/>
                <a:tailEnd/>
              </a:ln>
            </p:spPr>
            <p:txBody>
              <a:bodyPr wrap="none" lIns="0" tIns="0" rIns="0" bIns="0">
                <a:spAutoFit/>
              </a:bodyPr>
              <a:lstStyle/>
              <a:p>
                <a:pPr algn="ctr"/>
                <a:r>
                  <a:rPr lang="en-US" sz="400" dirty="0"/>
                  <a:t>Guinea-Bissau</a:t>
                </a:r>
              </a:p>
            </p:txBody>
          </p:sp>
          <p:sp>
            <p:nvSpPr>
              <p:cNvPr id="416" name="Rectangle 332"/>
              <p:cNvSpPr>
                <a:spLocks noChangeArrowheads="1"/>
              </p:cNvSpPr>
              <p:nvPr>
                <p:custDataLst>
                  <p:tags r:id="rId189"/>
                </p:custDataLst>
              </p:nvPr>
            </p:nvSpPr>
            <p:spPr bwMode="gray">
              <a:xfrm>
                <a:off x="489229" y="4044177"/>
                <a:ext cx="285335" cy="61555"/>
              </a:xfrm>
              <a:prstGeom prst="rect">
                <a:avLst/>
              </a:prstGeom>
              <a:noFill/>
              <a:ln w="9525">
                <a:noFill/>
                <a:miter lim="800000"/>
                <a:headEnd/>
                <a:tailEnd/>
              </a:ln>
            </p:spPr>
            <p:txBody>
              <a:bodyPr wrap="none" lIns="0" tIns="0" rIns="0" bIns="0">
                <a:spAutoFit/>
              </a:bodyPr>
              <a:lstStyle/>
              <a:p>
                <a:pPr algn="ctr"/>
                <a:r>
                  <a:rPr lang="en-US" sz="400" dirty="0"/>
                  <a:t>The Gambia</a:t>
                </a:r>
              </a:p>
            </p:txBody>
          </p:sp>
          <p:sp>
            <p:nvSpPr>
              <p:cNvPr id="417" name="Rectangle 333"/>
              <p:cNvSpPr>
                <a:spLocks noChangeArrowheads="1"/>
              </p:cNvSpPr>
              <p:nvPr>
                <p:custDataLst>
                  <p:tags r:id="rId190"/>
                </p:custDataLst>
              </p:nvPr>
            </p:nvSpPr>
            <p:spPr bwMode="gray">
              <a:xfrm>
                <a:off x="1088148" y="4393914"/>
                <a:ext cx="328976" cy="61555"/>
              </a:xfrm>
              <a:prstGeom prst="rect">
                <a:avLst/>
              </a:prstGeom>
              <a:noFill/>
              <a:ln w="9525">
                <a:noFill/>
                <a:miter lim="800000"/>
                <a:headEnd/>
                <a:tailEnd/>
              </a:ln>
            </p:spPr>
            <p:txBody>
              <a:bodyPr lIns="0" tIns="0" rIns="0" bIns="0">
                <a:spAutoFit/>
              </a:bodyPr>
              <a:lstStyle/>
              <a:p>
                <a:pPr algn="ctr"/>
                <a:r>
                  <a:rPr lang="en-US" sz="400" dirty="0"/>
                  <a:t>Equat. Guinea</a:t>
                </a:r>
              </a:p>
            </p:txBody>
          </p:sp>
          <p:sp>
            <p:nvSpPr>
              <p:cNvPr id="433" name="Rectangle 334"/>
              <p:cNvSpPr>
                <a:spLocks noChangeArrowheads="1"/>
              </p:cNvSpPr>
              <p:nvPr>
                <p:custDataLst>
                  <p:tags r:id="rId191"/>
                </p:custDataLst>
              </p:nvPr>
            </p:nvSpPr>
            <p:spPr bwMode="gray">
              <a:xfrm>
                <a:off x="1812309" y="4571149"/>
                <a:ext cx="177933" cy="61555"/>
              </a:xfrm>
              <a:prstGeom prst="rect">
                <a:avLst/>
              </a:prstGeom>
              <a:noFill/>
              <a:ln w="9525">
                <a:noFill/>
                <a:miter lim="800000"/>
                <a:headEnd/>
                <a:tailEnd/>
              </a:ln>
            </p:spPr>
            <p:txBody>
              <a:bodyPr wrap="none" lIns="0" tIns="0" rIns="0" bIns="0">
                <a:spAutoFit/>
              </a:bodyPr>
              <a:lstStyle/>
              <a:p>
                <a:pPr algn="ctr"/>
                <a:r>
                  <a:rPr lang="en-US" sz="400" dirty="0"/>
                  <a:t>Burundi</a:t>
                </a:r>
              </a:p>
            </p:txBody>
          </p:sp>
          <p:sp>
            <p:nvSpPr>
              <p:cNvPr id="602" name="Rectangle 335"/>
              <p:cNvSpPr>
                <a:spLocks noChangeArrowheads="1"/>
              </p:cNvSpPr>
              <p:nvPr>
                <p:custDataLst>
                  <p:tags r:id="rId192"/>
                </p:custDataLst>
              </p:nvPr>
            </p:nvSpPr>
            <p:spPr bwMode="gray">
              <a:xfrm>
                <a:off x="2037969" y="4070596"/>
                <a:ext cx="171521" cy="61555"/>
              </a:xfrm>
              <a:prstGeom prst="rect">
                <a:avLst/>
              </a:prstGeom>
              <a:noFill/>
              <a:ln w="9525">
                <a:noFill/>
                <a:miter lim="800000"/>
                <a:headEnd/>
                <a:tailEnd/>
              </a:ln>
            </p:spPr>
            <p:txBody>
              <a:bodyPr wrap="none" lIns="0" tIns="0" rIns="0" bIns="0">
                <a:spAutoFit/>
              </a:bodyPr>
              <a:lstStyle/>
              <a:p>
                <a:pPr algn="ctr"/>
                <a:r>
                  <a:rPr lang="en-US" sz="400" dirty="0"/>
                  <a:t>Djibouti</a:t>
                </a:r>
              </a:p>
            </p:txBody>
          </p:sp>
          <p:sp>
            <p:nvSpPr>
              <p:cNvPr id="607" name="Rectangle 339"/>
              <p:cNvSpPr>
                <a:spLocks noChangeArrowheads="1"/>
              </p:cNvSpPr>
              <p:nvPr>
                <p:custDataLst>
                  <p:tags r:id="rId193"/>
                </p:custDataLst>
              </p:nvPr>
            </p:nvSpPr>
            <p:spPr bwMode="gray">
              <a:xfrm>
                <a:off x="2189180" y="4673374"/>
                <a:ext cx="209993" cy="61555"/>
              </a:xfrm>
              <a:prstGeom prst="rect">
                <a:avLst/>
              </a:prstGeom>
              <a:noFill/>
              <a:ln w="9525">
                <a:noFill/>
                <a:miter lim="800000"/>
                <a:headEnd/>
                <a:tailEnd/>
              </a:ln>
            </p:spPr>
            <p:txBody>
              <a:bodyPr wrap="none" lIns="0" tIns="0" rIns="0" bIns="0">
                <a:spAutoFit/>
              </a:bodyPr>
              <a:lstStyle/>
              <a:p>
                <a:pPr algn="ctr"/>
                <a:r>
                  <a:rPr lang="en-US" sz="400" dirty="0"/>
                  <a:t>Comoros</a:t>
                </a:r>
              </a:p>
            </p:txBody>
          </p:sp>
          <p:sp>
            <p:nvSpPr>
              <p:cNvPr id="609" name="Rectangle 294"/>
              <p:cNvSpPr>
                <a:spLocks noChangeArrowheads="1"/>
              </p:cNvSpPr>
              <p:nvPr>
                <p:custDataLst>
                  <p:tags r:id="rId194"/>
                </p:custDataLst>
              </p:nvPr>
            </p:nvSpPr>
            <p:spPr bwMode="gray">
              <a:xfrm>
                <a:off x="1774194" y="4207408"/>
                <a:ext cx="225492" cy="123111"/>
              </a:xfrm>
              <a:prstGeom prst="rect">
                <a:avLst/>
              </a:prstGeom>
              <a:noFill/>
              <a:ln w="9525">
                <a:noFill/>
                <a:miter lim="800000"/>
                <a:headEnd/>
                <a:tailEnd/>
              </a:ln>
            </p:spPr>
            <p:txBody>
              <a:bodyPr wrap="square" lIns="0" tIns="0" rIns="0" bIns="0">
                <a:spAutoFit/>
              </a:bodyPr>
              <a:lstStyle/>
              <a:p>
                <a:pPr algn="ctr"/>
                <a:r>
                  <a:rPr lang="en-US" sz="400" dirty="0"/>
                  <a:t>South Sudan</a:t>
                </a:r>
              </a:p>
            </p:txBody>
          </p:sp>
        </p:grpSp>
        <p:grpSp>
          <p:nvGrpSpPr>
            <p:cNvPr id="16" name="グループ化 15"/>
            <p:cNvGrpSpPr/>
            <p:nvPr/>
          </p:nvGrpSpPr>
          <p:grpSpPr>
            <a:xfrm>
              <a:off x="5500546" y="1790865"/>
              <a:ext cx="3511335" cy="4274353"/>
              <a:chOff x="5500546" y="1790865"/>
              <a:chExt cx="3511335" cy="4274353"/>
            </a:xfrm>
          </p:grpSpPr>
          <p:sp>
            <p:nvSpPr>
              <p:cNvPr id="226" name="Rectangle 341"/>
              <p:cNvSpPr>
                <a:spLocks noChangeArrowheads="1"/>
              </p:cNvSpPr>
              <p:nvPr>
                <p:custDataLst>
                  <p:tags r:id="rId2"/>
                </p:custDataLst>
              </p:nvPr>
            </p:nvSpPr>
            <p:spPr bwMode="gray">
              <a:xfrm>
                <a:off x="8313609" y="6003663"/>
                <a:ext cx="264495" cy="61555"/>
              </a:xfrm>
              <a:prstGeom prst="rect">
                <a:avLst/>
              </a:prstGeom>
              <a:noFill/>
              <a:ln w="9525">
                <a:noFill/>
                <a:miter lim="800000"/>
                <a:headEnd/>
                <a:tailEnd/>
              </a:ln>
            </p:spPr>
            <p:txBody>
              <a:bodyPr wrap="none" lIns="0" tIns="0" rIns="0" bIns="0">
                <a:spAutoFit/>
              </a:bodyPr>
              <a:lstStyle/>
              <a:p>
                <a:pPr algn="ctr"/>
                <a:r>
                  <a:rPr lang="en-US" sz="400" dirty="0"/>
                  <a:t>Falkland Is.</a:t>
                </a:r>
              </a:p>
            </p:txBody>
          </p:sp>
          <p:sp>
            <p:nvSpPr>
              <p:cNvPr id="227" name="Rectangle 342"/>
              <p:cNvSpPr>
                <a:spLocks noChangeArrowheads="1"/>
              </p:cNvSpPr>
              <p:nvPr>
                <p:custDataLst>
                  <p:tags r:id="rId3"/>
                </p:custDataLst>
              </p:nvPr>
            </p:nvSpPr>
            <p:spPr bwMode="gray">
              <a:xfrm>
                <a:off x="8444644" y="4269928"/>
                <a:ext cx="221214" cy="61555"/>
              </a:xfrm>
              <a:prstGeom prst="rect">
                <a:avLst/>
              </a:prstGeom>
              <a:noFill/>
              <a:ln w="9525">
                <a:noFill/>
                <a:miter lim="800000"/>
                <a:headEnd/>
                <a:tailEnd/>
              </a:ln>
            </p:spPr>
            <p:txBody>
              <a:bodyPr wrap="none" lIns="0" tIns="0" rIns="0" bIns="0">
                <a:spAutoFit/>
              </a:bodyPr>
              <a:lstStyle/>
              <a:p>
                <a:pPr algn="ctr"/>
                <a:r>
                  <a:rPr lang="en-US" sz="400" dirty="0"/>
                  <a:t>Suriname</a:t>
                </a:r>
              </a:p>
            </p:txBody>
          </p:sp>
          <p:sp>
            <p:nvSpPr>
              <p:cNvPr id="228" name="Rectangle 343"/>
              <p:cNvSpPr>
                <a:spLocks noChangeArrowheads="1"/>
              </p:cNvSpPr>
              <p:nvPr>
                <p:custDataLst>
                  <p:tags r:id="rId4"/>
                </p:custDataLst>
              </p:nvPr>
            </p:nvSpPr>
            <p:spPr bwMode="gray">
              <a:xfrm>
                <a:off x="8517629" y="4753214"/>
                <a:ext cx="128240" cy="61555"/>
              </a:xfrm>
              <a:prstGeom prst="rect">
                <a:avLst/>
              </a:prstGeom>
              <a:noFill/>
              <a:ln w="9525">
                <a:noFill/>
                <a:miter lim="800000"/>
                <a:headEnd/>
                <a:tailEnd/>
              </a:ln>
            </p:spPr>
            <p:txBody>
              <a:bodyPr wrap="none" lIns="0" tIns="0" rIns="0" bIns="0">
                <a:spAutoFit/>
              </a:bodyPr>
              <a:lstStyle/>
              <a:p>
                <a:pPr algn="ctr"/>
                <a:r>
                  <a:rPr lang="en-US" sz="400" dirty="0"/>
                  <a:t>Brazil</a:t>
                </a:r>
              </a:p>
            </p:txBody>
          </p:sp>
          <p:sp>
            <p:nvSpPr>
              <p:cNvPr id="229" name="Rectangle 344"/>
              <p:cNvSpPr>
                <a:spLocks noChangeArrowheads="1"/>
              </p:cNvSpPr>
              <p:nvPr>
                <p:custDataLst>
                  <p:tags r:id="rId5"/>
                </p:custDataLst>
              </p:nvPr>
            </p:nvSpPr>
            <p:spPr bwMode="gray">
              <a:xfrm>
                <a:off x="8142398" y="5544584"/>
                <a:ext cx="221214" cy="61555"/>
              </a:xfrm>
              <a:prstGeom prst="rect">
                <a:avLst/>
              </a:prstGeom>
              <a:noFill/>
              <a:ln w="9525">
                <a:noFill/>
                <a:miter lim="800000"/>
                <a:headEnd/>
                <a:tailEnd/>
              </a:ln>
            </p:spPr>
            <p:txBody>
              <a:bodyPr wrap="none" lIns="0" tIns="0" rIns="0" bIns="0">
                <a:spAutoFit/>
              </a:bodyPr>
              <a:lstStyle/>
              <a:p>
                <a:pPr algn="ctr"/>
                <a:r>
                  <a:rPr lang="en-US" sz="400" dirty="0"/>
                  <a:t>Argentina</a:t>
                </a:r>
              </a:p>
            </p:txBody>
          </p:sp>
          <p:sp>
            <p:nvSpPr>
              <p:cNvPr id="230" name="Rectangle 345"/>
              <p:cNvSpPr>
                <a:spLocks noChangeArrowheads="1"/>
              </p:cNvSpPr>
              <p:nvPr>
                <p:custDataLst>
                  <p:tags r:id="rId6"/>
                </p:custDataLst>
              </p:nvPr>
            </p:nvSpPr>
            <p:spPr bwMode="gray">
              <a:xfrm>
                <a:off x="7891156" y="4690918"/>
                <a:ext cx="109004" cy="61555"/>
              </a:xfrm>
              <a:prstGeom prst="rect">
                <a:avLst/>
              </a:prstGeom>
              <a:noFill/>
              <a:ln w="9525">
                <a:noFill/>
                <a:miter lim="800000"/>
                <a:headEnd/>
                <a:tailEnd/>
              </a:ln>
            </p:spPr>
            <p:txBody>
              <a:bodyPr wrap="none" lIns="0" tIns="0" rIns="0" bIns="0">
                <a:spAutoFit/>
              </a:bodyPr>
              <a:lstStyle/>
              <a:p>
                <a:pPr algn="ctr"/>
                <a:r>
                  <a:rPr lang="en-US" sz="400" dirty="0"/>
                  <a:t>Peru</a:t>
                </a:r>
              </a:p>
            </p:txBody>
          </p:sp>
          <p:sp>
            <p:nvSpPr>
              <p:cNvPr id="231" name="Rectangle 346"/>
              <p:cNvSpPr>
                <a:spLocks noChangeArrowheads="1"/>
              </p:cNvSpPr>
              <p:nvPr>
                <p:custDataLst>
                  <p:tags r:id="rId7"/>
                </p:custDataLst>
              </p:nvPr>
            </p:nvSpPr>
            <p:spPr bwMode="gray">
              <a:xfrm>
                <a:off x="8039485" y="5452708"/>
                <a:ext cx="117019" cy="61555"/>
              </a:xfrm>
              <a:prstGeom prst="rect">
                <a:avLst/>
              </a:prstGeom>
              <a:noFill/>
              <a:ln w="9525">
                <a:noFill/>
                <a:miter lim="800000"/>
                <a:headEnd/>
                <a:tailEnd/>
              </a:ln>
            </p:spPr>
            <p:txBody>
              <a:bodyPr wrap="none" lIns="0" tIns="0" rIns="0" bIns="0">
                <a:spAutoFit/>
              </a:bodyPr>
              <a:lstStyle/>
              <a:p>
                <a:pPr algn="ctr"/>
                <a:r>
                  <a:rPr lang="en-US" sz="400" dirty="0"/>
                  <a:t>Chile</a:t>
                </a:r>
              </a:p>
            </p:txBody>
          </p:sp>
          <p:sp>
            <p:nvSpPr>
              <p:cNvPr id="232" name="Rectangle 347"/>
              <p:cNvSpPr>
                <a:spLocks noChangeArrowheads="1"/>
              </p:cNvSpPr>
              <p:nvPr>
                <p:custDataLst>
                  <p:tags r:id="rId8"/>
                </p:custDataLst>
              </p:nvPr>
            </p:nvSpPr>
            <p:spPr bwMode="gray">
              <a:xfrm>
                <a:off x="8187255" y="4975741"/>
                <a:ext cx="150682" cy="61555"/>
              </a:xfrm>
              <a:prstGeom prst="rect">
                <a:avLst/>
              </a:prstGeom>
              <a:noFill/>
              <a:ln w="9525">
                <a:noFill/>
                <a:miter lim="800000"/>
                <a:headEnd/>
                <a:tailEnd/>
              </a:ln>
            </p:spPr>
            <p:txBody>
              <a:bodyPr wrap="none" lIns="0" tIns="0" rIns="0" bIns="0">
                <a:spAutoFit/>
              </a:bodyPr>
              <a:lstStyle/>
              <a:p>
                <a:pPr algn="ctr"/>
                <a:r>
                  <a:rPr lang="en-US" sz="400" dirty="0"/>
                  <a:t>Bolivia</a:t>
                </a:r>
              </a:p>
            </p:txBody>
          </p:sp>
          <p:sp>
            <p:nvSpPr>
              <p:cNvPr id="233" name="Rectangle 348"/>
              <p:cNvSpPr>
                <a:spLocks noChangeArrowheads="1"/>
              </p:cNvSpPr>
              <p:nvPr>
                <p:custDataLst>
                  <p:tags r:id="rId9"/>
                </p:custDataLst>
              </p:nvPr>
            </p:nvSpPr>
            <p:spPr bwMode="gray">
              <a:xfrm>
                <a:off x="7917032" y="4338993"/>
                <a:ext cx="218008" cy="61555"/>
              </a:xfrm>
              <a:prstGeom prst="rect">
                <a:avLst/>
              </a:prstGeom>
              <a:noFill/>
              <a:ln w="9525">
                <a:noFill/>
                <a:miter lim="800000"/>
                <a:headEnd/>
                <a:tailEnd/>
              </a:ln>
            </p:spPr>
            <p:txBody>
              <a:bodyPr wrap="none" lIns="0" tIns="0" rIns="0" bIns="0">
                <a:spAutoFit/>
              </a:bodyPr>
              <a:lstStyle/>
              <a:p>
                <a:pPr algn="ctr"/>
                <a:r>
                  <a:rPr lang="en-US" sz="400" dirty="0"/>
                  <a:t>Colombia</a:t>
                </a:r>
              </a:p>
            </p:txBody>
          </p:sp>
          <p:sp>
            <p:nvSpPr>
              <p:cNvPr id="234" name="Rectangle 349"/>
              <p:cNvSpPr>
                <a:spLocks noChangeArrowheads="1"/>
              </p:cNvSpPr>
              <p:nvPr>
                <p:custDataLst>
                  <p:tags r:id="rId10"/>
                </p:custDataLst>
              </p:nvPr>
            </p:nvSpPr>
            <p:spPr bwMode="gray">
              <a:xfrm>
                <a:off x="8070381" y="4215002"/>
                <a:ext cx="243656" cy="61555"/>
              </a:xfrm>
              <a:prstGeom prst="rect">
                <a:avLst/>
              </a:prstGeom>
              <a:noFill/>
              <a:ln w="9525">
                <a:noFill/>
                <a:miter lim="800000"/>
                <a:headEnd/>
                <a:tailEnd/>
              </a:ln>
            </p:spPr>
            <p:txBody>
              <a:bodyPr wrap="none" lIns="0" tIns="0" rIns="0" bIns="0">
                <a:spAutoFit/>
              </a:bodyPr>
              <a:lstStyle/>
              <a:p>
                <a:pPr algn="ctr"/>
                <a:r>
                  <a:rPr lang="en-US" sz="400" dirty="0"/>
                  <a:t>Venezuela</a:t>
                </a:r>
              </a:p>
            </p:txBody>
          </p:sp>
          <p:sp>
            <p:nvSpPr>
              <p:cNvPr id="235" name="Rectangle 350"/>
              <p:cNvSpPr>
                <a:spLocks noChangeArrowheads="1"/>
              </p:cNvSpPr>
              <p:nvPr>
                <p:custDataLst>
                  <p:tags r:id="rId11"/>
                </p:custDataLst>
              </p:nvPr>
            </p:nvSpPr>
            <p:spPr bwMode="gray">
              <a:xfrm>
                <a:off x="8273588" y="5141990"/>
                <a:ext cx="221214" cy="61555"/>
              </a:xfrm>
              <a:prstGeom prst="rect">
                <a:avLst/>
              </a:prstGeom>
              <a:noFill/>
              <a:ln w="9525">
                <a:noFill/>
                <a:miter lim="800000"/>
                <a:headEnd/>
                <a:tailEnd/>
              </a:ln>
            </p:spPr>
            <p:txBody>
              <a:bodyPr wrap="none" lIns="0" tIns="0" rIns="0" bIns="0">
                <a:spAutoFit/>
              </a:bodyPr>
              <a:lstStyle/>
              <a:p>
                <a:pPr algn="ctr"/>
                <a:r>
                  <a:rPr lang="en-US" sz="400" dirty="0"/>
                  <a:t>Paraguay</a:t>
                </a:r>
              </a:p>
            </p:txBody>
          </p:sp>
          <p:sp>
            <p:nvSpPr>
              <p:cNvPr id="236" name="Rectangle 351"/>
              <p:cNvSpPr>
                <a:spLocks noChangeArrowheads="1"/>
              </p:cNvSpPr>
              <p:nvPr>
                <p:custDataLst>
                  <p:tags r:id="rId12"/>
                </p:custDataLst>
              </p:nvPr>
            </p:nvSpPr>
            <p:spPr bwMode="gray">
              <a:xfrm>
                <a:off x="8430216" y="5435141"/>
                <a:ext cx="195566" cy="61555"/>
              </a:xfrm>
              <a:prstGeom prst="rect">
                <a:avLst/>
              </a:prstGeom>
              <a:noFill/>
              <a:ln w="9525">
                <a:noFill/>
                <a:miter lim="800000"/>
                <a:headEnd/>
                <a:tailEnd/>
              </a:ln>
            </p:spPr>
            <p:txBody>
              <a:bodyPr wrap="none" lIns="0" tIns="0" rIns="0" bIns="0">
                <a:spAutoFit/>
              </a:bodyPr>
              <a:lstStyle/>
              <a:p>
                <a:pPr algn="ctr"/>
                <a:r>
                  <a:rPr lang="en-US" sz="400" dirty="0"/>
                  <a:t>Uruguay</a:t>
                </a:r>
              </a:p>
            </p:txBody>
          </p:sp>
          <p:sp>
            <p:nvSpPr>
              <p:cNvPr id="237" name="Rectangle 352"/>
              <p:cNvSpPr>
                <a:spLocks noChangeArrowheads="1"/>
              </p:cNvSpPr>
              <p:nvPr>
                <p:custDataLst>
                  <p:tags r:id="rId13"/>
                </p:custDataLst>
              </p:nvPr>
            </p:nvSpPr>
            <p:spPr bwMode="gray">
              <a:xfrm>
                <a:off x="7818199" y="4470574"/>
                <a:ext cx="192360" cy="61555"/>
              </a:xfrm>
              <a:prstGeom prst="rect">
                <a:avLst/>
              </a:prstGeom>
              <a:noFill/>
              <a:ln w="9525">
                <a:noFill/>
                <a:miter lim="800000"/>
                <a:headEnd/>
                <a:tailEnd/>
              </a:ln>
            </p:spPr>
            <p:txBody>
              <a:bodyPr wrap="none" lIns="0" tIns="0" rIns="0" bIns="0">
                <a:spAutoFit/>
              </a:bodyPr>
              <a:lstStyle/>
              <a:p>
                <a:pPr algn="ctr"/>
                <a:r>
                  <a:rPr lang="en-US" sz="400" dirty="0"/>
                  <a:t>Ecuador</a:t>
                </a:r>
              </a:p>
            </p:txBody>
          </p:sp>
          <p:sp>
            <p:nvSpPr>
              <p:cNvPr id="238" name="Rectangle 353"/>
              <p:cNvSpPr>
                <a:spLocks noChangeArrowheads="1"/>
              </p:cNvSpPr>
              <p:nvPr>
                <p:custDataLst>
                  <p:tags r:id="rId14"/>
                </p:custDataLst>
              </p:nvPr>
            </p:nvSpPr>
            <p:spPr bwMode="gray">
              <a:xfrm>
                <a:off x="8376348" y="4219742"/>
                <a:ext cx="181139" cy="61555"/>
              </a:xfrm>
              <a:prstGeom prst="rect">
                <a:avLst/>
              </a:prstGeom>
              <a:noFill/>
              <a:ln w="9525">
                <a:noFill/>
                <a:miter lim="800000"/>
                <a:headEnd/>
                <a:tailEnd/>
              </a:ln>
            </p:spPr>
            <p:txBody>
              <a:bodyPr wrap="none" lIns="0" tIns="0" rIns="0" bIns="0">
                <a:spAutoFit/>
              </a:bodyPr>
              <a:lstStyle/>
              <a:p>
                <a:pPr algn="ctr"/>
                <a:r>
                  <a:rPr lang="en-US" sz="400" dirty="0"/>
                  <a:t>Guyana</a:t>
                </a:r>
              </a:p>
            </p:txBody>
          </p:sp>
          <p:sp>
            <p:nvSpPr>
              <p:cNvPr id="239" name="Rectangle 354"/>
              <p:cNvSpPr>
                <a:spLocks noChangeArrowheads="1"/>
              </p:cNvSpPr>
              <p:nvPr>
                <p:custDataLst>
                  <p:tags r:id="rId15"/>
                </p:custDataLst>
              </p:nvPr>
            </p:nvSpPr>
            <p:spPr bwMode="gray">
              <a:xfrm>
                <a:off x="8553589" y="4322439"/>
                <a:ext cx="343043" cy="61555"/>
              </a:xfrm>
              <a:prstGeom prst="rect">
                <a:avLst/>
              </a:prstGeom>
              <a:noFill/>
              <a:ln w="9525">
                <a:noFill/>
                <a:miter lim="800000"/>
                <a:headEnd/>
                <a:tailEnd/>
              </a:ln>
            </p:spPr>
            <p:txBody>
              <a:bodyPr wrap="none" lIns="0" tIns="0" rIns="0" bIns="0">
                <a:spAutoFit/>
              </a:bodyPr>
              <a:lstStyle/>
              <a:p>
                <a:pPr algn="ctr"/>
                <a:r>
                  <a:rPr lang="en-US" sz="400" dirty="0"/>
                  <a:t>French Guiana</a:t>
                </a:r>
              </a:p>
            </p:txBody>
          </p:sp>
          <p:sp>
            <p:nvSpPr>
              <p:cNvPr id="240" name="Rectangle 355"/>
              <p:cNvSpPr>
                <a:spLocks noChangeArrowheads="1"/>
              </p:cNvSpPr>
              <p:nvPr>
                <p:custDataLst>
                  <p:tags r:id="rId16"/>
                </p:custDataLst>
              </p:nvPr>
            </p:nvSpPr>
            <p:spPr bwMode="gray">
              <a:xfrm>
                <a:off x="8296257" y="4069736"/>
                <a:ext cx="426399" cy="61555"/>
              </a:xfrm>
              <a:prstGeom prst="rect">
                <a:avLst/>
              </a:prstGeom>
              <a:noFill/>
              <a:ln w="9525">
                <a:noFill/>
                <a:miter lim="800000"/>
                <a:headEnd/>
                <a:tailEnd/>
              </a:ln>
            </p:spPr>
            <p:txBody>
              <a:bodyPr wrap="none" lIns="0" tIns="0" rIns="0" bIns="0">
                <a:spAutoFit/>
              </a:bodyPr>
              <a:lstStyle/>
              <a:p>
                <a:pPr algn="ctr"/>
                <a:r>
                  <a:rPr lang="en-US" sz="400" dirty="0"/>
                  <a:t>Trinidad &amp; Tobago</a:t>
                </a:r>
              </a:p>
            </p:txBody>
          </p:sp>
          <p:sp>
            <p:nvSpPr>
              <p:cNvPr id="242" name="Rectangle 357"/>
              <p:cNvSpPr>
                <a:spLocks noChangeArrowheads="1"/>
              </p:cNvSpPr>
              <p:nvPr>
                <p:custDataLst>
                  <p:tags r:id="rId17"/>
                </p:custDataLst>
              </p:nvPr>
            </p:nvSpPr>
            <p:spPr bwMode="gray">
              <a:xfrm>
                <a:off x="6110906" y="4684568"/>
                <a:ext cx="399148" cy="61555"/>
              </a:xfrm>
              <a:prstGeom prst="rect">
                <a:avLst/>
              </a:prstGeom>
              <a:noFill/>
              <a:ln w="9525">
                <a:noFill/>
                <a:miter lim="800000"/>
                <a:headEnd/>
                <a:tailEnd/>
              </a:ln>
            </p:spPr>
            <p:txBody>
              <a:bodyPr wrap="none" lIns="0" tIns="0" rIns="0" bIns="0">
                <a:spAutoFit/>
              </a:bodyPr>
              <a:lstStyle/>
              <a:p>
                <a:pPr algn="ctr"/>
                <a:r>
                  <a:rPr lang="en-US" sz="400" dirty="0"/>
                  <a:t>French Polynesia</a:t>
                </a:r>
              </a:p>
            </p:txBody>
          </p:sp>
          <p:sp>
            <p:nvSpPr>
              <p:cNvPr id="244" name="Rectangle 374"/>
              <p:cNvSpPr>
                <a:spLocks noChangeArrowheads="1"/>
              </p:cNvSpPr>
              <p:nvPr>
                <p:custDataLst>
                  <p:tags r:id="rId18"/>
                </p:custDataLst>
              </p:nvPr>
            </p:nvSpPr>
            <p:spPr bwMode="gray">
              <a:xfrm>
                <a:off x="7315998" y="4456201"/>
                <a:ext cx="318998" cy="61555"/>
              </a:xfrm>
              <a:prstGeom prst="rect">
                <a:avLst/>
              </a:prstGeom>
              <a:noFill/>
              <a:ln w="9525">
                <a:noFill/>
                <a:miter lim="800000"/>
                <a:headEnd/>
                <a:tailEnd/>
              </a:ln>
            </p:spPr>
            <p:txBody>
              <a:bodyPr wrap="none" lIns="0" tIns="0" rIns="0" bIns="0">
                <a:spAutoFit/>
              </a:bodyPr>
              <a:lstStyle/>
              <a:p>
                <a:pPr algn="ctr"/>
                <a:r>
                  <a:rPr lang="en-US" sz="400" dirty="0"/>
                  <a:t>Galapagos Is.</a:t>
                </a:r>
              </a:p>
            </p:txBody>
          </p:sp>
          <p:sp>
            <p:nvSpPr>
              <p:cNvPr id="245" name="Rectangle 377"/>
              <p:cNvSpPr>
                <a:spLocks noChangeArrowheads="1"/>
              </p:cNvSpPr>
              <p:nvPr>
                <p:custDataLst>
                  <p:tags r:id="rId19"/>
                </p:custDataLst>
              </p:nvPr>
            </p:nvSpPr>
            <p:spPr bwMode="gray">
              <a:xfrm>
                <a:off x="7765390" y="3972320"/>
                <a:ext cx="224420" cy="61555"/>
              </a:xfrm>
              <a:prstGeom prst="rect">
                <a:avLst/>
              </a:prstGeom>
              <a:noFill/>
              <a:ln w="9525">
                <a:noFill/>
                <a:miter lim="800000"/>
                <a:headEnd/>
                <a:tailEnd/>
              </a:ln>
            </p:spPr>
            <p:txBody>
              <a:bodyPr wrap="none" lIns="0" tIns="0" rIns="0" bIns="0">
                <a:spAutoFit/>
              </a:bodyPr>
              <a:lstStyle/>
              <a:p>
                <a:pPr algn="ctr"/>
                <a:r>
                  <a:rPr lang="en-US" sz="400" dirty="0"/>
                  <a:t>Honduras</a:t>
                </a:r>
              </a:p>
            </p:txBody>
          </p:sp>
          <p:sp>
            <p:nvSpPr>
              <p:cNvPr id="246" name="Rectangle 384"/>
              <p:cNvSpPr>
                <a:spLocks noChangeArrowheads="1"/>
              </p:cNvSpPr>
              <p:nvPr>
                <p:custDataLst>
                  <p:tags r:id="rId20"/>
                </p:custDataLst>
              </p:nvPr>
            </p:nvSpPr>
            <p:spPr bwMode="gray">
              <a:xfrm>
                <a:off x="7816190" y="4064944"/>
                <a:ext cx="235641" cy="61555"/>
              </a:xfrm>
              <a:prstGeom prst="rect">
                <a:avLst/>
              </a:prstGeom>
              <a:noFill/>
              <a:ln w="9525">
                <a:noFill/>
                <a:miter lim="800000"/>
                <a:headEnd/>
                <a:tailEnd/>
              </a:ln>
            </p:spPr>
            <p:txBody>
              <a:bodyPr wrap="none" lIns="0" tIns="0" rIns="0" bIns="0">
                <a:spAutoFit/>
              </a:bodyPr>
              <a:lstStyle/>
              <a:p>
                <a:pPr algn="ctr"/>
                <a:r>
                  <a:rPr lang="en-US" sz="400" dirty="0"/>
                  <a:t>Nicaragua</a:t>
                </a:r>
              </a:p>
            </p:txBody>
          </p:sp>
          <p:sp>
            <p:nvSpPr>
              <p:cNvPr id="247" name="Rectangle 385"/>
              <p:cNvSpPr>
                <a:spLocks noChangeArrowheads="1"/>
              </p:cNvSpPr>
              <p:nvPr>
                <p:custDataLst>
                  <p:tags r:id="rId21"/>
                </p:custDataLst>
              </p:nvPr>
            </p:nvSpPr>
            <p:spPr bwMode="gray">
              <a:xfrm>
                <a:off x="8095918" y="3678479"/>
                <a:ext cx="322204" cy="61555"/>
              </a:xfrm>
              <a:prstGeom prst="rect">
                <a:avLst/>
              </a:prstGeom>
              <a:noFill/>
              <a:ln w="9525">
                <a:noFill/>
                <a:miter lim="800000"/>
                <a:headEnd/>
                <a:tailEnd/>
              </a:ln>
            </p:spPr>
            <p:txBody>
              <a:bodyPr wrap="none" lIns="0" tIns="0" rIns="0" bIns="0">
                <a:spAutoFit/>
              </a:bodyPr>
              <a:lstStyle/>
              <a:p>
                <a:pPr algn="ctr"/>
                <a:r>
                  <a:rPr lang="en-US" sz="400" dirty="0"/>
                  <a:t>The Bahamas</a:t>
                </a:r>
              </a:p>
            </p:txBody>
          </p:sp>
          <p:sp>
            <p:nvSpPr>
              <p:cNvPr id="248" name="Rectangle 386"/>
              <p:cNvSpPr>
                <a:spLocks noChangeArrowheads="1"/>
              </p:cNvSpPr>
              <p:nvPr>
                <p:custDataLst>
                  <p:tags r:id="rId22"/>
                </p:custDataLst>
              </p:nvPr>
            </p:nvSpPr>
            <p:spPr bwMode="gray">
              <a:xfrm>
                <a:off x="6019257" y="3780494"/>
                <a:ext cx="153888" cy="61555"/>
              </a:xfrm>
              <a:prstGeom prst="rect">
                <a:avLst/>
              </a:prstGeom>
              <a:noFill/>
              <a:ln w="9525">
                <a:noFill/>
                <a:miter lim="800000"/>
                <a:headEnd/>
                <a:tailEnd/>
              </a:ln>
            </p:spPr>
            <p:txBody>
              <a:bodyPr wrap="none" lIns="0" tIns="0" rIns="0" bIns="0">
                <a:spAutoFit/>
              </a:bodyPr>
              <a:lstStyle/>
              <a:p>
                <a:pPr algn="ctr"/>
                <a:r>
                  <a:rPr lang="en-US" sz="400" dirty="0"/>
                  <a:t>Hawaii</a:t>
                </a:r>
              </a:p>
            </p:txBody>
          </p:sp>
          <p:sp>
            <p:nvSpPr>
              <p:cNvPr id="249" name="Rectangle 387"/>
              <p:cNvSpPr>
                <a:spLocks noChangeArrowheads="1"/>
              </p:cNvSpPr>
              <p:nvPr>
                <p:custDataLst>
                  <p:tags r:id="rId23"/>
                </p:custDataLst>
              </p:nvPr>
            </p:nvSpPr>
            <p:spPr bwMode="gray">
              <a:xfrm>
                <a:off x="8216045" y="3414981"/>
                <a:ext cx="209993" cy="61555"/>
              </a:xfrm>
              <a:prstGeom prst="rect">
                <a:avLst/>
              </a:prstGeom>
              <a:noFill/>
              <a:ln w="9525">
                <a:noFill/>
                <a:miter lim="800000"/>
                <a:headEnd/>
                <a:tailEnd/>
              </a:ln>
            </p:spPr>
            <p:txBody>
              <a:bodyPr wrap="none" lIns="0" tIns="0" rIns="0" bIns="0">
                <a:spAutoFit/>
              </a:bodyPr>
              <a:lstStyle/>
              <a:p>
                <a:pPr algn="ctr"/>
                <a:r>
                  <a:rPr lang="en-US" sz="400" dirty="0"/>
                  <a:t>Bermuda</a:t>
                </a:r>
              </a:p>
            </p:txBody>
          </p:sp>
          <p:sp>
            <p:nvSpPr>
              <p:cNvPr id="251" name="Rectangle 389"/>
              <p:cNvSpPr>
                <a:spLocks noChangeArrowheads="1"/>
              </p:cNvSpPr>
              <p:nvPr>
                <p:custDataLst>
                  <p:tags r:id="rId24"/>
                </p:custDataLst>
              </p:nvPr>
            </p:nvSpPr>
            <p:spPr bwMode="gray">
              <a:xfrm>
                <a:off x="7031066" y="2525469"/>
                <a:ext cx="181139" cy="61555"/>
              </a:xfrm>
              <a:prstGeom prst="rect">
                <a:avLst/>
              </a:prstGeom>
              <a:noFill/>
              <a:ln w="9525">
                <a:noFill/>
                <a:miter lim="800000"/>
                <a:headEnd/>
                <a:tailEnd/>
              </a:ln>
            </p:spPr>
            <p:txBody>
              <a:bodyPr wrap="none" lIns="0" tIns="0" rIns="0" bIns="0">
                <a:spAutoFit/>
              </a:bodyPr>
              <a:lstStyle/>
              <a:p>
                <a:pPr algn="ctr"/>
                <a:r>
                  <a:rPr lang="en-US" sz="400" dirty="0"/>
                  <a:t>Canada</a:t>
                </a:r>
              </a:p>
            </p:txBody>
          </p:sp>
          <p:sp>
            <p:nvSpPr>
              <p:cNvPr id="252" name="Rectangle 390"/>
              <p:cNvSpPr>
                <a:spLocks noChangeArrowheads="1"/>
              </p:cNvSpPr>
              <p:nvPr>
                <p:custDataLst>
                  <p:tags r:id="rId25"/>
                </p:custDataLst>
              </p:nvPr>
            </p:nvSpPr>
            <p:spPr bwMode="gray">
              <a:xfrm>
                <a:off x="7221392" y="3220414"/>
                <a:ext cx="309380" cy="61555"/>
              </a:xfrm>
              <a:prstGeom prst="rect">
                <a:avLst/>
              </a:prstGeom>
              <a:noFill/>
              <a:ln w="9525">
                <a:noFill/>
                <a:miter lim="800000"/>
                <a:headEnd/>
                <a:tailEnd/>
              </a:ln>
            </p:spPr>
            <p:txBody>
              <a:bodyPr wrap="none" lIns="0" tIns="0" rIns="0" bIns="0">
                <a:spAutoFit/>
              </a:bodyPr>
              <a:lstStyle/>
              <a:p>
                <a:pPr algn="ctr"/>
                <a:r>
                  <a:rPr lang="en-US" sz="400" dirty="0"/>
                  <a:t>United States</a:t>
                </a:r>
              </a:p>
            </p:txBody>
          </p:sp>
          <p:sp>
            <p:nvSpPr>
              <p:cNvPr id="253" name="Rectangle 391"/>
              <p:cNvSpPr>
                <a:spLocks noChangeArrowheads="1"/>
              </p:cNvSpPr>
              <p:nvPr>
                <p:custDataLst>
                  <p:tags r:id="rId26"/>
                </p:custDataLst>
              </p:nvPr>
            </p:nvSpPr>
            <p:spPr bwMode="gray">
              <a:xfrm>
                <a:off x="7248971" y="3711658"/>
                <a:ext cx="163506" cy="61555"/>
              </a:xfrm>
              <a:prstGeom prst="rect">
                <a:avLst/>
              </a:prstGeom>
              <a:noFill/>
              <a:ln w="9525">
                <a:noFill/>
                <a:miter lim="800000"/>
                <a:headEnd/>
                <a:tailEnd/>
              </a:ln>
            </p:spPr>
            <p:txBody>
              <a:bodyPr wrap="none" lIns="0" tIns="0" rIns="0" bIns="0">
                <a:spAutoFit/>
              </a:bodyPr>
              <a:lstStyle/>
              <a:p>
                <a:pPr algn="ctr"/>
                <a:r>
                  <a:rPr lang="en-US" sz="400" dirty="0"/>
                  <a:t>Mexico</a:t>
                </a:r>
              </a:p>
            </p:txBody>
          </p:sp>
          <p:sp>
            <p:nvSpPr>
              <p:cNvPr id="254" name="Rectangle 392"/>
              <p:cNvSpPr>
                <a:spLocks noChangeArrowheads="1"/>
              </p:cNvSpPr>
              <p:nvPr>
                <p:custDataLst>
                  <p:tags r:id="rId27"/>
                </p:custDataLst>
              </p:nvPr>
            </p:nvSpPr>
            <p:spPr bwMode="gray">
              <a:xfrm>
                <a:off x="7891085" y="3782282"/>
                <a:ext cx="123431" cy="61555"/>
              </a:xfrm>
              <a:prstGeom prst="rect">
                <a:avLst/>
              </a:prstGeom>
              <a:noFill/>
              <a:ln w="9525">
                <a:noFill/>
                <a:miter lim="800000"/>
                <a:headEnd/>
                <a:tailEnd/>
              </a:ln>
            </p:spPr>
            <p:txBody>
              <a:bodyPr wrap="none" lIns="0" tIns="0" rIns="0" bIns="0">
                <a:spAutoFit/>
              </a:bodyPr>
              <a:lstStyle/>
              <a:p>
                <a:pPr algn="ctr"/>
                <a:r>
                  <a:rPr lang="en-US" sz="400" dirty="0"/>
                  <a:t>Cuba</a:t>
                </a:r>
              </a:p>
            </p:txBody>
          </p:sp>
          <p:sp>
            <p:nvSpPr>
              <p:cNvPr id="255" name="Rectangle 393"/>
              <p:cNvSpPr>
                <a:spLocks noChangeArrowheads="1"/>
              </p:cNvSpPr>
              <p:nvPr>
                <p:custDataLst>
                  <p:tags r:id="rId28"/>
                </p:custDataLst>
              </p:nvPr>
            </p:nvSpPr>
            <p:spPr bwMode="gray">
              <a:xfrm>
                <a:off x="7787728" y="4250193"/>
                <a:ext cx="192360" cy="61555"/>
              </a:xfrm>
              <a:prstGeom prst="rect">
                <a:avLst/>
              </a:prstGeom>
              <a:noFill/>
              <a:ln w="9525">
                <a:noFill/>
                <a:miter lim="800000"/>
                <a:headEnd/>
                <a:tailEnd/>
              </a:ln>
            </p:spPr>
            <p:txBody>
              <a:bodyPr wrap="none" lIns="0" tIns="0" rIns="0" bIns="0">
                <a:spAutoFit/>
              </a:bodyPr>
              <a:lstStyle/>
              <a:p>
                <a:pPr algn="ctr"/>
                <a:r>
                  <a:rPr lang="en-US" sz="400" dirty="0"/>
                  <a:t>Panama</a:t>
                </a:r>
              </a:p>
            </p:txBody>
          </p:sp>
          <p:sp>
            <p:nvSpPr>
              <p:cNvPr id="256" name="Rectangle 394"/>
              <p:cNvSpPr>
                <a:spLocks noChangeArrowheads="1"/>
              </p:cNvSpPr>
              <p:nvPr>
                <p:custDataLst>
                  <p:tags r:id="rId29"/>
                </p:custDataLst>
              </p:nvPr>
            </p:nvSpPr>
            <p:spPr bwMode="gray">
              <a:xfrm>
                <a:off x="8015235" y="3895666"/>
                <a:ext cx="102592" cy="61555"/>
              </a:xfrm>
              <a:prstGeom prst="rect">
                <a:avLst/>
              </a:prstGeom>
              <a:noFill/>
              <a:ln w="9525">
                <a:noFill/>
                <a:miter lim="800000"/>
                <a:headEnd/>
                <a:tailEnd/>
              </a:ln>
            </p:spPr>
            <p:txBody>
              <a:bodyPr wrap="none" lIns="0" tIns="0" rIns="0" bIns="0">
                <a:spAutoFit/>
              </a:bodyPr>
              <a:lstStyle/>
              <a:p>
                <a:pPr algn="ctr"/>
                <a:r>
                  <a:rPr lang="en-US" sz="400" dirty="0"/>
                  <a:t>Haiti</a:t>
                </a:r>
              </a:p>
            </p:txBody>
          </p:sp>
          <p:sp>
            <p:nvSpPr>
              <p:cNvPr id="257" name="Rectangle 395"/>
              <p:cNvSpPr>
                <a:spLocks noChangeArrowheads="1"/>
              </p:cNvSpPr>
              <p:nvPr>
                <p:custDataLst>
                  <p:tags r:id="rId30"/>
                </p:custDataLst>
              </p:nvPr>
            </p:nvSpPr>
            <p:spPr bwMode="gray">
              <a:xfrm>
                <a:off x="8296574" y="3905248"/>
                <a:ext cx="269304" cy="61555"/>
              </a:xfrm>
              <a:prstGeom prst="rect">
                <a:avLst/>
              </a:prstGeom>
              <a:noFill/>
              <a:ln w="9525">
                <a:noFill/>
                <a:miter lim="800000"/>
                <a:headEnd/>
                <a:tailEnd/>
              </a:ln>
            </p:spPr>
            <p:txBody>
              <a:bodyPr wrap="none" lIns="0" tIns="0" rIns="0" bIns="0">
                <a:spAutoFit/>
              </a:bodyPr>
              <a:lstStyle/>
              <a:p>
                <a:pPr algn="ctr"/>
                <a:r>
                  <a:rPr lang="en-US" sz="400" dirty="0"/>
                  <a:t>Puerto Rico</a:t>
                </a:r>
              </a:p>
            </p:txBody>
          </p:sp>
          <p:sp>
            <p:nvSpPr>
              <p:cNvPr id="258" name="Rectangle 396"/>
              <p:cNvSpPr>
                <a:spLocks noChangeArrowheads="1"/>
              </p:cNvSpPr>
              <p:nvPr>
                <p:custDataLst>
                  <p:tags r:id="rId31"/>
                </p:custDataLst>
              </p:nvPr>
            </p:nvSpPr>
            <p:spPr bwMode="gray">
              <a:xfrm>
                <a:off x="8168425" y="3842965"/>
                <a:ext cx="367088" cy="61555"/>
              </a:xfrm>
              <a:prstGeom prst="rect">
                <a:avLst/>
              </a:prstGeom>
              <a:noFill/>
              <a:ln w="9525">
                <a:noFill/>
                <a:miter lim="800000"/>
                <a:headEnd/>
                <a:tailEnd/>
              </a:ln>
            </p:spPr>
            <p:txBody>
              <a:bodyPr wrap="none" lIns="0" tIns="0" rIns="0" bIns="0">
                <a:spAutoFit/>
              </a:bodyPr>
              <a:lstStyle/>
              <a:p>
                <a:pPr algn="ctr"/>
                <a:r>
                  <a:rPr lang="en-US" sz="400" dirty="0"/>
                  <a:t>Dominican Rep.</a:t>
                </a:r>
              </a:p>
            </p:txBody>
          </p:sp>
          <p:sp>
            <p:nvSpPr>
              <p:cNvPr id="259" name="Rectangle 397"/>
              <p:cNvSpPr>
                <a:spLocks noChangeArrowheads="1"/>
              </p:cNvSpPr>
              <p:nvPr>
                <p:custDataLst>
                  <p:tags r:id="rId32"/>
                </p:custDataLst>
              </p:nvPr>
            </p:nvSpPr>
            <p:spPr bwMode="gray">
              <a:xfrm>
                <a:off x="7440113" y="3986694"/>
                <a:ext cx="253274" cy="61555"/>
              </a:xfrm>
              <a:prstGeom prst="rect">
                <a:avLst/>
              </a:prstGeom>
              <a:noFill/>
              <a:ln w="9525">
                <a:noFill/>
                <a:miter lim="800000"/>
                <a:headEnd/>
                <a:tailEnd/>
              </a:ln>
            </p:spPr>
            <p:txBody>
              <a:bodyPr wrap="none" lIns="0" tIns="0" rIns="0" bIns="0">
                <a:spAutoFit/>
              </a:bodyPr>
              <a:lstStyle/>
              <a:p>
                <a:pPr algn="ctr"/>
                <a:r>
                  <a:rPr lang="en-US" sz="400" dirty="0"/>
                  <a:t>Guatemala</a:t>
                </a:r>
              </a:p>
            </p:txBody>
          </p:sp>
          <p:sp>
            <p:nvSpPr>
              <p:cNvPr id="260" name="Rectangle 398"/>
              <p:cNvSpPr>
                <a:spLocks noChangeArrowheads="1"/>
              </p:cNvSpPr>
              <p:nvPr>
                <p:custDataLst>
                  <p:tags r:id="rId33"/>
                </p:custDataLst>
              </p:nvPr>
            </p:nvSpPr>
            <p:spPr bwMode="gray">
              <a:xfrm>
                <a:off x="7721082" y="3914830"/>
                <a:ext cx="139461" cy="61555"/>
              </a:xfrm>
              <a:prstGeom prst="rect">
                <a:avLst/>
              </a:prstGeom>
              <a:noFill/>
              <a:ln w="9525">
                <a:noFill/>
                <a:miter lim="800000"/>
                <a:headEnd/>
                <a:tailEnd/>
              </a:ln>
            </p:spPr>
            <p:txBody>
              <a:bodyPr wrap="none" lIns="0" tIns="0" rIns="0" bIns="0">
                <a:spAutoFit/>
              </a:bodyPr>
              <a:lstStyle/>
              <a:p>
                <a:pPr algn="ctr"/>
                <a:r>
                  <a:rPr lang="en-US" sz="400" dirty="0"/>
                  <a:t>Belize</a:t>
                </a:r>
              </a:p>
            </p:txBody>
          </p:sp>
          <p:sp>
            <p:nvSpPr>
              <p:cNvPr id="261" name="Rectangle 399"/>
              <p:cNvSpPr>
                <a:spLocks noChangeArrowheads="1"/>
              </p:cNvSpPr>
              <p:nvPr>
                <p:custDataLst>
                  <p:tags r:id="rId34"/>
                </p:custDataLst>
              </p:nvPr>
            </p:nvSpPr>
            <p:spPr bwMode="gray">
              <a:xfrm>
                <a:off x="7471686" y="4068138"/>
                <a:ext cx="262892" cy="61555"/>
              </a:xfrm>
              <a:prstGeom prst="rect">
                <a:avLst/>
              </a:prstGeom>
              <a:noFill/>
              <a:ln w="9525">
                <a:noFill/>
                <a:miter lim="800000"/>
                <a:headEnd/>
                <a:tailEnd/>
              </a:ln>
            </p:spPr>
            <p:txBody>
              <a:bodyPr wrap="none" lIns="0" tIns="0" rIns="0" bIns="0">
                <a:spAutoFit/>
              </a:bodyPr>
              <a:lstStyle/>
              <a:p>
                <a:pPr algn="ctr"/>
                <a:r>
                  <a:rPr lang="en-US" sz="400" dirty="0"/>
                  <a:t>El Salvador</a:t>
                </a:r>
              </a:p>
            </p:txBody>
          </p:sp>
          <p:sp>
            <p:nvSpPr>
              <p:cNvPr id="262" name="Rectangle 400"/>
              <p:cNvSpPr>
                <a:spLocks noChangeArrowheads="1"/>
              </p:cNvSpPr>
              <p:nvPr>
                <p:custDataLst>
                  <p:tags r:id="rId35"/>
                </p:custDataLst>
              </p:nvPr>
            </p:nvSpPr>
            <p:spPr bwMode="gray">
              <a:xfrm>
                <a:off x="7579463" y="4163956"/>
                <a:ext cx="251671" cy="61555"/>
              </a:xfrm>
              <a:prstGeom prst="rect">
                <a:avLst/>
              </a:prstGeom>
              <a:noFill/>
              <a:ln w="9525">
                <a:noFill/>
                <a:miter lim="800000"/>
                <a:headEnd/>
                <a:tailEnd/>
              </a:ln>
            </p:spPr>
            <p:txBody>
              <a:bodyPr wrap="none" lIns="0" tIns="0" rIns="0" bIns="0">
                <a:spAutoFit/>
              </a:bodyPr>
              <a:lstStyle/>
              <a:p>
                <a:pPr algn="ctr"/>
                <a:r>
                  <a:rPr lang="en-US" sz="400" dirty="0"/>
                  <a:t>Costa Rica</a:t>
                </a:r>
              </a:p>
            </p:txBody>
          </p:sp>
          <p:sp>
            <p:nvSpPr>
              <p:cNvPr id="263" name="Rectangle 403"/>
              <p:cNvSpPr>
                <a:spLocks noChangeArrowheads="1"/>
              </p:cNvSpPr>
              <p:nvPr>
                <p:custDataLst>
                  <p:tags r:id="rId36"/>
                </p:custDataLst>
              </p:nvPr>
            </p:nvSpPr>
            <p:spPr bwMode="gray">
              <a:xfrm>
                <a:off x="8769828" y="1790865"/>
                <a:ext cx="242053" cy="61555"/>
              </a:xfrm>
              <a:prstGeom prst="rect">
                <a:avLst/>
              </a:prstGeom>
              <a:noFill/>
              <a:ln w="9525">
                <a:noFill/>
                <a:miter lim="800000"/>
                <a:headEnd/>
                <a:tailEnd/>
              </a:ln>
            </p:spPr>
            <p:txBody>
              <a:bodyPr wrap="none" lIns="0" tIns="0" rIns="0" bIns="0">
                <a:spAutoFit/>
              </a:bodyPr>
              <a:lstStyle/>
              <a:p>
                <a:pPr algn="ctr"/>
                <a:r>
                  <a:rPr lang="en-US" sz="400" dirty="0"/>
                  <a:t>Greenland</a:t>
                </a:r>
              </a:p>
            </p:txBody>
          </p:sp>
          <p:sp>
            <p:nvSpPr>
              <p:cNvPr id="250" name="Rectangle 388"/>
              <p:cNvSpPr>
                <a:spLocks noChangeArrowheads="1"/>
              </p:cNvSpPr>
              <p:nvPr>
                <p:custDataLst>
                  <p:tags r:id="rId37"/>
                </p:custDataLst>
              </p:nvPr>
            </p:nvSpPr>
            <p:spPr bwMode="gray">
              <a:xfrm>
                <a:off x="5500546" y="3563497"/>
                <a:ext cx="243656" cy="61555"/>
              </a:xfrm>
              <a:prstGeom prst="rect">
                <a:avLst/>
              </a:prstGeom>
              <a:noFill/>
              <a:ln w="9525">
                <a:noFill/>
                <a:miter lim="800000"/>
                <a:headEnd/>
                <a:tailEnd/>
              </a:ln>
            </p:spPr>
            <p:txBody>
              <a:bodyPr wrap="none" lIns="0" tIns="0" rIns="0" bIns="0">
                <a:spAutoFit/>
              </a:bodyPr>
              <a:lstStyle/>
              <a:p>
                <a:pPr algn="ctr"/>
                <a:r>
                  <a:rPr lang="en-US" sz="400" dirty="0"/>
                  <a:t>Midway Is.</a:t>
                </a:r>
              </a:p>
            </p:txBody>
          </p:sp>
          <p:sp>
            <p:nvSpPr>
              <p:cNvPr id="638" name="Rectangle 356"/>
              <p:cNvSpPr>
                <a:spLocks noChangeArrowheads="1"/>
              </p:cNvSpPr>
              <p:nvPr>
                <p:custDataLst>
                  <p:tags r:id="rId38"/>
                </p:custDataLst>
              </p:nvPr>
            </p:nvSpPr>
            <p:spPr bwMode="gray">
              <a:xfrm>
                <a:off x="5594844" y="4606316"/>
                <a:ext cx="163506" cy="61555"/>
              </a:xfrm>
              <a:prstGeom prst="rect">
                <a:avLst/>
              </a:prstGeom>
              <a:noFill/>
              <a:ln w="9525">
                <a:noFill/>
                <a:miter lim="800000"/>
                <a:headEnd/>
                <a:tailEnd/>
              </a:ln>
            </p:spPr>
            <p:txBody>
              <a:bodyPr wrap="none" lIns="0" tIns="0" rIns="0" bIns="0">
                <a:spAutoFit/>
              </a:bodyPr>
              <a:lstStyle/>
              <a:p>
                <a:pPr algn="ctr"/>
                <a:r>
                  <a:rPr lang="en-US" sz="400" dirty="0"/>
                  <a:t>Samoa</a:t>
                </a:r>
              </a:p>
            </p:txBody>
          </p:sp>
          <p:sp>
            <p:nvSpPr>
              <p:cNvPr id="639" name="Rectangle 358"/>
              <p:cNvSpPr>
                <a:spLocks noChangeArrowheads="1"/>
              </p:cNvSpPr>
              <p:nvPr>
                <p:custDataLst>
                  <p:tags r:id="rId39"/>
                </p:custDataLst>
              </p:nvPr>
            </p:nvSpPr>
            <p:spPr bwMode="gray">
              <a:xfrm>
                <a:off x="5952338" y="4885786"/>
                <a:ext cx="189154" cy="61555"/>
              </a:xfrm>
              <a:prstGeom prst="rect">
                <a:avLst/>
              </a:prstGeom>
              <a:noFill/>
              <a:ln w="9525">
                <a:noFill/>
                <a:miter lim="800000"/>
                <a:headEnd/>
                <a:tailEnd/>
              </a:ln>
            </p:spPr>
            <p:txBody>
              <a:bodyPr wrap="none" lIns="0" tIns="0" rIns="0" bIns="0">
                <a:spAutoFit/>
              </a:bodyPr>
              <a:lstStyle/>
              <a:p>
                <a:pPr algn="ctr"/>
                <a:r>
                  <a:rPr lang="en-US" sz="400" dirty="0"/>
                  <a:t>Cook Is.</a:t>
                </a:r>
              </a:p>
            </p:txBody>
          </p:sp>
        </p:grpSp>
      </p:grpSp>
      <p:grpSp>
        <p:nvGrpSpPr>
          <p:cNvPr id="15" name="グループ化 14"/>
          <p:cNvGrpSpPr/>
          <p:nvPr/>
        </p:nvGrpSpPr>
        <p:grpSpPr>
          <a:xfrm>
            <a:off x="6321000" y="136800"/>
            <a:ext cx="3168000" cy="864000"/>
            <a:chOff x="6321000" y="136800"/>
            <a:chExt cx="3168000" cy="864000"/>
          </a:xfrm>
        </p:grpSpPr>
        <p:sp>
          <p:nvSpPr>
            <p:cNvPr id="633" name="Text Box 73"/>
            <p:cNvSpPr txBox="1">
              <a:spLocks noChangeArrowheads="1"/>
            </p:cNvSpPr>
            <p:nvPr/>
          </p:nvSpPr>
          <p:spPr bwMode="gray">
            <a:xfrm>
              <a:off x="6321000" y="136800"/>
              <a:ext cx="3168000" cy="864000"/>
            </a:xfrm>
            <a:prstGeom prst="rect">
              <a:avLst/>
            </a:prstGeom>
            <a:solidFill>
              <a:schemeClr val="bg2"/>
            </a:solidFill>
            <a:ln w="6350" algn="ctr">
              <a:noFill/>
              <a:miter lim="800000"/>
              <a:headEnd/>
              <a:tailEnd/>
            </a:ln>
          </p:spPr>
          <p:txBody>
            <a:bodyPr wrap="square" lIns="72000" tIns="72000" rIns="72000" bIns="72000" anchor="t" anchorCtr="0">
              <a:noAutofit/>
            </a:bodyPr>
            <a:lstStyle/>
            <a:p>
              <a:pPr marL="177800" indent="-177800" algn="ctr"/>
              <a:r>
                <a:rPr lang="ja-JP" altLang="en-US" sz="1400" b="1" dirty="0"/>
                <a:t>編集のヒント</a:t>
              </a:r>
              <a:endParaRPr lang="en-US" altLang="ja-JP" sz="1400" b="1" dirty="0"/>
            </a:p>
            <a:p>
              <a:pPr algn="ctr">
                <a:spcBef>
                  <a:spcPts val="600"/>
                </a:spcBef>
              </a:pPr>
              <a:r>
                <a:rPr lang="ja-JP" altLang="en-US" sz="1200" dirty="0"/>
                <a:t>ラベルと地図をそれぞれグループ化して</a:t>
              </a:r>
              <a:br>
                <a:rPr lang="en-US" altLang="ja-JP" sz="1200" dirty="0"/>
              </a:br>
              <a:r>
                <a:rPr lang="ja-JP" altLang="en-US" sz="1200" dirty="0"/>
                <a:t>重ねてあるので、ラベルを簡単に削除できます</a:t>
              </a:r>
              <a:endParaRPr kumimoji="0" lang="ja-JP" altLang="en-GB" sz="1200" dirty="0"/>
            </a:p>
          </p:txBody>
        </p:sp>
        <p:grpSp>
          <p:nvGrpSpPr>
            <p:cNvPr id="14" name="グループ化 13"/>
            <p:cNvGrpSpPr/>
            <p:nvPr/>
          </p:nvGrpSpPr>
          <p:grpSpPr>
            <a:xfrm>
              <a:off x="7077600" y="172800"/>
              <a:ext cx="288000" cy="288000"/>
              <a:chOff x="6870066" y="163259"/>
              <a:chExt cx="288000" cy="288000"/>
            </a:xfrm>
          </p:grpSpPr>
          <p:sp>
            <p:nvSpPr>
              <p:cNvPr id="13" name="円/楕円 12"/>
              <p:cNvSpPr/>
              <p:nvPr/>
            </p:nvSpPr>
            <p:spPr bwMode="gray">
              <a:xfrm>
                <a:off x="6870066" y="163259"/>
                <a:ext cx="288000" cy="288000"/>
              </a:xfrm>
              <a:prstGeom prst="ellipse">
                <a:avLst/>
              </a:prstGeom>
              <a:solidFill>
                <a:schemeClr val="bg1"/>
              </a:solidFill>
              <a:ln w="12700" algn="ctr">
                <a:noFill/>
                <a:miter lim="800000"/>
                <a:headEnd/>
                <a:tailEnd/>
              </a:ln>
            </p:spPr>
            <p:txBody>
              <a:bodyPr wrap="square" lIns="36000" tIns="36000" rIns="36000" bIns="36000" rtlCol="0" anchor="ctr"/>
              <a:lstStyle/>
              <a:p>
                <a:pPr algn="ctr">
                  <a:buFont typeface="Wingdings 2" pitchFamily="18" charset="2"/>
                  <a:buNone/>
                </a:pPr>
                <a:endParaRPr kumimoji="1" lang="ja-JP" altLang="en-US" sz="1200" dirty="0"/>
              </a:p>
            </p:txBody>
          </p:sp>
          <p:sp>
            <p:nvSpPr>
              <p:cNvPr id="636" name="Freeform 518"/>
              <p:cNvSpPr>
                <a:spLocks noChangeAspect="1" noEditPoints="1"/>
              </p:cNvSpPr>
              <p:nvPr/>
            </p:nvSpPr>
            <p:spPr bwMode="gray">
              <a:xfrm>
                <a:off x="6870066" y="163259"/>
                <a:ext cx="288000" cy="288000"/>
              </a:xfrm>
              <a:custGeom>
                <a:avLst/>
                <a:gdLst>
                  <a:gd name="T0" fmla="*/ 266 w 512"/>
                  <a:gd name="T1" fmla="*/ 384 h 512"/>
                  <a:gd name="T2" fmla="*/ 256 w 512"/>
                  <a:gd name="T3" fmla="*/ 394 h 512"/>
                  <a:gd name="T4" fmla="*/ 245 w 512"/>
                  <a:gd name="T5" fmla="*/ 384 h 512"/>
                  <a:gd name="T6" fmla="*/ 256 w 512"/>
                  <a:gd name="T7" fmla="*/ 373 h 512"/>
                  <a:gd name="T8" fmla="*/ 266 w 512"/>
                  <a:gd name="T9" fmla="*/ 384 h 512"/>
                  <a:gd name="T10" fmla="*/ 244 w 512"/>
                  <a:gd name="T11" fmla="*/ 309 h 512"/>
                  <a:gd name="T12" fmla="*/ 267 w 512"/>
                  <a:gd name="T13" fmla="*/ 309 h 512"/>
                  <a:gd name="T14" fmla="*/ 276 w 512"/>
                  <a:gd name="T15" fmla="*/ 117 h 512"/>
                  <a:gd name="T16" fmla="*/ 235 w 512"/>
                  <a:gd name="T17" fmla="*/ 117 h 512"/>
                  <a:gd name="T18" fmla="*/ 244 w 512"/>
                  <a:gd name="T19" fmla="*/ 309 h 512"/>
                  <a:gd name="T20" fmla="*/ 512 w 512"/>
                  <a:gd name="T21" fmla="*/ 256 h 512"/>
                  <a:gd name="T22" fmla="*/ 256 w 512"/>
                  <a:gd name="T23" fmla="*/ 512 h 512"/>
                  <a:gd name="T24" fmla="*/ 0 w 512"/>
                  <a:gd name="T25" fmla="*/ 256 h 512"/>
                  <a:gd name="T26" fmla="*/ 256 w 512"/>
                  <a:gd name="T27" fmla="*/ 0 h 512"/>
                  <a:gd name="T28" fmla="*/ 512 w 512"/>
                  <a:gd name="T29" fmla="*/ 256 h 512"/>
                  <a:gd name="T30" fmla="*/ 288 w 512"/>
                  <a:gd name="T31" fmla="*/ 384 h 512"/>
                  <a:gd name="T32" fmla="*/ 256 w 512"/>
                  <a:gd name="T33" fmla="*/ 352 h 512"/>
                  <a:gd name="T34" fmla="*/ 224 w 512"/>
                  <a:gd name="T35" fmla="*/ 384 h 512"/>
                  <a:gd name="T36" fmla="*/ 256 w 512"/>
                  <a:gd name="T37" fmla="*/ 416 h 512"/>
                  <a:gd name="T38" fmla="*/ 288 w 512"/>
                  <a:gd name="T39" fmla="*/ 384 h 512"/>
                  <a:gd name="T40" fmla="*/ 298 w 512"/>
                  <a:gd name="T41" fmla="*/ 107 h 512"/>
                  <a:gd name="T42" fmla="*/ 288 w 512"/>
                  <a:gd name="T43" fmla="*/ 96 h 512"/>
                  <a:gd name="T44" fmla="*/ 288 w 512"/>
                  <a:gd name="T45" fmla="*/ 96 h 512"/>
                  <a:gd name="T46" fmla="*/ 224 w 512"/>
                  <a:gd name="T47" fmla="*/ 96 h 512"/>
                  <a:gd name="T48" fmla="*/ 223 w 512"/>
                  <a:gd name="T49" fmla="*/ 96 h 512"/>
                  <a:gd name="T50" fmla="*/ 213 w 512"/>
                  <a:gd name="T51" fmla="*/ 107 h 512"/>
                  <a:gd name="T52" fmla="*/ 224 w 512"/>
                  <a:gd name="T53" fmla="*/ 320 h 512"/>
                  <a:gd name="T54" fmla="*/ 234 w 512"/>
                  <a:gd name="T55" fmla="*/ 330 h 512"/>
                  <a:gd name="T56" fmla="*/ 234 w 512"/>
                  <a:gd name="T57" fmla="*/ 330 h 512"/>
                  <a:gd name="T58" fmla="*/ 235 w 512"/>
                  <a:gd name="T59" fmla="*/ 330 h 512"/>
                  <a:gd name="T60" fmla="*/ 276 w 512"/>
                  <a:gd name="T61" fmla="*/ 330 h 512"/>
                  <a:gd name="T62" fmla="*/ 277 w 512"/>
                  <a:gd name="T63" fmla="*/ 330 h 512"/>
                  <a:gd name="T64" fmla="*/ 277 w 512"/>
                  <a:gd name="T65" fmla="*/ 330 h 512"/>
                  <a:gd name="T66" fmla="*/ 288 w 512"/>
                  <a:gd name="T67" fmla="*/ 320 h 512"/>
                  <a:gd name="T68" fmla="*/ 298 w 512"/>
                  <a:gd name="T69" fmla="*/ 107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2" h="512">
                    <a:moveTo>
                      <a:pt x="266" y="384"/>
                    </a:moveTo>
                    <a:cubicBezTo>
                      <a:pt x="266" y="390"/>
                      <a:pt x="262" y="394"/>
                      <a:pt x="256" y="394"/>
                    </a:cubicBezTo>
                    <a:cubicBezTo>
                      <a:pt x="250" y="394"/>
                      <a:pt x="245" y="390"/>
                      <a:pt x="245" y="384"/>
                    </a:cubicBezTo>
                    <a:cubicBezTo>
                      <a:pt x="245" y="378"/>
                      <a:pt x="250" y="373"/>
                      <a:pt x="256" y="373"/>
                    </a:cubicBezTo>
                    <a:cubicBezTo>
                      <a:pt x="262" y="373"/>
                      <a:pt x="266" y="378"/>
                      <a:pt x="266" y="384"/>
                    </a:cubicBezTo>
                    <a:close/>
                    <a:moveTo>
                      <a:pt x="244" y="309"/>
                    </a:moveTo>
                    <a:cubicBezTo>
                      <a:pt x="267" y="309"/>
                      <a:pt x="267" y="309"/>
                      <a:pt x="267" y="309"/>
                    </a:cubicBezTo>
                    <a:cubicBezTo>
                      <a:pt x="276" y="117"/>
                      <a:pt x="276" y="117"/>
                      <a:pt x="276" y="117"/>
                    </a:cubicBezTo>
                    <a:cubicBezTo>
                      <a:pt x="235" y="117"/>
                      <a:pt x="235" y="117"/>
                      <a:pt x="235" y="117"/>
                    </a:cubicBezTo>
                    <a:lnTo>
                      <a:pt x="244" y="309"/>
                    </a:lnTo>
                    <a:close/>
                    <a:moveTo>
                      <a:pt x="512" y="256"/>
                    </a:moveTo>
                    <a:cubicBezTo>
                      <a:pt x="512" y="397"/>
                      <a:pt x="397" y="512"/>
                      <a:pt x="256" y="512"/>
                    </a:cubicBezTo>
                    <a:cubicBezTo>
                      <a:pt x="114" y="512"/>
                      <a:pt x="0" y="397"/>
                      <a:pt x="0" y="256"/>
                    </a:cubicBezTo>
                    <a:cubicBezTo>
                      <a:pt x="0" y="114"/>
                      <a:pt x="114" y="0"/>
                      <a:pt x="256" y="0"/>
                    </a:cubicBezTo>
                    <a:cubicBezTo>
                      <a:pt x="397" y="0"/>
                      <a:pt x="512" y="114"/>
                      <a:pt x="512" y="256"/>
                    </a:cubicBezTo>
                    <a:close/>
                    <a:moveTo>
                      <a:pt x="288" y="384"/>
                    </a:moveTo>
                    <a:cubicBezTo>
                      <a:pt x="288" y="366"/>
                      <a:pt x="273" y="352"/>
                      <a:pt x="256" y="352"/>
                    </a:cubicBezTo>
                    <a:cubicBezTo>
                      <a:pt x="238" y="352"/>
                      <a:pt x="224" y="366"/>
                      <a:pt x="224" y="384"/>
                    </a:cubicBezTo>
                    <a:cubicBezTo>
                      <a:pt x="224" y="401"/>
                      <a:pt x="238" y="416"/>
                      <a:pt x="256" y="416"/>
                    </a:cubicBezTo>
                    <a:cubicBezTo>
                      <a:pt x="273" y="416"/>
                      <a:pt x="288" y="401"/>
                      <a:pt x="288" y="384"/>
                    </a:cubicBezTo>
                    <a:close/>
                    <a:moveTo>
                      <a:pt x="298" y="107"/>
                    </a:moveTo>
                    <a:cubicBezTo>
                      <a:pt x="299" y="101"/>
                      <a:pt x="294" y="96"/>
                      <a:pt x="288" y="96"/>
                    </a:cubicBezTo>
                    <a:cubicBezTo>
                      <a:pt x="288" y="96"/>
                      <a:pt x="288" y="96"/>
                      <a:pt x="288" y="96"/>
                    </a:cubicBezTo>
                    <a:cubicBezTo>
                      <a:pt x="224" y="96"/>
                      <a:pt x="224" y="96"/>
                      <a:pt x="224" y="96"/>
                    </a:cubicBezTo>
                    <a:cubicBezTo>
                      <a:pt x="224" y="96"/>
                      <a:pt x="223" y="96"/>
                      <a:pt x="223" y="96"/>
                    </a:cubicBezTo>
                    <a:cubicBezTo>
                      <a:pt x="217" y="96"/>
                      <a:pt x="213" y="101"/>
                      <a:pt x="213" y="107"/>
                    </a:cubicBezTo>
                    <a:cubicBezTo>
                      <a:pt x="224" y="320"/>
                      <a:pt x="224" y="320"/>
                      <a:pt x="224" y="320"/>
                    </a:cubicBezTo>
                    <a:cubicBezTo>
                      <a:pt x="224" y="326"/>
                      <a:pt x="229" y="330"/>
                      <a:pt x="234" y="330"/>
                    </a:cubicBezTo>
                    <a:cubicBezTo>
                      <a:pt x="234" y="330"/>
                      <a:pt x="234" y="330"/>
                      <a:pt x="234" y="330"/>
                    </a:cubicBezTo>
                    <a:cubicBezTo>
                      <a:pt x="235" y="330"/>
                      <a:pt x="235" y="330"/>
                      <a:pt x="235" y="330"/>
                    </a:cubicBezTo>
                    <a:cubicBezTo>
                      <a:pt x="276" y="330"/>
                      <a:pt x="276" y="330"/>
                      <a:pt x="276" y="330"/>
                    </a:cubicBezTo>
                    <a:cubicBezTo>
                      <a:pt x="277" y="330"/>
                      <a:pt x="277" y="330"/>
                      <a:pt x="277" y="330"/>
                    </a:cubicBezTo>
                    <a:cubicBezTo>
                      <a:pt x="277" y="330"/>
                      <a:pt x="277" y="330"/>
                      <a:pt x="277" y="330"/>
                    </a:cubicBezTo>
                    <a:cubicBezTo>
                      <a:pt x="283" y="330"/>
                      <a:pt x="287" y="326"/>
                      <a:pt x="288" y="320"/>
                    </a:cubicBezTo>
                    <a:lnTo>
                      <a:pt x="298" y="107"/>
                    </a:lnTo>
                    <a:close/>
                  </a:path>
                </a:pathLst>
              </a:custGeom>
              <a:solidFill>
                <a:schemeClr val="accent1"/>
              </a:solidFill>
              <a:ln>
                <a:noFill/>
              </a:ln>
            </p:spPr>
            <p:txBody>
              <a:bodyPr vert="horz" wrap="none" lIns="0" tIns="0" rIns="0" bIns="0" numCol="1" anchor="ctr" anchorCtr="0" compatLnSpc="1">
                <a:prstTxWarp prst="textNoShape">
                  <a:avLst/>
                </a:prstTxWarp>
              </a:bodyPr>
              <a:lstStyle/>
              <a:p>
                <a:pPr algn="ctr">
                  <a:spcBef>
                    <a:spcPts val="0"/>
                  </a:spcBef>
                </a:pPr>
                <a:endParaRPr lang="en-GB" sz="1200"/>
              </a:p>
            </p:txBody>
          </p:sp>
        </p:grpSp>
      </p:grpSp>
    </p:spTree>
    <p:extLst>
      <p:ext uri="{BB962C8B-B14F-4D97-AF65-F5344CB8AC3E}">
        <p14:creationId xmlns:p14="http://schemas.microsoft.com/office/powerpoint/2010/main" val="191470426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プレースホルダー 8"/>
          <p:cNvSpPr>
            <a:spLocks noGrp="1"/>
          </p:cNvSpPr>
          <p:nvPr>
            <p:ph type="body" sz="quarter" idx="15"/>
          </p:nvPr>
        </p:nvSpPr>
        <p:spPr bwMode="gray"/>
        <p:txBody>
          <a:bodyPr/>
          <a:lstStyle/>
          <a:p>
            <a:r>
              <a:rPr lang="en-US" altLang="ja-JP" dirty="0"/>
              <a:t>Header</a:t>
            </a:r>
            <a:endParaRPr kumimoji="1" lang="ja-JP" altLang="en-US" dirty="0"/>
          </a:p>
        </p:txBody>
      </p:sp>
      <p:sp>
        <p:nvSpPr>
          <p:cNvPr id="5" name="タイトル 4"/>
          <p:cNvSpPr>
            <a:spLocks noGrp="1"/>
          </p:cNvSpPr>
          <p:nvPr>
            <p:ph type="title"/>
          </p:nvPr>
        </p:nvSpPr>
        <p:spPr bwMode="gray"/>
        <p:txBody>
          <a:bodyPr/>
          <a:lstStyle/>
          <a:p>
            <a:r>
              <a:rPr lang="ja-JP" altLang="en-US" dirty="0"/>
              <a:t>地図 </a:t>
            </a:r>
            <a:r>
              <a:rPr lang="en-US" altLang="ja-JP" dirty="0"/>
              <a:t>– </a:t>
            </a:r>
            <a:r>
              <a:rPr lang="ja-JP" altLang="en-US" dirty="0"/>
              <a:t>世界地図</a:t>
            </a:r>
            <a:r>
              <a:rPr lang="en-US" altLang="ja-JP" dirty="0"/>
              <a:t>2</a:t>
            </a:r>
            <a:endParaRPr lang="ja-JP" altLang="en-US" dirty="0"/>
          </a:p>
        </p:txBody>
      </p:sp>
      <p:grpSp>
        <p:nvGrpSpPr>
          <p:cNvPr id="7" name="グループ化 6"/>
          <p:cNvGrpSpPr>
            <a:grpSpLocks noChangeAspect="1"/>
          </p:cNvGrpSpPr>
          <p:nvPr/>
        </p:nvGrpSpPr>
        <p:grpSpPr bwMode="gray">
          <a:xfrm>
            <a:off x="353418" y="1475998"/>
            <a:ext cx="9199164" cy="4824000"/>
            <a:chOff x="360000" y="1475998"/>
            <a:chExt cx="9157241" cy="4802016"/>
          </a:xfrm>
          <a:solidFill>
            <a:srgbClr val="BBBCBC"/>
          </a:solidFill>
        </p:grpSpPr>
        <p:grpSp>
          <p:nvGrpSpPr>
            <p:cNvPr id="6" name="グループ化 5"/>
            <p:cNvGrpSpPr/>
            <p:nvPr/>
          </p:nvGrpSpPr>
          <p:grpSpPr bwMode="gray">
            <a:xfrm>
              <a:off x="5472000" y="1475998"/>
              <a:ext cx="4045241" cy="4802016"/>
              <a:chOff x="415924" y="1475998"/>
              <a:chExt cx="4084868" cy="4849057"/>
            </a:xfrm>
            <a:grpFill/>
          </p:grpSpPr>
          <p:sp>
            <p:nvSpPr>
              <p:cNvPr id="829" name="Freeform 6"/>
              <p:cNvSpPr>
                <a:spLocks noEditPoints="1"/>
              </p:cNvSpPr>
              <p:nvPr/>
            </p:nvSpPr>
            <p:spPr bwMode="gray">
              <a:xfrm>
                <a:off x="857453" y="3849976"/>
                <a:ext cx="133412" cy="104775"/>
              </a:xfrm>
              <a:custGeom>
                <a:avLst/>
                <a:gdLst>
                  <a:gd name="T0" fmla="*/ 74 w 84"/>
                  <a:gd name="T1" fmla="*/ 42 h 66"/>
                  <a:gd name="T2" fmla="*/ 76 w 84"/>
                  <a:gd name="T3" fmla="*/ 48 h 66"/>
                  <a:gd name="T4" fmla="*/ 80 w 84"/>
                  <a:gd name="T5" fmla="*/ 54 h 66"/>
                  <a:gd name="T6" fmla="*/ 80 w 84"/>
                  <a:gd name="T7" fmla="*/ 58 h 66"/>
                  <a:gd name="T8" fmla="*/ 74 w 84"/>
                  <a:gd name="T9" fmla="*/ 62 h 66"/>
                  <a:gd name="T10" fmla="*/ 70 w 84"/>
                  <a:gd name="T11" fmla="*/ 66 h 66"/>
                  <a:gd name="T12" fmla="*/ 66 w 84"/>
                  <a:gd name="T13" fmla="*/ 58 h 66"/>
                  <a:gd name="T14" fmla="*/ 66 w 84"/>
                  <a:gd name="T15" fmla="*/ 48 h 66"/>
                  <a:gd name="T16" fmla="*/ 66 w 84"/>
                  <a:gd name="T17" fmla="*/ 42 h 66"/>
                  <a:gd name="T18" fmla="*/ 52 w 84"/>
                  <a:gd name="T19" fmla="*/ 32 h 66"/>
                  <a:gd name="T20" fmla="*/ 52 w 84"/>
                  <a:gd name="T21" fmla="*/ 32 h 66"/>
                  <a:gd name="T22" fmla="*/ 56 w 84"/>
                  <a:gd name="T23" fmla="*/ 34 h 66"/>
                  <a:gd name="T24" fmla="*/ 52 w 84"/>
                  <a:gd name="T25" fmla="*/ 32 h 66"/>
                  <a:gd name="T26" fmla="*/ 56 w 84"/>
                  <a:gd name="T27" fmla="*/ 26 h 66"/>
                  <a:gd name="T28" fmla="*/ 60 w 84"/>
                  <a:gd name="T29" fmla="*/ 32 h 66"/>
                  <a:gd name="T30" fmla="*/ 60 w 84"/>
                  <a:gd name="T31" fmla="*/ 32 h 66"/>
                  <a:gd name="T32" fmla="*/ 66 w 84"/>
                  <a:gd name="T33" fmla="*/ 34 h 66"/>
                  <a:gd name="T34" fmla="*/ 52 w 84"/>
                  <a:gd name="T35" fmla="*/ 26 h 66"/>
                  <a:gd name="T36" fmla="*/ 44 w 84"/>
                  <a:gd name="T37" fmla="*/ 26 h 66"/>
                  <a:gd name="T38" fmla="*/ 48 w 84"/>
                  <a:gd name="T39" fmla="*/ 22 h 66"/>
                  <a:gd name="T40" fmla="*/ 52 w 84"/>
                  <a:gd name="T41" fmla="*/ 26 h 66"/>
                  <a:gd name="T42" fmla="*/ 32 w 84"/>
                  <a:gd name="T43" fmla="*/ 22 h 66"/>
                  <a:gd name="T44" fmla="*/ 28 w 84"/>
                  <a:gd name="T45" fmla="*/ 14 h 66"/>
                  <a:gd name="T46" fmla="*/ 36 w 84"/>
                  <a:gd name="T47" fmla="*/ 14 h 66"/>
                  <a:gd name="T48" fmla="*/ 40 w 84"/>
                  <a:gd name="T49" fmla="*/ 22 h 66"/>
                  <a:gd name="T50" fmla="*/ 0 w 84"/>
                  <a:gd name="T51" fmla="*/ 10 h 66"/>
                  <a:gd name="T52" fmla="*/ 4 w 84"/>
                  <a:gd name="T53" fmla="*/ 4 h 66"/>
                  <a:gd name="T54" fmla="*/ 0 w 84"/>
                  <a:gd name="T55" fmla="*/ 10 h 66"/>
                  <a:gd name="T56" fmla="*/ 8 w 84"/>
                  <a:gd name="T57" fmla="*/ 10 h 66"/>
                  <a:gd name="T58" fmla="*/ 8 w 84"/>
                  <a:gd name="T59" fmla="*/ 0 h 66"/>
                  <a:gd name="T60" fmla="*/ 12 w 84"/>
                  <a:gd name="T61" fmla="*/ 4 h 66"/>
                  <a:gd name="T62" fmla="*/ 12 w 84"/>
                  <a:gd name="T63" fmla="*/ 1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4" h="66">
                    <a:moveTo>
                      <a:pt x="70" y="42"/>
                    </a:moveTo>
                    <a:lnTo>
                      <a:pt x="74" y="42"/>
                    </a:lnTo>
                    <a:lnTo>
                      <a:pt x="76" y="46"/>
                    </a:lnTo>
                    <a:lnTo>
                      <a:pt x="76" y="48"/>
                    </a:lnTo>
                    <a:lnTo>
                      <a:pt x="80" y="48"/>
                    </a:lnTo>
                    <a:lnTo>
                      <a:pt x="80" y="54"/>
                    </a:lnTo>
                    <a:lnTo>
                      <a:pt x="84" y="54"/>
                    </a:lnTo>
                    <a:lnTo>
                      <a:pt x="80" y="58"/>
                    </a:lnTo>
                    <a:lnTo>
                      <a:pt x="76" y="58"/>
                    </a:lnTo>
                    <a:lnTo>
                      <a:pt x="74" y="62"/>
                    </a:lnTo>
                    <a:lnTo>
                      <a:pt x="74" y="66"/>
                    </a:lnTo>
                    <a:lnTo>
                      <a:pt x="70" y="66"/>
                    </a:lnTo>
                    <a:lnTo>
                      <a:pt x="66" y="62"/>
                    </a:lnTo>
                    <a:lnTo>
                      <a:pt x="66" y="58"/>
                    </a:lnTo>
                    <a:lnTo>
                      <a:pt x="66" y="54"/>
                    </a:lnTo>
                    <a:lnTo>
                      <a:pt x="66" y="48"/>
                    </a:lnTo>
                    <a:lnTo>
                      <a:pt x="70" y="46"/>
                    </a:lnTo>
                    <a:lnTo>
                      <a:pt x="66" y="42"/>
                    </a:lnTo>
                    <a:lnTo>
                      <a:pt x="70" y="42"/>
                    </a:lnTo>
                    <a:close/>
                    <a:moveTo>
                      <a:pt x="52" y="32"/>
                    </a:moveTo>
                    <a:lnTo>
                      <a:pt x="48" y="32"/>
                    </a:lnTo>
                    <a:lnTo>
                      <a:pt x="52" y="32"/>
                    </a:lnTo>
                    <a:close/>
                    <a:moveTo>
                      <a:pt x="60" y="34"/>
                    </a:moveTo>
                    <a:lnTo>
                      <a:pt x="56" y="34"/>
                    </a:lnTo>
                    <a:lnTo>
                      <a:pt x="56" y="32"/>
                    </a:lnTo>
                    <a:lnTo>
                      <a:pt x="52" y="32"/>
                    </a:lnTo>
                    <a:lnTo>
                      <a:pt x="52" y="26"/>
                    </a:lnTo>
                    <a:lnTo>
                      <a:pt x="56" y="26"/>
                    </a:lnTo>
                    <a:lnTo>
                      <a:pt x="56" y="32"/>
                    </a:lnTo>
                    <a:lnTo>
                      <a:pt x="60" y="32"/>
                    </a:lnTo>
                    <a:lnTo>
                      <a:pt x="60" y="26"/>
                    </a:lnTo>
                    <a:lnTo>
                      <a:pt x="60" y="32"/>
                    </a:lnTo>
                    <a:lnTo>
                      <a:pt x="66" y="32"/>
                    </a:lnTo>
                    <a:lnTo>
                      <a:pt x="66" y="34"/>
                    </a:lnTo>
                    <a:lnTo>
                      <a:pt x="60" y="34"/>
                    </a:lnTo>
                    <a:close/>
                    <a:moveTo>
                      <a:pt x="52" y="26"/>
                    </a:moveTo>
                    <a:lnTo>
                      <a:pt x="48" y="26"/>
                    </a:lnTo>
                    <a:lnTo>
                      <a:pt x="44" y="26"/>
                    </a:lnTo>
                    <a:lnTo>
                      <a:pt x="44" y="22"/>
                    </a:lnTo>
                    <a:lnTo>
                      <a:pt x="48" y="22"/>
                    </a:lnTo>
                    <a:lnTo>
                      <a:pt x="52" y="22"/>
                    </a:lnTo>
                    <a:lnTo>
                      <a:pt x="52" y="26"/>
                    </a:lnTo>
                    <a:close/>
                    <a:moveTo>
                      <a:pt x="36" y="22"/>
                    </a:moveTo>
                    <a:lnTo>
                      <a:pt x="32" y="22"/>
                    </a:lnTo>
                    <a:lnTo>
                      <a:pt x="32" y="18"/>
                    </a:lnTo>
                    <a:lnTo>
                      <a:pt x="28" y="14"/>
                    </a:lnTo>
                    <a:lnTo>
                      <a:pt x="32" y="14"/>
                    </a:lnTo>
                    <a:lnTo>
                      <a:pt x="36" y="14"/>
                    </a:lnTo>
                    <a:lnTo>
                      <a:pt x="36" y="18"/>
                    </a:lnTo>
                    <a:lnTo>
                      <a:pt x="40" y="22"/>
                    </a:lnTo>
                    <a:lnTo>
                      <a:pt x="36" y="22"/>
                    </a:lnTo>
                    <a:close/>
                    <a:moveTo>
                      <a:pt x="0" y="10"/>
                    </a:moveTo>
                    <a:lnTo>
                      <a:pt x="0" y="4"/>
                    </a:lnTo>
                    <a:lnTo>
                      <a:pt x="4" y="4"/>
                    </a:lnTo>
                    <a:lnTo>
                      <a:pt x="4" y="10"/>
                    </a:lnTo>
                    <a:lnTo>
                      <a:pt x="0" y="10"/>
                    </a:lnTo>
                    <a:close/>
                    <a:moveTo>
                      <a:pt x="12" y="10"/>
                    </a:moveTo>
                    <a:lnTo>
                      <a:pt x="8" y="10"/>
                    </a:lnTo>
                    <a:lnTo>
                      <a:pt x="8" y="4"/>
                    </a:lnTo>
                    <a:lnTo>
                      <a:pt x="8" y="0"/>
                    </a:lnTo>
                    <a:lnTo>
                      <a:pt x="12" y="0"/>
                    </a:lnTo>
                    <a:lnTo>
                      <a:pt x="12" y="4"/>
                    </a:lnTo>
                    <a:lnTo>
                      <a:pt x="16" y="4"/>
                    </a:lnTo>
                    <a:lnTo>
                      <a:pt x="12"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831" name="Freeform 7"/>
              <p:cNvSpPr>
                <a:spLocks noEditPoints="1"/>
              </p:cNvSpPr>
              <p:nvPr/>
            </p:nvSpPr>
            <p:spPr bwMode="gray">
              <a:xfrm>
                <a:off x="1734159" y="2954626"/>
                <a:ext cx="1419882" cy="812800"/>
              </a:xfrm>
              <a:custGeom>
                <a:avLst/>
                <a:gdLst>
                  <a:gd name="T0" fmla="*/ 506 w 894"/>
                  <a:gd name="T1" fmla="*/ 422 h 512"/>
                  <a:gd name="T2" fmla="*/ 794 w 894"/>
                  <a:gd name="T3" fmla="*/ 192 h 512"/>
                  <a:gd name="T4" fmla="*/ 800 w 894"/>
                  <a:gd name="T5" fmla="*/ 192 h 512"/>
                  <a:gd name="T6" fmla="*/ 874 w 894"/>
                  <a:gd name="T7" fmla="*/ 112 h 512"/>
                  <a:gd name="T8" fmla="*/ 28 w 894"/>
                  <a:gd name="T9" fmla="*/ 20 h 512"/>
                  <a:gd name="T10" fmla="*/ 422 w 894"/>
                  <a:gd name="T11" fmla="*/ 464 h 512"/>
                  <a:gd name="T12" fmla="*/ 758 w 894"/>
                  <a:gd name="T13" fmla="*/ 294 h 512"/>
                  <a:gd name="T14" fmla="*/ 746 w 894"/>
                  <a:gd name="T15" fmla="*/ 234 h 512"/>
                  <a:gd name="T16" fmla="*/ 734 w 894"/>
                  <a:gd name="T17" fmla="*/ 242 h 512"/>
                  <a:gd name="T18" fmla="*/ 742 w 894"/>
                  <a:gd name="T19" fmla="*/ 262 h 512"/>
                  <a:gd name="T20" fmla="*/ 758 w 894"/>
                  <a:gd name="T21" fmla="*/ 286 h 512"/>
                  <a:gd name="T22" fmla="*/ 742 w 894"/>
                  <a:gd name="T23" fmla="*/ 290 h 512"/>
                  <a:gd name="T24" fmla="*/ 746 w 894"/>
                  <a:gd name="T25" fmla="*/ 300 h 512"/>
                  <a:gd name="T26" fmla="*/ 728 w 894"/>
                  <a:gd name="T27" fmla="*/ 314 h 512"/>
                  <a:gd name="T28" fmla="*/ 692 w 894"/>
                  <a:gd name="T29" fmla="*/ 356 h 512"/>
                  <a:gd name="T30" fmla="*/ 672 w 894"/>
                  <a:gd name="T31" fmla="*/ 390 h 512"/>
                  <a:gd name="T32" fmla="*/ 680 w 894"/>
                  <a:gd name="T33" fmla="*/ 446 h 512"/>
                  <a:gd name="T34" fmla="*/ 676 w 894"/>
                  <a:gd name="T35" fmla="*/ 508 h 512"/>
                  <a:gd name="T36" fmla="*/ 652 w 894"/>
                  <a:gd name="T37" fmla="*/ 464 h 512"/>
                  <a:gd name="T38" fmla="*/ 634 w 894"/>
                  <a:gd name="T39" fmla="*/ 418 h 512"/>
                  <a:gd name="T40" fmla="*/ 602 w 894"/>
                  <a:gd name="T41" fmla="*/ 408 h 512"/>
                  <a:gd name="T42" fmla="*/ 570 w 894"/>
                  <a:gd name="T43" fmla="*/ 408 h 512"/>
                  <a:gd name="T44" fmla="*/ 542 w 894"/>
                  <a:gd name="T45" fmla="*/ 414 h 512"/>
                  <a:gd name="T46" fmla="*/ 534 w 894"/>
                  <a:gd name="T47" fmla="*/ 426 h 512"/>
                  <a:gd name="T48" fmla="*/ 486 w 894"/>
                  <a:gd name="T49" fmla="*/ 418 h 512"/>
                  <a:gd name="T50" fmla="*/ 448 w 894"/>
                  <a:gd name="T51" fmla="*/ 440 h 512"/>
                  <a:gd name="T52" fmla="*/ 426 w 894"/>
                  <a:gd name="T53" fmla="*/ 450 h 512"/>
                  <a:gd name="T54" fmla="*/ 416 w 894"/>
                  <a:gd name="T55" fmla="*/ 492 h 512"/>
                  <a:gd name="T56" fmla="*/ 370 w 894"/>
                  <a:gd name="T57" fmla="*/ 436 h 512"/>
                  <a:gd name="T58" fmla="*/ 322 w 894"/>
                  <a:gd name="T59" fmla="*/ 426 h 512"/>
                  <a:gd name="T60" fmla="*/ 266 w 894"/>
                  <a:gd name="T61" fmla="*/ 378 h 512"/>
                  <a:gd name="T62" fmla="*/ 162 w 894"/>
                  <a:gd name="T63" fmla="*/ 370 h 512"/>
                  <a:gd name="T64" fmla="*/ 114 w 894"/>
                  <a:gd name="T65" fmla="*/ 348 h 512"/>
                  <a:gd name="T66" fmla="*/ 60 w 894"/>
                  <a:gd name="T67" fmla="*/ 312 h 512"/>
                  <a:gd name="T68" fmla="*/ 34 w 894"/>
                  <a:gd name="T69" fmla="*/ 254 h 512"/>
                  <a:gd name="T70" fmla="*/ 32 w 894"/>
                  <a:gd name="T71" fmla="*/ 250 h 512"/>
                  <a:gd name="T72" fmla="*/ 6 w 894"/>
                  <a:gd name="T73" fmla="*/ 192 h 512"/>
                  <a:gd name="T74" fmla="*/ 6 w 894"/>
                  <a:gd name="T75" fmla="*/ 132 h 512"/>
                  <a:gd name="T76" fmla="*/ 6 w 894"/>
                  <a:gd name="T77" fmla="*/ 72 h 512"/>
                  <a:gd name="T78" fmla="*/ 6 w 894"/>
                  <a:gd name="T79" fmla="*/ 26 h 512"/>
                  <a:gd name="T80" fmla="*/ 32 w 894"/>
                  <a:gd name="T81" fmla="*/ 42 h 512"/>
                  <a:gd name="T82" fmla="*/ 32 w 894"/>
                  <a:gd name="T83" fmla="*/ 26 h 512"/>
                  <a:gd name="T84" fmla="*/ 108 w 894"/>
                  <a:gd name="T85" fmla="*/ 10 h 512"/>
                  <a:gd name="T86" fmla="*/ 228 w 894"/>
                  <a:gd name="T87" fmla="*/ 10 h 512"/>
                  <a:gd name="T88" fmla="*/ 332 w 894"/>
                  <a:gd name="T89" fmla="*/ 10 h 512"/>
                  <a:gd name="T90" fmla="*/ 460 w 894"/>
                  <a:gd name="T91" fmla="*/ 10 h 512"/>
                  <a:gd name="T92" fmla="*/ 516 w 894"/>
                  <a:gd name="T93" fmla="*/ 30 h 512"/>
                  <a:gd name="T94" fmla="*/ 598 w 894"/>
                  <a:gd name="T95" fmla="*/ 48 h 512"/>
                  <a:gd name="T96" fmla="*/ 656 w 894"/>
                  <a:gd name="T97" fmla="*/ 124 h 512"/>
                  <a:gd name="T98" fmla="*/ 676 w 894"/>
                  <a:gd name="T99" fmla="*/ 158 h 512"/>
                  <a:gd name="T100" fmla="*/ 746 w 894"/>
                  <a:gd name="T101" fmla="*/ 124 h 512"/>
                  <a:gd name="T102" fmla="*/ 824 w 894"/>
                  <a:gd name="T103" fmla="*/ 100 h 512"/>
                  <a:gd name="T104" fmla="*/ 860 w 894"/>
                  <a:gd name="T105" fmla="*/ 48 h 512"/>
                  <a:gd name="T106" fmla="*/ 888 w 894"/>
                  <a:gd name="T107" fmla="*/ 108 h 512"/>
                  <a:gd name="T108" fmla="*/ 852 w 894"/>
                  <a:gd name="T109" fmla="*/ 120 h 512"/>
                  <a:gd name="T110" fmla="*/ 836 w 894"/>
                  <a:gd name="T111" fmla="*/ 152 h 512"/>
                  <a:gd name="T112" fmla="*/ 832 w 894"/>
                  <a:gd name="T113" fmla="*/ 172 h 512"/>
                  <a:gd name="T114" fmla="*/ 782 w 894"/>
                  <a:gd name="T115" fmla="*/ 190 h 512"/>
                  <a:gd name="T116" fmla="*/ 774 w 894"/>
                  <a:gd name="T117" fmla="*/ 222 h 512"/>
                  <a:gd name="T118" fmla="*/ 762 w 894"/>
                  <a:gd name="T119" fmla="*/ 224 h 512"/>
                  <a:gd name="T120" fmla="*/ 754 w 894"/>
                  <a:gd name="T121" fmla="*/ 242 h 512"/>
                  <a:gd name="T122" fmla="*/ 754 w 894"/>
                  <a:gd name="T123" fmla="*/ 214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94" h="512">
                    <a:moveTo>
                      <a:pt x="686" y="508"/>
                    </a:moveTo>
                    <a:lnTo>
                      <a:pt x="686" y="504"/>
                    </a:lnTo>
                    <a:lnTo>
                      <a:pt x="686" y="508"/>
                    </a:lnTo>
                    <a:lnTo>
                      <a:pt x="680" y="512"/>
                    </a:lnTo>
                    <a:lnTo>
                      <a:pt x="686" y="512"/>
                    </a:lnTo>
                    <a:lnTo>
                      <a:pt x="686" y="508"/>
                    </a:lnTo>
                    <a:close/>
                    <a:moveTo>
                      <a:pt x="432" y="450"/>
                    </a:moveTo>
                    <a:lnTo>
                      <a:pt x="426" y="450"/>
                    </a:lnTo>
                    <a:lnTo>
                      <a:pt x="426" y="454"/>
                    </a:lnTo>
                    <a:lnTo>
                      <a:pt x="426" y="450"/>
                    </a:lnTo>
                    <a:lnTo>
                      <a:pt x="432" y="450"/>
                    </a:lnTo>
                    <a:close/>
                    <a:moveTo>
                      <a:pt x="432" y="450"/>
                    </a:moveTo>
                    <a:lnTo>
                      <a:pt x="432" y="446"/>
                    </a:lnTo>
                    <a:lnTo>
                      <a:pt x="436" y="446"/>
                    </a:lnTo>
                    <a:lnTo>
                      <a:pt x="432" y="450"/>
                    </a:lnTo>
                    <a:close/>
                    <a:moveTo>
                      <a:pt x="460" y="426"/>
                    </a:moveTo>
                    <a:lnTo>
                      <a:pt x="460" y="430"/>
                    </a:lnTo>
                    <a:lnTo>
                      <a:pt x="456" y="430"/>
                    </a:lnTo>
                    <a:lnTo>
                      <a:pt x="460" y="430"/>
                    </a:lnTo>
                    <a:lnTo>
                      <a:pt x="460" y="426"/>
                    </a:lnTo>
                    <a:close/>
                    <a:moveTo>
                      <a:pt x="510" y="422"/>
                    </a:moveTo>
                    <a:lnTo>
                      <a:pt x="506" y="422"/>
                    </a:lnTo>
                    <a:lnTo>
                      <a:pt x="510" y="422"/>
                    </a:lnTo>
                    <a:close/>
                    <a:moveTo>
                      <a:pt x="590" y="406"/>
                    </a:moveTo>
                    <a:lnTo>
                      <a:pt x="586" y="406"/>
                    </a:lnTo>
                    <a:lnTo>
                      <a:pt x="582" y="406"/>
                    </a:lnTo>
                    <a:lnTo>
                      <a:pt x="578" y="406"/>
                    </a:lnTo>
                    <a:lnTo>
                      <a:pt x="582" y="406"/>
                    </a:lnTo>
                    <a:lnTo>
                      <a:pt x="586" y="406"/>
                    </a:lnTo>
                    <a:lnTo>
                      <a:pt x="590" y="406"/>
                    </a:lnTo>
                    <a:close/>
                    <a:moveTo>
                      <a:pt x="94" y="352"/>
                    </a:moveTo>
                    <a:lnTo>
                      <a:pt x="96" y="356"/>
                    </a:lnTo>
                    <a:lnTo>
                      <a:pt x="94" y="356"/>
                    </a:lnTo>
                    <a:lnTo>
                      <a:pt x="94" y="352"/>
                    </a:lnTo>
                    <a:close/>
                    <a:moveTo>
                      <a:pt x="94" y="346"/>
                    </a:moveTo>
                    <a:lnTo>
                      <a:pt x="96" y="346"/>
                    </a:lnTo>
                    <a:lnTo>
                      <a:pt x="94" y="346"/>
                    </a:lnTo>
                    <a:close/>
                    <a:moveTo>
                      <a:pt x="72" y="332"/>
                    </a:moveTo>
                    <a:lnTo>
                      <a:pt x="68" y="332"/>
                    </a:lnTo>
                    <a:lnTo>
                      <a:pt x="72" y="332"/>
                    </a:lnTo>
                    <a:close/>
                    <a:moveTo>
                      <a:pt x="800" y="192"/>
                    </a:moveTo>
                    <a:lnTo>
                      <a:pt x="800" y="190"/>
                    </a:lnTo>
                    <a:lnTo>
                      <a:pt x="800" y="192"/>
                    </a:lnTo>
                    <a:lnTo>
                      <a:pt x="794" y="192"/>
                    </a:lnTo>
                    <a:lnTo>
                      <a:pt x="790" y="192"/>
                    </a:lnTo>
                    <a:lnTo>
                      <a:pt x="786" y="192"/>
                    </a:lnTo>
                    <a:lnTo>
                      <a:pt x="782" y="192"/>
                    </a:lnTo>
                    <a:lnTo>
                      <a:pt x="782" y="190"/>
                    </a:lnTo>
                    <a:lnTo>
                      <a:pt x="786" y="190"/>
                    </a:lnTo>
                    <a:lnTo>
                      <a:pt x="790" y="190"/>
                    </a:lnTo>
                    <a:lnTo>
                      <a:pt x="794" y="190"/>
                    </a:lnTo>
                    <a:lnTo>
                      <a:pt x="800" y="186"/>
                    </a:lnTo>
                    <a:lnTo>
                      <a:pt x="804" y="186"/>
                    </a:lnTo>
                    <a:lnTo>
                      <a:pt x="808" y="186"/>
                    </a:lnTo>
                    <a:lnTo>
                      <a:pt x="810" y="180"/>
                    </a:lnTo>
                    <a:lnTo>
                      <a:pt x="810" y="186"/>
                    </a:lnTo>
                    <a:lnTo>
                      <a:pt x="808" y="186"/>
                    </a:lnTo>
                    <a:lnTo>
                      <a:pt x="804" y="190"/>
                    </a:lnTo>
                    <a:lnTo>
                      <a:pt x="808" y="190"/>
                    </a:lnTo>
                    <a:lnTo>
                      <a:pt x="808" y="186"/>
                    </a:lnTo>
                    <a:lnTo>
                      <a:pt x="810" y="186"/>
                    </a:lnTo>
                    <a:lnTo>
                      <a:pt x="814" y="186"/>
                    </a:lnTo>
                    <a:lnTo>
                      <a:pt x="810" y="186"/>
                    </a:lnTo>
                    <a:lnTo>
                      <a:pt x="808" y="190"/>
                    </a:lnTo>
                    <a:lnTo>
                      <a:pt x="804" y="190"/>
                    </a:lnTo>
                    <a:lnTo>
                      <a:pt x="800" y="192"/>
                    </a:lnTo>
                    <a:close/>
                    <a:moveTo>
                      <a:pt x="842" y="176"/>
                    </a:moveTo>
                    <a:lnTo>
                      <a:pt x="842" y="180"/>
                    </a:lnTo>
                    <a:lnTo>
                      <a:pt x="848" y="180"/>
                    </a:lnTo>
                    <a:lnTo>
                      <a:pt x="842" y="180"/>
                    </a:lnTo>
                    <a:lnTo>
                      <a:pt x="840" y="180"/>
                    </a:lnTo>
                    <a:lnTo>
                      <a:pt x="842" y="180"/>
                    </a:lnTo>
                    <a:lnTo>
                      <a:pt x="842" y="176"/>
                    </a:lnTo>
                    <a:close/>
                    <a:moveTo>
                      <a:pt x="836" y="176"/>
                    </a:moveTo>
                    <a:lnTo>
                      <a:pt x="836" y="180"/>
                    </a:lnTo>
                    <a:lnTo>
                      <a:pt x="832" y="180"/>
                    </a:lnTo>
                    <a:lnTo>
                      <a:pt x="832" y="176"/>
                    </a:lnTo>
                    <a:lnTo>
                      <a:pt x="836" y="176"/>
                    </a:lnTo>
                    <a:close/>
                    <a:moveTo>
                      <a:pt x="828" y="172"/>
                    </a:moveTo>
                    <a:lnTo>
                      <a:pt x="828" y="176"/>
                    </a:lnTo>
                    <a:lnTo>
                      <a:pt x="824" y="176"/>
                    </a:lnTo>
                    <a:lnTo>
                      <a:pt x="824" y="172"/>
                    </a:lnTo>
                    <a:lnTo>
                      <a:pt x="828" y="172"/>
                    </a:lnTo>
                    <a:close/>
                    <a:moveTo>
                      <a:pt x="870" y="116"/>
                    </a:moveTo>
                    <a:lnTo>
                      <a:pt x="864" y="120"/>
                    </a:lnTo>
                    <a:lnTo>
                      <a:pt x="864" y="116"/>
                    </a:lnTo>
                    <a:lnTo>
                      <a:pt x="870" y="116"/>
                    </a:lnTo>
                    <a:close/>
                    <a:moveTo>
                      <a:pt x="874" y="112"/>
                    </a:moveTo>
                    <a:lnTo>
                      <a:pt x="874" y="116"/>
                    </a:lnTo>
                    <a:lnTo>
                      <a:pt x="870" y="116"/>
                    </a:lnTo>
                    <a:lnTo>
                      <a:pt x="870" y="112"/>
                    </a:lnTo>
                    <a:lnTo>
                      <a:pt x="874" y="112"/>
                    </a:lnTo>
                    <a:close/>
                    <a:moveTo>
                      <a:pt x="34" y="48"/>
                    </a:moveTo>
                    <a:lnTo>
                      <a:pt x="32" y="48"/>
                    </a:lnTo>
                    <a:lnTo>
                      <a:pt x="32" y="42"/>
                    </a:lnTo>
                    <a:lnTo>
                      <a:pt x="32" y="48"/>
                    </a:lnTo>
                    <a:lnTo>
                      <a:pt x="34" y="48"/>
                    </a:lnTo>
                    <a:close/>
                    <a:moveTo>
                      <a:pt x="32" y="26"/>
                    </a:moveTo>
                    <a:lnTo>
                      <a:pt x="32" y="30"/>
                    </a:lnTo>
                    <a:lnTo>
                      <a:pt x="34" y="34"/>
                    </a:lnTo>
                    <a:lnTo>
                      <a:pt x="32" y="34"/>
                    </a:lnTo>
                    <a:lnTo>
                      <a:pt x="32" y="30"/>
                    </a:lnTo>
                    <a:lnTo>
                      <a:pt x="28" y="30"/>
                    </a:lnTo>
                    <a:lnTo>
                      <a:pt x="28" y="26"/>
                    </a:lnTo>
                    <a:lnTo>
                      <a:pt x="32" y="26"/>
                    </a:lnTo>
                    <a:close/>
                    <a:moveTo>
                      <a:pt x="28" y="20"/>
                    </a:moveTo>
                    <a:lnTo>
                      <a:pt x="28" y="26"/>
                    </a:lnTo>
                    <a:lnTo>
                      <a:pt x="28" y="20"/>
                    </a:lnTo>
                    <a:lnTo>
                      <a:pt x="24" y="20"/>
                    </a:lnTo>
                    <a:lnTo>
                      <a:pt x="28" y="20"/>
                    </a:lnTo>
                    <a:close/>
                    <a:moveTo>
                      <a:pt x="28" y="18"/>
                    </a:moveTo>
                    <a:lnTo>
                      <a:pt x="28" y="20"/>
                    </a:lnTo>
                    <a:lnTo>
                      <a:pt x="24" y="18"/>
                    </a:lnTo>
                    <a:lnTo>
                      <a:pt x="28" y="18"/>
                    </a:lnTo>
                    <a:close/>
                    <a:moveTo>
                      <a:pt x="422" y="478"/>
                    </a:moveTo>
                    <a:lnTo>
                      <a:pt x="422" y="474"/>
                    </a:lnTo>
                    <a:lnTo>
                      <a:pt x="420" y="474"/>
                    </a:lnTo>
                    <a:lnTo>
                      <a:pt x="420" y="470"/>
                    </a:lnTo>
                    <a:lnTo>
                      <a:pt x="420" y="468"/>
                    </a:lnTo>
                    <a:lnTo>
                      <a:pt x="420" y="470"/>
                    </a:lnTo>
                    <a:lnTo>
                      <a:pt x="422" y="474"/>
                    </a:lnTo>
                    <a:lnTo>
                      <a:pt x="422" y="478"/>
                    </a:lnTo>
                    <a:lnTo>
                      <a:pt x="422" y="484"/>
                    </a:lnTo>
                    <a:lnTo>
                      <a:pt x="422" y="488"/>
                    </a:lnTo>
                    <a:lnTo>
                      <a:pt x="422" y="492"/>
                    </a:lnTo>
                    <a:lnTo>
                      <a:pt x="422" y="488"/>
                    </a:lnTo>
                    <a:lnTo>
                      <a:pt x="422" y="484"/>
                    </a:lnTo>
                    <a:lnTo>
                      <a:pt x="422" y="478"/>
                    </a:lnTo>
                    <a:close/>
                    <a:moveTo>
                      <a:pt x="422" y="464"/>
                    </a:moveTo>
                    <a:lnTo>
                      <a:pt x="422" y="468"/>
                    </a:lnTo>
                    <a:lnTo>
                      <a:pt x="420" y="468"/>
                    </a:lnTo>
                    <a:lnTo>
                      <a:pt x="422" y="464"/>
                    </a:lnTo>
                    <a:lnTo>
                      <a:pt x="422" y="460"/>
                    </a:lnTo>
                    <a:lnTo>
                      <a:pt x="426" y="454"/>
                    </a:lnTo>
                    <a:lnTo>
                      <a:pt x="426" y="460"/>
                    </a:lnTo>
                    <a:lnTo>
                      <a:pt x="422" y="460"/>
                    </a:lnTo>
                    <a:lnTo>
                      <a:pt x="422" y="464"/>
                    </a:lnTo>
                    <a:close/>
                    <a:moveTo>
                      <a:pt x="686" y="454"/>
                    </a:moveTo>
                    <a:lnTo>
                      <a:pt x="686" y="460"/>
                    </a:lnTo>
                    <a:lnTo>
                      <a:pt x="686" y="464"/>
                    </a:lnTo>
                    <a:lnTo>
                      <a:pt x="688" y="468"/>
                    </a:lnTo>
                    <a:lnTo>
                      <a:pt x="688" y="470"/>
                    </a:lnTo>
                    <a:lnTo>
                      <a:pt x="688" y="468"/>
                    </a:lnTo>
                    <a:lnTo>
                      <a:pt x="686" y="464"/>
                    </a:lnTo>
                    <a:lnTo>
                      <a:pt x="686" y="460"/>
                    </a:lnTo>
                    <a:lnTo>
                      <a:pt x="686" y="454"/>
                    </a:lnTo>
                    <a:close/>
                    <a:moveTo>
                      <a:pt x="680" y="446"/>
                    </a:moveTo>
                    <a:lnTo>
                      <a:pt x="680" y="442"/>
                    </a:lnTo>
                    <a:lnTo>
                      <a:pt x="680" y="446"/>
                    </a:lnTo>
                    <a:close/>
                    <a:moveTo>
                      <a:pt x="758" y="308"/>
                    </a:moveTo>
                    <a:lnTo>
                      <a:pt x="758" y="304"/>
                    </a:lnTo>
                    <a:lnTo>
                      <a:pt x="762" y="304"/>
                    </a:lnTo>
                    <a:lnTo>
                      <a:pt x="762" y="300"/>
                    </a:lnTo>
                    <a:lnTo>
                      <a:pt x="758" y="294"/>
                    </a:lnTo>
                    <a:lnTo>
                      <a:pt x="762" y="294"/>
                    </a:lnTo>
                    <a:lnTo>
                      <a:pt x="762" y="300"/>
                    </a:lnTo>
                    <a:lnTo>
                      <a:pt x="762" y="304"/>
                    </a:lnTo>
                    <a:lnTo>
                      <a:pt x="758" y="308"/>
                    </a:lnTo>
                    <a:close/>
                    <a:moveTo>
                      <a:pt x="782" y="192"/>
                    </a:moveTo>
                    <a:lnTo>
                      <a:pt x="782" y="196"/>
                    </a:lnTo>
                    <a:lnTo>
                      <a:pt x="780" y="196"/>
                    </a:lnTo>
                    <a:lnTo>
                      <a:pt x="780" y="192"/>
                    </a:lnTo>
                    <a:lnTo>
                      <a:pt x="782" y="192"/>
                    </a:lnTo>
                    <a:close/>
                    <a:moveTo>
                      <a:pt x="72" y="332"/>
                    </a:moveTo>
                    <a:lnTo>
                      <a:pt x="76" y="332"/>
                    </a:lnTo>
                    <a:lnTo>
                      <a:pt x="72" y="332"/>
                    </a:lnTo>
                    <a:close/>
                    <a:moveTo>
                      <a:pt x="24" y="18"/>
                    </a:moveTo>
                    <a:lnTo>
                      <a:pt x="24" y="20"/>
                    </a:lnTo>
                    <a:lnTo>
                      <a:pt x="24" y="18"/>
                    </a:lnTo>
                    <a:close/>
                    <a:moveTo>
                      <a:pt x="746" y="222"/>
                    </a:moveTo>
                    <a:lnTo>
                      <a:pt x="746" y="224"/>
                    </a:lnTo>
                    <a:lnTo>
                      <a:pt x="746" y="222"/>
                    </a:lnTo>
                    <a:lnTo>
                      <a:pt x="742" y="222"/>
                    </a:lnTo>
                    <a:lnTo>
                      <a:pt x="746" y="224"/>
                    </a:lnTo>
                    <a:lnTo>
                      <a:pt x="746" y="230"/>
                    </a:lnTo>
                    <a:lnTo>
                      <a:pt x="746" y="234"/>
                    </a:lnTo>
                    <a:lnTo>
                      <a:pt x="746" y="238"/>
                    </a:lnTo>
                    <a:lnTo>
                      <a:pt x="746" y="242"/>
                    </a:lnTo>
                    <a:lnTo>
                      <a:pt x="742" y="242"/>
                    </a:lnTo>
                    <a:lnTo>
                      <a:pt x="742" y="238"/>
                    </a:lnTo>
                    <a:lnTo>
                      <a:pt x="742" y="234"/>
                    </a:lnTo>
                    <a:lnTo>
                      <a:pt x="742" y="238"/>
                    </a:lnTo>
                    <a:lnTo>
                      <a:pt x="742" y="242"/>
                    </a:lnTo>
                    <a:lnTo>
                      <a:pt x="746" y="242"/>
                    </a:lnTo>
                    <a:lnTo>
                      <a:pt x="746" y="246"/>
                    </a:lnTo>
                    <a:lnTo>
                      <a:pt x="746" y="250"/>
                    </a:lnTo>
                    <a:lnTo>
                      <a:pt x="746" y="246"/>
                    </a:lnTo>
                    <a:lnTo>
                      <a:pt x="742" y="246"/>
                    </a:lnTo>
                    <a:lnTo>
                      <a:pt x="738" y="242"/>
                    </a:lnTo>
                    <a:lnTo>
                      <a:pt x="734" y="242"/>
                    </a:lnTo>
                    <a:lnTo>
                      <a:pt x="734" y="238"/>
                    </a:lnTo>
                    <a:lnTo>
                      <a:pt x="734" y="234"/>
                    </a:lnTo>
                    <a:lnTo>
                      <a:pt x="738" y="234"/>
                    </a:lnTo>
                    <a:lnTo>
                      <a:pt x="738" y="230"/>
                    </a:lnTo>
                    <a:lnTo>
                      <a:pt x="738" y="234"/>
                    </a:lnTo>
                    <a:lnTo>
                      <a:pt x="734" y="234"/>
                    </a:lnTo>
                    <a:lnTo>
                      <a:pt x="734" y="238"/>
                    </a:lnTo>
                    <a:lnTo>
                      <a:pt x="734" y="242"/>
                    </a:lnTo>
                    <a:lnTo>
                      <a:pt x="738" y="242"/>
                    </a:lnTo>
                    <a:lnTo>
                      <a:pt x="738" y="246"/>
                    </a:lnTo>
                    <a:lnTo>
                      <a:pt x="742" y="246"/>
                    </a:lnTo>
                    <a:lnTo>
                      <a:pt x="746" y="250"/>
                    </a:lnTo>
                    <a:lnTo>
                      <a:pt x="748" y="250"/>
                    </a:lnTo>
                    <a:lnTo>
                      <a:pt x="748" y="254"/>
                    </a:lnTo>
                    <a:lnTo>
                      <a:pt x="746" y="258"/>
                    </a:lnTo>
                    <a:lnTo>
                      <a:pt x="746" y="254"/>
                    </a:lnTo>
                    <a:lnTo>
                      <a:pt x="742" y="254"/>
                    </a:lnTo>
                    <a:lnTo>
                      <a:pt x="738" y="250"/>
                    </a:lnTo>
                    <a:lnTo>
                      <a:pt x="738" y="246"/>
                    </a:lnTo>
                    <a:lnTo>
                      <a:pt x="734" y="246"/>
                    </a:lnTo>
                    <a:lnTo>
                      <a:pt x="738" y="246"/>
                    </a:lnTo>
                    <a:lnTo>
                      <a:pt x="738" y="250"/>
                    </a:lnTo>
                    <a:lnTo>
                      <a:pt x="742" y="254"/>
                    </a:lnTo>
                    <a:lnTo>
                      <a:pt x="746" y="258"/>
                    </a:lnTo>
                    <a:lnTo>
                      <a:pt x="748" y="258"/>
                    </a:lnTo>
                    <a:lnTo>
                      <a:pt x="748" y="262"/>
                    </a:lnTo>
                    <a:lnTo>
                      <a:pt x="746" y="262"/>
                    </a:lnTo>
                    <a:lnTo>
                      <a:pt x="746" y="266"/>
                    </a:lnTo>
                    <a:lnTo>
                      <a:pt x="746" y="262"/>
                    </a:lnTo>
                    <a:lnTo>
                      <a:pt x="742" y="262"/>
                    </a:lnTo>
                    <a:lnTo>
                      <a:pt x="746" y="262"/>
                    </a:lnTo>
                    <a:lnTo>
                      <a:pt x="746" y="266"/>
                    </a:lnTo>
                    <a:lnTo>
                      <a:pt x="748" y="266"/>
                    </a:lnTo>
                    <a:lnTo>
                      <a:pt x="746" y="270"/>
                    </a:lnTo>
                    <a:lnTo>
                      <a:pt x="742" y="266"/>
                    </a:lnTo>
                    <a:lnTo>
                      <a:pt x="738" y="266"/>
                    </a:lnTo>
                    <a:lnTo>
                      <a:pt x="738" y="262"/>
                    </a:lnTo>
                    <a:lnTo>
                      <a:pt x="734" y="262"/>
                    </a:lnTo>
                    <a:lnTo>
                      <a:pt x="738" y="262"/>
                    </a:lnTo>
                    <a:lnTo>
                      <a:pt x="738" y="266"/>
                    </a:lnTo>
                    <a:lnTo>
                      <a:pt x="742" y="266"/>
                    </a:lnTo>
                    <a:lnTo>
                      <a:pt x="742" y="270"/>
                    </a:lnTo>
                    <a:lnTo>
                      <a:pt x="746" y="270"/>
                    </a:lnTo>
                    <a:lnTo>
                      <a:pt x="746" y="276"/>
                    </a:lnTo>
                    <a:lnTo>
                      <a:pt x="746" y="270"/>
                    </a:lnTo>
                    <a:lnTo>
                      <a:pt x="748" y="270"/>
                    </a:lnTo>
                    <a:lnTo>
                      <a:pt x="754" y="270"/>
                    </a:lnTo>
                    <a:lnTo>
                      <a:pt x="754" y="276"/>
                    </a:lnTo>
                    <a:lnTo>
                      <a:pt x="754" y="280"/>
                    </a:lnTo>
                    <a:lnTo>
                      <a:pt x="754" y="284"/>
                    </a:lnTo>
                    <a:lnTo>
                      <a:pt x="754" y="286"/>
                    </a:lnTo>
                    <a:lnTo>
                      <a:pt x="758" y="286"/>
                    </a:lnTo>
                    <a:lnTo>
                      <a:pt x="758" y="290"/>
                    </a:lnTo>
                    <a:lnTo>
                      <a:pt x="758" y="294"/>
                    </a:lnTo>
                    <a:lnTo>
                      <a:pt x="758" y="290"/>
                    </a:lnTo>
                    <a:lnTo>
                      <a:pt x="758" y="286"/>
                    </a:lnTo>
                    <a:lnTo>
                      <a:pt x="754" y="286"/>
                    </a:lnTo>
                    <a:lnTo>
                      <a:pt x="754" y="284"/>
                    </a:lnTo>
                    <a:lnTo>
                      <a:pt x="754" y="280"/>
                    </a:lnTo>
                    <a:lnTo>
                      <a:pt x="754" y="276"/>
                    </a:lnTo>
                    <a:lnTo>
                      <a:pt x="754" y="280"/>
                    </a:lnTo>
                    <a:lnTo>
                      <a:pt x="748" y="280"/>
                    </a:lnTo>
                    <a:lnTo>
                      <a:pt x="754" y="284"/>
                    </a:lnTo>
                    <a:lnTo>
                      <a:pt x="754" y="286"/>
                    </a:lnTo>
                    <a:lnTo>
                      <a:pt x="754" y="290"/>
                    </a:lnTo>
                    <a:lnTo>
                      <a:pt x="754" y="286"/>
                    </a:lnTo>
                    <a:lnTo>
                      <a:pt x="754" y="284"/>
                    </a:lnTo>
                    <a:lnTo>
                      <a:pt x="754" y="286"/>
                    </a:lnTo>
                    <a:lnTo>
                      <a:pt x="748" y="286"/>
                    </a:lnTo>
                    <a:lnTo>
                      <a:pt x="748" y="284"/>
                    </a:lnTo>
                    <a:lnTo>
                      <a:pt x="748" y="286"/>
                    </a:lnTo>
                    <a:lnTo>
                      <a:pt x="746" y="286"/>
                    </a:lnTo>
                    <a:lnTo>
                      <a:pt x="746" y="290"/>
                    </a:lnTo>
                    <a:lnTo>
                      <a:pt x="742" y="290"/>
                    </a:lnTo>
                    <a:lnTo>
                      <a:pt x="742" y="286"/>
                    </a:lnTo>
                    <a:lnTo>
                      <a:pt x="742" y="290"/>
                    </a:lnTo>
                    <a:lnTo>
                      <a:pt x="746" y="290"/>
                    </a:lnTo>
                    <a:lnTo>
                      <a:pt x="748" y="290"/>
                    </a:lnTo>
                    <a:lnTo>
                      <a:pt x="746" y="290"/>
                    </a:lnTo>
                    <a:lnTo>
                      <a:pt x="748" y="290"/>
                    </a:lnTo>
                    <a:lnTo>
                      <a:pt x="754" y="290"/>
                    </a:lnTo>
                    <a:lnTo>
                      <a:pt x="748" y="294"/>
                    </a:lnTo>
                    <a:lnTo>
                      <a:pt x="748" y="300"/>
                    </a:lnTo>
                    <a:lnTo>
                      <a:pt x="748" y="294"/>
                    </a:lnTo>
                    <a:lnTo>
                      <a:pt x="748" y="300"/>
                    </a:lnTo>
                    <a:lnTo>
                      <a:pt x="754" y="294"/>
                    </a:lnTo>
                    <a:lnTo>
                      <a:pt x="754" y="290"/>
                    </a:lnTo>
                    <a:lnTo>
                      <a:pt x="758" y="294"/>
                    </a:lnTo>
                    <a:lnTo>
                      <a:pt x="758" y="300"/>
                    </a:lnTo>
                    <a:lnTo>
                      <a:pt x="754" y="300"/>
                    </a:lnTo>
                    <a:lnTo>
                      <a:pt x="754" y="304"/>
                    </a:lnTo>
                    <a:lnTo>
                      <a:pt x="748" y="304"/>
                    </a:lnTo>
                    <a:lnTo>
                      <a:pt x="746" y="304"/>
                    </a:lnTo>
                    <a:lnTo>
                      <a:pt x="742" y="304"/>
                    </a:lnTo>
                    <a:lnTo>
                      <a:pt x="742" y="300"/>
                    </a:lnTo>
                    <a:lnTo>
                      <a:pt x="746" y="300"/>
                    </a:lnTo>
                    <a:lnTo>
                      <a:pt x="742" y="300"/>
                    </a:lnTo>
                    <a:lnTo>
                      <a:pt x="742" y="304"/>
                    </a:lnTo>
                    <a:lnTo>
                      <a:pt x="738" y="304"/>
                    </a:lnTo>
                    <a:lnTo>
                      <a:pt x="738" y="300"/>
                    </a:lnTo>
                    <a:lnTo>
                      <a:pt x="738" y="304"/>
                    </a:lnTo>
                    <a:lnTo>
                      <a:pt x="746" y="304"/>
                    </a:lnTo>
                    <a:lnTo>
                      <a:pt x="746" y="308"/>
                    </a:lnTo>
                    <a:lnTo>
                      <a:pt x="742" y="308"/>
                    </a:lnTo>
                    <a:lnTo>
                      <a:pt x="742" y="312"/>
                    </a:lnTo>
                    <a:lnTo>
                      <a:pt x="738" y="312"/>
                    </a:lnTo>
                    <a:lnTo>
                      <a:pt x="738" y="308"/>
                    </a:lnTo>
                    <a:lnTo>
                      <a:pt x="738" y="312"/>
                    </a:lnTo>
                    <a:lnTo>
                      <a:pt x="742" y="312"/>
                    </a:lnTo>
                    <a:lnTo>
                      <a:pt x="746" y="312"/>
                    </a:lnTo>
                    <a:lnTo>
                      <a:pt x="748" y="312"/>
                    </a:lnTo>
                    <a:lnTo>
                      <a:pt x="746" y="312"/>
                    </a:lnTo>
                    <a:lnTo>
                      <a:pt x="746" y="314"/>
                    </a:lnTo>
                    <a:lnTo>
                      <a:pt x="742" y="314"/>
                    </a:lnTo>
                    <a:lnTo>
                      <a:pt x="734" y="318"/>
                    </a:lnTo>
                    <a:lnTo>
                      <a:pt x="728" y="318"/>
                    </a:lnTo>
                    <a:lnTo>
                      <a:pt x="734" y="318"/>
                    </a:lnTo>
                    <a:lnTo>
                      <a:pt x="728" y="314"/>
                    </a:lnTo>
                    <a:lnTo>
                      <a:pt x="728" y="318"/>
                    </a:lnTo>
                    <a:lnTo>
                      <a:pt x="728" y="324"/>
                    </a:lnTo>
                    <a:lnTo>
                      <a:pt x="724" y="324"/>
                    </a:lnTo>
                    <a:lnTo>
                      <a:pt x="724" y="328"/>
                    </a:lnTo>
                    <a:lnTo>
                      <a:pt x="720" y="328"/>
                    </a:lnTo>
                    <a:lnTo>
                      <a:pt x="720" y="332"/>
                    </a:lnTo>
                    <a:lnTo>
                      <a:pt x="720" y="328"/>
                    </a:lnTo>
                    <a:lnTo>
                      <a:pt x="720" y="332"/>
                    </a:lnTo>
                    <a:lnTo>
                      <a:pt x="720" y="336"/>
                    </a:lnTo>
                    <a:lnTo>
                      <a:pt x="720" y="332"/>
                    </a:lnTo>
                    <a:lnTo>
                      <a:pt x="718" y="332"/>
                    </a:lnTo>
                    <a:lnTo>
                      <a:pt x="714" y="336"/>
                    </a:lnTo>
                    <a:lnTo>
                      <a:pt x="710" y="336"/>
                    </a:lnTo>
                    <a:lnTo>
                      <a:pt x="710" y="340"/>
                    </a:lnTo>
                    <a:lnTo>
                      <a:pt x="704" y="340"/>
                    </a:lnTo>
                    <a:lnTo>
                      <a:pt x="704" y="346"/>
                    </a:lnTo>
                    <a:lnTo>
                      <a:pt x="700" y="348"/>
                    </a:lnTo>
                    <a:lnTo>
                      <a:pt x="700" y="346"/>
                    </a:lnTo>
                    <a:lnTo>
                      <a:pt x="700" y="348"/>
                    </a:lnTo>
                    <a:lnTo>
                      <a:pt x="700" y="352"/>
                    </a:lnTo>
                    <a:lnTo>
                      <a:pt x="696" y="352"/>
                    </a:lnTo>
                    <a:lnTo>
                      <a:pt x="692" y="356"/>
                    </a:lnTo>
                    <a:lnTo>
                      <a:pt x="692" y="360"/>
                    </a:lnTo>
                    <a:lnTo>
                      <a:pt x="688" y="360"/>
                    </a:lnTo>
                    <a:lnTo>
                      <a:pt x="686" y="364"/>
                    </a:lnTo>
                    <a:lnTo>
                      <a:pt x="680" y="360"/>
                    </a:lnTo>
                    <a:lnTo>
                      <a:pt x="680" y="364"/>
                    </a:lnTo>
                    <a:lnTo>
                      <a:pt x="686" y="364"/>
                    </a:lnTo>
                    <a:lnTo>
                      <a:pt x="680" y="370"/>
                    </a:lnTo>
                    <a:lnTo>
                      <a:pt x="680" y="364"/>
                    </a:lnTo>
                    <a:lnTo>
                      <a:pt x="676" y="364"/>
                    </a:lnTo>
                    <a:lnTo>
                      <a:pt x="676" y="360"/>
                    </a:lnTo>
                    <a:lnTo>
                      <a:pt x="676" y="364"/>
                    </a:lnTo>
                    <a:lnTo>
                      <a:pt x="680" y="370"/>
                    </a:lnTo>
                    <a:lnTo>
                      <a:pt x="676" y="370"/>
                    </a:lnTo>
                    <a:lnTo>
                      <a:pt x="676" y="374"/>
                    </a:lnTo>
                    <a:lnTo>
                      <a:pt x="676" y="378"/>
                    </a:lnTo>
                    <a:lnTo>
                      <a:pt x="672" y="378"/>
                    </a:lnTo>
                    <a:lnTo>
                      <a:pt x="672" y="380"/>
                    </a:lnTo>
                    <a:lnTo>
                      <a:pt x="668" y="380"/>
                    </a:lnTo>
                    <a:lnTo>
                      <a:pt x="672" y="384"/>
                    </a:lnTo>
                    <a:lnTo>
                      <a:pt x="672" y="380"/>
                    </a:lnTo>
                    <a:lnTo>
                      <a:pt x="672" y="384"/>
                    </a:lnTo>
                    <a:lnTo>
                      <a:pt x="672" y="390"/>
                    </a:lnTo>
                    <a:lnTo>
                      <a:pt x="668" y="390"/>
                    </a:lnTo>
                    <a:lnTo>
                      <a:pt x="668" y="394"/>
                    </a:lnTo>
                    <a:lnTo>
                      <a:pt x="668" y="390"/>
                    </a:lnTo>
                    <a:lnTo>
                      <a:pt x="668" y="394"/>
                    </a:lnTo>
                    <a:lnTo>
                      <a:pt x="668" y="398"/>
                    </a:lnTo>
                    <a:lnTo>
                      <a:pt x="668" y="402"/>
                    </a:lnTo>
                    <a:lnTo>
                      <a:pt x="668" y="406"/>
                    </a:lnTo>
                    <a:lnTo>
                      <a:pt x="668" y="408"/>
                    </a:lnTo>
                    <a:lnTo>
                      <a:pt x="668" y="414"/>
                    </a:lnTo>
                    <a:lnTo>
                      <a:pt x="672" y="414"/>
                    </a:lnTo>
                    <a:lnTo>
                      <a:pt x="672" y="418"/>
                    </a:lnTo>
                    <a:lnTo>
                      <a:pt x="672" y="422"/>
                    </a:lnTo>
                    <a:lnTo>
                      <a:pt x="676" y="430"/>
                    </a:lnTo>
                    <a:lnTo>
                      <a:pt x="676" y="436"/>
                    </a:lnTo>
                    <a:lnTo>
                      <a:pt x="680" y="440"/>
                    </a:lnTo>
                    <a:lnTo>
                      <a:pt x="680" y="442"/>
                    </a:lnTo>
                    <a:lnTo>
                      <a:pt x="680" y="446"/>
                    </a:lnTo>
                    <a:lnTo>
                      <a:pt x="680" y="450"/>
                    </a:lnTo>
                    <a:lnTo>
                      <a:pt x="686" y="454"/>
                    </a:lnTo>
                    <a:lnTo>
                      <a:pt x="680" y="454"/>
                    </a:lnTo>
                    <a:lnTo>
                      <a:pt x="680" y="450"/>
                    </a:lnTo>
                    <a:lnTo>
                      <a:pt x="680" y="446"/>
                    </a:lnTo>
                    <a:lnTo>
                      <a:pt x="680" y="442"/>
                    </a:lnTo>
                    <a:lnTo>
                      <a:pt x="676" y="442"/>
                    </a:lnTo>
                    <a:lnTo>
                      <a:pt x="676" y="440"/>
                    </a:lnTo>
                    <a:lnTo>
                      <a:pt x="680" y="440"/>
                    </a:lnTo>
                    <a:lnTo>
                      <a:pt x="676" y="440"/>
                    </a:lnTo>
                    <a:lnTo>
                      <a:pt x="680" y="446"/>
                    </a:lnTo>
                    <a:lnTo>
                      <a:pt x="680" y="450"/>
                    </a:lnTo>
                    <a:lnTo>
                      <a:pt x="686" y="454"/>
                    </a:lnTo>
                    <a:lnTo>
                      <a:pt x="686" y="460"/>
                    </a:lnTo>
                    <a:lnTo>
                      <a:pt x="686" y="464"/>
                    </a:lnTo>
                    <a:lnTo>
                      <a:pt x="688" y="470"/>
                    </a:lnTo>
                    <a:lnTo>
                      <a:pt x="688" y="474"/>
                    </a:lnTo>
                    <a:lnTo>
                      <a:pt x="688" y="478"/>
                    </a:lnTo>
                    <a:lnTo>
                      <a:pt x="688" y="484"/>
                    </a:lnTo>
                    <a:lnTo>
                      <a:pt x="688" y="488"/>
                    </a:lnTo>
                    <a:lnTo>
                      <a:pt x="688" y="496"/>
                    </a:lnTo>
                    <a:lnTo>
                      <a:pt x="688" y="500"/>
                    </a:lnTo>
                    <a:lnTo>
                      <a:pt x="686" y="500"/>
                    </a:lnTo>
                    <a:lnTo>
                      <a:pt x="686" y="504"/>
                    </a:lnTo>
                    <a:lnTo>
                      <a:pt x="686" y="508"/>
                    </a:lnTo>
                    <a:lnTo>
                      <a:pt x="680" y="508"/>
                    </a:lnTo>
                    <a:lnTo>
                      <a:pt x="676" y="508"/>
                    </a:lnTo>
                    <a:lnTo>
                      <a:pt x="672" y="512"/>
                    </a:lnTo>
                    <a:lnTo>
                      <a:pt x="672" y="508"/>
                    </a:lnTo>
                    <a:lnTo>
                      <a:pt x="676" y="508"/>
                    </a:lnTo>
                    <a:lnTo>
                      <a:pt x="672" y="508"/>
                    </a:lnTo>
                    <a:lnTo>
                      <a:pt x="672" y="504"/>
                    </a:lnTo>
                    <a:lnTo>
                      <a:pt x="668" y="496"/>
                    </a:lnTo>
                    <a:lnTo>
                      <a:pt x="664" y="496"/>
                    </a:lnTo>
                    <a:lnTo>
                      <a:pt x="664" y="492"/>
                    </a:lnTo>
                    <a:lnTo>
                      <a:pt x="658" y="488"/>
                    </a:lnTo>
                    <a:lnTo>
                      <a:pt x="658" y="484"/>
                    </a:lnTo>
                    <a:lnTo>
                      <a:pt x="664" y="478"/>
                    </a:lnTo>
                    <a:lnTo>
                      <a:pt x="658" y="478"/>
                    </a:lnTo>
                    <a:lnTo>
                      <a:pt x="658" y="484"/>
                    </a:lnTo>
                    <a:lnTo>
                      <a:pt x="658" y="478"/>
                    </a:lnTo>
                    <a:lnTo>
                      <a:pt x="658" y="474"/>
                    </a:lnTo>
                    <a:lnTo>
                      <a:pt x="656" y="474"/>
                    </a:lnTo>
                    <a:lnTo>
                      <a:pt x="656" y="478"/>
                    </a:lnTo>
                    <a:lnTo>
                      <a:pt x="656" y="474"/>
                    </a:lnTo>
                    <a:lnTo>
                      <a:pt x="652" y="474"/>
                    </a:lnTo>
                    <a:lnTo>
                      <a:pt x="652" y="470"/>
                    </a:lnTo>
                    <a:lnTo>
                      <a:pt x="652" y="468"/>
                    </a:lnTo>
                    <a:lnTo>
                      <a:pt x="652" y="464"/>
                    </a:lnTo>
                    <a:lnTo>
                      <a:pt x="648" y="464"/>
                    </a:lnTo>
                    <a:lnTo>
                      <a:pt x="652" y="464"/>
                    </a:lnTo>
                    <a:lnTo>
                      <a:pt x="648" y="464"/>
                    </a:lnTo>
                    <a:lnTo>
                      <a:pt x="652" y="460"/>
                    </a:lnTo>
                    <a:lnTo>
                      <a:pt x="652" y="454"/>
                    </a:lnTo>
                    <a:lnTo>
                      <a:pt x="648" y="450"/>
                    </a:lnTo>
                    <a:lnTo>
                      <a:pt x="648" y="454"/>
                    </a:lnTo>
                    <a:lnTo>
                      <a:pt x="652" y="454"/>
                    </a:lnTo>
                    <a:lnTo>
                      <a:pt x="648" y="460"/>
                    </a:lnTo>
                    <a:lnTo>
                      <a:pt x="648" y="454"/>
                    </a:lnTo>
                    <a:lnTo>
                      <a:pt x="648" y="450"/>
                    </a:lnTo>
                    <a:lnTo>
                      <a:pt x="648" y="446"/>
                    </a:lnTo>
                    <a:lnTo>
                      <a:pt x="648" y="442"/>
                    </a:lnTo>
                    <a:lnTo>
                      <a:pt x="648" y="440"/>
                    </a:lnTo>
                    <a:lnTo>
                      <a:pt x="648" y="436"/>
                    </a:lnTo>
                    <a:lnTo>
                      <a:pt x="648" y="430"/>
                    </a:lnTo>
                    <a:lnTo>
                      <a:pt x="644" y="430"/>
                    </a:lnTo>
                    <a:lnTo>
                      <a:pt x="644" y="426"/>
                    </a:lnTo>
                    <a:lnTo>
                      <a:pt x="640" y="426"/>
                    </a:lnTo>
                    <a:lnTo>
                      <a:pt x="640" y="422"/>
                    </a:lnTo>
                    <a:lnTo>
                      <a:pt x="634" y="422"/>
                    </a:lnTo>
                    <a:lnTo>
                      <a:pt x="634" y="418"/>
                    </a:lnTo>
                    <a:lnTo>
                      <a:pt x="634" y="414"/>
                    </a:lnTo>
                    <a:lnTo>
                      <a:pt x="630" y="414"/>
                    </a:lnTo>
                    <a:lnTo>
                      <a:pt x="626" y="414"/>
                    </a:lnTo>
                    <a:lnTo>
                      <a:pt x="626" y="408"/>
                    </a:lnTo>
                    <a:lnTo>
                      <a:pt x="624" y="408"/>
                    </a:lnTo>
                    <a:lnTo>
                      <a:pt x="620" y="414"/>
                    </a:lnTo>
                    <a:lnTo>
                      <a:pt x="624" y="414"/>
                    </a:lnTo>
                    <a:lnTo>
                      <a:pt x="620" y="414"/>
                    </a:lnTo>
                    <a:lnTo>
                      <a:pt x="620" y="418"/>
                    </a:lnTo>
                    <a:lnTo>
                      <a:pt x="616" y="418"/>
                    </a:lnTo>
                    <a:lnTo>
                      <a:pt x="610" y="418"/>
                    </a:lnTo>
                    <a:lnTo>
                      <a:pt x="606" y="418"/>
                    </a:lnTo>
                    <a:lnTo>
                      <a:pt x="606" y="414"/>
                    </a:lnTo>
                    <a:lnTo>
                      <a:pt x="602" y="414"/>
                    </a:lnTo>
                    <a:lnTo>
                      <a:pt x="602" y="408"/>
                    </a:lnTo>
                    <a:lnTo>
                      <a:pt x="602" y="414"/>
                    </a:lnTo>
                    <a:lnTo>
                      <a:pt x="606" y="414"/>
                    </a:lnTo>
                    <a:lnTo>
                      <a:pt x="602" y="408"/>
                    </a:lnTo>
                    <a:lnTo>
                      <a:pt x="602" y="406"/>
                    </a:lnTo>
                    <a:lnTo>
                      <a:pt x="598" y="406"/>
                    </a:lnTo>
                    <a:lnTo>
                      <a:pt x="598" y="408"/>
                    </a:lnTo>
                    <a:lnTo>
                      <a:pt x="602" y="408"/>
                    </a:lnTo>
                    <a:lnTo>
                      <a:pt x="598" y="408"/>
                    </a:lnTo>
                    <a:lnTo>
                      <a:pt x="598" y="406"/>
                    </a:lnTo>
                    <a:lnTo>
                      <a:pt x="594" y="406"/>
                    </a:lnTo>
                    <a:lnTo>
                      <a:pt x="590" y="406"/>
                    </a:lnTo>
                    <a:lnTo>
                      <a:pt x="594" y="406"/>
                    </a:lnTo>
                    <a:lnTo>
                      <a:pt x="594" y="402"/>
                    </a:lnTo>
                    <a:lnTo>
                      <a:pt x="590" y="402"/>
                    </a:lnTo>
                    <a:lnTo>
                      <a:pt x="590" y="406"/>
                    </a:lnTo>
                    <a:lnTo>
                      <a:pt x="586" y="406"/>
                    </a:lnTo>
                    <a:lnTo>
                      <a:pt x="582" y="406"/>
                    </a:lnTo>
                    <a:lnTo>
                      <a:pt x="578" y="406"/>
                    </a:lnTo>
                    <a:lnTo>
                      <a:pt x="582" y="406"/>
                    </a:lnTo>
                    <a:lnTo>
                      <a:pt x="582" y="402"/>
                    </a:lnTo>
                    <a:lnTo>
                      <a:pt x="578" y="402"/>
                    </a:lnTo>
                    <a:lnTo>
                      <a:pt x="578" y="406"/>
                    </a:lnTo>
                    <a:lnTo>
                      <a:pt x="574" y="406"/>
                    </a:lnTo>
                    <a:lnTo>
                      <a:pt x="578" y="406"/>
                    </a:lnTo>
                    <a:lnTo>
                      <a:pt x="574" y="402"/>
                    </a:lnTo>
                    <a:lnTo>
                      <a:pt x="574" y="406"/>
                    </a:lnTo>
                    <a:lnTo>
                      <a:pt x="570" y="408"/>
                    </a:lnTo>
                    <a:lnTo>
                      <a:pt x="564" y="408"/>
                    </a:lnTo>
                    <a:lnTo>
                      <a:pt x="570" y="408"/>
                    </a:lnTo>
                    <a:lnTo>
                      <a:pt x="570" y="406"/>
                    </a:lnTo>
                    <a:lnTo>
                      <a:pt x="564" y="406"/>
                    </a:lnTo>
                    <a:lnTo>
                      <a:pt x="564" y="402"/>
                    </a:lnTo>
                    <a:lnTo>
                      <a:pt x="564" y="398"/>
                    </a:lnTo>
                    <a:lnTo>
                      <a:pt x="564" y="402"/>
                    </a:lnTo>
                    <a:lnTo>
                      <a:pt x="564" y="406"/>
                    </a:lnTo>
                    <a:lnTo>
                      <a:pt x="562" y="406"/>
                    </a:lnTo>
                    <a:lnTo>
                      <a:pt x="558" y="406"/>
                    </a:lnTo>
                    <a:lnTo>
                      <a:pt x="554" y="406"/>
                    </a:lnTo>
                    <a:lnTo>
                      <a:pt x="550" y="406"/>
                    </a:lnTo>
                    <a:lnTo>
                      <a:pt x="548" y="406"/>
                    </a:lnTo>
                    <a:lnTo>
                      <a:pt x="548" y="408"/>
                    </a:lnTo>
                    <a:lnTo>
                      <a:pt x="542" y="408"/>
                    </a:lnTo>
                    <a:lnTo>
                      <a:pt x="538" y="408"/>
                    </a:lnTo>
                    <a:lnTo>
                      <a:pt x="538" y="406"/>
                    </a:lnTo>
                    <a:lnTo>
                      <a:pt x="534" y="406"/>
                    </a:lnTo>
                    <a:lnTo>
                      <a:pt x="530" y="408"/>
                    </a:lnTo>
                    <a:lnTo>
                      <a:pt x="530" y="414"/>
                    </a:lnTo>
                    <a:lnTo>
                      <a:pt x="534" y="414"/>
                    </a:lnTo>
                    <a:lnTo>
                      <a:pt x="538" y="408"/>
                    </a:lnTo>
                    <a:lnTo>
                      <a:pt x="542" y="408"/>
                    </a:lnTo>
                    <a:lnTo>
                      <a:pt x="542" y="414"/>
                    </a:lnTo>
                    <a:lnTo>
                      <a:pt x="538" y="414"/>
                    </a:lnTo>
                    <a:lnTo>
                      <a:pt x="542" y="414"/>
                    </a:lnTo>
                    <a:lnTo>
                      <a:pt x="542" y="408"/>
                    </a:lnTo>
                    <a:lnTo>
                      <a:pt x="548" y="414"/>
                    </a:lnTo>
                    <a:lnTo>
                      <a:pt x="548" y="418"/>
                    </a:lnTo>
                    <a:lnTo>
                      <a:pt x="542" y="418"/>
                    </a:lnTo>
                    <a:lnTo>
                      <a:pt x="538" y="422"/>
                    </a:lnTo>
                    <a:lnTo>
                      <a:pt x="542" y="422"/>
                    </a:lnTo>
                    <a:lnTo>
                      <a:pt x="542" y="426"/>
                    </a:lnTo>
                    <a:lnTo>
                      <a:pt x="548" y="426"/>
                    </a:lnTo>
                    <a:lnTo>
                      <a:pt x="550" y="426"/>
                    </a:lnTo>
                    <a:lnTo>
                      <a:pt x="550" y="430"/>
                    </a:lnTo>
                    <a:lnTo>
                      <a:pt x="550" y="436"/>
                    </a:lnTo>
                    <a:lnTo>
                      <a:pt x="548" y="430"/>
                    </a:lnTo>
                    <a:lnTo>
                      <a:pt x="548" y="436"/>
                    </a:lnTo>
                    <a:lnTo>
                      <a:pt x="548" y="430"/>
                    </a:lnTo>
                    <a:lnTo>
                      <a:pt x="542" y="430"/>
                    </a:lnTo>
                    <a:lnTo>
                      <a:pt x="542" y="426"/>
                    </a:lnTo>
                    <a:lnTo>
                      <a:pt x="538" y="426"/>
                    </a:lnTo>
                    <a:lnTo>
                      <a:pt x="538" y="422"/>
                    </a:lnTo>
                    <a:lnTo>
                      <a:pt x="534" y="422"/>
                    </a:lnTo>
                    <a:lnTo>
                      <a:pt x="534" y="426"/>
                    </a:lnTo>
                    <a:lnTo>
                      <a:pt x="534" y="430"/>
                    </a:lnTo>
                    <a:lnTo>
                      <a:pt x="530" y="430"/>
                    </a:lnTo>
                    <a:lnTo>
                      <a:pt x="530" y="426"/>
                    </a:lnTo>
                    <a:lnTo>
                      <a:pt x="526" y="426"/>
                    </a:lnTo>
                    <a:lnTo>
                      <a:pt x="526" y="430"/>
                    </a:lnTo>
                    <a:lnTo>
                      <a:pt x="520" y="430"/>
                    </a:lnTo>
                    <a:lnTo>
                      <a:pt x="516" y="430"/>
                    </a:lnTo>
                    <a:lnTo>
                      <a:pt x="516" y="426"/>
                    </a:lnTo>
                    <a:lnTo>
                      <a:pt x="514" y="426"/>
                    </a:lnTo>
                    <a:lnTo>
                      <a:pt x="516" y="426"/>
                    </a:lnTo>
                    <a:lnTo>
                      <a:pt x="516" y="430"/>
                    </a:lnTo>
                    <a:lnTo>
                      <a:pt x="516" y="426"/>
                    </a:lnTo>
                    <a:lnTo>
                      <a:pt x="516" y="422"/>
                    </a:lnTo>
                    <a:lnTo>
                      <a:pt x="514" y="422"/>
                    </a:lnTo>
                    <a:lnTo>
                      <a:pt x="510" y="418"/>
                    </a:lnTo>
                    <a:lnTo>
                      <a:pt x="506" y="418"/>
                    </a:lnTo>
                    <a:lnTo>
                      <a:pt x="502" y="418"/>
                    </a:lnTo>
                    <a:lnTo>
                      <a:pt x="502" y="422"/>
                    </a:lnTo>
                    <a:lnTo>
                      <a:pt x="496" y="422"/>
                    </a:lnTo>
                    <a:lnTo>
                      <a:pt x="492" y="422"/>
                    </a:lnTo>
                    <a:lnTo>
                      <a:pt x="488" y="418"/>
                    </a:lnTo>
                    <a:lnTo>
                      <a:pt x="486" y="418"/>
                    </a:lnTo>
                    <a:lnTo>
                      <a:pt x="482" y="418"/>
                    </a:lnTo>
                    <a:lnTo>
                      <a:pt x="478" y="418"/>
                    </a:lnTo>
                    <a:lnTo>
                      <a:pt x="478" y="414"/>
                    </a:lnTo>
                    <a:lnTo>
                      <a:pt x="472" y="418"/>
                    </a:lnTo>
                    <a:lnTo>
                      <a:pt x="478" y="418"/>
                    </a:lnTo>
                    <a:lnTo>
                      <a:pt x="472" y="418"/>
                    </a:lnTo>
                    <a:lnTo>
                      <a:pt x="472" y="422"/>
                    </a:lnTo>
                    <a:lnTo>
                      <a:pt x="468" y="422"/>
                    </a:lnTo>
                    <a:lnTo>
                      <a:pt x="464" y="422"/>
                    </a:lnTo>
                    <a:lnTo>
                      <a:pt x="464" y="426"/>
                    </a:lnTo>
                    <a:lnTo>
                      <a:pt x="460" y="426"/>
                    </a:lnTo>
                    <a:lnTo>
                      <a:pt x="464" y="422"/>
                    </a:lnTo>
                    <a:lnTo>
                      <a:pt x="460" y="422"/>
                    </a:lnTo>
                    <a:lnTo>
                      <a:pt x="464" y="422"/>
                    </a:lnTo>
                    <a:lnTo>
                      <a:pt x="464" y="418"/>
                    </a:lnTo>
                    <a:lnTo>
                      <a:pt x="460" y="418"/>
                    </a:lnTo>
                    <a:lnTo>
                      <a:pt x="456" y="418"/>
                    </a:lnTo>
                    <a:lnTo>
                      <a:pt x="456" y="422"/>
                    </a:lnTo>
                    <a:lnTo>
                      <a:pt x="460" y="426"/>
                    </a:lnTo>
                    <a:lnTo>
                      <a:pt x="456" y="430"/>
                    </a:lnTo>
                    <a:lnTo>
                      <a:pt x="452" y="436"/>
                    </a:lnTo>
                    <a:lnTo>
                      <a:pt x="448" y="440"/>
                    </a:lnTo>
                    <a:lnTo>
                      <a:pt x="444" y="440"/>
                    </a:lnTo>
                    <a:lnTo>
                      <a:pt x="444" y="442"/>
                    </a:lnTo>
                    <a:lnTo>
                      <a:pt x="444" y="440"/>
                    </a:lnTo>
                    <a:lnTo>
                      <a:pt x="448" y="440"/>
                    </a:lnTo>
                    <a:lnTo>
                      <a:pt x="444" y="440"/>
                    </a:lnTo>
                    <a:lnTo>
                      <a:pt x="444" y="442"/>
                    </a:lnTo>
                    <a:lnTo>
                      <a:pt x="440" y="442"/>
                    </a:lnTo>
                    <a:lnTo>
                      <a:pt x="444" y="442"/>
                    </a:lnTo>
                    <a:lnTo>
                      <a:pt x="444" y="440"/>
                    </a:lnTo>
                    <a:lnTo>
                      <a:pt x="440" y="442"/>
                    </a:lnTo>
                    <a:lnTo>
                      <a:pt x="440" y="440"/>
                    </a:lnTo>
                    <a:lnTo>
                      <a:pt x="436" y="440"/>
                    </a:lnTo>
                    <a:lnTo>
                      <a:pt x="436" y="442"/>
                    </a:lnTo>
                    <a:lnTo>
                      <a:pt x="436" y="440"/>
                    </a:lnTo>
                    <a:lnTo>
                      <a:pt x="432" y="440"/>
                    </a:lnTo>
                    <a:lnTo>
                      <a:pt x="432" y="442"/>
                    </a:lnTo>
                    <a:lnTo>
                      <a:pt x="436" y="442"/>
                    </a:lnTo>
                    <a:lnTo>
                      <a:pt x="432" y="446"/>
                    </a:lnTo>
                    <a:lnTo>
                      <a:pt x="432" y="442"/>
                    </a:lnTo>
                    <a:lnTo>
                      <a:pt x="426" y="446"/>
                    </a:lnTo>
                    <a:lnTo>
                      <a:pt x="432" y="446"/>
                    </a:lnTo>
                    <a:lnTo>
                      <a:pt x="426" y="450"/>
                    </a:lnTo>
                    <a:lnTo>
                      <a:pt x="422" y="450"/>
                    </a:lnTo>
                    <a:lnTo>
                      <a:pt x="426" y="450"/>
                    </a:lnTo>
                    <a:lnTo>
                      <a:pt x="422" y="454"/>
                    </a:lnTo>
                    <a:lnTo>
                      <a:pt x="420" y="454"/>
                    </a:lnTo>
                    <a:lnTo>
                      <a:pt x="420" y="460"/>
                    </a:lnTo>
                    <a:lnTo>
                      <a:pt x="422" y="460"/>
                    </a:lnTo>
                    <a:lnTo>
                      <a:pt x="420" y="468"/>
                    </a:lnTo>
                    <a:lnTo>
                      <a:pt x="416" y="468"/>
                    </a:lnTo>
                    <a:lnTo>
                      <a:pt x="416" y="464"/>
                    </a:lnTo>
                    <a:lnTo>
                      <a:pt x="416" y="468"/>
                    </a:lnTo>
                    <a:lnTo>
                      <a:pt x="420" y="468"/>
                    </a:lnTo>
                    <a:lnTo>
                      <a:pt x="420" y="470"/>
                    </a:lnTo>
                    <a:lnTo>
                      <a:pt x="420" y="474"/>
                    </a:lnTo>
                    <a:lnTo>
                      <a:pt x="420" y="478"/>
                    </a:lnTo>
                    <a:lnTo>
                      <a:pt x="420" y="484"/>
                    </a:lnTo>
                    <a:lnTo>
                      <a:pt x="420" y="488"/>
                    </a:lnTo>
                    <a:lnTo>
                      <a:pt x="422" y="488"/>
                    </a:lnTo>
                    <a:lnTo>
                      <a:pt x="422" y="492"/>
                    </a:lnTo>
                    <a:lnTo>
                      <a:pt x="422" y="496"/>
                    </a:lnTo>
                    <a:lnTo>
                      <a:pt x="420" y="496"/>
                    </a:lnTo>
                    <a:lnTo>
                      <a:pt x="420" y="492"/>
                    </a:lnTo>
                    <a:lnTo>
                      <a:pt x="416" y="492"/>
                    </a:lnTo>
                    <a:lnTo>
                      <a:pt x="412" y="492"/>
                    </a:lnTo>
                    <a:lnTo>
                      <a:pt x="406" y="492"/>
                    </a:lnTo>
                    <a:lnTo>
                      <a:pt x="406" y="488"/>
                    </a:lnTo>
                    <a:lnTo>
                      <a:pt x="402" y="488"/>
                    </a:lnTo>
                    <a:lnTo>
                      <a:pt x="398" y="488"/>
                    </a:lnTo>
                    <a:lnTo>
                      <a:pt x="398" y="484"/>
                    </a:lnTo>
                    <a:lnTo>
                      <a:pt x="394" y="484"/>
                    </a:lnTo>
                    <a:lnTo>
                      <a:pt x="394" y="478"/>
                    </a:lnTo>
                    <a:lnTo>
                      <a:pt x="392" y="474"/>
                    </a:lnTo>
                    <a:lnTo>
                      <a:pt x="392" y="470"/>
                    </a:lnTo>
                    <a:lnTo>
                      <a:pt x="392" y="468"/>
                    </a:lnTo>
                    <a:lnTo>
                      <a:pt x="392" y="464"/>
                    </a:lnTo>
                    <a:lnTo>
                      <a:pt x="388" y="464"/>
                    </a:lnTo>
                    <a:lnTo>
                      <a:pt x="388" y="460"/>
                    </a:lnTo>
                    <a:lnTo>
                      <a:pt x="382" y="460"/>
                    </a:lnTo>
                    <a:lnTo>
                      <a:pt x="382" y="454"/>
                    </a:lnTo>
                    <a:lnTo>
                      <a:pt x="378" y="450"/>
                    </a:lnTo>
                    <a:lnTo>
                      <a:pt x="378" y="446"/>
                    </a:lnTo>
                    <a:lnTo>
                      <a:pt x="374" y="446"/>
                    </a:lnTo>
                    <a:lnTo>
                      <a:pt x="374" y="442"/>
                    </a:lnTo>
                    <a:lnTo>
                      <a:pt x="374" y="440"/>
                    </a:lnTo>
                    <a:lnTo>
                      <a:pt x="370" y="436"/>
                    </a:lnTo>
                    <a:lnTo>
                      <a:pt x="370" y="430"/>
                    </a:lnTo>
                    <a:lnTo>
                      <a:pt x="366" y="426"/>
                    </a:lnTo>
                    <a:lnTo>
                      <a:pt x="366" y="422"/>
                    </a:lnTo>
                    <a:lnTo>
                      <a:pt x="360" y="422"/>
                    </a:lnTo>
                    <a:lnTo>
                      <a:pt x="358" y="422"/>
                    </a:lnTo>
                    <a:lnTo>
                      <a:pt x="358" y="418"/>
                    </a:lnTo>
                    <a:lnTo>
                      <a:pt x="354" y="418"/>
                    </a:lnTo>
                    <a:lnTo>
                      <a:pt x="350" y="418"/>
                    </a:lnTo>
                    <a:lnTo>
                      <a:pt x="346" y="418"/>
                    </a:lnTo>
                    <a:lnTo>
                      <a:pt x="346" y="414"/>
                    </a:lnTo>
                    <a:lnTo>
                      <a:pt x="346" y="418"/>
                    </a:lnTo>
                    <a:lnTo>
                      <a:pt x="342" y="418"/>
                    </a:lnTo>
                    <a:lnTo>
                      <a:pt x="336" y="418"/>
                    </a:lnTo>
                    <a:lnTo>
                      <a:pt x="336" y="422"/>
                    </a:lnTo>
                    <a:lnTo>
                      <a:pt x="336" y="426"/>
                    </a:lnTo>
                    <a:lnTo>
                      <a:pt x="336" y="430"/>
                    </a:lnTo>
                    <a:lnTo>
                      <a:pt x="332" y="430"/>
                    </a:lnTo>
                    <a:lnTo>
                      <a:pt x="332" y="436"/>
                    </a:lnTo>
                    <a:lnTo>
                      <a:pt x="330" y="436"/>
                    </a:lnTo>
                    <a:lnTo>
                      <a:pt x="326" y="430"/>
                    </a:lnTo>
                    <a:lnTo>
                      <a:pt x="322" y="430"/>
                    </a:lnTo>
                    <a:lnTo>
                      <a:pt x="322" y="426"/>
                    </a:lnTo>
                    <a:lnTo>
                      <a:pt x="318" y="426"/>
                    </a:lnTo>
                    <a:lnTo>
                      <a:pt x="318" y="422"/>
                    </a:lnTo>
                    <a:lnTo>
                      <a:pt x="312" y="422"/>
                    </a:lnTo>
                    <a:lnTo>
                      <a:pt x="308" y="418"/>
                    </a:lnTo>
                    <a:lnTo>
                      <a:pt x="308" y="414"/>
                    </a:lnTo>
                    <a:lnTo>
                      <a:pt x="308" y="408"/>
                    </a:lnTo>
                    <a:lnTo>
                      <a:pt x="304" y="406"/>
                    </a:lnTo>
                    <a:lnTo>
                      <a:pt x="304" y="402"/>
                    </a:lnTo>
                    <a:lnTo>
                      <a:pt x="300" y="398"/>
                    </a:lnTo>
                    <a:lnTo>
                      <a:pt x="298" y="398"/>
                    </a:lnTo>
                    <a:lnTo>
                      <a:pt x="298" y="394"/>
                    </a:lnTo>
                    <a:lnTo>
                      <a:pt x="292" y="394"/>
                    </a:lnTo>
                    <a:lnTo>
                      <a:pt x="292" y="390"/>
                    </a:lnTo>
                    <a:lnTo>
                      <a:pt x="288" y="390"/>
                    </a:lnTo>
                    <a:lnTo>
                      <a:pt x="288" y="384"/>
                    </a:lnTo>
                    <a:lnTo>
                      <a:pt x="284" y="384"/>
                    </a:lnTo>
                    <a:lnTo>
                      <a:pt x="284" y="380"/>
                    </a:lnTo>
                    <a:lnTo>
                      <a:pt x="280" y="380"/>
                    </a:lnTo>
                    <a:lnTo>
                      <a:pt x="280" y="378"/>
                    </a:lnTo>
                    <a:lnTo>
                      <a:pt x="276" y="378"/>
                    </a:lnTo>
                    <a:lnTo>
                      <a:pt x="272" y="378"/>
                    </a:lnTo>
                    <a:lnTo>
                      <a:pt x="266" y="378"/>
                    </a:lnTo>
                    <a:lnTo>
                      <a:pt x="264" y="378"/>
                    </a:lnTo>
                    <a:lnTo>
                      <a:pt x="260" y="378"/>
                    </a:lnTo>
                    <a:lnTo>
                      <a:pt x="252" y="378"/>
                    </a:lnTo>
                    <a:lnTo>
                      <a:pt x="252" y="380"/>
                    </a:lnTo>
                    <a:lnTo>
                      <a:pt x="252" y="384"/>
                    </a:lnTo>
                    <a:lnTo>
                      <a:pt x="242" y="384"/>
                    </a:lnTo>
                    <a:lnTo>
                      <a:pt x="238" y="384"/>
                    </a:lnTo>
                    <a:lnTo>
                      <a:pt x="232" y="384"/>
                    </a:lnTo>
                    <a:lnTo>
                      <a:pt x="228" y="384"/>
                    </a:lnTo>
                    <a:lnTo>
                      <a:pt x="222" y="384"/>
                    </a:lnTo>
                    <a:lnTo>
                      <a:pt x="218" y="384"/>
                    </a:lnTo>
                    <a:lnTo>
                      <a:pt x="210" y="384"/>
                    </a:lnTo>
                    <a:lnTo>
                      <a:pt x="204" y="384"/>
                    </a:lnTo>
                    <a:lnTo>
                      <a:pt x="194" y="380"/>
                    </a:lnTo>
                    <a:lnTo>
                      <a:pt x="190" y="378"/>
                    </a:lnTo>
                    <a:lnTo>
                      <a:pt x="188" y="378"/>
                    </a:lnTo>
                    <a:lnTo>
                      <a:pt x="184" y="374"/>
                    </a:lnTo>
                    <a:lnTo>
                      <a:pt x="180" y="374"/>
                    </a:lnTo>
                    <a:lnTo>
                      <a:pt x="174" y="374"/>
                    </a:lnTo>
                    <a:lnTo>
                      <a:pt x="170" y="370"/>
                    </a:lnTo>
                    <a:lnTo>
                      <a:pt x="166" y="370"/>
                    </a:lnTo>
                    <a:lnTo>
                      <a:pt x="162" y="370"/>
                    </a:lnTo>
                    <a:lnTo>
                      <a:pt x="160" y="364"/>
                    </a:lnTo>
                    <a:lnTo>
                      <a:pt x="154" y="364"/>
                    </a:lnTo>
                    <a:lnTo>
                      <a:pt x="150" y="360"/>
                    </a:lnTo>
                    <a:lnTo>
                      <a:pt x="154" y="360"/>
                    </a:lnTo>
                    <a:lnTo>
                      <a:pt x="154" y="356"/>
                    </a:lnTo>
                    <a:lnTo>
                      <a:pt x="150" y="356"/>
                    </a:lnTo>
                    <a:lnTo>
                      <a:pt x="146" y="360"/>
                    </a:lnTo>
                    <a:lnTo>
                      <a:pt x="142" y="360"/>
                    </a:lnTo>
                    <a:lnTo>
                      <a:pt x="138" y="360"/>
                    </a:lnTo>
                    <a:lnTo>
                      <a:pt x="134" y="360"/>
                    </a:lnTo>
                    <a:lnTo>
                      <a:pt x="128" y="360"/>
                    </a:lnTo>
                    <a:lnTo>
                      <a:pt x="126" y="360"/>
                    </a:lnTo>
                    <a:lnTo>
                      <a:pt x="122" y="360"/>
                    </a:lnTo>
                    <a:lnTo>
                      <a:pt x="118" y="360"/>
                    </a:lnTo>
                    <a:lnTo>
                      <a:pt x="114" y="360"/>
                    </a:lnTo>
                    <a:lnTo>
                      <a:pt x="118" y="360"/>
                    </a:lnTo>
                    <a:lnTo>
                      <a:pt x="114" y="360"/>
                    </a:lnTo>
                    <a:lnTo>
                      <a:pt x="114" y="356"/>
                    </a:lnTo>
                    <a:lnTo>
                      <a:pt x="114" y="360"/>
                    </a:lnTo>
                    <a:lnTo>
                      <a:pt x="114" y="356"/>
                    </a:lnTo>
                    <a:lnTo>
                      <a:pt x="114" y="352"/>
                    </a:lnTo>
                    <a:lnTo>
                      <a:pt x="114" y="348"/>
                    </a:lnTo>
                    <a:lnTo>
                      <a:pt x="108" y="348"/>
                    </a:lnTo>
                    <a:lnTo>
                      <a:pt x="108" y="346"/>
                    </a:lnTo>
                    <a:lnTo>
                      <a:pt x="104" y="346"/>
                    </a:lnTo>
                    <a:lnTo>
                      <a:pt x="104" y="340"/>
                    </a:lnTo>
                    <a:lnTo>
                      <a:pt x="100" y="340"/>
                    </a:lnTo>
                    <a:lnTo>
                      <a:pt x="100" y="336"/>
                    </a:lnTo>
                    <a:lnTo>
                      <a:pt x="96" y="336"/>
                    </a:lnTo>
                    <a:lnTo>
                      <a:pt x="96" y="332"/>
                    </a:lnTo>
                    <a:lnTo>
                      <a:pt x="94" y="332"/>
                    </a:lnTo>
                    <a:lnTo>
                      <a:pt x="90" y="332"/>
                    </a:lnTo>
                    <a:lnTo>
                      <a:pt x="84" y="332"/>
                    </a:lnTo>
                    <a:lnTo>
                      <a:pt x="84" y="328"/>
                    </a:lnTo>
                    <a:lnTo>
                      <a:pt x="80" y="328"/>
                    </a:lnTo>
                    <a:lnTo>
                      <a:pt x="80" y="324"/>
                    </a:lnTo>
                    <a:lnTo>
                      <a:pt x="76" y="324"/>
                    </a:lnTo>
                    <a:lnTo>
                      <a:pt x="72" y="324"/>
                    </a:lnTo>
                    <a:lnTo>
                      <a:pt x="68" y="324"/>
                    </a:lnTo>
                    <a:lnTo>
                      <a:pt x="66" y="324"/>
                    </a:lnTo>
                    <a:lnTo>
                      <a:pt x="66" y="318"/>
                    </a:lnTo>
                    <a:lnTo>
                      <a:pt x="60" y="318"/>
                    </a:lnTo>
                    <a:lnTo>
                      <a:pt x="60" y="314"/>
                    </a:lnTo>
                    <a:lnTo>
                      <a:pt x="60" y="312"/>
                    </a:lnTo>
                    <a:lnTo>
                      <a:pt x="60" y="308"/>
                    </a:lnTo>
                    <a:lnTo>
                      <a:pt x="56" y="308"/>
                    </a:lnTo>
                    <a:lnTo>
                      <a:pt x="56" y="304"/>
                    </a:lnTo>
                    <a:lnTo>
                      <a:pt x="56" y="300"/>
                    </a:lnTo>
                    <a:lnTo>
                      <a:pt x="52" y="300"/>
                    </a:lnTo>
                    <a:lnTo>
                      <a:pt x="52" y="294"/>
                    </a:lnTo>
                    <a:lnTo>
                      <a:pt x="48" y="294"/>
                    </a:lnTo>
                    <a:lnTo>
                      <a:pt x="48" y="290"/>
                    </a:lnTo>
                    <a:lnTo>
                      <a:pt x="44" y="286"/>
                    </a:lnTo>
                    <a:lnTo>
                      <a:pt x="44" y="284"/>
                    </a:lnTo>
                    <a:lnTo>
                      <a:pt x="38" y="284"/>
                    </a:lnTo>
                    <a:lnTo>
                      <a:pt x="38" y="280"/>
                    </a:lnTo>
                    <a:lnTo>
                      <a:pt x="44" y="280"/>
                    </a:lnTo>
                    <a:lnTo>
                      <a:pt x="44" y="276"/>
                    </a:lnTo>
                    <a:lnTo>
                      <a:pt x="44" y="270"/>
                    </a:lnTo>
                    <a:lnTo>
                      <a:pt x="38" y="270"/>
                    </a:lnTo>
                    <a:lnTo>
                      <a:pt x="34" y="270"/>
                    </a:lnTo>
                    <a:lnTo>
                      <a:pt x="34" y="266"/>
                    </a:lnTo>
                    <a:lnTo>
                      <a:pt x="34" y="262"/>
                    </a:lnTo>
                    <a:lnTo>
                      <a:pt x="32" y="258"/>
                    </a:lnTo>
                    <a:lnTo>
                      <a:pt x="32" y="254"/>
                    </a:lnTo>
                    <a:lnTo>
                      <a:pt x="34" y="254"/>
                    </a:lnTo>
                    <a:lnTo>
                      <a:pt x="34" y="258"/>
                    </a:lnTo>
                    <a:lnTo>
                      <a:pt x="38" y="262"/>
                    </a:lnTo>
                    <a:lnTo>
                      <a:pt x="38" y="258"/>
                    </a:lnTo>
                    <a:lnTo>
                      <a:pt x="38" y="254"/>
                    </a:lnTo>
                    <a:lnTo>
                      <a:pt x="34" y="254"/>
                    </a:lnTo>
                    <a:lnTo>
                      <a:pt x="34" y="250"/>
                    </a:lnTo>
                    <a:lnTo>
                      <a:pt x="34" y="246"/>
                    </a:lnTo>
                    <a:lnTo>
                      <a:pt x="34" y="250"/>
                    </a:lnTo>
                    <a:lnTo>
                      <a:pt x="38" y="250"/>
                    </a:lnTo>
                    <a:lnTo>
                      <a:pt x="38" y="246"/>
                    </a:lnTo>
                    <a:lnTo>
                      <a:pt x="44" y="250"/>
                    </a:lnTo>
                    <a:lnTo>
                      <a:pt x="44" y="246"/>
                    </a:lnTo>
                    <a:lnTo>
                      <a:pt x="48" y="246"/>
                    </a:lnTo>
                    <a:lnTo>
                      <a:pt x="48" y="250"/>
                    </a:lnTo>
                    <a:lnTo>
                      <a:pt x="48" y="246"/>
                    </a:lnTo>
                    <a:lnTo>
                      <a:pt x="44" y="246"/>
                    </a:lnTo>
                    <a:lnTo>
                      <a:pt x="44" y="250"/>
                    </a:lnTo>
                    <a:lnTo>
                      <a:pt x="44" y="246"/>
                    </a:lnTo>
                    <a:lnTo>
                      <a:pt x="38" y="246"/>
                    </a:lnTo>
                    <a:lnTo>
                      <a:pt x="34" y="246"/>
                    </a:lnTo>
                    <a:lnTo>
                      <a:pt x="32" y="246"/>
                    </a:lnTo>
                    <a:lnTo>
                      <a:pt x="32" y="250"/>
                    </a:lnTo>
                    <a:lnTo>
                      <a:pt x="32" y="254"/>
                    </a:lnTo>
                    <a:lnTo>
                      <a:pt x="32" y="250"/>
                    </a:lnTo>
                    <a:lnTo>
                      <a:pt x="28" y="250"/>
                    </a:lnTo>
                    <a:lnTo>
                      <a:pt x="28" y="246"/>
                    </a:lnTo>
                    <a:lnTo>
                      <a:pt x="24" y="246"/>
                    </a:lnTo>
                    <a:lnTo>
                      <a:pt x="28" y="246"/>
                    </a:lnTo>
                    <a:lnTo>
                      <a:pt x="24" y="242"/>
                    </a:lnTo>
                    <a:lnTo>
                      <a:pt x="24" y="238"/>
                    </a:lnTo>
                    <a:lnTo>
                      <a:pt x="20" y="238"/>
                    </a:lnTo>
                    <a:lnTo>
                      <a:pt x="20" y="234"/>
                    </a:lnTo>
                    <a:lnTo>
                      <a:pt x="14" y="234"/>
                    </a:lnTo>
                    <a:lnTo>
                      <a:pt x="14" y="230"/>
                    </a:lnTo>
                    <a:lnTo>
                      <a:pt x="14" y="224"/>
                    </a:lnTo>
                    <a:lnTo>
                      <a:pt x="10" y="222"/>
                    </a:lnTo>
                    <a:lnTo>
                      <a:pt x="10" y="218"/>
                    </a:lnTo>
                    <a:lnTo>
                      <a:pt x="10" y="214"/>
                    </a:lnTo>
                    <a:lnTo>
                      <a:pt x="10" y="210"/>
                    </a:lnTo>
                    <a:lnTo>
                      <a:pt x="6" y="204"/>
                    </a:lnTo>
                    <a:lnTo>
                      <a:pt x="4" y="200"/>
                    </a:lnTo>
                    <a:lnTo>
                      <a:pt x="4" y="196"/>
                    </a:lnTo>
                    <a:lnTo>
                      <a:pt x="4" y="192"/>
                    </a:lnTo>
                    <a:lnTo>
                      <a:pt x="6" y="192"/>
                    </a:lnTo>
                    <a:lnTo>
                      <a:pt x="6" y="190"/>
                    </a:lnTo>
                    <a:lnTo>
                      <a:pt x="6" y="186"/>
                    </a:lnTo>
                    <a:lnTo>
                      <a:pt x="6" y="180"/>
                    </a:lnTo>
                    <a:lnTo>
                      <a:pt x="6" y="176"/>
                    </a:lnTo>
                    <a:lnTo>
                      <a:pt x="6" y="172"/>
                    </a:lnTo>
                    <a:lnTo>
                      <a:pt x="6" y="168"/>
                    </a:lnTo>
                    <a:lnTo>
                      <a:pt x="6" y="164"/>
                    </a:lnTo>
                    <a:lnTo>
                      <a:pt x="4" y="164"/>
                    </a:lnTo>
                    <a:lnTo>
                      <a:pt x="4" y="158"/>
                    </a:lnTo>
                    <a:lnTo>
                      <a:pt x="4" y="156"/>
                    </a:lnTo>
                    <a:lnTo>
                      <a:pt x="4" y="152"/>
                    </a:lnTo>
                    <a:lnTo>
                      <a:pt x="4" y="148"/>
                    </a:lnTo>
                    <a:lnTo>
                      <a:pt x="0" y="148"/>
                    </a:lnTo>
                    <a:lnTo>
                      <a:pt x="0" y="144"/>
                    </a:lnTo>
                    <a:lnTo>
                      <a:pt x="4" y="144"/>
                    </a:lnTo>
                    <a:lnTo>
                      <a:pt x="4" y="142"/>
                    </a:lnTo>
                    <a:lnTo>
                      <a:pt x="4" y="136"/>
                    </a:lnTo>
                    <a:lnTo>
                      <a:pt x="6" y="136"/>
                    </a:lnTo>
                    <a:lnTo>
                      <a:pt x="6" y="132"/>
                    </a:lnTo>
                    <a:lnTo>
                      <a:pt x="4" y="136"/>
                    </a:lnTo>
                    <a:lnTo>
                      <a:pt x="4" y="132"/>
                    </a:lnTo>
                    <a:lnTo>
                      <a:pt x="6" y="132"/>
                    </a:lnTo>
                    <a:lnTo>
                      <a:pt x="6" y="128"/>
                    </a:lnTo>
                    <a:lnTo>
                      <a:pt x="6" y="124"/>
                    </a:lnTo>
                    <a:lnTo>
                      <a:pt x="6" y="120"/>
                    </a:lnTo>
                    <a:lnTo>
                      <a:pt x="6" y="112"/>
                    </a:lnTo>
                    <a:lnTo>
                      <a:pt x="6" y="108"/>
                    </a:lnTo>
                    <a:lnTo>
                      <a:pt x="6" y="104"/>
                    </a:lnTo>
                    <a:lnTo>
                      <a:pt x="6" y="100"/>
                    </a:lnTo>
                    <a:lnTo>
                      <a:pt x="10" y="96"/>
                    </a:lnTo>
                    <a:lnTo>
                      <a:pt x="10" y="90"/>
                    </a:lnTo>
                    <a:lnTo>
                      <a:pt x="10" y="86"/>
                    </a:lnTo>
                    <a:lnTo>
                      <a:pt x="10" y="82"/>
                    </a:lnTo>
                    <a:lnTo>
                      <a:pt x="10" y="80"/>
                    </a:lnTo>
                    <a:lnTo>
                      <a:pt x="10" y="76"/>
                    </a:lnTo>
                    <a:lnTo>
                      <a:pt x="14" y="76"/>
                    </a:lnTo>
                    <a:lnTo>
                      <a:pt x="14" y="72"/>
                    </a:lnTo>
                    <a:lnTo>
                      <a:pt x="20" y="76"/>
                    </a:lnTo>
                    <a:lnTo>
                      <a:pt x="24" y="76"/>
                    </a:lnTo>
                    <a:lnTo>
                      <a:pt x="20" y="76"/>
                    </a:lnTo>
                    <a:lnTo>
                      <a:pt x="20" y="72"/>
                    </a:lnTo>
                    <a:lnTo>
                      <a:pt x="14" y="72"/>
                    </a:lnTo>
                    <a:lnTo>
                      <a:pt x="10" y="72"/>
                    </a:lnTo>
                    <a:lnTo>
                      <a:pt x="6" y="72"/>
                    </a:lnTo>
                    <a:lnTo>
                      <a:pt x="6" y="66"/>
                    </a:lnTo>
                    <a:lnTo>
                      <a:pt x="6" y="62"/>
                    </a:lnTo>
                    <a:lnTo>
                      <a:pt x="6" y="66"/>
                    </a:lnTo>
                    <a:lnTo>
                      <a:pt x="10" y="72"/>
                    </a:lnTo>
                    <a:lnTo>
                      <a:pt x="10" y="66"/>
                    </a:lnTo>
                    <a:lnTo>
                      <a:pt x="10" y="62"/>
                    </a:lnTo>
                    <a:lnTo>
                      <a:pt x="6" y="62"/>
                    </a:lnTo>
                    <a:lnTo>
                      <a:pt x="6" y="58"/>
                    </a:lnTo>
                    <a:lnTo>
                      <a:pt x="10" y="58"/>
                    </a:lnTo>
                    <a:lnTo>
                      <a:pt x="10" y="54"/>
                    </a:lnTo>
                    <a:lnTo>
                      <a:pt x="6" y="54"/>
                    </a:lnTo>
                    <a:lnTo>
                      <a:pt x="6" y="58"/>
                    </a:lnTo>
                    <a:lnTo>
                      <a:pt x="6" y="54"/>
                    </a:lnTo>
                    <a:lnTo>
                      <a:pt x="6" y="52"/>
                    </a:lnTo>
                    <a:lnTo>
                      <a:pt x="4" y="48"/>
                    </a:lnTo>
                    <a:lnTo>
                      <a:pt x="4" y="42"/>
                    </a:lnTo>
                    <a:lnTo>
                      <a:pt x="4" y="38"/>
                    </a:lnTo>
                    <a:lnTo>
                      <a:pt x="0" y="34"/>
                    </a:lnTo>
                    <a:lnTo>
                      <a:pt x="0" y="30"/>
                    </a:lnTo>
                    <a:lnTo>
                      <a:pt x="0" y="26"/>
                    </a:lnTo>
                    <a:lnTo>
                      <a:pt x="4" y="26"/>
                    </a:lnTo>
                    <a:lnTo>
                      <a:pt x="6" y="26"/>
                    </a:lnTo>
                    <a:lnTo>
                      <a:pt x="6" y="30"/>
                    </a:lnTo>
                    <a:lnTo>
                      <a:pt x="10" y="30"/>
                    </a:lnTo>
                    <a:lnTo>
                      <a:pt x="14" y="30"/>
                    </a:lnTo>
                    <a:lnTo>
                      <a:pt x="20" y="30"/>
                    </a:lnTo>
                    <a:lnTo>
                      <a:pt x="24" y="30"/>
                    </a:lnTo>
                    <a:lnTo>
                      <a:pt x="28" y="30"/>
                    </a:lnTo>
                    <a:lnTo>
                      <a:pt x="28" y="34"/>
                    </a:lnTo>
                    <a:lnTo>
                      <a:pt x="32" y="34"/>
                    </a:lnTo>
                    <a:lnTo>
                      <a:pt x="28" y="38"/>
                    </a:lnTo>
                    <a:lnTo>
                      <a:pt x="28" y="42"/>
                    </a:lnTo>
                    <a:lnTo>
                      <a:pt x="24" y="42"/>
                    </a:lnTo>
                    <a:lnTo>
                      <a:pt x="24" y="48"/>
                    </a:lnTo>
                    <a:lnTo>
                      <a:pt x="28" y="48"/>
                    </a:lnTo>
                    <a:lnTo>
                      <a:pt x="24" y="48"/>
                    </a:lnTo>
                    <a:lnTo>
                      <a:pt x="24" y="42"/>
                    </a:lnTo>
                    <a:lnTo>
                      <a:pt x="28" y="42"/>
                    </a:lnTo>
                    <a:lnTo>
                      <a:pt x="28" y="38"/>
                    </a:lnTo>
                    <a:lnTo>
                      <a:pt x="32" y="34"/>
                    </a:lnTo>
                    <a:lnTo>
                      <a:pt x="32" y="38"/>
                    </a:lnTo>
                    <a:lnTo>
                      <a:pt x="32" y="42"/>
                    </a:lnTo>
                    <a:lnTo>
                      <a:pt x="28" y="42"/>
                    </a:lnTo>
                    <a:lnTo>
                      <a:pt x="32" y="42"/>
                    </a:lnTo>
                    <a:lnTo>
                      <a:pt x="32" y="48"/>
                    </a:lnTo>
                    <a:lnTo>
                      <a:pt x="32" y="52"/>
                    </a:lnTo>
                    <a:lnTo>
                      <a:pt x="28" y="52"/>
                    </a:lnTo>
                    <a:lnTo>
                      <a:pt x="32" y="48"/>
                    </a:lnTo>
                    <a:lnTo>
                      <a:pt x="28" y="48"/>
                    </a:lnTo>
                    <a:lnTo>
                      <a:pt x="28" y="52"/>
                    </a:lnTo>
                    <a:lnTo>
                      <a:pt x="28" y="48"/>
                    </a:lnTo>
                    <a:lnTo>
                      <a:pt x="28" y="52"/>
                    </a:lnTo>
                    <a:lnTo>
                      <a:pt x="24" y="52"/>
                    </a:lnTo>
                    <a:lnTo>
                      <a:pt x="24" y="54"/>
                    </a:lnTo>
                    <a:lnTo>
                      <a:pt x="28" y="54"/>
                    </a:lnTo>
                    <a:lnTo>
                      <a:pt x="28" y="52"/>
                    </a:lnTo>
                    <a:lnTo>
                      <a:pt x="28" y="54"/>
                    </a:lnTo>
                    <a:lnTo>
                      <a:pt x="32" y="52"/>
                    </a:lnTo>
                    <a:lnTo>
                      <a:pt x="34" y="48"/>
                    </a:lnTo>
                    <a:lnTo>
                      <a:pt x="34" y="42"/>
                    </a:lnTo>
                    <a:lnTo>
                      <a:pt x="32" y="42"/>
                    </a:lnTo>
                    <a:lnTo>
                      <a:pt x="34" y="38"/>
                    </a:lnTo>
                    <a:lnTo>
                      <a:pt x="34" y="34"/>
                    </a:lnTo>
                    <a:lnTo>
                      <a:pt x="34" y="30"/>
                    </a:lnTo>
                    <a:lnTo>
                      <a:pt x="32" y="30"/>
                    </a:lnTo>
                    <a:lnTo>
                      <a:pt x="32" y="26"/>
                    </a:lnTo>
                    <a:lnTo>
                      <a:pt x="34" y="26"/>
                    </a:lnTo>
                    <a:lnTo>
                      <a:pt x="32" y="20"/>
                    </a:lnTo>
                    <a:lnTo>
                      <a:pt x="32" y="26"/>
                    </a:lnTo>
                    <a:lnTo>
                      <a:pt x="28" y="20"/>
                    </a:lnTo>
                    <a:lnTo>
                      <a:pt x="32" y="20"/>
                    </a:lnTo>
                    <a:lnTo>
                      <a:pt x="32" y="18"/>
                    </a:lnTo>
                    <a:lnTo>
                      <a:pt x="28" y="14"/>
                    </a:lnTo>
                    <a:lnTo>
                      <a:pt x="28" y="10"/>
                    </a:lnTo>
                    <a:lnTo>
                      <a:pt x="32" y="10"/>
                    </a:lnTo>
                    <a:lnTo>
                      <a:pt x="34" y="10"/>
                    </a:lnTo>
                    <a:lnTo>
                      <a:pt x="38" y="10"/>
                    </a:lnTo>
                    <a:lnTo>
                      <a:pt x="56" y="10"/>
                    </a:lnTo>
                    <a:lnTo>
                      <a:pt x="66" y="10"/>
                    </a:lnTo>
                    <a:lnTo>
                      <a:pt x="68" y="10"/>
                    </a:lnTo>
                    <a:lnTo>
                      <a:pt x="72" y="10"/>
                    </a:lnTo>
                    <a:lnTo>
                      <a:pt x="80" y="10"/>
                    </a:lnTo>
                    <a:lnTo>
                      <a:pt x="84" y="10"/>
                    </a:lnTo>
                    <a:lnTo>
                      <a:pt x="90" y="10"/>
                    </a:lnTo>
                    <a:lnTo>
                      <a:pt x="96" y="10"/>
                    </a:lnTo>
                    <a:lnTo>
                      <a:pt x="100" y="10"/>
                    </a:lnTo>
                    <a:lnTo>
                      <a:pt x="104" y="10"/>
                    </a:lnTo>
                    <a:lnTo>
                      <a:pt x="108" y="10"/>
                    </a:lnTo>
                    <a:lnTo>
                      <a:pt x="114" y="10"/>
                    </a:lnTo>
                    <a:lnTo>
                      <a:pt x="118" y="10"/>
                    </a:lnTo>
                    <a:lnTo>
                      <a:pt x="134" y="10"/>
                    </a:lnTo>
                    <a:lnTo>
                      <a:pt x="138" y="10"/>
                    </a:lnTo>
                    <a:lnTo>
                      <a:pt x="142" y="10"/>
                    </a:lnTo>
                    <a:lnTo>
                      <a:pt x="146" y="10"/>
                    </a:lnTo>
                    <a:lnTo>
                      <a:pt x="150" y="10"/>
                    </a:lnTo>
                    <a:lnTo>
                      <a:pt x="154" y="10"/>
                    </a:lnTo>
                    <a:lnTo>
                      <a:pt x="160" y="10"/>
                    </a:lnTo>
                    <a:lnTo>
                      <a:pt x="162" y="10"/>
                    </a:lnTo>
                    <a:lnTo>
                      <a:pt x="170" y="10"/>
                    </a:lnTo>
                    <a:lnTo>
                      <a:pt x="174" y="10"/>
                    </a:lnTo>
                    <a:lnTo>
                      <a:pt x="180" y="10"/>
                    </a:lnTo>
                    <a:lnTo>
                      <a:pt x="188" y="10"/>
                    </a:lnTo>
                    <a:lnTo>
                      <a:pt x="190" y="10"/>
                    </a:lnTo>
                    <a:lnTo>
                      <a:pt x="194" y="10"/>
                    </a:lnTo>
                    <a:lnTo>
                      <a:pt x="198" y="10"/>
                    </a:lnTo>
                    <a:lnTo>
                      <a:pt x="204" y="10"/>
                    </a:lnTo>
                    <a:lnTo>
                      <a:pt x="214" y="10"/>
                    </a:lnTo>
                    <a:lnTo>
                      <a:pt x="218" y="10"/>
                    </a:lnTo>
                    <a:lnTo>
                      <a:pt x="222" y="10"/>
                    </a:lnTo>
                    <a:lnTo>
                      <a:pt x="228" y="10"/>
                    </a:lnTo>
                    <a:lnTo>
                      <a:pt x="232" y="10"/>
                    </a:lnTo>
                    <a:lnTo>
                      <a:pt x="236" y="10"/>
                    </a:lnTo>
                    <a:lnTo>
                      <a:pt x="242" y="10"/>
                    </a:lnTo>
                    <a:lnTo>
                      <a:pt x="246" y="10"/>
                    </a:lnTo>
                    <a:lnTo>
                      <a:pt x="252" y="10"/>
                    </a:lnTo>
                    <a:lnTo>
                      <a:pt x="256" y="10"/>
                    </a:lnTo>
                    <a:lnTo>
                      <a:pt x="260" y="10"/>
                    </a:lnTo>
                    <a:lnTo>
                      <a:pt x="264" y="10"/>
                    </a:lnTo>
                    <a:lnTo>
                      <a:pt x="266" y="10"/>
                    </a:lnTo>
                    <a:lnTo>
                      <a:pt x="276" y="10"/>
                    </a:lnTo>
                    <a:lnTo>
                      <a:pt x="280" y="10"/>
                    </a:lnTo>
                    <a:lnTo>
                      <a:pt x="284" y="10"/>
                    </a:lnTo>
                    <a:lnTo>
                      <a:pt x="288" y="10"/>
                    </a:lnTo>
                    <a:lnTo>
                      <a:pt x="292" y="10"/>
                    </a:lnTo>
                    <a:lnTo>
                      <a:pt x="300" y="10"/>
                    </a:lnTo>
                    <a:lnTo>
                      <a:pt x="304" y="10"/>
                    </a:lnTo>
                    <a:lnTo>
                      <a:pt x="312" y="10"/>
                    </a:lnTo>
                    <a:lnTo>
                      <a:pt x="318" y="10"/>
                    </a:lnTo>
                    <a:lnTo>
                      <a:pt x="322" y="10"/>
                    </a:lnTo>
                    <a:lnTo>
                      <a:pt x="326" y="10"/>
                    </a:lnTo>
                    <a:lnTo>
                      <a:pt x="330" y="10"/>
                    </a:lnTo>
                    <a:lnTo>
                      <a:pt x="332" y="10"/>
                    </a:lnTo>
                    <a:lnTo>
                      <a:pt x="336" y="10"/>
                    </a:lnTo>
                    <a:lnTo>
                      <a:pt x="342" y="10"/>
                    </a:lnTo>
                    <a:lnTo>
                      <a:pt x="346" y="10"/>
                    </a:lnTo>
                    <a:lnTo>
                      <a:pt x="358" y="10"/>
                    </a:lnTo>
                    <a:lnTo>
                      <a:pt x="360" y="10"/>
                    </a:lnTo>
                    <a:lnTo>
                      <a:pt x="374" y="10"/>
                    </a:lnTo>
                    <a:lnTo>
                      <a:pt x="382" y="10"/>
                    </a:lnTo>
                    <a:lnTo>
                      <a:pt x="392" y="10"/>
                    </a:lnTo>
                    <a:lnTo>
                      <a:pt x="398" y="10"/>
                    </a:lnTo>
                    <a:lnTo>
                      <a:pt x="402" y="10"/>
                    </a:lnTo>
                    <a:lnTo>
                      <a:pt x="406" y="10"/>
                    </a:lnTo>
                    <a:lnTo>
                      <a:pt x="412" y="10"/>
                    </a:lnTo>
                    <a:lnTo>
                      <a:pt x="416" y="10"/>
                    </a:lnTo>
                    <a:lnTo>
                      <a:pt x="420" y="10"/>
                    </a:lnTo>
                    <a:lnTo>
                      <a:pt x="422" y="10"/>
                    </a:lnTo>
                    <a:lnTo>
                      <a:pt x="452" y="10"/>
                    </a:lnTo>
                    <a:lnTo>
                      <a:pt x="456" y="10"/>
                    </a:lnTo>
                    <a:lnTo>
                      <a:pt x="456" y="6"/>
                    </a:lnTo>
                    <a:lnTo>
                      <a:pt x="456" y="0"/>
                    </a:lnTo>
                    <a:lnTo>
                      <a:pt x="460" y="0"/>
                    </a:lnTo>
                    <a:lnTo>
                      <a:pt x="460" y="6"/>
                    </a:lnTo>
                    <a:lnTo>
                      <a:pt x="460" y="10"/>
                    </a:lnTo>
                    <a:lnTo>
                      <a:pt x="464" y="10"/>
                    </a:lnTo>
                    <a:lnTo>
                      <a:pt x="464" y="14"/>
                    </a:lnTo>
                    <a:lnTo>
                      <a:pt x="464" y="18"/>
                    </a:lnTo>
                    <a:lnTo>
                      <a:pt x="468" y="18"/>
                    </a:lnTo>
                    <a:lnTo>
                      <a:pt x="472" y="18"/>
                    </a:lnTo>
                    <a:lnTo>
                      <a:pt x="478" y="18"/>
                    </a:lnTo>
                    <a:lnTo>
                      <a:pt x="478" y="20"/>
                    </a:lnTo>
                    <a:lnTo>
                      <a:pt x="482" y="20"/>
                    </a:lnTo>
                    <a:lnTo>
                      <a:pt x="486" y="18"/>
                    </a:lnTo>
                    <a:lnTo>
                      <a:pt x="488" y="18"/>
                    </a:lnTo>
                    <a:lnTo>
                      <a:pt x="492" y="20"/>
                    </a:lnTo>
                    <a:lnTo>
                      <a:pt x="496" y="20"/>
                    </a:lnTo>
                    <a:lnTo>
                      <a:pt x="496" y="26"/>
                    </a:lnTo>
                    <a:lnTo>
                      <a:pt x="502" y="30"/>
                    </a:lnTo>
                    <a:lnTo>
                      <a:pt x="502" y="26"/>
                    </a:lnTo>
                    <a:lnTo>
                      <a:pt x="506" y="26"/>
                    </a:lnTo>
                    <a:lnTo>
                      <a:pt x="506" y="30"/>
                    </a:lnTo>
                    <a:lnTo>
                      <a:pt x="510" y="30"/>
                    </a:lnTo>
                    <a:lnTo>
                      <a:pt x="514" y="30"/>
                    </a:lnTo>
                    <a:lnTo>
                      <a:pt x="514" y="34"/>
                    </a:lnTo>
                    <a:lnTo>
                      <a:pt x="514" y="30"/>
                    </a:lnTo>
                    <a:lnTo>
                      <a:pt x="516" y="30"/>
                    </a:lnTo>
                    <a:lnTo>
                      <a:pt x="520" y="30"/>
                    </a:lnTo>
                    <a:lnTo>
                      <a:pt x="520" y="26"/>
                    </a:lnTo>
                    <a:lnTo>
                      <a:pt x="520" y="30"/>
                    </a:lnTo>
                    <a:lnTo>
                      <a:pt x="526" y="30"/>
                    </a:lnTo>
                    <a:lnTo>
                      <a:pt x="530" y="30"/>
                    </a:lnTo>
                    <a:lnTo>
                      <a:pt x="534" y="30"/>
                    </a:lnTo>
                    <a:lnTo>
                      <a:pt x="534" y="34"/>
                    </a:lnTo>
                    <a:lnTo>
                      <a:pt x="538" y="34"/>
                    </a:lnTo>
                    <a:lnTo>
                      <a:pt x="542" y="34"/>
                    </a:lnTo>
                    <a:lnTo>
                      <a:pt x="548" y="34"/>
                    </a:lnTo>
                    <a:lnTo>
                      <a:pt x="550" y="30"/>
                    </a:lnTo>
                    <a:lnTo>
                      <a:pt x="554" y="26"/>
                    </a:lnTo>
                    <a:lnTo>
                      <a:pt x="558" y="26"/>
                    </a:lnTo>
                    <a:lnTo>
                      <a:pt x="562" y="26"/>
                    </a:lnTo>
                    <a:lnTo>
                      <a:pt x="574" y="34"/>
                    </a:lnTo>
                    <a:lnTo>
                      <a:pt x="578" y="34"/>
                    </a:lnTo>
                    <a:lnTo>
                      <a:pt x="578" y="38"/>
                    </a:lnTo>
                    <a:lnTo>
                      <a:pt x="582" y="38"/>
                    </a:lnTo>
                    <a:lnTo>
                      <a:pt x="586" y="42"/>
                    </a:lnTo>
                    <a:lnTo>
                      <a:pt x="590" y="42"/>
                    </a:lnTo>
                    <a:lnTo>
                      <a:pt x="594" y="48"/>
                    </a:lnTo>
                    <a:lnTo>
                      <a:pt x="598" y="48"/>
                    </a:lnTo>
                    <a:lnTo>
                      <a:pt x="598" y="52"/>
                    </a:lnTo>
                    <a:lnTo>
                      <a:pt x="602" y="52"/>
                    </a:lnTo>
                    <a:lnTo>
                      <a:pt x="606" y="52"/>
                    </a:lnTo>
                    <a:lnTo>
                      <a:pt x="606" y="54"/>
                    </a:lnTo>
                    <a:lnTo>
                      <a:pt x="616" y="58"/>
                    </a:lnTo>
                    <a:lnTo>
                      <a:pt x="616" y="62"/>
                    </a:lnTo>
                    <a:lnTo>
                      <a:pt x="620" y="66"/>
                    </a:lnTo>
                    <a:lnTo>
                      <a:pt x="624" y="66"/>
                    </a:lnTo>
                    <a:lnTo>
                      <a:pt x="626" y="66"/>
                    </a:lnTo>
                    <a:lnTo>
                      <a:pt x="626" y="72"/>
                    </a:lnTo>
                    <a:lnTo>
                      <a:pt x="626" y="76"/>
                    </a:lnTo>
                    <a:lnTo>
                      <a:pt x="630" y="76"/>
                    </a:lnTo>
                    <a:lnTo>
                      <a:pt x="634" y="76"/>
                    </a:lnTo>
                    <a:lnTo>
                      <a:pt x="634" y="80"/>
                    </a:lnTo>
                    <a:lnTo>
                      <a:pt x="634" y="82"/>
                    </a:lnTo>
                    <a:lnTo>
                      <a:pt x="640" y="82"/>
                    </a:lnTo>
                    <a:lnTo>
                      <a:pt x="644" y="86"/>
                    </a:lnTo>
                    <a:lnTo>
                      <a:pt x="648" y="90"/>
                    </a:lnTo>
                    <a:lnTo>
                      <a:pt x="652" y="90"/>
                    </a:lnTo>
                    <a:lnTo>
                      <a:pt x="652" y="104"/>
                    </a:lnTo>
                    <a:lnTo>
                      <a:pt x="656" y="112"/>
                    </a:lnTo>
                    <a:lnTo>
                      <a:pt x="656" y="124"/>
                    </a:lnTo>
                    <a:lnTo>
                      <a:pt x="656" y="132"/>
                    </a:lnTo>
                    <a:lnTo>
                      <a:pt x="656" y="136"/>
                    </a:lnTo>
                    <a:lnTo>
                      <a:pt x="656" y="142"/>
                    </a:lnTo>
                    <a:lnTo>
                      <a:pt x="652" y="142"/>
                    </a:lnTo>
                    <a:lnTo>
                      <a:pt x="652" y="144"/>
                    </a:lnTo>
                    <a:lnTo>
                      <a:pt x="652" y="148"/>
                    </a:lnTo>
                    <a:lnTo>
                      <a:pt x="652" y="152"/>
                    </a:lnTo>
                    <a:lnTo>
                      <a:pt x="648" y="152"/>
                    </a:lnTo>
                    <a:lnTo>
                      <a:pt x="648" y="156"/>
                    </a:lnTo>
                    <a:lnTo>
                      <a:pt x="644" y="156"/>
                    </a:lnTo>
                    <a:lnTo>
                      <a:pt x="644" y="158"/>
                    </a:lnTo>
                    <a:lnTo>
                      <a:pt x="640" y="164"/>
                    </a:lnTo>
                    <a:lnTo>
                      <a:pt x="644" y="164"/>
                    </a:lnTo>
                    <a:lnTo>
                      <a:pt x="644" y="168"/>
                    </a:lnTo>
                    <a:lnTo>
                      <a:pt x="648" y="172"/>
                    </a:lnTo>
                    <a:lnTo>
                      <a:pt x="652" y="172"/>
                    </a:lnTo>
                    <a:lnTo>
                      <a:pt x="656" y="168"/>
                    </a:lnTo>
                    <a:lnTo>
                      <a:pt x="658" y="164"/>
                    </a:lnTo>
                    <a:lnTo>
                      <a:pt x="664" y="164"/>
                    </a:lnTo>
                    <a:lnTo>
                      <a:pt x="668" y="158"/>
                    </a:lnTo>
                    <a:lnTo>
                      <a:pt x="672" y="158"/>
                    </a:lnTo>
                    <a:lnTo>
                      <a:pt x="676" y="158"/>
                    </a:lnTo>
                    <a:lnTo>
                      <a:pt x="680" y="156"/>
                    </a:lnTo>
                    <a:lnTo>
                      <a:pt x="688" y="156"/>
                    </a:lnTo>
                    <a:lnTo>
                      <a:pt x="692" y="152"/>
                    </a:lnTo>
                    <a:lnTo>
                      <a:pt x="696" y="152"/>
                    </a:lnTo>
                    <a:lnTo>
                      <a:pt x="700" y="148"/>
                    </a:lnTo>
                    <a:lnTo>
                      <a:pt x="704" y="148"/>
                    </a:lnTo>
                    <a:lnTo>
                      <a:pt x="704" y="144"/>
                    </a:lnTo>
                    <a:lnTo>
                      <a:pt x="710" y="144"/>
                    </a:lnTo>
                    <a:lnTo>
                      <a:pt x="704" y="144"/>
                    </a:lnTo>
                    <a:lnTo>
                      <a:pt x="704" y="142"/>
                    </a:lnTo>
                    <a:lnTo>
                      <a:pt x="704" y="136"/>
                    </a:lnTo>
                    <a:lnTo>
                      <a:pt x="704" y="132"/>
                    </a:lnTo>
                    <a:lnTo>
                      <a:pt x="710" y="128"/>
                    </a:lnTo>
                    <a:lnTo>
                      <a:pt x="718" y="128"/>
                    </a:lnTo>
                    <a:lnTo>
                      <a:pt x="720" y="128"/>
                    </a:lnTo>
                    <a:lnTo>
                      <a:pt x="724" y="128"/>
                    </a:lnTo>
                    <a:lnTo>
                      <a:pt x="728" y="128"/>
                    </a:lnTo>
                    <a:lnTo>
                      <a:pt x="734" y="128"/>
                    </a:lnTo>
                    <a:lnTo>
                      <a:pt x="738" y="128"/>
                    </a:lnTo>
                    <a:lnTo>
                      <a:pt x="742" y="128"/>
                    </a:lnTo>
                    <a:lnTo>
                      <a:pt x="742" y="124"/>
                    </a:lnTo>
                    <a:lnTo>
                      <a:pt x="746" y="124"/>
                    </a:lnTo>
                    <a:lnTo>
                      <a:pt x="746" y="120"/>
                    </a:lnTo>
                    <a:lnTo>
                      <a:pt x="748" y="116"/>
                    </a:lnTo>
                    <a:lnTo>
                      <a:pt x="754" y="116"/>
                    </a:lnTo>
                    <a:lnTo>
                      <a:pt x="754" y="112"/>
                    </a:lnTo>
                    <a:lnTo>
                      <a:pt x="758" y="112"/>
                    </a:lnTo>
                    <a:lnTo>
                      <a:pt x="758" y="108"/>
                    </a:lnTo>
                    <a:lnTo>
                      <a:pt x="762" y="104"/>
                    </a:lnTo>
                    <a:lnTo>
                      <a:pt x="766" y="104"/>
                    </a:lnTo>
                    <a:lnTo>
                      <a:pt x="766" y="100"/>
                    </a:lnTo>
                    <a:lnTo>
                      <a:pt x="770" y="100"/>
                    </a:lnTo>
                    <a:lnTo>
                      <a:pt x="774" y="100"/>
                    </a:lnTo>
                    <a:lnTo>
                      <a:pt x="780" y="100"/>
                    </a:lnTo>
                    <a:lnTo>
                      <a:pt x="786" y="100"/>
                    </a:lnTo>
                    <a:lnTo>
                      <a:pt x="790" y="100"/>
                    </a:lnTo>
                    <a:lnTo>
                      <a:pt x="794" y="100"/>
                    </a:lnTo>
                    <a:lnTo>
                      <a:pt x="800" y="100"/>
                    </a:lnTo>
                    <a:lnTo>
                      <a:pt x="804" y="100"/>
                    </a:lnTo>
                    <a:lnTo>
                      <a:pt x="808" y="100"/>
                    </a:lnTo>
                    <a:lnTo>
                      <a:pt x="810" y="100"/>
                    </a:lnTo>
                    <a:lnTo>
                      <a:pt x="814" y="100"/>
                    </a:lnTo>
                    <a:lnTo>
                      <a:pt x="818" y="100"/>
                    </a:lnTo>
                    <a:lnTo>
                      <a:pt x="824" y="100"/>
                    </a:lnTo>
                    <a:lnTo>
                      <a:pt x="824" y="96"/>
                    </a:lnTo>
                    <a:lnTo>
                      <a:pt x="824" y="90"/>
                    </a:lnTo>
                    <a:lnTo>
                      <a:pt x="828" y="90"/>
                    </a:lnTo>
                    <a:lnTo>
                      <a:pt x="828" y="96"/>
                    </a:lnTo>
                    <a:lnTo>
                      <a:pt x="828" y="90"/>
                    </a:lnTo>
                    <a:lnTo>
                      <a:pt x="832" y="96"/>
                    </a:lnTo>
                    <a:lnTo>
                      <a:pt x="836" y="90"/>
                    </a:lnTo>
                    <a:lnTo>
                      <a:pt x="836" y="86"/>
                    </a:lnTo>
                    <a:lnTo>
                      <a:pt x="836" y="82"/>
                    </a:lnTo>
                    <a:lnTo>
                      <a:pt x="840" y="82"/>
                    </a:lnTo>
                    <a:lnTo>
                      <a:pt x="840" y="80"/>
                    </a:lnTo>
                    <a:lnTo>
                      <a:pt x="840" y="76"/>
                    </a:lnTo>
                    <a:lnTo>
                      <a:pt x="840" y="72"/>
                    </a:lnTo>
                    <a:lnTo>
                      <a:pt x="842" y="72"/>
                    </a:lnTo>
                    <a:lnTo>
                      <a:pt x="842" y="66"/>
                    </a:lnTo>
                    <a:lnTo>
                      <a:pt x="842" y="62"/>
                    </a:lnTo>
                    <a:lnTo>
                      <a:pt x="848" y="58"/>
                    </a:lnTo>
                    <a:lnTo>
                      <a:pt x="848" y="54"/>
                    </a:lnTo>
                    <a:lnTo>
                      <a:pt x="852" y="54"/>
                    </a:lnTo>
                    <a:lnTo>
                      <a:pt x="856" y="52"/>
                    </a:lnTo>
                    <a:lnTo>
                      <a:pt x="856" y="48"/>
                    </a:lnTo>
                    <a:lnTo>
                      <a:pt x="860" y="48"/>
                    </a:lnTo>
                    <a:lnTo>
                      <a:pt x="860" y="52"/>
                    </a:lnTo>
                    <a:lnTo>
                      <a:pt x="864" y="52"/>
                    </a:lnTo>
                    <a:lnTo>
                      <a:pt x="870" y="52"/>
                    </a:lnTo>
                    <a:lnTo>
                      <a:pt x="874" y="48"/>
                    </a:lnTo>
                    <a:lnTo>
                      <a:pt x="876" y="52"/>
                    </a:lnTo>
                    <a:lnTo>
                      <a:pt x="876" y="54"/>
                    </a:lnTo>
                    <a:lnTo>
                      <a:pt x="880" y="54"/>
                    </a:lnTo>
                    <a:lnTo>
                      <a:pt x="880" y="58"/>
                    </a:lnTo>
                    <a:lnTo>
                      <a:pt x="880" y="72"/>
                    </a:lnTo>
                    <a:lnTo>
                      <a:pt x="880" y="80"/>
                    </a:lnTo>
                    <a:lnTo>
                      <a:pt x="880" y="82"/>
                    </a:lnTo>
                    <a:lnTo>
                      <a:pt x="880" y="86"/>
                    </a:lnTo>
                    <a:lnTo>
                      <a:pt x="884" y="86"/>
                    </a:lnTo>
                    <a:lnTo>
                      <a:pt x="884" y="90"/>
                    </a:lnTo>
                    <a:lnTo>
                      <a:pt x="884" y="96"/>
                    </a:lnTo>
                    <a:lnTo>
                      <a:pt x="888" y="96"/>
                    </a:lnTo>
                    <a:lnTo>
                      <a:pt x="888" y="100"/>
                    </a:lnTo>
                    <a:lnTo>
                      <a:pt x="894" y="100"/>
                    </a:lnTo>
                    <a:lnTo>
                      <a:pt x="888" y="100"/>
                    </a:lnTo>
                    <a:lnTo>
                      <a:pt x="888" y="104"/>
                    </a:lnTo>
                    <a:lnTo>
                      <a:pt x="894" y="104"/>
                    </a:lnTo>
                    <a:lnTo>
                      <a:pt x="888" y="108"/>
                    </a:lnTo>
                    <a:lnTo>
                      <a:pt x="884" y="108"/>
                    </a:lnTo>
                    <a:lnTo>
                      <a:pt x="880" y="112"/>
                    </a:lnTo>
                    <a:lnTo>
                      <a:pt x="880" y="108"/>
                    </a:lnTo>
                    <a:lnTo>
                      <a:pt x="876" y="112"/>
                    </a:lnTo>
                    <a:lnTo>
                      <a:pt x="876" y="116"/>
                    </a:lnTo>
                    <a:lnTo>
                      <a:pt x="876" y="112"/>
                    </a:lnTo>
                    <a:lnTo>
                      <a:pt x="874" y="112"/>
                    </a:lnTo>
                    <a:lnTo>
                      <a:pt x="870" y="112"/>
                    </a:lnTo>
                    <a:lnTo>
                      <a:pt x="870" y="116"/>
                    </a:lnTo>
                    <a:lnTo>
                      <a:pt x="864" y="116"/>
                    </a:lnTo>
                    <a:lnTo>
                      <a:pt x="864" y="112"/>
                    </a:lnTo>
                    <a:lnTo>
                      <a:pt x="864" y="108"/>
                    </a:lnTo>
                    <a:lnTo>
                      <a:pt x="864" y="112"/>
                    </a:lnTo>
                    <a:lnTo>
                      <a:pt x="860" y="112"/>
                    </a:lnTo>
                    <a:lnTo>
                      <a:pt x="860" y="116"/>
                    </a:lnTo>
                    <a:lnTo>
                      <a:pt x="860" y="120"/>
                    </a:lnTo>
                    <a:lnTo>
                      <a:pt x="856" y="124"/>
                    </a:lnTo>
                    <a:lnTo>
                      <a:pt x="856" y="120"/>
                    </a:lnTo>
                    <a:lnTo>
                      <a:pt x="852" y="124"/>
                    </a:lnTo>
                    <a:lnTo>
                      <a:pt x="852" y="120"/>
                    </a:lnTo>
                    <a:lnTo>
                      <a:pt x="852" y="124"/>
                    </a:lnTo>
                    <a:lnTo>
                      <a:pt x="852" y="120"/>
                    </a:lnTo>
                    <a:lnTo>
                      <a:pt x="852" y="124"/>
                    </a:lnTo>
                    <a:lnTo>
                      <a:pt x="848" y="124"/>
                    </a:lnTo>
                    <a:lnTo>
                      <a:pt x="852" y="124"/>
                    </a:lnTo>
                    <a:lnTo>
                      <a:pt x="848" y="128"/>
                    </a:lnTo>
                    <a:lnTo>
                      <a:pt x="848" y="124"/>
                    </a:lnTo>
                    <a:lnTo>
                      <a:pt x="848" y="120"/>
                    </a:lnTo>
                    <a:lnTo>
                      <a:pt x="848" y="124"/>
                    </a:lnTo>
                    <a:lnTo>
                      <a:pt x="848" y="128"/>
                    </a:lnTo>
                    <a:lnTo>
                      <a:pt x="848" y="124"/>
                    </a:lnTo>
                    <a:lnTo>
                      <a:pt x="842" y="124"/>
                    </a:lnTo>
                    <a:lnTo>
                      <a:pt x="842" y="128"/>
                    </a:lnTo>
                    <a:lnTo>
                      <a:pt x="840" y="128"/>
                    </a:lnTo>
                    <a:lnTo>
                      <a:pt x="842" y="128"/>
                    </a:lnTo>
                    <a:lnTo>
                      <a:pt x="842" y="132"/>
                    </a:lnTo>
                    <a:lnTo>
                      <a:pt x="840" y="132"/>
                    </a:lnTo>
                    <a:lnTo>
                      <a:pt x="840" y="136"/>
                    </a:lnTo>
                    <a:lnTo>
                      <a:pt x="836" y="136"/>
                    </a:lnTo>
                    <a:lnTo>
                      <a:pt x="836" y="142"/>
                    </a:lnTo>
                    <a:lnTo>
                      <a:pt x="836" y="144"/>
                    </a:lnTo>
                    <a:lnTo>
                      <a:pt x="832" y="144"/>
                    </a:lnTo>
                    <a:lnTo>
                      <a:pt x="832" y="148"/>
                    </a:lnTo>
                    <a:lnTo>
                      <a:pt x="836" y="152"/>
                    </a:lnTo>
                    <a:lnTo>
                      <a:pt x="836" y="148"/>
                    </a:lnTo>
                    <a:lnTo>
                      <a:pt x="836" y="152"/>
                    </a:lnTo>
                    <a:lnTo>
                      <a:pt x="832" y="152"/>
                    </a:lnTo>
                    <a:lnTo>
                      <a:pt x="828" y="156"/>
                    </a:lnTo>
                    <a:lnTo>
                      <a:pt x="832" y="158"/>
                    </a:lnTo>
                    <a:lnTo>
                      <a:pt x="836" y="158"/>
                    </a:lnTo>
                    <a:lnTo>
                      <a:pt x="836" y="164"/>
                    </a:lnTo>
                    <a:lnTo>
                      <a:pt x="836" y="168"/>
                    </a:lnTo>
                    <a:lnTo>
                      <a:pt x="840" y="168"/>
                    </a:lnTo>
                    <a:lnTo>
                      <a:pt x="840" y="172"/>
                    </a:lnTo>
                    <a:lnTo>
                      <a:pt x="842" y="168"/>
                    </a:lnTo>
                    <a:lnTo>
                      <a:pt x="842" y="164"/>
                    </a:lnTo>
                    <a:lnTo>
                      <a:pt x="840" y="164"/>
                    </a:lnTo>
                    <a:lnTo>
                      <a:pt x="842" y="164"/>
                    </a:lnTo>
                    <a:lnTo>
                      <a:pt x="848" y="164"/>
                    </a:lnTo>
                    <a:lnTo>
                      <a:pt x="848" y="168"/>
                    </a:lnTo>
                    <a:lnTo>
                      <a:pt x="848" y="172"/>
                    </a:lnTo>
                    <a:lnTo>
                      <a:pt x="842" y="172"/>
                    </a:lnTo>
                    <a:lnTo>
                      <a:pt x="840" y="172"/>
                    </a:lnTo>
                    <a:lnTo>
                      <a:pt x="836" y="172"/>
                    </a:lnTo>
                    <a:lnTo>
                      <a:pt x="836" y="168"/>
                    </a:lnTo>
                    <a:lnTo>
                      <a:pt x="832" y="172"/>
                    </a:lnTo>
                    <a:lnTo>
                      <a:pt x="828" y="176"/>
                    </a:lnTo>
                    <a:lnTo>
                      <a:pt x="828" y="172"/>
                    </a:lnTo>
                    <a:lnTo>
                      <a:pt x="828" y="168"/>
                    </a:lnTo>
                    <a:lnTo>
                      <a:pt x="828" y="172"/>
                    </a:lnTo>
                    <a:lnTo>
                      <a:pt x="824" y="172"/>
                    </a:lnTo>
                    <a:lnTo>
                      <a:pt x="824" y="168"/>
                    </a:lnTo>
                    <a:lnTo>
                      <a:pt x="824" y="172"/>
                    </a:lnTo>
                    <a:lnTo>
                      <a:pt x="824" y="176"/>
                    </a:lnTo>
                    <a:lnTo>
                      <a:pt x="818" y="176"/>
                    </a:lnTo>
                    <a:lnTo>
                      <a:pt x="818" y="180"/>
                    </a:lnTo>
                    <a:lnTo>
                      <a:pt x="814" y="180"/>
                    </a:lnTo>
                    <a:lnTo>
                      <a:pt x="814" y="176"/>
                    </a:lnTo>
                    <a:lnTo>
                      <a:pt x="810" y="180"/>
                    </a:lnTo>
                    <a:lnTo>
                      <a:pt x="808" y="180"/>
                    </a:lnTo>
                    <a:lnTo>
                      <a:pt x="804" y="180"/>
                    </a:lnTo>
                    <a:lnTo>
                      <a:pt x="800" y="180"/>
                    </a:lnTo>
                    <a:lnTo>
                      <a:pt x="794" y="180"/>
                    </a:lnTo>
                    <a:lnTo>
                      <a:pt x="794" y="186"/>
                    </a:lnTo>
                    <a:lnTo>
                      <a:pt x="790" y="186"/>
                    </a:lnTo>
                    <a:lnTo>
                      <a:pt x="786" y="186"/>
                    </a:lnTo>
                    <a:lnTo>
                      <a:pt x="786" y="190"/>
                    </a:lnTo>
                    <a:lnTo>
                      <a:pt x="782" y="190"/>
                    </a:lnTo>
                    <a:lnTo>
                      <a:pt x="786" y="190"/>
                    </a:lnTo>
                    <a:lnTo>
                      <a:pt x="786" y="186"/>
                    </a:lnTo>
                    <a:lnTo>
                      <a:pt x="786" y="180"/>
                    </a:lnTo>
                    <a:lnTo>
                      <a:pt x="782" y="180"/>
                    </a:lnTo>
                    <a:lnTo>
                      <a:pt x="786" y="180"/>
                    </a:lnTo>
                    <a:lnTo>
                      <a:pt x="786" y="186"/>
                    </a:lnTo>
                    <a:lnTo>
                      <a:pt x="782" y="190"/>
                    </a:lnTo>
                    <a:lnTo>
                      <a:pt x="782" y="192"/>
                    </a:lnTo>
                    <a:lnTo>
                      <a:pt x="780" y="192"/>
                    </a:lnTo>
                    <a:lnTo>
                      <a:pt x="780" y="196"/>
                    </a:lnTo>
                    <a:lnTo>
                      <a:pt x="782" y="196"/>
                    </a:lnTo>
                    <a:lnTo>
                      <a:pt x="782" y="200"/>
                    </a:lnTo>
                    <a:lnTo>
                      <a:pt x="782" y="204"/>
                    </a:lnTo>
                    <a:lnTo>
                      <a:pt x="782" y="214"/>
                    </a:lnTo>
                    <a:lnTo>
                      <a:pt x="782" y="210"/>
                    </a:lnTo>
                    <a:lnTo>
                      <a:pt x="782" y="204"/>
                    </a:lnTo>
                    <a:lnTo>
                      <a:pt x="782" y="210"/>
                    </a:lnTo>
                    <a:lnTo>
                      <a:pt x="782" y="214"/>
                    </a:lnTo>
                    <a:lnTo>
                      <a:pt x="780" y="214"/>
                    </a:lnTo>
                    <a:lnTo>
                      <a:pt x="780" y="218"/>
                    </a:lnTo>
                    <a:lnTo>
                      <a:pt x="774" y="218"/>
                    </a:lnTo>
                    <a:lnTo>
                      <a:pt x="774" y="222"/>
                    </a:lnTo>
                    <a:lnTo>
                      <a:pt x="780" y="222"/>
                    </a:lnTo>
                    <a:lnTo>
                      <a:pt x="774" y="222"/>
                    </a:lnTo>
                    <a:lnTo>
                      <a:pt x="774" y="224"/>
                    </a:lnTo>
                    <a:lnTo>
                      <a:pt x="770" y="224"/>
                    </a:lnTo>
                    <a:lnTo>
                      <a:pt x="770" y="230"/>
                    </a:lnTo>
                    <a:lnTo>
                      <a:pt x="770" y="224"/>
                    </a:lnTo>
                    <a:lnTo>
                      <a:pt x="766" y="224"/>
                    </a:lnTo>
                    <a:lnTo>
                      <a:pt x="766" y="222"/>
                    </a:lnTo>
                    <a:lnTo>
                      <a:pt x="762" y="222"/>
                    </a:lnTo>
                    <a:lnTo>
                      <a:pt x="758" y="218"/>
                    </a:lnTo>
                    <a:lnTo>
                      <a:pt x="758" y="214"/>
                    </a:lnTo>
                    <a:lnTo>
                      <a:pt x="762" y="214"/>
                    </a:lnTo>
                    <a:lnTo>
                      <a:pt x="762" y="210"/>
                    </a:lnTo>
                    <a:lnTo>
                      <a:pt x="766" y="210"/>
                    </a:lnTo>
                    <a:lnTo>
                      <a:pt x="766" y="204"/>
                    </a:lnTo>
                    <a:lnTo>
                      <a:pt x="766" y="210"/>
                    </a:lnTo>
                    <a:lnTo>
                      <a:pt x="762" y="210"/>
                    </a:lnTo>
                    <a:lnTo>
                      <a:pt x="762" y="214"/>
                    </a:lnTo>
                    <a:lnTo>
                      <a:pt x="758" y="214"/>
                    </a:lnTo>
                    <a:lnTo>
                      <a:pt x="758" y="218"/>
                    </a:lnTo>
                    <a:lnTo>
                      <a:pt x="762" y="222"/>
                    </a:lnTo>
                    <a:lnTo>
                      <a:pt x="762" y="224"/>
                    </a:lnTo>
                    <a:lnTo>
                      <a:pt x="762" y="230"/>
                    </a:lnTo>
                    <a:lnTo>
                      <a:pt x="766" y="234"/>
                    </a:lnTo>
                    <a:lnTo>
                      <a:pt x="766" y="238"/>
                    </a:lnTo>
                    <a:lnTo>
                      <a:pt x="766" y="242"/>
                    </a:lnTo>
                    <a:lnTo>
                      <a:pt x="766" y="238"/>
                    </a:lnTo>
                    <a:lnTo>
                      <a:pt x="766" y="242"/>
                    </a:lnTo>
                    <a:lnTo>
                      <a:pt x="766" y="246"/>
                    </a:lnTo>
                    <a:lnTo>
                      <a:pt x="762" y="246"/>
                    </a:lnTo>
                    <a:lnTo>
                      <a:pt x="762" y="250"/>
                    </a:lnTo>
                    <a:lnTo>
                      <a:pt x="762" y="254"/>
                    </a:lnTo>
                    <a:lnTo>
                      <a:pt x="758" y="254"/>
                    </a:lnTo>
                    <a:lnTo>
                      <a:pt x="758" y="258"/>
                    </a:lnTo>
                    <a:lnTo>
                      <a:pt x="754" y="262"/>
                    </a:lnTo>
                    <a:lnTo>
                      <a:pt x="754" y="266"/>
                    </a:lnTo>
                    <a:lnTo>
                      <a:pt x="754" y="262"/>
                    </a:lnTo>
                    <a:lnTo>
                      <a:pt x="754" y="258"/>
                    </a:lnTo>
                    <a:lnTo>
                      <a:pt x="754" y="254"/>
                    </a:lnTo>
                    <a:lnTo>
                      <a:pt x="758" y="254"/>
                    </a:lnTo>
                    <a:lnTo>
                      <a:pt x="758" y="250"/>
                    </a:lnTo>
                    <a:lnTo>
                      <a:pt x="754" y="250"/>
                    </a:lnTo>
                    <a:lnTo>
                      <a:pt x="754" y="246"/>
                    </a:lnTo>
                    <a:lnTo>
                      <a:pt x="754" y="242"/>
                    </a:lnTo>
                    <a:lnTo>
                      <a:pt x="754" y="246"/>
                    </a:lnTo>
                    <a:lnTo>
                      <a:pt x="748" y="246"/>
                    </a:lnTo>
                    <a:lnTo>
                      <a:pt x="748" y="242"/>
                    </a:lnTo>
                    <a:lnTo>
                      <a:pt x="746" y="238"/>
                    </a:lnTo>
                    <a:lnTo>
                      <a:pt x="748" y="238"/>
                    </a:lnTo>
                    <a:lnTo>
                      <a:pt x="754" y="238"/>
                    </a:lnTo>
                    <a:lnTo>
                      <a:pt x="754" y="234"/>
                    </a:lnTo>
                    <a:lnTo>
                      <a:pt x="754" y="238"/>
                    </a:lnTo>
                    <a:lnTo>
                      <a:pt x="748" y="238"/>
                    </a:lnTo>
                    <a:lnTo>
                      <a:pt x="748" y="234"/>
                    </a:lnTo>
                    <a:lnTo>
                      <a:pt x="746" y="234"/>
                    </a:lnTo>
                    <a:lnTo>
                      <a:pt x="748" y="230"/>
                    </a:lnTo>
                    <a:lnTo>
                      <a:pt x="748" y="234"/>
                    </a:lnTo>
                    <a:lnTo>
                      <a:pt x="748" y="230"/>
                    </a:lnTo>
                    <a:lnTo>
                      <a:pt x="746" y="230"/>
                    </a:lnTo>
                    <a:lnTo>
                      <a:pt x="746" y="224"/>
                    </a:lnTo>
                    <a:lnTo>
                      <a:pt x="748" y="230"/>
                    </a:lnTo>
                    <a:lnTo>
                      <a:pt x="748" y="224"/>
                    </a:lnTo>
                    <a:lnTo>
                      <a:pt x="748" y="222"/>
                    </a:lnTo>
                    <a:lnTo>
                      <a:pt x="754" y="222"/>
                    </a:lnTo>
                    <a:lnTo>
                      <a:pt x="754" y="218"/>
                    </a:lnTo>
                    <a:lnTo>
                      <a:pt x="754" y="214"/>
                    </a:lnTo>
                    <a:lnTo>
                      <a:pt x="748" y="218"/>
                    </a:lnTo>
                    <a:lnTo>
                      <a:pt x="748" y="222"/>
                    </a:lnTo>
                    <a:lnTo>
                      <a:pt x="748" y="218"/>
                    </a:lnTo>
                    <a:lnTo>
                      <a:pt x="746" y="2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832" name="Freeform 8"/>
              <p:cNvSpPr>
                <a:spLocks noEditPoints="1"/>
              </p:cNvSpPr>
              <p:nvPr/>
            </p:nvSpPr>
            <p:spPr bwMode="gray">
              <a:xfrm>
                <a:off x="415924" y="2078326"/>
                <a:ext cx="1184824" cy="800100"/>
              </a:xfrm>
              <a:custGeom>
                <a:avLst/>
                <a:gdLst>
                  <a:gd name="T0" fmla="*/ 20 w 746"/>
                  <a:gd name="T1" fmla="*/ 500 h 504"/>
                  <a:gd name="T2" fmla="*/ 56 w 746"/>
                  <a:gd name="T3" fmla="*/ 492 h 504"/>
                  <a:gd name="T4" fmla="*/ 184 w 746"/>
                  <a:gd name="T5" fmla="*/ 454 h 504"/>
                  <a:gd name="T6" fmla="*/ 188 w 746"/>
                  <a:gd name="T7" fmla="*/ 444 h 504"/>
                  <a:gd name="T8" fmla="*/ 230 w 746"/>
                  <a:gd name="T9" fmla="*/ 426 h 504"/>
                  <a:gd name="T10" fmla="*/ 698 w 746"/>
                  <a:gd name="T11" fmla="*/ 426 h 504"/>
                  <a:gd name="T12" fmla="*/ 718 w 746"/>
                  <a:gd name="T13" fmla="*/ 418 h 504"/>
                  <a:gd name="T14" fmla="*/ 726 w 746"/>
                  <a:gd name="T15" fmla="*/ 410 h 504"/>
                  <a:gd name="T16" fmla="*/ 706 w 746"/>
                  <a:gd name="T17" fmla="*/ 410 h 504"/>
                  <a:gd name="T18" fmla="*/ 690 w 746"/>
                  <a:gd name="T19" fmla="*/ 388 h 504"/>
                  <a:gd name="T20" fmla="*/ 708 w 746"/>
                  <a:gd name="T21" fmla="*/ 392 h 504"/>
                  <a:gd name="T22" fmla="*/ 680 w 746"/>
                  <a:gd name="T23" fmla="*/ 378 h 504"/>
                  <a:gd name="T24" fmla="*/ 694 w 746"/>
                  <a:gd name="T25" fmla="*/ 374 h 504"/>
                  <a:gd name="T26" fmla="*/ 662 w 746"/>
                  <a:gd name="T27" fmla="*/ 378 h 504"/>
                  <a:gd name="T28" fmla="*/ 386 w 746"/>
                  <a:gd name="T29" fmla="*/ 354 h 504"/>
                  <a:gd name="T30" fmla="*/ 376 w 746"/>
                  <a:gd name="T31" fmla="*/ 374 h 504"/>
                  <a:gd name="T32" fmla="*/ 392 w 746"/>
                  <a:gd name="T33" fmla="*/ 354 h 504"/>
                  <a:gd name="T34" fmla="*/ 662 w 746"/>
                  <a:gd name="T35" fmla="*/ 356 h 504"/>
                  <a:gd name="T36" fmla="*/ 678 w 746"/>
                  <a:gd name="T37" fmla="*/ 364 h 504"/>
                  <a:gd name="T38" fmla="*/ 392 w 746"/>
                  <a:gd name="T39" fmla="*/ 344 h 504"/>
                  <a:gd name="T40" fmla="*/ 476 w 746"/>
                  <a:gd name="T41" fmla="*/ 294 h 504"/>
                  <a:gd name="T42" fmla="*/ 494 w 746"/>
                  <a:gd name="T43" fmla="*/ 292 h 504"/>
                  <a:gd name="T44" fmla="*/ 120 w 746"/>
                  <a:gd name="T45" fmla="*/ 214 h 504"/>
                  <a:gd name="T46" fmla="*/ 352 w 746"/>
                  <a:gd name="T47" fmla="*/ 406 h 504"/>
                  <a:gd name="T48" fmla="*/ 528 w 746"/>
                  <a:gd name="T49" fmla="*/ 304 h 504"/>
                  <a:gd name="T50" fmla="*/ 210 w 746"/>
                  <a:gd name="T51" fmla="*/ 132 h 504"/>
                  <a:gd name="T52" fmla="*/ 448 w 746"/>
                  <a:gd name="T53" fmla="*/ 304 h 504"/>
                  <a:gd name="T54" fmla="*/ 404 w 746"/>
                  <a:gd name="T55" fmla="*/ 320 h 504"/>
                  <a:gd name="T56" fmla="*/ 444 w 746"/>
                  <a:gd name="T57" fmla="*/ 266 h 504"/>
                  <a:gd name="T58" fmla="*/ 380 w 746"/>
                  <a:gd name="T59" fmla="*/ 312 h 504"/>
                  <a:gd name="T60" fmla="*/ 338 w 746"/>
                  <a:gd name="T61" fmla="*/ 364 h 504"/>
                  <a:gd name="T62" fmla="*/ 306 w 746"/>
                  <a:gd name="T63" fmla="*/ 392 h 504"/>
                  <a:gd name="T64" fmla="*/ 248 w 746"/>
                  <a:gd name="T65" fmla="*/ 418 h 504"/>
                  <a:gd name="T66" fmla="*/ 278 w 746"/>
                  <a:gd name="T67" fmla="*/ 392 h 504"/>
                  <a:gd name="T68" fmla="*/ 330 w 746"/>
                  <a:gd name="T69" fmla="*/ 328 h 504"/>
                  <a:gd name="T70" fmla="*/ 278 w 746"/>
                  <a:gd name="T71" fmla="*/ 322 h 504"/>
                  <a:gd name="T72" fmla="*/ 244 w 746"/>
                  <a:gd name="T73" fmla="*/ 288 h 504"/>
                  <a:gd name="T74" fmla="*/ 210 w 746"/>
                  <a:gd name="T75" fmla="*/ 278 h 504"/>
                  <a:gd name="T76" fmla="*/ 210 w 746"/>
                  <a:gd name="T77" fmla="*/ 262 h 504"/>
                  <a:gd name="T78" fmla="*/ 212 w 746"/>
                  <a:gd name="T79" fmla="*/ 230 h 504"/>
                  <a:gd name="T80" fmla="*/ 270 w 746"/>
                  <a:gd name="T81" fmla="*/ 178 h 504"/>
                  <a:gd name="T82" fmla="*/ 210 w 746"/>
                  <a:gd name="T83" fmla="*/ 190 h 504"/>
                  <a:gd name="T84" fmla="*/ 158 w 746"/>
                  <a:gd name="T85" fmla="*/ 156 h 504"/>
                  <a:gd name="T86" fmla="*/ 224 w 746"/>
                  <a:gd name="T87" fmla="*/ 132 h 504"/>
                  <a:gd name="T88" fmla="*/ 242 w 746"/>
                  <a:gd name="T89" fmla="*/ 124 h 504"/>
                  <a:gd name="T90" fmla="*/ 230 w 746"/>
                  <a:gd name="T91" fmla="*/ 122 h 504"/>
                  <a:gd name="T92" fmla="*/ 212 w 746"/>
                  <a:gd name="T93" fmla="*/ 66 h 504"/>
                  <a:gd name="T94" fmla="*/ 282 w 746"/>
                  <a:gd name="T95" fmla="*/ 26 h 504"/>
                  <a:gd name="T96" fmla="*/ 338 w 746"/>
                  <a:gd name="T97" fmla="*/ 0 h 504"/>
                  <a:gd name="T98" fmla="*/ 396 w 746"/>
                  <a:gd name="T99" fmla="*/ 18 h 504"/>
                  <a:gd name="T100" fmla="*/ 482 w 746"/>
                  <a:gd name="T101" fmla="*/ 34 h 504"/>
                  <a:gd name="T102" fmla="*/ 576 w 746"/>
                  <a:gd name="T103" fmla="*/ 108 h 504"/>
                  <a:gd name="T104" fmla="*/ 632 w 746"/>
                  <a:gd name="T105" fmla="*/ 328 h 504"/>
                  <a:gd name="T106" fmla="*/ 706 w 746"/>
                  <a:gd name="T107" fmla="*/ 360 h 504"/>
                  <a:gd name="T108" fmla="*/ 730 w 746"/>
                  <a:gd name="T109" fmla="*/ 422 h 504"/>
                  <a:gd name="T110" fmla="*/ 714 w 746"/>
                  <a:gd name="T111" fmla="*/ 398 h 504"/>
                  <a:gd name="T112" fmla="*/ 698 w 746"/>
                  <a:gd name="T113" fmla="*/ 354 h 504"/>
                  <a:gd name="T114" fmla="*/ 662 w 746"/>
                  <a:gd name="T115" fmla="*/ 322 h 504"/>
                  <a:gd name="T116" fmla="*/ 640 w 746"/>
                  <a:gd name="T117" fmla="*/ 328 h 504"/>
                  <a:gd name="T118" fmla="*/ 616 w 746"/>
                  <a:gd name="T119" fmla="*/ 320 h 504"/>
                  <a:gd name="T120" fmla="*/ 570 w 746"/>
                  <a:gd name="T121" fmla="*/ 298 h 504"/>
                  <a:gd name="T122" fmla="*/ 498 w 746"/>
                  <a:gd name="T123" fmla="*/ 284 h 504"/>
                  <a:gd name="T124" fmla="*/ 462 w 746"/>
                  <a:gd name="T125" fmla="*/ 284 h 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46" h="504">
                    <a:moveTo>
                      <a:pt x="28" y="500"/>
                    </a:moveTo>
                    <a:lnTo>
                      <a:pt x="28" y="496"/>
                    </a:lnTo>
                    <a:lnTo>
                      <a:pt x="28" y="500"/>
                    </a:lnTo>
                    <a:close/>
                    <a:moveTo>
                      <a:pt x="32" y="500"/>
                    </a:moveTo>
                    <a:lnTo>
                      <a:pt x="28" y="500"/>
                    </a:lnTo>
                    <a:lnTo>
                      <a:pt x="28" y="496"/>
                    </a:lnTo>
                    <a:lnTo>
                      <a:pt x="32" y="496"/>
                    </a:lnTo>
                    <a:lnTo>
                      <a:pt x="32" y="500"/>
                    </a:lnTo>
                    <a:lnTo>
                      <a:pt x="32" y="496"/>
                    </a:lnTo>
                    <a:lnTo>
                      <a:pt x="32" y="500"/>
                    </a:lnTo>
                    <a:close/>
                    <a:moveTo>
                      <a:pt x="4" y="504"/>
                    </a:moveTo>
                    <a:lnTo>
                      <a:pt x="0" y="500"/>
                    </a:lnTo>
                    <a:lnTo>
                      <a:pt x="4" y="500"/>
                    </a:lnTo>
                    <a:lnTo>
                      <a:pt x="0" y="500"/>
                    </a:lnTo>
                    <a:lnTo>
                      <a:pt x="0" y="496"/>
                    </a:lnTo>
                    <a:lnTo>
                      <a:pt x="4" y="496"/>
                    </a:lnTo>
                    <a:lnTo>
                      <a:pt x="4" y="500"/>
                    </a:lnTo>
                    <a:lnTo>
                      <a:pt x="4" y="504"/>
                    </a:lnTo>
                    <a:close/>
                    <a:moveTo>
                      <a:pt x="8" y="500"/>
                    </a:moveTo>
                    <a:lnTo>
                      <a:pt x="12" y="500"/>
                    </a:lnTo>
                    <a:lnTo>
                      <a:pt x="16" y="500"/>
                    </a:lnTo>
                    <a:lnTo>
                      <a:pt x="16" y="496"/>
                    </a:lnTo>
                    <a:lnTo>
                      <a:pt x="16" y="500"/>
                    </a:lnTo>
                    <a:lnTo>
                      <a:pt x="12" y="500"/>
                    </a:lnTo>
                    <a:lnTo>
                      <a:pt x="8" y="500"/>
                    </a:lnTo>
                    <a:close/>
                    <a:moveTo>
                      <a:pt x="20" y="504"/>
                    </a:moveTo>
                    <a:lnTo>
                      <a:pt x="16" y="504"/>
                    </a:lnTo>
                    <a:lnTo>
                      <a:pt x="16" y="500"/>
                    </a:lnTo>
                    <a:lnTo>
                      <a:pt x="20" y="500"/>
                    </a:lnTo>
                    <a:lnTo>
                      <a:pt x="20" y="496"/>
                    </a:lnTo>
                    <a:lnTo>
                      <a:pt x="26" y="496"/>
                    </a:lnTo>
                    <a:lnTo>
                      <a:pt x="28" y="500"/>
                    </a:lnTo>
                    <a:lnTo>
                      <a:pt x="26" y="500"/>
                    </a:lnTo>
                    <a:lnTo>
                      <a:pt x="20" y="500"/>
                    </a:lnTo>
                    <a:lnTo>
                      <a:pt x="20" y="504"/>
                    </a:lnTo>
                    <a:close/>
                    <a:moveTo>
                      <a:pt x="32" y="496"/>
                    </a:moveTo>
                    <a:lnTo>
                      <a:pt x="28" y="496"/>
                    </a:lnTo>
                    <a:lnTo>
                      <a:pt x="28" y="492"/>
                    </a:lnTo>
                    <a:lnTo>
                      <a:pt x="32" y="492"/>
                    </a:lnTo>
                    <a:lnTo>
                      <a:pt x="32" y="496"/>
                    </a:lnTo>
                    <a:close/>
                    <a:moveTo>
                      <a:pt x="74" y="492"/>
                    </a:moveTo>
                    <a:lnTo>
                      <a:pt x="70" y="492"/>
                    </a:lnTo>
                    <a:lnTo>
                      <a:pt x="64" y="492"/>
                    </a:lnTo>
                    <a:lnTo>
                      <a:pt x="60" y="492"/>
                    </a:lnTo>
                    <a:lnTo>
                      <a:pt x="64" y="492"/>
                    </a:lnTo>
                    <a:lnTo>
                      <a:pt x="70" y="492"/>
                    </a:lnTo>
                    <a:lnTo>
                      <a:pt x="74" y="492"/>
                    </a:lnTo>
                    <a:lnTo>
                      <a:pt x="78" y="492"/>
                    </a:lnTo>
                    <a:lnTo>
                      <a:pt x="82" y="492"/>
                    </a:lnTo>
                    <a:lnTo>
                      <a:pt x="78" y="492"/>
                    </a:lnTo>
                    <a:lnTo>
                      <a:pt x="74" y="492"/>
                    </a:lnTo>
                    <a:close/>
                    <a:moveTo>
                      <a:pt x="86" y="488"/>
                    </a:moveTo>
                    <a:lnTo>
                      <a:pt x="86" y="482"/>
                    </a:lnTo>
                    <a:lnTo>
                      <a:pt x="88" y="482"/>
                    </a:lnTo>
                    <a:lnTo>
                      <a:pt x="88" y="488"/>
                    </a:lnTo>
                    <a:lnTo>
                      <a:pt x="86" y="488"/>
                    </a:lnTo>
                    <a:close/>
                    <a:moveTo>
                      <a:pt x="50" y="492"/>
                    </a:moveTo>
                    <a:lnTo>
                      <a:pt x="54" y="492"/>
                    </a:lnTo>
                    <a:lnTo>
                      <a:pt x="56" y="492"/>
                    </a:lnTo>
                    <a:lnTo>
                      <a:pt x="56" y="488"/>
                    </a:lnTo>
                    <a:lnTo>
                      <a:pt x="60" y="488"/>
                    </a:lnTo>
                    <a:lnTo>
                      <a:pt x="56" y="488"/>
                    </a:lnTo>
                    <a:lnTo>
                      <a:pt x="56" y="482"/>
                    </a:lnTo>
                    <a:lnTo>
                      <a:pt x="60" y="482"/>
                    </a:lnTo>
                    <a:lnTo>
                      <a:pt x="64" y="482"/>
                    </a:lnTo>
                    <a:lnTo>
                      <a:pt x="64" y="488"/>
                    </a:lnTo>
                    <a:lnTo>
                      <a:pt x="60" y="492"/>
                    </a:lnTo>
                    <a:lnTo>
                      <a:pt x="56" y="492"/>
                    </a:lnTo>
                    <a:lnTo>
                      <a:pt x="54" y="492"/>
                    </a:lnTo>
                    <a:lnTo>
                      <a:pt x="50" y="492"/>
                    </a:lnTo>
                    <a:lnTo>
                      <a:pt x="46" y="492"/>
                    </a:lnTo>
                    <a:lnTo>
                      <a:pt x="50" y="492"/>
                    </a:lnTo>
                    <a:close/>
                    <a:moveTo>
                      <a:pt x="116" y="478"/>
                    </a:moveTo>
                    <a:lnTo>
                      <a:pt x="120" y="478"/>
                    </a:lnTo>
                    <a:lnTo>
                      <a:pt x="116" y="478"/>
                    </a:lnTo>
                    <a:close/>
                    <a:moveTo>
                      <a:pt x="126" y="476"/>
                    </a:moveTo>
                    <a:lnTo>
                      <a:pt x="130" y="472"/>
                    </a:lnTo>
                    <a:lnTo>
                      <a:pt x="130" y="476"/>
                    </a:lnTo>
                    <a:lnTo>
                      <a:pt x="126" y="476"/>
                    </a:lnTo>
                    <a:close/>
                    <a:moveTo>
                      <a:pt x="158" y="458"/>
                    </a:moveTo>
                    <a:lnTo>
                      <a:pt x="158" y="464"/>
                    </a:lnTo>
                    <a:lnTo>
                      <a:pt x="154" y="464"/>
                    </a:lnTo>
                    <a:lnTo>
                      <a:pt x="150" y="464"/>
                    </a:lnTo>
                    <a:lnTo>
                      <a:pt x="150" y="468"/>
                    </a:lnTo>
                    <a:lnTo>
                      <a:pt x="150" y="472"/>
                    </a:lnTo>
                    <a:lnTo>
                      <a:pt x="148" y="472"/>
                    </a:lnTo>
                    <a:lnTo>
                      <a:pt x="144" y="472"/>
                    </a:lnTo>
                    <a:lnTo>
                      <a:pt x="144" y="476"/>
                    </a:lnTo>
                    <a:lnTo>
                      <a:pt x="140" y="476"/>
                    </a:lnTo>
                    <a:lnTo>
                      <a:pt x="144" y="472"/>
                    </a:lnTo>
                    <a:lnTo>
                      <a:pt x="148" y="468"/>
                    </a:lnTo>
                    <a:lnTo>
                      <a:pt x="144" y="468"/>
                    </a:lnTo>
                    <a:lnTo>
                      <a:pt x="148" y="468"/>
                    </a:lnTo>
                    <a:lnTo>
                      <a:pt x="148" y="464"/>
                    </a:lnTo>
                    <a:lnTo>
                      <a:pt x="150" y="464"/>
                    </a:lnTo>
                    <a:lnTo>
                      <a:pt x="150" y="458"/>
                    </a:lnTo>
                    <a:lnTo>
                      <a:pt x="154" y="458"/>
                    </a:lnTo>
                    <a:lnTo>
                      <a:pt x="158" y="458"/>
                    </a:lnTo>
                    <a:close/>
                    <a:moveTo>
                      <a:pt x="184" y="454"/>
                    </a:moveTo>
                    <a:lnTo>
                      <a:pt x="184" y="450"/>
                    </a:lnTo>
                    <a:lnTo>
                      <a:pt x="188" y="450"/>
                    </a:lnTo>
                    <a:lnTo>
                      <a:pt x="184" y="454"/>
                    </a:lnTo>
                    <a:close/>
                    <a:moveTo>
                      <a:pt x="172" y="454"/>
                    </a:moveTo>
                    <a:lnTo>
                      <a:pt x="176" y="454"/>
                    </a:lnTo>
                    <a:lnTo>
                      <a:pt x="172" y="450"/>
                    </a:lnTo>
                    <a:lnTo>
                      <a:pt x="172" y="448"/>
                    </a:lnTo>
                    <a:lnTo>
                      <a:pt x="176" y="448"/>
                    </a:lnTo>
                    <a:lnTo>
                      <a:pt x="180" y="448"/>
                    </a:lnTo>
                    <a:lnTo>
                      <a:pt x="180" y="450"/>
                    </a:lnTo>
                    <a:lnTo>
                      <a:pt x="180" y="448"/>
                    </a:lnTo>
                    <a:lnTo>
                      <a:pt x="184" y="448"/>
                    </a:lnTo>
                    <a:lnTo>
                      <a:pt x="184" y="450"/>
                    </a:lnTo>
                    <a:lnTo>
                      <a:pt x="180" y="450"/>
                    </a:lnTo>
                    <a:lnTo>
                      <a:pt x="180" y="454"/>
                    </a:lnTo>
                    <a:lnTo>
                      <a:pt x="180" y="450"/>
                    </a:lnTo>
                    <a:lnTo>
                      <a:pt x="184" y="450"/>
                    </a:lnTo>
                    <a:lnTo>
                      <a:pt x="184" y="454"/>
                    </a:lnTo>
                    <a:lnTo>
                      <a:pt x="180" y="454"/>
                    </a:lnTo>
                    <a:lnTo>
                      <a:pt x="180" y="458"/>
                    </a:lnTo>
                    <a:lnTo>
                      <a:pt x="176" y="458"/>
                    </a:lnTo>
                    <a:lnTo>
                      <a:pt x="172" y="458"/>
                    </a:lnTo>
                    <a:lnTo>
                      <a:pt x="168" y="464"/>
                    </a:lnTo>
                    <a:lnTo>
                      <a:pt x="164" y="464"/>
                    </a:lnTo>
                    <a:lnTo>
                      <a:pt x="158" y="464"/>
                    </a:lnTo>
                    <a:lnTo>
                      <a:pt x="164" y="464"/>
                    </a:lnTo>
                    <a:lnTo>
                      <a:pt x="164" y="458"/>
                    </a:lnTo>
                    <a:lnTo>
                      <a:pt x="168" y="458"/>
                    </a:lnTo>
                    <a:lnTo>
                      <a:pt x="172" y="458"/>
                    </a:lnTo>
                    <a:lnTo>
                      <a:pt x="172" y="454"/>
                    </a:lnTo>
                    <a:close/>
                    <a:moveTo>
                      <a:pt x="204" y="444"/>
                    </a:moveTo>
                    <a:lnTo>
                      <a:pt x="204" y="448"/>
                    </a:lnTo>
                    <a:lnTo>
                      <a:pt x="200" y="448"/>
                    </a:lnTo>
                    <a:lnTo>
                      <a:pt x="200" y="444"/>
                    </a:lnTo>
                    <a:lnTo>
                      <a:pt x="204" y="444"/>
                    </a:lnTo>
                    <a:close/>
                    <a:moveTo>
                      <a:pt x="188" y="448"/>
                    </a:moveTo>
                    <a:lnTo>
                      <a:pt x="188" y="444"/>
                    </a:lnTo>
                    <a:lnTo>
                      <a:pt x="192" y="444"/>
                    </a:lnTo>
                    <a:lnTo>
                      <a:pt x="192" y="448"/>
                    </a:lnTo>
                    <a:lnTo>
                      <a:pt x="188" y="448"/>
                    </a:lnTo>
                    <a:close/>
                    <a:moveTo>
                      <a:pt x="196" y="444"/>
                    </a:moveTo>
                    <a:lnTo>
                      <a:pt x="192" y="444"/>
                    </a:lnTo>
                    <a:lnTo>
                      <a:pt x="192" y="438"/>
                    </a:lnTo>
                    <a:lnTo>
                      <a:pt x="196" y="438"/>
                    </a:lnTo>
                    <a:lnTo>
                      <a:pt x="196" y="444"/>
                    </a:lnTo>
                    <a:close/>
                    <a:moveTo>
                      <a:pt x="238" y="434"/>
                    </a:moveTo>
                    <a:lnTo>
                      <a:pt x="242" y="434"/>
                    </a:lnTo>
                    <a:lnTo>
                      <a:pt x="242" y="438"/>
                    </a:lnTo>
                    <a:lnTo>
                      <a:pt x="238" y="438"/>
                    </a:lnTo>
                    <a:lnTo>
                      <a:pt x="238" y="434"/>
                    </a:lnTo>
                    <a:close/>
                    <a:moveTo>
                      <a:pt x="706" y="426"/>
                    </a:moveTo>
                    <a:lnTo>
                      <a:pt x="706" y="430"/>
                    </a:lnTo>
                    <a:lnTo>
                      <a:pt x="702" y="426"/>
                    </a:lnTo>
                    <a:lnTo>
                      <a:pt x="706" y="426"/>
                    </a:lnTo>
                    <a:close/>
                    <a:moveTo>
                      <a:pt x="726" y="422"/>
                    </a:moveTo>
                    <a:lnTo>
                      <a:pt x="726" y="426"/>
                    </a:lnTo>
                    <a:lnTo>
                      <a:pt x="722" y="426"/>
                    </a:lnTo>
                    <a:lnTo>
                      <a:pt x="726" y="422"/>
                    </a:lnTo>
                    <a:close/>
                    <a:moveTo>
                      <a:pt x="216" y="434"/>
                    </a:moveTo>
                    <a:lnTo>
                      <a:pt x="212" y="434"/>
                    </a:lnTo>
                    <a:lnTo>
                      <a:pt x="212" y="438"/>
                    </a:lnTo>
                    <a:lnTo>
                      <a:pt x="210" y="438"/>
                    </a:lnTo>
                    <a:lnTo>
                      <a:pt x="204" y="438"/>
                    </a:lnTo>
                    <a:lnTo>
                      <a:pt x="204" y="434"/>
                    </a:lnTo>
                    <a:lnTo>
                      <a:pt x="204" y="430"/>
                    </a:lnTo>
                    <a:lnTo>
                      <a:pt x="210" y="430"/>
                    </a:lnTo>
                    <a:lnTo>
                      <a:pt x="212" y="426"/>
                    </a:lnTo>
                    <a:lnTo>
                      <a:pt x="216" y="426"/>
                    </a:lnTo>
                    <a:lnTo>
                      <a:pt x="220" y="422"/>
                    </a:lnTo>
                    <a:lnTo>
                      <a:pt x="224" y="422"/>
                    </a:lnTo>
                    <a:lnTo>
                      <a:pt x="230" y="426"/>
                    </a:lnTo>
                    <a:lnTo>
                      <a:pt x="230" y="430"/>
                    </a:lnTo>
                    <a:lnTo>
                      <a:pt x="234" y="430"/>
                    </a:lnTo>
                    <a:lnTo>
                      <a:pt x="230" y="430"/>
                    </a:lnTo>
                    <a:lnTo>
                      <a:pt x="224" y="430"/>
                    </a:lnTo>
                    <a:lnTo>
                      <a:pt x="224" y="434"/>
                    </a:lnTo>
                    <a:lnTo>
                      <a:pt x="224" y="430"/>
                    </a:lnTo>
                    <a:lnTo>
                      <a:pt x="220" y="430"/>
                    </a:lnTo>
                    <a:lnTo>
                      <a:pt x="216" y="430"/>
                    </a:lnTo>
                    <a:lnTo>
                      <a:pt x="216" y="434"/>
                    </a:lnTo>
                    <a:close/>
                    <a:moveTo>
                      <a:pt x="290" y="422"/>
                    </a:moveTo>
                    <a:lnTo>
                      <a:pt x="290" y="426"/>
                    </a:lnTo>
                    <a:lnTo>
                      <a:pt x="290" y="422"/>
                    </a:lnTo>
                    <a:close/>
                    <a:moveTo>
                      <a:pt x="254" y="418"/>
                    </a:moveTo>
                    <a:lnTo>
                      <a:pt x="258" y="418"/>
                    </a:lnTo>
                    <a:lnTo>
                      <a:pt x="258" y="422"/>
                    </a:lnTo>
                    <a:lnTo>
                      <a:pt x="254" y="422"/>
                    </a:lnTo>
                    <a:lnTo>
                      <a:pt x="254" y="418"/>
                    </a:lnTo>
                    <a:close/>
                    <a:moveTo>
                      <a:pt x="702" y="418"/>
                    </a:moveTo>
                    <a:lnTo>
                      <a:pt x="702" y="422"/>
                    </a:lnTo>
                    <a:lnTo>
                      <a:pt x="706" y="422"/>
                    </a:lnTo>
                    <a:lnTo>
                      <a:pt x="702" y="422"/>
                    </a:lnTo>
                    <a:lnTo>
                      <a:pt x="702" y="418"/>
                    </a:lnTo>
                    <a:close/>
                    <a:moveTo>
                      <a:pt x="290" y="418"/>
                    </a:moveTo>
                    <a:lnTo>
                      <a:pt x="290" y="422"/>
                    </a:lnTo>
                    <a:lnTo>
                      <a:pt x="286" y="422"/>
                    </a:lnTo>
                    <a:lnTo>
                      <a:pt x="290" y="418"/>
                    </a:lnTo>
                    <a:close/>
                    <a:moveTo>
                      <a:pt x="698" y="418"/>
                    </a:moveTo>
                    <a:lnTo>
                      <a:pt x="698" y="422"/>
                    </a:lnTo>
                    <a:lnTo>
                      <a:pt x="702" y="426"/>
                    </a:lnTo>
                    <a:lnTo>
                      <a:pt x="702" y="430"/>
                    </a:lnTo>
                    <a:lnTo>
                      <a:pt x="706" y="430"/>
                    </a:lnTo>
                    <a:lnTo>
                      <a:pt x="702" y="430"/>
                    </a:lnTo>
                    <a:lnTo>
                      <a:pt x="702" y="426"/>
                    </a:lnTo>
                    <a:lnTo>
                      <a:pt x="698" y="426"/>
                    </a:lnTo>
                    <a:lnTo>
                      <a:pt x="698" y="422"/>
                    </a:lnTo>
                    <a:lnTo>
                      <a:pt x="694" y="422"/>
                    </a:lnTo>
                    <a:lnTo>
                      <a:pt x="698" y="418"/>
                    </a:lnTo>
                    <a:close/>
                    <a:moveTo>
                      <a:pt x="722" y="418"/>
                    </a:moveTo>
                    <a:lnTo>
                      <a:pt x="726" y="422"/>
                    </a:lnTo>
                    <a:lnTo>
                      <a:pt x="722" y="422"/>
                    </a:lnTo>
                    <a:lnTo>
                      <a:pt x="722" y="418"/>
                    </a:lnTo>
                    <a:close/>
                    <a:moveTo>
                      <a:pt x="282" y="418"/>
                    </a:moveTo>
                    <a:lnTo>
                      <a:pt x="282" y="422"/>
                    </a:lnTo>
                    <a:lnTo>
                      <a:pt x="278" y="422"/>
                    </a:lnTo>
                    <a:lnTo>
                      <a:pt x="278" y="426"/>
                    </a:lnTo>
                    <a:lnTo>
                      <a:pt x="278" y="422"/>
                    </a:lnTo>
                    <a:lnTo>
                      <a:pt x="278" y="418"/>
                    </a:lnTo>
                    <a:lnTo>
                      <a:pt x="282" y="418"/>
                    </a:lnTo>
                    <a:lnTo>
                      <a:pt x="282" y="422"/>
                    </a:lnTo>
                    <a:lnTo>
                      <a:pt x="282" y="418"/>
                    </a:lnTo>
                    <a:close/>
                    <a:moveTo>
                      <a:pt x="694" y="414"/>
                    </a:moveTo>
                    <a:lnTo>
                      <a:pt x="694" y="418"/>
                    </a:lnTo>
                    <a:lnTo>
                      <a:pt x="694" y="414"/>
                    </a:lnTo>
                    <a:close/>
                    <a:moveTo>
                      <a:pt x="278" y="414"/>
                    </a:moveTo>
                    <a:lnTo>
                      <a:pt x="278" y="418"/>
                    </a:lnTo>
                    <a:lnTo>
                      <a:pt x="272" y="418"/>
                    </a:lnTo>
                    <a:lnTo>
                      <a:pt x="272" y="414"/>
                    </a:lnTo>
                    <a:lnTo>
                      <a:pt x="278" y="414"/>
                    </a:lnTo>
                    <a:close/>
                    <a:moveTo>
                      <a:pt x="270" y="414"/>
                    </a:moveTo>
                    <a:lnTo>
                      <a:pt x="272" y="414"/>
                    </a:lnTo>
                    <a:lnTo>
                      <a:pt x="272" y="418"/>
                    </a:lnTo>
                    <a:lnTo>
                      <a:pt x="270" y="418"/>
                    </a:lnTo>
                    <a:lnTo>
                      <a:pt x="270" y="422"/>
                    </a:lnTo>
                    <a:lnTo>
                      <a:pt x="270" y="418"/>
                    </a:lnTo>
                    <a:lnTo>
                      <a:pt x="270" y="414"/>
                    </a:lnTo>
                    <a:close/>
                    <a:moveTo>
                      <a:pt x="718" y="414"/>
                    </a:moveTo>
                    <a:lnTo>
                      <a:pt x="722" y="418"/>
                    </a:lnTo>
                    <a:lnTo>
                      <a:pt x="718" y="418"/>
                    </a:lnTo>
                    <a:lnTo>
                      <a:pt x="718" y="414"/>
                    </a:lnTo>
                    <a:close/>
                    <a:moveTo>
                      <a:pt x="694" y="414"/>
                    </a:moveTo>
                    <a:lnTo>
                      <a:pt x="690" y="414"/>
                    </a:lnTo>
                    <a:lnTo>
                      <a:pt x="690" y="418"/>
                    </a:lnTo>
                    <a:lnTo>
                      <a:pt x="690" y="414"/>
                    </a:lnTo>
                    <a:lnTo>
                      <a:pt x="694" y="414"/>
                    </a:lnTo>
                    <a:close/>
                    <a:moveTo>
                      <a:pt x="690" y="410"/>
                    </a:moveTo>
                    <a:lnTo>
                      <a:pt x="694" y="410"/>
                    </a:lnTo>
                    <a:lnTo>
                      <a:pt x="694" y="414"/>
                    </a:lnTo>
                    <a:lnTo>
                      <a:pt x="690" y="414"/>
                    </a:lnTo>
                    <a:lnTo>
                      <a:pt x="690" y="410"/>
                    </a:lnTo>
                    <a:close/>
                    <a:moveTo>
                      <a:pt x="690" y="414"/>
                    </a:moveTo>
                    <a:lnTo>
                      <a:pt x="684" y="414"/>
                    </a:lnTo>
                    <a:lnTo>
                      <a:pt x="684" y="410"/>
                    </a:lnTo>
                    <a:lnTo>
                      <a:pt x="690" y="410"/>
                    </a:lnTo>
                    <a:lnTo>
                      <a:pt x="690" y="414"/>
                    </a:lnTo>
                    <a:close/>
                    <a:moveTo>
                      <a:pt x="694" y="410"/>
                    </a:moveTo>
                    <a:lnTo>
                      <a:pt x="694" y="414"/>
                    </a:lnTo>
                    <a:lnTo>
                      <a:pt x="694" y="410"/>
                    </a:lnTo>
                    <a:close/>
                    <a:moveTo>
                      <a:pt x="694" y="406"/>
                    </a:moveTo>
                    <a:lnTo>
                      <a:pt x="690" y="406"/>
                    </a:lnTo>
                    <a:lnTo>
                      <a:pt x="690" y="402"/>
                    </a:lnTo>
                    <a:lnTo>
                      <a:pt x="694" y="406"/>
                    </a:lnTo>
                    <a:close/>
                    <a:moveTo>
                      <a:pt x="300" y="402"/>
                    </a:moveTo>
                    <a:lnTo>
                      <a:pt x="304" y="402"/>
                    </a:lnTo>
                    <a:lnTo>
                      <a:pt x="300" y="406"/>
                    </a:lnTo>
                    <a:lnTo>
                      <a:pt x="300" y="402"/>
                    </a:lnTo>
                    <a:close/>
                    <a:moveTo>
                      <a:pt x="680" y="402"/>
                    </a:moveTo>
                    <a:lnTo>
                      <a:pt x="678" y="402"/>
                    </a:lnTo>
                    <a:lnTo>
                      <a:pt x="680" y="402"/>
                    </a:lnTo>
                    <a:close/>
                    <a:moveTo>
                      <a:pt x="722" y="418"/>
                    </a:moveTo>
                    <a:lnTo>
                      <a:pt x="722" y="414"/>
                    </a:lnTo>
                    <a:lnTo>
                      <a:pt x="726" y="414"/>
                    </a:lnTo>
                    <a:lnTo>
                      <a:pt x="726" y="410"/>
                    </a:lnTo>
                    <a:lnTo>
                      <a:pt x="726" y="406"/>
                    </a:lnTo>
                    <a:lnTo>
                      <a:pt x="722" y="410"/>
                    </a:lnTo>
                    <a:lnTo>
                      <a:pt x="726" y="410"/>
                    </a:lnTo>
                    <a:lnTo>
                      <a:pt x="726" y="414"/>
                    </a:lnTo>
                    <a:lnTo>
                      <a:pt x="722" y="414"/>
                    </a:lnTo>
                    <a:lnTo>
                      <a:pt x="722" y="410"/>
                    </a:lnTo>
                    <a:lnTo>
                      <a:pt x="722" y="414"/>
                    </a:lnTo>
                    <a:lnTo>
                      <a:pt x="722" y="418"/>
                    </a:lnTo>
                    <a:lnTo>
                      <a:pt x="718" y="414"/>
                    </a:lnTo>
                    <a:lnTo>
                      <a:pt x="718" y="410"/>
                    </a:lnTo>
                    <a:lnTo>
                      <a:pt x="718" y="406"/>
                    </a:lnTo>
                    <a:lnTo>
                      <a:pt x="722" y="406"/>
                    </a:lnTo>
                    <a:lnTo>
                      <a:pt x="718" y="406"/>
                    </a:lnTo>
                    <a:lnTo>
                      <a:pt x="718" y="402"/>
                    </a:lnTo>
                    <a:lnTo>
                      <a:pt x="722" y="402"/>
                    </a:lnTo>
                    <a:lnTo>
                      <a:pt x="726" y="402"/>
                    </a:lnTo>
                    <a:lnTo>
                      <a:pt x="730" y="402"/>
                    </a:lnTo>
                    <a:lnTo>
                      <a:pt x="730" y="406"/>
                    </a:lnTo>
                    <a:lnTo>
                      <a:pt x="730" y="410"/>
                    </a:lnTo>
                    <a:lnTo>
                      <a:pt x="730" y="414"/>
                    </a:lnTo>
                    <a:lnTo>
                      <a:pt x="730" y="418"/>
                    </a:lnTo>
                    <a:lnTo>
                      <a:pt x="726" y="418"/>
                    </a:lnTo>
                    <a:lnTo>
                      <a:pt x="726" y="414"/>
                    </a:lnTo>
                    <a:lnTo>
                      <a:pt x="726" y="418"/>
                    </a:lnTo>
                    <a:lnTo>
                      <a:pt x="722" y="418"/>
                    </a:lnTo>
                    <a:close/>
                    <a:moveTo>
                      <a:pt x="694" y="398"/>
                    </a:moveTo>
                    <a:lnTo>
                      <a:pt x="690" y="402"/>
                    </a:lnTo>
                    <a:lnTo>
                      <a:pt x="684" y="402"/>
                    </a:lnTo>
                    <a:lnTo>
                      <a:pt x="690" y="398"/>
                    </a:lnTo>
                    <a:lnTo>
                      <a:pt x="694" y="392"/>
                    </a:lnTo>
                    <a:lnTo>
                      <a:pt x="694" y="398"/>
                    </a:lnTo>
                    <a:close/>
                    <a:moveTo>
                      <a:pt x="708" y="414"/>
                    </a:moveTo>
                    <a:lnTo>
                      <a:pt x="708" y="410"/>
                    </a:lnTo>
                    <a:lnTo>
                      <a:pt x="706" y="410"/>
                    </a:lnTo>
                    <a:lnTo>
                      <a:pt x="708" y="414"/>
                    </a:lnTo>
                    <a:lnTo>
                      <a:pt x="714" y="418"/>
                    </a:lnTo>
                    <a:lnTo>
                      <a:pt x="708" y="418"/>
                    </a:lnTo>
                    <a:lnTo>
                      <a:pt x="714" y="418"/>
                    </a:lnTo>
                    <a:lnTo>
                      <a:pt x="714" y="422"/>
                    </a:lnTo>
                    <a:lnTo>
                      <a:pt x="708" y="422"/>
                    </a:lnTo>
                    <a:lnTo>
                      <a:pt x="714" y="422"/>
                    </a:lnTo>
                    <a:lnTo>
                      <a:pt x="714" y="426"/>
                    </a:lnTo>
                    <a:lnTo>
                      <a:pt x="714" y="430"/>
                    </a:lnTo>
                    <a:lnTo>
                      <a:pt x="708" y="430"/>
                    </a:lnTo>
                    <a:lnTo>
                      <a:pt x="708" y="426"/>
                    </a:lnTo>
                    <a:lnTo>
                      <a:pt x="706" y="422"/>
                    </a:lnTo>
                    <a:lnTo>
                      <a:pt x="706" y="426"/>
                    </a:lnTo>
                    <a:lnTo>
                      <a:pt x="706" y="422"/>
                    </a:lnTo>
                    <a:lnTo>
                      <a:pt x="706" y="418"/>
                    </a:lnTo>
                    <a:lnTo>
                      <a:pt x="702" y="418"/>
                    </a:lnTo>
                    <a:lnTo>
                      <a:pt x="698" y="418"/>
                    </a:lnTo>
                    <a:lnTo>
                      <a:pt x="702" y="418"/>
                    </a:lnTo>
                    <a:lnTo>
                      <a:pt x="698" y="418"/>
                    </a:lnTo>
                    <a:lnTo>
                      <a:pt x="694" y="418"/>
                    </a:lnTo>
                    <a:lnTo>
                      <a:pt x="694" y="414"/>
                    </a:lnTo>
                    <a:lnTo>
                      <a:pt x="698" y="414"/>
                    </a:lnTo>
                    <a:lnTo>
                      <a:pt x="702" y="414"/>
                    </a:lnTo>
                    <a:lnTo>
                      <a:pt x="698" y="414"/>
                    </a:lnTo>
                    <a:lnTo>
                      <a:pt x="698" y="410"/>
                    </a:lnTo>
                    <a:lnTo>
                      <a:pt x="702" y="410"/>
                    </a:lnTo>
                    <a:lnTo>
                      <a:pt x="698" y="410"/>
                    </a:lnTo>
                    <a:lnTo>
                      <a:pt x="694" y="410"/>
                    </a:lnTo>
                    <a:lnTo>
                      <a:pt x="694" y="406"/>
                    </a:lnTo>
                    <a:lnTo>
                      <a:pt x="698" y="402"/>
                    </a:lnTo>
                    <a:lnTo>
                      <a:pt x="694" y="402"/>
                    </a:lnTo>
                    <a:lnTo>
                      <a:pt x="694" y="392"/>
                    </a:lnTo>
                    <a:lnTo>
                      <a:pt x="690" y="392"/>
                    </a:lnTo>
                    <a:lnTo>
                      <a:pt x="690" y="388"/>
                    </a:lnTo>
                    <a:lnTo>
                      <a:pt x="694" y="388"/>
                    </a:lnTo>
                    <a:lnTo>
                      <a:pt x="698" y="388"/>
                    </a:lnTo>
                    <a:lnTo>
                      <a:pt x="698" y="392"/>
                    </a:lnTo>
                    <a:lnTo>
                      <a:pt x="698" y="398"/>
                    </a:lnTo>
                    <a:lnTo>
                      <a:pt x="702" y="398"/>
                    </a:lnTo>
                    <a:lnTo>
                      <a:pt x="706" y="402"/>
                    </a:lnTo>
                    <a:lnTo>
                      <a:pt x="706" y="406"/>
                    </a:lnTo>
                    <a:lnTo>
                      <a:pt x="708" y="406"/>
                    </a:lnTo>
                    <a:lnTo>
                      <a:pt x="708" y="410"/>
                    </a:lnTo>
                    <a:lnTo>
                      <a:pt x="714" y="410"/>
                    </a:lnTo>
                    <a:lnTo>
                      <a:pt x="714" y="414"/>
                    </a:lnTo>
                    <a:lnTo>
                      <a:pt x="708" y="414"/>
                    </a:lnTo>
                    <a:close/>
                    <a:moveTo>
                      <a:pt x="708" y="402"/>
                    </a:moveTo>
                    <a:lnTo>
                      <a:pt x="706" y="402"/>
                    </a:lnTo>
                    <a:lnTo>
                      <a:pt x="708" y="398"/>
                    </a:lnTo>
                    <a:lnTo>
                      <a:pt x="706" y="398"/>
                    </a:lnTo>
                    <a:lnTo>
                      <a:pt x="702" y="398"/>
                    </a:lnTo>
                    <a:lnTo>
                      <a:pt x="702" y="392"/>
                    </a:lnTo>
                    <a:lnTo>
                      <a:pt x="706" y="392"/>
                    </a:lnTo>
                    <a:lnTo>
                      <a:pt x="706" y="388"/>
                    </a:lnTo>
                    <a:lnTo>
                      <a:pt x="708" y="388"/>
                    </a:lnTo>
                    <a:lnTo>
                      <a:pt x="708" y="392"/>
                    </a:lnTo>
                    <a:lnTo>
                      <a:pt x="714" y="398"/>
                    </a:lnTo>
                    <a:lnTo>
                      <a:pt x="714" y="402"/>
                    </a:lnTo>
                    <a:lnTo>
                      <a:pt x="708" y="402"/>
                    </a:lnTo>
                    <a:close/>
                    <a:moveTo>
                      <a:pt x="702" y="392"/>
                    </a:moveTo>
                    <a:lnTo>
                      <a:pt x="698" y="388"/>
                    </a:lnTo>
                    <a:lnTo>
                      <a:pt x="702" y="388"/>
                    </a:lnTo>
                    <a:lnTo>
                      <a:pt x="706" y="388"/>
                    </a:lnTo>
                    <a:lnTo>
                      <a:pt x="706" y="392"/>
                    </a:lnTo>
                    <a:lnTo>
                      <a:pt x="702" y="392"/>
                    </a:lnTo>
                    <a:close/>
                    <a:moveTo>
                      <a:pt x="714" y="398"/>
                    </a:moveTo>
                    <a:lnTo>
                      <a:pt x="714" y="392"/>
                    </a:lnTo>
                    <a:lnTo>
                      <a:pt x="708" y="392"/>
                    </a:lnTo>
                    <a:lnTo>
                      <a:pt x="708" y="388"/>
                    </a:lnTo>
                    <a:lnTo>
                      <a:pt x="714" y="388"/>
                    </a:lnTo>
                    <a:lnTo>
                      <a:pt x="714" y="392"/>
                    </a:lnTo>
                    <a:lnTo>
                      <a:pt x="714" y="398"/>
                    </a:lnTo>
                    <a:close/>
                    <a:moveTo>
                      <a:pt x="322" y="384"/>
                    </a:moveTo>
                    <a:lnTo>
                      <a:pt x="326" y="384"/>
                    </a:lnTo>
                    <a:lnTo>
                      <a:pt x="322" y="384"/>
                    </a:lnTo>
                    <a:close/>
                    <a:moveTo>
                      <a:pt x="368" y="384"/>
                    </a:moveTo>
                    <a:lnTo>
                      <a:pt x="362" y="388"/>
                    </a:lnTo>
                    <a:lnTo>
                      <a:pt x="362" y="384"/>
                    </a:lnTo>
                    <a:lnTo>
                      <a:pt x="368" y="384"/>
                    </a:lnTo>
                    <a:close/>
                    <a:moveTo>
                      <a:pt x="702" y="382"/>
                    </a:moveTo>
                    <a:lnTo>
                      <a:pt x="706" y="382"/>
                    </a:lnTo>
                    <a:lnTo>
                      <a:pt x="706" y="384"/>
                    </a:lnTo>
                    <a:lnTo>
                      <a:pt x="702" y="384"/>
                    </a:lnTo>
                    <a:lnTo>
                      <a:pt x="698" y="384"/>
                    </a:lnTo>
                    <a:lnTo>
                      <a:pt x="702" y="384"/>
                    </a:lnTo>
                    <a:lnTo>
                      <a:pt x="702" y="382"/>
                    </a:lnTo>
                    <a:close/>
                    <a:moveTo>
                      <a:pt x="684" y="392"/>
                    </a:moveTo>
                    <a:lnTo>
                      <a:pt x="684" y="388"/>
                    </a:lnTo>
                    <a:lnTo>
                      <a:pt x="684" y="392"/>
                    </a:lnTo>
                    <a:lnTo>
                      <a:pt x="684" y="398"/>
                    </a:lnTo>
                    <a:lnTo>
                      <a:pt x="680" y="398"/>
                    </a:lnTo>
                    <a:lnTo>
                      <a:pt x="680" y="392"/>
                    </a:lnTo>
                    <a:lnTo>
                      <a:pt x="680" y="398"/>
                    </a:lnTo>
                    <a:lnTo>
                      <a:pt x="678" y="392"/>
                    </a:lnTo>
                    <a:lnTo>
                      <a:pt x="680" y="392"/>
                    </a:lnTo>
                    <a:lnTo>
                      <a:pt x="678" y="388"/>
                    </a:lnTo>
                    <a:lnTo>
                      <a:pt x="680" y="388"/>
                    </a:lnTo>
                    <a:lnTo>
                      <a:pt x="680" y="384"/>
                    </a:lnTo>
                    <a:lnTo>
                      <a:pt x="678" y="384"/>
                    </a:lnTo>
                    <a:lnTo>
                      <a:pt x="678" y="382"/>
                    </a:lnTo>
                    <a:lnTo>
                      <a:pt x="678" y="378"/>
                    </a:lnTo>
                    <a:lnTo>
                      <a:pt x="680" y="378"/>
                    </a:lnTo>
                    <a:lnTo>
                      <a:pt x="678" y="378"/>
                    </a:lnTo>
                    <a:lnTo>
                      <a:pt x="680" y="378"/>
                    </a:lnTo>
                    <a:lnTo>
                      <a:pt x="684" y="378"/>
                    </a:lnTo>
                    <a:lnTo>
                      <a:pt x="684" y="382"/>
                    </a:lnTo>
                    <a:lnTo>
                      <a:pt x="684" y="384"/>
                    </a:lnTo>
                    <a:lnTo>
                      <a:pt x="680" y="384"/>
                    </a:lnTo>
                    <a:lnTo>
                      <a:pt x="684" y="384"/>
                    </a:lnTo>
                    <a:lnTo>
                      <a:pt x="684" y="382"/>
                    </a:lnTo>
                    <a:lnTo>
                      <a:pt x="690" y="382"/>
                    </a:lnTo>
                    <a:lnTo>
                      <a:pt x="690" y="384"/>
                    </a:lnTo>
                    <a:lnTo>
                      <a:pt x="684" y="384"/>
                    </a:lnTo>
                    <a:lnTo>
                      <a:pt x="684" y="388"/>
                    </a:lnTo>
                    <a:lnTo>
                      <a:pt x="684" y="392"/>
                    </a:lnTo>
                    <a:close/>
                    <a:moveTo>
                      <a:pt x="698" y="378"/>
                    </a:moveTo>
                    <a:lnTo>
                      <a:pt x="702" y="378"/>
                    </a:lnTo>
                    <a:lnTo>
                      <a:pt x="698" y="382"/>
                    </a:lnTo>
                    <a:lnTo>
                      <a:pt x="702" y="384"/>
                    </a:lnTo>
                    <a:lnTo>
                      <a:pt x="698" y="384"/>
                    </a:lnTo>
                    <a:lnTo>
                      <a:pt x="698" y="382"/>
                    </a:lnTo>
                    <a:lnTo>
                      <a:pt x="694" y="382"/>
                    </a:lnTo>
                    <a:lnTo>
                      <a:pt x="694" y="378"/>
                    </a:lnTo>
                    <a:lnTo>
                      <a:pt x="694" y="382"/>
                    </a:lnTo>
                    <a:lnTo>
                      <a:pt x="698" y="384"/>
                    </a:lnTo>
                    <a:lnTo>
                      <a:pt x="698" y="388"/>
                    </a:lnTo>
                    <a:lnTo>
                      <a:pt x="694" y="388"/>
                    </a:lnTo>
                    <a:lnTo>
                      <a:pt x="690" y="388"/>
                    </a:lnTo>
                    <a:lnTo>
                      <a:pt x="690" y="384"/>
                    </a:lnTo>
                    <a:lnTo>
                      <a:pt x="690" y="382"/>
                    </a:lnTo>
                    <a:lnTo>
                      <a:pt x="684" y="382"/>
                    </a:lnTo>
                    <a:lnTo>
                      <a:pt x="684" y="378"/>
                    </a:lnTo>
                    <a:lnTo>
                      <a:pt x="680" y="374"/>
                    </a:lnTo>
                    <a:lnTo>
                      <a:pt x="684" y="374"/>
                    </a:lnTo>
                    <a:lnTo>
                      <a:pt x="690" y="374"/>
                    </a:lnTo>
                    <a:lnTo>
                      <a:pt x="694" y="374"/>
                    </a:lnTo>
                    <a:lnTo>
                      <a:pt x="694" y="378"/>
                    </a:lnTo>
                    <a:lnTo>
                      <a:pt x="698" y="374"/>
                    </a:lnTo>
                    <a:lnTo>
                      <a:pt x="698" y="378"/>
                    </a:lnTo>
                    <a:close/>
                    <a:moveTo>
                      <a:pt x="392" y="374"/>
                    </a:moveTo>
                    <a:lnTo>
                      <a:pt x="386" y="374"/>
                    </a:lnTo>
                    <a:lnTo>
                      <a:pt x="382" y="374"/>
                    </a:lnTo>
                    <a:lnTo>
                      <a:pt x="382" y="378"/>
                    </a:lnTo>
                    <a:lnTo>
                      <a:pt x="382" y="374"/>
                    </a:lnTo>
                    <a:lnTo>
                      <a:pt x="382" y="368"/>
                    </a:lnTo>
                    <a:lnTo>
                      <a:pt x="386" y="368"/>
                    </a:lnTo>
                    <a:lnTo>
                      <a:pt x="392" y="368"/>
                    </a:lnTo>
                    <a:lnTo>
                      <a:pt x="392" y="374"/>
                    </a:lnTo>
                    <a:close/>
                    <a:moveTo>
                      <a:pt x="658" y="368"/>
                    </a:moveTo>
                    <a:lnTo>
                      <a:pt x="662" y="368"/>
                    </a:lnTo>
                    <a:lnTo>
                      <a:pt x="662" y="374"/>
                    </a:lnTo>
                    <a:lnTo>
                      <a:pt x="658" y="374"/>
                    </a:lnTo>
                    <a:lnTo>
                      <a:pt x="658" y="378"/>
                    </a:lnTo>
                    <a:lnTo>
                      <a:pt x="658" y="374"/>
                    </a:lnTo>
                    <a:lnTo>
                      <a:pt x="658" y="368"/>
                    </a:lnTo>
                    <a:lnTo>
                      <a:pt x="654" y="368"/>
                    </a:lnTo>
                    <a:lnTo>
                      <a:pt x="658" y="368"/>
                    </a:lnTo>
                    <a:close/>
                    <a:moveTo>
                      <a:pt x="670" y="364"/>
                    </a:moveTo>
                    <a:lnTo>
                      <a:pt x="674" y="364"/>
                    </a:lnTo>
                    <a:lnTo>
                      <a:pt x="670" y="368"/>
                    </a:lnTo>
                    <a:lnTo>
                      <a:pt x="670" y="364"/>
                    </a:lnTo>
                    <a:close/>
                    <a:moveTo>
                      <a:pt x="674" y="384"/>
                    </a:moveTo>
                    <a:lnTo>
                      <a:pt x="674" y="388"/>
                    </a:lnTo>
                    <a:lnTo>
                      <a:pt x="674" y="392"/>
                    </a:lnTo>
                    <a:lnTo>
                      <a:pt x="670" y="388"/>
                    </a:lnTo>
                    <a:lnTo>
                      <a:pt x="670" y="384"/>
                    </a:lnTo>
                    <a:lnTo>
                      <a:pt x="670" y="382"/>
                    </a:lnTo>
                    <a:lnTo>
                      <a:pt x="666" y="384"/>
                    </a:lnTo>
                    <a:lnTo>
                      <a:pt x="666" y="382"/>
                    </a:lnTo>
                    <a:lnTo>
                      <a:pt x="662" y="378"/>
                    </a:lnTo>
                    <a:lnTo>
                      <a:pt x="662" y="374"/>
                    </a:lnTo>
                    <a:lnTo>
                      <a:pt x="662" y="368"/>
                    </a:lnTo>
                    <a:lnTo>
                      <a:pt x="658" y="368"/>
                    </a:lnTo>
                    <a:lnTo>
                      <a:pt x="658" y="364"/>
                    </a:lnTo>
                    <a:lnTo>
                      <a:pt x="662" y="364"/>
                    </a:lnTo>
                    <a:lnTo>
                      <a:pt x="662" y="360"/>
                    </a:lnTo>
                    <a:lnTo>
                      <a:pt x="666" y="364"/>
                    </a:lnTo>
                    <a:lnTo>
                      <a:pt x="670" y="364"/>
                    </a:lnTo>
                    <a:lnTo>
                      <a:pt x="670" y="368"/>
                    </a:lnTo>
                    <a:lnTo>
                      <a:pt x="674" y="374"/>
                    </a:lnTo>
                    <a:lnTo>
                      <a:pt x="674" y="378"/>
                    </a:lnTo>
                    <a:lnTo>
                      <a:pt x="674" y="382"/>
                    </a:lnTo>
                    <a:lnTo>
                      <a:pt x="674" y="384"/>
                    </a:lnTo>
                    <a:close/>
                    <a:moveTo>
                      <a:pt x="382" y="354"/>
                    </a:moveTo>
                    <a:lnTo>
                      <a:pt x="386" y="354"/>
                    </a:lnTo>
                    <a:lnTo>
                      <a:pt x="386" y="356"/>
                    </a:lnTo>
                    <a:lnTo>
                      <a:pt x="382" y="356"/>
                    </a:lnTo>
                    <a:lnTo>
                      <a:pt x="382" y="354"/>
                    </a:lnTo>
                    <a:lnTo>
                      <a:pt x="380" y="354"/>
                    </a:lnTo>
                    <a:lnTo>
                      <a:pt x="382" y="354"/>
                    </a:lnTo>
                    <a:close/>
                    <a:moveTo>
                      <a:pt x="380" y="360"/>
                    </a:moveTo>
                    <a:lnTo>
                      <a:pt x="380" y="356"/>
                    </a:lnTo>
                    <a:lnTo>
                      <a:pt x="376" y="356"/>
                    </a:lnTo>
                    <a:lnTo>
                      <a:pt x="380" y="354"/>
                    </a:lnTo>
                    <a:lnTo>
                      <a:pt x="380" y="356"/>
                    </a:lnTo>
                    <a:lnTo>
                      <a:pt x="380" y="360"/>
                    </a:lnTo>
                    <a:lnTo>
                      <a:pt x="382" y="356"/>
                    </a:lnTo>
                    <a:lnTo>
                      <a:pt x="382" y="354"/>
                    </a:lnTo>
                    <a:lnTo>
                      <a:pt x="386" y="356"/>
                    </a:lnTo>
                    <a:lnTo>
                      <a:pt x="386" y="354"/>
                    </a:lnTo>
                    <a:lnTo>
                      <a:pt x="386" y="356"/>
                    </a:lnTo>
                    <a:lnTo>
                      <a:pt x="386" y="354"/>
                    </a:lnTo>
                    <a:lnTo>
                      <a:pt x="382" y="354"/>
                    </a:lnTo>
                    <a:lnTo>
                      <a:pt x="386" y="354"/>
                    </a:lnTo>
                    <a:lnTo>
                      <a:pt x="392" y="354"/>
                    </a:lnTo>
                    <a:lnTo>
                      <a:pt x="392" y="356"/>
                    </a:lnTo>
                    <a:lnTo>
                      <a:pt x="392" y="354"/>
                    </a:lnTo>
                    <a:lnTo>
                      <a:pt x="396" y="354"/>
                    </a:lnTo>
                    <a:lnTo>
                      <a:pt x="400" y="354"/>
                    </a:lnTo>
                    <a:lnTo>
                      <a:pt x="400" y="356"/>
                    </a:lnTo>
                    <a:lnTo>
                      <a:pt x="396" y="356"/>
                    </a:lnTo>
                    <a:lnTo>
                      <a:pt x="400" y="360"/>
                    </a:lnTo>
                    <a:lnTo>
                      <a:pt x="404" y="360"/>
                    </a:lnTo>
                    <a:lnTo>
                      <a:pt x="400" y="360"/>
                    </a:lnTo>
                    <a:lnTo>
                      <a:pt x="400" y="364"/>
                    </a:lnTo>
                    <a:lnTo>
                      <a:pt x="396" y="364"/>
                    </a:lnTo>
                    <a:lnTo>
                      <a:pt x="392" y="360"/>
                    </a:lnTo>
                    <a:lnTo>
                      <a:pt x="386" y="364"/>
                    </a:lnTo>
                    <a:lnTo>
                      <a:pt x="392" y="364"/>
                    </a:lnTo>
                    <a:lnTo>
                      <a:pt x="396" y="364"/>
                    </a:lnTo>
                    <a:lnTo>
                      <a:pt x="396" y="368"/>
                    </a:lnTo>
                    <a:lnTo>
                      <a:pt x="392" y="368"/>
                    </a:lnTo>
                    <a:lnTo>
                      <a:pt x="386" y="364"/>
                    </a:lnTo>
                    <a:lnTo>
                      <a:pt x="386" y="368"/>
                    </a:lnTo>
                    <a:lnTo>
                      <a:pt x="392" y="368"/>
                    </a:lnTo>
                    <a:lnTo>
                      <a:pt x="386" y="368"/>
                    </a:lnTo>
                    <a:lnTo>
                      <a:pt x="382" y="368"/>
                    </a:lnTo>
                    <a:lnTo>
                      <a:pt x="382" y="374"/>
                    </a:lnTo>
                    <a:lnTo>
                      <a:pt x="380" y="374"/>
                    </a:lnTo>
                    <a:lnTo>
                      <a:pt x="380" y="378"/>
                    </a:lnTo>
                    <a:lnTo>
                      <a:pt x="376" y="378"/>
                    </a:lnTo>
                    <a:lnTo>
                      <a:pt x="376" y="382"/>
                    </a:lnTo>
                    <a:lnTo>
                      <a:pt x="372" y="382"/>
                    </a:lnTo>
                    <a:lnTo>
                      <a:pt x="372" y="378"/>
                    </a:lnTo>
                    <a:lnTo>
                      <a:pt x="376" y="378"/>
                    </a:lnTo>
                    <a:lnTo>
                      <a:pt x="376" y="374"/>
                    </a:lnTo>
                    <a:lnTo>
                      <a:pt x="376" y="378"/>
                    </a:lnTo>
                    <a:lnTo>
                      <a:pt x="376" y="374"/>
                    </a:lnTo>
                    <a:lnTo>
                      <a:pt x="380" y="374"/>
                    </a:lnTo>
                    <a:lnTo>
                      <a:pt x="376" y="374"/>
                    </a:lnTo>
                    <a:lnTo>
                      <a:pt x="372" y="374"/>
                    </a:lnTo>
                    <a:lnTo>
                      <a:pt x="372" y="378"/>
                    </a:lnTo>
                    <a:lnTo>
                      <a:pt x="372" y="374"/>
                    </a:lnTo>
                    <a:lnTo>
                      <a:pt x="376" y="374"/>
                    </a:lnTo>
                    <a:lnTo>
                      <a:pt x="372" y="374"/>
                    </a:lnTo>
                    <a:lnTo>
                      <a:pt x="368" y="374"/>
                    </a:lnTo>
                    <a:lnTo>
                      <a:pt x="372" y="374"/>
                    </a:lnTo>
                    <a:lnTo>
                      <a:pt x="372" y="378"/>
                    </a:lnTo>
                    <a:lnTo>
                      <a:pt x="368" y="378"/>
                    </a:lnTo>
                    <a:lnTo>
                      <a:pt x="368" y="374"/>
                    </a:lnTo>
                    <a:lnTo>
                      <a:pt x="368" y="368"/>
                    </a:lnTo>
                    <a:lnTo>
                      <a:pt x="362" y="368"/>
                    </a:lnTo>
                    <a:lnTo>
                      <a:pt x="362" y="364"/>
                    </a:lnTo>
                    <a:lnTo>
                      <a:pt x="362" y="360"/>
                    </a:lnTo>
                    <a:lnTo>
                      <a:pt x="368" y="360"/>
                    </a:lnTo>
                    <a:lnTo>
                      <a:pt x="372" y="360"/>
                    </a:lnTo>
                    <a:lnTo>
                      <a:pt x="376" y="360"/>
                    </a:lnTo>
                    <a:lnTo>
                      <a:pt x="376" y="364"/>
                    </a:lnTo>
                    <a:lnTo>
                      <a:pt x="376" y="368"/>
                    </a:lnTo>
                    <a:lnTo>
                      <a:pt x="380" y="368"/>
                    </a:lnTo>
                    <a:lnTo>
                      <a:pt x="376" y="364"/>
                    </a:lnTo>
                    <a:lnTo>
                      <a:pt x="376" y="360"/>
                    </a:lnTo>
                    <a:lnTo>
                      <a:pt x="380" y="360"/>
                    </a:lnTo>
                    <a:close/>
                    <a:moveTo>
                      <a:pt x="646" y="350"/>
                    </a:moveTo>
                    <a:lnTo>
                      <a:pt x="650" y="350"/>
                    </a:lnTo>
                    <a:lnTo>
                      <a:pt x="650" y="354"/>
                    </a:lnTo>
                    <a:lnTo>
                      <a:pt x="646" y="354"/>
                    </a:lnTo>
                    <a:lnTo>
                      <a:pt x="646" y="350"/>
                    </a:lnTo>
                    <a:close/>
                    <a:moveTo>
                      <a:pt x="382" y="350"/>
                    </a:moveTo>
                    <a:lnTo>
                      <a:pt x="386" y="350"/>
                    </a:lnTo>
                    <a:lnTo>
                      <a:pt x="392" y="350"/>
                    </a:lnTo>
                    <a:lnTo>
                      <a:pt x="392" y="354"/>
                    </a:lnTo>
                    <a:lnTo>
                      <a:pt x="386" y="354"/>
                    </a:lnTo>
                    <a:lnTo>
                      <a:pt x="386" y="350"/>
                    </a:lnTo>
                    <a:lnTo>
                      <a:pt x="382" y="350"/>
                    </a:lnTo>
                    <a:close/>
                    <a:moveTo>
                      <a:pt x="650" y="356"/>
                    </a:moveTo>
                    <a:lnTo>
                      <a:pt x="646" y="356"/>
                    </a:lnTo>
                    <a:lnTo>
                      <a:pt x="650" y="354"/>
                    </a:lnTo>
                    <a:lnTo>
                      <a:pt x="654" y="354"/>
                    </a:lnTo>
                    <a:lnTo>
                      <a:pt x="650" y="354"/>
                    </a:lnTo>
                    <a:lnTo>
                      <a:pt x="646" y="350"/>
                    </a:lnTo>
                    <a:lnTo>
                      <a:pt x="650" y="344"/>
                    </a:lnTo>
                    <a:lnTo>
                      <a:pt x="650" y="350"/>
                    </a:lnTo>
                    <a:lnTo>
                      <a:pt x="650" y="344"/>
                    </a:lnTo>
                    <a:lnTo>
                      <a:pt x="654" y="344"/>
                    </a:lnTo>
                    <a:lnTo>
                      <a:pt x="658" y="344"/>
                    </a:lnTo>
                    <a:lnTo>
                      <a:pt x="662" y="344"/>
                    </a:lnTo>
                    <a:lnTo>
                      <a:pt x="662" y="350"/>
                    </a:lnTo>
                    <a:lnTo>
                      <a:pt x="658" y="350"/>
                    </a:lnTo>
                    <a:lnTo>
                      <a:pt x="658" y="354"/>
                    </a:lnTo>
                    <a:lnTo>
                      <a:pt x="662" y="354"/>
                    </a:lnTo>
                    <a:lnTo>
                      <a:pt x="662" y="350"/>
                    </a:lnTo>
                    <a:lnTo>
                      <a:pt x="666" y="350"/>
                    </a:lnTo>
                    <a:lnTo>
                      <a:pt x="670" y="350"/>
                    </a:lnTo>
                    <a:lnTo>
                      <a:pt x="670" y="354"/>
                    </a:lnTo>
                    <a:lnTo>
                      <a:pt x="666" y="354"/>
                    </a:lnTo>
                    <a:lnTo>
                      <a:pt x="670" y="354"/>
                    </a:lnTo>
                    <a:lnTo>
                      <a:pt x="670" y="356"/>
                    </a:lnTo>
                    <a:lnTo>
                      <a:pt x="666" y="356"/>
                    </a:lnTo>
                    <a:lnTo>
                      <a:pt x="662" y="356"/>
                    </a:lnTo>
                    <a:lnTo>
                      <a:pt x="662" y="354"/>
                    </a:lnTo>
                    <a:lnTo>
                      <a:pt x="658" y="354"/>
                    </a:lnTo>
                    <a:lnTo>
                      <a:pt x="654" y="354"/>
                    </a:lnTo>
                    <a:lnTo>
                      <a:pt x="658" y="354"/>
                    </a:lnTo>
                    <a:lnTo>
                      <a:pt x="662" y="354"/>
                    </a:lnTo>
                    <a:lnTo>
                      <a:pt x="662" y="356"/>
                    </a:lnTo>
                    <a:lnTo>
                      <a:pt x="666" y="356"/>
                    </a:lnTo>
                    <a:lnTo>
                      <a:pt x="670" y="356"/>
                    </a:lnTo>
                    <a:lnTo>
                      <a:pt x="670" y="360"/>
                    </a:lnTo>
                    <a:lnTo>
                      <a:pt x="670" y="364"/>
                    </a:lnTo>
                    <a:lnTo>
                      <a:pt x="666" y="364"/>
                    </a:lnTo>
                    <a:lnTo>
                      <a:pt x="666" y="360"/>
                    </a:lnTo>
                    <a:lnTo>
                      <a:pt x="662" y="360"/>
                    </a:lnTo>
                    <a:lnTo>
                      <a:pt x="662" y="356"/>
                    </a:lnTo>
                    <a:lnTo>
                      <a:pt x="658" y="356"/>
                    </a:lnTo>
                    <a:lnTo>
                      <a:pt x="658" y="360"/>
                    </a:lnTo>
                    <a:lnTo>
                      <a:pt x="662" y="360"/>
                    </a:lnTo>
                    <a:lnTo>
                      <a:pt x="662" y="364"/>
                    </a:lnTo>
                    <a:lnTo>
                      <a:pt x="658" y="364"/>
                    </a:lnTo>
                    <a:lnTo>
                      <a:pt x="654" y="364"/>
                    </a:lnTo>
                    <a:lnTo>
                      <a:pt x="654" y="360"/>
                    </a:lnTo>
                    <a:lnTo>
                      <a:pt x="654" y="364"/>
                    </a:lnTo>
                    <a:lnTo>
                      <a:pt x="658" y="364"/>
                    </a:lnTo>
                    <a:lnTo>
                      <a:pt x="654" y="360"/>
                    </a:lnTo>
                    <a:lnTo>
                      <a:pt x="650" y="356"/>
                    </a:lnTo>
                    <a:close/>
                    <a:moveTo>
                      <a:pt x="684" y="364"/>
                    </a:moveTo>
                    <a:lnTo>
                      <a:pt x="680" y="364"/>
                    </a:lnTo>
                    <a:lnTo>
                      <a:pt x="684" y="364"/>
                    </a:lnTo>
                    <a:lnTo>
                      <a:pt x="684" y="368"/>
                    </a:lnTo>
                    <a:lnTo>
                      <a:pt x="680" y="368"/>
                    </a:lnTo>
                    <a:lnTo>
                      <a:pt x="680" y="364"/>
                    </a:lnTo>
                    <a:lnTo>
                      <a:pt x="680" y="368"/>
                    </a:lnTo>
                    <a:lnTo>
                      <a:pt x="678" y="374"/>
                    </a:lnTo>
                    <a:lnTo>
                      <a:pt x="674" y="374"/>
                    </a:lnTo>
                    <a:lnTo>
                      <a:pt x="674" y="368"/>
                    </a:lnTo>
                    <a:lnTo>
                      <a:pt x="678" y="364"/>
                    </a:lnTo>
                    <a:lnTo>
                      <a:pt x="678" y="368"/>
                    </a:lnTo>
                    <a:lnTo>
                      <a:pt x="678" y="364"/>
                    </a:lnTo>
                    <a:lnTo>
                      <a:pt x="674" y="364"/>
                    </a:lnTo>
                    <a:lnTo>
                      <a:pt x="678" y="364"/>
                    </a:lnTo>
                    <a:lnTo>
                      <a:pt x="678" y="360"/>
                    </a:lnTo>
                    <a:lnTo>
                      <a:pt x="674" y="360"/>
                    </a:lnTo>
                    <a:lnTo>
                      <a:pt x="674" y="356"/>
                    </a:lnTo>
                    <a:lnTo>
                      <a:pt x="674" y="350"/>
                    </a:lnTo>
                    <a:lnTo>
                      <a:pt x="670" y="344"/>
                    </a:lnTo>
                    <a:lnTo>
                      <a:pt x="670" y="340"/>
                    </a:lnTo>
                    <a:lnTo>
                      <a:pt x="670" y="344"/>
                    </a:lnTo>
                    <a:lnTo>
                      <a:pt x="674" y="344"/>
                    </a:lnTo>
                    <a:lnTo>
                      <a:pt x="674" y="350"/>
                    </a:lnTo>
                    <a:lnTo>
                      <a:pt x="674" y="344"/>
                    </a:lnTo>
                    <a:lnTo>
                      <a:pt x="678" y="344"/>
                    </a:lnTo>
                    <a:lnTo>
                      <a:pt x="678" y="350"/>
                    </a:lnTo>
                    <a:lnTo>
                      <a:pt x="680" y="350"/>
                    </a:lnTo>
                    <a:lnTo>
                      <a:pt x="680" y="354"/>
                    </a:lnTo>
                    <a:lnTo>
                      <a:pt x="684" y="356"/>
                    </a:lnTo>
                    <a:lnTo>
                      <a:pt x="684" y="360"/>
                    </a:lnTo>
                    <a:lnTo>
                      <a:pt x="684" y="356"/>
                    </a:lnTo>
                    <a:lnTo>
                      <a:pt x="680" y="356"/>
                    </a:lnTo>
                    <a:lnTo>
                      <a:pt x="680" y="354"/>
                    </a:lnTo>
                    <a:lnTo>
                      <a:pt x="680" y="350"/>
                    </a:lnTo>
                    <a:lnTo>
                      <a:pt x="678" y="350"/>
                    </a:lnTo>
                    <a:lnTo>
                      <a:pt x="678" y="354"/>
                    </a:lnTo>
                    <a:lnTo>
                      <a:pt x="680" y="354"/>
                    </a:lnTo>
                    <a:lnTo>
                      <a:pt x="680" y="356"/>
                    </a:lnTo>
                    <a:lnTo>
                      <a:pt x="680" y="360"/>
                    </a:lnTo>
                    <a:lnTo>
                      <a:pt x="684" y="360"/>
                    </a:lnTo>
                    <a:lnTo>
                      <a:pt x="684" y="364"/>
                    </a:lnTo>
                    <a:close/>
                    <a:moveTo>
                      <a:pt x="396" y="350"/>
                    </a:moveTo>
                    <a:lnTo>
                      <a:pt x="392" y="354"/>
                    </a:lnTo>
                    <a:lnTo>
                      <a:pt x="392" y="350"/>
                    </a:lnTo>
                    <a:lnTo>
                      <a:pt x="386" y="350"/>
                    </a:lnTo>
                    <a:lnTo>
                      <a:pt x="386" y="344"/>
                    </a:lnTo>
                    <a:lnTo>
                      <a:pt x="392" y="350"/>
                    </a:lnTo>
                    <a:lnTo>
                      <a:pt x="392" y="344"/>
                    </a:lnTo>
                    <a:lnTo>
                      <a:pt x="386" y="344"/>
                    </a:lnTo>
                    <a:lnTo>
                      <a:pt x="392" y="344"/>
                    </a:lnTo>
                    <a:lnTo>
                      <a:pt x="392" y="340"/>
                    </a:lnTo>
                    <a:lnTo>
                      <a:pt x="396" y="340"/>
                    </a:lnTo>
                    <a:lnTo>
                      <a:pt x="400" y="340"/>
                    </a:lnTo>
                    <a:lnTo>
                      <a:pt x="404" y="340"/>
                    </a:lnTo>
                    <a:lnTo>
                      <a:pt x="404" y="344"/>
                    </a:lnTo>
                    <a:lnTo>
                      <a:pt x="404" y="350"/>
                    </a:lnTo>
                    <a:lnTo>
                      <a:pt x="400" y="344"/>
                    </a:lnTo>
                    <a:lnTo>
                      <a:pt x="400" y="350"/>
                    </a:lnTo>
                    <a:lnTo>
                      <a:pt x="396" y="350"/>
                    </a:lnTo>
                    <a:close/>
                    <a:moveTo>
                      <a:pt x="400" y="336"/>
                    </a:moveTo>
                    <a:lnTo>
                      <a:pt x="396" y="340"/>
                    </a:lnTo>
                    <a:lnTo>
                      <a:pt x="396" y="336"/>
                    </a:lnTo>
                    <a:lnTo>
                      <a:pt x="400" y="336"/>
                    </a:lnTo>
                    <a:close/>
                    <a:moveTo>
                      <a:pt x="424" y="316"/>
                    </a:moveTo>
                    <a:lnTo>
                      <a:pt x="424" y="320"/>
                    </a:lnTo>
                    <a:lnTo>
                      <a:pt x="424" y="316"/>
                    </a:lnTo>
                    <a:close/>
                    <a:moveTo>
                      <a:pt x="382" y="316"/>
                    </a:moveTo>
                    <a:lnTo>
                      <a:pt x="382" y="320"/>
                    </a:lnTo>
                    <a:lnTo>
                      <a:pt x="380" y="320"/>
                    </a:lnTo>
                    <a:lnTo>
                      <a:pt x="380" y="316"/>
                    </a:lnTo>
                    <a:lnTo>
                      <a:pt x="382" y="316"/>
                    </a:lnTo>
                    <a:close/>
                    <a:moveTo>
                      <a:pt x="470" y="298"/>
                    </a:moveTo>
                    <a:lnTo>
                      <a:pt x="470" y="304"/>
                    </a:lnTo>
                    <a:lnTo>
                      <a:pt x="466" y="304"/>
                    </a:lnTo>
                    <a:lnTo>
                      <a:pt x="466" y="298"/>
                    </a:lnTo>
                    <a:lnTo>
                      <a:pt x="470" y="298"/>
                    </a:lnTo>
                    <a:close/>
                    <a:moveTo>
                      <a:pt x="470" y="298"/>
                    </a:moveTo>
                    <a:lnTo>
                      <a:pt x="466" y="298"/>
                    </a:lnTo>
                    <a:lnTo>
                      <a:pt x="470" y="294"/>
                    </a:lnTo>
                    <a:lnTo>
                      <a:pt x="470" y="298"/>
                    </a:lnTo>
                    <a:close/>
                    <a:moveTo>
                      <a:pt x="482" y="294"/>
                    </a:moveTo>
                    <a:lnTo>
                      <a:pt x="476" y="294"/>
                    </a:lnTo>
                    <a:lnTo>
                      <a:pt x="476" y="298"/>
                    </a:lnTo>
                    <a:lnTo>
                      <a:pt x="474" y="304"/>
                    </a:lnTo>
                    <a:lnTo>
                      <a:pt x="470" y="308"/>
                    </a:lnTo>
                    <a:lnTo>
                      <a:pt x="470" y="304"/>
                    </a:lnTo>
                    <a:lnTo>
                      <a:pt x="474" y="298"/>
                    </a:lnTo>
                    <a:lnTo>
                      <a:pt x="476" y="298"/>
                    </a:lnTo>
                    <a:lnTo>
                      <a:pt x="476" y="294"/>
                    </a:lnTo>
                    <a:lnTo>
                      <a:pt x="476" y="292"/>
                    </a:lnTo>
                    <a:lnTo>
                      <a:pt x="482" y="292"/>
                    </a:lnTo>
                    <a:lnTo>
                      <a:pt x="482" y="294"/>
                    </a:lnTo>
                    <a:close/>
                    <a:moveTo>
                      <a:pt x="188" y="292"/>
                    </a:moveTo>
                    <a:lnTo>
                      <a:pt x="192" y="292"/>
                    </a:lnTo>
                    <a:lnTo>
                      <a:pt x="192" y="294"/>
                    </a:lnTo>
                    <a:lnTo>
                      <a:pt x="192" y="298"/>
                    </a:lnTo>
                    <a:lnTo>
                      <a:pt x="196" y="304"/>
                    </a:lnTo>
                    <a:lnTo>
                      <a:pt x="192" y="304"/>
                    </a:lnTo>
                    <a:lnTo>
                      <a:pt x="188" y="304"/>
                    </a:lnTo>
                    <a:lnTo>
                      <a:pt x="184" y="304"/>
                    </a:lnTo>
                    <a:lnTo>
                      <a:pt x="184" y="308"/>
                    </a:lnTo>
                    <a:lnTo>
                      <a:pt x="188" y="308"/>
                    </a:lnTo>
                    <a:lnTo>
                      <a:pt x="184" y="308"/>
                    </a:lnTo>
                    <a:lnTo>
                      <a:pt x="180" y="304"/>
                    </a:lnTo>
                    <a:lnTo>
                      <a:pt x="172" y="304"/>
                    </a:lnTo>
                    <a:lnTo>
                      <a:pt x="172" y="298"/>
                    </a:lnTo>
                    <a:lnTo>
                      <a:pt x="168" y="298"/>
                    </a:lnTo>
                    <a:lnTo>
                      <a:pt x="168" y="294"/>
                    </a:lnTo>
                    <a:lnTo>
                      <a:pt x="172" y="294"/>
                    </a:lnTo>
                    <a:lnTo>
                      <a:pt x="176" y="294"/>
                    </a:lnTo>
                    <a:lnTo>
                      <a:pt x="176" y="292"/>
                    </a:lnTo>
                    <a:lnTo>
                      <a:pt x="180" y="292"/>
                    </a:lnTo>
                    <a:lnTo>
                      <a:pt x="184" y="292"/>
                    </a:lnTo>
                    <a:lnTo>
                      <a:pt x="188" y="292"/>
                    </a:lnTo>
                    <a:close/>
                    <a:moveTo>
                      <a:pt x="498" y="292"/>
                    </a:moveTo>
                    <a:lnTo>
                      <a:pt x="494" y="292"/>
                    </a:lnTo>
                    <a:lnTo>
                      <a:pt x="490" y="292"/>
                    </a:lnTo>
                    <a:lnTo>
                      <a:pt x="490" y="294"/>
                    </a:lnTo>
                    <a:lnTo>
                      <a:pt x="486" y="294"/>
                    </a:lnTo>
                    <a:lnTo>
                      <a:pt x="490" y="294"/>
                    </a:lnTo>
                    <a:lnTo>
                      <a:pt x="490" y="292"/>
                    </a:lnTo>
                    <a:lnTo>
                      <a:pt x="486" y="292"/>
                    </a:lnTo>
                    <a:lnTo>
                      <a:pt x="490" y="292"/>
                    </a:lnTo>
                    <a:lnTo>
                      <a:pt x="490" y="288"/>
                    </a:lnTo>
                    <a:lnTo>
                      <a:pt x="490" y="292"/>
                    </a:lnTo>
                    <a:lnTo>
                      <a:pt x="494" y="292"/>
                    </a:lnTo>
                    <a:lnTo>
                      <a:pt x="498" y="292"/>
                    </a:lnTo>
                    <a:close/>
                    <a:moveTo>
                      <a:pt x="502" y="288"/>
                    </a:moveTo>
                    <a:lnTo>
                      <a:pt x="498" y="288"/>
                    </a:lnTo>
                    <a:lnTo>
                      <a:pt x="494" y="292"/>
                    </a:lnTo>
                    <a:lnTo>
                      <a:pt x="494" y="288"/>
                    </a:lnTo>
                    <a:lnTo>
                      <a:pt x="498" y="288"/>
                    </a:lnTo>
                    <a:lnTo>
                      <a:pt x="502" y="288"/>
                    </a:lnTo>
                    <a:close/>
                    <a:moveTo>
                      <a:pt x="466" y="278"/>
                    </a:moveTo>
                    <a:lnTo>
                      <a:pt x="470" y="278"/>
                    </a:lnTo>
                    <a:lnTo>
                      <a:pt x="466" y="284"/>
                    </a:lnTo>
                    <a:lnTo>
                      <a:pt x="466" y="278"/>
                    </a:lnTo>
                    <a:close/>
                    <a:moveTo>
                      <a:pt x="144" y="222"/>
                    </a:moveTo>
                    <a:lnTo>
                      <a:pt x="140" y="222"/>
                    </a:lnTo>
                    <a:lnTo>
                      <a:pt x="134" y="222"/>
                    </a:lnTo>
                    <a:lnTo>
                      <a:pt x="130" y="226"/>
                    </a:lnTo>
                    <a:lnTo>
                      <a:pt x="130" y="222"/>
                    </a:lnTo>
                    <a:lnTo>
                      <a:pt x="126" y="222"/>
                    </a:lnTo>
                    <a:lnTo>
                      <a:pt x="122" y="222"/>
                    </a:lnTo>
                    <a:lnTo>
                      <a:pt x="122" y="218"/>
                    </a:lnTo>
                    <a:lnTo>
                      <a:pt x="120" y="214"/>
                    </a:lnTo>
                    <a:lnTo>
                      <a:pt x="116" y="214"/>
                    </a:lnTo>
                    <a:lnTo>
                      <a:pt x="110" y="214"/>
                    </a:lnTo>
                    <a:lnTo>
                      <a:pt x="116" y="214"/>
                    </a:lnTo>
                    <a:lnTo>
                      <a:pt x="120" y="214"/>
                    </a:lnTo>
                    <a:lnTo>
                      <a:pt x="120" y="218"/>
                    </a:lnTo>
                    <a:lnTo>
                      <a:pt x="122" y="218"/>
                    </a:lnTo>
                    <a:lnTo>
                      <a:pt x="120" y="218"/>
                    </a:lnTo>
                    <a:lnTo>
                      <a:pt x="116" y="214"/>
                    </a:lnTo>
                    <a:lnTo>
                      <a:pt x="110" y="214"/>
                    </a:lnTo>
                    <a:lnTo>
                      <a:pt x="106" y="214"/>
                    </a:lnTo>
                    <a:lnTo>
                      <a:pt x="106" y="218"/>
                    </a:lnTo>
                    <a:lnTo>
                      <a:pt x="102" y="218"/>
                    </a:lnTo>
                    <a:lnTo>
                      <a:pt x="98" y="218"/>
                    </a:lnTo>
                    <a:lnTo>
                      <a:pt x="98" y="214"/>
                    </a:lnTo>
                    <a:lnTo>
                      <a:pt x="98" y="210"/>
                    </a:lnTo>
                    <a:lnTo>
                      <a:pt x="98" y="206"/>
                    </a:lnTo>
                    <a:lnTo>
                      <a:pt x="102" y="206"/>
                    </a:lnTo>
                    <a:lnTo>
                      <a:pt x="102" y="210"/>
                    </a:lnTo>
                    <a:lnTo>
                      <a:pt x="106" y="210"/>
                    </a:lnTo>
                    <a:lnTo>
                      <a:pt x="110" y="210"/>
                    </a:lnTo>
                    <a:lnTo>
                      <a:pt x="116" y="210"/>
                    </a:lnTo>
                    <a:lnTo>
                      <a:pt x="120" y="206"/>
                    </a:lnTo>
                    <a:lnTo>
                      <a:pt x="122" y="206"/>
                    </a:lnTo>
                    <a:lnTo>
                      <a:pt x="122" y="210"/>
                    </a:lnTo>
                    <a:lnTo>
                      <a:pt x="126" y="210"/>
                    </a:lnTo>
                    <a:lnTo>
                      <a:pt x="126" y="214"/>
                    </a:lnTo>
                    <a:lnTo>
                      <a:pt x="130" y="214"/>
                    </a:lnTo>
                    <a:lnTo>
                      <a:pt x="134" y="214"/>
                    </a:lnTo>
                    <a:lnTo>
                      <a:pt x="134" y="218"/>
                    </a:lnTo>
                    <a:lnTo>
                      <a:pt x="140" y="218"/>
                    </a:lnTo>
                    <a:lnTo>
                      <a:pt x="144" y="218"/>
                    </a:lnTo>
                    <a:lnTo>
                      <a:pt x="148" y="218"/>
                    </a:lnTo>
                    <a:lnTo>
                      <a:pt x="144" y="222"/>
                    </a:lnTo>
                    <a:close/>
                    <a:moveTo>
                      <a:pt x="694" y="402"/>
                    </a:moveTo>
                    <a:lnTo>
                      <a:pt x="694" y="406"/>
                    </a:lnTo>
                    <a:lnTo>
                      <a:pt x="694" y="402"/>
                    </a:lnTo>
                    <a:close/>
                    <a:moveTo>
                      <a:pt x="352" y="402"/>
                    </a:moveTo>
                    <a:lnTo>
                      <a:pt x="352" y="406"/>
                    </a:lnTo>
                    <a:lnTo>
                      <a:pt x="348" y="406"/>
                    </a:lnTo>
                    <a:lnTo>
                      <a:pt x="348" y="402"/>
                    </a:lnTo>
                    <a:lnTo>
                      <a:pt x="352" y="402"/>
                    </a:lnTo>
                    <a:close/>
                    <a:moveTo>
                      <a:pt x="376" y="384"/>
                    </a:moveTo>
                    <a:lnTo>
                      <a:pt x="372" y="384"/>
                    </a:lnTo>
                    <a:lnTo>
                      <a:pt x="376" y="384"/>
                    </a:lnTo>
                    <a:close/>
                    <a:moveTo>
                      <a:pt x="372" y="384"/>
                    </a:moveTo>
                    <a:lnTo>
                      <a:pt x="368" y="384"/>
                    </a:lnTo>
                    <a:lnTo>
                      <a:pt x="372" y="384"/>
                    </a:lnTo>
                    <a:close/>
                    <a:moveTo>
                      <a:pt x="130" y="384"/>
                    </a:moveTo>
                    <a:lnTo>
                      <a:pt x="134" y="384"/>
                    </a:lnTo>
                    <a:lnTo>
                      <a:pt x="130" y="384"/>
                    </a:lnTo>
                    <a:close/>
                    <a:moveTo>
                      <a:pt x="122" y="374"/>
                    </a:moveTo>
                    <a:lnTo>
                      <a:pt x="120" y="374"/>
                    </a:lnTo>
                    <a:lnTo>
                      <a:pt x="120" y="368"/>
                    </a:lnTo>
                    <a:lnTo>
                      <a:pt x="122" y="368"/>
                    </a:lnTo>
                    <a:lnTo>
                      <a:pt x="122" y="374"/>
                    </a:lnTo>
                    <a:close/>
                    <a:moveTo>
                      <a:pt x="678" y="344"/>
                    </a:moveTo>
                    <a:lnTo>
                      <a:pt x="674" y="344"/>
                    </a:lnTo>
                    <a:lnTo>
                      <a:pt x="674" y="340"/>
                    </a:lnTo>
                    <a:lnTo>
                      <a:pt x="678" y="344"/>
                    </a:lnTo>
                    <a:close/>
                    <a:moveTo>
                      <a:pt x="266" y="336"/>
                    </a:moveTo>
                    <a:lnTo>
                      <a:pt x="266" y="332"/>
                    </a:lnTo>
                    <a:lnTo>
                      <a:pt x="270" y="332"/>
                    </a:lnTo>
                    <a:lnTo>
                      <a:pt x="266" y="336"/>
                    </a:lnTo>
                    <a:close/>
                    <a:moveTo>
                      <a:pt x="528" y="304"/>
                    </a:moveTo>
                    <a:lnTo>
                      <a:pt x="522" y="304"/>
                    </a:lnTo>
                    <a:lnTo>
                      <a:pt x="518" y="304"/>
                    </a:lnTo>
                    <a:lnTo>
                      <a:pt x="518" y="308"/>
                    </a:lnTo>
                    <a:lnTo>
                      <a:pt x="518" y="304"/>
                    </a:lnTo>
                    <a:lnTo>
                      <a:pt x="522" y="304"/>
                    </a:lnTo>
                    <a:lnTo>
                      <a:pt x="522" y="298"/>
                    </a:lnTo>
                    <a:lnTo>
                      <a:pt x="528" y="298"/>
                    </a:lnTo>
                    <a:lnTo>
                      <a:pt x="528" y="304"/>
                    </a:lnTo>
                    <a:close/>
                    <a:moveTo>
                      <a:pt x="466" y="294"/>
                    </a:moveTo>
                    <a:lnTo>
                      <a:pt x="466" y="298"/>
                    </a:lnTo>
                    <a:lnTo>
                      <a:pt x="462" y="298"/>
                    </a:lnTo>
                    <a:lnTo>
                      <a:pt x="466" y="298"/>
                    </a:lnTo>
                    <a:lnTo>
                      <a:pt x="466" y="294"/>
                    </a:lnTo>
                    <a:close/>
                    <a:moveTo>
                      <a:pt x="466" y="292"/>
                    </a:moveTo>
                    <a:lnTo>
                      <a:pt x="466" y="294"/>
                    </a:lnTo>
                    <a:lnTo>
                      <a:pt x="466" y="292"/>
                    </a:lnTo>
                    <a:close/>
                    <a:moveTo>
                      <a:pt x="510" y="292"/>
                    </a:moveTo>
                    <a:lnTo>
                      <a:pt x="510" y="294"/>
                    </a:lnTo>
                    <a:lnTo>
                      <a:pt x="510" y="292"/>
                    </a:lnTo>
                    <a:close/>
                    <a:moveTo>
                      <a:pt x="88" y="294"/>
                    </a:moveTo>
                    <a:lnTo>
                      <a:pt x="88" y="292"/>
                    </a:lnTo>
                    <a:lnTo>
                      <a:pt x="86" y="292"/>
                    </a:lnTo>
                    <a:lnTo>
                      <a:pt x="82" y="292"/>
                    </a:lnTo>
                    <a:lnTo>
                      <a:pt x="78" y="288"/>
                    </a:lnTo>
                    <a:lnTo>
                      <a:pt x="82" y="288"/>
                    </a:lnTo>
                    <a:lnTo>
                      <a:pt x="82" y="292"/>
                    </a:lnTo>
                    <a:lnTo>
                      <a:pt x="86" y="292"/>
                    </a:lnTo>
                    <a:lnTo>
                      <a:pt x="88" y="292"/>
                    </a:lnTo>
                    <a:lnTo>
                      <a:pt x="88" y="294"/>
                    </a:lnTo>
                    <a:close/>
                    <a:moveTo>
                      <a:pt x="466" y="284"/>
                    </a:moveTo>
                    <a:lnTo>
                      <a:pt x="466" y="288"/>
                    </a:lnTo>
                    <a:lnTo>
                      <a:pt x="466" y="284"/>
                    </a:lnTo>
                    <a:lnTo>
                      <a:pt x="462" y="284"/>
                    </a:lnTo>
                    <a:lnTo>
                      <a:pt x="466" y="284"/>
                    </a:lnTo>
                    <a:close/>
                    <a:moveTo>
                      <a:pt x="244" y="210"/>
                    </a:moveTo>
                    <a:lnTo>
                      <a:pt x="242" y="210"/>
                    </a:lnTo>
                    <a:lnTo>
                      <a:pt x="244" y="210"/>
                    </a:lnTo>
                    <a:close/>
                    <a:moveTo>
                      <a:pt x="184" y="140"/>
                    </a:moveTo>
                    <a:lnTo>
                      <a:pt x="180" y="146"/>
                    </a:lnTo>
                    <a:lnTo>
                      <a:pt x="180" y="140"/>
                    </a:lnTo>
                    <a:lnTo>
                      <a:pt x="184" y="140"/>
                    </a:lnTo>
                    <a:close/>
                    <a:moveTo>
                      <a:pt x="210" y="132"/>
                    </a:moveTo>
                    <a:lnTo>
                      <a:pt x="204" y="132"/>
                    </a:lnTo>
                    <a:lnTo>
                      <a:pt x="196" y="136"/>
                    </a:lnTo>
                    <a:lnTo>
                      <a:pt x="200" y="132"/>
                    </a:lnTo>
                    <a:lnTo>
                      <a:pt x="204" y="132"/>
                    </a:lnTo>
                    <a:lnTo>
                      <a:pt x="210" y="132"/>
                    </a:lnTo>
                    <a:close/>
                    <a:moveTo>
                      <a:pt x="244" y="422"/>
                    </a:moveTo>
                    <a:lnTo>
                      <a:pt x="244" y="426"/>
                    </a:lnTo>
                    <a:lnTo>
                      <a:pt x="244" y="422"/>
                    </a:lnTo>
                    <a:close/>
                    <a:moveTo>
                      <a:pt x="474" y="292"/>
                    </a:moveTo>
                    <a:lnTo>
                      <a:pt x="470" y="292"/>
                    </a:lnTo>
                    <a:lnTo>
                      <a:pt x="474" y="292"/>
                    </a:lnTo>
                    <a:lnTo>
                      <a:pt x="470" y="294"/>
                    </a:lnTo>
                    <a:lnTo>
                      <a:pt x="470" y="292"/>
                    </a:lnTo>
                    <a:lnTo>
                      <a:pt x="474" y="288"/>
                    </a:lnTo>
                    <a:lnTo>
                      <a:pt x="474" y="292"/>
                    </a:lnTo>
                    <a:close/>
                    <a:moveTo>
                      <a:pt x="456" y="292"/>
                    </a:moveTo>
                    <a:lnTo>
                      <a:pt x="456" y="288"/>
                    </a:lnTo>
                    <a:lnTo>
                      <a:pt x="462" y="288"/>
                    </a:lnTo>
                    <a:lnTo>
                      <a:pt x="466" y="288"/>
                    </a:lnTo>
                    <a:lnTo>
                      <a:pt x="470" y="288"/>
                    </a:lnTo>
                    <a:lnTo>
                      <a:pt x="470" y="292"/>
                    </a:lnTo>
                    <a:lnTo>
                      <a:pt x="466" y="292"/>
                    </a:lnTo>
                    <a:lnTo>
                      <a:pt x="462" y="294"/>
                    </a:lnTo>
                    <a:lnTo>
                      <a:pt x="466" y="294"/>
                    </a:lnTo>
                    <a:lnTo>
                      <a:pt x="466" y="298"/>
                    </a:lnTo>
                    <a:lnTo>
                      <a:pt x="462" y="298"/>
                    </a:lnTo>
                    <a:lnTo>
                      <a:pt x="462" y="294"/>
                    </a:lnTo>
                    <a:lnTo>
                      <a:pt x="462" y="298"/>
                    </a:lnTo>
                    <a:lnTo>
                      <a:pt x="462" y="304"/>
                    </a:lnTo>
                    <a:lnTo>
                      <a:pt x="456" y="304"/>
                    </a:lnTo>
                    <a:lnTo>
                      <a:pt x="452" y="304"/>
                    </a:lnTo>
                    <a:lnTo>
                      <a:pt x="448" y="304"/>
                    </a:lnTo>
                    <a:lnTo>
                      <a:pt x="448" y="298"/>
                    </a:lnTo>
                    <a:lnTo>
                      <a:pt x="448" y="304"/>
                    </a:lnTo>
                    <a:lnTo>
                      <a:pt x="444" y="304"/>
                    </a:lnTo>
                    <a:lnTo>
                      <a:pt x="444" y="298"/>
                    </a:lnTo>
                    <a:lnTo>
                      <a:pt x="444" y="304"/>
                    </a:lnTo>
                    <a:lnTo>
                      <a:pt x="442" y="304"/>
                    </a:lnTo>
                    <a:lnTo>
                      <a:pt x="442" y="308"/>
                    </a:lnTo>
                    <a:lnTo>
                      <a:pt x="444" y="308"/>
                    </a:lnTo>
                    <a:lnTo>
                      <a:pt x="442" y="308"/>
                    </a:lnTo>
                    <a:lnTo>
                      <a:pt x="442" y="304"/>
                    </a:lnTo>
                    <a:lnTo>
                      <a:pt x="442" y="308"/>
                    </a:lnTo>
                    <a:lnTo>
                      <a:pt x="442" y="312"/>
                    </a:lnTo>
                    <a:lnTo>
                      <a:pt x="442" y="308"/>
                    </a:lnTo>
                    <a:lnTo>
                      <a:pt x="438" y="308"/>
                    </a:lnTo>
                    <a:lnTo>
                      <a:pt x="438" y="312"/>
                    </a:lnTo>
                    <a:lnTo>
                      <a:pt x="432" y="316"/>
                    </a:lnTo>
                    <a:lnTo>
                      <a:pt x="428" y="316"/>
                    </a:lnTo>
                    <a:lnTo>
                      <a:pt x="428" y="312"/>
                    </a:lnTo>
                    <a:lnTo>
                      <a:pt x="432" y="312"/>
                    </a:lnTo>
                    <a:lnTo>
                      <a:pt x="432" y="308"/>
                    </a:lnTo>
                    <a:lnTo>
                      <a:pt x="432" y="312"/>
                    </a:lnTo>
                    <a:lnTo>
                      <a:pt x="428" y="312"/>
                    </a:lnTo>
                    <a:lnTo>
                      <a:pt x="428" y="316"/>
                    </a:lnTo>
                    <a:lnTo>
                      <a:pt x="428" y="312"/>
                    </a:lnTo>
                    <a:lnTo>
                      <a:pt x="424" y="312"/>
                    </a:lnTo>
                    <a:lnTo>
                      <a:pt x="428" y="316"/>
                    </a:lnTo>
                    <a:lnTo>
                      <a:pt x="424" y="316"/>
                    </a:lnTo>
                    <a:lnTo>
                      <a:pt x="420" y="320"/>
                    </a:lnTo>
                    <a:lnTo>
                      <a:pt x="416" y="320"/>
                    </a:lnTo>
                    <a:lnTo>
                      <a:pt x="420" y="320"/>
                    </a:lnTo>
                    <a:lnTo>
                      <a:pt x="416" y="320"/>
                    </a:lnTo>
                    <a:lnTo>
                      <a:pt x="414" y="320"/>
                    </a:lnTo>
                    <a:lnTo>
                      <a:pt x="414" y="322"/>
                    </a:lnTo>
                    <a:lnTo>
                      <a:pt x="408" y="322"/>
                    </a:lnTo>
                    <a:lnTo>
                      <a:pt x="408" y="320"/>
                    </a:lnTo>
                    <a:lnTo>
                      <a:pt x="404" y="320"/>
                    </a:lnTo>
                    <a:lnTo>
                      <a:pt x="408" y="316"/>
                    </a:lnTo>
                    <a:lnTo>
                      <a:pt x="414" y="316"/>
                    </a:lnTo>
                    <a:lnTo>
                      <a:pt x="414" y="312"/>
                    </a:lnTo>
                    <a:lnTo>
                      <a:pt x="416" y="312"/>
                    </a:lnTo>
                    <a:lnTo>
                      <a:pt x="420" y="308"/>
                    </a:lnTo>
                    <a:lnTo>
                      <a:pt x="416" y="308"/>
                    </a:lnTo>
                    <a:lnTo>
                      <a:pt x="414" y="312"/>
                    </a:lnTo>
                    <a:lnTo>
                      <a:pt x="408" y="308"/>
                    </a:lnTo>
                    <a:lnTo>
                      <a:pt x="408" y="298"/>
                    </a:lnTo>
                    <a:lnTo>
                      <a:pt x="414" y="298"/>
                    </a:lnTo>
                    <a:lnTo>
                      <a:pt x="414" y="294"/>
                    </a:lnTo>
                    <a:lnTo>
                      <a:pt x="416" y="292"/>
                    </a:lnTo>
                    <a:lnTo>
                      <a:pt x="416" y="288"/>
                    </a:lnTo>
                    <a:lnTo>
                      <a:pt x="416" y="284"/>
                    </a:lnTo>
                    <a:lnTo>
                      <a:pt x="414" y="284"/>
                    </a:lnTo>
                    <a:lnTo>
                      <a:pt x="416" y="284"/>
                    </a:lnTo>
                    <a:lnTo>
                      <a:pt x="420" y="284"/>
                    </a:lnTo>
                    <a:lnTo>
                      <a:pt x="424" y="278"/>
                    </a:lnTo>
                    <a:lnTo>
                      <a:pt x="428" y="274"/>
                    </a:lnTo>
                    <a:lnTo>
                      <a:pt x="432" y="274"/>
                    </a:lnTo>
                    <a:lnTo>
                      <a:pt x="432" y="278"/>
                    </a:lnTo>
                    <a:lnTo>
                      <a:pt x="438" y="278"/>
                    </a:lnTo>
                    <a:lnTo>
                      <a:pt x="438" y="274"/>
                    </a:lnTo>
                    <a:lnTo>
                      <a:pt x="442" y="274"/>
                    </a:lnTo>
                    <a:lnTo>
                      <a:pt x="442" y="278"/>
                    </a:lnTo>
                    <a:lnTo>
                      <a:pt x="444" y="278"/>
                    </a:lnTo>
                    <a:lnTo>
                      <a:pt x="448" y="278"/>
                    </a:lnTo>
                    <a:lnTo>
                      <a:pt x="444" y="278"/>
                    </a:lnTo>
                    <a:lnTo>
                      <a:pt x="442" y="274"/>
                    </a:lnTo>
                    <a:lnTo>
                      <a:pt x="438" y="274"/>
                    </a:lnTo>
                    <a:lnTo>
                      <a:pt x="438" y="270"/>
                    </a:lnTo>
                    <a:lnTo>
                      <a:pt x="438" y="266"/>
                    </a:lnTo>
                    <a:lnTo>
                      <a:pt x="442" y="266"/>
                    </a:lnTo>
                    <a:lnTo>
                      <a:pt x="444" y="266"/>
                    </a:lnTo>
                    <a:lnTo>
                      <a:pt x="448" y="262"/>
                    </a:lnTo>
                    <a:lnTo>
                      <a:pt x="444" y="262"/>
                    </a:lnTo>
                    <a:lnTo>
                      <a:pt x="442" y="262"/>
                    </a:lnTo>
                    <a:lnTo>
                      <a:pt x="442" y="266"/>
                    </a:lnTo>
                    <a:lnTo>
                      <a:pt x="438" y="266"/>
                    </a:lnTo>
                    <a:lnTo>
                      <a:pt x="438" y="270"/>
                    </a:lnTo>
                    <a:lnTo>
                      <a:pt x="432" y="270"/>
                    </a:lnTo>
                    <a:lnTo>
                      <a:pt x="428" y="270"/>
                    </a:lnTo>
                    <a:lnTo>
                      <a:pt x="424" y="270"/>
                    </a:lnTo>
                    <a:lnTo>
                      <a:pt x="420" y="270"/>
                    </a:lnTo>
                    <a:lnTo>
                      <a:pt x="416" y="274"/>
                    </a:lnTo>
                    <a:lnTo>
                      <a:pt x="414" y="274"/>
                    </a:lnTo>
                    <a:lnTo>
                      <a:pt x="408" y="278"/>
                    </a:lnTo>
                    <a:lnTo>
                      <a:pt x="408" y="284"/>
                    </a:lnTo>
                    <a:lnTo>
                      <a:pt x="404" y="284"/>
                    </a:lnTo>
                    <a:lnTo>
                      <a:pt x="404" y="288"/>
                    </a:lnTo>
                    <a:lnTo>
                      <a:pt x="400" y="288"/>
                    </a:lnTo>
                    <a:lnTo>
                      <a:pt x="400" y="292"/>
                    </a:lnTo>
                    <a:lnTo>
                      <a:pt x="400" y="294"/>
                    </a:lnTo>
                    <a:lnTo>
                      <a:pt x="396" y="294"/>
                    </a:lnTo>
                    <a:lnTo>
                      <a:pt x="392" y="294"/>
                    </a:lnTo>
                    <a:lnTo>
                      <a:pt x="386" y="294"/>
                    </a:lnTo>
                    <a:lnTo>
                      <a:pt x="392" y="294"/>
                    </a:lnTo>
                    <a:lnTo>
                      <a:pt x="396" y="298"/>
                    </a:lnTo>
                    <a:lnTo>
                      <a:pt x="392" y="304"/>
                    </a:lnTo>
                    <a:lnTo>
                      <a:pt x="386" y="304"/>
                    </a:lnTo>
                    <a:lnTo>
                      <a:pt x="382" y="308"/>
                    </a:lnTo>
                    <a:lnTo>
                      <a:pt x="386" y="304"/>
                    </a:lnTo>
                    <a:lnTo>
                      <a:pt x="386" y="308"/>
                    </a:lnTo>
                    <a:lnTo>
                      <a:pt x="386" y="312"/>
                    </a:lnTo>
                    <a:lnTo>
                      <a:pt x="382" y="312"/>
                    </a:lnTo>
                    <a:lnTo>
                      <a:pt x="382" y="308"/>
                    </a:lnTo>
                    <a:lnTo>
                      <a:pt x="382" y="312"/>
                    </a:lnTo>
                    <a:lnTo>
                      <a:pt x="380" y="312"/>
                    </a:lnTo>
                    <a:lnTo>
                      <a:pt x="376" y="312"/>
                    </a:lnTo>
                    <a:lnTo>
                      <a:pt x="380" y="316"/>
                    </a:lnTo>
                    <a:lnTo>
                      <a:pt x="376" y="316"/>
                    </a:lnTo>
                    <a:lnTo>
                      <a:pt x="372" y="316"/>
                    </a:lnTo>
                    <a:lnTo>
                      <a:pt x="376" y="316"/>
                    </a:lnTo>
                    <a:lnTo>
                      <a:pt x="372" y="320"/>
                    </a:lnTo>
                    <a:lnTo>
                      <a:pt x="372" y="322"/>
                    </a:lnTo>
                    <a:lnTo>
                      <a:pt x="376" y="322"/>
                    </a:lnTo>
                    <a:lnTo>
                      <a:pt x="380" y="322"/>
                    </a:lnTo>
                    <a:lnTo>
                      <a:pt x="380" y="328"/>
                    </a:lnTo>
                    <a:lnTo>
                      <a:pt x="382" y="328"/>
                    </a:lnTo>
                    <a:lnTo>
                      <a:pt x="382" y="332"/>
                    </a:lnTo>
                    <a:lnTo>
                      <a:pt x="380" y="336"/>
                    </a:lnTo>
                    <a:lnTo>
                      <a:pt x="376" y="336"/>
                    </a:lnTo>
                    <a:lnTo>
                      <a:pt x="376" y="340"/>
                    </a:lnTo>
                    <a:lnTo>
                      <a:pt x="372" y="340"/>
                    </a:lnTo>
                    <a:lnTo>
                      <a:pt x="376" y="340"/>
                    </a:lnTo>
                    <a:lnTo>
                      <a:pt x="372" y="340"/>
                    </a:lnTo>
                    <a:lnTo>
                      <a:pt x="368" y="344"/>
                    </a:lnTo>
                    <a:lnTo>
                      <a:pt x="372" y="344"/>
                    </a:lnTo>
                    <a:lnTo>
                      <a:pt x="372" y="350"/>
                    </a:lnTo>
                    <a:lnTo>
                      <a:pt x="368" y="350"/>
                    </a:lnTo>
                    <a:lnTo>
                      <a:pt x="362" y="350"/>
                    </a:lnTo>
                    <a:lnTo>
                      <a:pt x="362" y="354"/>
                    </a:lnTo>
                    <a:lnTo>
                      <a:pt x="358" y="350"/>
                    </a:lnTo>
                    <a:lnTo>
                      <a:pt x="358" y="354"/>
                    </a:lnTo>
                    <a:lnTo>
                      <a:pt x="354" y="354"/>
                    </a:lnTo>
                    <a:lnTo>
                      <a:pt x="354" y="356"/>
                    </a:lnTo>
                    <a:lnTo>
                      <a:pt x="352" y="356"/>
                    </a:lnTo>
                    <a:lnTo>
                      <a:pt x="348" y="356"/>
                    </a:lnTo>
                    <a:lnTo>
                      <a:pt x="348" y="360"/>
                    </a:lnTo>
                    <a:lnTo>
                      <a:pt x="344" y="360"/>
                    </a:lnTo>
                    <a:lnTo>
                      <a:pt x="344" y="364"/>
                    </a:lnTo>
                    <a:lnTo>
                      <a:pt x="338" y="364"/>
                    </a:lnTo>
                    <a:lnTo>
                      <a:pt x="334" y="368"/>
                    </a:lnTo>
                    <a:lnTo>
                      <a:pt x="338" y="368"/>
                    </a:lnTo>
                    <a:lnTo>
                      <a:pt x="338" y="374"/>
                    </a:lnTo>
                    <a:lnTo>
                      <a:pt x="334" y="374"/>
                    </a:lnTo>
                    <a:lnTo>
                      <a:pt x="334" y="378"/>
                    </a:lnTo>
                    <a:lnTo>
                      <a:pt x="330" y="378"/>
                    </a:lnTo>
                    <a:lnTo>
                      <a:pt x="326" y="378"/>
                    </a:lnTo>
                    <a:lnTo>
                      <a:pt x="326" y="382"/>
                    </a:lnTo>
                    <a:lnTo>
                      <a:pt x="322" y="382"/>
                    </a:lnTo>
                    <a:lnTo>
                      <a:pt x="322" y="378"/>
                    </a:lnTo>
                    <a:lnTo>
                      <a:pt x="318" y="378"/>
                    </a:lnTo>
                    <a:lnTo>
                      <a:pt x="318" y="382"/>
                    </a:lnTo>
                    <a:lnTo>
                      <a:pt x="318" y="384"/>
                    </a:lnTo>
                    <a:lnTo>
                      <a:pt x="314" y="382"/>
                    </a:lnTo>
                    <a:lnTo>
                      <a:pt x="314" y="384"/>
                    </a:lnTo>
                    <a:lnTo>
                      <a:pt x="310" y="384"/>
                    </a:lnTo>
                    <a:lnTo>
                      <a:pt x="314" y="384"/>
                    </a:lnTo>
                    <a:lnTo>
                      <a:pt x="314" y="388"/>
                    </a:lnTo>
                    <a:lnTo>
                      <a:pt x="310" y="388"/>
                    </a:lnTo>
                    <a:lnTo>
                      <a:pt x="310" y="384"/>
                    </a:lnTo>
                    <a:lnTo>
                      <a:pt x="310" y="388"/>
                    </a:lnTo>
                    <a:lnTo>
                      <a:pt x="306" y="388"/>
                    </a:lnTo>
                    <a:lnTo>
                      <a:pt x="304" y="388"/>
                    </a:lnTo>
                    <a:lnTo>
                      <a:pt x="304" y="392"/>
                    </a:lnTo>
                    <a:lnTo>
                      <a:pt x="306" y="388"/>
                    </a:lnTo>
                    <a:lnTo>
                      <a:pt x="306" y="392"/>
                    </a:lnTo>
                    <a:lnTo>
                      <a:pt x="310" y="392"/>
                    </a:lnTo>
                    <a:lnTo>
                      <a:pt x="306" y="392"/>
                    </a:lnTo>
                    <a:lnTo>
                      <a:pt x="310" y="392"/>
                    </a:lnTo>
                    <a:lnTo>
                      <a:pt x="306" y="398"/>
                    </a:lnTo>
                    <a:lnTo>
                      <a:pt x="306" y="392"/>
                    </a:lnTo>
                    <a:lnTo>
                      <a:pt x="306" y="398"/>
                    </a:lnTo>
                    <a:lnTo>
                      <a:pt x="304" y="398"/>
                    </a:lnTo>
                    <a:lnTo>
                      <a:pt x="306" y="392"/>
                    </a:lnTo>
                    <a:lnTo>
                      <a:pt x="304" y="392"/>
                    </a:lnTo>
                    <a:lnTo>
                      <a:pt x="304" y="398"/>
                    </a:lnTo>
                    <a:lnTo>
                      <a:pt x="304" y="402"/>
                    </a:lnTo>
                    <a:lnTo>
                      <a:pt x="304" y="398"/>
                    </a:lnTo>
                    <a:lnTo>
                      <a:pt x="300" y="398"/>
                    </a:lnTo>
                    <a:lnTo>
                      <a:pt x="300" y="402"/>
                    </a:lnTo>
                    <a:lnTo>
                      <a:pt x="294" y="402"/>
                    </a:lnTo>
                    <a:lnTo>
                      <a:pt x="290" y="402"/>
                    </a:lnTo>
                    <a:lnTo>
                      <a:pt x="290" y="406"/>
                    </a:lnTo>
                    <a:lnTo>
                      <a:pt x="286" y="406"/>
                    </a:lnTo>
                    <a:lnTo>
                      <a:pt x="286" y="410"/>
                    </a:lnTo>
                    <a:lnTo>
                      <a:pt x="286" y="406"/>
                    </a:lnTo>
                    <a:lnTo>
                      <a:pt x="286" y="402"/>
                    </a:lnTo>
                    <a:lnTo>
                      <a:pt x="282" y="402"/>
                    </a:lnTo>
                    <a:lnTo>
                      <a:pt x="282" y="406"/>
                    </a:lnTo>
                    <a:lnTo>
                      <a:pt x="278" y="406"/>
                    </a:lnTo>
                    <a:lnTo>
                      <a:pt x="278" y="410"/>
                    </a:lnTo>
                    <a:lnTo>
                      <a:pt x="272" y="410"/>
                    </a:lnTo>
                    <a:lnTo>
                      <a:pt x="270" y="410"/>
                    </a:lnTo>
                    <a:lnTo>
                      <a:pt x="270" y="414"/>
                    </a:lnTo>
                    <a:lnTo>
                      <a:pt x="270" y="410"/>
                    </a:lnTo>
                    <a:lnTo>
                      <a:pt x="266" y="410"/>
                    </a:lnTo>
                    <a:lnTo>
                      <a:pt x="266" y="414"/>
                    </a:lnTo>
                    <a:lnTo>
                      <a:pt x="262" y="414"/>
                    </a:lnTo>
                    <a:lnTo>
                      <a:pt x="258" y="414"/>
                    </a:lnTo>
                    <a:lnTo>
                      <a:pt x="258" y="410"/>
                    </a:lnTo>
                    <a:lnTo>
                      <a:pt x="262" y="410"/>
                    </a:lnTo>
                    <a:lnTo>
                      <a:pt x="258" y="410"/>
                    </a:lnTo>
                    <a:lnTo>
                      <a:pt x="254" y="410"/>
                    </a:lnTo>
                    <a:lnTo>
                      <a:pt x="254" y="414"/>
                    </a:lnTo>
                    <a:lnTo>
                      <a:pt x="254" y="418"/>
                    </a:lnTo>
                    <a:lnTo>
                      <a:pt x="248" y="418"/>
                    </a:lnTo>
                    <a:lnTo>
                      <a:pt x="248" y="422"/>
                    </a:lnTo>
                    <a:lnTo>
                      <a:pt x="248" y="418"/>
                    </a:lnTo>
                    <a:lnTo>
                      <a:pt x="244" y="422"/>
                    </a:lnTo>
                    <a:lnTo>
                      <a:pt x="242" y="422"/>
                    </a:lnTo>
                    <a:lnTo>
                      <a:pt x="242" y="418"/>
                    </a:lnTo>
                    <a:lnTo>
                      <a:pt x="242" y="422"/>
                    </a:lnTo>
                    <a:lnTo>
                      <a:pt x="238" y="426"/>
                    </a:lnTo>
                    <a:lnTo>
                      <a:pt x="238" y="422"/>
                    </a:lnTo>
                    <a:lnTo>
                      <a:pt x="234" y="422"/>
                    </a:lnTo>
                    <a:lnTo>
                      <a:pt x="234" y="418"/>
                    </a:lnTo>
                    <a:lnTo>
                      <a:pt x="234" y="422"/>
                    </a:lnTo>
                    <a:lnTo>
                      <a:pt x="234" y="426"/>
                    </a:lnTo>
                    <a:lnTo>
                      <a:pt x="230" y="426"/>
                    </a:lnTo>
                    <a:lnTo>
                      <a:pt x="230" y="422"/>
                    </a:lnTo>
                    <a:lnTo>
                      <a:pt x="230" y="418"/>
                    </a:lnTo>
                    <a:lnTo>
                      <a:pt x="234" y="418"/>
                    </a:lnTo>
                    <a:lnTo>
                      <a:pt x="238" y="418"/>
                    </a:lnTo>
                    <a:lnTo>
                      <a:pt x="238" y="414"/>
                    </a:lnTo>
                    <a:lnTo>
                      <a:pt x="242" y="414"/>
                    </a:lnTo>
                    <a:lnTo>
                      <a:pt x="242" y="410"/>
                    </a:lnTo>
                    <a:lnTo>
                      <a:pt x="244" y="410"/>
                    </a:lnTo>
                    <a:lnTo>
                      <a:pt x="244" y="406"/>
                    </a:lnTo>
                    <a:lnTo>
                      <a:pt x="248" y="406"/>
                    </a:lnTo>
                    <a:lnTo>
                      <a:pt x="254" y="402"/>
                    </a:lnTo>
                    <a:lnTo>
                      <a:pt x="262" y="402"/>
                    </a:lnTo>
                    <a:lnTo>
                      <a:pt x="266" y="402"/>
                    </a:lnTo>
                    <a:lnTo>
                      <a:pt x="270" y="406"/>
                    </a:lnTo>
                    <a:lnTo>
                      <a:pt x="270" y="402"/>
                    </a:lnTo>
                    <a:lnTo>
                      <a:pt x="272" y="402"/>
                    </a:lnTo>
                    <a:lnTo>
                      <a:pt x="272" y="406"/>
                    </a:lnTo>
                    <a:lnTo>
                      <a:pt x="278" y="406"/>
                    </a:lnTo>
                    <a:lnTo>
                      <a:pt x="278" y="402"/>
                    </a:lnTo>
                    <a:lnTo>
                      <a:pt x="272" y="402"/>
                    </a:lnTo>
                    <a:lnTo>
                      <a:pt x="272" y="398"/>
                    </a:lnTo>
                    <a:lnTo>
                      <a:pt x="272" y="392"/>
                    </a:lnTo>
                    <a:lnTo>
                      <a:pt x="278" y="392"/>
                    </a:lnTo>
                    <a:lnTo>
                      <a:pt x="278" y="388"/>
                    </a:lnTo>
                    <a:lnTo>
                      <a:pt x="282" y="388"/>
                    </a:lnTo>
                    <a:lnTo>
                      <a:pt x="282" y="384"/>
                    </a:lnTo>
                    <a:lnTo>
                      <a:pt x="286" y="384"/>
                    </a:lnTo>
                    <a:lnTo>
                      <a:pt x="290" y="384"/>
                    </a:lnTo>
                    <a:lnTo>
                      <a:pt x="294" y="382"/>
                    </a:lnTo>
                    <a:lnTo>
                      <a:pt x="300" y="382"/>
                    </a:lnTo>
                    <a:lnTo>
                      <a:pt x="304" y="382"/>
                    </a:lnTo>
                    <a:lnTo>
                      <a:pt x="304" y="378"/>
                    </a:lnTo>
                    <a:lnTo>
                      <a:pt x="304" y="374"/>
                    </a:lnTo>
                    <a:lnTo>
                      <a:pt x="306" y="368"/>
                    </a:lnTo>
                    <a:lnTo>
                      <a:pt x="310" y="364"/>
                    </a:lnTo>
                    <a:lnTo>
                      <a:pt x="314" y="364"/>
                    </a:lnTo>
                    <a:lnTo>
                      <a:pt x="314" y="360"/>
                    </a:lnTo>
                    <a:lnTo>
                      <a:pt x="318" y="360"/>
                    </a:lnTo>
                    <a:lnTo>
                      <a:pt x="318" y="364"/>
                    </a:lnTo>
                    <a:lnTo>
                      <a:pt x="322" y="364"/>
                    </a:lnTo>
                    <a:lnTo>
                      <a:pt x="322" y="360"/>
                    </a:lnTo>
                    <a:lnTo>
                      <a:pt x="318" y="364"/>
                    </a:lnTo>
                    <a:lnTo>
                      <a:pt x="318" y="360"/>
                    </a:lnTo>
                    <a:lnTo>
                      <a:pt x="318" y="356"/>
                    </a:lnTo>
                    <a:lnTo>
                      <a:pt x="318" y="354"/>
                    </a:lnTo>
                    <a:lnTo>
                      <a:pt x="318" y="350"/>
                    </a:lnTo>
                    <a:lnTo>
                      <a:pt x="322" y="344"/>
                    </a:lnTo>
                    <a:lnTo>
                      <a:pt x="326" y="344"/>
                    </a:lnTo>
                    <a:lnTo>
                      <a:pt x="326" y="350"/>
                    </a:lnTo>
                    <a:lnTo>
                      <a:pt x="326" y="344"/>
                    </a:lnTo>
                    <a:lnTo>
                      <a:pt x="322" y="344"/>
                    </a:lnTo>
                    <a:lnTo>
                      <a:pt x="318" y="344"/>
                    </a:lnTo>
                    <a:lnTo>
                      <a:pt x="318" y="340"/>
                    </a:lnTo>
                    <a:lnTo>
                      <a:pt x="322" y="336"/>
                    </a:lnTo>
                    <a:lnTo>
                      <a:pt x="326" y="332"/>
                    </a:lnTo>
                    <a:lnTo>
                      <a:pt x="326" y="328"/>
                    </a:lnTo>
                    <a:lnTo>
                      <a:pt x="330" y="328"/>
                    </a:lnTo>
                    <a:lnTo>
                      <a:pt x="330" y="322"/>
                    </a:lnTo>
                    <a:lnTo>
                      <a:pt x="326" y="328"/>
                    </a:lnTo>
                    <a:lnTo>
                      <a:pt x="322" y="328"/>
                    </a:lnTo>
                    <a:lnTo>
                      <a:pt x="322" y="332"/>
                    </a:lnTo>
                    <a:lnTo>
                      <a:pt x="318" y="332"/>
                    </a:lnTo>
                    <a:lnTo>
                      <a:pt x="314" y="332"/>
                    </a:lnTo>
                    <a:lnTo>
                      <a:pt x="310" y="336"/>
                    </a:lnTo>
                    <a:lnTo>
                      <a:pt x="306" y="336"/>
                    </a:lnTo>
                    <a:lnTo>
                      <a:pt x="306" y="332"/>
                    </a:lnTo>
                    <a:lnTo>
                      <a:pt x="304" y="332"/>
                    </a:lnTo>
                    <a:lnTo>
                      <a:pt x="304" y="328"/>
                    </a:lnTo>
                    <a:lnTo>
                      <a:pt x="306" y="328"/>
                    </a:lnTo>
                    <a:lnTo>
                      <a:pt x="306" y="322"/>
                    </a:lnTo>
                    <a:lnTo>
                      <a:pt x="310" y="322"/>
                    </a:lnTo>
                    <a:lnTo>
                      <a:pt x="310" y="328"/>
                    </a:lnTo>
                    <a:lnTo>
                      <a:pt x="310" y="322"/>
                    </a:lnTo>
                    <a:lnTo>
                      <a:pt x="306" y="322"/>
                    </a:lnTo>
                    <a:lnTo>
                      <a:pt x="304" y="320"/>
                    </a:lnTo>
                    <a:lnTo>
                      <a:pt x="304" y="322"/>
                    </a:lnTo>
                    <a:lnTo>
                      <a:pt x="306" y="322"/>
                    </a:lnTo>
                    <a:lnTo>
                      <a:pt x="304" y="328"/>
                    </a:lnTo>
                    <a:lnTo>
                      <a:pt x="300" y="328"/>
                    </a:lnTo>
                    <a:lnTo>
                      <a:pt x="300" y="332"/>
                    </a:lnTo>
                    <a:lnTo>
                      <a:pt x="304" y="340"/>
                    </a:lnTo>
                    <a:lnTo>
                      <a:pt x="300" y="340"/>
                    </a:lnTo>
                    <a:lnTo>
                      <a:pt x="294" y="340"/>
                    </a:lnTo>
                    <a:lnTo>
                      <a:pt x="294" y="336"/>
                    </a:lnTo>
                    <a:lnTo>
                      <a:pt x="290" y="332"/>
                    </a:lnTo>
                    <a:lnTo>
                      <a:pt x="286" y="328"/>
                    </a:lnTo>
                    <a:lnTo>
                      <a:pt x="286" y="332"/>
                    </a:lnTo>
                    <a:lnTo>
                      <a:pt x="282" y="332"/>
                    </a:lnTo>
                    <a:lnTo>
                      <a:pt x="282" y="328"/>
                    </a:lnTo>
                    <a:lnTo>
                      <a:pt x="278" y="328"/>
                    </a:lnTo>
                    <a:lnTo>
                      <a:pt x="278" y="322"/>
                    </a:lnTo>
                    <a:lnTo>
                      <a:pt x="272" y="322"/>
                    </a:lnTo>
                    <a:lnTo>
                      <a:pt x="270" y="328"/>
                    </a:lnTo>
                    <a:lnTo>
                      <a:pt x="266" y="328"/>
                    </a:lnTo>
                    <a:lnTo>
                      <a:pt x="266" y="332"/>
                    </a:lnTo>
                    <a:lnTo>
                      <a:pt x="262" y="332"/>
                    </a:lnTo>
                    <a:lnTo>
                      <a:pt x="262" y="336"/>
                    </a:lnTo>
                    <a:lnTo>
                      <a:pt x="258" y="336"/>
                    </a:lnTo>
                    <a:lnTo>
                      <a:pt x="254" y="336"/>
                    </a:lnTo>
                    <a:lnTo>
                      <a:pt x="248" y="336"/>
                    </a:lnTo>
                    <a:lnTo>
                      <a:pt x="248" y="332"/>
                    </a:lnTo>
                    <a:lnTo>
                      <a:pt x="248" y="336"/>
                    </a:lnTo>
                    <a:lnTo>
                      <a:pt x="254" y="336"/>
                    </a:lnTo>
                    <a:lnTo>
                      <a:pt x="254" y="332"/>
                    </a:lnTo>
                    <a:lnTo>
                      <a:pt x="258" y="332"/>
                    </a:lnTo>
                    <a:lnTo>
                      <a:pt x="254" y="332"/>
                    </a:lnTo>
                    <a:lnTo>
                      <a:pt x="254" y="328"/>
                    </a:lnTo>
                    <a:lnTo>
                      <a:pt x="254" y="322"/>
                    </a:lnTo>
                    <a:lnTo>
                      <a:pt x="258" y="322"/>
                    </a:lnTo>
                    <a:lnTo>
                      <a:pt x="254" y="322"/>
                    </a:lnTo>
                    <a:lnTo>
                      <a:pt x="248" y="322"/>
                    </a:lnTo>
                    <a:lnTo>
                      <a:pt x="248" y="320"/>
                    </a:lnTo>
                    <a:lnTo>
                      <a:pt x="248" y="316"/>
                    </a:lnTo>
                    <a:lnTo>
                      <a:pt x="254" y="316"/>
                    </a:lnTo>
                    <a:lnTo>
                      <a:pt x="254" y="312"/>
                    </a:lnTo>
                    <a:lnTo>
                      <a:pt x="254" y="308"/>
                    </a:lnTo>
                    <a:lnTo>
                      <a:pt x="248" y="308"/>
                    </a:lnTo>
                    <a:lnTo>
                      <a:pt x="248" y="304"/>
                    </a:lnTo>
                    <a:lnTo>
                      <a:pt x="244" y="298"/>
                    </a:lnTo>
                    <a:lnTo>
                      <a:pt x="248" y="294"/>
                    </a:lnTo>
                    <a:lnTo>
                      <a:pt x="244" y="294"/>
                    </a:lnTo>
                    <a:lnTo>
                      <a:pt x="244" y="298"/>
                    </a:lnTo>
                    <a:lnTo>
                      <a:pt x="244" y="294"/>
                    </a:lnTo>
                    <a:lnTo>
                      <a:pt x="244" y="292"/>
                    </a:lnTo>
                    <a:lnTo>
                      <a:pt x="244" y="288"/>
                    </a:lnTo>
                    <a:lnTo>
                      <a:pt x="248" y="288"/>
                    </a:lnTo>
                    <a:lnTo>
                      <a:pt x="248" y="284"/>
                    </a:lnTo>
                    <a:lnTo>
                      <a:pt x="248" y="288"/>
                    </a:lnTo>
                    <a:lnTo>
                      <a:pt x="248" y="284"/>
                    </a:lnTo>
                    <a:lnTo>
                      <a:pt x="254" y="284"/>
                    </a:lnTo>
                    <a:lnTo>
                      <a:pt x="248" y="284"/>
                    </a:lnTo>
                    <a:lnTo>
                      <a:pt x="244" y="288"/>
                    </a:lnTo>
                    <a:lnTo>
                      <a:pt x="244" y="292"/>
                    </a:lnTo>
                    <a:lnTo>
                      <a:pt x="242" y="292"/>
                    </a:lnTo>
                    <a:lnTo>
                      <a:pt x="242" y="294"/>
                    </a:lnTo>
                    <a:lnTo>
                      <a:pt x="244" y="294"/>
                    </a:lnTo>
                    <a:lnTo>
                      <a:pt x="242" y="298"/>
                    </a:lnTo>
                    <a:lnTo>
                      <a:pt x="242" y="304"/>
                    </a:lnTo>
                    <a:lnTo>
                      <a:pt x="238" y="304"/>
                    </a:lnTo>
                    <a:lnTo>
                      <a:pt x="234" y="304"/>
                    </a:lnTo>
                    <a:lnTo>
                      <a:pt x="230" y="308"/>
                    </a:lnTo>
                    <a:lnTo>
                      <a:pt x="224" y="308"/>
                    </a:lnTo>
                    <a:lnTo>
                      <a:pt x="220" y="308"/>
                    </a:lnTo>
                    <a:lnTo>
                      <a:pt x="216" y="308"/>
                    </a:lnTo>
                    <a:lnTo>
                      <a:pt x="216" y="304"/>
                    </a:lnTo>
                    <a:lnTo>
                      <a:pt x="216" y="298"/>
                    </a:lnTo>
                    <a:lnTo>
                      <a:pt x="212" y="298"/>
                    </a:lnTo>
                    <a:lnTo>
                      <a:pt x="212" y="294"/>
                    </a:lnTo>
                    <a:lnTo>
                      <a:pt x="210" y="294"/>
                    </a:lnTo>
                    <a:lnTo>
                      <a:pt x="204" y="292"/>
                    </a:lnTo>
                    <a:lnTo>
                      <a:pt x="200" y="292"/>
                    </a:lnTo>
                    <a:lnTo>
                      <a:pt x="204" y="292"/>
                    </a:lnTo>
                    <a:lnTo>
                      <a:pt x="204" y="288"/>
                    </a:lnTo>
                    <a:lnTo>
                      <a:pt x="200" y="288"/>
                    </a:lnTo>
                    <a:lnTo>
                      <a:pt x="196" y="288"/>
                    </a:lnTo>
                    <a:lnTo>
                      <a:pt x="200" y="288"/>
                    </a:lnTo>
                    <a:lnTo>
                      <a:pt x="204" y="284"/>
                    </a:lnTo>
                    <a:lnTo>
                      <a:pt x="204" y="278"/>
                    </a:lnTo>
                    <a:lnTo>
                      <a:pt x="210" y="278"/>
                    </a:lnTo>
                    <a:lnTo>
                      <a:pt x="212" y="284"/>
                    </a:lnTo>
                    <a:lnTo>
                      <a:pt x="216" y="284"/>
                    </a:lnTo>
                    <a:lnTo>
                      <a:pt x="212" y="284"/>
                    </a:lnTo>
                    <a:lnTo>
                      <a:pt x="212" y="288"/>
                    </a:lnTo>
                    <a:lnTo>
                      <a:pt x="216" y="284"/>
                    </a:lnTo>
                    <a:lnTo>
                      <a:pt x="220" y="284"/>
                    </a:lnTo>
                    <a:lnTo>
                      <a:pt x="220" y="288"/>
                    </a:lnTo>
                    <a:lnTo>
                      <a:pt x="224" y="288"/>
                    </a:lnTo>
                    <a:lnTo>
                      <a:pt x="230" y="284"/>
                    </a:lnTo>
                    <a:lnTo>
                      <a:pt x="224" y="284"/>
                    </a:lnTo>
                    <a:lnTo>
                      <a:pt x="224" y="278"/>
                    </a:lnTo>
                    <a:lnTo>
                      <a:pt x="220" y="278"/>
                    </a:lnTo>
                    <a:lnTo>
                      <a:pt x="224" y="278"/>
                    </a:lnTo>
                    <a:lnTo>
                      <a:pt x="224" y="274"/>
                    </a:lnTo>
                    <a:lnTo>
                      <a:pt x="220" y="278"/>
                    </a:lnTo>
                    <a:lnTo>
                      <a:pt x="216" y="278"/>
                    </a:lnTo>
                    <a:lnTo>
                      <a:pt x="212" y="278"/>
                    </a:lnTo>
                    <a:lnTo>
                      <a:pt x="210" y="278"/>
                    </a:lnTo>
                    <a:lnTo>
                      <a:pt x="204" y="278"/>
                    </a:lnTo>
                    <a:lnTo>
                      <a:pt x="200" y="278"/>
                    </a:lnTo>
                    <a:lnTo>
                      <a:pt x="200" y="274"/>
                    </a:lnTo>
                    <a:lnTo>
                      <a:pt x="204" y="274"/>
                    </a:lnTo>
                    <a:lnTo>
                      <a:pt x="210" y="274"/>
                    </a:lnTo>
                    <a:lnTo>
                      <a:pt x="204" y="274"/>
                    </a:lnTo>
                    <a:lnTo>
                      <a:pt x="200" y="274"/>
                    </a:lnTo>
                    <a:lnTo>
                      <a:pt x="200" y="270"/>
                    </a:lnTo>
                    <a:lnTo>
                      <a:pt x="196" y="270"/>
                    </a:lnTo>
                    <a:lnTo>
                      <a:pt x="200" y="270"/>
                    </a:lnTo>
                    <a:lnTo>
                      <a:pt x="200" y="266"/>
                    </a:lnTo>
                    <a:lnTo>
                      <a:pt x="204" y="266"/>
                    </a:lnTo>
                    <a:lnTo>
                      <a:pt x="204" y="262"/>
                    </a:lnTo>
                    <a:lnTo>
                      <a:pt x="210" y="262"/>
                    </a:lnTo>
                    <a:lnTo>
                      <a:pt x="210" y="260"/>
                    </a:lnTo>
                    <a:lnTo>
                      <a:pt x="210" y="262"/>
                    </a:lnTo>
                    <a:lnTo>
                      <a:pt x="204" y="262"/>
                    </a:lnTo>
                    <a:lnTo>
                      <a:pt x="204" y="266"/>
                    </a:lnTo>
                    <a:lnTo>
                      <a:pt x="200" y="266"/>
                    </a:lnTo>
                    <a:lnTo>
                      <a:pt x="200" y="270"/>
                    </a:lnTo>
                    <a:lnTo>
                      <a:pt x="196" y="270"/>
                    </a:lnTo>
                    <a:lnTo>
                      <a:pt x="200" y="270"/>
                    </a:lnTo>
                    <a:lnTo>
                      <a:pt x="196" y="274"/>
                    </a:lnTo>
                    <a:lnTo>
                      <a:pt x="192" y="270"/>
                    </a:lnTo>
                    <a:lnTo>
                      <a:pt x="196" y="270"/>
                    </a:lnTo>
                    <a:lnTo>
                      <a:pt x="192" y="266"/>
                    </a:lnTo>
                    <a:lnTo>
                      <a:pt x="188" y="266"/>
                    </a:lnTo>
                    <a:lnTo>
                      <a:pt x="192" y="266"/>
                    </a:lnTo>
                    <a:lnTo>
                      <a:pt x="192" y="262"/>
                    </a:lnTo>
                    <a:lnTo>
                      <a:pt x="188" y="262"/>
                    </a:lnTo>
                    <a:lnTo>
                      <a:pt x="184" y="262"/>
                    </a:lnTo>
                    <a:lnTo>
                      <a:pt x="184" y="260"/>
                    </a:lnTo>
                    <a:lnTo>
                      <a:pt x="188" y="260"/>
                    </a:lnTo>
                    <a:lnTo>
                      <a:pt x="192" y="260"/>
                    </a:lnTo>
                    <a:lnTo>
                      <a:pt x="188" y="260"/>
                    </a:lnTo>
                    <a:lnTo>
                      <a:pt x="188" y="254"/>
                    </a:lnTo>
                    <a:lnTo>
                      <a:pt x="192" y="254"/>
                    </a:lnTo>
                    <a:lnTo>
                      <a:pt x="192" y="250"/>
                    </a:lnTo>
                    <a:lnTo>
                      <a:pt x="192" y="246"/>
                    </a:lnTo>
                    <a:lnTo>
                      <a:pt x="196" y="246"/>
                    </a:lnTo>
                    <a:lnTo>
                      <a:pt x="196" y="244"/>
                    </a:lnTo>
                    <a:lnTo>
                      <a:pt x="200" y="244"/>
                    </a:lnTo>
                    <a:lnTo>
                      <a:pt x="200" y="240"/>
                    </a:lnTo>
                    <a:lnTo>
                      <a:pt x="204" y="240"/>
                    </a:lnTo>
                    <a:lnTo>
                      <a:pt x="210" y="240"/>
                    </a:lnTo>
                    <a:lnTo>
                      <a:pt x="210" y="244"/>
                    </a:lnTo>
                    <a:lnTo>
                      <a:pt x="210" y="240"/>
                    </a:lnTo>
                    <a:lnTo>
                      <a:pt x="204" y="240"/>
                    </a:lnTo>
                    <a:lnTo>
                      <a:pt x="210" y="236"/>
                    </a:lnTo>
                    <a:lnTo>
                      <a:pt x="212" y="230"/>
                    </a:lnTo>
                    <a:lnTo>
                      <a:pt x="210" y="236"/>
                    </a:lnTo>
                    <a:lnTo>
                      <a:pt x="204" y="230"/>
                    </a:lnTo>
                    <a:lnTo>
                      <a:pt x="210" y="226"/>
                    </a:lnTo>
                    <a:lnTo>
                      <a:pt x="212" y="226"/>
                    </a:lnTo>
                    <a:lnTo>
                      <a:pt x="212" y="222"/>
                    </a:lnTo>
                    <a:lnTo>
                      <a:pt x="210" y="222"/>
                    </a:lnTo>
                    <a:lnTo>
                      <a:pt x="212" y="218"/>
                    </a:lnTo>
                    <a:lnTo>
                      <a:pt x="216" y="218"/>
                    </a:lnTo>
                    <a:lnTo>
                      <a:pt x="220" y="218"/>
                    </a:lnTo>
                    <a:lnTo>
                      <a:pt x="224" y="218"/>
                    </a:lnTo>
                    <a:lnTo>
                      <a:pt x="224" y="222"/>
                    </a:lnTo>
                    <a:lnTo>
                      <a:pt x="230" y="222"/>
                    </a:lnTo>
                    <a:lnTo>
                      <a:pt x="230" y="226"/>
                    </a:lnTo>
                    <a:lnTo>
                      <a:pt x="234" y="226"/>
                    </a:lnTo>
                    <a:lnTo>
                      <a:pt x="234" y="222"/>
                    </a:lnTo>
                    <a:lnTo>
                      <a:pt x="238" y="222"/>
                    </a:lnTo>
                    <a:lnTo>
                      <a:pt x="242" y="218"/>
                    </a:lnTo>
                    <a:lnTo>
                      <a:pt x="244" y="214"/>
                    </a:lnTo>
                    <a:lnTo>
                      <a:pt x="244" y="210"/>
                    </a:lnTo>
                    <a:lnTo>
                      <a:pt x="248" y="214"/>
                    </a:lnTo>
                    <a:lnTo>
                      <a:pt x="254" y="214"/>
                    </a:lnTo>
                    <a:lnTo>
                      <a:pt x="258" y="214"/>
                    </a:lnTo>
                    <a:lnTo>
                      <a:pt x="262" y="214"/>
                    </a:lnTo>
                    <a:lnTo>
                      <a:pt x="270" y="206"/>
                    </a:lnTo>
                    <a:lnTo>
                      <a:pt x="270" y="202"/>
                    </a:lnTo>
                    <a:lnTo>
                      <a:pt x="266" y="198"/>
                    </a:lnTo>
                    <a:lnTo>
                      <a:pt x="266" y="194"/>
                    </a:lnTo>
                    <a:lnTo>
                      <a:pt x="262" y="190"/>
                    </a:lnTo>
                    <a:lnTo>
                      <a:pt x="258" y="190"/>
                    </a:lnTo>
                    <a:lnTo>
                      <a:pt x="258" y="184"/>
                    </a:lnTo>
                    <a:lnTo>
                      <a:pt x="262" y="184"/>
                    </a:lnTo>
                    <a:lnTo>
                      <a:pt x="266" y="184"/>
                    </a:lnTo>
                    <a:lnTo>
                      <a:pt x="270" y="182"/>
                    </a:lnTo>
                    <a:lnTo>
                      <a:pt x="270" y="178"/>
                    </a:lnTo>
                    <a:lnTo>
                      <a:pt x="266" y="178"/>
                    </a:lnTo>
                    <a:lnTo>
                      <a:pt x="262" y="178"/>
                    </a:lnTo>
                    <a:lnTo>
                      <a:pt x="266" y="178"/>
                    </a:lnTo>
                    <a:lnTo>
                      <a:pt x="266" y="174"/>
                    </a:lnTo>
                    <a:lnTo>
                      <a:pt x="262" y="174"/>
                    </a:lnTo>
                    <a:lnTo>
                      <a:pt x="262" y="178"/>
                    </a:lnTo>
                    <a:lnTo>
                      <a:pt x="258" y="182"/>
                    </a:lnTo>
                    <a:lnTo>
                      <a:pt x="258" y="178"/>
                    </a:lnTo>
                    <a:lnTo>
                      <a:pt x="254" y="178"/>
                    </a:lnTo>
                    <a:lnTo>
                      <a:pt x="254" y="182"/>
                    </a:lnTo>
                    <a:lnTo>
                      <a:pt x="248" y="182"/>
                    </a:lnTo>
                    <a:lnTo>
                      <a:pt x="254" y="182"/>
                    </a:lnTo>
                    <a:lnTo>
                      <a:pt x="248" y="182"/>
                    </a:lnTo>
                    <a:lnTo>
                      <a:pt x="244" y="182"/>
                    </a:lnTo>
                    <a:lnTo>
                      <a:pt x="244" y="184"/>
                    </a:lnTo>
                    <a:lnTo>
                      <a:pt x="242" y="184"/>
                    </a:lnTo>
                    <a:lnTo>
                      <a:pt x="242" y="190"/>
                    </a:lnTo>
                    <a:lnTo>
                      <a:pt x="238" y="190"/>
                    </a:lnTo>
                    <a:lnTo>
                      <a:pt x="238" y="184"/>
                    </a:lnTo>
                    <a:lnTo>
                      <a:pt x="234" y="182"/>
                    </a:lnTo>
                    <a:lnTo>
                      <a:pt x="230" y="182"/>
                    </a:lnTo>
                    <a:lnTo>
                      <a:pt x="230" y="184"/>
                    </a:lnTo>
                    <a:lnTo>
                      <a:pt x="234" y="184"/>
                    </a:lnTo>
                    <a:lnTo>
                      <a:pt x="234" y="190"/>
                    </a:lnTo>
                    <a:lnTo>
                      <a:pt x="230" y="190"/>
                    </a:lnTo>
                    <a:lnTo>
                      <a:pt x="230" y="184"/>
                    </a:lnTo>
                    <a:lnTo>
                      <a:pt x="224" y="184"/>
                    </a:lnTo>
                    <a:lnTo>
                      <a:pt x="220" y="184"/>
                    </a:lnTo>
                    <a:lnTo>
                      <a:pt x="216" y="184"/>
                    </a:lnTo>
                    <a:lnTo>
                      <a:pt x="212" y="184"/>
                    </a:lnTo>
                    <a:lnTo>
                      <a:pt x="210" y="184"/>
                    </a:lnTo>
                    <a:lnTo>
                      <a:pt x="204" y="184"/>
                    </a:lnTo>
                    <a:lnTo>
                      <a:pt x="204" y="190"/>
                    </a:lnTo>
                    <a:lnTo>
                      <a:pt x="210" y="190"/>
                    </a:lnTo>
                    <a:lnTo>
                      <a:pt x="210" y="184"/>
                    </a:lnTo>
                    <a:lnTo>
                      <a:pt x="210" y="190"/>
                    </a:lnTo>
                    <a:lnTo>
                      <a:pt x="204" y="190"/>
                    </a:lnTo>
                    <a:lnTo>
                      <a:pt x="200" y="190"/>
                    </a:lnTo>
                    <a:lnTo>
                      <a:pt x="200" y="184"/>
                    </a:lnTo>
                    <a:lnTo>
                      <a:pt x="196" y="184"/>
                    </a:lnTo>
                    <a:lnTo>
                      <a:pt x="192" y="184"/>
                    </a:lnTo>
                    <a:lnTo>
                      <a:pt x="188" y="184"/>
                    </a:lnTo>
                    <a:lnTo>
                      <a:pt x="184" y="184"/>
                    </a:lnTo>
                    <a:lnTo>
                      <a:pt x="184" y="182"/>
                    </a:lnTo>
                    <a:lnTo>
                      <a:pt x="180" y="182"/>
                    </a:lnTo>
                    <a:lnTo>
                      <a:pt x="180" y="178"/>
                    </a:lnTo>
                    <a:lnTo>
                      <a:pt x="184" y="178"/>
                    </a:lnTo>
                    <a:lnTo>
                      <a:pt x="180" y="178"/>
                    </a:lnTo>
                    <a:lnTo>
                      <a:pt x="180" y="174"/>
                    </a:lnTo>
                    <a:lnTo>
                      <a:pt x="176" y="174"/>
                    </a:lnTo>
                    <a:lnTo>
                      <a:pt x="176" y="170"/>
                    </a:lnTo>
                    <a:lnTo>
                      <a:pt x="172" y="170"/>
                    </a:lnTo>
                    <a:lnTo>
                      <a:pt x="176" y="170"/>
                    </a:lnTo>
                    <a:lnTo>
                      <a:pt x="176" y="164"/>
                    </a:lnTo>
                    <a:lnTo>
                      <a:pt x="176" y="170"/>
                    </a:lnTo>
                    <a:lnTo>
                      <a:pt x="180" y="170"/>
                    </a:lnTo>
                    <a:lnTo>
                      <a:pt x="184" y="164"/>
                    </a:lnTo>
                    <a:lnTo>
                      <a:pt x="184" y="170"/>
                    </a:lnTo>
                    <a:lnTo>
                      <a:pt x="188" y="170"/>
                    </a:lnTo>
                    <a:lnTo>
                      <a:pt x="188" y="164"/>
                    </a:lnTo>
                    <a:lnTo>
                      <a:pt x="184" y="164"/>
                    </a:lnTo>
                    <a:lnTo>
                      <a:pt x="180" y="164"/>
                    </a:lnTo>
                    <a:lnTo>
                      <a:pt x="176" y="164"/>
                    </a:lnTo>
                    <a:lnTo>
                      <a:pt x="172" y="164"/>
                    </a:lnTo>
                    <a:lnTo>
                      <a:pt x="168" y="160"/>
                    </a:lnTo>
                    <a:lnTo>
                      <a:pt x="164" y="160"/>
                    </a:lnTo>
                    <a:lnTo>
                      <a:pt x="158" y="160"/>
                    </a:lnTo>
                    <a:lnTo>
                      <a:pt x="158" y="156"/>
                    </a:lnTo>
                    <a:lnTo>
                      <a:pt x="154" y="156"/>
                    </a:lnTo>
                    <a:lnTo>
                      <a:pt x="154" y="152"/>
                    </a:lnTo>
                    <a:lnTo>
                      <a:pt x="158" y="152"/>
                    </a:lnTo>
                    <a:lnTo>
                      <a:pt x="158" y="156"/>
                    </a:lnTo>
                    <a:lnTo>
                      <a:pt x="154" y="156"/>
                    </a:lnTo>
                    <a:lnTo>
                      <a:pt x="158" y="156"/>
                    </a:lnTo>
                    <a:lnTo>
                      <a:pt x="164" y="152"/>
                    </a:lnTo>
                    <a:lnTo>
                      <a:pt x="168" y="152"/>
                    </a:lnTo>
                    <a:lnTo>
                      <a:pt x="168" y="150"/>
                    </a:lnTo>
                    <a:lnTo>
                      <a:pt x="172" y="152"/>
                    </a:lnTo>
                    <a:lnTo>
                      <a:pt x="172" y="150"/>
                    </a:lnTo>
                    <a:lnTo>
                      <a:pt x="176" y="150"/>
                    </a:lnTo>
                    <a:lnTo>
                      <a:pt x="172" y="150"/>
                    </a:lnTo>
                    <a:lnTo>
                      <a:pt x="176" y="150"/>
                    </a:lnTo>
                    <a:lnTo>
                      <a:pt x="176" y="146"/>
                    </a:lnTo>
                    <a:lnTo>
                      <a:pt x="180" y="146"/>
                    </a:lnTo>
                    <a:lnTo>
                      <a:pt x="184" y="140"/>
                    </a:lnTo>
                    <a:lnTo>
                      <a:pt x="188" y="146"/>
                    </a:lnTo>
                    <a:lnTo>
                      <a:pt x="192" y="146"/>
                    </a:lnTo>
                    <a:lnTo>
                      <a:pt x="196" y="146"/>
                    </a:lnTo>
                    <a:lnTo>
                      <a:pt x="192" y="140"/>
                    </a:lnTo>
                    <a:lnTo>
                      <a:pt x="188" y="140"/>
                    </a:lnTo>
                    <a:lnTo>
                      <a:pt x="192" y="140"/>
                    </a:lnTo>
                    <a:lnTo>
                      <a:pt x="192" y="136"/>
                    </a:lnTo>
                    <a:lnTo>
                      <a:pt x="196" y="136"/>
                    </a:lnTo>
                    <a:lnTo>
                      <a:pt x="200" y="136"/>
                    </a:lnTo>
                    <a:lnTo>
                      <a:pt x="204" y="136"/>
                    </a:lnTo>
                    <a:lnTo>
                      <a:pt x="210" y="132"/>
                    </a:lnTo>
                    <a:lnTo>
                      <a:pt x="212" y="132"/>
                    </a:lnTo>
                    <a:lnTo>
                      <a:pt x="216" y="132"/>
                    </a:lnTo>
                    <a:lnTo>
                      <a:pt x="220" y="132"/>
                    </a:lnTo>
                    <a:lnTo>
                      <a:pt x="224" y="132"/>
                    </a:lnTo>
                    <a:lnTo>
                      <a:pt x="220" y="132"/>
                    </a:lnTo>
                    <a:lnTo>
                      <a:pt x="224" y="132"/>
                    </a:lnTo>
                    <a:lnTo>
                      <a:pt x="220" y="136"/>
                    </a:lnTo>
                    <a:lnTo>
                      <a:pt x="220" y="140"/>
                    </a:lnTo>
                    <a:lnTo>
                      <a:pt x="216" y="140"/>
                    </a:lnTo>
                    <a:lnTo>
                      <a:pt x="220" y="140"/>
                    </a:lnTo>
                    <a:lnTo>
                      <a:pt x="220" y="146"/>
                    </a:lnTo>
                    <a:lnTo>
                      <a:pt x="224" y="146"/>
                    </a:lnTo>
                    <a:lnTo>
                      <a:pt x="230" y="146"/>
                    </a:lnTo>
                    <a:lnTo>
                      <a:pt x="234" y="146"/>
                    </a:lnTo>
                    <a:lnTo>
                      <a:pt x="238" y="146"/>
                    </a:lnTo>
                    <a:lnTo>
                      <a:pt x="242" y="146"/>
                    </a:lnTo>
                    <a:lnTo>
                      <a:pt x="244" y="146"/>
                    </a:lnTo>
                    <a:lnTo>
                      <a:pt x="248" y="146"/>
                    </a:lnTo>
                    <a:lnTo>
                      <a:pt x="254" y="150"/>
                    </a:lnTo>
                    <a:lnTo>
                      <a:pt x="254" y="146"/>
                    </a:lnTo>
                    <a:lnTo>
                      <a:pt x="258" y="146"/>
                    </a:lnTo>
                    <a:lnTo>
                      <a:pt x="258" y="140"/>
                    </a:lnTo>
                    <a:lnTo>
                      <a:pt x="262" y="140"/>
                    </a:lnTo>
                    <a:lnTo>
                      <a:pt x="266" y="140"/>
                    </a:lnTo>
                    <a:lnTo>
                      <a:pt x="266" y="146"/>
                    </a:lnTo>
                    <a:lnTo>
                      <a:pt x="262" y="146"/>
                    </a:lnTo>
                    <a:lnTo>
                      <a:pt x="266" y="146"/>
                    </a:lnTo>
                    <a:lnTo>
                      <a:pt x="266" y="140"/>
                    </a:lnTo>
                    <a:lnTo>
                      <a:pt x="266" y="136"/>
                    </a:lnTo>
                    <a:lnTo>
                      <a:pt x="262" y="136"/>
                    </a:lnTo>
                    <a:lnTo>
                      <a:pt x="258" y="136"/>
                    </a:lnTo>
                    <a:lnTo>
                      <a:pt x="254" y="136"/>
                    </a:lnTo>
                    <a:lnTo>
                      <a:pt x="254" y="140"/>
                    </a:lnTo>
                    <a:lnTo>
                      <a:pt x="248" y="136"/>
                    </a:lnTo>
                    <a:lnTo>
                      <a:pt x="254" y="136"/>
                    </a:lnTo>
                    <a:lnTo>
                      <a:pt x="254" y="132"/>
                    </a:lnTo>
                    <a:lnTo>
                      <a:pt x="248" y="128"/>
                    </a:lnTo>
                    <a:lnTo>
                      <a:pt x="244" y="128"/>
                    </a:lnTo>
                    <a:lnTo>
                      <a:pt x="242" y="128"/>
                    </a:lnTo>
                    <a:lnTo>
                      <a:pt x="242" y="124"/>
                    </a:lnTo>
                    <a:lnTo>
                      <a:pt x="244" y="122"/>
                    </a:lnTo>
                    <a:lnTo>
                      <a:pt x="248" y="124"/>
                    </a:lnTo>
                    <a:lnTo>
                      <a:pt x="248" y="128"/>
                    </a:lnTo>
                    <a:lnTo>
                      <a:pt x="254" y="132"/>
                    </a:lnTo>
                    <a:lnTo>
                      <a:pt x="258" y="136"/>
                    </a:lnTo>
                    <a:lnTo>
                      <a:pt x="262" y="132"/>
                    </a:lnTo>
                    <a:lnTo>
                      <a:pt x="266" y="132"/>
                    </a:lnTo>
                    <a:lnTo>
                      <a:pt x="266" y="136"/>
                    </a:lnTo>
                    <a:lnTo>
                      <a:pt x="270" y="136"/>
                    </a:lnTo>
                    <a:lnTo>
                      <a:pt x="272" y="136"/>
                    </a:lnTo>
                    <a:lnTo>
                      <a:pt x="278" y="136"/>
                    </a:lnTo>
                    <a:lnTo>
                      <a:pt x="278" y="132"/>
                    </a:lnTo>
                    <a:lnTo>
                      <a:pt x="278" y="128"/>
                    </a:lnTo>
                    <a:lnTo>
                      <a:pt x="272" y="132"/>
                    </a:lnTo>
                    <a:lnTo>
                      <a:pt x="270" y="132"/>
                    </a:lnTo>
                    <a:lnTo>
                      <a:pt x="270" y="128"/>
                    </a:lnTo>
                    <a:lnTo>
                      <a:pt x="266" y="128"/>
                    </a:lnTo>
                    <a:lnTo>
                      <a:pt x="262" y="128"/>
                    </a:lnTo>
                    <a:lnTo>
                      <a:pt x="262" y="132"/>
                    </a:lnTo>
                    <a:lnTo>
                      <a:pt x="258" y="132"/>
                    </a:lnTo>
                    <a:lnTo>
                      <a:pt x="254" y="132"/>
                    </a:lnTo>
                    <a:lnTo>
                      <a:pt x="254" y="128"/>
                    </a:lnTo>
                    <a:lnTo>
                      <a:pt x="254" y="124"/>
                    </a:lnTo>
                    <a:lnTo>
                      <a:pt x="254" y="122"/>
                    </a:lnTo>
                    <a:lnTo>
                      <a:pt x="258" y="122"/>
                    </a:lnTo>
                    <a:lnTo>
                      <a:pt x="254" y="122"/>
                    </a:lnTo>
                    <a:lnTo>
                      <a:pt x="244" y="122"/>
                    </a:lnTo>
                    <a:lnTo>
                      <a:pt x="242" y="122"/>
                    </a:lnTo>
                    <a:lnTo>
                      <a:pt x="244" y="122"/>
                    </a:lnTo>
                    <a:lnTo>
                      <a:pt x="244" y="116"/>
                    </a:lnTo>
                    <a:lnTo>
                      <a:pt x="242" y="122"/>
                    </a:lnTo>
                    <a:lnTo>
                      <a:pt x="238" y="122"/>
                    </a:lnTo>
                    <a:lnTo>
                      <a:pt x="234" y="122"/>
                    </a:lnTo>
                    <a:lnTo>
                      <a:pt x="230" y="122"/>
                    </a:lnTo>
                    <a:lnTo>
                      <a:pt x="224" y="116"/>
                    </a:lnTo>
                    <a:lnTo>
                      <a:pt x="220" y="116"/>
                    </a:lnTo>
                    <a:lnTo>
                      <a:pt x="224" y="116"/>
                    </a:lnTo>
                    <a:lnTo>
                      <a:pt x="220" y="112"/>
                    </a:lnTo>
                    <a:lnTo>
                      <a:pt x="220" y="108"/>
                    </a:lnTo>
                    <a:lnTo>
                      <a:pt x="220" y="104"/>
                    </a:lnTo>
                    <a:lnTo>
                      <a:pt x="216" y="104"/>
                    </a:lnTo>
                    <a:lnTo>
                      <a:pt x="212" y="104"/>
                    </a:lnTo>
                    <a:lnTo>
                      <a:pt x="212" y="100"/>
                    </a:lnTo>
                    <a:lnTo>
                      <a:pt x="210" y="100"/>
                    </a:lnTo>
                    <a:lnTo>
                      <a:pt x="200" y="94"/>
                    </a:lnTo>
                    <a:lnTo>
                      <a:pt x="200" y="90"/>
                    </a:lnTo>
                    <a:lnTo>
                      <a:pt x="196" y="90"/>
                    </a:lnTo>
                    <a:lnTo>
                      <a:pt x="192" y="90"/>
                    </a:lnTo>
                    <a:lnTo>
                      <a:pt x="188" y="90"/>
                    </a:lnTo>
                    <a:lnTo>
                      <a:pt x="188" y="88"/>
                    </a:lnTo>
                    <a:lnTo>
                      <a:pt x="184" y="88"/>
                    </a:lnTo>
                    <a:lnTo>
                      <a:pt x="184" y="84"/>
                    </a:lnTo>
                    <a:lnTo>
                      <a:pt x="180" y="84"/>
                    </a:lnTo>
                    <a:lnTo>
                      <a:pt x="176" y="84"/>
                    </a:lnTo>
                    <a:lnTo>
                      <a:pt x="180" y="84"/>
                    </a:lnTo>
                    <a:lnTo>
                      <a:pt x="176" y="84"/>
                    </a:lnTo>
                    <a:lnTo>
                      <a:pt x="180" y="84"/>
                    </a:lnTo>
                    <a:lnTo>
                      <a:pt x="184" y="84"/>
                    </a:lnTo>
                    <a:lnTo>
                      <a:pt x="184" y="80"/>
                    </a:lnTo>
                    <a:lnTo>
                      <a:pt x="184" y="76"/>
                    </a:lnTo>
                    <a:lnTo>
                      <a:pt x="184" y="70"/>
                    </a:lnTo>
                    <a:lnTo>
                      <a:pt x="188" y="70"/>
                    </a:lnTo>
                    <a:lnTo>
                      <a:pt x="192" y="70"/>
                    </a:lnTo>
                    <a:lnTo>
                      <a:pt x="196" y="70"/>
                    </a:lnTo>
                    <a:lnTo>
                      <a:pt x="200" y="70"/>
                    </a:lnTo>
                    <a:lnTo>
                      <a:pt x="204" y="66"/>
                    </a:lnTo>
                    <a:lnTo>
                      <a:pt x="210" y="66"/>
                    </a:lnTo>
                    <a:lnTo>
                      <a:pt x="212" y="66"/>
                    </a:lnTo>
                    <a:lnTo>
                      <a:pt x="216" y="66"/>
                    </a:lnTo>
                    <a:lnTo>
                      <a:pt x="220" y="66"/>
                    </a:lnTo>
                    <a:lnTo>
                      <a:pt x="224" y="62"/>
                    </a:lnTo>
                    <a:lnTo>
                      <a:pt x="230" y="62"/>
                    </a:lnTo>
                    <a:lnTo>
                      <a:pt x="230" y="58"/>
                    </a:lnTo>
                    <a:lnTo>
                      <a:pt x="234" y="56"/>
                    </a:lnTo>
                    <a:lnTo>
                      <a:pt x="230" y="58"/>
                    </a:lnTo>
                    <a:lnTo>
                      <a:pt x="234" y="56"/>
                    </a:lnTo>
                    <a:lnTo>
                      <a:pt x="234" y="50"/>
                    </a:lnTo>
                    <a:lnTo>
                      <a:pt x="234" y="46"/>
                    </a:lnTo>
                    <a:lnTo>
                      <a:pt x="238" y="46"/>
                    </a:lnTo>
                    <a:lnTo>
                      <a:pt x="234" y="46"/>
                    </a:lnTo>
                    <a:lnTo>
                      <a:pt x="238" y="42"/>
                    </a:lnTo>
                    <a:lnTo>
                      <a:pt x="242" y="42"/>
                    </a:lnTo>
                    <a:lnTo>
                      <a:pt x="242" y="38"/>
                    </a:lnTo>
                    <a:lnTo>
                      <a:pt x="244" y="34"/>
                    </a:lnTo>
                    <a:lnTo>
                      <a:pt x="248" y="28"/>
                    </a:lnTo>
                    <a:lnTo>
                      <a:pt x="254" y="28"/>
                    </a:lnTo>
                    <a:lnTo>
                      <a:pt x="254" y="34"/>
                    </a:lnTo>
                    <a:lnTo>
                      <a:pt x="248" y="34"/>
                    </a:lnTo>
                    <a:lnTo>
                      <a:pt x="254" y="34"/>
                    </a:lnTo>
                    <a:lnTo>
                      <a:pt x="254" y="28"/>
                    </a:lnTo>
                    <a:lnTo>
                      <a:pt x="258" y="28"/>
                    </a:lnTo>
                    <a:lnTo>
                      <a:pt x="262" y="28"/>
                    </a:lnTo>
                    <a:lnTo>
                      <a:pt x="266" y="28"/>
                    </a:lnTo>
                    <a:lnTo>
                      <a:pt x="270" y="28"/>
                    </a:lnTo>
                    <a:lnTo>
                      <a:pt x="270" y="26"/>
                    </a:lnTo>
                    <a:lnTo>
                      <a:pt x="272" y="26"/>
                    </a:lnTo>
                    <a:lnTo>
                      <a:pt x="272" y="22"/>
                    </a:lnTo>
                    <a:lnTo>
                      <a:pt x="278" y="22"/>
                    </a:lnTo>
                    <a:lnTo>
                      <a:pt x="282" y="22"/>
                    </a:lnTo>
                    <a:lnTo>
                      <a:pt x="282" y="26"/>
                    </a:lnTo>
                    <a:lnTo>
                      <a:pt x="278" y="26"/>
                    </a:lnTo>
                    <a:lnTo>
                      <a:pt x="282" y="26"/>
                    </a:lnTo>
                    <a:lnTo>
                      <a:pt x="282" y="28"/>
                    </a:lnTo>
                    <a:lnTo>
                      <a:pt x="282" y="26"/>
                    </a:lnTo>
                    <a:lnTo>
                      <a:pt x="286" y="26"/>
                    </a:lnTo>
                    <a:lnTo>
                      <a:pt x="290" y="26"/>
                    </a:lnTo>
                    <a:lnTo>
                      <a:pt x="290" y="22"/>
                    </a:lnTo>
                    <a:lnTo>
                      <a:pt x="286" y="22"/>
                    </a:lnTo>
                    <a:lnTo>
                      <a:pt x="286" y="26"/>
                    </a:lnTo>
                    <a:lnTo>
                      <a:pt x="282" y="22"/>
                    </a:lnTo>
                    <a:lnTo>
                      <a:pt x="278" y="22"/>
                    </a:lnTo>
                    <a:lnTo>
                      <a:pt x="282" y="18"/>
                    </a:lnTo>
                    <a:lnTo>
                      <a:pt x="286" y="18"/>
                    </a:lnTo>
                    <a:lnTo>
                      <a:pt x="286" y="14"/>
                    </a:lnTo>
                    <a:lnTo>
                      <a:pt x="290" y="14"/>
                    </a:lnTo>
                    <a:lnTo>
                      <a:pt x="294" y="14"/>
                    </a:lnTo>
                    <a:lnTo>
                      <a:pt x="290" y="14"/>
                    </a:lnTo>
                    <a:lnTo>
                      <a:pt x="294" y="14"/>
                    </a:lnTo>
                    <a:lnTo>
                      <a:pt x="290" y="14"/>
                    </a:lnTo>
                    <a:lnTo>
                      <a:pt x="290" y="18"/>
                    </a:lnTo>
                    <a:lnTo>
                      <a:pt x="294" y="18"/>
                    </a:lnTo>
                    <a:lnTo>
                      <a:pt x="300" y="18"/>
                    </a:lnTo>
                    <a:lnTo>
                      <a:pt x="300" y="14"/>
                    </a:lnTo>
                    <a:lnTo>
                      <a:pt x="300" y="18"/>
                    </a:lnTo>
                    <a:lnTo>
                      <a:pt x="304" y="18"/>
                    </a:lnTo>
                    <a:lnTo>
                      <a:pt x="304" y="14"/>
                    </a:lnTo>
                    <a:lnTo>
                      <a:pt x="306" y="14"/>
                    </a:lnTo>
                    <a:lnTo>
                      <a:pt x="310" y="14"/>
                    </a:lnTo>
                    <a:lnTo>
                      <a:pt x="314" y="14"/>
                    </a:lnTo>
                    <a:lnTo>
                      <a:pt x="318" y="10"/>
                    </a:lnTo>
                    <a:lnTo>
                      <a:pt x="322" y="10"/>
                    </a:lnTo>
                    <a:lnTo>
                      <a:pt x="322" y="4"/>
                    </a:lnTo>
                    <a:lnTo>
                      <a:pt x="326" y="4"/>
                    </a:lnTo>
                    <a:lnTo>
                      <a:pt x="330" y="0"/>
                    </a:lnTo>
                    <a:lnTo>
                      <a:pt x="334" y="0"/>
                    </a:lnTo>
                    <a:lnTo>
                      <a:pt x="338" y="0"/>
                    </a:lnTo>
                    <a:lnTo>
                      <a:pt x="344" y="0"/>
                    </a:lnTo>
                    <a:lnTo>
                      <a:pt x="344" y="4"/>
                    </a:lnTo>
                    <a:lnTo>
                      <a:pt x="348" y="4"/>
                    </a:lnTo>
                    <a:lnTo>
                      <a:pt x="352" y="4"/>
                    </a:lnTo>
                    <a:lnTo>
                      <a:pt x="348" y="10"/>
                    </a:lnTo>
                    <a:lnTo>
                      <a:pt x="344" y="10"/>
                    </a:lnTo>
                    <a:lnTo>
                      <a:pt x="338" y="14"/>
                    </a:lnTo>
                    <a:lnTo>
                      <a:pt x="344" y="14"/>
                    </a:lnTo>
                    <a:lnTo>
                      <a:pt x="344" y="18"/>
                    </a:lnTo>
                    <a:lnTo>
                      <a:pt x="344" y="14"/>
                    </a:lnTo>
                    <a:lnTo>
                      <a:pt x="348" y="14"/>
                    </a:lnTo>
                    <a:lnTo>
                      <a:pt x="352" y="14"/>
                    </a:lnTo>
                    <a:lnTo>
                      <a:pt x="352" y="10"/>
                    </a:lnTo>
                    <a:lnTo>
                      <a:pt x="354" y="10"/>
                    </a:lnTo>
                    <a:lnTo>
                      <a:pt x="354" y="4"/>
                    </a:lnTo>
                    <a:lnTo>
                      <a:pt x="358" y="4"/>
                    </a:lnTo>
                    <a:lnTo>
                      <a:pt x="358" y="10"/>
                    </a:lnTo>
                    <a:lnTo>
                      <a:pt x="354" y="10"/>
                    </a:lnTo>
                    <a:lnTo>
                      <a:pt x="358" y="10"/>
                    </a:lnTo>
                    <a:lnTo>
                      <a:pt x="358" y="4"/>
                    </a:lnTo>
                    <a:lnTo>
                      <a:pt x="362" y="10"/>
                    </a:lnTo>
                    <a:lnTo>
                      <a:pt x="362" y="14"/>
                    </a:lnTo>
                    <a:lnTo>
                      <a:pt x="368" y="14"/>
                    </a:lnTo>
                    <a:lnTo>
                      <a:pt x="372" y="14"/>
                    </a:lnTo>
                    <a:lnTo>
                      <a:pt x="372" y="18"/>
                    </a:lnTo>
                    <a:lnTo>
                      <a:pt x="376" y="14"/>
                    </a:lnTo>
                    <a:lnTo>
                      <a:pt x="380" y="14"/>
                    </a:lnTo>
                    <a:lnTo>
                      <a:pt x="382" y="14"/>
                    </a:lnTo>
                    <a:lnTo>
                      <a:pt x="386" y="14"/>
                    </a:lnTo>
                    <a:lnTo>
                      <a:pt x="392" y="14"/>
                    </a:lnTo>
                    <a:lnTo>
                      <a:pt x="396" y="14"/>
                    </a:lnTo>
                    <a:lnTo>
                      <a:pt x="400" y="14"/>
                    </a:lnTo>
                    <a:lnTo>
                      <a:pt x="400" y="18"/>
                    </a:lnTo>
                    <a:lnTo>
                      <a:pt x="396" y="18"/>
                    </a:lnTo>
                    <a:lnTo>
                      <a:pt x="396" y="22"/>
                    </a:lnTo>
                    <a:lnTo>
                      <a:pt x="400" y="22"/>
                    </a:lnTo>
                    <a:lnTo>
                      <a:pt x="404" y="22"/>
                    </a:lnTo>
                    <a:lnTo>
                      <a:pt x="400" y="22"/>
                    </a:lnTo>
                    <a:lnTo>
                      <a:pt x="396" y="22"/>
                    </a:lnTo>
                    <a:lnTo>
                      <a:pt x="400" y="22"/>
                    </a:lnTo>
                    <a:lnTo>
                      <a:pt x="404" y="22"/>
                    </a:lnTo>
                    <a:lnTo>
                      <a:pt x="408" y="22"/>
                    </a:lnTo>
                    <a:lnTo>
                      <a:pt x="408" y="26"/>
                    </a:lnTo>
                    <a:lnTo>
                      <a:pt x="404" y="26"/>
                    </a:lnTo>
                    <a:lnTo>
                      <a:pt x="408" y="26"/>
                    </a:lnTo>
                    <a:lnTo>
                      <a:pt x="414" y="26"/>
                    </a:lnTo>
                    <a:lnTo>
                      <a:pt x="416" y="26"/>
                    </a:lnTo>
                    <a:lnTo>
                      <a:pt x="420" y="26"/>
                    </a:lnTo>
                    <a:lnTo>
                      <a:pt x="424" y="26"/>
                    </a:lnTo>
                    <a:lnTo>
                      <a:pt x="424" y="22"/>
                    </a:lnTo>
                    <a:lnTo>
                      <a:pt x="428" y="22"/>
                    </a:lnTo>
                    <a:lnTo>
                      <a:pt x="428" y="26"/>
                    </a:lnTo>
                    <a:lnTo>
                      <a:pt x="432" y="26"/>
                    </a:lnTo>
                    <a:lnTo>
                      <a:pt x="438" y="26"/>
                    </a:lnTo>
                    <a:lnTo>
                      <a:pt x="438" y="22"/>
                    </a:lnTo>
                    <a:lnTo>
                      <a:pt x="444" y="22"/>
                    </a:lnTo>
                    <a:lnTo>
                      <a:pt x="444" y="26"/>
                    </a:lnTo>
                    <a:lnTo>
                      <a:pt x="448" y="26"/>
                    </a:lnTo>
                    <a:lnTo>
                      <a:pt x="452" y="26"/>
                    </a:lnTo>
                    <a:lnTo>
                      <a:pt x="456" y="26"/>
                    </a:lnTo>
                    <a:lnTo>
                      <a:pt x="456" y="28"/>
                    </a:lnTo>
                    <a:lnTo>
                      <a:pt x="462" y="28"/>
                    </a:lnTo>
                    <a:lnTo>
                      <a:pt x="466" y="26"/>
                    </a:lnTo>
                    <a:lnTo>
                      <a:pt x="466" y="28"/>
                    </a:lnTo>
                    <a:lnTo>
                      <a:pt x="470" y="28"/>
                    </a:lnTo>
                    <a:lnTo>
                      <a:pt x="474" y="34"/>
                    </a:lnTo>
                    <a:lnTo>
                      <a:pt x="476" y="34"/>
                    </a:lnTo>
                    <a:lnTo>
                      <a:pt x="482" y="34"/>
                    </a:lnTo>
                    <a:lnTo>
                      <a:pt x="486" y="34"/>
                    </a:lnTo>
                    <a:lnTo>
                      <a:pt x="490" y="34"/>
                    </a:lnTo>
                    <a:lnTo>
                      <a:pt x="494" y="34"/>
                    </a:lnTo>
                    <a:lnTo>
                      <a:pt x="498" y="34"/>
                    </a:lnTo>
                    <a:lnTo>
                      <a:pt x="502" y="34"/>
                    </a:lnTo>
                    <a:lnTo>
                      <a:pt x="508" y="38"/>
                    </a:lnTo>
                    <a:lnTo>
                      <a:pt x="510" y="38"/>
                    </a:lnTo>
                    <a:lnTo>
                      <a:pt x="514" y="38"/>
                    </a:lnTo>
                    <a:lnTo>
                      <a:pt x="518" y="38"/>
                    </a:lnTo>
                    <a:lnTo>
                      <a:pt x="522" y="38"/>
                    </a:lnTo>
                    <a:lnTo>
                      <a:pt x="528" y="38"/>
                    </a:lnTo>
                    <a:lnTo>
                      <a:pt x="528" y="34"/>
                    </a:lnTo>
                    <a:lnTo>
                      <a:pt x="536" y="34"/>
                    </a:lnTo>
                    <a:lnTo>
                      <a:pt x="538" y="34"/>
                    </a:lnTo>
                    <a:lnTo>
                      <a:pt x="542" y="34"/>
                    </a:lnTo>
                    <a:lnTo>
                      <a:pt x="546" y="34"/>
                    </a:lnTo>
                    <a:lnTo>
                      <a:pt x="552" y="38"/>
                    </a:lnTo>
                    <a:lnTo>
                      <a:pt x="556" y="38"/>
                    </a:lnTo>
                    <a:lnTo>
                      <a:pt x="556" y="42"/>
                    </a:lnTo>
                    <a:lnTo>
                      <a:pt x="560" y="42"/>
                    </a:lnTo>
                    <a:lnTo>
                      <a:pt x="564" y="42"/>
                    </a:lnTo>
                    <a:lnTo>
                      <a:pt x="564" y="46"/>
                    </a:lnTo>
                    <a:lnTo>
                      <a:pt x="568" y="46"/>
                    </a:lnTo>
                    <a:lnTo>
                      <a:pt x="570" y="46"/>
                    </a:lnTo>
                    <a:lnTo>
                      <a:pt x="576" y="46"/>
                    </a:lnTo>
                    <a:lnTo>
                      <a:pt x="576" y="50"/>
                    </a:lnTo>
                    <a:lnTo>
                      <a:pt x="576" y="56"/>
                    </a:lnTo>
                    <a:lnTo>
                      <a:pt x="576" y="66"/>
                    </a:lnTo>
                    <a:lnTo>
                      <a:pt x="576" y="80"/>
                    </a:lnTo>
                    <a:lnTo>
                      <a:pt x="576" y="88"/>
                    </a:lnTo>
                    <a:lnTo>
                      <a:pt x="576" y="90"/>
                    </a:lnTo>
                    <a:lnTo>
                      <a:pt x="576" y="94"/>
                    </a:lnTo>
                    <a:lnTo>
                      <a:pt x="576" y="100"/>
                    </a:lnTo>
                    <a:lnTo>
                      <a:pt x="576" y="108"/>
                    </a:lnTo>
                    <a:lnTo>
                      <a:pt x="576" y="112"/>
                    </a:lnTo>
                    <a:lnTo>
                      <a:pt x="576" y="122"/>
                    </a:lnTo>
                    <a:lnTo>
                      <a:pt x="576" y="124"/>
                    </a:lnTo>
                    <a:lnTo>
                      <a:pt x="576" y="128"/>
                    </a:lnTo>
                    <a:lnTo>
                      <a:pt x="576" y="132"/>
                    </a:lnTo>
                    <a:lnTo>
                      <a:pt x="576" y="146"/>
                    </a:lnTo>
                    <a:lnTo>
                      <a:pt x="576" y="156"/>
                    </a:lnTo>
                    <a:lnTo>
                      <a:pt x="576" y="170"/>
                    </a:lnTo>
                    <a:lnTo>
                      <a:pt x="576" y="194"/>
                    </a:lnTo>
                    <a:lnTo>
                      <a:pt x="576" y="202"/>
                    </a:lnTo>
                    <a:lnTo>
                      <a:pt x="576" y="206"/>
                    </a:lnTo>
                    <a:lnTo>
                      <a:pt x="576" y="222"/>
                    </a:lnTo>
                    <a:lnTo>
                      <a:pt x="576" y="236"/>
                    </a:lnTo>
                    <a:lnTo>
                      <a:pt x="576" y="278"/>
                    </a:lnTo>
                    <a:lnTo>
                      <a:pt x="576" y="292"/>
                    </a:lnTo>
                    <a:lnTo>
                      <a:pt x="576" y="294"/>
                    </a:lnTo>
                    <a:lnTo>
                      <a:pt x="584" y="294"/>
                    </a:lnTo>
                    <a:lnTo>
                      <a:pt x="592" y="294"/>
                    </a:lnTo>
                    <a:lnTo>
                      <a:pt x="598" y="294"/>
                    </a:lnTo>
                    <a:lnTo>
                      <a:pt x="598" y="292"/>
                    </a:lnTo>
                    <a:lnTo>
                      <a:pt x="600" y="292"/>
                    </a:lnTo>
                    <a:lnTo>
                      <a:pt x="604" y="292"/>
                    </a:lnTo>
                    <a:lnTo>
                      <a:pt x="604" y="294"/>
                    </a:lnTo>
                    <a:lnTo>
                      <a:pt x="604" y="298"/>
                    </a:lnTo>
                    <a:lnTo>
                      <a:pt x="608" y="304"/>
                    </a:lnTo>
                    <a:lnTo>
                      <a:pt x="612" y="304"/>
                    </a:lnTo>
                    <a:lnTo>
                      <a:pt x="612" y="308"/>
                    </a:lnTo>
                    <a:lnTo>
                      <a:pt x="616" y="312"/>
                    </a:lnTo>
                    <a:lnTo>
                      <a:pt x="622" y="312"/>
                    </a:lnTo>
                    <a:lnTo>
                      <a:pt x="626" y="316"/>
                    </a:lnTo>
                    <a:lnTo>
                      <a:pt x="630" y="320"/>
                    </a:lnTo>
                    <a:lnTo>
                      <a:pt x="630" y="322"/>
                    </a:lnTo>
                    <a:lnTo>
                      <a:pt x="630" y="328"/>
                    </a:lnTo>
                    <a:lnTo>
                      <a:pt x="632" y="328"/>
                    </a:lnTo>
                    <a:lnTo>
                      <a:pt x="632" y="322"/>
                    </a:lnTo>
                    <a:lnTo>
                      <a:pt x="636" y="322"/>
                    </a:lnTo>
                    <a:lnTo>
                      <a:pt x="640" y="322"/>
                    </a:lnTo>
                    <a:lnTo>
                      <a:pt x="646" y="322"/>
                    </a:lnTo>
                    <a:lnTo>
                      <a:pt x="646" y="320"/>
                    </a:lnTo>
                    <a:lnTo>
                      <a:pt x="646" y="316"/>
                    </a:lnTo>
                    <a:lnTo>
                      <a:pt x="650" y="316"/>
                    </a:lnTo>
                    <a:lnTo>
                      <a:pt x="650" y="312"/>
                    </a:lnTo>
                    <a:lnTo>
                      <a:pt x="654" y="312"/>
                    </a:lnTo>
                    <a:lnTo>
                      <a:pt x="654" y="308"/>
                    </a:lnTo>
                    <a:lnTo>
                      <a:pt x="658" y="308"/>
                    </a:lnTo>
                    <a:lnTo>
                      <a:pt x="662" y="308"/>
                    </a:lnTo>
                    <a:lnTo>
                      <a:pt x="666" y="312"/>
                    </a:lnTo>
                    <a:lnTo>
                      <a:pt x="670" y="312"/>
                    </a:lnTo>
                    <a:lnTo>
                      <a:pt x="670" y="316"/>
                    </a:lnTo>
                    <a:lnTo>
                      <a:pt x="666" y="316"/>
                    </a:lnTo>
                    <a:lnTo>
                      <a:pt x="670" y="320"/>
                    </a:lnTo>
                    <a:lnTo>
                      <a:pt x="674" y="320"/>
                    </a:lnTo>
                    <a:lnTo>
                      <a:pt x="674" y="322"/>
                    </a:lnTo>
                    <a:lnTo>
                      <a:pt x="678" y="322"/>
                    </a:lnTo>
                    <a:lnTo>
                      <a:pt x="678" y="328"/>
                    </a:lnTo>
                    <a:lnTo>
                      <a:pt x="680" y="328"/>
                    </a:lnTo>
                    <a:lnTo>
                      <a:pt x="680" y="332"/>
                    </a:lnTo>
                    <a:lnTo>
                      <a:pt x="684" y="332"/>
                    </a:lnTo>
                    <a:lnTo>
                      <a:pt x="684" y="336"/>
                    </a:lnTo>
                    <a:lnTo>
                      <a:pt x="690" y="336"/>
                    </a:lnTo>
                    <a:lnTo>
                      <a:pt x="694" y="340"/>
                    </a:lnTo>
                    <a:lnTo>
                      <a:pt x="694" y="344"/>
                    </a:lnTo>
                    <a:lnTo>
                      <a:pt x="698" y="344"/>
                    </a:lnTo>
                    <a:lnTo>
                      <a:pt x="698" y="350"/>
                    </a:lnTo>
                    <a:lnTo>
                      <a:pt x="698" y="354"/>
                    </a:lnTo>
                    <a:lnTo>
                      <a:pt x="702" y="354"/>
                    </a:lnTo>
                    <a:lnTo>
                      <a:pt x="702" y="356"/>
                    </a:lnTo>
                    <a:lnTo>
                      <a:pt x="706" y="360"/>
                    </a:lnTo>
                    <a:lnTo>
                      <a:pt x="706" y="364"/>
                    </a:lnTo>
                    <a:lnTo>
                      <a:pt x="708" y="364"/>
                    </a:lnTo>
                    <a:lnTo>
                      <a:pt x="708" y="368"/>
                    </a:lnTo>
                    <a:lnTo>
                      <a:pt x="708" y="374"/>
                    </a:lnTo>
                    <a:lnTo>
                      <a:pt x="714" y="374"/>
                    </a:lnTo>
                    <a:lnTo>
                      <a:pt x="714" y="378"/>
                    </a:lnTo>
                    <a:lnTo>
                      <a:pt x="718" y="382"/>
                    </a:lnTo>
                    <a:lnTo>
                      <a:pt x="718" y="384"/>
                    </a:lnTo>
                    <a:lnTo>
                      <a:pt x="722" y="384"/>
                    </a:lnTo>
                    <a:lnTo>
                      <a:pt x="726" y="384"/>
                    </a:lnTo>
                    <a:lnTo>
                      <a:pt x="726" y="388"/>
                    </a:lnTo>
                    <a:lnTo>
                      <a:pt x="730" y="388"/>
                    </a:lnTo>
                    <a:lnTo>
                      <a:pt x="736" y="388"/>
                    </a:lnTo>
                    <a:lnTo>
                      <a:pt x="736" y="392"/>
                    </a:lnTo>
                    <a:lnTo>
                      <a:pt x="740" y="392"/>
                    </a:lnTo>
                    <a:lnTo>
                      <a:pt x="740" y="398"/>
                    </a:lnTo>
                    <a:lnTo>
                      <a:pt x="742" y="398"/>
                    </a:lnTo>
                    <a:lnTo>
                      <a:pt x="746" y="398"/>
                    </a:lnTo>
                    <a:lnTo>
                      <a:pt x="746" y="402"/>
                    </a:lnTo>
                    <a:lnTo>
                      <a:pt x="742" y="402"/>
                    </a:lnTo>
                    <a:lnTo>
                      <a:pt x="742" y="406"/>
                    </a:lnTo>
                    <a:lnTo>
                      <a:pt x="742" y="410"/>
                    </a:lnTo>
                    <a:lnTo>
                      <a:pt x="742" y="414"/>
                    </a:lnTo>
                    <a:lnTo>
                      <a:pt x="746" y="418"/>
                    </a:lnTo>
                    <a:lnTo>
                      <a:pt x="742" y="418"/>
                    </a:lnTo>
                    <a:lnTo>
                      <a:pt x="742" y="422"/>
                    </a:lnTo>
                    <a:lnTo>
                      <a:pt x="740" y="426"/>
                    </a:lnTo>
                    <a:lnTo>
                      <a:pt x="736" y="426"/>
                    </a:lnTo>
                    <a:lnTo>
                      <a:pt x="736" y="430"/>
                    </a:lnTo>
                    <a:lnTo>
                      <a:pt x="736" y="426"/>
                    </a:lnTo>
                    <a:lnTo>
                      <a:pt x="736" y="430"/>
                    </a:lnTo>
                    <a:lnTo>
                      <a:pt x="730" y="430"/>
                    </a:lnTo>
                    <a:lnTo>
                      <a:pt x="730" y="426"/>
                    </a:lnTo>
                    <a:lnTo>
                      <a:pt x="730" y="422"/>
                    </a:lnTo>
                    <a:lnTo>
                      <a:pt x="736" y="422"/>
                    </a:lnTo>
                    <a:lnTo>
                      <a:pt x="740" y="418"/>
                    </a:lnTo>
                    <a:lnTo>
                      <a:pt x="740" y="414"/>
                    </a:lnTo>
                    <a:lnTo>
                      <a:pt x="740" y="418"/>
                    </a:lnTo>
                    <a:lnTo>
                      <a:pt x="736" y="418"/>
                    </a:lnTo>
                    <a:lnTo>
                      <a:pt x="736" y="422"/>
                    </a:lnTo>
                    <a:lnTo>
                      <a:pt x="736" y="418"/>
                    </a:lnTo>
                    <a:lnTo>
                      <a:pt x="730" y="422"/>
                    </a:lnTo>
                    <a:lnTo>
                      <a:pt x="730" y="418"/>
                    </a:lnTo>
                    <a:lnTo>
                      <a:pt x="736" y="418"/>
                    </a:lnTo>
                    <a:lnTo>
                      <a:pt x="736" y="414"/>
                    </a:lnTo>
                    <a:lnTo>
                      <a:pt x="730" y="414"/>
                    </a:lnTo>
                    <a:lnTo>
                      <a:pt x="730" y="410"/>
                    </a:lnTo>
                    <a:lnTo>
                      <a:pt x="730" y="406"/>
                    </a:lnTo>
                    <a:lnTo>
                      <a:pt x="730" y="402"/>
                    </a:lnTo>
                    <a:lnTo>
                      <a:pt x="726" y="402"/>
                    </a:lnTo>
                    <a:lnTo>
                      <a:pt x="726" y="398"/>
                    </a:lnTo>
                    <a:lnTo>
                      <a:pt x="730" y="398"/>
                    </a:lnTo>
                    <a:lnTo>
                      <a:pt x="726" y="398"/>
                    </a:lnTo>
                    <a:lnTo>
                      <a:pt x="726" y="402"/>
                    </a:lnTo>
                    <a:lnTo>
                      <a:pt x="722" y="402"/>
                    </a:lnTo>
                    <a:lnTo>
                      <a:pt x="722" y="398"/>
                    </a:lnTo>
                    <a:lnTo>
                      <a:pt x="722" y="402"/>
                    </a:lnTo>
                    <a:lnTo>
                      <a:pt x="718" y="402"/>
                    </a:lnTo>
                    <a:lnTo>
                      <a:pt x="714" y="402"/>
                    </a:lnTo>
                    <a:lnTo>
                      <a:pt x="718" y="402"/>
                    </a:lnTo>
                    <a:lnTo>
                      <a:pt x="718" y="406"/>
                    </a:lnTo>
                    <a:lnTo>
                      <a:pt x="718" y="410"/>
                    </a:lnTo>
                    <a:lnTo>
                      <a:pt x="714" y="410"/>
                    </a:lnTo>
                    <a:lnTo>
                      <a:pt x="708" y="410"/>
                    </a:lnTo>
                    <a:lnTo>
                      <a:pt x="708" y="406"/>
                    </a:lnTo>
                    <a:lnTo>
                      <a:pt x="714" y="406"/>
                    </a:lnTo>
                    <a:lnTo>
                      <a:pt x="714" y="402"/>
                    </a:lnTo>
                    <a:lnTo>
                      <a:pt x="714" y="398"/>
                    </a:lnTo>
                    <a:lnTo>
                      <a:pt x="714" y="392"/>
                    </a:lnTo>
                    <a:lnTo>
                      <a:pt x="718" y="392"/>
                    </a:lnTo>
                    <a:lnTo>
                      <a:pt x="714" y="392"/>
                    </a:lnTo>
                    <a:lnTo>
                      <a:pt x="714" y="388"/>
                    </a:lnTo>
                    <a:lnTo>
                      <a:pt x="708" y="388"/>
                    </a:lnTo>
                    <a:lnTo>
                      <a:pt x="708" y="384"/>
                    </a:lnTo>
                    <a:lnTo>
                      <a:pt x="706" y="384"/>
                    </a:lnTo>
                    <a:lnTo>
                      <a:pt x="706" y="382"/>
                    </a:lnTo>
                    <a:lnTo>
                      <a:pt x="708" y="382"/>
                    </a:lnTo>
                    <a:lnTo>
                      <a:pt x="706" y="382"/>
                    </a:lnTo>
                    <a:lnTo>
                      <a:pt x="702" y="382"/>
                    </a:lnTo>
                    <a:lnTo>
                      <a:pt x="702" y="378"/>
                    </a:lnTo>
                    <a:lnTo>
                      <a:pt x="702" y="374"/>
                    </a:lnTo>
                    <a:lnTo>
                      <a:pt x="698" y="374"/>
                    </a:lnTo>
                    <a:lnTo>
                      <a:pt x="694" y="374"/>
                    </a:lnTo>
                    <a:lnTo>
                      <a:pt x="690" y="374"/>
                    </a:lnTo>
                    <a:lnTo>
                      <a:pt x="690" y="368"/>
                    </a:lnTo>
                    <a:lnTo>
                      <a:pt x="694" y="368"/>
                    </a:lnTo>
                    <a:lnTo>
                      <a:pt x="698" y="368"/>
                    </a:lnTo>
                    <a:lnTo>
                      <a:pt x="698" y="364"/>
                    </a:lnTo>
                    <a:lnTo>
                      <a:pt x="698" y="368"/>
                    </a:lnTo>
                    <a:lnTo>
                      <a:pt x="694" y="368"/>
                    </a:lnTo>
                    <a:lnTo>
                      <a:pt x="694" y="364"/>
                    </a:lnTo>
                    <a:lnTo>
                      <a:pt x="690" y="364"/>
                    </a:lnTo>
                    <a:lnTo>
                      <a:pt x="694" y="360"/>
                    </a:lnTo>
                    <a:lnTo>
                      <a:pt x="690" y="360"/>
                    </a:lnTo>
                    <a:lnTo>
                      <a:pt x="690" y="356"/>
                    </a:lnTo>
                    <a:lnTo>
                      <a:pt x="698" y="360"/>
                    </a:lnTo>
                    <a:lnTo>
                      <a:pt x="694" y="360"/>
                    </a:lnTo>
                    <a:lnTo>
                      <a:pt x="694" y="356"/>
                    </a:lnTo>
                    <a:lnTo>
                      <a:pt x="690" y="356"/>
                    </a:lnTo>
                    <a:lnTo>
                      <a:pt x="690" y="354"/>
                    </a:lnTo>
                    <a:lnTo>
                      <a:pt x="694" y="354"/>
                    </a:lnTo>
                    <a:lnTo>
                      <a:pt x="698" y="354"/>
                    </a:lnTo>
                    <a:lnTo>
                      <a:pt x="694" y="354"/>
                    </a:lnTo>
                    <a:lnTo>
                      <a:pt x="690" y="354"/>
                    </a:lnTo>
                    <a:lnTo>
                      <a:pt x="690" y="356"/>
                    </a:lnTo>
                    <a:lnTo>
                      <a:pt x="684" y="354"/>
                    </a:lnTo>
                    <a:lnTo>
                      <a:pt x="684" y="350"/>
                    </a:lnTo>
                    <a:lnTo>
                      <a:pt x="690" y="350"/>
                    </a:lnTo>
                    <a:lnTo>
                      <a:pt x="684" y="350"/>
                    </a:lnTo>
                    <a:lnTo>
                      <a:pt x="684" y="354"/>
                    </a:lnTo>
                    <a:lnTo>
                      <a:pt x="684" y="350"/>
                    </a:lnTo>
                    <a:lnTo>
                      <a:pt x="680" y="350"/>
                    </a:lnTo>
                    <a:lnTo>
                      <a:pt x="680" y="344"/>
                    </a:lnTo>
                    <a:lnTo>
                      <a:pt x="684" y="340"/>
                    </a:lnTo>
                    <a:lnTo>
                      <a:pt x="680" y="340"/>
                    </a:lnTo>
                    <a:lnTo>
                      <a:pt x="684" y="340"/>
                    </a:lnTo>
                    <a:lnTo>
                      <a:pt x="684" y="336"/>
                    </a:lnTo>
                    <a:lnTo>
                      <a:pt x="684" y="340"/>
                    </a:lnTo>
                    <a:lnTo>
                      <a:pt x="684" y="336"/>
                    </a:lnTo>
                    <a:lnTo>
                      <a:pt x="684" y="340"/>
                    </a:lnTo>
                    <a:lnTo>
                      <a:pt x="680" y="340"/>
                    </a:lnTo>
                    <a:lnTo>
                      <a:pt x="680" y="344"/>
                    </a:lnTo>
                    <a:lnTo>
                      <a:pt x="678" y="344"/>
                    </a:lnTo>
                    <a:lnTo>
                      <a:pt x="678" y="340"/>
                    </a:lnTo>
                    <a:lnTo>
                      <a:pt x="674" y="340"/>
                    </a:lnTo>
                    <a:lnTo>
                      <a:pt x="670" y="336"/>
                    </a:lnTo>
                    <a:lnTo>
                      <a:pt x="670" y="332"/>
                    </a:lnTo>
                    <a:lnTo>
                      <a:pt x="666" y="332"/>
                    </a:lnTo>
                    <a:lnTo>
                      <a:pt x="666" y="328"/>
                    </a:lnTo>
                    <a:lnTo>
                      <a:pt x="666" y="322"/>
                    </a:lnTo>
                    <a:lnTo>
                      <a:pt x="666" y="320"/>
                    </a:lnTo>
                    <a:lnTo>
                      <a:pt x="662" y="320"/>
                    </a:lnTo>
                    <a:lnTo>
                      <a:pt x="662" y="316"/>
                    </a:lnTo>
                    <a:lnTo>
                      <a:pt x="662" y="320"/>
                    </a:lnTo>
                    <a:lnTo>
                      <a:pt x="666" y="322"/>
                    </a:lnTo>
                    <a:lnTo>
                      <a:pt x="662" y="322"/>
                    </a:lnTo>
                    <a:lnTo>
                      <a:pt x="662" y="320"/>
                    </a:lnTo>
                    <a:lnTo>
                      <a:pt x="662" y="322"/>
                    </a:lnTo>
                    <a:lnTo>
                      <a:pt x="662" y="328"/>
                    </a:lnTo>
                    <a:lnTo>
                      <a:pt x="666" y="328"/>
                    </a:lnTo>
                    <a:lnTo>
                      <a:pt x="666" y="332"/>
                    </a:lnTo>
                    <a:lnTo>
                      <a:pt x="666" y="336"/>
                    </a:lnTo>
                    <a:lnTo>
                      <a:pt x="666" y="340"/>
                    </a:lnTo>
                    <a:lnTo>
                      <a:pt x="670" y="340"/>
                    </a:lnTo>
                    <a:lnTo>
                      <a:pt x="670" y="344"/>
                    </a:lnTo>
                    <a:lnTo>
                      <a:pt x="666" y="344"/>
                    </a:lnTo>
                    <a:lnTo>
                      <a:pt x="662" y="344"/>
                    </a:lnTo>
                    <a:lnTo>
                      <a:pt x="662" y="340"/>
                    </a:lnTo>
                    <a:lnTo>
                      <a:pt x="658" y="340"/>
                    </a:lnTo>
                    <a:lnTo>
                      <a:pt x="654" y="340"/>
                    </a:lnTo>
                    <a:lnTo>
                      <a:pt x="658" y="336"/>
                    </a:lnTo>
                    <a:lnTo>
                      <a:pt x="654" y="336"/>
                    </a:lnTo>
                    <a:lnTo>
                      <a:pt x="654" y="332"/>
                    </a:lnTo>
                    <a:lnTo>
                      <a:pt x="654" y="328"/>
                    </a:lnTo>
                    <a:lnTo>
                      <a:pt x="658" y="328"/>
                    </a:lnTo>
                    <a:lnTo>
                      <a:pt x="654" y="328"/>
                    </a:lnTo>
                    <a:lnTo>
                      <a:pt x="654" y="322"/>
                    </a:lnTo>
                    <a:lnTo>
                      <a:pt x="650" y="322"/>
                    </a:lnTo>
                    <a:lnTo>
                      <a:pt x="650" y="328"/>
                    </a:lnTo>
                    <a:lnTo>
                      <a:pt x="654" y="328"/>
                    </a:lnTo>
                    <a:lnTo>
                      <a:pt x="654" y="332"/>
                    </a:lnTo>
                    <a:lnTo>
                      <a:pt x="650" y="332"/>
                    </a:lnTo>
                    <a:lnTo>
                      <a:pt x="646" y="332"/>
                    </a:lnTo>
                    <a:lnTo>
                      <a:pt x="646" y="328"/>
                    </a:lnTo>
                    <a:lnTo>
                      <a:pt x="640" y="328"/>
                    </a:lnTo>
                    <a:lnTo>
                      <a:pt x="636" y="322"/>
                    </a:lnTo>
                    <a:lnTo>
                      <a:pt x="636" y="328"/>
                    </a:lnTo>
                    <a:lnTo>
                      <a:pt x="636" y="332"/>
                    </a:lnTo>
                    <a:lnTo>
                      <a:pt x="636" y="328"/>
                    </a:lnTo>
                    <a:lnTo>
                      <a:pt x="640" y="328"/>
                    </a:lnTo>
                    <a:lnTo>
                      <a:pt x="646" y="328"/>
                    </a:lnTo>
                    <a:lnTo>
                      <a:pt x="646" y="332"/>
                    </a:lnTo>
                    <a:lnTo>
                      <a:pt x="640" y="332"/>
                    </a:lnTo>
                    <a:lnTo>
                      <a:pt x="646" y="332"/>
                    </a:lnTo>
                    <a:lnTo>
                      <a:pt x="650" y="332"/>
                    </a:lnTo>
                    <a:lnTo>
                      <a:pt x="646" y="336"/>
                    </a:lnTo>
                    <a:lnTo>
                      <a:pt x="650" y="336"/>
                    </a:lnTo>
                    <a:lnTo>
                      <a:pt x="654" y="336"/>
                    </a:lnTo>
                    <a:lnTo>
                      <a:pt x="654" y="340"/>
                    </a:lnTo>
                    <a:lnTo>
                      <a:pt x="650" y="344"/>
                    </a:lnTo>
                    <a:lnTo>
                      <a:pt x="650" y="340"/>
                    </a:lnTo>
                    <a:lnTo>
                      <a:pt x="646" y="340"/>
                    </a:lnTo>
                    <a:lnTo>
                      <a:pt x="646" y="344"/>
                    </a:lnTo>
                    <a:lnTo>
                      <a:pt x="646" y="340"/>
                    </a:lnTo>
                    <a:lnTo>
                      <a:pt x="650" y="344"/>
                    </a:lnTo>
                    <a:lnTo>
                      <a:pt x="646" y="344"/>
                    </a:lnTo>
                    <a:lnTo>
                      <a:pt x="646" y="340"/>
                    </a:lnTo>
                    <a:lnTo>
                      <a:pt x="640" y="344"/>
                    </a:lnTo>
                    <a:lnTo>
                      <a:pt x="646" y="344"/>
                    </a:lnTo>
                    <a:lnTo>
                      <a:pt x="640" y="344"/>
                    </a:lnTo>
                    <a:lnTo>
                      <a:pt x="640" y="340"/>
                    </a:lnTo>
                    <a:lnTo>
                      <a:pt x="636" y="340"/>
                    </a:lnTo>
                    <a:lnTo>
                      <a:pt x="632" y="340"/>
                    </a:lnTo>
                    <a:lnTo>
                      <a:pt x="632" y="336"/>
                    </a:lnTo>
                    <a:lnTo>
                      <a:pt x="630" y="336"/>
                    </a:lnTo>
                    <a:lnTo>
                      <a:pt x="630" y="332"/>
                    </a:lnTo>
                    <a:lnTo>
                      <a:pt x="630" y="336"/>
                    </a:lnTo>
                    <a:lnTo>
                      <a:pt x="626" y="332"/>
                    </a:lnTo>
                    <a:lnTo>
                      <a:pt x="626" y="328"/>
                    </a:lnTo>
                    <a:lnTo>
                      <a:pt x="622" y="328"/>
                    </a:lnTo>
                    <a:lnTo>
                      <a:pt x="622" y="322"/>
                    </a:lnTo>
                    <a:lnTo>
                      <a:pt x="616" y="322"/>
                    </a:lnTo>
                    <a:lnTo>
                      <a:pt x="612" y="322"/>
                    </a:lnTo>
                    <a:lnTo>
                      <a:pt x="616" y="320"/>
                    </a:lnTo>
                    <a:lnTo>
                      <a:pt x="612" y="320"/>
                    </a:lnTo>
                    <a:lnTo>
                      <a:pt x="612" y="322"/>
                    </a:lnTo>
                    <a:lnTo>
                      <a:pt x="608" y="320"/>
                    </a:lnTo>
                    <a:lnTo>
                      <a:pt x="604" y="320"/>
                    </a:lnTo>
                    <a:lnTo>
                      <a:pt x="604" y="316"/>
                    </a:lnTo>
                    <a:lnTo>
                      <a:pt x="600" y="316"/>
                    </a:lnTo>
                    <a:lnTo>
                      <a:pt x="598" y="316"/>
                    </a:lnTo>
                    <a:lnTo>
                      <a:pt x="598" y="312"/>
                    </a:lnTo>
                    <a:lnTo>
                      <a:pt x="600" y="308"/>
                    </a:lnTo>
                    <a:lnTo>
                      <a:pt x="598" y="308"/>
                    </a:lnTo>
                    <a:lnTo>
                      <a:pt x="598" y="304"/>
                    </a:lnTo>
                    <a:lnTo>
                      <a:pt x="600" y="304"/>
                    </a:lnTo>
                    <a:lnTo>
                      <a:pt x="600" y="308"/>
                    </a:lnTo>
                    <a:lnTo>
                      <a:pt x="600" y="312"/>
                    </a:lnTo>
                    <a:lnTo>
                      <a:pt x="604" y="312"/>
                    </a:lnTo>
                    <a:lnTo>
                      <a:pt x="604" y="308"/>
                    </a:lnTo>
                    <a:lnTo>
                      <a:pt x="600" y="308"/>
                    </a:lnTo>
                    <a:lnTo>
                      <a:pt x="604" y="304"/>
                    </a:lnTo>
                    <a:lnTo>
                      <a:pt x="608" y="308"/>
                    </a:lnTo>
                    <a:lnTo>
                      <a:pt x="608" y="304"/>
                    </a:lnTo>
                    <a:lnTo>
                      <a:pt x="604" y="304"/>
                    </a:lnTo>
                    <a:lnTo>
                      <a:pt x="600" y="304"/>
                    </a:lnTo>
                    <a:lnTo>
                      <a:pt x="600" y="298"/>
                    </a:lnTo>
                    <a:lnTo>
                      <a:pt x="598" y="298"/>
                    </a:lnTo>
                    <a:lnTo>
                      <a:pt x="598" y="304"/>
                    </a:lnTo>
                    <a:lnTo>
                      <a:pt x="592" y="308"/>
                    </a:lnTo>
                    <a:lnTo>
                      <a:pt x="588" y="308"/>
                    </a:lnTo>
                    <a:lnTo>
                      <a:pt x="584" y="308"/>
                    </a:lnTo>
                    <a:lnTo>
                      <a:pt x="580" y="308"/>
                    </a:lnTo>
                    <a:lnTo>
                      <a:pt x="576" y="308"/>
                    </a:lnTo>
                    <a:lnTo>
                      <a:pt x="570" y="304"/>
                    </a:lnTo>
                    <a:lnTo>
                      <a:pt x="568" y="304"/>
                    </a:lnTo>
                    <a:lnTo>
                      <a:pt x="570" y="304"/>
                    </a:lnTo>
                    <a:lnTo>
                      <a:pt x="570" y="298"/>
                    </a:lnTo>
                    <a:lnTo>
                      <a:pt x="568" y="298"/>
                    </a:lnTo>
                    <a:lnTo>
                      <a:pt x="568" y="304"/>
                    </a:lnTo>
                    <a:lnTo>
                      <a:pt x="564" y="304"/>
                    </a:lnTo>
                    <a:lnTo>
                      <a:pt x="564" y="298"/>
                    </a:lnTo>
                    <a:lnTo>
                      <a:pt x="560" y="298"/>
                    </a:lnTo>
                    <a:lnTo>
                      <a:pt x="552" y="298"/>
                    </a:lnTo>
                    <a:lnTo>
                      <a:pt x="546" y="298"/>
                    </a:lnTo>
                    <a:lnTo>
                      <a:pt x="542" y="298"/>
                    </a:lnTo>
                    <a:lnTo>
                      <a:pt x="538" y="298"/>
                    </a:lnTo>
                    <a:lnTo>
                      <a:pt x="536" y="298"/>
                    </a:lnTo>
                    <a:lnTo>
                      <a:pt x="532" y="298"/>
                    </a:lnTo>
                    <a:lnTo>
                      <a:pt x="528" y="298"/>
                    </a:lnTo>
                    <a:lnTo>
                      <a:pt x="528" y="294"/>
                    </a:lnTo>
                    <a:lnTo>
                      <a:pt x="522" y="294"/>
                    </a:lnTo>
                    <a:lnTo>
                      <a:pt x="518" y="294"/>
                    </a:lnTo>
                    <a:lnTo>
                      <a:pt x="514" y="294"/>
                    </a:lnTo>
                    <a:lnTo>
                      <a:pt x="514" y="292"/>
                    </a:lnTo>
                    <a:lnTo>
                      <a:pt x="514" y="288"/>
                    </a:lnTo>
                    <a:lnTo>
                      <a:pt x="518" y="288"/>
                    </a:lnTo>
                    <a:lnTo>
                      <a:pt x="518" y="284"/>
                    </a:lnTo>
                    <a:lnTo>
                      <a:pt x="514" y="288"/>
                    </a:lnTo>
                    <a:lnTo>
                      <a:pt x="510" y="292"/>
                    </a:lnTo>
                    <a:lnTo>
                      <a:pt x="508" y="292"/>
                    </a:lnTo>
                    <a:lnTo>
                      <a:pt x="502" y="292"/>
                    </a:lnTo>
                    <a:lnTo>
                      <a:pt x="498" y="288"/>
                    </a:lnTo>
                    <a:lnTo>
                      <a:pt x="502" y="288"/>
                    </a:lnTo>
                    <a:lnTo>
                      <a:pt x="502" y="284"/>
                    </a:lnTo>
                    <a:lnTo>
                      <a:pt x="502" y="288"/>
                    </a:lnTo>
                    <a:lnTo>
                      <a:pt x="498" y="288"/>
                    </a:lnTo>
                    <a:lnTo>
                      <a:pt x="498" y="284"/>
                    </a:lnTo>
                    <a:lnTo>
                      <a:pt x="498" y="288"/>
                    </a:lnTo>
                    <a:lnTo>
                      <a:pt x="494" y="288"/>
                    </a:lnTo>
                    <a:lnTo>
                      <a:pt x="494" y="284"/>
                    </a:lnTo>
                    <a:lnTo>
                      <a:pt x="498" y="284"/>
                    </a:lnTo>
                    <a:lnTo>
                      <a:pt x="494" y="284"/>
                    </a:lnTo>
                    <a:lnTo>
                      <a:pt x="490" y="284"/>
                    </a:lnTo>
                    <a:lnTo>
                      <a:pt x="486" y="284"/>
                    </a:lnTo>
                    <a:lnTo>
                      <a:pt x="490" y="284"/>
                    </a:lnTo>
                    <a:lnTo>
                      <a:pt x="494" y="278"/>
                    </a:lnTo>
                    <a:lnTo>
                      <a:pt x="490" y="278"/>
                    </a:lnTo>
                    <a:lnTo>
                      <a:pt x="486" y="278"/>
                    </a:lnTo>
                    <a:lnTo>
                      <a:pt x="490" y="274"/>
                    </a:lnTo>
                    <a:lnTo>
                      <a:pt x="494" y="274"/>
                    </a:lnTo>
                    <a:lnTo>
                      <a:pt x="494" y="270"/>
                    </a:lnTo>
                    <a:lnTo>
                      <a:pt x="490" y="270"/>
                    </a:lnTo>
                    <a:lnTo>
                      <a:pt x="490" y="274"/>
                    </a:lnTo>
                    <a:lnTo>
                      <a:pt x="486" y="274"/>
                    </a:lnTo>
                    <a:lnTo>
                      <a:pt x="482" y="278"/>
                    </a:lnTo>
                    <a:lnTo>
                      <a:pt x="482" y="274"/>
                    </a:lnTo>
                    <a:lnTo>
                      <a:pt x="476" y="274"/>
                    </a:lnTo>
                    <a:lnTo>
                      <a:pt x="476" y="278"/>
                    </a:lnTo>
                    <a:lnTo>
                      <a:pt x="474" y="278"/>
                    </a:lnTo>
                    <a:lnTo>
                      <a:pt x="474" y="274"/>
                    </a:lnTo>
                    <a:lnTo>
                      <a:pt x="474" y="270"/>
                    </a:lnTo>
                    <a:lnTo>
                      <a:pt x="474" y="278"/>
                    </a:lnTo>
                    <a:lnTo>
                      <a:pt x="470" y="278"/>
                    </a:lnTo>
                    <a:lnTo>
                      <a:pt x="466" y="278"/>
                    </a:lnTo>
                    <a:lnTo>
                      <a:pt x="470" y="274"/>
                    </a:lnTo>
                    <a:lnTo>
                      <a:pt x="470" y="270"/>
                    </a:lnTo>
                    <a:lnTo>
                      <a:pt x="470" y="274"/>
                    </a:lnTo>
                    <a:lnTo>
                      <a:pt x="466" y="274"/>
                    </a:lnTo>
                    <a:lnTo>
                      <a:pt x="462" y="274"/>
                    </a:lnTo>
                    <a:lnTo>
                      <a:pt x="466" y="274"/>
                    </a:lnTo>
                    <a:lnTo>
                      <a:pt x="462" y="278"/>
                    </a:lnTo>
                    <a:lnTo>
                      <a:pt x="456" y="278"/>
                    </a:lnTo>
                    <a:lnTo>
                      <a:pt x="456" y="284"/>
                    </a:lnTo>
                    <a:lnTo>
                      <a:pt x="456" y="278"/>
                    </a:lnTo>
                    <a:lnTo>
                      <a:pt x="462" y="284"/>
                    </a:lnTo>
                    <a:lnTo>
                      <a:pt x="456" y="284"/>
                    </a:lnTo>
                    <a:lnTo>
                      <a:pt x="462" y="284"/>
                    </a:lnTo>
                    <a:lnTo>
                      <a:pt x="466" y="288"/>
                    </a:lnTo>
                    <a:lnTo>
                      <a:pt x="462" y="288"/>
                    </a:lnTo>
                    <a:lnTo>
                      <a:pt x="456" y="288"/>
                    </a:lnTo>
                    <a:lnTo>
                      <a:pt x="456" y="29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471" name="Freeform 65"/>
              <p:cNvSpPr>
                <a:spLocks/>
              </p:cNvSpPr>
              <p:nvPr/>
            </p:nvSpPr>
            <p:spPr bwMode="gray">
              <a:xfrm>
                <a:off x="3074595" y="4140546"/>
                <a:ext cx="6957" cy="6957"/>
              </a:xfrm>
              <a:custGeom>
                <a:avLst/>
                <a:gdLst>
                  <a:gd name="T0" fmla="*/ 4 w 4"/>
                  <a:gd name="T1" fmla="*/ 4 h 4"/>
                  <a:gd name="T2" fmla="*/ 4 w 4"/>
                  <a:gd name="T3" fmla="*/ 4 h 4"/>
                  <a:gd name="T4" fmla="*/ 0 w 4"/>
                  <a:gd name="T5" fmla="*/ 4 h 4"/>
                  <a:gd name="T6" fmla="*/ 0 w 4"/>
                  <a:gd name="T7" fmla="*/ 0 h 4"/>
                  <a:gd name="T8" fmla="*/ 0 w 4"/>
                  <a:gd name="T9" fmla="*/ 0 h 4"/>
                  <a:gd name="T10" fmla="*/ 4 w 4"/>
                  <a:gd name="T11" fmla="*/ 4 h 4"/>
                  <a:gd name="T12" fmla="*/ 4 w 4"/>
                  <a:gd name="T13" fmla="*/ 4 h 4"/>
                  <a:gd name="T14" fmla="*/ 4 w 4"/>
                  <a:gd name="T15" fmla="*/ 4 h 4"/>
                  <a:gd name="T16" fmla="*/ 4 w 4"/>
                  <a:gd name="T17" fmla="*/ 4 h 4"/>
                  <a:gd name="T18" fmla="*/ 4 w 4"/>
                  <a:gd name="T19" fmla="*/ 4 h 4"/>
                  <a:gd name="T20" fmla="*/ 4 w 4"/>
                  <a:gd name="T21" fmla="*/ 4 h 4"/>
                  <a:gd name="T22" fmla="*/ 4 w 4"/>
                  <a:gd name="T23" fmla="*/ 4 h 4"/>
                  <a:gd name="T24" fmla="*/ 4 w 4"/>
                  <a:gd name="T25"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 h="4">
                    <a:moveTo>
                      <a:pt x="4" y="4"/>
                    </a:moveTo>
                    <a:lnTo>
                      <a:pt x="4" y="4"/>
                    </a:lnTo>
                    <a:lnTo>
                      <a:pt x="0" y="4"/>
                    </a:lnTo>
                    <a:lnTo>
                      <a:pt x="0" y="0"/>
                    </a:lnTo>
                    <a:lnTo>
                      <a:pt x="0" y="0"/>
                    </a:lnTo>
                    <a:lnTo>
                      <a:pt x="4" y="4"/>
                    </a:lnTo>
                    <a:lnTo>
                      <a:pt x="4" y="4"/>
                    </a:lnTo>
                    <a:lnTo>
                      <a:pt x="4" y="4"/>
                    </a:lnTo>
                    <a:lnTo>
                      <a:pt x="4" y="4"/>
                    </a:lnTo>
                    <a:lnTo>
                      <a:pt x="4" y="4"/>
                    </a:lnTo>
                    <a:lnTo>
                      <a:pt x="4" y="4"/>
                    </a:lnTo>
                    <a:lnTo>
                      <a:pt x="4"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2" name="Freeform 66"/>
              <p:cNvSpPr>
                <a:spLocks noEditPoints="1"/>
              </p:cNvSpPr>
              <p:nvPr/>
            </p:nvSpPr>
            <p:spPr bwMode="gray">
              <a:xfrm>
                <a:off x="2604994" y="3966620"/>
                <a:ext cx="34785" cy="76527"/>
              </a:xfrm>
              <a:custGeom>
                <a:avLst/>
                <a:gdLst>
                  <a:gd name="T0" fmla="*/ 14 w 20"/>
                  <a:gd name="T1" fmla="*/ 0 h 44"/>
                  <a:gd name="T2" fmla="*/ 14 w 20"/>
                  <a:gd name="T3" fmla="*/ 4 h 44"/>
                  <a:gd name="T4" fmla="*/ 16 w 20"/>
                  <a:gd name="T5" fmla="*/ 4 h 44"/>
                  <a:gd name="T6" fmla="*/ 16 w 20"/>
                  <a:gd name="T7" fmla="*/ 4 h 44"/>
                  <a:gd name="T8" fmla="*/ 16 w 20"/>
                  <a:gd name="T9" fmla="*/ 6 h 44"/>
                  <a:gd name="T10" fmla="*/ 14 w 20"/>
                  <a:gd name="T11" fmla="*/ 10 h 44"/>
                  <a:gd name="T12" fmla="*/ 14 w 20"/>
                  <a:gd name="T13" fmla="*/ 10 h 44"/>
                  <a:gd name="T14" fmla="*/ 14 w 20"/>
                  <a:gd name="T15" fmla="*/ 10 h 44"/>
                  <a:gd name="T16" fmla="*/ 14 w 20"/>
                  <a:gd name="T17" fmla="*/ 14 h 44"/>
                  <a:gd name="T18" fmla="*/ 14 w 20"/>
                  <a:gd name="T19" fmla="*/ 14 h 44"/>
                  <a:gd name="T20" fmla="*/ 14 w 20"/>
                  <a:gd name="T21" fmla="*/ 14 h 44"/>
                  <a:gd name="T22" fmla="*/ 14 w 20"/>
                  <a:gd name="T23" fmla="*/ 18 h 44"/>
                  <a:gd name="T24" fmla="*/ 14 w 20"/>
                  <a:gd name="T25" fmla="*/ 22 h 44"/>
                  <a:gd name="T26" fmla="*/ 14 w 20"/>
                  <a:gd name="T27" fmla="*/ 22 h 44"/>
                  <a:gd name="T28" fmla="*/ 14 w 20"/>
                  <a:gd name="T29" fmla="*/ 22 h 44"/>
                  <a:gd name="T30" fmla="*/ 14 w 20"/>
                  <a:gd name="T31" fmla="*/ 26 h 44"/>
                  <a:gd name="T32" fmla="*/ 14 w 20"/>
                  <a:gd name="T33" fmla="*/ 26 h 44"/>
                  <a:gd name="T34" fmla="*/ 14 w 20"/>
                  <a:gd name="T35" fmla="*/ 26 h 44"/>
                  <a:gd name="T36" fmla="*/ 14 w 20"/>
                  <a:gd name="T37" fmla="*/ 28 h 44"/>
                  <a:gd name="T38" fmla="*/ 14 w 20"/>
                  <a:gd name="T39" fmla="*/ 32 h 44"/>
                  <a:gd name="T40" fmla="*/ 14 w 20"/>
                  <a:gd name="T41" fmla="*/ 32 h 44"/>
                  <a:gd name="T42" fmla="*/ 14 w 20"/>
                  <a:gd name="T43" fmla="*/ 32 h 44"/>
                  <a:gd name="T44" fmla="*/ 10 w 20"/>
                  <a:gd name="T45" fmla="*/ 36 h 44"/>
                  <a:gd name="T46" fmla="*/ 6 w 20"/>
                  <a:gd name="T47" fmla="*/ 40 h 44"/>
                  <a:gd name="T48" fmla="*/ 6 w 20"/>
                  <a:gd name="T49" fmla="*/ 40 h 44"/>
                  <a:gd name="T50" fmla="*/ 6 w 20"/>
                  <a:gd name="T51" fmla="*/ 44 h 44"/>
                  <a:gd name="T52" fmla="*/ 6 w 20"/>
                  <a:gd name="T53" fmla="*/ 44 h 44"/>
                  <a:gd name="T54" fmla="*/ 2 w 20"/>
                  <a:gd name="T55" fmla="*/ 44 h 44"/>
                  <a:gd name="T56" fmla="*/ 0 w 20"/>
                  <a:gd name="T57" fmla="*/ 44 h 44"/>
                  <a:gd name="T58" fmla="*/ 0 w 20"/>
                  <a:gd name="T59" fmla="*/ 40 h 44"/>
                  <a:gd name="T60" fmla="*/ 2 w 20"/>
                  <a:gd name="T61" fmla="*/ 26 h 44"/>
                  <a:gd name="T62" fmla="*/ 2 w 20"/>
                  <a:gd name="T63" fmla="*/ 14 h 44"/>
                  <a:gd name="T64" fmla="*/ 2 w 20"/>
                  <a:gd name="T65" fmla="*/ 10 h 44"/>
                  <a:gd name="T66" fmla="*/ 2 w 20"/>
                  <a:gd name="T67" fmla="*/ 6 h 44"/>
                  <a:gd name="T68" fmla="*/ 2 w 20"/>
                  <a:gd name="T69" fmla="*/ 6 h 44"/>
                  <a:gd name="T70" fmla="*/ 6 w 20"/>
                  <a:gd name="T71" fmla="*/ 10 h 44"/>
                  <a:gd name="T72" fmla="*/ 6 w 20"/>
                  <a:gd name="T73" fmla="*/ 6 h 44"/>
                  <a:gd name="T74" fmla="*/ 6 w 20"/>
                  <a:gd name="T75" fmla="*/ 6 h 44"/>
                  <a:gd name="T76" fmla="*/ 10 w 20"/>
                  <a:gd name="T77" fmla="*/ 4 h 44"/>
                  <a:gd name="T78" fmla="*/ 10 w 20"/>
                  <a:gd name="T79" fmla="*/ 0 h 44"/>
                  <a:gd name="T80" fmla="*/ 10 w 20"/>
                  <a:gd name="T81" fmla="*/ 0 h 44"/>
                  <a:gd name="T82" fmla="*/ 14 w 20"/>
                  <a:gd name="T83" fmla="*/ 0 h 44"/>
                  <a:gd name="T84" fmla="*/ 14 w 20"/>
                  <a:gd name="T85" fmla="*/ 0 h 44"/>
                  <a:gd name="T86" fmla="*/ 14 w 20"/>
                  <a:gd name="T87" fmla="*/ 0 h 44"/>
                  <a:gd name="T88" fmla="*/ 16 w 20"/>
                  <a:gd name="T89" fmla="*/ 6 h 44"/>
                  <a:gd name="T90" fmla="*/ 16 w 20"/>
                  <a:gd name="T91" fmla="*/ 10 h 44"/>
                  <a:gd name="T92" fmla="*/ 16 w 20"/>
                  <a:gd name="T93" fmla="*/ 10 h 44"/>
                  <a:gd name="T94" fmla="*/ 16 w 20"/>
                  <a:gd name="T95" fmla="*/ 10 h 44"/>
                  <a:gd name="T96" fmla="*/ 16 w 20"/>
                  <a:gd name="T97" fmla="*/ 10 h 44"/>
                  <a:gd name="T98" fmla="*/ 20 w 20"/>
                  <a:gd name="T99" fmla="*/ 6 h 44"/>
                  <a:gd name="T100" fmla="*/ 20 w 20"/>
                  <a:gd name="T101" fmla="*/ 6 h 44"/>
                  <a:gd name="T102" fmla="*/ 16 w 20"/>
                  <a:gd name="T103" fmla="*/ 6 h 44"/>
                  <a:gd name="T104" fmla="*/ 16 w 20"/>
                  <a:gd name="T105" fmla="*/ 6 h 44"/>
                  <a:gd name="T106" fmla="*/ 16 w 20"/>
                  <a:gd name="T107" fmla="*/ 22 h 44"/>
                  <a:gd name="T108" fmla="*/ 16 w 20"/>
                  <a:gd name="T109" fmla="*/ 22 h 44"/>
                  <a:gd name="T110" fmla="*/ 20 w 20"/>
                  <a:gd name="T111" fmla="*/ 14 h 44"/>
                  <a:gd name="T112" fmla="*/ 20 w 20"/>
                  <a:gd name="T113" fmla="*/ 18 h 44"/>
                  <a:gd name="T114" fmla="*/ 20 w 20"/>
                  <a:gd name="T115" fmla="*/ 18 h 44"/>
                  <a:gd name="T116" fmla="*/ 20 w 20"/>
                  <a:gd name="T117" fmla="*/ 18 h 44"/>
                  <a:gd name="T118" fmla="*/ 20 w 20"/>
                  <a:gd name="T119" fmla="*/ 18 h 44"/>
                  <a:gd name="T120" fmla="*/ 16 w 20"/>
                  <a:gd name="T121" fmla="*/ 18 h 44"/>
                  <a:gd name="T122" fmla="*/ 16 w 20"/>
                  <a:gd name="T123" fmla="*/ 22 h 44"/>
                  <a:gd name="T124" fmla="*/ 16 w 20"/>
                  <a:gd name="T125" fmla="*/ 22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0" h="44">
                    <a:moveTo>
                      <a:pt x="14" y="0"/>
                    </a:moveTo>
                    <a:lnTo>
                      <a:pt x="14" y="0"/>
                    </a:lnTo>
                    <a:lnTo>
                      <a:pt x="14" y="0"/>
                    </a:lnTo>
                    <a:lnTo>
                      <a:pt x="14" y="4"/>
                    </a:lnTo>
                    <a:lnTo>
                      <a:pt x="14" y="4"/>
                    </a:lnTo>
                    <a:lnTo>
                      <a:pt x="16" y="4"/>
                    </a:lnTo>
                    <a:lnTo>
                      <a:pt x="16" y="4"/>
                    </a:lnTo>
                    <a:lnTo>
                      <a:pt x="16" y="4"/>
                    </a:lnTo>
                    <a:lnTo>
                      <a:pt x="16" y="6"/>
                    </a:lnTo>
                    <a:lnTo>
                      <a:pt x="16" y="6"/>
                    </a:lnTo>
                    <a:lnTo>
                      <a:pt x="14" y="10"/>
                    </a:lnTo>
                    <a:lnTo>
                      <a:pt x="14" y="10"/>
                    </a:lnTo>
                    <a:lnTo>
                      <a:pt x="14" y="10"/>
                    </a:lnTo>
                    <a:lnTo>
                      <a:pt x="14" y="10"/>
                    </a:lnTo>
                    <a:lnTo>
                      <a:pt x="14" y="10"/>
                    </a:lnTo>
                    <a:lnTo>
                      <a:pt x="14" y="10"/>
                    </a:lnTo>
                    <a:lnTo>
                      <a:pt x="14" y="14"/>
                    </a:lnTo>
                    <a:lnTo>
                      <a:pt x="14" y="14"/>
                    </a:lnTo>
                    <a:lnTo>
                      <a:pt x="14" y="14"/>
                    </a:lnTo>
                    <a:lnTo>
                      <a:pt x="14" y="14"/>
                    </a:lnTo>
                    <a:lnTo>
                      <a:pt x="14" y="14"/>
                    </a:lnTo>
                    <a:lnTo>
                      <a:pt x="14" y="14"/>
                    </a:lnTo>
                    <a:lnTo>
                      <a:pt x="14" y="18"/>
                    </a:lnTo>
                    <a:lnTo>
                      <a:pt x="14" y="18"/>
                    </a:lnTo>
                    <a:lnTo>
                      <a:pt x="14" y="18"/>
                    </a:lnTo>
                    <a:lnTo>
                      <a:pt x="14" y="22"/>
                    </a:lnTo>
                    <a:lnTo>
                      <a:pt x="14" y="22"/>
                    </a:lnTo>
                    <a:lnTo>
                      <a:pt x="14" y="22"/>
                    </a:lnTo>
                    <a:lnTo>
                      <a:pt x="14" y="22"/>
                    </a:lnTo>
                    <a:lnTo>
                      <a:pt x="14" y="22"/>
                    </a:lnTo>
                    <a:lnTo>
                      <a:pt x="14" y="26"/>
                    </a:lnTo>
                    <a:lnTo>
                      <a:pt x="14" y="26"/>
                    </a:lnTo>
                    <a:lnTo>
                      <a:pt x="14" y="26"/>
                    </a:lnTo>
                    <a:lnTo>
                      <a:pt x="14" y="26"/>
                    </a:lnTo>
                    <a:lnTo>
                      <a:pt x="14" y="26"/>
                    </a:lnTo>
                    <a:lnTo>
                      <a:pt x="14" y="26"/>
                    </a:lnTo>
                    <a:lnTo>
                      <a:pt x="14" y="28"/>
                    </a:lnTo>
                    <a:lnTo>
                      <a:pt x="14" y="28"/>
                    </a:lnTo>
                    <a:lnTo>
                      <a:pt x="14" y="32"/>
                    </a:lnTo>
                    <a:lnTo>
                      <a:pt x="14" y="32"/>
                    </a:lnTo>
                    <a:lnTo>
                      <a:pt x="14" y="32"/>
                    </a:lnTo>
                    <a:lnTo>
                      <a:pt x="14" y="32"/>
                    </a:lnTo>
                    <a:lnTo>
                      <a:pt x="14" y="32"/>
                    </a:lnTo>
                    <a:lnTo>
                      <a:pt x="14" y="32"/>
                    </a:lnTo>
                    <a:lnTo>
                      <a:pt x="14" y="32"/>
                    </a:lnTo>
                    <a:lnTo>
                      <a:pt x="10" y="36"/>
                    </a:lnTo>
                    <a:lnTo>
                      <a:pt x="10" y="36"/>
                    </a:lnTo>
                    <a:lnTo>
                      <a:pt x="6" y="40"/>
                    </a:lnTo>
                    <a:lnTo>
                      <a:pt x="6" y="40"/>
                    </a:lnTo>
                    <a:lnTo>
                      <a:pt x="6" y="40"/>
                    </a:lnTo>
                    <a:lnTo>
                      <a:pt x="6" y="40"/>
                    </a:lnTo>
                    <a:lnTo>
                      <a:pt x="6" y="44"/>
                    </a:lnTo>
                    <a:lnTo>
                      <a:pt x="6" y="44"/>
                    </a:lnTo>
                    <a:lnTo>
                      <a:pt x="6" y="44"/>
                    </a:lnTo>
                    <a:lnTo>
                      <a:pt x="2" y="44"/>
                    </a:lnTo>
                    <a:lnTo>
                      <a:pt x="2" y="44"/>
                    </a:lnTo>
                    <a:lnTo>
                      <a:pt x="2" y="44"/>
                    </a:lnTo>
                    <a:lnTo>
                      <a:pt x="0" y="44"/>
                    </a:lnTo>
                    <a:lnTo>
                      <a:pt x="0" y="44"/>
                    </a:lnTo>
                    <a:lnTo>
                      <a:pt x="0" y="40"/>
                    </a:lnTo>
                    <a:lnTo>
                      <a:pt x="2" y="36"/>
                    </a:lnTo>
                    <a:lnTo>
                      <a:pt x="2" y="26"/>
                    </a:lnTo>
                    <a:lnTo>
                      <a:pt x="2" y="18"/>
                    </a:lnTo>
                    <a:lnTo>
                      <a:pt x="2" y="14"/>
                    </a:lnTo>
                    <a:lnTo>
                      <a:pt x="2" y="10"/>
                    </a:lnTo>
                    <a:lnTo>
                      <a:pt x="2" y="10"/>
                    </a:lnTo>
                    <a:lnTo>
                      <a:pt x="2" y="6"/>
                    </a:lnTo>
                    <a:lnTo>
                      <a:pt x="2" y="6"/>
                    </a:lnTo>
                    <a:lnTo>
                      <a:pt x="2" y="6"/>
                    </a:lnTo>
                    <a:lnTo>
                      <a:pt x="2" y="6"/>
                    </a:lnTo>
                    <a:lnTo>
                      <a:pt x="2" y="10"/>
                    </a:lnTo>
                    <a:lnTo>
                      <a:pt x="6" y="10"/>
                    </a:lnTo>
                    <a:lnTo>
                      <a:pt x="6" y="10"/>
                    </a:lnTo>
                    <a:lnTo>
                      <a:pt x="6" y="6"/>
                    </a:lnTo>
                    <a:lnTo>
                      <a:pt x="6" y="6"/>
                    </a:lnTo>
                    <a:lnTo>
                      <a:pt x="6" y="6"/>
                    </a:lnTo>
                    <a:lnTo>
                      <a:pt x="6" y="4"/>
                    </a:lnTo>
                    <a:lnTo>
                      <a:pt x="10" y="4"/>
                    </a:lnTo>
                    <a:lnTo>
                      <a:pt x="10" y="4"/>
                    </a:lnTo>
                    <a:lnTo>
                      <a:pt x="10" y="0"/>
                    </a:lnTo>
                    <a:lnTo>
                      <a:pt x="10" y="0"/>
                    </a:lnTo>
                    <a:lnTo>
                      <a:pt x="10" y="0"/>
                    </a:lnTo>
                    <a:lnTo>
                      <a:pt x="14" y="0"/>
                    </a:lnTo>
                    <a:lnTo>
                      <a:pt x="14" y="0"/>
                    </a:lnTo>
                    <a:lnTo>
                      <a:pt x="14" y="0"/>
                    </a:lnTo>
                    <a:lnTo>
                      <a:pt x="14" y="0"/>
                    </a:lnTo>
                    <a:lnTo>
                      <a:pt x="14" y="0"/>
                    </a:lnTo>
                    <a:lnTo>
                      <a:pt x="14" y="0"/>
                    </a:lnTo>
                    <a:close/>
                    <a:moveTo>
                      <a:pt x="16" y="6"/>
                    </a:moveTo>
                    <a:lnTo>
                      <a:pt x="16" y="6"/>
                    </a:lnTo>
                    <a:lnTo>
                      <a:pt x="16" y="6"/>
                    </a:lnTo>
                    <a:lnTo>
                      <a:pt x="16" y="10"/>
                    </a:lnTo>
                    <a:lnTo>
                      <a:pt x="16" y="10"/>
                    </a:lnTo>
                    <a:lnTo>
                      <a:pt x="16" y="10"/>
                    </a:lnTo>
                    <a:lnTo>
                      <a:pt x="16" y="10"/>
                    </a:lnTo>
                    <a:lnTo>
                      <a:pt x="16" y="10"/>
                    </a:lnTo>
                    <a:lnTo>
                      <a:pt x="16" y="10"/>
                    </a:lnTo>
                    <a:lnTo>
                      <a:pt x="16" y="10"/>
                    </a:lnTo>
                    <a:lnTo>
                      <a:pt x="16" y="6"/>
                    </a:lnTo>
                    <a:lnTo>
                      <a:pt x="20" y="6"/>
                    </a:lnTo>
                    <a:lnTo>
                      <a:pt x="20" y="6"/>
                    </a:lnTo>
                    <a:lnTo>
                      <a:pt x="20" y="6"/>
                    </a:lnTo>
                    <a:lnTo>
                      <a:pt x="16" y="6"/>
                    </a:lnTo>
                    <a:lnTo>
                      <a:pt x="16" y="6"/>
                    </a:lnTo>
                    <a:lnTo>
                      <a:pt x="16" y="6"/>
                    </a:lnTo>
                    <a:lnTo>
                      <a:pt x="16" y="6"/>
                    </a:lnTo>
                    <a:close/>
                    <a:moveTo>
                      <a:pt x="16" y="22"/>
                    </a:moveTo>
                    <a:lnTo>
                      <a:pt x="16" y="22"/>
                    </a:lnTo>
                    <a:lnTo>
                      <a:pt x="16" y="22"/>
                    </a:lnTo>
                    <a:lnTo>
                      <a:pt x="16" y="22"/>
                    </a:lnTo>
                    <a:lnTo>
                      <a:pt x="16" y="18"/>
                    </a:lnTo>
                    <a:lnTo>
                      <a:pt x="20" y="14"/>
                    </a:lnTo>
                    <a:lnTo>
                      <a:pt x="20" y="14"/>
                    </a:lnTo>
                    <a:lnTo>
                      <a:pt x="20" y="18"/>
                    </a:lnTo>
                    <a:lnTo>
                      <a:pt x="20" y="18"/>
                    </a:lnTo>
                    <a:lnTo>
                      <a:pt x="20" y="18"/>
                    </a:lnTo>
                    <a:lnTo>
                      <a:pt x="20" y="18"/>
                    </a:lnTo>
                    <a:lnTo>
                      <a:pt x="20" y="18"/>
                    </a:lnTo>
                    <a:lnTo>
                      <a:pt x="20" y="18"/>
                    </a:lnTo>
                    <a:lnTo>
                      <a:pt x="20" y="18"/>
                    </a:lnTo>
                    <a:lnTo>
                      <a:pt x="20" y="18"/>
                    </a:lnTo>
                    <a:lnTo>
                      <a:pt x="16" y="18"/>
                    </a:lnTo>
                    <a:lnTo>
                      <a:pt x="16" y="18"/>
                    </a:lnTo>
                    <a:lnTo>
                      <a:pt x="16" y="22"/>
                    </a:lnTo>
                    <a:lnTo>
                      <a:pt x="16" y="22"/>
                    </a:lnTo>
                    <a:lnTo>
                      <a:pt x="16" y="22"/>
                    </a:lnTo>
                    <a:lnTo>
                      <a:pt x="1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3" name="Freeform 67"/>
              <p:cNvSpPr>
                <a:spLocks/>
              </p:cNvSpPr>
              <p:nvPr/>
            </p:nvSpPr>
            <p:spPr bwMode="gray">
              <a:xfrm>
                <a:off x="3203301" y="3531805"/>
                <a:ext cx="6957" cy="6957"/>
              </a:xfrm>
              <a:custGeom>
                <a:avLst/>
                <a:gdLst>
                  <a:gd name="T0" fmla="*/ 0 w 4"/>
                  <a:gd name="T1" fmla="*/ 4 h 4"/>
                  <a:gd name="T2" fmla="*/ 0 w 4"/>
                  <a:gd name="T3" fmla="*/ 4 h 4"/>
                  <a:gd name="T4" fmla="*/ 0 w 4"/>
                  <a:gd name="T5" fmla="*/ 4 h 4"/>
                  <a:gd name="T6" fmla="*/ 0 w 4"/>
                  <a:gd name="T7" fmla="*/ 0 h 4"/>
                  <a:gd name="T8" fmla="*/ 0 w 4"/>
                  <a:gd name="T9" fmla="*/ 0 h 4"/>
                  <a:gd name="T10" fmla="*/ 0 w 4"/>
                  <a:gd name="T11" fmla="*/ 0 h 4"/>
                  <a:gd name="T12" fmla="*/ 4 w 4"/>
                  <a:gd name="T13" fmla="*/ 0 h 4"/>
                  <a:gd name="T14" fmla="*/ 0 w 4"/>
                  <a:gd name="T15" fmla="*/ 0 h 4"/>
                  <a:gd name="T16" fmla="*/ 0 w 4"/>
                  <a:gd name="T17" fmla="*/ 0 h 4"/>
                  <a:gd name="T18" fmla="*/ 0 w 4"/>
                  <a:gd name="T19" fmla="*/ 4 h 4"/>
                  <a:gd name="T20" fmla="*/ 0 w 4"/>
                  <a:gd name="T21" fmla="*/ 4 h 4"/>
                  <a:gd name="T22" fmla="*/ 0 w 4"/>
                  <a:gd name="T23" fmla="*/ 4 h 4"/>
                  <a:gd name="T24" fmla="*/ 0 w 4"/>
                  <a:gd name="T25" fmla="*/ 4 h 4"/>
                  <a:gd name="T26" fmla="*/ 0 w 4"/>
                  <a:gd name="T27" fmla="*/ 4 h 4"/>
                  <a:gd name="T28" fmla="*/ 0 w 4"/>
                  <a:gd name="T29" fmla="*/ 4 h 4"/>
                  <a:gd name="T30" fmla="*/ 0 w 4"/>
                  <a:gd name="T31" fmla="*/ 4 h 4"/>
                  <a:gd name="T32" fmla="*/ 0 w 4"/>
                  <a:gd name="T33"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 h="4">
                    <a:moveTo>
                      <a:pt x="0" y="4"/>
                    </a:moveTo>
                    <a:lnTo>
                      <a:pt x="0" y="4"/>
                    </a:lnTo>
                    <a:lnTo>
                      <a:pt x="0" y="4"/>
                    </a:lnTo>
                    <a:lnTo>
                      <a:pt x="0" y="0"/>
                    </a:lnTo>
                    <a:lnTo>
                      <a:pt x="0" y="0"/>
                    </a:lnTo>
                    <a:lnTo>
                      <a:pt x="0" y="0"/>
                    </a:lnTo>
                    <a:lnTo>
                      <a:pt x="4" y="0"/>
                    </a:lnTo>
                    <a:lnTo>
                      <a:pt x="0" y="0"/>
                    </a:lnTo>
                    <a:lnTo>
                      <a:pt x="0" y="0"/>
                    </a:lnTo>
                    <a:lnTo>
                      <a:pt x="0" y="4"/>
                    </a:lnTo>
                    <a:lnTo>
                      <a:pt x="0" y="4"/>
                    </a:lnTo>
                    <a:lnTo>
                      <a:pt x="0" y="4"/>
                    </a:lnTo>
                    <a:lnTo>
                      <a:pt x="0" y="4"/>
                    </a:lnTo>
                    <a:lnTo>
                      <a:pt x="0" y="4"/>
                    </a:lnTo>
                    <a:lnTo>
                      <a:pt x="0" y="4"/>
                    </a:lnTo>
                    <a:lnTo>
                      <a:pt x="0" y="4"/>
                    </a:lnTo>
                    <a:lnTo>
                      <a:pt x="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4" name="Freeform 68"/>
              <p:cNvSpPr>
                <a:spLocks noEditPoints="1"/>
              </p:cNvSpPr>
              <p:nvPr/>
            </p:nvSpPr>
            <p:spPr bwMode="gray">
              <a:xfrm>
                <a:off x="1331853" y="1500349"/>
                <a:ext cx="2170601" cy="1725346"/>
              </a:xfrm>
              <a:custGeom>
                <a:avLst/>
                <a:gdLst>
                  <a:gd name="T0" fmla="*/ 682 w 1248"/>
                  <a:gd name="T1" fmla="*/ 556 h 992"/>
                  <a:gd name="T2" fmla="*/ 876 w 1248"/>
                  <a:gd name="T3" fmla="*/ 788 h 992"/>
                  <a:gd name="T4" fmla="*/ 1006 w 1248"/>
                  <a:gd name="T5" fmla="*/ 590 h 992"/>
                  <a:gd name="T6" fmla="*/ 1106 w 1248"/>
                  <a:gd name="T7" fmla="*/ 642 h 992"/>
                  <a:gd name="T8" fmla="*/ 1144 w 1248"/>
                  <a:gd name="T9" fmla="*/ 754 h 992"/>
                  <a:gd name="T10" fmla="*/ 1018 w 1248"/>
                  <a:gd name="T11" fmla="*/ 862 h 992"/>
                  <a:gd name="T12" fmla="*/ 1080 w 1248"/>
                  <a:gd name="T13" fmla="*/ 910 h 992"/>
                  <a:gd name="T14" fmla="*/ 672 w 1248"/>
                  <a:gd name="T15" fmla="*/ 854 h 992"/>
                  <a:gd name="T16" fmla="*/ 194 w 1248"/>
                  <a:gd name="T17" fmla="*/ 802 h 992"/>
                  <a:gd name="T18" fmla="*/ 100 w 1248"/>
                  <a:gd name="T19" fmla="*/ 638 h 992"/>
                  <a:gd name="T20" fmla="*/ 124 w 1248"/>
                  <a:gd name="T21" fmla="*/ 396 h 992"/>
                  <a:gd name="T22" fmla="*/ 384 w 1248"/>
                  <a:gd name="T23" fmla="*/ 422 h 992"/>
                  <a:gd name="T24" fmla="*/ 596 w 1248"/>
                  <a:gd name="T25" fmla="*/ 418 h 992"/>
                  <a:gd name="T26" fmla="*/ 646 w 1248"/>
                  <a:gd name="T27" fmla="*/ 332 h 992"/>
                  <a:gd name="T28" fmla="*/ 790 w 1248"/>
                  <a:gd name="T29" fmla="*/ 374 h 992"/>
                  <a:gd name="T30" fmla="*/ 992 w 1248"/>
                  <a:gd name="T31" fmla="*/ 550 h 992"/>
                  <a:gd name="T32" fmla="*/ 790 w 1248"/>
                  <a:gd name="T33" fmla="*/ 124 h 992"/>
                  <a:gd name="T34" fmla="*/ 336 w 1248"/>
                  <a:gd name="T35" fmla="*/ 350 h 992"/>
                  <a:gd name="T36" fmla="*/ 1104 w 1248"/>
                  <a:gd name="T37" fmla="*/ 440 h 992"/>
                  <a:gd name="T38" fmla="*/ 206 w 1248"/>
                  <a:gd name="T39" fmla="*/ 806 h 992"/>
                  <a:gd name="T40" fmla="*/ 698 w 1248"/>
                  <a:gd name="T41" fmla="*/ 116 h 992"/>
                  <a:gd name="T42" fmla="*/ 694 w 1248"/>
                  <a:gd name="T43" fmla="*/ 64 h 992"/>
                  <a:gd name="T44" fmla="*/ 578 w 1248"/>
                  <a:gd name="T45" fmla="*/ 132 h 992"/>
                  <a:gd name="T46" fmla="*/ 536 w 1248"/>
                  <a:gd name="T47" fmla="*/ 142 h 992"/>
                  <a:gd name="T48" fmla="*/ 280 w 1248"/>
                  <a:gd name="T49" fmla="*/ 208 h 992"/>
                  <a:gd name="T50" fmla="*/ 820 w 1248"/>
                  <a:gd name="T51" fmla="*/ 246 h 992"/>
                  <a:gd name="T52" fmla="*/ 734 w 1248"/>
                  <a:gd name="T53" fmla="*/ 202 h 992"/>
                  <a:gd name="T54" fmla="*/ 352 w 1248"/>
                  <a:gd name="T55" fmla="*/ 216 h 992"/>
                  <a:gd name="T56" fmla="*/ 418 w 1248"/>
                  <a:gd name="T57" fmla="*/ 246 h 992"/>
                  <a:gd name="T58" fmla="*/ 552 w 1248"/>
                  <a:gd name="T59" fmla="*/ 202 h 992"/>
                  <a:gd name="T60" fmla="*/ 544 w 1248"/>
                  <a:gd name="T61" fmla="*/ 208 h 992"/>
                  <a:gd name="T62" fmla="*/ 284 w 1248"/>
                  <a:gd name="T63" fmla="*/ 250 h 992"/>
                  <a:gd name="T64" fmla="*/ 620 w 1248"/>
                  <a:gd name="T65" fmla="*/ 280 h 992"/>
                  <a:gd name="T66" fmla="*/ 988 w 1248"/>
                  <a:gd name="T67" fmla="*/ 522 h 992"/>
                  <a:gd name="T68" fmla="*/ 924 w 1248"/>
                  <a:gd name="T69" fmla="*/ 396 h 992"/>
                  <a:gd name="T70" fmla="*/ 756 w 1248"/>
                  <a:gd name="T71" fmla="*/ 340 h 992"/>
                  <a:gd name="T72" fmla="*/ 802 w 1248"/>
                  <a:gd name="T73" fmla="*/ 288 h 992"/>
                  <a:gd name="T74" fmla="*/ 948 w 1248"/>
                  <a:gd name="T75" fmla="*/ 314 h 992"/>
                  <a:gd name="T76" fmla="*/ 1014 w 1248"/>
                  <a:gd name="T77" fmla="*/ 362 h 992"/>
                  <a:gd name="T78" fmla="*/ 1056 w 1248"/>
                  <a:gd name="T79" fmla="*/ 414 h 992"/>
                  <a:gd name="T80" fmla="*/ 1092 w 1248"/>
                  <a:gd name="T81" fmla="*/ 494 h 992"/>
                  <a:gd name="T82" fmla="*/ 1076 w 1248"/>
                  <a:gd name="T83" fmla="*/ 538 h 992"/>
                  <a:gd name="T84" fmla="*/ 508 w 1248"/>
                  <a:gd name="T85" fmla="*/ 292 h 992"/>
                  <a:gd name="T86" fmla="*/ 448 w 1248"/>
                  <a:gd name="T87" fmla="*/ 294 h 992"/>
                  <a:gd name="T88" fmla="*/ 444 w 1248"/>
                  <a:gd name="T89" fmla="*/ 400 h 992"/>
                  <a:gd name="T90" fmla="*/ 574 w 1248"/>
                  <a:gd name="T91" fmla="*/ 348 h 992"/>
                  <a:gd name="T92" fmla="*/ 94 w 1248"/>
                  <a:gd name="T93" fmla="*/ 388 h 992"/>
                  <a:gd name="T94" fmla="*/ 932 w 1248"/>
                  <a:gd name="T95" fmla="*/ 410 h 992"/>
                  <a:gd name="T96" fmla="*/ 842 w 1248"/>
                  <a:gd name="T97" fmla="*/ 512 h 992"/>
                  <a:gd name="T98" fmla="*/ 832 w 1248"/>
                  <a:gd name="T99" fmla="*/ 538 h 992"/>
                  <a:gd name="T100" fmla="*/ 872 w 1248"/>
                  <a:gd name="T101" fmla="*/ 698 h 992"/>
                  <a:gd name="T102" fmla="*/ 168 w 1248"/>
                  <a:gd name="T103" fmla="*/ 754 h 992"/>
                  <a:gd name="T104" fmla="*/ 1208 w 1248"/>
                  <a:gd name="T105" fmla="*/ 792 h 992"/>
                  <a:gd name="T106" fmla="*/ 1208 w 1248"/>
                  <a:gd name="T107" fmla="*/ 874 h 992"/>
                  <a:gd name="T108" fmla="*/ 246 w 1248"/>
                  <a:gd name="T109" fmla="*/ 852 h 992"/>
                  <a:gd name="T110" fmla="*/ 772 w 1248"/>
                  <a:gd name="T111" fmla="*/ 78 h 992"/>
                  <a:gd name="T112" fmla="*/ 786 w 1248"/>
                  <a:gd name="T113" fmla="*/ 34 h 992"/>
                  <a:gd name="T114" fmla="*/ 918 w 1248"/>
                  <a:gd name="T115" fmla="*/ 4 h 992"/>
                  <a:gd name="T116" fmla="*/ 1040 w 1248"/>
                  <a:gd name="T117" fmla="*/ 52 h 992"/>
                  <a:gd name="T118" fmla="*/ 918 w 1248"/>
                  <a:gd name="T119" fmla="*/ 116 h 992"/>
                  <a:gd name="T120" fmla="*/ 894 w 1248"/>
                  <a:gd name="T121" fmla="*/ 190 h 992"/>
                  <a:gd name="T122" fmla="*/ 820 w 1248"/>
                  <a:gd name="T123" fmla="*/ 158 h 992"/>
                  <a:gd name="T124" fmla="*/ 794 w 1248"/>
                  <a:gd name="T125" fmla="*/ 86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48" h="992">
                    <a:moveTo>
                      <a:pt x="600" y="254"/>
                    </a:moveTo>
                    <a:lnTo>
                      <a:pt x="596" y="254"/>
                    </a:lnTo>
                    <a:lnTo>
                      <a:pt x="600" y="250"/>
                    </a:lnTo>
                    <a:lnTo>
                      <a:pt x="600" y="254"/>
                    </a:lnTo>
                    <a:lnTo>
                      <a:pt x="600" y="254"/>
                    </a:lnTo>
                    <a:lnTo>
                      <a:pt x="600" y="254"/>
                    </a:lnTo>
                    <a:close/>
                    <a:moveTo>
                      <a:pt x="612" y="258"/>
                    </a:moveTo>
                    <a:lnTo>
                      <a:pt x="612" y="262"/>
                    </a:lnTo>
                    <a:lnTo>
                      <a:pt x="608" y="264"/>
                    </a:lnTo>
                    <a:lnTo>
                      <a:pt x="604" y="264"/>
                    </a:lnTo>
                    <a:lnTo>
                      <a:pt x="600" y="264"/>
                    </a:lnTo>
                    <a:lnTo>
                      <a:pt x="596" y="264"/>
                    </a:lnTo>
                    <a:lnTo>
                      <a:pt x="592" y="264"/>
                    </a:lnTo>
                    <a:lnTo>
                      <a:pt x="590" y="264"/>
                    </a:lnTo>
                    <a:lnTo>
                      <a:pt x="590" y="262"/>
                    </a:lnTo>
                    <a:lnTo>
                      <a:pt x="592" y="262"/>
                    </a:lnTo>
                    <a:lnTo>
                      <a:pt x="596" y="262"/>
                    </a:lnTo>
                    <a:lnTo>
                      <a:pt x="600" y="262"/>
                    </a:lnTo>
                    <a:lnTo>
                      <a:pt x="604" y="262"/>
                    </a:lnTo>
                    <a:lnTo>
                      <a:pt x="604" y="258"/>
                    </a:lnTo>
                    <a:lnTo>
                      <a:pt x="608" y="258"/>
                    </a:lnTo>
                    <a:lnTo>
                      <a:pt x="612" y="258"/>
                    </a:lnTo>
                    <a:lnTo>
                      <a:pt x="612" y="258"/>
                    </a:lnTo>
                    <a:lnTo>
                      <a:pt x="612" y="258"/>
                    </a:lnTo>
                    <a:close/>
                    <a:moveTo>
                      <a:pt x="764" y="478"/>
                    </a:moveTo>
                    <a:lnTo>
                      <a:pt x="760" y="478"/>
                    </a:lnTo>
                    <a:lnTo>
                      <a:pt x="760" y="482"/>
                    </a:lnTo>
                    <a:lnTo>
                      <a:pt x="756" y="482"/>
                    </a:lnTo>
                    <a:lnTo>
                      <a:pt x="752" y="482"/>
                    </a:lnTo>
                    <a:lnTo>
                      <a:pt x="748" y="482"/>
                    </a:lnTo>
                    <a:lnTo>
                      <a:pt x="746" y="478"/>
                    </a:lnTo>
                    <a:lnTo>
                      <a:pt x="742" y="474"/>
                    </a:lnTo>
                    <a:lnTo>
                      <a:pt x="738" y="474"/>
                    </a:lnTo>
                    <a:lnTo>
                      <a:pt x="742" y="474"/>
                    </a:lnTo>
                    <a:lnTo>
                      <a:pt x="738" y="474"/>
                    </a:lnTo>
                    <a:lnTo>
                      <a:pt x="734" y="474"/>
                    </a:lnTo>
                    <a:lnTo>
                      <a:pt x="734" y="470"/>
                    </a:lnTo>
                    <a:lnTo>
                      <a:pt x="732" y="470"/>
                    </a:lnTo>
                    <a:lnTo>
                      <a:pt x="728" y="466"/>
                    </a:lnTo>
                    <a:lnTo>
                      <a:pt x="724" y="466"/>
                    </a:lnTo>
                    <a:lnTo>
                      <a:pt x="720" y="466"/>
                    </a:lnTo>
                    <a:lnTo>
                      <a:pt x="724" y="466"/>
                    </a:lnTo>
                    <a:lnTo>
                      <a:pt x="724" y="470"/>
                    </a:lnTo>
                    <a:lnTo>
                      <a:pt x="720" y="466"/>
                    </a:lnTo>
                    <a:lnTo>
                      <a:pt x="720" y="470"/>
                    </a:lnTo>
                    <a:lnTo>
                      <a:pt x="716" y="470"/>
                    </a:lnTo>
                    <a:lnTo>
                      <a:pt x="716" y="466"/>
                    </a:lnTo>
                    <a:lnTo>
                      <a:pt x="720" y="466"/>
                    </a:lnTo>
                    <a:lnTo>
                      <a:pt x="716" y="466"/>
                    </a:lnTo>
                    <a:lnTo>
                      <a:pt x="712" y="466"/>
                    </a:lnTo>
                    <a:lnTo>
                      <a:pt x="708" y="466"/>
                    </a:lnTo>
                    <a:lnTo>
                      <a:pt x="706" y="466"/>
                    </a:lnTo>
                    <a:lnTo>
                      <a:pt x="702" y="466"/>
                    </a:lnTo>
                    <a:lnTo>
                      <a:pt x="706" y="470"/>
                    </a:lnTo>
                    <a:lnTo>
                      <a:pt x="708" y="470"/>
                    </a:lnTo>
                    <a:lnTo>
                      <a:pt x="706" y="470"/>
                    </a:lnTo>
                    <a:lnTo>
                      <a:pt x="706" y="466"/>
                    </a:lnTo>
                    <a:lnTo>
                      <a:pt x="708" y="466"/>
                    </a:lnTo>
                    <a:lnTo>
                      <a:pt x="712" y="466"/>
                    </a:lnTo>
                    <a:lnTo>
                      <a:pt x="720" y="470"/>
                    </a:lnTo>
                    <a:lnTo>
                      <a:pt x="724" y="470"/>
                    </a:lnTo>
                    <a:lnTo>
                      <a:pt x="728" y="470"/>
                    </a:lnTo>
                    <a:lnTo>
                      <a:pt x="728" y="474"/>
                    </a:lnTo>
                    <a:lnTo>
                      <a:pt x="732" y="478"/>
                    </a:lnTo>
                    <a:lnTo>
                      <a:pt x="734" y="482"/>
                    </a:lnTo>
                    <a:lnTo>
                      <a:pt x="738" y="482"/>
                    </a:lnTo>
                    <a:lnTo>
                      <a:pt x="742" y="482"/>
                    </a:lnTo>
                    <a:lnTo>
                      <a:pt x="746" y="482"/>
                    </a:lnTo>
                    <a:lnTo>
                      <a:pt x="748" y="482"/>
                    </a:lnTo>
                    <a:lnTo>
                      <a:pt x="752" y="482"/>
                    </a:lnTo>
                    <a:lnTo>
                      <a:pt x="756" y="482"/>
                    </a:lnTo>
                    <a:lnTo>
                      <a:pt x="760" y="482"/>
                    </a:lnTo>
                    <a:lnTo>
                      <a:pt x="764" y="486"/>
                    </a:lnTo>
                    <a:lnTo>
                      <a:pt x="764" y="490"/>
                    </a:lnTo>
                    <a:lnTo>
                      <a:pt x="760" y="490"/>
                    </a:lnTo>
                    <a:lnTo>
                      <a:pt x="756" y="496"/>
                    </a:lnTo>
                    <a:lnTo>
                      <a:pt x="756" y="500"/>
                    </a:lnTo>
                    <a:lnTo>
                      <a:pt x="752" y="500"/>
                    </a:lnTo>
                    <a:lnTo>
                      <a:pt x="752" y="504"/>
                    </a:lnTo>
                    <a:lnTo>
                      <a:pt x="748" y="508"/>
                    </a:lnTo>
                    <a:lnTo>
                      <a:pt x="748" y="512"/>
                    </a:lnTo>
                    <a:lnTo>
                      <a:pt x="746" y="512"/>
                    </a:lnTo>
                    <a:lnTo>
                      <a:pt x="742" y="512"/>
                    </a:lnTo>
                    <a:lnTo>
                      <a:pt x="738" y="516"/>
                    </a:lnTo>
                    <a:lnTo>
                      <a:pt x="734" y="516"/>
                    </a:lnTo>
                    <a:lnTo>
                      <a:pt x="734" y="512"/>
                    </a:lnTo>
                    <a:lnTo>
                      <a:pt x="732" y="512"/>
                    </a:lnTo>
                    <a:lnTo>
                      <a:pt x="732" y="508"/>
                    </a:lnTo>
                    <a:lnTo>
                      <a:pt x="732" y="512"/>
                    </a:lnTo>
                    <a:lnTo>
                      <a:pt x="734" y="512"/>
                    </a:lnTo>
                    <a:lnTo>
                      <a:pt x="734" y="516"/>
                    </a:lnTo>
                    <a:lnTo>
                      <a:pt x="732" y="516"/>
                    </a:lnTo>
                    <a:lnTo>
                      <a:pt x="732" y="512"/>
                    </a:lnTo>
                    <a:lnTo>
                      <a:pt x="728" y="512"/>
                    </a:lnTo>
                    <a:lnTo>
                      <a:pt x="728" y="516"/>
                    </a:lnTo>
                    <a:lnTo>
                      <a:pt x="728" y="512"/>
                    </a:lnTo>
                    <a:lnTo>
                      <a:pt x="724" y="512"/>
                    </a:lnTo>
                    <a:lnTo>
                      <a:pt x="724" y="508"/>
                    </a:lnTo>
                    <a:lnTo>
                      <a:pt x="724" y="512"/>
                    </a:lnTo>
                    <a:lnTo>
                      <a:pt x="724" y="508"/>
                    </a:lnTo>
                    <a:lnTo>
                      <a:pt x="720" y="512"/>
                    </a:lnTo>
                    <a:lnTo>
                      <a:pt x="724" y="512"/>
                    </a:lnTo>
                    <a:lnTo>
                      <a:pt x="724" y="516"/>
                    </a:lnTo>
                    <a:lnTo>
                      <a:pt x="720" y="516"/>
                    </a:lnTo>
                    <a:lnTo>
                      <a:pt x="724" y="516"/>
                    </a:lnTo>
                    <a:lnTo>
                      <a:pt x="720" y="516"/>
                    </a:lnTo>
                    <a:lnTo>
                      <a:pt x="720" y="512"/>
                    </a:lnTo>
                    <a:lnTo>
                      <a:pt x="716" y="512"/>
                    </a:lnTo>
                    <a:lnTo>
                      <a:pt x="720" y="516"/>
                    </a:lnTo>
                    <a:lnTo>
                      <a:pt x="724" y="520"/>
                    </a:lnTo>
                    <a:lnTo>
                      <a:pt x="720" y="520"/>
                    </a:lnTo>
                    <a:lnTo>
                      <a:pt x="720" y="522"/>
                    </a:lnTo>
                    <a:lnTo>
                      <a:pt x="716" y="522"/>
                    </a:lnTo>
                    <a:lnTo>
                      <a:pt x="712" y="520"/>
                    </a:lnTo>
                    <a:lnTo>
                      <a:pt x="712" y="522"/>
                    </a:lnTo>
                    <a:lnTo>
                      <a:pt x="708" y="522"/>
                    </a:lnTo>
                    <a:lnTo>
                      <a:pt x="706" y="522"/>
                    </a:lnTo>
                    <a:lnTo>
                      <a:pt x="702" y="522"/>
                    </a:lnTo>
                    <a:lnTo>
                      <a:pt x="702" y="520"/>
                    </a:lnTo>
                    <a:lnTo>
                      <a:pt x="698" y="520"/>
                    </a:lnTo>
                    <a:lnTo>
                      <a:pt x="694" y="520"/>
                    </a:lnTo>
                    <a:lnTo>
                      <a:pt x="690" y="520"/>
                    </a:lnTo>
                    <a:lnTo>
                      <a:pt x="686" y="520"/>
                    </a:lnTo>
                    <a:lnTo>
                      <a:pt x="682" y="520"/>
                    </a:lnTo>
                    <a:lnTo>
                      <a:pt x="682" y="516"/>
                    </a:lnTo>
                    <a:lnTo>
                      <a:pt x="678" y="516"/>
                    </a:lnTo>
                    <a:lnTo>
                      <a:pt x="676" y="516"/>
                    </a:lnTo>
                    <a:lnTo>
                      <a:pt x="672" y="512"/>
                    </a:lnTo>
                    <a:lnTo>
                      <a:pt x="668" y="508"/>
                    </a:lnTo>
                    <a:lnTo>
                      <a:pt x="672" y="512"/>
                    </a:lnTo>
                    <a:lnTo>
                      <a:pt x="672" y="516"/>
                    </a:lnTo>
                    <a:lnTo>
                      <a:pt x="668" y="516"/>
                    </a:lnTo>
                    <a:lnTo>
                      <a:pt x="672" y="516"/>
                    </a:lnTo>
                    <a:lnTo>
                      <a:pt x="672" y="520"/>
                    </a:lnTo>
                    <a:lnTo>
                      <a:pt x="676" y="520"/>
                    </a:lnTo>
                    <a:lnTo>
                      <a:pt x="676" y="516"/>
                    </a:lnTo>
                    <a:lnTo>
                      <a:pt x="672" y="516"/>
                    </a:lnTo>
                    <a:lnTo>
                      <a:pt x="676" y="516"/>
                    </a:lnTo>
                    <a:lnTo>
                      <a:pt x="678" y="516"/>
                    </a:lnTo>
                    <a:lnTo>
                      <a:pt x="682" y="520"/>
                    </a:lnTo>
                    <a:lnTo>
                      <a:pt x="686" y="520"/>
                    </a:lnTo>
                    <a:lnTo>
                      <a:pt x="690" y="520"/>
                    </a:lnTo>
                    <a:lnTo>
                      <a:pt x="690" y="522"/>
                    </a:lnTo>
                    <a:lnTo>
                      <a:pt x="686" y="522"/>
                    </a:lnTo>
                    <a:lnTo>
                      <a:pt x="690" y="522"/>
                    </a:lnTo>
                    <a:lnTo>
                      <a:pt x="694" y="522"/>
                    </a:lnTo>
                    <a:lnTo>
                      <a:pt x="698" y="520"/>
                    </a:lnTo>
                    <a:lnTo>
                      <a:pt x="698" y="522"/>
                    </a:lnTo>
                    <a:lnTo>
                      <a:pt x="702" y="526"/>
                    </a:lnTo>
                    <a:lnTo>
                      <a:pt x="706" y="526"/>
                    </a:lnTo>
                    <a:lnTo>
                      <a:pt x="708" y="526"/>
                    </a:lnTo>
                    <a:lnTo>
                      <a:pt x="712" y="530"/>
                    </a:lnTo>
                    <a:lnTo>
                      <a:pt x="712" y="534"/>
                    </a:lnTo>
                    <a:lnTo>
                      <a:pt x="712" y="538"/>
                    </a:lnTo>
                    <a:lnTo>
                      <a:pt x="708" y="538"/>
                    </a:lnTo>
                    <a:lnTo>
                      <a:pt x="706" y="538"/>
                    </a:lnTo>
                    <a:lnTo>
                      <a:pt x="706" y="542"/>
                    </a:lnTo>
                    <a:lnTo>
                      <a:pt x="702" y="542"/>
                    </a:lnTo>
                    <a:lnTo>
                      <a:pt x="698" y="542"/>
                    </a:lnTo>
                    <a:lnTo>
                      <a:pt x="694" y="542"/>
                    </a:lnTo>
                    <a:lnTo>
                      <a:pt x="690" y="542"/>
                    </a:lnTo>
                    <a:lnTo>
                      <a:pt x="686" y="542"/>
                    </a:lnTo>
                    <a:lnTo>
                      <a:pt x="690" y="546"/>
                    </a:lnTo>
                    <a:lnTo>
                      <a:pt x="694" y="546"/>
                    </a:lnTo>
                    <a:lnTo>
                      <a:pt x="694" y="550"/>
                    </a:lnTo>
                    <a:lnTo>
                      <a:pt x="690" y="546"/>
                    </a:lnTo>
                    <a:lnTo>
                      <a:pt x="690" y="550"/>
                    </a:lnTo>
                    <a:lnTo>
                      <a:pt x="686" y="550"/>
                    </a:lnTo>
                    <a:lnTo>
                      <a:pt x="682" y="550"/>
                    </a:lnTo>
                    <a:lnTo>
                      <a:pt x="682" y="552"/>
                    </a:lnTo>
                    <a:lnTo>
                      <a:pt x="686" y="552"/>
                    </a:lnTo>
                    <a:lnTo>
                      <a:pt x="686" y="556"/>
                    </a:lnTo>
                    <a:lnTo>
                      <a:pt x="682" y="556"/>
                    </a:lnTo>
                    <a:lnTo>
                      <a:pt x="682" y="552"/>
                    </a:lnTo>
                    <a:lnTo>
                      <a:pt x="678" y="552"/>
                    </a:lnTo>
                    <a:lnTo>
                      <a:pt x="682" y="552"/>
                    </a:lnTo>
                    <a:lnTo>
                      <a:pt x="682" y="556"/>
                    </a:lnTo>
                    <a:lnTo>
                      <a:pt x="678" y="556"/>
                    </a:lnTo>
                    <a:lnTo>
                      <a:pt x="678" y="560"/>
                    </a:lnTo>
                    <a:lnTo>
                      <a:pt x="676" y="560"/>
                    </a:lnTo>
                    <a:lnTo>
                      <a:pt x="676" y="564"/>
                    </a:lnTo>
                    <a:lnTo>
                      <a:pt x="672" y="564"/>
                    </a:lnTo>
                    <a:lnTo>
                      <a:pt x="672" y="560"/>
                    </a:lnTo>
                    <a:lnTo>
                      <a:pt x="672" y="564"/>
                    </a:lnTo>
                    <a:lnTo>
                      <a:pt x="676" y="564"/>
                    </a:lnTo>
                    <a:lnTo>
                      <a:pt x="676" y="566"/>
                    </a:lnTo>
                    <a:lnTo>
                      <a:pt x="672" y="566"/>
                    </a:lnTo>
                    <a:lnTo>
                      <a:pt x="668" y="570"/>
                    </a:lnTo>
                    <a:lnTo>
                      <a:pt x="664" y="570"/>
                    </a:lnTo>
                    <a:lnTo>
                      <a:pt x="664" y="574"/>
                    </a:lnTo>
                    <a:lnTo>
                      <a:pt x="668" y="574"/>
                    </a:lnTo>
                    <a:lnTo>
                      <a:pt x="664" y="578"/>
                    </a:lnTo>
                    <a:lnTo>
                      <a:pt x="664" y="582"/>
                    </a:lnTo>
                    <a:lnTo>
                      <a:pt x="660" y="586"/>
                    </a:lnTo>
                    <a:lnTo>
                      <a:pt x="660" y="590"/>
                    </a:lnTo>
                    <a:lnTo>
                      <a:pt x="656" y="594"/>
                    </a:lnTo>
                    <a:lnTo>
                      <a:pt x="656" y="596"/>
                    </a:lnTo>
                    <a:lnTo>
                      <a:pt x="656" y="600"/>
                    </a:lnTo>
                    <a:lnTo>
                      <a:pt x="656" y="604"/>
                    </a:lnTo>
                    <a:lnTo>
                      <a:pt x="652" y="604"/>
                    </a:lnTo>
                    <a:lnTo>
                      <a:pt x="652" y="608"/>
                    </a:lnTo>
                    <a:lnTo>
                      <a:pt x="652" y="612"/>
                    </a:lnTo>
                    <a:lnTo>
                      <a:pt x="652" y="616"/>
                    </a:lnTo>
                    <a:lnTo>
                      <a:pt x="652" y="620"/>
                    </a:lnTo>
                    <a:lnTo>
                      <a:pt x="656" y="620"/>
                    </a:lnTo>
                    <a:lnTo>
                      <a:pt x="656" y="622"/>
                    </a:lnTo>
                    <a:lnTo>
                      <a:pt x="652" y="622"/>
                    </a:lnTo>
                    <a:lnTo>
                      <a:pt x="652" y="626"/>
                    </a:lnTo>
                    <a:lnTo>
                      <a:pt x="656" y="630"/>
                    </a:lnTo>
                    <a:lnTo>
                      <a:pt x="656" y="634"/>
                    </a:lnTo>
                    <a:lnTo>
                      <a:pt x="660" y="634"/>
                    </a:lnTo>
                    <a:lnTo>
                      <a:pt x="660" y="638"/>
                    </a:lnTo>
                    <a:lnTo>
                      <a:pt x="660" y="642"/>
                    </a:lnTo>
                    <a:lnTo>
                      <a:pt x="660" y="646"/>
                    </a:lnTo>
                    <a:lnTo>
                      <a:pt x="660" y="642"/>
                    </a:lnTo>
                    <a:lnTo>
                      <a:pt x="660" y="638"/>
                    </a:lnTo>
                    <a:lnTo>
                      <a:pt x="664" y="634"/>
                    </a:lnTo>
                    <a:lnTo>
                      <a:pt x="668" y="634"/>
                    </a:lnTo>
                    <a:lnTo>
                      <a:pt x="672" y="634"/>
                    </a:lnTo>
                    <a:lnTo>
                      <a:pt x="676" y="634"/>
                    </a:lnTo>
                    <a:lnTo>
                      <a:pt x="678" y="634"/>
                    </a:lnTo>
                    <a:lnTo>
                      <a:pt x="678" y="638"/>
                    </a:lnTo>
                    <a:lnTo>
                      <a:pt x="678" y="642"/>
                    </a:lnTo>
                    <a:lnTo>
                      <a:pt x="678" y="646"/>
                    </a:lnTo>
                    <a:lnTo>
                      <a:pt x="682" y="650"/>
                    </a:lnTo>
                    <a:lnTo>
                      <a:pt x="682" y="652"/>
                    </a:lnTo>
                    <a:lnTo>
                      <a:pt x="682" y="656"/>
                    </a:lnTo>
                    <a:lnTo>
                      <a:pt x="686" y="660"/>
                    </a:lnTo>
                    <a:lnTo>
                      <a:pt x="686" y="664"/>
                    </a:lnTo>
                    <a:lnTo>
                      <a:pt x="686" y="668"/>
                    </a:lnTo>
                    <a:lnTo>
                      <a:pt x="686" y="672"/>
                    </a:lnTo>
                    <a:lnTo>
                      <a:pt x="682" y="676"/>
                    </a:lnTo>
                    <a:lnTo>
                      <a:pt x="686" y="676"/>
                    </a:lnTo>
                    <a:lnTo>
                      <a:pt x="686" y="672"/>
                    </a:lnTo>
                    <a:lnTo>
                      <a:pt x="690" y="672"/>
                    </a:lnTo>
                    <a:lnTo>
                      <a:pt x="690" y="676"/>
                    </a:lnTo>
                    <a:lnTo>
                      <a:pt x="686" y="676"/>
                    </a:lnTo>
                    <a:lnTo>
                      <a:pt x="690" y="676"/>
                    </a:lnTo>
                    <a:lnTo>
                      <a:pt x="690" y="672"/>
                    </a:lnTo>
                    <a:lnTo>
                      <a:pt x="694" y="672"/>
                    </a:lnTo>
                    <a:lnTo>
                      <a:pt x="698" y="672"/>
                    </a:lnTo>
                    <a:lnTo>
                      <a:pt x="706" y="668"/>
                    </a:lnTo>
                    <a:lnTo>
                      <a:pt x="708" y="668"/>
                    </a:lnTo>
                    <a:lnTo>
                      <a:pt x="712" y="668"/>
                    </a:lnTo>
                    <a:lnTo>
                      <a:pt x="716" y="668"/>
                    </a:lnTo>
                    <a:lnTo>
                      <a:pt x="716" y="672"/>
                    </a:lnTo>
                    <a:lnTo>
                      <a:pt x="720" y="672"/>
                    </a:lnTo>
                    <a:lnTo>
                      <a:pt x="724" y="672"/>
                    </a:lnTo>
                    <a:lnTo>
                      <a:pt x="724" y="676"/>
                    </a:lnTo>
                    <a:lnTo>
                      <a:pt x="728" y="676"/>
                    </a:lnTo>
                    <a:lnTo>
                      <a:pt x="732" y="676"/>
                    </a:lnTo>
                    <a:lnTo>
                      <a:pt x="734" y="676"/>
                    </a:lnTo>
                    <a:lnTo>
                      <a:pt x="738" y="680"/>
                    </a:lnTo>
                    <a:lnTo>
                      <a:pt x="742" y="680"/>
                    </a:lnTo>
                    <a:lnTo>
                      <a:pt x="742" y="682"/>
                    </a:lnTo>
                    <a:lnTo>
                      <a:pt x="746" y="682"/>
                    </a:lnTo>
                    <a:lnTo>
                      <a:pt x="746" y="686"/>
                    </a:lnTo>
                    <a:lnTo>
                      <a:pt x="748" y="686"/>
                    </a:lnTo>
                    <a:lnTo>
                      <a:pt x="752" y="690"/>
                    </a:lnTo>
                    <a:lnTo>
                      <a:pt x="756" y="694"/>
                    </a:lnTo>
                    <a:lnTo>
                      <a:pt x="760" y="698"/>
                    </a:lnTo>
                    <a:lnTo>
                      <a:pt x="764" y="698"/>
                    </a:lnTo>
                    <a:lnTo>
                      <a:pt x="768" y="698"/>
                    </a:lnTo>
                    <a:lnTo>
                      <a:pt x="772" y="698"/>
                    </a:lnTo>
                    <a:lnTo>
                      <a:pt x="772" y="702"/>
                    </a:lnTo>
                    <a:lnTo>
                      <a:pt x="776" y="702"/>
                    </a:lnTo>
                    <a:lnTo>
                      <a:pt x="778" y="702"/>
                    </a:lnTo>
                    <a:lnTo>
                      <a:pt x="782" y="706"/>
                    </a:lnTo>
                    <a:lnTo>
                      <a:pt x="786" y="708"/>
                    </a:lnTo>
                    <a:lnTo>
                      <a:pt x="790" y="708"/>
                    </a:lnTo>
                    <a:lnTo>
                      <a:pt x="790" y="712"/>
                    </a:lnTo>
                    <a:lnTo>
                      <a:pt x="786" y="712"/>
                    </a:lnTo>
                    <a:lnTo>
                      <a:pt x="786" y="716"/>
                    </a:lnTo>
                    <a:lnTo>
                      <a:pt x="786" y="712"/>
                    </a:lnTo>
                    <a:lnTo>
                      <a:pt x="790" y="712"/>
                    </a:lnTo>
                    <a:lnTo>
                      <a:pt x="794" y="712"/>
                    </a:lnTo>
                    <a:lnTo>
                      <a:pt x="798" y="712"/>
                    </a:lnTo>
                    <a:lnTo>
                      <a:pt x="802" y="712"/>
                    </a:lnTo>
                    <a:lnTo>
                      <a:pt x="806" y="712"/>
                    </a:lnTo>
                    <a:lnTo>
                      <a:pt x="806" y="708"/>
                    </a:lnTo>
                    <a:lnTo>
                      <a:pt x="808" y="708"/>
                    </a:lnTo>
                    <a:lnTo>
                      <a:pt x="812" y="712"/>
                    </a:lnTo>
                    <a:lnTo>
                      <a:pt x="808" y="712"/>
                    </a:lnTo>
                    <a:lnTo>
                      <a:pt x="812" y="712"/>
                    </a:lnTo>
                    <a:lnTo>
                      <a:pt x="816" y="712"/>
                    </a:lnTo>
                    <a:lnTo>
                      <a:pt x="820" y="712"/>
                    </a:lnTo>
                    <a:lnTo>
                      <a:pt x="824" y="712"/>
                    </a:lnTo>
                    <a:lnTo>
                      <a:pt x="828" y="712"/>
                    </a:lnTo>
                    <a:lnTo>
                      <a:pt x="828" y="716"/>
                    </a:lnTo>
                    <a:lnTo>
                      <a:pt x="832" y="716"/>
                    </a:lnTo>
                    <a:lnTo>
                      <a:pt x="832" y="712"/>
                    </a:lnTo>
                    <a:lnTo>
                      <a:pt x="832" y="716"/>
                    </a:lnTo>
                    <a:lnTo>
                      <a:pt x="832" y="720"/>
                    </a:lnTo>
                    <a:lnTo>
                      <a:pt x="832" y="728"/>
                    </a:lnTo>
                    <a:lnTo>
                      <a:pt x="828" y="732"/>
                    </a:lnTo>
                    <a:lnTo>
                      <a:pt x="828" y="736"/>
                    </a:lnTo>
                    <a:lnTo>
                      <a:pt x="832" y="736"/>
                    </a:lnTo>
                    <a:lnTo>
                      <a:pt x="832" y="738"/>
                    </a:lnTo>
                    <a:lnTo>
                      <a:pt x="832" y="742"/>
                    </a:lnTo>
                    <a:lnTo>
                      <a:pt x="832" y="746"/>
                    </a:lnTo>
                    <a:lnTo>
                      <a:pt x="832" y="750"/>
                    </a:lnTo>
                    <a:lnTo>
                      <a:pt x="832" y="754"/>
                    </a:lnTo>
                    <a:lnTo>
                      <a:pt x="832" y="758"/>
                    </a:lnTo>
                    <a:lnTo>
                      <a:pt x="832" y="762"/>
                    </a:lnTo>
                    <a:lnTo>
                      <a:pt x="834" y="766"/>
                    </a:lnTo>
                    <a:lnTo>
                      <a:pt x="838" y="768"/>
                    </a:lnTo>
                    <a:lnTo>
                      <a:pt x="838" y="772"/>
                    </a:lnTo>
                    <a:lnTo>
                      <a:pt x="842" y="772"/>
                    </a:lnTo>
                    <a:lnTo>
                      <a:pt x="842" y="776"/>
                    </a:lnTo>
                    <a:lnTo>
                      <a:pt x="838" y="776"/>
                    </a:lnTo>
                    <a:lnTo>
                      <a:pt x="834" y="776"/>
                    </a:lnTo>
                    <a:lnTo>
                      <a:pt x="838" y="776"/>
                    </a:lnTo>
                    <a:lnTo>
                      <a:pt x="842" y="776"/>
                    </a:lnTo>
                    <a:lnTo>
                      <a:pt x="842" y="780"/>
                    </a:lnTo>
                    <a:lnTo>
                      <a:pt x="846" y="780"/>
                    </a:lnTo>
                    <a:lnTo>
                      <a:pt x="850" y="780"/>
                    </a:lnTo>
                    <a:lnTo>
                      <a:pt x="850" y="784"/>
                    </a:lnTo>
                    <a:lnTo>
                      <a:pt x="854" y="788"/>
                    </a:lnTo>
                    <a:lnTo>
                      <a:pt x="854" y="792"/>
                    </a:lnTo>
                    <a:lnTo>
                      <a:pt x="858" y="792"/>
                    </a:lnTo>
                    <a:lnTo>
                      <a:pt x="858" y="794"/>
                    </a:lnTo>
                    <a:lnTo>
                      <a:pt x="854" y="794"/>
                    </a:lnTo>
                    <a:lnTo>
                      <a:pt x="854" y="798"/>
                    </a:lnTo>
                    <a:lnTo>
                      <a:pt x="850" y="798"/>
                    </a:lnTo>
                    <a:lnTo>
                      <a:pt x="850" y="802"/>
                    </a:lnTo>
                    <a:lnTo>
                      <a:pt x="850" y="798"/>
                    </a:lnTo>
                    <a:lnTo>
                      <a:pt x="854" y="798"/>
                    </a:lnTo>
                    <a:lnTo>
                      <a:pt x="854" y="794"/>
                    </a:lnTo>
                    <a:lnTo>
                      <a:pt x="858" y="794"/>
                    </a:lnTo>
                    <a:lnTo>
                      <a:pt x="862" y="794"/>
                    </a:lnTo>
                    <a:lnTo>
                      <a:pt x="862" y="798"/>
                    </a:lnTo>
                    <a:lnTo>
                      <a:pt x="864" y="798"/>
                    </a:lnTo>
                    <a:lnTo>
                      <a:pt x="864" y="802"/>
                    </a:lnTo>
                    <a:lnTo>
                      <a:pt x="868" y="802"/>
                    </a:lnTo>
                    <a:lnTo>
                      <a:pt x="868" y="806"/>
                    </a:lnTo>
                    <a:lnTo>
                      <a:pt x="872" y="806"/>
                    </a:lnTo>
                    <a:lnTo>
                      <a:pt x="872" y="810"/>
                    </a:lnTo>
                    <a:lnTo>
                      <a:pt x="872" y="806"/>
                    </a:lnTo>
                    <a:lnTo>
                      <a:pt x="868" y="806"/>
                    </a:lnTo>
                    <a:lnTo>
                      <a:pt x="868" y="802"/>
                    </a:lnTo>
                    <a:lnTo>
                      <a:pt x="864" y="798"/>
                    </a:lnTo>
                    <a:lnTo>
                      <a:pt x="868" y="798"/>
                    </a:lnTo>
                    <a:lnTo>
                      <a:pt x="868" y="794"/>
                    </a:lnTo>
                    <a:lnTo>
                      <a:pt x="868" y="792"/>
                    </a:lnTo>
                    <a:lnTo>
                      <a:pt x="872" y="792"/>
                    </a:lnTo>
                    <a:lnTo>
                      <a:pt x="872" y="788"/>
                    </a:lnTo>
                    <a:lnTo>
                      <a:pt x="872" y="792"/>
                    </a:lnTo>
                    <a:lnTo>
                      <a:pt x="876" y="792"/>
                    </a:lnTo>
                    <a:lnTo>
                      <a:pt x="876" y="794"/>
                    </a:lnTo>
                    <a:lnTo>
                      <a:pt x="876" y="798"/>
                    </a:lnTo>
                    <a:lnTo>
                      <a:pt x="880" y="798"/>
                    </a:lnTo>
                    <a:lnTo>
                      <a:pt x="880" y="794"/>
                    </a:lnTo>
                    <a:lnTo>
                      <a:pt x="880" y="792"/>
                    </a:lnTo>
                    <a:lnTo>
                      <a:pt x="876" y="788"/>
                    </a:lnTo>
                    <a:lnTo>
                      <a:pt x="880" y="788"/>
                    </a:lnTo>
                    <a:lnTo>
                      <a:pt x="880" y="784"/>
                    </a:lnTo>
                    <a:lnTo>
                      <a:pt x="880" y="780"/>
                    </a:lnTo>
                    <a:lnTo>
                      <a:pt x="884" y="780"/>
                    </a:lnTo>
                    <a:lnTo>
                      <a:pt x="884" y="776"/>
                    </a:lnTo>
                    <a:lnTo>
                      <a:pt x="884" y="772"/>
                    </a:lnTo>
                    <a:lnTo>
                      <a:pt x="884" y="768"/>
                    </a:lnTo>
                    <a:lnTo>
                      <a:pt x="880" y="768"/>
                    </a:lnTo>
                    <a:lnTo>
                      <a:pt x="880" y="766"/>
                    </a:lnTo>
                    <a:lnTo>
                      <a:pt x="880" y="762"/>
                    </a:lnTo>
                    <a:lnTo>
                      <a:pt x="880" y="758"/>
                    </a:lnTo>
                    <a:lnTo>
                      <a:pt x="880" y="754"/>
                    </a:lnTo>
                    <a:lnTo>
                      <a:pt x="876" y="754"/>
                    </a:lnTo>
                    <a:lnTo>
                      <a:pt x="876" y="750"/>
                    </a:lnTo>
                    <a:lnTo>
                      <a:pt x="880" y="750"/>
                    </a:lnTo>
                    <a:lnTo>
                      <a:pt x="876" y="746"/>
                    </a:lnTo>
                    <a:lnTo>
                      <a:pt x="876" y="742"/>
                    </a:lnTo>
                    <a:lnTo>
                      <a:pt x="880" y="742"/>
                    </a:lnTo>
                    <a:lnTo>
                      <a:pt x="876" y="742"/>
                    </a:lnTo>
                    <a:lnTo>
                      <a:pt x="876" y="738"/>
                    </a:lnTo>
                    <a:lnTo>
                      <a:pt x="876" y="736"/>
                    </a:lnTo>
                    <a:lnTo>
                      <a:pt x="872" y="736"/>
                    </a:lnTo>
                    <a:lnTo>
                      <a:pt x="872" y="732"/>
                    </a:lnTo>
                    <a:lnTo>
                      <a:pt x="868" y="732"/>
                    </a:lnTo>
                    <a:lnTo>
                      <a:pt x="868" y="728"/>
                    </a:lnTo>
                    <a:lnTo>
                      <a:pt x="868" y="724"/>
                    </a:lnTo>
                    <a:lnTo>
                      <a:pt x="864" y="724"/>
                    </a:lnTo>
                    <a:lnTo>
                      <a:pt x="868" y="724"/>
                    </a:lnTo>
                    <a:lnTo>
                      <a:pt x="872" y="724"/>
                    </a:lnTo>
                    <a:lnTo>
                      <a:pt x="876" y="720"/>
                    </a:lnTo>
                    <a:lnTo>
                      <a:pt x="880" y="720"/>
                    </a:lnTo>
                    <a:lnTo>
                      <a:pt x="884" y="716"/>
                    </a:lnTo>
                    <a:lnTo>
                      <a:pt x="888" y="716"/>
                    </a:lnTo>
                    <a:lnTo>
                      <a:pt x="890" y="712"/>
                    </a:lnTo>
                    <a:lnTo>
                      <a:pt x="894" y="708"/>
                    </a:lnTo>
                    <a:lnTo>
                      <a:pt x="898" y="706"/>
                    </a:lnTo>
                    <a:lnTo>
                      <a:pt x="902" y="706"/>
                    </a:lnTo>
                    <a:lnTo>
                      <a:pt x="902" y="702"/>
                    </a:lnTo>
                    <a:lnTo>
                      <a:pt x="906" y="702"/>
                    </a:lnTo>
                    <a:lnTo>
                      <a:pt x="910" y="698"/>
                    </a:lnTo>
                    <a:lnTo>
                      <a:pt x="910" y="694"/>
                    </a:lnTo>
                    <a:lnTo>
                      <a:pt x="914" y="690"/>
                    </a:lnTo>
                    <a:lnTo>
                      <a:pt x="914" y="686"/>
                    </a:lnTo>
                    <a:lnTo>
                      <a:pt x="914" y="682"/>
                    </a:lnTo>
                    <a:lnTo>
                      <a:pt x="914" y="680"/>
                    </a:lnTo>
                    <a:lnTo>
                      <a:pt x="914" y="676"/>
                    </a:lnTo>
                    <a:lnTo>
                      <a:pt x="910" y="672"/>
                    </a:lnTo>
                    <a:lnTo>
                      <a:pt x="914" y="672"/>
                    </a:lnTo>
                    <a:lnTo>
                      <a:pt x="910" y="668"/>
                    </a:lnTo>
                    <a:lnTo>
                      <a:pt x="910" y="664"/>
                    </a:lnTo>
                    <a:lnTo>
                      <a:pt x="910" y="660"/>
                    </a:lnTo>
                    <a:lnTo>
                      <a:pt x="906" y="656"/>
                    </a:lnTo>
                    <a:lnTo>
                      <a:pt x="902" y="650"/>
                    </a:lnTo>
                    <a:lnTo>
                      <a:pt x="898" y="650"/>
                    </a:lnTo>
                    <a:lnTo>
                      <a:pt x="898" y="646"/>
                    </a:lnTo>
                    <a:lnTo>
                      <a:pt x="894" y="646"/>
                    </a:lnTo>
                    <a:lnTo>
                      <a:pt x="890" y="642"/>
                    </a:lnTo>
                    <a:lnTo>
                      <a:pt x="888" y="638"/>
                    </a:lnTo>
                    <a:lnTo>
                      <a:pt x="884" y="638"/>
                    </a:lnTo>
                    <a:lnTo>
                      <a:pt x="888" y="638"/>
                    </a:lnTo>
                    <a:lnTo>
                      <a:pt x="884" y="638"/>
                    </a:lnTo>
                    <a:lnTo>
                      <a:pt x="884" y="634"/>
                    </a:lnTo>
                    <a:lnTo>
                      <a:pt x="884" y="630"/>
                    </a:lnTo>
                    <a:lnTo>
                      <a:pt x="888" y="630"/>
                    </a:lnTo>
                    <a:lnTo>
                      <a:pt x="888" y="626"/>
                    </a:lnTo>
                    <a:lnTo>
                      <a:pt x="890" y="626"/>
                    </a:lnTo>
                    <a:lnTo>
                      <a:pt x="890" y="622"/>
                    </a:lnTo>
                    <a:lnTo>
                      <a:pt x="894" y="622"/>
                    </a:lnTo>
                    <a:lnTo>
                      <a:pt x="894" y="620"/>
                    </a:lnTo>
                    <a:lnTo>
                      <a:pt x="890" y="620"/>
                    </a:lnTo>
                    <a:lnTo>
                      <a:pt x="894" y="616"/>
                    </a:lnTo>
                    <a:lnTo>
                      <a:pt x="894" y="612"/>
                    </a:lnTo>
                    <a:lnTo>
                      <a:pt x="898" y="612"/>
                    </a:lnTo>
                    <a:lnTo>
                      <a:pt x="898" y="616"/>
                    </a:lnTo>
                    <a:lnTo>
                      <a:pt x="902" y="616"/>
                    </a:lnTo>
                    <a:lnTo>
                      <a:pt x="898" y="616"/>
                    </a:lnTo>
                    <a:lnTo>
                      <a:pt x="898" y="612"/>
                    </a:lnTo>
                    <a:lnTo>
                      <a:pt x="902" y="612"/>
                    </a:lnTo>
                    <a:lnTo>
                      <a:pt x="898" y="608"/>
                    </a:lnTo>
                    <a:lnTo>
                      <a:pt x="902" y="604"/>
                    </a:lnTo>
                    <a:lnTo>
                      <a:pt x="906" y="604"/>
                    </a:lnTo>
                    <a:lnTo>
                      <a:pt x="910" y="604"/>
                    </a:lnTo>
                    <a:lnTo>
                      <a:pt x="910" y="600"/>
                    </a:lnTo>
                    <a:lnTo>
                      <a:pt x="906" y="600"/>
                    </a:lnTo>
                    <a:lnTo>
                      <a:pt x="906" y="604"/>
                    </a:lnTo>
                    <a:lnTo>
                      <a:pt x="902" y="604"/>
                    </a:lnTo>
                    <a:lnTo>
                      <a:pt x="898" y="604"/>
                    </a:lnTo>
                    <a:lnTo>
                      <a:pt x="898" y="600"/>
                    </a:lnTo>
                    <a:lnTo>
                      <a:pt x="898" y="596"/>
                    </a:lnTo>
                    <a:lnTo>
                      <a:pt x="894" y="596"/>
                    </a:lnTo>
                    <a:lnTo>
                      <a:pt x="898" y="594"/>
                    </a:lnTo>
                    <a:lnTo>
                      <a:pt x="894" y="594"/>
                    </a:lnTo>
                    <a:lnTo>
                      <a:pt x="894" y="590"/>
                    </a:lnTo>
                    <a:lnTo>
                      <a:pt x="898" y="586"/>
                    </a:lnTo>
                    <a:lnTo>
                      <a:pt x="894" y="590"/>
                    </a:lnTo>
                    <a:lnTo>
                      <a:pt x="890" y="590"/>
                    </a:lnTo>
                    <a:lnTo>
                      <a:pt x="890" y="586"/>
                    </a:lnTo>
                    <a:lnTo>
                      <a:pt x="890" y="590"/>
                    </a:lnTo>
                    <a:lnTo>
                      <a:pt x="888" y="590"/>
                    </a:lnTo>
                    <a:lnTo>
                      <a:pt x="888" y="586"/>
                    </a:lnTo>
                    <a:lnTo>
                      <a:pt x="890" y="582"/>
                    </a:lnTo>
                    <a:lnTo>
                      <a:pt x="894" y="582"/>
                    </a:lnTo>
                    <a:lnTo>
                      <a:pt x="894" y="578"/>
                    </a:lnTo>
                    <a:lnTo>
                      <a:pt x="894" y="574"/>
                    </a:lnTo>
                    <a:lnTo>
                      <a:pt x="894" y="570"/>
                    </a:lnTo>
                    <a:lnTo>
                      <a:pt x="898" y="570"/>
                    </a:lnTo>
                    <a:lnTo>
                      <a:pt x="894" y="570"/>
                    </a:lnTo>
                    <a:lnTo>
                      <a:pt x="898" y="570"/>
                    </a:lnTo>
                    <a:lnTo>
                      <a:pt x="894" y="570"/>
                    </a:lnTo>
                    <a:lnTo>
                      <a:pt x="894" y="566"/>
                    </a:lnTo>
                    <a:lnTo>
                      <a:pt x="890" y="566"/>
                    </a:lnTo>
                    <a:lnTo>
                      <a:pt x="890" y="564"/>
                    </a:lnTo>
                    <a:lnTo>
                      <a:pt x="890" y="560"/>
                    </a:lnTo>
                    <a:lnTo>
                      <a:pt x="888" y="560"/>
                    </a:lnTo>
                    <a:lnTo>
                      <a:pt x="888" y="556"/>
                    </a:lnTo>
                    <a:lnTo>
                      <a:pt x="888" y="552"/>
                    </a:lnTo>
                    <a:lnTo>
                      <a:pt x="890" y="552"/>
                    </a:lnTo>
                    <a:lnTo>
                      <a:pt x="894" y="550"/>
                    </a:lnTo>
                    <a:lnTo>
                      <a:pt x="898" y="550"/>
                    </a:lnTo>
                    <a:lnTo>
                      <a:pt x="906" y="550"/>
                    </a:lnTo>
                    <a:lnTo>
                      <a:pt x="910" y="550"/>
                    </a:lnTo>
                    <a:lnTo>
                      <a:pt x="914" y="550"/>
                    </a:lnTo>
                    <a:lnTo>
                      <a:pt x="914" y="552"/>
                    </a:lnTo>
                    <a:lnTo>
                      <a:pt x="918" y="552"/>
                    </a:lnTo>
                    <a:lnTo>
                      <a:pt x="924" y="552"/>
                    </a:lnTo>
                    <a:lnTo>
                      <a:pt x="924" y="556"/>
                    </a:lnTo>
                    <a:lnTo>
                      <a:pt x="920" y="556"/>
                    </a:lnTo>
                    <a:lnTo>
                      <a:pt x="924" y="556"/>
                    </a:lnTo>
                    <a:lnTo>
                      <a:pt x="924" y="552"/>
                    </a:lnTo>
                    <a:lnTo>
                      <a:pt x="928" y="552"/>
                    </a:lnTo>
                    <a:lnTo>
                      <a:pt x="932" y="552"/>
                    </a:lnTo>
                    <a:lnTo>
                      <a:pt x="936" y="556"/>
                    </a:lnTo>
                    <a:lnTo>
                      <a:pt x="940" y="556"/>
                    </a:lnTo>
                    <a:lnTo>
                      <a:pt x="936" y="556"/>
                    </a:lnTo>
                    <a:lnTo>
                      <a:pt x="940" y="556"/>
                    </a:lnTo>
                    <a:lnTo>
                      <a:pt x="944" y="556"/>
                    </a:lnTo>
                    <a:lnTo>
                      <a:pt x="944" y="552"/>
                    </a:lnTo>
                    <a:lnTo>
                      <a:pt x="948" y="552"/>
                    </a:lnTo>
                    <a:lnTo>
                      <a:pt x="950" y="550"/>
                    </a:lnTo>
                    <a:lnTo>
                      <a:pt x="954" y="550"/>
                    </a:lnTo>
                    <a:lnTo>
                      <a:pt x="954" y="552"/>
                    </a:lnTo>
                    <a:lnTo>
                      <a:pt x="958" y="552"/>
                    </a:lnTo>
                    <a:lnTo>
                      <a:pt x="958" y="556"/>
                    </a:lnTo>
                    <a:lnTo>
                      <a:pt x="962" y="556"/>
                    </a:lnTo>
                    <a:lnTo>
                      <a:pt x="966" y="556"/>
                    </a:lnTo>
                    <a:lnTo>
                      <a:pt x="970" y="560"/>
                    </a:lnTo>
                    <a:lnTo>
                      <a:pt x="966" y="560"/>
                    </a:lnTo>
                    <a:lnTo>
                      <a:pt x="966" y="564"/>
                    </a:lnTo>
                    <a:lnTo>
                      <a:pt x="970" y="564"/>
                    </a:lnTo>
                    <a:lnTo>
                      <a:pt x="966" y="564"/>
                    </a:lnTo>
                    <a:lnTo>
                      <a:pt x="970" y="564"/>
                    </a:lnTo>
                    <a:lnTo>
                      <a:pt x="974" y="564"/>
                    </a:lnTo>
                    <a:lnTo>
                      <a:pt x="976" y="566"/>
                    </a:lnTo>
                    <a:lnTo>
                      <a:pt x="974" y="570"/>
                    </a:lnTo>
                    <a:lnTo>
                      <a:pt x="974" y="566"/>
                    </a:lnTo>
                    <a:lnTo>
                      <a:pt x="974" y="570"/>
                    </a:lnTo>
                    <a:lnTo>
                      <a:pt x="976" y="570"/>
                    </a:lnTo>
                    <a:lnTo>
                      <a:pt x="976" y="566"/>
                    </a:lnTo>
                    <a:lnTo>
                      <a:pt x="980" y="566"/>
                    </a:lnTo>
                    <a:lnTo>
                      <a:pt x="980" y="570"/>
                    </a:lnTo>
                    <a:lnTo>
                      <a:pt x="976" y="574"/>
                    </a:lnTo>
                    <a:lnTo>
                      <a:pt x="980" y="574"/>
                    </a:lnTo>
                    <a:lnTo>
                      <a:pt x="980" y="578"/>
                    </a:lnTo>
                    <a:lnTo>
                      <a:pt x="984" y="578"/>
                    </a:lnTo>
                    <a:lnTo>
                      <a:pt x="988" y="578"/>
                    </a:lnTo>
                    <a:lnTo>
                      <a:pt x="992" y="582"/>
                    </a:lnTo>
                    <a:lnTo>
                      <a:pt x="996" y="582"/>
                    </a:lnTo>
                    <a:lnTo>
                      <a:pt x="1000" y="582"/>
                    </a:lnTo>
                    <a:lnTo>
                      <a:pt x="1004" y="582"/>
                    </a:lnTo>
                    <a:lnTo>
                      <a:pt x="1004" y="586"/>
                    </a:lnTo>
                    <a:lnTo>
                      <a:pt x="1006" y="586"/>
                    </a:lnTo>
                    <a:lnTo>
                      <a:pt x="1010" y="586"/>
                    </a:lnTo>
                    <a:lnTo>
                      <a:pt x="1010" y="582"/>
                    </a:lnTo>
                    <a:lnTo>
                      <a:pt x="1014" y="586"/>
                    </a:lnTo>
                    <a:lnTo>
                      <a:pt x="1014" y="590"/>
                    </a:lnTo>
                    <a:lnTo>
                      <a:pt x="1010" y="590"/>
                    </a:lnTo>
                    <a:lnTo>
                      <a:pt x="1006" y="590"/>
                    </a:lnTo>
                    <a:lnTo>
                      <a:pt x="1010" y="590"/>
                    </a:lnTo>
                    <a:lnTo>
                      <a:pt x="1010" y="594"/>
                    </a:lnTo>
                    <a:lnTo>
                      <a:pt x="1006" y="594"/>
                    </a:lnTo>
                    <a:lnTo>
                      <a:pt x="1006" y="596"/>
                    </a:lnTo>
                    <a:lnTo>
                      <a:pt x="1006" y="600"/>
                    </a:lnTo>
                    <a:lnTo>
                      <a:pt x="1010" y="600"/>
                    </a:lnTo>
                    <a:lnTo>
                      <a:pt x="1010" y="604"/>
                    </a:lnTo>
                    <a:lnTo>
                      <a:pt x="1006" y="604"/>
                    </a:lnTo>
                    <a:lnTo>
                      <a:pt x="1004" y="604"/>
                    </a:lnTo>
                    <a:lnTo>
                      <a:pt x="1000" y="604"/>
                    </a:lnTo>
                    <a:lnTo>
                      <a:pt x="996" y="604"/>
                    </a:lnTo>
                    <a:lnTo>
                      <a:pt x="992" y="604"/>
                    </a:lnTo>
                    <a:lnTo>
                      <a:pt x="996" y="608"/>
                    </a:lnTo>
                    <a:lnTo>
                      <a:pt x="1000" y="608"/>
                    </a:lnTo>
                    <a:lnTo>
                      <a:pt x="1004" y="608"/>
                    </a:lnTo>
                    <a:lnTo>
                      <a:pt x="1006" y="608"/>
                    </a:lnTo>
                    <a:lnTo>
                      <a:pt x="1010" y="608"/>
                    </a:lnTo>
                    <a:lnTo>
                      <a:pt x="1010" y="612"/>
                    </a:lnTo>
                    <a:lnTo>
                      <a:pt x="1010" y="616"/>
                    </a:lnTo>
                    <a:lnTo>
                      <a:pt x="1006" y="616"/>
                    </a:lnTo>
                    <a:lnTo>
                      <a:pt x="1006" y="620"/>
                    </a:lnTo>
                    <a:lnTo>
                      <a:pt x="1010" y="620"/>
                    </a:lnTo>
                    <a:lnTo>
                      <a:pt x="1006" y="620"/>
                    </a:lnTo>
                    <a:lnTo>
                      <a:pt x="1006" y="622"/>
                    </a:lnTo>
                    <a:lnTo>
                      <a:pt x="1010" y="622"/>
                    </a:lnTo>
                    <a:lnTo>
                      <a:pt x="1010" y="620"/>
                    </a:lnTo>
                    <a:lnTo>
                      <a:pt x="1014" y="620"/>
                    </a:lnTo>
                    <a:lnTo>
                      <a:pt x="1014" y="622"/>
                    </a:lnTo>
                    <a:lnTo>
                      <a:pt x="1010" y="622"/>
                    </a:lnTo>
                    <a:lnTo>
                      <a:pt x="1010" y="626"/>
                    </a:lnTo>
                    <a:lnTo>
                      <a:pt x="1014" y="626"/>
                    </a:lnTo>
                    <a:lnTo>
                      <a:pt x="1010" y="626"/>
                    </a:lnTo>
                    <a:lnTo>
                      <a:pt x="1010" y="630"/>
                    </a:lnTo>
                    <a:lnTo>
                      <a:pt x="1010" y="634"/>
                    </a:lnTo>
                    <a:lnTo>
                      <a:pt x="1006" y="630"/>
                    </a:lnTo>
                    <a:lnTo>
                      <a:pt x="1010" y="630"/>
                    </a:lnTo>
                    <a:lnTo>
                      <a:pt x="1006" y="630"/>
                    </a:lnTo>
                    <a:lnTo>
                      <a:pt x="1006" y="626"/>
                    </a:lnTo>
                    <a:lnTo>
                      <a:pt x="1006" y="630"/>
                    </a:lnTo>
                    <a:lnTo>
                      <a:pt x="1006" y="634"/>
                    </a:lnTo>
                    <a:lnTo>
                      <a:pt x="1004" y="634"/>
                    </a:lnTo>
                    <a:lnTo>
                      <a:pt x="1006" y="634"/>
                    </a:lnTo>
                    <a:lnTo>
                      <a:pt x="1006" y="638"/>
                    </a:lnTo>
                    <a:lnTo>
                      <a:pt x="1010" y="634"/>
                    </a:lnTo>
                    <a:lnTo>
                      <a:pt x="1014" y="634"/>
                    </a:lnTo>
                    <a:lnTo>
                      <a:pt x="1014" y="630"/>
                    </a:lnTo>
                    <a:lnTo>
                      <a:pt x="1018" y="630"/>
                    </a:lnTo>
                    <a:lnTo>
                      <a:pt x="1022" y="630"/>
                    </a:lnTo>
                    <a:lnTo>
                      <a:pt x="1026" y="630"/>
                    </a:lnTo>
                    <a:lnTo>
                      <a:pt x="1026" y="634"/>
                    </a:lnTo>
                    <a:lnTo>
                      <a:pt x="1030" y="634"/>
                    </a:lnTo>
                    <a:lnTo>
                      <a:pt x="1030" y="638"/>
                    </a:lnTo>
                    <a:lnTo>
                      <a:pt x="1030" y="642"/>
                    </a:lnTo>
                    <a:lnTo>
                      <a:pt x="1030" y="646"/>
                    </a:lnTo>
                    <a:lnTo>
                      <a:pt x="1030" y="650"/>
                    </a:lnTo>
                    <a:lnTo>
                      <a:pt x="1026" y="650"/>
                    </a:lnTo>
                    <a:lnTo>
                      <a:pt x="1022" y="652"/>
                    </a:lnTo>
                    <a:lnTo>
                      <a:pt x="1018" y="652"/>
                    </a:lnTo>
                    <a:lnTo>
                      <a:pt x="1014" y="652"/>
                    </a:lnTo>
                    <a:lnTo>
                      <a:pt x="1014" y="656"/>
                    </a:lnTo>
                    <a:lnTo>
                      <a:pt x="1014" y="652"/>
                    </a:lnTo>
                    <a:lnTo>
                      <a:pt x="1018" y="652"/>
                    </a:lnTo>
                    <a:lnTo>
                      <a:pt x="1022" y="652"/>
                    </a:lnTo>
                    <a:lnTo>
                      <a:pt x="1026" y="652"/>
                    </a:lnTo>
                    <a:lnTo>
                      <a:pt x="1026" y="650"/>
                    </a:lnTo>
                    <a:lnTo>
                      <a:pt x="1030" y="650"/>
                    </a:lnTo>
                    <a:lnTo>
                      <a:pt x="1030" y="646"/>
                    </a:lnTo>
                    <a:lnTo>
                      <a:pt x="1030" y="642"/>
                    </a:lnTo>
                    <a:lnTo>
                      <a:pt x="1030" y="638"/>
                    </a:lnTo>
                    <a:lnTo>
                      <a:pt x="1032" y="638"/>
                    </a:lnTo>
                    <a:lnTo>
                      <a:pt x="1032" y="642"/>
                    </a:lnTo>
                    <a:lnTo>
                      <a:pt x="1032" y="646"/>
                    </a:lnTo>
                    <a:lnTo>
                      <a:pt x="1032" y="650"/>
                    </a:lnTo>
                    <a:lnTo>
                      <a:pt x="1032" y="646"/>
                    </a:lnTo>
                    <a:lnTo>
                      <a:pt x="1036" y="646"/>
                    </a:lnTo>
                    <a:lnTo>
                      <a:pt x="1036" y="642"/>
                    </a:lnTo>
                    <a:lnTo>
                      <a:pt x="1036" y="646"/>
                    </a:lnTo>
                    <a:lnTo>
                      <a:pt x="1036" y="652"/>
                    </a:lnTo>
                    <a:lnTo>
                      <a:pt x="1036" y="650"/>
                    </a:lnTo>
                    <a:lnTo>
                      <a:pt x="1040" y="646"/>
                    </a:lnTo>
                    <a:lnTo>
                      <a:pt x="1044" y="642"/>
                    </a:lnTo>
                    <a:lnTo>
                      <a:pt x="1048" y="642"/>
                    </a:lnTo>
                    <a:lnTo>
                      <a:pt x="1052" y="642"/>
                    </a:lnTo>
                    <a:lnTo>
                      <a:pt x="1052" y="638"/>
                    </a:lnTo>
                    <a:lnTo>
                      <a:pt x="1052" y="634"/>
                    </a:lnTo>
                    <a:lnTo>
                      <a:pt x="1056" y="634"/>
                    </a:lnTo>
                    <a:lnTo>
                      <a:pt x="1056" y="630"/>
                    </a:lnTo>
                    <a:lnTo>
                      <a:pt x="1060" y="634"/>
                    </a:lnTo>
                    <a:lnTo>
                      <a:pt x="1060" y="638"/>
                    </a:lnTo>
                    <a:lnTo>
                      <a:pt x="1062" y="638"/>
                    </a:lnTo>
                    <a:lnTo>
                      <a:pt x="1060" y="642"/>
                    </a:lnTo>
                    <a:lnTo>
                      <a:pt x="1060" y="646"/>
                    </a:lnTo>
                    <a:lnTo>
                      <a:pt x="1060" y="642"/>
                    </a:lnTo>
                    <a:lnTo>
                      <a:pt x="1062" y="642"/>
                    </a:lnTo>
                    <a:lnTo>
                      <a:pt x="1062" y="638"/>
                    </a:lnTo>
                    <a:lnTo>
                      <a:pt x="1060" y="634"/>
                    </a:lnTo>
                    <a:lnTo>
                      <a:pt x="1060" y="630"/>
                    </a:lnTo>
                    <a:lnTo>
                      <a:pt x="1062" y="630"/>
                    </a:lnTo>
                    <a:lnTo>
                      <a:pt x="1062" y="634"/>
                    </a:lnTo>
                    <a:lnTo>
                      <a:pt x="1062" y="630"/>
                    </a:lnTo>
                    <a:lnTo>
                      <a:pt x="1062" y="626"/>
                    </a:lnTo>
                    <a:lnTo>
                      <a:pt x="1066" y="626"/>
                    </a:lnTo>
                    <a:lnTo>
                      <a:pt x="1066" y="630"/>
                    </a:lnTo>
                    <a:lnTo>
                      <a:pt x="1066" y="626"/>
                    </a:lnTo>
                    <a:lnTo>
                      <a:pt x="1070" y="626"/>
                    </a:lnTo>
                    <a:lnTo>
                      <a:pt x="1066" y="626"/>
                    </a:lnTo>
                    <a:lnTo>
                      <a:pt x="1066" y="622"/>
                    </a:lnTo>
                    <a:lnTo>
                      <a:pt x="1066" y="620"/>
                    </a:lnTo>
                    <a:lnTo>
                      <a:pt x="1070" y="620"/>
                    </a:lnTo>
                    <a:lnTo>
                      <a:pt x="1070" y="622"/>
                    </a:lnTo>
                    <a:lnTo>
                      <a:pt x="1070" y="620"/>
                    </a:lnTo>
                    <a:lnTo>
                      <a:pt x="1066" y="620"/>
                    </a:lnTo>
                    <a:lnTo>
                      <a:pt x="1070" y="620"/>
                    </a:lnTo>
                    <a:lnTo>
                      <a:pt x="1074" y="620"/>
                    </a:lnTo>
                    <a:lnTo>
                      <a:pt x="1070" y="620"/>
                    </a:lnTo>
                    <a:lnTo>
                      <a:pt x="1070" y="616"/>
                    </a:lnTo>
                    <a:lnTo>
                      <a:pt x="1066" y="616"/>
                    </a:lnTo>
                    <a:lnTo>
                      <a:pt x="1066" y="612"/>
                    </a:lnTo>
                    <a:lnTo>
                      <a:pt x="1070" y="612"/>
                    </a:lnTo>
                    <a:lnTo>
                      <a:pt x="1070" y="608"/>
                    </a:lnTo>
                    <a:lnTo>
                      <a:pt x="1070" y="612"/>
                    </a:lnTo>
                    <a:lnTo>
                      <a:pt x="1074" y="612"/>
                    </a:lnTo>
                    <a:lnTo>
                      <a:pt x="1074" y="608"/>
                    </a:lnTo>
                    <a:lnTo>
                      <a:pt x="1070" y="608"/>
                    </a:lnTo>
                    <a:lnTo>
                      <a:pt x="1074" y="608"/>
                    </a:lnTo>
                    <a:lnTo>
                      <a:pt x="1074" y="604"/>
                    </a:lnTo>
                    <a:lnTo>
                      <a:pt x="1076" y="600"/>
                    </a:lnTo>
                    <a:lnTo>
                      <a:pt x="1076" y="596"/>
                    </a:lnTo>
                    <a:lnTo>
                      <a:pt x="1080" y="596"/>
                    </a:lnTo>
                    <a:lnTo>
                      <a:pt x="1080" y="600"/>
                    </a:lnTo>
                    <a:lnTo>
                      <a:pt x="1076" y="600"/>
                    </a:lnTo>
                    <a:lnTo>
                      <a:pt x="1080" y="600"/>
                    </a:lnTo>
                    <a:lnTo>
                      <a:pt x="1084" y="600"/>
                    </a:lnTo>
                    <a:lnTo>
                      <a:pt x="1080" y="604"/>
                    </a:lnTo>
                    <a:lnTo>
                      <a:pt x="1076" y="604"/>
                    </a:lnTo>
                    <a:lnTo>
                      <a:pt x="1076" y="608"/>
                    </a:lnTo>
                    <a:lnTo>
                      <a:pt x="1076" y="604"/>
                    </a:lnTo>
                    <a:lnTo>
                      <a:pt x="1080" y="604"/>
                    </a:lnTo>
                    <a:lnTo>
                      <a:pt x="1084" y="604"/>
                    </a:lnTo>
                    <a:lnTo>
                      <a:pt x="1084" y="608"/>
                    </a:lnTo>
                    <a:lnTo>
                      <a:pt x="1080" y="608"/>
                    </a:lnTo>
                    <a:lnTo>
                      <a:pt x="1084" y="608"/>
                    </a:lnTo>
                    <a:lnTo>
                      <a:pt x="1084" y="604"/>
                    </a:lnTo>
                    <a:lnTo>
                      <a:pt x="1088" y="604"/>
                    </a:lnTo>
                    <a:lnTo>
                      <a:pt x="1088" y="608"/>
                    </a:lnTo>
                    <a:lnTo>
                      <a:pt x="1084" y="612"/>
                    </a:lnTo>
                    <a:lnTo>
                      <a:pt x="1088" y="612"/>
                    </a:lnTo>
                    <a:lnTo>
                      <a:pt x="1088" y="616"/>
                    </a:lnTo>
                    <a:lnTo>
                      <a:pt x="1092" y="616"/>
                    </a:lnTo>
                    <a:lnTo>
                      <a:pt x="1092" y="620"/>
                    </a:lnTo>
                    <a:lnTo>
                      <a:pt x="1088" y="620"/>
                    </a:lnTo>
                    <a:lnTo>
                      <a:pt x="1092" y="620"/>
                    </a:lnTo>
                    <a:lnTo>
                      <a:pt x="1092" y="622"/>
                    </a:lnTo>
                    <a:lnTo>
                      <a:pt x="1092" y="620"/>
                    </a:lnTo>
                    <a:lnTo>
                      <a:pt x="1096" y="620"/>
                    </a:lnTo>
                    <a:lnTo>
                      <a:pt x="1096" y="622"/>
                    </a:lnTo>
                    <a:lnTo>
                      <a:pt x="1100" y="622"/>
                    </a:lnTo>
                    <a:lnTo>
                      <a:pt x="1096" y="626"/>
                    </a:lnTo>
                    <a:lnTo>
                      <a:pt x="1092" y="626"/>
                    </a:lnTo>
                    <a:lnTo>
                      <a:pt x="1088" y="626"/>
                    </a:lnTo>
                    <a:lnTo>
                      <a:pt x="1088" y="630"/>
                    </a:lnTo>
                    <a:lnTo>
                      <a:pt x="1092" y="626"/>
                    </a:lnTo>
                    <a:lnTo>
                      <a:pt x="1096" y="626"/>
                    </a:lnTo>
                    <a:lnTo>
                      <a:pt x="1100" y="626"/>
                    </a:lnTo>
                    <a:lnTo>
                      <a:pt x="1100" y="630"/>
                    </a:lnTo>
                    <a:lnTo>
                      <a:pt x="1104" y="630"/>
                    </a:lnTo>
                    <a:lnTo>
                      <a:pt x="1104" y="634"/>
                    </a:lnTo>
                    <a:lnTo>
                      <a:pt x="1106" y="634"/>
                    </a:lnTo>
                    <a:lnTo>
                      <a:pt x="1106" y="638"/>
                    </a:lnTo>
                    <a:lnTo>
                      <a:pt x="1104" y="638"/>
                    </a:lnTo>
                    <a:lnTo>
                      <a:pt x="1100" y="642"/>
                    </a:lnTo>
                    <a:lnTo>
                      <a:pt x="1096" y="642"/>
                    </a:lnTo>
                    <a:lnTo>
                      <a:pt x="1096" y="646"/>
                    </a:lnTo>
                    <a:lnTo>
                      <a:pt x="1096" y="642"/>
                    </a:lnTo>
                    <a:lnTo>
                      <a:pt x="1100" y="642"/>
                    </a:lnTo>
                    <a:lnTo>
                      <a:pt x="1104" y="642"/>
                    </a:lnTo>
                    <a:lnTo>
                      <a:pt x="1106" y="642"/>
                    </a:lnTo>
                    <a:lnTo>
                      <a:pt x="1110" y="642"/>
                    </a:lnTo>
                    <a:lnTo>
                      <a:pt x="1106" y="642"/>
                    </a:lnTo>
                    <a:lnTo>
                      <a:pt x="1106" y="646"/>
                    </a:lnTo>
                    <a:lnTo>
                      <a:pt x="1110" y="646"/>
                    </a:lnTo>
                    <a:lnTo>
                      <a:pt x="1106" y="646"/>
                    </a:lnTo>
                    <a:lnTo>
                      <a:pt x="1106" y="650"/>
                    </a:lnTo>
                    <a:lnTo>
                      <a:pt x="1106" y="646"/>
                    </a:lnTo>
                    <a:lnTo>
                      <a:pt x="1104" y="650"/>
                    </a:lnTo>
                    <a:lnTo>
                      <a:pt x="1100" y="650"/>
                    </a:lnTo>
                    <a:lnTo>
                      <a:pt x="1100" y="652"/>
                    </a:lnTo>
                    <a:lnTo>
                      <a:pt x="1104" y="650"/>
                    </a:lnTo>
                    <a:lnTo>
                      <a:pt x="1106" y="650"/>
                    </a:lnTo>
                    <a:lnTo>
                      <a:pt x="1110" y="650"/>
                    </a:lnTo>
                    <a:lnTo>
                      <a:pt x="1110" y="646"/>
                    </a:lnTo>
                    <a:lnTo>
                      <a:pt x="1110" y="650"/>
                    </a:lnTo>
                    <a:lnTo>
                      <a:pt x="1114" y="650"/>
                    </a:lnTo>
                    <a:lnTo>
                      <a:pt x="1110" y="650"/>
                    </a:lnTo>
                    <a:lnTo>
                      <a:pt x="1110" y="652"/>
                    </a:lnTo>
                    <a:lnTo>
                      <a:pt x="1110" y="650"/>
                    </a:lnTo>
                    <a:lnTo>
                      <a:pt x="1110" y="652"/>
                    </a:lnTo>
                    <a:lnTo>
                      <a:pt x="1106" y="652"/>
                    </a:lnTo>
                    <a:lnTo>
                      <a:pt x="1110" y="652"/>
                    </a:lnTo>
                    <a:lnTo>
                      <a:pt x="1114" y="652"/>
                    </a:lnTo>
                    <a:lnTo>
                      <a:pt x="1114" y="656"/>
                    </a:lnTo>
                    <a:lnTo>
                      <a:pt x="1118" y="656"/>
                    </a:lnTo>
                    <a:lnTo>
                      <a:pt x="1118" y="660"/>
                    </a:lnTo>
                    <a:lnTo>
                      <a:pt x="1114" y="660"/>
                    </a:lnTo>
                    <a:lnTo>
                      <a:pt x="1114" y="664"/>
                    </a:lnTo>
                    <a:lnTo>
                      <a:pt x="1110" y="664"/>
                    </a:lnTo>
                    <a:lnTo>
                      <a:pt x="1110" y="660"/>
                    </a:lnTo>
                    <a:lnTo>
                      <a:pt x="1110" y="664"/>
                    </a:lnTo>
                    <a:lnTo>
                      <a:pt x="1114" y="664"/>
                    </a:lnTo>
                    <a:lnTo>
                      <a:pt x="1118" y="664"/>
                    </a:lnTo>
                    <a:lnTo>
                      <a:pt x="1118" y="668"/>
                    </a:lnTo>
                    <a:lnTo>
                      <a:pt x="1118" y="672"/>
                    </a:lnTo>
                    <a:lnTo>
                      <a:pt x="1122" y="672"/>
                    </a:lnTo>
                    <a:lnTo>
                      <a:pt x="1126" y="672"/>
                    </a:lnTo>
                    <a:lnTo>
                      <a:pt x="1126" y="676"/>
                    </a:lnTo>
                    <a:lnTo>
                      <a:pt x="1122" y="676"/>
                    </a:lnTo>
                    <a:lnTo>
                      <a:pt x="1122" y="680"/>
                    </a:lnTo>
                    <a:lnTo>
                      <a:pt x="1118" y="680"/>
                    </a:lnTo>
                    <a:lnTo>
                      <a:pt x="1122" y="680"/>
                    </a:lnTo>
                    <a:lnTo>
                      <a:pt x="1118" y="680"/>
                    </a:lnTo>
                    <a:lnTo>
                      <a:pt x="1122" y="680"/>
                    </a:lnTo>
                    <a:lnTo>
                      <a:pt x="1122" y="682"/>
                    </a:lnTo>
                    <a:lnTo>
                      <a:pt x="1118" y="682"/>
                    </a:lnTo>
                    <a:lnTo>
                      <a:pt x="1118" y="680"/>
                    </a:lnTo>
                    <a:lnTo>
                      <a:pt x="1114" y="680"/>
                    </a:lnTo>
                    <a:lnTo>
                      <a:pt x="1110" y="680"/>
                    </a:lnTo>
                    <a:lnTo>
                      <a:pt x="1114" y="680"/>
                    </a:lnTo>
                    <a:lnTo>
                      <a:pt x="1114" y="676"/>
                    </a:lnTo>
                    <a:lnTo>
                      <a:pt x="1110" y="676"/>
                    </a:lnTo>
                    <a:lnTo>
                      <a:pt x="1110" y="680"/>
                    </a:lnTo>
                    <a:lnTo>
                      <a:pt x="1114" y="680"/>
                    </a:lnTo>
                    <a:lnTo>
                      <a:pt x="1118" y="682"/>
                    </a:lnTo>
                    <a:lnTo>
                      <a:pt x="1114" y="682"/>
                    </a:lnTo>
                    <a:lnTo>
                      <a:pt x="1118" y="682"/>
                    </a:lnTo>
                    <a:lnTo>
                      <a:pt x="1122" y="682"/>
                    </a:lnTo>
                    <a:lnTo>
                      <a:pt x="1122" y="686"/>
                    </a:lnTo>
                    <a:lnTo>
                      <a:pt x="1118" y="686"/>
                    </a:lnTo>
                    <a:lnTo>
                      <a:pt x="1118" y="682"/>
                    </a:lnTo>
                    <a:lnTo>
                      <a:pt x="1114" y="686"/>
                    </a:lnTo>
                    <a:lnTo>
                      <a:pt x="1118" y="686"/>
                    </a:lnTo>
                    <a:lnTo>
                      <a:pt x="1114" y="686"/>
                    </a:lnTo>
                    <a:lnTo>
                      <a:pt x="1118" y="686"/>
                    </a:lnTo>
                    <a:lnTo>
                      <a:pt x="1122" y="686"/>
                    </a:lnTo>
                    <a:lnTo>
                      <a:pt x="1122" y="690"/>
                    </a:lnTo>
                    <a:lnTo>
                      <a:pt x="1118" y="690"/>
                    </a:lnTo>
                    <a:lnTo>
                      <a:pt x="1114" y="690"/>
                    </a:lnTo>
                    <a:lnTo>
                      <a:pt x="1118" y="690"/>
                    </a:lnTo>
                    <a:lnTo>
                      <a:pt x="1122" y="690"/>
                    </a:lnTo>
                    <a:lnTo>
                      <a:pt x="1126" y="690"/>
                    </a:lnTo>
                    <a:lnTo>
                      <a:pt x="1126" y="694"/>
                    </a:lnTo>
                    <a:lnTo>
                      <a:pt x="1130" y="694"/>
                    </a:lnTo>
                    <a:lnTo>
                      <a:pt x="1126" y="694"/>
                    </a:lnTo>
                    <a:lnTo>
                      <a:pt x="1126" y="698"/>
                    </a:lnTo>
                    <a:lnTo>
                      <a:pt x="1130" y="698"/>
                    </a:lnTo>
                    <a:lnTo>
                      <a:pt x="1132" y="698"/>
                    </a:lnTo>
                    <a:lnTo>
                      <a:pt x="1136" y="698"/>
                    </a:lnTo>
                    <a:lnTo>
                      <a:pt x="1136" y="702"/>
                    </a:lnTo>
                    <a:lnTo>
                      <a:pt x="1132" y="702"/>
                    </a:lnTo>
                    <a:lnTo>
                      <a:pt x="1136" y="702"/>
                    </a:lnTo>
                    <a:lnTo>
                      <a:pt x="1136" y="698"/>
                    </a:lnTo>
                    <a:lnTo>
                      <a:pt x="1136" y="702"/>
                    </a:lnTo>
                    <a:lnTo>
                      <a:pt x="1136" y="706"/>
                    </a:lnTo>
                    <a:lnTo>
                      <a:pt x="1136" y="702"/>
                    </a:lnTo>
                    <a:lnTo>
                      <a:pt x="1140" y="702"/>
                    </a:lnTo>
                    <a:lnTo>
                      <a:pt x="1136" y="702"/>
                    </a:lnTo>
                    <a:lnTo>
                      <a:pt x="1136" y="706"/>
                    </a:lnTo>
                    <a:lnTo>
                      <a:pt x="1140" y="706"/>
                    </a:lnTo>
                    <a:lnTo>
                      <a:pt x="1140" y="708"/>
                    </a:lnTo>
                    <a:lnTo>
                      <a:pt x="1136" y="708"/>
                    </a:lnTo>
                    <a:lnTo>
                      <a:pt x="1140" y="708"/>
                    </a:lnTo>
                    <a:lnTo>
                      <a:pt x="1140" y="706"/>
                    </a:lnTo>
                    <a:lnTo>
                      <a:pt x="1144" y="706"/>
                    </a:lnTo>
                    <a:lnTo>
                      <a:pt x="1144" y="708"/>
                    </a:lnTo>
                    <a:lnTo>
                      <a:pt x="1140" y="708"/>
                    </a:lnTo>
                    <a:lnTo>
                      <a:pt x="1140" y="712"/>
                    </a:lnTo>
                    <a:lnTo>
                      <a:pt x="1136" y="712"/>
                    </a:lnTo>
                    <a:lnTo>
                      <a:pt x="1140" y="712"/>
                    </a:lnTo>
                    <a:lnTo>
                      <a:pt x="1136" y="716"/>
                    </a:lnTo>
                    <a:lnTo>
                      <a:pt x="1140" y="716"/>
                    </a:lnTo>
                    <a:lnTo>
                      <a:pt x="1140" y="712"/>
                    </a:lnTo>
                    <a:lnTo>
                      <a:pt x="1144" y="712"/>
                    </a:lnTo>
                    <a:lnTo>
                      <a:pt x="1144" y="716"/>
                    </a:lnTo>
                    <a:lnTo>
                      <a:pt x="1140" y="716"/>
                    </a:lnTo>
                    <a:lnTo>
                      <a:pt x="1144" y="716"/>
                    </a:lnTo>
                    <a:lnTo>
                      <a:pt x="1144" y="712"/>
                    </a:lnTo>
                    <a:lnTo>
                      <a:pt x="1148" y="712"/>
                    </a:lnTo>
                    <a:lnTo>
                      <a:pt x="1148" y="708"/>
                    </a:lnTo>
                    <a:lnTo>
                      <a:pt x="1148" y="712"/>
                    </a:lnTo>
                    <a:lnTo>
                      <a:pt x="1144" y="712"/>
                    </a:lnTo>
                    <a:lnTo>
                      <a:pt x="1144" y="716"/>
                    </a:lnTo>
                    <a:lnTo>
                      <a:pt x="1148" y="716"/>
                    </a:lnTo>
                    <a:lnTo>
                      <a:pt x="1152" y="712"/>
                    </a:lnTo>
                    <a:lnTo>
                      <a:pt x="1152" y="716"/>
                    </a:lnTo>
                    <a:lnTo>
                      <a:pt x="1148" y="720"/>
                    </a:lnTo>
                    <a:lnTo>
                      <a:pt x="1148" y="724"/>
                    </a:lnTo>
                    <a:lnTo>
                      <a:pt x="1148" y="720"/>
                    </a:lnTo>
                    <a:lnTo>
                      <a:pt x="1152" y="720"/>
                    </a:lnTo>
                    <a:lnTo>
                      <a:pt x="1156" y="716"/>
                    </a:lnTo>
                    <a:lnTo>
                      <a:pt x="1156" y="712"/>
                    </a:lnTo>
                    <a:lnTo>
                      <a:pt x="1160" y="712"/>
                    </a:lnTo>
                    <a:lnTo>
                      <a:pt x="1156" y="712"/>
                    </a:lnTo>
                    <a:lnTo>
                      <a:pt x="1156" y="716"/>
                    </a:lnTo>
                    <a:lnTo>
                      <a:pt x="1160" y="716"/>
                    </a:lnTo>
                    <a:lnTo>
                      <a:pt x="1160" y="712"/>
                    </a:lnTo>
                    <a:lnTo>
                      <a:pt x="1160" y="716"/>
                    </a:lnTo>
                    <a:lnTo>
                      <a:pt x="1160" y="720"/>
                    </a:lnTo>
                    <a:lnTo>
                      <a:pt x="1162" y="720"/>
                    </a:lnTo>
                    <a:lnTo>
                      <a:pt x="1166" y="724"/>
                    </a:lnTo>
                    <a:lnTo>
                      <a:pt x="1166" y="720"/>
                    </a:lnTo>
                    <a:lnTo>
                      <a:pt x="1170" y="720"/>
                    </a:lnTo>
                    <a:lnTo>
                      <a:pt x="1170" y="724"/>
                    </a:lnTo>
                    <a:lnTo>
                      <a:pt x="1174" y="724"/>
                    </a:lnTo>
                    <a:lnTo>
                      <a:pt x="1178" y="724"/>
                    </a:lnTo>
                    <a:lnTo>
                      <a:pt x="1182" y="724"/>
                    </a:lnTo>
                    <a:lnTo>
                      <a:pt x="1182" y="728"/>
                    </a:lnTo>
                    <a:lnTo>
                      <a:pt x="1178" y="728"/>
                    </a:lnTo>
                    <a:lnTo>
                      <a:pt x="1182" y="728"/>
                    </a:lnTo>
                    <a:lnTo>
                      <a:pt x="1182" y="732"/>
                    </a:lnTo>
                    <a:lnTo>
                      <a:pt x="1178" y="732"/>
                    </a:lnTo>
                    <a:lnTo>
                      <a:pt x="1174" y="732"/>
                    </a:lnTo>
                    <a:lnTo>
                      <a:pt x="1170" y="732"/>
                    </a:lnTo>
                    <a:lnTo>
                      <a:pt x="1174" y="732"/>
                    </a:lnTo>
                    <a:lnTo>
                      <a:pt x="1170" y="736"/>
                    </a:lnTo>
                    <a:lnTo>
                      <a:pt x="1166" y="736"/>
                    </a:lnTo>
                    <a:lnTo>
                      <a:pt x="1162" y="736"/>
                    </a:lnTo>
                    <a:lnTo>
                      <a:pt x="1160" y="736"/>
                    </a:lnTo>
                    <a:lnTo>
                      <a:pt x="1156" y="738"/>
                    </a:lnTo>
                    <a:lnTo>
                      <a:pt x="1152" y="738"/>
                    </a:lnTo>
                    <a:lnTo>
                      <a:pt x="1156" y="738"/>
                    </a:lnTo>
                    <a:lnTo>
                      <a:pt x="1160" y="738"/>
                    </a:lnTo>
                    <a:lnTo>
                      <a:pt x="1162" y="736"/>
                    </a:lnTo>
                    <a:lnTo>
                      <a:pt x="1166" y="736"/>
                    </a:lnTo>
                    <a:lnTo>
                      <a:pt x="1166" y="738"/>
                    </a:lnTo>
                    <a:lnTo>
                      <a:pt x="1162" y="738"/>
                    </a:lnTo>
                    <a:lnTo>
                      <a:pt x="1160" y="738"/>
                    </a:lnTo>
                    <a:lnTo>
                      <a:pt x="1156" y="738"/>
                    </a:lnTo>
                    <a:lnTo>
                      <a:pt x="1156" y="742"/>
                    </a:lnTo>
                    <a:lnTo>
                      <a:pt x="1152" y="742"/>
                    </a:lnTo>
                    <a:lnTo>
                      <a:pt x="1148" y="742"/>
                    </a:lnTo>
                    <a:lnTo>
                      <a:pt x="1144" y="742"/>
                    </a:lnTo>
                    <a:lnTo>
                      <a:pt x="1144" y="746"/>
                    </a:lnTo>
                    <a:lnTo>
                      <a:pt x="1144" y="750"/>
                    </a:lnTo>
                    <a:lnTo>
                      <a:pt x="1140" y="746"/>
                    </a:lnTo>
                    <a:lnTo>
                      <a:pt x="1136" y="746"/>
                    </a:lnTo>
                    <a:lnTo>
                      <a:pt x="1132" y="742"/>
                    </a:lnTo>
                    <a:lnTo>
                      <a:pt x="1132" y="746"/>
                    </a:lnTo>
                    <a:lnTo>
                      <a:pt x="1136" y="746"/>
                    </a:lnTo>
                    <a:lnTo>
                      <a:pt x="1140" y="746"/>
                    </a:lnTo>
                    <a:lnTo>
                      <a:pt x="1140" y="750"/>
                    </a:lnTo>
                    <a:lnTo>
                      <a:pt x="1144" y="750"/>
                    </a:lnTo>
                    <a:lnTo>
                      <a:pt x="1140" y="754"/>
                    </a:lnTo>
                    <a:lnTo>
                      <a:pt x="1144" y="754"/>
                    </a:lnTo>
                    <a:lnTo>
                      <a:pt x="1140" y="754"/>
                    </a:lnTo>
                    <a:lnTo>
                      <a:pt x="1144" y="754"/>
                    </a:lnTo>
                    <a:lnTo>
                      <a:pt x="1144" y="750"/>
                    </a:lnTo>
                    <a:lnTo>
                      <a:pt x="1148" y="750"/>
                    </a:lnTo>
                    <a:lnTo>
                      <a:pt x="1152" y="750"/>
                    </a:lnTo>
                    <a:lnTo>
                      <a:pt x="1152" y="746"/>
                    </a:lnTo>
                    <a:lnTo>
                      <a:pt x="1156" y="746"/>
                    </a:lnTo>
                    <a:lnTo>
                      <a:pt x="1160" y="746"/>
                    </a:lnTo>
                    <a:lnTo>
                      <a:pt x="1160" y="742"/>
                    </a:lnTo>
                    <a:lnTo>
                      <a:pt x="1162" y="742"/>
                    </a:lnTo>
                    <a:lnTo>
                      <a:pt x="1166" y="738"/>
                    </a:lnTo>
                    <a:lnTo>
                      <a:pt x="1170" y="738"/>
                    </a:lnTo>
                    <a:lnTo>
                      <a:pt x="1174" y="738"/>
                    </a:lnTo>
                    <a:lnTo>
                      <a:pt x="1178" y="738"/>
                    </a:lnTo>
                    <a:lnTo>
                      <a:pt x="1174" y="736"/>
                    </a:lnTo>
                    <a:lnTo>
                      <a:pt x="1170" y="736"/>
                    </a:lnTo>
                    <a:lnTo>
                      <a:pt x="1166" y="736"/>
                    </a:lnTo>
                    <a:lnTo>
                      <a:pt x="1170" y="736"/>
                    </a:lnTo>
                    <a:lnTo>
                      <a:pt x="1174" y="736"/>
                    </a:lnTo>
                    <a:lnTo>
                      <a:pt x="1178" y="736"/>
                    </a:lnTo>
                    <a:lnTo>
                      <a:pt x="1182" y="736"/>
                    </a:lnTo>
                    <a:lnTo>
                      <a:pt x="1182" y="738"/>
                    </a:lnTo>
                    <a:lnTo>
                      <a:pt x="1186" y="742"/>
                    </a:lnTo>
                    <a:lnTo>
                      <a:pt x="1186" y="746"/>
                    </a:lnTo>
                    <a:lnTo>
                      <a:pt x="1182" y="746"/>
                    </a:lnTo>
                    <a:lnTo>
                      <a:pt x="1186" y="750"/>
                    </a:lnTo>
                    <a:lnTo>
                      <a:pt x="1182" y="750"/>
                    </a:lnTo>
                    <a:lnTo>
                      <a:pt x="1186" y="750"/>
                    </a:lnTo>
                    <a:lnTo>
                      <a:pt x="1186" y="746"/>
                    </a:lnTo>
                    <a:lnTo>
                      <a:pt x="1188" y="746"/>
                    </a:lnTo>
                    <a:lnTo>
                      <a:pt x="1192" y="746"/>
                    </a:lnTo>
                    <a:lnTo>
                      <a:pt x="1192" y="742"/>
                    </a:lnTo>
                    <a:lnTo>
                      <a:pt x="1196" y="742"/>
                    </a:lnTo>
                    <a:lnTo>
                      <a:pt x="1196" y="746"/>
                    </a:lnTo>
                    <a:lnTo>
                      <a:pt x="1192" y="746"/>
                    </a:lnTo>
                    <a:lnTo>
                      <a:pt x="1196" y="746"/>
                    </a:lnTo>
                    <a:lnTo>
                      <a:pt x="1200" y="746"/>
                    </a:lnTo>
                    <a:lnTo>
                      <a:pt x="1204" y="750"/>
                    </a:lnTo>
                    <a:lnTo>
                      <a:pt x="1200" y="750"/>
                    </a:lnTo>
                    <a:lnTo>
                      <a:pt x="1204" y="750"/>
                    </a:lnTo>
                    <a:lnTo>
                      <a:pt x="1200" y="754"/>
                    </a:lnTo>
                    <a:lnTo>
                      <a:pt x="1204" y="754"/>
                    </a:lnTo>
                    <a:lnTo>
                      <a:pt x="1204" y="758"/>
                    </a:lnTo>
                    <a:lnTo>
                      <a:pt x="1204" y="762"/>
                    </a:lnTo>
                    <a:lnTo>
                      <a:pt x="1200" y="762"/>
                    </a:lnTo>
                    <a:lnTo>
                      <a:pt x="1204" y="762"/>
                    </a:lnTo>
                    <a:lnTo>
                      <a:pt x="1204" y="766"/>
                    </a:lnTo>
                    <a:lnTo>
                      <a:pt x="1200" y="766"/>
                    </a:lnTo>
                    <a:lnTo>
                      <a:pt x="1204" y="768"/>
                    </a:lnTo>
                    <a:lnTo>
                      <a:pt x="1200" y="768"/>
                    </a:lnTo>
                    <a:lnTo>
                      <a:pt x="1204" y="768"/>
                    </a:lnTo>
                    <a:lnTo>
                      <a:pt x="1200" y="768"/>
                    </a:lnTo>
                    <a:lnTo>
                      <a:pt x="1196" y="768"/>
                    </a:lnTo>
                    <a:lnTo>
                      <a:pt x="1200" y="768"/>
                    </a:lnTo>
                    <a:lnTo>
                      <a:pt x="1204" y="772"/>
                    </a:lnTo>
                    <a:lnTo>
                      <a:pt x="1208" y="772"/>
                    </a:lnTo>
                    <a:lnTo>
                      <a:pt x="1204" y="776"/>
                    </a:lnTo>
                    <a:lnTo>
                      <a:pt x="1204" y="772"/>
                    </a:lnTo>
                    <a:lnTo>
                      <a:pt x="1200" y="772"/>
                    </a:lnTo>
                    <a:lnTo>
                      <a:pt x="1204" y="772"/>
                    </a:lnTo>
                    <a:lnTo>
                      <a:pt x="1204" y="776"/>
                    </a:lnTo>
                    <a:lnTo>
                      <a:pt x="1208" y="776"/>
                    </a:lnTo>
                    <a:lnTo>
                      <a:pt x="1208" y="780"/>
                    </a:lnTo>
                    <a:lnTo>
                      <a:pt x="1204" y="784"/>
                    </a:lnTo>
                    <a:lnTo>
                      <a:pt x="1200" y="784"/>
                    </a:lnTo>
                    <a:lnTo>
                      <a:pt x="1200" y="788"/>
                    </a:lnTo>
                    <a:lnTo>
                      <a:pt x="1196" y="788"/>
                    </a:lnTo>
                    <a:lnTo>
                      <a:pt x="1192" y="792"/>
                    </a:lnTo>
                    <a:lnTo>
                      <a:pt x="1188" y="792"/>
                    </a:lnTo>
                    <a:lnTo>
                      <a:pt x="1188" y="794"/>
                    </a:lnTo>
                    <a:lnTo>
                      <a:pt x="1186" y="794"/>
                    </a:lnTo>
                    <a:lnTo>
                      <a:pt x="1186" y="792"/>
                    </a:lnTo>
                    <a:lnTo>
                      <a:pt x="1182" y="792"/>
                    </a:lnTo>
                    <a:lnTo>
                      <a:pt x="1182" y="794"/>
                    </a:lnTo>
                    <a:lnTo>
                      <a:pt x="1178" y="794"/>
                    </a:lnTo>
                    <a:lnTo>
                      <a:pt x="1178" y="792"/>
                    </a:lnTo>
                    <a:lnTo>
                      <a:pt x="1174" y="794"/>
                    </a:lnTo>
                    <a:lnTo>
                      <a:pt x="1170" y="798"/>
                    </a:lnTo>
                    <a:lnTo>
                      <a:pt x="1166" y="794"/>
                    </a:lnTo>
                    <a:lnTo>
                      <a:pt x="1166" y="798"/>
                    </a:lnTo>
                    <a:lnTo>
                      <a:pt x="1162" y="798"/>
                    </a:lnTo>
                    <a:lnTo>
                      <a:pt x="1166" y="798"/>
                    </a:lnTo>
                    <a:lnTo>
                      <a:pt x="1162" y="802"/>
                    </a:lnTo>
                    <a:lnTo>
                      <a:pt x="1160" y="802"/>
                    </a:lnTo>
                    <a:lnTo>
                      <a:pt x="1160" y="806"/>
                    </a:lnTo>
                    <a:lnTo>
                      <a:pt x="1160" y="810"/>
                    </a:lnTo>
                    <a:lnTo>
                      <a:pt x="1160" y="806"/>
                    </a:lnTo>
                    <a:lnTo>
                      <a:pt x="1156" y="810"/>
                    </a:lnTo>
                    <a:lnTo>
                      <a:pt x="1152" y="810"/>
                    </a:lnTo>
                    <a:lnTo>
                      <a:pt x="1152" y="814"/>
                    </a:lnTo>
                    <a:lnTo>
                      <a:pt x="1148" y="814"/>
                    </a:lnTo>
                    <a:lnTo>
                      <a:pt x="1148" y="818"/>
                    </a:lnTo>
                    <a:lnTo>
                      <a:pt x="1144" y="818"/>
                    </a:lnTo>
                    <a:lnTo>
                      <a:pt x="1140" y="818"/>
                    </a:lnTo>
                    <a:lnTo>
                      <a:pt x="1136" y="818"/>
                    </a:lnTo>
                    <a:lnTo>
                      <a:pt x="1136" y="822"/>
                    </a:lnTo>
                    <a:lnTo>
                      <a:pt x="1136" y="818"/>
                    </a:lnTo>
                    <a:lnTo>
                      <a:pt x="1132" y="822"/>
                    </a:lnTo>
                    <a:lnTo>
                      <a:pt x="1130" y="822"/>
                    </a:lnTo>
                    <a:lnTo>
                      <a:pt x="1126" y="822"/>
                    </a:lnTo>
                    <a:lnTo>
                      <a:pt x="1122" y="822"/>
                    </a:lnTo>
                    <a:lnTo>
                      <a:pt x="1118" y="822"/>
                    </a:lnTo>
                    <a:lnTo>
                      <a:pt x="1118" y="818"/>
                    </a:lnTo>
                    <a:lnTo>
                      <a:pt x="1114" y="818"/>
                    </a:lnTo>
                    <a:lnTo>
                      <a:pt x="1110" y="818"/>
                    </a:lnTo>
                    <a:lnTo>
                      <a:pt x="1106" y="818"/>
                    </a:lnTo>
                    <a:lnTo>
                      <a:pt x="1100" y="818"/>
                    </a:lnTo>
                    <a:lnTo>
                      <a:pt x="1096" y="818"/>
                    </a:lnTo>
                    <a:lnTo>
                      <a:pt x="1092" y="818"/>
                    </a:lnTo>
                    <a:lnTo>
                      <a:pt x="1088" y="818"/>
                    </a:lnTo>
                    <a:lnTo>
                      <a:pt x="1084" y="818"/>
                    </a:lnTo>
                    <a:lnTo>
                      <a:pt x="1080" y="818"/>
                    </a:lnTo>
                    <a:lnTo>
                      <a:pt x="1076" y="818"/>
                    </a:lnTo>
                    <a:lnTo>
                      <a:pt x="1074" y="818"/>
                    </a:lnTo>
                    <a:lnTo>
                      <a:pt x="1070" y="818"/>
                    </a:lnTo>
                    <a:lnTo>
                      <a:pt x="1066" y="818"/>
                    </a:lnTo>
                    <a:lnTo>
                      <a:pt x="1062" y="818"/>
                    </a:lnTo>
                    <a:lnTo>
                      <a:pt x="1060" y="818"/>
                    </a:lnTo>
                    <a:lnTo>
                      <a:pt x="1060" y="822"/>
                    </a:lnTo>
                    <a:lnTo>
                      <a:pt x="1056" y="822"/>
                    </a:lnTo>
                    <a:lnTo>
                      <a:pt x="1056" y="818"/>
                    </a:lnTo>
                    <a:lnTo>
                      <a:pt x="1052" y="822"/>
                    </a:lnTo>
                    <a:lnTo>
                      <a:pt x="1048" y="824"/>
                    </a:lnTo>
                    <a:lnTo>
                      <a:pt x="1048" y="828"/>
                    </a:lnTo>
                    <a:lnTo>
                      <a:pt x="1044" y="828"/>
                    </a:lnTo>
                    <a:lnTo>
                      <a:pt x="1044" y="832"/>
                    </a:lnTo>
                    <a:lnTo>
                      <a:pt x="1044" y="836"/>
                    </a:lnTo>
                    <a:lnTo>
                      <a:pt x="1040" y="836"/>
                    </a:lnTo>
                    <a:lnTo>
                      <a:pt x="1036" y="840"/>
                    </a:lnTo>
                    <a:lnTo>
                      <a:pt x="1032" y="840"/>
                    </a:lnTo>
                    <a:lnTo>
                      <a:pt x="1030" y="840"/>
                    </a:lnTo>
                    <a:lnTo>
                      <a:pt x="1030" y="844"/>
                    </a:lnTo>
                    <a:lnTo>
                      <a:pt x="1026" y="844"/>
                    </a:lnTo>
                    <a:lnTo>
                      <a:pt x="1022" y="848"/>
                    </a:lnTo>
                    <a:lnTo>
                      <a:pt x="1018" y="852"/>
                    </a:lnTo>
                    <a:lnTo>
                      <a:pt x="1018" y="854"/>
                    </a:lnTo>
                    <a:lnTo>
                      <a:pt x="1014" y="854"/>
                    </a:lnTo>
                    <a:lnTo>
                      <a:pt x="1014" y="858"/>
                    </a:lnTo>
                    <a:lnTo>
                      <a:pt x="1010" y="858"/>
                    </a:lnTo>
                    <a:lnTo>
                      <a:pt x="1010" y="862"/>
                    </a:lnTo>
                    <a:lnTo>
                      <a:pt x="1006" y="862"/>
                    </a:lnTo>
                    <a:lnTo>
                      <a:pt x="1004" y="858"/>
                    </a:lnTo>
                    <a:lnTo>
                      <a:pt x="1000" y="858"/>
                    </a:lnTo>
                    <a:lnTo>
                      <a:pt x="996" y="858"/>
                    </a:lnTo>
                    <a:lnTo>
                      <a:pt x="996" y="854"/>
                    </a:lnTo>
                    <a:lnTo>
                      <a:pt x="992" y="854"/>
                    </a:lnTo>
                    <a:lnTo>
                      <a:pt x="988" y="854"/>
                    </a:lnTo>
                    <a:lnTo>
                      <a:pt x="992" y="854"/>
                    </a:lnTo>
                    <a:lnTo>
                      <a:pt x="992" y="858"/>
                    </a:lnTo>
                    <a:lnTo>
                      <a:pt x="996" y="858"/>
                    </a:lnTo>
                    <a:lnTo>
                      <a:pt x="1000" y="858"/>
                    </a:lnTo>
                    <a:lnTo>
                      <a:pt x="1004" y="858"/>
                    </a:lnTo>
                    <a:lnTo>
                      <a:pt x="1006" y="862"/>
                    </a:lnTo>
                    <a:lnTo>
                      <a:pt x="1006" y="866"/>
                    </a:lnTo>
                    <a:lnTo>
                      <a:pt x="1006" y="870"/>
                    </a:lnTo>
                    <a:lnTo>
                      <a:pt x="1004" y="870"/>
                    </a:lnTo>
                    <a:lnTo>
                      <a:pt x="1004" y="874"/>
                    </a:lnTo>
                    <a:lnTo>
                      <a:pt x="1004" y="878"/>
                    </a:lnTo>
                    <a:lnTo>
                      <a:pt x="1000" y="878"/>
                    </a:lnTo>
                    <a:lnTo>
                      <a:pt x="996" y="878"/>
                    </a:lnTo>
                    <a:lnTo>
                      <a:pt x="996" y="880"/>
                    </a:lnTo>
                    <a:lnTo>
                      <a:pt x="996" y="884"/>
                    </a:lnTo>
                    <a:lnTo>
                      <a:pt x="992" y="884"/>
                    </a:lnTo>
                    <a:lnTo>
                      <a:pt x="988" y="888"/>
                    </a:lnTo>
                    <a:lnTo>
                      <a:pt x="984" y="892"/>
                    </a:lnTo>
                    <a:lnTo>
                      <a:pt x="988" y="888"/>
                    </a:lnTo>
                    <a:lnTo>
                      <a:pt x="992" y="888"/>
                    </a:lnTo>
                    <a:lnTo>
                      <a:pt x="996" y="888"/>
                    </a:lnTo>
                    <a:lnTo>
                      <a:pt x="996" y="884"/>
                    </a:lnTo>
                    <a:lnTo>
                      <a:pt x="1000" y="884"/>
                    </a:lnTo>
                    <a:lnTo>
                      <a:pt x="1000" y="880"/>
                    </a:lnTo>
                    <a:lnTo>
                      <a:pt x="1004" y="878"/>
                    </a:lnTo>
                    <a:lnTo>
                      <a:pt x="1004" y="874"/>
                    </a:lnTo>
                    <a:lnTo>
                      <a:pt x="1006" y="874"/>
                    </a:lnTo>
                    <a:lnTo>
                      <a:pt x="1010" y="870"/>
                    </a:lnTo>
                    <a:lnTo>
                      <a:pt x="1010" y="866"/>
                    </a:lnTo>
                    <a:lnTo>
                      <a:pt x="1014" y="866"/>
                    </a:lnTo>
                    <a:lnTo>
                      <a:pt x="1014" y="862"/>
                    </a:lnTo>
                    <a:lnTo>
                      <a:pt x="1018" y="862"/>
                    </a:lnTo>
                    <a:lnTo>
                      <a:pt x="1018" y="858"/>
                    </a:lnTo>
                    <a:lnTo>
                      <a:pt x="1022" y="858"/>
                    </a:lnTo>
                    <a:lnTo>
                      <a:pt x="1026" y="854"/>
                    </a:lnTo>
                    <a:lnTo>
                      <a:pt x="1030" y="854"/>
                    </a:lnTo>
                    <a:lnTo>
                      <a:pt x="1030" y="852"/>
                    </a:lnTo>
                    <a:lnTo>
                      <a:pt x="1032" y="852"/>
                    </a:lnTo>
                    <a:lnTo>
                      <a:pt x="1036" y="848"/>
                    </a:lnTo>
                    <a:lnTo>
                      <a:pt x="1040" y="848"/>
                    </a:lnTo>
                    <a:lnTo>
                      <a:pt x="1044" y="848"/>
                    </a:lnTo>
                    <a:lnTo>
                      <a:pt x="1044" y="844"/>
                    </a:lnTo>
                    <a:lnTo>
                      <a:pt x="1048" y="844"/>
                    </a:lnTo>
                    <a:lnTo>
                      <a:pt x="1052" y="844"/>
                    </a:lnTo>
                    <a:lnTo>
                      <a:pt x="1056" y="840"/>
                    </a:lnTo>
                    <a:lnTo>
                      <a:pt x="1060" y="840"/>
                    </a:lnTo>
                    <a:lnTo>
                      <a:pt x="1062" y="840"/>
                    </a:lnTo>
                    <a:lnTo>
                      <a:pt x="1066" y="840"/>
                    </a:lnTo>
                    <a:lnTo>
                      <a:pt x="1070" y="840"/>
                    </a:lnTo>
                    <a:lnTo>
                      <a:pt x="1074" y="840"/>
                    </a:lnTo>
                    <a:lnTo>
                      <a:pt x="1076" y="840"/>
                    </a:lnTo>
                    <a:lnTo>
                      <a:pt x="1080" y="844"/>
                    </a:lnTo>
                    <a:lnTo>
                      <a:pt x="1084" y="844"/>
                    </a:lnTo>
                    <a:lnTo>
                      <a:pt x="1084" y="848"/>
                    </a:lnTo>
                    <a:lnTo>
                      <a:pt x="1088" y="852"/>
                    </a:lnTo>
                    <a:lnTo>
                      <a:pt x="1084" y="848"/>
                    </a:lnTo>
                    <a:lnTo>
                      <a:pt x="1080" y="848"/>
                    </a:lnTo>
                    <a:lnTo>
                      <a:pt x="1084" y="848"/>
                    </a:lnTo>
                    <a:lnTo>
                      <a:pt x="1084" y="852"/>
                    </a:lnTo>
                    <a:lnTo>
                      <a:pt x="1088" y="852"/>
                    </a:lnTo>
                    <a:lnTo>
                      <a:pt x="1084" y="852"/>
                    </a:lnTo>
                    <a:lnTo>
                      <a:pt x="1084" y="854"/>
                    </a:lnTo>
                    <a:lnTo>
                      <a:pt x="1084" y="858"/>
                    </a:lnTo>
                    <a:lnTo>
                      <a:pt x="1080" y="858"/>
                    </a:lnTo>
                    <a:lnTo>
                      <a:pt x="1076" y="858"/>
                    </a:lnTo>
                    <a:lnTo>
                      <a:pt x="1076" y="862"/>
                    </a:lnTo>
                    <a:lnTo>
                      <a:pt x="1074" y="862"/>
                    </a:lnTo>
                    <a:lnTo>
                      <a:pt x="1074" y="866"/>
                    </a:lnTo>
                    <a:lnTo>
                      <a:pt x="1070" y="866"/>
                    </a:lnTo>
                    <a:lnTo>
                      <a:pt x="1066" y="866"/>
                    </a:lnTo>
                    <a:lnTo>
                      <a:pt x="1066" y="862"/>
                    </a:lnTo>
                    <a:lnTo>
                      <a:pt x="1062" y="862"/>
                    </a:lnTo>
                    <a:lnTo>
                      <a:pt x="1060" y="862"/>
                    </a:lnTo>
                    <a:lnTo>
                      <a:pt x="1056" y="862"/>
                    </a:lnTo>
                    <a:lnTo>
                      <a:pt x="1052" y="866"/>
                    </a:lnTo>
                    <a:lnTo>
                      <a:pt x="1048" y="866"/>
                    </a:lnTo>
                    <a:lnTo>
                      <a:pt x="1052" y="866"/>
                    </a:lnTo>
                    <a:lnTo>
                      <a:pt x="1056" y="862"/>
                    </a:lnTo>
                    <a:lnTo>
                      <a:pt x="1060" y="866"/>
                    </a:lnTo>
                    <a:lnTo>
                      <a:pt x="1062" y="866"/>
                    </a:lnTo>
                    <a:lnTo>
                      <a:pt x="1066" y="870"/>
                    </a:lnTo>
                    <a:lnTo>
                      <a:pt x="1066" y="874"/>
                    </a:lnTo>
                    <a:lnTo>
                      <a:pt x="1070" y="870"/>
                    </a:lnTo>
                    <a:lnTo>
                      <a:pt x="1074" y="870"/>
                    </a:lnTo>
                    <a:lnTo>
                      <a:pt x="1076" y="870"/>
                    </a:lnTo>
                    <a:lnTo>
                      <a:pt x="1080" y="870"/>
                    </a:lnTo>
                    <a:lnTo>
                      <a:pt x="1076" y="870"/>
                    </a:lnTo>
                    <a:lnTo>
                      <a:pt x="1076" y="874"/>
                    </a:lnTo>
                    <a:lnTo>
                      <a:pt x="1076" y="878"/>
                    </a:lnTo>
                    <a:lnTo>
                      <a:pt x="1074" y="880"/>
                    </a:lnTo>
                    <a:lnTo>
                      <a:pt x="1070" y="884"/>
                    </a:lnTo>
                    <a:lnTo>
                      <a:pt x="1074" y="884"/>
                    </a:lnTo>
                    <a:lnTo>
                      <a:pt x="1076" y="884"/>
                    </a:lnTo>
                    <a:lnTo>
                      <a:pt x="1076" y="888"/>
                    </a:lnTo>
                    <a:lnTo>
                      <a:pt x="1076" y="892"/>
                    </a:lnTo>
                    <a:lnTo>
                      <a:pt x="1080" y="896"/>
                    </a:lnTo>
                    <a:lnTo>
                      <a:pt x="1080" y="900"/>
                    </a:lnTo>
                    <a:lnTo>
                      <a:pt x="1084" y="900"/>
                    </a:lnTo>
                    <a:lnTo>
                      <a:pt x="1088" y="904"/>
                    </a:lnTo>
                    <a:lnTo>
                      <a:pt x="1092" y="904"/>
                    </a:lnTo>
                    <a:lnTo>
                      <a:pt x="1088" y="904"/>
                    </a:lnTo>
                    <a:lnTo>
                      <a:pt x="1088" y="908"/>
                    </a:lnTo>
                    <a:lnTo>
                      <a:pt x="1092" y="908"/>
                    </a:lnTo>
                    <a:lnTo>
                      <a:pt x="1092" y="910"/>
                    </a:lnTo>
                    <a:lnTo>
                      <a:pt x="1096" y="908"/>
                    </a:lnTo>
                    <a:lnTo>
                      <a:pt x="1096" y="910"/>
                    </a:lnTo>
                    <a:lnTo>
                      <a:pt x="1100" y="910"/>
                    </a:lnTo>
                    <a:lnTo>
                      <a:pt x="1104" y="910"/>
                    </a:lnTo>
                    <a:lnTo>
                      <a:pt x="1106" y="910"/>
                    </a:lnTo>
                    <a:lnTo>
                      <a:pt x="1110" y="910"/>
                    </a:lnTo>
                    <a:lnTo>
                      <a:pt x="1110" y="914"/>
                    </a:lnTo>
                    <a:lnTo>
                      <a:pt x="1114" y="910"/>
                    </a:lnTo>
                    <a:lnTo>
                      <a:pt x="1118" y="910"/>
                    </a:lnTo>
                    <a:lnTo>
                      <a:pt x="1118" y="908"/>
                    </a:lnTo>
                    <a:lnTo>
                      <a:pt x="1118" y="910"/>
                    </a:lnTo>
                    <a:lnTo>
                      <a:pt x="1122" y="914"/>
                    </a:lnTo>
                    <a:lnTo>
                      <a:pt x="1122" y="910"/>
                    </a:lnTo>
                    <a:lnTo>
                      <a:pt x="1126" y="910"/>
                    </a:lnTo>
                    <a:lnTo>
                      <a:pt x="1126" y="914"/>
                    </a:lnTo>
                    <a:lnTo>
                      <a:pt x="1130" y="914"/>
                    </a:lnTo>
                    <a:lnTo>
                      <a:pt x="1130" y="918"/>
                    </a:lnTo>
                    <a:lnTo>
                      <a:pt x="1126" y="918"/>
                    </a:lnTo>
                    <a:lnTo>
                      <a:pt x="1130" y="918"/>
                    </a:lnTo>
                    <a:lnTo>
                      <a:pt x="1132" y="918"/>
                    </a:lnTo>
                    <a:lnTo>
                      <a:pt x="1132" y="922"/>
                    </a:lnTo>
                    <a:lnTo>
                      <a:pt x="1130" y="922"/>
                    </a:lnTo>
                    <a:lnTo>
                      <a:pt x="1126" y="922"/>
                    </a:lnTo>
                    <a:lnTo>
                      <a:pt x="1122" y="922"/>
                    </a:lnTo>
                    <a:lnTo>
                      <a:pt x="1122" y="926"/>
                    </a:lnTo>
                    <a:lnTo>
                      <a:pt x="1118" y="926"/>
                    </a:lnTo>
                    <a:lnTo>
                      <a:pt x="1114" y="926"/>
                    </a:lnTo>
                    <a:lnTo>
                      <a:pt x="1110" y="930"/>
                    </a:lnTo>
                    <a:lnTo>
                      <a:pt x="1106" y="930"/>
                    </a:lnTo>
                    <a:lnTo>
                      <a:pt x="1104" y="934"/>
                    </a:lnTo>
                    <a:lnTo>
                      <a:pt x="1104" y="930"/>
                    </a:lnTo>
                    <a:lnTo>
                      <a:pt x="1104" y="934"/>
                    </a:lnTo>
                    <a:lnTo>
                      <a:pt x="1100" y="934"/>
                    </a:lnTo>
                    <a:lnTo>
                      <a:pt x="1096" y="934"/>
                    </a:lnTo>
                    <a:lnTo>
                      <a:pt x="1092" y="934"/>
                    </a:lnTo>
                    <a:lnTo>
                      <a:pt x="1096" y="934"/>
                    </a:lnTo>
                    <a:lnTo>
                      <a:pt x="1096" y="938"/>
                    </a:lnTo>
                    <a:lnTo>
                      <a:pt x="1088" y="938"/>
                    </a:lnTo>
                    <a:lnTo>
                      <a:pt x="1088" y="934"/>
                    </a:lnTo>
                    <a:lnTo>
                      <a:pt x="1088" y="938"/>
                    </a:lnTo>
                    <a:lnTo>
                      <a:pt x="1088" y="934"/>
                    </a:lnTo>
                    <a:lnTo>
                      <a:pt x="1084" y="934"/>
                    </a:lnTo>
                    <a:lnTo>
                      <a:pt x="1084" y="938"/>
                    </a:lnTo>
                    <a:lnTo>
                      <a:pt x="1084" y="940"/>
                    </a:lnTo>
                    <a:lnTo>
                      <a:pt x="1080" y="940"/>
                    </a:lnTo>
                    <a:lnTo>
                      <a:pt x="1080" y="944"/>
                    </a:lnTo>
                    <a:lnTo>
                      <a:pt x="1076" y="948"/>
                    </a:lnTo>
                    <a:lnTo>
                      <a:pt x="1074" y="952"/>
                    </a:lnTo>
                    <a:lnTo>
                      <a:pt x="1070" y="952"/>
                    </a:lnTo>
                    <a:lnTo>
                      <a:pt x="1070" y="956"/>
                    </a:lnTo>
                    <a:lnTo>
                      <a:pt x="1066" y="956"/>
                    </a:lnTo>
                    <a:lnTo>
                      <a:pt x="1062" y="956"/>
                    </a:lnTo>
                    <a:lnTo>
                      <a:pt x="1062" y="952"/>
                    </a:lnTo>
                    <a:lnTo>
                      <a:pt x="1062" y="948"/>
                    </a:lnTo>
                    <a:lnTo>
                      <a:pt x="1062" y="952"/>
                    </a:lnTo>
                    <a:lnTo>
                      <a:pt x="1060" y="952"/>
                    </a:lnTo>
                    <a:lnTo>
                      <a:pt x="1060" y="948"/>
                    </a:lnTo>
                    <a:lnTo>
                      <a:pt x="1060" y="944"/>
                    </a:lnTo>
                    <a:lnTo>
                      <a:pt x="1060" y="940"/>
                    </a:lnTo>
                    <a:lnTo>
                      <a:pt x="1060" y="938"/>
                    </a:lnTo>
                    <a:lnTo>
                      <a:pt x="1062" y="938"/>
                    </a:lnTo>
                    <a:lnTo>
                      <a:pt x="1062" y="934"/>
                    </a:lnTo>
                    <a:lnTo>
                      <a:pt x="1062" y="938"/>
                    </a:lnTo>
                    <a:lnTo>
                      <a:pt x="1060" y="938"/>
                    </a:lnTo>
                    <a:lnTo>
                      <a:pt x="1062" y="934"/>
                    </a:lnTo>
                    <a:lnTo>
                      <a:pt x="1066" y="934"/>
                    </a:lnTo>
                    <a:lnTo>
                      <a:pt x="1066" y="930"/>
                    </a:lnTo>
                    <a:lnTo>
                      <a:pt x="1066" y="934"/>
                    </a:lnTo>
                    <a:lnTo>
                      <a:pt x="1066" y="930"/>
                    </a:lnTo>
                    <a:lnTo>
                      <a:pt x="1070" y="926"/>
                    </a:lnTo>
                    <a:lnTo>
                      <a:pt x="1074" y="926"/>
                    </a:lnTo>
                    <a:lnTo>
                      <a:pt x="1076" y="926"/>
                    </a:lnTo>
                    <a:lnTo>
                      <a:pt x="1076" y="922"/>
                    </a:lnTo>
                    <a:lnTo>
                      <a:pt x="1080" y="922"/>
                    </a:lnTo>
                    <a:lnTo>
                      <a:pt x="1084" y="922"/>
                    </a:lnTo>
                    <a:lnTo>
                      <a:pt x="1084" y="918"/>
                    </a:lnTo>
                    <a:lnTo>
                      <a:pt x="1080" y="918"/>
                    </a:lnTo>
                    <a:lnTo>
                      <a:pt x="1084" y="918"/>
                    </a:lnTo>
                    <a:lnTo>
                      <a:pt x="1084" y="922"/>
                    </a:lnTo>
                    <a:lnTo>
                      <a:pt x="1084" y="926"/>
                    </a:lnTo>
                    <a:lnTo>
                      <a:pt x="1084" y="922"/>
                    </a:lnTo>
                    <a:lnTo>
                      <a:pt x="1088" y="926"/>
                    </a:lnTo>
                    <a:lnTo>
                      <a:pt x="1084" y="922"/>
                    </a:lnTo>
                    <a:lnTo>
                      <a:pt x="1088" y="922"/>
                    </a:lnTo>
                    <a:lnTo>
                      <a:pt x="1092" y="918"/>
                    </a:lnTo>
                    <a:lnTo>
                      <a:pt x="1096" y="918"/>
                    </a:lnTo>
                    <a:lnTo>
                      <a:pt x="1100" y="918"/>
                    </a:lnTo>
                    <a:lnTo>
                      <a:pt x="1092" y="918"/>
                    </a:lnTo>
                    <a:lnTo>
                      <a:pt x="1088" y="918"/>
                    </a:lnTo>
                    <a:lnTo>
                      <a:pt x="1084" y="918"/>
                    </a:lnTo>
                    <a:lnTo>
                      <a:pt x="1080" y="918"/>
                    </a:lnTo>
                    <a:lnTo>
                      <a:pt x="1076" y="918"/>
                    </a:lnTo>
                    <a:lnTo>
                      <a:pt x="1076" y="914"/>
                    </a:lnTo>
                    <a:lnTo>
                      <a:pt x="1080" y="914"/>
                    </a:lnTo>
                    <a:lnTo>
                      <a:pt x="1080" y="910"/>
                    </a:lnTo>
                    <a:lnTo>
                      <a:pt x="1084" y="910"/>
                    </a:lnTo>
                    <a:lnTo>
                      <a:pt x="1084" y="908"/>
                    </a:lnTo>
                    <a:lnTo>
                      <a:pt x="1084" y="910"/>
                    </a:lnTo>
                    <a:lnTo>
                      <a:pt x="1080" y="910"/>
                    </a:lnTo>
                    <a:lnTo>
                      <a:pt x="1080" y="908"/>
                    </a:lnTo>
                    <a:lnTo>
                      <a:pt x="1080" y="904"/>
                    </a:lnTo>
                    <a:lnTo>
                      <a:pt x="1076" y="904"/>
                    </a:lnTo>
                    <a:lnTo>
                      <a:pt x="1076" y="908"/>
                    </a:lnTo>
                    <a:lnTo>
                      <a:pt x="1080" y="908"/>
                    </a:lnTo>
                    <a:lnTo>
                      <a:pt x="1080" y="910"/>
                    </a:lnTo>
                    <a:lnTo>
                      <a:pt x="1076" y="914"/>
                    </a:lnTo>
                    <a:lnTo>
                      <a:pt x="1074" y="914"/>
                    </a:lnTo>
                    <a:lnTo>
                      <a:pt x="1070" y="918"/>
                    </a:lnTo>
                    <a:lnTo>
                      <a:pt x="1066" y="918"/>
                    </a:lnTo>
                    <a:lnTo>
                      <a:pt x="1062" y="922"/>
                    </a:lnTo>
                    <a:lnTo>
                      <a:pt x="1060" y="918"/>
                    </a:lnTo>
                    <a:lnTo>
                      <a:pt x="1062" y="918"/>
                    </a:lnTo>
                    <a:lnTo>
                      <a:pt x="1060" y="918"/>
                    </a:lnTo>
                    <a:lnTo>
                      <a:pt x="1060" y="922"/>
                    </a:lnTo>
                    <a:lnTo>
                      <a:pt x="1056" y="926"/>
                    </a:lnTo>
                    <a:lnTo>
                      <a:pt x="1056" y="922"/>
                    </a:lnTo>
                    <a:lnTo>
                      <a:pt x="1052" y="922"/>
                    </a:lnTo>
                    <a:lnTo>
                      <a:pt x="1052" y="926"/>
                    </a:lnTo>
                    <a:lnTo>
                      <a:pt x="1048" y="922"/>
                    </a:lnTo>
                    <a:lnTo>
                      <a:pt x="1044" y="922"/>
                    </a:lnTo>
                    <a:lnTo>
                      <a:pt x="1040" y="922"/>
                    </a:lnTo>
                    <a:lnTo>
                      <a:pt x="1040" y="918"/>
                    </a:lnTo>
                    <a:lnTo>
                      <a:pt x="1040" y="914"/>
                    </a:lnTo>
                    <a:lnTo>
                      <a:pt x="1036" y="914"/>
                    </a:lnTo>
                    <a:lnTo>
                      <a:pt x="1036" y="910"/>
                    </a:lnTo>
                    <a:lnTo>
                      <a:pt x="1036" y="908"/>
                    </a:lnTo>
                    <a:lnTo>
                      <a:pt x="1036" y="900"/>
                    </a:lnTo>
                    <a:lnTo>
                      <a:pt x="1036" y="888"/>
                    </a:lnTo>
                    <a:lnTo>
                      <a:pt x="1036" y="884"/>
                    </a:lnTo>
                    <a:lnTo>
                      <a:pt x="1032" y="884"/>
                    </a:lnTo>
                    <a:lnTo>
                      <a:pt x="1032" y="880"/>
                    </a:lnTo>
                    <a:lnTo>
                      <a:pt x="1030" y="878"/>
                    </a:lnTo>
                    <a:lnTo>
                      <a:pt x="1026" y="880"/>
                    </a:lnTo>
                    <a:lnTo>
                      <a:pt x="1022" y="880"/>
                    </a:lnTo>
                    <a:lnTo>
                      <a:pt x="1018" y="880"/>
                    </a:lnTo>
                    <a:lnTo>
                      <a:pt x="1018" y="878"/>
                    </a:lnTo>
                    <a:lnTo>
                      <a:pt x="1014" y="878"/>
                    </a:lnTo>
                    <a:lnTo>
                      <a:pt x="1014" y="880"/>
                    </a:lnTo>
                    <a:lnTo>
                      <a:pt x="1010" y="884"/>
                    </a:lnTo>
                    <a:lnTo>
                      <a:pt x="1006" y="884"/>
                    </a:lnTo>
                    <a:lnTo>
                      <a:pt x="1006" y="888"/>
                    </a:lnTo>
                    <a:lnTo>
                      <a:pt x="1004" y="892"/>
                    </a:lnTo>
                    <a:lnTo>
                      <a:pt x="1004" y="896"/>
                    </a:lnTo>
                    <a:lnTo>
                      <a:pt x="1004" y="900"/>
                    </a:lnTo>
                    <a:lnTo>
                      <a:pt x="1000" y="900"/>
                    </a:lnTo>
                    <a:lnTo>
                      <a:pt x="1000" y="904"/>
                    </a:lnTo>
                    <a:lnTo>
                      <a:pt x="1000" y="908"/>
                    </a:lnTo>
                    <a:lnTo>
                      <a:pt x="1000" y="910"/>
                    </a:lnTo>
                    <a:lnTo>
                      <a:pt x="996" y="910"/>
                    </a:lnTo>
                    <a:lnTo>
                      <a:pt x="996" y="914"/>
                    </a:lnTo>
                    <a:lnTo>
                      <a:pt x="996" y="918"/>
                    </a:lnTo>
                    <a:lnTo>
                      <a:pt x="992" y="922"/>
                    </a:lnTo>
                    <a:lnTo>
                      <a:pt x="988" y="918"/>
                    </a:lnTo>
                    <a:lnTo>
                      <a:pt x="988" y="922"/>
                    </a:lnTo>
                    <a:lnTo>
                      <a:pt x="988" y="918"/>
                    </a:lnTo>
                    <a:lnTo>
                      <a:pt x="984" y="918"/>
                    </a:lnTo>
                    <a:lnTo>
                      <a:pt x="984" y="922"/>
                    </a:lnTo>
                    <a:lnTo>
                      <a:pt x="984" y="926"/>
                    </a:lnTo>
                    <a:lnTo>
                      <a:pt x="980" y="926"/>
                    </a:lnTo>
                    <a:lnTo>
                      <a:pt x="976" y="926"/>
                    </a:lnTo>
                    <a:lnTo>
                      <a:pt x="974" y="926"/>
                    </a:lnTo>
                    <a:lnTo>
                      <a:pt x="970" y="926"/>
                    </a:lnTo>
                    <a:lnTo>
                      <a:pt x="966" y="926"/>
                    </a:lnTo>
                    <a:lnTo>
                      <a:pt x="962" y="926"/>
                    </a:lnTo>
                    <a:lnTo>
                      <a:pt x="958" y="926"/>
                    </a:lnTo>
                    <a:lnTo>
                      <a:pt x="954" y="926"/>
                    </a:lnTo>
                    <a:lnTo>
                      <a:pt x="950" y="926"/>
                    </a:lnTo>
                    <a:lnTo>
                      <a:pt x="944" y="926"/>
                    </a:lnTo>
                    <a:lnTo>
                      <a:pt x="940" y="926"/>
                    </a:lnTo>
                    <a:lnTo>
                      <a:pt x="936" y="926"/>
                    </a:lnTo>
                    <a:lnTo>
                      <a:pt x="932" y="926"/>
                    </a:lnTo>
                    <a:lnTo>
                      <a:pt x="932" y="930"/>
                    </a:lnTo>
                    <a:lnTo>
                      <a:pt x="928" y="930"/>
                    </a:lnTo>
                    <a:lnTo>
                      <a:pt x="924" y="934"/>
                    </a:lnTo>
                    <a:lnTo>
                      <a:pt x="924" y="938"/>
                    </a:lnTo>
                    <a:lnTo>
                      <a:pt x="920" y="938"/>
                    </a:lnTo>
                    <a:lnTo>
                      <a:pt x="920" y="940"/>
                    </a:lnTo>
                    <a:lnTo>
                      <a:pt x="918" y="940"/>
                    </a:lnTo>
                    <a:lnTo>
                      <a:pt x="914" y="944"/>
                    </a:lnTo>
                    <a:lnTo>
                      <a:pt x="914" y="948"/>
                    </a:lnTo>
                    <a:lnTo>
                      <a:pt x="910" y="948"/>
                    </a:lnTo>
                    <a:lnTo>
                      <a:pt x="910" y="952"/>
                    </a:lnTo>
                    <a:lnTo>
                      <a:pt x="906" y="952"/>
                    </a:lnTo>
                    <a:lnTo>
                      <a:pt x="902" y="952"/>
                    </a:lnTo>
                    <a:lnTo>
                      <a:pt x="898" y="952"/>
                    </a:lnTo>
                    <a:lnTo>
                      <a:pt x="894" y="952"/>
                    </a:lnTo>
                    <a:lnTo>
                      <a:pt x="890" y="952"/>
                    </a:lnTo>
                    <a:lnTo>
                      <a:pt x="888" y="952"/>
                    </a:lnTo>
                    <a:lnTo>
                      <a:pt x="880" y="952"/>
                    </a:lnTo>
                    <a:lnTo>
                      <a:pt x="876" y="956"/>
                    </a:lnTo>
                    <a:lnTo>
                      <a:pt x="876" y="960"/>
                    </a:lnTo>
                    <a:lnTo>
                      <a:pt x="876" y="964"/>
                    </a:lnTo>
                    <a:lnTo>
                      <a:pt x="876" y="966"/>
                    </a:lnTo>
                    <a:lnTo>
                      <a:pt x="880" y="966"/>
                    </a:lnTo>
                    <a:lnTo>
                      <a:pt x="876" y="966"/>
                    </a:lnTo>
                    <a:lnTo>
                      <a:pt x="876" y="970"/>
                    </a:lnTo>
                    <a:lnTo>
                      <a:pt x="872" y="970"/>
                    </a:lnTo>
                    <a:lnTo>
                      <a:pt x="868" y="974"/>
                    </a:lnTo>
                    <a:lnTo>
                      <a:pt x="864" y="974"/>
                    </a:lnTo>
                    <a:lnTo>
                      <a:pt x="862" y="978"/>
                    </a:lnTo>
                    <a:lnTo>
                      <a:pt x="854" y="978"/>
                    </a:lnTo>
                    <a:lnTo>
                      <a:pt x="850" y="980"/>
                    </a:lnTo>
                    <a:lnTo>
                      <a:pt x="846" y="980"/>
                    </a:lnTo>
                    <a:lnTo>
                      <a:pt x="842" y="980"/>
                    </a:lnTo>
                    <a:lnTo>
                      <a:pt x="838" y="984"/>
                    </a:lnTo>
                    <a:lnTo>
                      <a:pt x="834" y="984"/>
                    </a:lnTo>
                    <a:lnTo>
                      <a:pt x="832" y="988"/>
                    </a:lnTo>
                    <a:lnTo>
                      <a:pt x="828" y="992"/>
                    </a:lnTo>
                    <a:lnTo>
                      <a:pt x="824" y="992"/>
                    </a:lnTo>
                    <a:lnTo>
                      <a:pt x="820" y="988"/>
                    </a:lnTo>
                    <a:lnTo>
                      <a:pt x="820" y="984"/>
                    </a:lnTo>
                    <a:lnTo>
                      <a:pt x="816" y="984"/>
                    </a:lnTo>
                    <a:lnTo>
                      <a:pt x="820" y="980"/>
                    </a:lnTo>
                    <a:lnTo>
                      <a:pt x="820" y="978"/>
                    </a:lnTo>
                    <a:lnTo>
                      <a:pt x="824" y="978"/>
                    </a:lnTo>
                    <a:lnTo>
                      <a:pt x="824" y="974"/>
                    </a:lnTo>
                    <a:lnTo>
                      <a:pt x="828" y="974"/>
                    </a:lnTo>
                    <a:lnTo>
                      <a:pt x="828" y="970"/>
                    </a:lnTo>
                    <a:lnTo>
                      <a:pt x="828" y="966"/>
                    </a:lnTo>
                    <a:lnTo>
                      <a:pt x="828" y="964"/>
                    </a:lnTo>
                    <a:lnTo>
                      <a:pt x="832" y="964"/>
                    </a:lnTo>
                    <a:lnTo>
                      <a:pt x="832" y="960"/>
                    </a:lnTo>
                    <a:lnTo>
                      <a:pt x="832" y="956"/>
                    </a:lnTo>
                    <a:lnTo>
                      <a:pt x="832" y="948"/>
                    </a:lnTo>
                    <a:lnTo>
                      <a:pt x="832" y="938"/>
                    </a:lnTo>
                    <a:lnTo>
                      <a:pt x="828" y="930"/>
                    </a:lnTo>
                    <a:lnTo>
                      <a:pt x="828" y="918"/>
                    </a:lnTo>
                    <a:lnTo>
                      <a:pt x="824" y="918"/>
                    </a:lnTo>
                    <a:lnTo>
                      <a:pt x="820" y="914"/>
                    </a:lnTo>
                    <a:lnTo>
                      <a:pt x="816" y="910"/>
                    </a:lnTo>
                    <a:lnTo>
                      <a:pt x="812" y="910"/>
                    </a:lnTo>
                    <a:lnTo>
                      <a:pt x="812" y="908"/>
                    </a:lnTo>
                    <a:lnTo>
                      <a:pt x="812" y="904"/>
                    </a:lnTo>
                    <a:lnTo>
                      <a:pt x="808" y="904"/>
                    </a:lnTo>
                    <a:lnTo>
                      <a:pt x="806" y="904"/>
                    </a:lnTo>
                    <a:lnTo>
                      <a:pt x="806" y="900"/>
                    </a:lnTo>
                    <a:lnTo>
                      <a:pt x="806" y="896"/>
                    </a:lnTo>
                    <a:lnTo>
                      <a:pt x="802" y="896"/>
                    </a:lnTo>
                    <a:lnTo>
                      <a:pt x="798" y="896"/>
                    </a:lnTo>
                    <a:lnTo>
                      <a:pt x="794" y="892"/>
                    </a:lnTo>
                    <a:lnTo>
                      <a:pt x="794" y="888"/>
                    </a:lnTo>
                    <a:lnTo>
                      <a:pt x="786" y="884"/>
                    </a:lnTo>
                    <a:lnTo>
                      <a:pt x="786" y="880"/>
                    </a:lnTo>
                    <a:lnTo>
                      <a:pt x="782" y="880"/>
                    </a:lnTo>
                    <a:lnTo>
                      <a:pt x="778" y="880"/>
                    </a:lnTo>
                    <a:lnTo>
                      <a:pt x="778" y="878"/>
                    </a:lnTo>
                    <a:lnTo>
                      <a:pt x="776" y="878"/>
                    </a:lnTo>
                    <a:lnTo>
                      <a:pt x="772" y="874"/>
                    </a:lnTo>
                    <a:lnTo>
                      <a:pt x="768" y="874"/>
                    </a:lnTo>
                    <a:lnTo>
                      <a:pt x="764" y="870"/>
                    </a:lnTo>
                    <a:lnTo>
                      <a:pt x="760" y="870"/>
                    </a:lnTo>
                    <a:lnTo>
                      <a:pt x="760" y="866"/>
                    </a:lnTo>
                    <a:lnTo>
                      <a:pt x="756" y="866"/>
                    </a:lnTo>
                    <a:lnTo>
                      <a:pt x="746" y="858"/>
                    </a:lnTo>
                    <a:lnTo>
                      <a:pt x="742" y="858"/>
                    </a:lnTo>
                    <a:lnTo>
                      <a:pt x="738" y="858"/>
                    </a:lnTo>
                    <a:lnTo>
                      <a:pt x="734" y="862"/>
                    </a:lnTo>
                    <a:lnTo>
                      <a:pt x="732" y="866"/>
                    </a:lnTo>
                    <a:lnTo>
                      <a:pt x="728" y="866"/>
                    </a:lnTo>
                    <a:lnTo>
                      <a:pt x="724" y="866"/>
                    </a:lnTo>
                    <a:lnTo>
                      <a:pt x="720" y="866"/>
                    </a:lnTo>
                    <a:lnTo>
                      <a:pt x="720" y="862"/>
                    </a:lnTo>
                    <a:lnTo>
                      <a:pt x="716" y="862"/>
                    </a:lnTo>
                    <a:lnTo>
                      <a:pt x="712" y="862"/>
                    </a:lnTo>
                    <a:lnTo>
                      <a:pt x="708" y="862"/>
                    </a:lnTo>
                    <a:lnTo>
                      <a:pt x="708" y="858"/>
                    </a:lnTo>
                    <a:lnTo>
                      <a:pt x="708" y="862"/>
                    </a:lnTo>
                    <a:lnTo>
                      <a:pt x="706" y="862"/>
                    </a:lnTo>
                    <a:lnTo>
                      <a:pt x="702" y="862"/>
                    </a:lnTo>
                    <a:lnTo>
                      <a:pt x="702" y="866"/>
                    </a:lnTo>
                    <a:lnTo>
                      <a:pt x="702" y="862"/>
                    </a:lnTo>
                    <a:lnTo>
                      <a:pt x="698" y="862"/>
                    </a:lnTo>
                    <a:lnTo>
                      <a:pt x="694" y="862"/>
                    </a:lnTo>
                    <a:lnTo>
                      <a:pt x="694" y="858"/>
                    </a:lnTo>
                    <a:lnTo>
                      <a:pt x="690" y="858"/>
                    </a:lnTo>
                    <a:lnTo>
                      <a:pt x="690" y="862"/>
                    </a:lnTo>
                    <a:lnTo>
                      <a:pt x="686" y="858"/>
                    </a:lnTo>
                    <a:lnTo>
                      <a:pt x="686" y="854"/>
                    </a:lnTo>
                    <a:lnTo>
                      <a:pt x="682" y="854"/>
                    </a:lnTo>
                    <a:lnTo>
                      <a:pt x="678" y="852"/>
                    </a:lnTo>
                    <a:lnTo>
                      <a:pt x="676" y="852"/>
                    </a:lnTo>
                    <a:lnTo>
                      <a:pt x="672" y="854"/>
                    </a:lnTo>
                    <a:lnTo>
                      <a:pt x="668" y="854"/>
                    </a:lnTo>
                    <a:lnTo>
                      <a:pt x="668" y="852"/>
                    </a:lnTo>
                    <a:lnTo>
                      <a:pt x="664" y="852"/>
                    </a:lnTo>
                    <a:lnTo>
                      <a:pt x="660" y="852"/>
                    </a:lnTo>
                    <a:lnTo>
                      <a:pt x="656" y="852"/>
                    </a:lnTo>
                    <a:lnTo>
                      <a:pt x="656" y="848"/>
                    </a:lnTo>
                    <a:lnTo>
                      <a:pt x="656" y="844"/>
                    </a:lnTo>
                    <a:lnTo>
                      <a:pt x="652" y="844"/>
                    </a:lnTo>
                    <a:lnTo>
                      <a:pt x="652" y="840"/>
                    </a:lnTo>
                    <a:lnTo>
                      <a:pt x="652" y="836"/>
                    </a:lnTo>
                    <a:lnTo>
                      <a:pt x="650" y="836"/>
                    </a:lnTo>
                    <a:lnTo>
                      <a:pt x="650" y="840"/>
                    </a:lnTo>
                    <a:lnTo>
                      <a:pt x="650" y="844"/>
                    </a:lnTo>
                    <a:lnTo>
                      <a:pt x="646" y="844"/>
                    </a:lnTo>
                    <a:lnTo>
                      <a:pt x="620" y="844"/>
                    </a:lnTo>
                    <a:lnTo>
                      <a:pt x="616" y="844"/>
                    </a:lnTo>
                    <a:lnTo>
                      <a:pt x="612" y="844"/>
                    </a:lnTo>
                    <a:lnTo>
                      <a:pt x="608" y="844"/>
                    </a:lnTo>
                    <a:lnTo>
                      <a:pt x="604" y="844"/>
                    </a:lnTo>
                    <a:lnTo>
                      <a:pt x="600" y="844"/>
                    </a:lnTo>
                    <a:lnTo>
                      <a:pt x="596" y="844"/>
                    </a:lnTo>
                    <a:lnTo>
                      <a:pt x="590" y="844"/>
                    </a:lnTo>
                    <a:lnTo>
                      <a:pt x="582" y="844"/>
                    </a:lnTo>
                    <a:lnTo>
                      <a:pt x="574" y="844"/>
                    </a:lnTo>
                    <a:lnTo>
                      <a:pt x="564" y="844"/>
                    </a:lnTo>
                    <a:lnTo>
                      <a:pt x="560" y="844"/>
                    </a:lnTo>
                    <a:lnTo>
                      <a:pt x="548" y="844"/>
                    </a:lnTo>
                    <a:lnTo>
                      <a:pt x="544" y="844"/>
                    </a:lnTo>
                    <a:lnTo>
                      <a:pt x="540" y="844"/>
                    </a:lnTo>
                    <a:lnTo>
                      <a:pt x="536" y="844"/>
                    </a:lnTo>
                    <a:lnTo>
                      <a:pt x="534" y="844"/>
                    </a:lnTo>
                    <a:lnTo>
                      <a:pt x="530" y="844"/>
                    </a:lnTo>
                    <a:lnTo>
                      <a:pt x="526" y="844"/>
                    </a:lnTo>
                    <a:lnTo>
                      <a:pt x="522" y="844"/>
                    </a:lnTo>
                    <a:lnTo>
                      <a:pt x="518" y="844"/>
                    </a:lnTo>
                    <a:lnTo>
                      <a:pt x="510" y="844"/>
                    </a:lnTo>
                    <a:lnTo>
                      <a:pt x="508" y="844"/>
                    </a:lnTo>
                    <a:lnTo>
                      <a:pt x="500" y="844"/>
                    </a:lnTo>
                    <a:lnTo>
                      <a:pt x="496" y="844"/>
                    </a:lnTo>
                    <a:lnTo>
                      <a:pt x="492" y="844"/>
                    </a:lnTo>
                    <a:lnTo>
                      <a:pt x="488" y="844"/>
                    </a:lnTo>
                    <a:lnTo>
                      <a:pt x="484" y="844"/>
                    </a:lnTo>
                    <a:lnTo>
                      <a:pt x="478" y="844"/>
                    </a:lnTo>
                    <a:lnTo>
                      <a:pt x="474" y="844"/>
                    </a:lnTo>
                    <a:lnTo>
                      <a:pt x="470" y="844"/>
                    </a:lnTo>
                    <a:lnTo>
                      <a:pt x="466" y="844"/>
                    </a:lnTo>
                    <a:lnTo>
                      <a:pt x="462" y="844"/>
                    </a:lnTo>
                    <a:lnTo>
                      <a:pt x="458" y="844"/>
                    </a:lnTo>
                    <a:lnTo>
                      <a:pt x="454" y="844"/>
                    </a:lnTo>
                    <a:lnTo>
                      <a:pt x="448" y="844"/>
                    </a:lnTo>
                    <a:lnTo>
                      <a:pt x="444" y="844"/>
                    </a:lnTo>
                    <a:lnTo>
                      <a:pt x="440" y="844"/>
                    </a:lnTo>
                    <a:lnTo>
                      <a:pt x="436" y="844"/>
                    </a:lnTo>
                    <a:lnTo>
                      <a:pt x="432" y="844"/>
                    </a:lnTo>
                    <a:lnTo>
                      <a:pt x="428" y="844"/>
                    </a:lnTo>
                    <a:lnTo>
                      <a:pt x="418" y="844"/>
                    </a:lnTo>
                    <a:lnTo>
                      <a:pt x="414" y="844"/>
                    </a:lnTo>
                    <a:lnTo>
                      <a:pt x="410" y="844"/>
                    </a:lnTo>
                    <a:lnTo>
                      <a:pt x="408" y="844"/>
                    </a:lnTo>
                    <a:lnTo>
                      <a:pt x="404" y="844"/>
                    </a:lnTo>
                    <a:lnTo>
                      <a:pt x="396" y="844"/>
                    </a:lnTo>
                    <a:lnTo>
                      <a:pt x="392" y="844"/>
                    </a:lnTo>
                    <a:lnTo>
                      <a:pt x="388" y="844"/>
                    </a:lnTo>
                    <a:lnTo>
                      <a:pt x="380" y="844"/>
                    </a:lnTo>
                    <a:lnTo>
                      <a:pt x="378" y="844"/>
                    </a:lnTo>
                    <a:lnTo>
                      <a:pt x="374" y="844"/>
                    </a:lnTo>
                    <a:lnTo>
                      <a:pt x="370" y="844"/>
                    </a:lnTo>
                    <a:lnTo>
                      <a:pt x="366" y="844"/>
                    </a:lnTo>
                    <a:lnTo>
                      <a:pt x="362" y="844"/>
                    </a:lnTo>
                    <a:lnTo>
                      <a:pt x="358" y="844"/>
                    </a:lnTo>
                    <a:lnTo>
                      <a:pt x="354" y="844"/>
                    </a:lnTo>
                    <a:lnTo>
                      <a:pt x="340" y="844"/>
                    </a:lnTo>
                    <a:lnTo>
                      <a:pt x="336" y="844"/>
                    </a:lnTo>
                    <a:lnTo>
                      <a:pt x="332" y="844"/>
                    </a:lnTo>
                    <a:lnTo>
                      <a:pt x="328" y="844"/>
                    </a:lnTo>
                    <a:lnTo>
                      <a:pt x="324" y="844"/>
                    </a:lnTo>
                    <a:lnTo>
                      <a:pt x="322" y="844"/>
                    </a:lnTo>
                    <a:lnTo>
                      <a:pt x="314" y="844"/>
                    </a:lnTo>
                    <a:lnTo>
                      <a:pt x="310" y="844"/>
                    </a:lnTo>
                    <a:lnTo>
                      <a:pt x="306" y="844"/>
                    </a:lnTo>
                    <a:lnTo>
                      <a:pt x="298" y="844"/>
                    </a:lnTo>
                    <a:lnTo>
                      <a:pt x="294" y="844"/>
                    </a:lnTo>
                    <a:lnTo>
                      <a:pt x="292" y="844"/>
                    </a:lnTo>
                    <a:lnTo>
                      <a:pt x="284" y="844"/>
                    </a:lnTo>
                    <a:lnTo>
                      <a:pt x="268" y="844"/>
                    </a:lnTo>
                    <a:lnTo>
                      <a:pt x="266" y="844"/>
                    </a:lnTo>
                    <a:lnTo>
                      <a:pt x="262" y="844"/>
                    </a:lnTo>
                    <a:lnTo>
                      <a:pt x="258" y="844"/>
                    </a:lnTo>
                    <a:lnTo>
                      <a:pt x="254" y="844"/>
                    </a:lnTo>
                    <a:lnTo>
                      <a:pt x="250" y="844"/>
                    </a:lnTo>
                    <a:lnTo>
                      <a:pt x="250" y="840"/>
                    </a:lnTo>
                    <a:lnTo>
                      <a:pt x="254" y="840"/>
                    </a:lnTo>
                    <a:lnTo>
                      <a:pt x="258" y="840"/>
                    </a:lnTo>
                    <a:lnTo>
                      <a:pt x="258" y="836"/>
                    </a:lnTo>
                    <a:lnTo>
                      <a:pt x="254" y="836"/>
                    </a:lnTo>
                    <a:lnTo>
                      <a:pt x="254" y="840"/>
                    </a:lnTo>
                    <a:lnTo>
                      <a:pt x="250" y="836"/>
                    </a:lnTo>
                    <a:lnTo>
                      <a:pt x="250" y="832"/>
                    </a:lnTo>
                    <a:lnTo>
                      <a:pt x="254" y="828"/>
                    </a:lnTo>
                    <a:lnTo>
                      <a:pt x="250" y="832"/>
                    </a:lnTo>
                    <a:lnTo>
                      <a:pt x="246" y="832"/>
                    </a:lnTo>
                    <a:lnTo>
                      <a:pt x="246" y="836"/>
                    </a:lnTo>
                    <a:lnTo>
                      <a:pt x="242" y="836"/>
                    </a:lnTo>
                    <a:lnTo>
                      <a:pt x="242" y="832"/>
                    </a:lnTo>
                    <a:lnTo>
                      <a:pt x="238" y="832"/>
                    </a:lnTo>
                    <a:lnTo>
                      <a:pt x="238" y="828"/>
                    </a:lnTo>
                    <a:lnTo>
                      <a:pt x="242" y="828"/>
                    </a:lnTo>
                    <a:lnTo>
                      <a:pt x="242" y="832"/>
                    </a:lnTo>
                    <a:lnTo>
                      <a:pt x="246" y="832"/>
                    </a:lnTo>
                    <a:lnTo>
                      <a:pt x="246" y="828"/>
                    </a:lnTo>
                    <a:lnTo>
                      <a:pt x="246" y="832"/>
                    </a:lnTo>
                    <a:lnTo>
                      <a:pt x="242" y="832"/>
                    </a:lnTo>
                    <a:lnTo>
                      <a:pt x="242" y="828"/>
                    </a:lnTo>
                    <a:lnTo>
                      <a:pt x="242" y="824"/>
                    </a:lnTo>
                    <a:lnTo>
                      <a:pt x="242" y="822"/>
                    </a:lnTo>
                    <a:lnTo>
                      <a:pt x="238" y="822"/>
                    </a:lnTo>
                    <a:lnTo>
                      <a:pt x="242" y="822"/>
                    </a:lnTo>
                    <a:lnTo>
                      <a:pt x="242" y="824"/>
                    </a:lnTo>
                    <a:lnTo>
                      <a:pt x="238" y="824"/>
                    </a:lnTo>
                    <a:lnTo>
                      <a:pt x="242" y="824"/>
                    </a:lnTo>
                    <a:lnTo>
                      <a:pt x="242" y="828"/>
                    </a:lnTo>
                    <a:lnTo>
                      <a:pt x="238" y="828"/>
                    </a:lnTo>
                    <a:lnTo>
                      <a:pt x="238" y="824"/>
                    </a:lnTo>
                    <a:lnTo>
                      <a:pt x="238" y="828"/>
                    </a:lnTo>
                    <a:lnTo>
                      <a:pt x="236" y="828"/>
                    </a:lnTo>
                    <a:lnTo>
                      <a:pt x="232" y="828"/>
                    </a:lnTo>
                    <a:lnTo>
                      <a:pt x="232" y="824"/>
                    </a:lnTo>
                    <a:lnTo>
                      <a:pt x="228" y="824"/>
                    </a:lnTo>
                    <a:lnTo>
                      <a:pt x="228" y="822"/>
                    </a:lnTo>
                    <a:lnTo>
                      <a:pt x="232" y="824"/>
                    </a:lnTo>
                    <a:lnTo>
                      <a:pt x="232" y="822"/>
                    </a:lnTo>
                    <a:lnTo>
                      <a:pt x="232" y="818"/>
                    </a:lnTo>
                    <a:lnTo>
                      <a:pt x="232" y="814"/>
                    </a:lnTo>
                    <a:lnTo>
                      <a:pt x="232" y="818"/>
                    </a:lnTo>
                    <a:lnTo>
                      <a:pt x="232" y="814"/>
                    </a:lnTo>
                    <a:lnTo>
                      <a:pt x="236" y="814"/>
                    </a:lnTo>
                    <a:lnTo>
                      <a:pt x="232" y="814"/>
                    </a:lnTo>
                    <a:lnTo>
                      <a:pt x="232" y="818"/>
                    </a:lnTo>
                    <a:lnTo>
                      <a:pt x="228" y="818"/>
                    </a:lnTo>
                    <a:lnTo>
                      <a:pt x="224" y="818"/>
                    </a:lnTo>
                    <a:lnTo>
                      <a:pt x="224" y="814"/>
                    </a:lnTo>
                    <a:lnTo>
                      <a:pt x="228" y="814"/>
                    </a:lnTo>
                    <a:lnTo>
                      <a:pt x="228" y="810"/>
                    </a:lnTo>
                    <a:lnTo>
                      <a:pt x="228" y="806"/>
                    </a:lnTo>
                    <a:lnTo>
                      <a:pt x="228" y="810"/>
                    </a:lnTo>
                    <a:lnTo>
                      <a:pt x="228" y="814"/>
                    </a:lnTo>
                    <a:lnTo>
                      <a:pt x="224" y="814"/>
                    </a:lnTo>
                    <a:lnTo>
                      <a:pt x="220" y="814"/>
                    </a:lnTo>
                    <a:lnTo>
                      <a:pt x="220" y="810"/>
                    </a:lnTo>
                    <a:lnTo>
                      <a:pt x="216" y="810"/>
                    </a:lnTo>
                    <a:lnTo>
                      <a:pt x="216" y="814"/>
                    </a:lnTo>
                    <a:lnTo>
                      <a:pt x="212" y="814"/>
                    </a:lnTo>
                    <a:lnTo>
                      <a:pt x="210" y="814"/>
                    </a:lnTo>
                    <a:lnTo>
                      <a:pt x="210" y="810"/>
                    </a:lnTo>
                    <a:lnTo>
                      <a:pt x="212" y="810"/>
                    </a:lnTo>
                    <a:lnTo>
                      <a:pt x="216" y="810"/>
                    </a:lnTo>
                    <a:lnTo>
                      <a:pt x="220" y="806"/>
                    </a:lnTo>
                    <a:lnTo>
                      <a:pt x="220" y="802"/>
                    </a:lnTo>
                    <a:lnTo>
                      <a:pt x="216" y="802"/>
                    </a:lnTo>
                    <a:lnTo>
                      <a:pt x="216" y="806"/>
                    </a:lnTo>
                    <a:lnTo>
                      <a:pt x="216" y="810"/>
                    </a:lnTo>
                    <a:lnTo>
                      <a:pt x="212" y="810"/>
                    </a:lnTo>
                    <a:lnTo>
                      <a:pt x="210" y="810"/>
                    </a:lnTo>
                    <a:lnTo>
                      <a:pt x="210" y="806"/>
                    </a:lnTo>
                    <a:lnTo>
                      <a:pt x="206" y="806"/>
                    </a:lnTo>
                    <a:lnTo>
                      <a:pt x="210" y="806"/>
                    </a:lnTo>
                    <a:lnTo>
                      <a:pt x="210" y="802"/>
                    </a:lnTo>
                    <a:lnTo>
                      <a:pt x="210" y="806"/>
                    </a:lnTo>
                    <a:lnTo>
                      <a:pt x="206" y="802"/>
                    </a:lnTo>
                    <a:lnTo>
                      <a:pt x="206" y="806"/>
                    </a:lnTo>
                    <a:lnTo>
                      <a:pt x="202" y="806"/>
                    </a:lnTo>
                    <a:lnTo>
                      <a:pt x="198" y="806"/>
                    </a:lnTo>
                    <a:lnTo>
                      <a:pt x="194" y="806"/>
                    </a:lnTo>
                    <a:lnTo>
                      <a:pt x="198" y="806"/>
                    </a:lnTo>
                    <a:lnTo>
                      <a:pt x="194" y="806"/>
                    </a:lnTo>
                    <a:lnTo>
                      <a:pt x="190" y="802"/>
                    </a:lnTo>
                    <a:lnTo>
                      <a:pt x="194" y="802"/>
                    </a:lnTo>
                    <a:lnTo>
                      <a:pt x="198" y="802"/>
                    </a:lnTo>
                    <a:lnTo>
                      <a:pt x="202" y="802"/>
                    </a:lnTo>
                    <a:lnTo>
                      <a:pt x="202" y="798"/>
                    </a:lnTo>
                    <a:lnTo>
                      <a:pt x="202" y="802"/>
                    </a:lnTo>
                    <a:lnTo>
                      <a:pt x="198" y="802"/>
                    </a:lnTo>
                    <a:lnTo>
                      <a:pt x="194" y="802"/>
                    </a:lnTo>
                    <a:lnTo>
                      <a:pt x="190" y="798"/>
                    </a:lnTo>
                    <a:lnTo>
                      <a:pt x="190" y="802"/>
                    </a:lnTo>
                    <a:lnTo>
                      <a:pt x="186" y="798"/>
                    </a:lnTo>
                    <a:lnTo>
                      <a:pt x="190" y="794"/>
                    </a:lnTo>
                    <a:lnTo>
                      <a:pt x="194" y="798"/>
                    </a:lnTo>
                    <a:lnTo>
                      <a:pt x="194" y="794"/>
                    </a:lnTo>
                    <a:lnTo>
                      <a:pt x="198" y="794"/>
                    </a:lnTo>
                    <a:lnTo>
                      <a:pt x="194" y="794"/>
                    </a:lnTo>
                    <a:lnTo>
                      <a:pt x="190" y="794"/>
                    </a:lnTo>
                    <a:lnTo>
                      <a:pt x="186" y="794"/>
                    </a:lnTo>
                    <a:lnTo>
                      <a:pt x="190" y="794"/>
                    </a:lnTo>
                    <a:lnTo>
                      <a:pt x="190" y="792"/>
                    </a:lnTo>
                    <a:lnTo>
                      <a:pt x="194" y="788"/>
                    </a:lnTo>
                    <a:lnTo>
                      <a:pt x="198" y="788"/>
                    </a:lnTo>
                    <a:lnTo>
                      <a:pt x="202" y="792"/>
                    </a:lnTo>
                    <a:lnTo>
                      <a:pt x="202" y="788"/>
                    </a:lnTo>
                    <a:lnTo>
                      <a:pt x="206" y="788"/>
                    </a:lnTo>
                    <a:lnTo>
                      <a:pt x="202" y="788"/>
                    </a:lnTo>
                    <a:lnTo>
                      <a:pt x="198" y="788"/>
                    </a:lnTo>
                    <a:lnTo>
                      <a:pt x="194" y="788"/>
                    </a:lnTo>
                    <a:lnTo>
                      <a:pt x="190" y="788"/>
                    </a:lnTo>
                    <a:lnTo>
                      <a:pt x="194" y="788"/>
                    </a:lnTo>
                    <a:lnTo>
                      <a:pt x="194" y="784"/>
                    </a:lnTo>
                    <a:lnTo>
                      <a:pt x="190" y="788"/>
                    </a:lnTo>
                    <a:lnTo>
                      <a:pt x="190" y="792"/>
                    </a:lnTo>
                    <a:lnTo>
                      <a:pt x="190" y="794"/>
                    </a:lnTo>
                    <a:lnTo>
                      <a:pt x="186" y="794"/>
                    </a:lnTo>
                    <a:lnTo>
                      <a:pt x="186" y="792"/>
                    </a:lnTo>
                    <a:lnTo>
                      <a:pt x="186" y="788"/>
                    </a:lnTo>
                    <a:lnTo>
                      <a:pt x="186" y="784"/>
                    </a:lnTo>
                    <a:lnTo>
                      <a:pt x="190" y="784"/>
                    </a:lnTo>
                    <a:lnTo>
                      <a:pt x="190" y="780"/>
                    </a:lnTo>
                    <a:lnTo>
                      <a:pt x="190" y="776"/>
                    </a:lnTo>
                    <a:lnTo>
                      <a:pt x="194" y="776"/>
                    </a:lnTo>
                    <a:lnTo>
                      <a:pt x="198" y="776"/>
                    </a:lnTo>
                    <a:lnTo>
                      <a:pt x="202" y="780"/>
                    </a:lnTo>
                    <a:lnTo>
                      <a:pt x="202" y="784"/>
                    </a:lnTo>
                    <a:lnTo>
                      <a:pt x="202" y="780"/>
                    </a:lnTo>
                    <a:lnTo>
                      <a:pt x="202" y="776"/>
                    </a:lnTo>
                    <a:lnTo>
                      <a:pt x="198" y="776"/>
                    </a:lnTo>
                    <a:lnTo>
                      <a:pt x="202" y="772"/>
                    </a:lnTo>
                    <a:lnTo>
                      <a:pt x="198" y="772"/>
                    </a:lnTo>
                    <a:lnTo>
                      <a:pt x="198" y="776"/>
                    </a:lnTo>
                    <a:lnTo>
                      <a:pt x="194" y="772"/>
                    </a:lnTo>
                    <a:lnTo>
                      <a:pt x="194" y="768"/>
                    </a:lnTo>
                    <a:lnTo>
                      <a:pt x="198" y="768"/>
                    </a:lnTo>
                    <a:lnTo>
                      <a:pt x="198" y="766"/>
                    </a:lnTo>
                    <a:lnTo>
                      <a:pt x="198" y="768"/>
                    </a:lnTo>
                    <a:lnTo>
                      <a:pt x="194" y="768"/>
                    </a:lnTo>
                    <a:lnTo>
                      <a:pt x="194" y="772"/>
                    </a:lnTo>
                    <a:lnTo>
                      <a:pt x="190" y="772"/>
                    </a:lnTo>
                    <a:lnTo>
                      <a:pt x="190" y="776"/>
                    </a:lnTo>
                    <a:lnTo>
                      <a:pt x="186" y="776"/>
                    </a:lnTo>
                    <a:lnTo>
                      <a:pt x="186" y="772"/>
                    </a:lnTo>
                    <a:lnTo>
                      <a:pt x="182" y="776"/>
                    </a:lnTo>
                    <a:lnTo>
                      <a:pt x="182" y="772"/>
                    </a:lnTo>
                    <a:lnTo>
                      <a:pt x="186" y="768"/>
                    </a:lnTo>
                    <a:lnTo>
                      <a:pt x="182" y="768"/>
                    </a:lnTo>
                    <a:lnTo>
                      <a:pt x="182" y="772"/>
                    </a:lnTo>
                    <a:lnTo>
                      <a:pt x="180" y="776"/>
                    </a:lnTo>
                    <a:lnTo>
                      <a:pt x="180" y="772"/>
                    </a:lnTo>
                    <a:lnTo>
                      <a:pt x="180" y="768"/>
                    </a:lnTo>
                    <a:lnTo>
                      <a:pt x="182" y="768"/>
                    </a:lnTo>
                    <a:lnTo>
                      <a:pt x="182" y="766"/>
                    </a:lnTo>
                    <a:lnTo>
                      <a:pt x="182" y="762"/>
                    </a:lnTo>
                    <a:lnTo>
                      <a:pt x="182" y="766"/>
                    </a:lnTo>
                    <a:lnTo>
                      <a:pt x="180" y="766"/>
                    </a:lnTo>
                    <a:lnTo>
                      <a:pt x="176" y="762"/>
                    </a:lnTo>
                    <a:lnTo>
                      <a:pt x="176" y="758"/>
                    </a:lnTo>
                    <a:lnTo>
                      <a:pt x="172" y="754"/>
                    </a:lnTo>
                    <a:lnTo>
                      <a:pt x="172" y="750"/>
                    </a:lnTo>
                    <a:lnTo>
                      <a:pt x="176" y="750"/>
                    </a:lnTo>
                    <a:lnTo>
                      <a:pt x="176" y="754"/>
                    </a:lnTo>
                    <a:lnTo>
                      <a:pt x="180" y="750"/>
                    </a:lnTo>
                    <a:lnTo>
                      <a:pt x="182" y="750"/>
                    </a:lnTo>
                    <a:lnTo>
                      <a:pt x="182" y="754"/>
                    </a:lnTo>
                    <a:lnTo>
                      <a:pt x="186" y="754"/>
                    </a:lnTo>
                    <a:lnTo>
                      <a:pt x="182" y="754"/>
                    </a:lnTo>
                    <a:lnTo>
                      <a:pt x="182" y="750"/>
                    </a:lnTo>
                    <a:lnTo>
                      <a:pt x="180" y="750"/>
                    </a:lnTo>
                    <a:lnTo>
                      <a:pt x="176" y="750"/>
                    </a:lnTo>
                    <a:lnTo>
                      <a:pt x="172" y="746"/>
                    </a:lnTo>
                    <a:lnTo>
                      <a:pt x="172" y="742"/>
                    </a:lnTo>
                    <a:lnTo>
                      <a:pt x="176" y="742"/>
                    </a:lnTo>
                    <a:lnTo>
                      <a:pt x="176" y="738"/>
                    </a:lnTo>
                    <a:lnTo>
                      <a:pt x="172" y="742"/>
                    </a:lnTo>
                    <a:lnTo>
                      <a:pt x="168" y="746"/>
                    </a:lnTo>
                    <a:lnTo>
                      <a:pt x="168" y="750"/>
                    </a:lnTo>
                    <a:lnTo>
                      <a:pt x="164" y="754"/>
                    </a:lnTo>
                    <a:lnTo>
                      <a:pt x="164" y="750"/>
                    </a:lnTo>
                    <a:lnTo>
                      <a:pt x="160" y="750"/>
                    </a:lnTo>
                    <a:lnTo>
                      <a:pt x="160" y="746"/>
                    </a:lnTo>
                    <a:lnTo>
                      <a:pt x="156" y="742"/>
                    </a:lnTo>
                    <a:lnTo>
                      <a:pt x="152" y="742"/>
                    </a:lnTo>
                    <a:lnTo>
                      <a:pt x="152" y="738"/>
                    </a:lnTo>
                    <a:lnTo>
                      <a:pt x="152" y="736"/>
                    </a:lnTo>
                    <a:lnTo>
                      <a:pt x="156" y="736"/>
                    </a:lnTo>
                    <a:lnTo>
                      <a:pt x="160" y="736"/>
                    </a:lnTo>
                    <a:lnTo>
                      <a:pt x="164" y="736"/>
                    </a:lnTo>
                    <a:lnTo>
                      <a:pt x="160" y="736"/>
                    </a:lnTo>
                    <a:lnTo>
                      <a:pt x="156" y="736"/>
                    </a:lnTo>
                    <a:lnTo>
                      <a:pt x="152" y="736"/>
                    </a:lnTo>
                    <a:lnTo>
                      <a:pt x="152" y="732"/>
                    </a:lnTo>
                    <a:lnTo>
                      <a:pt x="150" y="732"/>
                    </a:lnTo>
                    <a:lnTo>
                      <a:pt x="150" y="728"/>
                    </a:lnTo>
                    <a:lnTo>
                      <a:pt x="150" y="724"/>
                    </a:lnTo>
                    <a:lnTo>
                      <a:pt x="150" y="728"/>
                    </a:lnTo>
                    <a:lnTo>
                      <a:pt x="152" y="728"/>
                    </a:lnTo>
                    <a:lnTo>
                      <a:pt x="152" y="732"/>
                    </a:lnTo>
                    <a:lnTo>
                      <a:pt x="156" y="732"/>
                    </a:lnTo>
                    <a:lnTo>
                      <a:pt x="152" y="728"/>
                    </a:lnTo>
                    <a:lnTo>
                      <a:pt x="150" y="728"/>
                    </a:lnTo>
                    <a:lnTo>
                      <a:pt x="150" y="724"/>
                    </a:lnTo>
                    <a:lnTo>
                      <a:pt x="152" y="724"/>
                    </a:lnTo>
                    <a:lnTo>
                      <a:pt x="156" y="724"/>
                    </a:lnTo>
                    <a:lnTo>
                      <a:pt x="156" y="728"/>
                    </a:lnTo>
                    <a:lnTo>
                      <a:pt x="156" y="724"/>
                    </a:lnTo>
                    <a:lnTo>
                      <a:pt x="152" y="724"/>
                    </a:lnTo>
                    <a:lnTo>
                      <a:pt x="152" y="720"/>
                    </a:lnTo>
                    <a:lnTo>
                      <a:pt x="152" y="716"/>
                    </a:lnTo>
                    <a:lnTo>
                      <a:pt x="156" y="716"/>
                    </a:lnTo>
                    <a:lnTo>
                      <a:pt x="160" y="716"/>
                    </a:lnTo>
                    <a:lnTo>
                      <a:pt x="156" y="716"/>
                    </a:lnTo>
                    <a:lnTo>
                      <a:pt x="156" y="712"/>
                    </a:lnTo>
                    <a:lnTo>
                      <a:pt x="160" y="708"/>
                    </a:lnTo>
                    <a:lnTo>
                      <a:pt x="164" y="708"/>
                    </a:lnTo>
                    <a:lnTo>
                      <a:pt x="164" y="706"/>
                    </a:lnTo>
                    <a:lnTo>
                      <a:pt x="160" y="708"/>
                    </a:lnTo>
                    <a:lnTo>
                      <a:pt x="160" y="706"/>
                    </a:lnTo>
                    <a:lnTo>
                      <a:pt x="160" y="708"/>
                    </a:lnTo>
                    <a:lnTo>
                      <a:pt x="156" y="706"/>
                    </a:lnTo>
                    <a:lnTo>
                      <a:pt x="160" y="706"/>
                    </a:lnTo>
                    <a:lnTo>
                      <a:pt x="160" y="708"/>
                    </a:lnTo>
                    <a:lnTo>
                      <a:pt x="156" y="712"/>
                    </a:lnTo>
                    <a:lnTo>
                      <a:pt x="156" y="716"/>
                    </a:lnTo>
                    <a:lnTo>
                      <a:pt x="152" y="716"/>
                    </a:lnTo>
                    <a:lnTo>
                      <a:pt x="152" y="712"/>
                    </a:lnTo>
                    <a:lnTo>
                      <a:pt x="156" y="712"/>
                    </a:lnTo>
                    <a:lnTo>
                      <a:pt x="156" y="708"/>
                    </a:lnTo>
                    <a:lnTo>
                      <a:pt x="152" y="706"/>
                    </a:lnTo>
                    <a:lnTo>
                      <a:pt x="152" y="702"/>
                    </a:lnTo>
                    <a:lnTo>
                      <a:pt x="152" y="698"/>
                    </a:lnTo>
                    <a:lnTo>
                      <a:pt x="156" y="698"/>
                    </a:lnTo>
                    <a:lnTo>
                      <a:pt x="156" y="694"/>
                    </a:lnTo>
                    <a:lnTo>
                      <a:pt x="152" y="694"/>
                    </a:lnTo>
                    <a:lnTo>
                      <a:pt x="150" y="694"/>
                    </a:lnTo>
                    <a:lnTo>
                      <a:pt x="150" y="690"/>
                    </a:lnTo>
                    <a:lnTo>
                      <a:pt x="146" y="690"/>
                    </a:lnTo>
                    <a:lnTo>
                      <a:pt x="146" y="686"/>
                    </a:lnTo>
                    <a:lnTo>
                      <a:pt x="142" y="686"/>
                    </a:lnTo>
                    <a:lnTo>
                      <a:pt x="138" y="686"/>
                    </a:lnTo>
                    <a:lnTo>
                      <a:pt x="138" y="682"/>
                    </a:lnTo>
                    <a:lnTo>
                      <a:pt x="134" y="682"/>
                    </a:lnTo>
                    <a:lnTo>
                      <a:pt x="130" y="682"/>
                    </a:lnTo>
                    <a:lnTo>
                      <a:pt x="130" y="680"/>
                    </a:lnTo>
                    <a:lnTo>
                      <a:pt x="126" y="676"/>
                    </a:lnTo>
                    <a:lnTo>
                      <a:pt x="126" y="672"/>
                    </a:lnTo>
                    <a:lnTo>
                      <a:pt x="124" y="672"/>
                    </a:lnTo>
                    <a:lnTo>
                      <a:pt x="124" y="668"/>
                    </a:lnTo>
                    <a:lnTo>
                      <a:pt x="124" y="664"/>
                    </a:lnTo>
                    <a:lnTo>
                      <a:pt x="120" y="664"/>
                    </a:lnTo>
                    <a:lnTo>
                      <a:pt x="120" y="660"/>
                    </a:lnTo>
                    <a:lnTo>
                      <a:pt x="116" y="656"/>
                    </a:lnTo>
                    <a:lnTo>
                      <a:pt x="116" y="652"/>
                    </a:lnTo>
                    <a:lnTo>
                      <a:pt x="112" y="652"/>
                    </a:lnTo>
                    <a:lnTo>
                      <a:pt x="112" y="650"/>
                    </a:lnTo>
                    <a:lnTo>
                      <a:pt x="112" y="646"/>
                    </a:lnTo>
                    <a:lnTo>
                      <a:pt x="108" y="646"/>
                    </a:lnTo>
                    <a:lnTo>
                      <a:pt x="108" y="642"/>
                    </a:lnTo>
                    <a:lnTo>
                      <a:pt x="104" y="638"/>
                    </a:lnTo>
                    <a:lnTo>
                      <a:pt x="100" y="638"/>
                    </a:lnTo>
                    <a:lnTo>
                      <a:pt x="100" y="634"/>
                    </a:lnTo>
                    <a:lnTo>
                      <a:pt x="96" y="634"/>
                    </a:lnTo>
                    <a:lnTo>
                      <a:pt x="96" y="630"/>
                    </a:lnTo>
                    <a:lnTo>
                      <a:pt x="94" y="630"/>
                    </a:lnTo>
                    <a:lnTo>
                      <a:pt x="94" y="626"/>
                    </a:lnTo>
                    <a:lnTo>
                      <a:pt x="90" y="626"/>
                    </a:lnTo>
                    <a:lnTo>
                      <a:pt x="90" y="622"/>
                    </a:lnTo>
                    <a:lnTo>
                      <a:pt x="86" y="622"/>
                    </a:lnTo>
                    <a:lnTo>
                      <a:pt x="82" y="620"/>
                    </a:lnTo>
                    <a:lnTo>
                      <a:pt x="86" y="620"/>
                    </a:lnTo>
                    <a:lnTo>
                      <a:pt x="86" y="616"/>
                    </a:lnTo>
                    <a:lnTo>
                      <a:pt x="82" y="616"/>
                    </a:lnTo>
                    <a:lnTo>
                      <a:pt x="80" y="612"/>
                    </a:lnTo>
                    <a:lnTo>
                      <a:pt x="76" y="612"/>
                    </a:lnTo>
                    <a:lnTo>
                      <a:pt x="72" y="612"/>
                    </a:lnTo>
                    <a:lnTo>
                      <a:pt x="72" y="616"/>
                    </a:lnTo>
                    <a:lnTo>
                      <a:pt x="68" y="616"/>
                    </a:lnTo>
                    <a:lnTo>
                      <a:pt x="68" y="620"/>
                    </a:lnTo>
                    <a:lnTo>
                      <a:pt x="64" y="620"/>
                    </a:lnTo>
                    <a:lnTo>
                      <a:pt x="64" y="622"/>
                    </a:lnTo>
                    <a:lnTo>
                      <a:pt x="64" y="626"/>
                    </a:lnTo>
                    <a:lnTo>
                      <a:pt x="60" y="626"/>
                    </a:lnTo>
                    <a:lnTo>
                      <a:pt x="56" y="626"/>
                    </a:lnTo>
                    <a:lnTo>
                      <a:pt x="54" y="626"/>
                    </a:lnTo>
                    <a:lnTo>
                      <a:pt x="54" y="630"/>
                    </a:lnTo>
                    <a:lnTo>
                      <a:pt x="50" y="630"/>
                    </a:lnTo>
                    <a:lnTo>
                      <a:pt x="50" y="626"/>
                    </a:lnTo>
                    <a:lnTo>
                      <a:pt x="50" y="622"/>
                    </a:lnTo>
                    <a:lnTo>
                      <a:pt x="46" y="620"/>
                    </a:lnTo>
                    <a:lnTo>
                      <a:pt x="42" y="616"/>
                    </a:lnTo>
                    <a:lnTo>
                      <a:pt x="38" y="616"/>
                    </a:lnTo>
                    <a:lnTo>
                      <a:pt x="34" y="612"/>
                    </a:lnTo>
                    <a:lnTo>
                      <a:pt x="34" y="608"/>
                    </a:lnTo>
                    <a:lnTo>
                      <a:pt x="30" y="608"/>
                    </a:lnTo>
                    <a:lnTo>
                      <a:pt x="26" y="604"/>
                    </a:lnTo>
                    <a:lnTo>
                      <a:pt x="26" y="600"/>
                    </a:lnTo>
                    <a:lnTo>
                      <a:pt x="26" y="596"/>
                    </a:lnTo>
                    <a:lnTo>
                      <a:pt x="24" y="596"/>
                    </a:lnTo>
                    <a:lnTo>
                      <a:pt x="20" y="596"/>
                    </a:lnTo>
                    <a:lnTo>
                      <a:pt x="20" y="600"/>
                    </a:lnTo>
                    <a:lnTo>
                      <a:pt x="16" y="600"/>
                    </a:lnTo>
                    <a:lnTo>
                      <a:pt x="8" y="600"/>
                    </a:lnTo>
                    <a:lnTo>
                      <a:pt x="0" y="600"/>
                    </a:lnTo>
                    <a:lnTo>
                      <a:pt x="0" y="596"/>
                    </a:lnTo>
                    <a:lnTo>
                      <a:pt x="0" y="586"/>
                    </a:lnTo>
                    <a:lnTo>
                      <a:pt x="0" y="546"/>
                    </a:lnTo>
                    <a:lnTo>
                      <a:pt x="0" y="534"/>
                    </a:lnTo>
                    <a:lnTo>
                      <a:pt x="0" y="520"/>
                    </a:lnTo>
                    <a:lnTo>
                      <a:pt x="0" y="516"/>
                    </a:lnTo>
                    <a:lnTo>
                      <a:pt x="0" y="508"/>
                    </a:lnTo>
                    <a:lnTo>
                      <a:pt x="0" y="486"/>
                    </a:lnTo>
                    <a:lnTo>
                      <a:pt x="0" y="474"/>
                    </a:lnTo>
                    <a:lnTo>
                      <a:pt x="0" y="464"/>
                    </a:lnTo>
                    <a:lnTo>
                      <a:pt x="0" y="452"/>
                    </a:lnTo>
                    <a:lnTo>
                      <a:pt x="0" y="448"/>
                    </a:lnTo>
                    <a:lnTo>
                      <a:pt x="0" y="444"/>
                    </a:lnTo>
                    <a:lnTo>
                      <a:pt x="0" y="440"/>
                    </a:lnTo>
                    <a:lnTo>
                      <a:pt x="0" y="434"/>
                    </a:lnTo>
                    <a:lnTo>
                      <a:pt x="0" y="430"/>
                    </a:lnTo>
                    <a:lnTo>
                      <a:pt x="0" y="422"/>
                    </a:lnTo>
                    <a:lnTo>
                      <a:pt x="0" y="418"/>
                    </a:lnTo>
                    <a:lnTo>
                      <a:pt x="0" y="414"/>
                    </a:lnTo>
                    <a:lnTo>
                      <a:pt x="0" y="410"/>
                    </a:lnTo>
                    <a:lnTo>
                      <a:pt x="0" y="404"/>
                    </a:lnTo>
                    <a:lnTo>
                      <a:pt x="0" y="392"/>
                    </a:lnTo>
                    <a:lnTo>
                      <a:pt x="0" y="380"/>
                    </a:lnTo>
                    <a:lnTo>
                      <a:pt x="0" y="378"/>
                    </a:lnTo>
                    <a:lnTo>
                      <a:pt x="0" y="374"/>
                    </a:lnTo>
                    <a:lnTo>
                      <a:pt x="4" y="374"/>
                    </a:lnTo>
                    <a:lnTo>
                      <a:pt x="4" y="378"/>
                    </a:lnTo>
                    <a:lnTo>
                      <a:pt x="8" y="378"/>
                    </a:lnTo>
                    <a:lnTo>
                      <a:pt x="12" y="378"/>
                    </a:lnTo>
                    <a:lnTo>
                      <a:pt x="16" y="378"/>
                    </a:lnTo>
                    <a:lnTo>
                      <a:pt x="20" y="378"/>
                    </a:lnTo>
                    <a:lnTo>
                      <a:pt x="24" y="378"/>
                    </a:lnTo>
                    <a:lnTo>
                      <a:pt x="26" y="378"/>
                    </a:lnTo>
                    <a:lnTo>
                      <a:pt x="26" y="380"/>
                    </a:lnTo>
                    <a:lnTo>
                      <a:pt x="30" y="380"/>
                    </a:lnTo>
                    <a:lnTo>
                      <a:pt x="34" y="384"/>
                    </a:lnTo>
                    <a:lnTo>
                      <a:pt x="38" y="384"/>
                    </a:lnTo>
                    <a:lnTo>
                      <a:pt x="38" y="388"/>
                    </a:lnTo>
                    <a:lnTo>
                      <a:pt x="42" y="388"/>
                    </a:lnTo>
                    <a:lnTo>
                      <a:pt x="46" y="388"/>
                    </a:lnTo>
                    <a:lnTo>
                      <a:pt x="50" y="392"/>
                    </a:lnTo>
                    <a:lnTo>
                      <a:pt x="54" y="392"/>
                    </a:lnTo>
                    <a:lnTo>
                      <a:pt x="56" y="392"/>
                    </a:lnTo>
                    <a:lnTo>
                      <a:pt x="60" y="396"/>
                    </a:lnTo>
                    <a:lnTo>
                      <a:pt x="64" y="392"/>
                    </a:lnTo>
                    <a:lnTo>
                      <a:pt x="68" y="392"/>
                    </a:lnTo>
                    <a:lnTo>
                      <a:pt x="68" y="396"/>
                    </a:lnTo>
                    <a:lnTo>
                      <a:pt x="72" y="396"/>
                    </a:lnTo>
                    <a:lnTo>
                      <a:pt x="76" y="396"/>
                    </a:lnTo>
                    <a:lnTo>
                      <a:pt x="80" y="396"/>
                    </a:lnTo>
                    <a:lnTo>
                      <a:pt x="80" y="400"/>
                    </a:lnTo>
                    <a:lnTo>
                      <a:pt x="82" y="400"/>
                    </a:lnTo>
                    <a:lnTo>
                      <a:pt x="80" y="396"/>
                    </a:lnTo>
                    <a:lnTo>
                      <a:pt x="76" y="396"/>
                    </a:lnTo>
                    <a:lnTo>
                      <a:pt x="76" y="392"/>
                    </a:lnTo>
                    <a:lnTo>
                      <a:pt x="80" y="392"/>
                    </a:lnTo>
                    <a:lnTo>
                      <a:pt x="82" y="392"/>
                    </a:lnTo>
                    <a:lnTo>
                      <a:pt x="86" y="396"/>
                    </a:lnTo>
                    <a:lnTo>
                      <a:pt x="86" y="392"/>
                    </a:lnTo>
                    <a:lnTo>
                      <a:pt x="90" y="392"/>
                    </a:lnTo>
                    <a:lnTo>
                      <a:pt x="90" y="396"/>
                    </a:lnTo>
                    <a:lnTo>
                      <a:pt x="94" y="400"/>
                    </a:lnTo>
                    <a:lnTo>
                      <a:pt x="96" y="400"/>
                    </a:lnTo>
                    <a:lnTo>
                      <a:pt x="94" y="400"/>
                    </a:lnTo>
                    <a:lnTo>
                      <a:pt x="94" y="396"/>
                    </a:lnTo>
                    <a:lnTo>
                      <a:pt x="90" y="392"/>
                    </a:lnTo>
                    <a:lnTo>
                      <a:pt x="90" y="388"/>
                    </a:lnTo>
                    <a:lnTo>
                      <a:pt x="94" y="388"/>
                    </a:lnTo>
                    <a:lnTo>
                      <a:pt x="96" y="384"/>
                    </a:lnTo>
                    <a:lnTo>
                      <a:pt x="100" y="384"/>
                    </a:lnTo>
                    <a:lnTo>
                      <a:pt x="104" y="380"/>
                    </a:lnTo>
                    <a:lnTo>
                      <a:pt x="108" y="380"/>
                    </a:lnTo>
                    <a:lnTo>
                      <a:pt x="112" y="380"/>
                    </a:lnTo>
                    <a:lnTo>
                      <a:pt x="112" y="378"/>
                    </a:lnTo>
                    <a:lnTo>
                      <a:pt x="116" y="374"/>
                    </a:lnTo>
                    <a:lnTo>
                      <a:pt x="120" y="374"/>
                    </a:lnTo>
                    <a:lnTo>
                      <a:pt x="124" y="374"/>
                    </a:lnTo>
                    <a:lnTo>
                      <a:pt x="120" y="374"/>
                    </a:lnTo>
                    <a:lnTo>
                      <a:pt x="124" y="374"/>
                    </a:lnTo>
                    <a:lnTo>
                      <a:pt x="126" y="374"/>
                    </a:lnTo>
                    <a:lnTo>
                      <a:pt x="130" y="374"/>
                    </a:lnTo>
                    <a:lnTo>
                      <a:pt x="130" y="370"/>
                    </a:lnTo>
                    <a:lnTo>
                      <a:pt x="134" y="370"/>
                    </a:lnTo>
                    <a:lnTo>
                      <a:pt x="134" y="366"/>
                    </a:lnTo>
                    <a:lnTo>
                      <a:pt x="138" y="366"/>
                    </a:lnTo>
                    <a:lnTo>
                      <a:pt x="138" y="370"/>
                    </a:lnTo>
                    <a:lnTo>
                      <a:pt x="142" y="370"/>
                    </a:lnTo>
                    <a:lnTo>
                      <a:pt x="142" y="366"/>
                    </a:lnTo>
                    <a:lnTo>
                      <a:pt x="142" y="362"/>
                    </a:lnTo>
                    <a:lnTo>
                      <a:pt x="146" y="362"/>
                    </a:lnTo>
                    <a:lnTo>
                      <a:pt x="150" y="362"/>
                    </a:lnTo>
                    <a:lnTo>
                      <a:pt x="152" y="366"/>
                    </a:lnTo>
                    <a:lnTo>
                      <a:pt x="156" y="362"/>
                    </a:lnTo>
                    <a:lnTo>
                      <a:pt x="156" y="358"/>
                    </a:lnTo>
                    <a:lnTo>
                      <a:pt x="160" y="358"/>
                    </a:lnTo>
                    <a:lnTo>
                      <a:pt x="164" y="362"/>
                    </a:lnTo>
                    <a:lnTo>
                      <a:pt x="164" y="366"/>
                    </a:lnTo>
                    <a:lnTo>
                      <a:pt x="160" y="366"/>
                    </a:lnTo>
                    <a:lnTo>
                      <a:pt x="156" y="370"/>
                    </a:lnTo>
                    <a:lnTo>
                      <a:pt x="152" y="370"/>
                    </a:lnTo>
                    <a:lnTo>
                      <a:pt x="150" y="370"/>
                    </a:lnTo>
                    <a:lnTo>
                      <a:pt x="150" y="374"/>
                    </a:lnTo>
                    <a:lnTo>
                      <a:pt x="146" y="374"/>
                    </a:lnTo>
                    <a:lnTo>
                      <a:pt x="142" y="378"/>
                    </a:lnTo>
                    <a:lnTo>
                      <a:pt x="142" y="374"/>
                    </a:lnTo>
                    <a:lnTo>
                      <a:pt x="138" y="374"/>
                    </a:lnTo>
                    <a:lnTo>
                      <a:pt x="138" y="378"/>
                    </a:lnTo>
                    <a:lnTo>
                      <a:pt x="134" y="378"/>
                    </a:lnTo>
                    <a:lnTo>
                      <a:pt x="130" y="378"/>
                    </a:lnTo>
                    <a:lnTo>
                      <a:pt x="126" y="378"/>
                    </a:lnTo>
                    <a:lnTo>
                      <a:pt x="126" y="380"/>
                    </a:lnTo>
                    <a:lnTo>
                      <a:pt x="124" y="384"/>
                    </a:lnTo>
                    <a:lnTo>
                      <a:pt x="120" y="384"/>
                    </a:lnTo>
                    <a:lnTo>
                      <a:pt x="116" y="384"/>
                    </a:lnTo>
                    <a:lnTo>
                      <a:pt x="116" y="388"/>
                    </a:lnTo>
                    <a:lnTo>
                      <a:pt x="112" y="388"/>
                    </a:lnTo>
                    <a:lnTo>
                      <a:pt x="112" y="392"/>
                    </a:lnTo>
                    <a:lnTo>
                      <a:pt x="108" y="392"/>
                    </a:lnTo>
                    <a:lnTo>
                      <a:pt x="112" y="392"/>
                    </a:lnTo>
                    <a:lnTo>
                      <a:pt x="108" y="392"/>
                    </a:lnTo>
                    <a:lnTo>
                      <a:pt x="108" y="396"/>
                    </a:lnTo>
                    <a:lnTo>
                      <a:pt x="108" y="392"/>
                    </a:lnTo>
                    <a:lnTo>
                      <a:pt x="104" y="396"/>
                    </a:lnTo>
                    <a:lnTo>
                      <a:pt x="108" y="396"/>
                    </a:lnTo>
                    <a:lnTo>
                      <a:pt x="112" y="400"/>
                    </a:lnTo>
                    <a:lnTo>
                      <a:pt x="116" y="400"/>
                    </a:lnTo>
                    <a:lnTo>
                      <a:pt x="112" y="400"/>
                    </a:lnTo>
                    <a:lnTo>
                      <a:pt x="108" y="396"/>
                    </a:lnTo>
                    <a:lnTo>
                      <a:pt x="112" y="396"/>
                    </a:lnTo>
                    <a:lnTo>
                      <a:pt x="108" y="396"/>
                    </a:lnTo>
                    <a:lnTo>
                      <a:pt x="112" y="396"/>
                    </a:lnTo>
                    <a:lnTo>
                      <a:pt x="116" y="396"/>
                    </a:lnTo>
                    <a:lnTo>
                      <a:pt x="120" y="396"/>
                    </a:lnTo>
                    <a:lnTo>
                      <a:pt x="124" y="396"/>
                    </a:lnTo>
                    <a:lnTo>
                      <a:pt x="120" y="392"/>
                    </a:lnTo>
                    <a:lnTo>
                      <a:pt x="120" y="396"/>
                    </a:lnTo>
                    <a:lnTo>
                      <a:pt x="116" y="396"/>
                    </a:lnTo>
                    <a:lnTo>
                      <a:pt x="116" y="392"/>
                    </a:lnTo>
                    <a:lnTo>
                      <a:pt x="116" y="388"/>
                    </a:lnTo>
                    <a:lnTo>
                      <a:pt x="120" y="388"/>
                    </a:lnTo>
                    <a:lnTo>
                      <a:pt x="124" y="388"/>
                    </a:lnTo>
                    <a:lnTo>
                      <a:pt x="124" y="384"/>
                    </a:lnTo>
                    <a:lnTo>
                      <a:pt x="124" y="388"/>
                    </a:lnTo>
                    <a:lnTo>
                      <a:pt x="124" y="384"/>
                    </a:lnTo>
                    <a:lnTo>
                      <a:pt x="126" y="384"/>
                    </a:lnTo>
                    <a:lnTo>
                      <a:pt x="130" y="384"/>
                    </a:lnTo>
                    <a:lnTo>
                      <a:pt x="130" y="380"/>
                    </a:lnTo>
                    <a:lnTo>
                      <a:pt x="126" y="380"/>
                    </a:lnTo>
                    <a:lnTo>
                      <a:pt x="130" y="380"/>
                    </a:lnTo>
                    <a:lnTo>
                      <a:pt x="134" y="380"/>
                    </a:lnTo>
                    <a:lnTo>
                      <a:pt x="138" y="378"/>
                    </a:lnTo>
                    <a:lnTo>
                      <a:pt x="138" y="380"/>
                    </a:lnTo>
                    <a:lnTo>
                      <a:pt x="134" y="384"/>
                    </a:lnTo>
                    <a:lnTo>
                      <a:pt x="138" y="384"/>
                    </a:lnTo>
                    <a:lnTo>
                      <a:pt x="138" y="380"/>
                    </a:lnTo>
                    <a:lnTo>
                      <a:pt x="138" y="378"/>
                    </a:lnTo>
                    <a:lnTo>
                      <a:pt x="138" y="380"/>
                    </a:lnTo>
                    <a:lnTo>
                      <a:pt x="142" y="380"/>
                    </a:lnTo>
                    <a:lnTo>
                      <a:pt x="142" y="378"/>
                    </a:lnTo>
                    <a:lnTo>
                      <a:pt x="138" y="378"/>
                    </a:lnTo>
                    <a:lnTo>
                      <a:pt x="142" y="378"/>
                    </a:lnTo>
                    <a:lnTo>
                      <a:pt x="142" y="380"/>
                    </a:lnTo>
                    <a:lnTo>
                      <a:pt x="138" y="384"/>
                    </a:lnTo>
                    <a:lnTo>
                      <a:pt x="142" y="380"/>
                    </a:lnTo>
                    <a:lnTo>
                      <a:pt x="142" y="378"/>
                    </a:lnTo>
                    <a:lnTo>
                      <a:pt x="142" y="380"/>
                    </a:lnTo>
                    <a:lnTo>
                      <a:pt x="142" y="384"/>
                    </a:lnTo>
                    <a:lnTo>
                      <a:pt x="142" y="380"/>
                    </a:lnTo>
                    <a:lnTo>
                      <a:pt x="142" y="384"/>
                    </a:lnTo>
                    <a:lnTo>
                      <a:pt x="142" y="388"/>
                    </a:lnTo>
                    <a:lnTo>
                      <a:pt x="142" y="384"/>
                    </a:lnTo>
                    <a:lnTo>
                      <a:pt x="146" y="380"/>
                    </a:lnTo>
                    <a:lnTo>
                      <a:pt x="150" y="378"/>
                    </a:lnTo>
                    <a:lnTo>
                      <a:pt x="150" y="374"/>
                    </a:lnTo>
                    <a:lnTo>
                      <a:pt x="152" y="374"/>
                    </a:lnTo>
                    <a:lnTo>
                      <a:pt x="156" y="374"/>
                    </a:lnTo>
                    <a:lnTo>
                      <a:pt x="160" y="370"/>
                    </a:lnTo>
                    <a:lnTo>
                      <a:pt x="164" y="370"/>
                    </a:lnTo>
                    <a:lnTo>
                      <a:pt x="168" y="370"/>
                    </a:lnTo>
                    <a:lnTo>
                      <a:pt x="168" y="366"/>
                    </a:lnTo>
                    <a:lnTo>
                      <a:pt x="172" y="366"/>
                    </a:lnTo>
                    <a:lnTo>
                      <a:pt x="172" y="370"/>
                    </a:lnTo>
                    <a:lnTo>
                      <a:pt x="168" y="370"/>
                    </a:lnTo>
                    <a:lnTo>
                      <a:pt x="168" y="374"/>
                    </a:lnTo>
                    <a:lnTo>
                      <a:pt x="172" y="374"/>
                    </a:lnTo>
                    <a:lnTo>
                      <a:pt x="176" y="370"/>
                    </a:lnTo>
                    <a:lnTo>
                      <a:pt x="180" y="366"/>
                    </a:lnTo>
                    <a:lnTo>
                      <a:pt x="180" y="362"/>
                    </a:lnTo>
                    <a:lnTo>
                      <a:pt x="182" y="362"/>
                    </a:lnTo>
                    <a:lnTo>
                      <a:pt x="186" y="362"/>
                    </a:lnTo>
                    <a:lnTo>
                      <a:pt x="190" y="358"/>
                    </a:lnTo>
                    <a:lnTo>
                      <a:pt x="186" y="358"/>
                    </a:lnTo>
                    <a:lnTo>
                      <a:pt x="182" y="358"/>
                    </a:lnTo>
                    <a:lnTo>
                      <a:pt x="186" y="354"/>
                    </a:lnTo>
                    <a:lnTo>
                      <a:pt x="182" y="354"/>
                    </a:lnTo>
                    <a:lnTo>
                      <a:pt x="182" y="350"/>
                    </a:lnTo>
                    <a:lnTo>
                      <a:pt x="186" y="350"/>
                    </a:lnTo>
                    <a:lnTo>
                      <a:pt x="186" y="354"/>
                    </a:lnTo>
                    <a:lnTo>
                      <a:pt x="190" y="354"/>
                    </a:lnTo>
                    <a:lnTo>
                      <a:pt x="194" y="358"/>
                    </a:lnTo>
                    <a:lnTo>
                      <a:pt x="198" y="358"/>
                    </a:lnTo>
                    <a:lnTo>
                      <a:pt x="198" y="362"/>
                    </a:lnTo>
                    <a:lnTo>
                      <a:pt x="198" y="366"/>
                    </a:lnTo>
                    <a:lnTo>
                      <a:pt x="202" y="370"/>
                    </a:lnTo>
                    <a:lnTo>
                      <a:pt x="202" y="374"/>
                    </a:lnTo>
                    <a:lnTo>
                      <a:pt x="206" y="374"/>
                    </a:lnTo>
                    <a:lnTo>
                      <a:pt x="210" y="378"/>
                    </a:lnTo>
                    <a:lnTo>
                      <a:pt x="210" y="380"/>
                    </a:lnTo>
                    <a:lnTo>
                      <a:pt x="212" y="380"/>
                    </a:lnTo>
                    <a:lnTo>
                      <a:pt x="220" y="380"/>
                    </a:lnTo>
                    <a:lnTo>
                      <a:pt x="220" y="384"/>
                    </a:lnTo>
                    <a:lnTo>
                      <a:pt x="220" y="380"/>
                    </a:lnTo>
                    <a:lnTo>
                      <a:pt x="224" y="380"/>
                    </a:lnTo>
                    <a:lnTo>
                      <a:pt x="220" y="380"/>
                    </a:lnTo>
                    <a:lnTo>
                      <a:pt x="216" y="380"/>
                    </a:lnTo>
                    <a:lnTo>
                      <a:pt x="220" y="378"/>
                    </a:lnTo>
                    <a:lnTo>
                      <a:pt x="224" y="378"/>
                    </a:lnTo>
                    <a:lnTo>
                      <a:pt x="220" y="374"/>
                    </a:lnTo>
                    <a:lnTo>
                      <a:pt x="224" y="374"/>
                    </a:lnTo>
                    <a:lnTo>
                      <a:pt x="228" y="374"/>
                    </a:lnTo>
                    <a:lnTo>
                      <a:pt x="224" y="374"/>
                    </a:lnTo>
                    <a:lnTo>
                      <a:pt x="224" y="370"/>
                    </a:lnTo>
                    <a:lnTo>
                      <a:pt x="228" y="370"/>
                    </a:lnTo>
                    <a:lnTo>
                      <a:pt x="228" y="366"/>
                    </a:lnTo>
                    <a:lnTo>
                      <a:pt x="232" y="366"/>
                    </a:lnTo>
                    <a:lnTo>
                      <a:pt x="228" y="366"/>
                    </a:lnTo>
                    <a:lnTo>
                      <a:pt x="224" y="366"/>
                    </a:lnTo>
                    <a:lnTo>
                      <a:pt x="228" y="362"/>
                    </a:lnTo>
                    <a:lnTo>
                      <a:pt x="228" y="366"/>
                    </a:lnTo>
                    <a:lnTo>
                      <a:pt x="232" y="362"/>
                    </a:lnTo>
                    <a:lnTo>
                      <a:pt x="232" y="366"/>
                    </a:lnTo>
                    <a:lnTo>
                      <a:pt x="236" y="366"/>
                    </a:lnTo>
                    <a:lnTo>
                      <a:pt x="236" y="362"/>
                    </a:lnTo>
                    <a:lnTo>
                      <a:pt x="232" y="362"/>
                    </a:lnTo>
                    <a:lnTo>
                      <a:pt x="236" y="362"/>
                    </a:lnTo>
                    <a:lnTo>
                      <a:pt x="236" y="366"/>
                    </a:lnTo>
                    <a:lnTo>
                      <a:pt x="236" y="370"/>
                    </a:lnTo>
                    <a:lnTo>
                      <a:pt x="236" y="374"/>
                    </a:lnTo>
                    <a:lnTo>
                      <a:pt x="238" y="374"/>
                    </a:lnTo>
                    <a:lnTo>
                      <a:pt x="238" y="378"/>
                    </a:lnTo>
                    <a:lnTo>
                      <a:pt x="236" y="378"/>
                    </a:lnTo>
                    <a:lnTo>
                      <a:pt x="232" y="380"/>
                    </a:lnTo>
                    <a:lnTo>
                      <a:pt x="236" y="380"/>
                    </a:lnTo>
                    <a:lnTo>
                      <a:pt x="238" y="380"/>
                    </a:lnTo>
                    <a:lnTo>
                      <a:pt x="242" y="380"/>
                    </a:lnTo>
                    <a:lnTo>
                      <a:pt x="246" y="380"/>
                    </a:lnTo>
                    <a:lnTo>
                      <a:pt x="250" y="380"/>
                    </a:lnTo>
                    <a:lnTo>
                      <a:pt x="250" y="378"/>
                    </a:lnTo>
                    <a:lnTo>
                      <a:pt x="254" y="378"/>
                    </a:lnTo>
                    <a:lnTo>
                      <a:pt x="254" y="374"/>
                    </a:lnTo>
                    <a:lnTo>
                      <a:pt x="254" y="370"/>
                    </a:lnTo>
                    <a:lnTo>
                      <a:pt x="258" y="370"/>
                    </a:lnTo>
                    <a:lnTo>
                      <a:pt x="262" y="370"/>
                    </a:lnTo>
                    <a:lnTo>
                      <a:pt x="266" y="370"/>
                    </a:lnTo>
                    <a:lnTo>
                      <a:pt x="268" y="370"/>
                    </a:lnTo>
                    <a:lnTo>
                      <a:pt x="272" y="370"/>
                    </a:lnTo>
                    <a:lnTo>
                      <a:pt x="276" y="374"/>
                    </a:lnTo>
                    <a:lnTo>
                      <a:pt x="280" y="374"/>
                    </a:lnTo>
                    <a:lnTo>
                      <a:pt x="284" y="374"/>
                    </a:lnTo>
                    <a:lnTo>
                      <a:pt x="284" y="378"/>
                    </a:lnTo>
                    <a:lnTo>
                      <a:pt x="288" y="378"/>
                    </a:lnTo>
                    <a:lnTo>
                      <a:pt x="292" y="380"/>
                    </a:lnTo>
                    <a:lnTo>
                      <a:pt x="294" y="380"/>
                    </a:lnTo>
                    <a:lnTo>
                      <a:pt x="298" y="380"/>
                    </a:lnTo>
                    <a:lnTo>
                      <a:pt x="302" y="384"/>
                    </a:lnTo>
                    <a:lnTo>
                      <a:pt x="306" y="384"/>
                    </a:lnTo>
                    <a:lnTo>
                      <a:pt x="310" y="384"/>
                    </a:lnTo>
                    <a:lnTo>
                      <a:pt x="314" y="384"/>
                    </a:lnTo>
                    <a:lnTo>
                      <a:pt x="318" y="384"/>
                    </a:lnTo>
                    <a:lnTo>
                      <a:pt x="318" y="388"/>
                    </a:lnTo>
                    <a:lnTo>
                      <a:pt x="322" y="388"/>
                    </a:lnTo>
                    <a:lnTo>
                      <a:pt x="324" y="388"/>
                    </a:lnTo>
                    <a:lnTo>
                      <a:pt x="324" y="392"/>
                    </a:lnTo>
                    <a:lnTo>
                      <a:pt x="328" y="392"/>
                    </a:lnTo>
                    <a:lnTo>
                      <a:pt x="332" y="392"/>
                    </a:lnTo>
                    <a:lnTo>
                      <a:pt x="336" y="392"/>
                    </a:lnTo>
                    <a:lnTo>
                      <a:pt x="336" y="396"/>
                    </a:lnTo>
                    <a:lnTo>
                      <a:pt x="340" y="392"/>
                    </a:lnTo>
                    <a:lnTo>
                      <a:pt x="344" y="396"/>
                    </a:lnTo>
                    <a:lnTo>
                      <a:pt x="348" y="396"/>
                    </a:lnTo>
                    <a:lnTo>
                      <a:pt x="352" y="396"/>
                    </a:lnTo>
                    <a:lnTo>
                      <a:pt x="354" y="396"/>
                    </a:lnTo>
                    <a:lnTo>
                      <a:pt x="352" y="396"/>
                    </a:lnTo>
                    <a:lnTo>
                      <a:pt x="352" y="392"/>
                    </a:lnTo>
                    <a:lnTo>
                      <a:pt x="354" y="392"/>
                    </a:lnTo>
                    <a:lnTo>
                      <a:pt x="358" y="392"/>
                    </a:lnTo>
                    <a:lnTo>
                      <a:pt x="354" y="392"/>
                    </a:lnTo>
                    <a:lnTo>
                      <a:pt x="358" y="392"/>
                    </a:lnTo>
                    <a:lnTo>
                      <a:pt x="362" y="392"/>
                    </a:lnTo>
                    <a:lnTo>
                      <a:pt x="366" y="396"/>
                    </a:lnTo>
                    <a:lnTo>
                      <a:pt x="370" y="396"/>
                    </a:lnTo>
                    <a:lnTo>
                      <a:pt x="374" y="396"/>
                    </a:lnTo>
                    <a:lnTo>
                      <a:pt x="374" y="400"/>
                    </a:lnTo>
                    <a:lnTo>
                      <a:pt x="378" y="400"/>
                    </a:lnTo>
                    <a:lnTo>
                      <a:pt x="378" y="404"/>
                    </a:lnTo>
                    <a:lnTo>
                      <a:pt x="380" y="404"/>
                    </a:lnTo>
                    <a:lnTo>
                      <a:pt x="380" y="410"/>
                    </a:lnTo>
                    <a:lnTo>
                      <a:pt x="378" y="410"/>
                    </a:lnTo>
                    <a:lnTo>
                      <a:pt x="374" y="410"/>
                    </a:lnTo>
                    <a:lnTo>
                      <a:pt x="370" y="410"/>
                    </a:lnTo>
                    <a:lnTo>
                      <a:pt x="366" y="410"/>
                    </a:lnTo>
                    <a:lnTo>
                      <a:pt x="366" y="414"/>
                    </a:lnTo>
                    <a:lnTo>
                      <a:pt x="366" y="418"/>
                    </a:lnTo>
                    <a:lnTo>
                      <a:pt x="362" y="418"/>
                    </a:lnTo>
                    <a:lnTo>
                      <a:pt x="366" y="418"/>
                    </a:lnTo>
                    <a:lnTo>
                      <a:pt x="366" y="422"/>
                    </a:lnTo>
                    <a:lnTo>
                      <a:pt x="370" y="422"/>
                    </a:lnTo>
                    <a:lnTo>
                      <a:pt x="374" y="422"/>
                    </a:lnTo>
                    <a:lnTo>
                      <a:pt x="378" y="422"/>
                    </a:lnTo>
                    <a:lnTo>
                      <a:pt x="380" y="422"/>
                    </a:lnTo>
                    <a:lnTo>
                      <a:pt x="384" y="422"/>
                    </a:lnTo>
                    <a:lnTo>
                      <a:pt x="388" y="422"/>
                    </a:lnTo>
                    <a:lnTo>
                      <a:pt x="392" y="422"/>
                    </a:lnTo>
                    <a:lnTo>
                      <a:pt x="396" y="422"/>
                    </a:lnTo>
                    <a:lnTo>
                      <a:pt x="396" y="426"/>
                    </a:lnTo>
                    <a:lnTo>
                      <a:pt x="400" y="426"/>
                    </a:lnTo>
                    <a:lnTo>
                      <a:pt x="404" y="426"/>
                    </a:lnTo>
                    <a:lnTo>
                      <a:pt x="408" y="426"/>
                    </a:lnTo>
                    <a:lnTo>
                      <a:pt x="408" y="422"/>
                    </a:lnTo>
                    <a:lnTo>
                      <a:pt x="410" y="422"/>
                    </a:lnTo>
                    <a:lnTo>
                      <a:pt x="414" y="422"/>
                    </a:lnTo>
                    <a:lnTo>
                      <a:pt x="418" y="422"/>
                    </a:lnTo>
                    <a:lnTo>
                      <a:pt x="422" y="422"/>
                    </a:lnTo>
                    <a:lnTo>
                      <a:pt x="424" y="422"/>
                    </a:lnTo>
                    <a:lnTo>
                      <a:pt x="428" y="422"/>
                    </a:lnTo>
                    <a:lnTo>
                      <a:pt x="428" y="418"/>
                    </a:lnTo>
                    <a:lnTo>
                      <a:pt x="432" y="418"/>
                    </a:lnTo>
                    <a:lnTo>
                      <a:pt x="436" y="418"/>
                    </a:lnTo>
                    <a:lnTo>
                      <a:pt x="436" y="414"/>
                    </a:lnTo>
                    <a:lnTo>
                      <a:pt x="440" y="418"/>
                    </a:lnTo>
                    <a:lnTo>
                      <a:pt x="440" y="422"/>
                    </a:lnTo>
                    <a:lnTo>
                      <a:pt x="440" y="418"/>
                    </a:lnTo>
                    <a:lnTo>
                      <a:pt x="440" y="422"/>
                    </a:lnTo>
                    <a:lnTo>
                      <a:pt x="444" y="422"/>
                    </a:lnTo>
                    <a:lnTo>
                      <a:pt x="444" y="426"/>
                    </a:lnTo>
                    <a:lnTo>
                      <a:pt x="444" y="422"/>
                    </a:lnTo>
                    <a:lnTo>
                      <a:pt x="448" y="422"/>
                    </a:lnTo>
                    <a:lnTo>
                      <a:pt x="450" y="422"/>
                    </a:lnTo>
                    <a:lnTo>
                      <a:pt x="450" y="426"/>
                    </a:lnTo>
                    <a:lnTo>
                      <a:pt x="454" y="430"/>
                    </a:lnTo>
                    <a:lnTo>
                      <a:pt x="450" y="430"/>
                    </a:lnTo>
                    <a:lnTo>
                      <a:pt x="454" y="430"/>
                    </a:lnTo>
                    <a:lnTo>
                      <a:pt x="454" y="434"/>
                    </a:lnTo>
                    <a:lnTo>
                      <a:pt x="454" y="430"/>
                    </a:lnTo>
                    <a:lnTo>
                      <a:pt x="454" y="426"/>
                    </a:lnTo>
                    <a:lnTo>
                      <a:pt x="458" y="426"/>
                    </a:lnTo>
                    <a:lnTo>
                      <a:pt x="458" y="430"/>
                    </a:lnTo>
                    <a:lnTo>
                      <a:pt x="458" y="434"/>
                    </a:lnTo>
                    <a:lnTo>
                      <a:pt x="462" y="434"/>
                    </a:lnTo>
                    <a:lnTo>
                      <a:pt x="458" y="430"/>
                    </a:lnTo>
                    <a:lnTo>
                      <a:pt x="462" y="430"/>
                    </a:lnTo>
                    <a:lnTo>
                      <a:pt x="466" y="434"/>
                    </a:lnTo>
                    <a:lnTo>
                      <a:pt x="466" y="436"/>
                    </a:lnTo>
                    <a:lnTo>
                      <a:pt x="470" y="436"/>
                    </a:lnTo>
                    <a:lnTo>
                      <a:pt x="470" y="440"/>
                    </a:lnTo>
                    <a:lnTo>
                      <a:pt x="466" y="440"/>
                    </a:lnTo>
                    <a:lnTo>
                      <a:pt x="462" y="440"/>
                    </a:lnTo>
                    <a:lnTo>
                      <a:pt x="458" y="440"/>
                    </a:lnTo>
                    <a:lnTo>
                      <a:pt x="458" y="436"/>
                    </a:lnTo>
                    <a:lnTo>
                      <a:pt x="458" y="440"/>
                    </a:lnTo>
                    <a:lnTo>
                      <a:pt x="462" y="440"/>
                    </a:lnTo>
                    <a:lnTo>
                      <a:pt x="466" y="440"/>
                    </a:lnTo>
                    <a:lnTo>
                      <a:pt x="466" y="444"/>
                    </a:lnTo>
                    <a:lnTo>
                      <a:pt x="466" y="448"/>
                    </a:lnTo>
                    <a:lnTo>
                      <a:pt x="470" y="448"/>
                    </a:lnTo>
                    <a:lnTo>
                      <a:pt x="470" y="452"/>
                    </a:lnTo>
                    <a:lnTo>
                      <a:pt x="474" y="452"/>
                    </a:lnTo>
                    <a:lnTo>
                      <a:pt x="474" y="456"/>
                    </a:lnTo>
                    <a:lnTo>
                      <a:pt x="478" y="456"/>
                    </a:lnTo>
                    <a:lnTo>
                      <a:pt x="474" y="452"/>
                    </a:lnTo>
                    <a:lnTo>
                      <a:pt x="474" y="448"/>
                    </a:lnTo>
                    <a:lnTo>
                      <a:pt x="470" y="448"/>
                    </a:lnTo>
                    <a:lnTo>
                      <a:pt x="470" y="444"/>
                    </a:lnTo>
                    <a:lnTo>
                      <a:pt x="470" y="440"/>
                    </a:lnTo>
                    <a:lnTo>
                      <a:pt x="474" y="440"/>
                    </a:lnTo>
                    <a:lnTo>
                      <a:pt x="470" y="440"/>
                    </a:lnTo>
                    <a:lnTo>
                      <a:pt x="474" y="440"/>
                    </a:lnTo>
                    <a:lnTo>
                      <a:pt x="474" y="444"/>
                    </a:lnTo>
                    <a:lnTo>
                      <a:pt x="474" y="440"/>
                    </a:lnTo>
                    <a:lnTo>
                      <a:pt x="470" y="440"/>
                    </a:lnTo>
                    <a:lnTo>
                      <a:pt x="474" y="444"/>
                    </a:lnTo>
                    <a:lnTo>
                      <a:pt x="474" y="440"/>
                    </a:lnTo>
                    <a:lnTo>
                      <a:pt x="478" y="440"/>
                    </a:lnTo>
                    <a:lnTo>
                      <a:pt x="478" y="444"/>
                    </a:lnTo>
                    <a:lnTo>
                      <a:pt x="480" y="444"/>
                    </a:lnTo>
                    <a:lnTo>
                      <a:pt x="478" y="444"/>
                    </a:lnTo>
                    <a:lnTo>
                      <a:pt x="478" y="440"/>
                    </a:lnTo>
                    <a:lnTo>
                      <a:pt x="478" y="436"/>
                    </a:lnTo>
                    <a:lnTo>
                      <a:pt x="474" y="436"/>
                    </a:lnTo>
                    <a:lnTo>
                      <a:pt x="470" y="434"/>
                    </a:lnTo>
                    <a:lnTo>
                      <a:pt x="474" y="430"/>
                    </a:lnTo>
                    <a:lnTo>
                      <a:pt x="470" y="426"/>
                    </a:lnTo>
                    <a:lnTo>
                      <a:pt x="466" y="426"/>
                    </a:lnTo>
                    <a:lnTo>
                      <a:pt x="466" y="422"/>
                    </a:lnTo>
                    <a:lnTo>
                      <a:pt x="466" y="418"/>
                    </a:lnTo>
                    <a:lnTo>
                      <a:pt x="470" y="418"/>
                    </a:lnTo>
                    <a:lnTo>
                      <a:pt x="466" y="414"/>
                    </a:lnTo>
                    <a:lnTo>
                      <a:pt x="470" y="414"/>
                    </a:lnTo>
                    <a:lnTo>
                      <a:pt x="474" y="414"/>
                    </a:lnTo>
                    <a:lnTo>
                      <a:pt x="478" y="414"/>
                    </a:lnTo>
                    <a:lnTo>
                      <a:pt x="480" y="414"/>
                    </a:lnTo>
                    <a:lnTo>
                      <a:pt x="484" y="414"/>
                    </a:lnTo>
                    <a:lnTo>
                      <a:pt x="484" y="410"/>
                    </a:lnTo>
                    <a:lnTo>
                      <a:pt x="488" y="410"/>
                    </a:lnTo>
                    <a:lnTo>
                      <a:pt x="488" y="408"/>
                    </a:lnTo>
                    <a:lnTo>
                      <a:pt x="492" y="408"/>
                    </a:lnTo>
                    <a:lnTo>
                      <a:pt x="500" y="408"/>
                    </a:lnTo>
                    <a:lnTo>
                      <a:pt x="500" y="404"/>
                    </a:lnTo>
                    <a:lnTo>
                      <a:pt x="500" y="400"/>
                    </a:lnTo>
                    <a:lnTo>
                      <a:pt x="496" y="400"/>
                    </a:lnTo>
                    <a:lnTo>
                      <a:pt x="492" y="404"/>
                    </a:lnTo>
                    <a:lnTo>
                      <a:pt x="488" y="404"/>
                    </a:lnTo>
                    <a:lnTo>
                      <a:pt x="484" y="404"/>
                    </a:lnTo>
                    <a:lnTo>
                      <a:pt x="488" y="408"/>
                    </a:lnTo>
                    <a:lnTo>
                      <a:pt x="484" y="408"/>
                    </a:lnTo>
                    <a:lnTo>
                      <a:pt x="480" y="408"/>
                    </a:lnTo>
                    <a:lnTo>
                      <a:pt x="478" y="410"/>
                    </a:lnTo>
                    <a:lnTo>
                      <a:pt x="478" y="408"/>
                    </a:lnTo>
                    <a:lnTo>
                      <a:pt x="474" y="408"/>
                    </a:lnTo>
                    <a:lnTo>
                      <a:pt x="470" y="408"/>
                    </a:lnTo>
                    <a:lnTo>
                      <a:pt x="470" y="410"/>
                    </a:lnTo>
                    <a:lnTo>
                      <a:pt x="474" y="410"/>
                    </a:lnTo>
                    <a:lnTo>
                      <a:pt x="470" y="410"/>
                    </a:lnTo>
                    <a:lnTo>
                      <a:pt x="466" y="410"/>
                    </a:lnTo>
                    <a:lnTo>
                      <a:pt x="462" y="410"/>
                    </a:lnTo>
                    <a:lnTo>
                      <a:pt x="462" y="414"/>
                    </a:lnTo>
                    <a:lnTo>
                      <a:pt x="462" y="410"/>
                    </a:lnTo>
                    <a:lnTo>
                      <a:pt x="462" y="414"/>
                    </a:lnTo>
                    <a:lnTo>
                      <a:pt x="462" y="410"/>
                    </a:lnTo>
                    <a:lnTo>
                      <a:pt x="462" y="408"/>
                    </a:lnTo>
                    <a:lnTo>
                      <a:pt x="458" y="408"/>
                    </a:lnTo>
                    <a:lnTo>
                      <a:pt x="458" y="410"/>
                    </a:lnTo>
                    <a:lnTo>
                      <a:pt x="454" y="410"/>
                    </a:lnTo>
                    <a:lnTo>
                      <a:pt x="454" y="408"/>
                    </a:lnTo>
                    <a:lnTo>
                      <a:pt x="458" y="408"/>
                    </a:lnTo>
                    <a:lnTo>
                      <a:pt x="458" y="404"/>
                    </a:lnTo>
                    <a:lnTo>
                      <a:pt x="462" y="404"/>
                    </a:lnTo>
                    <a:lnTo>
                      <a:pt x="462" y="400"/>
                    </a:lnTo>
                    <a:lnTo>
                      <a:pt x="466" y="400"/>
                    </a:lnTo>
                    <a:lnTo>
                      <a:pt x="470" y="400"/>
                    </a:lnTo>
                    <a:lnTo>
                      <a:pt x="474" y="400"/>
                    </a:lnTo>
                    <a:lnTo>
                      <a:pt x="478" y="400"/>
                    </a:lnTo>
                    <a:lnTo>
                      <a:pt x="480" y="396"/>
                    </a:lnTo>
                    <a:lnTo>
                      <a:pt x="484" y="396"/>
                    </a:lnTo>
                    <a:lnTo>
                      <a:pt x="492" y="392"/>
                    </a:lnTo>
                    <a:lnTo>
                      <a:pt x="496" y="396"/>
                    </a:lnTo>
                    <a:lnTo>
                      <a:pt x="500" y="396"/>
                    </a:lnTo>
                    <a:lnTo>
                      <a:pt x="504" y="400"/>
                    </a:lnTo>
                    <a:lnTo>
                      <a:pt x="504" y="404"/>
                    </a:lnTo>
                    <a:lnTo>
                      <a:pt x="500" y="408"/>
                    </a:lnTo>
                    <a:lnTo>
                      <a:pt x="504" y="408"/>
                    </a:lnTo>
                    <a:lnTo>
                      <a:pt x="508" y="410"/>
                    </a:lnTo>
                    <a:lnTo>
                      <a:pt x="508" y="408"/>
                    </a:lnTo>
                    <a:lnTo>
                      <a:pt x="510" y="408"/>
                    </a:lnTo>
                    <a:lnTo>
                      <a:pt x="510" y="410"/>
                    </a:lnTo>
                    <a:lnTo>
                      <a:pt x="514" y="410"/>
                    </a:lnTo>
                    <a:lnTo>
                      <a:pt x="514" y="414"/>
                    </a:lnTo>
                    <a:lnTo>
                      <a:pt x="518" y="414"/>
                    </a:lnTo>
                    <a:lnTo>
                      <a:pt x="522" y="414"/>
                    </a:lnTo>
                    <a:lnTo>
                      <a:pt x="526" y="414"/>
                    </a:lnTo>
                    <a:lnTo>
                      <a:pt x="530" y="414"/>
                    </a:lnTo>
                    <a:lnTo>
                      <a:pt x="530" y="410"/>
                    </a:lnTo>
                    <a:lnTo>
                      <a:pt x="534" y="410"/>
                    </a:lnTo>
                    <a:lnTo>
                      <a:pt x="534" y="414"/>
                    </a:lnTo>
                    <a:lnTo>
                      <a:pt x="534" y="418"/>
                    </a:lnTo>
                    <a:lnTo>
                      <a:pt x="536" y="418"/>
                    </a:lnTo>
                    <a:lnTo>
                      <a:pt x="540" y="422"/>
                    </a:lnTo>
                    <a:lnTo>
                      <a:pt x="544" y="422"/>
                    </a:lnTo>
                    <a:lnTo>
                      <a:pt x="548" y="422"/>
                    </a:lnTo>
                    <a:lnTo>
                      <a:pt x="552" y="422"/>
                    </a:lnTo>
                    <a:lnTo>
                      <a:pt x="556" y="422"/>
                    </a:lnTo>
                    <a:lnTo>
                      <a:pt x="560" y="426"/>
                    </a:lnTo>
                    <a:lnTo>
                      <a:pt x="560" y="422"/>
                    </a:lnTo>
                    <a:lnTo>
                      <a:pt x="564" y="422"/>
                    </a:lnTo>
                    <a:lnTo>
                      <a:pt x="566" y="422"/>
                    </a:lnTo>
                    <a:lnTo>
                      <a:pt x="570" y="422"/>
                    </a:lnTo>
                    <a:lnTo>
                      <a:pt x="574" y="418"/>
                    </a:lnTo>
                    <a:lnTo>
                      <a:pt x="578" y="418"/>
                    </a:lnTo>
                    <a:lnTo>
                      <a:pt x="578" y="422"/>
                    </a:lnTo>
                    <a:lnTo>
                      <a:pt x="582" y="422"/>
                    </a:lnTo>
                    <a:lnTo>
                      <a:pt x="586" y="422"/>
                    </a:lnTo>
                    <a:lnTo>
                      <a:pt x="590" y="422"/>
                    </a:lnTo>
                    <a:lnTo>
                      <a:pt x="592" y="422"/>
                    </a:lnTo>
                    <a:lnTo>
                      <a:pt x="596" y="422"/>
                    </a:lnTo>
                    <a:lnTo>
                      <a:pt x="600" y="422"/>
                    </a:lnTo>
                    <a:lnTo>
                      <a:pt x="604" y="422"/>
                    </a:lnTo>
                    <a:lnTo>
                      <a:pt x="600" y="418"/>
                    </a:lnTo>
                    <a:lnTo>
                      <a:pt x="596" y="418"/>
                    </a:lnTo>
                    <a:lnTo>
                      <a:pt x="596" y="414"/>
                    </a:lnTo>
                    <a:lnTo>
                      <a:pt x="600" y="414"/>
                    </a:lnTo>
                    <a:lnTo>
                      <a:pt x="604" y="418"/>
                    </a:lnTo>
                    <a:lnTo>
                      <a:pt x="608" y="422"/>
                    </a:lnTo>
                    <a:lnTo>
                      <a:pt x="612" y="426"/>
                    </a:lnTo>
                    <a:lnTo>
                      <a:pt x="616" y="426"/>
                    </a:lnTo>
                    <a:lnTo>
                      <a:pt x="620" y="426"/>
                    </a:lnTo>
                    <a:lnTo>
                      <a:pt x="620" y="422"/>
                    </a:lnTo>
                    <a:lnTo>
                      <a:pt x="620" y="418"/>
                    </a:lnTo>
                    <a:lnTo>
                      <a:pt x="616" y="418"/>
                    </a:lnTo>
                    <a:lnTo>
                      <a:pt x="612" y="414"/>
                    </a:lnTo>
                    <a:lnTo>
                      <a:pt x="612" y="418"/>
                    </a:lnTo>
                    <a:lnTo>
                      <a:pt x="608" y="418"/>
                    </a:lnTo>
                    <a:lnTo>
                      <a:pt x="608" y="422"/>
                    </a:lnTo>
                    <a:lnTo>
                      <a:pt x="604" y="418"/>
                    </a:lnTo>
                    <a:lnTo>
                      <a:pt x="604" y="414"/>
                    </a:lnTo>
                    <a:lnTo>
                      <a:pt x="600" y="410"/>
                    </a:lnTo>
                    <a:lnTo>
                      <a:pt x="600" y="414"/>
                    </a:lnTo>
                    <a:lnTo>
                      <a:pt x="604" y="414"/>
                    </a:lnTo>
                    <a:lnTo>
                      <a:pt x="604" y="410"/>
                    </a:lnTo>
                    <a:lnTo>
                      <a:pt x="600" y="410"/>
                    </a:lnTo>
                    <a:lnTo>
                      <a:pt x="600" y="408"/>
                    </a:lnTo>
                    <a:lnTo>
                      <a:pt x="596" y="408"/>
                    </a:lnTo>
                    <a:lnTo>
                      <a:pt x="600" y="408"/>
                    </a:lnTo>
                    <a:lnTo>
                      <a:pt x="604" y="408"/>
                    </a:lnTo>
                    <a:lnTo>
                      <a:pt x="608" y="408"/>
                    </a:lnTo>
                    <a:lnTo>
                      <a:pt x="612" y="408"/>
                    </a:lnTo>
                    <a:lnTo>
                      <a:pt x="608" y="408"/>
                    </a:lnTo>
                    <a:lnTo>
                      <a:pt x="608" y="404"/>
                    </a:lnTo>
                    <a:lnTo>
                      <a:pt x="612" y="404"/>
                    </a:lnTo>
                    <a:lnTo>
                      <a:pt x="616" y="408"/>
                    </a:lnTo>
                    <a:lnTo>
                      <a:pt x="616" y="404"/>
                    </a:lnTo>
                    <a:lnTo>
                      <a:pt x="620" y="404"/>
                    </a:lnTo>
                    <a:lnTo>
                      <a:pt x="620" y="408"/>
                    </a:lnTo>
                    <a:lnTo>
                      <a:pt x="622" y="408"/>
                    </a:lnTo>
                    <a:lnTo>
                      <a:pt x="622" y="410"/>
                    </a:lnTo>
                    <a:lnTo>
                      <a:pt x="626" y="410"/>
                    </a:lnTo>
                    <a:lnTo>
                      <a:pt x="630" y="410"/>
                    </a:lnTo>
                    <a:lnTo>
                      <a:pt x="630" y="408"/>
                    </a:lnTo>
                    <a:lnTo>
                      <a:pt x="630" y="410"/>
                    </a:lnTo>
                    <a:lnTo>
                      <a:pt x="626" y="414"/>
                    </a:lnTo>
                    <a:lnTo>
                      <a:pt x="630" y="414"/>
                    </a:lnTo>
                    <a:lnTo>
                      <a:pt x="630" y="410"/>
                    </a:lnTo>
                    <a:lnTo>
                      <a:pt x="634" y="410"/>
                    </a:lnTo>
                    <a:lnTo>
                      <a:pt x="638" y="410"/>
                    </a:lnTo>
                    <a:lnTo>
                      <a:pt x="634" y="410"/>
                    </a:lnTo>
                    <a:lnTo>
                      <a:pt x="638" y="414"/>
                    </a:lnTo>
                    <a:lnTo>
                      <a:pt x="634" y="414"/>
                    </a:lnTo>
                    <a:lnTo>
                      <a:pt x="634" y="418"/>
                    </a:lnTo>
                    <a:lnTo>
                      <a:pt x="634" y="422"/>
                    </a:lnTo>
                    <a:lnTo>
                      <a:pt x="634" y="426"/>
                    </a:lnTo>
                    <a:lnTo>
                      <a:pt x="630" y="426"/>
                    </a:lnTo>
                    <a:lnTo>
                      <a:pt x="630" y="430"/>
                    </a:lnTo>
                    <a:lnTo>
                      <a:pt x="634" y="430"/>
                    </a:lnTo>
                    <a:lnTo>
                      <a:pt x="634" y="434"/>
                    </a:lnTo>
                    <a:lnTo>
                      <a:pt x="634" y="436"/>
                    </a:lnTo>
                    <a:lnTo>
                      <a:pt x="638" y="434"/>
                    </a:lnTo>
                    <a:lnTo>
                      <a:pt x="642" y="434"/>
                    </a:lnTo>
                    <a:lnTo>
                      <a:pt x="642" y="436"/>
                    </a:lnTo>
                    <a:lnTo>
                      <a:pt x="638" y="436"/>
                    </a:lnTo>
                    <a:lnTo>
                      <a:pt x="642" y="436"/>
                    </a:lnTo>
                    <a:lnTo>
                      <a:pt x="646" y="436"/>
                    </a:lnTo>
                    <a:lnTo>
                      <a:pt x="646" y="440"/>
                    </a:lnTo>
                    <a:lnTo>
                      <a:pt x="642" y="440"/>
                    </a:lnTo>
                    <a:lnTo>
                      <a:pt x="638" y="440"/>
                    </a:lnTo>
                    <a:lnTo>
                      <a:pt x="634" y="440"/>
                    </a:lnTo>
                    <a:lnTo>
                      <a:pt x="630" y="440"/>
                    </a:lnTo>
                    <a:lnTo>
                      <a:pt x="630" y="436"/>
                    </a:lnTo>
                    <a:lnTo>
                      <a:pt x="630" y="440"/>
                    </a:lnTo>
                    <a:lnTo>
                      <a:pt x="634" y="440"/>
                    </a:lnTo>
                    <a:lnTo>
                      <a:pt x="634" y="444"/>
                    </a:lnTo>
                    <a:lnTo>
                      <a:pt x="638" y="444"/>
                    </a:lnTo>
                    <a:lnTo>
                      <a:pt x="638" y="448"/>
                    </a:lnTo>
                    <a:lnTo>
                      <a:pt x="642" y="448"/>
                    </a:lnTo>
                    <a:lnTo>
                      <a:pt x="638" y="444"/>
                    </a:lnTo>
                    <a:lnTo>
                      <a:pt x="634" y="444"/>
                    </a:lnTo>
                    <a:lnTo>
                      <a:pt x="634" y="440"/>
                    </a:lnTo>
                    <a:lnTo>
                      <a:pt x="638" y="440"/>
                    </a:lnTo>
                    <a:lnTo>
                      <a:pt x="642" y="440"/>
                    </a:lnTo>
                    <a:lnTo>
                      <a:pt x="642" y="444"/>
                    </a:lnTo>
                    <a:lnTo>
                      <a:pt x="646" y="444"/>
                    </a:lnTo>
                    <a:lnTo>
                      <a:pt x="650" y="440"/>
                    </a:lnTo>
                    <a:lnTo>
                      <a:pt x="646" y="440"/>
                    </a:lnTo>
                    <a:lnTo>
                      <a:pt x="646" y="436"/>
                    </a:lnTo>
                    <a:lnTo>
                      <a:pt x="650" y="434"/>
                    </a:lnTo>
                    <a:lnTo>
                      <a:pt x="646" y="434"/>
                    </a:lnTo>
                    <a:lnTo>
                      <a:pt x="646" y="430"/>
                    </a:lnTo>
                    <a:lnTo>
                      <a:pt x="646" y="426"/>
                    </a:lnTo>
                    <a:lnTo>
                      <a:pt x="642" y="426"/>
                    </a:lnTo>
                    <a:lnTo>
                      <a:pt x="642" y="422"/>
                    </a:lnTo>
                    <a:lnTo>
                      <a:pt x="646" y="418"/>
                    </a:lnTo>
                    <a:lnTo>
                      <a:pt x="642" y="418"/>
                    </a:lnTo>
                    <a:lnTo>
                      <a:pt x="646" y="418"/>
                    </a:lnTo>
                    <a:lnTo>
                      <a:pt x="646" y="414"/>
                    </a:lnTo>
                    <a:lnTo>
                      <a:pt x="650" y="414"/>
                    </a:lnTo>
                    <a:lnTo>
                      <a:pt x="652" y="414"/>
                    </a:lnTo>
                    <a:lnTo>
                      <a:pt x="656" y="414"/>
                    </a:lnTo>
                    <a:lnTo>
                      <a:pt x="660" y="410"/>
                    </a:lnTo>
                    <a:lnTo>
                      <a:pt x="664" y="410"/>
                    </a:lnTo>
                    <a:lnTo>
                      <a:pt x="664" y="408"/>
                    </a:lnTo>
                    <a:lnTo>
                      <a:pt x="660" y="408"/>
                    </a:lnTo>
                    <a:lnTo>
                      <a:pt x="664" y="408"/>
                    </a:lnTo>
                    <a:lnTo>
                      <a:pt x="664" y="404"/>
                    </a:lnTo>
                    <a:lnTo>
                      <a:pt x="668" y="404"/>
                    </a:lnTo>
                    <a:lnTo>
                      <a:pt x="672" y="404"/>
                    </a:lnTo>
                    <a:lnTo>
                      <a:pt x="672" y="400"/>
                    </a:lnTo>
                    <a:lnTo>
                      <a:pt x="668" y="400"/>
                    </a:lnTo>
                    <a:lnTo>
                      <a:pt x="668" y="396"/>
                    </a:lnTo>
                    <a:lnTo>
                      <a:pt x="672" y="396"/>
                    </a:lnTo>
                    <a:lnTo>
                      <a:pt x="672" y="392"/>
                    </a:lnTo>
                    <a:lnTo>
                      <a:pt x="668" y="392"/>
                    </a:lnTo>
                    <a:lnTo>
                      <a:pt x="664" y="392"/>
                    </a:lnTo>
                    <a:lnTo>
                      <a:pt x="664" y="396"/>
                    </a:lnTo>
                    <a:lnTo>
                      <a:pt x="668" y="396"/>
                    </a:lnTo>
                    <a:lnTo>
                      <a:pt x="668" y="392"/>
                    </a:lnTo>
                    <a:lnTo>
                      <a:pt x="668" y="396"/>
                    </a:lnTo>
                    <a:lnTo>
                      <a:pt x="664" y="396"/>
                    </a:lnTo>
                    <a:lnTo>
                      <a:pt x="660" y="400"/>
                    </a:lnTo>
                    <a:lnTo>
                      <a:pt x="656" y="400"/>
                    </a:lnTo>
                    <a:lnTo>
                      <a:pt x="656" y="396"/>
                    </a:lnTo>
                    <a:lnTo>
                      <a:pt x="656" y="392"/>
                    </a:lnTo>
                    <a:lnTo>
                      <a:pt x="660" y="392"/>
                    </a:lnTo>
                    <a:lnTo>
                      <a:pt x="664" y="388"/>
                    </a:lnTo>
                    <a:lnTo>
                      <a:pt x="660" y="388"/>
                    </a:lnTo>
                    <a:lnTo>
                      <a:pt x="660" y="384"/>
                    </a:lnTo>
                    <a:lnTo>
                      <a:pt x="664" y="380"/>
                    </a:lnTo>
                    <a:lnTo>
                      <a:pt x="668" y="380"/>
                    </a:lnTo>
                    <a:lnTo>
                      <a:pt x="672" y="380"/>
                    </a:lnTo>
                    <a:lnTo>
                      <a:pt x="668" y="380"/>
                    </a:lnTo>
                    <a:lnTo>
                      <a:pt x="668" y="384"/>
                    </a:lnTo>
                    <a:lnTo>
                      <a:pt x="668" y="388"/>
                    </a:lnTo>
                    <a:lnTo>
                      <a:pt x="672" y="384"/>
                    </a:lnTo>
                    <a:lnTo>
                      <a:pt x="676" y="380"/>
                    </a:lnTo>
                    <a:lnTo>
                      <a:pt x="672" y="380"/>
                    </a:lnTo>
                    <a:lnTo>
                      <a:pt x="672" y="378"/>
                    </a:lnTo>
                    <a:lnTo>
                      <a:pt x="668" y="378"/>
                    </a:lnTo>
                    <a:lnTo>
                      <a:pt x="668" y="380"/>
                    </a:lnTo>
                    <a:lnTo>
                      <a:pt x="664" y="380"/>
                    </a:lnTo>
                    <a:lnTo>
                      <a:pt x="660" y="380"/>
                    </a:lnTo>
                    <a:lnTo>
                      <a:pt x="660" y="378"/>
                    </a:lnTo>
                    <a:lnTo>
                      <a:pt x="656" y="378"/>
                    </a:lnTo>
                    <a:lnTo>
                      <a:pt x="656" y="374"/>
                    </a:lnTo>
                    <a:lnTo>
                      <a:pt x="652" y="374"/>
                    </a:lnTo>
                    <a:lnTo>
                      <a:pt x="656" y="378"/>
                    </a:lnTo>
                    <a:lnTo>
                      <a:pt x="652" y="378"/>
                    </a:lnTo>
                    <a:lnTo>
                      <a:pt x="650" y="378"/>
                    </a:lnTo>
                    <a:lnTo>
                      <a:pt x="650" y="374"/>
                    </a:lnTo>
                    <a:lnTo>
                      <a:pt x="646" y="374"/>
                    </a:lnTo>
                    <a:lnTo>
                      <a:pt x="642" y="374"/>
                    </a:lnTo>
                    <a:lnTo>
                      <a:pt x="642" y="370"/>
                    </a:lnTo>
                    <a:lnTo>
                      <a:pt x="638" y="370"/>
                    </a:lnTo>
                    <a:lnTo>
                      <a:pt x="634" y="370"/>
                    </a:lnTo>
                    <a:lnTo>
                      <a:pt x="634" y="366"/>
                    </a:lnTo>
                    <a:lnTo>
                      <a:pt x="630" y="366"/>
                    </a:lnTo>
                    <a:lnTo>
                      <a:pt x="630" y="362"/>
                    </a:lnTo>
                    <a:lnTo>
                      <a:pt x="630" y="358"/>
                    </a:lnTo>
                    <a:lnTo>
                      <a:pt x="634" y="350"/>
                    </a:lnTo>
                    <a:lnTo>
                      <a:pt x="638" y="350"/>
                    </a:lnTo>
                    <a:lnTo>
                      <a:pt x="634" y="350"/>
                    </a:lnTo>
                    <a:lnTo>
                      <a:pt x="638" y="348"/>
                    </a:lnTo>
                    <a:lnTo>
                      <a:pt x="634" y="348"/>
                    </a:lnTo>
                    <a:lnTo>
                      <a:pt x="634" y="350"/>
                    </a:lnTo>
                    <a:lnTo>
                      <a:pt x="630" y="348"/>
                    </a:lnTo>
                    <a:lnTo>
                      <a:pt x="626" y="348"/>
                    </a:lnTo>
                    <a:lnTo>
                      <a:pt x="626" y="344"/>
                    </a:lnTo>
                    <a:lnTo>
                      <a:pt x="630" y="344"/>
                    </a:lnTo>
                    <a:lnTo>
                      <a:pt x="630" y="340"/>
                    </a:lnTo>
                    <a:lnTo>
                      <a:pt x="630" y="336"/>
                    </a:lnTo>
                    <a:lnTo>
                      <a:pt x="630" y="340"/>
                    </a:lnTo>
                    <a:lnTo>
                      <a:pt x="630" y="336"/>
                    </a:lnTo>
                    <a:lnTo>
                      <a:pt x="630" y="332"/>
                    </a:lnTo>
                    <a:lnTo>
                      <a:pt x="634" y="332"/>
                    </a:lnTo>
                    <a:lnTo>
                      <a:pt x="634" y="328"/>
                    </a:lnTo>
                    <a:lnTo>
                      <a:pt x="638" y="328"/>
                    </a:lnTo>
                    <a:lnTo>
                      <a:pt x="638" y="332"/>
                    </a:lnTo>
                    <a:lnTo>
                      <a:pt x="642" y="332"/>
                    </a:lnTo>
                    <a:lnTo>
                      <a:pt x="646" y="332"/>
                    </a:lnTo>
                    <a:lnTo>
                      <a:pt x="642" y="328"/>
                    </a:lnTo>
                    <a:lnTo>
                      <a:pt x="638" y="328"/>
                    </a:lnTo>
                    <a:lnTo>
                      <a:pt x="638" y="324"/>
                    </a:lnTo>
                    <a:lnTo>
                      <a:pt x="642" y="324"/>
                    </a:lnTo>
                    <a:lnTo>
                      <a:pt x="642" y="322"/>
                    </a:lnTo>
                    <a:lnTo>
                      <a:pt x="646" y="322"/>
                    </a:lnTo>
                    <a:lnTo>
                      <a:pt x="650" y="318"/>
                    </a:lnTo>
                    <a:lnTo>
                      <a:pt x="652" y="318"/>
                    </a:lnTo>
                    <a:lnTo>
                      <a:pt x="656" y="318"/>
                    </a:lnTo>
                    <a:lnTo>
                      <a:pt x="652" y="318"/>
                    </a:lnTo>
                    <a:lnTo>
                      <a:pt x="650" y="318"/>
                    </a:lnTo>
                    <a:lnTo>
                      <a:pt x="652" y="314"/>
                    </a:lnTo>
                    <a:lnTo>
                      <a:pt x="656" y="314"/>
                    </a:lnTo>
                    <a:lnTo>
                      <a:pt x="660" y="318"/>
                    </a:lnTo>
                    <a:lnTo>
                      <a:pt x="656" y="318"/>
                    </a:lnTo>
                    <a:lnTo>
                      <a:pt x="656" y="322"/>
                    </a:lnTo>
                    <a:lnTo>
                      <a:pt x="656" y="318"/>
                    </a:lnTo>
                    <a:lnTo>
                      <a:pt x="660" y="318"/>
                    </a:lnTo>
                    <a:lnTo>
                      <a:pt x="660" y="322"/>
                    </a:lnTo>
                    <a:lnTo>
                      <a:pt x="664" y="322"/>
                    </a:lnTo>
                    <a:lnTo>
                      <a:pt x="668" y="322"/>
                    </a:lnTo>
                    <a:lnTo>
                      <a:pt x="668" y="324"/>
                    </a:lnTo>
                    <a:lnTo>
                      <a:pt x="672" y="324"/>
                    </a:lnTo>
                    <a:lnTo>
                      <a:pt x="676" y="328"/>
                    </a:lnTo>
                    <a:lnTo>
                      <a:pt x="678" y="332"/>
                    </a:lnTo>
                    <a:lnTo>
                      <a:pt x="678" y="336"/>
                    </a:lnTo>
                    <a:lnTo>
                      <a:pt x="682" y="336"/>
                    </a:lnTo>
                    <a:lnTo>
                      <a:pt x="682" y="340"/>
                    </a:lnTo>
                    <a:lnTo>
                      <a:pt x="678" y="344"/>
                    </a:lnTo>
                    <a:lnTo>
                      <a:pt x="682" y="344"/>
                    </a:lnTo>
                    <a:lnTo>
                      <a:pt x="682" y="348"/>
                    </a:lnTo>
                    <a:lnTo>
                      <a:pt x="686" y="348"/>
                    </a:lnTo>
                    <a:lnTo>
                      <a:pt x="690" y="350"/>
                    </a:lnTo>
                    <a:lnTo>
                      <a:pt x="690" y="354"/>
                    </a:lnTo>
                    <a:lnTo>
                      <a:pt x="694" y="354"/>
                    </a:lnTo>
                    <a:lnTo>
                      <a:pt x="694" y="358"/>
                    </a:lnTo>
                    <a:lnTo>
                      <a:pt x="694" y="354"/>
                    </a:lnTo>
                    <a:lnTo>
                      <a:pt x="698" y="354"/>
                    </a:lnTo>
                    <a:lnTo>
                      <a:pt x="698" y="358"/>
                    </a:lnTo>
                    <a:lnTo>
                      <a:pt x="702" y="362"/>
                    </a:lnTo>
                    <a:lnTo>
                      <a:pt x="698" y="362"/>
                    </a:lnTo>
                    <a:lnTo>
                      <a:pt x="694" y="362"/>
                    </a:lnTo>
                    <a:lnTo>
                      <a:pt x="690" y="358"/>
                    </a:lnTo>
                    <a:lnTo>
                      <a:pt x="690" y="362"/>
                    </a:lnTo>
                    <a:lnTo>
                      <a:pt x="686" y="362"/>
                    </a:lnTo>
                    <a:lnTo>
                      <a:pt x="690" y="362"/>
                    </a:lnTo>
                    <a:lnTo>
                      <a:pt x="694" y="362"/>
                    </a:lnTo>
                    <a:lnTo>
                      <a:pt x="694" y="366"/>
                    </a:lnTo>
                    <a:lnTo>
                      <a:pt x="690" y="366"/>
                    </a:lnTo>
                    <a:lnTo>
                      <a:pt x="686" y="370"/>
                    </a:lnTo>
                    <a:lnTo>
                      <a:pt x="682" y="374"/>
                    </a:lnTo>
                    <a:lnTo>
                      <a:pt x="686" y="374"/>
                    </a:lnTo>
                    <a:lnTo>
                      <a:pt x="682" y="374"/>
                    </a:lnTo>
                    <a:lnTo>
                      <a:pt x="678" y="374"/>
                    </a:lnTo>
                    <a:lnTo>
                      <a:pt x="682" y="374"/>
                    </a:lnTo>
                    <a:lnTo>
                      <a:pt x="686" y="374"/>
                    </a:lnTo>
                    <a:lnTo>
                      <a:pt x="690" y="374"/>
                    </a:lnTo>
                    <a:lnTo>
                      <a:pt x="694" y="378"/>
                    </a:lnTo>
                    <a:lnTo>
                      <a:pt x="690" y="378"/>
                    </a:lnTo>
                    <a:lnTo>
                      <a:pt x="690" y="374"/>
                    </a:lnTo>
                    <a:lnTo>
                      <a:pt x="690" y="378"/>
                    </a:lnTo>
                    <a:lnTo>
                      <a:pt x="694" y="378"/>
                    </a:lnTo>
                    <a:lnTo>
                      <a:pt x="698" y="378"/>
                    </a:lnTo>
                    <a:lnTo>
                      <a:pt x="702" y="374"/>
                    </a:lnTo>
                    <a:lnTo>
                      <a:pt x="706" y="374"/>
                    </a:lnTo>
                    <a:lnTo>
                      <a:pt x="702" y="378"/>
                    </a:lnTo>
                    <a:lnTo>
                      <a:pt x="706" y="378"/>
                    </a:lnTo>
                    <a:lnTo>
                      <a:pt x="708" y="378"/>
                    </a:lnTo>
                    <a:lnTo>
                      <a:pt x="712" y="378"/>
                    </a:lnTo>
                    <a:lnTo>
                      <a:pt x="716" y="378"/>
                    </a:lnTo>
                    <a:lnTo>
                      <a:pt x="716" y="380"/>
                    </a:lnTo>
                    <a:lnTo>
                      <a:pt x="712" y="380"/>
                    </a:lnTo>
                    <a:lnTo>
                      <a:pt x="708" y="380"/>
                    </a:lnTo>
                    <a:lnTo>
                      <a:pt x="708" y="384"/>
                    </a:lnTo>
                    <a:lnTo>
                      <a:pt x="706" y="384"/>
                    </a:lnTo>
                    <a:lnTo>
                      <a:pt x="702" y="384"/>
                    </a:lnTo>
                    <a:lnTo>
                      <a:pt x="702" y="380"/>
                    </a:lnTo>
                    <a:lnTo>
                      <a:pt x="702" y="384"/>
                    </a:lnTo>
                    <a:lnTo>
                      <a:pt x="706" y="384"/>
                    </a:lnTo>
                    <a:lnTo>
                      <a:pt x="708" y="384"/>
                    </a:lnTo>
                    <a:lnTo>
                      <a:pt x="708" y="388"/>
                    </a:lnTo>
                    <a:lnTo>
                      <a:pt x="712" y="388"/>
                    </a:lnTo>
                    <a:lnTo>
                      <a:pt x="712" y="392"/>
                    </a:lnTo>
                    <a:lnTo>
                      <a:pt x="716" y="392"/>
                    </a:lnTo>
                    <a:lnTo>
                      <a:pt x="716" y="396"/>
                    </a:lnTo>
                    <a:lnTo>
                      <a:pt x="712" y="396"/>
                    </a:lnTo>
                    <a:lnTo>
                      <a:pt x="716" y="400"/>
                    </a:lnTo>
                    <a:lnTo>
                      <a:pt x="716" y="404"/>
                    </a:lnTo>
                    <a:lnTo>
                      <a:pt x="712" y="404"/>
                    </a:lnTo>
                    <a:lnTo>
                      <a:pt x="712" y="408"/>
                    </a:lnTo>
                    <a:lnTo>
                      <a:pt x="716" y="408"/>
                    </a:lnTo>
                    <a:lnTo>
                      <a:pt x="716" y="410"/>
                    </a:lnTo>
                    <a:lnTo>
                      <a:pt x="720" y="410"/>
                    </a:lnTo>
                    <a:lnTo>
                      <a:pt x="720" y="408"/>
                    </a:lnTo>
                    <a:lnTo>
                      <a:pt x="724" y="408"/>
                    </a:lnTo>
                    <a:lnTo>
                      <a:pt x="724" y="404"/>
                    </a:lnTo>
                    <a:lnTo>
                      <a:pt x="724" y="400"/>
                    </a:lnTo>
                    <a:lnTo>
                      <a:pt x="728" y="396"/>
                    </a:lnTo>
                    <a:lnTo>
                      <a:pt x="724" y="392"/>
                    </a:lnTo>
                    <a:lnTo>
                      <a:pt x="728" y="392"/>
                    </a:lnTo>
                    <a:lnTo>
                      <a:pt x="728" y="388"/>
                    </a:lnTo>
                    <a:lnTo>
                      <a:pt x="732" y="388"/>
                    </a:lnTo>
                    <a:lnTo>
                      <a:pt x="732" y="384"/>
                    </a:lnTo>
                    <a:lnTo>
                      <a:pt x="734" y="384"/>
                    </a:lnTo>
                    <a:lnTo>
                      <a:pt x="738" y="388"/>
                    </a:lnTo>
                    <a:lnTo>
                      <a:pt x="742" y="388"/>
                    </a:lnTo>
                    <a:lnTo>
                      <a:pt x="742" y="392"/>
                    </a:lnTo>
                    <a:lnTo>
                      <a:pt x="746" y="392"/>
                    </a:lnTo>
                    <a:lnTo>
                      <a:pt x="748" y="396"/>
                    </a:lnTo>
                    <a:lnTo>
                      <a:pt x="748" y="400"/>
                    </a:lnTo>
                    <a:lnTo>
                      <a:pt x="748" y="404"/>
                    </a:lnTo>
                    <a:lnTo>
                      <a:pt x="752" y="404"/>
                    </a:lnTo>
                    <a:lnTo>
                      <a:pt x="752" y="408"/>
                    </a:lnTo>
                    <a:lnTo>
                      <a:pt x="752" y="410"/>
                    </a:lnTo>
                    <a:lnTo>
                      <a:pt x="748" y="410"/>
                    </a:lnTo>
                    <a:lnTo>
                      <a:pt x="746" y="408"/>
                    </a:lnTo>
                    <a:lnTo>
                      <a:pt x="746" y="410"/>
                    </a:lnTo>
                    <a:lnTo>
                      <a:pt x="746" y="414"/>
                    </a:lnTo>
                    <a:lnTo>
                      <a:pt x="746" y="418"/>
                    </a:lnTo>
                    <a:lnTo>
                      <a:pt x="746" y="422"/>
                    </a:lnTo>
                    <a:lnTo>
                      <a:pt x="746" y="426"/>
                    </a:lnTo>
                    <a:lnTo>
                      <a:pt x="748" y="426"/>
                    </a:lnTo>
                    <a:lnTo>
                      <a:pt x="752" y="426"/>
                    </a:lnTo>
                    <a:lnTo>
                      <a:pt x="752" y="430"/>
                    </a:lnTo>
                    <a:lnTo>
                      <a:pt x="756" y="430"/>
                    </a:lnTo>
                    <a:lnTo>
                      <a:pt x="756" y="434"/>
                    </a:lnTo>
                    <a:lnTo>
                      <a:pt x="756" y="436"/>
                    </a:lnTo>
                    <a:lnTo>
                      <a:pt x="760" y="436"/>
                    </a:lnTo>
                    <a:lnTo>
                      <a:pt x="764" y="436"/>
                    </a:lnTo>
                    <a:lnTo>
                      <a:pt x="764" y="434"/>
                    </a:lnTo>
                    <a:lnTo>
                      <a:pt x="764" y="430"/>
                    </a:lnTo>
                    <a:lnTo>
                      <a:pt x="768" y="430"/>
                    </a:lnTo>
                    <a:lnTo>
                      <a:pt x="768" y="434"/>
                    </a:lnTo>
                    <a:lnTo>
                      <a:pt x="772" y="434"/>
                    </a:lnTo>
                    <a:lnTo>
                      <a:pt x="772" y="430"/>
                    </a:lnTo>
                    <a:lnTo>
                      <a:pt x="772" y="426"/>
                    </a:lnTo>
                    <a:lnTo>
                      <a:pt x="772" y="422"/>
                    </a:lnTo>
                    <a:lnTo>
                      <a:pt x="776" y="418"/>
                    </a:lnTo>
                    <a:lnTo>
                      <a:pt x="778" y="414"/>
                    </a:lnTo>
                    <a:lnTo>
                      <a:pt x="778" y="410"/>
                    </a:lnTo>
                    <a:lnTo>
                      <a:pt x="778" y="408"/>
                    </a:lnTo>
                    <a:lnTo>
                      <a:pt x="782" y="408"/>
                    </a:lnTo>
                    <a:lnTo>
                      <a:pt x="782" y="404"/>
                    </a:lnTo>
                    <a:lnTo>
                      <a:pt x="782" y="400"/>
                    </a:lnTo>
                    <a:lnTo>
                      <a:pt x="782" y="396"/>
                    </a:lnTo>
                    <a:lnTo>
                      <a:pt x="782" y="400"/>
                    </a:lnTo>
                    <a:lnTo>
                      <a:pt x="786" y="400"/>
                    </a:lnTo>
                    <a:lnTo>
                      <a:pt x="786" y="396"/>
                    </a:lnTo>
                    <a:lnTo>
                      <a:pt x="782" y="396"/>
                    </a:lnTo>
                    <a:lnTo>
                      <a:pt x="786" y="396"/>
                    </a:lnTo>
                    <a:lnTo>
                      <a:pt x="786" y="400"/>
                    </a:lnTo>
                    <a:lnTo>
                      <a:pt x="790" y="400"/>
                    </a:lnTo>
                    <a:lnTo>
                      <a:pt x="790" y="396"/>
                    </a:lnTo>
                    <a:lnTo>
                      <a:pt x="794" y="396"/>
                    </a:lnTo>
                    <a:lnTo>
                      <a:pt x="794" y="400"/>
                    </a:lnTo>
                    <a:lnTo>
                      <a:pt x="794" y="396"/>
                    </a:lnTo>
                    <a:lnTo>
                      <a:pt x="790" y="396"/>
                    </a:lnTo>
                    <a:lnTo>
                      <a:pt x="790" y="392"/>
                    </a:lnTo>
                    <a:lnTo>
                      <a:pt x="794" y="392"/>
                    </a:lnTo>
                    <a:lnTo>
                      <a:pt x="790" y="392"/>
                    </a:lnTo>
                    <a:lnTo>
                      <a:pt x="794" y="392"/>
                    </a:lnTo>
                    <a:lnTo>
                      <a:pt x="798" y="392"/>
                    </a:lnTo>
                    <a:lnTo>
                      <a:pt x="794" y="388"/>
                    </a:lnTo>
                    <a:lnTo>
                      <a:pt x="790" y="388"/>
                    </a:lnTo>
                    <a:lnTo>
                      <a:pt x="786" y="388"/>
                    </a:lnTo>
                    <a:lnTo>
                      <a:pt x="790" y="388"/>
                    </a:lnTo>
                    <a:lnTo>
                      <a:pt x="786" y="384"/>
                    </a:lnTo>
                    <a:lnTo>
                      <a:pt x="786" y="380"/>
                    </a:lnTo>
                    <a:lnTo>
                      <a:pt x="782" y="380"/>
                    </a:lnTo>
                    <a:lnTo>
                      <a:pt x="782" y="374"/>
                    </a:lnTo>
                    <a:lnTo>
                      <a:pt x="786" y="370"/>
                    </a:lnTo>
                    <a:lnTo>
                      <a:pt x="786" y="374"/>
                    </a:lnTo>
                    <a:lnTo>
                      <a:pt x="786" y="370"/>
                    </a:lnTo>
                    <a:lnTo>
                      <a:pt x="782" y="370"/>
                    </a:lnTo>
                    <a:lnTo>
                      <a:pt x="786" y="370"/>
                    </a:lnTo>
                    <a:lnTo>
                      <a:pt x="790" y="370"/>
                    </a:lnTo>
                    <a:lnTo>
                      <a:pt x="790" y="374"/>
                    </a:lnTo>
                    <a:lnTo>
                      <a:pt x="794" y="370"/>
                    </a:lnTo>
                    <a:lnTo>
                      <a:pt x="798" y="370"/>
                    </a:lnTo>
                    <a:lnTo>
                      <a:pt x="802" y="370"/>
                    </a:lnTo>
                    <a:lnTo>
                      <a:pt x="806" y="370"/>
                    </a:lnTo>
                    <a:lnTo>
                      <a:pt x="806" y="374"/>
                    </a:lnTo>
                    <a:lnTo>
                      <a:pt x="808" y="374"/>
                    </a:lnTo>
                    <a:lnTo>
                      <a:pt x="812" y="374"/>
                    </a:lnTo>
                    <a:lnTo>
                      <a:pt x="816" y="374"/>
                    </a:lnTo>
                    <a:lnTo>
                      <a:pt x="820" y="374"/>
                    </a:lnTo>
                    <a:lnTo>
                      <a:pt x="824" y="374"/>
                    </a:lnTo>
                    <a:lnTo>
                      <a:pt x="828" y="374"/>
                    </a:lnTo>
                    <a:lnTo>
                      <a:pt x="832" y="374"/>
                    </a:lnTo>
                    <a:lnTo>
                      <a:pt x="832" y="378"/>
                    </a:lnTo>
                    <a:lnTo>
                      <a:pt x="828" y="378"/>
                    </a:lnTo>
                    <a:lnTo>
                      <a:pt x="828" y="374"/>
                    </a:lnTo>
                    <a:lnTo>
                      <a:pt x="824" y="378"/>
                    </a:lnTo>
                    <a:lnTo>
                      <a:pt x="828" y="378"/>
                    </a:lnTo>
                    <a:lnTo>
                      <a:pt x="824" y="378"/>
                    </a:lnTo>
                    <a:lnTo>
                      <a:pt x="820" y="378"/>
                    </a:lnTo>
                    <a:lnTo>
                      <a:pt x="816" y="378"/>
                    </a:lnTo>
                    <a:lnTo>
                      <a:pt x="820" y="378"/>
                    </a:lnTo>
                    <a:lnTo>
                      <a:pt x="824" y="378"/>
                    </a:lnTo>
                    <a:lnTo>
                      <a:pt x="832" y="380"/>
                    </a:lnTo>
                    <a:lnTo>
                      <a:pt x="832" y="384"/>
                    </a:lnTo>
                    <a:lnTo>
                      <a:pt x="834" y="384"/>
                    </a:lnTo>
                    <a:lnTo>
                      <a:pt x="838" y="384"/>
                    </a:lnTo>
                    <a:lnTo>
                      <a:pt x="842" y="384"/>
                    </a:lnTo>
                    <a:lnTo>
                      <a:pt x="842" y="388"/>
                    </a:lnTo>
                    <a:lnTo>
                      <a:pt x="838" y="392"/>
                    </a:lnTo>
                    <a:lnTo>
                      <a:pt x="834" y="392"/>
                    </a:lnTo>
                    <a:lnTo>
                      <a:pt x="834" y="396"/>
                    </a:lnTo>
                    <a:lnTo>
                      <a:pt x="834" y="392"/>
                    </a:lnTo>
                    <a:lnTo>
                      <a:pt x="838" y="392"/>
                    </a:lnTo>
                    <a:lnTo>
                      <a:pt x="838" y="396"/>
                    </a:lnTo>
                    <a:lnTo>
                      <a:pt x="842" y="396"/>
                    </a:lnTo>
                    <a:lnTo>
                      <a:pt x="846" y="396"/>
                    </a:lnTo>
                    <a:lnTo>
                      <a:pt x="846" y="400"/>
                    </a:lnTo>
                    <a:lnTo>
                      <a:pt x="842" y="400"/>
                    </a:lnTo>
                    <a:lnTo>
                      <a:pt x="838" y="404"/>
                    </a:lnTo>
                    <a:lnTo>
                      <a:pt x="834" y="404"/>
                    </a:lnTo>
                    <a:lnTo>
                      <a:pt x="834" y="408"/>
                    </a:lnTo>
                    <a:lnTo>
                      <a:pt x="834" y="404"/>
                    </a:lnTo>
                    <a:lnTo>
                      <a:pt x="832" y="404"/>
                    </a:lnTo>
                    <a:lnTo>
                      <a:pt x="828" y="404"/>
                    </a:lnTo>
                    <a:lnTo>
                      <a:pt x="824" y="404"/>
                    </a:lnTo>
                    <a:lnTo>
                      <a:pt x="828" y="404"/>
                    </a:lnTo>
                    <a:lnTo>
                      <a:pt x="828" y="408"/>
                    </a:lnTo>
                    <a:lnTo>
                      <a:pt x="828" y="410"/>
                    </a:lnTo>
                    <a:lnTo>
                      <a:pt x="832" y="410"/>
                    </a:lnTo>
                    <a:lnTo>
                      <a:pt x="832" y="414"/>
                    </a:lnTo>
                    <a:lnTo>
                      <a:pt x="832" y="410"/>
                    </a:lnTo>
                    <a:lnTo>
                      <a:pt x="834" y="410"/>
                    </a:lnTo>
                    <a:lnTo>
                      <a:pt x="834" y="414"/>
                    </a:lnTo>
                    <a:lnTo>
                      <a:pt x="832" y="414"/>
                    </a:lnTo>
                    <a:lnTo>
                      <a:pt x="832" y="418"/>
                    </a:lnTo>
                    <a:lnTo>
                      <a:pt x="834" y="418"/>
                    </a:lnTo>
                    <a:lnTo>
                      <a:pt x="834" y="422"/>
                    </a:lnTo>
                    <a:lnTo>
                      <a:pt x="838" y="422"/>
                    </a:lnTo>
                    <a:lnTo>
                      <a:pt x="838" y="426"/>
                    </a:lnTo>
                    <a:lnTo>
                      <a:pt x="842" y="426"/>
                    </a:lnTo>
                    <a:lnTo>
                      <a:pt x="846" y="430"/>
                    </a:lnTo>
                    <a:lnTo>
                      <a:pt x="842" y="430"/>
                    </a:lnTo>
                    <a:lnTo>
                      <a:pt x="842" y="434"/>
                    </a:lnTo>
                    <a:lnTo>
                      <a:pt x="842" y="436"/>
                    </a:lnTo>
                    <a:lnTo>
                      <a:pt x="842" y="440"/>
                    </a:lnTo>
                    <a:lnTo>
                      <a:pt x="838" y="440"/>
                    </a:lnTo>
                    <a:lnTo>
                      <a:pt x="834" y="440"/>
                    </a:lnTo>
                    <a:lnTo>
                      <a:pt x="834" y="444"/>
                    </a:lnTo>
                    <a:lnTo>
                      <a:pt x="832" y="448"/>
                    </a:lnTo>
                    <a:lnTo>
                      <a:pt x="828" y="448"/>
                    </a:lnTo>
                    <a:lnTo>
                      <a:pt x="828" y="452"/>
                    </a:lnTo>
                    <a:lnTo>
                      <a:pt x="824" y="452"/>
                    </a:lnTo>
                    <a:lnTo>
                      <a:pt x="820" y="452"/>
                    </a:lnTo>
                    <a:lnTo>
                      <a:pt x="820" y="456"/>
                    </a:lnTo>
                    <a:lnTo>
                      <a:pt x="816" y="456"/>
                    </a:lnTo>
                    <a:lnTo>
                      <a:pt x="812" y="456"/>
                    </a:lnTo>
                    <a:lnTo>
                      <a:pt x="808" y="452"/>
                    </a:lnTo>
                    <a:lnTo>
                      <a:pt x="806" y="452"/>
                    </a:lnTo>
                    <a:lnTo>
                      <a:pt x="806" y="448"/>
                    </a:lnTo>
                    <a:lnTo>
                      <a:pt x="808" y="444"/>
                    </a:lnTo>
                    <a:lnTo>
                      <a:pt x="806" y="444"/>
                    </a:lnTo>
                    <a:lnTo>
                      <a:pt x="806" y="448"/>
                    </a:lnTo>
                    <a:lnTo>
                      <a:pt x="802" y="448"/>
                    </a:lnTo>
                    <a:lnTo>
                      <a:pt x="802" y="444"/>
                    </a:lnTo>
                    <a:lnTo>
                      <a:pt x="802" y="440"/>
                    </a:lnTo>
                    <a:lnTo>
                      <a:pt x="798" y="440"/>
                    </a:lnTo>
                    <a:lnTo>
                      <a:pt x="794" y="440"/>
                    </a:lnTo>
                    <a:lnTo>
                      <a:pt x="798" y="440"/>
                    </a:lnTo>
                    <a:lnTo>
                      <a:pt x="794" y="440"/>
                    </a:lnTo>
                    <a:lnTo>
                      <a:pt x="790" y="440"/>
                    </a:lnTo>
                    <a:lnTo>
                      <a:pt x="790" y="444"/>
                    </a:lnTo>
                    <a:lnTo>
                      <a:pt x="794" y="444"/>
                    </a:lnTo>
                    <a:lnTo>
                      <a:pt x="794" y="440"/>
                    </a:lnTo>
                    <a:lnTo>
                      <a:pt x="798" y="440"/>
                    </a:lnTo>
                    <a:lnTo>
                      <a:pt x="798" y="444"/>
                    </a:lnTo>
                    <a:lnTo>
                      <a:pt x="794" y="444"/>
                    </a:lnTo>
                    <a:lnTo>
                      <a:pt x="798" y="444"/>
                    </a:lnTo>
                    <a:lnTo>
                      <a:pt x="802" y="448"/>
                    </a:lnTo>
                    <a:lnTo>
                      <a:pt x="806" y="448"/>
                    </a:lnTo>
                    <a:lnTo>
                      <a:pt x="806" y="452"/>
                    </a:lnTo>
                    <a:lnTo>
                      <a:pt x="806" y="456"/>
                    </a:lnTo>
                    <a:lnTo>
                      <a:pt x="808" y="456"/>
                    </a:lnTo>
                    <a:lnTo>
                      <a:pt x="808" y="460"/>
                    </a:lnTo>
                    <a:lnTo>
                      <a:pt x="808" y="464"/>
                    </a:lnTo>
                    <a:lnTo>
                      <a:pt x="806" y="460"/>
                    </a:lnTo>
                    <a:lnTo>
                      <a:pt x="802" y="460"/>
                    </a:lnTo>
                    <a:lnTo>
                      <a:pt x="802" y="456"/>
                    </a:lnTo>
                    <a:lnTo>
                      <a:pt x="798" y="456"/>
                    </a:lnTo>
                    <a:lnTo>
                      <a:pt x="798" y="460"/>
                    </a:lnTo>
                    <a:lnTo>
                      <a:pt x="802" y="460"/>
                    </a:lnTo>
                    <a:lnTo>
                      <a:pt x="802" y="464"/>
                    </a:lnTo>
                    <a:lnTo>
                      <a:pt x="798" y="464"/>
                    </a:lnTo>
                    <a:lnTo>
                      <a:pt x="798" y="460"/>
                    </a:lnTo>
                    <a:lnTo>
                      <a:pt x="794" y="460"/>
                    </a:lnTo>
                    <a:lnTo>
                      <a:pt x="790" y="460"/>
                    </a:lnTo>
                    <a:lnTo>
                      <a:pt x="786" y="460"/>
                    </a:lnTo>
                    <a:lnTo>
                      <a:pt x="786" y="456"/>
                    </a:lnTo>
                    <a:lnTo>
                      <a:pt x="786" y="452"/>
                    </a:lnTo>
                    <a:lnTo>
                      <a:pt x="782" y="452"/>
                    </a:lnTo>
                    <a:lnTo>
                      <a:pt x="778" y="452"/>
                    </a:lnTo>
                    <a:lnTo>
                      <a:pt x="776" y="452"/>
                    </a:lnTo>
                    <a:lnTo>
                      <a:pt x="768" y="452"/>
                    </a:lnTo>
                    <a:lnTo>
                      <a:pt x="768" y="456"/>
                    </a:lnTo>
                    <a:lnTo>
                      <a:pt x="768" y="460"/>
                    </a:lnTo>
                    <a:lnTo>
                      <a:pt x="772" y="460"/>
                    </a:lnTo>
                    <a:lnTo>
                      <a:pt x="776" y="460"/>
                    </a:lnTo>
                    <a:lnTo>
                      <a:pt x="778" y="460"/>
                    </a:lnTo>
                    <a:lnTo>
                      <a:pt x="778" y="464"/>
                    </a:lnTo>
                    <a:lnTo>
                      <a:pt x="776" y="466"/>
                    </a:lnTo>
                    <a:lnTo>
                      <a:pt x="772" y="466"/>
                    </a:lnTo>
                    <a:lnTo>
                      <a:pt x="772" y="470"/>
                    </a:lnTo>
                    <a:lnTo>
                      <a:pt x="772" y="474"/>
                    </a:lnTo>
                    <a:lnTo>
                      <a:pt x="768" y="474"/>
                    </a:lnTo>
                    <a:lnTo>
                      <a:pt x="764" y="474"/>
                    </a:lnTo>
                    <a:lnTo>
                      <a:pt x="764" y="478"/>
                    </a:lnTo>
                    <a:lnTo>
                      <a:pt x="764" y="478"/>
                    </a:lnTo>
                    <a:lnTo>
                      <a:pt x="764" y="478"/>
                    </a:lnTo>
                    <a:close/>
                    <a:moveTo>
                      <a:pt x="408" y="354"/>
                    </a:moveTo>
                    <a:lnTo>
                      <a:pt x="410" y="358"/>
                    </a:lnTo>
                    <a:lnTo>
                      <a:pt x="414" y="358"/>
                    </a:lnTo>
                    <a:lnTo>
                      <a:pt x="410" y="358"/>
                    </a:lnTo>
                    <a:lnTo>
                      <a:pt x="408" y="358"/>
                    </a:lnTo>
                    <a:lnTo>
                      <a:pt x="408" y="354"/>
                    </a:lnTo>
                    <a:lnTo>
                      <a:pt x="408" y="354"/>
                    </a:lnTo>
                    <a:lnTo>
                      <a:pt x="408" y="354"/>
                    </a:lnTo>
                    <a:close/>
                    <a:moveTo>
                      <a:pt x="560" y="384"/>
                    </a:moveTo>
                    <a:lnTo>
                      <a:pt x="560" y="388"/>
                    </a:lnTo>
                    <a:lnTo>
                      <a:pt x="556" y="388"/>
                    </a:lnTo>
                    <a:lnTo>
                      <a:pt x="556" y="384"/>
                    </a:lnTo>
                    <a:lnTo>
                      <a:pt x="560" y="384"/>
                    </a:lnTo>
                    <a:lnTo>
                      <a:pt x="560" y="384"/>
                    </a:lnTo>
                    <a:lnTo>
                      <a:pt x="560" y="384"/>
                    </a:lnTo>
                    <a:close/>
                    <a:moveTo>
                      <a:pt x="1056" y="410"/>
                    </a:moveTo>
                    <a:lnTo>
                      <a:pt x="1052" y="410"/>
                    </a:lnTo>
                    <a:lnTo>
                      <a:pt x="1056" y="410"/>
                    </a:lnTo>
                    <a:lnTo>
                      <a:pt x="1060" y="410"/>
                    </a:lnTo>
                    <a:lnTo>
                      <a:pt x="1056" y="410"/>
                    </a:lnTo>
                    <a:lnTo>
                      <a:pt x="1056" y="410"/>
                    </a:lnTo>
                    <a:lnTo>
                      <a:pt x="1056" y="410"/>
                    </a:lnTo>
                    <a:close/>
                    <a:moveTo>
                      <a:pt x="466" y="418"/>
                    </a:moveTo>
                    <a:lnTo>
                      <a:pt x="462" y="418"/>
                    </a:lnTo>
                    <a:lnTo>
                      <a:pt x="466" y="418"/>
                    </a:lnTo>
                    <a:lnTo>
                      <a:pt x="466" y="418"/>
                    </a:lnTo>
                    <a:lnTo>
                      <a:pt x="466" y="418"/>
                    </a:lnTo>
                    <a:close/>
                    <a:moveTo>
                      <a:pt x="1088" y="426"/>
                    </a:moveTo>
                    <a:lnTo>
                      <a:pt x="1092" y="426"/>
                    </a:lnTo>
                    <a:lnTo>
                      <a:pt x="1092" y="430"/>
                    </a:lnTo>
                    <a:lnTo>
                      <a:pt x="1088" y="430"/>
                    </a:lnTo>
                    <a:lnTo>
                      <a:pt x="1088" y="426"/>
                    </a:lnTo>
                    <a:lnTo>
                      <a:pt x="1088" y="426"/>
                    </a:lnTo>
                    <a:lnTo>
                      <a:pt x="1088" y="426"/>
                    </a:lnTo>
                    <a:close/>
                    <a:moveTo>
                      <a:pt x="996" y="542"/>
                    </a:moveTo>
                    <a:lnTo>
                      <a:pt x="1000" y="546"/>
                    </a:lnTo>
                    <a:lnTo>
                      <a:pt x="1004" y="546"/>
                    </a:lnTo>
                    <a:lnTo>
                      <a:pt x="1000" y="550"/>
                    </a:lnTo>
                    <a:lnTo>
                      <a:pt x="996" y="550"/>
                    </a:lnTo>
                    <a:lnTo>
                      <a:pt x="992" y="550"/>
                    </a:lnTo>
                    <a:lnTo>
                      <a:pt x="992" y="546"/>
                    </a:lnTo>
                    <a:lnTo>
                      <a:pt x="992" y="542"/>
                    </a:lnTo>
                    <a:lnTo>
                      <a:pt x="988" y="542"/>
                    </a:lnTo>
                    <a:lnTo>
                      <a:pt x="992" y="542"/>
                    </a:lnTo>
                    <a:lnTo>
                      <a:pt x="996" y="542"/>
                    </a:lnTo>
                    <a:lnTo>
                      <a:pt x="996" y="542"/>
                    </a:lnTo>
                    <a:lnTo>
                      <a:pt x="996" y="542"/>
                    </a:lnTo>
                    <a:close/>
                    <a:moveTo>
                      <a:pt x="1084" y="596"/>
                    </a:moveTo>
                    <a:lnTo>
                      <a:pt x="1080" y="596"/>
                    </a:lnTo>
                    <a:lnTo>
                      <a:pt x="1080" y="600"/>
                    </a:lnTo>
                    <a:lnTo>
                      <a:pt x="1084" y="600"/>
                    </a:lnTo>
                    <a:lnTo>
                      <a:pt x="1080" y="600"/>
                    </a:lnTo>
                    <a:lnTo>
                      <a:pt x="1080" y="596"/>
                    </a:lnTo>
                    <a:lnTo>
                      <a:pt x="1076" y="596"/>
                    </a:lnTo>
                    <a:lnTo>
                      <a:pt x="1076" y="594"/>
                    </a:lnTo>
                    <a:lnTo>
                      <a:pt x="1080" y="594"/>
                    </a:lnTo>
                    <a:lnTo>
                      <a:pt x="1080" y="596"/>
                    </a:lnTo>
                    <a:lnTo>
                      <a:pt x="1084" y="596"/>
                    </a:lnTo>
                    <a:lnTo>
                      <a:pt x="1084" y="596"/>
                    </a:lnTo>
                    <a:lnTo>
                      <a:pt x="1084" y="596"/>
                    </a:lnTo>
                    <a:close/>
                    <a:moveTo>
                      <a:pt x="862" y="612"/>
                    </a:moveTo>
                    <a:lnTo>
                      <a:pt x="862" y="616"/>
                    </a:lnTo>
                    <a:lnTo>
                      <a:pt x="858" y="616"/>
                    </a:lnTo>
                    <a:lnTo>
                      <a:pt x="858" y="612"/>
                    </a:lnTo>
                    <a:lnTo>
                      <a:pt x="862" y="612"/>
                    </a:lnTo>
                    <a:lnTo>
                      <a:pt x="862" y="612"/>
                    </a:lnTo>
                    <a:lnTo>
                      <a:pt x="862" y="612"/>
                    </a:lnTo>
                    <a:close/>
                    <a:moveTo>
                      <a:pt x="1130" y="682"/>
                    </a:moveTo>
                    <a:lnTo>
                      <a:pt x="1130" y="680"/>
                    </a:lnTo>
                    <a:lnTo>
                      <a:pt x="1130" y="682"/>
                    </a:lnTo>
                    <a:lnTo>
                      <a:pt x="1130" y="682"/>
                    </a:lnTo>
                    <a:lnTo>
                      <a:pt x="1130" y="682"/>
                    </a:lnTo>
                    <a:close/>
                    <a:moveTo>
                      <a:pt x="1122" y="682"/>
                    </a:moveTo>
                    <a:lnTo>
                      <a:pt x="1126" y="682"/>
                    </a:lnTo>
                    <a:lnTo>
                      <a:pt x="1130" y="686"/>
                    </a:lnTo>
                    <a:lnTo>
                      <a:pt x="1126" y="686"/>
                    </a:lnTo>
                    <a:lnTo>
                      <a:pt x="1122" y="686"/>
                    </a:lnTo>
                    <a:lnTo>
                      <a:pt x="1126" y="686"/>
                    </a:lnTo>
                    <a:lnTo>
                      <a:pt x="1126" y="682"/>
                    </a:lnTo>
                    <a:lnTo>
                      <a:pt x="1122" y="682"/>
                    </a:lnTo>
                    <a:lnTo>
                      <a:pt x="1122" y="682"/>
                    </a:lnTo>
                    <a:lnTo>
                      <a:pt x="1122" y="682"/>
                    </a:lnTo>
                    <a:close/>
                    <a:moveTo>
                      <a:pt x="160" y="758"/>
                    </a:moveTo>
                    <a:lnTo>
                      <a:pt x="160" y="754"/>
                    </a:lnTo>
                    <a:lnTo>
                      <a:pt x="156" y="754"/>
                    </a:lnTo>
                    <a:lnTo>
                      <a:pt x="156" y="750"/>
                    </a:lnTo>
                    <a:lnTo>
                      <a:pt x="156" y="746"/>
                    </a:lnTo>
                    <a:lnTo>
                      <a:pt x="152" y="746"/>
                    </a:lnTo>
                    <a:lnTo>
                      <a:pt x="156" y="746"/>
                    </a:lnTo>
                    <a:lnTo>
                      <a:pt x="152" y="746"/>
                    </a:lnTo>
                    <a:lnTo>
                      <a:pt x="152" y="742"/>
                    </a:lnTo>
                    <a:lnTo>
                      <a:pt x="156" y="742"/>
                    </a:lnTo>
                    <a:lnTo>
                      <a:pt x="156" y="746"/>
                    </a:lnTo>
                    <a:lnTo>
                      <a:pt x="160" y="750"/>
                    </a:lnTo>
                    <a:lnTo>
                      <a:pt x="164" y="750"/>
                    </a:lnTo>
                    <a:lnTo>
                      <a:pt x="164" y="754"/>
                    </a:lnTo>
                    <a:lnTo>
                      <a:pt x="164" y="758"/>
                    </a:lnTo>
                    <a:lnTo>
                      <a:pt x="160" y="758"/>
                    </a:lnTo>
                    <a:lnTo>
                      <a:pt x="160" y="758"/>
                    </a:lnTo>
                    <a:lnTo>
                      <a:pt x="160" y="758"/>
                    </a:lnTo>
                    <a:close/>
                    <a:moveTo>
                      <a:pt x="168" y="766"/>
                    </a:moveTo>
                    <a:lnTo>
                      <a:pt x="168" y="762"/>
                    </a:lnTo>
                    <a:lnTo>
                      <a:pt x="172" y="762"/>
                    </a:lnTo>
                    <a:lnTo>
                      <a:pt x="172" y="758"/>
                    </a:lnTo>
                    <a:lnTo>
                      <a:pt x="168" y="758"/>
                    </a:lnTo>
                    <a:lnTo>
                      <a:pt x="172" y="758"/>
                    </a:lnTo>
                    <a:lnTo>
                      <a:pt x="172" y="762"/>
                    </a:lnTo>
                    <a:lnTo>
                      <a:pt x="168" y="762"/>
                    </a:lnTo>
                    <a:lnTo>
                      <a:pt x="168" y="758"/>
                    </a:lnTo>
                    <a:lnTo>
                      <a:pt x="168" y="754"/>
                    </a:lnTo>
                    <a:lnTo>
                      <a:pt x="172" y="754"/>
                    </a:lnTo>
                    <a:lnTo>
                      <a:pt x="172" y="758"/>
                    </a:lnTo>
                    <a:lnTo>
                      <a:pt x="176" y="758"/>
                    </a:lnTo>
                    <a:lnTo>
                      <a:pt x="176" y="762"/>
                    </a:lnTo>
                    <a:lnTo>
                      <a:pt x="176" y="768"/>
                    </a:lnTo>
                    <a:lnTo>
                      <a:pt x="172" y="768"/>
                    </a:lnTo>
                    <a:lnTo>
                      <a:pt x="172" y="766"/>
                    </a:lnTo>
                    <a:lnTo>
                      <a:pt x="176" y="766"/>
                    </a:lnTo>
                    <a:lnTo>
                      <a:pt x="176" y="762"/>
                    </a:lnTo>
                    <a:lnTo>
                      <a:pt x="172" y="766"/>
                    </a:lnTo>
                    <a:lnTo>
                      <a:pt x="172" y="768"/>
                    </a:lnTo>
                    <a:lnTo>
                      <a:pt x="168" y="768"/>
                    </a:lnTo>
                    <a:lnTo>
                      <a:pt x="168" y="766"/>
                    </a:lnTo>
                    <a:lnTo>
                      <a:pt x="168" y="766"/>
                    </a:lnTo>
                    <a:lnTo>
                      <a:pt x="168" y="766"/>
                    </a:lnTo>
                    <a:close/>
                    <a:moveTo>
                      <a:pt x="138" y="780"/>
                    </a:moveTo>
                    <a:lnTo>
                      <a:pt x="134" y="776"/>
                    </a:lnTo>
                    <a:lnTo>
                      <a:pt x="134" y="772"/>
                    </a:lnTo>
                    <a:lnTo>
                      <a:pt x="130" y="772"/>
                    </a:lnTo>
                    <a:lnTo>
                      <a:pt x="126" y="768"/>
                    </a:lnTo>
                    <a:lnTo>
                      <a:pt x="126" y="766"/>
                    </a:lnTo>
                    <a:lnTo>
                      <a:pt x="124" y="766"/>
                    </a:lnTo>
                    <a:lnTo>
                      <a:pt x="124" y="762"/>
                    </a:lnTo>
                    <a:lnTo>
                      <a:pt x="126" y="762"/>
                    </a:lnTo>
                    <a:lnTo>
                      <a:pt x="124" y="762"/>
                    </a:lnTo>
                    <a:lnTo>
                      <a:pt x="120" y="762"/>
                    </a:lnTo>
                    <a:lnTo>
                      <a:pt x="120" y="758"/>
                    </a:lnTo>
                    <a:lnTo>
                      <a:pt x="124" y="758"/>
                    </a:lnTo>
                    <a:lnTo>
                      <a:pt x="126" y="758"/>
                    </a:lnTo>
                    <a:lnTo>
                      <a:pt x="126" y="754"/>
                    </a:lnTo>
                    <a:lnTo>
                      <a:pt x="130" y="754"/>
                    </a:lnTo>
                    <a:lnTo>
                      <a:pt x="130" y="758"/>
                    </a:lnTo>
                    <a:lnTo>
                      <a:pt x="134" y="762"/>
                    </a:lnTo>
                    <a:lnTo>
                      <a:pt x="130" y="762"/>
                    </a:lnTo>
                    <a:lnTo>
                      <a:pt x="130" y="758"/>
                    </a:lnTo>
                    <a:lnTo>
                      <a:pt x="126" y="758"/>
                    </a:lnTo>
                    <a:lnTo>
                      <a:pt x="126" y="762"/>
                    </a:lnTo>
                    <a:lnTo>
                      <a:pt x="130" y="762"/>
                    </a:lnTo>
                    <a:lnTo>
                      <a:pt x="134" y="762"/>
                    </a:lnTo>
                    <a:lnTo>
                      <a:pt x="130" y="762"/>
                    </a:lnTo>
                    <a:lnTo>
                      <a:pt x="130" y="766"/>
                    </a:lnTo>
                    <a:lnTo>
                      <a:pt x="130" y="762"/>
                    </a:lnTo>
                    <a:lnTo>
                      <a:pt x="126" y="762"/>
                    </a:lnTo>
                    <a:lnTo>
                      <a:pt x="130" y="766"/>
                    </a:lnTo>
                    <a:lnTo>
                      <a:pt x="130" y="768"/>
                    </a:lnTo>
                    <a:lnTo>
                      <a:pt x="134" y="768"/>
                    </a:lnTo>
                    <a:lnTo>
                      <a:pt x="134" y="772"/>
                    </a:lnTo>
                    <a:lnTo>
                      <a:pt x="138" y="772"/>
                    </a:lnTo>
                    <a:lnTo>
                      <a:pt x="138" y="776"/>
                    </a:lnTo>
                    <a:lnTo>
                      <a:pt x="142" y="776"/>
                    </a:lnTo>
                    <a:lnTo>
                      <a:pt x="138" y="780"/>
                    </a:lnTo>
                    <a:lnTo>
                      <a:pt x="138" y="780"/>
                    </a:lnTo>
                    <a:lnTo>
                      <a:pt x="138" y="780"/>
                    </a:lnTo>
                    <a:close/>
                    <a:moveTo>
                      <a:pt x="182" y="776"/>
                    </a:moveTo>
                    <a:lnTo>
                      <a:pt x="182" y="780"/>
                    </a:lnTo>
                    <a:lnTo>
                      <a:pt x="180" y="780"/>
                    </a:lnTo>
                    <a:lnTo>
                      <a:pt x="180" y="776"/>
                    </a:lnTo>
                    <a:lnTo>
                      <a:pt x="182" y="776"/>
                    </a:lnTo>
                    <a:lnTo>
                      <a:pt x="182" y="776"/>
                    </a:lnTo>
                    <a:lnTo>
                      <a:pt x="182" y="776"/>
                    </a:lnTo>
                    <a:close/>
                    <a:moveTo>
                      <a:pt x="182" y="780"/>
                    </a:moveTo>
                    <a:lnTo>
                      <a:pt x="182" y="784"/>
                    </a:lnTo>
                    <a:lnTo>
                      <a:pt x="182" y="788"/>
                    </a:lnTo>
                    <a:lnTo>
                      <a:pt x="180" y="784"/>
                    </a:lnTo>
                    <a:lnTo>
                      <a:pt x="182" y="780"/>
                    </a:lnTo>
                    <a:lnTo>
                      <a:pt x="182" y="780"/>
                    </a:lnTo>
                    <a:lnTo>
                      <a:pt x="182" y="780"/>
                    </a:lnTo>
                    <a:close/>
                    <a:moveTo>
                      <a:pt x="884" y="8"/>
                    </a:moveTo>
                    <a:lnTo>
                      <a:pt x="888" y="4"/>
                    </a:lnTo>
                    <a:lnTo>
                      <a:pt x="890" y="8"/>
                    </a:lnTo>
                    <a:lnTo>
                      <a:pt x="888" y="8"/>
                    </a:lnTo>
                    <a:lnTo>
                      <a:pt x="884" y="8"/>
                    </a:lnTo>
                    <a:lnTo>
                      <a:pt x="884" y="8"/>
                    </a:lnTo>
                    <a:lnTo>
                      <a:pt x="884" y="8"/>
                    </a:lnTo>
                    <a:close/>
                    <a:moveTo>
                      <a:pt x="698" y="50"/>
                    </a:moveTo>
                    <a:lnTo>
                      <a:pt x="694" y="50"/>
                    </a:lnTo>
                    <a:lnTo>
                      <a:pt x="694" y="46"/>
                    </a:lnTo>
                    <a:lnTo>
                      <a:pt x="698" y="46"/>
                    </a:lnTo>
                    <a:lnTo>
                      <a:pt x="698" y="50"/>
                    </a:lnTo>
                    <a:lnTo>
                      <a:pt x="698" y="50"/>
                    </a:lnTo>
                    <a:lnTo>
                      <a:pt x="698" y="50"/>
                    </a:lnTo>
                    <a:close/>
                    <a:moveTo>
                      <a:pt x="1052" y="50"/>
                    </a:moveTo>
                    <a:lnTo>
                      <a:pt x="1048" y="50"/>
                    </a:lnTo>
                    <a:lnTo>
                      <a:pt x="1048" y="46"/>
                    </a:lnTo>
                    <a:lnTo>
                      <a:pt x="1052" y="46"/>
                    </a:lnTo>
                    <a:lnTo>
                      <a:pt x="1056" y="46"/>
                    </a:lnTo>
                    <a:lnTo>
                      <a:pt x="1056" y="50"/>
                    </a:lnTo>
                    <a:lnTo>
                      <a:pt x="1052" y="50"/>
                    </a:lnTo>
                    <a:lnTo>
                      <a:pt x="1052" y="50"/>
                    </a:lnTo>
                    <a:lnTo>
                      <a:pt x="1052" y="50"/>
                    </a:lnTo>
                    <a:close/>
                    <a:moveTo>
                      <a:pt x="650" y="76"/>
                    </a:moveTo>
                    <a:lnTo>
                      <a:pt x="652" y="76"/>
                    </a:lnTo>
                    <a:lnTo>
                      <a:pt x="650" y="76"/>
                    </a:lnTo>
                    <a:lnTo>
                      <a:pt x="646" y="76"/>
                    </a:lnTo>
                    <a:lnTo>
                      <a:pt x="642" y="76"/>
                    </a:lnTo>
                    <a:lnTo>
                      <a:pt x="638" y="76"/>
                    </a:lnTo>
                    <a:lnTo>
                      <a:pt x="634" y="76"/>
                    </a:lnTo>
                    <a:lnTo>
                      <a:pt x="638" y="76"/>
                    </a:lnTo>
                    <a:lnTo>
                      <a:pt x="646" y="76"/>
                    </a:lnTo>
                    <a:lnTo>
                      <a:pt x="650" y="76"/>
                    </a:lnTo>
                    <a:lnTo>
                      <a:pt x="650" y="76"/>
                    </a:lnTo>
                    <a:lnTo>
                      <a:pt x="650" y="76"/>
                    </a:lnTo>
                    <a:close/>
                    <a:moveTo>
                      <a:pt x="778" y="120"/>
                    </a:moveTo>
                    <a:lnTo>
                      <a:pt x="782" y="120"/>
                    </a:lnTo>
                    <a:lnTo>
                      <a:pt x="786" y="120"/>
                    </a:lnTo>
                    <a:lnTo>
                      <a:pt x="790" y="120"/>
                    </a:lnTo>
                    <a:lnTo>
                      <a:pt x="790" y="124"/>
                    </a:lnTo>
                    <a:lnTo>
                      <a:pt x="786" y="124"/>
                    </a:lnTo>
                    <a:lnTo>
                      <a:pt x="782" y="124"/>
                    </a:lnTo>
                    <a:lnTo>
                      <a:pt x="778" y="124"/>
                    </a:lnTo>
                    <a:lnTo>
                      <a:pt x="776" y="128"/>
                    </a:lnTo>
                    <a:lnTo>
                      <a:pt x="772" y="128"/>
                    </a:lnTo>
                    <a:lnTo>
                      <a:pt x="772" y="124"/>
                    </a:lnTo>
                    <a:lnTo>
                      <a:pt x="776" y="124"/>
                    </a:lnTo>
                    <a:lnTo>
                      <a:pt x="776" y="120"/>
                    </a:lnTo>
                    <a:lnTo>
                      <a:pt x="778" y="120"/>
                    </a:lnTo>
                    <a:lnTo>
                      <a:pt x="778" y="120"/>
                    </a:lnTo>
                    <a:lnTo>
                      <a:pt x="778" y="120"/>
                    </a:lnTo>
                    <a:close/>
                    <a:moveTo>
                      <a:pt x="944" y="132"/>
                    </a:moveTo>
                    <a:lnTo>
                      <a:pt x="940" y="132"/>
                    </a:lnTo>
                    <a:lnTo>
                      <a:pt x="936" y="132"/>
                    </a:lnTo>
                    <a:lnTo>
                      <a:pt x="940" y="132"/>
                    </a:lnTo>
                    <a:lnTo>
                      <a:pt x="940" y="128"/>
                    </a:lnTo>
                    <a:lnTo>
                      <a:pt x="940" y="132"/>
                    </a:lnTo>
                    <a:lnTo>
                      <a:pt x="944" y="132"/>
                    </a:lnTo>
                    <a:lnTo>
                      <a:pt x="948" y="132"/>
                    </a:lnTo>
                    <a:lnTo>
                      <a:pt x="944" y="132"/>
                    </a:lnTo>
                    <a:lnTo>
                      <a:pt x="944" y="132"/>
                    </a:lnTo>
                    <a:lnTo>
                      <a:pt x="944" y="132"/>
                    </a:lnTo>
                    <a:close/>
                    <a:moveTo>
                      <a:pt x="748" y="138"/>
                    </a:moveTo>
                    <a:lnTo>
                      <a:pt x="746" y="142"/>
                    </a:lnTo>
                    <a:lnTo>
                      <a:pt x="746" y="146"/>
                    </a:lnTo>
                    <a:lnTo>
                      <a:pt x="746" y="142"/>
                    </a:lnTo>
                    <a:lnTo>
                      <a:pt x="742" y="142"/>
                    </a:lnTo>
                    <a:lnTo>
                      <a:pt x="746" y="142"/>
                    </a:lnTo>
                    <a:lnTo>
                      <a:pt x="746" y="138"/>
                    </a:lnTo>
                    <a:lnTo>
                      <a:pt x="748" y="138"/>
                    </a:lnTo>
                    <a:lnTo>
                      <a:pt x="748" y="138"/>
                    </a:lnTo>
                    <a:lnTo>
                      <a:pt x="748" y="138"/>
                    </a:lnTo>
                    <a:close/>
                    <a:moveTo>
                      <a:pt x="556" y="146"/>
                    </a:moveTo>
                    <a:lnTo>
                      <a:pt x="552" y="146"/>
                    </a:lnTo>
                    <a:lnTo>
                      <a:pt x="556" y="146"/>
                    </a:lnTo>
                    <a:lnTo>
                      <a:pt x="556" y="146"/>
                    </a:lnTo>
                    <a:lnTo>
                      <a:pt x="556" y="146"/>
                    </a:lnTo>
                    <a:close/>
                    <a:moveTo>
                      <a:pt x="894" y="154"/>
                    </a:moveTo>
                    <a:lnTo>
                      <a:pt x="898" y="154"/>
                    </a:lnTo>
                    <a:lnTo>
                      <a:pt x="898" y="158"/>
                    </a:lnTo>
                    <a:lnTo>
                      <a:pt x="894" y="158"/>
                    </a:lnTo>
                    <a:lnTo>
                      <a:pt x="890" y="158"/>
                    </a:lnTo>
                    <a:lnTo>
                      <a:pt x="894" y="158"/>
                    </a:lnTo>
                    <a:lnTo>
                      <a:pt x="894" y="154"/>
                    </a:lnTo>
                    <a:lnTo>
                      <a:pt x="894" y="154"/>
                    </a:lnTo>
                    <a:lnTo>
                      <a:pt x="894" y="154"/>
                    </a:lnTo>
                    <a:close/>
                    <a:moveTo>
                      <a:pt x="786" y="164"/>
                    </a:moveTo>
                    <a:lnTo>
                      <a:pt x="790" y="164"/>
                    </a:lnTo>
                    <a:lnTo>
                      <a:pt x="794" y="164"/>
                    </a:lnTo>
                    <a:lnTo>
                      <a:pt x="790" y="168"/>
                    </a:lnTo>
                    <a:lnTo>
                      <a:pt x="790" y="164"/>
                    </a:lnTo>
                    <a:lnTo>
                      <a:pt x="786" y="164"/>
                    </a:lnTo>
                    <a:lnTo>
                      <a:pt x="782" y="164"/>
                    </a:lnTo>
                    <a:lnTo>
                      <a:pt x="786" y="164"/>
                    </a:lnTo>
                    <a:lnTo>
                      <a:pt x="786" y="164"/>
                    </a:lnTo>
                    <a:lnTo>
                      <a:pt x="786" y="164"/>
                    </a:lnTo>
                    <a:close/>
                    <a:moveTo>
                      <a:pt x="806" y="194"/>
                    </a:moveTo>
                    <a:lnTo>
                      <a:pt x="808" y="194"/>
                    </a:lnTo>
                    <a:lnTo>
                      <a:pt x="806" y="194"/>
                    </a:lnTo>
                    <a:lnTo>
                      <a:pt x="806" y="194"/>
                    </a:lnTo>
                    <a:lnTo>
                      <a:pt x="806" y="194"/>
                    </a:lnTo>
                    <a:close/>
                    <a:moveTo>
                      <a:pt x="540" y="198"/>
                    </a:moveTo>
                    <a:lnTo>
                      <a:pt x="544" y="202"/>
                    </a:lnTo>
                    <a:lnTo>
                      <a:pt x="540" y="206"/>
                    </a:lnTo>
                    <a:lnTo>
                      <a:pt x="536" y="206"/>
                    </a:lnTo>
                    <a:lnTo>
                      <a:pt x="534" y="206"/>
                    </a:lnTo>
                    <a:lnTo>
                      <a:pt x="530" y="206"/>
                    </a:lnTo>
                    <a:lnTo>
                      <a:pt x="526" y="206"/>
                    </a:lnTo>
                    <a:lnTo>
                      <a:pt x="522" y="206"/>
                    </a:lnTo>
                    <a:lnTo>
                      <a:pt x="526" y="206"/>
                    </a:lnTo>
                    <a:lnTo>
                      <a:pt x="522" y="206"/>
                    </a:lnTo>
                    <a:lnTo>
                      <a:pt x="518" y="206"/>
                    </a:lnTo>
                    <a:lnTo>
                      <a:pt x="518" y="202"/>
                    </a:lnTo>
                    <a:lnTo>
                      <a:pt x="522" y="202"/>
                    </a:lnTo>
                    <a:lnTo>
                      <a:pt x="526" y="202"/>
                    </a:lnTo>
                    <a:lnTo>
                      <a:pt x="530" y="198"/>
                    </a:lnTo>
                    <a:lnTo>
                      <a:pt x="534" y="198"/>
                    </a:lnTo>
                    <a:lnTo>
                      <a:pt x="536" y="198"/>
                    </a:lnTo>
                    <a:lnTo>
                      <a:pt x="540" y="198"/>
                    </a:lnTo>
                    <a:lnTo>
                      <a:pt x="540" y="198"/>
                    </a:lnTo>
                    <a:lnTo>
                      <a:pt x="540" y="198"/>
                    </a:lnTo>
                    <a:close/>
                    <a:moveTo>
                      <a:pt x="880" y="206"/>
                    </a:moveTo>
                    <a:lnTo>
                      <a:pt x="876" y="206"/>
                    </a:lnTo>
                    <a:lnTo>
                      <a:pt x="876" y="208"/>
                    </a:lnTo>
                    <a:lnTo>
                      <a:pt x="880" y="208"/>
                    </a:lnTo>
                    <a:lnTo>
                      <a:pt x="880" y="212"/>
                    </a:lnTo>
                    <a:lnTo>
                      <a:pt x="876" y="212"/>
                    </a:lnTo>
                    <a:lnTo>
                      <a:pt x="876" y="208"/>
                    </a:lnTo>
                    <a:lnTo>
                      <a:pt x="872" y="208"/>
                    </a:lnTo>
                    <a:lnTo>
                      <a:pt x="872" y="212"/>
                    </a:lnTo>
                    <a:lnTo>
                      <a:pt x="868" y="212"/>
                    </a:lnTo>
                    <a:lnTo>
                      <a:pt x="868" y="208"/>
                    </a:lnTo>
                    <a:lnTo>
                      <a:pt x="864" y="208"/>
                    </a:lnTo>
                    <a:lnTo>
                      <a:pt x="868" y="208"/>
                    </a:lnTo>
                    <a:lnTo>
                      <a:pt x="872" y="206"/>
                    </a:lnTo>
                    <a:lnTo>
                      <a:pt x="876" y="206"/>
                    </a:lnTo>
                    <a:lnTo>
                      <a:pt x="876" y="202"/>
                    </a:lnTo>
                    <a:lnTo>
                      <a:pt x="880" y="206"/>
                    </a:lnTo>
                    <a:lnTo>
                      <a:pt x="880" y="206"/>
                    </a:lnTo>
                    <a:lnTo>
                      <a:pt x="880" y="206"/>
                    </a:lnTo>
                    <a:close/>
                    <a:moveTo>
                      <a:pt x="284" y="208"/>
                    </a:moveTo>
                    <a:lnTo>
                      <a:pt x="284" y="212"/>
                    </a:lnTo>
                    <a:lnTo>
                      <a:pt x="280" y="212"/>
                    </a:lnTo>
                    <a:lnTo>
                      <a:pt x="284" y="212"/>
                    </a:lnTo>
                    <a:lnTo>
                      <a:pt x="284" y="208"/>
                    </a:lnTo>
                    <a:lnTo>
                      <a:pt x="284" y="208"/>
                    </a:lnTo>
                    <a:lnTo>
                      <a:pt x="284" y="208"/>
                    </a:lnTo>
                    <a:close/>
                    <a:moveTo>
                      <a:pt x="262" y="208"/>
                    </a:moveTo>
                    <a:lnTo>
                      <a:pt x="266" y="208"/>
                    </a:lnTo>
                    <a:lnTo>
                      <a:pt x="262" y="208"/>
                    </a:lnTo>
                    <a:lnTo>
                      <a:pt x="258" y="208"/>
                    </a:lnTo>
                    <a:lnTo>
                      <a:pt x="262" y="208"/>
                    </a:lnTo>
                    <a:lnTo>
                      <a:pt x="262" y="208"/>
                    </a:lnTo>
                    <a:lnTo>
                      <a:pt x="262" y="208"/>
                    </a:lnTo>
                    <a:close/>
                    <a:moveTo>
                      <a:pt x="534" y="208"/>
                    </a:moveTo>
                    <a:lnTo>
                      <a:pt x="530" y="212"/>
                    </a:lnTo>
                    <a:lnTo>
                      <a:pt x="526" y="212"/>
                    </a:lnTo>
                    <a:lnTo>
                      <a:pt x="526" y="208"/>
                    </a:lnTo>
                    <a:lnTo>
                      <a:pt x="530" y="208"/>
                    </a:lnTo>
                    <a:lnTo>
                      <a:pt x="534" y="208"/>
                    </a:lnTo>
                    <a:lnTo>
                      <a:pt x="534" y="208"/>
                    </a:lnTo>
                    <a:lnTo>
                      <a:pt x="534" y="208"/>
                    </a:lnTo>
                    <a:close/>
                    <a:moveTo>
                      <a:pt x="574" y="220"/>
                    </a:moveTo>
                    <a:lnTo>
                      <a:pt x="574" y="216"/>
                    </a:lnTo>
                    <a:lnTo>
                      <a:pt x="570" y="220"/>
                    </a:lnTo>
                    <a:lnTo>
                      <a:pt x="566" y="220"/>
                    </a:lnTo>
                    <a:lnTo>
                      <a:pt x="566" y="216"/>
                    </a:lnTo>
                    <a:lnTo>
                      <a:pt x="570" y="216"/>
                    </a:lnTo>
                    <a:lnTo>
                      <a:pt x="574" y="216"/>
                    </a:lnTo>
                    <a:lnTo>
                      <a:pt x="578" y="216"/>
                    </a:lnTo>
                    <a:lnTo>
                      <a:pt x="578" y="220"/>
                    </a:lnTo>
                    <a:lnTo>
                      <a:pt x="574" y="220"/>
                    </a:lnTo>
                    <a:lnTo>
                      <a:pt x="574" y="220"/>
                    </a:lnTo>
                    <a:lnTo>
                      <a:pt x="574" y="220"/>
                    </a:lnTo>
                    <a:close/>
                    <a:moveTo>
                      <a:pt x="862" y="298"/>
                    </a:moveTo>
                    <a:lnTo>
                      <a:pt x="864" y="302"/>
                    </a:lnTo>
                    <a:lnTo>
                      <a:pt x="862" y="302"/>
                    </a:lnTo>
                    <a:lnTo>
                      <a:pt x="862" y="298"/>
                    </a:lnTo>
                    <a:lnTo>
                      <a:pt x="862" y="298"/>
                    </a:lnTo>
                    <a:lnTo>
                      <a:pt x="862" y="298"/>
                    </a:lnTo>
                    <a:close/>
                    <a:moveTo>
                      <a:pt x="868" y="302"/>
                    </a:moveTo>
                    <a:lnTo>
                      <a:pt x="872" y="302"/>
                    </a:lnTo>
                    <a:lnTo>
                      <a:pt x="872" y="306"/>
                    </a:lnTo>
                    <a:lnTo>
                      <a:pt x="868" y="306"/>
                    </a:lnTo>
                    <a:lnTo>
                      <a:pt x="868" y="302"/>
                    </a:lnTo>
                    <a:lnTo>
                      <a:pt x="868" y="302"/>
                    </a:lnTo>
                    <a:lnTo>
                      <a:pt x="868" y="302"/>
                    </a:lnTo>
                    <a:close/>
                    <a:moveTo>
                      <a:pt x="876" y="302"/>
                    </a:moveTo>
                    <a:lnTo>
                      <a:pt x="880" y="302"/>
                    </a:lnTo>
                    <a:lnTo>
                      <a:pt x="880" y="306"/>
                    </a:lnTo>
                    <a:lnTo>
                      <a:pt x="876" y="306"/>
                    </a:lnTo>
                    <a:lnTo>
                      <a:pt x="876" y="302"/>
                    </a:lnTo>
                    <a:lnTo>
                      <a:pt x="876" y="302"/>
                    </a:lnTo>
                    <a:lnTo>
                      <a:pt x="876" y="302"/>
                    </a:lnTo>
                    <a:close/>
                    <a:moveTo>
                      <a:pt x="776" y="306"/>
                    </a:moveTo>
                    <a:lnTo>
                      <a:pt x="778" y="306"/>
                    </a:lnTo>
                    <a:lnTo>
                      <a:pt x="778" y="310"/>
                    </a:lnTo>
                    <a:lnTo>
                      <a:pt x="778" y="306"/>
                    </a:lnTo>
                    <a:lnTo>
                      <a:pt x="776" y="306"/>
                    </a:lnTo>
                    <a:lnTo>
                      <a:pt x="776" y="306"/>
                    </a:lnTo>
                    <a:lnTo>
                      <a:pt x="776" y="306"/>
                    </a:lnTo>
                    <a:close/>
                    <a:moveTo>
                      <a:pt x="646" y="318"/>
                    </a:moveTo>
                    <a:lnTo>
                      <a:pt x="646" y="322"/>
                    </a:lnTo>
                    <a:lnTo>
                      <a:pt x="646" y="318"/>
                    </a:lnTo>
                    <a:lnTo>
                      <a:pt x="646" y="318"/>
                    </a:lnTo>
                    <a:lnTo>
                      <a:pt x="646" y="318"/>
                    </a:lnTo>
                    <a:close/>
                    <a:moveTo>
                      <a:pt x="626" y="332"/>
                    </a:moveTo>
                    <a:lnTo>
                      <a:pt x="630" y="332"/>
                    </a:lnTo>
                    <a:lnTo>
                      <a:pt x="630" y="336"/>
                    </a:lnTo>
                    <a:lnTo>
                      <a:pt x="626" y="336"/>
                    </a:lnTo>
                    <a:lnTo>
                      <a:pt x="626" y="332"/>
                    </a:lnTo>
                    <a:lnTo>
                      <a:pt x="626" y="332"/>
                    </a:lnTo>
                    <a:lnTo>
                      <a:pt x="626" y="332"/>
                    </a:lnTo>
                    <a:close/>
                    <a:moveTo>
                      <a:pt x="336" y="350"/>
                    </a:moveTo>
                    <a:lnTo>
                      <a:pt x="340" y="350"/>
                    </a:lnTo>
                    <a:lnTo>
                      <a:pt x="336" y="350"/>
                    </a:lnTo>
                    <a:lnTo>
                      <a:pt x="336" y="350"/>
                    </a:lnTo>
                    <a:lnTo>
                      <a:pt x="336" y="350"/>
                    </a:lnTo>
                    <a:close/>
                    <a:moveTo>
                      <a:pt x="352" y="350"/>
                    </a:moveTo>
                    <a:lnTo>
                      <a:pt x="348" y="350"/>
                    </a:lnTo>
                    <a:lnTo>
                      <a:pt x="352" y="350"/>
                    </a:lnTo>
                    <a:lnTo>
                      <a:pt x="352" y="350"/>
                    </a:lnTo>
                    <a:lnTo>
                      <a:pt x="352" y="350"/>
                    </a:lnTo>
                    <a:close/>
                    <a:moveTo>
                      <a:pt x="620" y="366"/>
                    </a:moveTo>
                    <a:lnTo>
                      <a:pt x="620" y="370"/>
                    </a:lnTo>
                    <a:lnTo>
                      <a:pt x="616" y="370"/>
                    </a:lnTo>
                    <a:lnTo>
                      <a:pt x="616" y="366"/>
                    </a:lnTo>
                    <a:lnTo>
                      <a:pt x="620" y="366"/>
                    </a:lnTo>
                    <a:lnTo>
                      <a:pt x="620" y="366"/>
                    </a:lnTo>
                    <a:lnTo>
                      <a:pt x="620" y="366"/>
                    </a:lnTo>
                    <a:close/>
                    <a:moveTo>
                      <a:pt x="702" y="374"/>
                    </a:moveTo>
                    <a:lnTo>
                      <a:pt x="698" y="370"/>
                    </a:lnTo>
                    <a:lnTo>
                      <a:pt x="702" y="370"/>
                    </a:lnTo>
                    <a:lnTo>
                      <a:pt x="702" y="374"/>
                    </a:lnTo>
                    <a:lnTo>
                      <a:pt x="702" y="374"/>
                    </a:lnTo>
                    <a:lnTo>
                      <a:pt x="702" y="374"/>
                    </a:lnTo>
                    <a:close/>
                    <a:moveTo>
                      <a:pt x="634" y="378"/>
                    </a:moveTo>
                    <a:lnTo>
                      <a:pt x="634" y="380"/>
                    </a:lnTo>
                    <a:lnTo>
                      <a:pt x="630" y="380"/>
                    </a:lnTo>
                    <a:lnTo>
                      <a:pt x="626" y="378"/>
                    </a:lnTo>
                    <a:lnTo>
                      <a:pt x="630" y="378"/>
                    </a:lnTo>
                    <a:lnTo>
                      <a:pt x="634" y="378"/>
                    </a:lnTo>
                    <a:lnTo>
                      <a:pt x="634" y="378"/>
                    </a:lnTo>
                    <a:lnTo>
                      <a:pt x="634" y="378"/>
                    </a:lnTo>
                    <a:close/>
                    <a:moveTo>
                      <a:pt x="720" y="380"/>
                    </a:moveTo>
                    <a:lnTo>
                      <a:pt x="716" y="384"/>
                    </a:lnTo>
                    <a:lnTo>
                      <a:pt x="716" y="380"/>
                    </a:lnTo>
                    <a:lnTo>
                      <a:pt x="720" y="380"/>
                    </a:lnTo>
                    <a:lnTo>
                      <a:pt x="720" y="380"/>
                    </a:lnTo>
                    <a:lnTo>
                      <a:pt x="720" y="380"/>
                    </a:lnTo>
                    <a:close/>
                    <a:moveTo>
                      <a:pt x="82" y="384"/>
                    </a:moveTo>
                    <a:lnTo>
                      <a:pt x="80" y="384"/>
                    </a:lnTo>
                    <a:lnTo>
                      <a:pt x="80" y="380"/>
                    </a:lnTo>
                    <a:lnTo>
                      <a:pt x="82" y="380"/>
                    </a:lnTo>
                    <a:lnTo>
                      <a:pt x="82" y="384"/>
                    </a:lnTo>
                    <a:lnTo>
                      <a:pt x="82" y="384"/>
                    </a:lnTo>
                    <a:lnTo>
                      <a:pt x="82" y="384"/>
                    </a:lnTo>
                    <a:close/>
                    <a:moveTo>
                      <a:pt x="712" y="384"/>
                    </a:moveTo>
                    <a:lnTo>
                      <a:pt x="712" y="380"/>
                    </a:lnTo>
                    <a:lnTo>
                      <a:pt x="716" y="384"/>
                    </a:lnTo>
                    <a:lnTo>
                      <a:pt x="712" y="384"/>
                    </a:lnTo>
                    <a:lnTo>
                      <a:pt x="712" y="384"/>
                    </a:lnTo>
                    <a:lnTo>
                      <a:pt x="712" y="384"/>
                    </a:lnTo>
                    <a:close/>
                    <a:moveTo>
                      <a:pt x="578" y="388"/>
                    </a:moveTo>
                    <a:lnTo>
                      <a:pt x="582" y="392"/>
                    </a:lnTo>
                    <a:lnTo>
                      <a:pt x="578" y="392"/>
                    </a:lnTo>
                    <a:lnTo>
                      <a:pt x="578" y="388"/>
                    </a:lnTo>
                    <a:lnTo>
                      <a:pt x="578" y="388"/>
                    </a:lnTo>
                    <a:lnTo>
                      <a:pt x="578" y="388"/>
                    </a:lnTo>
                    <a:close/>
                    <a:moveTo>
                      <a:pt x="574" y="392"/>
                    </a:moveTo>
                    <a:lnTo>
                      <a:pt x="578" y="392"/>
                    </a:lnTo>
                    <a:lnTo>
                      <a:pt x="578" y="396"/>
                    </a:lnTo>
                    <a:lnTo>
                      <a:pt x="574" y="396"/>
                    </a:lnTo>
                    <a:lnTo>
                      <a:pt x="574" y="400"/>
                    </a:lnTo>
                    <a:lnTo>
                      <a:pt x="570" y="396"/>
                    </a:lnTo>
                    <a:lnTo>
                      <a:pt x="570" y="392"/>
                    </a:lnTo>
                    <a:lnTo>
                      <a:pt x="570" y="388"/>
                    </a:lnTo>
                    <a:lnTo>
                      <a:pt x="574" y="388"/>
                    </a:lnTo>
                    <a:lnTo>
                      <a:pt x="574" y="392"/>
                    </a:lnTo>
                    <a:lnTo>
                      <a:pt x="574" y="392"/>
                    </a:lnTo>
                    <a:lnTo>
                      <a:pt x="574" y="392"/>
                    </a:lnTo>
                    <a:close/>
                    <a:moveTo>
                      <a:pt x="724" y="392"/>
                    </a:moveTo>
                    <a:lnTo>
                      <a:pt x="720" y="392"/>
                    </a:lnTo>
                    <a:lnTo>
                      <a:pt x="724" y="392"/>
                    </a:lnTo>
                    <a:lnTo>
                      <a:pt x="724" y="392"/>
                    </a:lnTo>
                    <a:lnTo>
                      <a:pt x="724" y="392"/>
                    </a:lnTo>
                    <a:close/>
                    <a:moveTo>
                      <a:pt x="724" y="400"/>
                    </a:moveTo>
                    <a:lnTo>
                      <a:pt x="720" y="400"/>
                    </a:lnTo>
                    <a:lnTo>
                      <a:pt x="720" y="396"/>
                    </a:lnTo>
                    <a:lnTo>
                      <a:pt x="724" y="396"/>
                    </a:lnTo>
                    <a:lnTo>
                      <a:pt x="724" y="400"/>
                    </a:lnTo>
                    <a:lnTo>
                      <a:pt x="724" y="400"/>
                    </a:lnTo>
                    <a:lnTo>
                      <a:pt x="724" y="400"/>
                    </a:lnTo>
                    <a:close/>
                    <a:moveTo>
                      <a:pt x="1026" y="396"/>
                    </a:moveTo>
                    <a:lnTo>
                      <a:pt x="1030" y="396"/>
                    </a:lnTo>
                    <a:lnTo>
                      <a:pt x="1032" y="396"/>
                    </a:lnTo>
                    <a:lnTo>
                      <a:pt x="1036" y="400"/>
                    </a:lnTo>
                    <a:lnTo>
                      <a:pt x="1032" y="400"/>
                    </a:lnTo>
                    <a:lnTo>
                      <a:pt x="1032" y="396"/>
                    </a:lnTo>
                    <a:lnTo>
                      <a:pt x="1030" y="396"/>
                    </a:lnTo>
                    <a:lnTo>
                      <a:pt x="1026" y="396"/>
                    </a:lnTo>
                    <a:lnTo>
                      <a:pt x="1026" y="396"/>
                    </a:lnTo>
                    <a:lnTo>
                      <a:pt x="1026" y="396"/>
                    </a:lnTo>
                    <a:close/>
                    <a:moveTo>
                      <a:pt x="428" y="404"/>
                    </a:moveTo>
                    <a:lnTo>
                      <a:pt x="424" y="404"/>
                    </a:lnTo>
                    <a:lnTo>
                      <a:pt x="422" y="404"/>
                    </a:lnTo>
                    <a:lnTo>
                      <a:pt x="424" y="404"/>
                    </a:lnTo>
                    <a:lnTo>
                      <a:pt x="428" y="404"/>
                    </a:lnTo>
                    <a:lnTo>
                      <a:pt x="428" y="404"/>
                    </a:lnTo>
                    <a:lnTo>
                      <a:pt x="428" y="404"/>
                    </a:lnTo>
                    <a:close/>
                    <a:moveTo>
                      <a:pt x="834" y="408"/>
                    </a:moveTo>
                    <a:lnTo>
                      <a:pt x="832" y="408"/>
                    </a:lnTo>
                    <a:lnTo>
                      <a:pt x="834" y="408"/>
                    </a:lnTo>
                    <a:lnTo>
                      <a:pt x="834" y="408"/>
                    </a:lnTo>
                    <a:lnTo>
                      <a:pt x="834" y="408"/>
                    </a:lnTo>
                    <a:close/>
                    <a:moveTo>
                      <a:pt x="418" y="408"/>
                    </a:moveTo>
                    <a:lnTo>
                      <a:pt x="418" y="410"/>
                    </a:lnTo>
                    <a:lnTo>
                      <a:pt x="414" y="410"/>
                    </a:lnTo>
                    <a:lnTo>
                      <a:pt x="414" y="408"/>
                    </a:lnTo>
                    <a:lnTo>
                      <a:pt x="418" y="408"/>
                    </a:lnTo>
                    <a:lnTo>
                      <a:pt x="418" y="408"/>
                    </a:lnTo>
                    <a:lnTo>
                      <a:pt x="418" y="408"/>
                    </a:lnTo>
                    <a:close/>
                    <a:moveTo>
                      <a:pt x="444" y="410"/>
                    </a:moveTo>
                    <a:lnTo>
                      <a:pt x="440" y="410"/>
                    </a:lnTo>
                    <a:lnTo>
                      <a:pt x="440" y="414"/>
                    </a:lnTo>
                    <a:lnTo>
                      <a:pt x="440" y="410"/>
                    </a:lnTo>
                    <a:lnTo>
                      <a:pt x="444" y="410"/>
                    </a:lnTo>
                    <a:lnTo>
                      <a:pt x="444" y="410"/>
                    </a:lnTo>
                    <a:lnTo>
                      <a:pt x="444" y="410"/>
                    </a:lnTo>
                    <a:close/>
                    <a:moveTo>
                      <a:pt x="518" y="410"/>
                    </a:moveTo>
                    <a:lnTo>
                      <a:pt x="518" y="414"/>
                    </a:lnTo>
                    <a:lnTo>
                      <a:pt x="514" y="414"/>
                    </a:lnTo>
                    <a:lnTo>
                      <a:pt x="514" y="410"/>
                    </a:lnTo>
                    <a:lnTo>
                      <a:pt x="518" y="410"/>
                    </a:lnTo>
                    <a:lnTo>
                      <a:pt x="518" y="410"/>
                    </a:lnTo>
                    <a:lnTo>
                      <a:pt x="518" y="410"/>
                    </a:lnTo>
                    <a:close/>
                    <a:moveTo>
                      <a:pt x="440" y="414"/>
                    </a:moveTo>
                    <a:lnTo>
                      <a:pt x="436" y="414"/>
                    </a:lnTo>
                    <a:lnTo>
                      <a:pt x="440" y="414"/>
                    </a:lnTo>
                    <a:lnTo>
                      <a:pt x="440" y="414"/>
                    </a:lnTo>
                    <a:lnTo>
                      <a:pt x="440" y="414"/>
                    </a:lnTo>
                    <a:close/>
                    <a:moveTo>
                      <a:pt x="448" y="414"/>
                    </a:moveTo>
                    <a:lnTo>
                      <a:pt x="448" y="418"/>
                    </a:lnTo>
                    <a:lnTo>
                      <a:pt x="448" y="414"/>
                    </a:lnTo>
                    <a:lnTo>
                      <a:pt x="444" y="414"/>
                    </a:lnTo>
                    <a:lnTo>
                      <a:pt x="448" y="414"/>
                    </a:lnTo>
                    <a:lnTo>
                      <a:pt x="448" y="414"/>
                    </a:lnTo>
                    <a:lnTo>
                      <a:pt x="448" y="414"/>
                    </a:lnTo>
                    <a:close/>
                    <a:moveTo>
                      <a:pt x="462" y="418"/>
                    </a:moveTo>
                    <a:lnTo>
                      <a:pt x="458" y="418"/>
                    </a:lnTo>
                    <a:lnTo>
                      <a:pt x="462" y="418"/>
                    </a:lnTo>
                    <a:lnTo>
                      <a:pt x="462" y="418"/>
                    </a:lnTo>
                    <a:lnTo>
                      <a:pt x="462" y="418"/>
                    </a:lnTo>
                    <a:close/>
                    <a:moveTo>
                      <a:pt x="620" y="422"/>
                    </a:moveTo>
                    <a:lnTo>
                      <a:pt x="620" y="426"/>
                    </a:lnTo>
                    <a:lnTo>
                      <a:pt x="616" y="426"/>
                    </a:lnTo>
                    <a:lnTo>
                      <a:pt x="616" y="422"/>
                    </a:lnTo>
                    <a:lnTo>
                      <a:pt x="620" y="422"/>
                    </a:lnTo>
                    <a:lnTo>
                      <a:pt x="620" y="422"/>
                    </a:lnTo>
                    <a:lnTo>
                      <a:pt x="620" y="422"/>
                    </a:lnTo>
                    <a:close/>
                    <a:moveTo>
                      <a:pt x="466" y="430"/>
                    </a:moveTo>
                    <a:lnTo>
                      <a:pt x="466" y="426"/>
                    </a:lnTo>
                    <a:lnTo>
                      <a:pt x="466" y="430"/>
                    </a:lnTo>
                    <a:lnTo>
                      <a:pt x="466" y="430"/>
                    </a:lnTo>
                    <a:lnTo>
                      <a:pt x="466" y="430"/>
                    </a:lnTo>
                    <a:close/>
                    <a:moveTo>
                      <a:pt x="466" y="430"/>
                    </a:moveTo>
                    <a:lnTo>
                      <a:pt x="462" y="430"/>
                    </a:lnTo>
                    <a:lnTo>
                      <a:pt x="462" y="426"/>
                    </a:lnTo>
                    <a:lnTo>
                      <a:pt x="466" y="426"/>
                    </a:lnTo>
                    <a:lnTo>
                      <a:pt x="466" y="430"/>
                    </a:lnTo>
                    <a:lnTo>
                      <a:pt x="466" y="430"/>
                    </a:lnTo>
                    <a:lnTo>
                      <a:pt x="466" y="430"/>
                    </a:lnTo>
                    <a:close/>
                    <a:moveTo>
                      <a:pt x="1096" y="434"/>
                    </a:moveTo>
                    <a:lnTo>
                      <a:pt x="1092" y="434"/>
                    </a:lnTo>
                    <a:lnTo>
                      <a:pt x="1096" y="434"/>
                    </a:lnTo>
                    <a:lnTo>
                      <a:pt x="1100" y="434"/>
                    </a:lnTo>
                    <a:lnTo>
                      <a:pt x="1096" y="434"/>
                    </a:lnTo>
                    <a:lnTo>
                      <a:pt x="1096" y="434"/>
                    </a:lnTo>
                    <a:lnTo>
                      <a:pt x="1096" y="434"/>
                    </a:lnTo>
                    <a:close/>
                    <a:moveTo>
                      <a:pt x="646" y="434"/>
                    </a:moveTo>
                    <a:lnTo>
                      <a:pt x="646" y="436"/>
                    </a:lnTo>
                    <a:lnTo>
                      <a:pt x="642" y="436"/>
                    </a:lnTo>
                    <a:lnTo>
                      <a:pt x="642" y="434"/>
                    </a:lnTo>
                    <a:lnTo>
                      <a:pt x="646" y="434"/>
                    </a:lnTo>
                    <a:lnTo>
                      <a:pt x="646" y="434"/>
                    </a:lnTo>
                    <a:lnTo>
                      <a:pt x="646" y="434"/>
                    </a:lnTo>
                    <a:close/>
                    <a:moveTo>
                      <a:pt x="474" y="436"/>
                    </a:moveTo>
                    <a:lnTo>
                      <a:pt x="474" y="440"/>
                    </a:lnTo>
                    <a:lnTo>
                      <a:pt x="474" y="436"/>
                    </a:lnTo>
                    <a:lnTo>
                      <a:pt x="474" y="436"/>
                    </a:lnTo>
                    <a:lnTo>
                      <a:pt x="474" y="436"/>
                    </a:lnTo>
                    <a:close/>
                    <a:moveTo>
                      <a:pt x="1104" y="440"/>
                    </a:moveTo>
                    <a:lnTo>
                      <a:pt x="1100" y="440"/>
                    </a:lnTo>
                    <a:lnTo>
                      <a:pt x="1104" y="440"/>
                    </a:lnTo>
                    <a:lnTo>
                      <a:pt x="1104" y="440"/>
                    </a:lnTo>
                    <a:lnTo>
                      <a:pt x="1104" y="440"/>
                    </a:lnTo>
                    <a:close/>
                    <a:moveTo>
                      <a:pt x="470" y="440"/>
                    </a:moveTo>
                    <a:lnTo>
                      <a:pt x="470" y="444"/>
                    </a:lnTo>
                    <a:lnTo>
                      <a:pt x="466" y="444"/>
                    </a:lnTo>
                    <a:lnTo>
                      <a:pt x="470" y="440"/>
                    </a:lnTo>
                    <a:lnTo>
                      <a:pt x="470" y="440"/>
                    </a:lnTo>
                    <a:lnTo>
                      <a:pt x="470" y="440"/>
                    </a:lnTo>
                    <a:close/>
                    <a:moveTo>
                      <a:pt x="1114" y="460"/>
                    </a:moveTo>
                    <a:lnTo>
                      <a:pt x="1110" y="460"/>
                    </a:lnTo>
                    <a:lnTo>
                      <a:pt x="1114" y="460"/>
                    </a:lnTo>
                    <a:lnTo>
                      <a:pt x="1114" y="460"/>
                    </a:lnTo>
                    <a:lnTo>
                      <a:pt x="1114" y="460"/>
                    </a:lnTo>
                    <a:close/>
                    <a:moveTo>
                      <a:pt x="954" y="500"/>
                    </a:moveTo>
                    <a:lnTo>
                      <a:pt x="954" y="504"/>
                    </a:lnTo>
                    <a:lnTo>
                      <a:pt x="954" y="508"/>
                    </a:lnTo>
                    <a:lnTo>
                      <a:pt x="954" y="504"/>
                    </a:lnTo>
                    <a:lnTo>
                      <a:pt x="950" y="504"/>
                    </a:lnTo>
                    <a:lnTo>
                      <a:pt x="954" y="500"/>
                    </a:lnTo>
                    <a:lnTo>
                      <a:pt x="950" y="500"/>
                    </a:lnTo>
                    <a:lnTo>
                      <a:pt x="954" y="500"/>
                    </a:lnTo>
                    <a:lnTo>
                      <a:pt x="954" y="500"/>
                    </a:lnTo>
                    <a:lnTo>
                      <a:pt x="954" y="500"/>
                    </a:lnTo>
                    <a:close/>
                    <a:moveTo>
                      <a:pt x="944" y="500"/>
                    </a:moveTo>
                    <a:lnTo>
                      <a:pt x="944" y="504"/>
                    </a:lnTo>
                    <a:lnTo>
                      <a:pt x="948" y="504"/>
                    </a:lnTo>
                    <a:lnTo>
                      <a:pt x="944" y="504"/>
                    </a:lnTo>
                    <a:lnTo>
                      <a:pt x="944" y="500"/>
                    </a:lnTo>
                    <a:lnTo>
                      <a:pt x="944" y="500"/>
                    </a:lnTo>
                    <a:lnTo>
                      <a:pt x="944" y="500"/>
                    </a:lnTo>
                    <a:close/>
                    <a:moveTo>
                      <a:pt x="1076" y="504"/>
                    </a:moveTo>
                    <a:lnTo>
                      <a:pt x="1076" y="508"/>
                    </a:lnTo>
                    <a:lnTo>
                      <a:pt x="1076" y="504"/>
                    </a:lnTo>
                    <a:lnTo>
                      <a:pt x="1074" y="504"/>
                    </a:lnTo>
                    <a:lnTo>
                      <a:pt x="1076" y="504"/>
                    </a:lnTo>
                    <a:lnTo>
                      <a:pt x="1076" y="504"/>
                    </a:lnTo>
                    <a:lnTo>
                      <a:pt x="1076" y="504"/>
                    </a:lnTo>
                    <a:close/>
                    <a:moveTo>
                      <a:pt x="950" y="504"/>
                    </a:moveTo>
                    <a:lnTo>
                      <a:pt x="950" y="508"/>
                    </a:lnTo>
                    <a:lnTo>
                      <a:pt x="950" y="504"/>
                    </a:lnTo>
                    <a:lnTo>
                      <a:pt x="950" y="504"/>
                    </a:lnTo>
                    <a:lnTo>
                      <a:pt x="950" y="504"/>
                    </a:lnTo>
                    <a:close/>
                    <a:moveTo>
                      <a:pt x="1074" y="504"/>
                    </a:moveTo>
                    <a:lnTo>
                      <a:pt x="1076" y="508"/>
                    </a:lnTo>
                    <a:lnTo>
                      <a:pt x="1074" y="508"/>
                    </a:lnTo>
                    <a:lnTo>
                      <a:pt x="1074" y="504"/>
                    </a:lnTo>
                    <a:lnTo>
                      <a:pt x="1074" y="504"/>
                    </a:lnTo>
                    <a:lnTo>
                      <a:pt x="1074" y="504"/>
                    </a:lnTo>
                    <a:close/>
                    <a:moveTo>
                      <a:pt x="1080" y="516"/>
                    </a:moveTo>
                    <a:lnTo>
                      <a:pt x="1080" y="520"/>
                    </a:lnTo>
                    <a:lnTo>
                      <a:pt x="1084" y="520"/>
                    </a:lnTo>
                    <a:lnTo>
                      <a:pt x="1084" y="522"/>
                    </a:lnTo>
                    <a:lnTo>
                      <a:pt x="1080" y="522"/>
                    </a:lnTo>
                    <a:lnTo>
                      <a:pt x="1080" y="520"/>
                    </a:lnTo>
                    <a:lnTo>
                      <a:pt x="1076" y="520"/>
                    </a:lnTo>
                    <a:lnTo>
                      <a:pt x="1076" y="516"/>
                    </a:lnTo>
                    <a:lnTo>
                      <a:pt x="1080" y="516"/>
                    </a:lnTo>
                    <a:lnTo>
                      <a:pt x="1080" y="516"/>
                    </a:lnTo>
                    <a:lnTo>
                      <a:pt x="1080" y="516"/>
                    </a:lnTo>
                    <a:close/>
                    <a:moveTo>
                      <a:pt x="1084" y="516"/>
                    </a:moveTo>
                    <a:lnTo>
                      <a:pt x="1084" y="520"/>
                    </a:lnTo>
                    <a:lnTo>
                      <a:pt x="1084" y="516"/>
                    </a:lnTo>
                    <a:lnTo>
                      <a:pt x="1084" y="516"/>
                    </a:lnTo>
                    <a:lnTo>
                      <a:pt x="1084" y="516"/>
                    </a:lnTo>
                    <a:close/>
                    <a:moveTo>
                      <a:pt x="1088" y="520"/>
                    </a:moveTo>
                    <a:lnTo>
                      <a:pt x="1088" y="522"/>
                    </a:lnTo>
                    <a:lnTo>
                      <a:pt x="1084" y="522"/>
                    </a:lnTo>
                    <a:lnTo>
                      <a:pt x="1084" y="520"/>
                    </a:lnTo>
                    <a:lnTo>
                      <a:pt x="1088" y="520"/>
                    </a:lnTo>
                    <a:lnTo>
                      <a:pt x="1088" y="520"/>
                    </a:lnTo>
                    <a:lnTo>
                      <a:pt x="1088" y="520"/>
                    </a:lnTo>
                    <a:close/>
                    <a:moveTo>
                      <a:pt x="1084" y="522"/>
                    </a:moveTo>
                    <a:lnTo>
                      <a:pt x="1088" y="522"/>
                    </a:lnTo>
                    <a:lnTo>
                      <a:pt x="1088" y="526"/>
                    </a:lnTo>
                    <a:lnTo>
                      <a:pt x="1084" y="526"/>
                    </a:lnTo>
                    <a:lnTo>
                      <a:pt x="1084" y="522"/>
                    </a:lnTo>
                    <a:lnTo>
                      <a:pt x="1084" y="522"/>
                    </a:lnTo>
                    <a:lnTo>
                      <a:pt x="1084" y="522"/>
                    </a:lnTo>
                    <a:close/>
                    <a:moveTo>
                      <a:pt x="712" y="522"/>
                    </a:moveTo>
                    <a:lnTo>
                      <a:pt x="712" y="526"/>
                    </a:lnTo>
                    <a:lnTo>
                      <a:pt x="708" y="526"/>
                    </a:lnTo>
                    <a:lnTo>
                      <a:pt x="708" y="522"/>
                    </a:lnTo>
                    <a:lnTo>
                      <a:pt x="712" y="522"/>
                    </a:lnTo>
                    <a:lnTo>
                      <a:pt x="712" y="522"/>
                    </a:lnTo>
                    <a:lnTo>
                      <a:pt x="712" y="522"/>
                    </a:lnTo>
                    <a:close/>
                    <a:moveTo>
                      <a:pt x="890" y="546"/>
                    </a:moveTo>
                    <a:lnTo>
                      <a:pt x="894" y="546"/>
                    </a:lnTo>
                    <a:lnTo>
                      <a:pt x="894" y="550"/>
                    </a:lnTo>
                    <a:lnTo>
                      <a:pt x="890" y="550"/>
                    </a:lnTo>
                    <a:lnTo>
                      <a:pt x="890" y="546"/>
                    </a:lnTo>
                    <a:lnTo>
                      <a:pt x="890" y="546"/>
                    </a:lnTo>
                    <a:lnTo>
                      <a:pt x="890" y="546"/>
                    </a:lnTo>
                    <a:close/>
                    <a:moveTo>
                      <a:pt x="690" y="552"/>
                    </a:moveTo>
                    <a:lnTo>
                      <a:pt x="686" y="552"/>
                    </a:lnTo>
                    <a:lnTo>
                      <a:pt x="690" y="552"/>
                    </a:lnTo>
                    <a:lnTo>
                      <a:pt x="690" y="552"/>
                    </a:lnTo>
                    <a:lnTo>
                      <a:pt x="690" y="552"/>
                    </a:lnTo>
                    <a:close/>
                    <a:moveTo>
                      <a:pt x="1066" y="564"/>
                    </a:moveTo>
                    <a:lnTo>
                      <a:pt x="1066" y="566"/>
                    </a:lnTo>
                    <a:lnTo>
                      <a:pt x="1062" y="566"/>
                    </a:lnTo>
                    <a:lnTo>
                      <a:pt x="1062" y="564"/>
                    </a:lnTo>
                    <a:lnTo>
                      <a:pt x="1066" y="564"/>
                    </a:lnTo>
                    <a:lnTo>
                      <a:pt x="1066" y="564"/>
                    </a:lnTo>
                    <a:lnTo>
                      <a:pt x="1066" y="564"/>
                    </a:lnTo>
                    <a:close/>
                    <a:moveTo>
                      <a:pt x="1088" y="608"/>
                    </a:moveTo>
                    <a:lnTo>
                      <a:pt x="1088" y="612"/>
                    </a:lnTo>
                    <a:lnTo>
                      <a:pt x="1084" y="612"/>
                    </a:lnTo>
                    <a:lnTo>
                      <a:pt x="1088" y="608"/>
                    </a:lnTo>
                    <a:lnTo>
                      <a:pt x="1088" y="608"/>
                    </a:lnTo>
                    <a:lnTo>
                      <a:pt x="1088" y="608"/>
                    </a:lnTo>
                    <a:close/>
                    <a:moveTo>
                      <a:pt x="1118" y="664"/>
                    </a:moveTo>
                    <a:lnTo>
                      <a:pt x="1118" y="660"/>
                    </a:lnTo>
                    <a:lnTo>
                      <a:pt x="1122" y="660"/>
                    </a:lnTo>
                    <a:lnTo>
                      <a:pt x="1118" y="664"/>
                    </a:lnTo>
                    <a:lnTo>
                      <a:pt x="1118" y="664"/>
                    </a:lnTo>
                    <a:lnTo>
                      <a:pt x="1118" y="664"/>
                    </a:lnTo>
                    <a:close/>
                    <a:moveTo>
                      <a:pt x="1122" y="660"/>
                    </a:moveTo>
                    <a:lnTo>
                      <a:pt x="1122" y="664"/>
                    </a:lnTo>
                    <a:lnTo>
                      <a:pt x="1118" y="664"/>
                    </a:lnTo>
                    <a:lnTo>
                      <a:pt x="1122" y="664"/>
                    </a:lnTo>
                    <a:lnTo>
                      <a:pt x="1122" y="660"/>
                    </a:lnTo>
                    <a:lnTo>
                      <a:pt x="1122" y="660"/>
                    </a:lnTo>
                    <a:lnTo>
                      <a:pt x="1122" y="660"/>
                    </a:lnTo>
                    <a:close/>
                    <a:moveTo>
                      <a:pt x="864" y="676"/>
                    </a:moveTo>
                    <a:lnTo>
                      <a:pt x="864" y="680"/>
                    </a:lnTo>
                    <a:lnTo>
                      <a:pt x="864" y="676"/>
                    </a:lnTo>
                    <a:lnTo>
                      <a:pt x="864" y="676"/>
                    </a:lnTo>
                    <a:lnTo>
                      <a:pt x="864" y="676"/>
                    </a:lnTo>
                    <a:close/>
                    <a:moveTo>
                      <a:pt x="1132" y="698"/>
                    </a:moveTo>
                    <a:lnTo>
                      <a:pt x="1136" y="698"/>
                    </a:lnTo>
                    <a:lnTo>
                      <a:pt x="1132" y="698"/>
                    </a:lnTo>
                    <a:lnTo>
                      <a:pt x="1132" y="698"/>
                    </a:lnTo>
                    <a:lnTo>
                      <a:pt x="1132" y="698"/>
                    </a:lnTo>
                    <a:close/>
                    <a:moveTo>
                      <a:pt x="1174" y="720"/>
                    </a:moveTo>
                    <a:lnTo>
                      <a:pt x="1174" y="724"/>
                    </a:lnTo>
                    <a:lnTo>
                      <a:pt x="1170" y="724"/>
                    </a:lnTo>
                    <a:lnTo>
                      <a:pt x="1170" y="720"/>
                    </a:lnTo>
                    <a:lnTo>
                      <a:pt x="1174" y="720"/>
                    </a:lnTo>
                    <a:lnTo>
                      <a:pt x="1174" y="720"/>
                    </a:lnTo>
                    <a:lnTo>
                      <a:pt x="1174" y="720"/>
                    </a:lnTo>
                    <a:close/>
                    <a:moveTo>
                      <a:pt x="150" y="720"/>
                    </a:moveTo>
                    <a:lnTo>
                      <a:pt x="150" y="724"/>
                    </a:lnTo>
                    <a:lnTo>
                      <a:pt x="146" y="724"/>
                    </a:lnTo>
                    <a:lnTo>
                      <a:pt x="150" y="720"/>
                    </a:lnTo>
                    <a:lnTo>
                      <a:pt x="150" y="720"/>
                    </a:lnTo>
                    <a:lnTo>
                      <a:pt x="150" y="720"/>
                    </a:lnTo>
                    <a:close/>
                    <a:moveTo>
                      <a:pt x="1204" y="750"/>
                    </a:moveTo>
                    <a:lnTo>
                      <a:pt x="1208" y="750"/>
                    </a:lnTo>
                    <a:lnTo>
                      <a:pt x="1204" y="754"/>
                    </a:lnTo>
                    <a:lnTo>
                      <a:pt x="1204" y="750"/>
                    </a:lnTo>
                    <a:lnTo>
                      <a:pt x="1204" y="750"/>
                    </a:lnTo>
                    <a:lnTo>
                      <a:pt x="1204" y="750"/>
                    </a:lnTo>
                    <a:close/>
                    <a:moveTo>
                      <a:pt x="176" y="766"/>
                    </a:moveTo>
                    <a:lnTo>
                      <a:pt x="180" y="766"/>
                    </a:lnTo>
                    <a:lnTo>
                      <a:pt x="176" y="768"/>
                    </a:lnTo>
                    <a:lnTo>
                      <a:pt x="176" y="766"/>
                    </a:lnTo>
                    <a:lnTo>
                      <a:pt x="176" y="766"/>
                    </a:lnTo>
                    <a:lnTo>
                      <a:pt x="176" y="766"/>
                    </a:lnTo>
                    <a:close/>
                    <a:moveTo>
                      <a:pt x="182" y="776"/>
                    </a:moveTo>
                    <a:lnTo>
                      <a:pt x="186" y="776"/>
                    </a:lnTo>
                    <a:lnTo>
                      <a:pt x="182" y="776"/>
                    </a:lnTo>
                    <a:lnTo>
                      <a:pt x="182" y="776"/>
                    </a:lnTo>
                    <a:lnTo>
                      <a:pt x="182" y="776"/>
                    </a:lnTo>
                    <a:close/>
                    <a:moveTo>
                      <a:pt x="180" y="780"/>
                    </a:moveTo>
                    <a:lnTo>
                      <a:pt x="180" y="776"/>
                    </a:lnTo>
                    <a:lnTo>
                      <a:pt x="180" y="780"/>
                    </a:lnTo>
                    <a:lnTo>
                      <a:pt x="180" y="780"/>
                    </a:lnTo>
                    <a:lnTo>
                      <a:pt x="180" y="780"/>
                    </a:lnTo>
                    <a:close/>
                    <a:moveTo>
                      <a:pt x="182" y="780"/>
                    </a:moveTo>
                    <a:lnTo>
                      <a:pt x="186" y="780"/>
                    </a:lnTo>
                    <a:lnTo>
                      <a:pt x="182" y="780"/>
                    </a:lnTo>
                    <a:lnTo>
                      <a:pt x="182" y="780"/>
                    </a:lnTo>
                    <a:lnTo>
                      <a:pt x="182" y="780"/>
                    </a:lnTo>
                    <a:close/>
                    <a:moveTo>
                      <a:pt x="202" y="806"/>
                    </a:moveTo>
                    <a:lnTo>
                      <a:pt x="198" y="806"/>
                    </a:lnTo>
                    <a:lnTo>
                      <a:pt x="202" y="806"/>
                    </a:lnTo>
                    <a:lnTo>
                      <a:pt x="206" y="806"/>
                    </a:lnTo>
                    <a:lnTo>
                      <a:pt x="202" y="806"/>
                    </a:lnTo>
                    <a:lnTo>
                      <a:pt x="202" y="806"/>
                    </a:lnTo>
                    <a:lnTo>
                      <a:pt x="202" y="806"/>
                    </a:lnTo>
                    <a:close/>
                    <a:moveTo>
                      <a:pt x="1212" y="806"/>
                    </a:moveTo>
                    <a:lnTo>
                      <a:pt x="1208" y="810"/>
                    </a:lnTo>
                    <a:lnTo>
                      <a:pt x="1208" y="806"/>
                    </a:lnTo>
                    <a:lnTo>
                      <a:pt x="1212" y="806"/>
                    </a:lnTo>
                    <a:lnTo>
                      <a:pt x="1212" y="806"/>
                    </a:lnTo>
                    <a:lnTo>
                      <a:pt x="1212" y="806"/>
                    </a:lnTo>
                    <a:close/>
                    <a:moveTo>
                      <a:pt x="198" y="810"/>
                    </a:moveTo>
                    <a:lnTo>
                      <a:pt x="202" y="810"/>
                    </a:lnTo>
                    <a:lnTo>
                      <a:pt x="198" y="810"/>
                    </a:lnTo>
                    <a:lnTo>
                      <a:pt x="198" y="810"/>
                    </a:lnTo>
                    <a:lnTo>
                      <a:pt x="198" y="810"/>
                    </a:lnTo>
                    <a:close/>
                    <a:moveTo>
                      <a:pt x="210" y="810"/>
                    </a:moveTo>
                    <a:lnTo>
                      <a:pt x="210" y="814"/>
                    </a:lnTo>
                    <a:lnTo>
                      <a:pt x="206" y="814"/>
                    </a:lnTo>
                    <a:lnTo>
                      <a:pt x="202" y="814"/>
                    </a:lnTo>
                    <a:lnTo>
                      <a:pt x="206" y="814"/>
                    </a:lnTo>
                    <a:lnTo>
                      <a:pt x="210" y="810"/>
                    </a:lnTo>
                    <a:lnTo>
                      <a:pt x="210" y="810"/>
                    </a:lnTo>
                    <a:lnTo>
                      <a:pt x="210" y="810"/>
                    </a:lnTo>
                    <a:close/>
                    <a:moveTo>
                      <a:pt x="220" y="814"/>
                    </a:moveTo>
                    <a:lnTo>
                      <a:pt x="220" y="818"/>
                    </a:lnTo>
                    <a:lnTo>
                      <a:pt x="220" y="814"/>
                    </a:lnTo>
                    <a:lnTo>
                      <a:pt x="220" y="814"/>
                    </a:lnTo>
                    <a:lnTo>
                      <a:pt x="220" y="814"/>
                    </a:lnTo>
                    <a:close/>
                    <a:moveTo>
                      <a:pt x="224" y="814"/>
                    </a:moveTo>
                    <a:lnTo>
                      <a:pt x="224" y="818"/>
                    </a:lnTo>
                    <a:lnTo>
                      <a:pt x="224" y="822"/>
                    </a:lnTo>
                    <a:lnTo>
                      <a:pt x="224" y="818"/>
                    </a:lnTo>
                    <a:lnTo>
                      <a:pt x="220" y="818"/>
                    </a:lnTo>
                    <a:lnTo>
                      <a:pt x="224" y="814"/>
                    </a:lnTo>
                    <a:lnTo>
                      <a:pt x="224" y="814"/>
                    </a:lnTo>
                    <a:lnTo>
                      <a:pt x="224" y="814"/>
                    </a:lnTo>
                    <a:close/>
                    <a:moveTo>
                      <a:pt x="232" y="818"/>
                    </a:moveTo>
                    <a:lnTo>
                      <a:pt x="232" y="822"/>
                    </a:lnTo>
                    <a:lnTo>
                      <a:pt x="228" y="818"/>
                    </a:lnTo>
                    <a:lnTo>
                      <a:pt x="232" y="818"/>
                    </a:lnTo>
                    <a:lnTo>
                      <a:pt x="232" y="818"/>
                    </a:lnTo>
                    <a:lnTo>
                      <a:pt x="232" y="818"/>
                    </a:lnTo>
                    <a:close/>
                    <a:moveTo>
                      <a:pt x="228" y="818"/>
                    </a:moveTo>
                    <a:lnTo>
                      <a:pt x="232" y="822"/>
                    </a:lnTo>
                    <a:lnTo>
                      <a:pt x="228" y="822"/>
                    </a:lnTo>
                    <a:lnTo>
                      <a:pt x="228" y="818"/>
                    </a:lnTo>
                    <a:lnTo>
                      <a:pt x="228" y="818"/>
                    </a:lnTo>
                    <a:lnTo>
                      <a:pt x="228" y="818"/>
                    </a:lnTo>
                    <a:close/>
                    <a:moveTo>
                      <a:pt x="228" y="818"/>
                    </a:moveTo>
                    <a:lnTo>
                      <a:pt x="228" y="822"/>
                    </a:lnTo>
                    <a:lnTo>
                      <a:pt x="228" y="824"/>
                    </a:lnTo>
                    <a:lnTo>
                      <a:pt x="228" y="822"/>
                    </a:lnTo>
                    <a:lnTo>
                      <a:pt x="224" y="822"/>
                    </a:lnTo>
                    <a:lnTo>
                      <a:pt x="228" y="822"/>
                    </a:lnTo>
                    <a:lnTo>
                      <a:pt x="228" y="818"/>
                    </a:lnTo>
                    <a:lnTo>
                      <a:pt x="228" y="818"/>
                    </a:lnTo>
                    <a:lnTo>
                      <a:pt x="228" y="818"/>
                    </a:lnTo>
                    <a:close/>
                    <a:moveTo>
                      <a:pt x="238" y="828"/>
                    </a:moveTo>
                    <a:lnTo>
                      <a:pt x="238" y="832"/>
                    </a:lnTo>
                    <a:lnTo>
                      <a:pt x="238" y="828"/>
                    </a:lnTo>
                    <a:lnTo>
                      <a:pt x="238" y="828"/>
                    </a:lnTo>
                    <a:lnTo>
                      <a:pt x="238" y="828"/>
                    </a:lnTo>
                    <a:close/>
                    <a:moveTo>
                      <a:pt x="1230" y="828"/>
                    </a:moveTo>
                    <a:lnTo>
                      <a:pt x="1230" y="832"/>
                    </a:lnTo>
                    <a:lnTo>
                      <a:pt x="1226" y="832"/>
                    </a:lnTo>
                    <a:lnTo>
                      <a:pt x="1226" y="828"/>
                    </a:lnTo>
                    <a:lnTo>
                      <a:pt x="1230" y="828"/>
                    </a:lnTo>
                    <a:lnTo>
                      <a:pt x="1230" y="828"/>
                    </a:lnTo>
                    <a:lnTo>
                      <a:pt x="1230" y="828"/>
                    </a:lnTo>
                    <a:close/>
                    <a:moveTo>
                      <a:pt x="1222" y="832"/>
                    </a:moveTo>
                    <a:lnTo>
                      <a:pt x="1218" y="836"/>
                    </a:lnTo>
                    <a:lnTo>
                      <a:pt x="1218" y="832"/>
                    </a:lnTo>
                    <a:lnTo>
                      <a:pt x="1222" y="832"/>
                    </a:lnTo>
                    <a:lnTo>
                      <a:pt x="1222" y="832"/>
                    </a:lnTo>
                    <a:lnTo>
                      <a:pt x="1222" y="832"/>
                    </a:lnTo>
                    <a:close/>
                    <a:moveTo>
                      <a:pt x="250" y="832"/>
                    </a:moveTo>
                    <a:lnTo>
                      <a:pt x="250" y="836"/>
                    </a:lnTo>
                    <a:lnTo>
                      <a:pt x="246" y="836"/>
                    </a:lnTo>
                    <a:lnTo>
                      <a:pt x="250" y="836"/>
                    </a:lnTo>
                    <a:lnTo>
                      <a:pt x="250" y="832"/>
                    </a:lnTo>
                    <a:lnTo>
                      <a:pt x="250" y="832"/>
                    </a:lnTo>
                    <a:lnTo>
                      <a:pt x="250" y="832"/>
                    </a:lnTo>
                    <a:close/>
                    <a:moveTo>
                      <a:pt x="212" y="840"/>
                    </a:moveTo>
                    <a:lnTo>
                      <a:pt x="216" y="840"/>
                    </a:lnTo>
                    <a:lnTo>
                      <a:pt x="216" y="844"/>
                    </a:lnTo>
                    <a:lnTo>
                      <a:pt x="212" y="844"/>
                    </a:lnTo>
                    <a:lnTo>
                      <a:pt x="212" y="840"/>
                    </a:lnTo>
                    <a:lnTo>
                      <a:pt x="212" y="840"/>
                    </a:lnTo>
                    <a:lnTo>
                      <a:pt x="212" y="840"/>
                    </a:lnTo>
                    <a:close/>
                    <a:moveTo>
                      <a:pt x="1238" y="862"/>
                    </a:moveTo>
                    <a:lnTo>
                      <a:pt x="1234" y="862"/>
                    </a:lnTo>
                    <a:lnTo>
                      <a:pt x="1230" y="862"/>
                    </a:lnTo>
                    <a:lnTo>
                      <a:pt x="1234" y="862"/>
                    </a:lnTo>
                    <a:lnTo>
                      <a:pt x="1238" y="862"/>
                    </a:lnTo>
                    <a:lnTo>
                      <a:pt x="1238" y="862"/>
                    </a:lnTo>
                    <a:lnTo>
                      <a:pt x="1238" y="862"/>
                    </a:lnTo>
                    <a:close/>
                    <a:moveTo>
                      <a:pt x="1204" y="874"/>
                    </a:moveTo>
                    <a:lnTo>
                      <a:pt x="1200" y="874"/>
                    </a:lnTo>
                    <a:lnTo>
                      <a:pt x="1204" y="874"/>
                    </a:lnTo>
                    <a:lnTo>
                      <a:pt x="1204" y="874"/>
                    </a:lnTo>
                    <a:lnTo>
                      <a:pt x="1204" y="874"/>
                    </a:lnTo>
                    <a:close/>
                    <a:moveTo>
                      <a:pt x="1230" y="874"/>
                    </a:moveTo>
                    <a:lnTo>
                      <a:pt x="1226" y="874"/>
                    </a:lnTo>
                    <a:lnTo>
                      <a:pt x="1226" y="878"/>
                    </a:lnTo>
                    <a:lnTo>
                      <a:pt x="1226" y="874"/>
                    </a:lnTo>
                    <a:lnTo>
                      <a:pt x="1230" y="874"/>
                    </a:lnTo>
                    <a:lnTo>
                      <a:pt x="1230" y="874"/>
                    </a:lnTo>
                    <a:lnTo>
                      <a:pt x="1230" y="874"/>
                    </a:lnTo>
                    <a:close/>
                    <a:moveTo>
                      <a:pt x="738" y="146"/>
                    </a:moveTo>
                    <a:lnTo>
                      <a:pt x="734" y="146"/>
                    </a:lnTo>
                    <a:lnTo>
                      <a:pt x="732" y="146"/>
                    </a:lnTo>
                    <a:lnTo>
                      <a:pt x="732" y="142"/>
                    </a:lnTo>
                    <a:lnTo>
                      <a:pt x="728" y="138"/>
                    </a:lnTo>
                    <a:lnTo>
                      <a:pt x="724" y="138"/>
                    </a:lnTo>
                    <a:lnTo>
                      <a:pt x="724" y="136"/>
                    </a:lnTo>
                    <a:lnTo>
                      <a:pt x="720" y="136"/>
                    </a:lnTo>
                    <a:lnTo>
                      <a:pt x="720" y="138"/>
                    </a:lnTo>
                    <a:lnTo>
                      <a:pt x="724" y="138"/>
                    </a:lnTo>
                    <a:lnTo>
                      <a:pt x="724" y="142"/>
                    </a:lnTo>
                    <a:lnTo>
                      <a:pt x="728" y="142"/>
                    </a:lnTo>
                    <a:lnTo>
                      <a:pt x="732" y="146"/>
                    </a:lnTo>
                    <a:lnTo>
                      <a:pt x="728" y="146"/>
                    </a:lnTo>
                    <a:lnTo>
                      <a:pt x="724" y="146"/>
                    </a:lnTo>
                    <a:lnTo>
                      <a:pt x="724" y="142"/>
                    </a:lnTo>
                    <a:lnTo>
                      <a:pt x="720" y="142"/>
                    </a:lnTo>
                    <a:lnTo>
                      <a:pt x="716" y="142"/>
                    </a:lnTo>
                    <a:lnTo>
                      <a:pt x="712" y="142"/>
                    </a:lnTo>
                    <a:lnTo>
                      <a:pt x="716" y="142"/>
                    </a:lnTo>
                    <a:lnTo>
                      <a:pt x="716" y="146"/>
                    </a:lnTo>
                    <a:lnTo>
                      <a:pt x="712" y="146"/>
                    </a:lnTo>
                    <a:lnTo>
                      <a:pt x="708" y="146"/>
                    </a:lnTo>
                    <a:lnTo>
                      <a:pt x="706" y="146"/>
                    </a:lnTo>
                    <a:lnTo>
                      <a:pt x="702" y="146"/>
                    </a:lnTo>
                    <a:lnTo>
                      <a:pt x="698" y="146"/>
                    </a:lnTo>
                    <a:lnTo>
                      <a:pt x="694" y="146"/>
                    </a:lnTo>
                    <a:lnTo>
                      <a:pt x="690" y="146"/>
                    </a:lnTo>
                    <a:lnTo>
                      <a:pt x="690" y="142"/>
                    </a:lnTo>
                    <a:lnTo>
                      <a:pt x="686" y="142"/>
                    </a:lnTo>
                    <a:lnTo>
                      <a:pt x="678" y="138"/>
                    </a:lnTo>
                    <a:lnTo>
                      <a:pt x="682" y="138"/>
                    </a:lnTo>
                    <a:lnTo>
                      <a:pt x="686" y="138"/>
                    </a:lnTo>
                    <a:lnTo>
                      <a:pt x="686" y="136"/>
                    </a:lnTo>
                    <a:lnTo>
                      <a:pt x="690" y="136"/>
                    </a:lnTo>
                    <a:lnTo>
                      <a:pt x="694" y="136"/>
                    </a:lnTo>
                    <a:lnTo>
                      <a:pt x="698" y="136"/>
                    </a:lnTo>
                    <a:lnTo>
                      <a:pt x="694" y="136"/>
                    </a:lnTo>
                    <a:lnTo>
                      <a:pt x="690" y="136"/>
                    </a:lnTo>
                    <a:lnTo>
                      <a:pt x="686" y="136"/>
                    </a:lnTo>
                    <a:lnTo>
                      <a:pt x="682" y="136"/>
                    </a:lnTo>
                    <a:lnTo>
                      <a:pt x="678" y="136"/>
                    </a:lnTo>
                    <a:lnTo>
                      <a:pt x="676" y="136"/>
                    </a:lnTo>
                    <a:lnTo>
                      <a:pt x="672" y="136"/>
                    </a:lnTo>
                    <a:lnTo>
                      <a:pt x="668" y="132"/>
                    </a:lnTo>
                    <a:lnTo>
                      <a:pt x="668" y="128"/>
                    </a:lnTo>
                    <a:lnTo>
                      <a:pt x="672" y="128"/>
                    </a:lnTo>
                    <a:lnTo>
                      <a:pt x="672" y="132"/>
                    </a:lnTo>
                    <a:lnTo>
                      <a:pt x="676" y="132"/>
                    </a:lnTo>
                    <a:lnTo>
                      <a:pt x="678" y="132"/>
                    </a:lnTo>
                    <a:lnTo>
                      <a:pt x="676" y="128"/>
                    </a:lnTo>
                    <a:lnTo>
                      <a:pt x="672" y="128"/>
                    </a:lnTo>
                    <a:lnTo>
                      <a:pt x="668" y="128"/>
                    </a:lnTo>
                    <a:lnTo>
                      <a:pt x="664" y="128"/>
                    </a:lnTo>
                    <a:lnTo>
                      <a:pt x="664" y="124"/>
                    </a:lnTo>
                    <a:lnTo>
                      <a:pt x="660" y="124"/>
                    </a:lnTo>
                    <a:lnTo>
                      <a:pt x="664" y="124"/>
                    </a:lnTo>
                    <a:lnTo>
                      <a:pt x="668" y="120"/>
                    </a:lnTo>
                    <a:lnTo>
                      <a:pt x="668" y="124"/>
                    </a:lnTo>
                    <a:lnTo>
                      <a:pt x="668" y="120"/>
                    </a:lnTo>
                    <a:lnTo>
                      <a:pt x="672" y="120"/>
                    </a:lnTo>
                    <a:lnTo>
                      <a:pt x="676" y="120"/>
                    </a:lnTo>
                    <a:lnTo>
                      <a:pt x="676" y="116"/>
                    </a:lnTo>
                    <a:lnTo>
                      <a:pt x="676" y="120"/>
                    </a:lnTo>
                    <a:lnTo>
                      <a:pt x="678" y="120"/>
                    </a:lnTo>
                    <a:lnTo>
                      <a:pt x="682" y="120"/>
                    </a:lnTo>
                    <a:lnTo>
                      <a:pt x="686" y="120"/>
                    </a:lnTo>
                    <a:lnTo>
                      <a:pt x="690" y="120"/>
                    </a:lnTo>
                    <a:lnTo>
                      <a:pt x="694" y="120"/>
                    </a:lnTo>
                    <a:lnTo>
                      <a:pt x="698" y="116"/>
                    </a:lnTo>
                    <a:lnTo>
                      <a:pt x="702" y="116"/>
                    </a:lnTo>
                    <a:lnTo>
                      <a:pt x="706" y="116"/>
                    </a:lnTo>
                    <a:lnTo>
                      <a:pt x="708" y="116"/>
                    </a:lnTo>
                    <a:lnTo>
                      <a:pt x="712" y="116"/>
                    </a:lnTo>
                    <a:lnTo>
                      <a:pt x="716" y="116"/>
                    </a:lnTo>
                    <a:lnTo>
                      <a:pt x="712" y="116"/>
                    </a:lnTo>
                    <a:lnTo>
                      <a:pt x="708" y="116"/>
                    </a:lnTo>
                    <a:lnTo>
                      <a:pt x="706" y="116"/>
                    </a:lnTo>
                    <a:lnTo>
                      <a:pt x="702" y="116"/>
                    </a:lnTo>
                    <a:lnTo>
                      <a:pt x="694" y="116"/>
                    </a:lnTo>
                    <a:lnTo>
                      <a:pt x="690" y="116"/>
                    </a:lnTo>
                    <a:lnTo>
                      <a:pt x="686" y="116"/>
                    </a:lnTo>
                    <a:lnTo>
                      <a:pt x="682" y="116"/>
                    </a:lnTo>
                    <a:lnTo>
                      <a:pt x="686" y="116"/>
                    </a:lnTo>
                    <a:lnTo>
                      <a:pt x="686" y="112"/>
                    </a:lnTo>
                    <a:lnTo>
                      <a:pt x="690" y="112"/>
                    </a:lnTo>
                    <a:lnTo>
                      <a:pt x="694" y="116"/>
                    </a:lnTo>
                    <a:lnTo>
                      <a:pt x="694" y="112"/>
                    </a:lnTo>
                    <a:lnTo>
                      <a:pt x="698" y="112"/>
                    </a:lnTo>
                    <a:lnTo>
                      <a:pt x="702" y="112"/>
                    </a:lnTo>
                    <a:lnTo>
                      <a:pt x="706" y="112"/>
                    </a:lnTo>
                    <a:lnTo>
                      <a:pt x="702" y="112"/>
                    </a:lnTo>
                    <a:lnTo>
                      <a:pt x="698" y="112"/>
                    </a:lnTo>
                    <a:lnTo>
                      <a:pt x="694" y="112"/>
                    </a:lnTo>
                    <a:lnTo>
                      <a:pt x="690" y="112"/>
                    </a:lnTo>
                    <a:lnTo>
                      <a:pt x="686" y="112"/>
                    </a:lnTo>
                    <a:lnTo>
                      <a:pt x="690" y="112"/>
                    </a:lnTo>
                    <a:lnTo>
                      <a:pt x="690" y="108"/>
                    </a:lnTo>
                    <a:lnTo>
                      <a:pt x="686" y="108"/>
                    </a:lnTo>
                    <a:lnTo>
                      <a:pt x="682" y="108"/>
                    </a:lnTo>
                    <a:lnTo>
                      <a:pt x="682" y="112"/>
                    </a:lnTo>
                    <a:lnTo>
                      <a:pt x="678" y="112"/>
                    </a:lnTo>
                    <a:lnTo>
                      <a:pt x="678" y="108"/>
                    </a:lnTo>
                    <a:lnTo>
                      <a:pt x="678" y="112"/>
                    </a:lnTo>
                    <a:lnTo>
                      <a:pt x="676" y="112"/>
                    </a:lnTo>
                    <a:lnTo>
                      <a:pt x="676" y="108"/>
                    </a:lnTo>
                    <a:lnTo>
                      <a:pt x="672" y="112"/>
                    </a:lnTo>
                    <a:lnTo>
                      <a:pt x="668" y="116"/>
                    </a:lnTo>
                    <a:lnTo>
                      <a:pt x="664" y="116"/>
                    </a:lnTo>
                    <a:lnTo>
                      <a:pt x="660" y="116"/>
                    </a:lnTo>
                    <a:lnTo>
                      <a:pt x="664" y="112"/>
                    </a:lnTo>
                    <a:lnTo>
                      <a:pt x="660" y="112"/>
                    </a:lnTo>
                    <a:lnTo>
                      <a:pt x="656" y="112"/>
                    </a:lnTo>
                    <a:lnTo>
                      <a:pt x="660" y="112"/>
                    </a:lnTo>
                    <a:lnTo>
                      <a:pt x="656" y="112"/>
                    </a:lnTo>
                    <a:lnTo>
                      <a:pt x="652" y="112"/>
                    </a:lnTo>
                    <a:lnTo>
                      <a:pt x="652" y="116"/>
                    </a:lnTo>
                    <a:lnTo>
                      <a:pt x="650" y="116"/>
                    </a:lnTo>
                    <a:lnTo>
                      <a:pt x="646" y="112"/>
                    </a:lnTo>
                    <a:lnTo>
                      <a:pt x="642" y="112"/>
                    </a:lnTo>
                    <a:lnTo>
                      <a:pt x="642" y="108"/>
                    </a:lnTo>
                    <a:lnTo>
                      <a:pt x="642" y="106"/>
                    </a:lnTo>
                    <a:lnTo>
                      <a:pt x="646" y="106"/>
                    </a:lnTo>
                    <a:lnTo>
                      <a:pt x="650" y="106"/>
                    </a:lnTo>
                    <a:lnTo>
                      <a:pt x="652" y="106"/>
                    </a:lnTo>
                    <a:lnTo>
                      <a:pt x="656" y="106"/>
                    </a:lnTo>
                    <a:lnTo>
                      <a:pt x="660" y="106"/>
                    </a:lnTo>
                    <a:lnTo>
                      <a:pt x="660" y="102"/>
                    </a:lnTo>
                    <a:lnTo>
                      <a:pt x="656" y="102"/>
                    </a:lnTo>
                    <a:lnTo>
                      <a:pt x="652" y="106"/>
                    </a:lnTo>
                    <a:lnTo>
                      <a:pt x="650" y="106"/>
                    </a:lnTo>
                    <a:lnTo>
                      <a:pt x="646" y="106"/>
                    </a:lnTo>
                    <a:lnTo>
                      <a:pt x="642" y="106"/>
                    </a:lnTo>
                    <a:lnTo>
                      <a:pt x="638" y="106"/>
                    </a:lnTo>
                    <a:lnTo>
                      <a:pt x="638" y="102"/>
                    </a:lnTo>
                    <a:lnTo>
                      <a:pt x="634" y="102"/>
                    </a:lnTo>
                    <a:lnTo>
                      <a:pt x="630" y="98"/>
                    </a:lnTo>
                    <a:lnTo>
                      <a:pt x="626" y="98"/>
                    </a:lnTo>
                    <a:lnTo>
                      <a:pt x="630" y="98"/>
                    </a:lnTo>
                    <a:lnTo>
                      <a:pt x="634" y="98"/>
                    </a:lnTo>
                    <a:lnTo>
                      <a:pt x="630" y="94"/>
                    </a:lnTo>
                    <a:lnTo>
                      <a:pt x="626" y="94"/>
                    </a:lnTo>
                    <a:lnTo>
                      <a:pt x="630" y="94"/>
                    </a:lnTo>
                    <a:lnTo>
                      <a:pt x="626" y="94"/>
                    </a:lnTo>
                    <a:lnTo>
                      <a:pt x="626" y="90"/>
                    </a:lnTo>
                    <a:lnTo>
                      <a:pt x="630" y="90"/>
                    </a:lnTo>
                    <a:lnTo>
                      <a:pt x="634" y="90"/>
                    </a:lnTo>
                    <a:lnTo>
                      <a:pt x="638" y="90"/>
                    </a:lnTo>
                    <a:lnTo>
                      <a:pt x="638" y="94"/>
                    </a:lnTo>
                    <a:lnTo>
                      <a:pt x="642" y="94"/>
                    </a:lnTo>
                    <a:lnTo>
                      <a:pt x="646" y="94"/>
                    </a:lnTo>
                    <a:lnTo>
                      <a:pt x="650" y="94"/>
                    </a:lnTo>
                    <a:lnTo>
                      <a:pt x="652" y="94"/>
                    </a:lnTo>
                    <a:lnTo>
                      <a:pt x="656" y="94"/>
                    </a:lnTo>
                    <a:lnTo>
                      <a:pt x="660" y="94"/>
                    </a:lnTo>
                    <a:lnTo>
                      <a:pt x="656" y="94"/>
                    </a:lnTo>
                    <a:lnTo>
                      <a:pt x="652" y="90"/>
                    </a:lnTo>
                    <a:lnTo>
                      <a:pt x="656" y="90"/>
                    </a:lnTo>
                    <a:lnTo>
                      <a:pt x="660" y="90"/>
                    </a:lnTo>
                    <a:lnTo>
                      <a:pt x="664" y="90"/>
                    </a:lnTo>
                    <a:lnTo>
                      <a:pt x="660" y="90"/>
                    </a:lnTo>
                    <a:lnTo>
                      <a:pt x="656" y="86"/>
                    </a:lnTo>
                    <a:lnTo>
                      <a:pt x="656" y="90"/>
                    </a:lnTo>
                    <a:lnTo>
                      <a:pt x="652" y="90"/>
                    </a:lnTo>
                    <a:lnTo>
                      <a:pt x="650" y="90"/>
                    </a:lnTo>
                    <a:lnTo>
                      <a:pt x="646" y="90"/>
                    </a:lnTo>
                    <a:lnTo>
                      <a:pt x="642" y="90"/>
                    </a:lnTo>
                    <a:lnTo>
                      <a:pt x="642" y="86"/>
                    </a:lnTo>
                    <a:lnTo>
                      <a:pt x="646" y="86"/>
                    </a:lnTo>
                    <a:lnTo>
                      <a:pt x="650" y="86"/>
                    </a:lnTo>
                    <a:lnTo>
                      <a:pt x="646" y="86"/>
                    </a:lnTo>
                    <a:lnTo>
                      <a:pt x="642" y="86"/>
                    </a:lnTo>
                    <a:lnTo>
                      <a:pt x="638" y="86"/>
                    </a:lnTo>
                    <a:lnTo>
                      <a:pt x="638" y="90"/>
                    </a:lnTo>
                    <a:lnTo>
                      <a:pt x="638" y="86"/>
                    </a:lnTo>
                    <a:lnTo>
                      <a:pt x="634" y="86"/>
                    </a:lnTo>
                    <a:lnTo>
                      <a:pt x="630" y="86"/>
                    </a:lnTo>
                    <a:lnTo>
                      <a:pt x="626" y="82"/>
                    </a:lnTo>
                    <a:lnTo>
                      <a:pt x="630" y="82"/>
                    </a:lnTo>
                    <a:lnTo>
                      <a:pt x="634" y="82"/>
                    </a:lnTo>
                    <a:lnTo>
                      <a:pt x="638" y="82"/>
                    </a:lnTo>
                    <a:lnTo>
                      <a:pt x="642" y="82"/>
                    </a:lnTo>
                    <a:lnTo>
                      <a:pt x="646" y="82"/>
                    </a:lnTo>
                    <a:lnTo>
                      <a:pt x="642" y="82"/>
                    </a:lnTo>
                    <a:lnTo>
                      <a:pt x="638" y="78"/>
                    </a:lnTo>
                    <a:lnTo>
                      <a:pt x="638" y="76"/>
                    </a:lnTo>
                    <a:lnTo>
                      <a:pt x="642" y="76"/>
                    </a:lnTo>
                    <a:lnTo>
                      <a:pt x="646" y="76"/>
                    </a:lnTo>
                    <a:lnTo>
                      <a:pt x="650" y="76"/>
                    </a:lnTo>
                    <a:lnTo>
                      <a:pt x="652" y="76"/>
                    </a:lnTo>
                    <a:lnTo>
                      <a:pt x="652" y="78"/>
                    </a:lnTo>
                    <a:lnTo>
                      <a:pt x="656" y="78"/>
                    </a:lnTo>
                    <a:lnTo>
                      <a:pt x="660" y="78"/>
                    </a:lnTo>
                    <a:lnTo>
                      <a:pt x="664" y="78"/>
                    </a:lnTo>
                    <a:lnTo>
                      <a:pt x="668" y="78"/>
                    </a:lnTo>
                    <a:lnTo>
                      <a:pt x="664" y="78"/>
                    </a:lnTo>
                    <a:lnTo>
                      <a:pt x="664" y="76"/>
                    </a:lnTo>
                    <a:lnTo>
                      <a:pt x="660" y="76"/>
                    </a:lnTo>
                    <a:lnTo>
                      <a:pt x="656" y="76"/>
                    </a:lnTo>
                    <a:lnTo>
                      <a:pt x="660" y="76"/>
                    </a:lnTo>
                    <a:lnTo>
                      <a:pt x="664" y="76"/>
                    </a:lnTo>
                    <a:lnTo>
                      <a:pt x="664" y="72"/>
                    </a:lnTo>
                    <a:lnTo>
                      <a:pt x="660" y="72"/>
                    </a:lnTo>
                    <a:lnTo>
                      <a:pt x="656" y="72"/>
                    </a:lnTo>
                    <a:lnTo>
                      <a:pt x="652" y="72"/>
                    </a:lnTo>
                    <a:lnTo>
                      <a:pt x="650" y="72"/>
                    </a:lnTo>
                    <a:lnTo>
                      <a:pt x="646" y="72"/>
                    </a:lnTo>
                    <a:lnTo>
                      <a:pt x="642" y="72"/>
                    </a:lnTo>
                    <a:lnTo>
                      <a:pt x="646" y="68"/>
                    </a:lnTo>
                    <a:lnTo>
                      <a:pt x="650" y="68"/>
                    </a:lnTo>
                    <a:lnTo>
                      <a:pt x="646" y="68"/>
                    </a:lnTo>
                    <a:lnTo>
                      <a:pt x="650" y="64"/>
                    </a:lnTo>
                    <a:lnTo>
                      <a:pt x="652" y="64"/>
                    </a:lnTo>
                    <a:lnTo>
                      <a:pt x="656" y="64"/>
                    </a:lnTo>
                    <a:lnTo>
                      <a:pt x="660" y="64"/>
                    </a:lnTo>
                    <a:lnTo>
                      <a:pt x="664" y="64"/>
                    </a:lnTo>
                    <a:lnTo>
                      <a:pt x="668" y="64"/>
                    </a:lnTo>
                    <a:lnTo>
                      <a:pt x="664" y="64"/>
                    </a:lnTo>
                    <a:lnTo>
                      <a:pt x="660" y="60"/>
                    </a:lnTo>
                    <a:lnTo>
                      <a:pt x="664" y="60"/>
                    </a:lnTo>
                    <a:lnTo>
                      <a:pt x="668" y="60"/>
                    </a:lnTo>
                    <a:lnTo>
                      <a:pt x="672" y="64"/>
                    </a:lnTo>
                    <a:lnTo>
                      <a:pt x="676" y="64"/>
                    </a:lnTo>
                    <a:lnTo>
                      <a:pt x="676" y="60"/>
                    </a:lnTo>
                    <a:lnTo>
                      <a:pt x="678" y="60"/>
                    </a:lnTo>
                    <a:lnTo>
                      <a:pt x="676" y="56"/>
                    </a:lnTo>
                    <a:lnTo>
                      <a:pt x="672" y="56"/>
                    </a:lnTo>
                    <a:lnTo>
                      <a:pt x="668" y="60"/>
                    </a:lnTo>
                    <a:lnTo>
                      <a:pt x="664" y="60"/>
                    </a:lnTo>
                    <a:lnTo>
                      <a:pt x="664" y="56"/>
                    </a:lnTo>
                    <a:lnTo>
                      <a:pt x="660" y="56"/>
                    </a:lnTo>
                    <a:lnTo>
                      <a:pt x="660" y="52"/>
                    </a:lnTo>
                    <a:lnTo>
                      <a:pt x="664" y="52"/>
                    </a:lnTo>
                    <a:lnTo>
                      <a:pt x="668" y="52"/>
                    </a:lnTo>
                    <a:lnTo>
                      <a:pt x="672" y="56"/>
                    </a:lnTo>
                    <a:lnTo>
                      <a:pt x="672" y="52"/>
                    </a:lnTo>
                    <a:lnTo>
                      <a:pt x="676" y="52"/>
                    </a:lnTo>
                    <a:lnTo>
                      <a:pt x="678" y="52"/>
                    </a:lnTo>
                    <a:lnTo>
                      <a:pt x="678" y="56"/>
                    </a:lnTo>
                    <a:lnTo>
                      <a:pt x="682" y="56"/>
                    </a:lnTo>
                    <a:lnTo>
                      <a:pt x="686" y="56"/>
                    </a:lnTo>
                    <a:lnTo>
                      <a:pt x="690" y="56"/>
                    </a:lnTo>
                    <a:lnTo>
                      <a:pt x="694" y="56"/>
                    </a:lnTo>
                    <a:lnTo>
                      <a:pt x="694" y="60"/>
                    </a:lnTo>
                    <a:lnTo>
                      <a:pt x="698" y="60"/>
                    </a:lnTo>
                    <a:lnTo>
                      <a:pt x="698" y="64"/>
                    </a:lnTo>
                    <a:lnTo>
                      <a:pt x="694" y="64"/>
                    </a:lnTo>
                    <a:lnTo>
                      <a:pt x="698" y="64"/>
                    </a:lnTo>
                    <a:lnTo>
                      <a:pt x="702" y="64"/>
                    </a:lnTo>
                    <a:lnTo>
                      <a:pt x="702" y="68"/>
                    </a:lnTo>
                    <a:lnTo>
                      <a:pt x="706" y="72"/>
                    </a:lnTo>
                    <a:lnTo>
                      <a:pt x="708" y="72"/>
                    </a:lnTo>
                    <a:lnTo>
                      <a:pt x="712" y="72"/>
                    </a:lnTo>
                    <a:lnTo>
                      <a:pt x="712" y="76"/>
                    </a:lnTo>
                    <a:lnTo>
                      <a:pt x="712" y="78"/>
                    </a:lnTo>
                    <a:lnTo>
                      <a:pt x="716" y="78"/>
                    </a:lnTo>
                    <a:lnTo>
                      <a:pt x="720" y="78"/>
                    </a:lnTo>
                    <a:lnTo>
                      <a:pt x="724" y="78"/>
                    </a:lnTo>
                    <a:lnTo>
                      <a:pt x="728" y="78"/>
                    </a:lnTo>
                    <a:lnTo>
                      <a:pt x="732" y="78"/>
                    </a:lnTo>
                    <a:lnTo>
                      <a:pt x="734" y="78"/>
                    </a:lnTo>
                    <a:lnTo>
                      <a:pt x="734" y="82"/>
                    </a:lnTo>
                    <a:lnTo>
                      <a:pt x="732" y="82"/>
                    </a:lnTo>
                    <a:lnTo>
                      <a:pt x="734" y="82"/>
                    </a:lnTo>
                    <a:lnTo>
                      <a:pt x="734" y="86"/>
                    </a:lnTo>
                    <a:lnTo>
                      <a:pt x="732" y="86"/>
                    </a:lnTo>
                    <a:lnTo>
                      <a:pt x="734" y="86"/>
                    </a:lnTo>
                    <a:lnTo>
                      <a:pt x="734" y="90"/>
                    </a:lnTo>
                    <a:lnTo>
                      <a:pt x="738" y="90"/>
                    </a:lnTo>
                    <a:lnTo>
                      <a:pt x="742" y="90"/>
                    </a:lnTo>
                    <a:lnTo>
                      <a:pt x="746" y="90"/>
                    </a:lnTo>
                    <a:lnTo>
                      <a:pt x="746" y="86"/>
                    </a:lnTo>
                    <a:lnTo>
                      <a:pt x="742" y="86"/>
                    </a:lnTo>
                    <a:lnTo>
                      <a:pt x="738" y="82"/>
                    </a:lnTo>
                    <a:lnTo>
                      <a:pt x="742" y="82"/>
                    </a:lnTo>
                    <a:lnTo>
                      <a:pt x="746" y="82"/>
                    </a:lnTo>
                    <a:lnTo>
                      <a:pt x="748" y="82"/>
                    </a:lnTo>
                    <a:lnTo>
                      <a:pt x="752" y="82"/>
                    </a:lnTo>
                    <a:lnTo>
                      <a:pt x="756" y="86"/>
                    </a:lnTo>
                    <a:lnTo>
                      <a:pt x="756" y="90"/>
                    </a:lnTo>
                    <a:lnTo>
                      <a:pt x="752" y="90"/>
                    </a:lnTo>
                    <a:lnTo>
                      <a:pt x="748" y="90"/>
                    </a:lnTo>
                    <a:lnTo>
                      <a:pt x="748" y="94"/>
                    </a:lnTo>
                    <a:lnTo>
                      <a:pt x="752" y="94"/>
                    </a:lnTo>
                    <a:lnTo>
                      <a:pt x="752" y="90"/>
                    </a:lnTo>
                    <a:lnTo>
                      <a:pt x="756" y="90"/>
                    </a:lnTo>
                    <a:lnTo>
                      <a:pt x="760" y="90"/>
                    </a:lnTo>
                    <a:lnTo>
                      <a:pt x="760" y="94"/>
                    </a:lnTo>
                    <a:lnTo>
                      <a:pt x="764" y="94"/>
                    </a:lnTo>
                    <a:lnTo>
                      <a:pt x="760" y="98"/>
                    </a:lnTo>
                    <a:lnTo>
                      <a:pt x="756" y="98"/>
                    </a:lnTo>
                    <a:lnTo>
                      <a:pt x="760" y="98"/>
                    </a:lnTo>
                    <a:lnTo>
                      <a:pt x="764" y="98"/>
                    </a:lnTo>
                    <a:lnTo>
                      <a:pt x="764" y="102"/>
                    </a:lnTo>
                    <a:lnTo>
                      <a:pt x="760" y="106"/>
                    </a:lnTo>
                    <a:lnTo>
                      <a:pt x="756" y="106"/>
                    </a:lnTo>
                    <a:lnTo>
                      <a:pt x="756" y="108"/>
                    </a:lnTo>
                    <a:lnTo>
                      <a:pt x="760" y="108"/>
                    </a:lnTo>
                    <a:lnTo>
                      <a:pt x="760" y="106"/>
                    </a:lnTo>
                    <a:lnTo>
                      <a:pt x="764" y="106"/>
                    </a:lnTo>
                    <a:lnTo>
                      <a:pt x="768" y="106"/>
                    </a:lnTo>
                    <a:lnTo>
                      <a:pt x="764" y="108"/>
                    </a:lnTo>
                    <a:lnTo>
                      <a:pt x="768" y="108"/>
                    </a:lnTo>
                    <a:lnTo>
                      <a:pt x="768" y="106"/>
                    </a:lnTo>
                    <a:lnTo>
                      <a:pt x="772" y="106"/>
                    </a:lnTo>
                    <a:lnTo>
                      <a:pt x="776" y="106"/>
                    </a:lnTo>
                    <a:lnTo>
                      <a:pt x="778" y="108"/>
                    </a:lnTo>
                    <a:lnTo>
                      <a:pt x="776" y="108"/>
                    </a:lnTo>
                    <a:lnTo>
                      <a:pt x="778" y="108"/>
                    </a:lnTo>
                    <a:lnTo>
                      <a:pt x="778" y="106"/>
                    </a:lnTo>
                    <a:lnTo>
                      <a:pt x="782" y="106"/>
                    </a:lnTo>
                    <a:lnTo>
                      <a:pt x="786" y="108"/>
                    </a:lnTo>
                    <a:lnTo>
                      <a:pt x="786" y="112"/>
                    </a:lnTo>
                    <a:lnTo>
                      <a:pt x="790" y="112"/>
                    </a:lnTo>
                    <a:lnTo>
                      <a:pt x="794" y="112"/>
                    </a:lnTo>
                    <a:lnTo>
                      <a:pt x="794" y="116"/>
                    </a:lnTo>
                    <a:lnTo>
                      <a:pt x="790" y="116"/>
                    </a:lnTo>
                    <a:lnTo>
                      <a:pt x="786" y="116"/>
                    </a:lnTo>
                    <a:lnTo>
                      <a:pt x="782" y="120"/>
                    </a:lnTo>
                    <a:lnTo>
                      <a:pt x="778" y="120"/>
                    </a:lnTo>
                    <a:lnTo>
                      <a:pt x="776" y="120"/>
                    </a:lnTo>
                    <a:lnTo>
                      <a:pt x="772" y="120"/>
                    </a:lnTo>
                    <a:lnTo>
                      <a:pt x="768" y="124"/>
                    </a:lnTo>
                    <a:lnTo>
                      <a:pt x="764" y="124"/>
                    </a:lnTo>
                    <a:lnTo>
                      <a:pt x="764" y="120"/>
                    </a:lnTo>
                    <a:lnTo>
                      <a:pt x="764" y="124"/>
                    </a:lnTo>
                    <a:lnTo>
                      <a:pt x="764" y="128"/>
                    </a:lnTo>
                    <a:lnTo>
                      <a:pt x="760" y="128"/>
                    </a:lnTo>
                    <a:lnTo>
                      <a:pt x="756" y="132"/>
                    </a:lnTo>
                    <a:lnTo>
                      <a:pt x="756" y="136"/>
                    </a:lnTo>
                    <a:lnTo>
                      <a:pt x="752" y="136"/>
                    </a:lnTo>
                    <a:lnTo>
                      <a:pt x="752" y="132"/>
                    </a:lnTo>
                    <a:lnTo>
                      <a:pt x="748" y="132"/>
                    </a:lnTo>
                    <a:lnTo>
                      <a:pt x="748" y="128"/>
                    </a:lnTo>
                    <a:lnTo>
                      <a:pt x="748" y="124"/>
                    </a:lnTo>
                    <a:lnTo>
                      <a:pt x="752" y="124"/>
                    </a:lnTo>
                    <a:lnTo>
                      <a:pt x="752" y="120"/>
                    </a:lnTo>
                    <a:lnTo>
                      <a:pt x="748" y="124"/>
                    </a:lnTo>
                    <a:lnTo>
                      <a:pt x="746" y="124"/>
                    </a:lnTo>
                    <a:lnTo>
                      <a:pt x="746" y="128"/>
                    </a:lnTo>
                    <a:lnTo>
                      <a:pt x="746" y="132"/>
                    </a:lnTo>
                    <a:lnTo>
                      <a:pt x="748" y="132"/>
                    </a:lnTo>
                    <a:lnTo>
                      <a:pt x="748" y="136"/>
                    </a:lnTo>
                    <a:lnTo>
                      <a:pt x="748" y="138"/>
                    </a:lnTo>
                    <a:lnTo>
                      <a:pt x="746" y="138"/>
                    </a:lnTo>
                    <a:lnTo>
                      <a:pt x="746" y="136"/>
                    </a:lnTo>
                    <a:lnTo>
                      <a:pt x="742" y="136"/>
                    </a:lnTo>
                    <a:lnTo>
                      <a:pt x="738" y="136"/>
                    </a:lnTo>
                    <a:lnTo>
                      <a:pt x="742" y="138"/>
                    </a:lnTo>
                    <a:lnTo>
                      <a:pt x="742" y="142"/>
                    </a:lnTo>
                    <a:lnTo>
                      <a:pt x="738" y="142"/>
                    </a:lnTo>
                    <a:lnTo>
                      <a:pt x="738" y="146"/>
                    </a:lnTo>
                    <a:lnTo>
                      <a:pt x="738" y="146"/>
                    </a:lnTo>
                    <a:lnTo>
                      <a:pt x="738" y="146"/>
                    </a:lnTo>
                    <a:close/>
                    <a:moveTo>
                      <a:pt x="596" y="106"/>
                    </a:moveTo>
                    <a:lnTo>
                      <a:pt x="596" y="102"/>
                    </a:lnTo>
                    <a:lnTo>
                      <a:pt x="592" y="102"/>
                    </a:lnTo>
                    <a:lnTo>
                      <a:pt x="590" y="102"/>
                    </a:lnTo>
                    <a:lnTo>
                      <a:pt x="590" y="98"/>
                    </a:lnTo>
                    <a:lnTo>
                      <a:pt x="586" y="98"/>
                    </a:lnTo>
                    <a:lnTo>
                      <a:pt x="582" y="98"/>
                    </a:lnTo>
                    <a:lnTo>
                      <a:pt x="578" y="98"/>
                    </a:lnTo>
                    <a:lnTo>
                      <a:pt x="578" y="94"/>
                    </a:lnTo>
                    <a:lnTo>
                      <a:pt x="578" y="90"/>
                    </a:lnTo>
                    <a:lnTo>
                      <a:pt x="582" y="90"/>
                    </a:lnTo>
                    <a:lnTo>
                      <a:pt x="586" y="90"/>
                    </a:lnTo>
                    <a:lnTo>
                      <a:pt x="590" y="90"/>
                    </a:lnTo>
                    <a:lnTo>
                      <a:pt x="592" y="90"/>
                    </a:lnTo>
                    <a:lnTo>
                      <a:pt x="596" y="90"/>
                    </a:lnTo>
                    <a:lnTo>
                      <a:pt x="596" y="94"/>
                    </a:lnTo>
                    <a:lnTo>
                      <a:pt x="600" y="102"/>
                    </a:lnTo>
                    <a:lnTo>
                      <a:pt x="596" y="102"/>
                    </a:lnTo>
                    <a:lnTo>
                      <a:pt x="596" y="106"/>
                    </a:lnTo>
                    <a:lnTo>
                      <a:pt x="596" y="106"/>
                    </a:lnTo>
                    <a:lnTo>
                      <a:pt x="596" y="106"/>
                    </a:lnTo>
                    <a:close/>
                    <a:moveTo>
                      <a:pt x="526" y="132"/>
                    </a:moveTo>
                    <a:lnTo>
                      <a:pt x="526" y="128"/>
                    </a:lnTo>
                    <a:lnTo>
                      <a:pt x="526" y="132"/>
                    </a:lnTo>
                    <a:lnTo>
                      <a:pt x="522" y="132"/>
                    </a:lnTo>
                    <a:lnTo>
                      <a:pt x="522" y="128"/>
                    </a:lnTo>
                    <a:lnTo>
                      <a:pt x="526" y="128"/>
                    </a:lnTo>
                    <a:lnTo>
                      <a:pt x="526" y="124"/>
                    </a:lnTo>
                    <a:lnTo>
                      <a:pt x="522" y="124"/>
                    </a:lnTo>
                    <a:lnTo>
                      <a:pt x="518" y="124"/>
                    </a:lnTo>
                    <a:lnTo>
                      <a:pt x="514" y="124"/>
                    </a:lnTo>
                    <a:lnTo>
                      <a:pt x="514" y="128"/>
                    </a:lnTo>
                    <a:lnTo>
                      <a:pt x="510" y="128"/>
                    </a:lnTo>
                    <a:lnTo>
                      <a:pt x="508" y="128"/>
                    </a:lnTo>
                    <a:lnTo>
                      <a:pt x="510" y="124"/>
                    </a:lnTo>
                    <a:lnTo>
                      <a:pt x="514" y="124"/>
                    </a:lnTo>
                    <a:lnTo>
                      <a:pt x="510" y="120"/>
                    </a:lnTo>
                    <a:lnTo>
                      <a:pt x="508" y="120"/>
                    </a:lnTo>
                    <a:lnTo>
                      <a:pt x="508" y="124"/>
                    </a:lnTo>
                    <a:lnTo>
                      <a:pt x="504" y="124"/>
                    </a:lnTo>
                    <a:lnTo>
                      <a:pt x="500" y="124"/>
                    </a:lnTo>
                    <a:lnTo>
                      <a:pt x="500" y="120"/>
                    </a:lnTo>
                    <a:lnTo>
                      <a:pt x="504" y="112"/>
                    </a:lnTo>
                    <a:lnTo>
                      <a:pt x="508" y="112"/>
                    </a:lnTo>
                    <a:lnTo>
                      <a:pt x="510" y="112"/>
                    </a:lnTo>
                    <a:lnTo>
                      <a:pt x="514" y="112"/>
                    </a:lnTo>
                    <a:lnTo>
                      <a:pt x="518" y="112"/>
                    </a:lnTo>
                    <a:lnTo>
                      <a:pt x="522" y="112"/>
                    </a:lnTo>
                    <a:lnTo>
                      <a:pt x="526" y="112"/>
                    </a:lnTo>
                    <a:lnTo>
                      <a:pt x="530" y="112"/>
                    </a:lnTo>
                    <a:lnTo>
                      <a:pt x="534" y="112"/>
                    </a:lnTo>
                    <a:lnTo>
                      <a:pt x="536" y="116"/>
                    </a:lnTo>
                    <a:lnTo>
                      <a:pt x="540" y="116"/>
                    </a:lnTo>
                    <a:lnTo>
                      <a:pt x="540" y="120"/>
                    </a:lnTo>
                    <a:lnTo>
                      <a:pt x="544" y="120"/>
                    </a:lnTo>
                    <a:lnTo>
                      <a:pt x="540" y="124"/>
                    </a:lnTo>
                    <a:lnTo>
                      <a:pt x="544" y="128"/>
                    </a:lnTo>
                    <a:lnTo>
                      <a:pt x="544" y="124"/>
                    </a:lnTo>
                    <a:lnTo>
                      <a:pt x="548" y="124"/>
                    </a:lnTo>
                    <a:lnTo>
                      <a:pt x="552" y="120"/>
                    </a:lnTo>
                    <a:lnTo>
                      <a:pt x="556" y="120"/>
                    </a:lnTo>
                    <a:lnTo>
                      <a:pt x="560" y="120"/>
                    </a:lnTo>
                    <a:lnTo>
                      <a:pt x="564" y="124"/>
                    </a:lnTo>
                    <a:lnTo>
                      <a:pt x="566" y="124"/>
                    </a:lnTo>
                    <a:lnTo>
                      <a:pt x="564" y="128"/>
                    </a:lnTo>
                    <a:lnTo>
                      <a:pt x="566" y="128"/>
                    </a:lnTo>
                    <a:lnTo>
                      <a:pt x="570" y="128"/>
                    </a:lnTo>
                    <a:lnTo>
                      <a:pt x="574" y="128"/>
                    </a:lnTo>
                    <a:lnTo>
                      <a:pt x="574" y="132"/>
                    </a:lnTo>
                    <a:lnTo>
                      <a:pt x="578" y="132"/>
                    </a:lnTo>
                    <a:lnTo>
                      <a:pt x="582" y="132"/>
                    </a:lnTo>
                    <a:lnTo>
                      <a:pt x="578" y="136"/>
                    </a:lnTo>
                    <a:lnTo>
                      <a:pt x="582" y="136"/>
                    </a:lnTo>
                    <a:lnTo>
                      <a:pt x="586" y="136"/>
                    </a:lnTo>
                    <a:lnTo>
                      <a:pt x="586" y="138"/>
                    </a:lnTo>
                    <a:lnTo>
                      <a:pt x="582" y="138"/>
                    </a:lnTo>
                    <a:lnTo>
                      <a:pt x="582" y="142"/>
                    </a:lnTo>
                    <a:lnTo>
                      <a:pt x="586" y="142"/>
                    </a:lnTo>
                    <a:lnTo>
                      <a:pt x="586" y="146"/>
                    </a:lnTo>
                    <a:lnTo>
                      <a:pt x="590" y="146"/>
                    </a:lnTo>
                    <a:lnTo>
                      <a:pt x="592" y="146"/>
                    </a:lnTo>
                    <a:lnTo>
                      <a:pt x="592" y="150"/>
                    </a:lnTo>
                    <a:lnTo>
                      <a:pt x="596" y="150"/>
                    </a:lnTo>
                    <a:lnTo>
                      <a:pt x="592" y="150"/>
                    </a:lnTo>
                    <a:lnTo>
                      <a:pt x="592" y="154"/>
                    </a:lnTo>
                    <a:lnTo>
                      <a:pt x="590" y="158"/>
                    </a:lnTo>
                    <a:lnTo>
                      <a:pt x="586" y="158"/>
                    </a:lnTo>
                    <a:lnTo>
                      <a:pt x="582" y="158"/>
                    </a:lnTo>
                    <a:lnTo>
                      <a:pt x="578" y="158"/>
                    </a:lnTo>
                    <a:lnTo>
                      <a:pt x="574" y="158"/>
                    </a:lnTo>
                    <a:lnTo>
                      <a:pt x="570" y="154"/>
                    </a:lnTo>
                    <a:lnTo>
                      <a:pt x="566" y="150"/>
                    </a:lnTo>
                    <a:lnTo>
                      <a:pt x="566" y="146"/>
                    </a:lnTo>
                    <a:lnTo>
                      <a:pt x="564" y="146"/>
                    </a:lnTo>
                    <a:lnTo>
                      <a:pt x="560" y="146"/>
                    </a:lnTo>
                    <a:lnTo>
                      <a:pt x="556" y="142"/>
                    </a:lnTo>
                    <a:lnTo>
                      <a:pt x="548" y="142"/>
                    </a:lnTo>
                    <a:lnTo>
                      <a:pt x="544" y="142"/>
                    </a:lnTo>
                    <a:lnTo>
                      <a:pt x="544" y="146"/>
                    </a:lnTo>
                    <a:lnTo>
                      <a:pt x="540" y="146"/>
                    </a:lnTo>
                    <a:lnTo>
                      <a:pt x="540" y="142"/>
                    </a:lnTo>
                    <a:lnTo>
                      <a:pt x="536" y="142"/>
                    </a:lnTo>
                    <a:lnTo>
                      <a:pt x="534" y="142"/>
                    </a:lnTo>
                    <a:lnTo>
                      <a:pt x="530" y="142"/>
                    </a:lnTo>
                    <a:lnTo>
                      <a:pt x="526" y="142"/>
                    </a:lnTo>
                    <a:lnTo>
                      <a:pt x="526" y="146"/>
                    </a:lnTo>
                    <a:lnTo>
                      <a:pt x="522" y="146"/>
                    </a:lnTo>
                    <a:lnTo>
                      <a:pt x="518" y="146"/>
                    </a:lnTo>
                    <a:lnTo>
                      <a:pt x="518" y="142"/>
                    </a:lnTo>
                    <a:lnTo>
                      <a:pt x="514" y="142"/>
                    </a:lnTo>
                    <a:lnTo>
                      <a:pt x="510" y="142"/>
                    </a:lnTo>
                    <a:lnTo>
                      <a:pt x="510" y="138"/>
                    </a:lnTo>
                    <a:lnTo>
                      <a:pt x="508" y="138"/>
                    </a:lnTo>
                    <a:lnTo>
                      <a:pt x="508" y="136"/>
                    </a:lnTo>
                    <a:lnTo>
                      <a:pt x="510" y="136"/>
                    </a:lnTo>
                    <a:lnTo>
                      <a:pt x="514" y="136"/>
                    </a:lnTo>
                    <a:lnTo>
                      <a:pt x="518" y="136"/>
                    </a:lnTo>
                    <a:lnTo>
                      <a:pt x="522" y="136"/>
                    </a:lnTo>
                    <a:lnTo>
                      <a:pt x="526" y="136"/>
                    </a:lnTo>
                    <a:lnTo>
                      <a:pt x="530" y="138"/>
                    </a:lnTo>
                    <a:lnTo>
                      <a:pt x="530" y="136"/>
                    </a:lnTo>
                    <a:lnTo>
                      <a:pt x="534" y="136"/>
                    </a:lnTo>
                    <a:lnTo>
                      <a:pt x="530" y="136"/>
                    </a:lnTo>
                    <a:lnTo>
                      <a:pt x="526" y="136"/>
                    </a:lnTo>
                    <a:lnTo>
                      <a:pt x="522" y="136"/>
                    </a:lnTo>
                    <a:lnTo>
                      <a:pt x="526" y="132"/>
                    </a:lnTo>
                    <a:lnTo>
                      <a:pt x="530" y="132"/>
                    </a:lnTo>
                    <a:lnTo>
                      <a:pt x="534" y="132"/>
                    </a:lnTo>
                    <a:lnTo>
                      <a:pt x="534" y="128"/>
                    </a:lnTo>
                    <a:lnTo>
                      <a:pt x="530" y="128"/>
                    </a:lnTo>
                    <a:lnTo>
                      <a:pt x="530" y="132"/>
                    </a:lnTo>
                    <a:lnTo>
                      <a:pt x="526" y="132"/>
                    </a:lnTo>
                    <a:lnTo>
                      <a:pt x="526" y="132"/>
                    </a:lnTo>
                    <a:lnTo>
                      <a:pt x="526" y="132"/>
                    </a:lnTo>
                    <a:close/>
                    <a:moveTo>
                      <a:pt x="622" y="158"/>
                    </a:moveTo>
                    <a:lnTo>
                      <a:pt x="620" y="154"/>
                    </a:lnTo>
                    <a:lnTo>
                      <a:pt x="622" y="154"/>
                    </a:lnTo>
                    <a:lnTo>
                      <a:pt x="620" y="154"/>
                    </a:lnTo>
                    <a:lnTo>
                      <a:pt x="616" y="154"/>
                    </a:lnTo>
                    <a:lnTo>
                      <a:pt x="616" y="150"/>
                    </a:lnTo>
                    <a:lnTo>
                      <a:pt x="612" y="150"/>
                    </a:lnTo>
                    <a:lnTo>
                      <a:pt x="616" y="150"/>
                    </a:lnTo>
                    <a:lnTo>
                      <a:pt x="620" y="150"/>
                    </a:lnTo>
                    <a:lnTo>
                      <a:pt x="622" y="150"/>
                    </a:lnTo>
                    <a:lnTo>
                      <a:pt x="622" y="146"/>
                    </a:lnTo>
                    <a:lnTo>
                      <a:pt x="620" y="146"/>
                    </a:lnTo>
                    <a:lnTo>
                      <a:pt x="616" y="146"/>
                    </a:lnTo>
                    <a:lnTo>
                      <a:pt x="612" y="146"/>
                    </a:lnTo>
                    <a:lnTo>
                      <a:pt x="612" y="142"/>
                    </a:lnTo>
                    <a:lnTo>
                      <a:pt x="608" y="142"/>
                    </a:lnTo>
                    <a:lnTo>
                      <a:pt x="608" y="138"/>
                    </a:lnTo>
                    <a:lnTo>
                      <a:pt x="604" y="138"/>
                    </a:lnTo>
                    <a:lnTo>
                      <a:pt x="604" y="136"/>
                    </a:lnTo>
                    <a:lnTo>
                      <a:pt x="608" y="136"/>
                    </a:lnTo>
                    <a:lnTo>
                      <a:pt x="604" y="136"/>
                    </a:lnTo>
                    <a:lnTo>
                      <a:pt x="604" y="132"/>
                    </a:lnTo>
                    <a:lnTo>
                      <a:pt x="604" y="128"/>
                    </a:lnTo>
                    <a:lnTo>
                      <a:pt x="608" y="128"/>
                    </a:lnTo>
                    <a:lnTo>
                      <a:pt x="612" y="128"/>
                    </a:lnTo>
                    <a:lnTo>
                      <a:pt x="616" y="128"/>
                    </a:lnTo>
                    <a:lnTo>
                      <a:pt x="616" y="132"/>
                    </a:lnTo>
                    <a:lnTo>
                      <a:pt x="620" y="132"/>
                    </a:lnTo>
                    <a:lnTo>
                      <a:pt x="622" y="132"/>
                    </a:lnTo>
                    <a:lnTo>
                      <a:pt x="626" y="132"/>
                    </a:lnTo>
                    <a:lnTo>
                      <a:pt x="630" y="132"/>
                    </a:lnTo>
                    <a:lnTo>
                      <a:pt x="630" y="136"/>
                    </a:lnTo>
                    <a:lnTo>
                      <a:pt x="634" y="136"/>
                    </a:lnTo>
                    <a:lnTo>
                      <a:pt x="638" y="138"/>
                    </a:lnTo>
                    <a:lnTo>
                      <a:pt x="642" y="138"/>
                    </a:lnTo>
                    <a:lnTo>
                      <a:pt x="642" y="136"/>
                    </a:lnTo>
                    <a:lnTo>
                      <a:pt x="642" y="138"/>
                    </a:lnTo>
                    <a:lnTo>
                      <a:pt x="646" y="138"/>
                    </a:lnTo>
                    <a:lnTo>
                      <a:pt x="650" y="138"/>
                    </a:lnTo>
                    <a:lnTo>
                      <a:pt x="652" y="138"/>
                    </a:lnTo>
                    <a:lnTo>
                      <a:pt x="652" y="142"/>
                    </a:lnTo>
                    <a:lnTo>
                      <a:pt x="650" y="142"/>
                    </a:lnTo>
                    <a:lnTo>
                      <a:pt x="646" y="146"/>
                    </a:lnTo>
                    <a:lnTo>
                      <a:pt x="650" y="146"/>
                    </a:lnTo>
                    <a:lnTo>
                      <a:pt x="652" y="146"/>
                    </a:lnTo>
                    <a:lnTo>
                      <a:pt x="652" y="150"/>
                    </a:lnTo>
                    <a:lnTo>
                      <a:pt x="650" y="150"/>
                    </a:lnTo>
                    <a:lnTo>
                      <a:pt x="650" y="154"/>
                    </a:lnTo>
                    <a:lnTo>
                      <a:pt x="646" y="154"/>
                    </a:lnTo>
                    <a:lnTo>
                      <a:pt x="642" y="154"/>
                    </a:lnTo>
                    <a:lnTo>
                      <a:pt x="638" y="154"/>
                    </a:lnTo>
                    <a:lnTo>
                      <a:pt x="634" y="154"/>
                    </a:lnTo>
                    <a:lnTo>
                      <a:pt x="630" y="158"/>
                    </a:lnTo>
                    <a:lnTo>
                      <a:pt x="630" y="154"/>
                    </a:lnTo>
                    <a:lnTo>
                      <a:pt x="626" y="154"/>
                    </a:lnTo>
                    <a:lnTo>
                      <a:pt x="626" y="158"/>
                    </a:lnTo>
                    <a:lnTo>
                      <a:pt x="630" y="154"/>
                    </a:lnTo>
                    <a:lnTo>
                      <a:pt x="630" y="158"/>
                    </a:lnTo>
                    <a:lnTo>
                      <a:pt x="626" y="158"/>
                    </a:lnTo>
                    <a:lnTo>
                      <a:pt x="622" y="158"/>
                    </a:lnTo>
                    <a:lnTo>
                      <a:pt x="622" y="158"/>
                    </a:lnTo>
                    <a:lnTo>
                      <a:pt x="622" y="158"/>
                    </a:lnTo>
                    <a:close/>
                    <a:moveTo>
                      <a:pt x="440" y="142"/>
                    </a:moveTo>
                    <a:lnTo>
                      <a:pt x="436" y="142"/>
                    </a:lnTo>
                    <a:lnTo>
                      <a:pt x="432" y="142"/>
                    </a:lnTo>
                    <a:lnTo>
                      <a:pt x="428" y="142"/>
                    </a:lnTo>
                    <a:lnTo>
                      <a:pt x="424" y="142"/>
                    </a:lnTo>
                    <a:lnTo>
                      <a:pt x="422" y="138"/>
                    </a:lnTo>
                    <a:lnTo>
                      <a:pt x="422" y="142"/>
                    </a:lnTo>
                    <a:lnTo>
                      <a:pt x="418" y="142"/>
                    </a:lnTo>
                    <a:lnTo>
                      <a:pt x="414" y="142"/>
                    </a:lnTo>
                    <a:lnTo>
                      <a:pt x="410" y="142"/>
                    </a:lnTo>
                    <a:lnTo>
                      <a:pt x="408" y="142"/>
                    </a:lnTo>
                    <a:lnTo>
                      <a:pt x="404" y="142"/>
                    </a:lnTo>
                    <a:lnTo>
                      <a:pt x="400" y="142"/>
                    </a:lnTo>
                    <a:lnTo>
                      <a:pt x="396" y="142"/>
                    </a:lnTo>
                    <a:lnTo>
                      <a:pt x="392" y="142"/>
                    </a:lnTo>
                    <a:lnTo>
                      <a:pt x="392" y="138"/>
                    </a:lnTo>
                    <a:lnTo>
                      <a:pt x="396" y="138"/>
                    </a:lnTo>
                    <a:lnTo>
                      <a:pt x="400" y="138"/>
                    </a:lnTo>
                    <a:lnTo>
                      <a:pt x="404" y="138"/>
                    </a:lnTo>
                    <a:lnTo>
                      <a:pt x="408" y="136"/>
                    </a:lnTo>
                    <a:lnTo>
                      <a:pt x="410" y="136"/>
                    </a:lnTo>
                    <a:lnTo>
                      <a:pt x="414" y="136"/>
                    </a:lnTo>
                    <a:lnTo>
                      <a:pt x="418" y="136"/>
                    </a:lnTo>
                    <a:lnTo>
                      <a:pt x="422" y="132"/>
                    </a:lnTo>
                    <a:lnTo>
                      <a:pt x="424" y="132"/>
                    </a:lnTo>
                    <a:lnTo>
                      <a:pt x="428" y="132"/>
                    </a:lnTo>
                    <a:lnTo>
                      <a:pt x="432" y="132"/>
                    </a:lnTo>
                    <a:lnTo>
                      <a:pt x="436" y="132"/>
                    </a:lnTo>
                    <a:lnTo>
                      <a:pt x="440" y="132"/>
                    </a:lnTo>
                    <a:lnTo>
                      <a:pt x="444" y="136"/>
                    </a:lnTo>
                    <a:lnTo>
                      <a:pt x="448" y="136"/>
                    </a:lnTo>
                    <a:lnTo>
                      <a:pt x="448" y="138"/>
                    </a:lnTo>
                    <a:lnTo>
                      <a:pt x="448" y="142"/>
                    </a:lnTo>
                    <a:lnTo>
                      <a:pt x="444" y="142"/>
                    </a:lnTo>
                    <a:lnTo>
                      <a:pt x="440" y="142"/>
                    </a:lnTo>
                    <a:lnTo>
                      <a:pt x="440" y="142"/>
                    </a:lnTo>
                    <a:lnTo>
                      <a:pt x="440" y="142"/>
                    </a:lnTo>
                    <a:close/>
                    <a:moveTo>
                      <a:pt x="656" y="142"/>
                    </a:moveTo>
                    <a:lnTo>
                      <a:pt x="660" y="146"/>
                    </a:lnTo>
                    <a:lnTo>
                      <a:pt x="656" y="146"/>
                    </a:lnTo>
                    <a:lnTo>
                      <a:pt x="656" y="142"/>
                    </a:lnTo>
                    <a:lnTo>
                      <a:pt x="656" y="142"/>
                    </a:lnTo>
                    <a:lnTo>
                      <a:pt x="656" y="142"/>
                    </a:lnTo>
                    <a:close/>
                    <a:moveTo>
                      <a:pt x="540" y="142"/>
                    </a:moveTo>
                    <a:lnTo>
                      <a:pt x="540" y="146"/>
                    </a:lnTo>
                    <a:lnTo>
                      <a:pt x="536" y="146"/>
                    </a:lnTo>
                    <a:lnTo>
                      <a:pt x="536" y="150"/>
                    </a:lnTo>
                    <a:lnTo>
                      <a:pt x="534" y="150"/>
                    </a:lnTo>
                    <a:lnTo>
                      <a:pt x="534" y="146"/>
                    </a:lnTo>
                    <a:lnTo>
                      <a:pt x="536" y="146"/>
                    </a:lnTo>
                    <a:lnTo>
                      <a:pt x="536" y="142"/>
                    </a:lnTo>
                    <a:lnTo>
                      <a:pt x="540" y="142"/>
                    </a:lnTo>
                    <a:lnTo>
                      <a:pt x="540" y="142"/>
                    </a:lnTo>
                    <a:lnTo>
                      <a:pt x="540" y="142"/>
                    </a:lnTo>
                    <a:close/>
                    <a:moveTo>
                      <a:pt x="440" y="150"/>
                    </a:moveTo>
                    <a:lnTo>
                      <a:pt x="444" y="150"/>
                    </a:lnTo>
                    <a:lnTo>
                      <a:pt x="444" y="154"/>
                    </a:lnTo>
                    <a:lnTo>
                      <a:pt x="440" y="154"/>
                    </a:lnTo>
                    <a:lnTo>
                      <a:pt x="436" y="154"/>
                    </a:lnTo>
                    <a:lnTo>
                      <a:pt x="432" y="154"/>
                    </a:lnTo>
                    <a:lnTo>
                      <a:pt x="428" y="154"/>
                    </a:lnTo>
                    <a:lnTo>
                      <a:pt x="424" y="154"/>
                    </a:lnTo>
                    <a:lnTo>
                      <a:pt x="424" y="158"/>
                    </a:lnTo>
                    <a:lnTo>
                      <a:pt x="428" y="158"/>
                    </a:lnTo>
                    <a:lnTo>
                      <a:pt x="432" y="158"/>
                    </a:lnTo>
                    <a:lnTo>
                      <a:pt x="436" y="158"/>
                    </a:lnTo>
                    <a:lnTo>
                      <a:pt x="436" y="160"/>
                    </a:lnTo>
                    <a:lnTo>
                      <a:pt x="436" y="164"/>
                    </a:lnTo>
                    <a:lnTo>
                      <a:pt x="432" y="164"/>
                    </a:lnTo>
                    <a:lnTo>
                      <a:pt x="432" y="168"/>
                    </a:lnTo>
                    <a:lnTo>
                      <a:pt x="424" y="168"/>
                    </a:lnTo>
                    <a:lnTo>
                      <a:pt x="422" y="168"/>
                    </a:lnTo>
                    <a:lnTo>
                      <a:pt x="418" y="168"/>
                    </a:lnTo>
                    <a:lnTo>
                      <a:pt x="414" y="168"/>
                    </a:lnTo>
                    <a:lnTo>
                      <a:pt x="410" y="172"/>
                    </a:lnTo>
                    <a:lnTo>
                      <a:pt x="408" y="172"/>
                    </a:lnTo>
                    <a:lnTo>
                      <a:pt x="404" y="168"/>
                    </a:lnTo>
                    <a:lnTo>
                      <a:pt x="400" y="168"/>
                    </a:lnTo>
                    <a:lnTo>
                      <a:pt x="396" y="164"/>
                    </a:lnTo>
                    <a:lnTo>
                      <a:pt x="392" y="164"/>
                    </a:lnTo>
                    <a:lnTo>
                      <a:pt x="396" y="160"/>
                    </a:lnTo>
                    <a:lnTo>
                      <a:pt x="392" y="158"/>
                    </a:lnTo>
                    <a:lnTo>
                      <a:pt x="392" y="154"/>
                    </a:lnTo>
                    <a:lnTo>
                      <a:pt x="396" y="154"/>
                    </a:lnTo>
                    <a:lnTo>
                      <a:pt x="400" y="154"/>
                    </a:lnTo>
                    <a:lnTo>
                      <a:pt x="404" y="154"/>
                    </a:lnTo>
                    <a:lnTo>
                      <a:pt x="404" y="150"/>
                    </a:lnTo>
                    <a:lnTo>
                      <a:pt x="408" y="150"/>
                    </a:lnTo>
                    <a:lnTo>
                      <a:pt x="410" y="150"/>
                    </a:lnTo>
                    <a:lnTo>
                      <a:pt x="414" y="150"/>
                    </a:lnTo>
                    <a:lnTo>
                      <a:pt x="418" y="150"/>
                    </a:lnTo>
                    <a:lnTo>
                      <a:pt x="422" y="150"/>
                    </a:lnTo>
                    <a:lnTo>
                      <a:pt x="424" y="150"/>
                    </a:lnTo>
                    <a:lnTo>
                      <a:pt x="428" y="150"/>
                    </a:lnTo>
                    <a:lnTo>
                      <a:pt x="432" y="150"/>
                    </a:lnTo>
                    <a:lnTo>
                      <a:pt x="436" y="150"/>
                    </a:lnTo>
                    <a:lnTo>
                      <a:pt x="440" y="150"/>
                    </a:lnTo>
                    <a:lnTo>
                      <a:pt x="440" y="150"/>
                    </a:lnTo>
                    <a:lnTo>
                      <a:pt x="440" y="150"/>
                    </a:lnTo>
                    <a:close/>
                    <a:moveTo>
                      <a:pt x="380" y="160"/>
                    </a:moveTo>
                    <a:lnTo>
                      <a:pt x="378" y="160"/>
                    </a:lnTo>
                    <a:lnTo>
                      <a:pt x="378" y="158"/>
                    </a:lnTo>
                    <a:lnTo>
                      <a:pt x="374" y="158"/>
                    </a:lnTo>
                    <a:lnTo>
                      <a:pt x="370" y="158"/>
                    </a:lnTo>
                    <a:lnTo>
                      <a:pt x="366" y="154"/>
                    </a:lnTo>
                    <a:lnTo>
                      <a:pt x="370" y="154"/>
                    </a:lnTo>
                    <a:lnTo>
                      <a:pt x="374" y="150"/>
                    </a:lnTo>
                    <a:lnTo>
                      <a:pt x="378" y="150"/>
                    </a:lnTo>
                    <a:lnTo>
                      <a:pt x="380" y="154"/>
                    </a:lnTo>
                    <a:lnTo>
                      <a:pt x="384" y="154"/>
                    </a:lnTo>
                    <a:lnTo>
                      <a:pt x="388" y="154"/>
                    </a:lnTo>
                    <a:lnTo>
                      <a:pt x="388" y="158"/>
                    </a:lnTo>
                    <a:lnTo>
                      <a:pt x="384" y="158"/>
                    </a:lnTo>
                    <a:lnTo>
                      <a:pt x="384" y="160"/>
                    </a:lnTo>
                    <a:lnTo>
                      <a:pt x="380" y="160"/>
                    </a:lnTo>
                    <a:lnTo>
                      <a:pt x="380" y="160"/>
                    </a:lnTo>
                    <a:lnTo>
                      <a:pt x="380" y="160"/>
                    </a:lnTo>
                    <a:close/>
                    <a:moveTo>
                      <a:pt x="556" y="154"/>
                    </a:moveTo>
                    <a:lnTo>
                      <a:pt x="560" y="154"/>
                    </a:lnTo>
                    <a:lnTo>
                      <a:pt x="560" y="158"/>
                    </a:lnTo>
                    <a:lnTo>
                      <a:pt x="564" y="158"/>
                    </a:lnTo>
                    <a:lnTo>
                      <a:pt x="566" y="158"/>
                    </a:lnTo>
                    <a:lnTo>
                      <a:pt x="566" y="160"/>
                    </a:lnTo>
                    <a:lnTo>
                      <a:pt x="564" y="160"/>
                    </a:lnTo>
                    <a:lnTo>
                      <a:pt x="560" y="160"/>
                    </a:lnTo>
                    <a:lnTo>
                      <a:pt x="556" y="160"/>
                    </a:lnTo>
                    <a:lnTo>
                      <a:pt x="552" y="160"/>
                    </a:lnTo>
                    <a:lnTo>
                      <a:pt x="548" y="160"/>
                    </a:lnTo>
                    <a:lnTo>
                      <a:pt x="544" y="158"/>
                    </a:lnTo>
                    <a:lnTo>
                      <a:pt x="544" y="154"/>
                    </a:lnTo>
                    <a:lnTo>
                      <a:pt x="548" y="154"/>
                    </a:lnTo>
                    <a:lnTo>
                      <a:pt x="552" y="154"/>
                    </a:lnTo>
                    <a:lnTo>
                      <a:pt x="556" y="154"/>
                    </a:lnTo>
                    <a:lnTo>
                      <a:pt x="556" y="154"/>
                    </a:lnTo>
                    <a:lnTo>
                      <a:pt x="556" y="154"/>
                    </a:lnTo>
                    <a:close/>
                    <a:moveTo>
                      <a:pt x="676" y="160"/>
                    </a:moveTo>
                    <a:lnTo>
                      <a:pt x="678" y="160"/>
                    </a:lnTo>
                    <a:lnTo>
                      <a:pt x="676" y="160"/>
                    </a:lnTo>
                    <a:lnTo>
                      <a:pt x="672" y="164"/>
                    </a:lnTo>
                    <a:lnTo>
                      <a:pt x="672" y="168"/>
                    </a:lnTo>
                    <a:lnTo>
                      <a:pt x="668" y="168"/>
                    </a:lnTo>
                    <a:lnTo>
                      <a:pt x="660" y="168"/>
                    </a:lnTo>
                    <a:lnTo>
                      <a:pt x="660" y="164"/>
                    </a:lnTo>
                    <a:lnTo>
                      <a:pt x="652" y="164"/>
                    </a:lnTo>
                    <a:lnTo>
                      <a:pt x="650" y="164"/>
                    </a:lnTo>
                    <a:lnTo>
                      <a:pt x="650" y="168"/>
                    </a:lnTo>
                    <a:lnTo>
                      <a:pt x="646" y="164"/>
                    </a:lnTo>
                    <a:lnTo>
                      <a:pt x="642" y="164"/>
                    </a:lnTo>
                    <a:lnTo>
                      <a:pt x="638" y="164"/>
                    </a:lnTo>
                    <a:lnTo>
                      <a:pt x="634" y="164"/>
                    </a:lnTo>
                    <a:lnTo>
                      <a:pt x="630" y="160"/>
                    </a:lnTo>
                    <a:lnTo>
                      <a:pt x="634" y="160"/>
                    </a:lnTo>
                    <a:lnTo>
                      <a:pt x="634" y="158"/>
                    </a:lnTo>
                    <a:lnTo>
                      <a:pt x="638" y="158"/>
                    </a:lnTo>
                    <a:lnTo>
                      <a:pt x="642" y="158"/>
                    </a:lnTo>
                    <a:lnTo>
                      <a:pt x="646" y="158"/>
                    </a:lnTo>
                    <a:lnTo>
                      <a:pt x="650" y="158"/>
                    </a:lnTo>
                    <a:lnTo>
                      <a:pt x="652" y="158"/>
                    </a:lnTo>
                    <a:lnTo>
                      <a:pt x="656" y="158"/>
                    </a:lnTo>
                    <a:lnTo>
                      <a:pt x="660" y="158"/>
                    </a:lnTo>
                    <a:lnTo>
                      <a:pt x="664" y="158"/>
                    </a:lnTo>
                    <a:lnTo>
                      <a:pt x="668" y="158"/>
                    </a:lnTo>
                    <a:lnTo>
                      <a:pt x="672" y="158"/>
                    </a:lnTo>
                    <a:lnTo>
                      <a:pt x="676" y="158"/>
                    </a:lnTo>
                    <a:lnTo>
                      <a:pt x="676" y="160"/>
                    </a:lnTo>
                    <a:lnTo>
                      <a:pt x="676" y="160"/>
                    </a:lnTo>
                    <a:lnTo>
                      <a:pt x="676" y="160"/>
                    </a:lnTo>
                    <a:close/>
                    <a:moveTo>
                      <a:pt x="500" y="158"/>
                    </a:moveTo>
                    <a:lnTo>
                      <a:pt x="504" y="160"/>
                    </a:lnTo>
                    <a:lnTo>
                      <a:pt x="508" y="160"/>
                    </a:lnTo>
                    <a:lnTo>
                      <a:pt x="508" y="164"/>
                    </a:lnTo>
                    <a:lnTo>
                      <a:pt x="510" y="164"/>
                    </a:lnTo>
                    <a:lnTo>
                      <a:pt x="510" y="168"/>
                    </a:lnTo>
                    <a:lnTo>
                      <a:pt x="508" y="168"/>
                    </a:lnTo>
                    <a:lnTo>
                      <a:pt x="510" y="168"/>
                    </a:lnTo>
                    <a:lnTo>
                      <a:pt x="514" y="168"/>
                    </a:lnTo>
                    <a:lnTo>
                      <a:pt x="514" y="172"/>
                    </a:lnTo>
                    <a:lnTo>
                      <a:pt x="518" y="172"/>
                    </a:lnTo>
                    <a:lnTo>
                      <a:pt x="518" y="176"/>
                    </a:lnTo>
                    <a:lnTo>
                      <a:pt x="514" y="176"/>
                    </a:lnTo>
                    <a:lnTo>
                      <a:pt x="510" y="176"/>
                    </a:lnTo>
                    <a:lnTo>
                      <a:pt x="508" y="176"/>
                    </a:lnTo>
                    <a:lnTo>
                      <a:pt x="504" y="172"/>
                    </a:lnTo>
                    <a:lnTo>
                      <a:pt x="500" y="172"/>
                    </a:lnTo>
                    <a:lnTo>
                      <a:pt x="500" y="168"/>
                    </a:lnTo>
                    <a:lnTo>
                      <a:pt x="500" y="164"/>
                    </a:lnTo>
                    <a:lnTo>
                      <a:pt x="496" y="160"/>
                    </a:lnTo>
                    <a:lnTo>
                      <a:pt x="492" y="160"/>
                    </a:lnTo>
                    <a:lnTo>
                      <a:pt x="492" y="158"/>
                    </a:lnTo>
                    <a:lnTo>
                      <a:pt x="496" y="158"/>
                    </a:lnTo>
                    <a:lnTo>
                      <a:pt x="500" y="158"/>
                    </a:lnTo>
                    <a:lnTo>
                      <a:pt x="500" y="158"/>
                    </a:lnTo>
                    <a:lnTo>
                      <a:pt x="500" y="158"/>
                    </a:lnTo>
                    <a:close/>
                    <a:moveTo>
                      <a:pt x="716" y="172"/>
                    </a:moveTo>
                    <a:lnTo>
                      <a:pt x="712" y="172"/>
                    </a:lnTo>
                    <a:lnTo>
                      <a:pt x="708" y="172"/>
                    </a:lnTo>
                    <a:lnTo>
                      <a:pt x="706" y="168"/>
                    </a:lnTo>
                    <a:lnTo>
                      <a:pt x="706" y="164"/>
                    </a:lnTo>
                    <a:lnTo>
                      <a:pt x="706" y="160"/>
                    </a:lnTo>
                    <a:lnTo>
                      <a:pt x="708" y="160"/>
                    </a:lnTo>
                    <a:lnTo>
                      <a:pt x="712" y="160"/>
                    </a:lnTo>
                    <a:lnTo>
                      <a:pt x="716" y="160"/>
                    </a:lnTo>
                    <a:lnTo>
                      <a:pt x="720" y="160"/>
                    </a:lnTo>
                    <a:lnTo>
                      <a:pt x="720" y="164"/>
                    </a:lnTo>
                    <a:lnTo>
                      <a:pt x="724" y="164"/>
                    </a:lnTo>
                    <a:lnTo>
                      <a:pt x="728" y="168"/>
                    </a:lnTo>
                    <a:lnTo>
                      <a:pt x="728" y="172"/>
                    </a:lnTo>
                    <a:lnTo>
                      <a:pt x="724" y="172"/>
                    </a:lnTo>
                    <a:lnTo>
                      <a:pt x="720" y="172"/>
                    </a:lnTo>
                    <a:lnTo>
                      <a:pt x="716" y="172"/>
                    </a:lnTo>
                    <a:lnTo>
                      <a:pt x="716" y="172"/>
                    </a:lnTo>
                    <a:lnTo>
                      <a:pt x="716" y="172"/>
                    </a:lnTo>
                    <a:close/>
                    <a:moveTo>
                      <a:pt x="294" y="212"/>
                    </a:moveTo>
                    <a:lnTo>
                      <a:pt x="294" y="208"/>
                    </a:lnTo>
                    <a:lnTo>
                      <a:pt x="294" y="212"/>
                    </a:lnTo>
                    <a:lnTo>
                      <a:pt x="292" y="212"/>
                    </a:lnTo>
                    <a:lnTo>
                      <a:pt x="292" y="208"/>
                    </a:lnTo>
                    <a:lnTo>
                      <a:pt x="292" y="206"/>
                    </a:lnTo>
                    <a:lnTo>
                      <a:pt x="288" y="206"/>
                    </a:lnTo>
                    <a:lnTo>
                      <a:pt x="288" y="208"/>
                    </a:lnTo>
                    <a:lnTo>
                      <a:pt x="288" y="206"/>
                    </a:lnTo>
                    <a:lnTo>
                      <a:pt x="288" y="202"/>
                    </a:lnTo>
                    <a:lnTo>
                      <a:pt x="284" y="202"/>
                    </a:lnTo>
                    <a:lnTo>
                      <a:pt x="284" y="206"/>
                    </a:lnTo>
                    <a:lnTo>
                      <a:pt x="284" y="208"/>
                    </a:lnTo>
                    <a:lnTo>
                      <a:pt x="284" y="206"/>
                    </a:lnTo>
                    <a:lnTo>
                      <a:pt x="280" y="206"/>
                    </a:lnTo>
                    <a:lnTo>
                      <a:pt x="280" y="208"/>
                    </a:lnTo>
                    <a:lnTo>
                      <a:pt x="276" y="208"/>
                    </a:lnTo>
                    <a:lnTo>
                      <a:pt x="276" y="206"/>
                    </a:lnTo>
                    <a:lnTo>
                      <a:pt x="272" y="206"/>
                    </a:lnTo>
                    <a:lnTo>
                      <a:pt x="266" y="206"/>
                    </a:lnTo>
                    <a:lnTo>
                      <a:pt x="266" y="208"/>
                    </a:lnTo>
                    <a:lnTo>
                      <a:pt x="262" y="208"/>
                    </a:lnTo>
                    <a:lnTo>
                      <a:pt x="258" y="208"/>
                    </a:lnTo>
                    <a:lnTo>
                      <a:pt x="262" y="208"/>
                    </a:lnTo>
                    <a:lnTo>
                      <a:pt x="262" y="206"/>
                    </a:lnTo>
                    <a:lnTo>
                      <a:pt x="262" y="202"/>
                    </a:lnTo>
                    <a:lnTo>
                      <a:pt x="262" y="206"/>
                    </a:lnTo>
                    <a:lnTo>
                      <a:pt x="258" y="206"/>
                    </a:lnTo>
                    <a:lnTo>
                      <a:pt x="262" y="202"/>
                    </a:lnTo>
                    <a:lnTo>
                      <a:pt x="258" y="202"/>
                    </a:lnTo>
                    <a:lnTo>
                      <a:pt x="258" y="206"/>
                    </a:lnTo>
                    <a:lnTo>
                      <a:pt x="254" y="206"/>
                    </a:lnTo>
                    <a:lnTo>
                      <a:pt x="254" y="202"/>
                    </a:lnTo>
                    <a:lnTo>
                      <a:pt x="258" y="202"/>
                    </a:lnTo>
                    <a:lnTo>
                      <a:pt x="262" y="198"/>
                    </a:lnTo>
                    <a:lnTo>
                      <a:pt x="266" y="194"/>
                    </a:lnTo>
                    <a:lnTo>
                      <a:pt x="268" y="194"/>
                    </a:lnTo>
                    <a:lnTo>
                      <a:pt x="272" y="194"/>
                    </a:lnTo>
                    <a:lnTo>
                      <a:pt x="276" y="194"/>
                    </a:lnTo>
                    <a:lnTo>
                      <a:pt x="280" y="190"/>
                    </a:lnTo>
                    <a:lnTo>
                      <a:pt x="280" y="186"/>
                    </a:lnTo>
                    <a:lnTo>
                      <a:pt x="284" y="186"/>
                    </a:lnTo>
                    <a:lnTo>
                      <a:pt x="288" y="186"/>
                    </a:lnTo>
                    <a:lnTo>
                      <a:pt x="292" y="182"/>
                    </a:lnTo>
                    <a:lnTo>
                      <a:pt x="294" y="180"/>
                    </a:lnTo>
                    <a:lnTo>
                      <a:pt x="298" y="180"/>
                    </a:lnTo>
                    <a:lnTo>
                      <a:pt x="298" y="176"/>
                    </a:lnTo>
                    <a:lnTo>
                      <a:pt x="302" y="176"/>
                    </a:lnTo>
                    <a:lnTo>
                      <a:pt x="306" y="176"/>
                    </a:lnTo>
                    <a:lnTo>
                      <a:pt x="306" y="172"/>
                    </a:lnTo>
                    <a:lnTo>
                      <a:pt x="310" y="172"/>
                    </a:lnTo>
                    <a:lnTo>
                      <a:pt x="314" y="172"/>
                    </a:lnTo>
                    <a:lnTo>
                      <a:pt x="314" y="168"/>
                    </a:lnTo>
                    <a:lnTo>
                      <a:pt x="318" y="168"/>
                    </a:lnTo>
                    <a:lnTo>
                      <a:pt x="322" y="168"/>
                    </a:lnTo>
                    <a:lnTo>
                      <a:pt x="324" y="168"/>
                    </a:lnTo>
                    <a:lnTo>
                      <a:pt x="328" y="168"/>
                    </a:lnTo>
                    <a:lnTo>
                      <a:pt x="332" y="172"/>
                    </a:lnTo>
                    <a:lnTo>
                      <a:pt x="336" y="172"/>
                    </a:lnTo>
                    <a:lnTo>
                      <a:pt x="340" y="172"/>
                    </a:lnTo>
                    <a:lnTo>
                      <a:pt x="340" y="168"/>
                    </a:lnTo>
                    <a:lnTo>
                      <a:pt x="336" y="168"/>
                    </a:lnTo>
                    <a:lnTo>
                      <a:pt x="340" y="168"/>
                    </a:lnTo>
                    <a:lnTo>
                      <a:pt x="340" y="172"/>
                    </a:lnTo>
                    <a:lnTo>
                      <a:pt x="344" y="172"/>
                    </a:lnTo>
                    <a:lnTo>
                      <a:pt x="344" y="168"/>
                    </a:lnTo>
                    <a:lnTo>
                      <a:pt x="340" y="168"/>
                    </a:lnTo>
                    <a:lnTo>
                      <a:pt x="336" y="168"/>
                    </a:lnTo>
                    <a:lnTo>
                      <a:pt x="340" y="164"/>
                    </a:lnTo>
                    <a:lnTo>
                      <a:pt x="344" y="164"/>
                    </a:lnTo>
                    <a:lnTo>
                      <a:pt x="340" y="164"/>
                    </a:lnTo>
                    <a:lnTo>
                      <a:pt x="344" y="164"/>
                    </a:lnTo>
                    <a:lnTo>
                      <a:pt x="348" y="164"/>
                    </a:lnTo>
                    <a:lnTo>
                      <a:pt x="352" y="164"/>
                    </a:lnTo>
                    <a:lnTo>
                      <a:pt x="354" y="168"/>
                    </a:lnTo>
                    <a:lnTo>
                      <a:pt x="362" y="168"/>
                    </a:lnTo>
                    <a:lnTo>
                      <a:pt x="362" y="172"/>
                    </a:lnTo>
                    <a:lnTo>
                      <a:pt x="358" y="172"/>
                    </a:lnTo>
                    <a:lnTo>
                      <a:pt x="354" y="172"/>
                    </a:lnTo>
                    <a:lnTo>
                      <a:pt x="352" y="176"/>
                    </a:lnTo>
                    <a:lnTo>
                      <a:pt x="352" y="180"/>
                    </a:lnTo>
                    <a:lnTo>
                      <a:pt x="354" y="180"/>
                    </a:lnTo>
                    <a:lnTo>
                      <a:pt x="358" y="180"/>
                    </a:lnTo>
                    <a:lnTo>
                      <a:pt x="358" y="182"/>
                    </a:lnTo>
                    <a:lnTo>
                      <a:pt x="354" y="182"/>
                    </a:lnTo>
                    <a:lnTo>
                      <a:pt x="352" y="182"/>
                    </a:lnTo>
                    <a:lnTo>
                      <a:pt x="352" y="180"/>
                    </a:lnTo>
                    <a:lnTo>
                      <a:pt x="348" y="180"/>
                    </a:lnTo>
                    <a:lnTo>
                      <a:pt x="348" y="182"/>
                    </a:lnTo>
                    <a:lnTo>
                      <a:pt x="352" y="182"/>
                    </a:lnTo>
                    <a:lnTo>
                      <a:pt x="354" y="182"/>
                    </a:lnTo>
                    <a:lnTo>
                      <a:pt x="354" y="186"/>
                    </a:lnTo>
                    <a:lnTo>
                      <a:pt x="354" y="190"/>
                    </a:lnTo>
                    <a:lnTo>
                      <a:pt x="352" y="190"/>
                    </a:lnTo>
                    <a:lnTo>
                      <a:pt x="348" y="190"/>
                    </a:lnTo>
                    <a:lnTo>
                      <a:pt x="344" y="190"/>
                    </a:lnTo>
                    <a:lnTo>
                      <a:pt x="340" y="190"/>
                    </a:lnTo>
                    <a:lnTo>
                      <a:pt x="340" y="194"/>
                    </a:lnTo>
                    <a:lnTo>
                      <a:pt x="340" y="198"/>
                    </a:lnTo>
                    <a:lnTo>
                      <a:pt x="336" y="198"/>
                    </a:lnTo>
                    <a:lnTo>
                      <a:pt x="332" y="198"/>
                    </a:lnTo>
                    <a:lnTo>
                      <a:pt x="328" y="198"/>
                    </a:lnTo>
                    <a:lnTo>
                      <a:pt x="324" y="194"/>
                    </a:lnTo>
                    <a:lnTo>
                      <a:pt x="324" y="190"/>
                    </a:lnTo>
                    <a:lnTo>
                      <a:pt x="324" y="186"/>
                    </a:lnTo>
                    <a:lnTo>
                      <a:pt x="328" y="186"/>
                    </a:lnTo>
                    <a:lnTo>
                      <a:pt x="328" y="182"/>
                    </a:lnTo>
                    <a:lnTo>
                      <a:pt x="324" y="186"/>
                    </a:lnTo>
                    <a:lnTo>
                      <a:pt x="322" y="186"/>
                    </a:lnTo>
                    <a:lnTo>
                      <a:pt x="318" y="186"/>
                    </a:lnTo>
                    <a:lnTo>
                      <a:pt x="322" y="186"/>
                    </a:lnTo>
                    <a:lnTo>
                      <a:pt x="322" y="190"/>
                    </a:lnTo>
                    <a:lnTo>
                      <a:pt x="318" y="194"/>
                    </a:lnTo>
                    <a:lnTo>
                      <a:pt x="314" y="190"/>
                    </a:lnTo>
                    <a:lnTo>
                      <a:pt x="314" y="194"/>
                    </a:lnTo>
                    <a:lnTo>
                      <a:pt x="318" y="194"/>
                    </a:lnTo>
                    <a:lnTo>
                      <a:pt x="318" y="198"/>
                    </a:lnTo>
                    <a:lnTo>
                      <a:pt x="314" y="198"/>
                    </a:lnTo>
                    <a:lnTo>
                      <a:pt x="314" y="202"/>
                    </a:lnTo>
                    <a:lnTo>
                      <a:pt x="310" y="206"/>
                    </a:lnTo>
                    <a:lnTo>
                      <a:pt x="306" y="206"/>
                    </a:lnTo>
                    <a:lnTo>
                      <a:pt x="306" y="202"/>
                    </a:lnTo>
                    <a:lnTo>
                      <a:pt x="302" y="198"/>
                    </a:lnTo>
                    <a:lnTo>
                      <a:pt x="302" y="202"/>
                    </a:lnTo>
                    <a:lnTo>
                      <a:pt x="302" y="206"/>
                    </a:lnTo>
                    <a:lnTo>
                      <a:pt x="298" y="206"/>
                    </a:lnTo>
                    <a:lnTo>
                      <a:pt x="302" y="206"/>
                    </a:lnTo>
                    <a:lnTo>
                      <a:pt x="306" y="206"/>
                    </a:lnTo>
                    <a:lnTo>
                      <a:pt x="306" y="208"/>
                    </a:lnTo>
                    <a:lnTo>
                      <a:pt x="302" y="208"/>
                    </a:lnTo>
                    <a:lnTo>
                      <a:pt x="302" y="206"/>
                    </a:lnTo>
                    <a:lnTo>
                      <a:pt x="302" y="208"/>
                    </a:lnTo>
                    <a:lnTo>
                      <a:pt x="298" y="208"/>
                    </a:lnTo>
                    <a:lnTo>
                      <a:pt x="298" y="212"/>
                    </a:lnTo>
                    <a:lnTo>
                      <a:pt x="294" y="212"/>
                    </a:lnTo>
                    <a:lnTo>
                      <a:pt x="294" y="212"/>
                    </a:lnTo>
                    <a:lnTo>
                      <a:pt x="294" y="212"/>
                    </a:lnTo>
                    <a:close/>
                    <a:moveTo>
                      <a:pt x="706" y="172"/>
                    </a:moveTo>
                    <a:lnTo>
                      <a:pt x="708" y="172"/>
                    </a:lnTo>
                    <a:lnTo>
                      <a:pt x="712" y="172"/>
                    </a:lnTo>
                    <a:lnTo>
                      <a:pt x="712" y="176"/>
                    </a:lnTo>
                    <a:lnTo>
                      <a:pt x="708" y="176"/>
                    </a:lnTo>
                    <a:lnTo>
                      <a:pt x="706" y="176"/>
                    </a:lnTo>
                    <a:lnTo>
                      <a:pt x="706" y="172"/>
                    </a:lnTo>
                    <a:lnTo>
                      <a:pt x="706" y="172"/>
                    </a:lnTo>
                    <a:lnTo>
                      <a:pt x="706" y="172"/>
                    </a:lnTo>
                    <a:close/>
                    <a:moveTo>
                      <a:pt x="646" y="172"/>
                    </a:moveTo>
                    <a:lnTo>
                      <a:pt x="650" y="172"/>
                    </a:lnTo>
                    <a:lnTo>
                      <a:pt x="650" y="176"/>
                    </a:lnTo>
                    <a:lnTo>
                      <a:pt x="646" y="176"/>
                    </a:lnTo>
                    <a:lnTo>
                      <a:pt x="642" y="172"/>
                    </a:lnTo>
                    <a:lnTo>
                      <a:pt x="646" y="172"/>
                    </a:lnTo>
                    <a:lnTo>
                      <a:pt x="646" y="172"/>
                    </a:lnTo>
                    <a:lnTo>
                      <a:pt x="646" y="172"/>
                    </a:lnTo>
                    <a:close/>
                    <a:moveTo>
                      <a:pt x="522" y="176"/>
                    </a:moveTo>
                    <a:lnTo>
                      <a:pt x="518" y="176"/>
                    </a:lnTo>
                    <a:lnTo>
                      <a:pt x="522" y="176"/>
                    </a:lnTo>
                    <a:lnTo>
                      <a:pt x="522" y="176"/>
                    </a:lnTo>
                    <a:lnTo>
                      <a:pt x="522" y="176"/>
                    </a:lnTo>
                    <a:close/>
                    <a:moveTo>
                      <a:pt x="384" y="176"/>
                    </a:moveTo>
                    <a:lnTo>
                      <a:pt x="388" y="176"/>
                    </a:lnTo>
                    <a:lnTo>
                      <a:pt x="384" y="176"/>
                    </a:lnTo>
                    <a:lnTo>
                      <a:pt x="384" y="176"/>
                    </a:lnTo>
                    <a:lnTo>
                      <a:pt x="384" y="176"/>
                    </a:lnTo>
                    <a:close/>
                    <a:moveTo>
                      <a:pt x="858" y="236"/>
                    </a:moveTo>
                    <a:lnTo>
                      <a:pt x="862" y="236"/>
                    </a:lnTo>
                    <a:lnTo>
                      <a:pt x="858" y="236"/>
                    </a:lnTo>
                    <a:lnTo>
                      <a:pt x="862" y="236"/>
                    </a:lnTo>
                    <a:lnTo>
                      <a:pt x="864" y="236"/>
                    </a:lnTo>
                    <a:lnTo>
                      <a:pt x="868" y="236"/>
                    </a:lnTo>
                    <a:lnTo>
                      <a:pt x="872" y="236"/>
                    </a:lnTo>
                    <a:lnTo>
                      <a:pt x="872" y="238"/>
                    </a:lnTo>
                    <a:lnTo>
                      <a:pt x="868" y="238"/>
                    </a:lnTo>
                    <a:lnTo>
                      <a:pt x="864" y="238"/>
                    </a:lnTo>
                    <a:lnTo>
                      <a:pt x="862" y="238"/>
                    </a:lnTo>
                    <a:lnTo>
                      <a:pt x="858" y="238"/>
                    </a:lnTo>
                    <a:lnTo>
                      <a:pt x="858" y="236"/>
                    </a:lnTo>
                    <a:lnTo>
                      <a:pt x="858" y="238"/>
                    </a:lnTo>
                    <a:lnTo>
                      <a:pt x="862" y="238"/>
                    </a:lnTo>
                    <a:lnTo>
                      <a:pt x="862" y="242"/>
                    </a:lnTo>
                    <a:lnTo>
                      <a:pt x="862" y="246"/>
                    </a:lnTo>
                    <a:lnTo>
                      <a:pt x="858" y="246"/>
                    </a:lnTo>
                    <a:lnTo>
                      <a:pt x="854" y="246"/>
                    </a:lnTo>
                    <a:lnTo>
                      <a:pt x="850" y="246"/>
                    </a:lnTo>
                    <a:lnTo>
                      <a:pt x="846" y="246"/>
                    </a:lnTo>
                    <a:lnTo>
                      <a:pt x="842" y="246"/>
                    </a:lnTo>
                    <a:lnTo>
                      <a:pt x="838" y="246"/>
                    </a:lnTo>
                    <a:lnTo>
                      <a:pt x="838" y="250"/>
                    </a:lnTo>
                    <a:lnTo>
                      <a:pt x="834" y="250"/>
                    </a:lnTo>
                    <a:lnTo>
                      <a:pt x="832" y="246"/>
                    </a:lnTo>
                    <a:lnTo>
                      <a:pt x="828" y="246"/>
                    </a:lnTo>
                    <a:lnTo>
                      <a:pt x="824" y="246"/>
                    </a:lnTo>
                    <a:lnTo>
                      <a:pt x="820" y="246"/>
                    </a:lnTo>
                    <a:lnTo>
                      <a:pt x="820" y="242"/>
                    </a:lnTo>
                    <a:lnTo>
                      <a:pt x="820" y="238"/>
                    </a:lnTo>
                    <a:lnTo>
                      <a:pt x="816" y="238"/>
                    </a:lnTo>
                    <a:lnTo>
                      <a:pt x="812" y="236"/>
                    </a:lnTo>
                    <a:lnTo>
                      <a:pt x="812" y="238"/>
                    </a:lnTo>
                    <a:lnTo>
                      <a:pt x="816" y="238"/>
                    </a:lnTo>
                    <a:lnTo>
                      <a:pt x="816" y="242"/>
                    </a:lnTo>
                    <a:lnTo>
                      <a:pt x="812" y="246"/>
                    </a:lnTo>
                    <a:lnTo>
                      <a:pt x="808" y="246"/>
                    </a:lnTo>
                    <a:lnTo>
                      <a:pt x="806" y="246"/>
                    </a:lnTo>
                    <a:lnTo>
                      <a:pt x="802" y="246"/>
                    </a:lnTo>
                    <a:lnTo>
                      <a:pt x="798" y="246"/>
                    </a:lnTo>
                    <a:lnTo>
                      <a:pt x="794" y="246"/>
                    </a:lnTo>
                    <a:lnTo>
                      <a:pt x="790" y="246"/>
                    </a:lnTo>
                    <a:lnTo>
                      <a:pt x="794" y="242"/>
                    </a:lnTo>
                    <a:lnTo>
                      <a:pt x="790" y="242"/>
                    </a:lnTo>
                    <a:lnTo>
                      <a:pt x="790" y="246"/>
                    </a:lnTo>
                    <a:lnTo>
                      <a:pt x="786" y="246"/>
                    </a:lnTo>
                    <a:lnTo>
                      <a:pt x="786" y="242"/>
                    </a:lnTo>
                    <a:lnTo>
                      <a:pt x="782" y="242"/>
                    </a:lnTo>
                    <a:lnTo>
                      <a:pt x="782" y="246"/>
                    </a:lnTo>
                    <a:lnTo>
                      <a:pt x="786" y="246"/>
                    </a:lnTo>
                    <a:lnTo>
                      <a:pt x="782" y="246"/>
                    </a:lnTo>
                    <a:lnTo>
                      <a:pt x="778" y="246"/>
                    </a:lnTo>
                    <a:lnTo>
                      <a:pt x="776" y="246"/>
                    </a:lnTo>
                    <a:lnTo>
                      <a:pt x="772" y="246"/>
                    </a:lnTo>
                    <a:lnTo>
                      <a:pt x="768" y="246"/>
                    </a:lnTo>
                    <a:lnTo>
                      <a:pt x="768" y="242"/>
                    </a:lnTo>
                    <a:lnTo>
                      <a:pt x="768" y="246"/>
                    </a:lnTo>
                    <a:lnTo>
                      <a:pt x="768" y="250"/>
                    </a:lnTo>
                    <a:lnTo>
                      <a:pt x="764" y="250"/>
                    </a:lnTo>
                    <a:lnTo>
                      <a:pt x="760" y="250"/>
                    </a:lnTo>
                    <a:lnTo>
                      <a:pt x="760" y="246"/>
                    </a:lnTo>
                    <a:lnTo>
                      <a:pt x="756" y="250"/>
                    </a:lnTo>
                    <a:lnTo>
                      <a:pt x="752" y="250"/>
                    </a:lnTo>
                    <a:lnTo>
                      <a:pt x="752" y="246"/>
                    </a:lnTo>
                    <a:lnTo>
                      <a:pt x="752" y="250"/>
                    </a:lnTo>
                    <a:lnTo>
                      <a:pt x="748" y="250"/>
                    </a:lnTo>
                    <a:lnTo>
                      <a:pt x="746" y="246"/>
                    </a:lnTo>
                    <a:lnTo>
                      <a:pt x="742" y="246"/>
                    </a:lnTo>
                    <a:lnTo>
                      <a:pt x="746" y="242"/>
                    </a:lnTo>
                    <a:lnTo>
                      <a:pt x="746" y="238"/>
                    </a:lnTo>
                    <a:lnTo>
                      <a:pt x="742" y="238"/>
                    </a:lnTo>
                    <a:lnTo>
                      <a:pt x="742" y="236"/>
                    </a:lnTo>
                    <a:lnTo>
                      <a:pt x="742" y="238"/>
                    </a:lnTo>
                    <a:lnTo>
                      <a:pt x="738" y="238"/>
                    </a:lnTo>
                    <a:lnTo>
                      <a:pt x="738" y="242"/>
                    </a:lnTo>
                    <a:lnTo>
                      <a:pt x="738" y="238"/>
                    </a:lnTo>
                    <a:lnTo>
                      <a:pt x="734" y="238"/>
                    </a:lnTo>
                    <a:lnTo>
                      <a:pt x="734" y="242"/>
                    </a:lnTo>
                    <a:lnTo>
                      <a:pt x="732" y="242"/>
                    </a:lnTo>
                    <a:lnTo>
                      <a:pt x="732" y="238"/>
                    </a:lnTo>
                    <a:lnTo>
                      <a:pt x="732" y="242"/>
                    </a:lnTo>
                    <a:lnTo>
                      <a:pt x="734" y="242"/>
                    </a:lnTo>
                    <a:lnTo>
                      <a:pt x="734" y="246"/>
                    </a:lnTo>
                    <a:lnTo>
                      <a:pt x="732" y="246"/>
                    </a:lnTo>
                    <a:lnTo>
                      <a:pt x="728" y="246"/>
                    </a:lnTo>
                    <a:lnTo>
                      <a:pt x="724" y="246"/>
                    </a:lnTo>
                    <a:lnTo>
                      <a:pt x="720" y="246"/>
                    </a:lnTo>
                    <a:lnTo>
                      <a:pt x="716" y="246"/>
                    </a:lnTo>
                    <a:lnTo>
                      <a:pt x="712" y="246"/>
                    </a:lnTo>
                    <a:lnTo>
                      <a:pt x="712" y="242"/>
                    </a:lnTo>
                    <a:lnTo>
                      <a:pt x="708" y="242"/>
                    </a:lnTo>
                    <a:lnTo>
                      <a:pt x="708" y="238"/>
                    </a:lnTo>
                    <a:lnTo>
                      <a:pt x="712" y="238"/>
                    </a:lnTo>
                    <a:lnTo>
                      <a:pt x="708" y="238"/>
                    </a:lnTo>
                    <a:lnTo>
                      <a:pt x="706" y="238"/>
                    </a:lnTo>
                    <a:lnTo>
                      <a:pt x="706" y="242"/>
                    </a:lnTo>
                    <a:lnTo>
                      <a:pt x="706" y="238"/>
                    </a:lnTo>
                    <a:lnTo>
                      <a:pt x="706" y="242"/>
                    </a:lnTo>
                    <a:lnTo>
                      <a:pt x="702" y="242"/>
                    </a:lnTo>
                    <a:lnTo>
                      <a:pt x="698" y="242"/>
                    </a:lnTo>
                    <a:lnTo>
                      <a:pt x="694" y="242"/>
                    </a:lnTo>
                    <a:lnTo>
                      <a:pt x="694" y="238"/>
                    </a:lnTo>
                    <a:lnTo>
                      <a:pt x="694" y="236"/>
                    </a:lnTo>
                    <a:lnTo>
                      <a:pt x="690" y="236"/>
                    </a:lnTo>
                    <a:lnTo>
                      <a:pt x="690" y="232"/>
                    </a:lnTo>
                    <a:lnTo>
                      <a:pt x="694" y="232"/>
                    </a:lnTo>
                    <a:lnTo>
                      <a:pt x="690" y="232"/>
                    </a:lnTo>
                    <a:lnTo>
                      <a:pt x="686" y="228"/>
                    </a:lnTo>
                    <a:lnTo>
                      <a:pt x="686" y="224"/>
                    </a:lnTo>
                    <a:lnTo>
                      <a:pt x="686" y="220"/>
                    </a:lnTo>
                    <a:lnTo>
                      <a:pt x="690" y="220"/>
                    </a:lnTo>
                    <a:lnTo>
                      <a:pt x="694" y="220"/>
                    </a:lnTo>
                    <a:lnTo>
                      <a:pt x="694" y="216"/>
                    </a:lnTo>
                    <a:lnTo>
                      <a:pt x="690" y="212"/>
                    </a:lnTo>
                    <a:lnTo>
                      <a:pt x="690" y="208"/>
                    </a:lnTo>
                    <a:lnTo>
                      <a:pt x="686" y="208"/>
                    </a:lnTo>
                    <a:lnTo>
                      <a:pt x="686" y="206"/>
                    </a:lnTo>
                    <a:lnTo>
                      <a:pt x="682" y="206"/>
                    </a:lnTo>
                    <a:lnTo>
                      <a:pt x="682" y="202"/>
                    </a:lnTo>
                    <a:lnTo>
                      <a:pt x="678" y="202"/>
                    </a:lnTo>
                    <a:lnTo>
                      <a:pt x="678" y="198"/>
                    </a:lnTo>
                    <a:lnTo>
                      <a:pt x="676" y="198"/>
                    </a:lnTo>
                    <a:lnTo>
                      <a:pt x="672" y="198"/>
                    </a:lnTo>
                    <a:lnTo>
                      <a:pt x="668" y="198"/>
                    </a:lnTo>
                    <a:lnTo>
                      <a:pt x="668" y="202"/>
                    </a:lnTo>
                    <a:lnTo>
                      <a:pt x="664" y="198"/>
                    </a:lnTo>
                    <a:lnTo>
                      <a:pt x="660" y="198"/>
                    </a:lnTo>
                    <a:lnTo>
                      <a:pt x="656" y="198"/>
                    </a:lnTo>
                    <a:lnTo>
                      <a:pt x="652" y="198"/>
                    </a:lnTo>
                    <a:lnTo>
                      <a:pt x="650" y="202"/>
                    </a:lnTo>
                    <a:lnTo>
                      <a:pt x="646" y="202"/>
                    </a:lnTo>
                    <a:lnTo>
                      <a:pt x="646" y="198"/>
                    </a:lnTo>
                    <a:lnTo>
                      <a:pt x="650" y="198"/>
                    </a:lnTo>
                    <a:lnTo>
                      <a:pt x="652" y="198"/>
                    </a:lnTo>
                    <a:lnTo>
                      <a:pt x="650" y="198"/>
                    </a:lnTo>
                    <a:lnTo>
                      <a:pt x="646" y="198"/>
                    </a:lnTo>
                    <a:lnTo>
                      <a:pt x="642" y="198"/>
                    </a:lnTo>
                    <a:lnTo>
                      <a:pt x="642" y="194"/>
                    </a:lnTo>
                    <a:lnTo>
                      <a:pt x="638" y="194"/>
                    </a:lnTo>
                    <a:lnTo>
                      <a:pt x="634" y="194"/>
                    </a:lnTo>
                    <a:lnTo>
                      <a:pt x="638" y="194"/>
                    </a:lnTo>
                    <a:lnTo>
                      <a:pt x="642" y="194"/>
                    </a:lnTo>
                    <a:lnTo>
                      <a:pt x="642" y="190"/>
                    </a:lnTo>
                    <a:lnTo>
                      <a:pt x="638" y="190"/>
                    </a:lnTo>
                    <a:lnTo>
                      <a:pt x="634" y="190"/>
                    </a:lnTo>
                    <a:lnTo>
                      <a:pt x="630" y="190"/>
                    </a:lnTo>
                    <a:lnTo>
                      <a:pt x="630" y="186"/>
                    </a:lnTo>
                    <a:lnTo>
                      <a:pt x="626" y="186"/>
                    </a:lnTo>
                    <a:lnTo>
                      <a:pt x="622" y="186"/>
                    </a:lnTo>
                    <a:lnTo>
                      <a:pt x="622" y="182"/>
                    </a:lnTo>
                    <a:lnTo>
                      <a:pt x="626" y="186"/>
                    </a:lnTo>
                    <a:lnTo>
                      <a:pt x="630" y="186"/>
                    </a:lnTo>
                    <a:lnTo>
                      <a:pt x="634" y="186"/>
                    </a:lnTo>
                    <a:lnTo>
                      <a:pt x="630" y="182"/>
                    </a:lnTo>
                    <a:lnTo>
                      <a:pt x="626" y="182"/>
                    </a:lnTo>
                    <a:lnTo>
                      <a:pt x="622" y="182"/>
                    </a:lnTo>
                    <a:lnTo>
                      <a:pt x="626" y="180"/>
                    </a:lnTo>
                    <a:lnTo>
                      <a:pt x="630" y="180"/>
                    </a:lnTo>
                    <a:lnTo>
                      <a:pt x="634" y="180"/>
                    </a:lnTo>
                    <a:lnTo>
                      <a:pt x="638" y="180"/>
                    </a:lnTo>
                    <a:lnTo>
                      <a:pt x="642" y="176"/>
                    </a:lnTo>
                    <a:lnTo>
                      <a:pt x="642" y="180"/>
                    </a:lnTo>
                    <a:lnTo>
                      <a:pt x="646" y="180"/>
                    </a:lnTo>
                    <a:lnTo>
                      <a:pt x="650" y="180"/>
                    </a:lnTo>
                    <a:lnTo>
                      <a:pt x="652" y="180"/>
                    </a:lnTo>
                    <a:lnTo>
                      <a:pt x="656" y="180"/>
                    </a:lnTo>
                    <a:lnTo>
                      <a:pt x="660" y="182"/>
                    </a:lnTo>
                    <a:lnTo>
                      <a:pt x="664" y="182"/>
                    </a:lnTo>
                    <a:lnTo>
                      <a:pt x="664" y="180"/>
                    </a:lnTo>
                    <a:lnTo>
                      <a:pt x="668" y="180"/>
                    </a:lnTo>
                    <a:lnTo>
                      <a:pt x="668" y="182"/>
                    </a:lnTo>
                    <a:lnTo>
                      <a:pt x="672" y="182"/>
                    </a:lnTo>
                    <a:lnTo>
                      <a:pt x="676" y="186"/>
                    </a:lnTo>
                    <a:lnTo>
                      <a:pt x="676" y="190"/>
                    </a:lnTo>
                    <a:lnTo>
                      <a:pt x="672" y="194"/>
                    </a:lnTo>
                    <a:lnTo>
                      <a:pt x="672" y="198"/>
                    </a:lnTo>
                    <a:lnTo>
                      <a:pt x="672" y="194"/>
                    </a:lnTo>
                    <a:lnTo>
                      <a:pt x="676" y="194"/>
                    </a:lnTo>
                    <a:lnTo>
                      <a:pt x="678" y="190"/>
                    </a:lnTo>
                    <a:lnTo>
                      <a:pt x="682" y="190"/>
                    </a:lnTo>
                    <a:lnTo>
                      <a:pt x="686" y="190"/>
                    </a:lnTo>
                    <a:lnTo>
                      <a:pt x="690" y="190"/>
                    </a:lnTo>
                    <a:lnTo>
                      <a:pt x="694" y="190"/>
                    </a:lnTo>
                    <a:lnTo>
                      <a:pt x="694" y="186"/>
                    </a:lnTo>
                    <a:lnTo>
                      <a:pt x="698" y="186"/>
                    </a:lnTo>
                    <a:lnTo>
                      <a:pt x="702" y="186"/>
                    </a:lnTo>
                    <a:lnTo>
                      <a:pt x="706" y="186"/>
                    </a:lnTo>
                    <a:lnTo>
                      <a:pt x="708" y="190"/>
                    </a:lnTo>
                    <a:lnTo>
                      <a:pt x="712" y="190"/>
                    </a:lnTo>
                    <a:lnTo>
                      <a:pt x="716" y="190"/>
                    </a:lnTo>
                    <a:lnTo>
                      <a:pt x="716" y="194"/>
                    </a:lnTo>
                    <a:lnTo>
                      <a:pt x="712" y="194"/>
                    </a:lnTo>
                    <a:lnTo>
                      <a:pt x="708" y="194"/>
                    </a:lnTo>
                    <a:lnTo>
                      <a:pt x="706" y="194"/>
                    </a:lnTo>
                    <a:lnTo>
                      <a:pt x="702" y="194"/>
                    </a:lnTo>
                    <a:lnTo>
                      <a:pt x="706" y="194"/>
                    </a:lnTo>
                    <a:lnTo>
                      <a:pt x="708" y="194"/>
                    </a:lnTo>
                    <a:lnTo>
                      <a:pt x="712" y="194"/>
                    </a:lnTo>
                    <a:lnTo>
                      <a:pt x="716" y="194"/>
                    </a:lnTo>
                    <a:lnTo>
                      <a:pt x="716" y="198"/>
                    </a:lnTo>
                    <a:lnTo>
                      <a:pt x="720" y="198"/>
                    </a:lnTo>
                    <a:lnTo>
                      <a:pt x="724" y="198"/>
                    </a:lnTo>
                    <a:lnTo>
                      <a:pt x="728" y="198"/>
                    </a:lnTo>
                    <a:lnTo>
                      <a:pt x="732" y="198"/>
                    </a:lnTo>
                    <a:lnTo>
                      <a:pt x="734" y="202"/>
                    </a:lnTo>
                    <a:lnTo>
                      <a:pt x="732" y="202"/>
                    </a:lnTo>
                    <a:lnTo>
                      <a:pt x="728" y="202"/>
                    </a:lnTo>
                    <a:lnTo>
                      <a:pt x="724" y="202"/>
                    </a:lnTo>
                    <a:lnTo>
                      <a:pt x="716" y="202"/>
                    </a:lnTo>
                    <a:lnTo>
                      <a:pt x="720" y="202"/>
                    </a:lnTo>
                    <a:lnTo>
                      <a:pt x="716" y="202"/>
                    </a:lnTo>
                    <a:lnTo>
                      <a:pt x="712" y="202"/>
                    </a:lnTo>
                    <a:lnTo>
                      <a:pt x="708" y="202"/>
                    </a:lnTo>
                    <a:lnTo>
                      <a:pt x="706" y="202"/>
                    </a:lnTo>
                    <a:lnTo>
                      <a:pt x="702" y="202"/>
                    </a:lnTo>
                    <a:lnTo>
                      <a:pt x="702" y="198"/>
                    </a:lnTo>
                    <a:lnTo>
                      <a:pt x="698" y="198"/>
                    </a:lnTo>
                    <a:lnTo>
                      <a:pt x="698" y="202"/>
                    </a:lnTo>
                    <a:lnTo>
                      <a:pt x="702" y="202"/>
                    </a:lnTo>
                    <a:lnTo>
                      <a:pt x="706" y="202"/>
                    </a:lnTo>
                    <a:lnTo>
                      <a:pt x="708" y="202"/>
                    </a:lnTo>
                    <a:lnTo>
                      <a:pt x="712" y="206"/>
                    </a:lnTo>
                    <a:lnTo>
                      <a:pt x="708" y="206"/>
                    </a:lnTo>
                    <a:lnTo>
                      <a:pt x="712" y="206"/>
                    </a:lnTo>
                    <a:lnTo>
                      <a:pt x="716" y="206"/>
                    </a:lnTo>
                    <a:lnTo>
                      <a:pt x="720" y="206"/>
                    </a:lnTo>
                    <a:lnTo>
                      <a:pt x="716" y="206"/>
                    </a:lnTo>
                    <a:lnTo>
                      <a:pt x="712" y="206"/>
                    </a:lnTo>
                    <a:lnTo>
                      <a:pt x="708" y="206"/>
                    </a:lnTo>
                    <a:lnTo>
                      <a:pt x="706" y="206"/>
                    </a:lnTo>
                    <a:lnTo>
                      <a:pt x="708" y="208"/>
                    </a:lnTo>
                    <a:lnTo>
                      <a:pt x="706" y="208"/>
                    </a:lnTo>
                    <a:lnTo>
                      <a:pt x="706" y="212"/>
                    </a:lnTo>
                    <a:lnTo>
                      <a:pt x="706" y="208"/>
                    </a:lnTo>
                    <a:lnTo>
                      <a:pt x="708" y="208"/>
                    </a:lnTo>
                    <a:lnTo>
                      <a:pt x="708" y="206"/>
                    </a:lnTo>
                    <a:lnTo>
                      <a:pt x="712" y="206"/>
                    </a:lnTo>
                    <a:lnTo>
                      <a:pt x="712" y="208"/>
                    </a:lnTo>
                    <a:lnTo>
                      <a:pt x="716" y="208"/>
                    </a:lnTo>
                    <a:lnTo>
                      <a:pt x="712" y="208"/>
                    </a:lnTo>
                    <a:lnTo>
                      <a:pt x="716" y="208"/>
                    </a:lnTo>
                    <a:lnTo>
                      <a:pt x="720" y="208"/>
                    </a:lnTo>
                    <a:lnTo>
                      <a:pt x="720" y="206"/>
                    </a:lnTo>
                    <a:lnTo>
                      <a:pt x="724" y="206"/>
                    </a:lnTo>
                    <a:lnTo>
                      <a:pt x="724" y="208"/>
                    </a:lnTo>
                    <a:lnTo>
                      <a:pt x="728" y="208"/>
                    </a:lnTo>
                    <a:lnTo>
                      <a:pt x="724" y="212"/>
                    </a:lnTo>
                    <a:lnTo>
                      <a:pt x="728" y="212"/>
                    </a:lnTo>
                    <a:lnTo>
                      <a:pt x="728" y="208"/>
                    </a:lnTo>
                    <a:lnTo>
                      <a:pt x="732" y="212"/>
                    </a:lnTo>
                    <a:lnTo>
                      <a:pt x="734" y="212"/>
                    </a:lnTo>
                    <a:lnTo>
                      <a:pt x="732" y="216"/>
                    </a:lnTo>
                    <a:lnTo>
                      <a:pt x="728" y="216"/>
                    </a:lnTo>
                    <a:lnTo>
                      <a:pt x="724" y="220"/>
                    </a:lnTo>
                    <a:lnTo>
                      <a:pt x="728" y="216"/>
                    </a:lnTo>
                    <a:lnTo>
                      <a:pt x="728" y="220"/>
                    </a:lnTo>
                    <a:lnTo>
                      <a:pt x="728" y="216"/>
                    </a:lnTo>
                    <a:lnTo>
                      <a:pt x="732" y="216"/>
                    </a:lnTo>
                    <a:lnTo>
                      <a:pt x="734" y="220"/>
                    </a:lnTo>
                    <a:lnTo>
                      <a:pt x="734" y="224"/>
                    </a:lnTo>
                    <a:lnTo>
                      <a:pt x="738" y="224"/>
                    </a:lnTo>
                    <a:lnTo>
                      <a:pt x="738" y="220"/>
                    </a:lnTo>
                    <a:lnTo>
                      <a:pt x="738" y="216"/>
                    </a:lnTo>
                    <a:lnTo>
                      <a:pt x="742" y="216"/>
                    </a:lnTo>
                    <a:lnTo>
                      <a:pt x="746" y="216"/>
                    </a:lnTo>
                    <a:lnTo>
                      <a:pt x="746" y="220"/>
                    </a:lnTo>
                    <a:lnTo>
                      <a:pt x="748" y="220"/>
                    </a:lnTo>
                    <a:lnTo>
                      <a:pt x="752" y="220"/>
                    </a:lnTo>
                    <a:lnTo>
                      <a:pt x="756" y="220"/>
                    </a:lnTo>
                    <a:lnTo>
                      <a:pt x="756" y="216"/>
                    </a:lnTo>
                    <a:lnTo>
                      <a:pt x="760" y="216"/>
                    </a:lnTo>
                    <a:lnTo>
                      <a:pt x="764" y="216"/>
                    </a:lnTo>
                    <a:lnTo>
                      <a:pt x="764" y="220"/>
                    </a:lnTo>
                    <a:lnTo>
                      <a:pt x="768" y="220"/>
                    </a:lnTo>
                    <a:lnTo>
                      <a:pt x="772" y="220"/>
                    </a:lnTo>
                    <a:lnTo>
                      <a:pt x="772" y="224"/>
                    </a:lnTo>
                    <a:lnTo>
                      <a:pt x="768" y="224"/>
                    </a:lnTo>
                    <a:lnTo>
                      <a:pt x="772" y="224"/>
                    </a:lnTo>
                    <a:lnTo>
                      <a:pt x="776" y="224"/>
                    </a:lnTo>
                    <a:lnTo>
                      <a:pt x="778" y="224"/>
                    </a:lnTo>
                    <a:lnTo>
                      <a:pt x="782" y="224"/>
                    </a:lnTo>
                    <a:lnTo>
                      <a:pt x="778" y="220"/>
                    </a:lnTo>
                    <a:lnTo>
                      <a:pt x="776" y="220"/>
                    </a:lnTo>
                    <a:lnTo>
                      <a:pt x="778" y="220"/>
                    </a:lnTo>
                    <a:lnTo>
                      <a:pt x="782" y="220"/>
                    </a:lnTo>
                    <a:lnTo>
                      <a:pt x="786" y="220"/>
                    </a:lnTo>
                    <a:lnTo>
                      <a:pt x="790" y="216"/>
                    </a:lnTo>
                    <a:lnTo>
                      <a:pt x="794" y="216"/>
                    </a:lnTo>
                    <a:lnTo>
                      <a:pt x="798" y="216"/>
                    </a:lnTo>
                    <a:lnTo>
                      <a:pt x="802" y="216"/>
                    </a:lnTo>
                    <a:lnTo>
                      <a:pt x="806" y="212"/>
                    </a:lnTo>
                    <a:lnTo>
                      <a:pt x="808" y="212"/>
                    </a:lnTo>
                    <a:lnTo>
                      <a:pt x="812" y="212"/>
                    </a:lnTo>
                    <a:lnTo>
                      <a:pt x="816" y="212"/>
                    </a:lnTo>
                    <a:lnTo>
                      <a:pt x="820" y="212"/>
                    </a:lnTo>
                    <a:lnTo>
                      <a:pt x="824" y="212"/>
                    </a:lnTo>
                    <a:lnTo>
                      <a:pt x="828" y="212"/>
                    </a:lnTo>
                    <a:lnTo>
                      <a:pt x="832" y="212"/>
                    </a:lnTo>
                    <a:lnTo>
                      <a:pt x="834" y="212"/>
                    </a:lnTo>
                    <a:lnTo>
                      <a:pt x="838" y="212"/>
                    </a:lnTo>
                    <a:lnTo>
                      <a:pt x="842" y="212"/>
                    </a:lnTo>
                    <a:lnTo>
                      <a:pt x="846" y="212"/>
                    </a:lnTo>
                    <a:lnTo>
                      <a:pt x="846" y="216"/>
                    </a:lnTo>
                    <a:lnTo>
                      <a:pt x="850" y="216"/>
                    </a:lnTo>
                    <a:lnTo>
                      <a:pt x="854" y="216"/>
                    </a:lnTo>
                    <a:lnTo>
                      <a:pt x="858" y="216"/>
                    </a:lnTo>
                    <a:lnTo>
                      <a:pt x="862" y="216"/>
                    </a:lnTo>
                    <a:lnTo>
                      <a:pt x="864" y="220"/>
                    </a:lnTo>
                    <a:lnTo>
                      <a:pt x="862" y="220"/>
                    </a:lnTo>
                    <a:lnTo>
                      <a:pt x="858" y="220"/>
                    </a:lnTo>
                    <a:lnTo>
                      <a:pt x="862" y="220"/>
                    </a:lnTo>
                    <a:lnTo>
                      <a:pt x="864" y="220"/>
                    </a:lnTo>
                    <a:lnTo>
                      <a:pt x="868" y="220"/>
                    </a:lnTo>
                    <a:lnTo>
                      <a:pt x="868" y="224"/>
                    </a:lnTo>
                    <a:lnTo>
                      <a:pt x="868" y="228"/>
                    </a:lnTo>
                    <a:lnTo>
                      <a:pt x="872" y="228"/>
                    </a:lnTo>
                    <a:lnTo>
                      <a:pt x="868" y="228"/>
                    </a:lnTo>
                    <a:lnTo>
                      <a:pt x="864" y="232"/>
                    </a:lnTo>
                    <a:lnTo>
                      <a:pt x="864" y="228"/>
                    </a:lnTo>
                    <a:lnTo>
                      <a:pt x="864" y="232"/>
                    </a:lnTo>
                    <a:lnTo>
                      <a:pt x="862" y="232"/>
                    </a:lnTo>
                    <a:lnTo>
                      <a:pt x="858" y="232"/>
                    </a:lnTo>
                    <a:lnTo>
                      <a:pt x="858" y="236"/>
                    </a:lnTo>
                    <a:lnTo>
                      <a:pt x="858" y="236"/>
                    </a:lnTo>
                    <a:lnTo>
                      <a:pt x="858" y="236"/>
                    </a:lnTo>
                    <a:close/>
                    <a:moveTo>
                      <a:pt x="620" y="180"/>
                    </a:moveTo>
                    <a:lnTo>
                      <a:pt x="622" y="180"/>
                    </a:lnTo>
                    <a:lnTo>
                      <a:pt x="620" y="180"/>
                    </a:lnTo>
                    <a:lnTo>
                      <a:pt x="616" y="180"/>
                    </a:lnTo>
                    <a:lnTo>
                      <a:pt x="620" y="180"/>
                    </a:lnTo>
                    <a:lnTo>
                      <a:pt x="620" y="180"/>
                    </a:lnTo>
                    <a:lnTo>
                      <a:pt x="620" y="180"/>
                    </a:lnTo>
                    <a:close/>
                    <a:moveTo>
                      <a:pt x="380" y="186"/>
                    </a:moveTo>
                    <a:lnTo>
                      <a:pt x="374" y="186"/>
                    </a:lnTo>
                    <a:lnTo>
                      <a:pt x="370" y="186"/>
                    </a:lnTo>
                    <a:lnTo>
                      <a:pt x="370" y="182"/>
                    </a:lnTo>
                    <a:lnTo>
                      <a:pt x="374" y="182"/>
                    </a:lnTo>
                    <a:lnTo>
                      <a:pt x="378" y="182"/>
                    </a:lnTo>
                    <a:lnTo>
                      <a:pt x="380" y="182"/>
                    </a:lnTo>
                    <a:lnTo>
                      <a:pt x="384" y="182"/>
                    </a:lnTo>
                    <a:lnTo>
                      <a:pt x="388" y="182"/>
                    </a:lnTo>
                    <a:lnTo>
                      <a:pt x="388" y="186"/>
                    </a:lnTo>
                    <a:lnTo>
                      <a:pt x="384" y="186"/>
                    </a:lnTo>
                    <a:lnTo>
                      <a:pt x="380" y="186"/>
                    </a:lnTo>
                    <a:lnTo>
                      <a:pt x="380" y="186"/>
                    </a:lnTo>
                    <a:lnTo>
                      <a:pt x="380" y="186"/>
                    </a:lnTo>
                    <a:close/>
                    <a:moveTo>
                      <a:pt x="370" y="236"/>
                    </a:moveTo>
                    <a:lnTo>
                      <a:pt x="366" y="236"/>
                    </a:lnTo>
                    <a:lnTo>
                      <a:pt x="366" y="232"/>
                    </a:lnTo>
                    <a:lnTo>
                      <a:pt x="366" y="228"/>
                    </a:lnTo>
                    <a:lnTo>
                      <a:pt x="366" y="232"/>
                    </a:lnTo>
                    <a:lnTo>
                      <a:pt x="362" y="232"/>
                    </a:lnTo>
                    <a:lnTo>
                      <a:pt x="358" y="232"/>
                    </a:lnTo>
                    <a:lnTo>
                      <a:pt x="362" y="232"/>
                    </a:lnTo>
                    <a:lnTo>
                      <a:pt x="362" y="236"/>
                    </a:lnTo>
                    <a:lnTo>
                      <a:pt x="358" y="236"/>
                    </a:lnTo>
                    <a:lnTo>
                      <a:pt x="354" y="236"/>
                    </a:lnTo>
                    <a:lnTo>
                      <a:pt x="352" y="232"/>
                    </a:lnTo>
                    <a:lnTo>
                      <a:pt x="352" y="228"/>
                    </a:lnTo>
                    <a:lnTo>
                      <a:pt x="348" y="228"/>
                    </a:lnTo>
                    <a:lnTo>
                      <a:pt x="344" y="232"/>
                    </a:lnTo>
                    <a:lnTo>
                      <a:pt x="336" y="232"/>
                    </a:lnTo>
                    <a:lnTo>
                      <a:pt x="336" y="228"/>
                    </a:lnTo>
                    <a:lnTo>
                      <a:pt x="332" y="228"/>
                    </a:lnTo>
                    <a:lnTo>
                      <a:pt x="328" y="228"/>
                    </a:lnTo>
                    <a:lnTo>
                      <a:pt x="332" y="224"/>
                    </a:lnTo>
                    <a:lnTo>
                      <a:pt x="336" y="224"/>
                    </a:lnTo>
                    <a:lnTo>
                      <a:pt x="336" y="220"/>
                    </a:lnTo>
                    <a:lnTo>
                      <a:pt x="340" y="220"/>
                    </a:lnTo>
                    <a:lnTo>
                      <a:pt x="344" y="220"/>
                    </a:lnTo>
                    <a:lnTo>
                      <a:pt x="352" y="220"/>
                    </a:lnTo>
                    <a:lnTo>
                      <a:pt x="354" y="220"/>
                    </a:lnTo>
                    <a:lnTo>
                      <a:pt x="358" y="220"/>
                    </a:lnTo>
                    <a:lnTo>
                      <a:pt x="358" y="216"/>
                    </a:lnTo>
                    <a:lnTo>
                      <a:pt x="362" y="216"/>
                    </a:lnTo>
                    <a:lnTo>
                      <a:pt x="366" y="216"/>
                    </a:lnTo>
                    <a:lnTo>
                      <a:pt x="370" y="216"/>
                    </a:lnTo>
                    <a:lnTo>
                      <a:pt x="366" y="216"/>
                    </a:lnTo>
                    <a:lnTo>
                      <a:pt x="362" y="216"/>
                    </a:lnTo>
                    <a:lnTo>
                      <a:pt x="358" y="216"/>
                    </a:lnTo>
                    <a:lnTo>
                      <a:pt x="354" y="216"/>
                    </a:lnTo>
                    <a:lnTo>
                      <a:pt x="352" y="216"/>
                    </a:lnTo>
                    <a:lnTo>
                      <a:pt x="352" y="220"/>
                    </a:lnTo>
                    <a:lnTo>
                      <a:pt x="348" y="220"/>
                    </a:lnTo>
                    <a:lnTo>
                      <a:pt x="344" y="220"/>
                    </a:lnTo>
                    <a:lnTo>
                      <a:pt x="336" y="220"/>
                    </a:lnTo>
                    <a:lnTo>
                      <a:pt x="336" y="216"/>
                    </a:lnTo>
                    <a:lnTo>
                      <a:pt x="340" y="216"/>
                    </a:lnTo>
                    <a:lnTo>
                      <a:pt x="340" y="212"/>
                    </a:lnTo>
                    <a:lnTo>
                      <a:pt x="344" y="212"/>
                    </a:lnTo>
                    <a:lnTo>
                      <a:pt x="348" y="212"/>
                    </a:lnTo>
                    <a:lnTo>
                      <a:pt x="352" y="212"/>
                    </a:lnTo>
                    <a:lnTo>
                      <a:pt x="354" y="212"/>
                    </a:lnTo>
                    <a:lnTo>
                      <a:pt x="358" y="212"/>
                    </a:lnTo>
                    <a:lnTo>
                      <a:pt x="358" y="208"/>
                    </a:lnTo>
                    <a:lnTo>
                      <a:pt x="358" y="212"/>
                    </a:lnTo>
                    <a:lnTo>
                      <a:pt x="362" y="212"/>
                    </a:lnTo>
                    <a:lnTo>
                      <a:pt x="362" y="208"/>
                    </a:lnTo>
                    <a:lnTo>
                      <a:pt x="366" y="208"/>
                    </a:lnTo>
                    <a:lnTo>
                      <a:pt x="370" y="208"/>
                    </a:lnTo>
                    <a:lnTo>
                      <a:pt x="366" y="208"/>
                    </a:lnTo>
                    <a:lnTo>
                      <a:pt x="362" y="208"/>
                    </a:lnTo>
                    <a:lnTo>
                      <a:pt x="358" y="208"/>
                    </a:lnTo>
                    <a:lnTo>
                      <a:pt x="354" y="208"/>
                    </a:lnTo>
                    <a:lnTo>
                      <a:pt x="352" y="208"/>
                    </a:lnTo>
                    <a:lnTo>
                      <a:pt x="348" y="208"/>
                    </a:lnTo>
                    <a:lnTo>
                      <a:pt x="344" y="208"/>
                    </a:lnTo>
                    <a:lnTo>
                      <a:pt x="348" y="208"/>
                    </a:lnTo>
                    <a:lnTo>
                      <a:pt x="348" y="206"/>
                    </a:lnTo>
                    <a:lnTo>
                      <a:pt x="344" y="206"/>
                    </a:lnTo>
                    <a:lnTo>
                      <a:pt x="348" y="202"/>
                    </a:lnTo>
                    <a:lnTo>
                      <a:pt x="352" y="202"/>
                    </a:lnTo>
                    <a:lnTo>
                      <a:pt x="354" y="202"/>
                    </a:lnTo>
                    <a:lnTo>
                      <a:pt x="358" y="202"/>
                    </a:lnTo>
                    <a:lnTo>
                      <a:pt x="362" y="202"/>
                    </a:lnTo>
                    <a:lnTo>
                      <a:pt x="366" y="202"/>
                    </a:lnTo>
                    <a:lnTo>
                      <a:pt x="370" y="202"/>
                    </a:lnTo>
                    <a:lnTo>
                      <a:pt x="374" y="202"/>
                    </a:lnTo>
                    <a:lnTo>
                      <a:pt x="370" y="202"/>
                    </a:lnTo>
                    <a:lnTo>
                      <a:pt x="366" y="202"/>
                    </a:lnTo>
                    <a:lnTo>
                      <a:pt x="362" y="202"/>
                    </a:lnTo>
                    <a:lnTo>
                      <a:pt x="358" y="202"/>
                    </a:lnTo>
                    <a:lnTo>
                      <a:pt x="354" y="202"/>
                    </a:lnTo>
                    <a:lnTo>
                      <a:pt x="354" y="198"/>
                    </a:lnTo>
                    <a:lnTo>
                      <a:pt x="358" y="194"/>
                    </a:lnTo>
                    <a:lnTo>
                      <a:pt x="362" y="194"/>
                    </a:lnTo>
                    <a:lnTo>
                      <a:pt x="366" y="194"/>
                    </a:lnTo>
                    <a:lnTo>
                      <a:pt x="370" y="194"/>
                    </a:lnTo>
                    <a:lnTo>
                      <a:pt x="374" y="194"/>
                    </a:lnTo>
                    <a:lnTo>
                      <a:pt x="378" y="194"/>
                    </a:lnTo>
                    <a:lnTo>
                      <a:pt x="380" y="194"/>
                    </a:lnTo>
                    <a:lnTo>
                      <a:pt x="380" y="198"/>
                    </a:lnTo>
                    <a:lnTo>
                      <a:pt x="380" y="202"/>
                    </a:lnTo>
                    <a:lnTo>
                      <a:pt x="384" y="202"/>
                    </a:lnTo>
                    <a:lnTo>
                      <a:pt x="388" y="202"/>
                    </a:lnTo>
                    <a:lnTo>
                      <a:pt x="392" y="198"/>
                    </a:lnTo>
                    <a:lnTo>
                      <a:pt x="396" y="198"/>
                    </a:lnTo>
                    <a:lnTo>
                      <a:pt x="400" y="198"/>
                    </a:lnTo>
                    <a:lnTo>
                      <a:pt x="400" y="202"/>
                    </a:lnTo>
                    <a:lnTo>
                      <a:pt x="404" y="202"/>
                    </a:lnTo>
                    <a:lnTo>
                      <a:pt x="404" y="206"/>
                    </a:lnTo>
                    <a:lnTo>
                      <a:pt x="408" y="206"/>
                    </a:lnTo>
                    <a:lnTo>
                      <a:pt x="410" y="206"/>
                    </a:lnTo>
                    <a:lnTo>
                      <a:pt x="410" y="208"/>
                    </a:lnTo>
                    <a:lnTo>
                      <a:pt x="414" y="208"/>
                    </a:lnTo>
                    <a:lnTo>
                      <a:pt x="410" y="208"/>
                    </a:lnTo>
                    <a:lnTo>
                      <a:pt x="408" y="208"/>
                    </a:lnTo>
                    <a:lnTo>
                      <a:pt x="408" y="212"/>
                    </a:lnTo>
                    <a:lnTo>
                      <a:pt x="410" y="212"/>
                    </a:lnTo>
                    <a:lnTo>
                      <a:pt x="414" y="212"/>
                    </a:lnTo>
                    <a:lnTo>
                      <a:pt x="418" y="212"/>
                    </a:lnTo>
                    <a:lnTo>
                      <a:pt x="418" y="216"/>
                    </a:lnTo>
                    <a:lnTo>
                      <a:pt x="418" y="220"/>
                    </a:lnTo>
                    <a:lnTo>
                      <a:pt x="422" y="220"/>
                    </a:lnTo>
                    <a:lnTo>
                      <a:pt x="424" y="220"/>
                    </a:lnTo>
                    <a:lnTo>
                      <a:pt x="428" y="220"/>
                    </a:lnTo>
                    <a:lnTo>
                      <a:pt x="432" y="220"/>
                    </a:lnTo>
                    <a:lnTo>
                      <a:pt x="436" y="220"/>
                    </a:lnTo>
                    <a:lnTo>
                      <a:pt x="440" y="220"/>
                    </a:lnTo>
                    <a:lnTo>
                      <a:pt x="444" y="220"/>
                    </a:lnTo>
                    <a:lnTo>
                      <a:pt x="448" y="220"/>
                    </a:lnTo>
                    <a:lnTo>
                      <a:pt x="450" y="220"/>
                    </a:lnTo>
                    <a:lnTo>
                      <a:pt x="454" y="220"/>
                    </a:lnTo>
                    <a:lnTo>
                      <a:pt x="454" y="216"/>
                    </a:lnTo>
                    <a:lnTo>
                      <a:pt x="450" y="212"/>
                    </a:lnTo>
                    <a:lnTo>
                      <a:pt x="448" y="212"/>
                    </a:lnTo>
                    <a:lnTo>
                      <a:pt x="444" y="212"/>
                    </a:lnTo>
                    <a:lnTo>
                      <a:pt x="444" y="208"/>
                    </a:lnTo>
                    <a:lnTo>
                      <a:pt x="440" y="208"/>
                    </a:lnTo>
                    <a:lnTo>
                      <a:pt x="436" y="208"/>
                    </a:lnTo>
                    <a:lnTo>
                      <a:pt x="440" y="208"/>
                    </a:lnTo>
                    <a:lnTo>
                      <a:pt x="444" y="208"/>
                    </a:lnTo>
                    <a:lnTo>
                      <a:pt x="448" y="206"/>
                    </a:lnTo>
                    <a:lnTo>
                      <a:pt x="448" y="202"/>
                    </a:lnTo>
                    <a:lnTo>
                      <a:pt x="444" y="202"/>
                    </a:lnTo>
                    <a:lnTo>
                      <a:pt x="440" y="202"/>
                    </a:lnTo>
                    <a:lnTo>
                      <a:pt x="436" y="202"/>
                    </a:lnTo>
                    <a:lnTo>
                      <a:pt x="436" y="198"/>
                    </a:lnTo>
                    <a:lnTo>
                      <a:pt x="432" y="198"/>
                    </a:lnTo>
                    <a:lnTo>
                      <a:pt x="432" y="194"/>
                    </a:lnTo>
                    <a:lnTo>
                      <a:pt x="436" y="194"/>
                    </a:lnTo>
                    <a:lnTo>
                      <a:pt x="440" y="194"/>
                    </a:lnTo>
                    <a:lnTo>
                      <a:pt x="444" y="194"/>
                    </a:lnTo>
                    <a:lnTo>
                      <a:pt x="444" y="190"/>
                    </a:lnTo>
                    <a:lnTo>
                      <a:pt x="440" y="190"/>
                    </a:lnTo>
                    <a:lnTo>
                      <a:pt x="444" y="190"/>
                    </a:lnTo>
                    <a:lnTo>
                      <a:pt x="444" y="186"/>
                    </a:lnTo>
                    <a:lnTo>
                      <a:pt x="448" y="182"/>
                    </a:lnTo>
                    <a:lnTo>
                      <a:pt x="450" y="182"/>
                    </a:lnTo>
                    <a:lnTo>
                      <a:pt x="454" y="182"/>
                    </a:lnTo>
                    <a:lnTo>
                      <a:pt x="458" y="182"/>
                    </a:lnTo>
                    <a:lnTo>
                      <a:pt x="458" y="186"/>
                    </a:lnTo>
                    <a:lnTo>
                      <a:pt x="458" y="190"/>
                    </a:lnTo>
                    <a:lnTo>
                      <a:pt x="454" y="190"/>
                    </a:lnTo>
                    <a:lnTo>
                      <a:pt x="458" y="190"/>
                    </a:lnTo>
                    <a:lnTo>
                      <a:pt x="458" y="194"/>
                    </a:lnTo>
                    <a:lnTo>
                      <a:pt x="462" y="194"/>
                    </a:lnTo>
                    <a:lnTo>
                      <a:pt x="462" y="198"/>
                    </a:lnTo>
                    <a:lnTo>
                      <a:pt x="466" y="198"/>
                    </a:lnTo>
                    <a:lnTo>
                      <a:pt x="462" y="202"/>
                    </a:lnTo>
                    <a:lnTo>
                      <a:pt x="462" y="206"/>
                    </a:lnTo>
                    <a:lnTo>
                      <a:pt x="466" y="206"/>
                    </a:lnTo>
                    <a:lnTo>
                      <a:pt x="470" y="206"/>
                    </a:lnTo>
                    <a:lnTo>
                      <a:pt x="474" y="206"/>
                    </a:lnTo>
                    <a:lnTo>
                      <a:pt x="470" y="208"/>
                    </a:lnTo>
                    <a:lnTo>
                      <a:pt x="466" y="208"/>
                    </a:lnTo>
                    <a:lnTo>
                      <a:pt x="466" y="212"/>
                    </a:lnTo>
                    <a:lnTo>
                      <a:pt x="470" y="212"/>
                    </a:lnTo>
                    <a:lnTo>
                      <a:pt x="470" y="208"/>
                    </a:lnTo>
                    <a:lnTo>
                      <a:pt x="474" y="208"/>
                    </a:lnTo>
                    <a:lnTo>
                      <a:pt x="478" y="208"/>
                    </a:lnTo>
                    <a:lnTo>
                      <a:pt x="480" y="208"/>
                    </a:lnTo>
                    <a:lnTo>
                      <a:pt x="480" y="212"/>
                    </a:lnTo>
                    <a:lnTo>
                      <a:pt x="484" y="212"/>
                    </a:lnTo>
                    <a:lnTo>
                      <a:pt x="480" y="212"/>
                    </a:lnTo>
                    <a:lnTo>
                      <a:pt x="480" y="208"/>
                    </a:lnTo>
                    <a:lnTo>
                      <a:pt x="484" y="206"/>
                    </a:lnTo>
                    <a:lnTo>
                      <a:pt x="488" y="206"/>
                    </a:lnTo>
                    <a:lnTo>
                      <a:pt x="492" y="206"/>
                    </a:lnTo>
                    <a:lnTo>
                      <a:pt x="496" y="206"/>
                    </a:lnTo>
                    <a:lnTo>
                      <a:pt x="500" y="208"/>
                    </a:lnTo>
                    <a:lnTo>
                      <a:pt x="504" y="208"/>
                    </a:lnTo>
                    <a:lnTo>
                      <a:pt x="504" y="212"/>
                    </a:lnTo>
                    <a:lnTo>
                      <a:pt x="504" y="216"/>
                    </a:lnTo>
                    <a:lnTo>
                      <a:pt x="504" y="220"/>
                    </a:lnTo>
                    <a:lnTo>
                      <a:pt x="500" y="220"/>
                    </a:lnTo>
                    <a:lnTo>
                      <a:pt x="500" y="224"/>
                    </a:lnTo>
                    <a:lnTo>
                      <a:pt x="500" y="228"/>
                    </a:lnTo>
                    <a:lnTo>
                      <a:pt x="496" y="228"/>
                    </a:lnTo>
                    <a:lnTo>
                      <a:pt x="496" y="232"/>
                    </a:lnTo>
                    <a:lnTo>
                      <a:pt x="492" y="232"/>
                    </a:lnTo>
                    <a:lnTo>
                      <a:pt x="496" y="232"/>
                    </a:lnTo>
                    <a:lnTo>
                      <a:pt x="492" y="236"/>
                    </a:lnTo>
                    <a:lnTo>
                      <a:pt x="488" y="236"/>
                    </a:lnTo>
                    <a:lnTo>
                      <a:pt x="484" y="236"/>
                    </a:lnTo>
                    <a:lnTo>
                      <a:pt x="480" y="236"/>
                    </a:lnTo>
                    <a:lnTo>
                      <a:pt x="478" y="236"/>
                    </a:lnTo>
                    <a:lnTo>
                      <a:pt x="474" y="236"/>
                    </a:lnTo>
                    <a:lnTo>
                      <a:pt x="470" y="236"/>
                    </a:lnTo>
                    <a:lnTo>
                      <a:pt x="470" y="232"/>
                    </a:lnTo>
                    <a:lnTo>
                      <a:pt x="470" y="236"/>
                    </a:lnTo>
                    <a:lnTo>
                      <a:pt x="466" y="236"/>
                    </a:lnTo>
                    <a:lnTo>
                      <a:pt x="462" y="236"/>
                    </a:lnTo>
                    <a:lnTo>
                      <a:pt x="458" y="236"/>
                    </a:lnTo>
                    <a:lnTo>
                      <a:pt x="454" y="236"/>
                    </a:lnTo>
                    <a:lnTo>
                      <a:pt x="458" y="236"/>
                    </a:lnTo>
                    <a:lnTo>
                      <a:pt x="458" y="232"/>
                    </a:lnTo>
                    <a:lnTo>
                      <a:pt x="454" y="232"/>
                    </a:lnTo>
                    <a:lnTo>
                      <a:pt x="450" y="236"/>
                    </a:lnTo>
                    <a:lnTo>
                      <a:pt x="448" y="236"/>
                    </a:lnTo>
                    <a:lnTo>
                      <a:pt x="444" y="238"/>
                    </a:lnTo>
                    <a:lnTo>
                      <a:pt x="440" y="238"/>
                    </a:lnTo>
                    <a:lnTo>
                      <a:pt x="436" y="238"/>
                    </a:lnTo>
                    <a:lnTo>
                      <a:pt x="432" y="238"/>
                    </a:lnTo>
                    <a:lnTo>
                      <a:pt x="428" y="238"/>
                    </a:lnTo>
                    <a:lnTo>
                      <a:pt x="428" y="242"/>
                    </a:lnTo>
                    <a:lnTo>
                      <a:pt x="424" y="242"/>
                    </a:lnTo>
                    <a:lnTo>
                      <a:pt x="422" y="246"/>
                    </a:lnTo>
                    <a:lnTo>
                      <a:pt x="418" y="246"/>
                    </a:lnTo>
                    <a:lnTo>
                      <a:pt x="414" y="246"/>
                    </a:lnTo>
                    <a:lnTo>
                      <a:pt x="410" y="250"/>
                    </a:lnTo>
                    <a:lnTo>
                      <a:pt x="408" y="250"/>
                    </a:lnTo>
                    <a:lnTo>
                      <a:pt x="404" y="250"/>
                    </a:lnTo>
                    <a:lnTo>
                      <a:pt x="400" y="250"/>
                    </a:lnTo>
                    <a:lnTo>
                      <a:pt x="396" y="250"/>
                    </a:lnTo>
                    <a:lnTo>
                      <a:pt x="392" y="250"/>
                    </a:lnTo>
                    <a:lnTo>
                      <a:pt x="388" y="250"/>
                    </a:lnTo>
                    <a:lnTo>
                      <a:pt x="384" y="246"/>
                    </a:lnTo>
                    <a:lnTo>
                      <a:pt x="380" y="246"/>
                    </a:lnTo>
                    <a:lnTo>
                      <a:pt x="378" y="246"/>
                    </a:lnTo>
                    <a:lnTo>
                      <a:pt x="378" y="242"/>
                    </a:lnTo>
                    <a:lnTo>
                      <a:pt x="380" y="238"/>
                    </a:lnTo>
                    <a:lnTo>
                      <a:pt x="384" y="238"/>
                    </a:lnTo>
                    <a:lnTo>
                      <a:pt x="388" y="238"/>
                    </a:lnTo>
                    <a:lnTo>
                      <a:pt x="392" y="238"/>
                    </a:lnTo>
                    <a:lnTo>
                      <a:pt x="392" y="236"/>
                    </a:lnTo>
                    <a:lnTo>
                      <a:pt x="396" y="236"/>
                    </a:lnTo>
                    <a:lnTo>
                      <a:pt x="400" y="236"/>
                    </a:lnTo>
                    <a:lnTo>
                      <a:pt x="404" y="236"/>
                    </a:lnTo>
                    <a:lnTo>
                      <a:pt x="408" y="236"/>
                    </a:lnTo>
                    <a:lnTo>
                      <a:pt x="410" y="236"/>
                    </a:lnTo>
                    <a:lnTo>
                      <a:pt x="414" y="236"/>
                    </a:lnTo>
                    <a:lnTo>
                      <a:pt x="418" y="236"/>
                    </a:lnTo>
                    <a:lnTo>
                      <a:pt x="422" y="232"/>
                    </a:lnTo>
                    <a:lnTo>
                      <a:pt x="424" y="228"/>
                    </a:lnTo>
                    <a:lnTo>
                      <a:pt x="422" y="228"/>
                    </a:lnTo>
                    <a:lnTo>
                      <a:pt x="418" y="228"/>
                    </a:lnTo>
                    <a:lnTo>
                      <a:pt x="418" y="232"/>
                    </a:lnTo>
                    <a:lnTo>
                      <a:pt x="414" y="232"/>
                    </a:lnTo>
                    <a:lnTo>
                      <a:pt x="414" y="228"/>
                    </a:lnTo>
                    <a:lnTo>
                      <a:pt x="410" y="232"/>
                    </a:lnTo>
                    <a:lnTo>
                      <a:pt x="408" y="232"/>
                    </a:lnTo>
                    <a:lnTo>
                      <a:pt x="404" y="232"/>
                    </a:lnTo>
                    <a:lnTo>
                      <a:pt x="408" y="228"/>
                    </a:lnTo>
                    <a:lnTo>
                      <a:pt x="404" y="228"/>
                    </a:lnTo>
                    <a:lnTo>
                      <a:pt x="400" y="228"/>
                    </a:lnTo>
                    <a:lnTo>
                      <a:pt x="400" y="232"/>
                    </a:lnTo>
                    <a:lnTo>
                      <a:pt x="396" y="232"/>
                    </a:lnTo>
                    <a:lnTo>
                      <a:pt x="392" y="232"/>
                    </a:lnTo>
                    <a:lnTo>
                      <a:pt x="388" y="232"/>
                    </a:lnTo>
                    <a:lnTo>
                      <a:pt x="384" y="232"/>
                    </a:lnTo>
                    <a:lnTo>
                      <a:pt x="380" y="232"/>
                    </a:lnTo>
                    <a:lnTo>
                      <a:pt x="384" y="228"/>
                    </a:lnTo>
                    <a:lnTo>
                      <a:pt x="384" y="224"/>
                    </a:lnTo>
                    <a:lnTo>
                      <a:pt x="388" y="224"/>
                    </a:lnTo>
                    <a:lnTo>
                      <a:pt x="392" y="224"/>
                    </a:lnTo>
                    <a:lnTo>
                      <a:pt x="388" y="224"/>
                    </a:lnTo>
                    <a:lnTo>
                      <a:pt x="384" y="224"/>
                    </a:lnTo>
                    <a:lnTo>
                      <a:pt x="380" y="224"/>
                    </a:lnTo>
                    <a:lnTo>
                      <a:pt x="380" y="220"/>
                    </a:lnTo>
                    <a:lnTo>
                      <a:pt x="380" y="224"/>
                    </a:lnTo>
                    <a:lnTo>
                      <a:pt x="380" y="228"/>
                    </a:lnTo>
                    <a:lnTo>
                      <a:pt x="378" y="228"/>
                    </a:lnTo>
                    <a:lnTo>
                      <a:pt x="374" y="224"/>
                    </a:lnTo>
                    <a:lnTo>
                      <a:pt x="374" y="228"/>
                    </a:lnTo>
                    <a:lnTo>
                      <a:pt x="378" y="228"/>
                    </a:lnTo>
                    <a:lnTo>
                      <a:pt x="378" y="232"/>
                    </a:lnTo>
                    <a:lnTo>
                      <a:pt x="374" y="232"/>
                    </a:lnTo>
                    <a:lnTo>
                      <a:pt x="374" y="236"/>
                    </a:lnTo>
                    <a:lnTo>
                      <a:pt x="370" y="236"/>
                    </a:lnTo>
                    <a:lnTo>
                      <a:pt x="370" y="236"/>
                    </a:lnTo>
                    <a:lnTo>
                      <a:pt x="370" y="236"/>
                    </a:lnTo>
                    <a:close/>
                    <a:moveTo>
                      <a:pt x="724" y="194"/>
                    </a:moveTo>
                    <a:lnTo>
                      <a:pt x="720" y="194"/>
                    </a:lnTo>
                    <a:lnTo>
                      <a:pt x="720" y="190"/>
                    </a:lnTo>
                    <a:lnTo>
                      <a:pt x="716" y="190"/>
                    </a:lnTo>
                    <a:lnTo>
                      <a:pt x="716" y="186"/>
                    </a:lnTo>
                    <a:lnTo>
                      <a:pt x="712" y="186"/>
                    </a:lnTo>
                    <a:lnTo>
                      <a:pt x="716" y="186"/>
                    </a:lnTo>
                    <a:lnTo>
                      <a:pt x="716" y="182"/>
                    </a:lnTo>
                    <a:lnTo>
                      <a:pt x="720" y="182"/>
                    </a:lnTo>
                    <a:lnTo>
                      <a:pt x="724" y="182"/>
                    </a:lnTo>
                    <a:lnTo>
                      <a:pt x="724" y="186"/>
                    </a:lnTo>
                    <a:lnTo>
                      <a:pt x="728" y="186"/>
                    </a:lnTo>
                    <a:lnTo>
                      <a:pt x="724" y="186"/>
                    </a:lnTo>
                    <a:lnTo>
                      <a:pt x="724" y="190"/>
                    </a:lnTo>
                    <a:lnTo>
                      <a:pt x="724" y="194"/>
                    </a:lnTo>
                    <a:lnTo>
                      <a:pt x="728" y="194"/>
                    </a:lnTo>
                    <a:lnTo>
                      <a:pt x="724" y="194"/>
                    </a:lnTo>
                    <a:lnTo>
                      <a:pt x="724" y="194"/>
                    </a:lnTo>
                    <a:lnTo>
                      <a:pt x="724" y="194"/>
                    </a:lnTo>
                    <a:close/>
                    <a:moveTo>
                      <a:pt x="574" y="186"/>
                    </a:moveTo>
                    <a:lnTo>
                      <a:pt x="570" y="190"/>
                    </a:lnTo>
                    <a:lnTo>
                      <a:pt x="566" y="190"/>
                    </a:lnTo>
                    <a:lnTo>
                      <a:pt x="564" y="190"/>
                    </a:lnTo>
                    <a:lnTo>
                      <a:pt x="560" y="190"/>
                    </a:lnTo>
                    <a:lnTo>
                      <a:pt x="556" y="190"/>
                    </a:lnTo>
                    <a:lnTo>
                      <a:pt x="560" y="190"/>
                    </a:lnTo>
                    <a:lnTo>
                      <a:pt x="564" y="190"/>
                    </a:lnTo>
                    <a:lnTo>
                      <a:pt x="564" y="186"/>
                    </a:lnTo>
                    <a:lnTo>
                      <a:pt x="566" y="186"/>
                    </a:lnTo>
                    <a:lnTo>
                      <a:pt x="570" y="186"/>
                    </a:lnTo>
                    <a:lnTo>
                      <a:pt x="574" y="186"/>
                    </a:lnTo>
                    <a:lnTo>
                      <a:pt x="578" y="186"/>
                    </a:lnTo>
                    <a:lnTo>
                      <a:pt x="574" y="186"/>
                    </a:lnTo>
                    <a:lnTo>
                      <a:pt x="574" y="186"/>
                    </a:lnTo>
                    <a:lnTo>
                      <a:pt x="574" y="186"/>
                    </a:lnTo>
                    <a:close/>
                    <a:moveTo>
                      <a:pt x="586" y="186"/>
                    </a:moveTo>
                    <a:lnTo>
                      <a:pt x="590" y="186"/>
                    </a:lnTo>
                    <a:lnTo>
                      <a:pt x="586" y="186"/>
                    </a:lnTo>
                    <a:lnTo>
                      <a:pt x="582" y="186"/>
                    </a:lnTo>
                    <a:lnTo>
                      <a:pt x="578" y="186"/>
                    </a:lnTo>
                    <a:lnTo>
                      <a:pt x="582" y="186"/>
                    </a:lnTo>
                    <a:lnTo>
                      <a:pt x="586" y="186"/>
                    </a:lnTo>
                    <a:lnTo>
                      <a:pt x="586" y="186"/>
                    </a:lnTo>
                    <a:lnTo>
                      <a:pt x="586" y="186"/>
                    </a:lnTo>
                    <a:close/>
                    <a:moveTo>
                      <a:pt x="586" y="236"/>
                    </a:moveTo>
                    <a:lnTo>
                      <a:pt x="582" y="236"/>
                    </a:lnTo>
                    <a:lnTo>
                      <a:pt x="578" y="236"/>
                    </a:lnTo>
                    <a:lnTo>
                      <a:pt x="574" y="236"/>
                    </a:lnTo>
                    <a:lnTo>
                      <a:pt x="574" y="232"/>
                    </a:lnTo>
                    <a:lnTo>
                      <a:pt x="574" y="228"/>
                    </a:lnTo>
                    <a:lnTo>
                      <a:pt x="570" y="228"/>
                    </a:lnTo>
                    <a:lnTo>
                      <a:pt x="574" y="228"/>
                    </a:lnTo>
                    <a:lnTo>
                      <a:pt x="578" y="228"/>
                    </a:lnTo>
                    <a:lnTo>
                      <a:pt x="582" y="228"/>
                    </a:lnTo>
                    <a:lnTo>
                      <a:pt x="578" y="228"/>
                    </a:lnTo>
                    <a:lnTo>
                      <a:pt x="574" y="228"/>
                    </a:lnTo>
                    <a:lnTo>
                      <a:pt x="578" y="224"/>
                    </a:lnTo>
                    <a:lnTo>
                      <a:pt x="574" y="224"/>
                    </a:lnTo>
                    <a:lnTo>
                      <a:pt x="574" y="228"/>
                    </a:lnTo>
                    <a:lnTo>
                      <a:pt x="570" y="224"/>
                    </a:lnTo>
                    <a:lnTo>
                      <a:pt x="574" y="224"/>
                    </a:lnTo>
                    <a:lnTo>
                      <a:pt x="570" y="224"/>
                    </a:lnTo>
                    <a:lnTo>
                      <a:pt x="574" y="220"/>
                    </a:lnTo>
                    <a:lnTo>
                      <a:pt x="578" y="220"/>
                    </a:lnTo>
                    <a:lnTo>
                      <a:pt x="574" y="220"/>
                    </a:lnTo>
                    <a:lnTo>
                      <a:pt x="578" y="220"/>
                    </a:lnTo>
                    <a:lnTo>
                      <a:pt x="582" y="220"/>
                    </a:lnTo>
                    <a:lnTo>
                      <a:pt x="578" y="220"/>
                    </a:lnTo>
                    <a:lnTo>
                      <a:pt x="582" y="216"/>
                    </a:lnTo>
                    <a:lnTo>
                      <a:pt x="586" y="216"/>
                    </a:lnTo>
                    <a:lnTo>
                      <a:pt x="582" y="216"/>
                    </a:lnTo>
                    <a:lnTo>
                      <a:pt x="590" y="216"/>
                    </a:lnTo>
                    <a:lnTo>
                      <a:pt x="592" y="216"/>
                    </a:lnTo>
                    <a:lnTo>
                      <a:pt x="596" y="216"/>
                    </a:lnTo>
                    <a:lnTo>
                      <a:pt x="592" y="216"/>
                    </a:lnTo>
                    <a:lnTo>
                      <a:pt x="590" y="216"/>
                    </a:lnTo>
                    <a:lnTo>
                      <a:pt x="586" y="216"/>
                    </a:lnTo>
                    <a:lnTo>
                      <a:pt x="582" y="216"/>
                    </a:lnTo>
                    <a:lnTo>
                      <a:pt x="578" y="216"/>
                    </a:lnTo>
                    <a:lnTo>
                      <a:pt x="574" y="216"/>
                    </a:lnTo>
                    <a:lnTo>
                      <a:pt x="570" y="216"/>
                    </a:lnTo>
                    <a:lnTo>
                      <a:pt x="566" y="216"/>
                    </a:lnTo>
                    <a:lnTo>
                      <a:pt x="564" y="216"/>
                    </a:lnTo>
                    <a:lnTo>
                      <a:pt x="560" y="216"/>
                    </a:lnTo>
                    <a:lnTo>
                      <a:pt x="556" y="220"/>
                    </a:lnTo>
                    <a:lnTo>
                      <a:pt x="552" y="220"/>
                    </a:lnTo>
                    <a:lnTo>
                      <a:pt x="548" y="220"/>
                    </a:lnTo>
                    <a:lnTo>
                      <a:pt x="544" y="220"/>
                    </a:lnTo>
                    <a:lnTo>
                      <a:pt x="540" y="220"/>
                    </a:lnTo>
                    <a:lnTo>
                      <a:pt x="540" y="216"/>
                    </a:lnTo>
                    <a:lnTo>
                      <a:pt x="544" y="212"/>
                    </a:lnTo>
                    <a:lnTo>
                      <a:pt x="548" y="212"/>
                    </a:lnTo>
                    <a:lnTo>
                      <a:pt x="548" y="216"/>
                    </a:lnTo>
                    <a:lnTo>
                      <a:pt x="552" y="216"/>
                    </a:lnTo>
                    <a:lnTo>
                      <a:pt x="552" y="212"/>
                    </a:lnTo>
                    <a:lnTo>
                      <a:pt x="548" y="212"/>
                    </a:lnTo>
                    <a:lnTo>
                      <a:pt x="548" y="208"/>
                    </a:lnTo>
                    <a:lnTo>
                      <a:pt x="552" y="208"/>
                    </a:lnTo>
                    <a:lnTo>
                      <a:pt x="556" y="208"/>
                    </a:lnTo>
                    <a:lnTo>
                      <a:pt x="560" y="212"/>
                    </a:lnTo>
                    <a:lnTo>
                      <a:pt x="564" y="212"/>
                    </a:lnTo>
                    <a:lnTo>
                      <a:pt x="560" y="212"/>
                    </a:lnTo>
                    <a:lnTo>
                      <a:pt x="560" y="208"/>
                    </a:lnTo>
                    <a:lnTo>
                      <a:pt x="564" y="206"/>
                    </a:lnTo>
                    <a:lnTo>
                      <a:pt x="560" y="206"/>
                    </a:lnTo>
                    <a:lnTo>
                      <a:pt x="556" y="208"/>
                    </a:lnTo>
                    <a:lnTo>
                      <a:pt x="556" y="206"/>
                    </a:lnTo>
                    <a:lnTo>
                      <a:pt x="552" y="206"/>
                    </a:lnTo>
                    <a:lnTo>
                      <a:pt x="556" y="202"/>
                    </a:lnTo>
                    <a:lnTo>
                      <a:pt x="560" y="202"/>
                    </a:lnTo>
                    <a:lnTo>
                      <a:pt x="556" y="202"/>
                    </a:lnTo>
                    <a:lnTo>
                      <a:pt x="552" y="202"/>
                    </a:lnTo>
                    <a:lnTo>
                      <a:pt x="548" y="202"/>
                    </a:lnTo>
                    <a:lnTo>
                      <a:pt x="552" y="202"/>
                    </a:lnTo>
                    <a:lnTo>
                      <a:pt x="552" y="198"/>
                    </a:lnTo>
                    <a:lnTo>
                      <a:pt x="552" y="194"/>
                    </a:lnTo>
                    <a:lnTo>
                      <a:pt x="556" y="194"/>
                    </a:lnTo>
                    <a:lnTo>
                      <a:pt x="560" y="194"/>
                    </a:lnTo>
                    <a:lnTo>
                      <a:pt x="564" y="194"/>
                    </a:lnTo>
                    <a:lnTo>
                      <a:pt x="564" y="198"/>
                    </a:lnTo>
                    <a:lnTo>
                      <a:pt x="566" y="202"/>
                    </a:lnTo>
                    <a:lnTo>
                      <a:pt x="570" y="202"/>
                    </a:lnTo>
                    <a:lnTo>
                      <a:pt x="574" y="206"/>
                    </a:lnTo>
                    <a:lnTo>
                      <a:pt x="578" y="208"/>
                    </a:lnTo>
                    <a:lnTo>
                      <a:pt x="582" y="208"/>
                    </a:lnTo>
                    <a:lnTo>
                      <a:pt x="586" y="208"/>
                    </a:lnTo>
                    <a:lnTo>
                      <a:pt x="590" y="208"/>
                    </a:lnTo>
                    <a:lnTo>
                      <a:pt x="586" y="208"/>
                    </a:lnTo>
                    <a:lnTo>
                      <a:pt x="582" y="208"/>
                    </a:lnTo>
                    <a:lnTo>
                      <a:pt x="578" y="206"/>
                    </a:lnTo>
                    <a:lnTo>
                      <a:pt x="578" y="202"/>
                    </a:lnTo>
                    <a:lnTo>
                      <a:pt x="582" y="202"/>
                    </a:lnTo>
                    <a:lnTo>
                      <a:pt x="586" y="206"/>
                    </a:lnTo>
                    <a:lnTo>
                      <a:pt x="586" y="202"/>
                    </a:lnTo>
                    <a:lnTo>
                      <a:pt x="590" y="202"/>
                    </a:lnTo>
                    <a:lnTo>
                      <a:pt x="586" y="202"/>
                    </a:lnTo>
                    <a:lnTo>
                      <a:pt x="582" y="202"/>
                    </a:lnTo>
                    <a:lnTo>
                      <a:pt x="578" y="202"/>
                    </a:lnTo>
                    <a:lnTo>
                      <a:pt x="574" y="202"/>
                    </a:lnTo>
                    <a:lnTo>
                      <a:pt x="574" y="198"/>
                    </a:lnTo>
                    <a:lnTo>
                      <a:pt x="578" y="198"/>
                    </a:lnTo>
                    <a:lnTo>
                      <a:pt x="582" y="198"/>
                    </a:lnTo>
                    <a:lnTo>
                      <a:pt x="578" y="198"/>
                    </a:lnTo>
                    <a:lnTo>
                      <a:pt x="574" y="198"/>
                    </a:lnTo>
                    <a:lnTo>
                      <a:pt x="570" y="198"/>
                    </a:lnTo>
                    <a:lnTo>
                      <a:pt x="566" y="194"/>
                    </a:lnTo>
                    <a:lnTo>
                      <a:pt x="570" y="190"/>
                    </a:lnTo>
                    <a:lnTo>
                      <a:pt x="574" y="190"/>
                    </a:lnTo>
                    <a:lnTo>
                      <a:pt x="578" y="190"/>
                    </a:lnTo>
                    <a:lnTo>
                      <a:pt x="582" y="190"/>
                    </a:lnTo>
                    <a:lnTo>
                      <a:pt x="586" y="190"/>
                    </a:lnTo>
                    <a:lnTo>
                      <a:pt x="590" y="190"/>
                    </a:lnTo>
                    <a:lnTo>
                      <a:pt x="590" y="194"/>
                    </a:lnTo>
                    <a:lnTo>
                      <a:pt x="592" y="194"/>
                    </a:lnTo>
                    <a:lnTo>
                      <a:pt x="596" y="194"/>
                    </a:lnTo>
                    <a:lnTo>
                      <a:pt x="592" y="194"/>
                    </a:lnTo>
                    <a:lnTo>
                      <a:pt x="592" y="190"/>
                    </a:lnTo>
                    <a:lnTo>
                      <a:pt x="596" y="190"/>
                    </a:lnTo>
                    <a:lnTo>
                      <a:pt x="600" y="190"/>
                    </a:lnTo>
                    <a:lnTo>
                      <a:pt x="596" y="190"/>
                    </a:lnTo>
                    <a:lnTo>
                      <a:pt x="596" y="186"/>
                    </a:lnTo>
                    <a:lnTo>
                      <a:pt x="600" y="186"/>
                    </a:lnTo>
                    <a:lnTo>
                      <a:pt x="604" y="186"/>
                    </a:lnTo>
                    <a:lnTo>
                      <a:pt x="604" y="190"/>
                    </a:lnTo>
                    <a:lnTo>
                      <a:pt x="608" y="190"/>
                    </a:lnTo>
                    <a:lnTo>
                      <a:pt x="608" y="194"/>
                    </a:lnTo>
                    <a:lnTo>
                      <a:pt x="612" y="194"/>
                    </a:lnTo>
                    <a:lnTo>
                      <a:pt x="612" y="198"/>
                    </a:lnTo>
                    <a:lnTo>
                      <a:pt x="612" y="202"/>
                    </a:lnTo>
                    <a:lnTo>
                      <a:pt x="616" y="202"/>
                    </a:lnTo>
                    <a:lnTo>
                      <a:pt x="616" y="206"/>
                    </a:lnTo>
                    <a:lnTo>
                      <a:pt x="612" y="208"/>
                    </a:lnTo>
                    <a:lnTo>
                      <a:pt x="616" y="208"/>
                    </a:lnTo>
                    <a:lnTo>
                      <a:pt x="616" y="212"/>
                    </a:lnTo>
                    <a:lnTo>
                      <a:pt x="612" y="212"/>
                    </a:lnTo>
                    <a:lnTo>
                      <a:pt x="608" y="212"/>
                    </a:lnTo>
                    <a:lnTo>
                      <a:pt x="612" y="212"/>
                    </a:lnTo>
                    <a:lnTo>
                      <a:pt x="616" y="216"/>
                    </a:lnTo>
                    <a:lnTo>
                      <a:pt x="616" y="220"/>
                    </a:lnTo>
                    <a:lnTo>
                      <a:pt x="616" y="224"/>
                    </a:lnTo>
                    <a:lnTo>
                      <a:pt x="620" y="224"/>
                    </a:lnTo>
                    <a:lnTo>
                      <a:pt x="616" y="224"/>
                    </a:lnTo>
                    <a:lnTo>
                      <a:pt x="616" y="220"/>
                    </a:lnTo>
                    <a:lnTo>
                      <a:pt x="612" y="220"/>
                    </a:lnTo>
                    <a:lnTo>
                      <a:pt x="608" y="220"/>
                    </a:lnTo>
                    <a:lnTo>
                      <a:pt x="612" y="224"/>
                    </a:lnTo>
                    <a:lnTo>
                      <a:pt x="608" y="224"/>
                    </a:lnTo>
                    <a:lnTo>
                      <a:pt x="612" y="224"/>
                    </a:lnTo>
                    <a:lnTo>
                      <a:pt x="608" y="224"/>
                    </a:lnTo>
                    <a:lnTo>
                      <a:pt x="604" y="224"/>
                    </a:lnTo>
                    <a:lnTo>
                      <a:pt x="608" y="228"/>
                    </a:lnTo>
                    <a:lnTo>
                      <a:pt x="612" y="228"/>
                    </a:lnTo>
                    <a:lnTo>
                      <a:pt x="612" y="232"/>
                    </a:lnTo>
                    <a:lnTo>
                      <a:pt x="616" y="232"/>
                    </a:lnTo>
                    <a:lnTo>
                      <a:pt x="612" y="232"/>
                    </a:lnTo>
                    <a:lnTo>
                      <a:pt x="608" y="228"/>
                    </a:lnTo>
                    <a:lnTo>
                      <a:pt x="608" y="232"/>
                    </a:lnTo>
                    <a:lnTo>
                      <a:pt x="608" y="236"/>
                    </a:lnTo>
                    <a:lnTo>
                      <a:pt x="604" y="236"/>
                    </a:lnTo>
                    <a:lnTo>
                      <a:pt x="600" y="236"/>
                    </a:lnTo>
                    <a:lnTo>
                      <a:pt x="596" y="236"/>
                    </a:lnTo>
                    <a:lnTo>
                      <a:pt x="592" y="236"/>
                    </a:lnTo>
                    <a:lnTo>
                      <a:pt x="590" y="236"/>
                    </a:lnTo>
                    <a:lnTo>
                      <a:pt x="590" y="232"/>
                    </a:lnTo>
                    <a:lnTo>
                      <a:pt x="586" y="232"/>
                    </a:lnTo>
                    <a:lnTo>
                      <a:pt x="586" y="236"/>
                    </a:lnTo>
                    <a:lnTo>
                      <a:pt x="590" y="236"/>
                    </a:lnTo>
                    <a:lnTo>
                      <a:pt x="586" y="236"/>
                    </a:lnTo>
                    <a:lnTo>
                      <a:pt x="586" y="236"/>
                    </a:lnTo>
                    <a:lnTo>
                      <a:pt x="586" y="236"/>
                    </a:lnTo>
                    <a:close/>
                    <a:moveTo>
                      <a:pt x="522" y="186"/>
                    </a:moveTo>
                    <a:lnTo>
                      <a:pt x="522" y="190"/>
                    </a:lnTo>
                    <a:lnTo>
                      <a:pt x="526" y="190"/>
                    </a:lnTo>
                    <a:lnTo>
                      <a:pt x="522" y="190"/>
                    </a:lnTo>
                    <a:lnTo>
                      <a:pt x="526" y="190"/>
                    </a:lnTo>
                    <a:lnTo>
                      <a:pt x="530" y="190"/>
                    </a:lnTo>
                    <a:lnTo>
                      <a:pt x="530" y="194"/>
                    </a:lnTo>
                    <a:lnTo>
                      <a:pt x="534" y="194"/>
                    </a:lnTo>
                    <a:lnTo>
                      <a:pt x="536" y="194"/>
                    </a:lnTo>
                    <a:lnTo>
                      <a:pt x="536" y="198"/>
                    </a:lnTo>
                    <a:lnTo>
                      <a:pt x="534" y="198"/>
                    </a:lnTo>
                    <a:lnTo>
                      <a:pt x="530" y="198"/>
                    </a:lnTo>
                    <a:lnTo>
                      <a:pt x="526" y="198"/>
                    </a:lnTo>
                    <a:lnTo>
                      <a:pt x="522" y="198"/>
                    </a:lnTo>
                    <a:lnTo>
                      <a:pt x="518" y="198"/>
                    </a:lnTo>
                    <a:lnTo>
                      <a:pt x="518" y="194"/>
                    </a:lnTo>
                    <a:lnTo>
                      <a:pt x="514" y="194"/>
                    </a:lnTo>
                    <a:lnTo>
                      <a:pt x="514" y="190"/>
                    </a:lnTo>
                    <a:lnTo>
                      <a:pt x="518" y="190"/>
                    </a:lnTo>
                    <a:lnTo>
                      <a:pt x="518" y="186"/>
                    </a:lnTo>
                    <a:lnTo>
                      <a:pt x="522" y="186"/>
                    </a:lnTo>
                    <a:lnTo>
                      <a:pt x="522" y="186"/>
                    </a:lnTo>
                    <a:lnTo>
                      <a:pt x="522" y="186"/>
                    </a:lnTo>
                    <a:close/>
                    <a:moveTo>
                      <a:pt x="652" y="202"/>
                    </a:moveTo>
                    <a:lnTo>
                      <a:pt x="652" y="206"/>
                    </a:lnTo>
                    <a:lnTo>
                      <a:pt x="650" y="206"/>
                    </a:lnTo>
                    <a:lnTo>
                      <a:pt x="652" y="206"/>
                    </a:lnTo>
                    <a:lnTo>
                      <a:pt x="652" y="202"/>
                    </a:lnTo>
                    <a:lnTo>
                      <a:pt x="652" y="202"/>
                    </a:lnTo>
                    <a:lnTo>
                      <a:pt x="652" y="202"/>
                    </a:lnTo>
                    <a:close/>
                    <a:moveTo>
                      <a:pt x="332" y="206"/>
                    </a:moveTo>
                    <a:lnTo>
                      <a:pt x="332" y="208"/>
                    </a:lnTo>
                    <a:lnTo>
                      <a:pt x="328" y="208"/>
                    </a:lnTo>
                    <a:lnTo>
                      <a:pt x="324" y="212"/>
                    </a:lnTo>
                    <a:lnTo>
                      <a:pt x="324" y="216"/>
                    </a:lnTo>
                    <a:lnTo>
                      <a:pt x="322" y="216"/>
                    </a:lnTo>
                    <a:lnTo>
                      <a:pt x="322" y="220"/>
                    </a:lnTo>
                    <a:lnTo>
                      <a:pt x="318" y="220"/>
                    </a:lnTo>
                    <a:lnTo>
                      <a:pt x="314" y="220"/>
                    </a:lnTo>
                    <a:lnTo>
                      <a:pt x="310" y="220"/>
                    </a:lnTo>
                    <a:lnTo>
                      <a:pt x="306" y="216"/>
                    </a:lnTo>
                    <a:lnTo>
                      <a:pt x="310" y="216"/>
                    </a:lnTo>
                    <a:lnTo>
                      <a:pt x="310" y="212"/>
                    </a:lnTo>
                    <a:lnTo>
                      <a:pt x="314" y="212"/>
                    </a:lnTo>
                    <a:lnTo>
                      <a:pt x="314" y="208"/>
                    </a:lnTo>
                    <a:lnTo>
                      <a:pt x="318" y="208"/>
                    </a:lnTo>
                    <a:lnTo>
                      <a:pt x="322" y="208"/>
                    </a:lnTo>
                    <a:lnTo>
                      <a:pt x="324" y="208"/>
                    </a:lnTo>
                    <a:lnTo>
                      <a:pt x="324" y="206"/>
                    </a:lnTo>
                    <a:lnTo>
                      <a:pt x="328" y="206"/>
                    </a:lnTo>
                    <a:lnTo>
                      <a:pt x="332" y="206"/>
                    </a:lnTo>
                    <a:lnTo>
                      <a:pt x="332" y="206"/>
                    </a:lnTo>
                    <a:lnTo>
                      <a:pt x="332" y="206"/>
                    </a:lnTo>
                    <a:close/>
                    <a:moveTo>
                      <a:pt x="548" y="206"/>
                    </a:moveTo>
                    <a:lnTo>
                      <a:pt x="544" y="206"/>
                    </a:lnTo>
                    <a:lnTo>
                      <a:pt x="540" y="208"/>
                    </a:lnTo>
                    <a:lnTo>
                      <a:pt x="536" y="208"/>
                    </a:lnTo>
                    <a:lnTo>
                      <a:pt x="534" y="208"/>
                    </a:lnTo>
                    <a:lnTo>
                      <a:pt x="530" y="208"/>
                    </a:lnTo>
                    <a:lnTo>
                      <a:pt x="526" y="208"/>
                    </a:lnTo>
                    <a:lnTo>
                      <a:pt x="522" y="208"/>
                    </a:lnTo>
                    <a:lnTo>
                      <a:pt x="526" y="208"/>
                    </a:lnTo>
                    <a:lnTo>
                      <a:pt x="530" y="208"/>
                    </a:lnTo>
                    <a:lnTo>
                      <a:pt x="530" y="206"/>
                    </a:lnTo>
                    <a:lnTo>
                      <a:pt x="534" y="206"/>
                    </a:lnTo>
                    <a:lnTo>
                      <a:pt x="536" y="206"/>
                    </a:lnTo>
                    <a:lnTo>
                      <a:pt x="540" y="206"/>
                    </a:lnTo>
                    <a:lnTo>
                      <a:pt x="544" y="206"/>
                    </a:lnTo>
                    <a:lnTo>
                      <a:pt x="548" y="206"/>
                    </a:lnTo>
                    <a:lnTo>
                      <a:pt x="548" y="206"/>
                    </a:lnTo>
                    <a:lnTo>
                      <a:pt x="548" y="206"/>
                    </a:lnTo>
                    <a:close/>
                    <a:moveTo>
                      <a:pt x="552" y="208"/>
                    </a:moveTo>
                    <a:lnTo>
                      <a:pt x="548" y="208"/>
                    </a:lnTo>
                    <a:lnTo>
                      <a:pt x="544" y="208"/>
                    </a:lnTo>
                    <a:lnTo>
                      <a:pt x="544" y="212"/>
                    </a:lnTo>
                    <a:lnTo>
                      <a:pt x="540" y="212"/>
                    </a:lnTo>
                    <a:lnTo>
                      <a:pt x="536" y="212"/>
                    </a:lnTo>
                    <a:lnTo>
                      <a:pt x="534" y="212"/>
                    </a:lnTo>
                    <a:lnTo>
                      <a:pt x="536" y="208"/>
                    </a:lnTo>
                    <a:lnTo>
                      <a:pt x="540" y="208"/>
                    </a:lnTo>
                    <a:lnTo>
                      <a:pt x="544" y="208"/>
                    </a:lnTo>
                    <a:lnTo>
                      <a:pt x="548" y="208"/>
                    </a:lnTo>
                    <a:lnTo>
                      <a:pt x="548" y="206"/>
                    </a:lnTo>
                    <a:lnTo>
                      <a:pt x="552" y="208"/>
                    </a:lnTo>
                    <a:lnTo>
                      <a:pt x="552" y="208"/>
                    </a:lnTo>
                    <a:lnTo>
                      <a:pt x="552" y="208"/>
                    </a:lnTo>
                    <a:close/>
                    <a:moveTo>
                      <a:pt x="656" y="208"/>
                    </a:moveTo>
                    <a:lnTo>
                      <a:pt x="660" y="208"/>
                    </a:lnTo>
                    <a:lnTo>
                      <a:pt x="660" y="212"/>
                    </a:lnTo>
                    <a:lnTo>
                      <a:pt x="656" y="212"/>
                    </a:lnTo>
                    <a:lnTo>
                      <a:pt x="652" y="212"/>
                    </a:lnTo>
                    <a:lnTo>
                      <a:pt x="652" y="208"/>
                    </a:lnTo>
                    <a:lnTo>
                      <a:pt x="656" y="208"/>
                    </a:lnTo>
                    <a:lnTo>
                      <a:pt x="656" y="206"/>
                    </a:lnTo>
                    <a:lnTo>
                      <a:pt x="656" y="208"/>
                    </a:lnTo>
                    <a:lnTo>
                      <a:pt x="656" y="208"/>
                    </a:lnTo>
                    <a:lnTo>
                      <a:pt x="656" y="208"/>
                    </a:lnTo>
                    <a:close/>
                    <a:moveTo>
                      <a:pt x="630" y="212"/>
                    </a:moveTo>
                    <a:lnTo>
                      <a:pt x="626" y="212"/>
                    </a:lnTo>
                    <a:lnTo>
                      <a:pt x="630" y="212"/>
                    </a:lnTo>
                    <a:lnTo>
                      <a:pt x="630" y="212"/>
                    </a:lnTo>
                    <a:lnTo>
                      <a:pt x="630" y="212"/>
                    </a:lnTo>
                    <a:close/>
                    <a:moveTo>
                      <a:pt x="638" y="216"/>
                    </a:moveTo>
                    <a:lnTo>
                      <a:pt x="638" y="220"/>
                    </a:lnTo>
                    <a:lnTo>
                      <a:pt x="634" y="220"/>
                    </a:lnTo>
                    <a:lnTo>
                      <a:pt x="630" y="220"/>
                    </a:lnTo>
                    <a:lnTo>
                      <a:pt x="626" y="224"/>
                    </a:lnTo>
                    <a:lnTo>
                      <a:pt x="622" y="224"/>
                    </a:lnTo>
                    <a:lnTo>
                      <a:pt x="622" y="220"/>
                    </a:lnTo>
                    <a:lnTo>
                      <a:pt x="626" y="220"/>
                    </a:lnTo>
                    <a:lnTo>
                      <a:pt x="630" y="216"/>
                    </a:lnTo>
                    <a:lnTo>
                      <a:pt x="634" y="216"/>
                    </a:lnTo>
                    <a:lnTo>
                      <a:pt x="638" y="216"/>
                    </a:lnTo>
                    <a:lnTo>
                      <a:pt x="638" y="216"/>
                    </a:lnTo>
                    <a:lnTo>
                      <a:pt x="638" y="216"/>
                    </a:lnTo>
                    <a:close/>
                    <a:moveTo>
                      <a:pt x="638" y="238"/>
                    </a:moveTo>
                    <a:lnTo>
                      <a:pt x="634" y="236"/>
                    </a:lnTo>
                    <a:lnTo>
                      <a:pt x="630" y="236"/>
                    </a:lnTo>
                    <a:lnTo>
                      <a:pt x="626" y="236"/>
                    </a:lnTo>
                    <a:lnTo>
                      <a:pt x="626" y="232"/>
                    </a:lnTo>
                    <a:lnTo>
                      <a:pt x="630" y="232"/>
                    </a:lnTo>
                    <a:lnTo>
                      <a:pt x="630" y="228"/>
                    </a:lnTo>
                    <a:lnTo>
                      <a:pt x="634" y="228"/>
                    </a:lnTo>
                    <a:lnTo>
                      <a:pt x="638" y="228"/>
                    </a:lnTo>
                    <a:lnTo>
                      <a:pt x="634" y="224"/>
                    </a:lnTo>
                    <a:lnTo>
                      <a:pt x="638" y="224"/>
                    </a:lnTo>
                    <a:lnTo>
                      <a:pt x="634" y="224"/>
                    </a:lnTo>
                    <a:lnTo>
                      <a:pt x="638" y="224"/>
                    </a:lnTo>
                    <a:lnTo>
                      <a:pt x="642" y="224"/>
                    </a:lnTo>
                    <a:lnTo>
                      <a:pt x="638" y="224"/>
                    </a:lnTo>
                    <a:lnTo>
                      <a:pt x="638" y="220"/>
                    </a:lnTo>
                    <a:lnTo>
                      <a:pt x="642" y="220"/>
                    </a:lnTo>
                    <a:lnTo>
                      <a:pt x="646" y="220"/>
                    </a:lnTo>
                    <a:lnTo>
                      <a:pt x="646" y="216"/>
                    </a:lnTo>
                    <a:lnTo>
                      <a:pt x="650" y="216"/>
                    </a:lnTo>
                    <a:lnTo>
                      <a:pt x="652" y="216"/>
                    </a:lnTo>
                    <a:lnTo>
                      <a:pt x="656" y="216"/>
                    </a:lnTo>
                    <a:lnTo>
                      <a:pt x="660" y="216"/>
                    </a:lnTo>
                    <a:lnTo>
                      <a:pt x="660" y="220"/>
                    </a:lnTo>
                    <a:lnTo>
                      <a:pt x="664" y="220"/>
                    </a:lnTo>
                    <a:lnTo>
                      <a:pt x="664" y="224"/>
                    </a:lnTo>
                    <a:lnTo>
                      <a:pt x="668" y="224"/>
                    </a:lnTo>
                    <a:lnTo>
                      <a:pt x="672" y="228"/>
                    </a:lnTo>
                    <a:lnTo>
                      <a:pt x="672" y="232"/>
                    </a:lnTo>
                    <a:lnTo>
                      <a:pt x="672" y="236"/>
                    </a:lnTo>
                    <a:lnTo>
                      <a:pt x="676" y="238"/>
                    </a:lnTo>
                    <a:lnTo>
                      <a:pt x="672" y="242"/>
                    </a:lnTo>
                    <a:lnTo>
                      <a:pt x="668" y="242"/>
                    </a:lnTo>
                    <a:lnTo>
                      <a:pt x="664" y="242"/>
                    </a:lnTo>
                    <a:lnTo>
                      <a:pt x="660" y="242"/>
                    </a:lnTo>
                    <a:lnTo>
                      <a:pt x="656" y="242"/>
                    </a:lnTo>
                    <a:lnTo>
                      <a:pt x="650" y="242"/>
                    </a:lnTo>
                    <a:lnTo>
                      <a:pt x="646" y="238"/>
                    </a:lnTo>
                    <a:lnTo>
                      <a:pt x="642" y="238"/>
                    </a:lnTo>
                    <a:lnTo>
                      <a:pt x="638" y="238"/>
                    </a:lnTo>
                    <a:lnTo>
                      <a:pt x="638" y="238"/>
                    </a:lnTo>
                    <a:lnTo>
                      <a:pt x="638" y="238"/>
                    </a:lnTo>
                    <a:close/>
                    <a:moveTo>
                      <a:pt x="522" y="224"/>
                    </a:moveTo>
                    <a:lnTo>
                      <a:pt x="526" y="224"/>
                    </a:lnTo>
                    <a:lnTo>
                      <a:pt x="526" y="228"/>
                    </a:lnTo>
                    <a:lnTo>
                      <a:pt x="530" y="232"/>
                    </a:lnTo>
                    <a:lnTo>
                      <a:pt x="526" y="232"/>
                    </a:lnTo>
                    <a:lnTo>
                      <a:pt x="518" y="236"/>
                    </a:lnTo>
                    <a:lnTo>
                      <a:pt x="514" y="232"/>
                    </a:lnTo>
                    <a:lnTo>
                      <a:pt x="510" y="232"/>
                    </a:lnTo>
                    <a:lnTo>
                      <a:pt x="510" y="228"/>
                    </a:lnTo>
                    <a:lnTo>
                      <a:pt x="514" y="228"/>
                    </a:lnTo>
                    <a:lnTo>
                      <a:pt x="510" y="228"/>
                    </a:lnTo>
                    <a:lnTo>
                      <a:pt x="514" y="224"/>
                    </a:lnTo>
                    <a:lnTo>
                      <a:pt x="518" y="224"/>
                    </a:lnTo>
                    <a:lnTo>
                      <a:pt x="522" y="224"/>
                    </a:lnTo>
                    <a:lnTo>
                      <a:pt x="522" y="224"/>
                    </a:lnTo>
                    <a:lnTo>
                      <a:pt x="522" y="224"/>
                    </a:lnTo>
                    <a:close/>
                    <a:moveTo>
                      <a:pt x="642" y="242"/>
                    </a:moveTo>
                    <a:lnTo>
                      <a:pt x="646" y="242"/>
                    </a:lnTo>
                    <a:lnTo>
                      <a:pt x="646" y="246"/>
                    </a:lnTo>
                    <a:lnTo>
                      <a:pt x="650" y="246"/>
                    </a:lnTo>
                    <a:lnTo>
                      <a:pt x="646" y="246"/>
                    </a:lnTo>
                    <a:lnTo>
                      <a:pt x="642" y="246"/>
                    </a:lnTo>
                    <a:lnTo>
                      <a:pt x="638" y="246"/>
                    </a:lnTo>
                    <a:lnTo>
                      <a:pt x="642" y="242"/>
                    </a:lnTo>
                    <a:lnTo>
                      <a:pt x="642" y="242"/>
                    </a:lnTo>
                    <a:lnTo>
                      <a:pt x="642" y="242"/>
                    </a:lnTo>
                    <a:close/>
                    <a:moveTo>
                      <a:pt x="620" y="242"/>
                    </a:moveTo>
                    <a:lnTo>
                      <a:pt x="620" y="246"/>
                    </a:lnTo>
                    <a:lnTo>
                      <a:pt x="616" y="246"/>
                    </a:lnTo>
                    <a:lnTo>
                      <a:pt x="616" y="250"/>
                    </a:lnTo>
                    <a:lnTo>
                      <a:pt x="612" y="250"/>
                    </a:lnTo>
                    <a:lnTo>
                      <a:pt x="612" y="246"/>
                    </a:lnTo>
                    <a:lnTo>
                      <a:pt x="616" y="246"/>
                    </a:lnTo>
                    <a:lnTo>
                      <a:pt x="616" y="242"/>
                    </a:lnTo>
                    <a:lnTo>
                      <a:pt x="620" y="242"/>
                    </a:lnTo>
                    <a:lnTo>
                      <a:pt x="620" y="242"/>
                    </a:lnTo>
                    <a:lnTo>
                      <a:pt x="620" y="242"/>
                    </a:lnTo>
                    <a:close/>
                    <a:moveTo>
                      <a:pt x="250" y="332"/>
                    </a:moveTo>
                    <a:lnTo>
                      <a:pt x="246" y="332"/>
                    </a:lnTo>
                    <a:lnTo>
                      <a:pt x="246" y="328"/>
                    </a:lnTo>
                    <a:lnTo>
                      <a:pt x="242" y="324"/>
                    </a:lnTo>
                    <a:lnTo>
                      <a:pt x="242" y="322"/>
                    </a:lnTo>
                    <a:lnTo>
                      <a:pt x="238" y="322"/>
                    </a:lnTo>
                    <a:lnTo>
                      <a:pt x="236" y="322"/>
                    </a:lnTo>
                    <a:lnTo>
                      <a:pt x="232" y="322"/>
                    </a:lnTo>
                    <a:lnTo>
                      <a:pt x="232" y="318"/>
                    </a:lnTo>
                    <a:lnTo>
                      <a:pt x="228" y="318"/>
                    </a:lnTo>
                    <a:lnTo>
                      <a:pt x="224" y="318"/>
                    </a:lnTo>
                    <a:lnTo>
                      <a:pt x="224" y="314"/>
                    </a:lnTo>
                    <a:lnTo>
                      <a:pt x="228" y="318"/>
                    </a:lnTo>
                    <a:lnTo>
                      <a:pt x="228" y="314"/>
                    </a:lnTo>
                    <a:lnTo>
                      <a:pt x="224" y="314"/>
                    </a:lnTo>
                    <a:lnTo>
                      <a:pt x="220" y="314"/>
                    </a:lnTo>
                    <a:lnTo>
                      <a:pt x="216" y="314"/>
                    </a:lnTo>
                    <a:lnTo>
                      <a:pt x="212" y="314"/>
                    </a:lnTo>
                    <a:lnTo>
                      <a:pt x="216" y="314"/>
                    </a:lnTo>
                    <a:lnTo>
                      <a:pt x="216" y="310"/>
                    </a:lnTo>
                    <a:lnTo>
                      <a:pt x="216" y="306"/>
                    </a:lnTo>
                    <a:lnTo>
                      <a:pt x="220" y="306"/>
                    </a:lnTo>
                    <a:lnTo>
                      <a:pt x="220" y="302"/>
                    </a:lnTo>
                    <a:lnTo>
                      <a:pt x="224" y="302"/>
                    </a:lnTo>
                    <a:lnTo>
                      <a:pt x="224" y="298"/>
                    </a:lnTo>
                    <a:lnTo>
                      <a:pt x="228" y="298"/>
                    </a:lnTo>
                    <a:lnTo>
                      <a:pt x="228" y="294"/>
                    </a:lnTo>
                    <a:lnTo>
                      <a:pt x="228" y="292"/>
                    </a:lnTo>
                    <a:lnTo>
                      <a:pt x="232" y="292"/>
                    </a:lnTo>
                    <a:lnTo>
                      <a:pt x="236" y="292"/>
                    </a:lnTo>
                    <a:lnTo>
                      <a:pt x="236" y="288"/>
                    </a:lnTo>
                    <a:lnTo>
                      <a:pt x="232" y="288"/>
                    </a:lnTo>
                    <a:lnTo>
                      <a:pt x="228" y="288"/>
                    </a:lnTo>
                    <a:lnTo>
                      <a:pt x="228" y="284"/>
                    </a:lnTo>
                    <a:lnTo>
                      <a:pt x="232" y="284"/>
                    </a:lnTo>
                    <a:lnTo>
                      <a:pt x="232" y="280"/>
                    </a:lnTo>
                    <a:lnTo>
                      <a:pt x="236" y="280"/>
                    </a:lnTo>
                    <a:lnTo>
                      <a:pt x="236" y="276"/>
                    </a:lnTo>
                    <a:lnTo>
                      <a:pt x="238" y="276"/>
                    </a:lnTo>
                    <a:lnTo>
                      <a:pt x="238" y="272"/>
                    </a:lnTo>
                    <a:lnTo>
                      <a:pt x="238" y="268"/>
                    </a:lnTo>
                    <a:lnTo>
                      <a:pt x="242" y="268"/>
                    </a:lnTo>
                    <a:lnTo>
                      <a:pt x="242" y="264"/>
                    </a:lnTo>
                    <a:lnTo>
                      <a:pt x="238" y="264"/>
                    </a:lnTo>
                    <a:lnTo>
                      <a:pt x="236" y="262"/>
                    </a:lnTo>
                    <a:lnTo>
                      <a:pt x="236" y="258"/>
                    </a:lnTo>
                    <a:lnTo>
                      <a:pt x="232" y="254"/>
                    </a:lnTo>
                    <a:lnTo>
                      <a:pt x="228" y="254"/>
                    </a:lnTo>
                    <a:lnTo>
                      <a:pt x="232" y="250"/>
                    </a:lnTo>
                    <a:lnTo>
                      <a:pt x="236" y="250"/>
                    </a:lnTo>
                    <a:lnTo>
                      <a:pt x="238" y="250"/>
                    </a:lnTo>
                    <a:lnTo>
                      <a:pt x="242" y="250"/>
                    </a:lnTo>
                    <a:lnTo>
                      <a:pt x="246" y="250"/>
                    </a:lnTo>
                    <a:lnTo>
                      <a:pt x="250" y="250"/>
                    </a:lnTo>
                    <a:lnTo>
                      <a:pt x="254" y="250"/>
                    </a:lnTo>
                    <a:lnTo>
                      <a:pt x="258" y="250"/>
                    </a:lnTo>
                    <a:lnTo>
                      <a:pt x="262" y="250"/>
                    </a:lnTo>
                    <a:lnTo>
                      <a:pt x="266" y="250"/>
                    </a:lnTo>
                    <a:lnTo>
                      <a:pt x="268" y="246"/>
                    </a:lnTo>
                    <a:lnTo>
                      <a:pt x="272" y="246"/>
                    </a:lnTo>
                    <a:lnTo>
                      <a:pt x="276" y="246"/>
                    </a:lnTo>
                    <a:lnTo>
                      <a:pt x="280" y="246"/>
                    </a:lnTo>
                    <a:lnTo>
                      <a:pt x="284" y="246"/>
                    </a:lnTo>
                    <a:lnTo>
                      <a:pt x="284" y="250"/>
                    </a:lnTo>
                    <a:lnTo>
                      <a:pt x="288" y="250"/>
                    </a:lnTo>
                    <a:lnTo>
                      <a:pt x="292" y="254"/>
                    </a:lnTo>
                    <a:lnTo>
                      <a:pt x="294" y="254"/>
                    </a:lnTo>
                    <a:lnTo>
                      <a:pt x="298" y="254"/>
                    </a:lnTo>
                    <a:lnTo>
                      <a:pt x="302" y="254"/>
                    </a:lnTo>
                    <a:lnTo>
                      <a:pt x="302" y="258"/>
                    </a:lnTo>
                    <a:lnTo>
                      <a:pt x="298" y="258"/>
                    </a:lnTo>
                    <a:lnTo>
                      <a:pt x="298" y="262"/>
                    </a:lnTo>
                    <a:lnTo>
                      <a:pt x="302" y="262"/>
                    </a:lnTo>
                    <a:lnTo>
                      <a:pt x="302" y="258"/>
                    </a:lnTo>
                    <a:lnTo>
                      <a:pt x="306" y="254"/>
                    </a:lnTo>
                    <a:lnTo>
                      <a:pt x="310" y="254"/>
                    </a:lnTo>
                    <a:lnTo>
                      <a:pt x="310" y="258"/>
                    </a:lnTo>
                    <a:lnTo>
                      <a:pt x="310" y="262"/>
                    </a:lnTo>
                    <a:lnTo>
                      <a:pt x="314" y="262"/>
                    </a:lnTo>
                    <a:lnTo>
                      <a:pt x="314" y="258"/>
                    </a:lnTo>
                    <a:lnTo>
                      <a:pt x="314" y="254"/>
                    </a:lnTo>
                    <a:lnTo>
                      <a:pt x="318" y="254"/>
                    </a:lnTo>
                    <a:lnTo>
                      <a:pt x="324" y="254"/>
                    </a:lnTo>
                    <a:lnTo>
                      <a:pt x="328" y="254"/>
                    </a:lnTo>
                    <a:lnTo>
                      <a:pt x="332" y="254"/>
                    </a:lnTo>
                    <a:lnTo>
                      <a:pt x="336" y="254"/>
                    </a:lnTo>
                    <a:lnTo>
                      <a:pt x="336" y="258"/>
                    </a:lnTo>
                    <a:lnTo>
                      <a:pt x="344" y="258"/>
                    </a:lnTo>
                    <a:lnTo>
                      <a:pt x="344" y="262"/>
                    </a:lnTo>
                    <a:lnTo>
                      <a:pt x="348" y="262"/>
                    </a:lnTo>
                    <a:lnTo>
                      <a:pt x="348" y="264"/>
                    </a:lnTo>
                    <a:lnTo>
                      <a:pt x="352" y="264"/>
                    </a:lnTo>
                    <a:lnTo>
                      <a:pt x="354" y="264"/>
                    </a:lnTo>
                    <a:lnTo>
                      <a:pt x="354" y="268"/>
                    </a:lnTo>
                    <a:lnTo>
                      <a:pt x="358" y="268"/>
                    </a:lnTo>
                    <a:lnTo>
                      <a:pt x="362" y="272"/>
                    </a:lnTo>
                    <a:lnTo>
                      <a:pt x="362" y="276"/>
                    </a:lnTo>
                    <a:lnTo>
                      <a:pt x="358" y="276"/>
                    </a:lnTo>
                    <a:lnTo>
                      <a:pt x="354" y="280"/>
                    </a:lnTo>
                    <a:lnTo>
                      <a:pt x="352" y="280"/>
                    </a:lnTo>
                    <a:lnTo>
                      <a:pt x="348" y="280"/>
                    </a:lnTo>
                    <a:lnTo>
                      <a:pt x="344" y="284"/>
                    </a:lnTo>
                    <a:lnTo>
                      <a:pt x="340" y="284"/>
                    </a:lnTo>
                    <a:lnTo>
                      <a:pt x="336" y="284"/>
                    </a:lnTo>
                    <a:lnTo>
                      <a:pt x="336" y="288"/>
                    </a:lnTo>
                    <a:lnTo>
                      <a:pt x="332" y="288"/>
                    </a:lnTo>
                    <a:lnTo>
                      <a:pt x="328" y="288"/>
                    </a:lnTo>
                    <a:lnTo>
                      <a:pt x="328" y="292"/>
                    </a:lnTo>
                    <a:lnTo>
                      <a:pt x="324" y="292"/>
                    </a:lnTo>
                    <a:lnTo>
                      <a:pt x="322" y="292"/>
                    </a:lnTo>
                    <a:lnTo>
                      <a:pt x="318" y="294"/>
                    </a:lnTo>
                    <a:lnTo>
                      <a:pt x="314" y="294"/>
                    </a:lnTo>
                    <a:lnTo>
                      <a:pt x="310" y="298"/>
                    </a:lnTo>
                    <a:lnTo>
                      <a:pt x="306" y="302"/>
                    </a:lnTo>
                    <a:lnTo>
                      <a:pt x="306" y="306"/>
                    </a:lnTo>
                    <a:lnTo>
                      <a:pt x="302" y="306"/>
                    </a:lnTo>
                    <a:lnTo>
                      <a:pt x="302" y="310"/>
                    </a:lnTo>
                    <a:lnTo>
                      <a:pt x="298" y="310"/>
                    </a:lnTo>
                    <a:lnTo>
                      <a:pt x="294" y="306"/>
                    </a:lnTo>
                    <a:lnTo>
                      <a:pt x="294" y="310"/>
                    </a:lnTo>
                    <a:lnTo>
                      <a:pt x="294" y="314"/>
                    </a:lnTo>
                    <a:lnTo>
                      <a:pt x="292" y="314"/>
                    </a:lnTo>
                    <a:lnTo>
                      <a:pt x="292" y="318"/>
                    </a:lnTo>
                    <a:lnTo>
                      <a:pt x="292" y="322"/>
                    </a:lnTo>
                    <a:lnTo>
                      <a:pt x="292" y="324"/>
                    </a:lnTo>
                    <a:lnTo>
                      <a:pt x="288" y="328"/>
                    </a:lnTo>
                    <a:lnTo>
                      <a:pt x="284" y="328"/>
                    </a:lnTo>
                    <a:lnTo>
                      <a:pt x="280" y="328"/>
                    </a:lnTo>
                    <a:lnTo>
                      <a:pt x="276" y="328"/>
                    </a:lnTo>
                    <a:lnTo>
                      <a:pt x="272" y="328"/>
                    </a:lnTo>
                    <a:lnTo>
                      <a:pt x="268" y="328"/>
                    </a:lnTo>
                    <a:lnTo>
                      <a:pt x="268" y="332"/>
                    </a:lnTo>
                    <a:lnTo>
                      <a:pt x="266" y="332"/>
                    </a:lnTo>
                    <a:lnTo>
                      <a:pt x="266" y="336"/>
                    </a:lnTo>
                    <a:lnTo>
                      <a:pt x="262" y="336"/>
                    </a:lnTo>
                    <a:lnTo>
                      <a:pt x="258" y="336"/>
                    </a:lnTo>
                    <a:lnTo>
                      <a:pt x="258" y="340"/>
                    </a:lnTo>
                    <a:lnTo>
                      <a:pt x="254" y="340"/>
                    </a:lnTo>
                    <a:lnTo>
                      <a:pt x="254" y="336"/>
                    </a:lnTo>
                    <a:lnTo>
                      <a:pt x="250" y="336"/>
                    </a:lnTo>
                    <a:lnTo>
                      <a:pt x="250" y="332"/>
                    </a:lnTo>
                    <a:lnTo>
                      <a:pt x="250" y="332"/>
                    </a:lnTo>
                    <a:lnTo>
                      <a:pt x="250" y="332"/>
                    </a:lnTo>
                    <a:close/>
                    <a:moveTo>
                      <a:pt x="706" y="280"/>
                    </a:moveTo>
                    <a:lnTo>
                      <a:pt x="702" y="284"/>
                    </a:lnTo>
                    <a:lnTo>
                      <a:pt x="702" y="288"/>
                    </a:lnTo>
                    <a:lnTo>
                      <a:pt x="698" y="288"/>
                    </a:lnTo>
                    <a:lnTo>
                      <a:pt x="698" y="292"/>
                    </a:lnTo>
                    <a:lnTo>
                      <a:pt x="694" y="292"/>
                    </a:lnTo>
                    <a:lnTo>
                      <a:pt x="694" y="294"/>
                    </a:lnTo>
                    <a:lnTo>
                      <a:pt x="690" y="294"/>
                    </a:lnTo>
                    <a:lnTo>
                      <a:pt x="686" y="294"/>
                    </a:lnTo>
                    <a:lnTo>
                      <a:pt x="682" y="294"/>
                    </a:lnTo>
                    <a:lnTo>
                      <a:pt x="678" y="294"/>
                    </a:lnTo>
                    <a:lnTo>
                      <a:pt x="676" y="294"/>
                    </a:lnTo>
                    <a:lnTo>
                      <a:pt x="676" y="292"/>
                    </a:lnTo>
                    <a:lnTo>
                      <a:pt x="676" y="294"/>
                    </a:lnTo>
                    <a:lnTo>
                      <a:pt x="672" y="294"/>
                    </a:lnTo>
                    <a:lnTo>
                      <a:pt x="668" y="294"/>
                    </a:lnTo>
                    <a:lnTo>
                      <a:pt x="664" y="294"/>
                    </a:lnTo>
                    <a:lnTo>
                      <a:pt x="660" y="294"/>
                    </a:lnTo>
                    <a:lnTo>
                      <a:pt x="664" y="294"/>
                    </a:lnTo>
                    <a:lnTo>
                      <a:pt x="668" y="294"/>
                    </a:lnTo>
                    <a:lnTo>
                      <a:pt x="668" y="298"/>
                    </a:lnTo>
                    <a:lnTo>
                      <a:pt x="672" y="298"/>
                    </a:lnTo>
                    <a:lnTo>
                      <a:pt x="672" y="302"/>
                    </a:lnTo>
                    <a:lnTo>
                      <a:pt x="672" y="306"/>
                    </a:lnTo>
                    <a:lnTo>
                      <a:pt x="668" y="306"/>
                    </a:lnTo>
                    <a:lnTo>
                      <a:pt x="664" y="310"/>
                    </a:lnTo>
                    <a:lnTo>
                      <a:pt x="664" y="314"/>
                    </a:lnTo>
                    <a:lnTo>
                      <a:pt x="660" y="314"/>
                    </a:lnTo>
                    <a:lnTo>
                      <a:pt x="652" y="314"/>
                    </a:lnTo>
                    <a:lnTo>
                      <a:pt x="650" y="314"/>
                    </a:lnTo>
                    <a:lnTo>
                      <a:pt x="650" y="310"/>
                    </a:lnTo>
                    <a:lnTo>
                      <a:pt x="652" y="310"/>
                    </a:lnTo>
                    <a:lnTo>
                      <a:pt x="650" y="310"/>
                    </a:lnTo>
                    <a:lnTo>
                      <a:pt x="650" y="306"/>
                    </a:lnTo>
                    <a:lnTo>
                      <a:pt x="650" y="302"/>
                    </a:lnTo>
                    <a:lnTo>
                      <a:pt x="650" y="298"/>
                    </a:lnTo>
                    <a:lnTo>
                      <a:pt x="646" y="298"/>
                    </a:lnTo>
                    <a:lnTo>
                      <a:pt x="646" y="294"/>
                    </a:lnTo>
                    <a:lnTo>
                      <a:pt x="642" y="294"/>
                    </a:lnTo>
                    <a:lnTo>
                      <a:pt x="642" y="292"/>
                    </a:lnTo>
                    <a:lnTo>
                      <a:pt x="642" y="288"/>
                    </a:lnTo>
                    <a:lnTo>
                      <a:pt x="642" y="284"/>
                    </a:lnTo>
                    <a:lnTo>
                      <a:pt x="642" y="280"/>
                    </a:lnTo>
                    <a:lnTo>
                      <a:pt x="642" y="276"/>
                    </a:lnTo>
                    <a:lnTo>
                      <a:pt x="642" y="272"/>
                    </a:lnTo>
                    <a:lnTo>
                      <a:pt x="642" y="268"/>
                    </a:lnTo>
                    <a:lnTo>
                      <a:pt x="646" y="268"/>
                    </a:lnTo>
                    <a:lnTo>
                      <a:pt x="650" y="268"/>
                    </a:lnTo>
                    <a:lnTo>
                      <a:pt x="652" y="268"/>
                    </a:lnTo>
                    <a:lnTo>
                      <a:pt x="656" y="268"/>
                    </a:lnTo>
                    <a:lnTo>
                      <a:pt x="652" y="268"/>
                    </a:lnTo>
                    <a:lnTo>
                      <a:pt x="650" y="268"/>
                    </a:lnTo>
                    <a:lnTo>
                      <a:pt x="650" y="264"/>
                    </a:lnTo>
                    <a:lnTo>
                      <a:pt x="652" y="264"/>
                    </a:lnTo>
                    <a:lnTo>
                      <a:pt x="650" y="264"/>
                    </a:lnTo>
                    <a:lnTo>
                      <a:pt x="646" y="264"/>
                    </a:lnTo>
                    <a:lnTo>
                      <a:pt x="646" y="262"/>
                    </a:lnTo>
                    <a:lnTo>
                      <a:pt x="650" y="262"/>
                    </a:lnTo>
                    <a:lnTo>
                      <a:pt x="652" y="262"/>
                    </a:lnTo>
                    <a:lnTo>
                      <a:pt x="652" y="258"/>
                    </a:lnTo>
                    <a:lnTo>
                      <a:pt x="656" y="258"/>
                    </a:lnTo>
                    <a:lnTo>
                      <a:pt x="660" y="258"/>
                    </a:lnTo>
                    <a:lnTo>
                      <a:pt x="664" y="258"/>
                    </a:lnTo>
                    <a:lnTo>
                      <a:pt x="668" y="258"/>
                    </a:lnTo>
                    <a:lnTo>
                      <a:pt x="672" y="258"/>
                    </a:lnTo>
                    <a:lnTo>
                      <a:pt x="676" y="258"/>
                    </a:lnTo>
                    <a:lnTo>
                      <a:pt x="678" y="258"/>
                    </a:lnTo>
                    <a:lnTo>
                      <a:pt x="682" y="258"/>
                    </a:lnTo>
                    <a:lnTo>
                      <a:pt x="686" y="262"/>
                    </a:lnTo>
                    <a:lnTo>
                      <a:pt x="690" y="262"/>
                    </a:lnTo>
                    <a:lnTo>
                      <a:pt x="694" y="262"/>
                    </a:lnTo>
                    <a:lnTo>
                      <a:pt x="702" y="262"/>
                    </a:lnTo>
                    <a:lnTo>
                      <a:pt x="706" y="262"/>
                    </a:lnTo>
                    <a:lnTo>
                      <a:pt x="712" y="262"/>
                    </a:lnTo>
                    <a:lnTo>
                      <a:pt x="716" y="264"/>
                    </a:lnTo>
                    <a:lnTo>
                      <a:pt x="716" y="262"/>
                    </a:lnTo>
                    <a:lnTo>
                      <a:pt x="720" y="264"/>
                    </a:lnTo>
                    <a:lnTo>
                      <a:pt x="716" y="264"/>
                    </a:lnTo>
                    <a:lnTo>
                      <a:pt x="716" y="268"/>
                    </a:lnTo>
                    <a:lnTo>
                      <a:pt x="712" y="268"/>
                    </a:lnTo>
                    <a:lnTo>
                      <a:pt x="712" y="272"/>
                    </a:lnTo>
                    <a:lnTo>
                      <a:pt x="708" y="272"/>
                    </a:lnTo>
                    <a:lnTo>
                      <a:pt x="708" y="276"/>
                    </a:lnTo>
                    <a:lnTo>
                      <a:pt x="706" y="276"/>
                    </a:lnTo>
                    <a:lnTo>
                      <a:pt x="706" y="280"/>
                    </a:lnTo>
                    <a:lnTo>
                      <a:pt x="706" y="280"/>
                    </a:lnTo>
                    <a:lnTo>
                      <a:pt x="706" y="280"/>
                    </a:lnTo>
                    <a:close/>
                    <a:moveTo>
                      <a:pt x="720" y="262"/>
                    </a:moveTo>
                    <a:lnTo>
                      <a:pt x="716" y="262"/>
                    </a:lnTo>
                    <a:lnTo>
                      <a:pt x="720" y="262"/>
                    </a:lnTo>
                    <a:lnTo>
                      <a:pt x="720" y="258"/>
                    </a:lnTo>
                    <a:lnTo>
                      <a:pt x="724" y="258"/>
                    </a:lnTo>
                    <a:lnTo>
                      <a:pt x="724" y="262"/>
                    </a:lnTo>
                    <a:lnTo>
                      <a:pt x="720" y="262"/>
                    </a:lnTo>
                    <a:lnTo>
                      <a:pt x="720" y="262"/>
                    </a:lnTo>
                    <a:lnTo>
                      <a:pt x="720" y="262"/>
                    </a:lnTo>
                    <a:close/>
                    <a:moveTo>
                      <a:pt x="620" y="276"/>
                    </a:moveTo>
                    <a:lnTo>
                      <a:pt x="620" y="280"/>
                    </a:lnTo>
                    <a:lnTo>
                      <a:pt x="616" y="280"/>
                    </a:lnTo>
                    <a:lnTo>
                      <a:pt x="612" y="280"/>
                    </a:lnTo>
                    <a:lnTo>
                      <a:pt x="608" y="284"/>
                    </a:lnTo>
                    <a:lnTo>
                      <a:pt x="604" y="284"/>
                    </a:lnTo>
                    <a:lnTo>
                      <a:pt x="604" y="288"/>
                    </a:lnTo>
                    <a:lnTo>
                      <a:pt x="600" y="288"/>
                    </a:lnTo>
                    <a:lnTo>
                      <a:pt x="600" y="292"/>
                    </a:lnTo>
                    <a:lnTo>
                      <a:pt x="604" y="292"/>
                    </a:lnTo>
                    <a:lnTo>
                      <a:pt x="604" y="288"/>
                    </a:lnTo>
                    <a:lnTo>
                      <a:pt x="608" y="288"/>
                    </a:lnTo>
                    <a:lnTo>
                      <a:pt x="612" y="288"/>
                    </a:lnTo>
                    <a:lnTo>
                      <a:pt x="616" y="288"/>
                    </a:lnTo>
                    <a:lnTo>
                      <a:pt x="620" y="288"/>
                    </a:lnTo>
                    <a:lnTo>
                      <a:pt x="620" y="292"/>
                    </a:lnTo>
                    <a:lnTo>
                      <a:pt x="622" y="294"/>
                    </a:lnTo>
                    <a:lnTo>
                      <a:pt x="620" y="294"/>
                    </a:lnTo>
                    <a:lnTo>
                      <a:pt x="620" y="298"/>
                    </a:lnTo>
                    <a:lnTo>
                      <a:pt x="622" y="298"/>
                    </a:lnTo>
                    <a:lnTo>
                      <a:pt x="622" y="294"/>
                    </a:lnTo>
                    <a:lnTo>
                      <a:pt x="626" y="294"/>
                    </a:lnTo>
                    <a:lnTo>
                      <a:pt x="630" y="294"/>
                    </a:lnTo>
                    <a:lnTo>
                      <a:pt x="630" y="298"/>
                    </a:lnTo>
                    <a:lnTo>
                      <a:pt x="630" y="302"/>
                    </a:lnTo>
                    <a:lnTo>
                      <a:pt x="634" y="302"/>
                    </a:lnTo>
                    <a:lnTo>
                      <a:pt x="630" y="306"/>
                    </a:lnTo>
                    <a:lnTo>
                      <a:pt x="626" y="306"/>
                    </a:lnTo>
                    <a:lnTo>
                      <a:pt x="622" y="306"/>
                    </a:lnTo>
                    <a:lnTo>
                      <a:pt x="626" y="306"/>
                    </a:lnTo>
                    <a:lnTo>
                      <a:pt x="630" y="306"/>
                    </a:lnTo>
                    <a:lnTo>
                      <a:pt x="630" y="310"/>
                    </a:lnTo>
                    <a:lnTo>
                      <a:pt x="630" y="314"/>
                    </a:lnTo>
                    <a:lnTo>
                      <a:pt x="626" y="314"/>
                    </a:lnTo>
                    <a:lnTo>
                      <a:pt x="622" y="314"/>
                    </a:lnTo>
                    <a:lnTo>
                      <a:pt x="626" y="314"/>
                    </a:lnTo>
                    <a:lnTo>
                      <a:pt x="630" y="314"/>
                    </a:lnTo>
                    <a:lnTo>
                      <a:pt x="626" y="314"/>
                    </a:lnTo>
                    <a:lnTo>
                      <a:pt x="626" y="318"/>
                    </a:lnTo>
                    <a:lnTo>
                      <a:pt x="630" y="318"/>
                    </a:lnTo>
                    <a:lnTo>
                      <a:pt x="626" y="318"/>
                    </a:lnTo>
                    <a:lnTo>
                      <a:pt x="626" y="322"/>
                    </a:lnTo>
                    <a:lnTo>
                      <a:pt x="626" y="318"/>
                    </a:lnTo>
                    <a:lnTo>
                      <a:pt x="622" y="322"/>
                    </a:lnTo>
                    <a:lnTo>
                      <a:pt x="620" y="322"/>
                    </a:lnTo>
                    <a:lnTo>
                      <a:pt x="616" y="324"/>
                    </a:lnTo>
                    <a:lnTo>
                      <a:pt x="612" y="324"/>
                    </a:lnTo>
                    <a:lnTo>
                      <a:pt x="608" y="322"/>
                    </a:lnTo>
                    <a:lnTo>
                      <a:pt x="608" y="324"/>
                    </a:lnTo>
                    <a:lnTo>
                      <a:pt x="604" y="324"/>
                    </a:lnTo>
                    <a:lnTo>
                      <a:pt x="604" y="322"/>
                    </a:lnTo>
                    <a:lnTo>
                      <a:pt x="604" y="318"/>
                    </a:lnTo>
                    <a:lnTo>
                      <a:pt x="600" y="322"/>
                    </a:lnTo>
                    <a:lnTo>
                      <a:pt x="604" y="324"/>
                    </a:lnTo>
                    <a:lnTo>
                      <a:pt x="608" y="324"/>
                    </a:lnTo>
                    <a:lnTo>
                      <a:pt x="608" y="328"/>
                    </a:lnTo>
                    <a:lnTo>
                      <a:pt x="604" y="328"/>
                    </a:lnTo>
                    <a:lnTo>
                      <a:pt x="600" y="332"/>
                    </a:lnTo>
                    <a:lnTo>
                      <a:pt x="596" y="332"/>
                    </a:lnTo>
                    <a:lnTo>
                      <a:pt x="592" y="328"/>
                    </a:lnTo>
                    <a:lnTo>
                      <a:pt x="592" y="332"/>
                    </a:lnTo>
                    <a:lnTo>
                      <a:pt x="590" y="332"/>
                    </a:lnTo>
                    <a:lnTo>
                      <a:pt x="590" y="328"/>
                    </a:lnTo>
                    <a:lnTo>
                      <a:pt x="590" y="324"/>
                    </a:lnTo>
                    <a:lnTo>
                      <a:pt x="586" y="324"/>
                    </a:lnTo>
                    <a:lnTo>
                      <a:pt x="586" y="322"/>
                    </a:lnTo>
                    <a:lnTo>
                      <a:pt x="582" y="318"/>
                    </a:lnTo>
                    <a:lnTo>
                      <a:pt x="578" y="318"/>
                    </a:lnTo>
                    <a:lnTo>
                      <a:pt x="574" y="314"/>
                    </a:lnTo>
                    <a:lnTo>
                      <a:pt x="570" y="310"/>
                    </a:lnTo>
                    <a:lnTo>
                      <a:pt x="566" y="310"/>
                    </a:lnTo>
                    <a:lnTo>
                      <a:pt x="566" y="306"/>
                    </a:lnTo>
                    <a:lnTo>
                      <a:pt x="564" y="306"/>
                    </a:lnTo>
                    <a:lnTo>
                      <a:pt x="560" y="306"/>
                    </a:lnTo>
                    <a:lnTo>
                      <a:pt x="556" y="306"/>
                    </a:lnTo>
                    <a:lnTo>
                      <a:pt x="552" y="306"/>
                    </a:lnTo>
                    <a:lnTo>
                      <a:pt x="552" y="302"/>
                    </a:lnTo>
                    <a:lnTo>
                      <a:pt x="552" y="298"/>
                    </a:lnTo>
                    <a:lnTo>
                      <a:pt x="548" y="298"/>
                    </a:lnTo>
                    <a:lnTo>
                      <a:pt x="544" y="298"/>
                    </a:lnTo>
                    <a:lnTo>
                      <a:pt x="544" y="294"/>
                    </a:lnTo>
                    <a:lnTo>
                      <a:pt x="540" y="294"/>
                    </a:lnTo>
                    <a:lnTo>
                      <a:pt x="540" y="292"/>
                    </a:lnTo>
                    <a:lnTo>
                      <a:pt x="544" y="292"/>
                    </a:lnTo>
                    <a:lnTo>
                      <a:pt x="544" y="288"/>
                    </a:lnTo>
                    <a:lnTo>
                      <a:pt x="548" y="288"/>
                    </a:lnTo>
                    <a:lnTo>
                      <a:pt x="548" y="284"/>
                    </a:lnTo>
                    <a:lnTo>
                      <a:pt x="552" y="284"/>
                    </a:lnTo>
                    <a:lnTo>
                      <a:pt x="552" y="288"/>
                    </a:lnTo>
                    <a:lnTo>
                      <a:pt x="556" y="288"/>
                    </a:lnTo>
                    <a:lnTo>
                      <a:pt x="556" y="292"/>
                    </a:lnTo>
                    <a:lnTo>
                      <a:pt x="560" y="292"/>
                    </a:lnTo>
                    <a:lnTo>
                      <a:pt x="560" y="294"/>
                    </a:lnTo>
                    <a:lnTo>
                      <a:pt x="564" y="294"/>
                    </a:lnTo>
                    <a:lnTo>
                      <a:pt x="566" y="294"/>
                    </a:lnTo>
                    <a:lnTo>
                      <a:pt x="570" y="294"/>
                    </a:lnTo>
                    <a:lnTo>
                      <a:pt x="574" y="294"/>
                    </a:lnTo>
                    <a:lnTo>
                      <a:pt x="574" y="292"/>
                    </a:lnTo>
                    <a:lnTo>
                      <a:pt x="574" y="288"/>
                    </a:lnTo>
                    <a:lnTo>
                      <a:pt x="574" y="292"/>
                    </a:lnTo>
                    <a:lnTo>
                      <a:pt x="578" y="292"/>
                    </a:lnTo>
                    <a:lnTo>
                      <a:pt x="578" y="288"/>
                    </a:lnTo>
                    <a:lnTo>
                      <a:pt x="578" y="284"/>
                    </a:lnTo>
                    <a:lnTo>
                      <a:pt x="574" y="284"/>
                    </a:lnTo>
                    <a:lnTo>
                      <a:pt x="570" y="284"/>
                    </a:lnTo>
                    <a:lnTo>
                      <a:pt x="574" y="280"/>
                    </a:lnTo>
                    <a:lnTo>
                      <a:pt x="578" y="284"/>
                    </a:lnTo>
                    <a:lnTo>
                      <a:pt x="582" y="284"/>
                    </a:lnTo>
                    <a:lnTo>
                      <a:pt x="578" y="280"/>
                    </a:lnTo>
                    <a:lnTo>
                      <a:pt x="574" y="280"/>
                    </a:lnTo>
                    <a:lnTo>
                      <a:pt x="574" y="276"/>
                    </a:lnTo>
                    <a:lnTo>
                      <a:pt x="574" y="280"/>
                    </a:lnTo>
                    <a:lnTo>
                      <a:pt x="570" y="280"/>
                    </a:lnTo>
                    <a:lnTo>
                      <a:pt x="566" y="280"/>
                    </a:lnTo>
                    <a:lnTo>
                      <a:pt x="564" y="276"/>
                    </a:lnTo>
                    <a:lnTo>
                      <a:pt x="560" y="276"/>
                    </a:lnTo>
                    <a:lnTo>
                      <a:pt x="556" y="276"/>
                    </a:lnTo>
                    <a:lnTo>
                      <a:pt x="560" y="272"/>
                    </a:lnTo>
                    <a:lnTo>
                      <a:pt x="564" y="272"/>
                    </a:lnTo>
                    <a:lnTo>
                      <a:pt x="566" y="272"/>
                    </a:lnTo>
                    <a:lnTo>
                      <a:pt x="570" y="272"/>
                    </a:lnTo>
                    <a:lnTo>
                      <a:pt x="570" y="276"/>
                    </a:lnTo>
                    <a:lnTo>
                      <a:pt x="574" y="276"/>
                    </a:lnTo>
                    <a:lnTo>
                      <a:pt x="570" y="276"/>
                    </a:lnTo>
                    <a:lnTo>
                      <a:pt x="570" y="272"/>
                    </a:lnTo>
                    <a:lnTo>
                      <a:pt x="566" y="272"/>
                    </a:lnTo>
                    <a:lnTo>
                      <a:pt x="566" y="268"/>
                    </a:lnTo>
                    <a:lnTo>
                      <a:pt x="564" y="268"/>
                    </a:lnTo>
                    <a:lnTo>
                      <a:pt x="566" y="264"/>
                    </a:lnTo>
                    <a:lnTo>
                      <a:pt x="570" y="264"/>
                    </a:lnTo>
                    <a:lnTo>
                      <a:pt x="574" y="264"/>
                    </a:lnTo>
                    <a:lnTo>
                      <a:pt x="578" y="268"/>
                    </a:lnTo>
                    <a:lnTo>
                      <a:pt x="582" y="264"/>
                    </a:lnTo>
                    <a:lnTo>
                      <a:pt x="578" y="264"/>
                    </a:lnTo>
                    <a:lnTo>
                      <a:pt x="574" y="264"/>
                    </a:lnTo>
                    <a:lnTo>
                      <a:pt x="578" y="264"/>
                    </a:lnTo>
                    <a:lnTo>
                      <a:pt x="578" y="262"/>
                    </a:lnTo>
                    <a:lnTo>
                      <a:pt x="582" y="262"/>
                    </a:lnTo>
                    <a:lnTo>
                      <a:pt x="582" y="264"/>
                    </a:lnTo>
                    <a:lnTo>
                      <a:pt x="586" y="264"/>
                    </a:lnTo>
                    <a:lnTo>
                      <a:pt x="590" y="268"/>
                    </a:lnTo>
                    <a:lnTo>
                      <a:pt x="592" y="268"/>
                    </a:lnTo>
                    <a:lnTo>
                      <a:pt x="596" y="268"/>
                    </a:lnTo>
                    <a:lnTo>
                      <a:pt x="600" y="268"/>
                    </a:lnTo>
                    <a:lnTo>
                      <a:pt x="600" y="264"/>
                    </a:lnTo>
                    <a:lnTo>
                      <a:pt x="604" y="264"/>
                    </a:lnTo>
                    <a:lnTo>
                      <a:pt x="608" y="264"/>
                    </a:lnTo>
                    <a:lnTo>
                      <a:pt x="612" y="264"/>
                    </a:lnTo>
                    <a:lnTo>
                      <a:pt x="616" y="264"/>
                    </a:lnTo>
                    <a:lnTo>
                      <a:pt x="620" y="264"/>
                    </a:lnTo>
                    <a:lnTo>
                      <a:pt x="622" y="268"/>
                    </a:lnTo>
                    <a:lnTo>
                      <a:pt x="622" y="272"/>
                    </a:lnTo>
                    <a:lnTo>
                      <a:pt x="620" y="272"/>
                    </a:lnTo>
                    <a:lnTo>
                      <a:pt x="616" y="272"/>
                    </a:lnTo>
                    <a:lnTo>
                      <a:pt x="612" y="276"/>
                    </a:lnTo>
                    <a:lnTo>
                      <a:pt x="616" y="276"/>
                    </a:lnTo>
                    <a:lnTo>
                      <a:pt x="620" y="276"/>
                    </a:lnTo>
                    <a:lnTo>
                      <a:pt x="620" y="276"/>
                    </a:lnTo>
                    <a:lnTo>
                      <a:pt x="620" y="276"/>
                    </a:lnTo>
                    <a:close/>
                    <a:moveTo>
                      <a:pt x="1004" y="542"/>
                    </a:moveTo>
                    <a:lnTo>
                      <a:pt x="1000" y="542"/>
                    </a:lnTo>
                    <a:lnTo>
                      <a:pt x="996" y="542"/>
                    </a:lnTo>
                    <a:lnTo>
                      <a:pt x="992" y="538"/>
                    </a:lnTo>
                    <a:lnTo>
                      <a:pt x="988" y="538"/>
                    </a:lnTo>
                    <a:lnTo>
                      <a:pt x="992" y="538"/>
                    </a:lnTo>
                    <a:lnTo>
                      <a:pt x="992" y="534"/>
                    </a:lnTo>
                    <a:lnTo>
                      <a:pt x="988" y="534"/>
                    </a:lnTo>
                    <a:lnTo>
                      <a:pt x="988" y="538"/>
                    </a:lnTo>
                    <a:lnTo>
                      <a:pt x="984" y="534"/>
                    </a:lnTo>
                    <a:lnTo>
                      <a:pt x="980" y="534"/>
                    </a:lnTo>
                    <a:lnTo>
                      <a:pt x="980" y="530"/>
                    </a:lnTo>
                    <a:lnTo>
                      <a:pt x="980" y="526"/>
                    </a:lnTo>
                    <a:lnTo>
                      <a:pt x="976" y="526"/>
                    </a:lnTo>
                    <a:lnTo>
                      <a:pt x="974" y="526"/>
                    </a:lnTo>
                    <a:lnTo>
                      <a:pt x="976" y="526"/>
                    </a:lnTo>
                    <a:lnTo>
                      <a:pt x="980" y="526"/>
                    </a:lnTo>
                    <a:lnTo>
                      <a:pt x="984" y="526"/>
                    </a:lnTo>
                    <a:lnTo>
                      <a:pt x="984" y="522"/>
                    </a:lnTo>
                    <a:lnTo>
                      <a:pt x="988" y="522"/>
                    </a:lnTo>
                    <a:lnTo>
                      <a:pt x="984" y="522"/>
                    </a:lnTo>
                    <a:lnTo>
                      <a:pt x="980" y="522"/>
                    </a:lnTo>
                    <a:lnTo>
                      <a:pt x="980" y="520"/>
                    </a:lnTo>
                    <a:lnTo>
                      <a:pt x="976" y="520"/>
                    </a:lnTo>
                    <a:lnTo>
                      <a:pt x="976" y="522"/>
                    </a:lnTo>
                    <a:lnTo>
                      <a:pt x="974" y="520"/>
                    </a:lnTo>
                    <a:lnTo>
                      <a:pt x="974" y="522"/>
                    </a:lnTo>
                    <a:lnTo>
                      <a:pt x="970" y="520"/>
                    </a:lnTo>
                    <a:lnTo>
                      <a:pt x="974" y="520"/>
                    </a:lnTo>
                    <a:lnTo>
                      <a:pt x="974" y="516"/>
                    </a:lnTo>
                    <a:lnTo>
                      <a:pt x="970" y="516"/>
                    </a:lnTo>
                    <a:lnTo>
                      <a:pt x="970" y="520"/>
                    </a:lnTo>
                    <a:lnTo>
                      <a:pt x="970" y="516"/>
                    </a:lnTo>
                    <a:lnTo>
                      <a:pt x="966" y="516"/>
                    </a:lnTo>
                    <a:lnTo>
                      <a:pt x="970" y="512"/>
                    </a:lnTo>
                    <a:lnTo>
                      <a:pt x="966" y="512"/>
                    </a:lnTo>
                    <a:lnTo>
                      <a:pt x="966" y="516"/>
                    </a:lnTo>
                    <a:lnTo>
                      <a:pt x="966" y="512"/>
                    </a:lnTo>
                    <a:lnTo>
                      <a:pt x="962" y="512"/>
                    </a:lnTo>
                    <a:lnTo>
                      <a:pt x="962" y="508"/>
                    </a:lnTo>
                    <a:lnTo>
                      <a:pt x="958" y="508"/>
                    </a:lnTo>
                    <a:lnTo>
                      <a:pt x="954" y="504"/>
                    </a:lnTo>
                    <a:lnTo>
                      <a:pt x="958" y="500"/>
                    </a:lnTo>
                    <a:lnTo>
                      <a:pt x="958" y="496"/>
                    </a:lnTo>
                    <a:lnTo>
                      <a:pt x="958" y="500"/>
                    </a:lnTo>
                    <a:lnTo>
                      <a:pt x="954" y="500"/>
                    </a:lnTo>
                    <a:lnTo>
                      <a:pt x="954" y="496"/>
                    </a:lnTo>
                    <a:lnTo>
                      <a:pt x="950" y="496"/>
                    </a:lnTo>
                    <a:lnTo>
                      <a:pt x="950" y="500"/>
                    </a:lnTo>
                    <a:lnTo>
                      <a:pt x="948" y="500"/>
                    </a:lnTo>
                    <a:lnTo>
                      <a:pt x="950" y="500"/>
                    </a:lnTo>
                    <a:lnTo>
                      <a:pt x="948" y="504"/>
                    </a:lnTo>
                    <a:lnTo>
                      <a:pt x="948" y="500"/>
                    </a:lnTo>
                    <a:lnTo>
                      <a:pt x="948" y="496"/>
                    </a:lnTo>
                    <a:lnTo>
                      <a:pt x="944" y="496"/>
                    </a:lnTo>
                    <a:lnTo>
                      <a:pt x="944" y="500"/>
                    </a:lnTo>
                    <a:lnTo>
                      <a:pt x="940" y="500"/>
                    </a:lnTo>
                    <a:lnTo>
                      <a:pt x="940" y="496"/>
                    </a:lnTo>
                    <a:lnTo>
                      <a:pt x="940" y="494"/>
                    </a:lnTo>
                    <a:lnTo>
                      <a:pt x="936" y="494"/>
                    </a:lnTo>
                    <a:lnTo>
                      <a:pt x="936" y="496"/>
                    </a:lnTo>
                    <a:lnTo>
                      <a:pt x="936" y="494"/>
                    </a:lnTo>
                    <a:lnTo>
                      <a:pt x="932" y="494"/>
                    </a:lnTo>
                    <a:lnTo>
                      <a:pt x="936" y="496"/>
                    </a:lnTo>
                    <a:lnTo>
                      <a:pt x="940" y="496"/>
                    </a:lnTo>
                    <a:lnTo>
                      <a:pt x="940" y="500"/>
                    </a:lnTo>
                    <a:lnTo>
                      <a:pt x="940" y="504"/>
                    </a:lnTo>
                    <a:lnTo>
                      <a:pt x="936" y="504"/>
                    </a:lnTo>
                    <a:lnTo>
                      <a:pt x="932" y="504"/>
                    </a:lnTo>
                    <a:lnTo>
                      <a:pt x="932" y="500"/>
                    </a:lnTo>
                    <a:lnTo>
                      <a:pt x="932" y="504"/>
                    </a:lnTo>
                    <a:lnTo>
                      <a:pt x="928" y="504"/>
                    </a:lnTo>
                    <a:lnTo>
                      <a:pt x="928" y="500"/>
                    </a:lnTo>
                    <a:lnTo>
                      <a:pt x="924" y="500"/>
                    </a:lnTo>
                    <a:lnTo>
                      <a:pt x="920" y="500"/>
                    </a:lnTo>
                    <a:lnTo>
                      <a:pt x="924" y="500"/>
                    </a:lnTo>
                    <a:lnTo>
                      <a:pt x="924" y="504"/>
                    </a:lnTo>
                    <a:lnTo>
                      <a:pt x="920" y="504"/>
                    </a:lnTo>
                    <a:lnTo>
                      <a:pt x="920" y="500"/>
                    </a:lnTo>
                    <a:lnTo>
                      <a:pt x="924" y="504"/>
                    </a:lnTo>
                    <a:lnTo>
                      <a:pt x="920" y="504"/>
                    </a:lnTo>
                    <a:lnTo>
                      <a:pt x="918" y="504"/>
                    </a:lnTo>
                    <a:lnTo>
                      <a:pt x="918" y="508"/>
                    </a:lnTo>
                    <a:lnTo>
                      <a:pt x="914" y="508"/>
                    </a:lnTo>
                    <a:lnTo>
                      <a:pt x="910" y="508"/>
                    </a:lnTo>
                    <a:lnTo>
                      <a:pt x="906" y="508"/>
                    </a:lnTo>
                    <a:lnTo>
                      <a:pt x="902" y="508"/>
                    </a:lnTo>
                    <a:lnTo>
                      <a:pt x="898" y="508"/>
                    </a:lnTo>
                    <a:lnTo>
                      <a:pt x="898" y="504"/>
                    </a:lnTo>
                    <a:lnTo>
                      <a:pt x="894" y="504"/>
                    </a:lnTo>
                    <a:lnTo>
                      <a:pt x="890" y="504"/>
                    </a:lnTo>
                    <a:lnTo>
                      <a:pt x="888" y="500"/>
                    </a:lnTo>
                    <a:lnTo>
                      <a:pt x="888" y="496"/>
                    </a:lnTo>
                    <a:lnTo>
                      <a:pt x="890" y="494"/>
                    </a:lnTo>
                    <a:lnTo>
                      <a:pt x="888" y="490"/>
                    </a:lnTo>
                    <a:lnTo>
                      <a:pt x="890" y="490"/>
                    </a:lnTo>
                    <a:lnTo>
                      <a:pt x="894" y="486"/>
                    </a:lnTo>
                    <a:lnTo>
                      <a:pt x="898" y="486"/>
                    </a:lnTo>
                    <a:lnTo>
                      <a:pt x="902" y="486"/>
                    </a:lnTo>
                    <a:lnTo>
                      <a:pt x="898" y="482"/>
                    </a:lnTo>
                    <a:lnTo>
                      <a:pt x="902" y="482"/>
                    </a:lnTo>
                    <a:lnTo>
                      <a:pt x="898" y="478"/>
                    </a:lnTo>
                    <a:lnTo>
                      <a:pt x="902" y="478"/>
                    </a:lnTo>
                    <a:lnTo>
                      <a:pt x="906" y="478"/>
                    </a:lnTo>
                    <a:lnTo>
                      <a:pt x="910" y="482"/>
                    </a:lnTo>
                    <a:lnTo>
                      <a:pt x="914" y="482"/>
                    </a:lnTo>
                    <a:lnTo>
                      <a:pt x="918" y="482"/>
                    </a:lnTo>
                    <a:lnTo>
                      <a:pt x="920" y="482"/>
                    </a:lnTo>
                    <a:lnTo>
                      <a:pt x="920" y="486"/>
                    </a:lnTo>
                    <a:lnTo>
                      <a:pt x="924" y="486"/>
                    </a:lnTo>
                    <a:lnTo>
                      <a:pt x="928" y="490"/>
                    </a:lnTo>
                    <a:lnTo>
                      <a:pt x="924" y="490"/>
                    </a:lnTo>
                    <a:lnTo>
                      <a:pt x="924" y="494"/>
                    </a:lnTo>
                    <a:lnTo>
                      <a:pt x="928" y="494"/>
                    </a:lnTo>
                    <a:lnTo>
                      <a:pt x="928" y="496"/>
                    </a:lnTo>
                    <a:lnTo>
                      <a:pt x="928" y="494"/>
                    </a:lnTo>
                    <a:lnTo>
                      <a:pt x="924" y="494"/>
                    </a:lnTo>
                    <a:lnTo>
                      <a:pt x="928" y="494"/>
                    </a:lnTo>
                    <a:lnTo>
                      <a:pt x="928" y="490"/>
                    </a:lnTo>
                    <a:lnTo>
                      <a:pt x="932" y="490"/>
                    </a:lnTo>
                    <a:lnTo>
                      <a:pt x="932" y="486"/>
                    </a:lnTo>
                    <a:lnTo>
                      <a:pt x="928" y="486"/>
                    </a:lnTo>
                    <a:lnTo>
                      <a:pt x="928" y="490"/>
                    </a:lnTo>
                    <a:lnTo>
                      <a:pt x="928" y="486"/>
                    </a:lnTo>
                    <a:lnTo>
                      <a:pt x="924" y="486"/>
                    </a:lnTo>
                    <a:lnTo>
                      <a:pt x="920" y="486"/>
                    </a:lnTo>
                    <a:lnTo>
                      <a:pt x="920" y="482"/>
                    </a:lnTo>
                    <a:lnTo>
                      <a:pt x="924" y="482"/>
                    </a:lnTo>
                    <a:lnTo>
                      <a:pt x="928" y="482"/>
                    </a:lnTo>
                    <a:lnTo>
                      <a:pt x="932" y="482"/>
                    </a:lnTo>
                    <a:lnTo>
                      <a:pt x="936" y="482"/>
                    </a:lnTo>
                    <a:lnTo>
                      <a:pt x="940" y="482"/>
                    </a:lnTo>
                    <a:lnTo>
                      <a:pt x="944" y="478"/>
                    </a:lnTo>
                    <a:lnTo>
                      <a:pt x="948" y="478"/>
                    </a:lnTo>
                    <a:lnTo>
                      <a:pt x="950" y="478"/>
                    </a:lnTo>
                    <a:lnTo>
                      <a:pt x="954" y="478"/>
                    </a:lnTo>
                    <a:lnTo>
                      <a:pt x="954" y="474"/>
                    </a:lnTo>
                    <a:lnTo>
                      <a:pt x="950" y="474"/>
                    </a:lnTo>
                    <a:lnTo>
                      <a:pt x="950" y="470"/>
                    </a:lnTo>
                    <a:lnTo>
                      <a:pt x="948" y="470"/>
                    </a:lnTo>
                    <a:lnTo>
                      <a:pt x="948" y="466"/>
                    </a:lnTo>
                    <a:lnTo>
                      <a:pt x="944" y="466"/>
                    </a:lnTo>
                    <a:lnTo>
                      <a:pt x="944" y="464"/>
                    </a:lnTo>
                    <a:lnTo>
                      <a:pt x="940" y="464"/>
                    </a:lnTo>
                    <a:lnTo>
                      <a:pt x="944" y="460"/>
                    </a:lnTo>
                    <a:lnTo>
                      <a:pt x="948" y="460"/>
                    </a:lnTo>
                    <a:lnTo>
                      <a:pt x="950" y="456"/>
                    </a:lnTo>
                    <a:lnTo>
                      <a:pt x="954" y="452"/>
                    </a:lnTo>
                    <a:lnTo>
                      <a:pt x="958" y="448"/>
                    </a:lnTo>
                    <a:lnTo>
                      <a:pt x="962" y="448"/>
                    </a:lnTo>
                    <a:lnTo>
                      <a:pt x="962" y="444"/>
                    </a:lnTo>
                    <a:lnTo>
                      <a:pt x="966" y="440"/>
                    </a:lnTo>
                    <a:lnTo>
                      <a:pt x="970" y="440"/>
                    </a:lnTo>
                    <a:lnTo>
                      <a:pt x="970" y="436"/>
                    </a:lnTo>
                    <a:lnTo>
                      <a:pt x="974" y="436"/>
                    </a:lnTo>
                    <a:lnTo>
                      <a:pt x="974" y="434"/>
                    </a:lnTo>
                    <a:lnTo>
                      <a:pt x="970" y="434"/>
                    </a:lnTo>
                    <a:lnTo>
                      <a:pt x="970" y="430"/>
                    </a:lnTo>
                    <a:lnTo>
                      <a:pt x="970" y="426"/>
                    </a:lnTo>
                    <a:lnTo>
                      <a:pt x="966" y="426"/>
                    </a:lnTo>
                    <a:lnTo>
                      <a:pt x="966" y="422"/>
                    </a:lnTo>
                    <a:lnTo>
                      <a:pt x="970" y="422"/>
                    </a:lnTo>
                    <a:lnTo>
                      <a:pt x="966" y="422"/>
                    </a:lnTo>
                    <a:lnTo>
                      <a:pt x="966" y="418"/>
                    </a:lnTo>
                    <a:lnTo>
                      <a:pt x="962" y="418"/>
                    </a:lnTo>
                    <a:lnTo>
                      <a:pt x="962" y="414"/>
                    </a:lnTo>
                    <a:lnTo>
                      <a:pt x="962" y="410"/>
                    </a:lnTo>
                    <a:lnTo>
                      <a:pt x="958" y="410"/>
                    </a:lnTo>
                    <a:lnTo>
                      <a:pt x="954" y="410"/>
                    </a:lnTo>
                    <a:lnTo>
                      <a:pt x="954" y="408"/>
                    </a:lnTo>
                    <a:lnTo>
                      <a:pt x="958" y="408"/>
                    </a:lnTo>
                    <a:lnTo>
                      <a:pt x="954" y="408"/>
                    </a:lnTo>
                    <a:lnTo>
                      <a:pt x="954" y="410"/>
                    </a:lnTo>
                    <a:lnTo>
                      <a:pt x="950" y="408"/>
                    </a:lnTo>
                    <a:lnTo>
                      <a:pt x="950" y="404"/>
                    </a:lnTo>
                    <a:lnTo>
                      <a:pt x="950" y="400"/>
                    </a:lnTo>
                    <a:lnTo>
                      <a:pt x="948" y="400"/>
                    </a:lnTo>
                    <a:lnTo>
                      <a:pt x="950" y="404"/>
                    </a:lnTo>
                    <a:lnTo>
                      <a:pt x="948" y="404"/>
                    </a:lnTo>
                    <a:lnTo>
                      <a:pt x="944" y="404"/>
                    </a:lnTo>
                    <a:lnTo>
                      <a:pt x="940" y="400"/>
                    </a:lnTo>
                    <a:lnTo>
                      <a:pt x="936" y="400"/>
                    </a:lnTo>
                    <a:lnTo>
                      <a:pt x="936" y="396"/>
                    </a:lnTo>
                    <a:lnTo>
                      <a:pt x="940" y="396"/>
                    </a:lnTo>
                    <a:lnTo>
                      <a:pt x="936" y="396"/>
                    </a:lnTo>
                    <a:lnTo>
                      <a:pt x="940" y="396"/>
                    </a:lnTo>
                    <a:lnTo>
                      <a:pt x="936" y="396"/>
                    </a:lnTo>
                    <a:lnTo>
                      <a:pt x="936" y="392"/>
                    </a:lnTo>
                    <a:lnTo>
                      <a:pt x="932" y="392"/>
                    </a:lnTo>
                    <a:lnTo>
                      <a:pt x="936" y="392"/>
                    </a:lnTo>
                    <a:lnTo>
                      <a:pt x="940" y="392"/>
                    </a:lnTo>
                    <a:lnTo>
                      <a:pt x="940" y="388"/>
                    </a:lnTo>
                    <a:lnTo>
                      <a:pt x="936" y="388"/>
                    </a:lnTo>
                    <a:lnTo>
                      <a:pt x="932" y="392"/>
                    </a:lnTo>
                    <a:lnTo>
                      <a:pt x="928" y="392"/>
                    </a:lnTo>
                    <a:lnTo>
                      <a:pt x="924" y="392"/>
                    </a:lnTo>
                    <a:lnTo>
                      <a:pt x="924" y="396"/>
                    </a:lnTo>
                    <a:lnTo>
                      <a:pt x="920" y="396"/>
                    </a:lnTo>
                    <a:lnTo>
                      <a:pt x="918" y="396"/>
                    </a:lnTo>
                    <a:lnTo>
                      <a:pt x="918" y="400"/>
                    </a:lnTo>
                    <a:lnTo>
                      <a:pt x="914" y="400"/>
                    </a:lnTo>
                    <a:lnTo>
                      <a:pt x="910" y="400"/>
                    </a:lnTo>
                    <a:lnTo>
                      <a:pt x="910" y="396"/>
                    </a:lnTo>
                    <a:lnTo>
                      <a:pt x="914" y="396"/>
                    </a:lnTo>
                    <a:lnTo>
                      <a:pt x="910" y="396"/>
                    </a:lnTo>
                    <a:lnTo>
                      <a:pt x="910" y="392"/>
                    </a:lnTo>
                    <a:lnTo>
                      <a:pt x="914" y="388"/>
                    </a:lnTo>
                    <a:lnTo>
                      <a:pt x="918" y="388"/>
                    </a:lnTo>
                    <a:lnTo>
                      <a:pt x="918" y="392"/>
                    </a:lnTo>
                    <a:lnTo>
                      <a:pt x="920" y="392"/>
                    </a:lnTo>
                    <a:lnTo>
                      <a:pt x="920" y="388"/>
                    </a:lnTo>
                    <a:lnTo>
                      <a:pt x="924" y="388"/>
                    </a:lnTo>
                    <a:lnTo>
                      <a:pt x="924" y="384"/>
                    </a:lnTo>
                    <a:lnTo>
                      <a:pt x="920" y="384"/>
                    </a:lnTo>
                    <a:lnTo>
                      <a:pt x="920" y="380"/>
                    </a:lnTo>
                    <a:lnTo>
                      <a:pt x="918" y="380"/>
                    </a:lnTo>
                    <a:lnTo>
                      <a:pt x="914" y="380"/>
                    </a:lnTo>
                    <a:lnTo>
                      <a:pt x="910" y="378"/>
                    </a:lnTo>
                    <a:lnTo>
                      <a:pt x="914" y="374"/>
                    </a:lnTo>
                    <a:lnTo>
                      <a:pt x="918" y="374"/>
                    </a:lnTo>
                    <a:lnTo>
                      <a:pt x="914" y="374"/>
                    </a:lnTo>
                    <a:lnTo>
                      <a:pt x="910" y="374"/>
                    </a:lnTo>
                    <a:lnTo>
                      <a:pt x="914" y="374"/>
                    </a:lnTo>
                    <a:lnTo>
                      <a:pt x="910" y="378"/>
                    </a:lnTo>
                    <a:lnTo>
                      <a:pt x="906" y="378"/>
                    </a:lnTo>
                    <a:lnTo>
                      <a:pt x="902" y="374"/>
                    </a:lnTo>
                    <a:lnTo>
                      <a:pt x="906" y="374"/>
                    </a:lnTo>
                    <a:lnTo>
                      <a:pt x="910" y="374"/>
                    </a:lnTo>
                    <a:lnTo>
                      <a:pt x="906" y="370"/>
                    </a:lnTo>
                    <a:lnTo>
                      <a:pt x="902" y="370"/>
                    </a:lnTo>
                    <a:lnTo>
                      <a:pt x="906" y="366"/>
                    </a:lnTo>
                    <a:lnTo>
                      <a:pt x="902" y="366"/>
                    </a:lnTo>
                    <a:lnTo>
                      <a:pt x="902" y="370"/>
                    </a:lnTo>
                    <a:lnTo>
                      <a:pt x="898" y="370"/>
                    </a:lnTo>
                    <a:lnTo>
                      <a:pt x="898" y="374"/>
                    </a:lnTo>
                    <a:lnTo>
                      <a:pt x="894" y="374"/>
                    </a:lnTo>
                    <a:lnTo>
                      <a:pt x="894" y="370"/>
                    </a:lnTo>
                    <a:lnTo>
                      <a:pt x="894" y="366"/>
                    </a:lnTo>
                    <a:lnTo>
                      <a:pt x="894" y="362"/>
                    </a:lnTo>
                    <a:lnTo>
                      <a:pt x="894" y="358"/>
                    </a:lnTo>
                    <a:lnTo>
                      <a:pt x="890" y="358"/>
                    </a:lnTo>
                    <a:lnTo>
                      <a:pt x="888" y="358"/>
                    </a:lnTo>
                    <a:lnTo>
                      <a:pt x="888" y="362"/>
                    </a:lnTo>
                    <a:lnTo>
                      <a:pt x="884" y="358"/>
                    </a:lnTo>
                    <a:lnTo>
                      <a:pt x="884" y="354"/>
                    </a:lnTo>
                    <a:lnTo>
                      <a:pt x="884" y="358"/>
                    </a:lnTo>
                    <a:lnTo>
                      <a:pt x="880" y="354"/>
                    </a:lnTo>
                    <a:lnTo>
                      <a:pt x="876" y="354"/>
                    </a:lnTo>
                    <a:lnTo>
                      <a:pt x="876" y="350"/>
                    </a:lnTo>
                    <a:lnTo>
                      <a:pt x="880" y="350"/>
                    </a:lnTo>
                    <a:lnTo>
                      <a:pt x="876" y="350"/>
                    </a:lnTo>
                    <a:lnTo>
                      <a:pt x="876" y="348"/>
                    </a:lnTo>
                    <a:lnTo>
                      <a:pt x="876" y="350"/>
                    </a:lnTo>
                    <a:lnTo>
                      <a:pt x="876" y="354"/>
                    </a:lnTo>
                    <a:lnTo>
                      <a:pt x="872" y="354"/>
                    </a:lnTo>
                    <a:lnTo>
                      <a:pt x="868" y="354"/>
                    </a:lnTo>
                    <a:lnTo>
                      <a:pt x="872" y="354"/>
                    </a:lnTo>
                    <a:lnTo>
                      <a:pt x="872" y="358"/>
                    </a:lnTo>
                    <a:lnTo>
                      <a:pt x="876" y="358"/>
                    </a:lnTo>
                    <a:lnTo>
                      <a:pt x="880" y="358"/>
                    </a:lnTo>
                    <a:lnTo>
                      <a:pt x="880" y="362"/>
                    </a:lnTo>
                    <a:lnTo>
                      <a:pt x="880" y="366"/>
                    </a:lnTo>
                    <a:lnTo>
                      <a:pt x="880" y="370"/>
                    </a:lnTo>
                    <a:lnTo>
                      <a:pt x="876" y="370"/>
                    </a:lnTo>
                    <a:lnTo>
                      <a:pt x="872" y="370"/>
                    </a:lnTo>
                    <a:lnTo>
                      <a:pt x="868" y="370"/>
                    </a:lnTo>
                    <a:lnTo>
                      <a:pt x="864" y="370"/>
                    </a:lnTo>
                    <a:lnTo>
                      <a:pt x="864" y="366"/>
                    </a:lnTo>
                    <a:lnTo>
                      <a:pt x="862" y="366"/>
                    </a:lnTo>
                    <a:lnTo>
                      <a:pt x="858" y="366"/>
                    </a:lnTo>
                    <a:lnTo>
                      <a:pt x="854" y="366"/>
                    </a:lnTo>
                    <a:lnTo>
                      <a:pt x="850" y="366"/>
                    </a:lnTo>
                    <a:lnTo>
                      <a:pt x="850" y="362"/>
                    </a:lnTo>
                    <a:lnTo>
                      <a:pt x="846" y="362"/>
                    </a:lnTo>
                    <a:lnTo>
                      <a:pt x="842" y="362"/>
                    </a:lnTo>
                    <a:lnTo>
                      <a:pt x="838" y="362"/>
                    </a:lnTo>
                    <a:lnTo>
                      <a:pt x="838" y="366"/>
                    </a:lnTo>
                    <a:lnTo>
                      <a:pt x="842" y="366"/>
                    </a:lnTo>
                    <a:lnTo>
                      <a:pt x="846" y="366"/>
                    </a:lnTo>
                    <a:lnTo>
                      <a:pt x="846" y="370"/>
                    </a:lnTo>
                    <a:lnTo>
                      <a:pt x="850" y="370"/>
                    </a:lnTo>
                    <a:lnTo>
                      <a:pt x="854" y="374"/>
                    </a:lnTo>
                    <a:lnTo>
                      <a:pt x="850" y="374"/>
                    </a:lnTo>
                    <a:lnTo>
                      <a:pt x="846" y="374"/>
                    </a:lnTo>
                    <a:lnTo>
                      <a:pt x="846" y="370"/>
                    </a:lnTo>
                    <a:lnTo>
                      <a:pt x="842" y="370"/>
                    </a:lnTo>
                    <a:lnTo>
                      <a:pt x="842" y="366"/>
                    </a:lnTo>
                    <a:lnTo>
                      <a:pt x="838" y="366"/>
                    </a:lnTo>
                    <a:lnTo>
                      <a:pt x="834" y="366"/>
                    </a:lnTo>
                    <a:lnTo>
                      <a:pt x="834" y="362"/>
                    </a:lnTo>
                    <a:lnTo>
                      <a:pt x="832" y="362"/>
                    </a:lnTo>
                    <a:lnTo>
                      <a:pt x="828" y="362"/>
                    </a:lnTo>
                    <a:lnTo>
                      <a:pt x="824" y="358"/>
                    </a:lnTo>
                    <a:lnTo>
                      <a:pt x="820" y="358"/>
                    </a:lnTo>
                    <a:lnTo>
                      <a:pt x="824" y="358"/>
                    </a:lnTo>
                    <a:lnTo>
                      <a:pt x="824" y="362"/>
                    </a:lnTo>
                    <a:lnTo>
                      <a:pt x="828" y="362"/>
                    </a:lnTo>
                    <a:lnTo>
                      <a:pt x="832" y="362"/>
                    </a:lnTo>
                    <a:lnTo>
                      <a:pt x="834" y="366"/>
                    </a:lnTo>
                    <a:lnTo>
                      <a:pt x="838" y="366"/>
                    </a:lnTo>
                    <a:lnTo>
                      <a:pt x="838" y="370"/>
                    </a:lnTo>
                    <a:lnTo>
                      <a:pt x="834" y="370"/>
                    </a:lnTo>
                    <a:lnTo>
                      <a:pt x="832" y="370"/>
                    </a:lnTo>
                    <a:lnTo>
                      <a:pt x="828" y="370"/>
                    </a:lnTo>
                    <a:lnTo>
                      <a:pt x="824" y="370"/>
                    </a:lnTo>
                    <a:lnTo>
                      <a:pt x="820" y="366"/>
                    </a:lnTo>
                    <a:lnTo>
                      <a:pt x="816" y="366"/>
                    </a:lnTo>
                    <a:lnTo>
                      <a:pt x="812" y="366"/>
                    </a:lnTo>
                    <a:lnTo>
                      <a:pt x="808" y="366"/>
                    </a:lnTo>
                    <a:lnTo>
                      <a:pt x="806" y="366"/>
                    </a:lnTo>
                    <a:lnTo>
                      <a:pt x="802" y="366"/>
                    </a:lnTo>
                    <a:lnTo>
                      <a:pt x="798" y="366"/>
                    </a:lnTo>
                    <a:lnTo>
                      <a:pt x="794" y="366"/>
                    </a:lnTo>
                    <a:lnTo>
                      <a:pt x="790" y="362"/>
                    </a:lnTo>
                    <a:lnTo>
                      <a:pt x="786" y="362"/>
                    </a:lnTo>
                    <a:lnTo>
                      <a:pt x="782" y="362"/>
                    </a:lnTo>
                    <a:lnTo>
                      <a:pt x="778" y="362"/>
                    </a:lnTo>
                    <a:lnTo>
                      <a:pt x="778" y="366"/>
                    </a:lnTo>
                    <a:lnTo>
                      <a:pt x="782" y="362"/>
                    </a:lnTo>
                    <a:lnTo>
                      <a:pt x="786" y="366"/>
                    </a:lnTo>
                    <a:lnTo>
                      <a:pt x="790" y="366"/>
                    </a:lnTo>
                    <a:lnTo>
                      <a:pt x="786" y="366"/>
                    </a:lnTo>
                    <a:lnTo>
                      <a:pt x="782" y="366"/>
                    </a:lnTo>
                    <a:lnTo>
                      <a:pt x="778" y="366"/>
                    </a:lnTo>
                    <a:lnTo>
                      <a:pt x="776" y="366"/>
                    </a:lnTo>
                    <a:lnTo>
                      <a:pt x="776" y="362"/>
                    </a:lnTo>
                    <a:lnTo>
                      <a:pt x="772" y="362"/>
                    </a:lnTo>
                    <a:lnTo>
                      <a:pt x="772" y="358"/>
                    </a:lnTo>
                    <a:lnTo>
                      <a:pt x="768" y="354"/>
                    </a:lnTo>
                    <a:lnTo>
                      <a:pt x="772" y="354"/>
                    </a:lnTo>
                    <a:lnTo>
                      <a:pt x="776" y="354"/>
                    </a:lnTo>
                    <a:lnTo>
                      <a:pt x="772" y="354"/>
                    </a:lnTo>
                    <a:lnTo>
                      <a:pt x="772" y="350"/>
                    </a:lnTo>
                    <a:lnTo>
                      <a:pt x="772" y="354"/>
                    </a:lnTo>
                    <a:lnTo>
                      <a:pt x="768" y="354"/>
                    </a:lnTo>
                    <a:lnTo>
                      <a:pt x="768" y="358"/>
                    </a:lnTo>
                    <a:lnTo>
                      <a:pt x="764" y="358"/>
                    </a:lnTo>
                    <a:lnTo>
                      <a:pt x="764" y="354"/>
                    </a:lnTo>
                    <a:lnTo>
                      <a:pt x="760" y="354"/>
                    </a:lnTo>
                    <a:lnTo>
                      <a:pt x="764" y="354"/>
                    </a:lnTo>
                    <a:lnTo>
                      <a:pt x="764" y="358"/>
                    </a:lnTo>
                    <a:lnTo>
                      <a:pt x="760" y="358"/>
                    </a:lnTo>
                    <a:lnTo>
                      <a:pt x="756" y="358"/>
                    </a:lnTo>
                    <a:lnTo>
                      <a:pt x="752" y="358"/>
                    </a:lnTo>
                    <a:lnTo>
                      <a:pt x="756" y="358"/>
                    </a:lnTo>
                    <a:lnTo>
                      <a:pt x="752" y="358"/>
                    </a:lnTo>
                    <a:lnTo>
                      <a:pt x="748" y="358"/>
                    </a:lnTo>
                    <a:lnTo>
                      <a:pt x="746" y="358"/>
                    </a:lnTo>
                    <a:lnTo>
                      <a:pt x="748" y="358"/>
                    </a:lnTo>
                    <a:lnTo>
                      <a:pt x="748" y="354"/>
                    </a:lnTo>
                    <a:lnTo>
                      <a:pt x="746" y="354"/>
                    </a:lnTo>
                    <a:lnTo>
                      <a:pt x="742" y="354"/>
                    </a:lnTo>
                    <a:lnTo>
                      <a:pt x="738" y="354"/>
                    </a:lnTo>
                    <a:lnTo>
                      <a:pt x="738" y="350"/>
                    </a:lnTo>
                    <a:lnTo>
                      <a:pt x="734" y="350"/>
                    </a:lnTo>
                    <a:lnTo>
                      <a:pt x="734" y="348"/>
                    </a:lnTo>
                    <a:lnTo>
                      <a:pt x="732" y="348"/>
                    </a:lnTo>
                    <a:lnTo>
                      <a:pt x="732" y="344"/>
                    </a:lnTo>
                    <a:lnTo>
                      <a:pt x="734" y="340"/>
                    </a:lnTo>
                    <a:lnTo>
                      <a:pt x="732" y="340"/>
                    </a:lnTo>
                    <a:lnTo>
                      <a:pt x="728" y="340"/>
                    </a:lnTo>
                    <a:lnTo>
                      <a:pt x="728" y="336"/>
                    </a:lnTo>
                    <a:lnTo>
                      <a:pt x="732" y="340"/>
                    </a:lnTo>
                    <a:lnTo>
                      <a:pt x="734" y="340"/>
                    </a:lnTo>
                    <a:lnTo>
                      <a:pt x="738" y="340"/>
                    </a:lnTo>
                    <a:lnTo>
                      <a:pt x="742" y="340"/>
                    </a:lnTo>
                    <a:lnTo>
                      <a:pt x="746" y="340"/>
                    </a:lnTo>
                    <a:lnTo>
                      <a:pt x="748" y="344"/>
                    </a:lnTo>
                    <a:lnTo>
                      <a:pt x="752" y="340"/>
                    </a:lnTo>
                    <a:lnTo>
                      <a:pt x="756" y="340"/>
                    </a:lnTo>
                    <a:lnTo>
                      <a:pt x="760" y="340"/>
                    </a:lnTo>
                    <a:lnTo>
                      <a:pt x="764" y="340"/>
                    </a:lnTo>
                    <a:lnTo>
                      <a:pt x="760" y="340"/>
                    </a:lnTo>
                    <a:lnTo>
                      <a:pt x="756" y="340"/>
                    </a:lnTo>
                    <a:lnTo>
                      <a:pt x="756" y="336"/>
                    </a:lnTo>
                    <a:lnTo>
                      <a:pt x="752" y="336"/>
                    </a:lnTo>
                    <a:lnTo>
                      <a:pt x="752" y="332"/>
                    </a:lnTo>
                    <a:lnTo>
                      <a:pt x="748" y="332"/>
                    </a:lnTo>
                    <a:lnTo>
                      <a:pt x="748" y="336"/>
                    </a:lnTo>
                    <a:lnTo>
                      <a:pt x="746" y="332"/>
                    </a:lnTo>
                    <a:lnTo>
                      <a:pt x="742" y="332"/>
                    </a:lnTo>
                    <a:lnTo>
                      <a:pt x="738" y="332"/>
                    </a:lnTo>
                    <a:lnTo>
                      <a:pt x="734" y="332"/>
                    </a:lnTo>
                    <a:lnTo>
                      <a:pt x="732" y="332"/>
                    </a:lnTo>
                    <a:lnTo>
                      <a:pt x="728" y="332"/>
                    </a:lnTo>
                    <a:lnTo>
                      <a:pt x="724" y="332"/>
                    </a:lnTo>
                    <a:lnTo>
                      <a:pt x="724" y="328"/>
                    </a:lnTo>
                    <a:lnTo>
                      <a:pt x="720" y="324"/>
                    </a:lnTo>
                    <a:lnTo>
                      <a:pt x="724" y="324"/>
                    </a:lnTo>
                    <a:lnTo>
                      <a:pt x="724" y="322"/>
                    </a:lnTo>
                    <a:lnTo>
                      <a:pt x="724" y="318"/>
                    </a:lnTo>
                    <a:lnTo>
                      <a:pt x="720" y="318"/>
                    </a:lnTo>
                    <a:lnTo>
                      <a:pt x="720" y="314"/>
                    </a:lnTo>
                    <a:lnTo>
                      <a:pt x="724" y="314"/>
                    </a:lnTo>
                    <a:lnTo>
                      <a:pt x="724" y="310"/>
                    </a:lnTo>
                    <a:lnTo>
                      <a:pt x="728" y="310"/>
                    </a:lnTo>
                    <a:lnTo>
                      <a:pt x="724" y="310"/>
                    </a:lnTo>
                    <a:lnTo>
                      <a:pt x="724" y="306"/>
                    </a:lnTo>
                    <a:lnTo>
                      <a:pt x="724" y="302"/>
                    </a:lnTo>
                    <a:lnTo>
                      <a:pt x="724" y="298"/>
                    </a:lnTo>
                    <a:lnTo>
                      <a:pt x="728" y="298"/>
                    </a:lnTo>
                    <a:lnTo>
                      <a:pt x="728" y="294"/>
                    </a:lnTo>
                    <a:lnTo>
                      <a:pt x="732" y="294"/>
                    </a:lnTo>
                    <a:lnTo>
                      <a:pt x="732" y="288"/>
                    </a:lnTo>
                    <a:lnTo>
                      <a:pt x="732" y="284"/>
                    </a:lnTo>
                    <a:lnTo>
                      <a:pt x="734" y="280"/>
                    </a:lnTo>
                    <a:lnTo>
                      <a:pt x="738" y="280"/>
                    </a:lnTo>
                    <a:lnTo>
                      <a:pt x="738" y="276"/>
                    </a:lnTo>
                    <a:lnTo>
                      <a:pt x="742" y="276"/>
                    </a:lnTo>
                    <a:lnTo>
                      <a:pt x="742" y="272"/>
                    </a:lnTo>
                    <a:lnTo>
                      <a:pt x="746" y="272"/>
                    </a:lnTo>
                    <a:lnTo>
                      <a:pt x="748" y="272"/>
                    </a:lnTo>
                    <a:lnTo>
                      <a:pt x="748" y="268"/>
                    </a:lnTo>
                    <a:lnTo>
                      <a:pt x="752" y="268"/>
                    </a:lnTo>
                    <a:lnTo>
                      <a:pt x="756" y="268"/>
                    </a:lnTo>
                    <a:lnTo>
                      <a:pt x="760" y="264"/>
                    </a:lnTo>
                    <a:lnTo>
                      <a:pt x="764" y="264"/>
                    </a:lnTo>
                    <a:lnTo>
                      <a:pt x="768" y="264"/>
                    </a:lnTo>
                    <a:lnTo>
                      <a:pt x="772" y="264"/>
                    </a:lnTo>
                    <a:lnTo>
                      <a:pt x="776" y="264"/>
                    </a:lnTo>
                    <a:lnTo>
                      <a:pt x="782" y="264"/>
                    </a:lnTo>
                    <a:lnTo>
                      <a:pt x="786" y="264"/>
                    </a:lnTo>
                    <a:lnTo>
                      <a:pt x="790" y="264"/>
                    </a:lnTo>
                    <a:lnTo>
                      <a:pt x="794" y="268"/>
                    </a:lnTo>
                    <a:lnTo>
                      <a:pt x="790" y="268"/>
                    </a:lnTo>
                    <a:lnTo>
                      <a:pt x="786" y="272"/>
                    </a:lnTo>
                    <a:lnTo>
                      <a:pt x="782" y="276"/>
                    </a:lnTo>
                    <a:lnTo>
                      <a:pt x="778" y="276"/>
                    </a:lnTo>
                    <a:lnTo>
                      <a:pt x="778" y="280"/>
                    </a:lnTo>
                    <a:lnTo>
                      <a:pt x="776" y="280"/>
                    </a:lnTo>
                    <a:lnTo>
                      <a:pt x="776" y="284"/>
                    </a:lnTo>
                    <a:lnTo>
                      <a:pt x="776" y="288"/>
                    </a:lnTo>
                    <a:lnTo>
                      <a:pt x="772" y="288"/>
                    </a:lnTo>
                    <a:lnTo>
                      <a:pt x="768" y="292"/>
                    </a:lnTo>
                    <a:lnTo>
                      <a:pt x="768" y="294"/>
                    </a:lnTo>
                    <a:lnTo>
                      <a:pt x="768" y="298"/>
                    </a:lnTo>
                    <a:lnTo>
                      <a:pt x="772" y="298"/>
                    </a:lnTo>
                    <a:lnTo>
                      <a:pt x="772" y="302"/>
                    </a:lnTo>
                    <a:lnTo>
                      <a:pt x="776" y="302"/>
                    </a:lnTo>
                    <a:lnTo>
                      <a:pt x="772" y="306"/>
                    </a:lnTo>
                    <a:lnTo>
                      <a:pt x="772" y="310"/>
                    </a:lnTo>
                    <a:lnTo>
                      <a:pt x="772" y="314"/>
                    </a:lnTo>
                    <a:lnTo>
                      <a:pt x="776" y="318"/>
                    </a:lnTo>
                    <a:lnTo>
                      <a:pt x="776" y="322"/>
                    </a:lnTo>
                    <a:lnTo>
                      <a:pt x="778" y="322"/>
                    </a:lnTo>
                    <a:lnTo>
                      <a:pt x="786" y="328"/>
                    </a:lnTo>
                    <a:lnTo>
                      <a:pt x="790" y="328"/>
                    </a:lnTo>
                    <a:lnTo>
                      <a:pt x="794" y="328"/>
                    </a:lnTo>
                    <a:lnTo>
                      <a:pt x="794" y="332"/>
                    </a:lnTo>
                    <a:lnTo>
                      <a:pt x="790" y="332"/>
                    </a:lnTo>
                    <a:lnTo>
                      <a:pt x="786" y="336"/>
                    </a:lnTo>
                    <a:lnTo>
                      <a:pt x="782" y="336"/>
                    </a:lnTo>
                    <a:lnTo>
                      <a:pt x="778" y="336"/>
                    </a:lnTo>
                    <a:lnTo>
                      <a:pt x="776" y="336"/>
                    </a:lnTo>
                    <a:lnTo>
                      <a:pt x="776" y="340"/>
                    </a:lnTo>
                    <a:lnTo>
                      <a:pt x="772" y="340"/>
                    </a:lnTo>
                    <a:lnTo>
                      <a:pt x="768" y="340"/>
                    </a:lnTo>
                    <a:lnTo>
                      <a:pt x="772" y="340"/>
                    </a:lnTo>
                    <a:lnTo>
                      <a:pt x="776" y="340"/>
                    </a:lnTo>
                    <a:lnTo>
                      <a:pt x="778" y="340"/>
                    </a:lnTo>
                    <a:lnTo>
                      <a:pt x="778" y="336"/>
                    </a:lnTo>
                    <a:lnTo>
                      <a:pt x="782" y="336"/>
                    </a:lnTo>
                    <a:lnTo>
                      <a:pt x="786" y="336"/>
                    </a:lnTo>
                    <a:lnTo>
                      <a:pt x="790" y="336"/>
                    </a:lnTo>
                    <a:lnTo>
                      <a:pt x="794" y="336"/>
                    </a:lnTo>
                    <a:lnTo>
                      <a:pt x="794" y="340"/>
                    </a:lnTo>
                    <a:lnTo>
                      <a:pt x="794" y="336"/>
                    </a:lnTo>
                    <a:lnTo>
                      <a:pt x="790" y="336"/>
                    </a:lnTo>
                    <a:lnTo>
                      <a:pt x="790" y="340"/>
                    </a:lnTo>
                    <a:lnTo>
                      <a:pt x="794" y="340"/>
                    </a:lnTo>
                    <a:lnTo>
                      <a:pt x="794" y="344"/>
                    </a:lnTo>
                    <a:lnTo>
                      <a:pt x="794" y="340"/>
                    </a:lnTo>
                    <a:lnTo>
                      <a:pt x="794" y="336"/>
                    </a:lnTo>
                    <a:lnTo>
                      <a:pt x="794" y="332"/>
                    </a:lnTo>
                    <a:lnTo>
                      <a:pt x="794" y="328"/>
                    </a:lnTo>
                    <a:lnTo>
                      <a:pt x="798" y="328"/>
                    </a:lnTo>
                    <a:lnTo>
                      <a:pt x="798" y="324"/>
                    </a:lnTo>
                    <a:lnTo>
                      <a:pt x="798" y="322"/>
                    </a:lnTo>
                    <a:lnTo>
                      <a:pt x="794" y="322"/>
                    </a:lnTo>
                    <a:lnTo>
                      <a:pt x="794" y="324"/>
                    </a:lnTo>
                    <a:lnTo>
                      <a:pt x="790" y="324"/>
                    </a:lnTo>
                    <a:lnTo>
                      <a:pt x="790" y="322"/>
                    </a:lnTo>
                    <a:lnTo>
                      <a:pt x="786" y="322"/>
                    </a:lnTo>
                    <a:lnTo>
                      <a:pt x="782" y="322"/>
                    </a:lnTo>
                    <a:lnTo>
                      <a:pt x="786" y="322"/>
                    </a:lnTo>
                    <a:lnTo>
                      <a:pt x="786" y="318"/>
                    </a:lnTo>
                    <a:lnTo>
                      <a:pt x="782" y="318"/>
                    </a:lnTo>
                    <a:lnTo>
                      <a:pt x="778" y="314"/>
                    </a:lnTo>
                    <a:lnTo>
                      <a:pt x="776" y="314"/>
                    </a:lnTo>
                    <a:lnTo>
                      <a:pt x="778" y="314"/>
                    </a:lnTo>
                    <a:lnTo>
                      <a:pt x="782" y="314"/>
                    </a:lnTo>
                    <a:lnTo>
                      <a:pt x="786" y="314"/>
                    </a:lnTo>
                    <a:lnTo>
                      <a:pt x="786" y="310"/>
                    </a:lnTo>
                    <a:lnTo>
                      <a:pt x="786" y="306"/>
                    </a:lnTo>
                    <a:lnTo>
                      <a:pt x="790" y="306"/>
                    </a:lnTo>
                    <a:lnTo>
                      <a:pt x="794" y="306"/>
                    </a:lnTo>
                    <a:lnTo>
                      <a:pt x="794" y="310"/>
                    </a:lnTo>
                    <a:lnTo>
                      <a:pt x="798" y="310"/>
                    </a:lnTo>
                    <a:lnTo>
                      <a:pt x="802" y="314"/>
                    </a:lnTo>
                    <a:lnTo>
                      <a:pt x="802" y="318"/>
                    </a:lnTo>
                    <a:lnTo>
                      <a:pt x="806" y="318"/>
                    </a:lnTo>
                    <a:lnTo>
                      <a:pt x="806" y="314"/>
                    </a:lnTo>
                    <a:lnTo>
                      <a:pt x="802" y="314"/>
                    </a:lnTo>
                    <a:lnTo>
                      <a:pt x="802" y="310"/>
                    </a:lnTo>
                    <a:lnTo>
                      <a:pt x="798" y="310"/>
                    </a:lnTo>
                    <a:lnTo>
                      <a:pt x="794" y="310"/>
                    </a:lnTo>
                    <a:lnTo>
                      <a:pt x="794" y="306"/>
                    </a:lnTo>
                    <a:lnTo>
                      <a:pt x="798" y="306"/>
                    </a:lnTo>
                    <a:lnTo>
                      <a:pt x="802" y="302"/>
                    </a:lnTo>
                    <a:lnTo>
                      <a:pt x="798" y="302"/>
                    </a:lnTo>
                    <a:lnTo>
                      <a:pt x="798" y="306"/>
                    </a:lnTo>
                    <a:lnTo>
                      <a:pt x="794" y="306"/>
                    </a:lnTo>
                    <a:lnTo>
                      <a:pt x="794" y="302"/>
                    </a:lnTo>
                    <a:lnTo>
                      <a:pt x="790" y="302"/>
                    </a:lnTo>
                    <a:lnTo>
                      <a:pt x="790" y="306"/>
                    </a:lnTo>
                    <a:lnTo>
                      <a:pt x="786" y="302"/>
                    </a:lnTo>
                    <a:lnTo>
                      <a:pt x="782" y="302"/>
                    </a:lnTo>
                    <a:lnTo>
                      <a:pt x="782" y="298"/>
                    </a:lnTo>
                    <a:lnTo>
                      <a:pt x="786" y="298"/>
                    </a:lnTo>
                    <a:lnTo>
                      <a:pt x="782" y="298"/>
                    </a:lnTo>
                    <a:lnTo>
                      <a:pt x="782" y="294"/>
                    </a:lnTo>
                    <a:lnTo>
                      <a:pt x="782" y="292"/>
                    </a:lnTo>
                    <a:lnTo>
                      <a:pt x="782" y="288"/>
                    </a:lnTo>
                    <a:lnTo>
                      <a:pt x="786" y="288"/>
                    </a:lnTo>
                    <a:lnTo>
                      <a:pt x="790" y="292"/>
                    </a:lnTo>
                    <a:lnTo>
                      <a:pt x="794" y="292"/>
                    </a:lnTo>
                    <a:lnTo>
                      <a:pt x="798" y="292"/>
                    </a:lnTo>
                    <a:lnTo>
                      <a:pt x="802" y="292"/>
                    </a:lnTo>
                    <a:lnTo>
                      <a:pt x="802" y="294"/>
                    </a:lnTo>
                    <a:lnTo>
                      <a:pt x="806" y="294"/>
                    </a:lnTo>
                    <a:lnTo>
                      <a:pt x="802" y="294"/>
                    </a:lnTo>
                    <a:lnTo>
                      <a:pt x="802" y="292"/>
                    </a:lnTo>
                    <a:lnTo>
                      <a:pt x="798" y="292"/>
                    </a:lnTo>
                    <a:lnTo>
                      <a:pt x="794" y="292"/>
                    </a:lnTo>
                    <a:lnTo>
                      <a:pt x="794" y="288"/>
                    </a:lnTo>
                    <a:lnTo>
                      <a:pt x="790" y="288"/>
                    </a:lnTo>
                    <a:lnTo>
                      <a:pt x="782" y="288"/>
                    </a:lnTo>
                    <a:lnTo>
                      <a:pt x="786" y="284"/>
                    </a:lnTo>
                    <a:lnTo>
                      <a:pt x="786" y="288"/>
                    </a:lnTo>
                    <a:lnTo>
                      <a:pt x="790" y="288"/>
                    </a:lnTo>
                    <a:lnTo>
                      <a:pt x="790" y="284"/>
                    </a:lnTo>
                    <a:lnTo>
                      <a:pt x="794" y="284"/>
                    </a:lnTo>
                    <a:lnTo>
                      <a:pt x="794" y="288"/>
                    </a:lnTo>
                    <a:lnTo>
                      <a:pt x="798" y="288"/>
                    </a:lnTo>
                    <a:lnTo>
                      <a:pt x="802" y="288"/>
                    </a:lnTo>
                    <a:lnTo>
                      <a:pt x="806" y="288"/>
                    </a:lnTo>
                    <a:lnTo>
                      <a:pt x="808" y="288"/>
                    </a:lnTo>
                    <a:lnTo>
                      <a:pt x="812" y="288"/>
                    </a:lnTo>
                    <a:lnTo>
                      <a:pt x="808" y="288"/>
                    </a:lnTo>
                    <a:lnTo>
                      <a:pt x="806" y="288"/>
                    </a:lnTo>
                    <a:lnTo>
                      <a:pt x="802" y="288"/>
                    </a:lnTo>
                    <a:lnTo>
                      <a:pt x="802" y="284"/>
                    </a:lnTo>
                    <a:lnTo>
                      <a:pt x="798" y="284"/>
                    </a:lnTo>
                    <a:lnTo>
                      <a:pt x="794" y="284"/>
                    </a:lnTo>
                    <a:lnTo>
                      <a:pt x="790" y="284"/>
                    </a:lnTo>
                    <a:lnTo>
                      <a:pt x="790" y="280"/>
                    </a:lnTo>
                    <a:lnTo>
                      <a:pt x="794" y="280"/>
                    </a:lnTo>
                    <a:lnTo>
                      <a:pt x="794" y="276"/>
                    </a:lnTo>
                    <a:lnTo>
                      <a:pt x="798" y="280"/>
                    </a:lnTo>
                    <a:lnTo>
                      <a:pt x="802" y="280"/>
                    </a:lnTo>
                    <a:lnTo>
                      <a:pt x="798" y="280"/>
                    </a:lnTo>
                    <a:lnTo>
                      <a:pt x="798" y="276"/>
                    </a:lnTo>
                    <a:lnTo>
                      <a:pt x="802" y="276"/>
                    </a:lnTo>
                    <a:lnTo>
                      <a:pt x="806" y="276"/>
                    </a:lnTo>
                    <a:lnTo>
                      <a:pt x="808" y="276"/>
                    </a:lnTo>
                    <a:lnTo>
                      <a:pt x="808" y="280"/>
                    </a:lnTo>
                    <a:lnTo>
                      <a:pt x="812" y="280"/>
                    </a:lnTo>
                    <a:lnTo>
                      <a:pt x="812" y="276"/>
                    </a:lnTo>
                    <a:lnTo>
                      <a:pt x="808" y="276"/>
                    </a:lnTo>
                    <a:lnTo>
                      <a:pt x="806" y="276"/>
                    </a:lnTo>
                    <a:lnTo>
                      <a:pt x="806" y="272"/>
                    </a:lnTo>
                    <a:lnTo>
                      <a:pt x="808" y="272"/>
                    </a:lnTo>
                    <a:lnTo>
                      <a:pt x="812" y="272"/>
                    </a:lnTo>
                    <a:lnTo>
                      <a:pt x="816" y="268"/>
                    </a:lnTo>
                    <a:lnTo>
                      <a:pt x="820" y="268"/>
                    </a:lnTo>
                    <a:lnTo>
                      <a:pt x="824" y="268"/>
                    </a:lnTo>
                    <a:lnTo>
                      <a:pt x="828" y="268"/>
                    </a:lnTo>
                    <a:lnTo>
                      <a:pt x="832" y="268"/>
                    </a:lnTo>
                    <a:lnTo>
                      <a:pt x="834" y="268"/>
                    </a:lnTo>
                    <a:lnTo>
                      <a:pt x="838" y="268"/>
                    </a:lnTo>
                    <a:lnTo>
                      <a:pt x="842" y="268"/>
                    </a:lnTo>
                    <a:lnTo>
                      <a:pt x="846" y="272"/>
                    </a:lnTo>
                    <a:lnTo>
                      <a:pt x="846" y="276"/>
                    </a:lnTo>
                    <a:lnTo>
                      <a:pt x="846" y="280"/>
                    </a:lnTo>
                    <a:lnTo>
                      <a:pt x="850" y="284"/>
                    </a:lnTo>
                    <a:lnTo>
                      <a:pt x="854" y="284"/>
                    </a:lnTo>
                    <a:lnTo>
                      <a:pt x="854" y="288"/>
                    </a:lnTo>
                    <a:lnTo>
                      <a:pt x="854" y="292"/>
                    </a:lnTo>
                    <a:lnTo>
                      <a:pt x="858" y="292"/>
                    </a:lnTo>
                    <a:lnTo>
                      <a:pt x="858" y="294"/>
                    </a:lnTo>
                    <a:lnTo>
                      <a:pt x="854" y="298"/>
                    </a:lnTo>
                    <a:lnTo>
                      <a:pt x="850" y="302"/>
                    </a:lnTo>
                    <a:lnTo>
                      <a:pt x="846" y="306"/>
                    </a:lnTo>
                    <a:lnTo>
                      <a:pt x="842" y="306"/>
                    </a:lnTo>
                    <a:lnTo>
                      <a:pt x="846" y="306"/>
                    </a:lnTo>
                    <a:lnTo>
                      <a:pt x="850" y="302"/>
                    </a:lnTo>
                    <a:lnTo>
                      <a:pt x="854" y="302"/>
                    </a:lnTo>
                    <a:lnTo>
                      <a:pt x="858" y="302"/>
                    </a:lnTo>
                    <a:lnTo>
                      <a:pt x="854" y="302"/>
                    </a:lnTo>
                    <a:lnTo>
                      <a:pt x="854" y="306"/>
                    </a:lnTo>
                    <a:lnTo>
                      <a:pt x="850" y="306"/>
                    </a:lnTo>
                    <a:lnTo>
                      <a:pt x="850" y="310"/>
                    </a:lnTo>
                    <a:lnTo>
                      <a:pt x="854" y="310"/>
                    </a:lnTo>
                    <a:lnTo>
                      <a:pt x="854" y="314"/>
                    </a:lnTo>
                    <a:lnTo>
                      <a:pt x="854" y="310"/>
                    </a:lnTo>
                    <a:lnTo>
                      <a:pt x="850" y="314"/>
                    </a:lnTo>
                    <a:lnTo>
                      <a:pt x="846" y="314"/>
                    </a:lnTo>
                    <a:lnTo>
                      <a:pt x="850" y="314"/>
                    </a:lnTo>
                    <a:lnTo>
                      <a:pt x="850" y="318"/>
                    </a:lnTo>
                    <a:lnTo>
                      <a:pt x="854" y="318"/>
                    </a:lnTo>
                    <a:lnTo>
                      <a:pt x="854" y="314"/>
                    </a:lnTo>
                    <a:lnTo>
                      <a:pt x="858" y="314"/>
                    </a:lnTo>
                    <a:lnTo>
                      <a:pt x="858" y="310"/>
                    </a:lnTo>
                    <a:lnTo>
                      <a:pt x="862" y="310"/>
                    </a:lnTo>
                    <a:lnTo>
                      <a:pt x="858" y="310"/>
                    </a:lnTo>
                    <a:lnTo>
                      <a:pt x="858" y="306"/>
                    </a:lnTo>
                    <a:lnTo>
                      <a:pt x="862" y="306"/>
                    </a:lnTo>
                    <a:lnTo>
                      <a:pt x="862" y="310"/>
                    </a:lnTo>
                    <a:lnTo>
                      <a:pt x="864" y="310"/>
                    </a:lnTo>
                    <a:lnTo>
                      <a:pt x="868" y="310"/>
                    </a:lnTo>
                    <a:lnTo>
                      <a:pt x="864" y="310"/>
                    </a:lnTo>
                    <a:lnTo>
                      <a:pt x="862" y="306"/>
                    </a:lnTo>
                    <a:lnTo>
                      <a:pt x="862" y="302"/>
                    </a:lnTo>
                    <a:lnTo>
                      <a:pt x="864" y="302"/>
                    </a:lnTo>
                    <a:lnTo>
                      <a:pt x="868" y="302"/>
                    </a:lnTo>
                    <a:lnTo>
                      <a:pt x="864" y="302"/>
                    </a:lnTo>
                    <a:lnTo>
                      <a:pt x="868" y="302"/>
                    </a:lnTo>
                    <a:lnTo>
                      <a:pt x="868" y="306"/>
                    </a:lnTo>
                    <a:lnTo>
                      <a:pt x="864" y="306"/>
                    </a:lnTo>
                    <a:lnTo>
                      <a:pt x="864" y="310"/>
                    </a:lnTo>
                    <a:lnTo>
                      <a:pt x="868" y="310"/>
                    </a:lnTo>
                    <a:lnTo>
                      <a:pt x="868" y="306"/>
                    </a:lnTo>
                    <a:lnTo>
                      <a:pt x="872" y="302"/>
                    </a:lnTo>
                    <a:lnTo>
                      <a:pt x="876" y="306"/>
                    </a:lnTo>
                    <a:lnTo>
                      <a:pt x="876" y="310"/>
                    </a:lnTo>
                    <a:lnTo>
                      <a:pt x="876" y="314"/>
                    </a:lnTo>
                    <a:lnTo>
                      <a:pt x="872" y="314"/>
                    </a:lnTo>
                    <a:lnTo>
                      <a:pt x="876" y="314"/>
                    </a:lnTo>
                    <a:lnTo>
                      <a:pt x="880" y="318"/>
                    </a:lnTo>
                    <a:lnTo>
                      <a:pt x="884" y="318"/>
                    </a:lnTo>
                    <a:lnTo>
                      <a:pt x="880" y="314"/>
                    </a:lnTo>
                    <a:lnTo>
                      <a:pt x="880" y="310"/>
                    </a:lnTo>
                    <a:lnTo>
                      <a:pt x="884" y="310"/>
                    </a:lnTo>
                    <a:lnTo>
                      <a:pt x="884" y="314"/>
                    </a:lnTo>
                    <a:lnTo>
                      <a:pt x="888" y="314"/>
                    </a:lnTo>
                    <a:lnTo>
                      <a:pt x="888" y="318"/>
                    </a:lnTo>
                    <a:lnTo>
                      <a:pt x="890" y="318"/>
                    </a:lnTo>
                    <a:lnTo>
                      <a:pt x="890" y="322"/>
                    </a:lnTo>
                    <a:lnTo>
                      <a:pt x="890" y="318"/>
                    </a:lnTo>
                    <a:lnTo>
                      <a:pt x="888" y="318"/>
                    </a:lnTo>
                    <a:lnTo>
                      <a:pt x="888" y="314"/>
                    </a:lnTo>
                    <a:lnTo>
                      <a:pt x="890" y="318"/>
                    </a:lnTo>
                    <a:lnTo>
                      <a:pt x="894" y="322"/>
                    </a:lnTo>
                    <a:lnTo>
                      <a:pt x="894" y="318"/>
                    </a:lnTo>
                    <a:lnTo>
                      <a:pt x="890" y="318"/>
                    </a:lnTo>
                    <a:lnTo>
                      <a:pt x="890" y="314"/>
                    </a:lnTo>
                    <a:lnTo>
                      <a:pt x="888" y="314"/>
                    </a:lnTo>
                    <a:lnTo>
                      <a:pt x="888" y="310"/>
                    </a:lnTo>
                    <a:lnTo>
                      <a:pt x="884" y="310"/>
                    </a:lnTo>
                    <a:lnTo>
                      <a:pt x="880" y="310"/>
                    </a:lnTo>
                    <a:lnTo>
                      <a:pt x="880" y="306"/>
                    </a:lnTo>
                    <a:lnTo>
                      <a:pt x="884" y="306"/>
                    </a:lnTo>
                    <a:lnTo>
                      <a:pt x="884" y="310"/>
                    </a:lnTo>
                    <a:lnTo>
                      <a:pt x="888" y="310"/>
                    </a:lnTo>
                    <a:lnTo>
                      <a:pt x="884" y="310"/>
                    </a:lnTo>
                    <a:lnTo>
                      <a:pt x="884" y="306"/>
                    </a:lnTo>
                    <a:lnTo>
                      <a:pt x="888" y="306"/>
                    </a:lnTo>
                    <a:lnTo>
                      <a:pt x="890" y="306"/>
                    </a:lnTo>
                    <a:lnTo>
                      <a:pt x="894" y="306"/>
                    </a:lnTo>
                    <a:lnTo>
                      <a:pt x="894" y="310"/>
                    </a:lnTo>
                    <a:lnTo>
                      <a:pt x="898" y="310"/>
                    </a:lnTo>
                    <a:lnTo>
                      <a:pt x="902" y="310"/>
                    </a:lnTo>
                    <a:lnTo>
                      <a:pt x="906" y="310"/>
                    </a:lnTo>
                    <a:lnTo>
                      <a:pt x="902" y="310"/>
                    </a:lnTo>
                    <a:lnTo>
                      <a:pt x="898" y="310"/>
                    </a:lnTo>
                    <a:lnTo>
                      <a:pt x="894" y="310"/>
                    </a:lnTo>
                    <a:lnTo>
                      <a:pt x="894" y="306"/>
                    </a:lnTo>
                    <a:lnTo>
                      <a:pt x="890" y="306"/>
                    </a:lnTo>
                    <a:lnTo>
                      <a:pt x="888" y="306"/>
                    </a:lnTo>
                    <a:lnTo>
                      <a:pt x="884" y="302"/>
                    </a:lnTo>
                    <a:lnTo>
                      <a:pt x="884" y="298"/>
                    </a:lnTo>
                    <a:lnTo>
                      <a:pt x="888" y="298"/>
                    </a:lnTo>
                    <a:lnTo>
                      <a:pt x="890" y="294"/>
                    </a:lnTo>
                    <a:lnTo>
                      <a:pt x="894" y="294"/>
                    </a:lnTo>
                    <a:lnTo>
                      <a:pt x="898" y="294"/>
                    </a:lnTo>
                    <a:lnTo>
                      <a:pt x="902" y="294"/>
                    </a:lnTo>
                    <a:lnTo>
                      <a:pt x="906" y="294"/>
                    </a:lnTo>
                    <a:lnTo>
                      <a:pt x="910" y="294"/>
                    </a:lnTo>
                    <a:lnTo>
                      <a:pt x="910" y="298"/>
                    </a:lnTo>
                    <a:lnTo>
                      <a:pt x="914" y="298"/>
                    </a:lnTo>
                    <a:lnTo>
                      <a:pt x="918" y="298"/>
                    </a:lnTo>
                    <a:lnTo>
                      <a:pt x="918" y="302"/>
                    </a:lnTo>
                    <a:lnTo>
                      <a:pt x="918" y="298"/>
                    </a:lnTo>
                    <a:lnTo>
                      <a:pt x="920" y="298"/>
                    </a:lnTo>
                    <a:lnTo>
                      <a:pt x="924" y="298"/>
                    </a:lnTo>
                    <a:lnTo>
                      <a:pt x="928" y="298"/>
                    </a:lnTo>
                    <a:lnTo>
                      <a:pt x="928" y="302"/>
                    </a:lnTo>
                    <a:lnTo>
                      <a:pt x="932" y="302"/>
                    </a:lnTo>
                    <a:lnTo>
                      <a:pt x="932" y="306"/>
                    </a:lnTo>
                    <a:lnTo>
                      <a:pt x="936" y="306"/>
                    </a:lnTo>
                    <a:lnTo>
                      <a:pt x="932" y="310"/>
                    </a:lnTo>
                    <a:lnTo>
                      <a:pt x="928" y="310"/>
                    </a:lnTo>
                    <a:lnTo>
                      <a:pt x="924" y="310"/>
                    </a:lnTo>
                    <a:lnTo>
                      <a:pt x="920" y="310"/>
                    </a:lnTo>
                    <a:lnTo>
                      <a:pt x="920" y="314"/>
                    </a:lnTo>
                    <a:lnTo>
                      <a:pt x="918" y="314"/>
                    </a:lnTo>
                    <a:lnTo>
                      <a:pt x="914" y="318"/>
                    </a:lnTo>
                    <a:lnTo>
                      <a:pt x="918" y="314"/>
                    </a:lnTo>
                    <a:lnTo>
                      <a:pt x="920" y="314"/>
                    </a:lnTo>
                    <a:lnTo>
                      <a:pt x="920" y="310"/>
                    </a:lnTo>
                    <a:lnTo>
                      <a:pt x="924" y="310"/>
                    </a:lnTo>
                    <a:lnTo>
                      <a:pt x="928" y="310"/>
                    </a:lnTo>
                    <a:lnTo>
                      <a:pt x="932" y="314"/>
                    </a:lnTo>
                    <a:lnTo>
                      <a:pt x="928" y="314"/>
                    </a:lnTo>
                    <a:lnTo>
                      <a:pt x="924" y="314"/>
                    </a:lnTo>
                    <a:lnTo>
                      <a:pt x="924" y="318"/>
                    </a:lnTo>
                    <a:lnTo>
                      <a:pt x="920" y="322"/>
                    </a:lnTo>
                    <a:lnTo>
                      <a:pt x="918" y="322"/>
                    </a:lnTo>
                    <a:lnTo>
                      <a:pt x="920" y="322"/>
                    </a:lnTo>
                    <a:lnTo>
                      <a:pt x="924" y="318"/>
                    </a:lnTo>
                    <a:lnTo>
                      <a:pt x="924" y="314"/>
                    </a:lnTo>
                    <a:lnTo>
                      <a:pt x="928" y="314"/>
                    </a:lnTo>
                    <a:lnTo>
                      <a:pt x="932" y="314"/>
                    </a:lnTo>
                    <a:lnTo>
                      <a:pt x="932" y="310"/>
                    </a:lnTo>
                    <a:lnTo>
                      <a:pt x="936" y="310"/>
                    </a:lnTo>
                    <a:lnTo>
                      <a:pt x="940" y="310"/>
                    </a:lnTo>
                    <a:lnTo>
                      <a:pt x="944" y="314"/>
                    </a:lnTo>
                    <a:lnTo>
                      <a:pt x="948" y="314"/>
                    </a:lnTo>
                    <a:lnTo>
                      <a:pt x="948" y="318"/>
                    </a:lnTo>
                    <a:lnTo>
                      <a:pt x="944" y="318"/>
                    </a:lnTo>
                    <a:lnTo>
                      <a:pt x="944" y="322"/>
                    </a:lnTo>
                    <a:lnTo>
                      <a:pt x="940" y="318"/>
                    </a:lnTo>
                    <a:lnTo>
                      <a:pt x="940" y="322"/>
                    </a:lnTo>
                    <a:lnTo>
                      <a:pt x="936" y="322"/>
                    </a:lnTo>
                    <a:lnTo>
                      <a:pt x="932" y="322"/>
                    </a:lnTo>
                    <a:lnTo>
                      <a:pt x="928" y="322"/>
                    </a:lnTo>
                    <a:lnTo>
                      <a:pt x="932" y="322"/>
                    </a:lnTo>
                    <a:lnTo>
                      <a:pt x="936" y="322"/>
                    </a:lnTo>
                    <a:lnTo>
                      <a:pt x="932" y="324"/>
                    </a:lnTo>
                    <a:lnTo>
                      <a:pt x="928" y="324"/>
                    </a:lnTo>
                    <a:lnTo>
                      <a:pt x="932" y="324"/>
                    </a:lnTo>
                    <a:lnTo>
                      <a:pt x="936" y="324"/>
                    </a:lnTo>
                    <a:lnTo>
                      <a:pt x="936" y="322"/>
                    </a:lnTo>
                    <a:lnTo>
                      <a:pt x="940" y="322"/>
                    </a:lnTo>
                    <a:lnTo>
                      <a:pt x="940" y="324"/>
                    </a:lnTo>
                    <a:lnTo>
                      <a:pt x="936" y="324"/>
                    </a:lnTo>
                    <a:lnTo>
                      <a:pt x="932" y="324"/>
                    </a:lnTo>
                    <a:lnTo>
                      <a:pt x="932" y="328"/>
                    </a:lnTo>
                    <a:lnTo>
                      <a:pt x="932" y="324"/>
                    </a:lnTo>
                    <a:lnTo>
                      <a:pt x="936" y="324"/>
                    </a:lnTo>
                    <a:lnTo>
                      <a:pt x="936" y="328"/>
                    </a:lnTo>
                    <a:lnTo>
                      <a:pt x="940" y="328"/>
                    </a:lnTo>
                    <a:lnTo>
                      <a:pt x="936" y="332"/>
                    </a:lnTo>
                    <a:lnTo>
                      <a:pt x="932" y="336"/>
                    </a:lnTo>
                    <a:lnTo>
                      <a:pt x="936" y="332"/>
                    </a:lnTo>
                    <a:lnTo>
                      <a:pt x="940" y="332"/>
                    </a:lnTo>
                    <a:lnTo>
                      <a:pt x="940" y="328"/>
                    </a:lnTo>
                    <a:lnTo>
                      <a:pt x="936" y="328"/>
                    </a:lnTo>
                    <a:lnTo>
                      <a:pt x="936" y="324"/>
                    </a:lnTo>
                    <a:lnTo>
                      <a:pt x="940" y="324"/>
                    </a:lnTo>
                    <a:lnTo>
                      <a:pt x="944" y="322"/>
                    </a:lnTo>
                    <a:lnTo>
                      <a:pt x="948" y="322"/>
                    </a:lnTo>
                    <a:lnTo>
                      <a:pt x="948" y="324"/>
                    </a:lnTo>
                    <a:lnTo>
                      <a:pt x="944" y="324"/>
                    </a:lnTo>
                    <a:lnTo>
                      <a:pt x="948" y="324"/>
                    </a:lnTo>
                    <a:lnTo>
                      <a:pt x="948" y="322"/>
                    </a:lnTo>
                    <a:lnTo>
                      <a:pt x="950" y="322"/>
                    </a:lnTo>
                    <a:lnTo>
                      <a:pt x="954" y="322"/>
                    </a:lnTo>
                    <a:lnTo>
                      <a:pt x="950" y="322"/>
                    </a:lnTo>
                    <a:lnTo>
                      <a:pt x="950" y="324"/>
                    </a:lnTo>
                    <a:lnTo>
                      <a:pt x="948" y="324"/>
                    </a:lnTo>
                    <a:lnTo>
                      <a:pt x="948" y="328"/>
                    </a:lnTo>
                    <a:lnTo>
                      <a:pt x="944" y="328"/>
                    </a:lnTo>
                    <a:lnTo>
                      <a:pt x="948" y="328"/>
                    </a:lnTo>
                    <a:lnTo>
                      <a:pt x="948" y="332"/>
                    </a:lnTo>
                    <a:lnTo>
                      <a:pt x="944" y="332"/>
                    </a:lnTo>
                    <a:lnTo>
                      <a:pt x="944" y="336"/>
                    </a:lnTo>
                    <a:lnTo>
                      <a:pt x="948" y="336"/>
                    </a:lnTo>
                    <a:lnTo>
                      <a:pt x="948" y="332"/>
                    </a:lnTo>
                    <a:lnTo>
                      <a:pt x="948" y="328"/>
                    </a:lnTo>
                    <a:lnTo>
                      <a:pt x="950" y="324"/>
                    </a:lnTo>
                    <a:lnTo>
                      <a:pt x="954" y="324"/>
                    </a:lnTo>
                    <a:lnTo>
                      <a:pt x="954" y="328"/>
                    </a:lnTo>
                    <a:lnTo>
                      <a:pt x="954" y="332"/>
                    </a:lnTo>
                    <a:lnTo>
                      <a:pt x="954" y="328"/>
                    </a:lnTo>
                    <a:lnTo>
                      <a:pt x="958" y="328"/>
                    </a:lnTo>
                    <a:lnTo>
                      <a:pt x="954" y="332"/>
                    </a:lnTo>
                    <a:lnTo>
                      <a:pt x="950" y="332"/>
                    </a:lnTo>
                    <a:lnTo>
                      <a:pt x="950" y="336"/>
                    </a:lnTo>
                    <a:lnTo>
                      <a:pt x="950" y="340"/>
                    </a:lnTo>
                    <a:lnTo>
                      <a:pt x="950" y="336"/>
                    </a:lnTo>
                    <a:lnTo>
                      <a:pt x="954" y="332"/>
                    </a:lnTo>
                    <a:lnTo>
                      <a:pt x="958" y="332"/>
                    </a:lnTo>
                    <a:lnTo>
                      <a:pt x="962" y="332"/>
                    </a:lnTo>
                    <a:lnTo>
                      <a:pt x="958" y="332"/>
                    </a:lnTo>
                    <a:lnTo>
                      <a:pt x="958" y="336"/>
                    </a:lnTo>
                    <a:lnTo>
                      <a:pt x="958" y="340"/>
                    </a:lnTo>
                    <a:lnTo>
                      <a:pt x="954" y="340"/>
                    </a:lnTo>
                    <a:lnTo>
                      <a:pt x="958" y="340"/>
                    </a:lnTo>
                    <a:lnTo>
                      <a:pt x="958" y="336"/>
                    </a:lnTo>
                    <a:lnTo>
                      <a:pt x="962" y="332"/>
                    </a:lnTo>
                    <a:lnTo>
                      <a:pt x="962" y="336"/>
                    </a:lnTo>
                    <a:lnTo>
                      <a:pt x="962" y="332"/>
                    </a:lnTo>
                    <a:lnTo>
                      <a:pt x="962" y="328"/>
                    </a:lnTo>
                    <a:lnTo>
                      <a:pt x="966" y="328"/>
                    </a:lnTo>
                    <a:lnTo>
                      <a:pt x="966" y="324"/>
                    </a:lnTo>
                    <a:lnTo>
                      <a:pt x="970" y="324"/>
                    </a:lnTo>
                    <a:lnTo>
                      <a:pt x="970" y="322"/>
                    </a:lnTo>
                    <a:lnTo>
                      <a:pt x="970" y="324"/>
                    </a:lnTo>
                    <a:lnTo>
                      <a:pt x="974" y="324"/>
                    </a:lnTo>
                    <a:lnTo>
                      <a:pt x="976" y="324"/>
                    </a:lnTo>
                    <a:lnTo>
                      <a:pt x="980" y="324"/>
                    </a:lnTo>
                    <a:lnTo>
                      <a:pt x="980" y="328"/>
                    </a:lnTo>
                    <a:lnTo>
                      <a:pt x="984" y="328"/>
                    </a:lnTo>
                    <a:lnTo>
                      <a:pt x="988" y="332"/>
                    </a:lnTo>
                    <a:lnTo>
                      <a:pt x="988" y="336"/>
                    </a:lnTo>
                    <a:lnTo>
                      <a:pt x="984" y="336"/>
                    </a:lnTo>
                    <a:lnTo>
                      <a:pt x="984" y="340"/>
                    </a:lnTo>
                    <a:lnTo>
                      <a:pt x="980" y="340"/>
                    </a:lnTo>
                    <a:lnTo>
                      <a:pt x="980" y="336"/>
                    </a:lnTo>
                    <a:lnTo>
                      <a:pt x="976" y="336"/>
                    </a:lnTo>
                    <a:lnTo>
                      <a:pt x="974" y="340"/>
                    </a:lnTo>
                    <a:lnTo>
                      <a:pt x="974" y="344"/>
                    </a:lnTo>
                    <a:lnTo>
                      <a:pt x="970" y="344"/>
                    </a:lnTo>
                    <a:lnTo>
                      <a:pt x="966" y="344"/>
                    </a:lnTo>
                    <a:lnTo>
                      <a:pt x="970" y="344"/>
                    </a:lnTo>
                    <a:lnTo>
                      <a:pt x="974" y="344"/>
                    </a:lnTo>
                    <a:lnTo>
                      <a:pt x="970" y="348"/>
                    </a:lnTo>
                    <a:lnTo>
                      <a:pt x="970" y="350"/>
                    </a:lnTo>
                    <a:lnTo>
                      <a:pt x="966" y="350"/>
                    </a:lnTo>
                    <a:lnTo>
                      <a:pt x="970" y="350"/>
                    </a:lnTo>
                    <a:lnTo>
                      <a:pt x="970" y="348"/>
                    </a:lnTo>
                    <a:lnTo>
                      <a:pt x="974" y="348"/>
                    </a:lnTo>
                    <a:lnTo>
                      <a:pt x="976" y="348"/>
                    </a:lnTo>
                    <a:lnTo>
                      <a:pt x="976" y="344"/>
                    </a:lnTo>
                    <a:lnTo>
                      <a:pt x="980" y="344"/>
                    </a:lnTo>
                    <a:lnTo>
                      <a:pt x="984" y="344"/>
                    </a:lnTo>
                    <a:lnTo>
                      <a:pt x="988" y="340"/>
                    </a:lnTo>
                    <a:lnTo>
                      <a:pt x="992" y="336"/>
                    </a:lnTo>
                    <a:lnTo>
                      <a:pt x="996" y="336"/>
                    </a:lnTo>
                    <a:lnTo>
                      <a:pt x="996" y="340"/>
                    </a:lnTo>
                    <a:lnTo>
                      <a:pt x="996" y="344"/>
                    </a:lnTo>
                    <a:lnTo>
                      <a:pt x="996" y="348"/>
                    </a:lnTo>
                    <a:lnTo>
                      <a:pt x="992" y="348"/>
                    </a:lnTo>
                    <a:lnTo>
                      <a:pt x="988" y="348"/>
                    </a:lnTo>
                    <a:lnTo>
                      <a:pt x="988" y="350"/>
                    </a:lnTo>
                    <a:lnTo>
                      <a:pt x="984" y="350"/>
                    </a:lnTo>
                    <a:lnTo>
                      <a:pt x="980" y="350"/>
                    </a:lnTo>
                    <a:lnTo>
                      <a:pt x="980" y="354"/>
                    </a:lnTo>
                    <a:lnTo>
                      <a:pt x="980" y="358"/>
                    </a:lnTo>
                    <a:lnTo>
                      <a:pt x="976" y="358"/>
                    </a:lnTo>
                    <a:lnTo>
                      <a:pt x="980" y="358"/>
                    </a:lnTo>
                    <a:lnTo>
                      <a:pt x="980" y="354"/>
                    </a:lnTo>
                    <a:lnTo>
                      <a:pt x="984" y="350"/>
                    </a:lnTo>
                    <a:lnTo>
                      <a:pt x="988" y="350"/>
                    </a:lnTo>
                    <a:lnTo>
                      <a:pt x="988" y="354"/>
                    </a:lnTo>
                    <a:lnTo>
                      <a:pt x="984" y="358"/>
                    </a:lnTo>
                    <a:lnTo>
                      <a:pt x="984" y="362"/>
                    </a:lnTo>
                    <a:lnTo>
                      <a:pt x="984" y="366"/>
                    </a:lnTo>
                    <a:lnTo>
                      <a:pt x="984" y="362"/>
                    </a:lnTo>
                    <a:lnTo>
                      <a:pt x="988" y="358"/>
                    </a:lnTo>
                    <a:lnTo>
                      <a:pt x="988" y="354"/>
                    </a:lnTo>
                    <a:lnTo>
                      <a:pt x="988" y="350"/>
                    </a:lnTo>
                    <a:lnTo>
                      <a:pt x="992" y="350"/>
                    </a:lnTo>
                    <a:lnTo>
                      <a:pt x="992" y="348"/>
                    </a:lnTo>
                    <a:lnTo>
                      <a:pt x="996" y="348"/>
                    </a:lnTo>
                    <a:lnTo>
                      <a:pt x="1000" y="348"/>
                    </a:lnTo>
                    <a:lnTo>
                      <a:pt x="1000" y="344"/>
                    </a:lnTo>
                    <a:lnTo>
                      <a:pt x="1004" y="344"/>
                    </a:lnTo>
                    <a:lnTo>
                      <a:pt x="1006" y="344"/>
                    </a:lnTo>
                    <a:lnTo>
                      <a:pt x="1006" y="348"/>
                    </a:lnTo>
                    <a:lnTo>
                      <a:pt x="1004" y="348"/>
                    </a:lnTo>
                    <a:lnTo>
                      <a:pt x="1004" y="350"/>
                    </a:lnTo>
                    <a:lnTo>
                      <a:pt x="1000" y="350"/>
                    </a:lnTo>
                    <a:lnTo>
                      <a:pt x="1000" y="354"/>
                    </a:lnTo>
                    <a:lnTo>
                      <a:pt x="1000" y="350"/>
                    </a:lnTo>
                    <a:lnTo>
                      <a:pt x="1004" y="350"/>
                    </a:lnTo>
                    <a:lnTo>
                      <a:pt x="1004" y="348"/>
                    </a:lnTo>
                    <a:lnTo>
                      <a:pt x="1006" y="348"/>
                    </a:lnTo>
                    <a:lnTo>
                      <a:pt x="1010" y="348"/>
                    </a:lnTo>
                    <a:lnTo>
                      <a:pt x="1014" y="348"/>
                    </a:lnTo>
                    <a:lnTo>
                      <a:pt x="1018" y="348"/>
                    </a:lnTo>
                    <a:lnTo>
                      <a:pt x="1022" y="350"/>
                    </a:lnTo>
                    <a:lnTo>
                      <a:pt x="1026" y="350"/>
                    </a:lnTo>
                    <a:lnTo>
                      <a:pt x="1030" y="350"/>
                    </a:lnTo>
                    <a:lnTo>
                      <a:pt x="1030" y="354"/>
                    </a:lnTo>
                    <a:lnTo>
                      <a:pt x="1026" y="354"/>
                    </a:lnTo>
                    <a:lnTo>
                      <a:pt x="1022" y="354"/>
                    </a:lnTo>
                    <a:lnTo>
                      <a:pt x="1022" y="358"/>
                    </a:lnTo>
                    <a:lnTo>
                      <a:pt x="1018" y="358"/>
                    </a:lnTo>
                    <a:lnTo>
                      <a:pt x="1014" y="358"/>
                    </a:lnTo>
                    <a:lnTo>
                      <a:pt x="1010" y="358"/>
                    </a:lnTo>
                    <a:lnTo>
                      <a:pt x="1010" y="362"/>
                    </a:lnTo>
                    <a:lnTo>
                      <a:pt x="1006" y="362"/>
                    </a:lnTo>
                    <a:lnTo>
                      <a:pt x="1004" y="362"/>
                    </a:lnTo>
                    <a:lnTo>
                      <a:pt x="1004" y="366"/>
                    </a:lnTo>
                    <a:lnTo>
                      <a:pt x="1006" y="366"/>
                    </a:lnTo>
                    <a:lnTo>
                      <a:pt x="1004" y="366"/>
                    </a:lnTo>
                    <a:lnTo>
                      <a:pt x="1000" y="370"/>
                    </a:lnTo>
                    <a:lnTo>
                      <a:pt x="1004" y="370"/>
                    </a:lnTo>
                    <a:lnTo>
                      <a:pt x="1004" y="366"/>
                    </a:lnTo>
                    <a:lnTo>
                      <a:pt x="1006" y="366"/>
                    </a:lnTo>
                    <a:lnTo>
                      <a:pt x="1006" y="362"/>
                    </a:lnTo>
                    <a:lnTo>
                      <a:pt x="1010" y="362"/>
                    </a:lnTo>
                    <a:lnTo>
                      <a:pt x="1014" y="362"/>
                    </a:lnTo>
                    <a:lnTo>
                      <a:pt x="1018" y="362"/>
                    </a:lnTo>
                    <a:lnTo>
                      <a:pt x="1022" y="362"/>
                    </a:lnTo>
                    <a:lnTo>
                      <a:pt x="1026" y="362"/>
                    </a:lnTo>
                    <a:lnTo>
                      <a:pt x="1022" y="366"/>
                    </a:lnTo>
                    <a:lnTo>
                      <a:pt x="1018" y="366"/>
                    </a:lnTo>
                    <a:lnTo>
                      <a:pt x="1014" y="370"/>
                    </a:lnTo>
                    <a:lnTo>
                      <a:pt x="1010" y="370"/>
                    </a:lnTo>
                    <a:lnTo>
                      <a:pt x="1006" y="370"/>
                    </a:lnTo>
                    <a:lnTo>
                      <a:pt x="1004" y="374"/>
                    </a:lnTo>
                    <a:lnTo>
                      <a:pt x="1004" y="378"/>
                    </a:lnTo>
                    <a:lnTo>
                      <a:pt x="1006" y="374"/>
                    </a:lnTo>
                    <a:lnTo>
                      <a:pt x="1006" y="370"/>
                    </a:lnTo>
                    <a:lnTo>
                      <a:pt x="1010" y="370"/>
                    </a:lnTo>
                    <a:lnTo>
                      <a:pt x="1014" y="370"/>
                    </a:lnTo>
                    <a:lnTo>
                      <a:pt x="1018" y="370"/>
                    </a:lnTo>
                    <a:lnTo>
                      <a:pt x="1018" y="366"/>
                    </a:lnTo>
                    <a:lnTo>
                      <a:pt x="1022" y="366"/>
                    </a:lnTo>
                    <a:lnTo>
                      <a:pt x="1026" y="366"/>
                    </a:lnTo>
                    <a:lnTo>
                      <a:pt x="1030" y="366"/>
                    </a:lnTo>
                    <a:lnTo>
                      <a:pt x="1030" y="362"/>
                    </a:lnTo>
                    <a:lnTo>
                      <a:pt x="1030" y="358"/>
                    </a:lnTo>
                    <a:lnTo>
                      <a:pt x="1032" y="358"/>
                    </a:lnTo>
                    <a:lnTo>
                      <a:pt x="1036" y="358"/>
                    </a:lnTo>
                    <a:lnTo>
                      <a:pt x="1036" y="362"/>
                    </a:lnTo>
                    <a:lnTo>
                      <a:pt x="1040" y="362"/>
                    </a:lnTo>
                    <a:lnTo>
                      <a:pt x="1040" y="366"/>
                    </a:lnTo>
                    <a:lnTo>
                      <a:pt x="1044" y="366"/>
                    </a:lnTo>
                    <a:lnTo>
                      <a:pt x="1044" y="370"/>
                    </a:lnTo>
                    <a:lnTo>
                      <a:pt x="1044" y="374"/>
                    </a:lnTo>
                    <a:lnTo>
                      <a:pt x="1040" y="374"/>
                    </a:lnTo>
                    <a:lnTo>
                      <a:pt x="1036" y="374"/>
                    </a:lnTo>
                    <a:lnTo>
                      <a:pt x="1036" y="370"/>
                    </a:lnTo>
                    <a:lnTo>
                      <a:pt x="1032" y="370"/>
                    </a:lnTo>
                    <a:lnTo>
                      <a:pt x="1032" y="374"/>
                    </a:lnTo>
                    <a:lnTo>
                      <a:pt x="1030" y="374"/>
                    </a:lnTo>
                    <a:lnTo>
                      <a:pt x="1026" y="374"/>
                    </a:lnTo>
                    <a:lnTo>
                      <a:pt x="1022" y="378"/>
                    </a:lnTo>
                    <a:lnTo>
                      <a:pt x="1018" y="378"/>
                    </a:lnTo>
                    <a:lnTo>
                      <a:pt x="1014" y="378"/>
                    </a:lnTo>
                    <a:lnTo>
                      <a:pt x="1010" y="378"/>
                    </a:lnTo>
                    <a:lnTo>
                      <a:pt x="1006" y="378"/>
                    </a:lnTo>
                    <a:lnTo>
                      <a:pt x="1004" y="378"/>
                    </a:lnTo>
                    <a:lnTo>
                      <a:pt x="1006" y="378"/>
                    </a:lnTo>
                    <a:lnTo>
                      <a:pt x="1010" y="378"/>
                    </a:lnTo>
                    <a:lnTo>
                      <a:pt x="1014" y="378"/>
                    </a:lnTo>
                    <a:lnTo>
                      <a:pt x="1018" y="378"/>
                    </a:lnTo>
                    <a:lnTo>
                      <a:pt x="1022" y="378"/>
                    </a:lnTo>
                    <a:lnTo>
                      <a:pt x="1026" y="378"/>
                    </a:lnTo>
                    <a:lnTo>
                      <a:pt x="1030" y="378"/>
                    </a:lnTo>
                    <a:lnTo>
                      <a:pt x="1032" y="380"/>
                    </a:lnTo>
                    <a:lnTo>
                      <a:pt x="1036" y="380"/>
                    </a:lnTo>
                    <a:lnTo>
                      <a:pt x="1036" y="378"/>
                    </a:lnTo>
                    <a:lnTo>
                      <a:pt x="1040" y="380"/>
                    </a:lnTo>
                    <a:lnTo>
                      <a:pt x="1044" y="380"/>
                    </a:lnTo>
                    <a:lnTo>
                      <a:pt x="1048" y="380"/>
                    </a:lnTo>
                    <a:lnTo>
                      <a:pt x="1052" y="380"/>
                    </a:lnTo>
                    <a:lnTo>
                      <a:pt x="1052" y="384"/>
                    </a:lnTo>
                    <a:lnTo>
                      <a:pt x="1052" y="388"/>
                    </a:lnTo>
                    <a:lnTo>
                      <a:pt x="1048" y="388"/>
                    </a:lnTo>
                    <a:lnTo>
                      <a:pt x="1044" y="384"/>
                    </a:lnTo>
                    <a:lnTo>
                      <a:pt x="1040" y="384"/>
                    </a:lnTo>
                    <a:lnTo>
                      <a:pt x="1040" y="388"/>
                    </a:lnTo>
                    <a:lnTo>
                      <a:pt x="1036" y="388"/>
                    </a:lnTo>
                    <a:lnTo>
                      <a:pt x="1032" y="384"/>
                    </a:lnTo>
                    <a:lnTo>
                      <a:pt x="1030" y="384"/>
                    </a:lnTo>
                    <a:lnTo>
                      <a:pt x="1026" y="384"/>
                    </a:lnTo>
                    <a:lnTo>
                      <a:pt x="1022" y="384"/>
                    </a:lnTo>
                    <a:lnTo>
                      <a:pt x="1022" y="380"/>
                    </a:lnTo>
                    <a:lnTo>
                      <a:pt x="1018" y="380"/>
                    </a:lnTo>
                    <a:lnTo>
                      <a:pt x="1014" y="384"/>
                    </a:lnTo>
                    <a:lnTo>
                      <a:pt x="1018" y="384"/>
                    </a:lnTo>
                    <a:lnTo>
                      <a:pt x="1018" y="380"/>
                    </a:lnTo>
                    <a:lnTo>
                      <a:pt x="1022" y="384"/>
                    </a:lnTo>
                    <a:lnTo>
                      <a:pt x="1026" y="384"/>
                    </a:lnTo>
                    <a:lnTo>
                      <a:pt x="1030" y="384"/>
                    </a:lnTo>
                    <a:lnTo>
                      <a:pt x="1032" y="384"/>
                    </a:lnTo>
                    <a:lnTo>
                      <a:pt x="1030" y="384"/>
                    </a:lnTo>
                    <a:lnTo>
                      <a:pt x="1026" y="384"/>
                    </a:lnTo>
                    <a:lnTo>
                      <a:pt x="1022" y="384"/>
                    </a:lnTo>
                    <a:lnTo>
                      <a:pt x="1018" y="384"/>
                    </a:lnTo>
                    <a:lnTo>
                      <a:pt x="1022" y="384"/>
                    </a:lnTo>
                    <a:lnTo>
                      <a:pt x="1026" y="384"/>
                    </a:lnTo>
                    <a:lnTo>
                      <a:pt x="1022" y="388"/>
                    </a:lnTo>
                    <a:lnTo>
                      <a:pt x="1018" y="388"/>
                    </a:lnTo>
                    <a:lnTo>
                      <a:pt x="1018" y="392"/>
                    </a:lnTo>
                    <a:lnTo>
                      <a:pt x="1022" y="388"/>
                    </a:lnTo>
                    <a:lnTo>
                      <a:pt x="1026" y="388"/>
                    </a:lnTo>
                    <a:lnTo>
                      <a:pt x="1030" y="388"/>
                    </a:lnTo>
                    <a:lnTo>
                      <a:pt x="1032" y="388"/>
                    </a:lnTo>
                    <a:lnTo>
                      <a:pt x="1036" y="392"/>
                    </a:lnTo>
                    <a:lnTo>
                      <a:pt x="1032" y="392"/>
                    </a:lnTo>
                    <a:lnTo>
                      <a:pt x="1030" y="392"/>
                    </a:lnTo>
                    <a:lnTo>
                      <a:pt x="1026" y="392"/>
                    </a:lnTo>
                    <a:lnTo>
                      <a:pt x="1030" y="392"/>
                    </a:lnTo>
                    <a:lnTo>
                      <a:pt x="1032" y="392"/>
                    </a:lnTo>
                    <a:lnTo>
                      <a:pt x="1032" y="396"/>
                    </a:lnTo>
                    <a:lnTo>
                      <a:pt x="1030" y="396"/>
                    </a:lnTo>
                    <a:lnTo>
                      <a:pt x="1030" y="392"/>
                    </a:lnTo>
                    <a:lnTo>
                      <a:pt x="1026" y="392"/>
                    </a:lnTo>
                    <a:lnTo>
                      <a:pt x="1026" y="396"/>
                    </a:lnTo>
                    <a:lnTo>
                      <a:pt x="1030" y="396"/>
                    </a:lnTo>
                    <a:lnTo>
                      <a:pt x="1032" y="396"/>
                    </a:lnTo>
                    <a:lnTo>
                      <a:pt x="1036" y="396"/>
                    </a:lnTo>
                    <a:lnTo>
                      <a:pt x="1032" y="396"/>
                    </a:lnTo>
                    <a:lnTo>
                      <a:pt x="1030" y="396"/>
                    </a:lnTo>
                    <a:lnTo>
                      <a:pt x="1026" y="396"/>
                    </a:lnTo>
                    <a:lnTo>
                      <a:pt x="1022" y="396"/>
                    </a:lnTo>
                    <a:lnTo>
                      <a:pt x="1018" y="396"/>
                    </a:lnTo>
                    <a:lnTo>
                      <a:pt x="1014" y="396"/>
                    </a:lnTo>
                    <a:lnTo>
                      <a:pt x="1018" y="396"/>
                    </a:lnTo>
                    <a:lnTo>
                      <a:pt x="1014" y="396"/>
                    </a:lnTo>
                    <a:lnTo>
                      <a:pt x="1018" y="396"/>
                    </a:lnTo>
                    <a:lnTo>
                      <a:pt x="1030" y="400"/>
                    </a:lnTo>
                    <a:lnTo>
                      <a:pt x="1032" y="400"/>
                    </a:lnTo>
                    <a:lnTo>
                      <a:pt x="1030" y="400"/>
                    </a:lnTo>
                    <a:lnTo>
                      <a:pt x="1026" y="400"/>
                    </a:lnTo>
                    <a:lnTo>
                      <a:pt x="1022" y="400"/>
                    </a:lnTo>
                    <a:lnTo>
                      <a:pt x="1026" y="400"/>
                    </a:lnTo>
                    <a:lnTo>
                      <a:pt x="1026" y="404"/>
                    </a:lnTo>
                    <a:lnTo>
                      <a:pt x="1022" y="404"/>
                    </a:lnTo>
                    <a:lnTo>
                      <a:pt x="1026" y="404"/>
                    </a:lnTo>
                    <a:lnTo>
                      <a:pt x="1026" y="400"/>
                    </a:lnTo>
                    <a:lnTo>
                      <a:pt x="1030" y="400"/>
                    </a:lnTo>
                    <a:lnTo>
                      <a:pt x="1030" y="404"/>
                    </a:lnTo>
                    <a:lnTo>
                      <a:pt x="1032" y="404"/>
                    </a:lnTo>
                    <a:lnTo>
                      <a:pt x="1036" y="404"/>
                    </a:lnTo>
                    <a:lnTo>
                      <a:pt x="1040" y="404"/>
                    </a:lnTo>
                    <a:lnTo>
                      <a:pt x="1036" y="404"/>
                    </a:lnTo>
                    <a:lnTo>
                      <a:pt x="1036" y="408"/>
                    </a:lnTo>
                    <a:lnTo>
                      <a:pt x="1040" y="408"/>
                    </a:lnTo>
                    <a:lnTo>
                      <a:pt x="1040" y="404"/>
                    </a:lnTo>
                    <a:lnTo>
                      <a:pt x="1044" y="404"/>
                    </a:lnTo>
                    <a:lnTo>
                      <a:pt x="1044" y="408"/>
                    </a:lnTo>
                    <a:lnTo>
                      <a:pt x="1040" y="408"/>
                    </a:lnTo>
                    <a:lnTo>
                      <a:pt x="1044" y="408"/>
                    </a:lnTo>
                    <a:lnTo>
                      <a:pt x="1044" y="404"/>
                    </a:lnTo>
                    <a:lnTo>
                      <a:pt x="1048" y="404"/>
                    </a:lnTo>
                    <a:lnTo>
                      <a:pt x="1052" y="404"/>
                    </a:lnTo>
                    <a:lnTo>
                      <a:pt x="1052" y="408"/>
                    </a:lnTo>
                    <a:lnTo>
                      <a:pt x="1048" y="408"/>
                    </a:lnTo>
                    <a:lnTo>
                      <a:pt x="1044" y="408"/>
                    </a:lnTo>
                    <a:lnTo>
                      <a:pt x="1040" y="408"/>
                    </a:lnTo>
                    <a:lnTo>
                      <a:pt x="1036" y="408"/>
                    </a:lnTo>
                    <a:lnTo>
                      <a:pt x="1032" y="408"/>
                    </a:lnTo>
                    <a:lnTo>
                      <a:pt x="1032" y="410"/>
                    </a:lnTo>
                    <a:lnTo>
                      <a:pt x="1036" y="410"/>
                    </a:lnTo>
                    <a:lnTo>
                      <a:pt x="1036" y="408"/>
                    </a:lnTo>
                    <a:lnTo>
                      <a:pt x="1040" y="408"/>
                    </a:lnTo>
                    <a:lnTo>
                      <a:pt x="1040" y="410"/>
                    </a:lnTo>
                    <a:lnTo>
                      <a:pt x="1036" y="410"/>
                    </a:lnTo>
                    <a:lnTo>
                      <a:pt x="1040" y="410"/>
                    </a:lnTo>
                    <a:lnTo>
                      <a:pt x="1040" y="408"/>
                    </a:lnTo>
                    <a:lnTo>
                      <a:pt x="1044" y="408"/>
                    </a:lnTo>
                    <a:lnTo>
                      <a:pt x="1048" y="408"/>
                    </a:lnTo>
                    <a:lnTo>
                      <a:pt x="1044" y="408"/>
                    </a:lnTo>
                    <a:lnTo>
                      <a:pt x="1044" y="410"/>
                    </a:lnTo>
                    <a:lnTo>
                      <a:pt x="1040" y="410"/>
                    </a:lnTo>
                    <a:lnTo>
                      <a:pt x="1044" y="410"/>
                    </a:lnTo>
                    <a:lnTo>
                      <a:pt x="1040" y="410"/>
                    </a:lnTo>
                    <a:lnTo>
                      <a:pt x="1036" y="410"/>
                    </a:lnTo>
                    <a:lnTo>
                      <a:pt x="1040" y="410"/>
                    </a:lnTo>
                    <a:lnTo>
                      <a:pt x="1040" y="414"/>
                    </a:lnTo>
                    <a:lnTo>
                      <a:pt x="1044" y="410"/>
                    </a:lnTo>
                    <a:lnTo>
                      <a:pt x="1048" y="408"/>
                    </a:lnTo>
                    <a:lnTo>
                      <a:pt x="1048" y="410"/>
                    </a:lnTo>
                    <a:lnTo>
                      <a:pt x="1052" y="410"/>
                    </a:lnTo>
                    <a:lnTo>
                      <a:pt x="1048" y="414"/>
                    </a:lnTo>
                    <a:lnTo>
                      <a:pt x="1052" y="414"/>
                    </a:lnTo>
                    <a:lnTo>
                      <a:pt x="1052" y="410"/>
                    </a:lnTo>
                    <a:lnTo>
                      <a:pt x="1052" y="414"/>
                    </a:lnTo>
                    <a:lnTo>
                      <a:pt x="1052" y="418"/>
                    </a:lnTo>
                    <a:lnTo>
                      <a:pt x="1052" y="414"/>
                    </a:lnTo>
                    <a:lnTo>
                      <a:pt x="1052" y="410"/>
                    </a:lnTo>
                    <a:lnTo>
                      <a:pt x="1056" y="410"/>
                    </a:lnTo>
                    <a:lnTo>
                      <a:pt x="1056" y="414"/>
                    </a:lnTo>
                    <a:lnTo>
                      <a:pt x="1060" y="414"/>
                    </a:lnTo>
                    <a:lnTo>
                      <a:pt x="1056" y="414"/>
                    </a:lnTo>
                    <a:lnTo>
                      <a:pt x="1056" y="418"/>
                    </a:lnTo>
                    <a:lnTo>
                      <a:pt x="1052" y="418"/>
                    </a:lnTo>
                    <a:lnTo>
                      <a:pt x="1056" y="422"/>
                    </a:lnTo>
                    <a:lnTo>
                      <a:pt x="1056" y="418"/>
                    </a:lnTo>
                    <a:lnTo>
                      <a:pt x="1060" y="418"/>
                    </a:lnTo>
                    <a:lnTo>
                      <a:pt x="1062" y="414"/>
                    </a:lnTo>
                    <a:lnTo>
                      <a:pt x="1062" y="410"/>
                    </a:lnTo>
                    <a:lnTo>
                      <a:pt x="1062" y="414"/>
                    </a:lnTo>
                    <a:lnTo>
                      <a:pt x="1062" y="418"/>
                    </a:lnTo>
                    <a:lnTo>
                      <a:pt x="1060" y="418"/>
                    </a:lnTo>
                    <a:lnTo>
                      <a:pt x="1062" y="418"/>
                    </a:lnTo>
                    <a:lnTo>
                      <a:pt x="1062" y="422"/>
                    </a:lnTo>
                    <a:lnTo>
                      <a:pt x="1060" y="422"/>
                    </a:lnTo>
                    <a:lnTo>
                      <a:pt x="1060" y="426"/>
                    </a:lnTo>
                    <a:lnTo>
                      <a:pt x="1062" y="426"/>
                    </a:lnTo>
                    <a:lnTo>
                      <a:pt x="1062" y="422"/>
                    </a:lnTo>
                    <a:lnTo>
                      <a:pt x="1062" y="418"/>
                    </a:lnTo>
                    <a:lnTo>
                      <a:pt x="1066" y="414"/>
                    </a:lnTo>
                    <a:lnTo>
                      <a:pt x="1070" y="414"/>
                    </a:lnTo>
                    <a:lnTo>
                      <a:pt x="1070" y="418"/>
                    </a:lnTo>
                    <a:lnTo>
                      <a:pt x="1066" y="418"/>
                    </a:lnTo>
                    <a:lnTo>
                      <a:pt x="1066" y="422"/>
                    </a:lnTo>
                    <a:lnTo>
                      <a:pt x="1070" y="422"/>
                    </a:lnTo>
                    <a:lnTo>
                      <a:pt x="1070" y="426"/>
                    </a:lnTo>
                    <a:lnTo>
                      <a:pt x="1070" y="422"/>
                    </a:lnTo>
                    <a:lnTo>
                      <a:pt x="1066" y="422"/>
                    </a:lnTo>
                    <a:lnTo>
                      <a:pt x="1070" y="418"/>
                    </a:lnTo>
                    <a:lnTo>
                      <a:pt x="1074" y="418"/>
                    </a:lnTo>
                    <a:lnTo>
                      <a:pt x="1074" y="414"/>
                    </a:lnTo>
                    <a:lnTo>
                      <a:pt x="1076" y="418"/>
                    </a:lnTo>
                    <a:lnTo>
                      <a:pt x="1074" y="418"/>
                    </a:lnTo>
                    <a:lnTo>
                      <a:pt x="1074" y="422"/>
                    </a:lnTo>
                    <a:lnTo>
                      <a:pt x="1074" y="426"/>
                    </a:lnTo>
                    <a:lnTo>
                      <a:pt x="1074" y="422"/>
                    </a:lnTo>
                    <a:lnTo>
                      <a:pt x="1076" y="422"/>
                    </a:lnTo>
                    <a:lnTo>
                      <a:pt x="1076" y="426"/>
                    </a:lnTo>
                    <a:lnTo>
                      <a:pt x="1076" y="422"/>
                    </a:lnTo>
                    <a:lnTo>
                      <a:pt x="1080" y="422"/>
                    </a:lnTo>
                    <a:lnTo>
                      <a:pt x="1084" y="422"/>
                    </a:lnTo>
                    <a:lnTo>
                      <a:pt x="1080" y="422"/>
                    </a:lnTo>
                    <a:lnTo>
                      <a:pt x="1080" y="426"/>
                    </a:lnTo>
                    <a:lnTo>
                      <a:pt x="1080" y="422"/>
                    </a:lnTo>
                    <a:lnTo>
                      <a:pt x="1084" y="422"/>
                    </a:lnTo>
                    <a:lnTo>
                      <a:pt x="1088" y="426"/>
                    </a:lnTo>
                    <a:lnTo>
                      <a:pt x="1088" y="430"/>
                    </a:lnTo>
                    <a:lnTo>
                      <a:pt x="1084" y="430"/>
                    </a:lnTo>
                    <a:lnTo>
                      <a:pt x="1080" y="430"/>
                    </a:lnTo>
                    <a:lnTo>
                      <a:pt x="1084" y="430"/>
                    </a:lnTo>
                    <a:lnTo>
                      <a:pt x="1088" y="430"/>
                    </a:lnTo>
                    <a:lnTo>
                      <a:pt x="1088" y="434"/>
                    </a:lnTo>
                    <a:lnTo>
                      <a:pt x="1084" y="434"/>
                    </a:lnTo>
                    <a:lnTo>
                      <a:pt x="1080" y="434"/>
                    </a:lnTo>
                    <a:lnTo>
                      <a:pt x="1076" y="434"/>
                    </a:lnTo>
                    <a:lnTo>
                      <a:pt x="1080" y="434"/>
                    </a:lnTo>
                    <a:lnTo>
                      <a:pt x="1084" y="434"/>
                    </a:lnTo>
                    <a:lnTo>
                      <a:pt x="1080" y="434"/>
                    </a:lnTo>
                    <a:lnTo>
                      <a:pt x="1076" y="436"/>
                    </a:lnTo>
                    <a:lnTo>
                      <a:pt x="1080" y="436"/>
                    </a:lnTo>
                    <a:lnTo>
                      <a:pt x="1084" y="436"/>
                    </a:lnTo>
                    <a:lnTo>
                      <a:pt x="1084" y="434"/>
                    </a:lnTo>
                    <a:lnTo>
                      <a:pt x="1088" y="434"/>
                    </a:lnTo>
                    <a:lnTo>
                      <a:pt x="1088" y="436"/>
                    </a:lnTo>
                    <a:lnTo>
                      <a:pt x="1084" y="436"/>
                    </a:lnTo>
                    <a:lnTo>
                      <a:pt x="1080" y="436"/>
                    </a:lnTo>
                    <a:lnTo>
                      <a:pt x="1076" y="440"/>
                    </a:lnTo>
                    <a:lnTo>
                      <a:pt x="1080" y="440"/>
                    </a:lnTo>
                    <a:lnTo>
                      <a:pt x="1080" y="436"/>
                    </a:lnTo>
                    <a:lnTo>
                      <a:pt x="1084" y="436"/>
                    </a:lnTo>
                    <a:lnTo>
                      <a:pt x="1088" y="436"/>
                    </a:lnTo>
                    <a:lnTo>
                      <a:pt x="1092" y="436"/>
                    </a:lnTo>
                    <a:lnTo>
                      <a:pt x="1092" y="434"/>
                    </a:lnTo>
                    <a:lnTo>
                      <a:pt x="1096" y="436"/>
                    </a:lnTo>
                    <a:lnTo>
                      <a:pt x="1096" y="440"/>
                    </a:lnTo>
                    <a:lnTo>
                      <a:pt x="1092" y="440"/>
                    </a:lnTo>
                    <a:lnTo>
                      <a:pt x="1096" y="440"/>
                    </a:lnTo>
                    <a:lnTo>
                      <a:pt x="1096" y="436"/>
                    </a:lnTo>
                    <a:lnTo>
                      <a:pt x="1100" y="434"/>
                    </a:lnTo>
                    <a:lnTo>
                      <a:pt x="1104" y="434"/>
                    </a:lnTo>
                    <a:lnTo>
                      <a:pt x="1104" y="436"/>
                    </a:lnTo>
                    <a:lnTo>
                      <a:pt x="1100" y="436"/>
                    </a:lnTo>
                    <a:lnTo>
                      <a:pt x="1100" y="440"/>
                    </a:lnTo>
                    <a:lnTo>
                      <a:pt x="1096" y="444"/>
                    </a:lnTo>
                    <a:lnTo>
                      <a:pt x="1092" y="444"/>
                    </a:lnTo>
                    <a:lnTo>
                      <a:pt x="1096" y="444"/>
                    </a:lnTo>
                    <a:lnTo>
                      <a:pt x="1096" y="448"/>
                    </a:lnTo>
                    <a:lnTo>
                      <a:pt x="1100" y="444"/>
                    </a:lnTo>
                    <a:lnTo>
                      <a:pt x="1104" y="440"/>
                    </a:lnTo>
                    <a:lnTo>
                      <a:pt x="1106" y="440"/>
                    </a:lnTo>
                    <a:lnTo>
                      <a:pt x="1106" y="444"/>
                    </a:lnTo>
                    <a:lnTo>
                      <a:pt x="1106" y="448"/>
                    </a:lnTo>
                    <a:lnTo>
                      <a:pt x="1104" y="448"/>
                    </a:lnTo>
                    <a:lnTo>
                      <a:pt x="1106" y="448"/>
                    </a:lnTo>
                    <a:lnTo>
                      <a:pt x="1106" y="444"/>
                    </a:lnTo>
                    <a:lnTo>
                      <a:pt x="1106" y="440"/>
                    </a:lnTo>
                    <a:lnTo>
                      <a:pt x="1110" y="440"/>
                    </a:lnTo>
                    <a:lnTo>
                      <a:pt x="1110" y="444"/>
                    </a:lnTo>
                    <a:lnTo>
                      <a:pt x="1114" y="448"/>
                    </a:lnTo>
                    <a:lnTo>
                      <a:pt x="1110" y="444"/>
                    </a:lnTo>
                    <a:lnTo>
                      <a:pt x="1110" y="440"/>
                    </a:lnTo>
                    <a:lnTo>
                      <a:pt x="1114" y="440"/>
                    </a:lnTo>
                    <a:lnTo>
                      <a:pt x="1118" y="440"/>
                    </a:lnTo>
                    <a:lnTo>
                      <a:pt x="1114" y="444"/>
                    </a:lnTo>
                    <a:lnTo>
                      <a:pt x="1118" y="444"/>
                    </a:lnTo>
                    <a:lnTo>
                      <a:pt x="1118" y="440"/>
                    </a:lnTo>
                    <a:lnTo>
                      <a:pt x="1122" y="440"/>
                    </a:lnTo>
                    <a:lnTo>
                      <a:pt x="1122" y="444"/>
                    </a:lnTo>
                    <a:lnTo>
                      <a:pt x="1126" y="448"/>
                    </a:lnTo>
                    <a:lnTo>
                      <a:pt x="1130" y="452"/>
                    </a:lnTo>
                    <a:lnTo>
                      <a:pt x="1126" y="452"/>
                    </a:lnTo>
                    <a:lnTo>
                      <a:pt x="1122" y="452"/>
                    </a:lnTo>
                    <a:lnTo>
                      <a:pt x="1122" y="448"/>
                    </a:lnTo>
                    <a:lnTo>
                      <a:pt x="1118" y="448"/>
                    </a:lnTo>
                    <a:lnTo>
                      <a:pt x="1114" y="452"/>
                    </a:lnTo>
                    <a:lnTo>
                      <a:pt x="1118" y="452"/>
                    </a:lnTo>
                    <a:lnTo>
                      <a:pt x="1118" y="448"/>
                    </a:lnTo>
                    <a:lnTo>
                      <a:pt x="1118" y="452"/>
                    </a:lnTo>
                    <a:lnTo>
                      <a:pt x="1122" y="452"/>
                    </a:lnTo>
                    <a:lnTo>
                      <a:pt x="1122" y="456"/>
                    </a:lnTo>
                    <a:lnTo>
                      <a:pt x="1118" y="456"/>
                    </a:lnTo>
                    <a:lnTo>
                      <a:pt x="1122" y="456"/>
                    </a:lnTo>
                    <a:lnTo>
                      <a:pt x="1126" y="456"/>
                    </a:lnTo>
                    <a:lnTo>
                      <a:pt x="1122" y="456"/>
                    </a:lnTo>
                    <a:lnTo>
                      <a:pt x="1118" y="460"/>
                    </a:lnTo>
                    <a:lnTo>
                      <a:pt x="1114" y="460"/>
                    </a:lnTo>
                    <a:lnTo>
                      <a:pt x="1114" y="456"/>
                    </a:lnTo>
                    <a:lnTo>
                      <a:pt x="1110" y="456"/>
                    </a:lnTo>
                    <a:lnTo>
                      <a:pt x="1106" y="456"/>
                    </a:lnTo>
                    <a:lnTo>
                      <a:pt x="1110" y="456"/>
                    </a:lnTo>
                    <a:lnTo>
                      <a:pt x="1110" y="460"/>
                    </a:lnTo>
                    <a:lnTo>
                      <a:pt x="1114" y="460"/>
                    </a:lnTo>
                    <a:lnTo>
                      <a:pt x="1110" y="460"/>
                    </a:lnTo>
                    <a:lnTo>
                      <a:pt x="1106" y="460"/>
                    </a:lnTo>
                    <a:lnTo>
                      <a:pt x="1104" y="456"/>
                    </a:lnTo>
                    <a:lnTo>
                      <a:pt x="1106" y="460"/>
                    </a:lnTo>
                    <a:lnTo>
                      <a:pt x="1110" y="460"/>
                    </a:lnTo>
                    <a:lnTo>
                      <a:pt x="1114" y="464"/>
                    </a:lnTo>
                    <a:lnTo>
                      <a:pt x="1118" y="464"/>
                    </a:lnTo>
                    <a:lnTo>
                      <a:pt x="1114" y="466"/>
                    </a:lnTo>
                    <a:lnTo>
                      <a:pt x="1110" y="466"/>
                    </a:lnTo>
                    <a:lnTo>
                      <a:pt x="1110" y="464"/>
                    </a:lnTo>
                    <a:lnTo>
                      <a:pt x="1106" y="464"/>
                    </a:lnTo>
                    <a:lnTo>
                      <a:pt x="1104" y="464"/>
                    </a:lnTo>
                    <a:lnTo>
                      <a:pt x="1106" y="464"/>
                    </a:lnTo>
                    <a:lnTo>
                      <a:pt x="1106" y="466"/>
                    </a:lnTo>
                    <a:lnTo>
                      <a:pt x="1110" y="466"/>
                    </a:lnTo>
                    <a:lnTo>
                      <a:pt x="1114" y="470"/>
                    </a:lnTo>
                    <a:lnTo>
                      <a:pt x="1110" y="470"/>
                    </a:lnTo>
                    <a:lnTo>
                      <a:pt x="1106" y="470"/>
                    </a:lnTo>
                    <a:lnTo>
                      <a:pt x="1106" y="466"/>
                    </a:lnTo>
                    <a:lnTo>
                      <a:pt x="1104" y="466"/>
                    </a:lnTo>
                    <a:lnTo>
                      <a:pt x="1106" y="470"/>
                    </a:lnTo>
                    <a:lnTo>
                      <a:pt x="1110" y="470"/>
                    </a:lnTo>
                    <a:lnTo>
                      <a:pt x="1106" y="470"/>
                    </a:lnTo>
                    <a:lnTo>
                      <a:pt x="1106" y="474"/>
                    </a:lnTo>
                    <a:lnTo>
                      <a:pt x="1104" y="474"/>
                    </a:lnTo>
                    <a:lnTo>
                      <a:pt x="1104" y="470"/>
                    </a:lnTo>
                    <a:lnTo>
                      <a:pt x="1104" y="474"/>
                    </a:lnTo>
                    <a:lnTo>
                      <a:pt x="1100" y="474"/>
                    </a:lnTo>
                    <a:lnTo>
                      <a:pt x="1096" y="470"/>
                    </a:lnTo>
                    <a:lnTo>
                      <a:pt x="1100" y="474"/>
                    </a:lnTo>
                    <a:lnTo>
                      <a:pt x="1096" y="474"/>
                    </a:lnTo>
                    <a:lnTo>
                      <a:pt x="1092" y="474"/>
                    </a:lnTo>
                    <a:lnTo>
                      <a:pt x="1096" y="474"/>
                    </a:lnTo>
                    <a:lnTo>
                      <a:pt x="1100" y="474"/>
                    </a:lnTo>
                    <a:lnTo>
                      <a:pt x="1100" y="478"/>
                    </a:lnTo>
                    <a:lnTo>
                      <a:pt x="1096" y="478"/>
                    </a:lnTo>
                    <a:lnTo>
                      <a:pt x="1096" y="474"/>
                    </a:lnTo>
                    <a:lnTo>
                      <a:pt x="1096" y="478"/>
                    </a:lnTo>
                    <a:lnTo>
                      <a:pt x="1100" y="478"/>
                    </a:lnTo>
                    <a:lnTo>
                      <a:pt x="1096" y="478"/>
                    </a:lnTo>
                    <a:lnTo>
                      <a:pt x="1092" y="478"/>
                    </a:lnTo>
                    <a:lnTo>
                      <a:pt x="1096" y="478"/>
                    </a:lnTo>
                    <a:lnTo>
                      <a:pt x="1100" y="482"/>
                    </a:lnTo>
                    <a:lnTo>
                      <a:pt x="1096" y="486"/>
                    </a:lnTo>
                    <a:lnTo>
                      <a:pt x="1096" y="490"/>
                    </a:lnTo>
                    <a:lnTo>
                      <a:pt x="1096" y="494"/>
                    </a:lnTo>
                    <a:lnTo>
                      <a:pt x="1092" y="494"/>
                    </a:lnTo>
                    <a:lnTo>
                      <a:pt x="1092" y="490"/>
                    </a:lnTo>
                    <a:lnTo>
                      <a:pt x="1088" y="486"/>
                    </a:lnTo>
                    <a:lnTo>
                      <a:pt x="1088" y="490"/>
                    </a:lnTo>
                    <a:lnTo>
                      <a:pt x="1084" y="486"/>
                    </a:lnTo>
                    <a:lnTo>
                      <a:pt x="1088" y="486"/>
                    </a:lnTo>
                    <a:lnTo>
                      <a:pt x="1084" y="486"/>
                    </a:lnTo>
                    <a:lnTo>
                      <a:pt x="1084" y="482"/>
                    </a:lnTo>
                    <a:lnTo>
                      <a:pt x="1084" y="478"/>
                    </a:lnTo>
                    <a:lnTo>
                      <a:pt x="1080" y="482"/>
                    </a:lnTo>
                    <a:lnTo>
                      <a:pt x="1080" y="486"/>
                    </a:lnTo>
                    <a:lnTo>
                      <a:pt x="1076" y="486"/>
                    </a:lnTo>
                    <a:lnTo>
                      <a:pt x="1076" y="482"/>
                    </a:lnTo>
                    <a:lnTo>
                      <a:pt x="1076" y="486"/>
                    </a:lnTo>
                    <a:lnTo>
                      <a:pt x="1076" y="482"/>
                    </a:lnTo>
                    <a:lnTo>
                      <a:pt x="1080" y="482"/>
                    </a:lnTo>
                    <a:lnTo>
                      <a:pt x="1076" y="482"/>
                    </a:lnTo>
                    <a:lnTo>
                      <a:pt x="1080" y="478"/>
                    </a:lnTo>
                    <a:lnTo>
                      <a:pt x="1084" y="478"/>
                    </a:lnTo>
                    <a:lnTo>
                      <a:pt x="1080" y="478"/>
                    </a:lnTo>
                    <a:lnTo>
                      <a:pt x="1076" y="478"/>
                    </a:lnTo>
                    <a:lnTo>
                      <a:pt x="1074" y="478"/>
                    </a:lnTo>
                    <a:lnTo>
                      <a:pt x="1074" y="482"/>
                    </a:lnTo>
                    <a:lnTo>
                      <a:pt x="1074" y="478"/>
                    </a:lnTo>
                    <a:lnTo>
                      <a:pt x="1076" y="478"/>
                    </a:lnTo>
                    <a:lnTo>
                      <a:pt x="1076" y="474"/>
                    </a:lnTo>
                    <a:lnTo>
                      <a:pt x="1074" y="478"/>
                    </a:lnTo>
                    <a:lnTo>
                      <a:pt x="1070" y="478"/>
                    </a:lnTo>
                    <a:lnTo>
                      <a:pt x="1070" y="474"/>
                    </a:lnTo>
                    <a:lnTo>
                      <a:pt x="1074" y="474"/>
                    </a:lnTo>
                    <a:lnTo>
                      <a:pt x="1076" y="474"/>
                    </a:lnTo>
                    <a:lnTo>
                      <a:pt x="1076" y="470"/>
                    </a:lnTo>
                    <a:lnTo>
                      <a:pt x="1074" y="470"/>
                    </a:lnTo>
                    <a:lnTo>
                      <a:pt x="1074" y="474"/>
                    </a:lnTo>
                    <a:lnTo>
                      <a:pt x="1070" y="474"/>
                    </a:lnTo>
                    <a:lnTo>
                      <a:pt x="1070" y="470"/>
                    </a:lnTo>
                    <a:lnTo>
                      <a:pt x="1066" y="470"/>
                    </a:lnTo>
                    <a:lnTo>
                      <a:pt x="1070" y="470"/>
                    </a:lnTo>
                    <a:lnTo>
                      <a:pt x="1070" y="466"/>
                    </a:lnTo>
                    <a:lnTo>
                      <a:pt x="1074" y="466"/>
                    </a:lnTo>
                    <a:lnTo>
                      <a:pt x="1076" y="466"/>
                    </a:lnTo>
                    <a:lnTo>
                      <a:pt x="1076" y="464"/>
                    </a:lnTo>
                    <a:lnTo>
                      <a:pt x="1076" y="460"/>
                    </a:lnTo>
                    <a:lnTo>
                      <a:pt x="1080" y="460"/>
                    </a:lnTo>
                    <a:lnTo>
                      <a:pt x="1084" y="460"/>
                    </a:lnTo>
                    <a:lnTo>
                      <a:pt x="1084" y="456"/>
                    </a:lnTo>
                    <a:lnTo>
                      <a:pt x="1080" y="456"/>
                    </a:lnTo>
                    <a:lnTo>
                      <a:pt x="1076" y="460"/>
                    </a:lnTo>
                    <a:lnTo>
                      <a:pt x="1076" y="464"/>
                    </a:lnTo>
                    <a:lnTo>
                      <a:pt x="1074" y="464"/>
                    </a:lnTo>
                    <a:lnTo>
                      <a:pt x="1070" y="466"/>
                    </a:lnTo>
                    <a:lnTo>
                      <a:pt x="1062" y="466"/>
                    </a:lnTo>
                    <a:lnTo>
                      <a:pt x="1062" y="464"/>
                    </a:lnTo>
                    <a:lnTo>
                      <a:pt x="1066" y="464"/>
                    </a:lnTo>
                    <a:lnTo>
                      <a:pt x="1066" y="460"/>
                    </a:lnTo>
                    <a:lnTo>
                      <a:pt x="1070" y="456"/>
                    </a:lnTo>
                    <a:lnTo>
                      <a:pt x="1066" y="460"/>
                    </a:lnTo>
                    <a:lnTo>
                      <a:pt x="1062" y="464"/>
                    </a:lnTo>
                    <a:lnTo>
                      <a:pt x="1060" y="464"/>
                    </a:lnTo>
                    <a:lnTo>
                      <a:pt x="1060" y="460"/>
                    </a:lnTo>
                    <a:lnTo>
                      <a:pt x="1056" y="460"/>
                    </a:lnTo>
                    <a:lnTo>
                      <a:pt x="1052" y="456"/>
                    </a:lnTo>
                    <a:lnTo>
                      <a:pt x="1056" y="456"/>
                    </a:lnTo>
                    <a:lnTo>
                      <a:pt x="1052" y="456"/>
                    </a:lnTo>
                    <a:lnTo>
                      <a:pt x="1048" y="456"/>
                    </a:lnTo>
                    <a:lnTo>
                      <a:pt x="1048" y="452"/>
                    </a:lnTo>
                    <a:lnTo>
                      <a:pt x="1048" y="448"/>
                    </a:lnTo>
                    <a:lnTo>
                      <a:pt x="1048" y="452"/>
                    </a:lnTo>
                    <a:lnTo>
                      <a:pt x="1044" y="452"/>
                    </a:lnTo>
                    <a:lnTo>
                      <a:pt x="1040" y="452"/>
                    </a:lnTo>
                    <a:lnTo>
                      <a:pt x="1036" y="452"/>
                    </a:lnTo>
                    <a:lnTo>
                      <a:pt x="1040" y="452"/>
                    </a:lnTo>
                    <a:lnTo>
                      <a:pt x="1044" y="452"/>
                    </a:lnTo>
                    <a:lnTo>
                      <a:pt x="1044" y="456"/>
                    </a:lnTo>
                    <a:lnTo>
                      <a:pt x="1040" y="456"/>
                    </a:lnTo>
                    <a:lnTo>
                      <a:pt x="1044" y="456"/>
                    </a:lnTo>
                    <a:lnTo>
                      <a:pt x="1044" y="460"/>
                    </a:lnTo>
                    <a:lnTo>
                      <a:pt x="1040" y="460"/>
                    </a:lnTo>
                    <a:lnTo>
                      <a:pt x="1040" y="456"/>
                    </a:lnTo>
                    <a:lnTo>
                      <a:pt x="1036" y="456"/>
                    </a:lnTo>
                    <a:lnTo>
                      <a:pt x="1036" y="452"/>
                    </a:lnTo>
                    <a:lnTo>
                      <a:pt x="1032" y="452"/>
                    </a:lnTo>
                    <a:lnTo>
                      <a:pt x="1032" y="456"/>
                    </a:lnTo>
                    <a:lnTo>
                      <a:pt x="1036" y="456"/>
                    </a:lnTo>
                    <a:lnTo>
                      <a:pt x="1036" y="460"/>
                    </a:lnTo>
                    <a:lnTo>
                      <a:pt x="1040" y="460"/>
                    </a:lnTo>
                    <a:lnTo>
                      <a:pt x="1040" y="464"/>
                    </a:lnTo>
                    <a:lnTo>
                      <a:pt x="1044" y="464"/>
                    </a:lnTo>
                    <a:lnTo>
                      <a:pt x="1044" y="466"/>
                    </a:lnTo>
                    <a:lnTo>
                      <a:pt x="1040" y="466"/>
                    </a:lnTo>
                    <a:lnTo>
                      <a:pt x="1036" y="466"/>
                    </a:lnTo>
                    <a:lnTo>
                      <a:pt x="1032" y="466"/>
                    </a:lnTo>
                    <a:lnTo>
                      <a:pt x="1032" y="464"/>
                    </a:lnTo>
                    <a:lnTo>
                      <a:pt x="1030" y="464"/>
                    </a:lnTo>
                    <a:lnTo>
                      <a:pt x="1030" y="460"/>
                    </a:lnTo>
                    <a:lnTo>
                      <a:pt x="1026" y="460"/>
                    </a:lnTo>
                    <a:lnTo>
                      <a:pt x="1022" y="460"/>
                    </a:lnTo>
                    <a:lnTo>
                      <a:pt x="1026" y="460"/>
                    </a:lnTo>
                    <a:lnTo>
                      <a:pt x="1026" y="464"/>
                    </a:lnTo>
                    <a:lnTo>
                      <a:pt x="1030" y="464"/>
                    </a:lnTo>
                    <a:lnTo>
                      <a:pt x="1032" y="464"/>
                    </a:lnTo>
                    <a:lnTo>
                      <a:pt x="1032" y="466"/>
                    </a:lnTo>
                    <a:lnTo>
                      <a:pt x="1030" y="466"/>
                    </a:lnTo>
                    <a:lnTo>
                      <a:pt x="1030" y="464"/>
                    </a:lnTo>
                    <a:lnTo>
                      <a:pt x="1030" y="466"/>
                    </a:lnTo>
                    <a:lnTo>
                      <a:pt x="1030" y="470"/>
                    </a:lnTo>
                    <a:lnTo>
                      <a:pt x="1032" y="470"/>
                    </a:lnTo>
                    <a:lnTo>
                      <a:pt x="1036" y="470"/>
                    </a:lnTo>
                    <a:lnTo>
                      <a:pt x="1032" y="474"/>
                    </a:lnTo>
                    <a:lnTo>
                      <a:pt x="1032" y="478"/>
                    </a:lnTo>
                    <a:lnTo>
                      <a:pt x="1032" y="474"/>
                    </a:lnTo>
                    <a:lnTo>
                      <a:pt x="1036" y="474"/>
                    </a:lnTo>
                    <a:lnTo>
                      <a:pt x="1040" y="474"/>
                    </a:lnTo>
                    <a:lnTo>
                      <a:pt x="1044" y="474"/>
                    </a:lnTo>
                    <a:lnTo>
                      <a:pt x="1040" y="478"/>
                    </a:lnTo>
                    <a:lnTo>
                      <a:pt x="1044" y="478"/>
                    </a:lnTo>
                    <a:lnTo>
                      <a:pt x="1048" y="478"/>
                    </a:lnTo>
                    <a:lnTo>
                      <a:pt x="1044" y="482"/>
                    </a:lnTo>
                    <a:lnTo>
                      <a:pt x="1040" y="482"/>
                    </a:lnTo>
                    <a:lnTo>
                      <a:pt x="1044" y="482"/>
                    </a:lnTo>
                    <a:lnTo>
                      <a:pt x="1048" y="486"/>
                    </a:lnTo>
                    <a:lnTo>
                      <a:pt x="1044" y="486"/>
                    </a:lnTo>
                    <a:lnTo>
                      <a:pt x="1044" y="490"/>
                    </a:lnTo>
                    <a:lnTo>
                      <a:pt x="1048" y="486"/>
                    </a:lnTo>
                    <a:lnTo>
                      <a:pt x="1052" y="486"/>
                    </a:lnTo>
                    <a:lnTo>
                      <a:pt x="1048" y="490"/>
                    </a:lnTo>
                    <a:lnTo>
                      <a:pt x="1052" y="490"/>
                    </a:lnTo>
                    <a:lnTo>
                      <a:pt x="1052" y="494"/>
                    </a:lnTo>
                    <a:lnTo>
                      <a:pt x="1052" y="496"/>
                    </a:lnTo>
                    <a:lnTo>
                      <a:pt x="1052" y="494"/>
                    </a:lnTo>
                    <a:lnTo>
                      <a:pt x="1052" y="490"/>
                    </a:lnTo>
                    <a:lnTo>
                      <a:pt x="1056" y="490"/>
                    </a:lnTo>
                    <a:lnTo>
                      <a:pt x="1056" y="494"/>
                    </a:lnTo>
                    <a:lnTo>
                      <a:pt x="1060" y="494"/>
                    </a:lnTo>
                    <a:lnTo>
                      <a:pt x="1060" y="496"/>
                    </a:lnTo>
                    <a:lnTo>
                      <a:pt x="1060" y="494"/>
                    </a:lnTo>
                    <a:lnTo>
                      <a:pt x="1062" y="494"/>
                    </a:lnTo>
                    <a:lnTo>
                      <a:pt x="1060" y="496"/>
                    </a:lnTo>
                    <a:lnTo>
                      <a:pt x="1062" y="496"/>
                    </a:lnTo>
                    <a:lnTo>
                      <a:pt x="1062" y="494"/>
                    </a:lnTo>
                    <a:lnTo>
                      <a:pt x="1066" y="494"/>
                    </a:lnTo>
                    <a:lnTo>
                      <a:pt x="1066" y="496"/>
                    </a:lnTo>
                    <a:lnTo>
                      <a:pt x="1066" y="500"/>
                    </a:lnTo>
                    <a:lnTo>
                      <a:pt x="1070" y="500"/>
                    </a:lnTo>
                    <a:lnTo>
                      <a:pt x="1074" y="500"/>
                    </a:lnTo>
                    <a:lnTo>
                      <a:pt x="1074" y="504"/>
                    </a:lnTo>
                    <a:lnTo>
                      <a:pt x="1074" y="508"/>
                    </a:lnTo>
                    <a:lnTo>
                      <a:pt x="1070" y="508"/>
                    </a:lnTo>
                    <a:lnTo>
                      <a:pt x="1070" y="504"/>
                    </a:lnTo>
                    <a:lnTo>
                      <a:pt x="1066" y="504"/>
                    </a:lnTo>
                    <a:lnTo>
                      <a:pt x="1066" y="508"/>
                    </a:lnTo>
                    <a:lnTo>
                      <a:pt x="1070" y="508"/>
                    </a:lnTo>
                    <a:lnTo>
                      <a:pt x="1074" y="512"/>
                    </a:lnTo>
                    <a:lnTo>
                      <a:pt x="1076" y="512"/>
                    </a:lnTo>
                    <a:lnTo>
                      <a:pt x="1080" y="512"/>
                    </a:lnTo>
                    <a:lnTo>
                      <a:pt x="1080" y="516"/>
                    </a:lnTo>
                    <a:lnTo>
                      <a:pt x="1076" y="516"/>
                    </a:lnTo>
                    <a:lnTo>
                      <a:pt x="1074" y="516"/>
                    </a:lnTo>
                    <a:lnTo>
                      <a:pt x="1074" y="520"/>
                    </a:lnTo>
                    <a:lnTo>
                      <a:pt x="1076" y="520"/>
                    </a:lnTo>
                    <a:lnTo>
                      <a:pt x="1080" y="520"/>
                    </a:lnTo>
                    <a:lnTo>
                      <a:pt x="1080" y="522"/>
                    </a:lnTo>
                    <a:lnTo>
                      <a:pt x="1080" y="526"/>
                    </a:lnTo>
                    <a:lnTo>
                      <a:pt x="1080" y="530"/>
                    </a:lnTo>
                    <a:lnTo>
                      <a:pt x="1076" y="530"/>
                    </a:lnTo>
                    <a:lnTo>
                      <a:pt x="1076" y="526"/>
                    </a:lnTo>
                    <a:lnTo>
                      <a:pt x="1076" y="522"/>
                    </a:lnTo>
                    <a:lnTo>
                      <a:pt x="1074" y="522"/>
                    </a:lnTo>
                    <a:lnTo>
                      <a:pt x="1074" y="520"/>
                    </a:lnTo>
                    <a:lnTo>
                      <a:pt x="1070" y="520"/>
                    </a:lnTo>
                    <a:lnTo>
                      <a:pt x="1074" y="520"/>
                    </a:lnTo>
                    <a:lnTo>
                      <a:pt x="1074" y="522"/>
                    </a:lnTo>
                    <a:lnTo>
                      <a:pt x="1074" y="526"/>
                    </a:lnTo>
                    <a:lnTo>
                      <a:pt x="1076" y="530"/>
                    </a:lnTo>
                    <a:lnTo>
                      <a:pt x="1074" y="530"/>
                    </a:lnTo>
                    <a:lnTo>
                      <a:pt x="1074" y="534"/>
                    </a:lnTo>
                    <a:lnTo>
                      <a:pt x="1076" y="534"/>
                    </a:lnTo>
                    <a:lnTo>
                      <a:pt x="1076" y="538"/>
                    </a:lnTo>
                    <a:lnTo>
                      <a:pt x="1080" y="538"/>
                    </a:lnTo>
                    <a:lnTo>
                      <a:pt x="1076" y="542"/>
                    </a:lnTo>
                    <a:lnTo>
                      <a:pt x="1074" y="538"/>
                    </a:lnTo>
                    <a:lnTo>
                      <a:pt x="1070" y="538"/>
                    </a:lnTo>
                    <a:lnTo>
                      <a:pt x="1074" y="542"/>
                    </a:lnTo>
                    <a:lnTo>
                      <a:pt x="1074" y="546"/>
                    </a:lnTo>
                    <a:lnTo>
                      <a:pt x="1076" y="546"/>
                    </a:lnTo>
                    <a:lnTo>
                      <a:pt x="1074" y="546"/>
                    </a:lnTo>
                    <a:lnTo>
                      <a:pt x="1074" y="550"/>
                    </a:lnTo>
                    <a:lnTo>
                      <a:pt x="1070" y="546"/>
                    </a:lnTo>
                    <a:lnTo>
                      <a:pt x="1070" y="542"/>
                    </a:lnTo>
                    <a:lnTo>
                      <a:pt x="1066" y="542"/>
                    </a:lnTo>
                    <a:lnTo>
                      <a:pt x="1066" y="538"/>
                    </a:lnTo>
                    <a:lnTo>
                      <a:pt x="1062" y="538"/>
                    </a:lnTo>
                    <a:lnTo>
                      <a:pt x="1060" y="538"/>
                    </a:lnTo>
                    <a:lnTo>
                      <a:pt x="1060" y="534"/>
                    </a:lnTo>
                    <a:lnTo>
                      <a:pt x="1056" y="534"/>
                    </a:lnTo>
                    <a:lnTo>
                      <a:pt x="1060" y="538"/>
                    </a:lnTo>
                    <a:lnTo>
                      <a:pt x="1056" y="538"/>
                    </a:lnTo>
                    <a:lnTo>
                      <a:pt x="1056" y="534"/>
                    </a:lnTo>
                    <a:lnTo>
                      <a:pt x="1052" y="534"/>
                    </a:lnTo>
                    <a:lnTo>
                      <a:pt x="1052" y="530"/>
                    </a:lnTo>
                    <a:lnTo>
                      <a:pt x="1052" y="526"/>
                    </a:lnTo>
                    <a:lnTo>
                      <a:pt x="1052" y="530"/>
                    </a:lnTo>
                    <a:lnTo>
                      <a:pt x="1052" y="534"/>
                    </a:lnTo>
                    <a:lnTo>
                      <a:pt x="1052" y="538"/>
                    </a:lnTo>
                    <a:lnTo>
                      <a:pt x="1052" y="534"/>
                    </a:lnTo>
                    <a:lnTo>
                      <a:pt x="1052" y="530"/>
                    </a:lnTo>
                    <a:lnTo>
                      <a:pt x="1048" y="530"/>
                    </a:lnTo>
                    <a:lnTo>
                      <a:pt x="1048" y="534"/>
                    </a:lnTo>
                    <a:lnTo>
                      <a:pt x="1048" y="530"/>
                    </a:lnTo>
                    <a:lnTo>
                      <a:pt x="1048" y="526"/>
                    </a:lnTo>
                    <a:lnTo>
                      <a:pt x="1048" y="530"/>
                    </a:lnTo>
                    <a:lnTo>
                      <a:pt x="1044" y="530"/>
                    </a:lnTo>
                    <a:lnTo>
                      <a:pt x="1040" y="526"/>
                    </a:lnTo>
                    <a:lnTo>
                      <a:pt x="1036" y="522"/>
                    </a:lnTo>
                    <a:lnTo>
                      <a:pt x="1036" y="520"/>
                    </a:lnTo>
                    <a:lnTo>
                      <a:pt x="1032" y="520"/>
                    </a:lnTo>
                    <a:lnTo>
                      <a:pt x="1036" y="522"/>
                    </a:lnTo>
                    <a:lnTo>
                      <a:pt x="1036" y="526"/>
                    </a:lnTo>
                    <a:lnTo>
                      <a:pt x="1036" y="530"/>
                    </a:lnTo>
                    <a:lnTo>
                      <a:pt x="1036" y="526"/>
                    </a:lnTo>
                    <a:lnTo>
                      <a:pt x="1032" y="526"/>
                    </a:lnTo>
                    <a:lnTo>
                      <a:pt x="1032" y="522"/>
                    </a:lnTo>
                    <a:lnTo>
                      <a:pt x="1030" y="522"/>
                    </a:lnTo>
                    <a:lnTo>
                      <a:pt x="1026" y="522"/>
                    </a:lnTo>
                    <a:lnTo>
                      <a:pt x="1026" y="520"/>
                    </a:lnTo>
                    <a:lnTo>
                      <a:pt x="1022" y="520"/>
                    </a:lnTo>
                    <a:lnTo>
                      <a:pt x="1018" y="520"/>
                    </a:lnTo>
                    <a:lnTo>
                      <a:pt x="1022" y="522"/>
                    </a:lnTo>
                    <a:lnTo>
                      <a:pt x="1026" y="526"/>
                    </a:lnTo>
                    <a:lnTo>
                      <a:pt x="1030" y="530"/>
                    </a:lnTo>
                    <a:lnTo>
                      <a:pt x="1030" y="534"/>
                    </a:lnTo>
                    <a:lnTo>
                      <a:pt x="1032" y="534"/>
                    </a:lnTo>
                    <a:lnTo>
                      <a:pt x="1036" y="534"/>
                    </a:lnTo>
                    <a:lnTo>
                      <a:pt x="1036" y="538"/>
                    </a:lnTo>
                    <a:lnTo>
                      <a:pt x="1040" y="538"/>
                    </a:lnTo>
                    <a:lnTo>
                      <a:pt x="1036" y="538"/>
                    </a:lnTo>
                    <a:lnTo>
                      <a:pt x="1040" y="538"/>
                    </a:lnTo>
                    <a:lnTo>
                      <a:pt x="1044" y="542"/>
                    </a:lnTo>
                    <a:lnTo>
                      <a:pt x="1048" y="542"/>
                    </a:lnTo>
                    <a:lnTo>
                      <a:pt x="1048" y="546"/>
                    </a:lnTo>
                    <a:lnTo>
                      <a:pt x="1052" y="546"/>
                    </a:lnTo>
                    <a:lnTo>
                      <a:pt x="1056" y="550"/>
                    </a:lnTo>
                    <a:lnTo>
                      <a:pt x="1056" y="552"/>
                    </a:lnTo>
                    <a:lnTo>
                      <a:pt x="1060" y="552"/>
                    </a:lnTo>
                    <a:lnTo>
                      <a:pt x="1060" y="556"/>
                    </a:lnTo>
                    <a:lnTo>
                      <a:pt x="1062" y="556"/>
                    </a:lnTo>
                    <a:lnTo>
                      <a:pt x="1060" y="556"/>
                    </a:lnTo>
                    <a:lnTo>
                      <a:pt x="1060" y="560"/>
                    </a:lnTo>
                    <a:lnTo>
                      <a:pt x="1062" y="560"/>
                    </a:lnTo>
                    <a:lnTo>
                      <a:pt x="1062" y="564"/>
                    </a:lnTo>
                    <a:lnTo>
                      <a:pt x="1060" y="564"/>
                    </a:lnTo>
                    <a:lnTo>
                      <a:pt x="1056" y="564"/>
                    </a:lnTo>
                    <a:lnTo>
                      <a:pt x="1052" y="564"/>
                    </a:lnTo>
                    <a:lnTo>
                      <a:pt x="1052" y="560"/>
                    </a:lnTo>
                    <a:lnTo>
                      <a:pt x="1048" y="560"/>
                    </a:lnTo>
                    <a:lnTo>
                      <a:pt x="1044" y="560"/>
                    </a:lnTo>
                    <a:lnTo>
                      <a:pt x="1040" y="556"/>
                    </a:lnTo>
                    <a:lnTo>
                      <a:pt x="1036" y="556"/>
                    </a:lnTo>
                    <a:lnTo>
                      <a:pt x="1032" y="556"/>
                    </a:lnTo>
                    <a:lnTo>
                      <a:pt x="1030" y="556"/>
                    </a:lnTo>
                    <a:lnTo>
                      <a:pt x="1026" y="556"/>
                    </a:lnTo>
                    <a:lnTo>
                      <a:pt x="1026" y="552"/>
                    </a:lnTo>
                    <a:lnTo>
                      <a:pt x="1022" y="552"/>
                    </a:lnTo>
                    <a:lnTo>
                      <a:pt x="1018" y="552"/>
                    </a:lnTo>
                    <a:lnTo>
                      <a:pt x="1018" y="550"/>
                    </a:lnTo>
                    <a:lnTo>
                      <a:pt x="1014" y="550"/>
                    </a:lnTo>
                    <a:lnTo>
                      <a:pt x="1014" y="546"/>
                    </a:lnTo>
                    <a:lnTo>
                      <a:pt x="1014" y="550"/>
                    </a:lnTo>
                    <a:lnTo>
                      <a:pt x="1010" y="546"/>
                    </a:lnTo>
                    <a:lnTo>
                      <a:pt x="1010" y="542"/>
                    </a:lnTo>
                    <a:lnTo>
                      <a:pt x="1006" y="542"/>
                    </a:lnTo>
                    <a:lnTo>
                      <a:pt x="1004" y="542"/>
                    </a:lnTo>
                    <a:lnTo>
                      <a:pt x="1004" y="542"/>
                    </a:lnTo>
                    <a:lnTo>
                      <a:pt x="1004" y="542"/>
                    </a:lnTo>
                    <a:close/>
                    <a:moveTo>
                      <a:pt x="902" y="292"/>
                    </a:moveTo>
                    <a:lnTo>
                      <a:pt x="898" y="292"/>
                    </a:lnTo>
                    <a:lnTo>
                      <a:pt x="894" y="292"/>
                    </a:lnTo>
                    <a:lnTo>
                      <a:pt x="890" y="292"/>
                    </a:lnTo>
                    <a:lnTo>
                      <a:pt x="888" y="292"/>
                    </a:lnTo>
                    <a:lnTo>
                      <a:pt x="884" y="292"/>
                    </a:lnTo>
                    <a:lnTo>
                      <a:pt x="880" y="292"/>
                    </a:lnTo>
                    <a:lnTo>
                      <a:pt x="876" y="294"/>
                    </a:lnTo>
                    <a:lnTo>
                      <a:pt x="872" y="294"/>
                    </a:lnTo>
                    <a:lnTo>
                      <a:pt x="868" y="294"/>
                    </a:lnTo>
                    <a:lnTo>
                      <a:pt x="864" y="292"/>
                    </a:lnTo>
                    <a:lnTo>
                      <a:pt x="862" y="292"/>
                    </a:lnTo>
                    <a:lnTo>
                      <a:pt x="862" y="288"/>
                    </a:lnTo>
                    <a:lnTo>
                      <a:pt x="862" y="284"/>
                    </a:lnTo>
                    <a:lnTo>
                      <a:pt x="862" y="280"/>
                    </a:lnTo>
                    <a:lnTo>
                      <a:pt x="858" y="280"/>
                    </a:lnTo>
                    <a:lnTo>
                      <a:pt x="854" y="280"/>
                    </a:lnTo>
                    <a:lnTo>
                      <a:pt x="850" y="280"/>
                    </a:lnTo>
                    <a:lnTo>
                      <a:pt x="850" y="276"/>
                    </a:lnTo>
                    <a:lnTo>
                      <a:pt x="850" y="268"/>
                    </a:lnTo>
                    <a:lnTo>
                      <a:pt x="854" y="268"/>
                    </a:lnTo>
                    <a:lnTo>
                      <a:pt x="858" y="268"/>
                    </a:lnTo>
                    <a:lnTo>
                      <a:pt x="862" y="268"/>
                    </a:lnTo>
                    <a:lnTo>
                      <a:pt x="864" y="268"/>
                    </a:lnTo>
                    <a:lnTo>
                      <a:pt x="868" y="268"/>
                    </a:lnTo>
                    <a:lnTo>
                      <a:pt x="868" y="272"/>
                    </a:lnTo>
                    <a:lnTo>
                      <a:pt x="872" y="272"/>
                    </a:lnTo>
                    <a:lnTo>
                      <a:pt x="876" y="272"/>
                    </a:lnTo>
                    <a:lnTo>
                      <a:pt x="876" y="268"/>
                    </a:lnTo>
                    <a:lnTo>
                      <a:pt x="880" y="268"/>
                    </a:lnTo>
                    <a:lnTo>
                      <a:pt x="884" y="268"/>
                    </a:lnTo>
                    <a:lnTo>
                      <a:pt x="888" y="268"/>
                    </a:lnTo>
                    <a:lnTo>
                      <a:pt x="890" y="268"/>
                    </a:lnTo>
                    <a:lnTo>
                      <a:pt x="890" y="272"/>
                    </a:lnTo>
                    <a:lnTo>
                      <a:pt x="894" y="272"/>
                    </a:lnTo>
                    <a:lnTo>
                      <a:pt x="898" y="272"/>
                    </a:lnTo>
                    <a:lnTo>
                      <a:pt x="902" y="272"/>
                    </a:lnTo>
                    <a:lnTo>
                      <a:pt x="902" y="276"/>
                    </a:lnTo>
                    <a:lnTo>
                      <a:pt x="906" y="276"/>
                    </a:lnTo>
                    <a:lnTo>
                      <a:pt x="906" y="280"/>
                    </a:lnTo>
                    <a:lnTo>
                      <a:pt x="910" y="280"/>
                    </a:lnTo>
                    <a:lnTo>
                      <a:pt x="910" y="284"/>
                    </a:lnTo>
                    <a:lnTo>
                      <a:pt x="914" y="284"/>
                    </a:lnTo>
                    <a:lnTo>
                      <a:pt x="914" y="288"/>
                    </a:lnTo>
                    <a:lnTo>
                      <a:pt x="918" y="288"/>
                    </a:lnTo>
                    <a:lnTo>
                      <a:pt x="918" y="292"/>
                    </a:lnTo>
                    <a:lnTo>
                      <a:pt x="914" y="292"/>
                    </a:lnTo>
                    <a:lnTo>
                      <a:pt x="910" y="292"/>
                    </a:lnTo>
                    <a:lnTo>
                      <a:pt x="906" y="292"/>
                    </a:lnTo>
                    <a:lnTo>
                      <a:pt x="902" y="292"/>
                    </a:lnTo>
                    <a:lnTo>
                      <a:pt x="902" y="292"/>
                    </a:lnTo>
                    <a:lnTo>
                      <a:pt x="902" y="292"/>
                    </a:lnTo>
                    <a:close/>
                    <a:moveTo>
                      <a:pt x="508" y="292"/>
                    </a:moveTo>
                    <a:lnTo>
                      <a:pt x="504" y="288"/>
                    </a:lnTo>
                    <a:lnTo>
                      <a:pt x="504" y="292"/>
                    </a:lnTo>
                    <a:lnTo>
                      <a:pt x="508" y="292"/>
                    </a:lnTo>
                    <a:lnTo>
                      <a:pt x="504" y="292"/>
                    </a:lnTo>
                    <a:lnTo>
                      <a:pt x="500" y="288"/>
                    </a:lnTo>
                    <a:lnTo>
                      <a:pt x="496" y="284"/>
                    </a:lnTo>
                    <a:lnTo>
                      <a:pt x="492" y="284"/>
                    </a:lnTo>
                    <a:lnTo>
                      <a:pt x="492" y="280"/>
                    </a:lnTo>
                    <a:lnTo>
                      <a:pt x="488" y="276"/>
                    </a:lnTo>
                    <a:lnTo>
                      <a:pt x="484" y="276"/>
                    </a:lnTo>
                    <a:lnTo>
                      <a:pt x="480" y="276"/>
                    </a:lnTo>
                    <a:lnTo>
                      <a:pt x="480" y="272"/>
                    </a:lnTo>
                    <a:lnTo>
                      <a:pt x="484" y="268"/>
                    </a:lnTo>
                    <a:lnTo>
                      <a:pt x="488" y="268"/>
                    </a:lnTo>
                    <a:lnTo>
                      <a:pt x="492" y="268"/>
                    </a:lnTo>
                    <a:lnTo>
                      <a:pt x="496" y="268"/>
                    </a:lnTo>
                    <a:lnTo>
                      <a:pt x="500" y="268"/>
                    </a:lnTo>
                    <a:lnTo>
                      <a:pt x="504" y="268"/>
                    </a:lnTo>
                    <a:lnTo>
                      <a:pt x="508" y="268"/>
                    </a:lnTo>
                    <a:lnTo>
                      <a:pt x="510" y="268"/>
                    </a:lnTo>
                    <a:lnTo>
                      <a:pt x="514" y="272"/>
                    </a:lnTo>
                    <a:lnTo>
                      <a:pt x="514" y="276"/>
                    </a:lnTo>
                    <a:lnTo>
                      <a:pt x="514" y="280"/>
                    </a:lnTo>
                    <a:lnTo>
                      <a:pt x="510" y="284"/>
                    </a:lnTo>
                    <a:lnTo>
                      <a:pt x="510" y="288"/>
                    </a:lnTo>
                    <a:lnTo>
                      <a:pt x="508" y="288"/>
                    </a:lnTo>
                    <a:lnTo>
                      <a:pt x="508" y="292"/>
                    </a:lnTo>
                    <a:lnTo>
                      <a:pt x="508" y="292"/>
                    </a:lnTo>
                    <a:lnTo>
                      <a:pt x="508" y="292"/>
                    </a:lnTo>
                    <a:close/>
                    <a:moveTo>
                      <a:pt x="236" y="272"/>
                    </a:moveTo>
                    <a:lnTo>
                      <a:pt x="238" y="272"/>
                    </a:lnTo>
                    <a:lnTo>
                      <a:pt x="236" y="272"/>
                    </a:lnTo>
                    <a:lnTo>
                      <a:pt x="236" y="272"/>
                    </a:lnTo>
                    <a:lnTo>
                      <a:pt x="236" y="272"/>
                    </a:lnTo>
                    <a:close/>
                    <a:moveTo>
                      <a:pt x="474" y="272"/>
                    </a:moveTo>
                    <a:lnTo>
                      <a:pt x="470" y="272"/>
                    </a:lnTo>
                    <a:lnTo>
                      <a:pt x="466" y="272"/>
                    </a:lnTo>
                    <a:lnTo>
                      <a:pt x="470" y="272"/>
                    </a:lnTo>
                    <a:lnTo>
                      <a:pt x="474" y="272"/>
                    </a:lnTo>
                    <a:lnTo>
                      <a:pt x="474" y="272"/>
                    </a:lnTo>
                    <a:lnTo>
                      <a:pt x="474" y="272"/>
                    </a:lnTo>
                    <a:close/>
                    <a:moveTo>
                      <a:pt x="354" y="350"/>
                    </a:moveTo>
                    <a:lnTo>
                      <a:pt x="352" y="350"/>
                    </a:lnTo>
                    <a:lnTo>
                      <a:pt x="348" y="350"/>
                    </a:lnTo>
                    <a:lnTo>
                      <a:pt x="344" y="350"/>
                    </a:lnTo>
                    <a:lnTo>
                      <a:pt x="340" y="350"/>
                    </a:lnTo>
                    <a:lnTo>
                      <a:pt x="336" y="350"/>
                    </a:lnTo>
                    <a:lnTo>
                      <a:pt x="332" y="350"/>
                    </a:lnTo>
                    <a:lnTo>
                      <a:pt x="328" y="350"/>
                    </a:lnTo>
                    <a:lnTo>
                      <a:pt x="328" y="348"/>
                    </a:lnTo>
                    <a:lnTo>
                      <a:pt x="324" y="348"/>
                    </a:lnTo>
                    <a:lnTo>
                      <a:pt x="324" y="344"/>
                    </a:lnTo>
                    <a:lnTo>
                      <a:pt x="322" y="344"/>
                    </a:lnTo>
                    <a:lnTo>
                      <a:pt x="322" y="340"/>
                    </a:lnTo>
                    <a:lnTo>
                      <a:pt x="324" y="336"/>
                    </a:lnTo>
                    <a:lnTo>
                      <a:pt x="328" y="336"/>
                    </a:lnTo>
                    <a:lnTo>
                      <a:pt x="332" y="336"/>
                    </a:lnTo>
                    <a:lnTo>
                      <a:pt x="336" y="336"/>
                    </a:lnTo>
                    <a:lnTo>
                      <a:pt x="340" y="332"/>
                    </a:lnTo>
                    <a:lnTo>
                      <a:pt x="344" y="332"/>
                    </a:lnTo>
                    <a:lnTo>
                      <a:pt x="348" y="332"/>
                    </a:lnTo>
                    <a:lnTo>
                      <a:pt x="352" y="332"/>
                    </a:lnTo>
                    <a:lnTo>
                      <a:pt x="354" y="332"/>
                    </a:lnTo>
                    <a:lnTo>
                      <a:pt x="358" y="332"/>
                    </a:lnTo>
                    <a:lnTo>
                      <a:pt x="358" y="328"/>
                    </a:lnTo>
                    <a:lnTo>
                      <a:pt x="354" y="328"/>
                    </a:lnTo>
                    <a:lnTo>
                      <a:pt x="358" y="328"/>
                    </a:lnTo>
                    <a:lnTo>
                      <a:pt x="362" y="328"/>
                    </a:lnTo>
                    <a:lnTo>
                      <a:pt x="366" y="328"/>
                    </a:lnTo>
                    <a:lnTo>
                      <a:pt x="366" y="324"/>
                    </a:lnTo>
                    <a:lnTo>
                      <a:pt x="366" y="328"/>
                    </a:lnTo>
                    <a:lnTo>
                      <a:pt x="362" y="328"/>
                    </a:lnTo>
                    <a:lnTo>
                      <a:pt x="362" y="324"/>
                    </a:lnTo>
                    <a:lnTo>
                      <a:pt x="358" y="324"/>
                    </a:lnTo>
                    <a:lnTo>
                      <a:pt x="354" y="324"/>
                    </a:lnTo>
                    <a:lnTo>
                      <a:pt x="352" y="328"/>
                    </a:lnTo>
                    <a:lnTo>
                      <a:pt x="348" y="328"/>
                    </a:lnTo>
                    <a:lnTo>
                      <a:pt x="344" y="328"/>
                    </a:lnTo>
                    <a:lnTo>
                      <a:pt x="340" y="328"/>
                    </a:lnTo>
                    <a:lnTo>
                      <a:pt x="336" y="328"/>
                    </a:lnTo>
                    <a:lnTo>
                      <a:pt x="332" y="328"/>
                    </a:lnTo>
                    <a:lnTo>
                      <a:pt x="336" y="328"/>
                    </a:lnTo>
                    <a:lnTo>
                      <a:pt x="332" y="328"/>
                    </a:lnTo>
                    <a:lnTo>
                      <a:pt x="332" y="332"/>
                    </a:lnTo>
                    <a:lnTo>
                      <a:pt x="328" y="328"/>
                    </a:lnTo>
                    <a:lnTo>
                      <a:pt x="328" y="332"/>
                    </a:lnTo>
                    <a:lnTo>
                      <a:pt x="328" y="328"/>
                    </a:lnTo>
                    <a:lnTo>
                      <a:pt x="324" y="328"/>
                    </a:lnTo>
                    <a:lnTo>
                      <a:pt x="322" y="328"/>
                    </a:lnTo>
                    <a:lnTo>
                      <a:pt x="324" y="324"/>
                    </a:lnTo>
                    <a:lnTo>
                      <a:pt x="328" y="324"/>
                    </a:lnTo>
                    <a:lnTo>
                      <a:pt x="332" y="324"/>
                    </a:lnTo>
                    <a:lnTo>
                      <a:pt x="328" y="324"/>
                    </a:lnTo>
                    <a:lnTo>
                      <a:pt x="328" y="322"/>
                    </a:lnTo>
                    <a:lnTo>
                      <a:pt x="324" y="322"/>
                    </a:lnTo>
                    <a:lnTo>
                      <a:pt x="324" y="324"/>
                    </a:lnTo>
                    <a:lnTo>
                      <a:pt x="322" y="324"/>
                    </a:lnTo>
                    <a:lnTo>
                      <a:pt x="318" y="324"/>
                    </a:lnTo>
                    <a:lnTo>
                      <a:pt x="318" y="322"/>
                    </a:lnTo>
                    <a:lnTo>
                      <a:pt x="314" y="322"/>
                    </a:lnTo>
                    <a:lnTo>
                      <a:pt x="314" y="324"/>
                    </a:lnTo>
                    <a:lnTo>
                      <a:pt x="310" y="324"/>
                    </a:lnTo>
                    <a:lnTo>
                      <a:pt x="310" y="322"/>
                    </a:lnTo>
                    <a:lnTo>
                      <a:pt x="310" y="318"/>
                    </a:lnTo>
                    <a:lnTo>
                      <a:pt x="314" y="314"/>
                    </a:lnTo>
                    <a:lnTo>
                      <a:pt x="318" y="314"/>
                    </a:lnTo>
                    <a:lnTo>
                      <a:pt x="314" y="310"/>
                    </a:lnTo>
                    <a:lnTo>
                      <a:pt x="318" y="310"/>
                    </a:lnTo>
                    <a:lnTo>
                      <a:pt x="322" y="310"/>
                    </a:lnTo>
                    <a:lnTo>
                      <a:pt x="324" y="310"/>
                    </a:lnTo>
                    <a:lnTo>
                      <a:pt x="324" y="306"/>
                    </a:lnTo>
                    <a:lnTo>
                      <a:pt x="322" y="306"/>
                    </a:lnTo>
                    <a:lnTo>
                      <a:pt x="318" y="306"/>
                    </a:lnTo>
                    <a:lnTo>
                      <a:pt x="318" y="302"/>
                    </a:lnTo>
                    <a:lnTo>
                      <a:pt x="322" y="298"/>
                    </a:lnTo>
                    <a:lnTo>
                      <a:pt x="324" y="298"/>
                    </a:lnTo>
                    <a:lnTo>
                      <a:pt x="328" y="294"/>
                    </a:lnTo>
                    <a:lnTo>
                      <a:pt x="332" y="294"/>
                    </a:lnTo>
                    <a:lnTo>
                      <a:pt x="332" y="292"/>
                    </a:lnTo>
                    <a:lnTo>
                      <a:pt x="336" y="292"/>
                    </a:lnTo>
                    <a:lnTo>
                      <a:pt x="340" y="292"/>
                    </a:lnTo>
                    <a:lnTo>
                      <a:pt x="340" y="288"/>
                    </a:lnTo>
                    <a:lnTo>
                      <a:pt x="344" y="288"/>
                    </a:lnTo>
                    <a:lnTo>
                      <a:pt x="348" y="288"/>
                    </a:lnTo>
                    <a:lnTo>
                      <a:pt x="352" y="284"/>
                    </a:lnTo>
                    <a:lnTo>
                      <a:pt x="354" y="284"/>
                    </a:lnTo>
                    <a:lnTo>
                      <a:pt x="358" y="284"/>
                    </a:lnTo>
                    <a:lnTo>
                      <a:pt x="362" y="280"/>
                    </a:lnTo>
                    <a:lnTo>
                      <a:pt x="366" y="280"/>
                    </a:lnTo>
                    <a:lnTo>
                      <a:pt x="370" y="280"/>
                    </a:lnTo>
                    <a:lnTo>
                      <a:pt x="374" y="276"/>
                    </a:lnTo>
                    <a:lnTo>
                      <a:pt x="378" y="280"/>
                    </a:lnTo>
                    <a:lnTo>
                      <a:pt x="380" y="280"/>
                    </a:lnTo>
                    <a:lnTo>
                      <a:pt x="380" y="284"/>
                    </a:lnTo>
                    <a:lnTo>
                      <a:pt x="384" y="284"/>
                    </a:lnTo>
                    <a:lnTo>
                      <a:pt x="380" y="288"/>
                    </a:lnTo>
                    <a:lnTo>
                      <a:pt x="380" y="292"/>
                    </a:lnTo>
                    <a:lnTo>
                      <a:pt x="380" y="294"/>
                    </a:lnTo>
                    <a:lnTo>
                      <a:pt x="378" y="294"/>
                    </a:lnTo>
                    <a:lnTo>
                      <a:pt x="378" y="298"/>
                    </a:lnTo>
                    <a:lnTo>
                      <a:pt x="374" y="298"/>
                    </a:lnTo>
                    <a:lnTo>
                      <a:pt x="378" y="298"/>
                    </a:lnTo>
                    <a:lnTo>
                      <a:pt x="380" y="298"/>
                    </a:lnTo>
                    <a:lnTo>
                      <a:pt x="384" y="294"/>
                    </a:lnTo>
                    <a:lnTo>
                      <a:pt x="384" y="298"/>
                    </a:lnTo>
                    <a:lnTo>
                      <a:pt x="388" y="294"/>
                    </a:lnTo>
                    <a:lnTo>
                      <a:pt x="388" y="298"/>
                    </a:lnTo>
                    <a:lnTo>
                      <a:pt x="384" y="298"/>
                    </a:lnTo>
                    <a:lnTo>
                      <a:pt x="388" y="298"/>
                    </a:lnTo>
                    <a:lnTo>
                      <a:pt x="388" y="294"/>
                    </a:lnTo>
                    <a:lnTo>
                      <a:pt x="392" y="294"/>
                    </a:lnTo>
                    <a:lnTo>
                      <a:pt x="388" y="294"/>
                    </a:lnTo>
                    <a:lnTo>
                      <a:pt x="392" y="292"/>
                    </a:lnTo>
                    <a:lnTo>
                      <a:pt x="392" y="288"/>
                    </a:lnTo>
                    <a:lnTo>
                      <a:pt x="396" y="288"/>
                    </a:lnTo>
                    <a:lnTo>
                      <a:pt x="400" y="288"/>
                    </a:lnTo>
                    <a:lnTo>
                      <a:pt x="404" y="288"/>
                    </a:lnTo>
                    <a:lnTo>
                      <a:pt x="404" y="292"/>
                    </a:lnTo>
                    <a:lnTo>
                      <a:pt x="408" y="292"/>
                    </a:lnTo>
                    <a:lnTo>
                      <a:pt x="410" y="292"/>
                    </a:lnTo>
                    <a:lnTo>
                      <a:pt x="414" y="292"/>
                    </a:lnTo>
                    <a:lnTo>
                      <a:pt x="418" y="292"/>
                    </a:lnTo>
                    <a:lnTo>
                      <a:pt x="418" y="294"/>
                    </a:lnTo>
                    <a:lnTo>
                      <a:pt x="422" y="294"/>
                    </a:lnTo>
                    <a:lnTo>
                      <a:pt x="422" y="298"/>
                    </a:lnTo>
                    <a:lnTo>
                      <a:pt x="418" y="302"/>
                    </a:lnTo>
                    <a:lnTo>
                      <a:pt x="414" y="302"/>
                    </a:lnTo>
                    <a:lnTo>
                      <a:pt x="414" y="306"/>
                    </a:lnTo>
                    <a:lnTo>
                      <a:pt x="410" y="306"/>
                    </a:lnTo>
                    <a:lnTo>
                      <a:pt x="414" y="306"/>
                    </a:lnTo>
                    <a:lnTo>
                      <a:pt x="418" y="306"/>
                    </a:lnTo>
                    <a:lnTo>
                      <a:pt x="414" y="306"/>
                    </a:lnTo>
                    <a:lnTo>
                      <a:pt x="418" y="302"/>
                    </a:lnTo>
                    <a:lnTo>
                      <a:pt x="422" y="302"/>
                    </a:lnTo>
                    <a:lnTo>
                      <a:pt x="422" y="306"/>
                    </a:lnTo>
                    <a:lnTo>
                      <a:pt x="422" y="302"/>
                    </a:lnTo>
                    <a:lnTo>
                      <a:pt x="424" y="302"/>
                    </a:lnTo>
                    <a:lnTo>
                      <a:pt x="428" y="302"/>
                    </a:lnTo>
                    <a:lnTo>
                      <a:pt x="424" y="302"/>
                    </a:lnTo>
                    <a:lnTo>
                      <a:pt x="428" y="298"/>
                    </a:lnTo>
                    <a:lnTo>
                      <a:pt x="432" y="298"/>
                    </a:lnTo>
                    <a:lnTo>
                      <a:pt x="428" y="302"/>
                    </a:lnTo>
                    <a:lnTo>
                      <a:pt x="432" y="302"/>
                    </a:lnTo>
                    <a:lnTo>
                      <a:pt x="432" y="298"/>
                    </a:lnTo>
                    <a:lnTo>
                      <a:pt x="436" y="302"/>
                    </a:lnTo>
                    <a:lnTo>
                      <a:pt x="440" y="302"/>
                    </a:lnTo>
                    <a:lnTo>
                      <a:pt x="436" y="302"/>
                    </a:lnTo>
                    <a:lnTo>
                      <a:pt x="436" y="298"/>
                    </a:lnTo>
                    <a:lnTo>
                      <a:pt x="440" y="298"/>
                    </a:lnTo>
                    <a:lnTo>
                      <a:pt x="440" y="302"/>
                    </a:lnTo>
                    <a:lnTo>
                      <a:pt x="440" y="298"/>
                    </a:lnTo>
                    <a:lnTo>
                      <a:pt x="436" y="298"/>
                    </a:lnTo>
                    <a:lnTo>
                      <a:pt x="432" y="294"/>
                    </a:lnTo>
                    <a:lnTo>
                      <a:pt x="436" y="294"/>
                    </a:lnTo>
                    <a:lnTo>
                      <a:pt x="440" y="294"/>
                    </a:lnTo>
                    <a:lnTo>
                      <a:pt x="436" y="294"/>
                    </a:lnTo>
                    <a:lnTo>
                      <a:pt x="436" y="292"/>
                    </a:lnTo>
                    <a:lnTo>
                      <a:pt x="432" y="292"/>
                    </a:lnTo>
                    <a:lnTo>
                      <a:pt x="428" y="292"/>
                    </a:lnTo>
                    <a:lnTo>
                      <a:pt x="428" y="288"/>
                    </a:lnTo>
                    <a:lnTo>
                      <a:pt x="432" y="288"/>
                    </a:lnTo>
                    <a:lnTo>
                      <a:pt x="436" y="288"/>
                    </a:lnTo>
                    <a:lnTo>
                      <a:pt x="440" y="288"/>
                    </a:lnTo>
                    <a:lnTo>
                      <a:pt x="444" y="292"/>
                    </a:lnTo>
                    <a:lnTo>
                      <a:pt x="448" y="294"/>
                    </a:lnTo>
                    <a:lnTo>
                      <a:pt x="450" y="294"/>
                    </a:lnTo>
                    <a:lnTo>
                      <a:pt x="450" y="298"/>
                    </a:lnTo>
                    <a:lnTo>
                      <a:pt x="454" y="298"/>
                    </a:lnTo>
                    <a:lnTo>
                      <a:pt x="458" y="298"/>
                    </a:lnTo>
                    <a:lnTo>
                      <a:pt x="458" y="302"/>
                    </a:lnTo>
                    <a:lnTo>
                      <a:pt x="458" y="306"/>
                    </a:lnTo>
                    <a:lnTo>
                      <a:pt x="458" y="310"/>
                    </a:lnTo>
                    <a:lnTo>
                      <a:pt x="462" y="310"/>
                    </a:lnTo>
                    <a:lnTo>
                      <a:pt x="462" y="314"/>
                    </a:lnTo>
                    <a:lnTo>
                      <a:pt x="462" y="318"/>
                    </a:lnTo>
                    <a:lnTo>
                      <a:pt x="462" y="322"/>
                    </a:lnTo>
                    <a:lnTo>
                      <a:pt x="466" y="322"/>
                    </a:lnTo>
                    <a:lnTo>
                      <a:pt x="466" y="324"/>
                    </a:lnTo>
                    <a:lnTo>
                      <a:pt x="470" y="324"/>
                    </a:lnTo>
                    <a:lnTo>
                      <a:pt x="470" y="322"/>
                    </a:lnTo>
                    <a:lnTo>
                      <a:pt x="474" y="322"/>
                    </a:lnTo>
                    <a:lnTo>
                      <a:pt x="474" y="318"/>
                    </a:lnTo>
                    <a:lnTo>
                      <a:pt x="478" y="318"/>
                    </a:lnTo>
                    <a:lnTo>
                      <a:pt x="474" y="314"/>
                    </a:lnTo>
                    <a:lnTo>
                      <a:pt x="470" y="314"/>
                    </a:lnTo>
                    <a:lnTo>
                      <a:pt x="474" y="314"/>
                    </a:lnTo>
                    <a:lnTo>
                      <a:pt x="474" y="310"/>
                    </a:lnTo>
                    <a:lnTo>
                      <a:pt x="470" y="310"/>
                    </a:lnTo>
                    <a:lnTo>
                      <a:pt x="470" y="306"/>
                    </a:lnTo>
                    <a:lnTo>
                      <a:pt x="470" y="302"/>
                    </a:lnTo>
                    <a:lnTo>
                      <a:pt x="470" y="298"/>
                    </a:lnTo>
                    <a:lnTo>
                      <a:pt x="466" y="298"/>
                    </a:lnTo>
                    <a:lnTo>
                      <a:pt x="466" y="294"/>
                    </a:lnTo>
                    <a:lnTo>
                      <a:pt x="466" y="292"/>
                    </a:lnTo>
                    <a:lnTo>
                      <a:pt x="466" y="288"/>
                    </a:lnTo>
                    <a:lnTo>
                      <a:pt x="462" y="284"/>
                    </a:lnTo>
                    <a:lnTo>
                      <a:pt x="466" y="284"/>
                    </a:lnTo>
                    <a:lnTo>
                      <a:pt x="470" y="284"/>
                    </a:lnTo>
                    <a:lnTo>
                      <a:pt x="466" y="284"/>
                    </a:lnTo>
                    <a:lnTo>
                      <a:pt x="466" y="280"/>
                    </a:lnTo>
                    <a:lnTo>
                      <a:pt x="470" y="280"/>
                    </a:lnTo>
                    <a:lnTo>
                      <a:pt x="474" y="280"/>
                    </a:lnTo>
                    <a:lnTo>
                      <a:pt x="478" y="280"/>
                    </a:lnTo>
                    <a:lnTo>
                      <a:pt x="478" y="284"/>
                    </a:lnTo>
                    <a:lnTo>
                      <a:pt x="480" y="284"/>
                    </a:lnTo>
                    <a:lnTo>
                      <a:pt x="480" y="280"/>
                    </a:lnTo>
                    <a:lnTo>
                      <a:pt x="484" y="280"/>
                    </a:lnTo>
                    <a:lnTo>
                      <a:pt x="484" y="284"/>
                    </a:lnTo>
                    <a:lnTo>
                      <a:pt x="488" y="284"/>
                    </a:lnTo>
                    <a:lnTo>
                      <a:pt x="492" y="284"/>
                    </a:lnTo>
                    <a:lnTo>
                      <a:pt x="496" y="288"/>
                    </a:lnTo>
                    <a:lnTo>
                      <a:pt x="500" y="288"/>
                    </a:lnTo>
                    <a:lnTo>
                      <a:pt x="500" y="292"/>
                    </a:lnTo>
                    <a:lnTo>
                      <a:pt x="504" y="292"/>
                    </a:lnTo>
                    <a:lnTo>
                      <a:pt x="504" y="294"/>
                    </a:lnTo>
                    <a:lnTo>
                      <a:pt x="504" y="298"/>
                    </a:lnTo>
                    <a:lnTo>
                      <a:pt x="508" y="298"/>
                    </a:lnTo>
                    <a:lnTo>
                      <a:pt x="508" y="302"/>
                    </a:lnTo>
                    <a:lnTo>
                      <a:pt x="504" y="302"/>
                    </a:lnTo>
                    <a:lnTo>
                      <a:pt x="508" y="302"/>
                    </a:lnTo>
                    <a:lnTo>
                      <a:pt x="508" y="306"/>
                    </a:lnTo>
                    <a:lnTo>
                      <a:pt x="508" y="310"/>
                    </a:lnTo>
                    <a:lnTo>
                      <a:pt x="510" y="310"/>
                    </a:lnTo>
                    <a:lnTo>
                      <a:pt x="508" y="310"/>
                    </a:lnTo>
                    <a:lnTo>
                      <a:pt x="508" y="314"/>
                    </a:lnTo>
                    <a:lnTo>
                      <a:pt x="510" y="314"/>
                    </a:lnTo>
                    <a:lnTo>
                      <a:pt x="510" y="318"/>
                    </a:lnTo>
                    <a:lnTo>
                      <a:pt x="514" y="318"/>
                    </a:lnTo>
                    <a:lnTo>
                      <a:pt x="514" y="322"/>
                    </a:lnTo>
                    <a:lnTo>
                      <a:pt x="518" y="324"/>
                    </a:lnTo>
                    <a:lnTo>
                      <a:pt x="518" y="328"/>
                    </a:lnTo>
                    <a:lnTo>
                      <a:pt x="518" y="332"/>
                    </a:lnTo>
                    <a:lnTo>
                      <a:pt x="514" y="332"/>
                    </a:lnTo>
                    <a:lnTo>
                      <a:pt x="518" y="332"/>
                    </a:lnTo>
                    <a:lnTo>
                      <a:pt x="518" y="336"/>
                    </a:lnTo>
                    <a:lnTo>
                      <a:pt x="514" y="336"/>
                    </a:lnTo>
                    <a:lnTo>
                      <a:pt x="514" y="340"/>
                    </a:lnTo>
                    <a:lnTo>
                      <a:pt x="518" y="340"/>
                    </a:lnTo>
                    <a:lnTo>
                      <a:pt x="522" y="344"/>
                    </a:lnTo>
                    <a:lnTo>
                      <a:pt x="522" y="348"/>
                    </a:lnTo>
                    <a:lnTo>
                      <a:pt x="526" y="348"/>
                    </a:lnTo>
                    <a:lnTo>
                      <a:pt x="530" y="350"/>
                    </a:lnTo>
                    <a:lnTo>
                      <a:pt x="534" y="350"/>
                    </a:lnTo>
                    <a:lnTo>
                      <a:pt x="536" y="350"/>
                    </a:lnTo>
                    <a:lnTo>
                      <a:pt x="536" y="354"/>
                    </a:lnTo>
                    <a:lnTo>
                      <a:pt x="536" y="350"/>
                    </a:lnTo>
                    <a:lnTo>
                      <a:pt x="536" y="348"/>
                    </a:lnTo>
                    <a:lnTo>
                      <a:pt x="540" y="350"/>
                    </a:lnTo>
                    <a:lnTo>
                      <a:pt x="540" y="354"/>
                    </a:lnTo>
                    <a:lnTo>
                      <a:pt x="544" y="354"/>
                    </a:lnTo>
                    <a:lnTo>
                      <a:pt x="548" y="354"/>
                    </a:lnTo>
                    <a:lnTo>
                      <a:pt x="548" y="358"/>
                    </a:lnTo>
                    <a:lnTo>
                      <a:pt x="552" y="358"/>
                    </a:lnTo>
                    <a:lnTo>
                      <a:pt x="556" y="358"/>
                    </a:lnTo>
                    <a:lnTo>
                      <a:pt x="556" y="362"/>
                    </a:lnTo>
                    <a:lnTo>
                      <a:pt x="560" y="362"/>
                    </a:lnTo>
                    <a:lnTo>
                      <a:pt x="564" y="362"/>
                    </a:lnTo>
                    <a:lnTo>
                      <a:pt x="566" y="362"/>
                    </a:lnTo>
                    <a:lnTo>
                      <a:pt x="566" y="366"/>
                    </a:lnTo>
                    <a:lnTo>
                      <a:pt x="566" y="370"/>
                    </a:lnTo>
                    <a:lnTo>
                      <a:pt x="566" y="374"/>
                    </a:lnTo>
                    <a:lnTo>
                      <a:pt x="564" y="374"/>
                    </a:lnTo>
                    <a:lnTo>
                      <a:pt x="560" y="374"/>
                    </a:lnTo>
                    <a:lnTo>
                      <a:pt x="560" y="370"/>
                    </a:lnTo>
                    <a:lnTo>
                      <a:pt x="560" y="374"/>
                    </a:lnTo>
                    <a:lnTo>
                      <a:pt x="556" y="374"/>
                    </a:lnTo>
                    <a:lnTo>
                      <a:pt x="552" y="374"/>
                    </a:lnTo>
                    <a:lnTo>
                      <a:pt x="552" y="370"/>
                    </a:lnTo>
                    <a:lnTo>
                      <a:pt x="548" y="370"/>
                    </a:lnTo>
                    <a:lnTo>
                      <a:pt x="544" y="374"/>
                    </a:lnTo>
                    <a:lnTo>
                      <a:pt x="540" y="374"/>
                    </a:lnTo>
                    <a:lnTo>
                      <a:pt x="544" y="374"/>
                    </a:lnTo>
                    <a:lnTo>
                      <a:pt x="544" y="378"/>
                    </a:lnTo>
                    <a:lnTo>
                      <a:pt x="540" y="378"/>
                    </a:lnTo>
                    <a:lnTo>
                      <a:pt x="536" y="378"/>
                    </a:lnTo>
                    <a:lnTo>
                      <a:pt x="534" y="374"/>
                    </a:lnTo>
                    <a:lnTo>
                      <a:pt x="530" y="374"/>
                    </a:lnTo>
                    <a:lnTo>
                      <a:pt x="530" y="378"/>
                    </a:lnTo>
                    <a:lnTo>
                      <a:pt x="534" y="378"/>
                    </a:lnTo>
                    <a:lnTo>
                      <a:pt x="536" y="378"/>
                    </a:lnTo>
                    <a:lnTo>
                      <a:pt x="536" y="380"/>
                    </a:lnTo>
                    <a:lnTo>
                      <a:pt x="536" y="384"/>
                    </a:lnTo>
                    <a:lnTo>
                      <a:pt x="534" y="384"/>
                    </a:lnTo>
                    <a:lnTo>
                      <a:pt x="534" y="388"/>
                    </a:lnTo>
                    <a:lnTo>
                      <a:pt x="536" y="388"/>
                    </a:lnTo>
                    <a:lnTo>
                      <a:pt x="536" y="384"/>
                    </a:lnTo>
                    <a:lnTo>
                      <a:pt x="540" y="380"/>
                    </a:lnTo>
                    <a:lnTo>
                      <a:pt x="544" y="380"/>
                    </a:lnTo>
                    <a:lnTo>
                      <a:pt x="544" y="378"/>
                    </a:lnTo>
                    <a:lnTo>
                      <a:pt x="548" y="378"/>
                    </a:lnTo>
                    <a:lnTo>
                      <a:pt x="552" y="378"/>
                    </a:lnTo>
                    <a:lnTo>
                      <a:pt x="552" y="380"/>
                    </a:lnTo>
                    <a:lnTo>
                      <a:pt x="552" y="384"/>
                    </a:lnTo>
                    <a:lnTo>
                      <a:pt x="548" y="384"/>
                    </a:lnTo>
                    <a:lnTo>
                      <a:pt x="548" y="388"/>
                    </a:lnTo>
                    <a:lnTo>
                      <a:pt x="552" y="388"/>
                    </a:lnTo>
                    <a:lnTo>
                      <a:pt x="552" y="384"/>
                    </a:lnTo>
                    <a:lnTo>
                      <a:pt x="556" y="384"/>
                    </a:lnTo>
                    <a:lnTo>
                      <a:pt x="556" y="388"/>
                    </a:lnTo>
                    <a:lnTo>
                      <a:pt x="556" y="392"/>
                    </a:lnTo>
                    <a:lnTo>
                      <a:pt x="552" y="392"/>
                    </a:lnTo>
                    <a:lnTo>
                      <a:pt x="548" y="392"/>
                    </a:lnTo>
                    <a:lnTo>
                      <a:pt x="544" y="392"/>
                    </a:lnTo>
                    <a:lnTo>
                      <a:pt x="544" y="396"/>
                    </a:lnTo>
                    <a:lnTo>
                      <a:pt x="540" y="396"/>
                    </a:lnTo>
                    <a:lnTo>
                      <a:pt x="536" y="396"/>
                    </a:lnTo>
                    <a:lnTo>
                      <a:pt x="534" y="396"/>
                    </a:lnTo>
                    <a:lnTo>
                      <a:pt x="530" y="396"/>
                    </a:lnTo>
                    <a:lnTo>
                      <a:pt x="526" y="396"/>
                    </a:lnTo>
                    <a:lnTo>
                      <a:pt x="522" y="396"/>
                    </a:lnTo>
                    <a:lnTo>
                      <a:pt x="518" y="392"/>
                    </a:lnTo>
                    <a:lnTo>
                      <a:pt x="514" y="396"/>
                    </a:lnTo>
                    <a:lnTo>
                      <a:pt x="510" y="396"/>
                    </a:lnTo>
                    <a:lnTo>
                      <a:pt x="508" y="392"/>
                    </a:lnTo>
                    <a:lnTo>
                      <a:pt x="510" y="388"/>
                    </a:lnTo>
                    <a:lnTo>
                      <a:pt x="508" y="388"/>
                    </a:lnTo>
                    <a:lnTo>
                      <a:pt x="504" y="388"/>
                    </a:lnTo>
                    <a:lnTo>
                      <a:pt x="500" y="388"/>
                    </a:lnTo>
                    <a:lnTo>
                      <a:pt x="496" y="388"/>
                    </a:lnTo>
                    <a:lnTo>
                      <a:pt x="492" y="388"/>
                    </a:lnTo>
                    <a:lnTo>
                      <a:pt x="488" y="384"/>
                    </a:lnTo>
                    <a:lnTo>
                      <a:pt x="492" y="384"/>
                    </a:lnTo>
                    <a:lnTo>
                      <a:pt x="492" y="380"/>
                    </a:lnTo>
                    <a:lnTo>
                      <a:pt x="488" y="380"/>
                    </a:lnTo>
                    <a:lnTo>
                      <a:pt x="488" y="378"/>
                    </a:lnTo>
                    <a:lnTo>
                      <a:pt x="484" y="378"/>
                    </a:lnTo>
                    <a:lnTo>
                      <a:pt x="484" y="380"/>
                    </a:lnTo>
                    <a:lnTo>
                      <a:pt x="480" y="380"/>
                    </a:lnTo>
                    <a:lnTo>
                      <a:pt x="480" y="384"/>
                    </a:lnTo>
                    <a:lnTo>
                      <a:pt x="480" y="388"/>
                    </a:lnTo>
                    <a:lnTo>
                      <a:pt x="478" y="388"/>
                    </a:lnTo>
                    <a:lnTo>
                      <a:pt x="478" y="392"/>
                    </a:lnTo>
                    <a:lnTo>
                      <a:pt x="474" y="392"/>
                    </a:lnTo>
                    <a:lnTo>
                      <a:pt x="470" y="392"/>
                    </a:lnTo>
                    <a:lnTo>
                      <a:pt x="466" y="392"/>
                    </a:lnTo>
                    <a:lnTo>
                      <a:pt x="462" y="392"/>
                    </a:lnTo>
                    <a:lnTo>
                      <a:pt x="458" y="392"/>
                    </a:lnTo>
                    <a:lnTo>
                      <a:pt x="458" y="396"/>
                    </a:lnTo>
                    <a:lnTo>
                      <a:pt x="454" y="396"/>
                    </a:lnTo>
                    <a:lnTo>
                      <a:pt x="450" y="400"/>
                    </a:lnTo>
                    <a:lnTo>
                      <a:pt x="448" y="400"/>
                    </a:lnTo>
                    <a:lnTo>
                      <a:pt x="444" y="400"/>
                    </a:lnTo>
                    <a:lnTo>
                      <a:pt x="440" y="400"/>
                    </a:lnTo>
                    <a:lnTo>
                      <a:pt x="436" y="400"/>
                    </a:lnTo>
                    <a:lnTo>
                      <a:pt x="432" y="400"/>
                    </a:lnTo>
                    <a:lnTo>
                      <a:pt x="432" y="404"/>
                    </a:lnTo>
                    <a:lnTo>
                      <a:pt x="432" y="400"/>
                    </a:lnTo>
                    <a:lnTo>
                      <a:pt x="428" y="400"/>
                    </a:lnTo>
                    <a:lnTo>
                      <a:pt x="428" y="404"/>
                    </a:lnTo>
                    <a:lnTo>
                      <a:pt x="424" y="404"/>
                    </a:lnTo>
                    <a:lnTo>
                      <a:pt x="424" y="400"/>
                    </a:lnTo>
                    <a:lnTo>
                      <a:pt x="424" y="404"/>
                    </a:lnTo>
                    <a:lnTo>
                      <a:pt x="422" y="404"/>
                    </a:lnTo>
                    <a:lnTo>
                      <a:pt x="418" y="404"/>
                    </a:lnTo>
                    <a:lnTo>
                      <a:pt x="422" y="404"/>
                    </a:lnTo>
                    <a:lnTo>
                      <a:pt x="418" y="404"/>
                    </a:lnTo>
                    <a:lnTo>
                      <a:pt x="414" y="404"/>
                    </a:lnTo>
                    <a:lnTo>
                      <a:pt x="410" y="404"/>
                    </a:lnTo>
                    <a:lnTo>
                      <a:pt x="408" y="404"/>
                    </a:lnTo>
                    <a:lnTo>
                      <a:pt x="404" y="404"/>
                    </a:lnTo>
                    <a:lnTo>
                      <a:pt x="400" y="404"/>
                    </a:lnTo>
                    <a:lnTo>
                      <a:pt x="396" y="404"/>
                    </a:lnTo>
                    <a:lnTo>
                      <a:pt x="392" y="404"/>
                    </a:lnTo>
                    <a:lnTo>
                      <a:pt x="396" y="404"/>
                    </a:lnTo>
                    <a:lnTo>
                      <a:pt x="392" y="404"/>
                    </a:lnTo>
                    <a:lnTo>
                      <a:pt x="392" y="400"/>
                    </a:lnTo>
                    <a:lnTo>
                      <a:pt x="388" y="400"/>
                    </a:lnTo>
                    <a:lnTo>
                      <a:pt x="388" y="396"/>
                    </a:lnTo>
                    <a:lnTo>
                      <a:pt x="388" y="392"/>
                    </a:lnTo>
                    <a:lnTo>
                      <a:pt x="388" y="388"/>
                    </a:lnTo>
                    <a:lnTo>
                      <a:pt x="388" y="384"/>
                    </a:lnTo>
                    <a:lnTo>
                      <a:pt x="388" y="388"/>
                    </a:lnTo>
                    <a:lnTo>
                      <a:pt x="388" y="384"/>
                    </a:lnTo>
                    <a:lnTo>
                      <a:pt x="384" y="384"/>
                    </a:lnTo>
                    <a:lnTo>
                      <a:pt x="378" y="384"/>
                    </a:lnTo>
                    <a:lnTo>
                      <a:pt x="374" y="384"/>
                    </a:lnTo>
                    <a:lnTo>
                      <a:pt x="370" y="384"/>
                    </a:lnTo>
                    <a:lnTo>
                      <a:pt x="366" y="384"/>
                    </a:lnTo>
                    <a:lnTo>
                      <a:pt x="362" y="384"/>
                    </a:lnTo>
                    <a:lnTo>
                      <a:pt x="358" y="384"/>
                    </a:lnTo>
                    <a:lnTo>
                      <a:pt x="354" y="384"/>
                    </a:lnTo>
                    <a:lnTo>
                      <a:pt x="352" y="380"/>
                    </a:lnTo>
                    <a:lnTo>
                      <a:pt x="348" y="380"/>
                    </a:lnTo>
                    <a:lnTo>
                      <a:pt x="344" y="380"/>
                    </a:lnTo>
                    <a:lnTo>
                      <a:pt x="348" y="378"/>
                    </a:lnTo>
                    <a:lnTo>
                      <a:pt x="344" y="378"/>
                    </a:lnTo>
                    <a:lnTo>
                      <a:pt x="340" y="378"/>
                    </a:lnTo>
                    <a:lnTo>
                      <a:pt x="344" y="378"/>
                    </a:lnTo>
                    <a:lnTo>
                      <a:pt x="344" y="374"/>
                    </a:lnTo>
                    <a:lnTo>
                      <a:pt x="340" y="374"/>
                    </a:lnTo>
                    <a:lnTo>
                      <a:pt x="336" y="374"/>
                    </a:lnTo>
                    <a:lnTo>
                      <a:pt x="336" y="370"/>
                    </a:lnTo>
                    <a:lnTo>
                      <a:pt x="336" y="366"/>
                    </a:lnTo>
                    <a:lnTo>
                      <a:pt x="332" y="366"/>
                    </a:lnTo>
                    <a:lnTo>
                      <a:pt x="336" y="366"/>
                    </a:lnTo>
                    <a:lnTo>
                      <a:pt x="336" y="362"/>
                    </a:lnTo>
                    <a:lnTo>
                      <a:pt x="340" y="362"/>
                    </a:lnTo>
                    <a:lnTo>
                      <a:pt x="348" y="362"/>
                    </a:lnTo>
                    <a:lnTo>
                      <a:pt x="352" y="362"/>
                    </a:lnTo>
                    <a:lnTo>
                      <a:pt x="354" y="358"/>
                    </a:lnTo>
                    <a:lnTo>
                      <a:pt x="358" y="358"/>
                    </a:lnTo>
                    <a:lnTo>
                      <a:pt x="362" y="358"/>
                    </a:lnTo>
                    <a:lnTo>
                      <a:pt x="366" y="358"/>
                    </a:lnTo>
                    <a:lnTo>
                      <a:pt x="370" y="358"/>
                    </a:lnTo>
                    <a:lnTo>
                      <a:pt x="374" y="358"/>
                    </a:lnTo>
                    <a:lnTo>
                      <a:pt x="378" y="358"/>
                    </a:lnTo>
                    <a:lnTo>
                      <a:pt x="380" y="358"/>
                    </a:lnTo>
                    <a:lnTo>
                      <a:pt x="384" y="358"/>
                    </a:lnTo>
                    <a:lnTo>
                      <a:pt x="388" y="358"/>
                    </a:lnTo>
                    <a:lnTo>
                      <a:pt x="392" y="358"/>
                    </a:lnTo>
                    <a:lnTo>
                      <a:pt x="396" y="358"/>
                    </a:lnTo>
                    <a:lnTo>
                      <a:pt x="400" y="362"/>
                    </a:lnTo>
                    <a:lnTo>
                      <a:pt x="404" y="362"/>
                    </a:lnTo>
                    <a:lnTo>
                      <a:pt x="404" y="358"/>
                    </a:lnTo>
                    <a:lnTo>
                      <a:pt x="408" y="358"/>
                    </a:lnTo>
                    <a:lnTo>
                      <a:pt x="410" y="358"/>
                    </a:lnTo>
                    <a:lnTo>
                      <a:pt x="414" y="358"/>
                    </a:lnTo>
                    <a:lnTo>
                      <a:pt x="418" y="358"/>
                    </a:lnTo>
                    <a:lnTo>
                      <a:pt x="414" y="354"/>
                    </a:lnTo>
                    <a:lnTo>
                      <a:pt x="414" y="358"/>
                    </a:lnTo>
                    <a:lnTo>
                      <a:pt x="410" y="354"/>
                    </a:lnTo>
                    <a:lnTo>
                      <a:pt x="408" y="354"/>
                    </a:lnTo>
                    <a:lnTo>
                      <a:pt x="404" y="350"/>
                    </a:lnTo>
                    <a:lnTo>
                      <a:pt x="400" y="350"/>
                    </a:lnTo>
                    <a:lnTo>
                      <a:pt x="396" y="350"/>
                    </a:lnTo>
                    <a:lnTo>
                      <a:pt x="392" y="350"/>
                    </a:lnTo>
                    <a:lnTo>
                      <a:pt x="388" y="348"/>
                    </a:lnTo>
                    <a:lnTo>
                      <a:pt x="388" y="350"/>
                    </a:lnTo>
                    <a:lnTo>
                      <a:pt x="388" y="348"/>
                    </a:lnTo>
                    <a:lnTo>
                      <a:pt x="384" y="348"/>
                    </a:lnTo>
                    <a:lnTo>
                      <a:pt x="380" y="348"/>
                    </a:lnTo>
                    <a:lnTo>
                      <a:pt x="378" y="348"/>
                    </a:lnTo>
                    <a:lnTo>
                      <a:pt x="378" y="350"/>
                    </a:lnTo>
                    <a:lnTo>
                      <a:pt x="374" y="350"/>
                    </a:lnTo>
                    <a:lnTo>
                      <a:pt x="370" y="350"/>
                    </a:lnTo>
                    <a:lnTo>
                      <a:pt x="366" y="350"/>
                    </a:lnTo>
                    <a:lnTo>
                      <a:pt x="362" y="350"/>
                    </a:lnTo>
                    <a:lnTo>
                      <a:pt x="354" y="350"/>
                    </a:lnTo>
                    <a:lnTo>
                      <a:pt x="354" y="350"/>
                    </a:lnTo>
                    <a:lnTo>
                      <a:pt x="354" y="350"/>
                    </a:lnTo>
                    <a:close/>
                    <a:moveTo>
                      <a:pt x="626" y="284"/>
                    </a:moveTo>
                    <a:lnTo>
                      <a:pt x="630" y="288"/>
                    </a:lnTo>
                    <a:lnTo>
                      <a:pt x="626" y="288"/>
                    </a:lnTo>
                    <a:lnTo>
                      <a:pt x="626" y="292"/>
                    </a:lnTo>
                    <a:lnTo>
                      <a:pt x="622" y="292"/>
                    </a:lnTo>
                    <a:lnTo>
                      <a:pt x="622" y="288"/>
                    </a:lnTo>
                    <a:lnTo>
                      <a:pt x="620" y="288"/>
                    </a:lnTo>
                    <a:lnTo>
                      <a:pt x="620" y="284"/>
                    </a:lnTo>
                    <a:lnTo>
                      <a:pt x="622" y="284"/>
                    </a:lnTo>
                    <a:lnTo>
                      <a:pt x="626" y="284"/>
                    </a:lnTo>
                    <a:lnTo>
                      <a:pt x="626" y="284"/>
                    </a:lnTo>
                    <a:lnTo>
                      <a:pt x="626" y="284"/>
                    </a:lnTo>
                    <a:close/>
                    <a:moveTo>
                      <a:pt x="626" y="292"/>
                    </a:moveTo>
                    <a:lnTo>
                      <a:pt x="626" y="294"/>
                    </a:lnTo>
                    <a:lnTo>
                      <a:pt x="622" y="294"/>
                    </a:lnTo>
                    <a:lnTo>
                      <a:pt x="622" y="292"/>
                    </a:lnTo>
                    <a:lnTo>
                      <a:pt x="626" y="292"/>
                    </a:lnTo>
                    <a:lnTo>
                      <a:pt x="626" y="292"/>
                    </a:lnTo>
                    <a:lnTo>
                      <a:pt x="626" y="292"/>
                    </a:lnTo>
                    <a:close/>
                    <a:moveTo>
                      <a:pt x="936" y="310"/>
                    </a:moveTo>
                    <a:lnTo>
                      <a:pt x="940" y="310"/>
                    </a:lnTo>
                    <a:lnTo>
                      <a:pt x="936" y="310"/>
                    </a:lnTo>
                    <a:lnTo>
                      <a:pt x="936" y="310"/>
                    </a:lnTo>
                    <a:lnTo>
                      <a:pt x="936" y="310"/>
                    </a:lnTo>
                    <a:close/>
                    <a:moveTo>
                      <a:pt x="958" y="322"/>
                    </a:moveTo>
                    <a:lnTo>
                      <a:pt x="958" y="324"/>
                    </a:lnTo>
                    <a:lnTo>
                      <a:pt x="954" y="324"/>
                    </a:lnTo>
                    <a:lnTo>
                      <a:pt x="958" y="324"/>
                    </a:lnTo>
                    <a:lnTo>
                      <a:pt x="958" y="322"/>
                    </a:lnTo>
                    <a:lnTo>
                      <a:pt x="958" y="322"/>
                    </a:lnTo>
                    <a:lnTo>
                      <a:pt x="958" y="322"/>
                    </a:lnTo>
                    <a:close/>
                    <a:moveTo>
                      <a:pt x="962" y="324"/>
                    </a:moveTo>
                    <a:lnTo>
                      <a:pt x="966" y="324"/>
                    </a:lnTo>
                    <a:lnTo>
                      <a:pt x="966" y="322"/>
                    </a:lnTo>
                    <a:lnTo>
                      <a:pt x="966" y="324"/>
                    </a:lnTo>
                    <a:lnTo>
                      <a:pt x="962" y="324"/>
                    </a:lnTo>
                    <a:lnTo>
                      <a:pt x="962" y="324"/>
                    </a:lnTo>
                    <a:lnTo>
                      <a:pt x="962" y="324"/>
                    </a:lnTo>
                    <a:close/>
                    <a:moveTo>
                      <a:pt x="962" y="332"/>
                    </a:moveTo>
                    <a:lnTo>
                      <a:pt x="958" y="332"/>
                    </a:lnTo>
                    <a:lnTo>
                      <a:pt x="958" y="328"/>
                    </a:lnTo>
                    <a:lnTo>
                      <a:pt x="958" y="324"/>
                    </a:lnTo>
                    <a:lnTo>
                      <a:pt x="962" y="324"/>
                    </a:lnTo>
                    <a:lnTo>
                      <a:pt x="962" y="328"/>
                    </a:lnTo>
                    <a:lnTo>
                      <a:pt x="958" y="328"/>
                    </a:lnTo>
                    <a:lnTo>
                      <a:pt x="962" y="328"/>
                    </a:lnTo>
                    <a:lnTo>
                      <a:pt x="962" y="324"/>
                    </a:lnTo>
                    <a:lnTo>
                      <a:pt x="962" y="328"/>
                    </a:lnTo>
                    <a:lnTo>
                      <a:pt x="966" y="328"/>
                    </a:lnTo>
                    <a:lnTo>
                      <a:pt x="962" y="328"/>
                    </a:lnTo>
                    <a:lnTo>
                      <a:pt x="962" y="332"/>
                    </a:lnTo>
                    <a:lnTo>
                      <a:pt x="962" y="332"/>
                    </a:lnTo>
                    <a:lnTo>
                      <a:pt x="962" y="332"/>
                    </a:lnTo>
                    <a:close/>
                    <a:moveTo>
                      <a:pt x="988" y="336"/>
                    </a:moveTo>
                    <a:lnTo>
                      <a:pt x="988" y="340"/>
                    </a:lnTo>
                    <a:lnTo>
                      <a:pt x="988" y="336"/>
                    </a:lnTo>
                    <a:lnTo>
                      <a:pt x="988" y="336"/>
                    </a:lnTo>
                    <a:lnTo>
                      <a:pt x="988" y="336"/>
                    </a:lnTo>
                    <a:close/>
                    <a:moveTo>
                      <a:pt x="980" y="340"/>
                    </a:moveTo>
                    <a:lnTo>
                      <a:pt x="984" y="340"/>
                    </a:lnTo>
                    <a:lnTo>
                      <a:pt x="984" y="344"/>
                    </a:lnTo>
                    <a:lnTo>
                      <a:pt x="980" y="344"/>
                    </a:lnTo>
                    <a:lnTo>
                      <a:pt x="976" y="344"/>
                    </a:lnTo>
                    <a:lnTo>
                      <a:pt x="974" y="344"/>
                    </a:lnTo>
                    <a:lnTo>
                      <a:pt x="976" y="344"/>
                    </a:lnTo>
                    <a:lnTo>
                      <a:pt x="976" y="340"/>
                    </a:lnTo>
                    <a:lnTo>
                      <a:pt x="980" y="340"/>
                    </a:lnTo>
                    <a:lnTo>
                      <a:pt x="980" y="340"/>
                    </a:lnTo>
                    <a:lnTo>
                      <a:pt x="980" y="340"/>
                    </a:lnTo>
                    <a:close/>
                    <a:moveTo>
                      <a:pt x="574" y="348"/>
                    </a:moveTo>
                    <a:lnTo>
                      <a:pt x="574" y="350"/>
                    </a:lnTo>
                    <a:lnTo>
                      <a:pt x="578" y="350"/>
                    </a:lnTo>
                    <a:lnTo>
                      <a:pt x="578" y="354"/>
                    </a:lnTo>
                    <a:lnTo>
                      <a:pt x="574" y="354"/>
                    </a:lnTo>
                    <a:lnTo>
                      <a:pt x="574" y="350"/>
                    </a:lnTo>
                    <a:lnTo>
                      <a:pt x="570" y="350"/>
                    </a:lnTo>
                    <a:lnTo>
                      <a:pt x="570" y="348"/>
                    </a:lnTo>
                    <a:lnTo>
                      <a:pt x="574" y="348"/>
                    </a:lnTo>
                    <a:lnTo>
                      <a:pt x="574" y="348"/>
                    </a:lnTo>
                    <a:lnTo>
                      <a:pt x="574" y="348"/>
                    </a:lnTo>
                    <a:close/>
                    <a:moveTo>
                      <a:pt x="182" y="350"/>
                    </a:moveTo>
                    <a:lnTo>
                      <a:pt x="180" y="350"/>
                    </a:lnTo>
                    <a:lnTo>
                      <a:pt x="180" y="348"/>
                    </a:lnTo>
                    <a:lnTo>
                      <a:pt x="182" y="350"/>
                    </a:lnTo>
                    <a:lnTo>
                      <a:pt x="182" y="350"/>
                    </a:lnTo>
                    <a:lnTo>
                      <a:pt x="182" y="350"/>
                    </a:lnTo>
                    <a:close/>
                    <a:moveTo>
                      <a:pt x="760" y="362"/>
                    </a:moveTo>
                    <a:lnTo>
                      <a:pt x="764" y="362"/>
                    </a:lnTo>
                    <a:lnTo>
                      <a:pt x="768" y="362"/>
                    </a:lnTo>
                    <a:lnTo>
                      <a:pt x="772" y="362"/>
                    </a:lnTo>
                    <a:lnTo>
                      <a:pt x="772" y="366"/>
                    </a:lnTo>
                    <a:lnTo>
                      <a:pt x="768" y="366"/>
                    </a:lnTo>
                    <a:lnTo>
                      <a:pt x="764" y="366"/>
                    </a:lnTo>
                    <a:lnTo>
                      <a:pt x="760" y="366"/>
                    </a:lnTo>
                    <a:lnTo>
                      <a:pt x="760" y="362"/>
                    </a:lnTo>
                    <a:lnTo>
                      <a:pt x="756" y="362"/>
                    </a:lnTo>
                    <a:lnTo>
                      <a:pt x="760" y="362"/>
                    </a:lnTo>
                    <a:lnTo>
                      <a:pt x="760" y="362"/>
                    </a:lnTo>
                    <a:lnTo>
                      <a:pt x="760" y="362"/>
                    </a:lnTo>
                    <a:close/>
                    <a:moveTo>
                      <a:pt x="638" y="396"/>
                    </a:moveTo>
                    <a:lnTo>
                      <a:pt x="642" y="392"/>
                    </a:lnTo>
                    <a:lnTo>
                      <a:pt x="642" y="396"/>
                    </a:lnTo>
                    <a:lnTo>
                      <a:pt x="646" y="396"/>
                    </a:lnTo>
                    <a:lnTo>
                      <a:pt x="646" y="392"/>
                    </a:lnTo>
                    <a:lnTo>
                      <a:pt x="650" y="396"/>
                    </a:lnTo>
                    <a:lnTo>
                      <a:pt x="646" y="396"/>
                    </a:lnTo>
                    <a:lnTo>
                      <a:pt x="646" y="400"/>
                    </a:lnTo>
                    <a:lnTo>
                      <a:pt x="642" y="400"/>
                    </a:lnTo>
                    <a:lnTo>
                      <a:pt x="642" y="396"/>
                    </a:lnTo>
                    <a:lnTo>
                      <a:pt x="638" y="400"/>
                    </a:lnTo>
                    <a:lnTo>
                      <a:pt x="634" y="404"/>
                    </a:lnTo>
                    <a:lnTo>
                      <a:pt x="630" y="404"/>
                    </a:lnTo>
                    <a:lnTo>
                      <a:pt x="626" y="404"/>
                    </a:lnTo>
                    <a:lnTo>
                      <a:pt x="622" y="404"/>
                    </a:lnTo>
                    <a:lnTo>
                      <a:pt x="620" y="404"/>
                    </a:lnTo>
                    <a:lnTo>
                      <a:pt x="616" y="404"/>
                    </a:lnTo>
                    <a:lnTo>
                      <a:pt x="612" y="400"/>
                    </a:lnTo>
                    <a:lnTo>
                      <a:pt x="608" y="400"/>
                    </a:lnTo>
                    <a:lnTo>
                      <a:pt x="604" y="400"/>
                    </a:lnTo>
                    <a:lnTo>
                      <a:pt x="604" y="396"/>
                    </a:lnTo>
                    <a:lnTo>
                      <a:pt x="600" y="396"/>
                    </a:lnTo>
                    <a:lnTo>
                      <a:pt x="596" y="396"/>
                    </a:lnTo>
                    <a:lnTo>
                      <a:pt x="596" y="392"/>
                    </a:lnTo>
                    <a:lnTo>
                      <a:pt x="592" y="392"/>
                    </a:lnTo>
                    <a:lnTo>
                      <a:pt x="592" y="396"/>
                    </a:lnTo>
                    <a:lnTo>
                      <a:pt x="590" y="396"/>
                    </a:lnTo>
                    <a:lnTo>
                      <a:pt x="590" y="392"/>
                    </a:lnTo>
                    <a:lnTo>
                      <a:pt x="586" y="392"/>
                    </a:lnTo>
                    <a:lnTo>
                      <a:pt x="586" y="388"/>
                    </a:lnTo>
                    <a:lnTo>
                      <a:pt x="590" y="388"/>
                    </a:lnTo>
                    <a:lnTo>
                      <a:pt x="592" y="388"/>
                    </a:lnTo>
                    <a:lnTo>
                      <a:pt x="596" y="388"/>
                    </a:lnTo>
                    <a:lnTo>
                      <a:pt x="596" y="384"/>
                    </a:lnTo>
                    <a:lnTo>
                      <a:pt x="600" y="384"/>
                    </a:lnTo>
                    <a:lnTo>
                      <a:pt x="604" y="384"/>
                    </a:lnTo>
                    <a:lnTo>
                      <a:pt x="600" y="380"/>
                    </a:lnTo>
                    <a:lnTo>
                      <a:pt x="604" y="380"/>
                    </a:lnTo>
                    <a:lnTo>
                      <a:pt x="600" y="378"/>
                    </a:lnTo>
                    <a:lnTo>
                      <a:pt x="604" y="378"/>
                    </a:lnTo>
                    <a:lnTo>
                      <a:pt x="608" y="380"/>
                    </a:lnTo>
                    <a:lnTo>
                      <a:pt x="604" y="378"/>
                    </a:lnTo>
                    <a:lnTo>
                      <a:pt x="604" y="374"/>
                    </a:lnTo>
                    <a:lnTo>
                      <a:pt x="604" y="370"/>
                    </a:lnTo>
                    <a:lnTo>
                      <a:pt x="608" y="370"/>
                    </a:lnTo>
                    <a:lnTo>
                      <a:pt x="612" y="370"/>
                    </a:lnTo>
                    <a:lnTo>
                      <a:pt x="616" y="370"/>
                    </a:lnTo>
                    <a:lnTo>
                      <a:pt x="616" y="374"/>
                    </a:lnTo>
                    <a:lnTo>
                      <a:pt x="620" y="374"/>
                    </a:lnTo>
                    <a:lnTo>
                      <a:pt x="616" y="374"/>
                    </a:lnTo>
                    <a:lnTo>
                      <a:pt x="616" y="378"/>
                    </a:lnTo>
                    <a:lnTo>
                      <a:pt x="620" y="374"/>
                    </a:lnTo>
                    <a:lnTo>
                      <a:pt x="620" y="378"/>
                    </a:lnTo>
                    <a:lnTo>
                      <a:pt x="622" y="378"/>
                    </a:lnTo>
                    <a:lnTo>
                      <a:pt x="626" y="380"/>
                    </a:lnTo>
                    <a:lnTo>
                      <a:pt x="630" y="380"/>
                    </a:lnTo>
                    <a:lnTo>
                      <a:pt x="634" y="380"/>
                    </a:lnTo>
                    <a:lnTo>
                      <a:pt x="634" y="384"/>
                    </a:lnTo>
                    <a:lnTo>
                      <a:pt x="634" y="388"/>
                    </a:lnTo>
                    <a:lnTo>
                      <a:pt x="634" y="392"/>
                    </a:lnTo>
                    <a:lnTo>
                      <a:pt x="634" y="388"/>
                    </a:lnTo>
                    <a:lnTo>
                      <a:pt x="634" y="384"/>
                    </a:lnTo>
                    <a:lnTo>
                      <a:pt x="638" y="384"/>
                    </a:lnTo>
                    <a:lnTo>
                      <a:pt x="638" y="388"/>
                    </a:lnTo>
                    <a:lnTo>
                      <a:pt x="638" y="392"/>
                    </a:lnTo>
                    <a:lnTo>
                      <a:pt x="638" y="396"/>
                    </a:lnTo>
                    <a:lnTo>
                      <a:pt x="638" y="396"/>
                    </a:lnTo>
                    <a:lnTo>
                      <a:pt x="638" y="396"/>
                    </a:lnTo>
                    <a:close/>
                    <a:moveTo>
                      <a:pt x="824" y="370"/>
                    </a:moveTo>
                    <a:lnTo>
                      <a:pt x="828" y="370"/>
                    </a:lnTo>
                    <a:lnTo>
                      <a:pt x="824" y="370"/>
                    </a:lnTo>
                    <a:lnTo>
                      <a:pt x="824" y="370"/>
                    </a:lnTo>
                    <a:lnTo>
                      <a:pt x="824" y="370"/>
                    </a:lnTo>
                    <a:close/>
                    <a:moveTo>
                      <a:pt x="812" y="370"/>
                    </a:moveTo>
                    <a:lnTo>
                      <a:pt x="808" y="374"/>
                    </a:lnTo>
                    <a:lnTo>
                      <a:pt x="812" y="374"/>
                    </a:lnTo>
                    <a:lnTo>
                      <a:pt x="808" y="374"/>
                    </a:lnTo>
                    <a:lnTo>
                      <a:pt x="808" y="370"/>
                    </a:lnTo>
                    <a:lnTo>
                      <a:pt x="812" y="370"/>
                    </a:lnTo>
                    <a:lnTo>
                      <a:pt x="812" y="370"/>
                    </a:lnTo>
                    <a:lnTo>
                      <a:pt x="812" y="370"/>
                    </a:lnTo>
                    <a:close/>
                    <a:moveTo>
                      <a:pt x="864" y="374"/>
                    </a:moveTo>
                    <a:lnTo>
                      <a:pt x="864" y="370"/>
                    </a:lnTo>
                    <a:lnTo>
                      <a:pt x="868" y="370"/>
                    </a:lnTo>
                    <a:lnTo>
                      <a:pt x="872" y="370"/>
                    </a:lnTo>
                    <a:lnTo>
                      <a:pt x="872" y="374"/>
                    </a:lnTo>
                    <a:lnTo>
                      <a:pt x="868" y="374"/>
                    </a:lnTo>
                    <a:lnTo>
                      <a:pt x="868" y="378"/>
                    </a:lnTo>
                    <a:lnTo>
                      <a:pt x="864" y="378"/>
                    </a:lnTo>
                    <a:lnTo>
                      <a:pt x="864" y="374"/>
                    </a:lnTo>
                    <a:lnTo>
                      <a:pt x="862" y="374"/>
                    </a:lnTo>
                    <a:lnTo>
                      <a:pt x="862" y="378"/>
                    </a:lnTo>
                    <a:lnTo>
                      <a:pt x="864" y="378"/>
                    </a:lnTo>
                    <a:lnTo>
                      <a:pt x="862" y="378"/>
                    </a:lnTo>
                    <a:lnTo>
                      <a:pt x="858" y="378"/>
                    </a:lnTo>
                    <a:lnTo>
                      <a:pt x="858" y="374"/>
                    </a:lnTo>
                    <a:lnTo>
                      <a:pt x="854" y="374"/>
                    </a:lnTo>
                    <a:lnTo>
                      <a:pt x="850" y="374"/>
                    </a:lnTo>
                    <a:lnTo>
                      <a:pt x="854" y="374"/>
                    </a:lnTo>
                    <a:lnTo>
                      <a:pt x="858" y="374"/>
                    </a:lnTo>
                    <a:lnTo>
                      <a:pt x="858" y="370"/>
                    </a:lnTo>
                    <a:lnTo>
                      <a:pt x="862" y="370"/>
                    </a:lnTo>
                    <a:lnTo>
                      <a:pt x="862" y="374"/>
                    </a:lnTo>
                    <a:lnTo>
                      <a:pt x="864" y="374"/>
                    </a:lnTo>
                    <a:lnTo>
                      <a:pt x="864" y="374"/>
                    </a:lnTo>
                    <a:lnTo>
                      <a:pt x="864" y="374"/>
                    </a:lnTo>
                    <a:close/>
                    <a:moveTo>
                      <a:pt x="824" y="370"/>
                    </a:moveTo>
                    <a:lnTo>
                      <a:pt x="828" y="370"/>
                    </a:lnTo>
                    <a:lnTo>
                      <a:pt x="828" y="374"/>
                    </a:lnTo>
                    <a:lnTo>
                      <a:pt x="824" y="374"/>
                    </a:lnTo>
                    <a:lnTo>
                      <a:pt x="820" y="370"/>
                    </a:lnTo>
                    <a:lnTo>
                      <a:pt x="824" y="370"/>
                    </a:lnTo>
                    <a:lnTo>
                      <a:pt x="824" y="370"/>
                    </a:lnTo>
                    <a:lnTo>
                      <a:pt x="824" y="370"/>
                    </a:lnTo>
                    <a:close/>
                    <a:moveTo>
                      <a:pt x="888" y="374"/>
                    </a:moveTo>
                    <a:lnTo>
                      <a:pt x="890" y="374"/>
                    </a:lnTo>
                    <a:lnTo>
                      <a:pt x="890" y="378"/>
                    </a:lnTo>
                    <a:lnTo>
                      <a:pt x="888" y="378"/>
                    </a:lnTo>
                    <a:lnTo>
                      <a:pt x="884" y="378"/>
                    </a:lnTo>
                    <a:lnTo>
                      <a:pt x="880" y="378"/>
                    </a:lnTo>
                    <a:lnTo>
                      <a:pt x="880" y="380"/>
                    </a:lnTo>
                    <a:lnTo>
                      <a:pt x="880" y="378"/>
                    </a:lnTo>
                    <a:lnTo>
                      <a:pt x="884" y="378"/>
                    </a:lnTo>
                    <a:lnTo>
                      <a:pt x="884" y="374"/>
                    </a:lnTo>
                    <a:lnTo>
                      <a:pt x="888" y="374"/>
                    </a:lnTo>
                    <a:lnTo>
                      <a:pt x="888" y="374"/>
                    </a:lnTo>
                    <a:lnTo>
                      <a:pt x="888" y="374"/>
                    </a:lnTo>
                    <a:close/>
                    <a:moveTo>
                      <a:pt x="76" y="392"/>
                    </a:moveTo>
                    <a:lnTo>
                      <a:pt x="80" y="392"/>
                    </a:lnTo>
                    <a:lnTo>
                      <a:pt x="76" y="388"/>
                    </a:lnTo>
                    <a:lnTo>
                      <a:pt x="72" y="388"/>
                    </a:lnTo>
                    <a:lnTo>
                      <a:pt x="72" y="384"/>
                    </a:lnTo>
                    <a:lnTo>
                      <a:pt x="76" y="384"/>
                    </a:lnTo>
                    <a:lnTo>
                      <a:pt x="76" y="388"/>
                    </a:lnTo>
                    <a:lnTo>
                      <a:pt x="80" y="388"/>
                    </a:lnTo>
                    <a:lnTo>
                      <a:pt x="76" y="388"/>
                    </a:lnTo>
                    <a:lnTo>
                      <a:pt x="76" y="384"/>
                    </a:lnTo>
                    <a:lnTo>
                      <a:pt x="72" y="384"/>
                    </a:lnTo>
                    <a:lnTo>
                      <a:pt x="76" y="384"/>
                    </a:lnTo>
                    <a:lnTo>
                      <a:pt x="80" y="380"/>
                    </a:lnTo>
                    <a:lnTo>
                      <a:pt x="80" y="384"/>
                    </a:lnTo>
                    <a:lnTo>
                      <a:pt x="82" y="384"/>
                    </a:lnTo>
                    <a:lnTo>
                      <a:pt x="82" y="380"/>
                    </a:lnTo>
                    <a:lnTo>
                      <a:pt x="86" y="378"/>
                    </a:lnTo>
                    <a:lnTo>
                      <a:pt x="90" y="378"/>
                    </a:lnTo>
                    <a:lnTo>
                      <a:pt x="90" y="380"/>
                    </a:lnTo>
                    <a:lnTo>
                      <a:pt x="94" y="380"/>
                    </a:lnTo>
                    <a:lnTo>
                      <a:pt x="94" y="378"/>
                    </a:lnTo>
                    <a:lnTo>
                      <a:pt x="94" y="374"/>
                    </a:lnTo>
                    <a:lnTo>
                      <a:pt x="96" y="374"/>
                    </a:lnTo>
                    <a:lnTo>
                      <a:pt x="96" y="378"/>
                    </a:lnTo>
                    <a:lnTo>
                      <a:pt x="100" y="378"/>
                    </a:lnTo>
                    <a:lnTo>
                      <a:pt x="100" y="380"/>
                    </a:lnTo>
                    <a:lnTo>
                      <a:pt x="96" y="380"/>
                    </a:lnTo>
                    <a:lnTo>
                      <a:pt x="96" y="384"/>
                    </a:lnTo>
                    <a:lnTo>
                      <a:pt x="94" y="384"/>
                    </a:lnTo>
                    <a:lnTo>
                      <a:pt x="94" y="388"/>
                    </a:lnTo>
                    <a:lnTo>
                      <a:pt x="90" y="388"/>
                    </a:lnTo>
                    <a:lnTo>
                      <a:pt x="90" y="392"/>
                    </a:lnTo>
                    <a:lnTo>
                      <a:pt x="94" y="396"/>
                    </a:lnTo>
                    <a:lnTo>
                      <a:pt x="96" y="400"/>
                    </a:lnTo>
                    <a:lnTo>
                      <a:pt x="94" y="400"/>
                    </a:lnTo>
                    <a:lnTo>
                      <a:pt x="90" y="396"/>
                    </a:lnTo>
                    <a:lnTo>
                      <a:pt x="90" y="392"/>
                    </a:lnTo>
                    <a:lnTo>
                      <a:pt x="86" y="392"/>
                    </a:lnTo>
                    <a:lnTo>
                      <a:pt x="82" y="392"/>
                    </a:lnTo>
                    <a:lnTo>
                      <a:pt x="80" y="392"/>
                    </a:lnTo>
                    <a:lnTo>
                      <a:pt x="76" y="392"/>
                    </a:lnTo>
                    <a:lnTo>
                      <a:pt x="72" y="392"/>
                    </a:lnTo>
                    <a:lnTo>
                      <a:pt x="72" y="388"/>
                    </a:lnTo>
                    <a:lnTo>
                      <a:pt x="72" y="392"/>
                    </a:lnTo>
                    <a:lnTo>
                      <a:pt x="76" y="392"/>
                    </a:lnTo>
                    <a:lnTo>
                      <a:pt x="76" y="392"/>
                    </a:lnTo>
                    <a:lnTo>
                      <a:pt x="76" y="392"/>
                    </a:lnTo>
                    <a:close/>
                    <a:moveTo>
                      <a:pt x="1032" y="374"/>
                    </a:moveTo>
                    <a:lnTo>
                      <a:pt x="1036" y="374"/>
                    </a:lnTo>
                    <a:lnTo>
                      <a:pt x="1036" y="378"/>
                    </a:lnTo>
                    <a:lnTo>
                      <a:pt x="1032" y="378"/>
                    </a:lnTo>
                    <a:lnTo>
                      <a:pt x="1030" y="378"/>
                    </a:lnTo>
                    <a:lnTo>
                      <a:pt x="1032" y="374"/>
                    </a:lnTo>
                    <a:lnTo>
                      <a:pt x="1032" y="374"/>
                    </a:lnTo>
                    <a:lnTo>
                      <a:pt x="1032" y="374"/>
                    </a:lnTo>
                    <a:close/>
                    <a:moveTo>
                      <a:pt x="26" y="378"/>
                    </a:moveTo>
                    <a:lnTo>
                      <a:pt x="24" y="378"/>
                    </a:lnTo>
                    <a:lnTo>
                      <a:pt x="26" y="378"/>
                    </a:lnTo>
                    <a:lnTo>
                      <a:pt x="26" y="374"/>
                    </a:lnTo>
                    <a:lnTo>
                      <a:pt x="30" y="378"/>
                    </a:lnTo>
                    <a:lnTo>
                      <a:pt x="26" y="378"/>
                    </a:lnTo>
                    <a:lnTo>
                      <a:pt x="26" y="378"/>
                    </a:lnTo>
                    <a:lnTo>
                      <a:pt x="26" y="378"/>
                    </a:lnTo>
                    <a:close/>
                    <a:moveTo>
                      <a:pt x="646" y="378"/>
                    </a:moveTo>
                    <a:lnTo>
                      <a:pt x="646" y="380"/>
                    </a:lnTo>
                    <a:lnTo>
                      <a:pt x="642" y="384"/>
                    </a:lnTo>
                    <a:lnTo>
                      <a:pt x="642" y="380"/>
                    </a:lnTo>
                    <a:lnTo>
                      <a:pt x="642" y="378"/>
                    </a:lnTo>
                    <a:lnTo>
                      <a:pt x="638" y="378"/>
                    </a:lnTo>
                    <a:lnTo>
                      <a:pt x="638" y="380"/>
                    </a:lnTo>
                    <a:lnTo>
                      <a:pt x="638" y="378"/>
                    </a:lnTo>
                    <a:lnTo>
                      <a:pt x="638" y="374"/>
                    </a:lnTo>
                    <a:lnTo>
                      <a:pt x="642" y="374"/>
                    </a:lnTo>
                    <a:lnTo>
                      <a:pt x="642" y="378"/>
                    </a:lnTo>
                    <a:lnTo>
                      <a:pt x="646" y="378"/>
                    </a:lnTo>
                    <a:lnTo>
                      <a:pt x="646" y="378"/>
                    </a:lnTo>
                    <a:lnTo>
                      <a:pt x="646" y="378"/>
                    </a:lnTo>
                    <a:close/>
                    <a:moveTo>
                      <a:pt x="1040" y="378"/>
                    </a:moveTo>
                    <a:lnTo>
                      <a:pt x="1036" y="378"/>
                    </a:lnTo>
                    <a:lnTo>
                      <a:pt x="1040" y="378"/>
                    </a:lnTo>
                    <a:lnTo>
                      <a:pt x="1044" y="378"/>
                    </a:lnTo>
                    <a:lnTo>
                      <a:pt x="1040" y="378"/>
                    </a:lnTo>
                    <a:lnTo>
                      <a:pt x="1040" y="378"/>
                    </a:lnTo>
                    <a:lnTo>
                      <a:pt x="1040" y="378"/>
                    </a:lnTo>
                    <a:close/>
                    <a:moveTo>
                      <a:pt x="566" y="378"/>
                    </a:moveTo>
                    <a:lnTo>
                      <a:pt x="566" y="380"/>
                    </a:lnTo>
                    <a:lnTo>
                      <a:pt x="564" y="380"/>
                    </a:lnTo>
                    <a:lnTo>
                      <a:pt x="564" y="378"/>
                    </a:lnTo>
                    <a:lnTo>
                      <a:pt x="560" y="378"/>
                    </a:lnTo>
                    <a:lnTo>
                      <a:pt x="564" y="378"/>
                    </a:lnTo>
                    <a:lnTo>
                      <a:pt x="566" y="378"/>
                    </a:lnTo>
                    <a:lnTo>
                      <a:pt x="566" y="378"/>
                    </a:lnTo>
                    <a:lnTo>
                      <a:pt x="566" y="378"/>
                    </a:lnTo>
                    <a:close/>
                    <a:moveTo>
                      <a:pt x="902" y="380"/>
                    </a:moveTo>
                    <a:lnTo>
                      <a:pt x="906" y="380"/>
                    </a:lnTo>
                    <a:lnTo>
                      <a:pt x="910" y="380"/>
                    </a:lnTo>
                    <a:lnTo>
                      <a:pt x="910" y="384"/>
                    </a:lnTo>
                    <a:lnTo>
                      <a:pt x="906" y="384"/>
                    </a:lnTo>
                    <a:lnTo>
                      <a:pt x="906" y="388"/>
                    </a:lnTo>
                    <a:lnTo>
                      <a:pt x="902" y="388"/>
                    </a:lnTo>
                    <a:lnTo>
                      <a:pt x="898" y="384"/>
                    </a:lnTo>
                    <a:lnTo>
                      <a:pt x="898" y="380"/>
                    </a:lnTo>
                    <a:lnTo>
                      <a:pt x="902" y="380"/>
                    </a:lnTo>
                    <a:lnTo>
                      <a:pt x="902" y="380"/>
                    </a:lnTo>
                    <a:lnTo>
                      <a:pt x="902" y="380"/>
                    </a:lnTo>
                    <a:close/>
                    <a:moveTo>
                      <a:pt x="884" y="380"/>
                    </a:moveTo>
                    <a:lnTo>
                      <a:pt x="888" y="380"/>
                    </a:lnTo>
                    <a:lnTo>
                      <a:pt x="888" y="384"/>
                    </a:lnTo>
                    <a:lnTo>
                      <a:pt x="884" y="384"/>
                    </a:lnTo>
                    <a:lnTo>
                      <a:pt x="884" y="388"/>
                    </a:lnTo>
                    <a:lnTo>
                      <a:pt x="880" y="392"/>
                    </a:lnTo>
                    <a:lnTo>
                      <a:pt x="876" y="392"/>
                    </a:lnTo>
                    <a:lnTo>
                      <a:pt x="876" y="396"/>
                    </a:lnTo>
                    <a:lnTo>
                      <a:pt x="872" y="396"/>
                    </a:lnTo>
                    <a:lnTo>
                      <a:pt x="872" y="392"/>
                    </a:lnTo>
                    <a:lnTo>
                      <a:pt x="872" y="388"/>
                    </a:lnTo>
                    <a:lnTo>
                      <a:pt x="876" y="388"/>
                    </a:lnTo>
                    <a:lnTo>
                      <a:pt x="880" y="388"/>
                    </a:lnTo>
                    <a:lnTo>
                      <a:pt x="880" y="384"/>
                    </a:lnTo>
                    <a:lnTo>
                      <a:pt x="880" y="380"/>
                    </a:lnTo>
                    <a:lnTo>
                      <a:pt x="884" y="380"/>
                    </a:lnTo>
                    <a:lnTo>
                      <a:pt x="884" y="380"/>
                    </a:lnTo>
                    <a:lnTo>
                      <a:pt x="884" y="380"/>
                    </a:lnTo>
                    <a:close/>
                    <a:moveTo>
                      <a:pt x="556" y="396"/>
                    </a:moveTo>
                    <a:lnTo>
                      <a:pt x="556" y="400"/>
                    </a:lnTo>
                    <a:lnTo>
                      <a:pt x="556" y="404"/>
                    </a:lnTo>
                    <a:lnTo>
                      <a:pt x="552" y="404"/>
                    </a:lnTo>
                    <a:lnTo>
                      <a:pt x="552" y="400"/>
                    </a:lnTo>
                    <a:lnTo>
                      <a:pt x="548" y="400"/>
                    </a:lnTo>
                    <a:lnTo>
                      <a:pt x="548" y="396"/>
                    </a:lnTo>
                    <a:lnTo>
                      <a:pt x="552" y="396"/>
                    </a:lnTo>
                    <a:lnTo>
                      <a:pt x="556" y="396"/>
                    </a:lnTo>
                    <a:lnTo>
                      <a:pt x="556" y="396"/>
                    </a:lnTo>
                    <a:lnTo>
                      <a:pt x="556" y="396"/>
                    </a:lnTo>
                    <a:close/>
                    <a:moveTo>
                      <a:pt x="932" y="400"/>
                    </a:moveTo>
                    <a:lnTo>
                      <a:pt x="936" y="404"/>
                    </a:lnTo>
                    <a:lnTo>
                      <a:pt x="936" y="408"/>
                    </a:lnTo>
                    <a:lnTo>
                      <a:pt x="932" y="408"/>
                    </a:lnTo>
                    <a:lnTo>
                      <a:pt x="928" y="408"/>
                    </a:lnTo>
                    <a:lnTo>
                      <a:pt x="928" y="404"/>
                    </a:lnTo>
                    <a:lnTo>
                      <a:pt x="928" y="400"/>
                    </a:lnTo>
                    <a:lnTo>
                      <a:pt x="932" y="400"/>
                    </a:lnTo>
                    <a:lnTo>
                      <a:pt x="932" y="400"/>
                    </a:lnTo>
                    <a:lnTo>
                      <a:pt x="932" y="400"/>
                    </a:lnTo>
                    <a:close/>
                    <a:moveTo>
                      <a:pt x="936" y="400"/>
                    </a:moveTo>
                    <a:lnTo>
                      <a:pt x="940" y="400"/>
                    </a:lnTo>
                    <a:lnTo>
                      <a:pt x="940" y="404"/>
                    </a:lnTo>
                    <a:lnTo>
                      <a:pt x="936" y="404"/>
                    </a:lnTo>
                    <a:lnTo>
                      <a:pt x="936" y="400"/>
                    </a:lnTo>
                    <a:lnTo>
                      <a:pt x="936" y="400"/>
                    </a:lnTo>
                    <a:lnTo>
                      <a:pt x="936" y="400"/>
                    </a:lnTo>
                    <a:close/>
                    <a:moveTo>
                      <a:pt x="880" y="408"/>
                    </a:moveTo>
                    <a:lnTo>
                      <a:pt x="880" y="404"/>
                    </a:lnTo>
                    <a:lnTo>
                      <a:pt x="876" y="404"/>
                    </a:lnTo>
                    <a:lnTo>
                      <a:pt x="880" y="404"/>
                    </a:lnTo>
                    <a:lnTo>
                      <a:pt x="880" y="400"/>
                    </a:lnTo>
                    <a:lnTo>
                      <a:pt x="884" y="400"/>
                    </a:lnTo>
                    <a:lnTo>
                      <a:pt x="884" y="404"/>
                    </a:lnTo>
                    <a:lnTo>
                      <a:pt x="880" y="404"/>
                    </a:lnTo>
                    <a:lnTo>
                      <a:pt x="884" y="404"/>
                    </a:lnTo>
                    <a:lnTo>
                      <a:pt x="880" y="404"/>
                    </a:lnTo>
                    <a:lnTo>
                      <a:pt x="880" y="408"/>
                    </a:lnTo>
                    <a:lnTo>
                      <a:pt x="880" y="408"/>
                    </a:lnTo>
                    <a:lnTo>
                      <a:pt x="880" y="408"/>
                    </a:lnTo>
                    <a:close/>
                    <a:moveTo>
                      <a:pt x="514" y="404"/>
                    </a:moveTo>
                    <a:lnTo>
                      <a:pt x="518" y="404"/>
                    </a:lnTo>
                    <a:lnTo>
                      <a:pt x="518" y="408"/>
                    </a:lnTo>
                    <a:lnTo>
                      <a:pt x="514" y="408"/>
                    </a:lnTo>
                    <a:lnTo>
                      <a:pt x="510" y="408"/>
                    </a:lnTo>
                    <a:lnTo>
                      <a:pt x="510" y="404"/>
                    </a:lnTo>
                    <a:lnTo>
                      <a:pt x="508" y="404"/>
                    </a:lnTo>
                    <a:lnTo>
                      <a:pt x="510" y="404"/>
                    </a:lnTo>
                    <a:lnTo>
                      <a:pt x="514" y="404"/>
                    </a:lnTo>
                    <a:lnTo>
                      <a:pt x="514" y="404"/>
                    </a:lnTo>
                    <a:lnTo>
                      <a:pt x="514" y="404"/>
                    </a:lnTo>
                    <a:close/>
                    <a:moveTo>
                      <a:pt x="944" y="404"/>
                    </a:moveTo>
                    <a:lnTo>
                      <a:pt x="944" y="408"/>
                    </a:lnTo>
                    <a:lnTo>
                      <a:pt x="948" y="408"/>
                    </a:lnTo>
                    <a:lnTo>
                      <a:pt x="948" y="410"/>
                    </a:lnTo>
                    <a:lnTo>
                      <a:pt x="944" y="410"/>
                    </a:lnTo>
                    <a:lnTo>
                      <a:pt x="944" y="408"/>
                    </a:lnTo>
                    <a:lnTo>
                      <a:pt x="944" y="404"/>
                    </a:lnTo>
                    <a:lnTo>
                      <a:pt x="944" y="404"/>
                    </a:lnTo>
                    <a:lnTo>
                      <a:pt x="944" y="404"/>
                    </a:lnTo>
                    <a:close/>
                    <a:moveTo>
                      <a:pt x="876" y="408"/>
                    </a:moveTo>
                    <a:lnTo>
                      <a:pt x="880" y="408"/>
                    </a:lnTo>
                    <a:lnTo>
                      <a:pt x="880" y="410"/>
                    </a:lnTo>
                    <a:lnTo>
                      <a:pt x="876" y="410"/>
                    </a:lnTo>
                    <a:lnTo>
                      <a:pt x="872" y="410"/>
                    </a:lnTo>
                    <a:lnTo>
                      <a:pt x="872" y="408"/>
                    </a:lnTo>
                    <a:lnTo>
                      <a:pt x="876" y="408"/>
                    </a:lnTo>
                    <a:lnTo>
                      <a:pt x="876" y="408"/>
                    </a:lnTo>
                    <a:lnTo>
                      <a:pt x="876" y="408"/>
                    </a:lnTo>
                    <a:close/>
                    <a:moveTo>
                      <a:pt x="910" y="436"/>
                    </a:moveTo>
                    <a:lnTo>
                      <a:pt x="906" y="434"/>
                    </a:lnTo>
                    <a:lnTo>
                      <a:pt x="902" y="434"/>
                    </a:lnTo>
                    <a:lnTo>
                      <a:pt x="902" y="430"/>
                    </a:lnTo>
                    <a:lnTo>
                      <a:pt x="902" y="426"/>
                    </a:lnTo>
                    <a:lnTo>
                      <a:pt x="902" y="422"/>
                    </a:lnTo>
                    <a:lnTo>
                      <a:pt x="902" y="418"/>
                    </a:lnTo>
                    <a:lnTo>
                      <a:pt x="906" y="410"/>
                    </a:lnTo>
                    <a:lnTo>
                      <a:pt x="910" y="410"/>
                    </a:lnTo>
                    <a:lnTo>
                      <a:pt x="918" y="408"/>
                    </a:lnTo>
                    <a:lnTo>
                      <a:pt x="920" y="408"/>
                    </a:lnTo>
                    <a:lnTo>
                      <a:pt x="924" y="408"/>
                    </a:lnTo>
                    <a:lnTo>
                      <a:pt x="928" y="410"/>
                    </a:lnTo>
                    <a:lnTo>
                      <a:pt x="932" y="410"/>
                    </a:lnTo>
                    <a:lnTo>
                      <a:pt x="932" y="414"/>
                    </a:lnTo>
                    <a:lnTo>
                      <a:pt x="932" y="418"/>
                    </a:lnTo>
                    <a:lnTo>
                      <a:pt x="932" y="422"/>
                    </a:lnTo>
                    <a:lnTo>
                      <a:pt x="932" y="426"/>
                    </a:lnTo>
                    <a:lnTo>
                      <a:pt x="932" y="430"/>
                    </a:lnTo>
                    <a:lnTo>
                      <a:pt x="928" y="434"/>
                    </a:lnTo>
                    <a:lnTo>
                      <a:pt x="924" y="434"/>
                    </a:lnTo>
                    <a:lnTo>
                      <a:pt x="920" y="434"/>
                    </a:lnTo>
                    <a:lnTo>
                      <a:pt x="918" y="434"/>
                    </a:lnTo>
                    <a:lnTo>
                      <a:pt x="914" y="434"/>
                    </a:lnTo>
                    <a:lnTo>
                      <a:pt x="914" y="436"/>
                    </a:lnTo>
                    <a:lnTo>
                      <a:pt x="910" y="436"/>
                    </a:lnTo>
                    <a:lnTo>
                      <a:pt x="910" y="436"/>
                    </a:lnTo>
                    <a:lnTo>
                      <a:pt x="910" y="436"/>
                    </a:lnTo>
                    <a:close/>
                    <a:moveTo>
                      <a:pt x="772" y="410"/>
                    </a:moveTo>
                    <a:lnTo>
                      <a:pt x="772" y="414"/>
                    </a:lnTo>
                    <a:lnTo>
                      <a:pt x="772" y="418"/>
                    </a:lnTo>
                    <a:lnTo>
                      <a:pt x="772" y="422"/>
                    </a:lnTo>
                    <a:lnTo>
                      <a:pt x="768" y="422"/>
                    </a:lnTo>
                    <a:lnTo>
                      <a:pt x="764" y="422"/>
                    </a:lnTo>
                    <a:lnTo>
                      <a:pt x="764" y="418"/>
                    </a:lnTo>
                    <a:lnTo>
                      <a:pt x="764" y="414"/>
                    </a:lnTo>
                    <a:lnTo>
                      <a:pt x="764" y="410"/>
                    </a:lnTo>
                    <a:lnTo>
                      <a:pt x="768" y="410"/>
                    </a:lnTo>
                    <a:lnTo>
                      <a:pt x="768" y="408"/>
                    </a:lnTo>
                    <a:lnTo>
                      <a:pt x="772" y="410"/>
                    </a:lnTo>
                    <a:lnTo>
                      <a:pt x="772" y="410"/>
                    </a:lnTo>
                    <a:lnTo>
                      <a:pt x="772" y="410"/>
                    </a:lnTo>
                    <a:close/>
                    <a:moveTo>
                      <a:pt x="1066" y="410"/>
                    </a:moveTo>
                    <a:lnTo>
                      <a:pt x="1066" y="414"/>
                    </a:lnTo>
                    <a:lnTo>
                      <a:pt x="1066" y="410"/>
                    </a:lnTo>
                    <a:lnTo>
                      <a:pt x="1066" y="410"/>
                    </a:lnTo>
                    <a:lnTo>
                      <a:pt x="1066" y="410"/>
                    </a:lnTo>
                    <a:close/>
                    <a:moveTo>
                      <a:pt x="950" y="414"/>
                    </a:moveTo>
                    <a:lnTo>
                      <a:pt x="954" y="414"/>
                    </a:lnTo>
                    <a:lnTo>
                      <a:pt x="954" y="418"/>
                    </a:lnTo>
                    <a:lnTo>
                      <a:pt x="958" y="422"/>
                    </a:lnTo>
                    <a:lnTo>
                      <a:pt x="954" y="422"/>
                    </a:lnTo>
                    <a:lnTo>
                      <a:pt x="950" y="422"/>
                    </a:lnTo>
                    <a:lnTo>
                      <a:pt x="948" y="422"/>
                    </a:lnTo>
                    <a:lnTo>
                      <a:pt x="944" y="422"/>
                    </a:lnTo>
                    <a:lnTo>
                      <a:pt x="940" y="422"/>
                    </a:lnTo>
                    <a:lnTo>
                      <a:pt x="940" y="418"/>
                    </a:lnTo>
                    <a:lnTo>
                      <a:pt x="936" y="418"/>
                    </a:lnTo>
                    <a:lnTo>
                      <a:pt x="936" y="414"/>
                    </a:lnTo>
                    <a:lnTo>
                      <a:pt x="940" y="414"/>
                    </a:lnTo>
                    <a:lnTo>
                      <a:pt x="944" y="414"/>
                    </a:lnTo>
                    <a:lnTo>
                      <a:pt x="944" y="410"/>
                    </a:lnTo>
                    <a:lnTo>
                      <a:pt x="944" y="414"/>
                    </a:lnTo>
                    <a:lnTo>
                      <a:pt x="948" y="414"/>
                    </a:lnTo>
                    <a:lnTo>
                      <a:pt x="950" y="414"/>
                    </a:lnTo>
                    <a:lnTo>
                      <a:pt x="950" y="414"/>
                    </a:lnTo>
                    <a:lnTo>
                      <a:pt x="950" y="414"/>
                    </a:lnTo>
                    <a:close/>
                    <a:moveTo>
                      <a:pt x="454" y="418"/>
                    </a:moveTo>
                    <a:lnTo>
                      <a:pt x="450" y="418"/>
                    </a:lnTo>
                    <a:lnTo>
                      <a:pt x="454" y="418"/>
                    </a:lnTo>
                    <a:lnTo>
                      <a:pt x="454" y="418"/>
                    </a:lnTo>
                    <a:lnTo>
                      <a:pt x="454" y="418"/>
                    </a:lnTo>
                    <a:close/>
                    <a:moveTo>
                      <a:pt x="424" y="418"/>
                    </a:moveTo>
                    <a:lnTo>
                      <a:pt x="422" y="418"/>
                    </a:lnTo>
                    <a:lnTo>
                      <a:pt x="424" y="418"/>
                    </a:lnTo>
                    <a:lnTo>
                      <a:pt x="424" y="418"/>
                    </a:lnTo>
                    <a:lnTo>
                      <a:pt x="424" y="418"/>
                    </a:lnTo>
                    <a:close/>
                    <a:moveTo>
                      <a:pt x="462" y="430"/>
                    </a:moveTo>
                    <a:lnTo>
                      <a:pt x="458" y="430"/>
                    </a:lnTo>
                    <a:lnTo>
                      <a:pt x="458" y="426"/>
                    </a:lnTo>
                    <a:lnTo>
                      <a:pt x="462" y="426"/>
                    </a:lnTo>
                    <a:lnTo>
                      <a:pt x="462" y="430"/>
                    </a:lnTo>
                    <a:lnTo>
                      <a:pt x="462" y="430"/>
                    </a:lnTo>
                    <a:lnTo>
                      <a:pt x="462" y="430"/>
                    </a:lnTo>
                    <a:close/>
                    <a:moveTo>
                      <a:pt x="470" y="430"/>
                    </a:moveTo>
                    <a:lnTo>
                      <a:pt x="470" y="434"/>
                    </a:lnTo>
                    <a:lnTo>
                      <a:pt x="466" y="434"/>
                    </a:lnTo>
                    <a:lnTo>
                      <a:pt x="466" y="430"/>
                    </a:lnTo>
                    <a:lnTo>
                      <a:pt x="470" y="430"/>
                    </a:lnTo>
                    <a:lnTo>
                      <a:pt x="470" y="430"/>
                    </a:lnTo>
                    <a:lnTo>
                      <a:pt x="470" y="430"/>
                    </a:lnTo>
                    <a:close/>
                    <a:moveTo>
                      <a:pt x="1104" y="440"/>
                    </a:moveTo>
                    <a:lnTo>
                      <a:pt x="1106" y="440"/>
                    </a:lnTo>
                    <a:lnTo>
                      <a:pt x="1106" y="436"/>
                    </a:lnTo>
                    <a:lnTo>
                      <a:pt x="1110" y="436"/>
                    </a:lnTo>
                    <a:lnTo>
                      <a:pt x="1106" y="436"/>
                    </a:lnTo>
                    <a:lnTo>
                      <a:pt x="1106" y="440"/>
                    </a:lnTo>
                    <a:lnTo>
                      <a:pt x="1104" y="440"/>
                    </a:lnTo>
                    <a:lnTo>
                      <a:pt x="1104" y="440"/>
                    </a:lnTo>
                    <a:lnTo>
                      <a:pt x="1104" y="440"/>
                    </a:lnTo>
                    <a:close/>
                    <a:moveTo>
                      <a:pt x="1048" y="456"/>
                    </a:moveTo>
                    <a:lnTo>
                      <a:pt x="1052" y="456"/>
                    </a:lnTo>
                    <a:lnTo>
                      <a:pt x="1052" y="460"/>
                    </a:lnTo>
                    <a:lnTo>
                      <a:pt x="1048" y="456"/>
                    </a:lnTo>
                    <a:lnTo>
                      <a:pt x="1048" y="456"/>
                    </a:lnTo>
                    <a:lnTo>
                      <a:pt x="1048" y="456"/>
                    </a:lnTo>
                    <a:close/>
                    <a:moveTo>
                      <a:pt x="820" y="460"/>
                    </a:moveTo>
                    <a:lnTo>
                      <a:pt x="816" y="460"/>
                    </a:lnTo>
                    <a:lnTo>
                      <a:pt x="816" y="456"/>
                    </a:lnTo>
                    <a:lnTo>
                      <a:pt x="816" y="460"/>
                    </a:lnTo>
                    <a:lnTo>
                      <a:pt x="820" y="460"/>
                    </a:lnTo>
                    <a:lnTo>
                      <a:pt x="820" y="460"/>
                    </a:lnTo>
                    <a:lnTo>
                      <a:pt x="820" y="460"/>
                    </a:lnTo>
                    <a:close/>
                    <a:moveTo>
                      <a:pt x="808" y="466"/>
                    </a:moveTo>
                    <a:lnTo>
                      <a:pt x="808" y="470"/>
                    </a:lnTo>
                    <a:lnTo>
                      <a:pt x="812" y="470"/>
                    </a:lnTo>
                    <a:lnTo>
                      <a:pt x="816" y="470"/>
                    </a:lnTo>
                    <a:lnTo>
                      <a:pt x="816" y="474"/>
                    </a:lnTo>
                    <a:lnTo>
                      <a:pt x="812" y="474"/>
                    </a:lnTo>
                    <a:lnTo>
                      <a:pt x="808" y="474"/>
                    </a:lnTo>
                    <a:lnTo>
                      <a:pt x="808" y="470"/>
                    </a:lnTo>
                    <a:lnTo>
                      <a:pt x="806" y="470"/>
                    </a:lnTo>
                    <a:lnTo>
                      <a:pt x="806" y="466"/>
                    </a:lnTo>
                    <a:lnTo>
                      <a:pt x="802" y="466"/>
                    </a:lnTo>
                    <a:lnTo>
                      <a:pt x="802" y="464"/>
                    </a:lnTo>
                    <a:lnTo>
                      <a:pt x="798" y="464"/>
                    </a:lnTo>
                    <a:lnTo>
                      <a:pt x="802" y="464"/>
                    </a:lnTo>
                    <a:lnTo>
                      <a:pt x="806" y="464"/>
                    </a:lnTo>
                    <a:lnTo>
                      <a:pt x="808" y="466"/>
                    </a:lnTo>
                    <a:lnTo>
                      <a:pt x="808" y="466"/>
                    </a:lnTo>
                    <a:lnTo>
                      <a:pt x="808" y="466"/>
                    </a:lnTo>
                    <a:close/>
                    <a:moveTo>
                      <a:pt x="794" y="466"/>
                    </a:moveTo>
                    <a:lnTo>
                      <a:pt x="794" y="470"/>
                    </a:lnTo>
                    <a:lnTo>
                      <a:pt x="798" y="470"/>
                    </a:lnTo>
                    <a:lnTo>
                      <a:pt x="798" y="474"/>
                    </a:lnTo>
                    <a:lnTo>
                      <a:pt x="794" y="478"/>
                    </a:lnTo>
                    <a:lnTo>
                      <a:pt x="794" y="474"/>
                    </a:lnTo>
                    <a:lnTo>
                      <a:pt x="790" y="470"/>
                    </a:lnTo>
                    <a:lnTo>
                      <a:pt x="790" y="466"/>
                    </a:lnTo>
                    <a:lnTo>
                      <a:pt x="790" y="464"/>
                    </a:lnTo>
                    <a:lnTo>
                      <a:pt x="794" y="466"/>
                    </a:lnTo>
                    <a:lnTo>
                      <a:pt x="794" y="466"/>
                    </a:lnTo>
                    <a:lnTo>
                      <a:pt x="794" y="466"/>
                    </a:lnTo>
                    <a:close/>
                    <a:moveTo>
                      <a:pt x="772" y="496"/>
                    </a:moveTo>
                    <a:lnTo>
                      <a:pt x="776" y="496"/>
                    </a:lnTo>
                    <a:lnTo>
                      <a:pt x="776" y="494"/>
                    </a:lnTo>
                    <a:lnTo>
                      <a:pt x="776" y="490"/>
                    </a:lnTo>
                    <a:lnTo>
                      <a:pt x="776" y="486"/>
                    </a:lnTo>
                    <a:lnTo>
                      <a:pt x="776" y="482"/>
                    </a:lnTo>
                    <a:lnTo>
                      <a:pt x="776" y="478"/>
                    </a:lnTo>
                    <a:lnTo>
                      <a:pt x="778" y="470"/>
                    </a:lnTo>
                    <a:lnTo>
                      <a:pt x="782" y="470"/>
                    </a:lnTo>
                    <a:lnTo>
                      <a:pt x="782" y="466"/>
                    </a:lnTo>
                    <a:lnTo>
                      <a:pt x="786" y="466"/>
                    </a:lnTo>
                    <a:lnTo>
                      <a:pt x="786" y="470"/>
                    </a:lnTo>
                    <a:lnTo>
                      <a:pt x="782" y="470"/>
                    </a:lnTo>
                    <a:lnTo>
                      <a:pt x="786" y="470"/>
                    </a:lnTo>
                    <a:lnTo>
                      <a:pt x="790" y="470"/>
                    </a:lnTo>
                    <a:lnTo>
                      <a:pt x="790" y="474"/>
                    </a:lnTo>
                    <a:lnTo>
                      <a:pt x="790" y="478"/>
                    </a:lnTo>
                    <a:lnTo>
                      <a:pt x="786" y="474"/>
                    </a:lnTo>
                    <a:lnTo>
                      <a:pt x="786" y="478"/>
                    </a:lnTo>
                    <a:lnTo>
                      <a:pt x="790" y="478"/>
                    </a:lnTo>
                    <a:lnTo>
                      <a:pt x="790" y="482"/>
                    </a:lnTo>
                    <a:lnTo>
                      <a:pt x="794" y="486"/>
                    </a:lnTo>
                    <a:lnTo>
                      <a:pt x="794" y="482"/>
                    </a:lnTo>
                    <a:lnTo>
                      <a:pt x="798" y="478"/>
                    </a:lnTo>
                    <a:lnTo>
                      <a:pt x="802" y="478"/>
                    </a:lnTo>
                    <a:lnTo>
                      <a:pt x="802" y="482"/>
                    </a:lnTo>
                    <a:lnTo>
                      <a:pt x="806" y="482"/>
                    </a:lnTo>
                    <a:lnTo>
                      <a:pt x="802" y="482"/>
                    </a:lnTo>
                    <a:lnTo>
                      <a:pt x="806" y="486"/>
                    </a:lnTo>
                    <a:lnTo>
                      <a:pt x="808" y="486"/>
                    </a:lnTo>
                    <a:lnTo>
                      <a:pt x="812" y="486"/>
                    </a:lnTo>
                    <a:lnTo>
                      <a:pt x="816" y="486"/>
                    </a:lnTo>
                    <a:lnTo>
                      <a:pt x="816" y="490"/>
                    </a:lnTo>
                    <a:lnTo>
                      <a:pt x="820" y="494"/>
                    </a:lnTo>
                    <a:lnTo>
                      <a:pt x="824" y="494"/>
                    </a:lnTo>
                    <a:lnTo>
                      <a:pt x="824" y="496"/>
                    </a:lnTo>
                    <a:lnTo>
                      <a:pt x="828" y="496"/>
                    </a:lnTo>
                    <a:lnTo>
                      <a:pt x="832" y="496"/>
                    </a:lnTo>
                    <a:lnTo>
                      <a:pt x="834" y="496"/>
                    </a:lnTo>
                    <a:lnTo>
                      <a:pt x="834" y="500"/>
                    </a:lnTo>
                    <a:lnTo>
                      <a:pt x="838" y="500"/>
                    </a:lnTo>
                    <a:lnTo>
                      <a:pt x="838" y="504"/>
                    </a:lnTo>
                    <a:lnTo>
                      <a:pt x="838" y="508"/>
                    </a:lnTo>
                    <a:lnTo>
                      <a:pt x="838" y="512"/>
                    </a:lnTo>
                    <a:lnTo>
                      <a:pt x="834" y="512"/>
                    </a:lnTo>
                    <a:lnTo>
                      <a:pt x="834" y="516"/>
                    </a:lnTo>
                    <a:lnTo>
                      <a:pt x="838" y="512"/>
                    </a:lnTo>
                    <a:lnTo>
                      <a:pt x="842" y="512"/>
                    </a:lnTo>
                    <a:lnTo>
                      <a:pt x="846" y="512"/>
                    </a:lnTo>
                    <a:lnTo>
                      <a:pt x="850" y="516"/>
                    </a:lnTo>
                    <a:lnTo>
                      <a:pt x="850" y="512"/>
                    </a:lnTo>
                    <a:lnTo>
                      <a:pt x="854" y="512"/>
                    </a:lnTo>
                    <a:lnTo>
                      <a:pt x="854" y="516"/>
                    </a:lnTo>
                    <a:lnTo>
                      <a:pt x="858" y="516"/>
                    </a:lnTo>
                    <a:lnTo>
                      <a:pt x="854" y="516"/>
                    </a:lnTo>
                    <a:lnTo>
                      <a:pt x="858" y="516"/>
                    </a:lnTo>
                    <a:lnTo>
                      <a:pt x="858" y="520"/>
                    </a:lnTo>
                    <a:lnTo>
                      <a:pt x="862" y="520"/>
                    </a:lnTo>
                    <a:lnTo>
                      <a:pt x="858" y="520"/>
                    </a:lnTo>
                    <a:lnTo>
                      <a:pt x="854" y="522"/>
                    </a:lnTo>
                    <a:lnTo>
                      <a:pt x="850" y="522"/>
                    </a:lnTo>
                    <a:lnTo>
                      <a:pt x="850" y="526"/>
                    </a:lnTo>
                    <a:lnTo>
                      <a:pt x="846" y="526"/>
                    </a:lnTo>
                    <a:lnTo>
                      <a:pt x="842" y="526"/>
                    </a:lnTo>
                    <a:lnTo>
                      <a:pt x="838" y="522"/>
                    </a:lnTo>
                    <a:lnTo>
                      <a:pt x="834" y="522"/>
                    </a:lnTo>
                    <a:lnTo>
                      <a:pt x="834" y="520"/>
                    </a:lnTo>
                    <a:lnTo>
                      <a:pt x="832" y="520"/>
                    </a:lnTo>
                    <a:lnTo>
                      <a:pt x="832" y="522"/>
                    </a:lnTo>
                    <a:lnTo>
                      <a:pt x="828" y="522"/>
                    </a:lnTo>
                    <a:lnTo>
                      <a:pt x="828" y="520"/>
                    </a:lnTo>
                    <a:lnTo>
                      <a:pt x="828" y="516"/>
                    </a:lnTo>
                    <a:lnTo>
                      <a:pt x="824" y="516"/>
                    </a:lnTo>
                    <a:lnTo>
                      <a:pt x="820" y="516"/>
                    </a:lnTo>
                    <a:lnTo>
                      <a:pt x="816" y="512"/>
                    </a:lnTo>
                    <a:lnTo>
                      <a:pt x="820" y="512"/>
                    </a:lnTo>
                    <a:lnTo>
                      <a:pt x="820" y="508"/>
                    </a:lnTo>
                    <a:lnTo>
                      <a:pt x="816" y="508"/>
                    </a:lnTo>
                    <a:lnTo>
                      <a:pt x="816" y="512"/>
                    </a:lnTo>
                    <a:lnTo>
                      <a:pt x="812" y="512"/>
                    </a:lnTo>
                    <a:lnTo>
                      <a:pt x="808" y="512"/>
                    </a:lnTo>
                    <a:lnTo>
                      <a:pt x="808" y="516"/>
                    </a:lnTo>
                    <a:lnTo>
                      <a:pt x="812" y="516"/>
                    </a:lnTo>
                    <a:lnTo>
                      <a:pt x="812" y="520"/>
                    </a:lnTo>
                    <a:lnTo>
                      <a:pt x="808" y="520"/>
                    </a:lnTo>
                    <a:lnTo>
                      <a:pt x="806" y="522"/>
                    </a:lnTo>
                    <a:lnTo>
                      <a:pt x="802" y="522"/>
                    </a:lnTo>
                    <a:lnTo>
                      <a:pt x="802" y="526"/>
                    </a:lnTo>
                    <a:lnTo>
                      <a:pt x="798" y="526"/>
                    </a:lnTo>
                    <a:lnTo>
                      <a:pt x="798" y="530"/>
                    </a:lnTo>
                    <a:lnTo>
                      <a:pt x="794" y="530"/>
                    </a:lnTo>
                    <a:lnTo>
                      <a:pt x="794" y="534"/>
                    </a:lnTo>
                    <a:lnTo>
                      <a:pt x="790" y="534"/>
                    </a:lnTo>
                    <a:lnTo>
                      <a:pt x="786" y="534"/>
                    </a:lnTo>
                    <a:lnTo>
                      <a:pt x="782" y="534"/>
                    </a:lnTo>
                    <a:lnTo>
                      <a:pt x="782" y="530"/>
                    </a:lnTo>
                    <a:lnTo>
                      <a:pt x="782" y="526"/>
                    </a:lnTo>
                    <a:lnTo>
                      <a:pt x="782" y="522"/>
                    </a:lnTo>
                    <a:lnTo>
                      <a:pt x="782" y="520"/>
                    </a:lnTo>
                    <a:lnTo>
                      <a:pt x="778" y="520"/>
                    </a:lnTo>
                    <a:lnTo>
                      <a:pt x="776" y="522"/>
                    </a:lnTo>
                    <a:lnTo>
                      <a:pt x="772" y="522"/>
                    </a:lnTo>
                    <a:lnTo>
                      <a:pt x="768" y="522"/>
                    </a:lnTo>
                    <a:lnTo>
                      <a:pt x="764" y="522"/>
                    </a:lnTo>
                    <a:lnTo>
                      <a:pt x="760" y="522"/>
                    </a:lnTo>
                    <a:lnTo>
                      <a:pt x="760" y="520"/>
                    </a:lnTo>
                    <a:lnTo>
                      <a:pt x="764" y="516"/>
                    </a:lnTo>
                    <a:lnTo>
                      <a:pt x="768" y="516"/>
                    </a:lnTo>
                    <a:lnTo>
                      <a:pt x="772" y="512"/>
                    </a:lnTo>
                    <a:lnTo>
                      <a:pt x="776" y="512"/>
                    </a:lnTo>
                    <a:lnTo>
                      <a:pt x="776" y="508"/>
                    </a:lnTo>
                    <a:lnTo>
                      <a:pt x="772" y="508"/>
                    </a:lnTo>
                    <a:lnTo>
                      <a:pt x="772" y="504"/>
                    </a:lnTo>
                    <a:lnTo>
                      <a:pt x="772" y="500"/>
                    </a:lnTo>
                    <a:lnTo>
                      <a:pt x="772" y="496"/>
                    </a:lnTo>
                    <a:lnTo>
                      <a:pt x="772" y="496"/>
                    </a:lnTo>
                    <a:lnTo>
                      <a:pt x="772" y="496"/>
                    </a:lnTo>
                    <a:close/>
                    <a:moveTo>
                      <a:pt x="816" y="470"/>
                    </a:moveTo>
                    <a:lnTo>
                      <a:pt x="812" y="470"/>
                    </a:lnTo>
                    <a:lnTo>
                      <a:pt x="812" y="466"/>
                    </a:lnTo>
                    <a:lnTo>
                      <a:pt x="816" y="466"/>
                    </a:lnTo>
                    <a:lnTo>
                      <a:pt x="816" y="470"/>
                    </a:lnTo>
                    <a:lnTo>
                      <a:pt x="816" y="470"/>
                    </a:lnTo>
                    <a:lnTo>
                      <a:pt x="816" y="470"/>
                    </a:lnTo>
                    <a:close/>
                    <a:moveTo>
                      <a:pt x="1114" y="470"/>
                    </a:moveTo>
                    <a:lnTo>
                      <a:pt x="1114" y="474"/>
                    </a:lnTo>
                    <a:lnTo>
                      <a:pt x="1114" y="470"/>
                    </a:lnTo>
                    <a:lnTo>
                      <a:pt x="1114" y="474"/>
                    </a:lnTo>
                    <a:lnTo>
                      <a:pt x="1110" y="474"/>
                    </a:lnTo>
                    <a:lnTo>
                      <a:pt x="1110" y="470"/>
                    </a:lnTo>
                    <a:lnTo>
                      <a:pt x="1114" y="470"/>
                    </a:lnTo>
                    <a:lnTo>
                      <a:pt x="1114" y="470"/>
                    </a:lnTo>
                    <a:lnTo>
                      <a:pt x="1114" y="470"/>
                    </a:lnTo>
                    <a:close/>
                    <a:moveTo>
                      <a:pt x="1070" y="496"/>
                    </a:moveTo>
                    <a:lnTo>
                      <a:pt x="1074" y="496"/>
                    </a:lnTo>
                    <a:lnTo>
                      <a:pt x="1070" y="500"/>
                    </a:lnTo>
                    <a:lnTo>
                      <a:pt x="1066" y="500"/>
                    </a:lnTo>
                    <a:lnTo>
                      <a:pt x="1070" y="496"/>
                    </a:lnTo>
                    <a:lnTo>
                      <a:pt x="1070" y="496"/>
                    </a:lnTo>
                    <a:lnTo>
                      <a:pt x="1070" y="496"/>
                    </a:lnTo>
                    <a:close/>
                    <a:moveTo>
                      <a:pt x="894" y="516"/>
                    </a:moveTo>
                    <a:lnTo>
                      <a:pt x="890" y="516"/>
                    </a:lnTo>
                    <a:lnTo>
                      <a:pt x="890" y="512"/>
                    </a:lnTo>
                    <a:lnTo>
                      <a:pt x="894" y="512"/>
                    </a:lnTo>
                    <a:lnTo>
                      <a:pt x="898" y="512"/>
                    </a:lnTo>
                    <a:lnTo>
                      <a:pt x="894" y="516"/>
                    </a:lnTo>
                    <a:lnTo>
                      <a:pt x="894" y="516"/>
                    </a:lnTo>
                    <a:lnTo>
                      <a:pt x="894" y="516"/>
                    </a:lnTo>
                    <a:close/>
                    <a:moveTo>
                      <a:pt x="970" y="520"/>
                    </a:moveTo>
                    <a:lnTo>
                      <a:pt x="970" y="522"/>
                    </a:lnTo>
                    <a:lnTo>
                      <a:pt x="966" y="522"/>
                    </a:lnTo>
                    <a:lnTo>
                      <a:pt x="970" y="520"/>
                    </a:lnTo>
                    <a:lnTo>
                      <a:pt x="970" y="520"/>
                    </a:lnTo>
                    <a:lnTo>
                      <a:pt x="970" y="520"/>
                    </a:lnTo>
                    <a:close/>
                    <a:moveTo>
                      <a:pt x="910" y="526"/>
                    </a:moveTo>
                    <a:lnTo>
                      <a:pt x="914" y="526"/>
                    </a:lnTo>
                    <a:lnTo>
                      <a:pt x="910" y="526"/>
                    </a:lnTo>
                    <a:lnTo>
                      <a:pt x="910" y="530"/>
                    </a:lnTo>
                    <a:lnTo>
                      <a:pt x="906" y="526"/>
                    </a:lnTo>
                    <a:lnTo>
                      <a:pt x="902" y="526"/>
                    </a:lnTo>
                    <a:lnTo>
                      <a:pt x="902" y="522"/>
                    </a:lnTo>
                    <a:lnTo>
                      <a:pt x="898" y="522"/>
                    </a:lnTo>
                    <a:lnTo>
                      <a:pt x="898" y="520"/>
                    </a:lnTo>
                    <a:lnTo>
                      <a:pt x="902" y="522"/>
                    </a:lnTo>
                    <a:lnTo>
                      <a:pt x="906" y="522"/>
                    </a:lnTo>
                    <a:lnTo>
                      <a:pt x="910" y="522"/>
                    </a:lnTo>
                    <a:lnTo>
                      <a:pt x="910" y="526"/>
                    </a:lnTo>
                    <a:lnTo>
                      <a:pt x="910" y="526"/>
                    </a:lnTo>
                    <a:lnTo>
                      <a:pt x="910" y="526"/>
                    </a:lnTo>
                    <a:close/>
                    <a:moveTo>
                      <a:pt x="1084" y="522"/>
                    </a:moveTo>
                    <a:lnTo>
                      <a:pt x="1084" y="526"/>
                    </a:lnTo>
                    <a:lnTo>
                      <a:pt x="1088" y="530"/>
                    </a:lnTo>
                    <a:lnTo>
                      <a:pt x="1084" y="530"/>
                    </a:lnTo>
                    <a:lnTo>
                      <a:pt x="1084" y="526"/>
                    </a:lnTo>
                    <a:lnTo>
                      <a:pt x="1080" y="522"/>
                    </a:lnTo>
                    <a:lnTo>
                      <a:pt x="1084" y="522"/>
                    </a:lnTo>
                    <a:lnTo>
                      <a:pt x="1084" y="522"/>
                    </a:lnTo>
                    <a:lnTo>
                      <a:pt x="1084" y="522"/>
                    </a:lnTo>
                    <a:close/>
                    <a:moveTo>
                      <a:pt x="1076" y="522"/>
                    </a:moveTo>
                    <a:lnTo>
                      <a:pt x="1076" y="526"/>
                    </a:lnTo>
                    <a:lnTo>
                      <a:pt x="1074" y="526"/>
                    </a:lnTo>
                    <a:lnTo>
                      <a:pt x="1074" y="522"/>
                    </a:lnTo>
                    <a:lnTo>
                      <a:pt x="1076" y="522"/>
                    </a:lnTo>
                    <a:lnTo>
                      <a:pt x="1076" y="522"/>
                    </a:lnTo>
                    <a:lnTo>
                      <a:pt x="1076" y="522"/>
                    </a:lnTo>
                    <a:close/>
                    <a:moveTo>
                      <a:pt x="888" y="526"/>
                    </a:moveTo>
                    <a:lnTo>
                      <a:pt x="890" y="526"/>
                    </a:lnTo>
                    <a:lnTo>
                      <a:pt x="894" y="526"/>
                    </a:lnTo>
                    <a:lnTo>
                      <a:pt x="898" y="530"/>
                    </a:lnTo>
                    <a:lnTo>
                      <a:pt x="898" y="534"/>
                    </a:lnTo>
                    <a:lnTo>
                      <a:pt x="894" y="534"/>
                    </a:lnTo>
                    <a:lnTo>
                      <a:pt x="890" y="534"/>
                    </a:lnTo>
                    <a:lnTo>
                      <a:pt x="888" y="530"/>
                    </a:lnTo>
                    <a:lnTo>
                      <a:pt x="884" y="530"/>
                    </a:lnTo>
                    <a:lnTo>
                      <a:pt x="884" y="526"/>
                    </a:lnTo>
                    <a:lnTo>
                      <a:pt x="888" y="526"/>
                    </a:lnTo>
                    <a:lnTo>
                      <a:pt x="888" y="526"/>
                    </a:lnTo>
                    <a:lnTo>
                      <a:pt x="888" y="526"/>
                    </a:lnTo>
                    <a:close/>
                    <a:moveTo>
                      <a:pt x="832" y="538"/>
                    </a:moveTo>
                    <a:lnTo>
                      <a:pt x="834" y="538"/>
                    </a:lnTo>
                    <a:lnTo>
                      <a:pt x="834" y="542"/>
                    </a:lnTo>
                    <a:lnTo>
                      <a:pt x="834" y="546"/>
                    </a:lnTo>
                    <a:lnTo>
                      <a:pt x="832" y="546"/>
                    </a:lnTo>
                    <a:lnTo>
                      <a:pt x="832" y="550"/>
                    </a:lnTo>
                    <a:lnTo>
                      <a:pt x="828" y="550"/>
                    </a:lnTo>
                    <a:lnTo>
                      <a:pt x="828" y="552"/>
                    </a:lnTo>
                    <a:lnTo>
                      <a:pt x="824" y="552"/>
                    </a:lnTo>
                    <a:lnTo>
                      <a:pt x="820" y="556"/>
                    </a:lnTo>
                    <a:lnTo>
                      <a:pt x="816" y="556"/>
                    </a:lnTo>
                    <a:lnTo>
                      <a:pt x="812" y="556"/>
                    </a:lnTo>
                    <a:lnTo>
                      <a:pt x="808" y="556"/>
                    </a:lnTo>
                    <a:lnTo>
                      <a:pt x="808" y="552"/>
                    </a:lnTo>
                    <a:lnTo>
                      <a:pt x="806" y="550"/>
                    </a:lnTo>
                    <a:lnTo>
                      <a:pt x="808" y="550"/>
                    </a:lnTo>
                    <a:lnTo>
                      <a:pt x="812" y="546"/>
                    </a:lnTo>
                    <a:lnTo>
                      <a:pt x="812" y="542"/>
                    </a:lnTo>
                    <a:lnTo>
                      <a:pt x="816" y="538"/>
                    </a:lnTo>
                    <a:lnTo>
                      <a:pt x="816" y="542"/>
                    </a:lnTo>
                    <a:lnTo>
                      <a:pt x="820" y="542"/>
                    </a:lnTo>
                    <a:lnTo>
                      <a:pt x="824" y="542"/>
                    </a:lnTo>
                    <a:lnTo>
                      <a:pt x="824" y="538"/>
                    </a:lnTo>
                    <a:lnTo>
                      <a:pt x="828" y="538"/>
                    </a:lnTo>
                    <a:lnTo>
                      <a:pt x="832" y="538"/>
                    </a:lnTo>
                    <a:lnTo>
                      <a:pt x="832" y="538"/>
                    </a:lnTo>
                    <a:lnTo>
                      <a:pt x="832" y="538"/>
                    </a:lnTo>
                    <a:close/>
                    <a:moveTo>
                      <a:pt x="940" y="542"/>
                    </a:moveTo>
                    <a:lnTo>
                      <a:pt x="944" y="546"/>
                    </a:lnTo>
                    <a:lnTo>
                      <a:pt x="948" y="546"/>
                    </a:lnTo>
                    <a:lnTo>
                      <a:pt x="944" y="546"/>
                    </a:lnTo>
                    <a:lnTo>
                      <a:pt x="940" y="546"/>
                    </a:lnTo>
                    <a:lnTo>
                      <a:pt x="940" y="542"/>
                    </a:lnTo>
                    <a:lnTo>
                      <a:pt x="940" y="542"/>
                    </a:lnTo>
                    <a:lnTo>
                      <a:pt x="940" y="542"/>
                    </a:lnTo>
                    <a:close/>
                    <a:moveTo>
                      <a:pt x="1076" y="546"/>
                    </a:moveTo>
                    <a:lnTo>
                      <a:pt x="1076" y="550"/>
                    </a:lnTo>
                    <a:lnTo>
                      <a:pt x="1074" y="550"/>
                    </a:lnTo>
                    <a:lnTo>
                      <a:pt x="1074" y="546"/>
                    </a:lnTo>
                    <a:lnTo>
                      <a:pt x="1076" y="546"/>
                    </a:lnTo>
                    <a:lnTo>
                      <a:pt x="1076" y="546"/>
                    </a:lnTo>
                    <a:lnTo>
                      <a:pt x="1076" y="546"/>
                    </a:lnTo>
                    <a:close/>
                    <a:moveTo>
                      <a:pt x="1084" y="550"/>
                    </a:moveTo>
                    <a:lnTo>
                      <a:pt x="1080" y="552"/>
                    </a:lnTo>
                    <a:lnTo>
                      <a:pt x="1076" y="552"/>
                    </a:lnTo>
                    <a:lnTo>
                      <a:pt x="1076" y="550"/>
                    </a:lnTo>
                    <a:lnTo>
                      <a:pt x="1074" y="550"/>
                    </a:lnTo>
                    <a:lnTo>
                      <a:pt x="1076" y="550"/>
                    </a:lnTo>
                    <a:lnTo>
                      <a:pt x="1080" y="550"/>
                    </a:lnTo>
                    <a:lnTo>
                      <a:pt x="1084" y="550"/>
                    </a:lnTo>
                    <a:lnTo>
                      <a:pt x="1084" y="550"/>
                    </a:lnTo>
                    <a:lnTo>
                      <a:pt x="1084" y="550"/>
                    </a:lnTo>
                    <a:close/>
                    <a:moveTo>
                      <a:pt x="868" y="564"/>
                    </a:moveTo>
                    <a:lnTo>
                      <a:pt x="868" y="566"/>
                    </a:lnTo>
                    <a:lnTo>
                      <a:pt x="864" y="570"/>
                    </a:lnTo>
                    <a:lnTo>
                      <a:pt x="864" y="566"/>
                    </a:lnTo>
                    <a:lnTo>
                      <a:pt x="862" y="566"/>
                    </a:lnTo>
                    <a:lnTo>
                      <a:pt x="858" y="564"/>
                    </a:lnTo>
                    <a:lnTo>
                      <a:pt x="858" y="560"/>
                    </a:lnTo>
                    <a:lnTo>
                      <a:pt x="858" y="556"/>
                    </a:lnTo>
                    <a:lnTo>
                      <a:pt x="862" y="556"/>
                    </a:lnTo>
                    <a:lnTo>
                      <a:pt x="862" y="552"/>
                    </a:lnTo>
                    <a:lnTo>
                      <a:pt x="864" y="552"/>
                    </a:lnTo>
                    <a:lnTo>
                      <a:pt x="868" y="552"/>
                    </a:lnTo>
                    <a:lnTo>
                      <a:pt x="868" y="550"/>
                    </a:lnTo>
                    <a:lnTo>
                      <a:pt x="868" y="552"/>
                    </a:lnTo>
                    <a:lnTo>
                      <a:pt x="872" y="552"/>
                    </a:lnTo>
                    <a:lnTo>
                      <a:pt x="872" y="556"/>
                    </a:lnTo>
                    <a:lnTo>
                      <a:pt x="872" y="560"/>
                    </a:lnTo>
                    <a:lnTo>
                      <a:pt x="868" y="564"/>
                    </a:lnTo>
                    <a:lnTo>
                      <a:pt x="868" y="564"/>
                    </a:lnTo>
                    <a:lnTo>
                      <a:pt x="868" y="564"/>
                    </a:lnTo>
                    <a:close/>
                    <a:moveTo>
                      <a:pt x="1074" y="564"/>
                    </a:moveTo>
                    <a:lnTo>
                      <a:pt x="1076" y="564"/>
                    </a:lnTo>
                    <a:lnTo>
                      <a:pt x="1076" y="566"/>
                    </a:lnTo>
                    <a:lnTo>
                      <a:pt x="1074" y="564"/>
                    </a:lnTo>
                    <a:lnTo>
                      <a:pt x="1070" y="564"/>
                    </a:lnTo>
                    <a:lnTo>
                      <a:pt x="1074" y="560"/>
                    </a:lnTo>
                    <a:lnTo>
                      <a:pt x="1074" y="564"/>
                    </a:lnTo>
                    <a:lnTo>
                      <a:pt x="1074" y="564"/>
                    </a:lnTo>
                    <a:lnTo>
                      <a:pt x="1074" y="564"/>
                    </a:lnTo>
                    <a:close/>
                    <a:moveTo>
                      <a:pt x="678" y="564"/>
                    </a:moveTo>
                    <a:lnTo>
                      <a:pt x="676" y="564"/>
                    </a:lnTo>
                    <a:lnTo>
                      <a:pt x="678" y="564"/>
                    </a:lnTo>
                    <a:lnTo>
                      <a:pt x="678" y="564"/>
                    </a:lnTo>
                    <a:lnTo>
                      <a:pt x="678" y="564"/>
                    </a:lnTo>
                    <a:close/>
                    <a:moveTo>
                      <a:pt x="1080" y="570"/>
                    </a:moveTo>
                    <a:lnTo>
                      <a:pt x="1076" y="570"/>
                    </a:lnTo>
                    <a:lnTo>
                      <a:pt x="1080" y="570"/>
                    </a:lnTo>
                    <a:lnTo>
                      <a:pt x="1076" y="574"/>
                    </a:lnTo>
                    <a:lnTo>
                      <a:pt x="1074" y="574"/>
                    </a:lnTo>
                    <a:lnTo>
                      <a:pt x="1074" y="570"/>
                    </a:lnTo>
                    <a:lnTo>
                      <a:pt x="1070" y="570"/>
                    </a:lnTo>
                    <a:lnTo>
                      <a:pt x="1066" y="570"/>
                    </a:lnTo>
                    <a:lnTo>
                      <a:pt x="1070" y="566"/>
                    </a:lnTo>
                    <a:lnTo>
                      <a:pt x="1074" y="566"/>
                    </a:lnTo>
                    <a:lnTo>
                      <a:pt x="1076" y="566"/>
                    </a:lnTo>
                    <a:lnTo>
                      <a:pt x="1080" y="570"/>
                    </a:lnTo>
                    <a:lnTo>
                      <a:pt x="1080" y="570"/>
                    </a:lnTo>
                    <a:lnTo>
                      <a:pt x="1080" y="570"/>
                    </a:lnTo>
                    <a:close/>
                    <a:moveTo>
                      <a:pt x="888" y="586"/>
                    </a:moveTo>
                    <a:lnTo>
                      <a:pt x="888" y="590"/>
                    </a:lnTo>
                    <a:lnTo>
                      <a:pt x="884" y="590"/>
                    </a:lnTo>
                    <a:lnTo>
                      <a:pt x="880" y="590"/>
                    </a:lnTo>
                    <a:lnTo>
                      <a:pt x="884" y="590"/>
                    </a:lnTo>
                    <a:lnTo>
                      <a:pt x="884" y="586"/>
                    </a:lnTo>
                    <a:lnTo>
                      <a:pt x="888" y="586"/>
                    </a:lnTo>
                    <a:lnTo>
                      <a:pt x="888" y="586"/>
                    </a:lnTo>
                    <a:lnTo>
                      <a:pt x="888" y="586"/>
                    </a:lnTo>
                    <a:close/>
                    <a:moveTo>
                      <a:pt x="1032" y="594"/>
                    </a:moveTo>
                    <a:lnTo>
                      <a:pt x="1036" y="596"/>
                    </a:lnTo>
                    <a:lnTo>
                      <a:pt x="1032" y="596"/>
                    </a:lnTo>
                    <a:lnTo>
                      <a:pt x="1032" y="600"/>
                    </a:lnTo>
                    <a:lnTo>
                      <a:pt x="1030" y="600"/>
                    </a:lnTo>
                    <a:lnTo>
                      <a:pt x="1026" y="600"/>
                    </a:lnTo>
                    <a:lnTo>
                      <a:pt x="1030" y="600"/>
                    </a:lnTo>
                    <a:lnTo>
                      <a:pt x="1030" y="596"/>
                    </a:lnTo>
                    <a:lnTo>
                      <a:pt x="1030" y="594"/>
                    </a:lnTo>
                    <a:lnTo>
                      <a:pt x="1032" y="594"/>
                    </a:lnTo>
                    <a:lnTo>
                      <a:pt x="1032" y="594"/>
                    </a:lnTo>
                    <a:lnTo>
                      <a:pt x="1032" y="594"/>
                    </a:lnTo>
                    <a:close/>
                    <a:moveTo>
                      <a:pt x="864" y="608"/>
                    </a:moveTo>
                    <a:lnTo>
                      <a:pt x="864" y="612"/>
                    </a:lnTo>
                    <a:lnTo>
                      <a:pt x="862" y="612"/>
                    </a:lnTo>
                    <a:lnTo>
                      <a:pt x="862" y="608"/>
                    </a:lnTo>
                    <a:lnTo>
                      <a:pt x="864" y="608"/>
                    </a:lnTo>
                    <a:lnTo>
                      <a:pt x="864" y="608"/>
                    </a:lnTo>
                    <a:lnTo>
                      <a:pt x="864" y="608"/>
                    </a:lnTo>
                    <a:close/>
                    <a:moveTo>
                      <a:pt x="1014" y="626"/>
                    </a:moveTo>
                    <a:lnTo>
                      <a:pt x="1014" y="630"/>
                    </a:lnTo>
                    <a:lnTo>
                      <a:pt x="1014" y="626"/>
                    </a:lnTo>
                    <a:lnTo>
                      <a:pt x="1014" y="626"/>
                    </a:lnTo>
                    <a:lnTo>
                      <a:pt x="1014" y="626"/>
                    </a:lnTo>
                    <a:close/>
                    <a:moveTo>
                      <a:pt x="1118" y="652"/>
                    </a:moveTo>
                    <a:lnTo>
                      <a:pt x="1118" y="656"/>
                    </a:lnTo>
                    <a:lnTo>
                      <a:pt x="1114" y="656"/>
                    </a:lnTo>
                    <a:lnTo>
                      <a:pt x="1114" y="652"/>
                    </a:lnTo>
                    <a:lnTo>
                      <a:pt x="1118" y="652"/>
                    </a:lnTo>
                    <a:lnTo>
                      <a:pt x="1118" y="652"/>
                    </a:lnTo>
                    <a:lnTo>
                      <a:pt x="1118" y="652"/>
                    </a:lnTo>
                    <a:close/>
                    <a:moveTo>
                      <a:pt x="1122" y="656"/>
                    </a:moveTo>
                    <a:lnTo>
                      <a:pt x="1118" y="656"/>
                    </a:lnTo>
                    <a:lnTo>
                      <a:pt x="1118" y="652"/>
                    </a:lnTo>
                    <a:lnTo>
                      <a:pt x="1122" y="652"/>
                    </a:lnTo>
                    <a:lnTo>
                      <a:pt x="1122" y="656"/>
                    </a:lnTo>
                    <a:lnTo>
                      <a:pt x="1122" y="656"/>
                    </a:lnTo>
                    <a:lnTo>
                      <a:pt x="1122" y="656"/>
                    </a:lnTo>
                    <a:close/>
                    <a:moveTo>
                      <a:pt x="868" y="660"/>
                    </a:moveTo>
                    <a:lnTo>
                      <a:pt x="868" y="664"/>
                    </a:lnTo>
                    <a:lnTo>
                      <a:pt x="864" y="664"/>
                    </a:lnTo>
                    <a:lnTo>
                      <a:pt x="864" y="660"/>
                    </a:lnTo>
                    <a:lnTo>
                      <a:pt x="868" y="660"/>
                    </a:lnTo>
                    <a:lnTo>
                      <a:pt x="868" y="660"/>
                    </a:lnTo>
                    <a:lnTo>
                      <a:pt x="868" y="660"/>
                    </a:lnTo>
                    <a:close/>
                    <a:moveTo>
                      <a:pt x="1122" y="664"/>
                    </a:moveTo>
                    <a:lnTo>
                      <a:pt x="1122" y="668"/>
                    </a:lnTo>
                    <a:lnTo>
                      <a:pt x="1122" y="664"/>
                    </a:lnTo>
                    <a:lnTo>
                      <a:pt x="1122" y="664"/>
                    </a:lnTo>
                    <a:lnTo>
                      <a:pt x="1122" y="664"/>
                    </a:lnTo>
                    <a:close/>
                    <a:moveTo>
                      <a:pt x="1126" y="676"/>
                    </a:moveTo>
                    <a:lnTo>
                      <a:pt x="1126" y="680"/>
                    </a:lnTo>
                    <a:lnTo>
                      <a:pt x="1122" y="680"/>
                    </a:lnTo>
                    <a:lnTo>
                      <a:pt x="1126" y="680"/>
                    </a:lnTo>
                    <a:lnTo>
                      <a:pt x="1126" y="682"/>
                    </a:lnTo>
                    <a:lnTo>
                      <a:pt x="1126" y="680"/>
                    </a:lnTo>
                    <a:lnTo>
                      <a:pt x="1122" y="680"/>
                    </a:lnTo>
                    <a:lnTo>
                      <a:pt x="1122" y="676"/>
                    </a:lnTo>
                    <a:lnTo>
                      <a:pt x="1126" y="676"/>
                    </a:lnTo>
                    <a:lnTo>
                      <a:pt x="1126" y="676"/>
                    </a:lnTo>
                    <a:lnTo>
                      <a:pt x="1126" y="676"/>
                    </a:lnTo>
                    <a:close/>
                    <a:moveTo>
                      <a:pt x="864" y="676"/>
                    </a:moveTo>
                    <a:lnTo>
                      <a:pt x="864" y="680"/>
                    </a:lnTo>
                    <a:lnTo>
                      <a:pt x="864" y="676"/>
                    </a:lnTo>
                    <a:lnTo>
                      <a:pt x="864" y="676"/>
                    </a:lnTo>
                    <a:lnTo>
                      <a:pt x="864" y="676"/>
                    </a:lnTo>
                    <a:close/>
                    <a:moveTo>
                      <a:pt x="868" y="680"/>
                    </a:moveTo>
                    <a:lnTo>
                      <a:pt x="868" y="682"/>
                    </a:lnTo>
                    <a:lnTo>
                      <a:pt x="868" y="680"/>
                    </a:lnTo>
                    <a:lnTo>
                      <a:pt x="868" y="680"/>
                    </a:lnTo>
                    <a:lnTo>
                      <a:pt x="868" y="680"/>
                    </a:lnTo>
                    <a:close/>
                    <a:moveTo>
                      <a:pt x="864" y="702"/>
                    </a:moveTo>
                    <a:lnTo>
                      <a:pt x="864" y="698"/>
                    </a:lnTo>
                    <a:lnTo>
                      <a:pt x="868" y="698"/>
                    </a:lnTo>
                    <a:lnTo>
                      <a:pt x="868" y="694"/>
                    </a:lnTo>
                    <a:lnTo>
                      <a:pt x="864" y="698"/>
                    </a:lnTo>
                    <a:lnTo>
                      <a:pt x="862" y="698"/>
                    </a:lnTo>
                    <a:lnTo>
                      <a:pt x="864" y="698"/>
                    </a:lnTo>
                    <a:lnTo>
                      <a:pt x="864" y="694"/>
                    </a:lnTo>
                    <a:lnTo>
                      <a:pt x="868" y="690"/>
                    </a:lnTo>
                    <a:lnTo>
                      <a:pt x="868" y="686"/>
                    </a:lnTo>
                    <a:lnTo>
                      <a:pt x="868" y="682"/>
                    </a:lnTo>
                    <a:lnTo>
                      <a:pt x="872" y="682"/>
                    </a:lnTo>
                    <a:lnTo>
                      <a:pt x="872" y="686"/>
                    </a:lnTo>
                    <a:lnTo>
                      <a:pt x="868" y="690"/>
                    </a:lnTo>
                    <a:lnTo>
                      <a:pt x="872" y="690"/>
                    </a:lnTo>
                    <a:lnTo>
                      <a:pt x="872" y="686"/>
                    </a:lnTo>
                    <a:lnTo>
                      <a:pt x="872" y="682"/>
                    </a:lnTo>
                    <a:lnTo>
                      <a:pt x="876" y="682"/>
                    </a:lnTo>
                    <a:lnTo>
                      <a:pt x="876" y="686"/>
                    </a:lnTo>
                    <a:lnTo>
                      <a:pt x="880" y="686"/>
                    </a:lnTo>
                    <a:lnTo>
                      <a:pt x="876" y="690"/>
                    </a:lnTo>
                    <a:lnTo>
                      <a:pt x="876" y="694"/>
                    </a:lnTo>
                    <a:lnTo>
                      <a:pt x="876" y="698"/>
                    </a:lnTo>
                    <a:lnTo>
                      <a:pt x="872" y="698"/>
                    </a:lnTo>
                    <a:lnTo>
                      <a:pt x="876" y="698"/>
                    </a:lnTo>
                    <a:lnTo>
                      <a:pt x="876" y="694"/>
                    </a:lnTo>
                    <a:lnTo>
                      <a:pt x="876" y="690"/>
                    </a:lnTo>
                    <a:lnTo>
                      <a:pt x="876" y="686"/>
                    </a:lnTo>
                    <a:lnTo>
                      <a:pt x="876" y="690"/>
                    </a:lnTo>
                    <a:lnTo>
                      <a:pt x="872" y="698"/>
                    </a:lnTo>
                    <a:lnTo>
                      <a:pt x="876" y="694"/>
                    </a:lnTo>
                    <a:lnTo>
                      <a:pt x="876" y="690"/>
                    </a:lnTo>
                    <a:lnTo>
                      <a:pt x="872" y="690"/>
                    </a:lnTo>
                    <a:lnTo>
                      <a:pt x="872" y="694"/>
                    </a:lnTo>
                    <a:lnTo>
                      <a:pt x="872" y="698"/>
                    </a:lnTo>
                    <a:lnTo>
                      <a:pt x="868" y="698"/>
                    </a:lnTo>
                    <a:lnTo>
                      <a:pt x="864" y="702"/>
                    </a:lnTo>
                    <a:lnTo>
                      <a:pt x="864" y="702"/>
                    </a:lnTo>
                    <a:lnTo>
                      <a:pt x="864" y="702"/>
                    </a:lnTo>
                    <a:close/>
                    <a:moveTo>
                      <a:pt x="862" y="690"/>
                    </a:moveTo>
                    <a:lnTo>
                      <a:pt x="864" y="686"/>
                    </a:lnTo>
                    <a:lnTo>
                      <a:pt x="868" y="686"/>
                    </a:lnTo>
                    <a:lnTo>
                      <a:pt x="868" y="682"/>
                    </a:lnTo>
                    <a:lnTo>
                      <a:pt x="868" y="686"/>
                    </a:lnTo>
                    <a:lnTo>
                      <a:pt x="868" y="690"/>
                    </a:lnTo>
                    <a:lnTo>
                      <a:pt x="864" y="690"/>
                    </a:lnTo>
                    <a:lnTo>
                      <a:pt x="862" y="690"/>
                    </a:lnTo>
                    <a:lnTo>
                      <a:pt x="862" y="690"/>
                    </a:lnTo>
                    <a:lnTo>
                      <a:pt x="862" y="690"/>
                    </a:lnTo>
                    <a:close/>
                    <a:moveTo>
                      <a:pt x="876" y="694"/>
                    </a:moveTo>
                    <a:lnTo>
                      <a:pt x="880" y="690"/>
                    </a:lnTo>
                    <a:lnTo>
                      <a:pt x="880" y="686"/>
                    </a:lnTo>
                    <a:lnTo>
                      <a:pt x="884" y="690"/>
                    </a:lnTo>
                    <a:lnTo>
                      <a:pt x="880" y="690"/>
                    </a:lnTo>
                    <a:lnTo>
                      <a:pt x="880" y="694"/>
                    </a:lnTo>
                    <a:lnTo>
                      <a:pt x="876" y="694"/>
                    </a:lnTo>
                    <a:lnTo>
                      <a:pt x="876" y="694"/>
                    </a:lnTo>
                    <a:lnTo>
                      <a:pt x="876" y="694"/>
                    </a:lnTo>
                    <a:close/>
                    <a:moveTo>
                      <a:pt x="1122" y="686"/>
                    </a:moveTo>
                    <a:lnTo>
                      <a:pt x="1126" y="686"/>
                    </a:lnTo>
                    <a:lnTo>
                      <a:pt x="1126" y="690"/>
                    </a:lnTo>
                    <a:lnTo>
                      <a:pt x="1122" y="690"/>
                    </a:lnTo>
                    <a:lnTo>
                      <a:pt x="1122" y="686"/>
                    </a:lnTo>
                    <a:lnTo>
                      <a:pt x="1122" y="686"/>
                    </a:lnTo>
                    <a:lnTo>
                      <a:pt x="1122" y="686"/>
                    </a:lnTo>
                    <a:close/>
                    <a:moveTo>
                      <a:pt x="1130" y="690"/>
                    </a:moveTo>
                    <a:lnTo>
                      <a:pt x="1132" y="694"/>
                    </a:lnTo>
                    <a:lnTo>
                      <a:pt x="1130" y="694"/>
                    </a:lnTo>
                    <a:lnTo>
                      <a:pt x="1130" y="690"/>
                    </a:lnTo>
                    <a:lnTo>
                      <a:pt x="1130" y="690"/>
                    </a:lnTo>
                    <a:lnTo>
                      <a:pt x="1130" y="690"/>
                    </a:lnTo>
                    <a:close/>
                    <a:moveTo>
                      <a:pt x="876" y="694"/>
                    </a:moveTo>
                    <a:lnTo>
                      <a:pt x="876" y="698"/>
                    </a:lnTo>
                    <a:lnTo>
                      <a:pt x="876" y="702"/>
                    </a:lnTo>
                    <a:lnTo>
                      <a:pt x="876" y="698"/>
                    </a:lnTo>
                    <a:lnTo>
                      <a:pt x="876" y="694"/>
                    </a:lnTo>
                    <a:lnTo>
                      <a:pt x="876" y="694"/>
                    </a:lnTo>
                    <a:lnTo>
                      <a:pt x="876" y="694"/>
                    </a:lnTo>
                    <a:close/>
                    <a:moveTo>
                      <a:pt x="152" y="716"/>
                    </a:moveTo>
                    <a:lnTo>
                      <a:pt x="152" y="720"/>
                    </a:lnTo>
                    <a:lnTo>
                      <a:pt x="150" y="724"/>
                    </a:lnTo>
                    <a:lnTo>
                      <a:pt x="150" y="720"/>
                    </a:lnTo>
                    <a:lnTo>
                      <a:pt x="152" y="720"/>
                    </a:lnTo>
                    <a:lnTo>
                      <a:pt x="152" y="716"/>
                    </a:lnTo>
                    <a:lnTo>
                      <a:pt x="152" y="716"/>
                    </a:lnTo>
                    <a:lnTo>
                      <a:pt x="152" y="716"/>
                    </a:lnTo>
                    <a:close/>
                    <a:moveTo>
                      <a:pt x="876" y="720"/>
                    </a:moveTo>
                    <a:lnTo>
                      <a:pt x="872" y="720"/>
                    </a:lnTo>
                    <a:lnTo>
                      <a:pt x="868" y="720"/>
                    </a:lnTo>
                    <a:lnTo>
                      <a:pt x="864" y="724"/>
                    </a:lnTo>
                    <a:lnTo>
                      <a:pt x="864" y="720"/>
                    </a:lnTo>
                    <a:lnTo>
                      <a:pt x="868" y="720"/>
                    </a:lnTo>
                    <a:lnTo>
                      <a:pt x="872" y="720"/>
                    </a:lnTo>
                    <a:lnTo>
                      <a:pt x="876" y="720"/>
                    </a:lnTo>
                    <a:lnTo>
                      <a:pt x="876" y="720"/>
                    </a:lnTo>
                    <a:lnTo>
                      <a:pt x="876" y="720"/>
                    </a:lnTo>
                    <a:close/>
                    <a:moveTo>
                      <a:pt x="146" y="724"/>
                    </a:moveTo>
                    <a:lnTo>
                      <a:pt x="146" y="728"/>
                    </a:lnTo>
                    <a:lnTo>
                      <a:pt x="142" y="728"/>
                    </a:lnTo>
                    <a:lnTo>
                      <a:pt x="142" y="724"/>
                    </a:lnTo>
                    <a:lnTo>
                      <a:pt x="146" y="724"/>
                    </a:lnTo>
                    <a:lnTo>
                      <a:pt x="146" y="724"/>
                    </a:lnTo>
                    <a:lnTo>
                      <a:pt x="146" y="724"/>
                    </a:lnTo>
                    <a:close/>
                    <a:moveTo>
                      <a:pt x="112" y="746"/>
                    </a:moveTo>
                    <a:lnTo>
                      <a:pt x="112" y="742"/>
                    </a:lnTo>
                    <a:lnTo>
                      <a:pt x="112" y="738"/>
                    </a:lnTo>
                    <a:lnTo>
                      <a:pt x="112" y="736"/>
                    </a:lnTo>
                    <a:lnTo>
                      <a:pt x="116" y="736"/>
                    </a:lnTo>
                    <a:lnTo>
                      <a:pt x="120" y="736"/>
                    </a:lnTo>
                    <a:lnTo>
                      <a:pt x="120" y="738"/>
                    </a:lnTo>
                    <a:lnTo>
                      <a:pt x="116" y="738"/>
                    </a:lnTo>
                    <a:lnTo>
                      <a:pt x="120" y="738"/>
                    </a:lnTo>
                    <a:lnTo>
                      <a:pt x="124" y="736"/>
                    </a:lnTo>
                    <a:lnTo>
                      <a:pt x="124" y="738"/>
                    </a:lnTo>
                    <a:lnTo>
                      <a:pt x="126" y="738"/>
                    </a:lnTo>
                    <a:lnTo>
                      <a:pt x="126" y="742"/>
                    </a:lnTo>
                    <a:lnTo>
                      <a:pt x="124" y="742"/>
                    </a:lnTo>
                    <a:lnTo>
                      <a:pt x="120" y="746"/>
                    </a:lnTo>
                    <a:lnTo>
                      <a:pt x="124" y="746"/>
                    </a:lnTo>
                    <a:lnTo>
                      <a:pt x="126" y="742"/>
                    </a:lnTo>
                    <a:lnTo>
                      <a:pt x="126" y="738"/>
                    </a:lnTo>
                    <a:lnTo>
                      <a:pt x="130" y="738"/>
                    </a:lnTo>
                    <a:lnTo>
                      <a:pt x="130" y="736"/>
                    </a:lnTo>
                    <a:lnTo>
                      <a:pt x="130" y="738"/>
                    </a:lnTo>
                    <a:lnTo>
                      <a:pt x="130" y="742"/>
                    </a:lnTo>
                    <a:lnTo>
                      <a:pt x="126" y="746"/>
                    </a:lnTo>
                    <a:lnTo>
                      <a:pt x="126" y="750"/>
                    </a:lnTo>
                    <a:lnTo>
                      <a:pt x="126" y="754"/>
                    </a:lnTo>
                    <a:lnTo>
                      <a:pt x="124" y="754"/>
                    </a:lnTo>
                    <a:lnTo>
                      <a:pt x="124" y="758"/>
                    </a:lnTo>
                    <a:lnTo>
                      <a:pt x="126" y="758"/>
                    </a:lnTo>
                    <a:lnTo>
                      <a:pt x="124" y="758"/>
                    </a:lnTo>
                    <a:lnTo>
                      <a:pt x="120" y="758"/>
                    </a:lnTo>
                    <a:lnTo>
                      <a:pt x="120" y="754"/>
                    </a:lnTo>
                    <a:lnTo>
                      <a:pt x="116" y="754"/>
                    </a:lnTo>
                    <a:lnTo>
                      <a:pt x="120" y="754"/>
                    </a:lnTo>
                    <a:lnTo>
                      <a:pt x="124" y="754"/>
                    </a:lnTo>
                    <a:lnTo>
                      <a:pt x="120" y="750"/>
                    </a:lnTo>
                    <a:lnTo>
                      <a:pt x="116" y="750"/>
                    </a:lnTo>
                    <a:lnTo>
                      <a:pt x="112" y="750"/>
                    </a:lnTo>
                    <a:lnTo>
                      <a:pt x="112" y="746"/>
                    </a:lnTo>
                    <a:lnTo>
                      <a:pt x="116" y="746"/>
                    </a:lnTo>
                    <a:lnTo>
                      <a:pt x="112" y="746"/>
                    </a:lnTo>
                    <a:lnTo>
                      <a:pt x="112" y="746"/>
                    </a:lnTo>
                    <a:lnTo>
                      <a:pt x="112" y="746"/>
                    </a:lnTo>
                    <a:close/>
                    <a:moveTo>
                      <a:pt x="150" y="738"/>
                    </a:moveTo>
                    <a:lnTo>
                      <a:pt x="152" y="738"/>
                    </a:lnTo>
                    <a:lnTo>
                      <a:pt x="150" y="742"/>
                    </a:lnTo>
                    <a:lnTo>
                      <a:pt x="150" y="738"/>
                    </a:lnTo>
                    <a:lnTo>
                      <a:pt x="150" y="742"/>
                    </a:lnTo>
                    <a:lnTo>
                      <a:pt x="150" y="738"/>
                    </a:lnTo>
                    <a:lnTo>
                      <a:pt x="146" y="738"/>
                    </a:lnTo>
                    <a:lnTo>
                      <a:pt x="146" y="742"/>
                    </a:lnTo>
                    <a:lnTo>
                      <a:pt x="146" y="738"/>
                    </a:lnTo>
                    <a:lnTo>
                      <a:pt x="150" y="738"/>
                    </a:lnTo>
                    <a:lnTo>
                      <a:pt x="150" y="736"/>
                    </a:lnTo>
                    <a:lnTo>
                      <a:pt x="150" y="738"/>
                    </a:lnTo>
                    <a:lnTo>
                      <a:pt x="150" y="738"/>
                    </a:lnTo>
                    <a:lnTo>
                      <a:pt x="150" y="738"/>
                    </a:lnTo>
                    <a:close/>
                    <a:moveTo>
                      <a:pt x="152" y="742"/>
                    </a:moveTo>
                    <a:lnTo>
                      <a:pt x="152" y="746"/>
                    </a:lnTo>
                    <a:lnTo>
                      <a:pt x="152" y="750"/>
                    </a:lnTo>
                    <a:lnTo>
                      <a:pt x="152" y="746"/>
                    </a:lnTo>
                    <a:lnTo>
                      <a:pt x="150" y="746"/>
                    </a:lnTo>
                    <a:lnTo>
                      <a:pt x="152" y="742"/>
                    </a:lnTo>
                    <a:lnTo>
                      <a:pt x="152" y="742"/>
                    </a:lnTo>
                    <a:lnTo>
                      <a:pt x="152" y="742"/>
                    </a:lnTo>
                    <a:close/>
                    <a:moveTo>
                      <a:pt x="172" y="746"/>
                    </a:moveTo>
                    <a:lnTo>
                      <a:pt x="168" y="746"/>
                    </a:lnTo>
                    <a:lnTo>
                      <a:pt x="168" y="750"/>
                    </a:lnTo>
                    <a:lnTo>
                      <a:pt x="168" y="754"/>
                    </a:lnTo>
                    <a:lnTo>
                      <a:pt x="168" y="746"/>
                    </a:lnTo>
                    <a:lnTo>
                      <a:pt x="172" y="746"/>
                    </a:lnTo>
                    <a:lnTo>
                      <a:pt x="172" y="746"/>
                    </a:lnTo>
                    <a:lnTo>
                      <a:pt x="172" y="746"/>
                    </a:lnTo>
                    <a:close/>
                    <a:moveTo>
                      <a:pt x="150" y="746"/>
                    </a:moveTo>
                    <a:lnTo>
                      <a:pt x="152" y="746"/>
                    </a:lnTo>
                    <a:lnTo>
                      <a:pt x="152" y="750"/>
                    </a:lnTo>
                    <a:lnTo>
                      <a:pt x="156" y="750"/>
                    </a:lnTo>
                    <a:lnTo>
                      <a:pt x="156" y="754"/>
                    </a:lnTo>
                    <a:lnTo>
                      <a:pt x="160" y="758"/>
                    </a:lnTo>
                    <a:lnTo>
                      <a:pt x="156" y="758"/>
                    </a:lnTo>
                    <a:lnTo>
                      <a:pt x="152" y="754"/>
                    </a:lnTo>
                    <a:lnTo>
                      <a:pt x="150" y="754"/>
                    </a:lnTo>
                    <a:lnTo>
                      <a:pt x="150" y="750"/>
                    </a:lnTo>
                    <a:lnTo>
                      <a:pt x="150" y="746"/>
                    </a:lnTo>
                    <a:lnTo>
                      <a:pt x="150" y="746"/>
                    </a:lnTo>
                    <a:lnTo>
                      <a:pt x="150" y="746"/>
                    </a:lnTo>
                    <a:close/>
                    <a:moveTo>
                      <a:pt x="172" y="750"/>
                    </a:moveTo>
                    <a:lnTo>
                      <a:pt x="172" y="754"/>
                    </a:lnTo>
                    <a:lnTo>
                      <a:pt x="168" y="754"/>
                    </a:lnTo>
                    <a:lnTo>
                      <a:pt x="168" y="750"/>
                    </a:lnTo>
                    <a:lnTo>
                      <a:pt x="172" y="750"/>
                    </a:lnTo>
                    <a:lnTo>
                      <a:pt x="172" y="750"/>
                    </a:lnTo>
                    <a:lnTo>
                      <a:pt x="172" y="750"/>
                    </a:lnTo>
                    <a:close/>
                    <a:moveTo>
                      <a:pt x="864" y="754"/>
                    </a:moveTo>
                    <a:lnTo>
                      <a:pt x="862" y="754"/>
                    </a:lnTo>
                    <a:lnTo>
                      <a:pt x="864" y="754"/>
                    </a:lnTo>
                    <a:lnTo>
                      <a:pt x="864" y="754"/>
                    </a:lnTo>
                    <a:lnTo>
                      <a:pt x="864" y="754"/>
                    </a:lnTo>
                    <a:close/>
                    <a:moveTo>
                      <a:pt x="168" y="754"/>
                    </a:moveTo>
                    <a:lnTo>
                      <a:pt x="168" y="758"/>
                    </a:lnTo>
                    <a:lnTo>
                      <a:pt x="164" y="758"/>
                    </a:lnTo>
                    <a:lnTo>
                      <a:pt x="164" y="754"/>
                    </a:lnTo>
                    <a:lnTo>
                      <a:pt x="168" y="754"/>
                    </a:lnTo>
                    <a:lnTo>
                      <a:pt x="168" y="754"/>
                    </a:lnTo>
                    <a:lnTo>
                      <a:pt x="168" y="754"/>
                    </a:lnTo>
                    <a:close/>
                    <a:moveTo>
                      <a:pt x="846" y="758"/>
                    </a:moveTo>
                    <a:lnTo>
                      <a:pt x="850" y="758"/>
                    </a:lnTo>
                    <a:lnTo>
                      <a:pt x="850" y="762"/>
                    </a:lnTo>
                    <a:lnTo>
                      <a:pt x="854" y="766"/>
                    </a:lnTo>
                    <a:lnTo>
                      <a:pt x="854" y="768"/>
                    </a:lnTo>
                    <a:lnTo>
                      <a:pt x="854" y="766"/>
                    </a:lnTo>
                    <a:lnTo>
                      <a:pt x="850" y="766"/>
                    </a:lnTo>
                    <a:lnTo>
                      <a:pt x="846" y="766"/>
                    </a:lnTo>
                    <a:lnTo>
                      <a:pt x="842" y="766"/>
                    </a:lnTo>
                    <a:lnTo>
                      <a:pt x="838" y="762"/>
                    </a:lnTo>
                    <a:lnTo>
                      <a:pt x="834" y="762"/>
                    </a:lnTo>
                    <a:lnTo>
                      <a:pt x="834" y="758"/>
                    </a:lnTo>
                    <a:lnTo>
                      <a:pt x="838" y="758"/>
                    </a:lnTo>
                    <a:lnTo>
                      <a:pt x="842" y="758"/>
                    </a:lnTo>
                    <a:lnTo>
                      <a:pt x="842" y="754"/>
                    </a:lnTo>
                    <a:lnTo>
                      <a:pt x="842" y="758"/>
                    </a:lnTo>
                    <a:lnTo>
                      <a:pt x="846" y="758"/>
                    </a:lnTo>
                    <a:lnTo>
                      <a:pt x="846" y="758"/>
                    </a:lnTo>
                    <a:lnTo>
                      <a:pt x="846" y="758"/>
                    </a:lnTo>
                    <a:close/>
                    <a:moveTo>
                      <a:pt x="164" y="758"/>
                    </a:moveTo>
                    <a:lnTo>
                      <a:pt x="164" y="762"/>
                    </a:lnTo>
                    <a:lnTo>
                      <a:pt x="164" y="758"/>
                    </a:lnTo>
                    <a:lnTo>
                      <a:pt x="160" y="758"/>
                    </a:lnTo>
                    <a:lnTo>
                      <a:pt x="164" y="758"/>
                    </a:lnTo>
                    <a:lnTo>
                      <a:pt x="164" y="758"/>
                    </a:lnTo>
                    <a:lnTo>
                      <a:pt x="164" y="758"/>
                    </a:lnTo>
                    <a:close/>
                    <a:moveTo>
                      <a:pt x="168" y="766"/>
                    </a:moveTo>
                    <a:lnTo>
                      <a:pt x="172" y="768"/>
                    </a:lnTo>
                    <a:lnTo>
                      <a:pt x="172" y="772"/>
                    </a:lnTo>
                    <a:lnTo>
                      <a:pt x="168" y="768"/>
                    </a:lnTo>
                    <a:lnTo>
                      <a:pt x="164" y="766"/>
                    </a:lnTo>
                    <a:lnTo>
                      <a:pt x="168" y="766"/>
                    </a:lnTo>
                    <a:lnTo>
                      <a:pt x="168" y="766"/>
                    </a:lnTo>
                    <a:lnTo>
                      <a:pt x="168" y="766"/>
                    </a:lnTo>
                    <a:close/>
                    <a:moveTo>
                      <a:pt x="182" y="766"/>
                    </a:moveTo>
                    <a:lnTo>
                      <a:pt x="180" y="766"/>
                    </a:lnTo>
                    <a:lnTo>
                      <a:pt x="180" y="768"/>
                    </a:lnTo>
                    <a:lnTo>
                      <a:pt x="180" y="766"/>
                    </a:lnTo>
                    <a:lnTo>
                      <a:pt x="182" y="766"/>
                    </a:lnTo>
                    <a:lnTo>
                      <a:pt x="182" y="766"/>
                    </a:lnTo>
                    <a:lnTo>
                      <a:pt x="182" y="766"/>
                    </a:lnTo>
                    <a:close/>
                    <a:moveTo>
                      <a:pt x="180" y="766"/>
                    </a:moveTo>
                    <a:lnTo>
                      <a:pt x="180" y="768"/>
                    </a:lnTo>
                    <a:lnTo>
                      <a:pt x="180" y="772"/>
                    </a:lnTo>
                    <a:lnTo>
                      <a:pt x="176" y="772"/>
                    </a:lnTo>
                    <a:lnTo>
                      <a:pt x="180" y="768"/>
                    </a:lnTo>
                    <a:lnTo>
                      <a:pt x="180" y="766"/>
                    </a:lnTo>
                    <a:lnTo>
                      <a:pt x="180" y="766"/>
                    </a:lnTo>
                    <a:lnTo>
                      <a:pt x="180" y="766"/>
                    </a:lnTo>
                    <a:close/>
                    <a:moveTo>
                      <a:pt x="134" y="766"/>
                    </a:moveTo>
                    <a:lnTo>
                      <a:pt x="134" y="768"/>
                    </a:lnTo>
                    <a:lnTo>
                      <a:pt x="130" y="766"/>
                    </a:lnTo>
                    <a:lnTo>
                      <a:pt x="134" y="766"/>
                    </a:lnTo>
                    <a:lnTo>
                      <a:pt x="134" y="766"/>
                    </a:lnTo>
                    <a:lnTo>
                      <a:pt x="134" y="766"/>
                    </a:lnTo>
                    <a:close/>
                    <a:moveTo>
                      <a:pt x="176" y="768"/>
                    </a:moveTo>
                    <a:lnTo>
                      <a:pt x="176" y="772"/>
                    </a:lnTo>
                    <a:lnTo>
                      <a:pt x="172" y="772"/>
                    </a:lnTo>
                    <a:lnTo>
                      <a:pt x="172" y="768"/>
                    </a:lnTo>
                    <a:lnTo>
                      <a:pt x="176" y="768"/>
                    </a:lnTo>
                    <a:lnTo>
                      <a:pt x="176" y="768"/>
                    </a:lnTo>
                    <a:lnTo>
                      <a:pt x="176" y="768"/>
                    </a:lnTo>
                    <a:close/>
                    <a:moveTo>
                      <a:pt x="176" y="772"/>
                    </a:moveTo>
                    <a:lnTo>
                      <a:pt x="176" y="776"/>
                    </a:lnTo>
                    <a:lnTo>
                      <a:pt x="172" y="772"/>
                    </a:lnTo>
                    <a:lnTo>
                      <a:pt x="176" y="772"/>
                    </a:lnTo>
                    <a:lnTo>
                      <a:pt x="176" y="772"/>
                    </a:lnTo>
                    <a:lnTo>
                      <a:pt x="176" y="772"/>
                    </a:lnTo>
                    <a:close/>
                    <a:moveTo>
                      <a:pt x="190" y="780"/>
                    </a:moveTo>
                    <a:lnTo>
                      <a:pt x="186" y="780"/>
                    </a:lnTo>
                    <a:lnTo>
                      <a:pt x="186" y="784"/>
                    </a:lnTo>
                    <a:lnTo>
                      <a:pt x="186" y="780"/>
                    </a:lnTo>
                    <a:lnTo>
                      <a:pt x="186" y="776"/>
                    </a:lnTo>
                    <a:lnTo>
                      <a:pt x="190" y="776"/>
                    </a:lnTo>
                    <a:lnTo>
                      <a:pt x="190" y="772"/>
                    </a:lnTo>
                    <a:lnTo>
                      <a:pt x="194" y="772"/>
                    </a:lnTo>
                    <a:lnTo>
                      <a:pt x="194" y="776"/>
                    </a:lnTo>
                    <a:lnTo>
                      <a:pt x="190" y="776"/>
                    </a:lnTo>
                    <a:lnTo>
                      <a:pt x="190" y="780"/>
                    </a:lnTo>
                    <a:lnTo>
                      <a:pt x="190" y="780"/>
                    </a:lnTo>
                    <a:lnTo>
                      <a:pt x="190" y="780"/>
                    </a:lnTo>
                    <a:close/>
                    <a:moveTo>
                      <a:pt x="182" y="772"/>
                    </a:moveTo>
                    <a:lnTo>
                      <a:pt x="182" y="776"/>
                    </a:lnTo>
                    <a:lnTo>
                      <a:pt x="180" y="776"/>
                    </a:lnTo>
                    <a:lnTo>
                      <a:pt x="182" y="776"/>
                    </a:lnTo>
                    <a:lnTo>
                      <a:pt x="182" y="772"/>
                    </a:lnTo>
                    <a:lnTo>
                      <a:pt x="182" y="772"/>
                    </a:lnTo>
                    <a:lnTo>
                      <a:pt x="182" y="772"/>
                    </a:lnTo>
                    <a:close/>
                    <a:moveTo>
                      <a:pt x="142" y="780"/>
                    </a:moveTo>
                    <a:lnTo>
                      <a:pt x="142" y="784"/>
                    </a:lnTo>
                    <a:lnTo>
                      <a:pt x="138" y="780"/>
                    </a:lnTo>
                    <a:lnTo>
                      <a:pt x="142" y="780"/>
                    </a:lnTo>
                    <a:lnTo>
                      <a:pt x="142" y="780"/>
                    </a:lnTo>
                    <a:lnTo>
                      <a:pt x="142" y="780"/>
                    </a:lnTo>
                    <a:close/>
                    <a:moveTo>
                      <a:pt x="872" y="780"/>
                    </a:moveTo>
                    <a:lnTo>
                      <a:pt x="872" y="784"/>
                    </a:lnTo>
                    <a:lnTo>
                      <a:pt x="868" y="784"/>
                    </a:lnTo>
                    <a:lnTo>
                      <a:pt x="868" y="780"/>
                    </a:lnTo>
                    <a:lnTo>
                      <a:pt x="872" y="780"/>
                    </a:lnTo>
                    <a:lnTo>
                      <a:pt x="872" y="780"/>
                    </a:lnTo>
                    <a:lnTo>
                      <a:pt x="872" y="780"/>
                    </a:lnTo>
                    <a:close/>
                    <a:moveTo>
                      <a:pt x="182" y="788"/>
                    </a:moveTo>
                    <a:lnTo>
                      <a:pt x="182" y="792"/>
                    </a:lnTo>
                    <a:lnTo>
                      <a:pt x="186" y="792"/>
                    </a:lnTo>
                    <a:lnTo>
                      <a:pt x="186" y="794"/>
                    </a:lnTo>
                    <a:lnTo>
                      <a:pt x="182" y="794"/>
                    </a:lnTo>
                    <a:lnTo>
                      <a:pt x="182" y="792"/>
                    </a:lnTo>
                    <a:lnTo>
                      <a:pt x="182" y="788"/>
                    </a:lnTo>
                    <a:lnTo>
                      <a:pt x="182" y="788"/>
                    </a:lnTo>
                    <a:lnTo>
                      <a:pt x="182" y="788"/>
                    </a:lnTo>
                    <a:close/>
                    <a:moveTo>
                      <a:pt x="1188" y="874"/>
                    </a:moveTo>
                    <a:lnTo>
                      <a:pt x="1186" y="874"/>
                    </a:lnTo>
                    <a:lnTo>
                      <a:pt x="1182" y="874"/>
                    </a:lnTo>
                    <a:lnTo>
                      <a:pt x="1178" y="874"/>
                    </a:lnTo>
                    <a:lnTo>
                      <a:pt x="1174" y="874"/>
                    </a:lnTo>
                    <a:lnTo>
                      <a:pt x="1174" y="870"/>
                    </a:lnTo>
                    <a:lnTo>
                      <a:pt x="1170" y="874"/>
                    </a:lnTo>
                    <a:lnTo>
                      <a:pt x="1162" y="874"/>
                    </a:lnTo>
                    <a:lnTo>
                      <a:pt x="1160" y="874"/>
                    </a:lnTo>
                    <a:lnTo>
                      <a:pt x="1156" y="874"/>
                    </a:lnTo>
                    <a:lnTo>
                      <a:pt x="1156" y="870"/>
                    </a:lnTo>
                    <a:lnTo>
                      <a:pt x="1156" y="866"/>
                    </a:lnTo>
                    <a:lnTo>
                      <a:pt x="1160" y="862"/>
                    </a:lnTo>
                    <a:lnTo>
                      <a:pt x="1162" y="858"/>
                    </a:lnTo>
                    <a:lnTo>
                      <a:pt x="1166" y="854"/>
                    </a:lnTo>
                    <a:lnTo>
                      <a:pt x="1166" y="858"/>
                    </a:lnTo>
                    <a:lnTo>
                      <a:pt x="1166" y="854"/>
                    </a:lnTo>
                    <a:lnTo>
                      <a:pt x="1162" y="854"/>
                    </a:lnTo>
                    <a:lnTo>
                      <a:pt x="1160" y="854"/>
                    </a:lnTo>
                    <a:lnTo>
                      <a:pt x="1156" y="854"/>
                    </a:lnTo>
                    <a:lnTo>
                      <a:pt x="1160" y="852"/>
                    </a:lnTo>
                    <a:lnTo>
                      <a:pt x="1162" y="852"/>
                    </a:lnTo>
                    <a:lnTo>
                      <a:pt x="1160" y="852"/>
                    </a:lnTo>
                    <a:lnTo>
                      <a:pt x="1162" y="854"/>
                    </a:lnTo>
                    <a:lnTo>
                      <a:pt x="1162" y="852"/>
                    </a:lnTo>
                    <a:lnTo>
                      <a:pt x="1166" y="848"/>
                    </a:lnTo>
                    <a:lnTo>
                      <a:pt x="1166" y="844"/>
                    </a:lnTo>
                    <a:lnTo>
                      <a:pt x="1170" y="840"/>
                    </a:lnTo>
                    <a:lnTo>
                      <a:pt x="1170" y="844"/>
                    </a:lnTo>
                    <a:lnTo>
                      <a:pt x="1174" y="844"/>
                    </a:lnTo>
                    <a:lnTo>
                      <a:pt x="1174" y="848"/>
                    </a:lnTo>
                    <a:lnTo>
                      <a:pt x="1174" y="844"/>
                    </a:lnTo>
                    <a:lnTo>
                      <a:pt x="1170" y="844"/>
                    </a:lnTo>
                    <a:lnTo>
                      <a:pt x="1174" y="844"/>
                    </a:lnTo>
                    <a:lnTo>
                      <a:pt x="1174" y="840"/>
                    </a:lnTo>
                    <a:lnTo>
                      <a:pt x="1170" y="840"/>
                    </a:lnTo>
                    <a:lnTo>
                      <a:pt x="1170" y="836"/>
                    </a:lnTo>
                    <a:lnTo>
                      <a:pt x="1174" y="832"/>
                    </a:lnTo>
                    <a:lnTo>
                      <a:pt x="1178" y="836"/>
                    </a:lnTo>
                    <a:lnTo>
                      <a:pt x="1174" y="832"/>
                    </a:lnTo>
                    <a:lnTo>
                      <a:pt x="1174" y="828"/>
                    </a:lnTo>
                    <a:lnTo>
                      <a:pt x="1178" y="828"/>
                    </a:lnTo>
                    <a:lnTo>
                      <a:pt x="1178" y="822"/>
                    </a:lnTo>
                    <a:lnTo>
                      <a:pt x="1182" y="818"/>
                    </a:lnTo>
                    <a:lnTo>
                      <a:pt x="1182" y="814"/>
                    </a:lnTo>
                    <a:lnTo>
                      <a:pt x="1182" y="810"/>
                    </a:lnTo>
                    <a:lnTo>
                      <a:pt x="1186" y="810"/>
                    </a:lnTo>
                    <a:lnTo>
                      <a:pt x="1182" y="810"/>
                    </a:lnTo>
                    <a:lnTo>
                      <a:pt x="1186" y="810"/>
                    </a:lnTo>
                    <a:lnTo>
                      <a:pt x="1186" y="806"/>
                    </a:lnTo>
                    <a:lnTo>
                      <a:pt x="1188" y="806"/>
                    </a:lnTo>
                    <a:lnTo>
                      <a:pt x="1188" y="802"/>
                    </a:lnTo>
                    <a:lnTo>
                      <a:pt x="1188" y="798"/>
                    </a:lnTo>
                    <a:lnTo>
                      <a:pt x="1192" y="794"/>
                    </a:lnTo>
                    <a:lnTo>
                      <a:pt x="1196" y="794"/>
                    </a:lnTo>
                    <a:lnTo>
                      <a:pt x="1196" y="792"/>
                    </a:lnTo>
                    <a:lnTo>
                      <a:pt x="1200" y="792"/>
                    </a:lnTo>
                    <a:lnTo>
                      <a:pt x="1204" y="792"/>
                    </a:lnTo>
                    <a:lnTo>
                      <a:pt x="1208" y="792"/>
                    </a:lnTo>
                    <a:lnTo>
                      <a:pt x="1204" y="792"/>
                    </a:lnTo>
                    <a:lnTo>
                      <a:pt x="1208" y="792"/>
                    </a:lnTo>
                    <a:lnTo>
                      <a:pt x="1212" y="792"/>
                    </a:lnTo>
                    <a:lnTo>
                      <a:pt x="1212" y="794"/>
                    </a:lnTo>
                    <a:lnTo>
                      <a:pt x="1208" y="794"/>
                    </a:lnTo>
                    <a:lnTo>
                      <a:pt x="1204" y="794"/>
                    </a:lnTo>
                    <a:lnTo>
                      <a:pt x="1200" y="794"/>
                    </a:lnTo>
                    <a:lnTo>
                      <a:pt x="1200" y="798"/>
                    </a:lnTo>
                    <a:lnTo>
                      <a:pt x="1204" y="798"/>
                    </a:lnTo>
                    <a:lnTo>
                      <a:pt x="1208" y="798"/>
                    </a:lnTo>
                    <a:lnTo>
                      <a:pt x="1208" y="802"/>
                    </a:lnTo>
                    <a:lnTo>
                      <a:pt x="1204" y="802"/>
                    </a:lnTo>
                    <a:lnTo>
                      <a:pt x="1200" y="806"/>
                    </a:lnTo>
                    <a:lnTo>
                      <a:pt x="1200" y="810"/>
                    </a:lnTo>
                    <a:lnTo>
                      <a:pt x="1200" y="806"/>
                    </a:lnTo>
                    <a:lnTo>
                      <a:pt x="1200" y="810"/>
                    </a:lnTo>
                    <a:lnTo>
                      <a:pt x="1200" y="814"/>
                    </a:lnTo>
                    <a:lnTo>
                      <a:pt x="1196" y="814"/>
                    </a:lnTo>
                    <a:lnTo>
                      <a:pt x="1196" y="818"/>
                    </a:lnTo>
                    <a:lnTo>
                      <a:pt x="1196" y="822"/>
                    </a:lnTo>
                    <a:lnTo>
                      <a:pt x="1192" y="822"/>
                    </a:lnTo>
                    <a:lnTo>
                      <a:pt x="1192" y="824"/>
                    </a:lnTo>
                    <a:lnTo>
                      <a:pt x="1192" y="828"/>
                    </a:lnTo>
                    <a:lnTo>
                      <a:pt x="1188" y="828"/>
                    </a:lnTo>
                    <a:lnTo>
                      <a:pt x="1192" y="828"/>
                    </a:lnTo>
                    <a:lnTo>
                      <a:pt x="1188" y="832"/>
                    </a:lnTo>
                    <a:lnTo>
                      <a:pt x="1192" y="832"/>
                    </a:lnTo>
                    <a:lnTo>
                      <a:pt x="1192" y="828"/>
                    </a:lnTo>
                    <a:lnTo>
                      <a:pt x="1196" y="824"/>
                    </a:lnTo>
                    <a:lnTo>
                      <a:pt x="1200" y="822"/>
                    </a:lnTo>
                    <a:lnTo>
                      <a:pt x="1200" y="824"/>
                    </a:lnTo>
                    <a:lnTo>
                      <a:pt x="1204" y="824"/>
                    </a:lnTo>
                    <a:lnTo>
                      <a:pt x="1208" y="824"/>
                    </a:lnTo>
                    <a:lnTo>
                      <a:pt x="1212" y="824"/>
                    </a:lnTo>
                    <a:lnTo>
                      <a:pt x="1208" y="824"/>
                    </a:lnTo>
                    <a:lnTo>
                      <a:pt x="1208" y="828"/>
                    </a:lnTo>
                    <a:lnTo>
                      <a:pt x="1204" y="828"/>
                    </a:lnTo>
                    <a:lnTo>
                      <a:pt x="1200" y="832"/>
                    </a:lnTo>
                    <a:lnTo>
                      <a:pt x="1204" y="828"/>
                    </a:lnTo>
                    <a:lnTo>
                      <a:pt x="1204" y="832"/>
                    </a:lnTo>
                    <a:lnTo>
                      <a:pt x="1200" y="832"/>
                    </a:lnTo>
                    <a:lnTo>
                      <a:pt x="1200" y="836"/>
                    </a:lnTo>
                    <a:lnTo>
                      <a:pt x="1204" y="836"/>
                    </a:lnTo>
                    <a:lnTo>
                      <a:pt x="1204" y="832"/>
                    </a:lnTo>
                    <a:lnTo>
                      <a:pt x="1208" y="836"/>
                    </a:lnTo>
                    <a:lnTo>
                      <a:pt x="1212" y="836"/>
                    </a:lnTo>
                    <a:lnTo>
                      <a:pt x="1212" y="832"/>
                    </a:lnTo>
                    <a:lnTo>
                      <a:pt x="1212" y="836"/>
                    </a:lnTo>
                    <a:lnTo>
                      <a:pt x="1212" y="840"/>
                    </a:lnTo>
                    <a:lnTo>
                      <a:pt x="1212" y="836"/>
                    </a:lnTo>
                    <a:lnTo>
                      <a:pt x="1212" y="832"/>
                    </a:lnTo>
                    <a:lnTo>
                      <a:pt x="1216" y="832"/>
                    </a:lnTo>
                    <a:lnTo>
                      <a:pt x="1216" y="836"/>
                    </a:lnTo>
                    <a:lnTo>
                      <a:pt x="1212" y="840"/>
                    </a:lnTo>
                    <a:lnTo>
                      <a:pt x="1212" y="844"/>
                    </a:lnTo>
                    <a:lnTo>
                      <a:pt x="1212" y="840"/>
                    </a:lnTo>
                    <a:lnTo>
                      <a:pt x="1216" y="840"/>
                    </a:lnTo>
                    <a:lnTo>
                      <a:pt x="1216" y="836"/>
                    </a:lnTo>
                    <a:lnTo>
                      <a:pt x="1216" y="840"/>
                    </a:lnTo>
                    <a:lnTo>
                      <a:pt x="1218" y="840"/>
                    </a:lnTo>
                    <a:lnTo>
                      <a:pt x="1222" y="836"/>
                    </a:lnTo>
                    <a:lnTo>
                      <a:pt x="1222" y="832"/>
                    </a:lnTo>
                    <a:lnTo>
                      <a:pt x="1222" y="836"/>
                    </a:lnTo>
                    <a:lnTo>
                      <a:pt x="1222" y="840"/>
                    </a:lnTo>
                    <a:lnTo>
                      <a:pt x="1226" y="836"/>
                    </a:lnTo>
                    <a:lnTo>
                      <a:pt x="1230" y="836"/>
                    </a:lnTo>
                    <a:lnTo>
                      <a:pt x="1234" y="836"/>
                    </a:lnTo>
                    <a:lnTo>
                      <a:pt x="1238" y="840"/>
                    </a:lnTo>
                    <a:lnTo>
                      <a:pt x="1238" y="844"/>
                    </a:lnTo>
                    <a:lnTo>
                      <a:pt x="1234" y="844"/>
                    </a:lnTo>
                    <a:lnTo>
                      <a:pt x="1234" y="848"/>
                    </a:lnTo>
                    <a:lnTo>
                      <a:pt x="1230" y="848"/>
                    </a:lnTo>
                    <a:lnTo>
                      <a:pt x="1234" y="848"/>
                    </a:lnTo>
                    <a:lnTo>
                      <a:pt x="1234" y="852"/>
                    </a:lnTo>
                    <a:lnTo>
                      <a:pt x="1230" y="852"/>
                    </a:lnTo>
                    <a:lnTo>
                      <a:pt x="1234" y="852"/>
                    </a:lnTo>
                    <a:lnTo>
                      <a:pt x="1230" y="852"/>
                    </a:lnTo>
                    <a:lnTo>
                      <a:pt x="1234" y="852"/>
                    </a:lnTo>
                    <a:lnTo>
                      <a:pt x="1238" y="852"/>
                    </a:lnTo>
                    <a:lnTo>
                      <a:pt x="1234" y="852"/>
                    </a:lnTo>
                    <a:lnTo>
                      <a:pt x="1230" y="854"/>
                    </a:lnTo>
                    <a:lnTo>
                      <a:pt x="1234" y="854"/>
                    </a:lnTo>
                    <a:lnTo>
                      <a:pt x="1238" y="854"/>
                    </a:lnTo>
                    <a:lnTo>
                      <a:pt x="1238" y="852"/>
                    </a:lnTo>
                    <a:lnTo>
                      <a:pt x="1242" y="852"/>
                    </a:lnTo>
                    <a:lnTo>
                      <a:pt x="1242" y="854"/>
                    </a:lnTo>
                    <a:lnTo>
                      <a:pt x="1242" y="852"/>
                    </a:lnTo>
                    <a:lnTo>
                      <a:pt x="1244" y="852"/>
                    </a:lnTo>
                    <a:lnTo>
                      <a:pt x="1244" y="854"/>
                    </a:lnTo>
                    <a:lnTo>
                      <a:pt x="1244" y="858"/>
                    </a:lnTo>
                    <a:lnTo>
                      <a:pt x="1242" y="858"/>
                    </a:lnTo>
                    <a:lnTo>
                      <a:pt x="1238" y="858"/>
                    </a:lnTo>
                    <a:lnTo>
                      <a:pt x="1234" y="862"/>
                    </a:lnTo>
                    <a:lnTo>
                      <a:pt x="1230" y="862"/>
                    </a:lnTo>
                    <a:lnTo>
                      <a:pt x="1234" y="862"/>
                    </a:lnTo>
                    <a:lnTo>
                      <a:pt x="1234" y="866"/>
                    </a:lnTo>
                    <a:lnTo>
                      <a:pt x="1230" y="866"/>
                    </a:lnTo>
                    <a:lnTo>
                      <a:pt x="1234" y="866"/>
                    </a:lnTo>
                    <a:lnTo>
                      <a:pt x="1238" y="866"/>
                    </a:lnTo>
                    <a:lnTo>
                      <a:pt x="1234" y="870"/>
                    </a:lnTo>
                    <a:lnTo>
                      <a:pt x="1234" y="874"/>
                    </a:lnTo>
                    <a:lnTo>
                      <a:pt x="1238" y="874"/>
                    </a:lnTo>
                    <a:lnTo>
                      <a:pt x="1238" y="870"/>
                    </a:lnTo>
                    <a:lnTo>
                      <a:pt x="1242" y="866"/>
                    </a:lnTo>
                    <a:lnTo>
                      <a:pt x="1242" y="862"/>
                    </a:lnTo>
                    <a:lnTo>
                      <a:pt x="1242" y="866"/>
                    </a:lnTo>
                    <a:lnTo>
                      <a:pt x="1244" y="862"/>
                    </a:lnTo>
                    <a:lnTo>
                      <a:pt x="1248" y="862"/>
                    </a:lnTo>
                    <a:lnTo>
                      <a:pt x="1244" y="862"/>
                    </a:lnTo>
                    <a:lnTo>
                      <a:pt x="1244" y="866"/>
                    </a:lnTo>
                    <a:lnTo>
                      <a:pt x="1244" y="870"/>
                    </a:lnTo>
                    <a:lnTo>
                      <a:pt x="1242" y="874"/>
                    </a:lnTo>
                    <a:lnTo>
                      <a:pt x="1242" y="878"/>
                    </a:lnTo>
                    <a:lnTo>
                      <a:pt x="1244" y="878"/>
                    </a:lnTo>
                    <a:lnTo>
                      <a:pt x="1244" y="874"/>
                    </a:lnTo>
                    <a:lnTo>
                      <a:pt x="1248" y="870"/>
                    </a:lnTo>
                    <a:lnTo>
                      <a:pt x="1248" y="874"/>
                    </a:lnTo>
                    <a:lnTo>
                      <a:pt x="1248" y="878"/>
                    </a:lnTo>
                    <a:lnTo>
                      <a:pt x="1248" y="880"/>
                    </a:lnTo>
                    <a:lnTo>
                      <a:pt x="1244" y="880"/>
                    </a:lnTo>
                    <a:lnTo>
                      <a:pt x="1244" y="884"/>
                    </a:lnTo>
                    <a:lnTo>
                      <a:pt x="1244" y="888"/>
                    </a:lnTo>
                    <a:lnTo>
                      <a:pt x="1244" y="892"/>
                    </a:lnTo>
                    <a:lnTo>
                      <a:pt x="1242" y="892"/>
                    </a:lnTo>
                    <a:lnTo>
                      <a:pt x="1238" y="892"/>
                    </a:lnTo>
                    <a:lnTo>
                      <a:pt x="1234" y="892"/>
                    </a:lnTo>
                    <a:lnTo>
                      <a:pt x="1234" y="888"/>
                    </a:lnTo>
                    <a:lnTo>
                      <a:pt x="1238" y="888"/>
                    </a:lnTo>
                    <a:lnTo>
                      <a:pt x="1234" y="884"/>
                    </a:lnTo>
                    <a:lnTo>
                      <a:pt x="1238" y="884"/>
                    </a:lnTo>
                    <a:lnTo>
                      <a:pt x="1238" y="880"/>
                    </a:lnTo>
                    <a:lnTo>
                      <a:pt x="1234" y="884"/>
                    </a:lnTo>
                    <a:lnTo>
                      <a:pt x="1230" y="888"/>
                    </a:lnTo>
                    <a:lnTo>
                      <a:pt x="1226" y="888"/>
                    </a:lnTo>
                    <a:lnTo>
                      <a:pt x="1226" y="884"/>
                    </a:lnTo>
                    <a:lnTo>
                      <a:pt x="1230" y="884"/>
                    </a:lnTo>
                    <a:lnTo>
                      <a:pt x="1230" y="880"/>
                    </a:lnTo>
                    <a:lnTo>
                      <a:pt x="1234" y="878"/>
                    </a:lnTo>
                    <a:lnTo>
                      <a:pt x="1230" y="878"/>
                    </a:lnTo>
                    <a:lnTo>
                      <a:pt x="1230" y="874"/>
                    </a:lnTo>
                    <a:lnTo>
                      <a:pt x="1234" y="874"/>
                    </a:lnTo>
                    <a:lnTo>
                      <a:pt x="1230" y="874"/>
                    </a:lnTo>
                    <a:lnTo>
                      <a:pt x="1230" y="870"/>
                    </a:lnTo>
                    <a:lnTo>
                      <a:pt x="1226" y="870"/>
                    </a:lnTo>
                    <a:lnTo>
                      <a:pt x="1226" y="874"/>
                    </a:lnTo>
                    <a:lnTo>
                      <a:pt x="1222" y="874"/>
                    </a:lnTo>
                    <a:lnTo>
                      <a:pt x="1222" y="878"/>
                    </a:lnTo>
                    <a:lnTo>
                      <a:pt x="1226" y="874"/>
                    </a:lnTo>
                    <a:lnTo>
                      <a:pt x="1222" y="874"/>
                    </a:lnTo>
                    <a:lnTo>
                      <a:pt x="1222" y="878"/>
                    </a:lnTo>
                    <a:lnTo>
                      <a:pt x="1218" y="878"/>
                    </a:lnTo>
                    <a:lnTo>
                      <a:pt x="1216" y="880"/>
                    </a:lnTo>
                    <a:lnTo>
                      <a:pt x="1216" y="884"/>
                    </a:lnTo>
                    <a:lnTo>
                      <a:pt x="1212" y="888"/>
                    </a:lnTo>
                    <a:lnTo>
                      <a:pt x="1208" y="888"/>
                    </a:lnTo>
                    <a:lnTo>
                      <a:pt x="1204" y="888"/>
                    </a:lnTo>
                    <a:lnTo>
                      <a:pt x="1204" y="884"/>
                    </a:lnTo>
                    <a:lnTo>
                      <a:pt x="1208" y="884"/>
                    </a:lnTo>
                    <a:lnTo>
                      <a:pt x="1212" y="880"/>
                    </a:lnTo>
                    <a:lnTo>
                      <a:pt x="1212" y="878"/>
                    </a:lnTo>
                    <a:lnTo>
                      <a:pt x="1216" y="878"/>
                    </a:lnTo>
                    <a:lnTo>
                      <a:pt x="1218" y="874"/>
                    </a:lnTo>
                    <a:lnTo>
                      <a:pt x="1216" y="874"/>
                    </a:lnTo>
                    <a:lnTo>
                      <a:pt x="1216" y="870"/>
                    </a:lnTo>
                    <a:lnTo>
                      <a:pt x="1218" y="870"/>
                    </a:lnTo>
                    <a:lnTo>
                      <a:pt x="1216" y="870"/>
                    </a:lnTo>
                    <a:lnTo>
                      <a:pt x="1216" y="874"/>
                    </a:lnTo>
                    <a:lnTo>
                      <a:pt x="1212" y="874"/>
                    </a:lnTo>
                    <a:lnTo>
                      <a:pt x="1212" y="870"/>
                    </a:lnTo>
                    <a:lnTo>
                      <a:pt x="1212" y="874"/>
                    </a:lnTo>
                    <a:lnTo>
                      <a:pt x="1212" y="878"/>
                    </a:lnTo>
                    <a:lnTo>
                      <a:pt x="1208" y="878"/>
                    </a:lnTo>
                    <a:lnTo>
                      <a:pt x="1204" y="878"/>
                    </a:lnTo>
                    <a:lnTo>
                      <a:pt x="1204" y="874"/>
                    </a:lnTo>
                    <a:lnTo>
                      <a:pt x="1204" y="878"/>
                    </a:lnTo>
                    <a:lnTo>
                      <a:pt x="1200" y="878"/>
                    </a:lnTo>
                    <a:lnTo>
                      <a:pt x="1200" y="874"/>
                    </a:lnTo>
                    <a:lnTo>
                      <a:pt x="1204" y="874"/>
                    </a:lnTo>
                    <a:lnTo>
                      <a:pt x="1208" y="874"/>
                    </a:lnTo>
                    <a:lnTo>
                      <a:pt x="1204" y="874"/>
                    </a:lnTo>
                    <a:lnTo>
                      <a:pt x="1204" y="870"/>
                    </a:lnTo>
                    <a:lnTo>
                      <a:pt x="1204" y="866"/>
                    </a:lnTo>
                    <a:lnTo>
                      <a:pt x="1204" y="870"/>
                    </a:lnTo>
                    <a:lnTo>
                      <a:pt x="1200" y="870"/>
                    </a:lnTo>
                    <a:lnTo>
                      <a:pt x="1200" y="874"/>
                    </a:lnTo>
                    <a:lnTo>
                      <a:pt x="1196" y="874"/>
                    </a:lnTo>
                    <a:lnTo>
                      <a:pt x="1192" y="874"/>
                    </a:lnTo>
                    <a:lnTo>
                      <a:pt x="1188" y="874"/>
                    </a:lnTo>
                    <a:lnTo>
                      <a:pt x="1188" y="874"/>
                    </a:lnTo>
                    <a:lnTo>
                      <a:pt x="1188" y="874"/>
                    </a:lnTo>
                    <a:close/>
                    <a:moveTo>
                      <a:pt x="190" y="818"/>
                    </a:moveTo>
                    <a:lnTo>
                      <a:pt x="190" y="814"/>
                    </a:lnTo>
                    <a:lnTo>
                      <a:pt x="190" y="810"/>
                    </a:lnTo>
                    <a:lnTo>
                      <a:pt x="186" y="810"/>
                    </a:lnTo>
                    <a:lnTo>
                      <a:pt x="190" y="810"/>
                    </a:lnTo>
                    <a:lnTo>
                      <a:pt x="190" y="814"/>
                    </a:lnTo>
                    <a:lnTo>
                      <a:pt x="182" y="814"/>
                    </a:lnTo>
                    <a:lnTo>
                      <a:pt x="180" y="814"/>
                    </a:lnTo>
                    <a:lnTo>
                      <a:pt x="180" y="810"/>
                    </a:lnTo>
                    <a:lnTo>
                      <a:pt x="180" y="806"/>
                    </a:lnTo>
                    <a:lnTo>
                      <a:pt x="182" y="806"/>
                    </a:lnTo>
                    <a:lnTo>
                      <a:pt x="186" y="806"/>
                    </a:lnTo>
                    <a:lnTo>
                      <a:pt x="190" y="806"/>
                    </a:lnTo>
                    <a:lnTo>
                      <a:pt x="190" y="810"/>
                    </a:lnTo>
                    <a:lnTo>
                      <a:pt x="194" y="810"/>
                    </a:lnTo>
                    <a:lnTo>
                      <a:pt x="198" y="810"/>
                    </a:lnTo>
                    <a:lnTo>
                      <a:pt x="202" y="814"/>
                    </a:lnTo>
                    <a:lnTo>
                      <a:pt x="206" y="814"/>
                    </a:lnTo>
                    <a:lnTo>
                      <a:pt x="210" y="814"/>
                    </a:lnTo>
                    <a:lnTo>
                      <a:pt x="212" y="814"/>
                    </a:lnTo>
                    <a:lnTo>
                      <a:pt x="212" y="818"/>
                    </a:lnTo>
                    <a:lnTo>
                      <a:pt x="216" y="818"/>
                    </a:lnTo>
                    <a:lnTo>
                      <a:pt x="220" y="818"/>
                    </a:lnTo>
                    <a:lnTo>
                      <a:pt x="220" y="822"/>
                    </a:lnTo>
                    <a:lnTo>
                      <a:pt x="224" y="822"/>
                    </a:lnTo>
                    <a:lnTo>
                      <a:pt x="224" y="824"/>
                    </a:lnTo>
                    <a:lnTo>
                      <a:pt x="228" y="828"/>
                    </a:lnTo>
                    <a:lnTo>
                      <a:pt x="228" y="832"/>
                    </a:lnTo>
                    <a:lnTo>
                      <a:pt x="228" y="836"/>
                    </a:lnTo>
                    <a:lnTo>
                      <a:pt x="232" y="836"/>
                    </a:lnTo>
                    <a:lnTo>
                      <a:pt x="236" y="840"/>
                    </a:lnTo>
                    <a:lnTo>
                      <a:pt x="238" y="840"/>
                    </a:lnTo>
                    <a:lnTo>
                      <a:pt x="242" y="840"/>
                    </a:lnTo>
                    <a:lnTo>
                      <a:pt x="242" y="844"/>
                    </a:lnTo>
                    <a:lnTo>
                      <a:pt x="246" y="848"/>
                    </a:lnTo>
                    <a:lnTo>
                      <a:pt x="246" y="852"/>
                    </a:lnTo>
                    <a:lnTo>
                      <a:pt x="246" y="854"/>
                    </a:lnTo>
                    <a:lnTo>
                      <a:pt x="246" y="852"/>
                    </a:lnTo>
                    <a:lnTo>
                      <a:pt x="250" y="852"/>
                    </a:lnTo>
                    <a:lnTo>
                      <a:pt x="250" y="854"/>
                    </a:lnTo>
                    <a:lnTo>
                      <a:pt x="250" y="858"/>
                    </a:lnTo>
                    <a:lnTo>
                      <a:pt x="250" y="854"/>
                    </a:lnTo>
                    <a:lnTo>
                      <a:pt x="246" y="858"/>
                    </a:lnTo>
                    <a:lnTo>
                      <a:pt x="242" y="858"/>
                    </a:lnTo>
                    <a:lnTo>
                      <a:pt x="236" y="854"/>
                    </a:lnTo>
                    <a:lnTo>
                      <a:pt x="232" y="854"/>
                    </a:lnTo>
                    <a:lnTo>
                      <a:pt x="232" y="852"/>
                    </a:lnTo>
                    <a:lnTo>
                      <a:pt x="228" y="852"/>
                    </a:lnTo>
                    <a:lnTo>
                      <a:pt x="224" y="852"/>
                    </a:lnTo>
                    <a:lnTo>
                      <a:pt x="224" y="848"/>
                    </a:lnTo>
                    <a:lnTo>
                      <a:pt x="228" y="848"/>
                    </a:lnTo>
                    <a:lnTo>
                      <a:pt x="228" y="844"/>
                    </a:lnTo>
                    <a:lnTo>
                      <a:pt x="228" y="840"/>
                    </a:lnTo>
                    <a:lnTo>
                      <a:pt x="228" y="844"/>
                    </a:lnTo>
                    <a:lnTo>
                      <a:pt x="224" y="844"/>
                    </a:lnTo>
                    <a:lnTo>
                      <a:pt x="224" y="848"/>
                    </a:lnTo>
                    <a:lnTo>
                      <a:pt x="220" y="844"/>
                    </a:lnTo>
                    <a:lnTo>
                      <a:pt x="220" y="848"/>
                    </a:lnTo>
                    <a:lnTo>
                      <a:pt x="216" y="844"/>
                    </a:lnTo>
                    <a:lnTo>
                      <a:pt x="216" y="840"/>
                    </a:lnTo>
                    <a:lnTo>
                      <a:pt x="212" y="840"/>
                    </a:lnTo>
                    <a:lnTo>
                      <a:pt x="212" y="836"/>
                    </a:lnTo>
                    <a:lnTo>
                      <a:pt x="210" y="836"/>
                    </a:lnTo>
                    <a:lnTo>
                      <a:pt x="206" y="836"/>
                    </a:lnTo>
                    <a:lnTo>
                      <a:pt x="206" y="832"/>
                    </a:lnTo>
                    <a:lnTo>
                      <a:pt x="210" y="832"/>
                    </a:lnTo>
                    <a:lnTo>
                      <a:pt x="212" y="832"/>
                    </a:lnTo>
                    <a:lnTo>
                      <a:pt x="210" y="832"/>
                    </a:lnTo>
                    <a:lnTo>
                      <a:pt x="206" y="832"/>
                    </a:lnTo>
                    <a:lnTo>
                      <a:pt x="206" y="828"/>
                    </a:lnTo>
                    <a:lnTo>
                      <a:pt x="202" y="828"/>
                    </a:lnTo>
                    <a:lnTo>
                      <a:pt x="202" y="824"/>
                    </a:lnTo>
                    <a:lnTo>
                      <a:pt x="198" y="824"/>
                    </a:lnTo>
                    <a:lnTo>
                      <a:pt x="198" y="828"/>
                    </a:lnTo>
                    <a:lnTo>
                      <a:pt x="194" y="824"/>
                    </a:lnTo>
                    <a:lnTo>
                      <a:pt x="194" y="822"/>
                    </a:lnTo>
                    <a:lnTo>
                      <a:pt x="198" y="822"/>
                    </a:lnTo>
                    <a:lnTo>
                      <a:pt x="194" y="822"/>
                    </a:lnTo>
                    <a:lnTo>
                      <a:pt x="194" y="824"/>
                    </a:lnTo>
                    <a:lnTo>
                      <a:pt x="190" y="822"/>
                    </a:lnTo>
                    <a:lnTo>
                      <a:pt x="186" y="822"/>
                    </a:lnTo>
                    <a:lnTo>
                      <a:pt x="186" y="818"/>
                    </a:lnTo>
                    <a:lnTo>
                      <a:pt x="182" y="818"/>
                    </a:lnTo>
                    <a:lnTo>
                      <a:pt x="186" y="814"/>
                    </a:lnTo>
                    <a:lnTo>
                      <a:pt x="190" y="814"/>
                    </a:lnTo>
                    <a:lnTo>
                      <a:pt x="190" y="818"/>
                    </a:lnTo>
                    <a:lnTo>
                      <a:pt x="190" y="818"/>
                    </a:lnTo>
                    <a:lnTo>
                      <a:pt x="190" y="818"/>
                    </a:lnTo>
                    <a:close/>
                    <a:moveTo>
                      <a:pt x="210" y="806"/>
                    </a:moveTo>
                    <a:lnTo>
                      <a:pt x="210" y="810"/>
                    </a:lnTo>
                    <a:lnTo>
                      <a:pt x="206" y="810"/>
                    </a:lnTo>
                    <a:lnTo>
                      <a:pt x="206" y="806"/>
                    </a:lnTo>
                    <a:lnTo>
                      <a:pt x="210" y="806"/>
                    </a:lnTo>
                    <a:lnTo>
                      <a:pt x="210" y="806"/>
                    </a:lnTo>
                    <a:lnTo>
                      <a:pt x="210" y="806"/>
                    </a:lnTo>
                    <a:close/>
                    <a:moveTo>
                      <a:pt x="220" y="818"/>
                    </a:moveTo>
                    <a:lnTo>
                      <a:pt x="224" y="818"/>
                    </a:lnTo>
                    <a:lnTo>
                      <a:pt x="224" y="822"/>
                    </a:lnTo>
                    <a:lnTo>
                      <a:pt x="224" y="824"/>
                    </a:lnTo>
                    <a:lnTo>
                      <a:pt x="224" y="822"/>
                    </a:lnTo>
                    <a:lnTo>
                      <a:pt x="220" y="822"/>
                    </a:lnTo>
                    <a:lnTo>
                      <a:pt x="220" y="818"/>
                    </a:lnTo>
                    <a:lnTo>
                      <a:pt x="220" y="818"/>
                    </a:lnTo>
                    <a:lnTo>
                      <a:pt x="220" y="818"/>
                    </a:lnTo>
                    <a:close/>
                    <a:moveTo>
                      <a:pt x="1096" y="828"/>
                    </a:moveTo>
                    <a:lnTo>
                      <a:pt x="1100" y="828"/>
                    </a:lnTo>
                    <a:lnTo>
                      <a:pt x="1104" y="828"/>
                    </a:lnTo>
                    <a:lnTo>
                      <a:pt x="1106" y="832"/>
                    </a:lnTo>
                    <a:lnTo>
                      <a:pt x="1110" y="832"/>
                    </a:lnTo>
                    <a:lnTo>
                      <a:pt x="1110" y="836"/>
                    </a:lnTo>
                    <a:lnTo>
                      <a:pt x="1114" y="836"/>
                    </a:lnTo>
                    <a:lnTo>
                      <a:pt x="1118" y="836"/>
                    </a:lnTo>
                    <a:lnTo>
                      <a:pt x="1118" y="840"/>
                    </a:lnTo>
                    <a:lnTo>
                      <a:pt x="1122" y="840"/>
                    </a:lnTo>
                    <a:lnTo>
                      <a:pt x="1122" y="844"/>
                    </a:lnTo>
                    <a:lnTo>
                      <a:pt x="1118" y="844"/>
                    </a:lnTo>
                    <a:lnTo>
                      <a:pt x="1114" y="844"/>
                    </a:lnTo>
                    <a:lnTo>
                      <a:pt x="1110" y="844"/>
                    </a:lnTo>
                    <a:lnTo>
                      <a:pt x="1106" y="840"/>
                    </a:lnTo>
                    <a:lnTo>
                      <a:pt x="1104" y="840"/>
                    </a:lnTo>
                    <a:lnTo>
                      <a:pt x="1100" y="840"/>
                    </a:lnTo>
                    <a:lnTo>
                      <a:pt x="1096" y="836"/>
                    </a:lnTo>
                    <a:lnTo>
                      <a:pt x="1092" y="832"/>
                    </a:lnTo>
                    <a:lnTo>
                      <a:pt x="1088" y="832"/>
                    </a:lnTo>
                    <a:lnTo>
                      <a:pt x="1088" y="828"/>
                    </a:lnTo>
                    <a:lnTo>
                      <a:pt x="1084" y="828"/>
                    </a:lnTo>
                    <a:lnTo>
                      <a:pt x="1080" y="824"/>
                    </a:lnTo>
                    <a:lnTo>
                      <a:pt x="1084" y="824"/>
                    </a:lnTo>
                    <a:lnTo>
                      <a:pt x="1088" y="824"/>
                    </a:lnTo>
                    <a:lnTo>
                      <a:pt x="1096" y="828"/>
                    </a:lnTo>
                    <a:lnTo>
                      <a:pt x="1096" y="828"/>
                    </a:lnTo>
                    <a:lnTo>
                      <a:pt x="1096" y="828"/>
                    </a:lnTo>
                    <a:close/>
                    <a:moveTo>
                      <a:pt x="202" y="824"/>
                    </a:moveTo>
                    <a:lnTo>
                      <a:pt x="202" y="828"/>
                    </a:lnTo>
                    <a:lnTo>
                      <a:pt x="206" y="832"/>
                    </a:lnTo>
                    <a:lnTo>
                      <a:pt x="202" y="832"/>
                    </a:lnTo>
                    <a:lnTo>
                      <a:pt x="198" y="828"/>
                    </a:lnTo>
                    <a:lnTo>
                      <a:pt x="202" y="824"/>
                    </a:lnTo>
                    <a:lnTo>
                      <a:pt x="202" y="824"/>
                    </a:lnTo>
                    <a:lnTo>
                      <a:pt x="202" y="824"/>
                    </a:lnTo>
                    <a:close/>
                    <a:moveTo>
                      <a:pt x="238" y="836"/>
                    </a:moveTo>
                    <a:lnTo>
                      <a:pt x="236" y="832"/>
                    </a:lnTo>
                    <a:lnTo>
                      <a:pt x="232" y="828"/>
                    </a:lnTo>
                    <a:lnTo>
                      <a:pt x="236" y="828"/>
                    </a:lnTo>
                    <a:lnTo>
                      <a:pt x="238" y="832"/>
                    </a:lnTo>
                    <a:lnTo>
                      <a:pt x="238" y="836"/>
                    </a:lnTo>
                    <a:lnTo>
                      <a:pt x="238" y="836"/>
                    </a:lnTo>
                    <a:lnTo>
                      <a:pt x="238" y="836"/>
                    </a:lnTo>
                    <a:close/>
                    <a:moveTo>
                      <a:pt x="210" y="836"/>
                    </a:moveTo>
                    <a:lnTo>
                      <a:pt x="212" y="836"/>
                    </a:lnTo>
                    <a:lnTo>
                      <a:pt x="212" y="840"/>
                    </a:lnTo>
                    <a:lnTo>
                      <a:pt x="210" y="840"/>
                    </a:lnTo>
                    <a:lnTo>
                      <a:pt x="210" y="836"/>
                    </a:lnTo>
                    <a:lnTo>
                      <a:pt x="210" y="836"/>
                    </a:lnTo>
                    <a:lnTo>
                      <a:pt x="210" y="836"/>
                    </a:lnTo>
                    <a:close/>
                    <a:moveTo>
                      <a:pt x="246" y="844"/>
                    </a:moveTo>
                    <a:lnTo>
                      <a:pt x="246" y="848"/>
                    </a:lnTo>
                    <a:lnTo>
                      <a:pt x="250" y="848"/>
                    </a:lnTo>
                    <a:lnTo>
                      <a:pt x="246" y="848"/>
                    </a:lnTo>
                    <a:lnTo>
                      <a:pt x="246" y="844"/>
                    </a:lnTo>
                    <a:lnTo>
                      <a:pt x="246" y="844"/>
                    </a:lnTo>
                    <a:lnTo>
                      <a:pt x="246" y="844"/>
                    </a:lnTo>
                    <a:close/>
                    <a:moveTo>
                      <a:pt x="246" y="848"/>
                    </a:moveTo>
                    <a:lnTo>
                      <a:pt x="250" y="848"/>
                    </a:lnTo>
                    <a:lnTo>
                      <a:pt x="250" y="852"/>
                    </a:lnTo>
                    <a:lnTo>
                      <a:pt x="246" y="852"/>
                    </a:lnTo>
                    <a:lnTo>
                      <a:pt x="246" y="848"/>
                    </a:lnTo>
                    <a:lnTo>
                      <a:pt x="246" y="848"/>
                    </a:lnTo>
                    <a:lnTo>
                      <a:pt x="246" y="848"/>
                    </a:lnTo>
                    <a:close/>
                    <a:moveTo>
                      <a:pt x="1080" y="866"/>
                    </a:moveTo>
                    <a:lnTo>
                      <a:pt x="1080" y="870"/>
                    </a:lnTo>
                    <a:lnTo>
                      <a:pt x="1076" y="870"/>
                    </a:lnTo>
                    <a:lnTo>
                      <a:pt x="1080" y="870"/>
                    </a:lnTo>
                    <a:lnTo>
                      <a:pt x="1080" y="866"/>
                    </a:lnTo>
                    <a:lnTo>
                      <a:pt x="1080" y="866"/>
                    </a:lnTo>
                    <a:lnTo>
                      <a:pt x="1080" y="866"/>
                    </a:lnTo>
                    <a:close/>
                    <a:moveTo>
                      <a:pt x="1126" y="874"/>
                    </a:moveTo>
                    <a:lnTo>
                      <a:pt x="1122" y="874"/>
                    </a:lnTo>
                    <a:lnTo>
                      <a:pt x="1126" y="874"/>
                    </a:lnTo>
                    <a:lnTo>
                      <a:pt x="1122" y="874"/>
                    </a:lnTo>
                    <a:lnTo>
                      <a:pt x="1118" y="878"/>
                    </a:lnTo>
                    <a:lnTo>
                      <a:pt x="1122" y="878"/>
                    </a:lnTo>
                    <a:lnTo>
                      <a:pt x="1122" y="874"/>
                    </a:lnTo>
                    <a:lnTo>
                      <a:pt x="1122" y="878"/>
                    </a:lnTo>
                    <a:lnTo>
                      <a:pt x="1118" y="878"/>
                    </a:lnTo>
                    <a:lnTo>
                      <a:pt x="1118" y="880"/>
                    </a:lnTo>
                    <a:lnTo>
                      <a:pt x="1122" y="880"/>
                    </a:lnTo>
                    <a:lnTo>
                      <a:pt x="1118" y="880"/>
                    </a:lnTo>
                    <a:lnTo>
                      <a:pt x="1118" y="878"/>
                    </a:lnTo>
                    <a:lnTo>
                      <a:pt x="1122" y="874"/>
                    </a:lnTo>
                    <a:lnTo>
                      <a:pt x="1126" y="874"/>
                    </a:lnTo>
                    <a:lnTo>
                      <a:pt x="1126" y="874"/>
                    </a:lnTo>
                    <a:lnTo>
                      <a:pt x="1126" y="874"/>
                    </a:lnTo>
                    <a:close/>
                    <a:moveTo>
                      <a:pt x="1114" y="900"/>
                    </a:moveTo>
                    <a:lnTo>
                      <a:pt x="1110" y="900"/>
                    </a:lnTo>
                    <a:lnTo>
                      <a:pt x="1110" y="904"/>
                    </a:lnTo>
                    <a:lnTo>
                      <a:pt x="1106" y="904"/>
                    </a:lnTo>
                    <a:lnTo>
                      <a:pt x="1110" y="904"/>
                    </a:lnTo>
                    <a:lnTo>
                      <a:pt x="1110" y="908"/>
                    </a:lnTo>
                    <a:lnTo>
                      <a:pt x="1106" y="908"/>
                    </a:lnTo>
                    <a:lnTo>
                      <a:pt x="1104" y="908"/>
                    </a:lnTo>
                    <a:lnTo>
                      <a:pt x="1104" y="904"/>
                    </a:lnTo>
                    <a:lnTo>
                      <a:pt x="1100" y="904"/>
                    </a:lnTo>
                    <a:lnTo>
                      <a:pt x="1104" y="900"/>
                    </a:lnTo>
                    <a:lnTo>
                      <a:pt x="1100" y="904"/>
                    </a:lnTo>
                    <a:lnTo>
                      <a:pt x="1096" y="904"/>
                    </a:lnTo>
                    <a:lnTo>
                      <a:pt x="1092" y="900"/>
                    </a:lnTo>
                    <a:lnTo>
                      <a:pt x="1088" y="900"/>
                    </a:lnTo>
                    <a:lnTo>
                      <a:pt x="1088" y="896"/>
                    </a:lnTo>
                    <a:lnTo>
                      <a:pt x="1088" y="892"/>
                    </a:lnTo>
                    <a:lnTo>
                      <a:pt x="1084" y="892"/>
                    </a:lnTo>
                    <a:lnTo>
                      <a:pt x="1084" y="888"/>
                    </a:lnTo>
                    <a:lnTo>
                      <a:pt x="1088" y="884"/>
                    </a:lnTo>
                    <a:lnTo>
                      <a:pt x="1088" y="888"/>
                    </a:lnTo>
                    <a:lnTo>
                      <a:pt x="1088" y="892"/>
                    </a:lnTo>
                    <a:lnTo>
                      <a:pt x="1092" y="892"/>
                    </a:lnTo>
                    <a:lnTo>
                      <a:pt x="1092" y="896"/>
                    </a:lnTo>
                    <a:lnTo>
                      <a:pt x="1096" y="896"/>
                    </a:lnTo>
                    <a:lnTo>
                      <a:pt x="1100" y="896"/>
                    </a:lnTo>
                    <a:lnTo>
                      <a:pt x="1104" y="896"/>
                    </a:lnTo>
                    <a:lnTo>
                      <a:pt x="1106" y="896"/>
                    </a:lnTo>
                    <a:lnTo>
                      <a:pt x="1110" y="896"/>
                    </a:lnTo>
                    <a:lnTo>
                      <a:pt x="1114" y="896"/>
                    </a:lnTo>
                    <a:lnTo>
                      <a:pt x="1118" y="896"/>
                    </a:lnTo>
                    <a:lnTo>
                      <a:pt x="1114" y="900"/>
                    </a:lnTo>
                    <a:lnTo>
                      <a:pt x="1114" y="900"/>
                    </a:lnTo>
                    <a:lnTo>
                      <a:pt x="1114" y="900"/>
                    </a:lnTo>
                    <a:close/>
                    <a:moveTo>
                      <a:pt x="1136" y="914"/>
                    </a:moveTo>
                    <a:lnTo>
                      <a:pt x="1132" y="914"/>
                    </a:lnTo>
                    <a:lnTo>
                      <a:pt x="1130" y="914"/>
                    </a:lnTo>
                    <a:lnTo>
                      <a:pt x="1126" y="914"/>
                    </a:lnTo>
                    <a:lnTo>
                      <a:pt x="1126" y="910"/>
                    </a:lnTo>
                    <a:lnTo>
                      <a:pt x="1126" y="908"/>
                    </a:lnTo>
                    <a:lnTo>
                      <a:pt x="1126" y="904"/>
                    </a:lnTo>
                    <a:lnTo>
                      <a:pt x="1126" y="900"/>
                    </a:lnTo>
                    <a:lnTo>
                      <a:pt x="1130" y="896"/>
                    </a:lnTo>
                    <a:lnTo>
                      <a:pt x="1132" y="892"/>
                    </a:lnTo>
                    <a:lnTo>
                      <a:pt x="1132" y="888"/>
                    </a:lnTo>
                    <a:lnTo>
                      <a:pt x="1136" y="888"/>
                    </a:lnTo>
                    <a:lnTo>
                      <a:pt x="1136" y="884"/>
                    </a:lnTo>
                    <a:lnTo>
                      <a:pt x="1140" y="884"/>
                    </a:lnTo>
                    <a:lnTo>
                      <a:pt x="1136" y="888"/>
                    </a:lnTo>
                    <a:lnTo>
                      <a:pt x="1140" y="888"/>
                    </a:lnTo>
                    <a:lnTo>
                      <a:pt x="1140" y="892"/>
                    </a:lnTo>
                    <a:lnTo>
                      <a:pt x="1136" y="900"/>
                    </a:lnTo>
                    <a:lnTo>
                      <a:pt x="1136" y="904"/>
                    </a:lnTo>
                    <a:lnTo>
                      <a:pt x="1136" y="900"/>
                    </a:lnTo>
                    <a:lnTo>
                      <a:pt x="1140" y="900"/>
                    </a:lnTo>
                    <a:lnTo>
                      <a:pt x="1136" y="904"/>
                    </a:lnTo>
                    <a:lnTo>
                      <a:pt x="1132" y="904"/>
                    </a:lnTo>
                    <a:lnTo>
                      <a:pt x="1132" y="908"/>
                    </a:lnTo>
                    <a:lnTo>
                      <a:pt x="1130" y="908"/>
                    </a:lnTo>
                    <a:lnTo>
                      <a:pt x="1132" y="908"/>
                    </a:lnTo>
                    <a:lnTo>
                      <a:pt x="1132" y="904"/>
                    </a:lnTo>
                    <a:lnTo>
                      <a:pt x="1136" y="904"/>
                    </a:lnTo>
                    <a:lnTo>
                      <a:pt x="1132" y="908"/>
                    </a:lnTo>
                    <a:lnTo>
                      <a:pt x="1130" y="908"/>
                    </a:lnTo>
                    <a:lnTo>
                      <a:pt x="1132" y="908"/>
                    </a:lnTo>
                    <a:lnTo>
                      <a:pt x="1132" y="910"/>
                    </a:lnTo>
                    <a:lnTo>
                      <a:pt x="1130" y="910"/>
                    </a:lnTo>
                    <a:lnTo>
                      <a:pt x="1132" y="910"/>
                    </a:lnTo>
                    <a:lnTo>
                      <a:pt x="1136" y="910"/>
                    </a:lnTo>
                    <a:lnTo>
                      <a:pt x="1136" y="908"/>
                    </a:lnTo>
                    <a:lnTo>
                      <a:pt x="1140" y="908"/>
                    </a:lnTo>
                    <a:lnTo>
                      <a:pt x="1136" y="908"/>
                    </a:lnTo>
                    <a:lnTo>
                      <a:pt x="1132" y="908"/>
                    </a:lnTo>
                    <a:lnTo>
                      <a:pt x="1136" y="908"/>
                    </a:lnTo>
                    <a:lnTo>
                      <a:pt x="1136" y="904"/>
                    </a:lnTo>
                    <a:lnTo>
                      <a:pt x="1140" y="904"/>
                    </a:lnTo>
                    <a:lnTo>
                      <a:pt x="1140" y="900"/>
                    </a:lnTo>
                    <a:lnTo>
                      <a:pt x="1140" y="904"/>
                    </a:lnTo>
                    <a:lnTo>
                      <a:pt x="1136" y="904"/>
                    </a:lnTo>
                    <a:lnTo>
                      <a:pt x="1140" y="900"/>
                    </a:lnTo>
                    <a:lnTo>
                      <a:pt x="1144" y="900"/>
                    </a:lnTo>
                    <a:lnTo>
                      <a:pt x="1144" y="904"/>
                    </a:lnTo>
                    <a:lnTo>
                      <a:pt x="1148" y="904"/>
                    </a:lnTo>
                    <a:lnTo>
                      <a:pt x="1148" y="908"/>
                    </a:lnTo>
                    <a:lnTo>
                      <a:pt x="1144" y="908"/>
                    </a:lnTo>
                    <a:lnTo>
                      <a:pt x="1144" y="910"/>
                    </a:lnTo>
                    <a:lnTo>
                      <a:pt x="1140" y="910"/>
                    </a:lnTo>
                    <a:lnTo>
                      <a:pt x="1140" y="914"/>
                    </a:lnTo>
                    <a:lnTo>
                      <a:pt x="1136" y="914"/>
                    </a:lnTo>
                    <a:lnTo>
                      <a:pt x="1136" y="914"/>
                    </a:lnTo>
                    <a:lnTo>
                      <a:pt x="1136" y="914"/>
                    </a:lnTo>
                    <a:close/>
                    <a:moveTo>
                      <a:pt x="992" y="884"/>
                    </a:moveTo>
                    <a:lnTo>
                      <a:pt x="992" y="888"/>
                    </a:lnTo>
                    <a:lnTo>
                      <a:pt x="988" y="888"/>
                    </a:lnTo>
                    <a:lnTo>
                      <a:pt x="992" y="884"/>
                    </a:lnTo>
                    <a:lnTo>
                      <a:pt x="992" y="884"/>
                    </a:lnTo>
                    <a:lnTo>
                      <a:pt x="992" y="884"/>
                    </a:lnTo>
                    <a:close/>
                    <a:moveTo>
                      <a:pt x="1132" y="914"/>
                    </a:moveTo>
                    <a:lnTo>
                      <a:pt x="1132" y="918"/>
                    </a:lnTo>
                    <a:lnTo>
                      <a:pt x="1130" y="918"/>
                    </a:lnTo>
                    <a:lnTo>
                      <a:pt x="1130" y="914"/>
                    </a:lnTo>
                    <a:lnTo>
                      <a:pt x="1132" y="914"/>
                    </a:lnTo>
                    <a:lnTo>
                      <a:pt x="1132" y="914"/>
                    </a:lnTo>
                    <a:lnTo>
                      <a:pt x="1132" y="914"/>
                    </a:lnTo>
                    <a:close/>
                    <a:moveTo>
                      <a:pt x="1052" y="930"/>
                    </a:moveTo>
                    <a:lnTo>
                      <a:pt x="1052" y="934"/>
                    </a:lnTo>
                    <a:lnTo>
                      <a:pt x="1048" y="934"/>
                    </a:lnTo>
                    <a:lnTo>
                      <a:pt x="1048" y="930"/>
                    </a:lnTo>
                    <a:lnTo>
                      <a:pt x="1052" y="930"/>
                    </a:lnTo>
                    <a:lnTo>
                      <a:pt x="1052" y="930"/>
                    </a:lnTo>
                    <a:lnTo>
                      <a:pt x="1052" y="930"/>
                    </a:lnTo>
                    <a:close/>
                    <a:moveTo>
                      <a:pt x="820" y="78"/>
                    </a:moveTo>
                    <a:lnTo>
                      <a:pt x="816" y="78"/>
                    </a:lnTo>
                    <a:lnTo>
                      <a:pt x="816" y="76"/>
                    </a:lnTo>
                    <a:lnTo>
                      <a:pt x="820" y="76"/>
                    </a:lnTo>
                    <a:lnTo>
                      <a:pt x="824" y="76"/>
                    </a:lnTo>
                    <a:lnTo>
                      <a:pt x="828" y="76"/>
                    </a:lnTo>
                    <a:lnTo>
                      <a:pt x="828" y="72"/>
                    </a:lnTo>
                    <a:lnTo>
                      <a:pt x="832" y="72"/>
                    </a:lnTo>
                    <a:lnTo>
                      <a:pt x="834" y="72"/>
                    </a:lnTo>
                    <a:lnTo>
                      <a:pt x="838" y="72"/>
                    </a:lnTo>
                    <a:lnTo>
                      <a:pt x="834" y="68"/>
                    </a:lnTo>
                    <a:lnTo>
                      <a:pt x="834" y="72"/>
                    </a:lnTo>
                    <a:lnTo>
                      <a:pt x="832" y="72"/>
                    </a:lnTo>
                    <a:lnTo>
                      <a:pt x="828" y="72"/>
                    </a:lnTo>
                    <a:lnTo>
                      <a:pt x="820" y="72"/>
                    </a:lnTo>
                    <a:lnTo>
                      <a:pt x="816" y="76"/>
                    </a:lnTo>
                    <a:lnTo>
                      <a:pt x="812" y="76"/>
                    </a:lnTo>
                    <a:lnTo>
                      <a:pt x="812" y="72"/>
                    </a:lnTo>
                    <a:lnTo>
                      <a:pt x="816" y="72"/>
                    </a:lnTo>
                    <a:lnTo>
                      <a:pt x="820" y="72"/>
                    </a:lnTo>
                    <a:lnTo>
                      <a:pt x="816" y="68"/>
                    </a:lnTo>
                    <a:lnTo>
                      <a:pt x="816" y="72"/>
                    </a:lnTo>
                    <a:lnTo>
                      <a:pt x="812" y="72"/>
                    </a:lnTo>
                    <a:lnTo>
                      <a:pt x="808" y="72"/>
                    </a:lnTo>
                    <a:lnTo>
                      <a:pt x="808" y="76"/>
                    </a:lnTo>
                    <a:lnTo>
                      <a:pt x="808" y="78"/>
                    </a:lnTo>
                    <a:lnTo>
                      <a:pt x="806" y="78"/>
                    </a:lnTo>
                    <a:lnTo>
                      <a:pt x="802" y="78"/>
                    </a:lnTo>
                    <a:lnTo>
                      <a:pt x="798" y="78"/>
                    </a:lnTo>
                    <a:lnTo>
                      <a:pt x="794" y="78"/>
                    </a:lnTo>
                    <a:lnTo>
                      <a:pt x="790" y="78"/>
                    </a:lnTo>
                    <a:lnTo>
                      <a:pt x="786" y="78"/>
                    </a:lnTo>
                    <a:lnTo>
                      <a:pt x="782" y="78"/>
                    </a:lnTo>
                    <a:lnTo>
                      <a:pt x="778" y="78"/>
                    </a:lnTo>
                    <a:lnTo>
                      <a:pt x="782" y="76"/>
                    </a:lnTo>
                    <a:lnTo>
                      <a:pt x="778" y="76"/>
                    </a:lnTo>
                    <a:lnTo>
                      <a:pt x="778" y="78"/>
                    </a:lnTo>
                    <a:lnTo>
                      <a:pt x="776" y="78"/>
                    </a:lnTo>
                    <a:lnTo>
                      <a:pt x="772" y="78"/>
                    </a:lnTo>
                    <a:lnTo>
                      <a:pt x="768" y="76"/>
                    </a:lnTo>
                    <a:lnTo>
                      <a:pt x="772" y="72"/>
                    </a:lnTo>
                    <a:lnTo>
                      <a:pt x="776" y="72"/>
                    </a:lnTo>
                    <a:lnTo>
                      <a:pt x="776" y="68"/>
                    </a:lnTo>
                    <a:lnTo>
                      <a:pt x="778" y="68"/>
                    </a:lnTo>
                    <a:lnTo>
                      <a:pt x="782" y="68"/>
                    </a:lnTo>
                    <a:lnTo>
                      <a:pt x="782" y="64"/>
                    </a:lnTo>
                    <a:lnTo>
                      <a:pt x="790" y="64"/>
                    </a:lnTo>
                    <a:lnTo>
                      <a:pt x="794" y="64"/>
                    </a:lnTo>
                    <a:lnTo>
                      <a:pt x="802" y="64"/>
                    </a:lnTo>
                    <a:lnTo>
                      <a:pt x="806" y="64"/>
                    </a:lnTo>
                    <a:lnTo>
                      <a:pt x="808" y="64"/>
                    </a:lnTo>
                    <a:lnTo>
                      <a:pt x="812" y="60"/>
                    </a:lnTo>
                    <a:lnTo>
                      <a:pt x="816" y="60"/>
                    </a:lnTo>
                    <a:lnTo>
                      <a:pt x="820" y="60"/>
                    </a:lnTo>
                    <a:lnTo>
                      <a:pt x="824" y="60"/>
                    </a:lnTo>
                    <a:lnTo>
                      <a:pt x="828" y="60"/>
                    </a:lnTo>
                    <a:lnTo>
                      <a:pt x="824" y="60"/>
                    </a:lnTo>
                    <a:lnTo>
                      <a:pt x="820" y="60"/>
                    </a:lnTo>
                    <a:lnTo>
                      <a:pt x="816" y="60"/>
                    </a:lnTo>
                    <a:lnTo>
                      <a:pt x="812" y="60"/>
                    </a:lnTo>
                    <a:lnTo>
                      <a:pt x="808" y="60"/>
                    </a:lnTo>
                    <a:lnTo>
                      <a:pt x="806" y="60"/>
                    </a:lnTo>
                    <a:lnTo>
                      <a:pt x="802" y="60"/>
                    </a:lnTo>
                    <a:lnTo>
                      <a:pt x="798" y="60"/>
                    </a:lnTo>
                    <a:lnTo>
                      <a:pt x="794" y="64"/>
                    </a:lnTo>
                    <a:lnTo>
                      <a:pt x="790" y="64"/>
                    </a:lnTo>
                    <a:lnTo>
                      <a:pt x="786" y="64"/>
                    </a:lnTo>
                    <a:lnTo>
                      <a:pt x="782" y="64"/>
                    </a:lnTo>
                    <a:lnTo>
                      <a:pt x="778" y="64"/>
                    </a:lnTo>
                    <a:lnTo>
                      <a:pt x="776" y="64"/>
                    </a:lnTo>
                    <a:lnTo>
                      <a:pt x="772" y="68"/>
                    </a:lnTo>
                    <a:lnTo>
                      <a:pt x="764" y="72"/>
                    </a:lnTo>
                    <a:lnTo>
                      <a:pt x="760" y="76"/>
                    </a:lnTo>
                    <a:lnTo>
                      <a:pt x="756" y="76"/>
                    </a:lnTo>
                    <a:lnTo>
                      <a:pt x="752" y="76"/>
                    </a:lnTo>
                    <a:lnTo>
                      <a:pt x="748" y="76"/>
                    </a:lnTo>
                    <a:lnTo>
                      <a:pt x="746" y="76"/>
                    </a:lnTo>
                    <a:lnTo>
                      <a:pt x="746" y="72"/>
                    </a:lnTo>
                    <a:lnTo>
                      <a:pt x="742" y="72"/>
                    </a:lnTo>
                    <a:lnTo>
                      <a:pt x="738" y="72"/>
                    </a:lnTo>
                    <a:lnTo>
                      <a:pt x="734" y="72"/>
                    </a:lnTo>
                    <a:lnTo>
                      <a:pt x="732" y="68"/>
                    </a:lnTo>
                    <a:lnTo>
                      <a:pt x="734" y="68"/>
                    </a:lnTo>
                    <a:lnTo>
                      <a:pt x="738" y="64"/>
                    </a:lnTo>
                    <a:lnTo>
                      <a:pt x="742" y="64"/>
                    </a:lnTo>
                    <a:lnTo>
                      <a:pt x="746" y="64"/>
                    </a:lnTo>
                    <a:lnTo>
                      <a:pt x="748" y="64"/>
                    </a:lnTo>
                    <a:lnTo>
                      <a:pt x="752" y="64"/>
                    </a:lnTo>
                    <a:lnTo>
                      <a:pt x="756" y="64"/>
                    </a:lnTo>
                    <a:lnTo>
                      <a:pt x="760" y="64"/>
                    </a:lnTo>
                    <a:lnTo>
                      <a:pt x="764" y="64"/>
                    </a:lnTo>
                    <a:lnTo>
                      <a:pt x="768" y="64"/>
                    </a:lnTo>
                    <a:lnTo>
                      <a:pt x="772" y="64"/>
                    </a:lnTo>
                    <a:lnTo>
                      <a:pt x="776" y="64"/>
                    </a:lnTo>
                    <a:lnTo>
                      <a:pt x="778" y="60"/>
                    </a:lnTo>
                    <a:lnTo>
                      <a:pt x="782" y="60"/>
                    </a:lnTo>
                    <a:lnTo>
                      <a:pt x="786" y="60"/>
                    </a:lnTo>
                    <a:lnTo>
                      <a:pt x="786" y="56"/>
                    </a:lnTo>
                    <a:lnTo>
                      <a:pt x="790" y="56"/>
                    </a:lnTo>
                    <a:lnTo>
                      <a:pt x="794" y="56"/>
                    </a:lnTo>
                    <a:lnTo>
                      <a:pt x="790" y="56"/>
                    </a:lnTo>
                    <a:lnTo>
                      <a:pt x="786" y="56"/>
                    </a:lnTo>
                    <a:lnTo>
                      <a:pt x="782" y="56"/>
                    </a:lnTo>
                    <a:lnTo>
                      <a:pt x="778" y="56"/>
                    </a:lnTo>
                    <a:lnTo>
                      <a:pt x="776" y="60"/>
                    </a:lnTo>
                    <a:lnTo>
                      <a:pt x="772" y="60"/>
                    </a:lnTo>
                    <a:lnTo>
                      <a:pt x="768" y="60"/>
                    </a:lnTo>
                    <a:lnTo>
                      <a:pt x="764" y="60"/>
                    </a:lnTo>
                    <a:lnTo>
                      <a:pt x="760" y="60"/>
                    </a:lnTo>
                    <a:lnTo>
                      <a:pt x="760" y="64"/>
                    </a:lnTo>
                    <a:lnTo>
                      <a:pt x="752" y="64"/>
                    </a:lnTo>
                    <a:lnTo>
                      <a:pt x="748" y="64"/>
                    </a:lnTo>
                    <a:lnTo>
                      <a:pt x="746" y="64"/>
                    </a:lnTo>
                    <a:lnTo>
                      <a:pt x="742" y="64"/>
                    </a:lnTo>
                    <a:lnTo>
                      <a:pt x="738" y="64"/>
                    </a:lnTo>
                    <a:lnTo>
                      <a:pt x="734" y="64"/>
                    </a:lnTo>
                    <a:lnTo>
                      <a:pt x="732" y="64"/>
                    </a:lnTo>
                    <a:lnTo>
                      <a:pt x="728" y="64"/>
                    </a:lnTo>
                    <a:lnTo>
                      <a:pt x="724" y="64"/>
                    </a:lnTo>
                    <a:lnTo>
                      <a:pt x="720" y="64"/>
                    </a:lnTo>
                    <a:lnTo>
                      <a:pt x="716" y="60"/>
                    </a:lnTo>
                    <a:lnTo>
                      <a:pt x="720" y="56"/>
                    </a:lnTo>
                    <a:lnTo>
                      <a:pt x="724" y="56"/>
                    </a:lnTo>
                    <a:lnTo>
                      <a:pt x="728" y="56"/>
                    </a:lnTo>
                    <a:lnTo>
                      <a:pt x="728" y="60"/>
                    </a:lnTo>
                    <a:lnTo>
                      <a:pt x="732" y="60"/>
                    </a:lnTo>
                    <a:lnTo>
                      <a:pt x="732" y="56"/>
                    </a:lnTo>
                    <a:lnTo>
                      <a:pt x="734" y="56"/>
                    </a:lnTo>
                    <a:lnTo>
                      <a:pt x="732" y="56"/>
                    </a:lnTo>
                    <a:lnTo>
                      <a:pt x="728" y="56"/>
                    </a:lnTo>
                    <a:lnTo>
                      <a:pt x="724" y="56"/>
                    </a:lnTo>
                    <a:lnTo>
                      <a:pt x="724" y="52"/>
                    </a:lnTo>
                    <a:lnTo>
                      <a:pt x="728" y="52"/>
                    </a:lnTo>
                    <a:lnTo>
                      <a:pt x="732" y="52"/>
                    </a:lnTo>
                    <a:lnTo>
                      <a:pt x="734" y="52"/>
                    </a:lnTo>
                    <a:lnTo>
                      <a:pt x="738" y="50"/>
                    </a:lnTo>
                    <a:lnTo>
                      <a:pt x="742" y="50"/>
                    </a:lnTo>
                    <a:lnTo>
                      <a:pt x="746" y="50"/>
                    </a:lnTo>
                    <a:lnTo>
                      <a:pt x="748" y="50"/>
                    </a:lnTo>
                    <a:lnTo>
                      <a:pt x="752" y="50"/>
                    </a:lnTo>
                    <a:lnTo>
                      <a:pt x="756" y="50"/>
                    </a:lnTo>
                    <a:lnTo>
                      <a:pt x="760" y="50"/>
                    </a:lnTo>
                    <a:lnTo>
                      <a:pt x="756" y="50"/>
                    </a:lnTo>
                    <a:lnTo>
                      <a:pt x="752" y="50"/>
                    </a:lnTo>
                    <a:lnTo>
                      <a:pt x="748" y="50"/>
                    </a:lnTo>
                    <a:lnTo>
                      <a:pt x="746" y="50"/>
                    </a:lnTo>
                    <a:lnTo>
                      <a:pt x="742" y="50"/>
                    </a:lnTo>
                    <a:lnTo>
                      <a:pt x="738" y="50"/>
                    </a:lnTo>
                    <a:lnTo>
                      <a:pt x="734" y="50"/>
                    </a:lnTo>
                    <a:lnTo>
                      <a:pt x="732" y="50"/>
                    </a:lnTo>
                    <a:lnTo>
                      <a:pt x="728" y="50"/>
                    </a:lnTo>
                    <a:lnTo>
                      <a:pt x="728" y="52"/>
                    </a:lnTo>
                    <a:lnTo>
                      <a:pt x="720" y="52"/>
                    </a:lnTo>
                    <a:lnTo>
                      <a:pt x="716" y="52"/>
                    </a:lnTo>
                    <a:lnTo>
                      <a:pt x="712" y="52"/>
                    </a:lnTo>
                    <a:lnTo>
                      <a:pt x="716" y="52"/>
                    </a:lnTo>
                    <a:lnTo>
                      <a:pt x="712" y="52"/>
                    </a:lnTo>
                    <a:lnTo>
                      <a:pt x="708" y="52"/>
                    </a:lnTo>
                    <a:lnTo>
                      <a:pt x="708" y="50"/>
                    </a:lnTo>
                    <a:lnTo>
                      <a:pt x="712" y="50"/>
                    </a:lnTo>
                    <a:lnTo>
                      <a:pt x="716" y="50"/>
                    </a:lnTo>
                    <a:lnTo>
                      <a:pt x="720" y="50"/>
                    </a:lnTo>
                    <a:lnTo>
                      <a:pt x="724" y="46"/>
                    </a:lnTo>
                    <a:lnTo>
                      <a:pt x="728" y="46"/>
                    </a:lnTo>
                    <a:lnTo>
                      <a:pt x="724" y="46"/>
                    </a:lnTo>
                    <a:lnTo>
                      <a:pt x="720" y="46"/>
                    </a:lnTo>
                    <a:lnTo>
                      <a:pt x="716" y="46"/>
                    </a:lnTo>
                    <a:lnTo>
                      <a:pt x="712" y="46"/>
                    </a:lnTo>
                    <a:lnTo>
                      <a:pt x="708" y="46"/>
                    </a:lnTo>
                    <a:lnTo>
                      <a:pt x="708" y="50"/>
                    </a:lnTo>
                    <a:lnTo>
                      <a:pt x="706" y="50"/>
                    </a:lnTo>
                    <a:lnTo>
                      <a:pt x="702" y="50"/>
                    </a:lnTo>
                    <a:lnTo>
                      <a:pt x="702" y="46"/>
                    </a:lnTo>
                    <a:lnTo>
                      <a:pt x="698" y="46"/>
                    </a:lnTo>
                    <a:lnTo>
                      <a:pt x="694" y="46"/>
                    </a:lnTo>
                    <a:lnTo>
                      <a:pt x="698" y="46"/>
                    </a:lnTo>
                    <a:lnTo>
                      <a:pt x="698" y="42"/>
                    </a:lnTo>
                    <a:lnTo>
                      <a:pt x="702" y="42"/>
                    </a:lnTo>
                    <a:lnTo>
                      <a:pt x="706" y="42"/>
                    </a:lnTo>
                    <a:lnTo>
                      <a:pt x="708" y="42"/>
                    </a:lnTo>
                    <a:lnTo>
                      <a:pt x="708" y="38"/>
                    </a:lnTo>
                    <a:lnTo>
                      <a:pt x="712" y="38"/>
                    </a:lnTo>
                    <a:lnTo>
                      <a:pt x="716" y="38"/>
                    </a:lnTo>
                    <a:lnTo>
                      <a:pt x="720" y="38"/>
                    </a:lnTo>
                    <a:lnTo>
                      <a:pt x="724" y="38"/>
                    </a:lnTo>
                    <a:lnTo>
                      <a:pt x="728" y="38"/>
                    </a:lnTo>
                    <a:lnTo>
                      <a:pt x="732" y="42"/>
                    </a:lnTo>
                    <a:lnTo>
                      <a:pt x="732" y="38"/>
                    </a:lnTo>
                    <a:lnTo>
                      <a:pt x="734" y="38"/>
                    </a:lnTo>
                    <a:lnTo>
                      <a:pt x="734" y="34"/>
                    </a:lnTo>
                    <a:lnTo>
                      <a:pt x="738" y="34"/>
                    </a:lnTo>
                    <a:lnTo>
                      <a:pt x="742" y="34"/>
                    </a:lnTo>
                    <a:lnTo>
                      <a:pt x="746" y="34"/>
                    </a:lnTo>
                    <a:lnTo>
                      <a:pt x="748" y="30"/>
                    </a:lnTo>
                    <a:lnTo>
                      <a:pt x="752" y="34"/>
                    </a:lnTo>
                    <a:lnTo>
                      <a:pt x="752" y="30"/>
                    </a:lnTo>
                    <a:lnTo>
                      <a:pt x="756" y="30"/>
                    </a:lnTo>
                    <a:lnTo>
                      <a:pt x="756" y="34"/>
                    </a:lnTo>
                    <a:lnTo>
                      <a:pt x="760" y="34"/>
                    </a:lnTo>
                    <a:lnTo>
                      <a:pt x="760" y="38"/>
                    </a:lnTo>
                    <a:lnTo>
                      <a:pt x="764" y="38"/>
                    </a:lnTo>
                    <a:lnTo>
                      <a:pt x="768" y="38"/>
                    </a:lnTo>
                    <a:lnTo>
                      <a:pt x="764" y="38"/>
                    </a:lnTo>
                    <a:lnTo>
                      <a:pt x="760" y="38"/>
                    </a:lnTo>
                    <a:lnTo>
                      <a:pt x="760" y="34"/>
                    </a:lnTo>
                    <a:lnTo>
                      <a:pt x="764" y="34"/>
                    </a:lnTo>
                    <a:lnTo>
                      <a:pt x="768" y="34"/>
                    </a:lnTo>
                    <a:lnTo>
                      <a:pt x="772" y="34"/>
                    </a:lnTo>
                    <a:lnTo>
                      <a:pt x="776" y="34"/>
                    </a:lnTo>
                    <a:lnTo>
                      <a:pt x="778" y="34"/>
                    </a:lnTo>
                    <a:lnTo>
                      <a:pt x="782" y="34"/>
                    </a:lnTo>
                    <a:lnTo>
                      <a:pt x="782" y="38"/>
                    </a:lnTo>
                    <a:lnTo>
                      <a:pt x="786" y="38"/>
                    </a:lnTo>
                    <a:lnTo>
                      <a:pt x="782" y="38"/>
                    </a:lnTo>
                    <a:lnTo>
                      <a:pt x="782" y="34"/>
                    </a:lnTo>
                    <a:lnTo>
                      <a:pt x="786" y="34"/>
                    </a:lnTo>
                    <a:lnTo>
                      <a:pt x="790" y="34"/>
                    </a:lnTo>
                    <a:lnTo>
                      <a:pt x="790" y="38"/>
                    </a:lnTo>
                    <a:lnTo>
                      <a:pt x="794" y="38"/>
                    </a:lnTo>
                    <a:lnTo>
                      <a:pt x="790" y="38"/>
                    </a:lnTo>
                    <a:lnTo>
                      <a:pt x="790" y="34"/>
                    </a:lnTo>
                    <a:lnTo>
                      <a:pt x="794" y="34"/>
                    </a:lnTo>
                    <a:lnTo>
                      <a:pt x="794" y="38"/>
                    </a:lnTo>
                    <a:lnTo>
                      <a:pt x="798" y="38"/>
                    </a:lnTo>
                    <a:lnTo>
                      <a:pt x="794" y="34"/>
                    </a:lnTo>
                    <a:lnTo>
                      <a:pt x="790" y="34"/>
                    </a:lnTo>
                    <a:lnTo>
                      <a:pt x="786" y="34"/>
                    </a:lnTo>
                    <a:lnTo>
                      <a:pt x="782" y="34"/>
                    </a:lnTo>
                    <a:lnTo>
                      <a:pt x="778" y="34"/>
                    </a:lnTo>
                    <a:lnTo>
                      <a:pt x="778" y="30"/>
                    </a:lnTo>
                    <a:lnTo>
                      <a:pt x="776" y="30"/>
                    </a:lnTo>
                    <a:lnTo>
                      <a:pt x="772" y="30"/>
                    </a:lnTo>
                    <a:lnTo>
                      <a:pt x="768" y="30"/>
                    </a:lnTo>
                    <a:lnTo>
                      <a:pt x="764" y="30"/>
                    </a:lnTo>
                    <a:lnTo>
                      <a:pt x="764" y="26"/>
                    </a:lnTo>
                    <a:lnTo>
                      <a:pt x="768" y="26"/>
                    </a:lnTo>
                    <a:lnTo>
                      <a:pt x="772" y="26"/>
                    </a:lnTo>
                    <a:lnTo>
                      <a:pt x="776" y="26"/>
                    </a:lnTo>
                    <a:lnTo>
                      <a:pt x="778" y="26"/>
                    </a:lnTo>
                    <a:lnTo>
                      <a:pt x="782" y="26"/>
                    </a:lnTo>
                    <a:lnTo>
                      <a:pt x="786" y="26"/>
                    </a:lnTo>
                    <a:lnTo>
                      <a:pt x="782" y="22"/>
                    </a:lnTo>
                    <a:lnTo>
                      <a:pt x="786" y="22"/>
                    </a:lnTo>
                    <a:lnTo>
                      <a:pt x="782" y="22"/>
                    </a:lnTo>
                    <a:lnTo>
                      <a:pt x="778" y="22"/>
                    </a:lnTo>
                    <a:lnTo>
                      <a:pt x="778" y="20"/>
                    </a:lnTo>
                    <a:lnTo>
                      <a:pt x="782" y="20"/>
                    </a:lnTo>
                    <a:lnTo>
                      <a:pt x="786" y="20"/>
                    </a:lnTo>
                    <a:lnTo>
                      <a:pt x="790" y="20"/>
                    </a:lnTo>
                    <a:lnTo>
                      <a:pt x="798" y="20"/>
                    </a:lnTo>
                    <a:lnTo>
                      <a:pt x="798" y="22"/>
                    </a:lnTo>
                    <a:lnTo>
                      <a:pt x="794" y="22"/>
                    </a:lnTo>
                    <a:lnTo>
                      <a:pt x="798" y="22"/>
                    </a:lnTo>
                    <a:lnTo>
                      <a:pt x="802" y="22"/>
                    </a:lnTo>
                    <a:lnTo>
                      <a:pt x="806" y="22"/>
                    </a:lnTo>
                    <a:lnTo>
                      <a:pt x="808" y="22"/>
                    </a:lnTo>
                    <a:lnTo>
                      <a:pt x="812" y="26"/>
                    </a:lnTo>
                    <a:lnTo>
                      <a:pt x="816" y="26"/>
                    </a:lnTo>
                    <a:lnTo>
                      <a:pt x="816" y="30"/>
                    </a:lnTo>
                    <a:lnTo>
                      <a:pt x="820" y="30"/>
                    </a:lnTo>
                    <a:lnTo>
                      <a:pt x="820" y="34"/>
                    </a:lnTo>
                    <a:lnTo>
                      <a:pt x="824" y="34"/>
                    </a:lnTo>
                    <a:lnTo>
                      <a:pt x="828" y="34"/>
                    </a:lnTo>
                    <a:lnTo>
                      <a:pt x="832" y="34"/>
                    </a:lnTo>
                    <a:lnTo>
                      <a:pt x="834" y="34"/>
                    </a:lnTo>
                    <a:lnTo>
                      <a:pt x="832" y="34"/>
                    </a:lnTo>
                    <a:lnTo>
                      <a:pt x="828" y="30"/>
                    </a:lnTo>
                    <a:lnTo>
                      <a:pt x="824" y="30"/>
                    </a:lnTo>
                    <a:lnTo>
                      <a:pt x="820" y="30"/>
                    </a:lnTo>
                    <a:lnTo>
                      <a:pt x="820" y="26"/>
                    </a:lnTo>
                    <a:lnTo>
                      <a:pt x="824" y="26"/>
                    </a:lnTo>
                    <a:lnTo>
                      <a:pt x="828" y="26"/>
                    </a:lnTo>
                    <a:lnTo>
                      <a:pt x="832" y="26"/>
                    </a:lnTo>
                    <a:lnTo>
                      <a:pt x="832" y="30"/>
                    </a:lnTo>
                    <a:lnTo>
                      <a:pt x="834" y="30"/>
                    </a:lnTo>
                    <a:lnTo>
                      <a:pt x="838" y="30"/>
                    </a:lnTo>
                    <a:lnTo>
                      <a:pt x="842" y="30"/>
                    </a:lnTo>
                    <a:lnTo>
                      <a:pt x="846" y="34"/>
                    </a:lnTo>
                    <a:lnTo>
                      <a:pt x="850" y="34"/>
                    </a:lnTo>
                    <a:lnTo>
                      <a:pt x="854" y="34"/>
                    </a:lnTo>
                    <a:lnTo>
                      <a:pt x="858" y="34"/>
                    </a:lnTo>
                    <a:lnTo>
                      <a:pt x="862" y="34"/>
                    </a:lnTo>
                    <a:lnTo>
                      <a:pt x="864" y="38"/>
                    </a:lnTo>
                    <a:lnTo>
                      <a:pt x="868" y="38"/>
                    </a:lnTo>
                    <a:lnTo>
                      <a:pt x="868" y="42"/>
                    </a:lnTo>
                    <a:lnTo>
                      <a:pt x="872" y="42"/>
                    </a:lnTo>
                    <a:lnTo>
                      <a:pt x="868" y="38"/>
                    </a:lnTo>
                    <a:lnTo>
                      <a:pt x="864" y="34"/>
                    </a:lnTo>
                    <a:lnTo>
                      <a:pt x="862" y="34"/>
                    </a:lnTo>
                    <a:lnTo>
                      <a:pt x="858" y="34"/>
                    </a:lnTo>
                    <a:lnTo>
                      <a:pt x="854" y="34"/>
                    </a:lnTo>
                    <a:lnTo>
                      <a:pt x="850" y="34"/>
                    </a:lnTo>
                    <a:lnTo>
                      <a:pt x="850" y="30"/>
                    </a:lnTo>
                    <a:lnTo>
                      <a:pt x="846" y="30"/>
                    </a:lnTo>
                    <a:lnTo>
                      <a:pt x="842" y="30"/>
                    </a:lnTo>
                    <a:lnTo>
                      <a:pt x="838" y="26"/>
                    </a:lnTo>
                    <a:lnTo>
                      <a:pt x="834" y="26"/>
                    </a:lnTo>
                    <a:lnTo>
                      <a:pt x="832" y="26"/>
                    </a:lnTo>
                    <a:lnTo>
                      <a:pt x="828" y="26"/>
                    </a:lnTo>
                    <a:lnTo>
                      <a:pt x="828" y="22"/>
                    </a:lnTo>
                    <a:lnTo>
                      <a:pt x="824" y="22"/>
                    </a:lnTo>
                    <a:lnTo>
                      <a:pt x="828" y="20"/>
                    </a:lnTo>
                    <a:lnTo>
                      <a:pt x="832" y="20"/>
                    </a:lnTo>
                    <a:lnTo>
                      <a:pt x="838" y="20"/>
                    </a:lnTo>
                    <a:lnTo>
                      <a:pt x="842" y="20"/>
                    </a:lnTo>
                    <a:lnTo>
                      <a:pt x="838" y="20"/>
                    </a:lnTo>
                    <a:lnTo>
                      <a:pt x="834" y="20"/>
                    </a:lnTo>
                    <a:lnTo>
                      <a:pt x="832" y="20"/>
                    </a:lnTo>
                    <a:lnTo>
                      <a:pt x="832" y="16"/>
                    </a:lnTo>
                    <a:lnTo>
                      <a:pt x="828" y="16"/>
                    </a:lnTo>
                    <a:lnTo>
                      <a:pt x="832" y="16"/>
                    </a:lnTo>
                    <a:lnTo>
                      <a:pt x="834" y="16"/>
                    </a:lnTo>
                    <a:lnTo>
                      <a:pt x="842" y="16"/>
                    </a:lnTo>
                    <a:lnTo>
                      <a:pt x="846" y="20"/>
                    </a:lnTo>
                    <a:lnTo>
                      <a:pt x="850" y="20"/>
                    </a:lnTo>
                    <a:lnTo>
                      <a:pt x="854" y="20"/>
                    </a:lnTo>
                    <a:lnTo>
                      <a:pt x="850" y="16"/>
                    </a:lnTo>
                    <a:lnTo>
                      <a:pt x="846" y="16"/>
                    </a:lnTo>
                    <a:lnTo>
                      <a:pt x="846" y="12"/>
                    </a:lnTo>
                    <a:lnTo>
                      <a:pt x="842" y="12"/>
                    </a:lnTo>
                    <a:lnTo>
                      <a:pt x="838" y="12"/>
                    </a:lnTo>
                    <a:lnTo>
                      <a:pt x="842" y="12"/>
                    </a:lnTo>
                    <a:lnTo>
                      <a:pt x="842" y="8"/>
                    </a:lnTo>
                    <a:lnTo>
                      <a:pt x="850" y="12"/>
                    </a:lnTo>
                    <a:lnTo>
                      <a:pt x="858" y="12"/>
                    </a:lnTo>
                    <a:lnTo>
                      <a:pt x="862" y="12"/>
                    </a:lnTo>
                    <a:lnTo>
                      <a:pt x="862" y="16"/>
                    </a:lnTo>
                    <a:lnTo>
                      <a:pt x="864" y="16"/>
                    </a:lnTo>
                    <a:lnTo>
                      <a:pt x="864" y="12"/>
                    </a:lnTo>
                    <a:lnTo>
                      <a:pt x="868" y="16"/>
                    </a:lnTo>
                    <a:lnTo>
                      <a:pt x="872" y="16"/>
                    </a:lnTo>
                    <a:lnTo>
                      <a:pt x="876" y="16"/>
                    </a:lnTo>
                    <a:lnTo>
                      <a:pt x="880" y="16"/>
                    </a:lnTo>
                    <a:lnTo>
                      <a:pt x="884" y="16"/>
                    </a:lnTo>
                    <a:lnTo>
                      <a:pt x="880" y="16"/>
                    </a:lnTo>
                    <a:lnTo>
                      <a:pt x="876" y="16"/>
                    </a:lnTo>
                    <a:lnTo>
                      <a:pt x="872" y="16"/>
                    </a:lnTo>
                    <a:lnTo>
                      <a:pt x="872" y="12"/>
                    </a:lnTo>
                    <a:lnTo>
                      <a:pt x="868" y="12"/>
                    </a:lnTo>
                    <a:lnTo>
                      <a:pt x="864" y="12"/>
                    </a:lnTo>
                    <a:lnTo>
                      <a:pt x="862" y="12"/>
                    </a:lnTo>
                    <a:lnTo>
                      <a:pt x="864" y="12"/>
                    </a:lnTo>
                    <a:lnTo>
                      <a:pt x="868" y="12"/>
                    </a:lnTo>
                    <a:lnTo>
                      <a:pt x="864" y="8"/>
                    </a:lnTo>
                    <a:lnTo>
                      <a:pt x="862" y="8"/>
                    </a:lnTo>
                    <a:lnTo>
                      <a:pt x="858" y="8"/>
                    </a:lnTo>
                    <a:lnTo>
                      <a:pt x="862" y="8"/>
                    </a:lnTo>
                    <a:lnTo>
                      <a:pt x="864" y="4"/>
                    </a:lnTo>
                    <a:lnTo>
                      <a:pt x="868" y="4"/>
                    </a:lnTo>
                    <a:lnTo>
                      <a:pt x="872" y="4"/>
                    </a:lnTo>
                    <a:lnTo>
                      <a:pt x="876" y="4"/>
                    </a:lnTo>
                    <a:lnTo>
                      <a:pt x="876" y="8"/>
                    </a:lnTo>
                    <a:lnTo>
                      <a:pt x="880" y="8"/>
                    </a:lnTo>
                    <a:lnTo>
                      <a:pt x="884" y="8"/>
                    </a:lnTo>
                    <a:lnTo>
                      <a:pt x="888" y="8"/>
                    </a:lnTo>
                    <a:lnTo>
                      <a:pt x="888" y="12"/>
                    </a:lnTo>
                    <a:lnTo>
                      <a:pt x="890" y="8"/>
                    </a:lnTo>
                    <a:lnTo>
                      <a:pt x="888" y="8"/>
                    </a:lnTo>
                    <a:lnTo>
                      <a:pt x="890" y="8"/>
                    </a:lnTo>
                    <a:lnTo>
                      <a:pt x="894" y="8"/>
                    </a:lnTo>
                    <a:lnTo>
                      <a:pt x="898" y="8"/>
                    </a:lnTo>
                    <a:lnTo>
                      <a:pt x="902" y="8"/>
                    </a:lnTo>
                    <a:lnTo>
                      <a:pt x="906" y="12"/>
                    </a:lnTo>
                    <a:lnTo>
                      <a:pt x="910" y="12"/>
                    </a:lnTo>
                    <a:lnTo>
                      <a:pt x="910" y="16"/>
                    </a:lnTo>
                    <a:lnTo>
                      <a:pt x="914" y="16"/>
                    </a:lnTo>
                    <a:lnTo>
                      <a:pt x="918" y="16"/>
                    </a:lnTo>
                    <a:lnTo>
                      <a:pt x="920" y="16"/>
                    </a:lnTo>
                    <a:lnTo>
                      <a:pt x="920" y="20"/>
                    </a:lnTo>
                    <a:lnTo>
                      <a:pt x="918" y="20"/>
                    </a:lnTo>
                    <a:lnTo>
                      <a:pt x="918" y="22"/>
                    </a:lnTo>
                    <a:lnTo>
                      <a:pt x="918" y="20"/>
                    </a:lnTo>
                    <a:lnTo>
                      <a:pt x="920" y="20"/>
                    </a:lnTo>
                    <a:lnTo>
                      <a:pt x="924" y="16"/>
                    </a:lnTo>
                    <a:lnTo>
                      <a:pt x="928" y="16"/>
                    </a:lnTo>
                    <a:lnTo>
                      <a:pt x="924" y="16"/>
                    </a:lnTo>
                    <a:lnTo>
                      <a:pt x="920" y="16"/>
                    </a:lnTo>
                    <a:lnTo>
                      <a:pt x="918" y="16"/>
                    </a:lnTo>
                    <a:lnTo>
                      <a:pt x="918" y="12"/>
                    </a:lnTo>
                    <a:lnTo>
                      <a:pt x="914" y="12"/>
                    </a:lnTo>
                    <a:lnTo>
                      <a:pt x="918" y="12"/>
                    </a:lnTo>
                    <a:lnTo>
                      <a:pt x="920" y="12"/>
                    </a:lnTo>
                    <a:lnTo>
                      <a:pt x="918" y="12"/>
                    </a:lnTo>
                    <a:lnTo>
                      <a:pt x="914" y="12"/>
                    </a:lnTo>
                    <a:lnTo>
                      <a:pt x="910" y="8"/>
                    </a:lnTo>
                    <a:lnTo>
                      <a:pt x="906" y="8"/>
                    </a:lnTo>
                    <a:lnTo>
                      <a:pt x="902" y="8"/>
                    </a:lnTo>
                    <a:lnTo>
                      <a:pt x="898" y="4"/>
                    </a:lnTo>
                    <a:lnTo>
                      <a:pt x="902" y="4"/>
                    </a:lnTo>
                    <a:lnTo>
                      <a:pt x="906" y="4"/>
                    </a:lnTo>
                    <a:lnTo>
                      <a:pt x="910" y="4"/>
                    </a:lnTo>
                    <a:lnTo>
                      <a:pt x="914" y="4"/>
                    </a:lnTo>
                    <a:lnTo>
                      <a:pt x="918" y="4"/>
                    </a:lnTo>
                    <a:lnTo>
                      <a:pt x="920" y="4"/>
                    </a:lnTo>
                    <a:lnTo>
                      <a:pt x="924" y="4"/>
                    </a:lnTo>
                    <a:lnTo>
                      <a:pt x="928" y="4"/>
                    </a:lnTo>
                    <a:lnTo>
                      <a:pt x="932" y="4"/>
                    </a:lnTo>
                    <a:lnTo>
                      <a:pt x="936" y="4"/>
                    </a:lnTo>
                    <a:lnTo>
                      <a:pt x="940" y="4"/>
                    </a:lnTo>
                    <a:lnTo>
                      <a:pt x="944" y="4"/>
                    </a:lnTo>
                    <a:lnTo>
                      <a:pt x="948" y="4"/>
                    </a:lnTo>
                    <a:lnTo>
                      <a:pt x="950" y="8"/>
                    </a:lnTo>
                    <a:lnTo>
                      <a:pt x="954" y="12"/>
                    </a:lnTo>
                    <a:lnTo>
                      <a:pt x="958" y="12"/>
                    </a:lnTo>
                    <a:lnTo>
                      <a:pt x="962" y="12"/>
                    </a:lnTo>
                    <a:lnTo>
                      <a:pt x="966" y="12"/>
                    </a:lnTo>
                    <a:lnTo>
                      <a:pt x="966" y="16"/>
                    </a:lnTo>
                    <a:lnTo>
                      <a:pt x="970" y="12"/>
                    </a:lnTo>
                    <a:lnTo>
                      <a:pt x="966" y="12"/>
                    </a:lnTo>
                    <a:lnTo>
                      <a:pt x="962" y="12"/>
                    </a:lnTo>
                    <a:lnTo>
                      <a:pt x="958" y="12"/>
                    </a:lnTo>
                    <a:lnTo>
                      <a:pt x="954" y="8"/>
                    </a:lnTo>
                    <a:lnTo>
                      <a:pt x="958" y="4"/>
                    </a:lnTo>
                    <a:lnTo>
                      <a:pt x="962" y="4"/>
                    </a:lnTo>
                    <a:lnTo>
                      <a:pt x="966" y="0"/>
                    </a:lnTo>
                    <a:lnTo>
                      <a:pt x="970" y="0"/>
                    </a:lnTo>
                    <a:lnTo>
                      <a:pt x="974" y="0"/>
                    </a:lnTo>
                    <a:lnTo>
                      <a:pt x="976" y="0"/>
                    </a:lnTo>
                    <a:lnTo>
                      <a:pt x="980" y="0"/>
                    </a:lnTo>
                    <a:lnTo>
                      <a:pt x="980" y="4"/>
                    </a:lnTo>
                    <a:lnTo>
                      <a:pt x="980" y="8"/>
                    </a:lnTo>
                    <a:lnTo>
                      <a:pt x="984" y="8"/>
                    </a:lnTo>
                    <a:lnTo>
                      <a:pt x="988" y="8"/>
                    </a:lnTo>
                    <a:lnTo>
                      <a:pt x="992" y="8"/>
                    </a:lnTo>
                    <a:lnTo>
                      <a:pt x="988" y="8"/>
                    </a:lnTo>
                    <a:lnTo>
                      <a:pt x="984" y="4"/>
                    </a:lnTo>
                    <a:lnTo>
                      <a:pt x="988" y="0"/>
                    </a:lnTo>
                    <a:lnTo>
                      <a:pt x="992" y="0"/>
                    </a:lnTo>
                    <a:lnTo>
                      <a:pt x="996" y="0"/>
                    </a:lnTo>
                    <a:lnTo>
                      <a:pt x="1000" y="0"/>
                    </a:lnTo>
                    <a:lnTo>
                      <a:pt x="1004" y="0"/>
                    </a:lnTo>
                    <a:lnTo>
                      <a:pt x="1006" y="0"/>
                    </a:lnTo>
                    <a:lnTo>
                      <a:pt x="1010" y="0"/>
                    </a:lnTo>
                    <a:lnTo>
                      <a:pt x="1010" y="4"/>
                    </a:lnTo>
                    <a:lnTo>
                      <a:pt x="1006" y="4"/>
                    </a:lnTo>
                    <a:lnTo>
                      <a:pt x="1010" y="4"/>
                    </a:lnTo>
                    <a:lnTo>
                      <a:pt x="1014" y="4"/>
                    </a:lnTo>
                    <a:lnTo>
                      <a:pt x="1018" y="4"/>
                    </a:lnTo>
                    <a:lnTo>
                      <a:pt x="1022" y="4"/>
                    </a:lnTo>
                    <a:lnTo>
                      <a:pt x="1026" y="4"/>
                    </a:lnTo>
                    <a:lnTo>
                      <a:pt x="1030" y="4"/>
                    </a:lnTo>
                    <a:lnTo>
                      <a:pt x="1030" y="8"/>
                    </a:lnTo>
                    <a:lnTo>
                      <a:pt x="1032" y="8"/>
                    </a:lnTo>
                    <a:lnTo>
                      <a:pt x="1032" y="4"/>
                    </a:lnTo>
                    <a:lnTo>
                      <a:pt x="1036" y="4"/>
                    </a:lnTo>
                    <a:lnTo>
                      <a:pt x="1040" y="4"/>
                    </a:lnTo>
                    <a:lnTo>
                      <a:pt x="1040" y="8"/>
                    </a:lnTo>
                    <a:lnTo>
                      <a:pt x="1044" y="8"/>
                    </a:lnTo>
                    <a:lnTo>
                      <a:pt x="1044" y="4"/>
                    </a:lnTo>
                    <a:lnTo>
                      <a:pt x="1048" y="4"/>
                    </a:lnTo>
                    <a:lnTo>
                      <a:pt x="1048" y="8"/>
                    </a:lnTo>
                    <a:lnTo>
                      <a:pt x="1052" y="8"/>
                    </a:lnTo>
                    <a:lnTo>
                      <a:pt x="1056" y="8"/>
                    </a:lnTo>
                    <a:lnTo>
                      <a:pt x="1048" y="12"/>
                    </a:lnTo>
                    <a:lnTo>
                      <a:pt x="1044" y="12"/>
                    </a:lnTo>
                    <a:lnTo>
                      <a:pt x="1040" y="12"/>
                    </a:lnTo>
                    <a:lnTo>
                      <a:pt x="1036" y="12"/>
                    </a:lnTo>
                    <a:lnTo>
                      <a:pt x="1032" y="12"/>
                    </a:lnTo>
                    <a:lnTo>
                      <a:pt x="1032" y="16"/>
                    </a:lnTo>
                    <a:lnTo>
                      <a:pt x="1030" y="16"/>
                    </a:lnTo>
                    <a:lnTo>
                      <a:pt x="1026" y="16"/>
                    </a:lnTo>
                    <a:lnTo>
                      <a:pt x="1022" y="16"/>
                    </a:lnTo>
                    <a:lnTo>
                      <a:pt x="1026" y="16"/>
                    </a:lnTo>
                    <a:lnTo>
                      <a:pt x="1030" y="16"/>
                    </a:lnTo>
                    <a:lnTo>
                      <a:pt x="1032" y="16"/>
                    </a:lnTo>
                    <a:lnTo>
                      <a:pt x="1036" y="16"/>
                    </a:lnTo>
                    <a:lnTo>
                      <a:pt x="1040" y="16"/>
                    </a:lnTo>
                    <a:lnTo>
                      <a:pt x="1044" y="16"/>
                    </a:lnTo>
                    <a:lnTo>
                      <a:pt x="1048" y="12"/>
                    </a:lnTo>
                    <a:lnTo>
                      <a:pt x="1052" y="12"/>
                    </a:lnTo>
                    <a:lnTo>
                      <a:pt x="1060" y="12"/>
                    </a:lnTo>
                    <a:lnTo>
                      <a:pt x="1062" y="8"/>
                    </a:lnTo>
                    <a:lnTo>
                      <a:pt x="1066" y="8"/>
                    </a:lnTo>
                    <a:lnTo>
                      <a:pt x="1070" y="8"/>
                    </a:lnTo>
                    <a:lnTo>
                      <a:pt x="1066" y="12"/>
                    </a:lnTo>
                    <a:lnTo>
                      <a:pt x="1070" y="12"/>
                    </a:lnTo>
                    <a:lnTo>
                      <a:pt x="1074" y="12"/>
                    </a:lnTo>
                    <a:lnTo>
                      <a:pt x="1070" y="12"/>
                    </a:lnTo>
                    <a:lnTo>
                      <a:pt x="1070" y="8"/>
                    </a:lnTo>
                    <a:lnTo>
                      <a:pt x="1074" y="8"/>
                    </a:lnTo>
                    <a:lnTo>
                      <a:pt x="1070" y="8"/>
                    </a:lnTo>
                    <a:lnTo>
                      <a:pt x="1074" y="8"/>
                    </a:lnTo>
                    <a:lnTo>
                      <a:pt x="1076" y="8"/>
                    </a:lnTo>
                    <a:lnTo>
                      <a:pt x="1080" y="8"/>
                    </a:lnTo>
                    <a:lnTo>
                      <a:pt x="1076" y="8"/>
                    </a:lnTo>
                    <a:lnTo>
                      <a:pt x="1076" y="12"/>
                    </a:lnTo>
                    <a:lnTo>
                      <a:pt x="1080" y="12"/>
                    </a:lnTo>
                    <a:lnTo>
                      <a:pt x="1084" y="12"/>
                    </a:lnTo>
                    <a:lnTo>
                      <a:pt x="1088" y="8"/>
                    </a:lnTo>
                    <a:lnTo>
                      <a:pt x="1092" y="8"/>
                    </a:lnTo>
                    <a:lnTo>
                      <a:pt x="1096" y="8"/>
                    </a:lnTo>
                    <a:lnTo>
                      <a:pt x="1096" y="12"/>
                    </a:lnTo>
                    <a:lnTo>
                      <a:pt x="1092" y="12"/>
                    </a:lnTo>
                    <a:lnTo>
                      <a:pt x="1096" y="16"/>
                    </a:lnTo>
                    <a:lnTo>
                      <a:pt x="1100" y="16"/>
                    </a:lnTo>
                    <a:lnTo>
                      <a:pt x="1104" y="16"/>
                    </a:lnTo>
                    <a:lnTo>
                      <a:pt x="1104" y="20"/>
                    </a:lnTo>
                    <a:lnTo>
                      <a:pt x="1100" y="20"/>
                    </a:lnTo>
                    <a:lnTo>
                      <a:pt x="1100" y="22"/>
                    </a:lnTo>
                    <a:lnTo>
                      <a:pt x="1104" y="22"/>
                    </a:lnTo>
                    <a:lnTo>
                      <a:pt x="1104" y="20"/>
                    </a:lnTo>
                    <a:lnTo>
                      <a:pt x="1106" y="20"/>
                    </a:lnTo>
                    <a:lnTo>
                      <a:pt x="1110" y="20"/>
                    </a:lnTo>
                    <a:lnTo>
                      <a:pt x="1114" y="20"/>
                    </a:lnTo>
                    <a:lnTo>
                      <a:pt x="1110" y="20"/>
                    </a:lnTo>
                    <a:lnTo>
                      <a:pt x="1114" y="20"/>
                    </a:lnTo>
                    <a:lnTo>
                      <a:pt x="1118" y="20"/>
                    </a:lnTo>
                    <a:lnTo>
                      <a:pt x="1122" y="20"/>
                    </a:lnTo>
                    <a:lnTo>
                      <a:pt x="1126" y="20"/>
                    </a:lnTo>
                    <a:lnTo>
                      <a:pt x="1126" y="22"/>
                    </a:lnTo>
                    <a:lnTo>
                      <a:pt x="1130" y="22"/>
                    </a:lnTo>
                    <a:lnTo>
                      <a:pt x="1130" y="26"/>
                    </a:lnTo>
                    <a:lnTo>
                      <a:pt x="1126" y="30"/>
                    </a:lnTo>
                    <a:lnTo>
                      <a:pt x="1122" y="30"/>
                    </a:lnTo>
                    <a:lnTo>
                      <a:pt x="1118" y="30"/>
                    </a:lnTo>
                    <a:lnTo>
                      <a:pt x="1114" y="34"/>
                    </a:lnTo>
                    <a:lnTo>
                      <a:pt x="1110" y="34"/>
                    </a:lnTo>
                    <a:lnTo>
                      <a:pt x="1104" y="38"/>
                    </a:lnTo>
                    <a:lnTo>
                      <a:pt x="1100" y="38"/>
                    </a:lnTo>
                    <a:lnTo>
                      <a:pt x="1096" y="38"/>
                    </a:lnTo>
                    <a:lnTo>
                      <a:pt x="1092" y="38"/>
                    </a:lnTo>
                    <a:lnTo>
                      <a:pt x="1092" y="42"/>
                    </a:lnTo>
                    <a:lnTo>
                      <a:pt x="1088" y="42"/>
                    </a:lnTo>
                    <a:lnTo>
                      <a:pt x="1084" y="42"/>
                    </a:lnTo>
                    <a:lnTo>
                      <a:pt x="1088" y="42"/>
                    </a:lnTo>
                    <a:lnTo>
                      <a:pt x="1084" y="42"/>
                    </a:lnTo>
                    <a:lnTo>
                      <a:pt x="1080" y="42"/>
                    </a:lnTo>
                    <a:lnTo>
                      <a:pt x="1076" y="42"/>
                    </a:lnTo>
                    <a:lnTo>
                      <a:pt x="1074" y="42"/>
                    </a:lnTo>
                    <a:lnTo>
                      <a:pt x="1070" y="42"/>
                    </a:lnTo>
                    <a:lnTo>
                      <a:pt x="1066" y="46"/>
                    </a:lnTo>
                    <a:lnTo>
                      <a:pt x="1062" y="46"/>
                    </a:lnTo>
                    <a:lnTo>
                      <a:pt x="1060" y="46"/>
                    </a:lnTo>
                    <a:lnTo>
                      <a:pt x="1062" y="46"/>
                    </a:lnTo>
                    <a:lnTo>
                      <a:pt x="1066" y="46"/>
                    </a:lnTo>
                    <a:lnTo>
                      <a:pt x="1070" y="46"/>
                    </a:lnTo>
                    <a:lnTo>
                      <a:pt x="1066" y="46"/>
                    </a:lnTo>
                    <a:lnTo>
                      <a:pt x="1062" y="46"/>
                    </a:lnTo>
                    <a:lnTo>
                      <a:pt x="1060" y="46"/>
                    </a:lnTo>
                    <a:lnTo>
                      <a:pt x="1056" y="46"/>
                    </a:lnTo>
                    <a:lnTo>
                      <a:pt x="1052" y="46"/>
                    </a:lnTo>
                    <a:lnTo>
                      <a:pt x="1048" y="46"/>
                    </a:lnTo>
                    <a:lnTo>
                      <a:pt x="1044" y="46"/>
                    </a:lnTo>
                    <a:lnTo>
                      <a:pt x="1040" y="46"/>
                    </a:lnTo>
                    <a:lnTo>
                      <a:pt x="1036" y="46"/>
                    </a:lnTo>
                    <a:lnTo>
                      <a:pt x="1032" y="50"/>
                    </a:lnTo>
                    <a:lnTo>
                      <a:pt x="1030" y="50"/>
                    </a:lnTo>
                    <a:lnTo>
                      <a:pt x="1026" y="46"/>
                    </a:lnTo>
                    <a:lnTo>
                      <a:pt x="1022" y="46"/>
                    </a:lnTo>
                    <a:lnTo>
                      <a:pt x="1018" y="46"/>
                    </a:lnTo>
                    <a:lnTo>
                      <a:pt x="1014" y="42"/>
                    </a:lnTo>
                    <a:lnTo>
                      <a:pt x="1014" y="46"/>
                    </a:lnTo>
                    <a:lnTo>
                      <a:pt x="1018" y="46"/>
                    </a:lnTo>
                    <a:lnTo>
                      <a:pt x="1022" y="46"/>
                    </a:lnTo>
                    <a:lnTo>
                      <a:pt x="1026" y="46"/>
                    </a:lnTo>
                    <a:lnTo>
                      <a:pt x="1026" y="50"/>
                    </a:lnTo>
                    <a:lnTo>
                      <a:pt x="1030" y="50"/>
                    </a:lnTo>
                    <a:lnTo>
                      <a:pt x="1026" y="50"/>
                    </a:lnTo>
                    <a:lnTo>
                      <a:pt x="1022" y="50"/>
                    </a:lnTo>
                    <a:lnTo>
                      <a:pt x="1026" y="50"/>
                    </a:lnTo>
                    <a:lnTo>
                      <a:pt x="1030" y="50"/>
                    </a:lnTo>
                    <a:lnTo>
                      <a:pt x="1032" y="50"/>
                    </a:lnTo>
                    <a:lnTo>
                      <a:pt x="1036" y="50"/>
                    </a:lnTo>
                    <a:lnTo>
                      <a:pt x="1040" y="50"/>
                    </a:lnTo>
                    <a:lnTo>
                      <a:pt x="1044" y="50"/>
                    </a:lnTo>
                    <a:lnTo>
                      <a:pt x="1048" y="50"/>
                    </a:lnTo>
                    <a:lnTo>
                      <a:pt x="1052" y="50"/>
                    </a:lnTo>
                    <a:lnTo>
                      <a:pt x="1048" y="50"/>
                    </a:lnTo>
                    <a:lnTo>
                      <a:pt x="1044" y="52"/>
                    </a:lnTo>
                    <a:lnTo>
                      <a:pt x="1040" y="52"/>
                    </a:lnTo>
                    <a:lnTo>
                      <a:pt x="1036" y="52"/>
                    </a:lnTo>
                    <a:lnTo>
                      <a:pt x="1032" y="52"/>
                    </a:lnTo>
                    <a:lnTo>
                      <a:pt x="1030" y="52"/>
                    </a:lnTo>
                    <a:lnTo>
                      <a:pt x="1030" y="56"/>
                    </a:lnTo>
                    <a:lnTo>
                      <a:pt x="1026" y="56"/>
                    </a:lnTo>
                    <a:lnTo>
                      <a:pt x="1022" y="56"/>
                    </a:lnTo>
                    <a:lnTo>
                      <a:pt x="1018" y="56"/>
                    </a:lnTo>
                    <a:lnTo>
                      <a:pt x="1014" y="56"/>
                    </a:lnTo>
                    <a:lnTo>
                      <a:pt x="1010" y="56"/>
                    </a:lnTo>
                    <a:lnTo>
                      <a:pt x="1014" y="56"/>
                    </a:lnTo>
                    <a:lnTo>
                      <a:pt x="1010" y="56"/>
                    </a:lnTo>
                    <a:lnTo>
                      <a:pt x="1006" y="60"/>
                    </a:lnTo>
                    <a:lnTo>
                      <a:pt x="1004" y="60"/>
                    </a:lnTo>
                    <a:lnTo>
                      <a:pt x="1006" y="60"/>
                    </a:lnTo>
                    <a:lnTo>
                      <a:pt x="1010" y="60"/>
                    </a:lnTo>
                    <a:lnTo>
                      <a:pt x="1006" y="60"/>
                    </a:lnTo>
                    <a:lnTo>
                      <a:pt x="1004" y="60"/>
                    </a:lnTo>
                    <a:lnTo>
                      <a:pt x="1006" y="60"/>
                    </a:lnTo>
                    <a:lnTo>
                      <a:pt x="1010" y="60"/>
                    </a:lnTo>
                    <a:lnTo>
                      <a:pt x="1014" y="60"/>
                    </a:lnTo>
                    <a:lnTo>
                      <a:pt x="1022" y="56"/>
                    </a:lnTo>
                    <a:lnTo>
                      <a:pt x="1030" y="56"/>
                    </a:lnTo>
                    <a:lnTo>
                      <a:pt x="1032" y="56"/>
                    </a:lnTo>
                    <a:lnTo>
                      <a:pt x="1036" y="56"/>
                    </a:lnTo>
                    <a:lnTo>
                      <a:pt x="1036" y="52"/>
                    </a:lnTo>
                    <a:lnTo>
                      <a:pt x="1040" y="52"/>
                    </a:lnTo>
                    <a:lnTo>
                      <a:pt x="1044" y="52"/>
                    </a:lnTo>
                    <a:lnTo>
                      <a:pt x="1048" y="52"/>
                    </a:lnTo>
                    <a:lnTo>
                      <a:pt x="1052" y="52"/>
                    </a:lnTo>
                    <a:lnTo>
                      <a:pt x="1056" y="52"/>
                    </a:lnTo>
                    <a:lnTo>
                      <a:pt x="1060" y="52"/>
                    </a:lnTo>
                    <a:lnTo>
                      <a:pt x="1062" y="50"/>
                    </a:lnTo>
                    <a:lnTo>
                      <a:pt x="1066" y="50"/>
                    </a:lnTo>
                    <a:lnTo>
                      <a:pt x="1070" y="50"/>
                    </a:lnTo>
                    <a:lnTo>
                      <a:pt x="1074" y="50"/>
                    </a:lnTo>
                    <a:lnTo>
                      <a:pt x="1080" y="50"/>
                    </a:lnTo>
                    <a:lnTo>
                      <a:pt x="1080" y="52"/>
                    </a:lnTo>
                    <a:lnTo>
                      <a:pt x="1076" y="52"/>
                    </a:lnTo>
                    <a:lnTo>
                      <a:pt x="1074" y="56"/>
                    </a:lnTo>
                    <a:lnTo>
                      <a:pt x="1070" y="56"/>
                    </a:lnTo>
                    <a:lnTo>
                      <a:pt x="1066" y="56"/>
                    </a:lnTo>
                    <a:lnTo>
                      <a:pt x="1062" y="56"/>
                    </a:lnTo>
                    <a:lnTo>
                      <a:pt x="1060" y="60"/>
                    </a:lnTo>
                    <a:lnTo>
                      <a:pt x="1056" y="60"/>
                    </a:lnTo>
                    <a:lnTo>
                      <a:pt x="1056" y="64"/>
                    </a:lnTo>
                    <a:lnTo>
                      <a:pt x="1052" y="64"/>
                    </a:lnTo>
                    <a:lnTo>
                      <a:pt x="1048" y="64"/>
                    </a:lnTo>
                    <a:lnTo>
                      <a:pt x="1044" y="68"/>
                    </a:lnTo>
                    <a:lnTo>
                      <a:pt x="1040" y="68"/>
                    </a:lnTo>
                    <a:lnTo>
                      <a:pt x="1036" y="68"/>
                    </a:lnTo>
                    <a:lnTo>
                      <a:pt x="1040" y="68"/>
                    </a:lnTo>
                    <a:lnTo>
                      <a:pt x="1036" y="68"/>
                    </a:lnTo>
                    <a:lnTo>
                      <a:pt x="1032" y="68"/>
                    </a:lnTo>
                    <a:lnTo>
                      <a:pt x="1032" y="72"/>
                    </a:lnTo>
                    <a:lnTo>
                      <a:pt x="1030" y="72"/>
                    </a:lnTo>
                    <a:lnTo>
                      <a:pt x="1022" y="76"/>
                    </a:lnTo>
                    <a:lnTo>
                      <a:pt x="1018" y="76"/>
                    </a:lnTo>
                    <a:lnTo>
                      <a:pt x="1018" y="78"/>
                    </a:lnTo>
                    <a:lnTo>
                      <a:pt x="1014" y="78"/>
                    </a:lnTo>
                    <a:lnTo>
                      <a:pt x="1014" y="82"/>
                    </a:lnTo>
                    <a:lnTo>
                      <a:pt x="1010" y="82"/>
                    </a:lnTo>
                    <a:lnTo>
                      <a:pt x="1006" y="82"/>
                    </a:lnTo>
                    <a:lnTo>
                      <a:pt x="1004" y="82"/>
                    </a:lnTo>
                    <a:lnTo>
                      <a:pt x="1000" y="82"/>
                    </a:lnTo>
                    <a:lnTo>
                      <a:pt x="1000" y="78"/>
                    </a:lnTo>
                    <a:lnTo>
                      <a:pt x="996" y="78"/>
                    </a:lnTo>
                    <a:lnTo>
                      <a:pt x="992" y="78"/>
                    </a:lnTo>
                    <a:lnTo>
                      <a:pt x="996" y="78"/>
                    </a:lnTo>
                    <a:lnTo>
                      <a:pt x="1000" y="78"/>
                    </a:lnTo>
                    <a:lnTo>
                      <a:pt x="1000" y="82"/>
                    </a:lnTo>
                    <a:lnTo>
                      <a:pt x="1000" y="86"/>
                    </a:lnTo>
                    <a:lnTo>
                      <a:pt x="1004" y="86"/>
                    </a:lnTo>
                    <a:lnTo>
                      <a:pt x="1006" y="86"/>
                    </a:lnTo>
                    <a:lnTo>
                      <a:pt x="1004" y="86"/>
                    </a:lnTo>
                    <a:lnTo>
                      <a:pt x="1004" y="90"/>
                    </a:lnTo>
                    <a:lnTo>
                      <a:pt x="1000" y="90"/>
                    </a:lnTo>
                    <a:lnTo>
                      <a:pt x="996" y="86"/>
                    </a:lnTo>
                    <a:lnTo>
                      <a:pt x="992" y="90"/>
                    </a:lnTo>
                    <a:lnTo>
                      <a:pt x="988" y="90"/>
                    </a:lnTo>
                    <a:lnTo>
                      <a:pt x="984" y="90"/>
                    </a:lnTo>
                    <a:lnTo>
                      <a:pt x="980" y="90"/>
                    </a:lnTo>
                    <a:lnTo>
                      <a:pt x="976" y="90"/>
                    </a:lnTo>
                    <a:lnTo>
                      <a:pt x="974" y="90"/>
                    </a:lnTo>
                    <a:lnTo>
                      <a:pt x="974" y="86"/>
                    </a:lnTo>
                    <a:lnTo>
                      <a:pt x="970" y="86"/>
                    </a:lnTo>
                    <a:lnTo>
                      <a:pt x="974" y="90"/>
                    </a:lnTo>
                    <a:lnTo>
                      <a:pt x="976" y="90"/>
                    </a:lnTo>
                    <a:lnTo>
                      <a:pt x="974" y="90"/>
                    </a:lnTo>
                    <a:lnTo>
                      <a:pt x="970" y="90"/>
                    </a:lnTo>
                    <a:lnTo>
                      <a:pt x="970" y="94"/>
                    </a:lnTo>
                    <a:lnTo>
                      <a:pt x="974" y="94"/>
                    </a:lnTo>
                    <a:lnTo>
                      <a:pt x="976" y="94"/>
                    </a:lnTo>
                    <a:lnTo>
                      <a:pt x="980" y="94"/>
                    </a:lnTo>
                    <a:lnTo>
                      <a:pt x="984" y="94"/>
                    </a:lnTo>
                    <a:lnTo>
                      <a:pt x="984" y="90"/>
                    </a:lnTo>
                    <a:lnTo>
                      <a:pt x="988" y="90"/>
                    </a:lnTo>
                    <a:lnTo>
                      <a:pt x="992" y="90"/>
                    </a:lnTo>
                    <a:lnTo>
                      <a:pt x="996" y="90"/>
                    </a:lnTo>
                    <a:lnTo>
                      <a:pt x="996" y="94"/>
                    </a:lnTo>
                    <a:lnTo>
                      <a:pt x="992" y="94"/>
                    </a:lnTo>
                    <a:lnTo>
                      <a:pt x="988" y="94"/>
                    </a:lnTo>
                    <a:lnTo>
                      <a:pt x="984" y="98"/>
                    </a:lnTo>
                    <a:lnTo>
                      <a:pt x="988" y="98"/>
                    </a:lnTo>
                    <a:lnTo>
                      <a:pt x="992" y="98"/>
                    </a:lnTo>
                    <a:lnTo>
                      <a:pt x="988" y="102"/>
                    </a:lnTo>
                    <a:lnTo>
                      <a:pt x="984" y="102"/>
                    </a:lnTo>
                    <a:lnTo>
                      <a:pt x="980" y="102"/>
                    </a:lnTo>
                    <a:lnTo>
                      <a:pt x="976" y="102"/>
                    </a:lnTo>
                    <a:lnTo>
                      <a:pt x="974" y="106"/>
                    </a:lnTo>
                    <a:lnTo>
                      <a:pt x="970" y="106"/>
                    </a:lnTo>
                    <a:lnTo>
                      <a:pt x="970" y="102"/>
                    </a:lnTo>
                    <a:lnTo>
                      <a:pt x="970" y="106"/>
                    </a:lnTo>
                    <a:lnTo>
                      <a:pt x="966" y="106"/>
                    </a:lnTo>
                    <a:lnTo>
                      <a:pt x="962" y="102"/>
                    </a:lnTo>
                    <a:lnTo>
                      <a:pt x="962" y="98"/>
                    </a:lnTo>
                    <a:lnTo>
                      <a:pt x="958" y="98"/>
                    </a:lnTo>
                    <a:lnTo>
                      <a:pt x="954" y="98"/>
                    </a:lnTo>
                    <a:lnTo>
                      <a:pt x="950" y="98"/>
                    </a:lnTo>
                    <a:lnTo>
                      <a:pt x="948" y="98"/>
                    </a:lnTo>
                    <a:lnTo>
                      <a:pt x="944" y="98"/>
                    </a:lnTo>
                    <a:lnTo>
                      <a:pt x="940" y="98"/>
                    </a:lnTo>
                    <a:lnTo>
                      <a:pt x="936" y="98"/>
                    </a:lnTo>
                    <a:lnTo>
                      <a:pt x="936" y="102"/>
                    </a:lnTo>
                    <a:lnTo>
                      <a:pt x="940" y="102"/>
                    </a:lnTo>
                    <a:lnTo>
                      <a:pt x="944" y="102"/>
                    </a:lnTo>
                    <a:lnTo>
                      <a:pt x="948" y="102"/>
                    </a:lnTo>
                    <a:lnTo>
                      <a:pt x="950" y="102"/>
                    </a:lnTo>
                    <a:lnTo>
                      <a:pt x="954" y="102"/>
                    </a:lnTo>
                    <a:lnTo>
                      <a:pt x="958" y="102"/>
                    </a:lnTo>
                    <a:lnTo>
                      <a:pt x="958" y="106"/>
                    </a:lnTo>
                    <a:lnTo>
                      <a:pt x="958" y="108"/>
                    </a:lnTo>
                    <a:lnTo>
                      <a:pt x="954" y="108"/>
                    </a:lnTo>
                    <a:lnTo>
                      <a:pt x="950" y="108"/>
                    </a:lnTo>
                    <a:lnTo>
                      <a:pt x="948" y="108"/>
                    </a:lnTo>
                    <a:lnTo>
                      <a:pt x="944" y="108"/>
                    </a:lnTo>
                    <a:lnTo>
                      <a:pt x="940" y="108"/>
                    </a:lnTo>
                    <a:lnTo>
                      <a:pt x="936" y="108"/>
                    </a:lnTo>
                    <a:lnTo>
                      <a:pt x="932" y="108"/>
                    </a:lnTo>
                    <a:lnTo>
                      <a:pt x="936" y="108"/>
                    </a:lnTo>
                    <a:lnTo>
                      <a:pt x="936" y="112"/>
                    </a:lnTo>
                    <a:lnTo>
                      <a:pt x="932" y="112"/>
                    </a:lnTo>
                    <a:lnTo>
                      <a:pt x="928" y="112"/>
                    </a:lnTo>
                    <a:lnTo>
                      <a:pt x="924" y="112"/>
                    </a:lnTo>
                    <a:lnTo>
                      <a:pt x="920" y="108"/>
                    </a:lnTo>
                    <a:lnTo>
                      <a:pt x="920" y="112"/>
                    </a:lnTo>
                    <a:lnTo>
                      <a:pt x="920" y="108"/>
                    </a:lnTo>
                    <a:lnTo>
                      <a:pt x="918" y="108"/>
                    </a:lnTo>
                    <a:lnTo>
                      <a:pt x="914" y="108"/>
                    </a:lnTo>
                    <a:lnTo>
                      <a:pt x="910" y="108"/>
                    </a:lnTo>
                    <a:lnTo>
                      <a:pt x="906" y="108"/>
                    </a:lnTo>
                    <a:lnTo>
                      <a:pt x="902" y="108"/>
                    </a:lnTo>
                    <a:lnTo>
                      <a:pt x="906" y="108"/>
                    </a:lnTo>
                    <a:lnTo>
                      <a:pt x="910" y="108"/>
                    </a:lnTo>
                    <a:lnTo>
                      <a:pt x="914" y="108"/>
                    </a:lnTo>
                    <a:lnTo>
                      <a:pt x="918" y="108"/>
                    </a:lnTo>
                    <a:lnTo>
                      <a:pt x="918" y="112"/>
                    </a:lnTo>
                    <a:lnTo>
                      <a:pt x="920" y="112"/>
                    </a:lnTo>
                    <a:lnTo>
                      <a:pt x="918" y="112"/>
                    </a:lnTo>
                    <a:lnTo>
                      <a:pt x="914" y="112"/>
                    </a:lnTo>
                    <a:lnTo>
                      <a:pt x="910" y="112"/>
                    </a:lnTo>
                    <a:lnTo>
                      <a:pt x="906" y="112"/>
                    </a:lnTo>
                    <a:lnTo>
                      <a:pt x="902" y="112"/>
                    </a:lnTo>
                    <a:lnTo>
                      <a:pt x="902" y="108"/>
                    </a:lnTo>
                    <a:lnTo>
                      <a:pt x="898" y="108"/>
                    </a:lnTo>
                    <a:lnTo>
                      <a:pt x="902" y="112"/>
                    </a:lnTo>
                    <a:lnTo>
                      <a:pt x="898" y="112"/>
                    </a:lnTo>
                    <a:lnTo>
                      <a:pt x="894" y="112"/>
                    </a:lnTo>
                    <a:lnTo>
                      <a:pt x="890" y="112"/>
                    </a:lnTo>
                    <a:lnTo>
                      <a:pt x="894" y="112"/>
                    </a:lnTo>
                    <a:lnTo>
                      <a:pt x="898" y="112"/>
                    </a:lnTo>
                    <a:lnTo>
                      <a:pt x="898" y="116"/>
                    </a:lnTo>
                    <a:lnTo>
                      <a:pt x="902" y="116"/>
                    </a:lnTo>
                    <a:lnTo>
                      <a:pt x="898" y="116"/>
                    </a:lnTo>
                    <a:lnTo>
                      <a:pt x="902" y="116"/>
                    </a:lnTo>
                    <a:lnTo>
                      <a:pt x="906" y="116"/>
                    </a:lnTo>
                    <a:lnTo>
                      <a:pt x="910" y="116"/>
                    </a:lnTo>
                    <a:lnTo>
                      <a:pt x="918" y="116"/>
                    </a:lnTo>
                    <a:lnTo>
                      <a:pt x="920" y="116"/>
                    </a:lnTo>
                    <a:lnTo>
                      <a:pt x="924" y="116"/>
                    </a:lnTo>
                    <a:lnTo>
                      <a:pt x="928" y="116"/>
                    </a:lnTo>
                    <a:lnTo>
                      <a:pt x="932" y="116"/>
                    </a:lnTo>
                    <a:lnTo>
                      <a:pt x="936" y="116"/>
                    </a:lnTo>
                    <a:lnTo>
                      <a:pt x="940" y="116"/>
                    </a:lnTo>
                    <a:lnTo>
                      <a:pt x="936" y="116"/>
                    </a:lnTo>
                    <a:lnTo>
                      <a:pt x="936" y="120"/>
                    </a:lnTo>
                    <a:lnTo>
                      <a:pt x="940" y="120"/>
                    </a:lnTo>
                    <a:lnTo>
                      <a:pt x="944" y="120"/>
                    </a:lnTo>
                    <a:lnTo>
                      <a:pt x="940" y="120"/>
                    </a:lnTo>
                    <a:lnTo>
                      <a:pt x="940" y="124"/>
                    </a:lnTo>
                    <a:lnTo>
                      <a:pt x="936" y="124"/>
                    </a:lnTo>
                    <a:lnTo>
                      <a:pt x="932" y="124"/>
                    </a:lnTo>
                    <a:lnTo>
                      <a:pt x="928" y="120"/>
                    </a:lnTo>
                    <a:lnTo>
                      <a:pt x="924" y="120"/>
                    </a:lnTo>
                    <a:lnTo>
                      <a:pt x="920" y="120"/>
                    </a:lnTo>
                    <a:lnTo>
                      <a:pt x="920" y="116"/>
                    </a:lnTo>
                    <a:lnTo>
                      <a:pt x="918" y="116"/>
                    </a:lnTo>
                    <a:lnTo>
                      <a:pt x="914" y="116"/>
                    </a:lnTo>
                    <a:lnTo>
                      <a:pt x="906" y="116"/>
                    </a:lnTo>
                    <a:lnTo>
                      <a:pt x="902" y="116"/>
                    </a:lnTo>
                    <a:lnTo>
                      <a:pt x="898" y="116"/>
                    </a:lnTo>
                    <a:lnTo>
                      <a:pt x="894" y="116"/>
                    </a:lnTo>
                    <a:lnTo>
                      <a:pt x="888" y="116"/>
                    </a:lnTo>
                    <a:lnTo>
                      <a:pt x="888" y="120"/>
                    </a:lnTo>
                    <a:lnTo>
                      <a:pt x="890" y="116"/>
                    </a:lnTo>
                    <a:lnTo>
                      <a:pt x="894" y="116"/>
                    </a:lnTo>
                    <a:lnTo>
                      <a:pt x="898" y="116"/>
                    </a:lnTo>
                    <a:lnTo>
                      <a:pt x="902" y="120"/>
                    </a:lnTo>
                    <a:lnTo>
                      <a:pt x="906" y="120"/>
                    </a:lnTo>
                    <a:lnTo>
                      <a:pt x="910" y="120"/>
                    </a:lnTo>
                    <a:lnTo>
                      <a:pt x="914" y="120"/>
                    </a:lnTo>
                    <a:lnTo>
                      <a:pt x="918" y="120"/>
                    </a:lnTo>
                    <a:lnTo>
                      <a:pt x="914" y="120"/>
                    </a:lnTo>
                    <a:lnTo>
                      <a:pt x="910" y="120"/>
                    </a:lnTo>
                    <a:lnTo>
                      <a:pt x="906" y="120"/>
                    </a:lnTo>
                    <a:lnTo>
                      <a:pt x="902" y="120"/>
                    </a:lnTo>
                    <a:lnTo>
                      <a:pt x="898" y="120"/>
                    </a:lnTo>
                    <a:lnTo>
                      <a:pt x="898" y="124"/>
                    </a:lnTo>
                    <a:lnTo>
                      <a:pt x="894" y="124"/>
                    </a:lnTo>
                    <a:lnTo>
                      <a:pt x="894" y="120"/>
                    </a:lnTo>
                    <a:lnTo>
                      <a:pt x="890" y="120"/>
                    </a:lnTo>
                    <a:lnTo>
                      <a:pt x="888" y="120"/>
                    </a:lnTo>
                    <a:lnTo>
                      <a:pt x="884" y="120"/>
                    </a:lnTo>
                    <a:lnTo>
                      <a:pt x="880" y="120"/>
                    </a:lnTo>
                    <a:lnTo>
                      <a:pt x="884" y="120"/>
                    </a:lnTo>
                    <a:lnTo>
                      <a:pt x="888" y="120"/>
                    </a:lnTo>
                    <a:lnTo>
                      <a:pt x="890" y="120"/>
                    </a:lnTo>
                    <a:lnTo>
                      <a:pt x="894" y="120"/>
                    </a:lnTo>
                    <a:lnTo>
                      <a:pt x="894" y="124"/>
                    </a:lnTo>
                    <a:lnTo>
                      <a:pt x="890" y="124"/>
                    </a:lnTo>
                    <a:lnTo>
                      <a:pt x="890" y="128"/>
                    </a:lnTo>
                    <a:lnTo>
                      <a:pt x="888" y="128"/>
                    </a:lnTo>
                    <a:lnTo>
                      <a:pt x="888" y="132"/>
                    </a:lnTo>
                    <a:lnTo>
                      <a:pt x="888" y="128"/>
                    </a:lnTo>
                    <a:lnTo>
                      <a:pt x="890" y="128"/>
                    </a:lnTo>
                    <a:lnTo>
                      <a:pt x="890" y="124"/>
                    </a:lnTo>
                    <a:lnTo>
                      <a:pt x="894" y="124"/>
                    </a:lnTo>
                    <a:lnTo>
                      <a:pt x="898" y="124"/>
                    </a:lnTo>
                    <a:lnTo>
                      <a:pt x="902" y="124"/>
                    </a:lnTo>
                    <a:lnTo>
                      <a:pt x="906" y="124"/>
                    </a:lnTo>
                    <a:lnTo>
                      <a:pt x="910" y="124"/>
                    </a:lnTo>
                    <a:lnTo>
                      <a:pt x="914" y="124"/>
                    </a:lnTo>
                    <a:lnTo>
                      <a:pt x="920" y="124"/>
                    </a:lnTo>
                    <a:lnTo>
                      <a:pt x="924" y="124"/>
                    </a:lnTo>
                    <a:lnTo>
                      <a:pt x="920" y="124"/>
                    </a:lnTo>
                    <a:lnTo>
                      <a:pt x="918" y="124"/>
                    </a:lnTo>
                    <a:lnTo>
                      <a:pt x="918" y="128"/>
                    </a:lnTo>
                    <a:lnTo>
                      <a:pt x="914" y="128"/>
                    </a:lnTo>
                    <a:lnTo>
                      <a:pt x="918" y="128"/>
                    </a:lnTo>
                    <a:lnTo>
                      <a:pt x="920" y="128"/>
                    </a:lnTo>
                    <a:lnTo>
                      <a:pt x="928" y="128"/>
                    </a:lnTo>
                    <a:lnTo>
                      <a:pt x="932" y="128"/>
                    </a:lnTo>
                    <a:lnTo>
                      <a:pt x="936" y="128"/>
                    </a:lnTo>
                    <a:lnTo>
                      <a:pt x="936" y="132"/>
                    </a:lnTo>
                    <a:lnTo>
                      <a:pt x="936" y="136"/>
                    </a:lnTo>
                    <a:lnTo>
                      <a:pt x="932" y="136"/>
                    </a:lnTo>
                    <a:lnTo>
                      <a:pt x="928" y="136"/>
                    </a:lnTo>
                    <a:lnTo>
                      <a:pt x="928" y="138"/>
                    </a:lnTo>
                    <a:lnTo>
                      <a:pt x="920" y="138"/>
                    </a:lnTo>
                    <a:lnTo>
                      <a:pt x="918" y="136"/>
                    </a:lnTo>
                    <a:lnTo>
                      <a:pt x="914" y="136"/>
                    </a:lnTo>
                    <a:lnTo>
                      <a:pt x="910" y="136"/>
                    </a:lnTo>
                    <a:lnTo>
                      <a:pt x="910" y="138"/>
                    </a:lnTo>
                    <a:lnTo>
                      <a:pt x="914" y="138"/>
                    </a:lnTo>
                    <a:lnTo>
                      <a:pt x="918" y="138"/>
                    </a:lnTo>
                    <a:lnTo>
                      <a:pt x="920" y="138"/>
                    </a:lnTo>
                    <a:lnTo>
                      <a:pt x="924" y="138"/>
                    </a:lnTo>
                    <a:lnTo>
                      <a:pt x="928" y="138"/>
                    </a:lnTo>
                    <a:lnTo>
                      <a:pt x="932" y="142"/>
                    </a:lnTo>
                    <a:lnTo>
                      <a:pt x="928" y="142"/>
                    </a:lnTo>
                    <a:lnTo>
                      <a:pt x="928" y="146"/>
                    </a:lnTo>
                    <a:lnTo>
                      <a:pt x="924" y="146"/>
                    </a:lnTo>
                    <a:lnTo>
                      <a:pt x="920" y="146"/>
                    </a:lnTo>
                    <a:lnTo>
                      <a:pt x="918" y="146"/>
                    </a:lnTo>
                    <a:lnTo>
                      <a:pt x="914" y="146"/>
                    </a:lnTo>
                    <a:lnTo>
                      <a:pt x="910" y="146"/>
                    </a:lnTo>
                    <a:lnTo>
                      <a:pt x="906" y="146"/>
                    </a:lnTo>
                    <a:lnTo>
                      <a:pt x="910" y="146"/>
                    </a:lnTo>
                    <a:lnTo>
                      <a:pt x="914" y="146"/>
                    </a:lnTo>
                    <a:lnTo>
                      <a:pt x="920" y="146"/>
                    </a:lnTo>
                    <a:lnTo>
                      <a:pt x="924" y="146"/>
                    </a:lnTo>
                    <a:lnTo>
                      <a:pt x="924" y="150"/>
                    </a:lnTo>
                    <a:lnTo>
                      <a:pt x="920" y="150"/>
                    </a:lnTo>
                    <a:lnTo>
                      <a:pt x="920" y="154"/>
                    </a:lnTo>
                    <a:lnTo>
                      <a:pt x="918" y="150"/>
                    </a:lnTo>
                    <a:lnTo>
                      <a:pt x="914" y="150"/>
                    </a:lnTo>
                    <a:lnTo>
                      <a:pt x="914" y="154"/>
                    </a:lnTo>
                    <a:lnTo>
                      <a:pt x="910" y="154"/>
                    </a:lnTo>
                    <a:lnTo>
                      <a:pt x="906" y="154"/>
                    </a:lnTo>
                    <a:lnTo>
                      <a:pt x="902" y="154"/>
                    </a:lnTo>
                    <a:lnTo>
                      <a:pt x="894" y="154"/>
                    </a:lnTo>
                    <a:lnTo>
                      <a:pt x="890" y="154"/>
                    </a:lnTo>
                    <a:lnTo>
                      <a:pt x="888" y="154"/>
                    </a:lnTo>
                    <a:lnTo>
                      <a:pt x="888" y="150"/>
                    </a:lnTo>
                    <a:lnTo>
                      <a:pt x="884" y="154"/>
                    </a:lnTo>
                    <a:lnTo>
                      <a:pt x="888" y="154"/>
                    </a:lnTo>
                    <a:lnTo>
                      <a:pt x="888" y="158"/>
                    </a:lnTo>
                    <a:lnTo>
                      <a:pt x="890" y="158"/>
                    </a:lnTo>
                    <a:lnTo>
                      <a:pt x="890" y="160"/>
                    </a:lnTo>
                    <a:lnTo>
                      <a:pt x="894" y="160"/>
                    </a:lnTo>
                    <a:lnTo>
                      <a:pt x="890" y="164"/>
                    </a:lnTo>
                    <a:lnTo>
                      <a:pt x="888" y="168"/>
                    </a:lnTo>
                    <a:lnTo>
                      <a:pt x="880" y="172"/>
                    </a:lnTo>
                    <a:lnTo>
                      <a:pt x="880" y="168"/>
                    </a:lnTo>
                    <a:lnTo>
                      <a:pt x="876" y="168"/>
                    </a:lnTo>
                    <a:lnTo>
                      <a:pt x="876" y="172"/>
                    </a:lnTo>
                    <a:lnTo>
                      <a:pt x="872" y="172"/>
                    </a:lnTo>
                    <a:lnTo>
                      <a:pt x="868" y="172"/>
                    </a:lnTo>
                    <a:lnTo>
                      <a:pt x="864" y="172"/>
                    </a:lnTo>
                    <a:lnTo>
                      <a:pt x="862" y="172"/>
                    </a:lnTo>
                    <a:lnTo>
                      <a:pt x="858" y="172"/>
                    </a:lnTo>
                    <a:lnTo>
                      <a:pt x="854" y="168"/>
                    </a:lnTo>
                    <a:lnTo>
                      <a:pt x="850" y="168"/>
                    </a:lnTo>
                    <a:lnTo>
                      <a:pt x="846" y="168"/>
                    </a:lnTo>
                    <a:lnTo>
                      <a:pt x="842" y="168"/>
                    </a:lnTo>
                    <a:lnTo>
                      <a:pt x="842" y="164"/>
                    </a:lnTo>
                    <a:lnTo>
                      <a:pt x="838" y="164"/>
                    </a:lnTo>
                    <a:lnTo>
                      <a:pt x="834" y="160"/>
                    </a:lnTo>
                    <a:lnTo>
                      <a:pt x="838" y="164"/>
                    </a:lnTo>
                    <a:lnTo>
                      <a:pt x="838" y="168"/>
                    </a:lnTo>
                    <a:lnTo>
                      <a:pt x="842" y="168"/>
                    </a:lnTo>
                    <a:lnTo>
                      <a:pt x="846" y="168"/>
                    </a:lnTo>
                    <a:lnTo>
                      <a:pt x="846" y="172"/>
                    </a:lnTo>
                    <a:lnTo>
                      <a:pt x="842" y="172"/>
                    </a:lnTo>
                    <a:lnTo>
                      <a:pt x="834" y="172"/>
                    </a:lnTo>
                    <a:lnTo>
                      <a:pt x="832" y="172"/>
                    </a:lnTo>
                    <a:lnTo>
                      <a:pt x="834" y="172"/>
                    </a:lnTo>
                    <a:lnTo>
                      <a:pt x="834" y="176"/>
                    </a:lnTo>
                    <a:lnTo>
                      <a:pt x="838" y="176"/>
                    </a:lnTo>
                    <a:lnTo>
                      <a:pt x="838" y="172"/>
                    </a:lnTo>
                    <a:lnTo>
                      <a:pt x="842" y="172"/>
                    </a:lnTo>
                    <a:lnTo>
                      <a:pt x="846" y="172"/>
                    </a:lnTo>
                    <a:lnTo>
                      <a:pt x="850" y="172"/>
                    </a:lnTo>
                    <a:lnTo>
                      <a:pt x="854" y="172"/>
                    </a:lnTo>
                    <a:lnTo>
                      <a:pt x="858" y="172"/>
                    </a:lnTo>
                    <a:lnTo>
                      <a:pt x="862" y="172"/>
                    </a:lnTo>
                    <a:lnTo>
                      <a:pt x="862" y="176"/>
                    </a:lnTo>
                    <a:lnTo>
                      <a:pt x="858" y="176"/>
                    </a:lnTo>
                    <a:lnTo>
                      <a:pt x="862" y="176"/>
                    </a:lnTo>
                    <a:lnTo>
                      <a:pt x="864" y="172"/>
                    </a:lnTo>
                    <a:lnTo>
                      <a:pt x="868" y="172"/>
                    </a:lnTo>
                    <a:lnTo>
                      <a:pt x="872" y="172"/>
                    </a:lnTo>
                    <a:lnTo>
                      <a:pt x="876" y="176"/>
                    </a:lnTo>
                    <a:lnTo>
                      <a:pt x="876" y="180"/>
                    </a:lnTo>
                    <a:lnTo>
                      <a:pt x="872" y="180"/>
                    </a:lnTo>
                    <a:lnTo>
                      <a:pt x="872" y="182"/>
                    </a:lnTo>
                    <a:lnTo>
                      <a:pt x="872" y="180"/>
                    </a:lnTo>
                    <a:lnTo>
                      <a:pt x="876" y="180"/>
                    </a:lnTo>
                    <a:lnTo>
                      <a:pt x="880" y="182"/>
                    </a:lnTo>
                    <a:lnTo>
                      <a:pt x="884" y="182"/>
                    </a:lnTo>
                    <a:lnTo>
                      <a:pt x="884" y="180"/>
                    </a:lnTo>
                    <a:lnTo>
                      <a:pt x="888" y="180"/>
                    </a:lnTo>
                    <a:lnTo>
                      <a:pt x="890" y="180"/>
                    </a:lnTo>
                    <a:lnTo>
                      <a:pt x="894" y="186"/>
                    </a:lnTo>
                    <a:lnTo>
                      <a:pt x="894" y="190"/>
                    </a:lnTo>
                    <a:lnTo>
                      <a:pt x="890" y="190"/>
                    </a:lnTo>
                    <a:lnTo>
                      <a:pt x="888" y="190"/>
                    </a:lnTo>
                    <a:lnTo>
                      <a:pt x="888" y="194"/>
                    </a:lnTo>
                    <a:lnTo>
                      <a:pt x="884" y="194"/>
                    </a:lnTo>
                    <a:lnTo>
                      <a:pt x="884" y="190"/>
                    </a:lnTo>
                    <a:lnTo>
                      <a:pt x="880" y="190"/>
                    </a:lnTo>
                    <a:lnTo>
                      <a:pt x="880" y="194"/>
                    </a:lnTo>
                    <a:lnTo>
                      <a:pt x="876" y="194"/>
                    </a:lnTo>
                    <a:lnTo>
                      <a:pt x="872" y="194"/>
                    </a:lnTo>
                    <a:lnTo>
                      <a:pt x="872" y="198"/>
                    </a:lnTo>
                    <a:lnTo>
                      <a:pt x="868" y="198"/>
                    </a:lnTo>
                    <a:lnTo>
                      <a:pt x="864" y="198"/>
                    </a:lnTo>
                    <a:lnTo>
                      <a:pt x="864" y="202"/>
                    </a:lnTo>
                    <a:lnTo>
                      <a:pt x="862" y="202"/>
                    </a:lnTo>
                    <a:lnTo>
                      <a:pt x="858" y="202"/>
                    </a:lnTo>
                    <a:lnTo>
                      <a:pt x="854" y="202"/>
                    </a:lnTo>
                    <a:lnTo>
                      <a:pt x="850" y="202"/>
                    </a:lnTo>
                    <a:lnTo>
                      <a:pt x="846" y="202"/>
                    </a:lnTo>
                    <a:lnTo>
                      <a:pt x="850" y="198"/>
                    </a:lnTo>
                    <a:lnTo>
                      <a:pt x="854" y="194"/>
                    </a:lnTo>
                    <a:lnTo>
                      <a:pt x="850" y="194"/>
                    </a:lnTo>
                    <a:lnTo>
                      <a:pt x="846" y="194"/>
                    </a:lnTo>
                    <a:lnTo>
                      <a:pt x="846" y="190"/>
                    </a:lnTo>
                    <a:lnTo>
                      <a:pt x="842" y="194"/>
                    </a:lnTo>
                    <a:lnTo>
                      <a:pt x="838" y="194"/>
                    </a:lnTo>
                    <a:lnTo>
                      <a:pt x="834" y="194"/>
                    </a:lnTo>
                    <a:lnTo>
                      <a:pt x="834" y="190"/>
                    </a:lnTo>
                    <a:lnTo>
                      <a:pt x="838" y="190"/>
                    </a:lnTo>
                    <a:lnTo>
                      <a:pt x="838" y="186"/>
                    </a:lnTo>
                    <a:lnTo>
                      <a:pt x="834" y="186"/>
                    </a:lnTo>
                    <a:lnTo>
                      <a:pt x="834" y="190"/>
                    </a:lnTo>
                    <a:lnTo>
                      <a:pt x="832" y="190"/>
                    </a:lnTo>
                    <a:lnTo>
                      <a:pt x="828" y="190"/>
                    </a:lnTo>
                    <a:lnTo>
                      <a:pt x="828" y="186"/>
                    </a:lnTo>
                    <a:lnTo>
                      <a:pt x="824" y="182"/>
                    </a:lnTo>
                    <a:lnTo>
                      <a:pt x="824" y="186"/>
                    </a:lnTo>
                    <a:lnTo>
                      <a:pt x="828" y="186"/>
                    </a:lnTo>
                    <a:lnTo>
                      <a:pt x="828" y="190"/>
                    </a:lnTo>
                    <a:lnTo>
                      <a:pt x="832" y="190"/>
                    </a:lnTo>
                    <a:lnTo>
                      <a:pt x="832" y="194"/>
                    </a:lnTo>
                    <a:lnTo>
                      <a:pt x="828" y="194"/>
                    </a:lnTo>
                    <a:lnTo>
                      <a:pt x="824" y="198"/>
                    </a:lnTo>
                    <a:lnTo>
                      <a:pt x="824" y="194"/>
                    </a:lnTo>
                    <a:lnTo>
                      <a:pt x="820" y="194"/>
                    </a:lnTo>
                    <a:lnTo>
                      <a:pt x="820" y="190"/>
                    </a:lnTo>
                    <a:lnTo>
                      <a:pt x="816" y="190"/>
                    </a:lnTo>
                    <a:lnTo>
                      <a:pt x="816" y="186"/>
                    </a:lnTo>
                    <a:lnTo>
                      <a:pt x="812" y="186"/>
                    </a:lnTo>
                    <a:lnTo>
                      <a:pt x="816" y="190"/>
                    </a:lnTo>
                    <a:lnTo>
                      <a:pt x="816" y="194"/>
                    </a:lnTo>
                    <a:lnTo>
                      <a:pt x="812" y="194"/>
                    </a:lnTo>
                    <a:lnTo>
                      <a:pt x="808" y="194"/>
                    </a:lnTo>
                    <a:lnTo>
                      <a:pt x="806" y="194"/>
                    </a:lnTo>
                    <a:lnTo>
                      <a:pt x="806" y="190"/>
                    </a:lnTo>
                    <a:lnTo>
                      <a:pt x="802" y="190"/>
                    </a:lnTo>
                    <a:lnTo>
                      <a:pt x="802" y="194"/>
                    </a:lnTo>
                    <a:lnTo>
                      <a:pt x="806" y="194"/>
                    </a:lnTo>
                    <a:lnTo>
                      <a:pt x="802" y="194"/>
                    </a:lnTo>
                    <a:lnTo>
                      <a:pt x="798" y="194"/>
                    </a:lnTo>
                    <a:lnTo>
                      <a:pt x="794" y="194"/>
                    </a:lnTo>
                    <a:lnTo>
                      <a:pt x="794" y="190"/>
                    </a:lnTo>
                    <a:lnTo>
                      <a:pt x="790" y="190"/>
                    </a:lnTo>
                    <a:lnTo>
                      <a:pt x="790" y="194"/>
                    </a:lnTo>
                    <a:lnTo>
                      <a:pt x="794" y="194"/>
                    </a:lnTo>
                    <a:lnTo>
                      <a:pt x="802" y="198"/>
                    </a:lnTo>
                    <a:lnTo>
                      <a:pt x="798" y="198"/>
                    </a:lnTo>
                    <a:lnTo>
                      <a:pt x="794" y="198"/>
                    </a:lnTo>
                    <a:lnTo>
                      <a:pt x="790" y="198"/>
                    </a:lnTo>
                    <a:lnTo>
                      <a:pt x="786" y="198"/>
                    </a:lnTo>
                    <a:lnTo>
                      <a:pt x="782" y="198"/>
                    </a:lnTo>
                    <a:lnTo>
                      <a:pt x="778" y="198"/>
                    </a:lnTo>
                    <a:lnTo>
                      <a:pt x="776" y="198"/>
                    </a:lnTo>
                    <a:lnTo>
                      <a:pt x="772" y="198"/>
                    </a:lnTo>
                    <a:lnTo>
                      <a:pt x="772" y="194"/>
                    </a:lnTo>
                    <a:lnTo>
                      <a:pt x="776" y="194"/>
                    </a:lnTo>
                    <a:lnTo>
                      <a:pt x="772" y="190"/>
                    </a:lnTo>
                    <a:lnTo>
                      <a:pt x="768" y="190"/>
                    </a:lnTo>
                    <a:lnTo>
                      <a:pt x="772" y="190"/>
                    </a:lnTo>
                    <a:lnTo>
                      <a:pt x="772" y="194"/>
                    </a:lnTo>
                    <a:lnTo>
                      <a:pt x="768" y="194"/>
                    </a:lnTo>
                    <a:lnTo>
                      <a:pt x="768" y="198"/>
                    </a:lnTo>
                    <a:lnTo>
                      <a:pt x="764" y="198"/>
                    </a:lnTo>
                    <a:lnTo>
                      <a:pt x="760" y="194"/>
                    </a:lnTo>
                    <a:lnTo>
                      <a:pt x="756" y="194"/>
                    </a:lnTo>
                    <a:lnTo>
                      <a:pt x="756" y="190"/>
                    </a:lnTo>
                    <a:lnTo>
                      <a:pt x="756" y="194"/>
                    </a:lnTo>
                    <a:lnTo>
                      <a:pt x="756" y="198"/>
                    </a:lnTo>
                    <a:lnTo>
                      <a:pt x="752" y="198"/>
                    </a:lnTo>
                    <a:lnTo>
                      <a:pt x="752" y="194"/>
                    </a:lnTo>
                    <a:lnTo>
                      <a:pt x="752" y="198"/>
                    </a:lnTo>
                    <a:lnTo>
                      <a:pt x="748" y="198"/>
                    </a:lnTo>
                    <a:lnTo>
                      <a:pt x="746" y="198"/>
                    </a:lnTo>
                    <a:lnTo>
                      <a:pt x="742" y="194"/>
                    </a:lnTo>
                    <a:lnTo>
                      <a:pt x="746" y="194"/>
                    </a:lnTo>
                    <a:lnTo>
                      <a:pt x="742" y="190"/>
                    </a:lnTo>
                    <a:lnTo>
                      <a:pt x="742" y="186"/>
                    </a:lnTo>
                    <a:lnTo>
                      <a:pt x="742" y="182"/>
                    </a:lnTo>
                    <a:lnTo>
                      <a:pt x="738" y="186"/>
                    </a:lnTo>
                    <a:lnTo>
                      <a:pt x="742" y="186"/>
                    </a:lnTo>
                    <a:lnTo>
                      <a:pt x="742" y="190"/>
                    </a:lnTo>
                    <a:lnTo>
                      <a:pt x="742" y="194"/>
                    </a:lnTo>
                    <a:lnTo>
                      <a:pt x="738" y="194"/>
                    </a:lnTo>
                    <a:lnTo>
                      <a:pt x="742" y="194"/>
                    </a:lnTo>
                    <a:lnTo>
                      <a:pt x="742" y="190"/>
                    </a:lnTo>
                    <a:lnTo>
                      <a:pt x="738" y="190"/>
                    </a:lnTo>
                    <a:lnTo>
                      <a:pt x="738" y="194"/>
                    </a:lnTo>
                    <a:lnTo>
                      <a:pt x="734" y="194"/>
                    </a:lnTo>
                    <a:lnTo>
                      <a:pt x="732" y="194"/>
                    </a:lnTo>
                    <a:lnTo>
                      <a:pt x="728" y="190"/>
                    </a:lnTo>
                    <a:lnTo>
                      <a:pt x="732" y="186"/>
                    </a:lnTo>
                    <a:lnTo>
                      <a:pt x="728" y="186"/>
                    </a:lnTo>
                    <a:lnTo>
                      <a:pt x="728" y="182"/>
                    </a:lnTo>
                    <a:lnTo>
                      <a:pt x="732" y="182"/>
                    </a:lnTo>
                    <a:lnTo>
                      <a:pt x="734" y="182"/>
                    </a:lnTo>
                    <a:lnTo>
                      <a:pt x="734" y="180"/>
                    </a:lnTo>
                    <a:lnTo>
                      <a:pt x="738" y="180"/>
                    </a:lnTo>
                    <a:lnTo>
                      <a:pt x="742" y="176"/>
                    </a:lnTo>
                    <a:lnTo>
                      <a:pt x="746" y="176"/>
                    </a:lnTo>
                    <a:lnTo>
                      <a:pt x="748" y="176"/>
                    </a:lnTo>
                    <a:lnTo>
                      <a:pt x="752" y="176"/>
                    </a:lnTo>
                    <a:lnTo>
                      <a:pt x="756" y="176"/>
                    </a:lnTo>
                    <a:lnTo>
                      <a:pt x="760" y="176"/>
                    </a:lnTo>
                    <a:lnTo>
                      <a:pt x="756" y="176"/>
                    </a:lnTo>
                    <a:lnTo>
                      <a:pt x="760" y="176"/>
                    </a:lnTo>
                    <a:lnTo>
                      <a:pt x="764" y="176"/>
                    </a:lnTo>
                    <a:lnTo>
                      <a:pt x="768" y="176"/>
                    </a:lnTo>
                    <a:lnTo>
                      <a:pt x="764" y="172"/>
                    </a:lnTo>
                    <a:lnTo>
                      <a:pt x="760" y="172"/>
                    </a:lnTo>
                    <a:lnTo>
                      <a:pt x="764" y="172"/>
                    </a:lnTo>
                    <a:lnTo>
                      <a:pt x="760" y="172"/>
                    </a:lnTo>
                    <a:lnTo>
                      <a:pt x="760" y="168"/>
                    </a:lnTo>
                    <a:lnTo>
                      <a:pt x="764" y="168"/>
                    </a:lnTo>
                    <a:lnTo>
                      <a:pt x="760" y="168"/>
                    </a:lnTo>
                    <a:lnTo>
                      <a:pt x="756" y="168"/>
                    </a:lnTo>
                    <a:lnTo>
                      <a:pt x="752" y="168"/>
                    </a:lnTo>
                    <a:lnTo>
                      <a:pt x="752" y="164"/>
                    </a:lnTo>
                    <a:lnTo>
                      <a:pt x="748" y="160"/>
                    </a:lnTo>
                    <a:lnTo>
                      <a:pt x="746" y="160"/>
                    </a:lnTo>
                    <a:lnTo>
                      <a:pt x="746" y="158"/>
                    </a:lnTo>
                    <a:lnTo>
                      <a:pt x="748" y="158"/>
                    </a:lnTo>
                    <a:lnTo>
                      <a:pt x="752" y="158"/>
                    </a:lnTo>
                    <a:lnTo>
                      <a:pt x="752" y="154"/>
                    </a:lnTo>
                    <a:lnTo>
                      <a:pt x="760" y="154"/>
                    </a:lnTo>
                    <a:lnTo>
                      <a:pt x="764" y="154"/>
                    </a:lnTo>
                    <a:lnTo>
                      <a:pt x="768" y="154"/>
                    </a:lnTo>
                    <a:lnTo>
                      <a:pt x="772" y="158"/>
                    </a:lnTo>
                    <a:lnTo>
                      <a:pt x="776" y="158"/>
                    </a:lnTo>
                    <a:lnTo>
                      <a:pt x="778" y="160"/>
                    </a:lnTo>
                    <a:lnTo>
                      <a:pt x="782" y="164"/>
                    </a:lnTo>
                    <a:lnTo>
                      <a:pt x="782" y="168"/>
                    </a:lnTo>
                    <a:lnTo>
                      <a:pt x="778" y="168"/>
                    </a:lnTo>
                    <a:lnTo>
                      <a:pt x="782" y="168"/>
                    </a:lnTo>
                    <a:lnTo>
                      <a:pt x="782" y="164"/>
                    </a:lnTo>
                    <a:lnTo>
                      <a:pt x="786" y="168"/>
                    </a:lnTo>
                    <a:lnTo>
                      <a:pt x="790" y="168"/>
                    </a:lnTo>
                    <a:lnTo>
                      <a:pt x="794" y="168"/>
                    </a:lnTo>
                    <a:lnTo>
                      <a:pt x="794" y="172"/>
                    </a:lnTo>
                    <a:lnTo>
                      <a:pt x="798" y="172"/>
                    </a:lnTo>
                    <a:lnTo>
                      <a:pt x="798" y="168"/>
                    </a:lnTo>
                    <a:lnTo>
                      <a:pt x="802" y="168"/>
                    </a:lnTo>
                    <a:lnTo>
                      <a:pt x="806" y="168"/>
                    </a:lnTo>
                    <a:lnTo>
                      <a:pt x="808" y="168"/>
                    </a:lnTo>
                    <a:lnTo>
                      <a:pt x="812" y="168"/>
                    </a:lnTo>
                    <a:lnTo>
                      <a:pt x="808" y="168"/>
                    </a:lnTo>
                    <a:lnTo>
                      <a:pt x="808" y="164"/>
                    </a:lnTo>
                    <a:lnTo>
                      <a:pt x="812" y="164"/>
                    </a:lnTo>
                    <a:lnTo>
                      <a:pt x="816" y="164"/>
                    </a:lnTo>
                    <a:lnTo>
                      <a:pt x="820" y="160"/>
                    </a:lnTo>
                    <a:lnTo>
                      <a:pt x="824" y="158"/>
                    </a:lnTo>
                    <a:lnTo>
                      <a:pt x="828" y="154"/>
                    </a:lnTo>
                    <a:lnTo>
                      <a:pt x="828" y="150"/>
                    </a:lnTo>
                    <a:lnTo>
                      <a:pt x="832" y="150"/>
                    </a:lnTo>
                    <a:lnTo>
                      <a:pt x="828" y="150"/>
                    </a:lnTo>
                    <a:lnTo>
                      <a:pt x="824" y="150"/>
                    </a:lnTo>
                    <a:lnTo>
                      <a:pt x="824" y="154"/>
                    </a:lnTo>
                    <a:lnTo>
                      <a:pt x="820" y="154"/>
                    </a:lnTo>
                    <a:lnTo>
                      <a:pt x="820" y="158"/>
                    </a:lnTo>
                    <a:lnTo>
                      <a:pt x="816" y="158"/>
                    </a:lnTo>
                    <a:lnTo>
                      <a:pt x="816" y="160"/>
                    </a:lnTo>
                    <a:lnTo>
                      <a:pt x="812" y="160"/>
                    </a:lnTo>
                    <a:lnTo>
                      <a:pt x="812" y="164"/>
                    </a:lnTo>
                    <a:lnTo>
                      <a:pt x="808" y="164"/>
                    </a:lnTo>
                    <a:lnTo>
                      <a:pt x="806" y="164"/>
                    </a:lnTo>
                    <a:lnTo>
                      <a:pt x="802" y="164"/>
                    </a:lnTo>
                    <a:lnTo>
                      <a:pt x="798" y="164"/>
                    </a:lnTo>
                    <a:lnTo>
                      <a:pt x="794" y="164"/>
                    </a:lnTo>
                    <a:lnTo>
                      <a:pt x="794" y="160"/>
                    </a:lnTo>
                    <a:lnTo>
                      <a:pt x="798" y="160"/>
                    </a:lnTo>
                    <a:lnTo>
                      <a:pt x="802" y="160"/>
                    </a:lnTo>
                    <a:lnTo>
                      <a:pt x="798" y="158"/>
                    </a:lnTo>
                    <a:lnTo>
                      <a:pt x="798" y="160"/>
                    </a:lnTo>
                    <a:lnTo>
                      <a:pt x="794" y="160"/>
                    </a:lnTo>
                    <a:lnTo>
                      <a:pt x="790" y="160"/>
                    </a:lnTo>
                    <a:lnTo>
                      <a:pt x="786" y="160"/>
                    </a:lnTo>
                    <a:lnTo>
                      <a:pt x="786" y="158"/>
                    </a:lnTo>
                    <a:lnTo>
                      <a:pt x="790" y="158"/>
                    </a:lnTo>
                    <a:lnTo>
                      <a:pt x="786" y="158"/>
                    </a:lnTo>
                    <a:lnTo>
                      <a:pt x="786" y="154"/>
                    </a:lnTo>
                    <a:lnTo>
                      <a:pt x="790" y="154"/>
                    </a:lnTo>
                    <a:lnTo>
                      <a:pt x="794" y="154"/>
                    </a:lnTo>
                    <a:lnTo>
                      <a:pt x="798" y="154"/>
                    </a:lnTo>
                    <a:lnTo>
                      <a:pt x="802" y="154"/>
                    </a:lnTo>
                    <a:lnTo>
                      <a:pt x="798" y="154"/>
                    </a:lnTo>
                    <a:lnTo>
                      <a:pt x="794" y="154"/>
                    </a:lnTo>
                    <a:lnTo>
                      <a:pt x="790" y="154"/>
                    </a:lnTo>
                    <a:lnTo>
                      <a:pt x="786" y="154"/>
                    </a:lnTo>
                    <a:lnTo>
                      <a:pt x="782" y="154"/>
                    </a:lnTo>
                    <a:lnTo>
                      <a:pt x="786" y="150"/>
                    </a:lnTo>
                    <a:lnTo>
                      <a:pt x="790" y="150"/>
                    </a:lnTo>
                    <a:lnTo>
                      <a:pt x="794" y="150"/>
                    </a:lnTo>
                    <a:lnTo>
                      <a:pt x="798" y="150"/>
                    </a:lnTo>
                    <a:lnTo>
                      <a:pt x="802" y="150"/>
                    </a:lnTo>
                    <a:lnTo>
                      <a:pt x="798" y="150"/>
                    </a:lnTo>
                    <a:lnTo>
                      <a:pt x="794" y="150"/>
                    </a:lnTo>
                    <a:lnTo>
                      <a:pt x="790" y="150"/>
                    </a:lnTo>
                    <a:lnTo>
                      <a:pt x="790" y="146"/>
                    </a:lnTo>
                    <a:lnTo>
                      <a:pt x="794" y="146"/>
                    </a:lnTo>
                    <a:lnTo>
                      <a:pt x="798" y="146"/>
                    </a:lnTo>
                    <a:lnTo>
                      <a:pt x="802" y="146"/>
                    </a:lnTo>
                    <a:lnTo>
                      <a:pt x="806" y="146"/>
                    </a:lnTo>
                    <a:lnTo>
                      <a:pt x="802" y="146"/>
                    </a:lnTo>
                    <a:lnTo>
                      <a:pt x="798" y="146"/>
                    </a:lnTo>
                    <a:lnTo>
                      <a:pt x="794" y="146"/>
                    </a:lnTo>
                    <a:lnTo>
                      <a:pt x="794" y="142"/>
                    </a:lnTo>
                    <a:lnTo>
                      <a:pt x="798" y="142"/>
                    </a:lnTo>
                    <a:lnTo>
                      <a:pt x="794" y="142"/>
                    </a:lnTo>
                    <a:lnTo>
                      <a:pt x="794" y="138"/>
                    </a:lnTo>
                    <a:lnTo>
                      <a:pt x="794" y="136"/>
                    </a:lnTo>
                    <a:lnTo>
                      <a:pt x="798" y="136"/>
                    </a:lnTo>
                    <a:lnTo>
                      <a:pt x="794" y="138"/>
                    </a:lnTo>
                    <a:lnTo>
                      <a:pt x="794" y="142"/>
                    </a:lnTo>
                    <a:lnTo>
                      <a:pt x="790" y="142"/>
                    </a:lnTo>
                    <a:lnTo>
                      <a:pt x="790" y="146"/>
                    </a:lnTo>
                    <a:lnTo>
                      <a:pt x="786" y="150"/>
                    </a:lnTo>
                    <a:lnTo>
                      <a:pt x="782" y="150"/>
                    </a:lnTo>
                    <a:lnTo>
                      <a:pt x="778" y="150"/>
                    </a:lnTo>
                    <a:lnTo>
                      <a:pt x="776" y="150"/>
                    </a:lnTo>
                    <a:lnTo>
                      <a:pt x="776" y="146"/>
                    </a:lnTo>
                    <a:lnTo>
                      <a:pt x="778" y="146"/>
                    </a:lnTo>
                    <a:lnTo>
                      <a:pt x="778" y="142"/>
                    </a:lnTo>
                    <a:lnTo>
                      <a:pt x="776" y="142"/>
                    </a:lnTo>
                    <a:lnTo>
                      <a:pt x="776" y="146"/>
                    </a:lnTo>
                    <a:lnTo>
                      <a:pt x="772" y="146"/>
                    </a:lnTo>
                    <a:lnTo>
                      <a:pt x="768" y="146"/>
                    </a:lnTo>
                    <a:lnTo>
                      <a:pt x="768" y="150"/>
                    </a:lnTo>
                    <a:lnTo>
                      <a:pt x="764" y="150"/>
                    </a:lnTo>
                    <a:lnTo>
                      <a:pt x="760" y="150"/>
                    </a:lnTo>
                    <a:lnTo>
                      <a:pt x="756" y="150"/>
                    </a:lnTo>
                    <a:lnTo>
                      <a:pt x="756" y="146"/>
                    </a:lnTo>
                    <a:lnTo>
                      <a:pt x="760" y="146"/>
                    </a:lnTo>
                    <a:lnTo>
                      <a:pt x="756" y="146"/>
                    </a:lnTo>
                    <a:lnTo>
                      <a:pt x="756" y="142"/>
                    </a:lnTo>
                    <a:lnTo>
                      <a:pt x="756" y="138"/>
                    </a:lnTo>
                    <a:lnTo>
                      <a:pt x="760" y="138"/>
                    </a:lnTo>
                    <a:lnTo>
                      <a:pt x="760" y="136"/>
                    </a:lnTo>
                    <a:lnTo>
                      <a:pt x="764" y="136"/>
                    </a:lnTo>
                    <a:lnTo>
                      <a:pt x="760" y="136"/>
                    </a:lnTo>
                    <a:lnTo>
                      <a:pt x="764" y="132"/>
                    </a:lnTo>
                    <a:lnTo>
                      <a:pt x="768" y="128"/>
                    </a:lnTo>
                    <a:lnTo>
                      <a:pt x="772" y="128"/>
                    </a:lnTo>
                    <a:lnTo>
                      <a:pt x="776" y="128"/>
                    </a:lnTo>
                    <a:lnTo>
                      <a:pt x="778" y="128"/>
                    </a:lnTo>
                    <a:lnTo>
                      <a:pt x="782" y="128"/>
                    </a:lnTo>
                    <a:lnTo>
                      <a:pt x="786" y="128"/>
                    </a:lnTo>
                    <a:lnTo>
                      <a:pt x="786" y="124"/>
                    </a:lnTo>
                    <a:lnTo>
                      <a:pt x="790" y="124"/>
                    </a:lnTo>
                    <a:lnTo>
                      <a:pt x="794" y="128"/>
                    </a:lnTo>
                    <a:lnTo>
                      <a:pt x="798" y="128"/>
                    </a:lnTo>
                    <a:lnTo>
                      <a:pt x="802" y="128"/>
                    </a:lnTo>
                    <a:lnTo>
                      <a:pt x="806" y="128"/>
                    </a:lnTo>
                    <a:lnTo>
                      <a:pt x="808" y="128"/>
                    </a:lnTo>
                    <a:lnTo>
                      <a:pt x="812" y="128"/>
                    </a:lnTo>
                    <a:lnTo>
                      <a:pt x="816" y="128"/>
                    </a:lnTo>
                    <a:lnTo>
                      <a:pt x="816" y="132"/>
                    </a:lnTo>
                    <a:lnTo>
                      <a:pt x="820" y="132"/>
                    </a:lnTo>
                    <a:lnTo>
                      <a:pt x="824" y="132"/>
                    </a:lnTo>
                    <a:lnTo>
                      <a:pt x="828" y="136"/>
                    </a:lnTo>
                    <a:lnTo>
                      <a:pt x="832" y="136"/>
                    </a:lnTo>
                    <a:lnTo>
                      <a:pt x="828" y="136"/>
                    </a:lnTo>
                    <a:lnTo>
                      <a:pt x="828" y="132"/>
                    </a:lnTo>
                    <a:lnTo>
                      <a:pt x="832" y="132"/>
                    </a:lnTo>
                    <a:lnTo>
                      <a:pt x="828" y="132"/>
                    </a:lnTo>
                    <a:lnTo>
                      <a:pt x="824" y="132"/>
                    </a:lnTo>
                    <a:lnTo>
                      <a:pt x="820" y="132"/>
                    </a:lnTo>
                    <a:lnTo>
                      <a:pt x="820" y="128"/>
                    </a:lnTo>
                    <a:lnTo>
                      <a:pt x="816" y="128"/>
                    </a:lnTo>
                    <a:lnTo>
                      <a:pt x="820" y="128"/>
                    </a:lnTo>
                    <a:lnTo>
                      <a:pt x="824" y="128"/>
                    </a:lnTo>
                    <a:lnTo>
                      <a:pt x="828" y="128"/>
                    </a:lnTo>
                    <a:lnTo>
                      <a:pt x="832" y="128"/>
                    </a:lnTo>
                    <a:lnTo>
                      <a:pt x="834" y="128"/>
                    </a:lnTo>
                    <a:lnTo>
                      <a:pt x="838" y="128"/>
                    </a:lnTo>
                    <a:lnTo>
                      <a:pt x="834" y="128"/>
                    </a:lnTo>
                    <a:lnTo>
                      <a:pt x="838" y="128"/>
                    </a:lnTo>
                    <a:lnTo>
                      <a:pt x="838" y="124"/>
                    </a:lnTo>
                    <a:lnTo>
                      <a:pt x="842" y="124"/>
                    </a:lnTo>
                    <a:lnTo>
                      <a:pt x="842" y="120"/>
                    </a:lnTo>
                    <a:lnTo>
                      <a:pt x="838" y="120"/>
                    </a:lnTo>
                    <a:lnTo>
                      <a:pt x="834" y="124"/>
                    </a:lnTo>
                    <a:lnTo>
                      <a:pt x="832" y="124"/>
                    </a:lnTo>
                    <a:lnTo>
                      <a:pt x="832" y="128"/>
                    </a:lnTo>
                    <a:lnTo>
                      <a:pt x="828" y="128"/>
                    </a:lnTo>
                    <a:lnTo>
                      <a:pt x="824" y="128"/>
                    </a:lnTo>
                    <a:lnTo>
                      <a:pt x="824" y="124"/>
                    </a:lnTo>
                    <a:lnTo>
                      <a:pt x="820" y="124"/>
                    </a:lnTo>
                    <a:lnTo>
                      <a:pt x="816" y="124"/>
                    </a:lnTo>
                    <a:lnTo>
                      <a:pt x="812" y="124"/>
                    </a:lnTo>
                    <a:lnTo>
                      <a:pt x="808" y="124"/>
                    </a:lnTo>
                    <a:lnTo>
                      <a:pt x="806" y="124"/>
                    </a:lnTo>
                    <a:lnTo>
                      <a:pt x="802" y="124"/>
                    </a:lnTo>
                    <a:lnTo>
                      <a:pt x="798" y="124"/>
                    </a:lnTo>
                    <a:lnTo>
                      <a:pt x="794" y="124"/>
                    </a:lnTo>
                    <a:lnTo>
                      <a:pt x="794" y="120"/>
                    </a:lnTo>
                    <a:lnTo>
                      <a:pt x="798" y="120"/>
                    </a:lnTo>
                    <a:lnTo>
                      <a:pt x="806" y="120"/>
                    </a:lnTo>
                    <a:lnTo>
                      <a:pt x="808" y="120"/>
                    </a:lnTo>
                    <a:lnTo>
                      <a:pt x="808" y="124"/>
                    </a:lnTo>
                    <a:lnTo>
                      <a:pt x="812" y="124"/>
                    </a:lnTo>
                    <a:lnTo>
                      <a:pt x="816" y="120"/>
                    </a:lnTo>
                    <a:lnTo>
                      <a:pt x="812" y="120"/>
                    </a:lnTo>
                    <a:lnTo>
                      <a:pt x="808" y="120"/>
                    </a:lnTo>
                    <a:lnTo>
                      <a:pt x="806" y="120"/>
                    </a:lnTo>
                    <a:lnTo>
                      <a:pt x="806" y="116"/>
                    </a:lnTo>
                    <a:lnTo>
                      <a:pt x="802" y="116"/>
                    </a:lnTo>
                    <a:lnTo>
                      <a:pt x="802" y="112"/>
                    </a:lnTo>
                    <a:lnTo>
                      <a:pt x="798" y="112"/>
                    </a:lnTo>
                    <a:lnTo>
                      <a:pt x="798" y="108"/>
                    </a:lnTo>
                    <a:lnTo>
                      <a:pt x="794" y="108"/>
                    </a:lnTo>
                    <a:lnTo>
                      <a:pt x="790" y="106"/>
                    </a:lnTo>
                    <a:lnTo>
                      <a:pt x="786" y="106"/>
                    </a:lnTo>
                    <a:lnTo>
                      <a:pt x="786" y="102"/>
                    </a:lnTo>
                    <a:lnTo>
                      <a:pt x="782" y="102"/>
                    </a:lnTo>
                    <a:lnTo>
                      <a:pt x="778" y="102"/>
                    </a:lnTo>
                    <a:lnTo>
                      <a:pt x="776" y="102"/>
                    </a:lnTo>
                    <a:lnTo>
                      <a:pt x="772" y="102"/>
                    </a:lnTo>
                    <a:lnTo>
                      <a:pt x="772" y="98"/>
                    </a:lnTo>
                    <a:lnTo>
                      <a:pt x="772" y="94"/>
                    </a:lnTo>
                    <a:lnTo>
                      <a:pt x="776" y="94"/>
                    </a:lnTo>
                    <a:lnTo>
                      <a:pt x="778" y="94"/>
                    </a:lnTo>
                    <a:lnTo>
                      <a:pt x="778" y="98"/>
                    </a:lnTo>
                    <a:lnTo>
                      <a:pt x="782" y="98"/>
                    </a:lnTo>
                    <a:lnTo>
                      <a:pt x="786" y="98"/>
                    </a:lnTo>
                    <a:lnTo>
                      <a:pt x="782" y="94"/>
                    </a:lnTo>
                    <a:lnTo>
                      <a:pt x="776" y="94"/>
                    </a:lnTo>
                    <a:lnTo>
                      <a:pt x="772" y="94"/>
                    </a:lnTo>
                    <a:lnTo>
                      <a:pt x="768" y="94"/>
                    </a:lnTo>
                    <a:lnTo>
                      <a:pt x="768" y="90"/>
                    </a:lnTo>
                    <a:lnTo>
                      <a:pt x="772" y="86"/>
                    </a:lnTo>
                    <a:lnTo>
                      <a:pt x="776" y="82"/>
                    </a:lnTo>
                    <a:lnTo>
                      <a:pt x="778" y="82"/>
                    </a:lnTo>
                    <a:lnTo>
                      <a:pt x="782" y="86"/>
                    </a:lnTo>
                    <a:lnTo>
                      <a:pt x="786" y="86"/>
                    </a:lnTo>
                    <a:lnTo>
                      <a:pt x="790" y="86"/>
                    </a:lnTo>
                    <a:lnTo>
                      <a:pt x="794" y="86"/>
                    </a:lnTo>
                    <a:lnTo>
                      <a:pt x="798" y="86"/>
                    </a:lnTo>
                    <a:lnTo>
                      <a:pt x="802" y="86"/>
                    </a:lnTo>
                    <a:lnTo>
                      <a:pt x="806" y="86"/>
                    </a:lnTo>
                    <a:lnTo>
                      <a:pt x="808" y="86"/>
                    </a:lnTo>
                    <a:lnTo>
                      <a:pt x="812" y="86"/>
                    </a:lnTo>
                    <a:lnTo>
                      <a:pt x="812" y="90"/>
                    </a:lnTo>
                    <a:lnTo>
                      <a:pt x="816" y="90"/>
                    </a:lnTo>
                    <a:lnTo>
                      <a:pt x="820" y="90"/>
                    </a:lnTo>
                    <a:lnTo>
                      <a:pt x="820" y="94"/>
                    </a:lnTo>
                    <a:lnTo>
                      <a:pt x="824" y="94"/>
                    </a:lnTo>
                    <a:lnTo>
                      <a:pt x="828" y="94"/>
                    </a:lnTo>
                    <a:lnTo>
                      <a:pt x="832" y="98"/>
                    </a:lnTo>
                    <a:lnTo>
                      <a:pt x="834" y="98"/>
                    </a:lnTo>
                    <a:lnTo>
                      <a:pt x="834" y="102"/>
                    </a:lnTo>
                    <a:lnTo>
                      <a:pt x="838" y="102"/>
                    </a:lnTo>
                    <a:lnTo>
                      <a:pt x="838" y="106"/>
                    </a:lnTo>
                    <a:lnTo>
                      <a:pt x="842" y="106"/>
                    </a:lnTo>
                    <a:lnTo>
                      <a:pt x="846" y="106"/>
                    </a:lnTo>
                    <a:lnTo>
                      <a:pt x="850" y="106"/>
                    </a:lnTo>
                    <a:lnTo>
                      <a:pt x="854" y="106"/>
                    </a:lnTo>
                    <a:lnTo>
                      <a:pt x="858" y="106"/>
                    </a:lnTo>
                    <a:lnTo>
                      <a:pt x="862" y="106"/>
                    </a:lnTo>
                    <a:lnTo>
                      <a:pt x="864" y="106"/>
                    </a:lnTo>
                    <a:lnTo>
                      <a:pt x="864" y="102"/>
                    </a:lnTo>
                    <a:lnTo>
                      <a:pt x="862" y="102"/>
                    </a:lnTo>
                    <a:lnTo>
                      <a:pt x="858" y="102"/>
                    </a:lnTo>
                    <a:lnTo>
                      <a:pt x="858" y="106"/>
                    </a:lnTo>
                    <a:lnTo>
                      <a:pt x="854" y="106"/>
                    </a:lnTo>
                    <a:lnTo>
                      <a:pt x="850" y="106"/>
                    </a:lnTo>
                    <a:lnTo>
                      <a:pt x="846" y="102"/>
                    </a:lnTo>
                    <a:lnTo>
                      <a:pt x="842" y="102"/>
                    </a:lnTo>
                    <a:lnTo>
                      <a:pt x="838" y="98"/>
                    </a:lnTo>
                    <a:lnTo>
                      <a:pt x="842" y="98"/>
                    </a:lnTo>
                    <a:lnTo>
                      <a:pt x="842" y="94"/>
                    </a:lnTo>
                    <a:lnTo>
                      <a:pt x="838" y="94"/>
                    </a:lnTo>
                    <a:lnTo>
                      <a:pt x="834" y="94"/>
                    </a:lnTo>
                    <a:lnTo>
                      <a:pt x="832" y="94"/>
                    </a:lnTo>
                    <a:lnTo>
                      <a:pt x="828" y="94"/>
                    </a:lnTo>
                    <a:lnTo>
                      <a:pt x="824" y="90"/>
                    </a:lnTo>
                    <a:lnTo>
                      <a:pt x="820" y="86"/>
                    </a:lnTo>
                    <a:lnTo>
                      <a:pt x="816" y="86"/>
                    </a:lnTo>
                    <a:lnTo>
                      <a:pt x="816" y="82"/>
                    </a:lnTo>
                    <a:lnTo>
                      <a:pt x="820" y="82"/>
                    </a:lnTo>
                    <a:lnTo>
                      <a:pt x="824" y="82"/>
                    </a:lnTo>
                    <a:lnTo>
                      <a:pt x="828" y="82"/>
                    </a:lnTo>
                    <a:lnTo>
                      <a:pt x="832" y="82"/>
                    </a:lnTo>
                    <a:lnTo>
                      <a:pt x="834" y="82"/>
                    </a:lnTo>
                    <a:lnTo>
                      <a:pt x="838" y="82"/>
                    </a:lnTo>
                    <a:lnTo>
                      <a:pt x="842" y="82"/>
                    </a:lnTo>
                    <a:lnTo>
                      <a:pt x="846" y="82"/>
                    </a:lnTo>
                    <a:lnTo>
                      <a:pt x="850" y="82"/>
                    </a:lnTo>
                    <a:lnTo>
                      <a:pt x="850" y="78"/>
                    </a:lnTo>
                    <a:lnTo>
                      <a:pt x="854" y="78"/>
                    </a:lnTo>
                    <a:lnTo>
                      <a:pt x="858" y="78"/>
                    </a:lnTo>
                    <a:lnTo>
                      <a:pt x="862" y="78"/>
                    </a:lnTo>
                    <a:lnTo>
                      <a:pt x="864" y="78"/>
                    </a:lnTo>
                    <a:lnTo>
                      <a:pt x="868" y="78"/>
                    </a:lnTo>
                    <a:lnTo>
                      <a:pt x="872" y="78"/>
                    </a:lnTo>
                    <a:lnTo>
                      <a:pt x="876" y="78"/>
                    </a:lnTo>
                    <a:lnTo>
                      <a:pt x="880" y="78"/>
                    </a:lnTo>
                    <a:lnTo>
                      <a:pt x="884" y="78"/>
                    </a:lnTo>
                    <a:lnTo>
                      <a:pt x="888" y="78"/>
                    </a:lnTo>
                    <a:lnTo>
                      <a:pt x="890" y="78"/>
                    </a:lnTo>
                    <a:lnTo>
                      <a:pt x="890" y="76"/>
                    </a:lnTo>
                    <a:lnTo>
                      <a:pt x="888" y="76"/>
                    </a:lnTo>
                    <a:lnTo>
                      <a:pt x="880" y="76"/>
                    </a:lnTo>
                    <a:lnTo>
                      <a:pt x="876" y="76"/>
                    </a:lnTo>
                    <a:lnTo>
                      <a:pt x="872" y="76"/>
                    </a:lnTo>
                    <a:lnTo>
                      <a:pt x="868" y="76"/>
                    </a:lnTo>
                    <a:lnTo>
                      <a:pt x="864" y="76"/>
                    </a:lnTo>
                    <a:lnTo>
                      <a:pt x="868" y="76"/>
                    </a:lnTo>
                    <a:lnTo>
                      <a:pt x="872" y="76"/>
                    </a:lnTo>
                    <a:lnTo>
                      <a:pt x="876" y="72"/>
                    </a:lnTo>
                    <a:lnTo>
                      <a:pt x="880" y="72"/>
                    </a:lnTo>
                    <a:lnTo>
                      <a:pt x="884" y="72"/>
                    </a:lnTo>
                    <a:lnTo>
                      <a:pt x="888" y="72"/>
                    </a:lnTo>
                    <a:lnTo>
                      <a:pt x="890" y="72"/>
                    </a:lnTo>
                    <a:lnTo>
                      <a:pt x="894" y="72"/>
                    </a:lnTo>
                    <a:lnTo>
                      <a:pt x="902" y="68"/>
                    </a:lnTo>
                    <a:lnTo>
                      <a:pt x="906" y="68"/>
                    </a:lnTo>
                    <a:lnTo>
                      <a:pt x="910" y="68"/>
                    </a:lnTo>
                    <a:lnTo>
                      <a:pt x="914" y="68"/>
                    </a:lnTo>
                    <a:lnTo>
                      <a:pt x="910" y="68"/>
                    </a:lnTo>
                    <a:lnTo>
                      <a:pt x="906" y="68"/>
                    </a:lnTo>
                    <a:lnTo>
                      <a:pt x="902" y="68"/>
                    </a:lnTo>
                    <a:lnTo>
                      <a:pt x="898" y="68"/>
                    </a:lnTo>
                    <a:lnTo>
                      <a:pt x="894" y="68"/>
                    </a:lnTo>
                    <a:lnTo>
                      <a:pt x="890" y="68"/>
                    </a:lnTo>
                    <a:lnTo>
                      <a:pt x="884" y="68"/>
                    </a:lnTo>
                    <a:lnTo>
                      <a:pt x="880" y="68"/>
                    </a:lnTo>
                    <a:lnTo>
                      <a:pt x="876" y="68"/>
                    </a:lnTo>
                    <a:lnTo>
                      <a:pt x="876" y="64"/>
                    </a:lnTo>
                    <a:lnTo>
                      <a:pt x="880" y="64"/>
                    </a:lnTo>
                    <a:lnTo>
                      <a:pt x="884" y="64"/>
                    </a:lnTo>
                    <a:lnTo>
                      <a:pt x="884" y="60"/>
                    </a:lnTo>
                    <a:lnTo>
                      <a:pt x="888" y="60"/>
                    </a:lnTo>
                    <a:lnTo>
                      <a:pt x="890" y="56"/>
                    </a:lnTo>
                    <a:lnTo>
                      <a:pt x="894" y="56"/>
                    </a:lnTo>
                    <a:lnTo>
                      <a:pt x="898" y="56"/>
                    </a:lnTo>
                    <a:lnTo>
                      <a:pt x="902" y="52"/>
                    </a:lnTo>
                    <a:lnTo>
                      <a:pt x="906" y="52"/>
                    </a:lnTo>
                    <a:lnTo>
                      <a:pt x="910" y="52"/>
                    </a:lnTo>
                    <a:lnTo>
                      <a:pt x="906" y="52"/>
                    </a:lnTo>
                    <a:lnTo>
                      <a:pt x="902" y="52"/>
                    </a:lnTo>
                    <a:lnTo>
                      <a:pt x="898" y="52"/>
                    </a:lnTo>
                    <a:lnTo>
                      <a:pt x="894" y="52"/>
                    </a:lnTo>
                    <a:lnTo>
                      <a:pt x="890" y="56"/>
                    </a:lnTo>
                    <a:lnTo>
                      <a:pt x="888" y="56"/>
                    </a:lnTo>
                    <a:lnTo>
                      <a:pt x="884" y="56"/>
                    </a:lnTo>
                    <a:lnTo>
                      <a:pt x="884" y="60"/>
                    </a:lnTo>
                    <a:lnTo>
                      <a:pt x="880" y="60"/>
                    </a:lnTo>
                    <a:lnTo>
                      <a:pt x="876" y="60"/>
                    </a:lnTo>
                    <a:lnTo>
                      <a:pt x="872" y="60"/>
                    </a:lnTo>
                    <a:lnTo>
                      <a:pt x="868" y="60"/>
                    </a:lnTo>
                    <a:lnTo>
                      <a:pt x="872" y="60"/>
                    </a:lnTo>
                    <a:lnTo>
                      <a:pt x="876" y="60"/>
                    </a:lnTo>
                    <a:lnTo>
                      <a:pt x="876" y="64"/>
                    </a:lnTo>
                    <a:lnTo>
                      <a:pt x="872" y="64"/>
                    </a:lnTo>
                    <a:lnTo>
                      <a:pt x="876" y="64"/>
                    </a:lnTo>
                    <a:lnTo>
                      <a:pt x="872" y="68"/>
                    </a:lnTo>
                    <a:lnTo>
                      <a:pt x="868" y="72"/>
                    </a:lnTo>
                    <a:lnTo>
                      <a:pt x="864" y="72"/>
                    </a:lnTo>
                    <a:lnTo>
                      <a:pt x="862" y="72"/>
                    </a:lnTo>
                    <a:lnTo>
                      <a:pt x="858" y="72"/>
                    </a:lnTo>
                    <a:lnTo>
                      <a:pt x="854" y="72"/>
                    </a:lnTo>
                    <a:lnTo>
                      <a:pt x="854" y="76"/>
                    </a:lnTo>
                    <a:lnTo>
                      <a:pt x="850" y="76"/>
                    </a:lnTo>
                    <a:lnTo>
                      <a:pt x="842" y="76"/>
                    </a:lnTo>
                    <a:lnTo>
                      <a:pt x="838" y="76"/>
                    </a:lnTo>
                    <a:lnTo>
                      <a:pt x="834" y="76"/>
                    </a:lnTo>
                    <a:lnTo>
                      <a:pt x="828" y="78"/>
                    </a:lnTo>
                    <a:lnTo>
                      <a:pt x="824" y="78"/>
                    </a:lnTo>
                    <a:lnTo>
                      <a:pt x="820" y="78"/>
                    </a:lnTo>
                    <a:lnTo>
                      <a:pt x="820" y="78"/>
                    </a:lnTo>
                    <a:lnTo>
                      <a:pt x="820" y="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5" name="Freeform 69"/>
              <p:cNvSpPr>
                <a:spLocks/>
              </p:cNvSpPr>
              <p:nvPr/>
            </p:nvSpPr>
            <p:spPr bwMode="gray">
              <a:xfrm>
                <a:off x="2688479" y="4185767"/>
                <a:ext cx="83485" cy="97399"/>
              </a:xfrm>
              <a:custGeom>
                <a:avLst/>
                <a:gdLst>
                  <a:gd name="T0" fmla="*/ 6 w 48"/>
                  <a:gd name="T1" fmla="*/ 22 h 56"/>
                  <a:gd name="T2" fmla="*/ 2 w 48"/>
                  <a:gd name="T3" fmla="*/ 22 h 56"/>
                  <a:gd name="T4" fmla="*/ 2 w 48"/>
                  <a:gd name="T5" fmla="*/ 18 h 56"/>
                  <a:gd name="T6" fmla="*/ 0 w 48"/>
                  <a:gd name="T7" fmla="*/ 16 h 56"/>
                  <a:gd name="T8" fmla="*/ 2 w 48"/>
                  <a:gd name="T9" fmla="*/ 12 h 56"/>
                  <a:gd name="T10" fmla="*/ 0 w 48"/>
                  <a:gd name="T11" fmla="*/ 8 h 56"/>
                  <a:gd name="T12" fmla="*/ 0 w 48"/>
                  <a:gd name="T13" fmla="*/ 4 h 56"/>
                  <a:gd name="T14" fmla="*/ 2 w 48"/>
                  <a:gd name="T15" fmla="*/ 4 h 56"/>
                  <a:gd name="T16" fmla="*/ 2 w 48"/>
                  <a:gd name="T17" fmla="*/ 0 h 56"/>
                  <a:gd name="T18" fmla="*/ 6 w 48"/>
                  <a:gd name="T19" fmla="*/ 4 h 56"/>
                  <a:gd name="T20" fmla="*/ 10 w 48"/>
                  <a:gd name="T21" fmla="*/ 4 h 56"/>
                  <a:gd name="T22" fmla="*/ 18 w 48"/>
                  <a:gd name="T23" fmla="*/ 4 h 56"/>
                  <a:gd name="T24" fmla="*/ 26 w 48"/>
                  <a:gd name="T25" fmla="*/ 8 h 56"/>
                  <a:gd name="T26" fmla="*/ 26 w 48"/>
                  <a:gd name="T27" fmla="*/ 8 h 56"/>
                  <a:gd name="T28" fmla="*/ 28 w 48"/>
                  <a:gd name="T29" fmla="*/ 8 h 56"/>
                  <a:gd name="T30" fmla="*/ 28 w 48"/>
                  <a:gd name="T31" fmla="*/ 8 h 56"/>
                  <a:gd name="T32" fmla="*/ 32 w 48"/>
                  <a:gd name="T33" fmla="*/ 4 h 56"/>
                  <a:gd name="T34" fmla="*/ 32 w 48"/>
                  <a:gd name="T35" fmla="*/ 8 h 56"/>
                  <a:gd name="T36" fmla="*/ 32 w 48"/>
                  <a:gd name="T37" fmla="*/ 8 h 56"/>
                  <a:gd name="T38" fmla="*/ 36 w 48"/>
                  <a:gd name="T39" fmla="*/ 16 h 56"/>
                  <a:gd name="T40" fmla="*/ 40 w 48"/>
                  <a:gd name="T41" fmla="*/ 22 h 56"/>
                  <a:gd name="T42" fmla="*/ 44 w 48"/>
                  <a:gd name="T43" fmla="*/ 26 h 56"/>
                  <a:gd name="T44" fmla="*/ 48 w 48"/>
                  <a:gd name="T45" fmla="*/ 30 h 56"/>
                  <a:gd name="T46" fmla="*/ 44 w 48"/>
                  <a:gd name="T47" fmla="*/ 30 h 56"/>
                  <a:gd name="T48" fmla="*/ 44 w 48"/>
                  <a:gd name="T49" fmla="*/ 26 h 56"/>
                  <a:gd name="T50" fmla="*/ 40 w 48"/>
                  <a:gd name="T51" fmla="*/ 38 h 56"/>
                  <a:gd name="T52" fmla="*/ 44 w 48"/>
                  <a:gd name="T53" fmla="*/ 40 h 56"/>
                  <a:gd name="T54" fmla="*/ 40 w 48"/>
                  <a:gd name="T55" fmla="*/ 40 h 56"/>
                  <a:gd name="T56" fmla="*/ 40 w 48"/>
                  <a:gd name="T57" fmla="*/ 44 h 56"/>
                  <a:gd name="T58" fmla="*/ 40 w 48"/>
                  <a:gd name="T59" fmla="*/ 48 h 56"/>
                  <a:gd name="T60" fmla="*/ 40 w 48"/>
                  <a:gd name="T61" fmla="*/ 48 h 56"/>
                  <a:gd name="T62" fmla="*/ 40 w 48"/>
                  <a:gd name="T63" fmla="*/ 52 h 56"/>
                  <a:gd name="T64" fmla="*/ 40 w 48"/>
                  <a:gd name="T65" fmla="*/ 56 h 56"/>
                  <a:gd name="T66" fmla="*/ 40 w 48"/>
                  <a:gd name="T67" fmla="*/ 52 h 56"/>
                  <a:gd name="T68" fmla="*/ 36 w 48"/>
                  <a:gd name="T69" fmla="*/ 48 h 56"/>
                  <a:gd name="T70" fmla="*/ 36 w 48"/>
                  <a:gd name="T71" fmla="*/ 44 h 56"/>
                  <a:gd name="T72" fmla="*/ 36 w 48"/>
                  <a:gd name="T73" fmla="*/ 40 h 56"/>
                  <a:gd name="T74" fmla="*/ 32 w 48"/>
                  <a:gd name="T75" fmla="*/ 44 h 56"/>
                  <a:gd name="T76" fmla="*/ 36 w 48"/>
                  <a:gd name="T77" fmla="*/ 44 h 56"/>
                  <a:gd name="T78" fmla="*/ 36 w 48"/>
                  <a:gd name="T79" fmla="*/ 48 h 56"/>
                  <a:gd name="T80" fmla="*/ 36 w 48"/>
                  <a:gd name="T81" fmla="*/ 48 h 56"/>
                  <a:gd name="T82" fmla="*/ 32 w 48"/>
                  <a:gd name="T83" fmla="*/ 48 h 56"/>
                  <a:gd name="T84" fmla="*/ 28 w 48"/>
                  <a:gd name="T85" fmla="*/ 44 h 56"/>
                  <a:gd name="T86" fmla="*/ 32 w 48"/>
                  <a:gd name="T87" fmla="*/ 38 h 56"/>
                  <a:gd name="T88" fmla="*/ 28 w 48"/>
                  <a:gd name="T89" fmla="*/ 34 h 56"/>
                  <a:gd name="T90" fmla="*/ 26 w 48"/>
                  <a:gd name="T91" fmla="*/ 30 h 56"/>
                  <a:gd name="T92" fmla="*/ 22 w 48"/>
                  <a:gd name="T93" fmla="*/ 30 h 56"/>
                  <a:gd name="T94" fmla="*/ 18 w 48"/>
                  <a:gd name="T95" fmla="*/ 26 h 56"/>
                  <a:gd name="T96" fmla="*/ 18 w 48"/>
                  <a:gd name="T97" fmla="*/ 26 h 56"/>
                  <a:gd name="T98" fmla="*/ 14 w 48"/>
                  <a:gd name="T99" fmla="*/ 22 h 56"/>
                  <a:gd name="T100" fmla="*/ 10 w 48"/>
                  <a:gd name="T101" fmla="*/ 18 h 56"/>
                  <a:gd name="T102" fmla="*/ 10 w 48"/>
                  <a:gd name="T103" fmla="*/ 18 h 56"/>
                  <a:gd name="T104" fmla="*/ 10 w 48"/>
                  <a:gd name="T105" fmla="*/ 18 h 56"/>
                  <a:gd name="T106" fmla="*/ 14 w 48"/>
                  <a:gd name="T107" fmla="*/ 22 h 56"/>
                  <a:gd name="T108" fmla="*/ 10 w 48"/>
                  <a:gd name="T109" fmla="*/ 26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8" h="56">
                    <a:moveTo>
                      <a:pt x="10" y="26"/>
                    </a:moveTo>
                    <a:lnTo>
                      <a:pt x="6" y="26"/>
                    </a:lnTo>
                    <a:lnTo>
                      <a:pt x="6" y="22"/>
                    </a:lnTo>
                    <a:lnTo>
                      <a:pt x="6" y="22"/>
                    </a:lnTo>
                    <a:lnTo>
                      <a:pt x="6" y="22"/>
                    </a:lnTo>
                    <a:lnTo>
                      <a:pt x="2" y="22"/>
                    </a:lnTo>
                    <a:lnTo>
                      <a:pt x="2" y="22"/>
                    </a:lnTo>
                    <a:lnTo>
                      <a:pt x="2" y="22"/>
                    </a:lnTo>
                    <a:lnTo>
                      <a:pt x="2" y="22"/>
                    </a:lnTo>
                    <a:lnTo>
                      <a:pt x="2" y="22"/>
                    </a:lnTo>
                    <a:lnTo>
                      <a:pt x="2" y="22"/>
                    </a:lnTo>
                    <a:lnTo>
                      <a:pt x="2" y="18"/>
                    </a:lnTo>
                    <a:lnTo>
                      <a:pt x="2" y="18"/>
                    </a:lnTo>
                    <a:lnTo>
                      <a:pt x="0" y="18"/>
                    </a:lnTo>
                    <a:lnTo>
                      <a:pt x="0" y="18"/>
                    </a:lnTo>
                    <a:lnTo>
                      <a:pt x="0" y="16"/>
                    </a:lnTo>
                    <a:lnTo>
                      <a:pt x="0" y="16"/>
                    </a:lnTo>
                    <a:lnTo>
                      <a:pt x="0" y="16"/>
                    </a:lnTo>
                    <a:lnTo>
                      <a:pt x="2" y="12"/>
                    </a:lnTo>
                    <a:lnTo>
                      <a:pt x="2" y="12"/>
                    </a:lnTo>
                    <a:lnTo>
                      <a:pt x="2" y="8"/>
                    </a:lnTo>
                    <a:lnTo>
                      <a:pt x="2" y="8"/>
                    </a:lnTo>
                    <a:lnTo>
                      <a:pt x="2" y="8"/>
                    </a:lnTo>
                    <a:lnTo>
                      <a:pt x="0" y="8"/>
                    </a:lnTo>
                    <a:lnTo>
                      <a:pt x="0" y="4"/>
                    </a:lnTo>
                    <a:lnTo>
                      <a:pt x="0" y="4"/>
                    </a:lnTo>
                    <a:lnTo>
                      <a:pt x="0" y="4"/>
                    </a:lnTo>
                    <a:lnTo>
                      <a:pt x="0" y="4"/>
                    </a:lnTo>
                    <a:lnTo>
                      <a:pt x="2" y="4"/>
                    </a:lnTo>
                    <a:lnTo>
                      <a:pt x="2" y="4"/>
                    </a:lnTo>
                    <a:lnTo>
                      <a:pt x="2" y="4"/>
                    </a:lnTo>
                    <a:lnTo>
                      <a:pt x="2" y="4"/>
                    </a:lnTo>
                    <a:lnTo>
                      <a:pt x="2" y="4"/>
                    </a:lnTo>
                    <a:lnTo>
                      <a:pt x="2" y="4"/>
                    </a:lnTo>
                    <a:lnTo>
                      <a:pt x="2" y="0"/>
                    </a:lnTo>
                    <a:lnTo>
                      <a:pt x="2" y="0"/>
                    </a:lnTo>
                    <a:lnTo>
                      <a:pt x="2" y="0"/>
                    </a:lnTo>
                    <a:lnTo>
                      <a:pt x="6" y="0"/>
                    </a:lnTo>
                    <a:lnTo>
                      <a:pt x="6" y="0"/>
                    </a:lnTo>
                    <a:lnTo>
                      <a:pt x="6" y="4"/>
                    </a:lnTo>
                    <a:lnTo>
                      <a:pt x="10" y="4"/>
                    </a:lnTo>
                    <a:lnTo>
                      <a:pt x="10" y="4"/>
                    </a:lnTo>
                    <a:lnTo>
                      <a:pt x="10" y="4"/>
                    </a:lnTo>
                    <a:lnTo>
                      <a:pt x="10" y="4"/>
                    </a:lnTo>
                    <a:lnTo>
                      <a:pt x="10" y="4"/>
                    </a:lnTo>
                    <a:lnTo>
                      <a:pt x="10" y="4"/>
                    </a:lnTo>
                    <a:lnTo>
                      <a:pt x="14" y="4"/>
                    </a:lnTo>
                    <a:lnTo>
                      <a:pt x="18" y="4"/>
                    </a:lnTo>
                    <a:lnTo>
                      <a:pt x="22" y="4"/>
                    </a:lnTo>
                    <a:lnTo>
                      <a:pt x="22" y="4"/>
                    </a:lnTo>
                    <a:lnTo>
                      <a:pt x="22" y="8"/>
                    </a:lnTo>
                    <a:lnTo>
                      <a:pt x="26" y="8"/>
                    </a:lnTo>
                    <a:lnTo>
                      <a:pt x="26" y="8"/>
                    </a:lnTo>
                    <a:lnTo>
                      <a:pt x="26" y="8"/>
                    </a:lnTo>
                    <a:lnTo>
                      <a:pt x="26" y="8"/>
                    </a:lnTo>
                    <a:lnTo>
                      <a:pt x="26" y="8"/>
                    </a:lnTo>
                    <a:lnTo>
                      <a:pt x="26" y="8"/>
                    </a:lnTo>
                    <a:lnTo>
                      <a:pt x="26" y="8"/>
                    </a:lnTo>
                    <a:lnTo>
                      <a:pt x="28" y="8"/>
                    </a:lnTo>
                    <a:lnTo>
                      <a:pt x="28" y="8"/>
                    </a:lnTo>
                    <a:lnTo>
                      <a:pt x="28" y="8"/>
                    </a:lnTo>
                    <a:lnTo>
                      <a:pt x="28" y="8"/>
                    </a:lnTo>
                    <a:lnTo>
                      <a:pt x="28" y="8"/>
                    </a:lnTo>
                    <a:lnTo>
                      <a:pt x="28" y="8"/>
                    </a:lnTo>
                    <a:lnTo>
                      <a:pt x="28" y="8"/>
                    </a:lnTo>
                    <a:lnTo>
                      <a:pt x="32" y="8"/>
                    </a:lnTo>
                    <a:lnTo>
                      <a:pt x="32" y="8"/>
                    </a:lnTo>
                    <a:lnTo>
                      <a:pt x="32" y="4"/>
                    </a:lnTo>
                    <a:lnTo>
                      <a:pt x="32" y="4"/>
                    </a:lnTo>
                    <a:lnTo>
                      <a:pt x="32" y="4"/>
                    </a:lnTo>
                    <a:lnTo>
                      <a:pt x="32" y="4"/>
                    </a:lnTo>
                    <a:lnTo>
                      <a:pt x="32" y="8"/>
                    </a:lnTo>
                    <a:lnTo>
                      <a:pt x="32" y="8"/>
                    </a:lnTo>
                    <a:lnTo>
                      <a:pt x="32" y="8"/>
                    </a:lnTo>
                    <a:lnTo>
                      <a:pt x="32" y="8"/>
                    </a:lnTo>
                    <a:lnTo>
                      <a:pt x="32" y="8"/>
                    </a:lnTo>
                    <a:lnTo>
                      <a:pt x="32" y="12"/>
                    </a:lnTo>
                    <a:lnTo>
                      <a:pt x="32" y="12"/>
                    </a:lnTo>
                    <a:lnTo>
                      <a:pt x="32" y="16"/>
                    </a:lnTo>
                    <a:lnTo>
                      <a:pt x="36" y="16"/>
                    </a:lnTo>
                    <a:lnTo>
                      <a:pt x="40" y="22"/>
                    </a:lnTo>
                    <a:lnTo>
                      <a:pt x="40" y="22"/>
                    </a:lnTo>
                    <a:lnTo>
                      <a:pt x="40" y="22"/>
                    </a:lnTo>
                    <a:lnTo>
                      <a:pt x="40" y="22"/>
                    </a:lnTo>
                    <a:lnTo>
                      <a:pt x="40" y="22"/>
                    </a:lnTo>
                    <a:lnTo>
                      <a:pt x="40" y="22"/>
                    </a:lnTo>
                    <a:lnTo>
                      <a:pt x="44" y="26"/>
                    </a:lnTo>
                    <a:lnTo>
                      <a:pt x="44" y="26"/>
                    </a:lnTo>
                    <a:lnTo>
                      <a:pt x="44" y="26"/>
                    </a:lnTo>
                    <a:lnTo>
                      <a:pt x="44" y="26"/>
                    </a:lnTo>
                    <a:lnTo>
                      <a:pt x="48" y="26"/>
                    </a:lnTo>
                    <a:lnTo>
                      <a:pt x="48" y="30"/>
                    </a:lnTo>
                    <a:lnTo>
                      <a:pt x="48" y="30"/>
                    </a:lnTo>
                    <a:lnTo>
                      <a:pt x="48" y="30"/>
                    </a:lnTo>
                    <a:lnTo>
                      <a:pt x="44" y="30"/>
                    </a:lnTo>
                    <a:lnTo>
                      <a:pt x="44" y="30"/>
                    </a:lnTo>
                    <a:lnTo>
                      <a:pt x="44" y="30"/>
                    </a:lnTo>
                    <a:lnTo>
                      <a:pt x="44" y="26"/>
                    </a:lnTo>
                    <a:lnTo>
                      <a:pt x="44" y="26"/>
                    </a:lnTo>
                    <a:lnTo>
                      <a:pt x="44" y="26"/>
                    </a:lnTo>
                    <a:lnTo>
                      <a:pt x="44" y="26"/>
                    </a:lnTo>
                    <a:lnTo>
                      <a:pt x="40" y="30"/>
                    </a:lnTo>
                    <a:lnTo>
                      <a:pt x="40" y="34"/>
                    </a:lnTo>
                    <a:lnTo>
                      <a:pt x="40" y="38"/>
                    </a:lnTo>
                    <a:lnTo>
                      <a:pt x="40" y="38"/>
                    </a:lnTo>
                    <a:lnTo>
                      <a:pt x="44" y="38"/>
                    </a:lnTo>
                    <a:lnTo>
                      <a:pt x="44" y="40"/>
                    </a:lnTo>
                    <a:lnTo>
                      <a:pt x="44" y="40"/>
                    </a:lnTo>
                    <a:lnTo>
                      <a:pt x="44" y="40"/>
                    </a:lnTo>
                    <a:lnTo>
                      <a:pt x="44" y="40"/>
                    </a:lnTo>
                    <a:lnTo>
                      <a:pt x="44" y="40"/>
                    </a:lnTo>
                    <a:lnTo>
                      <a:pt x="40" y="40"/>
                    </a:lnTo>
                    <a:lnTo>
                      <a:pt x="40" y="40"/>
                    </a:lnTo>
                    <a:lnTo>
                      <a:pt x="40" y="40"/>
                    </a:lnTo>
                    <a:lnTo>
                      <a:pt x="40" y="44"/>
                    </a:lnTo>
                    <a:lnTo>
                      <a:pt x="40" y="44"/>
                    </a:lnTo>
                    <a:lnTo>
                      <a:pt x="44" y="44"/>
                    </a:lnTo>
                    <a:lnTo>
                      <a:pt x="44" y="44"/>
                    </a:lnTo>
                    <a:lnTo>
                      <a:pt x="44" y="48"/>
                    </a:lnTo>
                    <a:lnTo>
                      <a:pt x="40" y="48"/>
                    </a:lnTo>
                    <a:lnTo>
                      <a:pt x="40" y="48"/>
                    </a:lnTo>
                    <a:lnTo>
                      <a:pt x="40" y="48"/>
                    </a:lnTo>
                    <a:lnTo>
                      <a:pt x="40" y="48"/>
                    </a:lnTo>
                    <a:lnTo>
                      <a:pt x="40" y="48"/>
                    </a:lnTo>
                    <a:lnTo>
                      <a:pt x="40" y="48"/>
                    </a:lnTo>
                    <a:lnTo>
                      <a:pt x="40" y="52"/>
                    </a:lnTo>
                    <a:lnTo>
                      <a:pt x="40" y="52"/>
                    </a:lnTo>
                    <a:lnTo>
                      <a:pt x="40" y="52"/>
                    </a:lnTo>
                    <a:lnTo>
                      <a:pt x="40" y="52"/>
                    </a:lnTo>
                    <a:lnTo>
                      <a:pt x="40" y="52"/>
                    </a:lnTo>
                    <a:lnTo>
                      <a:pt x="40" y="56"/>
                    </a:lnTo>
                    <a:lnTo>
                      <a:pt x="40" y="56"/>
                    </a:lnTo>
                    <a:lnTo>
                      <a:pt x="40" y="52"/>
                    </a:lnTo>
                    <a:lnTo>
                      <a:pt x="40" y="52"/>
                    </a:lnTo>
                    <a:lnTo>
                      <a:pt x="40" y="52"/>
                    </a:lnTo>
                    <a:lnTo>
                      <a:pt x="40" y="52"/>
                    </a:lnTo>
                    <a:lnTo>
                      <a:pt x="40" y="48"/>
                    </a:lnTo>
                    <a:lnTo>
                      <a:pt x="40" y="48"/>
                    </a:lnTo>
                    <a:lnTo>
                      <a:pt x="40" y="48"/>
                    </a:lnTo>
                    <a:lnTo>
                      <a:pt x="36" y="48"/>
                    </a:lnTo>
                    <a:lnTo>
                      <a:pt x="40" y="48"/>
                    </a:lnTo>
                    <a:lnTo>
                      <a:pt x="40" y="48"/>
                    </a:lnTo>
                    <a:lnTo>
                      <a:pt x="40" y="48"/>
                    </a:lnTo>
                    <a:lnTo>
                      <a:pt x="36" y="44"/>
                    </a:lnTo>
                    <a:lnTo>
                      <a:pt x="36" y="44"/>
                    </a:lnTo>
                    <a:lnTo>
                      <a:pt x="36" y="44"/>
                    </a:lnTo>
                    <a:lnTo>
                      <a:pt x="36" y="44"/>
                    </a:lnTo>
                    <a:lnTo>
                      <a:pt x="36" y="40"/>
                    </a:lnTo>
                    <a:lnTo>
                      <a:pt x="36" y="40"/>
                    </a:lnTo>
                    <a:lnTo>
                      <a:pt x="32" y="40"/>
                    </a:lnTo>
                    <a:lnTo>
                      <a:pt x="32" y="44"/>
                    </a:lnTo>
                    <a:lnTo>
                      <a:pt x="32" y="44"/>
                    </a:lnTo>
                    <a:lnTo>
                      <a:pt x="36" y="44"/>
                    </a:lnTo>
                    <a:lnTo>
                      <a:pt x="36" y="44"/>
                    </a:lnTo>
                    <a:lnTo>
                      <a:pt x="36" y="44"/>
                    </a:lnTo>
                    <a:lnTo>
                      <a:pt x="36" y="44"/>
                    </a:lnTo>
                    <a:lnTo>
                      <a:pt x="36" y="44"/>
                    </a:lnTo>
                    <a:lnTo>
                      <a:pt x="36" y="48"/>
                    </a:lnTo>
                    <a:lnTo>
                      <a:pt x="36" y="48"/>
                    </a:lnTo>
                    <a:lnTo>
                      <a:pt x="36" y="48"/>
                    </a:lnTo>
                    <a:lnTo>
                      <a:pt x="36" y="48"/>
                    </a:lnTo>
                    <a:lnTo>
                      <a:pt x="36" y="48"/>
                    </a:lnTo>
                    <a:lnTo>
                      <a:pt x="36" y="48"/>
                    </a:lnTo>
                    <a:lnTo>
                      <a:pt x="36" y="48"/>
                    </a:lnTo>
                    <a:lnTo>
                      <a:pt x="32" y="48"/>
                    </a:lnTo>
                    <a:lnTo>
                      <a:pt x="32" y="48"/>
                    </a:lnTo>
                    <a:lnTo>
                      <a:pt x="32" y="48"/>
                    </a:lnTo>
                    <a:lnTo>
                      <a:pt x="32" y="48"/>
                    </a:lnTo>
                    <a:lnTo>
                      <a:pt x="28" y="44"/>
                    </a:lnTo>
                    <a:lnTo>
                      <a:pt x="28" y="44"/>
                    </a:lnTo>
                    <a:lnTo>
                      <a:pt x="28" y="44"/>
                    </a:lnTo>
                    <a:lnTo>
                      <a:pt x="28" y="44"/>
                    </a:lnTo>
                    <a:lnTo>
                      <a:pt x="28" y="44"/>
                    </a:lnTo>
                    <a:lnTo>
                      <a:pt x="32" y="40"/>
                    </a:lnTo>
                    <a:lnTo>
                      <a:pt x="32" y="40"/>
                    </a:lnTo>
                    <a:lnTo>
                      <a:pt x="32" y="38"/>
                    </a:lnTo>
                    <a:lnTo>
                      <a:pt x="32" y="38"/>
                    </a:lnTo>
                    <a:lnTo>
                      <a:pt x="28" y="38"/>
                    </a:lnTo>
                    <a:lnTo>
                      <a:pt x="28" y="38"/>
                    </a:lnTo>
                    <a:lnTo>
                      <a:pt x="28" y="34"/>
                    </a:lnTo>
                    <a:lnTo>
                      <a:pt x="26" y="34"/>
                    </a:lnTo>
                    <a:lnTo>
                      <a:pt x="26" y="34"/>
                    </a:lnTo>
                    <a:lnTo>
                      <a:pt x="26" y="34"/>
                    </a:lnTo>
                    <a:lnTo>
                      <a:pt x="26" y="30"/>
                    </a:lnTo>
                    <a:lnTo>
                      <a:pt x="26" y="30"/>
                    </a:lnTo>
                    <a:lnTo>
                      <a:pt x="26" y="30"/>
                    </a:lnTo>
                    <a:lnTo>
                      <a:pt x="22" y="30"/>
                    </a:lnTo>
                    <a:lnTo>
                      <a:pt x="22" y="30"/>
                    </a:lnTo>
                    <a:lnTo>
                      <a:pt x="18" y="30"/>
                    </a:lnTo>
                    <a:lnTo>
                      <a:pt x="18" y="30"/>
                    </a:lnTo>
                    <a:lnTo>
                      <a:pt x="18" y="30"/>
                    </a:lnTo>
                    <a:lnTo>
                      <a:pt x="18" y="26"/>
                    </a:lnTo>
                    <a:lnTo>
                      <a:pt x="18" y="26"/>
                    </a:lnTo>
                    <a:lnTo>
                      <a:pt x="18" y="26"/>
                    </a:lnTo>
                    <a:lnTo>
                      <a:pt x="18" y="26"/>
                    </a:lnTo>
                    <a:lnTo>
                      <a:pt x="18" y="26"/>
                    </a:lnTo>
                    <a:lnTo>
                      <a:pt x="18" y="26"/>
                    </a:lnTo>
                    <a:lnTo>
                      <a:pt x="18" y="22"/>
                    </a:lnTo>
                    <a:lnTo>
                      <a:pt x="14" y="22"/>
                    </a:lnTo>
                    <a:lnTo>
                      <a:pt x="14" y="22"/>
                    </a:lnTo>
                    <a:lnTo>
                      <a:pt x="14" y="22"/>
                    </a:lnTo>
                    <a:lnTo>
                      <a:pt x="14" y="22"/>
                    </a:lnTo>
                    <a:lnTo>
                      <a:pt x="14" y="18"/>
                    </a:lnTo>
                    <a:lnTo>
                      <a:pt x="10" y="18"/>
                    </a:lnTo>
                    <a:lnTo>
                      <a:pt x="10" y="18"/>
                    </a:lnTo>
                    <a:lnTo>
                      <a:pt x="10" y="18"/>
                    </a:lnTo>
                    <a:lnTo>
                      <a:pt x="10" y="18"/>
                    </a:lnTo>
                    <a:lnTo>
                      <a:pt x="10" y="18"/>
                    </a:lnTo>
                    <a:lnTo>
                      <a:pt x="10" y="18"/>
                    </a:lnTo>
                    <a:lnTo>
                      <a:pt x="10" y="18"/>
                    </a:lnTo>
                    <a:lnTo>
                      <a:pt x="10" y="18"/>
                    </a:lnTo>
                    <a:lnTo>
                      <a:pt x="10" y="18"/>
                    </a:lnTo>
                    <a:lnTo>
                      <a:pt x="10" y="22"/>
                    </a:lnTo>
                    <a:lnTo>
                      <a:pt x="10" y="22"/>
                    </a:lnTo>
                    <a:lnTo>
                      <a:pt x="14" y="22"/>
                    </a:lnTo>
                    <a:lnTo>
                      <a:pt x="14" y="22"/>
                    </a:lnTo>
                    <a:lnTo>
                      <a:pt x="14" y="26"/>
                    </a:lnTo>
                    <a:lnTo>
                      <a:pt x="10" y="26"/>
                    </a:lnTo>
                    <a:lnTo>
                      <a:pt x="10" y="26"/>
                    </a:lnTo>
                    <a:lnTo>
                      <a:pt x="10" y="26"/>
                    </a:lnTo>
                    <a:lnTo>
                      <a:pt x="10"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6" name="Freeform 70"/>
              <p:cNvSpPr>
                <a:spLocks noEditPoints="1"/>
              </p:cNvSpPr>
              <p:nvPr/>
            </p:nvSpPr>
            <p:spPr bwMode="gray">
              <a:xfrm>
                <a:off x="2712828" y="3824001"/>
                <a:ext cx="267847" cy="100877"/>
              </a:xfrm>
              <a:custGeom>
                <a:avLst/>
                <a:gdLst>
                  <a:gd name="T0" fmla="*/ 82 w 154"/>
                  <a:gd name="T1" fmla="*/ 30 h 58"/>
                  <a:gd name="T2" fmla="*/ 68 w 154"/>
                  <a:gd name="T3" fmla="*/ 26 h 58"/>
                  <a:gd name="T4" fmla="*/ 60 w 154"/>
                  <a:gd name="T5" fmla="*/ 18 h 58"/>
                  <a:gd name="T6" fmla="*/ 44 w 154"/>
                  <a:gd name="T7" fmla="*/ 14 h 58"/>
                  <a:gd name="T8" fmla="*/ 38 w 154"/>
                  <a:gd name="T9" fmla="*/ 14 h 58"/>
                  <a:gd name="T10" fmla="*/ 44 w 154"/>
                  <a:gd name="T11" fmla="*/ 8 h 58"/>
                  <a:gd name="T12" fmla="*/ 30 w 154"/>
                  <a:gd name="T13" fmla="*/ 8 h 58"/>
                  <a:gd name="T14" fmla="*/ 22 w 154"/>
                  <a:gd name="T15" fmla="*/ 14 h 58"/>
                  <a:gd name="T16" fmla="*/ 14 w 154"/>
                  <a:gd name="T17" fmla="*/ 18 h 58"/>
                  <a:gd name="T18" fmla="*/ 8 w 154"/>
                  <a:gd name="T19" fmla="*/ 26 h 58"/>
                  <a:gd name="T20" fmla="*/ 4 w 154"/>
                  <a:gd name="T21" fmla="*/ 18 h 58"/>
                  <a:gd name="T22" fmla="*/ 10 w 154"/>
                  <a:gd name="T23" fmla="*/ 8 h 58"/>
                  <a:gd name="T24" fmla="*/ 26 w 154"/>
                  <a:gd name="T25" fmla="*/ 4 h 58"/>
                  <a:gd name="T26" fmla="*/ 40 w 154"/>
                  <a:gd name="T27" fmla="*/ 0 h 58"/>
                  <a:gd name="T28" fmla="*/ 52 w 154"/>
                  <a:gd name="T29" fmla="*/ 4 h 58"/>
                  <a:gd name="T30" fmla="*/ 60 w 154"/>
                  <a:gd name="T31" fmla="*/ 4 h 58"/>
                  <a:gd name="T32" fmla="*/ 70 w 154"/>
                  <a:gd name="T33" fmla="*/ 8 h 58"/>
                  <a:gd name="T34" fmla="*/ 78 w 154"/>
                  <a:gd name="T35" fmla="*/ 14 h 58"/>
                  <a:gd name="T36" fmla="*/ 94 w 154"/>
                  <a:gd name="T37" fmla="*/ 18 h 58"/>
                  <a:gd name="T38" fmla="*/ 100 w 154"/>
                  <a:gd name="T39" fmla="*/ 26 h 58"/>
                  <a:gd name="T40" fmla="*/ 104 w 154"/>
                  <a:gd name="T41" fmla="*/ 22 h 58"/>
                  <a:gd name="T42" fmla="*/ 104 w 154"/>
                  <a:gd name="T43" fmla="*/ 26 h 58"/>
                  <a:gd name="T44" fmla="*/ 112 w 154"/>
                  <a:gd name="T45" fmla="*/ 30 h 58"/>
                  <a:gd name="T46" fmla="*/ 120 w 154"/>
                  <a:gd name="T47" fmla="*/ 34 h 58"/>
                  <a:gd name="T48" fmla="*/ 130 w 154"/>
                  <a:gd name="T49" fmla="*/ 38 h 58"/>
                  <a:gd name="T50" fmla="*/ 130 w 154"/>
                  <a:gd name="T51" fmla="*/ 44 h 58"/>
                  <a:gd name="T52" fmla="*/ 138 w 154"/>
                  <a:gd name="T53" fmla="*/ 44 h 58"/>
                  <a:gd name="T54" fmla="*/ 150 w 154"/>
                  <a:gd name="T55" fmla="*/ 50 h 58"/>
                  <a:gd name="T56" fmla="*/ 146 w 154"/>
                  <a:gd name="T57" fmla="*/ 54 h 58"/>
                  <a:gd name="T58" fmla="*/ 130 w 154"/>
                  <a:gd name="T59" fmla="*/ 58 h 58"/>
                  <a:gd name="T60" fmla="*/ 120 w 154"/>
                  <a:gd name="T61" fmla="*/ 54 h 58"/>
                  <a:gd name="T62" fmla="*/ 112 w 154"/>
                  <a:gd name="T63" fmla="*/ 54 h 58"/>
                  <a:gd name="T64" fmla="*/ 104 w 154"/>
                  <a:gd name="T65" fmla="*/ 58 h 58"/>
                  <a:gd name="T66" fmla="*/ 104 w 154"/>
                  <a:gd name="T67" fmla="*/ 50 h 58"/>
                  <a:gd name="T68" fmla="*/ 108 w 154"/>
                  <a:gd name="T69" fmla="*/ 44 h 58"/>
                  <a:gd name="T70" fmla="*/ 98 w 154"/>
                  <a:gd name="T71" fmla="*/ 40 h 58"/>
                  <a:gd name="T72" fmla="*/ 90 w 154"/>
                  <a:gd name="T73" fmla="*/ 38 h 58"/>
                  <a:gd name="T74" fmla="*/ 90 w 154"/>
                  <a:gd name="T75" fmla="*/ 30 h 58"/>
                  <a:gd name="T76" fmla="*/ 78 w 154"/>
                  <a:gd name="T77" fmla="*/ 8 h 58"/>
                  <a:gd name="T78" fmla="*/ 90 w 154"/>
                  <a:gd name="T79" fmla="*/ 14 h 58"/>
                  <a:gd name="T80" fmla="*/ 90 w 154"/>
                  <a:gd name="T81" fmla="*/ 10 h 58"/>
                  <a:gd name="T82" fmla="*/ 90 w 154"/>
                  <a:gd name="T83" fmla="*/ 14 h 58"/>
                  <a:gd name="T84" fmla="*/ 94 w 154"/>
                  <a:gd name="T85" fmla="*/ 10 h 58"/>
                  <a:gd name="T86" fmla="*/ 98 w 154"/>
                  <a:gd name="T87" fmla="*/ 14 h 58"/>
                  <a:gd name="T88" fmla="*/ 100 w 154"/>
                  <a:gd name="T89" fmla="*/ 14 h 58"/>
                  <a:gd name="T90" fmla="*/ 100 w 154"/>
                  <a:gd name="T91" fmla="*/ 22 h 58"/>
                  <a:gd name="T92" fmla="*/ 100 w 154"/>
                  <a:gd name="T93" fmla="*/ 22 h 58"/>
                  <a:gd name="T94" fmla="*/ 22 w 154"/>
                  <a:gd name="T95" fmla="*/ 26 h 58"/>
                  <a:gd name="T96" fmla="*/ 26 w 154"/>
                  <a:gd name="T97" fmla="*/ 22 h 58"/>
                  <a:gd name="T98" fmla="*/ 34 w 154"/>
                  <a:gd name="T99" fmla="*/ 30 h 58"/>
                  <a:gd name="T100" fmla="*/ 26 w 154"/>
                  <a:gd name="T101" fmla="*/ 3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4" h="58">
                    <a:moveTo>
                      <a:pt x="90" y="30"/>
                    </a:moveTo>
                    <a:lnTo>
                      <a:pt x="86" y="26"/>
                    </a:lnTo>
                    <a:lnTo>
                      <a:pt x="82" y="26"/>
                    </a:lnTo>
                    <a:lnTo>
                      <a:pt x="82" y="30"/>
                    </a:lnTo>
                    <a:lnTo>
                      <a:pt x="78" y="30"/>
                    </a:lnTo>
                    <a:lnTo>
                      <a:pt x="74" y="26"/>
                    </a:lnTo>
                    <a:lnTo>
                      <a:pt x="70" y="26"/>
                    </a:lnTo>
                    <a:lnTo>
                      <a:pt x="68" y="26"/>
                    </a:lnTo>
                    <a:lnTo>
                      <a:pt x="68" y="22"/>
                    </a:lnTo>
                    <a:lnTo>
                      <a:pt x="64" y="22"/>
                    </a:lnTo>
                    <a:lnTo>
                      <a:pt x="64" y="18"/>
                    </a:lnTo>
                    <a:lnTo>
                      <a:pt x="60" y="18"/>
                    </a:lnTo>
                    <a:lnTo>
                      <a:pt x="56" y="18"/>
                    </a:lnTo>
                    <a:lnTo>
                      <a:pt x="52" y="18"/>
                    </a:lnTo>
                    <a:lnTo>
                      <a:pt x="48" y="18"/>
                    </a:lnTo>
                    <a:lnTo>
                      <a:pt x="44" y="14"/>
                    </a:lnTo>
                    <a:lnTo>
                      <a:pt x="44" y="18"/>
                    </a:lnTo>
                    <a:lnTo>
                      <a:pt x="40" y="18"/>
                    </a:lnTo>
                    <a:lnTo>
                      <a:pt x="40" y="14"/>
                    </a:lnTo>
                    <a:lnTo>
                      <a:pt x="38" y="14"/>
                    </a:lnTo>
                    <a:lnTo>
                      <a:pt x="38" y="10"/>
                    </a:lnTo>
                    <a:lnTo>
                      <a:pt x="40" y="10"/>
                    </a:lnTo>
                    <a:lnTo>
                      <a:pt x="44" y="10"/>
                    </a:lnTo>
                    <a:lnTo>
                      <a:pt x="44" y="8"/>
                    </a:lnTo>
                    <a:lnTo>
                      <a:pt x="40" y="8"/>
                    </a:lnTo>
                    <a:lnTo>
                      <a:pt x="38" y="8"/>
                    </a:lnTo>
                    <a:lnTo>
                      <a:pt x="34" y="8"/>
                    </a:lnTo>
                    <a:lnTo>
                      <a:pt x="30" y="8"/>
                    </a:lnTo>
                    <a:lnTo>
                      <a:pt x="30" y="10"/>
                    </a:lnTo>
                    <a:lnTo>
                      <a:pt x="26" y="10"/>
                    </a:lnTo>
                    <a:lnTo>
                      <a:pt x="26" y="14"/>
                    </a:lnTo>
                    <a:lnTo>
                      <a:pt x="22" y="14"/>
                    </a:lnTo>
                    <a:lnTo>
                      <a:pt x="22" y="18"/>
                    </a:lnTo>
                    <a:lnTo>
                      <a:pt x="18" y="18"/>
                    </a:lnTo>
                    <a:lnTo>
                      <a:pt x="18" y="14"/>
                    </a:lnTo>
                    <a:lnTo>
                      <a:pt x="14" y="18"/>
                    </a:lnTo>
                    <a:lnTo>
                      <a:pt x="10" y="18"/>
                    </a:lnTo>
                    <a:lnTo>
                      <a:pt x="10" y="22"/>
                    </a:lnTo>
                    <a:lnTo>
                      <a:pt x="8" y="22"/>
                    </a:lnTo>
                    <a:lnTo>
                      <a:pt x="8" y="26"/>
                    </a:lnTo>
                    <a:lnTo>
                      <a:pt x="4" y="26"/>
                    </a:lnTo>
                    <a:lnTo>
                      <a:pt x="4" y="22"/>
                    </a:lnTo>
                    <a:lnTo>
                      <a:pt x="0" y="22"/>
                    </a:lnTo>
                    <a:lnTo>
                      <a:pt x="4" y="18"/>
                    </a:lnTo>
                    <a:lnTo>
                      <a:pt x="8" y="18"/>
                    </a:lnTo>
                    <a:lnTo>
                      <a:pt x="8" y="14"/>
                    </a:lnTo>
                    <a:lnTo>
                      <a:pt x="8" y="10"/>
                    </a:lnTo>
                    <a:lnTo>
                      <a:pt x="10" y="8"/>
                    </a:lnTo>
                    <a:lnTo>
                      <a:pt x="14" y="8"/>
                    </a:lnTo>
                    <a:lnTo>
                      <a:pt x="18" y="4"/>
                    </a:lnTo>
                    <a:lnTo>
                      <a:pt x="22" y="4"/>
                    </a:lnTo>
                    <a:lnTo>
                      <a:pt x="26" y="4"/>
                    </a:lnTo>
                    <a:lnTo>
                      <a:pt x="30" y="4"/>
                    </a:lnTo>
                    <a:lnTo>
                      <a:pt x="34" y="0"/>
                    </a:lnTo>
                    <a:lnTo>
                      <a:pt x="38" y="0"/>
                    </a:lnTo>
                    <a:lnTo>
                      <a:pt x="40" y="0"/>
                    </a:lnTo>
                    <a:lnTo>
                      <a:pt x="44" y="0"/>
                    </a:lnTo>
                    <a:lnTo>
                      <a:pt x="48" y="0"/>
                    </a:lnTo>
                    <a:lnTo>
                      <a:pt x="52" y="0"/>
                    </a:lnTo>
                    <a:lnTo>
                      <a:pt x="52" y="4"/>
                    </a:lnTo>
                    <a:lnTo>
                      <a:pt x="52" y="0"/>
                    </a:lnTo>
                    <a:lnTo>
                      <a:pt x="56" y="0"/>
                    </a:lnTo>
                    <a:lnTo>
                      <a:pt x="60" y="0"/>
                    </a:lnTo>
                    <a:lnTo>
                      <a:pt x="60" y="4"/>
                    </a:lnTo>
                    <a:lnTo>
                      <a:pt x="64" y="4"/>
                    </a:lnTo>
                    <a:lnTo>
                      <a:pt x="68" y="4"/>
                    </a:lnTo>
                    <a:lnTo>
                      <a:pt x="70" y="4"/>
                    </a:lnTo>
                    <a:lnTo>
                      <a:pt x="70" y="8"/>
                    </a:lnTo>
                    <a:lnTo>
                      <a:pt x="74" y="8"/>
                    </a:lnTo>
                    <a:lnTo>
                      <a:pt x="74" y="10"/>
                    </a:lnTo>
                    <a:lnTo>
                      <a:pt x="78" y="10"/>
                    </a:lnTo>
                    <a:lnTo>
                      <a:pt x="78" y="14"/>
                    </a:lnTo>
                    <a:lnTo>
                      <a:pt x="82" y="14"/>
                    </a:lnTo>
                    <a:lnTo>
                      <a:pt x="86" y="14"/>
                    </a:lnTo>
                    <a:lnTo>
                      <a:pt x="90" y="14"/>
                    </a:lnTo>
                    <a:lnTo>
                      <a:pt x="94" y="18"/>
                    </a:lnTo>
                    <a:lnTo>
                      <a:pt x="98" y="18"/>
                    </a:lnTo>
                    <a:lnTo>
                      <a:pt x="98" y="22"/>
                    </a:lnTo>
                    <a:lnTo>
                      <a:pt x="100" y="22"/>
                    </a:lnTo>
                    <a:lnTo>
                      <a:pt x="100" y="26"/>
                    </a:lnTo>
                    <a:lnTo>
                      <a:pt x="104" y="26"/>
                    </a:lnTo>
                    <a:lnTo>
                      <a:pt x="108" y="26"/>
                    </a:lnTo>
                    <a:lnTo>
                      <a:pt x="104" y="26"/>
                    </a:lnTo>
                    <a:lnTo>
                      <a:pt x="104" y="22"/>
                    </a:lnTo>
                    <a:lnTo>
                      <a:pt x="100" y="22"/>
                    </a:lnTo>
                    <a:lnTo>
                      <a:pt x="104" y="22"/>
                    </a:lnTo>
                    <a:lnTo>
                      <a:pt x="108" y="26"/>
                    </a:lnTo>
                    <a:lnTo>
                      <a:pt x="104" y="26"/>
                    </a:lnTo>
                    <a:lnTo>
                      <a:pt x="108" y="30"/>
                    </a:lnTo>
                    <a:lnTo>
                      <a:pt x="108" y="26"/>
                    </a:lnTo>
                    <a:lnTo>
                      <a:pt x="112" y="26"/>
                    </a:lnTo>
                    <a:lnTo>
                      <a:pt x="112" y="30"/>
                    </a:lnTo>
                    <a:lnTo>
                      <a:pt x="112" y="34"/>
                    </a:lnTo>
                    <a:lnTo>
                      <a:pt x="116" y="30"/>
                    </a:lnTo>
                    <a:lnTo>
                      <a:pt x="116" y="34"/>
                    </a:lnTo>
                    <a:lnTo>
                      <a:pt x="120" y="34"/>
                    </a:lnTo>
                    <a:lnTo>
                      <a:pt x="124" y="34"/>
                    </a:lnTo>
                    <a:lnTo>
                      <a:pt x="124" y="38"/>
                    </a:lnTo>
                    <a:lnTo>
                      <a:pt x="128" y="38"/>
                    </a:lnTo>
                    <a:lnTo>
                      <a:pt x="130" y="38"/>
                    </a:lnTo>
                    <a:lnTo>
                      <a:pt x="130" y="40"/>
                    </a:lnTo>
                    <a:lnTo>
                      <a:pt x="128" y="40"/>
                    </a:lnTo>
                    <a:lnTo>
                      <a:pt x="128" y="44"/>
                    </a:lnTo>
                    <a:lnTo>
                      <a:pt x="130" y="44"/>
                    </a:lnTo>
                    <a:lnTo>
                      <a:pt x="134" y="44"/>
                    </a:lnTo>
                    <a:lnTo>
                      <a:pt x="134" y="40"/>
                    </a:lnTo>
                    <a:lnTo>
                      <a:pt x="134" y="44"/>
                    </a:lnTo>
                    <a:lnTo>
                      <a:pt x="138" y="44"/>
                    </a:lnTo>
                    <a:lnTo>
                      <a:pt x="142" y="44"/>
                    </a:lnTo>
                    <a:lnTo>
                      <a:pt x="146" y="44"/>
                    </a:lnTo>
                    <a:lnTo>
                      <a:pt x="146" y="48"/>
                    </a:lnTo>
                    <a:lnTo>
                      <a:pt x="150" y="50"/>
                    </a:lnTo>
                    <a:lnTo>
                      <a:pt x="150" y="48"/>
                    </a:lnTo>
                    <a:lnTo>
                      <a:pt x="154" y="50"/>
                    </a:lnTo>
                    <a:lnTo>
                      <a:pt x="150" y="54"/>
                    </a:lnTo>
                    <a:lnTo>
                      <a:pt x="146" y="54"/>
                    </a:lnTo>
                    <a:lnTo>
                      <a:pt x="142" y="54"/>
                    </a:lnTo>
                    <a:lnTo>
                      <a:pt x="138" y="54"/>
                    </a:lnTo>
                    <a:lnTo>
                      <a:pt x="134" y="58"/>
                    </a:lnTo>
                    <a:lnTo>
                      <a:pt x="130" y="58"/>
                    </a:lnTo>
                    <a:lnTo>
                      <a:pt x="130" y="54"/>
                    </a:lnTo>
                    <a:lnTo>
                      <a:pt x="128" y="54"/>
                    </a:lnTo>
                    <a:lnTo>
                      <a:pt x="124" y="54"/>
                    </a:lnTo>
                    <a:lnTo>
                      <a:pt x="120" y="54"/>
                    </a:lnTo>
                    <a:lnTo>
                      <a:pt x="116" y="54"/>
                    </a:lnTo>
                    <a:lnTo>
                      <a:pt x="112" y="54"/>
                    </a:lnTo>
                    <a:lnTo>
                      <a:pt x="112" y="58"/>
                    </a:lnTo>
                    <a:lnTo>
                      <a:pt x="112" y="54"/>
                    </a:lnTo>
                    <a:lnTo>
                      <a:pt x="112" y="58"/>
                    </a:lnTo>
                    <a:lnTo>
                      <a:pt x="108" y="54"/>
                    </a:lnTo>
                    <a:lnTo>
                      <a:pt x="108" y="58"/>
                    </a:lnTo>
                    <a:lnTo>
                      <a:pt x="104" y="58"/>
                    </a:lnTo>
                    <a:lnTo>
                      <a:pt x="100" y="58"/>
                    </a:lnTo>
                    <a:lnTo>
                      <a:pt x="100" y="54"/>
                    </a:lnTo>
                    <a:lnTo>
                      <a:pt x="104" y="54"/>
                    </a:lnTo>
                    <a:lnTo>
                      <a:pt x="104" y="50"/>
                    </a:lnTo>
                    <a:lnTo>
                      <a:pt x="108" y="50"/>
                    </a:lnTo>
                    <a:lnTo>
                      <a:pt x="108" y="48"/>
                    </a:lnTo>
                    <a:lnTo>
                      <a:pt x="112" y="48"/>
                    </a:lnTo>
                    <a:lnTo>
                      <a:pt x="108" y="44"/>
                    </a:lnTo>
                    <a:lnTo>
                      <a:pt x="104" y="44"/>
                    </a:lnTo>
                    <a:lnTo>
                      <a:pt x="100" y="44"/>
                    </a:lnTo>
                    <a:lnTo>
                      <a:pt x="100" y="40"/>
                    </a:lnTo>
                    <a:lnTo>
                      <a:pt x="98" y="40"/>
                    </a:lnTo>
                    <a:lnTo>
                      <a:pt x="98" y="44"/>
                    </a:lnTo>
                    <a:lnTo>
                      <a:pt x="94" y="40"/>
                    </a:lnTo>
                    <a:lnTo>
                      <a:pt x="94" y="38"/>
                    </a:lnTo>
                    <a:lnTo>
                      <a:pt x="90" y="38"/>
                    </a:lnTo>
                    <a:lnTo>
                      <a:pt x="90" y="34"/>
                    </a:lnTo>
                    <a:lnTo>
                      <a:pt x="90" y="30"/>
                    </a:lnTo>
                    <a:lnTo>
                      <a:pt x="90" y="30"/>
                    </a:lnTo>
                    <a:lnTo>
                      <a:pt x="90" y="30"/>
                    </a:lnTo>
                    <a:close/>
                    <a:moveTo>
                      <a:pt x="78" y="10"/>
                    </a:moveTo>
                    <a:lnTo>
                      <a:pt x="78" y="8"/>
                    </a:lnTo>
                    <a:lnTo>
                      <a:pt x="74" y="8"/>
                    </a:lnTo>
                    <a:lnTo>
                      <a:pt x="78" y="8"/>
                    </a:lnTo>
                    <a:lnTo>
                      <a:pt x="78" y="10"/>
                    </a:lnTo>
                    <a:lnTo>
                      <a:pt x="78" y="10"/>
                    </a:lnTo>
                    <a:lnTo>
                      <a:pt x="78" y="10"/>
                    </a:lnTo>
                    <a:close/>
                    <a:moveTo>
                      <a:pt x="90" y="14"/>
                    </a:moveTo>
                    <a:lnTo>
                      <a:pt x="94" y="10"/>
                    </a:lnTo>
                    <a:lnTo>
                      <a:pt x="90" y="10"/>
                    </a:lnTo>
                    <a:lnTo>
                      <a:pt x="86" y="10"/>
                    </a:lnTo>
                    <a:lnTo>
                      <a:pt x="90" y="10"/>
                    </a:lnTo>
                    <a:lnTo>
                      <a:pt x="94" y="10"/>
                    </a:lnTo>
                    <a:lnTo>
                      <a:pt x="90" y="10"/>
                    </a:lnTo>
                    <a:lnTo>
                      <a:pt x="90" y="14"/>
                    </a:lnTo>
                    <a:lnTo>
                      <a:pt x="90" y="14"/>
                    </a:lnTo>
                    <a:lnTo>
                      <a:pt x="90" y="14"/>
                    </a:lnTo>
                    <a:close/>
                    <a:moveTo>
                      <a:pt x="98" y="14"/>
                    </a:moveTo>
                    <a:lnTo>
                      <a:pt x="94" y="14"/>
                    </a:lnTo>
                    <a:lnTo>
                      <a:pt x="94" y="10"/>
                    </a:lnTo>
                    <a:lnTo>
                      <a:pt x="98" y="10"/>
                    </a:lnTo>
                    <a:lnTo>
                      <a:pt x="98" y="14"/>
                    </a:lnTo>
                    <a:lnTo>
                      <a:pt x="98" y="14"/>
                    </a:lnTo>
                    <a:lnTo>
                      <a:pt x="98" y="14"/>
                    </a:lnTo>
                    <a:close/>
                    <a:moveTo>
                      <a:pt x="100" y="18"/>
                    </a:moveTo>
                    <a:lnTo>
                      <a:pt x="98" y="18"/>
                    </a:lnTo>
                    <a:lnTo>
                      <a:pt x="98" y="14"/>
                    </a:lnTo>
                    <a:lnTo>
                      <a:pt x="100" y="14"/>
                    </a:lnTo>
                    <a:lnTo>
                      <a:pt x="100" y="18"/>
                    </a:lnTo>
                    <a:lnTo>
                      <a:pt x="100" y="18"/>
                    </a:lnTo>
                    <a:lnTo>
                      <a:pt x="100" y="18"/>
                    </a:lnTo>
                    <a:close/>
                    <a:moveTo>
                      <a:pt x="100" y="22"/>
                    </a:moveTo>
                    <a:lnTo>
                      <a:pt x="98" y="18"/>
                    </a:lnTo>
                    <a:lnTo>
                      <a:pt x="100" y="18"/>
                    </a:lnTo>
                    <a:lnTo>
                      <a:pt x="100" y="22"/>
                    </a:lnTo>
                    <a:lnTo>
                      <a:pt x="100" y="22"/>
                    </a:lnTo>
                    <a:lnTo>
                      <a:pt x="100" y="22"/>
                    </a:lnTo>
                    <a:close/>
                    <a:moveTo>
                      <a:pt x="26" y="30"/>
                    </a:moveTo>
                    <a:lnTo>
                      <a:pt x="22" y="30"/>
                    </a:lnTo>
                    <a:lnTo>
                      <a:pt x="22" y="26"/>
                    </a:lnTo>
                    <a:lnTo>
                      <a:pt x="26" y="26"/>
                    </a:lnTo>
                    <a:lnTo>
                      <a:pt x="26" y="30"/>
                    </a:lnTo>
                    <a:lnTo>
                      <a:pt x="26" y="26"/>
                    </a:lnTo>
                    <a:lnTo>
                      <a:pt x="26" y="22"/>
                    </a:lnTo>
                    <a:lnTo>
                      <a:pt x="30" y="22"/>
                    </a:lnTo>
                    <a:lnTo>
                      <a:pt x="30" y="26"/>
                    </a:lnTo>
                    <a:lnTo>
                      <a:pt x="34" y="26"/>
                    </a:lnTo>
                    <a:lnTo>
                      <a:pt x="34" y="30"/>
                    </a:lnTo>
                    <a:lnTo>
                      <a:pt x="30" y="30"/>
                    </a:lnTo>
                    <a:lnTo>
                      <a:pt x="26" y="30"/>
                    </a:lnTo>
                    <a:lnTo>
                      <a:pt x="26" y="30"/>
                    </a:lnTo>
                    <a:lnTo>
                      <a:pt x="26"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7" name="Freeform 71"/>
              <p:cNvSpPr>
                <a:spLocks noEditPoints="1"/>
              </p:cNvSpPr>
              <p:nvPr/>
            </p:nvSpPr>
            <p:spPr bwMode="gray">
              <a:xfrm>
                <a:off x="3032854" y="3917921"/>
                <a:ext cx="86963" cy="73049"/>
              </a:xfrm>
              <a:custGeom>
                <a:avLst/>
                <a:gdLst>
                  <a:gd name="T0" fmla="*/ 24 w 50"/>
                  <a:gd name="T1" fmla="*/ 30 h 42"/>
                  <a:gd name="T2" fmla="*/ 22 w 50"/>
                  <a:gd name="T3" fmla="*/ 30 h 42"/>
                  <a:gd name="T4" fmla="*/ 18 w 50"/>
                  <a:gd name="T5" fmla="*/ 30 h 42"/>
                  <a:gd name="T6" fmla="*/ 18 w 50"/>
                  <a:gd name="T7" fmla="*/ 30 h 42"/>
                  <a:gd name="T8" fmla="*/ 18 w 50"/>
                  <a:gd name="T9" fmla="*/ 26 h 42"/>
                  <a:gd name="T10" fmla="*/ 18 w 50"/>
                  <a:gd name="T11" fmla="*/ 30 h 42"/>
                  <a:gd name="T12" fmla="*/ 14 w 50"/>
                  <a:gd name="T13" fmla="*/ 30 h 42"/>
                  <a:gd name="T14" fmla="*/ 10 w 50"/>
                  <a:gd name="T15" fmla="*/ 30 h 42"/>
                  <a:gd name="T16" fmla="*/ 10 w 50"/>
                  <a:gd name="T17" fmla="*/ 34 h 42"/>
                  <a:gd name="T18" fmla="*/ 10 w 50"/>
                  <a:gd name="T19" fmla="*/ 38 h 42"/>
                  <a:gd name="T20" fmla="*/ 2 w 50"/>
                  <a:gd name="T21" fmla="*/ 38 h 42"/>
                  <a:gd name="T22" fmla="*/ 2 w 50"/>
                  <a:gd name="T23" fmla="*/ 34 h 42"/>
                  <a:gd name="T24" fmla="*/ 2 w 50"/>
                  <a:gd name="T25" fmla="*/ 30 h 42"/>
                  <a:gd name="T26" fmla="*/ 0 w 50"/>
                  <a:gd name="T27" fmla="*/ 26 h 42"/>
                  <a:gd name="T28" fmla="*/ 0 w 50"/>
                  <a:gd name="T29" fmla="*/ 26 h 42"/>
                  <a:gd name="T30" fmla="*/ 0 w 50"/>
                  <a:gd name="T31" fmla="*/ 26 h 42"/>
                  <a:gd name="T32" fmla="*/ 2 w 50"/>
                  <a:gd name="T33" fmla="*/ 24 h 42"/>
                  <a:gd name="T34" fmla="*/ 2 w 50"/>
                  <a:gd name="T35" fmla="*/ 24 h 42"/>
                  <a:gd name="T36" fmla="*/ 2 w 50"/>
                  <a:gd name="T37" fmla="*/ 16 h 42"/>
                  <a:gd name="T38" fmla="*/ 2 w 50"/>
                  <a:gd name="T39" fmla="*/ 16 h 42"/>
                  <a:gd name="T40" fmla="*/ 2 w 50"/>
                  <a:gd name="T41" fmla="*/ 8 h 42"/>
                  <a:gd name="T42" fmla="*/ 2 w 50"/>
                  <a:gd name="T43" fmla="*/ 8 h 42"/>
                  <a:gd name="T44" fmla="*/ 2 w 50"/>
                  <a:gd name="T45" fmla="*/ 4 h 42"/>
                  <a:gd name="T46" fmla="*/ 2 w 50"/>
                  <a:gd name="T47" fmla="*/ 4 h 42"/>
                  <a:gd name="T48" fmla="*/ 6 w 50"/>
                  <a:gd name="T49" fmla="*/ 0 h 42"/>
                  <a:gd name="T50" fmla="*/ 10 w 50"/>
                  <a:gd name="T51" fmla="*/ 4 h 42"/>
                  <a:gd name="T52" fmla="*/ 10 w 50"/>
                  <a:gd name="T53" fmla="*/ 0 h 42"/>
                  <a:gd name="T54" fmla="*/ 14 w 50"/>
                  <a:gd name="T55" fmla="*/ 0 h 42"/>
                  <a:gd name="T56" fmla="*/ 18 w 50"/>
                  <a:gd name="T57" fmla="*/ 4 h 42"/>
                  <a:gd name="T58" fmla="*/ 22 w 50"/>
                  <a:gd name="T59" fmla="*/ 4 h 42"/>
                  <a:gd name="T60" fmla="*/ 24 w 50"/>
                  <a:gd name="T61" fmla="*/ 8 h 42"/>
                  <a:gd name="T62" fmla="*/ 24 w 50"/>
                  <a:gd name="T63" fmla="*/ 4 h 42"/>
                  <a:gd name="T64" fmla="*/ 28 w 50"/>
                  <a:gd name="T65" fmla="*/ 8 h 42"/>
                  <a:gd name="T66" fmla="*/ 28 w 50"/>
                  <a:gd name="T67" fmla="*/ 12 h 42"/>
                  <a:gd name="T68" fmla="*/ 28 w 50"/>
                  <a:gd name="T69" fmla="*/ 12 h 42"/>
                  <a:gd name="T70" fmla="*/ 36 w 50"/>
                  <a:gd name="T71" fmla="*/ 12 h 42"/>
                  <a:gd name="T72" fmla="*/ 40 w 50"/>
                  <a:gd name="T73" fmla="*/ 12 h 42"/>
                  <a:gd name="T74" fmla="*/ 32 w 50"/>
                  <a:gd name="T75" fmla="*/ 16 h 42"/>
                  <a:gd name="T76" fmla="*/ 32 w 50"/>
                  <a:gd name="T77" fmla="*/ 16 h 42"/>
                  <a:gd name="T78" fmla="*/ 36 w 50"/>
                  <a:gd name="T79" fmla="*/ 16 h 42"/>
                  <a:gd name="T80" fmla="*/ 36 w 50"/>
                  <a:gd name="T81" fmla="*/ 16 h 42"/>
                  <a:gd name="T82" fmla="*/ 40 w 50"/>
                  <a:gd name="T83" fmla="*/ 20 h 42"/>
                  <a:gd name="T84" fmla="*/ 44 w 50"/>
                  <a:gd name="T85" fmla="*/ 20 h 42"/>
                  <a:gd name="T86" fmla="*/ 48 w 50"/>
                  <a:gd name="T87" fmla="*/ 24 h 42"/>
                  <a:gd name="T88" fmla="*/ 50 w 50"/>
                  <a:gd name="T89" fmla="*/ 26 h 42"/>
                  <a:gd name="T90" fmla="*/ 48 w 50"/>
                  <a:gd name="T91" fmla="*/ 30 h 42"/>
                  <a:gd name="T92" fmla="*/ 48 w 50"/>
                  <a:gd name="T93" fmla="*/ 30 h 42"/>
                  <a:gd name="T94" fmla="*/ 44 w 50"/>
                  <a:gd name="T95" fmla="*/ 30 h 42"/>
                  <a:gd name="T96" fmla="*/ 44 w 50"/>
                  <a:gd name="T97" fmla="*/ 30 h 42"/>
                  <a:gd name="T98" fmla="*/ 40 w 50"/>
                  <a:gd name="T99" fmla="*/ 30 h 42"/>
                  <a:gd name="T100" fmla="*/ 32 w 50"/>
                  <a:gd name="T101" fmla="*/ 26 h 42"/>
                  <a:gd name="T102" fmla="*/ 28 w 50"/>
                  <a:gd name="T103" fmla="*/ 26 h 42"/>
                  <a:gd name="T104" fmla="*/ 24 w 50"/>
                  <a:gd name="T105" fmla="*/ 26 h 42"/>
                  <a:gd name="T106" fmla="*/ 44 w 50"/>
                  <a:gd name="T107" fmla="*/ 34 h 42"/>
                  <a:gd name="T108" fmla="*/ 44 w 50"/>
                  <a:gd name="T109" fmla="*/ 34 h 42"/>
                  <a:gd name="T110" fmla="*/ 48 w 50"/>
                  <a:gd name="T111" fmla="*/ 34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0" h="42">
                    <a:moveTo>
                      <a:pt x="24" y="26"/>
                    </a:moveTo>
                    <a:lnTo>
                      <a:pt x="24" y="26"/>
                    </a:lnTo>
                    <a:lnTo>
                      <a:pt x="24" y="26"/>
                    </a:lnTo>
                    <a:lnTo>
                      <a:pt x="24" y="30"/>
                    </a:lnTo>
                    <a:lnTo>
                      <a:pt x="24" y="30"/>
                    </a:lnTo>
                    <a:lnTo>
                      <a:pt x="24" y="30"/>
                    </a:lnTo>
                    <a:lnTo>
                      <a:pt x="24" y="30"/>
                    </a:lnTo>
                    <a:lnTo>
                      <a:pt x="24" y="30"/>
                    </a:lnTo>
                    <a:lnTo>
                      <a:pt x="24" y="30"/>
                    </a:lnTo>
                    <a:lnTo>
                      <a:pt x="22" y="30"/>
                    </a:lnTo>
                    <a:lnTo>
                      <a:pt x="22" y="30"/>
                    </a:lnTo>
                    <a:lnTo>
                      <a:pt x="22"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8" y="30"/>
                    </a:lnTo>
                    <a:lnTo>
                      <a:pt x="18" y="30"/>
                    </a:lnTo>
                    <a:lnTo>
                      <a:pt x="18" y="26"/>
                    </a:lnTo>
                    <a:lnTo>
                      <a:pt x="18" y="26"/>
                    </a:lnTo>
                    <a:lnTo>
                      <a:pt x="18" y="26"/>
                    </a:lnTo>
                    <a:lnTo>
                      <a:pt x="18" y="26"/>
                    </a:lnTo>
                    <a:lnTo>
                      <a:pt x="18" y="26"/>
                    </a:lnTo>
                    <a:lnTo>
                      <a:pt x="18" y="26"/>
                    </a:lnTo>
                    <a:lnTo>
                      <a:pt x="18" y="26"/>
                    </a:lnTo>
                    <a:lnTo>
                      <a:pt x="18" y="26"/>
                    </a:lnTo>
                    <a:lnTo>
                      <a:pt x="18" y="30"/>
                    </a:lnTo>
                    <a:lnTo>
                      <a:pt x="18" y="30"/>
                    </a:lnTo>
                    <a:lnTo>
                      <a:pt x="18" y="30"/>
                    </a:lnTo>
                    <a:lnTo>
                      <a:pt x="18" y="30"/>
                    </a:lnTo>
                    <a:lnTo>
                      <a:pt x="18" y="30"/>
                    </a:lnTo>
                    <a:lnTo>
                      <a:pt x="18" y="30"/>
                    </a:lnTo>
                    <a:lnTo>
                      <a:pt x="14" y="30"/>
                    </a:lnTo>
                    <a:lnTo>
                      <a:pt x="14" y="30"/>
                    </a:lnTo>
                    <a:lnTo>
                      <a:pt x="14" y="30"/>
                    </a:lnTo>
                    <a:lnTo>
                      <a:pt x="10" y="30"/>
                    </a:lnTo>
                    <a:lnTo>
                      <a:pt x="10" y="30"/>
                    </a:lnTo>
                    <a:lnTo>
                      <a:pt x="10" y="30"/>
                    </a:lnTo>
                    <a:lnTo>
                      <a:pt x="10" y="30"/>
                    </a:lnTo>
                    <a:lnTo>
                      <a:pt x="10" y="30"/>
                    </a:lnTo>
                    <a:lnTo>
                      <a:pt x="10" y="30"/>
                    </a:lnTo>
                    <a:lnTo>
                      <a:pt x="10" y="30"/>
                    </a:lnTo>
                    <a:lnTo>
                      <a:pt x="10" y="30"/>
                    </a:lnTo>
                    <a:lnTo>
                      <a:pt x="10" y="30"/>
                    </a:lnTo>
                    <a:lnTo>
                      <a:pt x="10" y="34"/>
                    </a:lnTo>
                    <a:lnTo>
                      <a:pt x="10" y="34"/>
                    </a:lnTo>
                    <a:lnTo>
                      <a:pt x="10" y="34"/>
                    </a:lnTo>
                    <a:lnTo>
                      <a:pt x="10" y="34"/>
                    </a:lnTo>
                    <a:lnTo>
                      <a:pt x="10" y="38"/>
                    </a:lnTo>
                    <a:lnTo>
                      <a:pt x="10" y="38"/>
                    </a:lnTo>
                    <a:lnTo>
                      <a:pt x="10" y="38"/>
                    </a:lnTo>
                    <a:lnTo>
                      <a:pt x="10" y="38"/>
                    </a:lnTo>
                    <a:lnTo>
                      <a:pt x="10" y="38"/>
                    </a:lnTo>
                    <a:lnTo>
                      <a:pt x="10" y="38"/>
                    </a:lnTo>
                    <a:lnTo>
                      <a:pt x="6" y="42"/>
                    </a:lnTo>
                    <a:lnTo>
                      <a:pt x="6" y="42"/>
                    </a:lnTo>
                    <a:lnTo>
                      <a:pt x="6" y="42"/>
                    </a:lnTo>
                    <a:lnTo>
                      <a:pt x="2" y="38"/>
                    </a:lnTo>
                    <a:lnTo>
                      <a:pt x="2" y="38"/>
                    </a:lnTo>
                    <a:lnTo>
                      <a:pt x="2" y="38"/>
                    </a:lnTo>
                    <a:lnTo>
                      <a:pt x="2" y="34"/>
                    </a:lnTo>
                    <a:lnTo>
                      <a:pt x="2" y="34"/>
                    </a:lnTo>
                    <a:lnTo>
                      <a:pt x="2" y="34"/>
                    </a:lnTo>
                    <a:lnTo>
                      <a:pt x="2" y="34"/>
                    </a:lnTo>
                    <a:lnTo>
                      <a:pt x="2" y="34"/>
                    </a:lnTo>
                    <a:lnTo>
                      <a:pt x="2" y="34"/>
                    </a:lnTo>
                    <a:lnTo>
                      <a:pt x="2" y="34"/>
                    </a:lnTo>
                    <a:lnTo>
                      <a:pt x="2" y="34"/>
                    </a:lnTo>
                    <a:lnTo>
                      <a:pt x="2" y="30"/>
                    </a:lnTo>
                    <a:lnTo>
                      <a:pt x="2" y="30"/>
                    </a:lnTo>
                    <a:lnTo>
                      <a:pt x="2" y="30"/>
                    </a:lnTo>
                    <a:lnTo>
                      <a:pt x="2" y="30"/>
                    </a:lnTo>
                    <a:lnTo>
                      <a:pt x="2" y="30"/>
                    </a:lnTo>
                    <a:lnTo>
                      <a:pt x="2" y="30"/>
                    </a:lnTo>
                    <a:lnTo>
                      <a:pt x="2" y="30"/>
                    </a:lnTo>
                    <a:lnTo>
                      <a:pt x="0" y="30"/>
                    </a:lnTo>
                    <a:lnTo>
                      <a:pt x="0" y="26"/>
                    </a:lnTo>
                    <a:lnTo>
                      <a:pt x="0" y="26"/>
                    </a:lnTo>
                    <a:lnTo>
                      <a:pt x="0" y="26"/>
                    </a:lnTo>
                    <a:lnTo>
                      <a:pt x="0" y="26"/>
                    </a:lnTo>
                    <a:lnTo>
                      <a:pt x="0" y="26"/>
                    </a:lnTo>
                    <a:lnTo>
                      <a:pt x="0" y="26"/>
                    </a:lnTo>
                    <a:lnTo>
                      <a:pt x="0" y="26"/>
                    </a:lnTo>
                    <a:lnTo>
                      <a:pt x="0" y="26"/>
                    </a:lnTo>
                    <a:lnTo>
                      <a:pt x="0" y="24"/>
                    </a:lnTo>
                    <a:lnTo>
                      <a:pt x="0" y="24"/>
                    </a:lnTo>
                    <a:lnTo>
                      <a:pt x="0" y="24"/>
                    </a:lnTo>
                    <a:lnTo>
                      <a:pt x="0" y="24"/>
                    </a:lnTo>
                    <a:lnTo>
                      <a:pt x="0" y="26"/>
                    </a:lnTo>
                    <a:lnTo>
                      <a:pt x="0" y="24"/>
                    </a:lnTo>
                    <a:lnTo>
                      <a:pt x="0" y="24"/>
                    </a:lnTo>
                    <a:lnTo>
                      <a:pt x="0" y="24"/>
                    </a:lnTo>
                    <a:lnTo>
                      <a:pt x="2" y="24"/>
                    </a:lnTo>
                    <a:lnTo>
                      <a:pt x="2" y="24"/>
                    </a:lnTo>
                    <a:lnTo>
                      <a:pt x="2" y="24"/>
                    </a:lnTo>
                    <a:lnTo>
                      <a:pt x="2" y="24"/>
                    </a:lnTo>
                    <a:lnTo>
                      <a:pt x="2" y="24"/>
                    </a:lnTo>
                    <a:lnTo>
                      <a:pt x="2" y="24"/>
                    </a:lnTo>
                    <a:lnTo>
                      <a:pt x="2" y="24"/>
                    </a:lnTo>
                    <a:lnTo>
                      <a:pt x="2" y="24"/>
                    </a:lnTo>
                    <a:lnTo>
                      <a:pt x="2" y="24"/>
                    </a:lnTo>
                    <a:lnTo>
                      <a:pt x="2" y="24"/>
                    </a:lnTo>
                    <a:lnTo>
                      <a:pt x="2" y="20"/>
                    </a:lnTo>
                    <a:lnTo>
                      <a:pt x="2" y="20"/>
                    </a:lnTo>
                    <a:lnTo>
                      <a:pt x="2" y="20"/>
                    </a:lnTo>
                    <a:lnTo>
                      <a:pt x="2" y="16"/>
                    </a:lnTo>
                    <a:lnTo>
                      <a:pt x="2" y="16"/>
                    </a:lnTo>
                    <a:lnTo>
                      <a:pt x="2" y="16"/>
                    </a:lnTo>
                    <a:lnTo>
                      <a:pt x="2" y="16"/>
                    </a:lnTo>
                    <a:lnTo>
                      <a:pt x="2" y="16"/>
                    </a:lnTo>
                    <a:lnTo>
                      <a:pt x="2" y="16"/>
                    </a:lnTo>
                    <a:lnTo>
                      <a:pt x="2" y="16"/>
                    </a:lnTo>
                    <a:lnTo>
                      <a:pt x="2" y="16"/>
                    </a:lnTo>
                    <a:lnTo>
                      <a:pt x="2" y="16"/>
                    </a:lnTo>
                    <a:lnTo>
                      <a:pt x="2" y="12"/>
                    </a:lnTo>
                    <a:lnTo>
                      <a:pt x="2" y="12"/>
                    </a:lnTo>
                    <a:lnTo>
                      <a:pt x="2" y="12"/>
                    </a:lnTo>
                    <a:lnTo>
                      <a:pt x="2" y="12"/>
                    </a:lnTo>
                    <a:lnTo>
                      <a:pt x="2" y="8"/>
                    </a:lnTo>
                    <a:lnTo>
                      <a:pt x="2" y="8"/>
                    </a:lnTo>
                    <a:lnTo>
                      <a:pt x="2" y="8"/>
                    </a:lnTo>
                    <a:lnTo>
                      <a:pt x="2" y="8"/>
                    </a:lnTo>
                    <a:lnTo>
                      <a:pt x="2" y="8"/>
                    </a:lnTo>
                    <a:lnTo>
                      <a:pt x="2" y="8"/>
                    </a:lnTo>
                    <a:lnTo>
                      <a:pt x="2" y="8"/>
                    </a:lnTo>
                    <a:lnTo>
                      <a:pt x="2" y="8"/>
                    </a:lnTo>
                    <a:lnTo>
                      <a:pt x="2" y="8"/>
                    </a:lnTo>
                    <a:lnTo>
                      <a:pt x="2" y="8"/>
                    </a:lnTo>
                    <a:lnTo>
                      <a:pt x="2" y="4"/>
                    </a:lnTo>
                    <a:lnTo>
                      <a:pt x="2" y="4"/>
                    </a:lnTo>
                    <a:lnTo>
                      <a:pt x="2" y="4"/>
                    </a:lnTo>
                    <a:lnTo>
                      <a:pt x="2" y="4"/>
                    </a:lnTo>
                    <a:lnTo>
                      <a:pt x="2" y="4"/>
                    </a:lnTo>
                    <a:lnTo>
                      <a:pt x="2" y="4"/>
                    </a:lnTo>
                    <a:lnTo>
                      <a:pt x="2" y="4"/>
                    </a:lnTo>
                    <a:lnTo>
                      <a:pt x="2" y="4"/>
                    </a:lnTo>
                    <a:lnTo>
                      <a:pt x="2" y="4"/>
                    </a:lnTo>
                    <a:lnTo>
                      <a:pt x="2" y="4"/>
                    </a:lnTo>
                    <a:lnTo>
                      <a:pt x="2" y="0"/>
                    </a:lnTo>
                    <a:lnTo>
                      <a:pt x="2" y="0"/>
                    </a:lnTo>
                    <a:lnTo>
                      <a:pt x="2" y="0"/>
                    </a:lnTo>
                    <a:lnTo>
                      <a:pt x="6" y="0"/>
                    </a:lnTo>
                    <a:lnTo>
                      <a:pt x="6" y="0"/>
                    </a:lnTo>
                    <a:lnTo>
                      <a:pt x="6" y="0"/>
                    </a:lnTo>
                    <a:lnTo>
                      <a:pt x="6" y="0"/>
                    </a:lnTo>
                    <a:lnTo>
                      <a:pt x="6" y="4"/>
                    </a:lnTo>
                    <a:lnTo>
                      <a:pt x="6" y="4"/>
                    </a:lnTo>
                    <a:lnTo>
                      <a:pt x="6" y="4"/>
                    </a:lnTo>
                    <a:lnTo>
                      <a:pt x="10" y="4"/>
                    </a:lnTo>
                    <a:lnTo>
                      <a:pt x="10" y="4"/>
                    </a:lnTo>
                    <a:lnTo>
                      <a:pt x="10" y="4"/>
                    </a:lnTo>
                    <a:lnTo>
                      <a:pt x="10" y="4"/>
                    </a:lnTo>
                    <a:lnTo>
                      <a:pt x="10" y="4"/>
                    </a:lnTo>
                    <a:lnTo>
                      <a:pt x="10" y="0"/>
                    </a:lnTo>
                    <a:lnTo>
                      <a:pt x="10" y="0"/>
                    </a:lnTo>
                    <a:lnTo>
                      <a:pt x="10" y="0"/>
                    </a:lnTo>
                    <a:lnTo>
                      <a:pt x="10" y="0"/>
                    </a:lnTo>
                    <a:lnTo>
                      <a:pt x="14" y="0"/>
                    </a:lnTo>
                    <a:lnTo>
                      <a:pt x="14" y="0"/>
                    </a:lnTo>
                    <a:lnTo>
                      <a:pt x="14" y="0"/>
                    </a:lnTo>
                    <a:lnTo>
                      <a:pt x="14" y="0"/>
                    </a:lnTo>
                    <a:lnTo>
                      <a:pt x="14" y="4"/>
                    </a:lnTo>
                    <a:lnTo>
                      <a:pt x="14" y="4"/>
                    </a:lnTo>
                    <a:lnTo>
                      <a:pt x="18" y="4"/>
                    </a:lnTo>
                    <a:lnTo>
                      <a:pt x="18" y="4"/>
                    </a:lnTo>
                    <a:lnTo>
                      <a:pt x="18" y="4"/>
                    </a:lnTo>
                    <a:lnTo>
                      <a:pt x="18" y="4"/>
                    </a:lnTo>
                    <a:lnTo>
                      <a:pt x="22" y="4"/>
                    </a:lnTo>
                    <a:lnTo>
                      <a:pt x="22" y="4"/>
                    </a:lnTo>
                    <a:lnTo>
                      <a:pt x="22" y="4"/>
                    </a:lnTo>
                    <a:lnTo>
                      <a:pt x="22" y="4"/>
                    </a:lnTo>
                    <a:lnTo>
                      <a:pt x="22" y="4"/>
                    </a:lnTo>
                    <a:lnTo>
                      <a:pt x="22" y="4"/>
                    </a:lnTo>
                    <a:lnTo>
                      <a:pt x="22" y="8"/>
                    </a:lnTo>
                    <a:lnTo>
                      <a:pt x="22" y="8"/>
                    </a:lnTo>
                    <a:lnTo>
                      <a:pt x="22" y="8"/>
                    </a:lnTo>
                    <a:lnTo>
                      <a:pt x="22" y="8"/>
                    </a:lnTo>
                    <a:lnTo>
                      <a:pt x="24" y="8"/>
                    </a:lnTo>
                    <a:lnTo>
                      <a:pt x="24" y="8"/>
                    </a:lnTo>
                    <a:lnTo>
                      <a:pt x="24" y="8"/>
                    </a:lnTo>
                    <a:lnTo>
                      <a:pt x="24" y="8"/>
                    </a:lnTo>
                    <a:lnTo>
                      <a:pt x="24" y="8"/>
                    </a:lnTo>
                    <a:lnTo>
                      <a:pt x="24" y="8"/>
                    </a:lnTo>
                    <a:lnTo>
                      <a:pt x="24" y="8"/>
                    </a:lnTo>
                    <a:lnTo>
                      <a:pt x="24" y="4"/>
                    </a:lnTo>
                    <a:lnTo>
                      <a:pt x="24" y="4"/>
                    </a:lnTo>
                    <a:lnTo>
                      <a:pt x="24" y="4"/>
                    </a:lnTo>
                    <a:lnTo>
                      <a:pt x="28" y="4"/>
                    </a:lnTo>
                    <a:lnTo>
                      <a:pt x="28" y="4"/>
                    </a:lnTo>
                    <a:lnTo>
                      <a:pt x="28" y="8"/>
                    </a:lnTo>
                    <a:lnTo>
                      <a:pt x="28" y="8"/>
                    </a:lnTo>
                    <a:lnTo>
                      <a:pt x="28" y="8"/>
                    </a:lnTo>
                    <a:lnTo>
                      <a:pt x="28" y="8"/>
                    </a:lnTo>
                    <a:lnTo>
                      <a:pt x="28" y="8"/>
                    </a:lnTo>
                    <a:lnTo>
                      <a:pt x="28" y="12"/>
                    </a:lnTo>
                    <a:lnTo>
                      <a:pt x="28" y="12"/>
                    </a:lnTo>
                    <a:lnTo>
                      <a:pt x="28" y="12"/>
                    </a:lnTo>
                    <a:lnTo>
                      <a:pt x="28" y="12"/>
                    </a:lnTo>
                    <a:lnTo>
                      <a:pt x="28" y="12"/>
                    </a:lnTo>
                    <a:lnTo>
                      <a:pt x="28" y="12"/>
                    </a:lnTo>
                    <a:lnTo>
                      <a:pt x="28" y="12"/>
                    </a:lnTo>
                    <a:lnTo>
                      <a:pt x="28" y="12"/>
                    </a:lnTo>
                    <a:lnTo>
                      <a:pt x="28" y="12"/>
                    </a:lnTo>
                    <a:lnTo>
                      <a:pt x="28" y="12"/>
                    </a:lnTo>
                    <a:lnTo>
                      <a:pt x="32" y="12"/>
                    </a:lnTo>
                    <a:lnTo>
                      <a:pt x="32" y="12"/>
                    </a:lnTo>
                    <a:lnTo>
                      <a:pt x="32" y="12"/>
                    </a:lnTo>
                    <a:lnTo>
                      <a:pt x="32" y="12"/>
                    </a:lnTo>
                    <a:lnTo>
                      <a:pt x="36" y="12"/>
                    </a:lnTo>
                    <a:lnTo>
                      <a:pt x="36" y="12"/>
                    </a:lnTo>
                    <a:lnTo>
                      <a:pt x="36" y="12"/>
                    </a:lnTo>
                    <a:lnTo>
                      <a:pt x="36" y="12"/>
                    </a:lnTo>
                    <a:lnTo>
                      <a:pt x="36" y="12"/>
                    </a:lnTo>
                    <a:lnTo>
                      <a:pt x="40" y="12"/>
                    </a:lnTo>
                    <a:lnTo>
                      <a:pt x="40" y="12"/>
                    </a:lnTo>
                    <a:lnTo>
                      <a:pt x="40" y="12"/>
                    </a:lnTo>
                    <a:lnTo>
                      <a:pt x="36" y="16"/>
                    </a:lnTo>
                    <a:lnTo>
                      <a:pt x="36" y="16"/>
                    </a:lnTo>
                    <a:lnTo>
                      <a:pt x="36" y="16"/>
                    </a:lnTo>
                    <a:lnTo>
                      <a:pt x="36" y="16"/>
                    </a:lnTo>
                    <a:lnTo>
                      <a:pt x="32" y="16"/>
                    </a:lnTo>
                    <a:lnTo>
                      <a:pt x="32" y="16"/>
                    </a:lnTo>
                    <a:lnTo>
                      <a:pt x="32" y="16"/>
                    </a:lnTo>
                    <a:lnTo>
                      <a:pt x="32" y="16"/>
                    </a:lnTo>
                    <a:lnTo>
                      <a:pt x="32" y="16"/>
                    </a:lnTo>
                    <a:lnTo>
                      <a:pt x="32" y="16"/>
                    </a:lnTo>
                    <a:lnTo>
                      <a:pt x="32" y="16"/>
                    </a:lnTo>
                    <a:lnTo>
                      <a:pt x="32" y="16"/>
                    </a:lnTo>
                    <a:lnTo>
                      <a:pt x="32" y="16"/>
                    </a:lnTo>
                    <a:lnTo>
                      <a:pt x="32" y="16"/>
                    </a:lnTo>
                    <a:lnTo>
                      <a:pt x="32" y="16"/>
                    </a:lnTo>
                    <a:lnTo>
                      <a:pt x="32" y="16"/>
                    </a:lnTo>
                    <a:lnTo>
                      <a:pt x="36" y="16"/>
                    </a:lnTo>
                    <a:lnTo>
                      <a:pt x="36" y="16"/>
                    </a:lnTo>
                    <a:lnTo>
                      <a:pt x="36" y="16"/>
                    </a:lnTo>
                    <a:lnTo>
                      <a:pt x="36" y="16"/>
                    </a:lnTo>
                    <a:lnTo>
                      <a:pt x="36" y="16"/>
                    </a:lnTo>
                    <a:lnTo>
                      <a:pt x="36" y="16"/>
                    </a:lnTo>
                    <a:lnTo>
                      <a:pt x="36" y="16"/>
                    </a:lnTo>
                    <a:lnTo>
                      <a:pt x="36" y="16"/>
                    </a:lnTo>
                    <a:lnTo>
                      <a:pt x="36" y="16"/>
                    </a:lnTo>
                    <a:lnTo>
                      <a:pt x="36" y="20"/>
                    </a:lnTo>
                    <a:lnTo>
                      <a:pt x="36" y="20"/>
                    </a:lnTo>
                    <a:lnTo>
                      <a:pt x="36" y="20"/>
                    </a:lnTo>
                    <a:lnTo>
                      <a:pt x="40" y="20"/>
                    </a:lnTo>
                    <a:lnTo>
                      <a:pt x="40" y="20"/>
                    </a:lnTo>
                    <a:lnTo>
                      <a:pt x="40" y="20"/>
                    </a:lnTo>
                    <a:lnTo>
                      <a:pt x="44" y="20"/>
                    </a:lnTo>
                    <a:lnTo>
                      <a:pt x="44" y="20"/>
                    </a:lnTo>
                    <a:lnTo>
                      <a:pt x="44" y="20"/>
                    </a:lnTo>
                    <a:lnTo>
                      <a:pt x="44" y="20"/>
                    </a:lnTo>
                    <a:lnTo>
                      <a:pt x="44" y="20"/>
                    </a:lnTo>
                    <a:lnTo>
                      <a:pt x="44" y="20"/>
                    </a:lnTo>
                    <a:lnTo>
                      <a:pt x="44" y="20"/>
                    </a:lnTo>
                    <a:lnTo>
                      <a:pt x="48" y="24"/>
                    </a:lnTo>
                    <a:lnTo>
                      <a:pt x="48" y="24"/>
                    </a:lnTo>
                    <a:lnTo>
                      <a:pt x="48" y="24"/>
                    </a:lnTo>
                    <a:lnTo>
                      <a:pt x="48" y="24"/>
                    </a:lnTo>
                    <a:lnTo>
                      <a:pt x="50" y="24"/>
                    </a:lnTo>
                    <a:lnTo>
                      <a:pt x="50" y="24"/>
                    </a:lnTo>
                    <a:lnTo>
                      <a:pt x="50" y="24"/>
                    </a:lnTo>
                    <a:lnTo>
                      <a:pt x="50" y="26"/>
                    </a:lnTo>
                    <a:lnTo>
                      <a:pt x="50" y="26"/>
                    </a:lnTo>
                    <a:lnTo>
                      <a:pt x="48" y="30"/>
                    </a:lnTo>
                    <a:lnTo>
                      <a:pt x="48" y="30"/>
                    </a:lnTo>
                    <a:lnTo>
                      <a:pt x="48" y="30"/>
                    </a:lnTo>
                    <a:lnTo>
                      <a:pt x="48" y="30"/>
                    </a:lnTo>
                    <a:lnTo>
                      <a:pt x="48" y="30"/>
                    </a:lnTo>
                    <a:lnTo>
                      <a:pt x="48" y="30"/>
                    </a:lnTo>
                    <a:lnTo>
                      <a:pt x="48" y="30"/>
                    </a:lnTo>
                    <a:lnTo>
                      <a:pt x="48" y="30"/>
                    </a:lnTo>
                    <a:lnTo>
                      <a:pt x="48" y="30"/>
                    </a:lnTo>
                    <a:lnTo>
                      <a:pt x="48" y="30"/>
                    </a:lnTo>
                    <a:lnTo>
                      <a:pt x="48" y="30"/>
                    </a:lnTo>
                    <a:lnTo>
                      <a:pt x="48" y="30"/>
                    </a:lnTo>
                    <a:lnTo>
                      <a:pt x="44" y="30"/>
                    </a:lnTo>
                    <a:lnTo>
                      <a:pt x="44" y="30"/>
                    </a:lnTo>
                    <a:lnTo>
                      <a:pt x="44" y="30"/>
                    </a:lnTo>
                    <a:lnTo>
                      <a:pt x="44" y="30"/>
                    </a:lnTo>
                    <a:lnTo>
                      <a:pt x="44" y="30"/>
                    </a:lnTo>
                    <a:lnTo>
                      <a:pt x="44" y="30"/>
                    </a:lnTo>
                    <a:lnTo>
                      <a:pt x="44" y="30"/>
                    </a:lnTo>
                    <a:lnTo>
                      <a:pt x="44" y="30"/>
                    </a:lnTo>
                    <a:lnTo>
                      <a:pt x="44" y="30"/>
                    </a:lnTo>
                    <a:lnTo>
                      <a:pt x="44" y="30"/>
                    </a:lnTo>
                    <a:lnTo>
                      <a:pt x="44" y="30"/>
                    </a:lnTo>
                    <a:lnTo>
                      <a:pt x="44" y="30"/>
                    </a:lnTo>
                    <a:lnTo>
                      <a:pt x="44" y="26"/>
                    </a:lnTo>
                    <a:lnTo>
                      <a:pt x="44" y="26"/>
                    </a:lnTo>
                    <a:lnTo>
                      <a:pt x="40" y="26"/>
                    </a:lnTo>
                    <a:lnTo>
                      <a:pt x="40" y="26"/>
                    </a:lnTo>
                    <a:lnTo>
                      <a:pt x="40" y="30"/>
                    </a:lnTo>
                    <a:lnTo>
                      <a:pt x="40" y="30"/>
                    </a:lnTo>
                    <a:lnTo>
                      <a:pt x="40" y="30"/>
                    </a:lnTo>
                    <a:lnTo>
                      <a:pt x="40" y="26"/>
                    </a:lnTo>
                    <a:lnTo>
                      <a:pt x="36" y="26"/>
                    </a:lnTo>
                    <a:lnTo>
                      <a:pt x="36" y="26"/>
                    </a:lnTo>
                    <a:lnTo>
                      <a:pt x="32" y="26"/>
                    </a:lnTo>
                    <a:lnTo>
                      <a:pt x="32" y="26"/>
                    </a:lnTo>
                    <a:lnTo>
                      <a:pt x="32" y="26"/>
                    </a:lnTo>
                    <a:lnTo>
                      <a:pt x="32" y="26"/>
                    </a:lnTo>
                    <a:lnTo>
                      <a:pt x="28" y="26"/>
                    </a:lnTo>
                    <a:lnTo>
                      <a:pt x="28" y="26"/>
                    </a:lnTo>
                    <a:lnTo>
                      <a:pt x="28" y="26"/>
                    </a:lnTo>
                    <a:lnTo>
                      <a:pt x="28" y="26"/>
                    </a:lnTo>
                    <a:lnTo>
                      <a:pt x="28" y="26"/>
                    </a:lnTo>
                    <a:lnTo>
                      <a:pt x="28" y="26"/>
                    </a:lnTo>
                    <a:lnTo>
                      <a:pt x="28" y="26"/>
                    </a:lnTo>
                    <a:lnTo>
                      <a:pt x="24" y="26"/>
                    </a:lnTo>
                    <a:lnTo>
                      <a:pt x="24" y="26"/>
                    </a:lnTo>
                    <a:lnTo>
                      <a:pt x="24" y="26"/>
                    </a:lnTo>
                    <a:close/>
                    <a:moveTo>
                      <a:pt x="48" y="34"/>
                    </a:moveTo>
                    <a:lnTo>
                      <a:pt x="48" y="34"/>
                    </a:lnTo>
                    <a:lnTo>
                      <a:pt x="48" y="34"/>
                    </a:lnTo>
                    <a:lnTo>
                      <a:pt x="48" y="34"/>
                    </a:lnTo>
                    <a:lnTo>
                      <a:pt x="44" y="34"/>
                    </a:lnTo>
                    <a:lnTo>
                      <a:pt x="44" y="34"/>
                    </a:lnTo>
                    <a:lnTo>
                      <a:pt x="44" y="34"/>
                    </a:lnTo>
                    <a:lnTo>
                      <a:pt x="44" y="34"/>
                    </a:lnTo>
                    <a:lnTo>
                      <a:pt x="44" y="34"/>
                    </a:lnTo>
                    <a:lnTo>
                      <a:pt x="44" y="34"/>
                    </a:lnTo>
                    <a:lnTo>
                      <a:pt x="44" y="34"/>
                    </a:lnTo>
                    <a:lnTo>
                      <a:pt x="44" y="34"/>
                    </a:lnTo>
                    <a:lnTo>
                      <a:pt x="44" y="30"/>
                    </a:lnTo>
                    <a:lnTo>
                      <a:pt x="48" y="34"/>
                    </a:lnTo>
                    <a:lnTo>
                      <a:pt x="48" y="34"/>
                    </a:lnTo>
                    <a:lnTo>
                      <a:pt x="48" y="34"/>
                    </a:lnTo>
                    <a:lnTo>
                      <a:pt x="48" y="34"/>
                    </a:lnTo>
                    <a:lnTo>
                      <a:pt x="48" y="34"/>
                    </a:lnTo>
                    <a:lnTo>
                      <a:pt x="48" y="34"/>
                    </a:lnTo>
                    <a:lnTo>
                      <a:pt x="48" y="34"/>
                    </a:lnTo>
                    <a:lnTo>
                      <a:pt x="48"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8" name="Freeform 72"/>
              <p:cNvSpPr>
                <a:spLocks/>
              </p:cNvSpPr>
              <p:nvPr/>
            </p:nvSpPr>
            <p:spPr bwMode="gray">
              <a:xfrm>
                <a:off x="2584124" y="4088368"/>
                <a:ext cx="55656" cy="38264"/>
              </a:xfrm>
              <a:custGeom>
                <a:avLst/>
                <a:gdLst>
                  <a:gd name="T0" fmla="*/ 32 w 32"/>
                  <a:gd name="T1" fmla="*/ 16 h 22"/>
                  <a:gd name="T2" fmla="*/ 32 w 32"/>
                  <a:gd name="T3" fmla="*/ 16 h 22"/>
                  <a:gd name="T4" fmla="*/ 32 w 32"/>
                  <a:gd name="T5" fmla="*/ 18 h 22"/>
                  <a:gd name="T6" fmla="*/ 32 w 32"/>
                  <a:gd name="T7" fmla="*/ 18 h 22"/>
                  <a:gd name="T8" fmla="*/ 32 w 32"/>
                  <a:gd name="T9" fmla="*/ 18 h 22"/>
                  <a:gd name="T10" fmla="*/ 32 w 32"/>
                  <a:gd name="T11" fmla="*/ 22 h 22"/>
                  <a:gd name="T12" fmla="*/ 28 w 32"/>
                  <a:gd name="T13" fmla="*/ 22 h 22"/>
                  <a:gd name="T14" fmla="*/ 28 w 32"/>
                  <a:gd name="T15" fmla="*/ 22 h 22"/>
                  <a:gd name="T16" fmla="*/ 22 w 32"/>
                  <a:gd name="T17" fmla="*/ 22 h 22"/>
                  <a:gd name="T18" fmla="*/ 22 w 32"/>
                  <a:gd name="T19" fmla="*/ 18 h 22"/>
                  <a:gd name="T20" fmla="*/ 22 w 32"/>
                  <a:gd name="T21" fmla="*/ 18 h 22"/>
                  <a:gd name="T22" fmla="*/ 22 w 32"/>
                  <a:gd name="T23" fmla="*/ 22 h 22"/>
                  <a:gd name="T24" fmla="*/ 18 w 32"/>
                  <a:gd name="T25" fmla="*/ 22 h 22"/>
                  <a:gd name="T26" fmla="*/ 18 w 32"/>
                  <a:gd name="T27" fmla="*/ 18 h 22"/>
                  <a:gd name="T28" fmla="*/ 14 w 32"/>
                  <a:gd name="T29" fmla="*/ 18 h 22"/>
                  <a:gd name="T30" fmla="*/ 14 w 32"/>
                  <a:gd name="T31" fmla="*/ 18 h 22"/>
                  <a:gd name="T32" fmla="*/ 10 w 32"/>
                  <a:gd name="T33" fmla="*/ 16 h 22"/>
                  <a:gd name="T34" fmla="*/ 8 w 32"/>
                  <a:gd name="T35" fmla="*/ 16 h 22"/>
                  <a:gd name="T36" fmla="*/ 4 w 32"/>
                  <a:gd name="T37" fmla="*/ 16 h 22"/>
                  <a:gd name="T38" fmla="*/ 4 w 32"/>
                  <a:gd name="T39" fmla="*/ 16 h 22"/>
                  <a:gd name="T40" fmla="*/ 4 w 32"/>
                  <a:gd name="T41" fmla="*/ 16 h 22"/>
                  <a:gd name="T42" fmla="*/ 0 w 32"/>
                  <a:gd name="T43" fmla="*/ 12 h 22"/>
                  <a:gd name="T44" fmla="*/ 0 w 32"/>
                  <a:gd name="T45" fmla="*/ 8 h 22"/>
                  <a:gd name="T46" fmla="*/ 4 w 32"/>
                  <a:gd name="T47" fmla="*/ 8 h 22"/>
                  <a:gd name="T48" fmla="*/ 8 w 32"/>
                  <a:gd name="T49" fmla="*/ 4 h 22"/>
                  <a:gd name="T50" fmla="*/ 8 w 32"/>
                  <a:gd name="T51" fmla="*/ 4 h 22"/>
                  <a:gd name="T52" fmla="*/ 8 w 32"/>
                  <a:gd name="T53" fmla="*/ 4 h 22"/>
                  <a:gd name="T54" fmla="*/ 8 w 32"/>
                  <a:gd name="T55" fmla="*/ 4 h 22"/>
                  <a:gd name="T56" fmla="*/ 8 w 32"/>
                  <a:gd name="T57" fmla="*/ 0 h 22"/>
                  <a:gd name="T58" fmla="*/ 10 w 32"/>
                  <a:gd name="T59" fmla="*/ 0 h 22"/>
                  <a:gd name="T60" fmla="*/ 10 w 32"/>
                  <a:gd name="T61" fmla="*/ 0 h 22"/>
                  <a:gd name="T62" fmla="*/ 14 w 32"/>
                  <a:gd name="T63" fmla="*/ 0 h 22"/>
                  <a:gd name="T64" fmla="*/ 14 w 32"/>
                  <a:gd name="T65" fmla="*/ 4 h 22"/>
                  <a:gd name="T66" fmla="*/ 14 w 32"/>
                  <a:gd name="T67" fmla="*/ 4 h 22"/>
                  <a:gd name="T68" fmla="*/ 18 w 32"/>
                  <a:gd name="T69" fmla="*/ 4 h 22"/>
                  <a:gd name="T70" fmla="*/ 18 w 32"/>
                  <a:gd name="T71" fmla="*/ 4 h 22"/>
                  <a:gd name="T72" fmla="*/ 18 w 32"/>
                  <a:gd name="T73" fmla="*/ 8 h 22"/>
                  <a:gd name="T74" fmla="*/ 18 w 32"/>
                  <a:gd name="T75" fmla="*/ 8 h 22"/>
                  <a:gd name="T76" fmla="*/ 22 w 32"/>
                  <a:gd name="T77" fmla="*/ 8 h 22"/>
                  <a:gd name="T78" fmla="*/ 22 w 32"/>
                  <a:gd name="T79" fmla="*/ 8 h 22"/>
                  <a:gd name="T80" fmla="*/ 22 w 32"/>
                  <a:gd name="T81" fmla="*/ 12 h 22"/>
                  <a:gd name="T82" fmla="*/ 24 w 32"/>
                  <a:gd name="T83" fmla="*/ 12 h 22"/>
                  <a:gd name="T84" fmla="*/ 24 w 32"/>
                  <a:gd name="T85" fmla="*/ 12 h 22"/>
                  <a:gd name="T86" fmla="*/ 24 w 32"/>
                  <a:gd name="T87" fmla="*/ 8 h 22"/>
                  <a:gd name="T88" fmla="*/ 28 w 32"/>
                  <a:gd name="T89" fmla="*/ 8 h 22"/>
                  <a:gd name="T90" fmla="*/ 28 w 32"/>
                  <a:gd name="T91" fmla="*/ 12 h 22"/>
                  <a:gd name="T92" fmla="*/ 28 w 32"/>
                  <a:gd name="T93" fmla="*/ 12 h 22"/>
                  <a:gd name="T94" fmla="*/ 32 w 32"/>
                  <a:gd name="T95" fmla="*/ 12 h 22"/>
                  <a:gd name="T96" fmla="*/ 32 w 32"/>
                  <a:gd name="T97" fmla="*/ 1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2" h="22">
                    <a:moveTo>
                      <a:pt x="32" y="12"/>
                    </a:moveTo>
                    <a:lnTo>
                      <a:pt x="32" y="12"/>
                    </a:lnTo>
                    <a:lnTo>
                      <a:pt x="32" y="16"/>
                    </a:lnTo>
                    <a:lnTo>
                      <a:pt x="32" y="16"/>
                    </a:lnTo>
                    <a:lnTo>
                      <a:pt x="32" y="16"/>
                    </a:lnTo>
                    <a:lnTo>
                      <a:pt x="32" y="16"/>
                    </a:lnTo>
                    <a:lnTo>
                      <a:pt x="32" y="16"/>
                    </a:lnTo>
                    <a:lnTo>
                      <a:pt x="32" y="18"/>
                    </a:lnTo>
                    <a:lnTo>
                      <a:pt x="32" y="18"/>
                    </a:lnTo>
                    <a:lnTo>
                      <a:pt x="32" y="18"/>
                    </a:lnTo>
                    <a:lnTo>
                      <a:pt x="32" y="18"/>
                    </a:lnTo>
                    <a:lnTo>
                      <a:pt x="32" y="18"/>
                    </a:lnTo>
                    <a:lnTo>
                      <a:pt x="32" y="18"/>
                    </a:lnTo>
                    <a:lnTo>
                      <a:pt x="32" y="18"/>
                    </a:lnTo>
                    <a:lnTo>
                      <a:pt x="32" y="18"/>
                    </a:lnTo>
                    <a:lnTo>
                      <a:pt x="32" y="18"/>
                    </a:lnTo>
                    <a:lnTo>
                      <a:pt x="32" y="18"/>
                    </a:lnTo>
                    <a:lnTo>
                      <a:pt x="32" y="22"/>
                    </a:lnTo>
                    <a:lnTo>
                      <a:pt x="28" y="22"/>
                    </a:lnTo>
                    <a:lnTo>
                      <a:pt x="28" y="22"/>
                    </a:lnTo>
                    <a:lnTo>
                      <a:pt x="28" y="22"/>
                    </a:lnTo>
                    <a:lnTo>
                      <a:pt x="28" y="22"/>
                    </a:lnTo>
                    <a:lnTo>
                      <a:pt x="28" y="22"/>
                    </a:lnTo>
                    <a:lnTo>
                      <a:pt x="28" y="22"/>
                    </a:lnTo>
                    <a:lnTo>
                      <a:pt x="24" y="22"/>
                    </a:lnTo>
                    <a:lnTo>
                      <a:pt x="24" y="22"/>
                    </a:lnTo>
                    <a:lnTo>
                      <a:pt x="22" y="22"/>
                    </a:lnTo>
                    <a:lnTo>
                      <a:pt x="22" y="22"/>
                    </a:lnTo>
                    <a:lnTo>
                      <a:pt x="22" y="18"/>
                    </a:lnTo>
                    <a:lnTo>
                      <a:pt x="22" y="18"/>
                    </a:lnTo>
                    <a:lnTo>
                      <a:pt x="18" y="18"/>
                    </a:lnTo>
                    <a:lnTo>
                      <a:pt x="22" y="22"/>
                    </a:lnTo>
                    <a:lnTo>
                      <a:pt x="22" y="18"/>
                    </a:lnTo>
                    <a:lnTo>
                      <a:pt x="22" y="18"/>
                    </a:lnTo>
                    <a:lnTo>
                      <a:pt x="22" y="22"/>
                    </a:lnTo>
                    <a:lnTo>
                      <a:pt x="22" y="22"/>
                    </a:lnTo>
                    <a:lnTo>
                      <a:pt x="22" y="22"/>
                    </a:lnTo>
                    <a:lnTo>
                      <a:pt x="22" y="22"/>
                    </a:lnTo>
                    <a:lnTo>
                      <a:pt x="18" y="22"/>
                    </a:lnTo>
                    <a:lnTo>
                      <a:pt x="18" y="22"/>
                    </a:lnTo>
                    <a:lnTo>
                      <a:pt x="18" y="22"/>
                    </a:lnTo>
                    <a:lnTo>
                      <a:pt x="18" y="18"/>
                    </a:lnTo>
                    <a:lnTo>
                      <a:pt x="18" y="18"/>
                    </a:lnTo>
                    <a:lnTo>
                      <a:pt x="18" y="18"/>
                    </a:lnTo>
                    <a:lnTo>
                      <a:pt x="14" y="18"/>
                    </a:lnTo>
                    <a:lnTo>
                      <a:pt x="14" y="18"/>
                    </a:lnTo>
                    <a:lnTo>
                      <a:pt x="14" y="18"/>
                    </a:lnTo>
                    <a:lnTo>
                      <a:pt x="14" y="18"/>
                    </a:lnTo>
                    <a:lnTo>
                      <a:pt x="14" y="18"/>
                    </a:lnTo>
                    <a:lnTo>
                      <a:pt x="10" y="18"/>
                    </a:lnTo>
                    <a:lnTo>
                      <a:pt x="10" y="16"/>
                    </a:lnTo>
                    <a:lnTo>
                      <a:pt x="10" y="16"/>
                    </a:lnTo>
                    <a:lnTo>
                      <a:pt x="8" y="16"/>
                    </a:lnTo>
                    <a:lnTo>
                      <a:pt x="8" y="16"/>
                    </a:lnTo>
                    <a:lnTo>
                      <a:pt x="8" y="16"/>
                    </a:lnTo>
                    <a:lnTo>
                      <a:pt x="8" y="16"/>
                    </a:lnTo>
                    <a:lnTo>
                      <a:pt x="4" y="16"/>
                    </a:lnTo>
                    <a:lnTo>
                      <a:pt x="4" y="16"/>
                    </a:lnTo>
                    <a:lnTo>
                      <a:pt x="4" y="16"/>
                    </a:lnTo>
                    <a:lnTo>
                      <a:pt x="4" y="16"/>
                    </a:lnTo>
                    <a:lnTo>
                      <a:pt x="4" y="16"/>
                    </a:lnTo>
                    <a:lnTo>
                      <a:pt x="4" y="16"/>
                    </a:lnTo>
                    <a:lnTo>
                      <a:pt x="4" y="16"/>
                    </a:lnTo>
                    <a:lnTo>
                      <a:pt x="0" y="12"/>
                    </a:lnTo>
                    <a:lnTo>
                      <a:pt x="0" y="12"/>
                    </a:lnTo>
                    <a:lnTo>
                      <a:pt x="0" y="12"/>
                    </a:lnTo>
                    <a:lnTo>
                      <a:pt x="0" y="12"/>
                    </a:lnTo>
                    <a:lnTo>
                      <a:pt x="0" y="12"/>
                    </a:lnTo>
                    <a:lnTo>
                      <a:pt x="0" y="8"/>
                    </a:lnTo>
                    <a:lnTo>
                      <a:pt x="4" y="8"/>
                    </a:lnTo>
                    <a:lnTo>
                      <a:pt x="4" y="8"/>
                    </a:lnTo>
                    <a:lnTo>
                      <a:pt x="4" y="8"/>
                    </a:lnTo>
                    <a:lnTo>
                      <a:pt x="4" y="8"/>
                    </a:lnTo>
                    <a:lnTo>
                      <a:pt x="4" y="8"/>
                    </a:lnTo>
                    <a:lnTo>
                      <a:pt x="8" y="4"/>
                    </a:lnTo>
                    <a:lnTo>
                      <a:pt x="8" y="4"/>
                    </a:lnTo>
                    <a:lnTo>
                      <a:pt x="8" y="4"/>
                    </a:lnTo>
                    <a:lnTo>
                      <a:pt x="8" y="4"/>
                    </a:lnTo>
                    <a:lnTo>
                      <a:pt x="8" y="4"/>
                    </a:lnTo>
                    <a:lnTo>
                      <a:pt x="8" y="4"/>
                    </a:lnTo>
                    <a:lnTo>
                      <a:pt x="8" y="4"/>
                    </a:lnTo>
                    <a:lnTo>
                      <a:pt x="8" y="4"/>
                    </a:lnTo>
                    <a:lnTo>
                      <a:pt x="8" y="4"/>
                    </a:lnTo>
                    <a:lnTo>
                      <a:pt x="8" y="4"/>
                    </a:lnTo>
                    <a:lnTo>
                      <a:pt x="8" y="4"/>
                    </a:lnTo>
                    <a:lnTo>
                      <a:pt x="8" y="0"/>
                    </a:lnTo>
                    <a:lnTo>
                      <a:pt x="8" y="0"/>
                    </a:lnTo>
                    <a:lnTo>
                      <a:pt x="8" y="0"/>
                    </a:lnTo>
                    <a:lnTo>
                      <a:pt x="8" y="0"/>
                    </a:lnTo>
                    <a:lnTo>
                      <a:pt x="10" y="0"/>
                    </a:lnTo>
                    <a:lnTo>
                      <a:pt x="10" y="0"/>
                    </a:lnTo>
                    <a:lnTo>
                      <a:pt x="10" y="0"/>
                    </a:lnTo>
                    <a:lnTo>
                      <a:pt x="10" y="0"/>
                    </a:lnTo>
                    <a:lnTo>
                      <a:pt x="10" y="0"/>
                    </a:lnTo>
                    <a:lnTo>
                      <a:pt x="10" y="0"/>
                    </a:lnTo>
                    <a:lnTo>
                      <a:pt x="14" y="0"/>
                    </a:lnTo>
                    <a:lnTo>
                      <a:pt x="14" y="4"/>
                    </a:lnTo>
                    <a:lnTo>
                      <a:pt x="14" y="0"/>
                    </a:lnTo>
                    <a:lnTo>
                      <a:pt x="14" y="4"/>
                    </a:lnTo>
                    <a:lnTo>
                      <a:pt x="14" y="4"/>
                    </a:lnTo>
                    <a:lnTo>
                      <a:pt x="14" y="4"/>
                    </a:lnTo>
                    <a:lnTo>
                      <a:pt x="14" y="4"/>
                    </a:lnTo>
                    <a:lnTo>
                      <a:pt x="14" y="4"/>
                    </a:lnTo>
                    <a:lnTo>
                      <a:pt x="18" y="4"/>
                    </a:lnTo>
                    <a:lnTo>
                      <a:pt x="18" y="4"/>
                    </a:lnTo>
                    <a:lnTo>
                      <a:pt x="18" y="4"/>
                    </a:lnTo>
                    <a:lnTo>
                      <a:pt x="18" y="4"/>
                    </a:lnTo>
                    <a:lnTo>
                      <a:pt x="18" y="4"/>
                    </a:lnTo>
                    <a:lnTo>
                      <a:pt x="18" y="8"/>
                    </a:lnTo>
                    <a:lnTo>
                      <a:pt x="18" y="8"/>
                    </a:lnTo>
                    <a:lnTo>
                      <a:pt x="18" y="8"/>
                    </a:lnTo>
                    <a:lnTo>
                      <a:pt x="18" y="4"/>
                    </a:lnTo>
                    <a:lnTo>
                      <a:pt x="18" y="4"/>
                    </a:lnTo>
                    <a:lnTo>
                      <a:pt x="18" y="8"/>
                    </a:lnTo>
                    <a:lnTo>
                      <a:pt x="18" y="8"/>
                    </a:lnTo>
                    <a:lnTo>
                      <a:pt x="18" y="8"/>
                    </a:lnTo>
                    <a:lnTo>
                      <a:pt x="22" y="8"/>
                    </a:lnTo>
                    <a:lnTo>
                      <a:pt x="22" y="8"/>
                    </a:lnTo>
                    <a:lnTo>
                      <a:pt x="22" y="8"/>
                    </a:lnTo>
                    <a:lnTo>
                      <a:pt x="22" y="8"/>
                    </a:lnTo>
                    <a:lnTo>
                      <a:pt x="22" y="8"/>
                    </a:lnTo>
                    <a:lnTo>
                      <a:pt x="22" y="12"/>
                    </a:lnTo>
                    <a:lnTo>
                      <a:pt x="22" y="12"/>
                    </a:lnTo>
                    <a:lnTo>
                      <a:pt x="22" y="12"/>
                    </a:lnTo>
                    <a:lnTo>
                      <a:pt x="24" y="12"/>
                    </a:lnTo>
                    <a:lnTo>
                      <a:pt x="24" y="12"/>
                    </a:lnTo>
                    <a:lnTo>
                      <a:pt x="24" y="12"/>
                    </a:lnTo>
                    <a:lnTo>
                      <a:pt x="24" y="12"/>
                    </a:lnTo>
                    <a:lnTo>
                      <a:pt x="24" y="12"/>
                    </a:lnTo>
                    <a:lnTo>
                      <a:pt x="24" y="8"/>
                    </a:lnTo>
                    <a:lnTo>
                      <a:pt x="24" y="8"/>
                    </a:lnTo>
                    <a:lnTo>
                      <a:pt x="24" y="8"/>
                    </a:lnTo>
                    <a:lnTo>
                      <a:pt x="24" y="8"/>
                    </a:lnTo>
                    <a:lnTo>
                      <a:pt x="28" y="8"/>
                    </a:lnTo>
                    <a:lnTo>
                      <a:pt x="28" y="8"/>
                    </a:lnTo>
                    <a:lnTo>
                      <a:pt x="28" y="8"/>
                    </a:lnTo>
                    <a:lnTo>
                      <a:pt x="28" y="12"/>
                    </a:lnTo>
                    <a:lnTo>
                      <a:pt x="28" y="12"/>
                    </a:lnTo>
                    <a:lnTo>
                      <a:pt x="28" y="12"/>
                    </a:lnTo>
                    <a:lnTo>
                      <a:pt x="28" y="12"/>
                    </a:lnTo>
                    <a:lnTo>
                      <a:pt x="28" y="12"/>
                    </a:lnTo>
                    <a:lnTo>
                      <a:pt x="32" y="12"/>
                    </a:lnTo>
                    <a:lnTo>
                      <a:pt x="32" y="12"/>
                    </a:lnTo>
                    <a:lnTo>
                      <a:pt x="32" y="12"/>
                    </a:lnTo>
                    <a:lnTo>
                      <a:pt x="32" y="12"/>
                    </a:lnTo>
                    <a:lnTo>
                      <a:pt x="32" y="12"/>
                    </a:lnTo>
                    <a:lnTo>
                      <a:pt x="32" y="12"/>
                    </a:lnTo>
                    <a:lnTo>
                      <a:pt x="32"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9" name="Freeform 73"/>
              <p:cNvSpPr>
                <a:spLocks noEditPoints="1"/>
              </p:cNvSpPr>
              <p:nvPr/>
            </p:nvSpPr>
            <p:spPr bwMode="gray">
              <a:xfrm>
                <a:off x="3005025" y="1475998"/>
                <a:ext cx="1495767" cy="1088777"/>
              </a:xfrm>
              <a:custGeom>
                <a:avLst/>
                <a:gdLst>
                  <a:gd name="T0" fmla="*/ 472 w 860"/>
                  <a:gd name="T1" fmla="*/ 18 h 626"/>
                  <a:gd name="T2" fmla="*/ 342 w 860"/>
                  <a:gd name="T3" fmla="*/ 34 h 626"/>
                  <a:gd name="T4" fmla="*/ 738 w 860"/>
                  <a:gd name="T5" fmla="*/ 60 h 626"/>
                  <a:gd name="T6" fmla="*/ 764 w 860"/>
                  <a:gd name="T7" fmla="*/ 160 h 626"/>
                  <a:gd name="T8" fmla="*/ 734 w 860"/>
                  <a:gd name="T9" fmla="*/ 204 h 626"/>
                  <a:gd name="T10" fmla="*/ 742 w 860"/>
                  <a:gd name="T11" fmla="*/ 256 h 626"/>
                  <a:gd name="T12" fmla="*/ 234 w 860"/>
                  <a:gd name="T13" fmla="*/ 284 h 626"/>
                  <a:gd name="T14" fmla="*/ 246 w 860"/>
                  <a:gd name="T15" fmla="*/ 294 h 626"/>
                  <a:gd name="T16" fmla="*/ 252 w 860"/>
                  <a:gd name="T17" fmla="*/ 314 h 626"/>
                  <a:gd name="T18" fmla="*/ 506 w 860"/>
                  <a:gd name="T19" fmla="*/ 484 h 626"/>
                  <a:gd name="T20" fmla="*/ 332 w 860"/>
                  <a:gd name="T21" fmla="*/ 578 h 626"/>
                  <a:gd name="T22" fmla="*/ 418 w 860"/>
                  <a:gd name="T23" fmla="*/ 622 h 626"/>
                  <a:gd name="T24" fmla="*/ 308 w 860"/>
                  <a:gd name="T25" fmla="*/ 398 h 626"/>
                  <a:gd name="T26" fmla="*/ 312 w 860"/>
                  <a:gd name="T27" fmla="*/ 366 h 626"/>
                  <a:gd name="T28" fmla="*/ 268 w 860"/>
                  <a:gd name="T29" fmla="*/ 320 h 626"/>
                  <a:gd name="T30" fmla="*/ 256 w 860"/>
                  <a:gd name="T31" fmla="*/ 306 h 626"/>
                  <a:gd name="T32" fmla="*/ 200 w 860"/>
                  <a:gd name="T33" fmla="*/ 238 h 626"/>
                  <a:gd name="T34" fmla="*/ 86 w 860"/>
                  <a:gd name="T35" fmla="*/ 216 h 626"/>
                  <a:gd name="T36" fmla="*/ 86 w 860"/>
                  <a:gd name="T37" fmla="*/ 190 h 626"/>
                  <a:gd name="T38" fmla="*/ 30 w 860"/>
                  <a:gd name="T39" fmla="*/ 172 h 626"/>
                  <a:gd name="T40" fmla="*/ 122 w 860"/>
                  <a:gd name="T41" fmla="*/ 104 h 626"/>
                  <a:gd name="T42" fmla="*/ 178 w 860"/>
                  <a:gd name="T43" fmla="*/ 52 h 626"/>
                  <a:gd name="T44" fmla="*/ 276 w 860"/>
                  <a:gd name="T45" fmla="*/ 60 h 626"/>
                  <a:gd name="T46" fmla="*/ 406 w 860"/>
                  <a:gd name="T47" fmla="*/ 56 h 626"/>
                  <a:gd name="T48" fmla="*/ 464 w 860"/>
                  <a:gd name="T49" fmla="*/ 26 h 626"/>
                  <a:gd name="T50" fmla="*/ 418 w 860"/>
                  <a:gd name="T51" fmla="*/ 12 h 626"/>
                  <a:gd name="T52" fmla="*/ 524 w 860"/>
                  <a:gd name="T53" fmla="*/ 4 h 626"/>
                  <a:gd name="T54" fmla="*/ 584 w 860"/>
                  <a:gd name="T55" fmla="*/ 18 h 626"/>
                  <a:gd name="T56" fmla="*/ 678 w 860"/>
                  <a:gd name="T57" fmla="*/ 16 h 626"/>
                  <a:gd name="T58" fmla="*/ 606 w 860"/>
                  <a:gd name="T59" fmla="*/ 44 h 626"/>
                  <a:gd name="T60" fmla="*/ 692 w 860"/>
                  <a:gd name="T61" fmla="*/ 48 h 626"/>
                  <a:gd name="T62" fmla="*/ 786 w 860"/>
                  <a:gd name="T63" fmla="*/ 52 h 626"/>
                  <a:gd name="T64" fmla="*/ 748 w 860"/>
                  <a:gd name="T65" fmla="*/ 90 h 626"/>
                  <a:gd name="T66" fmla="*/ 756 w 860"/>
                  <a:gd name="T67" fmla="*/ 124 h 626"/>
                  <a:gd name="T68" fmla="*/ 744 w 860"/>
                  <a:gd name="T69" fmla="*/ 178 h 626"/>
                  <a:gd name="T70" fmla="*/ 726 w 860"/>
                  <a:gd name="T71" fmla="*/ 208 h 626"/>
                  <a:gd name="T72" fmla="*/ 734 w 860"/>
                  <a:gd name="T73" fmla="*/ 238 h 626"/>
                  <a:gd name="T74" fmla="*/ 738 w 860"/>
                  <a:gd name="T75" fmla="*/ 280 h 626"/>
                  <a:gd name="T76" fmla="*/ 660 w 860"/>
                  <a:gd name="T77" fmla="*/ 294 h 626"/>
                  <a:gd name="T78" fmla="*/ 704 w 860"/>
                  <a:gd name="T79" fmla="*/ 328 h 626"/>
                  <a:gd name="T80" fmla="*/ 688 w 860"/>
                  <a:gd name="T81" fmla="*/ 358 h 626"/>
                  <a:gd name="T82" fmla="*/ 632 w 860"/>
                  <a:gd name="T83" fmla="*/ 358 h 626"/>
                  <a:gd name="T84" fmla="*/ 704 w 860"/>
                  <a:gd name="T85" fmla="*/ 388 h 626"/>
                  <a:gd name="T86" fmla="*/ 580 w 860"/>
                  <a:gd name="T87" fmla="*/ 426 h 626"/>
                  <a:gd name="T88" fmla="*/ 502 w 860"/>
                  <a:gd name="T89" fmla="*/ 484 h 626"/>
                  <a:gd name="T90" fmla="*/ 458 w 860"/>
                  <a:gd name="T91" fmla="*/ 530 h 626"/>
                  <a:gd name="T92" fmla="*/ 436 w 860"/>
                  <a:gd name="T93" fmla="*/ 578 h 626"/>
                  <a:gd name="T94" fmla="*/ 420 w 860"/>
                  <a:gd name="T95" fmla="*/ 618 h 626"/>
                  <a:gd name="T96" fmla="*/ 388 w 860"/>
                  <a:gd name="T97" fmla="*/ 596 h 626"/>
                  <a:gd name="T98" fmla="*/ 332 w 860"/>
                  <a:gd name="T99" fmla="*/ 578 h 626"/>
                  <a:gd name="T100" fmla="*/ 306 w 860"/>
                  <a:gd name="T101" fmla="*/ 534 h 626"/>
                  <a:gd name="T102" fmla="*/ 302 w 860"/>
                  <a:gd name="T103" fmla="*/ 518 h 626"/>
                  <a:gd name="T104" fmla="*/ 286 w 860"/>
                  <a:gd name="T105" fmla="*/ 482 h 626"/>
                  <a:gd name="T106" fmla="*/ 278 w 860"/>
                  <a:gd name="T107" fmla="*/ 462 h 626"/>
                  <a:gd name="T108" fmla="*/ 290 w 860"/>
                  <a:gd name="T109" fmla="*/ 436 h 626"/>
                  <a:gd name="T110" fmla="*/ 278 w 860"/>
                  <a:gd name="T111" fmla="*/ 432 h 626"/>
                  <a:gd name="T112" fmla="*/ 306 w 860"/>
                  <a:gd name="T113" fmla="*/ 418 h 626"/>
                  <a:gd name="T114" fmla="*/ 768 w 860"/>
                  <a:gd name="T115" fmla="*/ 216 h 626"/>
                  <a:gd name="T116" fmla="*/ 712 w 860"/>
                  <a:gd name="T117" fmla="*/ 310 h 626"/>
                  <a:gd name="T118" fmla="*/ 648 w 860"/>
                  <a:gd name="T119" fmla="*/ 358 h 626"/>
                  <a:gd name="T120" fmla="*/ 264 w 860"/>
                  <a:gd name="T121" fmla="*/ 380 h 626"/>
                  <a:gd name="T122" fmla="*/ 610 w 860"/>
                  <a:gd name="T123" fmla="*/ 426 h 626"/>
                  <a:gd name="T124" fmla="*/ 462 w 860"/>
                  <a:gd name="T125" fmla="*/ 518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860" h="626">
                    <a:moveTo>
                      <a:pt x="472" y="8"/>
                    </a:moveTo>
                    <a:lnTo>
                      <a:pt x="476" y="8"/>
                    </a:lnTo>
                    <a:lnTo>
                      <a:pt x="480" y="8"/>
                    </a:lnTo>
                    <a:lnTo>
                      <a:pt x="480" y="12"/>
                    </a:lnTo>
                    <a:lnTo>
                      <a:pt x="476" y="12"/>
                    </a:lnTo>
                    <a:lnTo>
                      <a:pt x="472" y="8"/>
                    </a:lnTo>
                    <a:lnTo>
                      <a:pt x="472" y="8"/>
                    </a:lnTo>
                    <a:lnTo>
                      <a:pt x="472" y="8"/>
                    </a:lnTo>
                    <a:close/>
                    <a:moveTo>
                      <a:pt x="480" y="16"/>
                    </a:moveTo>
                    <a:lnTo>
                      <a:pt x="476" y="16"/>
                    </a:lnTo>
                    <a:lnTo>
                      <a:pt x="472" y="16"/>
                    </a:lnTo>
                    <a:lnTo>
                      <a:pt x="468" y="16"/>
                    </a:lnTo>
                    <a:lnTo>
                      <a:pt x="468" y="12"/>
                    </a:lnTo>
                    <a:lnTo>
                      <a:pt x="464" y="12"/>
                    </a:lnTo>
                    <a:lnTo>
                      <a:pt x="462" y="12"/>
                    </a:lnTo>
                    <a:lnTo>
                      <a:pt x="458" y="12"/>
                    </a:lnTo>
                    <a:lnTo>
                      <a:pt x="458" y="8"/>
                    </a:lnTo>
                    <a:lnTo>
                      <a:pt x="462" y="8"/>
                    </a:lnTo>
                    <a:lnTo>
                      <a:pt x="464" y="12"/>
                    </a:lnTo>
                    <a:lnTo>
                      <a:pt x="468" y="12"/>
                    </a:lnTo>
                    <a:lnTo>
                      <a:pt x="472" y="12"/>
                    </a:lnTo>
                    <a:lnTo>
                      <a:pt x="476" y="12"/>
                    </a:lnTo>
                    <a:lnTo>
                      <a:pt x="476" y="16"/>
                    </a:lnTo>
                    <a:lnTo>
                      <a:pt x="480" y="16"/>
                    </a:lnTo>
                    <a:lnTo>
                      <a:pt x="484" y="16"/>
                    </a:lnTo>
                    <a:lnTo>
                      <a:pt x="480" y="16"/>
                    </a:lnTo>
                    <a:lnTo>
                      <a:pt x="480" y="16"/>
                    </a:lnTo>
                    <a:lnTo>
                      <a:pt x="480" y="16"/>
                    </a:lnTo>
                    <a:close/>
                    <a:moveTo>
                      <a:pt x="446" y="12"/>
                    </a:moveTo>
                    <a:lnTo>
                      <a:pt x="442" y="12"/>
                    </a:lnTo>
                    <a:lnTo>
                      <a:pt x="446" y="8"/>
                    </a:lnTo>
                    <a:lnTo>
                      <a:pt x="450" y="12"/>
                    </a:lnTo>
                    <a:lnTo>
                      <a:pt x="446" y="12"/>
                    </a:lnTo>
                    <a:lnTo>
                      <a:pt x="446" y="12"/>
                    </a:lnTo>
                    <a:lnTo>
                      <a:pt x="446" y="12"/>
                    </a:lnTo>
                    <a:close/>
                    <a:moveTo>
                      <a:pt x="432" y="12"/>
                    </a:moveTo>
                    <a:lnTo>
                      <a:pt x="436" y="12"/>
                    </a:lnTo>
                    <a:lnTo>
                      <a:pt x="440" y="12"/>
                    </a:lnTo>
                    <a:lnTo>
                      <a:pt x="436" y="12"/>
                    </a:lnTo>
                    <a:lnTo>
                      <a:pt x="432" y="12"/>
                    </a:lnTo>
                    <a:lnTo>
                      <a:pt x="432" y="12"/>
                    </a:lnTo>
                    <a:lnTo>
                      <a:pt x="432" y="12"/>
                    </a:lnTo>
                    <a:close/>
                    <a:moveTo>
                      <a:pt x="442" y="12"/>
                    </a:moveTo>
                    <a:lnTo>
                      <a:pt x="446" y="12"/>
                    </a:lnTo>
                    <a:lnTo>
                      <a:pt x="450" y="12"/>
                    </a:lnTo>
                    <a:lnTo>
                      <a:pt x="446" y="12"/>
                    </a:lnTo>
                    <a:lnTo>
                      <a:pt x="442" y="12"/>
                    </a:lnTo>
                    <a:lnTo>
                      <a:pt x="442" y="12"/>
                    </a:lnTo>
                    <a:lnTo>
                      <a:pt x="442" y="12"/>
                    </a:lnTo>
                    <a:close/>
                    <a:moveTo>
                      <a:pt x="488" y="16"/>
                    </a:moveTo>
                    <a:lnTo>
                      <a:pt x="484" y="16"/>
                    </a:lnTo>
                    <a:lnTo>
                      <a:pt x="488" y="16"/>
                    </a:lnTo>
                    <a:lnTo>
                      <a:pt x="490" y="16"/>
                    </a:lnTo>
                    <a:lnTo>
                      <a:pt x="494" y="16"/>
                    </a:lnTo>
                    <a:lnTo>
                      <a:pt x="490" y="16"/>
                    </a:lnTo>
                    <a:lnTo>
                      <a:pt x="488" y="16"/>
                    </a:lnTo>
                    <a:lnTo>
                      <a:pt x="488" y="16"/>
                    </a:lnTo>
                    <a:lnTo>
                      <a:pt x="488" y="16"/>
                    </a:lnTo>
                    <a:close/>
                    <a:moveTo>
                      <a:pt x="468" y="18"/>
                    </a:moveTo>
                    <a:lnTo>
                      <a:pt x="464" y="18"/>
                    </a:lnTo>
                    <a:lnTo>
                      <a:pt x="462" y="18"/>
                    </a:lnTo>
                    <a:lnTo>
                      <a:pt x="458" y="18"/>
                    </a:lnTo>
                    <a:lnTo>
                      <a:pt x="454" y="18"/>
                    </a:lnTo>
                    <a:lnTo>
                      <a:pt x="450" y="16"/>
                    </a:lnTo>
                    <a:lnTo>
                      <a:pt x="446" y="16"/>
                    </a:lnTo>
                    <a:lnTo>
                      <a:pt x="450" y="16"/>
                    </a:lnTo>
                    <a:lnTo>
                      <a:pt x="454" y="16"/>
                    </a:lnTo>
                    <a:lnTo>
                      <a:pt x="458" y="16"/>
                    </a:lnTo>
                    <a:lnTo>
                      <a:pt x="462" y="18"/>
                    </a:lnTo>
                    <a:lnTo>
                      <a:pt x="464" y="18"/>
                    </a:lnTo>
                    <a:lnTo>
                      <a:pt x="468" y="18"/>
                    </a:lnTo>
                    <a:lnTo>
                      <a:pt x="468" y="18"/>
                    </a:lnTo>
                    <a:lnTo>
                      <a:pt x="468" y="18"/>
                    </a:lnTo>
                    <a:close/>
                    <a:moveTo>
                      <a:pt x="472" y="18"/>
                    </a:moveTo>
                    <a:lnTo>
                      <a:pt x="468" y="18"/>
                    </a:lnTo>
                    <a:lnTo>
                      <a:pt x="464" y="18"/>
                    </a:lnTo>
                    <a:lnTo>
                      <a:pt x="464" y="16"/>
                    </a:lnTo>
                    <a:lnTo>
                      <a:pt x="462" y="16"/>
                    </a:lnTo>
                    <a:lnTo>
                      <a:pt x="458" y="16"/>
                    </a:lnTo>
                    <a:lnTo>
                      <a:pt x="462" y="16"/>
                    </a:lnTo>
                    <a:lnTo>
                      <a:pt x="464" y="16"/>
                    </a:lnTo>
                    <a:lnTo>
                      <a:pt x="468" y="16"/>
                    </a:lnTo>
                    <a:lnTo>
                      <a:pt x="472" y="16"/>
                    </a:lnTo>
                    <a:lnTo>
                      <a:pt x="476" y="16"/>
                    </a:lnTo>
                    <a:lnTo>
                      <a:pt x="476" y="18"/>
                    </a:lnTo>
                    <a:lnTo>
                      <a:pt x="472" y="18"/>
                    </a:lnTo>
                    <a:lnTo>
                      <a:pt x="472" y="18"/>
                    </a:lnTo>
                    <a:lnTo>
                      <a:pt x="472" y="18"/>
                    </a:lnTo>
                    <a:close/>
                    <a:moveTo>
                      <a:pt x="368" y="22"/>
                    </a:moveTo>
                    <a:lnTo>
                      <a:pt x="364" y="22"/>
                    </a:lnTo>
                    <a:lnTo>
                      <a:pt x="368" y="22"/>
                    </a:lnTo>
                    <a:lnTo>
                      <a:pt x="372" y="22"/>
                    </a:lnTo>
                    <a:lnTo>
                      <a:pt x="376" y="22"/>
                    </a:lnTo>
                    <a:lnTo>
                      <a:pt x="372" y="22"/>
                    </a:lnTo>
                    <a:lnTo>
                      <a:pt x="368" y="22"/>
                    </a:lnTo>
                    <a:lnTo>
                      <a:pt x="368" y="22"/>
                    </a:lnTo>
                    <a:lnTo>
                      <a:pt x="368" y="22"/>
                    </a:lnTo>
                    <a:close/>
                    <a:moveTo>
                      <a:pt x="350" y="26"/>
                    </a:moveTo>
                    <a:lnTo>
                      <a:pt x="346" y="26"/>
                    </a:lnTo>
                    <a:lnTo>
                      <a:pt x="346" y="22"/>
                    </a:lnTo>
                    <a:lnTo>
                      <a:pt x="350" y="22"/>
                    </a:lnTo>
                    <a:lnTo>
                      <a:pt x="354" y="22"/>
                    </a:lnTo>
                    <a:lnTo>
                      <a:pt x="358" y="22"/>
                    </a:lnTo>
                    <a:lnTo>
                      <a:pt x="362" y="22"/>
                    </a:lnTo>
                    <a:lnTo>
                      <a:pt x="362" y="26"/>
                    </a:lnTo>
                    <a:lnTo>
                      <a:pt x="358" y="26"/>
                    </a:lnTo>
                    <a:lnTo>
                      <a:pt x="354" y="26"/>
                    </a:lnTo>
                    <a:lnTo>
                      <a:pt x="350" y="26"/>
                    </a:lnTo>
                    <a:lnTo>
                      <a:pt x="350" y="26"/>
                    </a:lnTo>
                    <a:lnTo>
                      <a:pt x="350" y="26"/>
                    </a:lnTo>
                    <a:close/>
                    <a:moveTo>
                      <a:pt x="394" y="48"/>
                    </a:moveTo>
                    <a:lnTo>
                      <a:pt x="392" y="44"/>
                    </a:lnTo>
                    <a:lnTo>
                      <a:pt x="388" y="44"/>
                    </a:lnTo>
                    <a:lnTo>
                      <a:pt x="388" y="42"/>
                    </a:lnTo>
                    <a:lnTo>
                      <a:pt x="384" y="42"/>
                    </a:lnTo>
                    <a:lnTo>
                      <a:pt x="380" y="42"/>
                    </a:lnTo>
                    <a:lnTo>
                      <a:pt x="376" y="42"/>
                    </a:lnTo>
                    <a:lnTo>
                      <a:pt x="372" y="42"/>
                    </a:lnTo>
                    <a:lnTo>
                      <a:pt x="368" y="38"/>
                    </a:lnTo>
                    <a:lnTo>
                      <a:pt x="364" y="38"/>
                    </a:lnTo>
                    <a:lnTo>
                      <a:pt x="364" y="34"/>
                    </a:lnTo>
                    <a:lnTo>
                      <a:pt x="362" y="34"/>
                    </a:lnTo>
                    <a:lnTo>
                      <a:pt x="362" y="30"/>
                    </a:lnTo>
                    <a:lnTo>
                      <a:pt x="358" y="30"/>
                    </a:lnTo>
                    <a:lnTo>
                      <a:pt x="362" y="30"/>
                    </a:lnTo>
                    <a:lnTo>
                      <a:pt x="364" y="30"/>
                    </a:lnTo>
                    <a:lnTo>
                      <a:pt x="368" y="30"/>
                    </a:lnTo>
                    <a:lnTo>
                      <a:pt x="372" y="30"/>
                    </a:lnTo>
                    <a:lnTo>
                      <a:pt x="376" y="30"/>
                    </a:lnTo>
                    <a:lnTo>
                      <a:pt x="380" y="30"/>
                    </a:lnTo>
                    <a:lnTo>
                      <a:pt x="384" y="30"/>
                    </a:lnTo>
                    <a:lnTo>
                      <a:pt x="392" y="34"/>
                    </a:lnTo>
                    <a:lnTo>
                      <a:pt x="394" y="34"/>
                    </a:lnTo>
                    <a:lnTo>
                      <a:pt x="398" y="34"/>
                    </a:lnTo>
                    <a:lnTo>
                      <a:pt x="398" y="38"/>
                    </a:lnTo>
                    <a:lnTo>
                      <a:pt x="402" y="38"/>
                    </a:lnTo>
                    <a:lnTo>
                      <a:pt x="402" y="42"/>
                    </a:lnTo>
                    <a:lnTo>
                      <a:pt x="398" y="42"/>
                    </a:lnTo>
                    <a:lnTo>
                      <a:pt x="394" y="42"/>
                    </a:lnTo>
                    <a:lnTo>
                      <a:pt x="394" y="44"/>
                    </a:lnTo>
                    <a:lnTo>
                      <a:pt x="398" y="44"/>
                    </a:lnTo>
                    <a:lnTo>
                      <a:pt x="398" y="48"/>
                    </a:lnTo>
                    <a:lnTo>
                      <a:pt x="394" y="48"/>
                    </a:lnTo>
                    <a:lnTo>
                      <a:pt x="394" y="48"/>
                    </a:lnTo>
                    <a:lnTo>
                      <a:pt x="394" y="48"/>
                    </a:lnTo>
                    <a:close/>
                    <a:moveTo>
                      <a:pt x="350" y="38"/>
                    </a:moveTo>
                    <a:lnTo>
                      <a:pt x="346" y="34"/>
                    </a:lnTo>
                    <a:lnTo>
                      <a:pt x="342" y="34"/>
                    </a:lnTo>
                    <a:lnTo>
                      <a:pt x="346" y="34"/>
                    </a:lnTo>
                    <a:lnTo>
                      <a:pt x="350" y="34"/>
                    </a:lnTo>
                    <a:lnTo>
                      <a:pt x="354" y="34"/>
                    </a:lnTo>
                    <a:lnTo>
                      <a:pt x="350" y="38"/>
                    </a:lnTo>
                    <a:lnTo>
                      <a:pt x="350" y="38"/>
                    </a:lnTo>
                    <a:lnTo>
                      <a:pt x="350" y="38"/>
                    </a:lnTo>
                    <a:close/>
                    <a:moveTo>
                      <a:pt x="308" y="48"/>
                    </a:moveTo>
                    <a:lnTo>
                      <a:pt x="306" y="48"/>
                    </a:lnTo>
                    <a:lnTo>
                      <a:pt x="302" y="48"/>
                    </a:lnTo>
                    <a:lnTo>
                      <a:pt x="298" y="48"/>
                    </a:lnTo>
                    <a:lnTo>
                      <a:pt x="294" y="48"/>
                    </a:lnTo>
                    <a:lnTo>
                      <a:pt x="290" y="48"/>
                    </a:lnTo>
                    <a:lnTo>
                      <a:pt x="286" y="48"/>
                    </a:lnTo>
                    <a:lnTo>
                      <a:pt x="282" y="48"/>
                    </a:lnTo>
                    <a:lnTo>
                      <a:pt x="282" y="44"/>
                    </a:lnTo>
                    <a:lnTo>
                      <a:pt x="278" y="44"/>
                    </a:lnTo>
                    <a:lnTo>
                      <a:pt x="278" y="42"/>
                    </a:lnTo>
                    <a:lnTo>
                      <a:pt x="282" y="42"/>
                    </a:lnTo>
                    <a:lnTo>
                      <a:pt x="286" y="42"/>
                    </a:lnTo>
                    <a:lnTo>
                      <a:pt x="290" y="42"/>
                    </a:lnTo>
                    <a:lnTo>
                      <a:pt x="286" y="42"/>
                    </a:lnTo>
                    <a:lnTo>
                      <a:pt x="290" y="42"/>
                    </a:lnTo>
                    <a:lnTo>
                      <a:pt x="290" y="44"/>
                    </a:lnTo>
                    <a:lnTo>
                      <a:pt x="294" y="44"/>
                    </a:lnTo>
                    <a:lnTo>
                      <a:pt x="298" y="44"/>
                    </a:lnTo>
                    <a:lnTo>
                      <a:pt x="306" y="48"/>
                    </a:lnTo>
                    <a:lnTo>
                      <a:pt x="308" y="48"/>
                    </a:lnTo>
                    <a:lnTo>
                      <a:pt x="308" y="48"/>
                    </a:lnTo>
                    <a:lnTo>
                      <a:pt x="308" y="48"/>
                    </a:lnTo>
                    <a:close/>
                    <a:moveTo>
                      <a:pt x="294" y="42"/>
                    </a:moveTo>
                    <a:lnTo>
                      <a:pt x="298" y="42"/>
                    </a:lnTo>
                    <a:lnTo>
                      <a:pt x="298" y="44"/>
                    </a:lnTo>
                    <a:lnTo>
                      <a:pt x="294" y="44"/>
                    </a:lnTo>
                    <a:lnTo>
                      <a:pt x="294" y="42"/>
                    </a:lnTo>
                    <a:lnTo>
                      <a:pt x="294" y="42"/>
                    </a:lnTo>
                    <a:lnTo>
                      <a:pt x="294" y="42"/>
                    </a:lnTo>
                    <a:close/>
                    <a:moveTo>
                      <a:pt x="764" y="48"/>
                    </a:moveTo>
                    <a:lnTo>
                      <a:pt x="760" y="44"/>
                    </a:lnTo>
                    <a:lnTo>
                      <a:pt x="756" y="44"/>
                    </a:lnTo>
                    <a:lnTo>
                      <a:pt x="756" y="42"/>
                    </a:lnTo>
                    <a:lnTo>
                      <a:pt x="760" y="42"/>
                    </a:lnTo>
                    <a:lnTo>
                      <a:pt x="760" y="44"/>
                    </a:lnTo>
                    <a:lnTo>
                      <a:pt x="764" y="48"/>
                    </a:lnTo>
                    <a:lnTo>
                      <a:pt x="768" y="48"/>
                    </a:lnTo>
                    <a:lnTo>
                      <a:pt x="764" y="48"/>
                    </a:lnTo>
                    <a:lnTo>
                      <a:pt x="764" y="48"/>
                    </a:lnTo>
                    <a:lnTo>
                      <a:pt x="764" y="48"/>
                    </a:lnTo>
                    <a:close/>
                    <a:moveTo>
                      <a:pt x="744" y="52"/>
                    </a:moveTo>
                    <a:lnTo>
                      <a:pt x="742" y="48"/>
                    </a:lnTo>
                    <a:lnTo>
                      <a:pt x="738" y="48"/>
                    </a:lnTo>
                    <a:lnTo>
                      <a:pt x="738" y="44"/>
                    </a:lnTo>
                    <a:lnTo>
                      <a:pt x="742" y="44"/>
                    </a:lnTo>
                    <a:lnTo>
                      <a:pt x="744" y="44"/>
                    </a:lnTo>
                    <a:lnTo>
                      <a:pt x="744" y="48"/>
                    </a:lnTo>
                    <a:lnTo>
                      <a:pt x="748" y="48"/>
                    </a:lnTo>
                    <a:lnTo>
                      <a:pt x="752" y="48"/>
                    </a:lnTo>
                    <a:lnTo>
                      <a:pt x="752" y="52"/>
                    </a:lnTo>
                    <a:lnTo>
                      <a:pt x="748" y="52"/>
                    </a:lnTo>
                    <a:lnTo>
                      <a:pt x="744" y="52"/>
                    </a:lnTo>
                    <a:lnTo>
                      <a:pt x="744" y="52"/>
                    </a:lnTo>
                    <a:lnTo>
                      <a:pt x="744" y="52"/>
                    </a:lnTo>
                    <a:close/>
                    <a:moveTo>
                      <a:pt x="768" y="60"/>
                    </a:moveTo>
                    <a:lnTo>
                      <a:pt x="764" y="60"/>
                    </a:lnTo>
                    <a:lnTo>
                      <a:pt x="760" y="56"/>
                    </a:lnTo>
                    <a:lnTo>
                      <a:pt x="764" y="56"/>
                    </a:lnTo>
                    <a:lnTo>
                      <a:pt x="768" y="56"/>
                    </a:lnTo>
                    <a:lnTo>
                      <a:pt x="770" y="56"/>
                    </a:lnTo>
                    <a:lnTo>
                      <a:pt x="770" y="60"/>
                    </a:lnTo>
                    <a:lnTo>
                      <a:pt x="774" y="60"/>
                    </a:lnTo>
                    <a:lnTo>
                      <a:pt x="770" y="60"/>
                    </a:lnTo>
                    <a:lnTo>
                      <a:pt x="768" y="60"/>
                    </a:lnTo>
                    <a:lnTo>
                      <a:pt x="768" y="60"/>
                    </a:lnTo>
                    <a:lnTo>
                      <a:pt x="768" y="60"/>
                    </a:lnTo>
                    <a:close/>
                    <a:moveTo>
                      <a:pt x="738" y="60"/>
                    </a:moveTo>
                    <a:lnTo>
                      <a:pt x="734" y="56"/>
                    </a:lnTo>
                    <a:lnTo>
                      <a:pt x="738" y="56"/>
                    </a:lnTo>
                    <a:lnTo>
                      <a:pt x="742" y="60"/>
                    </a:lnTo>
                    <a:lnTo>
                      <a:pt x="744" y="60"/>
                    </a:lnTo>
                    <a:lnTo>
                      <a:pt x="742" y="60"/>
                    </a:lnTo>
                    <a:lnTo>
                      <a:pt x="738" y="60"/>
                    </a:lnTo>
                    <a:lnTo>
                      <a:pt x="738" y="60"/>
                    </a:lnTo>
                    <a:lnTo>
                      <a:pt x="738" y="60"/>
                    </a:lnTo>
                    <a:close/>
                    <a:moveTo>
                      <a:pt x="86" y="90"/>
                    </a:moveTo>
                    <a:lnTo>
                      <a:pt x="90" y="90"/>
                    </a:lnTo>
                    <a:lnTo>
                      <a:pt x="94" y="90"/>
                    </a:lnTo>
                    <a:lnTo>
                      <a:pt x="90" y="90"/>
                    </a:lnTo>
                    <a:lnTo>
                      <a:pt x="86" y="90"/>
                    </a:lnTo>
                    <a:lnTo>
                      <a:pt x="86" y="90"/>
                    </a:lnTo>
                    <a:lnTo>
                      <a:pt x="86" y="90"/>
                    </a:lnTo>
                    <a:close/>
                    <a:moveTo>
                      <a:pt x="760" y="130"/>
                    </a:moveTo>
                    <a:lnTo>
                      <a:pt x="760" y="134"/>
                    </a:lnTo>
                    <a:lnTo>
                      <a:pt x="756" y="134"/>
                    </a:lnTo>
                    <a:lnTo>
                      <a:pt x="756" y="130"/>
                    </a:lnTo>
                    <a:lnTo>
                      <a:pt x="760" y="130"/>
                    </a:lnTo>
                    <a:lnTo>
                      <a:pt x="760" y="130"/>
                    </a:lnTo>
                    <a:lnTo>
                      <a:pt x="760" y="130"/>
                    </a:lnTo>
                    <a:close/>
                    <a:moveTo>
                      <a:pt x="782" y="130"/>
                    </a:moveTo>
                    <a:lnTo>
                      <a:pt x="782" y="134"/>
                    </a:lnTo>
                    <a:lnTo>
                      <a:pt x="778" y="134"/>
                    </a:lnTo>
                    <a:lnTo>
                      <a:pt x="778" y="138"/>
                    </a:lnTo>
                    <a:lnTo>
                      <a:pt x="774" y="138"/>
                    </a:lnTo>
                    <a:lnTo>
                      <a:pt x="774" y="134"/>
                    </a:lnTo>
                    <a:lnTo>
                      <a:pt x="778" y="130"/>
                    </a:lnTo>
                    <a:lnTo>
                      <a:pt x="782" y="130"/>
                    </a:lnTo>
                    <a:lnTo>
                      <a:pt x="782" y="130"/>
                    </a:lnTo>
                    <a:lnTo>
                      <a:pt x="782" y="130"/>
                    </a:lnTo>
                    <a:close/>
                    <a:moveTo>
                      <a:pt x="774" y="146"/>
                    </a:moveTo>
                    <a:lnTo>
                      <a:pt x="770" y="142"/>
                    </a:lnTo>
                    <a:lnTo>
                      <a:pt x="774" y="142"/>
                    </a:lnTo>
                    <a:lnTo>
                      <a:pt x="774" y="146"/>
                    </a:lnTo>
                    <a:lnTo>
                      <a:pt x="774" y="146"/>
                    </a:lnTo>
                    <a:lnTo>
                      <a:pt x="774" y="146"/>
                    </a:lnTo>
                    <a:close/>
                    <a:moveTo>
                      <a:pt x="770" y="146"/>
                    </a:moveTo>
                    <a:lnTo>
                      <a:pt x="770" y="150"/>
                    </a:lnTo>
                    <a:lnTo>
                      <a:pt x="768" y="150"/>
                    </a:lnTo>
                    <a:lnTo>
                      <a:pt x="768" y="146"/>
                    </a:lnTo>
                    <a:lnTo>
                      <a:pt x="770" y="146"/>
                    </a:lnTo>
                    <a:lnTo>
                      <a:pt x="770" y="146"/>
                    </a:lnTo>
                    <a:lnTo>
                      <a:pt x="770" y="146"/>
                    </a:lnTo>
                    <a:close/>
                    <a:moveTo>
                      <a:pt x="760" y="154"/>
                    </a:moveTo>
                    <a:lnTo>
                      <a:pt x="764" y="158"/>
                    </a:lnTo>
                    <a:lnTo>
                      <a:pt x="760" y="158"/>
                    </a:lnTo>
                    <a:lnTo>
                      <a:pt x="756" y="158"/>
                    </a:lnTo>
                    <a:lnTo>
                      <a:pt x="756" y="154"/>
                    </a:lnTo>
                    <a:lnTo>
                      <a:pt x="760" y="154"/>
                    </a:lnTo>
                    <a:lnTo>
                      <a:pt x="760" y="154"/>
                    </a:lnTo>
                    <a:lnTo>
                      <a:pt x="760" y="154"/>
                    </a:lnTo>
                    <a:close/>
                    <a:moveTo>
                      <a:pt x="756" y="158"/>
                    </a:moveTo>
                    <a:lnTo>
                      <a:pt x="752" y="158"/>
                    </a:lnTo>
                    <a:lnTo>
                      <a:pt x="752" y="154"/>
                    </a:lnTo>
                    <a:lnTo>
                      <a:pt x="756" y="154"/>
                    </a:lnTo>
                    <a:lnTo>
                      <a:pt x="756" y="158"/>
                    </a:lnTo>
                    <a:lnTo>
                      <a:pt x="756" y="158"/>
                    </a:lnTo>
                    <a:lnTo>
                      <a:pt x="756" y="158"/>
                    </a:lnTo>
                    <a:close/>
                    <a:moveTo>
                      <a:pt x="760" y="160"/>
                    </a:moveTo>
                    <a:lnTo>
                      <a:pt x="760" y="158"/>
                    </a:lnTo>
                    <a:lnTo>
                      <a:pt x="764" y="158"/>
                    </a:lnTo>
                    <a:lnTo>
                      <a:pt x="760" y="160"/>
                    </a:lnTo>
                    <a:lnTo>
                      <a:pt x="760" y="160"/>
                    </a:lnTo>
                    <a:lnTo>
                      <a:pt x="760" y="160"/>
                    </a:lnTo>
                    <a:close/>
                    <a:moveTo>
                      <a:pt x="744" y="160"/>
                    </a:moveTo>
                    <a:lnTo>
                      <a:pt x="742" y="160"/>
                    </a:lnTo>
                    <a:lnTo>
                      <a:pt x="738" y="160"/>
                    </a:lnTo>
                    <a:lnTo>
                      <a:pt x="742" y="160"/>
                    </a:lnTo>
                    <a:lnTo>
                      <a:pt x="744" y="160"/>
                    </a:lnTo>
                    <a:lnTo>
                      <a:pt x="744" y="160"/>
                    </a:lnTo>
                    <a:lnTo>
                      <a:pt x="744" y="160"/>
                    </a:lnTo>
                    <a:close/>
                    <a:moveTo>
                      <a:pt x="764" y="160"/>
                    </a:moveTo>
                    <a:lnTo>
                      <a:pt x="764" y="164"/>
                    </a:lnTo>
                    <a:lnTo>
                      <a:pt x="760" y="164"/>
                    </a:lnTo>
                    <a:lnTo>
                      <a:pt x="760" y="160"/>
                    </a:lnTo>
                    <a:lnTo>
                      <a:pt x="764" y="160"/>
                    </a:lnTo>
                    <a:lnTo>
                      <a:pt x="768" y="160"/>
                    </a:lnTo>
                    <a:lnTo>
                      <a:pt x="764" y="160"/>
                    </a:lnTo>
                    <a:lnTo>
                      <a:pt x="764" y="160"/>
                    </a:lnTo>
                    <a:lnTo>
                      <a:pt x="764" y="160"/>
                    </a:lnTo>
                    <a:close/>
                    <a:moveTo>
                      <a:pt x="734" y="164"/>
                    </a:moveTo>
                    <a:lnTo>
                      <a:pt x="734" y="168"/>
                    </a:lnTo>
                    <a:lnTo>
                      <a:pt x="730" y="168"/>
                    </a:lnTo>
                    <a:lnTo>
                      <a:pt x="730" y="164"/>
                    </a:lnTo>
                    <a:lnTo>
                      <a:pt x="734" y="164"/>
                    </a:lnTo>
                    <a:lnTo>
                      <a:pt x="734" y="164"/>
                    </a:lnTo>
                    <a:lnTo>
                      <a:pt x="734" y="164"/>
                    </a:lnTo>
                    <a:close/>
                    <a:moveTo>
                      <a:pt x="748" y="174"/>
                    </a:moveTo>
                    <a:lnTo>
                      <a:pt x="748" y="178"/>
                    </a:lnTo>
                    <a:lnTo>
                      <a:pt x="744" y="174"/>
                    </a:lnTo>
                    <a:lnTo>
                      <a:pt x="742" y="174"/>
                    </a:lnTo>
                    <a:lnTo>
                      <a:pt x="744" y="174"/>
                    </a:lnTo>
                    <a:lnTo>
                      <a:pt x="748" y="174"/>
                    </a:lnTo>
                    <a:lnTo>
                      <a:pt x="748" y="174"/>
                    </a:lnTo>
                    <a:lnTo>
                      <a:pt x="748" y="174"/>
                    </a:lnTo>
                    <a:close/>
                    <a:moveTo>
                      <a:pt x="752" y="178"/>
                    </a:moveTo>
                    <a:lnTo>
                      <a:pt x="748" y="178"/>
                    </a:lnTo>
                    <a:lnTo>
                      <a:pt x="752" y="178"/>
                    </a:lnTo>
                    <a:lnTo>
                      <a:pt x="752" y="178"/>
                    </a:lnTo>
                    <a:lnTo>
                      <a:pt x="752" y="178"/>
                    </a:lnTo>
                    <a:close/>
                    <a:moveTo>
                      <a:pt x="96" y="178"/>
                    </a:moveTo>
                    <a:lnTo>
                      <a:pt x="94" y="178"/>
                    </a:lnTo>
                    <a:lnTo>
                      <a:pt x="90" y="178"/>
                    </a:lnTo>
                    <a:lnTo>
                      <a:pt x="94" y="178"/>
                    </a:lnTo>
                    <a:lnTo>
                      <a:pt x="96" y="178"/>
                    </a:lnTo>
                    <a:lnTo>
                      <a:pt x="96" y="178"/>
                    </a:lnTo>
                    <a:lnTo>
                      <a:pt x="96" y="178"/>
                    </a:lnTo>
                    <a:close/>
                    <a:moveTo>
                      <a:pt x="26" y="182"/>
                    </a:moveTo>
                    <a:lnTo>
                      <a:pt x="26" y="178"/>
                    </a:lnTo>
                    <a:lnTo>
                      <a:pt x="30" y="178"/>
                    </a:lnTo>
                    <a:lnTo>
                      <a:pt x="34" y="178"/>
                    </a:lnTo>
                    <a:lnTo>
                      <a:pt x="34" y="182"/>
                    </a:lnTo>
                    <a:lnTo>
                      <a:pt x="38" y="182"/>
                    </a:lnTo>
                    <a:lnTo>
                      <a:pt x="40" y="182"/>
                    </a:lnTo>
                    <a:lnTo>
                      <a:pt x="38" y="182"/>
                    </a:lnTo>
                    <a:lnTo>
                      <a:pt x="34" y="182"/>
                    </a:lnTo>
                    <a:lnTo>
                      <a:pt x="30" y="182"/>
                    </a:lnTo>
                    <a:lnTo>
                      <a:pt x="26" y="182"/>
                    </a:lnTo>
                    <a:lnTo>
                      <a:pt x="22" y="182"/>
                    </a:lnTo>
                    <a:lnTo>
                      <a:pt x="26" y="182"/>
                    </a:lnTo>
                    <a:lnTo>
                      <a:pt x="26" y="182"/>
                    </a:lnTo>
                    <a:lnTo>
                      <a:pt x="26" y="182"/>
                    </a:lnTo>
                    <a:close/>
                    <a:moveTo>
                      <a:pt x="10" y="182"/>
                    </a:moveTo>
                    <a:lnTo>
                      <a:pt x="14" y="182"/>
                    </a:lnTo>
                    <a:lnTo>
                      <a:pt x="18" y="182"/>
                    </a:lnTo>
                    <a:lnTo>
                      <a:pt x="22" y="182"/>
                    </a:lnTo>
                    <a:lnTo>
                      <a:pt x="18" y="186"/>
                    </a:lnTo>
                    <a:lnTo>
                      <a:pt x="14" y="186"/>
                    </a:lnTo>
                    <a:lnTo>
                      <a:pt x="10" y="186"/>
                    </a:lnTo>
                    <a:lnTo>
                      <a:pt x="10" y="182"/>
                    </a:lnTo>
                    <a:lnTo>
                      <a:pt x="8" y="182"/>
                    </a:lnTo>
                    <a:lnTo>
                      <a:pt x="10" y="182"/>
                    </a:lnTo>
                    <a:lnTo>
                      <a:pt x="10" y="182"/>
                    </a:lnTo>
                    <a:lnTo>
                      <a:pt x="10" y="182"/>
                    </a:lnTo>
                    <a:close/>
                    <a:moveTo>
                      <a:pt x="752" y="198"/>
                    </a:moveTo>
                    <a:lnTo>
                      <a:pt x="756" y="198"/>
                    </a:lnTo>
                    <a:lnTo>
                      <a:pt x="752" y="200"/>
                    </a:lnTo>
                    <a:lnTo>
                      <a:pt x="752" y="198"/>
                    </a:lnTo>
                    <a:lnTo>
                      <a:pt x="752" y="198"/>
                    </a:lnTo>
                    <a:lnTo>
                      <a:pt x="752" y="198"/>
                    </a:lnTo>
                    <a:close/>
                    <a:moveTo>
                      <a:pt x="752" y="200"/>
                    </a:moveTo>
                    <a:lnTo>
                      <a:pt x="756" y="200"/>
                    </a:lnTo>
                    <a:lnTo>
                      <a:pt x="752" y="200"/>
                    </a:lnTo>
                    <a:lnTo>
                      <a:pt x="752" y="200"/>
                    </a:lnTo>
                    <a:lnTo>
                      <a:pt x="752" y="200"/>
                    </a:lnTo>
                    <a:close/>
                    <a:moveTo>
                      <a:pt x="734" y="204"/>
                    </a:moveTo>
                    <a:lnTo>
                      <a:pt x="730" y="204"/>
                    </a:lnTo>
                    <a:lnTo>
                      <a:pt x="726" y="204"/>
                    </a:lnTo>
                    <a:lnTo>
                      <a:pt x="730" y="204"/>
                    </a:lnTo>
                    <a:lnTo>
                      <a:pt x="734" y="204"/>
                    </a:lnTo>
                    <a:lnTo>
                      <a:pt x="734" y="204"/>
                    </a:lnTo>
                    <a:lnTo>
                      <a:pt x="734" y="204"/>
                    </a:lnTo>
                    <a:close/>
                    <a:moveTo>
                      <a:pt x="48" y="204"/>
                    </a:moveTo>
                    <a:lnTo>
                      <a:pt x="44" y="204"/>
                    </a:lnTo>
                    <a:lnTo>
                      <a:pt x="40" y="204"/>
                    </a:lnTo>
                    <a:lnTo>
                      <a:pt x="44" y="204"/>
                    </a:lnTo>
                    <a:lnTo>
                      <a:pt x="48" y="204"/>
                    </a:lnTo>
                    <a:lnTo>
                      <a:pt x="48" y="204"/>
                    </a:lnTo>
                    <a:lnTo>
                      <a:pt x="48" y="204"/>
                    </a:lnTo>
                    <a:close/>
                    <a:moveTo>
                      <a:pt x="738" y="208"/>
                    </a:moveTo>
                    <a:lnTo>
                      <a:pt x="738" y="212"/>
                    </a:lnTo>
                    <a:lnTo>
                      <a:pt x="738" y="208"/>
                    </a:lnTo>
                    <a:lnTo>
                      <a:pt x="734" y="208"/>
                    </a:lnTo>
                    <a:lnTo>
                      <a:pt x="738" y="208"/>
                    </a:lnTo>
                    <a:lnTo>
                      <a:pt x="738" y="204"/>
                    </a:lnTo>
                    <a:lnTo>
                      <a:pt x="738" y="208"/>
                    </a:lnTo>
                    <a:lnTo>
                      <a:pt x="738" y="208"/>
                    </a:lnTo>
                    <a:lnTo>
                      <a:pt x="738" y="208"/>
                    </a:lnTo>
                    <a:close/>
                    <a:moveTo>
                      <a:pt x="40" y="208"/>
                    </a:moveTo>
                    <a:lnTo>
                      <a:pt x="44" y="208"/>
                    </a:lnTo>
                    <a:lnTo>
                      <a:pt x="40" y="208"/>
                    </a:lnTo>
                    <a:lnTo>
                      <a:pt x="40" y="208"/>
                    </a:lnTo>
                    <a:lnTo>
                      <a:pt x="40" y="208"/>
                    </a:lnTo>
                    <a:close/>
                    <a:moveTo>
                      <a:pt x="744" y="208"/>
                    </a:moveTo>
                    <a:lnTo>
                      <a:pt x="748" y="208"/>
                    </a:lnTo>
                    <a:lnTo>
                      <a:pt x="748" y="212"/>
                    </a:lnTo>
                    <a:lnTo>
                      <a:pt x="744" y="212"/>
                    </a:lnTo>
                    <a:lnTo>
                      <a:pt x="744" y="208"/>
                    </a:lnTo>
                    <a:lnTo>
                      <a:pt x="742" y="212"/>
                    </a:lnTo>
                    <a:lnTo>
                      <a:pt x="742" y="208"/>
                    </a:lnTo>
                    <a:lnTo>
                      <a:pt x="744" y="208"/>
                    </a:lnTo>
                    <a:lnTo>
                      <a:pt x="744" y="208"/>
                    </a:lnTo>
                    <a:lnTo>
                      <a:pt x="744" y="208"/>
                    </a:lnTo>
                    <a:close/>
                    <a:moveTo>
                      <a:pt x="734" y="212"/>
                    </a:moveTo>
                    <a:lnTo>
                      <a:pt x="738" y="212"/>
                    </a:lnTo>
                    <a:lnTo>
                      <a:pt x="742" y="212"/>
                    </a:lnTo>
                    <a:lnTo>
                      <a:pt x="742" y="216"/>
                    </a:lnTo>
                    <a:lnTo>
                      <a:pt x="742" y="212"/>
                    </a:lnTo>
                    <a:lnTo>
                      <a:pt x="738" y="212"/>
                    </a:lnTo>
                    <a:lnTo>
                      <a:pt x="734" y="212"/>
                    </a:lnTo>
                    <a:lnTo>
                      <a:pt x="734" y="212"/>
                    </a:lnTo>
                    <a:lnTo>
                      <a:pt x="734" y="212"/>
                    </a:lnTo>
                    <a:close/>
                    <a:moveTo>
                      <a:pt x="744" y="212"/>
                    </a:moveTo>
                    <a:lnTo>
                      <a:pt x="742" y="212"/>
                    </a:lnTo>
                    <a:lnTo>
                      <a:pt x="744" y="212"/>
                    </a:lnTo>
                    <a:lnTo>
                      <a:pt x="748" y="212"/>
                    </a:lnTo>
                    <a:lnTo>
                      <a:pt x="744" y="212"/>
                    </a:lnTo>
                    <a:lnTo>
                      <a:pt x="744" y="212"/>
                    </a:lnTo>
                    <a:lnTo>
                      <a:pt x="744" y="212"/>
                    </a:lnTo>
                    <a:close/>
                    <a:moveTo>
                      <a:pt x="110" y="220"/>
                    </a:moveTo>
                    <a:lnTo>
                      <a:pt x="114" y="220"/>
                    </a:lnTo>
                    <a:lnTo>
                      <a:pt x="110" y="220"/>
                    </a:lnTo>
                    <a:lnTo>
                      <a:pt x="108" y="220"/>
                    </a:lnTo>
                    <a:lnTo>
                      <a:pt x="110" y="220"/>
                    </a:lnTo>
                    <a:lnTo>
                      <a:pt x="110" y="220"/>
                    </a:lnTo>
                    <a:lnTo>
                      <a:pt x="110" y="220"/>
                    </a:lnTo>
                    <a:close/>
                    <a:moveTo>
                      <a:pt x="748" y="224"/>
                    </a:moveTo>
                    <a:lnTo>
                      <a:pt x="744" y="224"/>
                    </a:lnTo>
                    <a:lnTo>
                      <a:pt x="748" y="220"/>
                    </a:lnTo>
                    <a:lnTo>
                      <a:pt x="748" y="224"/>
                    </a:lnTo>
                    <a:lnTo>
                      <a:pt x="748" y="224"/>
                    </a:lnTo>
                    <a:lnTo>
                      <a:pt x="748" y="224"/>
                    </a:lnTo>
                    <a:close/>
                    <a:moveTo>
                      <a:pt x="744" y="246"/>
                    </a:moveTo>
                    <a:lnTo>
                      <a:pt x="748" y="250"/>
                    </a:lnTo>
                    <a:lnTo>
                      <a:pt x="744" y="250"/>
                    </a:lnTo>
                    <a:lnTo>
                      <a:pt x="748" y="250"/>
                    </a:lnTo>
                    <a:lnTo>
                      <a:pt x="752" y="254"/>
                    </a:lnTo>
                    <a:lnTo>
                      <a:pt x="748" y="256"/>
                    </a:lnTo>
                    <a:lnTo>
                      <a:pt x="744" y="256"/>
                    </a:lnTo>
                    <a:lnTo>
                      <a:pt x="742" y="256"/>
                    </a:lnTo>
                    <a:lnTo>
                      <a:pt x="742" y="254"/>
                    </a:lnTo>
                    <a:lnTo>
                      <a:pt x="742" y="250"/>
                    </a:lnTo>
                    <a:lnTo>
                      <a:pt x="742" y="246"/>
                    </a:lnTo>
                    <a:lnTo>
                      <a:pt x="744" y="246"/>
                    </a:lnTo>
                    <a:lnTo>
                      <a:pt x="744" y="246"/>
                    </a:lnTo>
                    <a:lnTo>
                      <a:pt x="744" y="246"/>
                    </a:lnTo>
                    <a:close/>
                    <a:moveTo>
                      <a:pt x="770" y="256"/>
                    </a:moveTo>
                    <a:lnTo>
                      <a:pt x="768" y="256"/>
                    </a:lnTo>
                    <a:lnTo>
                      <a:pt x="770" y="256"/>
                    </a:lnTo>
                    <a:lnTo>
                      <a:pt x="774" y="256"/>
                    </a:lnTo>
                    <a:lnTo>
                      <a:pt x="770" y="256"/>
                    </a:lnTo>
                    <a:lnTo>
                      <a:pt x="770" y="256"/>
                    </a:lnTo>
                    <a:lnTo>
                      <a:pt x="770" y="256"/>
                    </a:lnTo>
                    <a:close/>
                    <a:moveTo>
                      <a:pt x="768" y="260"/>
                    </a:moveTo>
                    <a:lnTo>
                      <a:pt x="764" y="260"/>
                    </a:lnTo>
                    <a:lnTo>
                      <a:pt x="760" y="260"/>
                    </a:lnTo>
                    <a:lnTo>
                      <a:pt x="764" y="256"/>
                    </a:lnTo>
                    <a:lnTo>
                      <a:pt x="768" y="256"/>
                    </a:lnTo>
                    <a:lnTo>
                      <a:pt x="768" y="260"/>
                    </a:lnTo>
                    <a:lnTo>
                      <a:pt x="768" y="260"/>
                    </a:lnTo>
                    <a:lnTo>
                      <a:pt x="768" y="260"/>
                    </a:lnTo>
                    <a:close/>
                    <a:moveTo>
                      <a:pt x="226" y="260"/>
                    </a:moveTo>
                    <a:lnTo>
                      <a:pt x="222" y="260"/>
                    </a:lnTo>
                    <a:lnTo>
                      <a:pt x="226" y="260"/>
                    </a:lnTo>
                    <a:lnTo>
                      <a:pt x="226" y="260"/>
                    </a:lnTo>
                    <a:lnTo>
                      <a:pt x="226" y="260"/>
                    </a:lnTo>
                    <a:close/>
                    <a:moveTo>
                      <a:pt x="220" y="260"/>
                    </a:moveTo>
                    <a:lnTo>
                      <a:pt x="222" y="260"/>
                    </a:lnTo>
                    <a:lnTo>
                      <a:pt x="226" y="260"/>
                    </a:lnTo>
                    <a:lnTo>
                      <a:pt x="230" y="260"/>
                    </a:lnTo>
                    <a:lnTo>
                      <a:pt x="234" y="260"/>
                    </a:lnTo>
                    <a:lnTo>
                      <a:pt x="230" y="260"/>
                    </a:lnTo>
                    <a:lnTo>
                      <a:pt x="226" y="260"/>
                    </a:lnTo>
                    <a:lnTo>
                      <a:pt x="222" y="264"/>
                    </a:lnTo>
                    <a:lnTo>
                      <a:pt x="220" y="260"/>
                    </a:lnTo>
                    <a:lnTo>
                      <a:pt x="220" y="260"/>
                    </a:lnTo>
                    <a:lnTo>
                      <a:pt x="220" y="260"/>
                    </a:lnTo>
                    <a:close/>
                    <a:moveTo>
                      <a:pt x="734" y="264"/>
                    </a:moveTo>
                    <a:lnTo>
                      <a:pt x="738" y="264"/>
                    </a:lnTo>
                    <a:lnTo>
                      <a:pt x="742" y="264"/>
                    </a:lnTo>
                    <a:lnTo>
                      <a:pt x="742" y="268"/>
                    </a:lnTo>
                    <a:lnTo>
                      <a:pt x="744" y="268"/>
                    </a:lnTo>
                    <a:lnTo>
                      <a:pt x="748" y="268"/>
                    </a:lnTo>
                    <a:lnTo>
                      <a:pt x="748" y="272"/>
                    </a:lnTo>
                    <a:lnTo>
                      <a:pt x="744" y="272"/>
                    </a:lnTo>
                    <a:lnTo>
                      <a:pt x="742" y="272"/>
                    </a:lnTo>
                    <a:lnTo>
                      <a:pt x="738" y="272"/>
                    </a:lnTo>
                    <a:lnTo>
                      <a:pt x="734" y="272"/>
                    </a:lnTo>
                    <a:lnTo>
                      <a:pt x="730" y="272"/>
                    </a:lnTo>
                    <a:lnTo>
                      <a:pt x="726" y="272"/>
                    </a:lnTo>
                    <a:lnTo>
                      <a:pt x="722" y="272"/>
                    </a:lnTo>
                    <a:lnTo>
                      <a:pt x="722" y="268"/>
                    </a:lnTo>
                    <a:lnTo>
                      <a:pt x="722" y="264"/>
                    </a:lnTo>
                    <a:lnTo>
                      <a:pt x="726" y="264"/>
                    </a:lnTo>
                    <a:lnTo>
                      <a:pt x="730" y="264"/>
                    </a:lnTo>
                    <a:lnTo>
                      <a:pt x="734" y="264"/>
                    </a:lnTo>
                    <a:lnTo>
                      <a:pt x="734" y="264"/>
                    </a:lnTo>
                    <a:lnTo>
                      <a:pt x="734" y="264"/>
                    </a:lnTo>
                    <a:close/>
                    <a:moveTo>
                      <a:pt x="234" y="280"/>
                    </a:moveTo>
                    <a:lnTo>
                      <a:pt x="230" y="280"/>
                    </a:lnTo>
                    <a:lnTo>
                      <a:pt x="234" y="280"/>
                    </a:lnTo>
                    <a:lnTo>
                      <a:pt x="238" y="280"/>
                    </a:lnTo>
                    <a:lnTo>
                      <a:pt x="242" y="280"/>
                    </a:lnTo>
                    <a:lnTo>
                      <a:pt x="238" y="280"/>
                    </a:lnTo>
                    <a:lnTo>
                      <a:pt x="234" y="280"/>
                    </a:lnTo>
                    <a:lnTo>
                      <a:pt x="234" y="280"/>
                    </a:lnTo>
                    <a:lnTo>
                      <a:pt x="234" y="280"/>
                    </a:lnTo>
                    <a:close/>
                    <a:moveTo>
                      <a:pt x="234" y="284"/>
                    </a:moveTo>
                    <a:lnTo>
                      <a:pt x="230" y="286"/>
                    </a:lnTo>
                    <a:lnTo>
                      <a:pt x="226" y="286"/>
                    </a:lnTo>
                    <a:lnTo>
                      <a:pt x="226" y="284"/>
                    </a:lnTo>
                    <a:lnTo>
                      <a:pt x="230" y="284"/>
                    </a:lnTo>
                    <a:lnTo>
                      <a:pt x="234" y="284"/>
                    </a:lnTo>
                    <a:lnTo>
                      <a:pt x="234" y="284"/>
                    </a:lnTo>
                    <a:lnTo>
                      <a:pt x="234" y="284"/>
                    </a:lnTo>
                    <a:close/>
                    <a:moveTo>
                      <a:pt x="234" y="286"/>
                    </a:moveTo>
                    <a:lnTo>
                      <a:pt x="230" y="286"/>
                    </a:lnTo>
                    <a:lnTo>
                      <a:pt x="234" y="286"/>
                    </a:lnTo>
                    <a:lnTo>
                      <a:pt x="234" y="284"/>
                    </a:lnTo>
                    <a:lnTo>
                      <a:pt x="238" y="284"/>
                    </a:lnTo>
                    <a:lnTo>
                      <a:pt x="238" y="286"/>
                    </a:lnTo>
                    <a:lnTo>
                      <a:pt x="234" y="286"/>
                    </a:lnTo>
                    <a:lnTo>
                      <a:pt x="234" y="286"/>
                    </a:lnTo>
                    <a:lnTo>
                      <a:pt x="234" y="286"/>
                    </a:lnTo>
                    <a:close/>
                    <a:moveTo>
                      <a:pt x="242" y="286"/>
                    </a:moveTo>
                    <a:lnTo>
                      <a:pt x="246" y="286"/>
                    </a:lnTo>
                    <a:lnTo>
                      <a:pt x="246" y="290"/>
                    </a:lnTo>
                    <a:lnTo>
                      <a:pt x="242" y="290"/>
                    </a:lnTo>
                    <a:lnTo>
                      <a:pt x="246" y="290"/>
                    </a:lnTo>
                    <a:lnTo>
                      <a:pt x="242" y="290"/>
                    </a:lnTo>
                    <a:lnTo>
                      <a:pt x="238" y="286"/>
                    </a:lnTo>
                    <a:lnTo>
                      <a:pt x="242" y="286"/>
                    </a:lnTo>
                    <a:lnTo>
                      <a:pt x="242" y="286"/>
                    </a:lnTo>
                    <a:lnTo>
                      <a:pt x="242" y="286"/>
                    </a:lnTo>
                    <a:close/>
                    <a:moveTo>
                      <a:pt x="242" y="290"/>
                    </a:moveTo>
                    <a:lnTo>
                      <a:pt x="238" y="290"/>
                    </a:lnTo>
                    <a:lnTo>
                      <a:pt x="242" y="290"/>
                    </a:lnTo>
                    <a:lnTo>
                      <a:pt x="242" y="290"/>
                    </a:lnTo>
                    <a:lnTo>
                      <a:pt x="242" y="290"/>
                    </a:lnTo>
                    <a:close/>
                    <a:moveTo>
                      <a:pt x="686" y="290"/>
                    </a:moveTo>
                    <a:lnTo>
                      <a:pt x="688" y="290"/>
                    </a:lnTo>
                    <a:lnTo>
                      <a:pt x="692" y="294"/>
                    </a:lnTo>
                    <a:lnTo>
                      <a:pt x="696" y="294"/>
                    </a:lnTo>
                    <a:lnTo>
                      <a:pt x="700" y="294"/>
                    </a:lnTo>
                    <a:lnTo>
                      <a:pt x="704" y="294"/>
                    </a:lnTo>
                    <a:lnTo>
                      <a:pt x="704" y="298"/>
                    </a:lnTo>
                    <a:lnTo>
                      <a:pt x="696" y="298"/>
                    </a:lnTo>
                    <a:lnTo>
                      <a:pt x="696" y="294"/>
                    </a:lnTo>
                    <a:lnTo>
                      <a:pt x="692" y="294"/>
                    </a:lnTo>
                    <a:lnTo>
                      <a:pt x="688" y="294"/>
                    </a:lnTo>
                    <a:lnTo>
                      <a:pt x="686" y="294"/>
                    </a:lnTo>
                    <a:lnTo>
                      <a:pt x="682" y="294"/>
                    </a:lnTo>
                    <a:lnTo>
                      <a:pt x="678" y="294"/>
                    </a:lnTo>
                    <a:lnTo>
                      <a:pt x="682" y="294"/>
                    </a:lnTo>
                    <a:lnTo>
                      <a:pt x="686" y="294"/>
                    </a:lnTo>
                    <a:lnTo>
                      <a:pt x="688" y="294"/>
                    </a:lnTo>
                    <a:lnTo>
                      <a:pt x="692" y="294"/>
                    </a:lnTo>
                    <a:lnTo>
                      <a:pt x="692" y="298"/>
                    </a:lnTo>
                    <a:lnTo>
                      <a:pt x="696" y="298"/>
                    </a:lnTo>
                    <a:lnTo>
                      <a:pt x="700" y="298"/>
                    </a:lnTo>
                    <a:lnTo>
                      <a:pt x="704" y="298"/>
                    </a:lnTo>
                    <a:lnTo>
                      <a:pt x="708" y="298"/>
                    </a:lnTo>
                    <a:lnTo>
                      <a:pt x="704" y="298"/>
                    </a:lnTo>
                    <a:lnTo>
                      <a:pt x="700" y="298"/>
                    </a:lnTo>
                    <a:lnTo>
                      <a:pt x="700" y="302"/>
                    </a:lnTo>
                    <a:lnTo>
                      <a:pt x="696" y="302"/>
                    </a:lnTo>
                    <a:lnTo>
                      <a:pt x="692" y="302"/>
                    </a:lnTo>
                    <a:lnTo>
                      <a:pt x="688" y="302"/>
                    </a:lnTo>
                    <a:lnTo>
                      <a:pt x="686" y="302"/>
                    </a:lnTo>
                    <a:lnTo>
                      <a:pt x="682" y="302"/>
                    </a:lnTo>
                    <a:lnTo>
                      <a:pt x="678" y="298"/>
                    </a:lnTo>
                    <a:lnTo>
                      <a:pt x="674" y="298"/>
                    </a:lnTo>
                    <a:lnTo>
                      <a:pt x="670" y="298"/>
                    </a:lnTo>
                    <a:lnTo>
                      <a:pt x="666" y="298"/>
                    </a:lnTo>
                    <a:lnTo>
                      <a:pt x="670" y="294"/>
                    </a:lnTo>
                    <a:lnTo>
                      <a:pt x="674" y="294"/>
                    </a:lnTo>
                    <a:lnTo>
                      <a:pt x="674" y="290"/>
                    </a:lnTo>
                    <a:lnTo>
                      <a:pt x="678" y="290"/>
                    </a:lnTo>
                    <a:lnTo>
                      <a:pt x="682" y="290"/>
                    </a:lnTo>
                    <a:lnTo>
                      <a:pt x="686" y="290"/>
                    </a:lnTo>
                    <a:lnTo>
                      <a:pt x="686" y="290"/>
                    </a:lnTo>
                    <a:lnTo>
                      <a:pt x="686" y="290"/>
                    </a:lnTo>
                    <a:close/>
                    <a:moveTo>
                      <a:pt x="246" y="294"/>
                    </a:moveTo>
                    <a:lnTo>
                      <a:pt x="250" y="290"/>
                    </a:lnTo>
                    <a:lnTo>
                      <a:pt x="250" y="294"/>
                    </a:lnTo>
                    <a:lnTo>
                      <a:pt x="246" y="294"/>
                    </a:lnTo>
                    <a:lnTo>
                      <a:pt x="246" y="294"/>
                    </a:lnTo>
                    <a:lnTo>
                      <a:pt x="246" y="294"/>
                    </a:lnTo>
                    <a:close/>
                    <a:moveTo>
                      <a:pt x="242" y="290"/>
                    </a:moveTo>
                    <a:lnTo>
                      <a:pt x="242" y="294"/>
                    </a:lnTo>
                    <a:lnTo>
                      <a:pt x="238" y="294"/>
                    </a:lnTo>
                    <a:lnTo>
                      <a:pt x="238" y="290"/>
                    </a:lnTo>
                    <a:lnTo>
                      <a:pt x="242" y="290"/>
                    </a:lnTo>
                    <a:lnTo>
                      <a:pt x="242" y="290"/>
                    </a:lnTo>
                    <a:lnTo>
                      <a:pt x="242" y="290"/>
                    </a:lnTo>
                    <a:close/>
                    <a:moveTo>
                      <a:pt x="246" y="294"/>
                    </a:moveTo>
                    <a:lnTo>
                      <a:pt x="242" y="294"/>
                    </a:lnTo>
                    <a:lnTo>
                      <a:pt x="246" y="294"/>
                    </a:lnTo>
                    <a:lnTo>
                      <a:pt x="246" y="294"/>
                    </a:lnTo>
                    <a:lnTo>
                      <a:pt x="246" y="294"/>
                    </a:lnTo>
                    <a:close/>
                    <a:moveTo>
                      <a:pt x="242" y="294"/>
                    </a:moveTo>
                    <a:lnTo>
                      <a:pt x="242" y="298"/>
                    </a:lnTo>
                    <a:lnTo>
                      <a:pt x="238" y="298"/>
                    </a:lnTo>
                    <a:lnTo>
                      <a:pt x="238" y="294"/>
                    </a:lnTo>
                    <a:lnTo>
                      <a:pt x="242" y="294"/>
                    </a:lnTo>
                    <a:lnTo>
                      <a:pt x="242" y="294"/>
                    </a:lnTo>
                    <a:lnTo>
                      <a:pt x="242" y="294"/>
                    </a:lnTo>
                    <a:close/>
                    <a:moveTo>
                      <a:pt x="250" y="306"/>
                    </a:moveTo>
                    <a:lnTo>
                      <a:pt x="250" y="302"/>
                    </a:lnTo>
                    <a:lnTo>
                      <a:pt x="246" y="302"/>
                    </a:lnTo>
                    <a:lnTo>
                      <a:pt x="250" y="302"/>
                    </a:lnTo>
                    <a:lnTo>
                      <a:pt x="252" y="302"/>
                    </a:lnTo>
                    <a:lnTo>
                      <a:pt x="252" y="306"/>
                    </a:lnTo>
                    <a:lnTo>
                      <a:pt x="250" y="306"/>
                    </a:lnTo>
                    <a:lnTo>
                      <a:pt x="250" y="306"/>
                    </a:lnTo>
                    <a:lnTo>
                      <a:pt x="250" y="306"/>
                    </a:lnTo>
                    <a:close/>
                    <a:moveTo>
                      <a:pt x="682" y="306"/>
                    </a:moveTo>
                    <a:lnTo>
                      <a:pt x="682" y="310"/>
                    </a:lnTo>
                    <a:lnTo>
                      <a:pt x="678" y="310"/>
                    </a:lnTo>
                    <a:lnTo>
                      <a:pt x="674" y="306"/>
                    </a:lnTo>
                    <a:lnTo>
                      <a:pt x="678" y="306"/>
                    </a:lnTo>
                    <a:lnTo>
                      <a:pt x="682" y="306"/>
                    </a:lnTo>
                    <a:lnTo>
                      <a:pt x="682" y="306"/>
                    </a:lnTo>
                    <a:lnTo>
                      <a:pt x="682" y="306"/>
                    </a:lnTo>
                    <a:close/>
                    <a:moveTo>
                      <a:pt x="246" y="306"/>
                    </a:moveTo>
                    <a:lnTo>
                      <a:pt x="250" y="306"/>
                    </a:lnTo>
                    <a:lnTo>
                      <a:pt x="246" y="306"/>
                    </a:lnTo>
                    <a:lnTo>
                      <a:pt x="246" y="306"/>
                    </a:lnTo>
                    <a:lnTo>
                      <a:pt x="246" y="306"/>
                    </a:lnTo>
                    <a:close/>
                    <a:moveTo>
                      <a:pt x="252" y="306"/>
                    </a:moveTo>
                    <a:lnTo>
                      <a:pt x="252" y="310"/>
                    </a:lnTo>
                    <a:lnTo>
                      <a:pt x="250" y="310"/>
                    </a:lnTo>
                    <a:lnTo>
                      <a:pt x="250" y="314"/>
                    </a:lnTo>
                    <a:lnTo>
                      <a:pt x="246" y="314"/>
                    </a:lnTo>
                    <a:lnTo>
                      <a:pt x="242" y="314"/>
                    </a:lnTo>
                    <a:lnTo>
                      <a:pt x="246" y="310"/>
                    </a:lnTo>
                    <a:lnTo>
                      <a:pt x="250" y="310"/>
                    </a:lnTo>
                    <a:lnTo>
                      <a:pt x="250" y="306"/>
                    </a:lnTo>
                    <a:lnTo>
                      <a:pt x="252" y="306"/>
                    </a:lnTo>
                    <a:lnTo>
                      <a:pt x="252" y="306"/>
                    </a:lnTo>
                    <a:lnTo>
                      <a:pt x="252" y="306"/>
                    </a:lnTo>
                    <a:close/>
                    <a:moveTo>
                      <a:pt x="246" y="310"/>
                    </a:moveTo>
                    <a:lnTo>
                      <a:pt x="242" y="310"/>
                    </a:lnTo>
                    <a:lnTo>
                      <a:pt x="238" y="314"/>
                    </a:lnTo>
                    <a:lnTo>
                      <a:pt x="238" y="310"/>
                    </a:lnTo>
                    <a:lnTo>
                      <a:pt x="242" y="310"/>
                    </a:lnTo>
                    <a:lnTo>
                      <a:pt x="246" y="310"/>
                    </a:lnTo>
                    <a:lnTo>
                      <a:pt x="246" y="310"/>
                    </a:lnTo>
                    <a:lnTo>
                      <a:pt x="246" y="310"/>
                    </a:lnTo>
                    <a:close/>
                    <a:moveTo>
                      <a:pt x="252" y="310"/>
                    </a:moveTo>
                    <a:lnTo>
                      <a:pt x="256" y="310"/>
                    </a:lnTo>
                    <a:lnTo>
                      <a:pt x="252" y="310"/>
                    </a:lnTo>
                    <a:lnTo>
                      <a:pt x="252" y="310"/>
                    </a:lnTo>
                    <a:lnTo>
                      <a:pt x="252" y="310"/>
                    </a:lnTo>
                    <a:close/>
                    <a:moveTo>
                      <a:pt x="252" y="310"/>
                    </a:moveTo>
                    <a:lnTo>
                      <a:pt x="252" y="314"/>
                    </a:lnTo>
                    <a:lnTo>
                      <a:pt x="250" y="314"/>
                    </a:lnTo>
                    <a:lnTo>
                      <a:pt x="250" y="310"/>
                    </a:lnTo>
                    <a:lnTo>
                      <a:pt x="252" y="310"/>
                    </a:lnTo>
                    <a:lnTo>
                      <a:pt x="252" y="310"/>
                    </a:lnTo>
                    <a:lnTo>
                      <a:pt x="252" y="310"/>
                    </a:lnTo>
                    <a:close/>
                    <a:moveTo>
                      <a:pt x="252" y="314"/>
                    </a:moveTo>
                    <a:lnTo>
                      <a:pt x="250" y="314"/>
                    </a:lnTo>
                    <a:lnTo>
                      <a:pt x="252" y="314"/>
                    </a:lnTo>
                    <a:lnTo>
                      <a:pt x="252" y="314"/>
                    </a:lnTo>
                    <a:lnTo>
                      <a:pt x="252" y="314"/>
                    </a:lnTo>
                    <a:close/>
                    <a:moveTo>
                      <a:pt x="252" y="316"/>
                    </a:moveTo>
                    <a:lnTo>
                      <a:pt x="252" y="320"/>
                    </a:lnTo>
                    <a:lnTo>
                      <a:pt x="250" y="320"/>
                    </a:lnTo>
                    <a:lnTo>
                      <a:pt x="250" y="324"/>
                    </a:lnTo>
                    <a:lnTo>
                      <a:pt x="246" y="324"/>
                    </a:lnTo>
                    <a:lnTo>
                      <a:pt x="246" y="320"/>
                    </a:lnTo>
                    <a:lnTo>
                      <a:pt x="250" y="320"/>
                    </a:lnTo>
                    <a:lnTo>
                      <a:pt x="252" y="320"/>
                    </a:lnTo>
                    <a:lnTo>
                      <a:pt x="252" y="316"/>
                    </a:lnTo>
                    <a:lnTo>
                      <a:pt x="252" y="316"/>
                    </a:lnTo>
                    <a:lnTo>
                      <a:pt x="252" y="316"/>
                    </a:lnTo>
                    <a:close/>
                    <a:moveTo>
                      <a:pt x="670" y="350"/>
                    </a:moveTo>
                    <a:lnTo>
                      <a:pt x="674" y="354"/>
                    </a:lnTo>
                    <a:lnTo>
                      <a:pt x="670" y="350"/>
                    </a:lnTo>
                    <a:lnTo>
                      <a:pt x="670" y="350"/>
                    </a:lnTo>
                    <a:lnTo>
                      <a:pt x="670" y="350"/>
                    </a:lnTo>
                    <a:close/>
                    <a:moveTo>
                      <a:pt x="308" y="370"/>
                    </a:moveTo>
                    <a:lnTo>
                      <a:pt x="306" y="370"/>
                    </a:lnTo>
                    <a:lnTo>
                      <a:pt x="306" y="366"/>
                    </a:lnTo>
                    <a:lnTo>
                      <a:pt x="302" y="366"/>
                    </a:lnTo>
                    <a:lnTo>
                      <a:pt x="306" y="366"/>
                    </a:lnTo>
                    <a:lnTo>
                      <a:pt x="308" y="370"/>
                    </a:lnTo>
                    <a:lnTo>
                      <a:pt x="308" y="370"/>
                    </a:lnTo>
                    <a:lnTo>
                      <a:pt x="308" y="370"/>
                    </a:lnTo>
                    <a:close/>
                    <a:moveTo>
                      <a:pt x="704" y="388"/>
                    </a:moveTo>
                    <a:lnTo>
                      <a:pt x="700" y="388"/>
                    </a:lnTo>
                    <a:lnTo>
                      <a:pt x="696" y="388"/>
                    </a:lnTo>
                    <a:lnTo>
                      <a:pt x="700" y="388"/>
                    </a:lnTo>
                    <a:lnTo>
                      <a:pt x="704" y="388"/>
                    </a:lnTo>
                    <a:lnTo>
                      <a:pt x="704" y="388"/>
                    </a:lnTo>
                    <a:lnTo>
                      <a:pt x="704" y="388"/>
                    </a:lnTo>
                    <a:close/>
                    <a:moveTo>
                      <a:pt x="298" y="414"/>
                    </a:moveTo>
                    <a:lnTo>
                      <a:pt x="294" y="418"/>
                    </a:lnTo>
                    <a:lnTo>
                      <a:pt x="290" y="418"/>
                    </a:lnTo>
                    <a:lnTo>
                      <a:pt x="290" y="414"/>
                    </a:lnTo>
                    <a:lnTo>
                      <a:pt x="294" y="414"/>
                    </a:lnTo>
                    <a:lnTo>
                      <a:pt x="298" y="414"/>
                    </a:lnTo>
                    <a:lnTo>
                      <a:pt x="294" y="414"/>
                    </a:lnTo>
                    <a:lnTo>
                      <a:pt x="294" y="418"/>
                    </a:lnTo>
                    <a:lnTo>
                      <a:pt x="298" y="414"/>
                    </a:lnTo>
                    <a:lnTo>
                      <a:pt x="298" y="414"/>
                    </a:lnTo>
                    <a:lnTo>
                      <a:pt x="298" y="414"/>
                    </a:lnTo>
                    <a:close/>
                    <a:moveTo>
                      <a:pt x="282" y="418"/>
                    </a:moveTo>
                    <a:lnTo>
                      <a:pt x="282" y="422"/>
                    </a:lnTo>
                    <a:lnTo>
                      <a:pt x="278" y="422"/>
                    </a:lnTo>
                    <a:lnTo>
                      <a:pt x="282" y="418"/>
                    </a:lnTo>
                    <a:lnTo>
                      <a:pt x="282" y="418"/>
                    </a:lnTo>
                    <a:lnTo>
                      <a:pt x="282" y="418"/>
                    </a:lnTo>
                    <a:close/>
                    <a:moveTo>
                      <a:pt x="584" y="426"/>
                    </a:moveTo>
                    <a:lnTo>
                      <a:pt x="580" y="426"/>
                    </a:lnTo>
                    <a:lnTo>
                      <a:pt x="584" y="426"/>
                    </a:lnTo>
                    <a:lnTo>
                      <a:pt x="580" y="426"/>
                    </a:lnTo>
                    <a:lnTo>
                      <a:pt x="584" y="426"/>
                    </a:lnTo>
                    <a:lnTo>
                      <a:pt x="584" y="426"/>
                    </a:lnTo>
                    <a:lnTo>
                      <a:pt x="584" y="426"/>
                    </a:lnTo>
                    <a:close/>
                    <a:moveTo>
                      <a:pt x="282" y="458"/>
                    </a:moveTo>
                    <a:lnTo>
                      <a:pt x="278" y="458"/>
                    </a:lnTo>
                    <a:lnTo>
                      <a:pt x="276" y="458"/>
                    </a:lnTo>
                    <a:lnTo>
                      <a:pt x="278" y="458"/>
                    </a:lnTo>
                    <a:lnTo>
                      <a:pt x="282" y="458"/>
                    </a:lnTo>
                    <a:lnTo>
                      <a:pt x="282" y="458"/>
                    </a:lnTo>
                    <a:lnTo>
                      <a:pt x="282" y="458"/>
                    </a:lnTo>
                    <a:close/>
                    <a:moveTo>
                      <a:pt x="510" y="484"/>
                    </a:moveTo>
                    <a:lnTo>
                      <a:pt x="510" y="482"/>
                    </a:lnTo>
                    <a:lnTo>
                      <a:pt x="510" y="484"/>
                    </a:lnTo>
                    <a:lnTo>
                      <a:pt x="510" y="484"/>
                    </a:lnTo>
                    <a:lnTo>
                      <a:pt x="510" y="484"/>
                    </a:lnTo>
                    <a:close/>
                    <a:moveTo>
                      <a:pt x="510" y="488"/>
                    </a:moveTo>
                    <a:lnTo>
                      <a:pt x="506" y="488"/>
                    </a:lnTo>
                    <a:lnTo>
                      <a:pt x="506" y="484"/>
                    </a:lnTo>
                    <a:lnTo>
                      <a:pt x="510" y="488"/>
                    </a:lnTo>
                    <a:lnTo>
                      <a:pt x="510" y="488"/>
                    </a:lnTo>
                    <a:lnTo>
                      <a:pt x="510" y="488"/>
                    </a:lnTo>
                    <a:close/>
                    <a:moveTo>
                      <a:pt x="278" y="488"/>
                    </a:moveTo>
                    <a:lnTo>
                      <a:pt x="282" y="488"/>
                    </a:lnTo>
                    <a:lnTo>
                      <a:pt x="282" y="492"/>
                    </a:lnTo>
                    <a:lnTo>
                      <a:pt x="278" y="488"/>
                    </a:lnTo>
                    <a:lnTo>
                      <a:pt x="278" y="488"/>
                    </a:lnTo>
                    <a:lnTo>
                      <a:pt x="278" y="488"/>
                    </a:lnTo>
                    <a:close/>
                    <a:moveTo>
                      <a:pt x="450" y="522"/>
                    </a:moveTo>
                    <a:lnTo>
                      <a:pt x="454" y="522"/>
                    </a:lnTo>
                    <a:lnTo>
                      <a:pt x="458" y="522"/>
                    </a:lnTo>
                    <a:lnTo>
                      <a:pt x="454" y="522"/>
                    </a:lnTo>
                    <a:lnTo>
                      <a:pt x="450" y="522"/>
                    </a:lnTo>
                    <a:lnTo>
                      <a:pt x="450" y="522"/>
                    </a:lnTo>
                    <a:lnTo>
                      <a:pt x="450" y="522"/>
                    </a:lnTo>
                    <a:close/>
                    <a:moveTo>
                      <a:pt x="450" y="548"/>
                    </a:moveTo>
                    <a:lnTo>
                      <a:pt x="450" y="544"/>
                    </a:lnTo>
                    <a:lnTo>
                      <a:pt x="446" y="544"/>
                    </a:lnTo>
                    <a:lnTo>
                      <a:pt x="442" y="544"/>
                    </a:lnTo>
                    <a:lnTo>
                      <a:pt x="442" y="540"/>
                    </a:lnTo>
                    <a:lnTo>
                      <a:pt x="440" y="540"/>
                    </a:lnTo>
                    <a:lnTo>
                      <a:pt x="442" y="540"/>
                    </a:lnTo>
                    <a:lnTo>
                      <a:pt x="446" y="540"/>
                    </a:lnTo>
                    <a:lnTo>
                      <a:pt x="446" y="544"/>
                    </a:lnTo>
                    <a:lnTo>
                      <a:pt x="450" y="544"/>
                    </a:lnTo>
                    <a:lnTo>
                      <a:pt x="450" y="548"/>
                    </a:lnTo>
                    <a:lnTo>
                      <a:pt x="450" y="548"/>
                    </a:lnTo>
                    <a:lnTo>
                      <a:pt x="450" y="548"/>
                    </a:lnTo>
                    <a:close/>
                    <a:moveTo>
                      <a:pt x="450" y="548"/>
                    </a:moveTo>
                    <a:lnTo>
                      <a:pt x="446" y="548"/>
                    </a:lnTo>
                    <a:lnTo>
                      <a:pt x="450" y="548"/>
                    </a:lnTo>
                    <a:lnTo>
                      <a:pt x="450" y="548"/>
                    </a:lnTo>
                    <a:lnTo>
                      <a:pt x="450" y="548"/>
                    </a:lnTo>
                    <a:close/>
                    <a:moveTo>
                      <a:pt x="312" y="548"/>
                    </a:moveTo>
                    <a:lnTo>
                      <a:pt x="316" y="548"/>
                    </a:lnTo>
                    <a:lnTo>
                      <a:pt x="312" y="548"/>
                    </a:lnTo>
                    <a:lnTo>
                      <a:pt x="312" y="548"/>
                    </a:lnTo>
                    <a:lnTo>
                      <a:pt x="312" y="548"/>
                    </a:lnTo>
                    <a:close/>
                    <a:moveTo>
                      <a:pt x="446" y="548"/>
                    </a:moveTo>
                    <a:lnTo>
                      <a:pt x="442" y="548"/>
                    </a:lnTo>
                    <a:lnTo>
                      <a:pt x="446" y="548"/>
                    </a:lnTo>
                    <a:lnTo>
                      <a:pt x="446" y="552"/>
                    </a:lnTo>
                    <a:lnTo>
                      <a:pt x="446" y="548"/>
                    </a:lnTo>
                    <a:lnTo>
                      <a:pt x="446" y="548"/>
                    </a:lnTo>
                    <a:lnTo>
                      <a:pt x="446" y="548"/>
                    </a:lnTo>
                    <a:close/>
                    <a:moveTo>
                      <a:pt x="442" y="556"/>
                    </a:moveTo>
                    <a:lnTo>
                      <a:pt x="442" y="552"/>
                    </a:lnTo>
                    <a:lnTo>
                      <a:pt x="446" y="552"/>
                    </a:lnTo>
                    <a:lnTo>
                      <a:pt x="442" y="556"/>
                    </a:lnTo>
                    <a:lnTo>
                      <a:pt x="442" y="556"/>
                    </a:lnTo>
                    <a:lnTo>
                      <a:pt x="442" y="556"/>
                    </a:lnTo>
                    <a:close/>
                    <a:moveTo>
                      <a:pt x="432" y="560"/>
                    </a:moveTo>
                    <a:lnTo>
                      <a:pt x="432" y="556"/>
                    </a:lnTo>
                    <a:lnTo>
                      <a:pt x="436" y="556"/>
                    </a:lnTo>
                    <a:lnTo>
                      <a:pt x="440" y="556"/>
                    </a:lnTo>
                    <a:lnTo>
                      <a:pt x="440" y="560"/>
                    </a:lnTo>
                    <a:lnTo>
                      <a:pt x="440" y="556"/>
                    </a:lnTo>
                    <a:lnTo>
                      <a:pt x="436" y="556"/>
                    </a:lnTo>
                    <a:lnTo>
                      <a:pt x="436" y="560"/>
                    </a:lnTo>
                    <a:lnTo>
                      <a:pt x="440" y="560"/>
                    </a:lnTo>
                    <a:lnTo>
                      <a:pt x="436" y="560"/>
                    </a:lnTo>
                    <a:lnTo>
                      <a:pt x="432" y="560"/>
                    </a:lnTo>
                    <a:lnTo>
                      <a:pt x="432" y="560"/>
                    </a:lnTo>
                    <a:lnTo>
                      <a:pt x="432" y="560"/>
                    </a:lnTo>
                    <a:close/>
                    <a:moveTo>
                      <a:pt x="436" y="564"/>
                    </a:moveTo>
                    <a:lnTo>
                      <a:pt x="432" y="564"/>
                    </a:lnTo>
                    <a:lnTo>
                      <a:pt x="436" y="560"/>
                    </a:lnTo>
                    <a:lnTo>
                      <a:pt x="436" y="564"/>
                    </a:lnTo>
                    <a:lnTo>
                      <a:pt x="436" y="564"/>
                    </a:lnTo>
                    <a:lnTo>
                      <a:pt x="436" y="564"/>
                    </a:lnTo>
                    <a:close/>
                    <a:moveTo>
                      <a:pt x="332" y="578"/>
                    </a:moveTo>
                    <a:lnTo>
                      <a:pt x="332" y="574"/>
                    </a:lnTo>
                    <a:lnTo>
                      <a:pt x="332" y="578"/>
                    </a:lnTo>
                    <a:lnTo>
                      <a:pt x="332" y="578"/>
                    </a:lnTo>
                    <a:lnTo>
                      <a:pt x="332" y="578"/>
                    </a:lnTo>
                    <a:close/>
                    <a:moveTo>
                      <a:pt x="436" y="582"/>
                    </a:moveTo>
                    <a:lnTo>
                      <a:pt x="436" y="578"/>
                    </a:lnTo>
                    <a:lnTo>
                      <a:pt x="436" y="582"/>
                    </a:lnTo>
                    <a:lnTo>
                      <a:pt x="436" y="582"/>
                    </a:lnTo>
                    <a:lnTo>
                      <a:pt x="436" y="582"/>
                    </a:lnTo>
                    <a:close/>
                    <a:moveTo>
                      <a:pt x="346" y="588"/>
                    </a:moveTo>
                    <a:lnTo>
                      <a:pt x="342" y="588"/>
                    </a:lnTo>
                    <a:lnTo>
                      <a:pt x="346" y="588"/>
                    </a:lnTo>
                    <a:lnTo>
                      <a:pt x="346" y="588"/>
                    </a:lnTo>
                    <a:lnTo>
                      <a:pt x="346" y="588"/>
                    </a:lnTo>
                    <a:close/>
                    <a:moveTo>
                      <a:pt x="350" y="596"/>
                    </a:moveTo>
                    <a:lnTo>
                      <a:pt x="354" y="596"/>
                    </a:lnTo>
                    <a:lnTo>
                      <a:pt x="350" y="596"/>
                    </a:lnTo>
                    <a:lnTo>
                      <a:pt x="346" y="596"/>
                    </a:lnTo>
                    <a:lnTo>
                      <a:pt x="350" y="596"/>
                    </a:lnTo>
                    <a:lnTo>
                      <a:pt x="350" y="596"/>
                    </a:lnTo>
                    <a:lnTo>
                      <a:pt x="350" y="596"/>
                    </a:lnTo>
                    <a:close/>
                    <a:moveTo>
                      <a:pt x="380" y="600"/>
                    </a:moveTo>
                    <a:lnTo>
                      <a:pt x="376" y="600"/>
                    </a:lnTo>
                    <a:lnTo>
                      <a:pt x="376" y="604"/>
                    </a:lnTo>
                    <a:lnTo>
                      <a:pt x="372" y="604"/>
                    </a:lnTo>
                    <a:lnTo>
                      <a:pt x="368" y="604"/>
                    </a:lnTo>
                    <a:lnTo>
                      <a:pt x="372" y="604"/>
                    </a:lnTo>
                    <a:lnTo>
                      <a:pt x="372" y="600"/>
                    </a:lnTo>
                    <a:lnTo>
                      <a:pt x="376" y="600"/>
                    </a:lnTo>
                    <a:lnTo>
                      <a:pt x="380" y="600"/>
                    </a:lnTo>
                    <a:lnTo>
                      <a:pt x="380" y="600"/>
                    </a:lnTo>
                    <a:lnTo>
                      <a:pt x="380" y="600"/>
                    </a:lnTo>
                    <a:close/>
                    <a:moveTo>
                      <a:pt x="424" y="600"/>
                    </a:moveTo>
                    <a:lnTo>
                      <a:pt x="428" y="600"/>
                    </a:lnTo>
                    <a:lnTo>
                      <a:pt x="424" y="600"/>
                    </a:lnTo>
                    <a:lnTo>
                      <a:pt x="424" y="600"/>
                    </a:lnTo>
                    <a:lnTo>
                      <a:pt x="424" y="600"/>
                    </a:lnTo>
                    <a:close/>
                    <a:moveTo>
                      <a:pt x="358" y="604"/>
                    </a:moveTo>
                    <a:lnTo>
                      <a:pt x="354" y="604"/>
                    </a:lnTo>
                    <a:lnTo>
                      <a:pt x="350" y="604"/>
                    </a:lnTo>
                    <a:lnTo>
                      <a:pt x="354" y="600"/>
                    </a:lnTo>
                    <a:lnTo>
                      <a:pt x="358" y="600"/>
                    </a:lnTo>
                    <a:lnTo>
                      <a:pt x="358" y="604"/>
                    </a:lnTo>
                    <a:lnTo>
                      <a:pt x="358" y="604"/>
                    </a:lnTo>
                    <a:lnTo>
                      <a:pt x="358" y="604"/>
                    </a:lnTo>
                    <a:close/>
                    <a:moveTo>
                      <a:pt x="384" y="604"/>
                    </a:moveTo>
                    <a:lnTo>
                      <a:pt x="380" y="604"/>
                    </a:lnTo>
                    <a:lnTo>
                      <a:pt x="380" y="608"/>
                    </a:lnTo>
                    <a:lnTo>
                      <a:pt x="380" y="604"/>
                    </a:lnTo>
                    <a:lnTo>
                      <a:pt x="384" y="604"/>
                    </a:lnTo>
                    <a:lnTo>
                      <a:pt x="384" y="604"/>
                    </a:lnTo>
                    <a:lnTo>
                      <a:pt x="384" y="604"/>
                    </a:lnTo>
                    <a:close/>
                    <a:moveTo>
                      <a:pt x="384" y="604"/>
                    </a:moveTo>
                    <a:lnTo>
                      <a:pt x="384" y="608"/>
                    </a:lnTo>
                    <a:lnTo>
                      <a:pt x="380" y="608"/>
                    </a:lnTo>
                    <a:lnTo>
                      <a:pt x="384" y="604"/>
                    </a:lnTo>
                    <a:lnTo>
                      <a:pt x="384" y="604"/>
                    </a:lnTo>
                    <a:lnTo>
                      <a:pt x="384" y="604"/>
                    </a:lnTo>
                    <a:close/>
                    <a:moveTo>
                      <a:pt x="394" y="612"/>
                    </a:moveTo>
                    <a:lnTo>
                      <a:pt x="394" y="614"/>
                    </a:lnTo>
                    <a:lnTo>
                      <a:pt x="392" y="614"/>
                    </a:lnTo>
                    <a:lnTo>
                      <a:pt x="392" y="612"/>
                    </a:lnTo>
                    <a:lnTo>
                      <a:pt x="394" y="612"/>
                    </a:lnTo>
                    <a:lnTo>
                      <a:pt x="394" y="612"/>
                    </a:lnTo>
                    <a:lnTo>
                      <a:pt x="394" y="612"/>
                    </a:lnTo>
                    <a:close/>
                    <a:moveTo>
                      <a:pt x="418" y="622"/>
                    </a:moveTo>
                    <a:lnTo>
                      <a:pt x="414" y="622"/>
                    </a:lnTo>
                    <a:lnTo>
                      <a:pt x="410" y="618"/>
                    </a:lnTo>
                    <a:lnTo>
                      <a:pt x="410" y="614"/>
                    </a:lnTo>
                    <a:lnTo>
                      <a:pt x="414" y="618"/>
                    </a:lnTo>
                    <a:lnTo>
                      <a:pt x="418" y="618"/>
                    </a:lnTo>
                    <a:lnTo>
                      <a:pt x="420" y="618"/>
                    </a:lnTo>
                    <a:lnTo>
                      <a:pt x="420" y="622"/>
                    </a:lnTo>
                    <a:lnTo>
                      <a:pt x="420" y="618"/>
                    </a:lnTo>
                    <a:lnTo>
                      <a:pt x="418" y="618"/>
                    </a:lnTo>
                    <a:lnTo>
                      <a:pt x="418" y="622"/>
                    </a:lnTo>
                    <a:lnTo>
                      <a:pt x="418" y="622"/>
                    </a:lnTo>
                    <a:lnTo>
                      <a:pt x="418" y="622"/>
                    </a:lnTo>
                    <a:close/>
                    <a:moveTo>
                      <a:pt x="406" y="614"/>
                    </a:moveTo>
                    <a:lnTo>
                      <a:pt x="406" y="618"/>
                    </a:lnTo>
                    <a:lnTo>
                      <a:pt x="410" y="618"/>
                    </a:lnTo>
                    <a:lnTo>
                      <a:pt x="406" y="618"/>
                    </a:lnTo>
                    <a:lnTo>
                      <a:pt x="406" y="614"/>
                    </a:lnTo>
                    <a:lnTo>
                      <a:pt x="406" y="614"/>
                    </a:lnTo>
                    <a:lnTo>
                      <a:pt x="406" y="614"/>
                    </a:lnTo>
                    <a:close/>
                    <a:moveTo>
                      <a:pt x="406" y="618"/>
                    </a:moveTo>
                    <a:lnTo>
                      <a:pt x="406" y="622"/>
                    </a:lnTo>
                    <a:lnTo>
                      <a:pt x="402" y="622"/>
                    </a:lnTo>
                    <a:lnTo>
                      <a:pt x="402" y="618"/>
                    </a:lnTo>
                    <a:lnTo>
                      <a:pt x="406" y="618"/>
                    </a:lnTo>
                    <a:lnTo>
                      <a:pt x="406" y="618"/>
                    </a:lnTo>
                    <a:lnTo>
                      <a:pt x="406" y="618"/>
                    </a:lnTo>
                    <a:close/>
                    <a:moveTo>
                      <a:pt x="418" y="622"/>
                    </a:moveTo>
                    <a:lnTo>
                      <a:pt x="418" y="618"/>
                    </a:lnTo>
                    <a:lnTo>
                      <a:pt x="420" y="618"/>
                    </a:lnTo>
                    <a:lnTo>
                      <a:pt x="418" y="622"/>
                    </a:lnTo>
                    <a:lnTo>
                      <a:pt x="418" y="622"/>
                    </a:lnTo>
                    <a:lnTo>
                      <a:pt x="418" y="622"/>
                    </a:lnTo>
                    <a:close/>
                    <a:moveTo>
                      <a:pt x="406" y="622"/>
                    </a:moveTo>
                    <a:lnTo>
                      <a:pt x="406" y="618"/>
                    </a:lnTo>
                    <a:lnTo>
                      <a:pt x="410" y="618"/>
                    </a:lnTo>
                    <a:lnTo>
                      <a:pt x="410" y="622"/>
                    </a:lnTo>
                    <a:lnTo>
                      <a:pt x="406" y="622"/>
                    </a:lnTo>
                    <a:lnTo>
                      <a:pt x="406" y="622"/>
                    </a:lnTo>
                    <a:lnTo>
                      <a:pt x="406" y="622"/>
                    </a:lnTo>
                    <a:close/>
                    <a:moveTo>
                      <a:pt x="410" y="626"/>
                    </a:moveTo>
                    <a:lnTo>
                      <a:pt x="410" y="622"/>
                    </a:lnTo>
                    <a:lnTo>
                      <a:pt x="414" y="622"/>
                    </a:lnTo>
                    <a:lnTo>
                      <a:pt x="414" y="626"/>
                    </a:lnTo>
                    <a:lnTo>
                      <a:pt x="410" y="626"/>
                    </a:lnTo>
                    <a:lnTo>
                      <a:pt x="410" y="626"/>
                    </a:lnTo>
                    <a:lnTo>
                      <a:pt x="410" y="626"/>
                    </a:lnTo>
                    <a:close/>
                    <a:moveTo>
                      <a:pt x="312" y="414"/>
                    </a:moveTo>
                    <a:lnTo>
                      <a:pt x="312" y="410"/>
                    </a:lnTo>
                    <a:lnTo>
                      <a:pt x="316" y="410"/>
                    </a:lnTo>
                    <a:lnTo>
                      <a:pt x="312" y="410"/>
                    </a:lnTo>
                    <a:lnTo>
                      <a:pt x="308" y="410"/>
                    </a:lnTo>
                    <a:lnTo>
                      <a:pt x="308" y="414"/>
                    </a:lnTo>
                    <a:lnTo>
                      <a:pt x="308" y="410"/>
                    </a:lnTo>
                    <a:lnTo>
                      <a:pt x="306" y="410"/>
                    </a:lnTo>
                    <a:lnTo>
                      <a:pt x="308" y="410"/>
                    </a:lnTo>
                    <a:lnTo>
                      <a:pt x="312" y="406"/>
                    </a:lnTo>
                    <a:lnTo>
                      <a:pt x="308" y="406"/>
                    </a:lnTo>
                    <a:lnTo>
                      <a:pt x="308" y="402"/>
                    </a:lnTo>
                    <a:lnTo>
                      <a:pt x="312" y="402"/>
                    </a:lnTo>
                    <a:lnTo>
                      <a:pt x="312" y="406"/>
                    </a:lnTo>
                    <a:lnTo>
                      <a:pt x="312" y="402"/>
                    </a:lnTo>
                    <a:lnTo>
                      <a:pt x="316" y="402"/>
                    </a:lnTo>
                    <a:lnTo>
                      <a:pt x="316" y="406"/>
                    </a:lnTo>
                    <a:lnTo>
                      <a:pt x="320" y="406"/>
                    </a:lnTo>
                    <a:lnTo>
                      <a:pt x="316" y="406"/>
                    </a:lnTo>
                    <a:lnTo>
                      <a:pt x="320" y="406"/>
                    </a:lnTo>
                    <a:lnTo>
                      <a:pt x="320" y="402"/>
                    </a:lnTo>
                    <a:lnTo>
                      <a:pt x="320" y="406"/>
                    </a:lnTo>
                    <a:lnTo>
                      <a:pt x="324" y="406"/>
                    </a:lnTo>
                    <a:lnTo>
                      <a:pt x="324" y="402"/>
                    </a:lnTo>
                    <a:lnTo>
                      <a:pt x="320" y="402"/>
                    </a:lnTo>
                    <a:lnTo>
                      <a:pt x="316" y="402"/>
                    </a:lnTo>
                    <a:lnTo>
                      <a:pt x="320" y="402"/>
                    </a:lnTo>
                    <a:lnTo>
                      <a:pt x="324" y="402"/>
                    </a:lnTo>
                    <a:lnTo>
                      <a:pt x="324" y="398"/>
                    </a:lnTo>
                    <a:lnTo>
                      <a:pt x="320" y="398"/>
                    </a:lnTo>
                    <a:lnTo>
                      <a:pt x="316" y="398"/>
                    </a:lnTo>
                    <a:lnTo>
                      <a:pt x="320" y="398"/>
                    </a:lnTo>
                    <a:lnTo>
                      <a:pt x="320" y="396"/>
                    </a:lnTo>
                    <a:lnTo>
                      <a:pt x="316" y="396"/>
                    </a:lnTo>
                    <a:lnTo>
                      <a:pt x="316" y="398"/>
                    </a:lnTo>
                    <a:lnTo>
                      <a:pt x="312" y="402"/>
                    </a:lnTo>
                    <a:lnTo>
                      <a:pt x="308" y="402"/>
                    </a:lnTo>
                    <a:lnTo>
                      <a:pt x="308" y="398"/>
                    </a:lnTo>
                    <a:lnTo>
                      <a:pt x="312" y="398"/>
                    </a:lnTo>
                    <a:lnTo>
                      <a:pt x="312" y="396"/>
                    </a:lnTo>
                    <a:lnTo>
                      <a:pt x="316" y="392"/>
                    </a:lnTo>
                    <a:lnTo>
                      <a:pt x="320" y="392"/>
                    </a:lnTo>
                    <a:lnTo>
                      <a:pt x="316" y="392"/>
                    </a:lnTo>
                    <a:lnTo>
                      <a:pt x="312" y="392"/>
                    </a:lnTo>
                    <a:lnTo>
                      <a:pt x="312" y="388"/>
                    </a:lnTo>
                    <a:lnTo>
                      <a:pt x="316" y="388"/>
                    </a:lnTo>
                    <a:lnTo>
                      <a:pt x="316" y="392"/>
                    </a:lnTo>
                    <a:lnTo>
                      <a:pt x="320" y="392"/>
                    </a:lnTo>
                    <a:lnTo>
                      <a:pt x="320" y="388"/>
                    </a:lnTo>
                    <a:lnTo>
                      <a:pt x="316" y="388"/>
                    </a:lnTo>
                    <a:lnTo>
                      <a:pt x="312" y="388"/>
                    </a:lnTo>
                    <a:lnTo>
                      <a:pt x="316" y="388"/>
                    </a:lnTo>
                    <a:lnTo>
                      <a:pt x="316" y="384"/>
                    </a:lnTo>
                    <a:lnTo>
                      <a:pt x="320" y="388"/>
                    </a:lnTo>
                    <a:lnTo>
                      <a:pt x="324" y="388"/>
                    </a:lnTo>
                    <a:lnTo>
                      <a:pt x="320" y="384"/>
                    </a:lnTo>
                    <a:lnTo>
                      <a:pt x="316" y="384"/>
                    </a:lnTo>
                    <a:lnTo>
                      <a:pt x="316" y="380"/>
                    </a:lnTo>
                    <a:lnTo>
                      <a:pt x="320" y="380"/>
                    </a:lnTo>
                    <a:lnTo>
                      <a:pt x="316" y="380"/>
                    </a:lnTo>
                    <a:lnTo>
                      <a:pt x="312" y="380"/>
                    </a:lnTo>
                    <a:lnTo>
                      <a:pt x="308" y="380"/>
                    </a:lnTo>
                    <a:lnTo>
                      <a:pt x="306" y="380"/>
                    </a:lnTo>
                    <a:lnTo>
                      <a:pt x="308" y="380"/>
                    </a:lnTo>
                    <a:lnTo>
                      <a:pt x="312" y="380"/>
                    </a:lnTo>
                    <a:lnTo>
                      <a:pt x="308" y="376"/>
                    </a:lnTo>
                    <a:lnTo>
                      <a:pt x="306" y="376"/>
                    </a:lnTo>
                    <a:lnTo>
                      <a:pt x="306" y="380"/>
                    </a:lnTo>
                    <a:lnTo>
                      <a:pt x="302" y="380"/>
                    </a:lnTo>
                    <a:lnTo>
                      <a:pt x="298" y="380"/>
                    </a:lnTo>
                    <a:lnTo>
                      <a:pt x="294" y="380"/>
                    </a:lnTo>
                    <a:lnTo>
                      <a:pt x="290" y="380"/>
                    </a:lnTo>
                    <a:lnTo>
                      <a:pt x="290" y="376"/>
                    </a:lnTo>
                    <a:lnTo>
                      <a:pt x="286" y="376"/>
                    </a:lnTo>
                    <a:lnTo>
                      <a:pt x="286" y="372"/>
                    </a:lnTo>
                    <a:lnTo>
                      <a:pt x="282" y="372"/>
                    </a:lnTo>
                    <a:lnTo>
                      <a:pt x="278" y="372"/>
                    </a:lnTo>
                    <a:lnTo>
                      <a:pt x="276" y="370"/>
                    </a:lnTo>
                    <a:lnTo>
                      <a:pt x="272" y="370"/>
                    </a:lnTo>
                    <a:lnTo>
                      <a:pt x="268" y="370"/>
                    </a:lnTo>
                    <a:lnTo>
                      <a:pt x="264" y="370"/>
                    </a:lnTo>
                    <a:lnTo>
                      <a:pt x="264" y="366"/>
                    </a:lnTo>
                    <a:lnTo>
                      <a:pt x="260" y="362"/>
                    </a:lnTo>
                    <a:lnTo>
                      <a:pt x="264" y="362"/>
                    </a:lnTo>
                    <a:lnTo>
                      <a:pt x="264" y="358"/>
                    </a:lnTo>
                    <a:lnTo>
                      <a:pt x="268" y="358"/>
                    </a:lnTo>
                    <a:lnTo>
                      <a:pt x="272" y="358"/>
                    </a:lnTo>
                    <a:lnTo>
                      <a:pt x="276" y="362"/>
                    </a:lnTo>
                    <a:lnTo>
                      <a:pt x="278" y="362"/>
                    </a:lnTo>
                    <a:lnTo>
                      <a:pt x="282" y="362"/>
                    </a:lnTo>
                    <a:lnTo>
                      <a:pt x="286" y="362"/>
                    </a:lnTo>
                    <a:lnTo>
                      <a:pt x="290" y="362"/>
                    </a:lnTo>
                    <a:lnTo>
                      <a:pt x="294" y="366"/>
                    </a:lnTo>
                    <a:lnTo>
                      <a:pt x="298" y="366"/>
                    </a:lnTo>
                    <a:lnTo>
                      <a:pt x="302" y="370"/>
                    </a:lnTo>
                    <a:lnTo>
                      <a:pt x="306" y="370"/>
                    </a:lnTo>
                    <a:lnTo>
                      <a:pt x="308" y="370"/>
                    </a:lnTo>
                    <a:lnTo>
                      <a:pt x="312" y="370"/>
                    </a:lnTo>
                    <a:lnTo>
                      <a:pt x="312" y="372"/>
                    </a:lnTo>
                    <a:lnTo>
                      <a:pt x="316" y="372"/>
                    </a:lnTo>
                    <a:lnTo>
                      <a:pt x="316" y="370"/>
                    </a:lnTo>
                    <a:lnTo>
                      <a:pt x="316" y="366"/>
                    </a:lnTo>
                    <a:lnTo>
                      <a:pt x="316" y="370"/>
                    </a:lnTo>
                    <a:lnTo>
                      <a:pt x="312" y="370"/>
                    </a:lnTo>
                    <a:lnTo>
                      <a:pt x="308" y="370"/>
                    </a:lnTo>
                    <a:lnTo>
                      <a:pt x="312" y="370"/>
                    </a:lnTo>
                    <a:lnTo>
                      <a:pt x="308" y="366"/>
                    </a:lnTo>
                    <a:lnTo>
                      <a:pt x="306" y="366"/>
                    </a:lnTo>
                    <a:lnTo>
                      <a:pt x="308" y="366"/>
                    </a:lnTo>
                    <a:lnTo>
                      <a:pt x="312" y="366"/>
                    </a:lnTo>
                    <a:lnTo>
                      <a:pt x="312" y="362"/>
                    </a:lnTo>
                    <a:lnTo>
                      <a:pt x="312" y="366"/>
                    </a:lnTo>
                    <a:lnTo>
                      <a:pt x="316" y="366"/>
                    </a:lnTo>
                    <a:lnTo>
                      <a:pt x="312" y="362"/>
                    </a:lnTo>
                    <a:lnTo>
                      <a:pt x="308" y="362"/>
                    </a:lnTo>
                    <a:lnTo>
                      <a:pt x="306" y="362"/>
                    </a:lnTo>
                    <a:lnTo>
                      <a:pt x="306" y="358"/>
                    </a:lnTo>
                    <a:lnTo>
                      <a:pt x="308" y="358"/>
                    </a:lnTo>
                    <a:lnTo>
                      <a:pt x="312" y="362"/>
                    </a:lnTo>
                    <a:lnTo>
                      <a:pt x="316" y="362"/>
                    </a:lnTo>
                    <a:lnTo>
                      <a:pt x="312" y="362"/>
                    </a:lnTo>
                    <a:lnTo>
                      <a:pt x="312" y="358"/>
                    </a:lnTo>
                    <a:lnTo>
                      <a:pt x="308" y="358"/>
                    </a:lnTo>
                    <a:lnTo>
                      <a:pt x="306" y="358"/>
                    </a:lnTo>
                    <a:lnTo>
                      <a:pt x="302" y="358"/>
                    </a:lnTo>
                    <a:lnTo>
                      <a:pt x="302" y="354"/>
                    </a:lnTo>
                    <a:lnTo>
                      <a:pt x="298" y="354"/>
                    </a:lnTo>
                    <a:lnTo>
                      <a:pt x="302" y="354"/>
                    </a:lnTo>
                    <a:lnTo>
                      <a:pt x="306" y="354"/>
                    </a:lnTo>
                    <a:lnTo>
                      <a:pt x="308" y="354"/>
                    </a:lnTo>
                    <a:lnTo>
                      <a:pt x="312" y="354"/>
                    </a:lnTo>
                    <a:lnTo>
                      <a:pt x="308" y="354"/>
                    </a:lnTo>
                    <a:lnTo>
                      <a:pt x="306" y="354"/>
                    </a:lnTo>
                    <a:lnTo>
                      <a:pt x="306" y="350"/>
                    </a:lnTo>
                    <a:lnTo>
                      <a:pt x="308" y="350"/>
                    </a:lnTo>
                    <a:lnTo>
                      <a:pt x="306" y="350"/>
                    </a:lnTo>
                    <a:lnTo>
                      <a:pt x="302" y="350"/>
                    </a:lnTo>
                    <a:lnTo>
                      <a:pt x="298" y="350"/>
                    </a:lnTo>
                    <a:lnTo>
                      <a:pt x="294" y="350"/>
                    </a:lnTo>
                    <a:lnTo>
                      <a:pt x="298" y="350"/>
                    </a:lnTo>
                    <a:lnTo>
                      <a:pt x="298" y="346"/>
                    </a:lnTo>
                    <a:lnTo>
                      <a:pt x="302" y="346"/>
                    </a:lnTo>
                    <a:lnTo>
                      <a:pt x="298" y="346"/>
                    </a:lnTo>
                    <a:lnTo>
                      <a:pt x="294" y="346"/>
                    </a:lnTo>
                    <a:lnTo>
                      <a:pt x="294" y="350"/>
                    </a:lnTo>
                    <a:lnTo>
                      <a:pt x="290" y="350"/>
                    </a:lnTo>
                    <a:lnTo>
                      <a:pt x="290" y="346"/>
                    </a:lnTo>
                    <a:lnTo>
                      <a:pt x="294" y="346"/>
                    </a:lnTo>
                    <a:lnTo>
                      <a:pt x="294" y="342"/>
                    </a:lnTo>
                    <a:lnTo>
                      <a:pt x="298" y="342"/>
                    </a:lnTo>
                    <a:lnTo>
                      <a:pt x="302" y="342"/>
                    </a:lnTo>
                    <a:lnTo>
                      <a:pt x="306" y="342"/>
                    </a:lnTo>
                    <a:lnTo>
                      <a:pt x="302" y="342"/>
                    </a:lnTo>
                    <a:lnTo>
                      <a:pt x="298" y="342"/>
                    </a:lnTo>
                    <a:lnTo>
                      <a:pt x="294" y="342"/>
                    </a:lnTo>
                    <a:lnTo>
                      <a:pt x="290" y="342"/>
                    </a:lnTo>
                    <a:lnTo>
                      <a:pt x="286" y="342"/>
                    </a:lnTo>
                    <a:lnTo>
                      <a:pt x="282" y="342"/>
                    </a:lnTo>
                    <a:lnTo>
                      <a:pt x="286" y="342"/>
                    </a:lnTo>
                    <a:lnTo>
                      <a:pt x="286" y="340"/>
                    </a:lnTo>
                    <a:lnTo>
                      <a:pt x="290" y="340"/>
                    </a:lnTo>
                    <a:lnTo>
                      <a:pt x="294" y="340"/>
                    </a:lnTo>
                    <a:lnTo>
                      <a:pt x="298" y="340"/>
                    </a:lnTo>
                    <a:lnTo>
                      <a:pt x="302" y="340"/>
                    </a:lnTo>
                    <a:lnTo>
                      <a:pt x="302" y="336"/>
                    </a:lnTo>
                    <a:lnTo>
                      <a:pt x="298" y="336"/>
                    </a:lnTo>
                    <a:lnTo>
                      <a:pt x="298" y="340"/>
                    </a:lnTo>
                    <a:lnTo>
                      <a:pt x="294" y="340"/>
                    </a:lnTo>
                    <a:lnTo>
                      <a:pt x="290" y="340"/>
                    </a:lnTo>
                    <a:lnTo>
                      <a:pt x="286" y="340"/>
                    </a:lnTo>
                    <a:lnTo>
                      <a:pt x="286" y="336"/>
                    </a:lnTo>
                    <a:lnTo>
                      <a:pt x="282" y="336"/>
                    </a:lnTo>
                    <a:lnTo>
                      <a:pt x="278" y="336"/>
                    </a:lnTo>
                    <a:lnTo>
                      <a:pt x="282" y="336"/>
                    </a:lnTo>
                    <a:lnTo>
                      <a:pt x="282" y="332"/>
                    </a:lnTo>
                    <a:lnTo>
                      <a:pt x="286" y="328"/>
                    </a:lnTo>
                    <a:lnTo>
                      <a:pt x="282" y="332"/>
                    </a:lnTo>
                    <a:lnTo>
                      <a:pt x="278" y="332"/>
                    </a:lnTo>
                    <a:lnTo>
                      <a:pt x="276" y="332"/>
                    </a:lnTo>
                    <a:lnTo>
                      <a:pt x="276" y="328"/>
                    </a:lnTo>
                    <a:lnTo>
                      <a:pt x="276" y="324"/>
                    </a:lnTo>
                    <a:lnTo>
                      <a:pt x="272" y="324"/>
                    </a:lnTo>
                    <a:lnTo>
                      <a:pt x="272" y="320"/>
                    </a:lnTo>
                    <a:lnTo>
                      <a:pt x="276" y="320"/>
                    </a:lnTo>
                    <a:lnTo>
                      <a:pt x="272" y="320"/>
                    </a:lnTo>
                    <a:lnTo>
                      <a:pt x="268" y="320"/>
                    </a:lnTo>
                    <a:lnTo>
                      <a:pt x="272" y="324"/>
                    </a:lnTo>
                    <a:lnTo>
                      <a:pt x="272" y="328"/>
                    </a:lnTo>
                    <a:lnTo>
                      <a:pt x="276" y="328"/>
                    </a:lnTo>
                    <a:lnTo>
                      <a:pt x="276" y="332"/>
                    </a:lnTo>
                    <a:lnTo>
                      <a:pt x="276" y="336"/>
                    </a:lnTo>
                    <a:lnTo>
                      <a:pt x="272" y="336"/>
                    </a:lnTo>
                    <a:lnTo>
                      <a:pt x="268" y="336"/>
                    </a:lnTo>
                    <a:lnTo>
                      <a:pt x="272" y="336"/>
                    </a:lnTo>
                    <a:lnTo>
                      <a:pt x="272" y="340"/>
                    </a:lnTo>
                    <a:lnTo>
                      <a:pt x="268" y="340"/>
                    </a:lnTo>
                    <a:lnTo>
                      <a:pt x="268" y="336"/>
                    </a:lnTo>
                    <a:lnTo>
                      <a:pt x="268" y="340"/>
                    </a:lnTo>
                    <a:lnTo>
                      <a:pt x="272" y="340"/>
                    </a:lnTo>
                    <a:lnTo>
                      <a:pt x="272" y="342"/>
                    </a:lnTo>
                    <a:lnTo>
                      <a:pt x="268" y="342"/>
                    </a:lnTo>
                    <a:lnTo>
                      <a:pt x="264" y="342"/>
                    </a:lnTo>
                    <a:lnTo>
                      <a:pt x="264" y="346"/>
                    </a:lnTo>
                    <a:lnTo>
                      <a:pt x="260" y="346"/>
                    </a:lnTo>
                    <a:lnTo>
                      <a:pt x="256" y="346"/>
                    </a:lnTo>
                    <a:lnTo>
                      <a:pt x="252" y="342"/>
                    </a:lnTo>
                    <a:lnTo>
                      <a:pt x="250" y="342"/>
                    </a:lnTo>
                    <a:lnTo>
                      <a:pt x="252" y="342"/>
                    </a:lnTo>
                    <a:lnTo>
                      <a:pt x="250" y="342"/>
                    </a:lnTo>
                    <a:lnTo>
                      <a:pt x="246" y="342"/>
                    </a:lnTo>
                    <a:lnTo>
                      <a:pt x="246" y="340"/>
                    </a:lnTo>
                    <a:lnTo>
                      <a:pt x="242" y="336"/>
                    </a:lnTo>
                    <a:lnTo>
                      <a:pt x="246" y="336"/>
                    </a:lnTo>
                    <a:lnTo>
                      <a:pt x="250" y="336"/>
                    </a:lnTo>
                    <a:lnTo>
                      <a:pt x="250" y="332"/>
                    </a:lnTo>
                    <a:lnTo>
                      <a:pt x="252" y="332"/>
                    </a:lnTo>
                    <a:lnTo>
                      <a:pt x="256" y="332"/>
                    </a:lnTo>
                    <a:lnTo>
                      <a:pt x="260" y="328"/>
                    </a:lnTo>
                    <a:lnTo>
                      <a:pt x="260" y="324"/>
                    </a:lnTo>
                    <a:lnTo>
                      <a:pt x="264" y="324"/>
                    </a:lnTo>
                    <a:lnTo>
                      <a:pt x="260" y="324"/>
                    </a:lnTo>
                    <a:lnTo>
                      <a:pt x="260" y="328"/>
                    </a:lnTo>
                    <a:lnTo>
                      <a:pt x="256" y="328"/>
                    </a:lnTo>
                    <a:lnTo>
                      <a:pt x="256" y="332"/>
                    </a:lnTo>
                    <a:lnTo>
                      <a:pt x="252" y="332"/>
                    </a:lnTo>
                    <a:lnTo>
                      <a:pt x="250" y="332"/>
                    </a:lnTo>
                    <a:lnTo>
                      <a:pt x="250" y="328"/>
                    </a:lnTo>
                    <a:lnTo>
                      <a:pt x="246" y="328"/>
                    </a:lnTo>
                    <a:lnTo>
                      <a:pt x="250" y="328"/>
                    </a:lnTo>
                    <a:lnTo>
                      <a:pt x="250" y="324"/>
                    </a:lnTo>
                    <a:lnTo>
                      <a:pt x="256" y="320"/>
                    </a:lnTo>
                    <a:lnTo>
                      <a:pt x="252" y="320"/>
                    </a:lnTo>
                    <a:lnTo>
                      <a:pt x="256" y="320"/>
                    </a:lnTo>
                    <a:lnTo>
                      <a:pt x="256" y="316"/>
                    </a:lnTo>
                    <a:lnTo>
                      <a:pt x="252" y="316"/>
                    </a:lnTo>
                    <a:lnTo>
                      <a:pt x="256" y="316"/>
                    </a:lnTo>
                    <a:lnTo>
                      <a:pt x="252" y="316"/>
                    </a:lnTo>
                    <a:lnTo>
                      <a:pt x="250" y="320"/>
                    </a:lnTo>
                    <a:lnTo>
                      <a:pt x="250" y="316"/>
                    </a:lnTo>
                    <a:lnTo>
                      <a:pt x="246" y="316"/>
                    </a:lnTo>
                    <a:lnTo>
                      <a:pt x="246" y="314"/>
                    </a:lnTo>
                    <a:lnTo>
                      <a:pt x="250" y="314"/>
                    </a:lnTo>
                    <a:lnTo>
                      <a:pt x="250" y="316"/>
                    </a:lnTo>
                    <a:lnTo>
                      <a:pt x="252" y="316"/>
                    </a:lnTo>
                    <a:lnTo>
                      <a:pt x="260" y="316"/>
                    </a:lnTo>
                    <a:lnTo>
                      <a:pt x="264" y="316"/>
                    </a:lnTo>
                    <a:lnTo>
                      <a:pt x="260" y="316"/>
                    </a:lnTo>
                    <a:lnTo>
                      <a:pt x="256" y="316"/>
                    </a:lnTo>
                    <a:lnTo>
                      <a:pt x="256" y="314"/>
                    </a:lnTo>
                    <a:lnTo>
                      <a:pt x="252" y="316"/>
                    </a:lnTo>
                    <a:lnTo>
                      <a:pt x="252" y="314"/>
                    </a:lnTo>
                    <a:lnTo>
                      <a:pt x="256" y="314"/>
                    </a:lnTo>
                    <a:lnTo>
                      <a:pt x="260" y="314"/>
                    </a:lnTo>
                    <a:lnTo>
                      <a:pt x="256" y="314"/>
                    </a:lnTo>
                    <a:lnTo>
                      <a:pt x="256" y="310"/>
                    </a:lnTo>
                    <a:lnTo>
                      <a:pt x="260" y="310"/>
                    </a:lnTo>
                    <a:lnTo>
                      <a:pt x="256" y="310"/>
                    </a:lnTo>
                    <a:lnTo>
                      <a:pt x="256" y="306"/>
                    </a:lnTo>
                    <a:lnTo>
                      <a:pt x="260" y="306"/>
                    </a:lnTo>
                    <a:lnTo>
                      <a:pt x="256" y="306"/>
                    </a:lnTo>
                    <a:lnTo>
                      <a:pt x="256" y="302"/>
                    </a:lnTo>
                    <a:lnTo>
                      <a:pt x="252" y="302"/>
                    </a:lnTo>
                    <a:lnTo>
                      <a:pt x="250" y="302"/>
                    </a:lnTo>
                    <a:lnTo>
                      <a:pt x="246" y="302"/>
                    </a:lnTo>
                    <a:lnTo>
                      <a:pt x="246" y="298"/>
                    </a:lnTo>
                    <a:lnTo>
                      <a:pt x="250" y="298"/>
                    </a:lnTo>
                    <a:lnTo>
                      <a:pt x="252" y="298"/>
                    </a:lnTo>
                    <a:lnTo>
                      <a:pt x="250" y="294"/>
                    </a:lnTo>
                    <a:lnTo>
                      <a:pt x="250" y="290"/>
                    </a:lnTo>
                    <a:lnTo>
                      <a:pt x="252" y="290"/>
                    </a:lnTo>
                    <a:lnTo>
                      <a:pt x="252" y="294"/>
                    </a:lnTo>
                    <a:lnTo>
                      <a:pt x="252" y="290"/>
                    </a:lnTo>
                    <a:lnTo>
                      <a:pt x="250" y="290"/>
                    </a:lnTo>
                    <a:lnTo>
                      <a:pt x="246" y="290"/>
                    </a:lnTo>
                    <a:lnTo>
                      <a:pt x="246" y="286"/>
                    </a:lnTo>
                    <a:lnTo>
                      <a:pt x="242" y="286"/>
                    </a:lnTo>
                    <a:lnTo>
                      <a:pt x="238" y="286"/>
                    </a:lnTo>
                    <a:lnTo>
                      <a:pt x="238" y="284"/>
                    </a:lnTo>
                    <a:lnTo>
                      <a:pt x="242" y="284"/>
                    </a:lnTo>
                    <a:lnTo>
                      <a:pt x="238" y="284"/>
                    </a:lnTo>
                    <a:lnTo>
                      <a:pt x="242" y="284"/>
                    </a:lnTo>
                    <a:lnTo>
                      <a:pt x="246" y="284"/>
                    </a:lnTo>
                    <a:lnTo>
                      <a:pt x="242" y="284"/>
                    </a:lnTo>
                    <a:lnTo>
                      <a:pt x="242" y="280"/>
                    </a:lnTo>
                    <a:lnTo>
                      <a:pt x="246" y="280"/>
                    </a:lnTo>
                    <a:lnTo>
                      <a:pt x="242" y="280"/>
                    </a:lnTo>
                    <a:lnTo>
                      <a:pt x="242" y="276"/>
                    </a:lnTo>
                    <a:lnTo>
                      <a:pt x="238" y="276"/>
                    </a:lnTo>
                    <a:lnTo>
                      <a:pt x="242" y="276"/>
                    </a:lnTo>
                    <a:lnTo>
                      <a:pt x="238" y="276"/>
                    </a:lnTo>
                    <a:lnTo>
                      <a:pt x="234" y="276"/>
                    </a:lnTo>
                    <a:lnTo>
                      <a:pt x="234" y="272"/>
                    </a:lnTo>
                    <a:lnTo>
                      <a:pt x="238" y="272"/>
                    </a:lnTo>
                    <a:lnTo>
                      <a:pt x="238" y="268"/>
                    </a:lnTo>
                    <a:lnTo>
                      <a:pt x="234" y="268"/>
                    </a:lnTo>
                    <a:lnTo>
                      <a:pt x="230" y="272"/>
                    </a:lnTo>
                    <a:lnTo>
                      <a:pt x="226" y="272"/>
                    </a:lnTo>
                    <a:lnTo>
                      <a:pt x="222" y="272"/>
                    </a:lnTo>
                    <a:lnTo>
                      <a:pt x="220" y="272"/>
                    </a:lnTo>
                    <a:lnTo>
                      <a:pt x="222" y="272"/>
                    </a:lnTo>
                    <a:lnTo>
                      <a:pt x="226" y="272"/>
                    </a:lnTo>
                    <a:lnTo>
                      <a:pt x="230" y="272"/>
                    </a:lnTo>
                    <a:lnTo>
                      <a:pt x="230" y="268"/>
                    </a:lnTo>
                    <a:lnTo>
                      <a:pt x="234" y="268"/>
                    </a:lnTo>
                    <a:lnTo>
                      <a:pt x="230" y="268"/>
                    </a:lnTo>
                    <a:lnTo>
                      <a:pt x="230" y="264"/>
                    </a:lnTo>
                    <a:lnTo>
                      <a:pt x="234" y="264"/>
                    </a:lnTo>
                    <a:lnTo>
                      <a:pt x="238" y="264"/>
                    </a:lnTo>
                    <a:lnTo>
                      <a:pt x="234" y="264"/>
                    </a:lnTo>
                    <a:lnTo>
                      <a:pt x="230" y="264"/>
                    </a:lnTo>
                    <a:lnTo>
                      <a:pt x="226" y="264"/>
                    </a:lnTo>
                    <a:lnTo>
                      <a:pt x="230" y="264"/>
                    </a:lnTo>
                    <a:lnTo>
                      <a:pt x="234" y="264"/>
                    </a:lnTo>
                    <a:lnTo>
                      <a:pt x="238" y="260"/>
                    </a:lnTo>
                    <a:lnTo>
                      <a:pt x="234" y="260"/>
                    </a:lnTo>
                    <a:lnTo>
                      <a:pt x="230" y="260"/>
                    </a:lnTo>
                    <a:lnTo>
                      <a:pt x="230" y="256"/>
                    </a:lnTo>
                    <a:lnTo>
                      <a:pt x="226" y="256"/>
                    </a:lnTo>
                    <a:lnTo>
                      <a:pt x="222" y="256"/>
                    </a:lnTo>
                    <a:lnTo>
                      <a:pt x="222" y="254"/>
                    </a:lnTo>
                    <a:lnTo>
                      <a:pt x="226" y="254"/>
                    </a:lnTo>
                    <a:lnTo>
                      <a:pt x="226" y="250"/>
                    </a:lnTo>
                    <a:lnTo>
                      <a:pt x="222" y="250"/>
                    </a:lnTo>
                    <a:lnTo>
                      <a:pt x="220" y="250"/>
                    </a:lnTo>
                    <a:lnTo>
                      <a:pt x="216" y="250"/>
                    </a:lnTo>
                    <a:lnTo>
                      <a:pt x="212" y="250"/>
                    </a:lnTo>
                    <a:lnTo>
                      <a:pt x="212" y="246"/>
                    </a:lnTo>
                    <a:lnTo>
                      <a:pt x="208" y="246"/>
                    </a:lnTo>
                    <a:lnTo>
                      <a:pt x="212" y="246"/>
                    </a:lnTo>
                    <a:lnTo>
                      <a:pt x="212" y="242"/>
                    </a:lnTo>
                    <a:lnTo>
                      <a:pt x="208" y="242"/>
                    </a:lnTo>
                    <a:lnTo>
                      <a:pt x="208" y="238"/>
                    </a:lnTo>
                    <a:lnTo>
                      <a:pt x="204" y="238"/>
                    </a:lnTo>
                    <a:lnTo>
                      <a:pt x="200" y="238"/>
                    </a:lnTo>
                    <a:lnTo>
                      <a:pt x="204" y="238"/>
                    </a:lnTo>
                    <a:lnTo>
                      <a:pt x="208" y="238"/>
                    </a:lnTo>
                    <a:lnTo>
                      <a:pt x="208" y="234"/>
                    </a:lnTo>
                    <a:lnTo>
                      <a:pt x="204" y="234"/>
                    </a:lnTo>
                    <a:lnTo>
                      <a:pt x="204" y="230"/>
                    </a:lnTo>
                    <a:lnTo>
                      <a:pt x="208" y="230"/>
                    </a:lnTo>
                    <a:lnTo>
                      <a:pt x="204" y="230"/>
                    </a:lnTo>
                    <a:lnTo>
                      <a:pt x="204" y="228"/>
                    </a:lnTo>
                    <a:lnTo>
                      <a:pt x="200" y="228"/>
                    </a:lnTo>
                    <a:lnTo>
                      <a:pt x="200" y="230"/>
                    </a:lnTo>
                    <a:lnTo>
                      <a:pt x="196" y="230"/>
                    </a:lnTo>
                    <a:lnTo>
                      <a:pt x="194" y="228"/>
                    </a:lnTo>
                    <a:lnTo>
                      <a:pt x="196" y="228"/>
                    </a:lnTo>
                    <a:lnTo>
                      <a:pt x="196" y="224"/>
                    </a:lnTo>
                    <a:lnTo>
                      <a:pt x="194" y="224"/>
                    </a:lnTo>
                    <a:lnTo>
                      <a:pt x="190" y="224"/>
                    </a:lnTo>
                    <a:lnTo>
                      <a:pt x="190" y="228"/>
                    </a:lnTo>
                    <a:lnTo>
                      <a:pt x="186" y="228"/>
                    </a:lnTo>
                    <a:lnTo>
                      <a:pt x="186" y="224"/>
                    </a:lnTo>
                    <a:lnTo>
                      <a:pt x="190" y="224"/>
                    </a:lnTo>
                    <a:lnTo>
                      <a:pt x="186" y="224"/>
                    </a:lnTo>
                    <a:lnTo>
                      <a:pt x="182" y="224"/>
                    </a:lnTo>
                    <a:lnTo>
                      <a:pt x="182" y="220"/>
                    </a:lnTo>
                    <a:lnTo>
                      <a:pt x="178" y="220"/>
                    </a:lnTo>
                    <a:lnTo>
                      <a:pt x="174" y="220"/>
                    </a:lnTo>
                    <a:lnTo>
                      <a:pt x="170" y="220"/>
                    </a:lnTo>
                    <a:lnTo>
                      <a:pt x="170" y="216"/>
                    </a:lnTo>
                    <a:lnTo>
                      <a:pt x="164" y="216"/>
                    </a:lnTo>
                    <a:lnTo>
                      <a:pt x="160" y="216"/>
                    </a:lnTo>
                    <a:lnTo>
                      <a:pt x="156" y="216"/>
                    </a:lnTo>
                    <a:lnTo>
                      <a:pt x="152" y="216"/>
                    </a:lnTo>
                    <a:lnTo>
                      <a:pt x="152" y="212"/>
                    </a:lnTo>
                    <a:lnTo>
                      <a:pt x="148" y="212"/>
                    </a:lnTo>
                    <a:lnTo>
                      <a:pt x="148" y="216"/>
                    </a:lnTo>
                    <a:lnTo>
                      <a:pt x="148" y="212"/>
                    </a:lnTo>
                    <a:lnTo>
                      <a:pt x="144" y="212"/>
                    </a:lnTo>
                    <a:lnTo>
                      <a:pt x="144" y="216"/>
                    </a:lnTo>
                    <a:lnTo>
                      <a:pt x="140" y="216"/>
                    </a:lnTo>
                    <a:lnTo>
                      <a:pt x="144" y="212"/>
                    </a:lnTo>
                    <a:lnTo>
                      <a:pt x="140" y="212"/>
                    </a:lnTo>
                    <a:lnTo>
                      <a:pt x="136" y="212"/>
                    </a:lnTo>
                    <a:lnTo>
                      <a:pt x="134" y="212"/>
                    </a:lnTo>
                    <a:lnTo>
                      <a:pt x="130" y="216"/>
                    </a:lnTo>
                    <a:lnTo>
                      <a:pt x="126" y="216"/>
                    </a:lnTo>
                    <a:lnTo>
                      <a:pt x="122" y="216"/>
                    </a:lnTo>
                    <a:lnTo>
                      <a:pt x="122" y="212"/>
                    </a:lnTo>
                    <a:lnTo>
                      <a:pt x="118" y="216"/>
                    </a:lnTo>
                    <a:lnTo>
                      <a:pt x="118" y="212"/>
                    </a:lnTo>
                    <a:lnTo>
                      <a:pt x="118" y="216"/>
                    </a:lnTo>
                    <a:lnTo>
                      <a:pt x="114" y="216"/>
                    </a:lnTo>
                    <a:lnTo>
                      <a:pt x="118" y="216"/>
                    </a:lnTo>
                    <a:lnTo>
                      <a:pt x="118" y="220"/>
                    </a:lnTo>
                    <a:lnTo>
                      <a:pt x="114" y="220"/>
                    </a:lnTo>
                    <a:lnTo>
                      <a:pt x="114" y="216"/>
                    </a:lnTo>
                    <a:lnTo>
                      <a:pt x="110" y="216"/>
                    </a:lnTo>
                    <a:lnTo>
                      <a:pt x="110" y="220"/>
                    </a:lnTo>
                    <a:lnTo>
                      <a:pt x="110" y="216"/>
                    </a:lnTo>
                    <a:lnTo>
                      <a:pt x="108" y="216"/>
                    </a:lnTo>
                    <a:lnTo>
                      <a:pt x="110" y="216"/>
                    </a:lnTo>
                    <a:lnTo>
                      <a:pt x="108" y="216"/>
                    </a:lnTo>
                    <a:lnTo>
                      <a:pt x="108" y="220"/>
                    </a:lnTo>
                    <a:lnTo>
                      <a:pt x="104" y="220"/>
                    </a:lnTo>
                    <a:lnTo>
                      <a:pt x="100" y="220"/>
                    </a:lnTo>
                    <a:lnTo>
                      <a:pt x="100" y="216"/>
                    </a:lnTo>
                    <a:lnTo>
                      <a:pt x="104" y="216"/>
                    </a:lnTo>
                    <a:lnTo>
                      <a:pt x="100" y="216"/>
                    </a:lnTo>
                    <a:lnTo>
                      <a:pt x="104" y="216"/>
                    </a:lnTo>
                    <a:lnTo>
                      <a:pt x="104" y="212"/>
                    </a:lnTo>
                    <a:lnTo>
                      <a:pt x="100" y="212"/>
                    </a:lnTo>
                    <a:lnTo>
                      <a:pt x="96" y="212"/>
                    </a:lnTo>
                    <a:lnTo>
                      <a:pt x="94" y="216"/>
                    </a:lnTo>
                    <a:lnTo>
                      <a:pt x="94" y="220"/>
                    </a:lnTo>
                    <a:lnTo>
                      <a:pt x="90" y="216"/>
                    </a:lnTo>
                    <a:lnTo>
                      <a:pt x="86" y="216"/>
                    </a:lnTo>
                    <a:lnTo>
                      <a:pt x="86" y="212"/>
                    </a:lnTo>
                    <a:lnTo>
                      <a:pt x="82" y="216"/>
                    </a:lnTo>
                    <a:lnTo>
                      <a:pt x="86" y="216"/>
                    </a:lnTo>
                    <a:lnTo>
                      <a:pt x="86" y="220"/>
                    </a:lnTo>
                    <a:lnTo>
                      <a:pt x="90" y="220"/>
                    </a:lnTo>
                    <a:lnTo>
                      <a:pt x="94" y="224"/>
                    </a:lnTo>
                    <a:lnTo>
                      <a:pt x="90" y="224"/>
                    </a:lnTo>
                    <a:lnTo>
                      <a:pt x="86" y="224"/>
                    </a:lnTo>
                    <a:lnTo>
                      <a:pt x="82" y="220"/>
                    </a:lnTo>
                    <a:lnTo>
                      <a:pt x="78" y="220"/>
                    </a:lnTo>
                    <a:lnTo>
                      <a:pt x="74" y="220"/>
                    </a:lnTo>
                    <a:lnTo>
                      <a:pt x="70" y="220"/>
                    </a:lnTo>
                    <a:lnTo>
                      <a:pt x="66" y="220"/>
                    </a:lnTo>
                    <a:lnTo>
                      <a:pt x="64" y="220"/>
                    </a:lnTo>
                    <a:lnTo>
                      <a:pt x="64" y="216"/>
                    </a:lnTo>
                    <a:lnTo>
                      <a:pt x="60" y="216"/>
                    </a:lnTo>
                    <a:lnTo>
                      <a:pt x="56" y="216"/>
                    </a:lnTo>
                    <a:lnTo>
                      <a:pt x="56" y="212"/>
                    </a:lnTo>
                    <a:lnTo>
                      <a:pt x="52" y="212"/>
                    </a:lnTo>
                    <a:lnTo>
                      <a:pt x="48" y="212"/>
                    </a:lnTo>
                    <a:lnTo>
                      <a:pt x="48" y="208"/>
                    </a:lnTo>
                    <a:lnTo>
                      <a:pt x="52" y="208"/>
                    </a:lnTo>
                    <a:lnTo>
                      <a:pt x="56" y="208"/>
                    </a:lnTo>
                    <a:lnTo>
                      <a:pt x="60" y="204"/>
                    </a:lnTo>
                    <a:lnTo>
                      <a:pt x="64" y="204"/>
                    </a:lnTo>
                    <a:lnTo>
                      <a:pt x="70" y="204"/>
                    </a:lnTo>
                    <a:lnTo>
                      <a:pt x="70" y="200"/>
                    </a:lnTo>
                    <a:lnTo>
                      <a:pt x="66" y="200"/>
                    </a:lnTo>
                    <a:lnTo>
                      <a:pt x="64" y="200"/>
                    </a:lnTo>
                    <a:lnTo>
                      <a:pt x="64" y="204"/>
                    </a:lnTo>
                    <a:lnTo>
                      <a:pt x="60" y="204"/>
                    </a:lnTo>
                    <a:lnTo>
                      <a:pt x="60" y="200"/>
                    </a:lnTo>
                    <a:lnTo>
                      <a:pt x="56" y="200"/>
                    </a:lnTo>
                    <a:lnTo>
                      <a:pt x="52" y="200"/>
                    </a:lnTo>
                    <a:lnTo>
                      <a:pt x="48" y="200"/>
                    </a:lnTo>
                    <a:lnTo>
                      <a:pt x="44" y="200"/>
                    </a:lnTo>
                    <a:lnTo>
                      <a:pt x="40" y="200"/>
                    </a:lnTo>
                    <a:lnTo>
                      <a:pt x="40" y="198"/>
                    </a:lnTo>
                    <a:lnTo>
                      <a:pt x="44" y="198"/>
                    </a:lnTo>
                    <a:lnTo>
                      <a:pt x="44" y="194"/>
                    </a:lnTo>
                    <a:lnTo>
                      <a:pt x="48" y="194"/>
                    </a:lnTo>
                    <a:lnTo>
                      <a:pt x="44" y="194"/>
                    </a:lnTo>
                    <a:lnTo>
                      <a:pt x="40" y="198"/>
                    </a:lnTo>
                    <a:lnTo>
                      <a:pt x="38" y="198"/>
                    </a:lnTo>
                    <a:lnTo>
                      <a:pt x="38" y="200"/>
                    </a:lnTo>
                    <a:lnTo>
                      <a:pt x="34" y="200"/>
                    </a:lnTo>
                    <a:lnTo>
                      <a:pt x="34" y="198"/>
                    </a:lnTo>
                    <a:lnTo>
                      <a:pt x="30" y="198"/>
                    </a:lnTo>
                    <a:lnTo>
                      <a:pt x="34" y="194"/>
                    </a:lnTo>
                    <a:lnTo>
                      <a:pt x="30" y="198"/>
                    </a:lnTo>
                    <a:lnTo>
                      <a:pt x="30" y="194"/>
                    </a:lnTo>
                    <a:lnTo>
                      <a:pt x="26" y="194"/>
                    </a:lnTo>
                    <a:lnTo>
                      <a:pt x="22" y="194"/>
                    </a:lnTo>
                    <a:lnTo>
                      <a:pt x="22" y="190"/>
                    </a:lnTo>
                    <a:lnTo>
                      <a:pt x="26" y="190"/>
                    </a:lnTo>
                    <a:lnTo>
                      <a:pt x="30" y="190"/>
                    </a:lnTo>
                    <a:lnTo>
                      <a:pt x="34" y="186"/>
                    </a:lnTo>
                    <a:lnTo>
                      <a:pt x="38" y="186"/>
                    </a:lnTo>
                    <a:lnTo>
                      <a:pt x="40" y="186"/>
                    </a:lnTo>
                    <a:lnTo>
                      <a:pt x="44" y="186"/>
                    </a:lnTo>
                    <a:lnTo>
                      <a:pt x="48" y="186"/>
                    </a:lnTo>
                    <a:lnTo>
                      <a:pt x="52" y="186"/>
                    </a:lnTo>
                    <a:lnTo>
                      <a:pt x="56" y="186"/>
                    </a:lnTo>
                    <a:lnTo>
                      <a:pt x="56" y="190"/>
                    </a:lnTo>
                    <a:lnTo>
                      <a:pt x="60" y="190"/>
                    </a:lnTo>
                    <a:lnTo>
                      <a:pt x="64" y="190"/>
                    </a:lnTo>
                    <a:lnTo>
                      <a:pt x="66" y="190"/>
                    </a:lnTo>
                    <a:lnTo>
                      <a:pt x="70" y="190"/>
                    </a:lnTo>
                    <a:lnTo>
                      <a:pt x="70" y="186"/>
                    </a:lnTo>
                    <a:lnTo>
                      <a:pt x="74" y="186"/>
                    </a:lnTo>
                    <a:lnTo>
                      <a:pt x="74" y="190"/>
                    </a:lnTo>
                    <a:lnTo>
                      <a:pt x="78" y="190"/>
                    </a:lnTo>
                    <a:lnTo>
                      <a:pt x="82" y="190"/>
                    </a:lnTo>
                    <a:lnTo>
                      <a:pt x="86" y="190"/>
                    </a:lnTo>
                    <a:lnTo>
                      <a:pt x="90" y="190"/>
                    </a:lnTo>
                    <a:lnTo>
                      <a:pt x="94" y="190"/>
                    </a:lnTo>
                    <a:lnTo>
                      <a:pt x="96" y="190"/>
                    </a:lnTo>
                    <a:lnTo>
                      <a:pt x="96" y="186"/>
                    </a:lnTo>
                    <a:lnTo>
                      <a:pt x="94" y="190"/>
                    </a:lnTo>
                    <a:lnTo>
                      <a:pt x="90" y="190"/>
                    </a:lnTo>
                    <a:lnTo>
                      <a:pt x="86" y="190"/>
                    </a:lnTo>
                    <a:lnTo>
                      <a:pt x="82" y="190"/>
                    </a:lnTo>
                    <a:lnTo>
                      <a:pt x="78" y="190"/>
                    </a:lnTo>
                    <a:lnTo>
                      <a:pt x="78" y="186"/>
                    </a:lnTo>
                    <a:lnTo>
                      <a:pt x="74" y="186"/>
                    </a:lnTo>
                    <a:lnTo>
                      <a:pt x="70" y="186"/>
                    </a:lnTo>
                    <a:lnTo>
                      <a:pt x="66" y="186"/>
                    </a:lnTo>
                    <a:lnTo>
                      <a:pt x="64" y="186"/>
                    </a:lnTo>
                    <a:lnTo>
                      <a:pt x="60" y="186"/>
                    </a:lnTo>
                    <a:lnTo>
                      <a:pt x="56" y="186"/>
                    </a:lnTo>
                    <a:lnTo>
                      <a:pt x="60" y="186"/>
                    </a:lnTo>
                    <a:lnTo>
                      <a:pt x="64" y="182"/>
                    </a:lnTo>
                    <a:lnTo>
                      <a:pt x="66" y="182"/>
                    </a:lnTo>
                    <a:lnTo>
                      <a:pt x="70" y="182"/>
                    </a:lnTo>
                    <a:lnTo>
                      <a:pt x="74" y="182"/>
                    </a:lnTo>
                    <a:lnTo>
                      <a:pt x="78" y="182"/>
                    </a:lnTo>
                    <a:lnTo>
                      <a:pt x="82" y="182"/>
                    </a:lnTo>
                    <a:lnTo>
                      <a:pt x="86" y="182"/>
                    </a:lnTo>
                    <a:lnTo>
                      <a:pt x="90" y="182"/>
                    </a:lnTo>
                    <a:lnTo>
                      <a:pt x="90" y="186"/>
                    </a:lnTo>
                    <a:lnTo>
                      <a:pt x="94" y="186"/>
                    </a:lnTo>
                    <a:lnTo>
                      <a:pt x="96" y="186"/>
                    </a:lnTo>
                    <a:lnTo>
                      <a:pt x="94" y="186"/>
                    </a:lnTo>
                    <a:lnTo>
                      <a:pt x="90" y="182"/>
                    </a:lnTo>
                    <a:lnTo>
                      <a:pt x="94" y="182"/>
                    </a:lnTo>
                    <a:lnTo>
                      <a:pt x="96" y="182"/>
                    </a:lnTo>
                    <a:lnTo>
                      <a:pt x="96" y="178"/>
                    </a:lnTo>
                    <a:lnTo>
                      <a:pt x="96" y="174"/>
                    </a:lnTo>
                    <a:lnTo>
                      <a:pt x="94" y="174"/>
                    </a:lnTo>
                    <a:lnTo>
                      <a:pt x="90" y="174"/>
                    </a:lnTo>
                    <a:lnTo>
                      <a:pt x="86" y="174"/>
                    </a:lnTo>
                    <a:lnTo>
                      <a:pt x="82" y="174"/>
                    </a:lnTo>
                    <a:lnTo>
                      <a:pt x="82" y="178"/>
                    </a:lnTo>
                    <a:lnTo>
                      <a:pt x="78" y="178"/>
                    </a:lnTo>
                    <a:lnTo>
                      <a:pt x="74" y="178"/>
                    </a:lnTo>
                    <a:lnTo>
                      <a:pt x="70" y="178"/>
                    </a:lnTo>
                    <a:lnTo>
                      <a:pt x="66" y="178"/>
                    </a:lnTo>
                    <a:lnTo>
                      <a:pt x="64" y="178"/>
                    </a:lnTo>
                    <a:lnTo>
                      <a:pt x="66" y="178"/>
                    </a:lnTo>
                    <a:lnTo>
                      <a:pt x="64" y="178"/>
                    </a:lnTo>
                    <a:lnTo>
                      <a:pt x="64" y="174"/>
                    </a:lnTo>
                    <a:lnTo>
                      <a:pt x="60" y="174"/>
                    </a:lnTo>
                    <a:lnTo>
                      <a:pt x="60" y="178"/>
                    </a:lnTo>
                    <a:lnTo>
                      <a:pt x="64" y="178"/>
                    </a:lnTo>
                    <a:lnTo>
                      <a:pt x="60" y="178"/>
                    </a:lnTo>
                    <a:lnTo>
                      <a:pt x="56" y="178"/>
                    </a:lnTo>
                    <a:lnTo>
                      <a:pt x="56" y="182"/>
                    </a:lnTo>
                    <a:lnTo>
                      <a:pt x="52" y="182"/>
                    </a:lnTo>
                    <a:lnTo>
                      <a:pt x="52" y="178"/>
                    </a:lnTo>
                    <a:lnTo>
                      <a:pt x="48" y="178"/>
                    </a:lnTo>
                    <a:lnTo>
                      <a:pt x="44" y="178"/>
                    </a:lnTo>
                    <a:lnTo>
                      <a:pt x="40" y="178"/>
                    </a:lnTo>
                    <a:lnTo>
                      <a:pt x="38" y="178"/>
                    </a:lnTo>
                    <a:lnTo>
                      <a:pt x="40" y="174"/>
                    </a:lnTo>
                    <a:lnTo>
                      <a:pt x="44" y="174"/>
                    </a:lnTo>
                    <a:lnTo>
                      <a:pt x="48" y="174"/>
                    </a:lnTo>
                    <a:lnTo>
                      <a:pt x="48" y="172"/>
                    </a:lnTo>
                    <a:lnTo>
                      <a:pt x="48" y="174"/>
                    </a:lnTo>
                    <a:lnTo>
                      <a:pt x="44" y="174"/>
                    </a:lnTo>
                    <a:lnTo>
                      <a:pt x="40" y="174"/>
                    </a:lnTo>
                    <a:lnTo>
                      <a:pt x="38" y="174"/>
                    </a:lnTo>
                    <a:lnTo>
                      <a:pt x="34" y="174"/>
                    </a:lnTo>
                    <a:lnTo>
                      <a:pt x="34" y="172"/>
                    </a:lnTo>
                    <a:lnTo>
                      <a:pt x="38" y="172"/>
                    </a:lnTo>
                    <a:lnTo>
                      <a:pt x="40" y="172"/>
                    </a:lnTo>
                    <a:lnTo>
                      <a:pt x="38" y="172"/>
                    </a:lnTo>
                    <a:lnTo>
                      <a:pt x="34" y="172"/>
                    </a:lnTo>
                    <a:lnTo>
                      <a:pt x="30" y="172"/>
                    </a:lnTo>
                    <a:lnTo>
                      <a:pt x="26" y="172"/>
                    </a:lnTo>
                    <a:lnTo>
                      <a:pt x="22" y="172"/>
                    </a:lnTo>
                    <a:lnTo>
                      <a:pt x="26" y="172"/>
                    </a:lnTo>
                    <a:lnTo>
                      <a:pt x="26" y="168"/>
                    </a:lnTo>
                    <a:lnTo>
                      <a:pt x="22" y="168"/>
                    </a:lnTo>
                    <a:lnTo>
                      <a:pt x="22" y="172"/>
                    </a:lnTo>
                    <a:lnTo>
                      <a:pt x="18" y="172"/>
                    </a:lnTo>
                    <a:lnTo>
                      <a:pt x="18" y="168"/>
                    </a:lnTo>
                    <a:lnTo>
                      <a:pt x="14" y="168"/>
                    </a:lnTo>
                    <a:lnTo>
                      <a:pt x="10" y="168"/>
                    </a:lnTo>
                    <a:lnTo>
                      <a:pt x="8" y="164"/>
                    </a:lnTo>
                    <a:lnTo>
                      <a:pt x="10" y="164"/>
                    </a:lnTo>
                    <a:lnTo>
                      <a:pt x="8" y="164"/>
                    </a:lnTo>
                    <a:lnTo>
                      <a:pt x="4" y="164"/>
                    </a:lnTo>
                    <a:lnTo>
                      <a:pt x="0" y="160"/>
                    </a:lnTo>
                    <a:lnTo>
                      <a:pt x="4" y="160"/>
                    </a:lnTo>
                    <a:lnTo>
                      <a:pt x="4" y="158"/>
                    </a:lnTo>
                    <a:lnTo>
                      <a:pt x="8" y="158"/>
                    </a:lnTo>
                    <a:lnTo>
                      <a:pt x="4" y="158"/>
                    </a:lnTo>
                    <a:lnTo>
                      <a:pt x="4" y="154"/>
                    </a:lnTo>
                    <a:lnTo>
                      <a:pt x="8" y="154"/>
                    </a:lnTo>
                    <a:lnTo>
                      <a:pt x="4" y="154"/>
                    </a:lnTo>
                    <a:lnTo>
                      <a:pt x="8" y="150"/>
                    </a:lnTo>
                    <a:lnTo>
                      <a:pt x="10" y="150"/>
                    </a:lnTo>
                    <a:lnTo>
                      <a:pt x="14" y="150"/>
                    </a:lnTo>
                    <a:lnTo>
                      <a:pt x="18" y="150"/>
                    </a:lnTo>
                    <a:lnTo>
                      <a:pt x="22" y="150"/>
                    </a:lnTo>
                    <a:lnTo>
                      <a:pt x="26" y="150"/>
                    </a:lnTo>
                    <a:lnTo>
                      <a:pt x="30" y="150"/>
                    </a:lnTo>
                    <a:lnTo>
                      <a:pt x="30" y="146"/>
                    </a:lnTo>
                    <a:lnTo>
                      <a:pt x="34" y="146"/>
                    </a:lnTo>
                    <a:lnTo>
                      <a:pt x="38" y="146"/>
                    </a:lnTo>
                    <a:lnTo>
                      <a:pt x="40" y="146"/>
                    </a:lnTo>
                    <a:lnTo>
                      <a:pt x="44" y="146"/>
                    </a:lnTo>
                    <a:lnTo>
                      <a:pt x="40" y="146"/>
                    </a:lnTo>
                    <a:lnTo>
                      <a:pt x="40" y="142"/>
                    </a:lnTo>
                    <a:lnTo>
                      <a:pt x="44" y="142"/>
                    </a:lnTo>
                    <a:lnTo>
                      <a:pt x="48" y="142"/>
                    </a:lnTo>
                    <a:lnTo>
                      <a:pt x="52" y="142"/>
                    </a:lnTo>
                    <a:lnTo>
                      <a:pt x="56" y="142"/>
                    </a:lnTo>
                    <a:lnTo>
                      <a:pt x="60" y="142"/>
                    </a:lnTo>
                    <a:lnTo>
                      <a:pt x="56" y="142"/>
                    </a:lnTo>
                    <a:lnTo>
                      <a:pt x="56" y="138"/>
                    </a:lnTo>
                    <a:lnTo>
                      <a:pt x="60" y="138"/>
                    </a:lnTo>
                    <a:lnTo>
                      <a:pt x="66" y="134"/>
                    </a:lnTo>
                    <a:lnTo>
                      <a:pt x="70" y="134"/>
                    </a:lnTo>
                    <a:lnTo>
                      <a:pt x="74" y="138"/>
                    </a:lnTo>
                    <a:lnTo>
                      <a:pt x="74" y="134"/>
                    </a:lnTo>
                    <a:lnTo>
                      <a:pt x="78" y="134"/>
                    </a:lnTo>
                    <a:lnTo>
                      <a:pt x="82" y="134"/>
                    </a:lnTo>
                    <a:lnTo>
                      <a:pt x="86" y="134"/>
                    </a:lnTo>
                    <a:lnTo>
                      <a:pt x="90" y="134"/>
                    </a:lnTo>
                    <a:lnTo>
                      <a:pt x="94" y="134"/>
                    </a:lnTo>
                    <a:lnTo>
                      <a:pt x="96" y="134"/>
                    </a:lnTo>
                    <a:lnTo>
                      <a:pt x="100" y="134"/>
                    </a:lnTo>
                    <a:lnTo>
                      <a:pt x="104" y="130"/>
                    </a:lnTo>
                    <a:lnTo>
                      <a:pt x="108" y="128"/>
                    </a:lnTo>
                    <a:lnTo>
                      <a:pt x="110" y="128"/>
                    </a:lnTo>
                    <a:lnTo>
                      <a:pt x="110" y="124"/>
                    </a:lnTo>
                    <a:lnTo>
                      <a:pt x="114" y="124"/>
                    </a:lnTo>
                    <a:lnTo>
                      <a:pt x="114" y="120"/>
                    </a:lnTo>
                    <a:lnTo>
                      <a:pt x="110" y="120"/>
                    </a:lnTo>
                    <a:lnTo>
                      <a:pt x="110" y="116"/>
                    </a:lnTo>
                    <a:lnTo>
                      <a:pt x="110" y="112"/>
                    </a:lnTo>
                    <a:lnTo>
                      <a:pt x="110" y="108"/>
                    </a:lnTo>
                    <a:lnTo>
                      <a:pt x="114" y="108"/>
                    </a:lnTo>
                    <a:lnTo>
                      <a:pt x="122" y="108"/>
                    </a:lnTo>
                    <a:lnTo>
                      <a:pt x="122" y="104"/>
                    </a:lnTo>
                    <a:lnTo>
                      <a:pt x="126" y="104"/>
                    </a:lnTo>
                    <a:lnTo>
                      <a:pt x="130" y="104"/>
                    </a:lnTo>
                    <a:lnTo>
                      <a:pt x="126" y="104"/>
                    </a:lnTo>
                    <a:lnTo>
                      <a:pt x="122" y="104"/>
                    </a:lnTo>
                    <a:lnTo>
                      <a:pt x="122" y="100"/>
                    </a:lnTo>
                    <a:lnTo>
                      <a:pt x="122" y="104"/>
                    </a:lnTo>
                    <a:lnTo>
                      <a:pt x="118" y="104"/>
                    </a:lnTo>
                    <a:lnTo>
                      <a:pt x="114" y="104"/>
                    </a:lnTo>
                    <a:lnTo>
                      <a:pt x="114" y="108"/>
                    </a:lnTo>
                    <a:lnTo>
                      <a:pt x="110" y="108"/>
                    </a:lnTo>
                    <a:lnTo>
                      <a:pt x="110" y="104"/>
                    </a:lnTo>
                    <a:lnTo>
                      <a:pt x="108" y="104"/>
                    </a:lnTo>
                    <a:lnTo>
                      <a:pt x="108" y="108"/>
                    </a:lnTo>
                    <a:lnTo>
                      <a:pt x="104" y="108"/>
                    </a:lnTo>
                    <a:lnTo>
                      <a:pt x="100" y="108"/>
                    </a:lnTo>
                    <a:lnTo>
                      <a:pt x="96" y="108"/>
                    </a:lnTo>
                    <a:lnTo>
                      <a:pt x="96" y="104"/>
                    </a:lnTo>
                    <a:lnTo>
                      <a:pt x="94" y="104"/>
                    </a:lnTo>
                    <a:lnTo>
                      <a:pt x="90" y="104"/>
                    </a:lnTo>
                    <a:lnTo>
                      <a:pt x="90" y="108"/>
                    </a:lnTo>
                    <a:lnTo>
                      <a:pt x="86" y="108"/>
                    </a:lnTo>
                    <a:lnTo>
                      <a:pt x="82" y="108"/>
                    </a:lnTo>
                    <a:lnTo>
                      <a:pt x="82" y="104"/>
                    </a:lnTo>
                    <a:lnTo>
                      <a:pt x="78" y="104"/>
                    </a:lnTo>
                    <a:lnTo>
                      <a:pt x="78" y="100"/>
                    </a:lnTo>
                    <a:lnTo>
                      <a:pt x="78" y="98"/>
                    </a:lnTo>
                    <a:lnTo>
                      <a:pt x="82" y="98"/>
                    </a:lnTo>
                    <a:lnTo>
                      <a:pt x="86" y="98"/>
                    </a:lnTo>
                    <a:lnTo>
                      <a:pt x="90" y="94"/>
                    </a:lnTo>
                    <a:lnTo>
                      <a:pt x="94" y="94"/>
                    </a:lnTo>
                    <a:lnTo>
                      <a:pt x="94" y="90"/>
                    </a:lnTo>
                    <a:lnTo>
                      <a:pt x="96" y="90"/>
                    </a:lnTo>
                    <a:lnTo>
                      <a:pt x="100" y="90"/>
                    </a:lnTo>
                    <a:lnTo>
                      <a:pt x="104" y="90"/>
                    </a:lnTo>
                    <a:lnTo>
                      <a:pt x="104" y="86"/>
                    </a:lnTo>
                    <a:lnTo>
                      <a:pt x="108" y="86"/>
                    </a:lnTo>
                    <a:lnTo>
                      <a:pt x="110" y="86"/>
                    </a:lnTo>
                    <a:lnTo>
                      <a:pt x="110" y="82"/>
                    </a:lnTo>
                    <a:lnTo>
                      <a:pt x="114" y="82"/>
                    </a:lnTo>
                    <a:lnTo>
                      <a:pt x="114" y="78"/>
                    </a:lnTo>
                    <a:lnTo>
                      <a:pt x="118" y="78"/>
                    </a:lnTo>
                    <a:lnTo>
                      <a:pt x="122" y="78"/>
                    </a:lnTo>
                    <a:lnTo>
                      <a:pt x="126" y="78"/>
                    </a:lnTo>
                    <a:lnTo>
                      <a:pt x="130" y="78"/>
                    </a:lnTo>
                    <a:lnTo>
                      <a:pt x="130" y="74"/>
                    </a:lnTo>
                    <a:lnTo>
                      <a:pt x="134" y="74"/>
                    </a:lnTo>
                    <a:lnTo>
                      <a:pt x="134" y="78"/>
                    </a:lnTo>
                    <a:lnTo>
                      <a:pt x="136" y="82"/>
                    </a:lnTo>
                    <a:lnTo>
                      <a:pt x="140" y="86"/>
                    </a:lnTo>
                    <a:lnTo>
                      <a:pt x="144" y="86"/>
                    </a:lnTo>
                    <a:lnTo>
                      <a:pt x="140" y="86"/>
                    </a:lnTo>
                    <a:lnTo>
                      <a:pt x="140" y="82"/>
                    </a:lnTo>
                    <a:lnTo>
                      <a:pt x="136" y="82"/>
                    </a:lnTo>
                    <a:lnTo>
                      <a:pt x="136" y="78"/>
                    </a:lnTo>
                    <a:lnTo>
                      <a:pt x="136" y="74"/>
                    </a:lnTo>
                    <a:lnTo>
                      <a:pt x="140" y="72"/>
                    </a:lnTo>
                    <a:lnTo>
                      <a:pt x="144" y="72"/>
                    </a:lnTo>
                    <a:lnTo>
                      <a:pt x="144" y="74"/>
                    </a:lnTo>
                    <a:lnTo>
                      <a:pt x="148" y="74"/>
                    </a:lnTo>
                    <a:lnTo>
                      <a:pt x="152" y="74"/>
                    </a:lnTo>
                    <a:lnTo>
                      <a:pt x="156" y="74"/>
                    </a:lnTo>
                    <a:lnTo>
                      <a:pt x="160" y="78"/>
                    </a:lnTo>
                    <a:lnTo>
                      <a:pt x="164" y="78"/>
                    </a:lnTo>
                    <a:lnTo>
                      <a:pt x="164" y="74"/>
                    </a:lnTo>
                    <a:lnTo>
                      <a:pt x="166" y="74"/>
                    </a:lnTo>
                    <a:lnTo>
                      <a:pt x="170" y="74"/>
                    </a:lnTo>
                    <a:lnTo>
                      <a:pt x="166" y="74"/>
                    </a:lnTo>
                    <a:lnTo>
                      <a:pt x="166" y="72"/>
                    </a:lnTo>
                    <a:lnTo>
                      <a:pt x="164" y="68"/>
                    </a:lnTo>
                    <a:lnTo>
                      <a:pt x="166" y="68"/>
                    </a:lnTo>
                    <a:lnTo>
                      <a:pt x="170" y="68"/>
                    </a:lnTo>
                    <a:lnTo>
                      <a:pt x="170" y="64"/>
                    </a:lnTo>
                    <a:lnTo>
                      <a:pt x="166" y="64"/>
                    </a:lnTo>
                    <a:lnTo>
                      <a:pt x="166" y="60"/>
                    </a:lnTo>
                    <a:lnTo>
                      <a:pt x="164" y="60"/>
                    </a:lnTo>
                    <a:lnTo>
                      <a:pt x="164" y="56"/>
                    </a:lnTo>
                    <a:lnTo>
                      <a:pt x="166" y="56"/>
                    </a:lnTo>
                    <a:lnTo>
                      <a:pt x="170" y="52"/>
                    </a:lnTo>
                    <a:lnTo>
                      <a:pt x="174" y="52"/>
                    </a:lnTo>
                    <a:lnTo>
                      <a:pt x="178" y="52"/>
                    </a:lnTo>
                    <a:lnTo>
                      <a:pt x="182" y="52"/>
                    </a:lnTo>
                    <a:lnTo>
                      <a:pt x="186" y="52"/>
                    </a:lnTo>
                    <a:lnTo>
                      <a:pt x="190" y="52"/>
                    </a:lnTo>
                    <a:lnTo>
                      <a:pt x="194" y="52"/>
                    </a:lnTo>
                    <a:lnTo>
                      <a:pt x="196" y="52"/>
                    </a:lnTo>
                    <a:lnTo>
                      <a:pt x="200" y="52"/>
                    </a:lnTo>
                    <a:lnTo>
                      <a:pt x="200" y="56"/>
                    </a:lnTo>
                    <a:lnTo>
                      <a:pt x="200" y="60"/>
                    </a:lnTo>
                    <a:lnTo>
                      <a:pt x="204" y="60"/>
                    </a:lnTo>
                    <a:lnTo>
                      <a:pt x="212" y="60"/>
                    </a:lnTo>
                    <a:lnTo>
                      <a:pt x="212" y="64"/>
                    </a:lnTo>
                    <a:lnTo>
                      <a:pt x="216" y="64"/>
                    </a:lnTo>
                    <a:lnTo>
                      <a:pt x="216" y="60"/>
                    </a:lnTo>
                    <a:lnTo>
                      <a:pt x="216" y="64"/>
                    </a:lnTo>
                    <a:lnTo>
                      <a:pt x="220" y="64"/>
                    </a:lnTo>
                    <a:lnTo>
                      <a:pt x="222" y="64"/>
                    </a:lnTo>
                    <a:lnTo>
                      <a:pt x="222" y="68"/>
                    </a:lnTo>
                    <a:lnTo>
                      <a:pt x="226" y="68"/>
                    </a:lnTo>
                    <a:lnTo>
                      <a:pt x="230" y="68"/>
                    </a:lnTo>
                    <a:lnTo>
                      <a:pt x="230" y="72"/>
                    </a:lnTo>
                    <a:lnTo>
                      <a:pt x="234" y="72"/>
                    </a:lnTo>
                    <a:lnTo>
                      <a:pt x="234" y="68"/>
                    </a:lnTo>
                    <a:lnTo>
                      <a:pt x="230" y="68"/>
                    </a:lnTo>
                    <a:lnTo>
                      <a:pt x="226" y="68"/>
                    </a:lnTo>
                    <a:lnTo>
                      <a:pt x="222" y="68"/>
                    </a:lnTo>
                    <a:lnTo>
                      <a:pt x="222" y="64"/>
                    </a:lnTo>
                    <a:lnTo>
                      <a:pt x="220" y="64"/>
                    </a:lnTo>
                    <a:lnTo>
                      <a:pt x="216" y="60"/>
                    </a:lnTo>
                    <a:lnTo>
                      <a:pt x="212" y="60"/>
                    </a:lnTo>
                    <a:lnTo>
                      <a:pt x="208" y="60"/>
                    </a:lnTo>
                    <a:lnTo>
                      <a:pt x="208" y="56"/>
                    </a:lnTo>
                    <a:lnTo>
                      <a:pt x="204" y="52"/>
                    </a:lnTo>
                    <a:lnTo>
                      <a:pt x="200" y="52"/>
                    </a:lnTo>
                    <a:lnTo>
                      <a:pt x="196" y="52"/>
                    </a:lnTo>
                    <a:lnTo>
                      <a:pt x="194" y="52"/>
                    </a:lnTo>
                    <a:lnTo>
                      <a:pt x="194" y="48"/>
                    </a:lnTo>
                    <a:lnTo>
                      <a:pt x="190" y="48"/>
                    </a:lnTo>
                    <a:lnTo>
                      <a:pt x="194" y="48"/>
                    </a:lnTo>
                    <a:lnTo>
                      <a:pt x="196" y="48"/>
                    </a:lnTo>
                    <a:lnTo>
                      <a:pt x="200" y="44"/>
                    </a:lnTo>
                    <a:lnTo>
                      <a:pt x="204" y="44"/>
                    </a:lnTo>
                    <a:lnTo>
                      <a:pt x="208" y="44"/>
                    </a:lnTo>
                    <a:lnTo>
                      <a:pt x="212" y="44"/>
                    </a:lnTo>
                    <a:lnTo>
                      <a:pt x="216" y="44"/>
                    </a:lnTo>
                    <a:lnTo>
                      <a:pt x="220" y="44"/>
                    </a:lnTo>
                    <a:lnTo>
                      <a:pt x="222" y="44"/>
                    </a:lnTo>
                    <a:lnTo>
                      <a:pt x="226" y="44"/>
                    </a:lnTo>
                    <a:lnTo>
                      <a:pt x="230" y="42"/>
                    </a:lnTo>
                    <a:lnTo>
                      <a:pt x="234" y="42"/>
                    </a:lnTo>
                    <a:lnTo>
                      <a:pt x="234" y="44"/>
                    </a:lnTo>
                    <a:lnTo>
                      <a:pt x="238" y="44"/>
                    </a:lnTo>
                    <a:lnTo>
                      <a:pt x="238" y="42"/>
                    </a:lnTo>
                    <a:lnTo>
                      <a:pt x="242" y="42"/>
                    </a:lnTo>
                    <a:lnTo>
                      <a:pt x="246" y="42"/>
                    </a:lnTo>
                    <a:lnTo>
                      <a:pt x="250" y="42"/>
                    </a:lnTo>
                    <a:lnTo>
                      <a:pt x="250" y="44"/>
                    </a:lnTo>
                    <a:lnTo>
                      <a:pt x="252" y="44"/>
                    </a:lnTo>
                    <a:lnTo>
                      <a:pt x="252" y="42"/>
                    </a:lnTo>
                    <a:lnTo>
                      <a:pt x="250" y="42"/>
                    </a:lnTo>
                    <a:lnTo>
                      <a:pt x="246" y="42"/>
                    </a:lnTo>
                    <a:lnTo>
                      <a:pt x="252" y="42"/>
                    </a:lnTo>
                    <a:lnTo>
                      <a:pt x="256" y="38"/>
                    </a:lnTo>
                    <a:lnTo>
                      <a:pt x="260" y="38"/>
                    </a:lnTo>
                    <a:lnTo>
                      <a:pt x="264" y="38"/>
                    </a:lnTo>
                    <a:lnTo>
                      <a:pt x="268" y="42"/>
                    </a:lnTo>
                    <a:lnTo>
                      <a:pt x="272" y="42"/>
                    </a:lnTo>
                    <a:lnTo>
                      <a:pt x="276" y="44"/>
                    </a:lnTo>
                    <a:lnTo>
                      <a:pt x="276" y="52"/>
                    </a:lnTo>
                    <a:lnTo>
                      <a:pt x="276" y="56"/>
                    </a:lnTo>
                    <a:lnTo>
                      <a:pt x="272" y="56"/>
                    </a:lnTo>
                    <a:lnTo>
                      <a:pt x="272" y="60"/>
                    </a:lnTo>
                    <a:lnTo>
                      <a:pt x="272" y="64"/>
                    </a:lnTo>
                    <a:lnTo>
                      <a:pt x="276" y="64"/>
                    </a:lnTo>
                    <a:lnTo>
                      <a:pt x="276" y="60"/>
                    </a:lnTo>
                    <a:lnTo>
                      <a:pt x="278" y="56"/>
                    </a:lnTo>
                    <a:lnTo>
                      <a:pt x="282" y="56"/>
                    </a:lnTo>
                    <a:lnTo>
                      <a:pt x="282" y="52"/>
                    </a:lnTo>
                    <a:lnTo>
                      <a:pt x="282" y="48"/>
                    </a:lnTo>
                    <a:lnTo>
                      <a:pt x="286" y="48"/>
                    </a:lnTo>
                    <a:lnTo>
                      <a:pt x="290" y="48"/>
                    </a:lnTo>
                    <a:lnTo>
                      <a:pt x="298" y="52"/>
                    </a:lnTo>
                    <a:lnTo>
                      <a:pt x="302" y="52"/>
                    </a:lnTo>
                    <a:lnTo>
                      <a:pt x="306" y="52"/>
                    </a:lnTo>
                    <a:lnTo>
                      <a:pt x="308" y="52"/>
                    </a:lnTo>
                    <a:lnTo>
                      <a:pt x="312" y="56"/>
                    </a:lnTo>
                    <a:lnTo>
                      <a:pt x="316" y="56"/>
                    </a:lnTo>
                    <a:lnTo>
                      <a:pt x="320" y="56"/>
                    </a:lnTo>
                    <a:lnTo>
                      <a:pt x="320" y="60"/>
                    </a:lnTo>
                    <a:lnTo>
                      <a:pt x="324" y="60"/>
                    </a:lnTo>
                    <a:lnTo>
                      <a:pt x="328" y="60"/>
                    </a:lnTo>
                    <a:lnTo>
                      <a:pt x="332" y="60"/>
                    </a:lnTo>
                    <a:lnTo>
                      <a:pt x="328" y="60"/>
                    </a:lnTo>
                    <a:lnTo>
                      <a:pt x="324" y="56"/>
                    </a:lnTo>
                    <a:lnTo>
                      <a:pt x="320" y="56"/>
                    </a:lnTo>
                    <a:lnTo>
                      <a:pt x="316" y="56"/>
                    </a:lnTo>
                    <a:lnTo>
                      <a:pt x="316" y="52"/>
                    </a:lnTo>
                    <a:lnTo>
                      <a:pt x="312" y="52"/>
                    </a:lnTo>
                    <a:lnTo>
                      <a:pt x="308" y="52"/>
                    </a:lnTo>
                    <a:lnTo>
                      <a:pt x="312" y="52"/>
                    </a:lnTo>
                    <a:lnTo>
                      <a:pt x="316" y="52"/>
                    </a:lnTo>
                    <a:lnTo>
                      <a:pt x="320" y="52"/>
                    </a:lnTo>
                    <a:lnTo>
                      <a:pt x="324" y="52"/>
                    </a:lnTo>
                    <a:lnTo>
                      <a:pt x="328" y="52"/>
                    </a:lnTo>
                    <a:lnTo>
                      <a:pt x="332" y="52"/>
                    </a:lnTo>
                    <a:lnTo>
                      <a:pt x="328" y="48"/>
                    </a:lnTo>
                    <a:lnTo>
                      <a:pt x="324" y="48"/>
                    </a:lnTo>
                    <a:lnTo>
                      <a:pt x="320" y="48"/>
                    </a:lnTo>
                    <a:lnTo>
                      <a:pt x="320" y="44"/>
                    </a:lnTo>
                    <a:lnTo>
                      <a:pt x="316" y="44"/>
                    </a:lnTo>
                    <a:lnTo>
                      <a:pt x="312" y="44"/>
                    </a:lnTo>
                    <a:lnTo>
                      <a:pt x="312" y="42"/>
                    </a:lnTo>
                    <a:lnTo>
                      <a:pt x="312" y="38"/>
                    </a:lnTo>
                    <a:lnTo>
                      <a:pt x="308" y="38"/>
                    </a:lnTo>
                    <a:lnTo>
                      <a:pt x="308" y="34"/>
                    </a:lnTo>
                    <a:lnTo>
                      <a:pt x="312" y="34"/>
                    </a:lnTo>
                    <a:lnTo>
                      <a:pt x="316" y="34"/>
                    </a:lnTo>
                    <a:lnTo>
                      <a:pt x="320" y="34"/>
                    </a:lnTo>
                    <a:lnTo>
                      <a:pt x="324" y="34"/>
                    </a:lnTo>
                    <a:lnTo>
                      <a:pt x="328" y="34"/>
                    </a:lnTo>
                    <a:lnTo>
                      <a:pt x="332" y="34"/>
                    </a:lnTo>
                    <a:lnTo>
                      <a:pt x="334" y="34"/>
                    </a:lnTo>
                    <a:lnTo>
                      <a:pt x="338" y="34"/>
                    </a:lnTo>
                    <a:lnTo>
                      <a:pt x="338" y="38"/>
                    </a:lnTo>
                    <a:lnTo>
                      <a:pt x="342" y="38"/>
                    </a:lnTo>
                    <a:lnTo>
                      <a:pt x="346" y="38"/>
                    </a:lnTo>
                    <a:lnTo>
                      <a:pt x="346" y="42"/>
                    </a:lnTo>
                    <a:lnTo>
                      <a:pt x="350" y="42"/>
                    </a:lnTo>
                    <a:lnTo>
                      <a:pt x="354" y="42"/>
                    </a:lnTo>
                    <a:lnTo>
                      <a:pt x="358" y="42"/>
                    </a:lnTo>
                    <a:lnTo>
                      <a:pt x="362" y="42"/>
                    </a:lnTo>
                    <a:lnTo>
                      <a:pt x="362" y="44"/>
                    </a:lnTo>
                    <a:lnTo>
                      <a:pt x="364" y="44"/>
                    </a:lnTo>
                    <a:lnTo>
                      <a:pt x="368" y="44"/>
                    </a:lnTo>
                    <a:lnTo>
                      <a:pt x="372" y="44"/>
                    </a:lnTo>
                    <a:lnTo>
                      <a:pt x="376" y="44"/>
                    </a:lnTo>
                    <a:lnTo>
                      <a:pt x="376" y="48"/>
                    </a:lnTo>
                    <a:lnTo>
                      <a:pt x="380" y="48"/>
                    </a:lnTo>
                    <a:lnTo>
                      <a:pt x="384" y="48"/>
                    </a:lnTo>
                    <a:lnTo>
                      <a:pt x="384" y="52"/>
                    </a:lnTo>
                    <a:lnTo>
                      <a:pt x="380" y="52"/>
                    </a:lnTo>
                    <a:lnTo>
                      <a:pt x="384" y="52"/>
                    </a:lnTo>
                    <a:lnTo>
                      <a:pt x="388" y="52"/>
                    </a:lnTo>
                    <a:lnTo>
                      <a:pt x="392" y="52"/>
                    </a:lnTo>
                    <a:lnTo>
                      <a:pt x="392" y="56"/>
                    </a:lnTo>
                    <a:lnTo>
                      <a:pt x="394" y="56"/>
                    </a:lnTo>
                    <a:lnTo>
                      <a:pt x="398" y="56"/>
                    </a:lnTo>
                    <a:lnTo>
                      <a:pt x="402" y="56"/>
                    </a:lnTo>
                    <a:lnTo>
                      <a:pt x="406" y="56"/>
                    </a:lnTo>
                    <a:lnTo>
                      <a:pt x="406" y="52"/>
                    </a:lnTo>
                    <a:lnTo>
                      <a:pt x="402" y="52"/>
                    </a:lnTo>
                    <a:lnTo>
                      <a:pt x="398" y="52"/>
                    </a:lnTo>
                    <a:lnTo>
                      <a:pt x="402" y="52"/>
                    </a:lnTo>
                    <a:lnTo>
                      <a:pt x="402" y="48"/>
                    </a:lnTo>
                    <a:lnTo>
                      <a:pt x="398" y="48"/>
                    </a:lnTo>
                    <a:lnTo>
                      <a:pt x="394" y="48"/>
                    </a:lnTo>
                    <a:lnTo>
                      <a:pt x="398" y="48"/>
                    </a:lnTo>
                    <a:lnTo>
                      <a:pt x="402" y="48"/>
                    </a:lnTo>
                    <a:lnTo>
                      <a:pt x="402" y="44"/>
                    </a:lnTo>
                    <a:lnTo>
                      <a:pt x="398" y="44"/>
                    </a:lnTo>
                    <a:lnTo>
                      <a:pt x="398" y="42"/>
                    </a:lnTo>
                    <a:lnTo>
                      <a:pt x="402" y="42"/>
                    </a:lnTo>
                    <a:lnTo>
                      <a:pt x="406" y="42"/>
                    </a:lnTo>
                    <a:lnTo>
                      <a:pt x="410" y="42"/>
                    </a:lnTo>
                    <a:lnTo>
                      <a:pt x="414" y="42"/>
                    </a:lnTo>
                    <a:lnTo>
                      <a:pt x="418" y="42"/>
                    </a:lnTo>
                    <a:lnTo>
                      <a:pt x="420" y="42"/>
                    </a:lnTo>
                    <a:lnTo>
                      <a:pt x="424" y="42"/>
                    </a:lnTo>
                    <a:lnTo>
                      <a:pt x="428" y="42"/>
                    </a:lnTo>
                    <a:lnTo>
                      <a:pt x="432" y="42"/>
                    </a:lnTo>
                    <a:lnTo>
                      <a:pt x="428" y="42"/>
                    </a:lnTo>
                    <a:lnTo>
                      <a:pt x="424" y="42"/>
                    </a:lnTo>
                    <a:lnTo>
                      <a:pt x="420" y="42"/>
                    </a:lnTo>
                    <a:lnTo>
                      <a:pt x="418" y="42"/>
                    </a:lnTo>
                    <a:lnTo>
                      <a:pt x="414" y="42"/>
                    </a:lnTo>
                    <a:lnTo>
                      <a:pt x="414" y="38"/>
                    </a:lnTo>
                    <a:lnTo>
                      <a:pt x="410" y="38"/>
                    </a:lnTo>
                    <a:lnTo>
                      <a:pt x="414" y="38"/>
                    </a:lnTo>
                    <a:lnTo>
                      <a:pt x="410" y="38"/>
                    </a:lnTo>
                    <a:lnTo>
                      <a:pt x="406" y="34"/>
                    </a:lnTo>
                    <a:lnTo>
                      <a:pt x="402" y="34"/>
                    </a:lnTo>
                    <a:lnTo>
                      <a:pt x="398" y="34"/>
                    </a:lnTo>
                    <a:lnTo>
                      <a:pt x="398" y="30"/>
                    </a:lnTo>
                    <a:lnTo>
                      <a:pt x="394" y="30"/>
                    </a:lnTo>
                    <a:lnTo>
                      <a:pt x="392" y="30"/>
                    </a:lnTo>
                    <a:lnTo>
                      <a:pt x="388" y="26"/>
                    </a:lnTo>
                    <a:lnTo>
                      <a:pt x="384" y="26"/>
                    </a:lnTo>
                    <a:lnTo>
                      <a:pt x="388" y="26"/>
                    </a:lnTo>
                    <a:lnTo>
                      <a:pt x="392" y="26"/>
                    </a:lnTo>
                    <a:lnTo>
                      <a:pt x="394" y="26"/>
                    </a:lnTo>
                    <a:lnTo>
                      <a:pt x="398" y="26"/>
                    </a:lnTo>
                    <a:lnTo>
                      <a:pt x="402" y="26"/>
                    </a:lnTo>
                    <a:lnTo>
                      <a:pt x="406" y="26"/>
                    </a:lnTo>
                    <a:lnTo>
                      <a:pt x="410" y="26"/>
                    </a:lnTo>
                    <a:lnTo>
                      <a:pt x="414" y="26"/>
                    </a:lnTo>
                    <a:lnTo>
                      <a:pt x="418" y="26"/>
                    </a:lnTo>
                    <a:lnTo>
                      <a:pt x="420" y="26"/>
                    </a:lnTo>
                    <a:lnTo>
                      <a:pt x="424" y="26"/>
                    </a:lnTo>
                    <a:lnTo>
                      <a:pt x="428" y="26"/>
                    </a:lnTo>
                    <a:lnTo>
                      <a:pt x="432" y="26"/>
                    </a:lnTo>
                    <a:lnTo>
                      <a:pt x="436" y="26"/>
                    </a:lnTo>
                    <a:lnTo>
                      <a:pt x="436" y="30"/>
                    </a:lnTo>
                    <a:lnTo>
                      <a:pt x="440" y="30"/>
                    </a:lnTo>
                    <a:lnTo>
                      <a:pt x="440" y="34"/>
                    </a:lnTo>
                    <a:lnTo>
                      <a:pt x="442" y="34"/>
                    </a:lnTo>
                    <a:lnTo>
                      <a:pt x="442" y="30"/>
                    </a:lnTo>
                    <a:lnTo>
                      <a:pt x="440" y="26"/>
                    </a:lnTo>
                    <a:lnTo>
                      <a:pt x="442" y="26"/>
                    </a:lnTo>
                    <a:lnTo>
                      <a:pt x="446" y="26"/>
                    </a:lnTo>
                    <a:lnTo>
                      <a:pt x="446" y="30"/>
                    </a:lnTo>
                    <a:lnTo>
                      <a:pt x="454" y="30"/>
                    </a:lnTo>
                    <a:lnTo>
                      <a:pt x="458" y="30"/>
                    </a:lnTo>
                    <a:lnTo>
                      <a:pt x="458" y="34"/>
                    </a:lnTo>
                    <a:lnTo>
                      <a:pt x="462" y="34"/>
                    </a:lnTo>
                    <a:lnTo>
                      <a:pt x="464" y="34"/>
                    </a:lnTo>
                    <a:lnTo>
                      <a:pt x="464" y="38"/>
                    </a:lnTo>
                    <a:lnTo>
                      <a:pt x="468" y="38"/>
                    </a:lnTo>
                    <a:lnTo>
                      <a:pt x="468" y="34"/>
                    </a:lnTo>
                    <a:lnTo>
                      <a:pt x="464" y="34"/>
                    </a:lnTo>
                    <a:lnTo>
                      <a:pt x="464" y="30"/>
                    </a:lnTo>
                    <a:lnTo>
                      <a:pt x="468" y="30"/>
                    </a:lnTo>
                    <a:lnTo>
                      <a:pt x="464" y="30"/>
                    </a:lnTo>
                    <a:lnTo>
                      <a:pt x="464" y="26"/>
                    </a:lnTo>
                    <a:lnTo>
                      <a:pt x="462" y="26"/>
                    </a:lnTo>
                    <a:lnTo>
                      <a:pt x="458" y="26"/>
                    </a:lnTo>
                    <a:lnTo>
                      <a:pt x="454" y="26"/>
                    </a:lnTo>
                    <a:lnTo>
                      <a:pt x="450" y="26"/>
                    </a:lnTo>
                    <a:lnTo>
                      <a:pt x="446" y="26"/>
                    </a:lnTo>
                    <a:lnTo>
                      <a:pt x="442" y="26"/>
                    </a:lnTo>
                    <a:lnTo>
                      <a:pt x="442" y="22"/>
                    </a:lnTo>
                    <a:lnTo>
                      <a:pt x="436" y="22"/>
                    </a:lnTo>
                    <a:lnTo>
                      <a:pt x="432" y="22"/>
                    </a:lnTo>
                    <a:lnTo>
                      <a:pt x="428" y="22"/>
                    </a:lnTo>
                    <a:lnTo>
                      <a:pt x="424" y="22"/>
                    </a:lnTo>
                    <a:lnTo>
                      <a:pt x="418" y="22"/>
                    </a:lnTo>
                    <a:lnTo>
                      <a:pt x="414" y="22"/>
                    </a:lnTo>
                    <a:lnTo>
                      <a:pt x="410" y="22"/>
                    </a:lnTo>
                    <a:lnTo>
                      <a:pt x="406" y="22"/>
                    </a:lnTo>
                    <a:lnTo>
                      <a:pt x="402" y="22"/>
                    </a:lnTo>
                    <a:lnTo>
                      <a:pt x="398" y="22"/>
                    </a:lnTo>
                    <a:lnTo>
                      <a:pt x="394" y="22"/>
                    </a:lnTo>
                    <a:lnTo>
                      <a:pt x="398" y="22"/>
                    </a:lnTo>
                    <a:lnTo>
                      <a:pt x="394" y="22"/>
                    </a:lnTo>
                    <a:lnTo>
                      <a:pt x="392" y="22"/>
                    </a:lnTo>
                    <a:lnTo>
                      <a:pt x="388" y="22"/>
                    </a:lnTo>
                    <a:lnTo>
                      <a:pt x="384" y="22"/>
                    </a:lnTo>
                    <a:lnTo>
                      <a:pt x="380" y="22"/>
                    </a:lnTo>
                    <a:lnTo>
                      <a:pt x="376" y="22"/>
                    </a:lnTo>
                    <a:lnTo>
                      <a:pt x="372" y="22"/>
                    </a:lnTo>
                    <a:lnTo>
                      <a:pt x="368" y="18"/>
                    </a:lnTo>
                    <a:lnTo>
                      <a:pt x="376" y="18"/>
                    </a:lnTo>
                    <a:lnTo>
                      <a:pt x="380" y="22"/>
                    </a:lnTo>
                    <a:lnTo>
                      <a:pt x="380" y="18"/>
                    </a:lnTo>
                    <a:lnTo>
                      <a:pt x="376" y="18"/>
                    </a:lnTo>
                    <a:lnTo>
                      <a:pt x="372" y="18"/>
                    </a:lnTo>
                    <a:lnTo>
                      <a:pt x="376" y="18"/>
                    </a:lnTo>
                    <a:lnTo>
                      <a:pt x="380" y="18"/>
                    </a:lnTo>
                    <a:lnTo>
                      <a:pt x="380" y="16"/>
                    </a:lnTo>
                    <a:lnTo>
                      <a:pt x="384" y="16"/>
                    </a:lnTo>
                    <a:lnTo>
                      <a:pt x="384" y="18"/>
                    </a:lnTo>
                    <a:lnTo>
                      <a:pt x="388" y="18"/>
                    </a:lnTo>
                    <a:lnTo>
                      <a:pt x="392" y="18"/>
                    </a:lnTo>
                    <a:lnTo>
                      <a:pt x="394" y="18"/>
                    </a:lnTo>
                    <a:lnTo>
                      <a:pt x="394" y="22"/>
                    </a:lnTo>
                    <a:lnTo>
                      <a:pt x="398" y="22"/>
                    </a:lnTo>
                    <a:lnTo>
                      <a:pt x="398" y="18"/>
                    </a:lnTo>
                    <a:lnTo>
                      <a:pt x="402" y="18"/>
                    </a:lnTo>
                    <a:lnTo>
                      <a:pt x="402" y="22"/>
                    </a:lnTo>
                    <a:lnTo>
                      <a:pt x="410" y="22"/>
                    </a:lnTo>
                    <a:lnTo>
                      <a:pt x="414" y="22"/>
                    </a:lnTo>
                    <a:lnTo>
                      <a:pt x="418" y="22"/>
                    </a:lnTo>
                    <a:lnTo>
                      <a:pt x="414" y="22"/>
                    </a:lnTo>
                    <a:lnTo>
                      <a:pt x="410" y="22"/>
                    </a:lnTo>
                    <a:lnTo>
                      <a:pt x="406" y="22"/>
                    </a:lnTo>
                    <a:lnTo>
                      <a:pt x="406" y="18"/>
                    </a:lnTo>
                    <a:lnTo>
                      <a:pt x="402" y="18"/>
                    </a:lnTo>
                    <a:lnTo>
                      <a:pt x="398" y="18"/>
                    </a:lnTo>
                    <a:lnTo>
                      <a:pt x="394" y="18"/>
                    </a:lnTo>
                    <a:lnTo>
                      <a:pt x="392" y="18"/>
                    </a:lnTo>
                    <a:lnTo>
                      <a:pt x="388" y="16"/>
                    </a:lnTo>
                    <a:lnTo>
                      <a:pt x="392" y="16"/>
                    </a:lnTo>
                    <a:lnTo>
                      <a:pt x="394" y="16"/>
                    </a:lnTo>
                    <a:lnTo>
                      <a:pt x="398" y="16"/>
                    </a:lnTo>
                    <a:lnTo>
                      <a:pt x="402" y="16"/>
                    </a:lnTo>
                    <a:lnTo>
                      <a:pt x="406" y="16"/>
                    </a:lnTo>
                    <a:lnTo>
                      <a:pt x="410" y="16"/>
                    </a:lnTo>
                    <a:lnTo>
                      <a:pt x="414" y="16"/>
                    </a:lnTo>
                    <a:lnTo>
                      <a:pt x="418" y="16"/>
                    </a:lnTo>
                    <a:lnTo>
                      <a:pt x="420" y="16"/>
                    </a:lnTo>
                    <a:lnTo>
                      <a:pt x="424" y="16"/>
                    </a:lnTo>
                    <a:lnTo>
                      <a:pt x="420" y="16"/>
                    </a:lnTo>
                    <a:lnTo>
                      <a:pt x="418" y="16"/>
                    </a:lnTo>
                    <a:lnTo>
                      <a:pt x="414" y="16"/>
                    </a:lnTo>
                    <a:lnTo>
                      <a:pt x="410" y="16"/>
                    </a:lnTo>
                    <a:lnTo>
                      <a:pt x="410" y="12"/>
                    </a:lnTo>
                    <a:lnTo>
                      <a:pt x="414" y="12"/>
                    </a:lnTo>
                    <a:lnTo>
                      <a:pt x="418" y="12"/>
                    </a:lnTo>
                    <a:lnTo>
                      <a:pt x="420" y="12"/>
                    </a:lnTo>
                    <a:lnTo>
                      <a:pt x="424" y="12"/>
                    </a:lnTo>
                    <a:lnTo>
                      <a:pt x="420" y="12"/>
                    </a:lnTo>
                    <a:lnTo>
                      <a:pt x="424" y="12"/>
                    </a:lnTo>
                    <a:lnTo>
                      <a:pt x="428" y="12"/>
                    </a:lnTo>
                    <a:lnTo>
                      <a:pt x="432" y="12"/>
                    </a:lnTo>
                    <a:lnTo>
                      <a:pt x="436" y="12"/>
                    </a:lnTo>
                    <a:lnTo>
                      <a:pt x="440" y="12"/>
                    </a:lnTo>
                    <a:lnTo>
                      <a:pt x="442" y="16"/>
                    </a:lnTo>
                    <a:lnTo>
                      <a:pt x="440" y="16"/>
                    </a:lnTo>
                    <a:lnTo>
                      <a:pt x="442" y="16"/>
                    </a:lnTo>
                    <a:lnTo>
                      <a:pt x="446" y="16"/>
                    </a:lnTo>
                    <a:lnTo>
                      <a:pt x="450" y="16"/>
                    </a:lnTo>
                    <a:lnTo>
                      <a:pt x="450" y="18"/>
                    </a:lnTo>
                    <a:lnTo>
                      <a:pt x="454" y="18"/>
                    </a:lnTo>
                    <a:lnTo>
                      <a:pt x="458" y="18"/>
                    </a:lnTo>
                    <a:lnTo>
                      <a:pt x="464" y="18"/>
                    </a:lnTo>
                    <a:lnTo>
                      <a:pt x="468" y="18"/>
                    </a:lnTo>
                    <a:lnTo>
                      <a:pt x="472" y="18"/>
                    </a:lnTo>
                    <a:lnTo>
                      <a:pt x="480" y="22"/>
                    </a:lnTo>
                    <a:lnTo>
                      <a:pt x="480" y="26"/>
                    </a:lnTo>
                    <a:lnTo>
                      <a:pt x="484" y="26"/>
                    </a:lnTo>
                    <a:lnTo>
                      <a:pt x="488" y="26"/>
                    </a:lnTo>
                    <a:lnTo>
                      <a:pt x="484" y="26"/>
                    </a:lnTo>
                    <a:lnTo>
                      <a:pt x="484" y="22"/>
                    </a:lnTo>
                    <a:lnTo>
                      <a:pt x="480" y="22"/>
                    </a:lnTo>
                    <a:lnTo>
                      <a:pt x="476" y="18"/>
                    </a:lnTo>
                    <a:lnTo>
                      <a:pt x="480" y="18"/>
                    </a:lnTo>
                    <a:lnTo>
                      <a:pt x="484" y="18"/>
                    </a:lnTo>
                    <a:lnTo>
                      <a:pt x="488" y="18"/>
                    </a:lnTo>
                    <a:lnTo>
                      <a:pt x="490" y="18"/>
                    </a:lnTo>
                    <a:lnTo>
                      <a:pt x="498" y="18"/>
                    </a:lnTo>
                    <a:lnTo>
                      <a:pt x="502" y="18"/>
                    </a:lnTo>
                    <a:lnTo>
                      <a:pt x="506" y="18"/>
                    </a:lnTo>
                    <a:lnTo>
                      <a:pt x="502" y="18"/>
                    </a:lnTo>
                    <a:lnTo>
                      <a:pt x="498" y="18"/>
                    </a:lnTo>
                    <a:lnTo>
                      <a:pt x="490" y="18"/>
                    </a:lnTo>
                    <a:lnTo>
                      <a:pt x="488" y="18"/>
                    </a:lnTo>
                    <a:lnTo>
                      <a:pt x="484" y="18"/>
                    </a:lnTo>
                    <a:lnTo>
                      <a:pt x="484" y="16"/>
                    </a:lnTo>
                    <a:lnTo>
                      <a:pt x="488" y="16"/>
                    </a:lnTo>
                    <a:lnTo>
                      <a:pt x="490" y="16"/>
                    </a:lnTo>
                    <a:lnTo>
                      <a:pt x="494" y="16"/>
                    </a:lnTo>
                    <a:lnTo>
                      <a:pt x="498" y="16"/>
                    </a:lnTo>
                    <a:lnTo>
                      <a:pt x="502" y="16"/>
                    </a:lnTo>
                    <a:lnTo>
                      <a:pt x="506" y="16"/>
                    </a:lnTo>
                    <a:lnTo>
                      <a:pt x="510" y="16"/>
                    </a:lnTo>
                    <a:lnTo>
                      <a:pt x="506" y="16"/>
                    </a:lnTo>
                    <a:lnTo>
                      <a:pt x="502" y="16"/>
                    </a:lnTo>
                    <a:lnTo>
                      <a:pt x="498" y="16"/>
                    </a:lnTo>
                    <a:lnTo>
                      <a:pt x="494" y="12"/>
                    </a:lnTo>
                    <a:lnTo>
                      <a:pt x="490" y="12"/>
                    </a:lnTo>
                    <a:lnTo>
                      <a:pt x="488" y="12"/>
                    </a:lnTo>
                    <a:lnTo>
                      <a:pt x="484" y="12"/>
                    </a:lnTo>
                    <a:lnTo>
                      <a:pt x="484" y="8"/>
                    </a:lnTo>
                    <a:lnTo>
                      <a:pt x="488" y="8"/>
                    </a:lnTo>
                    <a:lnTo>
                      <a:pt x="490" y="8"/>
                    </a:lnTo>
                    <a:lnTo>
                      <a:pt x="494" y="8"/>
                    </a:lnTo>
                    <a:lnTo>
                      <a:pt x="498" y="8"/>
                    </a:lnTo>
                    <a:lnTo>
                      <a:pt x="494" y="8"/>
                    </a:lnTo>
                    <a:lnTo>
                      <a:pt x="494" y="4"/>
                    </a:lnTo>
                    <a:lnTo>
                      <a:pt x="498" y="4"/>
                    </a:lnTo>
                    <a:lnTo>
                      <a:pt x="502" y="4"/>
                    </a:lnTo>
                    <a:lnTo>
                      <a:pt x="506" y="4"/>
                    </a:lnTo>
                    <a:lnTo>
                      <a:pt x="510" y="8"/>
                    </a:lnTo>
                    <a:lnTo>
                      <a:pt x="514" y="8"/>
                    </a:lnTo>
                    <a:lnTo>
                      <a:pt x="518" y="8"/>
                    </a:lnTo>
                    <a:lnTo>
                      <a:pt x="514" y="8"/>
                    </a:lnTo>
                    <a:lnTo>
                      <a:pt x="514" y="4"/>
                    </a:lnTo>
                    <a:lnTo>
                      <a:pt x="510" y="4"/>
                    </a:lnTo>
                    <a:lnTo>
                      <a:pt x="514" y="4"/>
                    </a:lnTo>
                    <a:lnTo>
                      <a:pt x="518" y="4"/>
                    </a:lnTo>
                    <a:lnTo>
                      <a:pt x="520" y="4"/>
                    </a:lnTo>
                    <a:lnTo>
                      <a:pt x="524" y="4"/>
                    </a:lnTo>
                    <a:lnTo>
                      <a:pt x="528" y="4"/>
                    </a:lnTo>
                    <a:lnTo>
                      <a:pt x="532" y="4"/>
                    </a:lnTo>
                    <a:lnTo>
                      <a:pt x="536" y="0"/>
                    </a:lnTo>
                    <a:lnTo>
                      <a:pt x="540" y="0"/>
                    </a:lnTo>
                    <a:lnTo>
                      <a:pt x="544" y="0"/>
                    </a:lnTo>
                    <a:lnTo>
                      <a:pt x="544" y="4"/>
                    </a:lnTo>
                    <a:lnTo>
                      <a:pt x="544" y="0"/>
                    </a:lnTo>
                    <a:lnTo>
                      <a:pt x="546" y="0"/>
                    </a:lnTo>
                    <a:lnTo>
                      <a:pt x="546" y="4"/>
                    </a:lnTo>
                    <a:lnTo>
                      <a:pt x="550" y="4"/>
                    </a:lnTo>
                    <a:lnTo>
                      <a:pt x="554" y="4"/>
                    </a:lnTo>
                    <a:lnTo>
                      <a:pt x="550" y="4"/>
                    </a:lnTo>
                    <a:lnTo>
                      <a:pt x="550" y="0"/>
                    </a:lnTo>
                    <a:lnTo>
                      <a:pt x="554" y="0"/>
                    </a:lnTo>
                    <a:lnTo>
                      <a:pt x="558" y="0"/>
                    </a:lnTo>
                    <a:lnTo>
                      <a:pt x="562" y="0"/>
                    </a:lnTo>
                    <a:lnTo>
                      <a:pt x="566" y="0"/>
                    </a:lnTo>
                    <a:lnTo>
                      <a:pt x="570" y="0"/>
                    </a:lnTo>
                    <a:lnTo>
                      <a:pt x="574" y="0"/>
                    </a:lnTo>
                    <a:lnTo>
                      <a:pt x="576" y="0"/>
                    </a:lnTo>
                    <a:lnTo>
                      <a:pt x="574" y="0"/>
                    </a:lnTo>
                    <a:lnTo>
                      <a:pt x="576" y="0"/>
                    </a:lnTo>
                    <a:lnTo>
                      <a:pt x="580" y="0"/>
                    </a:lnTo>
                    <a:lnTo>
                      <a:pt x="584" y="0"/>
                    </a:lnTo>
                    <a:lnTo>
                      <a:pt x="588" y="0"/>
                    </a:lnTo>
                    <a:lnTo>
                      <a:pt x="592" y="0"/>
                    </a:lnTo>
                    <a:lnTo>
                      <a:pt x="596" y="0"/>
                    </a:lnTo>
                    <a:lnTo>
                      <a:pt x="600" y="0"/>
                    </a:lnTo>
                    <a:lnTo>
                      <a:pt x="604" y="0"/>
                    </a:lnTo>
                    <a:lnTo>
                      <a:pt x="610" y="0"/>
                    </a:lnTo>
                    <a:lnTo>
                      <a:pt x="614" y="4"/>
                    </a:lnTo>
                    <a:lnTo>
                      <a:pt x="618" y="4"/>
                    </a:lnTo>
                    <a:lnTo>
                      <a:pt x="622" y="4"/>
                    </a:lnTo>
                    <a:lnTo>
                      <a:pt x="626" y="4"/>
                    </a:lnTo>
                    <a:lnTo>
                      <a:pt x="630" y="4"/>
                    </a:lnTo>
                    <a:lnTo>
                      <a:pt x="626" y="4"/>
                    </a:lnTo>
                    <a:lnTo>
                      <a:pt x="622" y="4"/>
                    </a:lnTo>
                    <a:lnTo>
                      <a:pt x="626" y="8"/>
                    </a:lnTo>
                    <a:lnTo>
                      <a:pt x="630" y="8"/>
                    </a:lnTo>
                    <a:lnTo>
                      <a:pt x="632" y="8"/>
                    </a:lnTo>
                    <a:lnTo>
                      <a:pt x="630" y="4"/>
                    </a:lnTo>
                    <a:lnTo>
                      <a:pt x="632" y="4"/>
                    </a:lnTo>
                    <a:lnTo>
                      <a:pt x="636" y="4"/>
                    </a:lnTo>
                    <a:lnTo>
                      <a:pt x="640" y="4"/>
                    </a:lnTo>
                    <a:lnTo>
                      <a:pt x="644" y="4"/>
                    </a:lnTo>
                    <a:lnTo>
                      <a:pt x="648" y="4"/>
                    </a:lnTo>
                    <a:lnTo>
                      <a:pt x="652" y="8"/>
                    </a:lnTo>
                    <a:lnTo>
                      <a:pt x="660" y="8"/>
                    </a:lnTo>
                    <a:lnTo>
                      <a:pt x="662" y="8"/>
                    </a:lnTo>
                    <a:lnTo>
                      <a:pt x="666" y="8"/>
                    </a:lnTo>
                    <a:lnTo>
                      <a:pt x="670" y="12"/>
                    </a:lnTo>
                    <a:lnTo>
                      <a:pt x="666" y="12"/>
                    </a:lnTo>
                    <a:lnTo>
                      <a:pt x="662" y="12"/>
                    </a:lnTo>
                    <a:lnTo>
                      <a:pt x="660" y="12"/>
                    </a:lnTo>
                    <a:lnTo>
                      <a:pt x="656" y="16"/>
                    </a:lnTo>
                    <a:lnTo>
                      <a:pt x="652" y="16"/>
                    </a:lnTo>
                    <a:lnTo>
                      <a:pt x="648" y="16"/>
                    </a:lnTo>
                    <a:lnTo>
                      <a:pt x="644" y="16"/>
                    </a:lnTo>
                    <a:lnTo>
                      <a:pt x="640" y="16"/>
                    </a:lnTo>
                    <a:lnTo>
                      <a:pt x="636" y="16"/>
                    </a:lnTo>
                    <a:lnTo>
                      <a:pt x="632" y="16"/>
                    </a:lnTo>
                    <a:lnTo>
                      <a:pt x="630" y="16"/>
                    </a:lnTo>
                    <a:lnTo>
                      <a:pt x="626" y="16"/>
                    </a:lnTo>
                    <a:lnTo>
                      <a:pt x="618" y="16"/>
                    </a:lnTo>
                    <a:lnTo>
                      <a:pt x="614" y="16"/>
                    </a:lnTo>
                    <a:lnTo>
                      <a:pt x="610" y="16"/>
                    </a:lnTo>
                    <a:lnTo>
                      <a:pt x="606" y="16"/>
                    </a:lnTo>
                    <a:lnTo>
                      <a:pt x="604" y="16"/>
                    </a:lnTo>
                    <a:lnTo>
                      <a:pt x="600" y="16"/>
                    </a:lnTo>
                    <a:lnTo>
                      <a:pt x="596" y="16"/>
                    </a:lnTo>
                    <a:lnTo>
                      <a:pt x="592" y="16"/>
                    </a:lnTo>
                    <a:lnTo>
                      <a:pt x="588" y="16"/>
                    </a:lnTo>
                    <a:lnTo>
                      <a:pt x="584" y="16"/>
                    </a:lnTo>
                    <a:lnTo>
                      <a:pt x="584" y="18"/>
                    </a:lnTo>
                    <a:lnTo>
                      <a:pt x="580" y="18"/>
                    </a:lnTo>
                    <a:lnTo>
                      <a:pt x="576" y="18"/>
                    </a:lnTo>
                    <a:lnTo>
                      <a:pt x="574" y="16"/>
                    </a:lnTo>
                    <a:lnTo>
                      <a:pt x="570" y="16"/>
                    </a:lnTo>
                    <a:lnTo>
                      <a:pt x="562" y="16"/>
                    </a:lnTo>
                    <a:lnTo>
                      <a:pt x="558" y="16"/>
                    </a:lnTo>
                    <a:lnTo>
                      <a:pt x="562" y="16"/>
                    </a:lnTo>
                    <a:lnTo>
                      <a:pt x="566" y="16"/>
                    </a:lnTo>
                    <a:lnTo>
                      <a:pt x="570" y="16"/>
                    </a:lnTo>
                    <a:lnTo>
                      <a:pt x="574" y="18"/>
                    </a:lnTo>
                    <a:lnTo>
                      <a:pt x="570" y="18"/>
                    </a:lnTo>
                    <a:lnTo>
                      <a:pt x="566" y="18"/>
                    </a:lnTo>
                    <a:lnTo>
                      <a:pt x="562" y="18"/>
                    </a:lnTo>
                    <a:lnTo>
                      <a:pt x="558" y="18"/>
                    </a:lnTo>
                    <a:lnTo>
                      <a:pt x="554" y="18"/>
                    </a:lnTo>
                    <a:lnTo>
                      <a:pt x="550" y="22"/>
                    </a:lnTo>
                    <a:lnTo>
                      <a:pt x="546" y="22"/>
                    </a:lnTo>
                    <a:lnTo>
                      <a:pt x="544" y="22"/>
                    </a:lnTo>
                    <a:lnTo>
                      <a:pt x="540" y="22"/>
                    </a:lnTo>
                    <a:lnTo>
                      <a:pt x="536" y="22"/>
                    </a:lnTo>
                    <a:lnTo>
                      <a:pt x="532" y="22"/>
                    </a:lnTo>
                    <a:lnTo>
                      <a:pt x="528" y="22"/>
                    </a:lnTo>
                    <a:lnTo>
                      <a:pt x="532" y="22"/>
                    </a:lnTo>
                    <a:lnTo>
                      <a:pt x="528" y="26"/>
                    </a:lnTo>
                    <a:lnTo>
                      <a:pt x="532" y="26"/>
                    </a:lnTo>
                    <a:lnTo>
                      <a:pt x="532" y="22"/>
                    </a:lnTo>
                    <a:lnTo>
                      <a:pt x="536" y="22"/>
                    </a:lnTo>
                    <a:lnTo>
                      <a:pt x="540" y="22"/>
                    </a:lnTo>
                    <a:lnTo>
                      <a:pt x="544" y="22"/>
                    </a:lnTo>
                    <a:lnTo>
                      <a:pt x="546" y="22"/>
                    </a:lnTo>
                    <a:lnTo>
                      <a:pt x="550" y="22"/>
                    </a:lnTo>
                    <a:lnTo>
                      <a:pt x="554" y="22"/>
                    </a:lnTo>
                    <a:lnTo>
                      <a:pt x="554" y="26"/>
                    </a:lnTo>
                    <a:lnTo>
                      <a:pt x="550" y="26"/>
                    </a:lnTo>
                    <a:lnTo>
                      <a:pt x="554" y="26"/>
                    </a:lnTo>
                    <a:lnTo>
                      <a:pt x="554" y="22"/>
                    </a:lnTo>
                    <a:lnTo>
                      <a:pt x="558" y="22"/>
                    </a:lnTo>
                    <a:lnTo>
                      <a:pt x="558" y="18"/>
                    </a:lnTo>
                    <a:lnTo>
                      <a:pt x="562" y="18"/>
                    </a:lnTo>
                    <a:lnTo>
                      <a:pt x="566" y="18"/>
                    </a:lnTo>
                    <a:lnTo>
                      <a:pt x="574" y="18"/>
                    </a:lnTo>
                    <a:lnTo>
                      <a:pt x="576" y="18"/>
                    </a:lnTo>
                    <a:lnTo>
                      <a:pt x="580" y="18"/>
                    </a:lnTo>
                    <a:lnTo>
                      <a:pt x="584" y="18"/>
                    </a:lnTo>
                    <a:lnTo>
                      <a:pt x="584" y="22"/>
                    </a:lnTo>
                    <a:lnTo>
                      <a:pt x="584" y="18"/>
                    </a:lnTo>
                    <a:lnTo>
                      <a:pt x="588" y="18"/>
                    </a:lnTo>
                    <a:lnTo>
                      <a:pt x="592" y="18"/>
                    </a:lnTo>
                    <a:lnTo>
                      <a:pt x="596" y="18"/>
                    </a:lnTo>
                    <a:lnTo>
                      <a:pt x="596" y="16"/>
                    </a:lnTo>
                    <a:lnTo>
                      <a:pt x="600" y="16"/>
                    </a:lnTo>
                    <a:lnTo>
                      <a:pt x="604" y="16"/>
                    </a:lnTo>
                    <a:lnTo>
                      <a:pt x="606" y="16"/>
                    </a:lnTo>
                    <a:lnTo>
                      <a:pt x="610" y="16"/>
                    </a:lnTo>
                    <a:lnTo>
                      <a:pt x="614" y="16"/>
                    </a:lnTo>
                    <a:lnTo>
                      <a:pt x="618" y="16"/>
                    </a:lnTo>
                    <a:lnTo>
                      <a:pt x="622" y="16"/>
                    </a:lnTo>
                    <a:lnTo>
                      <a:pt x="626" y="16"/>
                    </a:lnTo>
                    <a:lnTo>
                      <a:pt x="630" y="16"/>
                    </a:lnTo>
                    <a:lnTo>
                      <a:pt x="632" y="18"/>
                    </a:lnTo>
                    <a:lnTo>
                      <a:pt x="636" y="18"/>
                    </a:lnTo>
                    <a:lnTo>
                      <a:pt x="636" y="16"/>
                    </a:lnTo>
                    <a:lnTo>
                      <a:pt x="640" y="18"/>
                    </a:lnTo>
                    <a:lnTo>
                      <a:pt x="648" y="18"/>
                    </a:lnTo>
                    <a:lnTo>
                      <a:pt x="656" y="18"/>
                    </a:lnTo>
                    <a:lnTo>
                      <a:pt x="656" y="16"/>
                    </a:lnTo>
                    <a:lnTo>
                      <a:pt x="660" y="16"/>
                    </a:lnTo>
                    <a:lnTo>
                      <a:pt x="662" y="16"/>
                    </a:lnTo>
                    <a:lnTo>
                      <a:pt x="666" y="16"/>
                    </a:lnTo>
                    <a:lnTo>
                      <a:pt x="670" y="16"/>
                    </a:lnTo>
                    <a:lnTo>
                      <a:pt x="674" y="16"/>
                    </a:lnTo>
                    <a:lnTo>
                      <a:pt x="678" y="16"/>
                    </a:lnTo>
                    <a:lnTo>
                      <a:pt x="682" y="16"/>
                    </a:lnTo>
                    <a:lnTo>
                      <a:pt x="678" y="16"/>
                    </a:lnTo>
                    <a:lnTo>
                      <a:pt x="678" y="18"/>
                    </a:lnTo>
                    <a:lnTo>
                      <a:pt x="682" y="18"/>
                    </a:lnTo>
                    <a:lnTo>
                      <a:pt x="678" y="22"/>
                    </a:lnTo>
                    <a:lnTo>
                      <a:pt x="674" y="22"/>
                    </a:lnTo>
                    <a:lnTo>
                      <a:pt x="670" y="26"/>
                    </a:lnTo>
                    <a:lnTo>
                      <a:pt x="666" y="26"/>
                    </a:lnTo>
                    <a:lnTo>
                      <a:pt x="670" y="26"/>
                    </a:lnTo>
                    <a:lnTo>
                      <a:pt x="674" y="26"/>
                    </a:lnTo>
                    <a:lnTo>
                      <a:pt x="678" y="26"/>
                    </a:lnTo>
                    <a:lnTo>
                      <a:pt x="678" y="22"/>
                    </a:lnTo>
                    <a:lnTo>
                      <a:pt x="682" y="22"/>
                    </a:lnTo>
                    <a:lnTo>
                      <a:pt x="686" y="22"/>
                    </a:lnTo>
                    <a:lnTo>
                      <a:pt x="688" y="22"/>
                    </a:lnTo>
                    <a:lnTo>
                      <a:pt x="692" y="22"/>
                    </a:lnTo>
                    <a:lnTo>
                      <a:pt x="696" y="22"/>
                    </a:lnTo>
                    <a:lnTo>
                      <a:pt x="692" y="22"/>
                    </a:lnTo>
                    <a:lnTo>
                      <a:pt x="692" y="26"/>
                    </a:lnTo>
                    <a:lnTo>
                      <a:pt x="696" y="26"/>
                    </a:lnTo>
                    <a:lnTo>
                      <a:pt x="696" y="22"/>
                    </a:lnTo>
                    <a:lnTo>
                      <a:pt x="700" y="22"/>
                    </a:lnTo>
                    <a:lnTo>
                      <a:pt x="704" y="22"/>
                    </a:lnTo>
                    <a:lnTo>
                      <a:pt x="704" y="26"/>
                    </a:lnTo>
                    <a:lnTo>
                      <a:pt x="708" y="26"/>
                    </a:lnTo>
                    <a:lnTo>
                      <a:pt x="712" y="26"/>
                    </a:lnTo>
                    <a:lnTo>
                      <a:pt x="716" y="26"/>
                    </a:lnTo>
                    <a:lnTo>
                      <a:pt x="718" y="26"/>
                    </a:lnTo>
                    <a:lnTo>
                      <a:pt x="722" y="30"/>
                    </a:lnTo>
                    <a:lnTo>
                      <a:pt x="726" y="30"/>
                    </a:lnTo>
                    <a:lnTo>
                      <a:pt x="730" y="30"/>
                    </a:lnTo>
                    <a:lnTo>
                      <a:pt x="730" y="34"/>
                    </a:lnTo>
                    <a:lnTo>
                      <a:pt x="722" y="34"/>
                    </a:lnTo>
                    <a:lnTo>
                      <a:pt x="718" y="34"/>
                    </a:lnTo>
                    <a:lnTo>
                      <a:pt x="718" y="38"/>
                    </a:lnTo>
                    <a:lnTo>
                      <a:pt x="716" y="38"/>
                    </a:lnTo>
                    <a:lnTo>
                      <a:pt x="718" y="38"/>
                    </a:lnTo>
                    <a:lnTo>
                      <a:pt x="716" y="38"/>
                    </a:lnTo>
                    <a:lnTo>
                      <a:pt x="716" y="42"/>
                    </a:lnTo>
                    <a:lnTo>
                      <a:pt x="712" y="42"/>
                    </a:lnTo>
                    <a:lnTo>
                      <a:pt x="708" y="42"/>
                    </a:lnTo>
                    <a:lnTo>
                      <a:pt x="704" y="42"/>
                    </a:lnTo>
                    <a:lnTo>
                      <a:pt x="700" y="42"/>
                    </a:lnTo>
                    <a:lnTo>
                      <a:pt x="696" y="42"/>
                    </a:lnTo>
                    <a:lnTo>
                      <a:pt x="688" y="42"/>
                    </a:lnTo>
                    <a:lnTo>
                      <a:pt x="686" y="42"/>
                    </a:lnTo>
                    <a:lnTo>
                      <a:pt x="686" y="44"/>
                    </a:lnTo>
                    <a:lnTo>
                      <a:pt x="682" y="44"/>
                    </a:lnTo>
                    <a:lnTo>
                      <a:pt x="678" y="44"/>
                    </a:lnTo>
                    <a:lnTo>
                      <a:pt x="674" y="44"/>
                    </a:lnTo>
                    <a:lnTo>
                      <a:pt x="666" y="44"/>
                    </a:lnTo>
                    <a:lnTo>
                      <a:pt x="662" y="44"/>
                    </a:lnTo>
                    <a:lnTo>
                      <a:pt x="656" y="44"/>
                    </a:lnTo>
                    <a:lnTo>
                      <a:pt x="652" y="44"/>
                    </a:lnTo>
                    <a:lnTo>
                      <a:pt x="648" y="44"/>
                    </a:lnTo>
                    <a:lnTo>
                      <a:pt x="644" y="44"/>
                    </a:lnTo>
                    <a:lnTo>
                      <a:pt x="640" y="44"/>
                    </a:lnTo>
                    <a:lnTo>
                      <a:pt x="636" y="44"/>
                    </a:lnTo>
                    <a:lnTo>
                      <a:pt x="632" y="44"/>
                    </a:lnTo>
                    <a:lnTo>
                      <a:pt x="630" y="44"/>
                    </a:lnTo>
                    <a:lnTo>
                      <a:pt x="626" y="44"/>
                    </a:lnTo>
                    <a:lnTo>
                      <a:pt x="622" y="44"/>
                    </a:lnTo>
                    <a:lnTo>
                      <a:pt x="618" y="44"/>
                    </a:lnTo>
                    <a:lnTo>
                      <a:pt x="614" y="44"/>
                    </a:lnTo>
                    <a:lnTo>
                      <a:pt x="610" y="44"/>
                    </a:lnTo>
                    <a:lnTo>
                      <a:pt x="606" y="44"/>
                    </a:lnTo>
                    <a:lnTo>
                      <a:pt x="604" y="44"/>
                    </a:lnTo>
                    <a:lnTo>
                      <a:pt x="600" y="44"/>
                    </a:lnTo>
                    <a:lnTo>
                      <a:pt x="596" y="44"/>
                    </a:lnTo>
                    <a:lnTo>
                      <a:pt x="592" y="44"/>
                    </a:lnTo>
                    <a:lnTo>
                      <a:pt x="588" y="44"/>
                    </a:lnTo>
                    <a:lnTo>
                      <a:pt x="584" y="44"/>
                    </a:lnTo>
                    <a:lnTo>
                      <a:pt x="588" y="44"/>
                    </a:lnTo>
                    <a:lnTo>
                      <a:pt x="592" y="44"/>
                    </a:lnTo>
                    <a:lnTo>
                      <a:pt x="600" y="44"/>
                    </a:lnTo>
                    <a:lnTo>
                      <a:pt x="606" y="44"/>
                    </a:lnTo>
                    <a:lnTo>
                      <a:pt x="610" y="44"/>
                    </a:lnTo>
                    <a:lnTo>
                      <a:pt x="606" y="44"/>
                    </a:lnTo>
                    <a:lnTo>
                      <a:pt x="604" y="48"/>
                    </a:lnTo>
                    <a:lnTo>
                      <a:pt x="600" y="48"/>
                    </a:lnTo>
                    <a:lnTo>
                      <a:pt x="596" y="48"/>
                    </a:lnTo>
                    <a:lnTo>
                      <a:pt x="592" y="48"/>
                    </a:lnTo>
                    <a:lnTo>
                      <a:pt x="588" y="48"/>
                    </a:lnTo>
                    <a:lnTo>
                      <a:pt x="584" y="52"/>
                    </a:lnTo>
                    <a:lnTo>
                      <a:pt x="580" y="52"/>
                    </a:lnTo>
                    <a:lnTo>
                      <a:pt x="576" y="52"/>
                    </a:lnTo>
                    <a:lnTo>
                      <a:pt x="574" y="52"/>
                    </a:lnTo>
                    <a:lnTo>
                      <a:pt x="570" y="52"/>
                    </a:lnTo>
                    <a:lnTo>
                      <a:pt x="566" y="52"/>
                    </a:lnTo>
                    <a:lnTo>
                      <a:pt x="566" y="56"/>
                    </a:lnTo>
                    <a:lnTo>
                      <a:pt x="562" y="56"/>
                    </a:lnTo>
                    <a:lnTo>
                      <a:pt x="566" y="60"/>
                    </a:lnTo>
                    <a:lnTo>
                      <a:pt x="570" y="60"/>
                    </a:lnTo>
                    <a:lnTo>
                      <a:pt x="574" y="60"/>
                    </a:lnTo>
                    <a:lnTo>
                      <a:pt x="574" y="56"/>
                    </a:lnTo>
                    <a:lnTo>
                      <a:pt x="580" y="56"/>
                    </a:lnTo>
                    <a:lnTo>
                      <a:pt x="584" y="56"/>
                    </a:lnTo>
                    <a:lnTo>
                      <a:pt x="588" y="52"/>
                    </a:lnTo>
                    <a:lnTo>
                      <a:pt x="592" y="52"/>
                    </a:lnTo>
                    <a:lnTo>
                      <a:pt x="596" y="52"/>
                    </a:lnTo>
                    <a:lnTo>
                      <a:pt x="600" y="52"/>
                    </a:lnTo>
                    <a:lnTo>
                      <a:pt x="604" y="52"/>
                    </a:lnTo>
                    <a:lnTo>
                      <a:pt x="610" y="52"/>
                    </a:lnTo>
                    <a:lnTo>
                      <a:pt x="614" y="52"/>
                    </a:lnTo>
                    <a:lnTo>
                      <a:pt x="622" y="48"/>
                    </a:lnTo>
                    <a:lnTo>
                      <a:pt x="626" y="48"/>
                    </a:lnTo>
                    <a:lnTo>
                      <a:pt x="630" y="48"/>
                    </a:lnTo>
                    <a:lnTo>
                      <a:pt x="636" y="48"/>
                    </a:lnTo>
                    <a:lnTo>
                      <a:pt x="640" y="48"/>
                    </a:lnTo>
                    <a:lnTo>
                      <a:pt x="644" y="48"/>
                    </a:lnTo>
                    <a:lnTo>
                      <a:pt x="648" y="48"/>
                    </a:lnTo>
                    <a:lnTo>
                      <a:pt x="652" y="48"/>
                    </a:lnTo>
                    <a:lnTo>
                      <a:pt x="656" y="48"/>
                    </a:lnTo>
                    <a:lnTo>
                      <a:pt x="660" y="48"/>
                    </a:lnTo>
                    <a:lnTo>
                      <a:pt x="662" y="48"/>
                    </a:lnTo>
                    <a:lnTo>
                      <a:pt x="670" y="48"/>
                    </a:lnTo>
                    <a:lnTo>
                      <a:pt x="674" y="48"/>
                    </a:lnTo>
                    <a:lnTo>
                      <a:pt x="674" y="56"/>
                    </a:lnTo>
                    <a:lnTo>
                      <a:pt x="670" y="56"/>
                    </a:lnTo>
                    <a:lnTo>
                      <a:pt x="666" y="60"/>
                    </a:lnTo>
                    <a:lnTo>
                      <a:pt x="662" y="60"/>
                    </a:lnTo>
                    <a:lnTo>
                      <a:pt x="660" y="60"/>
                    </a:lnTo>
                    <a:lnTo>
                      <a:pt x="656" y="60"/>
                    </a:lnTo>
                    <a:lnTo>
                      <a:pt x="656" y="64"/>
                    </a:lnTo>
                    <a:lnTo>
                      <a:pt x="652" y="64"/>
                    </a:lnTo>
                    <a:lnTo>
                      <a:pt x="648" y="64"/>
                    </a:lnTo>
                    <a:lnTo>
                      <a:pt x="644" y="64"/>
                    </a:lnTo>
                    <a:lnTo>
                      <a:pt x="640" y="64"/>
                    </a:lnTo>
                    <a:lnTo>
                      <a:pt x="644" y="68"/>
                    </a:lnTo>
                    <a:lnTo>
                      <a:pt x="648" y="68"/>
                    </a:lnTo>
                    <a:lnTo>
                      <a:pt x="644" y="68"/>
                    </a:lnTo>
                    <a:lnTo>
                      <a:pt x="640" y="68"/>
                    </a:lnTo>
                    <a:lnTo>
                      <a:pt x="644" y="68"/>
                    </a:lnTo>
                    <a:lnTo>
                      <a:pt x="648" y="68"/>
                    </a:lnTo>
                    <a:lnTo>
                      <a:pt x="652" y="68"/>
                    </a:lnTo>
                    <a:lnTo>
                      <a:pt x="656" y="68"/>
                    </a:lnTo>
                    <a:lnTo>
                      <a:pt x="656" y="64"/>
                    </a:lnTo>
                    <a:lnTo>
                      <a:pt x="660" y="64"/>
                    </a:lnTo>
                    <a:lnTo>
                      <a:pt x="662" y="64"/>
                    </a:lnTo>
                    <a:lnTo>
                      <a:pt x="670" y="60"/>
                    </a:lnTo>
                    <a:lnTo>
                      <a:pt x="674" y="60"/>
                    </a:lnTo>
                    <a:lnTo>
                      <a:pt x="678" y="60"/>
                    </a:lnTo>
                    <a:lnTo>
                      <a:pt x="682" y="60"/>
                    </a:lnTo>
                    <a:lnTo>
                      <a:pt x="686" y="56"/>
                    </a:lnTo>
                    <a:lnTo>
                      <a:pt x="688" y="60"/>
                    </a:lnTo>
                    <a:lnTo>
                      <a:pt x="688" y="56"/>
                    </a:lnTo>
                    <a:lnTo>
                      <a:pt x="692" y="56"/>
                    </a:lnTo>
                    <a:lnTo>
                      <a:pt x="688" y="56"/>
                    </a:lnTo>
                    <a:lnTo>
                      <a:pt x="688" y="52"/>
                    </a:lnTo>
                    <a:lnTo>
                      <a:pt x="692" y="48"/>
                    </a:lnTo>
                    <a:lnTo>
                      <a:pt x="696" y="48"/>
                    </a:lnTo>
                    <a:lnTo>
                      <a:pt x="700" y="48"/>
                    </a:lnTo>
                    <a:lnTo>
                      <a:pt x="704" y="48"/>
                    </a:lnTo>
                    <a:lnTo>
                      <a:pt x="708" y="48"/>
                    </a:lnTo>
                    <a:lnTo>
                      <a:pt x="712" y="48"/>
                    </a:lnTo>
                    <a:lnTo>
                      <a:pt x="716" y="48"/>
                    </a:lnTo>
                    <a:lnTo>
                      <a:pt x="718" y="48"/>
                    </a:lnTo>
                    <a:lnTo>
                      <a:pt x="718" y="52"/>
                    </a:lnTo>
                    <a:lnTo>
                      <a:pt x="722" y="56"/>
                    </a:lnTo>
                    <a:lnTo>
                      <a:pt x="718" y="64"/>
                    </a:lnTo>
                    <a:lnTo>
                      <a:pt x="716" y="68"/>
                    </a:lnTo>
                    <a:lnTo>
                      <a:pt x="716" y="72"/>
                    </a:lnTo>
                    <a:lnTo>
                      <a:pt x="712" y="72"/>
                    </a:lnTo>
                    <a:lnTo>
                      <a:pt x="708" y="72"/>
                    </a:lnTo>
                    <a:lnTo>
                      <a:pt x="712" y="72"/>
                    </a:lnTo>
                    <a:lnTo>
                      <a:pt x="708" y="74"/>
                    </a:lnTo>
                    <a:lnTo>
                      <a:pt x="704" y="74"/>
                    </a:lnTo>
                    <a:lnTo>
                      <a:pt x="700" y="78"/>
                    </a:lnTo>
                    <a:lnTo>
                      <a:pt x="696" y="78"/>
                    </a:lnTo>
                    <a:lnTo>
                      <a:pt x="692" y="82"/>
                    </a:lnTo>
                    <a:lnTo>
                      <a:pt x="696" y="82"/>
                    </a:lnTo>
                    <a:lnTo>
                      <a:pt x="696" y="86"/>
                    </a:lnTo>
                    <a:lnTo>
                      <a:pt x="692" y="86"/>
                    </a:lnTo>
                    <a:lnTo>
                      <a:pt x="688" y="86"/>
                    </a:lnTo>
                    <a:lnTo>
                      <a:pt x="686" y="90"/>
                    </a:lnTo>
                    <a:lnTo>
                      <a:pt x="688" y="90"/>
                    </a:lnTo>
                    <a:lnTo>
                      <a:pt x="692" y="90"/>
                    </a:lnTo>
                    <a:lnTo>
                      <a:pt x="688" y="90"/>
                    </a:lnTo>
                    <a:lnTo>
                      <a:pt x="686" y="94"/>
                    </a:lnTo>
                    <a:lnTo>
                      <a:pt x="688" y="94"/>
                    </a:lnTo>
                    <a:lnTo>
                      <a:pt x="688" y="90"/>
                    </a:lnTo>
                    <a:lnTo>
                      <a:pt x="692" y="90"/>
                    </a:lnTo>
                    <a:lnTo>
                      <a:pt x="696" y="90"/>
                    </a:lnTo>
                    <a:lnTo>
                      <a:pt x="696" y="86"/>
                    </a:lnTo>
                    <a:lnTo>
                      <a:pt x="700" y="86"/>
                    </a:lnTo>
                    <a:lnTo>
                      <a:pt x="700" y="82"/>
                    </a:lnTo>
                    <a:lnTo>
                      <a:pt x="704" y="82"/>
                    </a:lnTo>
                    <a:lnTo>
                      <a:pt x="708" y="82"/>
                    </a:lnTo>
                    <a:lnTo>
                      <a:pt x="712" y="78"/>
                    </a:lnTo>
                    <a:lnTo>
                      <a:pt x="716" y="74"/>
                    </a:lnTo>
                    <a:lnTo>
                      <a:pt x="718" y="74"/>
                    </a:lnTo>
                    <a:lnTo>
                      <a:pt x="718" y="72"/>
                    </a:lnTo>
                    <a:lnTo>
                      <a:pt x="722" y="72"/>
                    </a:lnTo>
                    <a:lnTo>
                      <a:pt x="726" y="72"/>
                    </a:lnTo>
                    <a:lnTo>
                      <a:pt x="730" y="68"/>
                    </a:lnTo>
                    <a:lnTo>
                      <a:pt x="734" y="64"/>
                    </a:lnTo>
                    <a:lnTo>
                      <a:pt x="738" y="64"/>
                    </a:lnTo>
                    <a:lnTo>
                      <a:pt x="742" y="60"/>
                    </a:lnTo>
                    <a:lnTo>
                      <a:pt x="744" y="60"/>
                    </a:lnTo>
                    <a:lnTo>
                      <a:pt x="748" y="60"/>
                    </a:lnTo>
                    <a:lnTo>
                      <a:pt x="744" y="60"/>
                    </a:lnTo>
                    <a:lnTo>
                      <a:pt x="744" y="64"/>
                    </a:lnTo>
                    <a:lnTo>
                      <a:pt x="744" y="68"/>
                    </a:lnTo>
                    <a:lnTo>
                      <a:pt x="748" y="68"/>
                    </a:lnTo>
                    <a:lnTo>
                      <a:pt x="748" y="64"/>
                    </a:lnTo>
                    <a:lnTo>
                      <a:pt x="756" y="64"/>
                    </a:lnTo>
                    <a:lnTo>
                      <a:pt x="760" y="64"/>
                    </a:lnTo>
                    <a:lnTo>
                      <a:pt x="764" y="64"/>
                    </a:lnTo>
                    <a:lnTo>
                      <a:pt x="768" y="64"/>
                    </a:lnTo>
                    <a:lnTo>
                      <a:pt x="770" y="64"/>
                    </a:lnTo>
                    <a:lnTo>
                      <a:pt x="770" y="68"/>
                    </a:lnTo>
                    <a:lnTo>
                      <a:pt x="774" y="68"/>
                    </a:lnTo>
                    <a:lnTo>
                      <a:pt x="778" y="64"/>
                    </a:lnTo>
                    <a:lnTo>
                      <a:pt x="782" y="64"/>
                    </a:lnTo>
                    <a:lnTo>
                      <a:pt x="782" y="60"/>
                    </a:lnTo>
                    <a:lnTo>
                      <a:pt x="778" y="60"/>
                    </a:lnTo>
                    <a:lnTo>
                      <a:pt x="778" y="56"/>
                    </a:lnTo>
                    <a:lnTo>
                      <a:pt x="782" y="56"/>
                    </a:lnTo>
                    <a:lnTo>
                      <a:pt x="782" y="60"/>
                    </a:lnTo>
                    <a:lnTo>
                      <a:pt x="786" y="60"/>
                    </a:lnTo>
                    <a:lnTo>
                      <a:pt x="786" y="56"/>
                    </a:lnTo>
                    <a:lnTo>
                      <a:pt x="782" y="56"/>
                    </a:lnTo>
                    <a:lnTo>
                      <a:pt x="782" y="52"/>
                    </a:lnTo>
                    <a:lnTo>
                      <a:pt x="786" y="52"/>
                    </a:lnTo>
                    <a:lnTo>
                      <a:pt x="786" y="56"/>
                    </a:lnTo>
                    <a:lnTo>
                      <a:pt x="786" y="52"/>
                    </a:lnTo>
                    <a:lnTo>
                      <a:pt x="788" y="52"/>
                    </a:lnTo>
                    <a:lnTo>
                      <a:pt x="792" y="52"/>
                    </a:lnTo>
                    <a:lnTo>
                      <a:pt x="796" y="52"/>
                    </a:lnTo>
                    <a:lnTo>
                      <a:pt x="800" y="52"/>
                    </a:lnTo>
                    <a:lnTo>
                      <a:pt x="804" y="52"/>
                    </a:lnTo>
                    <a:lnTo>
                      <a:pt x="808" y="52"/>
                    </a:lnTo>
                    <a:lnTo>
                      <a:pt x="812" y="52"/>
                    </a:lnTo>
                    <a:lnTo>
                      <a:pt x="816" y="52"/>
                    </a:lnTo>
                    <a:lnTo>
                      <a:pt x="818" y="52"/>
                    </a:lnTo>
                    <a:lnTo>
                      <a:pt x="822" y="52"/>
                    </a:lnTo>
                    <a:lnTo>
                      <a:pt x="826" y="52"/>
                    </a:lnTo>
                    <a:lnTo>
                      <a:pt x="830" y="52"/>
                    </a:lnTo>
                    <a:lnTo>
                      <a:pt x="834" y="52"/>
                    </a:lnTo>
                    <a:lnTo>
                      <a:pt x="834" y="56"/>
                    </a:lnTo>
                    <a:lnTo>
                      <a:pt x="838" y="56"/>
                    </a:lnTo>
                    <a:lnTo>
                      <a:pt x="842" y="56"/>
                    </a:lnTo>
                    <a:lnTo>
                      <a:pt x="844" y="56"/>
                    </a:lnTo>
                    <a:lnTo>
                      <a:pt x="848" y="56"/>
                    </a:lnTo>
                    <a:lnTo>
                      <a:pt x="852" y="56"/>
                    </a:lnTo>
                    <a:lnTo>
                      <a:pt x="852" y="60"/>
                    </a:lnTo>
                    <a:lnTo>
                      <a:pt x="856" y="60"/>
                    </a:lnTo>
                    <a:lnTo>
                      <a:pt x="860" y="60"/>
                    </a:lnTo>
                    <a:lnTo>
                      <a:pt x="856" y="64"/>
                    </a:lnTo>
                    <a:lnTo>
                      <a:pt x="852" y="64"/>
                    </a:lnTo>
                    <a:lnTo>
                      <a:pt x="852" y="68"/>
                    </a:lnTo>
                    <a:lnTo>
                      <a:pt x="848" y="68"/>
                    </a:lnTo>
                    <a:lnTo>
                      <a:pt x="844" y="68"/>
                    </a:lnTo>
                    <a:lnTo>
                      <a:pt x="844" y="72"/>
                    </a:lnTo>
                    <a:lnTo>
                      <a:pt x="842" y="72"/>
                    </a:lnTo>
                    <a:lnTo>
                      <a:pt x="838" y="72"/>
                    </a:lnTo>
                    <a:lnTo>
                      <a:pt x="834" y="74"/>
                    </a:lnTo>
                    <a:lnTo>
                      <a:pt x="830" y="74"/>
                    </a:lnTo>
                    <a:lnTo>
                      <a:pt x="826" y="74"/>
                    </a:lnTo>
                    <a:lnTo>
                      <a:pt x="822" y="74"/>
                    </a:lnTo>
                    <a:lnTo>
                      <a:pt x="818" y="74"/>
                    </a:lnTo>
                    <a:lnTo>
                      <a:pt x="818" y="78"/>
                    </a:lnTo>
                    <a:lnTo>
                      <a:pt x="822" y="78"/>
                    </a:lnTo>
                    <a:lnTo>
                      <a:pt x="822" y="82"/>
                    </a:lnTo>
                    <a:lnTo>
                      <a:pt x="818" y="82"/>
                    </a:lnTo>
                    <a:lnTo>
                      <a:pt x="816" y="82"/>
                    </a:lnTo>
                    <a:lnTo>
                      <a:pt x="812" y="82"/>
                    </a:lnTo>
                    <a:lnTo>
                      <a:pt x="808" y="86"/>
                    </a:lnTo>
                    <a:lnTo>
                      <a:pt x="804" y="86"/>
                    </a:lnTo>
                    <a:lnTo>
                      <a:pt x="800" y="86"/>
                    </a:lnTo>
                    <a:lnTo>
                      <a:pt x="796" y="86"/>
                    </a:lnTo>
                    <a:lnTo>
                      <a:pt x="792" y="86"/>
                    </a:lnTo>
                    <a:lnTo>
                      <a:pt x="788" y="86"/>
                    </a:lnTo>
                    <a:lnTo>
                      <a:pt x="786" y="86"/>
                    </a:lnTo>
                    <a:lnTo>
                      <a:pt x="782" y="86"/>
                    </a:lnTo>
                    <a:lnTo>
                      <a:pt x="778" y="86"/>
                    </a:lnTo>
                    <a:lnTo>
                      <a:pt x="774" y="86"/>
                    </a:lnTo>
                    <a:lnTo>
                      <a:pt x="774" y="90"/>
                    </a:lnTo>
                    <a:lnTo>
                      <a:pt x="770" y="90"/>
                    </a:lnTo>
                    <a:lnTo>
                      <a:pt x="768" y="90"/>
                    </a:lnTo>
                    <a:lnTo>
                      <a:pt x="764" y="90"/>
                    </a:lnTo>
                    <a:lnTo>
                      <a:pt x="760" y="90"/>
                    </a:lnTo>
                    <a:lnTo>
                      <a:pt x="756" y="90"/>
                    </a:lnTo>
                    <a:lnTo>
                      <a:pt x="752" y="90"/>
                    </a:lnTo>
                    <a:lnTo>
                      <a:pt x="748" y="90"/>
                    </a:lnTo>
                    <a:lnTo>
                      <a:pt x="744" y="90"/>
                    </a:lnTo>
                    <a:lnTo>
                      <a:pt x="742" y="90"/>
                    </a:lnTo>
                    <a:lnTo>
                      <a:pt x="738" y="94"/>
                    </a:lnTo>
                    <a:lnTo>
                      <a:pt x="734" y="94"/>
                    </a:lnTo>
                    <a:lnTo>
                      <a:pt x="734" y="90"/>
                    </a:lnTo>
                    <a:lnTo>
                      <a:pt x="730" y="90"/>
                    </a:lnTo>
                    <a:lnTo>
                      <a:pt x="730" y="94"/>
                    </a:lnTo>
                    <a:lnTo>
                      <a:pt x="734" y="94"/>
                    </a:lnTo>
                    <a:lnTo>
                      <a:pt x="738" y="94"/>
                    </a:lnTo>
                    <a:lnTo>
                      <a:pt x="742" y="94"/>
                    </a:lnTo>
                    <a:lnTo>
                      <a:pt x="744" y="94"/>
                    </a:lnTo>
                    <a:lnTo>
                      <a:pt x="744" y="90"/>
                    </a:lnTo>
                    <a:lnTo>
                      <a:pt x="748" y="90"/>
                    </a:lnTo>
                    <a:lnTo>
                      <a:pt x="752" y="90"/>
                    </a:lnTo>
                    <a:lnTo>
                      <a:pt x="756" y="90"/>
                    </a:lnTo>
                    <a:lnTo>
                      <a:pt x="760" y="90"/>
                    </a:lnTo>
                    <a:lnTo>
                      <a:pt x="764" y="90"/>
                    </a:lnTo>
                    <a:lnTo>
                      <a:pt x="768" y="94"/>
                    </a:lnTo>
                    <a:lnTo>
                      <a:pt x="770" y="94"/>
                    </a:lnTo>
                    <a:lnTo>
                      <a:pt x="774" y="94"/>
                    </a:lnTo>
                    <a:lnTo>
                      <a:pt x="778" y="94"/>
                    </a:lnTo>
                    <a:lnTo>
                      <a:pt x="782" y="90"/>
                    </a:lnTo>
                    <a:lnTo>
                      <a:pt x="786" y="90"/>
                    </a:lnTo>
                    <a:lnTo>
                      <a:pt x="788" y="90"/>
                    </a:lnTo>
                    <a:lnTo>
                      <a:pt x="788" y="94"/>
                    </a:lnTo>
                    <a:lnTo>
                      <a:pt x="792" y="94"/>
                    </a:lnTo>
                    <a:lnTo>
                      <a:pt x="796" y="94"/>
                    </a:lnTo>
                    <a:lnTo>
                      <a:pt x="800" y="94"/>
                    </a:lnTo>
                    <a:lnTo>
                      <a:pt x="804" y="94"/>
                    </a:lnTo>
                    <a:lnTo>
                      <a:pt x="800" y="94"/>
                    </a:lnTo>
                    <a:lnTo>
                      <a:pt x="800" y="98"/>
                    </a:lnTo>
                    <a:lnTo>
                      <a:pt x="796" y="98"/>
                    </a:lnTo>
                    <a:lnTo>
                      <a:pt x="792" y="98"/>
                    </a:lnTo>
                    <a:lnTo>
                      <a:pt x="796" y="98"/>
                    </a:lnTo>
                    <a:lnTo>
                      <a:pt x="792" y="100"/>
                    </a:lnTo>
                    <a:lnTo>
                      <a:pt x="788" y="100"/>
                    </a:lnTo>
                    <a:lnTo>
                      <a:pt x="786" y="100"/>
                    </a:lnTo>
                    <a:lnTo>
                      <a:pt x="782" y="100"/>
                    </a:lnTo>
                    <a:lnTo>
                      <a:pt x="778" y="100"/>
                    </a:lnTo>
                    <a:lnTo>
                      <a:pt x="774" y="100"/>
                    </a:lnTo>
                    <a:lnTo>
                      <a:pt x="770" y="100"/>
                    </a:lnTo>
                    <a:lnTo>
                      <a:pt x="768" y="100"/>
                    </a:lnTo>
                    <a:lnTo>
                      <a:pt x="764" y="100"/>
                    </a:lnTo>
                    <a:lnTo>
                      <a:pt x="760" y="100"/>
                    </a:lnTo>
                    <a:lnTo>
                      <a:pt x="756" y="100"/>
                    </a:lnTo>
                    <a:lnTo>
                      <a:pt x="752" y="100"/>
                    </a:lnTo>
                    <a:lnTo>
                      <a:pt x="748" y="100"/>
                    </a:lnTo>
                    <a:lnTo>
                      <a:pt x="748" y="104"/>
                    </a:lnTo>
                    <a:lnTo>
                      <a:pt x="744" y="104"/>
                    </a:lnTo>
                    <a:lnTo>
                      <a:pt x="742" y="104"/>
                    </a:lnTo>
                    <a:lnTo>
                      <a:pt x="744" y="104"/>
                    </a:lnTo>
                    <a:lnTo>
                      <a:pt x="742" y="108"/>
                    </a:lnTo>
                    <a:lnTo>
                      <a:pt x="738" y="112"/>
                    </a:lnTo>
                    <a:lnTo>
                      <a:pt x="742" y="112"/>
                    </a:lnTo>
                    <a:lnTo>
                      <a:pt x="744" y="112"/>
                    </a:lnTo>
                    <a:lnTo>
                      <a:pt x="744" y="116"/>
                    </a:lnTo>
                    <a:lnTo>
                      <a:pt x="748" y="116"/>
                    </a:lnTo>
                    <a:lnTo>
                      <a:pt x="748" y="112"/>
                    </a:lnTo>
                    <a:lnTo>
                      <a:pt x="752" y="112"/>
                    </a:lnTo>
                    <a:lnTo>
                      <a:pt x="748" y="112"/>
                    </a:lnTo>
                    <a:lnTo>
                      <a:pt x="744" y="112"/>
                    </a:lnTo>
                    <a:lnTo>
                      <a:pt x="748" y="108"/>
                    </a:lnTo>
                    <a:lnTo>
                      <a:pt x="752" y="108"/>
                    </a:lnTo>
                    <a:lnTo>
                      <a:pt x="756" y="108"/>
                    </a:lnTo>
                    <a:lnTo>
                      <a:pt x="756" y="104"/>
                    </a:lnTo>
                    <a:lnTo>
                      <a:pt x="760" y="104"/>
                    </a:lnTo>
                    <a:lnTo>
                      <a:pt x="764" y="104"/>
                    </a:lnTo>
                    <a:lnTo>
                      <a:pt x="768" y="104"/>
                    </a:lnTo>
                    <a:lnTo>
                      <a:pt x="770" y="104"/>
                    </a:lnTo>
                    <a:lnTo>
                      <a:pt x="774" y="104"/>
                    </a:lnTo>
                    <a:lnTo>
                      <a:pt x="778" y="104"/>
                    </a:lnTo>
                    <a:lnTo>
                      <a:pt x="782" y="104"/>
                    </a:lnTo>
                    <a:lnTo>
                      <a:pt x="786" y="104"/>
                    </a:lnTo>
                    <a:lnTo>
                      <a:pt x="786" y="108"/>
                    </a:lnTo>
                    <a:lnTo>
                      <a:pt x="782" y="108"/>
                    </a:lnTo>
                    <a:lnTo>
                      <a:pt x="778" y="112"/>
                    </a:lnTo>
                    <a:lnTo>
                      <a:pt x="778" y="116"/>
                    </a:lnTo>
                    <a:lnTo>
                      <a:pt x="774" y="116"/>
                    </a:lnTo>
                    <a:lnTo>
                      <a:pt x="770" y="116"/>
                    </a:lnTo>
                    <a:lnTo>
                      <a:pt x="768" y="116"/>
                    </a:lnTo>
                    <a:lnTo>
                      <a:pt x="764" y="116"/>
                    </a:lnTo>
                    <a:lnTo>
                      <a:pt x="760" y="116"/>
                    </a:lnTo>
                    <a:lnTo>
                      <a:pt x="756" y="116"/>
                    </a:lnTo>
                    <a:lnTo>
                      <a:pt x="756" y="120"/>
                    </a:lnTo>
                    <a:lnTo>
                      <a:pt x="752" y="120"/>
                    </a:lnTo>
                    <a:lnTo>
                      <a:pt x="756" y="120"/>
                    </a:lnTo>
                    <a:lnTo>
                      <a:pt x="756" y="124"/>
                    </a:lnTo>
                    <a:lnTo>
                      <a:pt x="752" y="124"/>
                    </a:lnTo>
                    <a:lnTo>
                      <a:pt x="752" y="128"/>
                    </a:lnTo>
                    <a:lnTo>
                      <a:pt x="752" y="130"/>
                    </a:lnTo>
                    <a:lnTo>
                      <a:pt x="752" y="134"/>
                    </a:lnTo>
                    <a:lnTo>
                      <a:pt x="752" y="130"/>
                    </a:lnTo>
                    <a:lnTo>
                      <a:pt x="756" y="128"/>
                    </a:lnTo>
                    <a:lnTo>
                      <a:pt x="760" y="128"/>
                    </a:lnTo>
                    <a:lnTo>
                      <a:pt x="764" y="128"/>
                    </a:lnTo>
                    <a:lnTo>
                      <a:pt x="764" y="130"/>
                    </a:lnTo>
                    <a:lnTo>
                      <a:pt x="760" y="130"/>
                    </a:lnTo>
                    <a:lnTo>
                      <a:pt x="764" y="130"/>
                    </a:lnTo>
                    <a:lnTo>
                      <a:pt x="760" y="130"/>
                    </a:lnTo>
                    <a:lnTo>
                      <a:pt x="756" y="130"/>
                    </a:lnTo>
                    <a:lnTo>
                      <a:pt x="756" y="134"/>
                    </a:lnTo>
                    <a:lnTo>
                      <a:pt x="752" y="134"/>
                    </a:lnTo>
                    <a:lnTo>
                      <a:pt x="748" y="134"/>
                    </a:lnTo>
                    <a:lnTo>
                      <a:pt x="748" y="138"/>
                    </a:lnTo>
                    <a:lnTo>
                      <a:pt x="748" y="142"/>
                    </a:lnTo>
                    <a:lnTo>
                      <a:pt x="744" y="142"/>
                    </a:lnTo>
                    <a:lnTo>
                      <a:pt x="742" y="142"/>
                    </a:lnTo>
                    <a:lnTo>
                      <a:pt x="738" y="142"/>
                    </a:lnTo>
                    <a:lnTo>
                      <a:pt x="734" y="142"/>
                    </a:lnTo>
                    <a:lnTo>
                      <a:pt x="734" y="146"/>
                    </a:lnTo>
                    <a:lnTo>
                      <a:pt x="738" y="146"/>
                    </a:lnTo>
                    <a:lnTo>
                      <a:pt x="734" y="146"/>
                    </a:lnTo>
                    <a:lnTo>
                      <a:pt x="730" y="146"/>
                    </a:lnTo>
                    <a:lnTo>
                      <a:pt x="730" y="150"/>
                    </a:lnTo>
                    <a:lnTo>
                      <a:pt x="734" y="150"/>
                    </a:lnTo>
                    <a:lnTo>
                      <a:pt x="734" y="146"/>
                    </a:lnTo>
                    <a:lnTo>
                      <a:pt x="738" y="146"/>
                    </a:lnTo>
                    <a:lnTo>
                      <a:pt x="738" y="150"/>
                    </a:lnTo>
                    <a:lnTo>
                      <a:pt x="734" y="150"/>
                    </a:lnTo>
                    <a:lnTo>
                      <a:pt x="734" y="154"/>
                    </a:lnTo>
                    <a:lnTo>
                      <a:pt x="730" y="158"/>
                    </a:lnTo>
                    <a:lnTo>
                      <a:pt x="730" y="160"/>
                    </a:lnTo>
                    <a:lnTo>
                      <a:pt x="726" y="160"/>
                    </a:lnTo>
                    <a:lnTo>
                      <a:pt x="722" y="160"/>
                    </a:lnTo>
                    <a:lnTo>
                      <a:pt x="726" y="164"/>
                    </a:lnTo>
                    <a:lnTo>
                      <a:pt x="730" y="164"/>
                    </a:lnTo>
                    <a:lnTo>
                      <a:pt x="726" y="164"/>
                    </a:lnTo>
                    <a:lnTo>
                      <a:pt x="722" y="168"/>
                    </a:lnTo>
                    <a:lnTo>
                      <a:pt x="726" y="168"/>
                    </a:lnTo>
                    <a:lnTo>
                      <a:pt x="722" y="172"/>
                    </a:lnTo>
                    <a:lnTo>
                      <a:pt x="718" y="174"/>
                    </a:lnTo>
                    <a:lnTo>
                      <a:pt x="722" y="174"/>
                    </a:lnTo>
                    <a:lnTo>
                      <a:pt x="726" y="174"/>
                    </a:lnTo>
                    <a:lnTo>
                      <a:pt x="730" y="174"/>
                    </a:lnTo>
                    <a:lnTo>
                      <a:pt x="726" y="174"/>
                    </a:lnTo>
                    <a:lnTo>
                      <a:pt x="726" y="178"/>
                    </a:lnTo>
                    <a:lnTo>
                      <a:pt x="730" y="174"/>
                    </a:lnTo>
                    <a:lnTo>
                      <a:pt x="730" y="172"/>
                    </a:lnTo>
                    <a:lnTo>
                      <a:pt x="734" y="168"/>
                    </a:lnTo>
                    <a:lnTo>
                      <a:pt x="738" y="164"/>
                    </a:lnTo>
                    <a:lnTo>
                      <a:pt x="742" y="168"/>
                    </a:lnTo>
                    <a:lnTo>
                      <a:pt x="744" y="168"/>
                    </a:lnTo>
                    <a:lnTo>
                      <a:pt x="748" y="172"/>
                    </a:lnTo>
                    <a:lnTo>
                      <a:pt x="752" y="172"/>
                    </a:lnTo>
                    <a:lnTo>
                      <a:pt x="756" y="172"/>
                    </a:lnTo>
                    <a:lnTo>
                      <a:pt x="760" y="172"/>
                    </a:lnTo>
                    <a:lnTo>
                      <a:pt x="764" y="174"/>
                    </a:lnTo>
                    <a:lnTo>
                      <a:pt x="760" y="174"/>
                    </a:lnTo>
                    <a:lnTo>
                      <a:pt x="760" y="178"/>
                    </a:lnTo>
                    <a:lnTo>
                      <a:pt x="756" y="174"/>
                    </a:lnTo>
                    <a:lnTo>
                      <a:pt x="748" y="174"/>
                    </a:lnTo>
                    <a:lnTo>
                      <a:pt x="748" y="172"/>
                    </a:lnTo>
                    <a:lnTo>
                      <a:pt x="744" y="172"/>
                    </a:lnTo>
                    <a:lnTo>
                      <a:pt x="744" y="174"/>
                    </a:lnTo>
                    <a:lnTo>
                      <a:pt x="742" y="174"/>
                    </a:lnTo>
                    <a:lnTo>
                      <a:pt x="738" y="174"/>
                    </a:lnTo>
                    <a:lnTo>
                      <a:pt x="742" y="174"/>
                    </a:lnTo>
                    <a:lnTo>
                      <a:pt x="744" y="174"/>
                    </a:lnTo>
                    <a:lnTo>
                      <a:pt x="744" y="178"/>
                    </a:lnTo>
                    <a:lnTo>
                      <a:pt x="742" y="178"/>
                    </a:lnTo>
                    <a:lnTo>
                      <a:pt x="744" y="178"/>
                    </a:lnTo>
                    <a:lnTo>
                      <a:pt x="742" y="178"/>
                    </a:lnTo>
                    <a:lnTo>
                      <a:pt x="738" y="178"/>
                    </a:lnTo>
                    <a:lnTo>
                      <a:pt x="734" y="178"/>
                    </a:lnTo>
                    <a:lnTo>
                      <a:pt x="738" y="178"/>
                    </a:lnTo>
                    <a:lnTo>
                      <a:pt x="742" y="178"/>
                    </a:lnTo>
                    <a:lnTo>
                      <a:pt x="744" y="178"/>
                    </a:lnTo>
                    <a:lnTo>
                      <a:pt x="748" y="182"/>
                    </a:lnTo>
                    <a:lnTo>
                      <a:pt x="744" y="182"/>
                    </a:lnTo>
                    <a:lnTo>
                      <a:pt x="742" y="182"/>
                    </a:lnTo>
                    <a:lnTo>
                      <a:pt x="738" y="182"/>
                    </a:lnTo>
                    <a:lnTo>
                      <a:pt x="742" y="182"/>
                    </a:lnTo>
                    <a:lnTo>
                      <a:pt x="744" y="182"/>
                    </a:lnTo>
                    <a:lnTo>
                      <a:pt x="748" y="182"/>
                    </a:lnTo>
                    <a:lnTo>
                      <a:pt x="752" y="182"/>
                    </a:lnTo>
                    <a:lnTo>
                      <a:pt x="756" y="182"/>
                    </a:lnTo>
                    <a:lnTo>
                      <a:pt x="756" y="186"/>
                    </a:lnTo>
                    <a:lnTo>
                      <a:pt x="760" y="186"/>
                    </a:lnTo>
                    <a:lnTo>
                      <a:pt x="764" y="186"/>
                    </a:lnTo>
                    <a:lnTo>
                      <a:pt x="764" y="182"/>
                    </a:lnTo>
                    <a:lnTo>
                      <a:pt x="768" y="182"/>
                    </a:lnTo>
                    <a:lnTo>
                      <a:pt x="770" y="182"/>
                    </a:lnTo>
                    <a:lnTo>
                      <a:pt x="774" y="186"/>
                    </a:lnTo>
                    <a:lnTo>
                      <a:pt x="774" y="190"/>
                    </a:lnTo>
                    <a:lnTo>
                      <a:pt x="774" y="194"/>
                    </a:lnTo>
                    <a:lnTo>
                      <a:pt x="774" y="198"/>
                    </a:lnTo>
                    <a:lnTo>
                      <a:pt x="770" y="198"/>
                    </a:lnTo>
                    <a:lnTo>
                      <a:pt x="770" y="200"/>
                    </a:lnTo>
                    <a:lnTo>
                      <a:pt x="768" y="198"/>
                    </a:lnTo>
                    <a:lnTo>
                      <a:pt x="764" y="198"/>
                    </a:lnTo>
                    <a:lnTo>
                      <a:pt x="760" y="198"/>
                    </a:lnTo>
                    <a:lnTo>
                      <a:pt x="756" y="198"/>
                    </a:lnTo>
                    <a:lnTo>
                      <a:pt x="752" y="194"/>
                    </a:lnTo>
                    <a:lnTo>
                      <a:pt x="748" y="194"/>
                    </a:lnTo>
                    <a:lnTo>
                      <a:pt x="744" y="194"/>
                    </a:lnTo>
                    <a:lnTo>
                      <a:pt x="738" y="194"/>
                    </a:lnTo>
                    <a:lnTo>
                      <a:pt x="734" y="194"/>
                    </a:lnTo>
                    <a:lnTo>
                      <a:pt x="738" y="194"/>
                    </a:lnTo>
                    <a:lnTo>
                      <a:pt x="742" y="194"/>
                    </a:lnTo>
                    <a:lnTo>
                      <a:pt x="742" y="198"/>
                    </a:lnTo>
                    <a:lnTo>
                      <a:pt x="738" y="198"/>
                    </a:lnTo>
                    <a:lnTo>
                      <a:pt x="734" y="198"/>
                    </a:lnTo>
                    <a:lnTo>
                      <a:pt x="730" y="198"/>
                    </a:lnTo>
                    <a:lnTo>
                      <a:pt x="726" y="198"/>
                    </a:lnTo>
                    <a:lnTo>
                      <a:pt x="730" y="198"/>
                    </a:lnTo>
                    <a:lnTo>
                      <a:pt x="734" y="198"/>
                    </a:lnTo>
                    <a:lnTo>
                      <a:pt x="738" y="198"/>
                    </a:lnTo>
                    <a:lnTo>
                      <a:pt x="734" y="198"/>
                    </a:lnTo>
                    <a:lnTo>
                      <a:pt x="734" y="200"/>
                    </a:lnTo>
                    <a:lnTo>
                      <a:pt x="734" y="198"/>
                    </a:lnTo>
                    <a:lnTo>
                      <a:pt x="730" y="198"/>
                    </a:lnTo>
                    <a:lnTo>
                      <a:pt x="730" y="200"/>
                    </a:lnTo>
                    <a:lnTo>
                      <a:pt x="726" y="204"/>
                    </a:lnTo>
                    <a:lnTo>
                      <a:pt x="722" y="204"/>
                    </a:lnTo>
                    <a:lnTo>
                      <a:pt x="722" y="200"/>
                    </a:lnTo>
                    <a:lnTo>
                      <a:pt x="718" y="198"/>
                    </a:lnTo>
                    <a:lnTo>
                      <a:pt x="716" y="198"/>
                    </a:lnTo>
                    <a:lnTo>
                      <a:pt x="716" y="200"/>
                    </a:lnTo>
                    <a:lnTo>
                      <a:pt x="712" y="200"/>
                    </a:lnTo>
                    <a:lnTo>
                      <a:pt x="716" y="204"/>
                    </a:lnTo>
                    <a:lnTo>
                      <a:pt x="716" y="208"/>
                    </a:lnTo>
                    <a:lnTo>
                      <a:pt x="716" y="204"/>
                    </a:lnTo>
                    <a:lnTo>
                      <a:pt x="718" y="204"/>
                    </a:lnTo>
                    <a:lnTo>
                      <a:pt x="722" y="204"/>
                    </a:lnTo>
                    <a:lnTo>
                      <a:pt x="726" y="208"/>
                    </a:lnTo>
                    <a:lnTo>
                      <a:pt x="722" y="208"/>
                    </a:lnTo>
                    <a:lnTo>
                      <a:pt x="718" y="208"/>
                    </a:lnTo>
                    <a:lnTo>
                      <a:pt x="722" y="208"/>
                    </a:lnTo>
                    <a:lnTo>
                      <a:pt x="726" y="208"/>
                    </a:lnTo>
                    <a:lnTo>
                      <a:pt x="722" y="208"/>
                    </a:lnTo>
                    <a:lnTo>
                      <a:pt x="718" y="208"/>
                    </a:lnTo>
                    <a:lnTo>
                      <a:pt x="716" y="208"/>
                    </a:lnTo>
                    <a:lnTo>
                      <a:pt x="718" y="208"/>
                    </a:lnTo>
                    <a:lnTo>
                      <a:pt x="722" y="208"/>
                    </a:lnTo>
                    <a:lnTo>
                      <a:pt x="726" y="208"/>
                    </a:lnTo>
                    <a:lnTo>
                      <a:pt x="726" y="212"/>
                    </a:lnTo>
                    <a:lnTo>
                      <a:pt x="726" y="216"/>
                    </a:lnTo>
                    <a:lnTo>
                      <a:pt x="730" y="212"/>
                    </a:lnTo>
                    <a:lnTo>
                      <a:pt x="734" y="212"/>
                    </a:lnTo>
                    <a:lnTo>
                      <a:pt x="734" y="216"/>
                    </a:lnTo>
                    <a:lnTo>
                      <a:pt x="738" y="216"/>
                    </a:lnTo>
                    <a:lnTo>
                      <a:pt x="742" y="216"/>
                    </a:lnTo>
                    <a:lnTo>
                      <a:pt x="744" y="216"/>
                    </a:lnTo>
                    <a:lnTo>
                      <a:pt x="742" y="216"/>
                    </a:lnTo>
                    <a:lnTo>
                      <a:pt x="738" y="216"/>
                    </a:lnTo>
                    <a:lnTo>
                      <a:pt x="734" y="212"/>
                    </a:lnTo>
                    <a:lnTo>
                      <a:pt x="738" y="212"/>
                    </a:lnTo>
                    <a:lnTo>
                      <a:pt x="742" y="212"/>
                    </a:lnTo>
                    <a:lnTo>
                      <a:pt x="742" y="216"/>
                    </a:lnTo>
                    <a:lnTo>
                      <a:pt x="744" y="216"/>
                    </a:lnTo>
                    <a:lnTo>
                      <a:pt x="748" y="216"/>
                    </a:lnTo>
                    <a:lnTo>
                      <a:pt x="748" y="212"/>
                    </a:lnTo>
                    <a:lnTo>
                      <a:pt x="752" y="216"/>
                    </a:lnTo>
                    <a:lnTo>
                      <a:pt x="752" y="220"/>
                    </a:lnTo>
                    <a:lnTo>
                      <a:pt x="748" y="220"/>
                    </a:lnTo>
                    <a:lnTo>
                      <a:pt x="744" y="220"/>
                    </a:lnTo>
                    <a:lnTo>
                      <a:pt x="744" y="224"/>
                    </a:lnTo>
                    <a:lnTo>
                      <a:pt x="742" y="224"/>
                    </a:lnTo>
                    <a:lnTo>
                      <a:pt x="738" y="220"/>
                    </a:lnTo>
                    <a:lnTo>
                      <a:pt x="730" y="220"/>
                    </a:lnTo>
                    <a:lnTo>
                      <a:pt x="730" y="224"/>
                    </a:lnTo>
                    <a:lnTo>
                      <a:pt x="726" y="224"/>
                    </a:lnTo>
                    <a:lnTo>
                      <a:pt x="722" y="224"/>
                    </a:lnTo>
                    <a:lnTo>
                      <a:pt x="722" y="220"/>
                    </a:lnTo>
                    <a:lnTo>
                      <a:pt x="722" y="224"/>
                    </a:lnTo>
                    <a:lnTo>
                      <a:pt x="726" y="224"/>
                    </a:lnTo>
                    <a:lnTo>
                      <a:pt x="730" y="224"/>
                    </a:lnTo>
                    <a:lnTo>
                      <a:pt x="734" y="224"/>
                    </a:lnTo>
                    <a:lnTo>
                      <a:pt x="738" y="224"/>
                    </a:lnTo>
                    <a:lnTo>
                      <a:pt x="742" y="224"/>
                    </a:lnTo>
                    <a:lnTo>
                      <a:pt x="744" y="224"/>
                    </a:lnTo>
                    <a:lnTo>
                      <a:pt x="748" y="224"/>
                    </a:lnTo>
                    <a:lnTo>
                      <a:pt x="752" y="224"/>
                    </a:lnTo>
                    <a:lnTo>
                      <a:pt x="756" y="228"/>
                    </a:lnTo>
                    <a:lnTo>
                      <a:pt x="756" y="230"/>
                    </a:lnTo>
                    <a:lnTo>
                      <a:pt x="756" y="234"/>
                    </a:lnTo>
                    <a:lnTo>
                      <a:pt x="760" y="238"/>
                    </a:lnTo>
                    <a:lnTo>
                      <a:pt x="756" y="238"/>
                    </a:lnTo>
                    <a:lnTo>
                      <a:pt x="756" y="242"/>
                    </a:lnTo>
                    <a:lnTo>
                      <a:pt x="756" y="246"/>
                    </a:lnTo>
                    <a:lnTo>
                      <a:pt x="752" y="246"/>
                    </a:lnTo>
                    <a:lnTo>
                      <a:pt x="748" y="246"/>
                    </a:lnTo>
                    <a:lnTo>
                      <a:pt x="748" y="242"/>
                    </a:lnTo>
                    <a:lnTo>
                      <a:pt x="748" y="238"/>
                    </a:lnTo>
                    <a:lnTo>
                      <a:pt x="744" y="238"/>
                    </a:lnTo>
                    <a:lnTo>
                      <a:pt x="742" y="238"/>
                    </a:lnTo>
                    <a:lnTo>
                      <a:pt x="742" y="242"/>
                    </a:lnTo>
                    <a:lnTo>
                      <a:pt x="738" y="242"/>
                    </a:lnTo>
                    <a:lnTo>
                      <a:pt x="734" y="238"/>
                    </a:lnTo>
                    <a:lnTo>
                      <a:pt x="730" y="234"/>
                    </a:lnTo>
                    <a:lnTo>
                      <a:pt x="726" y="234"/>
                    </a:lnTo>
                    <a:lnTo>
                      <a:pt x="726" y="230"/>
                    </a:lnTo>
                    <a:lnTo>
                      <a:pt x="722" y="230"/>
                    </a:lnTo>
                    <a:lnTo>
                      <a:pt x="718" y="230"/>
                    </a:lnTo>
                    <a:lnTo>
                      <a:pt x="716" y="230"/>
                    </a:lnTo>
                    <a:lnTo>
                      <a:pt x="718" y="230"/>
                    </a:lnTo>
                    <a:lnTo>
                      <a:pt x="722" y="230"/>
                    </a:lnTo>
                    <a:lnTo>
                      <a:pt x="722" y="234"/>
                    </a:lnTo>
                    <a:lnTo>
                      <a:pt x="726" y="234"/>
                    </a:lnTo>
                    <a:lnTo>
                      <a:pt x="730" y="234"/>
                    </a:lnTo>
                    <a:lnTo>
                      <a:pt x="726" y="234"/>
                    </a:lnTo>
                    <a:lnTo>
                      <a:pt x="722" y="234"/>
                    </a:lnTo>
                    <a:lnTo>
                      <a:pt x="718" y="234"/>
                    </a:lnTo>
                    <a:lnTo>
                      <a:pt x="716" y="234"/>
                    </a:lnTo>
                    <a:lnTo>
                      <a:pt x="718" y="234"/>
                    </a:lnTo>
                    <a:lnTo>
                      <a:pt x="722" y="234"/>
                    </a:lnTo>
                    <a:lnTo>
                      <a:pt x="726" y="234"/>
                    </a:lnTo>
                    <a:lnTo>
                      <a:pt x="730" y="238"/>
                    </a:lnTo>
                    <a:lnTo>
                      <a:pt x="734" y="238"/>
                    </a:lnTo>
                    <a:lnTo>
                      <a:pt x="738" y="242"/>
                    </a:lnTo>
                    <a:lnTo>
                      <a:pt x="742" y="242"/>
                    </a:lnTo>
                    <a:lnTo>
                      <a:pt x="742" y="246"/>
                    </a:lnTo>
                    <a:lnTo>
                      <a:pt x="738" y="246"/>
                    </a:lnTo>
                    <a:lnTo>
                      <a:pt x="734" y="246"/>
                    </a:lnTo>
                    <a:lnTo>
                      <a:pt x="730" y="246"/>
                    </a:lnTo>
                    <a:lnTo>
                      <a:pt x="730" y="250"/>
                    </a:lnTo>
                    <a:lnTo>
                      <a:pt x="726" y="250"/>
                    </a:lnTo>
                    <a:lnTo>
                      <a:pt x="722" y="250"/>
                    </a:lnTo>
                    <a:lnTo>
                      <a:pt x="722" y="246"/>
                    </a:lnTo>
                    <a:lnTo>
                      <a:pt x="718" y="246"/>
                    </a:lnTo>
                    <a:lnTo>
                      <a:pt x="716" y="246"/>
                    </a:lnTo>
                    <a:lnTo>
                      <a:pt x="716" y="242"/>
                    </a:lnTo>
                    <a:lnTo>
                      <a:pt x="716" y="246"/>
                    </a:lnTo>
                    <a:lnTo>
                      <a:pt x="718" y="246"/>
                    </a:lnTo>
                    <a:lnTo>
                      <a:pt x="722" y="246"/>
                    </a:lnTo>
                    <a:lnTo>
                      <a:pt x="722" y="250"/>
                    </a:lnTo>
                    <a:lnTo>
                      <a:pt x="726" y="250"/>
                    </a:lnTo>
                    <a:lnTo>
                      <a:pt x="730" y="250"/>
                    </a:lnTo>
                    <a:lnTo>
                      <a:pt x="730" y="246"/>
                    </a:lnTo>
                    <a:lnTo>
                      <a:pt x="734" y="246"/>
                    </a:lnTo>
                    <a:lnTo>
                      <a:pt x="738" y="246"/>
                    </a:lnTo>
                    <a:lnTo>
                      <a:pt x="742" y="246"/>
                    </a:lnTo>
                    <a:lnTo>
                      <a:pt x="742" y="250"/>
                    </a:lnTo>
                    <a:lnTo>
                      <a:pt x="738" y="254"/>
                    </a:lnTo>
                    <a:lnTo>
                      <a:pt x="742" y="254"/>
                    </a:lnTo>
                    <a:lnTo>
                      <a:pt x="742" y="256"/>
                    </a:lnTo>
                    <a:lnTo>
                      <a:pt x="738" y="256"/>
                    </a:lnTo>
                    <a:lnTo>
                      <a:pt x="734" y="256"/>
                    </a:lnTo>
                    <a:lnTo>
                      <a:pt x="738" y="256"/>
                    </a:lnTo>
                    <a:lnTo>
                      <a:pt x="742" y="256"/>
                    </a:lnTo>
                    <a:lnTo>
                      <a:pt x="744" y="256"/>
                    </a:lnTo>
                    <a:lnTo>
                      <a:pt x="748" y="256"/>
                    </a:lnTo>
                    <a:lnTo>
                      <a:pt x="752" y="260"/>
                    </a:lnTo>
                    <a:lnTo>
                      <a:pt x="756" y="256"/>
                    </a:lnTo>
                    <a:lnTo>
                      <a:pt x="760" y="256"/>
                    </a:lnTo>
                    <a:lnTo>
                      <a:pt x="760" y="260"/>
                    </a:lnTo>
                    <a:lnTo>
                      <a:pt x="764" y="260"/>
                    </a:lnTo>
                    <a:lnTo>
                      <a:pt x="764" y="264"/>
                    </a:lnTo>
                    <a:lnTo>
                      <a:pt x="760" y="264"/>
                    </a:lnTo>
                    <a:lnTo>
                      <a:pt x="760" y="268"/>
                    </a:lnTo>
                    <a:lnTo>
                      <a:pt x="756" y="268"/>
                    </a:lnTo>
                    <a:lnTo>
                      <a:pt x="752" y="268"/>
                    </a:lnTo>
                    <a:lnTo>
                      <a:pt x="748" y="268"/>
                    </a:lnTo>
                    <a:lnTo>
                      <a:pt x="744" y="268"/>
                    </a:lnTo>
                    <a:lnTo>
                      <a:pt x="744" y="264"/>
                    </a:lnTo>
                    <a:lnTo>
                      <a:pt x="742" y="264"/>
                    </a:lnTo>
                    <a:lnTo>
                      <a:pt x="738" y="264"/>
                    </a:lnTo>
                    <a:lnTo>
                      <a:pt x="734" y="264"/>
                    </a:lnTo>
                    <a:lnTo>
                      <a:pt x="730" y="264"/>
                    </a:lnTo>
                    <a:lnTo>
                      <a:pt x="726" y="264"/>
                    </a:lnTo>
                    <a:lnTo>
                      <a:pt x="722" y="264"/>
                    </a:lnTo>
                    <a:lnTo>
                      <a:pt x="722" y="260"/>
                    </a:lnTo>
                    <a:lnTo>
                      <a:pt x="718" y="260"/>
                    </a:lnTo>
                    <a:lnTo>
                      <a:pt x="722" y="260"/>
                    </a:lnTo>
                    <a:lnTo>
                      <a:pt x="722" y="264"/>
                    </a:lnTo>
                    <a:lnTo>
                      <a:pt x="722" y="268"/>
                    </a:lnTo>
                    <a:lnTo>
                      <a:pt x="718" y="268"/>
                    </a:lnTo>
                    <a:lnTo>
                      <a:pt x="716" y="268"/>
                    </a:lnTo>
                    <a:lnTo>
                      <a:pt x="718" y="268"/>
                    </a:lnTo>
                    <a:lnTo>
                      <a:pt x="718" y="272"/>
                    </a:lnTo>
                    <a:lnTo>
                      <a:pt x="716" y="272"/>
                    </a:lnTo>
                    <a:lnTo>
                      <a:pt x="718" y="276"/>
                    </a:lnTo>
                    <a:lnTo>
                      <a:pt x="722" y="276"/>
                    </a:lnTo>
                    <a:lnTo>
                      <a:pt x="722" y="280"/>
                    </a:lnTo>
                    <a:lnTo>
                      <a:pt x="722" y="284"/>
                    </a:lnTo>
                    <a:lnTo>
                      <a:pt x="726" y="284"/>
                    </a:lnTo>
                    <a:lnTo>
                      <a:pt x="722" y="280"/>
                    </a:lnTo>
                    <a:lnTo>
                      <a:pt x="722" y="276"/>
                    </a:lnTo>
                    <a:lnTo>
                      <a:pt x="726" y="272"/>
                    </a:lnTo>
                    <a:lnTo>
                      <a:pt x="726" y="276"/>
                    </a:lnTo>
                    <a:lnTo>
                      <a:pt x="730" y="276"/>
                    </a:lnTo>
                    <a:lnTo>
                      <a:pt x="734" y="276"/>
                    </a:lnTo>
                    <a:lnTo>
                      <a:pt x="738" y="280"/>
                    </a:lnTo>
                    <a:lnTo>
                      <a:pt x="742" y="280"/>
                    </a:lnTo>
                    <a:lnTo>
                      <a:pt x="744" y="280"/>
                    </a:lnTo>
                    <a:lnTo>
                      <a:pt x="744" y="284"/>
                    </a:lnTo>
                    <a:lnTo>
                      <a:pt x="742" y="284"/>
                    </a:lnTo>
                    <a:lnTo>
                      <a:pt x="742" y="286"/>
                    </a:lnTo>
                    <a:lnTo>
                      <a:pt x="744" y="286"/>
                    </a:lnTo>
                    <a:lnTo>
                      <a:pt x="742" y="290"/>
                    </a:lnTo>
                    <a:lnTo>
                      <a:pt x="738" y="290"/>
                    </a:lnTo>
                    <a:lnTo>
                      <a:pt x="734" y="290"/>
                    </a:lnTo>
                    <a:lnTo>
                      <a:pt x="730" y="290"/>
                    </a:lnTo>
                    <a:lnTo>
                      <a:pt x="726" y="290"/>
                    </a:lnTo>
                    <a:lnTo>
                      <a:pt x="722" y="290"/>
                    </a:lnTo>
                    <a:lnTo>
                      <a:pt x="722" y="294"/>
                    </a:lnTo>
                    <a:lnTo>
                      <a:pt x="718" y="294"/>
                    </a:lnTo>
                    <a:lnTo>
                      <a:pt x="716" y="294"/>
                    </a:lnTo>
                    <a:lnTo>
                      <a:pt x="712" y="294"/>
                    </a:lnTo>
                    <a:lnTo>
                      <a:pt x="708" y="294"/>
                    </a:lnTo>
                    <a:lnTo>
                      <a:pt x="704" y="294"/>
                    </a:lnTo>
                    <a:lnTo>
                      <a:pt x="704" y="290"/>
                    </a:lnTo>
                    <a:lnTo>
                      <a:pt x="700" y="290"/>
                    </a:lnTo>
                    <a:lnTo>
                      <a:pt x="696" y="290"/>
                    </a:lnTo>
                    <a:lnTo>
                      <a:pt x="696" y="286"/>
                    </a:lnTo>
                    <a:lnTo>
                      <a:pt x="692" y="286"/>
                    </a:lnTo>
                    <a:lnTo>
                      <a:pt x="692" y="284"/>
                    </a:lnTo>
                    <a:lnTo>
                      <a:pt x="696" y="284"/>
                    </a:lnTo>
                    <a:lnTo>
                      <a:pt x="700" y="284"/>
                    </a:lnTo>
                    <a:lnTo>
                      <a:pt x="704" y="286"/>
                    </a:lnTo>
                    <a:lnTo>
                      <a:pt x="708" y="286"/>
                    </a:lnTo>
                    <a:lnTo>
                      <a:pt x="712" y="286"/>
                    </a:lnTo>
                    <a:lnTo>
                      <a:pt x="716" y="286"/>
                    </a:lnTo>
                    <a:lnTo>
                      <a:pt x="718" y="286"/>
                    </a:lnTo>
                    <a:lnTo>
                      <a:pt x="716" y="286"/>
                    </a:lnTo>
                    <a:lnTo>
                      <a:pt x="712" y="286"/>
                    </a:lnTo>
                    <a:lnTo>
                      <a:pt x="708" y="286"/>
                    </a:lnTo>
                    <a:lnTo>
                      <a:pt x="704" y="284"/>
                    </a:lnTo>
                    <a:lnTo>
                      <a:pt x="700" y="284"/>
                    </a:lnTo>
                    <a:lnTo>
                      <a:pt x="696" y="284"/>
                    </a:lnTo>
                    <a:lnTo>
                      <a:pt x="692" y="284"/>
                    </a:lnTo>
                    <a:lnTo>
                      <a:pt x="692" y="280"/>
                    </a:lnTo>
                    <a:lnTo>
                      <a:pt x="688" y="280"/>
                    </a:lnTo>
                    <a:lnTo>
                      <a:pt x="688" y="284"/>
                    </a:lnTo>
                    <a:lnTo>
                      <a:pt x="686" y="284"/>
                    </a:lnTo>
                    <a:lnTo>
                      <a:pt x="686" y="286"/>
                    </a:lnTo>
                    <a:lnTo>
                      <a:pt x="682" y="286"/>
                    </a:lnTo>
                    <a:lnTo>
                      <a:pt x="678" y="286"/>
                    </a:lnTo>
                    <a:lnTo>
                      <a:pt x="678" y="284"/>
                    </a:lnTo>
                    <a:lnTo>
                      <a:pt x="674" y="284"/>
                    </a:lnTo>
                    <a:lnTo>
                      <a:pt x="674" y="280"/>
                    </a:lnTo>
                    <a:lnTo>
                      <a:pt x="670" y="280"/>
                    </a:lnTo>
                    <a:lnTo>
                      <a:pt x="670" y="276"/>
                    </a:lnTo>
                    <a:lnTo>
                      <a:pt x="666" y="276"/>
                    </a:lnTo>
                    <a:lnTo>
                      <a:pt x="666" y="280"/>
                    </a:lnTo>
                    <a:lnTo>
                      <a:pt x="670" y="280"/>
                    </a:lnTo>
                    <a:lnTo>
                      <a:pt x="674" y="284"/>
                    </a:lnTo>
                    <a:lnTo>
                      <a:pt x="678" y="284"/>
                    </a:lnTo>
                    <a:lnTo>
                      <a:pt x="678" y="286"/>
                    </a:lnTo>
                    <a:lnTo>
                      <a:pt x="682" y="286"/>
                    </a:lnTo>
                    <a:lnTo>
                      <a:pt x="682" y="290"/>
                    </a:lnTo>
                    <a:lnTo>
                      <a:pt x="678" y="290"/>
                    </a:lnTo>
                    <a:lnTo>
                      <a:pt x="674" y="290"/>
                    </a:lnTo>
                    <a:lnTo>
                      <a:pt x="670" y="290"/>
                    </a:lnTo>
                    <a:lnTo>
                      <a:pt x="670" y="294"/>
                    </a:lnTo>
                    <a:lnTo>
                      <a:pt x="666" y="294"/>
                    </a:lnTo>
                    <a:lnTo>
                      <a:pt x="662" y="294"/>
                    </a:lnTo>
                    <a:lnTo>
                      <a:pt x="660" y="294"/>
                    </a:lnTo>
                    <a:lnTo>
                      <a:pt x="656" y="294"/>
                    </a:lnTo>
                    <a:lnTo>
                      <a:pt x="652" y="294"/>
                    </a:lnTo>
                    <a:lnTo>
                      <a:pt x="652" y="290"/>
                    </a:lnTo>
                    <a:lnTo>
                      <a:pt x="648" y="290"/>
                    </a:lnTo>
                    <a:lnTo>
                      <a:pt x="644" y="290"/>
                    </a:lnTo>
                    <a:lnTo>
                      <a:pt x="648" y="294"/>
                    </a:lnTo>
                    <a:lnTo>
                      <a:pt x="652" y="294"/>
                    </a:lnTo>
                    <a:lnTo>
                      <a:pt x="656" y="294"/>
                    </a:lnTo>
                    <a:lnTo>
                      <a:pt x="660" y="294"/>
                    </a:lnTo>
                    <a:lnTo>
                      <a:pt x="656" y="294"/>
                    </a:lnTo>
                    <a:lnTo>
                      <a:pt x="656" y="298"/>
                    </a:lnTo>
                    <a:lnTo>
                      <a:pt x="652" y="298"/>
                    </a:lnTo>
                    <a:lnTo>
                      <a:pt x="648" y="298"/>
                    </a:lnTo>
                    <a:lnTo>
                      <a:pt x="644" y="298"/>
                    </a:lnTo>
                    <a:lnTo>
                      <a:pt x="640" y="298"/>
                    </a:lnTo>
                    <a:lnTo>
                      <a:pt x="644" y="298"/>
                    </a:lnTo>
                    <a:lnTo>
                      <a:pt x="644" y="302"/>
                    </a:lnTo>
                    <a:lnTo>
                      <a:pt x="644" y="306"/>
                    </a:lnTo>
                    <a:lnTo>
                      <a:pt x="644" y="302"/>
                    </a:lnTo>
                    <a:lnTo>
                      <a:pt x="644" y="298"/>
                    </a:lnTo>
                    <a:lnTo>
                      <a:pt x="648" y="298"/>
                    </a:lnTo>
                    <a:lnTo>
                      <a:pt x="652" y="298"/>
                    </a:lnTo>
                    <a:lnTo>
                      <a:pt x="656" y="298"/>
                    </a:lnTo>
                    <a:lnTo>
                      <a:pt x="660" y="298"/>
                    </a:lnTo>
                    <a:lnTo>
                      <a:pt x="662" y="298"/>
                    </a:lnTo>
                    <a:lnTo>
                      <a:pt x="666" y="298"/>
                    </a:lnTo>
                    <a:lnTo>
                      <a:pt x="670" y="298"/>
                    </a:lnTo>
                    <a:lnTo>
                      <a:pt x="674" y="298"/>
                    </a:lnTo>
                    <a:lnTo>
                      <a:pt x="674" y="302"/>
                    </a:lnTo>
                    <a:lnTo>
                      <a:pt x="678" y="298"/>
                    </a:lnTo>
                    <a:lnTo>
                      <a:pt x="678" y="302"/>
                    </a:lnTo>
                    <a:lnTo>
                      <a:pt x="678" y="306"/>
                    </a:lnTo>
                    <a:lnTo>
                      <a:pt x="674" y="306"/>
                    </a:lnTo>
                    <a:lnTo>
                      <a:pt x="670" y="306"/>
                    </a:lnTo>
                    <a:lnTo>
                      <a:pt x="666" y="306"/>
                    </a:lnTo>
                    <a:lnTo>
                      <a:pt x="662" y="310"/>
                    </a:lnTo>
                    <a:lnTo>
                      <a:pt x="660" y="310"/>
                    </a:lnTo>
                    <a:lnTo>
                      <a:pt x="656" y="306"/>
                    </a:lnTo>
                    <a:lnTo>
                      <a:pt x="652" y="306"/>
                    </a:lnTo>
                    <a:lnTo>
                      <a:pt x="648" y="306"/>
                    </a:lnTo>
                    <a:lnTo>
                      <a:pt x="644" y="306"/>
                    </a:lnTo>
                    <a:lnTo>
                      <a:pt x="648" y="306"/>
                    </a:lnTo>
                    <a:lnTo>
                      <a:pt x="652" y="306"/>
                    </a:lnTo>
                    <a:lnTo>
                      <a:pt x="656" y="306"/>
                    </a:lnTo>
                    <a:lnTo>
                      <a:pt x="660" y="310"/>
                    </a:lnTo>
                    <a:lnTo>
                      <a:pt x="656" y="310"/>
                    </a:lnTo>
                    <a:lnTo>
                      <a:pt x="652" y="310"/>
                    </a:lnTo>
                    <a:lnTo>
                      <a:pt x="656" y="310"/>
                    </a:lnTo>
                    <a:lnTo>
                      <a:pt x="660" y="310"/>
                    </a:lnTo>
                    <a:lnTo>
                      <a:pt x="660" y="314"/>
                    </a:lnTo>
                    <a:lnTo>
                      <a:pt x="660" y="310"/>
                    </a:lnTo>
                    <a:lnTo>
                      <a:pt x="662" y="310"/>
                    </a:lnTo>
                    <a:lnTo>
                      <a:pt x="666" y="310"/>
                    </a:lnTo>
                    <a:lnTo>
                      <a:pt x="670" y="306"/>
                    </a:lnTo>
                    <a:lnTo>
                      <a:pt x="674" y="310"/>
                    </a:lnTo>
                    <a:lnTo>
                      <a:pt x="678" y="310"/>
                    </a:lnTo>
                    <a:lnTo>
                      <a:pt x="682" y="310"/>
                    </a:lnTo>
                    <a:lnTo>
                      <a:pt x="682" y="314"/>
                    </a:lnTo>
                    <a:lnTo>
                      <a:pt x="686" y="314"/>
                    </a:lnTo>
                    <a:lnTo>
                      <a:pt x="682" y="316"/>
                    </a:lnTo>
                    <a:lnTo>
                      <a:pt x="678" y="316"/>
                    </a:lnTo>
                    <a:lnTo>
                      <a:pt x="674" y="316"/>
                    </a:lnTo>
                    <a:lnTo>
                      <a:pt x="670" y="316"/>
                    </a:lnTo>
                    <a:lnTo>
                      <a:pt x="666" y="316"/>
                    </a:lnTo>
                    <a:lnTo>
                      <a:pt x="670" y="316"/>
                    </a:lnTo>
                    <a:lnTo>
                      <a:pt x="674" y="316"/>
                    </a:lnTo>
                    <a:lnTo>
                      <a:pt x="674" y="320"/>
                    </a:lnTo>
                    <a:lnTo>
                      <a:pt x="670" y="320"/>
                    </a:lnTo>
                    <a:lnTo>
                      <a:pt x="670" y="324"/>
                    </a:lnTo>
                    <a:lnTo>
                      <a:pt x="674" y="324"/>
                    </a:lnTo>
                    <a:lnTo>
                      <a:pt x="674" y="320"/>
                    </a:lnTo>
                    <a:lnTo>
                      <a:pt x="678" y="320"/>
                    </a:lnTo>
                    <a:lnTo>
                      <a:pt x="678" y="316"/>
                    </a:lnTo>
                    <a:lnTo>
                      <a:pt x="682" y="316"/>
                    </a:lnTo>
                    <a:lnTo>
                      <a:pt x="686" y="316"/>
                    </a:lnTo>
                    <a:lnTo>
                      <a:pt x="686" y="320"/>
                    </a:lnTo>
                    <a:lnTo>
                      <a:pt x="688" y="320"/>
                    </a:lnTo>
                    <a:lnTo>
                      <a:pt x="692" y="320"/>
                    </a:lnTo>
                    <a:lnTo>
                      <a:pt x="696" y="320"/>
                    </a:lnTo>
                    <a:lnTo>
                      <a:pt x="696" y="324"/>
                    </a:lnTo>
                    <a:lnTo>
                      <a:pt x="700" y="324"/>
                    </a:lnTo>
                    <a:lnTo>
                      <a:pt x="704" y="324"/>
                    </a:lnTo>
                    <a:lnTo>
                      <a:pt x="704" y="328"/>
                    </a:lnTo>
                    <a:lnTo>
                      <a:pt x="708" y="328"/>
                    </a:lnTo>
                    <a:lnTo>
                      <a:pt x="712" y="328"/>
                    </a:lnTo>
                    <a:lnTo>
                      <a:pt x="712" y="332"/>
                    </a:lnTo>
                    <a:lnTo>
                      <a:pt x="716" y="332"/>
                    </a:lnTo>
                    <a:lnTo>
                      <a:pt x="712" y="332"/>
                    </a:lnTo>
                    <a:lnTo>
                      <a:pt x="712" y="336"/>
                    </a:lnTo>
                    <a:lnTo>
                      <a:pt x="708" y="336"/>
                    </a:lnTo>
                    <a:lnTo>
                      <a:pt x="704" y="336"/>
                    </a:lnTo>
                    <a:lnTo>
                      <a:pt x="704" y="340"/>
                    </a:lnTo>
                    <a:lnTo>
                      <a:pt x="708" y="340"/>
                    </a:lnTo>
                    <a:lnTo>
                      <a:pt x="708" y="336"/>
                    </a:lnTo>
                    <a:lnTo>
                      <a:pt x="712" y="336"/>
                    </a:lnTo>
                    <a:lnTo>
                      <a:pt x="716" y="336"/>
                    </a:lnTo>
                    <a:lnTo>
                      <a:pt x="712" y="336"/>
                    </a:lnTo>
                    <a:lnTo>
                      <a:pt x="712" y="340"/>
                    </a:lnTo>
                    <a:lnTo>
                      <a:pt x="716" y="340"/>
                    </a:lnTo>
                    <a:lnTo>
                      <a:pt x="716" y="336"/>
                    </a:lnTo>
                    <a:lnTo>
                      <a:pt x="718" y="336"/>
                    </a:lnTo>
                    <a:lnTo>
                      <a:pt x="722" y="336"/>
                    </a:lnTo>
                    <a:lnTo>
                      <a:pt x="718" y="336"/>
                    </a:lnTo>
                    <a:lnTo>
                      <a:pt x="718" y="340"/>
                    </a:lnTo>
                    <a:lnTo>
                      <a:pt x="716" y="340"/>
                    </a:lnTo>
                    <a:lnTo>
                      <a:pt x="712" y="342"/>
                    </a:lnTo>
                    <a:lnTo>
                      <a:pt x="716" y="342"/>
                    </a:lnTo>
                    <a:lnTo>
                      <a:pt x="716" y="346"/>
                    </a:lnTo>
                    <a:lnTo>
                      <a:pt x="716" y="342"/>
                    </a:lnTo>
                    <a:lnTo>
                      <a:pt x="718" y="342"/>
                    </a:lnTo>
                    <a:lnTo>
                      <a:pt x="722" y="342"/>
                    </a:lnTo>
                    <a:lnTo>
                      <a:pt x="726" y="342"/>
                    </a:lnTo>
                    <a:lnTo>
                      <a:pt x="722" y="342"/>
                    </a:lnTo>
                    <a:lnTo>
                      <a:pt x="722" y="346"/>
                    </a:lnTo>
                    <a:lnTo>
                      <a:pt x="726" y="346"/>
                    </a:lnTo>
                    <a:lnTo>
                      <a:pt x="722" y="346"/>
                    </a:lnTo>
                    <a:lnTo>
                      <a:pt x="726" y="346"/>
                    </a:lnTo>
                    <a:lnTo>
                      <a:pt x="726" y="350"/>
                    </a:lnTo>
                    <a:lnTo>
                      <a:pt x="722" y="350"/>
                    </a:lnTo>
                    <a:lnTo>
                      <a:pt x="722" y="354"/>
                    </a:lnTo>
                    <a:lnTo>
                      <a:pt x="718" y="354"/>
                    </a:lnTo>
                    <a:lnTo>
                      <a:pt x="716" y="354"/>
                    </a:lnTo>
                    <a:lnTo>
                      <a:pt x="718" y="354"/>
                    </a:lnTo>
                    <a:lnTo>
                      <a:pt x="722" y="354"/>
                    </a:lnTo>
                    <a:lnTo>
                      <a:pt x="726" y="354"/>
                    </a:lnTo>
                    <a:lnTo>
                      <a:pt x="726" y="358"/>
                    </a:lnTo>
                    <a:lnTo>
                      <a:pt x="722" y="358"/>
                    </a:lnTo>
                    <a:lnTo>
                      <a:pt x="722" y="362"/>
                    </a:lnTo>
                    <a:lnTo>
                      <a:pt x="722" y="358"/>
                    </a:lnTo>
                    <a:lnTo>
                      <a:pt x="722" y="362"/>
                    </a:lnTo>
                    <a:lnTo>
                      <a:pt x="726" y="362"/>
                    </a:lnTo>
                    <a:lnTo>
                      <a:pt x="726" y="358"/>
                    </a:lnTo>
                    <a:lnTo>
                      <a:pt x="726" y="362"/>
                    </a:lnTo>
                    <a:lnTo>
                      <a:pt x="722" y="362"/>
                    </a:lnTo>
                    <a:lnTo>
                      <a:pt x="726" y="362"/>
                    </a:lnTo>
                    <a:lnTo>
                      <a:pt x="722" y="366"/>
                    </a:lnTo>
                    <a:lnTo>
                      <a:pt x="726" y="366"/>
                    </a:lnTo>
                    <a:lnTo>
                      <a:pt x="730" y="366"/>
                    </a:lnTo>
                    <a:lnTo>
                      <a:pt x="726" y="370"/>
                    </a:lnTo>
                    <a:lnTo>
                      <a:pt x="722" y="370"/>
                    </a:lnTo>
                    <a:lnTo>
                      <a:pt x="718" y="370"/>
                    </a:lnTo>
                    <a:lnTo>
                      <a:pt x="716" y="370"/>
                    </a:lnTo>
                    <a:lnTo>
                      <a:pt x="716" y="366"/>
                    </a:lnTo>
                    <a:lnTo>
                      <a:pt x="716" y="362"/>
                    </a:lnTo>
                    <a:lnTo>
                      <a:pt x="716" y="358"/>
                    </a:lnTo>
                    <a:lnTo>
                      <a:pt x="712" y="358"/>
                    </a:lnTo>
                    <a:lnTo>
                      <a:pt x="712" y="362"/>
                    </a:lnTo>
                    <a:lnTo>
                      <a:pt x="712" y="366"/>
                    </a:lnTo>
                    <a:lnTo>
                      <a:pt x="712" y="370"/>
                    </a:lnTo>
                    <a:lnTo>
                      <a:pt x="708" y="370"/>
                    </a:lnTo>
                    <a:lnTo>
                      <a:pt x="704" y="370"/>
                    </a:lnTo>
                    <a:lnTo>
                      <a:pt x="700" y="370"/>
                    </a:lnTo>
                    <a:lnTo>
                      <a:pt x="696" y="366"/>
                    </a:lnTo>
                    <a:lnTo>
                      <a:pt x="692" y="366"/>
                    </a:lnTo>
                    <a:lnTo>
                      <a:pt x="692" y="362"/>
                    </a:lnTo>
                    <a:lnTo>
                      <a:pt x="688" y="362"/>
                    </a:lnTo>
                    <a:lnTo>
                      <a:pt x="688" y="358"/>
                    </a:lnTo>
                    <a:lnTo>
                      <a:pt x="688" y="354"/>
                    </a:lnTo>
                    <a:lnTo>
                      <a:pt x="688" y="350"/>
                    </a:lnTo>
                    <a:lnTo>
                      <a:pt x="686" y="350"/>
                    </a:lnTo>
                    <a:lnTo>
                      <a:pt x="682" y="346"/>
                    </a:lnTo>
                    <a:lnTo>
                      <a:pt x="678" y="346"/>
                    </a:lnTo>
                    <a:lnTo>
                      <a:pt x="674" y="346"/>
                    </a:lnTo>
                    <a:lnTo>
                      <a:pt x="674" y="342"/>
                    </a:lnTo>
                    <a:lnTo>
                      <a:pt x="670" y="342"/>
                    </a:lnTo>
                    <a:lnTo>
                      <a:pt x="670" y="340"/>
                    </a:lnTo>
                    <a:lnTo>
                      <a:pt x="666" y="340"/>
                    </a:lnTo>
                    <a:lnTo>
                      <a:pt x="660" y="340"/>
                    </a:lnTo>
                    <a:lnTo>
                      <a:pt x="656" y="340"/>
                    </a:lnTo>
                    <a:lnTo>
                      <a:pt x="652" y="340"/>
                    </a:lnTo>
                    <a:lnTo>
                      <a:pt x="648" y="336"/>
                    </a:lnTo>
                    <a:lnTo>
                      <a:pt x="644" y="336"/>
                    </a:lnTo>
                    <a:lnTo>
                      <a:pt x="644" y="332"/>
                    </a:lnTo>
                    <a:lnTo>
                      <a:pt x="640" y="332"/>
                    </a:lnTo>
                    <a:lnTo>
                      <a:pt x="640" y="328"/>
                    </a:lnTo>
                    <a:lnTo>
                      <a:pt x="636" y="328"/>
                    </a:lnTo>
                    <a:lnTo>
                      <a:pt x="632" y="328"/>
                    </a:lnTo>
                    <a:lnTo>
                      <a:pt x="630" y="324"/>
                    </a:lnTo>
                    <a:lnTo>
                      <a:pt x="626" y="324"/>
                    </a:lnTo>
                    <a:lnTo>
                      <a:pt x="626" y="328"/>
                    </a:lnTo>
                    <a:lnTo>
                      <a:pt x="630" y="328"/>
                    </a:lnTo>
                    <a:lnTo>
                      <a:pt x="630" y="332"/>
                    </a:lnTo>
                    <a:lnTo>
                      <a:pt x="632" y="332"/>
                    </a:lnTo>
                    <a:lnTo>
                      <a:pt x="636" y="332"/>
                    </a:lnTo>
                    <a:lnTo>
                      <a:pt x="640" y="336"/>
                    </a:lnTo>
                    <a:lnTo>
                      <a:pt x="644" y="336"/>
                    </a:lnTo>
                    <a:lnTo>
                      <a:pt x="644" y="340"/>
                    </a:lnTo>
                    <a:lnTo>
                      <a:pt x="640" y="340"/>
                    </a:lnTo>
                    <a:lnTo>
                      <a:pt x="636" y="340"/>
                    </a:lnTo>
                    <a:lnTo>
                      <a:pt x="632" y="340"/>
                    </a:lnTo>
                    <a:lnTo>
                      <a:pt x="630" y="340"/>
                    </a:lnTo>
                    <a:lnTo>
                      <a:pt x="632" y="340"/>
                    </a:lnTo>
                    <a:lnTo>
                      <a:pt x="636" y="340"/>
                    </a:lnTo>
                    <a:lnTo>
                      <a:pt x="640" y="340"/>
                    </a:lnTo>
                    <a:lnTo>
                      <a:pt x="644" y="340"/>
                    </a:lnTo>
                    <a:lnTo>
                      <a:pt x="648" y="340"/>
                    </a:lnTo>
                    <a:lnTo>
                      <a:pt x="644" y="340"/>
                    </a:lnTo>
                    <a:lnTo>
                      <a:pt x="644" y="342"/>
                    </a:lnTo>
                    <a:lnTo>
                      <a:pt x="648" y="342"/>
                    </a:lnTo>
                    <a:lnTo>
                      <a:pt x="648" y="340"/>
                    </a:lnTo>
                    <a:lnTo>
                      <a:pt x="652" y="340"/>
                    </a:lnTo>
                    <a:lnTo>
                      <a:pt x="652" y="342"/>
                    </a:lnTo>
                    <a:lnTo>
                      <a:pt x="656" y="342"/>
                    </a:lnTo>
                    <a:lnTo>
                      <a:pt x="660" y="342"/>
                    </a:lnTo>
                    <a:lnTo>
                      <a:pt x="662" y="342"/>
                    </a:lnTo>
                    <a:lnTo>
                      <a:pt x="666" y="342"/>
                    </a:lnTo>
                    <a:lnTo>
                      <a:pt x="670" y="342"/>
                    </a:lnTo>
                    <a:lnTo>
                      <a:pt x="674" y="346"/>
                    </a:lnTo>
                    <a:lnTo>
                      <a:pt x="670" y="350"/>
                    </a:lnTo>
                    <a:lnTo>
                      <a:pt x="670" y="346"/>
                    </a:lnTo>
                    <a:lnTo>
                      <a:pt x="666" y="346"/>
                    </a:lnTo>
                    <a:lnTo>
                      <a:pt x="670" y="350"/>
                    </a:lnTo>
                    <a:lnTo>
                      <a:pt x="662" y="354"/>
                    </a:lnTo>
                    <a:lnTo>
                      <a:pt x="660" y="354"/>
                    </a:lnTo>
                    <a:lnTo>
                      <a:pt x="652" y="358"/>
                    </a:lnTo>
                    <a:lnTo>
                      <a:pt x="652" y="354"/>
                    </a:lnTo>
                    <a:lnTo>
                      <a:pt x="648" y="358"/>
                    </a:lnTo>
                    <a:lnTo>
                      <a:pt x="644" y="358"/>
                    </a:lnTo>
                    <a:lnTo>
                      <a:pt x="644" y="354"/>
                    </a:lnTo>
                    <a:lnTo>
                      <a:pt x="640" y="354"/>
                    </a:lnTo>
                    <a:lnTo>
                      <a:pt x="640" y="350"/>
                    </a:lnTo>
                    <a:lnTo>
                      <a:pt x="636" y="350"/>
                    </a:lnTo>
                    <a:lnTo>
                      <a:pt x="636" y="354"/>
                    </a:lnTo>
                    <a:lnTo>
                      <a:pt x="640" y="354"/>
                    </a:lnTo>
                    <a:lnTo>
                      <a:pt x="640" y="358"/>
                    </a:lnTo>
                    <a:lnTo>
                      <a:pt x="640" y="354"/>
                    </a:lnTo>
                    <a:lnTo>
                      <a:pt x="636" y="354"/>
                    </a:lnTo>
                    <a:lnTo>
                      <a:pt x="632" y="354"/>
                    </a:lnTo>
                    <a:lnTo>
                      <a:pt x="630" y="354"/>
                    </a:lnTo>
                    <a:lnTo>
                      <a:pt x="632" y="354"/>
                    </a:lnTo>
                    <a:lnTo>
                      <a:pt x="632" y="358"/>
                    </a:lnTo>
                    <a:lnTo>
                      <a:pt x="636" y="358"/>
                    </a:lnTo>
                    <a:lnTo>
                      <a:pt x="636" y="362"/>
                    </a:lnTo>
                    <a:lnTo>
                      <a:pt x="632" y="366"/>
                    </a:lnTo>
                    <a:lnTo>
                      <a:pt x="630" y="366"/>
                    </a:lnTo>
                    <a:lnTo>
                      <a:pt x="626" y="366"/>
                    </a:lnTo>
                    <a:lnTo>
                      <a:pt x="622" y="370"/>
                    </a:lnTo>
                    <a:lnTo>
                      <a:pt x="618" y="370"/>
                    </a:lnTo>
                    <a:lnTo>
                      <a:pt x="622" y="370"/>
                    </a:lnTo>
                    <a:lnTo>
                      <a:pt x="626" y="370"/>
                    </a:lnTo>
                    <a:lnTo>
                      <a:pt x="630" y="370"/>
                    </a:lnTo>
                    <a:lnTo>
                      <a:pt x="632" y="366"/>
                    </a:lnTo>
                    <a:lnTo>
                      <a:pt x="632" y="370"/>
                    </a:lnTo>
                    <a:lnTo>
                      <a:pt x="630" y="370"/>
                    </a:lnTo>
                    <a:lnTo>
                      <a:pt x="632" y="370"/>
                    </a:lnTo>
                    <a:lnTo>
                      <a:pt x="636" y="370"/>
                    </a:lnTo>
                    <a:lnTo>
                      <a:pt x="640" y="370"/>
                    </a:lnTo>
                    <a:lnTo>
                      <a:pt x="648" y="370"/>
                    </a:lnTo>
                    <a:lnTo>
                      <a:pt x="652" y="370"/>
                    </a:lnTo>
                    <a:lnTo>
                      <a:pt x="656" y="370"/>
                    </a:lnTo>
                    <a:lnTo>
                      <a:pt x="660" y="370"/>
                    </a:lnTo>
                    <a:lnTo>
                      <a:pt x="660" y="372"/>
                    </a:lnTo>
                    <a:lnTo>
                      <a:pt x="656" y="372"/>
                    </a:lnTo>
                    <a:lnTo>
                      <a:pt x="652" y="372"/>
                    </a:lnTo>
                    <a:lnTo>
                      <a:pt x="648" y="372"/>
                    </a:lnTo>
                    <a:lnTo>
                      <a:pt x="644" y="372"/>
                    </a:lnTo>
                    <a:lnTo>
                      <a:pt x="644" y="376"/>
                    </a:lnTo>
                    <a:lnTo>
                      <a:pt x="640" y="376"/>
                    </a:lnTo>
                    <a:lnTo>
                      <a:pt x="636" y="376"/>
                    </a:lnTo>
                    <a:lnTo>
                      <a:pt x="632" y="376"/>
                    </a:lnTo>
                    <a:lnTo>
                      <a:pt x="630" y="376"/>
                    </a:lnTo>
                    <a:lnTo>
                      <a:pt x="630" y="380"/>
                    </a:lnTo>
                    <a:lnTo>
                      <a:pt x="632" y="376"/>
                    </a:lnTo>
                    <a:lnTo>
                      <a:pt x="632" y="380"/>
                    </a:lnTo>
                    <a:lnTo>
                      <a:pt x="636" y="380"/>
                    </a:lnTo>
                    <a:lnTo>
                      <a:pt x="640" y="380"/>
                    </a:lnTo>
                    <a:lnTo>
                      <a:pt x="644" y="380"/>
                    </a:lnTo>
                    <a:lnTo>
                      <a:pt x="648" y="376"/>
                    </a:lnTo>
                    <a:lnTo>
                      <a:pt x="652" y="372"/>
                    </a:lnTo>
                    <a:lnTo>
                      <a:pt x="656" y="372"/>
                    </a:lnTo>
                    <a:lnTo>
                      <a:pt x="656" y="376"/>
                    </a:lnTo>
                    <a:lnTo>
                      <a:pt x="660" y="376"/>
                    </a:lnTo>
                    <a:lnTo>
                      <a:pt x="662" y="372"/>
                    </a:lnTo>
                    <a:lnTo>
                      <a:pt x="666" y="372"/>
                    </a:lnTo>
                    <a:lnTo>
                      <a:pt x="670" y="372"/>
                    </a:lnTo>
                    <a:lnTo>
                      <a:pt x="674" y="370"/>
                    </a:lnTo>
                    <a:lnTo>
                      <a:pt x="674" y="372"/>
                    </a:lnTo>
                    <a:lnTo>
                      <a:pt x="678" y="372"/>
                    </a:lnTo>
                    <a:lnTo>
                      <a:pt x="678" y="370"/>
                    </a:lnTo>
                    <a:lnTo>
                      <a:pt x="678" y="372"/>
                    </a:lnTo>
                    <a:lnTo>
                      <a:pt x="682" y="372"/>
                    </a:lnTo>
                    <a:lnTo>
                      <a:pt x="686" y="372"/>
                    </a:lnTo>
                    <a:lnTo>
                      <a:pt x="692" y="376"/>
                    </a:lnTo>
                    <a:lnTo>
                      <a:pt x="696" y="376"/>
                    </a:lnTo>
                    <a:lnTo>
                      <a:pt x="700" y="376"/>
                    </a:lnTo>
                    <a:lnTo>
                      <a:pt x="704" y="376"/>
                    </a:lnTo>
                    <a:lnTo>
                      <a:pt x="708" y="376"/>
                    </a:lnTo>
                    <a:lnTo>
                      <a:pt x="712" y="376"/>
                    </a:lnTo>
                    <a:lnTo>
                      <a:pt x="716" y="376"/>
                    </a:lnTo>
                    <a:lnTo>
                      <a:pt x="718" y="376"/>
                    </a:lnTo>
                    <a:lnTo>
                      <a:pt x="718" y="380"/>
                    </a:lnTo>
                    <a:lnTo>
                      <a:pt x="716" y="380"/>
                    </a:lnTo>
                    <a:lnTo>
                      <a:pt x="712" y="380"/>
                    </a:lnTo>
                    <a:lnTo>
                      <a:pt x="708" y="380"/>
                    </a:lnTo>
                    <a:lnTo>
                      <a:pt x="708" y="384"/>
                    </a:lnTo>
                    <a:lnTo>
                      <a:pt x="712" y="384"/>
                    </a:lnTo>
                    <a:lnTo>
                      <a:pt x="708" y="384"/>
                    </a:lnTo>
                    <a:lnTo>
                      <a:pt x="708" y="380"/>
                    </a:lnTo>
                    <a:lnTo>
                      <a:pt x="704" y="380"/>
                    </a:lnTo>
                    <a:lnTo>
                      <a:pt x="704" y="384"/>
                    </a:lnTo>
                    <a:lnTo>
                      <a:pt x="708" y="384"/>
                    </a:lnTo>
                    <a:lnTo>
                      <a:pt x="704" y="384"/>
                    </a:lnTo>
                    <a:lnTo>
                      <a:pt x="708" y="384"/>
                    </a:lnTo>
                    <a:lnTo>
                      <a:pt x="708" y="388"/>
                    </a:lnTo>
                    <a:lnTo>
                      <a:pt x="704" y="388"/>
                    </a:lnTo>
                    <a:lnTo>
                      <a:pt x="704" y="384"/>
                    </a:lnTo>
                    <a:lnTo>
                      <a:pt x="700" y="384"/>
                    </a:lnTo>
                    <a:lnTo>
                      <a:pt x="704" y="384"/>
                    </a:lnTo>
                    <a:lnTo>
                      <a:pt x="704" y="388"/>
                    </a:lnTo>
                    <a:lnTo>
                      <a:pt x="700" y="388"/>
                    </a:lnTo>
                    <a:lnTo>
                      <a:pt x="696" y="388"/>
                    </a:lnTo>
                    <a:lnTo>
                      <a:pt x="692" y="388"/>
                    </a:lnTo>
                    <a:lnTo>
                      <a:pt x="696" y="388"/>
                    </a:lnTo>
                    <a:lnTo>
                      <a:pt x="700" y="388"/>
                    </a:lnTo>
                    <a:lnTo>
                      <a:pt x="696" y="392"/>
                    </a:lnTo>
                    <a:lnTo>
                      <a:pt x="692" y="392"/>
                    </a:lnTo>
                    <a:lnTo>
                      <a:pt x="688" y="392"/>
                    </a:lnTo>
                    <a:lnTo>
                      <a:pt x="692" y="392"/>
                    </a:lnTo>
                    <a:lnTo>
                      <a:pt x="688" y="396"/>
                    </a:lnTo>
                    <a:lnTo>
                      <a:pt x="686" y="396"/>
                    </a:lnTo>
                    <a:lnTo>
                      <a:pt x="682" y="396"/>
                    </a:lnTo>
                    <a:lnTo>
                      <a:pt x="686" y="398"/>
                    </a:lnTo>
                    <a:lnTo>
                      <a:pt x="682" y="398"/>
                    </a:lnTo>
                    <a:lnTo>
                      <a:pt x="678" y="398"/>
                    </a:lnTo>
                    <a:lnTo>
                      <a:pt x="674" y="398"/>
                    </a:lnTo>
                    <a:lnTo>
                      <a:pt x="678" y="398"/>
                    </a:lnTo>
                    <a:lnTo>
                      <a:pt x="678" y="402"/>
                    </a:lnTo>
                    <a:lnTo>
                      <a:pt x="674" y="402"/>
                    </a:lnTo>
                    <a:lnTo>
                      <a:pt x="674" y="406"/>
                    </a:lnTo>
                    <a:lnTo>
                      <a:pt x="670" y="402"/>
                    </a:lnTo>
                    <a:lnTo>
                      <a:pt x="670" y="406"/>
                    </a:lnTo>
                    <a:lnTo>
                      <a:pt x="666" y="406"/>
                    </a:lnTo>
                    <a:lnTo>
                      <a:pt x="670" y="406"/>
                    </a:lnTo>
                    <a:lnTo>
                      <a:pt x="670" y="410"/>
                    </a:lnTo>
                    <a:lnTo>
                      <a:pt x="666" y="410"/>
                    </a:lnTo>
                    <a:lnTo>
                      <a:pt x="662" y="410"/>
                    </a:lnTo>
                    <a:lnTo>
                      <a:pt x="660" y="414"/>
                    </a:lnTo>
                    <a:lnTo>
                      <a:pt x="656" y="414"/>
                    </a:lnTo>
                    <a:lnTo>
                      <a:pt x="652" y="414"/>
                    </a:lnTo>
                    <a:lnTo>
                      <a:pt x="648" y="418"/>
                    </a:lnTo>
                    <a:lnTo>
                      <a:pt x="648" y="414"/>
                    </a:lnTo>
                    <a:lnTo>
                      <a:pt x="644" y="414"/>
                    </a:lnTo>
                    <a:lnTo>
                      <a:pt x="644" y="418"/>
                    </a:lnTo>
                    <a:lnTo>
                      <a:pt x="648" y="418"/>
                    </a:lnTo>
                    <a:lnTo>
                      <a:pt x="644" y="418"/>
                    </a:lnTo>
                    <a:lnTo>
                      <a:pt x="640" y="418"/>
                    </a:lnTo>
                    <a:lnTo>
                      <a:pt x="636" y="418"/>
                    </a:lnTo>
                    <a:lnTo>
                      <a:pt x="632" y="422"/>
                    </a:lnTo>
                    <a:lnTo>
                      <a:pt x="630" y="418"/>
                    </a:lnTo>
                    <a:lnTo>
                      <a:pt x="626" y="422"/>
                    </a:lnTo>
                    <a:lnTo>
                      <a:pt x="622" y="422"/>
                    </a:lnTo>
                    <a:lnTo>
                      <a:pt x="618" y="422"/>
                    </a:lnTo>
                    <a:lnTo>
                      <a:pt x="622" y="422"/>
                    </a:lnTo>
                    <a:lnTo>
                      <a:pt x="622" y="426"/>
                    </a:lnTo>
                    <a:lnTo>
                      <a:pt x="618" y="426"/>
                    </a:lnTo>
                    <a:lnTo>
                      <a:pt x="618" y="422"/>
                    </a:lnTo>
                    <a:lnTo>
                      <a:pt x="618" y="426"/>
                    </a:lnTo>
                    <a:lnTo>
                      <a:pt x="614" y="426"/>
                    </a:lnTo>
                    <a:lnTo>
                      <a:pt x="610" y="422"/>
                    </a:lnTo>
                    <a:lnTo>
                      <a:pt x="606" y="422"/>
                    </a:lnTo>
                    <a:lnTo>
                      <a:pt x="604" y="426"/>
                    </a:lnTo>
                    <a:lnTo>
                      <a:pt x="606" y="426"/>
                    </a:lnTo>
                    <a:lnTo>
                      <a:pt x="606" y="428"/>
                    </a:lnTo>
                    <a:lnTo>
                      <a:pt x="604" y="428"/>
                    </a:lnTo>
                    <a:lnTo>
                      <a:pt x="604" y="426"/>
                    </a:lnTo>
                    <a:lnTo>
                      <a:pt x="600" y="426"/>
                    </a:lnTo>
                    <a:lnTo>
                      <a:pt x="596" y="426"/>
                    </a:lnTo>
                    <a:lnTo>
                      <a:pt x="600" y="426"/>
                    </a:lnTo>
                    <a:lnTo>
                      <a:pt x="604" y="428"/>
                    </a:lnTo>
                    <a:lnTo>
                      <a:pt x="600" y="428"/>
                    </a:lnTo>
                    <a:lnTo>
                      <a:pt x="596" y="428"/>
                    </a:lnTo>
                    <a:lnTo>
                      <a:pt x="592" y="428"/>
                    </a:lnTo>
                    <a:lnTo>
                      <a:pt x="588" y="428"/>
                    </a:lnTo>
                    <a:lnTo>
                      <a:pt x="588" y="426"/>
                    </a:lnTo>
                    <a:lnTo>
                      <a:pt x="584" y="428"/>
                    </a:lnTo>
                    <a:lnTo>
                      <a:pt x="588" y="428"/>
                    </a:lnTo>
                    <a:lnTo>
                      <a:pt x="584" y="428"/>
                    </a:lnTo>
                    <a:lnTo>
                      <a:pt x="584" y="426"/>
                    </a:lnTo>
                    <a:lnTo>
                      <a:pt x="580" y="426"/>
                    </a:lnTo>
                    <a:lnTo>
                      <a:pt x="576" y="426"/>
                    </a:lnTo>
                    <a:lnTo>
                      <a:pt x="576" y="422"/>
                    </a:lnTo>
                    <a:lnTo>
                      <a:pt x="574" y="422"/>
                    </a:lnTo>
                    <a:lnTo>
                      <a:pt x="574" y="418"/>
                    </a:lnTo>
                    <a:lnTo>
                      <a:pt x="574" y="414"/>
                    </a:lnTo>
                    <a:lnTo>
                      <a:pt x="574" y="418"/>
                    </a:lnTo>
                    <a:lnTo>
                      <a:pt x="570" y="418"/>
                    </a:lnTo>
                    <a:lnTo>
                      <a:pt x="574" y="418"/>
                    </a:lnTo>
                    <a:lnTo>
                      <a:pt x="574" y="422"/>
                    </a:lnTo>
                    <a:lnTo>
                      <a:pt x="576" y="422"/>
                    </a:lnTo>
                    <a:lnTo>
                      <a:pt x="576" y="426"/>
                    </a:lnTo>
                    <a:lnTo>
                      <a:pt x="574" y="426"/>
                    </a:lnTo>
                    <a:lnTo>
                      <a:pt x="576" y="426"/>
                    </a:lnTo>
                    <a:lnTo>
                      <a:pt x="580" y="428"/>
                    </a:lnTo>
                    <a:lnTo>
                      <a:pt x="576" y="428"/>
                    </a:lnTo>
                    <a:lnTo>
                      <a:pt x="576" y="432"/>
                    </a:lnTo>
                    <a:lnTo>
                      <a:pt x="574" y="432"/>
                    </a:lnTo>
                    <a:lnTo>
                      <a:pt x="570" y="432"/>
                    </a:lnTo>
                    <a:lnTo>
                      <a:pt x="574" y="432"/>
                    </a:lnTo>
                    <a:lnTo>
                      <a:pt x="574" y="436"/>
                    </a:lnTo>
                    <a:lnTo>
                      <a:pt x="570" y="436"/>
                    </a:lnTo>
                    <a:lnTo>
                      <a:pt x="566" y="436"/>
                    </a:lnTo>
                    <a:lnTo>
                      <a:pt x="566" y="440"/>
                    </a:lnTo>
                    <a:lnTo>
                      <a:pt x="562" y="440"/>
                    </a:lnTo>
                    <a:lnTo>
                      <a:pt x="562" y="436"/>
                    </a:lnTo>
                    <a:lnTo>
                      <a:pt x="562" y="440"/>
                    </a:lnTo>
                    <a:lnTo>
                      <a:pt x="566" y="440"/>
                    </a:lnTo>
                    <a:lnTo>
                      <a:pt x="562" y="440"/>
                    </a:lnTo>
                    <a:lnTo>
                      <a:pt x="562" y="444"/>
                    </a:lnTo>
                    <a:lnTo>
                      <a:pt x="562" y="448"/>
                    </a:lnTo>
                    <a:lnTo>
                      <a:pt x="558" y="448"/>
                    </a:lnTo>
                    <a:lnTo>
                      <a:pt x="558" y="452"/>
                    </a:lnTo>
                    <a:lnTo>
                      <a:pt x="554" y="452"/>
                    </a:lnTo>
                    <a:lnTo>
                      <a:pt x="554" y="456"/>
                    </a:lnTo>
                    <a:lnTo>
                      <a:pt x="550" y="456"/>
                    </a:lnTo>
                    <a:lnTo>
                      <a:pt x="550" y="458"/>
                    </a:lnTo>
                    <a:lnTo>
                      <a:pt x="550" y="462"/>
                    </a:lnTo>
                    <a:lnTo>
                      <a:pt x="546" y="466"/>
                    </a:lnTo>
                    <a:lnTo>
                      <a:pt x="546" y="462"/>
                    </a:lnTo>
                    <a:lnTo>
                      <a:pt x="546" y="466"/>
                    </a:lnTo>
                    <a:lnTo>
                      <a:pt x="544" y="466"/>
                    </a:lnTo>
                    <a:lnTo>
                      <a:pt x="544" y="462"/>
                    </a:lnTo>
                    <a:lnTo>
                      <a:pt x="546" y="462"/>
                    </a:lnTo>
                    <a:lnTo>
                      <a:pt x="544" y="462"/>
                    </a:lnTo>
                    <a:lnTo>
                      <a:pt x="544" y="466"/>
                    </a:lnTo>
                    <a:lnTo>
                      <a:pt x="544" y="470"/>
                    </a:lnTo>
                    <a:lnTo>
                      <a:pt x="540" y="470"/>
                    </a:lnTo>
                    <a:lnTo>
                      <a:pt x="540" y="474"/>
                    </a:lnTo>
                    <a:lnTo>
                      <a:pt x="536" y="474"/>
                    </a:lnTo>
                    <a:lnTo>
                      <a:pt x="536" y="470"/>
                    </a:lnTo>
                    <a:lnTo>
                      <a:pt x="532" y="470"/>
                    </a:lnTo>
                    <a:lnTo>
                      <a:pt x="532" y="474"/>
                    </a:lnTo>
                    <a:lnTo>
                      <a:pt x="536" y="474"/>
                    </a:lnTo>
                    <a:lnTo>
                      <a:pt x="532" y="474"/>
                    </a:lnTo>
                    <a:lnTo>
                      <a:pt x="528" y="474"/>
                    </a:lnTo>
                    <a:lnTo>
                      <a:pt x="524" y="470"/>
                    </a:lnTo>
                    <a:lnTo>
                      <a:pt x="528" y="474"/>
                    </a:lnTo>
                    <a:lnTo>
                      <a:pt x="528" y="478"/>
                    </a:lnTo>
                    <a:lnTo>
                      <a:pt x="524" y="478"/>
                    </a:lnTo>
                    <a:lnTo>
                      <a:pt x="524" y="482"/>
                    </a:lnTo>
                    <a:lnTo>
                      <a:pt x="520" y="482"/>
                    </a:lnTo>
                    <a:lnTo>
                      <a:pt x="518" y="482"/>
                    </a:lnTo>
                    <a:lnTo>
                      <a:pt x="518" y="478"/>
                    </a:lnTo>
                    <a:lnTo>
                      <a:pt x="514" y="478"/>
                    </a:lnTo>
                    <a:lnTo>
                      <a:pt x="518" y="478"/>
                    </a:lnTo>
                    <a:lnTo>
                      <a:pt x="514" y="482"/>
                    </a:lnTo>
                    <a:lnTo>
                      <a:pt x="510" y="482"/>
                    </a:lnTo>
                    <a:lnTo>
                      <a:pt x="510" y="484"/>
                    </a:lnTo>
                    <a:lnTo>
                      <a:pt x="506" y="484"/>
                    </a:lnTo>
                    <a:lnTo>
                      <a:pt x="506" y="482"/>
                    </a:lnTo>
                    <a:lnTo>
                      <a:pt x="506" y="478"/>
                    </a:lnTo>
                    <a:lnTo>
                      <a:pt x="506" y="482"/>
                    </a:lnTo>
                    <a:lnTo>
                      <a:pt x="506" y="484"/>
                    </a:lnTo>
                    <a:lnTo>
                      <a:pt x="502" y="484"/>
                    </a:lnTo>
                    <a:lnTo>
                      <a:pt x="502" y="482"/>
                    </a:lnTo>
                    <a:lnTo>
                      <a:pt x="498" y="482"/>
                    </a:lnTo>
                    <a:lnTo>
                      <a:pt x="498" y="478"/>
                    </a:lnTo>
                    <a:lnTo>
                      <a:pt x="502" y="474"/>
                    </a:lnTo>
                    <a:lnTo>
                      <a:pt x="506" y="474"/>
                    </a:lnTo>
                    <a:lnTo>
                      <a:pt x="506" y="470"/>
                    </a:lnTo>
                    <a:lnTo>
                      <a:pt x="502" y="470"/>
                    </a:lnTo>
                    <a:lnTo>
                      <a:pt x="502" y="474"/>
                    </a:lnTo>
                    <a:lnTo>
                      <a:pt x="498" y="474"/>
                    </a:lnTo>
                    <a:lnTo>
                      <a:pt x="498" y="470"/>
                    </a:lnTo>
                    <a:lnTo>
                      <a:pt x="494" y="470"/>
                    </a:lnTo>
                    <a:lnTo>
                      <a:pt x="490" y="470"/>
                    </a:lnTo>
                    <a:lnTo>
                      <a:pt x="494" y="470"/>
                    </a:lnTo>
                    <a:lnTo>
                      <a:pt x="494" y="474"/>
                    </a:lnTo>
                    <a:lnTo>
                      <a:pt x="498" y="474"/>
                    </a:lnTo>
                    <a:lnTo>
                      <a:pt x="494" y="474"/>
                    </a:lnTo>
                    <a:lnTo>
                      <a:pt x="494" y="478"/>
                    </a:lnTo>
                    <a:lnTo>
                      <a:pt x="494" y="482"/>
                    </a:lnTo>
                    <a:lnTo>
                      <a:pt x="490" y="482"/>
                    </a:lnTo>
                    <a:lnTo>
                      <a:pt x="488" y="482"/>
                    </a:lnTo>
                    <a:lnTo>
                      <a:pt x="488" y="478"/>
                    </a:lnTo>
                    <a:lnTo>
                      <a:pt x="488" y="482"/>
                    </a:lnTo>
                    <a:lnTo>
                      <a:pt x="490" y="484"/>
                    </a:lnTo>
                    <a:lnTo>
                      <a:pt x="490" y="488"/>
                    </a:lnTo>
                    <a:lnTo>
                      <a:pt x="488" y="488"/>
                    </a:lnTo>
                    <a:lnTo>
                      <a:pt x="484" y="488"/>
                    </a:lnTo>
                    <a:lnTo>
                      <a:pt x="488" y="488"/>
                    </a:lnTo>
                    <a:lnTo>
                      <a:pt x="484" y="488"/>
                    </a:lnTo>
                    <a:lnTo>
                      <a:pt x="480" y="488"/>
                    </a:lnTo>
                    <a:lnTo>
                      <a:pt x="476" y="488"/>
                    </a:lnTo>
                    <a:lnTo>
                      <a:pt x="476" y="484"/>
                    </a:lnTo>
                    <a:lnTo>
                      <a:pt x="476" y="488"/>
                    </a:lnTo>
                    <a:lnTo>
                      <a:pt x="476" y="492"/>
                    </a:lnTo>
                    <a:lnTo>
                      <a:pt x="472" y="492"/>
                    </a:lnTo>
                    <a:lnTo>
                      <a:pt x="472" y="488"/>
                    </a:lnTo>
                    <a:lnTo>
                      <a:pt x="468" y="488"/>
                    </a:lnTo>
                    <a:lnTo>
                      <a:pt x="468" y="492"/>
                    </a:lnTo>
                    <a:lnTo>
                      <a:pt x="464" y="492"/>
                    </a:lnTo>
                    <a:lnTo>
                      <a:pt x="464" y="488"/>
                    </a:lnTo>
                    <a:lnTo>
                      <a:pt x="462" y="492"/>
                    </a:lnTo>
                    <a:lnTo>
                      <a:pt x="464" y="492"/>
                    </a:lnTo>
                    <a:lnTo>
                      <a:pt x="468" y="492"/>
                    </a:lnTo>
                    <a:lnTo>
                      <a:pt x="468" y="496"/>
                    </a:lnTo>
                    <a:lnTo>
                      <a:pt x="468" y="492"/>
                    </a:lnTo>
                    <a:lnTo>
                      <a:pt x="464" y="496"/>
                    </a:lnTo>
                    <a:lnTo>
                      <a:pt x="468" y="496"/>
                    </a:lnTo>
                    <a:lnTo>
                      <a:pt x="468" y="500"/>
                    </a:lnTo>
                    <a:lnTo>
                      <a:pt x="464" y="500"/>
                    </a:lnTo>
                    <a:lnTo>
                      <a:pt x="464" y="504"/>
                    </a:lnTo>
                    <a:lnTo>
                      <a:pt x="462" y="504"/>
                    </a:lnTo>
                    <a:lnTo>
                      <a:pt x="458" y="504"/>
                    </a:lnTo>
                    <a:lnTo>
                      <a:pt x="458" y="500"/>
                    </a:lnTo>
                    <a:lnTo>
                      <a:pt x="458" y="504"/>
                    </a:lnTo>
                    <a:lnTo>
                      <a:pt x="450" y="504"/>
                    </a:lnTo>
                    <a:lnTo>
                      <a:pt x="450" y="508"/>
                    </a:lnTo>
                    <a:lnTo>
                      <a:pt x="454" y="508"/>
                    </a:lnTo>
                    <a:lnTo>
                      <a:pt x="454" y="512"/>
                    </a:lnTo>
                    <a:lnTo>
                      <a:pt x="458" y="512"/>
                    </a:lnTo>
                    <a:lnTo>
                      <a:pt x="458" y="514"/>
                    </a:lnTo>
                    <a:lnTo>
                      <a:pt x="458" y="518"/>
                    </a:lnTo>
                    <a:lnTo>
                      <a:pt x="462" y="518"/>
                    </a:lnTo>
                    <a:lnTo>
                      <a:pt x="458" y="518"/>
                    </a:lnTo>
                    <a:lnTo>
                      <a:pt x="454" y="518"/>
                    </a:lnTo>
                    <a:lnTo>
                      <a:pt x="450" y="522"/>
                    </a:lnTo>
                    <a:lnTo>
                      <a:pt x="446" y="518"/>
                    </a:lnTo>
                    <a:lnTo>
                      <a:pt x="442" y="518"/>
                    </a:lnTo>
                    <a:lnTo>
                      <a:pt x="442" y="522"/>
                    </a:lnTo>
                    <a:lnTo>
                      <a:pt x="446" y="522"/>
                    </a:lnTo>
                    <a:lnTo>
                      <a:pt x="450" y="526"/>
                    </a:lnTo>
                    <a:lnTo>
                      <a:pt x="454" y="526"/>
                    </a:lnTo>
                    <a:lnTo>
                      <a:pt x="454" y="522"/>
                    </a:lnTo>
                    <a:lnTo>
                      <a:pt x="458" y="526"/>
                    </a:lnTo>
                    <a:lnTo>
                      <a:pt x="454" y="530"/>
                    </a:lnTo>
                    <a:lnTo>
                      <a:pt x="458" y="530"/>
                    </a:lnTo>
                    <a:lnTo>
                      <a:pt x="458" y="534"/>
                    </a:lnTo>
                    <a:lnTo>
                      <a:pt x="458" y="538"/>
                    </a:lnTo>
                    <a:lnTo>
                      <a:pt x="454" y="538"/>
                    </a:lnTo>
                    <a:lnTo>
                      <a:pt x="454" y="534"/>
                    </a:lnTo>
                    <a:lnTo>
                      <a:pt x="450" y="534"/>
                    </a:lnTo>
                    <a:lnTo>
                      <a:pt x="446" y="534"/>
                    </a:lnTo>
                    <a:lnTo>
                      <a:pt x="442" y="534"/>
                    </a:lnTo>
                    <a:lnTo>
                      <a:pt x="446" y="534"/>
                    </a:lnTo>
                    <a:lnTo>
                      <a:pt x="450" y="534"/>
                    </a:lnTo>
                    <a:lnTo>
                      <a:pt x="450" y="538"/>
                    </a:lnTo>
                    <a:lnTo>
                      <a:pt x="454" y="538"/>
                    </a:lnTo>
                    <a:lnTo>
                      <a:pt x="454" y="540"/>
                    </a:lnTo>
                    <a:lnTo>
                      <a:pt x="454" y="538"/>
                    </a:lnTo>
                    <a:lnTo>
                      <a:pt x="450" y="538"/>
                    </a:lnTo>
                    <a:lnTo>
                      <a:pt x="450" y="540"/>
                    </a:lnTo>
                    <a:lnTo>
                      <a:pt x="446" y="540"/>
                    </a:lnTo>
                    <a:lnTo>
                      <a:pt x="446" y="538"/>
                    </a:lnTo>
                    <a:lnTo>
                      <a:pt x="446" y="540"/>
                    </a:lnTo>
                    <a:lnTo>
                      <a:pt x="450" y="540"/>
                    </a:lnTo>
                    <a:lnTo>
                      <a:pt x="446" y="540"/>
                    </a:lnTo>
                    <a:lnTo>
                      <a:pt x="442" y="540"/>
                    </a:lnTo>
                    <a:lnTo>
                      <a:pt x="446" y="540"/>
                    </a:lnTo>
                    <a:lnTo>
                      <a:pt x="450" y="544"/>
                    </a:lnTo>
                    <a:lnTo>
                      <a:pt x="446" y="544"/>
                    </a:lnTo>
                    <a:lnTo>
                      <a:pt x="446" y="540"/>
                    </a:lnTo>
                    <a:lnTo>
                      <a:pt x="442" y="540"/>
                    </a:lnTo>
                    <a:lnTo>
                      <a:pt x="440" y="540"/>
                    </a:lnTo>
                    <a:lnTo>
                      <a:pt x="442" y="544"/>
                    </a:lnTo>
                    <a:lnTo>
                      <a:pt x="446" y="544"/>
                    </a:lnTo>
                    <a:lnTo>
                      <a:pt x="446" y="548"/>
                    </a:lnTo>
                    <a:lnTo>
                      <a:pt x="442" y="548"/>
                    </a:lnTo>
                    <a:lnTo>
                      <a:pt x="440" y="548"/>
                    </a:lnTo>
                    <a:lnTo>
                      <a:pt x="440" y="544"/>
                    </a:lnTo>
                    <a:lnTo>
                      <a:pt x="440" y="548"/>
                    </a:lnTo>
                    <a:lnTo>
                      <a:pt x="442" y="548"/>
                    </a:lnTo>
                    <a:lnTo>
                      <a:pt x="442" y="552"/>
                    </a:lnTo>
                    <a:lnTo>
                      <a:pt x="440" y="552"/>
                    </a:lnTo>
                    <a:lnTo>
                      <a:pt x="440" y="548"/>
                    </a:lnTo>
                    <a:lnTo>
                      <a:pt x="436" y="548"/>
                    </a:lnTo>
                    <a:lnTo>
                      <a:pt x="440" y="552"/>
                    </a:lnTo>
                    <a:lnTo>
                      <a:pt x="442" y="552"/>
                    </a:lnTo>
                    <a:lnTo>
                      <a:pt x="442" y="556"/>
                    </a:lnTo>
                    <a:lnTo>
                      <a:pt x="440" y="556"/>
                    </a:lnTo>
                    <a:lnTo>
                      <a:pt x="436" y="556"/>
                    </a:lnTo>
                    <a:lnTo>
                      <a:pt x="432" y="556"/>
                    </a:lnTo>
                    <a:lnTo>
                      <a:pt x="432" y="552"/>
                    </a:lnTo>
                    <a:lnTo>
                      <a:pt x="436" y="552"/>
                    </a:lnTo>
                    <a:lnTo>
                      <a:pt x="432" y="552"/>
                    </a:lnTo>
                    <a:lnTo>
                      <a:pt x="432" y="556"/>
                    </a:lnTo>
                    <a:lnTo>
                      <a:pt x="432" y="560"/>
                    </a:lnTo>
                    <a:lnTo>
                      <a:pt x="428" y="556"/>
                    </a:lnTo>
                    <a:lnTo>
                      <a:pt x="428" y="560"/>
                    </a:lnTo>
                    <a:lnTo>
                      <a:pt x="424" y="560"/>
                    </a:lnTo>
                    <a:lnTo>
                      <a:pt x="420" y="556"/>
                    </a:lnTo>
                    <a:lnTo>
                      <a:pt x="420" y="560"/>
                    </a:lnTo>
                    <a:lnTo>
                      <a:pt x="424" y="560"/>
                    </a:lnTo>
                    <a:lnTo>
                      <a:pt x="428" y="560"/>
                    </a:lnTo>
                    <a:lnTo>
                      <a:pt x="432" y="564"/>
                    </a:lnTo>
                    <a:lnTo>
                      <a:pt x="436" y="564"/>
                    </a:lnTo>
                    <a:lnTo>
                      <a:pt x="436" y="568"/>
                    </a:lnTo>
                    <a:lnTo>
                      <a:pt x="432" y="568"/>
                    </a:lnTo>
                    <a:lnTo>
                      <a:pt x="432" y="564"/>
                    </a:lnTo>
                    <a:lnTo>
                      <a:pt x="428" y="564"/>
                    </a:lnTo>
                    <a:lnTo>
                      <a:pt x="424" y="564"/>
                    </a:lnTo>
                    <a:lnTo>
                      <a:pt x="428" y="564"/>
                    </a:lnTo>
                    <a:lnTo>
                      <a:pt x="428" y="568"/>
                    </a:lnTo>
                    <a:lnTo>
                      <a:pt x="432" y="568"/>
                    </a:lnTo>
                    <a:lnTo>
                      <a:pt x="436" y="570"/>
                    </a:lnTo>
                    <a:lnTo>
                      <a:pt x="432" y="570"/>
                    </a:lnTo>
                    <a:lnTo>
                      <a:pt x="432" y="574"/>
                    </a:lnTo>
                    <a:lnTo>
                      <a:pt x="436" y="574"/>
                    </a:lnTo>
                    <a:lnTo>
                      <a:pt x="436" y="578"/>
                    </a:lnTo>
                    <a:lnTo>
                      <a:pt x="432" y="578"/>
                    </a:lnTo>
                    <a:lnTo>
                      <a:pt x="436" y="578"/>
                    </a:lnTo>
                    <a:lnTo>
                      <a:pt x="432" y="582"/>
                    </a:lnTo>
                    <a:lnTo>
                      <a:pt x="428" y="582"/>
                    </a:lnTo>
                    <a:lnTo>
                      <a:pt x="428" y="578"/>
                    </a:lnTo>
                    <a:lnTo>
                      <a:pt x="424" y="578"/>
                    </a:lnTo>
                    <a:lnTo>
                      <a:pt x="424" y="582"/>
                    </a:lnTo>
                    <a:lnTo>
                      <a:pt x="428" y="578"/>
                    </a:lnTo>
                    <a:lnTo>
                      <a:pt x="428" y="582"/>
                    </a:lnTo>
                    <a:lnTo>
                      <a:pt x="432" y="582"/>
                    </a:lnTo>
                    <a:lnTo>
                      <a:pt x="432" y="584"/>
                    </a:lnTo>
                    <a:lnTo>
                      <a:pt x="428" y="584"/>
                    </a:lnTo>
                    <a:lnTo>
                      <a:pt x="424" y="584"/>
                    </a:lnTo>
                    <a:lnTo>
                      <a:pt x="428" y="584"/>
                    </a:lnTo>
                    <a:lnTo>
                      <a:pt x="432" y="584"/>
                    </a:lnTo>
                    <a:lnTo>
                      <a:pt x="432" y="588"/>
                    </a:lnTo>
                    <a:lnTo>
                      <a:pt x="428" y="588"/>
                    </a:lnTo>
                    <a:lnTo>
                      <a:pt x="428" y="592"/>
                    </a:lnTo>
                    <a:lnTo>
                      <a:pt x="428" y="588"/>
                    </a:lnTo>
                    <a:lnTo>
                      <a:pt x="424" y="588"/>
                    </a:lnTo>
                    <a:lnTo>
                      <a:pt x="420" y="588"/>
                    </a:lnTo>
                    <a:lnTo>
                      <a:pt x="424" y="588"/>
                    </a:lnTo>
                    <a:lnTo>
                      <a:pt x="428" y="592"/>
                    </a:lnTo>
                    <a:lnTo>
                      <a:pt x="424" y="592"/>
                    </a:lnTo>
                    <a:lnTo>
                      <a:pt x="428" y="592"/>
                    </a:lnTo>
                    <a:lnTo>
                      <a:pt x="424" y="592"/>
                    </a:lnTo>
                    <a:lnTo>
                      <a:pt x="420" y="592"/>
                    </a:lnTo>
                    <a:lnTo>
                      <a:pt x="424" y="592"/>
                    </a:lnTo>
                    <a:lnTo>
                      <a:pt x="428" y="592"/>
                    </a:lnTo>
                    <a:lnTo>
                      <a:pt x="428" y="596"/>
                    </a:lnTo>
                    <a:lnTo>
                      <a:pt x="424" y="596"/>
                    </a:lnTo>
                    <a:lnTo>
                      <a:pt x="420" y="596"/>
                    </a:lnTo>
                    <a:lnTo>
                      <a:pt x="418" y="592"/>
                    </a:lnTo>
                    <a:lnTo>
                      <a:pt x="418" y="596"/>
                    </a:lnTo>
                    <a:lnTo>
                      <a:pt x="420" y="596"/>
                    </a:lnTo>
                    <a:lnTo>
                      <a:pt x="424" y="596"/>
                    </a:lnTo>
                    <a:lnTo>
                      <a:pt x="428" y="596"/>
                    </a:lnTo>
                    <a:lnTo>
                      <a:pt x="428" y="600"/>
                    </a:lnTo>
                    <a:lnTo>
                      <a:pt x="424" y="600"/>
                    </a:lnTo>
                    <a:lnTo>
                      <a:pt x="420" y="600"/>
                    </a:lnTo>
                    <a:lnTo>
                      <a:pt x="418" y="600"/>
                    </a:lnTo>
                    <a:lnTo>
                      <a:pt x="420" y="600"/>
                    </a:lnTo>
                    <a:lnTo>
                      <a:pt x="424" y="600"/>
                    </a:lnTo>
                    <a:lnTo>
                      <a:pt x="428" y="600"/>
                    </a:lnTo>
                    <a:lnTo>
                      <a:pt x="428" y="604"/>
                    </a:lnTo>
                    <a:lnTo>
                      <a:pt x="424" y="604"/>
                    </a:lnTo>
                    <a:lnTo>
                      <a:pt x="424" y="600"/>
                    </a:lnTo>
                    <a:lnTo>
                      <a:pt x="420" y="600"/>
                    </a:lnTo>
                    <a:lnTo>
                      <a:pt x="418" y="600"/>
                    </a:lnTo>
                    <a:lnTo>
                      <a:pt x="420" y="604"/>
                    </a:lnTo>
                    <a:lnTo>
                      <a:pt x="424" y="604"/>
                    </a:lnTo>
                    <a:lnTo>
                      <a:pt x="428" y="604"/>
                    </a:lnTo>
                    <a:lnTo>
                      <a:pt x="424" y="604"/>
                    </a:lnTo>
                    <a:lnTo>
                      <a:pt x="420" y="604"/>
                    </a:lnTo>
                    <a:lnTo>
                      <a:pt x="424" y="604"/>
                    </a:lnTo>
                    <a:lnTo>
                      <a:pt x="424" y="608"/>
                    </a:lnTo>
                    <a:lnTo>
                      <a:pt x="424" y="604"/>
                    </a:lnTo>
                    <a:lnTo>
                      <a:pt x="428" y="604"/>
                    </a:lnTo>
                    <a:lnTo>
                      <a:pt x="424" y="608"/>
                    </a:lnTo>
                    <a:lnTo>
                      <a:pt x="420" y="608"/>
                    </a:lnTo>
                    <a:lnTo>
                      <a:pt x="420" y="612"/>
                    </a:lnTo>
                    <a:lnTo>
                      <a:pt x="418" y="608"/>
                    </a:lnTo>
                    <a:lnTo>
                      <a:pt x="414" y="608"/>
                    </a:lnTo>
                    <a:lnTo>
                      <a:pt x="414" y="604"/>
                    </a:lnTo>
                    <a:lnTo>
                      <a:pt x="414" y="608"/>
                    </a:lnTo>
                    <a:lnTo>
                      <a:pt x="410" y="608"/>
                    </a:lnTo>
                    <a:lnTo>
                      <a:pt x="406" y="608"/>
                    </a:lnTo>
                    <a:lnTo>
                      <a:pt x="410" y="608"/>
                    </a:lnTo>
                    <a:lnTo>
                      <a:pt x="418" y="608"/>
                    </a:lnTo>
                    <a:lnTo>
                      <a:pt x="420" y="612"/>
                    </a:lnTo>
                    <a:lnTo>
                      <a:pt x="418" y="612"/>
                    </a:lnTo>
                    <a:lnTo>
                      <a:pt x="418" y="614"/>
                    </a:lnTo>
                    <a:lnTo>
                      <a:pt x="418" y="612"/>
                    </a:lnTo>
                    <a:lnTo>
                      <a:pt x="420" y="612"/>
                    </a:lnTo>
                    <a:lnTo>
                      <a:pt x="420" y="614"/>
                    </a:lnTo>
                    <a:lnTo>
                      <a:pt x="420" y="618"/>
                    </a:lnTo>
                    <a:lnTo>
                      <a:pt x="418" y="618"/>
                    </a:lnTo>
                    <a:lnTo>
                      <a:pt x="414" y="618"/>
                    </a:lnTo>
                    <a:lnTo>
                      <a:pt x="414" y="614"/>
                    </a:lnTo>
                    <a:lnTo>
                      <a:pt x="410" y="614"/>
                    </a:lnTo>
                    <a:lnTo>
                      <a:pt x="410" y="612"/>
                    </a:lnTo>
                    <a:lnTo>
                      <a:pt x="410" y="614"/>
                    </a:lnTo>
                    <a:lnTo>
                      <a:pt x="406" y="614"/>
                    </a:lnTo>
                    <a:lnTo>
                      <a:pt x="406" y="618"/>
                    </a:lnTo>
                    <a:lnTo>
                      <a:pt x="402" y="614"/>
                    </a:lnTo>
                    <a:lnTo>
                      <a:pt x="402" y="618"/>
                    </a:lnTo>
                    <a:lnTo>
                      <a:pt x="402" y="622"/>
                    </a:lnTo>
                    <a:lnTo>
                      <a:pt x="398" y="618"/>
                    </a:lnTo>
                    <a:lnTo>
                      <a:pt x="394" y="618"/>
                    </a:lnTo>
                    <a:lnTo>
                      <a:pt x="394" y="614"/>
                    </a:lnTo>
                    <a:lnTo>
                      <a:pt x="398" y="614"/>
                    </a:lnTo>
                    <a:lnTo>
                      <a:pt x="398" y="612"/>
                    </a:lnTo>
                    <a:lnTo>
                      <a:pt x="402" y="612"/>
                    </a:lnTo>
                    <a:lnTo>
                      <a:pt x="402" y="608"/>
                    </a:lnTo>
                    <a:lnTo>
                      <a:pt x="398" y="614"/>
                    </a:lnTo>
                    <a:lnTo>
                      <a:pt x="394" y="614"/>
                    </a:lnTo>
                    <a:lnTo>
                      <a:pt x="394" y="618"/>
                    </a:lnTo>
                    <a:lnTo>
                      <a:pt x="392" y="618"/>
                    </a:lnTo>
                    <a:lnTo>
                      <a:pt x="394" y="614"/>
                    </a:lnTo>
                    <a:lnTo>
                      <a:pt x="392" y="614"/>
                    </a:lnTo>
                    <a:lnTo>
                      <a:pt x="394" y="614"/>
                    </a:lnTo>
                    <a:lnTo>
                      <a:pt x="394" y="612"/>
                    </a:lnTo>
                    <a:lnTo>
                      <a:pt x="398" y="612"/>
                    </a:lnTo>
                    <a:lnTo>
                      <a:pt x="398" y="604"/>
                    </a:lnTo>
                    <a:lnTo>
                      <a:pt x="402" y="604"/>
                    </a:lnTo>
                    <a:lnTo>
                      <a:pt x="398" y="604"/>
                    </a:lnTo>
                    <a:lnTo>
                      <a:pt x="398" y="608"/>
                    </a:lnTo>
                    <a:lnTo>
                      <a:pt x="394" y="608"/>
                    </a:lnTo>
                    <a:lnTo>
                      <a:pt x="394" y="612"/>
                    </a:lnTo>
                    <a:lnTo>
                      <a:pt x="392" y="612"/>
                    </a:lnTo>
                    <a:lnTo>
                      <a:pt x="392" y="608"/>
                    </a:lnTo>
                    <a:lnTo>
                      <a:pt x="394" y="608"/>
                    </a:lnTo>
                    <a:lnTo>
                      <a:pt x="394" y="604"/>
                    </a:lnTo>
                    <a:lnTo>
                      <a:pt x="394" y="608"/>
                    </a:lnTo>
                    <a:lnTo>
                      <a:pt x="392" y="608"/>
                    </a:lnTo>
                    <a:lnTo>
                      <a:pt x="388" y="608"/>
                    </a:lnTo>
                    <a:lnTo>
                      <a:pt x="392" y="608"/>
                    </a:lnTo>
                    <a:lnTo>
                      <a:pt x="392" y="604"/>
                    </a:lnTo>
                    <a:lnTo>
                      <a:pt x="392" y="608"/>
                    </a:lnTo>
                    <a:lnTo>
                      <a:pt x="388" y="608"/>
                    </a:lnTo>
                    <a:lnTo>
                      <a:pt x="388" y="612"/>
                    </a:lnTo>
                    <a:lnTo>
                      <a:pt x="384" y="608"/>
                    </a:lnTo>
                    <a:lnTo>
                      <a:pt x="388" y="608"/>
                    </a:lnTo>
                    <a:lnTo>
                      <a:pt x="384" y="608"/>
                    </a:lnTo>
                    <a:lnTo>
                      <a:pt x="388" y="604"/>
                    </a:lnTo>
                    <a:lnTo>
                      <a:pt x="384" y="604"/>
                    </a:lnTo>
                    <a:lnTo>
                      <a:pt x="388" y="604"/>
                    </a:lnTo>
                    <a:lnTo>
                      <a:pt x="392" y="600"/>
                    </a:lnTo>
                    <a:lnTo>
                      <a:pt x="392" y="596"/>
                    </a:lnTo>
                    <a:lnTo>
                      <a:pt x="392" y="600"/>
                    </a:lnTo>
                    <a:lnTo>
                      <a:pt x="388" y="600"/>
                    </a:lnTo>
                    <a:lnTo>
                      <a:pt x="388" y="604"/>
                    </a:lnTo>
                    <a:lnTo>
                      <a:pt x="384" y="604"/>
                    </a:lnTo>
                    <a:lnTo>
                      <a:pt x="384" y="600"/>
                    </a:lnTo>
                    <a:lnTo>
                      <a:pt x="384" y="604"/>
                    </a:lnTo>
                    <a:lnTo>
                      <a:pt x="380" y="604"/>
                    </a:lnTo>
                    <a:lnTo>
                      <a:pt x="380" y="600"/>
                    </a:lnTo>
                    <a:lnTo>
                      <a:pt x="384" y="600"/>
                    </a:lnTo>
                    <a:lnTo>
                      <a:pt x="380" y="600"/>
                    </a:lnTo>
                    <a:lnTo>
                      <a:pt x="380" y="604"/>
                    </a:lnTo>
                    <a:lnTo>
                      <a:pt x="380" y="600"/>
                    </a:lnTo>
                    <a:lnTo>
                      <a:pt x="384" y="600"/>
                    </a:lnTo>
                    <a:lnTo>
                      <a:pt x="388" y="600"/>
                    </a:lnTo>
                    <a:lnTo>
                      <a:pt x="388" y="596"/>
                    </a:lnTo>
                    <a:lnTo>
                      <a:pt x="392" y="596"/>
                    </a:lnTo>
                    <a:lnTo>
                      <a:pt x="392" y="592"/>
                    </a:lnTo>
                    <a:lnTo>
                      <a:pt x="392" y="596"/>
                    </a:lnTo>
                    <a:lnTo>
                      <a:pt x="392" y="592"/>
                    </a:lnTo>
                    <a:lnTo>
                      <a:pt x="388" y="592"/>
                    </a:lnTo>
                    <a:lnTo>
                      <a:pt x="388" y="596"/>
                    </a:lnTo>
                    <a:lnTo>
                      <a:pt x="384" y="600"/>
                    </a:lnTo>
                    <a:lnTo>
                      <a:pt x="384" y="596"/>
                    </a:lnTo>
                    <a:lnTo>
                      <a:pt x="384" y="600"/>
                    </a:lnTo>
                    <a:lnTo>
                      <a:pt x="380" y="600"/>
                    </a:lnTo>
                    <a:lnTo>
                      <a:pt x="380" y="596"/>
                    </a:lnTo>
                    <a:lnTo>
                      <a:pt x="384" y="596"/>
                    </a:lnTo>
                    <a:lnTo>
                      <a:pt x="388" y="592"/>
                    </a:lnTo>
                    <a:lnTo>
                      <a:pt x="384" y="592"/>
                    </a:lnTo>
                    <a:lnTo>
                      <a:pt x="384" y="588"/>
                    </a:lnTo>
                    <a:lnTo>
                      <a:pt x="388" y="588"/>
                    </a:lnTo>
                    <a:lnTo>
                      <a:pt x="384" y="588"/>
                    </a:lnTo>
                    <a:lnTo>
                      <a:pt x="380" y="592"/>
                    </a:lnTo>
                    <a:lnTo>
                      <a:pt x="384" y="592"/>
                    </a:lnTo>
                    <a:lnTo>
                      <a:pt x="384" y="596"/>
                    </a:lnTo>
                    <a:lnTo>
                      <a:pt x="380" y="596"/>
                    </a:lnTo>
                    <a:lnTo>
                      <a:pt x="376" y="596"/>
                    </a:lnTo>
                    <a:lnTo>
                      <a:pt x="372" y="596"/>
                    </a:lnTo>
                    <a:lnTo>
                      <a:pt x="372" y="600"/>
                    </a:lnTo>
                    <a:lnTo>
                      <a:pt x="368" y="600"/>
                    </a:lnTo>
                    <a:lnTo>
                      <a:pt x="372" y="600"/>
                    </a:lnTo>
                    <a:lnTo>
                      <a:pt x="368" y="604"/>
                    </a:lnTo>
                    <a:lnTo>
                      <a:pt x="368" y="600"/>
                    </a:lnTo>
                    <a:lnTo>
                      <a:pt x="368" y="596"/>
                    </a:lnTo>
                    <a:lnTo>
                      <a:pt x="364" y="600"/>
                    </a:lnTo>
                    <a:lnTo>
                      <a:pt x="362" y="600"/>
                    </a:lnTo>
                    <a:lnTo>
                      <a:pt x="358" y="600"/>
                    </a:lnTo>
                    <a:lnTo>
                      <a:pt x="362" y="600"/>
                    </a:lnTo>
                    <a:lnTo>
                      <a:pt x="358" y="600"/>
                    </a:lnTo>
                    <a:lnTo>
                      <a:pt x="354" y="600"/>
                    </a:lnTo>
                    <a:lnTo>
                      <a:pt x="350" y="600"/>
                    </a:lnTo>
                    <a:lnTo>
                      <a:pt x="354" y="600"/>
                    </a:lnTo>
                    <a:lnTo>
                      <a:pt x="358" y="596"/>
                    </a:lnTo>
                    <a:lnTo>
                      <a:pt x="354" y="596"/>
                    </a:lnTo>
                    <a:lnTo>
                      <a:pt x="350" y="600"/>
                    </a:lnTo>
                    <a:lnTo>
                      <a:pt x="350" y="596"/>
                    </a:lnTo>
                    <a:lnTo>
                      <a:pt x="346" y="596"/>
                    </a:lnTo>
                    <a:lnTo>
                      <a:pt x="350" y="596"/>
                    </a:lnTo>
                    <a:lnTo>
                      <a:pt x="354" y="596"/>
                    </a:lnTo>
                    <a:lnTo>
                      <a:pt x="350" y="596"/>
                    </a:lnTo>
                    <a:lnTo>
                      <a:pt x="350" y="592"/>
                    </a:lnTo>
                    <a:lnTo>
                      <a:pt x="354" y="588"/>
                    </a:lnTo>
                    <a:lnTo>
                      <a:pt x="350" y="588"/>
                    </a:lnTo>
                    <a:lnTo>
                      <a:pt x="350" y="592"/>
                    </a:lnTo>
                    <a:lnTo>
                      <a:pt x="350" y="596"/>
                    </a:lnTo>
                    <a:lnTo>
                      <a:pt x="346" y="592"/>
                    </a:lnTo>
                    <a:lnTo>
                      <a:pt x="350" y="592"/>
                    </a:lnTo>
                    <a:lnTo>
                      <a:pt x="346" y="592"/>
                    </a:lnTo>
                    <a:lnTo>
                      <a:pt x="342" y="592"/>
                    </a:lnTo>
                    <a:lnTo>
                      <a:pt x="346" y="592"/>
                    </a:lnTo>
                    <a:lnTo>
                      <a:pt x="346" y="588"/>
                    </a:lnTo>
                    <a:lnTo>
                      <a:pt x="342" y="588"/>
                    </a:lnTo>
                    <a:lnTo>
                      <a:pt x="338" y="588"/>
                    </a:lnTo>
                    <a:lnTo>
                      <a:pt x="342" y="584"/>
                    </a:lnTo>
                    <a:lnTo>
                      <a:pt x="346" y="584"/>
                    </a:lnTo>
                    <a:lnTo>
                      <a:pt x="350" y="584"/>
                    </a:lnTo>
                    <a:lnTo>
                      <a:pt x="346" y="584"/>
                    </a:lnTo>
                    <a:lnTo>
                      <a:pt x="342" y="584"/>
                    </a:lnTo>
                    <a:lnTo>
                      <a:pt x="338" y="584"/>
                    </a:lnTo>
                    <a:lnTo>
                      <a:pt x="334" y="584"/>
                    </a:lnTo>
                    <a:lnTo>
                      <a:pt x="338" y="584"/>
                    </a:lnTo>
                    <a:lnTo>
                      <a:pt x="342" y="584"/>
                    </a:lnTo>
                    <a:lnTo>
                      <a:pt x="346" y="582"/>
                    </a:lnTo>
                    <a:lnTo>
                      <a:pt x="342" y="582"/>
                    </a:lnTo>
                    <a:lnTo>
                      <a:pt x="338" y="584"/>
                    </a:lnTo>
                    <a:lnTo>
                      <a:pt x="338" y="582"/>
                    </a:lnTo>
                    <a:lnTo>
                      <a:pt x="334" y="582"/>
                    </a:lnTo>
                    <a:lnTo>
                      <a:pt x="338" y="578"/>
                    </a:lnTo>
                    <a:lnTo>
                      <a:pt x="338" y="574"/>
                    </a:lnTo>
                    <a:lnTo>
                      <a:pt x="342" y="574"/>
                    </a:lnTo>
                    <a:lnTo>
                      <a:pt x="338" y="574"/>
                    </a:lnTo>
                    <a:lnTo>
                      <a:pt x="334" y="578"/>
                    </a:lnTo>
                    <a:lnTo>
                      <a:pt x="334" y="582"/>
                    </a:lnTo>
                    <a:lnTo>
                      <a:pt x="334" y="578"/>
                    </a:lnTo>
                    <a:lnTo>
                      <a:pt x="332" y="578"/>
                    </a:lnTo>
                    <a:lnTo>
                      <a:pt x="334" y="574"/>
                    </a:lnTo>
                    <a:lnTo>
                      <a:pt x="338" y="574"/>
                    </a:lnTo>
                    <a:lnTo>
                      <a:pt x="342" y="574"/>
                    </a:lnTo>
                    <a:lnTo>
                      <a:pt x="338" y="574"/>
                    </a:lnTo>
                    <a:lnTo>
                      <a:pt x="338" y="570"/>
                    </a:lnTo>
                    <a:lnTo>
                      <a:pt x="334" y="570"/>
                    </a:lnTo>
                    <a:lnTo>
                      <a:pt x="334" y="574"/>
                    </a:lnTo>
                    <a:lnTo>
                      <a:pt x="332" y="574"/>
                    </a:lnTo>
                    <a:lnTo>
                      <a:pt x="328" y="574"/>
                    </a:lnTo>
                    <a:lnTo>
                      <a:pt x="328" y="570"/>
                    </a:lnTo>
                    <a:lnTo>
                      <a:pt x="332" y="570"/>
                    </a:lnTo>
                    <a:lnTo>
                      <a:pt x="332" y="574"/>
                    </a:lnTo>
                    <a:lnTo>
                      <a:pt x="334" y="570"/>
                    </a:lnTo>
                    <a:lnTo>
                      <a:pt x="332" y="570"/>
                    </a:lnTo>
                    <a:lnTo>
                      <a:pt x="334" y="570"/>
                    </a:lnTo>
                    <a:lnTo>
                      <a:pt x="334" y="568"/>
                    </a:lnTo>
                    <a:lnTo>
                      <a:pt x="332" y="570"/>
                    </a:lnTo>
                    <a:lnTo>
                      <a:pt x="328" y="568"/>
                    </a:lnTo>
                    <a:lnTo>
                      <a:pt x="328" y="570"/>
                    </a:lnTo>
                    <a:lnTo>
                      <a:pt x="328" y="568"/>
                    </a:lnTo>
                    <a:lnTo>
                      <a:pt x="324" y="568"/>
                    </a:lnTo>
                    <a:lnTo>
                      <a:pt x="320" y="564"/>
                    </a:lnTo>
                    <a:lnTo>
                      <a:pt x="320" y="560"/>
                    </a:lnTo>
                    <a:lnTo>
                      <a:pt x="324" y="556"/>
                    </a:lnTo>
                    <a:lnTo>
                      <a:pt x="320" y="560"/>
                    </a:lnTo>
                    <a:lnTo>
                      <a:pt x="320" y="556"/>
                    </a:lnTo>
                    <a:lnTo>
                      <a:pt x="324" y="552"/>
                    </a:lnTo>
                    <a:lnTo>
                      <a:pt x="328" y="552"/>
                    </a:lnTo>
                    <a:lnTo>
                      <a:pt x="328" y="548"/>
                    </a:lnTo>
                    <a:lnTo>
                      <a:pt x="328" y="552"/>
                    </a:lnTo>
                    <a:lnTo>
                      <a:pt x="324" y="552"/>
                    </a:lnTo>
                    <a:lnTo>
                      <a:pt x="320" y="556"/>
                    </a:lnTo>
                    <a:lnTo>
                      <a:pt x="320" y="552"/>
                    </a:lnTo>
                    <a:lnTo>
                      <a:pt x="324" y="552"/>
                    </a:lnTo>
                    <a:lnTo>
                      <a:pt x="320" y="552"/>
                    </a:lnTo>
                    <a:lnTo>
                      <a:pt x="316" y="552"/>
                    </a:lnTo>
                    <a:lnTo>
                      <a:pt x="316" y="548"/>
                    </a:lnTo>
                    <a:lnTo>
                      <a:pt x="320" y="548"/>
                    </a:lnTo>
                    <a:lnTo>
                      <a:pt x="324" y="544"/>
                    </a:lnTo>
                    <a:lnTo>
                      <a:pt x="320" y="544"/>
                    </a:lnTo>
                    <a:lnTo>
                      <a:pt x="320" y="548"/>
                    </a:lnTo>
                    <a:lnTo>
                      <a:pt x="316" y="548"/>
                    </a:lnTo>
                    <a:lnTo>
                      <a:pt x="316" y="544"/>
                    </a:lnTo>
                    <a:lnTo>
                      <a:pt x="312" y="548"/>
                    </a:lnTo>
                    <a:lnTo>
                      <a:pt x="312" y="544"/>
                    </a:lnTo>
                    <a:lnTo>
                      <a:pt x="312" y="548"/>
                    </a:lnTo>
                    <a:lnTo>
                      <a:pt x="308" y="548"/>
                    </a:lnTo>
                    <a:lnTo>
                      <a:pt x="308" y="544"/>
                    </a:lnTo>
                    <a:lnTo>
                      <a:pt x="312" y="544"/>
                    </a:lnTo>
                    <a:lnTo>
                      <a:pt x="316" y="544"/>
                    </a:lnTo>
                    <a:lnTo>
                      <a:pt x="320" y="540"/>
                    </a:lnTo>
                    <a:lnTo>
                      <a:pt x="316" y="540"/>
                    </a:lnTo>
                    <a:lnTo>
                      <a:pt x="312" y="540"/>
                    </a:lnTo>
                    <a:lnTo>
                      <a:pt x="308" y="540"/>
                    </a:lnTo>
                    <a:lnTo>
                      <a:pt x="312" y="540"/>
                    </a:lnTo>
                    <a:lnTo>
                      <a:pt x="312" y="538"/>
                    </a:lnTo>
                    <a:lnTo>
                      <a:pt x="308" y="538"/>
                    </a:lnTo>
                    <a:lnTo>
                      <a:pt x="308" y="540"/>
                    </a:lnTo>
                    <a:lnTo>
                      <a:pt x="308" y="538"/>
                    </a:lnTo>
                    <a:lnTo>
                      <a:pt x="312" y="538"/>
                    </a:lnTo>
                    <a:lnTo>
                      <a:pt x="316" y="538"/>
                    </a:lnTo>
                    <a:lnTo>
                      <a:pt x="312" y="538"/>
                    </a:lnTo>
                    <a:lnTo>
                      <a:pt x="308" y="538"/>
                    </a:lnTo>
                    <a:lnTo>
                      <a:pt x="308" y="540"/>
                    </a:lnTo>
                    <a:lnTo>
                      <a:pt x="306" y="538"/>
                    </a:lnTo>
                    <a:lnTo>
                      <a:pt x="302" y="538"/>
                    </a:lnTo>
                    <a:lnTo>
                      <a:pt x="302" y="534"/>
                    </a:lnTo>
                    <a:lnTo>
                      <a:pt x="306" y="534"/>
                    </a:lnTo>
                    <a:lnTo>
                      <a:pt x="308" y="534"/>
                    </a:lnTo>
                    <a:lnTo>
                      <a:pt x="308" y="530"/>
                    </a:lnTo>
                    <a:lnTo>
                      <a:pt x="312" y="530"/>
                    </a:lnTo>
                    <a:lnTo>
                      <a:pt x="308" y="530"/>
                    </a:lnTo>
                    <a:lnTo>
                      <a:pt x="306" y="530"/>
                    </a:lnTo>
                    <a:lnTo>
                      <a:pt x="306" y="534"/>
                    </a:lnTo>
                    <a:lnTo>
                      <a:pt x="306" y="530"/>
                    </a:lnTo>
                    <a:lnTo>
                      <a:pt x="302" y="530"/>
                    </a:lnTo>
                    <a:lnTo>
                      <a:pt x="302" y="526"/>
                    </a:lnTo>
                    <a:lnTo>
                      <a:pt x="306" y="526"/>
                    </a:lnTo>
                    <a:lnTo>
                      <a:pt x="312" y="526"/>
                    </a:lnTo>
                    <a:lnTo>
                      <a:pt x="316" y="526"/>
                    </a:lnTo>
                    <a:lnTo>
                      <a:pt x="316" y="522"/>
                    </a:lnTo>
                    <a:lnTo>
                      <a:pt x="316" y="526"/>
                    </a:lnTo>
                    <a:lnTo>
                      <a:pt x="320" y="522"/>
                    </a:lnTo>
                    <a:lnTo>
                      <a:pt x="324" y="522"/>
                    </a:lnTo>
                    <a:lnTo>
                      <a:pt x="320" y="522"/>
                    </a:lnTo>
                    <a:lnTo>
                      <a:pt x="316" y="522"/>
                    </a:lnTo>
                    <a:lnTo>
                      <a:pt x="312" y="522"/>
                    </a:lnTo>
                    <a:lnTo>
                      <a:pt x="312" y="526"/>
                    </a:lnTo>
                    <a:lnTo>
                      <a:pt x="308" y="526"/>
                    </a:lnTo>
                    <a:lnTo>
                      <a:pt x="306" y="526"/>
                    </a:lnTo>
                    <a:lnTo>
                      <a:pt x="302" y="526"/>
                    </a:lnTo>
                    <a:lnTo>
                      <a:pt x="302" y="522"/>
                    </a:lnTo>
                    <a:lnTo>
                      <a:pt x="306" y="522"/>
                    </a:lnTo>
                    <a:lnTo>
                      <a:pt x="306" y="526"/>
                    </a:lnTo>
                    <a:lnTo>
                      <a:pt x="306" y="522"/>
                    </a:lnTo>
                    <a:lnTo>
                      <a:pt x="302" y="522"/>
                    </a:lnTo>
                    <a:lnTo>
                      <a:pt x="302" y="526"/>
                    </a:lnTo>
                    <a:lnTo>
                      <a:pt x="302" y="522"/>
                    </a:lnTo>
                    <a:lnTo>
                      <a:pt x="306" y="522"/>
                    </a:lnTo>
                    <a:lnTo>
                      <a:pt x="308" y="522"/>
                    </a:lnTo>
                    <a:lnTo>
                      <a:pt x="312" y="522"/>
                    </a:lnTo>
                    <a:lnTo>
                      <a:pt x="308" y="522"/>
                    </a:lnTo>
                    <a:lnTo>
                      <a:pt x="312" y="518"/>
                    </a:lnTo>
                    <a:lnTo>
                      <a:pt x="316" y="518"/>
                    </a:lnTo>
                    <a:lnTo>
                      <a:pt x="320" y="518"/>
                    </a:lnTo>
                    <a:lnTo>
                      <a:pt x="324" y="518"/>
                    </a:lnTo>
                    <a:lnTo>
                      <a:pt x="324" y="514"/>
                    </a:lnTo>
                    <a:lnTo>
                      <a:pt x="320" y="514"/>
                    </a:lnTo>
                    <a:lnTo>
                      <a:pt x="320" y="518"/>
                    </a:lnTo>
                    <a:lnTo>
                      <a:pt x="316" y="518"/>
                    </a:lnTo>
                    <a:lnTo>
                      <a:pt x="316" y="514"/>
                    </a:lnTo>
                    <a:lnTo>
                      <a:pt x="320" y="514"/>
                    </a:lnTo>
                    <a:lnTo>
                      <a:pt x="316" y="514"/>
                    </a:lnTo>
                    <a:lnTo>
                      <a:pt x="312" y="514"/>
                    </a:lnTo>
                    <a:lnTo>
                      <a:pt x="312" y="512"/>
                    </a:lnTo>
                    <a:lnTo>
                      <a:pt x="316" y="512"/>
                    </a:lnTo>
                    <a:lnTo>
                      <a:pt x="320" y="512"/>
                    </a:lnTo>
                    <a:lnTo>
                      <a:pt x="316" y="512"/>
                    </a:lnTo>
                    <a:lnTo>
                      <a:pt x="320" y="512"/>
                    </a:lnTo>
                    <a:lnTo>
                      <a:pt x="320" y="514"/>
                    </a:lnTo>
                    <a:lnTo>
                      <a:pt x="324" y="514"/>
                    </a:lnTo>
                    <a:lnTo>
                      <a:pt x="324" y="518"/>
                    </a:lnTo>
                    <a:lnTo>
                      <a:pt x="328" y="518"/>
                    </a:lnTo>
                    <a:lnTo>
                      <a:pt x="332" y="518"/>
                    </a:lnTo>
                    <a:lnTo>
                      <a:pt x="328" y="518"/>
                    </a:lnTo>
                    <a:lnTo>
                      <a:pt x="324" y="514"/>
                    </a:lnTo>
                    <a:lnTo>
                      <a:pt x="324" y="512"/>
                    </a:lnTo>
                    <a:lnTo>
                      <a:pt x="320" y="512"/>
                    </a:lnTo>
                    <a:lnTo>
                      <a:pt x="324" y="508"/>
                    </a:lnTo>
                    <a:lnTo>
                      <a:pt x="320" y="508"/>
                    </a:lnTo>
                    <a:lnTo>
                      <a:pt x="320" y="512"/>
                    </a:lnTo>
                    <a:lnTo>
                      <a:pt x="316" y="512"/>
                    </a:lnTo>
                    <a:lnTo>
                      <a:pt x="316" y="508"/>
                    </a:lnTo>
                    <a:lnTo>
                      <a:pt x="316" y="504"/>
                    </a:lnTo>
                    <a:lnTo>
                      <a:pt x="312" y="504"/>
                    </a:lnTo>
                    <a:lnTo>
                      <a:pt x="312" y="500"/>
                    </a:lnTo>
                    <a:lnTo>
                      <a:pt x="312" y="504"/>
                    </a:lnTo>
                    <a:lnTo>
                      <a:pt x="316" y="508"/>
                    </a:lnTo>
                    <a:lnTo>
                      <a:pt x="316" y="512"/>
                    </a:lnTo>
                    <a:lnTo>
                      <a:pt x="312" y="512"/>
                    </a:lnTo>
                    <a:lnTo>
                      <a:pt x="308" y="512"/>
                    </a:lnTo>
                    <a:lnTo>
                      <a:pt x="308" y="514"/>
                    </a:lnTo>
                    <a:lnTo>
                      <a:pt x="308" y="512"/>
                    </a:lnTo>
                    <a:lnTo>
                      <a:pt x="308" y="508"/>
                    </a:lnTo>
                    <a:lnTo>
                      <a:pt x="308" y="512"/>
                    </a:lnTo>
                    <a:lnTo>
                      <a:pt x="306" y="512"/>
                    </a:lnTo>
                    <a:lnTo>
                      <a:pt x="306" y="514"/>
                    </a:lnTo>
                    <a:lnTo>
                      <a:pt x="302" y="518"/>
                    </a:lnTo>
                    <a:lnTo>
                      <a:pt x="302" y="522"/>
                    </a:lnTo>
                    <a:lnTo>
                      <a:pt x="298" y="522"/>
                    </a:lnTo>
                    <a:lnTo>
                      <a:pt x="298" y="518"/>
                    </a:lnTo>
                    <a:lnTo>
                      <a:pt x="294" y="518"/>
                    </a:lnTo>
                    <a:lnTo>
                      <a:pt x="294" y="514"/>
                    </a:lnTo>
                    <a:lnTo>
                      <a:pt x="294" y="512"/>
                    </a:lnTo>
                    <a:lnTo>
                      <a:pt x="298" y="508"/>
                    </a:lnTo>
                    <a:lnTo>
                      <a:pt x="302" y="508"/>
                    </a:lnTo>
                    <a:lnTo>
                      <a:pt x="306" y="508"/>
                    </a:lnTo>
                    <a:lnTo>
                      <a:pt x="306" y="504"/>
                    </a:lnTo>
                    <a:lnTo>
                      <a:pt x="308" y="504"/>
                    </a:lnTo>
                    <a:lnTo>
                      <a:pt x="306" y="504"/>
                    </a:lnTo>
                    <a:lnTo>
                      <a:pt x="302" y="508"/>
                    </a:lnTo>
                    <a:lnTo>
                      <a:pt x="302" y="504"/>
                    </a:lnTo>
                    <a:lnTo>
                      <a:pt x="298" y="508"/>
                    </a:lnTo>
                    <a:lnTo>
                      <a:pt x="294" y="508"/>
                    </a:lnTo>
                    <a:lnTo>
                      <a:pt x="298" y="508"/>
                    </a:lnTo>
                    <a:lnTo>
                      <a:pt x="294" y="508"/>
                    </a:lnTo>
                    <a:lnTo>
                      <a:pt x="294" y="504"/>
                    </a:lnTo>
                    <a:lnTo>
                      <a:pt x="298" y="504"/>
                    </a:lnTo>
                    <a:lnTo>
                      <a:pt x="294" y="504"/>
                    </a:lnTo>
                    <a:lnTo>
                      <a:pt x="294" y="500"/>
                    </a:lnTo>
                    <a:lnTo>
                      <a:pt x="294" y="496"/>
                    </a:lnTo>
                    <a:lnTo>
                      <a:pt x="294" y="500"/>
                    </a:lnTo>
                    <a:lnTo>
                      <a:pt x="290" y="500"/>
                    </a:lnTo>
                    <a:lnTo>
                      <a:pt x="294" y="500"/>
                    </a:lnTo>
                    <a:lnTo>
                      <a:pt x="294" y="496"/>
                    </a:lnTo>
                    <a:lnTo>
                      <a:pt x="290" y="496"/>
                    </a:lnTo>
                    <a:lnTo>
                      <a:pt x="290" y="500"/>
                    </a:lnTo>
                    <a:lnTo>
                      <a:pt x="290" y="496"/>
                    </a:lnTo>
                    <a:lnTo>
                      <a:pt x="294" y="492"/>
                    </a:lnTo>
                    <a:lnTo>
                      <a:pt x="298" y="492"/>
                    </a:lnTo>
                    <a:lnTo>
                      <a:pt x="298" y="488"/>
                    </a:lnTo>
                    <a:lnTo>
                      <a:pt x="302" y="488"/>
                    </a:lnTo>
                    <a:lnTo>
                      <a:pt x="298" y="488"/>
                    </a:lnTo>
                    <a:lnTo>
                      <a:pt x="302" y="488"/>
                    </a:lnTo>
                    <a:lnTo>
                      <a:pt x="302" y="484"/>
                    </a:lnTo>
                    <a:lnTo>
                      <a:pt x="306" y="484"/>
                    </a:lnTo>
                    <a:lnTo>
                      <a:pt x="308" y="484"/>
                    </a:lnTo>
                    <a:lnTo>
                      <a:pt x="312" y="484"/>
                    </a:lnTo>
                    <a:lnTo>
                      <a:pt x="312" y="488"/>
                    </a:lnTo>
                    <a:lnTo>
                      <a:pt x="316" y="488"/>
                    </a:lnTo>
                    <a:lnTo>
                      <a:pt x="316" y="484"/>
                    </a:lnTo>
                    <a:lnTo>
                      <a:pt x="312" y="484"/>
                    </a:lnTo>
                    <a:lnTo>
                      <a:pt x="308" y="484"/>
                    </a:lnTo>
                    <a:lnTo>
                      <a:pt x="306" y="484"/>
                    </a:lnTo>
                    <a:lnTo>
                      <a:pt x="302" y="484"/>
                    </a:lnTo>
                    <a:lnTo>
                      <a:pt x="298" y="488"/>
                    </a:lnTo>
                    <a:lnTo>
                      <a:pt x="298" y="492"/>
                    </a:lnTo>
                    <a:lnTo>
                      <a:pt x="294" y="492"/>
                    </a:lnTo>
                    <a:lnTo>
                      <a:pt x="290" y="492"/>
                    </a:lnTo>
                    <a:lnTo>
                      <a:pt x="290" y="496"/>
                    </a:lnTo>
                    <a:lnTo>
                      <a:pt x="286" y="492"/>
                    </a:lnTo>
                    <a:lnTo>
                      <a:pt x="290" y="488"/>
                    </a:lnTo>
                    <a:lnTo>
                      <a:pt x="286" y="488"/>
                    </a:lnTo>
                    <a:lnTo>
                      <a:pt x="286" y="492"/>
                    </a:lnTo>
                    <a:lnTo>
                      <a:pt x="286" y="488"/>
                    </a:lnTo>
                    <a:lnTo>
                      <a:pt x="286" y="484"/>
                    </a:lnTo>
                    <a:lnTo>
                      <a:pt x="286" y="488"/>
                    </a:lnTo>
                    <a:lnTo>
                      <a:pt x="282" y="488"/>
                    </a:lnTo>
                    <a:lnTo>
                      <a:pt x="278" y="488"/>
                    </a:lnTo>
                    <a:lnTo>
                      <a:pt x="278" y="484"/>
                    </a:lnTo>
                    <a:lnTo>
                      <a:pt x="282" y="484"/>
                    </a:lnTo>
                    <a:lnTo>
                      <a:pt x="278" y="484"/>
                    </a:lnTo>
                    <a:lnTo>
                      <a:pt x="282" y="484"/>
                    </a:lnTo>
                    <a:lnTo>
                      <a:pt x="282" y="482"/>
                    </a:lnTo>
                    <a:lnTo>
                      <a:pt x="286" y="482"/>
                    </a:lnTo>
                    <a:lnTo>
                      <a:pt x="290" y="482"/>
                    </a:lnTo>
                    <a:lnTo>
                      <a:pt x="294" y="482"/>
                    </a:lnTo>
                    <a:lnTo>
                      <a:pt x="298" y="482"/>
                    </a:lnTo>
                    <a:lnTo>
                      <a:pt x="298" y="478"/>
                    </a:lnTo>
                    <a:lnTo>
                      <a:pt x="294" y="482"/>
                    </a:lnTo>
                    <a:lnTo>
                      <a:pt x="290" y="482"/>
                    </a:lnTo>
                    <a:lnTo>
                      <a:pt x="286" y="482"/>
                    </a:lnTo>
                    <a:lnTo>
                      <a:pt x="282" y="482"/>
                    </a:lnTo>
                    <a:lnTo>
                      <a:pt x="278" y="484"/>
                    </a:lnTo>
                    <a:lnTo>
                      <a:pt x="278" y="482"/>
                    </a:lnTo>
                    <a:lnTo>
                      <a:pt x="282" y="482"/>
                    </a:lnTo>
                    <a:lnTo>
                      <a:pt x="282" y="478"/>
                    </a:lnTo>
                    <a:lnTo>
                      <a:pt x="282" y="482"/>
                    </a:lnTo>
                    <a:lnTo>
                      <a:pt x="278" y="482"/>
                    </a:lnTo>
                    <a:lnTo>
                      <a:pt x="276" y="482"/>
                    </a:lnTo>
                    <a:lnTo>
                      <a:pt x="278" y="482"/>
                    </a:lnTo>
                    <a:lnTo>
                      <a:pt x="278" y="478"/>
                    </a:lnTo>
                    <a:lnTo>
                      <a:pt x="278" y="482"/>
                    </a:lnTo>
                    <a:lnTo>
                      <a:pt x="278" y="478"/>
                    </a:lnTo>
                    <a:lnTo>
                      <a:pt x="276" y="478"/>
                    </a:lnTo>
                    <a:lnTo>
                      <a:pt x="278" y="478"/>
                    </a:lnTo>
                    <a:lnTo>
                      <a:pt x="282" y="478"/>
                    </a:lnTo>
                    <a:lnTo>
                      <a:pt x="282" y="474"/>
                    </a:lnTo>
                    <a:lnTo>
                      <a:pt x="286" y="474"/>
                    </a:lnTo>
                    <a:lnTo>
                      <a:pt x="286" y="470"/>
                    </a:lnTo>
                    <a:lnTo>
                      <a:pt x="290" y="470"/>
                    </a:lnTo>
                    <a:lnTo>
                      <a:pt x="294" y="470"/>
                    </a:lnTo>
                    <a:lnTo>
                      <a:pt x="294" y="466"/>
                    </a:lnTo>
                    <a:lnTo>
                      <a:pt x="298" y="466"/>
                    </a:lnTo>
                    <a:lnTo>
                      <a:pt x="298" y="462"/>
                    </a:lnTo>
                    <a:lnTo>
                      <a:pt x="302" y="462"/>
                    </a:lnTo>
                    <a:lnTo>
                      <a:pt x="306" y="462"/>
                    </a:lnTo>
                    <a:lnTo>
                      <a:pt x="306" y="458"/>
                    </a:lnTo>
                    <a:lnTo>
                      <a:pt x="308" y="458"/>
                    </a:lnTo>
                    <a:lnTo>
                      <a:pt x="312" y="458"/>
                    </a:lnTo>
                    <a:lnTo>
                      <a:pt x="316" y="458"/>
                    </a:lnTo>
                    <a:lnTo>
                      <a:pt x="320" y="458"/>
                    </a:lnTo>
                    <a:lnTo>
                      <a:pt x="316" y="458"/>
                    </a:lnTo>
                    <a:lnTo>
                      <a:pt x="312" y="458"/>
                    </a:lnTo>
                    <a:lnTo>
                      <a:pt x="308" y="458"/>
                    </a:lnTo>
                    <a:lnTo>
                      <a:pt x="312" y="458"/>
                    </a:lnTo>
                    <a:lnTo>
                      <a:pt x="312" y="456"/>
                    </a:lnTo>
                    <a:lnTo>
                      <a:pt x="316" y="456"/>
                    </a:lnTo>
                    <a:lnTo>
                      <a:pt x="320" y="456"/>
                    </a:lnTo>
                    <a:lnTo>
                      <a:pt x="324" y="456"/>
                    </a:lnTo>
                    <a:lnTo>
                      <a:pt x="320" y="456"/>
                    </a:lnTo>
                    <a:lnTo>
                      <a:pt x="316" y="456"/>
                    </a:lnTo>
                    <a:lnTo>
                      <a:pt x="320" y="456"/>
                    </a:lnTo>
                    <a:lnTo>
                      <a:pt x="316" y="456"/>
                    </a:lnTo>
                    <a:lnTo>
                      <a:pt x="312" y="456"/>
                    </a:lnTo>
                    <a:lnTo>
                      <a:pt x="308" y="456"/>
                    </a:lnTo>
                    <a:lnTo>
                      <a:pt x="308" y="458"/>
                    </a:lnTo>
                    <a:lnTo>
                      <a:pt x="306" y="458"/>
                    </a:lnTo>
                    <a:lnTo>
                      <a:pt x="302" y="458"/>
                    </a:lnTo>
                    <a:lnTo>
                      <a:pt x="302" y="462"/>
                    </a:lnTo>
                    <a:lnTo>
                      <a:pt x="298" y="462"/>
                    </a:lnTo>
                    <a:lnTo>
                      <a:pt x="298" y="466"/>
                    </a:lnTo>
                    <a:lnTo>
                      <a:pt x="294" y="466"/>
                    </a:lnTo>
                    <a:lnTo>
                      <a:pt x="290" y="470"/>
                    </a:lnTo>
                    <a:lnTo>
                      <a:pt x="286" y="470"/>
                    </a:lnTo>
                    <a:lnTo>
                      <a:pt x="286" y="474"/>
                    </a:lnTo>
                    <a:lnTo>
                      <a:pt x="282" y="474"/>
                    </a:lnTo>
                    <a:lnTo>
                      <a:pt x="278" y="478"/>
                    </a:lnTo>
                    <a:lnTo>
                      <a:pt x="276" y="478"/>
                    </a:lnTo>
                    <a:lnTo>
                      <a:pt x="276" y="474"/>
                    </a:lnTo>
                    <a:lnTo>
                      <a:pt x="278" y="474"/>
                    </a:lnTo>
                    <a:lnTo>
                      <a:pt x="276" y="474"/>
                    </a:lnTo>
                    <a:lnTo>
                      <a:pt x="272" y="474"/>
                    </a:lnTo>
                    <a:lnTo>
                      <a:pt x="272" y="470"/>
                    </a:lnTo>
                    <a:lnTo>
                      <a:pt x="272" y="466"/>
                    </a:lnTo>
                    <a:lnTo>
                      <a:pt x="276" y="466"/>
                    </a:lnTo>
                    <a:lnTo>
                      <a:pt x="278" y="466"/>
                    </a:lnTo>
                    <a:lnTo>
                      <a:pt x="282" y="466"/>
                    </a:lnTo>
                    <a:lnTo>
                      <a:pt x="286" y="466"/>
                    </a:lnTo>
                    <a:lnTo>
                      <a:pt x="290" y="466"/>
                    </a:lnTo>
                    <a:lnTo>
                      <a:pt x="286" y="466"/>
                    </a:lnTo>
                    <a:lnTo>
                      <a:pt x="282" y="466"/>
                    </a:lnTo>
                    <a:lnTo>
                      <a:pt x="278" y="466"/>
                    </a:lnTo>
                    <a:lnTo>
                      <a:pt x="276" y="466"/>
                    </a:lnTo>
                    <a:lnTo>
                      <a:pt x="276" y="462"/>
                    </a:lnTo>
                    <a:lnTo>
                      <a:pt x="278" y="462"/>
                    </a:lnTo>
                    <a:lnTo>
                      <a:pt x="282" y="462"/>
                    </a:lnTo>
                    <a:lnTo>
                      <a:pt x="286" y="462"/>
                    </a:lnTo>
                    <a:lnTo>
                      <a:pt x="282" y="462"/>
                    </a:lnTo>
                    <a:lnTo>
                      <a:pt x="278" y="462"/>
                    </a:lnTo>
                    <a:lnTo>
                      <a:pt x="282" y="462"/>
                    </a:lnTo>
                    <a:lnTo>
                      <a:pt x="282" y="458"/>
                    </a:lnTo>
                    <a:lnTo>
                      <a:pt x="282" y="462"/>
                    </a:lnTo>
                    <a:lnTo>
                      <a:pt x="278" y="462"/>
                    </a:lnTo>
                    <a:lnTo>
                      <a:pt x="282" y="462"/>
                    </a:lnTo>
                    <a:lnTo>
                      <a:pt x="282" y="458"/>
                    </a:lnTo>
                    <a:lnTo>
                      <a:pt x="286" y="458"/>
                    </a:lnTo>
                    <a:lnTo>
                      <a:pt x="290" y="458"/>
                    </a:lnTo>
                    <a:lnTo>
                      <a:pt x="294" y="458"/>
                    </a:lnTo>
                    <a:lnTo>
                      <a:pt x="290" y="458"/>
                    </a:lnTo>
                    <a:lnTo>
                      <a:pt x="286" y="458"/>
                    </a:lnTo>
                    <a:lnTo>
                      <a:pt x="282" y="458"/>
                    </a:lnTo>
                    <a:lnTo>
                      <a:pt x="278" y="458"/>
                    </a:lnTo>
                    <a:lnTo>
                      <a:pt x="276" y="458"/>
                    </a:lnTo>
                    <a:lnTo>
                      <a:pt x="272" y="458"/>
                    </a:lnTo>
                    <a:lnTo>
                      <a:pt x="272" y="456"/>
                    </a:lnTo>
                    <a:lnTo>
                      <a:pt x="276" y="456"/>
                    </a:lnTo>
                    <a:lnTo>
                      <a:pt x="278" y="456"/>
                    </a:lnTo>
                    <a:lnTo>
                      <a:pt x="276" y="456"/>
                    </a:lnTo>
                    <a:lnTo>
                      <a:pt x="272" y="456"/>
                    </a:lnTo>
                    <a:lnTo>
                      <a:pt x="276" y="456"/>
                    </a:lnTo>
                    <a:lnTo>
                      <a:pt x="276" y="452"/>
                    </a:lnTo>
                    <a:lnTo>
                      <a:pt x="272" y="456"/>
                    </a:lnTo>
                    <a:lnTo>
                      <a:pt x="268" y="456"/>
                    </a:lnTo>
                    <a:lnTo>
                      <a:pt x="268" y="452"/>
                    </a:lnTo>
                    <a:lnTo>
                      <a:pt x="272" y="452"/>
                    </a:lnTo>
                    <a:lnTo>
                      <a:pt x="276" y="452"/>
                    </a:lnTo>
                    <a:lnTo>
                      <a:pt x="276" y="448"/>
                    </a:lnTo>
                    <a:lnTo>
                      <a:pt x="278" y="448"/>
                    </a:lnTo>
                    <a:lnTo>
                      <a:pt x="282" y="448"/>
                    </a:lnTo>
                    <a:lnTo>
                      <a:pt x="286" y="448"/>
                    </a:lnTo>
                    <a:lnTo>
                      <a:pt x="290" y="448"/>
                    </a:lnTo>
                    <a:lnTo>
                      <a:pt x="294" y="448"/>
                    </a:lnTo>
                    <a:lnTo>
                      <a:pt x="298" y="448"/>
                    </a:lnTo>
                    <a:lnTo>
                      <a:pt x="302" y="448"/>
                    </a:lnTo>
                    <a:lnTo>
                      <a:pt x="306" y="448"/>
                    </a:lnTo>
                    <a:lnTo>
                      <a:pt x="306" y="452"/>
                    </a:lnTo>
                    <a:lnTo>
                      <a:pt x="308" y="452"/>
                    </a:lnTo>
                    <a:lnTo>
                      <a:pt x="312" y="452"/>
                    </a:lnTo>
                    <a:lnTo>
                      <a:pt x="316" y="452"/>
                    </a:lnTo>
                    <a:lnTo>
                      <a:pt x="320" y="452"/>
                    </a:lnTo>
                    <a:lnTo>
                      <a:pt x="316" y="452"/>
                    </a:lnTo>
                    <a:lnTo>
                      <a:pt x="312" y="452"/>
                    </a:lnTo>
                    <a:lnTo>
                      <a:pt x="308" y="452"/>
                    </a:lnTo>
                    <a:lnTo>
                      <a:pt x="306" y="448"/>
                    </a:lnTo>
                    <a:lnTo>
                      <a:pt x="302" y="448"/>
                    </a:lnTo>
                    <a:lnTo>
                      <a:pt x="306" y="448"/>
                    </a:lnTo>
                    <a:lnTo>
                      <a:pt x="308" y="444"/>
                    </a:lnTo>
                    <a:lnTo>
                      <a:pt x="306" y="444"/>
                    </a:lnTo>
                    <a:lnTo>
                      <a:pt x="302" y="448"/>
                    </a:lnTo>
                    <a:lnTo>
                      <a:pt x="298" y="448"/>
                    </a:lnTo>
                    <a:lnTo>
                      <a:pt x="294" y="448"/>
                    </a:lnTo>
                    <a:lnTo>
                      <a:pt x="294" y="444"/>
                    </a:lnTo>
                    <a:lnTo>
                      <a:pt x="286" y="448"/>
                    </a:lnTo>
                    <a:lnTo>
                      <a:pt x="282" y="448"/>
                    </a:lnTo>
                    <a:lnTo>
                      <a:pt x="278" y="448"/>
                    </a:lnTo>
                    <a:lnTo>
                      <a:pt x="276" y="448"/>
                    </a:lnTo>
                    <a:lnTo>
                      <a:pt x="272" y="452"/>
                    </a:lnTo>
                    <a:lnTo>
                      <a:pt x="272" y="448"/>
                    </a:lnTo>
                    <a:lnTo>
                      <a:pt x="272" y="444"/>
                    </a:lnTo>
                    <a:lnTo>
                      <a:pt x="276" y="444"/>
                    </a:lnTo>
                    <a:lnTo>
                      <a:pt x="278" y="440"/>
                    </a:lnTo>
                    <a:lnTo>
                      <a:pt x="282" y="440"/>
                    </a:lnTo>
                    <a:lnTo>
                      <a:pt x="278" y="440"/>
                    </a:lnTo>
                    <a:lnTo>
                      <a:pt x="282" y="440"/>
                    </a:lnTo>
                    <a:lnTo>
                      <a:pt x="282" y="436"/>
                    </a:lnTo>
                    <a:lnTo>
                      <a:pt x="286" y="436"/>
                    </a:lnTo>
                    <a:lnTo>
                      <a:pt x="290" y="436"/>
                    </a:lnTo>
                    <a:lnTo>
                      <a:pt x="286" y="436"/>
                    </a:lnTo>
                    <a:lnTo>
                      <a:pt x="290" y="436"/>
                    </a:lnTo>
                    <a:lnTo>
                      <a:pt x="294" y="436"/>
                    </a:lnTo>
                    <a:lnTo>
                      <a:pt x="298" y="436"/>
                    </a:lnTo>
                    <a:lnTo>
                      <a:pt x="298" y="440"/>
                    </a:lnTo>
                    <a:lnTo>
                      <a:pt x="302" y="440"/>
                    </a:lnTo>
                    <a:lnTo>
                      <a:pt x="306" y="440"/>
                    </a:lnTo>
                    <a:lnTo>
                      <a:pt x="308" y="440"/>
                    </a:lnTo>
                    <a:lnTo>
                      <a:pt x="312" y="440"/>
                    </a:lnTo>
                    <a:lnTo>
                      <a:pt x="312" y="444"/>
                    </a:lnTo>
                    <a:lnTo>
                      <a:pt x="316" y="444"/>
                    </a:lnTo>
                    <a:lnTo>
                      <a:pt x="320" y="444"/>
                    </a:lnTo>
                    <a:lnTo>
                      <a:pt x="324" y="444"/>
                    </a:lnTo>
                    <a:lnTo>
                      <a:pt x="320" y="444"/>
                    </a:lnTo>
                    <a:lnTo>
                      <a:pt x="316" y="444"/>
                    </a:lnTo>
                    <a:lnTo>
                      <a:pt x="316" y="440"/>
                    </a:lnTo>
                    <a:lnTo>
                      <a:pt x="312" y="440"/>
                    </a:lnTo>
                    <a:lnTo>
                      <a:pt x="316" y="440"/>
                    </a:lnTo>
                    <a:lnTo>
                      <a:pt x="320" y="440"/>
                    </a:lnTo>
                    <a:lnTo>
                      <a:pt x="320" y="436"/>
                    </a:lnTo>
                    <a:lnTo>
                      <a:pt x="324" y="436"/>
                    </a:lnTo>
                    <a:lnTo>
                      <a:pt x="324" y="440"/>
                    </a:lnTo>
                    <a:lnTo>
                      <a:pt x="324" y="436"/>
                    </a:lnTo>
                    <a:lnTo>
                      <a:pt x="320" y="436"/>
                    </a:lnTo>
                    <a:lnTo>
                      <a:pt x="316" y="436"/>
                    </a:lnTo>
                    <a:lnTo>
                      <a:pt x="316" y="440"/>
                    </a:lnTo>
                    <a:lnTo>
                      <a:pt x="312" y="440"/>
                    </a:lnTo>
                    <a:lnTo>
                      <a:pt x="308" y="440"/>
                    </a:lnTo>
                    <a:lnTo>
                      <a:pt x="308" y="436"/>
                    </a:lnTo>
                    <a:lnTo>
                      <a:pt x="312" y="436"/>
                    </a:lnTo>
                    <a:lnTo>
                      <a:pt x="316" y="436"/>
                    </a:lnTo>
                    <a:lnTo>
                      <a:pt x="320" y="436"/>
                    </a:lnTo>
                    <a:lnTo>
                      <a:pt x="320" y="432"/>
                    </a:lnTo>
                    <a:lnTo>
                      <a:pt x="312" y="432"/>
                    </a:lnTo>
                    <a:lnTo>
                      <a:pt x="316" y="432"/>
                    </a:lnTo>
                    <a:lnTo>
                      <a:pt x="316" y="436"/>
                    </a:lnTo>
                    <a:lnTo>
                      <a:pt x="312" y="436"/>
                    </a:lnTo>
                    <a:lnTo>
                      <a:pt x="308" y="436"/>
                    </a:lnTo>
                    <a:lnTo>
                      <a:pt x="306" y="432"/>
                    </a:lnTo>
                    <a:lnTo>
                      <a:pt x="308" y="432"/>
                    </a:lnTo>
                    <a:lnTo>
                      <a:pt x="312" y="432"/>
                    </a:lnTo>
                    <a:lnTo>
                      <a:pt x="308" y="432"/>
                    </a:lnTo>
                    <a:lnTo>
                      <a:pt x="306" y="432"/>
                    </a:lnTo>
                    <a:lnTo>
                      <a:pt x="302" y="432"/>
                    </a:lnTo>
                    <a:lnTo>
                      <a:pt x="306" y="432"/>
                    </a:lnTo>
                    <a:lnTo>
                      <a:pt x="306" y="436"/>
                    </a:lnTo>
                    <a:lnTo>
                      <a:pt x="302" y="436"/>
                    </a:lnTo>
                    <a:lnTo>
                      <a:pt x="306" y="436"/>
                    </a:lnTo>
                    <a:lnTo>
                      <a:pt x="302" y="436"/>
                    </a:lnTo>
                    <a:lnTo>
                      <a:pt x="298" y="436"/>
                    </a:lnTo>
                    <a:lnTo>
                      <a:pt x="302" y="436"/>
                    </a:lnTo>
                    <a:lnTo>
                      <a:pt x="298" y="436"/>
                    </a:lnTo>
                    <a:lnTo>
                      <a:pt x="294" y="436"/>
                    </a:lnTo>
                    <a:lnTo>
                      <a:pt x="290" y="436"/>
                    </a:lnTo>
                    <a:lnTo>
                      <a:pt x="294" y="432"/>
                    </a:lnTo>
                    <a:lnTo>
                      <a:pt x="298" y="432"/>
                    </a:lnTo>
                    <a:lnTo>
                      <a:pt x="302" y="432"/>
                    </a:lnTo>
                    <a:lnTo>
                      <a:pt x="298" y="432"/>
                    </a:lnTo>
                    <a:lnTo>
                      <a:pt x="294" y="432"/>
                    </a:lnTo>
                    <a:lnTo>
                      <a:pt x="290" y="432"/>
                    </a:lnTo>
                    <a:lnTo>
                      <a:pt x="290" y="436"/>
                    </a:lnTo>
                    <a:lnTo>
                      <a:pt x="286" y="436"/>
                    </a:lnTo>
                    <a:lnTo>
                      <a:pt x="282" y="436"/>
                    </a:lnTo>
                    <a:lnTo>
                      <a:pt x="278" y="440"/>
                    </a:lnTo>
                    <a:lnTo>
                      <a:pt x="276" y="444"/>
                    </a:lnTo>
                    <a:lnTo>
                      <a:pt x="272" y="444"/>
                    </a:lnTo>
                    <a:lnTo>
                      <a:pt x="272" y="440"/>
                    </a:lnTo>
                    <a:lnTo>
                      <a:pt x="276" y="440"/>
                    </a:lnTo>
                    <a:lnTo>
                      <a:pt x="276" y="436"/>
                    </a:lnTo>
                    <a:lnTo>
                      <a:pt x="272" y="436"/>
                    </a:lnTo>
                    <a:lnTo>
                      <a:pt x="276" y="432"/>
                    </a:lnTo>
                    <a:lnTo>
                      <a:pt x="276" y="436"/>
                    </a:lnTo>
                    <a:lnTo>
                      <a:pt x="278" y="436"/>
                    </a:lnTo>
                    <a:lnTo>
                      <a:pt x="276" y="436"/>
                    </a:lnTo>
                    <a:lnTo>
                      <a:pt x="276" y="432"/>
                    </a:lnTo>
                    <a:lnTo>
                      <a:pt x="278" y="432"/>
                    </a:lnTo>
                    <a:lnTo>
                      <a:pt x="278" y="436"/>
                    </a:lnTo>
                    <a:lnTo>
                      <a:pt x="278" y="432"/>
                    </a:lnTo>
                    <a:lnTo>
                      <a:pt x="282" y="432"/>
                    </a:lnTo>
                    <a:lnTo>
                      <a:pt x="278" y="432"/>
                    </a:lnTo>
                    <a:lnTo>
                      <a:pt x="282" y="432"/>
                    </a:lnTo>
                    <a:lnTo>
                      <a:pt x="282" y="428"/>
                    </a:lnTo>
                    <a:lnTo>
                      <a:pt x="278" y="432"/>
                    </a:lnTo>
                    <a:lnTo>
                      <a:pt x="278" y="428"/>
                    </a:lnTo>
                    <a:lnTo>
                      <a:pt x="282" y="428"/>
                    </a:lnTo>
                    <a:lnTo>
                      <a:pt x="286" y="432"/>
                    </a:lnTo>
                    <a:lnTo>
                      <a:pt x="290" y="432"/>
                    </a:lnTo>
                    <a:lnTo>
                      <a:pt x="294" y="432"/>
                    </a:lnTo>
                    <a:lnTo>
                      <a:pt x="290" y="432"/>
                    </a:lnTo>
                    <a:lnTo>
                      <a:pt x="286" y="432"/>
                    </a:lnTo>
                    <a:lnTo>
                      <a:pt x="286" y="428"/>
                    </a:lnTo>
                    <a:lnTo>
                      <a:pt x="282" y="428"/>
                    </a:lnTo>
                    <a:lnTo>
                      <a:pt x="278" y="428"/>
                    </a:lnTo>
                    <a:lnTo>
                      <a:pt x="276" y="426"/>
                    </a:lnTo>
                    <a:lnTo>
                      <a:pt x="278" y="426"/>
                    </a:lnTo>
                    <a:lnTo>
                      <a:pt x="282" y="426"/>
                    </a:lnTo>
                    <a:lnTo>
                      <a:pt x="286" y="428"/>
                    </a:lnTo>
                    <a:lnTo>
                      <a:pt x="290" y="428"/>
                    </a:lnTo>
                    <a:lnTo>
                      <a:pt x="286" y="428"/>
                    </a:lnTo>
                    <a:lnTo>
                      <a:pt x="286" y="426"/>
                    </a:lnTo>
                    <a:lnTo>
                      <a:pt x="290" y="426"/>
                    </a:lnTo>
                    <a:lnTo>
                      <a:pt x="290" y="428"/>
                    </a:lnTo>
                    <a:lnTo>
                      <a:pt x="294" y="428"/>
                    </a:lnTo>
                    <a:lnTo>
                      <a:pt x="298" y="428"/>
                    </a:lnTo>
                    <a:lnTo>
                      <a:pt x="302" y="428"/>
                    </a:lnTo>
                    <a:lnTo>
                      <a:pt x="306" y="428"/>
                    </a:lnTo>
                    <a:lnTo>
                      <a:pt x="308" y="428"/>
                    </a:lnTo>
                    <a:lnTo>
                      <a:pt x="316" y="432"/>
                    </a:lnTo>
                    <a:lnTo>
                      <a:pt x="320" y="432"/>
                    </a:lnTo>
                    <a:lnTo>
                      <a:pt x="324" y="432"/>
                    </a:lnTo>
                    <a:lnTo>
                      <a:pt x="320" y="432"/>
                    </a:lnTo>
                    <a:lnTo>
                      <a:pt x="316" y="432"/>
                    </a:lnTo>
                    <a:lnTo>
                      <a:pt x="316" y="428"/>
                    </a:lnTo>
                    <a:lnTo>
                      <a:pt x="312" y="428"/>
                    </a:lnTo>
                    <a:lnTo>
                      <a:pt x="308" y="428"/>
                    </a:lnTo>
                    <a:lnTo>
                      <a:pt x="306" y="426"/>
                    </a:lnTo>
                    <a:lnTo>
                      <a:pt x="308" y="426"/>
                    </a:lnTo>
                    <a:lnTo>
                      <a:pt x="312" y="426"/>
                    </a:lnTo>
                    <a:lnTo>
                      <a:pt x="308" y="426"/>
                    </a:lnTo>
                    <a:lnTo>
                      <a:pt x="308" y="422"/>
                    </a:lnTo>
                    <a:lnTo>
                      <a:pt x="312" y="418"/>
                    </a:lnTo>
                    <a:lnTo>
                      <a:pt x="308" y="422"/>
                    </a:lnTo>
                    <a:lnTo>
                      <a:pt x="306" y="422"/>
                    </a:lnTo>
                    <a:lnTo>
                      <a:pt x="302" y="422"/>
                    </a:lnTo>
                    <a:lnTo>
                      <a:pt x="306" y="422"/>
                    </a:lnTo>
                    <a:lnTo>
                      <a:pt x="308" y="422"/>
                    </a:lnTo>
                    <a:lnTo>
                      <a:pt x="306" y="426"/>
                    </a:lnTo>
                    <a:lnTo>
                      <a:pt x="302" y="426"/>
                    </a:lnTo>
                    <a:lnTo>
                      <a:pt x="298" y="426"/>
                    </a:lnTo>
                    <a:lnTo>
                      <a:pt x="294" y="426"/>
                    </a:lnTo>
                    <a:lnTo>
                      <a:pt x="290" y="426"/>
                    </a:lnTo>
                    <a:lnTo>
                      <a:pt x="286" y="426"/>
                    </a:lnTo>
                    <a:lnTo>
                      <a:pt x="282" y="426"/>
                    </a:lnTo>
                    <a:lnTo>
                      <a:pt x="282" y="422"/>
                    </a:lnTo>
                    <a:lnTo>
                      <a:pt x="286" y="422"/>
                    </a:lnTo>
                    <a:lnTo>
                      <a:pt x="282" y="422"/>
                    </a:lnTo>
                    <a:lnTo>
                      <a:pt x="282" y="426"/>
                    </a:lnTo>
                    <a:lnTo>
                      <a:pt x="278" y="426"/>
                    </a:lnTo>
                    <a:lnTo>
                      <a:pt x="278" y="422"/>
                    </a:lnTo>
                    <a:lnTo>
                      <a:pt x="278" y="426"/>
                    </a:lnTo>
                    <a:lnTo>
                      <a:pt x="276" y="426"/>
                    </a:lnTo>
                    <a:lnTo>
                      <a:pt x="276" y="422"/>
                    </a:lnTo>
                    <a:lnTo>
                      <a:pt x="278" y="422"/>
                    </a:lnTo>
                    <a:lnTo>
                      <a:pt x="282" y="422"/>
                    </a:lnTo>
                    <a:lnTo>
                      <a:pt x="286" y="418"/>
                    </a:lnTo>
                    <a:lnTo>
                      <a:pt x="290" y="418"/>
                    </a:lnTo>
                    <a:lnTo>
                      <a:pt x="294" y="418"/>
                    </a:lnTo>
                    <a:lnTo>
                      <a:pt x="298" y="418"/>
                    </a:lnTo>
                    <a:lnTo>
                      <a:pt x="302" y="418"/>
                    </a:lnTo>
                    <a:lnTo>
                      <a:pt x="306" y="418"/>
                    </a:lnTo>
                    <a:lnTo>
                      <a:pt x="308" y="418"/>
                    </a:lnTo>
                    <a:lnTo>
                      <a:pt x="308" y="414"/>
                    </a:lnTo>
                    <a:lnTo>
                      <a:pt x="312" y="414"/>
                    </a:lnTo>
                    <a:lnTo>
                      <a:pt x="312" y="414"/>
                    </a:lnTo>
                    <a:lnTo>
                      <a:pt x="312" y="414"/>
                    </a:lnTo>
                    <a:close/>
                    <a:moveTo>
                      <a:pt x="764" y="104"/>
                    </a:moveTo>
                    <a:lnTo>
                      <a:pt x="760" y="104"/>
                    </a:lnTo>
                    <a:lnTo>
                      <a:pt x="756" y="104"/>
                    </a:lnTo>
                    <a:lnTo>
                      <a:pt x="752" y="104"/>
                    </a:lnTo>
                    <a:lnTo>
                      <a:pt x="748" y="108"/>
                    </a:lnTo>
                    <a:lnTo>
                      <a:pt x="748" y="104"/>
                    </a:lnTo>
                    <a:lnTo>
                      <a:pt x="752" y="100"/>
                    </a:lnTo>
                    <a:lnTo>
                      <a:pt x="756" y="100"/>
                    </a:lnTo>
                    <a:lnTo>
                      <a:pt x="764" y="104"/>
                    </a:lnTo>
                    <a:lnTo>
                      <a:pt x="764" y="104"/>
                    </a:lnTo>
                    <a:lnTo>
                      <a:pt x="764" y="104"/>
                    </a:lnTo>
                    <a:close/>
                    <a:moveTo>
                      <a:pt x="756" y="146"/>
                    </a:moveTo>
                    <a:lnTo>
                      <a:pt x="752" y="146"/>
                    </a:lnTo>
                    <a:lnTo>
                      <a:pt x="752" y="142"/>
                    </a:lnTo>
                    <a:lnTo>
                      <a:pt x="756" y="138"/>
                    </a:lnTo>
                    <a:lnTo>
                      <a:pt x="760" y="138"/>
                    </a:lnTo>
                    <a:lnTo>
                      <a:pt x="760" y="142"/>
                    </a:lnTo>
                    <a:lnTo>
                      <a:pt x="756" y="142"/>
                    </a:lnTo>
                    <a:lnTo>
                      <a:pt x="760" y="142"/>
                    </a:lnTo>
                    <a:lnTo>
                      <a:pt x="760" y="146"/>
                    </a:lnTo>
                    <a:lnTo>
                      <a:pt x="756" y="146"/>
                    </a:lnTo>
                    <a:lnTo>
                      <a:pt x="756" y="146"/>
                    </a:lnTo>
                    <a:lnTo>
                      <a:pt x="756" y="146"/>
                    </a:lnTo>
                    <a:close/>
                    <a:moveTo>
                      <a:pt x="752" y="168"/>
                    </a:moveTo>
                    <a:lnTo>
                      <a:pt x="756" y="168"/>
                    </a:lnTo>
                    <a:lnTo>
                      <a:pt x="760" y="168"/>
                    </a:lnTo>
                    <a:lnTo>
                      <a:pt x="760" y="172"/>
                    </a:lnTo>
                    <a:lnTo>
                      <a:pt x="756" y="172"/>
                    </a:lnTo>
                    <a:lnTo>
                      <a:pt x="752" y="172"/>
                    </a:lnTo>
                    <a:lnTo>
                      <a:pt x="748" y="168"/>
                    </a:lnTo>
                    <a:lnTo>
                      <a:pt x="744" y="168"/>
                    </a:lnTo>
                    <a:lnTo>
                      <a:pt x="742" y="168"/>
                    </a:lnTo>
                    <a:lnTo>
                      <a:pt x="744" y="168"/>
                    </a:lnTo>
                    <a:lnTo>
                      <a:pt x="748" y="168"/>
                    </a:lnTo>
                    <a:lnTo>
                      <a:pt x="752" y="168"/>
                    </a:lnTo>
                    <a:lnTo>
                      <a:pt x="752" y="168"/>
                    </a:lnTo>
                    <a:lnTo>
                      <a:pt x="752" y="168"/>
                    </a:lnTo>
                    <a:close/>
                    <a:moveTo>
                      <a:pt x="782" y="168"/>
                    </a:moveTo>
                    <a:lnTo>
                      <a:pt x="782" y="172"/>
                    </a:lnTo>
                    <a:lnTo>
                      <a:pt x="782" y="174"/>
                    </a:lnTo>
                    <a:lnTo>
                      <a:pt x="778" y="174"/>
                    </a:lnTo>
                    <a:lnTo>
                      <a:pt x="774" y="174"/>
                    </a:lnTo>
                    <a:lnTo>
                      <a:pt x="774" y="172"/>
                    </a:lnTo>
                    <a:lnTo>
                      <a:pt x="778" y="172"/>
                    </a:lnTo>
                    <a:lnTo>
                      <a:pt x="778" y="168"/>
                    </a:lnTo>
                    <a:lnTo>
                      <a:pt x="782" y="168"/>
                    </a:lnTo>
                    <a:lnTo>
                      <a:pt x="782" y="168"/>
                    </a:lnTo>
                    <a:lnTo>
                      <a:pt x="782" y="168"/>
                    </a:lnTo>
                    <a:close/>
                    <a:moveTo>
                      <a:pt x="768" y="216"/>
                    </a:moveTo>
                    <a:lnTo>
                      <a:pt x="770" y="220"/>
                    </a:lnTo>
                    <a:lnTo>
                      <a:pt x="770" y="224"/>
                    </a:lnTo>
                    <a:lnTo>
                      <a:pt x="768" y="224"/>
                    </a:lnTo>
                    <a:lnTo>
                      <a:pt x="768" y="220"/>
                    </a:lnTo>
                    <a:lnTo>
                      <a:pt x="768" y="216"/>
                    </a:lnTo>
                    <a:lnTo>
                      <a:pt x="764" y="216"/>
                    </a:lnTo>
                    <a:lnTo>
                      <a:pt x="764" y="212"/>
                    </a:lnTo>
                    <a:lnTo>
                      <a:pt x="764" y="208"/>
                    </a:lnTo>
                    <a:lnTo>
                      <a:pt x="760" y="208"/>
                    </a:lnTo>
                    <a:lnTo>
                      <a:pt x="760" y="204"/>
                    </a:lnTo>
                    <a:lnTo>
                      <a:pt x="764" y="204"/>
                    </a:lnTo>
                    <a:lnTo>
                      <a:pt x="768" y="204"/>
                    </a:lnTo>
                    <a:lnTo>
                      <a:pt x="764" y="204"/>
                    </a:lnTo>
                    <a:lnTo>
                      <a:pt x="764" y="200"/>
                    </a:lnTo>
                    <a:lnTo>
                      <a:pt x="768" y="200"/>
                    </a:lnTo>
                    <a:lnTo>
                      <a:pt x="768" y="204"/>
                    </a:lnTo>
                    <a:lnTo>
                      <a:pt x="768" y="208"/>
                    </a:lnTo>
                    <a:lnTo>
                      <a:pt x="768" y="212"/>
                    </a:lnTo>
                    <a:lnTo>
                      <a:pt x="768" y="216"/>
                    </a:lnTo>
                    <a:lnTo>
                      <a:pt x="768" y="216"/>
                    </a:lnTo>
                    <a:lnTo>
                      <a:pt x="768" y="216"/>
                    </a:lnTo>
                    <a:close/>
                    <a:moveTo>
                      <a:pt x="778" y="238"/>
                    </a:moveTo>
                    <a:lnTo>
                      <a:pt x="778" y="242"/>
                    </a:lnTo>
                    <a:lnTo>
                      <a:pt x="774" y="242"/>
                    </a:lnTo>
                    <a:lnTo>
                      <a:pt x="778" y="246"/>
                    </a:lnTo>
                    <a:lnTo>
                      <a:pt x="782" y="246"/>
                    </a:lnTo>
                    <a:lnTo>
                      <a:pt x="786" y="246"/>
                    </a:lnTo>
                    <a:lnTo>
                      <a:pt x="786" y="250"/>
                    </a:lnTo>
                    <a:lnTo>
                      <a:pt x="782" y="250"/>
                    </a:lnTo>
                    <a:lnTo>
                      <a:pt x="778" y="250"/>
                    </a:lnTo>
                    <a:lnTo>
                      <a:pt x="778" y="246"/>
                    </a:lnTo>
                    <a:lnTo>
                      <a:pt x="774" y="246"/>
                    </a:lnTo>
                    <a:lnTo>
                      <a:pt x="774" y="250"/>
                    </a:lnTo>
                    <a:lnTo>
                      <a:pt x="770" y="250"/>
                    </a:lnTo>
                    <a:lnTo>
                      <a:pt x="768" y="250"/>
                    </a:lnTo>
                    <a:lnTo>
                      <a:pt x="764" y="250"/>
                    </a:lnTo>
                    <a:lnTo>
                      <a:pt x="764" y="246"/>
                    </a:lnTo>
                    <a:lnTo>
                      <a:pt x="768" y="246"/>
                    </a:lnTo>
                    <a:lnTo>
                      <a:pt x="768" y="242"/>
                    </a:lnTo>
                    <a:lnTo>
                      <a:pt x="764" y="242"/>
                    </a:lnTo>
                    <a:lnTo>
                      <a:pt x="768" y="238"/>
                    </a:lnTo>
                    <a:lnTo>
                      <a:pt x="770" y="238"/>
                    </a:lnTo>
                    <a:lnTo>
                      <a:pt x="770" y="242"/>
                    </a:lnTo>
                    <a:lnTo>
                      <a:pt x="774" y="242"/>
                    </a:lnTo>
                    <a:lnTo>
                      <a:pt x="774" y="238"/>
                    </a:lnTo>
                    <a:lnTo>
                      <a:pt x="778" y="238"/>
                    </a:lnTo>
                    <a:lnTo>
                      <a:pt x="778" y="238"/>
                    </a:lnTo>
                    <a:lnTo>
                      <a:pt x="778" y="238"/>
                    </a:lnTo>
                    <a:close/>
                    <a:moveTo>
                      <a:pt x="722" y="310"/>
                    </a:moveTo>
                    <a:lnTo>
                      <a:pt x="718" y="310"/>
                    </a:lnTo>
                    <a:lnTo>
                      <a:pt x="716" y="310"/>
                    </a:lnTo>
                    <a:lnTo>
                      <a:pt x="712" y="310"/>
                    </a:lnTo>
                    <a:lnTo>
                      <a:pt x="712" y="306"/>
                    </a:lnTo>
                    <a:lnTo>
                      <a:pt x="708" y="306"/>
                    </a:lnTo>
                    <a:lnTo>
                      <a:pt x="704" y="306"/>
                    </a:lnTo>
                    <a:lnTo>
                      <a:pt x="700" y="306"/>
                    </a:lnTo>
                    <a:lnTo>
                      <a:pt x="696" y="306"/>
                    </a:lnTo>
                    <a:lnTo>
                      <a:pt x="692" y="306"/>
                    </a:lnTo>
                    <a:lnTo>
                      <a:pt x="688" y="306"/>
                    </a:lnTo>
                    <a:lnTo>
                      <a:pt x="686" y="306"/>
                    </a:lnTo>
                    <a:lnTo>
                      <a:pt x="686" y="302"/>
                    </a:lnTo>
                    <a:lnTo>
                      <a:pt x="688" y="302"/>
                    </a:lnTo>
                    <a:lnTo>
                      <a:pt x="692" y="302"/>
                    </a:lnTo>
                    <a:lnTo>
                      <a:pt x="696" y="302"/>
                    </a:lnTo>
                    <a:lnTo>
                      <a:pt x="700" y="302"/>
                    </a:lnTo>
                    <a:lnTo>
                      <a:pt x="704" y="302"/>
                    </a:lnTo>
                    <a:lnTo>
                      <a:pt x="708" y="302"/>
                    </a:lnTo>
                    <a:lnTo>
                      <a:pt x="712" y="302"/>
                    </a:lnTo>
                    <a:lnTo>
                      <a:pt x="716" y="302"/>
                    </a:lnTo>
                    <a:lnTo>
                      <a:pt x="718" y="302"/>
                    </a:lnTo>
                    <a:lnTo>
                      <a:pt x="718" y="306"/>
                    </a:lnTo>
                    <a:lnTo>
                      <a:pt x="722" y="306"/>
                    </a:lnTo>
                    <a:lnTo>
                      <a:pt x="718" y="306"/>
                    </a:lnTo>
                    <a:lnTo>
                      <a:pt x="718" y="310"/>
                    </a:lnTo>
                    <a:lnTo>
                      <a:pt x="722" y="310"/>
                    </a:lnTo>
                    <a:lnTo>
                      <a:pt x="722" y="310"/>
                    </a:lnTo>
                    <a:lnTo>
                      <a:pt x="722" y="310"/>
                    </a:lnTo>
                    <a:close/>
                    <a:moveTo>
                      <a:pt x="716" y="324"/>
                    </a:moveTo>
                    <a:lnTo>
                      <a:pt x="712" y="324"/>
                    </a:lnTo>
                    <a:lnTo>
                      <a:pt x="708" y="320"/>
                    </a:lnTo>
                    <a:lnTo>
                      <a:pt x="704" y="320"/>
                    </a:lnTo>
                    <a:lnTo>
                      <a:pt x="700" y="316"/>
                    </a:lnTo>
                    <a:lnTo>
                      <a:pt x="692" y="316"/>
                    </a:lnTo>
                    <a:lnTo>
                      <a:pt x="692" y="314"/>
                    </a:lnTo>
                    <a:lnTo>
                      <a:pt x="688" y="314"/>
                    </a:lnTo>
                    <a:lnTo>
                      <a:pt x="686" y="306"/>
                    </a:lnTo>
                    <a:lnTo>
                      <a:pt x="688" y="306"/>
                    </a:lnTo>
                    <a:lnTo>
                      <a:pt x="692" y="306"/>
                    </a:lnTo>
                    <a:lnTo>
                      <a:pt x="696" y="306"/>
                    </a:lnTo>
                    <a:lnTo>
                      <a:pt x="700" y="306"/>
                    </a:lnTo>
                    <a:lnTo>
                      <a:pt x="704" y="306"/>
                    </a:lnTo>
                    <a:lnTo>
                      <a:pt x="704" y="310"/>
                    </a:lnTo>
                    <a:lnTo>
                      <a:pt x="708" y="310"/>
                    </a:lnTo>
                    <a:lnTo>
                      <a:pt x="712" y="310"/>
                    </a:lnTo>
                    <a:lnTo>
                      <a:pt x="712" y="314"/>
                    </a:lnTo>
                    <a:lnTo>
                      <a:pt x="716" y="314"/>
                    </a:lnTo>
                    <a:lnTo>
                      <a:pt x="718" y="314"/>
                    </a:lnTo>
                    <a:lnTo>
                      <a:pt x="722" y="316"/>
                    </a:lnTo>
                    <a:lnTo>
                      <a:pt x="718" y="316"/>
                    </a:lnTo>
                    <a:lnTo>
                      <a:pt x="716" y="316"/>
                    </a:lnTo>
                    <a:lnTo>
                      <a:pt x="712" y="316"/>
                    </a:lnTo>
                    <a:lnTo>
                      <a:pt x="712" y="320"/>
                    </a:lnTo>
                    <a:lnTo>
                      <a:pt x="716" y="320"/>
                    </a:lnTo>
                    <a:lnTo>
                      <a:pt x="718" y="320"/>
                    </a:lnTo>
                    <a:lnTo>
                      <a:pt x="718" y="324"/>
                    </a:lnTo>
                    <a:lnTo>
                      <a:pt x="716" y="324"/>
                    </a:lnTo>
                    <a:lnTo>
                      <a:pt x="716" y="324"/>
                    </a:lnTo>
                    <a:lnTo>
                      <a:pt x="716" y="324"/>
                    </a:lnTo>
                    <a:close/>
                    <a:moveTo>
                      <a:pt x="246" y="332"/>
                    </a:moveTo>
                    <a:lnTo>
                      <a:pt x="250" y="332"/>
                    </a:lnTo>
                    <a:lnTo>
                      <a:pt x="246" y="332"/>
                    </a:lnTo>
                    <a:lnTo>
                      <a:pt x="242" y="332"/>
                    </a:lnTo>
                    <a:lnTo>
                      <a:pt x="246" y="332"/>
                    </a:lnTo>
                    <a:lnTo>
                      <a:pt x="246" y="332"/>
                    </a:lnTo>
                    <a:lnTo>
                      <a:pt x="246" y="332"/>
                    </a:lnTo>
                    <a:close/>
                    <a:moveTo>
                      <a:pt x="278" y="340"/>
                    </a:moveTo>
                    <a:lnTo>
                      <a:pt x="276" y="340"/>
                    </a:lnTo>
                    <a:lnTo>
                      <a:pt x="276" y="336"/>
                    </a:lnTo>
                    <a:lnTo>
                      <a:pt x="278" y="336"/>
                    </a:lnTo>
                    <a:lnTo>
                      <a:pt x="282" y="340"/>
                    </a:lnTo>
                    <a:lnTo>
                      <a:pt x="286" y="340"/>
                    </a:lnTo>
                    <a:lnTo>
                      <a:pt x="286" y="336"/>
                    </a:lnTo>
                    <a:lnTo>
                      <a:pt x="286" y="340"/>
                    </a:lnTo>
                    <a:lnTo>
                      <a:pt x="282" y="340"/>
                    </a:lnTo>
                    <a:lnTo>
                      <a:pt x="278" y="340"/>
                    </a:lnTo>
                    <a:lnTo>
                      <a:pt x="278" y="340"/>
                    </a:lnTo>
                    <a:lnTo>
                      <a:pt x="278" y="340"/>
                    </a:lnTo>
                    <a:close/>
                    <a:moveTo>
                      <a:pt x="278" y="346"/>
                    </a:moveTo>
                    <a:lnTo>
                      <a:pt x="282" y="346"/>
                    </a:lnTo>
                    <a:lnTo>
                      <a:pt x="282" y="342"/>
                    </a:lnTo>
                    <a:lnTo>
                      <a:pt x="286" y="346"/>
                    </a:lnTo>
                    <a:lnTo>
                      <a:pt x="290" y="346"/>
                    </a:lnTo>
                    <a:lnTo>
                      <a:pt x="286" y="346"/>
                    </a:lnTo>
                    <a:lnTo>
                      <a:pt x="286" y="350"/>
                    </a:lnTo>
                    <a:lnTo>
                      <a:pt x="282" y="350"/>
                    </a:lnTo>
                    <a:lnTo>
                      <a:pt x="278" y="350"/>
                    </a:lnTo>
                    <a:lnTo>
                      <a:pt x="278" y="346"/>
                    </a:lnTo>
                    <a:lnTo>
                      <a:pt x="278" y="346"/>
                    </a:lnTo>
                    <a:lnTo>
                      <a:pt x="278" y="346"/>
                    </a:lnTo>
                    <a:close/>
                    <a:moveTo>
                      <a:pt x="276" y="346"/>
                    </a:moveTo>
                    <a:lnTo>
                      <a:pt x="276" y="350"/>
                    </a:lnTo>
                    <a:lnTo>
                      <a:pt x="276" y="354"/>
                    </a:lnTo>
                    <a:lnTo>
                      <a:pt x="272" y="354"/>
                    </a:lnTo>
                    <a:lnTo>
                      <a:pt x="268" y="350"/>
                    </a:lnTo>
                    <a:lnTo>
                      <a:pt x="272" y="350"/>
                    </a:lnTo>
                    <a:lnTo>
                      <a:pt x="272" y="346"/>
                    </a:lnTo>
                    <a:lnTo>
                      <a:pt x="276" y="346"/>
                    </a:lnTo>
                    <a:lnTo>
                      <a:pt x="276" y="346"/>
                    </a:lnTo>
                    <a:lnTo>
                      <a:pt x="276" y="346"/>
                    </a:lnTo>
                    <a:close/>
                    <a:moveTo>
                      <a:pt x="670" y="354"/>
                    </a:moveTo>
                    <a:lnTo>
                      <a:pt x="674" y="358"/>
                    </a:lnTo>
                    <a:lnTo>
                      <a:pt x="674" y="362"/>
                    </a:lnTo>
                    <a:lnTo>
                      <a:pt x="670" y="366"/>
                    </a:lnTo>
                    <a:lnTo>
                      <a:pt x="666" y="366"/>
                    </a:lnTo>
                    <a:lnTo>
                      <a:pt x="662" y="366"/>
                    </a:lnTo>
                    <a:lnTo>
                      <a:pt x="660" y="366"/>
                    </a:lnTo>
                    <a:lnTo>
                      <a:pt x="656" y="366"/>
                    </a:lnTo>
                    <a:lnTo>
                      <a:pt x="652" y="366"/>
                    </a:lnTo>
                    <a:lnTo>
                      <a:pt x="648" y="370"/>
                    </a:lnTo>
                    <a:lnTo>
                      <a:pt x="640" y="370"/>
                    </a:lnTo>
                    <a:lnTo>
                      <a:pt x="636" y="370"/>
                    </a:lnTo>
                    <a:lnTo>
                      <a:pt x="632" y="370"/>
                    </a:lnTo>
                    <a:lnTo>
                      <a:pt x="632" y="366"/>
                    </a:lnTo>
                    <a:lnTo>
                      <a:pt x="636" y="366"/>
                    </a:lnTo>
                    <a:lnTo>
                      <a:pt x="640" y="366"/>
                    </a:lnTo>
                    <a:lnTo>
                      <a:pt x="640" y="362"/>
                    </a:lnTo>
                    <a:lnTo>
                      <a:pt x="644" y="362"/>
                    </a:lnTo>
                    <a:lnTo>
                      <a:pt x="648" y="358"/>
                    </a:lnTo>
                    <a:lnTo>
                      <a:pt x="652" y="358"/>
                    </a:lnTo>
                    <a:lnTo>
                      <a:pt x="656" y="358"/>
                    </a:lnTo>
                    <a:lnTo>
                      <a:pt x="660" y="358"/>
                    </a:lnTo>
                    <a:lnTo>
                      <a:pt x="660" y="354"/>
                    </a:lnTo>
                    <a:lnTo>
                      <a:pt x="662" y="354"/>
                    </a:lnTo>
                    <a:lnTo>
                      <a:pt x="666" y="354"/>
                    </a:lnTo>
                    <a:lnTo>
                      <a:pt x="670" y="354"/>
                    </a:lnTo>
                    <a:lnTo>
                      <a:pt x="670" y="354"/>
                    </a:lnTo>
                    <a:lnTo>
                      <a:pt x="670" y="354"/>
                    </a:lnTo>
                    <a:close/>
                    <a:moveTo>
                      <a:pt x="298" y="354"/>
                    </a:moveTo>
                    <a:lnTo>
                      <a:pt x="302" y="358"/>
                    </a:lnTo>
                    <a:lnTo>
                      <a:pt x="298" y="358"/>
                    </a:lnTo>
                    <a:lnTo>
                      <a:pt x="294" y="358"/>
                    </a:lnTo>
                    <a:lnTo>
                      <a:pt x="294" y="354"/>
                    </a:lnTo>
                    <a:lnTo>
                      <a:pt x="298" y="354"/>
                    </a:lnTo>
                    <a:lnTo>
                      <a:pt x="298" y="354"/>
                    </a:lnTo>
                    <a:lnTo>
                      <a:pt x="298" y="354"/>
                    </a:lnTo>
                    <a:close/>
                    <a:moveTo>
                      <a:pt x="648" y="358"/>
                    </a:moveTo>
                    <a:lnTo>
                      <a:pt x="644" y="358"/>
                    </a:lnTo>
                    <a:lnTo>
                      <a:pt x="640" y="362"/>
                    </a:lnTo>
                    <a:lnTo>
                      <a:pt x="640" y="358"/>
                    </a:lnTo>
                    <a:lnTo>
                      <a:pt x="644" y="358"/>
                    </a:lnTo>
                    <a:lnTo>
                      <a:pt x="648" y="358"/>
                    </a:lnTo>
                    <a:lnTo>
                      <a:pt x="648" y="358"/>
                    </a:lnTo>
                    <a:lnTo>
                      <a:pt x="648" y="358"/>
                    </a:lnTo>
                    <a:close/>
                    <a:moveTo>
                      <a:pt x="302" y="366"/>
                    </a:moveTo>
                    <a:lnTo>
                      <a:pt x="302" y="362"/>
                    </a:lnTo>
                    <a:lnTo>
                      <a:pt x="298" y="362"/>
                    </a:lnTo>
                    <a:lnTo>
                      <a:pt x="302" y="362"/>
                    </a:lnTo>
                    <a:lnTo>
                      <a:pt x="306" y="362"/>
                    </a:lnTo>
                    <a:lnTo>
                      <a:pt x="302" y="366"/>
                    </a:lnTo>
                    <a:lnTo>
                      <a:pt x="302" y="366"/>
                    </a:lnTo>
                    <a:lnTo>
                      <a:pt x="302" y="366"/>
                    </a:lnTo>
                    <a:close/>
                    <a:moveTo>
                      <a:pt x="662" y="366"/>
                    </a:moveTo>
                    <a:lnTo>
                      <a:pt x="662" y="370"/>
                    </a:lnTo>
                    <a:lnTo>
                      <a:pt x="660" y="370"/>
                    </a:lnTo>
                    <a:lnTo>
                      <a:pt x="660" y="366"/>
                    </a:lnTo>
                    <a:lnTo>
                      <a:pt x="662" y="366"/>
                    </a:lnTo>
                    <a:lnTo>
                      <a:pt x="662" y="366"/>
                    </a:lnTo>
                    <a:lnTo>
                      <a:pt x="662" y="366"/>
                    </a:lnTo>
                    <a:close/>
                    <a:moveTo>
                      <a:pt x="252" y="370"/>
                    </a:moveTo>
                    <a:lnTo>
                      <a:pt x="256" y="370"/>
                    </a:lnTo>
                    <a:lnTo>
                      <a:pt x="260" y="370"/>
                    </a:lnTo>
                    <a:lnTo>
                      <a:pt x="256" y="370"/>
                    </a:lnTo>
                    <a:lnTo>
                      <a:pt x="252" y="370"/>
                    </a:lnTo>
                    <a:lnTo>
                      <a:pt x="252" y="370"/>
                    </a:lnTo>
                    <a:lnTo>
                      <a:pt x="252" y="370"/>
                    </a:lnTo>
                    <a:close/>
                    <a:moveTo>
                      <a:pt x="264" y="396"/>
                    </a:moveTo>
                    <a:lnTo>
                      <a:pt x="268" y="396"/>
                    </a:lnTo>
                    <a:lnTo>
                      <a:pt x="272" y="396"/>
                    </a:lnTo>
                    <a:lnTo>
                      <a:pt x="276" y="396"/>
                    </a:lnTo>
                    <a:lnTo>
                      <a:pt x="276" y="392"/>
                    </a:lnTo>
                    <a:lnTo>
                      <a:pt x="278" y="392"/>
                    </a:lnTo>
                    <a:lnTo>
                      <a:pt x="276" y="392"/>
                    </a:lnTo>
                    <a:lnTo>
                      <a:pt x="272" y="392"/>
                    </a:lnTo>
                    <a:lnTo>
                      <a:pt x="272" y="396"/>
                    </a:lnTo>
                    <a:lnTo>
                      <a:pt x="272" y="392"/>
                    </a:lnTo>
                    <a:lnTo>
                      <a:pt x="268" y="392"/>
                    </a:lnTo>
                    <a:lnTo>
                      <a:pt x="272" y="392"/>
                    </a:lnTo>
                    <a:lnTo>
                      <a:pt x="268" y="392"/>
                    </a:lnTo>
                    <a:lnTo>
                      <a:pt x="260" y="392"/>
                    </a:lnTo>
                    <a:lnTo>
                      <a:pt x="256" y="392"/>
                    </a:lnTo>
                    <a:lnTo>
                      <a:pt x="252" y="388"/>
                    </a:lnTo>
                    <a:lnTo>
                      <a:pt x="256" y="388"/>
                    </a:lnTo>
                    <a:lnTo>
                      <a:pt x="260" y="388"/>
                    </a:lnTo>
                    <a:lnTo>
                      <a:pt x="264" y="388"/>
                    </a:lnTo>
                    <a:lnTo>
                      <a:pt x="260" y="388"/>
                    </a:lnTo>
                    <a:lnTo>
                      <a:pt x="260" y="384"/>
                    </a:lnTo>
                    <a:lnTo>
                      <a:pt x="256" y="384"/>
                    </a:lnTo>
                    <a:lnTo>
                      <a:pt x="256" y="380"/>
                    </a:lnTo>
                    <a:lnTo>
                      <a:pt x="260" y="380"/>
                    </a:lnTo>
                    <a:lnTo>
                      <a:pt x="264" y="380"/>
                    </a:lnTo>
                    <a:lnTo>
                      <a:pt x="264" y="384"/>
                    </a:lnTo>
                    <a:lnTo>
                      <a:pt x="264" y="380"/>
                    </a:lnTo>
                    <a:lnTo>
                      <a:pt x="260" y="380"/>
                    </a:lnTo>
                    <a:lnTo>
                      <a:pt x="256" y="380"/>
                    </a:lnTo>
                    <a:lnTo>
                      <a:pt x="256" y="376"/>
                    </a:lnTo>
                    <a:lnTo>
                      <a:pt x="256" y="372"/>
                    </a:lnTo>
                    <a:lnTo>
                      <a:pt x="260" y="372"/>
                    </a:lnTo>
                    <a:lnTo>
                      <a:pt x="264" y="372"/>
                    </a:lnTo>
                    <a:lnTo>
                      <a:pt x="268" y="372"/>
                    </a:lnTo>
                    <a:lnTo>
                      <a:pt x="272" y="372"/>
                    </a:lnTo>
                    <a:lnTo>
                      <a:pt x="276" y="372"/>
                    </a:lnTo>
                    <a:lnTo>
                      <a:pt x="278" y="376"/>
                    </a:lnTo>
                    <a:lnTo>
                      <a:pt x="282" y="376"/>
                    </a:lnTo>
                    <a:lnTo>
                      <a:pt x="282" y="380"/>
                    </a:lnTo>
                    <a:lnTo>
                      <a:pt x="286" y="380"/>
                    </a:lnTo>
                    <a:lnTo>
                      <a:pt x="286" y="384"/>
                    </a:lnTo>
                    <a:lnTo>
                      <a:pt x="290" y="384"/>
                    </a:lnTo>
                    <a:lnTo>
                      <a:pt x="294" y="384"/>
                    </a:lnTo>
                    <a:lnTo>
                      <a:pt x="298" y="384"/>
                    </a:lnTo>
                    <a:lnTo>
                      <a:pt x="298" y="388"/>
                    </a:lnTo>
                    <a:lnTo>
                      <a:pt x="298" y="392"/>
                    </a:lnTo>
                    <a:lnTo>
                      <a:pt x="294" y="392"/>
                    </a:lnTo>
                    <a:lnTo>
                      <a:pt x="294" y="396"/>
                    </a:lnTo>
                    <a:lnTo>
                      <a:pt x="290" y="396"/>
                    </a:lnTo>
                    <a:lnTo>
                      <a:pt x="286" y="396"/>
                    </a:lnTo>
                    <a:lnTo>
                      <a:pt x="282" y="396"/>
                    </a:lnTo>
                    <a:lnTo>
                      <a:pt x="278" y="398"/>
                    </a:lnTo>
                    <a:lnTo>
                      <a:pt x="276" y="398"/>
                    </a:lnTo>
                    <a:lnTo>
                      <a:pt x="272" y="398"/>
                    </a:lnTo>
                    <a:lnTo>
                      <a:pt x="268" y="398"/>
                    </a:lnTo>
                    <a:lnTo>
                      <a:pt x="268" y="396"/>
                    </a:lnTo>
                    <a:lnTo>
                      <a:pt x="264" y="396"/>
                    </a:lnTo>
                    <a:lnTo>
                      <a:pt x="264" y="396"/>
                    </a:lnTo>
                    <a:lnTo>
                      <a:pt x="264" y="396"/>
                    </a:lnTo>
                    <a:close/>
                    <a:moveTo>
                      <a:pt x="308" y="384"/>
                    </a:moveTo>
                    <a:lnTo>
                      <a:pt x="312" y="384"/>
                    </a:lnTo>
                    <a:lnTo>
                      <a:pt x="316" y="384"/>
                    </a:lnTo>
                    <a:lnTo>
                      <a:pt x="312" y="388"/>
                    </a:lnTo>
                    <a:lnTo>
                      <a:pt x="312" y="392"/>
                    </a:lnTo>
                    <a:lnTo>
                      <a:pt x="308" y="392"/>
                    </a:lnTo>
                    <a:lnTo>
                      <a:pt x="306" y="388"/>
                    </a:lnTo>
                    <a:lnTo>
                      <a:pt x="306" y="384"/>
                    </a:lnTo>
                    <a:lnTo>
                      <a:pt x="308" y="384"/>
                    </a:lnTo>
                    <a:lnTo>
                      <a:pt x="306" y="384"/>
                    </a:lnTo>
                    <a:lnTo>
                      <a:pt x="308" y="384"/>
                    </a:lnTo>
                    <a:lnTo>
                      <a:pt x="308" y="380"/>
                    </a:lnTo>
                    <a:lnTo>
                      <a:pt x="308" y="384"/>
                    </a:lnTo>
                    <a:lnTo>
                      <a:pt x="308" y="384"/>
                    </a:lnTo>
                    <a:lnTo>
                      <a:pt x="308" y="384"/>
                    </a:lnTo>
                    <a:close/>
                    <a:moveTo>
                      <a:pt x="294" y="414"/>
                    </a:moveTo>
                    <a:lnTo>
                      <a:pt x="290" y="414"/>
                    </a:lnTo>
                    <a:lnTo>
                      <a:pt x="286" y="414"/>
                    </a:lnTo>
                    <a:lnTo>
                      <a:pt x="282" y="414"/>
                    </a:lnTo>
                    <a:lnTo>
                      <a:pt x="282" y="418"/>
                    </a:lnTo>
                    <a:lnTo>
                      <a:pt x="278" y="418"/>
                    </a:lnTo>
                    <a:lnTo>
                      <a:pt x="282" y="414"/>
                    </a:lnTo>
                    <a:lnTo>
                      <a:pt x="286" y="414"/>
                    </a:lnTo>
                    <a:lnTo>
                      <a:pt x="282" y="414"/>
                    </a:lnTo>
                    <a:lnTo>
                      <a:pt x="286" y="414"/>
                    </a:lnTo>
                    <a:lnTo>
                      <a:pt x="290" y="414"/>
                    </a:lnTo>
                    <a:lnTo>
                      <a:pt x="294" y="414"/>
                    </a:lnTo>
                    <a:lnTo>
                      <a:pt x="294" y="414"/>
                    </a:lnTo>
                    <a:lnTo>
                      <a:pt x="294" y="414"/>
                    </a:lnTo>
                    <a:close/>
                    <a:moveTo>
                      <a:pt x="294" y="426"/>
                    </a:moveTo>
                    <a:lnTo>
                      <a:pt x="298" y="426"/>
                    </a:lnTo>
                    <a:lnTo>
                      <a:pt x="302" y="426"/>
                    </a:lnTo>
                    <a:lnTo>
                      <a:pt x="306" y="426"/>
                    </a:lnTo>
                    <a:lnTo>
                      <a:pt x="302" y="426"/>
                    </a:lnTo>
                    <a:lnTo>
                      <a:pt x="298" y="426"/>
                    </a:lnTo>
                    <a:lnTo>
                      <a:pt x="298" y="428"/>
                    </a:lnTo>
                    <a:lnTo>
                      <a:pt x="294" y="428"/>
                    </a:lnTo>
                    <a:lnTo>
                      <a:pt x="290" y="426"/>
                    </a:lnTo>
                    <a:lnTo>
                      <a:pt x="294" y="426"/>
                    </a:lnTo>
                    <a:lnTo>
                      <a:pt x="294" y="426"/>
                    </a:lnTo>
                    <a:lnTo>
                      <a:pt x="294" y="426"/>
                    </a:lnTo>
                    <a:close/>
                    <a:moveTo>
                      <a:pt x="610" y="426"/>
                    </a:moveTo>
                    <a:lnTo>
                      <a:pt x="610" y="428"/>
                    </a:lnTo>
                    <a:lnTo>
                      <a:pt x="610" y="426"/>
                    </a:lnTo>
                    <a:lnTo>
                      <a:pt x="606" y="426"/>
                    </a:lnTo>
                    <a:lnTo>
                      <a:pt x="610" y="426"/>
                    </a:lnTo>
                    <a:lnTo>
                      <a:pt x="610" y="426"/>
                    </a:lnTo>
                    <a:lnTo>
                      <a:pt x="610" y="426"/>
                    </a:lnTo>
                    <a:close/>
                    <a:moveTo>
                      <a:pt x="298" y="428"/>
                    </a:moveTo>
                    <a:lnTo>
                      <a:pt x="306" y="426"/>
                    </a:lnTo>
                    <a:lnTo>
                      <a:pt x="308" y="428"/>
                    </a:lnTo>
                    <a:lnTo>
                      <a:pt x="306" y="428"/>
                    </a:lnTo>
                    <a:lnTo>
                      <a:pt x="302" y="428"/>
                    </a:lnTo>
                    <a:lnTo>
                      <a:pt x="298" y="428"/>
                    </a:lnTo>
                    <a:lnTo>
                      <a:pt x="298" y="428"/>
                    </a:lnTo>
                    <a:lnTo>
                      <a:pt x="298" y="428"/>
                    </a:lnTo>
                    <a:close/>
                    <a:moveTo>
                      <a:pt x="276" y="428"/>
                    </a:moveTo>
                    <a:lnTo>
                      <a:pt x="278" y="428"/>
                    </a:lnTo>
                    <a:lnTo>
                      <a:pt x="276" y="428"/>
                    </a:lnTo>
                    <a:lnTo>
                      <a:pt x="276" y="428"/>
                    </a:lnTo>
                    <a:lnTo>
                      <a:pt x="276" y="428"/>
                    </a:lnTo>
                    <a:close/>
                    <a:moveTo>
                      <a:pt x="272" y="440"/>
                    </a:moveTo>
                    <a:lnTo>
                      <a:pt x="272" y="436"/>
                    </a:lnTo>
                    <a:lnTo>
                      <a:pt x="276" y="436"/>
                    </a:lnTo>
                    <a:lnTo>
                      <a:pt x="272" y="440"/>
                    </a:lnTo>
                    <a:lnTo>
                      <a:pt x="272" y="440"/>
                    </a:lnTo>
                    <a:lnTo>
                      <a:pt x="272" y="440"/>
                    </a:lnTo>
                    <a:close/>
                    <a:moveTo>
                      <a:pt x="272" y="478"/>
                    </a:moveTo>
                    <a:lnTo>
                      <a:pt x="276" y="478"/>
                    </a:lnTo>
                    <a:lnTo>
                      <a:pt x="272" y="478"/>
                    </a:lnTo>
                    <a:lnTo>
                      <a:pt x="272" y="478"/>
                    </a:lnTo>
                    <a:lnTo>
                      <a:pt x="272" y="478"/>
                    </a:lnTo>
                    <a:close/>
                    <a:moveTo>
                      <a:pt x="514" y="484"/>
                    </a:moveTo>
                    <a:lnTo>
                      <a:pt x="514" y="482"/>
                    </a:lnTo>
                    <a:lnTo>
                      <a:pt x="514" y="484"/>
                    </a:lnTo>
                    <a:lnTo>
                      <a:pt x="514" y="484"/>
                    </a:lnTo>
                    <a:lnTo>
                      <a:pt x="514" y="484"/>
                    </a:lnTo>
                    <a:close/>
                    <a:moveTo>
                      <a:pt x="518" y="484"/>
                    </a:moveTo>
                    <a:lnTo>
                      <a:pt x="518" y="482"/>
                    </a:lnTo>
                    <a:lnTo>
                      <a:pt x="520" y="482"/>
                    </a:lnTo>
                    <a:lnTo>
                      <a:pt x="520" y="484"/>
                    </a:lnTo>
                    <a:lnTo>
                      <a:pt x="518" y="484"/>
                    </a:lnTo>
                    <a:lnTo>
                      <a:pt x="518" y="484"/>
                    </a:lnTo>
                    <a:lnTo>
                      <a:pt x="518" y="484"/>
                    </a:lnTo>
                    <a:close/>
                    <a:moveTo>
                      <a:pt x="498" y="488"/>
                    </a:moveTo>
                    <a:lnTo>
                      <a:pt x="494" y="488"/>
                    </a:lnTo>
                    <a:lnTo>
                      <a:pt x="494" y="484"/>
                    </a:lnTo>
                    <a:lnTo>
                      <a:pt x="494" y="482"/>
                    </a:lnTo>
                    <a:lnTo>
                      <a:pt x="498" y="482"/>
                    </a:lnTo>
                    <a:lnTo>
                      <a:pt x="502" y="482"/>
                    </a:lnTo>
                    <a:lnTo>
                      <a:pt x="502" y="484"/>
                    </a:lnTo>
                    <a:lnTo>
                      <a:pt x="506" y="484"/>
                    </a:lnTo>
                    <a:lnTo>
                      <a:pt x="502" y="484"/>
                    </a:lnTo>
                    <a:lnTo>
                      <a:pt x="502" y="488"/>
                    </a:lnTo>
                    <a:lnTo>
                      <a:pt x="498" y="488"/>
                    </a:lnTo>
                    <a:lnTo>
                      <a:pt x="498" y="488"/>
                    </a:lnTo>
                    <a:lnTo>
                      <a:pt x="498" y="488"/>
                    </a:lnTo>
                    <a:close/>
                    <a:moveTo>
                      <a:pt x="472" y="496"/>
                    </a:moveTo>
                    <a:lnTo>
                      <a:pt x="468" y="496"/>
                    </a:lnTo>
                    <a:lnTo>
                      <a:pt x="472" y="496"/>
                    </a:lnTo>
                    <a:lnTo>
                      <a:pt x="472" y="496"/>
                    </a:lnTo>
                    <a:lnTo>
                      <a:pt x="472" y="496"/>
                    </a:lnTo>
                    <a:close/>
                    <a:moveTo>
                      <a:pt x="462" y="518"/>
                    </a:moveTo>
                    <a:lnTo>
                      <a:pt x="462" y="514"/>
                    </a:lnTo>
                    <a:lnTo>
                      <a:pt x="458" y="514"/>
                    </a:lnTo>
                    <a:lnTo>
                      <a:pt x="458" y="512"/>
                    </a:lnTo>
                    <a:lnTo>
                      <a:pt x="454" y="508"/>
                    </a:lnTo>
                    <a:lnTo>
                      <a:pt x="458" y="508"/>
                    </a:lnTo>
                    <a:lnTo>
                      <a:pt x="462" y="512"/>
                    </a:lnTo>
                    <a:lnTo>
                      <a:pt x="458" y="512"/>
                    </a:lnTo>
                    <a:lnTo>
                      <a:pt x="462" y="514"/>
                    </a:lnTo>
                    <a:lnTo>
                      <a:pt x="464" y="514"/>
                    </a:lnTo>
                    <a:lnTo>
                      <a:pt x="464" y="518"/>
                    </a:lnTo>
                    <a:lnTo>
                      <a:pt x="462" y="518"/>
                    </a:lnTo>
                    <a:lnTo>
                      <a:pt x="462" y="518"/>
                    </a:lnTo>
                    <a:lnTo>
                      <a:pt x="462" y="518"/>
                    </a:lnTo>
                    <a:close/>
                    <a:moveTo>
                      <a:pt x="308" y="514"/>
                    </a:moveTo>
                    <a:lnTo>
                      <a:pt x="308" y="518"/>
                    </a:lnTo>
                    <a:lnTo>
                      <a:pt x="306" y="518"/>
                    </a:lnTo>
                    <a:lnTo>
                      <a:pt x="306" y="514"/>
                    </a:lnTo>
                    <a:lnTo>
                      <a:pt x="308" y="514"/>
                    </a:lnTo>
                    <a:lnTo>
                      <a:pt x="308" y="514"/>
                    </a:lnTo>
                    <a:lnTo>
                      <a:pt x="308" y="514"/>
                    </a:lnTo>
                    <a:close/>
                    <a:moveTo>
                      <a:pt x="312" y="514"/>
                    </a:moveTo>
                    <a:lnTo>
                      <a:pt x="312" y="518"/>
                    </a:lnTo>
                    <a:lnTo>
                      <a:pt x="308" y="518"/>
                    </a:lnTo>
                    <a:lnTo>
                      <a:pt x="308" y="522"/>
                    </a:lnTo>
                    <a:lnTo>
                      <a:pt x="306" y="522"/>
                    </a:lnTo>
                    <a:lnTo>
                      <a:pt x="308" y="518"/>
                    </a:lnTo>
                    <a:lnTo>
                      <a:pt x="308" y="514"/>
                    </a:lnTo>
                    <a:lnTo>
                      <a:pt x="312" y="514"/>
                    </a:lnTo>
                    <a:lnTo>
                      <a:pt x="312" y="514"/>
                    </a:lnTo>
                    <a:lnTo>
                      <a:pt x="312" y="514"/>
                    </a:lnTo>
                    <a:close/>
                    <a:moveTo>
                      <a:pt x="306" y="518"/>
                    </a:moveTo>
                    <a:lnTo>
                      <a:pt x="306" y="522"/>
                    </a:lnTo>
                    <a:lnTo>
                      <a:pt x="302" y="522"/>
                    </a:lnTo>
                    <a:lnTo>
                      <a:pt x="306" y="518"/>
                    </a:lnTo>
                    <a:lnTo>
                      <a:pt x="306" y="518"/>
                    </a:lnTo>
                    <a:lnTo>
                      <a:pt x="306" y="518"/>
                    </a:lnTo>
                    <a:close/>
                    <a:moveTo>
                      <a:pt x="450" y="522"/>
                    </a:moveTo>
                    <a:lnTo>
                      <a:pt x="446" y="522"/>
                    </a:lnTo>
                    <a:lnTo>
                      <a:pt x="446" y="518"/>
                    </a:lnTo>
                    <a:lnTo>
                      <a:pt x="450" y="522"/>
                    </a:lnTo>
                    <a:lnTo>
                      <a:pt x="450" y="522"/>
                    </a:lnTo>
                    <a:lnTo>
                      <a:pt x="450" y="5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0" name="Freeform 74"/>
              <p:cNvSpPr>
                <a:spLocks/>
              </p:cNvSpPr>
              <p:nvPr/>
            </p:nvSpPr>
            <p:spPr bwMode="gray">
              <a:xfrm>
                <a:off x="2531945" y="3984011"/>
                <a:ext cx="97399" cy="125227"/>
              </a:xfrm>
              <a:custGeom>
                <a:avLst/>
                <a:gdLst>
                  <a:gd name="T0" fmla="*/ 38 w 56"/>
                  <a:gd name="T1" fmla="*/ 60 h 72"/>
                  <a:gd name="T2" fmla="*/ 38 w 56"/>
                  <a:gd name="T3" fmla="*/ 64 h 72"/>
                  <a:gd name="T4" fmla="*/ 38 w 56"/>
                  <a:gd name="T5" fmla="*/ 64 h 72"/>
                  <a:gd name="T6" fmla="*/ 38 w 56"/>
                  <a:gd name="T7" fmla="*/ 64 h 72"/>
                  <a:gd name="T8" fmla="*/ 34 w 56"/>
                  <a:gd name="T9" fmla="*/ 68 h 72"/>
                  <a:gd name="T10" fmla="*/ 30 w 56"/>
                  <a:gd name="T11" fmla="*/ 72 h 72"/>
                  <a:gd name="T12" fmla="*/ 30 w 56"/>
                  <a:gd name="T13" fmla="*/ 72 h 72"/>
                  <a:gd name="T14" fmla="*/ 26 w 56"/>
                  <a:gd name="T15" fmla="*/ 72 h 72"/>
                  <a:gd name="T16" fmla="*/ 22 w 56"/>
                  <a:gd name="T17" fmla="*/ 68 h 72"/>
                  <a:gd name="T18" fmla="*/ 22 w 56"/>
                  <a:gd name="T19" fmla="*/ 68 h 72"/>
                  <a:gd name="T20" fmla="*/ 16 w 56"/>
                  <a:gd name="T21" fmla="*/ 68 h 72"/>
                  <a:gd name="T22" fmla="*/ 12 w 56"/>
                  <a:gd name="T23" fmla="*/ 68 h 72"/>
                  <a:gd name="T24" fmla="*/ 8 w 56"/>
                  <a:gd name="T25" fmla="*/ 68 h 72"/>
                  <a:gd name="T26" fmla="*/ 8 w 56"/>
                  <a:gd name="T27" fmla="*/ 64 h 72"/>
                  <a:gd name="T28" fmla="*/ 4 w 56"/>
                  <a:gd name="T29" fmla="*/ 64 h 72"/>
                  <a:gd name="T30" fmla="*/ 0 w 56"/>
                  <a:gd name="T31" fmla="*/ 60 h 72"/>
                  <a:gd name="T32" fmla="*/ 0 w 56"/>
                  <a:gd name="T33" fmla="*/ 56 h 72"/>
                  <a:gd name="T34" fmla="*/ 0 w 56"/>
                  <a:gd name="T35" fmla="*/ 56 h 72"/>
                  <a:gd name="T36" fmla="*/ 0 w 56"/>
                  <a:gd name="T37" fmla="*/ 52 h 72"/>
                  <a:gd name="T38" fmla="*/ 0 w 56"/>
                  <a:gd name="T39" fmla="*/ 44 h 72"/>
                  <a:gd name="T40" fmla="*/ 8 w 56"/>
                  <a:gd name="T41" fmla="*/ 30 h 72"/>
                  <a:gd name="T42" fmla="*/ 18 w 56"/>
                  <a:gd name="T43" fmla="*/ 30 h 72"/>
                  <a:gd name="T44" fmla="*/ 26 w 56"/>
                  <a:gd name="T45" fmla="*/ 30 h 72"/>
                  <a:gd name="T46" fmla="*/ 26 w 56"/>
                  <a:gd name="T47" fmla="*/ 30 h 72"/>
                  <a:gd name="T48" fmla="*/ 26 w 56"/>
                  <a:gd name="T49" fmla="*/ 26 h 72"/>
                  <a:gd name="T50" fmla="*/ 22 w 56"/>
                  <a:gd name="T51" fmla="*/ 26 h 72"/>
                  <a:gd name="T52" fmla="*/ 22 w 56"/>
                  <a:gd name="T53" fmla="*/ 22 h 72"/>
                  <a:gd name="T54" fmla="*/ 22 w 56"/>
                  <a:gd name="T55" fmla="*/ 18 h 72"/>
                  <a:gd name="T56" fmla="*/ 18 w 56"/>
                  <a:gd name="T57" fmla="*/ 18 h 72"/>
                  <a:gd name="T58" fmla="*/ 16 w 56"/>
                  <a:gd name="T59" fmla="*/ 14 h 72"/>
                  <a:gd name="T60" fmla="*/ 12 w 56"/>
                  <a:gd name="T61" fmla="*/ 12 h 72"/>
                  <a:gd name="T62" fmla="*/ 18 w 56"/>
                  <a:gd name="T63" fmla="*/ 0 h 72"/>
                  <a:gd name="T64" fmla="*/ 22 w 56"/>
                  <a:gd name="T65" fmla="*/ 0 h 72"/>
                  <a:gd name="T66" fmla="*/ 42 w 56"/>
                  <a:gd name="T67" fmla="*/ 0 h 72"/>
                  <a:gd name="T68" fmla="*/ 46 w 56"/>
                  <a:gd name="T69" fmla="*/ 14 h 72"/>
                  <a:gd name="T70" fmla="*/ 42 w 56"/>
                  <a:gd name="T71" fmla="*/ 34 h 72"/>
                  <a:gd name="T72" fmla="*/ 50 w 56"/>
                  <a:gd name="T73" fmla="*/ 34 h 72"/>
                  <a:gd name="T74" fmla="*/ 50 w 56"/>
                  <a:gd name="T75" fmla="*/ 34 h 72"/>
                  <a:gd name="T76" fmla="*/ 52 w 56"/>
                  <a:gd name="T77" fmla="*/ 38 h 72"/>
                  <a:gd name="T78" fmla="*/ 52 w 56"/>
                  <a:gd name="T79" fmla="*/ 34 h 72"/>
                  <a:gd name="T80" fmla="*/ 56 w 56"/>
                  <a:gd name="T81" fmla="*/ 38 h 72"/>
                  <a:gd name="T82" fmla="*/ 56 w 56"/>
                  <a:gd name="T83" fmla="*/ 38 h 72"/>
                  <a:gd name="T84" fmla="*/ 52 w 56"/>
                  <a:gd name="T85" fmla="*/ 44 h 72"/>
                  <a:gd name="T86" fmla="*/ 46 w 56"/>
                  <a:gd name="T87" fmla="*/ 48 h 72"/>
                  <a:gd name="T88" fmla="*/ 46 w 56"/>
                  <a:gd name="T89" fmla="*/ 48 h 72"/>
                  <a:gd name="T90" fmla="*/ 42 w 56"/>
                  <a:gd name="T91" fmla="*/ 52 h 72"/>
                  <a:gd name="T92" fmla="*/ 46 w 56"/>
                  <a:gd name="T93" fmla="*/ 56 h 72"/>
                  <a:gd name="T94" fmla="*/ 42 w 56"/>
                  <a:gd name="T95" fmla="*/ 6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6" h="72">
                    <a:moveTo>
                      <a:pt x="42" y="60"/>
                    </a:moveTo>
                    <a:lnTo>
                      <a:pt x="42" y="60"/>
                    </a:lnTo>
                    <a:lnTo>
                      <a:pt x="38" y="60"/>
                    </a:lnTo>
                    <a:lnTo>
                      <a:pt x="38" y="60"/>
                    </a:lnTo>
                    <a:lnTo>
                      <a:pt x="38" y="60"/>
                    </a:lnTo>
                    <a:lnTo>
                      <a:pt x="38" y="60"/>
                    </a:lnTo>
                    <a:lnTo>
                      <a:pt x="38" y="64"/>
                    </a:lnTo>
                    <a:lnTo>
                      <a:pt x="38" y="64"/>
                    </a:lnTo>
                    <a:lnTo>
                      <a:pt x="38" y="64"/>
                    </a:lnTo>
                    <a:lnTo>
                      <a:pt x="38" y="64"/>
                    </a:lnTo>
                    <a:lnTo>
                      <a:pt x="38" y="64"/>
                    </a:lnTo>
                    <a:lnTo>
                      <a:pt x="38" y="64"/>
                    </a:lnTo>
                    <a:lnTo>
                      <a:pt x="38" y="64"/>
                    </a:lnTo>
                    <a:lnTo>
                      <a:pt x="38" y="64"/>
                    </a:lnTo>
                    <a:lnTo>
                      <a:pt x="38" y="64"/>
                    </a:lnTo>
                    <a:lnTo>
                      <a:pt x="38" y="64"/>
                    </a:lnTo>
                    <a:lnTo>
                      <a:pt x="38" y="64"/>
                    </a:lnTo>
                    <a:lnTo>
                      <a:pt x="34" y="68"/>
                    </a:lnTo>
                    <a:lnTo>
                      <a:pt x="34" y="68"/>
                    </a:lnTo>
                    <a:lnTo>
                      <a:pt x="34" y="68"/>
                    </a:lnTo>
                    <a:lnTo>
                      <a:pt x="34" y="68"/>
                    </a:lnTo>
                    <a:lnTo>
                      <a:pt x="34" y="68"/>
                    </a:lnTo>
                    <a:lnTo>
                      <a:pt x="30" y="68"/>
                    </a:lnTo>
                    <a:lnTo>
                      <a:pt x="30" y="72"/>
                    </a:lnTo>
                    <a:lnTo>
                      <a:pt x="30" y="72"/>
                    </a:lnTo>
                    <a:lnTo>
                      <a:pt x="30" y="72"/>
                    </a:lnTo>
                    <a:lnTo>
                      <a:pt x="30" y="72"/>
                    </a:lnTo>
                    <a:lnTo>
                      <a:pt x="30" y="72"/>
                    </a:lnTo>
                    <a:lnTo>
                      <a:pt x="30" y="72"/>
                    </a:lnTo>
                    <a:lnTo>
                      <a:pt x="30" y="72"/>
                    </a:lnTo>
                    <a:lnTo>
                      <a:pt x="30" y="72"/>
                    </a:lnTo>
                    <a:lnTo>
                      <a:pt x="26" y="72"/>
                    </a:lnTo>
                    <a:lnTo>
                      <a:pt x="26" y="72"/>
                    </a:lnTo>
                    <a:lnTo>
                      <a:pt x="26" y="72"/>
                    </a:lnTo>
                    <a:lnTo>
                      <a:pt x="26" y="72"/>
                    </a:lnTo>
                    <a:lnTo>
                      <a:pt x="22" y="68"/>
                    </a:lnTo>
                    <a:lnTo>
                      <a:pt x="22" y="68"/>
                    </a:lnTo>
                    <a:lnTo>
                      <a:pt x="22" y="68"/>
                    </a:lnTo>
                    <a:lnTo>
                      <a:pt x="22" y="68"/>
                    </a:lnTo>
                    <a:lnTo>
                      <a:pt x="22" y="68"/>
                    </a:lnTo>
                    <a:lnTo>
                      <a:pt x="18" y="68"/>
                    </a:lnTo>
                    <a:lnTo>
                      <a:pt x="18" y="68"/>
                    </a:lnTo>
                    <a:lnTo>
                      <a:pt x="18" y="68"/>
                    </a:lnTo>
                    <a:lnTo>
                      <a:pt x="16" y="68"/>
                    </a:lnTo>
                    <a:lnTo>
                      <a:pt x="16" y="68"/>
                    </a:lnTo>
                    <a:lnTo>
                      <a:pt x="16" y="68"/>
                    </a:lnTo>
                    <a:lnTo>
                      <a:pt x="16" y="68"/>
                    </a:lnTo>
                    <a:lnTo>
                      <a:pt x="12" y="68"/>
                    </a:lnTo>
                    <a:lnTo>
                      <a:pt x="12" y="68"/>
                    </a:lnTo>
                    <a:lnTo>
                      <a:pt x="12" y="68"/>
                    </a:lnTo>
                    <a:lnTo>
                      <a:pt x="12" y="68"/>
                    </a:lnTo>
                    <a:lnTo>
                      <a:pt x="8" y="68"/>
                    </a:lnTo>
                    <a:lnTo>
                      <a:pt x="8" y="68"/>
                    </a:lnTo>
                    <a:lnTo>
                      <a:pt x="8" y="68"/>
                    </a:lnTo>
                    <a:lnTo>
                      <a:pt x="8" y="64"/>
                    </a:lnTo>
                    <a:lnTo>
                      <a:pt x="8" y="64"/>
                    </a:lnTo>
                    <a:lnTo>
                      <a:pt x="8" y="64"/>
                    </a:lnTo>
                    <a:lnTo>
                      <a:pt x="8" y="64"/>
                    </a:lnTo>
                    <a:lnTo>
                      <a:pt x="8" y="64"/>
                    </a:lnTo>
                    <a:lnTo>
                      <a:pt x="4" y="64"/>
                    </a:lnTo>
                    <a:lnTo>
                      <a:pt x="4" y="64"/>
                    </a:lnTo>
                    <a:lnTo>
                      <a:pt x="4" y="60"/>
                    </a:lnTo>
                    <a:lnTo>
                      <a:pt x="4" y="60"/>
                    </a:lnTo>
                    <a:lnTo>
                      <a:pt x="0" y="60"/>
                    </a:lnTo>
                    <a:lnTo>
                      <a:pt x="0" y="60"/>
                    </a:lnTo>
                    <a:lnTo>
                      <a:pt x="0" y="60"/>
                    </a:lnTo>
                    <a:lnTo>
                      <a:pt x="0" y="56"/>
                    </a:lnTo>
                    <a:lnTo>
                      <a:pt x="0" y="56"/>
                    </a:lnTo>
                    <a:lnTo>
                      <a:pt x="0" y="56"/>
                    </a:lnTo>
                    <a:lnTo>
                      <a:pt x="0" y="56"/>
                    </a:lnTo>
                    <a:lnTo>
                      <a:pt x="0" y="56"/>
                    </a:lnTo>
                    <a:lnTo>
                      <a:pt x="0" y="56"/>
                    </a:lnTo>
                    <a:lnTo>
                      <a:pt x="0" y="56"/>
                    </a:lnTo>
                    <a:lnTo>
                      <a:pt x="0" y="52"/>
                    </a:lnTo>
                    <a:lnTo>
                      <a:pt x="0" y="52"/>
                    </a:lnTo>
                    <a:lnTo>
                      <a:pt x="0" y="52"/>
                    </a:lnTo>
                    <a:lnTo>
                      <a:pt x="0" y="52"/>
                    </a:lnTo>
                    <a:lnTo>
                      <a:pt x="4" y="48"/>
                    </a:lnTo>
                    <a:lnTo>
                      <a:pt x="4" y="48"/>
                    </a:lnTo>
                    <a:lnTo>
                      <a:pt x="0" y="44"/>
                    </a:lnTo>
                    <a:lnTo>
                      <a:pt x="0" y="42"/>
                    </a:lnTo>
                    <a:lnTo>
                      <a:pt x="8" y="34"/>
                    </a:lnTo>
                    <a:lnTo>
                      <a:pt x="8" y="34"/>
                    </a:lnTo>
                    <a:lnTo>
                      <a:pt x="8" y="30"/>
                    </a:lnTo>
                    <a:lnTo>
                      <a:pt x="8" y="30"/>
                    </a:lnTo>
                    <a:lnTo>
                      <a:pt x="12" y="30"/>
                    </a:lnTo>
                    <a:lnTo>
                      <a:pt x="18" y="30"/>
                    </a:lnTo>
                    <a:lnTo>
                      <a:pt x="18" y="30"/>
                    </a:lnTo>
                    <a:lnTo>
                      <a:pt x="22" y="30"/>
                    </a:lnTo>
                    <a:lnTo>
                      <a:pt x="26" y="30"/>
                    </a:lnTo>
                    <a:lnTo>
                      <a:pt x="26" y="30"/>
                    </a:lnTo>
                    <a:lnTo>
                      <a:pt x="26" y="30"/>
                    </a:lnTo>
                    <a:lnTo>
                      <a:pt x="26" y="30"/>
                    </a:lnTo>
                    <a:lnTo>
                      <a:pt x="26" y="30"/>
                    </a:lnTo>
                    <a:lnTo>
                      <a:pt x="26" y="30"/>
                    </a:lnTo>
                    <a:lnTo>
                      <a:pt x="26" y="30"/>
                    </a:lnTo>
                    <a:lnTo>
                      <a:pt x="26" y="26"/>
                    </a:lnTo>
                    <a:lnTo>
                      <a:pt x="26" y="26"/>
                    </a:lnTo>
                    <a:lnTo>
                      <a:pt x="26" y="26"/>
                    </a:lnTo>
                    <a:lnTo>
                      <a:pt x="26" y="26"/>
                    </a:lnTo>
                    <a:lnTo>
                      <a:pt x="26" y="26"/>
                    </a:lnTo>
                    <a:lnTo>
                      <a:pt x="26" y="26"/>
                    </a:lnTo>
                    <a:lnTo>
                      <a:pt x="26" y="26"/>
                    </a:lnTo>
                    <a:lnTo>
                      <a:pt x="22" y="26"/>
                    </a:lnTo>
                    <a:lnTo>
                      <a:pt x="22" y="26"/>
                    </a:lnTo>
                    <a:lnTo>
                      <a:pt x="22" y="22"/>
                    </a:lnTo>
                    <a:lnTo>
                      <a:pt x="22" y="22"/>
                    </a:lnTo>
                    <a:lnTo>
                      <a:pt x="22" y="22"/>
                    </a:lnTo>
                    <a:lnTo>
                      <a:pt x="22" y="22"/>
                    </a:lnTo>
                    <a:lnTo>
                      <a:pt x="22" y="22"/>
                    </a:lnTo>
                    <a:lnTo>
                      <a:pt x="22" y="22"/>
                    </a:lnTo>
                    <a:lnTo>
                      <a:pt x="22" y="18"/>
                    </a:lnTo>
                    <a:lnTo>
                      <a:pt x="22" y="18"/>
                    </a:lnTo>
                    <a:lnTo>
                      <a:pt x="18" y="18"/>
                    </a:lnTo>
                    <a:lnTo>
                      <a:pt x="18" y="18"/>
                    </a:lnTo>
                    <a:lnTo>
                      <a:pt x="18" y="18"/>
                    </a:lnTo>
                    <a:lnTo>
                      <a:pt x="18" y="18"/>
                    </a:lnTo>
                    <a:lnTo>
                      <a:pt x="18" y="18"/>
                    </a:lnTo>
                    <a:lnTo>
                      <a:pt x="16" y="14"/>
                    </a:lnTo>
                    <a:lnTo>
                      <a:pt x="16" y="14"/>
                    </a:lnTo>
                    <a:lnTo>
                      <a:pt x="16" y="12"/>
                    </a:lnTo>
                    <a:lnTo>
                      <a:pt x="12" y="12"/>
                    </a:lnTo>
                    <a:lnTo>
                      <a:pt x="12" y="12"/>
                    </a:lnTo>
                    <a:lnTo>
                      <a:pt x="12" y="12"/>
                    </a:lnTo>
                    <a:lnTo>
                      <a:pt x="18" y="12"/>
                    </a:lnTo>
                    <a:lnTo>
                      <a:pt x="18" y="4"/>
                    </a:lnTo>
                    <a:lnTo>
                      <a:pt x="18" y="0"/>
                    </a:lnTo>
                    <a:lnTo>
                      <a:pt x="18" y="0"/>
                    </a:lnTo>
                    <a:lnTo>
                      <a:pt x="18" y="0"/>
                    </a:lnTo>
                    <a:lnTo>
                      <a:pt x="18" y="0"/>
                    </a:lnTo>
                    <a:lnTo>
                      <a:pt x="22" y="0"/>
                    </a:lnTo>
                    <a:lnTo>
                      <a:pt x="22" y="0"/>
                    </a:lnTo>
                    <a:lnTo>
                      <a:pt x="30" y="0"/>
                    </a:lnTo>
                    <a:lnTo>
                      <a:pt x="30" y="0"/>
                    </a:lnTo>
                    <a:lnTo>
                      <a:pt x="34" y="0"/>
                    </a:lnTo>
                    <a:lnTo>
                      <a:pt x="42" y="0"/>
                    </a:lnTo>
                    <a:lnTo>
                      <a:pt x="46" y="0"/>
                    </a:lnTo>
                    <a:lnTo>
                      <a:pt x="46" y="4"/>
                    </a:lnTo>
                    <a:lnTo>
                      <a:pt x="46" y="8"/>
                    </a:lnTo>
                    <a:lnTo>
                      <a:pt x="46" y="14"/>
                    </a:lnTo>
                    <a:lnTo>
                      <a:pt x="46" y="26"/>
                    </a:lnTo>
                    <a:lnTo>
                      <a:pt x="42" y="30"/>
                    </a:lnTo>
                    <a:lnTo>
                      <a:pt x="42" y="34"/>
                    </a:lnTo>
                    <a:lnTo>
                      <a:pt x="42" y="34"/>
                    </a:lnTo>
                    <a:lnTo>
                      <a:pt x="46" y="34"/>
                    </a:lnTo>
                    <a:lnTo>
                      <a:pt x="46" y="34"/>
                    </a:lnTo>
                    <a:lnTo>
                      <a:pt x="46" y="34"/>
                    </a:lnTo>
                    <a:lnTo>
                      <a:pt x="50" y="34"/>
                    </a:lnTo>
                    <a:lnTo>
                      <a:pt x="50" y="34"/>
                    </a:lnTo>
                    <a:lnTo>
                      <a:pt x="50" y="34"/>
                    </a:lnTo>
                    <a:lnTo>
                      <a:pt x="50" y="34"/>
                    </a:lnTo>
                    <a:lnTo>
                      <a:pt x="50" y="34"/>
                    </a:lnTo>
                    <a:lnTo>
                      <a:pt x="50" y="34"/>
                    </a:lnTo>
                    <a:lnTo>
                      <a:pt x="50" y="38"/>
                    </a:lnTo>
                    <a:lnTo>
                      <a:pt x="52" y="38"/>
                    </a:lnTo>
                    <a:lnTo>
                      <a:pt x="52" y="38"/>
                    </a:lnTo>
                    <a:lnTo>
                      <a:pt x="52" y="38"/>
                    </a:lnTo>
                    <a:lnTo>
                      <a:pt x="52" y="38"/>
                    </a:lnTo>
                    <a:lnTo>
                      <a:pt x="52" y="34"/>
                    </a:lnTo>
                    <a:lnTo>
                      <a:pt x="52" y="34"/>
                    </a:lnTo>
                    <a:lnTo>
                      <a:pt x="52" y="34"/>
                    </a:lnTo>
                    <a:lnTo>
                      <a:pt x="52" y="34"/>
                    </a:lnTo>
                    <a:lnTo>
                      <a:pt x="56" y="34"/>
                    </a:lnTo>
                    <a:lnTo>
                      <a:pt x="56" y="38"/>
                    </a:lnTo>
                    <a:lnTo>
                      <a:pt x="56" y="38"/>
                    </a:lnTo>
                    <a:lnTo>
                      <a:pt x="56" y="38"/>
                    </a:lnTo>
                    <a:lnTo>
                      <a:pt x="56" y="38"/>
                    </a:lnTo>
                    <a:lnTo>
                      <a:pt x="56" y="38"/>
                    </a:lnTo>
                    <a:lnTo>
                      <a:pt x="56" y="38"/>
                    </a:lnTo>
                    <a:lnTo>
                      <a:pt x="52" y="42"/>
                    </a:lnTo>
                    <a:lnTo>
                      <a:pt x="52" y="42"/>
                    </a:lnTo>
                    <a:lnTo>
                      <a:pt x="52" y="44"/>
                    </a:lnTo>
                    <a:lnTo>
                      <a:pt x="50" y="44"/>
                    </a:lnTo>
                    <a:lnTo>
                      <a:pt x="50" y="44"/>
                    </a:lnTo>
                    <a:lnTo>
                      <a:pt x="46" y="48"/>
                    </a:lnTo>
                    <a:lnTo>
                      <a:pt x="46" y="48"/>
                    </a:lnTo>
                    <a:lnTo>
                      <a:pt x="46" y="48"/>
                    </a:lnTo>
                    <a:lnTo>
                      <a:pt x="46" y="48"/>
                    </a:lnTo>
                    <a:lnTo>
                      <a:pt x="46" y="48"/>
                    </a:lnTo>
                    <a:lnTo>
                      <a:pt x="46" y="48"/>
                    </a:lnTo>
                    <a:lnTo>
                      <a:pt x="46" y="48"/>
                    </a:lnTo>
                    <a:lnTo>
                      <a:pt x="46" y="52"/>
                    </a:lnTo>
                    <a:lnTo>
                      <a:pt x="46" y="52"/>
                    </a:lnTo>
                    <a:lnTo>
                      <a:pt x="42" y="52"/>
                    </a:lnTo>
                    <a:lnTo>
                      <a:pt x="42" y="52"/>
                    </a:lnTo>
                    <a:lnTo>
                      <a:pt x="42" y="52"/>
                    </a:lnTo>
                    <a:lnTo>
                      <a:pt x="46" y="56"/>
                    </a:lnTo>
                    <a:lnTo>
                      <a:pt x="46" y="56"/>
                    </a:lnTo>
                    <a:lnTo>
                      <a:pt x="46" y="56"/>
                    </a:lnTo>
                    <a:lnTo>
                      <a:pt x="46" y="56"/>
                    </a:lnTo>
                    <a:lnTo>
                      <a:pt x="42" y="56"/>
                    </a:lnTo>
                    <a:lnTo>
                      <a:pt x="42" y="60"/>
                    </a:lnTo>
                    <a:lnTo>
                      <a:pt x="42" y="60"/>
                    </a:lnTo>
                    <a:lnTo>
                      <a:pt x="42" y="60"/>
                    </a:lnTo>
                    <a:lnTo>
                      <a:pt x="42"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1" name="Freeform 75"/>
              <p:cNvSpPr>
                <a:spLocks noEditPoints="1"/>
              </p:cNvSpPr>
              <p:nvPr/>
            </p:nvSpPr>
            <p:spPr bwMode="gray">
              <a:xfrm>
                <a:off x="2966762" y="3917920"/>
                <a:ext cx="69571" cy="59135"/>
              </a:xfrm>
              <a:custGeom>
                <a:avLst/>
                <a:gdLst>
                  <a:gd name="T0" fmla="*/ 22 w 40"/>
                  <a:gd name="T1" fmla="*/ 0 h 34"/>
                  <a:gd name="T2" fmla="*/ 26 w 40"/>
                  <a:gd name="T3" fmla="*/ 0 h 34"/>
                  <a:gd name="T4" fmla="*/ 26 w 40"/>
                  <a:gd name="T5" fmla="*/ 0 h 34"/>
                  <a:gd name="T6" fmla="*/ 18 w 40"/>
                  <a:gd name="T7" fmla="*/ 8 h 34"/>
                  <a:gd name="T8" fmla="*/ 14 w 40"/>
                  <a:gd name="T9" fmla="*/ 8 h 34"/>
                  <a:gd name="T10" fmla="*/ 14 w 40"/>
                  <a:gd name="T11" fmla="*/ 4 h 34"/>
                  <a:gd name="T12" fmla="*/ 18 w 40"/>
                  <a:gd name="T13" fmla="*/ 4 h 34"/>
                  <a:gd name="T14" fmla="*/ 22 w 40"/>
                  <a:gd name="T15" fmla="*/ 0 h 34"/>
                  <a:gd name="T16" fmla="*/ 26 w 40"/>
                  <a:gd name="T17" fmla="*/ 0 h 34"/>
                  <a:gd name="T18" fmla="*/ 30 w 40"/>
                  <a:gd name="T19" fmla="*/ 4 h 34"/>
                  <a:gd name="T20" fmla="*/ 34 w 40"/>
                  <a:gd name="T21" fmla="*/ 4 h 34"/>
                  <a:gd name="T22" fmla="*/ 40 w 40"/>
                  <a:gd name="T23" fmla="*/ 4 h 34"/>
                  <a:gd name="T24" fmla="*/ 40 w 40"/>
                  <a:gd name="T25" fmla="*/ 8 h 34"/>
                  <a:gd name="T26" fmla="*/ 40 w 40"/>
                  <a:gd name="T27" fmla="*/ 8 h 34"/>
                  <a:gd name="T28" fmla="*/ 40 w 40"/>
                  <a:gd name="T29" fmla="*/ 12 h 34"/>
                  <a:gd name="T30" fmla="*/ 40 w 40"/>
                  <a:gd name="T31" fmla="*/ 16 h 34"/>
                  <a:gd name="T32" fmla="*/ 40 w 40"/>
                  <a:gd name="T33" fmla="*/ 16 h 34"/>
                  <a:gd name="T34" fmla="*/ 40 w 40"/>
                  <a:gd name="T35" fmla="*/ 22 h 34"/>
                  <a:gd name="T36" fmla="*/ 40 w 40"/>
                  <a:gd name="T37" fmla="*/ 22 h 34"/>
                  <a:gd name="T38" fmla="*/ 38 w 40"/>
                  <a:gd name="T39" fmla="*/ 22 h 34"/>
                  <a:gd name="T40" fmla="*/ 38 w 40"/>
                  <a:gd name="T41" fmla="*/ 22 h 34"/>
                  <a:gd name="T42" fmla="*/ 38 w 40"/>
                  <a:gd name="T43" fmla="*/ 26 h 34"/>
                  <a:gd name="T44" fmla="*/ 38 w 40"/>
                  <a:gd name="T45" fmla="*/ 26 h 34"/>
                  <a:gd name="T46" fmla="*/ 40 w 40"/>
                  <a:gd name="T47" fmla="*/ 30 h 34"/>
                  <a:gd name="T48" fmla="*/ 40 w 40"/>
                  <a:gd name="T49" fmla="*/ 34 h 34"/>
                  <a:gd name="T50" fmla="*/ 38 w 40"/>
                  <a:gd name="T51" fmla="*/ 34 h 34"/>
                  <a:gd name="T52" fmla="*/ 34 w 40"/>
                  <a:gd name="T53" fmla="*/ 30 h 34"/>
                  <a:gd name="T54" fmla="*/ 34 w 40"/>
                  <a:gd name="T55" fmla="*/ 30 h 34"/>
                  <a:gd name="T56" fmla="*/ 30 w 40"/>
                  <a:gd name="T57" fmla="*/ 34 h 34"/>
                  <a:gd name="T58" fmla="*/ 26 w 40"/>
                  <a:gd name="T59" fmla="*/ 34 h 34"/>
                  <a:gd name="T60" fmla="*/ 22 w 40"/>
                  <a:gd name="T61" fmla="*/ 34 h 34"/>
                  <a:gd name="T62" fmla="*/ 18 w 40"/>
                  <a:gd name="T63" fmla="*/ 30 h 34"/>
                  <a:gd name="T64" fmla="*/ 10 w 40"/>
                  <a:gd name="T65" fmla="*/ 34 h 34"/>
                  <a:gd name="T66" fmla="*/ 10 w 40"/>
                  <a:gd name="T67" fmla="*/ 34 h 34"/>
                  <a:gd name="T68" fmla="*/ 10 w 40"/>
                  <a:gd name="T69" fmla="*/ 34 h 34"/>
                  <a:gd name="T70" fmla="*/ 10 w 40"/>
                  <a:gd name="T71" fmla="*/ 34 h 34"/>
                  <a:gd name="T72" fmla="*/ 8 w 40"/>
                  <a:gd name="T73" fmla="*/ 34 h 34"/>
                  <a:gd name="T74" fmla="*/ 4 w 40"/>
                  <a:gd name="T75" fmla="*/ 30 h 34"/>
                  <a:gd name="T76" fmla="*/ 4 w 40"/>
                  <a:gd name="T77" fmla="*/ 30 h 34"/>
                  <a:gd name="T78" fmla="*/ 4 w 40"/>
                  <a:gd name="T79" fmla="*/ 22 h 34"/>
                  <a:gd name="T80" fmla="*/ 8 w 40"/>
                  <a:gd name="T81" fmla="*/ 22 h 34"/>
                  <a:gd name="T82" fmla="*/ 10 w 40"/>
                  <a:gd name="T83" fmla="*/ 26 h 34"/>
                  <a:gd name="T84" fmla="*/ 10 w 40"/>
                  <a:gd name="T85" fmla="*/ 26 h 34"/>
                  <a:gd name="T86" fmla="*/ 14 w 40"/>
                  <a:gd name="T87" fmla="*/ 26 h 34"/>
                  <a:gd name="T88" fmla="*/ 10 w 40"/>
                  <a:gd name="T89" fmla="*/ 26 h 34"/>
                  <a:gd name="T90" fmla="*/ 14 w 40"/>
                  <a:gd name="T91" fmla="*/ 26 h 34"/>
                  <a:gd name="T92" fmla="*/ 22 w 40"/>
                  <a:gd name="T93" fmla="*/ 26 h 34"/>
                  <a:gd name="T94" fmla="*/ 22 w 40"/>
                  <a:gd name="T95" fmla="*/ 26 h 34"/>
                  <a:gd name="T96" fmla="*/ 26 w 40"/>
                  <a:gd name="T97" fmla="*/ 26 h 34"/>
                  <a:gd name="T98" fmla="*/ 26 w 40"/>
                  <a:gd name="T99" fmla="*/ 26 h 34"/>
                  <a:gd name="T100" fmla="*/ 30 w 40"/>
                  <a:gd name="T101" fmla="*/ 26 h 34"/>
                  <a:gd name="T102" fmla="*/ 30 w 40"/>
                  <a:gd name="T103" fmla="*/ 22 h 34"/>
                  <a:gd name="T104" fmla="*/ 30 w 40"/>
                  <a:gd name="T105" fmla="*/ 22 h 34"/>
                  <a:gd name="T106" fmla="*/ 26 w 40"/>
                  <a:gd name="T107" fmla="*/ 20 h 34"/>
                  <a:gd name="T108" fmla="*/ 26 w 40"/>
                  <a:gd name="T109" fmla="*/ 16 h 34"/>
                  <a:gd name="T110" fmla="*/ 22 w 40"/>
                  <a:gd name="T111" fmla="*/ 8 h 34"/>
                  <a:gd name="T112" fmla="*/ 22 w 40"/>
                  <a:gd name="T113" fmla="*/ 8 h 34"/>
                  <a:gd name="T114" fmla="*/ 18 w 40"/>
                  <a:gd name="T115" fmla="*/ 20 h 34"/>
                  <a:gd name="T116" fmla="*/ 18 w 40"/>
                  <a:gd name="T117" fmla="*/ 20 h 34"/>
                  <a:gd name="T118" fmla="*/ 22 w 40"/>
                  <a:gd name="T119" fmla="*/ 20 h 34"/>
                  <a:gd name="T120" fmla="*/ 26 w 40"/>
                  <a:gd name="T121" fmla="*/ 22 h 34"/>
                  <a:gd name="T122" fmla="*/ 26 w 40"/>
                  <a:gd name="T123" fmla="*/ 22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0" h="34">
                    <a:moveTo>
                      <a:pt x="26" y="0"/>
                    </a:moveTo>
                    <a:lnTo>
                      <a:pt x="26" y="0"/>
                    </a:lnTo>
                    <a:lnTo>
                      <a:pt x="22" y="0"/>
                    </a:lnTo>
                    <a:lnTo>
                      <a:pt x="22" y="0"/>
                    </a:lnTo>
                    <a:lnTo>
                      <a:pt x="22" y="0"/>
                    </a:lnTo>
                    <a:lnTo>
                      <a:pt x="22" y="0"/>
                    </a:lnTo>
                    <a:lnTo>
                      <a:pt x="22" y="0"/>
                    </a:lnTo>
                    <a:lnTo>
                      <a:pt x="22" y="0"/>
                    </a:lnTo>
                    <a:lnTo>
                      <a:pt x="22" y="0"/>
                    </a:lnTo>
                    <a:lnTo>
                      <a:pt x="26" y="0"/>
                    </a:lnTo>
                    <a:lnTo>
                      <a:pt x="26" y="0"/>
                    </a:lnTo>
                    <a:lnTo>
                      <a:pt x="26" y="0"/>
                    </a:lnTo>
                    <a:lnTo>
                      <a:pt x="26" y="0"/>
                    </a:lnTo>
                    <a:lnTo>
                      <a:pt x="26" y="0"/>
                    </a:lnTo>
                    <a:lnTo>
                      <a:pt x="26" y="0"/>
                    </a:lnTo>
                    <a:lnTo>
                      <a:pt x="26" y="0"/>
                    </a:lnTo>
                    <a:lnTo>
                      <a:pt x="26" y="0"/>
                    </a:lnTo>
                    <a:lnTo>
                      <a:pt x="26" y="0"/>
                    </a:lnTo>
                    <a:close/>
                    <a:moveTo>
                      <a:pt x="22" y="8"/>
                    </a:moveTo>
                    <a:lnTo>
                      <a:pt x="18" y="8"/>
                    </a:lnTo>
                    <a:lnTo>
                      <a:pt x="18" y="8"/>
                    </a:lnTo>
                    <a:lnTo>
                      <a:pt x="18" y="8"/>
                    </a:lnTo>
                    <a:lnTo>
                      <a:pt x="14" y="8"/>
                    </a:lnTo>
                    <a:lnTo>
                      <a:pt x="14" y="8"/>
                    </a:lnTo>
                    <a:lnTo>
                      <a:pt x="14" y="8"/>
                    </a:lnTo>
                    <a:lnTo>
                      <a:pt x="14" y="4"/>
                    </a:lnTo>
                    <a:lnTo>
                      <a:pt x="14" y="4"/>
                    </a:lnTo>
                    <a:lnTo>
                      <a:pt x="14" y="4"/>
                    </a:lnTo>
                    <a:lnTo>
                      <a:pt x="14" y="4"/>
                    </a:lnTo>
                    <a:lnTo>
                      <a:pt x="14" y="4"/>
                    </a:lnTo>
                    <a:lnTo>
                      <a:pt x="14" y="4"/>
                    </a:lnTo>
                    <a:lnTo>
                      <a:pt x="14" y="4"/>
                    </a:lnTo>
                    <a:lnTo>
                      <a:pt x="18" y="4"/>
                    </a:lnTo>
                    <a:lnTo>
                      <a:pt x="18" y="4"/>
                    </a:lnTo>
                    <a:lnTo>
                      <a:pt x="18" y="4"/>
                    </a:lnTo>
                    <a:lnTo>
                      <a:pt x="18" y="4"/>
                    </a:lnTo>
                    <a:lnTo>
                      <a:pt x="18" y="4"/>
                    </a:lnTo>
                    <a:lnTo>
                      <a:pt x="18" y="0"/>
                    </a:lnTo>
                    <a:lnTo>
                      <a:pt x="18" y="0"/>
                    </a:lnTo>
                    <a:lnTo>
                      <a:pt x="22" y="0"/>
                    </a:lnTo>
                    <a:lnTo>
                      <a:pt x="22" y="0"/>
                    </a:lnTo>
                    <a:lnTo>
                      <a:pt x="22" y="0"/>
                    </a:lnTo>
                    <a:lnTo>
                      <a:pt x="26" y="0"/>
                    </a:lnTo>
                    <a:lnTo>
                      <a:pt x="26" y="0"/>
                    </a:lnTo>
                    <a:lnTo>
                      <a:pt x="26" y="0"/>
                    </a:lnTo>
                    <a:lnTo>
                      <a:pt x="26" y="0"/>
                    </a:lnTo>
                    <a:lnTo>
                      <a:pt x="26" y="0"/>
                    </a:lnTo>
                    <a:lnTo>
                      <a:pt x="26" y="0"/>
                    </a:lnTo>
                    <a:lnTo>
                      <a:pt x="30" y="0"/>
                    </a:lnTo>
                    <a:lnTo>
                      <a:pt x="30" y="4"/>
                    </a:lnTo>
                    <a:lnTo>
                      <a:pt x="30" y="4"/>
                    </a:lnTo>
                    <a:lnTo>
                      <a:pt x="34" y="4"/>
                    </a:lnTo>
                    <a:lnTo>
                      <a:pt x="34" y="4"/>
                    </a:lnTo>
                    <a:lnTo>
                      <a:pt x="34" y="4"/>
                    </a:lnTo>
                    <a:lnTo>
                      <a:pt x="34" y="4"/>
                    </a:lnTo>
                    <a:lnTo>
                      <a:pt x="34" y="4"/>
                    </a:lnTo>
                    <a:lnTo>
                      <a:pt x="38" y="4"/>
                    </a:lnTo>
                    <a:lnTo>
                      <a:pt x="38" y="4"/>
                    </a:lnTo>
                    <a:lnTo>
                      <a:pt x="38" y="4"/>
                    </a:lnTo>
                    <a:lnTo>
                      <a:pt x="40" y="4"/>
                    </a:lnTo>
                    <a:lnTo>
                      <a:pt x="40" y="4"/>
                    </a:lnTo>
                    <a:lnTo>
                      <a:pt x="40" y="4"/>
                    </a:lnTo>
                    <a:lnTo>
                      <a:pt x="40" y="4"/>
                    </a:lnTo>
                    <a:lnTo>
                      <a:pt x="40" y="8"/>
                    </a:lnTo>
                    <a:lnTo>
                      <a:pt x="40" y="8"/>
                    </a:lnTo>
                    <a:lnTo>
                      <a:pt x="40" y="8"/>
                    </a:lnTo>
                    <a:lnTo>
                      <a:pt x="40" y="8"/>
                    </a:lnTo>
                    <a:lnTo>
                      <a:pt x="40" y="8"/>
                    </a:lnTo>
                    <a:lnTo>
                      <a:pt x="40" y="8"/>
                    </a:lnTo>
                    <a:lnTo>
                      <a:pt x="40" y="8"/>
                    </a:lnTo>
                    <a:lnTo>
                      <a:pt x="40" y="8"/>
                    </a:lnTo>
                    <a:lnTo>
                      <a:pt x="40" y="8"/>
                    </a:lnTo>
                    <a:lnTo>
                      <a:pt x="40" y="8"/>
                    </a:lnTo>
                    <a:lnTo>
                      <a:pt x="40" y="12"/>
                    </a:lnTo>
                    <a:lnTo>
                      <a:pt x="40" y="12"/>
                    </a:lnTo>
                    <a:lnTo>
                      <a:pt x="40" y="12"/>
                    </a:lnTo>
                    <a:lnTo>
                      <a:pt x="40" y="12"/>
                    </a:lnTo>
                    <a:lnTo>
                      <a:pt x="40" y="16"/>
                    </a:lnTo>
                    <a:lnTo>
                      <a:pt x="40" y="16"/>
                    </a:lnTo>
                    <a:lnTo>
                      <a:pt x="40" y="16"/>
                    </a:lnTo>
                    <a:lnTo>
                      <a:pt x="40" y="16"/>
                    </a:lnTo>
                    <a:lnTo>
                      <a:pt x="40" y="16"/>
                    </a:lnTo>
                    <a:lnTo>
                      <a:pt x="40" y="16"/>
                    </a:lnTo>
                    <a:lnTo>
                      <a:pt x="40" y="16"/>
                    </a:lnTo>
                    <a:lnTo>
                      <a:pt x="40" y="16"/>
                    </a:lnTo>
                    <a:lnTo>
                      <a:pt x="40" y="16"/>
                    </a:lnTo>
                    <a:lnTo>
                      <a:pt x="40" y="20"/>
                    </a:lnTo>
                    <a:lnTo>
                      <a:pt x="40" y="20"/>
                    </a:lnTo>
                    <a:lnTo>
                      <a:pt x="40" y="20"/>
                    </a:lnTo>
                    <a:lnTo>
                      <a:pt x="40" y="22"/>
                    </a:lnTo>
                    <a:lnTo>
                      <a:pt x="40" y="22"/>
                    </a:lnTo>
                    <a:lnTo>
                      <a:pt x="40" y="22"/>
                    </a:lnTo>
                    <a:lnTo>
                      <a:pt x="40" y="22"/>
                    </a:lnTo>
                    <a:lnTo>
                      <a:pt x="40" y="22"/>
                    </a:lnTo>
                    <a:lnTo>
                      <a:pt x="40" y="22"/>
                    </a:lnTo>
                    <a:lnTo>
                      <a:pt x="40" y="22"/>
                    </a:lnTo>
                    <a:lnTo>
                      <a:pt x="40" y="22"/>
                    </a:lnTo>
                    <a:lnTo>
                      <a:pt x="40" y="22"/>
                    </a:lnTo>
                    <a:lnTo>
                      <a:pt x="40" y="22"/>
                    </a:lnTo>
                    <a:lnTo>
                      <a:pt x="38" y="22"/>
                    </a:lnTo>
                    <a:lnTo>
                      <a:pt x="38" y="22"/>
                    </a:lnTo>
                    <a:lnTo>
                      <a:pt x="38" y="22"/>
                    </a:lnTo>
                    <a:lnTo>
                      <a:pt x="38" y="26"/>
                    </a:lnTo>
                    <a:lnTo>
                      <a:pt x="38" y="22"/>
                    </a:lnTo>
                    <a:lnTo>
                      <a:pt x="38" y="22"/>
                    </a:lnTo>
                    <a:lnTo>
                      <a:pt x="38" y="22"/>
                    </a:lnTo>
                    <a:lnTo>
                      <a:pt x="38" y="22"/>
                    </a:lnTo>
                    <a:lnTo>
                      <a:pt x="38" y="26"/>
                    </a:lnTo>
                    <a:lnTo>
                      <a:pt x="38" y="26"/>
                    </a:lnTo>
                    <a:lnTo>
                      <a:pt x="38" y="26"/>
                    </a:lnTo>
                    <a:lnTo>
                      <a:pt x="38" y="26"/>
                    </a:lnTo>
                    <a:lnTo>
                      <a:pt x="38" y="26"/>
                    </a:lnTo>
                    <a:lnTo>
                      <a:pt x="38" y="26"/>
                    </a:lnTo>
                    <a:lnTo>
                      <a:pt x="38" y="26"/>
                    </a:lnTo>
                    <a:lnTo>
                      <a:pt x="38" y="26"/>
                    </a:lnTo>
                    <a:lnTo>
                      <a:pt x="38" y="30"/>
                    </a:lnTo>
                    <a:lnTo>
                      <a:pt x="40" y="30"/>
                    </a:lnTo>
                    <a:lnTo>
                      <a:pt x="40" y="30"/>
                    </a:lnTo>
                    <a:lnTo>
                      <a:pt x="40" y="30"/>
                    </a:lnTo>
                    <a:lnTo>
                      <a:pt x="40" y="30"/>
                    </a:lnTo>
                    <a:lnTo>
                      <a:pt x="40" y="30"/>
                    </a:lnTo>
                    <a:lnTo>
                      <a:pt x="40" y="30"/>
                    </a:lnTo>
                    <a:lnTo>
                      <a:pt x="40" y="30"/>
                    </a:lnTo>
                    <a:lnTo>
                      <a:pt x="40" y="34"/>
                    </a:lnTo>
                    <a:lnTo>
                      <a:pt x="40" y="34"/>
                    </a:lnTo>
                    <a:lnTo>
                      <a:pt x="40" y="34"/>
                    </a:lnTo>
                    <a:lnTo>
                      <a:pt x="40" y="34"/>
                    </a:lnTo>
                    <a:lnTo>
                      <a:pt x="40" y="34"/>
                    </a:lnTo>
                    <a:lnTo>
                      <a:pt x="40" y="34"/>
                    </a:lnTo>
                    <a:lnTo>
                      <a:pt x="38" y="34"/>
                    </a:lnTo>
                    <a:lnTo>
                      <a:pt x="38" y="34"/>
                    </a:lnTo>
                    <a:lnTo>
                      <a:pt x="38" y="34"/>
                    </a:lnTo>
                    <a:lnTo>
                      <a:pt x="38" y="34"/>
                    </a:lnTo>
                    <a:lnTo>
                      <a:pt x="38" y="30"/>
                    </a:lnTo>
                    <a:lnTo>
                      <a:pt x="34" y="30"/>
                    </a:lnTo>
                    <a:lnTo>
                      <a:pt x="34" y="30"/>
                    </a:lnTo>
                    <a:lnTo>
                      <a:pt x="34" y="30"/>
                    </a:lnTo>
                    <a:lnTo>
                      <a:pt x="34" y="30"/>
                    </a:lnTo>
                    <a:lnTo>
                      <a:pt x="34" y="30"/>
                    </a:lnTo>
                    <a:lnTo>
                      <a:pt x="34" y="30"/>
                    </a:lnTo>
                    <a:lnTo>
                      <a:pt x="34" y="30"/>
                    </a:lnTo>
                    <a:lnTo>
                      <a:pt x="30" y="30"/>
                    </a:lnTo>
                    <a:lnTo>
                      <a:pt x="30" y="30"/>
                    </a:lnTo>
                    <a:lnTo>
                      <a:pt x="30" y="30"/>
                    </a:lnTo>
                    <a:lnTo>
                      <a:pt x="30" y="34"/>
                    </a:lnTo>
                    <a:lnTo>
                      <a:pt x="26" y="34"/>
                    </a:lnTo>
                    <a:lnTo>
                      <a:pt x="26" y="34"/>
                    </a:lnTo>
                    <a:lnTo>
                      <a:pt x="26" y="34"/>
                    </a:lnTo>
                    <a:lnTo>
                      <a:pt x="26" y="34"/>
                    </a:lnTo>
                    <a:lnTo>
                      <a:pt x="26" y="34"/>
                    </a:lnTo>
                    <a:lnTo>
                      <a:pt x="26" y="34"/>
                    </a:lnTo>
                    <a:lnTo>
                      <a:pt x="26" y="34"/>
                    </a:lnTo>
                    <a:lnTo>
                      <a:pt x="26" y="34"/>
                    </a:lnTo>
                    <a:lnTo>
                      <a:pt x="26" y="34"/>
                    </a:lnTo>
                    <a:lnTo>
                      <a:pt x="22" y="34"/>
                    </a:lnTo>
                    <a:lnTo>
                      <a:pt x="22" y="34"/>
                    </a:lnTo>
                    <a:lnTo>
                      <a:pt x="22" y="34"/>
                    </a:lnTo>
                    <a:lnTo>
                      <a:pt x="22" y="34"/>
                    </a:lnTo>
                    <a:lnTo>
                      <a:pt x="18" y="30"/>
                    </a:lnTo>
                    <a:lnTo>
                      <a:pt x="18" y="30"/>
                    </a:lnTo>
                    <a:lnTo>
                      <a:pt x="18" y="30"/>
                    </a:lnTo>
                    <a:lnTo>
                      <a:pt x="18" y="30"/>
                    </a:lnTo>
                    <a:lnTo>
                      <a:pt x="14" y="30"/>
                    </a:lnTo>
                    <a:lnTo>
                      <a:pt x="14" y="30"/>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10" y="34"/>
                    </a:lnTo>
                    <a:lnTo>
                      <a:pt x="8" y="34"/>
                    </a:lnTo>
                    <a:lnTo>
                      <a:pt x="8" y="34"/>
                    </a:lnTo>
                    <a:lnTo>
                      <a:pt x="8" y="34"/>
                    </a:lnTo>
                    <a:lnTo>
                      <a:pt x="8" y="30"/>
                    </a:lnTo>
                    <a:lnTo>
                      <a:pt x="8" y="30"/>
                    </a:lnTo>
                    <a:lnTo>
                      <a:pt x="4" y="30"/>
                    </a:lnTo>
                    <a:lnTo>
                      <a:pt x="4" y="30"/>
                    </a:lnTo>
                    <a:lnTo>
                      <a:pt x="4" y="30"/>
                    </a:lnTo>
                    <a:lnTo>
                      <a:pt x="4" y="30"/>
                    </a:lnTo>
                    <a:lnTo>
                      <a:pt x="4" y="30"/>
                    </a:lnTo>
                    <a:lnTo>
                      <a:pt x="4" y="30"/>
                    </a:lnTo>
                    <a:lnTo>
                      <a:pt x="4" y="30"/>
                    </a:lnTo>
                    <a:lnTo>
                      <a:pt x="4" y="30"/>
                    </a:lnTo>
                    <a:lnTo>
                      <a:pt x="0" y="30"/>
                    </a:lnTo>
                    <a:lnTo>
                      <a:pt x="0" y="30"/>
                    </a:lnTo>
                    <a:lnTo>
                      <a:pt x="0" y="26"/>
                    </a:lnTo>
                    <a:lnTo>
                      <a:pt x="4" y="22"/>
                    </a:lnTo>
                    <a:lnTo>
                      <a:pt x="4" y="22"/>
                    </a:lnTo>
                    <a:lnTo>
                      <a:pt x="4" y="22"/>
                    </a:lnTo>
                    <a:lnTo>
                      <a:pt x="4" y="22"/>
                    </a:lnTo>
                    <a:lnTo>
                      <a:pt x="8" y="22"/>
                    </a:lnTo>
                    <a:lnTo>
                      <a:pt x="8" y="22"/>
                    </a:lnTo>
                    <a:lnTo>
                      <a:pt x="8" y="22"/>
                    </a:lnTo>
                    <a:lnTo>
                      <a:pt x="8" y="22"/>
                    </a:lnTo>
                    <a:lnTo>
                      <a:pt x="8" y="26"/>
                    </a:lnTo>
                    <a:lnTo>
                      <a:pt x="8" y="26"/>
                    </a:lnTo>
                    <a:lnTo>
                      <a:pt x="8" y="26"/>
                    </a:lnTo>
                    <a:lnTo>
                      <a:pt x="10" y="26"/>
                    </a:lnTo>
                    <a:lnTo>
                      <a:pt x="10" y="26"/>
                    </a:lnTo>
                    <a:lnTo>
                      <a:pt x="10" y="26"/>
                    </a:lnTo>
                    <a:lnTo>
                      <a:pt x="10" y="26"/>
                    </a:lnTo>
                    <a:lnTo>
                      <a:pt x="10" y="26"/>
                    </a:lnTo>
                    <a:lnTo>
                      <a:pt x="10" y="26"/>
                    </a:lnTo>
                    <a:lnTo>
                      <a:pt x="14" y="26"/>
                    </a:lnTo>
                    <a:lnTo>
                      <a:pt x="14" y="26"/>
                    </a:lnTo>
                    <a:lnTo>
                      <a:pt x="14" y="26"/>
                    </a:lnTo>
                    <a:lnTo>
                      <a:pt x="14" y="26"/>
                    </a:lnTo>
                    <a:lnTo>
                      <a:pt x="14" y="26"/>
                    </a:lnTo>
                    <a:lnTo>
                      <a:pt x="10" y="26"/>
                    </a:lnTo>
                    <a:lnTo>
                      <a:pt x="10" y="26"/>
                    </a:lnTo>
                    <a:lnTo>
                      <a:pt x="10" y="26"/>
                    </a:lnTo>
                    <a:lnTo>
                      <a:pt x="10" y="26"/>
                    </a:lnTo>
                    <a:lnTo>
                      <a:pt x="10" y="26"/>
                    </a:lnTo>
                    <a:lnTo>
                      <a:pt x="14" y="26"/>
                    </a:lnTo>
                    <a:lnTo>
                      <a:pt x="14" y="26"/>
                    </a:lnTo>
                    <a:lnTo>
                      <a:pt x="14" y="26"/>
                    </a:lnTo>
                    <a:lnTo>
                      <a:pt x="14" y="26"/>
                    </a:lnTo>
                    <a:lnTo>
                      <a:pt x="14" y="26"/>
                    </a:lnTo>
                    <a:lnTo>
                      <a:pt x="14" y="26"/>
                    </a:lnTo>
                    <a:lnTo>
                      <a:pt x="18" y="26"/>
                    </a:lnTo>
                    <a:lnTo>
                      <a:pt x="18" y="26"/>
                    </a:lnTo>
                    <a:lnTo>
                      <a:pt x="18" y="26"/>
                    </a:lnTo>
                    <a:lnTo>
                      <a:pt x="22" y="26"/>
                    </a:lnTo>
                    <a:lnTo>
                      <a:pt x="22" y="26"/>
                    </a:lnTo>
                    <a:lnTo>
                      <a:pt x="22" y="26"/>
                    </a:lnTo>
                    <a:lnTo>
                      <a:pt x="22" y="26"/>
                    </a:lnTo>
                    <a:lnTo>
                      <a:pt x="22" y="26"/>
                    </a:lnTo>
                    <a:lnTo>
                      <a:pt x="22" y="26"/>
                    </a:lnTo>
                    <a:lnTo>
                      <a:pt x="22" y="26"/>
                    </a:lnTo>
                    <a:lnTo>
                      <a:pt x="26" y="26"/>
                    </a:lnTo>
                    <a:lnTo>
                      <a:pt x="26" y="26"/>
                    </a:lnTo>
                    <a:lnTo>
                      <a:pt x="26" y="26"/>
                    </a:lnTo>
                    <a:lnTo>
                      <a:pt x="26" y="26"/>
                    </a:lnTo>
                    <a:lnTo>
                      <a:pt x="26" y="26"/>
                    </a:lnTo>
                    <a:lnTo>
                      <a:pt x="26" y="26"/>
                    </a:lnTo>
                    <a:lnTo>
                      <a:pt x="26" y="26"/>
                    </a:lnTo>
                    <a:lnTo>
                      <a:pt x="26" y="26"/>
                    </a:lnTo>
                    <a:lnTo>
                      <a:pt x="26" y="26"/>
                    </a:lnTo>
                    <a:lnTo>
                      <a:pt x="30" y="26"/>
                    </a:lnTo>
                    <a:lnTo>
                      <a:pt x="30" y="26"/>
                    </a:lnTo>
                    <a:lnTo>
                      <a:pt x="30" y="26"/>
                    </a:lnTo>
                    <a:lnTo>
                      <a:pt x="30" y="26"/>
                    </a:lnTo>
                    <a:lnTo>
                      <a:pt x="30" y="26"/>
                    </a:lnTo>
                    <a:lnTo>
                      <a:pt x="30" y="26"/>
                    </a:lnTo>
                    <a:lnTo>
                      <a:pt x="30" y="26"/>
                    </a:lnTo>
                    <a:lnTo>
                      <a:pt x="34" y="22"/>
                    </a:lnTo>
                    <a:lnTo>
                      <a:pt x="34" y="22"/>
                    </a:lnTo>
                    <a:lnTo>
                      <a:pt x="30" y="22"/>
                    </a:lnTo>
                    <a:lnTo>
                      <a:pt x="30" y="22"/>
                    </a:lnTo>
                    <a:lnTo>
                      <a:pt x="30" y="22"/>
                    </a:lnTo>
                    <a:lnTo>
                      <a:pt x="30" y="22"/>
                    </a:lnTo>
                    <a:lnTo>
                      <a:pt x="30" y="22"/>
                    </a:lnTo>
                    <a:lnTo>
                      <a:pt x="30" y="22"/>
                    </a:lnTo>
                    <a:lnTo>
                      <a:pt x="30" y="22"/>
                    </a:lnTo>
                    <a:lnTo>
                      <a:pt x="30" y="22"/>
                    </a:lnTo>
                    <a:lnTo>
                      <a:pt x="30" y="20"/>
                    </a:lnTo>
                    <a:lnTo>
                      <a:pt x="26" y="20"/>
                    </a:lnTo>
                    <a:lnTo>
                      <a:pt x="26" y="20"/>
                    </a:lnTo>
                    <a:lnTo>
                      <a:pt x="26" y="20"/>
                    </a:lnTo>
                    <a:lnTo>
                      <a:pt x="26" y="20"/>
                    </a:lnTo>
                    <a:lnTo>
                      <a:pt x="26" y="20"/>
                    </a:lnTo>
                    <a:lnTo>
                      <a:pt x="26" y="20"/>
                    </a:lnTo>
                    <a:lnTo>
                      <a:pt x="26" y="16"/>
                    </a:lnTo>
                    <a:lnTo>
                      <a:pt x="26" y="16"/>
                    </a:lnTo>
                    <a:lnTo>
                      <a:pt x="26" y="12"/>
                    </a:lnTo>
                    <a:lnTo>
                      <a:pt x="26" y="12"/>
                    </a:lnTo>
                    <a:lnTo>
                      <a:pt x="26" y="12"/>
                    </a:lnTo>
                    <a:lnTo>
                      <a:pt x="22" y="8"/>
                    </a:lnTo>
                    <a:lnTo>
                      <a:pt x="22" y="8"/>
                    </a:lnTo>
                    <a:lnTo>
                      <a:pt x="22" y="8"/>
                    </a:lnTo>
                    <a:lnTo>
                      <a:pt x="22" y="8"/>
                    </a:lnTo>
                    <a:lnTo>
                      <a:pt x="22" y="8"/>
                    </a:lnTo>
                    <a:lnTo>
                      <a:pt x="22" y="8"/>
                    </a:lnTo>
                    <a:close/>
                    <a:moveTo>
                      <a:pt x="26" y="22"/>
                    </a:moveTo>
                    <a:lnTo>
                      <a:pt x="26" y="22"/>
                    </a:lnTo>
                    <a:lnTo>
                      <a:pt x="22" y="22"/>
                    </a:lnTo>
                    <a:lnTo>
                      <a:pt x="22" y="22"/>
                    </a:lnTo>
                    <a:lnTo>
                      <a:pt x="18" y="20"/>
                    </a:lnTo>
                    <a:lnTo>
                      <a:pt x="18" y="20"/>
                    </a:lnTo>
                    <a:lnTo>
                      <a:pt x="18" y="20"/>
                    </a:lnTo>
                    <a:lnTo>
                      <a:pt x="18" y="20"/>
                    </a:lnTo>
                    <a:lnTo>
                      <a:pt x="18" y="20"/>
                    </a:lnTo>
                    <a:lnTo>
                      <a:pt x="18" y="20"/>
                    </a:lnTo>
                    <a:lnTo>
                      <a:pt x="18" y="20"/>
                    </a:lnTo>
                    <a:lnTo>
                      <a:pt x="18" y="20"/>
                    </a:lnTo>
                    <a:lnTo>
                      <a:pt x="18" y="20"/>
                    </a:lnTo>
                    <a:lnTo>
                      <a:pt x="18" y="20"/>
                    </a:lnTo>
                    <a:lnTo>
                      <a:pt x="22" y="20"/>
                    </a:lnTo>
                    <a:lnTo>
                      <a:pt x="22" y="20"/>
                    </a:lnTo>
                    <a:lnTo>
                      <a:pt x="26" y="20"/>
                    </a:lnTo>
                    <a:lnTo>
                      <a:pt x="26" y="20"/>
                    </a:lnTo>
                    <a:lnTo>
                      <a:pt x="26" y="22"/>
                    </a:lnTo>
                    <a:lnTo>
                      <a:pt x="26" y="22"/>
                    </a:lnTo>
                    <a:lnTo>
                      <a:pt x="26" y="22"/>
                    </a:lnTo>
                    <a:lnTo>
                      <a:pt x="26" y="22"/>
                    </a:lnTo>
                    <a:lnTo>
                      <a:pt x="26" y="22"/>
                    </a:lnTo>
                    <a:lnTo>
                      <a:pt x="26" y="22"/>
                    </a:lnTo>
                    <a:lnTo>
                      <a:pt x="26" y="22"/>
                    </a:lnTo>
                    <a:lnTo>
                      <a:pt x="2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2" name="Freeform 76"/>
              <p:cNvSpPr>
                <a:spLocks noEditPoints="1"/>
              </p:cNvSpPr>
              <p:nvPr/>
            </p:nvSpPr>
            <p:spPr bwMode="gray">
              <a:xfrm>
                <a:off x="2604994" y="4029232"/>
                <a:ext cx="153055" cy="104356"/>
              </a:xfrm>
              <a:custGeom>
                <a:avLst/>
                <a:gdLst>
                  <a:gd name="T0" fmla="*/ 36 w 88"/>
                  <a:gd name="T1" fmla="*/ 52 h 60"/>
                  <a:gd name="T2" fmla="*/ 32 w 88"/>
                  <a:gd name="T3" fmla="*/ 56 h 60"/>
                  <a:gd name="T4" fmla="*/ 32 w 88"/>
                  <a:gd name="T5" fmla="*/ 60 h 60"/>
                  <a:gd name="T6" fmla="*/ 24 w 88"/>
                  <a:gd name="T7" fmla="*/ 56 h 60"/>
                  <a:gd name="T8" fmla="*/ 24 w 88"/>
                  <a:gd name="T9" fmla="*/ 52 h 60"/>
                  <a:gd name="T10" fmla="*/ 24 w 88"/>
                  <a:gd name="T11" fmla="*/ 52 h 60"/>
                  <a:gd name="T12" fmla="*/ 20 w 88"/>
                  <a:gd name="T13" fmla="*/ 52 h 60"/>
                  <a:gd name="T14" fmla="*/ 20 w 88"/>
                  <a:gd name="T15" fmla="*/ 52 h 60"/>
                  <a:gd name="T16" fmla="*/ 20 w 88"/>
                  <a:gd name="T17" fmla="*/ 46 h 60"/>
                  <a:gd name="T18" fmla="*/ 16 w 88"/>
                  <a:gd name="T19" fmla="*/ 46 h 60"/>
                  <a:gd name="T20" fmla="*/ 16 w 88"/>
                  <a:gd name="T21" fmla="*/ 42 h 60"/>
                  <a:gd name="T22" fmla="*/ 14 w 88"/>
                  <a:gd name="T23" fmla="*/ 46 h 60"/>
                  <a:gd name="T24" fmla="*/ 10 w 88"/>
                  <a:gd name="T25" fmla="*/ 46 h 60"/>
                  <a:gd name="T26" fmla="*/ 10 w 88"/>
                  <a:gd name="T27" fmla="*/ 42 h 60"/>
                  <a:gd name="T28" fmla="*/ 6 w 88"/>
                  <a:gd name="T29" fmla="*/ 42 h 60"/>
                  <a:gd name="T30" fmla="*/ 6 w 88"/>
                  <a:gd name="T31" fmla="*/ 38 h 60"/>
                  <a:gd name="T32" fmla="*/ 4 w 88"/>
                  <a:gd name="T33" fmla="*/ 38 h 60"/>
                  <a:gd name="T34" fmla="*/ 0 w 88"/>
                  <a:gd name="T35" fmla="*/ 34 h 60"/>
                  <a:gd name="T36" fmla="*/ 4 w 88"/>
                  <a:gd name="T37" fmla="*/ 30 h 60"/>
                  <a:gd name="T38" fmla="*/ 4 w 88"/>
                  <a:gd name="T39" fmla="*/ 26 h 60"/>
                  <a:gd name="T40" fmla="*/ 4 w 88"/>
                  <a:gd name="T41" fmla="*/ 22 h 60"/>
                  <a:gd name="T42" fmla="*/ 10 w 88"/>
                  <a:gd name="T43" fmla="*/ 16 h 60"/>
                  <a:gd name="T44" fmla="*/ 14 w 88"/>
                  <a:gd name="T45" fmla="*/ 12 h 60"/>
                  <a:gd name="T46" fmla="*/ 16 w 88"/>
                  <a:gd name="T47" fmla="*/ 8 h 60"/>
                  <a:gd name="T48" fmla="*/ 20 w 88"/>
                  <a:gd name="T49" fmla="*/ 8 h 60"/>
                  <a:gd name="T50" fmla="*/ 28 w 88"/>
                  <a:gd name="T51" fmla="*/ 8 h 60"/>
                  <a:gd name="T52" fmla="*/ 36 w 88"/>
                  <a:gd name="T53" fmla="*/ 12 h 60"/>
                  <a:gd name="T54" fmla="*/ 40 w 88"/>
                  <a:gd name="T55" fmla="*/ 12 h 60"/>
                  <a:gd name="T56" fmla="*/ 42 w 88"/>
                  <a:gd name="T57" fmla="*/ 8 h 60"/>
                  <a:gd name="T58" fmla="*/ 46 w 88"/>
                  <a:gd name="T59" fmla="*/ 8 h 60"/>
                  <a:gd name="T60" fmla="*/ 46 w 88"/>
                  <a:gd name="T61" fmla="*/ 8 h 60"/>
                  <a:gd name="T62" fmla="*/ 50 w 88"/>
                  <a:gd name="T63" fmla="*/ 8 h 60"/>
                  <a:gd name="T64" fmla="*/ 58 w 88"/>
                  <a:gd name="T65" fmla="*/ 8 h 60"/>
                  <a:gd name="T66" fmla="*/ 66 w 88"/>
                  <a:gd name="T67" fmla="*/ 8 h 60"/>
                  <a:gd name="T68" fmla="*/ 66 w 88"/>
                  <a:gd name="T69" fmla="*/ 8 h 60"/>
                  <a:gd name="T70" fmla="*/ 76 w 88"/>
                  <a:gd name="T71" fmla="*/ 16 h 60"/>
                  <a:gd name="T72" fmla="*/ 72 w 88"/>
                  <a:gd name="T73" fmla="*/ 18 h 60"/>
                  <a:gd name="T74" fmla="*/ 72 w 88"/>
                  <a:gd name="T75" fmla="*/ 18 h 60"/>
                  <a:gd name="T76" fmla="*/ 76 w 88"/>
                  <a:gd name="T77" fmla="*/ 18 h 60"/>
                  <a:gd name="T78" fmla="*/ 80 w 88"/>
                  <a:gd name="T79" fmla="*/ 18 h 60"/>
                  <a:gd name="T80" fmla="*/ 80 w 88"/>
                  <a:gd name="T81" fmla="*/ 22 h 60"/>
                  <a:gd name="T82" fmla="*/ 80 w 88"/>
                  <a:gd name="T83" fmla="*/ 18 h 60"/>
                  <a:gd name="T84" fmla="*/ 84 w 88"/>
                  <a:gd name="T85" fmla="*/ 18 h 60"/>
                  <a:gd name="T86" fmla="*/ 84 w 88"/>
                  <a:gd name="T87" fmla="*/ 22 h 60"/>
                  <a:gd name="T88" fmla="*/ 84 w 88"/>
                  <a:gd name="T89" fmla="*/ 22 h 60"/>
                  <a:gd name="T90" fmla="*/ 76 w 88"/>
                  <a:gd name="T91" fmla="*/ 26 h 60"/>
                  <a:gd name="T92" fmla="*/ 66 w 88"/>
                  <a:gd name="T93" fmla="*/ 30 h 60"/>
                  <a:gd name="T94" fmla="*/ 58 w 88"/>
                  <a:gd name="T95" fmla="*/ 30 h 60"/>
                  <a:gd name="T96" fmla="*/ 58 w 88"/>
                  <a:gd name="T97" fmla="*/ 34 h 60"/>
                  <a:gd name="T98" fmla="*/ 58 w 88"/>
                  <a:gd name="T99" fmla="*/ 38 h 60"/>
                  <a:gd name="T100" fmla="*/ 54 w 88"/>
                  <a:gd name="T101" fmla="*/ 38 h 60"/>
                  <a:gd name="T102" fmla="*/ 50 w 88"/>
                  <a:gd name="T103" fmla="*/ 46 h 60"/>
                  <a:gd name="T104" fmla="*/ 46 w 88"/>
                  <a:gd name="T105" fmla="*/ 42 h 60"/>
                  <a:gd name="T106" fmla="*/ 42 w 88"/>
                  <a:gd name="T107" fmla="*/ 42 h 60"/>
                  <a:gd name="T108" fmla="*/ 36 w 88"/>
                  <a:gd name="T109" fmla="*/ 46 h 60"/>
                  <a:gd name="T110" fmla="*/ 36 w 88"/>
                  <a:gd name="T111" fmla="*/ 0 h 60"/>
                  <a:gd name="T112" fmla="*/ 40 w 88"/>
                  <a:gd name="T113" fmla="*/ 0 h 60"/>
                  <a:gd name="T114" fmla="*/ 40 w 88"/>
                  <a:gd name="T115" fmla="*/ 0 h 60"/>
                  <a:gd name="T116" fmla="*/ 36 w 88"/>
                  <a:gd name="T117" fmla="*/ 0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8" h="60">
                    <a:moveTo>
                      <a:pt x="36" y="46"/>
                    </a:moveTo>
                    <a:lnTo>
                      <a:pt x="36" y="50"/>
                    </a:lnTo>
                    <a:lnTo>
                      <a:pt x="36" y="52"/>
                    </a:lnTo>
                    <a:lnTo>
                      <a:pt x="36" y="52"/>
                    </a:lnTo>
                    <a:lnTo>
                      <a:pt x="36" y="52"/>
                    </a:lnTo>
                    <a:lnTo>
                      <a:pt x="36" y="52"/>
                    </a:lnTo>
                    <a:lnTo>
                      <a:pt x="36" y="52"/>
                    </a:lnTo>
                    <a:lnTo>
                      <a:pt x="36" y="52"/>
                    </a:lnTo>
                    <a:lnTo>
                      <a:pt x="36" y="52"/>
                    </a:lnTo>
                    <a:lnTo>
                      <a:pt x="36" y="52"/>
                    </a:lnTo>
                    <a:lnTo>
                      <a:pt x="32" y="52"/>
                    </a:lnTo>
                    <a:lnTo>
                      <a:pt x="32" y="56"/>
                    </a:lnTo>
                    <a:lnTo>
                      <a:pt x="32" y="56"/>
                    </a:lnTo>
                    <a:lnTo>
                      <a:pt x="32" y="56"/>
                    </a:lnTo>
                    <a:lnTo>
                      <a:pt x="32" y="56"/>
                    </a:lnTo>
                    <a:lnTo>
                      <a:pt x="32" y="60"/>
                    </a:lnTo>
                    <a:lnTo>
                      <a:pt x="32" y="60"/>
                    </a:lnTo>
                    <a:lnTo>
                      <a:pt x="32" y="60"/>
                    </a:lnTo>
                    <a:lnTo>
                      <a:pt x="28" y="60"/>
                    </a:lnTo>
                    <a:lnTo>
                      <a:pt x="28" y="60"/>
                    </a:lnTo>
                    <a:lnTo>
                      <a:pt x="28" y="60"/>
                    </a:lnTo>
                    <a:lnTo>
                      <a:pt x="28" y="56"/>
                    </a:lnTo>
                    <a:lnTo>
                      <a:pt x="24" y="56"/>
                    </a:lnTo>
                    <a:lnTo>
                      <a:pt x="24" y="56"/>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4" y="52"/>
                    </a:lnTo>
                    <a:lnTo>
                      <a:pt x="20" y="52"/>
                    </a:lnTo>
                    <a:lnTo>
                      <a:pt x="20" y="52"/>
                    </a:lnTo>
                    <a:lnTo>
                      <a:pt x="20" y="52"/>
                    </a:lnTo>
                    <a:lnTo>
                      <a:pt x="20" y="52"/>
                    </a:lnTo>
                    <a:lnTo>
                      <a:pt x="20" y="52"/>
                    </a:lnTo>
                    <a:lnTo>
                      <a:pt x="20" y="52"/>
                    </a:lnTo>
                    <a:lnTo>
                      <a:pt x="20" y="52"/>
                    </a:lnTo>
                    <a:lnTo>
                      <a:pt x="20" y="52"/>
                    </a:lnTo>
                    <a:lnTo>
                      <a:pt x="20" y="52"/>
                    </a:lnTo>
                    <a:lnTo>
                      <a:pt x="20" y="52"/>
                    </a:lnTo>
                    <a:lnTo>
                      <a:pt x="20" y="50"/>
                    </a:lnTo>
                    <a:lnTo>
                      <a:pt x="20" y="50"/>
                    </a:lnTo>
                    <a:lnTo>
                      <a:pt x="20" y="50"/>
                    </a:lnTo>
                    <a:lnTo>
                      <a:pt x="20" y="50"/>
                    </a:lnTo>
                    <a:lnTo>
                      <a:pt x="20" y="50"/>
                    </a:lnTo>
                    <a:lnTo>
                      <a:pt x="20" y="46"/>
                    </a:lnTo>
                    <a:lnTo>
                      <a:pt x="20" y="46"/>
                    </a:lnTo>
                    <a:lnTo>
                      <a:pt x="20" y="46"/>
                    </a:lnTo>
                    <a:lnTo>
                      <a:pt x="20" y="46"/>
                    </a:lnTo>
                    <a:lnTo>
                      <a:pt x="20" y="46"/>
                    </a:lnTo>
                    <a:lnTo>
                      <a:pt x="20" y="46"/>
                    </a:lnTo>
                    <a:lnTo>
                      <a:pt x="16" y="46"/>
                    </a:lnTo>
                    <a:lnTo>
                      <a:pt x="16" y="46"/>
                    </a:lnTo>
                    <a:lnTo>
                      <a:pt x="16" y="46"/>
                    </a:lnTo>
                    <a:lnTo>
                      <a:pt x="16" y="46"/>
                    </a:lnTo>
                    <a:lnTo>
                      <a:pt x="16" y="46"/>
                    </a:lnTo>
                    <a:lnTo>
                      <a:pt x="16" y="42"/>
                    </a:lnTo>
                    <a:lnTo>
                      <a:pt x="16" y="42"/>
                    </a:lnTo>
                    <a:lnTo>
                      <a:pt x="16" y="42"/>
                    </a:lnTo>
                    <a:lnTo>
                      <a:pt x="14" y="42"/>
                    </a:lnTo>
                    <a:lnTo>
                      <a:pt x="14" y="42"/>
                    </a:lnTo>
                    <a:lnTo>
                      <a:pt x="14" y="42"/>
                    </a:lnTo>
                    <a:lnTo>
                      <a:pt x="14" y="42"/>
                    </a:lnTo>
                    <a:lnTo>
                      <a:pt x="14" y="46"/>
                    </a:lnTo>
                    <a:lnTo>
                      <a:pt x="14" y="46"/>
                    </a:lnTo>
                    <a:lnTo>
                      <a:pt x="14" y="46"/>
                    </a:lnTo>
                    <a:lnTo>
                      <a:pt x="14" y="46"/>
                    </a:lnTo>
                    <a:lnTo>
                      <a:pt x="14" y="46"/>
                    </a:lnTo>
                    <a:lnTo>
                      <a:pt x="10" y="46"/>
                    </a:lnTo>
                    <a:lnTo>
                      <a:pt x="10" y="46"/>
                    </a:lnTo>
                    <a:lnTo>
                      <a:pt x="10" y="46"/>
                    </a:lnTo>
                    <a:lnTo>
                      <a:pt x="10" y="42"/>
                    </a:lnTo>
                    <a:lnTo>
                      <a:pt x="10" y="42"/>
                    </a:lnTo>
                    <a:lnTo>
                      <a:pt x="10" y="42"/>
                    </a:lnTo>
                    <a:lnTo>
                      <a:pt x="10" y="42"/>
                    </a:lnTo>
                    <a:lnTo>
                      <a:pt x="10" y="42"/>
                    </a:lnTo>
                    <a:lnTo>
                      <a:pt x="6" y="42"/>
                    </a:lnTo>
                    <a:lnTo>
                      <a:pt x="6" y="42"/>
                    </a:lnTo>
                    <a:lnTo>
                      <a:pt x="6" y="42"/>
                    </a:lnTo>
                    <a:lnTo>
                      <a:pt x="6" y="38"/>
                    </a:lnTo>
                    <a:lnTo>
                      <a:pt x="6" y="38"/>
                    </a:lnTo>
                    <a:lnTo>
                      <a:pt x="6" y="42"/>
                    </a:lnTo>
                    <a:lnTo>
                      <a:pt x="6" y="42"/>
                    </a:lnTo>
                    <a:lnTo>
                      <a:pt x="6" y="42"/>
                    </a:lnTo>
                    <a:lnTo>
                      <a:pt x="6" y="38"/>
                    </a:lnTo>
                    <a:lnTo>
                      <a:pt x="6" y="38"/>
                    </a:lnTo>
                    <a:lnTo>
                      <a:pt x="6" y="38"/>
                    </a:lnTo>
                    <a:lnTo>
                      <a:pt x="6" y="38"/>
                    </a:lnTo>
                    <a:lnTo>
                      <a:pt x="6" y="38"/>
                    </a:lnTo>
                    <a:lnTo>
                      <a:pt x="4" y="38"/>
                    </a:lnTo>
                    <a:lnTo>
                      <a:pt x="4" y="38"/>
                    </a:lnTo>
                    <a:lnTo>
                      <a:pt x="4" y="38"/>
                    </a:lnTo>
                    <a:lnTo>
                      <a:pt x="4" y="38"/>
                    </a:lnTo>
                    <a:lnTo>
                      <a:pt x="4" y="38"/>
                    </a:lnTo>
                    <a:lnTo>
                      <a:pt x="4" y="34"/>
                    </a:lnTo>
                    <a:lnTo>
                      <a:pt x="4" y="38"/>
                    </a:lnTo>
                    <a:lnTo>
                      <a:pt x="4" y="34"/>
                    </a:lnTo>
                    <a:lnTo>
                      <a:pt x="0" y="34"/>
                    </a:lnTo>
                    <a:lnTo>
                      <a:pt x="0" y="34"/>
                    </a:lnTo>
                    <a:lnTo>
                      <a:pt x="0" y="34"/>
                    </a:lnTo>
                    <a:lnTo>
                      <a:pt x="0" y="34"/>
                    </a:lnTo>
                    <a:lnTo>
                      <a:pt x="0" y="34"/>
                    </a:lnTo>
                    <a:lnTo>
                      <a:pt x="0" y="34"/>
                    </a:lnTo>
                    <a:lnTo>
                      <a:pt x="0" y="30"/>
                    </a:lnTo>
                    <a:lnTo>
                      <a:pt x="4" y="30"/>
                    </a:lnTo>
                    <a:lnTo>
                      <a:pt x="4" y="30"/>
                    </a:lnTo>
                    <a:lnTo>
                      <a:pt x="4" y="30"/>
                    </a:lnTo>
                    <a:lnTo>
                      <a:pt x="4" y="30"/>
                    </a:lnTo>
                    <a:lnTo>
                      <a:pt x="0" y="26"/>
                    </a:lnTo>
                    <a:lnTo>
                      <a:pt x="0" y="26"/>
                    </a:lnTo>
                    <a:lnTo>
                      <a:pt x="0" y="26"/>
                    </a:lnTo>
                    <a:lnTo>
                      <a:pt x="4" y="26"/>
                    </a:lnTo>
                    <a:lnTo>
                      <a:pt x="4" y="26"/>
                    </a:lnTo>
                    <a:lnTo>
                      <a:pt x="4" y="22"/>
                    </a:lnTo>
                    <a:lnTo>
                      <a:pt x="4" y="22"/>
                    </a:lnTo>
                    <a:lnTo>
                      <a:pt x="4" y="22"/>
                    </a:lnTo>
                    <a:lnTo>
                      <a:pt x="4" y="22"/>
                    </a:lnTo>
                    <a:lnTo>
                      <a:pt x="4" y="22"/>
                    </a:lnTo>
                    <a:lnTo>
                      <a:pt x="4" y="22"/>
                    </a:lnTo>
                    <a:lnTo>
                      <a:pt x="4" y="22"/>
                    </a:lnTo>
                    <a:lnTo>
                      <a:pt x="6" y="18"/>
                    </a:lnTo>
                    <a:lnTo>
                      <a:pt x="6" y="18"/>
                    </a:lnTo>
                    <a:lnTo>
                      <a:pt x="10" y="18"/>
                    </a:lnTo>
                    <a:lnTo>
                      <a:pt x="10" y="16"/>
                    </a:lnTo>
                    <a:lnTo>
                      <a:pt x="10" y="16"/>
                    </a:lnTo>
                    <a:lnTo>
                      <a:pt x="14" y="12"/>
                    </a:lnTo>
                    <a:lnTo>
                      <a:pt x="14" y="12"/>
                    </a:lnTo>
                    <a:lnTo>
                      <a:pt x="14" y="12"/>
                    </a:lnTo>
                    <a:lnTo>
                      <a:pt x="14" y="12"/>
                    </a:lnTo>
                    <a:lnTo>
                      <a:pt x="14" y="12"/>
                    </a:lnTo>
                    <a:lnTo>
                      <a:pt x="14" y="12"/>
                    </a:lnTo>
                    <a:lnTo>
                      <a:pt x="14" y="12"/>
                    </a:lnTo>
                    <a:lnTo>
                      <a:pt x="16" y="12"/>
                    </a:lnTo>
                    <a:lnTo>
                      <a:pt x="16" y="12"/>
                    </a:lnTo>
                    <a:lnTo>
                      <a:pt x="16" y="12"/>
                    </a:lnTo>
                    <a:lnTo>
                      <a:pt x="16" y="8"/>
                    </a:lnTo>
                    <a:lnTo>
                      <a:pt x="20" y="8"/>
                    </a:lnTo>
                    <a:lnTo>
                      <a:pt x="20" y="8"/>
                    </a:lnTo>
                    <a:lnTo>
                      <a:pt x="20" y="8"/>
                    </a:lnTo>
                    <a:lnTo>
                      <a:pt x="20" y="8"/>
                    </a:lnTo>
                    <a:lnTo>
                      <a:pt x="20" y="8"/>
                    </a:lnTo>
                    <a:lnTo>
                      <a:pt x="20" y="8"/>
                    </a:lnTo>
                    <a:lnTo>
                      <a:pt x="24" y="8"/>
                    </a:lnTo>
                    <a:lnTo>
                      <a:pt x="24" y="12"/>
                    </a:lnTo>
                    <a:lnTo>
                      <a:pt x="24" y="12"/>
                    </a:lnTo>
                    <a:lnTo>
                      <a:pt x="24" y="12"/>
                    </a:lnTo>
                    <a:lnTo>
                      <a:pt x="24" y="12"/>
                    </a:lnTo>
                    <a:lnTo>
                      <a:pt x="28" y="8"/>
                    </a:lnTo>
                    <a:lnTo>
                      <a:pt x="28" y="12"/>
                    </a:lnTo>
                    <a:lnTo>
                      <a:pt x="28" y="12"/>
                    </a:lnTo>
                    <a:lnTo>
                      <a:pt x="32" y="12"/>
                    </a:lnTo>
                    <a:lnTo>
                      <a:pt x="32" y="12"/>
                    </a:lnTo>
                    <a:lnTo>
                      <a:pt x="32" y="12"/>
                    </a:lnTo>
                    <a:lnTo>
                      <a:pt x="36" y="12"/>
                    </a:lnTo>
                    <a:lnTo>
                      <a:pt x="36" y="12"/>
                    </a:lnTo>
                    <a:lnTo>
                      <a:pt x="36" y="12"/>
                    </a:lnTo>
                    <a:lnTo>
                      <a:pt x="40" y="12"/>
                    </a:lnTo>
                    <a:lnTo>
                      <a:pt x="40" y="12"/>
                    </a:lnTo>
                    <a:lnTo>
                      <a:pt x="40" y="12"/>
                    </a:lnTo>
                    <a:lnTo>
                      <a:pt x="40" y="12"/>
                    </a:lnTo>
                    <a:lnTo>
                      <a:pt x="40" y="12"/>
                    </a:lnTo>
                    <a:lnTo>
                      <a:pt x="42" y="12"/>
                    </a:lnTo>
                    <a:lnTo>
                      <a:pt x="42" y="12"/>
                    </a:lnTo>
                    <a:lnTo>
                      <a:pt x="42" y="8"/>
                    </a:lnTo>
                    <a:lnTo>
                      <a:pt x="42" y="8"/>
                    </a:lnTo>
                    <a:lnTo>
                      <a:pt x="42" y="8"/>
                    </a:lnTo>
                    <a:lnTo>
                      <a:pt x="42" y="8"/>
                    </a:lnTo>
                    <a:lnTo>
                      <a:pt x="42" y="8"/>
                    </a:lnTo>
                    <a:lnTo>
                      <a:pt x="46" y="8"/>
                    </a:lnTo>
                    <a:lnTo>
                      <a:pt x="46" y="8"/>
                    </a:lnTo>
                    <a:lnTo>
                      <a:pt x="46" y="8"/>
                    </a:lnTo>
                    <a:lnTo>
                      <a:pt x="46" y="8"/>
                    </a:lnTo>
                    <a:lnTo>
                      <a:pt x="46" y="8"/>
                    </a:lnTo>
                    <a:lnTo>
                      <a:pt x="46" y="8"/>
                    </a:lnTo>
                    <a:lnTo>
                      <a:pt x="46" y="8"/>
                    </a:lnTo>
                    <a:lnTo>
                      <a:pt x="46" y="8"/>
                    </a:lnTo>
                    <a:lnTo>
                      <a:pt x="46" y="8"/>
                    </a:lnTo>
                    <a:lnTo>
                      <a:pt x="46" y="8"/>
                    </a:lnTo>
                    <a:lnTo>
                      <a:pt x="46" y="8"/>
                    </a:lnTo>
                    <a:lnTo>
                      <a:pt x="50" y="8"/>
                    </a:lnTo>
                    <a:lnTo>
                      <a:pt x="50" y="8"/>
                    </a:lnTo>
                    <a:lnTo>
                      <a:pt x="50" y="8"/>
                    </a:lnTo>
                    <a:lnTo>
                      <a:pt x="50" y="8"/>
                    </a:lnTo>
                    <a:lnTo>
                      <a:pt x="50" y="8"/>
                    </a:lnTo>
                    <a:lnTo>
                      <a:pt x="54" y="8"/>
                    </a:lnTo>
                    <a:lnTo>
                      <a:pt x="54" y="8"/>
                    </a:lnTo>
                    <a:lnTo>
                      <a:pt x="58" y="8"/>
                    </a:lnTo>
                    <a:lnTo>
                      <a:pt x="58" y="8"/>
                    </a:lnTo>
                    <a:lnTo>
                      <a:pt x="58" y="8"/>
                    </a:lnTo>
                    <a:lnTo>
                      <a:pt x="58" y="8"/>
                    </a:lnTo>
                    <a:lnTo>
                      <a:pt x="58" y="8"/>
                    </a:lnTo>
                    <a:lnTo>
                      <a:pt x="58" y="8"/>
                    </a:lnTo>
                    <a:lnTo>
                      <a:pt x="58" y="8"/>
                    </a:lnTo>
                    <a:lnTo>
                      <a:pt x="58" y="8"/>
                    </a:lnTo>
                    <a:lnTo>
                      <a:pt x="62" y="8"/>
                    </a:lnTo>
                    <a:lnTo>
                      <a:pt x="66" y="8"/>
                    </a:lnTo>
                    <a:lnTo>
                      <a:pt x="66" y="12"/>
                    </a:lnTo>
                    <a:lnTo>
                      <a:pt x="66" y="12"/>
                    </a:lnTo>
                    <a:lnTo>
                      <a:pt x="66" y="12"/>
                    </a:lnTo>
                    <a:lnTo>
                      <a:pt x="66" y="12"/>
                    </a:lnTo>
                    <a:lnTo>
                      <a:pt x="70" y="12"/>
                    </a:lnTo>
                    <a:lnTo>
                      <a:pt x="66" y="8"/>
                    </a:lnTo>
                    <a:lnTo>
                      <a:pt x="66" y="8"/>
                    </a:lnTo>
                    <a:lnTo>
                      <a:pt x="70" y="12"/>
                    </a:lnTo>
                    <a:lnTo>
                      <a:pt x="72" y="12"/>
                    </a:lnTo>
                    <a:lnTo>
                      <a:pt x="72" y="12"/>
                    </a:lnTo>
                    <a:lnTo>
                      <a:pt x="76" y="16"/>
                    </a:lnTo>
                    <a:lnTo>
                      <a:pt x="76" y="16"/>
                    </a:lnTo>
                    <a:lnTo>
                      <a:pt x="72" y="16"/>
                    </a:lnTo>
                    <a:lnTo>
                      <a:pt x="72" y="16"/>
                    </a:lnTo>
                    <a:lnTo>
                      <a:pt x="72" y="16"/>
                    </a:lnTo>
                    <a:lnTo>
                      <a:pt x="70" y="16"/>
                    </a:lnTo>
                    <a:lnTo>
                      <a:pt x="70" y="16"/>
                    </a:lnTo>
                    <a:lnTo>
                      <a:pt x="72" y="18"/>
                    </a:lnTo>
                    <a:lnTo>
                      <a:pt x="72" y="18"/>
                    </a:lnTo>
                    <a:lnTo>
                      <a:pt x="76" y="18"/>
                    </a:lnTo>
                    <a:lnTo>
                      <a:pt x="76" y="18"/>
                    </a:lnTo>
                    <a:lnTo>
                      <a:pt x="76" y="18"/>
                    </a:lnTo>
                    <a:lnTo>
                      <a:pt x="72" y="18"/>
                    </a:lnTo>
                    <a:lnTo>
                      <a:pt x="72" y="18"/>
                    </a:lnTo>
                    <a:lnTo>
                      <a:pt x="72" y="18"/>
                    </a:lnTo>
                    <a:lnTo>
                      <a:pt x="72" y="18"/>
                    </a:lnTo>
                    <a:lnTo>
                      <a:pt x="72" y="16"/>
                    </a:lnTo>
                    <a:lnTo>
                      <a:pt x="72" y="16"/>
                    </a:lnTo>
                    <a:lnTo>
                      <a:pt x="76" y="18"/>
                    </a:lnTo>
                    <a:lnTo>
                      <a:pt x="76" y="18"/>
                    </a:lnTo>
                    <a:lnTo>
                      <a:pt x="76" y="18"/>
                    </a:lnTo>
                    <a:lnTo>
                      <a:pt x="76" y="18"/>
                    </a:lnTo>
                    <a:lnTo>
                      <a:pt x="76" y="18"/>
                    </a:lnTo>
                    <a:lnTo>
                      <a:pt x="80" y="18"/>
                    </a:lnTo>
                    <a:lnTo>
                      <a:pt x="80" y="18"/>
                    </a:lnTo>
                    <a:lnTo>
                      <a:pt x="80" y="18"/>
                    </a:lnTo>
                    <a:lnTo>
                      <a:pt x="80" y="18"/>
                    </a:lnTo>
                    <a:lnTo>
                      <a:pt x="80" y="18"/>
                    </a:lnTo>
                    <a:lnTo>
                      <a:pt x="80" y="18"/>
                    </a:lnTo>
                    <a:lnTo>
                      <a:pt x="80" y="18"/>
                    </a:lnTo>
                    <a:lnTo>
                      <a:pt x="80" y="18"/>
                    </a:lnTo>
                    <a:lnTo>
                      <a:pt x="80" y="22"/>
                    </a:lnTo>
                    <a:lnTo>
                      <a:pt x="80" y="22"/>
                    </a:lnTo>
                    <a:lnTo>
                      <a:pt x="80" y="22"/>
                    </a:lnTo>
                    <a:lnTo>
                      <a:pt x="80" y="18"/>
                    </a:lnTo>
                    <a:lnTo>
                      <a:pt x="80" y="18"/>
                    </a:lnTo>
                    <a:lnTo>
                      <a:pt x="80" y="18"/>
                    </a:lnTo>
                    <a:lnTo>
                      <a:pt x="80" y="18"/>
                    </a:lnTo>
                    <a:lnTo>
                      <a:pt x="80" y="18"/>
                    </a:lnTo>
                    <a:lnTo>
                      <a:pt x="80" y="18"/>
                    </a:lnTo>
                    <a:lnTo>
                      <a:pt x="80" y="18"/>
                    </a:lnTo>
                    <a:lnTo>
                      <a:pt x="80" y="18"/>
                    </a:lnTo>
                    <a:lnTo>
                      <a:pt x="84" y="18"/>
                    </a:lnTo>
                    <a:lnTo>
                      <a:pt x="84" y="18"/>
                    </a:lnTo>
                    <a:lnTo>
                      <a:pt x="84" y="22"/>
                    </a:lnTo>
                    <a:lnTo>
                      <a:pt x="84" y="22"/>
                    </a:lnTo>
                    <a:lnTo>
                      <a:pt x="84" y="22"/>
                    </a:lnTo>
                    <a:lnTo>
                      <a:pt x="84" y="22"/>
                    </a:lnTo>
                    <a:lnTo>
                      <a:pt x="84" y="22"/>
                    </a:lnTo>
                    <a:lnTo>
                      <a:pt x="84" y="22"/>
                    </a:lnTo>
                    <a:lnTo>
                      <a:pt x="84" y="22"/>
                    </a:lnTo>
                    <a:lnTo>
                      <a:pt x="88" y="22"/>
                    </a:lnTo>
                    <a:lnTo>
                      <a:pt x="84" y="22"/>
                    </a:lnTo>
                    <a:lnTo>
                      <a:pt x="84" y="22"/>
                    </a:lnTo>
                    <a:lnTo>
                      <a:pt x="84" y="22"/>
                    </a:lnTo>
                    <a:lnTo>
                      <a:pt x="84" y="22"/>
                    </a:lnTo>
                    <a:lnTo>
                      <a:pt x="84" y="22"/>
                    </a:lnTo>
                    <a:lnTo>
                      <a:pt x="80" y="22"/>
                    </a:lnTo>
                    <a:lnTo>
                      <a:pt x="80" y="26"/>
                    </a:lnTo>
                    <a:lnTo>
                      <a:pt x="80" y="26"/>
                    </a:lnTo>
                    <a:lnTo>
                      <a:pt x="76" y="26"/>
                    </a:lnTo>
                    <a:lnTo>
                      <a:pt x="76" y="26"/>
                    </a:lnTo>
                    <a:lnTo>
                      <a:pt x="72" y="30"/>
                    </a:lnTo>
                    <a:lnTo>
                      <a:pt x="72" y="30"/>
                    </a:lnTo>
                    <a:lnTo>
                      <a:pt x="72" y="30"/>
                    </a:lnTo>
                    <a:lnTo>
                      <a:pt x="70" y="30"/>
                    </a:lnTo>
                    <a:lnTo>
                      <a:pt x="70" y="30"/>
                    </a:lnTo>
                    <a:lnTo>
                      <a:pt x="66" y="30"/>
                    </a:lnTo>
                    <a:lnTo>
                      <a:pt x="66" y="30"/>
                    </a:lnTo>
                    <a:lnTo>
                      <a:pt x="62" y="26"/>
                    </a:lnTo>
                    <a:lnTo>
                      <a:pt x="62" y="26"/>
                    </a:lnTo>
                    <a:lnTo>
                      <a:pt x="62" y="26"/>
                    </a:lnTo>
                    <a:lnTo>
                      <a:pt x="58" y="30"/>
                    </a:lnTo>
                    <a:lnTo>
                      <a:pt x="58" y="30"/>
                    </a:lnTo>
                    <a:lnTo>
                      <a:pt x="58" y="30"/>
                    </a:lnTo>
                    <a:lnTo>
                      <a:pt x="58" y="30"/>
                    </a:lnTo>
                    <a:lnTo>
                      <a:pt x="58" y="30"/>
                    </a:lnTo>
                    <a:lnTo>
                      <a:pt x="58" y="30"/>
                    </a:lnTo>
                    <a:lnTo>
                      <a:pt x="58" y="34"/>
                    </a:lnTo>
                    <a:lnTo>
                      <a:pt x="58" y="34"/>
                    </a:lnTo>
                    <a:lnTo>
                      <a:pt x="58" y="34"/>
                    </a:lnTo>
                    <a:lnTo>
                      <a:pt x="58" y="34"/>
                    </a:lnTo>
                    <a:lnTo>
                      <a:pt x="58" y="34"/>
                    </a:lnTo>
                    <a:lnTo>
                      <a:pt x="58" y="34"/>
                    </a:lnTo>
                    <a:lnTo>
                      <a:pt x="58" y="38"/>
                    </a:lnTo>
                    <a:lnTo>
                      <a:pt x="58" y="38"/>
                    </a:lnTo>
                    <a:lnTo>
                      <a:pt x="54" y="38"/>
                    </a:lnTo>
                    <a:lnTo>
                      <a:pt x="54" y="38"/>
                    </a:lnTo>
                    <a:lnTo>
                      <a:pt x="54" y="38"/>
                    </a:lnTo>
                    <a:lnTo>
                      <a:pt x="54" y="38"/>
                    </a:lnTo>
                    <a:lnTo>
                      <a:pt x="54" y="38"/>
                    </a:lnTo>
                    <a:lnTo>
                      <a:pt x="54" y="38"/>
                    </a:lnTo>
                    <a:lnTo>
                      <a:pt x="54" y="38"/>
                    </a:lnTo>
                    <a:lnTo>
                      <a:pt x="54" y="38"/>
                    </a:lnTo>
                    <a:lnTo>
                      <a:pt x="50" y="42"/>
                    </a:lnTo>
                    <a:lnTo>
                      <a:pt x="50" y="42"/>
                    </a:lnTo>
                    <a:lnTo>
                      <a:pt x="50" y="42"/>
                    </a:lnTo>
                    <a:lnTo>
                      <a:pt x="50" y="46"/>
                    </a:lnTo>
                    <a:lnTo>
                      <a:pt x="50" y="46"/>
                    </a:lnTo>
                    <a:lnTo>
                      <a:pt x="50" y="46"/>
                    </a:lnTo>
                    <a:lnTo>
                      <a:pt x="50" y="46"/>
                    </a:lnTo>
                    <a:lnTo>
                      <a:pt x="46" y="46"/>
                    </a:lnTo>
                    <a:lnTo>
                      <a:pt x="46" y="46"/>
                    </a:lnTo>
                    <a:lnTo>
                      <a:pt x="46" y="42"/>
                    </a:lnTo>
                    <a:lnTo>
                      <a:pt x="46" y="42"/>
                    </a:lnTo>
                    <a:lnTo>
                      <a:pt x="46" y="42"/>
                    </a:lnTo>
                    <a:lnTo>
                      <a:pt x="46" y="42"/>
                    </a:lnTo>
                    <a:lnTo>
                      <a:pt x="42" y="42"/>
                    </a:lnTo>
                    <a:lnTo>
                      <a:pt x="42" y="42"/>
                    </a:lnTo>
                    <a:lnTo>
                      <a:pt x="42" y="42"/>
                    </a:lnTo>
                    <a:lnTo>
                      <a:pt x="40" y="46"/>
                    </a:lnTo>
                    <a:lnTo>
                      <a:pt x="40" y="46"/>
                    </a:lnTo>
                    <a:lnTo>
                      <a:pt x="40" y="46"/>
                    </a:lnTo>
                    <a:lnTo>
                      <a:pt x="36" y="46"/>
                    </a:lnTo>
                    <a:lnTo>
                      <a:pt x="36" y="46"/>
                    </a:lnTo>
                    <a:lnTo>
                      <a:pt x="36" y="46"/>
                    </a:lnTo>
                    <a:lnTo>
                      <a:pt x="36" y="46"/>
                    </a:lnTo>
                    <a:lnTo>
                      <a:pt x="36" y="46"/>
                    </a:lnTo>
                    <a:lnTo>
                      <a:pt x="36" y="46"/>
                    </a:lnTo>
                    <a:close/>
                    <a:moveTo>
                      <a:pt x="36" y="0"/>
                    </a:moveTo>
                    <a:lnTo>
                      <a:pt x="36" y="0"/>
                    </a:lnTo>
                    <a:lnTo>
                      <a:pt x="36" y="0"/>
                    </a:lnTo>
                    <a:lnTo>
                      <a:pt x="36" y="0"/>
                    </a:lnTo>
                    <a:lnTo>
                      <a:pt x="36" y="0"/>
                    </a:lnTo>
                    <a:lnTo>
                      <a:pt x="36" y="0"/>
                    </a:lnTo>
                    <a:lnTo>
                      <a:pt x="36" y="0"/>
                    </a:lnTo>
                    <a:lnTo>
                      <a:pt x="40" y="0"/>
                    </a:lnTo>
                    <a:lnTo>
                      <a:pt x="40" y="0"/>
                    </a:lnTo>
                    <a:lnTo>
                      <a:pt x="40" y="0"/>
                    </a:lnTo>
                    <a:lnTo>
                      <a:pt x="40" y="0"/>
                    </a:lnTo>
                    <a:lnTo>
                      <a:pt x="42" y="0"/>
                    </a:lnTo>
                    <a:lnTo>
                      <a:pt x="42" y="0"/>
                    </a:lnTo>
                    <a:lnTo>
                      <a:pt x="40" y="0"/>
                    </a:lnTo>
                    <a:lnTo>
                      <a:pt x="40" y="0"/>
                    </a:lnTo>
                    <a:lnTo>
                      <a:pt x="40" y="0"/>
                    </a:lnTo>
                    <a:lnTo>
                      <a:pt x="36" y="0"/>
                    </a:lnTo>
                    <a:lnTo>
                      <a:pt x="36" y="0"/>
                    </a:lnTo>
                    <a:lnTo>
                      <a:pt x="36" y="0"/>
                    </a:lnTo>
                    <a:lnTo>
                      <a:pt x="36" y="0"/>
                    </a:lnTo>
                    <a:lnTo>
                      <a:pt x="3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3" name="Freeform 77"/>
              <p:cNvSpPr>
                <a:spLocks/>
              </p:cNvSpPr>
              <p:nvPr/>
            </p:nvSpPr>
            <p:spPr bwMode="gray">
              <a:xfrm>
                <a:off x="2872840" y="3966620"/>
                <a:ext cx="55656" cy="24350"/>
              </a:xfrm>
              <a:custGeom>
                <a:avLst/>
                <a:gdLst>
                  <a:gd name="T0" fmla="*/ 24 w 32"/>
                  <a:gd name="T1" fmla="*/ 10 h 14"/>
                  <a:gd name="T2" fmla="*/ 24 w 32"/>
                  <a:gd name="T3" fmla="*/ 10 h 14"/>
                  <a:gd name="T4" fmla="*/ 20 w 32"/>
                  <a:gd name="T5" fmla="*/ 6 h 14"/>
                  <a:gd name="T6" fmla="*/ 20 w 32"/>
                  <a:gd name="T7" fmla="*/ 10 h 14"/>
                  <a:gd name="T8" fmla="*/ 20 w 32"/>
                  <a:gd name="T9" fmla="*/ 10 h 14"/>
                  <a:gd name="T10" fmla="*/ 20 w 32"/>
                  <a:gd name="T11" fmla="*/ 10 h 14"/>
                  <a:gd name="T12" fmla="*/ 16 w 32"/>
                  <a:gd name="T13" fmla="*/ 10 h 14"/>
                  <a:gd name="T14" fmla="*/ 16 w 32"/>
                  <a:gd name="T15" fmla="*/ 10 h 14"/>
                  <a:gd name="T16" fmla="*/ 16 w 32"/>
                  <a:gd name="T17" fmla="*/ 14 h 14"/>
                  <a:gd name="T18" fmla="*/ 16 w 32"/>
                  <a:gd name="T19" fmla="*/ 14 h 14"/>
                  <a:gd name="T20" fmla="*/ 16 w 32"/>
                  <a:gd name="T21" fmla="*/ 14 h 14"/>
                  <a:gd name="T22" fmla="*/ 12 w 32"/>
                  <a:gd name="T23" fmla="*/ 10 h 14"/>
                  <a:gd name="T24" fmla="*/ 12 w 32"/>
                  <a:gd name="T25" fmla="*/ 10 h 14"/>
                  <a:gd name="T26" fmla="*/ 12 w 32"/>
                  <a:gd name="T27" fmla="*/ 10 h 14"/>
                  <a:gd name="T28" fmla="*/ 8 w 32"/>
                  <a:gd name="T29" fmla="*/ 10 h 14"/>
                  <a:gd name="T30" fmla="*/ 8 w 32"/>
                  <a:gd name="T31" fmla="*/ 6 h 14"/>
                  <a:gd name="T32" fmla="*/ 4 w 32"/>
                  <a:gd name="T33" fmla="*/ 6 h 14"/>
                  <a:gd name="T34" fmla="*/ 4 w 32"/>
                  <a:gd name="T35" fmla="*/ 6 h 14"/>
                  <a:gd name="T36" fmla="*/ 4 w 32"/>
                  <a:gd name="T37" fmla="*/ 6 h 14"/>
                  <a:gd name="T38" fmla="*/ 4 w 32"/>
                  <a:gd name="T39" fmla="*/ 4 h 14"/>
                  <a:gd name="T40" fmla="*/ 0 w 32"/>
                  <a:gd name="T41" fmla="*/ 4 h 14"/>
                  <a:gd name="T42" fmla="*/ 0 w 32"/>
                  <a:gd name="T43" fmla="*/ 4 h 14"/>
                  <a:gd name="T44" fmla="*/ 0 w 32"/>
                  <a:gd name="T45" fmla="*/ 4 h 14"/>
                  <a:gd name="T46" fmla="*/ 0 w 32"/>
                  <a:gd name="T47" fmla="*/ 4 h 14"/>
                  <a:gd name="T48" fmla="*/ 0 w 32"/>
                  <a:gd name="T49" fmla="*/ 4 h 14"/>
                  <a:gd name="T50" fmla="*/ 4 w 32"/>
                  <a:gd name="T51" fmla="*/ 0 h 14"/>
                  <a:gd name="T52" fmla="*/ 4 w 32"/>
                  <a:gd name="T53" fmla="*/ 0 h 14"/>
                  <a:gd name="T54" fmla="*/ 8 w 32"/>
                  <a:gd name="T55" fmla="*/ 0 h 14"/>
                  <a:gd name="T56" fmla="*/ 8 w 32"/>
                  <a:gd name="T57" fmla="*/ 0 h 14"/>
                  <a:gd name="T58" fmla="*/ 12 w 32"/>
                  <a:gd name="T59" fmla="*/ 0 h 14"/>
                  <a:gd name="T60" fmla="*/ 12 w 32"/>
                  <a:gd name="T61" fmla="*/ 0 h 14"/>
                  <a:gd name="T62" fmla="*/ 16 w 32"/>
                  <a:gd name="T63" fmla="*/ 0 h 14"/>
                  <a:gd name="T64" fmla="*/ 16 w 32"/>
                  <a:gd name="T65" fmla="*/ 0 h 14"/>
                  <a:gd name="T66" fmla="*/ 20 w 32"/>
                  <a:gd name="T67" fmla="*/ 0 h 14"/>
                  <a:gd name="T68" fmla="*/ 20 w 32"/>
                  <a:gd name="T69" fmla="*/ 4 h 14"/>
                  <a:gd name="T70" fmla="*/ 20 w 32"/>
                  <a:gd name="T71" fmla="*/ 4 h 14"/>
                  <a:gd name="T72" fmla="*/ 24 w 32"/>
                  <a:gd name="T73" fmla="*/ 4 h 14"/>
                  <a:gd name="T74" fmla="*/ 24 w 32"/>
                  <a:gd name="T75" fmla="*/ 4 h 14"/>
                  <a:gd name="T76" fmla="*/ 28 w 32"/>
                  <a:gd name="T77" fmla="*/ 6 h 14"/>
                  <a:gd name="T78" fmla="*/ 28 w 32"/>
                  <a:gd name="T79" fmla="*/ 6 h 14"/>
                  <a:gd name="T80" fmla="*/ 32 w 32"/>
                  <a:gd name="T81" fmla="*/ 6 h 14"/>
                  <a:gd name="T82" fmla="*/ 32 w 32"/>
                  <a:gd name="T83" fmla="*/ 10 h 14"/>
                  <a:gd name="T84" fmla="*/ 28 w 32"/>
                  <a:gd name="T85" fmla="*/ 10 h 14"/>
                  <a:gd name="T86" fmla="*/ 24 w 32"/>
                  <a:gd name="T87" fmla="*/ 10 h 14"/>
                  <a:gd name="T88" fmla="*/ 24 w 32"/>
                  <a:gd name="T89" fmla="*/ 1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 h="14">
                    <a:moveTo>
                      <a:pt x="24" y="10"/>
                    </a:moveTo>
                    <a:lnTo>
                      <a:pt x="24" y="10"/>
                    </a:lnTo>
                    <a:lnTo>
                      <a:pt x="24" y="10"/>
                    </a:lnTo>
                    <a:lnTo>
                      <a:pt x="24" y="10"/>
                    </a:lnTo>
                    <a:lnTo>
                      <a:pt x="24" y="10"/>
                    </a:lnTo>
                    <a:lnTo>
                      <a:pt x="24" y="10"/>
                    </a:lnTo>
                    <a:lnTo>
                      <a:pt x="24" y="10"/>
                    </a:lnTo>
                    <a:lnTo>
                      <a:pt x="24" y="6"/>
                    </a:lnTo>
                    <a:lnTo>
                      <a:pt x="20" y="6"/>
                    </a:lnTo>
                    <a:lnTo>
                      <a:pt x="20" y="6"/>
                    </a:lnTo>
                    <a:lnTo>
                      <a:pt x="20" y="6"/>
                    </a:lnTo>
                    <a:lnTo>
                      <a:pt x="20" y="10"/>
                    </a:lnTo>
                    <a:lnTo>
                      <a:pt x="20" y="10"/>
                    </a:lnTo>
                    <a:lnTo>
                      <a:pt x="20" y="10"/>
                    </a:lnTo>
                    <a:lnTo>
                      <a:pt x="20" y="10"/>
                    </a:lnTo>
                    <a:lnTo>
                      <a:pt x="20" y="10"/>
                    </a:lnTo>
                    <a:lnTo>
                      <a:pt x="20" y="10"/>
                    </a:lnTo>
                    <a:lnTo>
                      <a:pt x="20" y="10"/>
                    </a:lnTo>
                    <a:lnTo>
                      <a:pt x="16" y="10"/>
                    </a:lnTo>
                    <a:lnTo>
                      <a:pt x="16" y="10"/>
                    </a:lnTo>
                    <a:lnTo>
                      <a:pt x="16" y="10"/>
                    </a:lnTo>
                    <a:lnTo>
                      <a:pt x="16" y="10"/>
                    </a:lnTo>
                    <a:lnTo>
                      <a:pt x="16" y="10"/>
                    </a:lnTo>
                    <a:lnTo>
                      <a:pt x="16" y="10"/>
                    </a:lnTo>
                    <a:lnTo>
                      <a:pt x="16" y="10"/>
                    </a:lnTo>
                    <a:lnTo>
                      <a:pt x="16" y="14"/>
                    </a:lnTo>
                    <a:lnTo>
                      <a:pt x="16" y="14"/>
                    </a:lnTo>
                    <a:lnTo>
                      <a:pt x="16" y="14"/>
                    </a:lnTo>
                    <a:lnTo>
                      <a:pt x="16" y="14"/>
                    </a:lnTo>
                    <a:lnTo>
                      <a:pt x="16" y="14"/>
                    </a:lnTo>
                    <a:lnTo>
                      <a:pt x="16" y="14"/>
                    </a:lnTo>
                    <a:lnTo>
                      <a:pt x="16" y="14"/>
                    </a:lnTo>
                    <a:lnTo>
                      <a:pt x="16" y="14"/>
                    </a:lnTo>
                    <a:lnTo>
                      <a:pt x="16" y="14"/>
                    </a:lnTo>
                    <a:lnTo>
                      <a:pt x="12" y="10"/>
                    </a:lnTo>
                    <a:lnTo>
                      <a:pt x="12" y="10"/>
                    </a:lnTo>
                    <a:lnTo>
                      <a:pt x="12" y="10"/>
                    </a:lnTo>
                    <a:lnTo>
                      <a:pt x="12" y="10"/>
                    </a:lnTo>
                    <a:lnTo>
                      <a:pt x="12" y="10"/>
                    </a:lnTo>
                    <a:lnTo>
                      <a:pt x="12" y="10"/>
                    </a:lnTo>
                    <a:lnTo>
                      <a:pt x="12" y="10"/>
                    </a:lnTo>
                    <a:lnTo>
                      <a:pt x="12" y="10"/>
                    </a:lnTo>
                    <a:lnTo>
                      <a:pt x="8" y="10"/>
                    </a:lnTo>
                    <a:lnTo>
                      <a:pt x="8" y="10"/>
                    </a:lnTo>
                    <a:lnTo>
                      <a:pt x="8" y="10"/>
                    </a:lnTo>
                    <a:lnTo>
                      <a:pt x="8" y="10"/>
                    </a:lnTo>
                    <a:lnTo>
                      <a:pt x="8" y="10"/>
                    </a:lnTo>
                    <a:lnTo>
                      <a:pt x="8" y="6"/>
                    </a:lnTo>
                    <a:lnTo>
                      <a:pt x="8" y="6"/>
                    </a:lnTo>
                    <a:lnTo>
                      <a:pt x="8" y="6"/>
                    </a:lnTo>
                    <a:lnTo>
                      <a:pt x="4" y="6"/>
                    </a:lnTo>
                    <a:lnTo>
                      <a:pt x="4" y="6"/>
                    </a:lnTo>
                    <a:lnTo>
                      <a:pt x="4" y="6"/>
                    </a:lnTo>
                    <a:lnTo>
                      <a:pt x="4" y="6"/>
                    </a:lnTo>
                    <a:lnTo>
                      <a:pt x="4" y="6"/>
                    </a:lnTo>
                    <a:lnTo>
                      <a:pt x="4" y="6"/>
                    </a:lnTo>
                    <a:lnTo>
                      <a:pt x="4" y="6"/>
                    </a:lnTo>
                    <a:lnTo>
                      <a:pt x="4" y="4"/>
                    </a:lnTo>
                    <a:lnTo>
                      <a:pt x="4" y="4"/>
                    </a:lnTo>
                    <a:lnTo>
                      <a:pt x="4" y="4"/>
                    </a:lnTo>
                    <a:lnTo>
                      <a:pt x="4" y="4"/>
                    </a:lnTo>
                    <a:lnTo>
                      <a:pt x="4" y="4"/>
                    </a:lnTo>
                    <a:lnTo>
                      <a:pt x="0" y="4"/>
                    </a:lnTo>
                    <a:lnTo>
                      <a:pt x="0" y="4"/>
                    </a:lnTo>
                    <a:lnTo>
                      <a:pt x="0" y="4"/>
                    </a:lnTo>
                    <a:lnTo>
                      <a:pt x="0" y="4"/>
                    </a:lnTo>
                    <a:lnTo>
                      <a:pt x="0" y="4"/>
                    </a:lnTo>
                    <a:lnTo>
                      <a:pt x="0" y="4"/>
                    </a:lnTo>
                    <a:lnTo>
                      <a:pt x="0" y="4"/>
                    </a:lnTo>
                    <a:lnTo>
                      <a:pt x="0" y="4"/>
                    </a:lnTo>
                    <a:lnTo>
                      <a:pt x="0" y="4"/>
                    </a:lnTo>
                    <a:lnTo>
                      <a:pt x="0" y="4"/>
                    </a:lnTo>
                    <a:lnTo>
                      <a:pt x="0" y="4"/>
                    </a:lnTo>
                    <a:lnTo>
                      <a:pt x="0" y="4"/>
                    </a:lnTo>
                    <a:lnTo>
                      <a:pt x="0" y="4"/>
                    </a:lnTo>
                    <a:lnTo>
                      <a:pt x="0" y="0"/>
                    </a:lnTo>
                    <a:lnTo>
                      <a:pt x="4" y="0"/>
                    </a:lnTo>
                    <a:lnTo>
                      <a:pt x="4" y="0"/>
                    </a:lnTo>
                    <a:lnTo>
                      <a:pt x="4" y="0"/>
                    </a:lnTo>
                    <a:lnTo>
                      <a:pt x="4" y="0"/>
                    </a:lnTo>
                    <a:lnTo>
                      <a:pt x="4" y="0"/>
                    </a:lnTo>
                    <a:lnTo>
                      <a:pt x="8" y="0"/>
                    </a:lnTo>
                    <a:lnTo>
                      <a:pt x="8" y="0"/>
                    </a:lnTo>
                    <a:lnTo>
                      <a:pt x="8" y="0"/>
                    </a:lnTo>
                    <a:lnTo>
                      <a:pt x="8" y="0"/>
                    </a:lnTo>
                    <a:lnTo>
                      <a:pt x="8" y="0"/>
                    </a:lnTo>
                    <a:lnTo>
                      <a:pt x="8" y="0"/>
                    </a:lnTo>
                    <a:lnTo>
                      <a:pt x="8" y="0"/>
                    </a:lnTo>
                    <a:lnTo>
                      <a:pt x="12" y="0"/>
                    </a:lnTo>
                    <a:lnTo>
                      <a:pt x="12" y="0"/>
                    </a:lnTo>
                    <a:lnTo>
                      <a:pt x="12" y="0"/>
                    </a:lnTo>
                    <a:lnTo>
                      <a:pt x="12" y="0"/>
                    </a:lnTo>
                    <a:lnTo>
                      <a:pt x="12" y="0"/>
                    </a:lnTo>
                    <a:lnTo>
                      <a:pt x="12" y="0"/>
                    </a:lnTo>
                    <a:lnTo>
                      <a:pt x="16" y="0"/>
                    </a:lnTo>
                    <a:lnTo>
                      <a:pt x="16" y="0"/>
                    </a:lnTo>
                    <a:lnTo>
                      <a:pt x="16" y="0"/>
                    </a:lnTo>
                    <a:lnTo>
                      <a:pt x="16" y="0"/>
                    </a:lnTo>
                    <a:lnTo>
                      <a:pt x="16" y="0"/>
                    </a:lnTo>
                    <a:lnTo>
                      <a:pt x="16" y="0"/>
                    </a:lnTo>
                    <a:lnTo>
                      <a:pt x="16" y="0"/>
                    </a:lnTo>
                    <a:lnTo>
                      <a:pt x="20" y="0"/>
                    </a:lnTo>
                    <a:lnTo>
                      <a:pt x="20" y="0"/>
                    </a:lnTo>
                    <a:lnTo>
                      <a:pt x="20" y="0"/>
                    </a:lnTo>
                    <a:lnTo>
                      <a:pt x="20" y="4"/>
                    </a:lnTo>
                    <a:lnTo>
                      <a:pt x="20" y="0"/>
                    </a:lnTo>
                    <a:lnTo>
                      <a:pt x="20" y="4"/>
                    </a:lnTo>
                    <a:lnTo>
                      <a:pt x="20" y="4"/>
                    </a:lnTo>
                    <a:lnTo>
                      <a:pt x="24" y="4"/>
                    </a:lnTo>
                    <a:lnTo>
                      <a:pt x="24" y="4"/>
                    </a:lnTo>
                    <a:lnTo>
                      <a:pt x="24" y="4"/>
                    </a:lnTo>
                    <a:lnTo>
                      <a:pt x="24" y="4"/>
                    </a:lnTo>
                    <a:lnTo>
                      <a:pt x="24" y="4"/>
                    </a:lnTo>
                    <a:lnTo>
                      <a:pt x="24" y="4"/>
                    </a:lnTo>
                    <a:lnTo>
                      <a:pt x="28" y="4"/>
                    </a:lnTo>
                    <a:lnTo>
                      <a:pt x="28" y="4"/>
                    </a:lnTo>
                    <a:lnTo>
                      <a:pt x="28" y="6"/>
                    </a:lnTo>
                    <a:lnTo>
                      <a:pt x="28" y="6"/>
                    </a:lnTo>
                    <a:lnTo>
                      <a:pt x="28" y="6"/>
                    </a:lnTo>
                    <a:lnTo>
                      <a:pt x="28" y="6"/>
                    </a:lnTo>
                    <a:lnTo>
                      <a:pt x="28" y="6"/>
                    </a:lnTo>
                    <a:lnTo>
                      <a:pt x="32" y="6"/>
                    </a:lnTo>
                    <a:lnTo>
                      <a:pt x="32" y="6"/>
                    </a:lnTo>
                    <a:lnTo>
                      <a:pt x="32" y="6"/>
                    </a:lnTo>
                    <a:lnTo>
                      <a:pt x="32" y="10"/>
                    </a:lnTo>
                    <a:lnTo>
                      <a:pt x="32" y="10"/>
                    </a:lnTo>
                    <a:lnTo>
                      <a:pt x="32" y="10"/>
                    </a:lnTo>
                    <a:lnTo>
                      <a:pt x="28" y="10"/>
                    </a:lnTo>
                    <a:lnTo>
                      <a:pt x="28" y="10"/>
                    </a:lnTo>
                    <a:lnTo>
                      <a:pt x="28" y="10"/>
                    </a:lnTo>
                    <a:lnTo>
                      <a:pt x="24" y="10"/>
                    </a:lnTo>
                    <a:lnTo>
                      <a:pt x="24" y="10"/>
                    </a:lnTo>
                    <a:lnTo>
                      <a:pt x="24" y="10"/>
                    </a:lnTo>
                    <a:lnTo>
                      <a:pt x="24" y="10"/>
                    </a:lnTo>
                    <a:lnTo>
                      <a:pt x="24"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4" name="Freeform 78"/>
              <p:cNvSpPr>
                <a:spLocks noEditPoints="1"/>
              </p:cNvSpPr>
              <p:nvPr/>
            </p:nvSpPr>
            <p:spPr bwMode="gray">
              <a:xfrm>
                <a:off x="1891896" y="3517890"/>
                <a:ext cx="775712" cy="563519"/>
              </a:xfrm>
              <a:custGeom>
                <a:avLst/>
                <a:gdLst>
                  <a:gd name="T0" fmla="*/ 90 w 446"/>
                  <a:gd name="T1" fmla="*/ 134 h 324"/>
                  <a:gd name="T2" fmla="*/ 74 w 446"/>
                  <a:gd name="T3" fmla="*/ 112 h 324"/>
                  <a:gd name="T4" fmla="*/ 60 w 446"/>
                  <a:gd name="T5" fmla="*/ 104 h 324"/>
                  <a:gd name="T6" fmla="*/ 56 w 446"/>
                  <a:gd name="T7" fmla="*/ 90 h 324"/>
                  <a:gd name="T8" fmla="*/ 48 w 446"/>
                  <a:gd name="T9" fmla="*/ 64 h 324"/>
                  <a:gd name="T10" fmla="*/ 32 w 446"/>
                  <a:gd name="T11" fmla="*/ 38 h 324"/>
                  <a:gd name="T12" fmla="*/ 18 w 446"/>
                  <a:gd name="T13" fmla="*/ 4 h 324"/>
                  <a:gd name="T14" fmla="*/ 52 w 446"/>
                  <a:gd name="T15" fmla="*/ 8 h 324"/>
                  <a:gd name="T16" fmla="*/ 104 w 446"/>
                  <a:gd name="T17" fmla="*/ 26 h 324"/>
                  <a:gd name="T18" fmla="*/ 156 w 446"/>
                  <a:gd name="T19" fmla="*/ 18 h 324"/>
                  <a:gd name="T20" fmla="*/ 182 w 446"/>
                  <a:gd name="T21" fmla="*/ 38 h 324"/>
                  <a:gd name="T22" fmla="*/ 208 w 446"/>
                  <a:gd name="T23" fmla="*/ 68 h 324"/>
                  <a:gd name="T24" fmla="*/ 230 w 446"/>
                  <a:gd name="T25" fmla="*/ 56 h 324"/>
                  <a:gd name="T26" fmla="*/ 256 w 446"/>
                  <a:gd name="T27" fmla="*/ 82 h 324"/>
                  <a:gd name="T28" fmla="*/ 274 w 446"/>
                  <a:gd name="T29" fmla="*/ 116 h 324"/>
                  <a:gd name="T30" fmla="*/ 298 w 446"/>
                  <a:gd name="T31" fmla="*/ 132 h 324"/>
                  <a:gd name="T32" fmla="*/ 290 w 446"/>
                  <a:gd name="T33" fmla="*/ 172 h 324"/>
                  <a:gd name="T34" fmla="*/ 294 w 446"/>
                  <a:gd name="T35" fmla="*/ 210 h 324"/>
                  <a:gd name="T36" fmla="*/ 294 w 446"/>
                  <a:gd name="T37" fmla="*/ 214 h 324"/>
                  <a:gd name="T38" fmla="*/ 316 w 446"/>
                  <a:gd name="T39" fmla="*/ 250 h 324"/>
                  <a:gd name="T40" fmla="*/ 350 w 446"/>
                  <a:gd name="T41" fmla="*/ 262 h 324"/>
                  <a:gd name="T42" fmla="*/ 372 w 446"/>
                  <a:gd name="T43" fmla="*/ 258 h 324"/>
                  <a:gd name="T44" fmla="*/ 390 w 446"/>
                  <a:gd name="T45" fmla="*/ 238 h 324"/>
                  <a:gd name="T46" fmla="*/ 402 w 446"/>
                  <a:gd name="T47" fmla="*/ 210 h 324"/>
                  <a:gd name="T48" fmla="*/ 430 w 446"/>
                  <a:gd name="T49" fmla="*/ 206 h 324"/>
                  <a:gd name="T50" fmla="*/ 442 w 446"/>
                  <a:gd name="T51" fmla="*/ 220 h 324"/>
                  <a:gd name="T52" fmla="*/ 430 w 446"/>
                  <a:gd name="T53" fmla="*/ 242 h 324"/>
                  <a:gd name="T54" fmla="*/ 428 w 446"/>
                  <a:gd name="T55" fmla="*/ 250 h 324"/>
                  <a:gd name="T56" fmla="*/ 410 w 446"/>
                  <a:gd name="T57" fmla="*/ 268 h 324"/>
                  <a:gd name="T58" fmla="*/ 390 w 446"/>
                  <a:gd name="T59" fmla="*/ 290 h 324"/>
                  <a:gd name="T60" fmla="*/ 368 w 446"/>
                  <a:gd name="T61" fmla="*/ 320 h 324"/>
                  <a:gd name="T62" fmla="*/ 346 w 446"/>
                  <a:gd name="T63" fmla="*/ 302 h 324"/>
                  <a:gd name="T64" fmla="*/ 330 w 446"/>
                  <a:gd name="T65" fmla="*/ 294 h 324"/>
                  <a:gd name="T66" fmla="*/ 298 w 446"/>
                  <a:gd name="T67" fmla="*/ 302 h 324"/>
                  <a:gd name="T68" fmla="*/ 264 w 446"/>
                  <a:gd name="T69" fmla="*/ 288 h 324"/>
                  <a:gd name="T70" fmla="*/ 230 w 446"/>
                  <a:gd name="T71" fmla="*/ 268 h 324"/>
                  <a:gd name="T72" fmla="*/ 204 w 446"/>
                  <a:gd name="T73" fmla="*/ 250 h 324"/>
                  <a:gd name="T74" fmla="*/ 178 w 446"/>
                  <a:gd name="T75" fmla="*/ 228 h 324"/>
                  <a:gd name="T76" fmla="*/ 182 w 446"/>
                  <a:gd name="T77" fmla="*/ 198 h 324"/>
                  <a:gd name="T78" fmla="*/ 162 w 446"/>
                  <a:gd name="T79" fmla="*/ 164 h 324"/>
                  <a:gd name="T80" fmla="*/ 144 w 446"/>
                  <a:gd name="T81" fmla="*/ 150 h 324"/>
                  <a:gd name="T82" fmla="*/ 130 w 446"/>
                  <a:gd name="T83" fmla="*/ 134 h 324"/>
                  <a:gd name="T84" fmla="*/ 130 w 446"/>
                  <a:gd name="T85" fmla="*/ 120 h 324"/>
                  <a:gd name="T86" fmla="*/ 106 w 446"/>
                  <a:gd name="T87" fmla="*/ 90 h 324"/>
                  <a:gd name="T88" fmla="*/ 86 w 446"/>
                  <a:gd name="T89" fmla="*/ 72 h 324"/>
                  <a:gd name="T90" fmla="*/ 74 w 446"/>
                  <a:gd name="T91" fmla="*/ 34 h 324"/>
                  <a:gd name="T92" fmla="*/ 48 w 446"/>
                  <a:gd name="T93" fmla="*/ 18 h 324"/>
                  <a:gd name="T94" fmla="*/ 52 w 446"/>
                  <a:gd name="T95" fmla="*/ 46 h 324"/>
                  <a:gd name="T96" fmla="*/ 70 w 446"/>
                  <a:gd name="T97" fmla="*/ 72 h 324"/>
                  <a:gd name="T98" fmla="*/ 90 w 446"/>
                  <a:gd name="T99" fmla="*/ 108 h 324"/>
                  <a:gd name="T100" fmla="*/ 100 w 446"/>
                  <a:gd name="T101" fmla="*/ 128 h 324"/>
                  <a:gd name="T102" fmla="*/ 110 w 446"/>
                  <a:gd name="T103" fmla="*/ 158 h 324"/>
                  <a:gd name="T104" fmla="*/ 122 w 446"/>
                  <a:gd name="T105" fmla="*/ 176 h 324"/>
                  <a:gd name="T106" fmla="*/ 96 w 446"/>
                  <a:gd name="T107" fmla="*/ 154 h 324"/>
                  <a:gd name="T108" fmla="*/ 86 w 446"/>
                  <a:gd name="T109" fmla="*/ 146 h 324"/>
                  <a:gd name="T110" fmla="*/ 104 w 446"/>
                  <a:gd name="T111" fmla="*/ 254 h 324"/>
                  <a:gd name="T112" fmla="*/ 74 w 446"/>
                  <a:gd name="T113" fmla="*/ 72 h 324"/>
                  <a:gd name="T114" fmla="*/ 0 w 446"/>
                  <a:gd name="T115" fmla="*/ 72 h 324"/>
                  <a:gd name="T116" fmla="*/ 44 w 446"/>
                  <a:gd name="T117" fmla="*/ 90 h 324"/>
                  <a:gd name="T118" fmla="*/ 92 w 446"/>
                  <a:gd name="T119" fmla="*/ 154 h 324"/>
                  <a:gd name="T120" fmla="*/ 162 w 446"/>
                  <a:gd name="T121" fmla="*/ 206 h 324"/>
                  <a:gd name="T122" fmla="*/ 442 w 446"/>
                  <a:gd name="T123" fmla="*/ 228 h 324"/>
                  <a:gd name="T124" fmla="*/ 380 w 446"/>
                  <a:gd name="T125" fmla="*/ 254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46" h="324">
                    <a:moveTo>
                      <a:pt x="96" y="154"/>
                    </a:moveTo>
                    <a:lnTo>
                      <a:pt x="92" y="154"/>
                    </a:lnTo>
                    <a:lnTo>
                      <a:pt x="92" y="150"/>
                    </a:lnTo>
                    <a:lnTo>
                      <a:pt x="90" y="150"/>
                    </a:lnTo>
                    <a:lnTo>
                      <a:pt x="90" y="146"/>
                    </a:lnTo>
                    <a:lnTo>
                      <a:pt x="90" y="142"/>
                    </a:lnTo>
                    <a:lnTo>
                      <a:pt x="86" y="142"/>
                    </a:lnTo>
                    <a:lnTo>
                      <a:pt x="86" y="146"/>
                    </a:lnTo>
                    <a:lnTo>
                      <a:pt x="86" y="142"/>
                    </a:lnTo>
                    <a:lnTo>
                      <a:pt x="86" y="138"/>
                    </a:lnTo>
                    <a:lnTo>
                      <a:pt x="90" y="138"/>
                    </a:lnTo>
                    <a:lnTo>
                      <a:pt x="90" y="134"/>
                    </a:lnTo>
                    <a:lnTo>
                      <a:pt x="90" y="132"/>
                    </a:lnTo>
                    <a:lnTo>
                      <a:pt x="90" y="134"/>
                    </a:lnTo>
                    <a:lnTo>
                      <a:pt x="90" y="132"/>
                    </a:lnTo>
                    <a:lnTo>
                      <a:pt x="90" y="128"/>
                    </a:lnTo>
                    <a:lnTo>
                      <a:pt x="86" y="128"/>
                    </a:lnTo>
                    <a:lnTo>
                      <a:pt x="86" y="124"/>
                    </a:lnTo>
                    <a:lnTo>
                      <a:pt x="86" y="120"/>
                    </a:lnTo>
                    <a:lnTo>
                      <a:pt x="82" y="120"/>
                    </a:lnTo>
                    <a:lnTo>
                      <a:pt x="78" y="120"/>
                    </a:lnTo>
                    <a:lnTo>
                      <a:pt x="78" y="116"/>
                    </a:lnTo>
                    <a:lnTo>
                      <a:pt x="74" y="116"/>
                    </a:lnTo>
                    <a:lnTo>
                      <a:pt x="74" y="112"/>
                    </a:lnTo>
                    <a:lnTo>
                      <a:pt x="70" y="112"/>
                    </a:lnTo>
                    <a:lnTo>
                      <a:pt x="70" y="108"/>
                    </a:lnTo>
                    <a:lnTo>
                      <a:pt x="74" y="108"/>
                    </a:lnTo>
                    <a:lnTo>
                      <a:pt x="70" y="108"/>
                    </a:lnTo>
                    <a:lnTo>
                      <a:pt x="70" y="112"/>
                    </a:lnTo>
                    <a:lnTo>
                      <a:pt x="70" y="108"/>
                    </a:lnTo>
                    <a:lnTo>
                      <a:pt x="66" y="108"/>
                    </a:lnTo>
                    <a:lnTo>
                      <a:pt x="66" y="112"/>
                    </a:lnTo>
                    <a:lnTo>
                      <a:pt x="62" y="108"/>
                    </a:lnTo>
                    <a:lnTo>
                      <a:pt x="62" y="104"/>
                    </a:lnTo>
                    <a:lnTo>
                      <a:pt x="60" y="108"/>
                    </a:lnTo>
                    <a:lnTo>
                      <a:pt x="60" y="104"/>
                    </a:lnTo>
                    <a:lnTo>
                      <a:pt x="56" y="104"/>
                    </a:lnTo>
                    <a:lnTo>
                      <a:pt x="56" y="102"/>
                    </a:lnTo>
                    <a:lnTo>
                      <a:pt x="52" y="98"/>
                    </a:lnTo>
                    <a:lnTo>
                      <a:pt x="48" y="98"/>
                    </a:lnTo>
                    <a:lnTo>
                      <a:pt x="48" y="94"/>
                    </a:lnTo>
                    <a:lnTo>
                      <a:pt x="44" y="94"/>
                    </a:lnTo>
                    <a:lnTo>
                      <a:pt x="48" y="90"/>
                    </a:lnTo>
                    <a:lnTo>
                      <a:pt x="48" y="94"/>
                    </a:lnTo>
                    <a:lnTo>
                      <a:pt x="52" y="94"/>
                    </a:lnTo>
                    <a:lnTo>
                      <a:pt x="56" y="94"/>
                    </a:lnTo>
                    <a:lnTo>
                      <a:pt x="60" y="94"/>
                    </a:lnTo>
                    <a:lnTo>
                      <a:pt x="56" y="90"/>
                    </a:lnTo>
                    <a:lnTo>
                      <a:pt x="60" y="90"/>
                    </a:lnTo>
                    <a:lnTo>
                      <a:pt x="60" y="86"/>
                    </a:lnTo>
                    <a:lnTo>
                      <a:pt x="60" y="90"/>
                    </a:lnTo>
                    <a:lnTo>
                      <a:pt x="60" y="86"/>
                    </a:lnTo>
                    <a:lnTo>
                      <a:pt x="60" y="82"/>
                    </a:lnTo>
                    <a:lnTo>
                      <a:pt x="60" y="78"/>
                    </a:lnTo>
                    <a:lnTo>
                      <a:pt x="60" y="74"/>
                    </a:lnTo>
                    <a:lnTo>
                      <a:pt x="56" y="74"/>
                    </a:lnTo>
                    <a:lnTo>
                      <a:pt x="56" y="72"/>
                    </a:lnTo>
                    <a:lnTo>
                      <a:pt x="52" y="72"/>
                    </a:lnTo>
                    <a:lnTo>
                      <a:pt x="52" y="68"/>
                    </a:lnTo>
                    <a:lnTo>
                      <a:pt x="48" y="64"/>
                    </a:lnTo>
                    <a:lnTo>
                      <a:pt x="44" y="64"/>
                    </a:lnTo>
                    <a:lnTo>
                      <a:pt x="44" y="60"/>
                    </a:lnTo>
                    <a:lnTo>
                      <a:pt x="40" y="60"/>
                    </a:lnTo>
                    <a:lnTo>
                      <a:pt x="36" y="56"/>
                    </a:lnTo>
                    <a:lnTo>
                      <a:pt x="36" y="52"/>
                    </a:lnTo>
                    <a:lnTo>
                      <a:pt x="36" y="48"/>
                    </a:lnTo>
                    <a:lnTo>
                      <a:pt x="36" y="46"/>
                    </a:lnTo>
                    <a:lnTo>
                      <a:pt x="32" y="46"/>
                    </a:lnTo>
                    <a:lnTo>
                      <a:pt x="32" y="42"/>
                    </a:lnTo>
                    <a:lnTo>
                      <a:pt x="32" y="46"/>
                    </a:lnTo>
                    <a:lnTo>
                      <a:pt x="32" y="42"/>
                    </a:lnTo>
                    <a:lnTo>
                      <a:pt x="32" y="38"/>
                    </a:lnTo>
                    <a:lnTo>
                      <a:pt x="30" y="34"/>
                    </a:lnTo>
                    <a:lnTo>
                      <a:pt x="30" y="30"/>
                    </a:lnTo>
                    <a:lnTo>
                      <a:pt x="26" y="30"/>
                    </a:lnTo>
                    <a:lnTo>
                      <a:pt x="26" y="26"/>
                    </a:lnTo>
                    <a:lnTo>
                      <a:pt x="22" y="22"/>
                    </a:lnTo>
                    <a:lnTo>
                      <a:pt x="26" y="18"/>
                    </a:lnTo>
                    <a:lnTo>
                      <a:pt x="22" y="18"/>
                    </a:lnTo>
                    <a:lnTo>
                      <a:pt x="22" y="16"/>
                    </a:lnTo>
                    <a:lnTo>
                      <a:pt x="18" y="16"/>
                    </a:lnTo>
                    <a:lnTo>
                      <a:pt x="18" y="12"/>
                    </a:lnTo>
                    <a:lnTo>
                      <a:pt x="18" y="8"/>
                    </a:lnTo>
                    <a:lnTo>
                      <a:pt x="18" y="4"/>
                    </a:lnTo>
                    <a:lnTo>
                      <a:pt x="22" y="4"/>
                    </a:lnTo>
                    <a:lnTo>
                      <a:pt x="26" y="4"/>
                    </a:lnTo>
                    <a:lnTo>
                      <a:pt x="30" y="4"/>
                    </a:lnTo>
                    <a:lnTo>
                      <a:pt x="32" y="4"/>
                    </a:lnTo>
                    <a:lnTo>
                      <a:pt x="36" y="4"/>
                    </a:lnTo>
                    <a:lnTo>
                      <a:pt x="40" y="4"/>
                    </a:lnTo>
                    <a:lnTo>
                      <a:pt x="44" y="4"/>
                    </a:lnTo>
                    <a:lnTo>
                      <a:pt x="48" y="0"/>
                    </a:lnTo>
                    <a:lnTo>
                      <a:pt x="52" y="0"/>
                    </a:lnTo>
                    <a:lnTo>
                      <a:pt x="52" y="4"/>
                    </a:lnTo>
                    <a:lnTo>
                      <a:pt x="48" y="4"/>
                    </a:lnTo>
                    <a:lnTo>
                      <a:pt x="52" y="8"/>
                    </a:lnTo>
                    <a:lnTo>
                      <a:pt x="56" y="8"/>
                    </a:lnTo>
                    <a:lnTo>
                      <a:pt x="60" y="12"/>
                    </a:lnTo>
                    <a:lnTo>
                      <a:pt x="62" y="12"/>
                    </a:lnTo>
                    <a:lnTo>
                      <a:pt x="66" y="12"/>
                    </a:lnTo>
                    <a:lnTo>
                      <a:pt x="70" y="16"/>
                    </a:lnTo>
                    <a:lnTo>
                      <a:pt x="74" y="16"/>
                    </a:lnTo>
                    <a:lnTo>
                      <a:pt x="78" y="16"/>
                    </a:lnTo>
                    <a:lnTo>
                      <a:pt x="82" y="18"/>
                    </a:lnTo>
                    <a:lnTo>
                      <a:pt x="86" y="18"/>
                    </a:lnTo>
                    <a:lnTo>
                      <a:pt x="90" y="22"/>
                    </a:lnTo>
                    <a:lnTo>
                      <a:pt x="96" y="26"/>
                    </a:lnTo>
                    <a:lnTo>
                      <a:pt x="104" y="26"/>
                    </a:lnTo>
                    <a:lnTo>
                      <a:pt x="110" y="26"/>
                    </a:lnTo>
                    <a:lnTo>
                      <a:pt x="114" y="26"/>
                    </a:lnTo>
                    <a:lnTo>
                      <a:pt x="118" y="26"/>
                    </a:lnTo>
                    <a:lnTo>
                      <a:pt x="122" y="26"/>
                    </a:lnTo>
                    <a:lnTo>
                      <a:pt x="130" y="26"/>
                    </a:lnTo>
                    <a:lnTo>
                      <a:pt x="132" y="26"/>
                    </a:lnTo>
                    <a:lnTo>
                      <a:pt x="140" y="26"/>
                    </a:lnTo>
                    <a:lnTo>
                      <a:pt x="140" y="22"/>
                    </a:lnTo>
                    <a:lnTo>
                      <a:pt x="140" y="18"/>
                    </a:lnTo>
                    <a:lnTo>
                      <a:pt x="148" y="18"/>
                    </a:lnTo>
                    <a:lnTo>
                      <a:pt x="152" y="18"/>
                    </a:lnTo>
                    <a:lnTo>
                      <a:pt x="156" y="18"/>
                    </a:lnTo>
                    <a:lnTo>
                      <a:pt x="160" y="18"/>
                    </a:lnTo>
                    <a:lnTo>
                      <a:pt x="162" y="18"/>
                    </a:lnTo>
                    <a:lnTo>
                      <a:pt x="166" y="18"/>
                    </a:lnTo>
                    <a:lnTo>
                      <a:pt x="166" y="22"/>
                    </a:lnTo>
                    <a:lnTo>
                      <a:pt x="170" y="22"/>
                    </a:lnTo>
                    <a:lnTo>
                      <a:pt x="170" y="26"/>
                    </a:lnTo>
                    <a:lnTo>
                      <a:pt x="174" y="26"/>
                    </a:lnTo>
                    <a:lnTo>
                      <a:pt x="174" y="30"/>
                    </a:lnTo>
                    <a:lnTo>
                      <a:pt x="178" y="30"/>
                    </a:lnTo>
                    <a:lnTo>
                      <a:pt x="178" y="34"/>
                    </a:lnTo>
                    <a:lnTo>
                      <a:pt x="182" y="34"/>
                    </a:lnTo>
                    <a:lnTo>
                      <a:pt x="182" y="38"/>
                    </a:lnTo>
                    <a:lnTo>
                      <a:pt x="186" y="38"/>
                    </a:lnTo>
                    <a:lnTo>
                      <a:pt x="188" y="42"/>
                    </a:lnTo>
                    <a:lnTo>
                      <a:pt x="188" y="46"/>
                    </a:lnTo>
                    <a:lnTo>
                      <a:pt x="192" y="48"/>
                    </a:lnTo>
                    <a:lnTo>
                      <a:pt x="192" y="52"/>
                    </a:lnTo>
                    <a:lnTo>
                      <a:pt x="192" y="56"/>
                    </a:lnTo>
                    <a:lnTo>
                      <a:pt x="196" y="60"/>
                    </a:lnTo>
                    <a:lnTo>
                      <a:pt x="200" y="60"/>
                    </a:lnTo>
                    <a:lnTo>
                      <a:pt x="200" y="64"/>
                    </a:lnTo>
                    <a:lnTo>
                      <a:pt x="204" y="64"/>
                    </a:lnTo>
                    <a:lnTo>
                      <a:pt x="204" y="68"/>
                    </a:lnTo>
                    <a:lnTo>
                      <a:pt x="208" y="68"/>
                    </a:lnTo>
                    <a:lnTo>
                      <a:pt x="212" y="72"/>
                    </a:lnTo>
                    <a:lnTo>
                      <a:pt x="216" y="72"/>
                    </a:lnTo>
                    <a:lnTo>
                      <a:pt x="216" y="68"/>
                    </a:lnTo>
                    <a:lnTo>
                      <a:pt x="218" y="68"/>
                    </a:lnTo>
                    <a:lnTo>
                      <a:pt x="218" y="64"/>
                    </a:lnTo>
                    <a:lnTo>
                      <a:pt x="218" y="60"/>
                    </a:lnTo>
                    <a:lnTo>
                      <a:pt x="218" y="56"/>
                    </a:lnTo>
                    <a:lnTo>
                      <a:pt x="222" y="56"/>
                    </a:lnTo>
                    <a:lnTo>
                      <a:pt x="226" y="56"/>
                    </a:lnTo>
                    <a:lnTo>
                      <a:pt x="226" y="52"/>
                    </a:lnTo>
                    <a:lnTo>
                      <a:pt x="226" y="56"/>
                    </a:lnTo>
                    <a:lnTo>
                      <a:pt x="230" y="56"/>
                    </a:lnTo>
                    <a:lnTo>
                      <a:pt x="234" y="56"/>
                    </a:lnTo>
                    <a:lnTo>
                      <a:pt x="238" y="56"/>
                    </a:lnTo>
                    <a:lnTo>
                      <a:pt x="238" y="60"/>
                    </a:lnTo>
                    <a:lnTo>
                      <a:pt x="242" y="60"/>
                    </a:lnTo>
                    <a:lnTo>
                      <a:pt x="244" y="60"/>
                    </a:lnTo>
                    <a:lnTo>
                      <a:pt x="244" y="64"/>
                    </a:lnTo>
                    <a:lnTo>
                      <a:pt x="248" y="68"/>
                    </a:lnTo>
                    <a:lnTo>
                      <a:pt x="248" y="72"/>
                    </a:lnTo>
                    <a:lnTo>
                      <a:pt x="252" y="74"/>
                    </a:lnTo>
                    <a:lnTo>
                      <a:pt x="252" y="78"/>
                    </a:lnTo>
                    <a:lnTo>
                      <a:pt x="252" y="82"/>
                    </a:lnTo>
                    <a:lnTo>
                      <a:pt x="256" y="82"/>
                    </a:lnTo>
                    <a:lnTo>
                      <a:pt x="256" y="86"/>
                    </a:lnTo>
                    <a:lnTo>
                      <a:pt x="260" y="90"/>
                    </a:lnTo>
                    <a:lnTo>
                      <a:pt x="260" y="94"/>
                    </a:lnTo>
                    <a:lnTo>
                      <a:pt x="264" y="94"/>
                    </a:lnTo>
                    <a:lnTo>
                      <a:pt x="264" y="98"/>
                    </a:lnTo>
                    <a:lnTo>
                      <a:pt x="268" y="98"/>
                    </a:lnTo>
                    <a:lnTo>
                      <a:pt x="268" y="102"/>
                    </a:lnTo>
                    <a:lnTo>
                      <a:pt x="268" y="104"/>
                    </a:lnTo>
                    <a:lnTo>
                      <a:pt x="268" y="108"/>
                    </a:lnTo>
                    <a:lnTo>
                      <a:pt x="272" y="112"/>
                    </a:lnTo>
                    <a:lnTo>
                      <a:pt x="272" y="116"/>
                    </a:lnTo>
                    <a:lnTo>
                      <a:pt x="274" y="116"/>
                    </a:lnTo>
                    <a:lnTo>
                      <a:pt x="274" y="120"/>
                    </a:lnTo>
                    <a:lnTo>
                      <a:pt x="278" y="120"/>
                    </a:lnTo>
                    <a:lnTo>
                      <a:pt x="282" y="120"/>
                    </a:lnTo>
                    <a:lnTo>
                      <a:pt x="282" y="124"/>
                    </a:lnTo>
                    <a:lnTo>
                      <a:pt x="286" y="124"/>
                    </a:lnTo>
                    <a:lnTo>
                      <a:pt x="290" y="124"/>
                    </a:lnTo>
                    <a:lnTo>
                      <a:pt x="294" y="124"/>
                    </a:lnTo>
                    <a:lnTo>
                      <a:pt x="294" y="128"/>
                    </a:lnTo>
                    <a:lnTo>
                      <a:pt x="298" y="128"/>
                    </a:lnTo>
                    <a:lnTo>
                      <a:pt x="298" y="124"/>
                    </a:lnTo>
                    <a:lnTo>
                      <a:pt x="298" y="128"/>
                    </a:lnTo>
                    <a:lnTo>
                      <a:pt x="298" y="132"/>
                    </a:lnTo>
                    <a:lnTo>
                      <a:pt x="298" y="134"/>
                    </a:lnTo>
                    <a:lnTo>
                      <a:pt x="294" y="138"/>
                    </a:lnTo>
                    <a:lnTo>
                      <a:pt x="294" y="142"/>
                    </a:lnTo>
                    <a:lnTo>
                      <a:pt x="294" y="146"/>
                    </a:lnTo>
                    <a:lnTo>
                      <a:pt x="294" y="150"/>
                    </a:lnTo>
                    <a:lnTo>
                      <a:pt x="290" y="150"/>
                    </a:lnTo>
                    <a:lnTo>
                      <a:pt x="290" y="154"/>
                    </a:lnTo>
                    <a:lnTo>
                      <a:pt x="290" y="158"/>
                    </a:lnTo>
                    <a:lnTo>
                      <a:pt x="290" y="160"/>
                    </a:lnTo>
                    <a:lnTo>
                      <a:pt x="290" y="164"/>
                    </a:lnTo>
                    <a:lnTo>
                      <a:pt x="290" y="168"/>
                    </a:lnTo>
                    <a:lnTo>
                      <a:pt x="290" y="172"/>
                    </a:lnTo>
                    <a:lnTo>
                      <a:pt x="290" y="176"/>
                    </a:lnTo>
                    <a:lnTo>
                      <a:pt x="290" y="180"/>
                    </a:lnTo>
                    <a:lnTo>
                      <a:pt x="290" y="184"/>
                    </a:lnTo>
                    <a:lnTo>
                      <a:pt x="290" y="188"/>
                    </a:lnTo>
                    <a:lnTo>
                      <a:pt x="290" y="190"/>
                    </a:lnTo>
                    <a:lnTo>
                      <a:pt x="290" y="194"/>
                    </a:lnTo>
                    <a:lnTo>
                      <a:pt x="290" y="198"/>
                    </a:lnTo>
                    <a:lnTo>
                      <a:pt x="294" y="198"/>
                    </a:lnTo>
                    <a:lnTo>
                      <a:pt x="294" y="202"/>
                    </a:lnTo>
                    <a:lnTo>
                      <a:pt x="298" y="202"/>
                    </a:lnTo>
                    <a:lnTo>
                      <a:pt x="298" y="206"/>
                    </a:lnTo>
                    <a:lnTo>
                      <a:pt x="294" y="210"/>
                    </a:lnTo>
                    <a:lnTo>
                      <a:pt x="294" y="206"/>
                    </a:lnTo>
                    <a:lnTo>
                      <a:pt x="298" y="206"/>
                    </a:lnTo>
                    <a:lnTo>
                      <a:pt x="294" y="206"/>
                    </a:lnTo>
                    <a:lnTo>
                      <a:pt x="294" y="202"/>
                    </a:lnTo>
                    <a:lnTo>
                      <a:pt x="294" y="198"/>
                    </a:lnTo>
                    <a:lnTo>
                      <a:pt x="290" y="198"/>
                    </a:lnTo>
                    <a:lnTo>
                      <a:pt x="290" y="194"/>
                    </a:lnTo>
                    <a:lnTo>
                      <a:pt x="290" y="198"/>
                    </a:lnTo>
                    <a:lnTo>
                      <a:pt x="290" y="202"/>
                    </a:lnTo>
                    <a:lnTo>
                      <a:pt x="294" y="206"/>
                    </a:lnTo>
                    <a:lnTo>
                      <a:pt x="294" y="210"/>
                    </a:lnTo>
                    <a:lnTo>
                      <a:pt x="294" y="214"/>
                    </a:lnTo>
                    <a:lnTo>
                      <a:pt x="298" y="214"/>
                    </a:lnTo>
                    <a:lnTo>
                      <a:pt x="298" y="218"/>
                    </a:lnTo>
                    <a:lnTo>
                      <a:pt x="298" y="220"/>
                    </a:lnTo>
                    <a:lnTo>
                      <a:pt x="302" y="220"/>
                    </a:lnTo>
                    <a:lnTo>
                      <a:pt x="304" y="228"/>
                    </a:lnTo>
                    <a:lnTo>
                      <a:pt x="308" y="232"/>
                    </a:lnTo>
                    <a:lnTo>
                      <a:pt x="308" y="234"/>
                    </a:lnTo>
                    <a:lnTo>
                      <a:pt x="308" y="238"/>
                    </a:lnTo>
                    <a:lnTo>
                      <a:pt x="312" y="242"/>
                    </a:lnTo>
                    <a:lnTo>
                      <a:pt x="312" y="246"/>
                    </a:lnTo>
                    <a:lnTo>
                      <a:pt x="316" y="246"/>
                    </a:lnTo>
                    <a:lnTo>
                      <a:pt x="316" y="250"/>
                    </a:lnTo>
                    <a:lnTo>
                      <a:pt x="316" y="254"/>
                    </a:lnTo>
                    <a:lnTo>
                      <a:pt x="320" y="254"/>
                    </a:lnTo>
                    <a:lnTo>
                      <a:pt x="324" y="254"/>
                    </a:lnTo>
                    <a:lnTo>
                      <a:pt x="328" y="254"/>
                    </a:lnTo>
                    <a:lnTo>
                      <a:pt x="328" y="258"/>
                    </a:lnTo>
                    <a:lnTo>
                      <a:pt x="330" y="258"/>
                    </a:lnTo>
                    <a:lnTo>
                      <a:pt x="330" y="262"/>
                    </a:lnTo>
                    <a:lnTo>
                      <a:pt x="334" y="264"/>
                    </a:lnTo>
                    <a:lnTo>
                      <a:pt x="338" y="264"/>
                    </a:lnTo>
                    <a:lnTo>
                      <a:pt x="342" y="262"/>
                    </a:lnTo>
                    <a:lnTo>
                      <a:pt x="346" y="262"/>
                    </a:lnTo>
                    <a:lnTo>
                      <a:pt x="350" y="262"/>
                    </a:lnTo>
                    <a:lnTo>
                      <a:pt x="350" y="258"/>
                    </a:lnTo>
                    <a:lnTo>
                      <a:pt x="346" y="262"/>
                    </a:lnTo>
                    <a:lnTo>
                      <a:pt x="350" y="258"/>
                    </a:lnTo>
                    <a:lnTo>
                      <a:pt x="354" y="258"/>
                    </a:lnTo>
                    <a:lnTo>
                      <a:pt x="354" y="262"/>
                    </a:lnTo>
                    <a:lnTo>
                      <a:pt x="358" y="262"/>
                    </a:lnTo>
                    <a:lnTo>
                      <a:pt x="358" y="258"/>
                    </a:lnTo>
                    <a:lnTo>
                      <a:pt x="360" y="258"/>
                    </a:lnTo>
                    <a:lnTo>
                      <a:pt x="364" y="254"/>
                    </a:lnTo>
                    <a:lnTo>
                      <a:pt x="368" y="254"/>
                    </a:lnTo>
                    <a:lnTo>
                      <a:pt x="372" y="254"/>
                    </a:lnTo>
                    <a:lnTo>
                      <a:pt x="372" y="258"/>
                    </a:lnTo>
                    <a:lnTo>
                      <a:pt x="376" y="258"/>
                    </a:lnTo>
                    <a:lnTo>
                      <a:pt x="372" y="258"/>
                    </a:lnTo>
                    <a:lnTo>
                      <a:pt x="376" y="262"/>
                    </a:lnTo>
                    <a:lnTo>
                      <a:pt x="376" y="258"/>
                    </a:lnTo>
                    <a:lnTo>
                      <a:pt x="380" y="258"/>
                    </a:lnTo>
                    <a:lnTo>
                      <a:pt x="384" y="254"/>
                    </a:lnTo>
                    <a:lnTo>
                      <a:pt x="380" y="254"/>
                    </a:lnTo>
                    <a:lnTo>
                      <a:pt x="380" y="250"/>
                    </a:lnTo>
                    <a:lnTo>
                      <a:pt x="384" y="250"/>
                    </a:lnTo>
                    <a:lnTo>
                      <a:pt x="386" y="246"/>
                    </a:lnTo>
                    <a:lnTo>
                      <a:pt x="390" y="242"/>
                    </a:lnTo>
                    <a:lnTo>
                      <a:pt x="390" y="238"/>
                    </a:lnTo>
                    <a:lnTo>
                      <a:pt x="390" y="234"/>
                    </a:lnTo>
                    <a:lnTo>
                      <a:pt x="394" y="232"/>
                    </a:lnTo>
                    <a:lnTo>
                      <a:pt x="394" y="228"/>
                    </a:lnTo>
                    <a:lnTo>
                      <a:pt x="394" y="224"/>
                    </a:lnTo>
                    <a:lnTo>
                      <a:pt x="394" y="220"/>
                    </a:lnTo>
                    <a:lnTo>
                      <a:pt x="394" y="218"/>
                    </a:lnTo>
                    <a:lnTo>
                      <a:pt x="394" y="214"/>
                    </a:lnTo>
                    <a:lnTo>
                      <a:pt x="394" y="218"/>
                    </a:lnTo>
                    <a:lnTo>
                      <a:pt x="394" y="214"/>
                    </a:lnTo>
                    <a:lnTo>
                      <a:pt x="398" y="214"/>
                    </a:lnTo>
                    <a:lnTo>
                      <a:pt x="398" y="210"/>
                    </a:lnTo>
                    <a:lnTo>
                      <a:pt x="402" y="210"/>
                    </a:lnTo>
                    <a:lnTo>
                      <a:pt x="406" y="210"/>
                    </a:lnTo>
                    <a:lnTo>
                      <a:pt x="410" y="210"/>
                    </a:lnTo>
                    <a:lnTo>
                      <a:pt x="414" y="206"/>
                    </a:lnTo>
                    <a:lnTo>
                      <a:pt x="416" y="206"/>
                    </a:lnTo>
                    <a:lnTo>
                      <a:pt x="420" y="206"/>
                    </a:lnTo>
                    <a:lnTo>
                      <a:pt x="424" y="206"/>
                    </a:lnTo>
                    <a:lnTo>
                      <a:pt x="428" y="202"/>
                    </a:lnTo>
                    <a:lnTo>
                      <a:pt x="424" y="202"/>
                    </a:lnTo>
                    <a:lnTo>
                      <a:pt x="424" y="206"/>
                    </a:lnTo>
                    <a:lnTo>
                      <a:pt x="424" y="202"/>
                    </a:lnTo>
                    <a:lnTo>
                      <a:pt x="428" y="202"/>
                    </a:lnTo>
                    <a:lnTo>
                      <a:pt x="430" y="206"/>
                    </a:lnTo>
                    <a:lnTo>
                      <a:pt x="434" y="206"/>
                    </a:lnTo>
                    <a:lnTo>
                      <a:pt x="438" y="206"/>
                    </a:lnTo>
                    <a:lnTo>
                      <a:pt x="434" y="206"/>
                    </a:lnTo>
                    <a:lnTo>
                      <a:pt x="438" y="206"/>
                    </a:lnTo>
                    <a:lnTo>
                      <a:pt x="438" y="202"/>
                    </a:lnTo>
                    <a:lnTo>
                      <a:pt x="442" y="202"/>
                    </a:lnTo>
                    <a:lnTo>
                      <a:pt x="442" y="206"/>
                    </a:lnTo>
                    <a:lnTo>
                      <a:pt x="446" y="206"/>
                    </a:lnTo>
                    <a:lnTo>
                      <a:pt x="446" y="210"/>
                    </a:lnTo>
                    <a:lnTo>
                      <a:pt x="446" y="214"/>
                    </a:lnTo>
                    <a:lnTo>
                      <a:pt x="442" y="218"/>
                    </a:lnTo>
                    <a:lnTo>
                      <a:pt x="442" y="220"/>
                    </a:lnTo>
                    <a:lnTo>
                      <a:pt x="438" y="220"/>
                    </a:lnTo>
                    <a:lnTo>
                      <a:pt x="438" y="224"/>
                    </a:lnTo>
                    <a:lnTo>
                      <a:pt x="434" y="228"/>
                    </a:lnTo>
                    <a:lnTo>
                      <a:pt x="434" y="232"/>
                    </a:lnTo>
                    <a:lnTo>
                      <a:pt x="434" y="234"/>
                    </a:lnTo>
                    <a:lnTo>
                      <a:pt x="434" y="232"/>
                    </a:lnTo>
                    <a:lnTo>
                      <a:pt x="434" y="234"/>
                    </a:lnTo>
                    <a:lnTo>
                      <a:pt x="430" y="234"/>
                    </a:lnTo>
                    <a:lnTo>
                      <a:pt x="430" y="238"/>
                    </a:lnTo>
                    <a:lnTo>
                      <a:pt x="434" y="238"/>
                    </a:lnTo>
                    <a:lnTo>
                      <a:pt x="434" y="242"/>
                    </a:lnTo>
                    <a:lnTo>
                      <a:pt x="430" y="242"/>
                    </a:lnTo>
                    <a:lnTo>
                      <a:pt x="430" y="246"/>
                    </a:lnTo>
                    <a:lnTo>
                      <a:pt x="434" y="242"/>
                    </a:lnTo>
                    <a:lnTo>
                      <a:pt x="434" y="246"/>
                    </a:lnTo>
                    <a:lnTo>
                      <a:pt x="434" y="250"/>
                    </a:lnTo>
                    <a:lnTo>
                      <a:pt x="430" y="250"/>
                    </a:lnTo>
                    <a:lnTo>
                      <a:pt x="430" y="254"/>
                    </a:lnTo>
                    <a:lnTo>
                      <a:pt x="430" y="258"/>
                    </a:lnTo>
                    <a:lnTo>
                      <a:pt x="430" y="262"/>
                    </a:lnTo>
                    <a:lnTo>
                      <a:pt x="428" y="262"/>
                    </a:lnTo>
                    <a:lnTo>
                      <a:pt x="428" y="258"/>
                    </a:lnTo>
                    <a:lnTo>
                      <a:pt x="428" y="254"/>
                    </a:lnTo>
                    <a:lnTo>
                      <a:pt x="428" y="250"/>
                    </a:lnTo>
                    <a:lnTo>
                      <a:pt x="428" y="254"/>
                    </a:lnTo>
                    <a:lnTo>
                      <a:pt x="424" y="254"/>
                    </a:lnTo>
                    <a:lnTo>
                      <a:pt x="424" y="258"/>
                    </a:lnTo>
                    <a:lnTo>
                      <a:pt x="420" y="258"/>
                    </a:lnTo>
                    <a:lnTo>
                      <a:pt x="420" y="262"/>
                    </a:lnTo>
                    <a:lnTo>
                      <a:pt x="416" y="262"/>
                    </a:lnTo>
                    <a:lnTo>
                      <a:pt x="416" y="264"/>
                    </a:lnTo>
                    <a:lnTo>
                      <a:pt x="416" y="268"/>
                    </a:lnTo>
                    <a:lnTo>
                      <a:pt x="414" y="268"/>
                    </a:lnTo>
                    <a:lnTo>
                      <a:pt x="414" y="264"/>
                    </a:lnTo>
                    <a:lnTo>
                      <a:pt x="414" y="268"/>
                    </a:lnTo>
                    <a:lnTo>
                      <a:pt x="410" y="268"/>
                    </a:lnTo>
                    <a:lnTo>
                      <a:pt x="402" y="268"/>
                    </a:lnTo>
                    <a:lnTo>
                      <a:pt x="398" y="268"/>
                    </a:lnTo>
                    <a:lnTo>
                      <a:pt x="390" y="268"/>
                    </a:lnTo>
                    <a:lnTo>
                      <a:pt x="386" y="268"/>
                    </a:lnTo>
                    <a:lnTo>
                      <a:pt x="386" y="272"/>
                    </a:lnTo>
                    <a:lnTo>
                      <a:pt x="386" y="280"/>
                    </a:lnTo>
                    <a:lnTo>
                      <a:pt x="380" y="280"/>
                    </a:lnTo>
                    <a:lnTo>
                      <a:pt x="384" y="280"/>
                    </a:lnTo>
                    <a:lnTo>
                      <a:pt x="384" y="284"/>
                    </a:lnTo>
                    <a:lnTo>
                      <a:pt x="386" y="288"/>
                    </a:lnTo>
                    <a:lnTo>
                      <a:pt x="390" y="288"/>
                    </a:lnTo>
                    <a:lnTo>
                      <a:pt x="390" y="290"/>
                    </a:lnTo>
                    <a:lnTo>
                      <a:pt x="390" y="294"/>
                    </a:lnTo>
                    <a:lnTo>
                      <a:pt x="394" y="294"/>
                    </a:lnTo>
                    <a:lnTo>
                      <a:pt x="394" y="298"/>
                    </a:lnTo>
                    <a:lnTo>
                      <a:pt x="390" y="298"/>
                    </a:lnTo>
                    <a:lnTo>
                      <a:pt x="386" y="298"/>
                    </a:lnTo>
                    <a:lnTo>
                      <a:pt x="380" y="298"/>
                    </a:lnTo>
                    <a:lnTo>
                      <a:pt x="376" y="298"/>
                    </a:lnTo>
                    <a:lnTo>
                      <a:pt x="376" y="302"/>
                    </a:lnTo>
                    <a:lnTo>
                      <a:pt x="368" y="310"/>
                    </a:lnTo>
                    <a:lnTo>
                      <a:pt x="368" y="314"/>
                    </a:lnTo>
                    <a:lnTo>
                      <a:pt x="372" y="318"/>
                    </a:lnTo>
                    <a:lnTo>
                      <a:pt x="368" y="320"/>
                    </a:lnTo>
                    <a:lnTo>
                      <a:pt x="368" y="324"/>
                    </a:lnTo>
                    <a:lnTo>
                      <a:pt x="364" y="324"/>
                    </a:lnTo>
                    <a:lnTo>
                      <a:pt x="364" y="320"/>
                    </a:lnTo>
                    <a:lnTo>
                      <a:pt x="360" y="320"/>
                    </a:lnTo>
                    <a:lnTo>
                      <a:pt x="360" y="318"/>
                    </a:lnTo>
                    <a:lnTo>
                      <a:pt x="360" y="314"/>
                    </a:lnTo>
                    <a:lnTo>
                      <a:pt x="358" y="314"/>
                    </a:lnTo>
                    <a:lnTo>
                      <a:pt x="358" y="310"/>
                    </a:lnTo>
                    <a:lnTo>
                      <a:pt x="354" y="310"/>
                    </a:lnTo>
                    <a:lnTo>
                      <a:pt x="354" y="306"/>
                    </a:lnTo>
                    <a:lnTo>
                      <a:pt x="350" y="306"/>
                    </a:lnTo>
                    <a:lnTo>
                      <a:pt x="346" y="302"/>
                    </a:lnTo>
                    <a:lnTo>
                      <a:pt x="346" y="298"/>
                    </a:lnTo>
                    <a:lnTo>
                      <a:pt x="342" y="298"/>
                    </a:lnTo>
                    <a:lnTo>
                      <a:pt x="338" y="298"/>
                    </a:lnTo>
                    <a:lnTo>
                      <a:pt x="338" y="294"/>
                    </a:lnTo>
                    <a:lnTo>
                      <a:pt x="338" y="298"/>
                    </a:lnTo>
                    <a:lnTo>
                      <a:pt x="342" y="298"/>
                    </a:lnTo>
                    <a:lnTo>
                      <a:pt x="342" y="302"/>
                    </a:lnTo>
                    <a:lnTo>
                      <a:pt x="338" y="298"/>
                    </a:lnTo>
                    <a:lnTo>
                      <a:pt x="334" y="298"/>
                    </a:lnTo>
                    <a:lnTo>
                      <a:pt x="334" y="294"/>
                    </a:lnTo>
                    <a:lnTo>
                      <a:pt x="330" y="298"/>
                    </a:lnTo>
                    <a:lnTo>
                      <a:pt x="330" y="294"/>
                    </a:lnTo>
                    <a:lnTo>
                      <a:pt x="328" y="294"/>
                    </a:lnTo>
                    <a:lnTo>
                      <a:pt x="328" y="298"/>
                    </a:lnTo>
                    <a:lnTo>
                      <a:pt x="330" y="298"/>
                    </a:lnTo>
                    <a:lnTo>
                      <a:pt x="328" y="298"/>
                    </a:lnTo>
                    <a:lnTo>
                      <a:pt x="324" y="302"/>
                    </a:lnTo>
                    <a:lnTo>
                      <a:pt x="320" y="302"/>
                    </a:lnTo>
                    <a:lnTo>
                      <a:pt x="316" y="306"/>
                    </a:lnTo>
                    <a:lnTo>
                      <a:pt x="312" y="306"/>
                    </a:lnTo>
                    <a:lnTo>
                      <a:pt x="308" y="306"/>
                    </a:lnTo>
                    <a:lnTo>
                      <a:pt x="304" y="306"/>
                    </a:lnTo>
                    <a:lnTo>
                      <a:pt x="302" y="302"/>
                    </a:lnTo>
                    <a:lnTo>
                      <a:pt x="298" y="302"/>
                    </a:lnTo>
                    <a:lnTo>
                      <a:pt x="294" y="302"/>
                    </a:lnTo>
                    <a:lnTo>
                      <a:pt x="290" y="302"/>
                    </a:lnTo>
                    <a:lnTo>
                      <a:pt x="286" y="298"/>
                    </a:lnTo>
                    <a:lnTo>
                      <a:pt x="282" y="298"/>
                    </a:lnTo>
                    <a:lnTo>
                      <a:pt x="282" y="294"/>
                    </a:lnTo>
                    <a:lnTo>
                      <a:pt x="278" y="294"/>
                    </a:lnTo>
                    <a:lnTo>
                      <a:pt x="274" y="294"/>
                    </a:lnTo>
                    <a:lnTo>
                      <a:pt x="274" y="290"/>
                    </a:lnTo>
                    <a:lnTo>
                      <a:pt x="272" y="290"/>
                    </a:lnTo>
                    <a:lnTo>
                      <a:pt x="268" y="290"/>
                    </a:lnTo>
                    <a:lnTo>
                      <a:pt x="264" y="290"/>
                    </a:lnTo>
                    <a:lnTo>
                      <a:pt x="264" y="288"/>
                    </a:lnTo>
                    <a:lnTo>
                      <a:pt x="260" y="288"/>
                    </a:lnTo>
                    <a:lnTo>
                      <a:pt x="256" y="284"/>
                    </a:lnTo>
                    <a:lnTo>
                      <a:pt x="252" y="284"/>
                    </a:lnTo>
                    <a:lnTo>
                      <a:pt x="248" y="280"/>
                    </a:lnTo>
                    <a:lnTo>
                      <a:pt x="244" y="280"/>
                    </a:lnTo>
                    <a:lnTo>
                      <a:pt x="242" y="280"/>
                    </a:lnTo>
                    <a:lnTo>
                      <a:pt x="242" y="276"/>
                    </a:lnTo>
                    <a:lnTo>
                      <a:pt x="238" y="276"/>
                    </a:lnTo>
                    <a:lnTo>
                      <a:pt x="238" y="272"/>
                    </a:lnTo>
                    <a:lnTo>
                      <a:pt x="234" y="272"/>
                    </a:lnTo>
                    <a:lnTo>
                      <a:pt x="234" y="268"/>
                    </a:lnTo>
                    <a:lnTo>
                      <a:pt x="230" y="268"/>
                    </a:lnTo>
                    <a:lnTo>
                      <a:pt x="230" y="264"/>
                    </a:lnTo>
                    <a:lnTo>
                      <a:pt x="230" y="268"/>
                    </a:lnTo>
                    <a:lnTo>
                      <a:pt x="226" y="268"/>
                    </a:lnTo>
                    <a:lnTo>
                      <a:pt x="222" y="264"/>
                    </a:lnTo>
                    <a:lnTo>
                      <a:pt x="218" y="264"/>
                    </a:lnTo>
                    <a:lnTo>
                      <a:pt x="216" y="264"/>
                    </a:lnTo>
                    <a:lnTo>
                      <a:pt x="216" y="262"/>
                    </a:lnTo>
                    <a:lnTo>
                      <a:pt x="212" y="262"/>
                    </a:lnTo>
                    <a:lnTo>
                      <a:pt x="208" y="262"/>
                    </a:lnTo>
                    <a:lnTo>
                      <a:pt x="208" y="258"/>
                    </a:lnTo>
                    <a:lnTo>
                      <a:pt x="204" y="254"/>
                    </a:lnTo>
                    <a:lnTo>
                      <a:pt x="204" y="250"/>
                    </a:lnTo>
                    <a:lnTo>
                      <a:pt x="200" y="250"/>
                    </a:lnTo>
                    <a:lnTo>
                      <a:pt x="196" y="250"/>
                    </a:lnTo>
                    <a:lnTo>
                      <a:pt x="196" y="246"/>
                    </a:lnTo>
                    <a:lnTo>
                      <a:pt x="192" y="246"/>
                    </a:lnTo>
                    <a:lnTo>
                      <a:pt x="188" y="242"/>
                    </a:lnTo>
                    <a:lnTo>
                      <a:pt x="186" y="242"/>
                    </a:lnTo>
                    <a:lnTo>
                      <a:pt x="186" y="238"/>
                    </a:lnTo>
                    <a:lnTo>
                      <a:pt x="186" y="234"/>
                    </a:lnTo>
                    <a:lnTo>
                      <a:pt x="182" y="234"/>
                    </a:lnTo>
                    <a:lnTo>
                      <a:pt x="182" y="232"/>
                    </a:lnTo>
                    <a:lnTo>
                      <a:pt x="178" y="232"/>
                    </a:lnTo>
                    <a:lnTo>
                      <a:pt x="178" y="228"/>
                    </a:lnTo>
                    <a:lnTo>
                      <a:pt x="178" y="224"/>
                    </a:lnTo>
                    <a:lnTo>
                      <a:pt x="182" y="224"/>
                    </a:lnTo>
                    <a:lnTo>
                      <a:pt x="182" y="220"/>
                    </a:lnTo>
                    <a:lnTo>
                      <a:pt x="186" y="220"/>
                    </a:lnTo>
                    <a:lnTo>
                      <a:pt x="182" y="218"/>
                    </a:lnTo>
                    <a:lnTo>
                      <a:pt x="182" y="214"/>
                    </a:lnTo>
                    <a:lnTo>
                      <a:pt x="186" y="214"/>
                    </a:lnTo>
                    <a:lnTo>
                      <a:pt x="186" y="210"/>
                    </a:lnTo>
                    <a:lnTo>
                      <a:pt x="186" y="206"/>
                    </a:lnTo>
                    <a:lnTo>
                      <a:pt x="182" y="206"/>
                    </a:lnTo>
                    <a:lnTo>
                      <a:pt x="182" y="202"/>
                    </a:lnTo>
                    <a:lnTo>
                      <a:pt x="182" y="198"/>
                    </a:lnTo>
                    <a:lnTo>
                      <a:pt x="178" y="198"/>
                    </a:lnTo>
                    <a:lnTo>
                      <a:pt x="178" y="194"/>
                    </a:lnTo>
                    <a:lnTo>
                      <a:pt x="178" y="190"/>
                    </a:lnTo>
                    <a:lnTo>
                      <a:pt x="178" y="188"/>
                    </a:lnTo>
                    <a:lnTo>
                      <a:pt x="178" y="184"/>
                    </a:lnTo>
                    <a:lnTo>
                      <a:pt x="174" y="184"/>
                    </a:lnTo>
                    <a:lnTo>
                      <a:pt x="170" y="180"/>
                    </a:lnTo>
                    <a:lnTo>
                      <a:pt x="170" y="176"/>
                    </a:lnTo>
                    <a:lnTo>
                      <a:pt x="166" y="176"/>
                    </a:lnTo>
                    <a:lnTo>
                      <a:pt x="166" y="172"/>
                    </a:lnTo>
                    <a:lnTo>
                      <a:pt x="162" y="168"/>
                    </a:lnTo>
                    <a:lnTo>
                      <a:pt x="162" y="164"/>
                    </a:lnTo>
                    <a:lnTo>
                      <a:pt x="160" y="164"/>
                    </a:lnTo>
                    <a:lnTo>
                      <a:pt x="160" y="160"/>
                    </a:lnTo>
                    <a:lnTo>
                      <a:pt x="152" y="158"/>
                    </a:lnTo>
                    <a:lnTo>
                      <a:pt x="152" y="154"/>
                    </a:lnTo>
                    <a:lnTo>
                      <a:pt x="148" y="154"/>
                    </a:lnTo>
                    <a:lnTo>
                      <a:pt x="152" y="154"/>
                    </a:lnTo>
                    <a:lnTo>
                      <a:pt x="152" y="150"/>
                    </a:lnTo>
                    <a:lnTo>
                      <a:pt x="148" y="154"/>
                    </a:lnTo>
                    <a:lnTo>
                      <a:pt x="148" y="150"/>
                    </a:lnTo>
                    <a:lnTo>
                      <a:pt x="144" y="150"/>
                    </a:lnTo>
                    <a:lnTo>
                      <a:pt x="148" y="150"/>
                    </a:lnTo>
                    <a:lnTo>
                      <a:pt x="144" y="150"/>
                    </a:lnTo>
                    <a:lnTo>
                      <a:pt x="144" y="146"/>
                    </a:lnTo>
                    <a:lnTo>
                      <a:pt x="144" y="142"/>
                    </a:lnTo>
                    <a:lnTo>
                      <a:pt x="144" y="146"/>
                    </a:lnTo>
                    <a:lnTo>
                      <a:pt x="140" y="142"/>
                    </a:lnTo>
                    <a:lnTo>
                      <a:pt x="144" y="142"/>
                    </a:lnTo>
                    <a:lnTo>
                      <a:pt x="140" y="138"/>
                    </a:lnTo>
                    <a:lnTo>
                      <a:pt x="136" y="138"/>
                    </a:lnTo>
                    <a:lnTo>
                      <a:pt x="136" y="134"/>
                    </a:lnTo>
                    <a:lnTo>
                      <a:pt x="132" y="134"/>
                    </a:lnTo>
                    <a:lnTo>
                      <a:pt x="132" y="132"/>
                    </a:lnTo>
                    <a:lnTo>
                      <a:pt x="132" y="134"/>
                    </a:lnTo>
                    <a:lnTo>
                      <a:pt x="130" y="134"/>
                    </a:lnTo>
                    <a:lnTo>
                      <a:pt x="130" y="132"/>
                    </a:lnTo>
                    <a:lnTo>
                      <a:pt x="132" y="132"/>
                    </a:lnTo>
                    <a:lnTo>
                      <a:pt x="132" y="128"/>
                    </a:lnTo>
                    <a:lnTo>
                      <a:pt x="132" y="132"/>
                    </a:lnTo>
                    <a:lnTo>
                      <a:pt x="130" y="132"/>
                    </a:lnTo>
                    <a:lnTo>
                      <a:pt x="126" y="132"/>
                    </a:lnTo>
                    <a:lnTo>
                      <a:pt x="126" y="128"/>
                    </a:lnTo>
                    <a:lnTo>
                      <a:pt x="126" y="124"/>
                    </a:lnTo>
                    <a:lnTo>
                      <a:pt x="126" y="120"/>
                    </a:lnTo>
                    <a:lnTo>
                      <a:pt x="126" y="124"/>
                    </a:lnTo>
                    <a:lnTo>
                      <a:pt x="126" y="120"/>
                    </a:lnTo>
                    <a:lnTo>
                      <a:pt x="130" y="120"/>
                    </a:lnTo>
                    <a:lnTo>
                      <a:pt x="126" y="116"/>
                    </a:lnTo>
                    <a:lnTo>
                      <a:pt x="126" y="112"/>
                    </a:lnTo>
                    <a:lnTo>
                      <a:pt x="122" y="112"/>
                    </a:lnTo>
                    <a:lnTo>
                      <a:pt x="118" y="112"/>
                    </a:lnTo>
                    <a:lnTo>
                      <a:pt x="118" y="108"/>
                    </a:lnTo>
                    <a:lnTo>
                      <a:pt x="118" y="104"/>
                    </a:lnTo>
                    <a:lnTo>
                      <a:pt x="114" y="104"/>
                    </a:lnTo>
                    <a:lnTo>
                      <a:pt x="110" y="104"/>
                    </a:lnTo>
                    <a:lnTo>
                      <a:pt x="110" y="102"/>
                    </a:lnTo>
                    <a:lnTo>
                      <a:pt x="106" y="98"/>
                    </a:lnTo>
                    <a:lnTo>
                      <a:pt x="106" y="94"/>
                    </a:lnTo>
                    <a:lnTo>
                      <a:pt x="106" y="90"/>
                    </a:lnTo>
                    <a:lnTo>
                      <a:pt x="110" y="90"/>
                    </a:lnTo>
                    <a:lnTo>
                      <a:pt x="106" y="90"/>
                    </a:lnTo>
                    <a:lnTo>
                      <a:pt x="104" y="90"/>
                    </a:lnTo>
                    <a:lnTo>
                      <a:pt x="100" y="90"/>
                    </a:lnTo>
                    <a:lnTo>
                      <a:pt x="100" y="86"/>
                    </a:lnTo>
                    <a:lnTo>
                      <a:pt x="96" y="86"/>
                    </a:lnTo>
                    <a:lnTo>
                      <a:pt x="96" y="82"/>
                    </a:lnTo>
                    <a:lnTo>
                      <a:pt x="92" y="78"/>
                    </a:lnTo>
                    <a:lnTo>
                      <a:pt x="92" y="74"/>
                    </a:lnTo>
                    <a:lnTo>
                      <a:pt x="90" y="74"/>
                    </a:lnTo>
                    <a:lnTo>
                      <a:pt x="90" y="72"/>
                    </a:lnTo>
                    <a:lnTo>
                      <a:pt x="86" y="72"/>
                    </a:lnTo>
                    <a:lnTo>
                      <a:pt x="86" y="68"/>
                    </a:lnTo>
                    <a:lnTo>
                      <a:pt x="86" y="64"/>
                    </a:lnTo>
                    <a:lnTo>
                      <a:pt x="82" y="64"/>
                    </a:lnTo>
                    <a:lnTo>
                      <a:pt x="86" y="60"/>
                    </a:lnTo>
                    <a:lnTo>
                      <a:pt x="82" y="60"/>
                    </a:lnTo>
                    <a:lnTo>
                      <a:pt x="82" y="56"/>
                    </a:lnTo>
                    <a:lnTo>
                      <a:pt x="78" y="52"/>
                    </a:lnTo>
                    <a:lnTo>
                      <a:pt x="78" y="48"/>
                    </a:lnTo>
                    <a:lnTo>
                      <a:pt x="78" y="46"/>
                    </a:lnTo>
                    <a:lnTo>
                      <a:pt x="74" y="42"/>
                    </a:lnTo>
                    <a:lnTo>
                      <a:pt x="74" y="38"/>
                    </a:lnTo>
                    <a:lnTo>
                      <a:pt x="74" y="34"/>
                    </a:lnTo>
                    <a:lnTo>
                      <a:pt x="74" y="30"/>
                    </a:lnTo>
                    <a:lnTo>
                      <a:pt x="70" y="30"/>
                    </a:lnTo>
                    <a:lnTo>
                      <a:pt x="66" y="30"/>
                    </a:lnTo>
                    <a:lnTo>
                      <a:pt x="66" y="26"/>
                    </a:lnTo>
                    <a:lnTo>
                      <a:pt x="66" y="22"/>
                    </a:lnTo>
                    <a:lnTo>
                      <a:pt x="62" y="22"/>
                    </a:lnTo>
                    <a:lnTo>
                      <a:pt x="60" y="22"/>
                    </a:lnTo>
                    <a:lnTo>
                      <a:pt x="62" y="22"/>
                    </a:lnTo>
                    <a:lnTo>
                      <a:pt x="60" y="22"/>
                    </a:lnTo>
                    <a:lnTo>
                      <a:pt x="56" y="22"/>
                    </a:lnTo>
                    <a:lnTo>
                      <a:pt x="52" y="18"/>
                    </a:lnTo>
                    <a:lnTo>
                      <a:pt x="48" y="18"/>
                    </a:lnTo>
                    <a:lnTo>
                      <a:pt x="48" y="16"/>
                    </a:lnTo>
                    <a:lnTo>
                      <a:pt x="44" y="16"/>
                    </a:lnTo>
                    <a:lnTo>
                      <a:pt x="48" y="16"/>
                    </a:lnTo>
                    <a:lnTo>
                      <a:pt x="48" y="18"/>
                    </a:lnTo>
                    <a:lnTo>
                      <a:pt x="48" y="22"/>
                    </a:lnTo>
                    <a:lnTo>
                      <a:pt x="48" y="26"/>
                    </a:lnTo>
                    <a:lnTo>
                      <a:pt x="48" y="30"/>
                    </a:lnTo>
                    <a:lnTo>
                      <a:pt x="48" y="34"/>
                    </a:lnTo>
                    <a:lnTo>
                      <a:pt x="52" y="34"/>
                    </a:lnTo>
                    <a:lnTo>
                      <a:pt x="52" y="38"/>
                    </a:lnTo>
                    <a:lnTo>
                      <a:pt x="52" y="42"/>
                    </a:lnTo>
                    <a:lnTo>
                      <a:pt x="52" y="46"/>
                    </a:lnTo>
                    <a:lnTo>
                      <a:pt x="52" y="48"/>
                    </a:lnTo>
                    <a:lnTo>
                      <a:pt x="52" y="52"/>
                    </a:lnTo>
                    <a:lnTo>
                      <a:pt x="56" y="52"/>
                    </a:lnTo>
                    <a:lnTo>
                      <a:pt x="56" y="56"/>
                    </a:lnTo>
                    <a:lnTo>
                      <a:pt x="60" y="56"/>
                    </a:lnTo>
                    <a:lnTo>
                      <a:pt x="60" y="60"/>
                    </a:lnTo>
                    <a:lnTo>
                      <a:pt x="62" y="60"/>
                    </a:lnTo>
                    <a:lnTo>
                      <a:pt x="62" y="64"/>
                    </a:lnTo>
                    <a:lnTo>
                      <a:pt x="66" y="64"/>
                    </a:lnTo>
                    <a:lnTo>
                      <a:pt x="66" y="68"/>
                    </a:lnTo>
                    <a:lnTo>
                      <a:pt x="66" y="72"/>
                    </a:lnTo>
                    <a:lnTo>
                      <a:pt x="70" y="72"/>
                    </a:lnTo>
                    <a:lnTo>
                      <a:pt x="70" y="74"/>
                    </a:lnTo>
                    <a:lnTo>
                      <a:pt x="74" y="74"/>
                    </a:lnTo>
                    <a:lnTo>
                      <a:pt x="74" y="78"/>
                    </a:lnTo>
                    <a:lnTo>
                      <a:pt x="78" y="82"/>
                    </a:lnTo>
                    <a:lnTo>
                      <a:pt x="78" y="86"/>
                    </a:lnTo>
                    <a:lnTo>
                      <a:pt x="78" y="90"/>
                    </a:lnTo>
                    <a:lnTo>
                      <a:pt x="78" y="94"/>
                    </a:lnTo>
                    <a:lnTo>
                      <a:pt x="82" y="94"/>
                    </a:lnTo>
                    <a:lnTo>
                      <a:pt x="86" y="98"/>
                    </a:lnTo>
                    <a:lnTo>
                      <a:pt x="86" y="102"/>
                    </a:lnTo>
                    <a:lnTo>
                      <a:pt x="90" y="104"/>
                    </a:lnTo>
                    <a:lnTo>
                      <a:pt x="90" y="108"/>
                    </a:lnTo>
                    <a:lnTo>
                      <a:pt x="90" y="112"/>
                    </a:lnTo>
                    <a:lnTo>
                      <a:pt x="92" y="112"/>
                    </a:lnTo>
                    <a:lnTo>
                      <a:pt x="92" y="116"/>
                    </a:lnTo>
                    <a:lnTo>
                      <a:pt x="92" y="112"/>
                    </a:lnTo>
                    <a:lnTo>
                      <a:pt x="92" y="108"/>
                    </a:lnTo>
                    <a:lnTo>
                      <a:pt x="92" y="112"/>
                    </a:lnTo>
                    <a:lnTo>
                      <a:pt x="96" y="112"/>
                    </a:lnTo>
                    <a:lnTo>
                      <a:pt x="96" y="116"/>
                    </a:lnTo>
                    <a:lnTo>
                      <a:pt x="96" y="120"/>
                    </a:lnTo>
                    <a:lnTo>
                      <a:pt x="96" y="124"/>
                    </a:lnTo>
                    <a:lnTo>
                      <a:pt x="96" y="128"/>
                    </a:lnTo>
                    <a:lnTo>
                      <a:pt x="100" y="128"/>
                    </a:lnTo>
                    <a:lnTo>
                      <a:pt x="100" y="132"/>
                    </a:lnTo>
                    <a:lnTo>
                      <a:pt x="104" y="134"/>
                    </a:lnTo>
                    <a:lnTo>
                      <a:pt x="104" y="138"/>
                    </a:lnTo>
                    <a:lnTo>
                      <a:pt x="104" y="142"/>
                    </a:lnTo>
                    <a:lnTo>
                      <a:pt x="106" y="142"/>
                    </a:lnTo>
                    <a:lnTo>
                      <a:pt x="106" y="146"/>
                    </a:lnTo>
                    <a:lnTo>
                      <a:pt x="106" y="150"/>
                    </a:lnTo>
                    <a:lnTo>
                      <a:pt x="106" y="154"/>
                    </a:lnTo>
                    <a:lnTo>
                      <a:pt x="106" y="158"/>
                    </a:lnTo>
                    <a:lnTo>
                      <a:pt x="110" y="158"/>
                    </a:lnTo>
                    <a:lnTo>
                      <a:pt x="114" y="158"/>
                    </a:lnTo>
                    <a:lnTo>
                      <a:pt x="110" y="158"/>
                    </a:lnTo>
                    <a:lnTo>
                      <a:pt x="110" y="154"/>
                    </a:lnTo>
                    <a:lnTo>
                      <a:pt x="114" y="154"/>
                    </a:lnTo>
                    <a:lnTo>
                      <a:pt x="114" y="158"/>
                    </a:lnTo>
                    <a:lnTo>
                      <a:pt x="118" y="158"/>
                    </a:lnTo>
                    <a:lnTo>
                      <a:pt x="118" y="160"/>
                    </a:lnTo>
                    <a:lnTo>
                      <a:pt x="118" y="164"/>
                    </a:lnTo>
                    <a:lnTo>
                      <a:pt x="122" y="164"/>
                    </a:lnTo>
                    <a:lnTo>
                      <a:pt x="122" y="168"/>
                    </a:lnTo>
                    <a:lnTo>
                      <a:pt x="126" y="168"/>
                    </a:lnTo>
                    <a:lnTo>
                      <a:pt x="126" y="172"/>
                    </a:lnTo>
                    <a:lnTo>
                      <a:pt x="126" y="176"/>
                    </a:lnTo>
                    <a:lnTo>
                      <a:pt x="122" y="176"/>
                    </a:lnTo>
                    <a:lnTo>
                      <a:pt x="122" y="180"/>
                    </a:lnTo>
                    <a:lnTo>
                      <a:pt x="118" y="180"/>
                    </a:lnTo>
                    <a:lnTo>
                      <a:pt x="114" y="180"/>
                    </a:lnTo>
                    <a:lnTo>
                      <a:pt x="114" y="176"/>
                    </a:lnTo>
                    <a:lnTo>
                      <a:pt x="114" y="172"/>
                    </a:lnTo>
                    <a:lnTo>
                      <a:pt x="110" y="168"/>
                    </a:lnTo>
                    <a:lnTo>
                      <a:pt x="106" y="164"/>
                    </a:lnTo>
                    <a:lnTo>
                      <a:pt x="104" y="160"/>
                    </a:lnTo>
                    <a:lnTo>
                      <a:pt x="104" y="158"/>
                    </a:lnTo>
                    <a:lnTo>
                      <a:pt x="100" y="158"/>
                    </a:lnTo>
                    <a:lnTo>
                      <a:pt x="96" y="154"/>
                    </a:lnTo>
                    <a:lnTo>
                      <a:pt x="96" y="154"/>
                    </a:lnTo>
                    <a:lnTo>
                      <a:pt x="96" y="154"/>
                    </a:lnTo>
                    <a:close/>
                    <a:moveTo>
                      <a:pt x="106" y="142"/>
                    </a:moveTo>
                    <a:lnTo>
                      <a:pt x="110" y="146"/>
                    </a:lnTo>
                    <a:lnTo>
                      <a:pt x="106" y="146"/>
                    </a:lnTo>
                    <a:lnTo>
                      <a:pt x="106" y="142"/>
                    </a:lnTo>
                    <a:lnTo>
                      <a:pt x="106" y="142"/>
                    </a:lnTo>
                    <a:lnTo>
                      <a:pt x="106" y="142"/>
                    </a:lnTo>
                    <a:close/>
                    <a:moveTo>
                      <a:pt x="86" y="138"/>
                    </a:moveTo>
                    <a:lnTo>
                      <a:pt x="90" y="138"/>
                    </a:lnTo>
                    <a:lnTo>
                      <a:pt x="86" y="138"/>
                    </a:lnTo>
                    <a:lnTo>
                      <a:pt x="86" y="142"/>
                    </a:lnTo>
                    <a:lnTo>
                      <a:pt x="86" y="146"/>
                    </a:lnTo>
                    <a:lnTo>
                      <a:pt x="90" y="150"/>
                    </a:lnTo>
                    <a:lnTo>
                      <a:pt x="86" y="150"/>
                    </a:lnTo>
                    <a:lnTo>
                      <a:pt x="86" y="146"/>
                    </a:lnTo>
                    <a:lnTo>
                      <a:pt x="86" y="142"/>
                    </a:lnTo>
                    <a:lnTo>
                      <a:pt x="86" y="138"/>
                    </a:lnTo>
                    <a:lnTo>
                      <a:pt x="86" y="138"/>
                    </a:lnTo>
                    <a:lnTo>
                      <a:pt x="86" y="138"/>
                    </a:lnTo>
                    <a:close/>
                    <a:moveTo>
                      <a:pt x="104" y="254"/>
                    </a:moveTo>
                    <a:lnTo>
                      <a:pt x="100" y="254"/>
                    </a:lnTo>
                    <a:lnTo>
                      <a:pt x="104" y="254"/>
                    </a:lnTo>
                    <a:lnTo>
                      <a:pt x="104" y="250"/>
                    </a:lnTo>
                    <a:lnTo>
                      <a:pt x="104" y="254"/>
                    </a:lnTo>
                    <a:lnTo>
                      <a:pt x="104" y="254"/>
                    </a:lnTo>
                    <a:lnTo>
                      <a:pt x="104" y="254"/>
                    </a:lnTo>
                    <a:close/>
                    <a:moveTo>
                      <a:pt x="74" y="72"/>
                    </a:moveTo>
                    <a:lnTo>
                      <a:pt x="70" y="72"/>
                    </a:lnTo>
                    <a:lnTo>
                      <a:pt x="70" y="68"/>
                    </a:lnTo>
                    <a:lnTo>
                      <a:pt x="66" y="64"/>
                    </a:lnTo>
                    <a:lnTo>
                      <a:pt x="66" y="60"/>
                    </a:lnTo>
                    <a:lnTo>
                      <a:pt x="70" y="60"/>
                    </a:lnTo>
                    <a:lnTo>
                      <a:pt x="70" y="64"/>
                    </a:lnTo>
                    <a:lnTo>
                      <a:pt x="70" y="68"/>
                    </a:lnTo>
                    <a:lnTo>
                      <a:pt x="74" y="68"/>
                    </a:lnTo>
                    <a:lnTo>
                      <a:pt x="74" y="72"/>
                    </a:lnTo>
                    <a:lnTo>
                      <a:pt x="74" y="72"/>
                    </a:lnTo>
                    <a:lnTo>
                      <a:pt x="74" y="72"/>
                    </a:lnTo>
                    <a:close/>
                    <a:moveTo>
                      <a:pt x="86" y="74"/>
                    </a:moveTo>
                    <a:lnTo>
                      <a:pt x="82" y="74"/>
                    </a:lnTo>
                    <a:lnTo>
                      <a:pt x="82" y="72"/>
                    </a:lnTo>
                    <a:lnTo>
                      <a:pt x="82" y="68"/>
                    </a:lnTo>
                    <a:lnTo>
                      <a:pt x="86" y="68"/>
                    </a:lnTo>
                    <a:lnTo>
                      <a:pt x="86" y="72"/>
                    </a:lnTo>
                    <a:lnTo>
                      <a:pt x="86" y="74"/>
                    </a:lnTo>
                    <a:lnTo>
                      <a:pt x="86" y="74"/>
                    </a:lnTo>
                    <a:lnTo>
                      <a:pt x="86" y="74"/>
                    </a:lnTo>
                    <a:close/>
                    <a:moveTo>
                      <a:pt x="0" y="72"/>
                    </a:moveTo>
                    <a:lnTo>
                      <a:pt x="0" y="68"/>
                    </a:lnTo>
                    <a:lnTo>
                      <a:pt x="0" y="72"/>
                    </a:lnTo>
                    <a:lnTo>
                      <a:pt x="0" y="72"/>
                    </a:lnTo>
                    <a:lnTo>
                      <a:pt x="0" y="72"/>
                    </a:lnTo>
                    <a:close/>
                    <a:moveTo>
                      <a:pt x="44" y="90"/>
                    </a:moveTo>
                    <a:lnTo>
                      <a:pt x="44" y="86"/>
                    </a:lnTo>
                    <a:lnTo>
                      <a:pt x="40" y="86"/>
                    </a:lnTo>
                    <a:lnTo>
                      <a:pt x="44" y="86"/>
                    </a:lnTo>
                    <a:lnTo>
                      <a:pt x="44" y="82"/>
                    </a:lnTo>
                    <a:lnTo>
                      <a:pt x="44" y="86"/>
                    </a:lnTo>
                    <a:lnTo>
                      <a:pt x="44" y="90"/>
                    </a:lnTo>
                    <a:lnTo>
                      <a:pt x="44" y="90"/>
                    </a:lnTo>
                    <a:lnTo>
                      <a:pt x="44" y="90"/>
                    </a:lnTo>
                    <a:close/>
                    <a:moveTo>
                      <a:pt x="100" y="128"/>
                    </a:moveTo>
                    <a:lnTo>
                      <a:pt x="100" y="124"/>
                    </a:lnTo>
                    <a:lnTo>
                      <a:pt x="100" y="128"/>
                    </a:lnTo>
                    <a:lnTo>
                      <a:pt x="100" y="128"/>
                    </a:lnTo>
                    <a:lnTo>
                      <a:pt x="100" y="128"/>
                    </a:lnTo>
                    <a:close/>
                    <a:moveTo>
                      <a:pt x="110" y="154"/>
                    </a:moveTo>
                    <a:lnTo>
                      <a:pt x="110" y="150"/>
                    </a:lnTo>
                    <a:lnTo>
                      <a:pt x="110" y="154"/>
                    </a:lnTo>
                    <a:lnTo>
                      <a:pt x="110" y="154"/>
                    </a:lnTo>
                    <a:lnTo>
                      <a:pt x="110" y="154"/>
                    </a:lnTo>
                    <a:close/>
                    <a:moveTo>
                      <a:pt x="92" y="154"/>
                    </a:moveTo>
                    <a:lnTo>
                      <a:pt x="90" y="154"/>
                    </a:lnTo>
                    <a:lnTo>
                      <a:pt x="90" y="150"/>
                    </a:lnTo>
                    <a:lnTo>
                      <a:pt x="92" y="150"/>
                    </a:lnTo>
                    <a:lnTo>
                      <a:pt x="92" y="154"/>
                    </a:lnTo>
                    <a:lnTo>
                      <a:pt x="92" y="154"/>
                    </a:lnTo>
                    <a:lnTo>
                      <a:pt x="92" y="154"/>
                    </a:lnTo>
                    <a:close/>
                    <a:moveTo>
                      <a:pt x="118" y="158"/>
                    </a:moveTo>
                    <a:lnTo>
                      <a:pt x="118" y="154"/>
                    </a:lnTo>
                    <a:lnTo>
                      <a:pt x="118" y="158"/>
                    </a:lnTo>
                    <a:lnTo>
                      <a:pt x="118" y="158"/>
                    </a:lnTo>
                    <a:lnTo>
                      <a:pt x="118" y="158"/>
                    </a:lnTo>
                    <a:close/>
                    <a:moveTo>
                      <a:pt x="162" y="206"/>
                    </a:moveTo>
                    <a:lnTo>
                      <a:pt x="162" y="202"/>
                    </a:lnTo>
                    <a:lnTo>
                      <a:pt x="166" y="202"/>
                    </a:lnTo>
                    <a:lnTo>
                      <a:pt x="166" y="206"/>
                    </a:lnTo>
                    <a:lnTo>
                      <a:pt x="162" y="206"/>
                    </a:lnTo>
                    <a:lnTo>
                      <a:pt x="162" y="206"/>
                    </a:lnTo>
                    <a:lnTo>
                      <a:pt x="162" y="206"/>
                    </a:lnTo>
                    <a:close/>
                    <a:moveTo>
                      <a:pt x="166" y="206"/>
                    </a:moveTo>
                    <a:lnTo>
                      <a:pt x="170" y="206"/>
                    </a:lnTo>
                    <a:lnTo>
                      <a:pt x="166" y="206"/>
                    </a:lnTo>
                    <a:lnTo>
                      <a:pt x="166" y="206"/>
                    </a:lnTo>
                    <a:lnTo>
                      <a:pt x="166" y="206"/>
                    </a:lnTo>
                    <a:close/>
                    <a:moveTo>
                      <a:pt x="442" y="228"/>
                    </a:moveTo>
                    <a:lnTo>
                      <a:pt x="442" y="224"/>
                    </a:lnTo>
                    <a:lnTo>
                      <a:pt x="442" y="220"/>
                    </a:lnTo>
                    <a:lnTo>
                      <a:pt x="446" y="220"/>
                    </a:lnTo>
                    <a:lnTo>
                      <a:pt x="446" y="224"/>
                    </a:lnTo>
                    <a:lnTo>
                      <a:pt x="442" y="224"/>
                    </a:lnTo>
                    <a:lnTo>
                      <a:pt x="442" y="228"/>
                    </a:lnTo>
                    <a:lnTo>
                      <a:pt x="442" y="228"/>
                    </a:lnTo>
                    <a:lnTo>
                      <a:pt x="442" y="228"/>
                    </a:lnTo>
                    <a:close/>
                    <a:moveTo>
                      <a:pt x="376" y="254"/>
                    </a:moveTo>
                    <a:lnTo>
                      <a:pt x="372" y="254"/>
                    </a:lnTo>
                    <a:lnTo>
                      <a:pt x="376" y="254"/>
                    </a:lnTo>
                    <a:lnTo>
                      <a:pt x="380" y="254"/>
                    </a:lnTo>
                    <a:lnTo>
                      <a:pt x="376" y="254"/>
                    </a:lnTo>
                    <a:lnTo>
                      <a:pt x="376" y="254"/>
                    </a:lnTo>
                    <a:lnTo>
                      <a:pt x="376" y="25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5" name="Freeform 79"/>
              <p:cNvSpPr>
                <a:spLocks noEditPoints="1"/>
              </p:cNvSpPr>
              <p:nvPr/>
            </p:nvSpPr>
            <p:spPr bwMode="gray">
              <a:xfrm>
                <a:off x="3102423" y="4150980"/>
                <a:ext cx="17393" cy="6957"/>
              </a:xfrm>
              <a:custGeom>
                <a:avLst/>
                <a:gdLst>
                  <a:gd name="T0" fmla="*/ 4 w 10"/>
                  <a:gd name="T1" fmla="*/ 4 h 4"/>
                  <a:gd name="T2" fmla="*/ 4 w 10"/>
                  <a:gd name="T3" fmla="*/ 4 h 4"/>
                  <a:gd name="T4" fmla="*/ 4 w 10"/>
                  <a:gd name="T5" fmla="*/ 4 h 4"/>
                  <a:gd name="T6" fmla="*/ 4 w 10"/>
                  <a:gd name="T7" fmla="*/ 4 h 4"/>
                  <a:gd name="T8" fmla="*/ 0 w 10"/>
                  <a:gd name="T9" fmla="*/ 4 h 4"/>
                  <a:gd name="T10" fmla="*/ 0 w 10"/>
                  <a:gd name="T11" fmla="*/ 0 h 4"/>
                  <a:gd name="T12" fmla="*/ 0 w 10"/>
                  <a:gd name="T13" fmla="*/ 0 h 4"/>
                  <a:gd name="T14" fmla="*/ 0 w 10"/>
                  <a:gd name="T15" fmla="*/ 0 h 4"/>
                  <a:gd name="T16" fmla="*/ 0 w 10"/>
                  <a:gd name="T17" fmla="*/ 0 h 4"/>
                  <a:gd name="T18" fmla="*/ 0 w 10"/>
                  <a:gd name="T19" fmla="*/ 0 h 4"/>
                  <a:gd name="T20" fmla="*/ 0 w 10"/>
                  <a:gd name="T21" fmla="*/ 0 h 4"/>
                  <a:gd name="T22" fmla="*/ 0 w 10"/>
                  <a:gd name="T23" fmla="*/ 0 h 4"/>
                  <a:gd name="T24" fmla="*/ 0 w 10"/>
                  <a:gd name="T25" fmla="*/ 0 h 4"/>
                  <a:gd name="T26" fmla="*/ 0 w 10"/>
                  <a:gd name="T27" fmla="*/ 0 h 4"/>
                  <a:gd name="T28" fmla="*/ 0 w 10"/>
                  <a:gd name="T29" fmla="*/ 0 h 4"/>
                  <a:gd name="T30" fmla="*/ 0 w 10"/>
                  <a:gd name="T31" fmla="*/ 0 h 4"/>
                  <a:gd name="T32" fmla="*/ 0 w 10"/>
                  <a:gd name="T33" fmla="*/ 0 h 4"/>
                  <a:gd name="T34" fmla="*/ 0 w 10"/>
                  <a:gd name="T35" fmla="*/ 0 h 4"/>
                  <a:gd name="T36" fmla="*/ 0 w 10"/>
                  <a:gd name="T37" fmla="*/ 0 h 4"/>
                  <a:gd name="T38" fmla="*/ 0 w 10"/>
                  <a:gd name="T39" fmla="*/ 0 h 4"/>
                  <a:gd name="T40" fmla="*/ 0 w 10"/>
                  <a:gd name="T41" fmla="*/ 0 h 4"/>
                  <a:gd name="T42" fmla="*/ 0 w 10"/>
                  <a:gd name="T43" fmla="*/ 0 h 4"/>
                  <a:gd name="T44" fmla="*/ 4 w 10"/>
                  <a:gd name="T45" fmla="*/ 0 h 4"/>
                  <a:gd name="T46" fmla="*/ 4 w 10"/>
                  <a:gd name="T47" fmla="*/ 0 h 4"/>
                  <a:gd name="T48" fmla="*/ 4 w 10"/>
                  <a:gd name="T49" fmla="*/ 4 h 4"/>
                  <a:gd name="T50" fmla="*/ 4 w 10"/>
                  <a:gd name="T51" fmla="*/ 4 h 4"/>
                  <a:gd name="T52" fmla="*/ 4 w 10"/>
                  <a:gd name="T53" fmla="*/ 4 h 4"/>
                  <a:gd name="T54" fmla="*/ 4 w 10"/>
                  <a:gd name="T55" fmla="*/ 4 h 4"/>
                  <a:gd name="T56" fmla="*/ 4 w 10"/>
                  <a:gd name="T57" fmla="*/ 4 h 4"/>
                  <a:gd name="T58" fmla="*/ 4 w 10"/>
                  <a:gd name="T59" fmla="*/ 4 h 4"/>
                  <a:gd name="T60" fmla="*/ 4 w 10"/>
                  <a:gd name="T61" fmla="*/ 4 h 4"/>
                  <a:gd name="T62" fmla="*/ 10 w 10"/>
                  <a:gd name="T63" fmla="*/ 4 h 4"/>
                  <a:gd name="T64" fmla="*/ 10 w 10"/>
                  <a:gd name="T65" fmla="*/ 4 h 4"/>
                  <a:gd name="T66" fmla="*/ 10 w 10"/>
                  <a:gd name="T67" fmla="*/ 4 h 4"/>
                  <a:gd name="T68" fmla="*/ 10 w 10"/>
                  <a:gd name="T69" fmla="*/ 4 h 4"/>
                  <a:gd name="T70" fmla="*/ 10 w 10"/>
                  <a:gd name="T71" fmla="*/ 4 h 4"/>
                  <a:gd name="T72" fmla="*/ 10 w 10"/>
                  <a:gd name="T73" fmla="*/ 4 h 4"/>
                  <a:gd name="T74" fmla="*/ 10 w 10"/>
                  <a:gd name="T75" fmla="*/ 4 h 4"/>
                  <a:gd name="T76" fmla="*/ 10 w 10"/>
                  <a:gd name="T77" fmla="*/ 4 h 4"/>
                  <a:gd name="T78" fmla="*/ 10 w 10"/>
                  <a:gd name="T79" fmla="*/ 0 h 4"/>
                  <a:gd name="T80" fmla="*/ 10 w 10"/>
                  <a:gd name="T81" fmla="*/ 0 h 4"/>
                  <a:gd name="T82" fmla="*/ 10 w 10"/>
                  <a:gd name="T83" fmla="*/ 0 h 4"/>
                  <a:gd name="T84" fmla="*/ 10 w 10"/>
                  <a:gd name="T85" fmla="*/ 0 h 4"/>
                  <a:gd name="T86" fmla="*/ 10 w 10"/>
                  <a:gd name="T87" fmla="*/ 0 h 4"/>
                  <a:gd name="T88" fmla="*/ 8 w 10"/>
                  <a:gd name="T89" fmla="*/ 0 h 4"/>
                  <a:gd name="T90" fmla="*/ 8 w 10"/>
                  <a:gd name="T91" fmla="*/ 0 h 4"/>
                  <a:gd name="T92" fmla="*/ 8 w 10"/>
                  <a:gd name="T93" fmla="*/ 0 h 4"/>
                  <a:gd name="T94" fmla="*/ 8 w 10"/>
                  <a:gd name="T95" fmla="*/ 0 h 4"/>
                  <a:gd name="T96" fmla="*/ 8 w 10"/>
                  <a:gd name="T97" fmla="*/ 0 h 4"/>
                  <a:gd name="T98" fmla="*/ 8 w 10"/>
                  <a:gd name="T99" fmla="*/ 0 h 4"/>
                  <a:gd name="T100" fmla="*/ 10 w 10"/>
                  <a:gd name="T101" fmla="*/ 0 h 4"/>
                  <a:gd name="T102" fmla="*/ 10 w 10"/>
                  <a:gd name="T103" fmla="*/ 0 h 4"/>
                  <a:gd name="T104" fmla="*/ 10 w 10"/>
                  <a:gd name="T105" fmla="*/ 0 h 4"/>
                  <a:gd name="T106" fmla="*/ 10 w 10"/>
                  <a:gd name="T107" fmla="*/ 4 h 4"/>
                  <a:gd name="T108" fmla="*/ 10 w 10"/>
                  <a:gd name="T109" fmla="*/ 4 h 4"/>
                  <a:gd name="T110" fmla="*/ 10 w 10"/>
                  <a:gd name="T111" fmla="*/ 4 h 4"/>
                  <a:gd name="T112" fmla="*/ 10 w 10"/>
                  <a:gd name="T113" fmla="*/ 4 h 4"/>
                  <a:gd name="T114" fmla="*/ 10 w 10"/>
                  <a:gd name="T115" fmla="*/ 4 h 4"/>
                  <a:gd name="T116" fmla="*/ 10 w 10"/>
                  <a:gd name="T117"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 h="4">
                    <a:moveTo>
                      <a:pt x="4" y="4"/>
                    </a:moveTo>
                    <a:lnTo>
                      <a:pt x="4" y="4"/>
                    </a:lnTo>
                    <a:lnTo>
                      <a:pt x="4" y="4"/>
                    </a:lnTo>
                    <a:lnTo>
                      <a:pt x="4" y="4"/>
                    </a:lnTo>
                    <a:lnTo>
                      <a:pt x="0" y="4"/>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4" y="0"/>
                    </a:lnTo>
                    <a:lnTo>
                      <a:pt x="4" y="0"/>
                    </a:lnTo>
                    <a:lnTo>
                      <a:pt x="4" y="4"/>
                    </a:lnTo>
                    <a:lnTo>
                      <a:pt x="4" y="4"/>
                    </a:lnTo>
                    <a:lnTo>
                      <a:pt x="4" y="4"/>
                    </a:lnTo>
                    <a:lnTo>
                      <a:pt x="4" y="4"/>
                    </a:lnTo>
                    <a:lnTo>
                      <a:pt x="4" y="4"/>
                    </a:lnTo>
                    <a:lnTo>
                      <a:pt x="4" y="4"/>
                    </a:lnTo>
                    <a:lnTo>
                      <a:pt x="4" y="4"/>
                    </a:lnTo>
                    <a:close/>
                    <a:moveTo>
                      <a:pt x="10" y="4"/>
                    </a:moveTo>
                    <a:lnTo>
                      <a:pt x="10" y="4"/>
                    </a:lnTo>
                    <a:lnTo>
                      <a:pt x="10" y="4"/>
                    </a:lnTo>
                    <a:lnTo>
                      <a:pt x="10" y="4"/>
                    </a:lnTo>
                    <a:lnTo>
                      <a:pt x="10" y="4"/>
                    </a:lnTo>
                    <a:lnTo>
                      <a:pt x="10" y="4"/>
                    </a:lnTo>
                    <a:lnTo>
                      <a:pt x="10" y="4"/>
                    </a:lnTo>
                    <a:lnTo>
                      <a:pt x="10" y="4"/>
                    </a:lnTo>
                    <a:lnTo>
                      <a:pt x="10" y="0"/>
                    </a:lnTo>
                    <a:lnTo>
                      <a:pt x="10" y="0"/>
                    </a:lnTo>
                    <a:lnTo>
                      <a:pt x="10" y="0"/>
                    </a:lnTo>
                    <a:lnTo>
                      <a:pt x="10" y="0"/>
                    </a:lnTo>
                    <a:lnTo>
                      <a:pt x="10" y="0"/>
                    </a:lnTo>
                    <a:lnTo>
                      <a:pt x="8" y="0"/>
                    </a:lnTo>
                    <a:lnTo>
                      <a:pt x="8" y="0"/>
                    </a:lnTo>
                    <a:lnTo>
                      <a:pt x="8" y="0"/>
                    </a:lnTo>
                    <a:lnTo>
                      <a:pt x="8" y="0"/>
                    </a:lnTo>
                    <a:lnTo>
                      <a:pt x="8" y="0"/>
                    </a:lnTo>
                    <a:lnTo>
                      <a:pt x="8" y="0"/>
                    </a:lnTo>
                    <a:lnTo>
                      <a:pt x="10" y="0"/>
                    </a:lnTo>
                    <a:lnTo>
                      <a:pt x="10" y="0"/>
                    </a:lnTo>
                    <a:lnTo>
                      <a:pt x="10" y="0"/>
                    </a:lnTo>
                    <a:lnTo>
                      <a:pt x="10" y="4"/>
                    </a:lnTo>
                    <a:lnTo>
                      <a:pt x="10" y="4"/>
                    </a:lnTo>
                    <a:lnTo>
                      <a:pt x="10" y="4"/>
                    </a:lnTo>
                    <a:lnTo>
                      <a:pt x="10" y="4"/>
                    </a:lnTo>
                    <a:lnTo>
                      <a:pt x="10" y="4"/>
                    </a:lnTo>
                    <a:lnTo>
                      <a:pt x="1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6" name="Freeform 80"/>
              <p:cNvSpPr>
                <a:spLocks/>
              </p:cNvSpPr>
              <p:nvPr/>
            </p:nvSpPr>
            <p:spPr bwMode="gray">
              <a:xfrm>
                <a:off x="2639779" y="4067497"/>
                <a:ext cx="118270" cy="132184"/>
              </a:xfrm>
              <a:custGeom>
                <a:avLst/>
                <a:gdLst>
                  <a:gd name="T0" fmla="*/ 64 w 68"/>
                  <a:gd name="T1" fmla="*/ 4 h 76"/>
                  <a:gd name="T2" fmla="*/ 64 w 68"/>
                  <a:gd name="T3" fmla="*/ 8 h 76"/>
                  <a:gd name="T4" fmla="*/ 64 w 68"/>
                  <a:gd name="T5" fmla="*/ 12 h 76"/>
                  <a:gd name="T6" fmla="*/ 64 w 68"/>
                  <a:gd name="T7" fmla="*/ 20 h 76"/>
                  <a:gd name="T8" fmla="*/ 60 w 68"/>
                  <a:gd name="T9" fmla="*/ 24 h 76"/>
                  <a:gd name="T10" fmla="*/ 60 w 68"/>
                  <a:gd name="T11" fmla="*/ 30 h 76"/>
                  <a:gd name="T12" fmla="*/ 60 w 68"/>
                  <a:gd name="T13" fmla="*/ 34 h 76"/>
                  <a:gd name="T14" fmla="*/ 60 w 68"/>
                  <a:gd name="T15" fmla="*/ 42 h 76"/>
                  <a:gd name="T16" fmla="*/ 60 w 68"/>
                  <a:gd name="T17" fmla="*/ 46 h 76"/>
                  <a:gd name="T18" fmla="*/ 60 w 68"/>
                  <a:gd name="T19" fmla="*/ 46 h 76"/>
                  <a:gd name="T20" fmla="*/ 60 w 68"/>
                  <a:gd name="T21" fmla="*/ 46 h 76"/>
                  <a:gd name="T22" fmla="*/ 60 w 68"/>
                  <a:gd name="T23" fmla="*/ 42 h 76"/>
                  <a:gd name="T24" fmla="*/ 56 w 68"/>
                  <a:gd name="T25" fmla="*/ 46 h 76"/>
                  <a:gd name="T26" fmla="*/ 56 w 68"/>
                  <a:gd name="T27" fmla="*/ 54 h 76"/>
                  <a:gd name="T28" fmla="*/ 56 w 68"/>
                  <a:gd name="T29" fmla="*/ 58 h 76"/>
                  <a:gd name="T30" fmla="*/ 56 w 68"/>
                  <a:gd name="T31" fmla="*/ 58 h 76"/>
                  <a:gd name="T32" fmla="*/ 60 w 68"/>
                  <a:gd name="T33" fmla="*/ 60 h 76"/>
                  <a:gd name="T34" fmla="*/ 56 w 68"/>
                  <a:gd name="T35" fmla="*/ 64 h 76"/>
                  <a:gd name="T36" fmla="*/ 56 w 68"/>
                  <a:gd name="T37" fmla="*/ 68 h 76"/>
                  <a:gd name="T38" fmla="*/ 56 w 68"/>
                  <a:gd name="T39" fmla="*/ 72 h 76"/>
                  <a:gd name="T40" fmla="*/ 60 w 68"/>
                  <a:gd name="T41" fmla="*/ 76 h 76"/>
                  <a:gd name="T42" fmla="*/ 56 w 68"/>
                  <a:gd name="T43" fmla="*/ 76 h 76"/>
                  <a:gd name="T44" fmla="*/ 52 w 68"/>
                  <a:gd name="T45" fmla="*/ 76 h 76"/>
                  <a:gd name="T46" fmla="*/ 48 w 68"/>
                  <a:gd name="T47" fmla="*/ 76 h 76"/>
                  <a:gd name="T48" fmla="*/ 38 w 68"/>
                  <a:gd name="T49" fmla="*/ 72 h 76"/>
                  <a:gd name="T50" fmla="*/ 38 w 68"/>
                  <a:gd name="T51" fmla="*/ 72 h 76"/>
                  <a:gd name="T52" fmla="*/ 30 w 68"/>
                  <a:gd name="T53" fmla="*/ 68 h 76"/>
                  <a:gd name="T54" fmla="*/ 26 w 68"/>
                  <a:gd name="T55" fmla="*/ 68 h 76"/>
                  <a:gd name="T56" fmla="*/ 22 w 68"/>
                  <a:gd name="T57" fmla="*/ 64 h 76"/>
                  <a:gd name="T58" fmla="*/ 20 w 68"/>
                  <a:gd name="T59" fmla="*/ 58 h 76"/>
                  <a:gd name="T60" fmla="*/ 16 w 68"/>
                  <a:gd name="T61" fmla="*/ 54 h 76"/>
                  <a:gd name="T62" fmla="*/ 16 w 68"/>
                  <a:gd name="T63" fmla="*/ 50 h 76"/>
                  <a:gd name="T64" fmla="*/ 12 w 68"/>
                  <a:gd name="T65" fmla="*/ 46 h 76"/>
                  <a:gd name="T66" fmla="*/ 4 w 68"/>
                  <a:gd name="T67" fmla="*/ 42 h 76"/>
                  <a:gd name="T68" fmla="*/ 0 w 68"/>
                  <a:gd name="T69" fmla="*/ 38 h 76"/>
                  <a:gd name="T70" fmla="*/ 4 w 68"/>
                  <a:gd name="T71" fmla="*/ 38 h 76"/>
                  <a:gd name="T72" fmla="*/ 8 w 68"/>
                  <a:gd name="T73" fmla="*/ 38 h 76"/>
                  <a:gd name="T74" fmla="*/ 12 w 68"/>
                  <a:gd name="T75" fmla="*/ 38 h 76"/>
                  <a:gd name="T76" fmla="*/ 12 w 68"/>
                  <a:gd name="T77" fmla="*/ 34 h 76"/>
                  <a:gd name="T78" fmla="*/ 16 w 68"/>
                  <a:gd name="T79" fmla="*/ 30 h 76"/>
                  <a:gd name="T80" fmla="*/ 16 w 68"/>
                  <a:gd name="T81" fmla="*/ 30 h 76"/>
                  <a:gd name="T82" fmla="*/ 16 w 68"/>
                  <a:gd name="T83" fmla="*/ 24 h 76"/>
                  <a:gd name="T84" fmla="*/ 22 w 68"/>
                  <a:gd name="T85" fmla="*/ 20 h 76"/>
                  <a:gd name="T86" fmla="*/ 26 w 68"/>
                  <a:gd name="T87" fmla="*/ 20 h 76"/>
                  <a:gd name="T88" fmla="*/ 30 w 68"/>
                  <a:gd name="T89" fmla="*/ 24 h 76"/>
                  <a:gd name="T90" fmla="*/ 34 w 68"/>
                  <a:gd name="T91" fmla="*/ 16 h 76"/>
                  <a:gd name="T92" fmla="*/ 34 w 68"/>
                  <a:gd name="T93" fmla="*/ 16 h 76"/>
                  <a:gd name="T94" fmla="*/ 38 w 68"/>
                  <a:gd name="T95" fmla="*/ 12 h 76"/>
                  <a:gd name="T96" fmla="*/ 38 w 68"/>
                  <a:gd name="T97" fmla="*/ 12 h 76"/>
                  <a:gd name="T98" fmla="*/ 38 w 68"/>
                  <a:gd name="T99" fmla="*/ 8 h 76"/>
                  <a:gd name="T100" fmla="*/ 46 w 68"/>
                  <a:gd name="T101" fmla="*/ 8 h 76"/>
                  <a:gd name="T102" fmla="*/ 52 w 68"/>
                  <a:gd name="T103" fmla="*/ 8 h 76"/>
                  <a:gd name="T104" fmla="*/ 60 w 68"/>
                  <a:gd name="T105" fmla="*/ 4 h 76"/>
                  <a:gd name="T106" fmla="*/ 64 w 68"/>
                  <a:gd name="T107" fmla="*/ 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8" h="76">
                    <a:moveTo>
                      <a:pt x="68" y="0"/>
                    </a:moveTo>
                    <a:lnTo>
                      <a:pt x="64" y="4"/>
                    </a:lnTo>
                    <a:lnTo>
                      <a:pt x="64" y="4"/>
                    </a:lnTo>
                    <a:lnTo>
                      <a:pt x="64" y="4"/>
                    </a:lnTo>
                    <a:lnTo>
                      <a:pt x="64" y="4"/>
                    </a:lnTo>
                    <a:lnTo>
                      <a:pt x="64" y="4"/>
                    </a:lnTo>
                    <a:lnTo>
                      <a:pt x="60" y="4"/>
                    </a:lnTo>
                    <a:lnTo>
                      <a:pt x="64" y="8"/>
                    </a:lnTo>
                    <a:lnTo>
                      <a:pt x="64" y="8"/>
                    </a:lnTo>
                    <a:lnTo>
                      <a:pt x="64" y="8"/>
                    </a:lnTo>
                    <a:lnTo>
                      <a:pt x="64" y="8"/>
                    </a:lnTo>
                    <a:lnTo>
                      <a:pt x="64" y="8"/>
                    </a:lnTo>
                    <a:lnTo>
                      <a:pt x="64" y="12"/>
                    </a:lnTo>
                    <a:lnTo>
                      <a:pt x="64" y="12"/>
                    </a:lnTo>
                    <a:lnTo>
                      <a:pt x="64" y="12"/>
                    </a:lnTo>
                    <a:lnTo>
                      <a:pt x="64" y="16"/>
                    </a:lnTo>
                    <a:lnTo>
                      <a:pt x="64" y="16"/>
                    </a:lnTo>
                    <a:lnTo>
                      <a:pt x="64" y="16"/>
                    </a:lnTo>
                    <a:lnTo>
                      <a:pt x="64" y="16"/>
                    </a:lnTo>
                    <a:lnTo>
                      <a:pt x="64" y="20"/>
                    </a:lnTo>
                    <a:lnTo>
                      <a:pt x="64" y="20"/>
                    </a:lnTo>
                    <a:lnTo>
                      <a:pt x="64" y="20"/>
                    </a:lnTo>
                    <a:lnTo>
                      <a:pt x="60" y="20"/>
                    </a:lnTo>
                    <a:lnTo>
                      <a:pt x="60" y="20"/>
                    </a:lnTo>
                    <a:lnTo>
                      <a:pt x="60" y="24"/>
                    </a:lnTo>
                    <a:lnTo>
                      <a:pt x="60" y="24"/>
                    </a:lnTo>
                    <a:lnTo>
                      <a:pt x="60" y="24"/>
                    </a:lnTo>
                    <a:lnTo>
                      <a:pt x="60" y="28"/>
                    </a:lnTo>
                    <a:lnTo>
                      <a:pt x="60" y="30"/>
                    </a:lnTo>
                    <a:lnTo>
                      <a:pt x="60" y="30"/>
                    </a:lnTo>
                    <a:lnTo>
                      <a:pt x="60" y="30"/>
                    </a:lnTo>
                    <a:lnTo>
                      <a:pt x="60" y="30"/>
                    </a:lnTo>
                    <a:lnTo>
                      <a:pt x="60" y="34"/>
                    </a:lnTo>
                    <a:lnTo>
                      <a:pt x="60" y="34"/>
                    </a:lnTo>
                    <a:lnTo>
                      <a:pt x="60" y="34"/>
                    </a:lnTo>
                    <a:lnTo>
                      <a:pt x="60" y="34"/>
                    </a:lnTo>
                    <a:lnTo>
                      <a:pt x="60" y="38"/>
                    </a:lnTo>
                    <a:lnTo>
                      <a:pt x="60" y="38"/>
                    </a:lnTo>
                    <a:lnTo>
                      <a:pt x="60" y="38"/>
                    </a:lnTo>
                    <a:lnTo>
                      <a:pt x="60" y="42"/>
                    </a:lnTo>
                    <a:lnTo>
                      <a:pt x="60" y="42"/>
                    </a:lnTo>
                    <a:lnTo>
                      <a:pt x="60" y="46"/>
                    </a:lnTo>
                    <a:lnTo>
                      <a:pt x="60" y="46"/>
                    </a:lnTo>
                    <a:lnTo>
                      <a:pt x="60" y="46"/>
                    </a:lnTo>
                    <a:lnTo>
                      <a:pt x="60" y="46"/>
                    </a:lnTo>
                    <a:lnTo>
                      <a:pt x="60" y="46"/>
                    </a:lnTo>
                    <a:lnTo>
                      <a:pt x="60" y="46"/>
                    </a:lnTo>
                    <a:lnTo>
                      <a:pt x="60" y="50"/>
                    </a:lnTo>
                    <a:lnTo>
                      <a:pt x="60" y="50"/>
                    </a:lnTo>
                    <a:lnTo>
                      <a:pt x="60" y="46"/>
                    </a:lnTo>
                    <a:lnTo>
                      <a:pt x="60" y="46"/>
                    </a:lnTo>
                    <a:lnTo>
                      <a:pt x="60" y="46"/>
                    </a:lnTo>
                    <a:lnTo>
                      <a:pt x="60" y="46"/>
                    </a:lnTo>
                    <a:lnTo>
                      <a:pt x="60" y="46"/>
                    </a:lnTo>
                    <a:lnTo>
                      <a:pt x="60" y="46"/>
                    </a:lnTo>
                    <a:lnTo>
                      <a:pt x="60" y="42"/>
                    </a:lnTo>
                    <a:lnTo>
                      <a:pt x="60" y="42"/>
                    </a:lnTo>
                    <a:lnTo>
                      <a:pt x="60" y="42"/>
                    </a:lnTo>
                    <a:lnTo>
                      <a:pt x="60" y="42"/>
                    </a:lnTo>
                    <a:lnTo>
                      <a:pt x="60" y="42"/>
                    </a:lnTo>
                    <a:lnTo>
                      <a:pt x="60" y="42"/>
                    </a:lnTo>
                    <a:lnTo>
                      <a:pt x="60" y="42"/>
                    </a:lnTo>
                    <a:lnTo>
                      <a:pt x="60" y="42"/>
                    </a:lnTo>
                    <a:lnTo>
                      <a:pt x="60" y="42"/>
                    </a:lnTo>
                    <a:lnTo>
                      <a:pt x="56" y="46"/>
                    </a:lnTo>
                    <a:lnTo>
                      <a:pt x="56" y="46"/>
                    </a:lnTo>
                    <a:lnTo>
                      <a:pt x="56" y="50"/>
                    </a:lnTo>
                    <a:lnTo>
                      <a:pt x="56" y="50"/>
                    </a:lnTo>
                    <a:lnTo>
                      <a:pt x="56" y="50"/>
                    </a:lnTo>
                    <a:lnTo>
                      <a:pt x="56" y="54"/>
                    </a:lnTo>
                    <a:lnTo>
                      <a:pt x="56" y="54"/>
                    </a:lnTo>
                    <a:lnTo>
                      <a:pt x="56" y="54"/>
                    </a:lnTo>
                    <a:lnTo>
                      <a:pt x="56" y="54"/>
                    </a:lnTo>
                    <a:lnTo>
                      <a:pt x="56" y="58"/>
                    </a:lnTo>
                    <a:lnTo>
                      <a:pt x="56" y="58"/>
                    </a:lnTo>
                    <a:lnTo>
                      <a:pt x="56" y="58"/>
                    </a:lnTo>
                    <a:lnTo>
                      <a:pt x="56" y="58"/>
                    </a:lnTo>
                    <a:lnTo>
                      <a:pt x="56" y="58"/>
                    </a:lnTo>
                    <a:lnTo>
                      <a:pt x="56" y="58"/>
                    </a:lnTo>
                    <a:lnTo>
                      <a:pt x="56" y="58"/>
                    </a:lnTo>
                    <a:lnTo>
                      <a:pt x="56" y="58"/>
                    </a:lnTo>
                    <a:lnTo>
                      <a:pt x="56" y="58"/>
                    </a:lnTo>
                    <a:lnTo>
                      <a:pt x="56" y="58"/>
                    </a:lnTo>
                    <a:lnTo>
                      <a:pt x="56" y="60"/>
                    </a:lnTo>
                    <a:lnTo>
                      <a:pt x="60" y="60"/>
                    </a:lnTo>
                    <a:lnTo>
                      <a:pt x="60" y="60"/>
                    </a:lnTo>
                    <a:lnTo>
                      <a:pt x="56" y="60"/>
                    </a:lnTo>
                    <a:lnTo>
                      <a:pt x="56" y="60"/>
                    </a:lnTo>
                    <a:lnTo>
                      <a:pt x="56" y="64"/>
                    </a:lnTo>
                    <a:lnTo>
                      <a:pt x="56" y="64"/>
                    </a:lnTo>
                    <a:lnTo>
                      <a:pt x="56" y="64"/>
                    </a:lnTo>
                    <a:lnTo>
                      <a:pt x="56" y="64"/>
                    </a:lnTo>
                    <a:lnTo>
                      <a:pt x="56" y="68"/>
                    </a:lnTo>
                    <a:lnTo>
                      <a:pt x="56" y="68"/>
                    </a:lnTo>
                    <a:lnTo>
                      <a:pt x="56" y="68"/>
                    </a:lnTo>
                    <a:lnTo>
                      <a:pt x="56" y="72"/>
                    </a:lnTo>
                    <a:lnTo>
                      <a:pt x="56" y="72"/>
                    </a:lnTo>
                    <a:lnTo>
                      <a:pt x="56" y="72"/>
                    </a:lnTo>
                    <a:lnTo>
                      <a:pt x="56" y="72"/>
                    </a:lnTo>
                    <a:lnTo>
                      <a:pt x="56" y="72"/>
                    </a:lnTo>
                    <a:lnTo>
                      <a:pt x="60" y="72"/>
                    </a:lnTo>
                    <a:lnTo>
                      <a:pt x="60" y="72"/>
                    </a:lnTo>
                    <a:lnTo>
                      <a:pt x="60" y="72"/>
                    </a:lnTo>
                    <a:lnTo>
                      <a:pt x="60" y="76"/>
                    </a:lnTo>
                    <a:lnTo>
                      <a:pt x="60" y="76"/>
                    </a:lnTo>
                    <a:lnTo>
                      <a:pt x="56" y="76"/>
                    </a:lnTo>
                    <a:lnTo>
                      <a:pt x="56" y="76"/>
                    </a:lnTo>
                    <a:lnTo>
                      <a:pt x="56" y="76"/>
                    </a:lnTo>
                    <a:lnTo>
                      <a:pt x="56" y="76"/>
                    </a:lnTo>
                    <a:lnTo>
                      <a:pt x="56" y="76"/>
                    </a:lnTo>
                    <a:lnTo>
                      <a:pt x="56" y="76"/>
                    </a:lnTo>
                    <a:lnTo>
                      <a:pt x="56" y="76"/>
                    </a:lnTo>
                    <a:lnTo>
                      <a:pt x="52" y="76"/>
                    </a:lnTo>
                    <a:lnTo>
                      <a:pt x="52" y="76"/>
                    </a:lnTo>
                    <a:lnTo>
                      <a:pt x="52" y="76"/>
                    </a:lnTo>
                    <a:lnTo>
                      <a:pt x="52" y="76"/>
                    </a:lnTo>
                    <a:lnTo>
                      <a:pt x="52" y="76"/>
                    </a:lnTo>
                    <a:lnTo>
                      <a:pt x="52" y="76"/>
                    </a:lnTo>
                    <a:lnTo>
                      <a:pt x="52" y="76"/>
                    </a:lnTo>
                    <a:lnTo>
                      <a:pt x="48" y="76"/>
                    </a:lnTo>
                    <a:lnTo>
                      <a:pt x="48" y="72"/>
                    </a:lnTo>
                    <a:lnTo>
                      <a:pt x="48" y="72"/>
                    </a:lnTo>
                    <a:lnTo>
                      <a:pt x="46" y="72"/>
                    </a:lnTo>
                    <a:lnTo>
                      <a:pt x="42" y="72"/>
                    </a:lnTo>
                    <a:lnTo>
                      <a:pt x="38" y="72"/>
                    </a:lnTo>
                    <a:lnTo>
                      <a:pt x="38" y="72"/>
                    </a:lnTo>
                    <a:lnTo>
                      <a:pt x="38" y="72"/>
                    </a:lnTo>
                    <a:lnTo>
                      <a:pt x="38" y="72"/>
                    </a:lnTo>
                    <a:lnTo>
                      <a:pt x="38" y="72"/>
                    </a:lnTo>
                    <a:lnTo>
                      <a:pt x="38" y="72"/>
                    </a:lnTo>
                    <a:lnTo>
                      <a:pt x="34" y="72"/>
                    </a:lnTo>
                    <a:lnTo>
                      <a:pt x="34" y="68"/>
                    </a:lnTo>
                    <a:lnTo>
                      <a:pt x="34" y="68"/>
                    </a:lnTo>
                    <a:lnTo>
                      <a:pt x="30" y="68"/>
                    </a:lnTo>
                    <a:lnTo>
                      <a:pt x="30" y="68"/>
                    </a:lnTo>
                    <a:lnTo>
                      <a:pt x="30" y="68"/>
                    </a:lnTo>
                    <a:lnTo>
                      <a:pt x="30" y="72"/>
                    </a:lnTo>
                    <a:lnTo>
                      <a:pt x="30" y="72"/>
                    </a:lnTo>
                    <a:lnTo>
                      <a:pt x="26" y="68"/>
                    </a:lnTo>
                    <a:lnTo>
                      <a:pt x="26" y="68"/>
                    </a:lnTo>
                    <a:lnTo>
                      <a:pt x="26" y="68"/>
                    </a:lnTo>
                    <a:lnTo>
                      <a:pt x="26" y="68"/>
                    </a:lnTo>
                    <a:lnTo>
                      <a:pt x="22" y="64"/>
                    </a:lnTo>
                    <a:lnTo>
                      <a:pt x="22" y="64"/>
                    </a:lnTo>
                    <a:lnTo>
                      <a:pt x="22" y="64"/>
                    </a:lnTo>
                    <a:lnTo>
                      <a:pt x="22" y="60"/>
                    </a:lnTo>
                    <a:lnTo>
                      <a:pt x="20" y="60"/>
                    </a:lnTo>
                    <a:lnTo>
                      <a:pt x="20" y="60"/>
                    </a:lnTo>
                    <a:lnTo>
                      <a:pt x="20" y="58"/>
                    </a:lnTo>
                    <a:lnTo>
                      <a:pt x="20" y="58"/>
                    </a:lnTo>
                    <a:lnTo>
                      <a:pt x="20" y="58"/>
                    </a:lnTo>
                    <a:lnTo>
                      <a:pt x="20" y="58"/>
                    </a:lnTo>
                    <a:lnTo>
                      <a:pt x="16" y="54"/>
                    </a:lnTo>
                    <a:lnTo>
                      <a:pt x="16" y="54"/>
                    </a:lnTo>
                    <a:lnTo>
                      <a:pt x="16" y="54"/>
                    </a:lnTo>
                    <a:lnTo>
                      <a:pt x="16" y="54"/>
                    </a:lnTo>
                    <a:lnTo>
                      <a:pt x="16" y="54"/>
                    </a:lnTo>
                    <a:lnTo>
                      <a:pt x="16" y="54"/>
                    </a:lnTo>
                    <a:lnTo>
                      <a:pt x="16" y="54"/>
                    </a:lnTo>
                    <a:lnTo>
                      <a:pt x="16" y="50"/>
                    </a:lnTo>
                    <a:lnTo>
                      <a:pt x="16" y="50"/>
                    </a:lnTo>
                    <a:lnTo>
                      <a:pt x="12" y="50"/>
                    </a:lnTo>
                    <a:lnTo>
                      <a:pt x="12" y="50"/>
                    </a:lnTo>
                    <a:lnTo>
                      <a:pt x="12" y="50"/>
                    </a:lnTo>
                    <a:lnTo>
                      <a:pt x="12" y="46"/>
                    </a:lnTo>
                    <a:lnTo>
                      <a:pt x="8" y="46"/>
                    </a:lnTo>
                    <a:lnTo>
                      <a:pt x="8" y="46"/>
                    </a:lnTo>
                    <a:lnTo>
                      <a:pt x="8" y="46"/>
                    </a:lnTo>
                    <a:lnTo>
                      <a:pt x="8" y="46"/>
                    </a:lnTo>
                    <a:lnTo>
                      <a:pt x="4" y="42"/>
                    </a:lnTo>
                    <a:lnTo>
                      <a:pt x="4" y="42"/>
                    </a:lnTo>
                    <a:lnTo>
                      <a:pt x="4" y="38"/>
                    </a:lnTo>
                    <a:lnTo>
                      <a:pt x="0" y="38"/>
                    </a:lnTo>
                    <a:lnTo>
                      <a:pt x="0" y="38"/>
                    </a:lnTo>
                    <a:lnTo>
                      <a:pt x="0" y="38"/>
                    </a:lnTo>
                    <a:lnTo>
                      <a:pt x="4" y="34"/>
                    </a:lnTo>
                    <a:lnTo>
                      <a:pt x="4" y="34"/>
                    </a:lnTo>
                    <a:lnTo>
                      <a:pt x="4" y="38"/>
                    </a:lnTo>
                    <a:lnTo>
                      <a:pt x="4" y="38"/>
                    </a:lnTo>
                    <a:lnTo>
                      <a:pt x="4" y="38"/>
                    </a:lnTo>
                    <a:lnTo>
                      <a:pt x="4" y="38"/>
                    </a:lnTo>
                    <a:lnTo>
                      <a:pt x="4" y="38"/>
                    </a:lnTo>
                    <a:lnTo>
                      <a:pt x="4" y="38"/>
                    </a:lnTo>
                    <a:lnTo>
                      <a:pt x="4" y="38"/>
                    </a:lnTo>
                    <a:lnTo>
                      <a:pt x="8" y="38"/>
                    </a:lnTo>
                    <a:lnTo>
                      <a:pt x="8" y="38"/>
                    </a:lnTo>
                    <a:lnTo>
                      <a:pt x="8" y="38"/>
                    </a:lnTo>
                    <a:lnTo>
                      <a:pt x="8" y="38"/>
                    </a:lnTo>
                    <a:lnTo>
                      <a:pt x="8" y="38"/>
                    </a:lnTo>
                    <a:lnTo>
                      <a:pt x="12" y="38"/>
                    </a:lnTo>
                    <a:lnTo>
                      <a:pt x="12" y="38"/>
                    </a:lnTo>
                    <a:lnTo>
                      <a:pt x="12" y="38"/>
                    </a:lnTo>
                    <a:lnTo>
                      <a:pt x="12" y="34"/>
                    </a:lnTo>
                    <a:lnTo>
                      <a:pt x="12" y="34"/>
                    </a:lnTo>
                    <a:lnTo>
                      <a:pt x="12" y="34"/>
                    </a:lnTo>
                    <a:lnTo>
                      <a:pt x="12" y="34"/>
                    </a:lnTo>
                    <a:lnTo>
                      <a:pt x="12" y="30"/>
                    </a:lnTo>
                    <a:lnTo>
                      <a:pt x="16" y="30"/>
                    </a:lnTo>
                    <a:lnTo>
                      <a:pt x="16" y="30"/>
                    </a:lnTo>
                    <a:lnTo>
                      <a:pt x="16" y="30"/>
                    </a:lnTo>
                    <a:lnTo>
                      <a:pt x="16" y="30"/>
                    </a:lnTo>
                    <a:lnTo>
                      <a:pt x="16" y="30"/>
                    </a:lnTo>
                    <a:lnTo>
                      <a:pt x="16" y="30"/>
                    </a:lnTo>
                    <a:lnTo>
                      <a:pt x="16" y="30"/>
                    </a:lnTo>
                    <a:lnTo>
                      <a:pt x="16" y="30"/>
                    </a:lnTo>
                    <a:lnTo>
                      <a:pt x="16" y="28"/>
                    </a:lnTo>
                    <a:lnTo>
                      <a:pt x="16" y="24"/>
                    </a:lnTo>
                    <a:lnTo>
                      <a:pt x="16" y="24"/>
                    </a:lnTo>
                    <a:lnTo>
                      <a:pt x="16" y="24"/>
                    </a:lnTo>
                    <a:lnTo>
                      <a:pt x="16" y="24"/>
                    </a:lnTo>
                    <a:lnTo>
                      <a:pt x="20" y="24"/>
                    </a:lnTo>
                    <a:lnTo>
                      <a:pt x="20" y="24"/>
                    </a:lnTo>
                    <a:lnTo>
                      <a:pt x="20" y="24"/>
                    </a:lnTo>
                    <a:lnTo>
                      <a:pt x="22" y="20"/>
                    </a:lnTo>
                    <a:lnTo>
                      <a:pt x="22" y="20"/>
                    </a:lnTo>
                    <a:lnTo>
                      <a:pt x="22" y="20"/>
                    </a:lnTo>
                    <a:lnTo>
                      <a:pt x="26" y="20"/>
                    </a:lnTo>
                    <a:lnTo>
                      <a:pt x="26" y="20"/>
                    </a:lnTo>
                    <a:lnTo>
                      <a:pt x="26" y="20"/>
                    </a:lnTo>
                    <a:lnTo>
                      <a:pt x="26" y="20"/>
                    </a:lnTo>
                    <a:lnTo>
                      <a:pt x="26" y="24"/>
                    </a:lnTo>
                    <a:lnTo>
                      <a:pt x="26" y="24"/>
                    </a:lnTo>
                    <a:lnTo>
                      <a:pt x="30" y="24"/>
                    </a:lnTo>
                    <a:lnTo>
                      <a:pt x="30" y="24"/>
                    </a:lnTo>
                    <a:lnTo>
                      <a:pt x="30" y="24"/>
                    </a:lnTo>
                    <a:lnTo>
                      <a:pt x="30" y="24"/>
                    </a:lnTo>
                    <a:lnTo>
                      <a:pt x="30" y="20"/>
                    </a:lnTo>
                    <a:lnTo>
                      <a:pt x="30" y="20"/>
                    </a:lnTo>
                    <a:lnTo>
                      <a:pt x="30" y="20"/>
                    </a:lnTo>
                    <a:lnTo>
                      <a:pt x="34" y="16"/>
                    </a:lnTo>
                    <a:lnTo>
                      <a:pt x="34" y="16"/>
                    </a:lnTo>
                    <a:lnTo>
                      <a:pt x="34" y="16"/>
                    </a:lnTo>
                    <a:lnTo>
                      <a:pt x="34" y="16"/>
                    </a:lnTo>
                    <a:lnTo>
                      <a:pt x="34" y="16"/>
                    </a:lnTo>
                    <a:lnTo>
                      <a:pt x="34" y="16"/>
                    </a:lnTo>
                    <a:lnTo>
                      <a:pt x="34" y="16"/>
                    </a:lnTo>
                    <a:lnTo>
                      <a:pt x="34" y="16"/>
                    </a:lnTo>
                    <a:lnTo>
                      <a:pt x="38" y="16"/>
                    </a:lnTo>
                    <a:lnTo>
                      <a:pt x="38" y="16"/>
                    </a:lnTo>
                    <a:lnTo>
                      <a:pt x="38" y="12"/>
                    </a:lnTo>
                    <a:lnTo>
                      <a:pt x="38" y="12"/>
                    </a:lnTo>
                    <a:lnTo>
                      <a:pt x="38" y="12"/>
                    </a:lnTo>
                    <a:lnTo>
                      <a:pt x="38" y="12"/>
                    </a:lnTo>
                    <a:lnTo>
                      <a:pt x="38" y="12"/>
                    </a:lnTo>
                    <a:lnTo>
                      <a:pt x="38" y="12"/>
                    </a:lnTo>
                    <a:lnTo>
                      <a:pt x="38" y="8"/>
                    </a:lnTo>
                    <a:lnTo>
                      <a:pt x="38" y="8"/>
                    </a:lnTo>
                    <a:lnTo>
                      <a:pt x="38" y="8"/>
                    </a:lnTo>
                    <a:lnTo>
                      <a:pt x="38" y="8"/>
                    </a:lnTo>
                    <a:lnTo>
                      <a:pt x="38" y="8"/>
                    </a:lnTo>
                    <a:lnTo>
                      <a:pt x="38" y="8"/>
                    </a:lnTo>
                    <a:lnTo>
                      <a:pt x="42" y="4"/>
                    </a:lnTo>
                    <a:lnTo>
                      <a:pt x="42" y="4"/>
                    </a:lnTo>
                    <a:lnTo>
                      <a:pt x="42" y="4"/>
                    </a:lnTo>
                    <a:lnTo>
                      <a:pt x="46" y="8"/>
                    </a:lnTo>
                    <a:lnTo>
                      <a:pt x="46" y="8"/>
                    </a:lnTo>
                    <a:lnTo>
                      <a:pt x="48" y="8"/>
                    </a:lnTo>
                    <a:lnTo>
                      <a:pt x="48" y="8"/>
                    </a:lnTo>
                    <a:lnTo>
                      <a:pt x="52" y="8"/>
                    </a:lnTo>
                    <a:lnTo>
                      <a:pt x="52" y="8"/>
                    </a:lnTo>
                    <a:lnTo>
                      <a:pt x="52" y="8"/>
                    </a:lnTo>
                    <a:lnTo>
                      <a:pt x="56" y="4"/>
                    </a:lnTo>
                    <a:lnTo>
                      <a:pt x="56" y="4"/>
                    </a:lnTo>
                    <a:lnTo>
                      <a:pt x="60" y="4"/>
                    </a:lnTo>
                    <a:lnTo>
                      <a:pt x="60" y="4"/>
                    </a:lnTo>
                    <a:lnTo>
                      <a:pt x="60" y="0"/>
                    </a:lnTo>
                    <a:lnTo>
                      <a:pt x="64" y="0"/>
                    </a:lnTo>
                    <a:lnTo>
                      <a:pt x="64" y="0"/>
                    </a:lnTo>
                    <a:lnTo>
                      <a:pt x="64" y="0"/>
                    </a:lnTo>
                    <a:lnTo>
                      <a:pt x="64" y="0"/>
                    </a:lnTo>
                    <a:lnTo>
                      <a:pt x="64" y="0"/>
                    </a:lnTo>
                    <a:lnTo>
                      <a:pt x="68" y="0"/>
                    </a:lnTo>
                    <a:lnTo>
                      <a:pt x="68" y="0"/>
                    </a:lnTo>
                    <a:lnTo>
                      <a:pt x="68"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7" name="Freeform 81"/>
              <p:cNvSpPr>
                <a:spLocks noEditPoints="1"/>
              </p:cNvSpPr>
              <p:nvPr/>
            </p:nvSpPr>
            <p:spPr bwMode="gray">
              <a:xfrm>
                <a:off x="2758049" y="4230986"/>
                <a:ext cx="142620" cy="73049"/>
              </a:xfrm>
              <a:custGeom>
                <a:avLst/>
                <a:gdLst>
                  <a:gd name="T0" fmla="*/ 38 w 82"/>
                  <a:gd name="T1" fmla="*/ 22 h 42"/>
                  <a:gd name="T2" fmla="*/ 38 w 82"/>
                  <a:gd name="T3" fmla="*/ 30 h 42"/>
                  <a:gd name="T4" fmla="*/ 40 w 82"/>
                  <a:gd name="T5" fmla="*/ 34 h 42"/>
                  <a:gd name="T6" fmla="*/ 40 w 82"/>
                  <a:gd name="T7" fmla="*/ 38 h 42"/>
                  <a:gd name="T8" fmla="*/ 34 w 82"/>
                  <a:gd name="T9" fmla="*/ 42 h 42"/>
                  <a:gd name="T10" fmla="*/ 30 w 82"/>
                  <a:gd name="T11" fmla="*/ 42 h 42"/>
                  <a:gd name="T12" fmla="*/ 30 w 82"/>
                  <a:gd name="T13" fmla="*/ 34 h 42"/>
                  <a:gd name="T14" fmla="*/ 26 w 82"/>
                  <a:gd name="T15" fmla="*/ 30 h 42"/>
                  <a:gd name="T16" fmla="*/ 22 w 82"/>
                  <a:gd name="T17" fmla="*/ 34 h 42"/>
                  <a:gd name="T18" fmla="*/ 18 w 82"/>
                  <a:gd name="T19" fmla="*/ 30 h 42"/>
                  <a:gd name="T20" fmla="*/ 18 w 82"/>
                  <a:gd name="T21" fmla="*/ 26 h 42"/>
                  <a:gd name="T22" fmla="*/ 10 w 82"/>
                  <a:gd name="T23" fmla="*/ 26 h 42"/>
                  <a:gd name="T24" fmla="*/ 8 w 82"/>
                  <a:gd name="T25" fmla="*/ 26 h 42"/>
                  <a:gd name="T26" fmla="*/ 4 w 82"/>
                  <a:gd name="T27" fmla="*/ 22 h 42"/>
                  <a:gd name="T28" fmla="*/ 4 w 82"/>
                  <a:gd name="T29" fmla="*/ 30 h 42"/>
                  <a:gd name="T30" fmla="*/ 0 w 82"/>
                  <a:gd name="T31" fmla="*/ 26 h 42"/>
                  <a:gd name="T32" fmla="*/ 4 w 82"/>
                  <a:gd name="T33" fmla="*/ 22 h 42"/>
                  <a:gd name="T34" fmla="*/ 0 w 82"/>
                  <a:gd name="T35" fmla="*/ 16 h 42"/>
                  <a:gd name="T36" fmla="*/ 0 w 82"/>
                  <a:gd name="T37" fmla="*/ 12 h 42"/>
                  <a:gd name="T38" fmla="*/ 4 w 82"/>
                  <a:gd name="T39" fmla="*/ 0 h 42"/>
                  <a:gd name="T40" fmla="*/ 8 w 82"/>
                  <a:gd name="T41" fmla="*/ 4 h 42"/>
                  <a:gd name="T42" fmla="*/ 10 w 82"/>
                  <a:gd name="T43" fmla="*/ 12 h 42"/>
                  <a:gd name="T44" fmla="*/ 14 w 82"/>
                  <a:gd name="T45" fmla="*/ 12 h 42"/>
                  <a:gd name="T46" fmla="*/ 18 w 82"/>
                  <a:gd name="T47" fmla="*/ 16 h 42"/>
                  <a:gd name="T48" fmla="*/ 26 w 82"/>
                  <a:gd name="T49" fmla="*/ 16 h 42"/>
                  <a:gd name="T50" fmla="*/ 30 w 82"/>
                  <a:gd name="T51" fmla="*/ 16 h 42"/>
                  <a:gd name="T52" fmla="*/ 38 w 82"/>
                  <a:gd name="T53" fmla="*/ 12 h 42"/>
                  <a:gd name="T54" fmla="*/ 40 w 82"/>
                  <a:gd name="T55" fmla="*/ 8 h 42"/>
                  <a:gd name="T56" fmla="*/ 48 w 82"/>
                  <a:gd name="T57" fmla="*/ 4 h 42"/>
                  <a:gd name="T58" fmla="*/ 56 w 82"/>
                  <a:gd name="T59" fmla="*/ 4 h 42"/>
                  <a:gd name="T60" fmla="*/ 56 w 82"/>
                  <a:gd name="T61" fmla="*/ 4 h 42"/>
                  <a:gd name="T62" fmla="*/ 64 w 82"/>
                  <a:gd name="T63" fmla="*/ 4 h 42"/>
                  <a:gd name="T64" fmla="*/ 70 w 82"/>
                  <a:gd name="T65" fmla="*/ 12 h 42"/>
                  <a:gd name="T66" fmla="*/ 78 w 82"/>
                  <a:gd name="T67" fmla="*/ 16 h 42"/>
                  <a:gd name="T68" fmla="*/ 78 w 82"/>
                  <a:gd name="T69" fmla="*/ 18 h 42"/>
                  <a:gd name="T70" fmla="*/ 78 w 82"/>
                  <a:gd name="T71" fmla="*/ 22 h 42"/>
                  <a:gd name="T72" fmla="*/ 82 w 82"/>
                  <a:gd name="T73" fmla="*/ 26 h 42"/>
                  <a:gd name="T74" fmla="*/ 82 w 82"/>
                  <a:gd name="T75" fmla="*/ 34 h 42"/>
                  <a:gd name="T76" fmla="*/ 74 w 82"/>
                  <a:gd name="T77" fmla="*/ 34 h 42"/>
                  <a:gd name="T78" fmla="*/ 74 w 82"/>
                  <a:gd name="T79" fmla="*/ 38 h 42"/>
                  <a:gd name="T80" fmla="*/ 68 w 82"/>
                  <a:gd name="T81" fmla="*/ 38 h 42"/>
                  <a:gd name="T82" fmla="*/ 68 w 82"/>
                  <a:gd name="T83" fmla="*/ 30 h 42"/>
                  <a:gd name="T84" fmla="*/ 68 w 82"/>
                  <a:gd name="T85" fmla="*/ 30 h 42"/>
                  <a:gd name="T86" fmla="*/ 68 w 82"/>
                  <a:gd name="T87" fmla="*/ 26 h 42"/>
                  <a:gd name="T88" fmla="*/ 70 w 82"/>
                  <a:gd name="T89" fmla="*/ 26 h 42"/>
                  <a:gd name="T90" fmla="*/ 74 w 82"/>
                  <a:gd name="T91" fmla="*/ 26 h 42"/>
                  <a:gd name="T92" fmla="*/ 70 w 82"/>
                  <a:gd name="T93" fmla="*/ 22 h 42"/>
                  <a:gd name="T94" fmla="*/ 64 w 82"/>
                  <a:gd name="T95" fmla="*/ 22 h 42"/>
                  <a:gd name="T96" fmla="*/ 60 w 82"/>
                  <a:gd name="T97" fmla="*/ 16 h 42"/>
                  <a:gd name="T98" fmla="*/ 56 w 82"/>
                  <a:gd name="T99" fmla="*/ 12 h 42"/>
                  <a:gd name="T100" fmla="*/ 56 w 82"/>
                  <a:gd name="T101" fmla="*/ 12 h 42"/>
                  <a:gd name="T102" fmla="*/ 48 w 82"/>
                  <a:gd name="T103" fmla="*/ 12 h 42"/>
                  <a:gd name="T104" fmla="*/ 44 w 82"/>
                  <a:gd name="T105" fmla="*/ 16 h 42"/>
                  <a:gd name="T106" fmla="*/ 40 w 82"/>
                  <a:gd name="T107" fmla="*/ 22 h 42"/>
                  <a:gd name="T108" fmla="*/ 10 w 82"/>
                  <a:gd name="T109" fmla="*/ 8 h 42"/>
                  <a:gd name="T110" fmla="*/ 60 w 82"/>
                  <a:gd name="T111" fmla="*/ 22 h 42"/>
                  <a:gd name="T112" fmla="*/ 56 w 82"/>
                  <a:gd name="T113" fmla="*/ 22 h 42"/>
                  <a:gd name="T114" fmla="*/ 18 w 82"/>
                  <a:gd name="T115" fmla="*/ 38 h 42"/>
                  <a:gd name="T116" fmla="*/ 18 w 82"/>
                  <a:gd name="T117" fmla="*/ 42 h 42"/>
                  <a:gd name="T118" fmla="*/ 18 w 82"/>
                  <a:gd name="T119" fmla="*/ 42 h 42"/>
                  <a:gd name="T120" fmla="*/ 18 w 82"/>
                  <a:gd name="T121" fmla="*/ 34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82" h="42">
                    <a:moveTo>
                      <a:pt x="40" y="22"/>
                    </a:moveTo>
                    <a:lnTo>
                      <a:pt x="40" y="22"/>
                    </a:lnTo>
                    <a:lnTo>
                      <a:pt x="40" y="22"/>
                    </a:lnTo>
                    <a:lnTo>
                      <a:pt x="40" y="22"/>
                    </a:lnTo>
                    <a:lnTo>
                      <a:pt x="40" y="22"/>
                    </a:lnTo>
                    <a:lnTo>
                      <a:pt x="38" y="22"/>
                    </a:lnTo>
                    <a:lnTo>
                      <a:pt x="38" y="22"/>
                    </a:lnTo>
                    <a:lnTo>
                      <a:pt x="38" y="26"/>
                    </a:lnTo>
                    <a:lnTo>
                      <a:pt x="38" y="26"/>
                    </a:lnTo>
                    <a:lnTo>
                      <a:pt x="38" y="26"/>
                    </a:lnTo>
                    <a:lnTo>
                      <a:pt x="38" y="26"/>
                    </a:lnTo>
                    <a:lnTo>
                      <a:pt x="38" y="26"/>
                    </a:lnTo>
                    <a:lnTo>
                      <a:pt x="38" y="26"/>
                    </a:lnTo>
                    <a:lnTo>
                      <a:pt x="38" y="30"/>
                    </a:lnTo>
                    <a:lnTo>
                      <a:pt x="38" y="30"/>
                    </a:lnTo>
                    <a:lnTo>
                      <a:pt x="38" y="30"/>
                    </a:lnTo>
                    <a:lnTo>
                      <a:pt x="38" y="30"/>
                    </a:lnTo>
                    <a:lnTo>
                      <a:pt x="38" y="30"/>
                    </a:lnTo>
                    <a:lnTo>
                      <a:pt x="38" y="30"/>
                    </a:lnTo>
                    <a:lnTo>
                      <a:pt x="38" y="30"/>
                    </a:lnTo>
                    <a:lnTo>
                      <a:pt x="40" y="34"/>
                    </a:lnTo>
                    <a:lnTo>
                      <a:pt x="40" y="34"/>
                    </a:lnTo>
                    <a:lnTo>
                      <a:pt x="40" y="38"/>
                    </a:lnTo>
                    <a:lnTo>
                      <a:pt x="40" y="38"/>
                    </a:lnTo>
                    <a:lnTo>
                      <a:pt x="40" y="38"/>
                    </a:lnTo>
                    <a:lnTo>
                      <a:pt x="40" y="38"/>
                    </a:lnTo>
                    <a:lnTo>
                      <a:pt x="40" y="38"/>
                    </a:lnTo>
                    <a:lnTo>
                      <a:pt x="40" y="38"/>
                    </a:lnTo>
                    <a:lnTo>
                      <a:pt x="38" y="38"/>
                    </a:lnTo>
                    <a:lnTo>
                      <a:pt x="38" y="38"/>
                    </a:lnTo>
                    <a:lnTo>
                      <a:pt x="38" y="38"/>
                    </a:lnTo>
                    <a:lnTo>
                      <a:pt x="38" y="42"/>
                    </a:lnTo>
                    <a:lnTo>
                      <a:pt x="38" y="42"/>
                    </a:lnTo>
                    <a:lnTo>
                      <a:pt x="38" y="42"/>
                    </a:lnTo>
                    <a:lnTo>
                      <a:pt x="34" y="42"/>
                    </a:lnTo>
                    <a:lnTo>
                      <a:pt x="34" y="42"/>
                    </a:lnTo>
                    <a:lnTo>
                      <a:pt x="34" y="42"/>
                    </a:lnTo>
                    <a:lnTo>
                      <a:pt x="34" y="42"/>
                    </a:lnTo>
                    <a:lnTo>
                      <a:pt x="34" y="42"/>
                    </a:lnTo>
                    <a:lnTo>
                      <a:pt x="30" y="42"/>
                    </a:lnTo>
                    <a:lnTo>
                      <a:pt x="30" y="42"/>
                    </a:lnTo>
                    <a:lnTo>
                      <a:pt x="30" y="42"/>
                    </a:lnTo>
                    <a:lnTo>
                      <a:pt x="30" y="42"/>
                    </a:lnTo>
                    <a:lnTo>
                      <a:pt x="30" y="42"/>
                    </a:lnTo>
                    <a:lnTo>
                      <a:pt x="30" y="42"/>
                    </a:lnTo>
                    <a:lnTo>
                      <a:pt x="30" y="38"/>
                    </a:lnTo>
                    <a:lnTo>
                      <a:pt x="30" y="38"/>
                    </a:lnTo>
                    <a:lnTo>
                      <a:pt x="30" y="38"/>
                    </a:lnTo>
                    <a:lnTo>
                      <a:pt x="30" y="34"/>
                    </a:lnTo>
                    <a:lnTo>
                      <a:pt x="26" y="34"/>
                    </a:lnTo>
                    <a:lnTo>
                      <a:pt x="26" y="34"/>
                    </a:lnTo>
                    <a:lnTo>
                      <a:pt x="26" y="34"/>
                    </a:lnTo>
                    <a:lnTo>
                      <a:pt x="26" y="30"/>
                    </a:lnTo>
                    <a:lnTo>
                      <a:pt x="26" y="34"/>
                    </a:lnTo>
                    <a:lnTo>
                      <a:pt x="26" y="30"/>
                    </a:lnTo>
                    <a:lnTo>
                      <a:pt x="26" y="30"/>
                    </a:lnTo>
                    <a:lnTo>
                      <a:pt x="26" y="34"/>
                    </a:lnTo>
                    <a:lnTo>
                      <a:pt x="26" y="34"/>
                    </a:lnTo>
                    <a:lnTo>
                      <a:pt x="26" y="34"/>
                    </a:lnTo>
                    <a:lnTo>
                      <a:pt x="26" y="34"/>
                    </a:lnTo>
                    <a:lnTo>
                      <a:pt x="26" y="38"/>
                    </a:lnTo>
                    <a:lnTo>
                      <a:pt x="26" y="34"/>
                    </a:lnTo>
                    <a:lnTo>
                      <a:pt x="22" y="34"/>
                    </a:lnTo>
                    <a:lnTo>
                      <a:pt x="22" y="34"/>
                    </a:lnTo>
                    <a:lnTo>
                      <a:pt x="22" y="34"/>
                    </a:lnTo>
                    <a:lnTo>
                      <a:pt x="22" y="34"/>
                    </a:lnTo>
                    <a:lnTo>
                      <a:pt x="18" y="34"/>
                    </a:lnTo>
                    <a:lnTo>
                      <a:pt x="18" y="34"/>
                    </a:lnTo>
                    <a:lnTo>
                      <a:pt x="18" y="30"/>
                    </a:lnTo>
                    <a:lnTo>
                      <a:pt x="18" y="30"/>
                    </a:lnTo>
                    <a:lnTo>
                      <a:pt x="18" y="30"/>
                    </a:lnTo>
                    <a:lnTo>
                      <a:pt x="18" y="30"/>
                    </a:lnTo>
                    <a:lnTo>
                      <a:pt x="18" y="30"/>
                    </a:lnTo>
                    <a:lnTo>
                      <a:pt x="18" y="30"/>
                    </a:lnTo>
                    <a:lnTo>
                      <a:pt x="18" y="30"/>
                    </a:lnTo>
                    <a:lnTo>
                      <a:pt x="18" y="26"/>
                    </a:lnTo>
                    <a:lnTo>
                      <a:pt x="18" y="26"/>
                    </a:lnTo>
                    <a:lnTo>
                      <a:pt x="18" y="26"/>
                    </a:lnTo>
                    <a:lnTo>
                      <a:pt x="18" y="26"/>
                    </a:lnTo>
                    <a:lnTo>
                      <a:pt x="14" y="26"/>
                    </a:lnTo>
                    <a:lnTo>
                      <a:pt x="10" y="26"/>
                    </a:lnTo>
                    <a:lnTo>
                      <a:pt x="10" y="26"/>
                    </a:lnTo>
                    <a:lnTo>
                      <a:pt x="10" y="26"/>
                    </a:lnTo>
                    <a:lnTo>
                      <a:pt x="10" y="26"/>
                    </a:lnTo>
                    <a:lnTo>
                      <a:pt x="10" y="26"/>
                    </a:lnTo>
                    <a:lnTo>
                      <a:pt x="10" y="22"/>
                    </a:lnTo>
                    <a:lnTo>
                      <a:pt x="10" y="22"/>
                    </a:lnTo>
                    <a:lnTo>
                      <a:pt x="10" y="22"/>
                    </a:lnTo>
                    <a:lnTo>
                      <a:pt x="8" y="22"/>
                    </a:lnTo>
                    <a:lnTo>
                      <a:pt x="8" y="22"/>
                    </a:lnTo>
                    <a:lnTo>
                      <a:pt x="8" y="26"/>
                    </a:lnTo>
                    <a:lnTo>
                      <a:pt x="8" y="26"/>
                    </a:lnTo>
                    <a:lnTo>
                      <a:pt x="8" y="26"/>
                    </a:lnTo>
                    <a:lnTo>
                      <a:pt x="8" y="22"/>
                    </a:lnTo>
                    <a:lnTo>
                      <a:pt x="8" y="22"/>
                    </a:lnTo>
                    <a:lnTo>
                      <a:pt x="4" y="22"/>
                    </a:lnTo>
                    <a:lnTo>
                      <a:pt x="4" y="22"/>
                    </a:lnTo>
                    <a:lnTo>
                      <a:pt x="4" y="22"/>
                    </a:lnTo>
                    <a:lnTo>
                      <a:pt x="4" y="22"/>
                    </a:lnTo>
                    <a:lnTo>
                      <a:pt x="4" y="26"/>
                    </a:lnTo>
                    <a:lnTo>
                      <a:pt x="4" y="26"/>
                    </a:lnTo>
                    <a:lnTo>
                      <a:pt x="4" y="26"/>
                    </a:lnTo>
                    <a:lnTo>
                      <a:pt x="4" y="26"/>
                    </a:lnTo>
                    <a:lnTo>
                      <a:pt x="4" y="30"/>
                    </a:lnTo>
                    <a:lnTo>
                      <a:pt x="4" y="30"/>
                    </a:lnTo>
                    <a:lnTo>
                      <a:pt x="0" y="30"/>
                    </a:lnTo>
                    <a:lnTo>
                      <a:pt x="0" y="30"/>
                    </a:lnTo>
                    <a:lnTo>
                      <a:pt x="0" y="26"/>
                    </a:lnTo>
                    <a:lnTo>
                      <a:pt x="0" y="26"/>
                    </a:lnTo>
                    <a:lnTo>
                      <a:pt x="0" y="26"/>
                    </a:lnTo>
                    <a:lnTo>
                      <a:pt x="0" y="26"/>
                    </a:lnTo>
                    <a:lnTo>
                      <a:pt x="0" y="26"/>
                    </a:lnTo>
                    <a:lnTo>
                      <a:pt x="0" y="22"/>
                    </a:lnTo>
                    <a:lnTo>
                      <a:pt x="0" y="22"/>
                    </a:lnTo>
                    <a:lnTo>
                      <a:pt x="0" y="22"/>
                    </a:lnTo>
                    <a:lnTo>
                      <a:pt x="0" y="22"/>
                    </a:lnTo>
                    <a:lnTo>
                      <a:pt x="0" y="22"/>
                    </a:lnTo>
                    <a:lnTo>
                      <a:pt x="0" y="22"/>
                    </a:lnTo>
                    <a:lnTo>
                      <a:pt x="4" y="22"/>
                    </a:lnTo>
                    <a:lnTo>
                      <a:pt x="4" y="18"/>
                    </a:lnTo>
                    <a:lnTo>
                      <a:pt x="4" y="18"/>
                    </a:lnTo>
                    <a:lnTo>
                      <a:pt x="0" y="18"/>
                    </a:lnTo>
                    <a:lnTo>
                      <a:pt x="0" y="18"/>
                    </a:lnTo>
                    <a:lnTo>
                      <a:pt x="0" y="16"/>
                    </a:lnTo>
                    <a:lnTo>
                      <a:pt x="0" y="16"/>
                    </a:lnTo>
                    <a:lnTo>
                      <a:pt x="0" y="16"/>
                    </a:lnTo>
                    <a:lnTo>
                      <a:pt x="4" y="16"/>
                    </a:lnTo>
                    <a:lnTo>
                      <a:pt x="4" y="16"/>
                    </a:lnTo>
                    <a:lnTo>
                      <a:pt x="4" y="16"/>
                    </a:lnTo>
                    <a:lnTo>
                      <a:pt x="4" y="16"/>
                    </a:lnTo>
                    <a:lnTo>
                      <a:pt x="4" y="16"/>
                    </a:lnTo>
                    <a:lnTo>
                      <a:pt x="4" y="12"/>
                    </a:lnTo>
                    <a:lnTo>
                      <a:pt x="0" y="12"/>
                    </a:lnTo>
                    <a:lnTo>
                      <a:pt x="0" y="12"/>
                    </a:lnTo>
                    <a:lnTo>
                      <a:pt x="0" y="8"/>
                    </a:lnTo>
                    <a:lnTo>
                      <a:pt x="0" y="4"/>
                    </a:lnTo>
                    <a:lnTo>
                      <a:pt x="4" y="0"/>
                    </a:lnTo>
                    <a:lnTo>
                      <a:pt x="4" y="0"/>
                    </a:lnTo>
                    <a:lnTo>
                      <a:pt x="4" y="0"/>
                    </a:lnTo>
                    <a:lnTo>
                      <a:pt x="4" y="0"/>
                    </a:lnTo>
                    <a:lnTo>
                      <a:pt x="4" y="4"/>
                    </a:lnTo>
                    <a:lnTo>
                      <a:pt x="4" y="4"/>
                    </a:lnTo>
                    <a:lnTo>
                      <a:pt x="4" y="4"/>
                    </a:lnTo>
                    <a:lnTo>
                      <a:pt x="8" y="4"/>
                    </a:lnTo>
                    <a:lnTo>
                      <a:pt x="8" y="4"/>
                    </a:lnTo>
                    <a:lnTo>
                      <a:pt x="8" y="4"/>
                    </a:lnTo>
                    <a:lnTo>
                      <a:pt x="8" y="4"/>
                    </a:lnTo>
                    <a:lnTo>
                      <a:pt x="8" y="4"/>
                    </a:lnTo>
                    <a:lnTo>
                      <a:pt x="8" y="4"/>
                    </a:lnTo>
                    <a:lnTo>
                      <a:pt x="8" y="8"/>
                    </a:lnTo>
                    <a:lnTo>
                      <a:pt x="8" y="8"/>
                    </a:lnTo>
                    <a:lnTo>
                      <a:pt x="10" y="8"/>
                    </a:lnTo>
                    <a:lnTo>
                      <a:pt x="10" y="12"/>
                    </a:lnTo>
                    <a:lnTo>
                      <a:pt x="10" y="12"/>
                    </a:lnTo>
                    <a:lnTo>
                      <a:pt x="10" y="12"/>
                    </a:lnTo>
                    <a:lnTo>
                      <a:pt x="14" y="16"/>
                    </a:lnTo>
                    <a:lnTo>
                      <a:pt x="14" y="12"/>
                    </a:lnTo>
                    <a:lnTo>
                      <a:pt x="18" y="12"/>
                    </a:lnTo>
                    <a:lnTo>
                      <a:pt x="18" y="12"/>
                    </a:lnTo>
                    <a:lnTo>
                      <a:pt x="14" y="12"/>
                    </a:lnTo>
                    <a:lnTo>
                      <a:pt x="14" y="12"/>
                    </a:lnTo>
                    <a:lnTo>
                      <a:pt x="14" y="8"/>
                    </a:lnTo>
                    <a:lnTo>
                      <a:pt x="14" y="8"/>
                    </a:lnTo>
                    <a:lnTo>
                      <a:pt x="14" y="8"/>
                    </a:lnTo>
                    <a:lnTo>
                      <a:pt x="18" y="12"/>
                    </a:lnTo>
                    <a:lnTo>
                      <a:pt x="18" y="12"/>
                    </a:lnTo>
                    <a:lnTo>
                      <a:pt x="18" y="12"/>
                    </a:lnTo>
                    <a:lnTo>
                      <a:pt x="18" y="16"/>
                    </a:lnTo>
                    <a:lnTo>
                      <a:pt x="18" y="16"/>
                    </a:lnTo>
                    <a:lnTo>
                      <a:pt x="18" y="16"/>
                    </a:lnTo>
                    <a:lnTo>
                      <a:pt x="22" y="16"/>
                    </a:lnTo>
                    <a:lnTo>
                      <a:pt x="26" y="16"/>
                    </a:lnTo>
                    <a:lnTo>
                      <a:pt x="26" y="16"/>
                    </a:lnTo>
                    <a:lnTo>
                      <a:pt x="26" y="16"/>
                    </a:lnTo>
                    <a:lnTo>
                      <a:pt x="26" y="16"/>
                    </a:lnTo>
                    <a:lnTo>
                      <a:pt x="26" y="16"/>
                    </a:lnTo>
                    <a:lnTo>
                      <a:pt x="30" y="16"/>
                    </a:lnTo>
                    <a:lnTo>
                      <a:pt x="30" y="16"/>
                    </a:lnTo>
                    <a:lnTo>
                      <a:pt x="30" y="16"/>
                    </a:lnTo>
                    <a:lnTo>
                      <a:pt x="30" y="16"/>
                    </a:lnTo>
                    <a:lnTo>
                      <a:pt x="30" y="16"/>
                    </a:lnTo>
                    <a:lnTo>
                      <a:pt x="30" y="16"/>
                    </a:lnTo>
                    <a:lnTo>
                      <a:pt x="30" y="16"/>
                    </a:lnTo>
                    <a:lnTo>
                      <a:pt x="30" y="12"/>
                    </a:lnTo>
                    <a:lnTo>
                      <a:pt x="34" y="12"/>
                    </a:lnTo>
                    <a:lnTo>
                      <a:pt x="34" y="12"/>
                    </a:lnTo>
                    <a:lnTo>
                      <a:pt x="34" y="12"/>
                    </a:lnTo>
                    <a:lnTo>
                      <a:pt x="34" y="12"/>
                    </a:lnTo>
                    <a:lnTo>
                      <a:pt x="38" y="12"/>
                    </a:lnTo>
                    <a:lnTo>
                      <a:pt x="38" y="8"/>
                    </a:lnTo>
                    <a:lnTo>
                      <a:pt x="38" y="8"/>
                    </a:lnTo>
                    <a:lnTo>
                      <a:pt x="40" y="8"/>
                    </a:lnTo>
                    <a:lnTo>
                      <a:pt x="40" y="8"/>
                    </a:lnTo>
                    <a:lnTo>
                      <a:pt x="40" y="8"/>
                    </a:lnTo>
                    <a:lnTo>
                      <a:pt x="40" y="8"/>
                    </a:lnTo>
                    <a:lnTo>
                      <a:pt x="40" y="8"/>
                    </a:lnTo>
                    <a:lnTo>
                      <a:pt x="40" y="8"/>
                    </a:lnTo>
                    <a:lnTo>
                      <a:pt x="44" y="8"/>
                    </a:lnTo>
                    <a:lnTo>
                      <a:pt x="44" y="8"/>
                    </a:lnTo>
                    <a:lnTo>
                      <a:pt x="44" y="4"/>
                    </a:lnTo>
                    <a:lnTo>
                      <a:pt x="44" y="4"/>
                    </a:lnTo>
                    <a:lnTo>
                      <a:pt x="48" y="4"/>
                    </a:lnTo>
                    <a:lnTo>
                      <a:pt x="48" y="4"/>
                    </a:lnTo>
                    <a:lnTo>
                      <a:pt x="48" y="0"/>
                    </a:lnTo>
                    <a:lnTo>
                      <a:pt x="48" y="0"/>
                    </a:lnTo>
                    <a:lnTo>
                      <a:pt x="48" y="0"/>
                    </a:lnTo>
                    <a:lnTo>
                      <a:pt x="48" y="4"/>
                    </a:lnTo>
                    <a:lnTo>
                      <a:pt x="52" y="4"/>
                    </a:lnTo>
                    <a:lnTo>
                      <a:pt x="56" y="4"/>
                    </a:lnTo>
                    <a:lnTo>
                      <a:pt x="56" y="4"/>
                    </a:lnTo>
                    <a:lnTo>
                      <a:pt x="56" y="4"/>
                    </a:lnTo>
                    <a:lnTo>
                      <a:pt x="56" y="4"/>
                    </a:lnTo>
                    <a:lnTo>
                      <a:pt x="56" y="4"/>
                    </a:lnTo>
                    <a:lnTo>
                      <a:pt x="56" y="4"/>
                    </a:lnTo>
                    <a:lnTo>
                      <a:pt x="56" y="4"/>
                    </a:lnTo>
                    <a:lnTo>
                      <a:pt x="56" y="4"/>
                    </a:lnTo>
                    <a:lnTo>
                      <a:pt x="56" y="4"/>
                    </a:lnTo>
                    <a:lnTo>
                      <a:pt x="56" y="4"/>
                    </a:lnTo>
                    <a:lnTo>
                      <a:pt x="56" y="4"/>
                    </a:lnTo>
                    <a:lnTo>
                      <a:pt x="56" y="4"/>
                    </a:lnTo>
                    <a:lnTo>
                      <a:pt x="60" y="4"/>
                    </a:lnTo>
                    <a:lnTo>
                      <a:pt x="64" y="4"/>
                    </a:lnTo>
                    <a:lnTo>
                      <a:pt x="64" y="4"/>
                    </a:lnTo>
                    <a:lnTo>
                      <a:pt x="64" y="4"/>
                    </a:lnTo>
                    <a:lnTo>
                      <a:pt x="64" y="8"/>
                    </a:lnTo>
                    <a:lnTo>
                      <a:pt x="68" y="8"/>
                    </a:lnTo>
                    <a:lnTo>
                      <a:pt x="68" y="8"/>
                    </a:lnTo>
                    <a:lnTo>
                      <a:pt x="68" y="8"/>
                    </a:lnTo>
                    <a:lnTo>
                      <a:pt x="70" y="8"/>
                    </a:lnTo>
                    <a:lnTo>
                      <a:pt x="70" y="12"/>
                    </a:lnTo>
                    <a:lnTo>
                      <a:pt x="70" y="12"/>
                    </a:lnTo>
                    <a:lnTo>
                      <a:pt x="74" y="12"/>
                    </a:lnTo>
                    <a:lnTo>
                      <a:pt x="74" y="12"/>
                    </a:lnTo>
                    <a:lnTo>
                      <a:pt x="74" y="12"/>
                    </a:lnTo>
                    <a:lnTo>
                      <a:pt x="74" y="12"/>
                    </a:lnTo>
                    <a:lnTo>
                      <a:pt x="74" y="16"/>
                    </a:lnTo>
                    <a:lnTo>
                      <a:pt x="74" y="16"/>
                    </a:lnTo>
                    <a:lnTo>
                      <a:pt x="78" y="16"/>
                    </a:lnTo>
                    <a:lnTo>
                      <a:pt x="78" y="18"/>
                    </a:lnTo>
                    <a:lnTo>
                      <a:pt x="78" y="18"/>
                    </a:lnTo>
                    <a:lnTo>
                      <a:pt x="78" y="18"/>
                    </a:lnTo>
                    <a:lnTo>
                      <a:pt x="78" y="18"/>
                    </a:lnTo>
                    <a:lnTo>
                      <a:pt x="78" y="18"/>
                    </a:lnTo>
                    <a:lnTo>
                      <a:pt x="78" y="18"/>
                    </a:lnTo>
                    <a:lnTo>
                      <a:pt x="78" y="18"/>
                    </a:lnTo>
                    <a:lnTo>
                      <a:pt x="78" y="18"/>
                    </a:lnTo>
                    <a:lnTo>
                      <a:pt x="78" y="18"/>
                    </a:lnTo>
                    <a:lnTo>
                      <a:pt x="78" y="18"/>
                    </a:lnTo>
                    <a:lnTo>
                      <a:pt x="78" y="22"/>
                    </a:lnTo>
                    <a:lnTo>
                      <a:pt x="78" y="22"/>
                    </a:lnTo>
                    <a:lnTo>
                      <a:pt x="78" y="22"/>
                    </a:lnTo>
                    <a:lnTo>
                      <a:pt x="78" y="22"/>
                    </a:lnTo>
                    <a:lnTo>
                      <a:pt x="78" y="22"/>
                    </a:lnTo>
                    <a:lnTo>
                      <a:pt x="78" y="22"/>
                    </a:lnTo>
                    <a:lnTo>
                      <a:pt x="78" y="22"/>
                    </a:lnTo>
                    <a:lnTo>
                      <a:pt x="78" y="26"/>
                    </a:lnTo>
                    <a:lnTo>
                      <a:pt x="82" y="26"/>
                    </a:lnTo>
                    <a:lnTo>
                      <a:pt x="82" y="26"/>
                    </a:lnTo>
                    <a:lnTo>
                      <a:pt x="82" y="26"/>
                    </a:lnTo>
                    <a:lnTo>
                      <a:pt x="82" y="26"/>
                    </a:lnTo>
                    <a:lnTo>
                      <a:pt x="82" y="30"/>
                    </a:lnTo>
                    <a:lnTo>
                      <a:pt x="82" y="30"/>
                    </a:lnTo>
                    <a:lnTo>
                      <a:pt x="82" y="30"/>
                    </a:lnTo>
                    <a:lnTo>
                      <a:pt x="82" y="30"/>
                    </a:lnTo>
                    <a:lnTo>
                      <a:pt x="78" y="34"/>
                    </a:lnTo>
                    <a:lnTo>
                      <a:pt x="82" y="34"/>
                    </a:lnTo>
                    <a:lnTo>
                      <a:pt x="82" y="34"/>
                    </a:lnTo>
                    <a:lnTo>
                      <a:pt x="78" y="38"/>
                    </a:lnTo>
                    <a:lnTo>
                      <a:pt x="78" y="38"/>
                    </a:lnTo>
                    <a:lnTo>
                      <a:pt x="74" y="38"/>
                    </a:lnTo>
                    <a:lnTo>
                      <a:pt x="74" y="38"/>
                    </a:lnTo>
                    <a:lnTo>
                      <a:pt x="74" y="34"/>
                    </a:lnTo>
                    <a:lnTo>
                      <a:pt x="74" y="34"/>
                    </a:lnTo>
                    <a:lnTo>
                      <a:pt x="74" y="34"/>
                    </a:lnTo>
                    <a:lnTo>
                      <a:pt x="74" y="34"/>
                    </a:lnTo>
                    <a:lnTo>
                      <a:pt x="74" y="34"/>
                    </a:lnTo>
                    <a:lnTo>
                      <a:pt x="74" y="38"/>
                    </a:lnTo>
                    <a:lnTo>
                      <a:pt x="74" y="38"/>
                    </a:lnTo>
                    <a:lnTo>
                      <a:pt x="74" y="38"/>
                    </a:lnTo>
                    <a:lnTo>
                      <a:pt x="74" y="38"/>
                    </a:lnTo>
                    <a:lnTo>
                      <a:pt x="74" y="38"/>
                    </a:lnTo>
                    <a:lnTo>
                      <a:pt x="74" y="38"/>
                    </a:lnTo>
                    <a:lnTo>
                      <a:pt x="74" y="38"/>
                    </a:lnTo>
                    <a:lnTo>
                      <a:pt x="70" y="42"/>
                    </a:lnTo>
                    <a:lnTo>
                      <a:pt x="70" y="42"/>
                    </a:lnTo>
                    <a:lnTo>
                      <a:pt x="70" y="42"/>
                    </a:lnTo>
                    <a:lnTo>
                      <a:pt x="68" y="38"/>
                    </a:lnTo>
                    <a:lnTo>
                      <a:pt x="68" y="38"/>
                    </a:lnTo>
                    <a:lnTo>
                      <a:pt x="68" y="38"/>
                    </a:lnTo>
                    <a:lnTo>
                      <a:pt x="68" y="34"/>
                    </a:lnTo>
                    <a:lnTo>
                      <a:pt x="68" y="34"/>
                    </a:lnTo>
                    <a:lnTo>
                      <a:pt x="68" y="34"/>
                    </a:lnTo>
                    <a:lnTo>
                      <a:pt x="68" y="30"/>
                    </a:lnTo>
                    <a:lnTo>
                      <a:pt x="68" y="30"/>
                    </a:lnTo>
                    <a:lnTo>
                      <a:pt x="68" y="30"/>
                    </a:lnTo>
                    <a:lnTo>
                      <a:pt x="64" y="30"/>
                    </a:lnTo>
                    <a:lnTo>
                      <a:pt x="64" y="30"/>
                    </a:lnTo>
                    <a:lnTo>
                      <a:pt x="64" y="26"/>
                    </a:lnTo>
                    <a:lnTo>
                      <a:pt x="64" y="26"/>
                    </a:lnTo>
                    <a:lnTo>
                      <a:pt x="64" y="26"/>
                    </a:lnTo>
                    <a:lnTo>
                      <a:pt x="68" y="30"/>
                    </a:lnTo>
                    <a:lnTo>
                      <a:pt x="68" y="30"/>
                    </a:lnTo>
                    <a:lnTo>
                      <a:pt x="68" y="26"/>
                    </a:lnTo>
                    <a:lnTo>
                      <a:pt x="68" y="26"/>
                    </a:lnTo>
                    <a:lnTo>
                      <a:pt x="68" y="26"/>
                    </a:lnTo>
                    <a:lnTo>
                      <a:pt x="68" y="26"/>
                    </a:lnTo>
                    <a:lnTo>
                      <a:pt x="68" y="26"/>
                    </a:lnTo>
                    <a:lnTo>
                      <a:pt x="68" y="26"/>
                    </a:lnTo>
                    <a:lnTo>
                      <a:pt x="68" y="26"/>
                    </a:lnTo>
                    <a:lnTo>
                      <a:pt x="68" y="22"/>
                    </a:lnTo>
                    <a:lnTo>
                      <a:pt x="68" y="22"/>
                    </a:lnTo>
                    <a:lnTo>
                      <a:pt x="68" y="22"/>
                    </a:lnTo>
                    <a:lnTo>
                      <a:pt x="70" y="22"/>
                    </a:lnTo>
                    <a:lnTo>
                      <a:pt x="70" y="26"/>
                    </a:lnTo>
                    <a:lnTo>
                      <a:pt x="70" y="26"/>
                    </a:lnTo>
                    <a:lnTo>
                      <a:pt x="70" y="26"/>
                    </a:lnTo>
                    <a:lnTo>
                      <a:pt x="70" y="26"/>
                    </a:lnTo>
                    <a:lnTo>
                      <a:pt x="74" y="26"/>
                    </a:lnTo>
                    <a:lnTo>
                      <a:pt x="74" y="26"/>
                    </a:lnTo>
                    <a:lnTo>
                      <a:pt x="74" y="26"/>
                    </a:lnTo>
                    <a:lnTo>
                      <a:pt x="74" y="26"/>
                    </a:lnTo>
                    <a:lnTo>
                      <a:pt x="74" y="26"/>
                    </a:lnTo>
                    <a:lnTo>
                      <a:pt x="70" y="26"/>
                    </a:lnTo>
                    <a:lnTo>
                      <a:pt x="70" y="26"/>
                    </a:lnTo>
                    <a:lnTo>
                      <a:pt x="70" y="26"/>
                    </a:lnTo>
                    <a:lnTo>
                      <a:pt x="70" y="26"/>
                    </a:lnTo>
                    <a:lnTo>
                      <a:pt x="70" y="22"/>
                    </a:lnTo>
                    <a:lnTo>
                      <a:pt x="70" y="22"/>
                    </a:lnTo>
                    <a:lnTo>
                      <a:pt x="70" y="22"/>
                    </a:lnTo>
                    <a:lnTo>
                      <a:pt x="68" y="22"/>
                    </a:lnTo>
                    <a:lnTo>
                      <a:pt x="68" y="22"/>
                    </a:lnTo>
                    <a:lnTo>
                      <a:pt x="68" y="22"/>
                    </a:lnTo>
                    <a:lnTo>
                      <a:pt x="68" y="22"/>
                    </a:lnTo>
                    <a:lnTo>
                      <a:pt x="64" y="22"/>
                    </a:lnTo>
                    <a:lnTo>
                      <a:pt x="64" y="22"/>
                    </a:lnTo>
                    <a:lnTo>
                      <a:pt x="64" y="22"/>
                    </a:lnTo>
                    <a:lnTo>
                      <a:pt x="64" y="22"/>
                    </a:lnTo>
                    <a:lnTo>
                      <a:pt x="64" y="18"/>
                    </a:lnTo>
                    <a:lnTo>
                      <a:pt x="64" y="18"/>
                    </a:lnTo>
                    <a:lnTo>
                      <a:pt x="64" y="18"/>
                    </a:lnTo>
                    <a:lnTo>
                      <a:pt x="64" y="18"/>
                    </a:lnTo>
                    <a:lnTo>
                      <a:pt x="64" y="18"/>
                    </a:lnTo>
                    <a:lnTo>
                      <a:pt x="60" y="16"/>
                    </a:lnTo>
                    <a:lnTo>
                      <a:pt x="60" y="16"/>
                    </a:lnTo>
                    <a:lnTo>
                      <a:pt x="60" y="16"/>
                    </a:lnTo>
                    <a:lnTo>
                      <a:pt x="56" y="12"/>
                    </a:lnTo>
                    <a:lnTo>
                      <a:pt x="56" y="12"/>
                    </a:lnTo>
                    <a:lnTo>
                      <a:pt x="56" y="12"/>
                    </a:lnTo>
                    <a:lnTo>
                      <a:pt x="56" y="12"/>
                    </a:lnTo>
                    <a:lnTo>
                      <a:pt x="56" y="12"/>
                    </a:lnTo>
                    <a:lnTo>
                      <a:pt x="56" y="12"/>
                    </a:lnTo>
                    <a:lnTo>
                      <a:pt x="56" y="12"/>
                    </a:lnTo>
                    <a:lnTo>
                      <a:pt x="56" y="12"/>
                    </a:lnTo>
                    <a:lnTo>
                      <a:pt x="56" y="12"/>
                    </a:lnTo>
                    <a:lnTo>
                      <a:pt x="56" y="12"/>
                    </a:lnTo>
                    <a:lnTo>
                      <a:pt x="56" y="12"/>
                    </a:lnTo>
                    <a:lnTo>
                      <a:pt x="56" y="12"/>
                    </a:lnTo>
                    <a:lnTo>
                      <a:pt x="52" y="12"/>
                    </a:lnTo>
                    <a:lnTo>
                      <a:pt x="52" y="12"/>
                    </a:lnTo>
                    <a:lnTo>
                      <a:pt x="52" y="12"/>
                    </a:lnTo>
                    <a:lnTo>
                      <a:pt x="52" y="12"/>
                    </a:lnTo>
                    <a:lnTo>
                      <a:pt x="52" y="12"/>
                    </a:lnTo>
                    <a:lnTo>
                      <a:pt x="52" y="12"/>
                    </a:lnTo>
                    <a:lnTo>
                      <a:pt x="48" y="12"/>
                    </a:lnTo>
                    <a:lnTo>
                      <a:pt x="48" y="12"/>
                    </a:lnTo>
                    <a:lnTo>
                      <a:pt x="48" y="16"/>
                    </a:lnTo>
                    <a:lnTo>
                      <a:pt x="48" y="16"/>
                    </a:lnTo>
                    <a:lnTo>
                      <a:pt x="48" y="16"/>
                    </a:lnTo>
                    <a:lnTo>
                      <a:pt x="48" y="16"/>
                    </a:lnTo>
                    <a:lnTo>
                      <a:pt x="44" y="16"/>
                    </a:lnTo>
                    <a:lnTo>
                      <a:pt x="44" y="16"/>
                    </a:lnTo>
                    <a:lnTo>
                      <a:pt x="44" y="16"/>
                    </a:lnTo>
                    <a:lnTo>
                      <a:pt x="44" y="18"/>
                    </a:lnTo>
                    <a:lnTo>
                      <a:pt x="44" y="18"/>
                    </a:lnTo>
                    <a:lnTo>
                      <a:pt x="44" y="22"/>
                    </a:lnTo>
                    <a:lnTo>
                      <a:pt x="40" y="22"/>
                    </a:lnTo>
                    <a:lnTo>
                      <a:pt x="40" y="22"/>
                    </a:lnTo>
                    <a:lnTo>
                      <a:pt x="40" y="22"/>
                    </a:lnTo>
                    <a:lnTo>
                      <a:pt x="40" y="22"/>
                    </a:lnTo>
                    <a:close/>
                    <a:moveTo>
                      <a:pt x="10" y="4"/>
                    </a:moveTo>
                    <a:lnTo>
                      <a:pt x="10" y="4"/>
                    </a:lnTo>
                    <a:lnTo>
                      <a:pt x="10" y="4"/>
                    </a:lnTo>
                    <a:lnTo>
                      <a:pt x="10" y="4"/>
                    </a:lnTo>
                    <a:lnTo>
                      <a:pt x="10" y="8"/>
                    </a:lnTo>
                    <a:lnTo>
                      <a:pt x="10" y="8"/>
                    </a:lnTo>
                    <a:lnTo>
                      <a:pt x="10" y="8"/>
                    </a:lnTo>
                    <a:lnTo>
                      <a:pt x="10" y="4"/>
                    </a:lnTo>
                    <a:lnTo>
                      <a:pt x="10" y="4"/>
                    </a:lnTo>
                    <a:lnTo>
                      <a:pt x="10" y="4"/>
                    </a:lnTo>
                    <a:close/>
                    <a:moveTo>
                      <a:pt x="60" y="22"/>
                    </a:moveTo>
                    <a:lnTo>
                      <a:pt x="60" y="22"/>
                    </a:lnTo>
                    <a:lnTo>
                      <a:pt x="60" y="22"/>
                    </a:lnTo>
                    <a:lnTo>
                      <a:pt x="60" y="22"/>
                    </a:lnTo>
                    <a:lnTo>
                      <a:pt x="60" y="22"/>
                    </a:lnTo>
                    <a:lnTo>
                      <a:pt x="60" y="22"/>
                    </a:lnTo>
                    <a:lnTo>
                      <a:pt x="60" y="22"/>
                    </a:lnTo>
                    <a:lnTo>
                      <a:pt x="60" y="26"/>
                    </a:lnTo>
                    <a:lnTo>
                      <a:pt x="56" y="22"/>
                    </a:lnTo>
                    <a:lnTo>
                      <a:pt x="56" y="22"/>
                    </a:lnTo>
                    <a:lnTo>
                      <a:pt x="56" y="22"/>
                    </a:lnTo>
                    <a:lnTo>
                      <a:pt x="60" y="22"/>
                    </a:lnTo>
                    <a:lnTo>
                      <a:pt x="60" y="22"/>
                    </a:lnTo>
                    <a:lnTo>
                      <a:pt x="60" y="22"/>
                    </a:lnTo>
                    <a:lnTo>
                      <a:pt x="60" y="22"/>
                    </a:lnTo>
                    <a:close/>
                    <a:moveTo>
                      <a:pt x="18" y="34"/>
                    </a:moveTo>
                    <a:lnTo>
                      <a:pt x="18" y="38"/>
                    </a:lnTo>
                    <a:lnTo>
                      <a:pt x="18" y="38"/>
                    </a:lnTo>
                    <a:lnTo>
                      <a:pt x="18" y="38"/>
                    </a:lnTo>
                    <a:lnTo>
                      <a:pt x="18" y="38"/>
                    </a:lnTo>
                    <a:lnTo>
                      <a:pt x="18" y="38"/>
                    </a:lnTo>
                    <a:lnTo>
                      <a:pt x="18" y="38"/>
                    </a:lnTo>
                    <a:lnTo>
                      <a:pt x="18" y="42"/>
                    </a:lnTo>
                    <a:lnTo>
                      <a:pt x="18" y="42"/>
                    </a:lnTo>
                    <a:lnTo>
                      <a:pt x="18" y="42"/>
                    </a:lnTo>
                    <a:lnTo>
                      <a:pt x="18" y="42"/>
                    </a:lnTo>
                    <a:lnTo>
                      <a:pt x="18" y="42"/>
                    </a:lnTo>
                    <a:lnTo>
                      <a:pt x="18" y="42"/>
                    </a:lnTo>
                    <a:lnTo>
                      <a:pt x="18" y="42"/>
                    </a:lnTo>
                    <a:lnTo>
                      <a:pt x="18" y="42"/>
                    </a:lnTo>
                    <a:lnTo>
                      <a:pt x="18" y="42"/>
                    </a:lnTo>
                    <a:lnTo>
                      <a:pt x="18" y="42"/>
                    </a:lnTo>
                    <a:lnTo>
                      <a:pt x="14" y="38"/>
                    </a:lnTo>
                    <a:lnTo>
                      <a:pt x="14" y="38"/>
                    </a:lnTo>
                    <a:lnTo>
                      <a:pt x="14" y="38"/>
                    </a:lnTo>
                    <a:lnTo>
                      <a:pt x="14" y="38"/>
                    </a:lnTo>
                    <a:lnTo>
                      <a:pt x="14" y="38"/>
                    </a:lnTo>
                    <a:lnTo>
                      <a:pt x="18" y="34"/>
                    </a:lnTo>
                    <a:lnTo>
                      <a:pt x="18" y="34"/>
                    </a:lnTo>
                    <a:lnTo>
                      <a:pt x="18" y="34"/>
                    </a:lnTo>
                    <a:lnTo>
                      <a:pt x="18"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8" name="Freeform 82"/>
              <p:cNvSpPr>
                <a:spLocks noEditPoints="1"/>
              </p:cNvSpPr>
              <p:nvPr/>
            </p:nvSpPr>
            <p:spPr bwMode="gray">
              <a:xfrm>
                <a:off x="3147644" y="3966620"/>
                <a:ext cx="45221" cy="17393"/>
              </a:xfrm>
              <a:custGeom>
                <a:avLst/>
                <a:gdLst>
                  <a:gd name="T0" fmla="*/ 18 w 26"/>
                  <a:gd name="T1" fmla="*/ 6 h 10"/>
                  <a:gd name="T2" fmla="*/ 18 w 26"/>
                  <a:gd name="T3" fmla="*/ 6 h 10"/>
                  <a:gd name="T4" fmla="*/ 18 w 26"/>
                  <a:gd name="T5" fmla="*/ 10 h 10"/>
                  <a:gd name="T6" fmla="*/ 16 w 26"/>
                  <a:gd name="T7" fmla="*/ 10 h 10"/>
                  <a:gd name="T8" fmla="*/ 12 w 26"/>
                  <a:gd name="T9" fmla="*/ 10 h 10"/>
                  <a:gd name="T10" fmla="*/ 12 w 26"/>
                  <a:gd name="T11" fmla="*/ 10 h 10"/>
                  <a:gd name="T12" fmla="*/ 8 w 26"/>
                  <a:gd name="T13" fmla="*/ 10 h 10"/>
                  <a:gd name="T14" fmla="*/ 8 w 26"/>
                  <a:gd name="T15" fmla="*/ 10 h 10"/>
                  <a:gd name="T16" fmla="*/ 8 w 26"/>
                  <a:gd name="T17" fmla="*/ 6 h 10"/>
                  <a:gd name="T18" fmla="*/ 4 w 26"/>
                  <a:gd name="T19" fmla="*/ 10 h 10"/>
                  <a:gd name="T20" fmla="*/ 4 w 26"/>
                  <a:gd name="T21" fmla="*/ 10 h 10"/>
                  <a:gd name="T22" fmla="*/ 4 w 26"/>
                  <a:gd name="T23" fmla="*/ 10 h 10"/>
                  <a:gd name="T24" fmla="*/ 0 w 26"/>
                  <a:gd name="T25" fmla="*/ 10 h 10"/>
                  <a:gd name="T26" fmla="*/ 0 w 26"/>
                  <a:gd name="T27" fmla="*/ 10 h 10"/>
                  <a:gd name="T28" fmla="*/ 0 w 26"/>
                  <a:gd name="T29" fmla="*/ 6 h 10"/>
                  <a:gd name="T30" fmla="*/ 0 w 26"/>
                  <a:gd name="T31" fmla="*/ 2 h 10"/>
                  <a:gd name="T32" fmla="*/ 0 w 26"/>
                  <a:gd name="T33" fmla="*/ 2 h 10"/>
                  <a:gd name="T34" fmla="*/ 0 w 26"/>
                  <a:gd name="T35" fmla="*/ 2 h 10"/>
                  <a:gd name="T36" fmla="*/ 0 w 26"/>
                  <a:gd name="T37" fmla="*/ 2 h 10"/>
                  <a:gd name="T38" fmla="*/ 0 w 26"/>
                  <a:gd name="T39" fmla="*/ 2 h 10"/>
                  <a:gd name="T40" fmla="*/ 0 w 26"/>
                  <a:gd name="T41" fmla="*/ 2 h 10"/>
                  <a:gd name="T42" fmla="*/ 0 w 26"/>
                  <a:gd name="T43" fmla="*/ 0 h 10"/>
                  <a:gd name="T44" fmla="*/ 0 w 26"/>
                  <a:gd name="T45" fmla="*/ 0 h 10"/>
                  <a:gd name="T46" fmla="*/ 0 w 26"/>
                  <a:gd name="T47" fmla="*/ 0 h 10"/>
                  <a:gd name="T48" fmla="*/ 4 w 26"/>
                  <a:gd name="T49" fmla="*/ 0 h 10"/>
                  <a:gd name="T50" fmla="*/ 4 w 26"/>
                  <a:gd name="T51" fmla="*/ 0 h 10"/>
                  <a:gd name="T52" fmla="*/ 8 w 26"/>
                  <a:gd name="T53" fmla="*/ 0 h 10"/>
                  <a:gd name="T54" fmla="*/ 12 w 26"/>
                  <a:gd name="T55" fmla="*/ 0 h 10"/>
                  <a:gd name="T56" fmla="*/ 16 w 26"/>
                  <a:gd name="T57" fmla="*/ 0 h 10"/>
                  <a:gd name="T58" fmla="*/ 16 w 26"/>
                  <a:gd name="T59" fmla="*/ 0 h 10"/>
                  <a:gd name="T60" fmla="*/ 16 w 26"/>
                  <a:gd name="T61" fmla="*/ 0 h 10"/>
                  <a:gd name="T62" fmla="*/ 16 w 26"/>
                  <a:gd name="T63" fmla="*/ 0 h 10"/>
                  <a:gd name="T64" fmla="*/ 18 w 26"/>
                  <a:gd name="T65" fmla="*/ 0 h 10"/>
                  <a:gd name="T66" fmla="*/ 18 w 26"/>
                  <a:gd name="T67" fmla="*/ 0 h 10"/>
                  <a:gd name="T68" fmla="*/ 22 w 26"/>
                  <a:gd name="T69" fmla="*/ 2 h 10"/>
                  <a:gd name="T70" fmla="*/ 22 w 26"/>
                  <a:gd name="T71" fmla="*/ 2 h 10"/>
                  <a:gd name="T72" fmla="*/ 22 w 26"/>
                  <a:gd name="T73" fmla="*/ 2 h 10"/>
                  <a:gd name="T74" fmla="*/ 22 w 26"/>
                  <a:gd name="T75" fmla="*/ 2 h 10"/>
                  <a:gd name="T76" fmla="*/ 18 w 26"/>
                  <a:gd name="T77" fmla="*/ 6 h 10"/>
                  <a:gd name="T78" fmla="*/ 18 w 26"/>
                  <a:gd name="T79" fmla="*/ 6 h 10"/>
                  <a:gd name="T80" fmla="*/ 22 w 26"/>
                  <a:gd name="T81" fmla="*/ 6 h 10"/>
                  <a:gd name="T82" fmla="*/ 22 w 26"/>
                  <a:gd name="T83" fmla="*/ 6 h 10"/>
                  <a:gd name="T84" fmla="*/ 22 w 26"/>
                  <a:gd name="T85" fmla="*/ 6 h 10"/>
                  <a:gd name="T86" fmla="*/ 26 w 26"/>
                  <a:gd name="T87" fmla="*/ 6 h 10"/>
                  <a:gd name="T88" fmla="*/ 26 w 26"/>
                  <a:gd name="T89" fmla="*/ 6 h 10"/>
                  <a:gd name="T90" fmla="*/ 26 w 26"/>
                  <a:gd name="T91" fmla="*/ 6 h 10"/>
                  <a:gd name="T92" fmla="*/ 22 w 26"/>
                  <a:gd name="T93" fmla="*/ 6 h 10"/>
                  <a:gd name="T94" fmla="*/ 22 w 26"/>
                  <a:gd name="T95" fmla="*/ 6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6" h="10">
                    <a:moveTo>
                      <a:pt x="18" y="6"/>
                    </a:moveTo>
                    <a:lnTo>
                      <a:pt x="18" y="6"/>
                    </a:lnTo>
                    <a:lnTo>
                      <a:pt x="18" y="6"/>
                    </a:lnTo>
                    <a:lnTo>
                      <a:pt x="18" y="6"/>
                    </a:lnTo>
                    <a:lnTo>
                      <a:pt x="18" y="6"/>
                    </a:lnTo>
                    <a:lnTo>
                      <a:pt x="18" y="10"/>
                    </a:lnTo>
                    <a:lnTo>
                      <a:pt x="18" y="10"/>
                    </a:lnTo>
                    <a:lnTo>
                      <a:pt x="16" y="10"/>
                    </a:lnTo>
                    <a:lnTo>
                      <a:pt x="16" y="10"/>
                    </a:lnTo>
                    <a:lnTo>
                      <a:pt x="12" y="10"/>
                    </a:lnTo>
                    <a:lnTo>
                      <a:pt x="12" y="10"/>
                    </a:lnTo>
                    <a:lnTo>
                      <a:pt x="12" y="10"/>
                    </a:lnTo>
                    <a:lnTo>
                      <a:pt x="12" y="6"/>
                    </a:lnTo>
                    <a:lnTo>
                      <a:pt x="8" y="10"/>
                    </a:lnTo>
                    <a:lnTo>
                      <a:pt x="8" y="10"/>
                    </a:lnTo>
                    <a:lnTo>
                      <a:pt x="8" y="10"/>
                    </a:lnTo>
                    <a:lnTo>
                      <a:pt x="8" y="10"/>
                    </a:lnTo>
                    <a:lnTo>
                      <a:pt x="8" y="6"/>
                    </a:lnTo>
                    <a:lnTo>
                      <a:pt x="8" y="6"/>
                    </a:lnTo>
                    <a:lnTo>
                      <a:pt x="4" y="10"/>
                    </a:lnTo>
                    <a:lnTo>
                      <a:pt x="4" y="10"/>
                    </a:lnTo>
                    <a:lnTo>
                      <a:pt x="4" y="10"/>
                    </a:lnTo>
                    <a:lnTo>
                      <a:pt x="4" y="10"/>
                    </a:lnTo>
                    <a:lnTo>
                      <a:pt x="4" y="10"/>
                    </a:lnTo>
                    <a:lnTo>
                      <a:pt x="4" y="10"/>
                    </a:lnTo>
                    <a:lnTo>
                      <a:pt x="0" y="10"/>
                    </a:lnTo>
                    <a:lnTo>
                      <a:pt x="0" y="10"/>
                    </a:lnTo>
                    <a:lnTo>
                      <a:pt x="0" y="10"/>
                    </a:lnTo>
                    <a:lnTo>
                      <a:pt x="0" y="10"/>
                    </a:lnTo>
                    <a:lnTo>
                      <a:pt x="0" y="6"/>
                    </a:lnTo>
                    <a:lnTo>
                      <a:pt x="0" y="6"/>
                    </a:lnTo>
                    <a:lnTo>
                      <a:pt x="0" y="2"/>
                    </a:lnTo>
                    <a:lnTo>
                      <a:pt x="0" y="2"/>
                    </a:lnTo>
                    <a:lnTo>
                      <a:pt x="0" y="2"/>
                    </a:lnTo>
                    <a:lnTo>
                      <a:pt x="0" y="2"/>
                    </a:lnTo>
                    <a:lnTo>
                      <a:pt x="0" y="2"/>
                    </a:lnTo>
                    <a:lnTo>
                      <a:pt x="0" y="2"/>
                    </a:lnTo>
                    <a:lnTo>
                      <a:pt x="0" y="2"/>
                    </a:lnTo>
                    <a:lnTo>
                      <a:pt x="0" y="2"/>
                    </a:lnTo>
                    <a:lnTo>
                      <a:pt x="0" y="2"/>
                    </a:lnTo>
                    <a:lnTo>
                      <a:pt x="0" y="2"/>
                    </a:lnTo>
                    <a:lnTo>
                      <a:pt x="0" y="2"/>
                    </a:lnTo>
                    <a:lnTo>
                      <a:pt x="0" y="0"/>
                    </a:lnTo>
                    <a:lnTo>
                      <a:pt x="0" y="0"/>
                    </a:lnTo>
                    <a:lnTo>
                      <a:pt x="0" y="0"/>
                    </a:lnTo>
                    <a:lnTo>
                      <a:pt x="0" y="0"/>
                    </a:lnTo>
                    <a:lnTo>
                      <a:pt x="0" y="0"/>
                    </a:lnTo>
                    <a:lnTo>
                      <a:pt x="0" y="0"/>
                    </a:lnTo>
                    <a:lnTo>
                      <a:pt x="4" y="0"/>
                    </a:lnTo>
                    <a:lnTo>
                      <a:pt x="4" y="0"/>
                    </a:lnTo>
                    <a:lnTo>
                      <a:pt x="4" y="0"/>
                    </a:lnTo>
                    <a:lnTo>
                      <a:pt x="4" y="0"/>
                    </a:lnTo>
                    <a:lnTo>
                      <a:pt x="8" y="0"/>
                    </a:lnTo>
                    <a:lnTo>
                      <a:pt x="8" y="0"/>
                    </a:lnTo>
                    <a:lnTo>
                      <a:pt x="8" y="0"/>
                    </a:lnTo>
                    <a:lnTo>
                      <a:pt x="12" y="0"/>
                    </a:lnTo>
                    <a:lnTo>
                      <a:pt x="12" y="0"/>
                    </a:lnTo>
                    <a:lnTo>
                      <a:pt x="16" y="0"/>
                    </a:lnTo>
                    <a:lnTo>
                      <a:pt x="16" y="0"/>
                    </a:lnTo>
                    <a:lnTo>
                      <a:pt x="16" y="0"/>
                    </a:lnTo>
                    <a:lnTo>
                      <a:pt x="16" y="0"/>
                    </a:lnTo>
                    <a:lnTo>
                      <a:pt x="16" y="0"/>
                    </a:lnTo>
                    <a:lnTo>
                      <a:pt x="16" y="0"/>
                    </a:lnTo>
                    <a:lnTo>
                      <a:pt x="16" y="0"/>
                    </a:lnTo>
                    <a:lnTo>
                      <a:pt x="18" y="0"/>
                    </a:lnTo>
                    <a:lnTo>
                      <a:pt x="18" y="0"/>
                    </a:lnTo>
                    <a:lnTo>
                      <a:pt x="18" y="0"/>
                    </a:lnTo>
                    <a:lnTo>
                      <a:pt x="18" y="0"/>
                    </a:lnTo>
                    <a:lnTo>
                      <a:pt x="18" y="0"/>
                    </a:lnTo>
                    <a:lnTo>
                      <a:pt x="22" y="2"/>
                    </a:lnTo>
                    <a:lnTo>
                      <a:pt x="22" y="2"/>
                    </a:lnTo>
                    <a:lnTo>
                      <a:pt x="22" y="2"/>
                    </a:lnTo>
                    <a:lnTo>
                      <a:pt x="22" y="2"/>
                    </a:lnTo>
                    <a:lnTo>
                      <a:pt x="22" y="2"/>
                    </a:lnTo>
                    <a:lnTo>
                      <a:pt x="22" y="2"/>
                    </a:lnTo>
                    <a:lnTo>
                      <a:pt x="22" y="2"/>
                    </a:lnTo>
                    <a:lnTo>
                      <a:pt x="18" y="6"/>
                    </a:lnTo>
                    <a:lnTo>
                      <a:pt x="18" y="6"/>
                    </a:lnTo>
                    <a:lnTo>
                      <a:pt x="18" y="6"/>
                    </a:lnTo>
                    <a:lnTo>
                      <a:pt x="18" y="6"/>
                    </a:lnTo>
                    <a:close/>
                    <a:moveTo>
                      <a:pt x="22" y="6"/>
                    </a:moveTo>
                    <a:lnTo>
                      <a:pt x="22" y="6"/>
                    </a:lnTo>
                    <a:lnTo>
                      <a:pt x="22" y="6"/>
                    </a:lnTo>
                    <a:lnTo>
                      <a:pt x="22" y="6"/>
                    </a:lnTo>
                    <a:lnTo>
                      <a:pt x="22" y="6"/>
                    </a:lnTo>
                    <a:lnTo>
                      <a:pt x="22" y="6"/>
                    </a:lnTo>
                    <a:lnTo>
                      <a:pt x="22" y="6"/>
                    </a:lnTo>
                    <a:lnTo>
                      <a:pt x="26" y="6"/>
                    </a:lnTo>
                    <a:lnTo>
                      <a:pt x="26" y="6"/>
                    </a:lnTo>
                    <a:lnTo>
                      <a:pt x="26" y="6"/>
                    </a:lnTo>
                    <a:lnTo>
                      <a:pt x="26" y="6"/>
                    </a:lnTo>
                    <a:lnTo>
                      <a:pt x="26" y="6"/>
                    </a:lnTo>
                    <a:lnTo>
                      <a:pt x="26" y="6"/>
                    </a:lnTo>
                    <a:lnTo>
                      <a:pt x="22" y="6"/>
                    </a:lnTo>
                    <a:lnTo>
                      <a:pt x="22" y="6"/>
                    </a:lnTo>
                    <a:lnTo>
                      <a:pt x="22"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89" name="Freeform 83"/>
              <p:cNvSpPr>
                <a:spLocks noEditPoints="1"/>
              </p:cNvSpPr>
              <p:nvPr/>
            </p:nvSpPr>
            <p:spPr bwMode="gray">
              <a:xfrm>
                <a:off x="3412012" y="3037854"/>
                <a:ext cx="6957" cy="13914"/>
              </a:xfrm>
              <a:custGeom>
                <a:avLst/>
                <a:gdLst>
                  <a:gd name="T0" fmla="*/ 0 w 4"/>
                  <a:gd name="T1" fmla="*/ 0 h 8"/>
                  <a:gd name="T2" fmla="*/ 4 w 4"/>
                  <a:gd name="T3" fmla="*/ 0 h 8"/>
                  <a:gd name="T4" fmla="*/ 4 w 4"/>
                  <a:gd name="T5" fmla="*/ 0 h 8"/>
                  <a:gd name="T6" fmla="*/ 0 w 4"/>
                  <a:gd name="T7" fmla="*/ 0 h 8"/>
                  <a:gd name="T8" fmla="*/ 0 w 4"/>
                  <a:gd name="T9" fmla="*/ 0 h 8"/>
                  <a:gd name="T10" fmla="*/ 0 w 4"/>
                  <a:gd name="T11" fmla="*/ 0 h 8"/>
                  <a:gd name="T12" fmla="*/ 0 w 4"/>
                  <a:gd name="T13" fmla="*/ 0 h 8"/>
                  <a:gd name="T14" fmla="*/ 0 w 4"/>
                  <a:gd name="T15" fmla="*/ 0 h 8"/>
                  <a:gd name="T16" fmla="*/ 0 w 4"/>
                  <a:gd name="T17" fmla="*/ 0 h 8"/>
                  <a:gd name="T18" fmla="*/ 0 w 4"/>
                  <a:gd name="T19" fmla="*/ 0 h 8"/>
                  <a:gd name="T20" fmla="*/ 0 w 4"/>
                  <a:gd name="T21" fmla="*/ 0 h 8"/>
                  <a:gd name="T22" fmla="*/ 0 w 4"/>
                  <a:gd name="T23" fmla="*/ 4 h 8"/>
                  <a:gd name="T24" fmla="*/ 0 w 4"/>
                  <a:gd name="T25" fmla="*/ 4 h 8"/>
                  <a:gd name="T26" fmla="*/ 0 w 4"/>
                  <a:gd name="T27" fmla="*/ 4 h 8"/>
                  <a:gd name="T28" fmla="*/ 0 w 4"/>
                  <a:gd name="T29" fmla="*/ 4 h 8"/>
                  <a:gd name="T30" fmla="*/ 0 w 4"/>
                  <a:gd name="T31" fmla="*/ 4 h 8"/>
                  <a:gd name="T32" fmla="*/ 4 w 4"/>
                  <a:gd name="T33" fmla="*/ 4 h 8"/>
                  <a:gd name="T34" fmla="*/ 4 w 4"/>
                  <a:gd name="T35" fmla="*/ 4 h 8"/>
                  <a:gd name="T36" fmla="*/ 4 w 4"/>
                  <a:gd name="T37" fmla="*/ 4 h 8"/>
                  <a:gd name="T38" fmla="*/ 4 w 4"/>
                  <a:gd name="T39" fmla="*/ 4 h 8"/>
                  <a:gd name="T40" fmla="*/ 4 w 4"/>
                  <a:gd name="T41" fmla="*/ 4 h 8"/>
                  <a:gd name="T42" fmla="*/ 4 w 4"/>
                  <a:gd name="T43" fmla="*/ 4 h 8"/>
                  <a:gd name="T44" fmla="*/ 0 w 4"/>
                  <a:gd name="T45" fmla="*/ 4 h 8"/>
                  <a:gd name="T46" fmla="*/ 0 w 4"/>
                  <a:gd name="T47" fmla="*/ 4 h 8"/>
                  <a:gd name="T48" fmla="*/ 0 w 4"/>
                  <a:gd name="T49" fmla="*/ 4 h 8"/>
                  <a:gd name="T50" fmla="*/ 0 w 4"/>
                  <a:gd name="T51" fmla="*/ 4 h 8"/>
                  <a:gd name="T52" fmla="*/ 0 w 4"/>
                  <a:gd name="T53" fmla="*/ 4 h 8"/>
                  <a:gd name="T54" fmla="*/ 0 w 4"/>
                  <a:gd name="T55" fmla="*/ 4 h 8"/>
                  <a:gd name="T56" fmla="*/ 0 w 4"/>
                  <a:gd name="T57" fmla="*/ 4 h 8"/>
                  <a:gd name="T58" fmla="*/ 0 w 4"/>
                  <a:gd name="T59" fmla="*/ 4 h 8"/>
                  <a:gd name="T60" fmla="*/ 0 w 4"/>
                  <a:gd name="T61" fmla="*/ 4 h 8"/>
                  <a:gd name="T62" fmla="*/ 0 w 4"/>
                  <a:gd name="T63" fmla="*/ 4 h 8"/>
                  <a:gd name="T64" fmla="*/ 0 w 4"/>
                  <a:gd name="T65" fmla="*/ 4 h 8"/>
                  <a:gd name="T66" fmla="*/ 0 w 4"/>
                  <a:gd name="T67" fmla="*/ 0 h 8"/>
                  <a:gd name="T68" fmla="*/ 0 w 4"/>
                  <a:gd name="T69" fmla="*/ 0 h 8"/>
                  <a:gd name="T70" fmla="*/ 0 w 4"/>
                  <a:gd name="T71" fmla="*/ 0 h 8"/>
                  <a:gd name="T72" fmla="*/ 0 w 4"/>
                  <a:gd name="T73" fmla="*/ 0 h 8"/>
                  <a:gd name="T74" fmla="*/ 0 w 4"/>
                  <a:gd name="T75" fmla="*/ 0 h 8"/>
                  <a:gd name="T76" fmla="*/ 0 w 4"/>
                  <a:gd name="T77" fmla="*/ 0 h 8"/>
                  <a:gd name="T78" fmla="*/ 0 w 4"/>
                  <a:gd name="T79" fmla="*/ 0 h 8"/>
                  <a:gd name="T80" fmla="*/ 0 w 4"/>
                  <a:gd name="T81" fmla="*/ 0 h 8"/>
                  <a:gd name="T82" fmla="*/ 0 w 4"/>
                  <a:gd name="T83" fmla="*/ 0 h 8"/>
                  <a:gd name="T84" fmla="*/ 0 w 4"/>
                  <a:gd name="T85" fmla="*/ 0 h 8"/>
                  <a:gd name="T86" fmla="*/ 0 w 4"/>
                  <a:gd name="T87" fmla="*/ 0 h 8"/>
                  <a:gd name="T88" fmla="*/ 0 w 4"/>
                  <a:gd name="T89" fmla="*/ 0 h 8"/>
                  <a:gd name="T90" fmla="*/ 0 w 4"/>
                  <a:gd name="T91" fmla="*/ 0 h 8"/>
                  <a:gd name="T92" fmla="*/ 4 w 4"/>
                  <a:gd name="T93" fmla="*/ 4 h 8"/>
                  <a:gd name="T94" fmla="*/ 4 w 4"/>
                  <a:gd name="T95" fmla="*/ 4 h 8"/>
                  <a:gd name="T96" fmla="*/ 4 w 4"/>
                  <a:gd name="T97" fmla="*/ 8 h 8"/>
                  <a:gd name="T98" fmla="*/ 4 w 4"/>
                  <a:gd name="T99" fmla="*/ 8 h 8"/>
                  <a:gd name="T100" fmla="*/ 4 w 4"/>
                  <a:gd name="T101" fmla="*/ 8 h 8"/>
                  <a:gd name="T102" fmla="*/ 4 w 4"/>
                  <a:gd name="T103" fmla="*/ 4 h 8"/>
                  <a:gd name="T104" fmla="*/ 4 w 4"/>
                  <a:gd name="T105" fmla="*/ 4 h 8"/>
                  <a:gd name="T106" fmla="*/ 4 w 4"/>
                  <a:gd name="T107" fmla="*/ 4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 h="8">
                    <a:moveTo>
                      <a:pt x="0" y="0"/>
                    </a:moveTo>
                    <a:lnTo>
                      <a:pt x="4" y="0"/>
                    </a:lnTo>
                    <a:lnTo>
                      <a:pt x="4" y="0"/>
                    </a:lnTo>
                    <a:lnTo>
                      <a:pt x="0" y="0"/>
                    </a:lnTo>
                    <a:lnTo>
                      <a:pt x="0" y="0"/>
                    </a:lnTo>
                    <a:lnTo>
                      <a:pt x="0" y="0"/>
                    </a:lnTo>
                    <a:lnTo>
                      <a:pt x="0" y="0"/>
                    </a:lnTo>
                    <a:lnTo>
                      <a:pt x="0" y="0"/>
                    </a:lnTo>
                    <a:lnTo>
                      <a:pt x="0" y="0"/>
                    </a:lnTo>
                    <a:lnTo>
                      <a:pt x="0" y="0"/>
                    </a:lnTo>
                    <a:lnTo>
                      <a:pt x="0" y="0"/>
                    </a:lnTo>
                    <a:lnTo>
                      <a:pt x="0" y="4"/>
                    </a:lnTo>
                    <a:lnTo>
                      <a:pt x="0" y="4"/>
                    </a:lnTo>
                    <a:lnTo>
                      <a:pt x="0" y="4"/>
                    </a:lnTo>
                    <a:lnTo>
                      <a:pt x="0" y="4"/>
                    </a:lnTo>
                    <a:lnTo>
                      <a:pt x="0" y="4"/>
                    </a:lnTo>
                    <a:lnTo>
                      <a:pt x="4" y="4"/>
                    </a:lnTo>
                    <a:lnTo>
                      <a:pt x="4" y="4"/>
                    </a:lnTo>
                    <a:lnTo>
                      <a:pt x="4" y="4"/>
                    </a:lnTo>
                    <a:lnTo>
                      <a:pt x="4" y="4"/>
                    </a:lnTo>
                    <a:lnTo>
                      <a:pt x="4" y="4"/>
                    </a:lnTo>
                    <a:lnTo>
                      <a:pt x="4" y="4"/>
                    </a:lnTo>
                    <a:lnTo>
                      <a:pt x="0" y="4"/>
                    </a:lnTo>
                    <a:lnTo>
                      <a:pt x="0" y="4"/>
                    </a:lnTo>
                    <a:lnTo>
                      <a:pt x="0" y="4"/>
                    </a:lnTo>
                    <a:lnTo>
                      <a:pt x="0" y="4"/>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close/>
                    <a:moveTo>
                      <a:pt x="4" y="4"/>
                    </a:moveTo>
                    <a:lnTo>
                      <a:pt x="4" y="4"/>
                    </a:lnTo>
                    <a:lnTo>
                      <a:pt x="4" y="8"/>
                    </a:lnTo>
                    <a:lnTo>
                      <a:pt x="4" y="8"/>
                    </a:lnTo>
                    <a:lnTo>
                      <a:pt x="4" y="8"/>
                    </a:lnTo>
                    <a:lnTo>
                      <a:pt x="4" y="4"/>
                    </a:lnTo>
                    <a:lnTo>
                      <a:pt x="4"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0" name="Freeform 84"/>
              <p:cNvSpPr>
                <a:spLocks noEditPoints="1"/>
              </p:cNvSpPr>
              <p:nvPr/>
            </p:nvSpPr>
            <p:spPr bwMode="gray">
              <a:xfrm>
                <a:off x="2855448" y="3705730"/>
                <a:ext cx="156534" cy="191319"/>
              </a:xfrm>
              <a:custGeom>
                <a:avLst/>
                <a:gdLst>
                  <a:gd name="T0" fmla="*/ 52 w 90"/>
                  <a:gd name="T1" fmla="*/ 50 h 110"/>
                  <a:gd name="T2" fmla="*/ 48 w 90"/>
                  <a:gd name="T3" fmla="*/ 46 h 110"/>
                  <a:gd name="T4" fmla="*/ 52 w 90"/>
                  <a:gd name="T5" fmla="*/ 50 h 110"/>
                  <a:gd name="T6" fmla="*/ 64 w 90"/>
                  <a:gd name="T7" fmla="*/ 50 h 110"/>
                  <a:gd name="T8" fmla="*/ 64 w 90"/>
                  <a:gd name="T9" fmla="*/ 54 h 110"/>
                  <a:gd name="T10" fmla="*/ 86 w 90"/>
                  <a:gd name="T11" fmla="*/ 82 h 110"/>
                  <a:gd name="T12" fmla="*/ 86 w 90"/>
                  <a:gd name="T13" fmla="*/ 80 h 110"/>
                  <a:gd name="T14" fmla="*/ 90 w 90"/>
                  <a:gd name="T15" fmla="*/ 82 h 110"/>
                  <a:gd name="T16" fmla="*/ 22 w 90"/>
                  <a:gd name="T17" fmla="*/ 0 h 110"/>
                  <a:gd name="T18" fmla="*/ 26 w 90"/>
                  <a:gd name="T19" fmla="*/ 8 h 110"/>
                  <a:gd name="T20" fmla="*/ 26 w 90"/>
                  <a:gd name="T21" fmla="*/ 12 h 110"/>
                  <a:gd name="T22" fmla="*/ 26 w 90"/>
                  <a:gd name="T23" fmla="*/ 16 h 110"/>
                  <a:gd name="T24" fmla="*/ 26 w 90"/>
                  <a:gd name="T25" fmla="*/ 12 h 110"/>
                  <a:gd name="T26" fmla="*/ 22 w 90"/>
                  <a:gd name="T27" fmla="*/ 4 h 110"/>
                  <a:gd name="T28" fmla="*/ 16 w 90"/>
                  <a:gd name="T29" fmla="*/ 0 h 110"/>
                  <a:gd name="T30" fmla="*/ 4 w 90"/>
                  <a:gd name="T31" fmla="*/ 8 h 110"/>
                  <a:gd name="T32" fmla="*/ 8 w 90"/>
                  <a:gd name="T33" fmla="*/ 4 h 110"/>
                  <a:gd name="T34" fmla="*/ 12 w 90"/>
                  <a:gd name="T35" fmla="*/ 4 h 110"/>
                  <a:gd name="T36" fmla="*/ 4 w 90"/>
                  <a:gd name="T37" fmla="*/ 8 h 110"/>
                  <a:gd name="T38" fmla="*/ 34 w 90"/>
                  <a:gd name="T39" fmla="*/ 26 h 110"/>
                  <a:gd name="T40" fmla="*/ 42 w 90"/>
                  <a:gd name="T41" fmla="*/ 30 h 110"/>
                  <a:gd name="T42" fmla="*/ 42 w 90"/>
                  <a:gd name="T43" fmla="*/ 42 h 110"/>
                  <a:gd name="T44" fmla="*/ 42 w 90"/>
                  <a:gd name="T45" fmla="*/ 38 h 110"/>
                  <a:gd name="T46" fmla="*/ 38 w 90"/>
                  <a:gd name="T47" fmla="*/ 30 h 110"/>
                  <a:gd name="T48" fmla="*/ 34 w 90"/>
                  <a:gd name="T49" fmla="*/ 24 h 110"/>
                  <a:gd name="T50" fmla="*/ 12 w 90"/>
                  <a:gd name="T51" fmla="*/ 30 h 110"/>
                  <a:gd name="T52" fmla="*/ 16 w 90"/>
                  <a:gd name="T53" fmla="*/ 38 h 110"/>
                  <a:gd name="T54" fmla="*/ 18 w 90"/>
                  <a:gd name="T55" fmla="*/ 46 h 110"/>
                  <a:gd name="T56" fmla="*/ 12 w 90"/>
                  <a:gd name="T57" fmla="*/ 46 h 110"/>
                  <a:gd name="T58" fmla="*/ 12 w 90"/>
                  <a:gd name="T59" fmla="*/ 42 h 110"/>
                  <a:gd name="T60" fmla="*/ 12 w 90"/>
                  <a:gd name="T61" fmla="*/ 38 h 110"/>
                  <a:gd name="T62" fmla="*/ 12 w 90"/>
                  <a:gd name="T63" fmla="*/ 30 h 110"/>
                  <a:gd name="T64" fmla="*/ 26 w 90"/>
                  <a:gd name="T65" fmla="*/ 34 h 110"/>
                  <a:gd name="T66" fmla="*/ 22 w 90"/>
                  <a:gd name="T67" fmla="*/ 34 h 110"/>
                  <a:gd name="T68" fmla="*/ 18 w 90"/>
                  <a:gd name="T69" fmla="*/ 50 h 110"/>
                  <a:gd name="T70" fmla="*/ 22 w 90"/>
                  <a:gd name="T71" fmla="*/ 56 h 110"/>
                  <a:gd name="T72" fmla="*/ 18 w 90"/>
                  <a:gd name="T73" fmla="*/ 56 h 110"/>
                  <a:gd name="T74" fmla="*/ 18 w 90"/>
                  <a:gd name="T75" fmla="*/ 50 h 110"/>
                  <a:gd name="T76" fmla="*/ 44 w 90"/>
                  <a:gd name="T77" fmla="*/ 60 h 110"/>
                  <a:gd name="T78" fmla="*/ 44 w 90"/>
                  <a:gd name="T79" fmla="*/ 56 h 110"/>
                  <a:gd name="T80" fmla="*/ 52 w 90"/>
                  <a:gd name="T81" fmla="*/ 60 h 110"/>
                  <a:gd name="T82" fmla="*/ 60 w 90"/>
                  <a:gd name="T83" fmla="*/ 68 h 110"/>
                  <a:gd name="T84" fmla="*/ 56 w 90"/>
                  <a:gd name="T85" fmla="*/ 68 h 110"/>
                  <a:gd name="T86" fmla="*/ 52 w 90"/>
                  <a:gd name="T87" fmla="*/ 60 h 110"/>
                  <a:gd name="T88" fmla="*/ 68 w 90"/>
                  <a:gd name="T89" fmla="*/ 76 h 110"/>
                  <a:gd name="T90" fmla="*/ 70 w 90"/>
                  <a:gd name="T91" fmla="*/ 76 h 110"/>
                  <a:gd name="T92" fmla="*/ 68 w 90"/>
                  <a:gd name="T93" fmla="*/ 86 h 110"/>
                  <a:gd name="T94" fmla="*/ 70 w 90"/>
                  <a:gd name="T95" fmla="*/ 80 h 110"/>
                  <a:gd name="T96" fmla="*/ 70 w 90"/>
                  <a:gd name="T97" fmla="*/ 76 h 110"/>
                  <a:gd name="T98" fmla="*/ 70 w 90"/>
                  <a:gd name="T99" fmla="*/ 82 h 110"/>
                  <a:gd name="T100" fmla="*/ 68 w 90"/>
                  <a:gd name="T101" fmla="*/ 86 h 110"/>
                  <a:gd name="T102" fmla="*/ 74 w 90"/>
                  <a:gd name="T103" fmla="*/ 106 h 110"/>
                  <a:gd name="T104" fmla="*/ 82 w 90"/>
                  <a:gd name="T105" fmla="*/ 102 h 110"/>
                  <a:gd name="T106" fmla="*/ 86 w 90"/>
                  <a:gd name="T107" fmla="*/ 102 h 110"/>
                  <a:gd name="T108" fmla="*/ 82 w 90"/>
                  <a:gd name="T109" fmla="*/ 110 h 110"/>
                  <a:gd name="T110" fmla="*/ 74 w 90"/>
                  <a:gd name="T111" fmla="*/ 11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90" h="110">
                    <a:moveTo>
                      <a:pt x="52" y="50"/>
                    </a:moveTo>
                    <a:lnTo>
                      <a:pt x="48" y="50"/>
                    </a:lnTo>
                    <a:lnTo>
                      <a:pt x="52" y="50"/>
                    </a:lnTo>
                    <a:lnTo>
                      <a:pt x="48" y="46"/>
                    </a:lnTo>
                    <a:lnTo>
                      <a:pt x="48" y="42"/>
                    </a:lnTo>
                    <a:lnTo>
                      <a:pt x="48" y="46"/>
                    </a:lnTo>
                    <a:lnTo>
                      <a:pt x="52" y="46"/>
                    </a:lnTo>
                    <a:lnTo>
                      <a:pt x="52" y="50"/>
                    </a:lnTo>
                    <a:lnTo>
                      <a:pt x="52" y="50"/>
                    </a:lnTo>
                    <a:lnTo>
                      <a:pt x="52" y="50"/>
                    </a:lnTo>
                    <a:close/>
                    <a:moveTo>
                      <a:pt x="64" y="54"/>
                    </a:moveTo>
                    <a:lnTo>
                      <a:pt x="64" y="50"/>
                    </a:lnTo>
                    <a:lnTo>
                      <a:pt x="68" y="54"/>
                    </a:lnTo>
                    <a:lnTo>
                      <a:pt x="64" y="54"/>
                    </a:lnTo>
                    <a:lnTo>
                      <a:pt x="64" y="54"/>
                    </a:lnTo>
                    <a:lnTo>
                      <a:pt x="64" y="54"/>
                    </a:lnTo>
                    <a:close/>
                    <a:moveTo>
                      <a:pt x="90" y="82"/>
                    </a:moveTo>
                    <a:lnTo>
                      <a:pt x="86" y="82"/>
                    </a:lnTo>
                    <a:lnTo>
                      <a:pt x="82" y="82"/>
                    </a:lnTo>
                    <a:lnTo>
                      <a:pt x="82" y="80"/>
                    </a:lnTo>
                    <a:lnTo>
                      <a:pt x="86" y="80"/>
                    </a:lnTo>
                    <a:lnTo>
                      <a:pt x="90" y="82"/>
                    </a:lnTo>
                    <a:lnTo>
                      <a:pt x="90" y="82"/>
                    </a:lnTo>
                    <a:lnTo>
                      <a:pt x="90" y="82"/>
                    </a:lnTo>
                    <a:close/>
                    <a:moveTo>
                      <a:pt x="16" y="0"/>
                    </a:moveTo>
                    <a:lnTo>
                      <a:pt x="18" y="0"/>
                    </a:lnTo>
                    <a:lnTo>
                      <a:pt x="22" y="0"/>
                    </a:lnTo>
                    <a:lnTo>
                      <a:pt x="22" y="4"/>
                    </a:lnTo>
                    <a:lnTo>
                      <a:pt x="26" y="4"/>
                    </a:lnTo>
                    <a:lnTo>
                      <a:pt x="26" y="8"/>
                    </a:lnTo>
                    <a:lnTo>
                      <a:pt x="30" y="8"/>
                    </a:lnTo>
                    <a:lnTo>
                      <a:pt x="30" y="12"/>
                    </a:lnTo>
                    <a:lnTo>
                      <a:pt x="26" y="12"/>
                    </a:lnTo>
                    <a:lnTo>
                      <a:pt x="26" y="16"/>
                    </a:lnTo>
                    <a:lnTo>
                      <a:pt x="26" y="20"/>
                    </a:lnTo>
                    <a:lnTo>
                      <a:pt x="26" y="16"/>
                    </a:lnTo>
                    <a:lnTo>
                      <a:pt x="22" y="16"/>
                    </a:lnTo>
                    <a:lnTo>
                      <a:pt x="26" y="16"/>
                    </a:lnTo>
                    <a:lnTo>
                      <a:pt x="26" y="12"/>
                    </a:lnTo>
                    <a:lnTo>
                      <a:pt x="26" y="8"/>
                    </a:lnTo>
                    <a:lnTo>
                      <a:pt x="26" y="4"/>
                    </a:lnTo>
                    <a:lnTo>
                      <a:pt x="22" y="4"/>
                    </a:lnTo>
                    <a:lnTo>
                      <a:pt x="22" y="0"/>
                    </a:lnTo>
                    <a:lnTo>
                      <a:pt x="18" y="0"/>
                    </a:lnTo>
                    <a:lnTo>
                      <a:pt x="16" y="0"/>
                    </a:lnTo>
                    <a:lnTo>
                      <a:pt x="16" y="0"/>
                    </a:lnTo>
                    <a:lnTo>
                      <a:pt x="16" y="0"/>
                    </a:lnTo>
                    <a:close/>
                    <a:moveTo>
                      <a:pt x="4" y="8"/>
                    </a:moveTo>
                    <a:lnTo>
                      <a:pt x="0" y="4"/>
                    </a:lnTo>
                    <a:lnTo>
                      <a:pt x="4" y="4"/>
                    </a:lnTo>
                    <a:lnTo>
                      <a:pt x="8" y="4"/>
                    </a:lnTo>
                    <a:lnTo>
                      <a:pt x="12" y="4"/>
                    </a:lnTo>
                    <a:lnTo>
                      <a:pt x="16" y="4"/>
                    </a:lnTo>
                    <a:lnTo>
                      <a:pt x="12" y="4"/>
                    </a:lnTo>
                    <a:lnTo>
                      <a:pt x="8" y="8"/>
                    </a:lnTo>
                    <a:lnTo>
                      <a:pt x="4" y="8"/>
                    </a:lnTo>
                    <a:lnTo>
                      <a:pt x="4" y="8"/>
                    </a:lnTo>
                    <a:lnTo>
                      <a:pt x="4" y="8"/>
                    </a:lnTo>
                    <a:close/>
                    <a:moveTo>
                      <a:pt x="34" y="24"/>
                    </a:moveTo>
                    <a:lnTo>
                      <a:pt x="34" y="26"/>
                    </a:lnTo>
                    <a:lnTo>
                      <a:pt x="38" y="26"/>
                    </a:lnTo>
                    <a:lnTo>
                      <a:pt x="38" y="30"/>
                    </a:lnTo>
                    <a:lnTo>
                      <a:pt x="42" y="30"/>
                    </a:lnTo>
                    <a:lnTo>
                      <a:pt x="42" y="34"/>
                    </a:lnTo>
                    <a:lnTo>
                      <a:pt x="42" y="38"/>
                    </a:lnTo>
                    <a:lnTo>
                      <a:pt x="42" y="42"/>
                    </a:lnTo>
                    <a:lnTo>
                      <a:pt x="42" y="38"/>
                    </a:lnTo>
                    <a:lnTo>
                      <a:pt x="38" y="38"/>
                    </a:lnTo>
                    <a:lnTo>
                      <a:pt x="42" y="38"/>
                    </a:lnTo>
                    <a:lnTo>
                      <a:pt x="42" y="34"/>
                    </a:lnTo>
                    <a:lnTo>
                      <a:pt x="42" y="30"/>
                    </a:lnTo>
                    <a:lnTo>
                      <a:pt x="38" y="30"/>
                    </a:lnTo>
                    <a:lnTo>
                      <a:pt x="38" y="26"/>
                    </a:lnTo>
                    <a:lnTo>
                      <a:pt x="34" y="26"/>
                    </a:lnTo>
                    <a:lnTo>
                      <a:pt x="34" y="24"/>
                    </a:lnTo>
                    <a:lnTo>
                      <a:pt x="34" y="24"/>
                    </a:lnTo>
                    <a:lnTo>
                      <a:pt x="34" y="24"/>
                    </a:lnTo>
                    <a:close/>
                    <a:moveTo>
                      <a:pt x="12" y="30"/>
                    </a:moveTo>
                    <a:lnTo>
                      <a:pt x="16" y="30"/>
                    </a:lnTo>
                    <a:lnTo>
                      <a:pt x="16" y="34"/>
                    </a:lnTo>
                    <a:lnTo>
                      <a:pt x="16" y="38"/>
                    </a:lnTo>
                    <a:lnTo>
                      <a:pt x="18" y="38"/>
                    </a:lnTo>
                    <a:lnTo>
                      <a:pt x="18" y="42"/>
                    </a:lnTo>
                    <a:lnTo>
                      <a:pt x="18" y="46"/>
                    </a:lnTo>
                    <a:lnTo>
                      <a:pt x="16" y="50"/>
                    </a:lnTo>
                    <a:lnTo>
                      <a:pt x="16" y="46"/>
                    </a:lnTo>
                    <a:lnTo>
                      <a:pt x="12" y="46"/>
                    </a:lnTo>
                    <a:lnTo>
                      <a:pt x="12" y="42"/>
                    </a:lnTo>
                    <a:lnTo>
                      <a:pt x="8" y="42"/>
                    </a:lnTo>
                    <a:lnTo>
                      <a:pt x="12" y="42"/>
                    </a:lnTo>
                    <a:lnTo>
                      <a:pt x="12" y="38"/>
                    </a:lnTo>
                    <a:lnTo>
                      <a:pt x="12" y="42"/>
                    </a:lnTo>
                    <a:lnTo>
                      <a:pt x="12" y="38"/>
                    </a:lnTo>
                    <a:lnTo>
                      <a:pt x="12" y="34"/>
                    </a:lnTo>
                    <a:lnTo>
                      <a:pt x="12" y="30"/>
                    </a:lnTo>
                    <a:lnTo>
                      <a:pt x="12" y="30"/>
                    </a:lnTo>
                    <a:lnTo>
                      <a:pt x="12" y="30"/>
                    </a:lnTo>
                    <a:close/>
                    <a:moveTo>
                      <a:pt x="22" y="34"/>
                    </a:moveTo>
                    <a:lnTo>
                      <a:pt x="26" y="34"/>
                    </a:lnTo>
                    <a:lnTo>
                      <a:pt x="22" y="34"/>
                    </a:lnTo>
                    <a:lnTo>
                      <a:pt x="22" y="34"/>
                    </a:lnTo>
                    <a:lnTo>
                      <a:pt x="22" y="34"/>
                    </a:lnTo>
                    <a:close/>
                    <a:moveTo>
                      <a:pt x="18" y="50"/>
                    </a:moveTo>
                    <a:lnTo>
                      <a:pt x="18" y="54"/>
                    </a:lnTo>
                    <a:lnTo>
                      <a:pt x="18" y="50"/>
                    </a:lnTo>
                    <a:lnTo>
                      <a:pt x="22" y="50"/>
                    </a:lnTo>
                    <a:lnTo>
                      <a:pt x="22" y="54"/>
                    </a:lnTo>
                    <a:lnTo>
                      <a:pt x="22" y="56"/>
                    </a:lnTo>
                    <a:lnTo>
                      <a:pt x="18" y="56"/>
                    </a:lnTo>
                    <a:lnTo>
                      <a:pt x="22" y="56"/>
                    </a:lnTo>
                    <a:lnTo>
                      <a:pt x="18" y="56"/>
                    </a:lnTo>
                    <a:lnTo>
                      <a:pt x="16" y="54"/>
                    </a:lnTo>
                    <a:lnTo>
                      <a:pt x="18" y="50"/>
                    </a:lnTo>
                    <a:lnTo>
                      <a:pt x="18" y="50"/>
                    </a:lnTo>
                    <a:lnTo>
                      <a:pt x="18" y="50"/>
                    </a:lnTo>
                    <a:close/>
                    <a:moveTo>
                      <a:pt x="44" y="56"/>
                    </a:moveTo>
                    <a:lnTo>
                      <a:pt x="44" y="60"/>
                    </a:lnTo>
                    <a:lnTo>
                      <a:pt x="42" y="60"/>
                    </a:lnTo>
                    <a:lnTo>
                      <a:pt x="42" y="56"/>
                    </a:lnTo>
                    <a:lnTo>
                      <a:pt x="44" y="56"/>
                    </a:lnTo>
                    <a:lnTo>
                      <a:pt x="44" y="56"/>
                    </a:lnTo>
                    <a:lnTo>
                      <a:pt x="44" y="56"/>
                    </a:lnTo>
                    <a:close/>
                    <a:moveTo>
                      <a:pt x="52" y="60"/>
                    </a:moveTo>
                    <a:lnTo>
                      <a:pt x="56" y="64"/>
                    </a:lnTo>
                    <a:lnTo>
                      <a:pt x="56" y="68"/>
                    </a:lnTo>
                    <a:lnTo>
                      <a:pt x="60" y="68"/>
                    </a:lnTo>
                    <a:lnTo>
                      <a:pt x="60" y="72"/>
                    </a:lnTo>
                    <a:lnTo>
                      <a:pt x="60" y="68"/>
                    </a:lnTo>
                    <a:lnTo>
                      <a:pt x="56" y="68"/>
                    </a:lnTo>
                    <a:lnTo>
                      <a:pt x="56" y="64"/>
                    </a:lnTo>
                    <a:lnTo>
                      <a:pt x="52" y="60"/>
                    </a:lnTo>
                    <a:lnTo>
                      <a:pt x="52" y="60"/>
                    </a:lnTo>
                    <a:lnTo>
                      <a:pt x="52" y="60"/>
                    </a:lnTo>
                    <a:close/>
                    <a:moveTo>
                      <a:pt x="70" y="76"/>
                    </a:moveTo>
                    <a:lnTo>
                      <a:pt x="68" y="76"/>
                    </a:lnTo>
                    <a:lnTo>
                      <a:pt x="68" y="72"/>
                    </a:lnTo>
                    <a:lnTo>
                      <a:pt x="68" y="76"/>
                    </a:lnTo>
                    <a:lnTo>
                      <a:pt x="70" y="76"/>
                    </a:lnTo>
                    <a:lnTo>
                      <a:pt x="70" y="76"/>
                    </a:lnTo>
                    <a:lnTo>
                      <a:pt x="70" y="76"/>
                    </a:lnTo>
                    <a:close/>
                    <a:moveTo>
                      <a:pt x="68" y="86"/>
                    </a:moveTo>
                    <a:lnTo>
                      <a:pt x="68" y="82"/>
                    </a:lnTo>
                    <a:lnTo>
                      <a:pt x="70" y="82"/>
                    </a:lnTo>
                    <a:lnTo>
                      <a:pt x="70" y="80"/>
                    </a:lnTo>
                    <a:lnTo>
                      <a:pt x="74" y="80"/>
                    </a:lnTo>
                    <a:lnTo>
                      <a:pt x="70" y="80"/>
                    </a:lnTo>
                    <a:lnTo>
                      <a:pt x="70" y="76"/>
                    </a:lnTo>
                    <a:lnTo>
                      <a:pt x="74" y="76"/>
                    </a:lnTo>
                    <a:lnTo>
                      <a:pt x="74" y="80"/>
                    </a:lnTo>
                    <a:lnTo>
                      <a:pt x="70" y="82"/>
                    </a:lnTo>
                    <a:lnTo>
                      <a:pt x="68" y="82"/>
                    </a:lnTo>
                    <a:lnTo>
                      <a:pt x="68" y="86"/>
                    </a:lnTo>
                    <a:lnTo>
                      <a:pt x="68" y="86"/>
                    </a:lnTo>
                    <a:lnTo>
                      <a:pt x="68" y="86"/>
                    </a:lnTo>
                    <a:close/>
                    <a:moveTo>
                      <a:pt x="74" y="110"/>
                    </a:moveTo>
                    <a:lnTo>
                      <a:pt x="74" y="106"/>
                    </a:lnTo>
                    <a:lnTo>
                      <a:pt x="78" y="106"/>
                    </a:lnTo>
                    <a:lnTo>
                      <a:pt x="78" y="102"/>
                    </a:lnTo>
                    <a:lnTo>
                      <a:pt x="82" y="102"/>
                    </a:lnTo>
                    <a:lnTo>
                      <a:pt x="82" y="106"/>
                    </a:lnTo>
                    <a:lnTo>
                      <a:pt x="82" y="102"/>
                    </a:lnTo>
                    <a:lnTo>
                      <a:pt x="86" y="102"/>
                    </a:lnTo>
                    <a:lnTo>
                      <a:pt x="86" y="106"/>
                    </a:lnTo>
                    <a:lnTo>
                      <a:pt x="82" y="106"/>
                    </a:lnTo>
                    <a:lnTo>
                      <a:pt x="82" y="110"/>
                    </a:lnTo>
                    <a:lnTo>
                      <a:pt x="78" y="110"/>
                    </a:lnTo>
                    <a:lnTo>
                      <a:pt x="78" y="106"/>
                    </a:lnTo>
                    <a:lnTo>
                      <a:pt x="74" y="110"/>
                    </a:lnTo>
                    <a:lnTo>
                      <a:pt x="74" y="110"/>
                    </a:lnTo>
                    <a:lnTo>
                      <a:pt x="74" y="1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1" name="Freeform 85"/>
              <p:cNvSpPr>
                <a:spLocks noEditPoints="1"/>
              </p:cNvSpPr>
              <p:nvPr/>
            </p:nvSpPr>
            <p:spPr bwMode="gray">
              <a:xfrm>
                <a:off x="3276350" y="4178809"/>
                <a:ext cx="31307" cy="38264"/>
              </a:xfrm>
              <a:custGeom>
                <a:avLst/>
                <a:gdLst>
                  <a:gd name="T0" fmla="*/ 14 w 18"/>
                  <a:gd name="T1" fmla="*/ 4 h 22"/>
                  <a:gd name="T2" fmla="*/ 14 w 18"/>
                  <a:gd name="T3" fmla="*/ 4 h 22"/>
                  <a:gd name="T4" fmla="*/ 18 w 18"/>
                  <a:gd name="T5" fmla="*/ 4 h 22"/>
                  <a:gd name="T6" fmla="*/ 18 w 18"/>
                  <a:gd name="T7" fmla="*/ 0 h 22"/>
                  <a:gd name="T8" fmla="*/ 18 w 18"/>
                  <a:gd name="T9" fmla="*/ 4 h 22"/>
                  <a:gd name="T10" fmla="*/ 18 w 18"/>
                  <a:gd name="T11" fmla="*/ 4 h 22"/>
                  <a:gd name="T12" fmla="*/ 18 w 18"/>
                  <a:gd name="T13" fmla="*/ 4 h 22"/>
                  <a:gd name="T14" fmla="*/ 14 w 18"/>
                  <a:gd name="T15" fmla="*/ 4 h 22"/>
                  <a:gd name="T16" fmla="*/ 14 w 18"/>
                  <a:gd name="T17" fmla="*/ 4 h 22"/>
                  <a:gd name="T18" fmla="*/ 12 w 18"/>
                  <a:gd name="T19" fmla="*/ 12 h 22"/>
                  <a:gd name="T20" fmla="*/ 14 w 18"/>
                  <a:gd name="T21" fmla="*/ 12 h 22"/>
                  <a:gd name="T22" fmla="*/ 14 w 18"/>
                  <a:gd name="T23" fmla="*/ 12 h 22"/>
                  <a:gd name="T24" fmla="*/ 14 w 18"/>
                  <a:gd name="T25" fmla="*/ 12 h 22"/>
                  <a:gd name="T26" fmla="*/ 12 w 18"/>
                  <a:gd name="T27" fmla="*/ 12 h 22"/>
                  <a:gd name="T28" fmla="*/ 12 w 18"/>
                  <a:gd name="T29" fmla="*/ 16 h 22"/>
                  <a:gd name="T30" fmla="*/ 14 w 18"/>
                  <a:gd name="T31" fmla="*/ 18 h 22"/>
                  <a:gd name="T32" fmla="*/ 12 w 18"/>
                  <a:gd name="T33" fmla="*/ 22 h 22"/>
                  <a:gd name="T34" fmla="*/ 12 w 18"/>
                  <a:gd name="T35" fmla="*/ 22 h 22"/>
                  <a:gd name="T36" fmla="*/ 8 w 18"/>
                  <a:gd name="T37" fmla="*/ 22 h 22"/>
                  <a:gd name="T38" fmla="*/ 4 w 18"/>
                  <a:gd name="T39" fmla="*/ 22 h 22"/>
                  <a:gd name="T40" fmla="*/ 0 w 18"/>
                  <a:gd name="T41" fmla="*/ 22 h 22"/>
                  <a:gd name="T42" fmla="*/ 0 w 18"/>
                  <a:gd name="T43" fmla="*/ 22 h 22"/>
                  <a:gd name="T44" fmla="*/ 0 w 18"/>
                  <a:gd name="T45" fmla="*/ 22 h 22"/>
                  <a:gd name="T46" fmla="*/ 0 w 18"/>
                  <a:gd name="T47" fmla="*/ 22 h 22"/>
                  <a:gd name="T48" fmla="*/ 8 w 18"/>
                  <a:gd name="T49" fmla="*/ 18 h 22"/>
                  <a:gd name="T50" fmla="*/ 8 w 18"/>
                  <a:gd name="T51" fmla="*/ 18 h 22"/>
                  <a:gd name="T52" fmla="*/ 8 w 18"/>
                  <a:gd name="T53" fmla="*/ 16 h 22"/>
                  <a:gd name="T54" fmla="*/ 4 w 18"/>
                  <a:gd name="T55" fmla="*/ 12 h 22"/>
                  <a:gd name="T56" fmla="*/ 4 w 18"/>
                  <a:gd name="T57" fmla="*/ 12 h 22"/>
                  <a:gd name="T58" fmla="*/ 4 w 18"/>
                  <a:gd name="T59" fmla="*/ 12 h 22"/>
                  <a:gd name="T60" fmla="*/ 8 w 18"/>
                  <a:gd name="T61" fmla="*/ 12 h 22"/>
                  <a:gd name="T62" fmla="*/ 8 w 18"/>
                  <a:gd name="T63" fmla="*/ 12 h 22"/>
                  <a:gd name="T64" fmla="*/ 12 w 18"/>
                  <a:gd name="T65" fmla="*/ 12 h 22"/>
                  <a:gd name="T66" fmla="*/ 12 w 18"/>
                  <a:gd name="T67" fmla="*/ 12 h 22"/>
                  <a:gd name="T68" fmla="*/ 12 w 18"/>
                  <a:gd name="T69" fmla="*/ 1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 h="22">
                    <a:moveTo>
                      <a:pt x="14" y="4"/>
                    </a:moveTo>
                    <a:lnTo>
                      <a:pt x="14" y="4"/>
                    </a:lnTo>
                    <a:lnTo>
                      <a:pt x="14" y="4"/>
                    </a:lnTo>
                    <a:lnTo>
                      <a:pt x="14" y="4"/>
                    </a:lnTo>
                    <a:lnTo>
                      <a:pt x="18" y="4"/>
                    </a:lnTo>
                    <a:lnTo>
                      <a:pt x="18" y="4"/>
                    </a:lnTo>
                    <a:lnTo>
                      <a:pt x="18" y="0"/>
                    </a:lnTo>
                    <a:lnTo>
                      <a:pt x="18" y="0"/>
                    </a:lnTo>
                    <a:lnTo>
                      <a:pt x="18" y="4"/>
                    </a:lnTo>
                    <a:lnTo>
                      <a:pt x="18" y="4"/>
                    </a:lnTo>
                    <a:lnTo>
                      <a:pt x="18" y="4"/>
                    </a:lnTo>
                    <a:lnTo>
                      <a:pt x="18" y="4"/>
                    </a:lnTo>
                    <a:lnTo>
                      <a:pt x="18" y="4"/>
                    </a:lnTo>
                    <a:lnTo>
                      <a:pt x="18" y="4"/>
                    </a:lnTo>
                    <a:lnTo>
                      <a:pt x="14" y="4"/>
                    </a:lnTo>
                    <a:lnTo>
                      <a:pt x="14" y="4"/>
                    </a:lnTo>
                    <a:lnTo>
                      <a:pt x="14" y="4"/>
                    </a:lnTo>
                    <a:lnTo>
                      <a:pt x="14" y="4"/>
                    </a:lnTo>
                    <a:close/>
                    <a:moveTo>
                      <a:pt x="12" y="12"/>
                    </a:moveTo>
                    <a:lnTo>
                      <a:pt x="12" y="12"/>
                    </a:lnTo>
                    <a:lnTo>
                      <a:pt x="12" y="12"/>
                    </a:lnTo>
                    <a:lnTo>
                      <a:pt x="14" y="12"/>
                    </a:lnTo>
                    <a:lnTo>
                      <a:pt x="14" y="12"/>
                    </a:lnTo>
                    <a:lnTo>
                      <a:pt x="14" y="12"/>
                    </a:lnTo>
                    <a:lnTo>
                      <a:pt x="14" y="12"/>
                    </a:lnTo>
                    <a:lnTo>
                      <a:pt x="14" y="12"/>
                    </a:lnTo>
                    <a:lnTo>
                      <a:pt x="14" y="12"/>
                    </a:lnTo>
                    <a:lnTo>
                      <a:pt x="12" y="12"/>
                    </a:lnTo>
                    <a:lnTo>
                      <a:pt x="12" y="12"/>
                    </a:lnTo>
                    <a:lnTo>
                      <a:pt x="12" y="16"/>
                    </a:lnTo>
                    <a:lnTo>
                      <a:pt x="12" y="18"/>
                    </a:lnTo>
                    <a:lnTo>
                      <a:pt x="14" y="18"/>
                    </a:lnTo>
                    <a:lnTo>
                      <a:pt x="12" y="22"/>
                    </a:lnTo>
                    <a:lnTo>
                      <a:pt x="12" y="22"/>
                    </a:lnTo>
                    <a:lnTo>
                      <a:pt x="12" y="22"/>
                    </a:lnTo>
                    <a:lnTo>
                      <a:pt x="12" y="22"/>
                    </a:lnTo>
                    <a:lnTo>
                      <a:pt x="12" y="22"/>
                    </a:lnTo>
                    <a:lnTo>
                      <a:pt x="8" y="22"/>
                    </a:lnTo>
                    <a:lnTo>
                      <a:pt x="8" y="22"/>
                    </a:lnTo>
                    <a:lnTo>
                      <a:pt x="4" y="22"/>
                    </a:lnTo>
                    <a:lnTo>
                      <a:pt x="4" y="22"/>
                    </a:lnTo>
                    <a:lnTo>
                      <a:pt x="0" y="22"/>
                    </a:lnTo>
                    <a:lnTo>
                      <a:pt x="0" y="22"/>
                    </a:lnTo>
                    <a:lnTo>
                      <a:pt x="0" y="22"/>
                    </a:lnTo>
                    <a:lnTo>
                      <a:pt x="0" y="22"/>
                    </a:lnTo>
                    <a:lnTo>
                      <a:pt x="0" y="22"/>
                    </a:lnTo>
                    <a:lnTo>
                      <a:pt x="0" y="22"/>
                    </a:lnTo>
                    <a:lnTo>
                      <a:pt x="0" y="22"/>
                    </a:lnTo>
                    <a:lnTo>
                      <a:pt x="4" y="22"/>
                    </a:lnTo>
                    <a:lnTo>
                      <a:pt x="8" y="18"/>
                    </a:lnTo>
                    <a:lnTo>
                      <a:pt x="8" y="18"/>
                    </a:lnTo>
                    <a:lnTo>
                      <a:pt x="8" y="18"/>
                    </a:lnTo>
                    <a:lnTo>
                      <a:pt x="8" y="16"/>
                    </a:lnTo>
                    <a:lnTo>
                      <a:pt x="8" y="16"/>
                    </a:lnTo>
                    <a:lnTo>
                      <a:pt x="8" y="16"/>
                    </a:lnTo>
                    <a:lnTo>
                      <a:pt x="4" y="12"/>
                    </a:lnTo>
                    <a:lnTo>
                      <a:pt x="4" y="12"/>
                    </a:lnTo>
                    <a:lnTo>
                      <a:pt x="4" y="12"/>
                    </a:lnTo>
                    <a:lnTo>
                      <a:pt x="4" y="12"/>
                    </a:lnTo>
                    <a:lnTo>
                      <a:pt x="4" y="12"/>
                    </a:lnTo>
                    <a:lnTo>
                      <a:pt x="4" y="12"/>
                    </a:lnTo>
                    <a:lnTo>
                      <a:pt x="8" y="12"/>
                    </a:lnTo>
                    <a:lnTo>
                      <a:pt x="8" y="12"/>
                    </a:lnTo>
                    <a:lnTo>
                      <a:pt x="8" y="12"/>
                    </a:lnTo>
                    <a:lnTo>
                      <a:pt x="12" y="12"/>
                    </a:lnTo>
                    <a:lnTo>
                      <a:pt x="12" y="12"/>
                    </a:lnTo>
                    <a:lnTo>
                      <a:pt x="12" y="12"/>
                    </a:lnTo>
                    <a:lnTo>
                      <a:pt x="12" y="12"/>
                    </a:lnTo>
                    <a:lnTo>
                      <a:pt x="12" y="12"/>
                    </a:lnTo>
                    <a:lnTo>
                      <a:pt x="12" y="12"/>
                    </a:lnTo>
                    <a:lnTo>
                      <a:pt x="12"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2" name="Freeform 86"/>
              <p:cNvSpPr>
                <a:spLocks noEditPoints="1"/>
              </p:cNvSpPr>
              <p:nvPr/>
            </p:nvSpPr>
            <p:spPr bwMode="gray">
              <a:xfrm>
                <a:off x="3032854" y="3862263"/>
                <a:ext cx="17393" cy="13914"/>
              </a:xfrm>
              <a:custGeom>
                <a:avLst/>
                <a:gdLst>
                  <a:gd name="T0" fmla="*/ 10 w 10"/>
                  <a:gd name="T1" fmla="*/ 8 h 8"/>
                  <a:gd name="T2" fmla="*/ 10 w 10"/>
                  <a:gd name="T3" fmla="*/ 8 h 8"/>
                  <a:gd name="T4" fmla="*/ 10 w 10"/>
                  <a:gd name="T5" fmla="*/ 8 h 8"/>
                  <a:gd name="T6" fmla="*/ 10 w 10"/>
                  <a:gd name="T7" fmla="*/ 8 h 8"/>
                  <a:gd name="T8" fmla="*/ 10 w 10"/>
                  <a:gd name="T9" fmla="*/ 8 h 8"/>
                  <a:gd name="T10" fmla="*/ 10 w 10"/>
                  <a:gd name="T11" fmla="*/ 8 h 8"/>
                  <a:gd name="T12" fmla="*/ 10 w 10"/>
                  <a:gd name="T13" fmla="*/ 8 h 8"/>
                  <a:gd name="T14" fmla="*/ 0 w 10"/>
                  <a:gd name="T15" fmla="*/ 0 h 8"/>
                  <a:gd name="T16" fmla="*/ 0 w 10"/>
                  <a:gd name="T17" fmla="*/ 0 h 8"/>
                  <a:gd name="T18" fmla="*/ 0 w 10"/>
                  <a:gd name="T19" fmla="*/ 0 h 8"/>
                  <a:gd name="T20" fmla="*/ 0 w 10"/>
                  <a:gd name="T21" fmla="*/ 0 h 8"/>
                  <a:gd name="T22" fmla="*/ 0 w 10"/>
                  <a:gd name="T23" fmla="*/ 0 h 8"/>
                  <a:gd name="T24" fmla="*/ 0 w 10"/>
                  <a:gd name="T25" fmla="*/ 0 h 8"/>
                  <a:gd name="T26" fmla="*/ 0 w 10"/>
                  <a:gd name="T27" fmla="*/ 0 h 8"/>
                  <a:gd name="T28" fmla="*/ 0 w 10"/>
                  <a:gd name="T29" fmla="*/ 0 h 8"/>
                  <a:gd name="T30" fmla="*/ 0 w 10"/>
                  <a:gd name="T31" fmla="*/ 0 h 8"/>
                  <a:gd name="T32" fmla="*/ 0 w 10"/>
                  <a:gd name="T33" fmla="*/ 0 h 8"/>
                  <a:gd name="T34" fmla="*/ 0 w 10"/>
                  <a:gd name="T35" fmla="*/ 0 h 8"/>
                  <a:gd name="T36" fmla="*/ 0 w 10"/>
                  <a:gd name="T37" fmla="*/ 0 h 8"/>
                  <a:gd name="T38" fmla="*/ 0 w 10"/>
                  <a:gd name="T39" fmla="*/ 0 h 8"/>
                  <a:gd name="T40" fmla="*/ 0 w 10"/>
                  <a:gd name="T41" fmla="*/ 0 h 8"/>
                  <a:gd name="T42" fmla="*/ 0 w 10"/>
                  <a:gd name="T43" fmla="*/ 0 h 8"/>
                  <a:gd name="T44" fmla="*/ 2 w 10"/>
                  <a:gd name="T45" fmla="*/ 4 h 8"/>
                  <a:gd name="T46" fmla="*/ 2 w 10"/>
                  <a:gd name="T47" fmla="*/ 4 h 8"/>
                  <a:gd name="T48" fmla="*/ 2 w 10"/>
                  <a:gd name="T49" fmla="*/ 4 h 8"/>
                  <a:gd name="T50" fmla="*/ 2 w 10"/>
                  <a:gd name="T51" fmla="*/ 0 h 8"/>
                  <a:gd name="T52" fmla="*/ 2 w 10"/>
                  <a:gd name="T53" fmla="*/ 0 h 8"/>
                  <a:gd name="T54" fmla="*/ 2 w 10"/>
                  <a:gd name="T55" fmla="*/ 0 h 8"/>
                  <a:gd name="T56" fmla="*/ 2 w 10"/>
                  <a:gd name="T57" fmla="*/ 0 h 8"/>
                  <a:gd name="T58" fmla="*/ 0 w 10"/>
                  <a:gd name="T59" fmla="*/ 4 h 8"/>
                  <a:gd name="T60" fmla="*/ 0 w 10"/>
                  <a:gd name="T61" fmla="*/ 4 h 8"/>
                  <a:gd name="T62" fmla="*/ 0 w 10"/>
                  <a:gd name="T63" fmla="*/ 0 h 8"/>
                  <a:gd name="T64" fmla="*/ 0 w 10"/>
                  <a:gd name="T65" fmla="*/ 0 h 8"/>
                  <a:gd name="T66" fmla="*/ 0 w 10"/>
                  <a:gd name="T67" fmla="*/ 0 h 8"/>
                  <a:gd name="T68" fmla="*/ 2 w 10"/>
                  <a:gd name="T69" fmla="*/ 0 h 8"/>
                  <a:gd name="T70" fmla="*/ 2 w 10"/>
                  <a:gd name="T71" fmla="*/ 0 h 8"/>
                  <a:gd name="T72" fmla="*/ 2 w 10"/>
                  <a:gd name="T73" fmla="*/ 0 h 8"/>
                  <a:gd name="T74" fmla="*/ 2 w 10"/>
                  <a:gd name="T75" fmla="*/ 0 h 8"/>
                  <a:gd name="T76" fmla="*/ 2 w 10"/>
                  <a:gd name="T77" fmla="*/ 4 h 8"/>
                  <a:gd name="T78" fmla="*/ 2 w 10"/>
                  <a:gd name="T79" fmla="*/ 4 h 8"/>
                  <a:gd name="T80" fmla="*/ 2 w 10"/>
                  <a:gd name="T81" fmla="*/ 4 h 8"/>
                  <a:gd name="T82" fmla="*/ 2 w 10"/>
                  <a:gd name="T83" fmla="*/ 4 h 8"/>
                  <a:gd name="T84" fmla="*/ 2 w 10"/>
                  <a:gd name="T85" fmla="*/ 4 h 8"/>
                  <a:gd name="T86" fmla="*/ 2 w 10"/>
                  <a:gd name="T87" fmla="*/ 4 h 8"/>
                  <a:gd name="T88" fmla="*/ 2 w 10"/>
                  <a:gd name="T89" fmla="*/ 4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 h="8">
                    <a:moveTo>
                      <a:pt x="10" y="8"/>
                    </a:moveTo>
                    <a:lnTo>
                      <a:pt x="10" y="8"/>
                    </a:lnTo>
                    <a:lnTo>
                      <a:pt x="10" y="8"/>
                    </a:lnTo>
                    <a:lnTo>
                      <a:pt x="10" y="8"/>
                    </a:lnTo>
                    <a:lnTo>
                      <a:pt x="10" y="8"/>
                    </a:lnTo>
                    <a:lnTo>
                      <a:pt x="10" y="8"/>
                    </a:lnTo>
                    <a:lnTo>
                      <a:pt x="10" y="8"/>
                    </a:lnTo>
                    <a:close/>
                    <a:moveTo>
                      <a:pt x="0" y="0"/>
                    </a:move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lnTo>
                      <a:pt x="0" y="0"/>
                    </a:lnTo>
                    <a:close/>
                    <a:moveTo>
                      <a:pt x="2" y="4"/>
                    </a:moveTo>
                    <a:lnTo>
                      <a:pt x="2" y="4"/>
                    </a:lnTo>
                    <a:lnTo>
                      <a:pt x="2" y="4"/>
                    </a:lnTo>
                    <a:lnTo>
                      <a:pt x="2" y="0"/>
                    </a:lnTo>
                    <a:lnTo>
                      <a:pt x="2" y="0"/>
                    </a:lnTo>
                    <a:lnTo>
                      <a:pt x="2" y="0"/>
                    </a:lnTo>
                    <a:lnTo>
                      <a:pt x="2" y="0"/>
                    </a:lnTo>
                    <a:lnTo>
                      <a:pt x="0" y="4"/>
                    </a:lnTo>
                    <a:lnTo>
                      <a:pt x="0" y="4"/>
                    </a:lnTo>
                    <a:lnTo>
                      <a:pt x="0" y="0"/>
                    </a:lnTo>
                    <a:lnTo>
                      <a:pt x="0" y="0"/>
                    </a:lnTo>
                    <a:lnTo>
                      <a:pt x="0" y="0"/>
                    </a:lnTo>
                    <a:lnTo>
                      <a:pt x="2" y="0"/>
                    </a:lnTo>
                    <a:lnTo>
                      <a:pt x="2" y="0"/>
                    </a:lnTo>
                    <a:lnTo>
                      <a:pt x="2" y="0"/>
                    </a:lnTo>
                    <a:lnTo>
                      <a:pt x="2" y="0"/>
                    </a:lnTo>
                    <a:lnTo>
                      <a:pt x="2" y="4"/>
                    </a:lnTo>
                    <a:lnTo>
                      <a:pt x="2" y="4"/>
                    </a:lnTo>
                    <a:lnTo>
                      <a:pt x="2" y="4"/>
                    </a:lnTo>
                    <a:lnTo>
                      <a:pt x="2" y="4"/>
                    </a:lnTo>
                    <a:lnTo>
                      <a:pt x="2" y="4"/>
                    </a:lnTo>
                    <a:lnTo>
                      <a:pt x="2" y="4"/>
                    </a:lnTo>
                    <a:lnTo>
                      <a:pt x="2"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4" name="Freeform 178"/>
              <p:cNvSpPr>
                <a:spLocks noEditPoints="1"/>
              </p:cNvSpPr>
              <p:nvPr/>
            </p:nvSpPr>
            <p:spPr bwMode="gray">
              <a:xfrm>
                <a:off x="2991110" y="5173667"/>
                <a:ext cx="486994" cy="1120084"/>
              </a:xfrm>
              <a:custGeom>
                <a:avLst/>
                <a:gdLst>
                  <a:gd name="T0" fmla="*/ 28 w 280"/>
                  <a:gd name="T1" fmla="*/ 328 h 644"/>
                  <a:gd name="T2" fmla="*/ 38 w 280"/>
                  <a:gd name="T3" fmla="*/ 304 h 644"/>
                  <a:gd name="T4" fmla="*/ 38 w 280"/>
                  <a:gd name="T5" fmla="*/ 272 h 644"/>
                  <a:gd name="T6" fmla="*/ 46 w 280"/>
                  <a:gd name="T7" fmla="*/ 242 h 644"/>
                  <a:gd name="T8" fmla="*/ 54 w 280"/>
                  <a:gd name="T9" fmla="*/ 208 h 644"/>
                  <a:gd name="T10" fmla="*/ 42 w 280"/>
                  <a:gd name="T11" fmla="*/ 174 h 644"/>
                  <a:gd name="T12" fmla="*/ 54 w 280"/>
                  <a:gd name="T13" fmla="*/ 144 h 644"/>
                  <a:gd name="T14" fmla="*/ 60 w 280"/>
                  <a:gd name="T15" fmla="*/ 114 h 644"/>
                  <a:gd name="T16" fmla="*/ 72 w 280"/>
                  <a:gd name="T17" fmla="*/ 84 h 644"/>
                  <a:gd name="T18" fmla="*/ 76 w 280"/>
                  <a:gd name="T19" fmla="*/ 48 h 644"/>
                  <a:gd name="T20" fmla="*/ 90 w 280"/>
                  <a:gd name="T21" fmla="*/ 22 h 644"/>
                  <a:gd name="T22" fmla="*/ 106 w 280"/>
                  <a:gd name="T23" fmla="*/ 4 h 644"/>
                  <a:gd name="T24" fmla="*/ 130 w 280"/>
                  <a:gd name="T25" fmla="*/ 22 h 644"/>
                  <a:gd name="T26" fmla="*/ 156 w 280"/>
                  <a:gd name="T27" fmla="*/ 10 h 644"/>
                  <a:gd name="T28" fmla="*/ 176 w 280"/>
                  <a:gd name="T29" fmla="*/ 36 h 644"/>
                  <a:gd name="T30" fmla="*/ 208 w 280"/>
                  <a:gd name="T31" fmla="*/ 56 h 644"/>
                  <a:gd name="T32" fmla="*/ 220 w 280"/>
                  <a:gd name="T33" fmla="*/ 78 h 644"/>
                  <a:gd name="T34" fmla="*/ 224 w 280"/>
                  <a:gd name="T35" fmla="*/ 100 h 644"/>
                  <a:gd name="T36" fmla="*/ 254 w 280"/>
                  <a:gd name="T37" fmla="*/ 100 h 644"/>
                  <a:gd name="T38" fmla="*/ 272 w 280"/>
                  <a:gd name="T39" fmla="*/ 70 h 644"/>
                  <a:gd name="T40" fmla="*/ 276 w 280"/>
                  <a:gd name="T41" fmla="*/ 96 h 644"/>
                  <a:gd name="T42" fmla="*/ 250 w 280"/>
                  <a:gd name="T43" fmla="*/ 114 h 644"/>
                  <a:gd name="T44" fmla="*/ 238 w 280"/>
                  <a:gd name="T45" fmla="*/ 136 h 644"/>
                  <a:gd name="T46" fmla="*/ 220 w 280"/>
                  <a:gd name="T47" fmla="*/ 170 h 644"/>
                  <a:gd name="T48" fmla="*/ 216 w 280"/>
                  <a:gd name="T49" fmla="*/ 200 h 644"/>
                  <a:gd name="T50" fmla="*/ 216 w 280"/>
                  <a:gd name="T51" fmla="*/ 234 h 644"/>
                  <a:gd name="T52" fmla="*/ 230 w 280"/>
                  <a:gd name="T53" fmla="*/ 264 h 644"/>
                  <a:gd name="T54" fmla="*/ 228 w 280"/>
                  <a:gd name="T55" fmla="*/ 294 h 644"/>
                  <a:gd name="T56" fmla="*/ 194 w 280"/>
                  <a:gd name="T57" fmla="*/ 316 h 644"/>
                  <a:gd name="T58" fmla="*/ 156 w 280"/>
                  <a:gd name="T59" fmla="*/ 312 h 644"/>
                  <a:gd name="T60" fmla="*/ 160 w 280"/>
                  <a:gd name="T61" fmla="*/ 330 h 644"/>
                  <a:gd name="T62" fmla="*/ 152 w 280"/>
                  <a:gd name="T63" fmla="*/ 358 h 644"/>
                  <a:gd name="T64" fmla="*/ 122 w 280"/>
                  <a:gd name="T65" fmla="*/ 350 h 644"/>
                  <a:gd name="T66" fmla="*/ 126 w 280"/>
                  <a:gd name="T67" fmla="*/ 380 h 644"/>
                  <a:gd name="T68" fmla="*/ 142 w 280"/>
                  <a:gd name="T69" fmla="*/ 386 h 644"/>
                  <a:gd name="T70" fmla="*/ 126 w 280"/>
                  <a:gd name="T71" fmla="*/ 394 h 644"/>
                  <a:gd name="T72" fmla="*/ 120 w 280"/>
                  <a:gd name="T73" fmla="*/ 414 h 644"/>
                  <a:gd name="T74" fmla="*/ 98 w 280"/>
                  <a:gd name="T75" fmla="*/ 440 h 644"/>
                  <a:gd name="T76" fmla="*/ 86 w 280"/>
                  <a:gd name="T77" fmla="*/ 470 h 644"/>
                  <a:gd name="T78" fmla="*/ 108 w 280"/>
                  <a:gd name="T79" fmla="*/ 490 h 644"/>
                  <a:gd name="T80" fmla="*/ 90 w 280"/>
                  <a:gd name="T81" fmla="*/ 510 h 644"/>
                  <a:gd name="T82" fmla="*/ 82 w 280"/>
                  <a:gd name="T83" fmla="*/ 536 h 644"/>
                  <a:gd name="T84" fmla="*/ 76 w 280"/>
                  <a:gd name="T85" fmla="*/ 540 h 644"/>
                  <a:gd name="T86" fmla="*/ 64 w 280"/>
                  <a:gd name="T87" fmla="*/ 566 h 644"/>
                  <a:gd name="T88" fmla="*/ 72 w 280"/>
                  <a:gd name="T89" fmla="*/ 584 h 644"/>
                  <a:gd name="T90" fmla="*/ 34 w 280"/>
                  <a:gd name="T91" fmla="*/ 580 h 644"/>
                  <a:gd name="T92" fmla="*/ 16 w 280"/>
                  <a:gd name="T93" fmla="*/ 550 h 644"/>
                  <a:gd name="T94" fmla="*/ 0 w 280"/>
                  <a:gd name="T95" fmla="*/ 536 h 644"/>
                  <a:gd name="T96" fmla="*/ 16 w 280"/>
                  <a:gd name="T97" fmla="*/ 512 h 644"/>
                  <a:gd name="T98" fmla="*/ 20 w 280"/>
                  <a:gd name="T99" fmla="*/ 488 h 644"/>
                  <a:gd name="T100" fmla="*/ 28 w 280"/>
                  <a:gd name="T101" fmla="*/ 458 h 644"/>
                  <a:gd name="T102" fmla="*/ 24 w 280"/>
                  <a:gd name="T103" fmla="*/ 432 h 644"/>
                  <a:gd name="T104" fmla="*/ 24 w 280"/>
                  <a:gd name="T105" fmla="*/ 416 h 644"/>
                  <a:gd name="T106" fmla="*/ 20 w 280"/>
                  <a:gd name="T107" fmla="*/ 394 h 644"/>
                  <a:gd name="T108" fmla="*/ 24 w 280"/>
                  <a:gd name="T109" fmla="*/ 364 h 644"/>
                  <a:gd name="T110" fmla="*/ 72 w 280"/>
                  <a:gd name="T111" fmla="*/ 592 h 644"/>
                  <a:gd name="T112" fmla="*/ 80 w 280"/>
                  <a:gd name="T113" fmla="*/ 614 h 644"/>
                  <a:gd name="T114" fmla="*/ 108 w 280"/>
                  <a:gd name="T115" fmla="*/ 636 h 644"/>
                  <a:gd name="T116" fmla="*/ 94 w 280"/>
                  <a:gd name="T117" fmla="*/ 640 h 644"/>
                  <a:gd name="T118" fmla="*/ 72 w 280"/>
                  <a:gd name="T119" fmla="*/ 610 h 644"/>
                  <a:gd name="T120" fmla="*/ 126 w 280"/>
                  <a:gd name="T121" fmla="*/ 636 h 644"/>
                  <a:gd name="T122" fmla="*/ 126 w 280"/>
                  <a:gd name="T123" fmla="*/ 640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80" h="644">
                    <a:moveTo>
                      <a:pt x="24" y="358"/>
                    </a:moveTo>
                    <a:lnTo>
                      <a:pt x="24" y="354"/>
                    </a:lnTo>
                    <a:lnTo>
                      <a:pt x="24" y="350"/>
                    </a:lnTo>
                    <a:lnTo>
                      <a:pt x="24" y="346"/>
                    </a:lnTo>
                    <a:lnTo>
                      <a:pt x="28" y="346"/>
                    </a:lnTo>
                    <a:lnTo>
                      <a:pt x="28" y="342"/>
                    </a:lnTo>
                    <a:lnTo>
                      <a:pt x="24" y="342"/>
                    </a:lnTo>
                    <a:lnTo>
                      <a:pt x="28" y="338"/>
                    </a:lnTo>
                    <a:lnTo>
                      <a:pt x="28" y="334"/>
                    </a:lnTo>
                    <a:lnTo>
                      <a:pt x="28" y="330"/>
                    </a:lnTo>
                    <a:lnTo>
                      <a:pt x="28" y="328"/>
                    </a:lnTo>
                    <a:lnTo>
                      <a:pt x="28" y="330"/>
                    </a:lnTo>
                    <a:lnTo>
                      <a:pt x="30" y="330"/>
                    </a:lnTo>
                    <a:lnTo>
                      <a:pt x="30" y="328"/>
                    </a:lnTo>
                    <a:lnTo>
                      <a:pt x="30" y="324"/>
                    </a:lnTo>
                    <a:lnTo>
                      <a:pt x="30" y="320"/>
                    </a:lnTo>
                    <a:lnTo>
                      <a:pt x="30" y="316"/>
                    </a:lnTo>
                    <a:lnTo>
                      <a:pt x="34" y="316"/>
                    </a:lnTo>
                    <a:lnTo>
                      <a:pt x="34" y="312"/>
                    </a:lnTo>
                    <a:lnTo>
                      <a:pt x="38" y="312"/>
                    </a:lnTo>
                    <a:lnTo>
                      <a:pt x="38" y="308"/>
                    </a:lnTo>
                    <a:lnTo>
                      <a:pt x="38" y="304"/>
                    </a:lnTo>
                    <a:lnTo>
                      <a:pt x="38" y="302"/>
                    </a:lnTo>
                    <a:lnTo>
                      <a:pt x="34" y="298"/>
                    </a:lnTo>
                    <a:lnTo>
                      <a:pt x="34" y="294"/>
                    </a:lnTo>
                    <a:lnTo>
                      <a:pt x="34" y="290"/>
                    </a:lnTo>
                    <a:lnTo>
                      <a:pt x="34" y="286"/>
                    </a:lnTo>
                    <a:lnTo>
                      <a:pt x="34" y="282"/>
                    </a:lnTo>
                    <a:lnTo>
                      <a:pt x="34" y="278"/>
                    </a:lnTo>
                    <a:lnTo>
                      <a:pt x="34" y="274"/>
                    </a:lnTo>
                    <a:lnTo>
                      <a:pt x="34" y="272"/>
                    </a:lnTo>
                    <a:lnTo>
                      <a:pt x="38" y="268"/>
                    </a:lnTo>
                    <a:lnTo>
                      <a:pt x="38" y="272"/>
                    </a:lnTo>
                    <a:lnTo>
                      <a:pt x="42" y="268"/>
                    </a:lnTo>
                    <a:lnTo>
                      <a:pt x="42" y="264"/>
                    </a:lnTo>
                    <a:lnTo>
                      <a:pt x="46" y="264"/>
                    </a:lnTo>
                    <a:lnTo>
                      <a:pt x="46" y="260"/>
                    </a:lnTo>
                    <a:lnTo>
                      <a:pt x="46" y="256"/>
                    </a:lnTo>
                    <a:lnTo>
                      <a:pt x="46" y="252"/>
                    </a:lnTo>
                    <a:lnTo>
                      <a:pt x="46" y="248"/>
                    </a:lnTo>
                    <a:lnTo>
                      <a:pt x="42" y="248"/>
                    </a:lnTo>
                    <a:lnTo>
                      <a:pt x="42" y="246"/>
                    </a:lnTo>
                    <a:lnTo>
                      <a:pt x="46" y="246"/>
                    </a:lnTo>
                    <a:lnTo>
                      <a:pt x="46" y="242"/>
                    </a:lnTo>
                    <a:lnTo>
                      <a:pt x="46" y="238"/>
                    </a:lnTo>
                    <a:lnTo>
                      <a:pt x="46" y="234"/>
                    </a:lnTo>
                    <a:lnTo>
                      <a:pt x="50" y="234"/>
                    </a:lnTo>
                    <a:lnTo>
                      <a:pt x="50" y="230"/>
                    </a:lnTo>
                    <a:lnTo>
                      <a:pt x="50" y="226"/>
                    </a:lnTo>
                    <a:lnTo>
                      <a:pt x="54" y="226"/>
                    </a:lnTo>
                    <a:lnTo>
                      <a:pt x="54" y="222"/>
                    </a:lnTo>
                    <a:lnTo>
                      <a:pt x="54" y="218"/>
                    </a:lnTo>
                    <a:lnTo>
                      <a:pt x="54" y="216"/>
                    </a:lnTo>
                    <a:lnTo>
                      <a:pt x="54" y="212"/>
                    </a:lnTo>
                    <a:lnTo>
                      <a:pt x="54" y="208"/>
                    </a:lnTo>
                    <a:lnTo>
                      <a:pt x="50" y="208"/>
                    </a:lnTo>
                    <a:lnTo>
                      <a:pt x="50" y="204"/>
                    </a:lnTo>
                    <a:lnTo>
                      <a:pt x="50" y="200"/>
                    </a:lnTo>
                    <a:lnTo>
                      <a:pt x="50" y="196"/>
                    </a:lnTo>
                    <a:lnTo>
                      <a:pt x="50" y="192"/>
                    </a:lnTo>
                    <a:lnTo>
                      <a:pt x="46" y="192"/>
                    </a:lnTo>
                    <a:lnTo>
                      <a:pt x="46" y="190"/>
                    </a:lnTo>
                    <a:lnTo>
                      <a:pt x="46" y="186"/>
                    </a:lnTo>
                    <a:lnTo>
                      <a:pt x="46" y="182"/>
                    </a:lnTo>
                    <a:lnTo>
                      <a:pt x="42" y="178"/>
                    </a:lnTo>
                    <a:lnTo>
                      <a:pt x="42" y="174"/>
                    </a:lnTo>
                    <a:lnTo>
                      <a:pt x="42" y="170"/>
                    </a:lnTo>
                    <a:lnTo>
                      <a:pt x="46" y="170"/>
                    </a:lnTo>
                    <a:lnTo>
                      <a:pt x="46" y="166"/>
                    </a:lnTo>
                    <a:lnTo>
                      <a:pt x="46" y="162"/>
                    </a:lnTo>
                    <a:lnTo>
                      <a:pt x="46" y="160"/>
                    </a:lnTo>
                    <a:lnTo>
                      <a:pt x="50" y="160"/>
                    </a:lnTo>
                    <a:lnTo>
                      <a:pt x="50" y="156"/>
                    </a:lnTo>
                    <a:lnTo>
                      <a:pt x="54" y="156"/>
                    </a:lnTo>
                    <a:lnTo>
                      <a:pt x="54" y="152"/>
                    </a:lnTo>
                    <a:lnTo>
                      <a:pt x="54" y="148"/>
                    </a:lnTo>
                    <a:lnTo>
                      <a:pt x="54" y="144"/>
                    </a:lnTo>
                    <a:lnTo>
                      <a:pt x="50" y="140"/>
                    </a:lnTo>
                    <a:lnTo>
                      <a:pt x="54" y="140"/>
                    </a:lnTo>
                    <a:lnTo>
                      <a:pt x="50" y="140"/>
                    </a:lnTo>
                    <a:lnTo>
                      <a:pt x="50" y="136"/>
                    </a:lnTo>
                    <a:lnTo>
                      <a:pt x="54" y="134"/>
                    </a:lnTo>
                    <a:lnTo>
                      <a:pt x="54" y="130"/>
                    </a:lnTo>
                    <a:lnTo>
                      <a:pt x="54" y="126"/>
                    </a:lnTo>
                    <a:lnTo>
                      <a:pt x="54" y="122"/>
                    </a:lnTo>
                    <a:lnTo>
                      <a:pt x="56" y="122"/>
                    </a:lnTo>
                    <a:lnTo>
                      <a:pt x="56" y="118"/>
                    </a:lnTo>
                    <a:lnTo>
                      <a:pt x="60" y="114"/>
                    </a:lnTo>
                    <a:lnTo>
                      <a:pt x="60" y="110"/>
                    </a:lnTo>
                    <a:lnTo>
                      <a:pt x="64" y="110"/>
                    </a:lnTo>
                    <a:lnTo>
                      <a:pt x="64" y="106"/>
                    </a:lnTo>
                    <a:lnTo>
                      <a:pt x="64" y="104"/>
                    </a:lnTo>
                    <a:lnTo>
                      <a:pt x="68" y="100"/>
                    </a:lnTo>
                    <a:lnTo>
                      <a:pt x="68" y="96"/>
                    </a:lnTo>
                    <a:lnTo>
                      <a:pt x="72" y="96"/>
                    </a:lnTo>
                    <a:lnTo>
                      <a:pt x="76" y="96"/>
                    </a:lnTo>
                    <a:lnTo>
                      <a:pt x="76" y="92"/>
                    </a:lnTo>
                    <a:lnTo>
                      <a:pt x="72" y="88"/>
                    </a:lnTo>
                    <a:lnTo>
                      <a:pt x="72" y="84"/>
                    </a:lnTo>
                    <a:lnTo>
                      <a:pt x="72" y="82"/>
                    </a:lnTo>
                    <a:lnTo>
                      <a:pt x="72" y="78"/>
                    </a:lnTo>
                    <a:lnTo>
                      <a:pt x="72" y="74"/>
                    </a:lnTo>
                    <a:lnTo>
                      <a:pt x="72" y="70"/>
                    </a:lnTo>
                    <a:lnTo>
                      <a:pt x="72" y="66"/>
                    </a:lnTo>
                    <a:lnTo>
                      <a:pt x="72" y="64"/>
                    </a:lnTo>
                    <a:lnTo>
                      <a:pt x="76" y="60"/>
                    </a:lnTo>
                    <a:lnTo>
                      <a:pt x="72" y="56"/>
                    </a:lnTo>
                    <a:lnTo>
                      <a:pt x="72" y="52"/>
                    </a:lnTo>
                    <a:lnTo>
                      <a:pt x="72" y="48"/>
                    </a:lnTo>
                    <a:lnTo>
                      <a:pt x="76" y="48"/>
                    </a:lnTo>
                    <a:lnTo>
                      <a:pt x="80" y="44"/>
                    </a:lnTo>
                    <a:lnTo>
                      <a:pt x="82" y="44"/>
                    </a:lnTo>
                    <a:lnTo>
                      <a:pt x="86" y="44"/>
                    </a:lnTo>
                    <a:lnTo>
                      <a:pt x="86" y="40"/>
                    </a:lnTo>
                    <a:lnTo>
                      <a:pt x="90" y="36"/>
                    </a:lnTo>
                    <a:lnTo>
                      <a:pt x="90" y="34"/>
                    </a:lnTo>
                    <a:lnTo>
                      <a:pt x="90" y="30"/>
                    </a:lnTo>
                    <a:lnTo>
                      <a:pt x="90" y="26"/>
                    </a:lnTo>
                    <a:lnTo>
                      <a:pt x="94" y="26"/>
                    </a:lnTo>
                    <a:lnTo>
                      <a:pt x="94" y="22"/>
                    </a:lnTo>
                    <a:lnTo>
                      <a:pt x="90" y="22"/>
                    </a:lnTo>
                    <a:lnTo>
                      <a:pt x="90" y="18"/>
                    </a:lnTo>
                    <a:lnTo>
                      <a:pt x="94" y="18"/>
                    </a:lnTo>
                    <a:lnTo>
                      <a:pt x="94" y="14"/>
                    </a:lnTo>
                    <a:lnTo>
                      <a:pt x="98" y="14"/>
                    </a:lnTo>
                    <a:lnTo>
                      <a:pt x="98" y="10"/>
                    </a:lnTo>
                    <a:lnTo>
                      <a:pt x="98" y="6"/>
                    </a:lnTo>
                    <a:lnTo>
                      <a:pt x="102" y="6"/>
                    </a:lnTo>
                    <a:lnTo>
                      <a:pt x="102" y="4"/>
                    </a:lnTo>
                    <a:lnTo>
                      <a:pt x="106" y="4"/>
                    </a:lnTo>
                    <a:lnTo>
                      <a:pt x="106" y="0"/>
                    </a:lnTo>
                    <a:lnTo>
                      <a:pt x="106" y="4"/>
                    </a:lnTo>
                    <a:lnTo>
                      <a:pt x="108" y="4"/>
                    </a:lnTo>
                    <a:lnTo>
                      <a:pt x="108" y="6"/>
                    </a:lnTo>
                    <a:lnTo>
                      <a:pt x="112" y="6"/>
                    </a:lnTo>
                    <a:lnTo>
                      <a:pt x="120" y="6"/>
                    </a:lnTo>
                    <a:lnTo>
                      <a:pt x="122" y="6"/>
                    </a:lnTo>
                    <a:lnTo>
                      <a:pt x="126" y="6"/>
                    </a:lnTo>
                    <a:lnTo>
                      <a:pt x="126" y="10"/>
                    </a:lnTo>
                    <a:lnTo>
                      <a:pt x="126" y="14"/>
                    </a:lnTo>
                    <a:lnTo>
                      <a:pt x="126" y="18"/>
                    </a:lnTo>
                    <a:lnTo>
                      <a:pt x="130" y="18"/>
                    </a:lnTo>
                    <a:lnTo>
                      <a:pt x="130" y="22"/>
                    </a:lnTo>
                    <a:lnTo>
                      <a:pt x="130" y="18"/>
                    </a:lnTo>
                    <a:lnTo>
                      <a:pt x="130" y="14"/>
                    </a:lnTo>
                    <a:lnTo>
                      <a:pt x="134" y="10"/>
                    </a:lnTo>
                    <a:lnTo>
                      <a:pt x="134" y="6"/>
                    </a:lnTo>
                    <a:lnTo>
                      <a:pt x="138" y="6"/>
                    </a:lnTo>
                    <a:lnTo>
                      <a:pt x="142" y="6"/>
                    </a:lnTo>
                    <a:lnTo>
                      <a:pt x="146" y="6"/>
                    </a:lnTo>
                    <a:lnTo>
                      <a:pt x="150" y="6"/>
                    </a:lnTo>
                    <a:lnTo>
                      <a:pt x="152" y="6"/>
                    </a:lnTo>
                    <a:lnTo>
                      <a:pt x="152" y="10"/>
                    </a:lnTo>
                    <a:lnTo>
                      <a:pt x="156" y="10"/>
                    </a:lnTo>
                    <a:lnTo>
                      <a:pt x="156" y="14"/>
                    </a:lnTo>
                    <a:lnTo>
                      <a:pt x="160" y="14"/>
                    </a:lnTo>
                    <a:lnTo>
                      <a:pt x="160" y="18"/>
                    </a:lnTo>
                    <a:lnTo>
                      <a:pt x="164" y="22"/>
                    </a:lnTo>
                    <a:lnTo>
                      <a:pt x="164" y="26"/>
                    </a:lnTo>
                    <a:lnTo>
                      <a:pt x="168" y="26"/>
                    </a:lnTo>
                    <a:lnTo>
                      <a:pt x="168" y="30"/>
                    </a:lnTo>
                    <a:lnTo>
                      <a:pt x="172" y="30"/>
                    </a:lnTo>
                    <a:lnTo>
                      <a:pt x="172" y="34"/>
                    </a:lnTo>
                    <a:lnTo>
                      <a:pt x="176" y="34"/>
                    </a:lnTo>
                    <a:lnTo>
                      <a:pt x="176" y="36"/>
                    </a:lnTo>
                    <a:lnTo>
                      <a:pt x="178" y="36"/>
                    </a:lnTo>
                    <a:lnTo>
                      <a:pt x="182" y="36"/>
                    </a:lnTo>
                    <a:lnTo>
                      <a:pt x="182" y="40"/>
                    </a:lnTo>
                    <a:lnTo>
                      <a:pt x="186" y="40"/>
                    </a:lnTo>
                    <a:lnTo>
                      <a:pt x="190" y="40"/>
                    </a:lnTo>
                    <a:lnTo>
                      <a:pt x="198" y="44"/>
                    </a:lnTo>
                    <a:lnTo>
                      <a:pt x="198" y="48"/>
                    </a:lnTo>
                    <a:lnTo>
                      <a:pt x="202" y="48"/>
                    </a:lnTo>
                    <a:lnTo>
                      <a:pt x="202" y="52"/>
                    </a:lnTo>
                    <a:lnTo>
                      <a:pt x="204" y="52"/>
                    </a:lnTo>
                    <a:lnTo>
                      <a:pt x="208" y="56"/>
                    </a:lnTo>
                    <a:lnTo>
                      <a:pt x="212" y="56"/>
                    </a:lnTo>
                    <a:lnTo>
                      <a:pt x="216" y="60"/>
                    </a:lnTo>
                    <a:lnTo>
                      <a:pt x="220" y="60"/>
                    </a:lnTo>
                    <a:lnTo>
                      <a:pt x="224" y="64"/>
                    </a:lnTo>
                    <a:lnTo>
                      <a:pt x="224" y="66"/>
                    </a:lnTo>
                    <a:lnTo>
                      <a:pt x="228" y="66"/>
                    </a:lnTo>
                    <a:lnTo>
                      <a:pt x="228" y="70"/>
                    </a:lnTo>
                    <a:lnTo>
                      <a:pt x="224" y="70"/>
                    </a:lnTo>
                    <a:lnTo>
                      <a:pt x="224" y="74"/>
                    </a:lnTo>
                    <a:lnTo>
                      <a:pt x="220" y="74"/>
                    </a:lnTo>
                    <a:lnTo>
                      <a:pt x="220" y="78"/>
                    </a:lnTo>
                    <a:lnTo>
                      <a:pt x="216" y="82"/>
                    </a:lnTo>
                    <a:lnTo>
                      <a:pt x="216" y="84"/>
                    </a:lnTo>
                    <a:lnTo>
                      <a:pt x="216" y="88"/>
                    </a:lnTo>
                    <a:lnTo>
                      <a:pt x="216" y="92"/>
                    </a:lnTo>
                    <a:lnTo>
                      <a:pt x="212" y="92"/>
                    </a:lnTo>
                    <a:lnTo>
                      <a:pt x="212" y="96"/>
                    </a:lnTo>
                    <a:lnTo>
                      <a:pt x="208" y="96"/>
                    </a:lnTo>
                    <a:lnTo>
                      <a:pt x="212" y="100"/>
                    </a:lnTo>
                    <a:lnTo>
                      <a:pt x="216" y="100"/>
                    </a:lnTo>
                    <a:lnTo>
                      <a:pt x="220" y="100"/>
                    </a:lnTo>
                    <a:lnTo>
                      <a:pt x="224" y="100"/>
                    </a:lnTo>
                    <a:lnTo>
                      <a:pt x="228" y="104"/>
                    </a:lnTo>
                    <a:lnTo>
                      <a:pt x="230" y="104"/>
                    </a:lnTo>
                    <a:lnTo>
                      <a:pt x="234" y="104"/>
                    </a:lnTo>
                    <a:lnTo>
                      <a:pt x="238" y="104"/>
                    </a:lnTo>
                    <a:lnTo>
                      <a:pt x="242" y="104"/>
                    </a:lnTo>
                    <a:lnTo>
                      <a:pt x="242" y="100"/>
                    </a:lnTo>
                    <a:lnTo>
                      <a:pt x="246" y="100"/>
                    </a:lnTo>
                    <a:lnTo>
                      <a:pt x="250" y="100"/>
                    </a:lnTo>
                    <a:lnTo>
                      <a:pt x="250" y="104"/>
                    </a:lnTo>
                    <a:lnTo>
                      <a:pt x="254" y="104"/>
                    </a:lnTo>
                    <a:lnTo>
                      <a:pt x="254" y="100"/>
                    </a:lnTo>
                    <a:lnTo>
                      <a:pt x="254" y="96"/>
                    </a:lnTo>
                    <a:lnTo>
                      <a:pt x="258" y="92"/>
                    </a:lnTo>
                    <a:lnTo>
                      <a:pt x="260" y="92"/>
                    </a:lnTo>
                    <a:lnTo>
                      <a:pt x="260" y="88"/>
                    </a:lnTo>
                    <a:lnTo>
                      <a:pt x="264" y="88"/>
                    </a:lnTo>
                    <a:lnTo>
                      <a:pt x="264" y="84"/>
                    </a:lnTo>
                    <a:lnTo>
                      <a:pt x="268" y="82"/>
                    </a:lnTo>
                    <a:lnTo>
                      <a:pt x="268" y="78"/>
                    </a:lnTo>
                    <a:lnTo>
                      <a:pt x="268" y="74"/>
                    </a:lnTo>
                    <a:lnTo>
                      <a:pt x="268" y="70"/>
                    </a:lnTo>
                    <a:lnTo>
                      <a:pt x="272" y="70"/>
                    </a:lnTo>
                    <a:lnTo>
                      <a:pt x="272" y="66"/>
                    </a:lnTo>
                    <a:lnTo>
                      <a:pt x="276" y="66"/>
                    </a:lnTo>
                    <a:lnTo>
                      <a:pt x="280" y="70"/>
                    </a:lnTo>
                    <a:lnTo>
                      <a:pt x="280" y="74"/>
                    </a:lnTo>
                    <a:lnTo>
                      <a:pt x="280" y="78"/>
                    </a:lnTo>
                    <a:lnTo>
                      <a:pt x="280" y="82"/>
                    </a:lnTo>
                    <a:lnTo>
                      <a:pt x="280" y="84"/>
                    </a:lnTo>
                    <a:lnTo>
                      <a:pt x="280" y="88"/>
                    </a:lnTo>
                    <a:lnTo>
                      <a:pt x="280" y="92"/>
                    </a:lnTo>
                    <a:lnTo>
                      <a:pt x="280" y="96"/>
                    </a:lnTo>
                    <a:lnTo>
                      <a:pt x="276" y="96"/>
                    </a:lnTo>
                    <a:lnTo>
                      <a:pt x="276" y="100"/>
                    </a:lnTo>
                    <a:lnTo>
                      <a:pt x="272" y="100"/>
                    </a:lnTo>
                    <a:lnTo>
                      <a:pt x="272" y="104"/>
                    </a:lnTo>
                    <a:lnTo>
                      <a:pt x="268" y="104"/>
                    </a:lnTo>
                    <a:lnTo>
                      <a:pt x="264" y="104"/>
                    </a:lnTo>
                    <a:lnTo>
                      <a:pt x="264" y="106"/>
                    </a:lnTo>
                    <a:lnTo>
                      <a:pt x="260" y="110"/>
                    </a:lnTo>
                    <a:lnTo>
                      <a:pt x="258" y="110"/>
                    </a:lnTo>
                    <a:lnTo>
                      <a:pt x="258" y="114"/>
                    </a:lnTo>
                    <a:lnTo>
                      <a:pt x="254" y="114"/>
                    </a:lnTo>
                    <a:lnTo>
                      <a:pt x="250" y="114"/>
                    </a:lnTo>
                    <a:lnTo>
                      <a:pt x="250" y="118"/>
                    </a:lnTo>
                    <a:lnTo>
                      <a:pt x="254" y="118"/>
                    </a:lnTo>
                    <a:lnTo>
                      <a:pt x="250" y="118"/>
                    </a:lnTo>
                    <a:lnTo>
                      <a:pt x="250" y="122"/>
                    </a:lnTo>
                    <a:lnTo>
                      <a:pt x="246" y="122"/>
                    </a:lnTo>
                    <a:lnTo>
                      <a:pt x="246" y="126"/>
                    </a:lnTo>
                    <a:lnTo>
                      <a:pt x="242" y="126"/>
                    </a:lnTo>
                    <a:lnTo>
                      <a:pt x="242" y="130"/>
                    </a:lnTo>
                    <a:lnTo>
                      <a:pt x="242" y="134"/>
                    </a:lnTo>
                    <a:lnTo>
                      <a:pt x="238" y="134"/>
                    </a:lnTo>
                    <a:lnTo>
                      <a:pt x="238" y="136"/>
                    </a:lnTo>
                    <a:lnTo>
                      <a:pt x="234" y="140"/>
                    </a:lnTo>
                    <a:lnTo>
                      <a:pt x="234" y="144"/>
                    </a:lnTo>
                    <a:lnTo>
                      <a:pt x="230" y="144"/>
                    </a:lnTo>
                    <a:lnTo>
                      <a:pt x="228" y="148"/>
                    </a:lnTo>
                    <a:lnTo>
                      <a:pt x="228" y="152"/>
                    </a:lnTo>
                    <a:lnTo>
                      <a:pt x="224" y="152"/>
                    </a:lnTo>
                    <a:lnTo>
                      <a:pt x="224" y="156"/>
                    </a:lnTo>
                    <a:lnTo>
                      <a:pt x="220" y="160"/>
                    </a:lnTo>
                    <a:lnTo>
                      <a:pt x="224" y="162"/>
                    </a:lnTo>
                    <a:lnTo>
                      <a:pt x="220" y="166"/>
                    </a:lnTo>
                    <a:lnTo>
                      <a:pt x="220" y="170"/>
                    </a:lnTo>
                    <a:lnTo>
                      <a:pt x="220" y="174"/>
                    </a:lnTo>
                    <a:lnTo>
                      <a:pt x="220" y="178"/>
                    </a:lnTo>
                    <a:lnTo>
                      <a:pt x="220" y="182"/>
                    </a:lnTo>
                    <a:lnTo>
                      <a:pt x="216" y="182"/>
                    </a:lnTo>
                    <a:lnTo>
                      <a:pt x="216" y="186"/>
                    </a:lnTo>
                    <a:lnTo>
                      <a:pt x="216" y="190"/>
                    </a:lnTo>
                    <a:lnTo>
                      <a:pt x="220" y="190"/>
                    </a:lnTo>
                    <a:lnTo>
                      <a:pt x="220" y="192"/>
                    </a:lnTo>
                    <a:lnTo>
                      <a:pt x="216" y="192"/>
                    </a:lnTo>
                    <a:lnTo>
                      <a:pt x="216" y="196"/>
                    </a:lnTo>
                    <a:lnTo>
                      <a:pt x="216" y="200"/>
                    </a:lnTo>
                    <a:lnTo>
                      <a:pt x="216" y="204"/>
                    </a:lnTo>
                    <a:lnTo>
                      <a:pt x="212" y="204"/>
                    </a:lnTo>
                    <a:lnTo>
                      <a:pt x="212" y="208"/>
                    </a:lnTo>
                    <a:lnTo>
                      <a:pt x="212" y="212"/>
                    </a:lnTo>
                    <a:lnTo>
                      <a:pt x="212" y="216"/>
                    </a:lnTo>
                    <a:lnTo>
                      <a:pt x="212" y="218"/>
                    </a:lnTo>
                    <a:lnTo>
                      <a:pt x="212" y="222"/>
                    </a:lnTo>
                    <a:lnTo>
                      <a:pt x="212" y="226"/>
                    </a:lnTo>
                    <a:lnTo>
                      <a:pt x="212" y="230"/>
                    </a:lnTo>
                    <a:lnTo>
                      <a:pt x="212" y="234"/>
                    </a:lnTo>
                    <a:lnTo>
                      <a:pt x="216" y="234"/>
                    </a:lnTo>
                    <a:lnTo>
                      <a:pt x="216" y="238"/>
                    </a:lnTo>
                    <a:lnTo>
                      <a:pt x="220" y="238"/>
                    </a:lnTo>
                    <a:lnTo>
                      <a:pt x="224" y="238"/>
                    </a:lnTo>
                    <a:lnTo>
                      <a:pt x="228" y="242"/>
                    </a:lnTo>
                    <a:lnTo>
                      <a:pt x="228" y="246"/>
                    </a:lnTo>
                    <a:lnTo>
                      <a:pt x="230" y="246"/>
                    </a:lnTo>
                    <a:lnTo>
                      <a:pt x="230" y="248"/>
                    </a:lnTo>
                    <a:lnTo>
                      <a:pt x="230" y="252"/>
                    </a:lnTo>
                    <a:lnTo>
                      <a:pt x="228" y="256"/>
                    </a:lnTo>
                    <a:lnTo>
                      <a:pt x="228" y="260"/>
                    </a:lnTo>
                    <a:lnTo>
                      <a:pt x="230" y="264"/>
                    </a:lnTo>
                    <a:lnTo>
                      <a:pt x="230" y="268"/>
                    </a:lnTo>
                    <a:lnTo>
                      <a:pt x="234" y="268"/>
                    </a:lnTo>
                    <a:lnTo>
                      <a:pt x="238" y="268"/>
                    </a:lnTo>
                    <a:lnTo>
                      <a:pt x="238" y="272"/>
                    </a:lnTo>
                    <a:lnTo>
                      <a:pt x="238" y="274"/>
                    </a:lnTo>
                    <a:lnTo>
                      <a:pt x="238" y="278"/>
                    </a:lnTo>
                    <a:lnTo>
                      <a:pt x="234" y="282"/>
                    </a:lnTo>
                    <a:lnTo>
                      <a:pt x="234" y="286"/>
                    </a:lnTo>
                    <a:lnTo>
                      <a:pt x="230" y="286"/>
                    </a:lnTo>
                    <a:lnTo>
                      <a:pt x="230" y="290"/>
                    </a:lnTo>
                    <a:lnTo>
                      <a:pt x="228" y="294"/>
                    </a:lnTo>
                    <a:lnTo>
                      <a:pt x="228" y="298"/>
                    </a:lnTo>
                    <a:lnTo>
                      <a:pt x="228" y="302"/>
                    </a:lnTo>
                    <a:lnTo>
                      <a:pt x="224" y="302"/>
                    </a:lnTo>
                    <a:lnTo>
                      <a:pt x="224" y="304"/>
                    </a:lnTo>
                    <a:lnTo>
                      <a:pt x="216" y="304"/>
                    </a:lnTo>
                    <a:lnTo>
                      <a:pt x="216" y="308"/>
                    </a:lnTo>
                    <a:lnTo>
                      <a:pt x="208" y="308"/>
                    </a:lnTo>
                    <a:lnTo>
                      <a:pt x="204" y="312"/>
                    </a:lnTo>
                    <a:lnTo>
                      <a:pt x="202" y="312"/>
                    </a:lnTo>
                    <a:lnTo>
                      <a:pt x="198" y="312"/>
                    </a:lnTo>
                    <a:lnTo>
                      <a:pt x="194" y="316"/>
                    </a:lnTo>
                    <a:lnTo>
                      <a:pt x="190" y="316"/>
                    </a:lnTo>
                    <a:lnTo>
                      <a:pt x="186" y="316"/>
                    </a:lnTo>
                    <a:lnTo>
                      <a:pt x="182" y="316"/>
                    </a:lnTo>
                    <a:lnTo>
                      <a:pt x="178" y="316"/>
                    </a:lnTo>
                    <a:lnTo>
                      <a:pt x="176" y="316"/>
                    </a:lnTo>
                    <a:lnTo>
                      <a:pt x="172" y="316"/>
                    </a:lnTo>
                    <a:lnTo>
                      <a:pt x="168" y="316"/>
                    </a:lnTo>
                    <a:lnTo>
                      <a:pt x="164" y="316"/>
                    </a:lnTo>
                    <a:lnTo>
                      <a:pt x="160" y="316"/>
                    </a:lnTo>
                    <a:lnTo>
                      <a:pt x="160" y="312"/>
                    </a:lnTo>
                    <a:lnTo>
                      <a:pt x="156" y="312"/>
                    </a:lnTo>
                    <a:lnTo>
                      <a:pt x="156" y="316"/>
                    </a:lnTo>
                    <a:lnTo>
                      <a:pt x="160" y="316"/>
                    </a:lnTo>
                    <a:lnTo>
                      <a:pt x="160" y="320"/>
                    </a:lnTo>
                    <a:lnTo>
                      <a:pt x="156" y="320"/>
                    </a:lnTo>
                    <a:lnTo>
                      <a:pt x="156" y="324"/>
                    </a:lnTo>
                    <a:lnTo>
                      <a:pt x="160" y="324"/>
                    </a:lnTo>
                    <a:lnTo>
                      <a:pt x="164" y="324"/>
                    </a:lnTo>
                    <a:lnTo>
                      <a:pt x="164" y="328"/>
                    </a:lnTo>
                    <a:lnTo>
                      <a:pt x="160" y="324"/>
                    </a:lnTo>
                    <a:lnTo>
                      <a:pt x="160" y="328"/>
                    </a:lnTo>
                    <a:lnTo>
                      <a:pt x="160" y="330"/>
                    </a:lnTo>
                    <a:lnTo>
                      <a:pt x="160" y="334"/>
                    </a:lnTo>
                    <a:lnTo>
                      <a:pt x="156" y="338"/>
                    </a:lnTo>
                    <a:lnTo>
                      <a:pt x="156" y="342"/>
                    </a:lnTo>
                    <a:lnTo>
                      <a:pt x="156" y="346"/>
                    </a:lnTo>
                    <a:lnTo>
                      <a:pt x="160" y="346"/>
                    </a:lnTo>
                    <a:lnTo>
                      <a:pt x="160" y="350"/>
                    </a:lnTo>
                    <a:lnTo>
                      <a:pt x="156" y="350"/>
                    </a:lnTo>
                    <a:lnTo>
                      <a:pt x="160" y="350"/>
                    </a:lnTo>
                    <a:lnTo>
                      <a:pt x="160" y="354"/>
                    </a:lnTo>
                    <a:lnTo>
                      <a:pt x="156" y="354"/>
                    </a:lnTo>
                    <a:lnTo>
                      <a:pt x="152" y="358"/>
                    </a:lnTo>
                    <a:lnTo>
                      <a:pt x="150" y="358"/>
                    </a:lnTo>
                    <a:lnTo>
                      <a:pt x="150" y="360"/>
                    </a:lnTo>
                    <a:lnTo>
                      <a:pt x="146" y="360"/>
                    </a:lnTo>
                    <a:lnTo>
                      <a:pt x="142" y="360"/>
                    </a:lnTo>
                    <a:lnTo>
                      <a:pt x="138" y="360"/>
                    </a:lnTo>
                    <a:lnTo>
                      <a:pt x="138" y="358"/>
                    </a:lnTo>
                    <a:lnTo>
                      <a:pt x="134" y="358"/>
                    </a:lnTo>
                    <a:lnTo>
                      <a:pt x="130" y="358"/>
                    </a:lnTo>
                    <a:lnTo>
                      <a:pt x="126" y="354"/>
                    </a:lnTo>
                    <a:lnTo>
                      <a:pt x="122" y="354"/>
                    </a:lnTo>
                    <a:lnTo>
                      <a:pt x="122" y="350"/>
                    </a:lnTo>
                    <a:lnTo>
                      <a:pt x="120" y="350"/>
                    </a:lnTo>
                    <a:lnTo>
                      <a:pt x="120" y="354"/>
                    </a:lnTo>
                    <a:lnTo>
                      <a:pt x="120" y="358"/>
                    </a:lnTo>
                    <a:lnTo>
                      <a:pt x="120" y="360"/>
                    </a:lnTo>
                    <a:lnTo>
                      <a:pt x="120" y="364"/>
                    </a:lnTo>
                    <a:lnTo>
                      <a:pt x="120" y="368"/>
                    </a:lnTo>
                    <a:lnTo>
                      <a:pt x="120" y="372"/>
                    </a:lnTo>
                    <a:lnTo>
                      <a:pt x="120" y="376"/>
                    </a:lnTo>
                    <a:lnTo>
                      <a:pt x="120" y="380"/>
                    </a:lnTo>
                    <a:lnTo>
                      <a:pt x="122" y="380"/>
                    </a:lnTo>
                    <a:lnTo>
                      <a:pt x="126" y="380"/>
                    </a:lnTo>
                    <a:lnTo>
                      <a:pt x="126" y="384"/>
                    </a:lnTo>
                    <a:lnTo>
                      <a:pt x="134" y="384"/>
                    </a:lnTo>
                    <a:lnTo>
                      <a:pt x="134" y="380"/>
                    </a:lnTo>
                    <a:lnTo>
                      <a:pt x="130" y="380"/>
                    </a:lnTo>
                    <a:lnTo>
                      <a:pt x="134" y="380"/>
                    </a:lnTo>
                    <a:lnTo>
                      <a:pt x="138" y="380"/>
                    </a:lnTo>
                    <a:lnTo>
                      <a:pt x="138" y="376"/>
                    </a:lnTo>
                    <a:lnTo>
                      <a:pt x="138" y="380"/>
                    </a:lnTo>
                    <a:lnTo>
                      <a:pt x="142" y="380"/>
                    </a:lnTo>
                    <a:lnTo>
                      <a:pt x="142" y="384"/>
                    </a:lnTo>
                    <a:lnTo>
                      <a:pt x="142" y="386"/>
                    </a:lnTo>
                    <a:lnTo>
                      <a:pt x="142" y="390"/>
                    </a:lnTo>
                    <a:lnTo>
                      <a:pt x="138" y="390"/>
                    </a:lnTo>
                    <a:lnTo>
                      <a:pt x="134" y="394"/>
                    </a:lnTo>
                    <a:lnTo>
                      <a:pt x="130" y="390"/>
                    </a:lnTo>
                    <a:lnTo>
                      <a:pt x="130" y="386"/>
                    </a:lnTo>
                    <a:lnTo>
                      <a:pt x="126" y="386"/>
                    </a:lnTo>
                    <a:lnTo>
                      <a:pt x="122" y="386"/>
                    </a:lnTo>
                    <a:lnTo>
                      <a:pt x="120" y="390"/>
                    </a:lnTo>
                    <a:lnTo>
                      <a:pt x="122" y="390"/>
                    </a:lnTo>
                    <a:lnTo>
                      <a:pt x="122" y="394"/>
                    </a:lnTo>
                    <a:lnTo>
                      <a:pt x="126" y="394"/>
                    </a:lnTo>
                    <a:lnTo>
                      <a:pt x="130" y="394"/>
                    </a:lnTo>
                    <a:lnTo>
                      <a:pt x="130" y="398"/>
                    </a:lnTo>
                    <a:lnTo>
                      <a:pt x="126" y="398"/>
                    </a:lnTo>
                    <a:lnTo>
                      <a:pt x="122" y="398"/>
                    </a:lnTo>
                    <a:lnTo>
                      <a:pt x="122" y="402"/>
                    </a:lnTo>
                    <a:lnTo>
                      <a:pt x="120" y="402"/>
                    </a:lnTo>
                    <a:lnTo>
                      <a:pt x="120" y="406"/>
                    </a:lnTo>
                    <a:lnTo>
                      <a:pt x="116" y="406"/>
                    </a:lnTo>
                    <a:lnTo>
                      <a:pt x="116" y="410"/>
                    </a:lnTo>
                    <a:lnTo>
                      <a:pt x="116" y="414"/>
                    </a:lnTo>
                    <a:lnTo>
                      <a:pt x="120" y="414"/>
                    </a:lnTo>
                    <a:lnTo>
                      <a:pt x="116" y="416"/>
                    </a:lnTo>
                    <a:lnTo>
                      <a:pt x="116" y="420"/>
                    </a:lnTo>
                    <a:lnTo>
                      <a:pt x="116" y="424"/>
                    </a:lnTo>
                    <a:lnTo>
                      <a:pt x="112" y="428"/>
                    </a:lnTo>
                    <a:lnTo>
                      <a:pt x="112" y="432"/>
                    </a:lnTo>
                    <a:lnTo>
                      <a:pt x="112" y="436"/>
                    </a:lnTo>
                    <a:lnTo>
                      <a:pt x="108" y="436"/>
                    </a:lnTo>
                    <a:lnTo>
                      <a:pt x="106" y="436"/>
                    </a:lnTo>
                    <a:lnTo>
                      <a:pt x="102" y="436"/>
                    </a:lnTo>
                    <a:lnTo>
                      <a:pt x="102" y="440"/>
                    </a:lnTo>
                    <a:lnTo>
                      <a:pt x="98" y="440"/>
                    </a:lnTo>
                    <a:lnTo>
                      <a:pt x="94" y="440"/>
                    </a:lnTo>
                    <a:lnTo>
                      <a:pt x="94" y="442"/>
                    </a:lnTo>
                    <a:lnTo>
                      <a:pt x="90" y="442"/>
                    </a:lnTo>
                    <a:lnTo>
                      <a:pt x="90" y="446"/>
                    </a:lnTo>
                    <a:lnTo>
                      <a:pt x="86" y="446"/>
                    </a:lnTo>
                    <a:lnTo>
                      <a:pt x="86" y="450"/>
                    </a:lnTo>
                    <a:lnTo>
                      <a:pt x="86" y="454"/>
                    </a:lnTo>
                    <a:lnTo>
                      <a:pt x="82" y="458"/>
                    </a:lnTo>
                    <a:lnTo>
                      <a:pt x="86" y="462"/>
                    </a:lnTo>
                    <a:lnTo>
                      <a:pt x="86" y="466"/>
                    </a:lnTo>
                    <a:lnTo>
                      <a:pt x="86" y="470"/>
                    </a:lnTo>
                    <a:lnTo>
                      <a:pt x="90" y="470"/>
                    </a:lnTo>
                    <a:lnTo>
                      <a:pt x="94" y="472"/>
                    </a:lnTo>
                    <a:lnTo>
                      <a:pt x="94" y="476"/>
                    </a:lnTo>
                    <a:lnTo>
                      <a:pt x="98" y="476"/>
                    </a:lnTo>
                    <a:lnTo>
                      <a:pt x="102" y="476"/>
                    </a:lnTo>
                    <a:lnTo>
                      <a:pt x="106" y="476"/>
                    </a:lnTo>
                    <a:lnTo>
                      <a:pt x="108" y="476"/>
                    </a:lnTo>
                    <a:lnTo>
                      <a:pt x="108" y="480"/>
                    </a:lnTo>
                    <a:lnTo>
                      <a:pt x="112" y="484"/>
                    </a:lnTo>
                    <a:lnTo>
                      <a:pt x="108" y="488"/>
                    </a:lnTo>
                    <a:lnTo>
                      <a:pt x="108" y="490"/>
                    </a:lnTo>
                    <a:lnTo>
                      <a:pt x="106" y="490"/>
                    </a:lnTo>
                    <a:lnTo>
                      <a:pt x="108" y="490"/>
                    </a:lnTo>
                    <a:lnTo>
                      <a:pt x="108" y="494"/>
                    </a:lnTo>
                    <a:lnTo>
                      <a:pt x="108" y="498"/>
                    </a:lnTo>
                    <a:lnTo>
                      <a:pt x="106" y="498"/>
                    </a:lnTo>
                    <a:lnTo>
                      <a:pt x="102" y="502"/>
                    </a:lnTo>
                    <a:lnTo>
                      <a:pt x="98" y="502"/>
                    </a:lnTo>
                    <a:lnTo>
                      <a:pt x="98" y="506"/>
                    </a:lnTo>
                    <a:lnTo>
                      <a:pt x="94" y="506"/>
                    </a:lnTo>
                    <a:lnTo>
                      <a:pt x="94" y="510"/>
                    </a:lnTo>
                    <a:lnTo>
                      <a:pt x="90" y="510"/>
                    </a:lnTo>
                    <a:lnTo>
                      <a:pt x="90" y="512"/>
                    </a:lnTo>
                    <a:lnTo>
                      <a:pt x="86" y="512"/>
                    </a:lnTo>
                    <a:lnTo>
                      <a:pt x="86" y="516"/>
                    </a:lnTo>
                    <a:lnTo>
                      <a:pt x="82" y="516"/>
                    </a:lnTo>
                    <a:lnTo>
                      <a:pt x="82" y="520"/>
                    </a:lnTo>
                    <a:lnTo>
                      <a:pt x="82" y="524"/>
                    </a:lnTo>
                    <a:lnTo>
                      <a:pt x="82" y="520"/>
                    </a:lnTo>
                    <a:lnTo>
                      <a:pt x="82" y="524"/>
                    </a:lnTo>
                    <a:lnTo>
                      <a:pt x="82" y="528"/>
                    </a:lnTo>
                    <a:lnTo>
                      <a:pt x="82" y="532"/>
                    </a:lnTo>
                    <a:lnTo>
                      <a:pt x="82" y="536"/>
                    </a:lnTo>
                    <a:lnTo>
                      <a:pt x="80" y="536"/>
                    </a:lnTo>
                    <a:lnTo>
                      <a:pt x="80" y="540"/>
                    </a:lnTo>
                    <a:lnTo>
                      <a:pt x="76" y="540"/>
                    </a:lnTo>
                    <a:lnTo>
                      <a:pt x="72" y="540"/>
                    </a:lnTo>
                    <a:lnTo>
                      <a:pt x="72" y="536"/>
                    </a:lnTo>
                    <a:lnTo>
                      <a:pt x="68" y="536"/>
                    </a:lnTo>
                    <a:lnTo>
                      <a:pt x="64" y="536"/>
                    </a:lnTo>
                    <a:lnTo>
                      <a:pt x="68" y="536"/>
                    </a:lnTo>
                    <a:lnTo>
                      <a:pt x="72" y="536"/>
                    </a:lnTo>
                    <a:lnTo>
                      <a:pt x="72" y="540"/>
                    </a:lnTo>
                    <a:lnTo>
                      <a:pt x="76" y="540"/>
                    </a:lnTo>
                    <a:lnTo>
                      <a:pt x="72" y="540"/>
                    </a:lnTo>
                    <a:lnTo>
                      <a:pt x="72" y="542"/>
                    </a:lnTo>
                    <a:lnTo>
                      <a:pt x="68" y="542"/>
                    </a:lnTo>
                    <a:lnTo>
                      <a:pt x="64" y="542"/>
                    </a:lnTo>
                    <a:lnTo>
                      <a:pt x="64" y="546"/>
                    </a:lnTo>
                    <a:lnTo>
                      <a:pt x="64" y="550"/>
                    </a:lnTo>
                    <a:lnTo>
                      <a:pt x="64" y="554"/>
                    </a:lnTo>
                    <a:lnTo>
                      <a:pt x="60" y="558"/>
                    </a:lnTo>
                    <a:lnTo>
                      <a:pt x="64" y="558"/>
                    </a:lnTo>
                    <a:lnTo>
                      <a:pt x="64" y="562"/>
                    </a:lnTo>
                    <a:lnTo>
                      <a:pt x="64" y="566"/>
                    </a:lnTo>
                    <a:lnTo>
                      <a:pt x="64" y="568"/>
                    </a:lnTo>
                    <a:lnTo>
                      <a:pt x="60" y="568"/>
                    </a:lnTo>
                    <a:lnTo>
                      <a:pt x="56" y="568"/>
                    </a:lnTo>
                    <a:lnTo>
                      <a:pt x="60" y="568"/>
                    </a:lnTo>
                    <a:lnTo>
                      <a:pt x="64" y="568"/>
                    </a:lnTo>
                    <a:lnTo>
                      <a:pt x="64" y="572"/>
                    </a:lnTo>
                    <a:lnTo>
                      <a:pt x="68" y="572"/>
                    </a:lnTo>
                    <a:lnTo>
                      <a:pt x="68" y="576"/>
                    </a:lnTo>
                    <a:lnTo>
                      <a:pt x="68" y="580"/>
                    </a:lnTo>
                    <a:lnTo>
                      <a:pt x="72" y="580"/>
                    </a:lnTo>
                    <a:lnTo>
                      <a:pt x="72" y="584"/>
                    </a:lnTo>
                    <a:lnTo>
                      <a:pt x="72" y="588"/>
                    </a:lnTo>
                    <a:lnTo>
                      <a:pt x="72" y="584"/>
                    </a:lnTo>
                    <a:lnTo>
                      <a:pt x="68" y="584"/>
                    </a:lnTo>
                    <a:lnTo>
                      <a:pt x="64" y="584"/>
                    </a:lnTo>
                    <a:lnTo>
                      <a:pt x="60" y="580"/>
                    </a:lnTo>
                    <a:lnTo>
                      <a:pt x="56" y="580"/>
                    </a:lnTo>
                    <a:lnTo>
                      <a:pt x="54" y="580"/>
                    </a:lnTo>
                    <a:lnTo>
                      <a:pt x="50" y="580"/>
                    </a:lnTo>
                    <a:lnTo>
                      <a:pt x="46" y="580"/>
                    </a:lnTo>
                    <a:lnTo>
                      <a:pt x="42" y="580"/>
                    </a:lnTo>
                    <a:lnTo>
                      <a:pt x="34" y="580"/>
                    </a:lnTo>
                    <a:lnTo>
                      <a:pt x="28" y="580"/>
                    </a:lnTo>
                    <a:lnTo>
                      <a:pt x="24" y="576"/>
                    </a:lnTo>
                    <a:lnTo>
                      <a:pt x="20" y="572"/>
                    </a:lnTo>
                    <a:lnTo>
                      <a:pt x="16" y="568"/>
                    </a:lnTo>
                    <a:lnTo>
                      <a:pt x="20" y="566"/>
                    </a:lnTo>
                    <a:lnTo>
                      <a:pt x="20" y="562"/>
                    </a:lnTo>
                    <a:lnTo>
                      <a:pt x="16" y="562"/>
                    </a:lnTo>
                    <a:lnTo>
                      <a:pt x="16" y="558"/>
                    </a:lnTo>
                    <a:lnTo>
                      <a:pt x="20" y="558"/>
                    </a:lnTo>
                    <a:lnTo>
                      <a:pt x="20" y="554"/>
                    </a:lnTo>
                    <a:lnTo>
                      <a:pt x="16" y="550"/>
                    </a:lnTo>
                    <a:lnTo>
                      <a:pt x="20" y="550"/>
                    </a:lnTo>
                    <a:lnTo>
                      <a:pt x="16" y="550"/>
                    </a:lnTo>
                    <a:lnTo>
                      <a:pt x="12" y="550"/>
                    </a:lnTo>
                    <a:lnTo>
                      <a:pt x="8" y="550"/>
                    </a:lnTo>
                    <a:lnTo>
                      <a:pt x="8" y="554"/>
                    </a:lnTo>
                    <a:lnTo>
                      <a:pt x="4" y="554"/>
                    </a:lnTo>
                    <a:lnTo>
                      <a:pt x="4" y="550"/>
                    </a:lnTo>
                    <a:lnTo>
                      <a:pt x="4" y="546"/>
                    </a:lnTo>
                    <a:lnTo>
                      <a:pt x="4" y="542"/>
                    </a:lnTo>
                    <a:lnTo>
                      <a:pt x="0" y="540"/>
                    </a:lnTo>
                    <a:lnTo>
                      <a:pt x="0" y="536"/>
                    </a:lnTo>
                    <a:lnTo>
                      <a:pt x="0" y="532"/>
                    </a:lnTo>
                    <a:lnTo>
                      <a:pt x="0" y="528"/>
                    </a:lnTo>
                    <a:lnTo>
                      <a:pt x="0" y="524"/>
                    </a:lnTo>
                    <a:lnTo>
                      <a:pt x="0" y="520"/>
                    </a:lnTo>
                    <a:lnTo>
                      <a:pt x="4" y="520"/>
                    </a:lnTo>
                    <a:lnTo>
                      <a:pt x="8" y="520"/>
                    </a:lnTo>
                    <a:lnTo>
                      <a:pt x="4" y="520"/>
                    </a:lnTo>
                    <a:lnTo>
                      <a:pt x="8" y="516"/>
                    </a:lnTo>
                    <a:lnTo>
                      <a:pt x="8" y="512"/>
                    </a:lnTo>
                    <a:lnTo>
                      <a:pt x="12" y="512"/>
                    </a:lnTo>
                    <a:lnTo>
                      <a:pt x="16" y="512"/>
                    </a:lnTo>
                    <a:lnTo>
                      <a:pt x="16" y="510"/>
                    </a:lnTo>
                    <a:lnTo>
                      <a:pt x="16" y="506"/>
                    </a:lnTo>
                    <a:lnTo>
                      <a:pt x="12" y="506"/>
                    </a:lnTo>
                    <a:lnTo>
                      <a:pt x="16" y="506"/>
                    </a:lnTo>
                    <a:lnTo>
                      <a:pt x="16" y="502"/>
                    </a:lnTo>
                    <a:lnTo>
                      <a:pt x="20" y="502"/>
                    </a:lnTo>
                    <a:lnTo>
                      <a:pt x="20" y="498"/>
                    </a:lnTo>
                    <a:lnTo>
                      <a:pt x="16" y="494"/>
                    </a:lnTo>
                    <a:lnTo>
                      <a:pt x="16" y="490"/>
                    </a:lnTo>
                    <a:lnTo>
                      <a:pt x="16" y="488"/>
                    </a:lnTo>
                    <a:lnTo>
                      <a:pt x="20" y="488"/>
                    </a:lnTo>
                    <a:lnTo>
                      <a:pt x="16" y="484"/>
                    </a:lnTo>
                    <a:lnTo>
                      <a:pt x="20" y="484"/>
                    </a:lnTo>
                    <a:lnTo>
                      <a:pt x="24" y="480"/>
                    </a:lnTo>
                    <a:lnTo>
                      <a:pt x="24" y="476"/>
                    </a:lnTo>
                    <a:lnTo>
                      <a:pt x="24" y="472"/>
                    </a:lnTo>
                    <a:lnTo>
                      <a:pt x="28" y="470"/>
                    </a:lnTo>
                    <a:lnTo>
                      <a:pt x="28" y="466"/>
                    </a:lnTo>
                    <a:lnTo>
                      <a:pt x="28" y="462"/>
                    </a:lnTo>
                    <a:lnTo>
                      <a:pt x="28" y="458"/>
                    </a:lnTo>
                    <a:lnTo>
                      <a:pt x="24" y="458"/>
                    </a:lnTo>
                    <a:lnTo>
                      <a:pt x="28" y="458"/>
                    </a:lnTo>
                    <a:lnTo>
                      <a:pt x="28" y="454"/>
                    </a:lnTo>
                    <a:lnTo>
                      <a:pt x="28" y="450"/>
                    </a:lnTo>
                    <a:lnTo>
                      <a:pt x="28" y="446"/>
                    </a:lnTo>
                    <a:lnTo>
                      <a:pt x="30" y="442"/>
                    </a:lnTo>
                    <a:lnTo>
                      <a:pt x="30" y="440"/>
                    </a:lnTo>
                    <a:lnTo>
                      <a:pt x="30" y="436"/>
                    </a:lnTo>
                    <a:lnTo>
                      <a:pt x="28" y="436"/>
                    </a:lnTo>
                    <a:lnTo>
                      <a:pt x="24" y="436"/>
                    </a:lnTo>
                    <a:lnTo>
                      <a:pt x="24" y="432"/>
                    </a:lnTo>
                    <a:lnTo>
                      <a:pt x="20" y="432"/>
                    </a:lnTo>
                    <a:lnTo>
                      <a:pt x="24" y="432"/>
                    </a:lnTo>
                    <a:lnTo>
                      <a:pt x="28" y="432"/>
                    </a:lnTo>
                    <a:lnTo>
                      <a:pt x="30" y="432"/>
                    </a:lnTo>
                    <a:lnTo>
                      <a:pt x="34" y="432"/>
                    </a:lnTo>
                    <a:lnTo>
                      <a:pt x="34" y="428"/>
                    </a:lnTo>
                    <a:lnTo>
                      <a:pt x="34" y="424"/>
                    </a:lnTo>
                    <a:lnTo>
                      <a:pt x="30" y="424"/>
                    </a:lnTo>
                    <a:lnTo>
                      <a:pt x="28" y="424"/>
                    </a:lnTo>
                    <a:lnTo>
                      <a:pt x="24" y="424"/>
                    </a:lnTo>
                    <a:lnTo>
                      <a:pt x="24" y="420"/>
                    </a:lnTo>
                    <a:lnTo>
                      <a:pt x="28" y="420"/>
                    </a:lnTo>
                    <a:lnTo>
                      <a:pt x="24" y="416"/>
                    </a:lnTo>
                    <a:lnTo>
                      <a:pt x="28" y="416"/>
                    </a:lnTo>
                    <a:lnTo>
                      <a:pt x="28" y="414"/>
                    </a:lnTo>
                    <a:lnTo>
                      <a:pt x="28" y="410"/>
                    </a:lnTo>
                    <a:lnTo>
                      <a:pt x="28" y="406"/>
                    </a:lnTo>
                    <a:lnTo>
                      <a:pt x="24" y="406"/>
                    </a:lnTo>
                    <a:lnTo>
                      <a:pt x="24" y="402"/>
                    </a:lnTo>
                    <a:lnTo>
                      <a:pt x="28" y="402"/>
                    </a:lnTo>
                    <a:lnTo>
                      <a:pt x="28" y="398"/>
                    </a:lnTo>
                    <a:lnTo>
                      <a:pt x="24" y="398"/>
                    </a:lnTo>
                    <a:lnTo>
                      <a:pt x="20" y="398"/>
                    </a:lnTo>
                    <a:lnTo>
                      <a:pt x="20" y="394"/>
                    </a:lnTo>
                    <a:lnTo>
                      <a:pt x="20" y="390"/>
                    </a:lnTo>
                    <a:lnTo>
                      <a:pt x="20" y="386"/>
                    </a:lnTo>
                    <a:lnTo>
                      <a:pt x="24" y="384"/>
                    </a:lnTo>
                    <a:lnTo>
                      <a:pt x="20" y="384"/>
                    </a:lnTo>
                    <a:lnTo>
                      <a:pt x="24" y="380"/>
                    </a:lnTo>
                    <a:lnTo>
                      <a:pt x="28" y="380"/>
                    </a:lnTo>
                    <a:lnTo>
                      <a:pt x="28" y="376"/>
                    </a:lnTo>
                    <a:lnTo>
                      <a:pt x="28" y="372"/>
                    </a:lnTo>
                    <a:lnTo>
                      <a:pt x="24" y="372"/>
                    </a:lnTo>
                    <a:lnTo>
                      <a:pt x="24" y="368"/>
                    </a:lnTo>
                    <a:lnTo>
                      <a:pt x="24" y="364"/>
                    </a:lnTo>
                    <a:lnTo>
                      <a:pt x="24" y="360"/>
                    </a:lnTo>
                    <a:lnTo>
                      <a:pt x="24" y="358"/>
                    </a:lnTo>
                    <a:lnTo>
                      <a:pt x="24" y="358"/>
                    </a:lnTo>
                    <a:lnTo>
                      <a:pt x="24" y="358"/>
                    </a:lnTo>
                    <a:close/>
                    <a:moveTo>
                      <a:pt x="164" y="324"/>
                    </a:moveTo>
                    <a:lnTo>
                      <a:pt x="160" y="320"/>
                    </a:lnTo>
                    <a:lnTo>
                      <a:pt x="164" y="320"/>
                    </a:lnTo>
                    <a:lnTo>
                      <a:pt x="164" y="324"/>
                    </a:lnTo>
                    <a:lnTo>
                      <a:pt x="164" y="324"/>
                    </a:lnTo>
                    <a:lnTo>
                      <a:pt x="164" y="324"/>
                    </a:lnTo>
                    <a:close/>
                    <a:moveTo>
                      <a:pt x="72" y="592"/>
                    </a:moveTo>
                    <a:lnTo>
                      <a:pt x="72" y="596"/>
                    </a:lnTo>
                    <a:lnTo>
                      <a:pt x="76" y="598"/>
                    </a:lnTo>
                    <a:lnTo>
                      <a:pt x="76" y="602"/>
                    </a:lnTo>
                    <a:lnTo>
                      <a:pt x="76" y="598"/>
                    </a:lnTo>
                    <a:lnTo>
                      <a:pt x="72" y="598"/>
                    </a:lnTo>
                    <a:lnTo>
                      <a:pt x="72" y="602"/>
                    </a:lnTo>
                    <a:lnTo>
                      <a:pt x="72" y="606"/>
                    </a:lnTo>
                    <a:lnTo>
                      <a:pt x="76" y="606"/>
                    </a:lnTo>
                    <a:lnTo>
                      <a:pt x="80" y="606"/>
                    </a:lnTo>
                    <a:lnTo>
                      <a:pt x="80" y="610"/>
                    </a:lnTo>
                    <a:lnTo>
                      <a:pt x="80" y="614"/>
                    </a:lnTo>
                    <a:lnTo>
                      <a:pt x="82" y="614"/>
                    </a:lnTo>
                    <a:lnTo>
                      <a:pt x="82" y="618"/>
                    </a:lnTo>
                    <a:lnTo>
                      <a:pt x="86" y="618"/>
                    </a:lnTo>
                    <a:lnTo>
                      <a:pt x="86" y="622"/>
                    </a:lnTo>
                    <a:lnTo>
                      <a:pt x="90" y="622"/>
                    </a:lnTo>
                    <a:lnTo>
                      <a:pt x="94" y="626"/>
                    </a:lnTo>
                    <a:lnTo>
                      <a:pt x="98" y="626"/>
                    </a:lnTo>
                    <a:lnTo>
                      <a:pt x="98" y="628"/>
                    </a:lnTo>
                    <a:lnTo>
                      <a:pt x="102" y="632"/>
                    </a:lnTo>
                    <a:lnTo>
                      <a:pt x="106" y="632"/>
                    </a:lnTo>
                    <a:lnTo>
                      <a:pt x="108" y="636"/>
                    </a:lnTo>
                    <a:lnTo>
                      <a:pt x="112" y="636"/>
                    </a:lnTo>
                    <a:lnTo>
                      <a:pt x="116" y="636"/>
                    </a:lnTo>
                    <a:lnTo>
                      <a:pt x="120" y="636"/>
                    </a:lnTo>
                    <a:lnTo>
                      <a:pt x="116" y="640"/>
                    </a:lnTo>
                    <a:lnTo>
                      <a:pt x="112" y="640"/>
                    </a:lnTo>
                    <a:lnTo>
                      <a:pt x="108" y="640"/>
                    </a:lnTo>
                    <a:lnTo>
                      <a:pt x="106" y="644"/>
                    </a:lnTo>
                    <a:lnTo>
                      <a:pt x="102" y="644"/>
                    </a:lnTo>
                    <a:lnTo>
                      <a:pt x="98" y="644"/>
                    </a:lnTo>
                    <a:lnTo>
                      <a:pt x="98" y="640"/>
                    </a:lnTo>
                    <a:lnTo>
                      <a:pt x="94" y="640"/>
                    </a:lnTo>
                    <a:lnTo>
                      <a:pt x="90" y="640"/>
                    </a:lnTo>
                    <a:lnTo>
                      <a:pt x="86" y="640"/>
                    </a:lnTo>
                    <a:lnTo>
                      <a:pt x="82" y="640"/>
                    </a:lnTo>
                    <a:lnTo>
                      <a:pt x="80" y="640"/>
                    </a:lnTo>
                    <a:lnTo>
                      <a:pt x="76" y="640"/>
                    </a:lnTo>
                    <a:lnTo>
                      <a:pt x="72" y="640"/>
                    </a:lnTo>
                    <a:lnTo>
                      <a:pt x="72" y="632"/>
                    </a:lnTo>
                    <a:lnTo>
                      <a:pt x="72" y="628"/>
                    </a:lnTo>
                    <a:lnTo>
                      <a:pt x="72" y="622"/>
                    </a:lnTo>
                    <a:lnTo>
                      <a:pt x="72" y="618"/>
                    </a:lnTo>
                    <a:lnTo>
                      <a:pt x="72" y="610"/>
                    </a:lnTo>
                    <a:lnTo>
                      <a:pt x="72" y="606"/>
                    </a:lnTo>
                    <a:lnTo>
                      <a:pt x="72" y="602"/>
                    </a:lnTo>
                    <a:lnTo>
                      <a:pt x="72" y="596"/>
                    </a:lnTo>
                    <a:lnTo>
                      <a:pt x="72" y="592"/>
                    </a:lnTo>
                    <a:lnTo>
                      <a:pt x="72" y="592"/>
                    </a:lnTo>
                    <a:lnTo>
                      <a:pt x="72" y="592"/>
                    </a:lnTo>
                    <a:close/>
                    <a:moveTo>
                      <a:pt x="126" y="640"/>
                    </a:moveTo>
                    <a:lnTo>
                      <a:pt x="122" y="640"/>
                    </a:lnTo>
                    <a:lnTo>
                      <a:pt x="126" y="636"/>
                    </a:lnTo>
                    <a:lnTo>
                      <a:pt x="126" y="640"/>
                    </a:lnTo>
                    <a:lnTo>
                      <a:pt x="126" y="636"/>
                    </a:lnTo>
                    <a:lnTo>
                      <a:pt x="130" y="636"/>
                    </a:lnTo>
                    <a:lnTo>
                      <a:pt x="134" y="636"/>
                    </a:lnTo>
                    <a:lnTo>
                      <a:pt x="138" y="636"/>
                    </a:lnTo>
                    <a:lnTo>
                      <a:pt x="138" y="640"/>
                    </a:lnTo>
                    <a:lnTo>
                      <a:pt x="134" y="640"/>
                    </a:lnTo>
                    <a:lnTo>
                      <a:pt x="134" y="636"/>
                    </a:lnTo>
                    <a:lnTo>
                      <a:pt x="134" y="640"/>
                    </a:lnTo>
                    <a:lnTo>
                      <a:pt x="130" y="640"/>
                    </a:lnTo>
                    <a:lnTo>
                      <a:pt x="126" y="640"/>
                    </a:lnTo>
                    <a:lnTo>
                      <a:pt x="126" y="640"/>
                    </a:lnTo>
                    <a:lnTo>
                      <a:pt x="126" y="6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5" name="Freeform 179"/>
              <p:cNvSpPr>
                <a:spLocks/>
              </p:cNvSpPr>
              <p:nvPr/>
            </p:nvSpPr>
            <p:spPr bwMode="gray">
              <a:xfrm>
                <a:off x="3088509" y="4808421"/>
                <a:ext cx="299153" cy="403509"/>
              </a:xfrm>
              <a:custGeom>
                <a:avLst/>
                <a:gdLst>
                  <a:gd name="T0" fmla="*/ 104 w 172"/>
                  <a:gd name="T1" fmla="*/ 198 h 232"/>
                  <a:gd name="T2" fmla="*/ 96 w 172"/>
                  <a:gd name="T3" fmla="*/ 216 h 232"/>
                  <a:gd name="T4" fmla="*/ 90 w 172"/>
                  <a:gd name="T5" fmla="*/ 216 h 232"/>
                  <a:gd name="T6" fmla="*/ 78 w 172"/>
                  <a:gd name="T7" fmla="*/ 220 h 232"/>
                  <a:gd name="T8" fmla="*/ 74 w 172"/>
                  <a:gd name="T9" fmla="*/ 228 h 232"/>
                  <a:gd name="T10" fmla="*/ 70 w 172"/>
                  <a:gd name="T11" fmla="*/ 216 h 232"/>
                  <a:gd name="T12" fmla="*/ 52 w 172"/>
                  <a:gd name="T13" fmla="*/ 216 h 232"/>
                  <a:gd name="T14" fmla="*/ 50 w 172"/>
                  <a:gd name="T15" fmla="*/ 212 h 232"/>
                  <a:gd name="T16" fmla="*/ 42 w 172"/>
                  <a:gd name="T17" fmla="*/ 220 h 232"/>
                  <a:gd name="T18" fmla="*/ 34 w 172"/>
                  <a:gd name="T19" fmla="*/ 228 h 232"/>
                  <a:gd name="T20" fmla="*/ 26 w 172"/>
                  <a:gd name="T21" fmla="*/ 224 h 232"/>
                  <a:gd name="T22" fmla="*/ 24 w 172"/>
                  <a:gd name="T23" fmla="*/ 212 h 232"/>
                  <a:gd name="T24" fmla="*/ 16 w 172"/>
                  <a:gd name="T25" fmla="*/ 194 h 232"/>
                  <a:gd name="T26" fmla="*/ 12 w 172"/>
                  <a:gd name="T27" fmla="*/ 190 h 232"/>
                  <a:gd name="T28" fmla="*/ 16 w 172"/>
                  <a:gd name="T29" fmla="*/ 180 h 232"/>
                  <a:gd name="T30" fmla="*/ 16 w 172"/>
                  <a:gd name="T31" fmla="*/ 168 h 232"/>
                  <a:gd name="T32" fmla="*/ 8 w 172"/>
                  <a:gd name="T33" fmla="*/ 156 h 232"/>
                  <a:gd name="T34" fmla="*/ 4 w 172"/>
                  <a:gd name="T35" fmla="*/ 146 h 232"/>
                  <a:gd name="T36" fmla="*/ 0 w 172"/>
                  <a:gd name="T37" fmla="*/ 134 h 232"/>
                  <a:gd name="T38" fmla="*/ 4 w 172"/>
                  <a:gd name="T39" fmla="*/ 124 h 232"/>
                  <a:gd name="T40" fmla="*/ 12 w 172"/>
                  <a:gd name="T41" fmla="*/ 116 h 232"/>
                  <a:gd name="T42" fmla="*/ 4 w 172"/>
                  <a:gd name="T43" fmla="*/ 100 h 232"/>
                  <a:gd name="T44" fmla="*/ 4 w 172"/>
                  <a:gd name="T45" fmla="*/ 94 h 232"/>
                  <a:gd name="T46" fmla="*/ 8 w 172"/>
                  <a:gd name="T47" fmla="*/ 78 h 232"/>
                  <a:gd name="T48" fmla="*/ 8 w 172"/>
                  <a:gd name="T49" fmla="*/ 72 h 232"/>
                  <a:gd name="T50" fmla="*/ 8 w 172"/>
                  <a:gd name="T51" fmla="*/ 56 h 232"/>
                  <a:gd name="T52" fmla="*/ 12 w 172"/>
                  <a:gd name="T53" fmla="*/ 46 h 232"/>
                  <a:gd name="T54" fmla="*/ 4 w 172"/>
                  <a:gd name="T55" fmla="*/ 34 h 232"/>
                  <a:gd name="T56" fmla="*/ 4 w 172"/>
                  <a:gd name="T57" fmla="*/ 22 h 232"/>
                  <a:gd name="T58" fmla="*/ 16 w 172"/>
                  <a:gd name="T59" fmla="*/ 26 h 232"/>
                  <a:gd name="T60" fmla="*/ 24 w 172"/>
                  <a:gd name="T61" fmla="*/ 18 h 232"/>
                  <a:gd name="T62" fmla="*/ 26 w 172"/>
                  <a:gd name="T63" fmla="*/ 16 h 232"/>
                  <a:gd name="T64" fmla="*/ 38 w 172"/>
                  <a:gd name="T65" fmla="*/ 12 h 232"/>
                  <a:gd name="T66" fmla="*/ 50 w 172"/>
                  <a:gd name="T67" fmla="*/ 0 h 232"/>
                  <a:gd name="T68" fmla="*/ 56 w 172"/>
                  <a:gd name="T69" fmla="*/ 0 h 232"/>
                  <a:gd name="T70" fmla="*/ 60 w 172"/>
                  <a:gd name="T71" fmla="*/ 12 h 232"/>
                  <a:gd name="T72" fmla="*/ 60 w 172"/>
                  <a:gd name="T73" fmla="*/ 26 h 232"/>
                  <a:gd name="T74" fmla="*/ 64 w 172"/>
                  <a:gd name="T75" fmla="*/ 34 h 232"/>
                  <a:gd name="T76" fmla="*/ 70 w 172"/>
                  <a:gd name="T77" fmla="*/ 46 h 232"/>
                  <a:gd name="T78" fmla="*/ 86 w 172"/>
                  <a:gd name="T79" fmla="*/ 48 h 232"/>
                  <a:gd name="T80" fmla="*/ 94 w 172"/>
                  <a:gd name="T81" fmla="*/ 56 h 232"/>
                  <a:gd name="T82" fmla="*/ 104 w 172"/>
                  <a:gd name="T83" fmla="*/ 64 h 232"/>
                  <a:gd name="T84" fmla="*/ 116 w 172"/>
                  <a:gd name="T85" fmla="*/ 68 h 232"/>
                  <a:gd name="T86" fmla="*/ 130 w 172"/>
                  <a:gd name="T87" fmla="*/ 72 h 232"/>
                  <a:gd name="T88" fmla="*/ 130 w 172"/>
                  <a:gd name="T89" fmla="*/ 82 h 232"/>
                  <a:gd name="T90" fmla="*/ 126 w 172"/>
                  <a:gd name="T91" fmla="*/ 94 h 232"/>
                  <a:gd name="T92" fmla="*/ 134 w 172"/>
                  <a:gd name="T93" fmla="*/ 116 h 232"/>
                  <a:gd name="T94" fmla="*/ 160 w 172"/>
                  <a:gd name="T95" fmla="*/ 116 h 232"/>
                  <a:gd name="T96" fmla="*/ 156 w 172"/>
                  <a:gd name="T97" fmla="*/ 128 h 232"/>
                  <a:gd name="T98" fmla="*/ 164 w 172"/>
                  <a:gd name="T99" fmla="*/ 134 h 232"/>
                  <a:gd name="T100" fmla="*/ 172 w 172"/>
                  <a:gd name="T101" fmla="*/ 150 h 232"/>
                  <a:gd name="T102" fmla="*/ 164 w 172"/>
                  <a:gd name="T103" fmla="*/ 164 h 232"/>
                  <a:gd name="T104" fmla="*/ 164 w 172"/>
                  <a:gd name="T105" fmla="*/ 176 h 232"/>
                  <a:gd name="T106" fmla="*/ 160 w 172"/>
                  <a:gd name="T107" fmla="*/ 176 h 232"/>
                  <a:gd name="T108" fmla="*/ 142 w 172"/>
                  <a:gd name="T109" fmla="*/ 168 h 232"/>
                  <a:gd name="T110" fmla="*/ 126 w 172"/>
                  <a:gd name="T111" fmla="*/ 172 h 232"/>
                  <a:gd name="T112" fmla="*/ 112 w 172"/>
                  <a:gd name="T113" fmla="*/ 176 h 232"/>
                  <a:gd name="T114" fmla="*/ 104 w 172"/>
                  <a:gd name="T115" fmla="*/ 18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72" h="232">
                    <a:moveTo>
                      <a:pt x="104" y="186"/>
                    </a:moveTo>
                    <a:lnTo>
                      <a:pt x="104" y="190"/>
                    </a:lnTo>
                    <a:lnTo>
                      <a:pt x="104" y="194"/>
                    </a:lnTo>
                    <a:lnTo>
                      <a:pt x="104" y="198"/>
                    </a:lnTo>
                    <a:lnTo>
                      <a:pt x="100" y="206"/>
                    </a:lnTo>
                    <a:lnTo>
                      <a:pt x="100" y="210"/>
                    </a:lnTo>
                    <a:lnTo>
                      <a:pt x="100" y="212"/>
                    </a:lnTo>
                    <a:lnTo>
                      <a:pt x="96" y="216"/>
                    </a:lnTo>
                    <a:lnTo>
                      <a:pt x="96" y="220"/>
                    </a:lnTo>
                    <a:lnTo>
                      <a:pt x="96" y="216"/>
                    </a:lnTo>
                    <a:lnTo>
                      <a:pt x="94" y="216"/>
                    </a:lnTo>
                    <a:lnTo>
                      <a:pt x="90" y="216"/>
                    </a:lnTo>
                    <a:lnTo>
                      <a:pt x="86" y="216"/>
                    </a:lnTo>
                    <a:lnTo>
                      <a:pt x="82" y="216"/>
                    </a:lnTo>
                    <a:lnTo>
                      <a:pt x="78" y="216"/>
                    </a:lnTo>
                    <a:lnTo>
                      <a:pt x="78" y="220"/>
                    </a:lnTo>
                    <a:lnTo>
                      <a:pt x="74" y="224"/>
                    </a:lnTo>
                    <a:lnTo>
                      <a:pt x="74" y="228"/>
                    </a:lnTo>
                    <a:lnTo>
                      <a:pt x="74" y="232"/>
                    </a:lnTo>
                    <a:lnTo>
                      <a:pt x="74" y="228"/>
                    </a:lnTo>
                    <a:lnTo>
                      <a:pt x="70" y="228"/>
                    </a:lnTo>
                    <a:lnTo>
                      <a:pt x="70" y="224"/>
                    </a:lnTo>
                    <a:lnTo>
                      <a:pt x="70" y="220"/>
                    </a:lnTo>
                    <a:lnTo>
                      <a:pt x="70" y="216"/>
                    </a:lnTo>
                    <a:lnTo>
                      <a:pt x="66" y="216"/>
                    </a:lnTo>
                    <a:lnTo>
                      <a:pt x="64" y="216"/>
                    </a:lnTo>
                    <a:lnTo>
                      <a:pt x="56" y="216"/>
                    </a:lnTo>
                    <a:lnTo>
                      <a:pt x="52" y="216"/>
                    </a:lnTo>
                    <a:lnTo>
                      <a:pt x="52" y="212"/>
                    </a:lnTo>
                    <a:lnTo>
                      <a:pt x="50" y="212"/>
                    </a:lnTo>
                    <a:lnTo>
                      <a:pt x="50" y="210"/>
                    </a:lnTo>
                    <a:lnTo>
                      <a:pt x="50" y="212"/>
                    </a:lnTo>
                    <a:lnTo>
                      <a:pt x="46" y="212"/>
                    </a:lnTo>
                    <a:lnTo>
                      <a:pt x="46" y="216"/>
                    </a:lnTo>
                    <a:lnTo>
                      <a:pt x="42" y="216"/>
                    </a:lnTo>
                    <a:lnTo>
                      <a:pt x="42" y="220"/>
                    </a:lnTo>
                    <a:lnTo>
                      <a:pt x="42" y="224"/>
                    </a:lnTo>
                    <a:lnTo>
                      <a:pt x="38" y="224"/>
                    </a:lnTo>
                    <a:lnTo>
                      <a:pt x="38" y="228"/>
                    </a:lnTo>
                    <a:lnTo>
                      <a:pt x="34" y="228"/>
                    </a:lnTo>
                    <a:lnTo>
                      <a:pt x="30" y="232"/>
                    </a:lnTo>
                    <a:lnTo>
                      <a:pt x="26" y="232"/>
                    </a:lnTo>
                    <a:lnTo>
                      <a:pt x="24" y="228"/>
                    </a:lnTo>
                    <a:lnTo>
                      <a:pt x="26" y="224"/>
                    </a:lnTo>
                    <a:lnTo>
                      <a:pt x="24" y="224"/>
                    </a:lnTo>
                    <a:lnTo>
                      <a:pt x="24" y="220"/>
                    </a:lnTo>
                    <a:lnTo>
                      <a:pt x="24" y="216"/>
                    </a:lnTo>
                    <a:lnTo>
                      <a:pt x="24" y="212"/>
                    </a:lnTo>
                    <a:lnTo>
                      <a:pt x="24" y="210"/>
                    </a:lnTo>
                    <a:lnTo>
                      <a:pt x="20" y="210"/>
                    </a:lnTo>
                    <a:lnTo>
                      <a:pt x="20" y="202"/>
                    </a:lnTo>
                    <a:lnTo>
                      <a:pt x="16" y="194"/>
                    </a:lnTo>
                    <a:lnTo>
                      <a:pt x="16" y="198"/>
                    </a:lnTo>
                    <a:lnTo>
                      <a:pt x="16" y="194"/>
                    </a:lnTo>
                    <a:lnTo>
                      <a:pt x="16" y="190"/>
                    </a:lnTo>
                    <a:lnTo>
                      <a:pt x="12" y="190"/>
                    </a:lnTo>
                    <a:lnTo>
                      <a:pt x="12" y="186"/>
                    </a:lnTo>
                    <a:lnTo>
                      <a:pt x="12" y="184"/>
                    </a:lnTo>
                    <a:lnTo>
                      <a:pt x="12" y="180"/>
                    </a:lnTo>
                    <a:lnTo>
                      <a:pt x="16" y="180"/>
                    </a:lnTo>
                    <a:lnTo>
                      <a:pt x="16" y="176"/>
                    </a:lnTo>
                    <a:lnTo>
                      <a:pt x="12" y="176"/>
                    </a:lnTo>
                    <a:lnTo>
                      <a:pt x="16" y="172"/>
                    </a:lnTo>
                    <a:lnTo>
                      <a:pt x="16" y="168"/>
                    </a:lnTo>
                    <a:lnTo>
                      <a:pt x="12" y="168"/>
                    </a:lnTo>
                    <a:lnTo>
                      <a:pt x="12" y="164"/>
                    </a:lnTo>
                    <a:lnTo>
                      <a:pt x="8" y="160"/>
                    </a:lnTo>
                    <a:lnTo>
                      <a:pt x="8" y="156"/>
                    </a:lnTo>
                    <a:lnTo>
                      <a:pt x="8" y="154"/>
                    </a:lnTo>
                    <a:lnTo>
                      <a:pt x="8" y="150"/>
                    </a:lnTo>
                    <a:lnTo>
                      <a:pt x="8" y="146"/>
                    </a:lnTo>
                    <a:lnTo>
                      <a:pt x="4" y="146"/>
                    </a:lnTo>
                    <a:lnTo>
                      <a:pt x="4" y="142"/>
                    </a:lnTo>
                    <a:lnTo>
                      <a:pt x="4" y="138"/>
                    </a:lnTo>
                    <a:lnTo>
                      <a:pt x="0" y="138"/>
                    </a:lnTo>
                    <a:lnTo>
                      <a:pt x="0" y="134"/>
                    </a:lnTo>
                    <a:lnTo>
                      <a:pt x="0" y="130"/>
                    </a:lnTo>
                    <a:lnTo>
                      <a:pt x="0" y="128"/>
                    </a:lnTo>
                    <a:lnTo>
                      <a:pt x="4" y="128"/>
                    </a:lnTo>
                    <a:lnTo>
                      <a:pt x="4" y="124"/>
                    </a:lnTo>
                    <a:lnTo>
                      <a:pt x="8" y="124"/>
                    </a:lnTo>
                    <a:lnTo>
                      <a:pt x="8" y="120"/>
                    </a:lnTo>
                    <a:lnTo>
                      <a:pt x="8" y="116"/>
                    </a:lnTo>
                    <a:lnTo>
                      <a:pt x="12" y="116"/>
                    </a:lnTo>
                    <a:lnTo>
                      <a:pt x="8" y="112"/>
                    </a:lnTo>
                    <a:lnTo>
                      <a:pt x="4" y="112"/>
                    </a:lnTo>
                    <a:lnTo>
                      <a:pt x="4" y="104"/>
                    </a:lnTo>
                    <a:lnTo>
                      <a:pt x="4" y="100"/>
                    </a:lnTo>
                    <a:lnTo>
                      <a:pt x="4" y="98"/>
                    </a:lnTo>
                    <a:lnTo>
                      <a:pt x="8" y="98"/>
                    </a:lnTo>
                    <a:lnTo>
                      <a:pt x="8" y="94"/>
                    </a:lnTo>
                    <a:lnTo>
                      <a:pt x="4" y="94"/>
                    </a:lnTo>
                    <a:lnTo>
                      <a:pt x="4" y="90"/>
                    </a:lnTo>
                    <a:lnTo>
                      <a:pt x="4" y="86"/>
                    </a:lnTo>
                    <a:lnTo>
                      <a:pt x="8" y="82"/>
                    </a:lnTo>
                    <a:lnTo>
                      <a:pt x="8" y="78"/>
                    </a:lnTo>
                    <a:lnTo>
                      <a:pt x="12" y="78"/>
                    </a:lnTo>
                    <a:lnTo>
                      <a:pt x="12" y="74"/>
                    </a:lnTo>
                    <a:lnTo>
                      <a:pt x="8" y="74"/>
                    </a:lnTo>
                    <a:lnTo>
                      <a:pt x="8" y="72"/>
                    </a:lnTo>
                    <a:lnTo>
                      <a:pt x="8" y="68"/>
                    </a:lnTo>
                    <a:lnTo>
                      <a:pt x="8" y="64"/>
                    </a:lnTo>
                    <a:lnTo>
                      <a:pt x="8" y="60"/>
                    </a:lnTo>
                    <a:lnTo>
                      <a:pt x="8" y="56"/>
                    </a:lnTo>
                    <a:lnTo>
                      <a:pt x="8" y="52"/>
                    </a:lnTo>
                    <a:lnTo>
                      <a:pt x="12" y="52"/>
                    </a:lnTo>
                    <a:lnTo>
                      <a:pt x="12" y="48"/>
                    </a:lnTo>
                    <a:lnTo>
                      <a:pt x="12" y="46"/>
                    </a:lnTo>
                    <a:lnTo>
                      <a:pt x="12" y="42"/>
                    </a:lnTo>
                    <a:lnTo>
                      <a:pt x="8" y="42"/>
                    </a:lnTo>
                    <a:lnTo>
                      <a:pt x="8" y="38"/>
                    </a:lnTo>
                    <a:lnTo>
                      <a:pt x="4" y="34"/>
                    </a:lnTo>
                    <a:lnTo>
                      <a:pt x="4" y="30"/>
                    </a:lnTo>
                    <a:lnTo>
                      <a:pt x="4" y="26"/>
                    </a:lnTo>
                    <a:lnTo>
                      <a:pt x="0" y="22"/>
                    </a:lnTo>
                    <a:lnTo>
                      <a:pt x="4" y="22"/>
                    </a:lnTo>
                    <a:lnTo>
                      <a:pt x="8" y="22"/>
                    </a:lnTo>
                    <a:lnTo>
                      <a:pt x="12" y="22"/>
                    </a:lnTo>
                    <a:lnTo>
                      <a:pt x="12" y="26"/>
                    </a:lnTo>
                    <a:lnTo>
                      <a:pt x="16" y="26"/>
                    </a:lnTo>
                    <a:lnTo>
                      <a:pt x="16" y="22"/>
                    </a:lnTo>
                    <a:lnTo>
                      <a:pt x="20" y="22"/>
                    </a:lnTo>
                    <a:lnTo>
                      <a:pt x="20" y="18"/>
                    </a:lnTo>
                    <a:lnTo>
                      <a:pt x="24" y="18"/>
                    </a:lnTo>
                    <a:lnTo>
                      <a:pt x="24" y="16"/>
                    </a:lnTo>
                    <a:lnTo>
                      <a:pt x="26" y="16"/>
                    </a:lnTo>
                    <a:lnTo>
                      <a:pt x="26" y="18"/>
                    </a:lnTo>
                    <a:lnTo>
                      <a:pt x="26" y="16"/>
                    </a:lnTo>
                    <a:lnTo>
                      <a:pt x="30" y="16"/>
                    </a:lnTo>
                    <a:lnTo>
                      <a:pt x="30" y="12"/>
                    </a:lnTo>
                    <a:lnTo>
                      <a:pt x="34" y="12"/>
                    </a:lnTo>
                    <a:lnTo>
                      <a:pt x="38" y="12"/>
                    </a:lnTo>
                    <a:lnTo>
                      <a:pt x="38" y="8"/>
                    </a:lnTo>
                    <a:lnTo>
                      <a:pt x="42" y="4"/>
                    </a:lnTo>
                    <a:lnTo>
                      <a:pt x="46" y="4"/>
                    </a:lnTo>
                    <a:lnTo>
                      <a:pt x="50" y="0"/>
                    </a:lnTo>
                    <a:lnTo>
                      <a:pt x="52" y="0"/>
                    </a:lnTo>
                    <a:lnTo>
                      <a:pt x="56" y="0"/>
                    </a:lnTo>
                    <a:lnTo>
                      <a:pt x="56" y="4"/>
                    </a:lnTo>
                    <a:lnTo>
                      <a:pt x="56" y="0"/>
                    </a:lnTo>
                    <a:lnTo>
                      <a:pt x="60" y="0"/>
                    </a:lnTo>
                    <a:lnTo>
                      <a:pt x="60" y="4"/>
                    </a:lnTo>
                    <a:lnTo>
                      <a:pt x="60" y="8"/>
                    </a:lnTo>
                    <a:lnTo>
                      <a:pt x="60" y="12"/>
                    </a:lnTo>
                    <a:lnTo>
                      <a:pt x="60" y="16"/>
                    </a:lnTo>
                    <a:lnTo>
                      <a:pt x="60" y="18"/>
                    </a:lnTo>
                    <a:lnTo>
                      <a:pt x="60" y="22"/>
                    </a:lnTo>
                    <a:lnTo>
                      <a:pt x="60" y="26"/>
                    </a:lnTo>
                    <a:lnTo>
                      <a:pt x="60" y="30"/>
                    </a:lnTo>
                    <a:lnTo>
                      <a:pt x="64" y="34"/>
                    </a:lnTo>
                    <a:lnTo>
                      <a:pt x="64" y="38"/>
                    </a:lnTo>
                    <a:lnTo>
                      <a:pt x="64" y="34"/>
                    </a:lnTo>
                    <a:lnTo>
                      <a:pt x="64" y="38"/>
                    </a:lnTo>
                    <a:lnTo>
                      <a:pt x="64" y="42"/>
                    </a:lnTo>
                    <a:lnTo>
                      <a:pt x="66" y="42"/>
                    </a:lnTo>
                    <a:lnTo>
                      <a:pt x="70" y="46"/>
                    </a:lnTo>
                    <a:lnTo>
                      <a:pt x="74" y="48"/>
                    </a:lnTo>
                    <a:lnTo>
                      <a:pt x="78" y="48"/>
                    </a:lnTo>
                    <a:lnTo>
                      <a:pt x="82" y="48"/>
                    </a:lnTo>
                    <a:lnTo>
                      <a:pt x="86" y="48"/>
                    </a:lnTo>
                    <a:lnTo>
                      <a:pt x="86" y="52"/>
                    </a:lnTo>
                    <a:lnTo>
                      <a:pt x="90" y="52"/>
                    </a:lnTo>
                    <a:lnTo>
                      <a:pt x="94" y="52"/>
                    </a:lnTo>
                    <a:lnTo>
                      <a:pt x="94" y="56"/>
                    </a:lnTo>
                    <a:lnTo>
                      <a:pt x="96" y="56"/>
                    </a:lnTo>
                    <a:lnTo>
                      <a:pt x="100" y="60"/>
                    </a:lnTo>
                    <a:lnTo>
                      <a:pt x="104" y="60"/>
                    </a:lnTo>
                    <a:lnTo>
                      <a:pt x="104" y="64"/>
                    </a:lnTo>
                    <a:lnTo>
                      <a:pt x="108" y="64"/>
                    </a:lnTo>
                    <a:lnTo>
                      <a:pt x="108" y="68"/>
                    </a:lnTo>
                    <a:lnTo>
                      <a:pt x="112" y="68"/>
                    </a:lnTo>
                    <a:lnTo>
                      <a:pt x="116" y="68"/>
                    </a:lnTo>
                    <a:lnTo>
                      <a:pt x="120" y="68"/>
                    </a:lnTo>
                    <a:lnTo>
                      <a:pt x="122" y="68"/>
                    </a:lnTo>
                    <a:lnTo>
                      <a:pt x="126" y="72"/>
                    </a:lnTo>
                    <a:lnTo>
                      <a:pt x="130" y="72"/>
                    </a:lnTo>
                    <a:lnTo>
                      <a:pt x="130" y="74"/>
                    </a:lnTo>
                    <a:lnTo>
                      <a:pt x="126" y="78"/>
                    </a:lnTo>
                    <a:lnTo>
                      <a:pt x="130" y="78"/>
                    </a:lnTo>
                    <a:lnTo>
                      <a:pt x="130" y="82"/>
                    </a:lnTo>
                    <a:lnTo>
                      <a:pt x="130" y="86"/>
                    </a:lnTo>
                    <a:lnTo>
                      <a:pt x="130" y="90"/>
                    </a:lnTo>
                    <a:lnTo>
                      <a:pt x="130" y="94"/>
                    </a:lnTo>
                    <a:lnTo>
                      <a:pt x="126" y="94"/>
                    </a:lnTo>
                    <a:lnTo>
                      <a:pt x="130" y="98"/>
                    </a:lnTo>
                    <a:lnTo>
                      <a:pt x="130" y="100"/>
                    </a:lnTo>
                    <a:lnTo>
                      <a:pt x="134" y="108"/>
                    </a:lnTo>
                    <a:lnTo>
                      <a:pt x="134" y="116"/>
                    </a:lnTo>
                    <a:lnTo>
                      <a:pt x="142" y="116"/>
                    </a:lnTo>
                    <a:lnTo>
                      <a:pt x="150" y="116"/>
                    </a:lnTo>
                    <a:lnTo>
                      <a:pt x="156" y="116"/>
                    </a:lnTo>
                    <a:lnTo>
                      <a:pt x="160" y="116"/>
                    </a:lnTo>
                    <a:lnTo>
                      <a:pt x="160" y="120"/>
                    </a:lnTo>
                    <a:lnTo>
                      <a:pt x="156" y="120"/>
                    </a:lnTo>
                    <a:lnTo>
                      <a:pt x="156" y="124"/>
                    </a:lnTo>
                    <a:lnTo>
                      <a:pt x="156" y="128"/>
                    </a:lnTo>
                    <a:lnTo>
                      <a:pt x="156" y="130"/>
                    </a:lnTo>
                    <a:lnTo>
                      <a:pt x="160" y="130"/>
                    </a:lnTo>
                    <a:lnTo>
                      <a:pt x="160" y="134"/>
                    </a:lnTo>
                    <a:lnTo>
                      <a:pt x="164" y="134"/>
                    </a:lnTo>
                    <a:lnTo>
                      <a:pt x="168" y="138"/>
                    </a:lnTo>
                    <a:lnTo>
                      <a:pt x="168" y="142"/>
                    </a:lnTo>
                    <a:lnTo>
                      <a:pt x="168" y="146"/>
                    </a:lnTo>
                    <a:lnTo>
                      <a:pt x="172" y="150"/>
                    </a:lnTo>
                    <a:lnTo>
                      <a:pt x="168" y="154"/>
                    </a:lnTo>
                    <a:lnTo>
                      <a:pt x="168" y="160"/>
                    </a:lnTo>
                    <a:lnTo>
                      <a:pt x="168" y="164"/>
                    </a:lnTo>
                    <a:lnTo>
                      <a:pt x="164" y="164"/>
                    </a:lnTo>
                    <a:lnTo>
                      <a:pt x="164" y="168"/>
                    </a:lnTo>
                    <a:lnTo>
                      <a:pt x="164" y="176"/>
                    </a:lnTo>
                    <a:lnTo>
                      <a:pt x="160" y="176"/>
                    </a:lnTo>
                    <a:lnTo>
                      <a:pt x="164" y="176"/>
                    </a:lnTo>
                    <a:lnTo>
                      <a:pt x="164" y="180"/>
                    </a:lnTo>
                    <a:lnTo>
                      <a:pt x="160" y="184"/>
                    </a:lnTo>
                    <a:lnTo>
                      <a:pt x="160" y="180"/>
                    </a:lnTo>
                    <a:lnTo>
                      <a:pt x="160" y="176"/>
                    </a:lnTo>
                    <a:lnTo>
                      <a:pt x="156" y="172"/>
                    </a:lnTo>
                    <a:lnTo>
                      <a:pt x="152" y="172"/>
                    </a:lnTo>
                    <a:lnTo>
                      <a:pt x="150" y="168"/>
                    </a:lnTo>
                    <a:lnTo>
                      <a:pt x="142" y="168"/>
                    </a:lnTo>
                    <a:lnTo>
                      <a:pt x="134" y="168"/>
                    </a:lnTo>
                    <a:lnTo>
                      <a:pt x="130" y="168"/>
                    </a:lnTo>
                    <a:lnTo>
                      <a:pt x="126" y="168"/>
                    </a:lnTo>
                    <a:lnTo>
                      <a:pt x="126" y="172"/>
                    </a:lnTo>
                    <a:lnTo>
                      <a:pt x="122" y="172"/>
                    </a:lnTo>
                    <a:lnTo>
                      <a:pt x="116" y="172"/>
                    </a:lnTo>
                    <a:lnTo>
                      <a:pt x="112" y="172"/>
                    </a:lnTo>
                    <a:lnTo>
                      <a:pt x="112" y="176"/>
                    </a:lnTo>
                    <a:lnTo>
                      <a:pt x="108" y="180"/>
                    </a:lnTo>
                    <a:lnTo>
                      <a:pt x="104" y="186"/>
                    </a:lnTo>
                    <a:lnTo>
                      <a:pt x="104" y="186"/>
                    </a:lnTo>
                    <a:lnTo>
                      <a:pt x="104" y="1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6" name="Freeform 180"/>
              <p:cNvSpPr>
                <a:spLocks noEditPoints="1"/>
              </p:cNvSpPr>
              <p:nvPr/>
            </p:nvSpPr>
            <p:spPr bwMode="gray">
              <a:xfrm>
                <a:off x="2980675" y="4359692"/>
                <a:ext cx="963552" cy="1193133"/>
              </a:xfrm>
              <a:custGeom>
                <a:avLst/>
                <a:gdLst>
                  <a:gd name="T0" fmla="*/ 424 w 554"/>
                  <a:gd name="T1" fmla="*/ 140 h 686"/>
                  <a:gd name="T2" fmla="*/ 460 w 554"/>
                  <a:gd name="T3" fmla="*/ 142 h 686"/>
                  <a:gd name="T4" fmla="*/ 520 w 554"/>
                  <a:gd name="T5" fmla="*/ 172 h 686"/>
                  <a:gd name="T6" fmla="*/ 554 w 554"/>
                  <a:gd name="T7" fmla="*/ 224 h 686"/>
                  <a:gd name="T8" fmla="*/ 520 w 554"/>
                  <a:gd name="T9" fmla="*/ 280 h 686"/>
                  <a:gd name="T10" fmla="*/ 498 w 554"/>
                  <a:gd name="T11" fmla="*/ 310 h 686"/>
                  <a:gd name="T12" fmla="*/ 494 w 554"/>
                  <a:gd name="T13" fmla="*/ 358 h 686"/>
                  <a:gd name="T14" fmla="*/ 484 w 554"/>
                  <a:gd name="T15" fmla="*/ 418 h 686"/>
                  <a:gd name="T16" fmla="*/ 454 w 554"/>
                  <a:gd name="T17" fmla="*/ 482 h 686"/>
                  <a:gd name="T18" fmla="*/ 420 w 554"/>
                  <a:gd name="T19" fmla="*/ 490 h 686"/>
                  <a:gd name="T20" fmla="*/ 384 w 554"/>
                  <a:gd name="T21" fmla="*/ 512 h 686"/>
                  <a:gd name="T22" fmla="*/ 358 w 554"/>
                  <a:gd name="T23" fmla="*/ 546 h 686"/>
                  <a:gd name="T24" fmla="*/ 350 w 554"/>
                  <a:gd name="T25" fmla="*/ 594 h 686"/>
                  <a:gd name="T26" fmla="*/ 316 w 554"/>
                  <a:gd name="T27" fmla="*/ 650 h 686"/>
                  <a:gd name="T28" fmla="*/ 330 w 554"/>
                  <a:gd name="T29" fmla="*/ 622 h 686"/>
                  <a:gd name="T30" fmla="*/ 312 w 554"/>
                  <a:gd name="T31" fmla="*/ 646 h 686"/>
                  <a:gd name="T32" fmla="*/ 294 w 554"/>
                  <a:gd name="T33" fmla="*/ 664 h 686"/>
                  <a:gd name="T34" fmla="*/ 256 w 554"/>
                  <a:gd name="T35" fmla="*/ 630 h 686"/>
                  <a:gd name="T36" fmla="*/ 248 w 554"/>
                  <a:gd name="T37" fmla="*/ 600 h 686"/>
                  <a:gd name="T38" fmla="*/ 286 w 554"/>
                  <a:gd name="T39" fmla="*/ 564 h 686"/>
                  <a:gd name="T40" fmla="*/ 272 w 554"/>
                  <a:gd name="T41" fmla="*/ 508 h 686"/>
                  <a:gd name="T42" fmla="*/ 230 w 554"/>
                  <a:gd name="T43" fmla="*/ 474 h 686"/>
                  <a:gd name="T44" fmla="*/ 230 w 554"/>
                  <a:gd name="T45" fmla="*/ 404 h 686"/>
                  <a:gd name="T46" fmla="*/ 192 w 554"/>
                  <a:gd name="T47" fmla="*/ 348 h 686"/>
                  <a:gd name="T48" fmla="*/ 148 w 554"/>
                  <a:gd name="T49" fmla="*/ 310 h 686"/>
                  <a:gd name="T50" fmla="*/ 118 w 554"/>
                  <a:gd name="T51" fmla="*/ 258 h 686"/>
                  <a:gd name="T52" fmla="*/ 74 w 554"/>
                  <a:gd name="T53" fmla="*/ 284 h 686"/>
                  <a:gd name="T54" fmla="*/ 30 w 554"/>
                  <a:gd name="T55" fmla="*/ 262 h 686"/>
                  <a:gd name="T56" fmla="*/ 4 w 554"/>
                  <a:gd name="T57" fmla="*/ 216 h 686"/>
                  <a:gd name="T58" fmla="*/ 36 w 554"/>
                  <a:gd name="T59" fmla="*/ 168 h 686"/>
                  <a:gd name="T60" fmla="*/ 66 w 554"/>
                  <a:gd name="T61" fmla="*/ 110 h 686"/>
                  <a:gd name="T62" fmla="*/ 66 w 554"/>
                  <a:gd name="T63" fmla="*/ 64 h 686"/>
                  <a:gd name="T64" fmla="*/ 108 w 554"/>
                  <a:gd name="T65" fmla="*/ 80 h 686"/>
                  <a:gd name="T66" fmla="*/ 152 w 554"/>
                  <a:gd name="T67" fmla="*/ 54 h 686"/>
                  <a:gd name="T68" fmla="*/ 140 w 554"/>
                  <a:gd name="T69" fmla="*/ 28 h 686"/>
                  <a:gd name="T70" fmla="*/ 186 w 554"/>
                  <a:gd name="T71" fmla="*/ 16 h 686"/>
                  <a:gd name="T72" fmla="*/ 196 w 554"/>
                  <a:gd name="T73" fmla="*/ 46 h 686"/>
                  <a:gd name="T74" fmla="*/ 234 w 554"/>
                  <a:gd name="T75" fmla="*/ 60 h 686"/>
                  <a:gd name="T76" fmla="*/ 282 w 554"/>
                  <a:gd name="T77" fmla="*/ 56 h 686"/>
                  <a:gd name="T78" fmla="*/ 320 w 554"/>
                  <a:gd name="T79" fmla="*/ 24 h 686"/>
                  <a:gd name="T80" fmla="*/ 338 w 554"/>
                  <a:gd name="T81" fmla="*/ 72 h 686"/>
                  <a:gd name="T82" fmla="*/ 302 w 554"/>
                  <a:gd name="T83" fmla="*/ 120 h 686"/>
                  <a:gd name="T84" fmla="*/ 316 w 554"/>
                  <a:gd name="T85" fmla="*/ 128 h 686"/>
                  <a:gd name="T86" fmla="*/ 346 w 554"/>
                  <a:gd name="T87" fmla="*/ 120 h 686"/>
                  <a:gd name="T88" fmla="*/ 364 w 554"/>
                  <a:gd name="T89" fmla="*/ 116 h 686"/>
                  <a:gd name="T90" fmla="*/ 390 w 554"/>
                  <a:gd name="T91" fmla="*/ 114 h 686"/>
                  <a:gd name="T92" fmla="*/ 414 w 554"/>
                  <a:gd name="T93" fmla="*/ 124 h 686"/>
                  <a:gd name="T94" fmla="*/ 328 w 554"/>
                  <a:gd name="T95" fmla="*/ 110 h 686"/>
                  <a:gd name="T96" fmla="*/ 360 w 554"/>
                  <a:gd name="T97" fmla="*/ 110 h 686"/>
                  <a:gd name="T98" fmla="*/ 338 w 554"/>
                  <a:gd name="T99" fmla="*/ 76 h 686"/>
                  <a:gd name="T100" fmla="*/ 330 w 554"/>
                  <a:gd name="T101" fmla="*/ 86 h 686"/>
                  <a:gd name="T102" fmla="*/ 330 w 554"/>
                  <a:gd name="T103" fmla="*/ 90 h 686"/>
                  <a:gd name="T104" fmla="*/ 328 w 554"/>
                  <a:gd name="T105" fmla="*/ 90 h 686"/>
                  <a:gd name="T106" fmla="*/ 324 w 554"/>
                  <a:gd name="T107" fmla="*/ 98 h 686"/>
                  <a:gd name="T108" fmla="*/ 324 w 554"/>
                  <a:gd name="T109" fmla="*/ 110 h 686"/>
                  <a:gd name="T110" fmla="*/ 386 w 554"/>
                  <a:gd name="T111" fmla="*/ 110 h 686"/>
                  <a:gd name="T112" fmla="*/ 410 w 554"/>
                  <a:gd name="T113" fmla="*/ 116 h 686"/>
                  <a:gd name="T114" fmla="*/ 354 w 554"/>
                  <a:gd name="T115" fmla="*/ 120 h 686"/>
                  <a:gd name="T116" fmla="*/ 416 w 554"/>
                  <a:gd name="T117" fmla="*/ 142 h 686"/>
                  <a:gd name="T118" fmla="*/ 360 w 554"/>
                  <a:gd name="T119" fmla="*/ 546 h 686"/>
                  <a:gd name="T120" fmla="*/ 324 w 554"/>
                  <a:gd name="T121" fmla="*/ 10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54" h="686">
                    <a:moveTo>
                      <a:pt x="414" y="124"/>
                    </a:moveTo>
                    <a:lnTo>
                      <a:pt x="416" y="124"/>
                    </a:lnTo>
                    <a:lnTo>
                      <a:pt x="416" y="128"/>
                    </a:lnTo>
                    <a:lnTo>
                      <a:pt x="416" y="132"/>
                    </a:lnTo>
                    <a:lnTo>
                      <a:pt x="416" y="128"/>
                    </a:lnTo>
                    <a:lnTo>
                      <a:pt x="420" y="132"/>
                    </a:lnTo>
                    <a:lnTo>
                      <a:pt x="416" y="136"/>
                    </a:lnTo>
                    <a:lnTo>
                      <a:pt x="416" y="140"/>
                    </a:lnTo>
                    <a:lnTo>
                      <a:pt x="414" y="142"/>
                    </a:lnTo>
                    <a:lnTo>
                      <a:pt x="416" y="142"/>
                    </a:lnTo>
                    <a:lnTo>
                      <a:pt x="414" y="146"/>
                    </a:lnTo>
                    <a:lnTo>
                      <a:pt x="414" y="150"/>
                    </a:lnTo>
                    <a:lnTo>
                      <a:pt x="416" y="146"/>
                    </a:lnTo>
                    <a:lnTo>
                      <a:pt x="416" y="142"/>
                    </a:lnTo>
                    <a:lnTo>
                      <a:pt x="420" y="140"/>
                    </a:lnTo>
                    <a:lnTo>
                      <a:pt x="420" y="136"/>
                    </a:lnTo>
                    <a:lnTo>
                      <a:pt x="424" y="136"/>
                    </a:lnTo>
                    <a:lnTo>
                      <a:pt x="424" y="140"/>
                    </a:lnTo>
                    <a:lnTo>
                      <a:pt x="420" y="140"/>
                    </a:lnTo>
                    <a:lnTo>
                      <a:pt x="420" y="142"/>
                    </a:lnTo>
                    <a:lnTo>
                      <a:pt x="424" y="140"/>
                    </a:lnTo>
                    <a:lnTo>
                      <a:pt x="424" y="136"/>
                    </a:lnTo>
                    <a:lnTo>
                      <a:pt x="428" y="136"/>
                    </a:lnTo>
                    <a:lnTo>
                      <a:pt x="432" y="136"/>
                    </a:lnTo>
                    <a:lnTo>
                      <a:pt x="432" y="132"/>
                    </a:lnTo>
                    <a:lnTo>
                      <a:pt x="436" y="132"/>
                    </a:lnTo>
                    <a:lnTo>
                      <a:pt x="436" y="136"/>
                    </a:lnTo>
                    <a:lnTo>
                      <a:pt x="440" y="136"/>
                    </a:lnTo>
                    <a:lnTo>
                      <a:pt x="444" y="136"/>
                    </a:lnTo>
                    <a:lnTo>
                      <a:pt x="444" y="140"/>
                    </a:lnTo>
                    <a:lnTo>
                      <a:pt x="446" y="140"/>
                    </a:lnTo>
                    <a:lnTo>
                      <a:pt x="450" y="140"/>
                    </a:lnTo>
                    <a:lnTo>
                      <a:pt x="450" y="142"/>
                    </a:lnTo>
                    <a:lnTo>
                      <a:pt x="450" y="140"/>
                    </a:lnTo>
                    <a:lnTo>
                      <a:pt x="454" y="140"/>
                    </a:lnTo>
                    <a:lnTo>
                      <a:pt x="454" y="142"/>
                    </a:lnTo>
                    <a:lnTo>
                      <a:pt x="454" y="140"/>
                    </a:lnTo>
                    <a:lnTo>
                      <a:pt x="458" y="140"/>
                    </a:lnTo>
                    <a:lnTo>
                      <a:pt x="458" y="142"/>
                    </a:lnTo>
                    <a:lnTo>
                      <a:pt x="460" y="142"/>
                    </a:lnTo>
                    <a:lnTo>
                      <a:pt x="464" y="142"/>
                    </a:lnTo>
                    <a:lnTo>
                      <a:pt x="460" y="142"/>
                    </a:lnTo>
                    <a:lnTo>
                      <a:pt x="464" y="142"/>
                    </a:lnTo>
                    <a:lnTo>
                      <a:pt x="468" y="142"/>
                    </a:lnTo>
                    <a:lnTo>
                      <a:pt x="472" y="142"/>
                    </a:lnTo>
                    <a:lnTo>
                      <a:pt x="472" y="140"/>
                    </a:lnTo>
                    <a:lnTo>
                      <a:pt x="476" y="140"/>
                    </a:lnTo>
                    <a:lnTo>
                      <a:pt x="480" y="142"/>
                    </a:lnTo>
                    <a:lnTo>
                      <a:pt x="484" y="142"/>
                    </a:lnTo>
                    <a:lnTo>
                      <a:pt x="486" y="146"/>
                    </a:lnTo>
                    <a:lnTo>
                      <a:pt x="490" y="146"/>
                    </a:lnTo>
                    <a:lnTo>
                      <a:pt x="490" y="150"/>
                    </a:lnTo>
                    <a:lnTo>
                      <a:pt x="494" y="150"/>
                    </a:lnTo>
                    <a:lnTo>
                      <a:pt x="498" y="154"/>
                    </a:lnTo>
                    <a:lnTo>
                      <a:pt x="502" y="156"/>
                    </a:lnTo>
                    <a:lnTo>
                      <a:pt x="506" y="156"/>
                    </a:lnTo>
                    <a:lnTo>
                      <a:pt x="506" y="160"/>
                    </a:lnTo>
                    <a:lnTo>
                      <a:pt x="506" y="164"/>
                    </a:lnTo>
                    <a:lnTo>
                      <a:pt x="510" y="164"/>
                    </a:lnTo>
                    <a:lnTo>
                      <a:pt x="514" y="168"/>
                    </a:lnTo>
                    <a:lnTo>
                      <a:pt x="514" y="172"/>
                    </a:lnTo>
                    <a:lnTo>
                      <a:pt x="516" y="172"/>
                    </a:lnTo>
                    <a:lnTo>
                      <a:pt x="520" y="172"/>
                    </a:lnTo>
                    <a:lnTo>
                      <a:pt x="520" y="176"/>
                    </a:lnTo>
                    <a:lnTo>
                      <a:pt x="524" y="176"/>
                    </a:lnTo>
                    <a:lnTo>
                      <a:pt x="524" y="180"/>
                    </a:lnTo>
                    <a:lnTo>
                      <a:pt x="528" y="180"/>
                    </a:lnTo>
                    <a:lnTo>
                      <a:pt x="532" y="180"/>
                    </a:lnTo>
                    <a:lnTo>
                      <a:pt x="536" y="180"/>
                    </a:lnTo>
                    <a:lnTo>
                      <a:pt x="540" y="180"/>
                    </a:lnTo>
                    <a:lnTo>
                      <a:pt x="542" y="180"/>
                    </a:lnTo>
                    <a:lnTo>
                      <a:pt x="546" y="180"/>
                    </a:lnTo>
                    <a:lnTo>
                      <a:pt x="546" y="184"/>
                    </a:lnTo>
                    <a:lnTo>
                      <a:pt x="546" y="186"/>
                    </a:lnTo>
                    <a:lnTo>
                      <a:pt x="546" y="190"/>
                    </a:lnTo>
                    <a:lnTo>
                      <a:pt x="550" y="194"/>
                    </a:lnTo>
                    <a:lnTo>
                      <a:pt x="550" y="198"/>
                    </a:lnTo>
                    <a:lnTo>
                      <a:pt x="550" y="202"/>
                    </a:lnTo>
                    <a:lnTo>
                      <a:pt x="550" y="206"/>
                    </a:lnTo>
                    <a:lnTo>
                      <a:pt x="554" y="210"/>
                    </a:lnTo>
                    <a:lnTo>
                      <a:pt x="554" y="212"/>
                    </a:lnTo>
                    <a:lnTo>
                      <a:pt x="554" y="216"/>
                    </a:lnTo>
                    <a:lnTo>
                      <a:pt x="554" y="220"/>
                    </a:lnTo>
                    <a:lnTo>
                      <a:pt x="554" y="224"/>
                    </a:lnTo>
                    <a:lnTo>
                      <a:pt x="554" y="228"/>
                    </a:lnTo>
                    <a:lnTo>
                      <a:pt x="554" y="232"/>
                    </a:lnTo>
                    <a:lnTo>
                      <a:pt x="550" y="236"/>
                    </a:lnTo>
                    <a:lnTo>
                      <a:pt x="550" y="240"/>
                    </a:lnTo>
                    <a:lnTo>
                      <a:pt x="550" y="242"/>
                    </a:lnTo>
                    <a:lnTo>
                      <a:pt x="550" y="246"/>
                    </a:lnTo>
                    <a:lnTo>
                      <a:pt x="546" y="246"/>
                    </a:lnTo>
                    <a:lnTo>
                      <a:pt x="546" y="250"/>
                    </a:lnTo>
                    <a:lnTo>
                      <a:pt x="542" y="254"/>
                    </a:lnTo>
                    <a:lnTo>
                      <a:pt x="542" y="258"/>
                    </a:lnTo>
                    <a:lnTo>
                      <a:pt x="540" y="258"/>
                    </a:lnTo>
                    <a:lnTo>
                      <a:pt x="540" y="262"/>
                    </a:lnTo>
                    <a:lnTo>
                      <a:pt x="536" y="266"/>
                    </a:lnTo>
                    <a:lnTo>
                      <a:pt x="532" y="268"/>
                    </a:lnTo>
                    <a:lnTo>
                      <a:pt x="532" y="272"/>
                    </a:lnTo>
                    <a:lnTo>
                      <a:pt x="528" y="272"/>
                    </a:lnTo>
                    <a:lnTo>
                      <a:pt x="524" y="276"/>
                    </a:lnTo>
                    <a:lnTo>
                      <a:pt x="524" y="280"/>
                    </a:lnTo>
                    <a:lnTo>
                      <a:pt x="520" y="280"/>
                    </a:lnTo>
                    <a:lnTo>
                      <a:pt x="520" y="276"/>
                    </a:lnTo>
                    <a:lnTo>
                      <a:pt x="520" y="280"/>
                    </a:lnTo>
                    <a:lnTo>
                      <a:pt x="520" y="284"/>
                    </a:lnTo>
                    <a:lnTo>
                      <a:pt x="520" y="280"/>
                    </a:lnTo>
                    <a:lnTo>
                      <a:pt x="520" y="284"/>
                    </a:lnTo>
                    <a:lnTo>
                      <a:pt x="516" y="288"/>
                    </a:lnTo>
                    <a:lnTo>
                      <a:pt x="516" y="284"/>
                    </a:lnTo>
                    <a:lnTo>
                      <a:pt x="516" y="288"/>
                    </a:lnTo>
                    <a:lnTo>
                      <a:pt x="516" y="292"/>
                    </a:lnTo>
                    <a:lnTo>
                      <a:pt x="514" y="296"/>
                    </a:lnTo>
                    <a:lnTo>
                      <a:pt x="514" y="298"/>
                    </a:lnTo>
                    <a:lnTo>
                      <a:pt x="514" y="302"/>
                    </a:lnTo>
                    <a:lnTo>
                      <a:pt x="510" y="302"/>
                    </a:lnTo>
                    <a:lnTo>
                      <a:pt x="510" y="306"/>
                    </a:lnTo>
                    <a:lnTo>
                      <a:pt x="510" y="310"/>
                    </a:lnTo>
                    <a:lnTo>
                      <a:pt x="506" y="314"/>
                    </a:lnTo>
                    <a:lnTo>
                      <a:pt x="502" y="314"/>
                    </a:lnTo>
                    <a:lnTo>
                      <a:pt x="502" y="310"/>
                    </a:lnTo>
                    <a:lnTo>
                      <a:pt x="498" y="310"/>
                    </a:lnTo>
                    <a:lnTo>
                      <a:pt x="498" y="306"/>
                    </a:lnTo>
                    <a:lnTo>
                      <a:pt x="498" y="310"/>
                    </a:lnTo>
                    <a:lnTo>
                      <a:pt x="498" y="314"/>
                    </a:lnTo>
                    <a:lnTo>
                      <a:pt x="498" y="310"/>
                    </a:lnTo>
                    <a:lnTo>
                      <a:pt x="494" y="310"/>
                    </a:lnTo>
                    <a:lnTo>
                      <a:pt x="498" y="310"/>
                    </a:lnTo>
                    <a:lnTo>
                      <a:pt x="494" y="310"/>
                    </a:lnTo>
                    <a:lnTo>
                      <a:pt x="498" y="314"/>
                    </a:lnTo>
                    <a:lnTo>
                      <a:pt x="498" y="318"/>
                    </a:lnTo>
                    <a:lnTo>
                      <a:pt x="494" y="318"/>
                    </a:lnTo>
                    <a:lnTo>
                      <a:pt x="494" y="322"/>
                    </a:lnTo>
                    <a:lnTo>
                      <a:pt x="494" y="326"/>
                    </a:lnTo>
                    <a:lnTo>
                      <a:pt x="494" y="328"/>
                    </a:lnTo>
                    <a:lnTo>
                      <a:pt x="494" y="332"/>
                    </a:lnTo>
                    <a:lnTo>
                      <a:pt x="494" y="336"/>
                    </a:lnTo>
                    <a:lnTo>
                      <a:pt x="494" y="332"/>
                    </a:lnTo>
                    <a:lnTo>
                      <a:pt x="494" y="328"/>
                    </a:lnTo>
                    <a:lnTo>
                      <a:pt x="494" y="332"/>
                    </a:lnTo>
                    <a:lnTo>
                      <a:pt x="494" y="336"/>
                    </a:lnTo>
                    <a:lnTo>
                      <a:pt x="494" y="340"/>
                    </a:lnTo>
                    <a:lnTo>
                      <a:pt x="494" y="344"/>
                    </a:lnTo>
                    <a:lnTo>
                      <a:pt x="494" y="348"/>
                    </a:lnTo>
                    <a:lnTo>
                      <a:pt x="494" y="352"/>
                    </a:lnTo>
                    <a:lnTo>
                      <a:pt x="494" y="354"/>
                    </a:lnTo>
                    <a:lnTo>
                      <a:pt x="494" y="358"/>
                    </a:lnTo>
                    <a:lnTo>
                      <a:pt x="494" y="362"/>
                    </a:lnTo>
                    <a:lnTo>
                      <a:pt x="494" y="366"/>
                    </a:lnTo>
                    <a:lnTo>
                      <a:pt x="494" y="370"/>
                    </a:lnTo>
                    <a:lnTo>
                      <a:pt x="494" y="374"/>
                    </a:lnTo>
                    <a:lnTo>
                      <a:pt x="494" y="378"/>
                    </a:lnTo>
                    <a:lnTo>
                      <a:pt x="494" y="382"/>
                    </a:lnTo>
                    <a:lnTo>
                      <a:pt x="490" y="382"/>
                    </a:lnTo>
                    <a:lnTo>
                      <a:pt x="494" y="382"/>
                    </a:lnTo>
                    <a:lnTo>
                      <a:pt x="490" y="384"/>
                    </a:lnTo>
                    <a:lnTo>
                      <a:pt x="490" y="388"/>
                    </a:lnTo>
                    <a:lnTo>
                      <a:pt x="490" y="392"/>
                    </a:lnTo>
                    <a:lnTo>
                      <a:pt x="490" y="396"/>
                    </a:lnTo>
                    <a:lnTo>
                      <a:pt x="494" y="396"/>
                    </a:lnTo>
                    <a:lnTo>
                      <a:pt x="490" y="400"/>
                    </a:lnTo>
                    <a:lnTo>
                      <a:pt x="486" y="400"/>
                    </a:lnTo>
                    <a:lnTo>
                      <a:pt x="486" y="404"/>
                    </a:lnTo>
                    <a:lnTo>
                      <a:pt x="486" y="408"/>
                    </a:lnTo>
                    <a:lnTo>
                      <a:pt x="484" y="408"/>
                    </a:lnTo>
                    <a:lnTo>
                      <a:pt x="484" y="410"/>
                    </a:lnTo>
                    <a:lnTo>
                      <a:pt x="484" y="414"/>
                    </a:lnTo>
                    <a:lnTo>
                      <a:pt x="484" y="418"/>
                    </a:lnTo>
                    <a:lnTo>
                      <a:pt x="484" y="422"/>
                    </a:lnTo>
                    <a:lnTo>
                      <a:pt x="484" y="426"/>
                    </a:lnTo>
                    <a:lnTo>
                      <a:pt x="484" y="430"/>
                    </a:lnTo>
                    <a:lnTo>
                      <a:pt x="484" y="434"/>
                    </a:lnTo>
                    <a:lnTo>
                      <a:pt x="480" y="434"/>
                    </a:lnTo>
                    <a:lnTo>
                      <a:pt x="480" y="438"/>
                    </a:lnTo>
                    <a:lnTo>
                      <a:pt x="480" y="440"/>
                    </a:lnTo>
                    <a:lnTo>
                      <a:pt x="476" y="440"/>
                    </a:lnTo>
                    <a:lnTo>
                      <a:pt x="476" y="444"/>
                    </a:lnTo>
                    <a:lnTo>
                      <a:pt x="476" y="448"/>
                    </a:lnTo>
                    <a:lnTo>
                      <a:pt x="472" y="452"/>
                    </a:lnTo>
                    <a:lnTo>
                      <a:pt x="468" y="452"/>
                    </a:lnTo>
                    <a:lnTo>
                      <a:pt x="468" y="456"/>
                    </a:lnTo>
                    <a:lnTo>
                      <a:pt x="468" y="460"/>
                    </a:lnTo>
                    <a:lnTo>
                      <a:pt x="464" y="464"/>
                    </a:lnTo>
                    <a:lnTo>
                      <a:pt x="464" y="466"/>
                    </a:lnTo>
                    <a:lnTo>
                      <a:pt x="468" y="470"/>
                    </a:lnTo>
                    <a:lnTo>
                      <a:pt x="464" y="474"/>
                    </a:lnTo>
                    <a:lnTo>
                      <a:pt x="460" y="474"/>
                    </a:lnTo>
                    <a:lnTo>
                      <a:pt x="458" y="478"/>
                    </a:lnTo>
                    <a:lnTo>
                      <a:pt x="454" y="482"/>
                    </a:lnTo>
                    <a:lnTo>
                      <a:pt x="454" y="486"/>
                    </a:lnTo>
                    <a:lnTo>
                      <a:pt x="450" y="490"/>
                    </a:lnTo>
                    <a:lnTo>
                      <a:pt x="446" y="490"/>
                    </a:lnTo>
                    <a:lnTo>
                      <a:pt x="444" y="490"/>
                    </a:lnTo>
                    <a:lnTo>
                      <a:pt x="440" y="490"/>
                    </a:lnTo>
                    <a:lnTo>
                      <a:pt x="436" y="490"/>
                    </a:lnTo>
                    <a:lnTo>
                      <a:pt x="436" y="486"/>
                    </a:lnTo>
                    <a:lnTo>
                      <a:pt x="440" y="486"/>
                    </a:lnTo>
                    <a:lnTo>
                      <a:pt x="436" y="486"/>
                    </a:lnTo>
                    <a:lnTo>
                      <a:pt x="436" y="490"/>
                    </a:lnTo>
                    <a:lnTo>
                      <a:pt x="432" y="490"/>
                    </a:lnTo>
                    <a:lnTo>
                      <a:pt x="428" y="494"/>
                    </a:lnTo>
                    <a:lnTo>
                      <a:pt x="424" y="494"/>
                    </a:lnTo>
                    <a:lnTo>
                      <a:pt x="424" y="490"/>
                    </a:lnTo>
                    <a:lnTo>
                      <a:pt x="424" y="494"/>
                    </a:lnTo>
                    <a:lnTo>
                      <a:pt x="428" y="494"/>
                    </a:lnTo>
                    <a:lnTo>
                      <a:pt x="432" y="490"/>
                    </a:lnTo>
                    <a:lnTo>
                      <a:pt x="428" y="490"/>
                    </a:lnTo>
                    <a:lnTo>
                      <a:pt x="424" y="490"/>
                    </a:lnTo>
                    <a:lnTo>
                      <a:pt x="420" y="494"/>
                    </a:lnTo>
                    <a:lnTo>
                      <a:pt x="420" y="490"/>
                    </a:lnTo>
                    <a:lnTo>
                      <a:pt x="416" y="490"/>
                    </a:lnTo>
                    <a:lnTo>
                      <a:pt x="416" y="494"/>
                    </a:lnTo>
                    <a:lnTo>
                      <a:pt x="414" y="494"/>
                    </a:lnTo>
                    <a:lnTo>
                      <a:pt x="416" y="494"/>
                    </a:lnTo>
                    <a:lnTo>
                      <a:pt x="416" y="496"/>
                    </a:lnTo>
                    <a:lnTo>
                      <a:pt x="414" y="496"/>
                    </a:lnTo>
                    <a:lnTo>
                      <a:pt x="410" y="496"/>
                    </a:lnTo>
                    <a:lnTo>
                      <a:pt x="410" y="500"/>
                    </a:lnTo>
                    <a:lnTo>
                      <a:pt x="406" y="500"/>
                    </a:lnTo>
                    <a:lnTo>
                      <a:pt x="406" y="504"/>
                    </a:lnTo>
                    <a:lnTo>
                      <a:pt x="402" y="504"/>
                    </a:lnTo>
                    <a:lnTo>
                      <a:pt x="398" y="504"/>
                    </a:lnTo>
                    <a:lnTo>
                      <a:pt x="394" y="504"/>
                    </a:lnTo>
                    <a:lnTo>
                      <a:pt x="394" y="508"/>
                    </a:lnTo>
                    <a:lnTo>
                      <a:pt x="394" y="504"/>
                    </a:lnTo>
                    <a:lnTo>
                      <a:pt x="394" y="508"/>
                    </a:lnTo>
                    <a:lnTo>
                      <a:pt x="390" y="508"/>
                    </a:lnTo>
                    <a:lnTo>
                      <a:pt x="390" y="504"/>
                    </a:lnTo>
                    <a:lnTo>
                      <a:pt x="390" y="508"/>
                    </a:lnTo>
                    <a:lnTo>
                      <a:pt x="386" y="512"/>
                    </a:lnTo>
                    <a:lnTo>
                      <a:pt x="384" y="512"/>
                    </a:lnTo>
                    <a:lnTo>
                      <a:pt x="384" y="516"/>
                    </a:lnTo>
                    <a:lnTo>
                      <a:pt x="380" y="520"/>
                    </a:lnTo>
                    <a:lnTo>
                      <a:pt x="376" y="520"/>
                    </a:lnTo>
                    <a:lnTo>
                      <a:pt x="372" y="522"/>
                    </a:lnTo>
                    <a:lnTo>
                      <a:pt x="368" y="522"/>
                    </a:lnTo>
                    <a:lnTo>
                      <a:pt x="368" y="526"/>
                    </a:lnTo>
                    <a:lnTo>
                      <a:pt x="368" y="530"/>
                    </a:lnTo>
                    <a:lnTo>
                      <a:pt x="364" y="534"/>
                    </a:lnTo>
                    <a:lnTo>
                      <a:pt x="364" y="530"/>
                    </a:lnTo>
                    <a:lnTo>
                      <a:pt x="360" y="530"/>
                    </a:lnTo>
                    <a:lnTo>
                      <a:pt x="360" y="534"/>
                    </a:lnTo>
                    <a:lnTo>
                      <a:pt x="358" y="534"/>
                    </a:lnTo>
                    <a:lnTo>
                      <a:pt x="360" y="534"/>
                    </a:lnTo>
                    <a:lnTo>
                      <a:pt x="360" y="538"/>
                    </a:lnTo>
                    <a:lnTo>
                      <a:pt x="360" y="542"/>
                    </a:lnTo>
                    <a:lnTo>
                      <a:pt x="358" y="542"/>
                    </a:lnTo>
                    <a:lnTo>
                      <a:pt x="360" y="542"/>
                    </a:lnTo>
                    <a:lnTo>
                      <a:pt x="360" y="546"/>
                    </a:lnTo>
                    <a:lnTo>
                      <a:pt x="360" y="550"/>
                    </a:lnTo>
                    <a:lnTo>
                      <a:pt x="358" y="550"/>
                    </a:lnTo>
                    <a:lnTo>
                      <a:pt x="358" y="546"/>
                    </a:lnTo>
                    <a:lnTo>
                      <a:pt x="358" y="550"/>
                    </a:lnTo>
                    <a:lnTo>
                      <a:pt x="358" y="552"/>
                    </a:lnTo>
                    <a:lnTo>
                      <a:pt x="360" y="552"/>
                    </a:lnTo>
                    <a:lnTo>
                      <a:pt x="358" y="552"/>
                    </a:lnTo>
                    <a:lnTo>
                      <a:pt x="358" y="556"/>
                    </a:lnTo>
                    <a:lnTo>
                      <a:pt x="358" y="560"/>
                    </a:lnTo>
                    <a:lnTo>
                      <a:pt x="360" y="564"/>
                    </a:lnTo>
                    <a:lnTo>
                      <a:pt x="360" y="566"/>
                    </a:lnTo>
                    <a:lnTo>
                      <a:pt x="360" y="564"/>
                    </a:lnTo>
                    <a:lnTo>
                      <a:pt x="358" y="566"/>
                    </a:lnTo>
                    <a:lnTo>
                      <a:pt x="358" y="570"/>
                    </a:lnTo>
                    <a:lnTo>
                      <a:pt x="360" y="570"/>
                    </a:lnTo>
                    <a:lnTo>
                      <a:pt x="358" y="574"/>
                    </a:lnTo>
                    <a:lnTo>
                      <a:pt x="360" y="574"/>
                    </a:lnTo>
                    <a:lnTo>
                      <a:pt x="360" y="578"/>
                    </a:lnTo>
                    <a:lnTo>
                      <a:pt x="358" y="582"/>
                    </a:lnTo>
                    <a:lnTo>
                      <a:pt x="358" y="590"/>
                    </a:lnTo>
                    <a:lnTo>
                      <a:pt x="358" y="586"/>
                    </a:lnTo>
                    <a:lnTo>
                      <a:pt x="358" y="590"/>
                    </a:lnTo>
                    <a:lnTo>
                      <a:pt x="354" y="594"/>
                    </a:lnTo>
                    <a:lnTo>
                      <a:pt x="350" y="594"/>
                    </a:lnTo>
                    <a:lnTo>
                      <a:pt x="350" y="596"/>
                    </a:lnTo>
                    <a:lnTo>
                      <a:pt x="346" y="596"/>
                    </a:lnTo>
                    <a:lnTo>
                      <a:pt x="346" y="600"/>
                    </a:lnTo>
                    <a:lnTo>
                      <a:pt x="346" y="604"/>
                    </a:lnTo>
                    <a:lnTo>
                      <a:pt x="342" y="604"/>
                    </a:lnTo>
                    <a:lnTo>
                      <a:pt x="342" y="608"/>
                    </a:lnTo>
                    <a:lnTo>
                      <a:pt x="338" y="608"/>
                    </a:lnTo>
                    <a:lnTo>
                      <a:pt x="338" y="612"/>
                    </a:lnTo>
                    <a:lnTo>
                      <a:pt x="338" y="616"/>
                    </a:lnTo>
                    <a:lnTo>
                      <a:pt x="338" y="620"/>
                    </a:lnTo>
                    <a:lnTo>
                      <a:pt x="334" y="620"/>
                    </a:lnTo>
                    <a:lnTo>
                      <a:pt x="334" y="622"/>
                    </a:lnTo>
                    <a:lnTo>
                      <a:pt x="334" y="626"/>
                    </a:lnTo>
                    <a:lnTo>
                      <a:pt x="330" y="630"/>
                    </a:lnTo>
                    <a:lnTo>
                      <a:pt x="330" y="634"/>
                    </a:lnTo>
                    <a:lnTo>
                      <a:pt x="328" y="634"/>
                    </a:lnTo>
                    <a:lnTo>
                      <a:pt x="328" y="638"/>
                    </a:lnTo>
                    <a:lnTo>
                      <a:pt x="324" y="642"/>
                    </a:lnTo>
                    <a:lnTo>
                      <a:pt x="324" y="646"/>
                    </a:lnTo>
                    <a:lnTo>
                      <a:pt x="320" y="650"/>
                    </a:lnTo>
                    <a:lnTo>
                      <a:pt x="316" y="650"/>
                    </a:lnTo>
                    <a:lnTo>
                      <a:pt x="312" y="652"/>
                    </a:lnTo>
                    <a:lnTo>
                      <a:pt x="308" y="656"/>
                    </a:lnTo>
                    <a:lnTo>
                      <a:pt x="308" y="652"/>
                    </a:lnTo>
                    <a:lnTo>
                      <a:pt x="312" y="652"/>
                    </a:lnTo>
                    <a:lnTo>
                      <a:pt x="308" y="652"/>
                    </a:lnTo>
                    <a:lnTo>
                      <a:pt x="308" y="650"/>
                    </a:lnTo>
                    <a:lnTo>
                      <a:pt x="312" y="650"/>
                    </a:lnTo>
                    <a:lnTo>
                      <a:pt x="316" y="650"/>
                    </a:lnTo>
                    <a:lnTo>
                      <a:pt x="316" y="646"/>
                    </a:lnTo>
                    <a:lnTo>
                      <a:pt x="320" y="646"/>
                    </a:lnTo>
                    <a:lnTo>
                      <a:pt x="320" y="642"/>
                    </a:lnTo>
                    <a:lnTo>
                      <a:pt x="324" y="642"/>
                    </a:lnTo>
                    <a:lnTo>
                      <a:pt x="324" y="638"/>
                    </a:lnTo>
                    <a:lnTo>
                      <a:pt x="324" y="634"/>
                    </a:lnTo>
                    <a:lnTo>
                      <a:pt x="324" y="638"/>
                    </a:lnTo>
                    <a:lnTo>
                      <a:pt x="328" y="638"/>
                    </a:lnTo>
                    <a:lnTo>
                      <a:pt x="328" y="634"/>
                    </a:lnTo>
                    <a:lnTo>
                      <a:pt x="328" y="630"/>
                    </a:lnTo>
                    <a:lnTo>
                      <a:pt x="330" y="630"/>
                    </a:lnTo>
                    <a:lnTo>
                      <a:pt x="330" y="626"/>
                    </a:lnTo>
                    <a:lnTo>
                      <a:pt x="330" y="622"/>
                    </a:lnTo>
                    <a:lnTo>
                      <a:pt x="330" y="626"/>
                    </a:lnTo>
                    <a:lnTo>
                      <a:pt x="330" y="622"/>
                    </a:lnTo>
                    <a:lnTo>
                      <a:pt x="330" y="620"/>
                    </a:lnTo>
                    <a:lnTo>
                      <a:pt x="330" y="622"/>
                    </a:lnTo>
                    <a:lnTo>
                      <a:pt x="328" y="622"/>
                    </a:lnTo>
                    <a:lnTo>
                      <a:pt x="324" y="622"/>
                    </a:lnTo>
                    <a:lnTo>
                      <a:pt x="324" y="620"/>
                    </a:lnTo>
                    <a:lnTo>
                      <a:pt x="324" y="616"/>
                    </a:lnTo>
                    <a:lnTo>
                      <a:pt x="320" y="616"/>
                    </a:lnTo>
                    <a:lnTo>
                      <a:pt x="320" y="620"/>
                    </a:lnTo>
                    <a:lnTo>
                      <a:pt x="320" y="622"/>
                    </a:lnTo>
                    <a:lnTo>
                      <a:pt x="324" y="622"/>
                    </a:lnTo>
                    <a:lnTo>
                      <a:pt x="320" y="626"/>
                    </a:lnTo>
                    <a:lnTo>
                      <a:pt x="320" y="630"/>
                    </a:lnTo>
                    <a:lnTo>
                      <a:pt x="320" y="626"/>
                    </a:lnTo>
                    <a:lnTo>
                      <a:pt x="320" y="630"/>
                    </a:lnTo>
                    <a:lnTo>
                      <a:pt x="320" y="634"/>
                    </a:lnTo>
                    <a:lnTo>
                      <a:pt x="320" y="638"/>
                    </a:lnTo>
                    <a:lnTo>
                      <a:pt x="316" y="638"/>
                    </a:lnTo>
                    <a:lnTo>
                      <a:pt x="312" y="642"/>
                    </a:lnTo>
                    <a:lnTo>
                      <a:pt x="312" y="646"/>
                    </a:lnTo>
                    <a:lnTo>
                      <a:pt x="308" y="646"/>
                    </a:lnTo>
                    <a:lnTo>
                      <a:pt x="308" y="650"/>
                    </a:lnTo>
                    <a:lnTo>
                      <a:pt x="308" y="652"/>
                    </a:lnTo>
                    <a:lnTo>
                      <a:pt x="308" y="656"/>
                    </a:lnTo>
                    <a:lnTo>
                      <a:pt x="308" y="660"/>
                    </a:lnTo>
                    <a:lnTo>
                      <a:pt x="304" y="664"/>
                    </a:lnTo>
                    <a:lnTo>
                      <a:pt x="304" y="668"/>
                    </a:lnTo>
                    <a:lnTo>
                      <a:pt x="304" y="672"/>
                    </a:lnTo>
                    <a:lnTo>
                      <a:pt x="302" y="676"/>
                    </a:lnTo>
                    <a:lnTo>
                      <a:pt x="298" y="678"/>
                    </a:lnTo>
                    <a:lnTo>
                      <a:pt x="294" y="682"/>
                    </a:lnTo>
                    <a:lnTo>
                      <a:pt x="294" y="686"/>
                    </a:lnTo>
                    <a:lnTo>
                      <a:pt x="290" y="686"/>
                    </a:lnTo>
                    <a:lnTo>
                      <a:pt x="290" y="682"/>
                    </a:lnTo>
                    <a:lnTo>
                      <a:pt x="290" y="678"/>
                    </a:lnTo>
                    <a:lnTo>
                      <a:pt x="290" y="676"/>
                    </a:lnTo>
                    <a:lnTo>
                      <a:pt x="290" y="672"/>
                    </a:lnTo>
                    <a:lnTo>
                      <a:pt x="294" y="672"/>
                    </a:lnTo>
                    <a:lnTo>
                      <a:pt x="294" y="668"/>
                    </a:lnTo>
                    <a:lnTo>
                      <a:pt x="298" y="668"/>
                    </a:lnTo>
                    <a:lnTo>
                      <a:pt x="294" y="664"/>
                    </a:lnTo>
                    <a:lnTo>
                      <a:pt x="290" y="664"/>
                    </a:lnTo>
                    <a:lnTo>
                      <a:pt x="290" y="660"/>
                    </a:lnTo>
                    <a:lnTo>
                      <a:pt x="286" y="660"/>
                    </a:lnTo>
                    <a:lnTo>
                      <a:pt x="286" y="656"/>
                    </a:lnTo>
                    <a:lnTo>
                      <a:pt x="286" y="652"/>
                    </a:lnTo>
                    <a:lnTo>
                      <a:pt x="282" y="652"/>
                    </a:lnTo>
                    <a:lnTo>
                      <a:pt x="282" y="650"/>
                    </a:lnTo>
                    <a:lnTo>
                      <a:pt x="278" y="650"/>
                    </a:lnTo>
                    <a:lnTo>
                      <a:pt x="274" y="646"/>
                    </a:lnTo>
                    <a:lnTo>
                      <a:pt x="274" y="642"/>
                    </a:lnTo>
                    <a:lnTo>
                      <a:pt x="272" y="642"/>
                    </a:lnTo>
                    <a:lnTo>
                      <a:pt x="268" y="642"/>
                    </a:lnTo>
                    <a:lnTo>
                      <a:pt x="264" y="638"/>
                    </a:lnTo>
                    <a:lnTo>
                      <a:pt x="264" y="634"/>
                    </a:lnTo>
                    <a:lnTo>
                      <a:pt x="260" y="634"/>
                    </a:lnTo>
                    <a:lnTo>
                      <a:pt x="260" y="630"/>
                    </a:lnTo>
                    <a:lnTo>
                      <a:pt x="260" y="634"/>
                    </a:lnTo>
                    <a:lnTo>
                      <a:pt x="256" y="634"/>
                    </a:lnTo>
                    <a:lnTo>
                      <a:pt x="252" y="634"/>
                    </a:lnTo>
                    <a:lnTo>
                      <a:pt x="256" y="634"/>
                    </a:lnTo>
                    <a:lnTo>
                      <a:pt x="256" y="630"/>
                    </a:lnTo>
                    <a:lnTo>
                      <a:pt x="252" y="630"/>
                    </a:lnTo>
                    <a:lnTo>
                      <a:pt x="252" y="626"/>
                    </a:lnTo>
                    <a:lnTo>
                      <a:pt x="248" y="626"/>
                    </a:lnTo>
                    <a:lnTo>
                      <a:pt x="248" y="622"/>
                    </a:lnTo>
                    <a:lnTo>
                      <a:pt x="244" y="622"/>
                    </a:lnTo>
                    <a:lnTo>
                      <a:pt x="244" y="620"/>
                    </a:lnTo>
                    <a:lnTo>
                      <a:pt x="242" y="620"/>
                    </a:lnTo>
                    <a:lnTo>
                      <a:pt x="238" y="620"/>
                    </a:lnTo>
                    <a:lnTo>
                      <a:pt x="238" y="622"/>
                    </a:lnTo>
                    <a:lnTo>
                      <a:pt x="234" y="620"/>
                    </a:lnTo>
                    <a:lnTo>
                      <a:pt x="234" y="622"/>
                    </a:lnTo>
                    <a:lnTo>
                      <a:pt x="234" y="620"/>
                    </a:lnTo>
                    <a:lnTo>
                      <a:pt x="230" y="620"/>
                    </a:lnTo>
                    <a:lnTo>
                      <a:pt x="234" y="620"/>
                    </a:lnTo>
                    <a:lnTo>
                      <a:pt x="234" y="616"/>
                    </a:lnTo>
                    <a:lnTo>
                      <a:pt x="238" y="612"/>
                    </a:lnTo>
                    <a:lnTo>
                      <a:pt x="242" y="612"/>
                    </a:lnTo>
                    <a:lnTo>
                      <a:pt x="242" y="608"/>
                    </a:lnTo>
                    <a:lnTo>
                      <a:pt x="244" y="604"/>
                    </a:lnTo>
                    <a:lnTo>
                      <a:pt x="244" y="600"/>
                    </a:lnTo>
                    <a:lnTo>
                      <a:pt x="248" y="600"/>
                    </a:lnTo>
                    <a:lnTo>
                      <a:pt x="248" y="596"/>
                    </a:lnTo>
                    <a:lnTo>
                      <a:pt x="248" y="594"/>
                    </a:lnTo>
                    <a:lnTo>
                      <a:pt x="252" y="594"/>
                    </a:lnTo>
                    <a:lnTo>
                      <a:pt x="252" y="590"/>
                    </a:lnTo>
                    <a:lnTo>
                      <a:pt x="256" y="590"/>
                    </a:lnTo>
                    <a:lnTo>
                      <a:pt x="256" y="586"/>
                    </a:lnTo>
                    <a:lnTo>
                      <a:pt x="260" y="586"/>
                    </a:lnTo>
                    <a:lnTo>
                      <a:pt x="256" y="586"/>
                    </a:lnTo>
                    <a:lnTo>
                      <a:pt x="256" y="582"/>
                    </a:lnTo>
                    <a:lnTo>
                      <a:pt x="260" y="582"/>
                    </a:lnTo>
                    <a:lnTo>
                      <a:pt x="264" y="582"/>
                    </a:lnTo>
                    <a:lnTo>
                      <a:pt x="264" y="578"/>
                    </a:lnTo>
                    <a:lnTo>
                      <a:pt x="268" y="578"/>
                    </a:lnTo>
                    <a:lnTo>
                      <a:pt x="272" y="574"/>
                    </a:lnTo>
                    <a:lnTo>
                      <a:pt x="272" y="570"/>
                    </a:lnTo>
                    <a:lnTo>
                      <a:pt x="274" y="570"/>
                    </a:lnTo>
                    <a:lnTo>
                      <a:pt x="278" y="570"/>
                    </a:lnTo>
                    <a:lnTo>
                      <a:pt x="278" y="566"/>
                    </a:lnTo>
                    <a:lnTo>
                      <a:pt x="282" y="566"/>
                    </a:lnTo>
                    <a:lnTo>
                      <a:pt x="282" y="564"/>
                    </a:lnTo>
                    <a:lnTo>
                      <a:pt x="286" y="564"/>
                    </a:lnTo>
                    <a:lnTo>
                      <a:pt x="286" y="560"/>
                    </a:lnTo>
                    <a:lnTo>
                      <a:pt x="286" y="556"/>
                    </a:lnTo>
                    <a:lnTo>
                      <a:pt x="286" y="552"/>
                    </a:lnTo>
                    <a:lnTo>
                      <a:pt x="286" y="550"/>
                    </a:lnTo>
                    <a:lnTo>
                      <a:pt x="286" y="546"/>
                    </a:lnTo>
                    <a:lnTo>
                      <a:pt x="286" y="542"/>
                    </a:lnTo>
                    <a:lnTo>
                      <a:pt x="286" y="538"/>
                    </a:lnTo>
                    <a:lnTo>
                      <a:pt x="282" y="534"/>
                    </a:lnTo>
                    <a:lnTo>
                      <a:pt x="278" y="534"/>
                    </a:lnTo>
                    <a:lnTo>
                      <a:pt x="278" y="538"/>
                    </a:lnTo>
                    <a:lnTo>
                      <a:pt x="274" y="538"/>
                    </a:lnTo>
                    <a:lnTo>
                      <a:pt x="274" y="534"/>
                    </a:lnTo>
                    <a:lnTo>
                      <a:pt x="274" y="530"/>
                    </a:lnTo>
                    <a:lnTo>
                      <a:pt x="274" y="526"/>
                    </a:lnTo>
                    <a:lnTo>
                      <a:pt x="278" y="522"/>
                    </a:lnTo>
                    <a:lnTo>
                      <a:pt x="278" y="520"/>
                    </a:lnTo>
                    <a:lnTo>
                      <a:pt x="278" y="516"/>
                    </a:lnTo>
                    <a:lnTo>
                      <a:pt x="278" y="512"/>
                    </a:lnTo>
                    <a:lnTo>
                      <a:pt x="278" y="508"/>
                    </a:lnTo>
                    <a:lnTo>
                      <a:pt x="274" y="504"/>
                    </a:lnTo>
                    <a:lnTo>
                      <a:pt x="272" y="508"/>
                    </a:lnTo>
                    <a:lnTo>
                      <a:pt x="268" y="508"/>
                    </a:lnTo>
                    <a:lnTo>
                      <a:pt x="264" y="508"/>
                    </a:lnTo>
                    <a:lnTo>
                      <a:pt x="264" y="504"/>
                    </a:lnTo>
                    <a:lnTo>
                      <a:pt x="264" y="500"/>
                    </a:lnTo>
                    <a:lnTo>
                      <a:pt x="260" y="500"/>
                    </a:lnTo>
                    <a:lnTo>
                      <a:pt x="260" y="496"/>
                    </a:lnTo>
                    <a:lnTo>
                      <a:pt x="260" y="494"/>
                    </a:lnTo>
                    <a:lnTo>
                      <a:pt x="260" y="490"/>
                    </a:lnTo>
                    <a:lnTo>
                      <a:pt x="260" y="486"/>
                    </a:lnTo>
                    <a:lnTo>
                      <a:pt x="260" y="482"/>
                    </a:lnTo>
                    <a:lnTo>
                      <a:pt x="256" y="482"/>
                    </a:lnTo>
                    <a:lnTo>
                      <a:pt x="256" y="478"/>
                    </a:lnTo>
                    <a:lnTo>
                      <a:pt x="252" y="478"/>
                    </a:lnTo>
                    <a:lnTo>
                      <a:pt x="248" y="478"/>
                    </a:lnTo>
                    <a:lnTo>
                      <a:pt x="248" y="474"/>
                    </a:lnTo>
                    <a:lnTo>
                      <a:pt x="244" y="474"/>
                    </a:lnTo>
                    <a:lnTo>
                      <a:pt x="244" y="478"/>
                    </a:lnTo>
                    <a:lnTo>
                      <a:pt x="242" y="478"/>
                    </a:lnTo>
                    <a:lnTo>
                      <a:pt x="238" y="478"/>
                    </a:lnTo>
                    <a:lnTo>
                      <a:pt x="234" y="478"/>
                    </a:lnTo>
                    <a:lnTo>
                      <a:pt x="230" y="474"/>
                    </a:lnTo>
                    <a:lnTo>
                      <a:pt x="226" y="474"/>
                    </a:lnTo>
                    <a:lnTo>
                      <a:pt x="226" y="470"/>
                    </a:lnTo>
                    <a:lnTo>
                      <a:pt x="226" y="466"/>
                    </a:lnTo>
                    <a:lnTo>
                      <a:pt x="226" y="464"/>
                    </a:lnTo>
                    <a:lnTo>
                      <a:pt x="226" y="460"/>
                    </a:lnTo>
                    <a:lnTo>
                      <a:pt x="230" y="456"/>
                    </a:lnTo>
                    <a:lnTo>
                      <a:pt x="226" y="452"/>
                    </a:lnTo>
                    <a:lnTo>
                      <a:pt x="226" y="448"/>
                    </a:lnTo>
                    <a:lnTo>
                      <a:pt x="226" y="444"/>
                    </a:lnTo>
                    <a:lnTo>
                      <a:pt x="222" y="440"/>
                    </a:lnTo>
                    <a:lnTo>
                      <a:pt x="226" y="438"/>
                    </a:lnTo>
                    <a:lnTo>
                      <a:pt x="226" y="434"/>
                    </a:lnTo>
                    <a:lnTo>
                      <a:pt x="222" y="434"/>
                    </a:lnTo>
                    <a:lnTo>
                      <a:pt x="226" y="434"/>
                    </a:lnTo>
                    <a:lnTo>
                      <a:pt x="226" y="426"/>
                    </a:lnTo>
                    <a:lnTo>
                      <a:pt x="226" y="422"/>
                    </a:lnTo>
                    <a:lnTo>
                      <a:pt x="230" y="422"/>
                    </a:lnTo>
                    <a:lnTo>
                      <a:pt x="230" y="418"/>
                    </a:lnTo>
                    <a:lnTo>
                      <a:pt x="230" y="410"/>
                    </a:lnTo>
                    <a:lnTo>
                      <a:pt x="234" y="408"/>
                    </a:lnTo>
                    <a:lnTo>
                      <a:pt x="230" y="404"/>
                    </a:lnTo>
                    <a:lnTo>
                      <a:pt x="230" y="400"/>
                    </a:lnTo>
                    <a:lnTo>
                      <a:pt x="230" y="396"/>
                    </a:lnTo>
                    <a:lnTo>
                      <a:pt x="226" y="392"/>
                    </a:lnTo>
                    <a:lnTo>
                      <a:pt x="222" y="392"/>
                    </a:lnTo>
                    <a:lnTo>
                      <a:pt x="222" y="388"/>
                    </a:lnTo>
                    <a:lnTo>
                      <a:pt x="218" y="388"/>
                    </a:lnTo>
                    <a:lnTo>
                      <a:pt x="218" y="384"/>
                    </a:lnTo>
                    <a:lnTo>
                      <a:pt x="218" y="382"/>
                    </a:lnTo>
                    <a:lnTo>
                      <a:pt x="218" y="378"/>
                    </a:lnTo>
                    <a:lnTo>
                      <a:pt x="222" y="378"/>
                    </a:lnTo>
                    <a:lnTo>
                      <a:pt x="222" y="374"/>
                    </a:lnTo>
                    <a:lnTo>
                      <a:pt x="218" y="374"/>
                    </a:lnTo>
                    <a:lnTo>
                      <a:pt x="212" y="374"/>
                    </a:lnTo>
                    <a:lnTo>
                      <a:pt x="204" y="374"/>
                    </a:lnTo>
                    <a:lnTo>
                      <a:pt x="196" y="374"/>
                    </a:lnTo>
                    <a:lnTo>
                      <a:pt x="196" y="366"/>
                    </a:lnTo>
                    <a:lnTo>
                      <a:pt x="192" y="358"/>
                    </a:lnTo>
                    <a:lnTo>
                      <a:pt x="192" y="354"/>
                    </a:lnTo>
                    <a:lnTo>
                      <a:pt x="188" y="352"/>
                    </a:lnTo>
                    <a:lnTo>
                      <a:pt x="192" y="352"/>
                    </a:lnTo>
                    <a:lnTo>
                      <a:pt x="192" y="348"/>
                    </a:lnTo>
                    <a:lnTo>
                      <a:pt x="192" y="344"/>
                    </a:lnTo>
                    <a:lnTo>
                      <a:pt x="192" y="340"/>
                    </a:lnTo>
                    <a:lnTo>
                      <a:pt x="192" y="336"/>
                    </a:lnTo>
                    <a:lnTo>
                      <a:pt x="188" y="336"/>
                    </a:lnTo>
                    <a:lnTo>
                      <a:pt x="192" y="332"/>
                    </a:lnTo>
                    <a:lnTo>
                      <a:pt x="192" y="328"/>
                    </a:lnTo>
                    <a:lnTo>
                      <a:pt x="188" y="328"/>
                    </a:lnTo>
                    <a:lnTo>
                      <a:pt x="186" y="326"/>
                    </a:lnTo>
                    <a:lnTo>
                      <a:pt x="182" y="326"/>
                    </a:lnTo>
                    <a:lnTo>
                      <a:pt x="178" y="326"/>
                    </a:lnTo>
                    <a:lnTo>
                      <a:pt x="174" y="326"/>
                    </a:lnTo>
                    <a:lnTo>
                      <a:pt x="170" y="326"/>
                    </a:lnTo>
                    <a:lnTo>
                      <a:pt x="170" y="322"/>
                    </a:lnTo>
                    <a:lnTo>
                      <a:pt x="166" y="322"/>
                    </a:lnTo>
                    <a:lnTo>
                      <a:pt x="166" y="318"/>
                    </a:lnTo>
                    <a:lnTo>
                      <a:pt x="162" y="318"/>
                    </a:lnTo>
                    <a:lnTo>
                      <a:pt x="160" y="314"/>
                    </a:lnTo>
                    <a:lnTo>
                      <a:pt x="156" y="314"/>
                    </a:lnTo>
                    <a:lnTo>
                      <a:pt x="156" y="310"/>
                    </a:lnTo>
                    <a:lnTo>
                      <a:pt x="152" y="310"/>
                    </a:lnTo>
                    <a:lnTo>
                      <a:pt x="148" y="310"/>
                    </a:lnTo>
                    <a:lnTo>
                      <a:pt x="148" y="306"/>
                    </a:lnTo>
                    <a:lnTo>
                      <a:pt x="144" y="306"/>
                    </a:lnTo>
                    <a:lnTo>
                      <a:pt x="140" y="306"/>
                    </a:lnTo>
                    <a:lnTo>
                      <a:pt x="136" y="306"/>
                    </a:lnTo>
                    <a:lnTo>
                      <a:pt x="132" y="302"/>
                    </a:lnTo>
                    <a:lnTo>
                      <a:pt x="130" y="298"/>
                    </a:lnTo>
                    <a:lnTo>
                      <a:pt x="126" y="298"/>
                    </a:lnTo>
                    <a:lnTo>
                      <a:pt x="126" y="296"/>
                    </a:lnTo>
                    <a:lnTo>
                      <a:pt x="126" y="292"/>
                    </a:lnTo>
                    <a:lnTo>
                      <a:pt x="126" y="296"/>
                    </a:lnTo>
                    <a:lnTo>
                      <a:pt x="126" y="292"/>
                    </a:lnTo>
                    <a:lnTo>
                      <a:pt x="122" y="288"/>
                    </a:lnTo>
                    <a:lnTo>
                      <a:pt x="122" y="284"/>
                    </a:lnTo>
                    <a:lnTo>
                      <a:pt x="122" y="280"/>
                    </a:lnTo>
                    <a:lnTo>
                      <a:pt x="122" y="276"/>
                    </a:lnTo>
                    <a:lnTo>
                      <a:pt x="122" y="272"/>
                    </a:lnTo>
                    <a:lnTo>
                      <a:pt x="122" y="268"/>
                    </a:lnTo>
                    <a:lnTo>
                      <a:pt x="122" y="266"/>
                    </a:lnTo>
                    <a:lnTo>
                      <a:pt x="122" y="262"/>
                    </a:lnTo>
                    <a:lnTo>
                      <a:pt x="122" y="258"/>
                    </a:lnTo>
                    <a:lnTo>
                      <a:pt x="118" y="258"/>
                    </a:lnTo>
                    <a:lnTo>
                      <a:pt x="118" y="262"/>
                    </a:lnTo>
                    <a:lnTo>
                      <a:pt x="118" y="258"/>
                    </a:lnTo>
                    <a:lnTo>
                      <a:pt x="116" y="258"/>
                    </a:lnTo>
                    <a:lnTo>
                      <a:pt x="112" y="258"/>
                    </a:lnTo>
                    <a:lnTo>
                      <a:pt x="108" y="262"/>
                    </a:lnTo>
                    <a:lnTo>
                      <a:pt x="104" y="262"/>
                    </a:lnTo>
                    <a:lnTo>
                      <a:pt x="100" y="266"/>
                    </a:lnTo>
                    <a:lnTo>
                      <a:pt x="100" y="268"/>
                    </a:lnTo>
                    <a:lnTo>
                      <a:pt x="96" y="268"/>
                    </a:lnTo>
                    <a:lnTo>
                      <a:pt x="92" y="268"/>
                    </a:lnTo>
                    <a:lnTo>
                      <a:pt x="92" y="272"/>
                    </a:lnTo>
                    <a:lnTo>
                      <a:pt x="88" y="272"/>
                    </a:lnTo>
                    <a:lnTo>
                      <a:pt x="88" y="276"/>
                    </a:lnTo>
                    <a:lnTo>
                      <a:pt x="88" y="272"/>
                    </a:lnTo>
                    <a:lnTo>
                      <a:pt x="86" y="272"/>
                    </a:lnTo>
                    <a:lnTo>
                      <a:pt x="86" y="276"/>
                    </a:lnTo>
                    <a:lnTo>
                      <a:pt x="82" y="276"/>
                    </a:lnTo>
                    <a:lnTo>
                      <a:pt x="82" y="280"/>
                    </a:lnTo>
                    <a:lnTo>
                      <a:pt x="78" y="280"/>
                    </a:lnTo>
                    <a:lnTo>
                      <a:pt x="78" y="284"/>
                    </a:lnTo>
                    <a:lnTo>
                      <a:pt x="74" y="284"/>
                    </a:lnTo>
                    <a:lnTo>
                      <a:pt x="74" y="280"/>
                    </a:lnTo>
                    <a:lnTo>
                      <a:pt x="70" y="280"/>
                    </a:lnTo>
                    <a:lnTo>
                      <a:pt x="66" y="280"/>
                    </a:lnTo>
                    <a:lnTo>
                      <a:pt x="62" y="280"/>
                    </a:lnTo>
                    <a:lnTo>
                      <a:pt x="60" y="280"/>
                    </a:lnTo>
                    <a:lnTo>
                      <a:pt x="56" y="280"/>
                    </a:lnTo>
                    <a:lnTo>
                      <a:pt x="52" y="280"/>
                    </a:lnTo>
                    <a:lnTo>
                      <a:pt x="48" y="280"/>
                    </a:lnTo>
                    <a:lnTo>
                      <a:pt x="48" y="276"/>
                    </a:lnTo>
                    <a:lnTo>
                      <a:pt x="48" y="272"/>
                    </a:lnTo>
                    <a:lnTo>
                      <a:pt x="48" y="268"/>
                    </a:lnTo>
                    <a:lnTo>
                      <a:pt x="48" y="266"/>
                    </a:lnTo>
                    <a:lnTo>
                      <a:pt x="48" y="262"/>
                    </a:lnTo>
                    <a:lnTo>
                      <a:pt x="48" y="258"/>
                    </a:lnTo>
                    <a:lnTo>
                      <a:pt x="48" y="254"/>
                    </a:lnTo>
                    <a:lnTo>
                      <a:pt x="44" y="258"/>
                    </a:lnTo>
                    <a:lnTo>
                      <a:pt x="44" y="262"/>
                    </a:lnTo>
                    <a:lnTo>
                      <a:pt x="40" y="262"/>
                    </a:lnTo>
                    <a:lnTo>
                      <a:pt x="36" y="262"/>
                    </a:lnTo>
                    <a:lnTo>
                      <a:pt x="32" y="262"/>
                    </a:lnTo>
                    <a:lnTo>
                      <a:pt x="30" y="262"/>
                    </a:lnTo>
                    <a:lnTo>
                      <a:pt x="26" y="262"/>
                    </a:lnTo>
                    <a:lnTo>
                      <a:pt x="26" y="258"/>
                    </a:lnTo>
                    <a:lnTo>
                      <a:pt x="26" y="254"/>
                    </a:lnTo>
                    <a:lnTo>
                      <a:pt x="22" y="254"/>
                    </a:lnTo>
                    <a:lnTo>
                      <a:pt x="18" y="254"/>
                    </a:lnTo>
                    <a:lnTo>
                      <a:pt x="14" y="254"/>
                    </a:lnTo>
                    <a:lnTo>
                      <a:pt x="10" y="254"/>
                    </a:lnTo>
                    <a:lnTo>
                      <a:pt x="10" y="250"/>
                    </a:lnTo>
                    <a:lnTo>
                      <a:pt x="14" y="250"/>
                    </a:lnTo>
                    <a:lnTo>
                      <a:pt x="14" y="246"/>
                    </a:lnTo>
                    <a:lnTo>
                      <a:pt x="14" y="242"/>
                    </a:lnTo>
                    <a:lnTo>
                      <a:pt x="10" y="242"/>
                    </a:lnTo>
                    <a:lnTo>
                      <a:pt x="10" y="240"/>
                    </a:lnTo>
                    <a:lnTo>
                      <a:pt x="6" y="236"/>
                    </a:lnTo>
                    <a:lnTo>
                      <a:pt x="6" y="232"/>
                    </a:lnTo>
                    <a:lnTo>
                      <a:pt x="6" y="228"/>
                    </a:lnTo>
                    <a:lnTo>
                      <a:pt x="4" y="228"/>
                    </a:lnTo>
                    <a:lnTo>
                      <a:pt x="4" y="224"/>
                    </a:lnTo>
                    <a:lnTo>
                      <a:pt x="0" y="220"/>
                    </a:lnTo>
                    <a:lnTo>
                      <a:pt x="0" y="216"/>
                    </a:lnTo>
                    <a:lnTo>
                      <a:pt x="4" y="216"/>
                    </a:lnTo>
                    <a:lnTo>
                      <a:pt x="4" y="212"/>
                    </a:lnTo>
                    <a:lnTo>
                      <a:pt x="4" y="210"/>
                    </a:lnTo>
                    <a:lnTo>
                      <a:pt x="6" y="206"/>
                    </a:lnTo>
                    <a:lnTo>
                      <a:pt x="10" y="206"/>
                    </a:lnTo>
                    <a:lnTo>
                      <a:pt x="10" y="202"/>
                    </a:lnTo>
                    <a:lnTo>
                      <a:pt x="14" y="202"/>
                    </a:lnTo>
                    <a:lnTo>
                      <a:pt x="10" y="198"/>
                    </a:lnTo>
                    <a:lnTo>
                      <a:pt x="10" y="194"/>
                    </a:lnTo>
                    <a:lnTo>
                      <a:pt x="10" y="190"/>
                    </a:lnTo>
                    <a:lnTo>
                      <a:pt x="14" y="190"/>
                    </a:lnTo>
                    <a:lnTo>
                      <a:pt x="14" y="186"/>
                    </a:lnTo>
                    <a:lnTo>
                      <a:pt x="14" y="184"/>
                    </a:lnTo>
                    <a:lnTo>
                      <a:pt x="14" y="180"/>
                    </a:lnTo>
                    <a:lnTo>
                      <a:pt x="18" y="180"/>
                    </a:lnTo>
                    <a:lnTo>
                      <a:pt x="22" y="176"/>
                    </a:lnTo>
                    <a:lnTo>
                      <a:pt x="22" y="172"/>
                    </a:lnTo>
                    <a:lnTo>
                      <a:pt x="26" y="172"/>
                    </a:lnTo>
                    <a:lnTo>
                      <a:pt x="30" y="172"/>
                    </a:lnTo>
                    <a:lnTo>
                      <a:pt x="30" y="168"/>
                    </a:lnTo>
                    <a:lnTo>
                      <a:pt x="32" y="168"/>
                    </a:lnTo>
                    <a:lnTo>
                      <a:pt x="36" y="168"/>
                    </a:lnTo>
                    <a:lnTo>
                      <a:pt x="40" y="164"/>
                    </a:lnTo>
                    <a:lnTo>
                      <a:pt x="40" y="168"/>
                    </a:lnTo>
                    <a:lnTo>
                      <a:pt x="44" y="168"/>
                    </a:lnTo>
                    <a:lnTo>
                      <a:pt x="44" y="164"/>
                    </a:lnTo>
                    <a:lnTo>
                      <a:pt x="48" y="164"/>
                    </a:lnTo>
                    <a:lnTo>
                      <a:pt x="52" y="164"/>
                    </a:lnTo>
                    <a:lnTo>
                      <a:pt x="52" y="160"/>
                    </a:lnTo>
                    <a:lnTo>
                      <a:pt x="52" y="164"/>
                    </a:lnTo>
                    <a:lnTo>
                      <a:pt x="56" y="164"/>
                    </a:lnTo>
                    <a:lnTo>
                      <a:pt x="60" y="164"/>
                    </a:lnTo>
                    <a:lnTo>
                      <a:pt x="60" y="156"/>
                    </a:lnTo>
                    <a:lnTo>
                      <a:pt x="60" y="150"/>
                    </a:lnTo>
                    <a:lnTo>
                      <a:pt x="62" y="136"/>
                    </a:lnTo>
                    <a:lnTo>
                      <a:pt x="62" y="132"/>
                    </a:lnTo>
                    <a:lnTo>
                      <a:pt x="62" y="124"/>
                    </a:lnTo>
                    <a:lnTo>
                      <a:pt x="62" y="116"/>
                    </a:lnTo>
                    <a:lnTo>
                      <a:pt x="66" y="116"/>
                    </a:lnTo>
                    <a:lnTo>
                      <a:pt x="66" y="114"/>
                    </a:lnTo>
                    <a:lnTo>
                      <a:pt x="66" y="110"/>
                    </a:lnTo>
                    <a:lnTo>
                      <a:pt x="62" y="110"/>
                    </a:lnTo>
                    <a:lnTo>
                      <a:pt x="66" y="110"/>
                    </a:lnTo>
                    <a:lnTo>
                      <a:pt x="62" y="110"/>
                    </a:lnTo>
                    <a:lnTo>
                      <a:pt x="62" y="106"/>
                    </a:lnTo>
                    <a:lnTo>
                      <a:pt x="62" y="102"/>
                    </a:lnTo>
                    <a:lnTo>
                      <a:pt x="60" y="102"/>
                    </a:lnTo>
                    <a:lnTo>
                      <a:pt x="60" y="98"/>
                    </a:lnTo>
                    <a:lnTo>
                      <a:pt x="56" y="94"/>
                    </a:lnTo>
                    <a:lnTo>
                      <a:pt x="56" y="90"/>
                    </a:lnTo>
                    <a:lnTo>
                      <a:pt x="56" y="86"/>
                    </a:lnTo>
                    <a:lnTo>
                      <a:pt x="56" y="84"/>
                    </a:lnTo>
                    <a:lnTo>
                      <a:pt x="60" y="84"/>
                    </a:lnTo>
                    <a:lnTo>
                      <a:pt x="62" y="80"/>
                    </a:lnTo>
                    <a:lnTo>
                      <a:pt x="66" y="80"/>
                    </a:lnTo>
                    <a:lnTo>
                      <a:pt x="66" y="84"/>
                    </a:lnTo>
                    <a:lnTo>
                      <a:pt x="70" y="84"/>
                    </a:lnTo>
                    <a:lnTo>
                      <a:pt x="70" y="80"/>
                    </a:lnTo>
                    <a:lnTo>
                      <a:pt x="66" y="76"/>
                    </a:lnTo>
                    <a:lnTo>
                      <a:pt x="62" y="76"/>
                    </a:lnTo>
                    <a:lnTo>
                      <a:pt x="60" y="76"/>
                    </a:lnTo>
                    <a:lnTo>
                      <a:pt x="60" y="64"/>
                    </a:lnTo>
                    <a:lnTo>
                      <a:pt x="62" y="60"/>
                    </a:lnTo>
                    <a:lnTo>
                      <a:pt x="66" y="64"/>
                    </a:lnTo>
                    <a:lnTo>
                      <a:pt x="70" y="64"/>
                    </a:lnTo>
                    <a:lnTo>
                      <a:pt x="74" y="64"/>
                    </a:lnTo>
                    <a:lnTo>
                      <a:pt x="82" y="64"/>
                    </a:lnTo>
                    <a:lnTo>
                      <a:pt x="82" y="60"/>
                    </a:lnTo>
                    <a:lnTo>
                      <a:pt x="82" y="56"/>
                    </a:lnTo>
                    <a:lnTo>
                      <a:pt x="82" y="60"/>
                    </a:lnTo>
                    <a:lnTo>
                      <a:pt x="86" y="60"/>
                    </a:lnTo>
                    <a:lnTo>
                      <a:pt x="86" y="64"/>
                    </a:lnTo>
                    <a:lnTo>
                      <a:pt x="86" y="60"/>
                    </a:lnTo>
                    <a:lnTo>
                      <a:pt x="88" y="60"/>
                    </a:lnTo>
                    <a:lnTo>
                      <a:pt x="88" y="56"/>
                    </a:lnTo>
                    <a:lnTo>
                      <a:pt x="92" y="56"/>
                    </a:lnTo>
                    <a:lnTo>
                      <a:pt x="96" y="56"/>
                    </a:lnTo>
                    <a:lnTo>
                      <a:pt x="96" y="60"/>
                    </a:lnTo>
                    <a:lnTo>
                      <a:pt x="96" y="64"/>
                    </a:lnTo>
                    <a:lnTo>
                      <a:pt x="100" y="68"/>
                    </a:lnTo>
                    <a:lnTo>
                      <a:pt x="96" y="68"/>
                    </a:lnTo>
                    <a:lnTo>
                      <a:pt x="96" y="72"/>
                    </a:lnTo>
                    <a:lnTo>
                      <a:pt x="100" y="72"/>
                    </a:lnTo>
                    <a:lnTo>
                      <a:pt x="104" y="72"/>
                    </a:lnTo>
                    <a:lnTo>
                      <a:pt x="108" y="80"/>
                    </a:lnTo>
                    <a:lnTo>
                      <a:pt x="112" y="80"/>
                    </a:lnTo>
                    <a:lnTo>
                      <a:pt x="116" y="80"/>
                    </a:lnTo>
                    <a:lnTo>
                      <a:pt x="116" y="76"/>
                    </a:lnTo>
                    <a:lnTo>
                      <a:pt x="118" y="76"/>
                    </a:lnTo>
                    <a:lnTo>
                      <a:pt x="118" y="80"/>
                    </a:lnTo>
                    <a:lnTo>
                      <a:pt x="118" y="84"/>
                    </a:lnTo>
                    <a:lnTo>
                      <a:pt x="118" y="80"/>
                    </a:lnTo>
                    <a:lnTo>
                      <a:pt x="122" y="80"/>
                    </a:lnTo>
                    <a:lnTo>
                      <a:pt x="122" y="76"/>
                    </a:lnTo>
                    <a:lnTo>
                      <a:pt x="126" y="76"/>
                    </a:lnTo>
                    <a:lnTo>
                      <a:pt x="126" y="72"/>
                    </a:lnTo>
                    <a:lnTo>
                      <a:pt x="130" y="72"/>
                    </a:lnTo>
                    <a:lnTo>
                      <a:pt x="132" y="68"/>
                    </a:lnTo>
                    <a:lnTo>
                      <a:pt x="136" y="68"/>
                    </a:lnTo>
                    <a:lnTo>
                      <a:pt x="140" y="64"/>
                    </a:lnTo>
                    <a:lnTo>
                      <a:pt x="140" y="60"/>
                    </a:lnTo>
                    <a:lnTo>
                      <a:pt x="140" y="56"/>
                    </a:lnTo>
                    <a:lnTo>
                      <a:pt x="144" y="56"/>
                    </a:lnTo>
                    <a:lnTo>
                      <a:pt x="148" y="56"/>
                    </a:lnTo>
                    <a:lnTo>
                      <a:pt x="148" y="54"/>
                    </a:lnTo>
                    <a:lnTo>
                      <a:pt x="152" y="54"/>
                    </a:lnTo>
                    <a:lnTo>
                      <a:pt x="152" y="50"/>
                    </a:lnTo>
                    <a:lnTo>
                      <a:pt x="148" y="50"/>
                    </a:lnTo>
                    <a:lnTo>
                      <a:pt x="144" y="50"/>
                    </a:lnTo>
                    <a:lnTo>
                      <a:pt x="140" y="50"/>
                    </a:lnTo>
                    <a:lnTo>
                      <a:pt x="140" y="46"/>
                    </a:lnTo>
                    <a:lnTo>
                      <a:pt x="140" y="42"/>
                    </a:lnTo>
                    <a:lnTo>
                      <a:pt x="140" y="38"/>
                    </a:lnTo>
                    <a:lnTo>
                      <a:pt x="136" y="38"/>
                    </a:lnTo>
                    <a:lnTo>
                      <a:pt x="136" y="34"/>
                    </a:lnTo>
                    <a:lnTo>
                      <a:pt x="136" y="30"/>
                    </a:lnTo>
                    <a:lnTo>
                      <a:pt x="136" y="28"/>
                    </a:lnTo>
                    <a:lnTo>
                      <a:pt x="132" y="28"/>
                    </a:lnTo>
                    <a:lnTo>
                      <a:pt x="132" y="24"/>
                    </a:lnTo>
                    <a:lnTo>
                      <a:pt x="130" y="24"/>
                    </a:lnTo>
                    <a:lnTo>
                      <a:pt x="130" y="20"/>
                    </a:lnTo>
                    <a:lnTo>
                      <a:pt x="132" y="20"/>
                    </a:lnTo>
                    <a:lnTo>
                      <a:pt x="132" y="24"/>
                    </a:lnTo>
                    <a:lnTo>
                      <a:pt x="136" y="20"/>
                    </a:lnTo>
                    <a:lnTo>
                      <a:pt x="136" y="24"/>
                    </a:lnTo>
                    <a:lnTo>
                      <a:pt x="140" y="24"/>
                    </a:lnTo>
                    <a:lnTo>
                      <a:pt x="140" y="28"/>
                    </a:lnTo>
                    <a:lnTo>
                      <a:pt x="140" y="24"/>
                    </a:lnTo>
                    <a:lnTo>
                      <a:pt x="144" y="24"/>
                    </a:lnTo>
                    <a:lnTo>
                      <a:pt x="148" y="24"/>
                    </a:lnTo>
                    <a:lnTo>
                      <a:pt x="148" y="28"/>
                    </a:lnTo>
                    <a:lnTo>
                      <a:pt x="148" y="24"/>
                    </a:lnTo>
                    <a:lnTo>
                      <a:pt x="152" y="24"/>
                    </a:lnTo>
                    <a:lnTo>
                      <a:pt x="152" y="28"/>
                    </a:lnTo>
                    <a:lnTo>
                      <a:pt x="156" y="30"/>
                    </a:lnTo>
                    <a:lnTo>
                      <a:pt x="160" y="30"/>
                    </a:lnTo>
                    <a:lnTo>
                      <a:pt x="160" y="28"/>
                    </a:lnTo>
                    <a:lnTo>
                      <a:pt x="160" y="24"/>
                    </a:lnTo>
                    <a:lnTo>
                      <a:pt x="162" y="24"/>
                    </a:lnTo>
                    <a:lnTo>
                      <a:pt x="162" y="20"/>
                    </a:lnTo>
                    <a:lnTo>
                      <a:pt x="166" y="20"/>
                    </a:lnTo>
                    <a:lnTo>
                      <a:pt x="166" y="24"/>
                    </a:lnTo>
                    <a:lnTo>
                      <a:pt x="170" y="20"/>
                    </a:lnTo>
                    <a:lnTo>
                      <a:pt x="174" y="20"/>
                    </a:lnTo>
                    <a:lnTo>
                      <a:pt x="178" y="20"/>
                    </a:lnTo>
                    <a:lnTo>
                      <a:pt x="178" y="16"/>
                    </a:lnTo>
                    <a:lnTo>
                      <a:pt x="182" y="16"/>
                    </a:lnTo>
                    <a:lnTo>
                      <a:pt x="186" y="16"/>
                    </a:lnTo>
                    <a:lnTo>
                      <a:pt x="186" y="12"/>
                    </a:lnTo>
                    <a:lnTo>
                      <a:pt x="188" y="12"/>
                    </a:lnTo>
                    <a:lnTo>
                      <a:pt x="188" y="8"/>
                    </a:lnTo>
                    <a:lnTo>
                      <a:pt x="188" y="4"/>
                    </a:lnTo>
                    <a:lnTo>
                      <a:pt x="192" y="4"/>
                    </a:lnTo>
                    <a:lnTo>
                      <a:pt x="192" y="0"/>
                    </a:lnTo>
                    <a:lnTo>
                      <a:pt x="196" y="0"/>
                    </a:lnTo>
                    <a:lnTo>
                      <a:pt x="196" y="4"/>
                    </a:lnTo>
                    <a:lnTo>
                      <a:pt x="196" y="8"/>
                    </a:lnTo>
                    <a:lnTo>
                      <a:pt x="196" y="12"/>
                    </a:lnTo>
                    <a:lnTo>
                      <a:pt x="196" y="16"/>
                    </a:lnTo>
                    <a:lnTo>
                      <a:pt x="200" y="16"/>
                    </a:lnTo>
                    <a:lnTo>
                      <a:pt x="204" y="16"/>
                    </a:lnTo>
                    <a:lnTo>
                      <a:pt x="200" y="20"/>
                    </a:lnTo>
                    <a:lnTo>
                      <a:pt x="204" y="24"/>
                    </a:lnTo>
                    <a:lnTo>
                      <a:pt x="204" y="28"/>
                    </a:lnTo>
                    <a:lnTo>
                      <a:pt x="200" y="30"/>
                    </a:lnTo>
                    <a:lnTo>
                      <a:pt x="200" y="34"/>
                    </a:lnTo>
                    <a:lnTo>
                      <a:pt x="200" y="38"/>
                    </a:lnTo>
                    <a:lnTo>
                      <a:pt x="196" y="42"/>
                    </a:lnTo>
                    <a:lnTo>
                      <a:pt x="196" y="46"/>
                    </a:lnTo>
                    <a:lnTo>
                      <a:pt x="196" y="50"/>
                    </a:lnTo>
                    <a:lnTo>
                      <a:pt x="200" y="50"/>
                    </a:lnTo>
                    <a:lnTo>
                      <a:pt x="200" y="54"/>
                    </a:lnTo>
                    <a:lnTo>
                      <a:pt x="200" y="56"/>
                    </a:lnTo>
                    <a:lnTo>
                      <a:pt x="200" y="60"/>
                    </a:lnTo>
                    <a:lnTo>
                      <a:pt x="204" y="60"/>
                    </a:lnTo>
                    <a:lnTo>
                      <a:pt x="204" y="64"/>
                    </a:lnTo>
                    <a:lnTo>
                      <a:pt x="208" y="64"/>
                    </a:lnTo>
                    <a:lnTo>
                      <a:pt x="208" y="68"/>
                    </a:lnTo>
                    <a:lnTo>
                      <a:pt x="212" y="68"/>
                    </a:lnTo>
                    <a:lnTo>
                      <a:pt x="212" y="72"/>
                    </a:lnTo>
                    <a:lnTo>
                      <a:pt x="216" y="72"/>
                    </a:lnTo>
                    <a:lnTo>
                      <a:pt x="218" y="72"/>
                    </a:lnTo>
                    <a:lnTo>
                      <a:pt x="218" y="68"/>
                    </a:lnTo>
                    <a:lnTo>
                      <a:pt x="222" y="64"/>
                    </a:lnTo>
                    <a:lnTo>
                      <a:pt x="222" y="68"/>
                    </a:lnTo>
                    <a:lnTo>
                      <a:pt x="226" y="68"/>
                    </a:lnTo>
                    <a:lnTo>
                      <a:pt x="226" y="64"/>
                    </a:lnTo>
                    <a:lnTo>
                      <a:pt x="230" y="64"/>
                    </a:lnTo>
                    <a:lnTo>
                      <a:pt x="234" y="64"/>
                    </a:lnTo>
                    <a:lnTo>
                      <a:pt x="234" y="60"/>
                    </a:lnTo>
                    <a:lnTo>
                      <a:pt x="234" y="56"/>
                    </a:lnTo>
                    <a:lnTo>
                      <a:pt x="238" y="56"/>
                    </a:lnTo>
                    <a:lnTo>
                      <a:pt x="238" y="60"/>
                    </a:lnTo>
                    <a:lnTo>
                      <a:pt x="238" y="56"/>
                    </a:lnTo>
                    <a:lnTo>
                      <a:pt x="242" y="60"/>
                    </a:lnTo>
                    <a:lnTo>
                      <a:pt x="244" y="60"/>
                    </a:lnTo>
                    <a:lnTo>
                      <a:pt x="248" y="60"/>
                    </a:lnTo>
                    <a:lnTo>
                      <a:pt x="252" y="60"/>
                    </a:lnTo>
                    <a:lnTo>
                      <a:pt x="256" y="60"/>
                    </a:lnTo>
                    <a:lnTo>
                      <a:pt x="256" y="56"/>
                    </a:lnTo>
                    <a:lnTo>
                      <a:pt x="252" y="54"/>
                    </a:lnTo>
                    <a:lnTo>
                      <a:pt x="252" y="50"/>
                    </a:lnTo>
                    <a:lnTo>
                      <a:pt x="256" y="50"/>
                    </a:lnTo>
                    <a:lnTo>
                      <a:pt x="260" y="54"/>
                    </a:lnTo>
                    <a:lnTo>
                      <a:pt x="260" y="50"/>
                    </a:lnTo>
                    <a:lnTo>
                      <a:pt x="268" y="50"/>
                    </a:lnTo>
                    <a:lnTo>
                      <a:pt x="272" y="50"/>
                    </a:lnTo>
                    <a:lnTo>
                      <a:pt x="272" y="54"/>
                    </a:lnTo>
                    <a:lnTo>
                      <a:pt x="274" y="54"/>
                    </a:lnTo>
                    <a:lnTo>
                      <a:pt x="278" y="56"/>
                    </a:lnTo>
                    <a:lnTo>
                      <a:pt x="282" y="56"/>
                    </a:lnTo>
                    <a:lnTo>
                      <a:pt x="282" y="54"/>
                    </a:lnTo>
                    <a:lnTo>
                      <a:pt x="286" y="54"/>
                    </a:lnTo>
                    <a:lnTo>
                      <a:pt x="290" y="54"/>
                    </a:lnTo>
                    <a:lnTo>
                      <a:pt x="294" y="54"/>
                    </a:lnTo>
                    <a:lnTo>
                      <a:pt x="298" y="54"/>
                    </a:lnTo>
                    <a:lnTo>
                      <a:pt x="298" y="56"/>
                    </a:lnTo>
                    <a:lnTo>
                      <a:pt x="298" y="54"/>
                    </a:lnTo>
                    <a:lnTo>
                      <a:pt x="302" y="54"/>
                    </a:lnTo>
                    <a:lnTo>
                      <a:pt x="302" y="50"/>
                    </a:lnTo>
                    <a:lnTo>
                      <a:pt x="304" y="50"/>
                    </a:lnTo>
                    <a:lnTo>
                      <a:pt x="304" y="46"/>
                    </a:lnTo>
                    <a:lnTo>
                      <a:pt x="304" y="42"/>
                    </a:lnTo>
                    <a:lnTo>
                      <a:pt x="304" y="38"/>
                    </a:lnTo>
                    <a:lnTo>
                      <a:pt x="308" y="38"/>
                    </a:lnTo>
                    <a:lnTo>
                      <a:pt x="308" y="34"/>
                    </a:lnTo>
                    <a:lnTo>
                      <a:pt x="312" y="30"/>
                    </a:lnTo>
                    <a:lnTo>
                      <a:pt x="312" y="28"/>
                    </a:lnTo>
                    <a:lnTo>
                      <a:pt x="312" y="24"/>
                    </a:lnTo>
                    <a:lnTo>
                      <a:pt x="316" y="24"/>
                    </a:lnTo>
                    <a:lnTo>
                      <a:pt x="316" y="20"/>
                    </a:lnTo>
                    <a:lnTo>
                      <a:pt x="320" y="24"/>
                    </a:lnTo>
                    <a:lnTo>
                      <a:pt x="316" y="20"/>
                    </a:lnTo>
                    <a:lnTo>
                      <a:pt x="316" y="16"/>
                    </a:lnTo>
                    <a:lnTo>
                      <a:pt x="320" y="20"/>
                    </a:lnTo>
                    <a:lnTo>
                      <a:pt x="324" y="24"/>
                    </a:lnTo>
                    <a:lnTo>
                      <a:pt x="324" y="28"/>
                    </a:lnTo>
                    <a:lnTo>
                      <a:pt x="324" y="30"/>
                    </a:lnTo>
                    <a:lnTo>
                      <a:pt x="324" y="34"/>
                    </a:lnTo>
                    <a:lnTo>
                      <a:pt x="324" y="38"/>
                    </a:lnTo>
                    <a:lnTo>
                      <a:pt x="324" y="42"/>
                    </a:lnTo>
                    <a:lnTo>
                      <a:pt x="328" y="42"/>
                    </a:lnTo>
                    <a:lnTo>
                      <a:pt x="328" y="46"/>
                    </a:lnTo>
                    <a:lnTo>
                      <a:pt x="328" y="50"/>
                    </a:lnTo>
                    <a:lnTo>
                      <a:pt x="330" y="56"/>
                    </a:lnTo>
                    <a:lnTo>
                      <a:pt x="330" y="60"/>
                    </a:lnTo>
                    <a:lnTo>
                      <a:pt x="334" y="60"/>
                    </a:lnTo>
                    <a:lnTo>
                      <a:pt x="338" y="60"/>
                    </a:lnTo>
                    <a:lnTo>
                      <a:pt x="342" y="64"/>
                    </a:lnTo>
                    <a:lnTo>
                      <a:pt x="342" y="68"/>
                    </a:lnTo>
                    <a:lnTo>
                      <a:pt x="338" y="72"/>
                    </a:lnTo>
                    <a:lnTo>
                      <a:pt x="342" y="72"/>
                    </a:lnTo>
                    <a:lnTo>
                      <a:pt x="338" y="72"/>
                    </a:lnTo>
                    <a:lnTo>
                      <a:pt x="338" y="76"/>
                    </a:lnTo>
                    <a:lnTo>
                      <a:pt x="334" y="76"/>
                    </a:lnTo>
                    <a:lnTo>
                      <a:pt x="334" y="80"/>
                    </a:lnTo>
                    <a:lnTo>
                      <a:pt x="330" y="84"/>
                    </a:lnTo>
                    <a:lnTo>
                      <a:pt x="330" y="86"/>
                    </a:lnTo>
                    <a:lnTo>
                      <a:pt x="328" y="90"/>
                    </a:lnTo>
                    <a:lnTo>
                      <a:pt x="324" y="90"/>
                    </a:lnTo>
                    <a:lnTo>
                      <a:pt x="324" y="94"/>
                    </a:lnTo>
                    <a:lnTo>
                      <a:pt x="320" y="94"/>
                    </a:lnTo>
                    <a:lnTo>
                      <a:pt x="320" y="98"/>
                    </a:lnTo>
                    <a:lnTo>
                      <a:pt x="320" y="102"/>
                    </a:lnTo>
                    <a:lnTo>
                      <a:pt x="316" y="102"/>
                    </a:lnTo>
                    <a:lnTo>
                      <a:pt x="316" y="106"/>
                    </a:lnTo>
                    <a:lnTo>
                      <a:pt x="316" y="110"/>
                    </a:lnTo>
                    <a:lnTo>
                      <a:pt x="312" y="114"/>
                    </a:lnTo>
                    <a:lnTo>
                      <a:pt x="312" y="116"/>
                    </a:lnTo>
                    <a:lnTo>
                      <a:pt x="308" y="116"/>
                    </a:lnTo>
                    <a:lnTo>
                      <a:pt x="304" y="116"/>
                    </a:lnTo>
                    <a:lnTo>
                      <a:pt x="304" y="120"/>
                    </a:lnTo>
                    <a:lnTo>
                      <a:pt x="302" y="116"/>
                    </a:lnTo>
                    <a:lnTo>
                      <a:pt x="302" y="120"/>
                    </a:lnTo>
                    <a:lnTo>
                      <a:pt x="304" y="120"/>
                    </a:lnTo>
                    <a:lnTo>
                      <a:pt x="308" y="120"/>
                    </a:lnTo>
                    <a:lnTo>
                      <a:pt x="312" y="120"/>
                    </a:lnTo>
                    <a:lnTo>
                      <a:pt x="312" y="116"/>
                    </a:lnTo>
                    <a:lnTo>
                      <a:pt x="316" y="116"/>
                    </a:lnTo>
                    <a:lnTo>
                      <a:pt x="320" y="116"/>
                    </a:lnTo>
                    <a:lnTo>
                      <a:pt x="324" y="114"/>
                    </a:lnTo>
                    <a:lnTo>
                      <a:pt x="324" y="110"/>
                    </a:lnTo>
                    <a:lnTo>
                      <a:pt x="328" y="110"/>
                    </a:lnTo>
                    <a:lnTo>
                      <a:pt x="328" y="114"/>
                    </a:lnTo>
                    <a:lnTo>
                      <a:pt x="328" y="116"/>
                    </a:lnTo>
                    <a:lnTo>
                      <a:pt x="328" y="120"/>
                    </a:lnTo>
                    <a:lnTo>
                      <a:pt x="330" y="120"/>
                    </a:lnTo>
                    <a:lnTo>
                      <a:pt x="330" y="124"/>
                    </a:lnTo>
                    <a:lnTo>
                      <a:pt x="328" y="124"/>
                    </a:lnTo>
                    <a:lnTo>
                      <a:pt x="324" y="124"/>
                    </a:lnTo>
                    <a:lnTo>
                      <a:pt x="320" y="124"/>
                    </a:lnTo>
                    <a:lnTo>
                      <a:pt x="320" y="120"/>
                    </a:lnTo>
                    <a:lnTo>
                      <a:pt x="320" y="124"/>
                    </a:lnTo>
                    <a:lnTo>
                      <a:pt x="320" y="128"/>
                    </a:lnTo>
                    <a:lnTo>
                      <a:pt x="316" y="128"/>
                    </a:lnTo>
                    <a:lnTo>
                      <a:pt x="320" y="132"/>
                    </a:lnTo>
                    <a:lnTo>
                      <a:pt x="320" y="128"/>
                    </a:lnTo>
                    <a:lnTo>
                      <a:pt x="320" y="124"/>
                    </a:lnTo>
                    <a:lnTo>
                      <a:pt x="324" y="124"/>
                    </a:lnTo>
                    <a:lnTo>
                      <a:pt x="324" y="128"/>
                    </a:lnTo>
                    <a:lnTo>
                      <a:pt x="324" y="132"/>
                    </a:lnTo>
                    <a:lnTo>
                      <a:pt x="324" y="136"/>
                    </a:lnTo>
                    <a:lnTo>
                      <a:pt x="328" y="136"/>
                    </a:lnTo>
                    <a:lnTo>
                      <a:pt x="324" y="132"/>
                    </a:lnTo>
                    <a:lnTo>
                      <a:pt x="328" y="128"/>
                    </a:lnTo>
                    <a:lnTo>
                      <a:pt x="330" y="132"/>
                    </a:lnTo>
                    <a:lnTo>
                      <a:pt x="328" y="128"/>
                    </a:lnTo>
                    <a:lnTo>
                      <a:pt x="328" y="124"/>
                    </a:lnTo>
                    <a:lnTo>
                      <a:pt x="330" y="124"/>
                    </a:lnTo>
                    <a:lnTo>
                      <a:pt x="334" y="124"/>
                    </a:lnTo>
                    <a:lnTo>
                      <a:pt x="330" y="124"/>
                    </a:lnTo>
                    <a:lnTo>
                      <a:pt x="334" y="124"/>
                    </a:lnTo>
                    <a:lnTo>
                      <a:pt x="338" y="124"/>
                    </a:lnTo>
                    <a:lnTo>
                      <a:pt x="342" y="124"/>
                    </a:lnTo>
                    <a:lnTo>
                      <a:pt x="346" y="124"/>
                    </a:lnTo>
                    <a:lnTo>
                      <a:pt x="346" y="120"/>
                    </a:lnTo>
                    <a:lnTo>
                      <a:pt x="350" y="120"/>
                    </a:lnTo>
                    <a:lnTo>
                      <a:pt x="350" y="124"/>
                    </a:lnTo>
                    <a:lnTo>
                      <a:pt x="350" y="128"/>
                    </a:lnTo>
                    <a:lnTo>
                      <a:pt x="346" y="128"/>
                    </a:lnTo>
                    <a:lnTo>
                      <a:pt x="346" y="132"/>
                    </a:lnTo>
                    <a:lnTo>
                      <a:pt x="346" y="136"/>
                    </a:lnTo>
                    <a:lnTo>
                      <a:pt x="346" y="132"/>
                    </a:lnTo>
                    <a:lnTo>
                      <a:pt x="350" y="132"/>
                    </a:lnTo>
                    <a:lnTo>
                      <a:pt x="350" y="128"/>
                    </a:lnTo>
                    <a:lnTo>
                      <a:pt x="350" y="124"/>
                    </a:lnTo>
                    <a:lnTo>
                      <a:pt x="354" y="124"/>
                    </a:lnTo>
                    <a:lnTo>
                      <a:pt x="358" y="120"/>
                    </a:lnTo>
                    <a:lnTo>
                      <a:pt x="358" y="116"/>
                    </a:lnTo>
                    <a:lnTo>
                      <a:pt x="360" y="116"/>
                    </a:lnTo>
                    <a:lnTo>
                      <a:pt x="360" y="120"/>
                    </a:lnTo>
                    <a:lnTo>
                      <a:pt x="360" y="116"/>
                    </a:lnTo>
                    <a:lnTo>
                      <a:pt x="364" y="116"/>
                    </a:lnTo>
                    <a:lnTo>
                      <a:pt x="360" y="116"/>
                    </a:lnTo>
                    <a:lnTo>
                      <a:pt x="360" y="114"/>
                    </a:lnTo>
                    <a:lnTo>
                      <a:pt x="360" y="116"/>
                    </a:lnTo>
                    <a:lnTo>
                      <a:pt x="364" y="116"/>
                    </a:lnTo>
                    <a:lnTo>
                      <a:pt x="364" y="114"/>
                    </a:lnTo>
                    <a:lnTo>
                      <a:pt x="364" y="110"/>
                    </a:lnTo>
                    <a:lnTo>
                      <a:pt x="364" y="106"/>
                    </a:lnTo>
                    <a:lnTo>
                      <a:pt x="368" y="106"/>
                    </a:lnTo>
                    <a:lnTo>
                      <a:pt x="372" y="102"/>
                    </a:lnTo>
                    <a:lnTo>
                      <a:pt x="372" y="106"/>
                    </a:lnTo>
                    <a:lnTo>
                      <a:pt x="372" y="102"/>
                    </a:lnTo>
                    <a:lnTo>
                      <a:pt x="376" y="102"/>
                    </a:lnTo>
                    <a:lnTo>
                      <a:pt x="376" y="106"/>
                    </a:lnTo>
                    <a:lnTo>
                      <a:pt x="376" y="102"/>
                    </a:lnTo>
                    <a:lnTo>
                      <a:pt x="380" y="102"/>
                    </a:lnTo>
                    <a:lnTo>
                      <a:pt x="380" y="106"/>
                    </a:lnTo>
                    <a:lnTo>
                      <a:pt x="384" y="106"/>
                    </a:lnTo>
                    <a:lnTo>
                      <a:pt x="384" y="110"/>
                    </a:lnTo>
                    <a:lnTo>
                      <a:pt x="384" y="106"/>
                    </a:lnTo>
                    <a:lnTo>
                      <a:pt x="386" y="106"/>
                    </a:lnTo>
                    <a:lnTo>
                      <a:pt x="386" y="110"/>
                    </a:lnTo>
                    <a:lnTo>
                      <a:pt x="390" y="110"/>
                    </a:lnTo>
                    <a:lnTo>
                      <a:pt x="394" y="110"/>
                    </a:lnTo>
                    <a:lnTo>
                      <a:pt x="394" y="114"/>
                    </a:lnTo>
                    <a:lnTo>
                      <a:pt x="390" y="114"/>
                    </a:lnTo>
                    <a:lnTo>
                      <a:pt x="394" y="114"/>
                    </a:lnTo>
                    <a:lnTo>
                      <a:pt x="398" y="110"/>
                    </a:lnTo>
                    <a:lnTo>
                      <a:pt x="398" y="114"/>
                    </a:lnTo>
                    <a:lnTo>
                      <a:pt x="402" y="114"/>
                    </a:lnTo>
                    <a:lnTo>
                      <a:pt x="402" y="116"/>
                    </a:lnTo>
                    <a:lnTo>
                      <a:pt x="402" y="114"/>
                    </a:lnTo>
                    <a:lnTo>
                      <a:pt x="406" y="116"/>
                    </a:lnTo>
                    <a:lnTo>
                      <a:pt x="402" y="116"/>
                    </a:lnTo>
                    <a:lnTo>
                      <a:pt x="402" y="120"/>
                    </a:lnTo>
                    <a:lnTo>
                      <a:pt x="406" y="120"/>
                    </a:lnTo>
                    <a:lnTo>
                      <a:pt x="406" y="116"/>
                    </a:lnTo>
                    <a:lnTo>
                      <a:pt x="406" y="120"/>
                    </a:lnTo>
                    <a:lnTo>
                      <a:pt x="406" y="116"/>
                    </a:lnTo>
                    <a:lnTo>
                      <a:pt x="410" y="116"/>
                    </a:lnTo>
                    <a:lnTo>
                      <a:pt x="414" y="116"/>
                    </a:lnTo>
                    <a:lnTo>
                      <a:pt x="414" y="120"/>
                    </a:lnTo>
                    <a:lnTo>
                      <a:pt x="410" y="120"/>
                    </a:lnTo>
                    <a:lnTo>
                      <a:pt x="414" y="120"/>
                    </a:lnTo>
                    <a:lnTo>
                      <a:pt x="414" y="124"/>
                    </a:lnTo>
                    <a:lnTo>
                      <a:pt x="414" y="124"/>
                    </a:lnTo>
                    <a:lnTo>
                      <a:pt x="414" y="124"/>
                    </a:lnTo>
                    <a:close/>
                    <a:moveTo>
                      <a:pt x="358" y="116"/>
                    </a:moveTo>
                    <a:lnTo>
                      <a:pt x="354" y="116"/>
                    </a:lnTo>
                    <a:lnTo>
                      <a:pt x="350" y="120"/>
                    </a:lnTo>
                    <a:lnTo>
                      <a:pt x="346" y="120"/>
                    </a:lnTo>
                    <a:lnTo>
                      <a:pt x="346" y="124"/>
                    </a:lnTo>
                    <a:lnTo>
                      <a:pt x="342" y="120"/>
                    </a:lnTo>
                    <a:lnTo>
                      <a:pt x="342" y="124"/>
                    </a:lnTo>
                    <a:lnTo>
                      <a:pt x="338" y="124"/>
                    </a:lnTo>
                    <a:lnTo>
                      <a:pt x="338" y="120"/>
                    </a:lnTo>
                    <a:lnTo>
                      <a:pt x="338" y="124"/>
                    </a:lnTo>
                    <a:lnTo>
                      <a:pt x="334" y="124"/>
                    </a:lnTo>
                    <a:lnTo>
                      <a:pt x="330" y="124"/>
                    </a:lnTo>
                    <a:lnTo>
                      <a:pt x="330" y="120"/>
                    </a:lnTo>
                    <a:lnTo>
                      <a:pt x="328" y="120"/>
                    </a:lnTo>
                    <a:lnTo>
                      <a:pt x="328" y="116"/>
                    </a:lnTo>
                    <a:lnTo>
                      <a:pt x="328" y="114"/>
                    </a:lnTo>
                    <a:lnTo>
                      <a:pt x="330" y="114"/>
                    </a:lnTo>
                    <a:lnTo>
                      <a:pt x="330" y="110"/>
                    </a:lnTo>
                    <a:lnTo>
                      <a:pt x="330" y="114"/>
                    </a:lnTo>
                    <a:lnTo>
                      <a:pt x="330" y="110"/>
                    </a:lnTo>
                    <a:lnTo>
                      <a:pt x="328" y="110"/>
                    </a:lnTo>
                    <a:lnTo>
                      <a:pt x="328" y="106"/>
                    </a:lnTo>
                    <a:lnTo>
                      <a:pt x="328" y="102"/>
                    </a:lnTo>
                    <a:lnTo>
                      <a:pt x="330" y="102"/>
                    </a:lnTo>
                    <a:lnTo>
                      <a:pt x="330" y="106"/>
                    </a:lnTo>
                    <a:lnTo>
                      <a:pt x="330" y="102"/>
                    </a:lnTo>
                    <a:lnTo>
                      <a:pt x="330" y="98"/>
                    </a:lnTo>
                    <a:lnTo>
                      <a:pt x="330" y="94"/>
                    </a:lnTo>
                    <a:lnTo>
                      <a:pt x="334" y="94"/>
                    </a:lnTo>
                    <a:lnTo>
                      <a:pt x="338" y="94"/>
                    </a:lnTo>
                    <a:lnTo>
                      <a:pt x="342" y="94"/>
                    </a:lnTo>
                    <a:lnTo>
                      <a:pt x="342" y="98"/>
                    </a:lnTo>
                    <a:lnTo>
                      <a:pt x="346" y="98"/>
                    </a:lnTo>
                    <a:lnTo>
                      <a:pt x="350" y="98"/>
                    </a:lnTo>
                    <a:lnTo>
                      <a:pt x="350" y="94"/>
                    </a:lnTo>
                    <a:lnTo>
                      <a:pt x="354" y="94"/>
                    </a:lnTo>
                    <a:lnTo>
                      <a:pt x="358" y="94"/>
                    </a:lnTo>
                    <a:lnTo>
                      <a:pt x="358" y="98"/>
                    </a:lnTo>
                    <a:lnTo>
                      <a:pt x="360" y="98"/>
                    </a:lnTo>
                    <a:lnTo>
                      <a:pt x="360" y="102"/>
                    </a:lnTo>
                    <a:lnTo>
                      <a:pt x="360" y="106"/>
                    </a:lnTo>
                    <a:lnTo>
                      <a:pt x="360" y="110"/>
                    </a:lnTo>
                    <a:lnTo>
                      <a:pt x="358" y="110"/>
                    </a:lnTo>
                    <a:lnTo>
                      <a:pt x="358" y="114"/>
                    </a:lnTo>
                    <a:lnTo>
                      <a:pt x="358" y="116"/>
                    </a:lnTo>
                    <a:lnTo>
                      <a:pt x="358" y="116"/>
                    </a:lnTo>
                    <a:lnTo>
                      <a:pt x="358" y="116"/>
                    </a:lnTo>
                    <a:close/>
                    <a:moveTo>
                      <a:pt x="330" y="56"/>
                    </a:moveTo>
                    <a:lnTo>
                      <a:pt x="330" y="54"/>
                    </a:lnTo>
                    <a:lnTo>
                      <a:pt x="334" y="54"/>
                    </a:lnTo>
                    <a:lnTo>
                      <a:pt x="334" y="56"/>
                    </a:lnTo>
                    <a:lnTo>
                      <a:pt x="330" y="56"/>
                    </a:lnTo>
                    <a:lnTo>
                      <a:pt x="330" y="56"/>
                    </a:lnTo>
                    <a:lnTo>
                      <a:pt x="330" y="56"/>
                    </a:lnTo>
                    <a:close/>
                    <a:moveTo>
                      <a:pt x="334" y="60"/>
                    </a:moveTo>
                    <a:lnTo>
                      <a:pt x="330" y="56"/>
                    </a:lnTo>
                    <a:lnTo>
                      <a:pt x="334" y="56"/>
                    </a:lnTo>
                    <a:lnTo>
                      <a:pt x="334" y="60"/>
                    </a:lnTo>
                    <a:lnTo>
                      <a:pt x="334" y="60"/>
                    </a:lnTo>
                    <a:lnTo>
                      <a:pt x="334" y="60"/>
                    </a:lnTo>
                    <a:close/>
                    <a:moveTo>
                      <a:pt x="338" y="76"/>
                    </a:moveTo>
                    <a:lnTo>
                      <a:pt x="342" y="76"/>
                    </a:lnTo>
                    <a:lnTo>
                      <a:pt x="338" y="76"/>
                    </a:lnTo>
                    <a:lnTo>
                      <a:pt x="338" y="76"/>
                    </a:lnTo>
                    <a:lnTo>
                      <a:pt x="338" y="76"/>
                    </a:lnTo>
                    <a:close/>
                    <a:moveTo>
                      <a:pt x="334" y="80"/>
                    </a:moveTo>
                    <a:lnTo>
                      <a:pt x="334" y="76"/>
                    </a:lnTo>
                    <a:lnTo>
                      <a:pt x="338" y="76"/>
                    </a:lnTo>
                    <a:lnTo>
                      <a:pt x="338" y="80"/>
                    </a:lnTo>
                    <a:lnTo>
                      <a:pt x="338" y="76"/>
                    </a:lnTo>
                    <a:lnTo>
                      <a:pt x="338" y="80"/>
                    </a:lnTo>
                    <a:lnTo>
                      <a:pt x="334" y="80"/>
                    </a:lnTo>
                    <a:lnTo>
                      <a:pt x="334" y="80"/>
                    </a:lnTo>
                    <a:lnTo>
                      <a:pt x="334" y="80"/>
                    </a:lnTo>
                    <a:close/>
                    <a:moveTo>
                      <a:pt x="334" y="86"/>
                    </a:moveTo>
                    <a:lnTo>
                      <a:pt x="334" y="84"/>
                    </a:lnTo>
                    <a:lnTo>
                      <a:pt x="338" y="84"/>
                    </a:lnTo>
                    <a:lnTo>
                      <a:pt x="338" y="86"/>
                    </a:lnTo>
                    <a:lnTo>
                      <a:pt x="334" y="86"/>
                    </a:lnTo>
                    <a:lnTo>
                      <a:pt x="334" y="86"/>
                    </a:lnTo>
                    <a:lnTo>
                      <a:pt x="334" y="86"/>
                    </a:lnTo>
                    <a:close/>
                    <a:moveTo>
                      <a:pt x="334" y="90"/>
                    </a:moveTo>
                    <a:lnTo>
                      <a:pt x="330" y="90"/>
                    </a:lnTo>
                    <a:lnTo>
                      <a:pt x="330" y="86"/>
                    </a:lnTo>
                    <a:lnTo>
                      <a:pt x="334" y="86"/>
                    </a:lnTo>
                    <a:lnTo>
                      <a:pt x="334" y="84"/>
                    </a:lnTo>
                    <a:lnTo>
                      <a:pt x="334" y="86"/>
                    </a:lnTo>
                    <a:lnTo>
                      <a:pt x="334" y="90"/>
                    </a:lnTo>
                    <a:lnTo>
                      <a:pt x="334" y="90"/>
                    </a:lnTo>
                    <a:lnTo>
                      <a:pt x="334" y="90"/>
                    </a:lnTo>
                    <a:close/>
                    <a:moveTo>
                      <a:pt x="338" y="90"/>
                    </a:moveTo>
                    <a:lnTo>
                      <a:pt x="334" y="90"/>
                    </a:lnTo>
                    <a:lnTo>
                      <a:pt x="338" y="90"/>
                    </a:lnTo>
                    <a:lnTo>
                      <a:pt x="338" y="86"/>
                    </a:lnTo>
                    <a:lnTo>
                      <a:pt x="342" y="86"/>
                    </a:lnTo>
                    <a:lnTo>
                      <a:pt x="346" y="86"/>
                    </a:lnTo>
                    <a:lnTo>
                      <a:pt x="346" y="90"/>
                    </a:lnTo>
                    <a:lnTo>
                      <a:pt x="342" y="90"/>
                    </a:lnTo>
                    <a:lnTo>
                      <a:pt x="342" y="94"/>
                    </a:lnTo>
                    <a:lnTo>
                      <a:pt x="338" y="94"/>
                    </a:lnTo>
                    <a:lnTo>
                      <a:pt x="338" y="90"/>
                    </a:lnTo>
                    <a:lnTo>
                      <a:pt x="338" y="90"/>
                    </a:lnTo>
                    <a:lnTo>
                      <a:pt x="338" y="90"/>
                    </a:lnTo>
                    <a:close/>
                    <a:moveTo>
                      <a:pt x="330" y="94"/>
                    </a:moveTo>
                    <a:lnTo>
                      <a:pt x="330" y="90"/>
                    </a:lnTo>
                    <a:lnTo>
                      <a:pt x="334" y="90"/>
                    </a:lnTo>
                    <a:lnTo>
                      <a:pt x="334" y="94"/>
                    </a:lnTo>
                    <a:lnTo>
                      <a:pt x="330" y="94"/>
                    </a:lnTo>
                    <a:lnTo>
                      <a:pt x="330" y="94"/>
                    </a:lnTo>
                    <a:lnTo>
                      <a:pt x="330" y="94"/>
                    </a:lnTo>
                    <a:close/>
                    <a:moveTo>
                      <a:pt x="342" y="90"/>
                    </a:moveTo>
                    <a:lnTo>
                      <a:pt x="346" y="90"/>
                    </a:lnTo>
                    <a:lnTo>
                      <a:pt x="350" y="90"/>
                    </a:lnTo>
                    <a:lnTo>
                      <a:pt x="350" y="94"/>
                    </a:lnTo>
                    <a:lnTo>
                      <a:pt x="346" y="94"/>
                    </a:lnTo>
                    <a:lnTo>
                      <a:pt x="342" y="94"/>
                    </a:lnTo>
                    <a:lnTo>
                      <a:pt x="342" y="90"/>
                    </a:lnTo>
                    <a:lnTo>
                      <a:pt x="342" y="90"/>
                    </a:lnTo>
                    <a:lnTo>
                      <a:pt x="342" y="90"/>
                    </a:lnTo>
                    <a:close/>
                    <a:moveTo>
                      <a:pt x="328" y="90"/>
                    </a:moveTo>
                    <a:lnTo>
                      <a:pt x="330" y="90"/>
                    </a:lnTo>
                    <a:lnTo>
                      <a:pt x="328" y="90"/>
                    </a:lnTo>
                    <a:lnTo>
                      <a:pt x="328" y="94"/>
                    </a:lnTo>
                    <a:lnTo>
                      <a:pt x="328" y="90"/>
                    </a:lnTo>
                    <a:lnTo>
                      <a:pt x="328" y="90"/>
                    </a:lnTo>
                    <a:lnTo>
                      <a:pt x="328" y="90"/>
                    </a:lnTo>
                    <a:close/>
                    <a:moveTo>
                      <a:pt x="328" y="98"/>
                    </a:moveTo>
                    <a:lnTo>
                      <a:pt x="324" y="98"/>
                    </a:lnTo>
                    <a:lnTo>
                      <a:pt x="324" y="94"/>
                    </a:lnTo>
                    <a:lnTo>
                      <a:pt x="328" y="94"/>
                    </a:lnTo>
                    <a:lnTo>
                      <a:pt x="330" y="94"/>
                    </a:lnTo>
                    <a:lnTo>
                      <a:pt x="328" y="94"/>
                    </a:lnTo>
                    <a:lnTo>
                      <a:pt x="328" y="98"/>
                    </a:lnTo>
                    <a:lnTo>
                      <a:pt x="328" y="98"/>
                    </a:lnTo>
                    <a:lnTo>
                      <a:pt x="328" y="98"/>
                    </a:lnTo>
                    <a:close/>
                    <a:moveTo>
                      <a:pt x="320" y="102"/>
                    </a:moveTo>
                    <a:lnTo>
                      <a:pt x="320" y="98"/>
                    </a:lnTo>
                    <a:lnTo>
                      <a:pt x="324" y="98"/>
                    </a:lnTo>
                    <a:lnTo>
                      <a:pt x="324" y="94"/>
                    </a:lnTo>
                    <a:lnTo>
                      <a:pt x="324" y="98"/>
                    </a:lnTo>
                    <a:lnTo>
                      <a:pt x="320" y="102"/>
                    </a:lnTo>
                    <a:lnTo>
                      <a:pt x="320" y="102"/>
                    </a:lnTo>
                    <a:lnTo>
                      <a:pt x="320" y="102"/>
                    </a:lnTo>
                    <a:close/>
                    <a:moveTo>
                      <a:pt x="324" y="102"/>
                    </a:moveTo>
                    <a:lnTo>
                      <a:pt x="324" y="98"/>
                    </a:lnTo>
                    <a:lnTo>
                      <a:pt x="328" y="98"/>
                    </a:lnTo>
                    <a:lnTo>
                      <a:pt x="324" y="98"/>
                    </a:lnTo>
                    <a:lnTo>
                      <a:pt x="324" y="102"/>
                    </a:lnTo>
                    <a:lnTo>
                      <a:pt x="324" y="102"/>
                    </a:lnTo>
                    <a:lnTo>
                      <a:pt x="324" y="102"/>
                    </a:lnTo>
                    <a:close/>
                    <a:moveTo>
                      <a:pt x="328" y="102"/>
                    </a:moveTo>
                    <a:lnTo>
                      <a:pt x="328" y="98"/>
                    </a:lnTo>
                    <a:lnTo>
                      <a:pt x="328" y="102"/>
                    </a:lnTo>
                    <a:lnTo>
                      <a:pt x="328" y="102"/>
                    </a:lnTo>
                    <a:lnTo>
                      <a:pt x="328" y="102"/>
                    </a:lnTo>
                    <a:close/>
                    <a:moveTo>
                      <a:pt x="324" y="102"/>
                    </a:moveTo>
                    <a:lnTo>
                      <a:pt x="324" y="98"/>
                    </a:lnTo>
                    <a:lnTo>
                      <a:pt x="328" y="98"/>
                    </a:lnTo>
                    <a:lnTo>
                      <a:pt x="328" y="102"/>
                    </a:lnTo>
                    <a:lnTo>
                      <a:pt x="324" y="102"/>
                    </a:lnTo>
                    <a:lnTo>
                      <a:pt x="324" y="102"/>
                    </a:lnTo>
                    <a:lnTo>
                      <a:pt x="324" y="102"/>
                    </a:lnTo>
                    <a:close/>
                    <a:moveTo>
                      <a:pt x="324" y="110"/>
                    </a:moveTo>
                    <a:lnTo>
                      <a:pt x="324" y="106"/>
                    </a:lnTo>
                    <a:lnTo>
                      <a:pt x="328" y="102"/>
                    </a:lnTo>
                    <a:lnTo>
                      <a:pt x="328" y="106"/>
                    </a:lnTo>
                    <a:lnTo>
                      <a:pt x="324" y="106"/>
                    </a:lnTo>
                    <a:lnTo>
                      <a:pt x="324" y="110"/>
                    </a:lnTo>
                    <a:lnTo>
                      <a:pt x="324" y="110"/>
                    </a:lnTo>
                    <a:lnTo>
                      <a:pt x="324" y="110"/>
                    </a:lnTo>
                    <a:close/>
                    <a:moveTo>
                      <a:pt x="320" y="114"/>
                    </a:moveTo>
                    <a:lnTo>
                      <a:pt x="320" y="110"/>
                    </a:lnTo>
                    <a:lnTo>
                      <a:pt x="324" y="110"/>
                    </a:lnTo>
                    <a:lnTo>
                      <a:pt x="324" y="106"/>
                    </a:lnTo>
                    <a:lnTo>
                      <a:pt x="324" y="110"/>
                    </a:lnTo>
                    <a:lnTo>
                      <a:pt x="324" y="114"/>
                    </a:lnTo>
                    <a:lnTo>
                      <a:pt x="320" y="114"/>
                    </a:lnTo>
                    <a:lnTo>
                      <a:pt x="320" y="114"/>
                    </a:lnTo>
                    <a:lnTo>
                      <a:pt x="320" y="114"/>
                    </a:lnTo>
                    <a:close/>
                    <a:moveTo>
                      <a:pt x="328" y="106"/>
                    </a:moveTo>
                    <a:lnTo>
                      <a:pt x="328" y="110"/>
                    </a:lnTo>
                    <a:lnTo>
                      <a:pt x="324" y="110"/>
                    </a:lnTo>
                    <a:lnTo>
                      <a:pt x="324" y="114"/>
                    </a:lnTo>
                    <a:lnTo>
                      <a:pt x="324" y="110"/>
                    </a:lnTo>
                    <a:lnTo>
                      <a:pt x="324" y="106"/>
                    </a:lnTo>
                    <a:lnTo>
                      <a:pt x="328" y="106"/>
                    </a:lnTo>
                    <a:lnTo>
                      <a:pt x="328" y="106"/>
                    </a:lnTo>
                    <a:lnTo>
                      <a:pt x="328" y="106"/>
                    </a:lnTo>
                    <a:close/>
                    <a:moveTo>
                      <a:pt x="386" y="110"/>
                    </a:moveTo>
                    <a:lnTo>
                      <a:pt x="390" y="110"/>
                    </a:lnTo>
                    <a:lnTo>
                      <a:pt x="386" y="110"/>
                    </a:lnTo>
                    <a:lnTo>
                      <a:pt x="386" y="110"/>
                    </a:lnTo>
                    <a:lnTo>
                      <a:pt x="386" y="110"/>
                    </a:lnTo>
                    <a:close/>
                    <a:moveTo>
                      <a:pt x="364" y="114"/>
                    </a:moveTo>
                    <a:lnTo>
                      <a:pt x="360" y="114"/>
                    </a:lnTo>
                    <a:lnTo>
                      <a:pt x="360" y="110"/>
                    </a:lnTo>
                    <a:lnTo>
                      <a:pt x="364" y="110"/>
                    </a:lnTo>
                    <a:lnTo>
                      <a:pt x="364" y="114"/>
                    </a:lnTo>
                    <a:lnTo>
                      <a:pt x="364" y="114"/>
                    </a:lnTo>
                    <a:lnTo>
                      <a:pt x="364" y="114"/>
                    </a:lnTo>
                    <a:close/>
                    <a:moveTo>
                      <a:pt x="402" y="116"/>
                    </a:moveTo>
                    <a:lnTo>
                      <a:pt x="402" y="114"/>
                    </a:lnTo>
                    <a:lnTo>
                      <a:pt x="402" y="116"/>
                    </a:lnTo>
                    <a:lnTo>
                      <a:pt x="402" y="116"/>
                    </a:lnTo>
                    <a:lnTo>
                      <a:pt x="402" y="116"/>
                    </a:lnTo>
                    <a:close/>
                    <a:moveTo>
                      <a:pt x="410" y="116"/>
                    </a:moveTo>
                    <a:lnTo>
                      <a:pt x="410" y="114"/>
                    </a:lnTo>
                    <a:lnTo>
                      <a:pt x="414" y="114"/>
                    </a:lnTo>
                    <a:lnTo>
                      <a:pt x="414" y="116"/>
                    </a:lnTo>
                    <a:lnTo>
                      <a:pt x="410" y="116"/>
                    </a:lnTo>
                    <a:lnTo>
                      <a:pt x="410" y="116"/>
                    </a:lnTo>
                    <a:lnTo>
                      <a:pt x="410" y="116"/>
                    </a:lnTo>
                    <a:close/>
                    <a:moveTo>
                      <a:pt x="304" y="116"/>
                    </a:moveTo>
                    <a:lnTo>
                      <a:pt x="308" y="116"/>
                    </a:lnTo>
                    <a:lnTo>
                      <a:pt x="304" y="116"/>
                    </a:lnTo>
                    <a:lnTo>
                      <a:pt x="304" y="116"/>
                    </a:lnTo>
                    <a:lnTo>
                      <a:pt x="304" y="116"/>
                    </a:lnTo>
                    <a:close/>
                    <a:moveTo>
                      <a:pt x="308" y="120"/>
                    </a:moveTo>
                    <a:lnTo>
                      <a:pt x="308" y="116"/>
                    </a:lnTo>
                    <a:lnTo>
                      <a:pt x="312" y="116"/>
                    </a:lnTo>
                    <a:lnTo>
                      <a:pt x="312" y="120"/>
                    </a:lnTo>
                    <a:lnTo>
                      <a:pt x="308" y="120"/>
                    </a:lnTo>
                    <a:lnTo>
                      <a:pt x="308" y="120"/>
                    </a:lnTo>
                    <a:lnTo>
                      <a:pt x="308" y="120"/>
                    </a:lnTo>
                    <a:close/>
                    <a:moveTo>
                      <a:pt x="414" y="120"/>
                    </a:moveTo>
                    <a:lnTo>
                      <a:pt x="416" y="120"/>
                    </a:lnTo>
                    <a:lnTo>
                      <a:pt x="414" y="120"/>
                    </a:lnTo>
                    <a:lnTo>
                      <a:pt x="414" y="120"/>
                    </a:lnTo>
                    <a:lnTo>
                      <a:pt x="414" y="120"/>
                    </a:lnTo>
                    <a:close/>
                    <a:moveTo>
                      <a:pt x="354" y="124"/>
                    </a:moveTo>
                    <a:lnTo>
                      <a:pt x="354" y="120"/>
                    </a:lnTo>
                    <a:lnTo>
                      <a:pt x="354" y="124"/>
                    </a:lnTo>
                    <a:lnTo>
                      <a:pt x="354" y="124"/>
                    </a:lnTo>
                    <a:lnTo>
                      <a:pt x="354" y="124"/>
                    </a:lnTo>
                    <a:close/>
                    <a:moveTo>
                      <a:pt x="354" y="124"/>
                    </a:moveTo>
                    <a:lnTo>
                      <a:pt x="350" y="124"/>
                    </a:lnTo>
                    <a:lnTo>
                      <a:pt x="354" y="124"/>
                    </a:lnTo>
                    <a:lnTo>
                      <a:pt x="354" y="120"/>
                    </a:lnTo>
                    <a:lnTo>
                      <a:pt x="354" y="124"/>
                    </a:lnTo>
                    <a:lnTo>
                      <a:pt x="354" y="124"/>
                    </a:lnTo>
                    <a:lnTo>
                      <a:pt x="354" y="124"/>
                    </a:lnTo>
                    <a:close/>
                    <a:moveTo>
                      <a:pt x="328" y="128"/>
                    </a:moveTo>
                    <a:lnTo>
                      <a:pt x="328" y="124"/>
                    </a:lnTo>
                    <a:lnTo>
                      <a:pt x="328" y="128"/>
                    </a:lnTo>
                    <a:lnTo>
                      <a:pt x="324" y="128"/>
                    </a:lnTo>
                    <a:lnTo>
                      <a:pt x="324" y="124"/>
                    </a:lnTo>
                    <a:lnTo>
                      <a:pt x="328" y="124"/>
                    </a:lnTo>
                    <a:lnTo>
                      <a:pt x="328" y="128"/>
                    </a:lnTo>
                    <a:lnTo>
                      <a:pt x="328" y="128"/>
                    </a:lnTo>
                    <a:lnTo>
                      <a:pt x="328" y="128"/>
                    </a:lnTo>
                    <a:close/>
                    <a:moveTo>
                      <a:pt x="416" y="146"/>
                    </a:moveTo>
                    <a:lnTo>
                      <a:pt x="416" y="142"/>
                    </a:lnTo>
                    <a:lnTo>
                      <a:pt x="416" y="140"/>
                    </a:lnTo>
                    <a:lnTo>
                      <a:pt x="416" y="142"/>
                    </a:lnTo>
                    <a:lnTo>
                      <a:pt x="416" y="146"/>
                    </a:lnTo>
                    <a:lnTo>
                      <a:pt x="416" y="146"/>
                    </a:lnTo>
                    <a:lnTo>
                      <a:pt x="416" y="146"/>
                    </a:lnTo>
                    <a:close/>
                    <a:moveTo>
                      <a:pt x="498" y="318"/>
                    </a:moveTo>
                    <a:lnTo>
                      <a:pt x="498" y="314"/>
                    </a:lnTo>
                    <a:lnTo>
                      <a:pt x="502" y="314"/>
                    </a:lnTo>
                    <a:lnTo>
                      <a:pt x="498" y="314"/>
                    </a:lnTo>
                    <a:lnTo>
                      <a:pt x="498" y="318"/>
                    </a:lnTo>
                    <a:lnTo>
                      <a:pt x="498" y="318"/>
                    </a:lnTo>
                    <a:lnTo>
                      <a:pt x="498" y="318"/>
                    </a:lnTo>
                    <a:close/>
                    <a:moveTo>
                      <a:pt x="494" y="326"/>
                    </a:moveTo>
                    <a:lnTo>
                      <a:pt x="494" y="322"/>
                    </a:lnTo>
                    <a:lnTo>
                      <a:pt x="494" y="326"/>
                    </a:lnTo>
                    <a:lnTo>
                      <a:pt x="494" y="326"/>
                    </a:lnTo>
                    <a:lnTo>
                      <a:pt x="494" y="326"/>
                    </a:lnTo>
                    <a:close/>
                    <a:moveTo>
                      <a:pt x="360" y="552"/>
                    </a:moveTo>
                    <a:lnTo>
                      <a:pt x="358" y="552"/>
                    </a:lnTo>
                    <a:lnTo>
                      <a:pt x="358" y="550"/>
                    </a:lnTo>
                    <a:lnTo>
                      <a:pt x="360" y="546"/>
                    </a:lnTo>
                    <a:lnTo>
                      <a:pt x="360" y="550"/>
                    </a:lnTo>
                    <a:lnTo>
                      <a:pt x="360" y="552"/>
                    </a:lnTo>
                    <a:lnTo>
                      <a:pt x="360" y="552"/>
                    </a:lnTo>
                    <a:lnTo>
                      <a:pt x="360" y="552"/>
                    </a:lnTo>
                    <a:close/>
                    <a:moveTo>
                      <a:pt x="360" y="578"/>
                    </a:moveTo>
                    <a:lnTo>
                      <a:pt x="360" y="574"/>
                    </a:lnTo>
                    <a:lnTo>
                      <a:pt x="360" y="570"/>
                    </a:lnTo>
                    <a:lnTo>
                      <a:pt x="360" y="566"/>
                    </a:lnTo>
                    <a:lnTo>
                      <a:pt x="360" y="570"/>
                    </a:lnTo>
                    <a:lnTo>
                      <a:pt x="360" y="574"/>
                    </a:lnTo>
                    <a:lnTo>
                      <a:pt x="360" y="578"/>
                    </a:lnTo>
                    <a:lnTo>
                      <a:pt x="360" y="578"/>
                    </a:lnTo>
                    <a:lnTo>
                      <a:pt x="360" y="578"/>
                    </a:lnTo>
                    <a:close/>
                    <a:moveTo>
                      <a:pt x="312" y="116"/>
                    </a:moveTo>
                    <a:lnTo>
                      <a:pt x="312" y="114"/>
                    </a:lnTo>
                    <a:lnTo>
                      <a:pt x="316" y="114"/>
                    </a:lnTo>
                    <a:lnTo>
                      <a:pt x="316" y="110"/>
                    </a:lnTo>
                    <a:lnTo>
                      <a:pt x="316" y="106"/>
                    </a:lnTo>
                    <a:lnTo>
                      <a:pt x="316" y="102"/>
                    </a:lnTo>
                    <a:lnTo>
                      <a:pt x="320" y="102"/>
                    </a:lnTo>
                    <a:lnTo>
                      <a:pt x="324" y="102"/>
                    </a:lnTo>
                    <a:lnTo>
                      <a:pt x="324" y="106"/>
                    </a:lnTo>
                    <a:lnTo>
                      <a:pt x="324" y="110"/>
                    </a:lnTo>
                    <a:lnTo>
                      <a:pt x="320" y="110"/>
                    </a:lnTo>
                    <a:lnTo>
                      <a:pt x="320" y="114"/>
                    </a:lnTo>
                    <a:lnTo>
                      <a:pt x="316" y="114"/>
                    </a:lnTo>
                    <a:lnTo>
                      <a:pt x="316" y="116"/>
                    </a:lnTo>
                    <a:lnTo>
                      <a:pt x="312" y="116"/>
                    </a:lnTo>
                    <a:lnTo>
                      <a:pt x="312" y="116"/>
                    </a:lnTo>
                    <a:lnTo>
                      <a:pt x="312" y="116"/>
                    </a:lnTo>
                    <a:close/>
                    <a:moveTo>
                      <a:pt x="420" y="494"/>
                    </a:moveTo>
                    <a:lnTo>
                      <a:pt x="424" y="494"/>
                    </a:lnTo>
                    <a:lnTo>
                      <a:pt x="420" y="494"/>
                    </a:lnTo>
                    <a:lnTo>
                      <a:pt x="420" y="494"/>
                    </a:lnTo>
                    <a:lnTo>
                      <a:pt x="420" y="494"/>
                    </a:lnTo>
                    <a:close/>
                    <a:moveTo>
                      <a:pt x="406" y="508"/>
                    </a:moveTo>
                    <a:lnTo>
                      <a:pt x="406" y="504"/>
                    </a:lnTo>
                    <a:lnTo>
                      <a:pt x="406" y="508"/>
                    </a:lnTo>
                    <a:lnTo>
                      <a:pt x="406" y="508"/>
                    </a:lnTo>
                    <a:lnTo>
                      <a:pt x="406" y="5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7" name="Freeform 181"/>
              <p:cNvSpPr>
                <a:spLocks noEditPoints="1"/>
              </p:cNvSpPr>
              <p:nvPr/>
            </p:nvSpPr>
            <p:spPr bwMode="gray">
              <a:xfrm>
                <a:off x="2855448" y="4147503"/>
                <a:ext cx="299153" cy="497428"/>
              </a:xfrm>
              <a:custGeom>
                <a:avLst/>
                <a:gdLst>
                  <a:gd name="T0" fmla="*/ 68 w 172"/>
                  <a:gd name="T1" fmla="*/ 30 h 286"/>
                  <a:gd name="T2" fmla="*/ 82 w 172"/>
                  <a:gd name="T3" fmla="*/ 22 h 286"/>
                  <a:gd name="T4" fmla="*/ 98 w 172"/>
                  <a:gd name="T5" fmla="*/ 8 h 286"/>
                  <a:gd name="T6" fmla="*/ 104 w 172"/>
                  <a:gd name="T7" fmla="*/ 0 h 286"/>
                  <a:gd name="T8" fmla="*/ 104 w 172"/>
                  <a:gd name="T9" fmla="*/ 12 h 286"/>
                  <a:gd name="T10" fmla="*/ 94 w 172"/>
                  <a:gd name="T11" fmla="*/ 26 h 286"/>
                  <a:gd name="T12" fmla="*/ 86 w 172"/>
                  <a:gd name="T13" fmla="*/ 44 h 286"/>
                  <a:gd name="T14" fmla="*/ 86 w 172"/>
                  <a:gd name="T15" fmla="*/ 60 h 286"/>
                  <a:gd name="T16" fmla="*/ 98 w 172"/>
                  <a:gd name="T17" fmla="*/ 74 h 286"/>
                  <a:gd name="T18" fmla="*/ 98 w 172"/>
                  <a:gd name="T19" fmla="*/ 90 h 286"/>
                  <a:gd name="T20" fmla="*/ 112 w 172"/>
                  <a:gd name="T21" fmla="*/ 96 h 286"/>
                  <a:gd name="T22" fmla="*/ 128 w 172"/>
                  <a:gd name="T23" fmla="*/ 96 h 286"/>
                  <a:gd name="T24" fmla="*/ 142 w 172"/>
                  <a:gd name="T25" fmla="*/ 108 h 286"/>
                  <a:gd name="T26" fmla="*/ 164 w 172"/>
                  <a:gd name="T27" fmla="*/ 108 h 286"/>
                  <a:gd name="T28" fmla="*/ 160 w 172"/>
                  <a:gd name="T29" fmla="*/ 130 h 286"/>
                  <a:gd name="T30" fmla="*/ 164 w 172"/>
                  <a:gd name="T31" fmla="*/ 150 h 286"/>
                  <a:gd name="T32" fmla="*/ 160 w 172"/>
                  <a:gd name="T33" fmla="*/ 164 h 286"/>
                  <a:gd name="T34" fmla="*/ 172 w 172"/>
                  <a:gd name="T35" fmla="*/ 186 h 286"/>
                  <a:gd name="T36" fmla="*/ 168 w 172"/>
                  <a:gd name="T37" fmla="*/ 186 h 286"/>
                  <a:gd name="T38" fmla="*/ 158 w 172"/>
                  <a:gd name="T39" fmla="*/ 182 h 286"/>
                  <a:gd name="T40" fmla="*/ 154 w 172"/>
                  <a:gd name="T41" fmla="*/ 186 h 286"/>
                  <a:gd name="T42" fmla="*/ 132 w 172"/>
                  <a:gd name="T43" fmla="*/ 198 h 286"/>
                  <a:gd name="T44" fmla="*/ 138 w 172"/>
                  <a:gd name="T45" fmla="*/ 202 h 286"/>
                  <a:gd name="T46" fmla="*/ 128 w 172"/>
                  <a:gd name="T47" fmla="*/ 216 h 286"/>
                  <a:gd name="T48" fmla="*/ 138 w 172"/>
                  <a:gd name="T49" fmla="*/ 232 h 286"/>
                  <a:gd name="T50" fmla="*/ 134 w 172"/>
                  <a:gd name="T51" fmla="*/ 246 h 286"/>
                  <a:gd name="T52" fmla="*/ 128 w 172"/>
                  <a:gd name="T53" fmla="*/ 286 h 286"/>
                  <a:gd name="T54" fmla="*/ 128 w 172"/>
                  <a:gd name="T55" fmla="*/ 260 h 286"/>
                  <a:gd name="T56" fmla="*/ 112 w 172"/>
                  <a:gd name="T57" fmla="*/ 254 h 286"/>
                  <a:gd name="T58" fmla="*/ 98 w 172"/>
                  <a:gd name="T59" fmla="*/ 258 h 286"/>
                  <a:gd name="T60" fmla="*/ 86 w 172"/>
                  <a:gd name="T61" fmla="*/ 254 h 286"/>
                  <a:gd name="T62" fmla="*/ 78 w 172"/>
                  <a:gd name="T63" fmla="*/ 246 h 286"/>
                  <a:gd name="T64" fmla="*/ 68 w 172"/>
                  <a:gd name="T65" fmla="*/ 228 h 286"/>
                  <a:gd name="T66" fmla="*/ 60 w 172"/>
                  <a:gd name="T67" fmla="*/ 216 h 286"/>
                  <a:gd name="T68" fmla="*/ 46 w 172"/>
                  <a:gd name="T69" fmla="*/ 208 h 286"/>
                  <a:gd name="T70" fmla="*/ 22 w 172"/>
                  <a:gd name="T71" fmla="*/ 208 h 286"/>
                  <a:gd name="T72" fmla="*/ 12 w 172"/>
                  <a:gd name="T73" fmla="*/ 198 h 286"/>
                  <a:gd name="T74" fmla="*/ 0 w 172"/>
                  <a:gd name="T75" fmla="*/ 182 h 286"/>
                  <a:gd name="T76" fmla="*/ 8 w 172"/>
                  <a:gd name="T77" fmla="*/ 176 h 286"/>
                  <a:gd name="T78" fmla="*/ 16 w 172"/>
                  <a:gd name="T79" fmla="*/ 168 h 286"/>
                  <a:gd name="T80" fmla="*/ 22 w 172"/>
                  <a:gd name="T81" fmla="*/ 160 h 286"/>
                  <a:gd name="T82" fmla="*/ 26 w 172"/>
                  <a:gd name="T83" fmla="*/ 146 h 286"/>
                  <a:gd name="T84" fmla="*/ 22 w 172"/>
                  <a:gd name="T85" fmla="*/ 142 h 286"/>
                  <a:gd name="T86" fmla="*/ 22 w 172"/>
                  <a:gd name="T87" fmla="*/ 126 h 286"/>
                  <a:gd name="T88" fmla="*/ 22 w 172"/>
                  <a:gd name="T89" fmla="*/ 112 h 286"/>
                  <a:gd name="T90" fmla="*/ 18 w 172"/>
                  <a:gd name="T91" fmla="*/ 94 h 286"/>
                  <a:gd name="T92" fmla="*/ 26 w 172"/>
                  <a:gd name="T93" fmla="*/ 82 h 286"/>
                  <a:gd name="T94" fmla="*/ 22 w 172"/>
                  <a:gd name="T95" fmla="*/ 68 h 286"/>
                  <a:gd name="T96" fmla="*/ 34 w 172"/>
                  <a:gd name="T97" fmla="*/ 74 h 286"/>
                  <a:gd name="T98" fmla="*/ 38 w 172"/>
                  <a:gd name="T99" fmla="*/ 60 h 286"/>
                  <a:gd name="T100" fmla="*/ 48 w 172"/>
                  <a:gd name="T101" fmla="*/ 44 h 286"/>
                  <a:gd name="T102" fmla="*/ 52 w 172"/>
                  <a:gd name="T103" fmla="*/ 34 h 286"/>
                  <a:gd name="T104" fmla="*/ 60 w 172"/>
                  <a:gd name="T105" fmla="*/ 26 h 286"/>
                  <a:gd name="T106" fmla="*/ 22 w 172"/>
                  <a:gd name="T107" fmla="*/ 142 h 286"/>
                  <a:gd name="T108" fmla="*/ 16 w 172"/>
                  <a:gd name="T109" fmla="*/ 172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72" h="286">
                    <a:moveTo>
                      <a:pt x="60" y="22"/>
                    </a:moveTo>
                    <a:lnTo>
                      <a:pt x="64" y="26"/>
                    </a:lnTo>
                    <a:lnTo>
                      <a:pt x="68" y="26"/>
                    </a:lnTo>
                    <a:lnTo>
                      <a:pt x="64" y="26"/>
                    </a:lnTo>
                    <a:lnTo>
                      <a:pt x="64" y="30"/>
                    </a:lnTo>
                    <a:lnTo>
                      <a:pt x="68" y="30"/>
                    </a:lnTo>
                    <a:lnTo>
                      <a:pt x="68" y="26"/>
                    </a:lnTo>
                    <a:lnTo>
                      <a:pt x="68" y="22"/>
                    </a:lnTo>
                    <a:lnTo>
                      <a:pt x="72" y="18"/>
                    </a:lnTo>
                    <a:lnTo>
                      <a:pt x="74" y="22"/>
                    </a:lnTo>
                    <a:lnTo>
                      <a:pt x="78" y="22"/>
                    </a:lnTo>
                    <a:lnTo>
                      <a:pt x="82" y="22"/>
                    </a:lnTo>
                    <a:lnTo>
                      <a:pt x="82" y="18"/>
                    </a:lnTo>
                    <a:lnTo>
                      <a:pt x="86" y="18"/>
                    </a:lnTo>
                    <a:lnTo>
                      <a:pt x="90" y="14"/>
                    </a:lnTo>
                    <a:lnTo>
                      <a:pt x="94" y="12"/>
                    </a:lnTo>
                    <a:lnTo>
                      <a:pt x="98" y="12"/>
                    </a:lnTo>
                    <a:lnTo>
                      <a:pt x="98" y="8"/>
                    </a:lnTo>
                    <a:lnTo>
                      <a:pt x="98" y="4"/>
                    </a:lnTo>
                    <a:lnTo>
                      <a:pt x="102" y="4"/>
                    </a:lnTo>
                    <a:lnTo>
                      <a:pt x="102" y="8"/>
                    </a:lnTo>
                    <a:lnTo>
                      <a:pt x="102" y="4"/>
                    </a:lnTo>
                    <a:lnTo>
                      <a:pt x="104" y="4"/>
                    </a:lnTo>
                    <a:lnTo>
                      <a:pt x="104" y="0"/>
                    </a:lnTo>
                    <a:lnTo>
                      <a:pt x="108" y="0"/>
                    </a:lnTo>
                    <a:lnTo>
                      <a:pt x="112" y="4"/>
                    </a:lnTo>
                    <a:lnTo>
                      <a:pt x="112" y="8"/>
                    </a:lnTo>
                    <a:lnTo>
                      <a:pt x="112" y="12"/>
                    </a:lnTo>
                    <a:lnTo>
                      <a:pt x="108" y="12"/>
                    </a:lnTo>
                    <a:lnTo>
                      <a:pt x="104" y="12"/>
                    </a:lnTo>
                    <a:lnTo>
                      <a:pt x="104" y="14"/>
                    </a:lnTo>
                    <a:lnTo>
                      <a:pt x="102" y="14"/>
                    </a:lnTo>
                    <a:lnTo>
                      <a:pt x="98" y="18"/>
                    </a:lnTo>
                    <a:lnTo>
                      <a:pt x="98" y="22"/>
                    </a:lnTo>
                    <a:lnTo>
                      <a:pt x="94" y="22"/>
                    </a:lnTo>
                    <a:lnTo>
                      <a:pt x="94" y="26"/>
                    </a:lnTo>
                    <a:lnTo>
                      <a:pt x="90" y="26"/>
                    </a:lnTo>
                    <a:lnTo>
                      <a:pt x="90" y="30"/>
                    </a:lnTo>
                    <a:lnTo>
                      <a:pt x="90" y="34"/>
                    </a:lnTo>
                    <a:lnTo>
                      <a:pt x="86" y="38"/>
                    </a:lnTo>
                    <a:lnTo>
                      <a:pt x="86" y="42"/>
                    </a:lnTo>
                    <a:lnTo>
                      <a:pt x="86" y="44"/>
                    </a:lnTo>
                    <a:lnTo>
                      <a:pt x="86" y="48"/>
                    </a:lnTo>
                    <a:lnTo>
                      <a:pt x="86" y="52"/>
                    </a:lnTo>
                    <a:lnTo>
                      <a:pt x="82" y="52"/>
                    </a:lnTo>
                    <a:lnTo>
                      <a:pt x="82" y="56"/>
                    </a:lnTo>
                    <a:lnTo>
                      <a:pt x="86" y="56"/>
                    </a:lnTo>
                    <a:lnTo>
                      <a:pt x="86" y="60"/>
                    </a:lnTo>
                    <a:lnTo>
                      <a:pt x="90" y="60"/>
                    </a:lnTo>
                    <a:lnTo>
                      <a:pt x="90" y="64"/>
                    </a:lnTo>
                    <a:lnTo>
                      <a:pt x="90" y="68"/>
                    </a:lnTo>
                    <a:lnTo>
                      <a:pt x="94" y="70"/>
                    </a:lnTo>
                    <a:lnTo>
                      <a:pt x="94" y="74"/>
                    </a:lnTo>
                    <a:lnTo>
                      <a:pt x="98" y="74"/>
                    </a:lnTo>
                    <a:lnTo>
                      <a:pt x="98" y="78"/>
                    </a:lnTo>
                    <a:lnTo>
                      <a:pt x="94" y="78"/>
                    </a:lnTo>
                    <a:lnTo>
                      <a:pt x="94" y="82"/>
                    </a:lnTo>
                    <a:lnTo>
                      <a:pt x="94" y="86"/>
                    </a:lnTo>
                    <a:lnTo>
                      <a:pt x="94" y="90"/>
                    </a:lnTo>
                    <a:lnTo>
                      <a:pt x="98" y="90"/>
                    </a:lnTo>
                    <a:lnTo>
                      <a:pt x="98" y="94"/>
                    </a:lnTo>
                    <a:lnTo>
                      <a:pt x="102" y="94"/>
                    </a:lnTo>
                    <a:lnTo>
                      <a:pt x="104" y="94"/>
                    </a:lnTo>
                    <a:lnTo>
                      <a:pt x="108" y="94"/>
                    </a:lnTo>
                    <a:lnTo>
                      <a:pt x="112" y="94"/>
                    </a:lnTo>
                    <a:lnTo>
                      <a:pt x="112" y="96"/>
                    </a:lnTo>
                    <a:lnTo>
                      <a:pt x="112" y="94"/>
                    </a:lnTo>
                    <a:lnTo>
                      <a:pt x="116" y="94"/>
                    </a:lnTo>
                    <a:lnTo>
                      <a:pt x="120" y="94"/>
                    </a:lnTo>
                    <a:lnTo>
                      <a:pt x="124" y="94"/>
                    </a:lnTo>
                    <a:lnTo>
                      <a:pt x="124" y="96"/>
                    </a:lnTo>
                    <a:lnTo>
                      <a:pt x="128" y="96"/>
                    </a:lnTo>
                    <a:lnTo>
                      <a:pt x="128" y="94"/>
                    </a:lnTo>
                    <a:lnTo>
                      <a:pt x="128" y="96"/>
                    </a:lnTo>
                    <a:lnTo>
                      <a:pt x="132" y="104"/>
                    </a:lnTo>
                    <a:lnTo>
                      <a:pt x="138" y="108"/>
                    </a:lnTo>
                    <a:lnTo>
                      <a:pt x="138" y="112"/>
                    </a:lnTo>
                    <a:lnTo>
                      <a:pt x="142" y="108"/>
                    </a:lnTo>
                    <a:lnTo>
                      <a:pt x="146" y="108"/>
                    </a:lnTo>
                    <a:lnTo>
                      <a:pt x="150" y="108"/>
                    </a:lnTo>
                    <a:lnTo>
                      <a:pt x="154" y="108"/>
                    </a:lnTo>
                    <a:lnTo>
                      <a:pt x="158" y="108"/>
                    </a:lnTo>
                    <a:lnTo>
                      <a:pt x="160" y="108"/>
                    </a:lnTo>
                    <a:lnTo>
                      <a:pt x="164" y="108"/>
                    </a:lnTo>
                    <a:lnTo>
                      <a:pt x="164" y="112"/>
                    </a:lnTo>
                    <a:lnTo>
                      <a:pt x="160" y="116"/>
                    </a:lnTo>
                    <a:lnTo>
                      <a:pt x="160" y="120"/>
                    </a:lnTo>
                    <a:lnTo>
                      <a:pt x="160" y="124"/>
                    </a:lnTo>
                    <a:lnTo>
                      <a:pt x="160" y="126"/>
                    </a:lnTo>
                    <a:lnTo>
                      <a:pt x="160" y="130"/>
                    </a:lnTo>
                    <a:lnTo>
                      <a:pt x="160" y="134"/>
                    </a:lnTo>
                    <a:lnTo>
                      <a:pt x="158" y="138"/>
                    </a:lnTo>
                    <a:lnTo>
                      <a:pt x="160" y="142"/>
                    </a:lnTo>
                    <a:lnTo>
                      <a:pt x="160" y="146"/>
                    </a:lnTo>
                    <a:lnTo>
                      <a:pt x="160" y="150"/>
                    </a:lnTo>
                    <a:lnTo>
                      <a:pt x="164" y="150"/>
                    </a:lnTo>
                    <a:lnTo>
                      <a:pt x="164" y="152"/>
                    </a:lnTo>
                    <a:lnTo>
                      <a:pt x="164" y="156"/>
                    </a:lnTo>
                    <a:lnTo>
                      <a:pt x="168" y="156"/>
                    </a:lnTo>
                    <a:lnTo>
                      <a:pt x="164" y="156"/>
                    </a:lnTo>
                    <a:lnTo>
                      <a:pt x="164" y="160"/>
                    </a:lnTo>
                    <a:lnTo>
                      <a:pt x="160" y="164"/>
                    </a:lnTo>
                    <a:lnTo>
                      <a:pt x="160" y="168"/>
                    </a:lnTo>
                    <a:lnTo>
                      <a:pt x="164" y="168"/>
                    </a:lnTo>
                    <a:lnTo>
                      <a:pt x="168" y="172"/>
                    </a:lnTo>
                    <a:lnTo>
                      <a:pt x="168" y="176"/>
                    </a:lnTo>
                    <a:lnTo>
                      <a:pt x="168" y="178"/>
                    </a:lnTo>
                    <a:lnTo>
                      <a:pt x="172" y="186"/>
                    </a:lnTo>
                    <a:lnTo>
                      <a:pt x="172" y="190"/>
                    </a:lnTo>
                    <a:lnTo>
                      <a:pt x="172" y="194"/>
                    </a:lnTo>
                    <a:lnTo>
                      <a:pt x="168" y="194"/>
                    </a:lnTo>
                    <a:lnTo>
                      <a:pt x="168" y="190"/>
                    </a:lnTo>
                    <a:lnTo>
                      <a:pt x="172" y="190"/>
                    </a:lnTo>
                    <a:lnTo>
                      <a:pt x="168" y="186"/>
                    </a:lnTo>
                    <a:lnTo>
                      <a:pt x="168" y="182"/>
                    </a:lnTo>
                    <a:lnTo>
                      <a:pt x="168" y="178"/>
                    </a:lnTo>
                    <a:lnTo>
                      <a:pt x="164" y="178"/>
                    </a:lnTo>
                    <a:lnTo>
                      <a:pt x="160" y="178"/>
                    </a:lnTo>
                    <a:lnTo>
                      <a:pt x="160" y="182"/>
                    </a:lnTo>
                    <a:lnTo>
                      <a:pt x="158" y="182"/>
                    </a:lnTo>
                    <a:lnTo>
                      <a:pt x="158" y="186"/>
                    </a:lnTo>
                    <a:lnTo>
                      <a:pt x="158" y="182"/>
                    </a:lnTo>
                    <a:lnTo>
                      <a:pt x="154" y="182"/>
                    </a:lnTo>
                    <a:lnTo>
                      <a:pt x="154" y="178"/>
                    </a:lnTo>
                    <a:lnTo>
                      <a:pt x="154" y="182"/>
                    </a:lnTo>
                    <a:lnTo>
                      <a:pt x="154" y="186"/>
                    </a:lnTo>
                    <a:lnTo>
                      <a:pt x="146" y="186"/>
                    </a:lnTo>
                    <a:lnTo>
                      <a:pt x="142" y="186"/>
                    </a:lnTo>
                    <a:lnTo>
                      <a:pt x="138" y="186"/>
                    </a:lnTo>
                    <a:lnTo>
                      <a:pt x="134" y="182"/>
                    </a:lnTo>
                    <a:lnTo>
                      <a:pt x="132" y="186"/>
                    </a:lnTo>
                    <a:lnTo>
                      <a:pt x="132" y="198"/>
                    </a:lnTo>
                    <a:lnTo>
                      <a:pt x="134" y="198"/>
                    </a:lnTo>
                    <a:lnTo>
                      <a:pt x="138" y="198"/>
                    </a:lnTo>
                    <a:lnTo>
                      <a:pt x="142" y="202"/>
                    </a:lnTo>
                    <a:lnTo>
                      <a:pt x="142" y="206"/>
                    </a:lnTo>
                    <a:lnTo>
                      <a:pt x="138" y="206"/>
                    </a:lnTo>
                    <a:lnTo>
                      <a:pt x="138" y="202"/>
                    </a:lnTo>
                    <a:lnTo>
                      <a:pt x="134" y="202"/>
                    </a:lnTo>
                    <a:lnTo>
                      <a:pt x="132" y="206"/>
                    </a:lnTo>
                    <a:lnTo>
                      <a:pt x="128" y="206"/>
                    </a:lnTo>
                    <a:lnTo>
                      <a:pt x="128" y="208"/>
                    </a:lnTo>
                    <a:lnTo>
                      <a:pt x="128" y="212"/>
                    </a:lnTo>
                    <a:lnTo>
                      <a:pt x="128" y="216"/>
                    </a:lnTo>
                    <a:lnTo>
                      <a:pt x="132" y="220"/>
                    </a:lnTo>
                    <a:lnTo>
                      <a:pt x="132" y="224"/>
                    </a:lnTo>
                    <a:lnTo>
                      <a:pt x="134" y="224"/>
                    </a:lnTo>
                    <a:lnTo>
                      <a:pt x="134" y="228"/>
                    </a:lnTo>
                    <a:lnTo>
                      <a:pt x="134" y="232"/>
                    </a:lnTo>
                    <a:lnTo>
                      <a:pt x="138" y="232"/>
                    </a:lnTo>
                    <a:lnTo>
                      <a:pt x="134" y="232"/>
                    </a:lnTo>
                    <a:lnTo>
                      <a:pt x="138" y="232"/>
                    </a:lnTo>
                    <a:lnTo>
                      <a:pt x="138" y="234"/>
                    </a:lnTo>
                    <a:lnTo>
                      <a:pt x="138" y="238"/>
                    </a:lnTo>
                    <a:lnTo>
                      <a:pt x="134" y="238"/>
                    </a:lnTo>
                    <a:lnTo>
                      <a:pt x="134" y="246"/>
                    </a:lnTo>
                    <a:lnTo>
                      <a:pt x="134" y="254"/>
                    </a:lnTo>
                    <a:lnTo>
                      <a:pt x="134" y="258"/>
                    </a:lnTo>
                    <a:lnTo>
                      <a:pt x="132" y="272"/>
                    </a:lnTo>
                    <a:lnTo>
                      <a:pt x="132" y="278"/>
                    </a:lnTo>
                    <a:lnTo>
                      <a:pt x="132" y="286"/>
                    </a:lnTo>
                    <a:lnTo>
                      <a:pt x="128" y="286"/>
                    </a:lnTo>
                    <a:lnTo>
                      <a:pt x="128" y="282"/>
                    </a:lnTo>
                    <a:lnTo>
                      <a:pt x="124" y="278"/>
                    </a:lnTo>
                    <a:lnTo>
                      <a:pt x="120" y="278"/>
                    </a:lnTo>
                    <a:lnTo>
                      <a:pt x="120" y="274"/>
                    </a:lnTo>
                    <a:lnTo>
                      <a:pt x="124" y="272"/>
                    </a:lnTo>
                    <a:lnTo>
                      <a:pt x="128" y="260"/>
                    </a:lnTo>
                    <a:lnTo>
                      <a:pt x="128" y="258"/>
                    </a:lnTo>
                    <a:lnTo>
                      <a:pt x="124" y="258"/>
                    </a:lnTo>
                    <a:lnTo>
                      <a:pt x="120" y="258"/>
                    </a:lnTo>
                    <a:lnTo>
                      <a:pt x="120" y="254"/>
                    </a:lnTo>
                    <a:lnTo>
                      <a:pt x="116" y="254"/>
                    </a:lnTo>
                    <a:lnTo>
                      <a:pt x="112" y="254"/>
                    </a:lnTo>
                    <a:lnTo>
                      <a:pt x="108" y="254"/>
                    </a:lnTo>
                    <a:lnTo>
                      <a:pt x="104" y="254"/>
                    </a:lnTo>
                    <a:lnTo>
                      <a:pt x="104" y="250"/>
                    </a:lnTo>
                    <a:lnTo>
                      <a:pt x="102" y="254"/>
                    </a:lnTo>
                    <a:lnTo>
                      <a:pt x="102" y="258"/>
                    </a:lnTo>
                    <a:lnTo>
                      <a:pt x="98" y="258"/>
                    </a:lnTo>
                    <a:lnTo>
                      <a:pt x="94" y="258"/>
                    </a:lnTo>
                    <a:lnTo>
                      <a:pt x="90" y="258"/>
                    </a:lnTo>
                    <a:lnTo>
                      <a:pt x="86" y="258"/>
                    </a:lnTo>
                    <a:lnTo>
                      <a:pt x="86" y="254"/>
                    </a:lnTo>
                    <a:lnTo>
                      <a:pt x="86" y="258"/>
                    </a:lnTo>
                    <a:lnTo>
                      <a:pt x="86" y="254"/>
                    </a:lnTo>
                    <a:lnTo>
                      <a:pt x="82" y="254"/>
                    </a:lnTo>
                    <a:lnTo>
                      <a:pt x="86" y="254"/>
                    </a:lnTo>
                    <a:lnTo>
                      <a:pt x="86" y="250"/>
                    </a:lnTo>
                    <a:lnTo>
                      <a:pt x="86" y="246"/>
                    </a:lnTo>
                    <a:lnTo>
                      <a:pt x="82" y="246"/>
                    </a:lnTo>
                    <a:lnTo>
                      <a:pt x="78" y="246"/>
                    </a:lnTo>
                    <a:lnTo>
                      <a:pt x="78" y="242"/>
                    </a:lnTo>
                    <a:lnTo>
                      <a:pt x="78" y="238"/>
                    </a:lnTo>
                    <a:lnTo>
                      <a:pt x="74" y="234"/>
                    </a:lnTo>
                    <a:lnTo>
                      <a:pt x="72" y="232"/>
                    </a:lnTo>
                    <a:lnTo>
                      <a:pt x="68" y="232"/>
                    </a:lnTo>
                    <a:lnTo>
                      <a:pt x="68" y="228"/>
                    </a:lnTo>
                    <a:lnTo>
                      <a:pt x="68" y="224"/>
                    </a:lnTo>
                    <a:lnTo>
                      <a:pt x="64" y="220"/>
                    </a:lnTo>
                    <a:lnTo>
                      <a:pt x="60" y="220"/>
                    </a:lnTo>
                    <a:lnTo>
                      <a:pt x="60" y="216"/>
                    </a:lnTo>
                    <a:lnTo>
                      <a:pt x="60" y="220"/>
                    </a:lnTo>
                    <a:lnTo>
                      <a:pt x="60" y="216"/>
                    </a:lnTo>
                    <a:lnTo>
                      <a:pt x="56" y="216"/>
                    </a:lnTo>
                    <a:lnTo>
                      <a:pt x="52" y="216"/>
                    </a:lnTo>
                    <a:lnTo>
                      <a:pt x="48" y="216"/>
                    </a:lnTo>
                    <a:lnTo>
                      <a:pt x="48" y="212"/>
                    </a:lnTo>
                    <a:lnTo>
                      <a:pt x="46" y="212"/>
                    </a:lnTo>
                    <a:lnTo>
                      <a:pt x="46" y="208"/>
                    </a:lnTo>
                    <a:lnTo>
                      <a:pt x="42" y="208"/>
                    </a:lnTo>
                    <a:lnTo>
                      <a:pt x="38" y="208"/>
                    </a:lnTo>
                    <a:lnTo>
                      <a:pt x="34" y="208"/>
                    </a:lnTo>
                    <a:lnTo>
                      <a:pt x="30" y="208"/>
                    </a:lnTo>
                    <a:lnTo>
                      <a:pt x="26" y="208"/>
                    </a:lnTo>
                    <a:lnTo>
                      <a:pt x="22" y="208"/>
                    </a:lnTo>
                    <a:lnTo>
                      <a:pt x="22" y="206"/>
                    </a:lnTo>
                    <a:lnTo>
                      <a:pt x="22" y="202"/>
                    </a:lnTo>
                    <a:lnTo>
                      <a:pt x="18" y="202"/>
                    </a:lnTo>
                    <a:lnTo>
                      <a:pt x="16" y="202"/>
                    </a:lnTo>
                    <a:lnTo>
                      <a:pt x="16" y="198"/>
                    </a:lnTo>
                    <a:lnTo>
                      <a:pt x="12" y="198"/>
                    </a:lnTo>
                    <a:lnTo>
                      <a:pt x="8" y="194"/>
                    </a:lnTo>
                    <a:lnTo>
                      <a:pt x="4" y="194"/>
                    </a:lnTo>
                    <a:lnTo>
                      <a:pt x="4" y="190"/>
                    </a:lnTo>
                    <a:lnTo>
                      <a:pt x="4" y="186"/>
                    </a:lnTo>
                    <a:lnTo>
                      <a:pt x="0" y="186"/>
                    </a:lnTo>
                    <a:lnTo>
                      <a:pt x="0" y="182"/>
                    </a:lnTo>
                    <a:lnTo>
                      <a:pt x="4" y="182"/>
                    </a:lnTo>
                    <a:lnTo>
                      <a:pt x="8" y="182"/>
                    </a:lnTo>
                    <a:lnTo>
                      <a:pt x="8" y="178"/>
                    </a:lnTo>
                    <a:lnTo>
                      <a:pt x="4" y="178"/>
                    </a:lnTo>
                    <a:lnTo>
                      <a:pt x="4" y="176"/>
                    </a:lnTo>
                    <a:lnTo>
                      <a:pt x="8" y="176"/>
                    </a:lnTo>
                    <a:lnTo>
                      <a:pt x="8" y="172"/>
                    </a:lnTo>
                    <a:lnTo>
                      <a:pt x="8" y="176"/>
                    </a:lnTo>
                    <a:lnTo>
                      <a:pt x="8" y="172"/>
                    </a:lnTo>
                    <a:lnTo>
                      <a:pt x="12" y="172"/>
                    </a:lnTo>
                    <a:lnTo>
                      <a:pt x="16" y="172"/>
                    </a:lnTo>
                    <a:lnTo>
                      <a:pt x="16" y="168"/>
                    </a:lnTo>
                    <a:lnTo>
                      <a:pt x="16" y="172"/>
                    </a:lnTo>
                    <a:lnTo>
                      <a:pt x="18" y="172"/>
                    </a:lnTo>
                    <a:lnTo>
                      <a:pt x="18" y="168"/>
                    </a:lnTo>
                    <a:lnTo>
                      <a:pt x="18" y="164"/>
                    </a:lnTo>
                    <a:lnTo>
                      <a:pt x="22" y="164"/>
                    </a:lnTo>
                    <a:lnTo>
                      <a:pt x="22" y="160"/>
                    </a:lnTo>
                    <a:lnTo>
                      <a:pt x="22" y="156"/>
                    </a:lnTo>
                    <a:lnTo>
                      <a:pt x="26" y="152"/>
                    </a:lnTo>
                    <a:lnTo>
                      <a:pt x="26" y="150"/>
                    </a:lnTo>
                    <a:lnTo>
                      <a:pt x="30" y="150"/>
                    </a:lnTo>
                    <a:lnTo>
                      <a:pt x="26" y="150"/>
                    </a:lnTo>
                    <a:lnTo>
                      <a:pt x="26" y="146"/>
                    </a:lnTo>
                    <a:lnTo>
                      <a:pt x="22" y="146"/>
                    </a:lnTo>
                    <a:lnTo>
                      <a:pt x="22" y="150"/>
                    </a:lnTo>
                    <a:lnTo>
                      <a:pt x="22" y="146"/>
                    </a:lnTo>
                    <a:lnTo>
                      <a:pt x="22" y="142"/>
                    </a:lnTo>
                    <a:lnTo>
                      <a:pt x="26" y="142"/>
                    </a:lnTo>
                    <a:lnTo>
                      <a:pt x="22" y="142"/>
                    </a:lnTo>
                    <a:lnTo>
                      <a:pt x="22" y="138"/>
                    </a:lnTo>
                    <a:lnTo>
                      <a:pt x="26" y="138"/>
                    </a:lnTo>
                    <a:lnTo>
                      <a:pt x="26" y="134"/>
                    </a:lnTo>
                    <a:lnTo>
                      <a:pt x="26" y="130"/>
                    </a:lnTo>
                    <a:lnTo>
                      <a:pt x="22" y="130"/>
                    </a:lnTo>
                    <a:lnTo>
                      <a:pt x="22" y="126"/>
                    </a:lnTo>
                    <a:lnTo>
                      <a:pt x="22" y="124"/>
                    </a:lnTo>
                    <a:lnTo>
                      <a:pt x="22" y="120"/>
                    </a:lnTo>
                    <a:lnTo>
                      <a:pt x="26" y="120"/>
                    </a:lnTo>
                    <a:lnTo>
                      <a:pt x="26" y="116"/>
                    </a:lnTo>
                    <a:lnTo>
                      <a:pt x="26" y="112"/>
                    </a:lnTo>
                    <a:lnTo>
                      <a:pt x="22" y="112"/>
                    </a:lnTo>
                    <a:lnTo>
                      <a:pt x="22" y="108"/>
                    </a:lnTo>
                    <a:lnTo>
                      <a:pt x="22" y="104"/>
                    </a:lnTo>
                    <a:lnTo>
                      <a:pt x="26" y="100"/>
                    </a:lnTo>
                    <a:lnTo>
                      <a:pt x="22" y="100"/>
                    </a:lnTo>
                    <a:lnTo>
                      <a:pt x="18" y="96"/>
                    </a:lnTo>
                    <a:lnTo>
                      <a:pt x="18" y="94"/>
                    </a:lnTo>
                    <a:lnTo>
                      <a:pt x="16" y="90"/>
                    </a:lnTo>
                    <a:lnTo>
                      <a:pt x="18" y="86"/>
                    </a:lnTo>
                    <a:lnTo>
                      <a:pt x="18" y="82"/>
                    </a:lnTo>
                    <a:lnTo>
                      <a:pt x="18" y="86"/>
                    </a:lnTo>
                    <a:lnTo>
                      <a:pt x="22" y="86"/>
                    </a:lnTo>
                    <a:lnTo>
                      <a:pt x="26" y="82"/>
                    </a:lnTo>
                    <a:lnTo>
                      <a:pt x="22" y="82"/>
                    </a:lnTo>
                    <a:lnTo>
                      <a:pt x="26" y="78"/>
                    </a:lnTo>
                    <a:lnTo>
                      <a:pt x="26" y="74"/>
                    </a:lnTo>
                    <a:lnTo>
                      <a:pt x="22" y="74"/>
                    </a:lnTo>
                    <a:lnTo>
                      <a:pt x="22" y="70"/>
                    </a:lnTo>
                    <a:lnTo>
                      <a:pt x="22" y="68"/>
                    </a:lnTo>
                    <a:lnTo>
                      <a:pt x="26" y="68"/>
                    </a:lnTo>
                    <a:lnTo>
                      <a:pt x="26" y="70"/>
                    </a:lnTo>
                    <a:lnTo>
                      <a:pt x="30" y="74"/>
                    </a:lnTo>
                    <a:lnTo>
                      <a:pt x="30" y="78"/>
                    </a:lnTo>
                    <a:lnTo>
                      <a:pt x="34" y="78"/>
                    </a:lnTo>
                    <a:lnTo>
                      <a:pt x="34" y="74"/>
                    </a:lnTo>
                    <a:lnTo>
                      <a:pt x="34" y="70"/>
                    </a:lnTo>
                    <a:lnTo>
                      <a:pt x="30" y="70"/>
                    </a:lnTo>
                    <a:lnTo>
                      <a:pt x="30" y="68"/>
                    </a:lnTo>
                    <a:lnTo>
                      <a:pt x="34" y="68"/>
                    </a:lnTo>
                    <a:lnTo>
                      <a:pt x="38" y="64"/>
                    </a:lnTo>
                    <a:lnTo>
                      <a:pt x="38" y="60"/>
                    </a:lnTo>
                    <a:lnTo>
                      <a:pt x="42" y="60"/>
                    </a:lnTo>
                    <a:lnTo>
                      <a:pt x="42" y="56"/>
                    </a:lnTo>
                    <a:lnTo>
                      <a:pt x="46" y="52"/>
                    </a:lnTo>
                    <a:lnTo>
                      <a:pt x="48" y="52"/>
                    </a:lnTo>
                    <a:lnTo>
                      <a:pt x="48" y="48"/>
                    </a:lnTo>
                    <a:lnTo>
                      <a:pt x="48" y="44"/>
                    </a:lnTo>
                    <a:lnTo>
                      <a:pt x="48" y="42"/>
                    </a:lnTo>
                    <a:lnTo>
                      <a:pt x="48" y="38"/>
                    </a:lnTo>
                    <a:lnTo>
                      <a:pt x="52" y="38"/>
                    </a:lnTo>
                    <a:lnTo>
                      <a:pt x="52" y="34"/>
                    </a:lnTo>
                    <a:lnTo>
                      <a:pt x="48" y="34"/>
                    </a:lnTo>
                    <a:lnTo>
                      <a:pt x="52" y="34"/>
                    </a:lnTo>
                    <a:lnTo>
                      <a:pt x="52" y="30"/>
                    </a:lnTo>
                    <a:lnTo>
                      <a:pt x="56" y="30"/>
                    </a:lnTo>
                    <a:lnTo>
                      <a:pt x="52" y="30"/>
                    </a:lnTo>
                    <a:lnTo>
                      <a:pt x="56" y="30"/>
                    </a:lnTo>
                    <a:lnTo>
                      <a:pt x="56" y="26"/>
                    </a:lnTo>
                    <a:lnTo>
                      <a:pt x="60" y="26"/>
                    </a:lnTo>
                    <a:lnTo>
                      <a:pt x="60" y="22"/>
                    </a:lnTo>
                    <a:lnTo>
                      <a:pt x="60" y="22"/>
                    </a:lnTo>
                    <a:lnTo>
                      <a:pt x="60" y="22"/>
                    </a:lnTo>
                    <a:close/>
                    <a:moveTo>
                      <a:pt x="22" y="142"/>
                    </a:moveTo>
                    <a:lnTo>
                      <a:pt x="26" y="142"/>
                    </a:lnTo>
                    <a:lnTo>
                      <a:pt x="22" y="142"/>
                    </a:lnTo>
                    <a:lnTo>
                      <a:pt x="22" y="142"/>
                    </a:lnTo>
                    <a:lnTo>
                      <a:pt x="22" y="142"/>
                    </a:lnTo>
                    <a:close/>
                    <a:moveTo>
                      <a:pt x="16" y="172"/>
                    </a:moveTo>
                    <a:lnTo>
                      <a:pt x="12" y="172"/>
                    </a:lnTo>
                    <a:lnTo>
                      <a:pt x="12" y="168"/>
                    </a:lnTo>
                    <a:lnTo>
                      <a:pt x="16" y="172"/>
                    </a:lnTo>
                    <a:lnTo>
                      <a:pt x="16" y="172"/>
                    </a:lnTo>
                    <a:lnTo>
                      <a:pt x="16" y="1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8" name="Freeform 182"/>
              <p:cNvSpPr>
                <a:spLocks noEditPoints="1"/>
              </p:cNvSpPr>
              <p:nvPr/>
            </p:nvSpPr>
            <p:spPr bwMode="gray">
              <a:xfrm>
                <a:off x="2545859" y="4477961"/>
                <a:ext cx="406988" cy="187840"/>
              </a:xfrm>
              <a:custGeom>
                <a:avLst/>
                <a:gdLst>
                  <a:gd name="T0" fmla="*/ 166 w 234"/>
                  <a:gd name="T1" fmla="*/ 100 h 108"/>
                  <a:gd name="T2" fmla="*/ 164 w 234"/>
                  <a:gd name="T3" fmla="*/ 100 h 108"/>
                  <a:gd name="T4" fmla="*/ 160 w 234"/>
                  <a:gd name="T5" fmla="*/ 92 h 108"/>
                  <a:gd name="T6" fmla="*/ 160 w 234"/>
                  <a:gd name="T7" fmla="*/ 82 h 108"/>
                  <a:gd name="T8" fmla="*/ 166 w 234"/>
                  <a:gd name="T9" fmla="*/ 78 h 108"/>
                  <a:gd name="T10" fmla="*/ 166 w 234"/>
                  <a:gd name="T11" fmla="*/ 68 h 108"/>
                  <a:gd name="T12" fmla="*/ 166 w 234"/>
                  <a:gd name="T13" fmla="*/ 64 h 108"/>
                  <a:gd name="T14" fmla="*/ 164 w 234"/>
                  <a:gd name="T15" fmla="*/ 64 h 108"/>
                  <a:gd name="T16" fmla="*/ 164 w 234"/>
                  <a:gd name="T17" fmla="*/ 68 h 108"/>
                  <a:gd name="T18" fmla="*/ 156 w 234"/>
                  <a:gd name="T19" fmla="*/ 68 h 108"/>
                  <a:gd name="T20" fmla="*/ 152 w 234"/>
                  <a:gd name="T21" fmla="*/ 60 h 108"/>
                  <a:gd name="T22" fmla="*/ 152 w 234"/>
                  <a:gd name="T23" fmla="*/ 56 h 108"/>
                  <a:gd name="T24" fmla="*/ 156 w 234"/>
                  <a:gd name="T25" fmla="*/ 48 h 108"/>
                  <a:gd name="T26" fmla="*/ 156 w 234"/>
                  <a:gd name="T27" fmla="*/ 42 h 108"/>
                  <a:gd name="T28" fmla="*/ 160 w 234"/>
                  <a:gd name="T29" fmla="*/ 34 h 108"/>
                  <a:gd name="T30" fmla="*/ 164 w 234"/>
                  <a:gd name="T31" fmla="*/ 26 h 108"/>
                  <a:gd name="T32" fmla="*/ 164 w 234"/>
                  <a:gd name="T33" fmla="*/ 16 h 108"/>
                  <a:gd name="T34" fmla="*/ 166 w 234"/>
                  <a:gd name="T35" fmla="*/ 8 h 108"/>
                  <a:gd name="T36" fmla="*/ 178 w 234"/>
                  <a:gd name="T37" fmla="*/ 4 h 108"/>
                  <a:gd name="T38" fmla="*/ 182 w 234"/>
                  <a:gd name="T39" fmla="*/ 4 h 108"/>
                  <a:gd name="T40" fmla="*/ 192 w 234"/>
                  <a:gd name="T41" fmla="*/ 8 h 108"/>
                  <a:gd name="T42" fmla="*/ 200 w 234"/>
                  <a:gd name="T43" fmla="*/ 12 h 108"/>
                  <a:gd name="T44" fmla="*/ 204 w 234"/>
                  <a:gd name="T45" fmla="*/ 18 h 108"/>
                  <a:gd name="T46" fmla="*/ 216 w 234"/>
                  <a:gd name="T47" fmla="*/ 18 h 108"/>
                  <a:gd name="T48" fmla="*/ 222 w 234"/>
                  <a:gd name="T49" fmla="*/ 22 h 108"/>
                  <a:gd name="T50" fmla="*/ 230 w 234"/>
                  <a:gd name="T51" fmla="*/ 26 h 108"/>
                  <a:gd name="T52" fmla="*/ 230 w 234"/>
                  <a:gd name="T53" fmla="*/ 34 h 108"/>
                  <a:gd name="T54" fmla="*/ 230 w 234"/>
                  <a:gd name="T55" fmla="*/ 42 h 108"/>
                  <a:gd name="T56" fmla="*/ 226 w 234"/>
                  <a:gd name="T57" fmla="*/ 52 h 108"/>
                  <a:gd name="T58" fmla="*/ 220 w 234"/>
                  <a:gd name="T59" fmla="*/ 60 h 108"/>
                  <a:gd name="T60" fmla="*/ 208 w 234"/>
                  <a:gd name="T61" fmla="*/ 72 h 108"/>
                  <a:gd name="T62" fmla="*/ 196 w 234"/>
                  <a:gd name="T63" fmla="*/ 74 h 108"/>
                  <a:gd name="T64" fmla="*/ 192 w 234"/>
                  <a:gd name="T65" fmla="*/ 82 h 108"/>
                  <a:gd name="T66" fmla="*/ 190 w 234"/>
                  <a:gd name="T67" fmla="*/ 82 h 108"/>
                  <a:gd name="T68" fmla="*/ 186 w 234"/>
                  <a:gd name="T69" fmla="*/ 88 h 108"/>
                  <a:gd name="T70" fmla="*/ 182 w 234"/>
                  <a:gd name="T71" fmla="*/ 96 h 108"/>
                  <a:gd name="T72" fmla="*/ 182 w 234"/>
                  <a:gd name="T73" fmla="*/ 100 h 108"/>
                  <a:gd name="T74" fmla="*/ 174 w 234"/>
                  <a:gd name="T75" fmla="*/ 108 h 108"/>
                  <a:gd name="T76" fmla="*/ 170 w 234"/>
                  <a:gd name="T77" fmla="*/ 104 h 108"/>
                  <a:gd name="T78" fmla="*/ 14 w 234"/>
                  <a:gd name="T79" fmla="*/ 38 h 108"/>
                  <a:gd name="T80" fmla="*/ 22 w 234"/>
                  <a:gd name="T81" fmla="*/ 34 h 108"/>
                  <a:gd name="T82" fmla="*/ 18 w 234"/>
                  <a:gd name="T83" fmla="*/ 38 h 108"/>
                  <a:gd name="T84" fmla="*/ 4 w 234"/>
                  <a:gd name="T85" fmla="*/ 42 h 108"/>
                  <a:gd name="T86" fmla="*/ 8 w 234"/>
                  <a:gd name="T87" fmla="*/ 34 h 108"/>
                  <a:gd name="T88" fmla="*/ 0 w 234"/>
                  <a:gd name="T89" fmla="*/ 26 h 108"/>
                  <a:gd name="T90" fmla="*/ 8 w 234"/>
                  <a:gd name="T91" fmla="*/ 22 h 108"/>
                  <a:gd name="T92" fmla="*/ 10 w 234"/>
                  <a:gd name="T93" fmla="*/ 30 h 108"/>
                  <a:gd name="T94" fmla="*/ 10 w 234"/>
                  <a:gd name="T95" fmla="*/ 42 h 108"/>
                  <a:gd name="T96" fmla="*/ 8 w 234"/>
                  <a:gd name="T97" fmla="*/ 42 h 108"/>
                  <a:gd name="T98" fmla="*/ 10 w 234"/>
                  <a:gd name="T99" fmla="*/ 26 h 108"/>
                  <a:gd name="T100" fmla="*/ 14 w 234"/>
                  <a:gd name="T101" fmla="*/ 30 h 108"/>
                  <a:gd name="T102" fmla="*/ 0 w 234"/>
                  <a:gd name="T103" fmla="*/ 34 h 108"/>
                  <a:gd name="T104" fmla="*/ 4 w 234"/>
                  <a:gd name="T105" fmla="*/ 34 h 108"/>
                  <a:gd name="T106" fmla="*/ 30 w 234"/>
                  <a:gd name="T107" fmla="*/ 42 h 108"/>
                  <a:gd name="T108" fmla="*/ 34 w 234"/>
                  <a:gd name="T109" fmla="*/ 42 h 108"/>
                  <a:gd name="T110" fmla="*/ 30 w 234"/>
                  <a:gd name="T111" fmla="*/ 42 h 108"/>
                  <a:gd name="T112" fmla="*/ 18 w 234"/>
                  <a:gd name="T113" fmla="*/ 46 h 108"/>
                  <a:gd name="T114" fmla="*/ 18 w 234"/>
                  <a:gd name="T115" fmla="*/ 48 h 108"/>
                  <a:gd name="T116" fmla="*/ 160 w 234"/>
                  <a:gd name="T117" fmla="*/ 72 h 108"/>
                  <a:gd name="T118" fmla="*/ 164 w 234"/>
                  <a:gd name="T119" fmla="*/ 74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34" h="108">
                    <a:moveTo>
                      <a:pt x="170" y="104"/>
                    </a:moveTo>
                    <a:lnTo>
                      <a:pt x="170" y="100"/>
                    </a:lnTo>
                    <a:lnTo>
                      <a:pt x="166" y="100"/>
                    </a:lnTo>
                    <a:lnTo>
                      <a:pt x="164" y="100"/>
                    </a:lnTo>
                    <a:lnTo>
                      <a:pt x="164" y="96"/>
                    </a:lnTo>
                    <a:lnTo>
                      <a:pt x="164" y="100"/>
                    </a:lnTo>
                    <a:lnTo>
                      <a:pt x="160" y="100"/>
                    </a:lnTo>
                    <a:lnTo>
                      <a:pt x="160" y="96"/>
                    </a:lnTo>
                    <a:lnTo>
                      <a:pt x="160" y="92"/>
                    </a:lnTo>
                    <a:lnTo>
                      <a:pt x="164" y="88"/>
                    </a:lnTo>
                    <a:lnTo>
                      <a:pt x="164" y="86"/>
                    </a:lnTo>
                    <a:lnTo>
                      <a:pt x="160" y="82"/>
                    </a:lnTo>
                    <a:lnTo>
                      <a:pt x="164" y="82"/>
                    </a:lnTo>
                    <a:lnTo>
                      <a:pt x="164" y="78"/>
                    </a:lnTo>
                    <a:lnTo>
                      <a:pt x="166" y="78"/>
                    </a:lnTo>
                    <a:lnTo>
                      <a:pt x="166" y="74"/>
                    </a:lnTo>
                    <a:lnTo>
                      <a:pt x="166" y="72"/>
                    </a:lnTo>
                    <a:lnTo>
                      <a:pt x="166" y="68"/>
                    </a:lnTo>
                    <a:lnTo>
                      <a:pt x="166" y="64"/>
                    </a:lnTo>
                    <a:lnTo>
                      <a:pt x="166" y="60"/>
                    </a:lnTo>
                    <a:lnTo>
                      <a:pt x="166" y="64"/>
                    </a:lnTo>
                    <a:lnTo>
                      <a:pt x="166" y="68"/>
                    </a:lnTo>
                    <a:lnTo>
                      <a:pt x="164" y="68"/>
                    </a:lnTo>
                    <a:lnTo>
                      <a:pt x="164" y="64"/>
                    </a:lnTo>
                    <a:lnTo>
                      <a:pt x="166" y="64"/>
                    </a:lnTo>
                    <a:lnTo>
                      <a:pt x="164" y="64"/>
                    </a:lnTo>
                    <a:lnTo>
                      <a:pt x="164" y="68"/>
                    </a:lnTo>
                    <a:lnTo>
                      <a:pt x="164" y="72"/>
                    </a:lnTo>
                    <a:lnTo>
                      <a:pt x="160" y="72"/>
                    </a:lnTo>
                    <a:lnTo>
                      <a:pt x="156" y="68"/>
                    </a:lnTo>
                    <a:lnTo>
                      <a:pt x="156" y="64"/>
                    </a:lnTo>
                    <a:lnTo>
                      <a:pt x="152" y="64"/>
                    </a:lnTo>
                    <a:lnTo>
                      <a:pt x="152" y="60"/>
                    </a:lnTo>
                    <a:lnTo>
                      <a:pt x="156" y="60"/>
                    </a:lnTo>
                    <a:lnTo>
                      <a:pt x="156" y="56"/>
                    </a:lnTo>
                    <a:lnTo>
                      <a:pt x="152" y="56"/>
                    </a:lnTo>
                    <a:lnTo>
                      <a:pt x="152" y="52"/>
                    </a:lnTo>
                    <a:lnTo>
                      <a:pt x="152" y="48"/>
                    </a:lnTo>
                    <a:lnTo>
                      <a:pt x="156" y="48"/>
                    </a:lnTo>
                    <a:lnTo>
                      <a:pt x="152" y="46"/>
                    </a:lnTo>
                    <a:lnTo>
                      <a:pt x="152" y="42"/>
                    </a:lnTo>
                    <a:lnTo>
                      <a:pt x="156" y="42"/>
                    </a:lnTo>
                    <a:lnTo>
                      <a:pt x="156" y="38"/>
                    </a:lnTo>
                    <a:lnTo>
                      <a:pt x="160" y="38"/>
                    </a:lnTo>
                    <a:lnTo>
                      <a:pt x="160" y="34"/>
                    </a:lnTo>
                    <a:lnTo>
                      <a:pt x="160" y="30"/>
                    </a:lnTo>
                    <a:lnTo>
                      <a:pt x="160" y="26"/>
                    </a:lnTo>
                    <a:lnTo>
                      <a:pt x="164" y="26"/>
                    </a:lnTo>
                    <a:lnTo>
                      <a:pt x="164" y="22"/>
                    </a:lnTo>
                    <a:lnTo>
                      <a:pt x="164" y="18"/>
                    </a:lnTo>
                    <a:lnTo>
                      <a:pt x="164" y="16"/>
                    </a:lnTo>
                    <a:lnTo>
                      <a:pt x="164" y="12"/>
                    </a:lnTo>
                    <a:lnTo>
                      <a:pt x="166" y="12"/>
                    </a:lnTo>
                    <a:lnTo>
                      <a:pt x="166" y="8"/>
                    </a:lnTo>
                    <a:lnTo>
                      <a:pt x="170" y="8"/>
                    </a:lnTo>
                    <a:lnTo>
                      <a:pt x="174" y="8"/>
                    </a:lnTo>
                    <a:lnTo>
                      <a:pt x="178" y="4"/>
                    </a:lnTo>
                    <a:lnTo>
                      <a:pt x="182" y="4"/>
                    </a:lnTo>
                    <a:lnTo>
                      <a:pt x="182" y="0"/>
                    </a:lnTo>
                    <a:lnTo>
                      <a:pt x="182" y="4"/>
                    </a:lnTo>
                    <a:lnTo>
                      <a:pt x="186" y="4"/>
                    </a:lnTo>
                    <a:lnTo>
                      <a:pt x="190" y="8"/>
                    </a:lnTo>
                    <a:lnTo>
                      <a:pt x="192" y="8"/>
                    </a:lnTo>
                    <a:lnTo>
                      <a:pt x="192" y="12"/>
                    </a:lnTo>
                    <a:lnTo>
                      <a:pt x="196" y="12"/>
                    </a:lnTo>
                    <a:lnTo>
                      <a:pt x="200" y="12"/>
                    </a:lnTo>
                    <a:lnTo>
                      <a:pt x="200" y="16"/>
                    </a:lnTo>
                    <a:lnTo>
                      <a:pt x="200" y="18"/>
                    </a:lnTo>
                    <a:lnTo>
                      <a:pt x="204" y="18"/>
                    </a:lnTo>
                    <a:lnTo>
                      <a:pt x="208" y="18"/>
                    </a:lnTo>
                    <a:lnTo>
                      <a:pt x="212" y="18"/>
                    </a:lnTo>
                    <a:lnTo>
                      <a:pt x="216" y="18"/>
                    </a:lnTo>
                    <a:lnTo>
                      <a:pt x="220" y="18"/>
                    </a:lnTo>
                    <a:lnTo>
                      <a:pt x="222" y="18"/>
                    </a:lnTo>
                    <a:lnTo>
                      <a:pt x="222" y="22"/>
                    </a:lnTo>
                    <a:lnTo>
                      <a:pt x="226" y="22"/>
                    </a:lnTo>
                    <a:lnTo>
                      <a:pt x="226" y="26"/>
                    </a:lnTo>
                    <a:lnTo>
                      <a:pt x="230" y="26"/>
                    </a:lnTo>
                    <a:lnTo>
                      <a:pt x="226" y="26"/>
                    </a:lnTo>
                    <a:lnTo>
                      <a:pt x="230" y="30"/>
                    </a:lnTo>
                    <a:lnTo>
                      <a:pt x="230" y="34"/>
                    </a:lnTo>
                    <a:lnTo>
                      <a:pt x="230" y="38"/>
                    </a:lnTo>
                    <a:lnTo>
                      <a:pt x="234" y="42"/>
                    </a:lnTo>
                    <a:lnTo>
                      <a:pt x="230" y="42"/>
                    </a:lnTo>
                    <a:lnTo>
                      <a:pt x="230" y="46"/>
                    </a:lnTo>
                    <a:lnTo>
                      <a:pt x="226" y="48"/>
                    </a:lnTo>
                    <a:lnTo>
                      <a:pt x="226" y="52"/>
                    </a:lnTo>
                    <a:lnTo>
                      <a:pt x="222" y="56"/>
                    </a:lnTo>
                    <a:lnTo>
                      <a:pt x="222" y="60"/>
                    </a:lnTo>
                    <a:lnTo>
                      <a:pt x="220" y="60"/>
                    </a:lnTo>
                    <a:lnTo>
                      <a:pt x="216" y="64"/>
                    </a:lnTo>
                    <a:lnTo>
                      <a:pt x="212" y="68"/>
                    </a:lnTo>
                    <a:lnTo>
                      <a:pt x="208" y="72"/>
                    </a:lnTo>
                    <a:lnTo>
                      <a:pt x="204" y="72"/>
                    </a:lnTo>
                    <a:lnTo>
                      <a:pt x="200" y="74"/>
                    </a:lnTo>
                    <a:lnTo>
                      <a:pt x="196" y="74"/>
                    </a:lnTo>
                    <a:lnTo>
                      <a:pt x="192" y="74"/>
                    </a:lnTo>
                    <a:lnTo>
                      <a:pt x="192" y="78"/>
                    </a:lnTo>
                    <a:lnTo>
                      <a:pt x="192" y="82"/>
                    </a:lnTo>
                    <a:lnTo>
                      <a:pt x="190" y="82"/>
                    </a:lnTo>
                    <a:lnTo>
                      <a:pt x="190" y="86"/>
                    </a:lnTo>
                    <a:lnTo>
                      <a:pt x="190" y="82"/>
                    </a:lnTo>
                    <a:lnTo>
                      <a:pt x="190" y="86"/>
                    </a:lnTo>
                    <a:lnTo>
                      <a:pt x="190" y="88"/>
                    </a:lnTo>
                    <a:lnTo>
                      <a:pt x="186" y="88"/>
                    </a:lnTo>
                    <a:lnTo>
                      <a:pt x="186" y="92"/>
                    </a:lnTo>
                    <a:lnTo>
                      <a:pt x="186" y="96"/>
                    </a:lnTo>
                    <a:lnTo>
                      <a:pt x="182" y="96"/>
                    </a:lnTo>
                    <a:lnTo>
                      <a:pt x="182" y="100"/>
                    </a:lnTo>
                    <a:lnTo>
                      <a:pt x="186" y="100"/>
                    </a:lnTo>
                    <a:lnTo>
                      <a:pt x="182" y="100"/>
                    </a:lnTo>
                    <a:lnTo>
                      <a:pt x="182" y="104"/>
                    </a:lnTo>
                    <a:lnTo>
                      <a:pt x="178" y="108"/>
                    </a:lnTo>
                    <a:lnTo>
                      <a:pt x="174" y="108"/>
                    </a:lnTo>
                    <a:lnTo>
                      <a:pt x="174" y="104"/>
                    </a:lnTo>
                    <a:lnTo>
                      <a:pt x="170" y="104"/>
                    </a:lnTo>
                    <a:lnTo>
                      <a:pt x="170" y="104"/>
                    </a:lnTo>
                    <a:lnTo>
                      <a:pt x="170" y="104"/>
                    </a:lnTo>
                    <a:close/>
                    <a:moveTo>
                      <a:pt x="18" y="38"/>
                    </a:moveTo>
                    <a:lnTo>
                      <a:pt x="14" y="38"/>
                    </a:lnTo>
                    <a:lnTo>
                      <a:pt x="14" y="34"/>
                    </a:lnTo>
                    <a:lnTo>
                      <a:pt x="18" y="34"/>
                    </a:lnTo>
                    <a:lnTo>
                      <a:pt x="22" y="34"/>
                    </a:lnTo>
                    <a:lnTo>
                      <a:pt x="22" y="38"/>
                    </a:lnTo>
                    <a:lnTo>
                      <a:pt x="18" y="38"/>
                    </a:lnTo>
                    <a:lnTo>
                      <a:pt x="18" y="38"/>
                    </a:lnTo>
                    <a:lnTo>
                      <a:pt x="18" y="38"/>
                    </a:lnTo>
                    <a:close/>
                    <a:moveTo>
                      <a:pt x="8" y="42"/>
                    </a:moveTo>
                    <a:lnTo>
                      <a:pt x="4" y="42"/>
                    </a:lnTo>
                    <a:lnTo>
                      <a:pt x="4" y="38"/>
                    </a:lnTo>
                    <a:lnTo>
                      <a:pt x="8" y="38"/>
                    </a:lnTo>
                    <a:lnTo>
                      <a:pt x="8" y="34"/>
                    </a:lnTo>
                    <a:lnTo>
                      <a:pt x="4" y="30"/>
                    </a:lnTo>
                    <a:lnTo>
                      <a:pt x="4" y="26"/>
                    </a:lnTo>
                    <a:lnTo>
                      <a:pt x="0" y="26"/>
                    </a:lnTo>
                    <a:lnTo>
                      <a:pt x="0" y="22"/>
                    </a:lnTo>
                    <a:lnTo>
                      <a:pt x="4" y="22"/>
                    </a:lnTo>
                    <a:lnTo>
                      <a:pt x="8" y="22"/>
                    </a:lnTo>
                    <a:lnTo>
                      <a:pt x="8" y="26"/>
                    </a:lnTo>
                    <a:lnTo>
                      <a:pt x="8" y="30"/>
                    </a:lnTo>
                    <a:lnTo>
                      <a:pt x="10" y="30"/>
                    </a:lnTo>
                    <a:lnTo>
                      <a:pt x="10" y="34"/>
                    </a:lnTo>
                    <a:lnTo>
                      <a:pt x="10" y="38"/>
                    </a:lnTo>
                    <a:lnTo>
                      <a:pt x="10" y="42"/>
                    </a:lnTo>
                    <a:lnTo>
                      <a:pt x="8" y="42"/>
                    </a:lnTo>
                    <a:lnTo>
                      <a:pt x="8" y="42"/>
                    </a:lnTo>
                    <a:lnTo>
                      <a:pt x="8" y="42"/>
                    </a:lnTo>
                    <a:close/>
                    <a:moveTo>
                      <a:pt x="14" y="30"/>
                    </a:moveTo>
                    <a:lnTo>
                      <a:pt x="10" y="30"/>
                    </a:lnTo>
                    <a:lnTo>
                      <a:pt x="10" y="26"/>
                    </a:lnTo>
                    <a:lnTo>
                      <a:pt x="14" y="26"/>
                    </a:lnTo>
                    <a:lnTo>
                      <a:pt x="14" y="30"/>
                    </a:lnTo>
                    <a:lnTo>
                      <a:pt x="14" y="30"/>
                    </a:lnTo>
                    <a:lnTo>
                      <a:pt x="14" y="30"/>
                    </a:lnTo>
                    <a:close/>
                    <a:moveTo>
                      <a:pt x="4" y="34"/>
                    </a:moveTo>
                    <a:lnTo>
                      <a:pt x="0" y="34"/>
                    </a:lnTo>
                    <a:lnTo>
                      <a:pt x="0" y="30"/>
                    </a:lnTo>
                    <a:lnTo>
                      <a:pt x="4" y="30"/>
                    </a:lnTo>
                    <a:lnTo>
                      <a:pt x="4" y="34"/>
                    </a:lnTo>
                    <a:lnTo>
                      <a:pt x="4" y="34"/>
                    </a:lnTo>
                    <a:lnTo>
                      <a:pt x="4" y="34"/>
                    </a:lnTo>
                    <a:close/>
                    <a:moveTo>
                      <a:pt x="30" y="42"/>
                    </a:moveTo>
                    <a:lnTo>
                      <a:pt x="30" y="38"/>
                    </a:lnTo>
                    <a:lnTo>
                      <a:pt x="34" y="38"/>
                    </a:lnTo>
                    <a:lnTo>
                      <a:pt x="34" y="42"/>
                    </a:lnTo>
                    <a:lnTo>
                      <a:pt x="30" y="42"/>
                    </a:lnTo>
                    <a:lnTo>
                      <a:pt x="30" y="42"/>
                    </a:lnTo>
                    <a:lnTo>
                      <a:pt x="30" y="42"/>
                    </a:lnTo>
                    <a:close/>
                    <a:moveTo>
                      <a:pt x="18" y="48"/>
                    </a:moveTo>
                    <a:lnTo>
                      <a:pt x="14" y="46"/>
                    </a:lnTo>
                    <a:lnTo>
                      <a:pt x="18" y="46"/>
                    </a:lnTo>
                    <a:lnTo>
                      <a:pt x="18" y="48"/>
                    </a:lnTo>
                    <a:lnTo>
                      <a:pt x="18" y="48"/>
                    </a:lnTo>
                    <a:lnTo>
                      <a:pt x="18" y="48"/>
                    </a:lnTo>
                    <a:close/>
                    <a:moveTo>
                      <a:pt x="164" y="74"/>
                    </a:moveTo>
                    <a:lnTo>
                      <a:pt x="160" y="74"/>
                    </a:lnTo>
                    <a:lnTo>
                      <a:pt x="160" y="72"/>
                    </a:lnTo>
                    <a:lnTo>
                      <a:pt x="164" y="72"/>
                    </a:lnTo>
                    <a:lnTo>
                      <a:pt x="166" y="72"/>
                    </a:lnTo>
                    <a:lnTo>
                      <a:pt x="164" y="74"/>
                    </a:lnTo>
                    <a:lnTo>
                      <a:pt x="164" y="74"/>
                    </a:lnTo>
                    <a:lnTo>
                      <a:pt x="164"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9" name="Freeform 183"/>
              <p:cNvSpPr>
                <a:spLocks/>
              </p:cNvSpPr>
              <p:nvPr/>
            </p:nvSpPr>
            <p:spPr bwMode="gray">
              <a:xfrm>
                <a:off x="3457233" y="4349256"/>
                <a:ext cx="73049" cy="107834"/>
              </a:xfrm>
              <a:custGeom>
                <a:avLst/>
                <a:gdLst>
                  <a:gd name="T0" fmla="*/ 4 w 42"/>
                  <a:gd name="T1" fmla="*/ 56 h 62"/>
                  <a:gd name="T2" fmla="*/ 4 w 42"/>
                  <a:gd name="T3" fmla="*/ 52 h 62"/>
                  <a:gd name="T4" fmla="*/ 4 w 42"/>
                  <a:gd name="T5" fmla="*/ 48 h 62"/>
                  <a:gd name="T6" fmla="*/ 4 w 42"/>
                  <a:gd name="T7" fmla="*/ 44 h 62"/>
                  <a:gd name="T8" fmla="*/ 8 w 42"/>
                  <a:gd name="T9" fmla="*/ 40 h 62"/>
                  <a:gd name="T10" fmla="*/ 8 w 42"/>
                  <a:gd name="T11" fmla="*/ 32 h 62"/>
                  <a:gd name="T12" fmla="*/ 4 w 42"/>
                  <a:gd name="T13" fmla="*/ 30 h 62"/>
                  <a:gd name="T14" fmla="*/ 0 w 42"/>
                  <a:gd name="T15" fmla="*/ 22 h 62"/>
                  <a:gd name="T16" fmla="*/ 0 w 42"/>
                  <a:gd name="T17" fmla="*/ 18 h 62"/>
                  <a:gd name="T18" fmla="*/ 0 w 42"/>
                  <a:gd name="T19" fmla="*/ 14 h 62"/>
                  <a:gd name="T20" fmla="*/ 4 w 42"/>
                  <a:gd name="T21" fmla="*/ 10 h 62"/>
                  <a:gd name="T22" fmla="*/ 4 w 42"/>
                  <a:gd name="T23" fmla="*/ 6 h 62"/>
                  <a:gd name="T24" fmla="*/ 8 w 42"/>
                  <a:gd name="T25" fmla="*/ 6 h 62"/>
                  <a:gd name="T26" fmla="*/ 8 w 42"/>
                  <a:gd name="T27" fmla="*/ 4 h 62"/>
                  <a:gd name="T28" fmla="*/ 8 w 42"/>
                  <a:gd name="T29" fmla="*/ 0 h 62"/>
                  <a:gd name="T30" fmla="*/ 12 w 42"/>
                  <a:gd name="T31" fmla="*/ 0 h 62"/>
                  <a:gd name="T32" fmla="*/ 16 w 42"/>
                  <a:gd name="T33" fmla="*/ 4 h 62"/>
                  <a:gd name="T34" fmla="*/ 20 w 42"/>
                  <a:gd name="T35" fmla="*/ 4 h 62"/>
                  <a:gd name="T36" fmla="*/ 24 w 42"/>
                  <a:gd name="T37" fmla="*/ 4 h 62"/>
                  <a:gd name="T38" fmla="*/ 28 w 42"/>
                  <a:gd name="T39" fmla="*/ 6 h 62"/>
                  <a:gd name="T40" fmla="*/ 30 w 42"/>
                  <a:gd name="T41" fmla="*/ 14 h 62"/>
                  <a:gd name="T42" fmla="*/ 38 w 42"/>
                  <a:gd name="T43" fmla="*/ 18 h 62"/>
                  <a:gd name="T44" fmla="*/ 38 w 42"/>
                  <a:gd name="T45" fmla="*/ 22 h 62"/>
                  <a:gd name="T46" fmla="*/ 38 w 42"/>
                  <a:gd name="T47" fmla="*/ 26 h 62"/>
                  <a:gd name="T48" fmla="*/ 38 w 42"/>
                  <a:gd name="T49" fmla="*/ 22 h 62"/>
                  <a:gd name="T50" fmla="*/ 38 w 42"/>
                  <a:gd name="T51" fmla="*/ 22 h 62"/>
                  <a:gd name="T52" fmla="*/ 38 w 42"/>
                  <a:gd name="T53" fmla="*/ 18 h 62"/>
                  <a:gd name="T54" fmla="*/ 42 w 42"/>
                  <a:gd name="T55" fmla="*/ 22 h 62"/>
                  <a:gd name="T56" fmla="*/ 42 w 42"/>
                  <a:gd name="T57" fmla="*/ 26 h 62"/>
                  <a:gd name="T58" fmla="*/ 42 w 42"/>
                  <a:gd name="T59" fmla="*/ 26 h 62"/>
                  <a:gd name="T60" fmla="*/ 42 w 42"/>
                  <a:gd name="T61" fmla="*/ 30 h 62"/>
                  <a:gd name="T62" fmla="*/ 42 w 42"/>
                  <a:gd name="T63" fmla="*/ 30 h 62"/>
                  <a:gd name="T64" fmla="*/ 38 w 42"/>
                  <a:gd name="T65" fmla="*/ 32 h 62"/>
                  <a:gd name="T66" fmla="*/ 38 w 42"/>
                  <a:gd name="T67" fmla="*/ 36 h 62"/>
                  <a:gd name="T68" fmla="*/ 34 w 42"/>
                  <a:gd name="T69" fmla="*/ 44 h 62"/>
                  <a:gd name="T70" fmla="*/ 30 w 42"/>
                  <a:gd name="T71" fmla="*/ 44 h 62"/>
                  <a:gd name="T72" fmla="*/ 30 w 42"/>
                  <a:gd name="T73" fmla="*/ 48 h 62"/>
                  <a:gd name="T74" fmla="*/ 30 w 42"/>
                  <a:gd name="T75" fmla="*/ 56 h 62"/>
                  <a:gd name="T76" fmla="*/ 28 w 42"/>
                  <a:gd name="T77" fmla="*/ 58 h 62"/>
                  <a:gd name="T78" fmla="*/ 24 w 42"/>
                  <a:gd name="T79" fmla="*/ 62 h 62"/>
                  <a:gd name="T80" fmla="*/ 24 w 42"/>
                  <a:gd name="T81" fmla="*/ 58 h 62"/>
                  <a:gd name="T82" fmla="*/ 20 w 42"/>
                  <a:gd name="T83" fmla="*/ 58 h 62"/>
                  <a:gd name="T84" fmla="*/ 20 w 42"/>
                  <a:gd name="T85" fmla="*/ 58 h 62"/>
                  <a:gd name="T86" fmla="*/ 12 w 42"/>
                  <a:gd name="T87" fmla="*/ 58 h 62"/>
                  <a:gd name="T88" fmla="*/ 8 w 42"/>
                  <a:gd name="T89" fmla="*/ 58 h 62"/>
                  <a:gd name="T90" fmla="*/ 4 w 42"/>
                  <a:gd name="T91" fmla="*/ 62 h 62"/>
                  <a:gd name="T92" fmla="*/ 0 w 42"/>
                  <a:gd name="T93" fmla="*/ 58 h 62"/>
                  <a:gd name="T94" fmla="*/ 0 w 42"/>
                  <a:gd name="T95" fmla="*/ 58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2" h="62">
                    <a:moveTo>
                      <a:pt x="0" y="58"/>
                    </a:moveTo>
                    <a:lnTo>
                      <a:pt x="0" y="58"/>
                    </a:lnTo>
                    <a:lnTo>
                      <a:pt x="0" y="56"/>
                    </a:lnTo>
                    <a:lnTo>
                      <a:pt x="4" y="56"/>
                    </a:lnTo>
                    <a:lnTo>
                      <a:pt x="4" y="56"/>
                    </a:lnTo>
                    <a:lnTo>
                      <a:pt x="4" y="56"/>
                    </a:lnTo>
                    <a:lnTo>
                      <a:pt x="4" y="52"/>
                    </a:lnTo>
                    <a:lnTo>
                      <a:pt x="4" y="52"/>
                    </a:lnTo>
                    <a:lnTo>
                      <a:pt x="4" y="52"/>
                    </a:lnTo>
                    <a:lnTo>
                      <a:pt x="4" y="52"/>
                    </a:lnTo>
                    <a:lnTo>
                      <a:pt x="4" y="52"/>
                    </a:lnTo>
                    <a:lnTo>
                      <a:pt x="4" y="48"/>
                    </a:lnTo>
                    <a:lnTo>
                      <a:pt x="4" y="48"/>
                    </a:lnTo>
                    <a:lnTo>
                      <a:pt x="4" y="44"/>
                    </a:lnTo>
                    <a:lnTo>
                      <a:pt x="4" y="44"/>
                    </a:lnTo>
                    <a:lnTo>
                      <a:pt x="4" y="44"/>
                    </a:lnTo>
                    <a:lnTo>
                      <a:pt x="4" y="44"/>
                    </a:lnTo>
                    <a:lnTo>
                      <a:pt x="8" y="40"/>
                    </a:lnTo>
                    <a:lnTo>
                      <a:pt x="8" y="40"/>
                    </a:lnTo>
                    <a:lnTo>
                      <a:pt x="8" y="40"/>
                    </a:lnTo>
                    <a:lnTo>
                      <a:pt x="8" y="40"/>
                    </a:lnTo>
                    <a:lnTo>
                      <a:pt x="8" y="36"/>
                    </a:lnTo>
                    <a:lnTo>
                      <a:pt x="8" y="36"/>
                    </a:lnTo>
                    <a:lnTo>
                      <a:pt x="8" y="32"/>
                    </a:lnTo>
                    <a:lnTo>
                      <a:pt x="8" y="32"/>
                    </a:lnTo>
                    <a:lnTo>
                      <a:pt x="4" y="32"/>
                    </a:lnTo>
                    <a:lnTo>
                      <a:pt x="4" y="30"/>
                    </a:lnTo>
                    <a:lnTo>
                      <a:pt x="4" y="30"/>
                    </a:lnTo>
                    <a:lnTo>
                      <a:pt x="4" y="26"/>
                    </a:lnTo>
                    <a:lnTo>
                      <a:pt x="4" y="26"/>
                    </a:lnTo>
                    <a:lnTo>
                      <a:pt x="0" y="22"/>
                    </a:lnTo>
                    <a:lnTo>
                      <a:pt x="0" y="22"/>
                    </a:lnTo>
                    <a:lnTo>
                      <a:pt x="0" y="22"/>
                    </a:lnTo>
                    <a:lnTo>
                      <a:pt x="0" y="22"/>
                    </a:lnTo>
                    <a:lnTo>
                      <a:pt x="0" y="22"/>
                    </a:lnTo>
                    <a:lnTo>
                      <a:pt x="0" y="18"/>
                    </a:lnTo>
                    <a:lnTo>
                      <a:pt x="0" y="18"/>
                    </a:lnTo>
                    <a:lnTo>
                      <a:pt x="0" y="18"/>
                    </a:lnTo>
                    <a:lnTo>
                      <a:pt x="0" y="18"/>
                    </a:lnTo>
                    <a:lnTo>
                      <a:pt x="0" y="14"/>
                    </a:lnTo>
                    <a:lnTo>
                      <a:pt x="0" y="14"/>
                    </a:lnTo>
                    <a:lnTo>
                      <a:pt x="0" y="10"/>
                    </a:lnTo>
                    <a:lnTo>
                      <a:pt x="4" y="10"/>
                    </a:lnTo>
                    <a:lnTo>
                      <a:pt x="4" y="10"/>
                    </a:lnTo>
                    <a:lnTo>
                      <a:pt x="4" y="10"/>
                    </a:lnTo>
                    <a:lnTo>
                      <a:pt x="4" y="10"/>
                    </a:lnTo>
                    <a:lnTo>
                      <a:pt x="4" y="6"/>
                    </a:lnTo>
                    <a:lnTo>
                      <a:pt x="4" y="6"/>
                    </a:lnTo>
                    <a:lnTo>
                      <a:pt x="4" y="6"/>
                    </a:lnTo>
                    <a:lnTo>
                      <a:pt x="4" y="6"/>
                    </a:lnTo>
                    <a:lnTo>
                      <a:pt x="4" y="6"/>
                    </a:lnTo>
                    <a:lnTo>
                      <a:pt x="8" y="6"/>
                    </a:lnTo>
                    <a:lnTo>
                      <a:pt x="8" y="6"/>
                    </a:lnTo>
                    <a:lnTo>
                      <a:pt x="8" y="6"/>
                    </a:lnTo>
                    <a:lnTo>
                      <a:pt x="8" y="6"/>
                    </a:lnTo>
                    <a:lnTo>
                      <a:pt x="8" y="4"/>
                    </a:lnTo>
                    <a:lnTo>
                      <a:pt x="8" y="4"/>
                    </a:lnTo>
                    <a:lnTo>
                      <a:pt x="8" y="4"/>
                    </a:lnTo>
                    <a:lnTo>
                      <a:pt x="8" y="4"/>
                    </a:lnTo>
                    <a:lnTo>
                      <a:pt x="8" y="0"/>
                    </a:lnTo>
                    <a:lnTo>
                      <a:pt x="8" y="0"/>
                    </a:lnTo>
                    <a:lnTo>
                      <a:pt x="8" y="0"/>
                    </a:lnTo>
                    <a:lnTo>
                      <a:pt x="8" y="0"/>
                    </a:lnTo>
                    <a:lnTo>
                      <a:pt x="12" y="0"/>
                    </a:lnTo>
                    <a:lnTo>
                      <a:pt x="12" y="0"/>
                    </a:lnTo>
                    <a:lnTo>
                      <a:pt x="12" y="0"/>
                    </a:lnTo>
                    <a:lnTo>
                      <a:pt x="16" y="4"/>
                    </a:lnTo>
                    <a:lnTo>
                      <a:pt x="16" y="4"/>
                    </a:lnTo>
                    <a:lnTo>
                      <a:pt x="16" y="4"/>
                    </a:lnTo>
                    <a:lnTo>
                      <a:pt x="16" y="4"/>
                    </a:lnTo>
                    <a:lnTo>
                      <a:pt x="16" y="4"/>
                    </a:lnTo>
                    <a:lnTo>
                      <a:pt x="20" y="4"/>
                    </a:lnTo>
                    <a:lnTo>
                      <a:pt x="20" y="4"/>
                    </a:lnTo>
                    <a:lnTo>
                      <a:pt x="24" y="4"/>
                    </a:lnTo>
                    <a:lnTo>
                      <a:pt x="24" y="4"/>
                    </a:lnTo>
                    <a:lnTo>
                      <a:pt x="24" y="4"/>
                    </a:lnTo>
                    <a:lnTo>
                      <a:pt x="24" y="6"/>
                    </a:lnTo>
                    <a:lnTo>
                      <a:pt x="28" y="6"/>
                    </a:lnTo>
                    <a:lnTo>
                      <a:pt x="28" y="6"/>
                    </a:lnTo>
                    <a:lnTo>
                      <a:pt x="28" y="6"/>
                    </a:lnTo>
                    <a:lnTo>
                      <a:pt x="28" y="10"/>
                    </a:lnTo>
                    <a:lnTo>
                      <a:pt x="30" y="10"/>
                    </a:lnTo>
                    <a:lnTo>
                      <a:pt x="30" y="14"/>
                    </a:lnTo>
                    <a:lnTo>
                      <a:pt x="30" y="14"/>
                    </a:lnTo>
                    <a:lnTo>
                      <a:pt x="34" y="14"/>
                    </a:lnTo>
                    <a:lnTo>
                      <a:pt x="34" y="18"/>
                    </a:lnTo>
                    <a:lnTo>
                      <a:pt x="38" y="18"/>
                    </a:lnTo>
                    <a:lnTo>
                      <a:pt x="38" y="18"/>
                    </a:lnTo>
                    <a:lnTo>
                      <a:pt x="38" y="18"/>
                    </a:lnTo>
                    <a:lnTo>
                      <a:pt x="38" y="18"/>
                    </a:lnTo>
                    <a:lnTo>
                      <a:pt x="38" y="22"/>
                    </a:lnTo>
                    <a:lnTo>
                      <a:pt x="38" y="22"/>
                    </a:lnTo>
                    <a:lnTo>
                      <a:pt x="38" y="22"/>
                    </a:lnTo>
                    <a:lnTo>
                      <a:pt x="38" y="22"/>
                    </a:lnTo>
                    <a:lnTo>
                      <a:pt x="38" y="22"/>
                    </a:lnTo>
                    <a:lnTo>
                      <a:pt x="38" y="26"/>
                    </a:lnTo>
                    <a:lnTo>
                      <a:pt x="38" y="26"/>
                    </a:lnTo>
                    <a:lnTo>
                      <a:pt x="38" y="26"/>
                    </a:lnTo>
                    <a:lnTo>
                      <a:pt x="38" y="22"/>
                    </a:lnTo>
                    <a:lnTo>
                      <a:pt x="38" y="22"/>
                    </a:lnTo>
                    <a:lnTo>
                      <a:pt x="38" y="22"/>
                    </a:lnTo>
                    <a:lnTo>
                      <a:pt x="38" y="22"/>
                    </a:lnTo>
                    <a:lnTo>
                      <a:pt x="38" y="22"/>
                    </a:lnTo>
                    <a:lnTo>
                      <a:pt x="38" y="22"/>
                    </a:lnTo>
                    <a:lnTo>
                      <a:pt x="38" y="22"/>
                    </a:lnTo>
                    <a:lnTo>
                      <a:pt x="38" y="18"/>
                    </a:lnTo>
                    <a:lnTo>
                      <a:pt x="38" y="18"/>
                    </a:lnTo>
                    <a:lnTo>
                      <a:pt x="38" y="18"/>
                    </a:lnTo>
                    <a:lnTo>
                      <a:pt x="38" y="18"/>
                    </a:lnTo>
                    <a:lnTo>
                      <a:pt x="38" y="18"/>
                    </a:lnTo>
                    <a:lnTo>
                      <a:pt x="42" y="22"/>
                    </a:lnTo>
                    <a:lnTo>
                      <a:pt x="42" y="22"/>
                    </a:lnTo>
                    <a:lnTo>
                      <a:pt x="42" y="22"/>
                    </a:lnTo>
                    <a:lnTo>
                      <a:pt x="42" y="22"/>
                    </a:lnTo>
                    <a:lnTo>
                      <a:pt x="42" y="22"/>
                    </a:lnTo>
                    <a:lnTo>
                      <a:pt x="42" y="26"/>
                    </a:lnTo>
                    <a:lnTo>
                      <a:pt x="42" y="26"/>
                    </a:lnTo>
                    <a:lnTo>
                      <a:pt x="42" y="26"/>
                    </a:lnTo>
                    <a:lnTo>
                      <a:pt x="42" y="26"/>
                    </a:lnTo>
                    <a:lnTo>
                      <a:pt x="42" y="26"/>
                    </a:lnTo>
                    <a:lnTo>
                      <a:pt x="42" y="26"/>
                    </a:lnTo>
                    <a:lnTo>
                      <a:pt x="42" y="30"/>
                    </a:lnTo>
                    <a:lnTo>
                      <a:pt x="42" y="30"/>
                    </a:lnTo>
                    <a:lnTo>
                      <a:pt x="42" y="30"/>
                    </a:lnTo>
                    <a:lnTo>
                      <a:pt x="42" y="30"/>
                    </a:lnTo>
                    <a:lnTo>
                      <a:pt x="42" y="30"/>
                    </a:lnTo>
                    <a:lnTo>
                      <a:pt x="42" y="30"/>
                    </a:lnTo>
                    <a:lnTo>
                      <a:pt x="42" y="30"/>
                    </a:lnTo>
                    <a:lnTo>
                      <a:pt x="42" y="30"/>
                    </a:lnTo>
                    <a:lnTo>
                      <a:pt x="38" y="30"/>
                    </a:lnTo>
                    <a:lnTo>
                      <a:pt x="38" y="32"/>
                    </a:lnTo>
                    <a:lnTo>
                      <a:pt x="38" y="32"/>
                    </a:lnTo>
                    <a:lnTo>
                      <a:pt x="38" y="32"/>
                    </a:lnTo>
                    <a:lnTo>
                      <a:pt x="38" y="32"/>
                    </a:lnTo>
                    <a:lnTo>
                      <a:pt x="38" y="36"/>
                    </a:lnTo>
                    <a:lnTo>
                      <a:pt x="38" y="36"/>
                    </a:lnTo>
                    <a:lnTo>
                      <a:pt x="38" y="36"/>
                    </a:lnTo>
                    <a:lnTo>
                      <a:pt x="34" y="40"/>
                    </a:lnTo>
                    <a:lnTo>
                      <a:pt x="34" y="40"/>
                    </a:lnTo>
                    <a:lnTo>
                      <a:pt x="34" y="44"/>
                    </a:lnTo>
                    <a:lnTo>
                      <a:pt x="34" y="44"/>
                    </a:lnTo>
                    <a:lnTo>
                      <a:pt x="34" y="44"/>
                    </a:lnTo>
                    <a:lnTo>
                      <a:pt x="30" y="44"/>
                    </a:lnTo>
                    <a:lnTo>
                      <a:pt x="30" y="44"/>
                    </a:lnTo>
                    <a:lnTo>
                      <a:pt x="30" y="44"/>
                    </a:lnTo>
                    <a:lnTo>
                      <a:pt x="30" y="48"/>
                    </a:lnTo>
                    <a:lnTo>
                      <a:pt x="30" y="48"/>
                    </a:lnTo>
                    <a:lnTo>
                      <a:pt x="30" y="48"/>
                    </a:lnTo>
                    <a:lnTo>
                      <a:pt x="30" y="52"/>
                    </a:lnTo>
                    <a:lnTo>
                      <a:pt x="30" y="52"/>
                    </a:lnTo>
                    <a:lnTo>
                      <a:pt x="30" y="52"/>
                    </a:lnTo>
                    <a:lnTo>
                      <a:pt x="30" y="56"/>
                    </a:lnTo>
                    <a:lnTo>
                      <a:pt x="30" y="56"/>
                    </a:lnTo>
                    <a:lnTo>
                      <a:pt x="30" y="56"/>
                    </a:lnTo>
                    <a:lnTo>
                      <a:pt x="28" y="56"/>
                    </a:lnTo>
                    <a:lnTo>
                      <a:pt x="28" y="58"/>
                    </a:lnTo>
                    <a:lnTo>
                      <a:pt x="28" y="58"/>
                    </a:lnTo>
                    <a:lnTo>
                      <a:pt x="24" y="58"/>
                    </a:lnTo>
                    <a:lnTo>
                      <a:pt x="24" y="58"/>
                    </a:lnTo>
                    <a:lnTo>
                      <a:pt x="24" y="62"/>
                    </a:lnTo>
                    <a:lnTo>
                      <a:pt x="24" y="62"/>
                    </a:lnTo>
                    <a:lnTo>
                      <a:pt x="24" y="58"/>
                    </a:lnTo>
                    <a:lnTo>
                      <a:pt x="24" y="58"/>
                    </a:lnTo>
                    <a:lnTo>
                      <a:pt x="24" y="58"/>
                    </a:lnTo>
                    <a:lnTo>
                      <a:pt x="20" y="58"/>
                    </a:lnTo>
                    <a:lnTo>
                      <a:pt x="20" y="58"/>
                    </a:lnTo>
                    <a:lnTo>
                      <a:pt x="20" y="58"/>
                    </a:lnTo>
                    <a:lnTo>
                      <a:pt x="20" y="58"/>
                    </a:lnTo>
                    <a:lnTo>
                      <a:pt x="20" y="58"/>
                    </a:lnTo>
                    <a:lnTo>
                      <a:pt x="20" y="58"/>
                    </a:lnTo>
                    <a:lnTo>
                      <a:pt x="20" y="58"/>
                    </a:lnTo>
                    <a:lnTo>
                      <a:pt x="20" y="58"/>
                    </a:lnTo>
                    <a:lnTo>
                      <a:pt x="16" y="58"/>
                    </a:lnTo>
                    <a:lnTo>
                      <a:pt x="16" y="58"/>
                    </a:lnTo>
                    <a:lnTo>
                      <a:pt x="12" y="58"/>
                    </a:lnTo>
                    <a:lnTo>
                      <a:pt x="12" y="58"/>
                    </a:lnTo>
                    <a:lnTo>
                      <a:pt x="12" y="58"/>
                    </a:lnTo>
                    <a:lnTo>
                      <a:pt x="12" y="58"/>
                    </a:lnTo>
                    <a:lnTo>
                      <a:pt x="12" y="58"/>
                    </a:lnTo>
                    <a:lnTo>
                      <a:pt x="8" y="58"/>
                    </a:lnTo>
                    <a:lnTo>
                      <a:pt x="8" y="58"/>
                    </a:lnTo>
                    <a:lnTo>
                      <a:pt x="8" y="58"/>
                    </a:lnTo>
                    <a:lnTo>
                      <a:pt x="8" y="62"/>
                    </a:lnTo>
                    <a:lnTo>
                      <a:pt x="4" y="62"/>
                    </a:lnTo>
                    <a:lnTo>
                      <a:pt x="0" y="58"/>
                    </a:lnTo>
                    <a:lnTo>
                      <a:pt x="0" y="58"/>
                    </a:lnTo>
                    <a:lnTo>
                      <a:pt x="0" y="58"/>
                    </a:lnTo>
                    <a:lnTo>
                      <a:pt x="0" y="58"/>
                    </a:lnTo>
                    <a:lnTo>
                      <a:pt x="0" y="58"/>
                    </a:lnTo>
                    <a:lnTo>
                      <a:pt x="0" y="58"/>
                    </a:lnTo>
                    <a:lnTo>
                      <a:pt x="0" y="58"/>
                    </a:lnTo>
                    <a:lnTo>
                      <a:pt x="0" y="58"/>
                    </a:lnTo>
                    <a:lnTo>
                      <a:pt x="0" y="5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0" name="Freeform 184"/>
              <p:cNvSpPr>
                <a:spLocks/>
              </p:cNvSpPr>
              <p:nvPr/>
            </p:nvSpPr>
            <p:spPr bwMode="gray">
              <a:xfrm>
                <a:off x="3290263" y="4265772"/>
                <a:ext cx="121748" cy="219147"/>
              </a:xfrm>
              <a:custGeom>
                <a:avLst/>
                <a:gdLst>
                  <a:gd name="T0" fmla="*/ 48 w 70"/>
                  <a:gd name="T1" fmla="*/ 32 h 126"/>
                  <a:gd name="T2" fmla="*/ 52 w 70"/>
                  <a:gd name="T3" fmla="*/ 36 h 126"/>
                  <a:gd name="T4" fmla="*/ 56 w 70"/>
                  <a:gd name="T5" fmla="*/ 40 h 126"/>
                  <a:gd name="T6" fmla="*/ 60 w 70"/>
                  <a:gd name="T7" fmla="*/ 44 h 126"/>
                  <a:gd name="T8" fmla="*/ 60 w 70"/>
                  <a:gd name="T9" fmla="*/ 56 h 126"/>
                  <a:gd name="T10" fmla="*/ 60 w 70"/>
                  <a:gd name="T11" fmla="*/ 58 h 126"/>
                  <a:gd name="T12" fmla="*/ 56 w 70"/>
                  <a:gd name="T13" fmla="*/ 58 h 126"/>
                  <a:gd name="T14" fmla="*/ 52 w 70"/>
                  <a:gd name="T15" fmla="*/ 62 h 126"/>
                  <a:gd name="T16" fmla="*/ 48 w 70"/>
                  <a:gd name="T17" fmla="*/ 66 h 126"/>
                  <a:gd name="T18" fmla="*/ 48 w 70"/>
                  <a:gd name="T19" fmla="*/ 74 h 126"/>
                  <a:gd name="T20" fmla="*/ 48 w 70"/>
                  <a:gd name="T21" fmla="*/ 78 h 126"/>
                  <a:gd name="T22" fmla="*/ 48 w 70"/>
                  <a:gd name="T23" fmla="*/ 82 h 126"/>
                  <a:gd name="T24" fmla="*/ 52 w 70"/>
                  <a:gd name="T25" fmla="*/ 86 h 126"/>
                  <a:gd name="T26" fmla="*/ 52 w 70"/>
                  <a:gd name="T27" fmla="*/ 88 h 126"/>
                  <a:gd name="T28" fmla="*/ 60 w 70"/>
                  <a:gd name="T29" fmla="*/ 92 h 126"/>
                  <a:gd name="T30" fmla="*/ 60 w 70"/>
                  <a:gd name="T31" fmla="*/ 96 h 126"/>
                  <a:gd name="T32" fmla="*/ 64 w 70"/>
                  <a:gd name="T33" fmla="*/ 108 h 126"/>
                  <a:gd name="T34" fmla="*/ 70 w 70"/>
                  <a:gd name="T35" fmla="*/ 114 h 126"/>
                  <a:gd name="T36" fmla="*/ 68 w 70"/>
                  <a:gd name="T37" fmla="*/ 114 h 126"/>
                  <a:gd name="T38" fmla="*/ 60 w 70"/>
                  <a:gd name="T39" fmla="*/ 112 h 126"/>
                  <a:gd name="T40" fmla="*/ 60 w 70"/>
                  <a:gd name="T41" fmla="*/ 112 h 126"/>
                  <a:gd name="T42" fmla="*/ 56 w 70"/>
                  <a:gd name="T43" fmla="*/ 118 h 126"/>
                  <a:gd name="T44" fmla="*/ 52 w 70"/>
                  <a:gd name="T45" fmla="*/ 118 h 126"/>
                  <a:gd name="T46" fmla="*/ 44 w 70"/>
                  <a:gd name="T47" fmla="*/ 122 h 126"/>
                  <a:gd name="T48" fmla="*/ 40 w 70"/>
                  <a:gd name="T49" fmla="*/ 122 h 126"/>
                  <a:gd name="T50" fmla="*/ 38 w 70"/>
                  <a:gd name="T51" fmla="*/ 126 h 126"/>
                  <a:gd name="T52" fmla="*/ 34 w 70"/>
                  <a:gd name="T53" fmla="*/ 126 h 126"/>
                  <a:gd name="T54" fmla="*/ 30 w 70"/>
                  <a:gd name="T55" fmla="*/ 118 h 126"/>
                  <a:gd name="T56" fmla="*/ 26 w 70"/>
                  <a:gd name="T57" fmla="*/ 114 h 126"/>
                  <a:gd name="T58" fmla="*/ 22 w 70"/>
                  <a:gd name="T59" fmla="*/ 108 h 126"/>
                  <a:gd name="T60" fmla="*/ 22 w 70"/>
                  <a:gd name="T61" fmla="*/ 104 h 126"/>
                  <a:gd name="T62" fmla="*/ 18 w 70"/>
                  <a:gd name="T63" fmla="*/ 96 h 126"/>
                  <a:gd name="T64" fmla="*/ 22 w 70"/>
                  <a:gd name="T65" fmla="*/ 88 h 126"/>
                  <a:gd name="T66" fmla="*/ 26 w 70"/>
                  <a:gd name="T67" fmla="*/ 82 h 126"/>
                  <a:gd name="T68" fmla="*/ 26 w 70"/>
                  <a:gd name="T69" fmla="*/ 70 h 126"/>
                  <a:gd name="T70" fmla="*/ 18 w 70"/>
                  <a:gd name="T71" fmla="*/ 70 h 126"/>
                  <a:gd name="T72" fmla="*/ 18 w 70"/>
                  <a:gd name="T73" fmla="*/ 66 h 126"/>
                  <a:gd name="T74" fmla="*/ 18 w 70"/>
                  <a:gd name="T75" fmla="*/ 58 h 126"/>
                  <a:gd name="T76" fmla="*/ 14 w 70"/>
                  <a:gd name="T77" fmla="*/ 58 h 126"/>
                  <a:gd name="T78" fmla="*/ 12 w 70"/>
                  <a:gd name="T79" fmla="*/ 58 h 126"/>
                  <a:gd name="T80" fmla="*/ 0 w 70"/>
                  <a:gd name="T81" fmla="*/ 44 h 126"/>
                  <a:gd name="T82" fmla="*/ 4 w 70"/>
                  <a:gd name="T83" fmla="*/ 40 h 126"/>
                  <a:gd name="T84" fmla="*/ 4 w 70"/>
                  <a:gd name="T85" fmla="*/ 32 h 126"/>
                  <a:gd name="T86" fmla="*/ 12 w 70"/>
                  <a:gd name="T87" fmla="*/ 32 h 126"/>
                  <a:gd name="T88" fmla="*/ 12 w 70"/>
                  <a:gd name="T89" fmla="*/ 30 h 126"/>
                  <a:gd name="T90" fmla="*/ 14 w 70"/>
                  <a:gd name="T91" fmla="*/ 26 h 126"/>
                  <a:gd name="T92" fmla="*/ 12 w 70"/>
                  <a:gd name="T93" fmla="*/ 26 h 126"/>
                  <a:gd name="T94" fmla="*/ 12 w 70"/>
                  <a:gd name="T95" fmla="*/ 22 h 126"/>
                  <a:gd name="T96" fmla="*/ 12 w 70"/>
                  <a:gd name="T97" fmla="*/ 18 h 126"/>
                  <a:gd name="T98" fmla="*/ 12 w 70"/>
                  <a:gd name="T99" fmla="*/ 14 h 126"/>
                  <a:gd name="T100" fmla="*/ 18 w 70"/>
                  <a:gd name="T101" fmla="*/ 10 h 126"/>
                  <a:gd name="T102" fmla="*/ 22 w 70"/>
                  <a:gd name="T103" fmla="*/ 6 h 126"/>
                  <a:gd name="T104" fmla="*/ 18 w 70"/>
                  <a:gd name="T105" fmla="*/ 0 h 126"/>
                  <a:gd name="T106" fmla="*/ 22 w 70"/>
                  <a:gd name="T107" fmla="*/ 4 h 126"/>
                  <a:gd name="T108" fmla="*/ 26 w 70"/>
                  <a:gd name="T109" fmla="*/ 4 h 126"/>
                  <a:gd name="T110" fmla="*/ 34 w 70"/>
                  <a:gd name="T111" fmla="*/ 10 h 126"/>
                  <a:gd name="T112" fmla="*/ 38 w 70"/>
                  <a:gd name="T113" fmla="*/ 18 h 126"/>
                  <a:gd name="T114" fmla="*/ 40 w 70"/>
                  <a:gd name="T115" fmla="*/ 26 h 126"/>
                  <a:gd name="T116" fmla="*/ 40 w 70"/>
                  <a:gd name="T117" fmla="*/ 30 h 126"/>
                  <a:gd name="T118" fmla="*/ 40 w 70"/>
                  <a:gd name="T119" fmla="*/ 36 h 126"/>
                  <a:gd name="T120" fmla="*/ 40 w 70"/>
                  <a:gd name="T121" fmla="*/ 32 h 126"/>
                  <a:gd name="T122" fmla="*/ 44 w 70"/>
                  <a:gd name="T123" fmla="*/ 3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0" h="126">
                    <a:moveTo>
                      <a:pt x="44" y="30"/>
                    </a:moveTo>
                    <a:lnTo>
                      <a:pt x="44" y="30"/>
                    </a:lnTo>
                    <a:lnTo>
                      <a:pt x="48" y="30"/>
                    </a:lnTo>
                    <a:lnTo>
                      <a:pt x="48" y="30"/>
                    </a:lnTo>
                    <a:lnTo>
                      <a:pt x="48" y="30"/>
                    </a:lnTo>
                    <a:lnTo>
                      <a:pt x="48" y="32"/>
                    </a:lnTo>
                    <a:lnTo>
                      <a:pt x="48" y="32"/>
                    </a:lnTo>
                    <a:lnTo>
                      <a:pt x="48" y="32"/>
                    </a:lnTo>
                    <a:lnTo>
                      <a:pt x="48" y="32"/>
                    </a:lnTo>
                    <a:lnTo>
                      <a:pt x="48" y="32"/>
                    </a:lnTo>
                    <a:lnTo>
                      <a:pt x="52" y="32"/>
                    </a:lnTo>
                    <a:lnTo>
                      <a:pt x="52" y="36"/>
                    </a:lnTo>
                    <a:lnTo>
                      <a:pt x="52" y="36"/>
                    </a:lnTo>
                    <a:lnTo>
                      <a:pt x="56" y="40"/>
                    </a:lnTo>
                    <a:lnTo>
                      <a:pt x="56" y="40"/>
                    </a:lnTo>
                    <a:lnTo>
                      <a:pt x="56" y="36"/>
                    </a:lnTo>
                    <a:lnTo>
                      <a:pt x="56" y="36"/>
                    </a:lnTo>
                    <a:lnTo>
                      <a:pt x="56" y="40"/>
                    </a:lnTo>
                    <a:lnTo>
                      <a:pt x="56" y="40"/>
                    </a:lnTo>
                    <a:lnTo>
                      <a:pt x="60" y="40"/>
                    </a:lnTo>
                    <a:lnTo>
                      <a:pt x="60" y="40"/>
                    </a:lnTo>
                    <a:lnTo>
                      <a:pt x="60" y="40"/>
                    </a:lnTo>
                    <a:lnTo>
                      <a:pt x="60" y="40"/>
                    </a:lnTo>
                    <a:lnTo>
                      <a:pt x="60" y="44"/>
                    </a:lnTo>
                    <a:lnTo>
                      <a:pt x="60" y="44"/>
                    </a:lnTo>
                    <a:lnTo>
                      <a:pt x="60" y="52"/>
                    </a:lnTo>
                    <a:lnTo>
                      <a:pt x="60" y="52"/>
                    </a:lnTo>
                    <a:lnTo>
                      <a:pt x="60" y="52"/>
                    </a:lnTo>
                    <a:lnTo>
                      <a:pt x="60" y="52"/>
                    </a:lnTo>
                    <a:lnTo>
                      <a:pt x="60" y="56"/>
                    </a:lnTo>
                    <a:lnTo>
                      <a:pt x="60" y="56"/>
                    </a:lnTo>
                    <a:lnTo>
                      <a:pt x="56" y="56"/>
                    </a:lnTo>
                    <a:lnTo>
                      <a:pt x="60" y="58"/>
                    </a:lnTo>
                    <a:lnTo>
                      <a:pt x="60" y="58"/>
                    </a:lnTo>
                    <a:lnTo>
                      <a:pt x="60" y="56"/>
                    </a:lnTo>
                    <a:lnTo>
                      <a:pt x="60" y="58"/>
                    </a:lnTo>
                    <a:lnTo>
                      <a:pt x="60" y="58"/>
                    </a:lnTo>
                    <a:lnTo>
                      <a:pt x="60" y="58"/>
                    </a:lnTo>
                    <a:lnTo>
                      <a:pt x="60" y="58"/>
                    </a:lnTo>
                    <a:lnTo>
                      <a:pt x="60" y="58"/>
                    </a:lnTo>
                    <a:lnTo>
                      <a:pt x="60" y="58"/>
                    </a:lnTo>
                    <a:lnTo>
                      <a:pt x="56" y="58"/>
                    </a:lnTo>
                    <a:lnTo>
                      <a:pt x="56" y="58"/>
                    </a:lnTo>
                    <a:lnTo>
                      <a:pt x="56" y="62"/>
                    </a:lnTo>
                    <a:lnTo>
                      <a:pt x="56" y="62"/>
                    </a:lnTo>
                    <a:lnTo>
                      <a:pt x="52" y="62"/>
                    </a:lnTo>
                    <a:lnTo>
                      <a:pt x="52" y="62"/>
                    </a:lnTo>
                    <a:lnTo>
                      <a:pt x="52" y="62"/>
                    </a:lnTo>
                    <a:lnTo>
                      <a:pt x="52" y="62"/>
                    </a:lnTo>
                    <a:lnTo>
                      <a:pt x="48" y="62"/>
                    </a:lnTo>
                    <a:lnTo>
                      <a:pt x="48" y="62"/>
                    </a:lnTo>
                    <a:lnTo>
                      <a:pt x="48" y="66"/>
                    </a:lnTo>
                    <a:lnTo>
                      <a:pt x="48" y="66"/>
                    </a:lnTo>
                    <a:lnTo>
                      <a:pt x="48" y="66"/>
                    </a:lnTo>
                    <a:lnTo>
                      <a:pt x="52" y="66"/>
                    </a:lnTo>
                    <a:lnTo>
                      <a:pt x="48" y="66"/>
                    </a:lnTo>
                    <a:lnTo>
                      <a:pt x="48" y="70"/>
                    </a:lnTo>
                    <a:lnTo>
                      <a:pt x="48" y="74"/>
                    </a:lnTo>
                    <a:lnTo>
                      <a:pt x="48" y="74"/>
                    </a:lnTo>
                    <a:lnTo>
                      <a:pt x="48" y="74"/>
                    </a:lnTo>
                    <a:lnTo>
                      <a:pt x="48" y="74"/>
                    </a:lnTo>
                    <a:lnTo>
                      <a:pt x="48" y="74"/>
                    </a:lnTo>
                    <a:lnTo>
                      <a:pt x="48" y="74"/>
                    </a:lnTo>
                    <a:lnTo>
                      <a:pt x="48" y="74"/>
                    </a:lnTo>
                    <a:lnTo>
                      <a:pt x="48" y="78"/>
                    </a:lnTo>
                    <a:lnTo>
                      <a:pt x="48" y="78"/>
                    </a:lnTo>
                    <a:lnTo>
                      <a:pt x="48" y="78"/>
                    </a:lnTo>
                    <a:lnTo>
                      <a:pt x="48" y="82"/>
                    </a:lnTo>
                    <a:lnTo>
                      <a:pt x="48" y="82"/>
                    </a:lnTo>
                    <a:lnTo>
                      <a:pt x="48" y="82"/>
                    </a:lnTo>
                    <a:lnTo>
                      <a:pt x="48" y="82"/>
                    </a:lnTo>
                    <a:lnTo>
                      <a:pt x="48" y="82"/>
                    </a:lnTo>
                    <a:lnTo>
                      <a:pt x="48" y="82"/>
                    </a:lnTo>
                    <a:lnTo>
                      <a:pt x="48" y="86"/>
                    </a:lnTo>
                    <a:lnTo>
                      <a:pt x="52" y="86"/>
                    </a:lnTo>
                    <a:lnTo>
                      <a:pt x="52" y="86"/>
                    </a:lnTo>
                    <a:lnTo>
                      <a:pt x="52" y="86"/>
                    </a:lnTo>
                    <a:lnTo>
                      <a:pt x="52" y="86"/>
                    </a:lnTo>
                    <a:lnTo>
                      <a:pt x="52" y="86"/>
                    </a:lnTo>
                    <a:lnTo>
                      <a:pt x="52" y="86"/>
                    </a:lnTo>
                    <a:lnTo>
                      <a:pt x="52" y="88"/>
                    </a:lnTo>
                    <a:lnTo>
                      <a:pt x="52" y="88"/>
                    </a:lnTo>
                    <a:lnTo>
                      <a:pt x="52" y="88"/>
                    </a:lnTo>
                    <a:lnTo>
                      <a:pt x="52" y="88"/>
                    </a:lnTo>
                    <a:lnTo>
                      <a:pt x="56" y="88"/>
                    </a:lnTo>
                    <a:lnTo>
                      <a:pt x="56" y="88"/>
                    </a:lnTo>
                    <a:lnTo>
                      <a:pt x="60" y="88"/>
                    </a:lnTo>
                    <a:lnTo>
                      <a:pt x="60" y="88"/>
                    </a:lnTo>
                    <a:lnTo>
                      <a:pt x="60" y="92"/>
                    </a:lnTo>
                    <a:lnTo>
                      <a:pt x="60" y="92"/>
                    </a:lnTo>
                    <a:lnTo>
                      <a:pt x="60" y="92"/>
                    </a:lnTo>
                    <a:lnTo>
                      <a:pt x="60" y="92"/>
                    </a:lnTo>
                    <a:lnTo>
                      <a:pt x="60" y="92"/>
                    </a:lnTo>
                    <a:lnTo>
                      <a:pt x="60" y="96"/>
                    </a:lnTo>
                    <a:lnTo>
                      <a:pt x="60" y="96"/>
                    </a:lnTo>
                    <a:lnTo>
                      <a:pt x="60" y="96"/>
                    </a:lnTo>
                    <a:lnTo>
                      <a:pt x="60" y="100"/>
                    </a:lnTo>
                    <a:lnTo>
                      <a:pt x="60" y="100"/>
                    </a:lnTo>
                    <a:lnTo>
                      <a:pt x="64" y="104"/>
                    </a:lnTo>
                    <a:lnTo>
                      <a:pt x="64" y="104"/>
                    </a:lnTo>
                    <a:lnTo>
                      <a:pt x="64" y="108"/>
                    </a:lnTo>
                    <a:lnTo>
                      <a:pt x="64" y="108"/>
                    </a:lnTo>
                    <a:lnTo>
                      <a:pt x="68" y="112"/>
                    </a:lnTo>
                    <a:lnTo>
                      <a:pt x="68" y="112"/>
                    </a:lnTo>
                    <a:lnTo>
                      <a:pt x="68" y="112"/>
                    </a:lnTo>
                    <a:lnTo>
                      <a:pt x="68" y="112"/>
                    </a:lnTo>
                    <a:lnTo>
                      <a:pt x="68" y="112"/>
                    </a:lnTo>
                    <a:lnTo>
                      <a:pt x="70" y="114"/>
                    </a:lnTo>
                    <a:lnTo>
                      <a:pt x="70" y="114"/>
                    </a:lnTo>
                    <a:lnTo>
                      <a:pt x="68" y="114"/>
                    </a:lnTo>
                    <a:lnTo>
                      <a:pt x="68" y="114"/>
                    </a:lnTo>
                    <a:lnTo>
                      <a:pt x="68" y="114"/>
                    </a:lnTo>
                    <a:lnTo>
                      <a:pt x="68" y="114"/>
                    </a:lnTo>
                    <a:lnTo>
                      <a:pt x="68" y="114"/>
                    </a:lnTo>
                    <a:lnTo>
                      <a:pt x="68" y="114"/>
                    </a:lnTo>
                    <a:lnTo>
                      <a:pt x="68" y="114"/>
                    </a:lnTo>
                    <a:lnTo>
                      <a:pt x="64" y="114"/>
                    </a:lnTo>
                    <a:lnTo>
                      <a:pt x="64" y="114"/>
                    </a:lnTo>
                    <a:lnTo>
                      <a:pt x="64" y="114"/>
                    </a:lnTo>
                    <a:lnTo>
                      <a:pt x="60" y="112"/>
                    </a:lnTo>
                    <a:lnTo>
                      <a:pt x="60" y="112"/>
                    </a:lnTo>
                    <a:lnTo>
                      <a:pt x="60" y="112"/>
                    </a:lnTo>
                    <a:lnTo>
                      <a:pt x="60" y="112"/>
                    </a:lnTo>
                    <a:lnTo>
                      <a:pt x="60" y="112"/>
                    </a:lnTo>
                    <a:lnTo>
                      <a:pt x="60" y="114"/>
                    </a:lnTo>
                    <a:lnTo>
                      <a:pt x="60" y="112"/>
                    </a:lnTo>
                    <a:lnTo>
                      <a:pt x="60" y="112"/>
                    </a:lnTo>
                    <a:lnTo>
                      <a:pt x="56" y="112"/>
                    </a:lnTo>
                    <a:lnTo>
                      <a:pt x="56" y="114"/>
                    </a:lnTo>
                    <a:lnTo>
                      <a:pt x="56" y="114"/>
                    </a:lnTo>
                    <a:lnTo>
                      <a:pt x="56" y="114"/>
                    </a:lnTo>
                    <a:lnTo>
                      <a:pt x="56" y="118"/>
                    </a:lnTo>
                    <a:lnTo>
                      <a:pt x="56" y="118"/>
                    </a:lnTo>
                    <a:lnTo>
                      <a:pt x="56" y="118"/>
                    </a:lnTo>
                    <a:lnTo>
                      <a:pt x="52" y="118"/>
                    </a:lnTo>
                    <a:lnTo>
                      <a:pt x="52" y="118"/>
                    </a:lnTo>
                    <a:lnTo>
                      <a:pt x="52" y="118"/>
                    </a:lnTo>
                    <a:lnTo>
                      <a:pt x="52" y="118"/>
                    </a:lnTo>
                    <a:lnTo>
                      <a:pt x="52" y="118"/>
                    </a:lnTo>
                    <a:lnTo>
                      <a:pt x="48" y="118"/>
                    </a:lnTo>
                    <a:lnTo>
                      <a:pt x="48" y="118"/>
                    </a:lnTo>
                    <a:lnTo>
                      <a:pt x="48" y="118"/>
                    </a:lnTo>
                    <a:lnTo>
                      <a:pt x="48" y="122"/>
                    </a:lnTo>
                    <a:lnTo>
                      <a:pt x="44" y="122"/>
                    </a:lnTo>
                    <a:lnTo>
                      <a:pt x="44" y="118"/>
                    </a:lnTo>
                    <a:lnTo>
                      <a:pt x="44" y="118"/>
                    </a:lnTo>
                    <a:lnTo>
                      <a:pt x="40" y="122"/>
                    </a:lnTo>
                    <a:lnTo>
                      <a:pt x="40" y="122"/>
                    </a:lnTo>
                    <a:lnTo>
                      <a:pt x="40" y="122"/>
                    </a:lnTo>
                    <a:lnTo>
                      <a:pt x="40" y="122"/>
                    </a:lnTo>
                    <a:lnTo>
                      <a:pt x="40" y="122"/>
                    </a:lnTo>
                    <a:lnTo>
                      <a:pt x="40" y="126"/>
                    </a:lnTo>
                    <a:lnTo>
                      <a:pt x="40" y="126"/>
                    </a:lnTo>
                    <a:lnTo>
                      <a:pt x="38" y="126"/>
                    </a:lnTo>
                    <a:lnTo>
                      <a:pt x="38" y="126"/>
                    </a:lnTo>
                    <a:lnTo>
                      <a:pt x="38" y="126"/>
                    </a:lnTo>
                    <a:lnTo>
                      <a:pt x="38" y="126"/>
                    </a:lnTo>
                    <a:lnTo>
                      <a:pt x="38" y="126"/>
                    </a:lnTo>
                    <a:lnTo>
                      <a:pt x="38" y="126"/>
                    </a:lnTo>
                    <a:lnTo>
                      <a:pt x="38" y="126"/>
                    </a:lnTo>
                    <a:lnTo>
                      <a:pt x="34" y="126"/>
                    </a:lnTo>
                    <a:lnTo>
                      <a:pt x="34" y="126"/>
                    </a:lnTo>
                    <a:lnTo>
                      <a:pt x="34" y="126"/>
                    </a:lnTo>
                    <a:lnTo>
                      <a:pt x="34" y="122"/>
                    </a:lnTo>
                    <a:lnTo>
                      <a:pt x="34" y="122"/>
                    </a:lnTo>
                    <a:lnTo>
                      <a:pt x="34" y="122"/>
                    </a:lnTo>
                    <a:lnTo>
                      <a:pt x="30" y="122"/>
                    </a:lnTo>
                    <a:lnTo>
                      <a:pt x="30" y="118"/>
                    </a:lnTo>
                    <a:lnTo>
                      <a:pt x="26" y="118"/>
                    </a:lnTo>
                    <a:lnTo>
                      <a:pt x="26" y="118"/>
                    </a:lnTo>
                    <a:lnTo>
                      <a:pt x="26" y="118"/>
                    </a:lnTo>
                    <a:lnTo>
                      <a:pt x="26" y="118"/>
                    </a:lnTo>
                    <a:lnTo>
                      <a:pt x="26" y="114"/>
                    </a:lnTo>
                    <a:lnTo>
                      <a:pt x="26" y="114"/>
                    </a:lnTo>
                    <a:lnTo>
                      <a:pt x="26" y="114"/>
                    </a:lnTo>
                    <a:lnTo>
                      <a:pt x="22" y="114"/>
                    </a:lnTo>
                    <a:lnTo>
                      <a:pt x="22" y="114"/>
                    </a:lnTo>
                    <a:lnTo>
                      <a:pt x="22" y="114"/>
                    </a:lnTo>
                    <a:lnTo>
                      <a:pt x="22" y="112"/>
                    </a:lnTo>
                    <a:lnTo>
                      <a:pt x="22" y="108"/>
                    </a:lnTo>
                    <a:lnTo>
                      <a:pt x="22" y="108"/>
                    </a:lnTo>
                    <a:lnTo>
                      <a:pt x="22" y="108"/>
                    </a:lnTo>
                    <a:lnTo>
                      <a:pt x="22" y="108"/>
                    </a:lnTo>
                    <a:lnTo>
                      <a:pt x="22" y="108"/>
                    </a:lnTo>
                    <a:lnTo>
                      <a:pt x="22" y="108"/>
                    </a:lnTo>
                    <a:lnTo>
                      <a:pt x="22" y="104"/>
                    </a:lnTo>
                    <a:lnTo>
                      <a:pt x="22" y="104"/>
                    </a:lnTo>
                    <a:lnTo>
                      <a:pt x="22" y="104"/>
                    </a:lnTo>
                    <a:lnTo>
                      <a:pt x="18" y="104"/>
                    </a:lnTo>
                    <a:lnTo>
                      <a:pt x="18" y="100"/>
                    </a:lnTo>
                    <a:lnTo>
                      <a:pt x="18" y="96"/>
                    </a:lnTo>
                    <a:lnTo>
                      <a:pt x="18" y="96"/>
                    </a:lnTo>
                    <a:lnTo>
                      <a:pt x="18" y="96"/>
                    </a:lnTo>
                    <a:lnTo>
                      <a:pt x="22" y="92"/>
                    </a:lnTo>
                    <a:lnTo>
                      <a:pt x="22" y="92"/>
                    </a:lnTo>
                    <a:lnTo>
                      <a:pt x="22" y="88"/>
                    </a:lnTo>
                    <a:lnTo>
                      <a:pt x="22" y="88"/>
                    </a:lnTo>
                    <a:lnTo>
                      <a:pt x="22" y="88"/>
                    </a:lnTo>
                    <a:lnTo>
                      <a:pt x="22" y="88"/>
                    </a:lnTo>
                    <a:lnTo>
                      <a:pt x="22" y="86"/>
                    </a:lnTo>
                    <a:lnTo>
                      <a:pt x="22" y="86"/>
                    </a:lnTo>
                    <a:lnTo>
                      <a:pt x="22" y="86"/>
                    </a:lnTo>
                    <a:lnTo>
                      <a:pt x="26" y="82"/>
                    </a:lnTo>
                    <a:lnTo>
                      <a:pt x="26" y="82"/>
                    </a:lnTo>
                    <a:lnTo>
                      <a:pt x="26" y="78"/>
                    </a:lnTo>
                    <a:lnTo>
                      <a:pt x="22" y="74"/>
                    </a:lnTo>
                    <a:lnTo>
                      <a:pt x="22" y="74"/>
                    </a:lnTo>
                    <a:lnTo>
                      <a:pt x="22" y="74"/>
                    </a:lnTo>
                    <a:lnTo>
                      <a:pt x="22" y="74"/>
                    </a:lnTo>
                    <a:lnTo>
                      <a:pt x="26" y="70"/>
                    </a:lnTo>
                    <a:lnTo>
                      <a:pt x="26" y="70"/>
                    </a:lnTo>
                    <a:lnTo>
                      <a:pt x="22" y="70"/>
                    </a:lnTo>
                    <a:lnTo>
                      <a:pt x="22" y="70"/>
                    </a:lnTo>
                    <a:lnTo>
                      <a:pt x="22" y="70"/>
                    </a:lnTo>
                    <a:lnTo>
                      <a:pt x="18" y="70"/>
                    </a:lnTo>
                    <a:lnTo>
                      <a:pt x="18" y="70"/>
                    </a:lnTo>
                    <a:lnTo>
                      <a:pt x="18" y="70"/>
                    </a:lnTo>
                    <a:lnTo>
                      <a:pt x="18" y="70"/>
                    </a:lnTo>
                    <a:lnTo>
                      <a:pt x="18" y="70"/>
                    </a:lnTo>
                    <a:lnTo>
                      <a:pt x="18" y="66"/>
                    </a:lnTo>
                    <a:lnTo>
                      <a:pt x="18" y="66"/>
                    </a:lnTo>
                    <a:lnTo>
                      <a:pt x="18" y="66"/>
                    </a:lnTo>
                    <a:lnTo>
                      <a:pt x="18" y="66"/>
                    </a:lnTo>
                    <a:lnTo>
                      <a:pt x="18" y="66"/>
                    </a:lnTo>
                    <a:lnTo>
                      <a:pt x="18" y="62"/>
                    </a:lnTo>
                    <a:lnTo>
                      <a:pt x="18" y="58"/>
                    </a:lnTo>
                    <a:lnTo>
                      <a:pt x="18" y="58"/>
                    </a:lnTo>
                    <a:lnTo>
                      <a:pt x="18" y="58"/>
                    </a:lnTo>
                    <a:lnTo>
                      <a:pt x="18" y="58"/>
                    </a:lnTo>
                    <a:lnTo>
                      <a:pt x="18" y="58"/>
                    </a:lnTo>
                    <a:lnTo>
                      <a:pt x="18" y="56"/>
                    </a:lnTo>
                    <a:lnTo>
                      <a:pt x="18" y="56"/>
                    </a:lnTo>
                    <a:lnTo>
                      <a:pt x="14" y="56"/>
                    </a:lnTo>
                    <a:lnTo>
                      <a:pt x="14" y="58"/>
                    </a:lnTo>
                    <a:lnTo>
                      <a:pt x="14" y="58"/>
                    </a:lnTo>
                    <a:lnTo>
                      <a:pt x="12" y="58"/>
                    </a:lnTo>
                    <a:lnTo>
                      <a:pt x="12" y="58"/>
                    </a:lnTo>
                    <a:lnTo>
                      <a:pt x="12" y="58"/>
                    </a:lnTo>
                    <a:lnTo>
                      <a:pt x="12" y="58"/>
                    </a:lnTo>
                    <a:lnTo>
                      <a:pt x="12" y="58"/>
                    </a:lnTo>
                    <a:lnTo>
                      <a:pt x="8" y="58"/>
                    </a:lnTo>
                    <a:lnTo>
                      <a:pt x="8" y="56"/>
                    </a:lnTo>
                    <a:lnTo>
                      <a:pt x="8" y="56"/>
                    </a:lnTo>
                    <a:lnTo>
                      <a:pt x="4" y="52"/>
                    </a:lnTo>
                    <a:lnTo>
                      <a:pt x="0" y="44"/>
                    </a:lnTo>
                    <a:lnTo>
                      <a:pt x="0" y="44"/>
                    </a:lnTo>
                    <a:lnTo>
                      <a:pt x="0" y="44"/>
                    </a:lnTo>
                    <a:lnTo>
                      <a:pt x="0" y="44"/>
                    </a:lnTo>
                    <a:lnTo>
                      <a:pt x="0" y="44"/>
                    </a:lnTo>
                    <a:lnTo>
                      <a:pt x="0" y="44"/>
                    </a:lnTo>
                    <a:lnTo>
                      <a:pt x="4" y="40"/>
                    </a:lnTo>
                    <a:lnTo>
                      <a:pt x="4" y="40"/>
                    </a:lnTo>
                    <a:lnTo>
                      <a:pt x="4" y="40"/>
                    </a:lnTo>
                    <a:lnTo>
                      <a:pt x="4" y="36"/>
                    </a:lnTo>
                    <a:lnTo>
                      <a:pt x="4" y="36"/>
                    </a:lnTo>
                    <a:lnTo>
                      <a:pt x="4" y="32"/>
                    </a:lnTo>
                    <a:lnTo>
                      <a:pt x="4" y="32"/>
                    </a:lnTo>
                    <a:lnTo>
                      <a:pt x="4" y="32"/>
                    </a:lnTo>
                    <a:lnTo>
                      <a:pt x="4" y="32"/>
                    </a:lnTo>
                    <a:lnTo>
                      <a:pt x="4" y="32"/>
                    </a:lnTo>
                    <a:lnTo>
                      <a:pt x="8" y="32"/>
                    </a:lnTo>
                    <a:lnTo>
                      <a:pt x="8" y="30"/>
                    </a:lnTo>
                    <a:lnTo>
                      <a:pt x="8" y="30"/>
                    </a:lnTo>
                    <a:lnTo>
                      <a:pt x="12" y="32"/>
                    </a:lnTo>
                    <a:lnTo>
                      <a:pt x="12" y="30"/>
                    </a:lnTo>
                    <a:lnTo>
                      <a:pt x="12" y="30"/>
                    </a:lnTo>
                    <a:lnTo>
                      <a:pt x="12" y="30"/>
                    </a:lnTo>
                    <a:lnTo>
                      <a:pt x="12" y="30"/>
                    </a:lnTo>
                    <a:lnTo>
                      <a:pt x="12" y="30"/>
                    </a:lnTo>
                    <a:lnTo>
                      <a:pt x="12" y="30"/>
                    </a:lnTo>
                    <a:lnTo>
                      <a:pt x="12" y="30"/>
                    </a:lnTo>
                    <a:lnTo>
                      <a:pt x="14" y="30"/>
                    </a:lnTo>
                    <a:lnTo>
                      <a:pt x="14" y="30"/>
                    </a:lnTo>
                    <a:lnTo>
                      <a:pt x="14" y="26"/>
                    </a:lnTo>
                    <a:lnTo>
                      <a:pt x="14" y="26"/>
                    </a:lnTo>
                    <a:lnTo>
                      <a:pt x="14" y="26"/>
                    </a:lnTo>
                    <a:lnTo>
                      <a:pt x="14" y="26"/>
                    </a:lnTo>
                    <a:lnTo>
                      <a:pt x="14" y="26"/>
                    </a:lnTo>
                    <a:lnTo>
                      <a:pt x="14" y="26"/>
                    </a:lnTo>
                    <a:lnTo>
                      <a:pt x="14" y="22"/>
                    </a:lnTo>
                    <a:lnTo>
                      <a:pt x="12" y="26"/>
                    </a:lnTo>
                    <a:lnTo>
                      <a:pt x="12" y="26"/>
                    </a:lnTo>
                    <a:lnTo>
                      <a:pt x="12" y="26"/>
                    </a:lnTo>
                    <a:lnTo>
                      <a:pt x="12" y="26"/>
                    </a:lnTo>
                    <a:lnTo>
                      <a:pt x="12" y="22"/>
                    </a:lnTo>
                    <a:lnTo>
                      <a:pt x="12" y="22"/>
                    </a:lnTo>
                    <a:lnTo>
                      <a:pt x="12" y="22"/>
                    </a:lnTo>
                    <a:lnTo>
                      <a:pt x="12" y="22"/>
                    </a:lnTo>
                    <a:lnTo>
                      <a:pt x="12" y="22"/>
                    </a:lnTo>
                    <a:lnTo>
                      <a:pt x="12" y="22"/>
                    </a:lnTo>
                    <a:lnTo>
                      <a:pt x="12" y="18"/>
                    </a:lnTo>
                    <a:lnTo>
                      <a:pt x="12" y="18"/>
                    </a:lnTo>
                    <a:lnTo>
                      <a:pt x="12" y="18"/>
                    </a:lnTo>
                    <a:lnTo>
                      <a:pt x="12" y="18"/>
                    </a:lnTo>
                    <a:lnTo>
                      <a:pt x="12" y="18"/>
                    </a:lnTo>
                    <a:lnTo>
                      <a:pt x="12" y="18"/>
                    </a:lnTo>
                    <a:lnTo>
                      <a:pt x="12" y="14"/>
                    </a:lnTo>
                    <a:lnTo>
                      <a:pt x="12" y="14"/>
                    </a:lnTo>
                    <a:lnTo>
                      <a:pt x="12" y="14"/>
                    </a:lnTo>
                    <a:lnTo>
                      <a:pt x="12" y="14"/>
                    </a:lnTo>
                    <a:lnTo>
                      <a:pt x="14" y="10"/>
                    </a:lnTo>
                    <a:lnTo>
                      <a:pt x="14" y="10"/>
                    </a:lnTo>
                    <a:lnTo>
                      <a:pt x="14" y="10"/>
                    </a:lnTo>
                    <a:lnTo>
                      <a:pt x="18" y="10"/>
                    </a:lnTo>
                    <a:lnTo>
                      <a:pt x="18" y="10"/>
                    </a:lnTo>
                    <a:lnTo>
                      <a:pt x="18" y="10"/>
                    </a:lnTo>
                    <a:lnTo>
                      <a:pt x="18" y="10"/>
                    </a:lnTo>
                    <a:lnTo>
                      <a:pt x="18" y="6"/>
                    </a:lnTo>
                    <a:lnTo>
                      <a:pt x="18" y="6"/>
                    </a:lnTo>
                    <a:lnTo>
                      <a:pt x="22" y="6"/>
                    </a:lnTo>
                    <a:lnTo>
                      <a:pt x="22" y="6"/>
                    </a:lnTo>
                    <a:lnTo>
                      <a:pt x="22" y="6"/>
                    </a:lnTo>
                    <a:lnTo>
                      <a:pt x="22" y="6"/>
                    </a:lnTo>
                    <a:lnTo>
                      <a:pt x="22" y="4"/>
                    </a:lnTo>
                    <a:lnTo>
                      <a:pt x="22" y="4"/>
                    </a:lnTo>
                    <a:lnTo>
                      <a:pt x="22" y="4"/>
                    </a:lnTo>
                    <a:lnTo>
                      <a:pt x="18" y="0"/>
                    </a:lnTo>
                    <a:lnTo>
                      <a:pt x="18" y="0"/>
                    </a:lnTo>
                    <a:lnTo>
                      <a:pt x="18" y="0"/>
                    </a:lnTo>
                    <a:lnTo>
                      <a:pt x="22" y="4"/>
                    </a:lnTo>
                    <a:lnTo>
                      <a:pt x="22" y="4"/>
                    </a:lnTo>
                    <a:lnTo>
                      <a:pt x="22" y="4"/>
                    </a:lnTo>
                    <a:lnTo>
                      <a:pt x="22" y="4"/>
                    </a:lnTo>
                    <a:lnTo>
                      <a:pt x="22" y="4"/>
                    </a:lnTo>
                    <a:lnTo>
                      <a:pt x="22" y="4"/>
                    </a:lnTo>
                    <a:lnTo>
                      <a:pt x="22" y="4"/>
                    </a:lnTo>
                    <a:lnTo>
                      <a:pt x="22" y="4"/>
                    </a:lnTo>
                    <a:lnTo>
                      <a:pt x="22" y="4"/>
                    </a:lnTo>
                    <a:lnTo>
                      <a:pt x="22" y="4"/>
                    </a:lnTo>
                    <a:lnTo>
                      <a:pt x="26" y="4"/>
                    </a:lnTo>
                    <a:lnTo>
                      <a:pt x="26" y="4"/>
                    </a:lnTo>
                    <a:lnTo>
                      <a:pt x="30" y="6"/>
                    </a:lnTo>
                    <a:lnTo>
                      <a:pt x="34" y="10"/>
                    </a:lnTo>
                    <a:lnTo>
                      <a:pt x="34" y="10"/>
                    </a:lnTo>
                    <a:lnTo>
                      <a:pt x="34" y="10"/>
                    </a:lnTo>
                    <a:lnTo>
                      <a:pt x="34" y="10"/>
                    </a:lnTo>
                    <a:lnTo>
                      <a:pt x="34" y="10"/>
                    </a:lnTo>
                    <a:lnTo>
                      <a:pt x="34" y="10"/>
                    </a:lnTo>
                    <a:lnTo>
                      <a:pt x="38" y="14"/>
                    </a:lnTo>
                    <a:lnTo>
                      <a:pt x="38" y="14"/>
                    </a:lnTo>
                    <a:lnTo>
                      <a:pt x="38" y="14"/>
                    </a:lnTo>
                    <a:lnTo>
                      <a:pt x="38" y="18"/>
                    </a:lnTo>
                    <a:lnTo>
                      <a:pt x="38" y="18"/>
                    </a:lnTo>
                    <a:lnTo>
                      <a:pt x="40" y="22"/>
                    </a:lnTo>
                    <a:lnTo>
                      <a:pt x="40" y="22"/>
                    </a:lnTo>
                    <a:lnTo>
                      <a:pt x="40" y="26"/>
                    </a:lnTo>
                    <a:lnTo>
                      <a:pt x="40" y="26"/>
                    </a:lnTo>
                    <a:lnTo>
                      <a:pt x="40" y="26"/>
                    </a:lnTo>
                    <a:lnTo>
                      <a:pt x="40" y="26"/>
                    </a:lnTo>
                    <a:lnTo>
                      <a:pt x="40" y="26"/>
                    </a:lnTo>
                    <a:lnTo>
                      <a:pt x="40" y="30"/>
                    </a:lnTo>
                    <a:lnTo>
                      <a:pt x="40" y="30"/>
                    </a:lnTo>
                    <a:lnTo>
                      <a:pt x="40" y="30"/>
                    </a:lnTo>
                    <a:lnTo>
                      <a:pt x="40" y="30"/>
                    </a:lnTo>
                    <a:lnTo>
                      <a:pt x="40" y="30"/>
                    </a:lnTo>
                    <a:lnTo>
                      <a:pt x="40" y="32"/>
                    </a:lnTo>
                    <a:lnTo>
                      <a:pt x="40" y="36"/>
                    </a:lnTo>
                    <a:lnTo>
                      <a:pt x="38" y="36"/>
                    </a:lnTo>
                    <a:lnTo>
                      <a:pt x="40" y="36"/>
                    </a:lnTo>
                    <a:lnTo>
                      <a:pt x="40" y="36"/>
                    </a:lnTo>
                    <a:lnTo>
                      <a:pt x="40" y="36"/>
                    </a:lnTo>
                    <a:lnTo>
                      <a:pt x="40" y="36"/>
                    </a:lnTo>
                    <a:lnTo>
                      <a:pt x="40" y="36"/>
                    </a:lnTo>
                    <a:lnTo>
                      <a:pt x="40" y="32"/>
                    </a:lnTo>
                    <a:lnTo>
                      <a:pt x="40" y="32"/>
                    </a:lnTo>
                    <a:lnTo>
                      <a:pt x="40" y="32"/>
                    </a:lnTo>
                    <a:lnTo>
                      <a:pt x="40" y="30"/>
                    </a:lnTo>
                    <a:lnTo>
                      <a:pt x="40" y="30"/>
                    </a:lnTo>
                    <a:lnTo>
                      <a:pt x="40" y="30"/>
                    </a:lnTo>
                    <a:lnTo>
                      <a:pt x="40" y="30"/>
                    </a:lnTo>
                    <a:lnTo>
                      <a:pt x="44" y="30"/>
                    </a:lnTo>
                    <a:lnTo>
                      <a:pt x="44" y="30"/>
                    </a:lnTo>
                    <a:lnTo>
                      <a:pt x="44" y="30"/>
                    </a:lnTo>
                    <a:lnTo>
                      <a:pt x="44" y="30"/>
                    </a:lnTo>
                    <a:lnTo>
                      <a:pt x="44" y="30"/>
                    </a:lnTo>
                    <a:lnTo>
                      <a:pt x="44"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1" name="Freeform 185"/>
              <p:cNvSpPr>
                <a:spLocks/>
              </p:cNvSpPr>
              <p:nvPr/>
            </p:nvSpPr>
            <p:spPr bwMode="gray">
              <a:xfrm>
                <a:off x="3255479" y="5100618"/>
                <a:ext cx="208712" cy="253932"/>
              </a:xfrm>
              <a:custGeom>
                <a:avLst/>
                <a:gdLst>
                  <a:gd name="T0" fmla="*/ 68 w 120"/>
                  <a:gd name="T1" fmla="*/ 102 h 146"/>
                  <a:gd name="T2" fmla="*/ 64 w 120"/>
                  <a:gd name="T3" fmla="*/ 102 h 146"/>
                  <a:gd name="T4" fmla="*/ 56 w 120"/>
                  <a:gd name="T5" fmla="*/ 98 h 146"/>
                  <a:gd name="T6" fmla="*/ 50 w 120"/>
                  <a:gd name="T7" fmla="*/ 90 h 146"/>
                  <a:gd name="T8" fmla="*/ 38 w 120"/>
                  <a:gd name="T9" fmla="*/ 82 h 146"/>
                  <a:gd name="T10" fmla="*/ 34 w 120"/>
                  <a:gd name="T11" fmla="*/ 82 h 146"/>
                  <a:gd name="T12" fmla="*/ 26 w 120"/>
                  <a:gd name="T13" fmla="*/ 78 h 146"/>
                  <a:gd name="T14" fmla="*/ 20 w 120"/>
                  <a:gd name="T15" fmla="*/ 72 h 146"/>
                  <a:gd name="T16" fmla="*/ 16 w 120"/>
                  <a:gd name="T17" fmla="*/ 68 h 146"/>
                  <a:gd name="T18" fmla="*/ 12 w 120"/>
                  <a:gd name="T19" fmla="*/ 64 h 146"/>
                  <a:gd name="T20" fmla="*/ 8 w 120"/>
                  <a:gd name="T21" fmla="*/ 56 h 146"/>
                  <a:gd name="T22" fmla="*/ 0 w 120"/>
                  <a:gd name="T23" fmla="*/ 52 h 146"/>
                  <a:gd name="T24" fmla="*/ 4 w 120"/>
                  <a:gd name="T25" fmla="*/ 38 h 146"/>
                  <a:gd name="T26" fmla="*/ 8 w 120"/>
                  <a:gd name="T27" fmla="*/ 18 h 146"/>
                  <a:gd name="T28" fmla="*/ 20 w 120"/>
                  <a:gd name="T29" fmla="*/ 4 h 146"/>
                  <a:gd name="T30" fmla="*/ 38 w 120"/>
                  <a:gd name="T31" fmla="*/ 0 h 146"/>
                  <a:gd name="T32" fmla="*/ 64 w 120"/>
                  <a:gd name="T33" fmla="*/ 8 h 146"/>
                  <a:gd name="T34" fmla="*/ 64 w 120"/>
                  <a:gd name="T35" fmla="*/ 16 h 146"/>
                  <a:gd name="T36" fmla="*/ 68 w 120"/>
                  <a:gd name="T37" fmla="*/ 22 h 146"/>
                  <a:gd name="T38" fmla="*/ 68 w 120"/>
                  <a:gd name="T39" fmla="*/ 38 h 146"/>
                  <a:gd name="T40" fmla="*/ 68 w 120"/>
                  <a:gd name="T41" fmla="*/ 48 h 146"/>
                  <a:gd name="T42" fmla="*/ 72 w 120"/>
                  <a:gd name="T43" fmla="*/ 48 h 146"/>
                  <a:gd name="T44" fmla="*/ 80 w 120"/>
                  <a:gd name="T45" fmla="*/ 52 h 146"/>
                  <a:gd name="T46" fmla="*/ 86 w 120"/>
                  <a:gd name="T47" fmla="*/ 52 h 146"/>
                  <a:gd name="T48" fmla="*/ 90 w 120"/>
                  <a:gd name="T49" fmla="*/ 48 h 146"/>
                  <a:gd name="T50" fmla="*/ 94 w 120"/>
                  <a:gd name="T51" fmla="*/ 52 h 146"/>
                  <a:gd name="T52" fmla="*/ 98 w 120"/>
                  <a:gd name="T53" fmla="*/ 56 h 146"/>
                  <a:gd name="T54" fmla="*/ 102 w 120"/>
                  <a:gd name="T55" fmla="*/ 56 h 146"/>
                  <a:gd name="T56" fmla="*/ 102 w 120"/>
                  <a:gd name="T57" fmla="*/ 68 h 146"/>
                  <a:gd name="T58" fmla="*/ 102 w 120"/>
                  <a:gd name="T59" fmla="*/ 76 h 146"/>
                  <a:gd name="T60" fmla="*/ 106 w 120"/>
                  <a:gd name="T61" fmla="*/ 82 h 146"/>
                  <a:gd name="T62" fmla="*/ 110 w 120"/>
                  <a:gd name="T63" fmla="*/ 82 h 146"/>
                  <a:gd name="T64" fmla="*/ 120 w 120"/>
                  <a:gd name="T65" fmla="*/ 82 h 146"/>
                  <a:gd name="T66" fmla="*/ 120 w 120"/>
                  <a:gd name="T67" fmla="*/ 86 h 146"/>
                  <a:gd name="T68" fmla="*/ 120 w 120"/>
                  <a:gd name="T69" fmla="*/ 90 h 146"/>
                  <a:gd name="T70" fmla="*/ 120 w 120"/>
                  <a:gd name="T71" fmla="*/ 94 h 146"/>
                  <a:gd name="T72" fmla="*/ 116 w 120"/>
                  <a:gd name="T73" fmla="*/ 104 h 146"/>
                  <a:gd name="T74" fmla="*/ 116 w 120"/>
                  <a:gd name="T75" fmla="*/ 108 h 146"/>
                  <a:gd name="T76" fmla="*/ 116 w 120"/>
                  <a:gd name="T77" fmla="*/ 124 h 146"/>
                  <a:gd name="T78" fmla="*/ 114 w 120"/>
                  <a:gd name="T79" fmla="*/ 130 h 146"/>
                  <a:gd name="T80" fmla="*/ 110 w 120"/>
                  <a:gd name="T81" fmla="*/ 134 h 146"/>
                  <a:gd name="T82" fmla="*/ 102 w 120"/>
                  <a:gd name="T83" fmla="*/ 138 h 146"/>
                  <a:gd name="T84" fmla="*/ 102 w 120"/>
                  <a:gd name="T85" fmla="*/ 146 h 146"/>
                  <a:gd name="T86" fmla="*/ 98 w 120"/>
                  <a:gd name="T87" fmla="*/ 142 h 146"/>
                  <a:gd name="T88" fmla="*/ 90 w 120"/>
                  <a:gd name="T89" fmla="*/ 146 h 146"/>
                  <a:gd name="T90" fmla="*/ 90 w 120"/>
                  <a:gd name="T91" fmla="*/ 146 h 146"/>
                  <a:gd name="T92" fmla="*/ 86 w 120"/>
                  <a:gd name="T93" fmla="*/ 146 h 146"/>
                  <a:gd name="T94" fmla="*/ 84 w 120"/>
                  <a:gd name="T95" fmla="*/ 146 h 146"/>
                  <a:gd name="T96" fmla="*/ 80 w 120"/>
                  <a:gd name="T97" fmla="*/ 146 h 146"/>
                  <a:gd name="T98" fmla="*/ 76 w 120"/>
                  <a:gd name="T99" fmla="*/ 146 h 146"/>
                  <a:gd name="T100" fmla="*/ 72 w 120"/>
                  <a:gd name="T101" fmla="*/ 142 h 146"/>
                  <a:gd name="T102" fmla="*/ 60 w 120"/>
                  <a:gd name="T103" fmla="*/ 142 h 146"/>
                  <a:gd name="T104" fmla="*/ 56 w 120"/>
                  <a:gd name="T105" fmla="*/ 138 h 146"/>
                  <a:gd name="T106" fmla="*/ 64 w 120"/>
                  <a:gd name="T107" fmla="*/ 134 h 146"/>
                  <a:gd name="T108" fmla="*/ 64 w 120"/>
                  <a:gd name="T109" fmla="*/ 124 h 146"/>
                  <a:gd name="T110" fmla="*/ 68 w 120"/>
                  <a:gd name="T111" fmla="*/ 116 h 146"/>
                  <a:gd name="T112" fmla="*/ 76 w 120"/>
                  <a:gd name="T113" fmla="*/ 10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20" h="146">
                    <a:moveTo>
                      <a:pt x="72" y="104"/>
                    </a:moveTo>
                    <a:lnTo>
                      <a:pt x="72" y="104"/>
                    </a:lnTo>
                    <a:lnTo>
                      <a:pt x="72" y="104"/>
                    </a:lnTo>
                    <a:lnTo>
                      <a:pt x="72" y="104"/>
                    </a:lnTo>
                    <a:lnTo>
                      <a:pt x="72" y="104"/>
                    </a:lnTo>
                    <a:lnTo>
                      <a:pt x="68" y="102"/>
                    </a:lnTo>
                    <a:lnTo>
                      <a:pt x="68" y="102"/>
                    </a:lnTo>
                    <a:lnTo>
                      <a:pt x="68" y="102"/>
                    </a:lnTo>
                    <a:lnTo>
                      <a:pt x="68" y="102"/>
                    </a:lnTo>
                    <a:lnTo>
                      <a:pt x="68" y="102"/>
                    </a:lnTo>
                    <a:lnTo>
                      <a:pt x="64" y="102"/>
                    </a:lnTo>
                    <a:lnTo>
                      <a:pt x="64" y="102"/>
                    </a:lnTo>
                    <a:lnTo>
                      <a:pt x="64" y="102"/>
                    </a:lnTo>
                    <a:lnTo>
                      <a:pt x="64" y="102"/>
                    </a:lnTo>
                    <a:lnTo>
                      <a:pt x="60" y="98"/>
                    </a:lnTo>
                    <a:lnTo>
                      <a:pt x="60" y="98"/>
                    </a:lnTo>
                    <a:lnTo>
                      <a:pt x="60" y="98"/>
                    </a:lnTo>
                    <a:lnTo>
                      <a:pt x="60" y="98"/>
                    </a:lnTo>
                    <a:lnTo>
                      <a:pt x="56" y="98"/>
                    </a:lnTo>
                    <a:lnTo>
                      <a:pt x="56" y="98"/>
                    </a:lnTo>
                    <a:lnTo>
                      <a:pt x="56" y="98"/>
                    </a:lnTo>
                    <a:lnTo>
                      <a:pt x="54" y="94"/>
                    </a:lnTo>
                    <a:lnTo>
                      <a:pt x="54" y="94"/>
                    </a:lnTo>
                    <a:lnTo>
                      <a:pt x="54" y="94"/>
                    </a:lnTo>
                    <a:lnTo>
                      <a:pt x="54" y="94"/>
                    </a:lnTo>
                    <a:lnTo>
                      <a:pt x="54" y="94"/>
                    </a:lnTo>
                    <a:lnTo>
                      <a:pt x="50" y="94"/>
                    </a:lnTo>
                    <a:lnTo>
                      <a:pt x="50" y="90"/>
                    </a:lnTo>
                    <a:lnTo>
                      <a:pt x="50" y="90"/>
                    </a:lnTo>
                    <a:lnTo>
                      <a:pt x="50" y="90"/>
                    </a:lnTo>
                    <a:lnTo>
                      <a:pt x="46" y="90"/>
                    </a:lnTo>
                    <a:lnTo>
                      <a:pt x="46" y="90"/>
                    </a:lnTo>
                    <a:lnTo>
                      <a:pt x="46" y="86"/>
                    </a:lnTo>
                    <a:lnTo>
                      <a:pt x="38" y="82"/>
                    </a:lnTo>
                    <a:lnTo>
                      <a:pt x="38" y="82"/>
                    </a:lnTo>
                    <a:lnTo>
                      <a:pt x="38" y="82"/>
                    </a:lnTo>
                    <a:lnTo>
                      <a:pt x="38" y="82"/>
                    </a:lnTo>
                    <a:lnTo>
                      <a:pt x="38" y="82"/>
                    </a:lnTo>
                    <a:lnTo>
                      <a:pt x="38" y="82"/>
                    </a:lnTo>
                    <a:lnTo>
                      <a:pt x="38" y="82"/>
                    </a:lnTo>
                    <a:lnTo>
                      <a:pt x="34" y="82"/>
                    </a:lnTo>
                    <a:lnTo>
                      <a:pt x="34" y="82"/>
                    </a:lnTo>
                    <a:lnTo>
                      <a:pt x="30" y="82"/>
                    </a:lnTo>
                    <a:lnTo>
                      <a:pt x="30" y="82"/>
                    </a:lnTo>
                    <a:lnTo>
                      <a:pt x="30" y="82"/>
                    </a:lnTo>
                    <a:lnTo>
                      <a:pt x="30" y="78"/>
                    </a:lnTo>
                    <a:lnTo>
                      <a:pt x="26" y="78"/>
                    </a:lnTo>
                    <a:lnTo>
                      <a:pt x="26" y="78"/>
                    </a:lnTo>
                    <a:lnTo>
                      <a:pt x="26" y="78"/>
                    </a:lnTo>
                    <a:lnTo>
                      <a:pt x="24" y="78"/>
                    </a:lnTo>
                    <a:lnTo>
                      <a:pt x="24" y="78"/>
                    </a:lnTo>
                    <a:lnTo>
                      <a:pt x="24" y="78"/>
                    </a:lnTo>
                    <a:lnTo>
                      <a:pt x="24" y="76"/>
                    </a:lnTo>
                    <a:lnTo>
                      <a:pt x="24" y="76"/>
                    </a:lnTo>
                    <a:lnTo>
                      <a:pt x="20" y="76"/>
                    </a:lnTo>
                    <a:lnTo>
                      <a:pt x="20" y="72"/>
                    </a:lnTo>
                    <a:lnTo>
                      <a:pt x="20" y="72"/>
                    </a:lnTo>
                    <a:lnTo>
                      <a:pt x="16" y="72"/>
                    </a:lnTo>
                    <a:lnTo>
                      <a:pt x="16" y="72"/>
                    </a:lnTo>
                    <a:lnTo>
                      <a:pt x="16" y="72"/>
                    </a:lnTo>
                    <a:lnTo>
                      <a:pt x="16" y="68"/>
                    </a:lnTo>
                    <a:lnTo>
                      <a:pt x="16" y="68"/>
                    </a:lnTo>
                    <a:lnTo>
                      <a:pt x="16" y="68"/>
                    </a:lnTo>
                    <a:lnTo>
                      <a:pt x="12" y="68"/>
                    </a:lnTo>
                    <a:lnTo>
                      <a:pt x="12" y="68"/>
                    </a:lnTo>
                    <a:lnTo>
                      <a:pt x="12" y="68"/>
                    </a:lnTo>
                    <a:lnTo>
                      <a:pt x="12" y="64"/>
                    </a:lnTo>
                    <a:lnTo>
                      <a:pt x="12" y="64"/>
                    </a:lnTo>
                    <a:lnTo>
                      <a:pt x="12" y="64"/>
                    </a:lnTo>
                    <a:lnTo>
                      <a:pt x="12" y="64"/>
                    </a:lnTo>
                    <a:lnTo>
                      <a:pt x="12" y="64"/>
                    </a:lnTo>
                    <a:lnTo>
                      <a:pt x="8" y="60"/>
                    </a:lnTo>
                    <a:lnTo>
                      <a:pt x="8" y="60"/>
                    </a:lnTo>
                    <a:lnTo>
                      <a:pt x="8" y="56"/>
                    </a:lnTo>
                    <a:lnTo>
                      <a:pt x="8" y="56"/>
                    </a:lnTo>
                    <a:lnTo>
                      <a:pt x="8" y="56"/>
                    </a:lnTo>
                    <a:lnTo>
                      <a:pt x="8" y="56"/>
                    </a:lnTo>
                    <a:lnTo>
                      <a:pt x="8" y="56"/>
                    </a:lnTo>
                    <a:lnTo>
                      <a:pt x="4" y="56"/>
                    </a:lnTo>
                    <a:lnTo>
                      <a:pt x="4" y="56"/>
                    </a:lnTo>
                    <a:lnTo>
                      <a:pt x="4" y="56"/>
                    </a:lnTo>
                    <a:lnTo>
                      <a:pt x="4" y="52"/>
                    </a:lnTo>
                    <a:lnTo>
                      <a:pt x="0" y="52"/>
                    </a:lnTo>
                    <a:lnTo>
                      <a:pt x="0" y="52"/>
                    </a:lnTo>
                    <a:lnTo>
                      <a:pt x="0" y="52"/>
                    </a:lnTo>
                    <a:lnTo>
                      <a:pt x="0" y="48"/>
                    </a:lnTo>
                    <a:lnTo>
                      <a:pt x="4" y="46"/>
                    </a:lnTo>
                    <a:lnTo>
                      <a:pt x="4" y="42"/>
                    </a:lnTo>
                    <a:lnTo>
                      <a:pt x="4" y="42"/>
                    </a:lnTo>
                    <a:lnTo>
                      <a:pt x="4" y="42"/>
                    </a:lnTo>
                    <a:lnTo>
                      <a:pt x="4" y="38"/>
                    </a:lnTo>
                    <a:lnTo>
                      <a:pt x="8" y="30"/>
                    </a:lnTo>
                    <a:lnTo>
                      <a:pt x="8" y="30"/>
                    </a:lnTo>
                    <a:lnTo>
                      <a:pt x="8" y="26"/>
                    </a:lnTo>
                    <a:lnTo>
                      <a:pt x="8" y="26"/>
                    </a:lnTo>
                    <a:lnTo>
                      <a:pt x="8" y="22"/>
                    </a:lnTo>
                    <a:lnTo>
                      <a:pt x="8" y="22"/>
                    </a:lnTo>
                    <a:lnTo>
                      <a:pt x="8" y="18"/>
                    </a:lnTo>
                    <a:lnTo>
                      <a:pt x="8" y="18"/>
                    </a:lnTo>
                    <a:lnTo>
                      <a:pt x="12" y="12"/>
                    </a:lnTo>
                    <a:lnTo>
                      <a:pt x="12" y="12"/>
                    </a:lnTo>
                    <a:lnTo>
                      <a:pt x="16" y="8"/>
                    </a:lnTo>
                    <a:lnTo>
                      <a:pt x="16" y="4"/>
                    </a:lnTo>
                    <a:lnTo>
                      <a:pt x="16" y="4"/>
                    </a:lnTo>
                    <a:lnTo>
                      <a:pt x="20" y="4"/>
                    </a:lnTo>
                    <a:lnTo>
                      <a:pt x="26" y="4"/>
                    </a:lnTo>
                    <a:lnTo>
                      <a:pt x="30" y="4"/>
                    </a:lnTo>
                    <a:lnTo>
                      <a:pt x="30" y="0"/>
                    </a:lnTo>
                    <a:lnTo>
                      <a:pt x="34" y="0"/>
                    </a:lnTo>
                    <a:lnTo>
                      <a:pt x="38" y="0"/>
                    </a:lnTo>
                    <a:lnTo>
                      <a:pt x="38" y="0"/>
                    </a:lnTo>
                    <a:lnTo>
                      <a:pt x="38" y="0"/>
                    </a:lnTo>
                    <a:lnTo>
                      <a:pt x="46" y="0"/>
                    </a:lnTo>
                    <a:lnTo>
                      <a:pt x="46" y="0"/>
                    </a:lnTo>
                    <a:lnTo>
                      <a:pt x="54" y="0"/>
                    </a:lnTo>
                    <a:lnTo>
                      <a:pt x="54" y="0"/>
                    </a:lnTo>
                    <a:lnTo>
                      <a:pt x="56" y="4"/>
                    </a:lnTo>
                    <a:lnTo>
                      <a:pt x="60" y="4"/>
                    </a:lnTo>
                    <a:lnTo>
                      <a:pt x="64" y="8"/>
                    </a:lnTo>
                    <a:lnTo>
                      <a:pt x="64" y="8"/>
                    </a:lnTo>
                    <a:lnTo>
                      <a:pt x="64" y="8"/>
                    </a:lnTo>
                    <a:lnTo>
                      <a:pt x="64" y="12"/>
                    </a:lnTo>
                    <a:lnTo>
                      <a:pt x="64" y="12"/>
                    </a:lnTo>
                    <a:lnTo>
                      <a:pt x="64" y="16"/>
                    </a:lnTo>
                    <a:lnTo>
                      <a:pt x="64" y="16"/>
                    </a:lnTo>
                    <a:lnTo>
                      <a:pt x="64" y="16"/>
                    </a:lnTo>
                    <a:lnTo>
                      <a:pt x="64" y="16"/>
                    </a:lnTo>
                    <a:lnTo>
                      <a:pt x="68" y="18"/>
                    </a:lnTo>
                    <a:lnTo>
                      <a:pt x="68" y="18"/>
                    </a:lnTo>
                    <a:lnTo>
                      <a:pt x="68" y="18"/>
                    </a:lnTo>
                    <a:lnTo>
                      <a:pt x="68" y="22"/>
                    </a:lnTo>
                    <a:lnTo>
                      <a:pt x="68" y="22"/>
                    </a:lnTo>
                    <a:lnTo>
                      <a:pt x="68" y="22"/>
                    </a:lnTo>
                    <a:lnTo>
                      <a:pt x="68" y="22"/>
                    </a:lnTo>
                    <a:lnTo>
                      <a:pt x="68" y="26"/>
                    </a:lnTo>
                    <a:lnTo>
                      <a:pt x="68" y="26"/>
                    </a:lnTo>
                    <a:lnTo>
                      <a:pt x="72" y="30"/>
                    </a:lnTo>
                    <a:lnTo>
                      <a:pt x="68" y="34"/>
                    </a:lnTo>
                    <a:lnTo>
                      <a:pt x="68" y="38"/>
                    </a:lnTo>
                    <a:lnTo>
                      <a:pt x="68" y="38"/>
                    </a:lnTo>
                    <a:lnTo>
                      <a:pt x="68" y="38"/>
                    </a:lnTo>
                    <a:lnTo>
                      <a:pt x="68" y="38"/>
                    </a:lnTo>
                    <a:lnTo>
                      <a:pt x="68" y="42"/>
                    </a:lnTo>
                    <a:lnTo>
                      <a:pt x="68" y="42"/>
                    </a:lnTo>
                    <a:lnTo>
                      <a:pt x="68" y="42"/>
                    </a:lnTo>
                    <a:lnTo>
                      <a:pt x="68" y="46"/>
                    </a:lnTo>
                    <a:lnTo>
                      <a:pt x="68" y="48"/>
                    </a:lnTo>
                    <a:lnTo>
                      <a:pt x="68" y="48"/>
                    </a:lnTo>
                    <a:lnTo>
                      <a:pt x="68" y="48"/>
                    </a:lnTo>
                    <a:lnTo>
                      <a:pt x="68" y="48"/>
                    </a:lnTo>
                    <a:lnTo>
                      <a:pt x="68" y="48"/>
                    </a:lnTo>
                    <a:lnTo>
                      <a:pt x="72" y="48"/>
                    </a:lnTo>
                    <a:lnTo>
                      <a:pt x="72" y="48"/>
                    </a:lnTo>
                    <a:lnTo>
                      <a:pt x="72" y="48"/>
                    </a:lnTo>
                    <a:lnTo>
                      <a:pt x="72" y="48"/>
                    </a:lnTo>
                    <a:lnTo>
                      <a:pt x="72" y="48"/>
                    </a:lnTo>
                    <a:lnTo>
                      <a:pt x="76" y="52"/>
                    </a:lnTo>
                    <a:lnTo>
                      <a:pt x="76" y="52"/>
                    </a:lnTo>
                    <a:lnTo>
                      <a:pt x="80" y="52"/>
                    </a:lnTo>
                    <a:lnTo>
                      <a:pt x="80" y="52"/>
                    </a:lnTo>
                    <a:lnTo>
                      <a:pt x="80" y="52"/>
                    </a:lnTo>
                    <a:lnTo>
                      <a:pt x="84" y="52"/>
                    </a:lnTo>
                    <a:lnTo>
                      <a:pt x="84" y="52"/>
                    </a:lnTo>
                    <a:lnTo>
                      <a:pt x="84" y="52"/>
                    </a:lnTo>
                    <a:lnTo>
                      <a:pt x="86" y="52"/>
                    </a:lnTo>
                    <a:lnTo>
                      <a:pt x="86" y="52"/>
                    </a:lnTo>
                    <a:lnTo>
                      <a:pt x="86" y="52"/>
                    </a:lnTo>
                    <a:lnTo>
                      <a:pt x="86" y="52"/>
                    </a:lnTo>
                    <a:lnTo>
                      <a:pt x="86" y="52"/>
                    </a:lnTo>
                    <a:lnTo>
                      <a:pt x="86" y="48"/>
                    </a:lnTo>
                    <a:lnTo>
                      <a:pt x="86" y="48"/>
                    </a:lnTo>
                    <a:lnTo>
                      <a:pt x="86" y="48"/>
                    </a:lnTo>
                    <a:lnTo>
                      <a:pt x="86" y="48"/>
                    </a:lnTo>
                    <a:lnTo>
                      <a:pt x="90" y="48"/>
                    </a:lnTo>
                    <a:lnTo>
                      <a:pt x="90" y="48"/>
                    </a:lnTo>
                    <a:lnTo>
                      <a:pt x="90" y="48"/>
                    </a:lnTo>
                    <a:lnTo>
                      <a:pt x="90" y="48"/>
                    </a:lnTo>
                    <a:lnTo>
                      <a:pt x="90" y="48"/>
                    </a:lnTo>
                    <a:lnTo>
                      <a:pt x="90" y="48"/>
                    </a:lnTo>
                    <a:lnTo>
                      <a:pt x="90" y="52"/>
                    </a:lnTo>
                    <a:lnTo>
                      <a:pt x="94" y="52"/>
                    </a:lnTo>
                    <a:lnTo>
                      <a:pt x="94" y="52"/>
                    </a:lnTo>
                    <a:lnTo>
                      <a:pt x="94" y="52"/>
                    </a:lnTo>
                    <a:lnTo>
                      <a:pt x="94" y="52"/>
                    </a:lnTo>
                    <a:lnTo>
                      <a:pt x="98" y="52"/>
                    </a:lnTo>
                    <a:lnTo>
                      <a:pt x="98" y="52"/>
                    </a:lnTo>
                    <a:lnTo>
                      <a:pt x="98" y="52"/>
                    </a:lnTo>
                    <a:lnTo>
                      <a:pt x="98" y="56"/>
                    </a:lnTo>
                    <a:lnTo>
                      <a:pt x="98" y="56"/>
                    </a:lnTo>
                    <a:lnTo>
                      <a:pt x="98" y="56"/>
                    </a:lnTo>
                    <a:lnTo>
                      <a:pt x="98" y="56"/>
                    </a:lnTo>
                    <a:lnTo>
                      <a:pt x="102" y="56"/>
                    </a:lnTo>
                    <a:lnTo>
                      <a:pt x="102" y="56"/>
                    </a:lnTo>
                    <a:lnTo>
                      <a:pt x="102" y="56"/>
                    </a:lnTo>
                    <a:lnTo>
                      <a:pt x="102" y="56"/>
                    </a:lnTo>
                    <a:lnTo>
                      <a:pt x="102" y="56"/>
                    </a:lnTo>
                    <a:lnTo>
                      <a:pt x="102" y="60"/>
                    </a:lnTo>
                    <a:lnTo>
                      <a:pt x="102" y="60"/>
                    </a:lnTo>
                    <a:lnTo>
                      <a:pt x="102" y="60"/>
                    </a:lnTo>
                    <a:lnTo>
                      <a:pt x="102" y="60"/>
                    </a:lnTo>
                    <a:lnTo>
                      <a:pt x="102" y="64"/>
                    </a:lnTo>
                    <a:lnTo>
                      <a:pt x="102" y="64"/>
                    </a:lnTo>
                    <a:lnTo>
                      <a:pt x="102" y="68"/>
                    </a:lnTo>
                    <a:lnTo>
                      <a:pt x="102" y="68"/>
                    </a:lnTo>
                    <a:lnTo>
                      <a:pt x="102" y="72"/>
                    </a:lnTo>
                    <a:lnTo>
                      <a:pt x="102" y="72"/>
                    </a:lnTo>
                    <a:lnTo>
                      <a:pt x="102" y="72"/>
                    </a:lnTo>
                    <a:lnTo>
                      <a:pt x="102" y="72"/>
                    </a:lnTo>
                    <a:lnTo>
                      <a:pt x="102" y="76"/>
                    </a:lnTo>
                    <a:lnTo>
                      <a:pt x="102" y="76"/>
                    </a:lnTo>
                    <a:lnTo>
                      <a:pt x="102" y="76"/>
                    </a:lnTo>
                    <a:lnTo>
                      <a:pt x="106" y="76"/>
                    </a:lnTo>
                    <a:lnTo>
                      <a:pt x="106" y="78"/>
                    </a:lnTo>
                    <a:lnTo>
                      <a:pt x="106" y="78"/>
                    </a:lnTo>
                    <a:lnTo>
                      <a:pt x="106" y="78"/>
                    </a:lnTo>
                    <a:lnTo>
                      <a:pt x="106" y="78"/>
                    </a:lnTo>
                    <a:lnTo>
                      <a:pt x="106" y="82"/>
                    </a:lnTo>
                    <a:lnTo>
                      <a:pt x="106" y="82"/>
                    </a:lnTo>
                    <a:lnTo>
                      <a:pt x="106" y="82"/>
                    </a:lnTo>
                    <a:lnTo>
                      <a:pt x="106" y="82"/>
                    </a:lnTo>
                    <a:lnTo>
                      <a:pt x="106" y="82"/>
                    </a:lnTo>
                    <a:lnTo>
                      <a:pt x="110" y="82"/>
                    </a:lnTo>
                    <a:lnTo>
                      <a:pt x="110" y="82"/>
                    </a:lnTo>
                    <a:lnTo>
                      <a:pt x="110" y="82"/>
                    </a:lnTo>
                    <a:lnTo>
                      <a:pt x="110" y="82"/>
                    </a:lnTo>
                    <a:lnTo>
                      <a:pt x="114" y="82"/>
                    </a:lnTo>
                    <a:lnTo>
                      <a:pt x="114" y="82"/>
                    </a:lnTo>
                    <a:lnTo>
                      <a:pt x="114" y="82"/>
                    </a:lnTo>
                    <a:lnTo>
                      <a:pt x="116" y="78"/>
                    </a:lnTo>
                    <a:lnTo>
                      <a:pt x="116" y="78"/>
                    </a:lnTo>
                    <a:lnTo>
                      <a:pt x="120" y="82"/>
                    </a:lnTo>
                    <a:lnTo>
                      <a:pt x="120" y="82"/>
                    </a:lnTo>
                    <a:lnTo>
                      <a:pt x="120" y="82"/>
                    </a:lnTo>
                    <a:lnTo>
                      <a:pt x="120" y="82"/>
                    </a:lnTo>
                    <a:lnTo>
                      <a:pt x="120" y="82"/>
                    </a:lnTo>
                    <a:lnTo>
                      <a:pt x="120" y="86"/>
                    </a:lnTo>
                    <a:lnTo>
                      <a:pt x="120" y="86"/>
                    </a:lnTo>
                    <a:lnTo>
                      <a:pt x="120" y="86"/>
                    </a:lnTo>
                    <a:lnTo>
                      <a:pt x="120" y="86"/>
                    </a:lnTo>
                    <a:lnTo>
                      <a:pt x="120" y="86"/>
                    </a:lnTo>
                    <a:lnTo>
                      <a:pt x="120" y="86"/>
                    </a:lnTo>
                    <a:lnTo>
                      <a:pt x="120" y="90"/>
                    </a:lnTo>
                    <a:lnTo>
                      <a:pt x="120" y="90"/>
                    </a:lnTo>
                    <a:lnTo>
                      <a:pt x="120" y="90"/>
                    </a:lnTo>
                    <a:lnTo>
                      <a:pt x="120" y="90"/>
                    </a:lnTo>
                    <a:lnTo>
                      <a:pt x="120" y="90"/>
                    </a:lnTo>
                    <a:lnTo>
                      <a:pt x="120" y="90"/>
                    </a:lnTo>
                    <a:lnTo>
                      <a:pt x="120" y="94"/>
                    </a:lnTo>
                    <a:lnTo>
                      <a:pt x="120" y="94"/>
                    </a:lnTo>
                    <a:lnTo>
                      <a:pt x="120" y="94"/>
                    </a:lnTo>
                    <a:lnTo>
                      <a:pt x="120" y="94"/>
                    </a:lnTo>
                    <a:lnTo>
                      <a:pt x="120" y="94"/>
                    </a:lnTo>
                    <a:lnTo>
                      <a:pt x="120" y="94"/>
                    </a:lnTo>
                    <a:lnTo>
                      <a:pt x="120" y="98"/>
                    </a:lnTo>
                    <a:lnTo>
                      <a:pt x="120" y="98"/>
                    </a:lnTo>
                    <a:lnTo>
                      <a:pt x="116" y="102"/>
                    </a:lnTo>
                    <a:lnTo>
                      <a:pt x="116" y="102"/>
                    </a:lnTo>
                    <a:lnTo>
                      <a:pt x="116" y="102"/>
                    </a:lnTo>
                    <a:lnTo>
                      <a:pt x="116" y="104"/>
                    </a:lnTo>
                    <a:lnTo>
                      <a:pt x="116" y="104"/>
                    </a:lnTo>
                    <a:lnTo>
                      <a:pt x="116" y="104"/>
                    </a:lnTo>
                    <a:lnTo>
                      <a:pt x="116" y="104"/>
                    </a:lnTo>
                    <a:lnTo>
                      <a:pt x="116" y="104"/>
                    </a:lnTo>
                    <a:lnTo>
                      <a:pt x="116" y="108"/>
                    </a:lnTo>
                    <a:lnTo>
                      <a:pt x="116" y="108"/>
                    </a:lnTo>
                    <a:lnTo>
                      <a:pt x="116" y="108"/>
                    </a:lnTo>
                    <a:lnTo>
                      <a:pt x="116" y="112"/>
                    </a:lnTo>
                    <a:lnTo>
                      <a:pt x="116" y="112"/>
                    </a:lnTo>
                    <a:lnTo>
                      <a:pt x="116" y="116"/>
                    </a:lnTo>
                    <a:lnTo>
                      <a:pt x="116" y="116"/>
                    </a:lnTo>
                    <a:lnTo>
                      <a:pt x="116" y="120"/>
                    </a:lnTo>
                    <a:lnTo>
                      <a:pt x="116" y="120"/>
                    </a:lnTo>
                    <a:lnTo>
                      <a:pt x="116" y="124"/>
                    </a:lnTo>
                    <a:lnTo>
                      <a:pt x="116" y="124"/>
                    </a:lnTo>
                    <a:lnTo>
                      <a:pt x="116" y="124"/>
                    </a:lnTo>
                    <a:lnTo>
                      <a:pt x="116" y="124"/>
                    </a:lnTo>
                    <a:lnTo>
                      <a:pt x="114" y="126"/>
                    </a:lnTo>
                    <a:lnTo>
                      <a:pt x="114" y="130"/>
                    </a:lnTo>
                    <a:lnTo>
                      <a:pt x="114" y="130"/>
                    </a:lnTo>
                    <a:lnTo>
                      <a:pt x="114" y="130"/>
                    </a:lnTo>
                    <a:lnTo>
                      <a:pt x="114" y="130"/>
                    </a:lnTo>
                    <a:lnTo>
                      <a:pt x="114" y="130"/>
                    </a:lnTo>
                    <a:lnTo>
                      <a:pt x="110" y="130"/>
                    </a:lnTo>
                    <a:lnTo>
                      <a:pt x="110" y="130"/>
                    </a:lnTo>
                    <a:lnTo>
                      <a:pt x="110" y="134"/>
                    </a:lnTo>
                    <a:lnTo>
                      <a:pt x="110" y="134"/>
                    </a:lnTo>
                    <a:lnTo>
                      <a:pt x="110" y="134"/>
                    </a:lnTo>
                    <a:lnTo>
                      <a:pt x="110" y="134"/>
                    </a:lnTo>
                    <a:lnTo>
                      <a:pt x="106" y="134"/>
                    </a:lnTo>
                    <a:lnTo>
                      <a:pt x="106" y="134"/>
                    </a:lnTo>
                    <a:lnTo>
                      <a:pt x="106" y="134"/>
                    </a:lnTo>
                    <a:lnTo>
                      <a:pt x="106" y="134"/>
                    </a:lnTo>
                    <a:lnTo>
                      <a:pt x="106" y="134"/>
                    </a:lnTo>
                    <a:lnTo>
                      <a:pt x="102" y="138"/>
                    </a:lnTo>
                    <a:lnTo>
                      <a:pt x="102" y="138"/>
                    </a:lnTo>
                    <a:lnTo>
                      <a:pt x="102" y="142"/>
                    </a:lnTo>
                    <a:lnTo>
                      <a:pt x="102" y="142"/>
                    </a:lnTo>
                    <a:lnTo>
                      <a:pt x="102" y="142"/>
                    </a:lnTo>
                    <a:lnTo>
                      <a:pt x="102" y="142"/>
                    </a:lnTo>
                    <a:lnTo>
                      <a:pt x="102" y="142"/>
                    </a:lnTo>
                    <a:lnTo>
                      <a:pt x="102" y="146"/>
                    </a:lnTo>
                    <a:lnTo>
                      <a:pt x="98" y="146"/>
                    </a:lnTo>
                    <a:lnTo>
                      <a:pt x="98" y="142"/>
                    </a:lnTo>
                    <a:lnTo>
                      <a:pt x="98" y="142"/>
                    </a:lnTo>
                    <a:lnTo>
                      <a:pt x="98" y="142"/>
                    </a:lnTo>
                    <a:lnTo>
                      <a:pt x="98" y="142"/>
                    </a:lnTo>
                    <a:lnTo>
                      <a:pt x="98" y="142"/>
                    </a:lnTo>
                    <a:lnTo>
                      <a:pt x="98" y="142"/>
                    </a:lnTo>
                    <a:lnTo>
                      <a:pt x="94" y="142"/>
                    </a:lnTo>
                    <a:lnTo>
                      <a:pt x="94" y="142"/>
                    </a:lnTo>
                    <a:lnTo>
                      <a:pt x="94" y="142"/>
                    </a:lnTo>
                    <a:lnTo>
                      <a:pt x="94" y="142"/>
                    </a:lnTo>
                    <a:lnTo>
                      <a:pt x="90" y="142"/>
                    </a:lnTo>
                    <a:lnTo>
                      <a:pt x="90" y="146"/>
                    </a:lnTo>
                    <a:lnTo>
                      <a:pt x="90" y="146"/>
                    </a:lnTo>
                    <a:lnTo>
                      <a:pt x="90" y="146"/>
                    </a:lnTo>
                    <a:lnTo>
                      <a:pt x="90" y="146"/>
                    </a:lnTo>
                    <a:lnTo>
                      <a:pt x="90" y="146"/>
                    </a:lnTo>
                    <a:lnTo>
                      <a:pt x="90" y="146"/>
                    </a:lnTo>
                    <a:lnTo>
                      <a:pt x="90" y="146"/>
                    </a:lnTo>
                    <a:lnTo>
                      <a:pt x="90" y="146"/>
                    </a:lnTo>
                    <a:lnTo>
                      <a:pt x="90" y="146"/>
                    </a:lnTo>
                    <a:lnTo>
                      <a:pt x="90" y="146"/>
                    </a:lnTo>
                    <a:lnTo>
                      <a:pt x="90" y="146"/>
                    </a:lnTo>
                    <a:lnTo>
                      <a:pt x="86" y="146"/>
                    </a:lnTo>
                    <a:lnTo>
                      <a:pt x="86" y="146"/>
                    </a:lnTo>
                    <a:lnTo>
                      <a:pt x="86" y="146"/>
                    </a:lnTo>
                    <a:lnTo>
                      <a:pt x="86" y="146"/>
                    </a:lnTo>
                    <a:lnTo>
                      <a:pt x="86" y="146"/>
                    </a:lnTo>
                    <a:lnTo>
                      <a:pt x="86" y="146"/>
                    </a:lnTo>
                    <a:lnTo>
                      <a:pt x="86" y="146"/>
                    </a:lnTo>
                    <a:lnTo>
                      <a:pt x="86" y="146"/>
                    </a:lnTo>
                    <a:lnTo>
                      <a:pt x="86" y="146"/>
                    </a:lnTo>
                    <a:lnTo>
                      <a:pt x="84" y="146"/>
                    </a:lnTo>
                    <a:lnTo>
                      <a:pt x="84" y="146"/>
                    </a:lnTo>
                    <a:lnTo>
                      <a:pt x="84" y="146"/>
                    </a:lnTo>
                    <a:lnTo>
                      <a:pt x="84" y="146"/>
                    </a:lnTo>
                    <a:lnTo>
                      <a:pt x="84" y="146"/>
                    </a:lnTo>
                    <a:lnTo>
                      <a:pt x="84" y="146"/>
                    </a:lnTo>
                    <a:lnTo>
                      <a:pt x="84" y="146"/>
                    </a:lnTo>
                    <a:lnTo>
                      <a:pt x="84" y="146"/>
                    </a:lnTo>
                    <a:lnTo>
                      <a:pt x="84" y="146"/>
                    </a:lnTo>
                    <a:lnTo>
                      <a:pt x="80" y="146"/>
                    </a:lnTo>
                    <a:lnTo>
                      <a:pt x="80" y="146"/>
                    </a:lnTo>
                    <a:lnTo>
                      <a:pt x="80" y="146"/>
                    </a:lnTo>
                    <a:lnTo>
                      <a:pt x="80" y="146"/>
                    </a:lnTo>
                    <a:lnTo>
                      <a:pt x="80" y="146"/>
                    </a:lnTo>
                    <a:lnTo>
                      <a:pt x="80" y="146"/>
                    </a:lnTo>
                    <a:lnTo>
                      <a:pt x="80" y="146"/>
                    </a:lnTo>
                    <a:lnTo>
                      <a:pt x="76" y="146"/>
                    </a:lnTo>
                    <a:lnTo>
                      <a:pt x="76" y="146"/>
                    </a:lnTo>
                    <a:lnTo>
                      <a:pt x="76" y="146"/>
                    </a:lnTo>
                    <a:lnTo>
                      <a:pt x="72" y="142"/>
                    </a:lnTo>
                    <a:lnTo>
                      <a:pt x="72" y="142"/>
                    </a:lnTo>
                    <a:lnTo>
                      <a:pt x="72" y="142"/>
                    </a:lnTo>
                    <a:lnTo>
                      <a:pt x="72" y="142"/>
                    </a:lnTo>
                    <a:lnTo>
                      <a:pt x="72" y="142"/>
                    </a:lnTo>
                    <a:lnTo>
                      <a:pt x="72" y="142"/>
                    </a:lnTo>
                    <a:lnTo>
                      <a:pt x="68" y="142"/>
                    </a:lnTo>
                    <a:lnTo>
                      <a:pt x="68" y="142"/>
                    </a:lnTo>
                    <a:lnTo>
                      <a:pt x="64" y="142"/>
                    </a:lnTo>
                    <a:lnTo>
                      <a:pt x="64" y="142"/>
                    </a:lnTo>
                    <a:lnTo>
                      <a:pt x="60" y="142"/>
                    </a:lnTo>
                    <a:lnTo>
                      <a:pt x="60" y="142"/>
                    </a:lnTo>
                    <a:lnTo>
                      <a:pt x="60" y="142"/>
                    </a:lnTo>
                    <a:lnTo>
                      <a:pt x="60" y="142"/>
                    </a:lnTo>
                    <a:lnTo>
                      <a:pt x="60" y="142"/>
                    </a:lnTo>
                    <a:lnTo>
                      <a:pt x="60" y="142"/>
                    </a:lnTo>
                    <a:lnTo>
                      <a:pt x="60" y="142"/>
                    </a:lnTo>
                    <a:lnTo>
                      <a:pt x="56" y="138"/>
                    </a:lnTo>
                    <a:lnTo>
                      <a:pt x="56" y="138"/>
                    </a:lnTo>
                    <a:lnTo>
                      <a:pt x="60" y="138"/>
                    </a:lnTo>
                    <a:lnTo>
                      <a:pt x="60" y="138"/>
                    </a:lnTo>
                    <a:lnTo>
                      <a:pt x="60" y="138"/>
                    </a:lnTo>
                    <a:lnTo>
                      <a:pt x="60" y="134"/>
                    </a:lnTo>
                    <a:lnTo>
                      <a:pt x="60" y="134"/>
                    </a:lnTo>
                    <a:lnTo>
                      <a:pt x="64" y="134"/>
                    </a:lnTo>
                    <a:lnTo>
                      <a:pt x="64" y="134"/>
                    </a:lnTo>
                    <a:lnTo>
                      <a:pt x="64" y="130"/>
                    </a:lnTo>
                    <a:lnTo>
                      <a:pt x="64" y="130"/>
                    </a:lnTo>
                    <a:lnTo>
                      <a:pt x="64" y="126"/>
                    </a:lnTo>
                    <a:lnTo>
                      <a:pt x="64" y="126"/>
                    </a:lnTo>
                    <a:lnTo>
                      <a:pt x="64" y="126"/>
                    </a:lnTo>
                    <a:lnTo>
                      <a:pt x="64" y="124"/>
                    </a:lnTo>
                    <a:lnTo>
                      <a:pt x="64" y="124"/>
                    </a:lnTo>
                    <a:lnTo>
                      <a:pt x="64" y="124"/>
                    </a:lnTo>
                    <a:lnTo>
                      <a:pt x="68" y="120"/>
                    </a:lnTo>
                    <a:lnTo>
                      <a:pt x="68" y="120"/>
                    </a:lnTo>
                    <a:lnTo>
                      <a:pt x="68" y="120"/>
                    </a:lnTo>
                    <a:lnTo>
                      <a:pt x="68" y="120"/>
                    </a:lnTo>
                    <a:lnTo>
                      <a:pt x="68" y="116"/>
                    </a:lnTo>
                    <a:lnTo>
                      <a:pt x="68" y="116"/>
                    </a:lnTo>
                    <a:lnTo>
                      <a:pt x="72" y="116"/>
                    </a:lnTo>
                    <a:lnTo>
                      <a:pt x="72" y="116"/>
                    </a:lnTo>
                    <a:lnTo>
                      <a:pt x="72" y="116"/>
                    </a:lnTo>
                    <a:lnTo>
                      <a:pt x="72" y="112"/>
                    </a:lnTo>
                    <a:lnTo>
                      <a:pt x="76" y="112"/>
                    </a:lnTo>
                    <a:lnTo>
                      <a:pt x="76" y="108"/>
                    </a:lnTo>
                    <a:lnTo>
                      <a:pt x="76" y="108"/>
                    </a:lnTo>
                    <a:lnTo>
                      <a:pt x="72" y="108"/>
                    </a:lnTo>
                    <a:lnTo>
                      <a:pt x="72" y="108"/>
                    </a:lnTo>
                    <a:lnTo>
                      <a:pt x="72" y="104"/>
                    </a:lnTo>
                    <a:lnTo>
                      <a:pt x="72" y="104"/>
                    </a:lnTo>
                    <a:lnTo>
                      <a:pt x="72" y="104"/>
                    </a:lnTo>
                    <a:lnTo>
                      <a:pt x="72" y="10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2" name="Freeform 186"/>
              <p:cNvSpPr>
                <a:spLocks/>
              </p:cNvSpPr>
              <p:nvPr/>
            </p:nvSpPr>
            <p:spPr bwMode="gray">
              <a:xfrm>
                <a:off x="2796313" y="4523182"/>
                <a:ext cx="313067" cy="546128"/>
              </a:xfrm>
              <a:custGeom>
                <a:avLst/>
                <a:gdLst>
                  <a:gd name="T0" fmla="*/ 166 w 180"/>
                  <a:gd name="T1" fmla="*/ 310 h 314"/>
                  <a:gd name="T2" fmla="*/ 154 w 180"/>
                  <a:gd name="T3" fmla="*/ 310 h 314"/>
                  <a:gd name="T4" fmla="*/ 142 w 180"/>
                  <a:gd name="T5" fmla="*/ 298 h 314"/>
                  <a:gd name="T6" fmla="*/ 132 w 180"/>
                  <a:gd name="T7" fmla="*/ 290 h 314"/>
                  <a:gd name="T8" fmla="*/ 120 w 180"/>
                  <a:gd name="T9" fmla="*/ 284 h 314"/>
                  <a:gd name="T10" fmla="*/ 106 w 180"/>
                  <a:gd name="T11" fmla="*/ 276 h 314"/>
                  <a:gd name="T12" fmla="*/ 94 w 180"/>
                  <a:gd name="T13" fmla="*/ 264 h 314"/>
                  <a:gd name="T14" fmla="*/ 82 w 180"/>
                  <a:gd name="T15" fmla="*/ 254 h 314"/>
                  <a:gd name="T16" fmla="*/ 76 w 180"/>
                  <a:gd name="T17" fmla="*/ 238 h 314"/>
                  <a:gd name="T18" fmla="*/ 76 w 180"/>
                  <a:gd name="T19" fmla="*/ 230 h 314"/>
                  <a:gd name="T20" fmla="*/ 68 w 180"/>
                  <a:gd name="T21" fmla="*/ 212 h 314"/>
                  <a:gd name="T22" fmla="*/ 60 w 180"/>
                  <a:gd name="T23" fmla="*/ 200 h 314"/>
                  <a:gd name="T24" fmla="*/ 54 w 180"/>
                  <a:gd name="T25" fmla="*/ 186 h 314"/>
                  <a:gd name="T26" fmla="*/ 46 w 180"/>
                  <a:gd name="T27" fmla="*/ 168 h 314"/>
                  <a:gd name="T28" fmla="*/ 38 w 180"/>
                  <a:gd name="T29" fmla="*/ 152 h 314"/>
                  <a:gd name="T30" fmla="*/ 34 w 180"/>
                  <a:gd name="T31" fmla="*/ 138 h 314"/>
                  <a:gd name="T32" fmla="*/ 26 w 180"/>
                  <a:gd name="T33" fmla="*/ 126 h 314"/>
                  <a:gd name="T34" fmla="*/ 20 w 180"/>
                  <a:gd name="T35" fmla="*/ 114 h 314"/>
                  <a:gd name="T36" fmla="*/ 12 w 180"/>
                  <a:gd name="T37" fmla="*/ 104 h 314"/>
                  <a:gd name="T38" fmla="*/ 8 w 180"/>
                  <a:gd name="T39" fmla="*/ 96 h 314"/>
                  <a:gd name="T40" fmla="*/ 4 w 180"/>
                  <a:gd name="T41" fmla="*/ 82 h 314"/>
                  <a:gd name="T42" fmla="*/ 4 w 180"/>
                  <a:gd name="T43" fmla="*/ 66 h 314"/>
                  <a:gd name="T44" fmla="*/ 16 w 180"/>
                  <a:gd name="T45" fmla="*/ 56 h 314"/>
                  <a:gd name="T46" fmla="*/ 16 w 180"/>
                  <a:gd name="T47" fmla="*/ 74 h 314"/>
                  <a:gd name="T48" fmla="*/ 26 w 180"/>
                  <a:gd name="T49" fmla="*/ 74 h 314"/>
                  <a:gd name="T50" fmla="*/ 38 w 180"/>
                  <a:gd name="T51" fmla="*/ 78 h 314"/>
                  <a:gd name="T52" fmla="*/ 42 w 180"/>
                  <a:gd name="T53" fmla="*/ 70 h 314"/>
                  <a:gd name="T54" fmla="*/ 46 w 180"/>
                  <a:gd name="T55" fmla="*/ 56 h 314"/>
                  <a:gd name="T56" fmla="*/ 50 w 180"/>
                  <a:gd name="T57" fmla="*/ 48 h 314"/>
                  <a:gd name="T58" fmla="*/ 68 w 180"/>
                  <a:gd name="T59" fmla="*/ 42 h 314"/>
                  <a:gd name="T60" fmla="*/ 82 w 180"/>
                  <a:gd name="T61" fmla="*/ 26 h 314"/>
                  <a:gd name="T62" fmla="*/ 86 w 180"/>
                  <a:gd name="T63" fmla="*/ 12 h 314"/>
                  <a:gd name="T64" fmla="*/ 90 w 180"/>
                  <a:gd name="T65" fmla="*/ 0 h 314"/>
                  <a:gd name="T66" fmla="*/ 98 w 180"/>
                  <a:gd name="T67" fmla="*/ 4 h 314"/>
                  <a:gd name="T68" fmla="*/ 110 w 180"/>
                  <a:gd name="T69" fmla="*/ 18 h 314"/>
                  <a:gd name="T70" fmla="*/ 120 w 180"/>
                  <a:gd name="T71" fmla="*/ 30 h 314"/>
                  <a:gd name="T72" fmla="*/ 120 w 180"/>
                  <a:gd name="T73" fmla="*/ 42 h 314"/>
                  <a:gd name="T74" fmla="*/ 132 w 180"/>
                  <a:gd name="T75" fmla="*/ 42 h 314"/>
                  <a:gd name="T76" fmla="*/ 142 w 180"/>
                  <a:gd name="T77" fmla="*/ 38 h 314"/>
                  <a:gd name="T78" fmla="*/ 158 w 180"/>
                  <a:gd name="T79" fmla="*/ 42 h 314"/>
                  <a:gd name="T80" fmla="*/ 154 w 180"/>
                  <a:gd name="T81" fmla="*/ 62 h 314"/>
                  <a:gd name="T82" fmla="*/ 162 w 180"/>
                  <a:gd name="T83" fmla="*/ 70 h 314"/>
                  <a:gd name="T84" fmla="*/ 150 w 180"/>
                  <a:gd name="T85" fmla="*/ 70 h 314"/>
                  <a:gd name="T86" fmla="*/ 140 w 180"/>
                  <a:gd name="T87" fmla="*/ 74 h 314"/>
                  <a:gd name="T88" fmla="*/ 128 w 180"/>
                  <a:gd name="T89" fmla="*/ 82 h 314"/>
                  <a:gd name="T90" fmla="*/ 120 w 180"/>
                  <a:gd name="T91" fmla="*/ 96 h 314"/>
                  <a:gd name="T92" fmla="*/ 116 w 180"/>
                  <a:gd name="T93" fmla="*/ 108 h 314"/>
                  <a:gd name="T94" fmla="*/ 110 w 180"/>
                  <a:gd name="T95" fmla="*/ 122 h 314"/>
                  <a:gd name="T96" fmla="*/ 112 w 180"/>
                  <a:gd name="T97" fmla="*/ 134 h 314"/>
                  <a:gd name="T98" fmla="*/ 120 w 180"/>
                  <a:gd name="T99" fmla="*/ 148 h 314"/>
                  <a:gd name="T100" fmla="*/ 120 w 180"/>
                  <a:gd name="T101" fmla="*/ 160 h 314"/>
                  <a:gd name="T102" fmla="*/ 132 w 180"/>
                  <a:gd name="T103" fmla="*/ 168 h 314"/>
                  <a:gd name="T104" fmla="*/ 150 w 180"/>
                  <a:gd name="T105" fmla="*/ 168 h 314"/>
                  <a:gd name="T106" fmla="*/ 154 w 180"/>
                  <a:gd name="T107" fmla="*/ 172 h 314"/>
                  <a:gd name="T108" fmla="*/ 158 w 180"/>
                  <a:gd name="T109" fmla="*/ 186 h 314"/>
                  <a:gd name="T110" fmla="*/ 172 w 180"/>
                  <a:gd name="T111" fmla="*/ 194 h 314"/>
                  <a:gd name="T112" fmla="*/ 180 w 180"/>
                  <a:gd name="T113" fmla="*/ 208 h 314"/>
                  <a:gd name="T114" fmla="*/ 176 w 180"/>
                  <a:gd name="T115" fmla="*/ 224 h 314"/>
                  <a:gd name="T116" fmla="*/ 180 w 180"/>
                  <a:gd name="T117" fmla="*/ 238 h 314"/>
                  <a:gd name="T118" fmla="*/ 172 w 180"/>
                  <a:gd name="T119" fmla="*/ 254 h 314"/>
                  <a:gd name="T120" fmla="*/ 172 w 180"/>
                  <a:gd name="T121" fmla="*/ 264 h 314"/>
                  <a:gd name="T122" fmla="*/ 176 w 180"/>
                  <a:gd name="T123" fmla="*/ 280 h 314"/>
                  <a:gd name="T124" fmla="*/ 168 w 180"/>
                  <a:gd name="T125" fmla="*/ 290 h 3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80" h="314">
                    <a:moveTo>
                      <a:pt x="168" y="298"/>
                    </a:moveTo>
                    <a:lnTo>
                      <a:pt x="168" y="302"/>
                    </a:lnTo>
                    <a:lnTo>
                      <a:pt x="166" y="302"/>
                    </a:lnTo>
                    <a:lnTo>
                      <a:pt x="166" y="306"/>
                    </a:lnTo>
                    <a:lnTo>
                      <a:pt x="166" y="310"/>
                    </a:lnTo>
                    <a:lnTo>
                      <a:pt x="166" y="314"/>
                    </a:lnTo>
                    <a:lnTo>
                      <a:pt x="162" y="314"/>
                    </a:lnTo>
                    <a:lnTo>
                      <a:pt x="158" y="314"/>
                    </a:lnTo>
                    <a:lnTo>
                      <a:pt x="154" y="314"/>
                    </a:lnTo>
                    <a:lnTo>
                      <a:pt x="154" y="310"/>
                    </a:lnTo>
                    <a:lnTo>
                      <a:pt x="150" y="310"/>
                    </a:lnTo>
                    <a:lnTo>
                      <a:pt x="150" y="306"/>
                    </a:lnTo>
                    <a:lnTo>
                      <a:pt x="146" y="306"/>
                    </a:lnTo>
                    <a:lnTo>
                      <a:pt x="142" y="302"/>
                    </a:lnTo>
                    <a:lnTo>
                      <a:pt x="142" y="298"/>
                    </a:lnTo>
                    <a:lnTo>
                      <a:pt x="142" y="294"/>
                    </a:lnTo>
                    <a:lnTo>
                      <a:pt x="140" y="294"/>
                    </a:lnTo>
                    <a:lnTo>
                      <a:pt x="136" y="294"/>
                    </a:lnTo>
                    <a:lnTo>
                      <a:pt x="136" y="290"/>
                    </a:lnTo>
                    <a:lnTo>
                      <a:pt x="132" y="290"/>
                    </a:lnTo>
                    <a:lnTo>
                      <a:pt x="132" y="286"/>
                    </a:lnTo>
                    <a:lnTo>
                      <a:pt x="128" y="286"/>
                    </a:lnTo>
                    <a:lnTo>
                      <a:pt x="128" y="284"/>
                    </a:lnTo>
                    <a:lnTo>
                      <a:pt x="124" y="284"/>
                    </a:lnTo>
                    <a:lnTo>
                      <a:pt x="120" y="284"/>
                    </a:lnTo>
                    <a:lnTo>
                      <a:pt x="116" y="280"/>
                    </a:lnTo>
                    <a:lnTo>
                      <a:pt x="112" y="280"/>
                    </a:lnTo>
                    <a:lnTo>
                      <a:pt x="112" y="276"/>
                    </a:lnTo>
                    <a:lnTo>
                      <a:pt x="110" y="276"/>
                    </a:lnTo>
                    <a:lnTo>
                      <a:pt x="106" y="276"/>
                    </a:lnTo>
                    <a:lnTo>
                      <a:pt x="106" y="272"/>
                    </a:lnTo>
                    <a:lnTo>
                      <a:pt x="102" y="272"/>
                    </a:lnTo>
                    <a:lnTo>
                      <a:pt x="102" y="268"/>
                    </a:lnTo>
                    <a:lnTo>
                      <a:pt x="98" y="268"/>
                    </a:lnTo>
                    <a:lnTo>
                      <a:pt x="94" y="264"/>
                    </a:lnTo>
                    <a:lnTo>
                      <a:pt x="90" y="264"/>
                    </a:lnTo>
                    <a:lnTo>
                      <a:pt x="90" y="260"/>
                    </a:lnTo>
                    <a:lnTo>
                      <a:pt x="86" y="260"/>
                    </a:lnTo>
                    <a:lnTo>
                      <a:pt x="86" y="256"/>
                    </a:lnTo>
                    <a:lnTo>
                      <a:pt x="82" y="254"/>
                    </a:lnTo>
                    <a:lnTo>
                      <a:pt x="80" y="250"/>
                    </a:lnTo>
                    <a:lnTo>
                      <a:pt x="80" y="246"/>
                    </a:lnTo>
                    <a:lnTo>
                      <a:pt x="76" y="246"/>
                    </a:lnTo>
                    <a:lnTo>
                      <a:pt x="76" y="242"/>
                    </a:lnTo>
                    <a:lnTo>
                      <a:pt x="76" y="238"/>
                    </a:lnTo>
                    <a:lnTo>
                      <a:pt x="72" y="234"/>
                    </a:lnTo>
                    <a:lnTo>
                      <a:pt x="72" y="238"/>
                    </a:lnTo>
                    <a:lnTo>
                      <a:pt x="72" y="234"/>
                    </a:lnTo>
                    <a:lnTo>
                      <a:pt x="76" y="234"/>
                    </a:lnTo>
                    <a:lnTo>
                      <a:pt x="76" y="230"/>
                    </a:lnTo>
                    <a:lnTo>
                      <a:pt x="76" y="228"/>
                    </a:lnTo>
                    <a:lnTo>
                      <a:pt x="72" y="224"/>
                    </a:lnTo>
                    <a:lnTo>
                      <a:pt x="72" y="220"/>
                    </a:lnTo>
                    <a:lnTo>
                      <a:pt x="68" y="216"/>
                    </a:lnTo>
                    <a:lnTo>
                      <a:pt x="68" y="212"/>
                    </a:lnTo>
                    <a:lnTo>
                      <a:pt x="68" y="208"/>
                    </a:lnTo>
                    <a:lnTo>
                      <a:pt x="64" y="208"/>
                    </a:lnTo>
                    <a:lnTo>
                      <a:pt x="64" y="204"/>
                    </a:lnTo>
                    <a:lnTo>
                      <a:pt x="60" y="204"/>
                    </a:lnTo>
                    <a:lnTo>
                      <a:pt x="60" y="200"/>
                    </a:lnTo>
                    <a:lnTo>
                      <a:pt x="60" y="198"/>
                    </a:lnTo>
                    <a:lnTo>
                      <a:pt x="60" y="194"/>
                    </a:lnTo>
                    <a:lnTo>
                      <a:pt x="56" y="194"/>
                    </a:lnTo>
                    <a:lnTo>
                      <a:pt x="54" y="190"/>
                    </a:lnTo>
                    <a:lnTo>
                      <a:pt x="54" y="186"/>
                    </a:lnTo>
                    <a:lnTo>
                      <a:pt x="54" y="182"/>
                    </a:lnTo>
                    <a:lnTo>
                      <a:pt x="50" y="178"/>
                    </a:lnTo>
                    <a:lnTo>
                      <a:pt x="50" y="174"/>
                    </a:lnTo>
                    <a:lnTo>
                      <a:pt x="46" y="172"/>
                    </a:lnTo>
                    <a:lnTo>
                      <a:pt x="46" y="168"/>
                    </a:lnTo>
                    <a:lnTo>
                      <a:pt x="46" y="164"/>
                    </a:lnTo>
                    <a:lnTo>
                      <a:pt x="42" y="160"/>
                    </a:lnTo>
                    <a:lnTo>
                      <a:pt x="42" y="156"/>
                    </a:lnTo>
                    <a:lnTo>
                      <a:pt x="42" y="152"/>
                    </a:lnTo>
                    <a:lnTo>
                      <a:pt x="38" y="152"/>
                    </a:lnTo>
                    <a:lnTo>
                      <a:pt x="38" y="148"/>
                    </a:lnTo>
                    <a:lnTo>
                      <a:pt x="38" y="144"/>
                    </a:lnTo>
                    <a:lnTo>
                      <a:pt x="34" y="142"/>
                    </a:lnTo>
                    <a:lnTo>
                      <a:pt x="38" y="142"/>
                    </a:lnTo>
                    <a:lnTo>
                      <a:pt x="34" y="138"/>
                    </a:lnTo>
                    <a:lnTo>
                      <a:pt x="34" y="134"/>
                    </a:lnTo>
                    <a:lnTo>
                      <a:pt x="30" y="134"/>
                    </a:lnTo>
                    <a:lnTo>
                      <a:pt x="30" y="130"/>
                    </a:lnTo>
                    <a:lnTo>
                      <a:pt x="26" y="130"/>
                    </a:lnTo>
                    <a:lnTo>
                      <a:pt x="26" y="126"/>
                    </a:lnTo>
                    <a:lnTo>
                      <a:pt x="26" y="122"/>
                    </a:lnTo>
                    <a:lnTo>
                      <a:pt x="26" y="118"/>
                    </a:lnTo>
                    <a:lnTo>
                      <a:pt x="24" y="118"/>
                    </a:lnTo>
                    <a:lnTo>
                      <a:pt x="24" y="114"/>
                    </a:lnTo>
                    <a:lnTo>
                      <a:pt x="20" y="114"/>
                    </a:lnTo>
                    <a:lnTo>
                      <a:pt x="20" y="112"/>
                    </a:lnTo>
                    <a:lnTo>
                      <a:pt x="16" y="112"/>
                    </a:lnTo>
                    <a:lnTo>
                      <a:pt x="16" y="108"/>
                    </a:lnTo>
                    <a:lnTo>
                      <a:pt x="12" y="108"/>
                    </a:lnTo>
                    <a:lnTo>
                      <a:pt x="12" y="104"/>
                    </a:lnTo>
                    <a:lnTo>
                      <a:pt x="8" y="104"/>
                    </a:lnTo>
                    <a:lnTo>
                      <a:pt x="4" y="104"/>
                    </a:lnTo>
                    <a:lnTo>
                      <a:pt x="4" y="100"/>
                    </a:lnTo>
                    <a:lnTo>
                      <a:pt x="4" y="96"/>
                    </a:lnTo>
                    <a:lnTo>
                      <a:pt x="8" y="96"/>
                    </a:lnTo>
                    <a:lnTo>
                      <a:pt x="8" y="92"/>
                    </a:lnTo>
                    <a:lnTo>
                      <a:pt x="8" y="88"/>
                    </a:lnTo>
                    <a:lnTo>
                      <a:pt x="4" y="88"/>
                    </a:lnTo>
                    <a:lnTo>
                      <a:pt x="4" y="86"/>
                    </a:lnTo>
                    <a:lnTo>
                      <a:pt x="4" y="82"/>
                    </a:lnTo>
                    <a:lnTo>
                      <a:pt x="0" y="78"/>
                    </a:lnTo>
                    <a:lnTo>
                      <a:pt x="0" y="74"/>
                    </a:lnTo>
                    <a:lnTo>
                      <a:pt x="4" y="74"/>
                    </a:lnTo>
                    <a:lnTo>
                      <a:pt x="4" y="70"/>
                    </a:lnTo>
                    <a:lnTo>
                      <a:pt x="4" y="66"/>
                    </a:lnTo>
                    <a:lnTo>
                      <a:pt x="8" y="66"/>
                    </a:lnTo>
                    <a:lnTo>
                      <a:pt x="8" y="62"/>
                    </a:lnTo>
                    <a:lnTo>
                      <a:pt x="12" y="58"/>
                    </a:lnTo>
                    <a:lnTo>
                      <a:pt x="16" y="58"/>
                    </a:lnTo>
                    <a:lnTo>
                      <a:pt x="16" y="56"/>
                    </a:lnTo>
                    <a:lnTo>
                      <a:pt x="20" y="58"/>
                    </a:lnTo>
                    <a:lnTo>
                      <a:pt x="20" y="62"/>
                    </a:lnTo>
                    <a:lnTo>
                      <a:pt x="16" y="66"/>
                    </a:lnTo>
                    <a:lnTo>
                      <a:pt x="16" y="70"/>
                    </a:lnTo>
                    <a:lnTo>
                      <a:pt x="16" y="74"/>
                    </a:lnTo>
                    <a:lnTo>
                      <a:pt x="20" y="74"/>
                    </a:lnTo>
                    <a:lnTo>
                      <a:pt x="20" y="70"/>
                    </a:lnTo>
                    <a:lnTo>
                      <a:pt x="20" y="74"/>
                    </a:lnTo>
                    <a:lnTo>
                      <a:pt x="24" y="74"/>
                    </a:lnTo>
                    <a:lnTo>
                      <a:pt x="26" y="74"/>
                    </a:lnTo>
                    <a:lnTo>
                      <a:pt x="26" y="78"/>
                    </a:lnTo>
                    <a:lnTo>
                      <a:pt x="30" y="78"/>
                    </a:lnTo>
                    <a:lnTo>
                      <a:pt x="30" y="82"/>
                    </a:lnTo>
                    <a:lnTo>
                      <a:pt x="34" y="82"/>
                    </a:lnTo>
                    <a:lnTo>
                      <a:pt x="38" y="78"/>
                    </a:lnTo>
                    <a:lnTo>
                      <a:pt x="38" y="74"/>
                    </a:lnTo>
                    <a:lnTo>
                      <a:pt x="42" y="74"/>
                    </a:lnTo>
                    <a:lnTo>
                      <a:pt x="38" y="74"/>
                    </a:lnTo>
                    <a:lnTo>
                      <a:pt x="38" y="70"/>
                    </a:lnTo>
                    <a:lnTo>
                      <a:pt x="42" y="70"/>
                    </a:lnTo>
                    <a:lnTo>
                      <a:pt x="42" y="66"/>
                    </a:lnTo>
                    <a:lnTo>
                      <a:pt x="42" y="62"/>
                    </a:lnTo>
                    <a:lnTo>
                      <a:pt x="46" y="62"/>
                    </a:lnTo>
                    <a:lnTo>
                      <a:pt x="46" y="58"/>
                    </a:lnTo>
                    <a:lnTo>
                      <a:pt x="46" y="56"/>
                    </a:lnTo>
                    <a:lnTo>
                      <a:pt x="46" y="58"/>
                    </a:lnTo>
                    <a:lnTo>
                      <a:pt x="46" y="56"/>
                    </a:lnTo>
                    <a:lnTo>
                      <a:pt x="50" y="56"/>
                    </a:lnTo>
                    <a:lnTo>
                      <a:pt x="50" y="52"/>
                    </a:lnTo>
                    <a:lnTo>
                      <a:pt x="50" y="48"/>
                    </a:lnTo>
                    <a:lnTo>
                      <a:pt x="54" y="48"/>
                    </a:lnTo>
                    <a:lnTo>
                      <a:pt x="56" y="48"/>
                    </a:lnTo>
                    <a:lnTo>
                      <a:pt x="60" y="44"/>
                    </a:lnTo>
                    <a:lnTo>
                      <a:pt x="64" y="44"/>
                    </a:lnTo>
                    <a:lnTo>
                      <a:pt x="68" y="42"/>
                    </a:lnTo>
                    <a:lnTo>
                      <a:pt x="72" y="38"/>
                    </a:lnTo>
                    <a:lnTo>
                      <a:pt x="76" y="34"/>
                    </a:lnTo>
                    <a:lnTo>
                      <a:pt x="80" y="34"/>
                    </a:lnTo>
                    <a:lnTo>
                      <a:pt x="80" y="30"/>
                    </a:lnTo>
                    <a:lnTo>
                      <a:pt x="82" y="26"/>
                    </a:lnTo>
                    <a:lnTo>
                      <a:pt x="82" y="22"/>
                    </a:lnTo>
                    <a:lnTo>
                      <a:pt x="86" y="18"/>
                    </a:lnTo>
                    <a:lnTo>
                      <a:pt x="86" y="16"/>
                    </a:lnTo>
                    <a:lnTo>
                      <a:pt x="90" y="16"/>
                    </a:lnTo>
                    <a:lnTo>
                      <a:pt x="86" y="12"/>
                    </a:lnTo>
                    <a:lnTo>
                      <a:pt x="86" y="8"/>
                    </a:lnTo>
                    <a:lnTo>
                      <a:pt x="86" y="4"/>
                    </a:lnTo>
                    <a:lnTo>
                      <a:pt x="82" y="0"/>
                    </a:lnTo>
                    <a:lnTo>
                      <a:pt x="86" y="0"/>
                    </a:lnTo>
                    <a:lnTo>
                      <a:pt x="90" y="0"/>
                    </a:lnTo>
                    <a:lnTo>
                      <a:pt x="94" y="0"/>
                    </a:lnTo>
                    <a:lnTo>
                      <a:pt x="94" y="4"/>
                    </a:lnTo>
                    <a:lnTo>
                      <a:pt x="94" y="0"/>
                    </a:lnTo>
                    <a:lnTo>
                      <a:pt x="94" y="4"/>
                    </a:lnTo>
                    <a:lnTo>
                      <a:pt x="98" y="4"/>
                    </a:lnTo>
                    <a:lnTo>
                      <a:pt x="102" y="8"/>
                    </a:lnTo>
                    <a:lnTo>
                      <a:pt x="102" y="12"/>
                    </a:lnTo>
                    <a:lnTo>
                      <a:pt x="102" y="16"/>
                    </a:lnTo>
                    <a:lnTo>
                      <a:pt x="106" y="16"/>
                    </a:lnTo>
                    <a:lnTo>
                      <a:pt x="110" y="18"/>
                    </a:lnTo>
                    <a:lnTo>
                      <a:pt x="112" y="22"/>
                    </a:lnTo>
                    <a:lnTo>
                      <a:pt x="112" y="26"/>
                    </a:lnTo>
                    <a:lnTo>
                      <a:pt x="112" y="30"/>
                    </a:lnTo>
                    <a:lnTo>
                      <a:pt x="116" y="30"/>
                    </a:lnTo>
                    <a:lnTo>
                      <a:pt x="120" y="30"/>
                    </a:lnTo>
                    <a:lnTo>
                      <a:pt x="120" y="34"/>
                    </a:lnTo>
                    <a:lnTo>
                      <a:pt x="120" y="38"/>
                    </a:lnTo>
                    <a:lnTo>
                      <a:pt x="116" y="38"/>
                    </a:lnTo>
                    <a:lnTo>
                      <a:pt x="120" y="38"/>
                    </a:lnTo>
                    <a:lnTo>
                      <a:pt x="120" y="42"/>
                    </a:lnTo>
                    <a:lnTo>
                      <a:pt x="120" y="38"/>
                    </a:lnTo>
                    <a:lnTo>
                      <a:pt x="120" y="42"/>
                    </a:lnTo>
                    <a:lnTo>
                      <a:pt x="124" y="42"/>
                    </a:lnTo>
                    <a:lnTo>
                      <a:pt x="128" y="42"/>
                    </a:lnTo>
                    <a:lnTo>
                      <a:pt x="132" y="42"/>
                    </a:lnTo>
                    <a:lnTo>
                      <a:pt x="136" y="42"/>
                    </a:lnTo>
                    <a:lnTo>
                      <a:pt x="136" y="38"/>
                    </a:lnTo>
                    <a:lnTo>
                      <a:pt x="140" y="34"/>
                    </a:lnTo>
                    <a:lnTo>
                      <a:pt x="140" y="38"/>
                    </a:lnTo>
                    <a:lnTo>
                      <a:pt x="142" y="38"/>
                    </a:lnTo>
                    <a:lnTo>
                      <a:pt x="146" y="38"/>
                    </a:lnTo>
                    <a:lnTo>
                      <a:pt x="150" y="38"/>
                    </a:lnTo>
                    <a:lnTo>
                      <a:pt x="154" y="38"/>
                    </a:lnTo>
                    <a:lnTo>
                      <a:pt x="154" y="42"/>
                    </a:lnTo>
                    <a:lnTo>
                      <a:pt x="158" y="42"/>
                    </a:lnTo>
                    <a:lnTo>
                      <a:pt x="162" y="42"/>
                    </a:lnTo>
                    <a:lnTo>
                      <a:pt x="162" y="44"/>
                    </a:lnTo>
                    <a:lnTo>
                      <a:pt x="158" y="56"/>
                    </a:lnTo>
                    <a:lnTo>
                      <a:pt x="154" y="58"/>
                    </a:lnTo>
                    <a:lnTo>
                      <a:pt x="154" y="62"/>
                    </a:lnTo>
                    <a:lnTo>
                      <a:pt x="158" y="62"/>
                    </a:lnTo>
                    <a:lnTo>
                      <a:pt x="162" y="66"/>
                    </a:lnTo>
                    <a:lnTo>
                      <a:pt x="162" y="70"/>
                    </a:lnTo>
                    <a:lnTo>
                      <a:pt x="166" y="70"/>
                    </a:lnTo>
                    <a:lnTo>
                      <a:pt x="162" y="70"/>
                    </a:lnTo>
                    <a:lnTo>
                      <a:pt x="158" y="70"/>
                    </a:lnTo>
                    <a:lnTo>
                      <a:pt x="158" y="66"/>
                    </a:lnTo>
                    <a:lnTo>
                      <a:pt x="158" y="70"/>
                    </a:lnTo>
                    <a:lnTo>
                      <a:pt x="154" y="70"/>
                    </a:lnTo>
                    <a:lnTo>
                      <a:pt x="150" y="70"/>
                    </a:lnTo>
                    <a:lnTo>
                      <a:pt x="150" y="74"/>
                    </a:lnTo>
                    <a:lnTo>
                      <a:pt x="146" y="74"/>
                    </a:lnTo>
                    <a:lnTo>
                      <a:pt x="146" y="70"/>
                    </a:lnTo>
                    <a:lnTo>
                      <a:pt x="142" y="74"/>
                    </a:lnTo>
                    <a:lnTo>
                      <a:pt x="140" y="74"/>
                    </a:lnTo>
                    <a:lnTo>
                      <a:pt x="136" y="74"/>
                    </a:lnTo>
                    <a:lnTo>
                      <a:pt x="136" y="78"/>
                    </a:lnTo>
                    <a:lnTo>
                      <a:pt x="132" y="78"/>
                    </a:lnTo>
                    <a:lnTo>
                      <a:pt x="128" y="78"/>
                    </a:lnTo>
                    <a:lnTo>
                      <a:pt x="128" y="82"/>
                    </a:lnTo>
                    <a:lnTo>
                      <a:pt x="124" y="86"/>
                    </a:lnTo>
                    <a:lnTo>
                      <a:pt x="120" y="86"/>
                    </a:lnTo>
                    <a:lnTo>
                      <a:pt x="120" y="88"/>
                    </a:lnTo>
                    <a:lnTo>
                      <a:pt x="120" y="92"/>
                    </a:lnTo>
                    <a:lnTo>
                      <a:pt x="120" y="96"/>
                    </a:lnTo>
                    <a:lnTo>
                      <a:pt x="116" y="96"/>
                    </a:lnTo>
                    <a:lnTo>
                      <a:pt x="116" y="100"/>
                    </a:lnTo>
                    <a:lnTo>
                      <a:pt x="116" y="104"/>
                    </a:lnTo>
                    <a:lnTo>
                      <a:pt x="120" y="108"/>
                    </a:lnTo>
                    <a:lnTo>
                      <a:pt x="116" y="108"/>
                    </a:lnTo>
                    <a:lnTo>
                      <a:pt x="116" y="112"/>
                    </a:lnTo>
                    <a:lnTo>
                      <a:pt x="112" y="112"/>
                    </a:lnTo>
                    <a:lnTo>
                      <a:pt x="110" y="114"/>
                    </a:lnTo>
                    <a:lnTo>
                      <a:pt x="110" y="118"/>
                    </a:lnTo>
                    <a:lnTo>
                      <a:pt x="110" y="122"/>
                    </a:lnTo>
                    <a:lnTo>
                      <a:pt x="106" y="122"/>
                    </a:lnTo>
                    <a:lnTo>
                      <a:pt x="106" y="126"/>
                    </a:lnTo>
                    <a:lnTo>
                      <a:pt x="110" y="130"/>
                    </a:lnTo>
                    <a:lnTo>
                      <a:pt x="110" y="134"/>
                    </a:lnTo>
                    <a:lnTo>
                      <a:pt x="112" y="134"/>
                    </a:lnTo>
                    <a:lnTo>
                      <a:pt x="112" y="138"/>
                    </a:lnTo>
                    <a:lnTo>
                      <a:pt x="112" y="142"/>
                    </a:lnTo>
                    <a:lnTo>
                      <a:pt x="116" y="144"/>
                    </a:lnTo>
                    <a:lnTo>
                      <a:pt x="116" y="148"/>
                    </a:lnTo>
                    <a:lnTo>
                      <a:pt x="120" y="148"/>
                    </a:lnTo>
                    <a:lnTo>
                      <a:pt x="120" y="152"/>
                    </a:lnTo>
                    <a:lnTo>
                      <a:pt x="120" y="156"/>
                    </a:lnTo>
                    <a:lnTo>
                      <a:pt x="116" y="156"/>
                    </a:lnTo>
                    <a:lnTo>
                      <a:pt x="116" y="160"/>
                    </a:lnTo>
                    <a:lnTo>
                      <a:pt x="120" y="160"/>
                    </a:lnTo>
                    <a:lnTo>
                      <a:pt x="124" y="160"/>
                    </a:lnTo>
                    <a:lnTo>
                      <a:pt x="128" y="160"/>
                    </a:lnTo>
                    <a:lnTo>
                      <a:pt x="132" y="160"/>
                    </a:lnTo>
                    <a:lnTo>
                      <a:pt x="132" y="164"/>
                    </a:lnTo>
                    <a:lnTo>
                      <a:pt x="132" y="168"/>
                    </a:lnTo>
                    <a:lnTo>
                      <a:pt x="136" y="168"/>
                    </a:lnTo>
                    <a:lnTo>
                      <a:pt x="140" y="168"/>
                    </a:lnTo>
                    <a:lnTo>
                      <a:pt x="142" y="168"/>
                    </a:lnTo>
                    <a:lnTo>
                      <a:pt x="146" y="168"/>
                    </a:lnTo>
                    <a:lnTo>
                      <a:pt x="150" y="168"/>
                    </a:lnTo>
                    <a:lnTo>
                      <a:pt x="150" y="164"/>
                    </a:lnTo>
                    <a:lnTo>
                      <a:pt x="154" y="160"/>
                    </a:lnTo>
                    <a:lnTo>
                      <a:pt x="154" y="164"/>
                    </a:lnTo>
                    <a:lnTo>
                      <a:pt x="154" y="168"/>
                    </a:lnTo>
                    <a:lnTo>
                      <a:pt x="154" y="172"/>
                    </a:lnTo>
                    <a:lnTo>
                      <a:pt x="154" y="174"/>
                    </a:lnTo>
                    <a:lnTo>
                      <a:pt x="154" y="178"/>
                    </a:lnTo>
                    <a:lnTo>
                      <a:pt x="154" y="182"/>
                    </a:lnTo>
                    <a:lnTo>
                      <a:pt x="154" y="186"/>
                    </a:lnTo>
                    <a:lnTo>
                      <a:pt x="158" y="186"/>
                    </a:lnTo>
                    <a:lnTo>
                      <a:pt x="162" y="186"/>
                    </a:lnTo>
                    <a:lnTo>
                      <a:pt x="166" y="186"/>
                    </a:lnTo>
                    <a:lnTo>
                      <a:pt x="168" y="186"/>
                    </a:lnTo>
                    <a:lnTo>
                      <a:pt x="172" y="190"/>
                    </a:lnTo>
                    <a:lnTo>
                      <a:pt x="172" y="194"/>
                    </a:lnTo>
                    <a:lnTo>
                      <a:pt x="172" y="198"/>
                    </a:lnTo>
                    <a:lnTo>
                      <a:pt x="176" y="200"/>
                    </a:lnTo>
                    <a:lnTo>
                      <a:pt x="176" y="204"/>
                    </a:lnTo>
                    <a:lnTo>
                      <a:pt x="180" y="204"/>
                    </a:lnTo>
                    <a:lnTo>
                      <a:pt x="180" y="208"/>
                    </a:lnTo>
                    <a:lnTo>
                      <a:pt x="180" y="212"/>
                    </a:lnTo>
                    <a:lnTo>
                      <a:pt x="180" y="216"/>
                    </a:lnTo>
                    <a:lnTo>
                      <a:pt x="176" y="216"/>
                    </a:lnTo>
                    <a:lnTo>
                      <a:pt x="176" y="220"/>
                    </a:lnTo>
                    <a:lnTo>
                      <a:pt x="176" y="224"/>
                    </a:lnTo>
                    <a:lnTo>
                      <a:pt x="176" y="228"/>
                    </a:lnTo>
                    <a:lnTo>
                      <a:pt x="176" y="230"/>
                    </a:lnTo>
                    <a:lnTo>
                      <a:pt x="176" y="234"/>
                    </a:lnTo>
                    <a:lnTo>
                      <a:pt x="176" y="238"/>
                    </a:lnTo>
                    <a:lnTo>
                      <a:pt x="180" y="238"/>
                    </a:lnTo>
                    <a:lnTo>
                      <a:pt x="180" y="242"/>
                    </a:lnTo>
                    <a:lnTo>
                      <a:pt x="176" y="242"/>
                    </a:lnTo>
                    <a:lnTo>
                      <a:pt x="176" y="246"/>
                    </a:lnTo>
                    <a:lnTo>
                      <a:pt x="172" y="250"/>
                    </a:lnTo>
                    <a:lnTo>
                      <a:pt x="172" y="254"/>
                    </a:lnTo>
                    <a:lnTo>
                      <a:pt x="172" y="256"/>
                    </a:lnTo>
                    <a:lnTo>
                      <a:pt x="176" y="256"/>
                    </a:lnTo>
                    <a:lnTo>
                      <a:pt x="176" y="260"/>
                    </a:lnTo>
                    <a:lnTo>
                      <a:pt x="172" y="260"/>
                    </a:lnTo>
                    <a:lnTo>
                      <a:pt x="172" y="264"/>
                    </a:lnTo>
                    <a:lnTo>
                      <a:pt x="172" y="268"/>
                    </a:lnTo>
                    <a:lnTo>
                      <a:pt x="172" y="276"/>
                    </a:lnTo>
                    <a:lnTo>
                      <a:pt x="176" y="276"/>
                    </a:lnTo>
                    <a:lnTo>
                      <a:pt x="180" y="280"/>
                    </a:lnTo>
                    <a:lnTo>
                      <a:pt x="176" y="280"/>
                    </a:lnTo>
                    <a:lnTo>
                      <a:pt x="176" y="284"/>
                    </a:lnTo>
                    <a:lnTo>
                      <a:pt x="176" y="286"/>
                    </a:lnTo>
                    <a:lnTo>
                      <a:pt x="172" y="286"/>
                    </a:lnTo>
                    <a:lnTo>
                      <a:pt x="172" y="290"/>
                    </a:lnTo>
                    <a:lnTo>
                      <a:pt x="168" y="290"/>
                    </a:lnTo>
                    <a:lnTo>
                      <a:pt x="168" y="294"/>
                    </a:lnTo>
                    <a:lnTo>
                      <a:pt x="168" y="298"/>
                    </a:lnTo>
                    <a:lnTo>
                      <a:pt x="168" y="298"/>
                    </a:lnTo>
                    <a:lnTo>
                      <a:pt x="168" y="2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3" name="Freeform 187"/>
              <p:cNvSpPr>
                <a:spLocks/>
              </p:cNvSpPr>
              <p:nvPr/>
            </p:nvSpPr>
            <p:spPr bwMode="gray">
              <a:xfrm>
                <a:off x="3373748" y="4342299"/>
                <a:ext cx="97399" cy="121748"/>
              </a:xfrm>
              <a:custGeom>
                <a:avLst/>
                <a:gdLst>
                  <a:gd name="T0" fmla="*/ 42 w 56"/>
                  <a:gd name="T1" fmla="*/ 4 h 70"/>
                  <a:gd name="T2" fmla="*/ 42 w 56"/>
                  <a:gd name="T3" fmla="*/ 4 h 70"/>
                  <a:gd name="T4" fmla="*/ 42 w 56"/>
                  <a:gd name="T5" fmla="*/ 0 h 70"/>
                  <a:gd name="T6" fmla="*/ 46 w 56"/>
                  <a:gd name="T7" fmla="*/ 0 h 70"/>
                  <a:gd name="T8" fmla="*/ 52 w 56"/>
                  <a:gd name="T9" fmla="*/ 4 h 70"/>
                  <a:gd name="T10" fmla="*/ 56 w 56"/>
                  <a:gd name="T11" fmla="*/ 4 h 70"/>
                  <a:gd name="T12" fmla="*/ 56 w 56"/>
                  <a:gd name="T13" fmla="*/ 6 h 70"/>
                  <a:gd name="T14" fmla="*/ 52 w 56"/>
                  <a:gd name="T15" fmla="*/ 10 h 70"/>
                  <a:gd name="T16" fmla="*/ 52 w 56"/>
                  <a:gd name="T17" fmla="*/ 10 h 70"/>
                  <a:gd name="T18" fmla="*/ 52 w 56"/>
                  <a:gd name="T19" fmla="*/ 14 h 70"/>
                  <a:gd name="T20" fmla="*/ 48 w 56"/>
                  <a:gd name="T21" fmla="*/ 22 h 70"/>
                  <a:gd name="T22" fmla="*/ 48 w 56"/>
                  <a:gd name="T23" fmla="*/ 26 h 70"/>
                  <a:gd name="T24" fmla="*/ 48 w 56"/>
                  <a:gd name="T25" fmla="*/ 26 h 70"/>
                  <a:gd name="T26" fmla="*/ 52 w 56"/>
                  <a:gd name="T27" fmla="*/ 34 h 70"/>
                  <a:gd name="T28" fmla="*/ 56 w 56"/>
                  <a:gd name="T29" fmla="*/ 40 h 70"/>
                  <a:gd name="T30" fmla="*/ 56 w 56"/>
                  <a:gd name="T31" fmla="*/ 44 h 70"/>
                  <a:gd name="T32" fmla="*/ 52 w 56"/>
                  <a:gd name="T33" fmla="*/ 48 h 70"/>
                  <a:gd name="T34" fmla="*/ 52 w 56"/>
                  <a:gd name="T35" fmla="*/ 56 h 70"/>
                  <a:gd name="T36" fmla="*/ 52 w 56"/>
                  <a:gd name="T37" fmla="*/ 56 h 70"/>
                  <a:gd name="T38" fmla="*/ 48 w 56"/>
                  <a:gd name="T39" fmla="*/ 60 h 70"/>
                  <a:gd name="T40" fmla="*/ 46 w 56"/>
                  <a:gd name="T41" fmla="*/ 64 h 70"/>
                  <a:gd name="T42" fmla="*/ 46 w 56"/>
                  <a:gd name="T43" fmla="*/ 60 h 70"/>
                  <a:gd name="T44" fmla="*/ 46 w 56"/>
                  <a:gd name="T45" fmla="*/ 60 h 70"/>
                  <a:gd name="T46" fmla="*/ 34 w 56"/>
                  <a:gd name="T47" fmla="*/ 60 h 70"/>
                  <a:gd name="T48" fmla="*/ 30 w 56"/>
                  <a:gd name="T49" fmla="*/ 60 h 70"/>
                  <a:gd name="T50" fmla="*/ 26 w 56"/>
                  <a:gd name="T51" fmla="*/ 60 h 70"/>
                  <a:gd name="T52" fmla="*/ 30 w 56"/>
                  <a:gd name="T53" fmla="*/ 66 h 70"/>
                  <a:gd name="T54" fmla="*/ 30 w 56"/>
                  <a:gd name="T55" fmla="*/ 70 h 70"/>
                  <a:gd name="T56" fmla="*/ 26 w 56"/>
                  <a:gd name="T57" fmla="*/ 70 h 70"/>
                  <a:gd name="T58" fmla="*/ 22 w 56"/>
                  <a:gd name="T59" fmla="*/ 70 h 70"/>
                  <a:gd name="T60" fmla="*/ 18 w 56"/>
                  <a:gd name="T61" fmla="*/ 66 h 70"/>
                  <a:gd name="T62" fmla="*/ 14 w 56"/>
                  <a:gd name="T63" fmla="*/ 60 h 70"/>
                  <a:gd name="T64" fmla="*/ 12 w 56"/>
                  <a:gd name="T65" fmla="*/ 52 h 70"/>
                  <a:gd name="T66" fmla="*/ 12 w 56"/>
                  <a:gd name="T67" fmla="*/ 48 h 70"/>
                  <a:gd name="T68" fmla="*/ 12 w 56"/>
                  <a:gd name="T69" fmla="*/ 44 h 70"/>
                  <a:gd name="T70" fmla="*/ 4 w 56"/>
                  <a:gd name="T71" fmla="*/ 44 h 70"/>
                  <a:gd name="T72" fmla="*/ 4 w 56"/>
                  <a:gd name="T73" fmla="*/ 40 h 70"/>
                  <a:gd name="T74" fmla="*/ 4 w 56"/>
                  <a:gd name="T75" fmla="*/ 40 h 70"/>
                  <a:gd name="T76" fmla="*/ 0 w 56"/>
                  <a:gd name="T77" fmla="*/ 36 h 70"/>
                  <a:gd name="T78" fmla="*/ 0 w 56"/>
                  <a:gd name="T79" fmla="*/ 36 h 70"/>
                  <a:gd name="T80" fmla="*/ 0 w 56"/>
                  <a:gd name="T81" fmla="*/ 30 h 70"/>
                  <a:gd name="T82" fmla="*/ 0 w 56"/>
                  <a:gd name="T83" fmla="*/ 30 h 70"/>
                  <a:gd name="T84" fmla="*/ 0 w 56"/>
                  <a:gd name="T85" fmla="*/ 22 h 70"/>
                  <a:gd name="T86" fmla="*/ 0 w 56"/>
                  <a:gd name="T87" fmla="*/ 22 h 70"/>
                  <a:gd name="T88" fmla="*/ 4 w 56"/>
                  <a:gd name="T89" fmla="*/ 18 h 70"/>
                  <a:gd name="T90" fmla="*/ 8 w 56"/>
                  <a:gd name="T91" fmla="*/ 18 h 70"/>
                  <a:gd name="T92" fmla="*/ 12 w 56"/>
                  <a:gd name="T93" fmla="*/ 14 h 70"/>
                  <a:gd name="T94" fmla="*/ 12 w 56"/>
                  <a:gd name="T95" fmla="*/ 14 h 70"/>
                  <a:gd name="T96" fmla="*/ 8 w 56"/>
                  <a:gd name="T97" fmla="*/ 10 h 70"/>
                  <a:gd name="T98" fmla="*/ 12 w 56"/>
                  <a:gd name="T99" fmla="*/ 6 h 70"/>
                  <a:gd name="T100" fmla="*/ 12 w 56"/>
                  <a:gd name="T101" fmla="*/ 4 h 70"/>
                  <a:gd name="T102" fmla="*/ 18 w 56"/>
                  <a:gd name="T103" fmla="*/ 0 h 70"/>
                  <a:gd name="T104" fmla="*/ 26 w 56"/>
                  <a:gd name="T105" fmla="*/ 0 h 70"/>
                  <a:gd name="T106" fmla="*/ 30 w 56"/>
                  <a:gd name="T107" fmla="*/ 4 h 70"/>
                  <a:gd name="T108" fmla="*/ 30 w 56"/>
                  <a:gd name="T109" fmla="*/ 4 h 70"/>
                  <a:gd name="T110" fmla="*/ 30 w 56"/>
                  <a:gd name="T111" fmla="*/ 0 h 70"/>
                  <a:gd name="T112" fmla="*/ 38 w 56"/>
                  <a:gd name="T113" fmla="*/ 0 h 70"/>
                  <a:gd name="T114" fmla="*/ 38 w 56"/>
                  <a:gd name="T115" fmla="*/ 0 h 70"/>
                  <a:gd name="T116" fmla="*/ 42 w 56"/>
                  <a:gd name="T117" fmla="*/ 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6" h="70">
                    <a:moveTo>
                      <a:pt x="42" y="4"/>
                    </a:moveTo>
                    <a:lnTo>
                      <a:pt x="42" y="4"/>
                    </a:lnTo>
                    <a:lnTo>
                      <a:pt x="42" y="4"/>
                    </a:lnTo>
                    <a:lnTo>
                      <a:pt x="42" y="4"/>
                    </a:lnTo>
                    <a:lnTo>
                      <a:pt x="46" y="4"/>
                    </a:lnTo>
                    <a:lnTo>
                      <a:pt x="46" y="4"/>
                    </a:lnTo>
                    <a:lnTo>
                      <a:pt x="42" y="4"/>
                    </a:lnTo>
                    <a:lnTo>
                      <a:pt x="42" y="4"/>
                    </a:lnTo>
                    <a:lnTo>
                      <a:pt x="42" y="0"/>
                    </a:lnTo>
                    <a:lnTo>
                      <a:pt x="42" y="0"/>
                    </a:lnTo>
                    <a:lnTo>
                      <a:pt x="42" y="0"/>
                    </a:lnTo>
                    <a:lnTo>
                      <a:pt x="42" y="0"/>
                    </a:lnTo>
                    <a:lnTo>
                      <a:pt x="42" y="0"/>
                    </a:lnTo>
                    <a:lnTo>
                      <a:pt x="46" y="0"/>
                    </a:lnTo>
                    <a:lnTo>
                      <a:pt x="46" y="0"/>
                    </a:lnTo>
                    <a:lnTo>
                      <a:pt x="46" y="0"/>
                    </a:lnTo>
                    <a:lnTo>
                      <a:pt x="48" y="0"/>
                    </a:lnTo>
                    <a:lnTo>
                      <a:pt x="52" y="0"/>
                    </a:lnTo>
                    <a:lnTo>
                      <a:pt x="52" y="0"/>
                    </a:lnTo>
                    <a:lnTo>
                      <a:pt x="52" y="4"/>
                    </a:lnTo>
                    <a:lnTo>
                      <a:pt x="52" y="4"/>
                    </a:lnTo>
                    <a:lnTo>
                      <a:pt x="56" y="4"/>
                    </a:lnTo>
                    <a:lnTo>
                      <a:pt x="56" y="4"/>
                    </a:lnTo>
                    <a:lnTo>
                      <a:pt x="56" y="4"/>
                    </a:lnTo>
                    <a:lnTo>
                      <a:pt x="56" y="6"/>
                    </a:lnTo>
                    <a:lnTo>
                      <a:pt x="56" y="6"/>
                    </a:lnTo>
                    <a:lnTo>
                      <a:pt x="56" y="6"/>
                    </a:lnTo>
                    <a:lnTo>
                      <a:pt x="56" y="6"/>
                    </a:lnTo>
                    <a:lnTo>
                      <a:pt x="56" y="6"/>
                    </a:lnTo>
                    <a:lnTo>
                      <a:pt x="56" y="10"/>
                    </a:lnTo>
                    <a:lnTo>
                      <a:pt x="56" y="10"/>
                    </a:lnTo>
                    <a:lnTo>
                      <a:pt x="52" y="10"/>
                    </a:lnTo>
                    <a:lnTo>
                      <a:pt x="52" y="10"/>
                    </a:lnTo>
                    <a:lnTo>
                      <a:pt x="52" y="10"/>
                    </a:lnTo>
                    <a:lnTo>
                      <a:pt x="52" y="10"/>
                    </a:lnTo>
                    <a:lnTo>
                      <a:pt x="52" y="10"/>
                    </a:lnTo>
                    <a:lnTo>
                      <a:pt x="52" y="14"/>
                    </a:lnTo>
                    <a:lnTo>
                      <a:pt x="52" y="14"/>
                    </a:lnTo>
                    <a:lnTo>
                      <a:pt x="52" y="14"/>
                    </a:lnTo>
                    <a:lnTo>
                      <a:pt x="52" y="14"/>
                    </a:lnTo>
                    <a:lnTo>
                      <a:pt x="48" y="14"/>
                    </a:lnTo>
                    <a:lnTo>
                      <a:pt x="48" y="18"/>
                    </a:lnTo>
                    <a:lnTo>
                      <a:pt x="48" y="18"/>
                    </a:lnTo>
                    <a:lnTo>
                      <a:pt x="48" y="22"/>
                    </a:lnTo>
                    <a:lnTo>
                      <a:pt x="48" y="22"/>
                    </a:lnTo>
                    <a:lnTo>
                      <a:pt x="48" y="22"/>
                    </a:lnTo>
                    <a:lnTo>
                      <a:pt x="48" y="22"/>
                    </a:lnTo>
                    <a:lnTo>
                      <a:pt x="48" y="26"/>
                    </a:lnTo>
                    <a:lnTo>
                      <a:pt x="48" y="26"/>
                    </a:lnTo>
                    <a:lnTo>
                      <a:pt x="48" y="26"/>
                    </a:lnTo>
                    <a:lnTo>
                      <a:pt x="48" y="26"/>
                    </a:lnTo>
                    <a:lnTo>
                      <a:pt x="48" y="26"/>
                    </a:lnTo>
                    <a:lnTo>
                      <a:pt x="52" y="30"/>
                    </a:lnTo>
                    <a:lnTo>
                      <a:pt x="52" y="30"/>
                    </a:lnTo>
                    <a:lnTo>
                      <a:pt x="52" y="34"/>
                    </a:lnTo>
                    <a:lnTo>
                      <a:pt x="52" y="34"/>
                    </a:lnTo>
                    <a:lnTo>
                      <a:pt x="52" y="36"/>
                    </a:lnTo>
                    <a:lnTo>
                      <a:pt x="56" y="36"/>
                    </a:lnTo>
                    <a:lnTo>
                      <a:pt x="56" y="36"/>
                    </a:lnTo>
                    <a:lnTo>
                      <a:pt x="56" y="40"/>
                    </a:lnTo>
                    <a:lnTo>
                      <a:pt x="56" y="40"/>
                    </a:lnTo>
                    <a:lnTo>
                      <a:pt x="56" y="44"/>
                    </a:lnTo>
                    <a:lnTo>
                      <a:pt x="56" y="44"/>
                    </a:lnTo>
                    <a:lnTo>
                      <a:pt x="56" y="44"/>
                    </a:lnTo>
                    <a:lnTo>
                      <a:pt x="56" y="44"/>
                    </a:lnTo>
                    <a:lnTo>
                      <a:pt x="52" y="48"/>
                    </a:lnTo>
                    <a:lnTo>
                      <a:pt x="52" y="48"/>
                    </a:lnTo>
                    <a:lnTo>
                      <a:pt x="52" y="48"/>
                    </a:lnTo>
                    <a:lnTo>
                      <a:pt x="52" y="48"/>
                    </a:lnTo>
                    <a:lnTo>
                      <a:pt x="52" y="52"/>
                    </a:lnTo>
                    <a:lnTo>
                      <a:pt x="52" y="52"/>
                    </a:lnTo>
                    <a:lnTo>
                      <a:pt x="52" y="56"/>
                    </a:lnTo>
                    <a:lnTo>
                      <a:pt x="52" y="56"/>
                    </a:lnTo>
                    <a:lnTo>
                      <a:pt x="52" y="56"/>
                    </a:lnTo>
                    <a:lnTo>
                      <a:pt x="52" y="56"/>
                    </a:lnTo>
                    <a:lnTo>
                      <a:pt x="52" y="56"/>
                    </a:lnTo>
                    <a:lnTo>
                      <a:pt x="52" y="60"/>
                    </a:lnTo>
                    <a:lnTo>
                      <a:pt x="52" y="60"/>
                    </a:lnTo>
                    <a:lnTo>
                      <a:pt x="52" y="60"/>
                    </a:lnTo>
                    <a:lnTo>
                      <a:pt x="48" y="60"/>
                    </a:lnTo>
                    <a:lnTo>
                      <a:pt x="48" y="64"/>
                    </a:lnTo>
                    <a:lnTo>
                      <a:pt x="48" y="64"/>
                    </a:lnTo>
                    <a:lnTo>
                      <a:pt x="48" y="64"/>
                    </a:lnTo>
                    <a:lnTo>
                      <a:pt x="46" y="64"/>
                    </a:lnTo>
                    <a:lnTo>
                      <a:pt x="46" y="64"/>
                    </a:lnTo>
                    <a:lnTo>
                      <a:pt x="46" y="64"/>
                    </a:lnTo>
                    <a:lnTo>
                      <a:pt x="46" y="60"/>
                    </a:lnTo>
                    <a:lnTo>
                      <a:pt x="46" y="60"/>
                    </a:lnTo>
                    <a:lnTo>
                      <a:pt x="46" y="60"/>
                    </a:lnTo>
                    <a:lnTo>
                      <a:pt x="46" y="60"/>
                    </a:lnTo>
                    <a:lnTo>
                      <a:pt x="46" y="60"/>
                    </a:lnTo>
                    <a:lnTo>
                      <a:pt x="46" y="60"/>
                    </a:lnTo>
                    <a:lnTo>
                      <a:pt x="42" y="60"/>
                    </a:lnTo>
                    <a:lnTo>
                      <a:pt x="42" y="60"/>
                    </a:lnTo>
                    <a:lnTo>
                      <a:pt x="42" y="60"/>
                    </a:lnTo>
                    <a:lnTo>
                      <a:pt x="34" y="60"/>
                    </a:lnTo>
                    <a:lnTo>
                      <a:pt x="34" y="64"/>
                    </a:lnTo>
                    <a:lnTo>
                      <a:pt x="30" y="60"/>
                    </a:lnTo>
                    <a:lnTo>
                      <a:pt x="30" y="60"/>
                    </a:lnTo>
                    <a:lnTo>
                      <a:pt x="30" y="60"/>
                    </a:lnTo>
                    <a:lnTo>
                      <a:pt x="30" y="60"/>
                    </a:lnTo>
                    <a:lnTo>
                      <a:pt x="30" y="60"/>
                    </a:lnTo>
                    <a:lnTo>
                      <a:pt x="30" y="60"/>
                    </a:lnTo>
                    <a:lnTo>
                      <a:pt x="26" y="60"/>
                    </a:lnTo>
                    <a:lnTo>
                      <a:pt x="26" y="64"/>
                    </a:lnTo>
                    <a:lnTo>
                      <a:pt x="26" y="64"/>
                    </a:lnTo>
                    <a:lnTo>
                      <a:pt x="26" y="64"/>
                    </a:lnTo>
                    <a:lnTo>
                      <a:pt x="30" y="66"/>
                    </a:lnTo>
                    <a:lnTo>
                      <a:pt x="30" y="70"/>
                    </a:lnTo>
                    <a:lnTo>
                      <a:pt x="30" y="70"/>
                    </a:lnTo>
                    <a:lnTo>
                      <a:pt x="30" y="70"/>
                    </a:lnTo>
                    <a:lnTo>
                      <a:pt x="30" y="70"/>
                    </a:lnTo>
                    <a:lnTo>
                      <a:pt x="26" y="70"/>
                    </a:lnTo>
                    <a:lnTo>
                      <a:pt x="26" y="70"/>
                    </a:lnTo>
                    <a:lnTo>
                      <a:pt x="26" y="70"/>
                    </a:lnTo>
                    <a:lnTo>
                      <a:pt x="26" y="70"/>
                    </a:lnTo>
                    <a:lnTo>
                      <a:pt x="22" y="70"/>
                    </a:lnTo>
                    <a:lnTo>
                      <a:pt x="22" y="70"/>
                    </a:lnTo>
                    <a:lnTo>
                      <a:pt x="22" y="70"/>
                    </a:lnTo>
                    <a:lnTo>
                      <a:pt x="22" y="70"/>
                    </a:lnTo>
                    <a:lnTo>
                      <a:pt x="18" y="66"/>
                    </a:lnTo>
                    <a:lnTo>
                      <a:pt x="18" y="66"/>
                    </a:lnTo>
                    <a:lnTo>
                      <a:pt x="18" y="66"/>
                    </a:lnTo>
                    <a:lnTo>
                      <a:pt x="18" y="66"/>
                    </a:lnTo>
                    <a:lnTo>
                      <a:pt x="18" y="66"/>
                    </a:lnTo>
                    <a:lnTo>
                      <a:pt x="14" y="64"/>
                    </a:lnTo>
                    <a:lnTo>
                      <a:pt x="14" y="64"/>
                    </a:lnTo>
                    <a:lnTo>
                      <a:pt x="14" y="60"/>
                    </a:lnTo>
                    <a:lnTo>
                      <a:pt x="14" y="60"/>
                    </a:lnTo>
                    <a:lnTo>
                      <a:pt x="12" y="56"/>
                    </a:lnTo>
                    <a:lnTo>
                      <a:pt x="12" y="56"/>
                    </a:lnTo>
                    <a:lnTo>
                      <a:pt x="12" y="52"/>
                    </a:lnTo>
                    <a:lnTo>
                      <a:pt x="12" y="52"/>
                    </a:lnTo>
                    <a:lnTo>
                      <a:pt x="12" y="52"/>
                    </a:lnTo>
                    <a:lnTo>
                      <a:pt x="12" y="48"/>
                    </a:lnTo>
                    <a:lnTo>
                      <a:pt x="12" y="48"/>
                    </a:lnTo>
                    <a:lnTo>
                      <a:pt x="12" y="48"/>
                    </a:lnTo>
                    <a:lnTo>
                      <a:pt x="12" y="48"/>
                    </a:lnTo>
                    <a:lnTo>
                      <a:pt x="12" y="48"/>
                    </a:lnTo>
                    <a:lnTo>
                      <a:pt x="12" y="44"/>
                    </a:lnTo>
                    <a:lnTo>
                      <a:pt x="12" y="44"/>
                    </a:lnTo>
                    <a:lnTo>
                      <a:pt x="8" y="44"/>
                    </a:lnTo>
                    <a:lnTo>
                      <a:pt x="8" y="44"/>
                    </a:lnTo>
                    <a:lnTo>
                      <a:pt x="4" y="44"/>
                    </a:lnTo>
                    <a:lnTo>
                      <a:pt x="4" y="44"/>
                    </a:lnTo>
                    <a:lnTo>
                      <a:pt x="4" y="44"/>
                    </a:lnTo>
                    <a:lnTo>
                      <a:pt x="4" y="44"/>
                    </a:lnTo>
                    <a:lnTo>
                      <a:pt x="4" y="40"/>
                    </a:lnTo>
                    <a:lnTo>
                      <a:pt x="4" y="40"/>
                    </a:lnTo>
                    <a:lnTo>
                      <a:pt x="4" y="40"/>
                    </a:lnTo>
                    <a:lnTo>
                      <a:pt x="4" y="40"/>
                    </a:lnTo>
                    <a:lnTo>
                      <a:pt x="4" y="40"/>
                    </a:lnTo>
                    <a:lnTo>
                      <a:pt x="4" y="40"/>
                    </a:lnTo>
                    <a:lnTo>
                      <a:pt x="0" y="40"/>
                    </a:lnTo>
                    <a:lnTo>
                      <a:pt x="0" y="36"/>
                    </a:lnTo>
                    <a:lnTo>
                      <a:pt x="0" y="36"/>
                    </a:lnTo>
                    <a:lnTo>
                      <a:pt x="0" y="36"/>
                    </a:lnTo>
                    <a:lnTo>
                      <a:pt x="0" y="36"/>
                    </a:lnTo>
                    <a:lnTo>
                      <a:pt x="0" y="36"/>
                    </a:lnTo>
                    <a:lnTo>
                      <a:pt x="0" y="36"/>
                    </a:lnTo>
                    <a:lnTo>
                      <a:pt x="0" y="34"/>
                    </a:lnTo>
                    <a:lnTo>
                      <a:pt x="0" y="34"/>
                    </a:lnTo>
                    <a:lnTo>
                      <a:pt x="0" y="34"/>
                    </a:lnTo>
                    <a:lnTo>
                      <a:pt x="0" y="30"/>
                    </a:lnTo>
                    <a:lnTo>
                      <a:pt x="0" y="30"/>
                    </a:lnTo>
                    <a:lnTo>
                      <a:pt x="0" y="30"/>
                    </a:lnTo>
                    <a:lnTo>
                      <a:pt x="0" y="30"/>
                    </a:lnTo>
                    <a:lnTo>
                      <a:pt x="0" y="30"/>
                    </a:lnTo>
                    <a:lnTo>
                      <a:pt x="0" y="30"/>
                    </a:lnTo>
                    <a:lnTo>
                      <a:pt x="0" y="30"/>
                    </a:lnTo>
                    <a:lnTo>
                      <a:pt x="0" y="26"/>
                    </a:lnTo>
                    <a:lnTo>
                      <a:pt x="0" y="22"/>
                    </a:lnTo>
                    <a:lnTo>
                      <a:pt x="4" y="22"/>
                    </a:lnTo>
                    <a:lnTo>
                      <a:pt x="0" y="22"/>
                    </a:lnTo>
                    <a:lnTo>
                      <a:pt x="0" y="22"/>
                    </a:lnTo>
                    <a:lnTo>
                      <a:pt x="0" y="22"/>
                    </a:lnTo>
                    <a:lnTo>
                      <a:pt x="0" y="18"/>
                    </a:lnTo>
                    <a:lnTo>
                      <a:pt x="0" y="18"/>
                    </a:lnTo>
                    <a:lnTo>
                      <a:pt x="4" y="18"/>
                    </a:lnTo>
                    <a:lnTo>
                      <a:pt x="4" y="18"/>
                    </a:lnTo>
                    <a:lnTo>
                      <a:pt x="4" y="18"/>
                    </a:lnTo>
                    <a:lnTo>
                      <a:pt x="4" y="18"/>
                    </a:lnTo>
                    <a:lnTo>
                      <a:pt x="8" y="18"/>
                    </a:lnTo>
                    <a:lnTo>
                      <a:pt x="8" y="18"/>
                    </a:lnTo>
                    <a:lnTo>
                      <a:pt x="8" y="14"/>
                    </a:lnTo>
                    <a:lnTo>
                      <a:pt x="8" y="14"/>
                    </a:lnTo>
                    <a:lnTo>
                      <a:pt x="12" y="14"/>
                    </a:lnTo>
                    <a:lnTo>
                      <a:pt x="12" y="14"/>
                    </a:lnTo>
                    <a:lnTo>
                      <a:pt x="12" y="14"/>
                    </a:lnTo>
                    <a:lnTo>
                      <a:pt x="12" y="14"/>
                    </a:lnTo>
                    <a:lnTo>
                      <a:pt x="12" y="14"/>
                    </a:lnTo>
                    <a:lnTo>
                      <a:pt x="12" y="14"/>
                    </a:lnTo>
                    <a:lnTo>
                      <a:pt x="12" y="10"/>
                    </a:lnTo>
                    <a:lnTo>
                      <a:pt x="12" y="14"/>
                    </a:lnTo>
                    <a:lnTo>
                      <a:pt x="12" y="14"/>
                    </a:lnTo>
                    <a:lnTo>
                      <a:pt x="8" y="10"/>
                    </a:lnTo>
                    <a:lnTo>
                      <a:pt x="12" y="10"/>
                    </a:lnTo>
                    <a:lnTo>
                      <a:pt x="12" y="10"/>
                    </a:lnTo>
                    <a:lnTo>
                      <a:pt x="12" y="6"/>
                    </a:lnTo>
                    <a:lnTo>
                      <a:pt x="12" y="6"/>
                    </a:lnTo>
                    <a:lnTo>
                      <a:pt x="12" y="6"/>
                    </a:lnTo>
                    <a:lnTo>
                      <a:pt x="12" y="4"/>
                    </a:lnTo>
                    <a:lnTo>
                      <a:pt x="12" y="4"/>
                    </a:lnTo>
                    <a:lnTo>
                      <a:pt x="12" y="4"/>
                    </a:lnTo>
                    <a:lnTo>
                      <a:pt x="12" y="0"/>
                    </a:lnTo>
                    <a:lnTo>
                      <a:pt x="14" y="0"/>
                    </a:lnTo>
                    <a:lnTo>
                      <a:pt x="14" y="0"/>
                    </a:lnTo>
                    <a:lnTo>
                      <a:pt x="18" y="0"/>
                    </a:lnTo>
                    <a:lnTo>
                      <a:pt x="18" y="0"/>
                    </a:lnTo>
                    <a:lnTo>
                      <a:pt x="18" y="0"/>
                    </a:lnTo>
                    <a:lnTo>
                      <a:pt x="22" y="0"/>
                    </a:lnTo>
                    <a:lnTo>
                      <a:pt x="26" y="0"/>
                    </a:lnTo>
                    <a:lnTo>
                      <a:pt x="26" y="4"/>
                    </a:lnTo>
                    <a:lnTo>
                      <a:pt x="30" y="4"/>
                    </a:lnTo>
                    <a:lnTo>
                      <a:pt x="30" y="4"/>
                    </a:lnTo>
                    <a:lnTo>
                      <a:pt x="30" y="4"/>
                    </a:lnTo>
                    <a:lnTo>
                      <a:pt x="30" y="4"/>
                    </a:lnTo>
                    <a:lnTo>
                      <a:pt x="30" y="4"/>
                    </a:lnTo>
                    <a:lnTo>
                      <a:pt x="30" y="4"/>
                    </a:lnTo>
                    <a:lnTo>
                      <a:pt x="30" y="4"/>
                    </a:lnTo>
                    <a:lnTo>
                      <a:pt x="30" y="4"/>
                    </a:lnTo>
                    <a:lnTo>
                      <a:pt x="30" y="0"/>
                    </a:lnTo>
                    <a:lnTo>
                      <a:pt x="30" y="0"/>
                    </a:lnTo>
                    <a:lnTo>
                      <a:pt x="30" y="0"/>
                    </a:lnTo>
                    <a:lnTo>
                      <a:pt x="34" y="0"/>
                    </a:lnTo>
                    <a:lnTo>
                      <a:pt x="34" y="0"/>
                    </a:lnTo>
                    <a:lnTo>
                      <a:pt x="38" y="0"/>
                    </a:lnTo>
                    <a:lnTo>
                      <a:pt x="38" y="0"/>
                    </a:lnTo>
                    <a:lnTo>
                      <a:pt x="38" y="0"/>
                    </a:lnTo>
                    <a:lnTo>
                      <a:pt x="38" y="0"/>
                    </a:lnTo>
                    <a:lnTo>
                      <a:pt x="38" y="0"/>
                    </a:lnTo>
                    <a:lnTo>
                      <a:pt x="38" y="0"/>
                    </a:lnTo>
                    <a:lnTo>
                      <a:pt x="42" y="0"/>
                    </a:lnTo>
                    <a:lnTo>
                      <a:pt x="42" y="4"/>
                    </a:lnTo>
                    <a:lnTo>
                      <a:pt x="42" y="4"/>
                    </a:lnTo>
                    <a:lnTo>
                      <a:pt x="42" y="4"/>
                    </a:lnTo>
                    <a:lnTo>
                      <a:pt x="42" y="4"/>
                    </a:lnTo>
                    <a:lnTo>
                      <a:pt x="42"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4" name="Freeform 188"/>
              <p:cNvSpPr>
                <a:spLocks/>
              </p:cNvSpPr>
              <p:nvPr/>
            </p:nvSpPr>
            <p:spPr bwMode="gray">
              <a:xfrm>
                <a:off x="3359834" y="5438033"/>
                <a:ext cx="135663" cy="156533"/>
              </a:xfrm>
              <a:custGeom>
                <a:avLst/>
                <a:gdLst>
                  <a:gd name="T0" fmla="*/ 4 w 78"/>
                  <a:gd name="T1" fmla="*/ 60 h 90"/>
                  <a:gd name="T2" fmla="*/ 4 w 78"/>
                  <a:gd name="T3" fmla="*/ 56 h 90"/>
                  <a:gd name="T4" fmla="*/ 4 w 78"/>
                  <a:gd name="T5" fmla="*/ 56 h 90"/>
                  <a:gd name="T6" fmla="*/ 8 w 78"/>
                  <a:gd name="T7" fmla="*/ 48 h 90"/>
                  <a:gd name="T8" fmla="*/ 4 w 78"/>
                  <a:gd name="T9" fmla="*/ 48 h 90"/>
                  <a:gd name="T10" fmla="*/ 4 w 78"/>
                  <a:gd name="T11" fmla="*/ 40 h 90"/>
                  <a:gd name="T12" fmla="*/ 4 w 78"/>
                  <a:gd name="T13" fmla="*/ 40 h 90"/>
                  <a:gd name="T14" fmla="*/ 4 w 78"/>
                  <a:gd name="T15" fmla="*/ 36 h 90"/>
                  <a:gd name="T16" fmla="*/ 4 w 78"/>
                  <a:gd name="T17" fmla="*/ 34 h 90"/>
                  <a:gd name="T18" fmla="*/ 4 w 78"/>
                  <a:gd name="T19" fmla="*/ 30 h 90"/>
                  <a:gd name="T20" fmla="*/ 8 w 78"/>
                  <a:gd name="T21" fmla="*/ 26 h 90"/>
                  <a:gd name="T22" fmla="*/ 8 w 78"/>
                  <a:gd name="T23" fmla="*/ 22 h 90"/>
                  <a:gd name="T24" fmla="*/ 8 w 78"/>
                  <a:gd name="T25" fmla="*/ 14 h 90"/>
                  <a:gd name="T26" fmla="*/ 12 w 78"/>
                  <a:gd name="T27" fmla="*/ 10 h 90"/>
                  <a:gd name="T28" fmla="*/ 8 w 78"/>
                  <a:gd name="T29" fmla="*/ 6 h 90"/>
                  <a:gd name="T30" fmla="*/ 12 w 78"/>
                  <a:gd name="T31" fmla="*/ 2 h 90"/>
                  <a:gd name="T32" fmla="*/ 16 w 78"/>
                  <a:gd name="T33" fmla="*/ 0 h 90"/>
                  <a:gd name="T34" fmla="*/ 16 w 78"/>
                  <a:gd name="T35" fmla="*/ 2 h 90"/>
                  <a:gd name="T36" fmla="*/ 18 w 78"/>
                  <a:gd name="T37" fmla="*/ 2 h 90"/>
                  <a:gd name="T38" fmla="*/ 18 w 78"/>
                  <a:gd name="T39" fmla="*/ 0 h 90"/>
                  <a:gd name="T40" fmla="*/ 22 w 78"/>
                  <a:gd name="T41" fmla="*/ 0 h 90"/>
                  <a:gd name="T42" fmla="*/ 26 w 78"/>
                  <a:gd name="T43" fmla="*/ 2 h 90"/>
                  <a:gd name="T44" fmla="*/ 34 w 78"/>
                  <a:gd name="T45" fmla="*/ 6 h 90"/>
                  <a:gd name="T46" fmla="*/ 38 w 78"/>
                  <a:gd name="T47" fmla="*/ 14 h 90"/>
                  <a:gd name="T48" fmla="*/ 38 w 78"/>
                  <a:gd name="T49" fmla="*/ 14 h 90"/>
                  <a:gd name="T50" fmla="*/ 42 w 78"/>
                  <a:gd name="T51" fmla="*/ 14 h 90"/>
                  <a:gd name="T52" fmla="*/ 46 w 78"/>
                  <a:gd name="T53" fmla="*/ 14 h 90"/>
                  <a:gd name="T54" fmla="*/ 48 w 78"/>
                  <a:gd name="T55" fmla="*/ 22 h 90"/>
                  <a:gd name="T56" fmla="*/ 52 w 78"/>
                  <a:gd name="T57" fmla="*/ 22 h 90"/>
                  <a:gd name="T58" fmla="*/ 52 w 78"/>
                  <a:gd name="T59" fmla="*/ 22 h 90"/>
                  <a:gd name="T60" fmla="*/ 60 w 78"/>
                  <a:gd name="T61" fmla="*/ 30 h 90"/>
                  <a:gd name="T62" fmla="*/ 64 w 78"/>
                  <a:gd name="T63" fmla="*/ 30 h 90"/>
                  <a:gd name="T64" fmla="*/ 68 w 78"/>
                  <a:gd name="T65" fmla="*/ 36 h 90"/>
                  <a:gd name="T66" fmla="*/ 72 w 78"/>
                  <a:gd name="T67" fmla="*/ 40 h 90"/>
                  <a:gd name="T68" fmla="*/ 76 w 78"/>
                  <a:gd name="T69" fmla="*/ 44 h 90"/>
                  <a:gd name="T70" fmla="*/ 76 w 78"/>
                  <a:gd name="T71" fmla="*/ 48 h 90"/>
                  <a:gd name="T72" fmla="*/ 72 w 78"/>
                  <a:gd name="T73" fmla="*/ 52 h 90"/>
                  <a:gd name="T74" fmla="*/ 72 w 78"/>
                  <a:gd name="T75" fmla="*/ 56 h 90"/>
                  <a:gd name="T76" fmla="*/ 72 w 78"/>
                  <a:gd name="T77" fmla="*/ 60 h 90"/>
                  <a:gd name="T78" fmla="*/ 72 w 78"/>
                  <a:gd name="T79" fmla="*/ 64 h 90"/>
                  <a:gd name="T80" fmla="*/ 72 w 78"/>
                  <a:gd name="T81" fmla="*/ 66 h 90"/>
                  <a:gd name="T82" fmla="*/ 72 w 78"/>
                  <a:gd name="T83" fmla="*/ 66 h 90"/>
                  <a:gd name="T84" fmla="*/ 72 w 78"/>
                  <a:gd name="T85" fmla="*/ 70 h 90"/>
                  <a:gd name="T86" fmla="*/ 68 w 78"/>
                  <a:gd name="T87" fmla="*/ 78 h 90"/>
                  <a:gd name="T88" fmla="*/ 64 w 78"/>
                  <a:gd name="T89" fmla="*/ 82 h 90"/>
                  <a:gd name="T90" fmla="*/ 60 w 78"/>
                  <a:gd name="T91" fmla="*/ 82 h 90"/>
                  <a:gd name="T92" fmla="*/ 60 w 78"/>
                  <a:gd name="T93" fmla="*/ 82 h 90"/>
                  <a:gd name="T94" fmla="*/ 52 w 78"/>
                  <a:gd name="T95" fmla="*/ 86 h 90"/>
                  <a:gd name="T96" fmla="*/ 48 w 78"/>
                  <a:gd name="T97" fmla="*/ 86 h 90"/>
                  <a:gd name="T98" fmla="*/ 46 w 78"/>
                  <a:gd name="T99" fmla="*/ 90 h 90"/>
                  <a:gd name="T100" fmla="*/ 46 w 78"/>
                  <a:gd name="T101" fmla="*/ 86 h 90"/>
                  <a:gd name="T102" fmla="*/ 38 w 78"/>
                  <a:gd name="T103" fmla="*/ 86 h 90"/>
                  <a:gd name="T104" fmla="*/ 34 w 78"/>
                  <a:gd name="T105" fmla="*/ 86 h 90"/>
                  <a:gd name="T106" fmla="*/ 30 w 78"/>
                  <a:gd name="T107" fmla="*/ 86 h 90"/>
                  <a:gd name="T108" fmla="*/ 22 w 78"/>
                  <a:gd name="T109" fmla="*/ 82 h 90"/>
                  <a:gd name="T110" fmla="*/ 16 w 78"/>
                  <a:gd name="T111" fmla="*/ 78 h 90"/>
                  <a:gd name="T112" fmla="*/ 8 w 78"/>
                  <a:gd name="T113" fmla="*/ 78 h 90"/>
                  <a:gd name="T114" fmla="*/ 4 w 78"/>
                  <a:gd name="T115" fmla="*/ 74 h 90"/>
                  <a:gd name="T116" fmla="*/ 4 w 78"/>
                  <a:gd name="T117" fmla="*/ 70 h 90"/>
                  <a:gd name="T118" fmla="*/ 0 w 78"/>
                  <a:gd name="T119" fmla="*/ 64 h 90"/>
                  <a:gd name="T120" fmla="*/ 0 w 78"/>
                  <a:gd name="T121" fmla="*/ 6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8" h="90">
                    <a:moveTo>
                      <a:pt x="0" y="60"/>
                    </a:moveTo>
                    <a:lnTo>
                      <a:pt x="0" y="60"/>
                    </a:lnTo>
                    <a:lnTo>
                      <a:pt x="0" y="60"/>
                    </a:lnTo>
                    <a:lnTo>
                      <a:pt x="0" y="60"/>
                    </a:lnTo>
                    <a:lnTo>
                      <a:pt x="4" y="60"/>
                    </a:lnTo>
                    <a:lnTo>
                      <a:pt x="4" y="56"/>
                    </a:lnTo>
                    <a:lnTo>
                      <a:pt x="4" y="56"/>
                    </a:lnTo>
                    <a:lnTo>
                      <a:pt x="4" y="56"/>
                    </a:lnTo>
                    <a:lnTo>
                      <a:pt x="4" y="56"/>
                    </a:lnTo>
                    <a:lnTo>
                      <a:pt x="4" y="56"/>
                    </a:lnTo>
                    <a:lnTo>
                      <a:pt x="4" y="56"/>
                    </a:lnTo>
                    <a:lnTo>
                      <a:pt x="4" y="56"/>
                    </a:lnTo>
                    <a:lnTo>
                      <a:pt x="4" y="56"/>
                    </a:lnTo>
                    <a:lnTo>
                      <a:pt x="4" y="56"/>
                    </a:lnTo>
                    <a:lnTo>
                      <a:pt x="4" y="56"/>
                    </a:lnTo>
                    <a:lnTo>
                      <a:pt x="4" y="56"/>
                    </a:lnTo>
                    <a:lnTo>
                      <a:pt x="4" y="52"/>
                    </a:lnTo>
                    <a:lnTo>
                      <a:pt x="8" y="52"/>
                    </a:lnTo>
                    <a:lnTo>
                      <a:pt x="8" y="52"/>
                    </a:lnTo>
                    <a:lnTo>
                      <a:pt x="8" y="48"/>
                    </a:lnTo>
                    <a:lnTo>
                      <a:pt x="8" y="48"/>
                    </a:lnTo>
                    <a:lnTo>
                      <a:pt x="8" y="48"/>
                    </a:lnTo>
                    <a:lnTo>
                      <a:pt x="4" y="48"/>
                    </a:lnTo>
                    <a:lnTo>
                      <a:pt x="4" y="48"/>
                    </a:lnTo>
                    <a:lnTo>
                      <a:pt x="4" y="48"/>
                    </a:lnTo>
                    <a:lnTo>
                      <a:pt x="4" y="48"/>
                    </a:lnTo>
                    <a:lnTo>
                      <a:pt x="4" y="48"/>
                    </a:lnTo>
                    <a:lnTo>
                      <a:pt x="4" y="44"/>
                    </a:lnTo>
                    <a:lnTo>
                      <a:pt x="4" y="44"/>
                    </a:lnTo>
                    <a:lnTo>
                      <a:pt x="4" y="40"/>
                    </a:lnTo>
                    <a:lnTo>
                      <a:pt x="4" y="40"/>
                    </a:lnTo>
                    <a:lnTo>
                      <a:pt x="4" y="40"/>
                    </a:lnTo>
                    <a:lnTo>
                      <a:pt x="4" y="40"/>
                    </a:lnTo>
                    <a:lnTo>
                      <a:pt x="4" y="40"/>
                    </a:lnTo>
                    <a:lnTo>
                      <a:pt x="4" y="40"/>
                    </a:lnTo>
                    <a:lnTo>
                      <a:pt x="8" y="40"/>
                    </a:lnTo>
                    <a:lnTo>
                      <a:pt x="8" y="36"/>
                    </a:lnTo>
                    <a:lnTo>
                      <a:pt x="8" y="36"/>
                    </a:lnTo>
                    <a:lnTo>
                      <a:pt x="4" y="36"/>
                    </a:lnTo>
                    <a:lnTo>
                      <a:pt x="4" y="36"/>
                    </a:lnTo>
                    <a:lnTo>
                      <a:pt x="4" y="36"/>
                    </a:lnTo>
                    <a:lnTo>
                      <a:pt x="4" y="36"/>
                    </a:lnTo>
                    <a:lnTo>
                      <a:pt x="4" y="36"/>
                    </a:lnTo>
                    <a:lnTo>
                      <a:pt x="4" y="34"/>
                    </a:lnTo>
                    <a:lnTo>
                      <a:pt x="4" y="34"/>
                    </a:lnTo>
                    <a:lnTo>
                      <a:pt x="4" y="34"/>
                    </a:lnTo>
                    <a:lnTo>
                      <a:pt x="4" y="30"/>
                    </a:lnTo>
                    <a:lnTo>
                      <a:pt x="4" y="30"/>
                    </a:lnTo>
                    <a:lnTo>
                      <a:pt x="4" y="30"/>
                    </a:lnTo>
                    <a:lnTo>
                      <a:pt x="4" y="30"/>
                    </a:lnTo>
                    <a:lnTo>
                      <a:pt x="8" y="30"/>
                    </a:lnTo>
                    <a:lnTo>
                      <a:pt x="8" y="30"/>
                    </a:lnTo>
                    <a:lnTo>
                      <a:pt x="8" y="30"/>
                    </a:lnTo>
                    <a:lnTo>
                      <a:pt x="8" y="26"/>
                    </a:lnTo>
                    <a:lnTo>
                      <a:pt x="8" y="26"/>
                    </a:lnTo>
                    <a:lnTo>
                      <a:pt x="8" y="26"/>
                    </a:lnTo>
                    <a:lnTo>
                      <a:pt x="8" y="26"/>
                    </a:lnTo>
                    <a:lnTo>
                      <a:pt x="8" y="26"/>
                    </a:lnTo>
                    <a:lnTo>
                      <a:pt x="8" y="26"/>
                    </a:lnTo>
                    <a:lnTo>
                      <a:pt x="8" y="22"/>
                    </a:lnTo>
                    <a:lnTo>
                      <a:pt x="8" y="22"/>
                    </a:lnTo>
                    <a:lnTo>
                      <a:pt x="8" y="22"/>
                    </a:lnTo>
                    <a:lnTo>
                      <a:pt x="8" y="22"/>
                    </a:lnTo>
                    <a:lnTo>
                      <a:pt x="8" y="18"/>
                    </a:lnTo>
                    <a:lnTo>
                      <a:pt x="8" y="14"/>
                    </a:lnTo>
                    <a:lnTo>
                      <a:pt x="12" y="10"/>
                    </a:lnTo>
                    <a:lnTo>
                      <a:pt x="12" y="10"/>
                    </a:lnTo>
                    <a:lnTo>
                      <a:pt x="12" y="10"/>
                    </a:lnTo>
                    <a:lnTo>
                      <a:pt x="12" y="10"/>
                    </a:lnTo>
                    <a:lnTo>
                      <a:pt x="12" y="10"/>
                    </a:lnTo>
                    <a:lnTo>
                      <a:pt x="12" y="10"/>
                    </a:lnTo>
                    <a:lnTo>
                      <a:pt x="8" y="6"/>
                    </a:lnTo>
                    <a:lnTo>
                      <a:pt x="8" y="6"/>
                    </a:lnTo>
                    <a:lnTo>
                      <a:pt x="8" y="6"/>
                    </a:lnTo>
                    <a:lnTo>
                      <a:pt x="8" y="6"/>
                    </a:lnTo>
                    <a:lnTo>
                      <a:pt x="8" y="6"/>
                    </a:lnTo>
                    <a:lnTo>
                      <a:pt x="8" y="6"/>
                    </a:lnTo>
                    <a:lnTo>
                      <a:pt x="12" y="2"/>
                    </a:lnTo>
                    <a:lnTo>
                      <a:pt x="12" y="2"/>
                    </a:lnTo>
                    <a:lnTo>
                      <a:pt x="12" y="2"/>
                    </a:lnTo>
                    <a:lnTo>
                      <a:pt x="12" y="2"/>
                    </a:lnTo>
                    <a:lnTo>
                      <a:pt x="12" y="2"/>
                    </a:lnTo>
                    <a:lnTo>
                      <a:pt x="12" y="0"/>
                    </a:lnTo>
                    <a:lnTo>
                      <a:pt x="12" y="0"/>
                    </a:lnTo>
                    <a:lnTo>
                      <a:pt x="16" y="0"/>
                    </a:lnTo>
                    <a:lnTo>
                      <a:pt x="16" y="0"/>
                    </a:lnTo>
                    <a:lnTo>
                      <a:pt x="16" y="0"/>
                    </a:lnTo>
                    <a:lnTo>
                      <a:pt x="16" y="0"/>
                    </a:lnTo>
                    <a:lnTo>
                      <a:pt x="16" y="2"/>
                    </a:lnTo>
                    <a:lnTo>
                      <a:pt x="16" y="2"/>
                    </a:lnTo>
                    <a:lnTo>
                      <a:pt x="16" y="0"/>
                    </a:lnTo>
                    <a:lnTo>
                      <a:pt x="16" y="0"/>
                    </a:lnTo>
                    <a:lnTo>
                      <a:pt x="18" y="2"/>
                    </a:lnTo>
                    <a:lnTo>
                      <a:pt x="18" y="2"/>
                    </a:lnTo>
                    <a:lnTo>
                      <a:pt x="18" y="2"/>
                    </a:lnTo>
                    <a:lnTo>
                      <a:pt x="18" y="2"/>
                    </a:lnTo>
                    <a:lnTo>
                      <a:pt x="18" y="2"/>
                    </a:lnTo>
                    <a:lnTo>
                      <a:pt x="18" y="0"/>
                    </a:lnTo>
                    <a:lnTo>
                      <a:pt x="18" y="0"/>
                    </a:lnTo>
                    <a:lnTo>
                      <a:pt x="18" y="0"/>
                    </a:lnTo>
                    <a:lnTo>
                      <a:pt x="18" y="0"/>
                    </a:lnTo>
                    <a:lnTo>
                      <a:pt x="18" y="0"/>
                    </a:lnTo>
                    <a:lnTo>
                      <a:pt x="22" y="0"/>
                    </a:lnTo>
                    <a:lnTo>
                      <a:pt x="22" y="0"/>
                    </a:lnTo>
                    <a:lnTo>
                      <a:pt x="22" y="0"/>
                    </a:lnTo>
                    <a:lnTo>
                      <a:pt x="22" y="0"/>
                    </a:lnTo>
                    <a:lnTo>
                      <a:pt x="26" y="0"/>
                    </a:lnTo>
                    <a:lnTo>
                      <a:pt x="26" y="2"/>
                    </a:lnTo>
                    <a:lnTo>
                      <a:pt x="26" y="2"/>
                    </a:lnTo>
                    <a:lnTo>
                      <a:pt x="26" y="2"/>
                    </a:lnTo>
                    <a:lnTo>
                      <a:pt x="30" y="2"/>
                    </a:lnTo>
                    <a:lnTo>
                      <a:pt x="30" y="2"/>
                    </a:lnTo>
                    <a:lnTo>
                      <a:pt x="30" y="6"/>
                    </a:lnTo>
                    <a:lnTo>
                      <a:pt x="30" y="6"/>
                    </a:lnTo>
                    <a:lnTo>
                      <a:pt x="34" y="6"/>
                    </a:lnTo>
                    <a:lnTo>
                      <a:pt x="34" y="6"/>
                    </a:lnTo>
                    <a:lnTo>
                      <a:pt x="34" y="10"/>
                    </a:lnTo>
                    <a:lnTo>
                      <a:pt x="38" y="10"/>
                    </a:lnTo>
                    <a:lnTo>
                      <a:pt x="38" y="10"/>
                    </a:lnTo>
                    <a:lnTo>
                      <a:pt x="38" y="14"/>
                    </a:lnTo>
                    <a:lnTo>
                      <a:pt x="34" y="14"/>
                    </a:lnTo>
                    <a:lnTo>
                      <a:pt x="34" y="14"/>
                    </a:lnTo>
                    <a:lnTo>
                      <a:pt x="34" y="14"/>
                    </a:lnTo>
                    <a:lnTo>
                      <a:pt x="34" y="14"/>
                    </a:lnTo>
                    <a:lnTo>
                      <a:pt x="38" y="14"/>
                    </a:lnTo>
                    <a:lnTo>
                      <a:pt x="38" y="14"/>
                    </a:lnTo>
                    <a:lnTo>
                      <a:pt x="38" y="14"/>
                    </a:lnTo>
                    <a:lnTo>
                      <a:pt x="38" y="14"/>
                    </a:lnTo>
                    <a:lnTo>
                      <a:pt x="38" y="14"/>
                    </a:lnTo>
                    <a:lnTo>
                      <a:pt x="42" y="14"/>
                    </a:lnTo>
                    <a:lnTo>
                      <a:pt x="42" y="10"/>
                    </a:lnTo>
                    <a:lnTo>
                      <a:pt x="42" y="10"/>
                    </a:lnTo>
                    <a:lnTo>
                      <a:pt x="42" y="10"/>
                    </a:lnTo>
                    <a:lnTo>
                      <a:pt x="42" y="14"/>
                    </a:lnTo>
                    <a:lnTo>
                      <a:pt x="46" y="14"/>
                    </a:lnTo>
                    <a:lnTo>
                      <a:pt x="46" y="14"/>
                    </a:lnTo>
                    <a:lnTo>
                      <a:pt x="46" y="14"/>
                    </a:lnTo>
                    <a:lnTo>
                      <a:pt x="46" y="18"/>
                    </a:lnTo>
                    <a:lnTo>
                      <a:pt x="46" y="18"/>
                    </a:lnTo>
                    <a:lnTo>
                      <a:pt x="48" y="22"/>
                    </a:lnTo>
                    <a:lnTo>
                      <a:pt x="48" y="22"/>
                    </a:lnTo>
                    <a:lnTo>
                      <a:pt x="48" y="22"/>
                    </a:lnTo>
                    <a:lnTo>
                      <a:pt x="52" y="22"/>
                    </a:lnTo>
                    <a:lnTo>
                      <a:pt x="52" y="22"/>
                    </a:lnTo>
                    <a:lnTo>
                      <a:pt x="52" y="22"/>
                    </a:lnTo>
                    <a:lnTo>
                      <a:pt x="52" y="22"/>
                    </a:lnTo>
                    <a:lnTo>
                      <a:pt x="52" y="22"/>
                    </a:lnTo>
                    <a:lnTo>
                      <a:pt x="52" y="22"/>
                    </a:lnTo>
                    <a:lnTo>
                      <a:pt x="52" y="22"/>
                    </a:lnTo>
                    <a:lnTo>
                      <a:pt x="52" y="22"/>
                    </a:lnTo>
                    <a:lnTo>
                      <a:pt x="56" y="22"/>
                    </a:lnTo>
                    <a:lnTo>
                      <a:pt x="56" y="26"/>
                    </a:lnTo>
                    <a:lnTo>
                      <a:pt x="56" y="26"/>
                    </a:lnTo>
                    <a:lnTo>
                      <a:pt x="56" y="26"/>
                    </a:lnTo>
                    <a:lnTo>
                      <a:pt x="60" y="30"/>
                    </a:lnTo>
                    <a:lnTo>
                      <a:pt x="60" y="30"/>
                    </a:lnTo>
                    <a:lnTo>
                      <a:pt x="60" y="30"/>
                    </a:lnTo>
                    <a:lnTo>
                      <a:pt x="60" y="30"/>
                    </a:lnTo>
                    <a:lnTo>
                      <a:pt x="60" y="30"/>
                    </a:lnTo>
                    <a:lnTo>
                      <a:pt x="64" y="30"/>
                    </a:lnTo>
                    <a:lnTo>
                      <a:pt x="64" y="30"/>
                    </a:lnTo>
                    <a:lnTo>
                      <a:pt x="64" y="34"/>
                    </a:lnTo>
                    <a:lnTo>
                      <a:pt x="68" y="34"/>
                    </a:lnTo>
                    <a:lnTo>
                      <a:pt x="68" y="34"/>
                    </a:lnTo>
                    <a:lnTo>
                      <a:pt x="68" y="36"/>
                    </a:lnTo>
                    <a:lnTo>
                      <a:pt x="68" y="36"/>
                    </a:lnTo>
                    <a:lnTo>
                      <a:pt x="68" y="40"/>
                    </a:lnTo>
                    <a:lnTo>
                      <a:pt x="68" y="40"/>
                    </a:lnTo>
                    <a:lnTo>
                      <a:pt x="72" y="40"/>
                    </a:lnTo>
                    <a:lnTo>
                      <a:pt x="72" y="40"/>
                    </a:lnTo>
                    <a:lnTo>
                      <a:pt x="72" y="40"/>
                    </a:lnTo>
                    <a:lnTo>
                      <a:pt x="72" y="40"/>
                    </a:lnTo>
                    <a:lnTo>
                      <a:pt x="72" y="44"/>
                    </a:lnTo>
                    <a:lnTo>
                      <a:pt x="72" y="44"/>
                    </a:lnTo>
                    <a:lnTo>
                      <a:pt x="76" y="44"/>
                    </a:lnTo>
                    <a:lnTo>
                      <a:pt x="76" y="44"/>
                    </a:lnTo>
                    <a:lnTo>
                      <a:pt x="76" y="44"/>
                    </a:lnTo>
                    <a:lnTo>
                      <a:pt x="76" y="44"/>
                    </a:lnTo>
                    <a:lnTo>
                      <a:pt x="78" y="48"/>
                    </a:lnTo>
                    <a:lnTo>
                      <a:pt x="76" y="48"/>
                    </a:lnTo>
                    <a:lnTo>
                      <a:pt x="76" y="48"/>
                    </a:lnTo>
                    <a:lnTo>
                      <a:pt x="76" y="52"/>
                    </a:lnTo>
                    <a:lnTo>
                      <a:pt x="72" y="52"/>
                    </a:lnTo>
                    <a:lnTo>
                      <a:pt x="72" y="52"/>
                    </a:lnTo>
                    <a:lnTo>
                      <a:pt x="72" y="52"/>
                    </a:lnTo>
                    <a:lnTo>
                      <a:pt x="72" y="52"/>
                    </a:lnTo>
                    <a:lnTo>
                      <a:pt x="72" y="56"/>
                    </a:lnTo>
                    <a:lnTo>
                      <a:pt x="72" y="56"/>
                    </a:lnTo>
                    <a:lnTo>
                      <a:pt x="72" y="56"/>
                    </a:lnTo>
                    <a:lnTo>
                      <a:pt x="72" y="56"/>
                    </a:lnTo>
                    <a:lnTo>
                      <a:pt x="72" y="56"/>
                    </a:lnTo>
                    <a:lnTo>
                      <a:pt x="72" y="56"/>
                    </a:lnTo>
                    <a:lnTo>
                      <a:pt x="72" y="56"/>
                    </a:lnTo>
                    <a:lnTo>
                      <a:pt x="72" y="60"/>
                    </a:lnTo>
                    <a:lnTo>
                      <a:pt x="72" y="60"/>
                    </a:lnTo>
                    <a:lnTo>
                      <a:pt x="72" y="60"/>
                    </a:lnTo>
                    <a:lnTo>
                      <a:pt x="72" y="60"/>
                    </a:lnTo>
                    <a:lnTo>
                      <a:pt x="72" y="60"/>
                    </a:lnTo>
                    <a:lnTo>
                      <a:pt x="72" y="64"/>
                    </a:lnTo>
                    <a:lnTo>
                      <a:pt x="72" y="64"/>
                    </a:lnTo>
                    <a:lnTo>
                      <a:pt x="72" y="64"/>
                    </a:lnTo>
                    <a:lnTo>
                      <a:pt x="72" y="64"/>
                    </a:lnTo>
                    <a:lnTo>
                      <a:pt x="72" y="64"/>
                    </a:lnTo>
                    <a:lnTo>
                      <a:pt x="72" y="66"/>
                    </a:lnTo>
                    <a:lnTo>
                      <a:pt x="72" y="66"/>
                    </a:lnTo>
                    <a:lnTo>
                      <a:pt x="72" y="66"/>
                    </a:lnTo>
                    <a:lnTo>
                      <a:pt x="72" y="66"/>
                    </a:lnTo>
                    <a:lnTo>
                      <a:pt x="72" y="66"/>
                    </a:lnTo>
                    <a:lnTo>
                      <a:pt x="72" y="66"/>
                    </a:lnTo>
                    <a:lnTo>
                      <a:pt x="72" y="66"/>
                    </a:lnTo>
                    <a:lnTo>
                      <a:pt x="72" y="66"/>
                    </a:lnTo>
                    <a:lnTo>
                      <a:pt x="72" y="70"/>
                    </a:lnTo>
                    <a:lnTo>
                      <a:pt x="72" y="70"/>
                    </a:lnTo>
                    <a:lnTo>
                      <a:pt x="72" y="70"/>
                    </a:lnTo>
                    <a:lnTo>
                      <a:pt x="72" y="70"/>
                    </a:lnTo>
                    <a:lnTo>
                      <a:pt x="72" y="74"/>
                    </a:lnTo>
                    <a:lnTo>
                      <a:pt x="68" y="74"/>
                    </a:lnTo>
                    <a:lnTo>
                      <a:pt x="68" y="74"/>
                    </a:lnTo>
                    <a:lnTo>
                      <a:pt x="68" y="74"/>
                    </a:lnTo>
                    <a:lnTo>
                      <a:pt x="68" y="78"/>
                    </a:lnTo>
                    <a:lnTo>
                      <a:pt x="68" y="78"/>
                    </a:lnTo>
                    <a:lnTo>
                      <a:pt x="64" y="78"/>
                    </a:lnTo>
                    <a:lnTo>
                      <a:pt x="64" y="78"/>
                    </a:lnTo>
                    <a:lnTo>
                      <a:pt x="64" y="82"/>
                    </a:lnTo>
                    <a:lnTo>
                      <a:pt x="64" y="82"/>
                    </a:lnTo>
                    <a:lnTo>
                      <a:pt x="64" y="82"/>
                    </a:lnTo>
                    <a:lnTo>
                      <a:pt x="64" y="82"/>
                    </a:lnTo>
                    <a:lnTo>
                      <a:pt x="60" y="82"/>
                    </a:lnTo>
                    <a:lnTo>
                      <a:pt x="60" y="82"/>
                    </a:lnTo>
                    <a:lnTo>
                      <a:pt x="60" y="82"/>
                    </a:lnTo>
                    <a:lnTo>
                      <a:pt x="60" y="82"/>
                    </a:lnTo>
                    <a:lnTo>
                      <a:pt x="60" y="82"/>
                    </a:lnTo>
                    <a:lnTo>
                      <a:pt x="60" y="82"/>
                    </a:lnTo>
                    <a:lnTo>
                      <a:pt x="60" y="82"/>
                    </a:lnTo>
                    <a:lnTo>
                      <a:pt x="60" y="82"/>
                    </a:lnTo>
                    <a:lnTo>
                      <a:pt x="60" y="86"/>
                    </a:lnTo>
                    <a:lnTo>
                      <a:pt x="56" y="86"/>
                    </a:lnTo>
                    <a:lnTo>
                      <a:pt x="56" y="86"/>
                    </a:lnTo>
                    <a:lnTo>
                      <a:pt x="56" y="86"/>
                    </a:lnTo>
                    <a:lnTo>
                      <a:pt x="52" y="86"/>
                    </a:lnTo>
                    <a:lnTo>
                      <a:pt x="52" y="86"/>
                    </a:lnTo>
                    <a:lnTo>
                      <a:pt x="52" y="90"/>
                    </a:lnTo>
                    <a:lnTo>
                      <a:pt x="52" y="90"/>
                    </a:lnTo>
                    <a:lnTo>
                      <a:pt x="48" y="90"/>
                    </a:lnTo>
                    <a:lnTo>
                      <a:pt x="48" y="86"/>
                    </a:lnTo>
                    <a:lnTo>
                      <a:pt x="48" y="86"/>
                    </a:lnTo>
                    <a:lnTo>
                      <a:pt x="48" y="86"/>
                    </a:lnTo>
                    <a:lnTo>
                      <a:pt x="48" y="86"/>
                    </a:lnTo>
                    <a:lnTo>
                      <a:pt x="46" y="90"/>
                    </a:lnTo>
                    <a:lnTo>
                      <a:pt x="46" y="90"/>
                    </a:lnTo>
                    <a:lnTo>
                      <a:pt x="46" y="86"/>
                    </a:lnTo>
                    <a:lnTo>
                      <a:pt x="46" y="86"/>
                    </a:lnTo>
                    <a:lnTo>
                      <a:pt x="46" y="86"/>
                    </a:lnTo>
                    <a:lnTo>
                      <a:pt x="46" y="86"/>
                    </a:lnTo>
                    <a:lnTo>
                      <a:pt x="46" y="86"/>
                    </a:lnTo>
                    <a:lnTo>
                      <a:pt x="46" y="86"/>
                    </a:lnTo>
                    <a:lnTo>
                      <a:pt x="42" y="86"/>
                    </a:lnTo>
                    <a:lnTo>
                      <a:pt x="42" y="86"/>
                    </a:lnTo>
                    <a:lnTo>
                      <a:pt x="38" y="86"/>
                    </a:lnTo>
                    <a:lnTo>
                      <a:pt x="38" y="86"/>
                    </a:lnTo>
                    <a:lnTo>
                      <a:pt x="38" y="86"/>
                    </a:lnTo>
                    <a:lnTo>
                      <a:pt x="38" y="86"/>
                    </a:lnTo>
                    <a:lnTo>
                      <a:pt x="38" y="86"/>
                    </a:lnTo>
                    <a:lnTo>
                      <a:pt x="34" y="86"/>
                    </a:lnTo>
                    <a:lnTo>
                      <a:pt x="34" y="86"/>
                    </a:lnTo>
                    <a:lnTo>
                      <a:pt x="34" y="86"/>
                    </a:lnTo>
                    <a:lnTo>
                      <a:pt x="34" y="90"/>
                    </a:lnTo>
                    <a:lnTo>
                      <a:pt x="30" y="90"/>
                    </a:lnTo>
                    <a:lnTo>
                      <a:pt x="30" y="86"/>
                    </a:lnTo>
                    <a:lnTo>
                      <a:pt x="30" y="86"/>
                    </a:lnTo>
                    <a:lnTo>
                      <a:pt x="30" y="86"/>
                    </a:lnTo>
                    <a:lnTo>
                      <a:pt x="30" y="86"/>
                    </a:lnTo>
                    <a:lnTo>
                      <a:pt x="26" y="86"/>
                    </a:lnTo>
                    <a:lnTo>
                      <a:pt x="22" y="82"/>
                    </a:lnTo>
                    <a:lnTo>
                      <a:pt x="22" y="82"/>
                    </a:lnTo>
                    <a:lnTo>
                      <a:pt x="18" y="78"/>
                    </a:lnTo>
                    <a:lnTo>
                      <a:pt x="18" y="78"/>
                    </a:lnTo>
                    <a:lnTo>
                      <a:pt x="18" y="78"/>
                    </a:lnTo>
                    <a:lnTo>
                      <a:pt x="16" y="78"/>
                    </a:lnTo>
                    <a:lnTo>
                      <a:pt x="16" y="78"/>
                    </a:lnTo>
                    <a:lnTo>
                      <a:pt x="12" y="78"/>
                    </a:lnTo>
                    <a:lnTo>
                      <a:pt x="12" y="78"/>
                    </a:lnTo>
                    <a:lnTo>
                      <a:pt x="8" y="78"/>
                    </a:lnTo>
                    <a:lnTo>
                      <a:pt x="8" y="78"/>
                    </a:lnTo>
                    <a:lnTo>
                      <a:pt x="8" y="78"/>
                    </a:lnTo>
                    <a:lnTo>
                      <a:pt x="8" y="78"/>
                    </a:lnTo>
                    <a:lnTo>
                      <a:pt x="8" y="74"/>
                    </a:lnTo>
                    <a:lnTo>
                      <a:pt x="8" y="74"/>
                    </a:lnTo>
                    <a:lnTo>
                      <a:pt x="4" y="74"/>
                    </a:lnTo>
                    <a:lnTo>
                      <a:pt x="4" y="74"/>
                    </a:lnTo>
                    <a:lnTo>
                      <a:pt x="4" y="70"/>
                    </a:lnTo>
                    <a:lnTo>
                      <a:pt x="4" y="70"/>
                    </a:lnTo>
                    <a:lnTo>
                      <a:pt x="4" y="70"/>
                    </a:lnTo>
                    <a:lnTo>
                      <a:pt x="4" y="70"/>
                    </a:lnTo>
                    <a:lnTo>
                      <a:pt x="4" y="70"/>
                    </a:lnTo>
                    <a:lnTo>
                      <a:pt x="0" y="70"/>
                    </a:lnTo>
                    <a:lnTo>
                      <a:pt x="0" y="66"/>
                    </a:lnTo>
                    <a:lnTo>
                      <a:pt x="0" y="66"/>
                    </a:lnTo>
                    <a:lnTo>
                      <a:pt x="0" y="66"/>
                    </a:lnTo>
                    <a:lnTo>
                      <a:pt x="0" y="64"/>
                    </a:lnTo>
                    <a:lnTo>
                      <a:pt x="0" y="64"/>
                    </a:lnTo>
                    <a:lnTo>
                      <a:pt x="0" y="64"/>
                    </a:lnTo>
                    <a:lnTo>
                      <a:pt x="0" y="64"/>
                    </a:lnTo>
                    <a:lnTo>
                      <a:pt x="0" y="60"/>
                    </a:lnTo>
                    <a:lnTo>
                      <a:pt x="0" y="60"/>
                    </a:lnTo>
                    <a:lnTo>
                      <a:pt x="0" y="60"/>
                    </a:lnTo>
                    <a:lnTo>
                      <a:pt x="0" y="60"/>
                    </a:lnTo>
                    <a:lnTo>
                      <a:pt x="0"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5" name="Freeform 189"/>
              <p:cNvSpPr>
                <a:spLocks noEditPoints="1"/>
              </p:cNvSpPr>
              <p:nvPr/>
            </p:nvSpPr>
            <p:spPr bwMode="gray">
              <a:xfrm>
                <a:off x="2998067" y="4150980"/>
                <a:ext cx="330460" cy="354809"/>
              </a:xfrm>
              <a:custGeom>
                <a:avLst/>
                <a:gdLst>
                  <a:gd name="T0" fmla="*/ 108 w 190"/>
                  <a:gd name="T1" fmla="*/ 38 h 204"/>
                  <a:gd name="T2" fmla="*/ 126 w 190"/>
                  <a:gd name="T3" fmla="*/ 30 h 204"/>
                  <a:gd name="T4" fmla="*/ 126 w 190"/>
                  <a:gd name="T5" fmla="*/ 30 h 204"/>
                  <a:gd name="T6" fmla="*/ 148 w 190"/>
                  <a:gd name="T7" fmla="*/ 28 h 204"/>
                  <a:gd name="T8" fmla="*/ 152 w 190"/>
                  <a:gd name="T9" fmla="*/ 30 h 204"/>
                  <a:gd name="T10" fmla="*/ 148 w 190"/>
                  <a:gd name="T11" fmla="*/ 34 h 204"/>
                  <a:gd name="T12" fmla="*/ 152 w 190"/>
                  <a:gd name="T13" fmla="*/ 42 h 204"/>
                  <a:gd name="T14" fmla="*/ 156 w 190"/>
                  <a:gd name="T15" fmla="*/ 42 h 204"/>
                  <a:gd name="T16" fmla="*/ 160 w 190"/>
                  <a:gd name="T17" fmla="*/ 42 h 204"/>
                  <a:gd name="T18" fmla="*/ 172 w 190"/>
                  <a:gd name="T19" fmla="*/ 46 h 204"/>
                  <a:gd name="T20" fmla="*/ 172 w 190"/>
                  <a:gd name="T21" fmla="*/ 58 h 204"/>
                  <a:gd name="T22" fmla="*/ 168 w 190"/>
                  <a:gd name="T23" fmla="*/ 68 h 204"/>
                  <a:gd name="T24" fmla="*/ 190 w 190"/>
                  <a:gd name="T25" fmla="*/ 68 h 204"/>
                  <a:gd name="T26" fmla="*/ 178 w 190"/>
                  <a:gd name="T27" fmla="*/ 84 h 204"/>
                  <a:gd name="T28" fmla="*/ 178 w 190"/>
                  <a:gd name="T29" fmla="*/ 94 h 204"/>
                  <a:gd name="T30" fmla="*/ 172 w 190"/>
                  <a:gd name="T31" fmla="*/ 106 h 204"/>
                  <a:gd name="T32" fmla="*/ 178 w 190"/>
                  <a:gd name="T33" fmla="*/ 128 h 204"/>
                  <a:gd name="T34" fmla="*/ 168 w 190"/>
                  <a:gd name="T35" fmla="*/ 140 h 204"/>
                  <a:gd name="T36" fmla="*/ 152 w 190"/>
                  <a:gd name="T37" fmla="*/ 144 h 204"/>
                  <a:gd name="T38" fmla="*/ 142 w 190"/>
                  <a:gd name="T39" fmla="*/ 144 h 204"/>
                  <a:gd name="T40" fmla="*/ 130 w 190"/>
                  <a:gd name="T41" fmla="*/ 148 h 204"/>
                  <a:gd name="T42" fmla="*/ 118 w 190"/>
                  <a:gd name="T43" fmla="*/ 140 h 204"/>
                  <a:gd name="T44" fmla="*/ 126 w 190"/>
                  <a:gd name="T45" fmla="*/ 154 h 204"/>
                  <a:gd name="T46" fmla="*/ 134 w 190"/>
                  <a:gd name="T47" fmla="*/ 170 h 204"/>
                  <a:gd name="T48" fmla="*/ 134 w 190"/>
                  <a:gd name="T49" fmla="*/ 178 h 204"/>
                  <a:gd name="T50" fmla="*/ 118 w 190"/>
                  <a:gd name="T51" fmla="*/ 192 h 204"/>
                  <a:gd name="T52" fmla="*/ 108 w 190"/>
                  <a:gd name="T53" fmla="*/ 204 h 204"/>
                  <a:gd name="T54" fmla="*/ 98 w 190"/>
                  <a:gd name="T55" fmla="*/ 200 h 204"/>
                  <a:gd name="T56" fmla="*/ 86 w 190"/>
                  <a:gd name="T57" fmla="*/ 174 h 204"/>
                  <a:gd name="T58" fmla="*/ 82 w 190"/>
                  <a:gd name="T59" fmla="*/ 154 h 204"/>
                  <a:gd name="T60" fmla="*/ 78 w 190"/>
                  <a:gd name="T61" fmla="*/ 144 h 204"/>
                  <a:gd name="T62" fmla="*/ 78 w 190"/>
                  <a:gd name="T63" fmla="*/ 120 h 204"/>
                  <a:gd name="T64" fmla="*/ 74 w 190"/>
                  <a:gd name="T65" fmla="*/ 106 h 204"/>
                  <a:gd name="T66" fmla="*/ 56 w 190"/>
                  <a:gd name="T67" fmla="*/ 106 h 204"/>
                  <a:gd name="T68" fmla="*/ 42 w 190"/>
                  <a:gd name="T69" fmla="*/ 90 h 204"/>
                  <a:gd name="T70" fmla="*/ 26 w 190"/>
                  <a:gd name="T71" fmla="*/ 90 h 204"/>
                  <a:gd name="T72" fmla="*/ 12 w 190"/>
                  <a:gd name="T73" fmla="*/ 84 h 204"/>
                  <a:gd name="T74" fmla="*/ 12 w 190"/>
                  <a:gd name="T75" fmla="*/ 68 h 204"/>
                  <a:gd name="T76" fmla="*/ 0 w 190"/>
                  <a:gd name="T77" fmla="*/ 54 h 204"/>
                  <a:gd name="T78" fmla="*/ 4 w 190"/>
                  <a:gd name="T79" fmla="*/ 34 h 204"/>
                  <a:gd name="T80" fmla="*/ 14 w 190"/>
                  <a:gd name="T81" fmla="*/ 20 h 204"/>
                  <a:gd name="T82" fmla="*/ 26 w 190"/>
                  <a:gd name="T83" fmla="*/ 12 h 204"/>
                  <a:gd name="T84" fmla="*/ 22 w 190"/>
                  <a:gd name="T85" fmla="*/ 24 h 204"/>
                  <a:gd name="T86" fmla="*/ 14 w 190"/>
                  <a:gd name="T87" fmla="*/ 42 h 204"/>
                  <a:gd name="T88" fmla="*/ 22 w 190"/>
                  <a:gd name="T89" fmla="*/ 58 h 204"/>
                  <a:gd name="T90" fmla="*/ 30 w 190"/>
                  <a:gd name="T91" fmla="*/ 38 h 204"/>
                  <a:gd name="T92" fmla="*/ 26 w 190"/>
                  <a:gd name="T93" fmla="*/ 24 h 204"/>
                  <a:gd name="T94" fmla="*/ 42 w 190"/>
                  <a:gd name="T95" fmla="*/ 16 h 204"/>
                  <a:gd name="T96" fmla="*/ 44 w 190"/>
                  <a:gd name="T97" fmla="*/ 12 h 204"/>
                  <a:gd name="T98" fmla="*/ 48 w 190"/>
                  <a:gd name="T99" fmla="*/ 8 h 204"/>
                  <a:gd name="T100" fmla="*/ 64 w 190"/>
                  <a:gd name="T101" fmla="*/ 16 h 204"/>
                  <a:gd name="T102" fmla="*/ 78 w 190"/>
                  <a:gd name="T103" fmla="*/ 30 h 204"/>
                  <a:gd name="T104" fmla="*/ 98 w 190"/>
                  <a:gd name="T105" fmla="*/ 30 h 204"/>
                  <a:gd name="T106" fmla="*/ 174 w 190"/>
                  <a:gd name="T107" fmla="*/ 58 h 204"/>
                  <a:gd name="T108" fmla="*/ 174 w 190"/>
                  <a:gd name="T109" fmla="*/ 60 h 204"/>
                  <a:gd name="T110" fmla="*/ 172 w 190"/>
                  <a:gd name="T111" fmla="*/ 64 h 204"/>
                  <a:gd name="T112" fmla="*/ 172 w 190"/>
                  <a:gd name="T113" fmla="*/ 64 h 204"/>
                  <a:gd name="T114" fmla="*/ 172 w 190"/>
                  <a:gd name="T115" fmla="*/ 64 h 204"/>
                  <a:gd name="T116" fmla="*/ 168 w 190"/>
                  <a:gd name="T117" fmla="*/ 68 h 204"/>
                  <a:gd name="T118" fmla="*/ 172 w 190"/>
                  <a:gd name="T119" fmla="*/ 64 h 204"/>
                  <a:gd name="T120" fmla="*/ 126 w 190"/>
                  <a:gd name="T121" fmla="*/ 24 h 204"/>
                  <a:gd name="T122" fmla="*/ 130 w 190"/>
                  <a:gd name="T123" fmla="*/ 28 h 204"/>
                  <a:gd name="T124" fmla="*/ 112 w 190"/>
                  <a:gd name="T125" fmla="*/ 28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90" h="204">
                    <a:moveTo>
                      <a:pt x="98" y="30"/>
                    </a:moveTo>
                    <a:lnTo>
                      <a:pt x="100" y="30"/>
                    </a:lnTo>
                    <a:lnTo>
                      <a:pt x="100" y="34"/>
                    </a:lnTo>
                    <a:lnTo>
                      <a:pt x="104" y="34"/>
                    </a:lnTo>
                    <a:lnTo>
                      <a:pt x="104" y="38"/>
                    </a:lnTo>
                    <a:lnTo>
                      <a:pt x="108" y="38"/>
                    </a:lnTo>
                    <a:lnTo>
                      <a:pt x="112" y="38"/>
                    </a:lnTo>
                    <a:lnTo>
                      <a:pt x="116" y="38"/>
                    </a:lnTo>
                    <a:lnTo>
                      <a:pt x="118" y="38"/>
                    </a:lnTo>
                    <a:lnTo>
                      <a:pt x="122" y="34"/>
                    </a:lnTo>
                    <a:lnTo>
                      <a:pt x="126" y="34"/>
                    </a:lnTo>
                    <a:lnTo>
                      <a:pt x="126" y="30"/>
                    </a:lnTo>
                    <a:lnTo>
                      <a:pt x="130" y="30"/>
                    </a:lnTo>
                    <a:lnTo>
                      <a:pt x="130" y="34"/>
                    </a:lnTo>
                    <a:lnTo>
                      <a:pt x="134" y="34"/>
                    </a:lnTo>
                    <a:lnTo>
                      <a:pt x="134" y="30"/>
                    </a:lnTo>
                    <a:lnTo>
                      <a:pt x="130" y="30"/>
                    </a:lnTo>
                    <a:lnTo>
                      <a:pt x="126" y="30"/>
                    </a:lnTo>
                    <a:lnTo>
                      <a:pt x="130" y="30"/>
                    </a:lnTo>
                    <a:lnTo>
                      <a:pt x="134" y="30"/>
                    </a:lnTo>
                    <a:lnTo>
                      <a:pt x="138" y="30"/>
                    </a:lnTo>
                    <a:lnTo>
                      <a:pt x="142" y="28"/>
                    </a:lnTo>
                    <a:lnTo>
                      <a:pt x="144" y="28"/>
                    </a:lnTo>
                    <a:lnTo>
                      <a:pt x="148" y="28"/>
                    </a:lnTo>
                    <a:lnTo>
                      <a:pt x="152" y="28"/>
                    </a:lnTo>
                    <a:lnTo>
                      <a:pt x="156" y="28"/>
                    </a:lnTo>
                    <a:lnTo>
                      <a:pt x="160" y="28"/>
                    </a:lnTo>
                    <a:lnTo>
                      <a:pt x="160" y="30"/>
                    </a:lnTo>
                    <a:lnTo>
                      <a:pt x="156" y="30"/>
                    </a:lnTo>
                    <a:lnTo>
                      <a:pt x="152" y="30"/>
                    </a:lnTo>
                    <a:lnTo>
                      <a:pt x="148" y="30"/>
                    </a:lnTo>
                    <a:lnTo>
                      <a:pt x="144" y="30"/>
                    </a:lnTo>
                    <a:lnTo>
                      <a:pt x="148" y="30"/>
                    </a:lnTo>
                    <a:lnTo>
                      <a:pt x="148" y="34"/>
                    </a:lnTo>
                    <a:lnTo>
                      <a:pt x="144" y="34"/>
                    </a:lnTo>
                    <a:lnTo>
                      <a:pt x="148" y="34"/>
                    </a:lnTo>
                    <a:lnTo>
                      <a:pt x="148" y="38"/>
                    </a:lnTo>
                    <a:lnTo>
                      <a:pt x="144" y="38"/>
                    </a:lnTo>
                    <a:lnTo>
                      <a:pt x="148" y="42"/>
                    </a:lnTo>
                    <a:lnTo>
                      <a:pt x="148" y="38"/>
                    </a:lnTo>
                    <a:lnTo>
                      <a:pt x="152" y="38"/>
                    </a:lnTo>
                    <a:lnTo>
                      <a:pt x="152" y="42"/>
                    </a:lnTo>
                    <a:lnTo>
                      <a:pt x="156" y="46"/>
                    </a:lnTo>
                    <a:lnTo>
                      <a:pt x="152" y="46"/>
                    </a:lnTo>
                    <a:lnTo>
                      <a:pt x="156" y="46"/>
                    </a:lnTo>
                    <a:lnTo>
                      <a:pt x="156" y="42"/>
                    </a:lnTo>
                    <a:lnTo>
                      <a:pt x="156" y="46"/>
                    </a:lnTo>
                    <a:lnTo>
                      <a:pt x="156" y="42"/>
                    </a:lnTo>
                    <a:lnTo>
                      <a:pt x="160" y="42"/>
                    </a:lnTo>
                    <a:lnTo>
                      <a:pt x="156" y="42"/>
                    </a:lnTo>
                    <a:lnTo>
                      <a:pt x="160" y="42"/>
                    </a:lnTo>
                    <a:lnTo>
                      <a:pt x="160" y="46"/>
                    </a:lnTo>
                    <a:lnTo>
                      <a:pt x="164" y="46"/>
                    </a:lnTo>
                    <a:lnTo>
                      <a:pt x="160" y="42"/>
                    </a:lnTo>
                    <a:lnTo>
                      <a:pt x="164" y="42"/>
                    </a:lnTo>
                    <a:lnTo>
                      <a:pt x="164" y="46"/>
                    </a:lnTo>
                    <a:lnTo>
                      <a:pt x="164" y="42"/>
                    </a:lnTo>
                    <a:lnTo>
                      <a:pt x="168" y="42"/>
                    </a:lnTo>
                    <a:lnTo>
                      <a:pt x="168" y="46"/>
                    </a:lnTo>
                    <a:lnTo>
                      <a:pt x="172" y="46"/>
                    </a:lnTo>
                    <a:lnTo>
                      <a:pt x="172" y="50"/>
                    </a:lnTo>
                    <a:lnTo>
                      <a:pt x="174" y="50"/>
                    </a:lnTo>
                    <a:lnTo>
                      <a:pt x="174" y="54"/>
                    </a:lnTo>
                    <a:lnTo>
                      <a:pt x="172" y="58"/>
                    </a:lnTo>
                    <a:lnTo>
                      <a:pt x="174" y="54"/>
                    </a:lnTo>
                    <a:lnTo>
                      <a:pt x="172" y="58"/>
                    </a:lnTo>
                    <a:lnTo>
                      <a:pt x="172" y="60"/>
                    </a:lnTo>
                    <a:lnTo>
                      <a:pt x="172" y="64"/>
                    </a:lnTo>
                    <a:lnTo>
                      <a:pt x="168" y="64"/>
                    </a:lnTo>
                    <a:lnTo>
                      <a:pt x="164" y="64"/>
                    </a:lnTo>
                    <a:lnTo>
                      <a:pt x="168" y="64"/>
                    </a:lnTo>
                    <a:lnTo>
                      <a:pt x="168" y="68"/>
                    </a:lnTo>
                    <a:lnTo>
                      <a:pt x="172" y="68"/>
                    </a:lnTo>
                    <a:lnTo>
                      <a:pt x="174" y="64"/>
                    </a:lnTo>
                    <a:lnTo>
                      <a:pt x="178" y="64"/>
                    </a:lnTo>
                    <a:lnTo>
                      <a:pt x="182" y="64"/>
                    </a:lnTo>
                    <a:lnTo>
                      <a:pt x="186" y="64"/>
                    </a:lnTo>
                    <a:lnTo>
                      <a:pt x="190" y="68"/>
                    </a:lnTo>
                    <a:lnTo>
                      <a:pt x="190" y="72"/>
                    </a:lnTo>
                    <a:lnTo>
                      <a:pt x="186" y="72"/>
                    </a:lnTo>
                    <a:lnTo>
                      <a:pt x="186" y="76"/>
                    </a:lnTo>
                    <a:lnTo>
                      <a:pt x="182" y="76"/>
                    </a:lnTo>
                    <a:lnTo>
                      <a:pt x="178" y="80"/>
                    </a:lnTo>
                    <a:lnTo>
                      <a:pt x="178" y="84"/>
                    </a:lnTo>
                    <a:lnTo>
                      <a:pt x="178" y="88"/>
                    </a:lnTo>
                    <a:lnTo>
                      <a:pt x="178" y="90"/>
                    </a:lnTo>
                    <a:lnTo>
                      <a:pt x="182" y="88"/>
                    </a:lnTo>
                    <a:lnTo>
                      <a:pt x="182" y="90"/>
                    </a:lnTo>
                    <a:lnTo>
                      <a:pt x="182" y="94"/>
                    </a:lnTo>
                    <a:lnTo>
                      <a:pt x="178" y="94"/>
                    </a:lnTo>
                    <a:lnTo>
                      <a:pt x="178" y="98"/>
                    </a:lnTo>
                    <a:lnTo>
                      <a:pt x="174" y="94"/>
                    </a:lnTo>
                    <a:lnTo>
                      <a:pt x="174" y="98"/>
                    </a:lnTo>
                    <a:lnTo>
                      <a:pt x="172" y="98"/>
                    </a:lnTo>
                    <a:lnTo>
                      <a:pt x="172" y="102"/>
                    </a:lnTo>
                    <a:lnTo>
                      <a:pt x="172" y="106"/>
                    </a:lnTo>
                    <a:lnTo>
                      <a:pt x="168" y="110"/>
                    </a:lnTo>
                    <a:lnTo>
                      <a:pt x="172" y="118"/>
                    </a:lnTo>
                    <a:lnTo>
                      <a:pt x="174" y="120"/>
                    </a:lnTo>
                    <a:lnTo>
                      <a:pt x="174" y="124"/>
                    </a:lnTo>
                    <a:lnTo>
                      <a:pt x="178" y="124"/>
                    </a:lnTo>
                    <a:lnTo>
                      <a:pt x="178" y="128"/>
                    </a:lnTo>
                    <a:lnTo>
                      <a:pt x="178" y="132"/>
                    </a:lnTo>
                    <a:lnTo>
                      <a:pt x="174" y="132"/>
                    </a:lnTo>
                    <a:lnTo>
                      <a:pt x="174" y="136"/>
                    </a:lnTo>
                    <a:lnTo>
                      <a:pt x="172" y="136"/>
                    </a:lnTo>
                    <a:lnTo>
                      <a:pt x="168" y="136"/>
                    </a:lnTo>
                    <a:lnTo>
                      <a:pt x="168" y="140"/>
                    </a:lnTo>
                    <a:lnTo>
                      <a:pt x="164" y="140"/>
                    </a:lnTo>
                    <a:lnTo>
                      <a:pt x="160" y="140"/>
                    </a:lnTo>
                    <a:lnTo>
                      <a:pt x="156" y="144"/>
                    </a:lnTo>
                    <a:lnTo>
                      <a:pt x="156" y="140"/>
                    </a:lnTo>
                    <a:lnTo>
                      <a:pt x="152" y="140"/>
                    </a:lnTo>
                    <a:lnTo>
                      <a:pt x="152" y="144"/>
                    </a:lnTo>
                    <a:lnTo>
                      <a:pt x="148" y="144"/>
                    </a:lnTo>
                    <a:lnTo>
                      <a:pt x="148" y="148"/>
                    </a:lnTo>
                    <a:lnTo>
                      <a:pt x="148" y="152"/>
                    </a:lnTo>
                    <a:lnTo>
                      <a:pt x="144" y="152"/>
                    </a:lnTo>
                    <a:lnTo>
                      <a:pt x="142" y="148"/>
                    </a:lnTo>
                    <a:lnTo>
                      <a:pt x="142" y="144"/>
                    </a:lnTo>
                    <a:lnTo>
                      <a:pt x="138" y="144"/>
                    </a:lnTo>
                    <a:lnTo>
                      <a:pt x="138" y="148"/>
                    </a:lnTo>
                    <a:lnTo>
                      <a:pt x="138" y="144"/>
                    </a:lnTo>
                    <a:lnTo>
                      <a:pt x="134" y="144"/>
                    </a:lnTo>
                    <a:lnTo>
                      <a:pt x="130" y="144"/>
                    </a:lnTo>
                    <a:lnTo>
                      <a:pt x="130" y="148"/>
                    </a:lnTo>
                    <a:lnTo>
                      <a:pt x="130" y="144"/>
                    </a:lnTo>
                    <a:lnTo>
                      <a:pt x="126" y="144"/>
                    </a:lnTo>
                    <a:lnTo>
                      <a:pt x="126" y="140"/>
                    </a:lnTo>
                    <a:lnTo>
                      <a:pt x="122" y="144"/>
                    </a:lnTo>
                    <a:lnTo>
                      <a:pt x="122" y="140"/>
                    </a:lnTo>
                    <a:lnTo>
                      <a:pt x="118" y="140"/>
                    </a:lnTo>
                    <a:lnTo>
                      <a:pt x="118" y="144"/>
                    </a:lnTo>
                    <a:lnTo>
                      <a:pt x="122" y="144"/>
                    </a:lnTo>
                    <a:lnTo>
                      <a:pt x="122" y="148"/>
                    </a:lnTo>
                    <a:lnTo>
                      <a:pt x="126" y="148"/>
                    </a:lnTo>
                    <a:lnTo>
                      <a:pt x="126" y="152"/>
                    </a:lnTo>
                    <a:lnTo>
                      <a:pt x="126" y="154"/>
                    </a:lnTo>
                    <a:lnTo>
                      <a:pt x="126" y="158"/>
                    </a:lnTo>
                    <a:lnTo>
                      <a:pt x="130" y="158"/>
                    </a:lnTo>
                    <a:lnTo>
                      <a:pt x="130" y="162"/>
                    </a:lnTo>
                    <a:lnTo>
                      <a:pt x="130" y="166"/>
                    </a:lnTo>
                    <a:lnTo>
                      <a:pt x="130" y="170"/>
                    </a:lnTo>
                    <a:lnTo>
                      <a:pt x="134" y="170"/>
                    </a:lnTo>
                    <a:lnTo>
                      <a:pt x="138" y="170"/>
                    </a:lnTo>
                    <a:lnTo>
                      <a:pt x="142" y="170"/>
                    </a:lnTo>
                    <a:lnTo>
                      <a:pt x="142" y="174"/>
                    </a:lnTo>
                    <a:lnTo>
                      <a:pt x="138" y="174"/>
                    </a:lnTo>
                    <a:lnTo>
                      <a:pt x="138" y="178"/>
                    </a:lnTo>
                    <a:lnTo>
                      <a:pt x="134" y="178"/>
                    </a:lnTo>
                    <a:lnTo>
                      <a:pt x="130" y="178"/>
                    </a:lnTo>
                    <a:lnTo>
                      <a:pt x="130" y="182"/>
                    </a:lnTo>
                    <a:lnTo>
                      <a:pt x="130" y="184"/>
                    </a:lnTo>
                    <a:lnTo>
                      <a:pt x="126" y="188"/>
                    </a:lnTo>
                    <a:lnTo>
                      <a:pt x="122" y="188"/>
                    </a:lnTo>
                    <a:lnTo>
                      <a:pt x="118" y="192"/>
                    </a:lnTo>
                    <a:lnTo>
                      <a:pt x="116" y="192"/>
                    </a:lnTo>
                    <a:lnTo>
                      <a:pt x="116" y="196"/>
                    </a:lnTo>
                    <a:lnTo>
                      <a:pt x="112" y="196"/>
                    </a:lnTo>
                    <a:lnTo>
                      <a:pt x="112" y="200"/>
                    </a:lnTo>
                    <a:lnTo>
                      <a:pt x="108" y="200"/>
                    </a:lnTo>
                    <a:lnTo>
                      <a:pt x="108" y="204"/>
                    </a:lnTo>
                    <a:lnTo>
                      <a:pt x="108" y="200"/>
                    </a:lnTo>
                    <a:lnTo>
                      <a:pt x="108" y="196"/>
                    </a:lnTo>
                    <a:lnTo>
                      <a:pt x="104" y="196"/>
                    </a:lnTo>
                    <a:lnTo>
                      <a:pt x="104" y="200"/>
                    </a:lnTo>
                    <a:lnTo>
                      <a:pt x="100" y="200"/>
                    </a:lnTo>
                    <a:lnTo>
                      <a:pt x="98" y="200"/>
                    </a:lnTo>
                    <a:lnTo>
                      <a:pt x="94" y="192"/>
                    </a:lnTo>
                    <a:lnTo>
                      <a:pt x="90" y="192"/>
                    </a:lnTo>
                    <a:lnTo>
                      <a:pt x="90" y="188"/>
                    </a:lnTo>
                    <a:lnTo>
                      <a:pt x="90" y="184"/>
                    </a:lnTo>
                    <a:lnTo>
                      <a:pt x="86" y="178"/>
                    </a:lnTo>
                    <a:lnTo>
                      <a:pt x="86" y="174"/>
                    </a:lnTo>
                    <a:lnTo>
                      <a:pt x="86" y="170"/>
                    </a:lnTo>
                    <a:lnTo>
                      <a:pt x="82" y="166"/>
                    </a:lnTo>
                    <a:lnTo>
                      <a:pt x="78" y="166"/>
                    </a:lnTo>
                    <a:lnTo>
                      <a:pt x="78" y="162"/>
                    </a:lnTo>
                    <a:lnTo>
                      <a:pt x="82" y="158"/>
                    </a:lnTo>
                    <a:lnTo>
                      <a:pt x="82" y="154"/>
                    </a:lnTo>
                    <a:lnTo>
                      <a:pt x="86" y="154"/>
                    </a:lnTo>
                    <a:lnTo>
                      <a:pt x="82" y="154"/>
                    </a:lnTo>
                    <a:lnTo>
                      <a:pt x="82" y="152"/>
                    </a:lnTo>
                    <a:lnTo>
                      <a:pt x="82" y="148"/>
                    </a:lnTo>
                    <a:lnTo>
                      <a:pt x="78" y="148"/>
                    </a:lnTo>
                    <a:lnTo>
                      <a:pt x="78" y="144"/>
                    </a:lnTo>
                    <a:lnTo>
                      <a:pt x="78" y="140"/>
                    </a:lnTo>
                    <a:lnTo>
                      <a:pt x="74" y="136"/>
                    </a:lnTo>
                    <a:lnTo>
                      <a:pt x="78" y="132"/>
                    </a:lnTo>
                    <a:lnTo>
                      <a:pt x="78" y="128"/>
                    </a:lnTo>
                    <a:lnTo>
                      <a:pt x="78" y="124"/>
                    </a:lnTo>
                    <a:lnTo>
                      <a:pt x="78" y="120"/>
                    </a:lnTo>
                    <a:lnTo>
                      <a:pt x="78" y="118"/>
                    </a:lnTo>
                    <a:lnTo>
                      <a:pt x="78" y="114"/>
                    </a:lnTo>
                    <a:lnTo>
                      <a:pt x="82" y="110"/>
                    </a:lnTo>
                    <a:lnTo>
                      <a:pt x="82" y="106"/>
                    </a:lnTo>
                    <a:lnTo>
                      <a:pt x="78" y="106"/>
                    </a:lnTo>
                    <a:lnTo>
                      <a:pt x="74" y="106"/>
                    </a:lnTo>
                    <a:lnTo>
                      <a:pt x="72" y="106"/>
                    </a:lnTo>
                    <a:lnTo>
                      <a:pt x="68" y="106"/>
                    </a:lnTo>
                    <a:lnTo>
                      <a:pt x="64" y="106"/>
                    </a:lnTo>
                    <a:lnTo>
                      <a:pt x="60" y="106"/>
                    </a:lnTo>
                    <a:lnTo>
                      <a:pt x="56" y="110"/>
                    </a:lnTo>
                    <a:lnTo>
                      <a:pt x="56" y="106"/>
                    </a:lnTo>
                    <a:lnTo>
                      <a:pt x="48" y="102"/>
                    </a:lnTo>
                    <a:lnTo>
                      <a:pt x="44" y="94"/>
                    </a:lnTo>
                    <a:lnTo>
                      <a:pt x="44" y="90"/>
                    </a:lnTo>
                    <a:lnTo>
                      <a:pt x="44" y="94"/>
                    </a:lnTo>
                    <a:lnTo>
                      <a:pt x="42" y="94"/>
                    </a:lnTo>
                    <a:lnTo>
                      <a:pt x="42" y="90"/>
                    </a:lnTo>
                    <a:lnTo>
                      <a:pt x="38" y="90"/>
                    </a:lnTo>
                    <a:lnTo>
                      <a:pt x="34" y="90"/>
                    </a:lnTo>
                    <a:lnTo>
                      <a:pt x="30" y="90"/>
                    </a:lnTo>
                    <a:lnTo>
                      <a:pt x="30" y="94"/>
                    </a:lnTo>
                    <a:lnTo>
                      <a:pt x="30" y="90"/>
                    </a:lnTo>
                    <a:lnTo>
                      <a:pt x="26" y="90"/>
                    </a:lnTo>
                    <a:lnTo>
                      <a:pt x="22" y="90"/>
                    </a:lnTo>
                    <a:lnTo>
                      <a:pt x="18" y="90"/>
                    </a:lnTo>
                    <a:lnTo>
                      <a:pt x="14" y="90"/>
                    </a:lnTo>
                    <a:lnTo>
                      <a:pt x="14" y="88"/>
                    </a:lnTo>
                    <a:lnTo>
                      <a:pt x="12" y="88"/>
                    </a:lnTo>
                    <a:lnTo>
                      <a:pt x="12" y="84"/>
                    </a:lnTo>
                    <a:lnTo>
                      <a:pt x="12" y="80"/>
                    </a:lnTo>
                    <a:lnTo>
                      <a:pt x="12" y="76"/>
                    </a:lnTo>
                    <a:lnTo>
                      <a:pt x="14" y="76"/>
                    </a:lnTo>
                    <a:lnTo>
                      <a:pt x="14" y="72"/>
                    </a:lnTo>
                    <a:lnTo>
                      <a:pt x="12" y="72"/>
                    </a:lnTo>
                    <a:lnTo>
                      <a:pt x="12" y="68"/>
                    </a:lnTo>
                    <a:lnTo>
                      <a:pt x="8" y="64"/>
                    </a:lnTo>
                    <a:lnTo>
                      <a:pt x="8" y="60"/>
                    </a:lnTo>
                    <a:lnTo>
                      <a:pt x="8" y="58"/>
                    </a:lnTo>
                    <a:lnTo>
                      <a:pt x="4" y="58"/>
                    </a:lnTo>
                    <a:lnTo>
                      <a:pt x="4" y="54"/>
                    </a:lnTo>
                    <a:lnTo>
                      <a:pt x="0" y="54"/>
                    </a:lnTo>
                    <a:lnTo>
                      <a:pt x="0" y="50"/>
                    </a:lnTo>
                    <a:lnTo>
                      <a:pt x="4" y="50"/>
                    </a:lnTo>
                    <a:lnTo>
                      <a:pt x="4" y="46"/>
                    </a:lnTo>
                    <a:lnTo>
                      <a:pt x="4" y="42"/>
                    </a:lnTo>
                    <a:lnTo>
                      <a:pt x="4" y="38"/>
                    </a:lnTo>
                    <a:lnTo>
                      <a:pt x="4" y="34"/>
                    </a:lnTo>
                    <a:lnTo>
                      <a:pt x="8" y="30"/>
                    </a:lnTo>
                    <a:lnTo>
                      <a:pt x="8" y="28"/>
                    </a:lnTo>
                    <a:lnTo>
                      <a:pt x="8" y="24"/>
                    </a:lnTo>
                    <a:lnTo>
                      <a:pt x="12" y="24"/>
                    </a:lnTo>
                    <a:lnTo>
                      <a:pt x="12" y="20"/>
                    </a:lnTo>
                    <a:lnTo>
                      <a:pt x="14" y="20"/>
                    </a:lnTo>
                    <a:lnTo>
                      <a:pt x="14" y="16"/>
                    </a:lnTo>
                    <a:lnTo>
                      <a:pt x="18" y="12"/>
                    </a:lnTo>
                    <a:lnTo>
                      <a:pt x="22" y="12"/>
                    </a:lnTo>
                    <a:lnTo>
                      <a:pt x="22" y="8"/>
                    </a:lnTo>
                    <a:lnTo>
                      <a:pt x="26" y="8"/>
                    </a:lnTo>
                    <a:lnTo>
                      <a:pt x="26" y="12"/>
                    </a:lnTo>
                    <a:lnTo>
                      <a:pt x="22" y="12"/>
                    </a:lnTo>
                    <a:lnTo>
                      <a:pt x="18" y="12"/>
                    </a:lnTo>
                    <a:lnTo>
                      <a:pt x="18" y="16"/>
                    </a:lnTo>
                    <a:lnTo>
                      <a:pt x="18" y="20"/>
                    </a:lnTo>
                    <a:lnTo>
                      <a:pt x="22" y="20"/>
                    </a:lnTo>
                    <a:lnTo>
                      <a:pt x="22" y="24"/>
                    </a:lnTo>
                    <a:lnTo>
                      <a:pt x="22" y="28"/>
                    </a:lnTo>
                    <a:lnTo>
                      <a:pt x="22" y="30"/>
                    </a:lnTo>
                    <a:lnTo>
                      <a:pt x="22" y="34"/>
                    </a:lnTo>
                    <a:lnTo>
                      <a:pt x="18" y="34"/>
                    </a:lnTo>
                    <a:lnTo>
                      <a:pt x="18" y="38"/>
                    </a:lnTo>
                    <a:lnTo>
                      <a:pt x="14" y="42"/>
                    </a:lnTo>
                    <a:lnTo>
                      <a:pt x="14" y="46"/>
                    </a:lnTo>
                    <a:lnTo>
                      <a:pt x="18" y="46"/>
                    </a:lnTo>
                    <a:lnTo>
                      <a:pt x="18" y="50"/>
                    </a:lnTo>
                    <a:lnTo>
                      <a:pt x="22" y="50"/>
                    </a:lnTo>
                    <a:lnTo>
                      <a:pt x="22" y="54"/>
                    </a:lnTo>
                    <a:lnTo>
                      <a:pt x="22" y="58"/>
                    </a:lnTo>
                    <a:lnTo>
                      <a:pt x="26" y="58"/>
                    </a:lnTo>
                    <a:lnTo>
                      <a:pt x="30" y="54"/>
                    </a:lnTo>
                    <a:lnTo>
                      <a:pt x="30" y="50"/>
                    </a:lnTo>
                    <a:lnTo>
                      <a:pt x="30" y="46"/>
                    </a:lnTo>
                    <a:lnTo>
                      <a:pt x="30" y="42"/>
                    </a:lnTo>
                    <a:lnTo>
                      <a:pt x="30" y="38"/>
                    </a:lnTo>
                    <a:lnTo>
                      <a:pt x="26" y="38"/>
                    </a:lnTo>
                    <a:lnTo>
                      <a:pt x="26" y="34"/>
                    </a:lnTo>
                    <a:lnTo>
                      <a:pt x="26" y="30"/>
                    </a:lnTo>
                    <a:lnTo>
                      <a:pt x="22" y="30"/>
                    </a:lnTo>
                    <a:lnTo>
                      <a:pt x="26" y="28"/>
                    </a:lnTo>
                    <a:lnTo>
                      <a:pt x="26" y="24"/>
                    </a:lnTo>
                    <a:lnTo>
                      <a:pt x="30" y="24"/>
                    </a:lnTo>
                    <a:lnTo>
                      <a:pt x="30" y="20"/>
                    </a:lnTo>
                    <a:lnTo>
                      <a:pt x="34" y="20"/>
                    </a:lnTo>
                    <a:lnTo>
                      <a:pt x="38" y="20"/>
                    </a:lnTo>
                    <a:lnTo>
                      <a:pt x="42" y="20"/>
                    </a:lnTo>
                    <a:lnTo>
                      <a:pt x="42" y="16"/>
                    </a:lnTo>
                    <a:lnTo>
                      <a:pt x="44" y="16"/>
                    </a:lnTo>
                    <a:lnTo>
                      <a:pt x="48" y="16"/>
                    </a:lnTo>
                    <a:lnTo>
                      <a:pt x="48" y="12"/>
                    </a:lnTo>
                    <a:lnTo>
                      <a:pt x="44" y="12"/>
                    </a:lnTo>
                    <a:lnTo>
                      <a:pt x="42" y="12"/>
                    </a:lnTo>
                    <a:lnTo>
                      <a:pt x="44" y="12"/>
                    </a:lnTo>
                    <a:lnTo>
                      <a:pt x="42" y="8"/>
                    </a:lnTo>
                    <a:lnTo>
                      <a:pt x="42" y="4"/>
                    </a:lnTo>
                    <a:lnTo>
                      <a:pt x="44" y="4"/>
                    </a:lnTo>
                    <a:lnTo>
                      <a:pt x="44" y="0"/>
                    </a:lnTo>
                    <a:lnTo>
                      <a:pt x="48" y="4"/>
                    </a:lnTo>
                    <a:lnTo>
                      <a:pt x="48" y="8"/>
                    </a:lnTo>
                    <a:lnTo>
                      <a:pt x="48" y="12"/>
                    </a:lnTo>
                    <a:lnTo>
                      <a:pt x="52" y="16"/>
                    </a:lnTo>
                    <a:lnTo>
                      <a:pt x="56" y="16"/>
                    </a:lnTo>
                    <a:lnTo>
                      <a:pt x="56" y="12"/>
                    </a:lnTo>
                    <a:lnTo>
                      <a:pt x="60" y="16"/>
                    </a:lnTo>
                    <a:lnTo>
                      <a:pt x="64" y="16"/>
                    </a:lnTo>
                    <a:lnTo>
                      <a:pt x="68" y="20"/>
                    </a:lnTo>
                    <a:lnTo>
                      <a:pt x="72" y="24"/>
                    </a:lnTo>
                    <a:lnTo>
                      <a:pt x="72" y="28"/>
                    </a:lnTo>
                    <a:lnTo>
                      <a:pt x="72" y="30"/>
                    </a:lnTo>
                    <a:lnTo>
                      <a:pt x="74" y="30"/>
                    </a:lnTo>
                    <a:lnTo>
                      <a:pt x="78" y="30"/>
                    </a:lnTo>
                    <a:lnTo>
                      <a:pt x="82" y="30"/>
                    </a:lnTo>
                    <a:lnTo>
                      <a:pt x="86" y="30"/>
                    </a:lnTo>
                    <a:lnTo>
                      <a:pt x="90" y="30"/>
                    </a:lnTo>
                    <a:lnTo>
                      <a:pt x="98" y="30"/>
                    </a:lnTo>
                    <a:lnTo>
                      <a:pt x="98" y="30"/>
                    </a:lnTo>
                    <a:lnTo>
                      <a:pt x="98" y="30"/>
                    </a:lnTo>
                    <a:close/>
                    <a:moveTo>
                      <a:pt x="174" y="58"/>
                    </a:moveTo>
                    <a:lnTo>
                      <a:pt x="172" y="60"/>
                    </a:lnTo>
                    <a:lnTo>
                      <a:pt x="172" y="58"/>
                    </a:lnTo>
                    <a:lnTo>
                      <a:pt x="174" y="58"/>
                    </a:lnTo>
                    <a:lnTo>
                      <a:pt x="174" y="58"/>
                    </a:lnTo>
                    <a:lnTo>
                      <a:pt x="174" y="58"/>
                    </a:lnTo>
                    <a:close/>
                    <a:moveTo>
                      <a:pt x="174" y="60"/>
                    </a:moveTo>
                    <a:lnTo>
                      <a:pt x="172" y="60"/>
                    </a:lnTo>
                    <a:lnTo>
                      <a:pt x="174" y="58"/>
                    </a:lnTo>
                    <a:lnTo>
                      <a:pt x="174" y="60"/>
                    </a:lnTo>
                    <a:lnTo>
                      <a:pt x="174" y="60"/>
                    </a:lnTo>
                    <a:lnTo>
                      <a:pt x="174" y="60"/>
                    </a:lnTo>
                    <a:close/>
                    <a:moveTo>
                      <a:pt x="172" y="64"/>
                    </a:moveTo>
                    <a:lnTo>
                      <a:pt x="172" y="60"/>
                    </a:lnTo>
                    <a:lnTo>
                      <a:pt x="174" y="60"/>
                    </a:lnTo>
                    <a:lnTo>
                      <a:pt x="172" y="64"/>
                    </a:lnTo>
                    <a:lnTo>
                      <a:pt x="172" y="64"/>
                    </a:lnTo>
                    <a:lnTo>
                      <a:pt x="172" y="64"/>
                    </a:lnTo>
                    <a:close/>
                    <a:moveTo>
                      <a:pt x="174" y="64"/>
                    </a:moveTo>
                    <a:lnTo>
                      <a:pt x="174" y="60"/>
                    </a:lnTo>
                    <a:lnTo>
                      <a:pt x="174" y="64"/>
                    </a:lnTo>
                    <a:lnTo>
                      <a:pt x="174" y="64"/>
                    </a:lnTo>
                    <a:lnTo>
                      <a:pt x="174" y="64"/>
                    </a:lnTo>
                    <a:close/>
                    <a:moveTo>
                      <a:pt x="172" y="64"/>
                    </a:moveTo>
                    <a:lnTo>
                      <a:pt x="174" y="60"/>
                    </a:lnTo>
                    <a:lnTo>
                      <a:pt x="174" y="64"/>
                    </a:lnTo>
                    <a:lnTo>
                      <a:pt x="172" y="64"/>
                    </a:lnTo>
                    <a:lnTo>
                      <a:pt x="172" y="64"/>
                    </a:lnTo>
                    <a:lnTo>
                      <a:pt x="172" y="64"/>
                    </a:lnTo>
                    <a:close/>
                    <a:moveTo>
                      <a:pt x="172" y="64"/>
                    </a:moveTo>
                    <a:lnTo>
                      <a:pt x="174" y="64"/>
                    </a:lnTo>
                    <a:lnTo>
                      <a:pt x="172" y="64"/>
                    </a:lnTo>
                    <a:lnTo>
                      <a:pt x="172" y="64"/>
                    </a:lnTo>
                    <a:lnTo>
                      <a:pt x="172" y="64"/>
                    </a:lnTo>
                    <a:close/>
                    <a:moveTo>
                      <a:pt x="172" y="68"/>
                    </a:moveTo>
                    <a:lnTo>
                      <a:pt x="168" y="68"/>
                    </a:lnTo>
                    <a:lnTo>
                      <a:pt x="168" y="64"/>
                    </a:lnTo>
                    <a:lnTo>
                      <a:pt x="164" y="64"/>
                    </a:lnTo>
                    <a:lnTo>
                      <a:pt x="168" y="64"/>
                    </a:lnTo>
                    <a:lnTo>
                      <a:pt x="172" y="64"/>
                    </a:lnTo>
                    <a:lnTo>
                      <a:pt x="168" y="64"/>
                    </a:lnTo>
                    <a:lnTo>
                      <a:pt x="172" y="64"/>
                    </a:lnTo>
                    <a:lnTo>
                      <a:pt x="172" y="68"/>
                    </a:lnTo>
                    <a:lnTo>
                      <a:pt x="172" y="68"/>
                    </a:lnTo>
                    <a:lnTo>
                      <a:pt x="172" y="68"/>
                    </a:lnTo>
                    <a:close/>
                    <a:moveTo>
                      <a:pt x="130" y="28"/>
                    </a:moveTo>
                    <a:lnTo>
                      <a:pt x="130" y="24"/>
                    </a:lnTo>
                    <a:lnTo>
                      <a:pt x="126" y="24"/>
                    </a:lnTo>
                    <a:lnTo>
                      <a:pt x="130" y="24"/>
                    </a:lnTo>
                    <a:lnTo>
                      <a:pt x="130" y="20"/>
                    </a:lnTo>
                    <a:lnTo>
                      <a:pt x="134" y="20"/>
                    </a:lnTo>
                    <a:lnTo>
                      <a:pt x="134" y="24"/>
                    </a:lnTo>
                    <a:lnTo>
                      <a:pt x="130" y="24"/>
                    </a:lnTo>
                    <a:lnTo>
                      <a:pt x="130" y="28"/>
                    </a:lnTo>
                    <a:lnTo>
                      <a:pt x="130" y="28"/>
                    </a:lnTo>
                    <a:lnTo>
                      <a:pt x="130" y="28"/>
                    </a:lnTo>
                    <a:close/>
                    <a:moveTo>
                      <a:pt x="112" y="28"/>
                    </a:moveTo>
                    <a:lnTo>
                      <a:pt x="112" y="24"/>
                    </a:lnTo>
                    <a:lnTo>
                      <a:pt x="116" y="24"/>
                    </a:lnTo>
                    <a:lnTo>
                      <a:pt x="112" y="28"/>
                    </a:lnTo>
                    <a:lnTo>
                      <a:pt x="112" y="28"/>
                    </a:lnTo>
                    <a:lnTo>
                      <a:pt x="112" y="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7" name="Freeform 191"/>
              <p:cNvSpPr>
                <a:spLocks noEditPoints="1"/>
              </p:cNvSpPr>
              <p:nvPr/>
            </p:nvSpPr>
            <p:spPr bwMode="gray">
              <a:xfrm>
                <a:off x="2111043" y="5041482"/>
                <a:ext cx="1057472" cy="1283573"/>
              </a:xfrm>
              <a:custGeom>
                <a:avLst/>
                <a:gdLst>
                  <a:gd name="T0" fmla="*/ 514 w 608"/>
                  <a:gd name="T1" fmla="*/ 444 h 738"/>
                  <a:gd name="T2" fmla="*/ 504 w 608"/>
                  <a:gd name="T3" fmla="*/ 366 h 738"/>
                  <a:gd name="T4" fmla="*/ 532 w 608"/>
                  <a:gd name="T5" fmla="*/ 280 h 738"/>
                  <a:gd name="T6" fmla="*/ 544 w 608"/>
                  <a:gd name="T7" fmla="*/ 180 h 738"/>
                  <a:gd name="T8" fmla="*/ 552 w 608"/>
                  <a:gd name="T9" fmla="*/ 94 h 738"/>
                  <a:gd name="T10" fmla="*/ 570 w 608"/>
                  <a:gd name="T11" fmla="*/ 16 h 738"/>
                  <a:gd name="T12" fmla="*/ 600 w 608"/>
                  <a:gd name="T13" fmla="*/ 98 h 738"/>
                  <a:gd name="T14" fmla="*/ 566 w 608"/>
                  <a:gd name="T15" fmla="*/ 190 h 738"/>
                  <a:gd name="T16" fmla="*/ 556 w 608"/>
                  <a:gd name="T17" fmla="*/ 284 h 738"/>
                  <a:gd name="T18" fmla="*/ 540 w 608"/>
                  <a:gd name="T19" fmla="*/ 374 h 738"/>
                  <a:gd name="T20" fmla="*/ 526 w 608"/>
                  <a:gd name="T21" fmla="*/ 460 h 738"/>
                  <a:gd name="T22" fmla="*/ 536 w 608"/>
                  <a:gd name="T23" fmla="*/ 516 h 738"/>
                  <a:gd name="T24" fmla="*/ 514 w 608"/>
                  <a:gd name="T25" fmla="*/ 596 h 738"/>
                  <a:gd name="T26" fmla="*/ 560 w 608"/>
                  <a:gd name="T27" fmla="*/ 656 h 738"/>
                  <a:gd name="T28" fmla="*/ 526 w 608"/>
                  <a:gd name="T29" fmla="*/ 686 h 738"/>
                  <a:gd name="T30" fmla="*/ 518 w 608"/>
                  <a:gd name="T31" fmla="*/ 682 h 738"/>
                  <a:gd name="T32" fmla="*/ 510 w 608"/>
                  <a:gd name="T33" fmla="*/ 668 h 738"/>
                  <a:gd name="T34" fmla="*/ 518 w 608"/>
                  <a:gd name="T35" fmla="*/ 656 h 738"/>
                  <a:gd name="T36" fmla="*/ 506 w 608"/>
                  <a:gd name="T37" fmla="*/ 652 h 738"/>
                  <a:gd name="T38" fmla="*/ 492 w 608"/>
                  <a:gd name="T39" fmla="*/ 620 h 738"/>
                  <a:gd name="T40" fmla="*/ 500 w 608"/>
                  <a:gd name="T41" fmla="*/ 600 h 738"/>
                  <a:gd name="T42" fmla="*/ 506 w 608"/>
                  <a:gd name="T43" fmla="*/ 570 h 738"/>
                  <a:gd name="T44" fmla="*/ 488 w 608"/>
                  <a:gd name="T45" fmla="*/ 542 h 738"/>
                  <a:gd name="T46" fmla="*/ 496 w 608"/>
                  <a:gd name="T47" fmla="*/ 538 h 738"/>
                  <a:gd name="T48" fmla="*/ 510 w 608"/>
                  <a:gd name="T49" fmla="*/ 516 h 738"/>
                  <a:gd name="T50" fmla="*/ 476 w 608"/>
                  <a:gd name="T51" fmla="*/ 590 h 738"/>
                  <a:gd name="T52" fmla="*/ 484 w 608"/>
                  <a:gd name="T53" fmla="*/ 534 h 738"/>
                  <a:gd name="T54" fmla="*/ 500 w 608"/>
                  <a:gd name="T55" fmla="*/ 642 h 738"/>
                  <a:gd name="T56" fmla="*/ 506 w 608"/>
                  <a:gd name="T57" fmla="*/ 470 h 738"/>
                  <a:gd name="T58" fmla="*/ 506 w 608"/>
                  <a:gd name="T59" fmla="*/ 470 h 738"/>
                  <a:gd name="T60" fmla="*/ 504 w 608"/>
                  <a:gd name="T61" fmla="*/ 494 h 738"/>
                  <a:gd name="T62" fmla="*/ 514 w 608"/>
                  <a:gd name="T63" fmla="*/ 508 h 738"/>
                  <a:gd name="T64" fmla="*/ 500 w 608"/>
                  <a:gd name="T65" fmla="*/ 504 h 738"/>
                  <a:gd name="T66" fmla="*/ 496 w 608"/>
                  <a:gd name="T67" fmla="*/ 512 h 738"/>
                  <a:gd name="T68" fmla="*/ 504 w 608"/>
                  <a:gd name="T69" fmla="*/ 520 h 738"/>
                  <a:gd name="T70" fmla="*/ 500 w 608"/>
                  <a:gd name="T71" fmla="*/ 526 h 738"/>
                  <a:gd name="T72" fmla="*/ 492 w 608"/>
                  <a:gd name="T73" fmla="*/ 556 h 738"/>
                  <a:gd name="T74" fmla="*/ 488 w 608"/>
                  <a:gd name="T75" fmla="*/ 574 h 738"/>
                  <a:gd name="T76" fmla="*/ 496 w 608"/>
                  <a:gd name="T77" fmla="*/ 574 h 738"/>
                  <a:gd name="T78" fmla="*/ 500 w 608"/>
                  <a:gd name="T79" fmla="*/ 578 h 738"/>
                  <a:gd name="T80" fmla="*/ 488 w 608"/>
                  <a:gd name="T81" fmla="*/ 604 h 738"/>
                  <a:gd name="T82" fmla="*/ 484 w 608"/>
                  <a:gd name="T83" fmla="*/ 590 h 738"/>
                  <a:gd name="T84" fmla="*/ 480 w 608"/>
                  <a:gd name="T85" fmla="*/ 608 h 738"/>
                  <a:gd name="T86" fmla="*/ 488 w 608"/>
                  <a:gd name="T87" fmla="*/ 624 h 738"/>
                  <a:gd name="T88" fmla="*/ 492 w 608"/>
                  <a:gd name="T89" fmla="*/ 630 h 738"/>
                  <a:gd name="T90" fmla="*/ 492 w 608"/>
                  <a:gd name="T91" fmla="*/ 642 h 738"/>
                  <a:gd name="T92" fmla="*/ 484 w 608"/>
                  <a:gd name="T93" fmla="*/ 656 h 738"/>
                  <a:gd name="T94" fmla="*/ 500 w 608"/>
                  <a:gd name="T95" fmla="*/ 650 h 738"/>
                  <a:gd name="T96" fmla="*/ 496 w 608"/>
                  <a:gd name="T97" fmla="*/ 664 h 738"/>
                  <a:gd name="T98" fmla="*/ 552 w 608"/>
                  <a:gd name="T99" fmla="*/ 712 h 738"/>
                  <a:gd name="T100" fmla="*/ 540 w 608"/>
                  <a:gd name="T101" fmla="*/ 706 h 738"/>
                  <a:gd name="T102" fmla="*/ 562 w 608"/>
                  <a:gd name="T103" fmla="*/ 702 h 738"/>
                  <a:gd name="T104" fmla="*/ 578 w 608"/>
                  <a:gd name="T105" fmla="*/ 686 h 738"/>
                  <a:gd name="T106" fmla="*/ 504 w 608"/>
                  <a:gd name="T107" fmla="*/ 676 h 738"/>
                  <a:gd name="T108" fmla="*/ 522 w 608"/>
                  <a:gd name="T109" fmla="*/ 690 h 738"/>
                  <a:gd name="T110" fmla="*/ 548 w 608"/>
                  <a:gd name="T111" fmla="*/ 690 h 738"/>
                  <a:gd name="T112" fmla="*/ 544 w 608"/>
                  <a:gd name="T113" fmla="*/ 706 h 738"/>
                  <a:gd name="T114" fmla="*/ 522 w 608"/>
                  <a:gd name="T115" fmla="*/ 706 h 738"/>
                  <a:gd name="T116" fmla="*/ 548 w 608"/>
                  <a:gd name="T117" fmla="*/ 724 h 738"/>
                  <a:gd name="T118" fmla="*/ 556 w 608"/>
                  <a:gd name="T119" fmla="*/ 720 h 738"/>
                  <a:gd name="T120" fmla="*/ 578 w 608"/>
                  <a:gd name="T121" fmla="*/ 716 h 738"/>
                  <a:gd name="T122" fmla="*/ 596 w 608"/>
                  <a:gd name="T123" fmla="*/ 724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08" h="738">
                    <a:moveTo>
                      <a:pt x="514" y="486"/>
                    </a:moveTo>
                    <a:lnTo>
                      <a:pt x="514" y="482"/>
                    </a:lnTo>
                    <a:lnTo>
                      <a:pt x="514" y="478"/>
                    </a:lnTo>
                    <a:lnTo>
                      <a:pt x="514" y="474"/>
                    </a:lnTo>
                    <a:lnTo>
                      <a:pt x="514" y="470"/>
                    </a:lnTo>
                    <a:lnTo>
                      <a:pt x="518" y="470"/>
                    </a:lnTo>
                    <a:lnTo>
                      <a:pt x="518" y="474"/>
                    </a:lnTo>
                    <a:lnTo>
                      <a:pt x="518" y="470"/>
                    </a:lnTo>
                    <a:lnTo>
                      <a:pt x="518" y="466"/>
                    </a:lnTo>
                    <a:lnTo>
                      <a:pt x="518" y="464"/>
                    </a:lnTo>
                    <a:lnTo>
                      <a:pt x="522" y="464"/>
                    </a:lnTo>
                    <a:lnTo>
                      <a:pt x="518" y="464"/>
                    </a:lnTo>
                    <a:lnTo>
                      <a:pt x="518" y="460"/>
                    </a:lnTo>
                    <a:lnTo>
                      <a:pt x="518" y="456"/>
                    </a:lnTo>
                    <a:lnTo>
                      <a:pt x="522" y="456"/>
                    </a:lnTo>
                    <a:lnTo>
                      <a:pt x="522" y="460"/>
                    </a:lnTo>
                    <a:lnTo>
                      <a:pt x="522" y="456"/>
                    </a:lnTo>
                    <a:lnTo>
                      <a:pt x="522" y="452"/>
                    </a:lnTo>
                    <a:lnTo>
                      <a:pt x="518" y="452"/>
                    </a:lnTo>
                    <a:lnTo>
                      <a:pt x="514" y="452"/>
                    </a:lnTo>
                    <a:lnTo>
                      <a:pt x="518" y="452"/>
                    </a:lnTo>
                    <a:lnTo>
                      <a:pt x="518" y="448"/>
                    </a:lnTo>
                    <a:lnTo>
                      <a:pt x="522" y="448"/>
                    </a:lnTo>
                    <a:lnTo>
                      <a:pt x="522" y="444"/>
                    </a:lnTo>
                    <a:lnTo>
                      <a:pt x="526" y="444"/>
                    </a:lnTo>
                    <a:lnTo>
                      <a:pt x="526" y="440"/>
                    </a:lnTo>
                    <a:lnTo>
                      <a:pt x="522" y="440"/>
                    </a:lnTo>
                    <a:lnTo>
                      <a:pt x="522" y="444"/>
                    </a:lnTo>
                    <a:lnTo>
                      <a:pt x="518" y="444"/>
                    </a:lnTo>
                    <a:lnTo>
                      <a:pt x="518" y="440"/>
                    </a:lnTo>
                    <a:lnTo>
                      <a:pt x="514" y="440"/>
                    </a:lnTo>
                    <a:lnTo>
                      <a:pt x="514" y="444"/>
                    </a:lnTo>
                    <a:lnTo>
                      <a:pt x="510" y="448"/>
                    </a:lnTo>
                    <a:lnTo>
                      <a:pt x="506" y="448"/>
                    </a:lnTo>
                    <a:lnTo>
                      <a:pt x="504" y="448"/>
                    </a:lnTo>
                    <a:lnTo>
                      <a:pt x="504" y="444"/>
                    </a:lnTo>
                    <a:lnTo>
                      <a:pt x="506" y="444"/>
                    </a:lnTo>
                    <a:lnTo>
                      <a:pt x="506" y="440"/>
                    </a:lnTo>
                    <a:lnTo>
                      <a:pt x="506" y="444"/>
                    </a:lnTo>
                    <a:lnTo>
                      <a:pt x="504" y="444"/>
                    </a:lnTo>
                    <a:lnTo>
                      <a:pt x="504" y="440"/>
                    </a:lnTo>
                    <a:lnTo>
                      <a:pt x="504" y="438"/>
                    </a:lnTo>
                    <a:lnTo>
                      <a:pt x="500" y="438"/>
                    </a:lnTo>
                    <a:lnTo>
                      <a:pt x="500" y="434"/>
                    </a:lnTo>
                    <a:lnTo>
                      <a:pt x="500" y="430"/>
                    </a:lnTo>
                    <a:lnTo>
                      <a:pt x="504" y="426"/>
                    </a:lnTo>
                    <a:lnTo>
                      <a:pt x="504" y="422"/>
                    </a:lnTo>
                    <a:lnTo>
                      <a:pt x="504" y="414"/>
                    </a:lnTo>
                    <a:lnTo>
                      <a:pt x="504" y="410"/>
                    </a:lnTo>
                    <a:lnTo>
                      <a:pt x="506" y="410"/>
                    </a:lnTo>
                    <a:lnTo>
                      <a:pt x="510" y="410"/>
                    </a:lnTo>
                    <a:lnTo>
                      <a:pt x="510" y="408"/>
                    </a:lnTo>
                    <a:lnTo>
                      <a:pt x="510" y="404"/>
                    </a:lnTo>
                    <a:lnTo>
                      <a:pt x="510" y="400"/>
                    </a:lnTo>
                    <a:lnTo>
                      <a:pt x="510" y="396"/>
                    </a:lnTo>
                    <a:lnTo>
                      <a:pt x="510" y="392"/>
                    </a:lnTo>
                    <a:lnTo>
                      <a:pt x="506" y="388"/>
                    </a:lnTo>
                    <a:lnTo>
                      <a:pt x="506" y="384"/>
                    </a:lnTo>
                    <a:lnTo>
                      <a:pt x="506" y="380"/>
                    </a:lnTo>
                    <a:lnTo>
                      <a:pt x="506" y="378"/>
                    </a:lnTo>
                    <a:lnTo>
                      <a:pt x="506" y="374"/>
                    </a:lnTo>
                    <a:lnTo>
                      <a:pt x="506" y="370"/>
                    </a:lnTo>
                    <a:lnTo>
                      <a:pt x="504" y="370"/>
                    </a:lnTo>
                    <a:lnTo>
                      <a:pt x="504" y="366"/>
                    </a:lnTo>
                    <a:lnTo>
                      <a:pt x="506" y="366"/>
                    </a:lnTo>
                    <a:lnTo>
                      <a:pt x="506" y="362"/>
                    </a:lnTo>
                    <a:lnTo>
                      <a:pt x="504" y="362"/>
                    </a:lnTo>
                    <a:lnTo>
                      <a:pt x="506" y="358"/>
                    </a:lnTo>
                    <a:lnTo>
                      <a:pt x="510" y="358"/>
                    </a:lnTo>
                    <a:lnTo>
                      <a:pt x="510" y="354"/>
                    </a:lnTo>
                    <a:lnTo>
                      <a:pt x="510" y="352"/>
                    </a:lnTo>
                    <a:lnTo>
                      <a:pt x="514" y="352"/>
                    </a:lnTo>
                    <a:lnTo>
                      <a:pt x="514" y="348"/>
                    </a:lnTo>
                    <a:lnTo>
                      <a:pt x="514" y="344"/>
                    </a:lnTo>
                    <a:lnTo>
                      <a:pt x="518" y="344"/>
                    </a:lnTo>
                    <a:lnTo>
                      <a:pt x="518" y="340"/>
                    </a:lnTo>
                    <a:lnTo>
                      <a:pt x="518" y="336"/>
                    </a:lnTo>
                    <a:lnTo>
                      <a:pt x="518" y="332"/>
                    </a:lnTo>
                    <a:lnTo>
                      <a:pt x="522" y="332"/>
                    </a:lnTo>
                    <a:lnTo>
                      <a:pt x="518" y="328"/>
                    </a:lnTo>
                    <a:lnTo>
                      <a:pt x="522" y="328"/>
                    </a:lnTo>
                    <a:lnTo>
                      <a:pt x="522" y="324"/>
                    </a:lnTo>
                    <a:lnTo>
                      <a:pt x="522" y="322"/>
                    </a:lnTo>
                    <a:lnTo>
                      <a:pt x="526" y="322"/>
                    </a:lnTo>
                    <a:lnTo>
                      <a:pt x="526" y="318"/>
                    </a:lnTo>
                    <a:lnTo>
                      <a:pt x="526" y="314"/>
                    </a:lnTo>
                    <a:lnTo>
                      <a:pt x="530" y="310"/>
                    </a:lnTo>
                    <a:lnTo>
                      <a:pt x="530" y="306"/>
                    </a:lnTo>
                    <a:lnTo>
                      <a:pt x="530" y="302"/>
                    </a:lnTo>
                    <a:lnTo>
                      <a:pt x="530" y="298"/>
                    </a:lnTo>
                    <a:lnTo>
                      <a:pt x="530" y="296"/>
                    </a:lnTo>
                    <a:lnTo>
                      <a:pt x="532" y="296"/>
                    </a:lnTo>
                    <a:lnTo>
                      <a:pt x="532" y="292"/>
                    </a:lnTo>
                    <a:lnTo>
                      <a:pt x="532" y="288"/>
                    </a:lnTo>
                    <a:lnTo>
                      <a:pt x="532" y="284"/>
                    </a:lnTo>
                    <a:lnTo>
                      <a:pt x="532" y="280"/>
                    </a:lnTo>
                    <a:lnTo>
                      <a:pt x="536" y="276"/>
                    </a:lnTo>
                    <a:lnTo>
                      <a:pt x="536" y="272"/>
                    </a:lnTo>
                    <a:lnTo>
                      <a:pt x="536" y="268"/>
                    </a:lnTo>
                    <a:lnTo>
                      <a:pt x="536" y="266"/>
                    </a:lnTo>
                    <a:lnTo>
                      <a:pt x="536" y="262"/>
                    </a:lnTo>
                    <a:lnTo>
                      <a:pt x="536" y="258"/>
                    </a:lnTo>
                    <a:lnTo>
                      <a:pt x="532" y="254"/>
                    </a:lnTo>
                    <a:lnTo>
                      <a:pt x="532" y="250"/>
                    </a:lnTo>
                    <a:lnTo>
                      <a:pt x="532" y="246"/>
                    </a:lnTo>
                    <a:lnTo>
                      <a:pt x="532" y="242"/>
                    </a:lnTo>
                    <a:lnTo>
                      <a:pt x="532" y="238"/>
                    </a:lnTo>
                    <a:lnTo>
                      <a:pt x="532" y="236"/>
                    </a:lnTo>
                    <a:lnTo>
                      <a:pt x="532" y="232"/>
                    </a:lnTo>
                    <a:lnTo>
                      <a:pt x="532" y="228"/>
                    </a:lnTo>
                    <a:lnTo>
                      <a:pt x="532" y="232"/>
                    </a:lnTo>
                    <a:lnTo>
                      <a:pt x="536" y="232"/>
                    </a:lnTo>
                    <a:lnTo>
                      <a:pt x="536" y="228"/>
                    </a:lnTo>
                    <a:lnTo>
                      <a:pt x="536" y="224"/>
                    </a:lnTo>
                    <a:lnTo>
                      <a:pt x="536" y="220"/>
                    </a:lnTo>
                    <a:lnTo>
                      <a:pt x="536" y="216"/>
                    </a:lnTo>
                    <a:lnTo>
                      <a:pt x="536" y="212"/>
                    </a:lnTo>
                    <a:lnTo>
                      <a:pt x="536" y="210"/>
                    </a:lnTo>
                    <a:lnTo>
                      <a:pt x="536" y="206"/>
                    </a:lnTo>
                    <a:lnTo>
                      <a:pt x="536" y="202"/>
                    </a:lnTo>
                    <a:lnTo>
                      <a:pt x="536" y="198"/>
                    </a:lnTo>
                    <a:lnTo>
                      <a:pt x="540" y="198"/>
                    </a:lnTo>
                    <a:lnTo>
                      <a:pt x="540" y="194"/>
                    </a:lnTo>
                    <a:lnTo>
                      <a:pt x="540" y="190"/>
                    </a:lnTo>
                    <a:lnTo>
                      <a:pt x="540" y="186"/>
                    </a:lnTo>
                    <a:lnTo>
                      <a:pt x="540" y="182"/>
                    </a:lnTo>
                    <a:lnTo>
                      <a:pt x="544" y="182"/>
                    </a:lnTo>
                    <a:lnTo>
                      <a:pt x="544" y="180"/>
                    </a:lnTo>
                    <a:lnTo>
                      <a:pt x="544" y="176"/>
                    </a:lnTo>
                    <a:lnTo>
                      <a:pt x="544" y="172"/>
                    </a:lnTo>
                    <a:lnTo>
                      <a:pt x="544" y="168"/>
                    </a:lnTo>
                    <a:lnTo>
                      <a:pt x="544" y="164"/>
                    </a:lnTo>
                    <a:lnTo>
                      <a:pt x="548" y="164"/>
                    </a:lnTo>
                    <a:lnTo>
                      <a:pt x="548" y="160"/>
                    </a:lnTo>
                    <a:lnTo>
                      <a:pt x="548" y="158"/>
                    </a:lnTo>
                    <a:lnTo>
                      <a:pt x="548" y="154"/>
                    </a:lnTo>
                    <a:lnTo>
                      <a:pt x="548" y="150"/>
                    </a:lnTo>
                    <a:lnTo>
                      <a:pt x="548" y="146"/>
                    </a:lnTo>
                    <a:lnTo>
                      <a:pt x="548" y="142"/>
                    </a:lnTo>
                    <a:lnTo>
                      <a:pt x="552" y="142"/>
                    </a:lnTo>
                    <a:lnTo>
                      <a:pt x="552" y="138"/>
                    </a:lnTo>
                    <a:lnTo>
                      <a:pt x="548" y="136"/>
                    </a:lnTo>
                    <a:lnTo>
                      <a:pt x="548" y="132"/>
                    </a:lnTo>
                    <a:lnTo>
                      <a:pt x="548" y="128"/>
                    </a:lnTo>
                    <a:lnTo>
                      <a:pt x="548" y="124"/>
                    </a:lnTo>
                    <a:lnTo>
                      <a:pt x="548" y="120"/>
                    </a:lnTo>
                    <a:lnTo>
                      <a:pt x="548" y="116"/>
                    </a:lnTo>
                    <a:lnTo>
                      <a:pt x="548" y="112"/>
                    </a:lnTo>
                    <a:lnTo>
                      <a:pt x="552" y="112"/>
                    </a:lnTo>
                    <a:lnTo>
                      <a:pt x="552" y="110"/>
                    </a:lnTo>
                    <a:lnTo>
                      <a:pt x="552" y="106"/>
                    </a:lnTo>
                    <a:lnTo>
                      <a:pt x="548" y="106"/>
                    </a:lnTo>
                    <a:lnTo>
                      <a:pt x="548" y="110"/>
                    </a:lnTo>
                    <a:lnTo>
                      <a:pt x="548" y="106"/>
                    </a:lnTo>
                    <a:lnTo>
                      <a:pt x="548" y="102"/>
                    </a:lnTo>
                    <a:lnTo>
                      <a:pt x="548" y="98"/>
                    </a:lnTo>
                    <a:lnTo>
                      <a:pt x="548" y="102"/>
                    </a:lnTo>
                    <a:lnTo>
                      <a:pt x="552" y="102"/>
                    </a:lnTo>
                    <a:lnTo>
                      <a:pt x="552" y="98"/>
                    </a:lnTo>
                    <a:lnTo>
                      <a:pt x="552" y="94"/>
                    </a:lnTo>
                    <a:lnTo>
                      <a:pt x="552" y="90"/>
                    </a:lnTo>
                    <a:lnTo>
                      <a:pt x="552" y="86"/>
                    </a:lnTo>
                    <a:lnTo>
                      <a:pt x="556" y="82"/>
                    </a:lnTo>
                    <a:lnTo>
                      <a:pt x="556" y="76"/>
                    </a:lnTo>
                    <a:lnTo>
                      <a:pt x="556" y="72"/>
                    </a:lnTo>
                    <a:lnTo>
                      <a:pt x="556" y="68"/>
                    </a:lnTo>
                    <a:lnTo>
                      <a:pt x="556" y="64"/>
                    </a:lnTo>
                    <a:lnTo>
                      <a:pt x="556" y="60"/>
                    </a:lnTo>
                    <a:lnTo>
                      <a:pt x="556" y="52"/>
                    </a:lnTo>
                    <a:lnTo>
                      <a:pt x="556" y="50"/>
                    </a:lnTo>
                    <a:lnTo>
                      <a:pt x="556" y="46"/>
                    </a:lnTo>
                    <a:lnTo>
                      <a:pt x="556" y="42"/>
                    </a:lnTo>
                    <a:lnTo>
                      <a:pt x="556" y="38"/>
                    </a:lnTo>
                    <a:lnTo>
                      <a:pt x="552" y="34"/>
                    </a:lnTo>
                    <a:lnTo>
                      <a:pt x="552" y="30"/>
                    </a:lnTo>
                    <a:lnTo>
                      <a:pt x="552" y="26"/>
                    </a:lnTo>
                    <a:lnTo>
                      <a:pt x="552" y="24"/>
                    </a:lnTo>
                    <a:lnTo>
                      <a:pt x="552" y="20"/>
                    </a:lnTo>
                    <a:lnTo>
                      <a:pt x="552" y="16"/>
                    </a:lnTo>
                    <a:lnTo>
                      <a:pt x="556" y="16"/>
                    </a:lnTo>
                    <a:lnTo>
                      <a:pt x="560" y="16"/>
                    </a:lnTo>
                    <a:lnTo>
                      <a:pt x="560" y="12"/>
                    </a:lnTo>
                    <a:lnTo>
                      <a:pt x="560" y="8"/>
                    </a:lnTo>
                    <a:lnTo>
                      <a:pt x="560" y="4"/>
                    </a:lnTo>
                    <a:lnTo>
                      <a:pt x="562" y="4"/>
                    </a:lnTo>
                    <a:lnTo>
                      <a:pt x="562" y="0"/>
                    </a:lnTo>
                    <a:lnTo>
                      <a:pt x="562" y="4"/>
                    </a:lnTo>
                    <a:lnTo>
                      <a:pt x="566" y="4"/>
                    </a:lnTo>
                    <a:lnTo>
                      <a:pt x="566" y="8"/>
                    </a:lnTo>
                    <a:lnTo>
                      <a:pt x="566" y="12"/>
                    </a:lnTo>
                    <a:lnTo>
                      <a:pt x="570" y="12"/>
                    </a:lnTo>
                    <a:lnTo>
                      <a:pt x="570" y="16"/>
                    </a:lnTo>
                    <a:lnTo>
                      <a:pt x="570" y="20"/>
                    </a:lnTo>
                    <a:lnTo>
                      <a:pt x="570" y="24"/>
                    </a:lnTo>
                    <a:lnTo>
                      <a:pt x="570" y="26"/>
                    </a:lnTo>
                    <a:lnTo>
                      <a:pt x="574" y="30"/>
                    </a:lnTo>
                    <a:lnTo>
                      <a:pt x="574" y="34"/>
                    </a:lnTo>
                    <a:lnTo>
                      <a:pt x="578" y="34"/>
                    </a:lnTo>
                    <a:lnTo>
                      <a:pt x="578" y="38"/>
                    </a:lnTo>
                    <a:lnTo>
                      <a:pt x="574" y="42"/>
                    </a:lnTo>
                    <a:lnTo>
                      <a:pt x="578" y="42"/>
                    </a:lnTo>
                    <a:lnTo>
                      <a:pt x="578" y="46"/>
                    </a:lnTo>
                    <a:lnTo>
                      <a:pt x="574" y="46"/>
                    </a:lnTo>
                    <a:lnTo>
                      <a:pt x="574" y="50"/>
                    </a:lnTo>
                    <a:lnTo>
                      <a:pt x="574" y="52"/>
                    </a:lnTo>
                    <a:lnTo>
                      <a:pt x="574" y="56"/>
                    </a:lnTo>
                    <a:lnTo>
                      <a:pt x="578" y="56"/>
                    </a:lnTo>
                    <a:lnTo>
                      <a:pt x="578" y="60"/>
                    </a:lnTo>
                    <a:lnTo>
                      <a:pt x="578" y="64"/>
                    </a:lnTo>
                    <a:lnTo>
                      <a:pt x="578" y="60"/>
                    </a:lnTo>
                    <a:lnTo>
                      <a:pt x="582" y="68"/>
                    </a:lnTo>
                    <a:lnTo>
                      <a:pt x="582" y="76"/>
                    </a:lnTo>
                    <a:lnTo>
                      <a:pt x="586" y="76"/>
                    </a:lnTo>
                    <a:lnTo>
                      <a:pt x="586" y="80"/>
                    </a:lnTo>
                    <a:lnTo>
                      <a:pt x="586" y="82"/>
                    </a:lnTo>
                    <a:lnTo>
                      <a:pt x="586" y="86"/>
                    </a:lnTo>
                    <a:lnTo>
                      <a:pt x="586" y="90"/>
                    </a:lnTo>
                    <a:lnTo>
                      <a:pt x="590" y="90"/>
                    </a:lnTo>
                    <a:lnTo>
                      <a:pt x="586" y="94"/>
                    </a:lnTo>
                    <a:lnTo>
                      <a:pt x="590" y="98"/>
                    </a:lnTo>
                    <a:lnTo>
                      <a:pt x="592" y="98"/>
                    </a:lnTo>
                    <a:lnTo>
                      <a:pt x="596" y="94"/>
                    </a:lnTo>
                    <a:lnTo>
                      <a:pt x="596" y="98"/>
                    </a:lnTo>
                    <a:lnTo>
                      <a:pt x="600" y="98"/>
                    </a:lnTo>
                    <a:lnTo>
                      <a:pt x="600" y="102"/>
                    </a:lnTo>
                    <a:lnTo>
                      <a:pt x="596" y="102"/>
                    </a:lnTo>
                    <a:lnTo>
                      <a:pt x="596" y="106"/>
                    </a:lnTo>
                    <a:lnTo>
                      <a:pt x="596" y="110"/>
                    </a:lnTo>
                    <a:lnTo>
                      <a:pt x="596" y="112"/>
                    </a:lnTo>
                    <a:lnTo>
                      <a:pt x="592" y="116"/>
                    </a:lnTo>
                    <a:lnTo>
                      <a:pt x="592" y="120"/>
                    </a:lnTo>
                    <a:lnTo>
                      <a:pt x="590" y="120"/>
                    </a:lnTo>
                    <a:lnTo>
                      <a:pt x="586" y="120"/>
                    </a:lnTo>
                    <a:lnTo>
                      <a:pt x="582" y="124"/>
                    </a:lnTo>
                    <a:lnTo>
                      <a:pt x="578" y="124"/>
                    </a:lnTo>
                    <a:lnTo>
                      <a:pt x="578" y="128"/>
                    </a:lnTo>
                    <a:lnTo>
                      <a:pt x="578" y="132"/>
                    </a:lnTo>
                    <a:lnTo>
                      <a:pt x="582" y="136"/>
                    </a:lnTo>
                    <a:lnTo>
                      <a:pt x="578" y="138"/>
                    </a:lnTo>
                    <a:lnTo>
                      <a:pt x="578" y="142"/>
                    </a:lnTo>
                    <a:lnTo>
                      <a:pt x="578" y="146"/>
                    </a:lnTo>
                    <a:lnTo>
                      <a:pt x="578" y="150"/>
                    </a:lnTo>
                    <a:lnTo>
                      <a:pt x="578" y="154"/>
                    </a:lnTo>
                    <a:lnTo>
                      <a:pt x="578" y="158"/>
                    </a:lnTo>
                    <a:lnTo>
                      <a:pt x="578" y="160"/>
                    </a:lnTo>
                    <a:lnTo>
                      <a:pt x="578" y="164"/>
                    </a:lnTo>
                    <a:lnTo>
                      <a:pt x="582" y="168"/>
                    </a:lnTo>
                    <a:lnTo>
                      <a:pt x="582" y="172"/>
                    </a:lnTo>
                    <a:lnTo>
                      <a:pt x="578" y="172"/>
                    </a:lnTo>
                    <a:lnTo>
                      <a:pt x="574" y="172"/>
                    </a:lnTo>
                    <a:lnTo>
                      <a:pt x="574" y="176"/>
                    </a:lnTo>
                    <a:lnTo>
                      <a:pt x="570" y="180"/>
                    </a:lnTo>
                    <a:lnTo>
                      <a:pt x="570" y="182"/>
                    </a:lnTo>
                    <a:lnTo>
                      <a:pt x="570" y="186"/>
                    </a:lnTo>
                    <a:lnTo>
                      <a:pt x="566" y="186"/>
                    </a:lnTo>
                    <a:lnTo>
                      <a:pt x="566" y="190"/>
                    </a:lnTo>
                    <a:lnTo>
                      <a:pt x="562" y="194"/>
                    </a:lnTo>
                    <a:lnTo>
                      <a:pt x="562" y="198"/>
                    </a:lnTo>
                    <a:lnTo>
                      <a:pt x="560" y="198"/>
                    </a:lnTo>
                    <a:lnTo>
                      <a:pt x="560" y="202"/>
                    </a:lnTo>
                    <a:lnTo>
                      <a:pt x="560" y="206"/>
                    </a:lnTo>
                    <a:lnTo>
                      <a:pt x="560" y="210"/>
                    </a:lnTo>
                    <a:lnTo>
                      <a:pt x="556" y="212"/>
                    </a:lnTo>
                    <a:lnTo>
                      <a:pt x="556" y="216"/>
                    </a:lnTo>
                    <a:lnTo>
                      <a:pt x="560" y="216"/>
                    </a:lnTo>
                    <a:lnTo>
                      <a:pt x="556" y="216"/>
                    </a:lnTo>
                    <a:lnTo>
                      <a:pt x="560" y="220"/>
                    </a:lnTo>
                    <a:lnTo>
                      <a:pt x="560" y="224"/>
                    </a:lnTo>
                    <a:lnTo>
                      <a:pt x="560" y="228"/>
                    </a:lnTo>
                    <a:lnTo>
                      <a:pt x="560" y="232"/>
                    </a:lnTo>
                    <a:lnTo>
                      <a:pt x="556" y="232"/>
                    </a:lnTo>
                    <a:lnTo>
                      <a:pt x="556" y="236"/>
                    </a:lnTo>
                    <a:lnTo>
                      <a:pt x="552" y="236"/>
                    </a:lnTo>
                    <a:lnTo>
                      <a:pt x="552" y="238"/>
                    </a:lnTo>
                    <a:lnTo>
                      <a:pt x="552" y="242"/>
                    </a:lnTo>
                    <a:lnTo>
                      <a:pt x="552" y="246"/>
                    </a:lnTo>
                    <a:lnTo>
                      <a:pt x="548" y="246"/>
                    </a:lnTo>
                    <a:lnTo>
                      <a:pt x="548" y="250"/>
                    </a:lnTo>
                    <a:lnTo>
                      <a:pt x="548" y="254"/>
                    </a:lnTo>
                    <a:lnTo>
                      <a:pt x="552" y="258"/>
                    </a:lnTo>
                    <a:lnTo>
                      <a:pt x="552" y="262"/>
                    </a:lnTo>
                    <a:lnTo>
                      <a:pt x="552" y="266"/>
                    </a:lnTo>
                    <a:lnTo>
                      <a:pt x="552" y="268"/>
                    </a:lnTo>
                    <a:lnTo>
                      <a:pt x="556" y="268"/>
                    </a:lnTo>
                    <a:lnTo>
                      <a:pt x="556" y="272"/>
                    </a:lnTo>
                    <a:lnTo>
                      <a:pt x="556" y="276"/>
                    </a:lnTo>
                    <a:lnTo>
                      <a:pt x="556" y="280"/>
                    </a:lnTo>
                    <a:lnTo>
                      <a:pt x="556" y="284"/>
                    </a:lnTo>
                    <a:lnTo>
                      <a:pt x="560" y="284"/>
                    </a:lnTo>
                    <a:lnTo>
                      <a:pt x="560" y="288"/>
                    </a:lnTo>
                    <a:lnTo>
                      <a:pt x="560" y="292"/>
                    </a:lnTo>
                    <a:lnTo>
                      <a:pt x="560" y="296"/>
                    </a:lnTo>
                    <a:lnTo>
                      <a:pt x="560" y="298"/>
                    </a:lnTo>
                    <a:lnTo>
                      <a:pt x="560" y="302"/>
                    </a:lnTo>
                    <a:lnTo>
                      <a:pt x="556" y="302"/>
                    </a:lnTo>
                    <a:lnTo>
                      <a:pt x="556" y="306"/>
                    </a:lnTo>
                    <a:lnTo>
                      <a:pt x="556" y="310"/>
                    </a:lnTo>
                    <a:lnTo>
                      <a:pt x="552" y="310"/>
                    </a:lnTo>
                    <a:lnTo>
                      <a:pt x="552" y="314"/>
                    </a:lnTo>
                    <a:lnTo>
                      <a:pt x="552" y="318"/>
                    </a:lnTo>
                    <a:lnTo>
                      <a:pt x="552" y="322"/>
                    </a:lnTo>
                    <a:lnTo>
                      <a:pt x="548" y="322"/>
                    </a:lnTo>
                    <a:lnTo>
                      <a:pt x="548" y="324"/>
                    </a:lnTo>
                    <a:lnTo>
                      <a:pt x="552" y="324"/>
                    </a:lnTo>
                    <a:lnTo>
                      <a:pt x="552" y="328"/>
                    </a:lnTo>
                    <a:lnTo>
                      <a:pt x="552" y="332"/>
                    </a:lnTo>
                    <a:lnTo>
                      <a:pt x="552" y="336"/>
                    </a:lnTo>
                    <a:lnTo>
                      <a:pt x="552" y="340"/>
                    </a:lnTo>
                    <a:lnTo>
                      <a:pt x="548" y="340"/>
                    </a:lnTo>
                    <a:lnTo>
                      <a:pt x="548" y="344"/>
                    </a:lnTo>
                    <a:lnTo>
                      <a:pt x="544" y="348"/>
                    </a:lnTo>
                    <a:lnTo>
                      <a:pt x="544" y="344"/>
                    </a:lnTo>
                    <a:lnTo>
                      <a:pt x="540" y="348"/>
                    </a:lnTo>
                    <a:lnTo>
                      <a:pt x="540" y="352"/>
                    </a:lnTo>
                    <a:lnTo>
                      <a:pt x="540" y="354"/>
                    </a:lnTo>
                    <a:lnTo>
                      <a:pt x="540" y="358"/>
                    </a:lnTo>
                    <a:lnTo>
                      <a:pt x="540" y="362"/>
                    </a:lnTo>
                    <a:lnTo>
                      <a:pt x="540" y="366"/>
                    </a:lnTo>
                    <a:lnTo>
                      <a:pt x="540" y="370"/>
                    </a:lnTo>
                    <a:lnTo>
                      <a:pt x="540" y="374"/>
                    </a:lnTo>
                    <a:lnTo>
                      <a:pt x="544" y="378"/>
                    </a:lnTo>
                    <a:lnTo>
                      <a:pt x="544" y="380"/>
                    </a:lnTo>
                    <a:lnTo>
                      <a:pt x="544" y="384"/>
                    </a:lnTo>
                    <a:lnTo>
                      <a:pt x="544" y="388"/>
                    </a:lnTo>
                    <a:lnTo>
                      <a:pt x="540" y="388"/>
                    </a:lnTo>
                    <a:lnTo>
                      <a:pt x="540" y="392"/>
                    </a:lnTo>
                    <a:lnTo>
                      <a:pt x="536" y="392"/>
                    </a:lnTo>
                    <a:lnTo>
                      <a:pt x="536" y="396"/>
                    </a:lnTo>
                    <a:lnTo>
                      <a:pt x="536" y="400"/>
                    </a:lnTo>
                    <a:lnTo>
                      <a:pt x="536" y="404"/>
                    </a:lnTo>
                    <a:lnTo>
                      <a:pt x="536" y="408"/>
                    </a:lnTo>
                    <a:lnTo>
                      <a:pt x="532" y="408"/>
                    </a:lnTo>
                    <a:lnTo>
                      <a:pt x="532" y="404"/>
                    </a:lnTo>
                    <a:lnTo>
                      <a:pt x="532" y="408"/>
                    </a:lnTo>
                    <a:lnTo>
                      <a:pt x="532" y="410"/>
                    </a:lnTo>
                    <a:lnTo>
                      <a:pt x="532" y="414"/>
                    </a:lnTo>
                    <a:lnTo>
                      <a:pt x="530" y="418"/>
                    </a:lnTo>
                    <a:lnTo>
                      <a:pt x="532" y="418"/>
                    </a:lnTo>
                    <a:lnTo>
                      <a:pt x="532" y="422"/>
                    </a:lnTo>
                    <a:lnTo>
                      <a:pt x="530" y="422"/>
                    </a:lnTo>
                    <a:lnTo>
                      <a:pt x="530" y="426"/>
                    </a:lnTo>
                    <a:lnTo>
                      <a:pt x="530" y="430"/>
                    </a:lnTo>
                    <a:lnTo>
                      <a:pt x="530" y="434"/>
                    </a:lnTo>
                    <a:lnTo>
                      <a:pt x="530" y="438"/>
                    </a:lnTo>
                    <a:lnTo>
                      <a:pt x="530" y="440"/>
                    </a:lnTo>
                    <a:lnTo>
                      <a:pt x="530" y="444"/>
                    </a:lnTo>
                    <a:lnTo>
                      <a:pt x="530" y="448"/>
                    </a:lnTo>
                    <a:lnTo>
                      <a:pt x="532" y="448"/>
                    </a:lnTo>
                    <a:lnTo>
                      <a:pt x="532" y="452"/>
                    </a:lnTo>
                    <a:lnTo>
                      <a:pt x="532" y="456"/>
                    </a:lnTo>
                    <a:lnTo>
                      <a:pt x="530" y="456"/>
                    </a:lnTo>
                    <a:lnTo>
                      <a:pt x="526" y="460"/>
                    </a:lnTo>
                    <a:lnTo>
                      <a:pt x="530" y="460"/>
                    </a:lnTo>
                    <a:lnTo>
                      <a:pt x="526" y="464"/>
                    </a:lnTo>
                    <a:lnTo>
                      <a:pt x="526" y="466"/>
                    </a:lnTo>
                    <a:lnTo>
                      <a:pt x="526" y="470"/>
                    </a:lnTo>
                    <a:lnTo>
                      <a:pt x="526" y="474"/>
                    </a:lnTo>
                    <a:lnTo>
                      <a:pt x="530" y="474"/>
                    </a:lnTo>
                    <a:lnTo>
                      <a:pt x="532" y="474"/>
                    </a:lnTo>
                    <a:lnTo>
                      <a:pt x="532" y="478"/>
                    </a:lnTo>
                    <a:lnTo>
                      <a:pt x="530" y="478"/>
                    </a:lnTo>
                    <a:lnTo>
                      <a:pt x="530" y="482"/>
                    </a:lnTo>
                    <a:lnTo>
                      <a:pt x="532" y="482"/>
                    </a:lnTo>
                    <a:lnTo>
                      <a:pt x="532" y="486"/>
                    </a:lnTo>
                    <a:lnTo>
                      <a:pt x="532" y="490"/>
                    </a:lnTo>
                    <a:lnTo>
                      <a:pt x="532" y="494"/>
                    </a:lnTo>
                    <a:lnTo>
                      <a:pt x="530" y="494"/>
                    </a:lnTo>
                    <a:lnTo>
                      <a:pt x="532" y="496"/>
                    </a:lnTo>
                    <a:lnTo>
                      <a:pt x="530" y="496"/>
                    </a:lnTo>
                    <a:lnTo>
                      <a:pt x="530" y="500"/>
                    </a:lnTo>
                    <a:lnTo>
                      <a:pt x="532" y="500"/>
                    </a:lnTo>
                    <a:lnTo>
                      <a:pt x="536" y="500"/>
                    </a:lnTo>
                    <a:lnTo>
                      <a:pt x="540" y="500"/>
                    </a:lnTo>
                    <a:lnTo>
                      <a:pt x="540" y="504"/>
                    </a:lnTo>
                    <a:lnTo>
                      <a:pt x="540" y="508"/>
                    </a:lnTo>
                    <a:lnTo>
                      <a:pt x="536" y="508"/>
                    </a:lnTo>
                    <a:lnTo>
                      <a:pt x="532" y="508"/>
                    </a:lnTo>
                    <a:lnTo>
                      <a:pt x="530" y="508"/>
                    </a:lnTo>
                    <a:lnTo>
                      <a:pt x="526" y="508"/>
                    </a:lnTo>
                    <a:lnTo>
                      <a:pt x="530" y="508"/>
                    </a:lnTo>
                    <a:lnTo>
                      <a:pt x="530" y="512"/>
                    </a:lnTo>
                    <a:lnTo>
                      <a:pt x="532" y="512"/>
                    </a:lnTo>
                    <a:lnTo>
                      <a:pt x="536" y="512"/>
                    </a:lnTo>
                    <a:lnTo>
                      <a:pt x="536" y="516"/>
                    </a:lnTo>
                    <a:lnTo>
                      <a:pt x="536" y="520"/>
                    </a:lnTo>
                    <a:lnTo>
                      <a:pt x="532" y="524"/>
                    </a:lnTo>
                    <a:lnTo>
                      <a:pt x="532" y="526"/>
                    </a:lnTo>
                    <a:lnTo>
                      <a:pt x="532" y="530"/>
                    </a:lnTo>
                    <a:lnTo>
                      <a:pt x="532" y="534"/>
                    </a:lnTo>
                    <a:lnTo>
                      <a:pt x="530" y="534"/>
                    </a:lnTo>
                    <a:lnTo>
                      <a:pt x="532" y="534"/>
                    </a:lnTo>
                    <a:lnTo>
                      <a:pt x="532" y="538"/>
                    </a:lnTo>
                    <a:lnTo>
                      <a:pt x="532" y="542"/>
                    </a:lnTo>
                    <a:lnTo>
                      <a:pt x="532" y="546"/>
                    </a:lnTo>
                    <a:lnTo>
                      <a:pt x="530" y="550"/>
                    </a:lnTo>
                    <a:lnTo>
                      <a:pt x="530" y="552"/>
                    </a:lnTo>
                    <a:lnTo>
                      <a:pt x="530" y="556"/>
                    </a:lnTo>
                    <a:lnTo>
                      <a:pt x="526" y="560"/>
                    </a:lnTo>
                    <a:lnTo>
                      <a:pt x="522" y="560"/>
                    </a:lnTo>
                    <a:lnTo>
                      <a:pt x="526" y="564"/>
                    </a:lnTo>
                    <a:lnTo>
                      <a:pt x="522" y="564"/>
                    </a:lnTo>
                    <a:lnTo>
                      <a:pt x="522" y="566"/>
                    </a:lnTo>
                    <a:lnTo>
                      <a:pt x="522" y="570"/>
                    </a:lnTo>
                    <a:lnTo>
                      <a:pt x="526" y="574"/>
                    </a:lnTo>
                    <a:lnTo>
                      <a:pt x="526" y="578"/>
                    </a:lnTo>
                    <a:lnTo>
                      <a:pt x="522" y="578"/>
                    </a:lnTo>
                    <a:lnTo>
                      <a:pt x="522" y="582"/>
                    </a:lnTo>
                    <a:lnTo>
                      <a:pt x="518" y="582"/>
                    </a:lnTo>
                    <a:lnTo>
                      <a:pt x="522" y="582"/>
                    </a:lnTo>
                    <a:lnTo>
                      <a:pt x="522" y="586"/>
                    </a:lnTo>
                    <a:lnTo>
                      <a:pt x="522" y="590"/>
                    </a:lnTo>
                    <a:lnTo>
                      <a:pt x="518" y="590"/>
                    </a:lnTo>
                    <a:lnTo>
                      <a:pt x="514" y="590"/>
                    </a:lnTo>
                    <a:lnTo>
                      <a:pt x="514" y="594"/>
                    </a:lnTo>
                    <a:lnTo>
                      <a:pt x="510" y="596"/>
                    </a:lnTo>
                    <a:lnTo>
                      <a:pt x="514" y="596"/>
                    </a:lnTo>
                    <a:lnTo>
                      <a:pt x="510" y="596"/>
                    </a:lnTo>
                    <a:lnTo>
                      <a:pt x="506" y="596"/>
                    </a:lnTo>
                    <a:lnTo>
                      <a:pt x="506" y="600"/>
                    </a:lnTo>
                    <a:lnTo>
                      <a:pt x="506" y="604"/>
                    </a:lnTo>
                    <a:lnTo>
                      <a:pt x="506" y="608"/>
                    </a:lnTo>
                    <a:lnTo>
                      <a:pt x="506" y="612"/>
                    </a:lnTo>
                    <a:lnTo>
                      <a:pt x="506" y="616"/>
                    </a:lnTo>
                    <a:lnTo>
                      <a:pt x="510" y="620"/>
                    </a:lnTo>
                    <a:lnTo>
                      <a:pt x="510" y="624"/>
                    </a:lnTo>
                    <a:lnTo>
                      <a:pt x="510" y="626"/>
                    </a:lnTo>
                    <a:lnTo>
                      <a:pt x="510" y="630"/>
                    </a:lnTo>
                    <a:lnTo>
                      <a:pt x="514" y="630"/>
                    </a:lnTo>
                    <a:lnTo>
                      <a:pt x="514" y="626"/>
                    </a:lnTo>
                    <a:lnTo>
                      <a:pt x="518" y="626"/>
                    </a:lnTo>
                    <a:lnTo>
                      <a:pt x="522" y="626"/>
                    </a:lnTo>
                    <a:lnTo>
                      <a:pt x="526" y="626"/>
                    </a:lnTo>
                    <a:lnTo>
                      <a:pt x="522" y="626"/>
                    </a:lnTo>
                    <a:lnTo>
                      <a:pt x="526" y="630"/>
                    </a:lnTo>
                    <a:lnTo>
                      <a:pt x="526" y="634"/>
                    </a:lnTo>
                    <a:lnTo>
                      <a:pt x="522" y="634"/>
                    </a:lnTo>
                    <a:lnTo>
                      <a:pt x="522" y="638"/>
                    </a:lnTo>
                    <a:lnTo>
                      <a:pt x="526" y="638"/>
                    </a:lnTo>
                    <a:lnTo>
                      <a:pt x="526" y="642"/>
                    </a:lnTo>
                    <a:lnTo>
                      <a:pt x="522" y="646"/>
                    </a:lnTo>
                    <a:lnTo>
                      <a:pt x="526" y="650"/>
                    </a:lnTo>
                    <a:lnTo>
                      <a:pt x="530" y="652"/>
                    </a:lnTo>
                    <a:lnTo>
                      <a:pt x="532" y="656"/>
                    </a:lnTo>
                    <a:lnTo>
                      <a:pt x="540" y="656"/>
                    </a:lnTo>
                    <a:lnTo>
                      <a:pt x="548" y="656"/>
                    </a:lnTo>
                    <a:lnTo>
                      <a:pt x="552" y="656"/>
                    </a:lnTo>
                    <a:lnTo>
                      <a:pt x="556" y="656"/>
                    </a:lnTo>
                    <a:lnTo>
                      <a:pt x="560" y="656"/>
                    </a:lnTo>
                    <a:lnTo>
                      <a:pt x="562" y="656"/>
                    </a:lnTo>
                    <a:lnTo>
                      <a:pt x="566" y="656"/>
                    </a:lnTo>
                    <a:lnTo>
                      <a:pt x="570" y="660"/>
                    </a:lnTo>
                    <a:lnTo>
                      <a:pt x="574" y="660"/>
                    </a:lnTo>
                    <a:lnTo>
                      <a:pt x="578" y="660"/>
                    </a:lnTo>
                    <a:lnTo>
                      <a:pt x="578" y="664"/>
                    </a:lnTo>
                    <a:lnTo>
                      <a:pt x="578" y="660"/>
                    </a:lnTo>
                    <a:lnTo>
                      <a:pt x="574" y="660"/>
                    </a:lnTo>
                    <a:lnTo>
                      <a:pt x="570" y="660"/>
                    </a:lnTo>
                    <a:lnTo>
                      <a:pt x="566" y="660"/>
                    </a:lnTo>
                    <a:lnTo>
                      <a:pt x="562" y="660"/>
                    </a:lnTo>
                    <a:lnTo>
                      <a:pt x="562" y="664"/>
                    </a:lnTo>
                    <a:lnTo>
                      <a:pt x="562" y="668"/>
                    </a:lnTo>
                    <a:lnTo>
                      <a:pt x="560" y="664"/>
                    </a:lnTo>
                    <a:lnTo>
                      <a:pt x="556" y="668"/>
                    </a:lnTo>
                    <a:lnTo>
                      <a:pt x="548" y="672"/>
                    </a:lnTo>
                    <a:lnTo>
                      <a:pt x="544" y="672"/>
                    </a:lnTo>
                    <a:lnTo>
                      <a:pt x="544" y="676"/>
                    </a:lnTo>
                    <a:lnTo>
                      <a:pt x="544" y="680"/>
                    </a:lnTo>
                    <a:lnTo>
                      <a:pt x="544" y="682"/>
                    </a:lnTo>
                    <a:lnTo>
                      <a:pt x="544" y="686"/>
                    </a:lnTo>
                    <a:lnTo>
                      <a:pt x="544" y="690"/>
                    </a:lnTo>
                    <a:lnTo>
                      <a:pt x="544" y="694"/>
                    </a:lnTo>
                    <a:lnTo>
                      <a:pt x="540" y="694"/>
                    </a:lnTo>
                    <a:lnTo>
                      <a:pt x="536" y="694"/>
                    </a:lnTo>
                    <a:lnTo>
                      <a:pt x="532" y="694"/>
                    </a:lnTo>
                    <a:lnTo>
                      <a:pt x="530" y="690"/>
                    </a:lnTo>
                    <a:lnTo>
                      <a:pt x="526" y="690"/>
                    </a:lnTo>
                    <a:lnTo>
                      <a:pt x="522" y="686"/>
                    </a:lnTo>
                    <a:lnTo>
                      <a:pt x="522" y="682"/>
                    </a:lnTo>
                    <a:lnTo>
                      <a:pt x="526" y="682"/>
                    </a:lnTo>
                    <a:lnTo>
                      <a:pt x="526" y="686"/>
                    </a:lnTo>
                    <a:lnTo>
                      <a:pt x="530" y="686"/>
                    </a:lnTo>
                    <a:lnTo>
                      <a:pt x="530" y="682"/>
                    </a:lnTo>
                    <a:lnTo>
                      <a:pt x="530" y="680"/>
                    </a:lnTo>
                    <a:lnTo>
                      <a:pt x="530" y="682"/>
                    </a:lnTo>
                    <a:lnTo>
                      <a:pt x="532" y="686"/>
                    </a:lnTo>
                    <a:lnTo>
                      <a:pt x="530" y="686"/>
                    </a:lnTo>
                    <a:lnTo>
                      <a:pt x="532" y="686"/>
                    </a:lnTo>
                    <a:lnTo>
                      <a:pt x="532" y="682"/>
                    </a:lnTo>
                    <a:lnTo>
                      <a:pt x="532" y="680"/>
                    </a:lnTo>
                    <a:lnTo>
                      <a:pt x="536" y="680"/>
                    </a:lnTo>
                    <a:lnTo>
                      <a:pt x="540" y="676"/>
                    </a:lnTo>
                    <a:lnTo>
                      <a:pt x="540" y="672"/>
                    </a:lnTo>
                    <a:lnTo>
                      <a:pt x="536" y="672"/>
                    </a:lnTo>
                    <a:lnTo>
                      <a:pt x="532" y="676"/>
                    </a:lnTo>
                    <a:lnTo>
                      <a:pt x="530" y="676"/>
                    </a:lnTo>
                    <a:lnTo>
                      <a:pt x="530" y="680"/>
                    </a:lnTo>
                    <a:lnTo>
                      <a:pt x="526" y="680"/>
                    </a:lnTo>
                    <a:lnTo>
                      <a:pt x="526" y="676"/>
                    </a:lnTo>
                    <a:lnTo>
                      <a:pt x="522" y="680"/>
                    </a:lnTo>
                    <a:lnTo>
                      <a:pt x="526" y="680"/>
                    </a:lnTo>
                    <a:lnTo>
                      <a:pt x="522" y="682"/>
                    </a:lnTo>
                    <a:lnTo>
                      <a:pt x="522" y="680"/>
                    </a:lnTo>
                    <a:lnTo>
                      <a:pt x="522" y="682"/>
                    </a:lnTo>
                    <a:lnTo>
                      <a:pt x="518" y="682"/>
                    </a:lnTo>
                    <a:lnTo>
                      <a:pt x="522" y="686"/>
                    </a:lnTo>
                    <a:lnTo>
                      <a:pt x="518" y="686"/>
                    </a:lnTo>
                    <a:lnTo>
                      <a:pt x="514" y="682"/>
                    </a:lnTo>
                    <a:lnTo>
                      <a:pt x="510" y="682"/>
                    </a:lnTo>
                    <a:lnTo>
                      <a:pt x="510" y="680"/>
                    </a:lnTo>
                    <a:lnTo>
                      <a:pt x="514" y="680"/>
                    </a:lnTo>
                    <a:lnTo>
                      <a:pt x="518" y="680"/>
                    </a:lnTo>
                    <a:lnTo>
                      <a:pt x="518" y="682"/>
                    </a:lnTo>
                    <a:lnTo>
                      <a:pt x="518" y="680"/>
                    </a:lnTo>
                    <a:lnTo>
                      <a:pt x="514" y="680"/>
                    </a:lnTo>
                    <a:lnTo>
                      <a:pt x="514" y="676"/>
                    </a:lnTo>
                    <a:lnTo>
                      <a:pt x="514" y="672"/>
                    </a:lnTo>
                    <a:lnTo>
                      <a:pt x="518" y="672"/>
                    </a:lnTo>
                    <a:lnTo>
                      <a:pt x="522" y="672"/>
                    </a:lnTo>
                    <a:lnTo>
                      <a:pt x="526" y="672"/>
                    </a:lnTo>
                    <a:lnTo>
                      <a:pt x="526" y="668"/>
                    </a:lnTo>
                    <a:lnTo>
                      <a:pt x="530" y="668"/>
                    </a:lnTo>
                    <a:lnTo>
                      <a:pt x="532" y="668"/>
                    </a:lnTo>
                    <a:lnTo>
                      <a:pt x="536" y="668"/>
                    </a:lnTo>
                    <a:lnTo>
                      <a:pt x="532" y="668"/>
                    </a:lnTo>
                    <a:lnTo>
                      <a:pt x="530" y="668"/>
                    </a:lnTo>
                    <a:lnTo>
                      <a:pt x="526" y="664"/>
                    </a:lnTo>
                    <a:lnTo>
                      <a:pt x="522" y="668"/>
                    </a:lnTo>
                    <a:lnTo>
                      <a:pt x="522" y="664"/>
                    </a:lnTo>
                    <a:lnTo>
                      <a:pt x="522" y="668"/>
                    </a:lnTo>
                    <a:lnTo>
                      <a:pt x="518" y="668"/>
                    </a:lnTo>
                    <a:lnTo>
                      <a:pt x="514" y="668"/>
                    </a:lnTo>
                    <a:lnTo>
                      <a:pt x="518" y="668"/>
                    </a:lnTo>
                    <a:lnTo>
                      <a:pt x="518" y="672"/>
                    </a:lnTo>
                    <a:lnTo>
                      <a:pt x="514" y="672"/>
                    </a:lnTo>
                    <a:lnTo>
                      <a:pt x="514" y="676"/>
                    </a:lnTo>
                    <a:lnTo>
                      <a:pt x="514" y="680"/>
                    </a:lnTo>
                    <a:lnTo>
                      <a:pt x="510" y="680"/>
                    </a:lnTo>
                    <a:lnTo>
                      <a:pt x="506" y="676"/>
                    </a:lnTo>
                    <a:lnTo>
                      <a:pt x="510" y="676"/>
                    </a:lnTo>
                    <a:lnTo>
                      <a:pt x="506" y="672"/>
                    </a:lnTo>
                    <a:lnTo>
                      <a:pt x="510" y="672"/>
                    </a:lnTo>
                    <a:lnTo>
                      <a:pt x="514" y="664"/>
                    </a:lnTo>
                    <a:lnTo>
                      <a:pt x="510" y="664"/>
                    </a:lnTo>
                    <a:lnTo>
                      <a:pt x="510" y="668"/>
                    </a:lnTo>
                    <a:lnTo>
                      <a:pt x="506" y="668"/>
                    </a:lnTo>
                    <a:lnTo>
                      <a:pt x="506" y="672"/>
                    </a:lnTo>
                    <a:lnTo>
                      <a:pt x="504" y="672"/>
                    </a:lnTo>
                    <a:lnTo>
                      <a:pt x="504" y="668"/>
                    </a:lnTo>
                    <a:lnTo>
                      <a:pt x="506" y="668"/>
                    </a:lnTo>
                    <a:lnTo>
                      <a:pt x="506" y="664"/>
                    </a:lnTo>
                    <a:lnTo>
                      <a:pt x="504" y="664"/>
                    </a:lnTo>
                    <a:lnTo>
                      <a:pt x="506" y="664"/>
                    </a:lnTo>
                    <a:lnTo>
                      <a:pt x="506" y="660"/>
                    </a:lnTo>
                    <a:lnTo>
                      <a:pt x="506" y="656"/>
                    </a:lnTo>
                    <a:lnTo>
                      <a:pt x="504" y="656"/>
                    </a:lnTo>
                    <a:lnTo>
                      <a:pt x="506" y="660"/>
                    </a:lnTo>
                    <a:lnTo>
                      <a:pt x="510" y="660"/>
                    </a:lnTo>
                    <a:lnTo>
                      <a:pt x="510" y="656"/>
                    </a:lnTo>
                    <a:lnTo>
                      <a:pt x="514" y="656"/>
                    </a:lnTo>
                    <a:lnTo>
                      <a:pt x="514" y="660"/>
                    </a:lnTo>
                    <a:lnTo>
                      <a:pt x="518" y="660"/>
                    </a:lnTo>
                    <a:lnTo>
                      <a:pt x="518" y="656"/>
                    </a:lnTo>
                    <a:lnTo>
                      <a:pt x="514" y="660"/>
                    </a:lnTo>
                    <a:lnTo>
                      <a:pt x="514" y="656"/>
                    </a:lnTo>
                    <a:lnTo>
                      <a:pt x="518" y="652"/>
                    </a:lnTo>
                    <a:lnTo>
                      <a:pt x="518" y="656"/>
                    </a:lnTo>
                    <a:lnTo>
                      <a:pt x="522" y="656"/>
                    </a:lnTo>
                    <a:lnTo>
                      <a:pt x="522" y="660"/>
                    </a:lnTo>
                    <a:lnTo>
                      <a:pt x="518" y="660"/>
                    </a:lnTo>
                    <a:lnTo>
                      <a:pt x="518" y="664"/>
                    </a:lnTo>
                    <a:lnTo>
                      <a:pt x="514" y="664"/>
                    </a:lnTo>
                    <a:lnTo>
                      <a:pt x="518" y="664"/>
                    </a:lnTo>
                    <a:lnTo>
                      <a:pt x="522" y="664"/>
                    </a:lnTo>
                    <a:lnTo>
                      <a:pt x="522" y="660"/>
                    </a:lnTo>
                    <a:lnTo>
                      <a:pt x="522" y="656"/>
                    </a:lnTo>
                    <a:lnTo>
                      <a:pt x="518" y="656"/>
                    </a:lnTo>
                    <a:lnTo>
                      <a:pt x="518" y="652"/>
                    </a:lnTo>
                    <a:lnTo>
                      <a:pt x="522" y="652"/>
                    </a:lnTo>
                    <a:lnTo>
                      <a:pt x="522" y="650"/>
                    </a:lnTo>
                    <a:lnTo>
                      <a:pt x="518" y="646"/>
                    </a:lnTo>
                    <a:lnTo>
                      <a:pt x="514" y="646"/>
                    </a:lnTo>
                    <a:lnTo>
                      <a:pt x="514" y="642"/>
                    </a:lnTo>
                    <a:lnTo>
                      <a:pt x="510" y="642"/>
                    </a:lnTo>
                    <a:lnTo>
                      <a:pt x="510" y="646"/>
                    </a:lnTo>
                    <a:lnTo>
                      <a:pt x="514" y="646"/>
                    </a:lnTo>
                    <a:lnTo>
                      <a:pt x="518" y="646"/>
                    </a:lnTo>
                    <a:lnTo>
                      <a:pt x="518" y="650"/>
                    </a:lnTo>
                    <a:lnTo>
                      <a:pt x="522" y="650"/>
                    </a:lnTo>
                    <a:lnTo>
                      <a:pt x="518" y="652"/>
                    </a:lnTo>
                    <a:lnTo>
                      <a:pt x="518" y="650"/>
                    </a:lnTo>
                    <a:lnTo>
                      <a:pt x="514" y="650"/>
                    </a:lnTo>
                    <a:lnTo>
                      <a:pt x="510" y="646"/>
                    </a:lnTo>
                    <a:lnTo>
                      <a:pt x="510" y="650"/>
                    </a:lnTo>
                    <a:lnTo>
                      <a:pt x="514" y="650"/>
                    </a:lnTo>
                    <a:lnTo>
                      <a:pt x="514" y="652"/>
                    </a:lnTo>
                    <a:lnTo>
                      <a:pt x="510" y="652"/>
                    </a:lnTo>
                    <a:lnTo>
                      <a:pt x="514" y="652"/>
                    </a:lnTo>
                    <a:lnTo>
                      <a:pt x="510" y="652"/>
                    </a:lnTo>
                    <a:lnTo>
                      <a:pt x="510" y="656"/>
                    </a:lnTo>
                    <a:lnTo>
                      <a:pt x="510" y="652"/>
                    </a:lnTo>
                    <a:lnTo>
                      <a:pt x="510" y="650"/>
                    </a:lnTo>
                    <a:lnTo>
                      <a:pt x="510" y="656"/>
                    </a:lnTo>
                    <a:lnTo>
                      <a:pt x="506" y="656"/>
                    </a:lnTo>
                    <a:lnTo>
                      <a:pt x="506" y="652"/>
                    </a:lnTo>
                    <a:lnTo>
                      <a:pt x="506" y="650"/>
                    </a:lnTo>
                    <a:lnTo>
                      <a:pt x="506" y="652"/>
                    </a:lnTo>
                    <a:lnTo>
                      <a:pt x="506" y="656"/>
                    </a:lnTo>
                    <a:lnTo>
                      <a:pt x="506" y="652"/>
                    </a:lnTo>
                    <a:lnTo>
                      <a:pt x="506" y="650"/>
                    </a:lnTo>
                    <a:lnTo>
                      <a:pt x="504" y="650"/>
                    </a:lnTo>
                    <a:lnTo>
                      <a:pt x="504" y="646"/>
                    </a:lnTo>
                    <a:lnTo>
                      <a:pt x="500" y="642"/>
                    </a:lnTo>
                    <a:lnTo>
                      <a:pt x="504" y="642"/>
                    </a:lnTo>
                    <a:lnTo>
                      <a:pt x="504" y="646"/>
                    </a:lnTo>
                    <a:lnTo>
                      <a:pt x="506" y="646"/>
                    </a:lnTo>
                    <a:lnTo>
                      <a:pt x="504" y="642"/>
                    </a:lnTo>
                    <a:lnTo>
                      <a:pt x="504" y="638"/>
                    </a:lnTo>
                    <a:lnTo>
                      <a:pt x="500" y="638"/>
                    </a:lnTo>
                    <a:lnTo>
                      <a:pt x="500" y="634"/>
                    </a:lnTo>
                    <a:lnTo>
                      <a:pt x="496" y="634"/>
                    </a:lnTo>
                    <a:lnTo>
                      <a:pt x="496" y="630"/>
                    </a:lnTo>
                    <a:lnTo>
                      <a:pt x="500" y="630"/>
                    </a:lnTo>
                    <a:lnTo>
                      <a:pt x="504" y="630"/>
                    </a:lnTo>
                    <a:lnTo>
                      <a:pt x="504" y="626"/>
                    </a:lnTo>
                    <a:lnTo>
                      <a:pt x="506" y="626"/>
                    </a:lnTo>
                    <a:lnTo>
                      <a:pt x="504" y="626"/>
                    </a:lnTo>
                    <a:lnTo>
                      <a:pt x="504" y="624"/>
                    </a:lnTo>
                    <a:lnTo>
                      <a:pt x="506" y="624"/>
                    </a:lnTo>
                    <a:lnTo>
                      <a:pt x="504" y="624"/>
                    </a:lnTo>
                    <a:lnTo>
                      <a:pt x="504" y="626"/>
                    </a:lnTo>
                    <a:lnTo>
                      <a:pt x="504" y="630"/>
                    </a:lnTo>
                    <a:lnTo>
                      <a:pt x="500" y="630"/>
                    </a:lnTo>
                    <a:lnTo>
                      <a:pt x="500" y="626"/>
                    </a:lnTo>
                    <a:lnTo>
                      <a:pt x="496" y="626"/>
                    </a:lnTo>
                    <a:lnTo>
                      <a:pt x="496" y="624"/>
                    </a:lnTo>
                    <a:lnTo>
                      <a:pt x="500" y="624"/>
                    </a:lnTo>
                    <a:lnTo>
                      <a:pt x="504" y="624"/>
                    </a:lnTo>
                    <a:lnTo>
                      <a:pt x="500" y="624"/>
                    </a:lnTo>
                    <a:lnTo>
                      <a:pt x="496" y="624"/>
                    </a:lnTo>
                    <a:lnTo>
                      <a:pt x="492" y="620"/>
                    </a:lnTo>
                    <a:lnTo>
                      <a:pt x="492" y="616"/>
                    </a:lnTo>
                    <a:lnTo>
                      <a:pt x="496" y="616"/>
                    </a:lnTo>
                    <a:lnTo>
                      <a:pt x="500" y="620"/>
                    </a:lnTo>
                    <a:lnTo>
                      <a:pt x="504" y="620"/>
                    </a:lnTo>
                    <a:lnTo>
                      <a:pt x="500" y="616"/>
                    </a:lnTo>
                    <a:lnTo>
                      <a:pt x="496" y="616"/>
                    </a:lnTo>
                    <a:lnTo>
                      <a:pt x="496" y="612"/>
                    </a:lnTo>
                    <a:lnTo>
                      <a:pt x="500" y="612"/>
                    </a:lnTo>
                    <a:lnTo>
                      <a:pt x="504" y="616"/>
                    </a:lnTo>
                    <a:lnTo>
                      <a:pt x="504" y="612"/>
                    </a:lnTo>
                    <a:lnTo>
                      <a:pt x="500" y="612"/>
                    </a:lnTo>
                    <a:lnTo>
                      <a:pt x="496" y="612"/>
                    </a:lnTo>
                    <a:lnTo>
                      <a:pt x="496" y="608"/>
                    </a:lnTo>
                    <a:lnTo>
                      <a:pt x="500" y="608"/>
                    </a:lnTo>
                    <a:lnTo>
                      <a:pt x="496" y="608"/>
                    </a:lnTo>
                    <a:lnTo>
                      <a:pt x="496" y="604"/>
                    </a:lnTo>
                    <a:lnTo>
                      <a:pt x="500" y="604"/>
                    </a:lnTo>
                    <a:lnTo>
                      <a:pt x="504" y="604"/>
                    </a:lnTo>
                    <a:lnTo>
                      <a:pt x="504" y="608"/>
                    </a:lnTo>
                    <a:lnTo>
                      <a:pt x="504" y="604"/>
                    </a:lnTo>
                    <a:lnTo>
                      <a:pt x="500" y="604"/>
                    </a:lnTo>
                    <a:lnTo>
                      <a:pt x="500" y="600"/>
                    </a:lnTo>
                    <a:lnTo>
                      <a:pt x="500" y="596"/>
                    </a:lnTo>
                    <a:lnTo>
                      <a:pt x="500" y="600"/>
                    </a:lnTo>
                    <a:lnTo>
                      <a:pt x="504" y="600"/>
                    </a:lnTo>
                    <a:lnTo>
                      <a:pt x="500" y="600"/>
                    </a:lnTo>
                    <a:lnTo>
                      <a:pt x="500" y="596"/>
                    </a:lnTo>
                    <a:lnTo>
                      <a:pt x="500" y="594"/>
                    </a:lnTo>
                    <a:lnTo>
                      <a:pt x="504" y="594"/>
                    </a:lnTo>
                    <a:lnTo>
                      <a:pt x="500" y="594"/>
                    </a:lnTo>
                    <a:lnTo>
                      <a:pt x="500" y="596"/>
                    </a:lnTo>
                    <a:lnTo>
                      <a:pt x="500" y="600"/>
                    </a:lnTo>
                    <a:lnTo>
                      <a:pt x="496" y="604"/>
                    </a:lnTo>
                    <a:lnTo>
                      <a:pt x="496" y="600"/>
                    </a:lnTo>
                    <a:lnTo>
                      <a:pt x="496" y="596"/>
                    </a:lnTo>
                    <a:lnTo>
                      <a:pt x="496" y="594"/>
                    </a:lnTo>
                    <a:lnTo>
                      <a:pt x="496" y="590"/>
                    </a:lnTo>
                    <a:lnTo>
                      <a:pt x="492" y="590"/>
                    </a:lnTo>
                    <a:lnTo>
                      <a:pt x="496" y="590"/>
                    </a:lnTo>
                    <a:lnTo>
                      <a:pt x="496" y="586"/>
                    </a:lnTo>
                    <a:lnTo>
                      <a:pt x="500" y="586"/>
                    </a:lnTo>
                    <a:lnTo>
                      <a:pt x="496" y="586"/>
                    </a:lnTo>
                    <a:lnTo>
                      <a:pt x="496" y="582"/>
                    </a:lnTo>
                    <a:lnTo>
                      <a:pt x="500" y="582"/>
                    </a:lnTo>
                    <a:lnTo>
                      <a:pt x="500" y="578"/>
                    </a:lnTo>
                    <a:lnTo>
                      <a:pt x="496" y="578"/>
                    </a:lnTo>
                    <a:lnTo>
                      <a:pt x="500" y="578"/>
                    </a:lnTo>
                    <a:lnTo>
                      <a:pt x="496" y="578"/>
                    </a:lnTo>
                    <a:lnTo>
                      <a:pt x="496" y="574"/>
                    </a:lnTo>
                    <a:lnTo>
                      <a:pt x="492" y="574"/>
                    </a:lnTo>
                    <a:lnTo>
                      <a:pt x="492" y="570"/>
                    </a:lnTo>
                    <a:lnTo>
                      <a:pt x="496" y="570"/>
                    </a:lnTo>
                    <a:lnTo>
                      <a:pt x="496" y="574"/>
                    </a:lnTo>
                    <a:lnTo>
                      <a:pt x="496" y="570"/>
                    </a:lnTo>
                    <a:lnTo>
                      <a:pt x="500" y="570"/>
                    </a:lnTo>
                    <a:lnTo>
                      <a:pt x="504" y="570"/>
                    </a:lnTo>
                    <a:lnTo>
                      <a:pt x="506" y="574"/>
                    </a:lnTo>
                    <a:lnTo>
                      <a:pt x="506" y="578"/>
                    </a:lnTo>
                    <a:lnTo>
                      <a:pt x="506" y="574"/>
                    </a:lnTo>
                    <a:lnTo>
                      <a:pt x="510" y="574"/>
                    </a:lnTo>
                    <a:lnTo>
                      <a:pt x="506" y="574"/>
                    </a:lnTo>
                    <a:lnTo>
                      <a:pt x="506" y="570"/>
                    </a:lnTo>
                    <a:lnTo>
                      <a:pt x="504" y="570"/>
                    </a:lnTo>
                    <a:lnTo>
                      <a:pt x="506" y="570"/>
                    </a:lnTo>
                    <a:lnTo>
                      <a:pt x="510" y="570"/>
                    </a:lnTo>
                    <a:lnTo>
                      <a:pt x="506" y="570"/>
                    </a:lnTo>
                    <a:lnTo>
                      <a:pt x="504" y="566"/>
                    </a:lnTo>
                    <a:lnTo>
                      <a:pt x="504" y="564"/>
                    </a:lnTo>
                    <a:lnTo>
                      <a:pt x="504" y="566"/>
                    </a:lnTo>
                    <a:lnTo>
                      <a:pt x="500" y="566"/>
                    </a:lnTo>
                    <a:lnTo>
                      <a:pt x="496" y="566"/>
                    </a:lnTo>
                    <a:lnTo>
                      <a:pt x="492" y="566"/>
                    </a:lnTo>
                    <a:lnTo>
                      <a:pt x="488" y="566"/>
                    </a:lnTo>
                    <a:lnTo>
                      <a:pt x="492" y="564"/>
                    </a:lnTo>
                    <a:lnTo>
                      <a:pt x="496" y="564"/>
                    </a:lnTo>
                    <a:lnTo>
                      <a:pt x="496" y="566"/>
                    </a:lnTo>
                    <a:lnTo>
                      <a:pt x="500" y="566"/>
                    </a:lnTo>
                    <a:lnTo>
                      <a:pt x="496" y="566"/>
                    </a:lnTo>
                    <a:lnTo>
                      <a:pt x="496" y="564"/>
                    </a:lnTo>
                    <a:lnTo>
                      <a:pt x="500" y="564"/>
                    </a:lnTo>
                    <a:lnTo>
                      <a:pt x="496" y="564"/>
                    </a:lnTo>
                    <a:lnTo>
                      <a:pt x="492" y="560"/>
                    </a:lnTo>
                    <a:lnTo>
                      <a:pt x="496" y="556"/>
                    </a:lnTo>
                    <a:lnTo>
                      <a:pt x="500" y="556"/>
                    </a:lnTo>
                    <a:lnTo>
                      <a:pt x="500" y="560"/>
                    </a:lnTo>
                    <a:lnTo>
                      <a:pt x="500" y="556"/>
                    </a:lnTo>
                    <a:lnTo>
                      <a:pt x="500" y="552"/>
                    </a:lnTo>
                    <a:lnTo>
                      <a:pt x="496" y="550"/>
                    </a:lnTo>
                    <a:lnTo>
                      <a:pt x="496" y="546"/>
                    </a:lnTo>
                    <a:lnTo>
                      <a:pt x="492" y="550"/>
                    </a:lnTo>
                    <a:lnTo>
                      <a:pt x="496" y="550"/>
                    </a:lnTo>
                    <a:lnTo>
                      <a:pt x="492" y="550"/>
                    </a:lnTo>
                    <a:lnTo>
                      <a:pt x="488" y="550"/>
                    </a:lnTo>
                    <a:lnTo>
                      <a:pt x="484" y="546"/>
                    </a:lnTo>
                    <a:lnTo>
                      <a:pt x="484" y="542"/>
                    </a:lnTo>
                    <a:lnTo>
                      <a:pt x="488" y="542"/>
                    </a:lnTo>
                    <a:lnTo>
                      <a:pt x="484" y="542"/>
                    </a:lnTo>
                    <a:lnTo>
                      <a:pt x="484" y="546"/>
                    </a:lnTo>
                    <a:lnTo>
                      <a:pt x="480" y="546"/>
                    </a:lnTo>
                    <a:lnTo>
                      <a:pt x="476" y="546"/>
                    </a:lnTo>
                    <a:lnTo>
                      <a:pt x="476" y="550"/>
                    </a:lnTo>
                    <a:lnTo>
                      <a:pt x="476" y="546"/>
                    </a:lnTo>
                    <a:lnTo>
                      <a:pt x="480" y="546"/>
                    </a:lnTo>
                    <a:lnTo>
                      <a:pt x="480" y="550"/>
                    </a:lnTo>
                    <a:lnTo>
                      <a:pt x="480" y="552"/>
                    </a:lnTo>
                    <a:lnTo>
                      <a:pt x="476" y="552"/>
                    </a:lnTo>
                    <a:lnTo>
                      <a:pt x="476" y="550"/>
                    </a:lnTo>
                    <a:lnTo>
                      <a:pt x="476" y="546"/>
                    </a:lnTo>
                    <a:lnTo>
                      <a:pt x="476" y="542"/>
                    </a:lnTo>
                    <a:lnTo>
                      <a:pt x="480" y="542"/>
                    </a:lnTo>
                    <a:lnTo>
                      <a:pt x="480" y="538"/>
                    </a:lnTo>
                    <a:lnTo>
                      <a:pt x="484" y="538"/>
                    </a:lnTo>
                    <a:lnTo>
                      <a:pt x="484" y="542"/>
                    </a:lnTo>
                    <a:lnTo>
                      <a:pt x="484" y="538"/>
                    </a:lnTo>
                    <a:lnTo>
                      <a:pt x="484" y="534"/>
                    </a:lnTo>
                    <a:lnTo>
                      <a:pt x="488" y="534"/>
                    </a:lnTo>
                    <a:lnTo>
                      <a:pt x="488" y="530"/>
                    </a:lnTo>
                    <a:lnTo>
                      <a:pt x="492" y="526"/>
                    </a:lnTo>
                    <a:lnTo>
                      <a:pt x="496" y="526"/>
                    </a:lnTo>
                    <a:lnTo>
                      <a:pt x="500" y="526"/>
                    </a:lnTo>
                    <a:lnTo>
                      <a:pt x="500" y="530"/>
                    </a:lnTo>
                    <a:lnTo>
                      <a:pt x="500" y="534"/>
                    </a:lnTo>
                    <a:lnTo>
                      <a:pt x="500" y="530"/>
                    </a:lnTo>
                    <a:lnTo>
                      <a:pt x="500" y="534"/>
                    </a:lnTo>
                    <a:lnTo>
                      <a:pt x="496" y="538"/>
                    </a:lnTo>
                    <a:lnTo>
                      <a:pt x="496" y="534"/>
                    </a:lnTo>
                    <a:lnTo>
                      <a:pt x="492" y="534"/>
                    </a:lnTo>
                    <a:lnTo>
                      <a:pt x="496" y="538"/>
                    </a:lnTo>
                    <a:lnTo>
                      <a:pt x="500" y="538"/>
                    </a:lnTo>
                    <a:lnTo>
                      <a:pt x="500" y="534"/>
                    </a:lnTo>
                    <a:lnTo>
                      <a:pt x="500" y="538"/>
                    </a:lnTo>
                    <a:lnTo>
                      <a:pt x="504" y="538"/>
                    </a:lnTo>
                    <a:lnTo>
                      <a:pt x="500" y="538"/>
                    </a:lnTo>
                    <a:lnTo>
                      <a:pt x="500" y="534"/>
                    </a:lnTo>
                    <a:lnTo>
                      <a:pt x="504" y="534"/>
                    </a:lnTo>
                    <a:lnTo>
                      <a:pt x="504" y="538"/>
                    </a:lnTo>
                    <a:lnTo>
                      <a:pt x="504" y="542"/>
                    </a:lnTo>
                    <a:lnTo>
                      <a:pt x="500" y="542"/>
                    </a:lnTo>
                    <a:lnTo>
                      <a:pt x="504" y="546"/>
                    </a:lnTo>
                    <a:lnTo>
                      <a:pt x="504" y="542"/>
                    </a:lnTo>
                    <a:lnTo>
                      <a:pt x="504" y="538"/>
                    </a:lnTo>
                    <a:lnTo>
                      <a:pt x="506" y="538"/>
                    </a:lnTo>
                    <a:lnTo>
                      <a:pt x="506" y="534"/>
                    </a:lnTo>
                    <a:lnTo>
                      <a:pt x="506" y="538"/>
                    </a:lnTo>
                    <a:lnTo>
                      <a:pt x="504" y="538"/>
                    </a:lnTo>
                    <a:lnTo>
                      <a:pt x="506" y="534"/>
                    </a:lnTo>
                    <a:lnTo>
                      <a:pt x="506" y="530"/>
                    </a:lnTo>
                    <a:lnTo>
                      <a:pt x="504" y="530"/>
                    </a:lnTo>
                    <a:lnTo>
                      <a:pt x="506" y="526"/>
                    </a:lnTo>
                    <a:lnTo>
                      <a:pt x="510" y="526"/>
                    </a:lnTo>
                    <a:lnTo>
                      <a:pt x="510" y="524"/>
                    </a:lnTo>
                    <a:lnTo>
                      <a:pt x="506" y="524"/>
                    </a:lnTo>
                    <a:lnTo>
                      <a:pt x="506" y="526"/>
                    </a:lnTo>
                    <a:lnTo>
                      <a:pt x="506" y="520"/>
                    </a:lnTo>
                    <a:lnTo>
                      <a:pt x="510" y="520"/>
                    </a:lnTo>
                    <a:lnTo>
                      <a:pt x="514" y="520"/>
                    </a:lnTo>
                    <a:lnTo>
                      <a:pt x="518" y="520"/>
                    </a:lnTo>
                    <a:lnTo>
                      <a:pt x="514" y="520"/>
                    </a:lnTo>
                    <a:lnTo>
                      <a:pt x="510" y="520"/>
                    </a:lnTo>
                    <a:lnTo>
                      <a:pt x="510" y="516"/>
                    </a:lnTo>
                    <a:lnTo>
                      <a:pt x="510" y="520"/>
                    </a:lnTo>
                    <a:lnTo>
                      <a:pt x="506" y="516"/>
                    </a:lnTo>
                    <a:lnTo>
                      <a:pt x="510" y="516"/>
                    </a:lnTo>
                    <a:lnTo>
                      <a:pt x="510" y="512"/>
                    </a:lnTo>
                    <a:lnTo>
                      <a:pt x="506" y="512"/>
                    </a:lnTo>
                    <a:lnTo>
                      <a:pt x="510" y="512"/>
                    </a:lnTo>
                    <a:lnTo>
                      <a:pt x="514" y="508"/>
                    </a:lnTo>
                    <a:lnTo>
                      <a:pt x="518" y="508"/>
                    </a:lnTo>
                    <a:lnTo>
                      <a:pt x="518" y="504"/>
                    </a:lnTo>
                    <a:lnTo>
                      <a:pt x="518" y="500"/>
                    </a:lnTo>
                    <a:lnTo>
                      <a:pt x="514" y="496"/>
                    </a:lnTo>
                    <a:lnTo>
                      <a:pt x="510" y="496"/>
                    </a:lnTo>
                    <a:lnTo>
                      <a:pt x="510" y="494"/>
                    </a:lnTo>
                    <a:lnTo>
                      <a:pt x="514" y="490"/>
                    </a:lnTo>
                    <a:lnTo>
                      <a:pt x="518" y="486"/>
                    </a:lnTo>
                    <a:lnTo>
                      <a:pt x="514" y="486"/>
                    </a:lnTo>
                    <a:lnTo>
                      <a:pt x="514" y="486"/>
                    </a:lnTo>
                    <a:lnTo>
                      <a:pt x="514" y="486"/>
                    </a:lnTo>
                    <a:close/>
                    <a:moveTo>
                      <a:pt x="504" y="512"/>
                    </a:moveTo>
                    <a:lnTo>
                      <a:pt x="504" y="508"/>
                    </a:lnTo>
                    <a:lnTo>
                      <a:pt x="500" y="508"/>
                    </a:lnTo>
                    <a:lnTo>
                      <a:pt x="504" y="508"/>
                    </a:lnTo>
                    <a:lnTo>
                      <a:pt x="504" y="512"/>
                    </a:lnTo>
                    <a:lnTo>
                      <a:pt x="504" y="512"/>
                    </a:lnTo>
                    <a:lnTo>
                      <a:pt x="504" y="512"/>
                    </a:lnTo>
                    <a:close/>
                    <a:moveTo>
                      <a:pt x="476" y="590"/>
                    </a:moveTo>
                    <a:lnTo>
                      <a:pt x="476" y="586"/>
                    </a:lnTo>
                    <a:lnTo>
                      <a:pt x="480" y="586"/>
                    </a:lnTo>
                    <a:lnTo>
                      <a:pt x="480" y="590"/>
                    </a:lnTo>
                    <a:lnTo>
                      <a:pt x="476" y="590"/>
                    </a:lnTo>
                    <a:lnTo>
                      <a:pt x="476" y="590"/>
                    </a:lnTo>
                    <a:lnTo>
                      <a:pt x="476" y="590"/>
                    </a:lnTo>
                    <a:close/>
                    <a:moveTo>
                      <a:pt x="484" y="590"/>
                    </a:moveTo>
                    <a:lnTo>
                      <a:pt x="480" y="590"/>
                    </a:lnTo>
                    <a:lnTo>
                      <a:pt x="480" y="586"/>
                    </a:lnTo>
                    <a:lnTo>
                      <a:pt x="484" y="586"/>
                    </a:lnTo>
                    <a:lnTo>
                      <a:pt x="484" y="590"/>
                    </a:lnTo>
                    <a:lnTo>
                      <a:pt x="484" y="590"/>
                    </a:lnTo>
                    <a:lnTo>
                      <a:pt x="484" y="590"/>
                    </a:lnTo>
                    <a:close/>
                    <a:moveTo>
                      <a:pt x="500" y="672"/>
                    </a:moveTo>
                    <a:lnTo>
                      <a:pt x="500" y="668"/>
                    </a:lnTo>
                    <a:lnTo>
                      <a:pt x="500" y="664"/>
                    </a:lnTo>
                    <a:lnTo>
                      <a:pt x="504" y="664"/>
                    </a:lnTo>
                    <a:lnTo>
                      <a:pt x="504" y="668"/>
                    </a:lnTo>
                    <a:lnTo>
                      <a:pt x="504" y="672"/>
                    </a:lnTo>
                    <a:lnTo>
                      <a:pt x="500" y="672"/>
                    </a:lnTo>
                    <a:lnTo>
                      <a:pt x="500" y="672"/>
                    </a:lnTo>
                    <a:lnTo>
                      <a:pt x="500" y="672"/>
                    </a:lnTo>
                    <a:close/>
                    <a:moveTo>
                      <a:pt x="504" y="496"/>
                    </a:moveTo>
                    <a:lnTo>
                      <a:pt x="500" y="496"/>
                    </a:lnTo>
                    <a:lnTo>
                      <a:pt x="504" y="496"/>
                    </a:lnTo>
                    <a:lnTo>
                      <a:pt x="504" y="496"/>
                    </a:lnTo>
                    <a:lnTo>
                      <a:pt x="504" y="496"/>
                    </a:lnTo>
                    <a:close/>
                    <a:moveTo>
                      <a:pt x="484" y="534"/>
                    </a:moveTo>
                    <a:lnTo>
                      <a:pt x="484" y="530"/>
                    </a:lnTo>
                    <a:lnTo>
                      <a:pt x="488" y="530"/>
                    </a:lnTo>
                    <a:lnTo>
                      <a:pt x="484" y="530"/>
                    </a:lnTo>
                    <a:lnTo>
                      <a:pt x="488" y="530"/>
                    </a:lnTo>
                    <a:lnTo>
                      <a:pt x="488" y="526"/>
                    </a:lnTo>
                    <a:lnTo>
                      <a:pt x="488" y="530"/>
                    </a:lnTo>
                    <a:lnTo>
                      <a:pt x="488" y="534"/>
                    </a:lnTo>
                    <a:lnTo>
                      <a:pt x="484" y="534"/>
                    </a:lnTo>
                    <a:lnTo>
                      <a:pt x="484" y="534"/>
                    </a:lnTo>
                    <a:lnTo>
                      <a:pt x="484" y="534"/>
                    </a:lnTo>
                    <a:close/>
                    <a:moveTo>
                      <a:pt x="500" y="556"/>
                    </a:moveTo>
                    <a:lnTo>
                      <a:pt x="496" y="556"/>
                    </a:lnTo>
                    <a:lnTo>
                      <a:pt x="496" y="552"/>
                    </a:lnTo>
                    <a:lnTo>
                      <a:pt x="500" y="552"/>
                    </a:lnTo>
                    <a:lnTo>
                      <a:pt x="500" y="556"/>
                    </a:lnTo>
                    <a:lnTo>
                      <a:pt x="500" y="556"/>
                    </a:lnTo>
                    <a:lnTo>
                      <a:pt x="500" y="556"/>
                    </a:lnTo>
                    <a:close/>
                    <a:moveTo>
                      <a:pt x="496" y="582"/>
                    </a:moveTo>
                    <a:lnTo>
                      <a:pt x="492" y="582"/>
                    </a:lnTo>
                    <a:lnTo>
                      <a:pt x="492" y="578"/>
                    </a:lnTo>
                    <a:lnTo>
                      <a:pt x="496" y="582"/>
                    </a:lnTo>
                    <a:lnTo>
                      <a:pt x="496" y="582"/>
                    </a:lnTo>
                    <a:lnTo>
                      <a:pt x="496" y="582"/>
                    </a:lnTo>
                    <a:close/>
                    <a:moveTo>
                      <a:pt x="484" y="586"/>
                    </a:moveTo>
                    <a:lnTo>
                      <a:pt x="488" y="586"/>
                    </a:lnTo>
                    <a:lnTo>
                      <a:pt x="484" y="586"/>
                    </a:lnTo>
                    <a:lnTo>
                      <a:pt x="484" y="586"/>
                    </a:lnTo>
                    <a:lnTo>
                      <a:pt x="484" y="586"/>
                    </a:lnTo>
                    <a:close/>
                    <a:moveTo>
                      <a:pt x="476" y="596"/>
                    </a:moveTo>
                    <a:lnTo>
                      <a:pt x="476" y="594"/>
                    </a:lnTo>
                    <a:lnTo>
                      <a:pt x="480" y="594"/>
                    </a:lnTo>
                    <a:lnTo>
                      <a:pt x="480" y="596"/>
                    </a:lnTo>
                    <a:lnTo>
                      <a:pt x="476" y="596"/>
                    </a:lnTo>
                    <a:lnTo>
                      <a:pt x="476" y="596"/>
                    </a:lnTo>
                    <a:lnTo>
                      <a:pt x="476" y="596"/>
                    </a:lnTo>
                    <a:close/>
                    <a:moveTo>
                      <a:pt x="500" y="642"/>
                    </a:moveTo>
                    <a:lnTo>
                      <a:pt x="496" y="642"/>
                    </a:lnTo>
                    <a:lnTo>
                      <a:pt x="496" y="638"/>
                    </a:lnTo>
                    <a:lnTo>
                      <a:pt x="500" y="638"/>
                    </a:lnTo>
                    <a:lnTo>
                      <a:pt x="500" y="642"/>
                    </a:lnTo>
                    <a:lnTo>
                      <a:pt x="500" y="642"/>
                    </a:lnTo>
                    <a:lnTo>
                      <a:pt x="500" y="642"/>
                    </a:lnTo>
                    <a:close/>
                    <a:moveTo>
                      <a:pt x="488" y="660"/>
                    </a:moveTo>
                    <a:lnTo>
                      <a:pt x="488" y="656"/>
                    </a:lnTo>
                    <a:lnTo>
                      <a:pt x="492" y="656"/>
                    </a:lnTo>
                    <a:lnTo>
                      <a:pt x="488" y="660"/>
                    </a:lnTo>
                    <a:lnTo>
                      <a:pt x="488" y="660"/>
                    </a:lnTo>
                    <a:lnTo>
                      <a:pt x="488" y="660"/>
                    </a:lnTo>
                    <a:close/>
                    <a:moveTo>
                      <a:pt x="506" y="682"/>
                    </a:moveTo>
                    <a:lnTo>
                      <a:pt x="506" y="686"/>
                    </a:lnTo>
                    <a:lnTo>
                      <a:pt x="506" y="690"/>
                    </a:lnTo>
                    <a:lnTo>
                      <a:pt x="506" y="686"/>
                    </a:lnTo>
                    <a:lnTo>
                      <a:pt x="504" y="686"/>
                    </a:lnTo>
                    <a:lnTo>
                      <a:pt x="506" y="686"/>
                    </a:lnTo>
                    <a:lnTo>
                      <a:pt x="506" y="682"/>
                    </a:lnTo>
                    <a:lnTo>
                      <a:pt x="506" y="682"/>
                    </a:lnTo>
                    <a:lnTo>
                      <a:pt x="506" y="682"/>
                    </a:lnTo>
                    <a:close/>
                    <a:moveTo>
                      <a:pt x="552" y="706"/>
                    </a:moveTo>
                    <a:lnTo>
                      <a:pt x="552" y="702"/>
                    </a:lnTo>
                    <a:lnTo>
                      <a:pt x="548" y="702"/>
                    </a:lnTo>
                    <a:lnTo>
                      <a:pt x="552" y="702"/>
                    </a:lnTo>
                    <a:lnTo>
                      <a:pt x="556" y="702"/>
                    </a:lnTo>
                    <a:lnTo>
                      <a:pt x="552" y="702"/>
                    </a:lnTo>
                    <a:lnTo>
                      <a:pt x="552" y="706"/>
                    </a:lnTo>
                    <a:lnTo>
                      <a:pt x="552" y="706"/>
                    </a:lnTo>
                    <a:lnTo>
                      <a:pt x="552" y="706"/>
                    </a:lnTo>
                    <a:close/>
                    <a:moveTo>
                      <a:pt x="0" y="176"/>
                    </a:moveTo>
                    <a:lnTo>
                      <a:pt x="0" y="172"/>
                    </a:lnTo>
                    <a:lnTo>
                      <a:pt x="2" y="172"/>
                    </a:lnTo>
                    <a:lnTo>
                      <a:pt x="0" y="172"/>
                    </a:lnTo>
                    <a:lnTo>
                      <a:pt x="0" y="176"/>
                    </a:lnTo>
                    <a:lnTo>
                      <a:pt x="0" y="176"/>
                    </a:lnTo>
                    <a:lnTo>
                      <a:pt x="0" y="176"/>
                    </a:lnTo>
                    <a:close/>
                    <a:moveTo>
                      <a:pt x="506" y="470"/>
                    </a:moveTo>
                    <a:lnTo>
                      <a:pt x="506" y="474"/>
                    </a:lnTo>
                    <a:lnTo>
                      <a:pt x="504" y="474"/>
                    </a:lnTo>
                    <a:lnTo>
                      <a:pt x="504" y="478"/>
                    </a:lnTo>
                    <a:lnTo>
                      <a:pt x="500" y="478"/>
                    </a:lnTo>
                    <a:lnTo>
                      <a:pt x="496" y="478"/>
                    </a:lnTo>
                    <a:lnTo>
                      <a:pt x="496" y="474"/>
                    </a:lnTo>
                    <a:lnTo>
                      <a:pt x="496" y="470"/>
                    </a:lnTo>
                    <a:lnTo>
                      <a:pt x="500" y="470"/>
                    </a:lnTo>
                    <a:lnTo>
                      <a:pt x="500" y="464"/>
                    </a:lnTo>
                    <a:lnTo>
                      <a:pt x="496" y="464"/>
                    </a:lnTo>
                    <a:lnTo>
                      <a:pt x="496" y="460"/>
                    </a:lnTo>
                    <a:lnTo>
                      <a:pt x="500" y="456"/>
                    </a:lnTo>
                    <a:lnTo>
                      <a:pt x="500" y="452"/>
                    </a:lnTo>
                    <a:lnTo>
                      <a:pt x="500" y="448"/>
                    </a:lnTo>
                    <a:lnTo>
                      <a:pt x="504" y="448"/>
                    </a:lnTo>
                    <a:lnTo>
                      <a:pt x="500" y="448"/>
                    </a:lnTo>
                    <a:lnTo>
                      <a:pt x="504" y="448"/>
                    </a:lnTo>
                    <a:lnTo>
                      <a:pt x="506" y="448"/>
                    </a:lnTo>
                    <a:lnTo>
                      <a:pt x="506" y="452"/>
                    </a:lnTo>
                    <a:lnTo>
                      <a:pt x="506" y="456"/>
                    </a:lnTo>
                    <a:lnTo>
                      <a:pt x="510" y="456"/>
                    </a:lnTo>
                    <a:lnTo>
                      <a:pt x="506" y="460"/>
                    </a:lnTo>
                    <a:lnTo>
                      <a:pt x="504" y="460"/>
                    </a:lnTo>
                    <a:lnTo>
                      <a:pt x="504" y="464"/>
                    </a:lnTo>
                    <a:lnTo>
                      <a:pt x="506" y="464"/>
                    </a:lnTo>
                    <a:lnTo>
                      <a:pt x="504" y="464"/>
                    </a:lnTo>
                    <a:lnTo>
                      <a:pt x="504" y="460"/>
                    </a:lnTo>
                    <a:lnTo>
                      <a:pt x="504" y="464"/>
                    </a:lnTo>
                    <a:lnTo>
                      <a:pt x="506" y="466"/>
                    </a:lnTo>
                    <a:lnTo>
                      <a:pt x="506" y="470"/>
                    </a:lnTo>
                    <a:lnTo>
                      <a:pt x="506" y="470"/>
                    </a:lnTo>
                    <a:lnTo>
                      <a:pt x="506" y="470"/>
                    </a:lnTo>
                    <a:close/>
                    <a:moveTo>
                      <a:pt x="506" y="464"/>
                    </a:moveTo>
                    <a:lnTo>
                      <a:pt x="506" y="460"/>
                    </a:lnTo>
                    <a:lnTo>
                      <a:pt x="504" y="460"/>
                    </a:lnTo>
                    <a:lnTo>
                      <a:pt x="506" y="460"/>
                    </a:lnTo>
                    <a:lnTo>
                      <a:pt x="506" y="464"/>
                    </a:lnTo>
                    <a:lnTo>
                      <a:pt x="506" y="464"/>
                    </a:lnTo>
                    <a:lnTo>
                      <a:pt x="506" y="464"/>
                    </a:lnTo>
                    <a:close/>
                    <a:moveTo>
                      <a:pt x="488" y="486"/>
                    </a:moveTo>
                    <a:lnTo>
                      <a:pt x="488" y="482"/>
                    </a:lnTo>
                    <a:lnTo>
                      <a:pt x="492" y="482"/>
                    </a:lnTo>
                    <a:lnTo>
                      <a:pt x="492" y="486"/>
                    </a:lnTo>
                    <a:lnTo>
                      <a:pt x="488" y="486"/>
                    </a:lnTo>
                    <a:lnTo>
                      <a:pt x="488" y="486"/>
                    </a:lnTo>
                    <a:lnTo>
                      <a:pt x="488" y="486"/>
                    </a:lnTo>
                    <a:close/>
                    <a:moveTo>
                      <a:pt x="500" y="490"/>
                    </a:moveTo>
                    <a:lnTo>
                      <a:pt x="504" y="490"/>
                    </a:lnTo>
                    <a:lnTo>
                      <a:pt x="504" y="486"/>
                    </a:lnTo>
                    <a:lnTo>
                      <a:pt x="504" y="490"/>
                    </a:lnTo>
                    <a:lnTo>
                      <a:pt x="500" y="490"/>
                    </a:lnTo>
                    <a:lnTo>
                      <a:pt x="500" y="490"/>
                    </a:lnTo>
                    <a:lnTo>
                      <a:pt x="500" y="490"/>
                    </a:lnTo>
                    <a:close/>
                    <a:moveTo>
                      <a:pt x="510" y="494"/>
                    </a:moveTo>
                    <a:lnTo>
                      <a:pt x="510" y="490"/>
                    </a:lnTo>
                    <a:lnTo>
                      <a:pt x="510" y="494"/>
                    </a:lnTo>
                    <a:lnTo>
                      <a:pt x="510" y="494"/>
                    </a:lnTo>
                    <a:lnTo>
                      <a:pt x="510" y="494"/>
                    </a:lnTo>
                    <a:close/>
                    <a:moveTo>
                      <a:pt x="504" y="494"/>
                    </a:moveTo>
                    <a:lnTo>
                      <a:pt x="504" y="490"/>
                    </a:lnTo>
                    <a:lnTo>
                      <a:pt x="506" y="494"/>
                    </a:lnTo>
                    <a:lnTo>
                      <a:pt x="504" y="494"/>
                    </a:lnTo>
                    <a:lnTo>
                      <a:pt x="504" y="494"/>
                    </a:lnTo>
                    <a:lnTo>
                      <a:pt x="504" y="494"/>
                    </a:lnTo>
                    <a:close/>
                    <a:moveTo>
                      <a:pt x="504" y="496"/>
                    </a:moveTo>
                    <a:lnTo>
                      <a:pt x="500" y="496"/>
                    </a:lnTo>
                    <a:lnTo>
                      <a:pt x="500" y="494"/>
                    </a:lnTo>
                    <a:lnTo>
                      <a:pt x="504" y="494"/>
                    </a:lnTo>
                    <a:lnTo>
                      <a:pt x="504" y="496"/>
                    </a:lnTo>
                    <a:lnTo>
                      <a:pt x="504" y="496"/>
                    </a:lnTo>
                    <a:lnTo>
                      <a:pt x="504" y="496"/>
                    </a:lnTo>
                    <a:close/>
                    <a:moveTo>
                      <a:pt x="500" y="496"/>
                    </a:moveTo>
                    <a:lnTo>
                      <a:pt x="500" y="494"/>
                    </a:lnTo>
                    <a:lnTo>
                      <a:pt x="500" y="496"/>
                    </a:lnTo>
                    <a:lnTo>
                      <a:pt x="500" y="496"/>
                    </a:lnTo>
                    <a:lnTo>
                      <a:pt x="500" y="496"/>
                    </a:lnTo>
                    <a:close/>
                    <a:moveTo>
                      <a:pt x="500" y="500"/>
                    </a:moveTo>
                    <a:lnTo>
                      <a:pt x="500" y="496"/>
                    </a:lnTo>
                    <a:lnTo>
                      <a:pt x="500" y="500"/>
                    </a:lnTo>
                    <a:lnTo>
                      <a:pt x="500" y="500"/>
                    </a:lnTo>
                    <a:lnTo>
                      <a:pt x="500" y="500"/>
                    </a:lnTo>
                    <a:close/>
                    <a:moveTo>
                      <a:pt x="514" y="508"/>
                    </a:moveTo>
                    <a:lnTo>
                      <a:pt x="510" y="508"/>
                    </a:lnTo>
                    <a:lnTo>
                      <a:pt x="510" y="512"/>
                    </a:lnTo>
                    <a:lnTo>
                      <a:pt x="506" y="508"/>
                    </a:lnTo>
                    <a:lnTo>
                      <a:pt x="510" y="508"/>
                    </a:lnTo>
                    <a:lnTo>
                      <a:pt x="506" y="508"/>
                    </a:lnTo>
                    <a:lnTo>
                      <a:pt x="506" y="504"/>
                    </a:lnTo>
                    <a:lnTo>
                      <a:pt x="510" y="504"/>
                    </a:lnTo>
                    <a:lnTo>
                      <a:pt x="510" y="500"/>
                    </a:lnTo>
                    <a:lnTo>
                      <a:pt x="514" y="500"/>
                    </a:lnTo>
                    <a:lnTo>
                      <a:pt x="518" y="500"/>
                    </a:lnTo>
                    <a:lnTo>
                      <a:pt x="518" y="504"/>
                    </a:lnTo>
                    <a:lnTo>
                      <a:pt x="514" y="504"/>
                    </a:lnTo>
                    <a:lnTo>
                      <a:pt x="518" y="504"/>
                    </a:lnTo>
                    <a:lnTo>
                      <a:pt x="514" y="508"/>
                    </a:lnTo>
                    <a:lnTo>
                      <a:pt x="514" y="508"/>
                    </a:lnTo>
                    <a:lnTo>
                      <a:pt x="514" y="508"/>
                    </a:lnTo>
                    <a:close/>
                    <a:moveTo>
                      <a:pt x="496" y="504"/>
                    </a:moveTo>
                    <a:lnTo>
                      <a:pt x="492" y="500"/>
                    </a:lnTo>
                    <a:lnTo>
                      <a:pt x="496" y="500"/>
                    </a:lnTo>
                    <a:lnTo>
                      <a:pt x="496" y="504"/>
                    </a:lnTo>
                    <a:lnTo>
                      <a:pt x="496" y="504"/>
                    </a:lnTo>
                    <a:lnTo>
                      <a:pt x="496" y="504"/>
                    </a:lnTo>
                    <a:close/>
                    <a:moveTo>
                      <a:pt x="500" y="504"/>
                    </a:moveTo>
                    <a:lnTo>
                      <a:pt x="500" y="500"/>
                    </a:lnTo>
                    <a:lnTo>
                      <a:pt x="500" y="504"/>
                    </a:lnTo>
                    <a:lnTo>
                      <a:pt x="500" y="504"/>
                    </a:lnTo>
                    <a:lnTo>
                      <a:pt x="500" y="504"/>
                    </a:lnTo>
                    <a:close/>
                    <a:moveTo>
                      <a:pt x="496" y="504"/>
                    </a:moveTo>
                    <a:lnTo>
                      <a:pt x="496" y="500"/>
                    </a:lnTo>
                    <a:lnTo>
                      <a:pt x="500" y="504"/>
                    </a:lnTo>
                    <a:lnTo>
                      <a:pt x="496" y="504"/>
                    </a:lnTo>
                    <a:lnTo>
                      <a:pt x="496" y="504"/>
                    </a:lnTo>
                    <a:lnTo>
                      <a:pt x="496" y="504"/>
                    </a:lnTo>
                    <a:close/>
                    <a:moveTo>
                      <a:pt x="504" y="508"/>
                    </a:moveTo>
                    <a:lnTo>
                      <a:pt x="504" y="504"/>
                    </a:lnTo>
                    <a:lnTo>
                      <a:pt x="504" y="500"/>
                    </a:lnTo>
                    <a:lnTo>
                      <a:pt x="504" y="504"/>
                    </a:lnTo>
                    <a:lnTo>
                      <a:pt x="506" y="504"/>
                    </a:lnTo>
                    <a:lnTo>
                      <a:pt x="504" y="508"/>
                    </a:lnTo>
                    <a:lnTo>
                      <a:pt x="504" y="508"/>
                    </a:lnTo>
                    <a:lnTo>
                      <a:pt x="504" y="508"/>
                    </a:lnTo>
                    <a:close/>
                    <a:moveTo>
                      <a:pt x="496" y="508"/>
                    </a:moveTo>
                    <a:lnTo>
                      <a:pt x="496" y="504"/>
                    </a:lnTo>
                    <a:lnTo>
                      <a:pt x="500" y="504"/>
                    </a:lnTo>
                    <a:lnTo>
                      <a:pt x="504" y="504"/>
                    </a:lnTo>
                    <a:lnTo>
                      <a:pt x="500" y="504"/>
                    </a:lnTo>
                    <a:lnTo>
                      <a:pt x="496" y="508"/>
                    </a:lnTo>
                    <a:lnTo>
                      <a:pt x="496" y="508"/>
                    </a:lnTo>
                    <a:lnTo>
                      <a:pt x="496" y="508"/>
                    </a:lnTo>
                    <a:close/>
                    <a:moveTo>
                      <a:pt x="496" y="508"/>
                    </a:moveTo>
                    <a:lnTo>
                      <a:pt x="492" y="508"/>
                    </a:lnTo>
                    <a:lnTo>
                      <a:pt x="492" y="504"/>
                    </a:lnTo>
                    <a:lnTo>
                      <a:pt x="496" y="504"/>
                    </a:lnTo>
                    <a:lnTo>
                      <a:pt x="496" y="508"/>
                    </a:lnTo>
                    <a:lnTo>
                      <a:pt x="496" y="508"/>
                    </a:lnTo>
                    <a:lnTo>
                      <a:pt x="496" y="508"/>
                    </a:lnTo>
                    <a:close/>
                    <a:moveTo>
                      <a:pt x="504" y="508"/>
                    </a:moveTo>
                    <a:lnTo>
                      <a:pt x="506" y="508"/>
                    </a:lnTo>
                    <a:lnTo>
                      <a:pt x="504" y="508"/>
                    </a:lnTo>
                    <a:lnTo>
                      <a:pt x="504" y="508"/>
                    </a:lnTo>
                    <a:lnTo>
                      <a:pt x="504" y="508"/>
                    </a:lnTo>
                    <a:close/>
                    <a:moveTo>
                      <a:pt x="500" y="508"/>
                    </a:moveTo>
                    <a:lnTo>
                      <a:pt x="496" y="508"/>
                    </a:lnTo>
                    <a:lnTo>
                      <a:pt x="500" y="508"/>
                    </a:lnTo>
                    <a:lnTo>
                      <a:pt x="500" y="508"/>
                    </a:lnTo>
                    <a:lnTo>
                      <a:pt x="500" y="508"/>
                    </a:lnTo>
                    <a:close/>
                    <a:moveTo>
                      <a:pt x="484" y="512"/>
                    </a:moveTo>
                    <a:lnTo>
                      <a:pt x="484" y="508"/>
                    </a:lnTo>
                    <a:lnTo>
                      <a:pt x="484" y="512"/>
                    </a:lnTo>
                    <a:lnTo>
                      <a:pt x="484" y="512"/>
                    </a:lnTo>
                    <a:lnTo>
                      <a:pt x="484" y="512"/>
                    </a:lnTo>
                    <a:close/>
                    <a:moveTo>
                      <a:pt x="496" y="512"/>
                    </a:moveTo>
                    <a:lnTo>
                      <a:pt x="496" y="508"/>
                    </a:lnTo>
                    <a:lnTo>
                      <a:pt x="500" y="508"/>
                    </a:lnTo>
                    <a:lnTo>
                      <a:pt x="500" y="512"/>
                    </a:lnTo>
                    <a:lnTo>
                      <a:pt x="504" y="512"/>
                    </a:lnTo>
                    <a:lnTo>
                      <a:pt x="500" y="512"/>
                    </a:lnTo>
                    <a:lnTo>
                      <a:pt x="496" y="512"/>
                    </a:lnTo>
                    <a:lnTo>
                      <a:pt x="496" y="512"/>
                    </a:lnTo>
                    <a:lnTo>
                      <a:pt x="496" y="512"/>
                    </a:lnTo>
                    <a:close/>
                    <a:moveTo>
                      <a:pt x="504" y="516"/>
                    </a:moveTo>
                    <a:lnTo>
                      <a:pt x="500" y="516"/>
                    </a:lnTo>
                    <a:lnTo>
                      <a:pt x="496" y="516"/>
                    </a:lnTo>
                    <a:lnTo>
                      <a:pt x="496" y="512"/>
                    </a:lnTo>
                    <a:lnTo>
                      <a:pt x="500" y="512"/>
                    </a:lnTo>
                    <a:lnTo>
                      <a:pt x="504" y="512"/>
                    </a:lnTo>
                    <a:lnTo>
                      <a:pt x="504" y="516"/>
                    </a:lnTo>
                    <a:lnTo>
                      <a:pt x="504" y="516"/>
                    </a:lnTo>
                    <a:lnTo>
                      <a:pt x="504" y="516"/>
                    </a:lnTo>
                    <a:close/>
                    <a:moveTo>
                      <a:pt x="496" y="520"/>
                    </a:moveTo>
                    <a:lnTo>
                      <a:pt x="496" y="516"/>
                    </a:lnTo>
                    <a:lnTo>
                      <a:pt x="496" y="520"/>
                    </a:lnTo>
                    <a:lnTo>
                      <a:pt x="496" y="520"/>
                    </a:lnTo>
                    <a:lnTo>
                      <a:pt x="496" y="520"/>
                    </a:lnTo>
                    <a:close/>
                    <a:moveTo>
                      <a:pt x="500" y="520"/>
                    </a:moveTo>
                    <a:lnTo>
                      <a:pt x="500" y="516"/>
                    </a:lnTo>
                    <a:lnTo>
                      <a:pt x="504" y="516"/>
                    </a:lnTo>
                    <a:lnTo>
                      <a:pt x="504" y="520"/>
                    </a:lnTo>
                    <a:lnTo>
                      <a:pt x="500" y="520"/>
                    </a:lnTo>
                    <a:lnTo>
                      <a:pt x="500" y="520"/>
                    </a:lnTo>
                    <a:lnTo>
                      <a:pt x="500" y="520"/>
                    </a:lnTo>
                    <a:close/>
                    <a:moveTo>
                      <a:pt x="496" y="520"/>
                    </a:moveTo>
                    <a:lnTo>
                      <a:pt x="492" y="520"/>
                    </a:lnTo>
                    <a:lnTo>
                      <a:pt x="492" y="516"/>
                    </a:lnTo>
                    <a:lnTo>
                      <a:pt x="496" y="516"/>
                    </a:lnTo>
                    <a:lnTo>
                      <a:pt x="496" y="520"/>
                    </a:lnTo>
                    <a:lnTo>
                      <a:pt x="496" y="520"/>
                    </a:lnTo>
                    <a:lnTo>
                      <a:pt x="496" y="520"/>
                    </a:lnTo>
                    <a:close/>
                    <a:moveTo>
                      <a:pt x="500" y="520"/>
                    </a:moveTo>
                    <a:lnTo>
                      <a:pt x="504" y="520"/>
                    </a:lnTo>
                    <a:lnTo>
                      <a:pt x="500" y="520"/>
                    </a:lnTo>
                    <a:lnTo>
                      <a:pt x="500" y="520"/>
                    </a:lnTo>
                    <a:lnTo>
                      <a:pt x="500" y="520"/>
                    </a:lnTo>
                    <a:close/>
                    <a:moveTo>
                      <a:pt x="500" y="524"/>
                    </a:moveTo>
                    <a:lnTo>
                      <a:pt x="500" y="520"/>
                    </a:lnTo>
                    <a:lnTo>
                      <a:pt x="504" y="520"/>
                    </a:lnTo>
                    <a:lnTo>
                      <a:pt x="504" y="524"/>
                    </a:lnTo>
                    <a:lnTo>
                      <a:pt x="500" y="524"/>
                    </a:lnTo>
                    <a:lnTo>
                      <a:pt x="500" y="524"/>
                    </a:lnTo>
                    <a:lnTo>
                      <a:pt x="500" y="524"/>
                    </a:lnTo>
                    <a:close/>
                    <a:moveTo>
                      <a:pt x="506" y="526"/>
                    </a:moveTo>
                    <a:lnTo>
                      <a:pt x="504" y="526"/>
                    </a:lnTo>
                    <a:lnTo>
                      <a:pt x="504" y="524"/>
                    </a:lnTo>
                    <a:lnTo>
                      <a:pt x="504" y="520"/>
                    </a:lnTo>
                    <a:lnTo>
                      <a:pt x="506" y="520"/>
                    </a:lnTo>
                    <a:lnTo>
                      <a:pt x="506" y="524"/>
                    </a:lnTo>
                    <a:lnTo>
                      <a:pt x="506" y="526"/>
                    </a:lnTo>
                    <a:lnTo>
                      <a:pt x="506" y="526"/>
                    </a:lnTo>
                    <a:lnTo>
                      <a:pt x="506" y="526"/>
                    </a:lnTo>
                    <a:close/>
                    <a:moveTo>
                      <a:pt x="492" y="526"/>
                    </a:moveTo>
                    <a:lnTo>
                      <a:pt x="492" y="524"/>
                    </a:lnTo>
                    <a:lnTo>
                      <a:pt x="496" y="520"/>
                    </a:lnTo>
                    <a:lnTo>
                      <a:pt x="496" y="524"/>
                    </a:lnTo>
                    <a:lnTo>
                      <a:pt x="496" y="526"/>
                    </a:lnTo>
                    <a:lnTo>
                      <a:pt x="492" y="526"/>
                    </a:lnTo>
                    <a:lnTo>
                      <a:pt x="492" y="526"/>
                    </a:lnTo>
                    <a:lnTo>
                      <a:pt x="492" y="526"/>
                    </a:lnTo>
                    <a:close/>
                    <a:moveTo>
                      <a:pt x="500" y="526"/>
                    </a:moveTo>
                    <a:lnTo>
                      <a:pt x="500" y="524"/>
                    </a:lnTo>
                    <a:lnTo>
                      <a:pt x="504" y="524"/>
                    </a:lnTo>
                    <a:lnTo>
                      <a:pt x="504" y="526"/>
                    </a:lnTo>
                    <a:lnTo>
                      <a:pt x="500" y="526"/>
                    </a:lnTo>
                    <a:lnTo>
                      <a:pt x="500" y="526"/>
                    </a:lnTo>
                    <a:lnTo>
                      <a:pt x="500" y="526"/>
                    </a:lnTo>
                    <a:close/>
                    <a:moveTo>
                      <a:pt x="492" y="526"/>
                    </a:moveTo>
                    <a:lnTo>
                      <a:pt x="492" y="524"/>
                    </a:lnTo>
                    <a:lnTo>
                      <a:pt x="492" y="526"/>
                    </a:lnTo>
                    <a:lnTo>
                      <a:pt x="492" y="526"/>
                    </a:lnTo>
                    <a:lnTo>
                      <a:pt x="492" y="526"/>
                    </a:lnTo>
                    <a:close/>
                    <a:moveTo>
                      <a:pt x="500" y="530"/>
                    </a:moveTo>
                    <a:lnTo>
                      <a:pt x="500" y="526"/>
                    </a:lnTo>
                    <a:lnTo>
                      <a:pt x="500" y="530"/>
                    </a:lnTo>
                    <a:lnTo>
                      <a:pt x="500" y="530"/>
                    </a:lnTo>
                    <a:lnTo>
                      <a:pt x="500" y="530"/>
                    </a:lnTo>
                    <a:close/>
                    <a:moveTo>
                      <a:pt x="504" y="530"/>
                    </a:moveTo>
                    <a:lnTo>
                      <a:pt x="500" y="530"/>
                    </a:lnTo>
                    <a:lnTo>
                      <a:pt x="504" y="530"/>
                    </a:lnTo>
                    <a:lnTo>
                      <a:pt x="504" y="526"/>
                    </a:lnTo>
                    <a:lnTo>
                      <a:pt x="504" y="530"/>
                    </a:lnTo>
                    <a:lnTo>
                      <a:pt x="504" y="530"/>
                    </a:lnTo>
                    <a:lnTo>
                      <a:pt x="504" y="530"/>
                    </a:lnTo>
                    <a:close/>
                    <a:moveTo>
                      <a:pt x="504" y="534"/>
                    </a:moveTo>
                    <a:lnTo>
                      <a:pt x="500" y="534"/>
                    </a:lnTo>
                    <a:lnTo>
                      <a:pt x="500" y="530"/>
                    </a:lnTo>
                    <a:lnTo>
                      <a:pt x="504" y="530"/>
                    </a:lnTo>
                    <a:lnTo>
                      <a:pt x="504" y="534"/>
                    </a:lnTo>
                    <a:lnTo>
                      <a:pt x="504" y="534"/>
                    </a:lnTo>
                    <a:lnTo>
                      <a:pt x="504" y="534"/>
                    </a:lnTo>
                    <a:close/>
                    <a:moveTo>
                      <a:pt x="492" y="556"/>
                    </a:moveTo>
                    <a:lnTo>
                      <a:pt x="492" y="552"/>
                    </a:lnTo>
                    <a:lnTo>
                      <a:pt x="496" y="552"/>
                    </a:lnTo>
                    <a:lnTo>
                      <a:pt x="496" y="556"/>
                    </a:lnTo>
                    <a:lnTo>
                      <a:pt x="492" y="556"/>
                    </a:lnTo>
                    <a:lnTo>
                      <a:pt x="492" y="556"/>
                    </a:lnTo>
                    <a:lnTo>
                      <a:pt x="492" y="556"/>
                    </a:lnTo>
                    <a:close/>
                    <a:moveTo>
                      <a:pt x="484" y="566"/>
                    </a:moveTo>
                    <a:lnTo>
                      <a:pt x="488" y="566"/>
                    </a:lnTo>
                    <a:lnTo>
                      <a:pt x="484" y="566"/>
                    </a:lnTo>
                    <a:lnTo>
                      <a:pt x="484" y="566"/>
                    </a:lnTo>
                    <a:lnTo>
                      <a:pt x="484" y="566"/>
                    </a:lnTo>
                    <a:close/>
                    <a:moveTo>
                      <a:pt x="484" y="566"/>
                    </a:moveTo>
                    <a:lnTo>
                      <a:pt x="480" y="566"/>
                    </a:lnTo>
                    <a:lnTo>
                      <a:pt x="484" y="566"/>
                    </a:lnTo>
                    <a:lnTo>
                      <a:pt x="484" y="566"/>
                    </a:lnTo>
                    <a:lnTo>
                      <a:pt x="484" y="566"/>
                    </a:lnTo>
                    <a:close/>
                    <a:moveTo>
                      <a:pt x="496" y="570"/>
                    </a:moveTo>
                    <a:lnTo>
                      <a:pt x="492" y="570"/>
                    </a:lnTo>
                    <a:lnTo>
                      <a:pt x="496" y="566"/>
                    </a:lnTo>
                    <a:lnTo>
                      <a:pt x="500" y="566"/>
                    </a:lnTo>
                    <a:lnTo>
                      <a:pt x="500" y="570"/>
                    </a:lnTo>
                    <a:lnTo>
                      <a:pt x="504" y="570"/>
                    </a:lnTo>
                    <a:lnTo>
                      <a:pt x="504" y="566"/>
                    </a:lnTo>
                    <a:lnTo>
                      <a:pt x="504" y="570"/>
                    </a:lnTo>
                    <a:lnTo>
                      <a:pt x="500" y="570"/>
                    </a:lnTo>
                    <a:lnTo>
                      <a:pt x="496" y="570"/>
                    </a:lnTo>
                    <a:lnTo>
                      <a:pt x="496" y="570"/>
                    </a:lnTo>
                    <a:lnTo>
                      <a:pt x="496" y="570"/>
                    </a:lnTo>
                    <a:close/>
                    <a:moveTo>
                      <a:pt x="488" y="574"/>
                    </a:moveTo>
                    <a:lnTo>
                      <a:pt x="484" y="570"/>
                    </a:lnTo>
                    <a:lnTo>
                      <a:pt x="480" y="570"/>
                    </a:lnTo>
                    <a:lnTo>
                      <a:pt x="484" y="570"/>
                    </a:lnTo>
                    <a:lnTo>
                      <a:pt x="488" y="570"/>
                    </a:lnTo>
                    <a:lnTo>
                      <a:pt x="488" y="566"/>
                    </a:lnTo>
                    <a:lnTo>
                      <a:pt x="488" y="570"/>
                    </a:lnTo>
                    <a:lnTo>
                      <a:pt x="488" y="574"/>
                    </a:lnTo>
                    <a:lnTo>
                      <a:pt x="488" y="574"/>
                    </a:lnTo>
                    <a:lnTo>
                      <a:pt x="488" y="574"/>
                    </a:lnTo>
                    <a:close/>
                    <a:moveTo>
                      <a:pt x="484" y="586"/>
                    </a:moveTo>
                    <a:lnTo>
                      <a:pt x="480" y="586"/>
                    </a:lnTo>
                    <a:lnTo>
                      <a:pt x="480" y="582"/>
                    </a:lnTo>
                    <a:lnTo>
                      <a:pt x="480" y="578"/>
                    </a:lnTo>
                    <a:lnTo>
                      <a:pt x="480" y="582"/>
                    </a:lnTo>
                    <a:lnTo>
                      <a:pt x="476" y="582"/>
                    </a:lnTo>
                    <a:lnTo>
                      <a:pt x="476" y="578"/>
                    </a:lnTo>
                    <a:lnTo>
                      <a:pt x="480" y="578"/>
                    </a:lnTo>
                    <a:lnTo>
                      <a:pt x="476" y="578"/>
                    </a:lnTo>
                    <a:lnTo>
                      <a:pt x="476" y="574"/>
                    </a:lnTo>
                    <a:lnTo>
                      <a:pt x="476" y="570"/>
                    </a:lnTo>
                    <a:lnTo>
                      <a:pt x="480" y="570"/>
                    </a:lnTo>
                    <a:lnTo>
                      <a:pt x="480" y="574"/>
                    </a:lnTo>
                    <a:lnTo>
                      <a:pt x="480" y="578"/>
                    </a:lnTo>
                    <a:lnTo>
                      <a:pt x="484" y="578"/>
                    </a:lnTo>
                    <a:lnTo>
                      <a:pt x="484" y="582"/>
                    </a:lnTo>
                    <a:lnTo>
                      <a:pt x="484" y="586"/>
                    </a:lnTo>
                    <a:lnTo>
                      <a:pt x="484" y="586"/>
                    </a:lnTo>
                    <a:lnTo>
                      <a:pt x="484" y="586"/>
                    </a:lnTo>
                    <a:close/>
                    <a:moveTo>
                      <a:pt x="484" y="582"/>
                    </a:moveTo>
                    <a:lnTo>
                      <a:pt x="484" y="574"/>
                    </a:lnTo>
                    <a:lnTo>
                      <a:pt x="480" y="574"/>
                    </a:lnTo>
                    <a:lnTo>
                      <a:pt x="484" y="574"/>
                    </a:lnTo>
                    <a:lnTo>
                      <a:pt x="488" y="574"/>
                    </a:lnTo>
                    <a:lnTo>
                      <a:pt x="488" y="578"/>
                    </a:lnTo>
                    <a:lnTo>
                      <a:pt x="484" y="582"/>
                    </a:lnTo>
                    <a:lnTo>
                      <a:pt x="484" y="582"/>
                    </a:lnTo>
                    <a:lnTo>
                      <a:pt x="484" y="582"/>
                    </a:lnTo>
                    <a:close/>
                    <a:moveTo>
                      <a:pt x="492" y="578"/>
                    </a:moveTo>
                    <a:lnTo>
                      <a:pt x="492" y="574"/>
                    </a:lnTo>
                    <a:lnTo>
                      <a:pt x="496" y="574"/>
                    </a:lnTo>
                    <a:lnTo>
                      <a:pt x="496" y="578"/>
                    </a:lnTo>
                    <a:lnTo>
                      <a:pt x="492" y="578"/>
                    </a:lnTo>
                    <a:lnTo>
                      <a:pt x="492" y="578"/>
                    </a:lnTo>
                    <a:lnTo>
                      <a:pt x="492" y="578"/>
                    </a:lnTo>
                    <a:close/>
                    <a:moveTo>
                      <a:pt x="492" y="586"/>
                    </a:moveTo>
                    <a:lnTo>
                      <a:pt x="488" y="586"/>
                    </a:lnTo>
                    <a:lnTo>
                      <a:pt x="484" y="586"/>
                    </a:lnTo>
                    <a:lnTo>
                      <a:pt x="484" y="582"/>
                    </a:lnTo>
                    <a:lnTo>
                      <a:pt x="488" y="582"/>
                    </a:lnTo>
                    <a:lnTo>
                      <a:pt x="488" y="578"/>
                    </a:lnTo>
                    <a:lnTo>
                      <a:pt x="488" y="582"/>
                    </a:lnTo>
                    <a:lnTo>
                      <a:pt x="488" y="578"/>
                    </a:lnTo>
                    <a:lnTo>
                      <a:pt x="488" y="574"/>
                    </a:lnTo>
                    <a:lnTo>
                      <a:pt x="492" y="574"/>
                    </a:lnTo>
                    <a:lnTo>
                      <a:pt x="492" y="578"/>
                    </a:lnTo>
                    <a:lnTo>
                      <a:pt x="492" y="582"/>
                    </a:lnTo>
                    <a:lnTo>
                      <a:pt x="492" y="586"/>
                    </a:lnTo>
                    <a:lnTo>
                      <a:pt x="492" y="582"/>
                    </a:lnTo>
                    <a:lnTo>
                      <a:pt x="492" y="586"/>
                    </a:lnTo>
                    <a:lnTo>
                      <a:pt x="492" y="586"/>
                    </a:lnTo>
                    <a:lnTo>
                      <a:pt x="492" y="586"/>
                    </a:lnTo>
                    <a:close/>
                    <a:moveTo>
                      <a:pt x="496" y="582"/>
                    </a:moveTo>
                    <a:lnTo>
                      <a:pt x="496" y="578"/>
                    </a:lnTo>
                    <a:lnTo>
                      <a:pt x="492" y="578"/>
                    </a:lnTo>
                    <a:lnTo>
                      <a:pt x="496" y="578"/>
                    </a:lnTo>
                    <a:lnTo>
                      <a:pt x="496" y="582"/>
                    </a:lnTo>
                    <a:lnTo>
                      <a:pt x="496" y="582"/>
                    </a:lnTo>
                    <a:lnTo>
                      <a:pt x="496" y="582"/>
                    </a:lnTo>
                    <a:close/>
                    <a:moveTo>
                      <a:pt x="500" y="582"/>
                    </a:moveTo>
                    <a:lnTo>
                      <a:pt x="496" y="582"/>
                    </a:lnTo>
                    <a:lnTo>
                      <a:pt x="496" y="578"/>
                    </a:lnTo>
                    <a:lnTo>
                      <a:pt x="500" y="578"/>
                    </a:lnTo>
                    <a:lnTo>
                      <a:pt x="500" y="582"/>
                    </a:lnTo>
                    <a:lnTo>
                      <a:pt x="500" y="582"/>
                    </a:lnTo>
                    <a:lnTo>
                      <a:pt x="500" y="582"/>
                    </a:lnTo>
                    <a:close/>
                    <a:moveTo>
                      <a:pt x="476" y="586"/>
                    </a:moveTo>
                    <a:lnTo>
                      <a:pt x="480" y="586"/>
                    </a:lnTo>
                    <a:lnTo>
                      <a:pt x="476" y="586"/>
                    </a:lnTo>
                    <a:lnTo>
                      <a:pt x="476" y="582"/>
                    </a:lnTo>
                    <a:lnTo>
                      <a:pt x="480" y="582"/>
                    </a:lnTo>
                    <a:lnTo>
                      <a:pt x="480" y="586"/>
                    </a:lnTo>
                    <a:lnTo>
                      <a:pt x="476" y="586"/>
                    </a:lnTo>
                    <a:lnTo>
                      <a:pt x="476" y="586"/>
                    </a:lnTo>
                    <a:lnTo>
                      <a:pt x="476" y="586"/>
                    </a:lnTo>
                    <a:close/>
                    <a:moveTo>
                      <a:pt x="492" y="604"/>
                    </a:moveTo>
                    <a:lnTo>
                      <a:pt x="492" y="608"/>
                    </a:lnTo>
                    <a:lnTo>
                      <a:pt x="492" y="604"/>
                    </a:lnTo>
                    <a:lnTo>
                      <a:pt x="496" y="604"/>
                    </a:lnTo>
                    <a:lnTo>
                      <a:pt x="496" y="608"/>
                    </a:lnTo>
                    <a:lnTo>
                      <a:pt x="492" y="612"/>
                    </a:lnTo>
                    <a:lnTo>
                      <a:pt x="492" y="616"/>
                    </a:lnTo>
                    <a:lnTo>
                      <a:pt x="488" y="616"/>
                    </a:lnTo>
                    <a:lnTo>
                      <a:pt x="488" y="612"/>
                    </a:lnTo>
                    <a:lnTo>
                      <a:pt x="492" y="612"/>
                    </a:lnTo>
                    <a:lnTo>
                      <a:pt x="488" y="612"/>
                    </a:lnTo>
                    <a:lnTo>
                      <a:pt x="488" y="608"/>
                    </a:lnTo>
                    <a:lnTo>
                      <a:pt x="488" y="604"/>
                    </a:lnTo>
                    <a:lnTo>
                      <a:pt x="488" y="600"/>
                    </a:lnTo>
                    <a:lnTo>
                      <a:pt x="492" y="600"/>
                    </a:lnTo>
                    <a:lnTo>
                      <a:pt x="488" y="600"/>
                    </a:lnTo>
                    <a:lnTo>
                      <a:pt x="488" y="604"/>
                    </a:lnTo>
                    <a:lnTo>
                      <a:pt x="488" y="600"/>
                    </a:lnTo>
                    <a:lnTo>
                      <a:pt x="484" y="604"/>
                    </a:lnTo>
                    <a:lnTo>
                      <a:pt x="488" y="604"/>
                    </a:lnTo>
                    <a:lnTo>
                      <a:pt x="484" y="608"/>
                    </a:lnTo>
                    <a:lnTo>
                      <a:pt x="484" y="612"/>
                    </a:lnTo>
                    <a:lnTo>
                      <a:pt x="484" y="608"/>
                    </a:lnTo>
                    <a:lnTo>
                      <a:pt x="480" y="604"/>
                    </a:lnTo>
                    <a:lnTo>
                      <a:pt x="480" y="600"/>
                    </a:lnTo>
                    <a:lnTo>
                      <a:pt x="480" y="596"/>
                    </a:lnTo>
                    <a:lnTo>
                      <a:pt x="480" y="600"/>
                    </a:lnTo>
                    <a:lnTo>
                      <a:pt x="484" y="600"/>
                    </a:lnTo>
                    <a:lnTo>
                      <a:pt x="484" y="604"/>
                    </a:lnTo>
                    <a:lnTo>
                      <a:pt x="484" y="600"/>
                    </a:lnTo>
                    <a:lnTo>
                      <a:pt x="480" y="600"/>
                    </a:lnTo>
                    <a:lnTo>
                      <a:pt x="480" y="596"/>
                    </a:lnTo>
                    <a:lnTo>
                      <a:pt x="484" y="600"/>
                    </a:lnTo>
                    <a:lnTo>
                      <a:pt x="484" y="596"/>
                    </a:lnTo>
                    <a:lnTo>
                      <a:pt x="488" y="600"/>
                    </a:lnTo>
                    <a:lnTo>
                      <a:pt x="488" y="596"/>
                    </a:lnTo>
                    <a:lnTo>
                      <a:pt x="488" y="594"/>
                    </a:lnTo>
                    <a:lnTo>
                      <a:pt x="484" y="590"/>
                    </a:lnTo>
                    <a:lnTo>
                      <a:pt x="484" y="586"/>
                    </a:lnTo>
                    <a:lnTo>
                      <a:pt x="488" y="586"/>
                    </a:lnTo>
                    <a:lnTo>
                      <a:pt x="492" y="586"/>
                    </a:lnTo>
                    <a:lnTo>
                      <a:pt x="492" y="590"/>
                    </a:lnTo>
                    <a:lnTo>
                      <a:pt x="492" y="594"/>
                    </a:lnTo>
                    <a:lnTo>
                      <a:pt x="492" y="596"/>
                    </a:lnTo>
                    <a:lnTo>
                      <a:pt x="496" y="596"/>
                    </a:lnTo>
                    <a:lnTo>
                      <a:pt x="492" y="600"/>
                    </a:lnTo>
                    <a:lnTo>
                      <a:pt x="492" y="604"/>
                    </a:lnTo>
                    <a:lnTo>
                      <a:pt x="492" y="604"/>
                    </a:lnTo>
                    <a:lnTo>
                      <a:pt x="492" y="604"/>
                    </a:lnTo>
                    <a:close/>
                    <a:moveTo>
                      <a:pt x="484" y="594"/>
                    </a:moveTo>
                    <a:lnTo>
                      <a:pt x="480" y="590"/>
                    </a:lnTo>
                    <a:lnTo>
                      <a:pt x="484" y="590"/>
                    </a:lnTo>
                    <a:lnTo>
                      <a:pt x="484" y="594"/>
                    </a:lnTo>
                    <a:lnTo>
                      <a:pt x="484" y="594"/>
                    </a:lnTo>
                    <a:lnTo>
                      <a:pt x="484" y="594"/>
                    </a:lnTo>
                    <a:close/>
                    <a:moveTo>
                      <a:pt x="480" y="594"/>
                    </a:moveTo>
                    <a:lnTo>
                      <a:pt x="480" y="590"/>
                    </a:lnTo>
                    <a:lnTo>
                      <a:pt x="480" y="594"/>
                    </a:lnTo>
                    <a:lnTo>
                      <a:pt x="476" y="594"/>
                    </a:lnTo>
                    <a:lnTo>
                      <a:pt x="476" y="590"/>
                    </a:lnTo>
                    <a:lnTo>
                      <a:pt x="480" y="590"/>
                    </a:lnTo>
                    <a:lnTo>
                      <a:pt x="484" y="594"/>
                    </a:lnTo>
                    <a:lnTo>
                      <a:pt x="480" y="594"/>
                    </a:lnTo>
                    <a:lnTo>
                      <a:pt x="480" y="594"/>
                    </a:lnTo>
                    <a:lnTo>
                      <a:pt x="480" y="594"/>
                    </a:lnTo>
                    <a:close/>
                    <a:moveTo>
                      <a:pt x="488" y="596"/>
                    </a:moveTo>
                    <a:lnTo>
                      <a:pt x="484" y="596"/>
                    </a:lnTo>
                    <a:lnTo>
                      <a:pt x="480" y="596"/>
                    </a:lnTo>
                    <a:lnTo>
                      <a:pt x="480" y="594"/>
                    </a:lnTo>
                    <a:lnTo>
                      <a:pt x="484" y="594"/>
                    </a:lnTo>
                    <a:lnTo>
                      <a:pt x="488" y="594"/>
                    </a:lnTo>
                    <a:lnTo>
                      <a:pt x="488" y="596"/>
                    </a:lnTo>
                    <a:lnTo>
                      <a:pt x="488" y="596"/>
                    </a:lnTo>
                    <a:lnTo>
                      <a:pt x="488" y="596"/>
                    </a:lnTo>
                    <a:close/>
                    <a:moveTo>
                      <a:pt x="496" y="604"/>
                    </a:moveTo>
                    <a:lnTo>
                      <a:pt x="492" y="600"/>
                    </a:lnTo>
                    <a:lnTo>
                      <a:pt x="496" y="600"/>
                    </a:lnTo>
                    <a:lnTo>
                      <a:pt x="496" y="604"/>
                    </a:lnTo>
                    <a:lnTo>
                      <a:pt x="496" y="604"/>
                    </a:lnTo>
                    <a:lnTo>
                      <a:pt x="496" y="604"/>
                    </a:lnTo>
                    <a:close/>
                    <a:moveTo>
                      <a:pt x="484" y="612"/>
                    </a:moveTo>
                    <a:lnTo>
                      <a:pt x="480" y="608"/>
                    </a:lnTo>
                    <a:lnTo>
                      <a:pt x="480" y="612"/>
                    </a:lnTo>
                    <a:lnTo>
                      <a:pt x="480" y="608"/>
                    </a:lnTo>
                    <a:lnTo>
                      <a:pt x="476" y="608"/>
                    </a:lnTo>
                    <a:lnTo>
                      <a:pt x="476" y="604"/>
                    </a:lnTo>
                    <a:lnTo>
                      <a:pt x="480" y="604"/>
                    </a:lnTo>
                    <a:lnTo>
                      <a:pt x="484" y="608"/>
                    </a:lnTo>
                    <a:lnTo>
                      <a:pt x="484" y="612"/>
                    </a:lnTo>
                    <a:lnTo>
                      <a:pt x="484" y="612"/>
                    </a:lnTo>
                    <a:lnTo>
                      <a:pt x="484" y="612"/>
                    </a:lnTo>
                    <a:close/>
                    <a:moveTo>
                      <a:pt x="484" y="620"/>
                    </a:moveTo>
                    <a:lnTo>
                      <a:pt x="484" y="624"/>
                    </a:lnTo>
                    <a:lnTo>
                      <a:pt x="480" y="624"/>
                    </a:lnTo>
                    <a:lnTo>
                      <a:pt x="480" y="620"/>
                    </a:lnTo>
                    <a:lnTo>
                      <a:pt x="484" y="620"/>
                    </a:lnTo>
                    <a:lnTo>
                      <a:pt x="480" y="620"/>
                    </a:lnTo>
                    <a:lnTo>
                      <a:pt x="480" y="616"/>
                    </a:lnTo>
                    <a:lnTo>
                      <a:pt x="480" y="620"/>
                    </a:lnTo>
                    <a:lnTo>
                      <a:pt x="484" y="620"/>
                    </a:lnTo>
                    <a:lnTo>
                      <a:pt x="484" y="616"/>
                    </a:lnTo>
                    <a:lnTo>
                      <a:pt x="480" y="616"/>
                    </a:lnTo>
                    <a:lnTo>
                      <a:pt x="480" y="612"/>
                    </a:lnTo>
                    <a:lnTo>
                      <a:pt x="484" y="612"/>
                    </a:lnTo>
                    <a:lnTo>
                      <a:pt x="484" y="616"/>
                    </a:lnTo>
                    <a:lnTo>
                      <a:pt x="488" y="616"/>
                    </a:lnTo>
                    <a:lnTo>
                      <a:pt x="484" y="620"/>
                    </a:lnTo>
                    <a:lnTo>
                      <a:pt x="484" y="620"/>
                    </a:lnTo>
                    <a:lnTo>
                      <a:pt x="484" y="620"/>
                    </a:lnTo>
                    <a:close/>
                    <a:moveTo>
                      <a:pt x="488" y="624"/>
                    </a:moveTo>
                    <a:lnTo>
                      <a:pt x="488" y="620"/>
                    </a:lnTo>
                    <a:lnTo>
                      <a:pt x="492" y="620"/>
                    </a:lnTo>
                    <a:lnTo>
                      <a:pt x="492" y="624"/>
                    </a:lnTo>
                    <a:lnTo>
                      <a:pt x="488" y="624"/>
                    </a:lnTo>
                    <a:lnTo>
                      <a:pt x="488" y="624"/>
                    </a:lnTo>
                    <a:lnTo>
                      <a:pt x="488" y="624"/>
                    </a:lnTo>
                    <a:close/>
                    <a:moveTo>
                      <a:pt x="496" y="630"/>
                    </a:moveTo>
                    <a:lnTo>
                      <a:pt x="492" y="626"/>
                    </a:lnTo>
                    <a:lnTo>
                      <a:pt x="492" y="624"/>
                    </a:lnTo>
                    <a:lnTo>
                      <a:pt x="496" y="624"/>
                    </a:lnTo>
                    <a:lnTo>
                      <a:pt x="492" y="624"/>
                    </a:lnTo>
                    <a:lnTo>
                      <a:pt x="496" y="624"/>
                    </a:lnTo>
                    <a:lnTo>
                      <a:pt x="496" y="626"/>
                    </a:lnTo>
                    <a:lnTo>
                      <a:pt x="496" y="630"/>
                    </a:lnTo>
                    <a:lnTo>
                      <a:pt x="500" y="630"/>
                    </a:lnTo>
                    <a:lnTo>
                      <a:pt x="496" y="630"/>
                    </a:lnTo>
                    <a:lnTo>
                      <a:pt x="496" y="630"/>
                    </a:lnTo>
                    <a:lnTo>
                      <a:pt x="496" y="630"/>
                    </a:lnTo>
                    <a:close/>
                    <a:moveTo>
                      <a:pt x="480" y="630"/>
                    </a:moveTo>
                    <a:lnTo>
                      <a:pt x="476" y="626"/>
                    </a:lnTo>
                    <a:lnTo>
                      <a:pt x="480" y="626"/>
                    </a:lnTo>
                    <a:lnTo>
                      <a:pt x="480" y="624"/>
                    </a:lnTo>
                    <a:lnTo>
                      <a:pt x="484" y="624"/>
                    </a:lnTo>
                    <a:lnTo>
                      <a:pt x="484" y="626"/>
                    </a:lnTo>
                    <a:lnTo>
                      <a:pt x="480" y="626"/>
                    </a:lnTo>
                    <a:lnTo>
                      <a:pt x="480" y="630"/>
                    </a:lnTo>
                    <a:lnTo>
                      <a:pt x="480" y="630"/>
                    </a:lnTo>
                    <a:lnTo>
                      <a:pt x="480" y="630"/>
                    </a:lnTo>
                    <a:close/>
                    <a:moveTo>
                      <a:pt x="484" y="630"/>
                    </a:moveTo>
                    <a:lnTo>
                      <a:pt x="484" y="626"/>
                    </a:lnTo>
                    <a:lnTo>
                      <a:pt x="484" y="630"/>
                    </a:lnTo>
                    <a:lnTo>
                      <a:pt x="484" y="630"/>
                    </a:lnTo>
                    <a:lnTo>
                      <a:pt x="484" y="630"/>
                    </a:lnTo>
                    <a:close/>
                    <a:moveTo>
                      <a:pt x="492" y="630"/>
                    </a:moveTo>
                    <a:lnTo>
                      <a:pt x="488" y="630"/>
                    </a:lnTo>
                    <a:lnTo>
                      <a:pt x="488" y="626"/>
                    </a:lnTo>
                    <a:lnTo>
                      <a:pt x="492" y="630"/>
                    </a:lnTo>
                    <a:lnTo>
                      <a:pt x="492" y="630"/>
                    </a:lnTo>
                    <a:lnTo>
                      <a:pt x="492" y="630"/>
                    </a:lnTo>
                    <a:close/>
                    <a:moveTo>
                      <a:pt x="488" y="638"/>
                    </a:moveTo>
                    <a:lnTo>
                      <a:pt x="488" y="634"/>
                    </a:lnTo>
                    <a:lnTo>
                      <a:pt x="488" y="630"/>
                    </a:lnTo>
                    <a:lnTo>
                      <a:pt x="492" y="630"/>
                    </a:lnTo>
                    <a:lnTo>
                      <a:pt x="492" y="626"/>
                    </a:lnTo>
                    <a:lnTo>
                      <a:pt x="492" y="630"/>
                    </a:lnTo>
                    <a:lnTo>
                      <a:pt x="496" y="630"/>
                    </a:lnTo>
                    <a:lnTo>
                      <a:pt x="496" y="634"/>
                    </a:lnTo>
                    <a:lnTo>
                      <a:pt x="492" y="634"/>
                    </a:lnTo>
                    <a:lnTo>
                      <a:pt x="488" y="638"/>
                    </a:lnTo>
                    <a:lnTo>
                      <a:pt x="488" y="638"/>
                    </a:lnTo>
                    <a:lnTo>
                      <a:pt x="488" y="638"/>
                    </a:lnTo>
                    <a:close/>
                    <a:moveTo>
                      <a:pt x="496" y="638"/>
                    </a:moveTo>
                    <a:lnTo>
                      <a:pt x="496" y="634"/>
                    </a:lnTo>
                    <a:lnTo>
                      <a:pt x="496" y="630"/>
                    </a:lnTo>
                    <a:lnTo>
                      <a:pt x="496" y="634"/>
                    </a:lnTo>
                    <a:lnTo>
                      <a:pt x="496" y="638"/>
                    </a:lnTo>
                    <a:lnTo>
                      <a:pt x="496" y="638"/>
                    </a:lnTo>
                    <a:lnTo>
                      <a:pt x="496" y="638"/>
                    </a:lnTo>
                    <a:close/>
                    <a:moveTo>
                      <a:pt x="496" y="638"/>
                    </a:moveTo>
                    <a:lnTo>
                      <a:pt x="492" y="638"/>
                    </a:lnTo>
                    <a:lnTo>
                      <a:pt x="492" y="634"/>
                    </a:lnTo>
                    <a:lnTo>
                      <a:pt x="496" y="638"/>
                    </a:lnTo>
                    <a:lnTo>
                      <a:pt x="496" y="638"/>
                    </a:lnTo>
                    <a:lnTo>
                      <a:pt x="496" y="638"/>
                    </a:lnTo>
                    <a:close/>
                    <a:moveTo>
                      <a:pt x="484" y="646"/>
                    </a:moveTo>
                    <a:lnTo>
                      <a:pt x="484" y="642"/>
                    </a:lnTo>
                    <a:lnTo>
                      <a:pt x="488" y="642"/>
                    </a:lnTo>
                    <a:lnTo>
                      <a:pt x="488" y="638"/>
                    </a:lnTo>
                    <a:lnTo>
                      <a:pt x="492" y="638"/>
                    </a:lnTo>
                    <a:lnTo>
                      <a:pt x="492" y="642"/>
                    </a:lnTo>
                    <a:lnTo>
                      <a:pt x="488" y="642"/>
                    </a:lnTo>
                    <a:lnTo>
                      <a:pt x="484" y="646"/>
                    </a:lnTo>
                    <a:lnTo>
                      <a:pt x="484" y="646"/>
                    </a:lnTo>
                    <a:lnTo>
                      <a:pt x="484" y="646"/>
                    </a:lnTo>
                    <a:close/>
                    <a:moveTo>
                      <a:pt x="500" y="642"/>
                    </a:moveTo>
                    <a:lnTo>
                      <a:pt x="500" y="638"/>
                    </a:lnTo>
                    <a:lnTo>
                      <a:pt x="500" y="642"/>
                    </a:lnTo>
                    <a:lnTo>
                      <a:pt x="500" y="642"/>
                    </a:lnTo>
                    <a:lnTo>
                      <a:pt x="500" y="642"/>
                    </a:lnTo>
                    <a:close/>
                    <a:moveTo>
                      <a:pt x="504" y="642"/>
                    </a:moveTo>
                    <a:lnTo>
                      <a:pt x="504" y="638"/>
                    </a:lnTo>
                    <a:lnTo>
                      <a:pt x="504" y="642"/>
                    </a:lnTo>
                    <a:lnTo>
                      <a:pt x="504" y="642"/>
                    </a:lnTo>
                    <a:lnTo>
                      <a:pt x="504" y="642"/>
                    </a:lnTo>
                    <a:close/>
                    <a:moveTo>
                      <a:pt x="480" y="646"/>
                    </a:moveTo>
                    <a:lnTo>
                      <a:pt x="484" y="646"/>
                    </a:lnTo>
                    <a:lnTo>
                      <a:pt x="484" y="642"/>
                    </a:lnTo>
                    <a:lnTo>
                      <a:pt x="484" y="638"/>
                    </a:lnTo>
                    <a:lnTo>
                      <a:pt x="484" y="642"/>
                    </a:lnTo>
                    <a:lnTo>
                      <a:pt x="484" y="646"/>
                    </a:lnTo>
                    <a:lnTo>
                      <a:pt x="480" y="646"/>
                    </a:lnTo>
                    <a:lnTo>
                      <a:pt x="480" y="646"/>
                    </a:lnTo>
                    <a:lnTo>
                      <a:pt x="480" y="646"/>
                    </a:lnTo>
                    <a:close/>
                    <a:moveTo>
                      <a:pt x="500" y="650"/>
                    </a:moveTo>
                    <a:lnTo>
                      <a:pt x="496" y="650"/>
                    </a:lnTo>
                    <a:lnTo>
                      <a:pt x="500" y="650"/>
                    </a:lnTo>
                    <a:lnTo>
                      <a:pt x="500" y="646"/>
                    </a:lnTo>
                    <a:lnTo>
                      <a:pt x="500" y="650"/>
                    </a:lnTo>
                    <a:lnTo>
                      <a:pt x="500" y="650"/>
                    </a:lnTo>
                    <a:lnTo>
                      <a:pt x="500" y="650"/>
                    </a:lnTo>
                    <a:close/>
                    <a:moveTo>
                      <a:pt x="488" y="656"/>
                    </a:moveTo>
                    <a:lnTo>
                      <a:pt x="484" y="656"/>
                    </a:lnTo>
                    <a:lnTo>
                      <a:pt x="484" y="652"/>
                    </a:lnTo>
                    <a:lnTo>
                      <a:pt x="488" y="650"/>
                    </a:lnTo>
                    <a:lnTo>
                      <a:pt x="488" y="652"/>
                    </a:lnTo>
                    <a:lnTo>
                      <a:pt x="488" y="650"/>
                    </a:lnTo>
                    <a:lnTo>
                      <a:pt x="488" y="646"/>
                    </a:lnTo>
                    <a:lnTo>
                      <a:pt x="488" y="650"/>
                    </a:lnTo>
                    <a:lnTo>
                      <a:pt x="488" y="652"/>
                    </a:lnTo>
                    <a:lnTo>
                      <a:pt x="488" y="656"/>
                    </a:lnTo>
                    <a:lnTo>
                      <a:pt x="488" y="656"/>
                    </a:lnTo>
                    <a:lnTo>
                      <a:pt x="488" y="656"/>
                    </a:lnTo>
                    <a:close/>
                    <a:moveTo>
                      <a:pt x="504" y="650"/>
                    </a:moveTo>
                    <a:lnTo>
                      <a:pt x="500" y="650"/>
                    </a:lnTo>
                    <a:lnTo>
                      <a:pt x="504" y="650"/>
                    </a:lnTo>
                    <a:lnTo>
                      <a:pt x="504" y="650"/>
                    </a:lnTo>
                    <a:lnTo>
                      <a:pt x="504" y="650"/>
                    </a:lnTo>
                    <a:close/>
                    <a:moveTo>
                      <a:pt x="500" y="652"/>
                    </a:moveTo>
                    <a:lnTo>
                      <a:pt x="496" y="652"/>
                    </a:lnTo>
                    <a:lnTo>
                      <a:pt x="492" y="650"/>
                    </a:lnTo>
                    <a:lnTo>
                      <a:pt x="496" y="650"/>
                    </a:lnTo>
                    <a:lnTo>
                      <a:pt x="500" y="652"/>
                    </a:lnTo>
                    <a:lnTo>
                      <a:pt x="500" y="652"/>
                    </a:lnTo>
                    <a:lnTo>
                      <a:pt x="500" y="652"/>
                    </a:lnTo>
                    <a:close/>
                    <a:moveTo>
                      <a:pt x="484" y="652"/>
                    </a:moveTo>
                    <a:lnTo>
                      <a:pt x="484" y="650"/>
                    </a:lnTo>
                    <a:lnTo>
                      <a:pt x="488" y="650"/>
                    </a:lnTo>
                    <a:lnTo>
                      <a:pt x="484" y="650"/>
                    </a:lnTo>
                    <a:lnTo>
                      <a:pt x="484" y="652"/>
                    </a:lnTo>
                    <a:lnTo>
                      <a:pt x="484" y="652"/>
                    </a:lnTo>
                    <a:lnTo>
                      <a:pt x="484" y="652"/>
                    </a:lnTo>
                    <a:close/>
                    <a:moveTo>
                      <a:pt x="504" y="652"/>
                    </a:moveTo>
                    <a:lnTo>
                      <a:pt x="500" y="652"/>
                    </a:lnTo>
                    <a:lnTo>
                      <a:pt x="500" y="650"/>
                    </a:lnTo>
                    <a:lnTo>
                      <a:pt x="504" y="650"/>
                    </a:lnTo>
                    <a:lnTo>
                      <a:pt x="504" y="652"/>
                    </a:lnTo>
                    <a:lnTo>
                      <a:pt x="504" y="652"/>
                    </a:lnTo>
                    <a:lnTo>
                      <a:pt x="504" y="652"/>
                    </a:lnTo>
                    <a:close/>
                    <a:moveTo>
                      <a:pt x="488" y="656"/>
                    </a:moveTo>
                    <a:lnTo>
                      <a:pt x="488" y="652"/>
                    </a:lnTo>
                    <a:lnTo>
                      <a:pt x="492" y="652"/>
                    </a:lnTo>
                    <a:lnTo>
                      <a:pt x="488" y="656"/>
                    </a:lnTo>
                    <a:lnTo>
                      <a:pt x="488" y="656"/>
                    </a:lnTo>
                    <a:lnTo>
                      <a:pt x="488" y="656"/>
                    </a:lnTo>
                    <a:close/>
                    <a:moveTo>
                      <a:pt x="514" y="656"/>
                    </a:moveTo>
                    <a:lnTo>
                      <a:pt x="514" y="652"/>
                    </a:lnTo>
                    <a:lnTo>
                      <a:pt x="514" y="656"/>
                    </a:lnTo>
                    <a:lnTo>
                      <a:pt x="514" y="656"/>
                    </a:lnTo>
                    <a:lnTo>
                      <a:pt x="514" y="656"/>
                    </a:lnTo>
                    <a:close/>
                    <a:moveTo>
                      <a:pt x="504" y="660"/>
                    </a:moveTo>
                    <a:lnTo>
                      <a:pt x="504" y="656"/>
                    </a:lnTo>
                    <a:lnTo>
                      <a:pt x="500" y="656"/>
                    </a:lnTo>
                    <a:lnTo>
                      <a:pt x="500" y="652"/>
                    </a:lnTo>
                    <a:lnTo>
                      <a:pt x="504" y="656"/>
                    </a:lnTo>
                    <a:lnTo>
                      <a:pt x="504" y="660"/>
                    </a:lnTo>
                    <a:lnTo>
                      <a:pt x="504" y="660"/>
                    </a:lnTo>
                    <a:lnTo>
                      <a:pt x="504" y="660"/>
                    </a:lnTo>
                    <a:close/>
                    <a:moveTo>
                      <a:pt x="488" y="656"/>
                    </a:moveTo>
                    <a:lnTo>
                      <a:pt x="492" y="656"/>
                    </a:lnTo>
                    <a:lnTo>
                      <a:pt x="492" y="652"/>
                    </a:lnTo>
                    <a:lnTo>
                      <a:pt x="492" y="656"/>
                    </a:lnTo>
                    <a:lnTo>
                      <a:pt x="488" y="656"/>
                    </a:lnTo>
                    <a:lnTo>
                      <a:pt x="488" y="656"/>
                    </a:lnTo>
                    <a:lnTo>
                      <a:pt x="488" y="656"/>
                    </a:lnTo>
                    <a:close/>
                    <a:moveTo>
                      <a:pt x="500" y="664"/>
                    </a:moveTo>
                    <a:lnTo>
                      <a:pt x="496" y="664"/>
                    </a:lnTo>
                    <a:lnTo>
                      <a:pt x="496" y="660"/>
                    </a:lnTo>
                    <a:lnTo>
                      <a:pt x="500" y="660"/>
                    </a:lnTo>
                    <a:lnTo>
                      <a:pt x="496" y="660"/>
                    </a:lnTo>
                    <a:lnTo>
                      <a:pt x="496" y="656"/>
                    </a:lnTo>
                    <a:lnTo>
                      <a:pt x="500" y="660"/>
                    </a:lnTo>
                    <a:lnTo>
                      <a:pt x="500" y="664"/>
                    </a:lnTo>
                    <a:lnTo>
                      <a:pt x="500" y="664"/>
                    </a:lnTo>
                    <a:lnTo>
                      <a:pt x="500" y="664"/>
                    </a:lnTo>
                    <a:close/>
                    <a:moveTo>
                      <a:pt x="504" y="664"/>
                    </a:moveTo>
                    <a:lnTo>
                      <a:pt x="504" y="660"/>
                    </a:lnTo>
                    <a:lnTo>
                      <a:pt x="500" y="660"/>
                    </a:lnTo>
                    <a:lnTo>
                      <a:pt x="500" y="656"/>
                    </a:lnTo>
                    <a:lnTo>
                      <a:pt x="500" y="660"/>
                    </a:lnTo>
                    <a:lnTo>
                      <a:pt x="504" y="660"/>
                    </a:lnTo>
                    <a:lnTo>
                      <a:pt x="504" y="664"/>
                    </a:lnTo>
                    <a:lnTo>
                      <a:pt x="504" y="664"/>
                    </a:lnTo>
                    <a:lnTo>
                      <a:pt x="504" y="664"/>
                    </a:lnTo>
                    <a:close/>
                    <a:moveTo>
                      <a:pt x="488" y="660"/>
                    </a:moveTo>
                    <a:lnTo>
                      <a:pt x="492" y="660"/>
                    </a:lnTo>
                    <a:lnTo>
                      <a:pt x="488" y="660"/>
                    </a:lnTo>
                    <a:lnTo>
                      <a:pt x="488" y="660"/>
                    </a:lnTo>
                    <a:lnTo>
                      <a:pt x="488" y="660"/>
                    </a:lnTo>
                    <a:close/>
                    <a:moveTo>
                      <a:pt x="578" y="716"/>
                    </a:moveTo>
                    <a:lnTo>
                      <a:pt x="574" y="716"/>
                    </a:lnTo>
                    <a:lnTo>
                      <a:pt x="570" y="716"/>
                    </a:lnTo>
                    <a:lnTo>
                      <a:pt x="562" y="716"/>
                    </a:lnTo>
                    <a:lnTo>
                      <a:pt x="562" y="712"/>
                    </a:lnTo>
                    <a:lnTo>
                      <a:pt x="560" y="712"/>
                    </a:lnTo>
                    <a:lnTo>
                      <a:pt x="560" y="716"/>
                    </a:lnTo>
                    <a:lnTo>
                      <a:pt x="556" y="716"/>
                    </a:lnTo>
                    <a:lnTo>
                      <a:pt x="552" y="716"/>
                    </a:lnTo>
                    <a:lnTo>
                      <a:pt x="552" y="712"/>
                    </a:lnTo>
                    <a:lnTo>
                      <a:pt x="552" y="716"/>
                    </a:lnTo>
                    <a:lnTo>
                      <a:pt x="548" y="716"/>
                    </a:lnTo>
                    <a:lnTo>
                      <a:pt x="544" y="716"/>
                    </a:lnTo>
                    <a:lnTo>
                      <a:pt x="544" y="712"/>
                    </a:lnTo>
                    <a:lnTo>
                      <a:pt x="548" y="712"/>
                    </a:lnTo>
                    <a:lnTo>
                      <a:pt x="552" y="712"/>
                    </a:lnTo>
                    <a:lnTo>
                      <a:pt x="548" y="712"/>
                    </a:lnTo>
                    <a:lnTo>
                      <a:pt x="544" y="712"/>
                    </a:lnTo>
                    <a:lnTo>
                      <a:pt x="540" y="712"/>
                    </a:lnTo>
                    <a:lnTo>
                      <a:pt x="544" y="712"/>
                    </a:lnTo>
                    <a:lnTo>
                      <a:pt x="540" y="712"/>
                    </a:lnTo>
                    <a:lnTo>
                      <a:pt x="536" y="712"/>
                    </a:lnTo>
                    <a:lnTo>
                      <a:pt x="540" y="712"/>
                    </a:lnTo>
                    <a:lnTo>
                      <a:pt x="540" y="708"/>
                    </a:lnTo>
                    <a:lnTo>
                      <a:pt x="536" y="708"/>
                    </a:lnTo>
                    <a:lnTo>
                      <a:pt x="536" y="712"/>
                    </a:lnTo>
                    <a:lnTo>
                      <a:pt x="532" y="712"/>
                    </a:lnTo>
                    <a:lnTo>
                      <a:pt x="532" y="708"/>
                    </a:lnTo>
                    <a:lnTo>
                      <a:pt x="532" y="712"/>
                    </a:lnTo>
                    <a:lnTo>
                      <a:pt x="530" y="712"/>
                    </a:lnTo>
                    <a:lnTo>
                      <a:pt x="530" y="708"/>
                    </a:lnTo>
                    <a:lnTo>
                      <a:pt x="532" y="708"/>
                    </a:lnTo>
                    <a:lnTo>
                      <a:pt x="530" y="708"/>
                    </a:lnTo>
                    <a:lnTo>
                      <a:pt x="530" y="706"/>
                    </a:lnTo>
                    <a:lnTo>
                      <a:pt x="532" y="706"/>
                    </a:lnTo>
                    <a:lnTo>
                      <a:pt x="532" y="708"/>
                    </a:lnTo>
                    <a:lnTo>
                      <a:pt x="536" y="708"/>
                    </a:lnTo>
                    <a:lnTo>
                      <a:pt x="532" y="708"/>
                    </a:lnTo>
                    <a:lnTo>
                      <a:pt x="532" y="706"/>
                    </a:lnTo>
                    <a:lnTo>
                      <a:pt x="536" y="708"/>
                    </a:lnTo>
                    <a:lnTo>
                      <a:pt x="536" y="706"/>
                    </a:lnTo>
                    <a:lnTo>
                      <a:pt x="540" y="706"/>
                    </a:lnTo>
                    <a:lnTo>
                      <a:pt x="544" y="708"/>
                    </a:lnTo>
                    <a:lnTo>
                      <a:pt x="544" y="706"/>
                    </a:lnTo>
                    <a:lnTo>
                      <a:pt x="548" y="706"/>
                    </a:lnTo>
                    <a:lnTo>
                      <a:pt x="548" y="708"/>
                    </a:lnTo>
                    <a:lnTo>
                      <a:pt x="548" y="706"/>
                    </a:lnTo>
                    <a:lnTo>
                      <a:pt x="552" y="708"/>
                    </a:lnTo>
                    <a:lnTo>
                      <a:pt x="556" y="708"/>
                    </a:lnTo>
                    <a:lnTo>
                      <a:pt x="552" y="708"/>
                    </a:lnTo>
                    <a:lnTo>
                      <a:pt x="552" y="706"/>
                    </a:lnTo>
                    <a:lnTo>
                      <a:pt x="548" y="706"/>
                    </a:lnTo>
                    <a:lnTo>
                      <a:pt x="544" y="706"/>
                    </a:lnTo>
                    <a:lnTo>
                      <a:pt x="544" y="702"/>
                    </a:lnTo>
                    <a:lnTo>
                      <a:pt x="548" y="702"/>
                    </a:lnTo>
                    <a:lnTo>
                      <a:pt x="552" y="706"/>
                    </a:lnTo>
                    <a:lnTo>
                      <a:pt x="556" y="706"/>
                    </a:lnTo>
                    <a:lnTo>
                      <a:pt x="556" y="702"/>
                    </a:lnTo>
                    <a:lnTo>
                      <a:pt x="556" y="706"/>
                    </a:lnTo>
                    <a:lnTo>
                      <a:pt x="560" y="706"/>
                    </a:lnTo>
                    <a:lnTo>
                      <a:pt x="560" y="708"/>
                    </a:lnTo>
                    <a:lnTo>
                      <a:pt x="560" y="706"/>
                    </a:lnTo>
                    <a:lnTo>
                      <a:pt x="562" y="706"/>
                    </a:lnTo>
                    <a:lnTo>
                      <a:pt x="566" y="706"/>
                    </a:lnTo>
                    <a:lnTo>
                      <a:pt x="566" y="708"/>
                    </a:lnTo>
                    <a:lnTo>
                      <a:pt x="566" y="712"/>
                    </a:lnTo>
                    <a:lnTo>
                      <a:pt x="566" y="708"/>
                    </a:lnTo>
                    <a:lnTo>
                      <a:pt x="570" y="708"/>
                    </a:lnTo>
                    <a:lnTo>
                      <a:pt x="566" y="708"/>
                    </a:lnTo>
                    <a:lnTo>
                      <a:pt x="570" y="708"/>
                    </a:lnTo>
                    <a:lnTo>
                      <a:pt x="570" y="706"/>
                    </a:lnTo>
                    <a:lnTo>
                      <a:pt x="566" y="706"/>
                    </a:lnTo>
                    <a:lnTo>
                      <a:pt x="562" y="706"/>
                    </a:lnTo>
                    <a:lnTo>
                      <a:pt x="562" y="702"/>
                    </a:lnTo>
                    <a:lnTo>
                      <a:pt x="560" y="702"/>
                    </a:lnTo>
                    <a:lnTo>
                      <a:pt x="556" y="702"/>
                    </a:lnTo>
                    <a:lnTo>
                      <a:pt x="556" y="698"/>
                    </a:lnTo>
                    <a:lnTo>
                      <a:pt x="556" y="694"/>
                    </a:lnTo>
                    <a:lnTo>
                      <a:pt x="556" y="690"/>
                    </a:lnTo>
                    <a:lnTo>
                      <a:pt x="560" y="690"/>
                    </a:lnTo>
                    <a:lnTo>
                      <a:pt x="566" y="686"/>
                    </a:lnTo>
                    <a:lnTo>
                      <a:pt x="566" y="682"/>
                    </a:lnTo>
                    <a:lnTo>
                      <a:pt x="562" y="682"/>
                    </a:lnTo>
                    <a:lnTo>
                      <a:pt x="560" y="682"/>
                    </a:lnTo>
                    <a:lnTo>
                      <a:pt x="556" y="682"/>
                    </a:lnTo>
                    <a:lnTo>
                      <a:pt x="556" y="686"/>
                    </a:lnTo>
                    <a:lnTo>
                      <a:pt x="552" y="686"/>
                    </a:lnTo>
                    <a:lnTo>
                      <a:pt x="552" y="682"/>
                    </a:lnTo>
                    <a:lnTo>
                      <a:pt x="552" y="680"/>
                    </a:lnTo>
                    <a:lnTo>
                      <a:pt x="552" y="676"/>
                    </a:lnTo>
                    <a:lnTo>
                      <a:pt x="556" y="676"/>
                    </a:lnTo>
                    <a:lnTo>
                      <a:pt x="556" y="672"/>
                    </a:lnTo>
                    <a:lnTo>
                      <a:pt x="552" y="672"/>
                    </a:lnTo>
                    <a:lnTo>
                      <a:pt x="556" y="672"/>
                    </a:lnTo>
                    <a:lnTo>
                      <a:pt x="560" y="672"/>
                    </a:lnTo>
                    <a:lnTo>
                      <a:pt x="562" y="668"/>
                    </a:lnTo>
                    <a:lnTo>
                      <a:pt x="562" y="664"/>
                    </a:lnTo>
                    <a:lnTo>
                      <a:pt x="566" y="664"/>
                    </a:lnTo>
                    <a:lnTo>
                      <a:pt x="566" y="668"/>
                    </a:lnTo>
                    <a:lnTo>
                      <a:pt x="570" y="668"/>
                    </a:lnTo>
                    <a:lnTo>
                      <a:pt x="574" y="668"/>
                    </a:lnTo>
                    <a:lnTo>
                      <a:pt x="578" y="668"/>
                    </a:lnTo>
                    <a:lnTo>
                      <a:pt x="578" y="672"/>
                    </a:lnTo>
                    <a:lnTo>
                      <a:pt x="578" y="680"/>
                    </a:lnTo>
                    <a:lnTo>
                      <a:pt x="578" y="682"/>
                    </a:lnTo>
                    <a:lnTo>
                      <a:pt x="578" y="686"/>
                    </a:lnTo>
                    <a:lnTo>
                      <a:pt x="578" y="694"/>
                    </a:lnTo>
                    <a:lnTo>
                      <a:pt x="578" y="698"/>
                    </a:lnTo>
                    <a:lnTo>
                      <a:pt x="578" y="706"/>
                    </a:lnTo>
                    <a:lnTo>
                      <a:pt x="578" y="708"/>
                    </a:lnTo>
                    <a:lnTo>
                      <a:pt x="578" y="716"/>
                    </a:lnTo>
                    <a:lnTo>
                      <a:pt x="578" y="716"/>
                    </a:lnTo>
                    <a:lnTo>
                      <a:pt x="578" y="716"/>
                    </a:lnTo>
                    <a:close/>
                    <a:moveTo>
                      <a:pt x="510" y="682"/>
                    </a:moveTo>
                    <a:lnTo>
                      <a:pt x="514" y="682"/>
                    </a:lnTo>
                    <a:lnTo>
                      <a:pt x="510" y="682"/>
                    </a:lnTo>
                    <a:lnTo>
                      <a:pt x="506" y="682"/>
                    </a:lnTo>
                    <a:lnTo>
                      <a:pt x="504" y="680"/>
                    </a:lnTo>
                    <a:lnTo>
                      <a:pt x="500" y="680"/>
                    </a:lnTo>
                    <a:lnTo>
                      <a:pt x="496" y="680"/>
                    </a:lnTo>
                    <a:lnTo>
                      <a:pt x="496" y="676"/>
                    </a:lnTo>
                    <a:lnTo>
                      <a:pt x="492" y="676"/>
                    </a:lnTo>
                    <a:lnTo>
                      <a:pt x="492" y="672"/>
                    </a:lnTo>
                    <a:lnTo>
                      <a:pt x="488" y="672"/>
                    </a:lnTo>
                    <a:lnTo>
                      <a:pt x="492" y="672"/>
                    </a:lnTo>
                    <a:lnTo>
                      <a:pt x="496" y="672"/>
                    </a:lnTo>
                    <a:lnTo>
                      <a:pt x="496" y="676"/>
                    </a:lnTo>
                    <a:lnTo>
                      <a:pt x="500" y="676"/>
                    </a:lnTo>
                    <a:lnTo>
                      <a:pt x="504" y="676"/>
                    </a:lnTo>
                    <a:lnTo>
                      <a:pt x="504" y="680"/>
                    </a:lnTo>
                    <a:lnTo>
                      <a:pt x="506" y="680"/>
                    </a:lnTo>
                    <a:lnTo>
                      <a:pt x="506" y="682"/>
                    </a:lnTo>
                    <a:lnTo>
                      <a:pt x="506" y="680"/>
                    </a:lnTo>
                    <a:lnTo>
                      <a:pt x="510" y="682"/>
                    </a:lnTo>
                    <a:lnTo>
                      <a:pt x="510" y="682"/>
                    </a:lnTo>
                    <a:lnTo>
                      <a:pt x="510" y="682"/>
                    </a:lnTo>
                    <a:close/>
                    <a:moveTo>
                      <a:pt x="506" y="676"/>
                    </a:moveTo>
                    <a:lnTo>
                      <a:pt x="504" y="676"/>
                    </a:lnTo>
                    <a:lnTo>
                      <a:pt x="504" y="672"/>
                    </a:lnTo>
                    <a:lnTo>
                      <a:pt x="506" y="672"/>
                    </a:lnTo>
                    <a:lnTo>
                      <a:pt x="506" y="676"/>
                    </a:lnTo>
                    <a:lnTo>
                      <a:pt x="510" y="676"/>
                    </a:lnTo>
                    <a:lnTo>
                      <a:pt x="506" y="676"/>
                    </a:lnTo>
                    <a:lnTo>
                      <a:pt x="506" y="676"/>
                    </a:lnTo>
                    <a:lnTo>
                      <a:pt x="506" y="676"/>
                    </a:lnTo>
                    <a:close/>
                    <a:moveTo>
                      <a:pt x="500" y="682"/>
                    </a:moveTo>
                    <a:lnTo>
                      <a:pt x="496" y="682"/>
                    </a:lnTo>
                    <a:lnTo>
                      <a:pt x="500" y="682"/>
                    </a:lnTo>
                    <a:lnTo>
                      <a:pt x="500" y="682"/>
                    </a:lnTo>
                    <a:lnTo>
                      <a:pt x="500" y="682"/>
                    </a:lnTo>
                    <a:close/>
                    <a:moveTo>
                      <a:pt x="510" y="694"/>
                    </a:moveTo>
                    <a:lnTo>
                      <a:pt x="510" y="690"/>
                    </a:lnTo>
                    <a:lnTo>
                      <a:pt x="506" y="690"/>
                    </a:lnTo>
                    <a:lnTo>
                      <a:pt x="506" y="694"/>
                    </a:lnTo>
                    <a:lnTo>
                      <a:pt x="506" y="690"/>
                    </a:lnTo>
                    <a:lnTo>
                      <a:pt x="506" y="686"/>
                    </a:lnTo>
                    <a:lnTo>
                      <a:pt x="510" y="690"/>
                    </a:lnTo>
                    <a:lnTo>
                      <a:pt x="514" y="690"/>
                    </a:lnTo>
                    <a:lnTo>
                      <a:pt x="510" y="690"/>
                    </a:lnTo>
                    <a:lnTo>
                      <a:pt x="506" y="686"/>
                    </a:lnTo>
                    <a:lnTo>
                      <a:pt x="510" y="686"/>
                    </a:lnTo>
                    <a:lnTo>
                      <a:pt x="514" y="686"/>
                    </a:lnTo>
                    <a:lnTo>
                      <a:pt x="510" y="686"/>
                    </a:lnTo>
                    <a:lnTo>
                      <a:pt x="514" y="686"/>
                    </a:lnTo>
                    <a:lnTo>
                      <a:pt x="514" y="690"/>
                    </a:lnTo>
                    <a:lnTo>
                      <a:pt x="518" y="690"/>
                    </a:lnTo>
                    <a:lnTo>
                      <a:pt x="518" y="686"/>
                    </a:lnTo>
                    <a:lnTo>
                      <a:pt x="518" y="690"/>
                    </a:lnTo>
                    <a:lnTo>
                      <a:pt x="522" y="686"/>
                    </a:lnTo>
                    <a:lnTo>
                      <a:pt x="522" y="690"/>
                    </a:lnTo>
                    <a:lnTo>
                      <a:pt x="522" y="694"/>
                    </a:lnTo>
                    <a:lnTo>
                      <a:pt x="522" y="690"/>
                    </a:lnTo>
                    <a:lnTo>
                      <a:pt x="526" y="690"/>
                    </a:lnTo>
                    <a:lnTo>
                      <a:pt x="526" y="694"/>
                    </a:lnTo>
                    <a:lnTo>
                      <a:pt x="522" y="694"/>
                    </a:lnTo>
                    <a:lnTo>
                      <a:pt x="522" y="698"/>
                    </a:lnTo>
                    <a:lnTo>
                      <a:pt x="526" y="698"/>
                    </a:lnTo>
                    <a:lnTo>
                      <a:pt x="522" y="698"/>
                    </a:lnTo>
                    <a:lnTo>
                      <a:pt x="522" y="702"/>
                    </a:lnTo>
                    <a:lnTo>
                      <a:pt x="518" y="698"/>
                    </a:lnTo>
                    <a:lnTo>
                      <a:pt x="518" y="702"/>
                    </a:lnTo>
                    <a:lnTo>
                      <a:pt x="514" y="702"/>
                    </a:lnTo>
                    <a:lnTo>
                      <a:pt x="514" y="698"/>
                    </a:lnTo>
                    <a:lnTo>
                      <a:pt x="518" y="698"/>
                    </a:lnTo>
                    <a:lnTo>
                      <a:pt x="518" y="694"/>
                    </a:lnTo>
                    <a:lnTo>
                      <a:pt x="514" y="694"/>
                    </a:lnTo>
                    <a:lnTo>
                      <a:pt x="514" y="698"/>
                    </a:lnTo>
                    <a:lnTo>
                      <a:pt x="510" y="698"/>
                    </a:lnTo>
                    <a:lnTo>
                      <a:pt x="510" y="694"/>
                    </a:lnTo>
                    <a:lnTo>
                      <a:pt x="510" y="694"/>
                    </a:lnTo>
                    <a:lnTo>
                      <a:pt x="510" y="694"/>
                    </a:lnTo>
                    <a:close/>
                    <a:moveTo>
                      <a:pt x="504" y="690"/>
                    </a:moveTo>
                    <a:lnTo>
                      <a:pt x="504" y="686"/>
                    </a:lnTo>
                    <a:lnTo>
                      <a:pt x="504" y="690"/>
                    </a:lnTo>
                    <a:lnTo>
                      <a:pt x="504" y="690"/>
                    </a:lnTo>
                    <a:lnTo>
                      <a:pt x="504" y="690"/>
                    </a:lnTo>
                    <a:close/>
                    <a:moveTo>
                      <a:pt x="548" y="702"/>
                    </a:moveTo>
                    <a:lnTo>
                      <a:pt x="544" y="702"/>
                    </a:lnTo>
                    <a:lnTo>
                      <a:pt x="544" y="698"/>
                    </a:lnTo>
                    <a:lnTo>
                      <a:pt x="544" y="694"/>
                    </a:lnTo>
                    <a:lnTo>
                      <a:pt x="548" y="694"/>
                    </a:lnTo>
                    <a:lnTo>
                      <a:pt x="548" y="690"/>
                    </a:lnTo>
                    <a:lnTo>
                      <a:pt x="548" y="686"/>
                    </a:lnTo>
                    <a:lnTo>
                      <a:pt x="552" y="686"/>
                    </a:lnTo>
                    <a:lnTo>
                      <a:pt x="552" y="690"/>
                    </a:lnTo>
                    <a:lnTo>
                      <a:pt x="548" y="690"/>
                    </a:lnTo>
                    <a:lnTo>
                      <a:pt x="552" y="694"/>
                    </a:lnTo>
                    <a:lnTo>
                      <a:pt x="552" y="698"/>
                    </a:lnTo>
                    <a:lnTo>
                      <a:pt x="548" y="698"/>
                    </a:lnTo>
                    <a:lnTo>
                      <a:pt x="548" y="694"/>
                    </a:lnTo>
                    <a:lnTo>
                      <a:pt x="548" y="698"/>
                    </a:lnTo>
                    <a:lnTo>
                      <a:pt x="548" y="702"/>
                    </a:lnTo>
                    <a:lnTo>
                      <a:pt x="548" y="702"/>
                    </a:lnTo>
                    <a:lnTo>
                      <a:pt x="548" y="702"/>
                    </a:lnTo>
                    <a:close/>
                    <a:moveTo>
                      <a:pt x="532" y="698"/>
                    </a:moveTo>
                    <a:lnTo>
                      <a:pt x="532" y="702"/>
                    </a:lnTo>
                    <a:lnTo>
                      <a:pt x="530" y="702"/>
                    </a:lnTo>
                    <a:lnTo>
                      <a:pt x="530" y="698"/>
                    </a:lnTo>
                    <a:lnTo>
                      <a:pt x="530" y="702"/>
                    </a:lnTo>
                    <a:lnTo>
                      <a:pt x="532" y="702"/>
                    </a:lnTo>
                    <a:lnTo>
                      <a:pt x="530" y="706"/>
                    </a:lnTo>
                    <a:lnTo>
                      <a:pt x="530" y="702"/>
                    </a:lnTo>
                    <a:lnTo>
                      <a:pt x="526" y="702"/>
                    </a:lnTo>
                    <a:lnTo>
                      <a:pt x="526" y="698"/>
                    </a:lnTo>
                    <a:lnTo>
                      <a:pt x="530" y="698"/>
                    </a:lnTo>
                    <a:lnTo>
                      <a:pt x="530" y="694"/>
                    </a:lnTo>
                    <a:lnTo>
                      <a:pt x="532" y="694"/>
                    </a:lnTo>
                    <a:lnTo>
                      <a:pt x="532" y="698"/>
                    </a:lnTo>
                    <a:lnTo>
                      <a:pt x="532" y="698"/>
                    </a:lnTo>
                    <a:lnTo>
                      <a:pt x="532" y="698"/>
                    </a:lnTo>
                    <a:close/>
                    <a:moveTo>
                      <a:pt x="536" y="698"/>
                    </a:moveTo>
                    <a:lnTo>
                      <a:pt x="540" y="698"/>
                    </a:lnTo>
                    <a:lnTo>
                      <a:pt x="544" y="702"/>
                    </a:lnTo>
                    <a:lnTo>
                      <a:pt x="544" y="706"/>
                    </a:lnTo>
                    <a:lnTo>
                      <a:pt x="540" y="706"/>
                    </a:lnTo>
                    <a:lnTo>
                      <a:pt x="536" y="706"/>
                    </a:lnTo>
                    <a:lnTo>
                      <a:pt x="536" y="702"/>
                    </a:lnTo>
                    <a:lnTo>
                      <a:pt x="532" y="702"/>
                    </a:lnTo>
                    <a:lnTo>
                      <a:pt x="532" y="698"/>
                    </a:lnTo>
                    <a:lnTo>
                      <a:pt x="536" y="698"/>
                    </a:lnTo>
                    <a:lnTo>
                      <a:pt x="536" y="698"/>
                    </a:lnTo>
                    <a:lnTo>
                      <a:pt x="536" y="698"/>
                    </a:lnTo>
                    <a:close/>
                    <a:moveTo>
                      <a:pt x="510" y="702"/>
                    </a:moveTo>
                    <a:lnTo>
                      <a:pt x="506" y="698"/>
                    </a:lnTo>
                    <a:lnTo>
                      <a:pt x="510" y="698"/>
                    </a:lnTo>
                    <a:lnTo>
                      <a:pt x="510" y="702"/>
                    </a:lnTo>
                    <a:lnTo>
                      <a:pt x="510" y="702"/>
                    </a:lnTo>
                    <a:lnTo>
                      <a:pt x="510" y="702"/>
                    </a:lnTo>
                    <a:close/>
                    <a:moveTo>
                      <a:pt x="552" y="702"/>
                    </a:moveTo>
                    <a:lnTo>
                      <a:pt x="548" y="698"/>
                    </a:lnTo>
                    <a:lnTo>
                      <a:pt x="552" y="698"/>
                    </a:lnTo>
                    <a:lnTo>
                      <a:pt x="552" y="702"/>
                    </a:lnTo>
                    <a:lnTo>
                      <a:pt x="552" y="702"/>
                    </a:lnTo>
                    <a:lnTo>
                      <a:pt x="552" y="702"/>
                    </a:lnTo>
                    <a:close/>
                    <a:moveTo>
                      <a:pt x="526" y="698"/>
                    </a:moveTo>
                    <a:lnTo>
                      <a:pt x="526" y="702"/>
                    </a:lnTo>
                    <a:lnTo>
                      <a:pt x="522" y="702"/>
                    </a:lnTo>
                    <a:lnTo>
                      <a:pt x="522" y="698"/>
                    </a:lnTo>
                    <a:lnTo>
                      <a:pt x="526" y="698"/>
                    </a:lnTo>
                    <a:lnTo>
                      <a:pt x="526" y="698"/>
                    </a:lnTo>
                    <a:lnTo>
                      <a:pt x="526" y="698"/>
                    </a:lnTo>
                    <a:close/>
                    <a:moveTo>
                      <a:pt x="522" y="706"/>
                    </a:moveTo>
                    <a:lnTo>
                      <a:pt x="526" y="706"/>
                    </a:lnTo>
                    <a:lnTo>
                      <a:pt x="522" y="706"/>
                    </a:lnTo>
                    <a:lnTo>
                      <a:pt x="522" y="706"/>
                    </a:lnTo>
                    <a:lnTo>
                      <a:pt x="522" y="706"/>
                    </a:lnTo>
                    <a:close/>
                    <a:moveTo>
                      <a:pt x="540" y="716"/>
                    </a:moveTo>
                    <a:lnTo>
                      <a:pt x="536" y="716"/>
                    </a:lnTo>
                    <a:lnTo>
                      <a:pt x="540" y="716"/>
                    </a:lnTo>
                    <a:lnTo>
                      <a:pt x="544" y="716"/>
                    </a:lnTo>
                    <a:lnTo>
                      <a:pt x="540" y="716"/>
                    </a:lnTo>
                    <a:lnTo>
                      <a:pt x="540" y="716"/>
                    </a:lnTo>
                    <a:lnTo>
                      <a:pt x="540" y="716"/>
                    </a:lnTo>
                    <a:close/>
                    <a:moveTo>
                      <a:pt x="552" y="716"/>
                    </a:moveTo>
                    <a:lnTo>
                      <a:pt x="548" y="716"/>
                    </a:lnTo>
                    <a:lnTo>
                      <a:pt x="552" y="716"/>
                    </a:lnTo>
                    <a:lnTo>
                      <a:pt x="552" y="716"/>
                    </a:lnTo>
                    <a:lnTo>
                      <a:pt x="552" y="716"/>
                    </a:lnTo>
                    <a:close/>
                    <a:moveTo>
                      <a:pt x="560" y="720"/>
                    </a:moveTo>
                    <a:lnTo>
                      <a:pt x="560" y="716"/>
                    </a:lnTo>
                    <a:lnTo>
                      <a:pt x="562" y="716"/>
                    </a:lnTo>
                    <a:lnTo>
                      <a:pt x="566" y="716"/>
                    </a:lnTo>
                    <a:lnTo>
                      <a:pt x="570" y="720"/>
                    </a:lnTo>
                    <a:lnTo>
                      <a:pt x="566" y="720"/>
                    </a:lnTo>
                    <a:lnTo>
                      <a:pt x="562" y="720"/>
                    </a:lnTo>
                    <a:lnTo>
                      <a:pt x="560" y="720"/>
                    </a:lnTo>
                    <a:lnTo>
                      <a:pt x="560" y="720"/>
                    </a:lnTo>
                    <a:lnTo>
                      <a:pt x="560" y="720"/>
                    </a:lnTo>
                    <a:close/>
                    <a:moveTo>
                      <a:pt x="552" y="716"/>
                    </a:moveTo>
                    <a:lnTo>
                      <a:pt x="548" y="716"/>
                    </a:lnTo>
                    <a:lnTo>
                      <a:pt x="548" y="720"/>
                    </a:lnTo>
                    <a:lnTo>
                      <a:pt x="552" y="720"/>
                    </a:lnTo>
                    <a:lnTo>
                      <a:pt x="552" y="724"/>
                    </a:lnTo>
                    <a:lnTo>
                      <a:pt x="552" y="720"/>
                    </a:lnTo>
                    <a:lnTo>
                      <a:pt x="552" y="724"/>
                    </a:lnTo>
                    <a:lnTo>
                      <a:pt x="548" y="724"/>
                    </a:lnTo>
                    <a:lnTo>
                      <a:pt x="548" y="720"/>
                    </a:lnTo>
                    <a:lnTo>
                      <a:pt x="548" y="724"/>
                    </a:lnTo>
                    <a:lnTo>
                      <a:pt x="548" y="720"/>
                    </a:lnTo>
                    <a:lnTo>
                      <a:pt x="544" y="720"/>
                    </a:lnTo>
                    <a:lnTo>
                      <a:pt x="544" y="716"/>
                    </a:lnTo>
                    <a:lnTo>
                      <a:pt x="548" y="720"/>
                    </a:lnTo>
                    <a:lnTo>
                      <a:pt x="548" y="716"/>
                    </a:lnTo>
                    <a:lnTo>
                      <a:pt x="552" y="716"/>
                    </a:lnTo>
                    <a:lnTo>
                      <a:pt x="552" y="716"/>
                    </a:lnTo>
                    <a:lnTo>
                      <a:pt x="552" y="716"/>
                    </a:lnTo>
                    <a:close/>
                    <a:moveTo>
                      <a:pt x="586" y="716"/>
                    </a:moveTo>
                    <a:lnTo>
                      <a:pt x="590" y="716"/>
                    </a:lnTo>
                    <a:lnTo>
                      <a:pt x="592" y="716"/>
                    </a:lnTo>
                    <a:lnTo>
                      <a:pt x="596" y="716"/>
                    </a:lnTo>
                    <a:lnTo>
                      <a:pt x="596" y="720"/>
                    </a:lnTo>
                    <a:lnTo>
                      <a:pt x="600" y="720"/>
                    </a:lnTo>
                    <a:lnTo>
                      <a:pt x="600" y="724"/>
                    </a:lnTo>
                    <a:lnTo>
                      <a:pt x="596" y="724"/>
                    </a:lnTo>
                    <a:lnTo>
                      <a:pt x="596" y="728"/>
                    </a:lnTo>
                    <a:lnTo>
                      <a:pt x="592" y="724"/>
                    </a:lnTo>
                    <a:lnTo>
                      <a:pt x="590" y="724"/>
                    </a:lnTo>
                    <a:lnTo>
                      <a:pt x="586" y="724"/>
                    </a:lnTo>
                    <a:lnTo>
                      <a:pt x="590" y="724"/>
                    </a:lnTo>
                    <a:lnTo>
                      <a:pt x="586" y="724"/>
                    </a:lnTo>
                    <a:lnTo>
                      <a:pt x="582" y="724"/>
                    </a:lnTo>
                    <a:lnTo>
                      <a:pt x="582" y="720"/>
                    </a:lnTo>
                    <a:lnTo>
                      <a:pt x="582" y="716"/>
                    </a:lnTo>
                    <a:lnTo>
                      <a:pt x="586" y="716"/>
                    </a:lnTo>
                    <a:lnTo>
                      <a:pt x="586" y="716"/>
                    </a:lnTo>
                    <a:lnTo>
                      <a:pt x="586" y="716"/>
                    </a:lnTo>
                    <a:close/>
                    <a:moveTo>
                      <a:pt x="556" y="720"/>
                    </a:moveTo>
                    <a:lnTo>
                      <a:pt x="556" y="716"/>
                    </a:lnTo>
                    <a:lnTo>
                      <a:pt x="556" y="720"/>
                    </a:lnTo>
                    <a:lnTo>
                      <a:pt x="556" y="720"/>
                    </a:lnTo>
                    <a:lnTo>
                      <a:pt x="556" y="720"/>
                    </a:lnTo>
                    <a:close/>
                    <a:moveTo>
                      <a:pt x="586" y="736"/>
                    </a:moveTo>
                    <a:lnTo>
                      <a:pt x="582" y="736"/>
                    </a:lnTo>
                    <a:lnTo>
                      <a:pt x="582" y="732"/>
                    </a:lnTo>
                    <a:lnTo>
                      <a:pt x="578" y="732"/>
                    </a:lnTo>
                    <a:lnTo>
                      <a:pt x="578" y="728"/>
                    </a:lnTo>
                    <a:lnTo>
                      <a:pt x="574" y="728"/>
                    </a:lnTo>
                    <a:lnTo>
                      <a:pt x="574" y="732"/>
                    </a:lnTo>
                    <a:lnTo>
                      <a:pt x="570" y="728"/>
                    </a:lnTo>
                    <a:lnTo>
                      <a:pt x="574" y="728"/>
                    </a:lnTo>
                    <a:lnTo>
                      <a:pt x="570" y="728"/>
                    </a:lnTo>
                    <a:lnTo>
                      <a:pt x="574" y="724"/>
                    </a:lnTo>
                    <a:lnTo>
                      <a:pt x="570" y="724"/>
                    </a:lnTo>
                    <a:lnTo>
                      <a:pt x="566" y="724"/>
                    </a:lnTo>
                    <a:lnTo>
                      <a:pt x="566" y="728"/>
                    </a:lnTo>
                    <a:lnTo>
                      <a:pt x="570" y="728"/>
                    </a:lnTo>
                    <a:lnTo>
                      <a:pt x="570" y="732"/>
                    </a:lnTo>
                    <a:lnTo>
                      <a:pt x="566" y="732"/>
                    </a:lnTo>
                    <a:lnTo>
                      <a:pt x="562" y="728"/>
                    </a:lnTo>
                    <a:lnTo>
                      <a:pt x="566" y="728"/>
                    </a:lnTo>
                    <a:lnTo>
                      <a:pt x="562" y="728"/>
                    </a:lnTo>
                    <a:lnTo>
                      <a:pt x="560" y="728"/>
                    </a:lnTo>
                    <a:lnTo>
                      <a:pt x="562" y="724"/>
                    </a:lnTo>
                    <a:lnTo>
                      <a:pt x="560" y="724"/>
                    </a:lnTo>
                    <a:lnTo>
                      <a:pt x="556" y="724"/>
                    </a:lnTo>
                    <a:lnTo>
                      <a:pt x="560" y="720"/>
                    </a:lnTo>
                    <a:lnTo>
                      <a:pt x="562" y="720"/>
                    </a:lnTo>
                    <a:lnTo>
                      <a:pt x="566" y="720"/>
                    </a:lnTo>
                    <a:lnTo>
                      <a:pt x="570" y="720"/>
                    </a:lnTo>
                    <a:lnTo>
                      <a:pt x="574" y="720"/>
                    </a:lnTo>
                    <a:lnTo>
                      <a:pt x="574" y="716"/>
                    </a:lnTo>
                    <a:lnTo>
                      <a:pt x="578" y="716"/>
                    </a:lnTo>
                    <a:lnTo>
                      <a:pt x="582" y="720"/>
                    </a:lnTo>
                    <a:lnTo>
                      <a:pt x="578" y="724"/>
                    </a:lnTo>
                    <a:lnTo>
                      <a:pt x="574" y="724"/>
                    </a:lnTo>
                    <a:lnTo>
                      <a:pt x="574" y="720"/>
                    </a:lnTo>
                    <a:lnTo>
                      <a:pt x="570" y="720"/>
                    </a:lnTo>
                    <a:lnTo>
                      <a:pt x="574" y="724"/>
                    </a:lnTo>
                    <a:lnTo>
                      <a:pt x="578" y="724"/>
                    </a:lnTo>
                    <a:lnTo>
                      <a:pt x="582" y="724"/>
                    </a:lnTo>
                    <a:lnTo>
                      <a:pt x="578" y="728"/>
                    </a:lnTo>
                    <a:lnTo>
                      <a:pt x="578" y="724"/>
                    </a:lnTo>
                    <a:lnTo>
                      <a:pt x="574" y="724"/>
                    </a:lnTo>
                    <a:lnTo>
                      <a:pt x="578" y="728"/>
                    </a:lnTo>
                    <a:lnTo>
                      <a:pt x="582" y="728"/>
                    </a:lnTo>
                    <a:lnTo>
                      <a:pt x="582" y="732"/>
                    </a:lnTo>
                    <a:lnTo>
                      <a:pt x="586" y="728"/>
                    </a:lnTo>
                    <a:lnTo>
                      <a:pt x="586" y="732"/>
                    </a:lnTo>
                    <a:lnTo>
                      <a:pt x="586" y="736"/>
                    </a:lnTo>
                    <a:lnTo>
                      <a:pt x="586" y="736"/>
                    </a:lnTo>
                    <a:lnTo>
                      <a:pt x="586" y="736"/>
                    </a:lnTo>
                    <a:close/>
                    <a:moveTo>
                      <a:pt x="600" y="720"/>
                    </a:moveTo>
                    <a:lnTo>
                      <a:pt x="596" y="720"/>
                    </a:lnTo>
                    <a:lnTo>
                      <a:pt x="600" y="720"/>
                    </a:lnTo>
                    <a:lnTo>
                      <a:pt x="600" y="720"/>
                    </a:lnTo>
                    <a:lnTo>
                      <a:pt x="600" y="720"/>
                    </a:lnTo>
                    <a:close/>
                    <a:moveTo>
                      <a:pt x="604" y="724"/>
                    </a:moveTo>
                    <a:lnTo>
                      <a:pt x="608" y="724"/>
                    </a:lnTo>
                    <a:lnTo>
                      <a:pt x="604" y="724"/>
                    </a:lnTo>
                    <a:lnTo>
                      <a:pt x="604" y="724"/>
                    </a:lnTo>
                    <a:lnTo>
                      <a:pt x="604" y="724"/>
                    </a:lnTo>
                    <a:close/>
                    <a:moveTo>
                      <a:pt x="600" y="724"/>
                    </a:moveTo>
                    <a:lnTo>
                      <a:pt x="600" y="728"/>
                    </a:lnTo>
                    <a:lnTo>
                      <a:pt x="596" y="724"/>
                    </a:lnTo>
                    <a:lnTo>
                      <a:pt x="600" y="724"/>
                    </a:lnTo>
                    <a:lnTo>
                      <a:pt x="600" y="724"/>
                    </a:lnTo>
                    <a:lnTo>
                      <a:pt x="600" y="724"/>
                    </a:lnTo>
                    <a:close/>
                    <a:moveTo>
                      <a:pt x="590" y="732"/>
                    </a:moveTo>
                    <a:lnTo>
                      <a:pt x="592" y="732"/>
                    </a:lnTo>
                    <a:lnTo>
                      <a:pt x="590" y="732"/>
                    </a:lnTo>
                    <a:lnTo>
                      <a:pt x="590" y="732"/>
                    </a:lnTo>
                    <a:lnTo>
                      <a:pt x="590" y="732"/>
                    </a:lnTo>
                    <a:close/>
                    <a:moveTo>
                      <a:pt x="592" y="736"/>
                    </a:moveTo>
                    <a:lnTo>
                      <a:pt x="592" y="732"/>
                    </a:lnTo>
                    <a:lnTo>
                      <a:pt x="596" y="736"/>
                    </a:lnTo>
                    <a:lnTo>
                      <a:pt x="592" y="736"/>
                    </a:lnTo>
                    <a:lnTo>
                      <a:pt x="592" y="736"/>
                    </a:lnTo>
                    <a:lnTo>
                      <a:pt x="592" y="736"/>
                    </a:lnTo>
                    <a:close/>
                    <a:moveTo>
                      <a:pt x="590" y="738"/>
                    </a:moveTo>
                    <a:lnTo>
                      <a:pt x="592" y="738"/>
                    </a:lnTo>
                    <a:lnTo>
                      <a:pt x="592" y="736"/>
                    </a:lnTo>
                    <a:lnTo>
                      <a:pt x="592" y="738"/>
                    </a:lnTo>
                    <a:lnTo>
                      <a:pt x="590" y="738"/>
                    </a:lnTo>
                    <a:lnTo>
                      <a:pt x="590" y="738"/>
                    </a:lnTo>
                    <a:lnTo>
                      <a:pt x="590" y="738"/>
                    </a:lnTo>
                    <a:close/>
                    <a:moveTo>
                      <a:pt x="596" y="738"/>
                    </a:moveTo>
                    <a:lnTo>
                      <a:pt x="592" y="738"/>
                    </a:lnTo>
                    <a:lnTo>
                      <a:pt x="596" y="738"/>
                    </a:lnTo>
                    <a:lnTo>
                      <a:pt x="596" y="738"/>
                    </a:lnTo>
                    <a:lnTo>
                      <a:pt x="596" y="7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3" name="Freeform 197"/>
              <p:cNvSpPr>
                <a:spLocks/>
              </p:cNvSpPr>
              <p:nvPr/>
            </p:nvSpPr>
            <p:spPr bwMode="gray">
              <a:xfrm>
                <a:off x="3043288" y="2269101"/>
                <a:ext cx="59135" cy="45221"/>
              </a:xfrm>
              <a:custGeom>
                <a:avLst/>
                <a:gdLst>
                  <a:gd name="T0" fmla="*/ 0 w 34"/>
                  <a:gd name="T1" fmla="*/ 6 h 26"/>
                  <a:gd name="T2" fmla="*/ 4 w 34"/>
                  <a:gd name="T3" fmla="*/ 2 h 26"/>
                  <a:gd name="T4" fmla="*/ 4 w 34"/>
                  <a:gd name="T5" fmla="*/ 0 h 26"/>
                  <a:gd name="T6" fmla="*/ 4 w 34"/>
                  <a:gd name="T7" fmla="*/ 0 h 26"/>
                  <a:gd name="T8" fmla="*/ 4 w 34"/>
                  <a:gd name="T9" fmla="*/ 0 h 26"/>
                  <a:gd name="T10" fmla="*/ 8 w 34"/>
                  <a:gd name="T11" fmla="*/ 0 h 26"/>
                  <a:gd name="T12" fmla="*/ 8 w 34"/>
                  <a:gd name="T13" fmla="*/ 0 h 26"/>
                  <a:gd name="T14" fmla="*/ 8 w 34"/>
                  <a:gd name="T15" fmla="*/ 0 h 26"/>
                  <a:gd name="T16" fmla="*/ 8 w 34"/>
                  <a:gd name="T17" fmla="*/ 0 h 26"/>
                  <a:gd name="T18" fmla="*/ 12 w 34"/>
                  <a:gd name="T19" fmla="*/ 2 h 26"/>
                  <a:gd name="T20" fmla="*/ 12 w 34"/>
                  <a:gd name="T21" fmla="*/ 2 h 26"/>
                  <a:gd name="T22" fmla="*/ 20 w 34"/>
                  <a:gd name="T23" fmla="*/ 6 h 26"/>
                  <a:gd name="T24" fmla="*/ 26 w 34"/>
                  <a:gd name="T25" fmla="*/ 10 h 26"/>
                  <a:gd name="T26" fmla="*/ 26 w 34"/>
                  <a:gd name="T27" fmla="*/ 10 h 26"/>
                  <a:gd name="T28" fmla="*/ 26 w 34"/>
                  <a:gd name="T29" fmla="*/ 10 h 26"/>
                  <a:gd name="T30" fmla="*/ 26 w 34"/>
                  <a:gd name="T31" fmla="*/ 10 h 26"/>
                  <a:gd name="T32" fmla="*/ 30 w 34"/>
                  <a:gd name="T33" fmla="*/ 10 h 26"/>
                  <a:gd name="T34" fmla="*/ 30 w 34"/>
                  <a:gd name="T35" fmla="*/ 10 h 26"/>
                  <a:gd name="T36" fmla="*/ 30 w 34"/>
                  <a:gd name="T37" fmla="*/ 10 h 26"/>
                  <a:gd name="T38" fmla="*/ 26 w 34"/>
                  <a:gd name="T39" fmla="*/ 10 h 26"/>
                  <a:gd name="T40" fmla="*/ 24 w 34"/>
                  <a:gd name="T41" fmla="*/ 14 h 26"/>
                  <a:gd name="T42" fmla="*/ 26 w 34"/>
                  <a:gd name="T43" fmla="*/ 14 h 26"/>
                  <a:gd name="T44" fmla="*/ 30 w 34"/>
                  <a:gd name="T45" fmla="*/ 14 h 26"/>
                  <a:gd name="T46" fmla="*/ 30 w 34"/>
                  <a:gd name="T47" fmla="*/ 14 h 26"/>
                  <a:gd name="T48" fmla="*/ 34 w 34"/>
                  <a:gd name="T49" fmla="*/ 14 h 26"/>
                  <a:gd name="T50" fmla="*/ 34 w 34"/>
                  <a:gd name="T51" fmla="*/ 14 h 26"/>
                  <a:gd name="T52" fmla="*/ 30 w 34"/>
                  <a:gd name="T53" fmla="*/ 14 h 26"/>
                  <a:gd name="T54" fmla="*/ 26 w 34"/>
                  <a:gd name="T55" fmla="*/ 18 h 26"/>
                  <a:gd name="T56" fmla="*/ 26 w 34"/>
                  <a:gd name="T57" fmla="*/ 18 h 26"/>
                  <a:gd name="T58" fmla="*/ 26 w 34"/>
                  <a:gd name="T59" fmla="*/ 18 h 26"/>
                  <a:gd name="T60" fmla="*/ 24 w 34"/>
                  <a:gd name="T61" fmla="*/ 18 h 26"/>
                  <a:gd name="T62" fmla="*/ 24 w 34"/>
                  <a:gd name="T63" fmla="*/ 18 h 26"/>
                  <a:gd name="T64" fmla="*/ 20 w 34"/>
                  <a:gd name="T65" fmla="*/ 18 h 26"/>
                  <a:gd name="T66" fmla="*/ 16 w 34"/>
                  <a:gd name="T67" fmla="*/ 18 h 26"/>
                  <a:gd name="T68" fmla="*/ 16 w 34"/>
                  <a:gd name="T69" fmla="*/ 18 h 26"/>
                  <a:gd name="T70" fmla="*/ 16 w 34"/>
                  <a:gd name="T71" fmla="*/ 18 h 26"/>
                  <a:gd name="T72" fmla="*/ 12 w 34"/>
                  <a:gd name="T73" fmla="*/ 14 h 26"/>
                  <a:gd name="T74" fmla="*/ 12 w 34"/>
                  <a:gd name="T75" fmla="*/ 18 h 26"/>
                  <a:gd name="T76" fmla="*/ 8 w 34"/>
                  <a:gd name="T77" fmla="*/ 22 h 26"/>
                  <a:gd name="T78" fmla="*/ 4 w 34"/>
                  <a:gd name="T79" fmla="*/ 26 h 26"/>
                  <a:gd name="T80" fmla="*/ 0 w 34"/>
                  <a:gd name="T81" fmla="*/ 26 h 26"/>
                  <a:gd name="T82" fmla="*/ 4 w 34"/>
                  <a:gd name="T83" fmla="*/ 22 h 26"/>
                  <a:gd name="T84" fmla="*/ 4 w 34"/>
                  <a:gd name="T85" fmla="*/ 22 h 26"/>
                  <a:gd name="T86" fmla="*/ 4 w 34"/>
                  <a:gd name="T87" fmla="*/ 22 h 26"/>
                  <a:gd name="T88" fmla="*/ 4 w 34"/>
                  <a:gd name="T89" fmla="*/ 22 h 26"/>
                  <a:gd name="T90" fmla="*/ 0 w 34"/>
                  <a:gd name="T91" fmla="*/ 22 h 26"/>
                  <a:gd name="T92" fmla="*/ 4 w 34"/>
                  <a:gd name="T93" fmla="*/ 22 h 26"/>
                  <a:gd name="T94" fmla="*/ 4 w 34"/>
                  <a:gd name="T95" fmla="*/ 18 h 26"/>
                  <a:gd name="T96" fmla="*/ 4 w 34"/>
                  <a:gd name="T97" fmla="*/ 14 h 26"/>
                  <a:gd name="T98" fmla="*/ 0 w 34"/>
                  <a:gd name="T99" fmla="*/ 10 h 26"/>
                  <a:gd name="T100" fmla="*/ 0 w 34"/>
                  <a:gd name="T101" fmla="*/ 1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 h="26">
                    <a:moveTo>
                      <a:pt x="0" y="10"/>
                    </a:moveTo>
                    <a:lnTo>
                      <a:pt x="0" y="10"/>
                    </a:lnTo>
                    <a:lnTo>
                      <a:pt x="0" y="6"/>
                    </a:lnTo>
                    <a:lnTo>
                      <a:pt x="0" y="6"/>
                    </a:lnTo>
                    <a:lnTo>
                      <a:pt x="0" y="6"/>
                    </a:lnTo>
                    <a:lnTo>
                      <a:pt x="0" y="6"/>
                    </a:lnTo>
                    <a:lnTo>
                      <a:pt x="0" y="6"/>
                    </a:lnTo>
                    <a:lnTo>
                      <a:pt x="4" y="2"/>
                    </a:lnTo>
                    <a:lnTo>
                      <a:pt x="4" y="2"/>
                    </a:lnTo>
                    <a:lnTo>
                      <a:pt x="4" y="0"/>
                    </a:lnTo>
                    <a:lnTo>
                      <a:pt x="4" y="0"/>
                    </a:lnTo>
                    <a:lnTo>
                      <a:pt x="4" y="0"/>
                    </a:lnTo>
                    <a:lnTo>
                      <a:pt x="4" y="0"/>
                    </a:lnTo>
                    <a:lnTo>
                      <a:pt x="4" y="0"/>
                    </a:lnTo>
                    <a:lnTo>
                      <a:pt x="4" y="0"/>
                    </a:lnTo>
                    <a:lnTo>
                      <a:pt x="4" y="0"/>
                    </a:lnTo>
                    <a:lnTo>
                      <a:pt x="4" y="0"/>
                    </a:lnTo>
                    <a:lnTo>
                      <a:pt x="4" y="0"/>
                    </a:lnTo>
                    <a:lnTo>
                      <a:pt x="4" y="0"/>
                    </a:lnTo>
                    <a:lnTo>
                      <a:pt x="4" y="0"/>
                    </a:lnTo>
                    <a:lnTo>
                      <a:pt x="8" y="0"/>
                    </a:lnTo>
                    <a:lnTo>
                      <a:pt x="8" y="0"/>
                    </a:lnTo>
                    <a:lnTo>
                      <a:pt x="8" y="0"/>
                    </a:lnTo>
                    <a:lnTo>
                      <a:pt x="8" y="0"/>
                    </a:lnTo>
                    <a:lnTo>
                      <a:pt x="12" y="0"/>
                    </a:lnTo>
                    <a:lnTo>
                      <a:pt x="12" y="0"/>
                    </a:lnTo>
                    <a:lnTo>
                      <a:pt x="12" y="0"/>
                    </a:lnTo>
                    <a:lnTo>
                      <a:pt x="8" y="0"/>
                    </a:lnTo>
                    <a:lnTo>
                      <a:pt x="8" y="0"/>
                    </a:lnTo>
                    <a:lnTo>
                      <a:pt x="8" y="0"/>
                    </a:lnTo>
                    <a:lnTo>
                      <a:pt x="8" y="0"/>
                    </a:lnTo>
                    <a:lnTo>
                      <a:pt x="8" y="0"/>
                    </a:lnTo>
                    <a:lnTo>
                      <a:pt x="8" y="0"/>
                    </a:lnTo>
                    <a:lnTo>
                      <a:pt x="8" y="0"/>
                    </a:lnTo>
                    <a:lnTo>
                      <a:pt x="8" y="0"/>
                    </a:lnTo>
                    <a:lnTo>
                      <a:pt x="8" y="0"/>
                    </a:lnTo>
                    <a:lnTo>
                      <a:pt x="12" y="2"/>
                    </a:lnTo>
                    <a:lnTo>
                      <a:pt x="12" y="2"/>
                    </a:lnTo>
                    <a:lnTo>
                      <a:pt x="12" y="2"/>
                    </a:lnTo>
                    <a:lnTo>
                      <a:pt x="12" y="2"/>
                    </a:lnTo>
                    <a:lnTo>
                      <a:pt x="12" y="2"/>
                    </a:lnTo>
                    <a:lnTo>
                      <a:pt x="12" y="2"/>
                    </a:lnTo>
                    <a:lnTo>
                      <a:pt x="12" y="2"/>
                    </a:lnTo>
                    <a:lnTo>
                      <a:pt x="12" y="2"/>
                    </a:lnTo>
                    <a:lnTo>
                      <a:pt x="12" y="6"/>
                    </a:lnTo>
                    <a:lnTo>
                      <a:pt x="12" y="6"/>
                    </a:lnTo>
                    <a:lnTo>
                      <a:pt x="16" y="6"/>
                    </a:lnTo>
                    <a:lnTo>
                      <a:pt x="20" y="6"/>
                    </a:lnTo>
                    <a:lnTo>
                      <a:pt x="20" y="6"/>
                    </a:lnTo>
                    <a:lnTo>
                      <a:pt x="20" y="6"/>
                    </a:lnTo>
                    <a:lnTo>
                      <a:pt x="24" y="6"/>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30" y="10"/>
                    </a:lnTo>
                    <a:lnTo>
                      <a:pt x="30" y="10"/>
                    </a:lnTo>
                    <a:lnTo>
                      <a:pt x="30" y="10"/>
                    </a:lnTo>
                    <a:lnTo>
                      <a:pt x="30" y="10"/>
                    </a:lnTo>
                    <a:lnTo>
                      <a:pt x="30" y="10"/>
                    </a:lnTo>
                    <a:lnTo>
                      <a:pt x="30" y="10"/>
                    </a:lnTo>
                    <a:lnTo>
                      <a:pt x="30" y="10"/>
                    </a:lnTo>
                    <a:lnTo>
                      <a:pt x="30" y="10"/>
                    </a:lnTo>
                    <a:lnTo>
                      <a:pt x="30" y="10"/>
                    </a:lnTo>
                    <a:lnTo>
                      <a:pt x="30" y="10"/>
                    </a:lnTo>
                    <a:lnTo>
                      <a:pt x="30" y="10"/>
                    </a:lnTo>
                    <a:lnTo>
                      <a:pt x="30" y="10"/>
                    </a:lnTo>
                    <a:lnTo>
                      <a:pt x="30" y="10"/>
                    </a:lnTo>
                    <a:lnTo>
                      <a:pt x="26" y="10"/>
                    </a:lnTo>
                    <a:lnTo>
                      <a:pt x="26" y="10"/>
                    </a:lnTo>
                    <a:lnTo>
                      <a:pt x="26" y="10"/>
                    </a:lnTo>
                    <a:lnTo>
                      <a:pt x="26" y="10"/>
                    </a:lnTo>
                    <a:lnTo>
                      <a:pt x="26" y="14"/>
                    </a:lnTo>
                    <a:lnTo>
                      <a:pt x="24" y="14"/>
                    </a:lnTo>
                    <a:lnTo>
                      <a:pt x="24" y="14"/>
                    </a:lnTo>
                    <a:lnTo>
                      <a:pt x="26" y="14"/>
                    </a:lnTo>
                    <a:lnTo>
                      <a:pt x="26" y="14"/>
                    </a:lnTo>
                    <a:lnTo>
                      <a:pt x="26" y="14"/>
                    </a:lnTo>
                    <a:lnTo>
                      <a:pt x="26" y="14"/>
                    </a:lnTo>
                    <a:lnTo>
                      <a:pt x="30" y="14"/>
                    </a:lnTo>
                    <a:lnTo>
                      <a:pt x="30" y="14"/>
                    </a:lnTo>
                    <a:lnTo>
                      <a:pt x="30" y="14"/>
                    </a:lnTo>
                    <a:lnTo>
                      <a:pt x="30" y="14"/>
                    </a:lnTo>
                    <a:lnTo>
                      <a:pt x="30" y="14"/>
                    </a:lnTo>
                    <a:lnTo>
                      <a:pt x="30" y="14"/>
                    </a:lnTo>
                    <a:lnTo>
                      <a:pt x="30" y="14"/>
                    </a:lnTo>
                    <a:lnTo>
                      <a:pt x="30" y="14"/>
                    </a:lnTo>
                    <a:lnTo>
                      <a:pt x="30" y="14"/>
                    </a:lnTo>
                    <a:lnTo>
                      <a:pt x="30" y="14"/>
                    </a:lnTo>
                    <a:lnTo>
                      <a:pt x="34" y="14"/>
                    </a:lnTo>
                    <a:lnTo>
                      <a:pt x="34" y="14"/>
                    </a:lnTo>
                    <a:lnTo>
                      <a:pt x="34" y="14"/>
                    </a:lnTo>
                    <a:lnTo>
                      <a:pt x="34" y="14"/>
                    </a:lnTo>
                    <a:lnTo>
                      <a:pt x="34" y="14"/>
                    </a:lnTo>
                    <a:lnTo>
                      <a:pt x="34" y="14"/>
                    </a:lnTo>
                    <a:lnTo>
                      <a:pt x="34" y="14"/>
                    </a:lnTo>
                    <a:lnTo>
                      <a:pt x="30" y="14"/>
                    </a:lnTo>
                    <a:lnTo>
                      <a:pt x="30" y="14"/>
                    </a:lnTo>
                    <a:lnTo>
                      <a:pt x="30" y="14"/>
                    </a:lnTo>
                    <a:lnTo>
                      <a:pt x="30" y="14"/>
                    </a:lnTo>
                    <a:lnTo>
                      <a:pt x="26" y="18"/>
                    </a:lnTo>
                    <a:lnTo>
                      <a:pt x="26" y="18"/>
                    </a:lnTo>
                    <a:lnTo>
                      <a:pt x="26" y="18"/>
                    </a:lnTo>
                    <a:lnTo>
                      <a:pt x="26" y="18"/>
                    </a:lnTo>
                    <a:lnTo>
                      <a:pt x="26" y="18"/>
                    </a:lnTo>
                    <a:lnTo>
                      <a:pt x="26" y="18"/>
                    </a:lnTo>
                    <a:lnTo>
                      <a:pt x="26" y="18"/>
                    </a:lnTo>
                    <a:lnTo>
                      <a:pt x="26" y="18"/>
                    </a:lnTo>
                    <a:lnTo>
                      <a:pt x="26" y="18"/>
                    </a:lnTo>
                    <a:lnTo>
                      <a:pt x="26" y="18"/>
                    </a:lnTo>
                    <a:lnTo>
                      <a:pt x="26" y="18"/>
                    </a:lnTo>
                    <a:lnTo>
                      <a:pt x="26" y="18"/>
                    </a:lnTo>
                    <a:lnTo>
                      <a:pt x="24" y="18"/>
                    </a:lnTo>
                    <a:lnTo>
                      <a:pt x="24" y="18"/>
                    </a:lnTo>
                    <a:lnTo>
                      <a:pt x="24" y="18"/>
                    </a:lnTo>
                    <a:lnTo>
                      <a:pt x="24" y="18"/>
                    </a:lnTo>
                    <a:lnTo>
                      <a:pt x="24" y="18"/>
                    </a:lnTo>
                    <a:lnTo>
                      <a:pt x="24" y="18"/>
                    </a:lnTo>
                    <a:lnTo>
                      <a:pt x="24" y="18"/>
                    </a:lnTo>
                    <a:lnTo>
                      <a:pt x="20" y="18"/>
                    </a:lnTo>
                    <a:lnTo>
                      <a:pt x="20" y="18"/>
                    </a:lnTo>
                    <a:lnTo>
                      <a:pt x="20" y="18"/>
                    </a:lnTo>
                    <a:lnTo>
                      <a:pt x="20" y="18"/>
                    </a:lnTo>
                    <a:lnTo>
                      <a:pt x="16" y="18"/>
                    </a:lnTo>
                    <a:lnTo>
                      <a:pt x="16" y="18"/>
                    </a:lnTo>
                    <a:lnTo>
                      <a:pt x="16" y="18"/>
                    </a:lnTo>
                    <a:lnTo>
                      <a:pt x="16" y="22"/>
                    </a:lnTo>
                    <a:lnTo>
                      <a:pt x="16" y="22"/>
                    </a:lnTo>
                    <a:lnTo>
                      <a:pt x="16" y="18"/>
                    </a:lnTo>
                    <a:lnTo>
                      <a:pt x="16" y="18"/>
                    </a:lnTo>
                    <a:lnTo>
                      <a:pt x="16" y="18"/>
                    </a:lnTo>
                    <a:lnTo>
                      <a:pt x="16" y="18"/>
                    </a:lnTo>
                    <a:lnTo>
                      <a:pt x="16" y="18"/>
                    </a:lnTo>
                    <a:lnTo>
                      <a:pt x="16" y="18"/>
                    </a:lnTo>
                    <a:lnTo>
                      <a:pt x="12" y="14"/>
                    </a:lnTo>
                    <a:lnTo>
                      <a:pt x="12" y="14"/>
                    </a:lnTo>
                    <a:lnTo>
                      <a:pt x="12" y="14"/>
                    </a:lnTo>
                    <a:lnTo>
                      <a:pt x="12" y="14"/>
                    </a:lnTo>
                    <a:lnTo>
                      <a:pt x="12" y="18"/>
                    </a:lnTo>
                    <a:lnTo>
                      <a:pt x="12" y="18"/>
                    </a:lnTo>
                    <a:lnTo>
                      <a:pt x="12" y="18"/>
                    </a:lnTo>
                    <a:lnTo>
                      <a:pt x="12" y="18"/>
                    </a:lnTo>
                    <a:lnTo>
                      <a:pt x="12" y="18"/>
                    </a:lnTo>
                    <a:lnTo>
                      <a:pt x="12" y="18"/>
                    </a:lnTo>
                    <a:lnTo>
                      <a:pt x="12" y="18"/>
                    </a:lnTo>
                    <a:lnTo>
                      <a:pt x="8" y="22"/>
                    </a:lnTo>
                    <a:lnTo>
                      <a:pt x="8" y="22"/>
                    </a:lnTo>
                    <a:lnTo>
                      <a:pt x="4" y="26"/>
                    </a:lnTo>
                    <a:lnTo>
                      <a:pt x="4" y="26"/>
                    </a:lnTo>
                    <a:lnTo>
                      <a:pt x="4" y="26"/>
                    </a:lnTo>
                    <a:lnTo>
                      <a:pt x="4" y="26"/>
                    </a:lnTo>
                    <a:lnTo>
                      <a:pt x="4" y="26"/>
                    </a:lnTo>
                    <a:lnTo>
                      <a:pt x="0" y="26"/>
                    </a:lnTo>
                    <a:lnTo>
                      <a:pt x="0" y="26"/>
                    </a:lnTo>
                    <a:lnTo>
                      <a:pt x="0" y="26"/>
                    </a:lnTo>
                    <a:lnTo>
                      <a:pt x="0" y="26"/>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4" y="22"/>
                    </a:lnTo>
                    <a:lnTo>
                      <a:pt x="0" y="22"/>
                    </a:lnTo>
                    <a:lnTo>
                      <a:pt x="0" y="22"/>
                    </a:lnTo>
                    <a:lnTo>
                      <a:pt x="4" y="22"/>
                    </a:lnTo>
                    <a:lnTo>
                      <a:pt x="4" y="22"/>
                    </a:lnTo>
                    <a:lnTo>
                      <a:pt x="4" y="22"/>
                    </a:lnTo>
                    <a:lnTo>
                      <a:pt x="4" y="22"/>
                    </a:lnTo>
                    <a:lnTo>
                      <a:pt x="4" y="22"/>
                    </a:lnTo>
                    <a:lnTo>
                      <a:pt x="4" y="18"/>
                    </a:lnTo>
                    <a:lnTo>
                      <a:pt x="4" y="18"/>
                    </a:lnTo>
                    <a:lnTo>
                      <a:pt x="4" y="14"/>
                    </a:lnTo>
                    <a:lnTo>
                      <a:pt x="4" y="14"/>
                    </a:lnTo>
                    <a:lnTo>
                      <a:pt x="4" y="14"/>
                    </a:lnTo>
                    <a:lnTo>
                      <a:pt x="4" y="14"/>
                    </a:lnTo>
                    <a:lnTo>
                      <a:pt x="4" y="14"/>
                    </a:lnTo>
                    <a:lnTo>
                      <a:pt x="0" y="10"/>
                    </a:lnTo>
                    <a:lnTo>
                      <a:pt x="0" y="10"/>
                    </a:lnTo>
                    <a:lnTo>
                      <a:pt x="0" y="10"/>
                    </a:lnTo>
                    <a:lnTo>
                      <a:pt x="0" y="10"/>
                    </a:lnTo>
                    <a:lnTo>
                      <a:pt x="0" y="10"/>
                    </a:lnTo>
                    <a:lnTo>
                      <a:pt x="0" y="10"/>
                    </a:lnTo>
                    <a:lnTo>
                      <a:pt x="0" y="10"/>
                    </a:lnTo>
                    <a:lnTo>
                      <a:pt x="0" y="10"/>
                    </a:lnTo>
                    <a:lnTo>
                      <a:pt x="0" y="10"/>
                    </a:lnTo>
                    <a:lnTo>
                      <a:pt x="0"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4" name="Freeform 198"/>
              <p:cNvSpPr>
                <a:spLocks/>
              </p:cNvSpPr>
              <p:nvPr/>
            </p:nvSpPr>
            <p:spPr bwMode="gray">
              <a:xfrm>
                <a:off x="2688479" y="4157938"/>
                <a:ext cx="24350" cy="34785"/>
              </a:xfrm>
              <a:custGeom>
                <a:avLst/>
                <a:gdLst>
                  <a:gd name="T0" fmla="*/ 14 w 14"/>
                  <a:gd name="T1" fmla="*/ 16 h 20"/>
                  <a:gd name="T2" fmla="*/ 14 w 14"/>
                  <a:gd name="T3" fmla="*/ 20 h 20"/>
                  <a:gd name="T4" fmla="*/ 14 w 14"/>
                  <a:gd name="T5" fmla="*/ 20 h 20"/>
                  <a:gd name="T6" fmla="*/ 14 w 14"/>
                  <a:gd name="T7" fmla="*/ 20 h 20"/>
                  <a:gd name="T8" fmla="*/ 14 w 14"/>
                  <a:gd name="T9" fmla="*/ 20 h 20"/>
                  <a:gd name="T10" fmla="*/ 14 w 14"/>
                  <a:gd name="T11" fmla="*/ 20 h 20"/>
                  <a:gd name="T12" fmla="*/ 10 w 14"/>
                  <a:gd name="T13" fmla="*/ 20 h 20"/>
                  <a:gd name="T14" fmla="*/ 6 w 14"/>
                  <a:gd name="T15" fmla="*/ 16 h 20"/>
                  <a:gd name="T16" fmla="*/ 2 w 14"/>
                  <a:gd name="T17" fmla="*/ 16 h 20"/>
                  <a:gd name="T18" fmla="*/ 2 w 14"/>
                  <a:gd name="T19" fmla="*/ 12 h 20"/>
                  <a:gd name="T20" fmla="*/ 2 w 14"/>
                  <a:gd name="T21" fmla="*/ 12 h 20"/>
                  <a:gd name="T22" fmla="*/ 0 w 14"/>
                  <a:gd name="T23" fmla="*/ 12 h 20"/>
                  <a:gd name="T24" fmla="*/ 0 w 14"/>
                  <a:gd name="T25" fmla="*/ 12 h 20"/>
                  <a:gd name="T26" fmla="*/ 0 w 14"/>
                  <a:gd name="T27" fmla="*/ 12 h 20"/>
                  <a:gd name="T28" fmla="*/ 0 w 14"/>
                  <a:gd name="T29" fmla="*/ 8 h 20"/>
                  <a:gd name="T30" fmla="*/ 0 w 14"/>
                  <a:gd name="T31" fmla="*/ 8 h 20"/>
                  <a:gd name="T32" fmla="*/ 0 w 14"/>
                  <a:gd name="T33" fmla="*/ 4 h 20"/>
                  <a:gd name="T34" fmla="*/ 0 w 14"/>
                  <a:gd name="T35" fmla="*/ 4 h 20"/>
                  <a:gd name="T36" fmla="*/ 0 w 14"/>
                  <a:gd name="T37" fmla="*/ 4 h 20"/>
                  <a:gd name="T38" fmla="*/ 0 w 14"/>
                  <a:gd name="T39" fmla="*/ 4 h 20"/>
                  <a:gd name="T40" fmla="*/ 0 w 14"/>
                  <a:gd name="T41" fmla="*/ 4 h 20"/>
                  <a:gd name="T42" fmla="*/ 0 w 14"/>
                  <a:gd name="T43" fmla="*/ 0 h 20"/>
                  <a:gd name="T44" fmla="*/ 0 w 14"/>
                  <a:gd name="T45" fmla="*/ 0 h 20"/>
                  <a:gd name="T46" fmla="*/ 0 w 14"/>
                  <a:gd name="T47" fmla="*/ 0 h 20"/>
                  <a:gd name="T48" fmla="*/ 0 w 14"/>
                  <a:gd name="T49" fmla="*/ 0 h 20"/>
                  <a:gd name="T50" fmla="*/ 0 w 14"/>
                  <a:gd name="T51" fmla="*/ 0 h 20"/>
                  <a:gd name="T52" fmla="*/ 2 w 14"/>
                  <a:gd name="T53" fmla="*/ 0 h 20"/>
                  <a:gd name="T54" fmla="*/ 2 w 14"/>
                  <a:gd name="T55" fmla="*/ 0 h 20"/>
                  <a:gd name="T56" fmla="*/ 2 w 14"/>
                  <a:gd name="T57" fmla="*/ 0 h 20"/>
                  <a:gd name="T58" fmla="*/ 6 w 14"/>
                  <a:gd name="T59" fmla="*/ 4 h 20"/>
                  <a:gd name="T60" fmla="*/ 6 w 14"/>
                  <a:gd name="T61" fmla="*/ 4 h 20"/>
                  <a:gd name="T62" fmla="*/ 6 w 14"/>
                  <a:gd name="T63" fmla="*/ 4 h 20"/>
                  <a:gd name="T64" fmla="*/ 10 w 14"/>
                  <a:gd name="T65" fmla="*/ 8 h 20"/>
                  <a:gd name="T66" fmla="*/ 10 w 14"/>
                  <a:gd name="T67" fmla="*/ 8 h 20"/>
                  <a:gd name="T68" fmla="*/ 10 w 14"/>
                  <a:gd name="T69" fmla="*/ 8 h 20"/>
                  <a:gd name="T70" fmla="*/ 14 w 14"/>
                  <a:gd name="T71" fmla="*/ 12 h 20"/>
                  <a:gd name="T72" fmla="*/ 14 w 14"/>
                  <a:gd name="T73" fmla="*/ 16 h 20"/>
                  <a:gd name="T74" fmla="*/ 14 w 14"/>
                  <a:gd name="T75" fmla="*/ 16 h 20"/>
                  <a:gd name="T76" fmla="*/ 14 w 14"/>
                  <a:gd name="T77" fmla="*/ 16 h 20"/>
                  <a:gd name="T78" fmla="*/ 14 w 14"/>
                  <a:gd name="T79" fmla="*/ 16 h 20"/>
                  <a:gd name="T80" fmla="*/ 14 w 14"/>
                  <a:gd name="T81" fmla="*/ 16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4" h="20">
                    <a:moveTo>
                      <a:pt x="14" y="16"/>
                    </a:moveTo>
                    <a:lnTo>
                      <a:pt x="14" y="16"/>
                    </a:lnTo>
                    <a:lnTo>
                      <a:pt x="14" y="20"/>
                    </a:lnTo>
                    <a:lnTo>
                      <a:pt x="14" y="20"/>
                    </a:lnTo>
                    <a:lnTo>
                      <a:pt x="14" y="20"/>
                    </a:lnTo>
                    <a:lnTo>
                      <a:pt x="14" y="20"/>
                    </a:lnTo>
                    <a:lnTo>
                      <a:pt x="14" y="20"/>
                    </a:lnTo>
                    <a:lnTo>
                      <a:pt x="14" y="20"/>
                    </a:lnTo>
                    <a:lnTo>
                      <a:pt x="14" y="20"/>
                    </a:lnTo>
                    <a:lnTo>
                      <a:pt x="14" y="20"/>
                    </a:lnTo>
                    <a:lnTo>
                      <a:pt x="14" y="20"/>
                    </a:lnTo>
                    <a:lnTo>
                      <a:pt x="14" y="20"/>
                    </a:lnTo>
                    <a:lnTo>
                      <a:pt x="14" y="20"/>
                    </a:lnTo>
                    <a:lnTo>
                      <a:pt x="10" y="20"/>
                    </a:lnTo>
                    <a:lnTo>
                      <a:pt x="10" y="16"/>
                    </a:lnTo>
                    <a:lnTo>
                      <a:pt x="6" y="16"/>
                    </a:lnTo>
                    <a:lnTo>
                      <a:pt x="6" y="16"/>
                    </a:lnTo>
                    <a:lnTo>
                      <a:pt x="2" y="16"/>
                    </a:lnTo>
                    <a:lnTo>
                      <a:pt x="2" y="16"/>
                    </a:lnTo>
                    <a:lnTo>
                      <a:pt x="2" y="12"/>
                    </a:lnTo>
                    <a:lnTo>
                      <a:pt x="2" y="12"/>
                    </a:lnTo>
                    <a:lnTo>
                      <a:pt x="2" y="12"/>
                    </a:lnTo>
                    <a:lnTo>
                      <a:pt x="0" y="12"/>
                    </a:lnTo>
                    <a:lnTo>
                      <a:pt x="0" y="12"/>
                    </a:lnTo>
                    <a:lnTo>
                      <a:pt x="0" y="12"/>
                    </a:lnTo>
                    <a:lnTo>
                      <a:pt x="0" y="12"/>
                    </a:lnTo>
                    <a:lnTo>
                      <a:pt x="0" y="12"/>
                    </a:lnTo>
                    <a:lnTo>
                      <a:pt x="0" y="12"/>
                    </a:lnTo>
                    <a:lnTo>
                      <a:pt x="0" y="8"/>
                    </a:lnTo>
                    <a:lnTo>
                      <a:pt x="0" y="8"/>
                    </a:lnTo>
                    <a:lnTo>
                      <a:pt x="0" y="8"/>
                    </a:lnTo>
                    <a:lnTo>
                      <a:pt x="0" y="8"/>
                    </a:lnTo>
                    <a:lnTo>
                      <a:pt x="0" y="8"/>
                    </a:lnTo>
                    <a:lnTo>
                      <a:pt x="0" y="4"/>
                    </a:lnTo>
                    <a:lnTo>
                      <a:pt x="0" y="4"/>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0" y="0"/>
                    </a:lnTo>
                    <a:lnTo>
                      <a:pt x="0" y="0"/>
                    </a:lnTo>
                    <a:lnTo>
                      <a:pt x="2" y="0"/>
                    </a:lnTo>
                    <a:lnTo>
                      <a:pt x="2" y="0"/>
                    </a:lnTo>
                    <a:lnTo>
                      <a:pt x="2" y="0"/>
                    </a:lnTo>
                    <a:lnTo>
                      <a:pt x="2" y="0"/>
                    </a:lnTo>
                    <a:lnTo>
                      <a:pt x="2" y="0"/>
                    </a:lnTo>
                    <a:lnTo>
                      <a:pt x="2" y="0"/>
                    </a:lnTo>
                    <a:lnTo>
                      <a:pt x="2" y="0"/>
                    </a:lnTo>
                    <a:lnTo>
                      <a:pt x="6" y="4"/>
                    </a:lnTo>
                    <a:lnTo>
                      <a:pt x="6" y="4"/>
                    </a:lnTo>
                    <a:lnTo>
                      <a:pt x="6" y="4"/>
                    </a:lnTo>
                    <a:lnTo>
                      <a:pt x="6" y="4"/>
                    </a:lnTo>
                    <a:lnTo>
                      <a:pt x="6" y="4"/>
                    </a:lnTo>
                    <a:lnTo>
                      <a:pt x="10" y="8"/>
                    </a:lnTo>
                    <a:lnTo>
                      <a:pt x="10" y="8"/>
                    </a:lnTo>
                    <a:lnTo>
                      <a:pt x="10" y="8"/>
                    </a:lnTo>
                    <a:lnTo>
                      <a:pt x="10" y="8"/>
                    </a:lnTo>
                    <a:lnTo>
                      <a:pt x="10" y="8"/>
                    </a:lnTo>
                    <a:lnTo>
                      <a:pt x="10" y="8"/>
                    </a:lnTo>
                    <a:lnTo>
                      <a:pt x="10" y="12"/>
                    </a:lnTo>
                    <a:lnTo>
                      <a:pt x="14" y="12"/>
                    </a:lnTo>
                    <a:lnTo>
                      <a:pt x="14" y="12"/>
                    </a:lnTo>
                    <a:lnTo>
                      <a:pt x="14" y="16"/>
                    </a:lnTo>
                    <a:lnTo>
                      <a:pt x="14" y="16"/>
                    </a:lnTo>
                    <a:lnTo>
                      <a:pt x="14" y="16"/>
                    </a:lnTo>
                    <a:lnTo>
                      <a:pt x="14" y="16"/>
                    </a:lnTo>
                    <a:lnTo>
                      <a:pt x="14" y="16"/>
                    </a:lnTo>
                    <a:lnTo>
                      <a:pt x="14" y="16"/>
                    </a:lnTo>
                    <a:lnTo>
                      <a:pt x="14" y="16"/>
                    </a:lnTo>
                    <a:lnTo>
                      <a:pt x="14" y="16"/>
                    </a:lnTo>
                    <a:lnTo>
                      <a:pt x="14" y="16"/>
                    </a:lnTo>
                    <a:lnTo>
                      <a:pt x="14"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5" name="Freeform 199"/>
              <p:cNvSpPr>
                <a:spLocks/>
              </p:cNvSpPr>
              <p:nvPr/>
            </p:nvSpPr>
            <p:spPr bwMode="gray">
              <a:xfrm>
                <a:off x="2758049" y="3187430"/>
                <a:ext cx="13914" cy="10436"/>
              </a:xfrm>
              <a:custGeom>
                <a:avLst/>
                <a:gdLst>
                  <a:gd name="T0" fmla="*/ 4 w 8"/>
                  <a:gd name="T1" fmla="*/ 4 h 6"/>
                  <a:gd name="T2" fmla="*/ 4 w 8"/>
                  <a:gd name="T3" fmla="*/ 4 h 6"/>
                  <a:gd name="T4" fmla="*/ 8 w 8"/>
                  <a:gd name="T5" fmla="*/ 4 h 6"/>
                  <a:gd name="T6" fmla="*/ 8 w 8"/>
                  <a:gd name="T7" fmla="*/ 4 h 6"/>
                  <a:gd name="T8" fmla="*/ 8 w 8"/>
                  <a:gd name="T9" fmla="*/ 4 h 6"/>
                  <a:gd name="T10" fmla="*/ 8 w 8"/>
                  <a:gd name="T11" fmla="*/ 4 h 6"/>
                  <a:gd name="T12" fmla="*/ 8 w 8"/>
                  <a:gd name="T13" fmla="*/ 4 h 6"/>
                  <a:gd name="T14" fmla="*/ 8 w 8"/>
                  <a:gd name="T15" fmla="*/ 4 h 6"/>
                  <a:gd name="T16" fmla="*/ 8 w 8"/>
                  <a:gd name="T17" fmla="*/ 6 h 6"/>
                  <a:gd name="T18" fmla="*/ 8 w 8"/>
                  <a:gd name="T19" fmla="*/ 6 h 6"/>
                  <a:gd name="T20" fmla="*/ 8 w 8"/>
                  <a:gd name="T21" fmla="*/ 6 h 6"/>
                  <a:gd name="T22" fmla="*/ 8 w 8"/>
                  <a:gd name="T23" fmla="*/ 6 h 6"/>
                  <a:gd name="T24" fmla="*/ 8 w 8"/>
                  <a:gd name="T25" fmla="*/ 6 h 6"/>
                  <a:gd name="T26" fmla="*/ 8 w 8"/>
                  <a:gd name="T27" fmla="*/ 6 h 6"/>
                  <a:gd name="T28" fmla="*/ 4 w 8"/>
                  <a:gd name="T29" fmla="*/ 6 h 6"/>
                  <a:gd name="T30" fmla="*/ 4 w 8"/>
                  <a:gd name="T31" fmla="*/ 6 h 6"/>
                  <a:gd name="T32" fmla="*/ 4 w 8"/>
                  <a:gd name="T33" fmla="*/ 6 h 6"/>
                  <a:gd name="T34" fmla="*/ 4 w 8"/>
                  <a:gd name="T35" fmla="*/ 6 h 6"/>
                  <a:gd name="T36" fmla="*/ 0 w 8"/>
                  <a:gd name="T37" fmla="*/ 6 h 6"/>
                  <a:gd name="T38" fmla="*/ 0 w 8"/>
                  <a:gd name="T39" fmla="*/ 6 h 6"/>
                  <a:gd name="T40" fmla="*/ 0 w 8"/>
                  <a:gd name="T41" fmla="*/ 6 h 6"/>
                  <a:gd name="T42" fmla="*/ 0 w 8"/>
                  <a:gd name="T43" fmla="*/ 6 h 6"/>
                  <a:gd name="T44" fmla="*/ 0 w 8"/>
                  <a:gd name="T45" fmla="*/ 6 h 6"/>
                  <a:gd name="T46" fmla="*/ 0 w 8"/>
                  <a:gd name="T47" fmla="*/ 6 h 6"/>
                  <a:gd name="T48" fmla="*/ 0 w 8"/>
                  <a:gd name="T49" fmla="*/ 6 h 6"/>
                  <a:gd name="T50" fmla="*/ 0 w 8"/>
                  <a:gd name="T51" fmla="*/ 6 h 6"/>
                  <a:gd name="T52" fmla="*/ 0 w 8"/>
                  <a:gd name="T53" fmla="*/ 6 h 6"/>
                  <a:gd name="T54" fmla="*/ 0 w 8"/>
                  <a:gd name="T55" fmla="*/ 6 h 6"/>
                  <a:gd name="T56" fmla="*/ 0 w 8"/>
                  <a:gd name="T57" fmla="*/ 6 h 6"/>
                  <a:gd name="T58" fmla="*/ 0 w 8"/>
                  <a:gd name="T59" fmla="*/ 6 h 6"/>
                  <a:gd name="T60" fmla="*/ 4 w 8"/>
                  <a:gd name="T61" fmla="*/ 6 h 6"/>
                  <a:gd name="T62" fmla="*/ 4 w 8"/>
                  <a:gd name="T63" fmla="*/ 6 h 6"/>
                  <a:gd name="T64" fmla="*/ 4 w 8"/>
                  <a:gd name="T65" fmla="*/ 6 h 6"/>
                  <a:gd name="T66" fmla="*/ 0 w 8"/>
                  <a:gd name="T67" fmla="*/ 4 h 6"/>
                  <a:gd name="T68" fmla="*/ 0 w 8"/>
                  <a:gd name="T69" fmla="*/ 4 h 6"/>
                  <a:gd name="T70" fmla="*/ 0 w 8"/>
                  <a:gd name="T71" fmla="*/ 4 h 6"/>
                  <a:gd name="T72" fmla="*/ 4 w 8"/>
                  <a:gd name="T73" fmla="*/ 4 h 6"/>
                  <a:gd name="T74" fmla="*/ 4 w 8"/>
                  <a:gd name="T75" fmla="*/ 4 h 6"/>
                  <a:gd name="T76" fmla="*/ 4 w 8"/>
                  <a:gd name="T77" fmla="*/ 4 h 6"/>
                  <a:gd name="T78" fmla="*/ 4 w 8"/>
                  <a:gd name="T79" fmla="*/ 0 h 6"/>
                  <a:gd name="T80" fmla="*/ 4 w 8"/>
                  <a:gd name="T81" fmla="*/ 0 h 6"/>
                  <a:gd name="T82" fmla="*/ 4 w 8"/>
                  <a:gd name="T83" fmla="*/ 0 h 6"/>
                  <a:gd name="T84" fmla="*/ 4 w 8"/>
                  <a:gd name="T85" fmla="*/ 0 h 6"/>
                  <a:gd name="T86" fmla="*/ 4 w 8"/>
                  <a:gd name="T87" fmla="*/ 0 h 6"/>
                  <a:gd name="T88" fmla="*/ 4 w 8"/>
                  <a:gd name="T89" fmla="*/ 4 h 6"/>
                  <a:gd name="T90" fmla="*/ 4 w 8"/>
                  <a:gd name="T91" fmla="*/ 4 h 6"/>
                  <a:gd name="T92" fmla="*/ 4 w 8"/>
                  <a:gd name="T93" fmla="*/ 4 h 6"/>
                  <a:gd name="T94" fmla="*/ 4 w 8"/>
                  <a:gd name="T95" fmla="*/ 4 h 6"/>
                  <a:gd name="T96" fmla="*/ 4 w 8"/>
                  <a:gd name="T97" fmla="*/ 4 h 6"/>
                  <a:gd name="T98" fmla="*/ 4 w 8"/>
                  <a:gd name="T99" fmla="*/ 4 h 6"/>
                  <a:gd name="T100" fmla="*/ 4 w 8"/>
                  <a:gd name="T101" fmla="*/ 4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 h="6">
                    <a:moveTo>
                      <a:pt x="4" y="4"/>
                    </a:moveTo>
                    <a:lnTo>
                      <a:pt x="4" y="4"/>
                    </a:lnTo>
                    <a:lnTo>
                      <a:pt x="8" y="4"/>
                    </a:lnTo>
                    <a:lnTo>
                      <a:pt x="8" y="4"/>
                    </a:lnTo>
                    <a:lnTo>
                      <a:pt x="8" y="4"/>
                    </a:lnTo>
                    <a:lnTo>
                      <a:pt x="8" y="4"/>
                    </a:lnTo>
                    <a:lnTo>
                      <a:pt x="8" y="4"/>
                    </a:lnTo>
                    <a:lnTo>
                      <a:pt x="8" y="4"/>
                    </a:lnTo>
                    <a:lnTo>
                      <a:pt x="8" y="6"/>
                    </a:lnTo>
                    <a:lnTo>
                      <a:pt x="8" y="6"/>
                    </a:lnTo>
                    <a:lnTo>
                      <a:pt x="8" y="6"/>
                    </a:lnTo>
                    <a:lnTo>
                      <a:pt x="8" y="6"/>
                    </a:lnTo>
                    <a:lnTo>
                      <a:pt x="8" y="6"/>
                    </a:lnTo>
                    <a:lnTo>
                      <a:pt x="8" y="6"/>
                    </a:lnTo>
                    <a:lnTo>
                      <a:pt x="4" y="6"/>
                    </a:lnTo>
                    <a:lnTo>
                      <a:pt x="4" y="6"/>
                    </a:lnTo>
                    <a:lnTo>
                      <a:pt x="4" y="6"/>
                    </a:lnTo>
                    <a:lnTo>
                      <a:pt x="4" y="6"/>
                    </a:lnTo>
                    <a:lnTo>
                      <a:pt x="0" y="6"/>
                    </a:lnTo>
                    <a:lnTo>
                      <a:pt x="0" y="6"/>
                    </a:lnTo>
                    <a:lnTo>
                      <a:pt x="0" y="6"/>
                    </a:lnTo>
                    <a:lnTo>
                      <a:pt x="0" y="6"/>
                    </a:lnTo>
                    <a:lnTo>
                      <a:pt x="0" y="6"/>
                    </a:lnTo>
                    <a:lnTo>
                      <a:pt x="0" y="6"/>
                    </a:lnTo>
                    <a:lnTo>
                      <a:pt x="0" y="6"/>
                    </a:lnTo>
                    <a:lnTo>
                      <a:pt x="0" y="6"/>
                    </a:lnTo>
                    <a:lnTo>
                      <a:pt x="0" y="6"/>
                    </a:lnTo>
                    <a:lnTo>
                      <a:pt x="0" y="6"/>
                    </a:lnTo>
                    <a:lnTo>
                      <a:pt x="0" y="6"/>
                    </a:lnTo>
                    <a:lnTo>
                      <a:pt x="0" y="6"/>
                    </a:lnTo>
                    <a:lnTo>
                      <a:pt x="4" y="6"/>
                    </a:lnTo>
                    <a:lnTo>
                      <a:pt x="4" y="6"/>
                    </a:lnTo>
                    <a:lnTo>
                      <a:pt x="4" y="6"/>
                    </a:lnTo>
                    <a:lnTo>
                      <a:pt x="0" y="4"/>
                    </a:lnTo>
                    <a:lnTo>
                      <a:pt x="0" y="4"/>
                    </a:lnTo>
                    <a:lnTo>
                      <a:pt x="0" y="4"/>
                    </a:lnTo>
                    <a:lnTo>
                      <a:pt x="4" y="4"/>
                    </a:lnTo>
                    <a:lnTo>
                      <a:pt x="4" y="4"/>
                    </a:lnTo>
                    <a:lnTo>
                      <a:pt x="4" y="4"/>
                    </a:lnTo>
                    <a:lnTo>
                      <a:pt x="4" y="0"/>
                    </a:lnTo>
                    <a:lnTo>
                      <a:pt x="4" y="0"/>
                    </a:lnTo>
                    <a:lnTo>
                      <a:pt x="4" y="0"/>
                    </a:lnTo>
                    <a:lnTo>
                      <a:pt x="4" y="0"/>
                    </a:lnTo>
                    <a:lnTo>
                      <a:pt x="4" y="0"/>
                    </a:lnTo>
                    <a:lnTo>
                      <a:pt x="4" y="4"/>
                    </a:lnTo>
                    <a:lnTo>
                      <a:pt x="4" y="4"/>
                    </a:lnTo>
                    <a:lnTo>
                      <a:pt x="4" y="4"/>
                    </a:lnTo>
                    <a:lnTo>
                      <a:pt x="4" y="4"/>
                    </a:lnTo>
                    <a:lnTo>
                      <a:pt x="4" y="4"/>
                    </a:lnTo>
                    <a:lnTo>
                      <a:pt x="4"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4" name="Freeform 208"/>
              <p:cNvSpPr>
                <a:spLocks/>
              </p:cNvSpPr>
              <p:nvPr/>
            </p:nvSpPr>
            <p:spPr bwMode="gray">
              <a:xfrm>
                <a:off x="472656" y="3681380"/>
                <a:ext cx="3479" cy="3479"/>
              </a:xfrm>
              <a:custGeom>
                <a:avLst/>
                <a:gdLst>
                  <a:gd name="T0" fmla="*/ 0 w 2"/>
                  <a:gd name="T1" fmla="*/ 0 h 2"/>
                  <a:gd name="T2" fmla="*/ 2 w 2"/>
                  <a:gd name="T3" fmla="*/ 0 h 2"/>
                  <a:gd name="T4" fmla="*/ 2 w 2"/>
                  <a:gd name="T5" fmla="*/ 2 h 2"/>
                  <a:gd name="T6" fmla="*/ 0 w 2"/>
                  <a:gd name="T7" fmla="*/ 2 h 2"/>
                  <a:gd name="T8" fmla="*/ 0 w 2"/>
                  <a:gd name="T9" fmla="*/ 0 h 2"/>
                  <a:gd name="T10" fmla="*/ 0 w 2"/>
                  <a:gd name="T11" fmla="*/ 0 h 2"/>
                </a:gdLst>
                <a:ahLst/>
                <a:cxnLst>
                  <a:cxn ang="0">
                    <a:pos x="T0" y="T1"/>
                  </a:cxn>
                  <a:cxn ang="0">
                    <a:pos x="T2" y="T3"/>
                  </a:cxn>
                  <a:cxn ang="0">
                    <a:pos x="T4" y="T5"/>
                  </a:cxn>
                  <a:cxn ang="0">
                    <a:pos x="T6" y="T7"/>
                  </a:cxn>
                  <a:cxn ang="0">
                    <a:pos x="T8" y="T9"/>
                  </a:cxn>
                  <a:cxn ang="0">
                    <a:pos x="T10" y="T11"/>
                  </a:cxn>
                </a:cxnLst>
                <a:rect l="0" t="0" r="r" b="b"/>
                <a:pathLst>
                  <a:path w="2" h="2">
                    <a:moveTo>
                      <a:pt x="0" y="0"/>
                    </a:moveTo>
                    <a:lnTo>
                      <a:pt x="2" y="0"/>
                    </a:lnTo>
                    <a:lnTo>
                      <a:pt x="2" y="2"/>
                    </a:lnTo>
                    <a:lnTo>
                      <a:pt x="0" y="2"/>
                    </a:lnTo>
                    <a:lnTo>
                      <a:pt x="0" y="0"/>
                    </a:lnTo>
                    <a:lnTo>
                      <a:pt x="0"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0" name="Freeform 215"/>
              <p:cNvSpPr>
                <a:spLocks noEditPoints="1"/>
              </p:cNvSpPr>
              <p:nvPr/>
            </p:nvSpPr>
            <p:spPr bwMode="gray">
              <a:xfrm>
                <a:off x="3279829" y="6168523"/>
                <a:ext cx="83485" cy="41742"/>
              </a:xfrm>
              <a:custGeom>
                <a:avLst/>
                <a:gdLst>
                  <a:gd name="T0" fmla="*/ 30 w 48"/>
                  <a:gd name="T1" fmla="*/ 12 h 24"/>
                  <a:gd name="T2" fmla="*/ 26 w 48"/>
                  <a:gd name="T3" fmla="*/ 6 h 24"/>
                  <a:gd name="T4" fmla="*/ 30 w 48"/>
                  <a:gd name="T5" fmla="*/ 0 h 24"/>
                  <a:gd name="T6" fmla="*/ 38 w 48"/>
                  <a:gd name="T7" fmla="*/ 0 h 24"/>
                  <a:gd name="T8" fmla="*/ 38 w 48"/>
                  <a:gd name="T9" fmla="*/ 2 h 24"/>
                  <a:gd name="T10" fmla="*/ 36 w 48"/>
                  <a:gd name="T11" fmla="*/ 2 h 24"/>
                  <a:gd name="T12" fmla="*/ 40 w 48"/>
                  <a:gd name="T13" fmla="*/ 8 h 24"/>
                  <a:gd name="T14" fmla="*/ 40 w 48"/>
                  <a:gd name="T15" fmla="*/ 2 h 24"/>
                  <a:gd name="T16" fmla="*/ 44 w 48"/>
                  <a:gd name="T17" fmla="*/ 2 h 24"/>
                  <a:gd name="T18" fmla="*/ 46 w 48"/>
                  <a:gd name="T19" fmla="*/ 6 h 24"/>
                  <a:gd name="T20" fmla="*/ 42 w 48"/>
                  <a:gd name="T21" fmla="*/ 6 h 24"/>
                  <a:gd name="T22" fmla="*/ 48 w 48"/>
                  <a:gd name="T23" fmla="*/ 8 h 24"/>
                  <a:gd name="T24" fmla="*/ 38 w 48"/>
                  <a:gd name="T25" fmla="*/ 14 h 24"/>
                  <a:gd name="T26" fmla="*/ 30 w 48"/>
                  <a:gd name="T27" fmla="*/ 12 h 24"/>
                  <a:gd name="T28" fmla="*/ 34 w 48"/>
                  <a:gd name="T29" fmla="*/ 18 h 24"/>
                  <a:gd name="T30" fmla="*/ 26 w 48"/>
                  <a:gd name="T31" fmla="*/ 16 h 24"/>
                  <a:gd name="T32" fmla="*/ 28 w 48"/>
                  <a:gd name="T33" fmla="*/ 20 h 24"/>
                  <a:gd name="T34" fmla="*/ 24 w 48"/>
                  <a:gd name="T35" fmla="*/ 20 h 24"/>
                  <a:gd name="T36" fmla="*/ 24 w 48"/>
                  <a:gd name="T37" fmla="*/ 24 h 24"/>
                  <a:gd name="T38" fmla="*/ 20 w 48"/>
                  <a:gd name="T39" fmla="*/ 18 h 24"/>
                  <a:gd name="T40" fmla="*/ 26 w 48"/>
                  <a:gd name="T41" fmla="*/ 8 h 24"/>
                  <a:gd name="T42" fmla="*/ 30 w 48"/>
                  <a:gd name="T43" fmla="*/ 12 h 24"/>
                  <a:gd name="T44" fmla="*/ 30 w 48"/>
                  <a:gd name="T45" fmla="*/ 12 h 24"/>
                  <a:gd name="T46" fmla="*/ 30 w 48"/>
                  <a:gd name="T47" fmla="*/ 12 h 24"/>
                  <a:gd name="T48" fmla="*/ 10 w 48"/>
                  <a:gd name="T49" fmla="*/ 12 h 24"/>
                  <a:gd name="T50" fmla="*/ 14 w 48"/>
                  <a:gd name="T51" fmla="*/ 8 h 24"/>
                  <a:gd name="T52" fmla="*/ 6 w 48"/>
                  <a:gd name="T53" fmla="*/ 8 h 24"/>
                  <a:gd name="T54" fmla="*/ 14 w 48"/>
                  <a:gd name="T55" fmla="*/ 8 h 24"/>
                  <a:gd name="T56" fmla="*/ 6 w 48"/>
                  <a:gd name="T57" fmla="*/ 2 h 24"/>
                  <a:gd name="T58" fmla="*/ 14 w 48"/>
                  <a:gd name="T59" fmla="*/ 4 h 24"/>
                  <a:gd name="T60" fmla="*/ 14 w 48"/>
                  <a:gd name="T61" fmla="*/ 2 h 24"/>
                  <a:gd name="T62" fmla="*/ 26 w 48"/>
                  <a:gd name="T63" fmla="*/ 2 h 24"/>
                  <a:gd name="T64" fmla="*/ 10 w 48"/>
                  <a:gd name="T65" fmla="*/ 20 h 24"/>
                  <a:gd name="T66" fmla="*/ 6 w 48"/>
                  <a:gd name="T67" fmla="*/ 22 h 24"/>
                  <a:gd name="T68" fmla="*/ 2 w 48"/>
                  <a:gd name="T69" fmla="*/ 18 h 24"/>
                  <a:gd name="T70" fmla="*/ 8 w 48"/>
                  <a:gd name="T71" fmla="*/ 14 h 24"/>
                  <a:gd name="T72" fmla="*/ 8 w 48"/>
                  <a:gd name="T73" fmla="*/ 10 h 24"/>
                  <a:gd name="T74" fmla="*/ 10 w 48"/>
                  <a:gd name="T75" fmla="*/ 12 h 24"/>
                  <a:gd name="T76" fmla="*/ 10 w 48"/>
                  <a:gd name="T77" fmla="*/ 12 h 24"/>
                  <a:gd name="T78" fmla="*/ 10 w 48"/>
                  <a:gd name="T79" fmla="*/ 12 h 24"/>
                  <a:gd name="T80" fmla="*/ 2 w 48"/>
                  <a:gd name="T81" fmla="*/ 14 h 24"/>
                  <a:gd name="T82" fmla="*/ 0 w 48"/>
                  <a:gd name="T83" fmla="*/ 12 h 24"/>
                  <a:gd name="T84" fmla="*/ 4 w 48"/>
                  <a:gd name="T85" fmla="*/ 12 h 24"/>
                  <a:gd name="T86" fmla="*/ 2 w 48"/>
                  <a:gd name="T87" fmla="*/ 14 h 24"/>
                  <a:gd name="T88" fmla="*/ 2 w 48"/>
                  <a:gd name="T89" fmla="*/ 14 h 24"/>
                  <a:gd name="T90" fmla="*/ 2 w 48"/>
                  <a:gd name="T91"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8" h="24">
                    <a:moveTo>
                      <a:pt x="30" y="12"/>
                    </a:moveTo>
                    <a:lnTo>
                      <a:pt x="26" y="6"/>
                    </a:lnTo>
                    <a:lnTo>
                      <a:pt x="30" y="0"/>
                    </a:lnTo>
                    <a:lnTo>
                      <a:pt x="38" y="0"/>
                    </a:lnTo>
                    <a:lnTo>
                      <a:pt x="38" y="2"/>
                    </a:lnTo>
                    <a:lnTo>
                      <a:pt x="36" y="2"/>
                    </a:lnTo>
                    <a:lnTo>
                      <a:pt x="40" y="8"/>
                    </a:lnTo>
                    <a:lnTo>
                      <a:pt x="40" y="2"/>
                    </a:lnTo>
                    <a:lnTo>
                      <a:pt x="44" y="2"/>
                    </a:lnTo>
                    <a:lnTo>
                      <a:pt x="46" y="6"/>
                    </a:lnTo>
                    <a:lnTo>
                      <a:pt x="42" y="6"/>
                    </a:lnTo>
                    <a:lnTo>
                      <a:pt x="48" y="8"/>
                    </a:lnTo>
                    <a:lnTo>
                      <a:pt x="38" y="14"/>
                    </a:lnTo>
                    <a:lnTo>
                      <a:pt x="30" y="12"/>
                    </a:lnTo>
                    <a:lnTo>
                      <a:pt x="34" y="18"/>
                    </a:lnTo>
                    <a:lnTo>
                      <a:pt x="26" y="16"/>
                    </a:lnTo>
                    <a:lnTo>
                      <a:pt x="28" y="20"/>
                    </a:lnTo>
                    <a:lnTo>
                      <a:pt x="24" y="20"/>
                    </a:lnTo>
                    <a:lnTo>
                      <a:pt x="24" y="24"/>
                    </a:lnTo>
                    <a:lnTo>
                      <a:pt x="20" y="18"/>
                    </a:lnTo>
                    <a:lnTo>
                      <a:pt x="26" y="8"/>
                    </a:lnTo>
                    <a:lnTo>
                      <a:pt x="30" y="12"/>
                    </a:lnTo>
                    <a:lnTo>
                      <a:pt x="30" y="12"/>
                    </a:lnTo>
                    <a:lnTo>
                      <a:pt x="30" y="12"/>
                    </a:lnTo>
                    <a:close/>
                    <a:moveTo>
                      <a:pt x="10" y="12"/>
                    </a:moveTo>
                    <a:lnTo>
                      <a:pt x="14" y="8"/>
                    </a:lnTo>
                    <a:lnTo>
                      <a:pt x="6" y="8"/>
                    </a:lnTo>
                    <a:lnTo>
                      <a:pt x="14" y="8"/>
                    </a:lnTo>
                    <a:lnTo>
                      <a:pt x="6" y="2"/>
                    </a:lnTo>
                    <a:lnTo>
                      <a:pt x="14" y="4"/>
                    </a:lnTo>
                    <a:lnTo>
                      <a:pt x="14" y="2"/>
                    </a:lnTo>
                    <a:lnTo>
                      <a:pt x="26" y="2"/>
                    </a:lnTo>
                    <a:lnTo>
                      <a:pt x="10" y="20"/>
                    </a:lnTo>
                    <a:lnTo>
                      <a:pt x="6" y="22"/>
                    </a:lnTo>
                    <a:lnTo>
                      <a:pt x="2" y="18"/>
                    </a:lnTo>
                    <a:lnTo>
                      <a:pt x="8" y="14"/>
                    </a:lnTo>
                    <a:lnTo>
                      <a:pt x="8" y="10"/>
                    </a:lnTo>
                    <a:lnTo>
                      <a:pt x="10" y="12"/>
                    </a:lnTo>
                    <a:lnTo>
                      <a:pt x="10" y="12"/>
                    </a:lnTo>
                    <a:lnTo>
                      <a:pt x="10" y="12"/>
                    </a:lnTo>
                    <a:close/>
                    <a:moveTo>
                      <a:pt x="2" y="14"/>
                    </a:moveTo>
                    <a:lnTo>
                      <a:pt x="0" y="12"/>
                    </a:lnTo>
                    <a:lnTo>
                      <a:pt x="4" y="12"/>
                    </a:lnTo>
                    <a:lnTo>
                      <a:pt x="2" y="14"/>
                    </a:lnTo>
                    <a:lnTo>
                      <a:pt x="2" y="14"/>
                    </a:lnTo>
                    <a:lnTo>
                      <a:pt x="2"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1" name="Freeform 216"/>
              <p:cNvSpPr>
                <a:spLocks/>
              </p:cNvSpPr>
              <p:nvPr/>
            </p:nvSpPr>
            <p:spPr bwMode="gray">
              <a:xfrm>
                <a:off x="3224173" y="3514411"/>
                <a:ext cx="3479" cy="6957"/>
              </a:xfrm>
              <a:custGeom>
                <a:avLst/>
                <a:gdLst>
                  <a:gd name="T0" fmla="*/ 2 w 2"/>
                  <a:gd name="T1" fmla="*/ 0 h 4"/>
                  <a:gd name="T2" fmla="*/ 2 w 2"/>
                  <a:gd name="T3" fmla="*/ 2 h 4"/>
                  <a:gd name="T4" fmla="*/ 0 w 2"/>
                  <a:gd name="T5" fmla="*/ 4 h 4"/>
                  <a:gd name="T6" fmla="*/ 2 w 2"/>
                  <a:gd name="T7" fmla="*/ 0 h 4"/>
                  <a:gd name="T8" fmla="*/ 2 w 2"/>
                  <a:gd name="T9" fmla="*/ 0 h 4"/>
                  <a:gd name="T10" fmla="*/ 2 w 2"/>
                  <a:gd name="T11" fmla="*/ 0 h 4"/>
                  <a:gd name="T12" fmla="*/ 2 w 2"/>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 h="4">
                    <a:moveTo>
                      <a:pt x="2" y="0"/>
                    </a:moveTo>
                    <a:lnTo>
                      <a:pt x="2" y="2"/>
                    </a:lnTo>
                    <a:lnTo>
                      <a:pt x="0" y="4"/>
                    </a:lnTo>
                    <a:lnTo>
                      <a:pt x="2" y="0"/>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7" name="Freeform 222"/>
              <p:cNvSpPr>
                <a:spLocks noEditPoints="1"/>
              </p:cNvSpPr>
              <p:nvPr/>
            </p:nvSpPr>
            <p:spPr bwMode="gray">
              <a:xfrm>
                <a:off x="2531946" y="2968284"/>
                <a:ext cx="194798" cy="90442"/>
              </a:xfrm>
              <a:custGeom>
                <a:avLst/>
                <a:gdLst>
                  <a:gd name="T0" fmla="*/ 100 w 112"/>
                  <a:gd name="T1" fmla="*/ 52 h 52"/>
                  <a:gd name="T2" fmla="*/ 96 w 112"/>
                  <a:gd name="T3" fmla="*/ 48 h 52"/>
                  <a:gd name="T4" fmla="*/ 86 w 112"/>
                  <a:gd name="T5" fmla="*/ 48 h 52"/>
                  <a:gd name="T6" fmla="*/ 74 w 112"/>
                  <a:gd name="T7" fmla="*/ 52 h 52"/>
                  <a:gd name="T8" fmla="*/ 66 w 112"/>
                  <a:gd name="T9" fmla="*/ 48 h 52"/>
                  <a:gd name="T10" fmla="*/ 58 w 112"/>
                  <a:gd name="T11" fmla="*/ 44 h 52"/>
                  <a:gd name="T12" fmla="*/ 56 w 112"/>
                  <a:gd name="T13" fmla="*/ 40 h 52"/>
                  <a:gd name="T14" fmla="*/ 52 w 112"/>
                  <a:gd name="T15" fmla="*/ 48 h 52"/>
                  <a:gd name="T16" fmla="*/ 52 w 112"/>
                  <a:gd name="T17" fmla="*/ 38 h 52"/>
                  <a:gd name="T18" fmla="*/ 44 w 112"/>
                  <a:gd name="T19" fmla="*/ 40 h 52"/>
                  <a:gd name="T20" fmla="*/ 34 w 112"/>
                  <a:gd name="T21" fmla="*/ 44 h 52"/>
                  <a:gd name="T22" fmla="*/ 26 w 112"/>
                  <a:gd name="T23" fmla="*/ 52 h 52"/>
                  <a:gd name="T24" fmla="*/ 18 w 112"/>
                  <a:gd name="T25" fmla="*/ 44 h 52"/>
                  <a:gd name="T26" fmla="*/ 18 w 112"/>
                  <a:gd name="T27" fmla="*/ 40 h 52"/>
                  <a:gd name="T28" fmla="*/ 12 w 112"/>
                  <a:gd name="T29" fmla="*/ 44 h 52"/>
                  <a:gd name="T30" fmla="*/ 4 w 112"/>
                  <a:gd name="T31" fmla="*/ 48 h 52"/>
                  <a:gd name="T32" fmla="*/ 4 w 112"/>
                  <a:gd name="T33" fmla="*/ 44 h 52"/>
                  <a:gd name="T34" fmla="*/ 12 w 112"/>
                  <a:gd name="T35" fmla="*/ 38 h 52"/>
                  <a:gd name="T36" fmla="*/ 18 w 112"/>
                  <a:gd name="T37" fmla="*/ 30 h 52"/>
                  <a:gd name="T38" fmla="*/ 30 w 112"/>
                  <a:gd name="T39" fmla="*/ 26 h 52"/>
                  <a:gd name="T40" fmla="*/ 42 w 112"/>
                  <a:gd name="T41" fmla="*/ 18 h 52"/>
                  <a:gd name="T42" fmla="*/ 44 w 112"/>
                  <a:gd name="T43" fmla="*/ 10 h 52"/>
                  <a:gd name="T44" fmla="*/ 44 w 112"/>
                  <a:gd name="T45" fmla="*/ 14 h 52"/>
                  <a:gd name="T46" fmla="*/ 52 w 112"/>
                  <a:gd name="T47" fmla="*/ 10 h 52"/>
                  <a:gd name="T48" fmla="*/ 56 w 112"/>
                  <a:gd name="T49" fmla="*/ 4 h 52"/>
                  <a:gd name="T50" fmla="*/ 52 w 112"/>
                  <a:gd name="T51" fmla="*/ 10 h 52"/>
                  <a:gd name="T52" fmla="*/ 56 w 112"/>
                  <a:gd name="T53" fmla="*/ 6 h 52"/>
                  <a:gd name="T54" fmla="*/ 56 w 112"/>
                  <a:gd name="T55" fmla="*/ 4 h 52"/>
                  <a:gd name="T56" fmla="*/ 58 w 112"/>
                  <a:gd name="T57" fmla="*/ 4 h 52"/>
                  <a:gd name="T58" fmla="*/ 70 w 112"/>
                  <a:gd name="T59" fmla="*/ 6 h 52"/>
                  <a:gd name="T60" fmla="*/ 78 w 112"/>
                  <a:gd name="T61" fmla="*/ 6 h 52"/>
                  <a:gd name="T62" fmla="*/ 86 w 112"/>
                  <a:gd name="T63" fmla="*/ 10 h 52"/>
                  <a:gd name="T64" fmla="*/ 88 w 112"/>
                  <a:gd name="T65" fmla="*/ 18 h 52"/>
                  <a:gd name="T66" fmla="*/ 96 w 112"/>
                  <a:gd name="T67" fmla="*/ 22 h 52"/>
                  <a:gd name="T68" fmla="*/ 104 w 112"/>
                  <a:gd name="T69" fmla="*/ 26 h 52"/>
                  <a:gd name="T70" fmla="*/ 104 w 112"/>
                  <a:gd name="T71" fmla="*/ 34 h 52"/>
                  <a:gd name="T72" fmla="*/ 104 w 112"/>
                  <a:gd name="T73" fmla="*/ 38 h 52"/>
                  <a:gd name="T74" fmla="*/ 112 w 112"/>
                  <a:gd name="T75" fmla="*/ 44 h 52"/>
                  <a:gd name="T76" fmla="*/ 112 w 112"/>
                  <a:gd name="T77" fmla="*/ 48 h 52"/>
                  <a:gd name="T78" fmla="*/ 108 w 112"/>
                  <a:gd name="T79" fmla="*/ 52 h 52"/>
                  <a:gd name="T80" fmla="*/ 48 w 112"/>
                  <a:gd name="T81" fmla="*/ 18 h 52"/>
                  <a:gd name="T82" fmla="*/ 42 w 112"/>
                  <a:gd name="T83" fmla="*/ 26 h 52"/>
                  <a:gd name="T84" fmla="*/ 48 w 112"/>
                  <a:gd name="T85" fmla="*/ 22 h 52"/>
                  <a:gd name="T86" fmla="*/ 52 w 112"/>
                  <a:gd name="T87" fmla="*/ 18 h 52"/>
                  <a:gd name="T88" fmla="*/ 52 w 112"/>
                  <a:gd name="T89" fmla="*/ 40 h 52"/>
                  <a:gd name="T90" fmla="*/ 52 w 112"/>
                  <a:gd name="T91" fmla="*/ 40 h 52"/>
                  <a:gd name="T92" fmla="*/ 58 w 112"/>
                  <a:gd name="T93" fmla="*/ 38 h 52"/>
                  <a:gd name="T94" fmla="*/ 58 w 112"/>
                  <a:gd name="T95" fmla="*/ 34 h 52"/>
                  <a:gd name="T96" fmla="*/ 52 w 112"/>
                  <a:gd name="T97" fmla="*/ 3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2" h="52">
                    <a:moveTo>
                      <a:pt x="108" y="52"/>
                    </a:moveTo>
                    <a:lnTo>
                      <a:pt x="104" y="52"/>
                    </a:lnTo>
                    <a:lnTo>
                      <a:pt x="100" y="52"/>
                    </a:lnTo>
                    <a:lnTo>
                      <a:pt x="100" y="48"/>
                    </a:lnTo>
                    <a:lnTo>
                      <a:pt x="100" y="44"/>
                    </a:lnTo>
                    <a:lnTo>
                      <a:pt x="96" y="48"/>
                    </a:lnTo>
                    <a:lnTo>
                      <a:pt x="92" y="48"/>
                    </a:lnTo>
                    <a:lnTo>
                      <a:pt x="88" y="48"/>
                    </a:lnTo>
                    <a:lnTo>
                      <a:pt x="86" y="48"/>
                    </a:lnTo>
                    <a:lnTo>
                      <a:pt x="82" y="52"/>
                    </a:lnTo>
                    <a:lnTo>
                      <a:pt x="78" y="52"/>
                    </a:lnTo>
                    <a:lnTo>
                      <a:pt x="74" y="52"/>
                    </a:lnTo>
                    <a:lnTo>
                      <a:pt x="70" y="52"/>
                    </a:lnTo>
                    <a:lnTo>
                      <a:pt x="66" y="52"/>
                    </a:lnTo>
                    <a:lnTo>
                      <a:pt x="66" y="48"/>
                    </a:lnTo>
                    <a:lnTo>
                      <a:pt x="66" y="44"/>
                    </a:lnTo>
                    <a:lnTo>
                      <a:pt x="62" y="44"/>
                    </a:lnTo>
                    <a:lnTo>
                      <a:pt x="58" y="44"/>
                    </a:lnTo>
                    <a:lnTo>
                      <a:pt x="56" y="44"/>
                    </a:lnTo>
                    <a:lnTo>
                      <a:pt x="58" y="40"/>
                    </a:lnTo>
                    <a:lnTo>
                      <a:pt x="56" y="40"/>
                    </a:lnTo>
                    <a:lnTo>
                      <a:pt x="56" y="44"/>
                    </a:lnTo>
                    <a:lnTo>
                      <a:pt x="52" y="44"/>
                    </a:lnTo>
                    <a:lnTo>
                      <a:pt x="52" y="48"/>
                    </a:lnTo>
                    <a:lnTo>
                      <a:pt x="52" y="44"/>
                    </a:lnTo>
                    <a:lnTo>
                      <a:pt x="52" y="40"/>
                    </a:lnTo>
                    <a:lnTo>
                      <a:pt x="52" y="38"/>
                    </a:lnTo>
                    <a:lnTo>
                      <a:pt x="48" y="38"/>
                    </a:lnTo>
                    <a:lnTo>
                      <a:pt x="48" y="40"/>
                    </a:lnTo>
                    <a:lnTo>
                      <a:pt x="44" y="40"/>
                    </a:lnTo>
                    <a:lnTo>
                      <a:pt x="42" y="44"/>
                    </a:lnTo>
                    <a:lnTo>
                      <a:pt x="38" y="44"/>
                    </a:lnTo>
                    <a:lnTo>
                      <a:pt x="34" y="44"/>
                    </a:lnTo>
                    <a:lnTo>
                      <a:pt x="34" y="48"/>
                    </a:lnTo>
                    <a:lnTo>
                      <a:pt x="30" y="48"/>
                    </a:lnTo>
                    <a:lnTo>
                      <a:pt x="26" y="52"/>
                    </a:lnTo>
                    <a:lnTo>
                      <a:pt x="22" y="48"/>
                    </a:lnTo>
                    <a:lnTo>
                      <a:pt x="18" y="48"/>
                    </a:lnTo>
                    <a:lnTo>
                      <a:pt x="18" y="44"/>
                    </a:lnTo>
                    <a:lnTo>
                      <a:pt x="22" y="44"/>
                    </a:lnTo>
                    <a:lnTo>
                      <a:pt x="18" y="44"/>
                    </a:lnTo>
                    <a:lnTo>
                      <a:pt x="18" y="40"/>
                    </a:lnTo>
                    <a:lnTo>
                      <a:pt x="18" y="44"/>
                    </a:lnTo>
                    <a:lnTo>
                      <a:pt x="14" y="44"/>
                    </a:lnTo>
                    <a:lnTo>
                      <a:pt x="12" y="44"/>
                    </a:lnTo>
                    <a:lnTo>
                      <a:pt x="12" y="48"/>
                    </a:lnTo>
                    <a:lnTo>
                      <a:pt x="8" y="48"/>
                    </a:lnTo>
                    <a:lnTo>
                      <a:pt x="4" y="48"/>
                    </a:lnTo>
                    <a:lnTo>
                      <a:pt x="0" y="48"/>
                    </a:lnTo>
                    <a:lnTo>
                      <a:pt x="0" y="44"/>
                    </a:lnTo>
                    <a:lnTo>
                      <a:pt x="4" y="44"/>
                    </a:lnTo>
                    <a:lnTo>
                      <a:pt x="8" y="44"/>
                    </a:lnTo>
                    <a:lnTo>
                      <a:pt x="8" y="40"/>
                    </a:lnTo>
                    <a:lnTo>
                      <a:pt x="12" y="38"/>
                    </a:lnTo>
                    <a:lnTo>
                      <a:pt x="14" y="38"/>
                    </a:lnTo>
                    <a:lnTo>
                      <a:pt x="14" y="34"/>
                    </a:lnTo>
                    <a:lnTo>
                      <a:pt x="18" y="30"/>
                    </a:lnTo>
                    <a:lnTo>
                      <a:pt x="22" y="30"/>
                    </a:lnTo>
                    <a:lnTo>
                      <a:pt x="26" y="26"/>
                    </a:lnTo>
                    <a:lnTo>
                      <a:pt x="30" y="26"/>
                    </a:lnTo>
                    <a:lnTo>
                      <a:pt x="34" y="22"/>
                    </a:lnTo>
                    <a:lnTo>
                      <a:pt x="38" y="22"/>
                    </a:lnTo>
                    <a:lnTo>
                      <a:pt x="42" y="18"/>
                    </a:lnTo>
                    <a:lnTo>
                      <a:pt x="42" y="14"/>
                    </a:lnTo>
                    <a:lnTo>
                      <a:pt x="42" y="10"/>
                    </a:lnTo>
                    <a:lnTo>
                      <a:pt x="44" y="10"/>
                    </a:lnTo>
                    <a:lnTo>
                      <a:pt x="48" y="10"/>
                    </a:lnTo>
                    <a:lnTo>
                      <a:pt x="48" y="14"/>
                    </a:lnTo>
                    <a:lnTo>
                      <a:pt x="44" y="14"/>
                    </a:lnTo>
                    <a:lnTo>
                      <a:pt x="48" y="14"/>
                    </a:lnTo>
                    <a:lnTo>
                      <a:pt x="48" y="10"/>
                    </a:lnTo>
                    <a:lnTo>
                      <a:pt x="52" y="10"/>
                    </a:lnTo>
                    <a:lnTo>
                      <a:pt x="52" y="6"/>
                    </a:lnTo>
                    <a:lnTo>
                      <a:pt x="52" y="4"/>
                    </a:lnTo>
                    <a:lnTo>
                      <a:pt x="56" y="4"/>
                    </a:lnTo>
                    <a:lnTo>
                      <a:pt x="56" y="6"/>
                    </a:lnTo>
                    <a:lnTo>
                      <a:pt x="52" y="6"/>
                    </a:lnTo>
                    <a:lnTo>
                      <a:pt x="52" y="10"/>
                    </a:lnTo>
                    <a:lnTo>
                      <a:pt x="56" y="6"/>
                    </a:lnTo>
                    <a:lnTo>
                      <a:pt x="56" y="10"/>
                    </a:lnTo>
                    <a:lnTo>
                      <a:pt x="56" y="6"/>
                    </a:lnTo>
                    <a:lnTo>
                      <a:pt x="58" y="6"/>
                    </a:lnTo>
                    <a:lnTo>
                      <a:pt x="58" y="4"/>
                    </a:lnTo>
                    <a:lnTo>
                      <a:pt x="56" y="4"/>
                    </a:lnTo>
                    <a:lnTo>
                      <a:pt x="56" y="0"/>
                    </a:lnTo>
                    <a:lnTo>
                      <a:pt x="58" y="0"/>
                    </a:lnTo>
                    <a:lnTo>
                      <a:pt x="58" y="4"/>
                    </a:lnTo>
                    <a:lnTo>
                      <a:pt x="62" y="4"/>
                    </a:lnTo>
                    <a:lnTo>
                      <a:pt x="66" y="4"/>
                    </a:lnTo>
                    <a:lnTo>
                      <a:pt x="70" y="6"/>
                    </a:lnTo>
                    <a:lnTo>
                      <a:pt x="74" y="4"/>
                    </a:lnTo>
                    <a:lnTo>
                      <a:pt x="74" y="6"/>
                    </a:lnTo>
                    <a:lnTo>
                      <a:pt x="78" y="6"/>
                    </a:lnTo>
                    <a:lnTo>
                      <a:pt x="78" y="4"/>
                    </a:lnTo>
                    <a:lnTo>
                      <a:pt x="82" y="6"/>
                    </a:lnTo>
                    <a:lnTo>
                      <a:pt x="86" y="10"/>
                    </a:lnTo>
                    <a:lnTo>
                      <a:pt x="86" y="14"/>
                    </a:lnTo>
                    <a:lnTo>
                      <a:pt x="86" y="18"/>
                    </a:lnTo>
                    <a:lnTo>
                      <a:pt x="88" y="18"/>
                    </a:lnTo>
                    <a:lnTo>
                      <a:pt x="88" y="22"/>
                    </a:lnTo>
                    <a:lnTo>
                      <a:pt x="92" y="22"/>
                    </a:lnTo>
                    <a:lnTo>
                      <a:pt x="96" y="22"/>
                    </a:lnTo>
                    <a:lnTo>
                      <a:pt x="100" y="22"/>
                    </a:lnTo>
                    <a:lnTo>
                      <a:pt x="104" y="22"/>
                    </a:lnTo>
                    <a:lnTo>
                      <a:pt x="104" y="26"/>
                    </a:lnTo>
                    <a:lnTo>
                      <a:pt x="100" y="30"/>
                    </a:lnTo>
                    <a:lnTo>
                      <a:pt x="104" y="30"/>
                    </a:lnTo>
                    <a:lnTo>
                      <a:pt x="104" y="34"/>
                    </a:lnTo>
                    <a:lnTo>
                      <a:pt x="108" y="34"/>
                    </a:lnTo>
                    <a:lnTo>
                      <a:pt x="108" y="38"/>
                    </a:lnTo>
                    <a:lnTo>
                      <a:pt x="104" y="38"/>
                    </a:lnTo>
                    <a:lnTo>
                      <a:pt x="104" y="40"/>
                    </a:lnTo>
                    <a:lnTo>
                      <a:pt x="108" y="44"/>
                    </a:lnTo>
                    <a:lnTo>
                      <a:pt x="112" y="44"/>
                    </a:lnTo>
                    <a:lnTo>
                      <a:pt x="108" y="44"/>
                    </a:lnTo>
                    <a:lnTo>
                      <a:pt x="108" y="48"/>
                    </a:lnTo>
                    <a:lnTo>
                      <a:pt x="112" y="48"/>
                    </a:lnTo>
                    <a:lnTo>
                      <a:pt x="108" y="48"/>
                    </a:lnTo>
                    <a:lnTo>
                      <a:pt x="108" y="52"/>
                    </a:lnTo>
                    <a:lnTo>
                      <a:pt x="108" y="52"/>
                    </a:lnTo>
                    <a:lnTo>
                      <a:pt x="108" y="52"/>
                    </a:lnTo>
                    <a:close/>
                    <a:moveTo>
                      <a:pt x="52" y="18"/>
                    </a:moveTo>
                    <a:lnTo>
                      <a:pt x="48" y="18"/>
                    </a:lnTo>
                    <a:lnTo>
                      <a:pt x="44" y="22"/>
                    </a:lnTo>
                    <a:lnTo>
                      <a:pt x="42" y="22"/>
                    </a:lnTo>
                    <a:lnTo>
                      <a:pt x="42" y="26"/>
                    </a:lnTo>
                    <a:lnTo>
                      <a:pt x="44" y="26"/>
                    </a:lnTo>
                    <a:lnTo>
                      <a:pt x="44" y="22"/>
                    </a:lnTo>
                    <a:lnTo>
                      <a:pt x="48" y="22"/>
                    </a:lnTo>
                    <a:lnTo>
                      <a:pt x="52" y="22"/>
                    </a:lnTo>
                    <a:lnTo>
                      <a:pt x="52" y="18"/>
                    </a:lnTo>
                    <a:lnTo>
                      <a:pt x="52" y="18"/>
                    </a:lnTo>
                    <a:lnTo>
                      <a:pt x="52" y="18"/>
                    </a:lnTo>
                    <a:close/>
                    <a:moveTo>
                      <a:pt x="52" y="38"/>
                    </a:moveTo>
                    <a:lnTo>
                      <a:pt x="52" y="40"/>
                    </a:lnTo>
                    <a:lnTo>
                      <a:pt x="52" y="38"/>
                    </a:lnTo>
                    <a:lnTo>
                      <a:pt x="56" y="38"/>
                    </a:lnTo>
                    <a:lnTo>
                      <a:pt x="52" y="40"/>
                    </a:lnTo>
                    <a:lnTo>
                      <a:pt x="56" y="40"/>
                    </a:lnTo>
                    <a:lnTo>
                      <a:pt x="56" y="38"/>
                    </a:lnTo>
                    <a:lnTo>
                      <a:pt x="58" y="38"/>
                    </a:lnTo>
                    <a:lnTo>
                      <a:pt x="58" y="34"/>
                    </a:lnTo>
                    <a:lnTo>
                      <a:pt x="62" y="34"/>
                    </a:lnTo>
                    <a:lnTo>
                      <a:pt x="58" y="34"/>
                    </a:lnTo>
                    <a:lnTo>
                      <a:pt x="56" y="34"/>
                    </a:lnTo>
                    <a:lnTo>
                      <a:pt x="52" y="34"/>
                    </a:lnTo>
                    <a:lnTo>
                      <a:pt x="52" y="38"/>
                    </a:lnTo>
                    <a:lnTo>
                      <a:pt x="52" y="38"/>
                    </a:lnTo>
                    <a:lnTo>
                      <a:pt x="52"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8" name="Freeform 223"/>
              <p:cNvSpPr>
                <a:spLocks noEditPoints="1"/>
              </p:cNvSpPr>
              <p:nvPr/>
            </p:nvSpPr>
            <p:spPr bwMode="gray">
              <a:xfrm>
                <a:off x="2632823" y="3069161"/>
                <a:ext cx="80006" cy="156533"/>
              </a:xfrm>
              <a:custGeom>
                <a:avLst/>
                <a:gdLst>
                  <a:gd name="T0" fmla="*/ 46 w 46"/>
                  <a:gd name="T1" fmla="*/ 8 h 90"/>
                  <a:gd name="T2" fmla="*/ 46 w 46"/>
                  <a:gd name="T3" fmla="*/ 8 h 90"/>
                  <a:gd name="T4" fmla="*/ 42 w 46"/>
                  <a:gd name="T5" fmla="*/ 12 h 90"/>
                  <a:gd name="T6" fmla="*/ 42 w 46"/>
                  <a:gd name="T7" fmla="*/ 16 h 90"/>
                  <a:gd name="T8" fmla="*/ 46 w 46"/>
                  <a:gd name="T9" fmla="*/ 16 h 90"/>
                  <a:gd name="T10" fmla="*/ 42 w 46"/>
                  <a:gd name="T11" fmla="*/ 16 h 90"/>
                  <a:gd name="T12" fmla="*/ 38 w 46"/>
                  <a:gd name="T13" fmla="*/ 20 h 90"/>
                  <a:gd name="T14" fmla="*/ 34 w 46"/>
                  <a:gd name="T15" fmla="*/ 28 h 90"/>
                  <a:gd name="T16" fmla="*/ 34 w 46"/>
                  <a:gd name="T17" fmla="*/ 28 h 90"/>
                  <a:gd name="T18" fmla="*/ 38 w 46"/>
                  <a:gd name="T19" fmla="*/ 24 h 90"/>
                  <a:gd name="T20" fmla="*/ 34 w 46"/>
                  <a:gd name="T21" fmla="*/ 28 h 90"/>
                  <a:gd name="T22" fmla="*/ 34 w 46"/>
                  <a:gd name="T23" fmla="*/ 24 h 90"/>
                  <a:gd name="T24" fmla="*/ 34 w 46"/>
                  <a:gd name="T25" fmla="*/ 20 h 90"/>
                  <a:gd name="T26" fmla="*/ 34 w 46"/>
                  <a:gd name="T27" fmla="*/ 24 h 90"/>
                  <a:gd name="T28" fmla="*/ 30 w 46"/>
                  <a:gd name="T29" fmla="*/ 24 h 90"/>
                  <a:gd name="T30" fmla="*/ 26 w 46"/>
                  <a:gd name="T31" fmla="*/ 28 h 90"/>
                  <a:gd name="T32" fmla="*/ 26 w 46"/>
                  <a:gd name="T33" fmla="*/ 30 h 90"/>
                  <a:gd name="T34" fmla="*/ 24 w 46"/>
                  <a:gd name="T35" fmla="*/ 42 h 90"/>
                  <a:gd name="T36" fmla="*/ 24 w 46"/>
                  <a:gd name="T37" fmla="*/ 50 h 90"/>
                  <a:gd name="T38" fmla="*/ 24 w 46"/>
                  <a:gd name="T39" fmla="*/ 50 h 90"/>
                  <a:gd name="T40" fmla="*/ 26 w 46"/>
                  <a:gd name="T41" fmla="*/ 64 h 90"/>
                  <a:gd name="T42" fmla="*/ 26 w 46"/>
                  <a:gd name="T43" fmla="*/ 76 h 90"/>
                  <a:gd name="T44" fmla="*/ 20 w 46"/>
                  <a:gd name="T45" fmla="*/ 82 h 90"/>
                  <a:gd name="T46" fmla="*/ 12 w 46"/>
                  <a:gd name="T47" fmla="*/ 90 h 90"/>
                  <a:gd name="T48" fmla="*/ 8 w 46"/>
                  <a:gd name="T49" fmla="*/ 90 h 90"/>
                  <a:gd name="T50" fmla="*/ 4 w 46"/>
                  <a:gd name="T51" fmla="*/ 82 h 90"/>
                  <a:gd name="T52" fmla="*/ 4 w 46"/>
                  <a:gd name="T53" fmla="*/ 76 h 90"/>
                  <a:gd name="T54" fmla="*/ 4 w 46"/>
                  <a:gd name="T55" fmla="*/ 68 h 90"/>
                  <a:gd name="T56" fmla="*/ 4 w 46"/>
                  <a:gd name="T57" fmla="*/ 62 h 90"/>
                  <a:gd name="T58" fmla="*/ 4 w 46"/>
                  <a:gd name="T59" fmla="*/ 58 h 90"/>
                  <a:gd name="T60" fmla="*/ 4 w 46"/>
                  <a:gd name="T61" fmla="*/ 54 h 90"/>
                  <a:gd name="T62" fmla="*/ 4 w 46"/>
                  <a:gd name="T63" fmla="*/ 46 h 90"/>
                  <a:gd name="T64" fmla="*/ 8 w 46"/>
                  <a:gd name="T65" fmla="*/ 42 h 90"/>
                  <a:gd name="T66" fmla="*/ 8 w 46"/>
                  <a:gd name="T67" fmla="*/ 38 h 90"/>
                  <a:gd name="T68" fmla="*/ 8 w 46"/>
                  <a:gd name="T69" fmla="*/ 34 h 90"/>
                  <a:gd name="T70" fmla="*/ 8 w 46"/>
                  <a:gd name="T71" fmla="*/ 30 h 90"/>
                  <a:gd name="T72" fmla="*/ 4 w 46"/>
                  <a:gd name="T73" fmla="*/ 28 h 90"/>
                  <a:gd name="T74" fmla="*/ 0 w 46"/>
                  <a:gd name="T75" fmla="*/ 34 h 90"/>
                  <a:gd name="T76" fmla="*/ 4 w 46"/>
                  <a:gd name="T77" fmla="*/ 24 h 90"/>
                  <a:gd name="T78" fmla="*/ 4 w 46"/>
                  <a:gd name="T79" fmla="*/ 24 h 90"/>
                  <a:gd name="T80" fmla="*/ 12 w 46"/>
                  <a:gd name="T81" fmla="*/ 16 h 90"/>
                  <a:gd name="T82" fmla="*/ 16 w 46"/>
                  <a:gd name="T83" fmla="*/ 4 h 90"/>
                  <a:gd name="T84" fmla="*/ 16 w 46"/>
                  <a:gd name="T85" fmla="*/ 8 h 90"/>
                  <a:gd name="T86" fmla="*/ 24 w 46"/>
                  <a:gd name="T87" fmla="*/ 4 h 90"/>
                  <a:gd name="T88" fmla="*/ 20 w 46"/>
                  <a:gd name="T89" fmla="*/ 8 h 90"/>
                  <a:gd name="T90" fmla="*/ 20 w 46"/>
                  <a:gd name="T91" fmla="*/ 12 h 90"/>
                  <a:gd name="T92" fmla="*/ 20 w 46"/>
                  <a:gd name="T93" fmla="*/ 8 h 90"/>
                  <a:gd name="T94" fmla="*/ 24 w 46"/>
                  <a:gd name="T95" fmla="*/ 4 h 90"/>
                  <a:gd name="T96" fmla="*/ 34 w 46"/>
                  <a:gd name="T97" fmla="*/ 4 h 90"/>
                  <a:gd name="T98" fmla="*/ 34 w 46"/>
                  <a:gd name="T99" fmla="*/ 0 h 90"/>
                  <a:gd name="T100" fmla="*/ 42 w 46"/>
                  <a:gd name="T101" fmla="*/ 4 h 90"/>
                  <a:gd name="T102" fmla="*/ 46 w 46"/>
                  <a:gd name="T103" fmla="*/ 8 h 90"/>
                  <a:gd name="T104" fmla="*/ 12 w 46"/>
                  <a:gd name="T105" fmla="*/ 20 h 90"/>
                  <a:gd name="T106" fmla="*/ 8 w 46"/>
                  <a:gd name="T107" fmla="*/ 24 h 90"/>
                  <a:gd name="T108" fmla="*/ 12 w 46"/>
                  <a:gd name="T109" fmla="*/ 28 h 90"/>
                  <a:gd name="T110" fmla="*/ 12 w 46"/>
                  <a:gd name="T111" fmla="*/ 24 h 90"/>
                  <a:gd name="T112" fmla="*/ 16 w 46"/>
                  <a:gd name="T113" fmla="*/ 2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6" h="90">
                    <a:moveTo>
                      <a:pt x="46" y="8"/>
                    </a:moveTo>
                    <a:lnTo>
                      <a:pt x="46" y="8"/>
                    </a:lnTo>
                    <a:lnTo>
                      <a:pt x="46" y="8"/>
                    </a:lnTo>
                    <a:lnTo>
                      <a:pt x="46" y="8"/>
                    </a:lnTo>
                    <a:lnTo>
                      <a:pt x="46" y="8"/>
                    </a:lnTo>
                    <a:lnTo>
                      <a:pt x="46" y="8"/>
                    </a:lnTo>
                    <a:lnTo>
                      <a:pt x="46" y="8"/>
                    </a:lnTo>
                    <a:lnTo>
                      <a:pt x="46" y="8"/>
                    </a:lnTo>
                    <a:lnTo>
                      <a:pt x="42" y="8"/>
                    </a:lnTo>
                    <a:lnTo>
                      <a:pt x="42" y="8"/>
                    </a:lnTo>
                    <a:lnTo>
                      <a:pt x="46" y="8"/>
                    </a:lnTo>
                    <a:lnTo>
                      <a:pt x="46" y="8"/>
                    </a:lnTo>
                    <a:lnTo>
                      <a:pt x="46" y="8"/>
                    </a:lnTo>
                    <a:lnTo>
                      <a:pt x="46" y="8"/>
                    </a:lnTo>
                    <a:lnTo>
                      <a:pt x="46" y="8"/>
                    </a:lnTo>
                    <a:lnTo>
                      <a:pt x="46" y="8"/>
                    </a:lnTo>
                    <a:lnTo>
                      <a:pt x="46" y="8"/>
                    </a:lnTo>
                    <a:lnTo>
                      <a:pt x="42" y="8"/>
                    </a:lnTo>
                    <a:lnTo>
                      <a:pt x="42" y="8"/>
                    </a:lnTo>
                    <a:lnTo>
                      <a:pt x="42" y="12"/>
                    </a:lnTo>
                    <a:lnTo>
                      <a:pt x="42" y="12"/>
                    </a:lnTo>
                    <a:lnTo>
                      <a:pt x="42" y="12"/>
                    </a:lnTo>
                    <a:lnTo>
                      <a:pt x="42" y="12"/>
                    </a:lnTo>
                    <a:lnTo>
                      <a:pt x="42" y="12"/>
                    </a:lnTo>
                    <a:lnTo>
                      <a:pt x="42" y="12"/>
                    </a:lnTo>
                    <a:lnTo>
                      <a:pt x="42" y="12"/>
                    </a:lnTo>
                    <a:lnTo>
                      <a:pt x="42" y="12"/>
                    </a:lnTo>
                    <a:lnTo>
                      <a:pt x="42" y="12"/>
                    </a:lnTo>
                    <a:lnTo>
                      <a:pt x="42" y="16"/>
                    </a:lnTo>
                    <a:lnTo>
                      <a:pt x="42" y="16"/>
                    </a:lnTo>
                    <a:lnTo>
                      <a:pt x="42" y="16"/>
                    </a:lnTo>
                    <a:lnTo>
                      <a:pt x="42" y="16"/>
                    </a:lnTo>
                    <a:lnTo>
                      <a:pt x="42" y="16"/>
                    </a:lnTo>
                    <a:lnTo>
                      <a:pt x="46" y="16"/>
                    </a:lnTo>
                    <a:lnTo>
                      <a:pt x="46" y="16"/>
                    </a:lnTo>
                    <a:lnTo>
                      <a:pt x="46" y="16"/>
                    </a:lnTo>
                    <a:lnTo>
                      <a:pt x="46" y="16"/>
                    </a:lnTo>
                    <a:lnTo>
                      <a:pt x="46" y="16"/>
                    </a:lnTo>
                    <a:lnTo>
                      <a:pt x="46" y="16"/>
                    </a:lnTo>
                    <a:lnTo>
                      <a:pt x="46" y="16"/>
                    </a:lnTo>
                    <a:lnTo>
                      <a:pt x="42" y="16"/>
                    </a:lnTo>
                    <a:lnTo>
                      <a:pt x="42" y="16"/>
                    </a:lnTo>
                    <a:lnTo>
                      <a:pt x="42" y="16"/>
                    </a:lnTo>
                    <a:lnTo>
                      <a:pt x="42" y="16"/>
                    </a:lnTo>
                    <a:lnTo>
                      <a:pt x="42" y="16"/>
                    </a:lnTo>
                    <a:lnTo>
                      <a:pt x="42" y="16"/>
                    </a:lnTo>
                    <a:lnTo>
                      <a:pt x="42" y="16"/>
                    </a:lnTo>
                    <a:lnTo>
                      <a:pt x="42" y="16"/>
                    </a:lnTo>
                    <a:lnTo>
                      <a:pt x="38" y="16"/>
                    </a:lnTo>
                    <a:lnTo>
                      <a:pt x="38" y="16"/>
                    </a:lnTo>
                    <a:lnTo>
                      <a:pt x="38" y="20"/>
                    </a:lnTo>
                    <a:lnTo>
                      <a:pt x="38" y="20"/>
                    </a:lnTo>
                    <a:lnTo>
                      <a:pt x="38" y="20"/>
                    </a:lnTo>
                    <a:lnTo>
                      <a:pt x="38" y="20"/>
                    </a:lnTo>
                    <a:lnTo>
                      <a:pt x="38" y="20"/>
                    </a:lnTo>
                    <a:lnTo>
                      <a:pt x="38" y="20"/>
                    </a:lnTo>
                    <a:lnTo>
                      <a:pt x="38" y="20"/>
                    </a:lnTo>
                    <a:lnTo>
                      <a:pt x="38" y="24"/>
                    </a:lnTo>
                    <a:lnTo>
                      <a:pt x="38" y="24"/>
                    </a:lnTo>
                    <a:lnTo>
                      <a:pt x="38" y="24"/>
                    </a:lnTo>
                    <a:lnTo>
                      <a:pt x="38" y="24"/>
                    </a:lnTo>
                    <a:lnTo>
                      <a:pt x="38" y="24"/>
                    </a:lnTo>
                    <a:lnTo>
                      <a:pt x="38" y="24"/>
                    </a:lnTo>
                    <a:lnTo>
                      <a:pt x="34" y="28"/>
                    </a:lnTo>
                    <a:lnTo>
                      <a:pt x="34" y="28"/>
                    </a:lnTo>
                    <a:lnTo>
                      <a:pt x="34" y="28"/>
                    </a:lnTo>
                    <a:lnTo>
                      <a:pt x="34" y="28"/>
                    </a:lnTo>
                    <a:lnTo>
                      <a:pt x="34" y="28"/>
                    </a:lnTo>
                    <a:lnTo>
                      <a:pt x="34" y="28"/>
                    </a:lnTo>
                    <a:lnTo>
                      <a:pt x="34" y="28"/>
                    </a:lnTo>
                    <a:lnTo>
                      <a:pt x="34" y="28"/>
                    </a:lnTo>
                    <a:lnTo>
                      <a:pt x="34" y="28"/>
                    </a:lnTo>
                    <a:lnTo>
                      <a:pt x="34" y="28"/>
                    </a:lnTo>
                    <a:lnTo>
                      <a:pt x="38" y="28"/>
                    </a:lnTo>
                    <a:lnTo>
                      <a:pt x="38" y="24"/>
                    </a:lnTo>
                    <a:lnTo>
                      <a:pt x="38" y="24"/>
                    </a:lnTo>
                    <a:lnTo>
                      <a:pt x="38" y="24"/>
                    </a:lnTo>
                    <a:lnTo>
                      <a:pt x="38" y="24"/>
                    </a:lnTo>
                    <a:lnTo>
                      <a:pt x="38" y="24"/>
                    </a:lnTo>
                    <a:lnTo>
                      <a:pt x="38" y="24"/>
                    </a:lnTo>
                    <a:lnTo>
                      <a:pt x="34" y="24"/>
                    </a:lnTo>
                    <a:lnTo>
                      <a:pt x="34" y="24"/>
                    </a:lnTo>
                    <a:lnTo>
                      <a:pt x="34" y="28"/>
                    </a:lnTo>
                    <a:lnTo>
                      <a:pt x="34" y="28"/>
                    </a:lnTo>
                    <a:lnTo>
                      <a:pt x="34" y="28"/>
                    </a:lnTo>
                    <a:lnTo>
                      <a:pt x="34" y="28"/>
                    </a:lnTo>
                    <a:lnTo>
                      <a:pt x="34" y="28"/>
                    </a:lnTo>
                    <a:lnTo>
                      <a:pt x="34" y="28"/>
                    </a:lnTo>
                    <a:lnTo>
                      <a:pt x="34" y="28"/>
                    </a:lnTo>
                    <a:lnTo>
                      <a:pt x="34" y="28"/>
                    </a:lnTo>
                    <a:lnTo>
                      <a:pt x="34" y="28"/>
                    </a:lnTo>
                    <a:lnTo>
                      <a:pt x="34" y="28"/>
                    </a:lnTo>
                    <a:lnTo>
                      <a:pt x="34" y="28"/>
                    </a:lnTo>
                    <a:lnTo>
                      <a:pt x="34" y="28"/>
                    </a:lnTo>
                    <a:lnTo>
                      <a:pt x="34" y="24"/>
                    </a:lnTo>
                    <a:lnTo>
                      <a:pt x="34" y="24"/>
                    </a:lnTo>
                    <a:lnTo>
                      <a:pt x="34" y="24"/>
                    </a:lnTo>
                    <a:lnTo>
                      <a:pt x="34" y="24"/>
                    </a:lnTo>
                    <a:lnTo>
                      <a:pt x="34" y="24"/>
                    </a:lnTo>
                    <a:lnTo>
                      <a:pt x="34" y="20"/>
                    </a:lnTo>
                    <a:lnTo>
                      <a:pt x="34" y="20"/>
                    </a:lnTo>
                    <a:lnTo>
                      <a:pt x="34" y="20"/>
                    </a:lnTo>
                    <a:lnTo>
                      <a:pt x="34" y="20"/>
                    </a:lnTo>
                    <a:lnTo>
                      <a:pt x="34" y="20"/>
                    </a:lnTo>
                    <a:lnTo>
                      <a:pt x="34" y="20"/>
                    </a:lnTo>
                    <a:lnTo>
                      <a:pt x="34" y="20"/>
                    </a:lnTo>
                    <a:lnTo>
                      <a:pt x="34" y="20"/>
                    </a:lnTo>
                    <a:lnTo>
                      <a:pt x="34" y="20"/>
                    </a:lnTo>
                    <a:lnTo>
                      <a:pt x="34" y="20"/>
                    </a:lnTo>
                    <a:lnTo>
                      <a:pt x="34" y="24"/>
                    </a:lnTo>
                    <a:lnTo>
                      <a:pt x="34" y="24"/>
                    </a:lnTo>
                    <a:lnTo>
                      <a:pt x="34" y="24"/>
                    </a:lnTo>
                    <a:lnTo>
                      <a:pt x="30" y="24"/>
                    </a:lnTo>
                    <a:lnTo>
                      <a:pt x="30" y="24"/>
                    </a:lnTo>
                    <a:lnTo>
                      <a:pt x="30" y="24"/>
                    </a:lnTo>
                    <a:lnTo>
                      <a:pt x="30" y="24"/>
                    </a:lnTo>
                    <a:lnTo>
                      <a:pt x="30" y="24"/>
                    </a:lnTo>
                    <a:lnTo>
                      <a:pt x="30" y="24"/>
                    </a:lnTo>
                    <a:lnTo>
                      <a:pt x="30" y="24"/>
                    </a:lnTo>
                    <a:lnTo>
                      <a:pt x="30" y="24"/>
                    </a:lnTo>
                    <a:lnTo>
                      <a:pt x="30" y="24"/>
                    </a:lnTo>
                    <a:lnTo>
                      <a:pt x="26" y="24"/>
                    </a:lnTo>
                    <a:lnTo>
                      <a:pt x="26" y="28"/>
                    </a:lnTo>
                    <a:lnTo>
                      <a:pt x="26" y="28"/>
                    </a:lnTo>
                    <a:lnTo>
                      <a:pt x="26" y="28"/>
                    </a:lnTo>
                    <a:lnTo>
                      <a:pt x="26" y="28"/>
                    </a:lnTo>
                    <a:lnTo>
                      <a:pt x="26" y="28"/>
                    </a:lnTo>
                    <a:lnTo>
                      <a:pt x="26" y="28"/>
                    </a:lnTo>
                    <a:lnTo>
                      <a:pt x="26" y="28"/>
                    </a:lnTo>
                    <a:lnTo>
                      <a:pt x="26" y="28"/>
                    </a:lnTo>
                    <a:lnTo>
                      <a:pt x="26" y="28"/>
                    </a:lnTo>
                    <a:lnTo>
                      <a:pt x="26" y="30"/>
                    </a:lnTo>
                    <a:lnTo>
                      <a:pt x="26" y="30"/>
                    </a:lnTo>
                    <a:lnTo>
                      <a:pt x="26" y="30"/>
                    </a:lnTo>
                    <a:lnTo>
                      <a:pt x="26" y="30"/>
                    </a:lnTo>
                    <a:lnTo>
                      <a:pt x="26" y="30"/>
                    </a:lnTo>
                    <a:lnTo>
                      <a:pt x="26" y="30"/>
                    </a:lnTo>
                    <a:lnTo>
                      <a:pt x="26" y="34"/>
                    </a:lnTo>
                    <a:lnTo>
                      <a:pt x="26" y="34"/>
                    </a:lnTo>
                    <a:lnTo>
                      <a:pt x="26" y="34"/>
                    </a:lnTo>
                    <a:lnTo>
                      <a:pt x="26" y="38"/>
                    </a:lnTo>
                    <a:lnTo>
                      <a:pt x="24" y="38"/>
                    </a:lnTo>
                    <a:lnTo>
                      <a:pt x="24" y="42"/>
                    </a:lnTo>
                    <a:lnTo>
                      <a:pt x="24" y="42"/>
                    </a:lnTo>
                    <a:lnTo>
                      <a:pt x="24" y="42"/>
                    </a:lnTo>
                    <a:lnTo>
                      <a:pt x="24" y="42"/>
                    </a:lnTo>
                    <a:lnTo>
                      <a:pt x="24" y="42"/>
                    </a:lnTo>
                    <a:lnTo>
                      <a:pt x="24" y="42"/>
                    </a:lnTo>
                    <a:lnTo>
                      <a:pt x="24" y="42"/>
                    </a:lnTo>
                    <a:lnTo>
                      <a:pt x="24" y="46"/>
                    </a:lnTo>
                    <a:lnTo>
                      <a:pt x="24" y="46"/>
                    </a:lnTo>
                    <a:lnTo>
                      <a:pt x="24" y="50"/>
                    </a:lnTo>
                    <a:lnTo>
                      <a:pt x="24" y="50"/>
                    </a:lnTo>
                    <a:lnTo>
                      <a:pt x="24" y="50"/>
                    </a:lnTo>
                    <a:lnTo>
                      <a:pt x="24" y="50"/>
                    </a:lnTo>
                    <a:lnTo>
                      <a:pt x="24" y="50"/>
                    </a:lnTo>
                    <a:lnTo>
                      <a:pt x="24" y="50"/>
                    </a:lnTo>
                    <a:lnTo>
                      <a:pt x="24" y="50"/>
                    </a:lnTo>
                    <a:lnTo>
                      <a:pt x="24" y="50"/>
                    </a:lnTo>
                    <a:lnTo>
                      <a:pt x="24" y="50"/>
                    </a:lnTo>
                    <a:lnTo>
                      <a:pt x="24" y="50"/>
                    </a:lnTo>
                    <a:lnTo>
                      <a:pt x="24" y="54"/>
                    </a:lnTo>
                    <a:lnTo>
                      <a:pt x="24" y="58"/>
                    </a:lnTo>
                    <a:lnTo>
                      <a:pt x="24" y="58"/>
                    </a:lnTo>
                    <a:lnTo>
                      <a:pt x="24" y="58"/>
                    </a:lnTo>
                    <a:lnTo>
                      <a:pt x="24" y="62"/>
                    </a:lnTo>
                    <a:lnTo>
                      <a:pt x="26" y="64"/>
                    </a:lnTo>
                    <a:lnTo>
                      <a:pt x="26" y="64"/>
                    </a:lnTo>
                    <a:lnTo>
                      <a:pt x="26" y="68"/>
                    </a:lnTo>
                    <a:lnTo>
                      <a:pt x="26" y="68"/>
                    </a:lnTo>
                    <a:lnTo>
                      <a:pt x="26" y="68"/>
                    </a:lnTo>
                    <a:lnTo>
                      <a:pt x="26" y="72"/>
                    </a:lnTo>
                    <a:lnTo>
                      <a:pt x="26" y="72"/>
                    </a:lnTo>
                    <a:lnTo>
                      <a:pt x="26" y="72"/>
                    </a:lnTo>
                    <a:lnTo>
                      <a:pt x="26" y="76"/>
                    </a:lnTo>
                    <a:lnTo>
                      <a:pt x="26" y="76"/>
                    </a:lnTo>
                    <a:lnTo>
                      <a:pt x="24" y="76"/>
                    </a:lnTo>
                    <a:lnTo>
                      <a:pt x="24" y="76"/>
                    </a:lnTo>
                    <a:lnTo>
                      <a:pt x="24" y="78"/>
                    </a:lnTo>
                    <a:lnTo>
                      <a:pt x="24" y="78"/>
                    </a:lnTo>
                    <a:lnTo>
                      <a:pt x="24" y="82"/>
                    </a:lnTo>
                    <a:lnTo>
                      <a:pt x="24" y="82"/>
                    </a:lnTo>
                    <a:lnTo>
                      <a:pt x="20" y="82"/>
                    </a:lnTo>
                    <a:lnTo>
                      <a:pt x="20" y="82"/>
                    </a:lnTo>
                    <a:lnTo>
                      <a:pt x="20" y="82"/>
                    </a:lnTo>
                    <a:lnTo>
                      <a:pt x="20" y="86"/>
                    </a:lnTo>
                    <a:lnTo>
                      <a:pt x="20" y="86"/>
                    </a:lnTo>
                    <a:lnTo>
                      <a:pt x="20" y="86"/>
                    </a:lnTo>
                    <a:lnTo>
                      <a:pt x="20" y="86"/>
                    </a:lnTo>
                    <a:lnTo>
                      <a:pt x="16" y="90"/>
                    </a:lnTo>
                    <a:lnTo>
                      <a:pt x="16" y="90"/>
                    </a:lnTo>
                    <a:lnTo>
                      <a:pt x="12" y="90"/>
                    </a:lnTo>
                    <a:lnTo>
                      <a:pt x="12" y="90"/>
                    </a:lnTo>
                    <a:lnTo>
                      <a:pt x="12" y="90"/>
                    </a:lnTo>
                    <a:lnTo>
                      <a:pt x="12" y="90"/>
                    </a:lnTo>
                    <a:lnTo>
                      <a:pt x="12" y="90"/>
                    </a:lnTo>
                    <a:lnTo>
                      <a:pt x="8" y="90"/>
                    </a:lnTo>
                    <a:lnTo>
                      <a:pt x="8" y="90"/>
                    </a:lnTo>
                    <a:lnTo>
                      <a:pt x="8" y="90"/>
                    </a:lnTo>
                    <a:lnTo>
                      <a:pt x="8" y="90"/>
                    </a:lnTo>
                    <a:lnTo>
                      <a:pt x="8" y="86"/>
                    </a:lnTo>
                    <a:lnTo>
                      <a:pt x="8" y="86"/>
                    </a:lnTo>
                    <a:lnTo>
                      <a:pt x="8" y="86"/>
                    </a:lnTo>
                    <a:lnTo>
                      <a:pt x="4" y="82"/>
                    </a:lnTo>
                    <a:lnTo>
                      <a:pt x="4" y="82"/>
                    </a:lnTo>
                    <a:lnTo>
                      <a:pt x="4" y="82"/>
                    </a:lnTo>
                    <a:lnTo>
                      <a:pt x="4" y="82"/>
                    </a:lnTo>
                    <a:lnTo>
                      <a:pt x="4" y="82"/>
                    </a:lnTo>
                    <a:lnTo>
                      <a:pt x="4" y="82"/>
                    </a:lnTo>
                    <a:lnTo>
                      <a:pt x="4" y="78"/>
                    </a:lnTo>
                    <a:lnTo>
                      <a:pt x="4" y="78"/>
                    </a:lnTo>
                    <a:lnTo>
                      <a:pt x="4" y="78"/>
                    </a:lnTo>
                    <a:lnTo>
                      <a:pt x="4" y="76"/>
                    </a:lnTo>
                    <a:lnTo>
                      <a:pt x="4" y="76"/>
                    </a:lnTo>
                    <a:lnTo>
                      <a:pt x="4" y="76"/>
                    </a:lnTo>
                    <a:lnTo>
                      <a:pt x="4" y="76"/>
                    </a:lnTo>
                    <a:lnTo>
                      <a:pt x="4" y="76"/>
                    </a:lnTo>
                    <a:lnTo>
                      <a:pt x="4" y="76"/>
                    </a:lnTo>
                    <a:lnTo>
                      <a:pt x="4" y="72"/>
                    </a:lnTo>
                    <a:lnTo>
                      <a:pt x="4" y="72"/>
                    </a:lnTo>
                    <a:lnTo>
                      <a:pt x="4" y="72"/>
                    </a:lnTo>
                    <a:lnTo>
                      <a:pt x="4" y="72"/>
                    </a:lnTo>
                    <a:lnTo>
                      <a:pt x="4" y="72"/>
                    </a:lnTo>
                    <a:lnTo>
                      <a:pt x="4" y="68"/>
                    </a:lnTo>
                    <a:lnTo>
                      <a:pt x="4" y="68"/>
                    </a:lnTo>
                    <a:lnTo>
                      <a:pt x="4" y="68"/>
                    </a:lnTo>
                    <a:lnTo>
                      <a:pt x="4" y="68"/>
                    </a:lnTo>
                    <a:lnTo>
                      <a:pt x="4" y="68"/>
                    </a:lnTo>
                    <a:lnTo>
                      <a:pt x="4" y="68"/>
                    </a:lnTo>
                    <a:lnTo>
                      <a:pt x="4" y="64"/>
                    </a:lnTo>
                    <a:lnTo>
                      <a:pt x="4" y="62"/>
                    </a:lnTo>
                    <a:lnTo>
                      <a:pt x="4" y="62"/>
                    </a:lnTo>
                    <a:lnTo>
                      <a:pt x="4" y="62"/>
                    </a:lnTo>
                    <a:lnTo>
                      <a:pt x="0" y="62"/>
                    </a:lnTo>
                    <a:lnTo>
                      <a:pt x="0" y="62"/>
                    </a:lnTo>
                    <a:lnTo>
                      <a:pt x="0" y="62"/>
                    </a:lnTo>
                    <a:lnTo>
                      <a:pt x="0" y="58"/>
                    </a:lnTo>
                    <a:lnTo>
                      <a:pt x="0" y="58"/>
                    </a:lnTo>
                    <a:lnTo>
                      <a:pt x="4" y="58"/>
                    </a:lnTo>
                    <a:lnTo>
                      <a:pt x="4" y="58"/>
                    </a:lnTo>
                    <a:lnTo>
                      <a:pt x="4" y="58"/>
                    </a:lnTo>
                    <a:lnTo>
                      <a:pt x="4" y="58"/>
                    </a:lnTo>
                    <a:lnTo>
                      <a:pt x="4" y="54"/>
                    </a:lnTo>
                    <a:lnTo>
                      <a:pt x="4" y="54"/>
                    </a:lnTo>
                    <a:lnTo>
                      <a:pt x="4" y="54"/>
                    </a:lnTo>
                    <a:lnTo>
                      <a:pt x="4" y="54"/>
                    </a:lnTo>
                    <a:lnTo>
                      <a:pt x="4" y="54"/>
                    </a:lnTo>
                    <a:lnTo>
                      <a:pt x="4" y="54"/>
                    </a:lnTo>
                    <a:lnTo>
                      <a:pt x="4" y="54"/>
                    </a:lnTo>
                    <a:lnTo>
                      <a:pt x="4" y="54"/>
                    </a:lnTo>
                    <a:lnTo>
                      <a:pt x="4" y="50"/>
                    </a:lnTo>
                    <a:lnTo>
                      <a:pt x="4" y="50"/>
                    </a:lnTo>
                    <a:lnTo>
                      <a:pt x="4" y="50"/>
                    </a:lnTo>
                    <a:lnTo>
                      <a:pt x="4" y="50"/>
                    </a:lnTo>
                    <a:lnTo>
                      <a:pt x="4" y="46"/>
                    </a:lnTo>
                    <a:lnTo>
                      <a:pt x="4" y="46"/>
                    </a:lnTo>
                    <a:lnTo>
                      <a:pt x="4" y="46"/>
                    </a:lnTo>
                    <a:lnTo>
                      <a:pt x="4" y="46"/>
                    </a:lnTo>
                    <a:lnTo>
                      <a:pt x="4" y="42"/>
                    </a:lnTo>
                    <a:lnTo>
                      <a:pt x="4" y="42"/>
                    </a:lnTo>
                    <a:lnTo>
                      <a:pt x="4" y="42"/>
                    </a:lnTo>
                    <a:lnTo>
                      <a:pt x="4" y="42"/>
                    </a:lnTo>
                    <a:lnTo>
                      <a:pt x="8" y="42"/>
                    </a:lnTo>
                    <a:lnTo>
                      <a:pt x="8" y="42"/>
                    </a:lnTo>
                    <a:lnTo>
                      <a:pt x="8" y="42"/>
                    </a:lnTo>
                    <a:lnTo>
                      <a:pt x="8" y="42"/>
                    </a:lnTo>
                    <a:lnTo>
                      <a:pt x="8" y="38"/>
                    </a:lnTo>
                    <a:lnTo>
                      <a:pt x="8" y="38"/>
                    </a:lnTo>
                    <a:lnTo>
                      <a:pt x="8" y="38"/>
                    </a:lnTo>
                    <a:lnTo>
                      <a:pt x="8" y="38"/>
                    </a:lnTo>
                    <a:lnTo>
                      <a:pt x="8" y="38"/>
                    </a:lnTo>
                    <a:lnTo>
                      <a:pt x="8" y="38"/>
                    </a:lnTo>
                    <a:lnTo>
                      <a:pt x="8" y="38"/>
                    </a:lnTo>
                    <a:lnTo>
                      <a:pt x="8" y="38"/>
                    </a:lnTo>
                    <a:lnTo>
                      <a:pt x="8" y="38"/>
                    </a:lnTo>
                    <a:lnTo>
                      <a:pt x="8" y="38"/>
                    </a:lnTo>
                    <a:lnTo>
                      <a:pt x="8" y="38"/>
                    </a:lnTo>
                    <a:lnTo>
                      <a:pt x="8" y="34"/>
                    </a:lnTo>
                    <a:lnTo>
                      <a:pt x="8" y="34"/>
                    </a:lnTo>
                    <a:lnTo>
                      <a:pt x="8" y="34"/>
                    </a:lnTo>
                    <a:lnTo>
                      <a:pt x="8" y="34"/>
                    </a:lnTo>
                    <a:lnTo>
                      <a:pt x="8" y="34"/>
                    </a:lnTo>
                    <a:lnTo>
                      <a:pt x="8" y="30"/>
                    </a:lnTo>
                    <a:lnTo>
                      <a:pt x="8" y="30"/>
                    </a:lnTo>
                    <a:lnTo>
                      <a:pt x="8" y="30"/>
                    </a:lnTo>
                    <a:lnTo>
                      <a:pt x="8" y="30"/>
                    </a:lnTo>
                    <a:lnTo>
                      <a:pt x="8" y="30"/>
                    </a:lnTo>
                    <a:lnTo>
                      <a:pt x="8" y="30"/>
                    </a:lnTo>
                    <a:lnTo>
                      <a:pt x="12" y="28"/>
                    </a:lnTo>
                    <a:lnTo>
                      <a:pt x="12" y="28"/>
                    </a:lnTo>
                    <a:lnTo>
                      <a:pt x="12" y="28"/>
                    </a:lnTo>
                    <a:lnTo>
                      <a:pt x="8" y="28"/>
                    </a:lnTo>
                    <a:lnTo>
                      <a:pt x="8" y="28"/>
                    </a:lnTo>
                    <a:lnTo>
                      <a:pt x="8" y="28"/>
                    </a:lnTo>
                    <a:lnTo>
                      <a:pt x="4" y="28"/>
                    </a:lnTo>
                    <a:lnTo>
                      <a:pt x="4" y="28"/>
                    </a:lnTo>
                    <a:lnTo>
                      <a:pt x="4" y="28"/>
                    </a:lnTo>
                    <a:lnTo>
                      <a:pt x="4" y="28"/>
                    </a:lnTo>
                    <a:lnTo>
                      <a:pt x="4" y="30"/>
                    </a:lnTo>
                    <a:lnTo>
                      <a:pt x="4" y="30"/>
                    </a:lnTo>
                    <a:lnTo>
                      <a:pt x="4" y="30"/>
                    </a:lnTo>
                    <a:lnTo>
                      <a:pt x="0" y="34"/>
                    </a:lnTo>
                    <a:lnTo>
                      <a:pt x="0" y="34"/>
                    </a:lnTo>
                    <a:lnTo>
                      <a:pt x="0" y="34"/>
                    </a:lnTo>
                    <a:lnTo>
                      <a:pt x="0" y="34"/>
                    </a:lnTo>
                    <a:lnTo>
                      <a:pt x="0" y="34"/>
                    </a:lnTo>
                    <a:lnTo>
                      <a:pt x="0" y="30"/>
                    </a:lnTo>
                    <a:lnTo>
                      <a:pt x="0" y="30"/>
                    </a:lnTo>
                    <a:lnTo>
                      <a:pt x="0" y="30"/>
                    </a:lnTo>
                    <a:lnTo>
                      <a:pt x="0" y="28"/>
                    </a:lnTo>
                    <a:lnTo>
                      <a:pt x="4" y="28"/>
                    </a:lnTo>
                    <a:lnTo>
                      <a:pt x="4" y="24"/>
                    </a:lnTo>
                    <a:lnTo>
                      <a:pt x="4" y="24"/>
                    </a:lnTo>
                    <a:lnTo>
                      <a:pt x="4" y="24"/>
                    </a:lnTo>
                    <a:lnTo>
                      <a:pt x="4" y="24"/>
                    </a:lnTo>
                    <a:lnTo>
                      <a:pt x="4" y="24"/>
                    </a:lnTo>
                    <a:lnTo>
                      <a:pt x="4" y="24"/>
                    </a:lnTo>
                    <a:lnTo>
                      <a:pt x="4" y="24"/>
                    </a:lnTo>
                    <a:lnTo>
                      <a:pt x="4" y="24"/>
                    </a:lnTo>
                    <a:lnTo>
                      <a:pt x="4" y="24"/>
                    </a:lnTo>
                    <a:lnTo>
                      <a:pt x="8" y="20"/>
                    </a:lnTo>
                    <a:lnTo>
                      <a:pt x="8" y="20"/>
                    </a:lnTo>
                    <a:lnTo>
                      <a:pt x="8" y="20"/>
                    </a:lnTo>
                    <a:lnTo>
                      <a:pt x="8" y="20"/>
                    </a:lnTo>
                    <a:lnTo>
                      <a:pt x="8" y="20"/>
                    </a:lnTo>
                    <a:lnTo>
                      <a:pt x="8" y="20"/>
                    </a:lnTo>
                    <a:lnTo>
                      <a:pt x="8" y="16"/>
                    </a:lnTo>
                    <a:lnTo>
                      <a:pt x="12" y="16"/>
                    </a:lnTo>
                    <a:lnTo>
                      <a:pt x="12" y="16"/>
                    </a:lnTo>
                    <a:lnTo>
                      <a:pt x="12" y="8"/>
                    </a:lnTo>
                    <a:lnTo>
                      <a:pt x="16" y="4"/>
                    </a:lnTo>
                    <a:lnTo>
                      <a:pt x="16" y="4"/>
                    </a:lnTo>
                    <a:lnTo>
                      <a:pt x="16" y="4"/>
                    </a:lnTo>
                    <a:lnTo>
                      <a:pt x="16" y="4"/>
                    </a:lnTo>
                    <a:lnTo>
                      <a:pt x="16" y="4"/>
                    </a:lnTo>
                    <a:lnTo>
                      <a:pt x="16" y="4"/>
                    </a:lnTo>
                    <a:lnTo>
                      <a:pt x="16" y="4"/>
                    </a:lnTo>
                    <a:lnTo>
                      <a:pt x="16" y="4"/>
                    </a:lnTo>
                    <a:lnTo>
                      <a:pt x="16" y="4"/>
                    </a:lnTo>
                    <a:lnTo>
                      <a:pt x="16" y="8"/>
                    </a:lnTo>
                    <a:lnTo>
                      <a:pt x="16" y="8"/>
                    </a:lnTo>
                    <a:lnTo>
                      <a:pt x="16" y="8"/>
                    </a:lnTo>
                    <a:lnTo>
                      <a:pt x="16" y="8"/>
                    </a:lnTo>
                    <a:lnTo>
                      <a:pt x="16" y="8"/>
                    </a:lnTo>
                    <a:lnTo>
                      <a:pt x="16" y="8"/>
                    </a:lnTo>
                    <a:lnTo>
                      <a:pt x="16" y="8"/>
                    </a:lnTo>
                    <a:lnTo>
                      <a:pt x="16" y="8"/>
                    </a:lnTo>
                    <a:lnTo>
                      <a:pt x="20" y="8"/>
                    </a:lnTo>
                    <a:lnTo>
                      <a:pt x="20" y="4"/>
                    </a:lnTo>
                    <a:lnTo>
                      <a:pt x="20" y="4"/>
                    </a:lnTo>
                    <a:lnTo>
                      <a:pt x="20" y="4"/>
                    </a:lnTo>
                    <a:lnTo>
                      <a:pt x="24" y="4"/>
                    </a:lnTo>
                    <a:lnTo>
                      <a:pt x="24" y="4"/>
                    </a:lnTo>
                    <a:lnTo>
                      <a:pt x="24" y="4"/>
                    </a:lnTo>
                    <a:lnTo>
                      <a:pt x="24" y="8"/>
                    </a:lnTo>
                    <a:lnTo>
                      <a:pt x="24" y="8"/>
                    </a:lnTo>
                    <a:lnTo>
                      <a:pt x="20" y="8"/>
                    </a:lnTo>
                    <a:lnTo>
                      <a:pt x="20" y="8"/>
                    </a:lnTo>
                    <a:lnTo>
                      <a:pt x="20" y="8"/>
                    </a:lnTo>
                    <a:lnTo>
                      <a:pt x="20" y="8"/>
                    </a:lnTo>
                    <a:lnTo>
                      <a:pt x="20" y="8"/>
                    </a:lnTo>
                    <a:lnTo>
                      <a:pt x="20" y="12"/>
                    </a:lnTo>
                    <a:lnTo>
                      <a:pt x="20" y="12"/>
                    </a:lnTo>
                    <a:lnTo>
                      <a:pt x="20" y="12"/>
                    </a:lnTo>
                    <a:lnTo>
                      <a:pt x="20" y="12"/>
                    </a:lnTo>
                    <a:lnTo>
                      <a:pt x="20" y="12"/>
                    </a:lnTo>
                    <a:lnTo>
                      <a:pt x="20" y="12"/>
                    </a:lnTo>
                    <a:lnTo>
                      <a:pt x="20" y="12"/>
                    </a:lnTo>
                    <a:lnTo>
                      <a:pt x="20" y="12"/>
                    </a:lnTo>
                    <a:lnTo>
                      <a:pt x="20" y="12"/>
                    </a:lnTo>
                    <a:lnTo>
                      <a:pt x="20" y="12"/>
                    </a:lnTo>
                    <a:lnTo>
                      <a:pt x="20" y="12"/>
                    </a:lnTo>
                    <a:lnTo>
                      <a:pt x="20" y="12"/>
                    </a:lnTo>
                    <a:lnTo>
                      <a:pt x="20" y="8"/>
                    </a:lnTo>
                    <a:lnTo>
                      <a:pt x="20" y="8"/>
                    </a:lnTo>
                    <a:lnTo>
                      <a:pt x="20" y="8"/>
                    </a:lnTo>
                    <a:lnTo>
                      <a:pt x="24" y="8"/>
                    </a:lnTo>
                    <a:lnTo>
                      <a:pt x="24" y="8"/>
                    </a:lnTo>
                    <a:lnTo>
                      <a:pt x="24" y="8"/>
                    </a:lnTo>
                    <a:lnTo>
                      <a:pt x="24" y="8"/>
                    </a:lnTo>
                    <a:lnTo>
                      <a:pt x="24" y="8"/>
                    </a:lnTo>
                    <a:lnTo>
                      <a:pt x="24" y="4"/>
                    </a:lnTo>
                    <a:lnTo>
                      <a:pt x="24" y="4"/>
                    </a:lnTo>
                    <a:lnTo>
                      <a:pt x="24" y="4"/>
                    </a:lnTo>
                    <a:lnTo>
                      <a:pt x="26" y="4"/>
                    </a:lnTo>
                    <a:lnTo>
                      <a:pt x="26" y="4"/>
                    </a:lnTo>
                    <a:lnTo>
                      <a:pt x="26" y="4"/>
                    </a:lnTo>
                    <a:lnTo>
                      <a:pt x="26" y="4"/>
                    </a:lnTo>
                    <a:lnTo>
                      <a:pt x="26" y="4"/>
                    </a:lnTo>
                    <a:lnTo>
                      <a:pt x="30" y="4"/>
                    </a:lnTo>
                    <a:lnTo>
                      <a:pt x="34" y="4"/>
                    </a:lnTo>
                    <a:lnTo>
                      <a:pt x="34" y="4"/>
                    </a:lnTo>
                    <a:lnTo>
                      <a:pt x="34" y="4"/>
                    </a:lnTo>
                    <a:lnTo>
                      <a:pt x="34" y="4"/>
                    </a:lnTo>
                    <a:lnTo>
                      <a:pt x="34" y="4"/>
                    </a:lnTo>
                    <a:lnTo>
                      <a:pt x="34" y="4"/>
                    </a:lnTo>
                    <a:lnTo>
                      <a:pt x="34" y="4"/>
                    </a:lnTo>
                    <a:lnTo>
                      <a:pt x="34" y="4"/>
                    </a:lnTo>
                    <a:lnTo>
                      <a:pt x="34" y="0"/>
                    </a:lnTo>
                    <a:lnTo>
                      <a:pt x="34" y="0"/>
                    </a:lnTo>
                    <a:lnTo>
                      <a:pt x="34" y="0"/>
                    </a:lnTo>
                    <a:lnTo>
                      <a:pt x="34" y="0"/>
                    </a:lnTo>
                    <a:lnTo>
                      <a:pt x="38" y="0"/>
                    </a:lnTo>
                    <a:lnTo>
                      <a:pt x="38" y="0"/>
                    </a:lnTo>
                    <a:lnTo>
                      <a:pt x="42" y="0"/>
                    </a:lnTo>
                    <a:lnTo>
                      <a:pt x="42" y="0"/>
                    </a:lnTo>
                    <a:lnTo>
                      <a:pt x="42" y="4"/>
                    </a:lnTo>
                    <a:lnTo>
                      <a:pt x="42" y="4"/>
                    </a:lnTo>
                    <a:lnTo>
                      <a:pt x="46" y="4"/>
                    </a:lnTo>
                    <a:lnTo>
                      <a:pt x="46" y="4"/>
                    </a:lnTo>
                    <a:lnTo>
                      <a:pt x="46" y="4"/>
                    </a:lnTo>
                    <a:lnTo>
                      <a:pt x="46" y="4"/>
                    </a:lnTo>
                    <a:lnTo>
                      <a:pt x="46" y="4"/>
                    </a:lnTo>
                    <a:lnTo>
                      <a:pt x="46" y="8"/>
                    </a:lnTo>
                    <a:lnTo>
                      <a:pt x="46" y="8"/>
                    </a:lnTo>
                    <a:lnTo>
                      <a:pt x="46" y="8"/>
                    </a:lnTo>
                    <a:close/>
                    <a:moveTo>
                      <a:pt x="16" y="20"/>
                    </a:moveTo>
                    <a:lnTo>
                      <a:pt x="16" y="20"/>
                    </a:lnTo>
                    <a:lnTo>
                      <a:pt x="16" y="20"/>
                    </a:lnTo>
                    <a:lnTo>
                      <a:pt x="16" y="16"/>
                    </a:lnTo>
                    <a:lnTo>
                      <a:pt x="16" y="16"/>
                    </a:lnTo>
                    <a:lnTo>
                      <a:pt x="16" y="16"/>
                    </a:lnTo>
                    <a:lnTo>
                      <a:pt x="12" y="20"/>
                    </a:lnTo>
                    <a:lnTo>
                      <a:pt x="12" y="20"/>
                    </a:lnTo>
                    <a:lnTo>
                      <a:pt x="12" y="20"/>
                    </a:lnTo>
                    <a:lnTo>
                      <a:pt x="12" y="20"/>
                    </a:lnTo>
                    <a:lnTo>
                      <a:pt x="12" y="20"/>
                    </a:lnTo>
                    <a:lnTo>
                      <a:pt x="12" y="20"/>
                    </a:lnTo>
                    <a:lnTo>
                      <a:pt x="12" y="20"/>
                    </a:lnTo>
                    <a:lnTo>
                      <a:pt x="12" y="20"/>
                    </a:lnTo>
                    <a:lnTo>
                      <a:pt x="12" y="20"/>
                    </a:lnTo>
                    <a:lnTo>
                      <a:pt x="8" y="24"/>
                    </a:lnTo>
                    <a:lnTo>
                      <a:pt x="8" y="24"/>
                    </a:lnTo>
                    <a:lnTo>
                      <a:pt x="8" y="28"/>
                    </a:lnTo>
                    <a:lnTo>
                      <a:pt x="8" y="28"/>
                    </a:lnTo>
                    <a:lnTo>
                      <a:pt x="8" y="28"/>
                    </a:lnTo>
                    <a:lnTo>
                      <a:pt x="8" y="28"/>
                    </a:lnTo>
                    <a:lnTo>
                      <a:pt x="8" y="28"/>
                    </a:lnTo>
                    <a:lnTo>
                      <a:pt x="12" y="28"/>
                    </a:lnTo>
                    <a:lnTo>
                      <a:pt x="12" y="28"/>
                    </a:lnTo>
                    <a:lnTo>
                      <a:pt x="12" y="28"/>
                    </a:lnTo>
                    <a:lnTo>
                      <a:pt x="12" y="28"/>
                    </a:lnTo>
                    <a:lnTo>
                      <a:pt x="12" y="28"/>
                    </a:lnTo>
                    <a:lnTo>
                      <a:pt x="12" y="28"/>
                    </a:lnTo>
                    <a:lnTo>
                      <a:pt x="12" y="24"/>
                    </a:lnTo>
                    <a:lnTo>
                      <a:pt x="12" y="24"/>
                    </a:lnTo>
                    <a:lnTo>
                      <a:pt x="12" y="24"/>
                    </a:lnTo>
                    <a:lnTo>
                      <a:pt x="12" y="24"/>
                    </a:lnTo>
                    <a:lnTo>
                      <a:pt x="12" y="24"/>
                    </a:lnTo>
                    <a:lnTo>
                      <a:pt x="12" y="24"/>
                    </a:lnTo>
                    <a:lnTo>
                      <a:pt x="12" y="24"/>
                    </a:lnTo>
                    <a:lnTo>
                      <a:pt x="12" y="24"/>
                    </a:lnTo>
                    <a:lnTo>
                      <a:pt x="16" y="20"/>
                    </a:lnTo>
                    <a:lnTo>
                      <a:pt x="16" y="20"/>
                    </a:lnTo>
                    <a:lnTo>
                      <a:pt x="16" y="20"/>
                    </a:lnTo>
                    <a:lnTo>
                      <a:pt x="16" y="20"/>
                    </a:lnTo>
                    <a:lnTo>
                      <a:pt x="16" y="20"/>
                    </a:lnTo>
                    <a:lnTo>
                      <a:pt x="16" y="20"/>
                    </a:lnTo>
                    <a:lnTo>
                      <a:pt x="16" y="20"/>
                    </a:lnTo>
                    <a:lnTo>
                      <a:pt x="16" y="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9" name="Freeform 224"/>
              <p:cNvSpPr>
                <a:spLocks/>
              </p:cNvSpPr>
              <p:nvPr/>
            </p:nvSpPr>
            <p:spPr bwMode="gray">
              <a:xfrm>
                <a:off x="2834579" y="3128296"/>
                <a:ext cx="97399" cy="48699"/>
              </a:xfrm>
              <a:custGeom>
                <a:avLst/>
                <a:gdLst>
                  <a:gd name="T0" fmla="*/ 8 w 56"/>
                  <a:gd name="T1" fmla="*/ 28 h 28"/>
                  <a:gd name="T2" fmla="*/ 4 w 56"/>
                  <a:gd name="T3" fmla="*/ 24 h 28"/>
                  <a:gd name="T4" fmla="*/ 0 w 56"/>
                  <a:gd name="T5" fmla="*/ 24 h 28"/>
                  <a:gd name="T6" fmla="*/ 4 w 56"/>
                  <a:gd name="T7" fmla="*/ 20 h 28"/>
                  <a:gd name="T8" fmla="*/ 4 w 56"/>
                  <a:gd name="T9" fmla="*/ 20 h 28"/>
                  <a:gd name="T10" fmla="*/ 8 w 56"/>
                  <a:gd name="T11" fmla="*/ 16 h 28"/>
                  <a:gd name="T12" fmla="*/ 12 w 56"/>
                  <a:gd name="T13" fmla="*/ 12 h 28"/>
                  <a:gd name="T14" fmla="*/ 24 w 56"/>
                  <a:gd name="T15" fmla="*/ 12 h 28"/>
                  <a:gd name="T16" fmla="*/ 30 w 56"/>
                  <a:gd name="T17" fmla="*/ 8 h 28"/>
                  <a:gd name="T18" fmla="*/ 34 w 56"/>
                  <a:gd name="T19" fmla="*/ 8 h 28"/>
                  <a:gd name="T20" fmla="*/ 34 w 56"/>
                  <a:gd name="T21" fmla="*/ 12 h 28"/>
                  <a:gd name="T22" fmla="*/ 38 w 56"/>
                  <a:gd name="T23" fmla="*/ 12 h 28"/>
                  <a:gd name="T24" fmla="*/ 38 w 56"/>
                  <a:gd name="T25" fmla="*/ 12 h 28"/>
                  <a:gd name="T26" fmla="*/ 42 w 56"/>
                  <a:gd name="T27" fmla="*/ 12 h 28"/>
                  <a:gd name="T28" fmla="*/ 42 w 56"/>
                  <a:gd name="T29" fmla="*/ 12 h 28"/>
                  <a:gd name="T30" fmla="*/ 42 w 56"/>
                  <a:gd name="T31" fmla="*/ 12 h 28"/>
                  <a:gd name="T32" fmla="*/ 42 w 56"/>
                  <a:gd name="T33" fmla="*/ 12 h 28"/>
                  <a:gd name="T34" fmla="*/ 42 w 56"/>
                  <a:gd name="T35" fmla="*/ 8 h 28"/>
                  <a:gd name="T36" fmla="*/ 42 w 56"/>
                  <a:gd name="T37" fmla="*/ 8 h 28"/>
                  <a:gd name="T38" fmla="*/ 42 w 56"/>
                  <a:gd name="T39" fmla="*/ 8 h 28"/>
                  <a:gd name="T40" fmla="*/ 42 w 56"/>
                  <a:gd name="T41" fmla="*/ 8 h 28"/>
                  <a:gd name="T42" fmla="*/ 42 w 56"/>
                  <a:gd name="T43" fmla="*/ 4 h 28"/>
                  <a:gd name="T44" fmla="*/ 34 w 56"/>
                  <a:gd name="T45" fmla="*/ 8 h 28"/>
                  <a:gd name="T46" fmla="*/ 38 w 56"/>
                  <a:gd name="T47" fmla="*/ 4 h 28"/>
                  <a:gd name="T48" fmla="*/ 42 w 56"/>
                  <a:gd name="T49" fmla="*/ 4 h 28"/>
                  <a:gd name="T50" fmla="*/ 42 w 56"/>
                  <a:gd name="T51" fmla="*/ 8 h 28"/>
                  <a:gd name="T52" fmla="*/ 42 w 56"/>
                  <a:gd name="T53" fmla="*/ 8 h 28"/>
                  <a:gd name="T54" fmla="*/ 42 w 56"/>
                  <a:gd name="T55" fmla="*/ 8 h 28"/>
                  <a:gd name="T56" fmla="*/ 46 w 56"/>
                  <a:gd name="T57" fmla="*/ 4 h 28"/>
                  <a:gd name="T58" fmla="*/ 46 w 56"/>
                  <a:gd name="T59" fmla="*/ 4 h 28"/>
                  <a:gd name="T60" fmla="*/ 52 w 56"/>
                  <a:gd name="T61" fmla="*/ 4 h 28"/>
                  <a:gd name="T62" fmla="*/ 56 w 56"/>
                  <a:gd name="T63" fmla="*/ 0 h 28"/>
                  <a:gd name="T64" fmla="*/ 56 w 56"/>
                  <a:gd name="T65" fmla="*/ 0 h 28"/>
                  <a:gd name="T66" fmla="*/ 56 w 56"/>
                  <a:gd name="T67" fmla="*/ 0 h 28"/>
                  <a:gd name="T68" fmla="*/ 52 w 56"/>
                  <a:gd name="T69" fmla="*/ 4 h 28"/>
                  <a:gd name="T70" fmla="*/ 48 w 56"/>
                  <a:gd name="T71" fmla="*/ 8 h 28"/>
                  <a:gd name="T72" fmla="*/ 48 w 56"/>
                  <a:gd name="T73" fmla="*/ 8 h 28"/>
                  <a:gd name="T74" fmla="*/ 52 w 56"/>
                  <a:gd name="T75" fmla="*/ 8 h 28"/>
                  <a:gd name="T76" fmla="*/ 52 w 56"/>
                  <a:gd name="T77" fmla="*/ 8 h 28"/>
                  <a:gd name="T78" fmla="*/ 52 w 56"/>
                  <a:gd name="T79" fmla="*/ 8 h 28"/>
                  <a:gd name="T80" fmla="*/ 52 w 56"/>
                  <a:gd name="T81" fmla="*/ 12 h 28"/>
                  <a:gd name="T82" fmla="*/ 52 w 56"/>
                  <a:gd name="T83" fmla="*/ 20 h 28"/>
                  <a:gd name="T84" fmla="*/ 48 w 56"/>
                  <a:gd name="T85" fmla="*/ 20 h 28"/>
                  <a:gd name="T86" fmla="*/ 48 w 56"/>
                  <a:gd name="T87" fmla="*/ 20 h 28"/>
                  <a:gd name="T88" fmla="*/ 46 w 56"/>
                  <a:gd name="T89" fmla="*/ 24 h 28"/>
                  <a:gd name="T90" fmla="*/ 38 w 56"/>
                  <a:gd name="T91" fmla="*/ 24 h 28"/>
                  <a:gd name="T92" fmla="*/ 34 w 56"/>
                  <a:gd name="T93" fmla="*/ 24 h 28"/>
                  <a:gd name="T94" fmla="*/ 30 w 56"/>
                  <a:gd name="T95" fmla="*/ 24 h 28"/>
                  <a:gd name="T96" fmla="*/ 26 w 56"/>
                  <a:gd name="T97" fmla="*/ 24 h 28"/>
                  <a:gd name="T98" fmla="*/ 20 w 56"/>
                  <a:gd name="T99" fmla="*/ 24 h 28"/>
                  <a:gd name="T100" fmla="*/ 12 w 56"/>
                  <a:gd name="T101" fmla="*/ 24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6" h="28">
                    <a:moveTo>
                      <a:pt x="12" y="24"/>
                    </a:moveTo>
                    <a:lnTo>
                      <a:pt x="12" y="24"/>
                    </a:lnTo>
                    <a:lnTo>
                      <a:pt x="12" y="24"/>
                    </a:lnTo>
                    <a:lnTo>
                      <a:pt x="12" y="24"/>
                    </a:lnTo>
                    <a:lnTo>
                      <a:pt x="8" y="28"/>
                    </a:lnTo>
                    <a:lnTo>
                      <a:pt x="8" y="28"/>
                    </a:lnTo>
                    <a:lnTo>
                      <a:pt x="8" y="28"/>
                    </a:lnTo>
                    <a:lnTo>
                      <a:pt x="4" y="28"/>
                    </a:lnTo>
                    <a:lnTo>
                      <a:pt x="4" y="28"/>
                    </a:lnTo>
                    <a:lnTo>
                      <a:pt x="4" y="24"/>
                    </a:lnTo>
                    <a:lnTo>
                      <a:pt x="0" y="24"/>
                    </a:lnTo>
                    <a:lnTo>
                      <a:pt x="0" y="24"/>
                    </a:lnTo>
                    <a:lnTo>
                      <a:pt x="0" y="24"/>
                    </a:lnTo>
                    <a:lnTo>
                      <a:pt x="0" y="24"/>
                    </a:lnTo>
                    <a:lnTo>
                      <a:pt x="0" y="24"/>
                    </a:lnTo>
                    <a:lnTo>
                      <a:pt x="0" y="24"/>
                    </a:lnTo>
                    <a:lnTo>
                      <a:pt x="0" y="24"/>
                    </a:lnTo>
                    <a:lnTo>
                      <a:pt x="0" y="24"/>
                    </a:lnTo>
                    <a:lnTo>
                      <a:pt x="4" y="20"/>
                    </a:lnTo>
                    <a:lnTo>
                      <a:pt x="4" y="20"/>
                    </a:lnTo>
                    <a:lnTo>
                      <a:pt x="4" y="20"/>
                    </a:lnTo>
                    <a:lnTo>
                      <a:pt x="4" y="20"/>
                    </a:lnTo>
                    <a:lnTo>
                      <a:pt x="4" y="20"/>
                    </a:lnTo>
                    <a:lnTo>
                      <a:pt x="4" y="20"/>
                    </a:lnTo>
                    <a:lnTo>
                      <a:pt x="4" y="20"/>
                    </a:lnTo>
                    <a:lnTo>
                      <a:pt x="4" y="20"/>
                    </a:lnTo>
                    <a:lnTo>
                      <a:pt x="4" y="16"/>
                    </a:lnTo>
                    <a:lnTo>
                      <a:pt x="4" y="16"/>
                    </a:lnTo>
                    <a:lnTo>
                      <a:pt x="8" y="16"/>
                    </a:lnTo>
                    <a:lnTo>
                      <a:pt x="8" y="16"/>
                    </a:lnTo>
                    <a:lnTo>
                      <a:pt x="8" y="16"/>
                    </a:lnTo>
                    <a:lnTo>
                      <a:pt x="8" y="16"/>
                    </a:lnTo>
                    <a:lnTo>
                      <a:pt x="8" y="16"/>
                    </a:lnTo>
                    <a:lnTo>
                      <a:pt x="12" y="16"/>
                    </a:lnTo>
                    <a:lnTo>
                      <a:pt x="12" y="12"/>
                    </a:lnTo>
                    <a:lnTo>
                      <a:pt x="12" y="12"/>
                    </a:lnTo>
                    <a:lnTo>
                      <a:pt x="16" y="12"/>
                    </a:lnTo>
                    <a:lnTo>
                      <a:pt x="20" y="12"/>
                    </a:lnTo>
                    <a:lnTo>
                      <a:pt x="24" y="12"/>
                    </a:lnTo>
                    <a:lnTo>
                      <a:pt x="24" y="12"/>
                    </a:lnTo>
                    <a:lnTo>
                      <a:pt x="24" y="12"/>
                    </a:lnTo>
                    <a:lnTo>
                      <a:pt x="26" y="12"/>
                    </a:lnTo>
                    <a:lnTo>
                      <a:pt x="26" y="12"/>
                    </a:lnTo>
                    <a:lnTo>
                      <a:pt x="30" y="8"/>
                    </a:lnTo>
                    <a:lnTo>
                      <a:pt x="30" y="8"/>
                    </a:lnTo>
                    <a:lnTo>
                      <a:pt x="34" y="8"/>
                    </a:lnTo>
                    <a:lnTo>
                      <a:pt x="34" y="8"/>
                    </a:lnTo>
                    <a:lnTo>
                      <a:pt x="34" y="8"/>
                    </a:lnTo>
                    <a:lnTo>
                      <a:pt x="34" y="8"/>
                    </a:lnTo>
                    <a:lnTo>
                      <a:pt x="34" y="8"/>
                    </a:lnTo>
                    <a:lnTo>
                      <a:pt x="34" y="8"/>
                    </a:lnTo>
                    <a:lnTo>
                      <a:pt x="34" y="8"/>
                    </a:lnTo>
                    <a:lnTo>
                      <a:pt x="34" y="8"/>
                    </a:lnTo>
                    <a:lnTo>
                      <a:pt x="34" y="12"/>
                    </a:lnTo>
                    <a:lnTo>
                      <a:pt x="34" y="12"/>
                    </a:lnTo>
                    <a:lnTo>
                      <a:pt x="34" y="12"/>
                    </a:lnTo>
                    <a:lnTo>
                      <a:pt x="34" y="12"/>
                    </a:lnTo>
                    <a:lnTo>
                      <a:pt x="34" y="12"/>
                    </a:lnTo>
                    <a:lnTo>
                      <a:pt x="34" y="12"/>
                    </a:lnTo>
                    <a:lnTo>
                      <a:pt x="38" y="12"/>
                    </a:lnTo>
                    <a:lnTo>
                      <a:pt x="38" y="12"/>
                    </a:lnTo>
                    <a:lnTo>
                      <a:pt x="38" y="12"/>
                    </a:lnTo>
                    <a:lnTo>
                      <a:pt x="38" y="12"/>
                    </a:lnTo>
                    <a:lnTo>
                      <a:pt x="38" y="12"/>
                    </a:lnTo>
                    <a:lnTo>
                      <a:pt x="38" y="12"/>
                    </a:lnTo>
                    <a:lnTo>
                      <a:pt x="38" y="12"/>
                    </a:lnTo>
                    <a:lnTo>
                      <a:pt x="38" y="12"/>
                    </a:lnTo>
                    <a:lnTo>
                      <a:pt x="38" y="12"/>
                    </a:lnTo>
                    <a:lnTo>
                      <a:pt x="38"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12"/>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38" y="8"/>
                    </a:lnTo>
                    <a:lnTo>
                      <a:pt x="38" y="8"/>
                    </a:lnTo>
                    <a:lnTo>
                      <a:pt x="42" y="8"/>
                    </a:lnTo>
                    <a:lnTo>
                      <a:pt x="42" y="4"/>
                    </a:lnTo>
                    <a:lnTo>
                      <a:pt x="42" y="4"/>
                    </a:lnTo>
                    <a:lnTo>
                      <a:pt x="42" y="4"/>
                    </a:lnTo>
                    <a:lnTo>
                      <a:pt x="38" y="8"/>
                    </a:lnTo>
                    <a:lnTo>
                      <a:pt x="38" y="8"/>
                    </a:lnTo>
                    <a:lnTo>
                      <a:pt x="38" y="8"/>
                    </a:lnTo>
                    <a:lnTo>
                      <a:pt x="34" y="8"/>
                    </a:lnTo>
                    <a:lnTo>
                      <a:pt x="34" y="8"/>
                    </a:lnTo>
                    <a:lnTo>
                      <a:pt x="34" y="8"/>
                    </a:lnTo>
                    <a:lnTo>
                      <a:pt x="34" y="8"/>
                    </a:lnTo>
                    <a:lnTo>
                      <a:pt x="34" y="8"/>
                    </a:lnTo>
                    <a:lnTo>
                      <a:pt x="38" y="4"/>
                    </a:lnTo>
                    <a:lnTo>
                      <a:pt x="38" y="4"/>
                    </a:lnTo>
                    <a:lnTo>
                      <a:pt x="42" y="4"/>
                    </a:lnTo>
                    <a:lnTo>
                      <a:pt x="42" y="4"/>
                    </a:lnTo>
                    <a:lnTo>
                      <a:pt x="42" y="4"/>
                    </a:lnTo>
                    <a:lnTo>
                      <a:pt x="42" y="4"/>
                    </a:lnTo>
                    <a:lnTo>
                      <a:pt x="42" y="4"/>
                    </a:lnTo>
                    <a:lnTo>
                      <a:pt x="42" y="4"/>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2" y="8"/>
                    </a:lnTo>
                    <a:lnTo>
                      <a:pt x="46" y="4"/>
                    </a:lnTo>
                    <a:lnTo>
                      <a:pt x="46" y="4"/>
                    </a:lnTo>
                    <a:lnTo>
                      <a:pt x="46" y="4"/>
                    </a:lnTo>
                    <a:lnTo>
                      <a:pt x="46" y="4"/>
                    </a:lnTo>
                    <a:lnTo>
                      <a:pt x="46" y="4"/>
                    </a:lnTo>
                    <a:lnTo>
                      <a:pt x="46" y="4"/>
                    </a:lnTo>
                    <a:lnTo>
                      <a:pt x="48" y="4"/>
                    </a:lnTo>
                    <a:lnTo>
                      <a:pt x="48" y="4"/>
                    </a:lnTo>
                    <a:lnTo>
                      <a:pt x="48" y="4"/>
                    </a:lnTo>
                    <a:lnTo>
                      <a:pt x="48" y="4"/>
                    </a:lnTo>
                    <a:lnTo>
                      <a:pt x="52" y="4"/>
                    </a:lnTo>
                    <a:lnTo>
                      <a:pt x="52"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0"/>
                    </a:lnTo>
                    <a:lnTo>
                      <a:pt x="56" y="4"/>
                    </a:lnTo>
                    <a:lnTo>
                      <a:pt x="52" y="4"/>
                    </a:lnTo>
                    <a:lnTo>
                      <a:pt x="52" y="4"/>
                    </a:lnTo>
                    <a:lnTo>
                      <a:pt x="52" y="4"/>
                    </a:lnTo>
                    <a:lnTo>
                      <a:pt x="52" y="4"/>
                    </a:lnTo>
                    <a:lnTo>
                      <a:pt x="52" y="4"/>
                    </a:lnTo>
                    <a:lnTo>
                      <a:pt x="48" y="8"/>
                    </a:lnTo>
                    <a:lnTo>
                      <a:pt x="48" y="8"/>
                    </a:lnTo>
                    <a:lnTo>
                      <a:pt x="48" y="8"/>
                    </a:lnTo>
                    <a:lnTo>
                      <a:pt x="48" y="8"/>
                    </a:lnTo>
                    <a:lnTo>
                      <a:pt x="48" y="8"/>
                    </a:lnTo>
                    <a:lnTo>
                      <a:pt x="48" y="8"/>
                    </a:lnTo>
                    <a:lnTo>
                      <a:pt x="48" y="8"/>
                    </a:lnTo>
                    <a:lnTo>
                      <a:pt x="52" y="8"/>
                    </a:lnTo>
                    <a:lnTo>
                      <a:pt x="52" y="8"/>
                    </a:lnTo>
                    <a:lnTo>
                      <a:pt x="52" y="8"/>
                    </a:lnTo>
                    <a:lnTo>
                      <a:pt x="52" y="8"/>
                    </a:lnTo>
                    <a:lnTo>
                      <a:pt x="52" y="8"/>
                    </a:lnTo>
                    <a:lnTo>
                      <a:pt x="52" y="8"/>
                    </a:lnTo>
                    <a:lnTo>
                      <a:pt x="52" y="8"/>
                    </a:lnTo>
                    <a:lnTo>
                      <a:pt x="52" y="8"/>
                    </a:lnTo>
                    <a:lnTo>
                      <a:pt x="52" y="8"/>
                    </a:lnTo>
                    <a:lnTo>
                      <a:pt x="52" y="8"/>
                    </a:lnTo>
                    <a:lnTo>
                      <a:pt x="52" y="12"/>
                    </a:lnTo>
                    <a:lnTo>
                      <a:pt x="52" y="12"/>
                    </a:lnTo>
                    <a:lnTo>
                      <a:pt x="52" y="12"/>
                    </a:lnTo>
                    <a:lnTo>
                      <a:pt x="52" y="12"/>
                    </a:lnTo>
                    <a:lnTo>
                      <a:pt x="52" y="8"/>
                    </a:lnTo>
                    <a:lnTo>
                      <a:pt x="52" y="8"/>
                    </a:lnTo>
                    <a:lnTo>
                      <a:pt x="52" y="12"/>
                    </a:lnTo>
                    <a:lnTo>
                      <a:pt x="52" y="12"/>
                    </a:lnTo>
                    <a:lnTo>
                      <a:pt x="52" y="12"/>
                    </a:lnTo>
                    <a:lnTo>
                      <a:pt x="52" y="12"/>
                    </a:lnTo>
                    <a:lnTo>
                      <a:pt x="52" y="12"/>
                    </a:lnTo>
                    <a:lnTo>
                      <a:pt x="52" y="12"/>
                    </a:lnTo>
                    <a:lnTo>
                      <a:pt x="52" y="12"/>
                    </a:lnTo>
                    <a:lnTo>
                      <a:pt x="52" y="16"/>
                    </a:lnTo>
                    <a:lnTo>
                      <a:pt x="52" y="20"/>
                    </a:lnTo>
                    <a:lnTo>
                      <a:pt x="52" y="20"/>
                    </a:lnTo>
                    <a:lnTo>
                      <a:pt x="52" y="20"/>
                    </a:lnTo>
                    <a:lnTo>
                      <a:pt x="52" y="20"/>
                    </a:lnTo>
                    <a:lnTo>
                      <a:pt x="48" y="20"/>
                    </a:lnTo>
                    <a:lnTo>
                      <a:pt x="48" y="20"/>
                    </a:lnTo>
                    <a:lnTo>
                      <a:pt x="48" y="20"/>
                    </a:lnTo>
                    <a:lnTo>
                      <a:pt x="48" y="20"/>
                    </a:lnTo>
                    <a:lnTo>
                      <a:pt x="48" y="20"/>
                    </a:lnTo>
                    <a:lnTo>
                      <a:pt x="48" y="20"/>
                    </a:lnTo>
                    <a:lnTo>
                      <a:pt x="48" y="20"/>
                    </a:lnTo>
                    <a:lnTo>
                      <a:pt x="48" y="20"/>
                    </a:lnTo>
                    <a:lnTo>
                      <a:pt x="46" y="20"/>
                    </a:lnTo>
                    <a:lnTo>
                      <a:pt x="46" y="20"/>
                    </a:lnTo>
                    <a:lnTo>
                      <a:pt x="46" y="24"/>
                    </a:lnTo>
                    <a:lnTo>
                      <a:pt x="46" y="24"/>
                    </a:lnTo>
                    <a:lnTo>
                      <a:pt x="46" y="24"/>
                    </a:lnTo>
                    <a:lnTo>
                      <a:pt x="42" y="24"/>
                    </a:lnTo>
                    <a:lnTo>
                      <a:pt x="42" y="24"/>
                    </a:lnTo>
                    <a:lnTo>
                      <a:pt x="38" y="24"/>
                    </a:lnTo>
                    <a:lnTo>
                      <a:pt x="38" y="24"/>
                    </a:lnTo>
                    <a:lnTo>
                      <a:pt x="38" y="24"/>
                    </a:lnTo>
                    <a:lnTo>
                      <a:pt x="34" y="24"/>
                    </a:lnTo>
                    <a:lnTo>
                      <a:pt x="34" y="24"/>
                    </a:lnTo>
                    <a:lnTo>
                      <a:pt x="34" y="24"/>
                    </a:lnTo>
                    <a:lnTo>
                      <a:pt x="34" y="24"/>
                    </a:lnTo>
                    <a:lnTo>
                      <a:pt x="34" y="24"/>
                    </a:lnTo>
                    <a:lnTo>
                      <a:pt x="34" y="24"/>
                    </a:lnTo>
                    <a:lnTo>
                      <a:pt x="30" y="24"/>
                    </a:lnTo>
                    <a:lnTo>
                      <a:pt x="30" y="24"/>
                    </a:lnTo>
                    <a:lnTo>
                      <a:pt x="30" y="24"/>
                    </a:lnTo>
                    <a:lnTo>
                      <a:pt x="30" y="24"/>
                    </a:lnTo>
                    <a:lnTo>
                      <a:pt x="30" y="24"/>
                    </a:lnTo>
                    <a:lnTo>
                      <a:pt x="30" y="24"/>
                    </a:lnTo>
                    <a:lnTo>
                      <a:pt x="30" y="24"/>
                    </a:lnTo>
                    <a:lnTo>
                      <a:pt x="26" y="24"/>
                    </a:lnTo>
                    <a:lnTo>
                      <a:pt x="26" y="24"/>
                    </a:lnTo>
                    <a:lnTo>
                      <a:pt x="24" y="24"/>
                    </a:lnTo>
                    <a:lnTo>
                      <a:pt x="20" y="24"/>
                    </a:lnTo>
                    <a:lnTo>
                      <a:pt x="20" y="24"/>
                    </a:lnTo>
                    <a:lnTo>
                      <a:pt x="20" y="24"/>
                    </a:lnTo>
                    <a:lnTo>
                      <a:pt x="16" y="24"/>
                    </a:lnTo>
                    <a:lnTo>
                      <a:pt x="16" y="24"/>
                    </a:lnTo>
                    <a:lnTo>
                      <a:pt x="12" y="24"/>
                    </a:lnTo>
                    <a:lnTo>
                      <a:pt x="12" y="24"/>
                    </a:lnTo>
                    <a:lnTo>
                      <a:pt x="12" y="24"/>
                    </a:lnTo>
                    <a:lnTo>
                      <a:pt x="12"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0" name="Freeform 225"/>
              <p:cNvSpPr>
                <a:spLocks noEditPoints="1"/>
              </p:cNvSpPr>
              <p:nvPr/>
            </p:nvSpPr>
            <p:spPr bwMode="gray">
              <a:xfrm>
                <a:off x="2712829" y="3058726"/>
                <a:ext cx="128706" cy="125227"/>
              </a:xfrm>
              <a:custGeom>
                <a:avLst/>
                <a:gdLst>
                  <a:gd name="T0" fmla="*/ 34 w 74"/>
                  <a:gd name="T1" fmla="*/ 64 h 72"/>
                  <a:gd name="T2" fmla="*/ 30 w 74"/>
                  <a:gd name="T3" fmla="*/ 56 h 72"/>
                  <a:gd name="T4" fmla="*/ 26 w 74"/>
                  <a:gd name="T5" fmla="*/ 48 h 72"/>
                  <a:gd name="T6" fmla="*/ 18 w 74"/>
                  <a:gd name="T7" fmla="*/ 56 h 72"/>
                  <a:gd name="T8" fmla="*/ 10 w 74"/>
                  <a:gd name="T9" fmla="*/ 56 h 72"/>
                  <a:gd name="T10" fmla="*/ 14 w 74"/>
                  <a:gd name="T11" fmla="*/ 48 h 72"/>
                  <a:gd name="T12" fmla="*/ 22 w 74"/>
                  <a:gd name="T13" fmla="*/ 46 h 72"/>
                  <a:gd name="T14" fmla="*/ 22 w 74"/>
                  <a:gd name="T15" fmla="*/ 34 h 72"/>
                  <a:gd name="T16" fmla="*/ 22 w 74"/>
                  <a:gd name="T17" fmla="*/ 26 h 72"/>
                  <a:gd name="T18" fmla="*/ 18 w 74"/>
                  <a:gd name="T19" fmla="*/ 22 h 72"/>
                  <a:gd name="T20" fmla="*/ 10 w 74"/>
                  <a:gd name="T21" fmla="*/ 18 h 72"/>
                  <a:gd name="T22" fmla="*/ 8 w 74"/>
                  <a:gd name="T23" fmla="*/ 18 h 72"/>
                  <a:gd name="T24" fmla="*/ 0 w 74"/>
                  <a:gd name="T25" fmla="*/ 16 h 72"/>
                  <a:gd name="T26" fmla="*/ 4 w 74"/>
                  <a:gd name="T27" fmla="*/ 12 h 72"/>
                  <a:gd name="T28" fmla="*/ 14 w 74"/>
                  <a:gd name="T29" fmla="*/ 12 h 72"/>
                  <a:gd name="T30" fmla="*/ 10 w 74"/>
                  <a:gd name="T31" fmla="*/ 8 h 72"/>
                  <a:gd name="T32" fmla="*/ 8 w 74"/>
                  <a:gd name="T33" fmla="*/ 0 h 72"/>
                  <a:gd name="T34" fmla="*/ 10 w 74"/>
                  <a:gd name="T35" fmla="*/ 0 h 72"/>
                  <a:gd name="T36" fmla="*/ 18 w 74"/>
                  <a:gd name="T37" fmla="*/ 4 h 72"/>
                  <a:gd name="T38" fmla="*/ 30 w 74"/>
                  <a:gd name="T39" fmla="*/ 8 h 72"/>
                  <a:gd name="T40" fmla="*/ 34 w 74"/>
                  <a:gd name="T41" fmla="*/ 8 h 72"/>
                  <a:gd name="T42" fmla="*/ 44 w 74"/>
                  <a:gd name="T43" fmla="*/ 8 h 72"/>
                  <a:gd name="T44" fmla="*/ 44 w 74"/>
                  <a:gd name="T45" fmla="*/ 12 h 72"/>
                  <a:gd name="T46" fmla="*/ 56 w 74"/>
                  <a:gd name="T47" fmla="*/ 12 h 72"/>
                  <a:gd name="T48" fmla="*/ 60 w 74"/>
                  <a:gd name="T49" fmla="*/ 18 h 72"/>
                  <a:gd name="T50" fmla="*/ 68 w 74"/>
                  <a:gd name="T51" fmla="*/ 22 h 72"/>
                  <a:gd name="T52" fmla="*/ 70 w 74"/>
                  <a:gd name="T53" fmla="*/ 30 h 72"/>
                  <a:gd name="T54" fmla="*/ 70 w 74"/>
                  <a:gd name="T55" fmla="*/ 34 h 72"/>
                  <a:gd name="T56" fmla="*/ 68 w 74"/>
                  <a:gd name="T57" fmla="*/ 42 h 72"/>
                  <a:gd name="T58" fmla="*/ 60 w 74"/>
                  <a:gd name="T59" fmla="*/ 38 h 72"/>
                  <a:gd name="T60" fmla="*/ 56 w 74"/>
                  <a:gd name="T61" fmla="*/ 30 h 72"/>
                  <a:gd name="T62" fmla="*/ 44 w 74"/>
                  <a:gd name="T63" fmla="*/ 26 h 72"/>
                  <a:gd name="T64" fmla="*/ 52 w 74"/>
                  <a:gd name="T65" fmla="*/ 38 h 72"/>
                  <a:gd name="T66" fmla="*/ 44 w 74"/>
                  <a:gd name="T67" fmla="*/ 48 h 72"/>
                  <a:gd name="T68" fmla="*/ 44 w 74"/>
                  <a:gd name="T69" fmla="*/ 60 h 72"/>
                  <a:gd name="T70" fmla="*/ 40 w 74"/>
                  <a:gd name="T71" fmla="*/ 68 h 72"/>
                  <a:gd name="T72" fmla="*/ 34 w 74"/>
                  <a:gd name="T73" fmla="*/ 72 h 72"/>
                  <a:gd name="T74" fmla="*/ 22 w 74"/>
                  <a:gd name="T75" fmla="*/ 12 h 72"/>
                  <a:gd name="T76" fmla="*/ 30 w 74"/>
                  <a:gd name="T77" fmla="*/ 16 h 72"/>
                  <a:gd name="T78" fmla="*/ 38 w 74"/>
                  <a:gd name="T79" fmla="*/ 18 h 72"/>
                  <a:gd name="T80" fmla="*/ 44 w 74"/>
                  <a:gd name="T81" fmla="*/ 16 h 72"/>
                  <a:gd name="T82" fmla="*/ 44 w 74"/>
                  <a:gd name="T83" fmla="*/ 16 h 72"/>
                  <a:gd name="T84" fmla="*/ 38 w 74"/>
                  <a:gd name="T85" fmla="*/ 12 h 72"/>
                  <a:gd name="T86" fmla="*/ 30 w 74"/>
                  <a:gd name="T87" fmla="*/ 12 h 72"/>
                  <a:gd name="T88" fmla="*/ 26 w 74"/>
                  <a:gd name="T89" fmla="*/ 1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4" h="72">
                    <a:moveTo>
                      <a:pt x="34" y="72"/>
                    </a:moveTo>
                    <a:lnTo>
                      <a:pt x="34" y="68"/>
                    </a:lnTo>
                    <a:lnTo>
                      <a:pt x="34" y="64"/>
                    </a:lnTo>
                    <a:lnTo>
                      <a:pt x="34" y="60"/>
                    </a:lnTo>
                    <a:lnTo>
                      <a:pt x="34" y="56"/>
                    </a:lnTo>
                    <a:lnTo>
                      <a:pt x="30" y="56"/>
                    </a:lnTo>
                    <a:lnTo>
                      <a:pt x="30" y="52"/>
                    </a:lnTo>
                    <a:lnTo>
                      <a:pt x="30" y="48"/>
                    </a:lnTo>
                    <a:lnTo>
                      <a:pt x="26" y="48"/>
                    </a:lnTo>
                    <a:lnTo>
                      <a:pt x="22" y="48"/>
                    </a:lnTo>
                    <a:lnTo>
                      <a:pt x="22" y="52"/>
                    </a:lnTo>
                    <a:lnTo>
                      <a:pt x="18" y="56"/>
                    </a:lnTo>
                    <a:lnTo>
                      <a:pt x="14" y="60"/>
                    </a:lnTo>
                    <a:lnTo>
                      <a:pt x="14" y="56"/>
                    </a:lnTo>
                    <a:lnTo>
                      <a:pt x="10" y="56"/>
                    </a:lnTo>
                    <a:lnTo>
                      <a:pt x="10" y="52"/>
                    </a:lnTo>
                    <a:lnTo>
                      <a:pt x="14" y="52"/>
                    </a:lnTo>
                    <a:lnTo>
                      <a:pt x="14" y="48"/>
                    </a:lnTo>
                    <a:lnTo>
                      <a:pt x="18" y="48"/>
                    </a:lnTo>
                    <a:lnTo>
                      <a:pt x="18" y="46"/>
                    </a:lnTo>
                    <a:lnTo>
                      <a:pt x="22" y="46"/>
                    </a:lnTo>
                    <a:lnTo>
                      <a:pt x="22" y="42"/>
                    </a:lnTo>
                    <a:lnTo>
                      <a:pt x="22" y="38"/>
                    </a:lnTo>
                    <a:lnTo>
                      <a:pt x="22" y="34"/>
                    </a:lnTo>
                    <a:lnTo>
                      <a:pt x="18" y="30"/>
                    </a:lnTo>
                    <a:lnTo>
                      <a:pt x="22" y="30"/>
                    </a:lnTo>
                    <a:lnTo>
                      <a:pt x="22" y="26"/>
                    </a:lnTo>
                    <a:lnTo>
                      <a:pt x="18" y="26"/>
                    </a:lnTo>
                    <a:lnTo>
                      <a:pt x="22" y="26"/>
                    </a:lnTo>
                    <a:lnTo>
                      <a:pt x="18" y="22"/>
                    </a:lnTo>
                    <a:lnTo>
                      <a:pt x="14" y="22"/>
                    </a:lnTo>
                    <a:lnTo>
                      <a:pt x="14" y="18"/>
                    </a:lnTo>
                    <a:lnTo>
                      <a:pt x="10" y="18"/>
                    </a:lnTo>
                    <a:lnTo>
                      <a:pt x="8" y="18"/>
                    </a:lnTo>
                    <a:lnTo>
                      <a:pt x="8" y="16"/>
                    </a:lnTo>
                    <a:lnTo>
                      <a:pt x="8" y="18"/>
                    </a:lnTo>
                    <a:lnTo>
                      <a:pt x="4" y="18"/>
                    </a:lnTo>
                    <a:lnTo>
                      <a:pt x="4" y="16"/>
                    </a:lnTo>
                    <a:lnTo>
                      <a:pt x="0" y="16"/>
                    </a:lnTo>
                    <a:lnTo>
                      <a:pt x="0" y="12"/>
                    </a:lnTo>
                    <a:lnTo>
                      <a:pt x="4" y="8"/>
                    </a:lnTo>
                    <a:lnTo>
                      <a:pt x="4" y="12"/>
                    </a:lnTo>
                    <a:lnTo>
                      <a:pt x="8" y="12"/>
                    </a:lnTo>
                    <a:lnTo>
                      <a:pt x="10" y="12"/>
                    </a:lnTo>
                    <a:lnTo>
                      <a:pt x="14" y="12"/>
                    </a:lnTo>
                    <a:lnTo>
                      <a:pt x="10" y="8"/>
                    </a:lnTo>
                    <a:lnTo>
                      <a:pt x="10" y="12"/>
                    </a:lnTo>
                    <a:lnTo>
                      <a:pt x="10" y="8"/>
                    </a:lnTo>
                    <a:lnTo>
                      <a:pt x="10" y="4"/>
                    </a:lnTo>
                    <a:lnTo>
                      <a:pt x="8" y="4"/>
                    </a:lnTo>
                    <a:lnTo>
                      <a:pt x="8" y="0"/>
                    </a:lnTo>
                    <a:lnTo>
                      <a:pt x="4" y="0"/>
                    </a:lnTo>
                    <a:lnTo>
                      <a:pt x="8" y="0"/>
                    </a:lnTo>
                    <a:lnTo>
                      <a:pt x="10" y="0"/>
                    </a:lnTo>
                    <a:lnTo>
                      <a:pt x="10" y="4"/>
                    </a:lnTo>
                    <a:lnTo>
                      <a:pt x="14" y="4"/>
                    </a:lnTo>
                    <a:lnTo>
                      <a:pt x="18" y="4"/>
                    </a:lnTo>
                    <a:lnTo>
                      <a:pt x="22" y="8"/>
                    </a:lnTo>
                    <a:lnTo>
                      <a:pt x="26" y="8"/>
                    </a:lnTo>
                    <a:lnTo>
                      <a:pt x="30" y="8"/>
                    </a:lnTo>
                    <a:lnTo>
                      <a:pt x="34" y="8"/>
                    </a:lnTo>
                    <a:lnTo>
                      <a:pt x="38" y="8"/>
                    </a:lnTo>
                    <a:lnTo>
                      <a:pt x="34" y="8"/>
                    </a:lnTo>
                    <a:lnTo>
                      <a:pt x="38" y="8"/>
                    </a:lnTo>
                    <a:lnTo>
                      <a:pt x="40" y="8"/>
                    </a:lnTo>
                    <a:lnTo>
                      <a:pt x="44" y="8"/>
                    </a:lnTo>
                    <a:lnTo>
                      <a:pt x="48" y="8"/>
                    </a:lnTo>
                    <a:lnTo>
                      <a:pt x="48" y="12"/>
                    </a:lnTo>
                    <a:lnTo>
                      <a:pt x="44" y="12"/>
                    </a:lnTo>
                    <a:lnTo>
                      <a:pt x="48" y="12"/>
                    </a:lnTo>
                    <a:lnTo>
                      <a:pt x="52" y="12"/>
                    </a:lnTo>
                    <a:lnTo>
                      <a:pt x="56" y="12"/>
                    </a:lnTo>
                    <a:lnTo>
                      <a:pt x="60" y="12"/>
                    </a:lnTo>
                    <a:lnTo>
                      <a:pt x="60" y="16"/>
                    </a:lnTo>
                    <a:lnTo>
                      <a:pt x="60" y="18"/>
                    </a:lnTo>
                    <a:lnTo>
                      <a:pt x="64" y="18"/>
                    </a:lnTo>
                    <a:lnTo>
                      <a:pt x="64" y="22"/>
                    </a:lnTo>
                    <a:lnTo>
                      <a:pt x="68" y="22"/>
                    </a:lnTo>
                    <a:lnTo>
                      <a:pt x="68" y="26"/>
                    </a:lnTo>
                    <a:lnTo>
                      <a:pt x="68" y="30"/>
                    </a:lnTo>
                    <a:lnTo>
                      <a:pt x="70" y="30"/>
                    </a:lnTo>
                    <a:lnTo>
                      <a:pt x="70" y="34"/>
                    </a:lnTo>
                    <a:lnTo>
                      <a:pt x="74" y="34"/>
                    </a:lnTo>
                    <a:lnTo>
                      <a:pt x="70" y="34"/>
                    </a:lnTo>
                    <a:lnTo>
                      <a:pt x="68" y="34"/>
                    </a:lnTo>
                    <a:lnTo>
                      <a:pt x="68" y="38"/>
                    </a:lnTo>
                    <a:lnTo>
                      <a:pt x="68" y="42"/>
                    </a:lnTo>
                    <a:lnTo>
                      <a:pt x="64" y="42"/>
                    </a:lnTo>
                    <a:lnTo>
                      <a:pt x="64" y="38"/>
                    </a:lnTo>
                    <a:lnTo>
                      <a:pt x="60" y="38"/>
                    </a:lnTo>
                    <a:lnTo>
                      <a:pt x="56" y="38"/>
                    </a:lnTo>
                    <a:lnTo>
                      <a:pt x="56" y="34"/>
                    </a:lnTo>
                    <a:lnTo>
                      <a:pt x="56" y="30"/>
                    </a:lnTo>
                    <a:lnTo>
                      <a:pt x="52" y="30"/>
                    </a:lnTo>
                    <a:lnTo>
                      <a:pt x="48" y="26"/>
                    </a:lnTo>
                    <a:lnTo>
                      <a:pt x="44" y="26"/>
                    </a:lnTo>
                    <a:lnTo>
                      <a:pt x="48" y="30"/>
                    </a:lnTo>
                    <a:lnTo>
                      <a:pt x="52" y="34"/>
                    </a:lnTo>
                    <a:lnTo>
                      <a:pt x="52" y="38"/>
                    </a:lnTo>
                    <a:lnTo>
                      <a:pt x="48" y="42"/>
                    </a:lnTo>
                    <a:lnTo>
                      <a:pt x="44" y="46"/>
                    </a:lnTo>
                    <a:lnTo>
                      <a:pt x="44" y="48"/>
                    </a:lnTo>
                    <a:lnTo>
                      <a:pt x="44" y="52"/>
                    </a:lnTo>
                    <a:lnTo>
                      <a:pt x="44" y="56"/>
                    </a:lnTo>
                    <a:lnTo>
                      <a:pt x="44" y="60"/>
                    </a:lnTo>
                    <a:lnTo>
                      <a:pt x="44" y="64"/>
                    </a:lnTo>
                    <a:lnTo>
                      <a:pt x="40" y="64"/>
                    </a:lnTo>
                    <a:lnTo>
                      <a:pt x="40" y="68"/>
                    </a:lnTo>
                    <a:lnTo>
                      <a:pt x="38" y="68"/>
                    </a:lnTo>
                    <a:lnTo>
                      <a:pt x="34" y="72"/>
                    </a:lnTo>
                    <a:lnTo>
                      <a:pt x="34" y="72"/>
                    </a:lnTo>
                    <a:lnTo>
                      <a:pt x="34" y="72"/>
                    </a:lnTo>
                    <a:close/>
                    <a:moveTo>
                      <a:pt x="26" y="12"/>
                    </a:moveTo>
                    <a:lnTo>
                      <a:pt x="22" y="12"/>
                    </a:lnTo>
                    <a:lnTo>
                      <a:pt x="26" y="12"/>
                    </a:lnTo>
                    <a:lnTo>
                      <a:pt x="26" y="16"/>
                    </a:lnTo>
                    <a:lnTo>
                      <a:pt x="30" y="16"/>
                    </a:lnTo>
                    <a:lnTo>
                      <a:pt x="34" y="16"/>
                    </a:lnTo>
                    <a:lnTo>
                      <a:pt x="38" y="16"/>
                    </a:lnTo>
                    <a:lnTo>
                      <a:pt x="38" y="18"/>
                    </a:lnTo>
                    <a:lnTo>
                      <a:pt x="40" y="18"/>
                    </a:lnTo>
                    <a:lnTo>
                      <a:pt x="40" y="16"/>
                    </a:lnTo>
                    <a:lnTo>
                      <a:pt x="44" y="16"/>
                    </a:lnTo>
                    <a:lnTo>
                      <a:pt x="40" y="18"/>
                    </a:lnTo>
                    <a:lnTo>
                      <a:pt x="44" y="18"/>
                    </a:lnTo>
                    <a:lnTo>
                      <a:pt x="44" y="16"/>
                    </a:lnTo>
                    <a:lnTo>
                      <a:pt x="44" y="12"/>
                    </a:lnTo>
                    <a:lnTo>
                      <a:pt x="40" y="12"/>
                    </a:lnTo>
                    <a:lnTo>
                      <a:pt x="38" y="12"/>
                    </a:lnTo>
                    <a:lnTo>
                      <a:pt x="34" y="12"/>
                    </a:lnTo>
                    <a:lnTo>
                      <a:pt x="30" y="16"/>
                    </a:lnTo>
                    <a:lnTo>
                      <a:pt x="30" y="12"/>
                    </a:lnTo>
                    <a:lnTo>
                      <a:pt x="26" y="12"/>
                    </a:lnTo>
                    <a:lnTo>
                      <a:pt x="26" y="12"/>
                    </a:lnTo>
                    <a:lnTo>
                      <a:pt x="26"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1" name="Freeform 226"/>
              <p:cNvSpPr>
                <a:spLocks/>
              </p:cNvSpPr>
              <p:nvPr/>
            </p:nvSpPr>
            <p:spPr bwMode="gray">
              <a:xfrm>
                <a:off x="2744136" y="3183952"/>
                <a:ext cx="118270" cy="48699"/>
              </a:xfrm>
              <a:custGeom>
                <a:avLst/>
                <a:gdLst>
                  <a:gd name="T0" fmla="*/ 68 w 68"/>
                  <a:gd name="T1" fmla="*/ 0 h 28"/>
                  <a:gd name="T2" fmla="*/ 68 w 68"/>
                  <a:gd name="T3" fmla="*/ 2 h 28"/>
                  <a:gd name="T4" fmla="*/ 68 w 68"/>
                  <a:gd name="T5" fmla="*/ 2 h 28"/>
                  <a:gd name="T6" fmla="*/ 56 w 68"/>
                  <a:gd name="T7" fmla="*/ 10 h 28"/>
                  <a:gd name="T8" fmla="*/ 54 w 68"/>
                  <a:gd name="T9" fmla="*/ 14 h 28"/>
                  <a:gd name="T10" fmla="*/ 46 w 68"/>
                  <a:gd name="T11" fmla="*/ 16 h 28"/>
                  <a:gd name="T12" fmla="*/ 42 w 68"/>
                  <a:gd name="T13" fmla="*/ 16 h 28"/>
                  <a:gd name="T14" fmla="*/ 34 w 68"/>
                  <a:gd name="T15" fmla="*/ 20 h 28"/>
                  <a:gd name="T16" fmla="*/ 30 w 68"/>
                  <a:gd name="T17" fmla="*/ 24 h 28"/>
                  <a:gd name="T18" fmla="*/ 28 w 68"/>
                  <a:gd name="T19" fmla="*/ 28 h 28"/>
                  <a:gd name="T20" fmla="*/ 24 w 68"/>
                  <a:gd name="T21" fmla="*/ 28 h 28"/>
                  <a:gd name="T22" fmla="*/ 24 w 68"/>
                  <a:gd name="T23" fmla="*/ 28 h 28"/>
                  <a:gd name="T24" fmla="*/ 20 w 68"/>
                  <a:gd name="T25" fmla="*/ 28 h 28"/>
                  <a:gd name="T26" fmla="*/ 16 w 68"/>
                  <a:gd name="T27" fmla="*/ 28 h 28"/>
                  <a:gd name="T28" fmla="*/ 12 w 68"/>
                  <a:gd name="T29" fmla="*/ 28 h 28"/>
                  <a:gd name="T30" fmla="*/ 8 w 68"/>
                  <a:gd name="T31" fmla="*/ 28 h 28"/>
                  <a:gd name="T32" fmla="*/ 8 w 68"/>
                  <a:gd name="T33" fmla="*/ 28 h 28"/>
                  <a:gd name="T34" fmla="*/ 12 w 68"/>
                  <a:gd name="T35" fmla="*/ 28 h 28"/>
                  <a:gd name="T36" fmla="*/ 12 w 68"/>
                  <a:gd name="T37" fmla="*/ 28 h 28"/>
                  <a:gd name="T38" fmla="*/ 12 w 68"/>
                  <a:gd name="T39" fmla="*/ 24 h 28"/>
                  <a:gd name="T40" fmla="*/ 12 w 68"/>
                  <a:gd name="T41" fmla="*/ 24 h 28"/>
                  <a:gd name="T42" fmla="*/ 8 w 68"/>
                  <a:gd name="T43" fmla="*/ 24 h 28"/>
                  <a:gd name="T44" fmla="*/ 8 w 68"/>
                  <a:gd name="T45" fmla="*/ 24 h 28"/>
                  <a:gd name="T46" fmla="*/ 4 w 68"/>
                  <a:gd name="T47" fmla="*/ 24 h 28"/>
                  <a:gd name="T48" fmla="*/ 0 w 68"/>
                  <a:gd name="T49" fmla="*/ 20 h 28"/>
                  <a:gd name="T50" fmla="*/ 0 w 68"/>
                  <a:gd name="T51" fmla="*/ 20 h 28"/>
                  <a:gd name="T52" fmla="*/ 4 w 68"/>
                  <a:gd name="T53" fmla="*/ 16 h 28"/>
                  <a:gd name="T54" fmla="*/ 4 w 68"/>
                  <a:gd name="T55" fmla="*/ 14 h 28"/>
                  <a:gd name="T56" fmla="*/ 8 w 68"/>
                  <a:gd name="T57" fmla="*/ 10 h 28"/>
                  <a:gd name="T58" fmla="*/ 8 w 68"/>
                  <a:gd name="T59" fmla="*/ 10 h 28"/>
                  <a:gd name="T60" fmla="*/ 8 w 68"/>
                  <a:gd name="T61" fmla="*/ 16 h 28"/>
                  <a:gd name="T62" fmla="*/ 8 w 68"/>
                  <a:gd name="T63" fmla="*/ 16 h 28"/>
                  <a:gd name="T64" fmla="*/ 12 w 68"/>
                  <a:gd name="T65" fmla="*/ 16 h 28"/>
                  <a:gd name="T66" fmla="*/ 12 w 68"/>
                  <a:gd name="T67" fmla="*/ 16 h 28"/>
                  <a:gd name="T68" fmla="*/ 16 w 68"/>
                  <a:gd name="T69" fmla="*/ 16 h 28"/>
                  <a:gd name="T70" fmla="*/ 16 w 68"/>
                  <a:gd name="T71" fmla="*/ 16 h 28"/>
                  <a:gd name="T72" fmla="*/ 20 w 68"/>
                  <a:gd name="T73" fmla="*/ 14 h 28"/>
                  <a:gd name="T74" fmla="*/ 28 w 68"/>
                  <a:gd name="T75" fmla="*/ 10 h 28"/>
                  <a:gd name="T76" fmla="*/ 30 w 68"/>
                  <a:gd name="T77" fmla="*/ 6 h 28"/>
                  <a:gd name="T78" fmla="*/ 34 w 68"/>
                  <a:gd name="T79" fmla="*/ 2 h 28"/>
                  <a:gd name="T80" fmla="*/ 42 w 68"/>
                  <a:gd name="T81" fmla="*/ 6 h 28"/>
                  <a:gd name="T82" fmla="*/ 42 w 68"/>
                  <a:gd name="T83" fmla="*/ 6 h 28"/>
                  <a:gd name="T84" fmla="*/ 50 w 68"/>
                  <a:gd name="T85" fmla="*/ 6 h 28"/>
                  <a:gd name="T86" fmla="*/ 50 w 68"/>
                  <a:gd name="T87" fmla="*/ 6 h 28"/>
                  <a:gd name="T88" fmla="*/ 50 w 68"/>
                  <a:gd name="T89" fmla="*/ 6 h 28"/>
                  <a:gd name="T90" fmla="*/ 46 w 68"/>
                  <a:gd name="T91" fmla="*/ 6 h 28"/>
                  <a:gd name="T92" fmla="*/ 46 w 68"/>
                  <a:gd name="T93" fmla="*/ 6 h 28"/>
                  <a:gd name="T94" fmla="*/ 50 w 68"/>
                  <a:gd name="T95" fmla="*/ 2 h 28"/>
                  <a:gd name="T96" fmla="*/ 54 w 68"/>
                  <a:gd name="T97" fmla="*/ 2 h 28"/>
                  <a:gd name="T98" fmla="*/ 56 w 68"/>
                  <a:gd name="T99" fmla="*/ 0 h 28"/>
                  <a:gd name="T100" fmla="*/ 64 w 68"/>
                  <a:gd name="T101" fmla="*/ 0 h 28"/>
                  <a:gd name="T102" fmla="*/ 64 w 68"/>
                  <a:gd name="T103" fmla="*/ 2 h 28"/>
                  <a:gd name="T104" fmla="*/ 68 w 68"/>
                  <a:gd name="T105"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 h="28">
                    <a:moveTo>
                      <a:pt x="68" y="0"/>
                    </a:moveTo>
                    <a:lnTo>
                      <a:pt x="68" y="0"/>
                    </a:lnTo>
                    <a:lnTo>
                      <a:pt x="68" y="0"/>
                    </a:lnTo>
                    <a:lnTo>
                      <a:pt x="68" y="0"/>
                    </a:lnTo>
                    <a:lnTo>
                      <a:pt x="68" y="2"/>
                    </a:lnTo>
                    <a:lnTo>
                      <a:pt x="68" y="2"/>
                    </a:lnTo>
                    <a:lnTo>
                      <a:pt x="68" y="2"/>
                    </a:lnTo>
                    <a:lnTo>
                      <a:pt x="68" y="2"/>
                    </a:lnTo>
                    <a:lnTo>
                      <a:pt x="68" y="2"/>
                    </a:lnTo>
                    <a:lnTo>
                      <a:pt x="68" y="2"/>
                    </a:lnTo>
                    <a:lnTo>
                      <a:pt x="68" y="2"/>
                    </a:lnTo>
                    <a:lnTo>
                      <a:pt x="68" y="2"/>
                    </a:lnTo>
                    <a:lnTo>
                      <a:pt x="64" y="2"/>
                    </a:lnTo>
                    <a:lnTo>
                      <a:pt x="64" y="6"/>
                    </a:lnTo>
                    <a:lnTo>
                      <a:pt x="60" y="6"/>
                    </a:lnTo>
                    <a:lnTo>
                      <a:pt x="56" y="10"/>
                    </a:lnTo>
                    <a:lnTo>
                      <a:pt x="56" y="10"/>
                    </a:lnTo>
                    <a:lnTo>
                      <a:pt x="54" y="14"/>
                    </a:lnTo>
                    <a:lnTo>
                      <a:pt x="54" y="14"/>
                    </a:lnTo>
                    <a:lnTo>
                      <a:pt x="54" y="14"/>
                    </a:lnTo>
                    <a:lnTo>
                      <a:pt x="54" y="14"/>
                    </a:lnTo>
                    <a:lnTo>
                      <a:pt x="50" y="14"/>
                    </a:lnTo>
                    <a:lnTo>
                      <a:pt x="46" y="16"/>
                    </a:lnTo>
                    <a:lnTo>
                      <a:pt x="46" y="16"/>
                    </a:lnTo>
                    <a:lnTo>
                      <a:pt x="42" y="16"/>
                    </a:lnTo>
                    <a:lnTo>
                      <a:pt x="42" y="16"/>
                    </a:lnTo>
                    <a:lnTo>
                      <a:pt x="42" y="16"/>
                    </a:lnTo>
                    <a:lnTo>
                      <a:pt x="42" y="16"/>
                    </a:lnTo>
                    <a:lnTo>
                      <a:pt x="38" y="16"/>
                    </a:lnTo>
                    <a:lnTo>
                      <a:pt x="34" y="20"/>
                    </a:lnTo>
                    <a:lnTo>
                      <a:pt x="34" y="20"/>
                    </a:lnTo>
                    <a:lnTo>
                      <a:pt x="34" y="20"/>
                    </a:lnTo>
                    <a:lnTo>
                      <a:pt x="30" y="20"/>
                    </a:lnTo>
                    <a:lnTo>
                      <a:pt x="30" y="24"/>
                    </a:lnTo>
                    <a:lnTo>
                      <a:pt x="30" y="24"/>
                    </a:lnTo>
                    <a:lnTo>
                      <a:pt x="30" y="24"/>
                    </a:lnTo>
                    <a:lnTo>
                      <a:pt x="30" y="24"/>
                    </a:lnTo>
                    <a:lnTo>
                      <a:pt x="28" y="24"/>
                    </a:lnTo>
                    <a:lnTo>
                      <a:pt x="28" y="24"/>
                    </a:lnTo>
                    <a:lnTo>
                      <a:pt x="28" y="28"/>
                    </a:lnTo>
                    <a:lnTo>
                      <a:pt x="28" y="28"/>
                    </a:lnTo>
                    <a:lnTo>
                      <a:pt x="28" y="28"/>
                    </a:lnTo>
                    <a:lnTo>
                      <a:pt x="24" y="28"/>
                    </a:lnTo>
                    <a:lnTo>
                      <a:pt x="24" y="28"/>
                    </a:lnTo>
                    <a:lnTo>
                      <a:pt x="24" y="28"/>
                    </a:lnTo>
                    <a:lnTo>
                      <a:pt x="24" y="28"/>
                    </a:lnTo>
                    <a:lnTo>
                      <a:pt x="24" y="28"/>
                    </a:lnTo>
                    <a:lnTo>
                      <a:pt x="24" y="28"/>
                    </a:lnTo>
                    <a:lnTo>
                      <a:pt x="24" y="28"/>
                    </a:lnTo>
                    <a:lnTo>
                      <a:pt x="20" y="28"/>
                    </a:lnTo>
                    <a:lnTo>
                      <a:pt x="20" y="28"/>
                    </a:lnTo>
                    <a:lnTo>
                      <a:pt x="20" y="28"/>
                    </a:lnTo>
                    <a:lnTo>
                      <a:pt x="20" y="28"/>
                    </a:lnTo>
                    <a:lnTo>
                      <a:pt x="20" y="28"/>
                    </a:lnTo>
                    <a:lnTo>
                      <a:pt x="16" y="28"/>
                    </a:lnTo>
                    <a:lnTo>
                      <a:pt x="16" y="28"/>
                    </a:lnTo>
                    <a:lnTo>
                      <a:pt x="16" y="28"/>
                    </a:lnTo>
                    <a:lnTo>
                      <a:pt x="16" y="28"/>
                    </a:lnTo>
                    <a:lnTo>
                      <a:pt x="12" y="28"/>
                    </a:lnTo>
                    <a:lnTo>
                      <a:pt x="12" y="28"/>
                    </a:lnTo>
                    <a:lnTo>
                      <a:pt x="12" y="28"/>
                    </a:lnTo>
                    <a:lnTo>
                      <a:pt x="12" y="28"/>
                    </a:lnTo>
                    <a:lnTo>
                      <a:pt x="12" y="28"/>
                    </a:lnTo>
                    <a:lnTo>
                      <a:pt x="8" y="28"/>
                    </a:lnTo>
                    <a:lnTo>
                      <a:pt x="8" y="28"/>
                    </a:lnTo>
                    <a:lnTo>
                      <a:pt x="8" y="28"/>
                    </a:lnTo>
                    <a:lnTo>
                      <a:pt x="8" y="28"/>
                    </a:lnTo>
                    <a:lnTo>
                      <a:pt x="8" y="28"/>
                    </a:lnTo>
                    <a:lnTo>
                      <a:pt x="8" y="28"/>
                    </a:lnTo>
                    <a:lnTo>
                      <a:pt x="8" y="28"/>
                    </a:lnTo>
                    <a:lnTo>
                      <a:pt x="8" y="28"/>
                    </a:lnTo>
                    <a:lnTo>
                      <a:pt x="12" y="28"/>
                    </a:lnTo>
                    <a:lnTo>
                      <a:pt x="12" y="28"/>
                    </a:lnTo>
                    <a:lnTo>
                      <a:pt x="12" y="28"/>
                    </a:lnTo>
                    <a:lnTo>
                      <a:pt x="12" y="28"/>
                    </a:lnTo>
                    <a:lnTo>
                      <a:pt x="12" y="28"/>
                    </a:lnTo>
                    <a:lnTo>
                      <a:pt x="12" y="28"/>
                    </a:lnTo>
                    <a:lnTo>
                      <a:pt x="12" y="28"/>
                    </a:lnTo>
                    <a:lnTo>
                      <a:pt x="12" y="24"/>
                    </a:lnTo>
                    <a:lnTo>
                      <a:pt x="12" y="24"/>
                    </a:lnTo>
                    <a:lnTo>
                      <a:pt x="12" y="24"/>
                    </a:lnTo>
                    <a:lnTo>
                      <a:pt x="12" y="24"/>
                    </a:lnTo>
                    <a:lnTo>
                      <a:pt x="12" y="24"/>
                    </a:lnTo>
                    <a:lnTo>
                      <a:pt x="12" y="24"/>
                    </a:lnTo>
                    <a:lnTo>
                      <a:pt x="12" y="24"/>
                    </a:lnTo>
                    <a:lnTo>
                      <a:pt x="8" y="24"/>
                    </a:lnTo>
                    <a:lnTo>
                      <a:pt x="8" y="24"/>
                    </a:lnTo>
                    <a:lnTo>
                      <a:pt x="8" y="24"/>
                    </a:lnTo>
                    <a:lnTo>
                      <a:pt x="8" y="24"/>
                    </a:lnTo>
                    <a:lnTo>
                      <a:pt x="8" y="24"/>
                    </a:lnTo>
                    <a:lnTo>
                      <a:pt x="8" y="24"/>
                    </a:lnTo>
                    <a:lnTo>
                      <a:pt x="8" y="24"/>
                    </a:lnTo>
                    <a:lnTo>
                      <a:pt x="8" y="24"/>
                    </a:lnTo>
                    <a:lnTo>
                      <a:pt x="4" y="24"/>
                    </a:lnTo>
                    <a:lnTo>
                      <a:pt x="4" y="24"/>
                    </a:lnTo>
                    <a:lnTo>
                      <a:pt x="4" y="24"/>
                    </a:lnTo>
                    <a:lnTo>
                      <a:pt x="0" y="24"/>
                    </a:lnTo>
                    <a:lnTo>
                      <a:pt x="0" y="20"/>
                    </a:lnTo>
                    <a:lnTo>
                      <a:pt x="0" y="20"/>
                    </a:lnTo>
                    <a:lnTo>
                      <a:pt x="0" y="20"/>
                    </a:lnTo>
                    <a:lnTo>
                      <a:pt x="0" y="20"/>
                    </a:lnTo>
                    <a:lnTo>
                      <a:pt x="0" y="20"/>
                    </a:lnTo>
                    <a:lnTo>
                      <a:pt x="0" y="20"/>
                    </a:lnTo>
                    <a:lnTo>
                      <a:pt x="0" y="20"/>
                    </a:lnTo>
                    <a:lnTo>
                      <a:pt x="4" y="20"/>
                    </a:lnTo>
                    <a:lnTo>
                      <a:pt x="4" y="16"/>
                    </a:lnTo>
                    <a:lnTo>
                      <a:pt x="4" y="16"/>
                    </a:lnTo>
                    <a:lnTo>
                      <a:pt x="4" y="16"/>
                    </a:lnTo>
                    <a:lnTo>
                      <a:pt x="4" y="16"/>
                    </a:lnTo>
                    <a:lnTo>
                      <a:pt x="4" y="16"/>
                    </a:lnTo>
                    <a:lnTo>
                      <a:pt x="4" y="16"/>
                    </a:lnTo>
                    <a:lnTo>
                      <a:pt x="4" y="14"/>
                    </a:lnTo>
                    <a:lnTo>
                      <a:pt x="8" y="14"/>
                    </a:lnTo>
                    <a:lnTo>
                      <a:pt x="8" y="14"/>
                    </a:lnTo>
                    <a:lnTo>
                      <a:pt x="8" y="10"/>
                    </a:lnTo>
                    <a:lnTo>
                      <a:pt x="8" y="10"/>
                    </a:lnTo>
                    <a:lnTo>
                      <a:pt x="8" y="10"/>
                    </a:lnTo>
                    <a:lnTo>
                      <a:pt x="8" y="10"/>
                    </a:lnTo>
                    <a:lnTo>
                      <a:pt x="8" y="10"/>
                    </a:lnTo>
                    <a:lnTo>
                      <a:pt x="8" y="10"/>
                    </a:lnTo>
                    <a:lnTo>
                      <a:pt x="8" y="14"/>
                    </a:lnTo>
                    <a:lnTo>
                      <a:pt x="8" y="14"/>
                    </a:lnTo>
                    <a:lnTo>
                      <a:pt x="8" y="14"/>
                    </a:lnTo>
                    <a:lnTo>
                      <a:pt x="8" y="16"/>
                    </a:lnTo>
                    <a:lnTo>
                      <a:pt x="8" y="16"/>
                    </a:lnTo>
                    <a:lnTo>
                      <a:pt x="8" y="16"/>
                    </a:lnTo>
                    <a:lnTo>
                      <a:pt x="8" y="16"/>
                    </a:lnTo>
                    <a:lnTo>
                      <a:pt x="8" y="16"/>
                    </a:lnTo>
                    <a:lnTo>
                      <a:pt x="8" y="16"/>
                    </a:lnTo>
                    <a:lnTo>
                      <a:pt x="8" y="16"/>
                    </a:lnTo>
                    <a:lnTo>
                      <a:pt x="8" y="16"/>
                    </a:lnTo>
                    <a:lnTo>
                      <a:pt x="12" y="16"/>
                    </a:lnTo>
                    <a:lnTo>
                      <a:pt x="12" y="16"/>
                    </a:lnTo>
                    <a:lnTo>
                      <a:pt x="12" y="16"/>
                    </a:lnTo>
                    <a:lnTo>
                      <a:pt x="12" y="16"/>
                    </a:lnTo>
                    <a:lnTo>
                      <a:pt x="12" y="16"/>
                    </a:lnTo>
                    <a:lnTo>
                      <a:pt x="12" y="16"/>
                    </a:lnTo>
                    <a:lnTo>
                      <a:pt x="12" y="16"/>
                    </a:lnTo>
                    <a:lnTo>
                      <a:pt x="12" y="16"/>
                    </a:lnTo>
                    <a:lnTo>
                      <a:pt x="16" y="16"/>
                    </a:lnTo>
                    <a:lnTo>
                      <a:pt x="16" y="16"/>
                    </a:lnTo>
                    <a:lnTo>
                      <a:pt x="16" y="16"/>
                    </a:lnTo>
                    <a:lnTo>
                      <a:pt x="16" y="16"/>
                    </a:lnTo>
                    <a:lnTo>
                      <a:pt x="16" y="16"/>
                    </a:lnTo>
                    <a:lnTo>
                      <a:pt x="16" y="14"/>
                    </a:lnTo>
                    <a:lnTo>
                      <a:pt x="16" y="14"/>
                    </a:lnTo>
                    <a:lnTo>
                      <a:pt x="16" y="14"/>
                    </a:lnTo>
                    <a:lnTo>
                      <a:pt x="20" y="14"/>
                    </a:lnTo>
                    <a:lnTo>
                      <a:pt x="24" y="10"/>
                    </a:lnTo>
                    <a:lnTo>
                      <a:pt x="24" y="10"/>
                    </a:lnTo>
                    <a:lnTo>
                      <a:pt x="28" y="10"/>
                    </a:lnTo>
                    <a:lnTo>
                      <a:pt x="28" y="10"/>
                    </a:lnTo>
                    <a:lnTo>
                      <a:pt x="28" y="6"/>
                    </a:lnTo>
                    <a:lnTo>
                      <a:pt x="30" y="6"/>
                    </a:lnTo>
                    <a:lnTo>
                      <a:pt x="30" y="6"/>
                    </a:lnTo>
                    <a:lnTo>
                      <a:pt x="30" y="6"/>
                    </a:lnTo>
                    <a:lnTo>
                      <a:pt x="30" y="6"/>
                    </a:lnTo>
                    <a:lnTo>
                      <a:pt x="34" y="6"/>
                    </a:lnTo>
                    <a:lnTo>
                      <a:pt x="34" y="2"/>
                    </a:lnTo>
                    <a:lnTo>
                      <a:pt x="34" y="2"/>
                    </a:lnTo>
                    <a:lnTo>
                      <a:pt x="38" y="2"/>
                    </a:lnTo>
                    <a:lnTo>
                      <a:pt x="38" y="6"/>
                    </a:lnTo>
                    <a:lnTo>
                      <a:pt x="38" y="6"/>
                    </a:lnTo>
                    <a:lnTo>
                      <a:pt x="42" y="6"/>
                    </a:lnTo>
                    <a:lnTo>
                      <a:pt x="42" y="6"/>
                    </a:lnTo>
                    <a:lnTo>
                      <a:pt x="42" y="6"/>
                    </a:lnTo>
                    <a:lnTo>
                      <a:pt x="42" y="6"/>
                    </a:lnTo>
                    <a:lnTo>
                      <a:pt x="42" y="6"/>
                    </a:lnTo>
                    <a:lnTo>
                      <a:pt x="46" y="6"/>
                    </a:lnTo>
                    <a:lnTo>
                      <a:pt x="46" y="6"/>
                    </a:lnTo>
                    <a:lnTo>
                      <a:pt x="46" y="6"/>
                    </a:lnTo>
                    <a:lnTo>
                      <a:pt x="50" y="6"/>
                    </a:lnTo>
                    <a:lnTo>
                      <a:pt x="50" y="6"/>
                    </a:lnTo>
                    <a:lnTo>
                      <a:pt x="50" y="6"/>
                    </a:lnTo>
                    <a:lnTo>
                      <a:pt x="50" y="6"/>
                    </a:lnTo>
                    <a:lnTo>
                      <a:pt x="50" y="6"/>
                    </a:lnTo>
                    <a:lnTo>
                      <a:pt x="50" y="6"/>
                    </a:lnTo>
                    <a:lnTo>
                      <a:pt x="50" y="6"/>
                    </a:lnTo>
                    <a:lnTo>
                      <a:pt x="50" y="6"/>
                    </a:lnTo>
                    <a:lnTo>
                      <a:pt x="50" y="6"/>
                    </a:lnTo>
                    <a:lnTo>
                      <a:pt x="50" y="6"/>
                    </a:lnTo>
                    <a:lnTo>
                      <a:pt x="46" y="6"/>
                    </a:lnTo>
                    <a:lnTo>
                      <a:pt x="46" y="6"/>
                    </a:lnTo>
                    <a:lnTo>
                      <a:pt x="46" y="6"/>
                    </a:lnTo>
                    <a:lnTo>
                      <a:pt x="46" y="6"/>
                    </a:lnTo>
                    <a:lnTo>
                      <a:pt x="46" y="6"/>
                    </a:lnTo>
                    <a:lnTo>
                      <a:pt x="46" y="6"/>
                    </a:lnTo>
                    <a:lnTo>
                      <a:pt x="46" y="6"/>
                    </a:lnTo>
                    <a:lnTo>
                      <a:pt x="46" y="2"/>
                    </a:lnTo>
                    <a:lnTo>
                      <a:pt x="50" y="2"/>
                    </a:lnTo>
                    <a:lnTo>
                      <a:pt x="50" y="2"/>
                    </a:lnTo>
                    <a:lnTo>
                      <a:pt x="50" y="2"/>
                    </a:lnTo>
                    <a:lnTo>
                      <a:pt x="50" y="2"/>
                    </a:lnTo>
                    <a:lnTo>
                      <a:pt x="50" y="2"/>
                    </a:lnTo>
                    <a:lnTo>
                      <a:pt x="50" y="2"/>
                    </a:lnTo>
                    <a:lnTo>
                      <a:pt x="54" y="2"/>
                    </a:lnTo>
                    <a:lnTo>
                      <a:pt x="54" y="2"/>
                    </a:lnTo>
                    <a:lnTo>
                      <a:pt x="56" y="0"/>
                    </a:lnTo>
                    <a:lnTo>
                      <a:pt x="56" y="0"/>
                    </a:lnTo>
                    <a:lnTo>
                      <a:pt x="56" y="0"/>
                    </a:lnTo>
                    <a:lnTo>
                      <a:pt x="56" y="0"/>
                    </a:lnTo>
                    <a:lnTo>
                      <a:pt x="60" y="0"/>
                    </a:lnTo>
                    <a:lnTo>
                      <a:pt x="60" y="0"/>
                    </a:lnTo>
                    <a:lnTo>
                      <a:pt x="64" y="0"/>
                    </a:lnTo>
                    <a:lnTo>
                      <a:pt x="64" y="0"/>
                    </a:lnTo>
                    <a:lnTo>
                      <a:pt x="64" y="0"/>
                    </a:lnTo>
                    <a:lnTo>
                      <a:pt x="64" y="0"/>
                    </a:lnTo>
                    <a:lnTo>
                      <a:pt x="64" y="2"/>
                    </a:lnTo>
                    <a:lnTo>
                      <a:pt x="64" y="2"/>
                    </a:lnTo>
                    <a:lnTo>
                      <a:pt x="64" y="0"/>
                    </a:lnTo>
                    <a:lnTo>
                      <a:pt x="64" y="0"/>
                    </a:lnTo>
                    <a:lnTo>
                      <a:pt x="68" y="0"/>
                    </a:lnTo>
                    <a:lnTo>
                      <a:pt x="68" y="0"/>
                    </a:lnTo>
                    <a:lnTo>
                      <a:pt x="68"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grpSp>
        <p:grpSp>
          <p:nvGrpSpPr>
            <p:cNvPr id="8" name="グループ化 7"/>
            <p:cNvGrpSpPr/>
            <p:nvPr/>
          </p:nvGrpSpPr>
          <p:grpSpPr bwMode="gray">
            <a:xfrm>
              <a:off x="360000" y="1569008"/>
              <a:ext cx="5408309" cy="4664223"/>
              <a:chOff x="4027720" y="1569912"/>
              <a:chExt cx="5461294" cy="4709905"/>
            </a:xfrm>
            <a:grpFill/>
          </p:grpSpPr>
          <p:sp>
            <p:nvSpPr>
              <p:cNvPr id="828" name="Freeform 5"/>
              <p:cNvSpPr>
                <a:spLocks noEditPoints="1"/>
              </p:cNvSpPr>
              <p:nvPr/>
            </p:nvSpPr>
            <p:spPr bwMode="gray">
              <a:xfrm>
                <a:off x="9043231" y="2827617"/>
                <a:ext cx="174706" cy="60325"/>
              </a:xfrm>
              <a:custGeom>
                <a:avLst/>
                <a:gdLst>
                  <a:gd name="T0" fmla="*/ 104 w 110"/>
                  <a:gd name="T1" fmla="*/ 38 h 38"/>
                  <a:gd name="T2" fmla="*/ 100 w 110"/>
                  <a:gd name="T3" fmla="*/ 32 h 38"/>
                  <a:gd name="T4" fmla="*/ 94 w 110"/>
                  <a:gd name="T5" fmla="*/ 32 h 38"/>
                  <a:gd name="T6" fmla="*/ 94 w 110"/>
                  <a:gd name="T7" fmla="*/ 28 h 38"/>
                  <a:gd name="T8" fmla="*/ 94 w 110"/>
                  <a:gd name="T9" fmla="*/ 32 h 38"/>
                  <a:gd name="T10" fmla="*/ 100 w 110"/>
                  <a:gd name="T11" fmla="*/ 32 h 38"/>
                  <a:gd name="T12" fmla="*/ 104 w 110"/>
                  <a:gd name="T13" fmla="*/ 32 h 38"/>
                  <a:gd name="T14" fmla="*/ 104 w 110"/>
                  <a:gd name="T15" fmla="*/ 38 h 38"/>
                  <a:gd name="T16" fmla="*/ 108 w 110"/>
                  <a:gd name="T17" fmla="*/ 38 h 38"/>
                  <a:gd name="T18" fmla="*/ 104 w 110"/>
                  <a:gd name="T19" fmla="*/ 38 h 38"/>
                  <a:gd name="T20" fmla="*/ 90 w 110"/>
                  <a:gd name="T21" fmla="*/ 24 h 38"/>
                  <a:gd name="T22" fmla="*/ 94 w 110"/>
                  <a:gd name="T23" fmla="*/ 24 h 38"/>
                  <a:gd name="T24" fmla="*/ 90 w 110"/>
                  <a:gd name="T25" fmla="*/ 24 h 38"/>
                  <a:gd name="T26" fmla="*/ 110 w 110"/>
                  <a:gd name="T27" fmla="*/ 24 h 38"/>
                  <a:gd name="T28" fmla="*/ 108 w 110"/>
                  <a:gd name="T29" fmla="*/ 24 h 38"/>
                  <a:gd name="T30" fmla="*/ 110 w 110"/>
                  <a:gd name="T31" fmla="*/ 20 h 38"/>
                  <a:gd name="T32" fmla="*/ 110 w 110"/>
                  <a:gd name="T33" fmla="*/ 24 h 38"/>
                  <a:gd name="T34" fmla="*/ 76 w 110"/>
                  <a:gd name="T35" fmla="*/ 24 h 38"/>
                  <a:gd name="T36" fmla="*/ 78 w 110"/>
                  <a:gd name="T37" fmla="*/ 20 h 38"/>
                  <a:gd name="T38" fmla="*/ 78 w 110"/>
                  <a:gd name="T39" fmla="*/ 24 h 38"/>
                  <a:gd name="T40" fmla="*/ 76 w 110"/>
                  <a:gd name="T41" fmla="*/ 24 h 38"/>
                  <a:gd name="T42" fmla="*/ 16 w 110"/>
                  <a:gd name="T43" fmla="*/ 10 h 38"/>
                  <a:gd name="T44" fmla="*/ 14 w 110"/>
                  <a:gd name="T45" fmla="*/ 10 h 38"/>
                  <a:gd name="T46" fmla="*/ 16 w 110"/>
                  <a:gd name="T47" fmla="*/ 10 h 38"/>
                  <a:gd name="T48" fmla="*/ 4 w 110"/>
                  <a:gd name="T49" fmla="*/ 4 h 38"/>
                  <a:gd name="T50" fmla="*/ 4 w 110"/>
                  <a:gd name="T51" fmla="*/ 0 h 38"/>
                  <a:gd name="T52" fmla="*/ 0 w 110"/>
                  <a:gd name="T53" fmla="*/ 4 h 38"/>
                  <a:gd name="T54" fmla="*/ 0 w 110"/>
                  <a:gd name="T55" fmla="*/ 0 h 38"/>
                  <a:gd name="T56" fmla="*/ 4 w 110"/>
                  <a:gd name="T57" fmla="*/ 0 h 38"/>
                  <a:gd name="T58" fmla="*/ 10 w 110"/>
                  <a:gd name="T59" fmla="*/ 0 h 38"/>
                  <a:gd name="T60" fmla="*/ 14 w 110"/>
                  <a:gd name="T61" fmla="*/ 0 h 38"/>
                  <a:gd name="T62" fmla="*/ 14 w 110"/>
                  <a:gd name="T63" fmla="*/ 4 h 38"/>
                  <a:gd name="T64" fmla="*/ 10 w 110"/>
                  <a:gd name="T65" fmla="*/ 4 h 38"/>
                  <a:gd name="T66" fmla="*/ 4 w 110"/>
                  <a:gd name="T67" fmla="*/ 4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0" h="38">
                    <a:moveTo>
                      <a:pt x="104" y="38"/>
                    </a:moveTo>
                    <a:lnTo>
                      <a:pt x="100" y="32"/>
                    </a:lnTo>
                    <a:lnTo>
                      <a:pt x="94" y="32"/>
                    </a:lnTo>
                    <a:lnTo>
                      <a:pt x="94" y="28"/>
                    </a:lnTo>
                    <a:lnTo>
                      <a:pt x="94" y="32"/>
                    </a:lnTo>
                    <a:lnTo>
                      <a:pt x="100" y="32"/>
                    </a:lnTo>
                    <a:lnTo>
                      <a:pt x="104" y="32"/>
                    </a:lnTo>
                    <a:lnTo>
                      <a:pt x="104" y="38"/>
                    </a:lnTo>
                    <a:lnTo>
                      <a:pt x="108" y="38"/>
                    </a:lnTo>
                    <a:lnTo>
                      <a:pt x="104" y="38"/>
                    </a:lnTo>
                    <a:close/>
                    <a:moveTo>
                      <a:pt x="90" y="24"/>
                    </a:moveTo>
                    <a:lnTo>
                      <a:pt x="94" y="24"/>
                    </a:lnTo>
                    <a:lnTo>
                      <a:pt x="90" y="24"/>
                    </a:lnTo>
                    <a:close/>
                    <a:moveTo>
                      <a:pt x="110" y="24"/>
                    </a:moveTo>
                    <a:lnTo>
                      <a:pt x="108" y="24"/>
                    </a:lnTo>
                    <a:lnTo>
                      <a:pt x="110" y="20"/>
                    </a:lnTo>
                    <a:lnTo>
                      <a:pt x="110" y="24"/>
                    </a:lnTo>
                    <a:close/>
                    <a:moveTo>
                      <a:pt x="76" y="24"/>
                    </a:moveTo>
                    <a:lnTo>
                      <a:pt x="78" y="20"/>
                    </a:lnTo>
                    <a:lnTo>
                      <a:pt x="78" y="24"/>
                    </a:lnTo>
                    <a:lnTo>
                      <a:pt x="76" y="24"/>
                    </a:lnTo>
                    <a:close/>
                    <a:moveTo>
                      <a:pt x="16" y="10"/>
                    </a:moveTo>
                    <a:lnTo>
                      <a:pt x="14" y="10"/>
                    </a:lnTo>
                    <a:lnTo>
                      <a:pt x="16" y="10"/>
                    </a:lnTo>
                    <a:close/>
                    <a:moveTo>
                      <a:pt x="4" y="4"/>
                    </a:moveTo>
                    <a:lnTo>
                      <a:pt x="4" y="0"/>
                    </a:lnTo>
                    <a:lnTo>
                      <a:pt x="0" y="4"/>
                    </a:lnTo>
                    <a:lnTo>
                      <a:pt x="0" y="0"/>
                    </a:lnTo>
                    <a:lnTo>
                      <a:pt x="4" y="0"/>
                    </a:lnTo>
                    <a:lnTo>
                      <a:pt x="10" y="0"/>
                    </a:lnTo>
                    <a:lnTo>
                      <a:pt x="14" y="0"/>
                    </a:lnTo>
                    <a:lnTo>
                      <a:pt x="14" y="4"/>
                    </a:lnTo>
                    <a:lnTo>
                      <a:pt x="10" y="4"/>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ja-JP" altLang="en-US" sz="1200"/>
              </a:p>
            </p:txBody>
          </p:sp>
          <p:sp>
            <p:nvSpPr>
              <p:cNvPr id="419" name="Freeform 13"/>
              <p:cNvSpPr>
                <a:spLocks noEditPoints="1"/>
              </p:cNvSpPr>
              <p:nvPr/>
            </p:nvSpPr>
            <p:spPr bwMode="gray">
              <a:xfrm>
                <a:off x="5283469" y="1569912"/>
                <a:ext cx="4205545" cy="1666208"/>
              </a:xfrm>
              <a:custGeom>
                <a:avLst/>
                <a:gdLst>
                  <a:gd name="T0" fmla="*/ 946 w 2418"/>
                  <a:gd name="T1" fmla="*/ 206 h 958"/>
                  <a:gd name="T2" fmla="*/ 1986 w 2418"/>
                  <a:gd name="T3" fmla="*/ 336 h 958"/>
                  <a:gd name="T4" fmla="*/ 1570 w 2418"/>
                  <a:gd name="T5" fmla="*/ 302 h 958"/>
                  <a:gd name="T6" fmla="*/ 1320 w 2418"/>
                  <a:gd name="T7" fmla="*/ 174 h 958"/>
                  <a:gd name="T8" fmla="*/ 860 w 2418"/>
                  <a:gd name="T9" fmla="*/ 248 h 958"/>
                  <a:gd name="T10" fmla="*/ 822 w 2418"/>
                  <a:gd name="T11" fmla="*/ 350 h 958"/>
                  <a:gd name="T12" fmla="*/ 692 w 2418"/>
                  <a:gd name="T13" fmla="*/ 356 h 958"/>
                  <a:gd name="T14" fmla="*/ 344 w 2418"/>
                  <a:gd name="T15" fmla="*/ 422 h 958"/>
                  <a:gd name="T16" fmla="*/ 204 w 2418"/>
                  <a:gd name="T17" fmla="*/ 342 h 958"/>
                  <a:gd name="T18" fmla="*/ 114 w 2418"/>
                  <a:gd name="T19" fmla="*/ 632 h 958"/>
                  <a:gd name="T20" fmla="*/ 302 w 2418"/>
                  <a:gd name="T21" fmla="*/ 920 h 958"/>
                  <a:gd name="T22" fmla="*/ 536 w 2418"/>
                  <a:gd name="T23" fmla="*/ 764 h 958"/>
                  <a:gd name="T24" fmla="*/ 886 w 2418"/>
                  <a:gd name="T25" fmla="*/ 770 h 958"/>
                  <a:gd name="T26" fmla="*/ 1412 w 2418"/>
                  <a:gd name="T27" fmla="*/ 764 h 958"/>
                  <a:gd name="T28" fmla="*/ 1672 w 2418"/>
                  <a:gd name="T29" fmla="*/ 856 h 958"/>
                  <a:gd name="T30" fmla="*/ 1814 w 2418"/>
                  <a:gd name="T31" fmla="*/ 584 h 958"/>
                  <a:gd name="T32" fmla="*/ 1982 w 2418"/>
                  <a:gd name="T33" fmla="*/ 584 h 958"/>
                  <a:gd name="T34" fmla="*/ 2052 w 2418"/>
                  <a:gd name="T35" fmla="*/ 574 h 958"/>
                  <a:gd name="T36" fmla="*/ 2326 w 2418"/>
                  <a:gd name="T37" fmla="*/ 456 h 958"/>
                  <a:gd name="T38" fmla="*/ 2284 w 2418"/>
                  <a:gd name="T39" fmla="*/ 296 h 958"/>
                  <a:gd name="T40" fmla="*/ 1466 w 2418"/>
                  <a:gd name="T41" fmla="*/ 248 h 958"/>
                  <a:gd name="T42" fmla="*/ 1530 w 2418"/>
                  <a:gd name="T43" fmla="*/ 260 h 958"/>
                  <a:gd name="T44" fmla="*/ 4 w 2418"/>
                  <a:gd name="T45" fmla="*/ 682 h 958"/>
                  <a:gd name="T46" fmla="*/ 536 w 2418"/>
                  <a:gd name="T47" fmla="*/ 16 h 958"/>
                  <a:gd name="T48" fmla="*/ 536 w 2418"/>
                  <a:gd name="T49" fmla="*/ 26 h 958"/>
                  <a:gd name="T50" fmla="*/ 524 w 2418"/>
                  <a:gd name="T51" fmla="*/ 32 h 958"/>
                  <a:gd name="T52" fmla="*/ 512 w 2418"/>
                  <a:gd name="T53" fmla="*/ 42 h 958"/>
                  <a:gd name="T54" fmla="*/ 442 w 2418"/>
                  <a:gd name="T55" fmla="*/ 54 h 958"/>
                  <a:gd name="T56" fmla="*/ 1710 w 2418"/>
                  <a:gd name="T57" fmla="*/ 174 h 958"/>
                  <a:gd name="T58" fmla="*/ 800 w 2418"/>
                  <a:gd name="T59" fmla="*/ 242 h 958"/>
                  <a:gd name="T60" fmla="*/ 1516 w 2418"/>
                  <a:gd name="T61" fmla="*/ 270 h 958"/>
                  <a:gd name="T62" fmla="*/ 710 w 2418"/>
                  <a:gd name="T63" fmla="*/ 406 h 958"/>
                  <a:gd name="T64" fmla="*/ 546 w 2418"/>
                  <a:gd name="T65" fmla="*/ 12 h 958"/>
                  <a:gd name="T66" fmla="*/ 1034 w 2418"/>
                  <a:gd name="T67" fmla="*/ 38 h 958"/>
                  <a:gd name="T68" fmla="*/ 604 w 2418"/>
                  <a:gd name="T69" fmla="*/ 26 h 958"/>
                  <a:gd name="T70" fmla="*/ 454 w 2418"/>
                  <a:gd name="T71" fmla="*/ 32 h 958"/>
                  <a:gd name="T72" fmla="*/ 362 w 2418"/>
                  <a:gd name="T73" fmla="*/ 38 h 958"/>
                  <a:gd name="T74" fmla="*/ 512 w 2418"/>
                  <a:gd name="T75" fmla="*/ 48 h 958"/>
                  <a:gd name="T76" fmla="*/ 1104 w 2418"/>
                  <a:gd name="T77" fmla="*/ 86 h 958"/>
                  <a:gd name="T78" fmla="*/ 806 w 2418"/>
                  <a:gd name="T79" fmla="*/ 70 h 958"/>
                  <a:gd name="T80" fmla="*/ 1174 w 2418"/>
                  <a:gd name="T81" fmla="*/ 86 h 958"/>
                  <a:gd name="T82" fmla="*/ 1240 w 2418"/>
                  <a:gd name="T83" fmla="*/ 128 h 958"/>
                  <a:gd name="T84" fmla="*/ 664 w 2418"/>
                  <a:gd name="T85" fmla="*/ 140 h 958"/>
                  <a:gd name="T86" fmla="*/ 546 w 2418"/>
                  <a:gd name="T87" fmla="*/ 216 h 958"/>
                  <a:gd name="T88" fmla="*/ 508 w 2418"/>
                  <a:gd name="T89" fmla="*/ 216 h 958"/>
                  <a:gd name="T90" fmla="*/ 1104 w 2418"/>
                  <a:gd name="T91" fmla="*/ 146 h 958"/>
                  <a:gd name="T92" fmla="*/ 1078 w 2418"/>
                  <a:gd name="T93" fmla="*/ 162 h 958"/>
                  <a:gd name="T94" fmla="*/ 1672 w 2418"/>
                  <a:gd name="T95" fmla="*/ 168 h 958"/>
                  <a:gd name="T96" fmla="*/ 1748 w 2418"/>
                  <a:gd name="T97" fmla="*/ 194 h 958"/>
                  <a:gd name="T98" fmla="*/ 1808 w 2418"/>
                  <a:gd name="T99" fmla="*/ 180 h 958"/>
                  <a:gd name="T100" fmla="*/ 952 w 2418"/>
                  <a:gd name="T101" fmla="*/ 194 h 958"/>
                  <a:gd name="T102" fmla="*/ 1716 w 2418"/>
                  <a:gd name="T103" fmla="*/ 216 h 958"/>
                  <a:gd name="T104" fmla="*/ 1728 w 2418"/>
                  <a:gd name="T105" fmla="*/ 238 h 958"/>
                  <a:gd name="T106" fmla="*/ 464 w 2418"/>
                  <a:gd name="T107" fmla="*/ 288 h 958"/>
                  <a:gd name="T108" fmla="*/ 502 w 2418"/>
                  <a:gd name="T109" fmla="*/ 276 h 958"/>
                  <a:gd name="T110" fmla="*/ 838 w 2418"/>
                  <a:gd name="T111" fmla="*/ 248 h 958"/>
                  <a:gd name="T112" fmla="*/ 2008 w 2418"/>
                  <a:gd name="T113" fmla="*/ 308 h 958"/>
                  <a:gd name="T114" fmla="*/ 2004 w 2418"/>
                  <a:gd name="T115" fmla="*/ 342 h 958"/>
                  <a:gd name="T116" fmla="*/ 324 w 2418"/>
                  <a:gd name="T117" fmla="*/ 406 h 958"/>
                  <a:gd name="T118" fmla="*/ 1662 w 2418"/>
                  <a:gd name="T119" fmla="*/ 682 h 958"/>
                  <a:gd name="T120" fmla="*/ 1736 w 2418"/>
                  <a:gd name="T121" fmla="*/ 704 h 958"/>
                  <a:gd name="T122" fmla="*/ 1754 w 2418"/>
                  <a:gd name="T123" fmla="*/ 850 h 958"/>
                  <a:gd name="T124" fmla="*/ 1842 w 2418"/>
                  <a:gd name="T125" fmla="*/ 866 h 9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418" h="958">
                    <a:moveTo>
                      <a:pt x="758" y="710"/>
                    </a:moveTo>
                    <a:lnTo>
                      <a:pt x="764" y="710"/>
                    </a:lnTo>
                    <a:lnTo>
                      <a:pt x="766" y="704"/>
                    </a:lnTo>
                    <a:lnTo>
                      <a:pt x="758" y="704"/>
                    </a:lnTo>
                    <a:lnTo>
                      <a:pt x="758" y="710"/>
                    </a:lnTo>
                    <a:lnTo>
                      <a:pt x="758" y="710"/>
                    </a:lnTo>
                    <a:lnTo>
                      <a:pt x="758" y="710"/>
                    </a:lnTo>
                    <a:close/>
                    <a:moveTo>
                      <a:pt x="1682" y="698"/>
                    </a:moveTo>
                    <a:lnTo>
                      <a:pt x="1678" y="704"/>
                    </a:lnTo>
                    <a:lnTo>
                      <a:pt x="1682" y="704"/>
                    </a:lnTo>
                    <a:lnTo>
                      <a:pt x="1682" y="698"/>
                    </a:lnTo>
                    <a:lnTo>
                      <a:pt x="1682" y="698"/>
                    </a:lnTo>
                    <a:lnTo>
                      <a:pt x="1682" y="698"/>
                    </a:lnTo>
                    <a:close/>
                    <a:moveTo>
                      <a:pt x="242" y="878"/>
                    </a:moveTo>
                    <a:lnTo>
                      <a:pt x="242" y="884"/>
                    </a:lnTo>
                    <a:lnTo>
                      <a:pt x="248" y="884"/>
                    </a:lnTo>
                    <a:lnTo>
                      <a:pt x="248" y="878"/>
                    </a:lnTo>
                    <a:lnTo>
                      <a:pt x="242" y="878"/>
                    </a:lnTo>
                    <a:lnTo>
                      <a:pt x="242" y="878"/>
                    </a:lnTo>
                    <a:lnTo>
                      <a:pt x="242" y="878"/>
                    </a:lnTo>
                    <a:close/>
                    <a:moveTo>
                      <a:pt x="122" y="548"/>
                    </a:moveTo>
                    <a:lnTo>
                      <a:pt x="118" y="548"/>
                    </a:lnTo>
                    <a:lnTo>
                      <a:pt x="118" y="552"/>
                    </a:lnTo>
                    <a:lnTo>
                      <a:pt x="122" y="552"/>
                    </a:lnTo>
                    <a:lnTo>
                      <a:pt x="122" y="548"/>
                    </a:lnTo>
                    <a:lnTo>
                      <a:pt x="122" y="548"/>
                    </a:lnTo>
                    <a:lnTo>
                      <a:pt x="122" y="548"/>
                    </a:lnTo>
                    <a:close/>
                    <a:moveTo>
                      <a:pt x="492" y="774"/>
                    </a:moveTo>
                    <a:lnTo>
                      <a:pt x="496" y="770"/>
                    </a:lnTo>
                    <a:lnTo>
                      <a:pt x="492" y="770"/>
                    </a:lnTo>
                    <a:lnTo>
                      <a:pt x="492" y="774"/>
                    </a:lnTo>
                    <a:lnTo>
                      <a:pt x="492" y="774"/>
                    </a:lnTo>
                    <a:lnTo>
                      <a:pt x="492" y="774"/>
                    </a:lnTo>
                    <a:close/>
                    <a:moveTo>
                      <a:pt x="1554" y="276"/>
                    </a:moveTo>
                    <a:lnTo>
                      <a:pt x="1548" y="276"/>
                    </a:lnTo>
                    <a:lnTo>
                      <a:pt x="1548" y="282"/>
                    </a:lnTo>
                    <a:lnTo>
                      <a:pt x="1554" y="282"/>
                    </a:lnTo>
                    <a:lnTo>
                      <a:pt x="1554" y="276"/>
                    </a:lnTo>
                    <a:lnTo>
                      <a:pt x="1554" y="276"/>
                    </a:lnTo>
                    <a:lnTo>
                      <a:pt x="1554" y="276"/>
                    </a:lnTo>
                    <a:close/>
                    <a:moveTo>
                      <a:pt x="176" y="324"/>
                    </a:moveTo>
                    <a:lnTo>
                      <a:pt x="172" y="324"/>
                    </a:lnTo>
                    <a:lnTo>
                      <a:pt x="172" y="330"/>
                    </a:lnTo>
                    <a:lnTo>
                      <a:pt x="176" y="330"/>
                    </a:lnTo>
                    <a:lnTo>
                      <a:pt x="176" y="324"/>
                    </a:lnTo>
                    <a:lnTo>
                      <a:pt x="176" y="324"/>
                    </a:lnTo>
                    <a:lnTo>
                      <a:pt x="176" y="324"/>
                    </a:lnTo>
                    <a:close/>
                    <a:moveTo>
                      <a:pt x="1982" y="542"/>
                    </a:moveTo>
                    <a:lnTo>
                      <a:pt x="1982" y="548"/>
                    </a:lnTo>
                    <a:lnTo>
                      <a:pt x="1986" y="548"/>
                    </a:lnTo>
                    <a:lnTo>
                      <a:pt x="1986" y="542"/>
                    </a:lnTo>
                    <a:lnTo>
                      <a:pt x="1982" y="542"/>
                    </a:lnTo>
                    <a:lnTo>
                      <a:pt x="1982" y="542"/>
                    </a:lnTo>
                    <a:lnTo>
                      <a:pt x="1982" y="542"/>
                    </a:lnTo>
                    <a:close/>
                    <a:moveTo>
                      <a:pt x="1672" y="698"/>
                    </a:moveTo>
                    <a:lnTo>
                      <a:pt x="1662" y="698"/>
                    </a:lnTo>
                    <a:lnTo>
                      <a:pt x="1662" y="704"/>
                    </a:lnTo>
                    <a:lnTo>
                      <a:pt x="1672" y="704"/>
                    </a:lnTo>
                    <a:lnTo>
                      <a:pt x="1672" y="698"/>
                    </a:lnTo>
                    <a:lnTo>
                      <a:pt x="1672" y="698"/>
                    </a:lnTo>
                    <a:lnTo>
                      <a:pt x="1672" y="698"/>
                    </a:lnTo>
                    <a:close/>
                    <a:moveTo>
                      <a:pt x="596" y="710"/>
                    </a:moveTo>
                    <a:lnTo>
                      <a:pt x="596" y="704"/>
                    </a:lnTo>
                    <a:lnTo>
                      <a:pt x="590" y="704"/>
                    </a:lnTo>
                    <a:lnTo>
                      <a:pt x="590" y="710"/>
                    </a:lnTo>
                    <a:lnTo>
                      <a:pt x="596" y="710"/>
                    </a:lnTo>
                    <a:lnTo>
                      <a:pt x="596" y="710"/>
                    </a:lnTo>
                    <a:lnTo>
                      <a:pt x="596" y="710"/>
                    </a:lnTo>
                    <a:close/>
                    <a:moveTo>
                      <a:pt x="936" y="216"/>
                    </a:moveTo>
                    <a:lnTo>
                      <a:pt x="940" y="216"/>
                    </a:lnTo>
                    <a:lnTo>
                      <a:pt x="940" y="210"/>
                    </a:lnTo>
                    <a:lnTo>
                      <a:pt x="936" y="210"/>
                    </a:lnTo>
                    <a:lnTo>
                      <a:pt x="936" y="216"/>
                    </a:lnTo>
                    <a:lnTo>
                      <a:pt x="936" y="216"/>
                    </a:lnTo>
                    <a:lnTo>
                      <a:pt x="936" y="216"/>
                    </a:lnTo>
                    <a:close/>
                    <a:moveTo>
                      <a:pt x="336" y="356"/>
                    </a:moveTo>
                    <a:lnTo>
                      <a:pt x="336" y="362"/>
                    </a:lnTo>
                    <a:lnTo>
                      <a:pt x="340" y="362"/>
                    </a:lnTo>
                    <a:lnTo>
                      <a:pt x="340" y="356"/>
                    </a:lnTo>
                    <a:lnTo>
                      <a:pt x="336" y="356"/>
                    </a:lnTo>
                    <a:lnTo>
                      <a:pt x="336" y="356"/>
                    </a:lnTo>
                    <a:lnTo>
                      <a:pt x="336" y="356"/>
                    </a:lnTo>
                    <a:close/>
                    <a:moveTo>
                      <a:pt x="940" y="200"/>
                    </a:moveTo>
                    <a:lnTo>
                      <a:pt x="940" y="206"/>
                    </a:lnTo>
                    <a:lnTo>
                      <a:pt x="946" y="206"/>
                    </a:lnTo>
                    <a:lnTo>
                      <a:pt x="946" y="200"/>
                    </a:lnTo>
                    <a:lnTo>
                      <a:pt x="940" y="200"/>
                    </a:lnTo>
                    <a:lnTo>
                      <a:pt x="940" y="200"/>
                    </a:lnTo>
                    <a:lnTo>
                      <a:pt x="940" y="200"/>
                    </a:lnTo>
                    <a:close/>
                    <a:moveTo>
                      <a:pt x="2338" y="390"/>
                    </a:moveTo>
                    <a:lnTo>
                      <a:pt x="2338" y="396"/>
                    </a:lnTo>
                    <a:lnTo>
                      <a:pt x="2344" y="396"/>
                    </a:lnTo>
                    <a:lnTo>
                      <a:pt x="2338" y="390"/>
                    </a:lnTo>
                    <a:lnTo>
                      <a:pt x="2338" y="390"/>
                    </a:lnTo>
                    <a:lnTo>
                      <a:pt x="2338" y="390"/>
                    </a:lnTo>
                    <a:close/>
                    <a:moveTo>
                      <a:pt x="2398" y="410"/>
                    </a:moveTo>
                    <a:lnTo>
                      <a:pt x="2392" y="410"/>
                    </a:lnTo>
                    <a:lnTo>
                      <a:pt x="2392" y="406"/>
                    </a:lnTo>
                    <a:lnTo>
                      <a:pt x="2380" y="406"/>
                    </a:lnTo>
                    <a:lnTo>
                      <a:pt x="2380" y="402"/>
                    </a:lnTo>
                    <a:lnTo>
                      <a:pt x="2378" y="402"/>
                    </a:lnTo>
                    <a:lnTo>
                      <a:pt x="2372" y="406"/>
                    </a:lnTo>
                    <a:lnTo>
                      <a:pt x="2360" y="406"/>
                    </a:lnTo>
                    <a:lnTo>
                      <a:pt x="2360" y="396"/>
                    </a:lnTo>
                    <a:lnTo>
                      <a:pt x="2344" y="396"/>
                    </a:lnTo>
                    <a:lnTo>
                      <a:pt x="2344" y="402"/>
                    </a:lnTo>
                    <a:lnTo>
                      <a:pt x="2350" y="402"/>
                    </a:lnTo>
                    <a:lnTo>
                      <a:pt x="2354" y="406"/>
                    </a:lnTo>
                    <a:lnTo>
                      <a:pt x="2350" y="406"/>
                    </a:lnTo>
                    <a:lnTo>
                      <a:pt x="2350" y="416"/>
                    </a:lnTo>
                    <a:lnTo>
                      <a:pt x="2344" y="416"/>
                    </a:lnTo>
                    <a:lnTo>
                      <a:pt x="2344" y="410"/>
                    </a:lnTo>
                    <a:lnTo>
                      <a:pt x="2338" y="410"/>
                    </a:lnTo>
                    <a:lnTo>
                      <a:pt x="2338" y="406"/>
                    </a:lnTo>
                    <a:lnTo>
                      <a:pt x="2344" y="406"/>
                    </a:lnTo>
                    <a:lnTo>
                      <a:pt x="2344" y="402"/>
                    </a:lnTo>
                    <a:lnTo>
                      <a:pt x="2338" y="402"/>
                    </a:lnTo>
                    <a:lnTo>
                      <a:pt x="2338" y="396"/>
                    </a:lnTo>
                    <a:lnTo>
                      <a:pt x="2332" y="396"/>
                    </a:lnTo>
                    <a:lnTo>
                      <a:pt x="2332" y="384"/>
                    </a:lnTo>
                    <a:lnTo>
                      <a:pt x="2324" y="378"/>
                    </a:lnTo>
                    <a:lnTo>
                      <a:pt x="2318" y="378"/>
                    </a:lnTo>
                    <a:lnTo>
                      <a:pt x="2318" y="374"/>
                    </a:lnTo>
                    <a:lnTo>
                      <a:pt x="2306" y="374"/>
                    </a:lnTo>
                    <a:lnTo>
                      <a:pt x="2306" y="368"/>
                    </a:lnTo>
                    <a:lnTo>
                      <a:pt x="2296" y="368"/>
                    </a:lnTo>
                    <a:lnTo>
                      <a:pt x="2296" y="362"/>
                    </a:lnTo>
                    <a:lnTo>
                      <a:pt x="2284" y="362"/>
                    </a:lnTo>
                    <a:lnTo>
                      <a:pt x="2284" y="356"/>
                    </a:lnTo>
                    <a:lnTo>
                      <a:pt x="2272" y="356"/>
                    </a:lnTo>
                    <a:lnTo>
                      <a:pt x="2272" y="350"/>
                    </a:lnTo>
                    <a:lnTo>
                      <a:pt x="2268" y="350"/>
                    </a:lnTo>
                    <a:lnTo>
                      <a:pt x="2264" y="348"/>
                    </a:lnTo>
                    <a:lnTo>
                      <a:pt x="2258" y="348"/>
                    </a:lnTo>
                    <a:lnTo>
                      <a:pt x="2252" y="342"/>
                    </a:lnTo>
                    <a:lnTo>
                      <a:pt x="2252" y="348"/>
                    </a:lnTo>
                    <a:lnTo>
                      <a:pt x="2246" y="348"/>
                    </a:lnTo>
                    <a:lnTo>
                      <a:pt x="2246" y="342"/>
                    </a:lnTo>
                    <a:lnTo>
                      <a:pt x="2240" y="342"/>
                    </a:lnTo>
                    <a:lnTo>
                      <a:pt x="2236" y="336"/>
                    </a:lnTo>
                    <a:lnTo>
                      <a:pt x="2214" y="336"/>
                    </a:lnTo>
                    <a:lnTo>
                      <a:pt x="2214" y="330"/>
                    </a:lnTo>
                    <a:lnTo>
                      <a:pt x="2176" y="330"/>
                    </a:lnTo>
                    <a:lnTo>
                      <a:pt x="2176" y="324"/>
                    </a:lnTo>
                    <a:lnTo>
                      <a:pt x="2170" y="324"/>
                    </a:lnTo>
                    <a:lnTo>
                      <a:pt x="2170" y="330"/>
                    </a:lnTo>
                    <a:lnTo>
                      <a:pt x="2164" y="330"/>
                    </a:lnTo>
                    <a:lnTo>
                      <a:pt x="2164" y="324"/>
                    </a:lnTo>
                    <a:lnTo>
                      <a:pt x="2144" y="324"/>
                    </a:lnTo>
                    <a:lnTo>
                      <a:pt x="2144" y="320"/>
                    </a:lnTo>
                    <a:lnTo>
                      <a:pt x="2132" y="320"/>
                    </a:lnTo>
                    <a:lnTo>
                      <a:pt x="2132" y="336"/>
                    </a:lnTo>
                    <a:lnTo>
                      <a:pt x="2138" y="336"/>
                    </a:lnTo>
                    <a:lnTo>
                      <a:pt x="2138" y="350"/>
                    </a:lnTo>
                    <a:lnTo>
                      <a:pt x="2132" y="350"/>
                    </a:lnTo>
                    <a:lnTo>
                      <a:pt x="2132" y="356"/>
                    </a:lnTo>
                    <a:lnTo>
                      <a:pt x="2116" y="356"/>
                    </a:lnTo>
                    <a:lnTo>
                      <a:pt x="2116" y="348"/>
                    </a:lnTo>
                    <a:lnTo>
                      <a:pt x="2100" y="348"/>
                    </a:lnTo>
                    <a:lnTo>
                      <a:pt x="2100" y="336"/>
                    </a:lnTo>
                    <a:lnTo>
                      <a:pt x="2008" y="336"/>
                    </a:lnTo>
                    <a:lnTo>
                      <a:pt x="2008" y="356"/>
                    </a:lnTo>
                    <a:lnTo>
                      <a:pt x="2004" y="356"/>
                    </a:lnTo>
                    <a:lnTo>
                      <a:pt x="2004" y="362"/>
                    </a:lnTo>
                    <a:lnTo>
                      <a:pt x="1998" y="362"/>
                    </a:lnTo>
                    <a:lnTo>
                      <a:pt x="2004" y="356"/>
                    </a:lnTo>
                    <a:lnTo>
                      <a:pt x="2004" y="348"/>
                    </a:lnTo>
                    <a:lnTo>
                      <a:pt x="1998" y="348"/>
                    </a:lnTo>
                    <a:lnTo>
                      <a:pt x="1998" y="336"/>
                    </a:lnTo>
                    <a:lnTo>
                      <a:pt x="1986" y="336"/>
                    </a:lnTo>
                    <a:lnTo>
                      <a:pt x="1982" y="330"/>
                    </a:lnTo>
                    <a:lnTo>
                      <a:pt x="1982" y="324"/>
                    </a:lnTo>
                    <a:lnTo>
                      <a:pt x="1986" y="320"/>
                    </a:lnTo>
                    <a:lnTo>
                      <a:pt x="1986" y="308"/>
                    </a:lnTo>
                    <a:lnTo>
                      <a:pt x="1976" y="308"/>
                    </a:lnTo>
                    <a:lnTo>
                      <a:pt x="1970" y="302"/>
                    </a:lnTo>
                    <a:lnTo>
                      <a:pt x="1964" y="302"/>
                    </a:lnTo>
                    <a:lnTo>
                      <a:pt x="1958" y="296"/>
                    </a:lnTo>
                    <a:lnTo>
                      <a:pt x="1898" y="296"/>
                    </a:lnTo>
                    <a:lnTo>
                      <a:pt x="1898" y="302"/>
                    </a:lnTo>
                    <a:lnTo>
                      <a:pt x="1872" y="302"/>
                    </a:lnTo>
                    <a:lnTo>
                      <a:pt x="1872" y="296"/>
                    </a:lnTo>
                    <a:lnTo>
                      <a:pt x="1868" y="296"/>
                    </a:lnTo>
                    <a:lnTo>
                      <a:pt x="1868" y="292"/>
                    </a:lnTo>
                    <a:lnTo>
                      <a:pt x="1862" y="292"/>
                    </a:lnTo>
                    <a:lnTo>
                      <a:pt x="1856" y="288"/>
                    </a:lnTo>
                    <a:lnTo>
                      <a:pt x="1850" y="292"/>
                    </a:lnTo>
                    <a:lnTo>
                      <a:pt x="1850" y="288"/>
                    </a:lnTo>
                    <a:lnTo>
                      <a:pt x="1836" y="288"/>
                    </a:lnTo>
                    <a:lnTo>
                      <a:pt x="1836" y="282"/>
                    </a:lnTo>
                    <a:lnTo>
                      <a:pt x="1830" y="282"/>
                    </a:lnTo>
                    <a:lnTo>
                      <a:pt x="1830" y="276"/>
                    </a:lnTo>
                    <a:lnTo>
                      <a:pt x="1836" y="276"/>
                    </a:lnTo>
                    <a:lnTo>
                      <a:pt x="1842" y="282"/>
                    </a:lnTo>
                    <a:lnTo>
                      <a:pt x="1842" y="270"/>
                    </a:lnTo>
                    <a:lnTo>
                      <a:pt x="1830" y="270"/>
                    </a:lnTo>
                    <a:lnTo>
                      <a:pt x="1830" y="266"/>
                    </a:lnTo>
                    <a:lnTo>
                      <a:pt x="1802" y="266"/>
                    </a:lnTo>
                    <a:lnTo>
                      <a:pt x="1796" y="270"/>
                    </a:lnTo>
                    <a:lnTo>
                      <a:pt x="1786" y="282"/>
                    </a:lnTo>
                    <a:lnTo>
                      <a:pt x="1782" y="282"/>
                    </a:lnTo>
                    <a:lnTo>
                      <a:pt x="1776" y="288"/>
                    </a:lnTo>
                    <a:lnTo>
                      <a:pt x="1776" y="282"/>
                    </a:lnTo>
                    <a:lnTo>
                      <a:pt x="1770" y="282"/>
                    </a:lnTo>
                    <a:lnTo>
                      <a:pt x="1776" y="276"/>
                    </a:lnTo>
                    <a:lnTo>
                      <a:pt x="1782" y="276"/>
                    </a:lnTo>
                    <a:lnTo>
                      <a:pt x="1782" y="270"/>
                    </a:lnTo>
                    <a:lnTo>
                      <a:pt x="1796" y="270"/>
                    </a:lnTo>
                    <a:lnTo>
                      <a:pt x="1796" y="266"/>
                    </a:lnTo>
                    <a:lnTo>
                      <a:pt x="1790" y="260"/>
                    </a:lnTo>
                    <a:lnTo>
                      <a:pt x="1776" y="260"/>
                    </a:lnTo>
                    <a:lnTo>
                      <a:pt x="1776" y="266"/>
                    </a:lnTo>
                    <a:lnTo>
                      <a:pt x="1770" y="266"/>
                    </a:lnTo>
                    <a:lnTo>
                      <a:pt x="1770" y="270"/>
                    </a:lnTo>
                    <a:lnTo>
                      <a:pt x="1764" y="270"/>
                    </a:lnTo>
                    <a:lnTo>
                      <a:pt x="1758" y="270"/>
                    </a:lnTo>
                    <a:lnTo>
                      <a:pt x="1758" y="266"/>
                    </a:lnTo>
                    <a:lnTo>
                      <a:pt x="1764" y="266"/>
                    </a:lnTo>
                    <a:lnTo>
                      <a:pt x="1764" y="270"/>
                    </a:lnTo>
                    <a:lnTo>
                      <a:pt x="1770" y="266"/>
                    </a:lnTo>
                    <a:lnTo>
                      <a:pt x="1770" y="260"/>
                    </a:lnTo>
                    <a:lnTo>
                      <a:pt x="1758" y="260"/>
                    </a:lnTo>
                    <a:lnTo>
                      <a:pt x="1754" y="254"/>
                    </a:lnTo>
                    <a:lnTo>
                      <a:pt x="1722" y="254"/>
                    </a:lnTo>
                    <a:lnTo>
                      <a:pt x="1722" y="248"/>
                    </a:lnTo>
                    <a:lnTo>
                      <a:pt x="1710" y="248"/>
                    </a:lnTo>
                    <a:lnTo>
                      <a:pt x="1710" y="254"/>
                    </a:lnTo>
                    <a:lnTo>
                      <a:pt x="1716" y="254"/>
                    </a:lnTo>
                    <a:lnTo>
                      <a:pt x="1716" y="260"/>
                    </a:lnTo>
                    <a:lnTo>
                      <a:pt x="1694" y="260"/>
                    </a:lnTo>
                    <a:lnTo>
                      <a:pt x="1688" y="266"/>
                    </a:lnTo>
                    <a:lnTo>
                      <a:pt x="1688" y="270"/>
                    </a:lnTo>
                    <a:lnTo>
                      <a:pt x="1694" y="270"/>
                    </a:lnTo>
                    <a:lnTo>
                      <a:pt x="1700" y="266"/>
                    </a:lnTo>
                    <a:lnTo>
                      <a:pt x="1704" y="270"/>
                    </a:lnTo>
                    <a:lnTo>
                      <a:pt x="1700" y="270"/>
                    </a:lnTo>
                    <a:lnTo>
                      <a:pt x="1700" y="288"/>
                    </a:lnTo>
                    <a:lnTo>
                      <a:pt x="1672" y="288"/>
                    </a:lnTo>
                    <a:lnTo>
                      <a:pt x="1672" y="296"/>
                    </a:lnTo>
                    <a:lnTo>
                      <a:pt x="1668" y="292"/>
                    </a:lnTo>
                    <a:lnTo>
                      <a:pt x="1662" y="288"/>
                    </a:lnTo>
                    <a:lnTo>
                      <a:pt x="1624" y="288"/>
                    </a:lnTo>
                    <a:lnTo>
                      <a:pt x="1624" y="292"/>
                    </a:lnTo>
                    <a:lnTo>
                      <a:pt x="1618" y="288"/>
                    </a:lnTo>
                    <a:lnTo>
                      <a:pt x="1602" y="288"/>
                    </a:lnTo>
                    <a:lnTo>
                      <a:pt x="1602" y="276"/>
                    </a:lnTo>
                    <a:lnTo>
                      <a:pt x="1596" y="276"/>
                    </a:lnTo>
                    <a:lnTo>
                      <a:pt x="1590" y="282"/>
                    </a:lnTo>
                    <a:lnTo>
                      <a:pt x="1590" y="296"/>
                    </a:lnTo>
                    <a:lnTo>
                      <a:pt x="1586" y="296"/>
                    </a:lnTo>
                    <a:lnTo>
                      <a:pt x="1580" y="302"/>
                    </a:lnTo>
                    <a:lnTo>
                      <a:pt x="1574" y="308"/>
                    </a:lnTo>
                    <a:lnTo>
                      <a:pt x="1574" y="302"/>
                    </a:lnTo>
                    <a:lnTo>
                      <a:pt x="1570" y="296"/>
                    </a:lnTo>
                    <a:lnTo>
                      <a:pt x="1570" y="302"/>
                    </a:lnTo>
                    <a:lnTo>
                      <a:pt x="1564" y="302"/>
                    </a:lnTo>
                    <a:lnTo>
                      <a:pt x="1564" y="296"/>
                    </a:lnTo>
                    <a:lnTo>
                      <a:pt x="1554" y="296"/>
                    </a:lnTo>
                    <a:lnTo>
                      <a:pt x="1554" y="288"/>
                    </a:lnTo>
                    <a:lnTo>
                      <a:pt x="1542" y="288"/>
                    </a:lnTo>
                    <a:lnTo>
                      <a:pt x="1542" y="276"/>
                    </a:lnTo>
                    <a:lnTo>
                      <a:pt x="1536" y="276"/>
                    </a:lnTo>
                    <a:lnTo>
                      <a:pt x="1536" y="270"/>
                    </a:lnTo>
                    <a:lnTo>
                      <a:pt x="1530" y="270"/>
                    </a:lnTo>
                    <a:lnTo>
                      <a:pt x="1530" y="266"/>
                    </a:lnTo>
                    <a:lnTo>
                      <a:pt x="1520" y="266"/>
                    </a:lnTo>
                    <a:lnTo>
                      <a:pt x="1520" y="260"/>
                    </a:lnTo>
                    <a:lnTo>
                      <a:pt x="1516" y="260"/>
                    </a:lnTo>
                    <a:lnTo>
                      <a:pt x="1516" y="270"/>
                    </a:lnTo>
                    <a:lnTo>
                      <a:pt x="1510" y="266"/>
                    </a:lnTo>
                    <a:lnTo>
                      <a:pt x="1494" y="266"/>
                    </a:lnTo>
                    <a:lnTo>
                      <a:pt x="1494" y="260"/>
                    </a:lnTo>
                    <a:lnTo>
                      <a:pt x="1482" y="260"/>
                    </a:lnTo>
                    <a:lnTo>
                      <a:pt x="1476" y="254"/>
                    </a:lnTo>
                    <a:lnTo>
                      <a:pt x="1456" y="254"/>
                    </a:lnTo>
                    <a:lnTo>
                      <a:pt x="1456" y="248"/>
                    </a:lnTo>
                    <a:lnTo>
                      <a:pt x="1412" y="248"/>
                    </a:lnTo>
                    <a:lnTo>
                      <a:pt x="1408" y="242"/>
                    </a:lnTo>
                    <a:lnTo>
                      <a:pt x="1402" y="242"/>
                    </a:lnTo>
                    <a:lnTo>
                      <a:pt x="1396" y="238"/>
                    </a:lnTo>
                    <a:lnTo>
                      <a:pt x="1408" y="238"/>
                    </a:lnTo>
                    <a:lnTo>
                      <a:pt x="1402" y="234"/>
                    </a:lnTo>
                    <a:lnTo>
                      <a:pt x="1374" y="234"/>
                    </a:lnTo>
                    <a:lnTo>
                      <a:pt x="1374" y="228"/>
                    </a:lnTo>
                    <a:lnTo>
                      <a:pt x="1348" y="228"/>
                    </a:lnTo>
                    <a:lnTo>
                      <a:pt x="1348" y="234"/>
                    </a:lnTo>
                    <a:lnTo>
                      <a:pt x="1326" y="234"/>
                    </a:lnTo>
                    <a:lnTo>
                      <a:pt x="1326" y="238"/>
                    </a:lnTo>
                    <a:lnTo>
                      <a:pt x="1320" y="238"/>
                    </a:lnTo>
                    <a:lnTo>
                      <a:pt x="1326" y="234"/>
                    </a:lnTo>
                    <a:lnTo>
                      <a:pt x="1326" y="228"/>
                    </a:lnTo>
                    <a:lnTo>
                      <a:pt x="1294" y="228"/>
                    </a:lnTo>
                    <a:lnTo>
                      <a:pt x="1288" y="222"/>
                    </a:lnTo>
                    <a:lnTo>
                      <a:pt x="1276" y="222"/>
                    </a:lnTo>
                    <a:lnTo>
                      <a:pt x="1276" y="228"/>
                    </a:lnTo>
                    <a:lnTo>
                      <a:pt x="1282" y="228"/>
                    </a:lnTo>
                    <a:lnTo>
                      <a:pt x="1282" y="234"/>
                    </a:lnTo>
                    <a:lnTo>
                      <a:pt x="1276" y="234"/>
                    </a:lnTo>
                    <a:lnTo>
                      <a:pt x="1276" y="238"/>
                    </a:lnTo>
                    <a:lnTo>
                      <a:pt x="1250" y="238"/>
                    </a:lnTo>
                    <a:lnTo>
                      <a:pt x="1250" y="242"/>
                    </a:lnTo>
                    <a:lnTo>
                      <a:pt x="1222" y="242"/>
                    </a:lnTo>
                    <a:lnTo>
                      <a:pt x="1222" y="248"/>
                    </a:lnTo>
                    <a:lnTo>
                      <a:pt x="1218" y="248"/>
                    </a:lnTo>
                    <a:lnTo>
                      <a:pt x="1212" y="254"/>
                    </a:lnTo>
                    <a:lnTo>
                      <a:pt x="1206" y="254"/>
                    </a:lnTo>
                    <a:lnTo>
                      <a:pt x="1212" y="248"/>
                    </a:lnTo>
                    <a:lnTo>
                      <a:pt x="1218" y="248"/>
                    </a:lnTo>
                    <a:lnTo>
                      <a:pt x="1218" y="238"/>
                    </a:lnTo>
                    <a:lnTo>
                      <a:pt x="1234" y="238"/>
                    </a:lnTo>
                    <a:lnTo>
                      <a:pt x="1240" y="234"/>
                    </a:lnTo>
                    <a:lnTo>
                      <a:pt x="1246" y="234"/>
                    </a:lnTo>
                    <a:lnTo>
                      <a:pt x="1250" y="228"/>
                    </a:lnTo>
                    <a:lnTo>
                      <a:pt x="1260" y="228"/>
                    </a:lnTo>
                    <a:lnTo>
                      <a:pt x="1260" y="222"/>
                    </a:lnTo>
                    <a:lnTo>
                      <a:pt x="1266" y="222"/>
                    </a:lnTo>
                    <a:lnTo>
                      <a:pt x="1266" y="216"/>
                    </a:lnTo>
                    <a:lnTo>
                      <a:pt x="1276" y="216"/>
                    </a:lnTo>
                    <a:lnTo>
                      <a:pt x="1276" y="210"/>
                    </a:lnTo>
                    <a:lnTo>
                      <a:pt x="1288" y="210"/>
                    </a:lnTo>
                    <a:lnTo>
                      <a:pt x="1288" y="206"/>
                    </a:lnTo>
                    <a:lnTo>
                      <a:pt x="1294" y="206"/>
                    </a:lnTo>
                    <a:lnTo>
                      <a:pt x="1294" y="200"/>
                    </a:lnTo>
                    <a:lnTo>
                      <a:pt x="1308" y="200"/>
                    </a:lnTo>
                    <a:lnTo>
                      <a:pt x="1308" y="194"/>
                    </a:lnTo>
                    <a:lnTo>
                      <a:pt x="1314" y="194"/>
                    </a:lnTo>
                    <a:lnTo>
                      <a:pt x="1320" y="188"/>
                    </a:lnTo>
                    <a:lnTo>
                      <a:pt x="1326" y="188"/>
                    </a:lnTo>
                    <a:lnTo>
                      <a:pt x="1326" y="182"/>
                    </a:lnTo>
                    <a:lnTo>
                      <a:pt x="1332" y="182"/>
                    </a:lnTo>
                    <a:lnTo>
                      <a:pt x="1326" y="180"/>
                    </a:lnTo>
                    <a:lnTo>
                      <a:pt x="1332" y="180"/>
                    </a:lnTo>
                    <a:lnTo>
                      <a:pt x="1332" y="168"/>
                    </a:lnTo>
                    <a:lnTo>
                      <a:pt x="1326" y="168"/>
                    </a:lnTo>
                    <a:lnTo>
                      <a:pt x="1326" y="156"/>
                    </a:lnTo>
                    <a:lnTo>
                      <a:pt x="1320" y="162"/>
                    </a:lnTo>
                    <a:lnTo>
                      <a:pt x="1320" y="168"/>
                    </a:lnTo>
                    <a:lnTo>
                      <a:pt x="1314" y="168"/>
                    </a:lnTo>
                    <a:lnTo>
                      <a:pt x="1314" y="174"/>
                    </a:lnTo>
                    <a:lnTo>
                      <a:pt x="1320" y="174"/>
                    </a:lnTo>
                    <a:lnTo>
                      <a:pt x="1320" y="180"/>
                    </a:lnTo>
                    <a:lnTo>
                      <a:pt x="1314" y="180"/>
                    </a:lnTo>
                    <a:lnTo>
                      <a:pt x="1314" y="174"/>
                    </a:lnTo>
                    <a:lnTo>
                      <a:pt x="1308" y="174"/>
                    </a:lnTo>
                    <a:lnTo>
                      <a:pt x="1308" y="168"/>
                    </a:lnTo>
                    <a:lnTo>
                      <a:pt x="1314" y="168"/>
                    </a:lnTo>
                    <a:lnTo>
                      <a:pt x="1314" y="156"/>
                    </a:lnTo>
                    <a:lnTo>
                      <a:pt x="1308" y="152"/>
                    </a:lnTo>
                    <a:lnTo>
                      <a:pt x="1300" y="152"/>
                    </a:lnTo>
                    <a:lnTo>
                      <a:pt x="1300" y="146"/>
                    </a:lnTo>
                    <a:lnTo>
                      <a:pt x="1250" y="146"/>
                    </a:lnTo>
                    <a:lnTo>
                      <a:pt x="1250" y="152"/>
                    </a:lnTo>
                    <a:lnTo>
                      <a:pt x="1234" y="152"/>
                    </a:lnTo>
                    <a:lnTo>
                      <a:pt x="1234" y="140"/>
                    </a:lnTo>
                    <a:lnTo>
                      <a:pt x="1218" y="140"/>
                    </a:lnTo>
                    <a:lnTo>
                      <a:pt x="1218" y="134"/>
                    </a:lnTo>
                    <a:lnTo>
                      <a:pt x="1206" y="134"/>
                    </a:lnTo>
                    <a:lnTo>
                      <a:pt x="1206" y="128"/>
                    </a:lnTo>
                    <a:lnTo>
                      <a:pt x="1218" y="128"/>
                    </a:lnTo>
                    <a:lnTo>
                      <a:pt x="1218" y="124"/>
                    </a:lnTo>
                    <a:lnTo>
                      <a:pt x="1206" y="124"/>
                    </a:lnTo>
                    <a:lnTo>
                      <a:pt x="1206" y="120"/>
                    </a:lnTo>
                    <a:lnTo>
                      <a:pt x="1180" y="120"/>
                    </a:lnTo>
                    <a:lnTo>
                      <a:pt x="1180" y="124"/>
                    </a:lnTo>
                    <a:lnTo>
                      <a:pt x="1168" y="124"/>
                    </a:lnTo>
                    <a:lnTo>
                      <a:pt x="1168" y="128"/>
                    </a:lnTo>
                    <a:lnTo>
                      <a:pt x="1162" y="128"/>
                    </a:lnTo>
                    <a:lnTo>
                      <a:pt x="1158" y="134"/>
                    </a:lnTo>
                    <a:lnTo>
                      <a:pt x="1152" y="134"/>
                    </a:lnTo>
                    <a:lnTo>
                      <a:pt x="1152" y="140"/>
                    </a:lnTo>
                    <a:lnTo>
                      <a:pt x="1146" y="140"/>
                    </a:lnTo>
                    <a:lnTo>
                      <a:pt x="1146" y="146"/>
                    </a:lnTo>
                    <a:lnTo>
                      <a:pt x="1152" y="146"/>
                    </a:lnTo>
                    <a:lnTo>
                      <a:pt x="1152" y="152"/>
                    </a:lnTo>
                    <a:lnTo>
                      <a:pt x="1120" y="152"/>
                    </a:lnTo>
                    <a:lnTo>
                      <a:pt x="1120" y="156"/>
                    </a:lnTo>
                    <a:lnTo>
                      <a:pt x="1132" y="156"/>
                    </a:lnTo>
                    <a:lnTo>
                      <a:pt x="1132" y="162"/>
                    </a:lnTo>
                    <a:lnTo>
                      <a:pt x="1136" y="162"/>
                    </a:lnTo>
                    <a:lnTo>
                      <a:pt x="1136" y="168"/>
                    </a:lnTo>
                    <a:lnTo>
                      <a:pt x="1132" y="174"/>
                    </a:lnTo>
                    <a:lnTo>
                      <a:pt x="1132" y="162"/>
                    </a:lnTo>
                    <a:lnTo>
                      <a:pt x="1120" y="162"/>
                    </a:lnTo>
                    <a:lnTo>
                      <a:pt x="1120" y="156"/>
                    </a:lnTo>
                    <a:lnTo>
                      <a:pt x="1114" y="162"/>
                    </a:lnTo>
                    <a:lnTo>
                      <a:pt x="1108" y="162"/>
                    </a:lnTo>
                    <a:lnTo>
                      <a:pt x="1108" y="168"/>
                    </a:lnTo>
                    <a:lnTo>
                      <a:pt x="1082" y="168"/>
                    </a:lnTo>
                    <a:lnTo>
                      <a:pt x="1078" y="162"/>
                    </a:lnTo>
                    <a:lnTo>
                      <a:pt x="1060" y="162"/>
                    </a:lnTo>
                    <a:lnTo>
                      <a:pt x="1066" y="168"/>
                    </a:lnTo>
                    <a:lnTo>
                      <a:pt x="1054" y="168"/>
                    </a:lnTo>
                    <a:lnTo>
                      <a:pt x="1050" y="162"/>
                    </a:lnTo>
                    <a:lnTo>
                      <a:pt x="1044" y="162"/>
                    </a:lnTo>
                    <a:lnTo>
                      <a:pt x="1044" y="174"/>
                    </a:lnTo>
                    <a:lnTo>
                      <a:pt x="1018" y="174"/>
                    </a:lnTo>
                    <a:lnTo>
                      <a:pt x="1018" y="180"/>
                    </a:lnTo>
                    <a:lnTo>
                      <a:pt x="990" y="180"/>
                    </a:lnTo>
                    <a:lnTo>
                      <a:pt x="984" y="182"/>
                    </a:lnTo>
                    <a:lnTo>
                      <a:pt x="984" y="180"/>
                    </a:lnTo>
                    <a:lnTo>
                      <a:pt x="980" y="180"/>
                    </a:lnTo>
                    <a:lnTo>
                      <a:pt x="980" y="182"/>
                    </a:lnTo>
                    <a:lnTo>
                      <a:pt x="974" y="182"/>
                    </a:lnTo>
                    <a:lnTo>
                      <a:pt x="968" y="188"/>
                    </a:lnTo>
                    <a:lnTo>
                      <a:pt x="964" y="188"/>
                    </a:lnTo>
                    <a:lnTo>
                      <a:pt x="964" y="194"/>
                    </a:lnTo>
                    <a:lnTo>
                      <a:pt x="958" y="194"/>
                    </a:lnTo>
                    <a:lnTo>
                      <a:pt x="958" y="200"/>
                    </a:lnTo>
                    <a:lnTo>
                      <a:pt x="952" y="200"/>
                    </a:lnTo>
                    <a:lnTo>
                      <a:pt x="952" y="206"/>
                    </a:lnTo>
                    <a:lnTo>
                      <a:pt x="946" y="206"/>
                    </a:lnTo>
                    <a:lnTo>
                      <a:pt x="946" y="210"/>
                    </a:lnTo>
                    <a:lnTo>
                      <a:pt x="940" y="210"/>
                    </a:lnTo>
                    <a:lnTo>
                      <a:pt x="946" y="216"/>
                    </a:lnTo>
                    <a:lnTo>
                      <a:pt x="952" y="210"/>
                    </a:lnTo>
                    <a:lnTo>
                      <a:pt x="958" y="210"/>
                    </a:lnTo>
                    <a:lnTo>
                      <a:pt x="952" y="216"/>
                    </a:lnTo>
                    <a:lnTo>
                      <a:pt x="958" y="216"/>
                    </a:lnTo>
                    <a:lnTo>
                      <a:pt x="958" y="234"/>
                    </a:lnTo>
                    <a:lnTo>
                      <a:pt x="946" y="234"/>
                    </a:lnTo>
                    <a:lnTo>
                      <a:pt x="946" y="228"/>
                    </a:lnTo>
                    <a:lnTo>
                      <a:pt x="876" y="228"/>
                    </a:lnTo>
                    <a:lnTo>
                      <a:pt x="872" y="234"/>
                    </a:lnTo>
                    <a:lnTo>
                      <a:pt x="860" y="234"/>
                    </a:lnTo>
                    <a:lnTo>
                      <a:pt x="860" y="248"/>
                    </a:lnTo>
                    <a:lnTo>
                      <a:pt x="866" y="248"/>
                    </a:lnTo>
                    <a:lnTo>
                      <a:pt x="860" y="254"/>
                    </a:lnTo>
                    <a:lnTo>
                      <a:pt x="860" y="260"/>
                    </a:lnTo>
                    <a:lnTo>
                      <a:pt x="872" y="260"/>
                    </a:lnTo>
                    <a:lnTo>
                      <a:pt x="872" y="266"/>
                    </a:lnTo>
                    <a:lnTo>
                      <a:pt x="880" y="266"/>
                    </a:lnTo>
                    <a:lnTo>
                      <a:pt x="880" y="276"/>
                    </a:lnTo>
                    <a:lnTo>
                      <a:pt x="904" y="276"/>
                    </a:lnTo>
                    <a:lnTo>
                      <a:pt x="904" y="288"/>
                    </a:lnTo>
                    <a:lnTo>
                      <a:pt x="898" y="288"/>
                    </a:lnTo>
                    <a:lnTo>
                      <a:pt x="898" y="296"/>
                    </a:lnTo>
                    <a:lnTo>
                      <a:pt x="904" y="302"/>
                    </a:lnTo>
                    <a:lnTo>
                      <a:pt x="904" y="308"/>
                    </a:lnTo>
                    <a:lnTo>
                      <a:pt x="908" y="308"/>
                    </a:lnTo>
                    <a:lnTo>
                      <a:pt x="908" y="314"/>
                    </a:lnTo>
                    <a:lnTo>
                      <a:pt x="904" y="314"/>
                    </a:lnTo>
                    <a:lnTo>
                      <a:pt x="904" y="320"/>
                    </a:lnTo>
                    <a:lnTo>
                      <a:pt x="892" y="320"/>
                    </a:lnTo>
                    <a:lnTo>
                      <a:pt x="898" y="314"/>
                    </a:lnTo>
                    <a:lnTo>
                      <a:pt x="898" y="296"/>
                    </a:lnTo>
                    <a:lnTo>
                      <a:pt x="892" y="296"/>
                    </a:lnTo>
                    <a:lnTo>
                      <a:pt x="886" y="302"/>
                    </a:lnTo>
                    <a:lnTo>
                      <a:pt x="886" y="308"/>
                    </a:lnTo>
                    <a:lnTo>
                      <a:pt x="880" y="302"/>
                    </a:lnTo>
                    <a:lnTo>
                      <a:pt x="880" y="292"/>
                    </a:lnTo>
                    <a:lnTo>
                      <a:pt x="892" y="292"/>
                    </a:lnTo>
                    <a:lnTo>
                      <a:pt x="892" y="288"/>
                    </a:lnTo>
                    <a:lnTo>
                      <a:pt x="898" y="288"/>
                    </a:lnTo>
                    <a:lnTo>
                      <a:pt x="898" y="282"/>
                    </a:lnTo>
                    <a:lnTo>
                      <a:pt x="872" y="282"/>
                    </a:lnTo>
                    <a:lnTo>
                      <a:pt x="872" y="276"/>
                    </a:lnTo>
                    <a:lnTo>
                      <a:pt x="866" y="276"/>
                    </a:lnTo>
                    <a:lnTo>
                      <a:pt x="866" y="270"/>
                    </a:lnTo>
                    <a:lnTo>
                      <a:pt x="854" y="270"/>
                    </a:lnTo>
                    <a:lnTo>
                      <a:pt x="850" y="266"/>
                    </a:lnTo>
                    <a:lnTo>
                      <a:pt x="844" y="260"/>
                    </a:lnTo>
                    <a:lnTo>
                      <a:pt x="826" y="260"/>
                    </a:lnTo>
                    <a:lnTo>
                      <a:pt x="826" y="266"/>
                    </a:lnTo>
                    <a:lnTo>
                      <a:pt x="822" y="266"/>
                    </a:lnTo>
                    <a:lnTo>
                      <a:pt x="822" y="270"/>
                    </a:lnTo>
                    <a:lnTo>
                      <a:pt x="818" y="270"/>
                    </a:lnTo>
                    <a:lnTo>
                      <a:pt x="818" y="276"/>
                    </a:lnTo>
                    <a:lnTo>
                      <a:pt x="800" y="276"/>
                    </a:lnTo>
                    <a:lnTo>
                      <a:pt x="800" y="288"/>
                    </a:lnTo>
                    <a:lnTo>
                      <a:pt x="812" y="288"/>
                    </a:lnTo>
                    <a:lnTo>
                      <a:pt x="812" y="292"/>
                    </a:lnTo>
                    <a:lnTo>
                      <a:pt x="826" y="292"/>
                    </a:lnTo>
                    <a:lnTo>
                      <a:pt x="826" y="296"/>
                    </a:lnTo>
                    <a:lnTo>
                      <a:pt x="832" y="296"/>
                    </a:lnTo>
                    <a:lnTo>
                      <a:pt x="838" y="302"/>
                    </a:lnTo>
                    <a:lnTo>
                      <a:pt x="826" y="302"/>
                    </a:lnTo>
                    <a:lnTo>
                      <a:pt x="822" y="296"/>
                    </a:lnTo>
                    <a:lnTo>
                      <a:pt x="800" y="296"/>
                    </a:lnTo>
                    <a:lnTo>
                      <a:pt x="794" y="292"/>
                    </a:lnTo>
                    <a:lnTo>
                      <a:pt x="790" y="292"/>
                    </a:lnTo>
                    <a:lnTo>
                      <a:pt x="790" y="282"/>
                    </a:lnTo>
                    <a:lnTo>
                      <a:pt x="784" y="282"/>
                    </a:lnTo>
                    <a:lnTo>
                      <a:pt x="784" y="276"/>
                    </a:lnTo>
                    <a:lnTo>
                      <a:pt x="790" y="276"/>
                    </a:lnTo>
                    <a:lnTo>
                      <a:pt x="790" y="248"/>
                    </a:lnTo>
                    <a:lnTo>
                      <a:pt x="778" y="248"/>
                    </a:lnTo>
                    <a:lnTo>
                      <a:pt x="778" y="254"/>
                    </a:lnTo>
                    <a:lnTo>
                      <a:pt x="784" y="254"/>
                    </a:lnTo>
                    <a:lnTo>
                      <a:pt x="784" y="270"/>
                    </a:lnTo>
                    <a:lnTo>
                      <a:pt x="778" y="270"/>
                    </a:lnTo>
                    <a:lnTo>
                      <a:pt x="778" y="276"/>
                    </a:lnTo>
                    <a:lnTo>
                      <a:pt x="764" y="276"/>
                    </a:lnTo>
                    <a:lnTo>
                      <a:pt x="764" y="288"/>
                    </a:lnTo>
                    <a:lnTo>
                      <a:pt x="758" y="288"/>
                    </a:lnTo>
                    <a:lnTo>
                      <a:pt x="758" y="292"/>
                    </a:lnTo>
                    <a:lnTo>
                      <a:pt x="764" y="292"/>
                    </a:lnTo>
                    <a:lnTo>
                      <a:pt x="764" y="296"/>
                    </a:lnTo>
                    <a:lnTo>
                      <a:pt x="766" y="296"/>
                    </a:lnTo>
                    <a:lnTo>
                      <a:pt x="766" y="308"/>
                    </a:lnTo>
                    <a:lnTo>
                      <a:pt x="772" y="308"/>
                    </a:lnTo>
                    <a:lnTo>
                      <a:pt x="772" y="314"/>
                    </a:lnTo>
                    <a:lnTo>
                      <a:pt x="766" y="314"/>
                    </a:lnTo>
                    <a:lnTo>
                      <a:pt x="766" y="320"/>
                    </a:lnTo>
                    <a:lnTo>
                      <a:pt x="764" y="330"/>
                    </a:lnTo>
                    <a:lnTo>
                      <a:pt x="764" y="336"/>
                    </a:lnTo>
                    <a:lnTo>
                      <a:pt x="766" y="336"/>
                    </a:lnTo>
                    <a:lnTo>
                      <a:pt x="766" y="348"/>
                    </a:lnTo>
                    <a:lnTo>
                      <a:pt x="812" y="348"/>
                    </a:lnTo>
                    <a:lnTo>
                      <a:pt x="812" y="350"/>
                    </a:lnTo>
                    <a:lnTo>
                      <a:pt x="822" y="350"/>
                    </a:lnTo>
                    <a:lnTo>
                      <a:pt x="822" y="368"/>
                    </a:lnTo>
                    <a:lnTo>
                      <a:pt x="818" y="368"/>
                    </a:lnTo>
                    <a:lnTo>
                      <a:pt x="818" y="384"/>
                    </a:lnTo>
                    <a:lnTo>
                      <a:pt x="812" y="384"/>
                    </a:lnTo>
                    <a:lnTo>
                      <a:pt x="812" y="356"/>
                    </a:lnTo>
                    <a:lnTo>
                      <a:pt x="806" y="356"/>
                    </a:lnTo>
                    <a:lnTo>
                      <a:pt x="806" y="350"/>
                    </a:lnTo>
                    <a:lnTo>
                      <a:pt x="790" y="350"/>
                    </a:lnTo>
                    <a:lnTo>
                      <a:pt x="784" y="356"/>
                    </a:lnTo>
                    <a:lnTo>
                      <a:pt x="772" y="356"/>
                    </a:lnTo>
                    <a:lnTo>
                      <a:pt x="772" y="368"/>
                    </a:lnTo>
                    <a:lnTo>
                      <a:pt x="778" y="368"/>
                    </a:lnTo>
                    <a:lnTo>
                      <a:pt x="778" y="384"/>
                    </a:lnTo>
                    <a:lnTo>
                      <a:pt x="772" y="384"/>
                    </a:lnTo>
                    <a:lnTo>
                      <a:pt x="772" y="390"/>
                    </a:lnTo>
                    <a:lnTo>
                      <a:pt x="766" y="390"/>
                    </a:lnTo>
                    <a:lnTo>
                      <a:pt x="766" y="402"/>
                    </a:lnTo>
                    <a:lnTo>
                      <a:pt x="764" y="406"/>
                    </a:lnTo>
                    <a:lnTo>
                      <a:pt x="752" y="406"/>
                    </a:lnTo>
                    <a:lnTo>
                      <a:pt x="752" y="410"/>
                    </a:lnTo>
                    <a:lnTo>
                      <a:pt x="746" y="410"/>
                    </a:lnTo>
                    <a:lnTo>
                      <a:pt x="746" y="416"/>
                    </a:lnTo>
                    <a:lnTo>
                      <a:pt x="710" y="416"/>
                    </a:lnTo>
                    <a:lnTo>
                      <a:pt x="710" y="410"/>
                    </a:lnTo>
                    <a:lnTo>
                      <a:pt x="698" y="410"/>
                    </a:lnTo>
                    <a:lnTo>
                      <a:pt x="698" y="406"/>
                    </a:lnTo>
                    <a:lnTo>
                      <a:pt x="718" y="406"/>
                    </a:lnTo>
                    <a:lnTo>
                      <a:pt x="718" y="410"/>
                    </a:lnTo>
                    <a:lnTo>
                      <a:pt x="730" y="410"/>
                    </a:lnTo>
                    <a:lnTo>
                      <a:pt x="730" y="402"/>
                    </a:lnTo>
                    <a:lnTo>
                      <a:pt x="736" y="406"/>
                    </a:lnTo>
                    <a:lnTo>
                      <a:pt x="736" y="402"/>
                    </a:lnTo>
                    <a:lnTo>
                      <a:pt x="740" y="402"/>
                    </a:lnTo>
                    <a:lnTo>
                      <a:pt x="740" y="396"/>
                    </a:lnTo>
                    <a:lnTo>
                      <a:pt x="746" y="396"/>
                    </a:lnTo>
                    <a:lnTo>
                      <a:pt x="746" y="384"/>
                    </a:lnTo>
                    <a:lnTo>
                      <a:pt x="758" y="384"/>
                    </a:lnTo>
                    <a:lnTo>
                      <a:pt x="758" y="368"/>
                    </a:lnTo>
                    <a:lnTo>
                      <a:pt x="764" y="368"/>
                    </a:lnTo>
                    <a:lnTo>
                      <a:pt x="764" y="356"/>
                    </a:lnTo>
                    <a:lnTo>
                      <a:pt x="752" y="356"/>
                    </a:lnTo>
                    <a:lnTo>
                      <a:pt x="752" y="350"/>
                    </a:lnTo>
                    <a:lnTo>
                      <a:pt x="746" y="350"/>
                    </a:lnTo>
                    <a:lnTo>
                      <a:pt x="746" y="348"/>
                    </a:lnTo>
                    <a:lnTo>
                      <a:pt x="752" y="342"/>
                    </a:lnTo>
                    <a:lnTo>
                      <a:pt x="752" y="330"/>
                    </a:lnTo>
                    <a:lnTo>
                      <a:pt x="746" y="324"/>
                    </a:lnTo>
                    <a:lnTo>
                      <a:pt x="746" y="314"/>
                    </a:lnTo>
                    <a:lnTo>
                      <a:pt x="752" y="314"/>
                    </a:lnTo>
                    <a:lnTo>
                      <a:pt x="752" y="296"/>
                    </a:lnTo>
                    <a:lnTo>
                      <a:pt x="746" y="296"/>
                    </a:lnTo>
                    <a:lnTo>
                      <a:pt x="740" y="292"/>
                    </a:lnTo>
                    <a:lnTo>
                      <a:pt x="740" y="288"/>
                    </a:lnTo>
                    <a:lnTo>
                      <a:pt x="746" y="282"/>
                    </a:lnTo>
                    <a:lnTo>
                      <a:pt x="740" y="282"/>
                    </a:lnTo>
                    <a:lnTo>
                      <a:pt x="740" y="276"/>
                    </a:lnTo>
                    <a:lnTo>
                      <a:pt x="746" y="276"/>
                    </a:lnTo>
                    <a:lnTo>
                      <a:pt x="752" y="270"/>
                    </a:lnTo>
                    <a:lnTo>
                      <a:pt x="752" y="254"/>
                    </a:lnTo>
                    <a:lnTo>
                      <a:pt x="746" y="254"/>
                    </a:lnTo>
                    <a:lnTo>
                      <a:pt x="740" y="248"/>
                    </a:lnTo>
                    <a:lnTo>
                      <a:pt x="704" y="248"/>
                    </a:lnTo>
                    <a:lnTo>
                      <a:pt x="704" y="254"/>
                    </a:lnTo>
                    <a:lnTo>
                      <a:pt x="698" y="254"/>
                    </a:lnTo>
                    <a:lnTo>
                      <a:pt x="698" y="260"/>
                    </a:lnTo>
                    <a:lnTo>
                      <a:pt x="692" y="266"/>
                    </a:lnTo>
                    <a:lnTo>
                      <a:pt x="692" y="276"/>
                    </a:lnTo>
                    <a:lnTo>
                      <a:pt x="686" y="282"/>
                    </a:lnTo>
                    <a:lnTo>
                      <a:pt x="686" y="288"/>
                    </a:lnTo>
                    <a:lnTo>
                      <a:pt x="676" y="288"/>
                    </a:lnTo>
                    <a:lnTo>
                      <a:pt x="676" y="292"/>
                    </a:lnTo>
                    <a:lnTo>
                      <a:pt x="670" y="292"/>
                    </a:lnTo>
                    <a:lnTo>
                      <a:pt x="670" y="296"/>
                    </a:lnTo>
                    <a:lnTo>
                      <a:pt x="664" y="296"/>
                    </a:lnTo>
                    <a:lnTo>
                      <a:pt x="664" y="308"/>
                    </a:lnTo>
                    <a:lnTo>
                      <a:pt x="670" y="302"/>
                    </a:lnTo>
                    <a:lnTo>
                      <a:pt x="670" y="324"/>
                    </a:lnTo>
                    <a:lnTo>
                      <a:pt x="664" y="336"/>
                    </a:lnTo>
                    <a:lnTo>
                      <a:pt x="680" y="336"/>
                    </a:lnTo>
                    <a:lnTo>
                      <a:pt x="680" y="348"/>
                    </a:lnTo>
                    <a:lnTo>
                      <a:pt x="692" y="348"/>
                    </a:lnTo>
                    <a:lnTo>
                      <a:pt x="692" y="350"/>
                    </a:lnTo>
                    <a:lnTo>
                      <a:pt x="698" y="350"/>
                    </a:lnTo>
                    <a:lnTo>
                      <a:pt x="698" y="356"/>
                    </a:lnTo>
                    <a:lnTo>
                      <a:pt x="692" y="356"/>
                    </a:lnTo>
                    <a:lnTo>
                      <a:pt x="692" y="368"/>
                    </a:lnTo>
                    <a:lnTo>
                      <a:pt x="680" y="368"/>
                    </a:lnTo>
                    <a:lnTo>
                      <a:pt x="680" y="362"/>
                    </a:lnTo>
                    <a:lnTo>
                      <a:pt x="676" y="356"/>
                    </a:lnTo>
                    <a:lnTo>
                      <a:pt x="670" y="356"/>
                    </a:lnTo>
                    <a:lnTo>
                      <a:pt x="670" y="350"/>
                    </a:lnTo>
                    <a:lnTo>
                      <a:pt x="658" y="350"/>
                    </a:lnTo>
                    <a:lnTo>
                      <a:pt x="658" y="348"/>
                    </a:lnTo>
                    <a:lnTo>
                      <a:pt x="644" y="348"/>
                    </a:lnTo>
                    <a:lnTo>
                      <a:pt x="638" y="342"/>
                    </a:lnTo>
                    <a:lnTo>
                      <a:pt x="632" y="342"/>
                    </a:lnTo>
                    <a:lnTo>
                      <a:pt x="632" y="336"/>
                    </a:lnTo>
                    <a:lnTo>
                      <a:pt x="596" y="336"/>
                    </a:lnTo>
                    <a:lnTo>
                      <a:pt x="596" y="330"/>
                    </a:lnTo>
                    <a:lnTo>
                      <a:pt x="578" y="330"/>
                    </a:lnTo>
                    <a:lnTo>
                      <a:pt x="578" y="336"/>
                    </a:lnTo>
                    <a:lnTo>
                      <a:pt x="572" y="336"/>
                    </a:lnTo>
                    <a:lnTo>
                      <a:pt x="572" y="342"/>
                    </a:lnTo>
                    <a:lnTo>
                      <a:pt x="578" y="348"/>
                    </a:lnTo>
                    <a:lnTo>
                      <a:pt x="584" y="348"/>
                    </a:lnTo>
                    <a:lnTo>
                      <a:pt x="584" y="356"/>
                    </a:lnTo>
                    <a:lnTo>
                      <a:pt x="568" y="356"/>
                    </a:lnTo>
                    <a:lnTo>
                      <a:pt x="568" y="362"/>
                    </a:lnTo>
                    <a:lnTo>
                      <a:pt x="572" y="362"/>
                    </a:lnTo>
                    <a:lnTo>
                      <a:pt x="568" y="368"/>
                    </a:lnTo>
                    <a:lnTo>
                      <a:pt x="556" y="368"/>
                    </a:lnTo>
                    <a:lnTo>
                      <a:pt x="556" y="356"/>
                    </a:lnTo>
                    <a:lnTo>
                      <a:pt x="562" y="356"/>
                    </a:lnTo>
                    <a:lnTo>
                      <a:pt x="556" y="350"/>
                    </a:lnTo>
                    <a:lnTo>
                      <a:pt x="546" y="350"/>
                    </a:lnTo>
                    <a:lnTo>
                      <a:pt x="546" y="356"/>
                    </a:lnTo>
                    <a:lnTo>
                      <a:pt x="536" y="356"/>
                    </a:lnTo>
                    <a:lnTo>
                      <a:pt x="536" y="362"/>
                    </a:lnTo>
                    <a:lnTo>
                      <a:pt x="524" y="362"/>
                    </a:lnTo>
                    <a:lnTo>
                      <a:pt x="524" y="356"/>
                    </a:lnTo>
                    <a:lnTo>
                      <a:pt x="512" y="356"/>
                    </a:lnTo>
                    <a:lnTo>
                      <a:pt x="508" y="362"/>
                    </a:lnTo>
                    <a:lnTo>
                      <a:pt x="502" y="362"/>
                    </a:lnTo>
                    <a:lnTo>
                      <a:pt x="502" y="368"/>
                    </a:lnTo>
                    <a:lnTo>
                      <a:pt x="486" y="368"/>
                    </a:lnTo>
                    <a:lnTo>
                      <a:pt x="486" y="362"/>
                    </a:lnTo>
                    <a:lnTo>
                      <a:pt x="482" y="362"/>
                    </a:lnTo>
                    <a:lnTo>
                      <a:pt x="482" y="356"/>
                    </a:lnTo>
                    <a:lnTo>
                      <a:pt x="458" y="356"/>
                    </a:lnTo>
                    <a:lnTo>
                      <a:pt x="464" y="362"/>
                    </a:lnTo>
                    <a:lnTo>
                      <a:pt x="464" y="368"/>
                    </a:lnTo>
                    <a:lnTo>
                      <a:pt x="458" y="368"/>
                    </a:lnTo>
                    <a:lnTo>
                      <a:pt x="464" y="362"/>
                    </a:lnTo>
                    <a:lnTo>
                      <a:pt x="454" y="362"/>
                    </a:lnTo>
                    <a:lnTo>
                      <a:pt x="454" y="368"/>
                    </a:lnTo>
                    <a:lnTo>
                      <a:pt x="432" y="368"/>
                    </a:lnTo>
                    <a:lnTo>
                      <a:pt x="432" y="374"/>
                    </a:lnTo>
                    <a:lnTo>
                      <a:pt x="426" y="374"/>
                    </a:lnTo>
                    <a:lnTo>
                      <a:pt x="422" y="378"/>
                    </a:lnTo>
                    <a:lnTo>
                      <a:pt x="410" y="378"/>
                    </a:lnTo>
                    <a:lnTo>
                      <a:pt x="410" y="384"/>
                    </a:lnTo>
                    <a:lnTo>
                      <a:pt x="394" y="384"/>
                    </a:lnTo>
                    <a:lnTo>
                      <a:pt x="398" y="390"/>
                    </a:lnTo>
                    <a:lnTo>
                      <a:pt x="398" y="396"/>
                    </a:lnTo>
                    <a:lnTo>
                      <a:pt x="394" y="396"/>
                    </a:lnTo>
                    <a:lnTo>
                      <a:pt x="394" y="406"/>
                    </a:lnTo>
                    <a:lnTo>
                      <a:pt x="372" y="406"/>
                    </a:lnTo>
                    <a:lnTo>
                      <a:pt x="368" y="402"/>
                    </a:lnTo>
                    <a:lnTo>
                      <a:pt x="368" y="396"/>
                    </a:lnTo>
                    <a:lnTo>
                      <a:pt x="356" y="396"/>
                    </a:lnTo>
                    <a:lnTo>
                      <a:pt x="356" y="390"/>
                    </a:lnTo>
                    <a:lnTo>
                      <a:pt x="362" y="390"/>
                    </a:lnTo>
                    <a:lnTo>
                      <a:pt x="362" y="384"/>
                    </a:lnTo>
                    <a:lnTo>
                      <a:pt x="384" y="384"/>
                    </a:lnTo>
                    <a:lnTo>
                      <a:pt x="384" y="374"/>
                    </a:lnTo>
                    <a:lnTo>
                      <a:pt x="378" y="368"/>
                    </a:lnTo>
                    <a:lnTo>
                      <a:pt x="372" y="368"/>
                    </a:lnTo>
                    <a:lnTo>
                      <a:pt x="372" y="362"/>
                    </a:lnTo>
                    <a:lnTo>
                      <a:pt x="340" y="362"/>
                    </a:lnTo>
                    <a:lnTo>
                      <a:pt x="340" y="368"/>
                    </a:lnTo>
                    <a:lnTo>
                      <a:pt x="344" y="368"/>
                    </a:lnTo>
                    <a:lnTo>
                      <a:pt x="344" y="384"/>
                    </a:lnTo>
                    <a:lnTo>
                      <a:pt x="340" y="390"/>
                    </a:lnTo>
                    <a:lnTo>
                      <a:pt x="340" y="396"/>
                    </a:lnTo>
                    <a:lnTo>
                      <a:pt x="344" y="396"/>
                    </a:lnTo>
                    <a:lnTo>
                      <a:pt x="344" y="402"/>
                    </a:lnTo>
                    <a:lnTo>
                      <a:pt x="350" y="402"/>
                    </a:lnTo>
                    <a:lnTo>
                      <a:pt x="350" y="406"/>
                    </a:lnTo>
                    <a:lnTo>
                      <a:pt x="344" y="410"/>
                    </a:lnTo>
                    <a:lnTo>
                      <a:pt x="344" y="422"/>
                    </a:lnTo>
                    <a:lnTo>
                      <a:pt x="340" y="416"/>
                    </a:lnTo>
                    <a:lnTo>
                      <a:pt x="336" y="422"/>
                    </a:lnTo>
                    <a:lnTo>
                      <a:pt x="336" y="416"/>
                    </a:lnTo>
                    <a:lnTo>
                      <a:pt x="324" y="416"/>
                    </a:lnTo>
                    <a:lnTo>
                      <a:pt x="324" y="410"/>
                    </a:lnTo>
                    <a:lnTo>
                      <a:pt x="318" y="410"/>
                    </a:lnTo>
                    <a:lnTo>
                      <a:pt x="318" y="416"/>
                    </a:lnTo>
                    <a:lnTo>
                      <a:pt x="312" y="416"/>
                    </a:lnTo>
                    <a:lnTo>
                      <a:pt x="308" y="422"/>
                    </a:lnTo>
                    <a:lnTo>
                      <a:pt x="302" y="422"/>
                    </a:lnTo>
                    <a:lnTo>
                      <a:pt x="302" y="428"/>
                    </a:lnTo>
                    <a:lnTo>
                      <a:pt x="296" y="428"/>
                    </a:lnTo>
                    <a:lnTo>
                      <a:pt x="296" y="434"/>
                    </a:lnTo>
                    <a:lnTo>
                      <a:pt x="284" y="434"/>
                    </a:lnTo>
                    <a:lnTo>
                      <a:pt x="284" y="450"/>
                    </a:lnTo>
                    <a:lnTo>
                      <a:pt x="290" y="450"/>
                    </a:lnTo>
                    <a:lnTo>
                      <a:pt x="290" y="456"/>
                    </a:lnTo>
                    <a:lnTo>
                      <a:pt x="296" y="456"/>
                    </a:lnTo>
                    <a:lnTo>
                      <a:pt x="296" y="460"/>
                    </a:lnTo>
                    <a:lnTo>
                      <a:pt x="276" y="460"/>
                    </a:lnTo>
                    <a:lnTo>
                      <a:pt x="276" y="456"/>
                    </a:lnTo>
                    <a:lnTo>
                      <a:pt x="258" y="456"/>
                    </a:lnTo>
                    <a:lnTo>
                      <a:pt x="254" y="450"/>
                    </a:lnTo>
                    <a:lnTo>
                      <a:pt x="254" y="444"/>
                    </a:lnTo>
                    <a:lnTo>
                      <a:pt x="242" y="444"/>
                    </a:lnTo>
                    <a:lnTo>
                      <a:pt x="242" y="450"/>
                    </a:lnTo>
                    <a:lnTo>
                      <a:pt x="236" y="456"/>
                    </a:lnTo>
                    <a:lnTo>
                      <a:pt x="242" y="460"/>
                    </a:lnTo>
                    <a:lnTo>
                      <a:pt x="248" y="464"/>
                    </a:lnTo>
                    <a:lnTo>
                      <a:pt x="258" y="464"/>
                    </a:lnTo>
                    <a:lnTo>
                      <a:pt x="258" y="476"/>
                    </a:lnTo>
                    <a:lnTo>
                      <a:pt x="236" y="476"/>
                    </a:lnTo>
                    <a:lnTo>
                      <a:pt x="236" y="470"/>
                    </a:lnTo>
                    <a:lnTo>
                      <a:pt x="230" y="464"/>
                    </a:lnTo>
                    <a:lnTo>
                      <a:pt x="216" y="464"/>
                    </a:lnTo>
                    <a:lnTo>
                      <a:pt x="216" y="444"/>
                    </a:lnTo>
                    <a:lnTo>
                      <a:pt x="204" y="444"/>
                    </a:lnTo>
                    <a:lnTo>
                      <a:pt x="210" y="438"/>
                    </a:lnTo>
                    <a:lnTo>
                      <a:pt x="216" y="438"/>
                    </a:lnTo>
                    <a:lnTo>
                      <a:pt x="216" y="428"/>
                    </a:lnTo>
                    <a:lnTo>
                      <a:pt x="210" y="422"/>
                    </a:lnTo>
                    <a:lnTo>
                      <a:pt x="204" y="422"/>
                    </a:lnTo>
                    <a:lnTo>
                      <a:pt x="204" y="416"/>
                    </a:lnTo>
                    <a:lnTo>
                      <a:pt x="200" y="416"/>
                    </a:lnTo>
                    <a:lnTo>
                      <a:pt x="200" y="410"/>
                    </a:lnTo>
                    <a:lnTo>
                      <a:pt x="194" y="410"/>
                    </a:lnTo>
                    <a:lnTo>
                      <a:pt x="194" y="416"/>
                    </a:lnTo>
                    <a:lnTo>
                      <a:pt x="188" y="410"/>
                    </a:lnTo>
                    <a:lnTo>
                      <a:pt x="188" y="406"/>
                    </a:lnTo>
                    <a:lnTo>
                      <a:pt x="176" y="406"/>
                    </a:lnTo>
                    <a:lnTo>
                      <a:pt x="176" y="396"/>
                    </a:lnTo>
                    <a:lnTo>
                      <a:pt x="182" y="396"/>
                    </a:lnTo>
                    <a:lnTo>
                      <a:pt x="182" y="402"/>
                    </a:lnTo>
                    <a:lnTo>
                      <a:pt x="188" y="402"/>
                    </a:lnTo>
                    <a:lnTo>
                      <a:pt x="188" y="406"/>
                    </a:lnTo>
                    <a:lnTo>
                      <a:pt x="204" y="406"/>
                    </a:lnTo>
                    <a:lnTo>
                      <a:pt x="204" y="410"/>
                    </a:lnTo>
                    <a:lnTo>
                      <a:pt x="216" y="410"/>
                    </a:lnTo>
                    <a:lnTo>
                      <a:pt x="222" y="416"/>
                    </a:lnTo>
                    <a:lnTo>
                      <a:pt x="254" y="416"/>
                    </a:lnTo>
                    <a:lnTo>
                      <a:pt x="254" y="422"/>
                    </a:lnTo>
                    <a:lnTo>
                      <a:pt x="276" y="422"/>
                    </a:lnTo>
                    <a:lnTo>
                      <a:pt x="282" y="416"/>
                    </a:lnTo>
                    <a:lnTo>
                      <a:pt x="296" y="416"/>
                    </a:lnTo>
                    <a:lnTo>
                      <a:pt x="302" y="410"/>
                    </a:lnTo>
                    <a:lnTo>
                      <a:pt x="302" y="406"/>
                    </a:lnTo>
                    <a:lnTo>
                      <a:pt x="308" y="406"/>
                    </a:lnTo>
                    <a:lnTo>
                      <a:pt x="308" y="396"/>
                    </a:lnTo>
                    <a:lnTo>
                      <a:pt x="302" y="396"/>
                    </a:lnTo>
                    <a:lnTo>
                      <a:pt x="302" y="384"/>
                    </a:lnTo>
                    <a:lnTo>
                      <a:pt x="290" y="384"/>
                    </a:lnTo>
                    <a:lnTo>
                      <a:pt x="290" y="378"/>
                    </a:lnTo>
                    <a:lnTo>
                      <a:pt x="284" y="378"/>
                    </a:lnTo>
                    <a:lnTo>
                      <a:pt x="284" y="374"/>
                    </a:lnTo>
                    <a:lnTo>
                      <a:pt x="282" y="374"/>
                    </a:lnTo>
                    <a:lnTo>
                      <a:pt x="276" y="368"/>
                    </a:lnTo>
                    <a:lnTo>
                      <a:pt x="264" y="368"/>
                    </a:lnTo>
                    <a:lnTo>
                      <a:pt x="258" y="362"/>
                    </a:lnTo>
                    <a:lnTo>
                      <a:pt x="258" y="356"/>
                    </a:lnTo>
                    <a:lnTo>
                      <a:pt x="248" y="356"/>
                    </a:lnTo>
                    <a:lnTo>
                      <a:pt x="242" y="350"/>
                    </a:lnTo>
                    <a:lnTo>
                      <a:pt x="236" y="350"/>
                    </a:lnTo>
                    <a:lnTo>
                      <a:pt x="236" y="348"/>
                    </a:lnTo>
                    <a:lnTo>
                      <a:pt x="204" y="348"/>
                    </a:lnTo>
                    <a:lnTo>
                      <a:pt x="204" y="342"/>
                    </a:lnTo>
                    <a:lnTo>
                      <a:pt x="200" y="342"/>
                    </a:lnTo>
                    <a:lnTo>
                      <a:pt x="200" y="348"/>
                    </a:lnTo>
                    <a:lnTo>
                      <a:pt x="194" y="348"/>
                    </a:lnTo>
                    <a:lnTo>
                      <a:pt x="194" y="342"/>
                    </a:lnTo>
                    <a:lnTo>
                      <a:pt x="188" y="342"/>
                    </a:lnTo>
                    <a:lnTo>
                      <a:pt x="188" y="348"/>
                    </a:lnTo>
                    <a:lnTo>
                      <a:pt x="182" y="348"/>
                    </a:lnTo>
                    <a:lnTo>
                      <a:pt x="188" y="342"/>
                    </a:lnTo>
                    <a:lnTo>
                      <a:pt x="188" y="330"/>
                    </a:lnTo>
                    <a:lnTo>
                      <a:pt x="176" y="330"/>
                    </a:lnTo>
                    <a:lnTo>
                      <a:pt x="176" y="336"/>
                    </a:lnTo>
                    <a:lnTo>
                      <a:pt x="172" y="330"/>
                    </a:lnTo>
                    <a:lnTo>
                      <a:pt x="168" y="330"/>
                    </a:lnTo>
                    <a:lnTo>
                      <a:pt x="168" y="336"/>
                    </a:lnTo>
                    <a:lnTo>
                      <a:pt x="156" y="330"/>
                    </a:lnTo>
                    <a:lnTo>
                      <a:pt x="156" y="336"/>
                    </a:lnTo>
                    <a:lnTo>
                      <a:pt x="144" y="336"/>
                    </a:lnTo>
                    <a:lnTo>
                      <a:pt x="144" y="342"/>
                    </a:lnTo>
                    <a:lnTo>
                      <a:pt x="140" y="342"/>
                    </a:lnTo>
                    <a:lnTo>
                      <a:pt x="134" y="348"/>
                    </a:lnTo>
                    <a:lnTo>
                      <a:pt x="128" y="348"/>
                    </a:lnTo>
                    <a:lnTo>
                      <a:pt x="128" y="350"/>
                    </a:lnTo>
                    <a:lnTo>
                      <a:pt x="122" y="350"/>
                    </a:lnTo>
                    <a:lnTo>
                      <a:pt x="122" y="356"/>
                    </a:lnTo>
                    <a:lnTo>
                      <a:pt x="128" y="356"/>
                    </a:lnTo>
                    <a:lnTo>
                      <a:pt x="122" y="362"/>
                    </a:lnTo>
                    <a:lnTo>
                      <a:pt x="122" y="368"/>
                    </a:lnTo>
                    <a:lnTo>
                      <a:pt x="128" y="368"/>
                    </a:lnTo>
                    <a:lnTo>
                      <a:pt x="134" y="374"/>
                    </a:lnTo>
                    <a:lnTo>
                      <a:pt x="140" y="374"/>
                    </a:lnTo>
                    <a:lnTo>
                      <a:pt x="140" y="378"/>
                    </a:lnTo>
                    <a:lnTo>
                      <a:pt x="144" y="384"/>
                    </a:lnTo>
                    <a:lnTo>
                      <a:pt x="144" y="390"/>
                    </a:lnTo>
                    <a:lnTo>
                      <a:pt x="140" y="396"/>
                    </a:lnTo>
                    <a:lnTo>
                      <a:pt x="134" y="402"/>
                    </a:lnTo>
                    <a:lnTo>
                      <a:pt x="128" y="402"/>
                    </a:lnTo>
                    <a:lnTo>
                      <a:pt x="128" y="406"/>
                    </a:lnTo>
                    <a:lnTo>
                      <a:pt x="134" y="406"/>
                    </a:lnTo>
                    <a:lnTo>
                      <a:pt x="140" y="410"/>
                    </a:lnTo>
                    <a:lnTo>
                      <a:pt x="140" y="416"/>
                    </a:lnTo>
                    <a:lnTo>
                      <a:pt x="144" y="416"/>
                    </a:lnTo>
                    <a:lnTo>
                      <a:pt x="144" y="450"/>
                    </a:lnTo>
                    <a:lnTo>
                      <a:pt x="140" y="450"/>
                    </a:lnTo>
                    <a:lnTo>
                      <a:pt x="140" y="456"/>
                    </a:lnTo>
                    <a:lnTo>
                      <a:pt x="150" y="456"/>
                    </a:lnTo>
                    <a:lnTo>
                      <a:pt x="144" y="460"/>
                    </a:lnTo>
                    <a:lnTo>
                      <a:pt x="144" y="464"/>
                    </a:lnTo>
                    <a:lnTo>
                      <a:pt x="156" y="464"/>
                    </a:lnTo>
                    <a:lnTo>
                      <a:pt x="156" y="476"/>
                    </a:lnTo>
                    <a:lnTo>
                      <a:pt x="144" y="476"/>
                    </a:lnTo>
                    <a:lnTo>
                      <a:pt x="156" y="488"/>
                    </a:lnTo>
                    <a:lnTo>
                      <a:pt x="156" y="492"/>
                    </a:lnTo>
                    <a:lnTo>
                      <a:pt x="168" y="492"/>
                    </a:lnTo>
                    <a:lnTo>
                      <a:pt x="168" y="510"/>
                    </a:lnTo>
                    <a:lnTo>
                      <a:pt x="162" y="514"/>
                    </a:lnTo>
                    <a:lnTo>
                      <a:pt x="156" y="514"/>
                    </a:lnTo>
                    <a:lnTo>
                      <a:pt x="150" y="520"/>
                    </a:lnTo>
                    <a:lnTo>
                      <a:pt x="150" y="524"/>
                    </a:lnTo>
                    <a:lnTo>
                      <a:pt x="144" y="524"/>
                    </a:lnTo>
                    <a:lnTo>
                      <a:pt x="144" y="530"/>
                    </a:lnTo>
                    <a:lnTo>
                      <a:pt x="140" y="536"/>
                    </a:lnTo>
                    <a:lnTo>
                      <a:pt x="128" y="536"/>
                    </a:lnTo>
                    <a:lnTo>
                      <a:pt x="128" y="558"/>
                    </a:lnTo>
                    <a:lnTo>
                      <a:pt x="144" y="558"/>
                    </a:lnTo>
                    <a:lnTo>
                      <a:pt x="144" y="564"/>
                    </a:lnTo>
                    <a:lnTo>
                      <a:pt x="150" y="568"/>
                    </a:lnTo>
                    <a:lnTo>
                      <a:pt x="140" y="568"/>
                    </a:lnTo>
                    <a:lnTo>
                      <a:pt x="134" y="564"/>
                    </a:lnTo>
                    <a:lnTo>
                      <a:pt x="128" y="568"/>
                    </a:lnTo>
                    <a:lnTo>
                      <a:pt x="128" y="574"/>
                    </a:lnTo>
                    <a:lnTo>
                      <a:pt x="122" y="568"/>
                    </a:lnTo>
                    <a:lnTo>
                      <a:pt x="122" y="574"/>
                    </a:lnTo>
                    <a:lnTo>
                      <a:pt x="118" y="574"/>
                    </a:lnTo>
                    <a:lnTo>
                      <a:pt x="118" y="584"/>
                    </a:lnTo>
                    <a:lnTo>
                      <a:pt x="114" y="584"/>
                    </a:lnTo>
                    <a:lnTo>
                      <a:pt x="114" y="590"/>
                    </a:lnTo>
                    <a:lnTo>
                      <a:pt x="108" y="590"/>
                    </a:lnTo>
                    <a:lnTo>
                      <a:pt x="108" y="606"/>
                    </a:lnTo>
                    <a:lnTo>
                      <a:pt x="114" y="606"/>
                    </a:lnTo>
                    <a:lnTo>
                      <a:pt x="114" y="618"/>
                    </a:lnTo>
                    <a:lnTo>
                      <a:pt x="108" y="618"/>
                    </a:lnTo>
                    <a:lnTo>
                      <a:pt x="108" y="622"/>
                    </a:lnTo>
                    <a:lnTo>
                      <a:pt x="114" y="622"/>
                    </a:lnTo>
                    <a:lnTo>
                      <a:pt x="118" y="628"/>
                    </a:lnTo>
                    <a:lnTo>
                      <a:pt x="114" y="632"/>
                    </a:lnTo>
                    <a:lnTo>
                      <a:pt x="118" y="632"/>
                    </a:lnTo>
                    <a:lnTo>
                      <a:pt x="118" y="656"/>
                    </a:lnTo>
                    <a:lnTo>
                      <a:pt x="140" y="656"/>
                    </a:lnTo>
                    <a:lnTo>
                      <a:pt x="134" y="660"/>
                    </a:lnTo>
                    <a:lnTo>
                      <a:pt x="144" y="660"/>
                    </a:lnTo>
                    <a:lnTo>
                      <a:pt x="144" y="656"/>
                    </a:lnTo>
                    <a:lnTo>
                      <a:pt x="150" y="656"/>
                    </a:lnTo>
                    <a:lnTo>
                      <a:pt x="156" y="660"/>
                    </a:lnTo>
                    <a:lnTo>
                      <a:pt x="156" y="672"/>
                    </a:lnTo>
                    <a:lnTo>
                      <a:pt x="162" y="672"/>
                    </a:lnTo>
                    <a:lnTo>
                      <a:pt x="162" y="676"/>
                    </a:lnTo>
                    <a:lnTo>
                      <a:pt x="156" y="676"/>
                    </a:lnTo>
                    <a:lnTo>
                      <a:pt x="156" y="682"/>
                    </a:lnTo>
                    <a:lnTo>
                      <a:pt x="162" y="682"/>
                    </a:lnTo>
                    <a:lnTo>
                      <a:pt x="162" y="688"/>
                    </a:lnTo>
                    <a:lnTo>
                      <a:pt x="168" y="688"/>
                    </a:lnTo>
                    <a:lnTo>
                      <a:pt x="168" y="692"/>
                    </a:lnTo>
                    <a:lnTo>
                      <a:pt x="172" y="692"/>
                    </a:lnTo>
                    <a:lnTo>
                      <a:pt x="172" y="704"/>
                    </a:lnTo>
                    <a:lnTo>
                      <a:pt x="176" y="704"/>
                    </a:lnTo>
                    <a:lnTo>
                      <a:pt x="176" y="710"/>
                    </a:lnTo>
                    <a:lnTo>
                      <a:pt x="182" y="710"/>
                    </a:lnTo>
                    <a:lnTo>
                      <a:pt x="182" y="716"/>
                    </a:lnTo>
                    <a:lnTo>
                      <a:pt x="168" y="716"/>
                    </a:lnTo>
                    <a:lnTo>
                      <a:pt x="168" y="736"/>
                    </a:lnTo>
                    <a:lnTo>
                      <a:pt x="172" y="736"/>
                    </a:lnTo>
                    <a:lnTo>
                      <a:pt x="172" y="742"/>
                    </a:lnTo>
                    <a:lnTo>
                      <a:pt x="176" y="742"/>
                    </a:lnTo>
                    <a:lnTo>
                      <a:pt x="176" y="736"/>
                    </a:lnTo>
                    <a:lnTo>
                      <a:pt x="188" y="736"/>
                    </a:lnTo>
                    <a:lnTo>
                      <a:pt x="188" y="730"/>
                    </a:lnTo>
                    <a:lnTo>
                      <a:pt x="194" y="730"/>
                    </a:lnTo>
                    <a:lnTo>
                      <a:pt x="194" y="736"/>
                    </a:lnTo>
                    <a:lnTo>
                      <a:pt x="200" y="736"/>
                    </a:lnTo>
                    <a:lnTo>
                      <a:pt x="200" y="730"/>
                    </a:lnTo>
                    <a:lnTo>
                      <a:pt x="204" y="736"/>
                    </a:lnTo>
                    <a:lnTo>
                      <a:pt x="204" y="742"/>
                    </a:lnTo>
                    <a:lnTo>
                      <a:pt x="210" y="746"/>
                    </a:lnTo>
                    <a:lnTo>
                      <a:pt x="204" y="746"/>
                    </a:lnTo>
                    <a:lnTo>
                      <a:pt x="204" y="758"/>
                    </a:lnTo>
                    <a:lnTo>
                      <a:pt x="216" y="758"/>
                    </a:lnTo>
                    <a:lnTo>
                      <a:pt x="216" y="764"/>
                    </a:lnTo>
                    <a:lnTo>
                      <a:pt x="228" y="764"/>
                    </a:lnTo>
                    <a:lnTo>
                      <a:pt x="228" y="770"/>
                    </a:lnTo>
                    <a:lnTo>
                      <a:pt x="222" y="770"/>
                    </a:lnTo>
                    <a:lnTo>
                      <a:pt x="222" y="774"/>
                    </a:lnTo>
                    <a:lnTo>
                      <a:pt x="254" y="774"/>
                    </a:lnTo>
                    <a:lnTo>
                      <a:pt x="254" y="780"/>
                    </a:lnTo>
                    <a:lnTo>
                      <a:pt x="258" y="780"/>
                    </a:lnTo>
                    <a:lnTo>
                      <a:pt x="258" y="784"/>
                    </a:lnTo>
                    <a:lnTo>
                      <a:pt x="276" y="784"/>
                    </a:lnTo>
                    <a:lnTo>
                      <a:pt x="276" y="790"/>
                    </a:lnTo>
                    <a:lnTo>
                      <a:pt x="284" y="790"/>
                    </a:lnTo>
                    <a:lnTo>
                      <a:pt x="284" y="830"/>
                    </a:lnTo>
                    <a:lnTo>
                      <a:pt x="270" y="830"/>
                    </a:lnTo>
                    <a:lnTo>
                      <a:pt x="270" y="834"/>
                    </a:lnTo>
                    <a:lnTo>
                      <a:pt x="264" y="834"/>
                    </a:lnTo>
                    <a:lnTo>
                      <a:pt x="264" y="844"/>
                    </a:lnTo>
                    <a:lnTo>
                      <a:pt x="270" y="844"/>
                    </a:lnTo>
                    <a:lnTo>
                      <a:pt x="270" y="838"/>
                    </a:lnTo>
                    <a:lnTo>
                      <a:pt x="276" y="838"/>
                    </a:lnTo>
                    <a:lnTo>
                      <a:pt x="276" y="850"/>
                    </a:lnTo>
                    <a:lnTo>
                      <a:pt x="254" y="850"/>
                    </a:lnTo>
                    <a:lnTo>
                      <a:pt x="258" y="856"/>
                    </a:lnTo>
                    <a:lnTo>
                      <a:pt x="258" y="866"/>
                    </a:lnTo>
                    <a:lnTo>
                      <a:pt x="264" y="860"/>
                    </a:lnTo>
                    <a:lnTo>
                      <a:pt x="264" y="866"/>
                    </a:lnTo>
                    <a:lnTo>
                      <a:pt x="258" y="866"/>
                    </a:lnTo>
                    <a:lnTo>
                      <a:pt x="258" y="872"/>
                    </a:lnTo>
                    <a:lnTo>
                      <a:pt x="254" y="872"/>
                    </a:lnTo>
                    <a:lnTo>
                      <a:pt x="254" y="878"/>
                    </a:lnTo>
                    <a:lnTo>
                      <a:pt x="248" y="878"/>
                    </a:lnTo>
                    <a:lnTo>
                      <a:pt x="254" y="884"/>
                    </a:lnTo>
                    <a:lnTo>
                      <a:pt x="248" y="884"/>
                    </a:lnTo>
                    <a:lnTo>
                      <a:pt x="254" y="888"/>
                    </a:lnTo>
                    <a:lnTo>
                      <a:pt x="254" y="892"/>
                    </a:lnTo>
                    <a:lnTo>
                      <a:pt x="258" y="892"/>
                    </a:lnTo>
                    <a:lnTo>
                      <a:pt x="264" y="898"/>
                    </a:lnTo>
                    <a:lnTo>
                      <a:pt x="270" y="898"/>
                    </a:lnTo>
                    <a:lnTo>
                      <a:pt x="276" y="904"/>
                    </a:lnTo>
                    <a:lnTo>
                      <a:pt x="276" y="910"/>
                    </a:lnTo>
                    <a:lnTo>
                      <a:pt x="282" y="910"/>
                    </a:lnTo>
                    <a:lnTo>
                      <a:pt x="284" y="914"/>
                    </a:lnTo>
                    <a:lnTo>
                      <a:pt x="302" y="914"/>
                    </a:lnTo>
                    <a:lnTo>
                      <a:pt x="302" y="920"/>
                    </a:lnTo>
                    <a:lnTo>
                      <a:pt x="330" y="920"/>
                    </a:lnTo>
                    <a:lnTo>
                      <a:pt x="336" y="926"/>
                    </a:lnTo>
                    <a:lnTo>
                      <a:pt x="336" y="932"/>
                    </a:lnTo>
                    <a:lnTo>
                      <a:pt x="372" y="932"/>
                    </a:lnTo>
                    <a:lnTo>
                      <a:pt x="372" y="938"/>
                    </a:lnTo>
                    <a:lnTo>
                      <a:pt x="368" y="938"/>
                    </a:lnTo>
                    <a:lnTo>
                      <a:pt x="368" y="942"/>
                    </a:lnTo>
                    <a:lnTo>
                      <a:pt x="378" y="942"/>
                    </a:lnTo>
                    <a:lnTo>
                      <a:pt x="378" y="946"/>
                    </a:lnTo>
                    <a:lnTo>
                      <a:pt x="384" y="946"/>
                    </a:lnTo>
                    <a:lnTo>
                      <a:pt x="384" y="952"/>
                    </a:lnTo>
                    <a:lnTo>
                      <a:pt x="390" y="952"/>
                    </a:lnTo>
                    <a:lnTo>
                      <a:pt x="390" y="958"/>
                    </a:lnTo>
                    <a:lnTo>
                      <a:pt x="398" y="958"/>
                    </a:lnTo>
                    <a:lnTo>
                      <a:pt x="398" y="952"/>
                    </a:lnTo>
                    <a:lnTo>
                      <a:pt x="410" y="952"/>
                    </a:lnTo>
                    <a:lnTo>
                      <a:pt x="410" y="942"/>
                    </a:lnTo>
                    <a:lnTo>
                      <a:pt x="416" y="942"/>
                    </a:lnTo>
                    <a:lnTo>
                      <a:pt x="422" y="938"/>
                    </a:lnTo>
                    <a:lnTo>
                      <a:pt x="426" y="932"/>
                    </a:lnTo>
                    <a:lnTo>
                      <a:pt x="422" y="926"/>
                    </a:lnTo>
                    <a:lnTo>
                      <a:pt x="422" y="914"/>
                    </a:lnTo>
                    <a:lnTo>
                      <a:pt x="416" y="910"/>
                    </a:lnTo>
                    <a:lnTo>
                      <a:pt x="416" y="898"/>
                    </a:lnTo>
                    <a:lnTo>
                      <a:pt x="410" y="892"/>
                    </a:lnTo>
                    <a:lnTo>
                      <a:pt x="410" y="884"/>
                    </a:lnTo>
                    <a:lnTo>
                      <a:pt x="416" y="884"/>
                    </a:lnTo>
                    <a:lnTo>
                      <a:pt x="422" y="878"/>
                    </a:lnTo>
                    <a:lnTo>
                      <a:pt x="422" y="872"/>
                    </a:lnTo>
                    <a:lnTo>
                      <a:pt x="432" y="872"/>
                    </a:lnTo>
                    <a:lnTo>
                      <a:pt x="432" y="866"/>
                    </a:lnTo>
                    <a:lnTo>
                      <a:pt x="426" y="866"/>
                    </a:lnTo>
                    <a:lnTo>
                      <a:pt x="416" y="856"/>
                    </a:lnTo>
                    <a:lnTo>
                      <a:pt x="410" y="856"/>
                    </a:lnTo>
                    <a:lnTo>
                      <a:pt x="410" y="850"/>
                    </a:lnTo>
                    <a:lnTo>
                      <a:pt x="416" y="850"/>
                    </a:lnTo>
                    <a:lnTo>
                      <a:pt x="410" y="844"/>
                    </a:lnTo>
                    <a:lnTo>
                      <a:pt x="410" y="838"/>
                    </a:lnTo>
                    <a:lnTo>
                      <a:pt x="404" y="834"/>
                    </a:lnTo>
                    <a:lnTo>
                      <a:pt x="404" y="830"/>
                    </a:lnTo>
                    <a:lnTo>
                      <a:pt x="390" y="830"/>
                    </a:lnTo>
                    <a:lnTo>
                      <a:pt x="390" y="818"/>
                    </a:lnTo>
                    <a:lnTo>
                      <a:pt x="384" y="818"/>
                    </a:lnTo>
                    <a:lnTo>
                      <a:pt x="378" y="812"/>
                    </a:lnTo>
                    <a:lnTo>
                      <a:pt x="384" y="812"/>
                    </a:lnTo>
                    <a:lnTo>
                      <a:pt x="384" y="784"/>
                    </a:lnTo>
                    <a:lnTo>
                      <a:pt x="394" y="784"/>
                    </a:lnTo>
                    <a:lnTo>
                      <a:pt x="394" y="780"/>
                    </a:lnTo>
                    <a:lnTo>
                      <a:pt x="390" y="780"/>
                    </a:lnTo>
                    <a:lnTo>
                      <a:pt x="394" y="774"/>
                    </a:lnTo>
                    <a:lnTo>
                      <a:pt x="398" y="774"/>
                    </a:lnTo>
                    <a:lnTo>
                      <a:pt x="398" y="780"/>
                    </a:lnTo>
                    <a:lnTo>
                      <a:pt x="404" y="780"/>
                    </a:lnTo>
                    <a:lnTo>
                      <a:pt x="404" y="784"/>
                    </a:lnTo>
                    <a:lnTo>
                      <a:pt x="410" y="790"/>
                    </a:lnTo>
                    <a:lnTo>
                      <a:pt x="410" y="784"/>
                    </a:lnTo>
                    <a:lnTo>
                      <a:pt x="416" y="784"/>
                    </a:lnTo>
                    <a:lnTo>
                      <a:pt x="416" y="780"/>
                    </a:lnTo>
                    <a:lnTo>
                      <a:pt x="410" y="780"/>
                    </a:lnTo>
                    <a:lnTo>
                      <a:pt x="410" y="770"/>
                    </a:lnTo>
                    <a:lnTo>
                      <a:pt x="416" y="770"/>
                    </a:lnTo>
                    <a:lnTo>
                      <a:pt x="416" y="764"/>
                    </a:lnTo>
                    <a:lnTo>
                      <a:pt x="422" y="764"/>
                    </a:lnTo>
                    <a:lnTo>
                      <a:pt x="426" y="758"/>
                    </a:lnTo>
                    <a:lnTo>
                      <a:pt x="432" y="758"/>
                    </a:lnTo>
                    <a:lnTo>
                      <a:pt x="432" y="752"/>
                    </a:lnTo>
                    <a:lnTo>
                      <a:pt x="442" y="752"/>
                    </a:lnTo>
                    <a:lnTo>
                      <a:pt x="442" y="746"/>
                    </a:lnTo>
                    <a:lnTo>
                      <a:pt x="448" y="746"/>
                    </a:lnTo>
                    <a:lnTo>
                      <a:pt x="448" y="752"/>
                    </a:lnTo>
                    <a:lnTo>
                      <a:pt x="454" y="752"/>
                    </a:lnTo>
                    <a:lnTo>
                      <a:pt x="454" y="746"/>
                    </a:lnTo>
                    <a:lnTo>
                      <a:pt x="464" y="746"/>
                    </a:lnTo>
                    <a:lnTo>
                      <a:pt x="464" y="752"/>
                    </a:lnTo>
                    <a:lnTo>
                      <a:pt x="476" y="752"/>
                    </a:lnTo>
                    <a:lnTo>
                      <a:pt x="482" y="758"/>
                    </a:lnTo>
                    <a:lnTo>
                      <a:pt x="486" y="758"/>
                    </a:lnTo>
                    <a:lnTo>
                      <a:pt x="486" y="764"/>
                    </a:lnTo>
                    <a:lnTo>
                      <a:pt x="502" y="764"/>
                    </a:lnTo>
                    <a:lnTo>
                      <a:pt x="502" y="770"/>
                    </a:lnTo>
                    <a:lnTo>
                      <a:pt x="508" y="770"/>
                    </a:lnTo>
                    <a:lnTo>
                      <a:pt x="508" y="774"/>
                    </a:lnTo>
                    <a:lnTo>
                      <a:pt x="512" y="770"/>
                    </a:lnTo>
                    <a:lnTo>
                      <a:pt x="512" y="764"/>
                    </a:lnTo>
                    <a:lnTo>
                      <a:pt x="536" y="764"/>
                    </a:lnTo>
                    <a:lnTo>
                      <a:pt x="536" y="758"/>
                    </a:lnTo>
                    <a:lnTo>
                      <a:pt x="540" y="764"/>
                    </a:lnTo>
                    <a:lnTo>
                      <a:pt x="546" y="764"/>
                    </a:lnTo>
                    <a:lnTo>
                      <a:pt x="546" y="758"/>
                    </a:lnTo>
                    <a:lnTo>
                      <a:pt x="550" y="758"/>
                    </a:lnTo>
                    <a:lnTo>
                      <a:pt x="550" y="764"/>
                    </a:lnTo>
                    <a:lnTo>
                      <a:pt x="556" y="770"/>
                    </a:lnTo>
                    <a:lnTo>
                      <a:pt x="562" y="770"/>
                    </a:lnTo>
                    <a:lnTo>
                      <a:pt x="562" y="774"/>
                    </a:lnTo>
                    <a:lnTo>
                      <a:pt x="568" y="774"/>
                    </a:lnTo>
                    <a:lnTo>
                      <a:pt x="568" y="764"/>
                    </a:lnTo>
                    <a:lnTo>
                      <a:pt x="572" y="764"/>
                    </a:lnTo>
                    <a:lnTo>
                      <a:pt x="572" y="770"/>
                    </a:lnTo>
                    <a:lnTo>
                      <a:pt x="584" y="770"/>
                    </a:lnTo>
                    <a:lnTo>
                      <a:pt x="590" y="764"/>
                    </a:lnTo>
                    <a:lnTo>
                      <a:pt x="596" y="758"/>
                    </a:lnTo>
                    <a:lnTo>
                      <a:pt x="596" y="752"/>
                    </a:lnTo>
                    <a:lnTo>
                      <a:pt x="578" y="752"/>
                    </a:lnTo>
                    <a:lnTo>
                      <a:pt x="572" y="746"/>
                    </a:lnTo>
                    <a:lnTo>
                      <a:pt x="572" y="742"/>
                    </a:lnTo>
                    <a:lnTo>
                      <a:pt x="578" y="742"/>
                    </a:lnTo>
                    <a:lnTo>
                      <a:pt x="584" y="736"/>
                    </a:lnTo>
                    <a:lnTo>
                      <a:pt x="584" y="720"/>
                    </a:lnTo>
                    <a:lnTo>
                      <a:pt x="600" y="720"/>
                    </a:lnTo>
                    <a:lnTo>
                      <a:pt x="600" y="716"/>
                    </a:lnTo>
                    <a:lnTo>
                      <a:pt x="584" y="716"/>
                    </a:lnTo>
                    <a:lnTo>
                      <a:pt x="584" y="698"/>
                    </a:lnTo>
                    <a:lnTo>
                      <a:pt x="610" y="698"/>
                    </a:lnTo>
                    <a:lnTo>
                      <a:pt x="610" y="692"/>
                    </a:lnTo>
                    <a:lnTo>
                      <a:pt x="644" y="692"/>
                    </a:lnTo>
                    <a:lnTo>
                      <a:pt x="644" y="682"/>
                    </a:lnTo>
                    <a:lnTo>
                      <a:pt x="650" y="682"/>
                    </a:lnTo>
                    <a:lnTo>
                      <a:pt x="650" y="688"/>
                    </a:lnTo>
                    <a:lnTo>
                      <a:pt x="654" y="688"/>
                    </a:lnTo>
                    <a:lnTo>
                      <a:pt x="654" y="682"/>
                    </a:lnTo>
                    <a:lnTo>
                      <a:pt x="680" y="682"/>
                    </a:lnTo>
                    <a:lnTo>
                      <a:pt x="686" y="676"/>
                    </a:lnTo>
                    <a:lnTo>
                      <a:pt x="686" y="672"/>
                    </a:lnTo>
                    <a:lnTo>
                      <a:pt x="692" y="672"/>
                    </a:lnTo>
                    <a:lnTo>
                      <a:pt x="692" y="666"/>
                    </a:lnTo>
                    <a:lnTo>
                      <a:pt x="698" y="672"/>
                    </a:lnTo>
                    <a:lnTo>
                      <a:pt x="698" y="666"/>
                    </a:lnTo>
                    <a:lnTo>
                      <a:pt x="710" y="666"/>
                    </a:lnTo>
                    <a:lnTo>
                      <a:pt x="710" y="672"/>
                    </a:lnTo>
                    <a:lnTo>
                      <a:pt x="718" y="672"/>
                    </a:lnTo>
                    <a:lnTo>
                      <a:pt x="718" y="666"/>
                    </a:lnTo>
                    <a:lnTo>
                      <a:pt x="724" y="666"/>
                    </a:lnTo>
                    <a:lnTo>
                      <a:pt x="724" y="682"/>
                    </a:lnTo>
                    <a:lnTo>
                      <a:pt x="730" y="682"/>
                    </a:lnTo>
                    <a:lnTo>
                      <a:pt x="730" y="692"/>
                    </a:lnTo>
                    <a:lnTo>
                      <a:pt x="758" y="692"/>
                    </a:lnTo>
                    <a:lnTo>
                      <a:pt x="758" y="698"/>
                    </a:lnTo>
                    <a:lnTo>
                      <a:pt x="766" y="698"/>
                    </a:lnTo>
                    <a:lnTo>
                      <a:pt x="766" y="704"/>
                    </a:lnTo>
                    <a:lnTo>
                      <a:pt x="772" y="704"/>
                    </a:lnTo>
                    <a:lnTo>
                      <a:pt x="772" y="710"/>
                    </a:lnTo>
                    <a:lnTo>
                      <a:pt x="778" y="704"/>
                    </a:lnTo>
                    <a:lnTo>
                      <a:pt x="784" y="704"/>
                    </a:lnTo>
                    <a:lnTo>
                      <a:pt x="790" y="698"/>
                    </a:lnTo>
                    <a:lnTo>
                      <a:pt x="790" y="692"/>
                    </a:lnTo>
                    <a:lnTo>
                      <a:pt x="800" y="692"/>
                    </a:lnTo>
                    <a:lnTo>
                      <a:pt x="800" y="698"/>
                    </a:lnTo>
                    <a:lnTo>
                      <a:pt x="806" y="704"/>
                    </a:lnTo>
                    <a:lnTo>
                      <a:pt x="812" y="704"/>
                    </a:lnTo>
                    <a:lnTo>
                      <a:pt x="818" y="710"/>
                    </a:lnTo>
                    <a:lnTo>
                      <a:pt x="822" y="716"/>
                    </a:lnTo>
                    <a:lnTo>
                      <a:pt x="826" y="726"/>
                    </a:lnTo>
                    <a:lnTo>
                      <a:pt x="832" y="726"/>
                    </a:lnTo>
                    <a:lnTo>
                      <a:pt x="832" y="730"/>
                    </a:lnTo>
                    <a:lnTo>
                      <a:pt x="838" y="730"/>
                    </a:lnTo>
                    <a:lnTo>
                      <a:pt x="838" y="736"/>
                    </a:lnTo>
                    <a:lnTo>
                      <a:pt x="844" y="746"/>
                    </a:lnTo>
                    <a:lnTo>
                      <a:pt x="850" y="752"/>
                    </a:lnTo>
                    <a:lnTo>
                      <a:pt x="850" y="764"/>
                    </a:lnTo>
                    <a:lnTo>
                      <a:pt x="860" y="764"/>
                    </a:lnTo>
                    <a:lnTo>
                      <a:pt x="860" y="752"/>
                    </a:lnTo>
                    <a:lnTo>
                      <a:pt x="866" y="758"/>
                    </a:lnTo>
                    <a:lnTo>
                      <a:pt x="872" y="758"/>
                    </a:lnTo>
                    <a:lnTo>
                      <a:pt x="872" y="770"/>
                    </a:lnTo>
                    <a:lnTo>
                      <a:pt x="876" y="770"/>
                    </a:lnTo>
                    <a:lnTo>
                      <a:pt x="876" y="764"/>
                    </a:lnTo>
                    <a:lnTo>
                      <a:pt x="880" y="764"/>
                    </a:lnTo>
                    <a:lnTo>
                      <a:pt x="880" y="770"/>
                    </a:lnTo>
                    <a:lnTo>
                      <a:pt x="886" y="764"/>
                    </a:lnTo>
                    <a:lnTo>
                      <a:pt x="886" y="770"/>
                    </a:lnTo>
                    <a:lnTo>
                      <a:pt x="892" y="764"/>
                    </a:lnTo>
                    <a:lnTo>
                      <a:pt x="908" y="764"/>
                    </a:lnTo>
                    <a:lnTo>
                      <a:pt x="908" y="770"/>
                    </a:lnTo>
                    <a:lnTo>
                      <a:pt x="914" y="774"/>
                    </a:lnTo>
                    <a:lnTo>
                      <a:pt x="914" y="780"/>
                    </a:lnTo>
                    <a:lnTo>
                      <a:pt x="926" y="780"/>
                    </a:lnTo>
                    <a:lnTo>
                      <a:pt x="926" y="790"/>
                    </a:lnTo>
                    <a:lnTo>
                      <a:pt x="936" y="790"/>
                    </a:lnTo>
                    <a:lnTo>
                      <a:pt x="940" y="796"/>
                    </a:lnTo>
                    <a:lnTo>
                      <a:pt x="940" y="790"/>
                    </a:lnTo>
                    <a:lnTo>
                      <a:pt x="952" y="790"/>
                    </a:lnTo>
                    <a:lnTo>
                      <a:pt x="952" y="802"/>
                    </a:lnTo>
                    <a:lnTo>
                      <a:pt x="968" y="802"/>
                    </a:lnTo>
                    <a:lnTo>
                      <a:pt x="968" y="796"/>
                    </a:lnTo>
                    <a:lnTo>
                      <a:pt x="980" y="796"/>
                    </a:lnTo>
                    <a:lnTo>
                      <a:pt x="980" y="790"/>
                    </a:lnTo>
                    <a:lnTo>
                      <a:pt x="990" y="790"/>
                    </a:lnTo>
                    <a:lnTo>
                      <a:pt x="990" y="784"/>
                    </a:lnTo>
                    <a:lnTo>
                      <a:pt x="994" y="784"/>
                    </a:lnTo>
                    <a:lnTo>
                      <a:pt x="994" y="780"/>
                    </a:lnTo>
                    <a:lnTo>
                      <a:pt x="1000" y="780"/>
                    </a:lnTo>
                    <a:lnTo>
                      <a:pt x="1000" y="774"/>
                    </a:lnTo>
                    <a:lnTo>
                      <a:pt x="1018" y="774"/>
                    </a:lnTo>
                    <a:lnTo>
                      <a:pt x="1018" y="770"/>
                    </a:lnTo>
                    <a:lnTo>
                      <a:pt x="1028" y="770"/>
                    </a:lnTo>
                    <a:lnTo>
                      <a:pt x="1028" y="764"/>
                    </a:lnTo>
                    <a:lnTo>
                      <a:pt x="1034" y="770"/>
                    </a:lnTo>
                    <a:lnTo>
                      <a:pt x="1034" y="764"/>
                    </a:lnTo>
                    <a:lnTo>
                      <a:pt x="1038" y="764"/>
                    </a:lnTo>
                    <a:lnTo>
                      <a:pt x="1038" y="770"/>
                    </a:lnTo>
                    <a:lnTo>
                      <a:pt x="1054" y="770"/>
                    </a:lnTo>
                    <a:lnTo>
                      <a:pt x="1054" y="780"/>
                    </a:lnTo>
                    <a:lnTo>
                      <a:pt x="1060" y="780"/>
                    </a:lnTo>
                    <a:lnTo>
                      <a:pt x="1060" y="784"/>
                    </a:lnTo>
                    <a:lnTo>
                      <a:pt x="1066" y="780"/>
                    </a:lnTo>
                    <a:lnTo>
                      <a:pt x="1066" y="784"/>
                    </a:lnTo>
                    <a:lnTo>
                      <a:pt x="1092" y="784"/>
                    </a:lnTo>
                    <a:lnTo>
                      <a:pt x="1098" y="790"/>
                    </a:lnTo>
                    <a:lnTo>
                      <a:pt x="1104" y="790"/>
                    </a:lnTo>
                    <a:lnTo>
                      <a:pt x="1104" y="784"/>
                    </a:lnTo>
                    <a:lnTo>
                      <a:pt x="1108" y="784"/>
                    </a:lnTo>
                    <a:lnTo>
                      <a:pt x="1108" y="764"/>
                    </a:lnTo>
                    <a:lnTo>
                      <a:pt x="1104" y="764"/>
                    </a:lnTo>
                    <a:lnTo>
                      <a:pt x="1108" y="758"/>
                    </a:lnTo>
                    <a:lnTo>
                      <a:pt x="1108" y="746"/>
                    </a:lnTo>
                    <a:lnTo>
                      <a:pt x="1120" y="746"/>
                    </a:lnTo>
                    <a:lnTo>
                      <a:pt x="1120" y="742"/>
                    </a:lnTo>
                    <a:lnTo>
                      <a:pt x="1136" y="742"/>
                    </a:lnTo>
                    <a:lnTo>
                      <a:pt x="1136" y="746"/>
                    </a:lnTo>
                    <a:lnTo>
                      <a:pt x="1146" y="746"/>
                    </a:lnTo>
                    <a:lnTo>
                      <a:pt x="1146" y="752"/>
                    </a:lnTo>
                    <a:lnTo>
                      <a:pt x="1168" y="752"/>
                    </a:lnTo>
                    <a:lnTo>
                      <a:pt x="1168" y="774"/>
                    </a:lnTo>
                    <a:lnTo>
                      <a:pt x="1186" y="774"/>
                    </a:lnTo>
                    <a:lnTo>
                      <a:pt x="1186" y="780"/>
                    </a:lnTo>
                    <a:lnTo>
                      <a:pt x="1196" y="780"/>
                    </a:lnTo>
                    <a:lnTo>
                      <a:pt x="1196" y="774"/>
                    </a:lnTo>
                    <a:lnTo>
                      <a:pt x="1234" y="774"/>
                    </a:lnTo>
                    <a:lnTo>
                      <a:pt x="1234" y="780"/>
                    </a:lnTo>
                    <a:lnTo>
                      <a:pt x="1240" y="784"/>
                    </a:lnTo>
                    <a:lnTo>
                      <a:pt x="1250" y="784"/>
                    </a:lnTo>
                    <a:lnTo>
                      <a:pt x="1250" y="790"/>
                    </a:lnTo>
                    <a:lnTo>
                      <a:pt x="1254" y="796"/>
                    </a:lnTo>
                    <a:lnTo>
                      <a:pt x="1266" y="796"/>
                    </a:lnTo>
                    <a:lnTo>
                      <a:pt x="1272" y="802"/>
                    </a:lnTo>
                    <a:lnTo>
                      <a:pt x="1294" y="802"/>
                    </a:lnTo>
                    <a:lnTo>
                      <a:pt x="1294" y="796"/>
                    </a:lnTo>
                    <a:lnTo>
                      <a:pt x="1308" y="796"/>
                    </a:lnTo>
                    <a:lnTo>
                      <a:pt x="1314" y="790"/>
                    </a:lnTo>
                    <a:lnTo>
                      <a:pt x="1326" y="790"/>
                    </a:lnTo>
                    <a:lnTo>
                      <a:pt x="1326" y="784"/>
                    </a:lnTo>
                    <a:lnTo>
                      <a:pt x="1332" y="780"/>
                    </a:lnTo>
                    <a:lnTo>
                      <a:pt x="1336" y="780"/>
                    </a:lnTo>
                    <a:lnTo>
                      <a:pt x="1336" y="774"/>
                    </a:lnTo>
                    <a:lnTo>
                      <a:pt x="1348" y="774"/>
                    </a:lnTo>
                    <a:lnTo>
                      <a:pt x="1348" y="780"/>
                    </a:lnTo>
                    <a:lnTo>
                      <a:pt x="1354" y="780"/>
                    </a:lnTo>
                    <a:lnTo>
                      <a:pt x="1354" y="784"/>
                    </a:lnTo>
                    <a:lnTo>
                      <a:pt x="1374" y="784"/>
                    </a:lnTo>
                    <a:lnTo>
                      <a:pt x="1374" y="790"/>
                    </a:lnTo>
                    <a:lnTo>
                      <a:pt x="1402" y="790"/>
                    </a:lnTo>
                    <a:lnTo>
                      <a:pt x="1402" y="784"/>
                    </a:lnTo>
                    <a:lnTo>
                      <a:pt x="1408" y="784"/>
                    </a:lnTo>
                    <a:lnTo>
                      <a:pt x="1412" y="780"/>
                    </a:lnTo>
                    <a:lnTo>
                      <a:pt x="1412" y="764"/>
                    </a:lnTo>
                    <a:lnTo>
                      <a:pt x="1418" y="758"/>
                    </a:lnTo>
                    <a:lnTo>
                      <a:pt x="1418" y="752"/>
                    </a:lnTo>
                    <a:lnTo>
                      <a:pt x="1422" y="752"/>
                    </a:lnTo>
                    <a:lnTo>
                      <a:pt x="1422" y="742"/>
                    </a:lnTo>
                    <a:lnTo>
                      <a:pt x="1428" y="742"/>
                    </a:lnTo>
                    <a:lnTo>
                      <a:pt x="1428" y="726"/>
                    </a:lnTo>
                    <a:lnTo>
                      <a:pt x="1422" y="726"/>
                    </a:lnTo>
                    <a:lnTo>
                      <a:pt x="1422" y="720"/>
                    </a:lnTo>
                    <a:lnTo>
                      <a:pt x="1428" y="716"/>
                    </a:lnTo>
                    <a:lnTo>
                      <a:pt x="1446" y="716"/>
                    </a:lnTo>
                    <a:lnTo>
                      <a:pt x="1446" y="710"/>
                    </a:lnTo>
                    <a:lnTo>
                      <a:pt x="1476" y="710"/>
                    </a:lnTo>
                    <a:lnTo>
                      <a:pt x="1476" y="716"/>
                    </a:lnTo>
                    <a:lnTo>
                      <a:pt x="1500" y="716"/>
                    </a:lnTo>
                    <a:lnTo>
                      <a:pt x="1500" y="720"/>
                    </a:lnTo>
                    <a:lnTo>
                      <a:pt x="1504" y="726"/>
                    </a:lnTo>
                    <a:lnTo>
                      <a:pt x="1504" y="736"/>
                    </a:lnTo>
                    <a:lnTo>
                      <a:pt x="1510" y="736"/>
                    </a:lnTo>
                    <a:lnTo>
                      <a:pt x="1510" y="746"/>
                    </a:lnTo>
                    <a:lnTo>
                      <a:pt x="1516" y="746"/>
                    </a:lnTo>
                    <a:lnTo>
                      <a:pt x="1516" y="764"/>
                    </a:lnTo>
                    <a:lnTo>
                      <a:pt x="1520" y="764"/>
                    </a:lnTo>
                    <a:lnTo>
                      <a:pt x="1520" y="774"/>
                    </a:lnTo>
                    <a:lnTo>
                      <a:pt x="1526" y="774"/>
                    </a:lnTo>
                    <a:lnTo>
                      <a:pt x="1526" y="790"/>
                    </a:lnTo>
                    <a:lnTo>
                      <a:pt x="1542" y="790"/>
                    </a:lnTo>
                    <a:lnTo>
                      <a:pt x="1542" y="796"/>
                    </a:lnTo>
                    <a:lnTo>
                      <a:pt x="1554" y="796"/>
                    </a:lnTo>
                    <a:lnTo>
                      <a:pt x="1554" y="802"/>
                    </a:lnTo>
                    <a:lnTo>
                      <a:pt x="1560" y="802"/>
                    </a:lnTo>
                    <a:lnTo>
                      <a:pt x="1564" y="806"/>
                    </a:lnTo>
                    <a:lnTo>
                      <a:pt x="1570" y="806"/>
                    </a:lnTo>
                    <a:lnTo>
                      <a:pt x="1570" y="824"/>
                    </a:lnTo>
                    <a:lnTo>
                      <a:pt x="1574" y="824"/>
                    </a:lnTo>
                    <a:lnTo>
                      <a:pt x="1574" y="830"/>
                    </a:lnTo>
                    <a:lnTo>
                      <a:pt x="1580" y="830"/>
                    </a:lnTo>
                    <a:lnTo>
                      <a:pt x="1580" y="834"/>
                    </a:lnTo>
                    <a:lnTo>
                      <a:pt x="1590" y="834"/>
                    </a:lnTo>
                    <a:lnTo>
                      <a:pt x="1590" y="830"/>
                    </a:lnTo>
                    <a:lnTo>
                      <a:pt x="1596" y="830"/>
                    </a:lnTo>
                    <a:lnTo>
                      <a:pt x="1596" y="824"/>
                    </a:lnTo>
                    <a:lnTo>
                      <a:pt x="1614" y="824"/>
                    </a:lnTo>
                    <a:lnTo>
                      <a:pt x="1614" y="818"/>
                    </a:lnTo>
                    <a:lnTo>
                      <a:pt x="1624" y="818"/>
                    </a:lnTo>
                    <a:lnTo>
                      <a:pt x="1624" y="838"/>
                    </a:lnTo>
                    <a:lnTo>
                      <a:pt x="1618" y="838"/>
                    </a:lnTo>
                    <a:lnTo>
                      <a:pt x="1618" y="850"/>
                    </a:lnTo>
                    <a:lnTo>
                      <a:pt x="1614" y="850"/>
                    </a:lnTo>
                    <a:lnTo>
                      <a:pt x="1614" y="872"/>
                    </a:lnTo>
                    <a:lnTo>
                      <a:pt x="1602" y="872"/>
                    </a:lnTo>
                    <a:lnTo>
                      <a:pt x="1602" y="884"/>
                    </a:lnTo>
                    <a:lnTo>
                      <a:pt x="1590" y="884"/>
                    </a:lnTo>
                    <a:lnTo>
                      <a:pt x="1590" y="878"/>
                    </a:lnTo>
                    <a:lnTo>
                      <a:pt x="1586" y="878"/>
                    </a:lnTo>
                    <a:lnTo>
                      <a:pt x="1586" y="884"/>
                    </a:lnTo>
                    <a:lnTo>
                      <a:pt x="1574" y="884"/>
                    </a:lnTo>
                    <a:lnTo>
                      <a:pt x="1574" y="926"/>
                    </a:lnTo>
                    <a:lnTo>
                      <a:pt x="1570" y="926"/>
                    </a:lnTo>
                    <a:lnTo>
                      <a:pt x="1570" y="938"/>
                    </a:lnTo>
                    <a:lnTo>
                      <a:pt x="1574" y="932"/>
                    </a:lnTo>
                    <a:lnTo>
                      <a:pt x="1580" y="926"/>
                    </a:lnTo>
                    <a:lnTo>
                      <a:pt x="1580" y="920"/>
                    </a:lnTo>
                    <a:lnTo>
                      <a:pt x="1590" y="920"/>
                    </a:lnTo>
                    <a:lnTo>
                      <a:pt x="1590" y="926"/>
                    </a:lnTo>
                    <a:lnTo>
                      <a:pt x="1596" y="926"/>
                    </a:lnTo>
                    <a:lnTo>
                      <a:pt x="1596" y="932"/>
                    </a:lnTo>
                    <a:lnTo>
                      <a:pt x="1602" y="926"/>
                    </a:lnTo>
                    <a:lnTo>
                      <a:pt x="1602" y="932"/>
                    </a:lnTo>
                    <a:lnTo>
                      <a:pt x="1614" y="932"/>
                    </a:lnTo>
                    <a:lnTo>
                      <a:pt x="1614" y="926"/>
                    </a:lnTo>
                    <a:lnTo>
                      <a:pt x="1618" y="926"/>
                    </a:lnTo>
                    <a:lnTo>
                      <a:pt x="1618" y="920"/>
                    </a:lnTo>
                    <a:lnTo>
                      <a:pt x="1628" y="920"/>
                    </a:lnTo>
                    <a:lnTo>
                      <a:pt x="1628" y="914"/>
                    </a:lnTo>
                    <a:lnTo>
                      <a:pt x="1634" y="914"/>
                    </a:lnTo>
                    <a:lnTo>
                      <a:pt x="1634" y="910"/>
                    </a:lnTo>
                    <a:lnTo>
                      <a:pt x="1640" y="910"/>
                    </a:lnTo>
                    <a:lnTo>
                      <a:pt x="1640" y="898"/>
                    </a:lnTo>
                    <a:lnTo>
                      <a:pt x="1650" y="898"/>
                    </a:lnTo>
                    <a:lnTo>
                      <a:pt x="1650" y="884"/>
                    </a:lnTo>
                    <a:lnTo>
                      <a:pt x="1656" y="884"/>
                    </a:lnTo>
                    <a:lnTo>
                      <a:pt x="1662" y="878"/>
                    </a:lnTo>
                    <a:lnTo>
                      <a:pt x="1662" y="872"/>
                    </a:lnTo>
                    <a:lnTo>
                      <a:pt x="1672" y="872"/>
                    </a:lnTo>
                    <a:lnTo>
                      <a:pt x="1672" y="856"/>
                    </a:lnTo>
                    <a:lnTo>
                      <a:pt x="1678" y="856"/>
                    </a:lnTo>
                    <a:lnTo>
                      <a:pt x="1678" y="850"/>
                    </a:lnTo>
                    <a:lnTo>
                      <a:pt x="1682" y="844"/>
                    </a:lnTo>
                    <a:lnTo>
                      <a:pt x="1682" y="838"/>
                    </a:lnTo>
                    <a:lnTo>
                      <a:pt x="1688" y="838"/>
                    </a:lnTo>
                    <a:lnTo>
                      <a:pt x="1688" y="830"/>
                    </a:lnTo>
                    <a:lnTo>
                      <a:pt x="1694" y="830"/>
                    </a:lnTo>
                    <a:lnTo>
                      <a:pt x="1694" y="824"/>
                    </a:lnTo>
                    <a:lnTo>
                      <a:pt x="1700" y="824"/>
                    </a:lnTo>
                    <a:lnTo>
                      <a:pt x="1700" y="818"/>
                    </a:lnTo>
                    <a:lnTo>
                      <a:pt x="1704" y="812"/>
                    </a:lnTo>
                    <a:lnTo>
                      <a:pt x="1704" y="806"/>
                    </a:lnTo>
                    <a:lnTo>
                      <a:pt x="1710" y="806"/>
                    </a:lnTo>
                    <a:lnTo>
                      <a:pt x="1710" y="752"/>
                    </a:lnTo>
                    <a:lnTo>
                      <a:pt x="1716" y="752"/>
                    </a:lnTo>
                    <a:lnTo>
                      <a:pt x="1716" y="746"/>
                    </a:lnTo>
                    <a:lnTo>
                      <a:pt x="1722" y="746"/>
                    </a:lnTo>
                    <a:lnTo>
                      <a:pt x="1722" y="726"/>
                    </a:lnTo>
                    <a:lnTo>
                      <a:pt x="1716" y="720"/>
                    </a:lnTo>
                    <a:lnTo>
                      <a:pt x="1710" y="716"/>
                    </a:lnTo>
                    <a:lnTo>
                      <a:pt x="1716" y="716"/>
                    </a:lnTo>
                    <a:lnTo>
                      <a:pt x="1722" y="720"/>
                    </a:lnTo>
                    <a:lnTo>
                      <a:pt x="1722" y="716"/>
                    </a:lnTo>
                    <a:lnTo>
                      <a:pt x="1716" y="710"/>
                    </a:lnTo>
                    <a:lnTo>
                      <a:pt x="1710" y="710"/>
                    </a:lnTo>
                    <a:lnTo>
                      <a:pt x="1710" y="704"/>
                    </a:lnTo>
                    <a:lnTo>
                      <a:pt x="1704" y="704"/>
                    </a:lnTo>
                    <a:lnTo>
                      <a:pt x="1704" y="692"/>
                    </a:lnTo>
                    <a:lnTo>
                      <a:pt x="1688" y="692"/>
                    </a:lnTo>
                    <a:lnTo>
                      <a:pt x="1688" y="698"/>
                    </a:lnTo>
                    <a:lnTo>
                      <a:pt x="1682" y="704"/>
                    </a:lnTo>
                    <a:lnTo>
                      <a:pt x="1682" y="710"/>
                    </a:lnTo>
                    <a:lnTo>
                      <a:pt x="1678" y="710"/>
                    </a:lnTo>
                    <a:lnTo>
                      <a:pt x="1678" y="704"/>
                    </a:lnTo>
                    <a:lnTo>
                      <a:pt x="1672" y="704"/>
                    </a:lnTo>
                    <a:lnTo>
                      <a:pt x="1672" y="710"/>
                    </a:lnTo>
                    <a:lnTo>
                      <a:pt x="1662" y="710"/>
                    </a:lnTo>
                    <a:lnTo>
                      <a:pt x="1662" y="704"/>
                    </a:lnTo>
                    <a:lnTo>
                      <a:pt x="1656" y="704"/>
                    </a:lnTo>
                    <a:lnTo>
                      <a:pt x="1656" y="682"/>
                    </a:lnTo>
                    <a:lnTo>
                      <a:pt x="1650" y="688"/>
                    </a:lnTo>
                    <a:lnTo>
                      <a:pt x="1650" y="682"/>
                    </a:lnTo>
                    <a:lnTo>
                      <a:pt x="1644" y="688"/>
                    </a:lnTo>
                    <a:lnTo>
                      <a:pt x="1640" y="688"/>
                    </a:lnTo>
                    <a:lnTo>
                      <a:pt x="1640" y="682"/>
                    </a:lnTo>
                    <a:lnTo>
                      <a:pt x="1634" y="682"/>
                    </a:lnTo>
                    <a:lnTo>
                      <a:pt x="1634" y="676"/>
                    </a:lnTo>
                    <a:lnTo>
                      <a:pt x="1640" y="676"/>
                    </a:lnTo>
                    <a:lnTo>
                      <a:pt x="1640" y="672"/>
                    </a:lnTo>
                    <a:lnTo>
                      <a:pt x="1644" y="672"/>
                    </a:lnTo>
                    <a:lnTo>
                      <a:pt x="1644" y="666"/>
                    </a:lnTo>
                    <a:lnTo>
                      <a:pt x="1650" y="666"/>
                    </a:lnTo>
                    <a:lnTo>
                      <a:pt x="1656" y="660"/>
                    </a:lnTo>
                    <a:lnTo>
                      <a:pt x="1662" y="660"/>
                    </a:lnTo>
                    <a:lnTo>
                      <a:pt x="1662" y="656"/>
                    </a:lnTo>
                    <a:lnTo>
                      <a:pt x="1668" y="656"/>
                    </a:lnTo>
                    <a:lnTo>
                      <a:pt x="1672" y="650"/>
                    </a:lnTo>
                    <a:lnTo>
                      <a:pt x="1672" y="644"/>
                    </a:lnTo>
                    <a:lnTo>
                      <a:pt x="1678" y="644"/>
                    </a:lnTo>
                    <a:lnTo>
                      <a:pt x="1678" y="638"/>
                    </a:lnTo>
                    <a:lnTo>
                      <a:pt x="1682" y="632"/>
                    </a:lnTo>
                    <a:lnTo>
                      <a:pt x="1688" y="632"/>
                    </a:lnTo>
                    <a:lnTo>
                      <a:pt x="1688" y="628"/>
                    </a:lnTo>
                    <a:lnTo>
                      <a:pt x="1694" y="628"/>
                    </a:lnTo>
                    <a:lnTo>
                      <a:pt x="1694" y="622"/>
                    </a:lnTo>
                    <a:lnTo>
                      <a:pt x="1700" y="622"/>
                    </a:lnTo>
                    <a:lnTo>
                      <a:pt x="1700" y="618"/>
                    </a:lnTo>
                    <a:lnTo>
                      <a:pt x="1710" y="618"/>
                    </a:lnTo>
                    <a:lnTo>
                      <a:pt x="1710" y="606"/>
                    </a:lnTo>
                    <a:lnTo>
                      <a:pt x="1716" y="602"/>
                    </a:lnTo>
                    <a:lnTo>
                      <a:pt x="1722" y="602"/>
                    </a:lnTo>
                    <a:lnTo>
                      <a:pt x="1722" y="596"/>
                    </a:lnTo>
                    <a:lnTo>
                      <a:pt x="1728" y="596"/>
                    </a:lnTo>
                    <a:lnTo>
                      <a:pt x="1728" y="590"/>
                    </a:lnTo>
                    <a:lnTo>
                      <a:pt x="1732" y="590"/>
                    </a:lnTo>
                    <a:lnTo>
                      <a:pt x="1732" y="584"/>
                    </a:lnTo>
                    <a:lnTo>
                      <a:pt x="1748" y="584"/>
                    </a:lnTo>
                    <a:lnTo>
                      <a:pt x="1748" y="578"/>
                    </a:lnTo>
                    <a:lnTo>
                      <a:pt x="1786" y="578"/>
                    </a:lnTo>
                    <a:lnTo>
                      <a:pt x="1782" y="584"/>
                    </a:lnTo>
                    <a:lnTo>
                      <a:pt x="1790" y="584"/>
                    </a:lnTo>
                    <a:lnTo>
                      <a:pt x="1790" y="578"/>
                    </a:lnTo>
                    <a:lnTo>
                      <a:pt x="1802" y="578"/>
                    </a:lnTo>
                    <a:lnTo>
                      <a:pt x="1802" y="584"/>
                    </a:lnTo>
                    <a:lnTo>
                      <a:pt x="1814" y="584"/>
                    </a:lnTo>
                    <a:lnTo>
                      <a:pt x="1814" y="578"/>
                    </a:lnTo>
                    <a:lnTo>
                      <a:pt x="1818" y="578"/>
                    </a:lnTo>
                    <a:lnTo>
                      <a:pt x="1818" y="584"/>
                    </a:lnTo>
                    <a:lnTo>
                      <a:pt x="1830" y="584"/>
                    </a:lnTo>
                    <a:lnTo>
                      <a:pt x="1830" y="578"/>
                    </a:lnTo>
                    <a:lnTo>
                      <a:pt x="1824" y="578"/>
                    </a:lnTo>
                    <a:lnTo>
                      <a:pt x="1830" y="574"/>
                    </a:lnTo>
                    <a:lnTo>
                      <a:pt x="1850" y="574"/>
                    </a:lnTo>
                    <a:lnTo>
                      <a:pt x="1850" y="578"/>
                    </a:lnTo>
                    <a:lnTo>
                      <a:pt x="1856" y="578"/>
                    </a:lnTo>
                    <a:lnTo>
                      <a:pt x="1856" y="574"/>
                    </a:lnTo>
                    <a:lnTo>
                      <a:pt x="1862" y="574"/>
                    </a:lnTo>
                    <a:lnTo>
                      <a:pt x="1862" y="578"/>
                    </a:lnTo>
                    <a:lnTo>
                      <a:pt x="1868" y="578"/>
                    </a:lnTo>
                    <a:lnTo>
                      <a:pt x="1868" y="584"/>
                    </a:lnTo>
                    <a:lnTo>
                      <a:pt x="1862" y="584"/>
                    </a:lnTo>
                    <a:lnTo>
                      <a:pt x="1862" y="590"/>
                    </a:lnTo>
                    <a:lnTo>
                      <a:pt x="1872" y="590"/>
                    </a:lnTo>
                    <a:lnTo>
                      <a:pt x="1878" y="584"/>
                    </a:lnTo>
                    <a:lnTo>
                      <a:pt x="1878" y="590"/>
                    </a:lnTo>
                    <a:lnTo>
                      <a:pt x="1884" y="590"/>
                    </a:lnTo>
                    <a:lnTo>
                      <a:pt x="1890" y="584"/>
                    </a:lnTo>
                    <a:lnTo>
                      <a:pt x="1916" y="584"/>
                    </a:lnTo>
                    <a:lnTo>
                      <a:pt x="1916" y="578"/>
                    </a:lnTo>
                    <a:lnTo>
                      <a:pt x="1910" y="578"/>
                    </a:lnTo>
                    <a:lnTo>
                      <a:pt x="1910" y="574"/>
                    </a:lnTo>
                    <a:lnTo>
                      <a:pt x="1904" y="574"/>
                    </a:lnTo>
                    <a:lnTo>
                      <a:pt x="1904" y="578"/>
                    </a:lnTo>
                    <a:lnTo>
                      <a:pt x="1898" y="578"/>
                    </a:lnTo>
                    <a:lnTo>
                      <a:pt x="1898" y="568"/>
                    </a:lnTo>
                    <a:lnTo>
                      <a:pt x="1904" y="568"/>
                    </a:lnTo>
                    <a:lnTo>
                      <a:pt x="1904" y="564"/>
                    </a:lnTo>
                    <a:lnTo>
                      <a:pt x="1910" y="564"/>
                    </a:lnTo>
                    <a:lnTo>
                      <a:pt x="1910" y="558"/>
                    </a:lnTo>
                    <a:lnTo>
                      <a:pt x="1916" y="558"/>
                    </a:lnTo>
                    <a:lnTo>
                      <a:pt x="1922" y="552"/>
                    </a:lnTo>
                    <a:lnTo>
                      <a:pt x="1922" y="548"/>
                    </a:lnTo>
                    <a:lnTo>
                      <a:pt x="1928" y="548"/>
                    </a:lnTo>
                    <a:lnTo>
                      <a:pt x="1928" y="542"/>
                    </a:lnTo>
                    <a:lnTo>
                      <a:pt x="1932" y="536"/>
                    </a:lnTo>
                    <a:lnTo>
                      <a:pt x="1938" y="536"/>
                    </a:lnTo>
                    <a:lnTo>
                      <a:pt x="1938" y="530"/>
                    </a:lnTo>
                    <a:lnTo>
                      <a:pt x="1944" y="530"/>
                    </a:lnTo>
                    <a:lnTo>
                      <a:pt x="1944" y="524"/>
                    </a:lnTo>
                    <a:lnTo>
                      <a:pt x="1986" y="524"/>
                    </a:lnTo>
                    <a:lnTo>
                      <a:pt x="1986" y="520"/>
                    </a:lnTo>
                    <a:lnTo>
                      <a:pt x="1992" y="520"/>
                    </a:lnTo>
                    <a:lnTo>
                      <a:pt x="1992" y="524"/>
                    </a:lnTo>
                    <a:lnTo>
                      <a:pt x="1986" y="530"/>
                    </a:lnTo>
                    <a:lnTo>
                      <a:pt x="1986" y="542"/>
                    </a:lnTo>
                    <a:lnTo>
                      <a:pt x="1992" y="542"/>
                    </a:lnTo>
                    <a:lnTo>
                      <a:pt x="1986" y="548"/>
                    </a:lnTo>
                    <a:lnTo>
                      <a:pt x="1998" y="548"/>
                    </a:lnTo>
                    <a:lnTo>
                      <a:pt x="1998" y="542"/>
                    </a:lnTo>
                    <a:lnTo>
                      <a:pt x="2004" y="542"/>
                    </a:lnTo>
                    <a:lnTo>
                      <a:pt x="2008" y="536"/>
                    </a:lnTo>
                    <a:lnTo>
                      <a:pt x="2012" y="536"/>
                    </a:lnTo>
                    <a:lnTo>
                      <a:pt x="2018" y="530"/>
                    </a:lnTo>
                    <a:lnTo>
                      <a:pt x="2030" y="530"/>
                    </a:lnTo>
                    <a:lnTo>
                      <a:pt x="2030" y="524"/>
                    </a:lnTo>
                    <a:lnTo>
                      <a:pt x="2024" y="524"/>
                    </a:lnTo>
                    <a:lnTo>
                      <a:pt x="2030" y="520"/>
                    </a:lnTo>
                    <a:lnTo>
                      <a:pt x="2030" y="510"/>
                    </a:lnTo>
                    <a:lnTo>
                      <a:pt x="2036" y="510"/>
                    </a:lnTo>
                    <a:lnTo>
                      <a:pt x="2036" y="504"/>
                    </a:lnTo>
                    <a:lnTo>
                      <a:pt x="2052" y="504"/>
                    </a:lnTo>
                    <a:lnTo>
                      <a:pt x="2052" y="510"/>
                    </a:lnTo>
                    <a:lnTo>
                      <a:pt x="2046" y="510"/>
                    </a:lnTo>
                    <a:lnTo>
                      <a:pt x="2046" y="524"/>
                    </a:lnTo>
                    <a:lnTo>
                      <a:pt x="2040" y="524"/>
                    </a:lnTo>
                    <a:lnTo>
                      <a:pt x="2036" y="536"/>
                    </a:lnTo>
                    <a:lnTo>
                      <a:pt x="2036" y="548"/>
                    </a:lnTo>
                    <a:lnTo>
                      <a:pt x="2024" y="548"/>
                    </a:lnTo>
                    <a:lnTo>
                      <a:pt x="2018" y="552"/>
                    </a:lnTo>
                    <a:lnTo>
                      <a:pt x="2012" y="552"/>
                    </a:lnTo>
                    <a:lnTo>
                      <a:pt x="2012" y="558"/>
                    </a:lnTo>
                    <a:lnTo>
                      <a:pt x="2008" y="558"/>
                    </a:lnTo>
                    <a:lnTo>
                      <a:pt x="2008" y="564"/>
                    </a:lnTo>
                    <a:lnTo>
                      <a:pt x="2004" y="568"/>
                    </a:lnTo>
                    <a:lnTo>
                      <a:pt x="1998" y="574"/>
                    </a:lnTo>
                    <a:lnTo>
                      <a:pt x="1992" y="574"/>
                    </a:lnTo>
                    <a:lnTo>
                      <a:pt x="1992" y="578"/>
                    </a:lnTo>
                    <a:lnTo>
                      <a:pt x="1986" y="578"/>
                    </a:lnTo>
                    <a:lnTo>
                      <a:pt x="1986" y="584"/>
                    </a:lnTo>
                    <a:lnTo>
                      <a:pt x="1982" y="584"/>
                    </a:lnTo>
                    <a:lnTo>
                      <a:pt x="1982" y="590"/>
                    </a:lnTo>
                    <a:lnTo>
                      <a:pt x="1976" y="596"/>
                    </a:lnTo>
                    <a:lnTo>
                      <a:pt x="1970" y="596"/>
                    </a:lnTo>
                    <a:lnTo>
                      <a:pt x="1970" y="602"/>
                    </a:lnTo>
                    <a:lnTo>
                      <a:pt x="1964" y="606"/>
                    </a:lnTo>
                    <a:lnTo>
                      <a:pt x="1958" y="606"/>
                    </a:lnTo>
                    <a:lnTo>
                      <a:pt x="1958" y="612"/>
                    </a:lnTo>
                    <a:lnTo>
                      <a:pt x="1950" y="612"/>
                    </a:lnTo>
                    <a:lnTo>
                      <a:pt x="1950" y="618"/>
                    </a:lnTo>
                    <a:lnTo>
                      <a:pt x="1944" y="618"/>
                    </a:lnTo>
                    <a:lnTo>
                      <a:pt x="1944" y="612"/>
                    </a:lnTo>
                    <a:lnTo>
                      <a:pt x="1938" y="618"/>
                    </a:lnTo>
                    <a:lnTo>
                      <a:pt x="1938" y="622"/>
                    </a:lnTo>
                    <a:lnTo>
                      <a:pt x="1944" y="622"/>
                    </a:lnTo>
                    <a:lnTo>
                      <a:pt x="1938" y="628"/>
                    </a:lnTo>
                    <a:lnTo>
                      <a:pt x="1938" y="632"/>
                    </a:lnTo>
                    <a:lnTo>
                      <a:pt x="1932" y="632"/>
                    </a:lnTo>
                    <a:lnTo>
                      <a:pt x="1932" y="638"/>
                    </a:lnTo>
                    <a:lnTo>
                      <a:pt x="1928" y="638"/>
                    </a:lnTo>
                    <a:lnTo>
                      <a:pt x="1928" y="644"/>
                    </a:lnTo>
                    <a:lnTo>
                      <a:pt x="1922" y="644"/>
                    </a:lnTo>
                    <a:lnTo>
                      <a:pt x="1922" y="698"/>
                    </a:lnTo>
                    <a:lnTo>
                      <a:pt x="1928" y="698"/>
                    </a:lnTo>
                    <a:lnTo>
                      <a:pt x="1928" y="726"/>
                    </a:lnTo>
                    <a:lnTo>
                      <a:pt x="1932" y="726"/>
                    </a:lnTo>
                    <a:lnTo>
                      <a:pt x="1932" y="730"/>
                    </a:lnTo>
                    <a:lnTo>
                      <a:pt x="1938" y="726"/>
                    </a:lnTo>
                    <a:lnTo>
                      <a:pt x="1938" y="730"/>
                    </a:lnTo>
                    <a:lnTo>
                      <a:pt x="1932" y="730"/>
                    </a:lnTo>
                    <a:lnTo>
                      <a:pt x="1938" y="736"/>
                    </a:lnTo>
                    <a:lnTo>
                      <a:pt x="1938" y="764"/>
                    </a:lnTo>
                    <a:lnTo>
                      <a:pt x="1944" y="758"/>
                    </a:lnTo>
                    <a:lnTo>
                      <a:pt x="1950" y="758"/>
                    </a:lnTo>
                    <a:lnTo>
                      <a:pt x="1950" y="752"/>
                    </a:lnTo>
                    <a:lnTo>
                      <a:pt x="1954" y="752"/>
                    </a:lnTo>
                    <a:lnTo>
                      <a:pt x="1954" y="746"/>
                    </a:lnTo>
                    <a:lnTo>
                      <a:pt x="1958" y="742"/>
                    </a:lnTo>
                    <a:lnTo>
                      <a:pt x="1958" y="736"/>
                    </a:lnTo>
                    <a:lnTo>
                      <a:pt x="1964" y="736"/>
                    </a:lnTo>
                    <a:lnTo>
                      <a:pt x="1964" y="720"/>
                    </a:lnTo>
                    <a:lnTo>
                      <a:pt x="1958" y="720"/>
                    </a:lnTo>
                    <a:lnTo>
                      <a:pt x="1964" y="716"/>
                    </a:lnTo>
                    <a:lnTo>
                      <a:pt x="1964" y="720"/>
                    </a:lnTo>
                    <a:lnTo>
                      <a:pt x="1970" y="720"/>
                    </a:lnTo>
                    <a:lnTo>
                      <a:pt x="1970" y="716"/>
                    </a:lnTo>
                    <a:lnTo>
                      <a:pt x="1986" y="716"/>
                    </a:lnTo>
                    <a:lnTo>
                      <a:pt x="1986" y="692"/>
                    </a:lnTo>
                    <a:lnTo>
                      <a:pt x="1992" y="692"/>
                    </a:lnTo>
                    <a:lnTo>
                      <a:pt x="1992" y="688"/>
                    </a:lnTo>
                    <a:lnTo>
                      <a:pt x="2008" y="688"/>
                    </a:lnTo>
                    <a:lnTo>
                      <a:pt x="2008" y="682"/>
                    </a:lnTo>
                    <a:lnTo>
                      <a:pt x="2012" y="682"/>
                    </a:lnTo>
                    <a:lnTo>
                      <a:pt x="2012" y="676"/>
                    </a:lnTo>
                    <a:lnTo>
                      <a:pt x="2008" y="676"/>
                    </a:lnTo>
                    <a:lnTo>
                      <a:pt x="2008" y="656"/>
                    </a:lnTo>
                    <a:lnTo>
                      <a:pt x="2012" y="656"/>
                    </a:lnTo>
                    <a:lnTo>
                      <a:pt x="2018" y="650"/>
                    </a:lnTo>
                    <a:lnTo>
                      <a:pt x="2024" y="656"/>
                    </a:lnTo>
                    <a:lnTo>
                      <a:pt x="2030" y="656"/>
                    </a:lnTo>
                    <a:lnTo>
                      <a:pt x="2036" y="650"/>
                    </a:lnTo>
                    <a:lnTo>
                      <a:pt x="2036" y="644"/>
                    </a:lnTo>
                    <a:lnTo>
                      <a:pt x="2030" y="644"/>
                    </a:lnTo>
                    <a:lnTo>
                      <a:pt x="2036" y="638"/>
                    </a:lnTo>
                    <a:lnTo>
                      <a:pt x="2024" y="638"/>
                    </a:lnTo>
                    <a:lnTo>
                      <a:pt x="2024" y="622"/>
                    </a:lnTo>
                    <a:lnTo>
                      <a:pt x="2030" y="622"/>
                    </a:lnTo>
                    <a:lnTo>
                      <a:pt x="2036" y="618"/>
                    </a:lnTo>
                    <a:lnTo>
                      <a:pt x="2030" y="612"/>
                    </a:lnTo>
                    <a:lnTo>
                      <a:pt x="2018" y="612"/>
                    </a:lnTo>
                    <a:lnTo>
                      <a:pt x="2018" y="618"/>
                    </a:lnTo>
                    <a:lnTo>
                      <a:pt x="2012" y="612"/>
                    </a:lnTo>
                    <a:lnTo>
                      <a:pt x="2012" y="602"/>
                    </a:lnTo>
                    <a:lnTo>
                      <a:pt x="2018" y="596"/>
                    </a:lnTo>
                    <a:lnTo>
                      <a:pt x="2024" y="596"/>
                    </a:lnTo>
                    <a:lnTo>
                      <a:pt x="2024" y="590"/>
                    </a:lnTo>
                    <a:lnTo>
                      <a:pt x="2030" y="590"/>
                    </a:lnTo>
                    <a:lnTo>
                      <a:pt x="2030" y="584"/>
                    </a:lnTo>
                    <a:lnTo>
                      <a:pt x="2036" y="584"/>
                    </a:lnTo>
                    <a:lnTo>
                      <a:pt x="2036" y="578"/>
                    </a:lnTo>
                    <a:lnTo>
                      <a:pt x="2030" y="578"/>
                    </a:lnTo>
                    <a:lnTo>
                      <a:pt x="2030" y="574"/>
                    </a:lnTo>
                    <a:lnTo>
                      <a:pt x="2036" y="574"/>
                    </a:lnTo>
                    <a:lnTo>
                      <a:pt x="2036" y="564"/>
                    </a:lnTo>
                    <a:lnTo>
                      <a:pt x="2052" y="564"/>
                    </a:lnTo>
                    <a:lnTo>
                      <a:pt x="2052" y="574"/>
                    </a:lnTo>
                    <a:lnTo>
                      <a:pt x="2058" y="568"/>
                    </a:lnTo>
                    <a:lnTo>
                      <a:pt x="2058" y="564"/>
                    </a:lnTo>
                    <a:lnTo>
                      <a:pt x="2062" y="558"/>
                    </a:lnTo>
                    <a:lnTo>
                      <a:pt x="2068" y="558"/>
                    </a:lnTo>
                    <a:lnTo>
                      <a:pt x="2072" y="552"/>
                    </a:lnTo>
                    <a:lnTo>
                      <a:pt x="2072" y="564"/>
                    </a:lnTo>
                    <a:lnTo>
                      <a:pt x="2068" y="564"/>
                    </a:lnTo>
                    <a:lnTo>
                      <a:pt x="2068" y="574"/>
                    </a:lnTo>
                    <a:lnTo>
                      <a:pt x="2072" y="574"/>
                    </a:lnTo>
                    <a:lnTo>
                      <a:pt x="2072" y="568"/>
                    </a:lnTo>
                    <a:lnTo>
                      <a:pt x="2078" y="568"/>
                    </a:lnTo>
                    <a:lnTo>
                      <a:pt x="2078" y="558"/>
                    </a:lnTo>
                    <a:lnTo>
                      <a:pt x="2096" y="558"/>
                    </a:lnTo>
                    <a:lnTo>
                      <a:pt x="2096" y="552"/>
                    </a:lnTo>
                    <a:lnTo>
                      <a:pt x="2116" y="552"/>
                    </a:lnTo>
                    <a:lnTo>
                      <a:pt x="2116" y="558"/>
                    </a:lnTo>
                    <a:lnTo>
                      <a:pt x="2122" y="558"/>
                    </a:lnTo>
                    <a:lnTo>
                      <a:pt x="2126" y="564"/>
                    </a:lnTo>
                    <a:lnTo>
                      <a:pt x="2126" y="568"/>
                    </a:lnTo>
                    <a:lnTo>
                      <a:pt x="2132" y="568"/>
                    </a:lnTo>
                    <a:lnTo>
                      <a:pt x="2132" y="558"/>
                    </a:lnTo>
                    <a:lnTo>
                      <a:pt x="2138" y="558"/>
                    </a:lnTo>
                    <a:lnTo>
                      <a:pt x="2138" y="552"/>
                    </a:lnTo>
                    <a:lnTo>
                      <a:pt x="2144" y="552"/>
                    </a:lnTo>
                    <a:lnTo>
                      <a:pt x="2144" y="548"/>
                    </a:lnTo>
                    <a:lnTo>
                      <a:pt x="2154" y="548"/>
                    </a:lnTo>
                    <a:lnTo>
                      <a:pt x="2154" y="542"/>
                    </a:lnTo>
                    <a:lnTo>
                      <a:pt x="2160" y="542"/>
                    </a:lnTo>
                    <a:lnTo>
                      <a:pt x="2160" y="536"/>
                    </a:lnTo>
                    <a:lnTo>
                      <a:pt x="2164" y="530"/>
                    </a:lnTo>
                    <a:lnTo>
                      <a:pt x="2164" y="536"/>
                    </a:lnTo>
                    <a:lnTo>
                      <a:pt x="2170" y="536"/>
                    </a:lnTo>
                    <a:lnTo>
                      <a:pt x="2176" y="530"/>
                    </a:lnTo>
                    <a:lnTo>
                      <a:pt x="2176" y="524"/>
                    </a:lnTo>
                    <a:lnTo>
                      <a:pt x="2192" y="524"/>
                    </a:lnTo>
                    <a:lnTo>
                      <a:pt x="2192" y="520"/>
                    </a:lnTo>
                    <a:lnTo>
                      <a:pt x="2198" y="520"/>
                    </a:lnTo>
                    <a:lnTo>
                      <a:pt x="2198" y="514"/>
                    </a:lnTo>
                    <a:lnTo>
                      <a:pt x="2214" y="514"/>
                    </a:lnTo>
                    <a:lnTo>
                      <a:pt x="2218" y="510"/>
                    </a:lnTo>
                    <a:lnTo>
                      <a:pt x="2246" y="510"/>
                    </a:lnTo>
                    <a:lnTo>
                      <a:pt x="2246" y="514"/>
                    </a:lnTo>
                    <a:lnTo>
                      <a:pt x="2258" y="514"/>
                    </a:lnTo>
                    <a:lnTo>
                      <a:pt x="2258" y="492"/>
                    </a:lnTo>
                    <a:lnTo>
                      <a:pt x="2252" y="492"/>
                    </a:lnTo>
                    <a:lnTo>
                      <a:pt x="2252" y="488"/>
                    </a:lnTo>
                    <a:lnTo>
                      <a:pt x="2246" y="482"/>
                    </a:lnTo>
                    <a:lnTo>
                      <a:pt x="2246" y="488"/>
                    </a:lnTo>
                    <a:lnTo>
                      <a:pt x="2240" y="482"/>
                    </a:lnTo>
                    <a:lnTo>
                      <a:pt x="2246" y="482"/>
                    </a:lnTo>
                    <a:lnTo>
                      <a:pt x="2246" y="464"/>
                    </a:lnTo>
                    <a:lnTo>
                      <a:pt x="2230" y="464"/>
                    </a:lnTo>
                    <a:lnTo>
                      <a:pt x="2230" y="456"/>
                    </a:lnTo>
                    <a:lnTo>
                      <a:pt x="2224" y="450"/>
                    </a:lnTo>
                    <a:lnTo>
                      <a:pt x="2230" y="450"/>
                    </a:lnTo>
                    <a:lnTo>
                      <a:pt x="2230" y="456"/>
                    </a:lnTo>
                    <a:lnTo>
                      <a:pt x="2246" y="456"/>
                    </a:lnTo>
                    <a:lnTo>
                      <a:pt x="2246" y="460"/>
                    </a:lnTo>
                    <a:lnTo>
                      <a:pt x="2252" y="456"/>
                    </a:lnTo>
                    <a:lnTo>
                      <a:pt x="2264" y="456"/>
                    </a:lnTo>
                    <a:lnTo>
                      <a:pt x="2264" y="450"/>
                    </a:lnTo>
                    <a:lnTo>
                      <a:pt x="2268" y="450"/>
                    </a:lnTo>
                    <a:lnTo>
                      <a:pt x="2268" y="444"/>
                    </a:lnTo>
                    <a:lnTo>
                      <a:pt x="2272" y="444"/>
                    </a:lnTo>
                    <a:lnTo>
                      <a:pt x="2272" y="438"/>
                    </a:lnTo>
                    <a:lnTo>
                      <a:pt x="2278" y="438"/>
                    </a:lnTo>
                    <a:lnTo>
                      <a:pt x="2272" y="434"/>
                    </a:lnTo>
                    <a:lnTo>
                      <a:pt x="2268" y="434"/>
                    </a:lnTo>
                    <a:lnTo>
                      <a:pt x="2268" y="416"/>
                    </a:lnTo>
                    <a:lnTo>
                      <a:pt x="2272" y="422"/>
                    </a:lnTo>
                    <a:lnTo>
                      <a:pt x="2278" y="422"/>
                    </a:lnTo>
                    <a:lnTo>
                      <a:pt x="2278" y="416"/>
                    </a:lnTo>
                    <a:lnTo>
                      <a:pt x="2290" y="416"/>
                    </a:lnTo>
                    <a:lnTo>
                      <a:pt x="2284" y="422"/>
                    </a:lnTo>
                    <a:lnTo>
                      <a:pt x="2284" y="434"/>
                    </a:lnTo>
                    <a:lnTo>
                      <a:pt x="2290" y="434"/>
                    </a:lnTo>
                    <a:lnTo>
                      <a:pt x="2284" y="438"/>
                    </a:lnTo>
                    <a:lnTo>
                      <a:pt x="2306" y="438"/>
                    </a:lnTo>
                    <a:lnTo>
                      <a:pt x="2306" y="434"/>
                    </a:lnTo>
                    <a:lnTo>
                      <a:pt x="2318" y="434"/>
                    </a:lnTo>
                    <a:lnTo>
                      <a:pt x="2318" y="438"/>
                    </a:lnTo>
                    <a:lnTo>
                      <a:pt x="2324" y="438"/>
                    </a:lnTo>
                    <a:lnTo>
                      <a:pt x="2324" y="444"/>
                    </a:lnTo>
                    <a:lnTo>
                      <a:pt x="2326" y="444"/>
                    </a:lnTo>
                    <a:lnTo>
                      <a:pt x="2326" y="456"/>
                    </a:lnTo>
                    <a:lnTo>
                      <a:pt x="2344" y="456"/>
                    </a:lnTo>
                    <a:lnTo>
                      <a:pt x="2350" y="460"/>
                    </a:lnTo>
                    <a:lnTo>
                      <a:pt x="2350" y="464"/>
                    </a:lnTo>
                    <a:lnTo>
                      <a:pt x="2378" y="464"/>
                    </a:lnTo>
                    <a:lnTo>
                      <a:pt x="2378" y="460"/>
                    </a:lnTo>
                    <a:lnTo>
                      <a:pt x="2366" y="460"/>
                    </a:lnTo>
                    <a:lnTo>
                      <a:pt x="2366" y="456"/>
                    </a:lnTo>
                    <a:lnTo>
                      <a:pt x="2378" y="456"/>
                    </a:lnTo>
                    <a:lnTo>
                      <a:pt x="2378" y="438"/>
                    </a:lnTo>
                    <a:lnTo>
                      <a:pt x="2392" y="438"/>
                    </a:lnTo>
                    <a:lnTo>
                      <a:pt x="2392" y="434"/>
                    </a:lnTo>
                    <a:lnTo>
                      <a:pt x="2404" y="434"/>
                    </a:lnTo>
                    <a:lnTo>
                      <a:pt x="2404" y="416"/>
                    </a:lnTo>
                    <a:lnTo>
                      <a:pt x="2398" y="416"/>
                    </a:lnTo>
                    <a:lnTo>
                      <a:pt x="2398" y="410"/>
                    </a:lnTo>
                    <a:lnTo>
                      <a:pt x="2398" y="410"/>
                    </a:lnTo>
                    <a:lnTo>
                      <a:pt x="2398" y="410"/>
                    </a:lnTo>
                    <a:close/>
                    <a:moveTo>
                      <a:pt x="806" y="692"/>
                    </a:moveTo>
                    <a:lnTo>
                      <a:pt x="806" y="688"/>
                    </a:lnTo>
                    <a:lnTo>
                      <a:pt x="812" y="692"/>
                    </a:lnTo>
                    <a:lnTo>
                      <a:pt x="806" y="692"/>
                    </a:lnTo>
                    <a:lnTo>
                      <a:pt x="806" y="692"/>
                    </a:lnTo>
                    <a:lnTo>
                      <a:pt x="806" y="692"/>
                    </a:lnTo>
                    <a:close/>
                    <a:moveTo>
                      <a:pt x="936" y="238"/>
                    </a:moveTo>
                    <a:lnTo>
                      <a:pt x="936" y="234"/>
                    </a:lnTo>
                    <a:lnTo>
                      <a:pt x="940" y="234"/>
                    </a:lnTo>
                    <a:lnTo>
                      <a:pt x="936" y="238"/>
                    </a:lnTo>
                    <a:lnTo>
                      <a:pt x="936" y="238"/>
                    </a:lnTo>
                    <a:lnTo>
                      <a:pt x="936" y="238"/>
                    </a:lnTo>
                    <a:close/>
                    <a:moveTo>
                      <a:pt x="946" y="242"/>
                    </a:moveTo>
                    <a:lnTo>
                      <a:pt x="940" y="242"/>
                    </a:lnTo>
                    <a:lnTo>
                      <a:pt x="940" y="238"/>
                    </a:lnTo>
                    <a:lnTo>
                      <a:pt x="946" y="238"/>
                    </a:lnTo>
                    <a:lnTo>
                      <a:pt x="946" y="242"/>
                    </a:lnTo>
                    <a:lnTo>
                      <a:pt x="946" y="242"/>
                    </a:lnTo>
                    <a:lnTo>
                      <a:pt x="946" y="242"/>
                    </a:lnTo>
                    <a:close/>
                    <a:moveTo>
                      <a:pt x="1126" y="180"/>
                    </a:moveTo>
                    <a:lnTo>
                      <a:pt x="1120" y="180"/>
                    </a:lnTo>
                    <a:lnTo>
                      <a:pt x="1126" y="174"/>
                    </a:lnTo>
                    <a:lnTo>
                      <a:pt x="1126" y="180"/>
                    </a:lnTo>
                    <a:lnTo>
                      <a:pt x="1126" y="180"/>
                    </a:lnTo>
                    <a:lnTo>
                      <a:pt x="1126" y="180"/>
                    </a:lnTo>
                    <a:close/>
                    <a:moveTo>
                      <a:pt x="1136" y="182"/>
                    </a:moveTo>
                    <a:lnTo>
                      <a:pt x="1132" y="182"/>
                    </a:lnTo>
                    <a:lnTo>
                      <a:pt x="1132" y="180"/>
                    </a:lnTo>
                    <a:lnTo>
                      <a:pt x="1136" y="180"/>
                    </a:lnTo>
                    <a:lnTo>
                      <a:pt x="1136" y="182"/>
                    </a:lnTo>
                    <a:lnTo>
                      <a:pt x="1136" y="182"/>
                    </a:lnTo>
                    <a:lnTo>
                      <a:pt x="1136" y="182"/>
                    </a:lnTo>
                    <a:close/>
                    <a:moveTo>
                      <a:pt x="1168" y="156"/>
                    </a:moveTo>
                    <a:lnTo>
                      <a:pt x="1162" y="152"/>
                    </a:lnTo>
                    <a:lnTo>
                      <a:pt x="1168" y="152"/>
                    </a:lnTo>
                    <a:lnTo>
                      <a:pt x="1168" y="156"/>
                    </a:lnTo>
                    <a:lnTo>
                      <a:pt x="1168" y="156"/>
                    </a:lnTo>
                    <a:lnTo>
                      <a:pt x="1168" y="156"/>
                    </a:lnTo>
                    <a:close/>
                    <a:moveTo>
                      <a:pt x="1520" y="288"/>
                    </a:moveTo>
                    <a:lnTo>
                      <a:pt x="1516" y="282"/>
                    </a:lnTo>
                    <a:lnTo>
                      <a:pt x="1516" y="276"/>
                    </a:lnTo>
                    <a:lnTo>
                      <a:pt x="1520" y="276"/>
                    </a:lnTo>
                    <a:lnTo>
                      <a:pt x="1520" y="288"/>
                    </a:lnTo>
                    <a:lnTo>
                      <a:pt x="1520" y="288"/>
                    </a:lnTo>
                    <a:lnTo>
                      <a:pt x="1520" y="288"/>
                    </a:lnTo>
                    <a:close/>
                    <a:moveTo>
                      <a:pt x="1844" y="296"/>
                    </a:moveTo>
                    <a:lnTo>
                      <a:pt x="1842" y="296"/>
                    </a:lnTo>
                    <a:lnTo>
                      <a:pt x="1844" y="292"/>
                    </a:lnTo>
                    <a:lnTo>
                      <a:pt x="1844" y="296"/>
                    </a:lnTo>
                    <a:lnTo>
                      <a:pt x="1844" y="296"/>
                    </a:lnTo>
                    <a:lnTo>
                      <a:pt x="1844" y="296"/>
                    </a:lnTo>
                    <a:close/>
                    <a:moveTo>
                      <a:pt x="2214" y="460"/>
                    </a:moveTo>
                    <a:lnTo>
                      <a:pt x="2210" y="460"/>
                    </a:lnTo>
                    <a:lnTo>
                      <a:pt x="2210" y="450"/>
                    </a:lnTo>
                    <a:lnTo>
                      <a:pt x="2214" y="456"/>
                    </a:lnTo>
                    <a:lnTo>
                      <a:pt x="2214" y="460"/>
                    </a:lnTo>
                    <a:lnTo>
                      <a:pt x="2214" y="460"/>
                    </a:lnTo>
                    <a:lnTo>
                      <a:pt x="2214" y="460"/>
                    </a:lnTo>
                    <a:close/>
                    <a:moveTo>
                      <a:pt x="2408" y="416"/>
                    </a:moveTo>
                    <a:lnTo>
                      <a:pt x="2408" y="428"/>
                    </a:lnTo>
                    <a:lnTo>
                      <a:pt x="2414" y="428"/>
                    </a:lnTo>
                    <a:lnTo>
                      <a:pt x="2414" y="422"/>
                    </a:lnTo>
                    <a:lnTo>
                      <a:pt x="2408" y="416"/>
                    </a:lnTo>
                    <a:lnTo>
                      <a:pt x="2408" y="416"/>
                    </a:lnTo>
                    <a:lnTo>
                      <a:pt x="2408" y="416"/>
                    </a:lnTo>
                    <a:close/>
                    <a:moveTo>
                      <a:pt x="2306" y="292"/>
                    </a:moveTo>
                    <a:lnTo>
                      <a:pt x="2300" y="296"/>
                    </a:lnTo>
                    <a:lnTo>
                      <a:pt x="2284" y="296"/>
                    </a:lnTo>
                    <a:lnTo>
                      <a:pt x="2278" y="302"/>
                    </a:lnTo>
                    <a:lnTo>
                      <a:pt x="2272" y="302"/>
                    </a:lnTo>
                    <a:lnTo>
                      <a:pt x="2268" y="296"/>
                    </a:lnTo>
                    <a:lnTo>
                      <a:pt x="2264" y="296"/>
                    </a:lnTo>
                    <a:lnTo>
                      <a:pt x="2264" y="302"/>
                    </a:lnTo>
                    <a:lnTo>
                      <a:pt x="2246" y="302"/>
                    </a:lnTo>
                    <a:lnTo>
                      <a:pt x="2246" y="296"/>
                    </a:lnTo>
                    <a:lnTo>
                      <a:pt x="2252" y="296"/>
                    </a:lnTo>
                    <a:lnTo>
                      <a:pt x="2252" y="292"/>
                    </a:lnTo>
                    <a:lnTo>
                      <a:pt x="2258" y="292"/>
                    </a:lnTo>
                    <a:lnTo>
                      <a:pt x="2258" y="288"/>
                    </a:lnTo>
                    <a:lnTo>
                      <a:pt x="2296" y="288"/>
                    </a:lnTo>
                    <a:lnTo>
                      <a:pt x="2296" y="292"/>
                    </a:lnTo>
                    <a:lnTo>
                      <a:pt x="2306" y="292"/>
                    </a:lnTo>
                    <a:lnTo>
                      <a:pt x="2306" y="292"/>
                    </a:lnTo>
                    <a:lnTo>
                      <a:pt x="2306" y="292"/>
                    </a:lnTo>
                    <a:close/>
                    <a:moveTo>
                      <a:pt x="1314" y="152"/>
                    </a:moveTo>
                    <a:lnTo>
                      <a:pt x="1308" y="152"/>
                    </a:lnTo>
                    <a:lnTo>
                      <a:pt x="1308" y="152"/>
                    </a:lnTo>
                    <a:lnTo>
                      <a:pt x="1304" y="152"/>
                    </a:lnTo>
                    <a:lnTo>
                      <a:pt x="1308" y="152"/>
                    </a:lnTo>
                    <a:lnTo>
                      <a:pt x="1314" y="152"/>
                    </a:lnTo>
                    <a:lnTo>
                      <a:pt x="1314" y="152"/>
                    </a:lnTo>
                    <a:lnTo>
                      <a:pt x="1314" y="152"/>
                    </a:lnTo>
                    <a:lnTo>
                      <a:pt x="1314" y="152"/>
                    </a:lnTo>
                    <a:lnTo>
                      <a:pt x="1314" y="152"/>
                    </a:lnTo>
                    <a:lnTo>
                      <a:pt x="1314" y="152"/>
                    </a:lnTo>
                    <a:lnTo>
                      <a:pt x="1314" y="152"/>
                    </a:lnTo>
                    <a:close/>
                    <a:moveTo>
                      <a:pt x="1466" y="242"/>
                    </a:moveTo>
                    <a:lnTo>
                      <a:pt x="1466" y="238"/>
                    </a:lnTo>
                    <a:lnTo>
                      <a:pt x="1466" y="238"/>
                    </a:lnTo>
                    <a:lnTo>
                      <a:pt x="1466" y="234"/>
                    </a:lnTo>
                    <a:lnTo>
                      <a:pt x="1466" y="228"/>
                    </a:lnTo>
                    <a:lnTo>
                      <a:pt x="1466" y="228"/>
                    </a:lnTo>
                    <a:lnTo>
                      <a:pt x="1466" y="234"/>
                    </a:lnTo>
                    <a:lnTo>
                      <a:pt x="1472" y="234"/>
                    </a:lnTo>
                    <a:lnTo>
                      <a:pt x="1476" y="234"/>
                    </a:lnTo>
                    <a:lnTo>
                      <a:pt x="1472" y="228"/>
                    </a:lnTo>
                    <a:lnTo>
                      <a:pt x="1476" y="228"/>
                    </a:lnTo>
                    <a:lnTo>
                      <a:pt x="1482" y="228"/>
                    </a:lnTo>
                    <a:lnTo>
                      <a:pt x="1482" y="228"/>
                    </a:lnTo>
                    <a:lnTo>
                      <a:pt x="1482" y="228"/>
                    </a:lnTo>
                    <a:lnTo>
                      <a:pt x="1488" y="228"/>
                    </a:lnTo>
                    <a:lnTo>
                      <a:pt x="1488" y="234"/>
                    </a:lnTo>
                    <a:lnTo>
                      <a:pt x="1494" y="228"/>
                    </a:lnTo>
                    <a:lnTo>
                      <a:pt x="1494" y="234"/>
                    </a:lnTo>
                    <a:lnTo>
                      <a:pt x="1494" y="234"/>
                    </a:lnTo>
                    <a:lnTo>
                      <a:pt x="1500" y="234"/>
                    </a:lnTo>
                    <a:lnTo>
                      <a:pt x="1500" y="238"/>
                    </a:lnTo>
                    <a:lnTo>
                      <a:pt x="1494" y="238"/>
                    </a:lnTo>
                    <a:lnTo>
                      <a:pt x="1500" y="238"/>
                    </a:lnTo>
                    <a:lnTo>
                      <a:pt x="1504" y="238"/>
                    </a:lnTo>
                    <a:lnTo>
                      <a:pt x="1504" y="234"/>
                    </a:lnTo>
                    <a:lnTo>
                      <a:pt x="1504" y="234"/>
                    </a:lnTo>
                    <a:lnTo>
                      <a:pt x="1510" y="234"/>
                    </a:lnTo>
                    <a:lnTo>
                      <a:pt x="1504" y="238"/>
                    </a:lnTo>
                    <a:lnTo>
                      <a:pt x="1510" y="238"/>
                    </a:lnTo>
                    <a:lnTo>
                      <a:pt x="1510" y="238"/>
                    </a:lnTo>
                    <a:lnTo>
                      <a:pt x="1510" y="242"/>
                    </a:lnTo>
                    <a:lnTo>
                      <a:pt x="1516" y="242"/>
                    </a:lnTo>
                    <a:lnTo>
                      <a:pt x="1516" y="248"/>
                    </a:lnTo>
                    <a:lnTo>
                      <a:pt x="1510" y="248"/>
                    </a:lnTo>
                    <a:lnTo>
                      <a:pt x="1510" y="248"/>
                    </a:lnTo>
                    <a:lnTo>
                      <a:pt x="1504" y="248"/>
                    </a:lnTo>
                    <a:lnTo>
                      <a:pt x="1510" y="248"/>
                    </a:lnTo>
                    <a:lnTo>
                      <a:pt x="1510" y="254"/>
                    </a:lnTo>
                    <a:lnTo>
                      <a:pt x="1504" y="254"/>
                    </a:lnTo>
                    <a:lnTo>
                      <a:pt x="1504" y="260"/>
                    </a:lnTo>
                    <a:lnTo>
                      <a:pt x="1504" y="260"/>
                    </a:lnTo>
                    <a:lnTo>
                      <a:pt x="1504" y="266"/>
                    </a:lnTo>
                    <a:lnTo>
                      <a:pt x="1504" y="266"/>
                    </a:lnTo>
                    <a:lnTo>
                      <a:pt x="1500" y="266"/>
                    </a:lnTo>
                    <a:lnTo>
                      <a:pt x="1500" y="260"/>
                    </a:lnTo>
                    <a:lnTo>
                      <a:pt x="1494" y="260"/>
                    </a:lnTo>
                    <a:lnTo>
                      <a:pt x="1494" y="260"/>
                    </a:lnTo>
                    <a:lnTo>
                      <a:pt x="1494" y="260"/>
                    </a:lnTo>
                    <a:lnTo>
                      <a:pt x="1488" y="260"/>
                    </a:lnTo>
                    <a:lnTo>
                      <a:pt x="1488" y="254"/>
                    </a:lnTo>
                    <a:lnTo>
                      <a:pt x="1482" y="254"/>
                    </a:lnTo>
                    <a:lnTo>
                      <a:pt x="1482" y="254"/>
                    </a:lnTo>
                    <a:lnTo>
                      <a:pt x="1476" y="254"/>
                    </a:lnTo>
                    <a:lnTo>
                      <a:pt x="1472" y="254"/>
                    </a:lnTo>
                    <a:lnTo>
                      <a:pt x="1466" y="254"/>
                    </a:lnTo>
                    <a:lnTo>
                      <a:pt x="1466" y="248"/>
                    </a:lnTo>
                    <a:lnTo>
                      <a:pt x="1466" y="248"/>
                    </a:lnTo>
                    <a:lnTo>
                      <a:pt x="1462" y="248"/>
                    </a:lnTo>
                    <a:lnTo>
                      <a:pt x="1456" y="248"/>
                    </a:lnTo>
                    <a:lnTo>
                      <a:pt x="1456" y="248"/>
                    </a:lnTo>
                    <a:lnTo>
                      <a:pt x="1456" y="248"/>
                    </a:lnTo>
                    <a:lnTo>
                      <a:pt x="1456" y="248"/>
                    </a:lnTo>
                    <a:lnTo>
                      <a:pt x="1462" y="248"/>
                    </a:lnTo>
                    <a:lnTo>
                      <a:pt x="1466" y="248"/>
                    </a:lnTo>
                    <a:lnTo>
                      <a:pt x="1466" y="248"/>
                    </a:lnTo>
                    <a:lnTo>
                      <a:pt x="1466" y="242"/>
                    </a:lnTo>
                    <a:lnTo>
                      <a:pt x="1466" y="242"/>
                    </a:lnTo>
                    <a:lnTo>
                      <a:pt x="1466" y="242"/>
                    </a:lnTo>
                    <a:lnTo>
                      <a:pt x="1466" y="242"/>
                    </a:lnTo>
                    <a:lnTo>
                      <a:pt x="1466" y="242"/>
                    </a:lnTo>
                    <a:close/>
                    <a:moveTo>
                      <a:pt x="1516" y="248"/>
                    </a:moveTo>
                    <a:lnTo>
                      <a:pt x="1516" y="242"/>
                    </a:lnTo>
                    <a:lnTo>
                      <a:pt x="1510" y="238"/>
                    </a:lnTo>
                    <a:lnTo>
                      <a:pt x="1516" y="238"/>
                    </a:lnTo>
                    <a:lnTo>
                      <a:pt x="1516" y="238"/>
                    </a:lnTo>
                    <a:lnTo>
                      <a:pt x="1516" y="234"/>
                    </a:lnTo>
                    <a:lnTo>
                      <a:pt x="1516" y="234"/>
                    </a:lnTo>
                    <a:lnTo>
                      <a:pt x="1516" y="234"/>
                    </a:lnTo>
                    <a:lnTo>
                      <a:pt x="1520" y="234"/>
                    </a:lnTo>
                    <a:lnTo>
                      <a:pt x="1526" y="238"/>
                    </a:lnTo>
                    <a:lnTo>
                      <a:pt x="1530" y="238"/>
                    </a:lnTo>
                    <a:lnTo>
                      <a:pt x="1530" y="238"/>
                    </a:lnTo>
                    <a:lnTo>
                      <a:pt x="1530" y="238"/>
                    </a:lnTo>
                    <a:lnTo>
                      <a:pt x="1536" y="238"/>
                    </a:lnTo>
                    <a:lnTo>
                      <a:pt x="1542" y="238"/>
                    </a:lnTo>
                    <a:lnTo>
                      <a:pt x="1542" y="238"/>
                    </a:lnTo>
                    <a:lnTo>
                      <a:pt x="1542" y="242"/>
                    </a:lnTo>
                    <a:lnTo>
                      <a:pt x="1542" y="248"/>
                    </a:lnTo>
                    <a:lnTo>
                      <a:pt x="1542" y="242"/>
                    </a:lnTo>
                    <a:lnTo>
                      <a:pt x="1548" y="242"/>
                    </a:lnTo>
                    <a:lnTo>
                      <a:pt x="1548" y="248"/>
                    </a:lnTo>
                    <a:lnTo>
                      <a:pt x="1542" y="248"/>
                    </a:lnTo>
                    <a:lnTo>
                      <a:pt x="1542" y="248"/>
                    </a:lnTo>
                    <a:lnTo>
                      <a:pt x="1536" y="248"/>
                    </a:lnTo>
                    <a:lnTo>
                      <a:pt x="1530" y="248"/>
                    </a:lnTo>
                    <a:lnTo>
                      <a:pt x="1530" y="254"/>
                    </a:lnTo>
                    <a:lnTo>
                      <a:pt x="1530" y="254"/>
                    </a:lnTo>
                    <a:lnTo>
                      <a:pt x="1526" y="254"/>
                    </a:lnTo>
                    <a:lnTo>
                      <a:pt x="1520" y="254"/>
                    </a:lnTo>
                    <a:lnTo>
                      <a:pt x="1516" y="260"/>
                    </a:lnTo>
                    <a:lnTo>
                      <a:pt x="1516" y="260"/>
                    </a:lnTo>
                    <a:lnTo>
                      <a:pt x="1510" y="260"/>
                    </a:lnTo>
                    <a:lnTo>
                      <a:pt x="1510" y="260"/>
                    </a:lnTo>
                    <a:lnTo>
                      <a:pt x="1504" y="260"/>
                    </a:lnTo>
                    <a:lnTo>
                      <a:pt x="1504" y="254"/>
                    </a:lnTo>
                    <a:lnTo>
                      <a:pt x="1510" y="254"/>
                    </a:lnTo>
                    <a:lnTo>
                      <a:pt x="1510" y="248"/>
                    </a:lnTo>
                    <a:lnTo>
                      <a:pt x="1504" y="248"/>
                    </a:lnTo>
                    <a:lnTo>
                      <a:pt x="1510" y="248"/>
                    </a:lnTo>
                    <a:lnTo>
                      <a:pt x="1510" y="248"/>
                    </a:lnTo>
                    <a:lnTo>
                      <a:pt x="1516" y="248"/>
                    </a:lnTo>
                    <a:lnTo>
                      <a:pt x="1516" y="248"/>
                    </a:lnTo>
                    <a:lnTo>
                      <a:pt x="1516" y="248"/>
                    </a:lnTo>
                    <a:lnTo>
                      <a:pt x="1516" y="248"/>
                    </a:lnTo>
                    <a:close/>
                    <a:moveTo>
                      <a:pt x="1520" y="260"/>
                    </a:moveTo>
                    <a:lnTo>
                      <a:pt x="1520" y="254"/>
                    </a:lnTo>
                    <a:lnTo>
                      <a:pt x="1526" y="254"/>
                    </a:lnTo>
                    <a:lnTo>
                      <a:pt x="1530" y="254"/>
                    </a:lnTo>
                    <a:lnTo>
                      <a:pt x="1530" y="254"/>
                    </a:lnTo>
                    <a:lnTo>
                      <a:pt x="1536" y="254"/>
                    </a:lnTo>
                    <a:lnTo>
                      <a:pt x="1542" y="254"/>
                    </a:lnTo>
                    <a:lnTo>
                      <a:pt x="1542" y="254"/>
                    </a:lnTo>
                    <a:lnTo>
                      <a:pt x="1548" y="254"/>
                    </a:lnTo>
                    <a:lnTo>
                      <a:pt x="1554" y="254"/>
                    </a:lnTo>
                    <a:lnTo>
                      <a:pt x="1548" y="260"/>
                    </a:lnTo>
                    <a:lnTo>
                      <a:pt x="1542" y="254"/>
                    </a:lnTo>
                    <a:lnTo>
                      <a:pt x="1542" y="254"/>
                    </a:lnTo>
                    <a:lnTo>
                      <a:pt x="1536" y="254"/>
                    </a:lnTo>
                    <a:lnTo>
                      <a:pt x="1530" y="260"/>
                    </a:lnTo>
                    <a:lnTo>
                      <a:pt x="1530" y="254"/>
                    </a:lnTo>
                    <a:lnTo>
                      <a:pt x="1526" y="260"/>
                    </a:lnTo>
                    <a:lnTo>
                      <a:pt x="1520" y="260"/>
                    </a:lnTo>
                    <a:lnTo>
                      <a:pt x="1520" y="260"/>
                    </a:lnTo>
                    <a:lnTo>
                      <a:pt x="1520" y="260"/>
                    </a:lnTo>
                    <a:lnTo>
                      <a:pt x="1520" y="260"/>
                    </a:lnTo>
                    <a:close/>
                    <a:moveTo>
                      <a:pt x="1516" y="260"/>
                    </a:moveTo>
                    <a:lnTo>
                      <a:pt x="1516" y="260"/>
                    </a:lnTo>
                    <a:lnTo>
                      <a:pt x="1516" y="260"/>
                    </a:lnTo>
                    <a:lnTo>
                      <a:pt x="1520" y="260"/>
                    </a:lnTo>
                    <a:lnTo>
                      <a:pt x="1526" y="260"/>
                    </a:lnTo>
                    <a:lnTo>
                      <a:pt x="1530" y="260"/>
                    </a:lnTo>
                    <a:lnTo>
                      <a:pt x="1530" y="260"/>
                    </a:lnTo>
                    <a:lnTo>
                      <a:pt x="1542" y="260"/>
                    </a:lnTo>
                    <a:lnTo>
                      <a:pt x="1542" y="260"/>
                    </a:lnTo>
                    <a:lnTo>
                      <a:pt x="1548" y="260"/>
                    </a:lnTo>
                    <a:lnTo>
                      <a:pt x="1554" y="260"/>
                    </a:lnTo>
                    <a:lnTo>
                      <a:pt x="1554" y="266"/>
                    </a:lnTo>
                    <a:lnTo>
                      <a:pt x="1554" y="266"/>
                    </a:lnTo>
                    <a:lnTo>
                      <a:pt x="1554" y="270"/>
                    </a:lnTo>
                    <a:lnTo>
                      <a:pt x="1554" y="270"/>
                    </a:lnTo>
                    <a:lnTo>
                      <a:pt x="1548" y="270"/>
                    </a:lnTo>
                    <a:lnTo>
                      <a:pt x="1554" y="270"/>
                    </a:lnTo>
                    <a:lnTo>
                      <a:pt x="1548" y="276"/>
                    </a:lnTo>
                    <a:lnTo>
                      <a:pt x="1542" y="276"/>
                    </a:lnTo>
                    <a:lnTo>
                      <a:pt x="1542" y="276"/>
                    </a:lnTo>
                    <a:lnTo>
                      <a:pt x="1542" y="270"/>
                    </a:lnTo>
                    <a:lnTo>
                      <a:pt x="1536" y="270"/>
                    </a:lnTo>
                    <a:lnTo>
                      <a:pt x="1536" y="266"/>
                    </a:lnTo>
                    <a:lnTo>
                      <a:pt x="1530" y="266"/>
                    </a:lnTo>
                    <a:lnTo>
                      <a:pt x="1530" y="266"/>
                    </a:lnTo>
                    <a:lnTo>
                      <a:pt x="1530" y="260"/>
                    </a:lnTo>
                    <a:lnTo>
                      <a:pt x="1526" y="260"/>
                    </a:lnTo>
                    <a:lnTo>
                      <a:pt x="1520" y="260"/>
                    </a:lnTo>
                    <a:lnTo>
                      <a:pt x="1516" y="260"/>
                    </a:lnTo>
                    <a:lnTo>
                      <a:pt x="1516" y="260"/>
                    </a:lnTo>
                    <a:lnTo>
                      <a:pt x="1516" y="260"/>
                    </a:lnTo>
                    <a:lnTo>
                      <a:pt x="1516" y="260"/>
                    </a:lnTo>
                    <a:lnTo>
                      <a:pt x="1516" y="260"/>
                    </a:lnTo>
                    <a:close/>
                    <a:moveTo>
                      <a:pt x="1998" y="302"/>
                    </a:moveTo>
                    <a:lnTo>
                      <a:pt x="1992" y="302"/>
                    </a:lnTo>
                    <a:lnTo>
                      <a:pt x="1998" y="302"/>
                    </a:lnTo>
                    <a:lnTo>
                      <a:pt x="1998" y="302"/>
                    </a:lnTo>
                    <a:lnTo>
                      <a:pt x="1998" y="302"/>
                    </a:lnTo>
                    <a:lnTo>
                      <a:pt x="1998" y="302"/>
                    </a:lnTo>
                    <a:close/>
                    <a:moveTo>
                      <a:pt x="562" y="348"/>
                    </a:moveTo>
                    <a:lnTo>
                      <a:pt x="556" y="348"/>
                    </a:lnTo>
                    <a:lnTo>
                      <a:pt x="550" y="348"/>
                    </a:lnTo>
                    <a:lnTo>
                      <a:pt x="550" y="342"/>
                    </a:lnTo>
                    <a:lnTo>
                      <a:pt x="550" y="348"/>
                    </a:lnTo>
                    <a:lnTo>
                      <a:pt x="556" y="348"/>
                    </a:lnTo>
                    <a:lnTo>
                      <a:pt x="562" y="348"/>
                    </a:lnTo>
                    <a:lnTo>
                      <a:pt x="562" y="348"/>
                    </a:lnTo>
                    <a:lnTo>
                      <a:pt x="562" y="348"/>
                    </a:lnTo>
                    <a:lnTo>
                      <a:pt x="562" y="348"/>
                    </a:lnTo>
                    <a:lnTo>
                      <a:pt x="562" y="348"/>
                    </a:lnTo>
                    <a:close/>
                    <a:moveTo>
                      <a:pt x="14" y="672"/>
                    </a:moveTo>
                    <a:lnTo>
                      <a:pt x="20" y="672"/>
                    </a:lnTo>
                    <a:lnTo>
                      <a:pt x="14" y="672"/>
                    </a:lnTo>
                    <a:lnTo>
                      <a:pt x="14" y="676"/>
                    </a:lnTo>
                    <a:lnTo>
                      <a:pt x="14" y="676"/>
                    </a:lnTo>
                    <a:lnTo>
                      <a:pt x="14" y="682"/>
                    </a:lnTo>
                    <a:lnTo>
                      <a:pt x="14" y="682"/>
                    </a:lnTo>
                    <a:lnTo>
                      <a:pt x="20" y="682"/>
                    </a:lnTo>
                    <a:lnTo>
                      <a:pt x="26" y="682"/>
                    </a:lnTo>
                    <a:lnTo>
                      <a:pt x="26" y="676"/>
                    </a:lnTo>
                    <a:lnTo>
                      <a:pt x="20" y="672"/>
                    </a:lnTo>
                    <a:lnTo>
                      <a:pt x="26" y="672"/>
                    </a:lnTo>
                    <a:lnTo>
                      <a:pt x="26" y="672"/>
                    </a:lnTo>
                    <a:lnTo>
                      <a:pt x="36" y="676"/>
                    </a:lnTo>
                    <a:lnTo>
                      <a:pt x="36" y="676"/>
                    </a:lnTo>
                    <a:lnTo>
                      <a:pt x="42" y="676"/>
                    </a:lnTo>
                    <a:lnTo>
                      <a:pt x="48" y="682"/>
                    </a:lnTo>
                    <a:lnTo>
                      <a:pt x="48" y="682"/>
                    </a:lnTo>
                    <a:lnTo>
                      <a:pt x="42" y="682"/>
                    </a:lnTo>
                    <a:lnTo>
                      <a:pt x="42" y="688"/>
                    </a:lnTo>
                    <a:lnTo>
                      <a:pt x="42" y="692"/>
                    </a:lnTo>
                    <a:lnTo>
                      <a:pt x="36" y="692"/>
                    </a:lnTo>
                    <a:lnTo>
                      <a:pt x="36" y="692"/>
                    </a:lnTo>
                    <a:lnTo>
                      <a:pt x="30" y="692"/>
                    </a:lnTo>
                    <a:lnTo>
                      <a:pt x="26" y="692"/>
                    </a:lnTo>
                    <a:lnTo>
                      <a:pt x="26" y="692"/>
                    </a:lnTo>
                    <a:lnTo>
                      <a:pt x="20" y="692"/>
                    </a:lnTo>
                    <a:lnTo>
                      <a:pt x="14" y="692"/>
                    </a:lnTo>
                    <a:lnTo>
                      <a:pt x="14" y="692"/>
                    </a:lnTo>
                    <a:lnTo>
                      <a:pt x="10" y="692"/>
                    </a:lnTo>
                    <a:lnTo>
                      <a:pt x="4" y="692"/>
                    </a:lnTo>
                    <a:lnTo>
                      <a:pt x="0" y="692"/>
                    </a:lnTo>
                    <a:lnTo>
                      <a:pt x="0" y="688"/>
                    </a:lnTo>
                    <a:lnTo>
                      <a:pt x="4" y="688"/>
                    </a:lnTo>
                    <a:lnTo>
                      <a:pt x="10" y="688"/>
                    </a:lnTo>
                    <a:lnTo>
                      <a:pt x="10" y="682"/>
                    </a:lnTo>
                    <a:lnTo>
                      <a:pt x="4" y="682"/>
                    </a:lnTo>
                    <a:lnTo>
                      <a:pt x="0" y="682"/>
                    </a:lnTo>
                    <a:lnTo>
                      <a:pt x="4" y="682"/>
                    </a:lnTo>
                    <a:lnTo>
                      <a:pt x="4" y="682"/>
                    </a:lnTo>
                    <a:lnTo>
                      <a:pt x="4" y="676"/>
                    </a:lnTo>
                    <a:lnTo>
                      <a:pt x="4" y="682"/>
                    </a:lnTo>
                    <a:lnTo>
                      <a:pt x="10" y="682"/>
                    </a:lnTo>
                    <a:lnTo>
                      <a:pt x="14" y="682"/>
                    </a:lnTo>
                    <a:lnTo>
                      <a:pt x="14" y="676"/>
                    </a:lnTo>
                    <a:lnTo>
                      <a:pt x="14" y="676"/>
                    </a:lnTo>
                    <a:lnTo>
                      <a:pt x="14" y="672"/>
                    </a:lnTo>
                    <a:lnTo>
                      <a:pt x="14" y="672"/>
                    </a:lnTo>
                    <a:lnTo>
                      <a:pt x="14" y="672"/>
                    </a:lnTo>
                    <a:lnTo>
                      <a:pt x="14" y="672"/>
                    </a:lnTo>
                    <a:close/>
                    <a:moveTo>
                      <a:pt x="0" y="688"/>
                    </a:moveTo>
                    <a:lnTo>
                      <a:pt x="0" y="688"/>
                    </a:lnTo>
                    <a:lnTo>
                      <a:pt x="0" y="688"/>
                    </a:lnTo>
                    <a:lnTo>
                      <a:pt x="0" y="688"/>
                    </a:lnTo>
                    <a:lnTo>
                      <a:pt x="0" y="688"/>
                    </a:lnTo>
                    <a:lnTo>
                      <a:pt x="0" y="688"/>
                    </a:lnTo>
                    <a:close/>
                    <a:moveTo>
                      <a:pt x="600" y="6"/>
                    </a:moveTo>
                    <a:lnTo>
                      <a:pt x="604" y="6"/>
                    </a:lnTo>
                    <a:lnTo>
                      <a:pt x="610" y="0"/>
                    </a:lnTo>
                    <a:lnTo>
                      <a:pt x="610" y="6"/>
                    </a:lnTo>
                    <a:lnTo>
                      <a:pt x="610" y="6"/>
                    </a:lnTo>
                    <a:lnTo>
                      <a:pt x="610" y="0"/>
                    </a:lnTo>
                    <a:lnTo>
                      <a:pt x="616" y="0"/>
                    </a:lnTo>
                    <a:lnTo>
                      <a:pt x="622" y="0"/>
                    </a:lnTo>
                    <a:lnTo>
                      <a:pt x="622" y="6"/>
                    </a:lnTo>
                    <a:lnTo>
                      <a:pt x="622" y="6"/>
                    </a:lnTo>
                    <a:lnTo>
                      <a:pt x="622" y="12"/>
                    </a:lnTo>
                    <a:lnTo>
                      <a:pt x="616" y="6"/>
                    </a:lnTo>
                    <a:lnTo>
                      <a:pt x="610" y="6"/>
                    </a:lnTo>
                    <a:lnTo>
                      <a:pt x="610" y="6"/>
                    </a:lnTo>
                    <a:lnTo>
                      <a:pt x="604" y="6"/>
                    </a:lnTo>
                    <a:lnTo>
                      <a:pt x="600" y="6"/>
                    </a:lnTo>
                    <a:lnTo>
                      <a:pt x="600" y="6"/>
                    </a:lnTo>
                    <a:lnTo>
                      <a:pt x="600" y="6"/>
                    </a:lnTo>
                    <a:lnTo>
                      <a:pt x="600" y="6"/>
                    </a:lnTo>
                    <a:close/>
                    <a:moveTo>
                      <a:pt x="546" y="6"/>
                    </a:moveTo>
                    <a:lnTo>
                      <a:pt x="550" y="6"/>
                    </a:lnTo>
                    <a:lnTo>
                      <a:pt x="550" y="6"/>
                    </a:lnTo>
                    <a:lnTo>
                      <a:pt x="550" y="12"/>
                    </a:lnTo>
                    <a:lnTo>
                      <a:pt x="550" y="12"/>
                    </a:lnTo>
                    <a:lnTo>
                      <a:pt x="546" y="12"/>
                    </a:lnTo>
                    <a:lnTo>
                      <a:pt x="546" y="6"/>
                    </a:lnTo>
                    <a:lnTo>
                      <a:pt x="546" y="6"/>
                    </a:lnTo>
                    <a:lnTo>
                      <a:pt x="546" y="6"/>
                    </a:lnTo>
                    <a:lnTo>
                      <a:pt x="546" y="6"/>
                    </a:lnTo>
                    <a:close/>
                    <a:moveTo>
                      <a:pt x="596" y="6"/>
                    </a:moveTo>
                    <a:lnTo>
                      <a:pt x="600" y="6"/>
                    </a:lnTo>
                    <a:lnTo>
                      <a:pt x="600" y="12"/>
                    </a:lnTo>
                    <a:lnTo>
                      <a:pt x="600" y="12"/>
                    </a:lnTo>
                    <a:lnTo>
                      <a:pt x="596" y="6"/>
                    </a:lnTo>
                    <a:lnTo>
                      <a:pt x="596" y="6"/>
                    </a:lnTo>
                    <a:lnTo>
                      <a:pt x="596" y="6"/>
                    </a:lnTo>
                    <a:lnTo>
                      <a:pt x="596" y="6"/>
                    </a:lnTo>
                    <a:close/>
                    <a:moveTo>
                      <a:pt x="550" y="12"/>
                    </a:moveTo>
                    <a:lnTo>
                      <a:pt x="550" y="12"/>
                    </a:lnTo>
                    <a:lnTo>
                      <a:pt x="556" y="12"/>
                    </a:lnTo>
                    <a:lnTo>
                      <a:pt x="562" y="12"/>
                    </a:lnTo>
                    <a:lnTo>
                      <a:pt x="562" y="16"/>
                    </a:lnTo>
                    <a:lnTo>
                      <a:pt x="556" y="16"/>
                    </a:lnTo>
                    <a:lnTo>
                      <a:pt x="550" y="16"/>
                    </a:lnTo>
                    <a:lnTo>
                      <a:pt x="550" y="16"/>
                    </a:lnTo>
                    <a:lnTo>
                      <a:pt x="550" y="12"/>
                    </a:lnTo>
                    <a:lnTo>
                      <a:pt x="550" y="12"/>
                    </a:lnTo>
                    <a:lnTo>
                      <a:pt x="550" y="12"/>
                    </a:lnTo>
                    <a:lnTo>
                      <a:pt x="550" y="12"/>
                    </a:lnTo>
                    <a:close/>
                    <a:moveTo>
                      <a:pt x="492" y="16"/>
                    </a:moveTo>
                    <a:lnTo>
                      <a:pt x="486" y="12"/>
                    </a:lnTo>
                    <a:lnTo>
                      <a:pt x="492" y="12"/>
                    </a:lnTo>
                    <a:lnTo>
                      <a:pt x="492" y="16"/>
                    </a:lnTo>
                    <a:lnTo>
                      <a:pt x="492" y="16"/>
                    </a:lnTo>
                    <a:lnTo>
                      <a:pt x="492" y="16"/>
                    </a:lnTo>
                    <a:lnTo>
                      <a:pt x="492" y="16"/>
                    </a:lnTo>
                    <a:lnTo>
                      <a:pt x="492" y="16"/>
                    </a:lnTo>
                    <a:lnTo>
                      <a:pt x="492" y="16"/>
                    </a:lnTo>
                    <a:close/>
                    <a:moveTo>
                      <a:pt x="568" y="16"/>
                    </a:moveTo>
                    <a:lnTo>
                      <a:pt x="572" y="16"/>
                    </a:lnTo>
                    <a:lnTo>
                      <a:pt x="572" y="16"/>
                    </a:lnTo>
                    <a:lnTo>
                      <a:pt x="578" y="16"/>
                    </a:lnTo>
                    <a:lnTo>
                      <a:pt x="572" y="16"/>
                    </a:lnTo>
                    <a:lnTo>
                      <a:pt x="572" y="16"/>
                    </a:lnTo>
                    <a:lnTo>
                      <a:pt x="568" y="16"/>
                    </a:lnTo>
                    <a:lnTo>
                      <a:pt x="568" y="16"/>
                    </a:lnTo>
                    <a:lnTo>
                      <a:pt x="568" y="16"/>
                    </a:lnTo>
                    <a:lnTo>
                      <a:pt x="568" y="16"/>
                    </a:lnTo>
                    <a:close/>
                    <a:moveTo>
                      <a:pt x="530" y="20"/>
                    </a:moveTo>
                    <a:lnTo>
                      <a:pt x="536" y="16"/>
                    </a:lnTo>
                    <a:lnTo>
                      <a:pt x="536" y="16"/>
                    </a:lnTo>
                    <a:lnTo>
                      <a:pt x="540" y="16"/>
                    </a:lnTo>
                    <a:lnTo>
                      <a:pt x="540" y="20"/>
                    </a:lnTo>
                    <a:lnTo>
                      <a:pt x="536" y="20"/>
                    </a:lnTo>
                    <a:lnTo>
                      <a:pt x="536" y="20"/>
                    </a:lnTo>
                    <a:lnTo>
                      <a:pt x="530" y="20"/>
                    </a:lnTo>
                    <a:lnTo>
                      <a:pt x="524" y="20"/>
                    </a:lnTo>
                    <a:lnTo>
                      <a:pt x="530" y="20"/>
                    </a:lnTo>
                    <a:lnTo>
                      <a:pt x="530" y="20"/>
                    </a:lnTo>
                    <a:lnTo>
                      <a:pt x="530" y="20"/>
                    </a:lnTo>
                    <a:lnTo>
                      <a:pt x="530" y="20"/>
                    </a:lnTo>
                    <a:close/>
                    <a:moveTo>
                      <a:pt x="1006" y="26"/>
                    </a:moveTo>
                    <a:lnTo>
                      <a:pt x="1006" y="26"/>
                    </a:lnTo>
                    <a:lnTo>
                      <a:pt x="994" y="20"/>
                    </a:lnTo>
                    <a:lnTo>
                      <a:pt x="990" y="20"/>
                    </a:lnTo>
                    <a:lnTo>
                      <a:pt x="994" y="20"/>
                    </a:lnTo>
                    <a:lnTo>
                      <a:pt x="994" y="16"/>
                    </a:lnTo>
                    <a:lnTo>
                      <a:pt x="1000" y="16"/>
                    </a:lnTo>
                    <a:lnTo>
                      <a:pt x="1006" y="16"/>
                    </a:lnTo>
                    <a:lnTo>
                      <a:pt x="1006" y="16"/>
                    </a:lnTo>
                    <a:lnTo>
                      <a:pt x="1012" y="16"/>
                    </a:lnTo>
                    <a:lnTo>
                      <a:pt x="1018" y="20"/>
                    </a:lnTo>
                    <a:lnTo>
                      <a:pt x="1018" y="20"/>
                    </a:lnTo>
                    <a:lnTo>
                      <a:pt x="1018" y="20"/>
                    </a:lnTo>
                    <a:lnTo>
                      <a:pt x="1018" y="26"/>
                    </a:lnTo>
                    <a:lnTo>
                      <a:pt x="1012" y="26"/>
                    </a:lnTo>
                    <a:lnTo>
                      <a:pt x="1006" y="26"/>
                    </a:lnTo>
                    <a:lnTo>
                      <a:pt x="1006" y="26"/>
                    </a:lnTo>
                    <a:lnTo>
                      <a:pt x="1006" y="26"/>
                    </a:lnTo>
                    <a:lnTo>
                      <a:pt x="1006" y="26"/>
                    </a:lnTo>
                    <a:close/>
                    <a:moveTo>
                      <a:pt x="556" y="16"/>
                    </a:moveTo>
                    <a:lnTo>
                      <a:pt x="562" y="16"/>
                    </a:lnTo>
                    <a:lnTo>
                      <a:pt x="562" y="16"/>
                    </a:lnTo>
                    <a:lnTo>
                      <a:pt x="562" y="20"/>
                    </a:lnTo>
                    <a:lnTo>
                      <a:pt x="568" y="20"/>
                    </a:lnTo>
                    <a:lnTo>
                      <a:pt x="562" y="20"/>
                    </a:lnTo>
                    <a:lnTo>
                      <a:pt x="556" y="20"/>
                    </a:lnTo>
                    <a:lnTo>
                      <a:pt x="556" y="16"/>
                    </a:lnTo>
                    <a:lnTo>
                      <a:pt x="556" y="16"/>
                    </a:lnTo>
                    <a:lnTo>
                      <a:pt x="556" y="16"/>
                    </a:lnTo>
                    <a:lnTo>
                      <a:pt x="556" y="16"/>
                    </a:lnTo>
                    <a:close/>
                    <a:moveTo>
                      <a:pt x="432" y="26"/>
                    </a:moveTo>
                    <a:lnTo>
                      <a:pt x="438" y="26"/>
                    </a:lnTo>
                    <a:lnTo>
                      <a:pt x="432" y="26"/>
                    </a:lnTo>
                    <a:lnTo>
                      <a:pt x="432" y="20"/>
                    </a:lnTo>
                    <a:lnTo>
                      <a:pt x="438" y="20"/>
                    </a:lnTo>
                    <a:lnTo>
                      <a:pt x="442" y="20"/>
                    </a:lnTo>
                    <a:lnTo>
                      <a:pt x="442" y="26"/>
                    </a:lnTo>
                    <a:lnTo>
                      <a:pt x="438" y="26"/>
                    </a:lnTo>
                    <a:lnTo>
                      <a:pt x="432" y="26"/>
                    </a:lnTo>
                    <a:lnTo>
                      <a:pt x="432" y="26"/>
                    </a:lnTo>
                    <a:lnTo>
                      <a:pt x="432" y="26"/>
                    </a:lnTo>
                    <a:lnTo>
                      <a:pt x="432" y="26"/>
                    </a:lnTo>
                    <a:close/>
                    <a:moveTo>
                      <a:pt x="546" y="20"/>
                    </a:moveTo>
                    <a:lnTo>
                      <a:pt x="550" y="20"/>
                    </a:lnTo>
                    <a:lnTo>
                      <a:pt x="550" y="20"/>
                    </a:lnTo>
                    <a:lnTo>
                      <a:pt x="550" y="20"/>
                    </a:lnTo>
                    <a:lnTo>
                      <a:pt x="546" y="20"/>
                    </a:lnTo>
                    <a:lnTo>
                      <a:pt x="546" y="20"/>
                    </a:lnTo>
                    <a:lnTo>
                      <a:pt x="546" y="20"/>
                    </a:lnTo>
                    <a:lnTo>
                      <a:pt x="546" y="20"/>
                    </a:lnTo>
                    <a:close/>
                    <a:moveTo>
                      <a:pt x="572" y="26"/>
                    </a:moveTo>
                    <a:lnTo>
                      <a:pt x="572" y="26"/>
                    </a:lnTo>
                    <a:lnTo>
                      <a:pt x="578" y="20"/>
                    </a:lnTo>
                    <a:lnTo>
                      <a:pt x="584" y="20"/>
                    </a:lnTo>
                    <a:lnTo>
                      <a:pt x="584" y="20"/>
                    </a:lnTo>
                    <a:lnTo>
                      <a:pt x="590" y="20"/>
                    </a:lnTo>
                    <a:lnTo>
                      <a:pt x="596" y="20"/>
                    </a:lnTo>
                    <a:lnTo>
                      <a:pt x="596" y="26"/>
                    </a:lnTo>
                    <a:lnTo>
                      <a:pt x="590" y="26"/>
                    </a:lnTo>
                    <a:lnTo>
                      <a:pt x="584" y="26"/>
                    </a:lnTo>
                    <a:lnTo>
                      <a:pt x="584" y="26"/>
                    </a:lnTo>
                    <a:lnTo>
                      <a:pt x="578" y="26"/>
                    </a:lnTo>
                    <a:lnTo>
                      <a:pt x="572" y="26"/>
                    </a:lnTo>
                    <a:lnTo>
                      <a:pt x="572" y="26"/>
                    </a:lnTo>
                    <a:lnTo>
                      <a:pt x="572" y="26"/>
                    </a:lnTo>
                    <a:lnTo>
                      <a:pt x="572" y="26"/>
                    </a:lnTo>
                    <a:lnTo>
                      <a:pt x="572" y="26"/>
                    </a:lnTo>
                    <a:close/>
                    <a:moveTo>
                      <a:pt x="512" y="20"/>
                    </a:moveTo>
                    <a:lnTo>
                      <a:pt x="518" y="20"/>
                    </a:lnTo>
                    <a:lnTo>
                      <a:pt x="524" y="20"/>
                    </a:lnTo>
                    <a:lnTo>
                      <a:pt x="524" y="20"/>
                    </a:lnTo>
                    <a:lnTo>
                      <a:pt x="524" y="26"/>
                    </a:lnTo>
                    <a:lnTo>
                      <a:pt x="530" y="26"/>
                    </a:lnTo>
                    <a:lnTo>
                      <a:pt x="536" y="26"/>
                    </a:lnTo>
                    <a:lnTo>
                      <a:pt x="536" y="26"/>
                    </a:lnTo>
                    <a:lnTo>
                      <a:pt x="540" y="26"/>
                    </a:lnTo>
                    <a:lnTo>
                      <a:pt x="546" y="26"/>
                    </a:lnTo>
                    <a:lnTo>
                      <a:pt x="540" y="26"/>
                    </a:lnTo>
                    <a:lnTo>
                      <a:pt x="536" y="26"/>
                    </a:lnTo>
                    <a:lnTo>
                      <a:pt x="536" y="26"/>
                    </a:lnTo>
                    <a:lnTo>
                      <a:pt x="530" y="26"/>
                    </a:lnTo>
                    <a:lnTo>
                      <a:pt x="524" y="26"/>
                    </a:lnTo>
                    <a:lnTo>
                      <a:pt x="524" y="26"/>
                    </a:lnTo>
                    <a:lnTo>
                      <a:pt x="518" y="26"/>
                    </a:lnTo>
                    <a:lnTo>
                      <a:pt x="512" y="26"/>
                    </a:lnTo>
                    <a:lnTo>
                      <a:pt x="512" y="20"/>
                    </a:lnTo>
                    <a:lnTo>
                      <a:pt x="512" y="20"/>
                    </a:lnTo>
                    <a:lnTo>
                      <a:pt x="512" y="20"/>
                    </a:lnTo>
                    <a:lnTo>
                      <a:pt x="512" y="20"/>
                    </a:lnTo>
                    <a:close/>
                    <a:moveTo>
                      <a:pt x="540" y="26"/>
                    </a:moveTo>
                    <a:lnTo>
                      <a:pt x="536" y="26"/>
                    </a:lnTo>
                    <a:lnTo>
                      <a:pt x="540" y="20"/>
                    </a:lnTo>
                    <a:lnTo>
                      <a:pt x="546" y="20"/>
                    </a:lnTo>
                    <a:lnTo>
                      <a:pt x="550" y="20"/>
                    </a:lnTo>
                    <a:lnTo>
                      <a:pt x="550" y="26"/>
                    </a:lnTo>
                    <a:lnTo>
                      <a:pt x="550" y="26"/>
                    </a:lnTo>
                    <a:lnTo>
                      <a:pt x="550" y="26"/>
                    </a:lnTo>
                    <a:lnTo>
                      <a:pt x="546" y="26"/>
                    </a:lnTo>
                    <a:lnTo>
                      <a:pt x="546" y="26"/>
                    </a:lnTo>
                    <a:lnTo>
                      <a:pt x="540" y="26"/>
                    </a:lnTo>
                    <a:lnTo>
                      <a:pt x="540" y="26"/>
                    </a:lnTo>
                    <a:lnTo>
                      <a:pt x="540" y="26"/>
                    </a:lnTo>
                    <a:lnTo>
                      <a:pt x="540" y="26"/>
                    </a:lnTo>
                    <a:close/>
                    <a:moveTo>
                      <a:pt x="844" y="26"/>
                    </a:moveTo>
                    <a:lnTo>
                      <a:pt x="850" y="26"/>
                    </a:lnTo>
                    <a:lnTo>
                      <a:pt x="850" y="26"/>
                    </a:lnTo>
                    <a:lnTo>
                      <a:pt x="850" y="26"/>
                    </a:lnTo>
                    <a:lnTo>
                      <a:pt x="850" y="26"/>
                    </a:lnTo>
                    <a:lnTo>
                      <a:pt x="854" y="26"/>
                    </a:lnTo>
                    <a:lnTo>
                      <a:pt x="860" y="26"/>
                    </a:lnTo>
                    <a:lnTo>
                      <a:pt x="854" y="32"/>
                    </a:lnTo>
                    <a:lnTo>
                      <a:pt x="850" y="32"/>
                    </a:lnTo>
                    <a:lnTo>
                      <a:pt x="844" y="32"/>
                    </a:lnTo>
                    <a:lnTo>
                      <a:pt x="838" y="32"/>
                    </a:lnTo>
                    <a:lnTo>
                      <a:pt x="838" y="26"/>
                    </a:lnTo>
                    <a:lnTo>
                      <a:pt x="844" y="26"/>
                    </a:lnTo>
                    <a:lnTo>
                      <a:pt x="844" y="26"/>
                    </a:lnTo>
                    <a:lnTo>
                      <a:pt x="844" y="26"/>
                    </a:lnTo>
                    <a:lnTo>
                      <a:pt x="844" y="26"/>
                    </a:lnTo>
                    <a:close/>
                    <a:moveTo>
                      <a:pt x="540" y="32"/>
                    </a:moveTo>
                    <a:lnTo>
                      <a:pt x="540" y="26"/>
                    </a:lnTo>
                    <a:lnTo>
                      <a:pt x="546" y="26"/>
                    </a:lnTo>
                    <a:lnTo>
                      <a:pt x="550" y="26"/>
                    </a:lnTo>
                    <a:lnTo>
                      <a:pt x="550" y="26"/>
                    </a:lnTo>
                    <a:lnTo>
                      <a:pt x="556" y="26"/>
                    </a:lnTo>
                    <a:lnTo>
                      <a:pt x="556" y="32"/>
                    </a:lnTo>
                    <a:lnTo>
                      <a:pt x="550" y="32"/>
                    </a:lnTo>
                    <a:lnTo>
                      <a:pt x="550" y="32"/>
                    </a:lnTo>
                    <a:lnTo>
                      <a:pt x="546" y="32"/>
                    </a:lnTo>
                    <a:lnTo>
                      <a:pt x="540" y="32"/>
                    </a:lnTo>
                    <a:lnTo>
                      <a:pt x="536" y="32"/>
                    </a:lnTo>
                    <a:lnTo>
                      <a:pt x="540" y="32"/>
                    </a:lnTo>
                    <a:lnTo>
                      <a:pt x="540" y="32"/>
                    </a:lnTo>
                    <a:lnTo>
                      <a:pt x="540" y="32"/>
                    </a:lnTo>
                    <a:lnTo>
                      <a:pt x="540" y="32"/>
                    </a:lnTo>
                    <a:close/>
                    <a:moveTo>
                      <a:pt x="486" y="32"/>
                    </a:moveTo>
                    <a:lnTo>
                      <a:pt x="486" y="26"/>
                    </a:lnTo>
                    <a:lnTo>
                      <a:pt x="492" y="26"/>
                    </a:lnTo>
                    <a:lnTo>
                      <a:pt x="492" y="26"/>
                    </a:lnTo>
                    <a:lnTo>
                      <a:pt x="496" y="26"/>
                    </a:lnTo>
                    <a:lnTo>
                      <a:pt x="502" y="26"/>
                    </a:lnTo>
                    <a:lnTo>
                      <a:pt x="502" y="26"/>
                    </a:lnTo>
                    <a:lnTo>
                      <a:pt x="508" y="32"/>
                    </a:lnTo>
                    <a:lnTo>
                      <a:pt x="512" y="32"/>
                    </a:lnTo>
                    <a:lnTo>
                      <a:pt x="508" y="32"/>
                    </a:lnTo>
                    <a:lnTo>
                      <a:pt x="502" y="32"/>
                    </a:lnTo>
                    <a:lnTo>
                      <a:pt x="502" y="32"/>
                    </a:lnTo>
                    <a:lnTo>
                      <a:pt x="496" y="32"/>
                    </a:lnTo>
                    <a:lnTo>
                      <a:pt x="492" y="32"/>
                    </a:lnTo>
                    <a:lnTo>
                      <a:pt x="496" y="32"/>
                    </a:lnTo>
                    <a:lnTo>
                      <a:pt x="492" y="32"/>
                    </a:lnTo>
                    <a:lnTo>
                      <a:pt x="492" y="32"/>
                    </a:lnTo>
                    <a:lnTo>
                      <a:pt x="486" y="32"/>
                    </a:lnTo>
                    <a:lnTo>
                      <a:pt x="486" y="32"/>
                    </a:lnTo>
                    <a:lnTo>
                      <a:pt x="486" y="32"/>
                    </a:lnTo>
                    <a:lnTo>
                      <a:pt x="486" y="32"/>
                    </a:lnTo>
                    <a:close/>
                    <a:moveTo>
                      <a:pt x="508" y="32"/>
                    </a:moveTo>
                    <a:lnTo>
                      <a:pt x="512" y="32"/>
                    </a:lnTo>
                    <a:lnTo>
                      <a:pt x="518" y="32"/>
                    </a:lnTo>
                    <a:lnTo>
                      <a:pt x="524" y="32"/>
                    </a:lnTo>
                    <a:lnTo>
                      <a:pt x="524" y="38"/>
                    </a:lnTo>
                    <a:lnTo>
                      <a:pt x="524" y="38"/>
                    </a:lnTo>
                    <a:lnTo>
                      <a:pt x="518" y="38"/>
                    </a:lnTo>
                    <a:lnTo>
                      <a:pt x="512" y="38"/>
                    </a:lnTo>
                    <a:lnTo>
                      <a:pt x="512" y="38"/>
                    </a:lnTo>
                    <a:lnTo>
                      <a:pt x="508" y="38"/>
                    </a:lnTo>
                    <a:lnTo>
                      <a:pt x="502" y="38"/>
                    </a:lnTo>
                    <a:lnTo>
                      <a:pt x="502" y="32"/>
                    </a:lnTo>
                    <a:lnTo>
                      <a:pt x="508" y="32"/>
                    </a:lnTo>
                    <a:lnTo>
                      <a:pt x="508" y="32"/>
                    </a:lnTo>
                    <a:lnTo>
                      <a:pt x="508" y="32"/>
                    </a:lnTo>
                    <a:lnTo>
                      <a:pt x="508" y="32"/>
                    </a:lnTo>
                    <a:close/>
                    <a:moveTo>
                      <a:pt x="476" y="38"/>
                    </a:moveTo>
                    <a:lnTo>
                      <a:pt x="476" y="38"/>
                    </a:lnTo>
                    <a:lnTo>
                      <a:pt x="476" y="38"/>
                    </a:lnTo>
                    <a:lnTo>
                      <a:pt x="476" y="38"/>
                    </a:lnTo>
                    <a:lnTo>
                      <a:pt x="476" y="38"/>
                    </a:lnTo>
                    <a:lnTo>
                      <a:pt x="476" y="38"/>
                    </a:lnTo>
                    <a:lnTo>
                      <a:pt x="476" y="38"/>
                    </a:lnTo>
                    <a:lnTo>
                      <a:pt x="476" y="38"/>
                    </a:lnTo>
                    <a:close/>
                    <a:moveTo>
                      <a:pt x="550" y="38"/>
                    </a:moveTo>
                    <a:lnTo>
                      <a:pt x="550" y="38"/>
                    </a:lnTo>
                    <a:lnTo>
                      <a:pt x="550" y="38"/>
                    </a:lnTo>
                    <a:lnTo>
                      <a:pt x="550" y="38"/>
                    </a:lnTo>
                    <a:lnTo>
                      <a:pt x="550" y="38"/>
                    </a:lnTo>
                    <a:lnTo>
                      <a:pt x="550" y="38"/>
                    </a:lnTo>
                    <a:close/>
                    <a:moveTo>
                      <a:pt x="530" y="38"/>
                    </a:moveTo>
                    <a:lnTo>
                      <a:pt x="536" y="38"/>
                    </a:lnTo>
                    <a:lnTo>
                      <a:pt x="536" y="38"/>
                    </a:lnTo>
                    <a:lnTo>
                      <a:pt x="540" y="38"/>
                    </a:lnTo>
                    <a:lnTo>
                      <a:pt x="540" y="38"/>
                    </a:lnTo>
                    <a:lnTo>
                      <a:pt x="536" y="38"/>
                    </a:lnTo>
                    <a:lnTo>
                      <a:pt x="536" y="38"/>
                    </a:lnTo>
                    <a:lnTo>
                      <a:pt x="530" y="38"/>
                    </a:lnTo>
                    <a:lnTo>
                      <a:pt x="530" y="38"/>
                    </a:lnTo>
                    <a:lnTo>
                      <a:pt x="530" y="38"/>
                    </a:lnTo>
                    <a:lnTo>
                      <a:pt x="530" y="38"/>
                    </a:lnTo>
                    <a:close/>
                    <a:moveTo>
                      <a:pt x="482" y="38"/>
                    </a:moveTo>
                    <a:lnTo>
                      <a:pt x="486" y="38"/>
                    </a:lnTo>
                    <a:lnTo>
                      <a:pt x="482" y="38"/>
                    </a:lnTo>
                    <a:lnTo>
                      <a:pt x="482" y="38"/>
                    </a:lnTo>
                    <a:lnTo>
                      <a:pt x="486" y="38"/>
                    </a:lnTo>
                    <a:lnTo>
                      <a:pt x="492" y="38"/>
                    </a:lnTo>
                    <a:lnTo>
                      <a:pt x="492" y="38"/>
                    </a:lnTo>
                    <a:lnTo>
                      <a:pt x="486" y="38"/>
                    </a:lnTo>
                    <a:lnTo>
                      <a:pt x="492" y="38"/>
                    </a:lnTo>
                    <a:lnTo>
                      <a:pt x="492" y="38"/>
                    </a:lnTo>
                    <a:lnTo>
                      <a:pt x="492" y="42"/>
                    </a:lnTo>
                    <a:lnTo>
                      <a:pt x="486" y="42"/>
                    </a:lnTo>
                    <a:lnTo>
                      <a:pt x="486" y="38"/>
                    </a:lnTo>
                    <a:lnTo>
                      <a:pt x="482" y="38"/>
                    </a:lnTo>
                    <a:lnTo>
                      <a:pt x="482" y="38"/>
                    </a:lnTo>
                    <a:lnTo>
                      <a:pt x="482" y="38"/>
                    </a:lnTo>
                    <a:lnTo>
                      <a:pt x="482" y="38"/>
                    </a:lnTo>
                    <a:close/>
                    <a:moveTo>
                      <a:pt x="492" y="38"/>
                    </a:moveTo>
                    <a:lnTo>
                      <a:pt x="496" y="38"/>
                    </a:lnTo>
                    <a:lnTo>
                      <a:pt x="502" y="38"/>
                    </a:lnTo>
                    <a:lnTo>
                      <a:pt x="496" y="38"/>
                    </a:lnTo>
                    <a:lnTo>
                      <a:pt x="492" y="38"/>
                    </a:lnTo>
                    <a:lnTo>
                      <a:pt x="492" y="38"/>
                    </a:lnTo>
                    <a:lnTo>
                      <a:pt x="492" y="38"/>
                    </a:lnTo>
                    <a:lnTo>
                      <a:pt x="492" y="38"/>
                    </a:lnTo>
                    <a:close/>
                    <a:moveTo>
                      <a:pt x="492" y="42"/>
                    </a:moveTo>
                    <a:lnTo>
                      <a:pt x="492" y="38"/>
                    </a:lnTo>
                    <a:lnTo>
                      <a:pt x="496" y="38"/>
                    </a:lnTo>
                    <a:lnTo>
                      <a:pt x="496" y="42"/>
                    </a:lnTo>
                    <a:lnTo>
                      <a:pt x="492" y="42"/>
                    </a:lnTo>
                    <a:lnTo>
                      <a:pt x="492" y="42"/>
                    </a:lnTo>
                    <a:lnTo>
                      <a:pt x="492" y="42"/>
                    </a:lnTo>
                    <a:lnTo>
                      <a:pt x="492" y="42"/>
                    </a:lnTo>
                    <a:lnTo>
                      <a:pt x="492" y="42"/>
                    </a:lnTo>
                    <a:lnTo>
                      <a:pt x="492" y="42"/>
                    </a:lnTo>
                    <a:close/>
                    <a:moveTo>
                      <a:pt x="502" y="42"/>
                    </a:moveTo>
                    <a:lnTo>
                      <a:pt x="502" y="42"/>
                    </a:lnTo>
                    <a:lnTo>
                      <a:pt x="502" y="42"/>
                    </a:lnTo>
                    <a:lnTo>
                      <a:pt x="502" y="42"/>
                    </a:lnTo>
                    <a:lnTo>
                      <a:pt x="502" y="42"/>
                    </a:lnTo>
                    <a:lnTo>
                      <a:pt x="502" y="42"/>
                    </a:lnTo>
                    <a:close/>
                    <a:moveTo>
                      <a:pt x="512" y="42"/>
                    </a:moveTo>
                    <a:lnTo>
                      <a:pt x="512" y="42"/>
                    </a:lnTo>
                    <a:lnTo>
                      <a:pt x="518" y="42"/>
                    </a:lnTo>
                    <a:lnTo>
                      <a:pt x="512" y="42"/>
                    </a:lnTo>
                    <a:lnTo>
                      <a:pt x="512" y="42"/>
                    </a:lnTo>
                    <a:lnTo>
                      <a:pt x="512" y="42"/>
                    </a:lnTo>
                    <a:lnTo>
                      <a:pt x="512" y="42"/>
                    </a:lnTo>
                    <a:lnTo>
                      <a:pt x="512" y="42"/>
                    </a:lnTo>
                    <a:close/>
                    <a:moveTo>
                      <a:pt x="464" y="48"/>
                    </a:moveTo>
                    <a:lnTo>
                      <a:pt x="458" y="48"/>
                    </a:lnTo>
                    <a:lnTo>
                      <a:pt x="464" y="48"/>
                    </a:lnTo>
                    <a:lnTo>
                      <a:pt x="464" y="48"/>
                    </a:lnTo>
                    <a:lnTo>
                      <a:pt x="464" y="42"/>
                    </a:lnTo>
                    <a:lnTo>
                      <a:pt x="470" y="42"/>
                    </a:lnTo>
                    <a:lnTo>
                      <a:pt x="476" y="42"/>
                    </a:lnTo>
                    <a:lnTo>
                      <a:pt x="476" y="42"/>
                    </a:lnTo>
                    <a:lnTo>
                      <a:pt x="476" y="48"/>
                    </a:lnTo>
                    <a:lnTo>
                      <a:pt x="482" y="48"/>
                    </a:lnTo>
                    <a:lnTo>
                      <a:pt x="476" y="48"/>
                    </a:lnTo>
                    <a:lnTo>
                      <a:pt x="476" y="48"/>
                    </a:lnTo>
                    <a:lnTo>
                      <a:pt x="476" y="48"/>
                    </a:lnTo>
                    <a:lnTo>
                      <a:pt x="470" y="48"/>
                    </a:lnTo>
                    <a:lnTo>
                      <a:pt x="464" y="48"/>
                    </a:lnTo>
                    <a:lnTo>
                      <a:pt x="464" y="48"/>
                    </a:lnTo>
                    <a:lnTo>
                      <a:pt x="464" y="48"/>
                    </a:lnTo>
                    <a:lnTo>
                      <a:pt x="464" y="48"/>
                    </a:lnTo>
                    <a:lnTo>
                      <a:pt x="464" y="48"/>
                    </a:lnTo>
                    <a:lnTo>
                      <a:pt x="464" y="48"/>
                    </a:lnTo>
                    <a:lnTo>
                      <a:pt x="464" y="48"/>
                    </a:lnTo>
                    <a:close/>
                    <a:moveTo>
                      <a:pt x="496" y="48"/>
                    </a:moveTo>
                    <a:lnTo>
                      <a:pt x="502" y="48"/>
                    </a:lnTo>
                    <a:lnTo>
                      <a:pt x="502" y="42"/>
                    </a:lnTo>
                    <a:lnTo>
                      <a:pt x="508" y="48"/>
                    </a:lnTo>
                    <a:lnTo>
                      <a:pt x="502" y="48"/>
                    </a:lnTo>
                    <a:lnTo>
                      <a:pt x="502" y="48"/>
                    </a:lnTo>
                    <a:lnTo>
                      <a:pt x="496" y="48"/>
                    </a:lnTo>
                    <a:lnTo>
                      <a:pt x="496" y="48"/>
                    </a:lnTo>
                    <a:lnTo>
                      <a:pt x="496" y="48"/>
                    </a:lnTo>
                    <a:lnTo>
                      <a:pt x="496" y="48"/>
                    </a:lnTo>
                    <a:close/>
                    <a:moveTo>
                      <a:pt x="492" y="48"/>
                    </a:moveTo>
                    <a:lnTo>
                      <a:pt x="486" y="48"/>
                    </a:lnTo>
                    <a:lnTo>
                      <a:pt x="492" y="48"/>
                    </a:lnTo>
                    <a:lnTo>
                      <a:pt x="492" y="42"/>
                    </a:lnTo>
                    <a:lnTo>
                      <a:pt x="492" y="48"/>
                    </a:lnTo>
                    <a:lnTo>
                      <a:pt x="492" y="48"/>
                    </a:lnTo>
                    <a:lnTo>
                      <a:pt x="492" y="48"/>
                    </a:lnTo>
                    <a:lnTo>
                      <a:pt x="492" y="48"/>
                    </a:lnTo>
                    <a:lnTo>
                      <a:pt x="492" y="48"/>
                    </a:lnTo>
                    <a:lnTo>
                      <a:pt x="492" y="48"/>
                    </a:lnTo>
                    <a:close/>
                    <a:moveTo>
                      <a:pt x="426" y="54"/>
                    </a:moveTo>
                    <a:lnTo>
                      <a:pt x="426" y="48"/>
                    </a:lnTo>
                    <a:lnTo>
                      <a:pt x="422" y="48"/>
                    </a:lnTo>
                    <a:lnTo>
                      <a:pt x="426" y="48"/>
                    </a:lnTo>
                    <a:lnTo>
                      <a:pt x="432" y="48"/>
                    </a:lnTo>
                    <a:lnTo>
                      <a:pt x="432" y="48"/>
                    </a:lnTo>
                    <a:lnTo>
                      <a:pt x="432" y="48"/>
                    </a:lnTo>
                    <a:lnTo>
                      <a:pt x="432" y="48"/>
                    </a:lnTo>
                    <a:lnTo>
                      <a:pt x="432" y="54"/>
                    </a:lnTo>
                    <a:lnTo>
                      <a:pt x="426" y="54"/>
                    </a:lnTo>
                    <a:lnTo>
                      <a:pt x="426" y="54"/>
                    </a:lnTo>
                    <a:lnTo>
                      <a:pt x="426" y="54"/>
                    </a:lnTo>
                    <a:lnTo>
                      <a:pt x="426" y="54"/>
                    </a:lnTo>
                    <a:close/>
                    <a:moveTo>
                      <a:pt x="568" y="48"/>
                    </a:moveTo>
                    <a:lnTo>
                      <a:pt x="568" y="48"/>
                    </a:lnTo>
                    <a:lnTo>
                      <a:pt x="572" y="48"/>
                    </a:lnTo>
                    <a:lnTo>
                      <a:pt x="572" y="48"/>
                    </a:lnTo>
                    <a:lnTo>
                      <a:pt x="572" y="48"/>
                    </a:lnTo>
                    <a:lnTo>
                      <a:pt x="572" y="48"/>
                    </a:lnTo>
                    <a:lnTo>
                      <a:pt x="568" y="48"/>
                    </a:lnTo>
                    <a:lnTo>
                      <a:pt x="568" y="48"/>
                    </a:lnTo>
                    <a:lnTo>
                      <a:pt x="568" y="48"/>
                    </a:lnTo>
                    <a:lnTo>
                      <a:pt x="568" y="48"/>
                    </a:lnTo>
                    <a:close/>
                    <a:moveTo>
                      <a:pt x="550" y="54"/>
                    </a:moveTo>
                    <a:lnTo>
                      <a:pt x="556" y="54"/>
                    </a:lnTo>
                    <a:lnTo>
                      <a:pt x="556" y="48"/>
                    </a:lnTo>
                    <a:lnTo>
                      <a:pt x="562" y="48"/>
                    </a:lnTo>
                    <a:lnTo>
                      <a:pt x="562" y="48"/>
                    </a:lnTo>
                    <a:lnTo>
                      <a:pt x="568" y="48"/>
                    </a:lnTo>
                    <a:lnTo>
                      <a:pt x="568" y="54"/>
                    </a:lnTo>
                    <a:lnTo>
                      <a:pt x="562" y="54"/>
                    </a:lnTo>
                    <a:lnTo>
                      <a:pt x="562" y="60"/>
                    </a:lnTo>
                    <a:lnTo>
                      <a:pt x="562" y="60"/>
                    </a:lnTo>
                    <a:lnTo>
                      <a:pt x="562" y="54"/>
                    </a:lnTo>
                    <a:lnTo>
                      <a:pt x="556" y="54"/>
                    </a:lnTo>
                    <a:lnTo>
                      <a:pt x="550" y="54"/>
                    </a:lnTo>
                    <a:lnTo>
                      <a:pt x="550" y="54"/>
                    </a:lnTo>
                    <a:lnTo>
                      <a:pt x="550" y="54"/>
                    </a:lnTo>
                    <a:lnTo>
                      <a:pt x="550" y="54"/>
                    </a:lnTo>
                    <a:close/>
                    <a:moveTo>
                      <a:pt x="432" y="54"/>
                    </a:moveTo>
                    <a:lnTo>
                      <a:pt x="432" y="54"/>
                    </a:lnTo>
                    <a:lnTo>
                      <a:pt x="438" y="54"/>
                    </a:lnTo>
                    <a:lnTo>
                      <a:pt x="442" y="54"/>
                    </a:lnTo>
                    <a:lnTo>
                      <a:pt x="442" y="48"/>
                    </a:lnTo>
                    <a:lnTo>
                      <a:pt x="442" y="48"/>
                    </a:lnTo>
                    <a:lnTo>
                      <a:pt x="442" y="54"/>
                    </a:lnTo>
                    <a:lnTo>
                      <a:pt x="448" y="54"/>
                    </a:lnTo>
                    <a:lnTo>
                      <a:pt x="448" y="60"/>
                    </a:lnTo>
                    <a:lnTo>
                      <a:pt x="442" y="60"/>
                    </a:lnTo>
                    <a:lnTo>
                      <a:pt x="442" y="60"/>
                    </a:lnTo>
                    <a:lnTo>
                      <a:pt x="442" y="54"/>
                    </a:lnTo>
                    <a:lnTo>
                      <a:pt x="438" y="54"/>
                    </a:lnTo>
                    <a:lnTo>
                      <a:pt x="438" y="60"/>
                    </a:lnTo>
                    <a:lnTo>
                      <a:pt x="432" y="54"/>
                    </a:lnTo>
                    <a:lnTo>
                      <a:pt x="432" y="54"/>
                    </a:lnTo>
                    <a:lnTo>
                      <a:pt x="432" y="54"/>
                    </a:lnTo>
                    <a:lnTo>
                      <a:pt x="432" y="54"/>
                    </a:lnTo>
                    <a:lnTo>
                      <a:pt x="432" y="54"/>
                    </a:lnTo>
                    <a:close/>
                    <a:moveTo>
                      <a:pt x="422" y="54"/>
                    </a:moveTo>
                    <a:lnTo>
                      <a:pt x="422" y="48"/>
                    </a:lnTo>
                    <a:lnTo>
                      <a:pt x="426" y="54"/>
                    </a:lnTo>
                    <a:lnTo>
                      <a:pt x="422" y="54"/>
                    </a:lnTo>
                    <a:lnTo>
                      <a:pt x="422" y="54"/>
                    </a:lnTo>
                    <a:lnTo>
                      <a:pt x="422" y="54"/>
                    </a:lnTo>
                    <a:lnTo>
                      <a:pt x="422" y="54"/>
                    </a:lnTo>
                    <a:lnTo>
                      <a:pt x="422" y="54"/>
                    </a:lnTo>
                    <a:close/>
                    <a:moveTo>
                      <a:pt x="1054" y="54"/>
                    </a:moveTo>
                    <a:lnTo>
                      <a:pt x="1054" y="54"/>
                    </a:lnTo>
                    <a:lnTo>
                      <a:pt x="1054" y="54"/>
                    </a:lnTo>
                    <a:lnTo>
                      <a:pt x="1050" y="54"/>
                    </a:lnTo>
                    <a:lnTo>
                      <a:pt x="1054" y="54"/>
                    </a:lnTo>
                    <a:lnTo>
                      <a:pt x="1054" y="54"/>
                    </a:lnTo>
                    <a:lnTo>
                      <a:pt x="1054" y="54"/>
                    </a:lnTo>
                    <a:lnTo>
                      <a:pt x="1054" y="54"/>
                    </a:lnTo>
                    <a:close/>
                    <a:moveTo>
                      <a:pt x="546" y="60"/>
                    </a:moveTo>
                    <a:lnTo>
                      <a:pt x="550" y="60"/>
                    </a:lnTo>
                    <a:lnTo>
                      <a:pt x="550" y="54"/>
                    </a:lnTo>
                    <a:lnTo>
                      <a:pt x="550" y="54"/>
                    </a:lnTo>
                    <a:lnTo>
                      <a:pt x="550" y="60"/>
                    </a:lnTo>
                    <a:lnTo>
                      <a:pt x="556" y="60"/>
                    </a:lnTo>
                    <a:lnTo>
                      <a:pt x="550" y="60"/>
                    </a:lnTo>
                    <a:lnTo>
                      <a:pt x="550" y="60"/>
                    </a:lnTo>
                    <a:lnTo>
                      <a:pt x="546" y="60"/>
                    </a:lnTo>
                    <a:lnTo>
                      <a:pt x="546" y="60"/>
                    </a:lnTo>
                    <a:lnTo>
                      <a:pt x="546" y="60"/>
                    </a:lnTo>
                    <a:lnTo>
                      <a:pt x="546" y="60"/>
                    </a:lnTo>
                    <a:close/>
                    <a:moveTo>
                      <a:pt x="1018" y="66"/>
                    </a:moveTo>
                    <a:lnTo>
                      <a:pt x="1018" y="66"/>
                    </a:lnTo>
                    <a:lnTo>
                      <a:pt x="1012" y="60"/>
                    </a:lnTo>
                    <a:lnTo>
                      <a:pt x="1018" y="60"/>
                    </a:lnTo>
                    <a:lnTo>
                      <a:pt x="1018" y="60"/>
                    </a:lnTo>
                    <a:lnTo>
                      <a:pt x="1022" y="66"/>
                    </a:lnTo>
                    <a:lnTo>
                      <a:pt x="1018" y="66"/>
                    </a:lnTo>
                    <a:lnTo>
                      <a:pt x="1018" y="66"/>
                    </a:lnTo>
                    <a:lnTo>
                      <a:pt x="1018" y="66"/>
                    </a:lnTo>
                    <a:lnTo>
                      <a:pt x="1018" y="66"/>
                    </a:lnTo>
                    <a:close/>
                    <a:moveTo>
                      <a:pt x="1078" y="146"/>
                    </a:moveTo>
                    <a:lnTo>
                      <a:pt x="1078" y="146"/>
                    </a:lnTo>
                    <a:lnTo>
                      <a:pt x="1078" y="152"/>
                    </a:lnTo>
                    <a:lnTo>
                      <a:pt x="1072" y="152"/>
                    </a:lnTo>
                    <a:lnTo>
                      <a:pt x="1072" y="146"/>
                    </a:lnTo>
                    <a:lnTo>
                      <a:pt x="1078" y="146"/>
                    </a:lnTo>
                    <a:lnTo>
                      <a:pt x="1078" y="146"/>
                    </a:lnTo>
                    <a:lnTo>
                      <a:pt x="1078" y="146"/>
                    </a:lnTo>
                    <a:lnTo>
                      <a:pt x="1078" y="146"/>
                    </a:lnTo>
                    <a:close/>
                    <a:moveTo>
                      <a:pt x="568" y="162"/>
                    </a:moveTo>
                    <a:lnTo>
                      <a:pt x="572" y="162"/>
                    </a:lnTo>
                    <a:lnTo>
                      <a:pt x="572" y="162"/>
                    </a:lnTo>
                    <a:lnTo>
                      <a:pt x="578" y="162"/>
                    </a:lnTo>
                    <a:lnTo>
                      <a:pt x="572" y="162"/>
                    </a:lnTo>
                    <a:lnTo>
                      <a:pt x="572" y="168"/>
                    </a:lnTo>
                    <a:lnTo>
                      <a:pt x="572" y="168"/>
                    </a:lnTo>
                    <a:lnTo>
                      <a:pt x="568" y="168"/>
                    </a:lnTo>
                    <a:lnTo>
                      <a:pt x="568" y="162"/>
                    </a:lnTo>
                    <a:lnTo>
                      <a:pt x="568" y="162"/>
                    </a:lnTo>
                    <a:lnTo>
                      <a:pt x="568" y="162"/>
                    </a:lnTo>
                    <a:lnTo>
                      <a:pt x="568" y="162"/>
                    </a:lnTo>
                    <a:close/>
                    <a:moveTo>
                      <a:pt x="550" y="168"/>
                    </a:moveTo>
                    <a:lnTo>
                      <a:pt x="562" y="168"/>
                    </a:lnTo>
                    <a:lnTo>
                      <a:pt x="562" y="168"/>
                    </a:lnTo>
                    <a:lnTo>
                      <a:pt x="562" y="168"/>
                    </a:lnTo>
                    <a:lnTo>
                      <a:pt x="550" y="168"/>
                    </a:lnTo>
                    <a:lnTo>
                      <a:pt x="550" y="168"/>
                    </a:lnTo>
                    <a:lnTo>
                      <a:pt x="550" y="168"/>
                    </a:lnTo>
                    <a:lnTo>
                      <a:pt x="550" y="168"/>
                    </a:lnTo>
                    <a:close/>
                    <a:moveTo>
                      <a:pt x="1710" y="180"/>
                    </a:moveTo>
                    <a:lnTo>
                      <a:pt x="1710" y="180"/>
                    </a:lnTo>
                    <a:lnTo>
                      <a:pt x="1710" y="174"/>
                    </a:lnTo>
                    <a:lnTo>
                      <a:pt x="1710" y="180"/>
                    </a:lnTo>
                    <a:lnTo>
                      <a:pt x="1710" y="180"/>
                    </a:lnTo>
                    <a:lnTo>
                      <a:pt x="1710" y="180"/>
                    </a:lnTo>
                    <a:lnTo>
                      <a:pt x="1710" y="180"/>
                    </a:lnTo>
                    <a:lnTo>
                      <a:pt x="1710" y="180"/>
                    </a:lnTo>
                    <a:close/>
                    <a:moveTo>
                      <a:pt x="946" y="200"/>
                    </a:moveTo>
                    <a:lnTo>
                      <a:pt x="946" y="200"/>
                    </a:lnTo>
                    <a:lnTo>
                      <a:pt x="946" y="200"/>
                    </a:lnTo>
                    <a:lnTo>
                      <a:pt x="946" y="200"/>
                    </a:lnTo>
                    <a:lnTo>
                      <a:pt x="946" y="200"/>
                    </a:lnTo>
                    <a:lnTo>
                      <a:pt x="946" y="200"/>
                    </a:lnTo>
                    <a:lnTo>
                      <a:pt x="946" y="200"/>
                    </a:lnTo>
                    <a:close/>
                    <a:moveTo>
                      <a:pt x="936" y="210"/>
                    </a:moveTo>
                    <a:lnTo>
                      <a:pt x="930" y="210"/>
                    </a:lnTo>
                    <a:lnTo>
                      <a:pt x="930" y="206"/>
                    </a:lnTo>
                    <a:lnTo>
                      <a:pt x="936" y="206"/>
                    </a:lnTo>
                    <a:lnTo>
                      <a:pt x="940" y="206"/>
                    </a:lnTo>
                    <a:lnTo>
                      <a:pt x="936" y="206"/>
                    </a:lnTo>
                    <a:lnTo>
                      <a:pt x="936" y="210"/>
                    </a:lnTo>
                    <a:lnTo>
                      <a:pt x="936" y="210"/>
                    </a:lnTo>
                    <a:lnTo>
                      <a:pt x="936" y="210"/>
                    </a:lnTo>
                    <a:lnTo>
                      <a:pt x="936" y="210"/>
                    </a:lnTo>
                    <a:close/>
                    <a:moveTo>
                      <a:pt x="926" y="210"/>
                    </a:moveTo>
                    <a:lnTo>
                      <a:pt x="930" y="210"/>
                    </a:lnTo>
                    <a:lnTo>
                      <a:pt x="930" y="210"/>
                    </a:lnTo>
                    <a:lnTo>
                      <a:pt x="930" y="210"/>
                    </a:lnTo>
                    <a:lnTo>
                      <a:pt x="926" y="210"/>
                    </a:lnTo>
                    <a:lnTo>
                      <a:pt x="926" y="210"/>
                    </a:lnTo>
                    <a:lnTo>
                      <a:pt x="926" y="210"/>
                    </a:lnTo>
                    <a:lnTo>
                      <a:pt x="926" y="210"/>
                    </a:lnTo>
                    <a:close/>
                    <a:moveTo>
                      <a:pt x="952" y="234"/>
                    </a:moveTo>
                    <a:lnTo>
                      <a:pt x="952" y="228"/>
                    </a:lnTo>
                    <a:lnTo>
                      <a:pt x="958" y="228"/>
                    </a:lnTo>
                    <a:lnTo>
                      <a:pt x="958" y="228"/>
                    </a:lnTo>
                    <a:lnTo>
                      <a:pt x="958" y="228"/>
                    </a:lnTo>
                    <a:lnTo>
                      <a:pt x="952" y="228"/>
                    </a:lnTo>
                    <a:lnTo>
                      <a:pt x="952" y="234"/>
                    </a:lnTo>
                    <a:lnTo>
                      <a:pt x="952" y="234"/>
                    </a:lnTo>
                    <a:lnTo>
                      <a:pt x="952" y="234"/>
                    </a:lnTo>
                    <a:lnTo>
                      <a:pt x="952" y="234"/>
                    </a:lnTo>
                    <a:close/>
                    <a:moveTo>
                      <a:pt x="952" y="228"/>
                    </a:moveTo>
                    <a:lnTo>
                      <a:pt x="946" y="234"/>
                    </a:lnTo>
                    <a:lnTo>
                      <a:pt x="946" y="234"/>
                    </a:lnTo>
                    <a:lnTo>
                      <a:pt x="946" y="228"/>
                    </a:lnTo>
                    <a:lnTo>
                      <a:pt x="946" y="228"/>
                    </a:lnTo>
                    <a:lnTo>
                      <a:pt x="952" y="228"/>
                    </a:lnTo>
                    <a:lnTo>
                      <a:pt x="952" y="228"/>
                    </a:lnTo>
                    <a:lnTo>
                      <a:pt x="952" y="228"/>
                    </a:lnTo>
                    <a:lnTo>
                      <a:pt x="952" y="228"/>
                    </a:lnTo>
                    <a:close/>
                    <a:moveTo>
                      <a:pt x="790" y="238"/>
                    </a:moveTo>
                    <a:lnTo>
                      <a:pt x="790" y="234"/>
                    </a:lnTo>
                    <a:lnTo>
                      <a:pt x="794" y="234"/>
                    </a:lnTo>
                    <a:lnTo>
                      <a:pt x="800" y="234"/>
                    </a:lnTo>
                    <a:lnTo>
                      <a:pt x="794" y="238"/>
                    </a:lnTo>
                    <a:lnTo>
                      <a:pt x="790" y="238"/>
                    </a:lnTo>
                    <a:lnTo>
                      <a:pt x="790" y="238"/>
                    </a:lnTo>
                    <a:lnTo>
                      <a:pt x="790" y="238"/>
                    </a:lnTo>
                    <a:lnTo>
                      <a:pt x="790" y="238"/>
                    </a:lnTo>
                    <a:lnTo>
                      <a:pt x="790" y="238"/>
                    </a:lnTo>
                    <a:close/>
                    <a:moveTo>
                      <a:pt x="800" y="234"/>
                    </a:moveTo>
                    <a:lnTo>
                      <a:pt x="800" y="234"/>
                    </a:lnTo>
                    <a:lnTo>
                      <a:pt x="800" y="238"/>
                    </a:lnTo>
                    <a:lnTo>
                      <a:pt x="806" y="238"/>
                    </a:lnTo>
                    <a:lnTo>
                      <a:pt x="800" y="238"/>
                    </a:lnTo>
                    <a:lnTo>
                      <a:pt x="800" y="234"/>
                    </a:lnTo>
                    <a:lnTo>
                      <a:pt x="800" y="234"/>
                    </a:lnTo>
                    <a:lnTo>
                      <a:pt x="800" y="234"/>
                    </a:lnTo>
                    <a:lnTo>
                      <a:pt x="800" y="234"/>
                    </a:lnTo>
                    <a:lnTo>
                      <a:pt x="800" y="234"/>
                    </a:lnTo>
                    <a:close/>
                    <a:moveTo>
                      <a:pt x="1510" y="238"/>
                    </a:moveTo>
                    <a:lnTo>
                      <a:pt x="1516" y="238"/>
                    </a:lnTo>
                    <a:lnTo>
                      <a:pt x="1510" y="238"/>
                    </a:lnTo>
                    <a:lnTo>
                      <a:pt x="1510" y="238"/>
                    </a:lnTo>
                    <a:lnTo>
                      <a:pt x="1510" y="238"/>
                    </a:lnTo>
                    <a:lnTo>
                      <a:pt x="1510" y="238"/>
                    </a:lnTo>
                    <a:close/>
                    <a:moveTo>
                      <a:pt x="730" y="238"/>
                    </a:moveTo>
                    <a:lnTo>
                      <a:pt x="730" y="238"/>
                    </a:lnTo>
                    <a:lnTo>
                      <a:pt x="730" y="238"/>
                    </a:lnTo>
                    <a:lnTo>
                      <a:pt x="730" y="238"/>
                    </a:lnTo>
                    <a:lnTo>
                      <a:pt x="730" y="238"/>
                    </a:lnTo>
                    <a:lnTo>
                      <a:pt x="730" y="238"/>
                    </a:lnTo>
                    <a:lnTo>
                      <a:pt x="730" y="238"/>
                    </a:lnTo>
                    <a:lnTo>
                      <a:pt x="730" y="238"/>
                    </a:lnTo>
                    <a:close/>
                    <a:moveTo>
                      <a:pt x="800" y="242"/>
                    </a:moveTo>
                    <a:lnTo>
                      <a:pt x="800" y="242"/>
                    </a:lnTo>
                    <a:lnTo>
                      <a:pt x="806" y="242"/>
                    </a:lnTo>
                    <a:lnTo>
                      <a:pt x="800" y="242"/>
                    </a:lnTo>
                    <a:lnTo>
                      <a:pt x="800" y="242"/>
                    </a:lnTo>
                    <a:lnTo>
                      <a:pt x="800" y="242"/>
                    </a:lnTo>
                    <a:lnTo>
                      <a:pt x="800" y="242"/>
                    </a:lnTo>
                    <a:lnTo>
                      <a:pt x="800" y="242"/>
                    </a:lnTo>
                    <a:close/>
                    <a:moveTo>
                      <a:pt x="766" y="248"/>
                    </a:moveTo>
                    <a:lnTo>
                      <a:pt x="766" y="242"/>
                    </a:lnTo>
                    <a:lnTo>
                      <a:pt x="772" y="242"/>
                    </a:lnTo>
                    <a:lnTo>
                      <a:pt x="778" y="242"/>
                    </a:lnTo>
                    <a:lnTo>
                      <a:pt x="778" y="242"/>
                    </a:lnTo>
                    <a:lnTo>
                      <a:pt x="778" y="248"/>
                    </a:lnTo>
                    <a:lnTo>
                      <a:pt x="778" y="242"/>
                    </a:lnTo>
                    <a:lnTo>
                      <a:pt x="778" y="248"/>
                    </a:lnTo>
                    <a:lnTo>
                      <a:pt x="778" y="248"/>
                    </a:lnTo>
                    <a:lnTo>
                      <a:pt x="778" y="248"/>
                    </a:lnTo>
                    <a:lnTo>
                      <a:pt x="778" y="248"/>
                    </a:lnTo>
                    <a:lnTo>
                      <a:pt x="778" y="248"/>
                    </a:lnTo>
                    <a:lnTo>
                      <a:pt x="772" y="248"/>
                    </a:lnTo>
                    <a:lnTo>
                      <a:pt x="772" y="248"/>
                    </a:lnTo>
                    <a:lnTo>
                      <a:pt x="766" y="248"/>
                    </a:lnTo>
                    <a:lnTo>
                      <a:pt x="766" y="248"/>
                    </a:lnTo>
                    <a:lnTo>
                      <a:pt x="766" y="248"/>
                    </a:lnTo>
                    <a:lnTo>
                      <a:pt x="766" y="248"/>
                    </a:lnTo>
                    <a:close/>
                    <a:moveTo>
                      <a:pt x="1446" y="248"/>
                    </a:moveTo>
                    <a:lnTo>
                      <a:pt x="1446" y="248"/>
                    </a:lnTo>
                    <a:lnTo>
                      <a:pt x="1450" y="248"/>
                    </a:lnTo>
                    <a:lnTo>
                      <a:pt x="1450" y="248"/>
                    </a:lnTo>
                    <a:lnTo>
                      <a:pt x="1446" y="248"/>
                    </a:lnTo>
                    <a:lnTo>
                      <a:pt x="1446" y="248"/>
                    </a:lnTo>
                    <a:lnTo>
                      <a:pt x="1446" y="248"/>
                    </a:lnTo>
                    <a:lnTo>
                      <a:pt x="1446" y="248"/>
                    </a:lnTo>
                    <a:close/>
                    <a:moveTo>
                      <a:pt x="1542" y="248"/>
                    </a:moveTo>
                    <a:lnTo>
                      <a:pt x="1542" y="248"/>
                    </a:lnTo>
                    <a:lnTo>
                      <a:pt x="1548" y="248"/>
                    </a:lnTo>
                    <a:lnTo>
                      <a:pt x="1548" y="248"/>
                    </a:lnTo>
                    <a:lnTo>
                      <a:pt x="1542" y="248"/>
                    </a:lnTo>
                    <a:lnTo>
                      <a:pt x="1542" y="248"/>
                    </a:lnTo>
                    <a:lnTo>
                      <a:pt x="1542" y="248"/>
                    </a:lnTo>
                    <a:lnTo>
                      <a:pt x="1542" y="248"/>
                    </a:lnTo>
                    <a:close/>
                    <a:moveTo>
                      <a:pt x="1450" y="248"/>
                    </a:moveTo>
                    <a:lnTo>
                      <a:pt x="1456" y="248"/>
                    </a:lnTo>
                    <a:lnTo>
                      <a:pt x="1456" y="248"/>
                    </a:lnTo>
                    <a:lnTo>
                      <a:pt x="1462" y="248"/>
                    </a:lnTo>
                    <a:lnTo>
                      <a:pt x="1466" y="248"/>
                    </a:lnTo>
                    <a:lnTo>
                      <a:pt x="1466" y="254"/>
                    </a:lnTo>
                    <a:lnTo>
                      <a:pt x="1466" y="254"/>
                    </a:lnTo>
                    <a:lnTo>
                      <a:pt x="1462" y="248"/>
                    </a:lnTo>
                    <a:lnTo>
                      <a:pt x="1456" y="248"/>
                    </a:lnTo>
                    <a:lnTo>
                      <a:pt x="1450" y="248"/>
                    </a:lnTo>
                    <a:lnTo>
                      <a:pt x="1450" y="248"/>
                    </a:lnTo>
                    <a:lnTo>
                      <a:pt x="1450" y="248"/>
                    </a:lnTo>
                    <a:lnTo>
                      <a:pt x="1450" y="248"/>
                    </a:lnTo>
                    <a:lnTo>
                      <a:pt x="1450" y="248"/>
                    </a:lnTo>
                    <a:close/>
                    <a:moveTo>
                      <a:pt x="1548" y="254"/>
                    </a:moveTo>
                    <a:lnTo>
                      <a:pt x="1542" y="254"/>
                    </a:lnTo>
                    <a:lnTo>
                      <a:pt x="1542" y="248"/>
                    </a:lnTo>
                    <a:lnTo>
                      <a:pt x="1536" y="248"/>
                    </a:lnTo>
                    <a:lnTo>
                      <a:pt x="1542" y="248"/>
                    </a:lnTo>
                    <a:lnTo>
                      <a:pt x="1542" y="248"/>
                    </a:lnTo>
                    <a:lnTo>
                      <a:pt x="1548" y="248"/>
                    </a:lnTo>
                    <a:lnTo>
                      <a:pt x="1554" y="248"/>
                    </a:lnTo>
                    <a:lnTo>
                      <a:pt x="1548" y="254"/>
                    </a:lnTo>
                    <a:lnTo>
                      <a:pt x="1548" y="254"/>
                    </a:lnTo>
                    <a:lnTo>
                      <a:pt x="1548" y="254"/>
                    </a:lnTo>
                    <a:lnTo>
                      <a:pt x="1548" y="254"/>
                    </a:lnTo>
                    <a:close/>
                    <a:moveTo>
                      <a:pt x="1530" y="260"/>
                    </a:moveTo>
                    <a:lnTo>
                      <a:pt x="1536" y="260"/>
                    </a:lnTo>
                    <a:lnTo>
                      <a:pt x="1536" y="254"/>
                    </a:lnTo>
                    <a:lnTo>
                      <a:pt x="1542" y="254"/>
                    </a:lnTo>
                    <a:lnTo>
                      <a:pt x="1542" y="254"/>
                    </a:lnTo>
                    <a:lnTo>
                      <a:pt x="1542" y="260"/>
                    </a:lnTo>
                    <a:lnTo>
                      <a:pt x="1542" y="260"/>
                    </a:lnTo>
                    <a:lnTo>
                      <a:pt x="1536" y="260"/>
                    </a:lnTo>
                    <a:lnTo>
                      <a:pt x="1530" y="260"/>
                    </a:lnTo>
                    <a:lnTo>
                      <a:pt x="1530" y="260"/>
                    </a:lnTo>
                    <a:lnTo>
                      <a:pt x="1530" y="260"/>
                    </a:lnTo>
                    <a:lnTo>
                      <a:pt x="1530" y="260"/>
                    </a:lnTo>
                    <a:close/>
                    <a:moveTo>
                      <a:pt x="1516" y="270"/>
                    </a:moveTo>
                    <a:lnTo>
                      <a:pt x="1516" y="266"/>
                    </a:lnTo>
                    <a:lnTo>
                      <a:pt x="1510" y="266"/>
                    </a:lnTo>
                    <a:lnTo>
                      <a:pt x="1516" y="266"/>
                    </a:lnTo>
                    <a:lnTo>
                      <a:pt x="1516" y="270"/>
                    </a:lnTo>
                    <a:lnTo>
                      <a:pt x="1516" y="270"/>
                    </a:lnTo>
                    <a:lnTo>
                      <a:pt x="1516" y="270"/>
                    </a:lnTo>
                    <a:lnTo>
                      <a:pt x="1516" y="270"/>
                    </a:lnTo>
                    <a:close/>
                    <a:moveTo>
                      <a:pt x="1516" y="276"/>
                    </a:moveTo>
                    <a:lnTo>
                      <a:pt x="1520" y="276"/>
                    </a:lnTo>
                    <a:lnTo>
                      <a:pt x="1520" y="276"/>
                    </a:lnTo>
                    <a:lnTo>
                      <a:pt x="1516" y="276"/>
                    </a:lnTo>
                    <a:lnTo>
                      <a:pt x="1516" y="276"/>
                    </a:lnTo>
                    <a:lnTo>
                      <a:pt x="1516" y="276"/>
                    </a:lnTo>
                    <a:lnTo>
                      <a:pt x="1516" y="276"/>
                    </a:lnTo>
                    <a:lnTo>
                      <a:pt x="1516" y="276"/>
                    </a:lnTo>
                    <a:close/>
                    <a:moveTo>
                      <a:pt x="886" y="302"/>
                    </a:moveTo>
                    <a:lnTo>
                      <a:pt x="880" y="302"/>
                    </a:lnTo>
                    <a:lnTo>
                      <a:pt x="880" y="296"/>
                    </a:lnTo>
                    <a:lnTo>
                      <a:pt x="886" y="296"/>
                    </a:lnTo>
                    <a:lnTo>
                      <a:pt x="886" y="302"/>
                    </a:lnTo>
                    <a:lnTo>
                      <a:pt x="886" y="302"/>
                    </a:lnTo>
                    <a:lnTo>
                      <a:pt x="886" y="302"/>
                    </a:lnTo>
                    <a:lnTo>
                      <a:pt x="886" y="302"/>
                    </a:lnTo>
                    <a:close/>
                    <a:moveTo>
                      <a:pt x="898" y="302"/>
                    </a:moveTo>
                    <a:lnTo>
                      <a:pt x="898" y="302"/>
                    </a:lnTo>
                    <a:lnTo>
                      <a:pt x="898" y="296"/>
                    </a:lnTo>
                    <a:lnTo>
                      <a:pt x="898" y="296"/>
                    </a:lnTo>
                    <a:lnTo>
                      <a:pt x="898" y="302"/>
                    </a:lnTo>
                    <a:lnTo>
                      <a:pt x="898" y="302"/>
                    </a:lnTo>
                    <a:lnTo>
                      <a:pt x="898" y="302"/>
                    </a:lnTo>
                    <a:lnTo>
                      <a:pt x="898" y="302"/>
                    </a:lnTo>
                    <a:close/>
                    <a:moveTo>
                      <a:pt x="898" y="314"/>
                    </a:moveTo>
                    <a:lnTo>
                      <a:pt x="898" y="308"/>
                    </a:lnTo>
                    <a:lnTo>
                      <a:pt x="898" y="308"/>
                    </a:lnTo>
                    <a:lnTo>
                      <a:pt x="898" y="308"/>
                    </a:lnTo>
                    <a:lnTo>
                      <a:pt x="898" y="302"/>
                    </a:lnTo>
                    <a:lnTo>
                      <a:pt x="904" y="308"/>
                    </a:lnTo>
                    <a:lnTo>
                      <a:pt x="898" y="308"/>
                    </a:lnTo>
                    <a:lnTo>
                      <a:pt x="898" y="308"/>
                    </a:lnTo>
                    <a:lnTo>
                      <a:pt x="898" y="314"/>
                    </a:lnTo>
                    <a:lnTo>
                      <a:pt x="898" y="314"/>
                    </a:lnTo>
                    <a:lnTo>
                      <a:pt x="898" y="314"/>
                    </a:lnTo>
                    <a:lnTo>
                      <a:pt x="898" y="314"/>
                    </a:lnTo>
                    <a:lnTo>
                      <a:pt x="898" y="314"/>
                    </a:lnTo>
                    <a:close/>
                    <a:moveTo>
                      <a:pt x="530" y="314"/>
                    </a:moveTo>
                    <a:lnTo>
                      <a:pt x="524" y="308"/>
                    </a:lnTo>
                    <a:lnTo>
                      <a:pt x="530" y="308"/>
                    </a:lnTo>
                    <a:lnTo>
                      <a:pt x="530" y="314"/>
                    </a:lnTo>
                    <a:lnTo>
                      <a:pt x="530" y="314"/>
                    </a:lnTo>
                    <a:lnTo>
                      <a:pt x="530" y="314"/>
                    </a:lnTo>
                    <a:lnTo>
                      <a:pt x="530" y="314"/>
                    </a:lnTo>
                    <a:close/>
                    <a:moveTo>
                      <a:pt x="904" y="308"/>
                    </a:moveTo>
                    <a:lnTo>
                      <a:pt x="898" y="308"/>
                    </a:lnTo>
                    <a:lnTo>
                      <a:pt x="904" y="308"/>
                    </a:lnTo>
                    <a:lnTo>
                      <a:pt x="904" y="314"/>
                    </a:lnTo>
                    <a:lnTo>
                      <a:pt x="904" y="308"/>
                    </a:lnTo>
                    <a:lnTo>
                      <a:pt x="904" y="308"/>
                    </a:lnTo>
                    <a:lnTo>
                      <a:pt x="904" y="308"/>
                    </a:lnTo>
                    <a:lnTo>
                      <a:pt x="904" y="308"/>
                    </a:lnTo>
                    <a:close/>
                    <a:moveTo>
                      <a:pt x="904" y="314"/>
                    </a:moveTo>
                    <a:lnTo>
                      <a:pt x="898" y="314"/>
                    </a:lnTo>
                    <a:lnTo>
                      <a:pt x="904" y="314"/>
                    </a:lnTo>
                    <a:lnTo>
                      <a:pt x="904" y="308"/>
                    </a:lnTo>
                    <a:lnTo>
                      <a:pt x="904" y="314"/>
                    </a:lnTo>
                    <a:lnTo>
                      <a:pt x="904" y="314"/>
                    </a:lnTo>
                    <a:lnTo>
                      <a:pt x="904" y="314"/>
                    </a:lnTo>
                    <a:lnTo>
                      <a:pt x="904" y="314"/>
                    </a:lnTo>
                    <a:close/>
                    <a:moveTo>
                      <a:pt x="892" y="320"/>
                    </a:moveTo>
                    <a:lnTo>
                      <a:pt x="892" y="320"/>
                    </a:lnTo>
                    <a:lnTo>
                      <a:pt x="898" y="320"/>
                    </a:lnTo>
                    <a:lnTo>
                      <a:pt x="898" y="320"/>
                    </a:lnTo>
                    <a:lnTo>
                      <a:pt x="892" y="320"/>
                    </a:lnTo>
                    <a:lnTo>
                      <a:pt x="892" y="320"/>
                    </a:lnTo>
                    <a:lnTo>
                      <a:pt x="892" y="320"/>
                    </a:lnTo>
                    <a:lnTo>
                      <a:pt x="892" y="320"/>
                    </a:lnTo>
                    <a:close/>
                    <a:moveTo>
                      <a:pt x="670" y="342"/>
                    </a:moveTo>
                    <a:lnTo>
                      <a:pt x="670" y="342"/>
                    </a:lnTo>
                    <a:lnTo>
                      <a:pt x="670" y="342"/>
                    </a:lnTo>
                    <a:lnTo>
                      <a:pt x="670" y="342"/>
                    </a:lnTo>
                    <a:lnTo>
                      <a:pt x="670" y="342"/>
                    </a:lnTo>
                    <a:lnTo>
                      <a:pt x="670" y="342"/>
                    </a:lnTo>
                    <a:close/>
                    <a:moveTo>
                      <a:pt x="710" y="410"/>
                    </a:moveTo>
                    <a:lnTo>
                      <a:pt x="710" y="410"/>
                    </a:lnTo>
                    <a:lnTo>
                      <a:pt x="710" y="406"/>
                    </a:lnTo>
                    <a:lnTo>
                      <a:pt x="704" y="406"/>
                    </a:lnTo>
                    <a:lnTo>
                      <a:pt x="698" y="406"/>
                    </a:lnTo>
                    <a:lnTo>
                      <a:pt x="698" y="406"/>
                    </a:lnTo>
                    <a:lnTo>
                      <a:pt x="704" y="406"/>
                    </a:lnTo>
                    <a:lnTo>
                      <a:pt x="710" y="406"/>
                    </a:lnTo>
                    <a:lnTo>
                      <a:pt x="710" y="406"/>
                    </a:lnTo>
                    <a:lnTo>
                      <a:pt x="710" y="406"/>
                    </a:lnTo>
                    <a:lnTo>
                      <a:pt x="712" y="406"/>
                    </a:lnTo>
                    <a:lnTo>
                      <a:pt x="712" y="410"/>
                    </a:lnTo>
                    <a:lnTo>
                      <a:pt x="710" y="416"/>
                    </a:lnTo>
                    <a:lnTo>
                      <a:pt x="710" y="410"/>
                    </a:lnTo>
                    <a:lnTo>
                      <a:pt x="710" y="410"/>
                    </a:lnTo>
                    <a:lnTo>
                      <a:pt x="710" y="410"/>
                    </a:lnTo>
                    <a:lnTo>
                      <a:pt x="710" y="410"/>
                    </a:lnTo>
                    <a:close/>
                    <a:moveTo>
                      <a:pt x="290" y="456"/>
                    </a:moveTo>
                    <a:lnTo>
                      <a:pt x="296" y="460"/>
                    </a:lnTo>
                    <a:lnTo>
                      <a:pt x="290" y="460"/>
                    </a:lnTo>
                    <a:lnTo>
                      <a:pt x="284" y="460"/>
                    </a:lnTo>
                    <a:lnTo>
                      <a:pt x="284" y="456"/>
                    </a:lnTo>
                    <a:lnTo>
                      <a:pt x="290" y="456"/>
                    </a:lnTo>
                    <a:lnTo>
                      <a:pt x="284" y="456"/>
                    </a:lnTo>
                    <a:lnTo>
                      <a:pt x="290" y="456"/>
                    </a:lnTo>
                    <a:lnTo>
                      <a:pt x="290" y="456"/>
                    </a:lnTo>
                    <a:lnTo>
                      <a:pt x="290" y="456"/>
                    </a:lnTo>
                    <a:lnTo>
                      <a:pt x="290" y="456"/>
                    </a:lnTo>
                    <a:close/>
                    <a:moveTo>
                      <a:pt x="1850" y="584"/>
                    </a:moveTo>
                    <a:lnTo>
                      <a:pt x="1850" y="584"/>
                    </a:lnTo>
                    <a:lnTo>
                      <a:pt x="1850" y="584"/>
                    </a:lnTo>
                    <a:lnTo>
                      <a:pt x="1850" y="590"/>
                    </a:lnTo>
                    <a:lnTo>
                      <a:pt x="1850" y="584"/>
                    </a:lnTo>
                    <a:lnTo>
                      <a:pt x="1850" y="584"/>
                    </a:lnTo>
                    <a:lnTo>
                      <a:pt x="1850" y="584"/>
                    </a:lnTo>
                    <a:lnTo>
                      <a:pt x="1850" y="584"/>
                    </a:lnTo>
                    <a:close/>
                    <a:moveTo>
                      <a:pt x="1656" y="682"/>
                    </a:moveTo>
                    <a:lnTo>
                      <a:pt x="1656" y="676"/>
                    </a:lnTo>
                    <a:lnTo>
                      <a:pt x="1662" y="676"/>
                    </a:lnTo>
                    <a:lnTo>
                      <a:pt x="1662" y="676"/>
                    </a:lnTo>
                    <a:lnTo>
                      <a:pt x="1662" y="682"/>
                    </a:lnTo>
                    <a:lnTo>
                      <a:pt x="1662" y="676"/>
                    </a:lnTo>
                    <a:lnTo>
                      <a:pt x="1656" y="676"/>
                    </a:lnTo>
                    <a:lnTo>
                      <a:pt x="1656" y="682"/>
                    </a:lnTo>
                    <a:lnTo>
                      <a:pt x="1656" y="682"/>
                    </a:lnTo>
                    <a:lnTo>
                      <a:pt x="1656" y="682"/>
                    </a:lnTo>
                    <a:lnTo>
                      <a:pt x="1656" y="682"/>
                    </a:lnTo>
                    <a:close/>
                    <a:moveTo>
                      <a:pt x="1668" y="692"/>
                    </a:moveTo>
                    <a:lnTo>
                      <a:pt x="1668" y="688"/>
                    </a:lnTo>
                    <a:lnTo>
                      <a:pt x="1668" y="692"/>
                    </a:lnTo>
                    <a:lnTo>
                      <a:pt x="1668" y="692"/>
                    </a:lnTo>
                    <a:lnTo>
                      <a:pt x="1668" y="692"/>
                    </a:lnTo>
                    <a:lnTo>
                      <a:pt x="1668" y="692"/>
                    </a:lnTo>
                    <a:close/>
                    <a:moveTo>
                      <a:pt x="1672" y="692"/>
                    </a:moveTo>
                    <a:lnTo>
                      <a:pt x="1672" y="688"/>
                    </a:lnTo>
                    <a:lnTo>
                      <a:pt x="1672" y="692"/>
                    </a:lnTo>
                    <a:lnTo>
                      <a:pt x="1672" y="692"/>
                    </a:lnTo>
                    <a:lnTo>
                      <a:pt x="1672" y="692"/>
                    </a:lnTo>
                    <a:lnTo>
                      <a:pt x="1672" y="692"/>
                    </a:lnTo>
                    <a:close/>
                    <a:moveTo>
                      <a:pt x="1590" y="926"/>
                    </a:moveTo>
                    <a:lnTo>
                      <a:pt x="1586" y="926"/>
                    </a:lnTo>
                    <a:lnTo>
                      <a:pt x="1586" y="920"/>
                    </a:lnTo>
                    <a:lnTo>
                      <a:pt x="1590" y="926"/>
                    </a:lnTo>
                    <a:lnTo>
                      <a:pt x="1590" y="926"/>
                    </a:lnTo>
                    <a:lnTo>
                      <a:pt x="1590" y="926"/>
                    </a:lnTo>
                    <a:lnTo>
                      <a:pt x="1590" y="926"/>
                    </a:lnTo>
                    <a:close/>
                    <a:moveTo>
                      <a:pt x="540" y="6"/>
                    </a:moveTo>
                    <a:lnTo>
                      <a:pt x="540" y="0"/>
                    </a:lnTo>
                    <a:lnTo>
                      <a:pt x="546" y="0"/>
                    </a:lnTo>
                    <a:lnTo>
                      <a:pt x="550" y="0"/>
                    </a:lnTo>
                    <a:lnTo>
                      <a:pt x="550" y="0"/>
                    </a:lnTo>
                    <a:lnTo>
                      <a:pt x="556" y="0"/>
                    </a:lnTo>
                    <a:lnTo>
                      <a:pt x="562" y="0"/>
                    </a:lnTo>
                    <a:lnTo>
                      <a:pt x="562" y="0"/>
                    </a:lnTo>
                    <a:lnTo>
                      <a:pt x="562" y="0"/>
                    </a:lnTo>
                    <a:lnTo>
                      <a:pt x="556" y="0"/>
                    </a:lnTo>
                    <a:lnTo>
                      <a:pt x="550" y="0"/>
                    </a:lnTo>
                    <a:lnTo>
                      <a:pt x="550" y="0"/>
                    </a:lnTo>
                    <a:lnTo>
                      <a:pt x="546" y="6"/>
                    </a:lnTo>
                    <a:lnTo>
                      <a:pt x="540" y="6"/>
                    </a:lnTo>
                    <a:lnTo>
                      <a:pt x="540" y="6"/>
                    </a:lnTo>
                    <a:lnTo>
                      <a:pt x="540" y="6"/>
                    </a:lnTo>
                    <a:lnTo>
                      <a:pt x="540" y="6"/>
                    </a:lnTo>
                    <a:close/>
                    <a:moveTo>
                      <a:pt x="540" y="12"/>
                    </a:moveTo>
                    <a:lnTo>
                      <a:pt x="536" y="12"/>
                    </a:lnTo>
                    <a:lnTo>
                      <a:pt x="536" y="12"/>
                    </a:lnTo>
                    <a:lnTo>
                      <a:pt x="530" y="12"/>
                    </a:lnTo>
                    <a:lnTo>
                      <a:pt x="524" y="12"/>
                    </a:lnTo>
                    <a:lnTo>
                      <a:pt x="524" y="12"/>
                    </a:lnTo>
                    <a:lnTo>
                      <a:pt x="524" y="12"/>
                    </a:lnTo>
                    <a:lnTo>
                      <a:pt x="530" y="12"/>
                    </a:lnTo>
                    <a:lnTo>
                      <a:pt x="536" y="12"/>
                    </a:lnTo>
                    <a:lnTo>
                      <a:pt x="536" y="12"/>
                    </a:lnTo>
                    <a:lnTo>
                      <a:pt x="540" y="12"/>
                    </a:lnTo>
                    <a:lnTo>
                      <a:pt x="546" y="12"/>
                    </a:lnTo>
                    <a:lnTo>
                      <a:pt x="550" y="12"/>
                    </a:lnTo>
                    <a:lnTo>
                      <a:pt x="550" y="12"/>
                    </a:lnTo>
                    <a:lnTo>
                      <a:pt x="546" y="12"/>
                    </a:lnTo>
                    <a:lnTo>
                      <a:pt x="540" y="12"/>
                    </a:lnTo>
                    <a:lnTo>
                      <a:pt x="540" y="12"/>
                    </a:lnTo>
                    <a:lnTo>
                      <a:pt x="540" y="12"/>
                    </a:lnTo>
                    <a:lnTo>
                      <a:pt x="540" y="12"/>
                    </a:lnTo>
                    <a:close/>
                    <a:moveTo>
                      <a:pt x="508" y="16"/>
                    </a:moveTo>
                    <a:lnTo>
                      <a:pt x="502" y="16"/>
                    </a:lnTo>
                    <a:lnTo>
                      <a:pt x="508" y="16"/>
                    </a:lnTo>
                    <a:lnTo>
                      <a:pt x="512" y="16"/>
                    </a:lnTo>
                    <a:lnTo>
                      <a:pt x="512" y="16"/>
                    </a:lnTo>
                    <a:lnTo>
                      <a:pt x="518" y="16"/>
                    </a:lnTo>
                    <a:lnTo>
                      <a:pt x="524" y="16"/>
                    </a:lnTo>
                    <a:lnTo>
                      <a:pt x="518" y="16"/>
                    </a:lnTo>
                    <a:lnTo>
                      <a:pt x="518" y="12"/>
                    </a:lnTo>
                    <a:lnTo>
                      <a:pt x="524" y="12"/>
                    </a:lnTo>
                    <a:lnTo>
                      <a:pt x="524" y="12"/>
                    </a:lnTo>
                    <a:lnTo>
                      <a:pt x="530" y="12"/>
                    </a:lnTo>
                    <a:lnTo>
                      <a:pt x="536" y="16"/>
                    </a:lnTo>
                    <a:lnTo>
                      <a:pt x="536" y="16"/>
                    </a:lnTo>
                    <a:lnTo>
                      <a:pt x="540" y="16"/>
                    </a:lnTo>
                    <a:lnTo>
                      <a:pt x="536" y="16"/>
                    </a:lnTo>
                    <a:lnTo>
                      <a:pt x="536" y="16"/>
                    </a:lnTo>
                    <a:lnTo>
                      <a:pt x="530" y="16"/>
                    </a:lnTo>
                    <a:lnTo>
                      <a:pt x="524" y="16"/>
                    </a:lnTo>
                    <a:lnTo>
                      <a:pt x="524" y="20"/>
                    </a:lnTo>
                    <a:lnTo>
                      <a:pt x="518" y="20"/>
                    </a:lnTo>
                    <a:lnTo>
                      <a:pt x="518" y="16"/>
                    </a:lnTo>
                    <a:lnTo>
                      <a:pt x="512" y="16"/>
                    </a:lnTo>
                    <a:lnTo>
                      <a:pt x="512" y="20"/>
                    </a:lnTo>
                    <a:lnTo>
                      <a:pt x="512" y="20"/>
                    </a:lnTo>
                    <a:lnTo>
                      <a:pt x="508" y="20"/>
                    </a:lnTo>
                    <a:lnTo>
                      <a:pt x="508" y="16"/>
                    </a:lnTo>
                    <a:lnTo>
                      <a:pt x="508" y="16"/>
                    </a:lnTo>
                    <a:lnTo>
                      <a:pt x="508" y="16"/>
                    </a:lnTo>
                    <a:lnTo>
                      <a:pt x="508" y="16"/>
                    </a:lnTo>
                    <a:close/>
                    <a:moveTo>
                      <a:pt x="1088" y="48"/>
                    </a:moveTo>
                    <a:lnTo>
                      <a:pt x="1088" y="48"/>
                    </a:lnTo>
                    <a:lnTo>
                      <a:pt x="1082" y="48"/>
                    </a:lnTo>
                    <a:lnTo>
                      <a:pt x="1078" y="48"/>
                    </a:lnTo>
                    <a:lnTo>
                      <a:pt x="1078" y="48"/>
                    </a:lnTo>
                    <a:lnTo>
                      <a:pt x="1072" y="48"/>
                    </a:lnTo>
                    <a:lnTo>
                      <a:pt x="1066" y="48"/>
                    </a:lnTo>
                    <a:lnTo>
                      <a:pt x="1066" y="48"/>
                    </a:lnTo>
                    <a:lnTo>
                      <a:pt x="1060" y="48"/>
                    </a:lnTo>
                    <a:lnTo>
                      <a:pt x="1054" y="48"/>
                    </a:lnTo>
                    <a:lnTo>
                      <a:pt x="1054" y="54"/>
                    </a:lnTo>
                    <a:lnTo>
                      <a:pt x="1054" y="54"/>
                    </a:lnTo>
                    <a:lnTo>
                      <a:pt x="1050" y="54"/>
                    </a:lnTo>
                    <a:lnTo>
                      <a:pt x="1044" y="54"/>
                    </a:lnTo>
                    <a:lnTo>
                      <a:pt x="1038" y="54"/>
                    </a:lnTo>
                    <a:lnTo>
                      <a:pt x="1038" y="54"/>
                    </a:lnTo>
                    <a:lnTo>
                      <a:pt x="1038" y="48"/>
                    </a:lnTo>
                    <a:lnTo>
                      <a:pt x="1034" y="48"/>
                    </a:lnTo>
                    <a:lnTo>
                      <a:pt x="1028" y="48"/>
                    </a:lnTo>
                    <a:lnTo>
                      <a:pt x="1028" y="48"/>
                    </a:lnTo>
                    <a:lnTo>
                      <a:pt x="1022" y="48"/>
                    </a:lnTo>
                    <a:lnTo>
                      <a:pt x="1028" y="48"/>
                    </a:lnTo>
                    <a:lnTo>
                      <a:pt x="1028" y="48"/>
                    </a:lnTo>
                    <a:lnTo>
                      <a:pt x="1034" y="48"/>
                    </a:lnTo>
                    <a:lnTo>
                      <a:pt x="1028" y="48"/>
                    </a:lnTo>
                    <a:lnTo>
                      <a:pt x="1028" y="48"/>
                    </a:lnTo>
                    <a:lnTo>
                      <a:pt x="1028" y="48"/>
                    </a:lnTo>
                    <a:lnTo>
                      <a:pt x="1034" y="48"/>
                    </a:lnTo>
                    <a:lnTo>
                      <a:pt x="1038" y="48"/>
                    </a:lnTo>
                    <a:lnTo>
                      <a:pt x="1038" y="48"/>
                    </a:lnTo>
                    <a:lnTo>
                      <a:pt x="1038" y="48"/>
                    </a:lnTo>
                    <a:lnTo>
                      <a:pt x="1034" y="48"/>
                    </a:lnTo>
                    <a:lnTo>
                      <a:pt x="1028" y="48"/>
                    </a:lnTo>
                    <a:lnTo>
                      <a:pt x="1028" y="48"/>
                    </a:lnTo>
                    <a:lnTo>
                      <a:pt x="1022" y="48"/>
                    </a:lnTo>
                    <a:lnTo>
                      <a:pt x="1018" y="48"/>
                    </a:lnTo>
                    <a:lnTo>
                      <a:pt x="1018" y="48"/>
                    </a:lnTo>
                    <a:lnTo>
                      <a:pt x="1018" y="42"/>
                    </a:lnTo>
                    <a:lnTo>
                      <a:pt x="1018" y="42"/>
                    </a:lnTo>
                    <a:lnTo>
                      <a:pt x="1022" y="42"/>
                    </a:lnTo>
                    <a:lnTo>
                      <a:pt x="1028" y="42"/>
                    </a:lnTo>
                    <a:lnTo>
                      <a:pt x="1028" y="42"/>
                    </a:lnTo>
                    <a:lnTo>
                      <a:pt x="1028" y="42"/>
                    </a:lnTo>
                    <a:lnTo>
                      <a:pt x="1022" y="42"/>
                    </a:lnTo>
                    <a:lnTo>
                      <a:pt x="1022" y="38"/>
                    </a:lnTo>
                    <a:lnTo>
                      <a:pt x="1028" y="38"/>
                    </a:lnTo>
                    <a:lnTo>
                      <a:pt x="1028" y="38"/>
                    </a:lnTo>
                    <a:lnTo>
                      <a:pt x="1034" y="38"/>
                    </a:lnTo>
                    <a:lnTo>
                      <a:pt x="1034" y="38"/>
                    </a:lnTo>
                    <a:lnTo>
                      <a:pt x="1038" y="38"/>
                    </a:lnTo>
                    <a:lnTo>
                      <a:pt x="1038" y="32"/>
                    </a:lnTo>
                    <a:lnTo>
                      <a:pt x="1038" y="32"/>
                    </a:lnTo>
                    <a:lnTo>
                      <a:pt x="1038" y="32"/>
                    </a:lnTo>
                    <a:lnTo>
                      <a:pt x="1034" y="32"/>
                    </a:lnTo>
                    <a:lnTo>
                      <a:pt x="1028" y="32"/>
                    </a:lnTo>
                    <a:lnTo>
                      <a:pt x="1034" y="32"/>
                    </a:lnTo>
                    <a:lnTo>
                      <a:pt x="1034" y="26"/>
                    </a:lnTo>
                    <a:lnTo>
                      <a:pt x="1038" y="26"/>
                    </a:lnTo>
                    <a:lnTo>
                      <a:pt x="1038" y="26"/>
                    </a:lnTo>
                    <a:lnTo>
                      <a:pt x="1038" y="26"/>
                    </a:lnTo>
                    <a:lnTo>
                      <a:pt x="1038" y="26"/>
                    </a:lnTo>
                    <a:lnTo>
                      <a:pt x="1044" y="26"/>
                    </a:lnTo>
                    <a:lnTo>
                      <a:pt x="1050" y="26"/>
                    </a:lnTo>
                    <a:lnTo>
                      <a:pt x="1054" y="26"/>
                    </a:lnTo>
                    <a:lnTo>
                      <a:pt x="1054" y="20"/>
                    </a:lnTo>
                    <a:lnTo>
                      <a:pt x="1054" y="20"/>
                    </a:lnTo>
                    <a:lnTo>
                      <a:pt x="1060" y="20"/>
                    </a:lnTo>
                    <a:lnTo>
                      <a:pt x="1066" y="20"/>
                    </a:lnTo>
                    <a:lnTo>
                      <a:pt x="1066" y="20"/>
                    </a:lnTo>
                    <a:lnTo>
                      <a:pt x="1066" y="16"/>
                    </a:lnTo>
                    <a:lnTo>
                      <a:pt x="1072" y="16"/>
                    </a:lnTo>
                    <a:lnTo>
                      <a:pt x="1078" y="16"/>
                    </a:lnTo>
                    <a:lnTo>
                      <a:pt x="1072" y="16"/>
                    </a:lnTo>
                    <a:lnTo>
                      <a:pt x="1066" y="16"/>
                    </a:lnTo>
                    <a:lnTo>
                      <a:pt x="1072" y="16"/>
                    </a:lnTo>
                    <a:lnTo>
                      <a:pt x="1078" y="16"/>
                    </a:lnTo>
                    <a:lnTo>
                      <a:pt x="1078" y="16"/>
                    </a:lnTo>
                    <a:lnTo>
                      <a:pt x="1082" y="20"/>
                    </a:lnTo>
                    <a:lnTo>
                      <a:pt x="1088" y="26"/>
                    </a:lnTo>
                    <a:lnTo>
                      <a:pt x="1088" y="26"/>
                    </a:lnTo>
                    <a:lnTo>
                      <a:pt x="1088" y="26"/>
                    </a:lnTo>
                    <a:lnTo>
                      <a:pt x="1092" y="26"/>
                    </a:lnTo>
                    <a:lnTo>
                      <a:pt x="1104" y="26"/>
                    </a:lnTo>
                    <a:lnTo>
                      <a:pt x="1104" y="32"/>
                    </a:lnTo>
                    <a:lnTo>
                      <a:pt x="1108" y="32"/>
                    </a:lnTo>
                    <a:lnTo>
                      <a:pt x="1104" y="38"/>
                    </a:lnTo>
                    <a:lnTo>
                      <a:pt x="1104" y="38"/>
                    </a:lnTo>
                    <a:lnTo>
                      <a:pt x="1098" y="38"/>
                    </a:lnTo>
                    <a:lnTo>
                      <a:pt x="1092" y="38"/>
                    </a:lnTo>
                    <a:lnTo>
                      <a:pt x="1092" y="38"/>
                    </a:lnTo>
                    <a:lnTo>
                      <a:pt x="1098" y="38"/>
                    </a:lnTo>
                    <a:lnTo>
                      <a:pt x="1098" y="42"/>
                    </a:lnTo>
                    <a:lnTo>
                      <a:pt x="1104" y="48"/>
                    </a:lnTo>
                    <a:lnTo>
                      <a:pt x="1098" y="48"/>
                    </a:lnTo>
                    <a:lnTo>
                      <a:pt x="1092" y="48"/>
                    </a:lnTo>
                    <a:lnTo>
                      <a:pt x="1088" y="48"/>
                    </a:lnTo>
                    <a:lnTo>
                      <a:pt x="1088" y="48"/>
                    </a:lnTo>
                    <a:lnTo>
                      <a:pt x="1088" y="48"/>
                    </a:lnTo>
                    <a:lnTo>
                      <a:pt x="1088" y="48"/>
                    </a:lnTo>
                    <a:close/>
                    <a:moveTo>
                      <a:pt x="604" y="26"/>
                    </a:moveTo>
                    <a:lnTo>
                      <a:pt x="610" y="26"/>
                    </a:lnTo>
                    <a:lnTo>
                      <a:pt x="610" y="26"/>
                    </a:lnTo>
                    <a:lnTo>
                      <a:pt x="616" y="26"/>
                    </a:lnTo>
                    <a:lnTo>
                      <a:pt x="622" y="26"/>
                    </a:lnTo>
                    <a:lnTo>
                      <a:pt x="622" y="26"/>
                    </a:lnTo>
                    <a:lnTo>
                      <a:pt x="626" y="26"/>
                    </a:lnTo>
                    <a:lnTo>
                      <a:pt x="632" y="26"/>
                    </a:lnTo>
                    <a:lnTo>
                      <a:pt x="626" y="26"/>
                    </a:lnTo>
                    <a:lnTo>
                      <a:pt x="626" y="20"/>
                    </a:lnTo>
                    <a:lnTo>
                      <a:pt x="632" y="20"/>
                    </a:lnTo>
                    <a:lnTo>
                      <a:pt x="632" y="20"/>
                    </a:lnTo>
                    <a:lnTo>
                      <a:pt x="638" y="20"/>
                    </a:lnTo>
                    <a:lnTo>
                      <a:pt x="644" y="20"/>
                    </a:lnTo>
                    <a:lnTo>
                      <a:pt x="644" y="20"/>
                    </a:lnTo>
                    <a:lnTo>
                      <a:pt x="644" y="26"/>
                    </a:lnTo>
                    <a:lnTo>
                      <a:pt x="644" y="26"/>
                    </a:lnTo>
                    <a:lnTo>
                      <a:pt x="644" y="32"/>
                    </a:lnTo>
                    <a:lnTo>
                      <a:pt x="638" y="32"/>
                    </a:lnTo>
                    <a:lnTo>
                      <a:pt x="632" y="32"/>
                    </a:lnTo>
                    <a:lnTo>
                      <a:pt x="632" y="32"/>
                    </a:lnTo>
                    <a:lnTo>
                      <a:pt x="626" y="32"/>
                    </a:lnTo>
                    <a:lnTo>
                      <a:pt x="622" y="32"/>
                    </a:lnTo>
                    <a:lnTo>
                      <a:pt x="622" y="32"/>
                    </a:lnTo>
                    <a:lnTo>
                      <a:pt x="622" y="38"/>
                    </a:lnTo>
                    <a:lnTo>
                      <a:pt x="616" y="38"/>
                    </a:lnTo>
                    <a:lnTo>
                      <a:pt x="610" y="38"/>
                    </a:lnTo>
                    <a:lnTo>
                      <a:pt x="610" y="32"/>
                    </a:lnTo>
                    <a:lnTo>
                      <a:pt x="610" y="32"/>
                    </a:lnTo>
                    <a:lnTo>
                      <a:pt x="604" y="32"/>
                    </a:lnTo>
                    <a:lnTo>
                      <a:pt x="604" y="26"/>
                    </a:lnTo>
                    <a:lnTo>
                      <a:pt x="604" y="26"/>
                    </a:lnTo>
                    <a:lnTo>
                      <a:pt x="604" y="26"/>
                    </a:lnTo>
                    <a:lnTo>
                      <a:pt x="604" y="26"/>
                    </a:lnTo>
                    <a:close/>
                    <a:moveTo>
                      <a:pt x="492" y="26"/>
                    </a:moveTo>
                    <a:lnTo>
                      <a:pt x="492" y="20"/>
                    </a:lnTo>
                    <a:lnTo>
                      <a:pt x="496" y="20"/>
                    </a:lnTo>
                    <a:lnTo>
                      <a:pt x="496" y="26"/>
                    </a:lnTo>
                    <a:lnTo>
                      <a:pt x="502" y="26"/>
                    </a:lnTo>
                    <a:lnTo>
                      <a:pt x="502" y="26"/>
                    </a:lnTo>
                    <a:lnTo>
                      <a:pt x="508" y="26"/>
                    </a:lnTo>
                    <a:lnTo>
                      <a:pt x="512" y="26"/>
                    </a:lnTo>
                    <a:lnTo>
                      <a:pt x="512" y="26"/>
                    </a:lnTo>
                    <a:lnTo>
                      <a:pt x="518" y="26"/>
                    </a:lnTo>
                    <a:lnTo>
                      <a:pt x="524" y="26"/>
                    </a:lnTo>
                    <a:lnTo>
                      <a:pt x="524" y="26"/>
                    </a:lnTo>
                    <a:lnTo>
                      <a:pt x="524" y="26"/>
                    </a:lnTo>
                    <a:lnTo>
                      <a:pt x="530" y="26"/>
                    </a:lnTo>
                    <a:lnTo>
                      <a:pt x="536" y="26"/>
                    </a:lnTo>
                    <a:lnTo>
                      <a:pt x="536" y="32"/>
                    </a:lnTo>
                    <a:lnTo>
                      <a:pt x="536" y="32"/>
                    </a:lnTo>
                    <a:lnTo>
                      <a:pt x="530" y="38"/>
                    </a:lnTo>
                    <a:lnTo>
                      <a:pt x="524" y="38"/>
                    </a:lnTo>
                    <a:lnTo>
                      <a:pt x="524" y="32"/>
                    </a:lnTo>
                    <a:lnTo>
                      <a:pt x="524" y="32"/>
                    </a:lnTo>
                    <a:lnTo>
                      <a:pt x="518" y="32"/>
                    </a:lnTo>
                    <a:lnTo>
                      <a:pt x="512" y="32"/>
                    </a:lnTo>
                    <a:lnTo>
                      <a:pt x="512" y="26"/>
                    </a:lnTo>
                    <a:lnTo>
                      <a:pt x="512" y="26"/>
                    </a:lnTo>
                    <a:lnTo>
                      <a:pt x="508" y="26"/>
                    </a:lnTo>
                    <a:lnTo>
                      <a:pt x="502" y="26"/>
                    </a:lnTo>
                    <a:lnTo>
                      <a:pt x="502" y="26"/>
                    </a:lnTo>
                    <a:lnTo>
                      <a:pt x="502" y="26"/>
                    </a:lnTo>
                    <a:lnTo>
                      <a:pt x="502" y="26"/>
                    </a:lnTo>
                    <a:lnTo>
                      <a:pt x="496" y="26"/>
                    </a:lnTo>
                    <a:lnTo>
                      <a:pt x="492" y="26"/>
                    </a:lnTo>
                    <a:lnTo>
                      <a:pt x="492" y="26"/>
                    </a:lnTo>
                    <a:lnTo>
                      <a:pt x="492" y="26"/>
                    </a:lnTo>
                    <a:lnTo>
                      <a:pt x="492" y="26"/>
                    </a:lnTo>
                    <a:close/>
                    <a:moveTo>
                      <a:pt x="384" y="48"/>
                    </a:moveTo>
                    <a:lnTo>
                      <a:pt x="384" y="42"/>
                    </a:lnTo>
                    <a:lnTo>
                      <a:pt x="390" y="42"/>
                    </a:lnTo>
                    <a:lnTo>
                      <a:pt x="394" y="48"/>
                    </a:lnTo>
                    <a:lnTo>
                      <a:pt x="394" y="48"/>
                    </a:lnTo>
                    <a:lnTo>
                      <a:pt x="398" y="48"/>
                    </a:lnTo>
                    <a:lnTo>
                      <a:pt x="404" y="42"/>
                    </a:lnTo>
                    <a:lnTo>
                      <a:pt x="398" y="42"/>
                    </a:lnTo>
                    <a:lnTo>
                      <a:pt x="394" y="42"/>
                    </a:lnTo>
                    <a:lnTo>
                      <a:pt x="398" y="42"/>
                    </a:lnTo>
                    <a:lnTo>
                      <a:pt x="404" y="42"/>
                    </a:lnTo>
                    <a:lnTo>
                      <a:pt x="404" y="38"/>
                    </a:lnTo>
                    <a:lnTo>
                      <a:pt x="398" y="38"/>
                    </a:lnTo>
                    <a:lnTo>
                      <a:pt x="394" y="38"/>
                    </a:lnTo>
                    <a:lnTo>
                      <a:pt x="394" y="42"/>
                    </a:lnTo>
                    <a:lnTo>
                      <a:pt x="394" y="38"/>
                    </a:lnTo>
                    <a:lnTo>
                      <a:pt x="394" y="38"/>
                    </a:lnTo>
                    <a:lnTo>
                      <a:pt x="398" y="38"/>
                    </a:lnTo>
                    <a:lnTo>
                      <a:pt x="404" y="38"/>
                    </a:lnTo>
                    <a:lnTo>
                      <a:pt x="410" y="38"/>
                    </a:lnTo>
                    <a:lnTo>
                      <a:pt x="410" y="38"/>
                    </a:lnTo>
                    <a:lnTo>
                      <a:pt x="416" y="38"/>
                    </a:lnTo>
                    <a:lnTo>
                      <a:pt x="422" y="38"/>
                    </a:lnTo>
                    <a:lnTo>
                      <a:pt x="422" y="38"/>
                    </a:lnTo>
                    <a:lnTo>
                      <a:pt x="422" y="38"/>
                    </a:lnTo>
                    <a:lnTo>
                      <a:pt x="422" y="38"/>
                    </a:lnTo>
                    <a:lnTo>
                      <a:pt x="422" y="38"/>
                    </a:lnTo>
                    <a:lnTo>
                      <a:pt x="426" y="32"/>
                    </a:lnTo>
                    <a:lnTo>
                      <a:pt x="422" y="32"/>
                    </a:lnTo>
                    <a:lnTo>
                      <a:pt x="422" y="38"/>
                    </a:lnTo>
                    <a:lnTo>
                      <a:pt x="422" y="38"/>
                    </a:lnTo>
                    <a:lnTo>
                      <a:pt x="422" y="32"/>
                    </a:lnTo>
                    <a:lnTo>
                      <a:pt x="416" y="32"/>
                    </a:lnTo>
                    <a:lnTo>
                      <a:pt x="422" y="32"/>
                    </a:lnTo>
                    <a:lnTo>
                      <a:pt x="422" y="32"/>
                    </a:lnTo>
                    <a:lnTo>
                      <a:pt x="422" y="26"/>
                    </a:lnTo>
                    <a:lnTo>
                      <a:pt x="426" y="26"/>
                    </a:lnTo>
                    <a:lnTo>
                      <a:pt x="432" y="26"/>
                    </a:lnTo>
                    <a:lnTo>
                      <a:pt x="432" y="26"/>
                    </a:lnTo>
                    <a:lnTo>
                      <a:pt x="432" y="26"/>
                    </a:lnTo>
                    <a:lnTo>
                      <a:pt x="438" y="26"/>
                    </a:lnTo>
                    <a:lnTo>
                      <a:pt x="442" y="26"/>
                    </a:lnTo>
                    <a:lnTo>
                      <a:pt x="442" y="26"/>
                    </a:lnTo>
                    <a:lnTo>
                      <a:pt x="438" y="32"/>
                    </a:lnTo>
                    <a:lnTo>
                      <a:pt x="432" y="32"/>
                    </a:lnTo>
                    <a:lnTo>
                      <a:pt x="438" y="32"/>
                    </a:lnTo>
                    <a:lnTo>
                      <a:pt x="442" y="32"/>
                    </a:lnTo>
                    <a:lnTo>
                      <a:pt x="442" y="32"/>
                    </a:lnTo>
                    <a:lnTo>
                      <a:pt x="448" y="32"/>
                    </a:lnTo>
                    <a:lnTo>
                      <a:pt x="454" y="32"/>
                    </a:lnTo>
                    <a:lnTo>
                      <a:pt x="454" y="38"/>
                    </a:lnTo>
                    <a:lnTo>
                      <a:pt x="448" y="38"/>
                    </a:lnTo>
                    <a:lnTo>
                      <a:pt x="442" y="38"/>
                    </a:lnTo>
                    <a:lnTo>
                      <a:pt x="442" y="38"/>
                    </a:lnTo>
                    <a:lnTo>
                      <a:pt x="442" y="38"/>
                    </a:lnTo>
                    <a:lnTo>
                      <a:pt x="438" y="38"/>
                    </a:lnTo>
                    <a:lnTo>
                      <a:pt x="432" y="38"/>
                    </a:lnTo>
                    <a:lnTo>
                      <a:pt x="432" y="38"/>
                    </a:lnTo>
                    <a:lnTo>
                      <a:pt x="426" y="38"/>
                    </a:lnTo>
                    <a:lnTo>
                      <a:pt x="426" y="42"/>
                    </a:lnTo>
                    <a:lnTo>
                      <a:pt x="422" y="42"/>
                    </a:lnTo>
                    <a:lnTo>
                      <a:pt x="422" y="42"/>
                    </a:lnTo>
                    <a:lnTo>
                      <a:pt x="416" y="42"/>
                    </a:lnTo>
                    <a:lnTo>
                      <a:pt x="410" y="42"/>
                    </a:lnTo>
                    <a:lnTo>
                      <a:pt x="410" y="48"/>
                    </a:lnTo>
                    <a:lnTo>
                      <a:pt x="416" y="48"/>
                    </a:lnTo>
                    <a:lnTo>
                      <a:pt x="416" y="48"/>
                    </a:lnTo>
                    <a:lnTo>
                      <a:pt x="410" y="48"/>
                    </a:lnTo>
                    <a:lnTo>
                      <a:pt x="410" y="48"/>
                    </a:lnTo>
                    <a:lnTo>
                      <a:pt x="410" y="48"/>
                    </a:lnTo>
                    <a:lnTo>
                      <a:pt x="410" y="48"/>
                    </a:lnTo>
                    <a:lnTo>
                      <a:pt x="404" y="48"/>
                    </a:lnTo>
                    <a:lnTo>
                      <a:pt x="398" y="48"/>
                    </a:lnTo>
                    <a:lnTo>
                      <a:pt x="394" y="48"/>
                    </a:lnTo>
                    <a:lnTo>
                      <a:pt x="394" y="54"/>
                    </a:lnTo>
                    <a:lnTo>
                      <a:pt x="394" y="48"/>
                    </a:lnTo>
                    <a:lnTo>
                      <a:pt x="398" y="48"/>
                    </a:lnTo>
                    <a:lnTo>
                      <a:pt x="398" y="48"/>
                    </a:lnTo>
                    <a:lnTo>
                      <a:pt x="394" y="48"/>
                    </a:lnTo>
                    <a:lnTo>
                      <a:pt x="394" y="48"/>
                    </a:lnTo>
                    <a:lnTo>
                      <a:pt x="390" y="48"/>
                    </a:lnTo>
                    <a:lnTo>
                      <a:pt x="384" y="48"/>
                    </a:lnTo>
                    <a:lnTo>
                      <a:pt x="384" y="48"/>
                    </a:lnTo>
                    <a:lnTo>
                      <a:pt x="384" y="48"/>
                    </a:lnTo>
                    <a:lnTo>
                      <a:pt x="384" y="48"/>
                    </a:lnTo>
                    <a:lnTo>
                      <a:pt x="384" y="48"/>
                    </a:lnTo>
                    <a:lnTo>
                      <a:pt x="384" y="48"/>
                    </a:lnTo>
                    <a:close/>
                    <a:moveTo>
                      <a:pt x="562" y="38"/>
                    </a:moveTo>
                    <a:lnTo>
                      <a:pt x="562" y="38"/>
                    </a:lnTo>
                    <a:lnTo>
                      <a:pt x="562" y="32"/>
                    </a:lnTo>
                    <a:lnTo>
                      <a:pt x="562" y="32"/>
                    </a:lnTo>
                    <a:lnTo>
                      <a:pt x="568" y="32"/>
                    </a:lnTo>
                    <a:lnTo>
                      <a:pt x="568" y="26"/>
                    </a:lnTo>
                    <a:lnTo>
                      <a:pt x="572" y="26"/>
                    </a:lnTo>
                    <a:lnTo>
                      <a:pt x="572" y="26"/>
                    </a:lnTo>
                    <a:lnTo>
                      <a:pt x="572" y="32"/>
                    </a:lnTo>
                    <a:lnTo>
                      <a:pt x="572" y="32"/>
                    </a:lnTo>
                    <a:lnTo>
                      <a:pt x="572" y="32"/>
                    </a:lnTo>
                    <a:lnTo>
                      <a:pt x="578" y="32"/>
                    </a:lnTo>
                    <a:lnTo>
                      <a:pt x="584" y="32"/>
                    </a:lnTo>
                    <a:lnTo>
                      <a:pt x="584" y="26"/>
                    </a:lnTo>
                    <a:lnTo>
                      <a:pt x="590" y="26"/>
                    </a:lnTo>
                    <a:lnTo>
                      <a:pt x="596" y="26"/>
                    </a:lnTo>
                    <a:lnTo>
                      <a:pt x="600" y="26"/>
                    </a:lnTo>
                    <a:lnTo>
                      <a:pt x="600" y="26"/>
                    </a:lnTo>
                    <a:lnTo>
                      <a:pt x="600" y="32"/>
                    </a:lnTo>
                    <a:lnTo>
                      <a:pt x="600" y="38"/>
                    </a:lnTo>
                    <a:lnTo>
                      <a:pt x="600" y="38"/>
                    </a:lnTo>
                    <a:lnTo>
                      <a:pt x="600" y="38"/>
                    </a:lnTo>
                    <a:lnTo>
                      <a:pt x="600" y="38"/>
                    </a:lnTo>
                    <a:lnTo>
                      <a:pt x="596" y="38"/>
                    </a:lnTo>
                    <a:lnTo>
                      <a:pt x="596" y="38"/>
                    </a:lnTo>
                    <a:lnTo>
                      <a:pt x="590" y="38"/>
                    </a:lnTo>
                    <a:lnTo>
                      <a:pt x="584" y="42"/>
                    </a:lnTo>
                    <a:lnTo>
                      <a:pt x="584" y="42"/>
                    </a:lnTo>
                    <a:lnTo>
                      <a:pt x="578" y="42"/>
                    </a:lnTo>
                    <a:lnTo>
                      <a:pt x="578" y="38"/>
                    </a:lnTo>
                    <a:lnTo>
                      <a:pt x="572" y="38"/>
                    </a:lnTo>
                    <a:lnTo>
                      <a:pt x="572" y="38"/>
                    </a:lnTo>
                    <a:lnTo>
                      <a:pt x="568" y="42"/>
                    </a:lnTo>
                    <a:lnTo>
                      <a:pt x="562" y="42"/>
                    </a:lnTo>
                    <a:lnTo>
                      <a:pt x="562" y="38"/>
                    </a:lnTo>
                    <a:lnTo>
                      <a:pt x="562" y="38"/>
                    </a:lnTo>
                    <a:lnTo>
                      <a:pt x="562" y="38"/>
                    </a:lnTo>
                    <a:lnTo>
                      <a:pt x="562" y="38"/>
                    </a:lnTo>
                    <a:lnTo>
                      <a:pt x="562" y="38"/>
                    </a:lnTo>
                    <a:close/>
                    <a:moveTo>
                      <a:pt x="372" y="42"/>
                    </a:moveTo>
                    <a:lnTo>
                      <a:pt x="372" y="38"/>
                    </a:lnTo>
                    <a:lnTo>
                      <a:pt x="372" y="38"/>
                    </a:lnTo>
                    <a:lnTo>
                      <a:pt x="368" y="38"/>
                    </a:lnTo>
                    <a:lnTo>
                      <a:pt x="362" y="38"/>
                    </a:lnTo>
                    <a:lnTo>
                      <a:pt x="362" y="38"/>
                    </a:lnTo>
                    <a:lnTo>
                      <a:pt x="362" y="38"/>
                    </a:lnTo>
                    <a:lnTo>
                      <a:pt x="356" y="38"/>
                    </a:lnTo>
                    <a:lnTo>
                      <a:pt x="362" y="38"/>
                    </a:lnTo>
                    <a:lnTo>
                      <a:pt x="362" y="38"/>
                    </a:lnTo>
                    <a:lnTo>
                      <a:pt x="368" y="38"/>
                    </a:lnTo>
                    <a:lnTo>
                      <a:pt x="372" y="38"/>
                    </a:lnTo>
                    <a:lnTo>
                      <a:pt x="372" y="38"/>
                    </a:lnTo>
                    <a:lnTo>
                      <a:pt x="378" y="38"/>
                    </a:lnTo>
                    <a:lnTo>
                      <a:pt x="384" y="32"/>
                    </a:lnTo>
                    <a:lnTo>
                      <a:pt x="378" y="32"/>
                    </a:lnTo>
                    <a:lnTo>
                      <a:pt x="384" y="32"/>
                    </a:lnTo>
                    <a:lnTo>
                      <a:pt x="384" y="32"/>
                    </a:lnTo>
                    <a:lnTo>
                      <a:pt x="390" y="32"/>
                    </a:lnTo>
                    <a:lnTo>
                      <a:pt x="390" y="26"/>
                    </a:lnTo>
                    <a:lnTo>
                      <a:pt x="394" y="26"/>
                    </a:lnTo>
                    <a:lnTo>
                      <a:pt x="394" y="26"/>
                    </a:lnTo>
                    <a:lnTo>
                      <a:pt x="394" y="32"/>
                    </a:lnTo>
                    <a:lnTo>
                      <a:pt x="398" y="32"/>
                    </a:lnTo>
                    <a:lnTo>
                      <a:pt x="404" y="32"/>
                    </a:lnTo>
                    <a:lnTo>
                      <a:pt x="410" y="32"/>
                    </a:lnTo>
                    <a:lnTo>
                      <a:pt x="410" y="32"/>
                    </a:lnTo>
                    <a:lnTo>
                      <a:pt x="410" y="32"/>
                    </a:lnTo>
                    <a:lnTo>
                      <a:pt x="410" y="38"/>
                    </a:lnTo>
                    <a:lnTo>
                      <a:pt x="410" y="38"/>
                    </a:lnTo>
                    <a:lnTo>
                      <a:pt x="404" y="38"/>
                    </a:lnTo>
                    <a:lnTo>
                      <a:pt x="398" y="38"/>
                    </a:lnTo>
                    <a:lnTo>
                      <a:pt x="398" y="32"/>
                    </a:lnTo>
                    <a:lnTo>
                      <a:pt x="394" y="32"/>
                    </a:lnTo>
                    <a:lnTo>
                      <a:pt x="394" y="32"/>
                    </a:lnTo>
                    <a:lnTo>
                      <a:pt x="394" y="38"/>
                    </a:lnTo>
                    <a:lnTo>
                      <a:pt x="390" y="38"/>
                    </a:lnTo>
                    <a:lnTo>
                      <a:pt x="384" y="38"/>
                    </a:lnTo>
                    <a:lnTo>
                      <a:pt x="384" y="38"/>
                    </a:lnTo>
                    <a:lnTo>
                      <a:pt x="378" y="38"/>
                    </a:lnTo>
                    <a:lnTo>
                      <a:pt x="384" y="38"/>
                    </a:lnTo>
                    <a:lnTo>
                      <a:pt x="378" y="38"/>
                    </a:lnTo>
                    <a:lnTo>
                      <a:pt x="372" y="42"/>
                    </a:lnTo>
                    <a:lnTo>
                      <a:pt x="372" y="42"/>
                    </a:lnTo>
                    <a:lnTo>
                      <a:pt x="372" y="42"/>
                    </a:lnTo>
                    <a:lnTo>
                      <a:pt x="372" y="42"/>
                    </a:lnTo>
                    <a:close/>
                    <a:moveTo>
                      <a:pt x="536" y="48"/>
                    </a:moveTo>
                    <a:lnTo>
                      <a:pt x="536" y="48"/>
                    </a:lnTo>
                    <a:lnTo>
                      <a:pt x="530" y="48"/>
                    </a:lnTo>
                    <a:lnTo>
                      <a:pt x="530" y="42"/>
                    </a:lnTo>
                    <a:lnTo>
                      <a:pt x="530" y="38"/>
                    </a:lnTo>
                    <a:lnTo>
                      <a:pt x="524" y="38"/>
                    </a:lnTo>
                    <a:lnTo>
                      <a:pt x="530" y="38"/>
                    </a:lnTo>
                    <a:lnTo>
                      <a:pt x="536" y="38"/>
                    </a:lnTo>
                    <a:lnTo>
                      <a:pt x="536" y="38"/>
                    </a:lnTo>
                    <a:lnTo>
                      <a:pt x="540" y="38"/>
                    </a:lnTo>
                    <a:lnTo>
                      <a:pt x="550" y="38"/>
                    </a:lnTo>
                    <a:lnTo>
                      <a:pt x="550" y="42"/>
                    </a:lnTo>
                    <a:lnTo>
                      <a:pt x="556" y="42"/>
                    </a:lnTo>
                    <a:lnTo>
                      <a:pt x="562" y="42"/>
                    </a:lnTo>
                    <a:lnTo>
                      <a:pt x="562" y="48"/>
                    </a:lnTo>
                    <a:lnTo>
                      <a:pt x="550" y="42"/>
                    </a:lnTo>
                    <a:lnTo>
                      <a:pt x="550" y="42"/>
                    </a:lnTo>
                    <a:lnTo>
                      <a:pt x="550" y="48"/>
                    </a:lnTo>
                    <a:lnTo>
                      <a:pt x="546" y="48"/>
                    </a:lnTo>
                    <a:lnTo>
                      <a:pt x="540" y="48"/>
                    </a:lnTo>
                    <a:lnTo>
                      <a:pt x="546" y="48"/>
                    </a:lnTo>
                    <a:lnTo>
                      <a:pt x="550" y="48"/>
                    </a:lnTo>
                    <a:lnTo>
                      <a:pt x="550" y="48"/>
                    </a:lnTo>
                    <a:lnTo>
                      <a:pt x="546" y="48"/>
                    </a:lnTo>
                    <a:lnTo>
                      <a:pt x="540" y="48"/>
                    </a:lnTo>
                    <a:lnTo>
                      <a:pt x="540" y="48"/>
                    </a:lnTo>
                    <a:lnTo>
                      <a:pt x="540" y="48"/>
                    </a:lnTo>
                    <a:lnTo>
                      <a:pt x="536" y="48"/>
                    </a:lnTo>
                    <a:lnTo>
                      <a:pt x="536" y="48"/>
                    </a:lnTo>
                    <a:lnTo>
                      <a:pt x="536" y="48"/>
                    </a:lnTo>
                    <a:lnTo>
                      <a:pt x="536" y="48"/>
                    </a:lnTo>
                    <a:close/>
                    <a:moveTo>
                      <a:pt x="512" y="48"/>
                    </a:moveTo>
                    <a:lnTo>
                      <a:pt x="512" y="48"/>
                    </a:lnTo>
                    <a:lnTo>
                      <a:pt x="512" y="48"/>
                    </a:lnTo>
                    <a:lnTo>
                      <a:pt x="512" y="42"/>
                    </a:lnTo>
                    <a:lnTo>
                      <a:pt x="512" y="42"/>
                    </a:lnTo>
                    <a:lnTo>
                      <a:pt x="518" y="42"/>
                    </a:lnTo>
                    <a:lnTo>
                      <a:pt x="524" y="42"/>
                    </a:lnTo>
                    <a:lnTo>
                      <a:pt x="524" y="42"/>
                    </a:lnTo>
                    <a:lnTo>
                      <a:pt x="530" y="42"/>
                    </a:lnTo>
                    <a:lnTo>
                      <a:pt x="530" y="48"/>
                    </a:lnTo>
                    <a:lnTo>
                      <a:pt x="530" y="48"/>
                    </a:lnTo>
                    <a:lnTo>
                      <a:pt x="524" y="48"/>
                    </a:lnTo>
                    <a:lnTo>
                      <a:pt x="524" y="54"/>
                    </a:lnTo>
                    <a:lnTo>
                      <a:pt x="524" y="54"/>
                    </a:lnTo>
                    <a:lnTo>
                      <a:pt x="524" y="48"/>
                    </a:lnTo>
                    <a:lnTo>
                      <a:pt x="518" y="48"/>
                    </a:lnTo>
                    <a:lnTo>
                      <a:pt x="512" y="48"/>
                    </a:lnTo>
                    <a:lnTo>
                      <a:pt x="512" y="48"/>
                    </a:lnTo>
                    <a:lnTo>
                      <a:pt x="508" y="48"/>
                    </a:lnTo>
                    <a:lnTo>
                      <a:pt x="512" y="48"/>
                    </a:lnTo>
                    <a:lnTo>
                      <a:pt x="512" y="48"/>
                    </a:lnTo>
                    <a:lnTo>
                      <a:pt x="512" y="48"/>
                    </a:lnTo>
                    <a:lnTo>
                      <a:pt x="512" y="48"/>
                    </a:lnTo>
                    <a:close/>
                    <a:moveTo>
                      <a:pt x="1038" y="70"/>
                    </a:moveTo>
                    <a:lnTo>
                      <a:pt x="1038" y="70"/>
                    </a:lnTo>
                    <a:lnTo>
                      <a:pt x="1038" y="70"/>
                    </a:lnTo>
                    <a:lnTo>
                      <a:pt x="1038" y="70"/>
                    </a:lnTo>
                    <a:lnTo>
                      <a:pt x="1034" y="66"/>
                    </a:lnTo>
                    <a:lnTo>
                      <a:pt x="1038" y="66"/>
                    </a:lnTo>
                    <a:lnTo>
                      <a:pt x="1038" y="70"/>
                    </a:lnTo>
                    <a:lnTo>
                      <a:pt x="1038" y="70"/>
                    </a:lnTo>
                    <a:lnTo>
                      <a:pt x="1044" y="66"/>
                    </a:lnTo>
                    <a:lnTo>
                      <a:pt x="1050" y="66"/>
                    </a:lnTo>
                    <a:lnTo>
                      <a:pt x="1050" y="60"/>
                    </a:lnTo>
                    <a:lnTo>
                      <a:pt x="1054" y="60"/>
                    </a:lnTo>
                    <a:lnTo>
                      <a:pt x="1054" y="60"/>
                    </a:lnTo>
                    <a:lnTo>
                      <a:pt x="1060" y="60"/>
                    </a:lnTo>
                    <a:lnTo>
                      <a:pt x="1060" y="60"/>
                    </a:lnTo>
                    <a:lnTo>
                      <a:pt x="1054" y="60"/>
                    </a:lnTo>
                    <a:lnTo>
                      <a:pt x="1054" y="54"/>
                    </a:lnTo>
                    <a:lnTo>
                      <a:pt x="1060" y="54"/>
                    </a:lnTo>
                    <a:lnTo>
                      <a:pt x="1066" y="54"/>
                    </a:lnTo>
                    <a:lnTo>
                      <a:pt x="1066" y="48"/>
                    </a:lnTo>
                    <a:lnTo>
                      <a:pt x="1066" y="48"/>
                    </a:lnTo>
                    <a:lnTo>
                      <a:pt x="1066" y="54"/>
                    </a:lnTo>
                    <a:lnTo>
                      <a:pt x="1072" y="54"/>
                    </a:lnTo>
                    <a:lnTo>
                      <a:pt x="1072" y="48"/>
                    </a:lnTo>
                    <a:lnTo>
                      <a:pt x="1078" y="48"/>
                    </a:lnTo>
                    <a:lnTo>
                      <a:pt x="1078" y="48"/>
                    </a:lnTo>
                    <a:lnTo>
                      <a:pt x="1082" y="48"/>
                    </a:lnTo>
                    <a:lnTo>
                      <a:pt x="1088" y="48"/>
                    </a:lnTo>
                    <a:lnTo>
                      <a:pt x="1088" y="48"/>
                    </a:lnTo>
                    <a:lnTo>
                      <a:pt x="1092" y="48"/>
                    </a:lnTo>
                    <a:lnTo>
                      <a:pt x="1098" y="48"/>
                    </a:lnTo>
                    <a:lnTo>
                      <a:pt x="1104" y="48"/>
                    </a:lnTo>
                    <a:lnTo>
                      <a:pt x="1104" y="48"/>
                    </a:lnTo>
                    <a:lnTo>
                      <a:pt x="1108" y="54"/>
                    </a:lnTo>
                    <a:lnTo>
                      <a:pt x="1104" y="60"/>
                    </a:lnTo>
                    <a:lnTo>
                      <a:pt x="1104" y="60"/>
                    </a:lnTo>
                    <a:lnTo>
                      <a:pt x="1098" y="60"/>
                    </a:lnTo>
                    <a:lnTo>
                      <a:pt x="1104" y="60"/>
                    </a:lnTo>
                    <a:lnTo>
                      <a:pt x="1104" y="60"/>
                    </a:lnTo>
                    <a:lnTo>
                      <a:pt x="1104" y="60"/>
                    </a:lnTo>
                    <a:lnTo>
                      <a:pt x="1108" y="60"/>
                    </a:lnTo>
                    <a:lnTo>
                      <a:pt x="1108" y="60"/>
                    </a:lnTo>
                    <a:lnTo>
                      <a:pt x="1114" y="60"/>
                    </a:lnTo>
                    <a:lnTo>
                      <a:pt x="1114" y="54"/>
                    </a:lnTo>
                    <a:lnTo>
                      <a:pt x="1120" y="54"/>
                    </a:lnTo>
                    <a:lnTo>
                      <a:pt x="1120" y="54"/>
                    </a:lnTo>
                    <a:lnTo>
                      <a:pt x="1126" y="54"/>
                    </a:lnTo>
                    <a:lnTo>
                      <a:pt x="1132" y="54"/>
                    </a:lnTo>
                    <a:lnTo>
                      <a:pt x="1132" y="60"/>
                    </a:lnTo>
                    <a:lnTo>
                      <a:pt x="1136" y="60"/>
                    </a:lnTo>
                    <a:lnTo>
                      <a:pt x="1136" y="60"/>
                    </a:lnTo>
                    <a:lnTo>
                      <a:pt x="1136" y="60"/>
                    </a:lnTo>
                    <a:lnTo>
                      <a:pt x="1136" y="60"/>
                    </a:lnTo>
                    <a:lnTo>
                      <a:pt x="1136" y="66"/>
                    </a:lnTo>
                    <a:lnTo>
                      <a:pt x="1132" y="66"/>
                    </a:lnTo>
                    <a:lnTo>
                      <a:pt x="1132" y="70"/>
                    </a:lnTo>
                    <a:lnTo>
                      <a:pt x="1132" y="70"/>
                    </a:lnTo>
                    <a:lnTo>
                      <a:pt x="1136" y="70"/>
                    </a:lnTo>
                    <a:lnTo>
                      <a:pt x="1132" y="70"/>
                    </a:lnTo>
                    <a:lnTo>
                      <a:pt x="1132" y="74"/>
                    </a:lnTo>
                    <a:lnTo>
                      <a:pt x="1126" y="74"/>
                    </a:lnTo>
                    <a:lnTo>
                      <a:pt x="1126" y="70"/>
                    </a:lnTo>
                    <a:lnTo>
                      <a:pt x="1120" y="70"/>
                    </a:lnTo>
                    <a:lnTo>
                      <a:pt x="1120" y="74"/>
                    </a:lnTo>
                    <a:lnTo>
                      <a:pt x="1126" y="74"/>
                    </a:lnTo>
                    <a:lnTo>
                      <a:pt x="1132" y="74"/>
                    </a:lnTo>
                    <a:lnTo>
                      <a:pt x="1132" y="80"/>
                    </a:lnTo>
                    <a:lnTo>
                      <a:pt x="1136" y="80"/>
                    </a:lnTo>
                    <a:lnTo>
                      <a:pt x="1136" y="86"/>
                    </a:lnTo>
                    <a:lnTo>
                      <a:pt x="1132" y="86"/>
                    </a:lnTo>
                    <a:lnTo>
                      <a:pt x="1126" y="86"/>
                    </a:lnTo>
                    <a:lnTo>
                      <a:pt x="1120" y="86"/>
                    </a:lnTo>
                    <a:lnTo>
                      <a:pt x="1120" y="86"/>
                    </a:lnTo>
                    <a:lnTo>
                      <a:pt x="1114" y="86"/>
                    </a:lnTo>
                    <a:lnTo>
                      <a:pt x="1114" y="92"/>
                    </a:lnTo>
                    <a:lnTo>
                      <a:pt x="1108" y="86"/>
                    </a:lnTo>
                    <a:lnTo>
                      <a:pt x="1108" y="86"/>
                    </a:lnTo>
                    <a:lnTo>
                      <a:pt x="1104" y="86"/>
                    </a:lnTo>
                    <a:lnTo>
                      <a:pt x="1104" y="86"/>
                    </a:lnTo>
                    <a:lnTo>
                      <a:pt x="1098" y="86"/>
                    </a:lnTo>
                    <a:lnTo>
                      <a:pt x="1092" y="86"/>
                    </a:lnTo>
                    <a:lnTo>
                      <a:pt x="1092" y="86"/>
                    </a:lnTo>
                    <a:lnTo>
                      <a:pt x="1088" y="86"/>
                    </a:lnTo>
                    <a:lnTo>
                      <a:pt x="1088" y="86"/>
                    </a:lnTo>
                    <a:lnTo>
                      <a:pt x="1082" y="86"/>
                    </a:lnTo>
                    <a:lnTo>
                      <a:pt x="1088" y="86"/>
                    </a:lnTo>
                    <a:lnTo>
                      <a:pt x="1082" y="86"/>
                    </a:lnTo>
                    <a:lnTo>
                      <a:pt x="1078" y="86"/>
                    </a:lnTo>
                    <a:lnTo>
                      <a:pt x="1078" y="86"/>
                    </a:lnTo>
                    <a:lnTo>
                      <a:pt x="1078" y="80"/>
                    </a:lnTo>
                    <a:lnTo>
                      <a:pt x="1072" y="80"/>
                    </a:lnTo>
                    <a:lnTo>
                      <a:pt x="1066" y="80"/>
                    </a:lnTo>
                    <a:lnTo>
                      <a:pt x="1066" y="80"/>
                    </a:lnTo>
                    <a:lnTo>
                      <a:pt x="1060" y="80"/>
                    </a:lnTo>
                    <a:lnTo>
                      <a:pt x="1060" y="74"/>
                    </a:lnTo>
                    <a:lnTo>
                      <a:pt x="1054" y="74"/>
                    </a:lnTo>
                    <a:lnTo>
                      <a:pt x="1054" y="70"/>
                    </a:lnTo>
                    <a:lnTo>
                      <a:pt x="1054" y="70"/>
                    </a:lnTo>
                    <a:lnTo>
                      <a:pt x="1054" y="70"/>
                    </a:lnTo>
                    <a:lnTo>
                      <a:pt x="1050" y="70"/>
                    </a:lnTo>
                    <a:lnTo>
                      <a:pt x="1054" y="70"/>
                    </a:lnTo>
                    <a:lnTo>
                      <a:pt x="1050" y="70"/>
                    </a:lnTo>
                    <a:lnTo>
                      <a:pt x="1050" y="66"/>
                    </a:lnTo>
                    <a:lnTo>
                      <a:pt x="1044" y="70"/>
                    </a:lnTo>
                    <a:lnTo>
                      <a:pt x="1038" y="70"/>
                    </a:lnTo>
                    <a:lnTo>
                      <a:pt x="1038" y="70"/>
                    </a:lnTo>
                    <a:lnTo>
                      <a:pt x="1038" y="70"/>
                    </a:lnTo>
                    <a:lnTo>
                      <a:pt x="1038" y="70"/>
                    </a:lnTo>
                    <a:close/>
                    <a:moveTo>
                      <a:pt x="1012" y="54"/>
                    </a:moveTo>
                    <a:lnTo>
                      <a:pt x="1006" y="54"/>
                    </a:lnTo>
                    <a:lnTo>
                      <a:pt x="1012" y="54"/>
                    </a:lnTo>
                    <a:lnTo>
                      <a:pt x="1018" y="54"/>
                    </a:lnTo>
                    <a:lnTo>
                      <a:pt x="1018" y="54"/>
                    </a:lnTo>
                    <a:lnTo>
                      <a:pt x="1022" y="54"/>
                    </a:lnTo>
                    <a:lnTo>
                      <a:pt x="1028" y="54"/>
                    </a:lnTo>
                    <a:lnTo>
                      <a:pt x="1028" y="54"/>
                    </a:lnTo>
                    <a:lnTo>
                      <a:pt x="1034" y="54"/>
                    </a:lnTo>
                    <a:lnTo>
                      <a:pt x="1038" y="54"/>
                    </a:lnTo>
                    <a:lnTo>
                      <a:pt x="1038" y="54"/>
                    </a:lnTo>
                    <a:lnTo>
                      <a:pt x="1044" y="54"/>
                    </a:lnTo>
                    <a:lnTo>
                      <a:pt x="1050" y="60"/>
                    </a:lnTo>
                    <a:lnTo>
                      <a:pt x="1044" y="60"/>
                    </a:lnTo>
                    <a:lnTo>
                      <a:pt x="1044" y="60"/>
                    </a:lnTo>
                    <a:lnTo>
                      <a:pt x="1038" y="60"/>
                    </a:lnTo>
                    <a:lnTo>
                      <a:pt x="1038" y="60"/>
                    </a:lnTo>
                    <a:lnTo>
                      <a:pt x="1034" y="60"/>
                    </a:lnTo>
                    <a:lnTo>
                      <a:pt x="1034" y="66"/>
                    </a:lnTo>
                    <a:lnTo>
                      <a:pt x="1028" y="66"/>
                    </a:lnTo>
                    <a:lnTo>
                      <a:pt x="1028" y="66"/>
                    </a:lnTo>
                    <a:lnTo>
                      <a:pt x="1022" y="66"/>
                    </a:lnTo>
                    <a:lnTo>
                      <a:pt x="1022" y="60"/>
                    </a:lnTo>
                    <a:lnTo>
                      <a:pt x="1028" y="60"/>
                    </a:lnTo>
                    <a:lnTo>
                      <a:pt x="1022" y="60"/>
                    </a:lnTo>
                    <a:lnTo>
                      <a:pt x="1018" y="60"/>
                    </a:lnTo>
                    <a:lnTo>
                      <a:pt x="1012" y="60"/>
                    </a:lnTo>
                    <a:lnTo>
                      <a:pt x="1012" y="54"/>
                    </a:lnTo>
                    <a:lnTo>
                      <a:pt x="1012" y="54"/>
                    </a:lnTo>
                    <a:lnTo>
                      <a:pt x="1012" y="54"/>
                    </a:lnTo>
                    <a:lnTo>
                      <a:pt x="1012" y="54"/>
                    </a:lnTo>
                    <a:close/>
                    <a:moveTo>
                      <a:pt x="1136" y="66"/>
                    </a:moveTo>
                    <a:lnTo>
                      <a:pt x="1136" y="60"/>
                    </a:lnTo>
                    <a:lnTo>
                      <a:pt x="1136" y="60"/>
                    </a:lnTo>
                    <a:lnTo>
                      <a:pt x="1142" y="66"/>
                    </a:lnTo>
                    <a:lnTo>
                      <a:pt x="1136" y="66"/>
                    </a:lnTo>
                    <a:lnTo>
                      <a:pt x="1136" y="66"/>
                    </a:lnTo>
                    <a:lnTo>
                      <a:pt x="1136" y="66"/>
                    </a:lnTo>
                    <a:lnTo>
                      <a:pt x="1136" y="66"/>
                    </a:lnTo>
                    <a:lnTo>
                      <a:pt x="1136" y="66"/>
                    </a:lnTo>
                    <a:close/>
                    <a:moveTo>
                      <a:pt x="806" y="70"/>
                    </a:moveTo>
                    <a:lnTo>
                      <a:pt x="800" y="70"/>
                    </a:lnTo>
                    <a:lnTo>
                      <a:pt x="800" y="66"/>
                    </a:lnTo>
                    <a:lnTo>
                      <a:pt x="800" y="66"/>
                    </a:lnTo>
                    <a:lnTo>
                      <a:pt x="806" y="66"/>
                    </a:lnTo>
                    <a:lnTo>
                      <a:pt x="812" y="66"/>
                    </a:lnTo>
                    <a:lnTo>
                      <a:pt x="812" y="66"/>
                    </a:lnTo>
                    <a:lnTo>
                      <a:pt x="812" y="70"/>
                    </a:lnTo>
                    <a:lnTo>
                      <a:pt x="818" y="70"/>
                    </a:lnTo>
                    <a:lnTo>
                      <a:pt x="822" y="70"/>
                    </a:lnTo>
                    <a:lnTo>
                      <a:pt x="818" y="70"/>
                    </a:lnTo>
                    <a:lnTo>
                      <a:pt x="812" y="70"/>
                    </a:lnTo>
                    <a:lnTo>
                      <a:pt x="812" y="70"/>
                    </a:lnTo>
                    <a:lnTo>
                      <a:pt x="806" y="70"/>
                    </a:lnTo>
                    <a:lnTo>
                      <a:pt x="806" y="70"/>
                    </a:lnTo>
                    <a:lnTo>
                      <a:pt x="806" y="70"/>
                    </a:lnTo>
                    <a:lnTo>
                      <a:pt x="806" y="70"/>
                    </a:lnTo>
                    <a:close/>
                    <a:moveTo>
                      <a:pt x="1018" y="70"/>
                    </a:moveTo>
                    <a:lnTo>
                      <a:pt x="1022" y="70"/>
                    </a:lnTo>
                    <a:lnTo>
                      <a:pt x="1028" y="70"/>
                    </a:lnTo>
                    <a:lnTo>
                      <a:pt x="1028" y="70"/>
                    </a:lnTo>
                    <a:lnTo>
                      <a:pt x="1028" y="70"/>
                    </a:lnTo>
                    <a:lnTo>
                      <a:pt x="1028" y="70"/>
                    </a:lnTo>
                    <a:lnTo>
                      <a:pt x="1022" y="70"/>
                    </a:lnTo>
                    <a:lnTo>
                      <a:pt x="1018" y="70"/>
                    </a:lnTo>
                    <a:lnTo>
                      <a:pt x="1018" y="70"/>
                    </a:lnTo>
                    <a:lnTo>
                      <a:pt x="1018" y="70"/>
                    </a:lnTo>
                    <a:lnTo>
                      <a:pt x="1018" y="70"/>
                    </a:lnTo>
                    <a:close/>
                    <a:moveTo>
                      <a:pt x="1028" y="70"/>
                    </a:moveTo>
                    <a:lnTo>
                      <a:pt x="1034" y="70"/>
                    </a:lnTo>
                    <a:lnTo>
                      <a:pt x="1038" y="70"/>
                    </a:lnTo>
                    <a:lnTo>
                      <a:pt x="1038" y="70"/>
                    </a:lnTo>
                    <a:lnTo>
                      <a:pt x="1034" y="70"/>
                    </a:lnTo>
                    <a:lnTo>
                      <a:pt x="1028" y="70"/>
                    </a:lnTo>
                    <a:lnTo>
                      <a:pt x="1028" y="70"/>
                    </a:lnTo>
                    <a:lnTo>
                      <a:pt x="1028" y="70"/>
                    </a:lnTo>
                    <a:lnTo>
                      <a:pt x="1028" y="70"/>
                    </a:lnTo>
                    <a:close/>
                    <a:moveTo>
                      <a:pt x="1206" y="96"/>
                    </a:moveTo>
                    <a:lnTo>
                      <a:pt x="1206" y="96"/>
                    </a:lnTo>
                    <a:lnTo>
                      <a:pt x="1206" y="102"/>
                    </a:lnTo>
                    <a:lnTo>
                      <a:pt x="1200" y="102"/>
                    </a:lnTo>
                    <a:lnTo>
                      <a:pt x="1196" y="102"/>
                    </a:lnTo>
                    <a:lnTo>
                      <a:pt x="1196" y="102"/>
                    </a:lnTo>
                    <a:lnTo>
                      <a:pt x="1190" y="102"/>
                    </a:lnTo>
                    <a:lnTo>
                      <a:pt x="1186" y="102"/>
                    </a:lnTo>
                    <a:lnTo>
                      <a:pt x="1186" y="108"/>
                    </a:lnTo>
                    <a:lnTo>
                      <a:pt x="1180" y="108"/>
                    </a:lnTo>
                    <a:lnTo>
                      <a:pt x="1174" y="108"/>
                    </a:lnTo>
                    <a:lnTo>
                      <a:pt x="1168" y="108"/>
                    </a:lnTo>
                    <a:lnTo>
                      <a:pt x="1168" y="108"/>
                    </a:lnTo>
                    <a:lnTo>
                      <a:pt x="1162" y="108"/>
                    </a:lnTo>
                    <a:lnTo>
                      <a:pt x="1158" y="108"/>
                    </a:lnTo>
                    <a:lnTo>
                      <a:pt x="1158" y="108"/>
                    </a:lnTo>
                    <a:lnTo>
                      <a:pt x="1152" y="108"/>
                    </a:lnTo>
                    <a:lnTo>
                      <a:pt x="1146" y="108"/>
                    </a:lnTo>
                    <a:lnTo>
                      <a:pt x="1146" y="108"/>
                    </a:lnTo>
                    <a:lnTo>
                      <a:pt x="1146" y="108"/>
                    </a:lnTo>
                    <a:lnTo>
                      <a:pt x="1142" y="108"/>
                    </a:lnTo>
                    <a:lnTo>
                      <a:pt x="1136" y="114"/>
                    </a:lnTo>
                    <a:lnTo>
                      <a:pt x="1136" y="114"/>
                    </a:lnTo>
                    <a:lnTo>
                      <a:pt x="1132" y="114"/>
                    </a:lnTo>
                    <a:lnTo>
                      <a:pt x="1126" y="114"/>
                    </a:lnTo>
                    <a:lnTo>
                      <a:pt x="1126" y="108"/>
                    </a:lnTo>
                    <a:lnTo>
                      <a:pt x="1132" y="108"/>
                    </a:lnTo>
                    <a:lnTo>
                      <a:pt x="1136" y="102"/>
                    </a:lnTo>
                    <a:lnTo>
                      <a:pt x="1136" y="102"/>
                    </a:lnTo>
                    <a:lnTo>
                      <a:pt x="1136" y="96"/>
                    </a:lnTo>
                    <a:lnTo>
                      <a:pt x="1136" y="92"/>
                    </a:lnTo>
                    <a:lnTo>
                      <a:pt x="1142" y="92"/>
                    </a:lnTo>
                    <a:lnTo>
                      <a:pt x="1146" y="86"/>
                    </a:lnTo>
                    <a:lnTo>
                      <a:pt x="1146" y="92"/>
                    </a:lnTo>
                    <a:lnTo>
                      <a:pt x="1152" y="92"/>
                    </a:lnTo>
                    <a:lnTo>
                      <a:pt x="1146" y="86"/>
                    </a:lnTo>
                    <a:lnTo>
                      <a:pt x="1146" y="86"/>
                    </a:lnTo>
                    <a:lnTo>
                      <a:pt x="1146" y="86"/>
                    </a:lnTo>
                    <a:lnTo>
                      <a:pt x="1152" y="86"/>
                    </a:lnTo>
                    <a:lnTo>
                      <a:pt x="1158" y="86"/>
                    </a:lnTo>
                    <a:lnTo>
                      <a:pt x="1158" y="86"/>
                    </a:lnTo>
                    <a:lnTo>
                      <a:pt x="1158" y="86"/>
                    </a:lnTo>
                    <a:lnTo>
                      <a:pt x="1152" y="86"/>
                    </a:lnTo>
                    <a:lnTo>
                      <a:pt x="1152" y="80"/>
                    </a:lnTo>
                    <a:lnTo>
                      <a:pt x="1146" y="80"/>
                    </a:lnTo>
                    <a:lnTo>
                      <a:pt x="1152" y="74"/>
                    </a:lnTo>
                    <a:lnTo>
                      <a:pt x="1158" y="74"/>
                    </a:lnTo>
                    <a:lnTo>
                      <a:pt x="1158" y="70"/>
                    </a:lnTo>
                    <a:lnTo>
                      <a:pt x="1158" y="70"/>
                    </a:lnTo>
                    <a:lnTo>
                      <a:pt x="1162" y="70"/>
                    </a:lnTo>
                    <a:lnTo>
                      <a:pt x="1162" y="74"/>
                    </a:lnTo>
                    <a:lnTo>
                      <a:pt x="1168" y="74"/>
                    </a:lnTo>
                    <a:lnTo>
                      <a:pt x="1168" y="70"/>
                    </a:lnTo>
                    <a:lnTo>
                      <a:pt x="1168" y="70"/>
                    </a:lnTo>
                    <a:lnTo>
                      <a:pt x="1168" y="70"/>
                    </a:lnTo>
                    <a:lnTo>
                      <a:pt x="1168" y="70"/>
                    </a:lnTo>
                    <a:lnTo>
                      <a:pt x="1174" y="70"/>
                    </a:lnTo>
                    <a:lnTo>
                      <a:pt x="1180" y="70"/>
                    </a:lnTo>
                    <a:lnTo>
                      <a:pt x="1180" y="74"/>
                    </a:lnTo>
                    <a:lnTo>
                      <a:pt x="1174" y="74"/>
                    </a:lnTo>
                    <a:lnTo>
                      <a:pt x="1174" y="80"/>
                    </a:lnTo>
                    <a:lnTo>
                      <a:pt x="1168" y="86"/>
                    </a:lnTo>
                    <a:lnTo>
                      <a:pt x="1168" y="86"/>
                    </a:lnTo>
                    <a:lnTo>
                      <a:pt x="1174" y="86"/>
                    </a:lnTo>
                    <a:lnTo>
                      <a:pt x="1174" y="86"/>
                    </a:lnTo>
                    <a:lnTo>
                      <a:pt x="1180" y="80"/>
                    </a:lnTo>
                    <a:lnTo>
                      <a:pt x="1186" y="80"/>
                    </a:lnTo>
                    <a:lnTo>
                      <a:pt x="1186" y="80"/>
                    </a:lnTo>
                    <a:lnTo>
                      <a:pt x="1190" y="80"/>
                    </a:lnTo>
                    <a:lnTo>
                      <a:pt x="1196" y="80"/>
                    </a:lnTo>
                    <a:lnTo>
                      <a:pt x="1196" y="86"/>
                    </a:lnTo>
                    <a:lnTo>
                      <a:pt x="1196" y="86"/>
                    </a:lnTo>
                    <a:lnTo>
                      <a:pt x="1200" y="86"/>
                    </a:lnTo>
                    <a:lnTo>
                      <a:pt x="1200" y="86"/>
                    </a:lnTo>
                    <a:lnTo>
                      <a:pt x="1200" y="92"/>
                    </a:lnTo>
                    <a:lnTo>
                      <a:pt x="1200" y="86"/>
                    </a:lnTo>
                    <a:lnTo>
                      <a:pt x="1206" y="86"/>
                    </a:lnTo>
                    <a:lnTo>
                      <a:pt x="1200" y="86"/>
                    </a:lnTo>
                    <a:lnTo>
                      <a:pt x="1206" y="86"/>
                    </a:lnTo>
                    <a:lnTo>
                      <a:pt x="1206" y="86"/>
                    </a:lnTo>
                    <a:lnTo>
                      <a:pt x="1206" y="92"/>
                    </a:lnTo>
                    <a:lnTo>
                      <a:pt x="1212" y="96"/>
                    </a:lnTo>
                    <a:lnTo>
                      <a:pt x="1212" y="96"/>
                    </a:lnTo>
                    <a:lnTo>
                      <a:pt x="1206" y="96"/>
                    </a:lnTo>
                    <a:lnTo>
                      <a:pt x="1206" y="96"/>
                    </a:lnTo>
                    <a:lnTo>
                      <a:pt x="1206" y="96"/>
                    </a:lnTo>
                    <a:lnTo>
                      <a:pt x="1206" y="96"/>
                    </a:lnTo>
                    <a:close/>
                    <a:moveTo>
                      <a:pt x="1222" y="108"/>
                    </a:moveTo>
                    <a:lnTo>
                      <a:pt x="1218" y="108"/>
                    </a:lnTo>
                    <a:lnTo>
                      <a:pt x="1218" y="102"/>
                    </a:lnTo>
                    <a:lnTo>
                      <a:pt x="1222" y="102"/>
                    </a:lnTo>
                    <a:lnTo>
                      <a:pt x="1228" y="102"/>
                    </a:lnTo>
                    <a:lnTo>
                      <a:pt x="1234" y="102"/>
                    </a:lnTo>
                    <a:lnTo>
                      <a:pt x="1228" y="102"/>
                    </a:lnTo>
                    <a:lnTo>
                      <a:pt x="1228" y="108"/>
                    </a:lnTo>
                    <a:lnTo>
                      <a:pt x="1222" y="108"/>
                    </a:lnTo>
                    <a:lnTo>
                      <a:pt x="1222" y="108"/>
                    </a:lnTo>
                    <a:lnTo>
                      <a:pt x="1222" y="108"/>
                    </a:lnTo>
                    <a:lnTo>
                      <a:pt x="1222" y="108"/>
                    </a:lnTo>
                    <a:close/>
                    <a:moveTo>
                      <a:pt x="1050" y="108"/>
                    </a:moveTo>
                    <a:lnTo>
                      <a:pt x="1044" y="108"/>
                    </a:lnTo>
                    <a:lnTo>
                      <a:pt x="1050" y="108"/>
                    </a:lnTo>
                    <a:lnTo>
                      <a:pt x="1050" y="108"/>
                    </a:lnTo>
                    <a:lnTo>
                      <a:pt x="1050" y="108"/>
                    </a:lnTo>
                    <a:lnTo>
                      <a:pt x="1050" y="108"/>
                    </a:lnTo>
                    <a:close/>
                    <a:moveTo>
                      <a:pt x="1246" y="108"/>
                    </a:moveTo>
                    <a:lnTo>
                      <a:pt x="1240" y="108"/>
                    </a:lnTo>
                    <a:lnTo>
                      <a:pt x="1234" y="108"/>
                    </a:lnTo>
                    <a:lnTo>
                      <a:pt x="1234" y="108"/>
                    </a:lnTo>
                    <a:lnTo>
                      <a:pt x="1228" y="108"/>
                    </a:lnTo>
                    <a:lnTo>
                      <a:pt x="1228" y="108"/>
                    </a:lnTo>
                    <a:lnTo>
                      <a:pt x="1234" y="108"/>
                    </a:lnTo>
                    <a:lnTo>
                      <a:pt x="1234" y="108"/>
                    </a:lnTo>
                    <a:lnTo>
                      <a:pt x="1240" y="108"/>
                    </a:lnTo>
                    <a:lnTo>
                      <a:pt x="1246" y="108"/>
                    </a:lnTo>
                    <a:lnTo>
                      <a:pt x="1246" y="108"/>
                    </a:lnTo>
                    <a:lnTo>
                      <a:pt x="1246" y="108"/>
                    </a:lnTo>
                    <a:lnTo>
                      <a:pt x="1246" y="108"/>
                    </a:lnTo>
                    <a:lnTo>
                      <a:pt x="1246" y="108"/>
                    </a:lnTo>
                    <a:lnTo>
                      <a:pt x="1246" y="108"/>
                    </a:lnTo>
                    <a:lnTo>
                      <a:pt x="1246" y="108"/>
                    </a:lnTo>
                    <a:close/>
                    <a:moveTo>
                      <a:pt x="1022" y="120"/>
                    </a:moveTo>
                    <a:lnTo>
                      <a:pt x="1018" y="120"/>
                    </a:lnTo>
                    <a:lnTo>
                      <a:pt x="1022" y="120"/>
                    </a:lnTo>
                    <a:lnTo>
                      <a:pt x="1022" y="120"/>
                    </a:lnTo>
                    <a:lnTo>
                      <a:pt x="1022" y="120"/>
                    </a:lnTo>
                    <a:lnTo>
                      <a:pt x="1022" y="120"/>
                    </a:lnTo>
                    <a:close/>
                    <a:moveTo>
                      <a:pt x="880" y="124"/>
                    </a:moveTo>
                    <a:lnTo>
                      <a:pt x="886" y="124"/>
                    </a:lnTo>
                    <a:lnTo>
                      <a:pt x="886" y="128"/>
                    </a:lnTo>
                    <a:lnTo>
                      <a:pt x="880" y="124"/>
                    </a:lnTo>
                    <a:lnTo>
                      <a:pt x="880" y="124"/>
                    </a:lnTo>
                    <a:lnTo>
                      <a:pt x="880" y="124"/>
                    </a:lnTo>
                    <a:lnTo>
                      <a:pt x="880" y="124"/>
                    </a:lnTo>
                    <a:close/>
                    <a:moveTo>
                      <a:pt x="1228" y="128"/>
                    </a:moveTo>
                    <a:lnTo>
                      <a:pt x="1234" y="124"/>
                    </a:lnTo>
                    <a:lnTo>
                      <a:pt x="1234" y="128"/>
                    </a:lnTo>
                    <a:lnTo>
                      <a:pt x="1234" y="128"/>
                    </a:lnTo>
                    <a:lnTo>
                      <a:pt x="1228" y="128"/>
                    </a:lnTo>
                    <a:lnTo>
                      <a:pt x="1228" y="128"/>
                    </a:lnTo>
                    <a:lnTo>
                      <a:pt x="1228" y="128"/>
                    </a:lnTo>
                    <a:lnTo>
                      <a:pt x="1228" y="128"/>
                    </a:lnTo>
                    <a:close/>
                    <a:moveTo>
                      <a:pt x="1240" y="128"/>
                    </a:moveTo>
                    <a:lnTo>
                      <a:pt x="1240" y="128"/>
                    </a:lnTo>
                    <a:lnTo>
                      <a:pt x="1246" y="128"/>
                    </a:lnTo>
                    <a:lnTo>
                      <a:pt x="1246" y="128"/>
                    </a:lnTo>
                    <a:lnTo>
                      <a:pt x="1246" y="128"/>
                    </a:lnTo>
                    <a:lnTo>
                      <a:pt x="1246" y="128"/>
                    </a:lnTo>
                    <a:lnTo>
                      <a:pt x="1240" y="128"/>
                    </a:lnTo>
                    <a:lnTo>
                      <a:pt x="1240" y="128"/>
                    </a:lnTo>
                    <a:lnTo>
                      <a:pt x="1240" y="128"/>
                    </a:lnTo>
                    <a:lnTo>
                      <a:pt x="1240" y="128"/>
                    </a:lnTo>
                    <a:close/>
                    <a:moveTo>
                      <a:pt x="980" y="134"/>
                    </a:moveTo>
                    <a:lnTo>
                      <a:pt x="980" y="128"/>
                    </a:lnTo>
                    <a:lnTo>
                      <a:pt x="984" y="128"/>
                    </a:lnTo>
                    <a:lnTo>
                      <a:pt x="990" y="128"/>
                    </a:lnTo>
                    <a:lnTo>
                      <a:pt x="990" y="134"/>
                    </a:lnTo>
                    <a:lnTo>
                      <a:pt x="984" y="134"/>
                    </a:lnTo>
                    <a:lnTo>
                      <a:pt x="980" y="128"/>
                    </a:lnTo>
                    <a:lnTo>
                      <a:pt x="980" y="134"/>
                    </a:lnTo>
                    <a:lnTo>
                      <a:pt x="980" y="134"/>
                    </a:lnTo>
                    <a:lnTo>
                      <a:pt x="980" y="134"/>
                    </a:lnTo>
                    <a:lnTo>
                      <a:pt x="980" y="134"/>
                    </a:lnTo>
                    <a:close/>
                    <a:moveTo>
                      <a:pt x="1088" y="128"/>
                    </a:moveTo>
                    <a:lnTo>
                      <a:pt x="1088" y="134"/>
                    </a:lnTo>
                    <a:lnTo>
                      <a:pt x="1088" y="134"/>
                    </a:lnTo>
                    <a:lnTo>
                      <a:pt x="1088" y="134"/>
                    </a:lnTo>
                    <a:lnTo>
                      <a:pt x="1082" y="140"/>
                    </a:lnTo>
                    <a:lnTo>
                      <a:pt x="1078" y="140"/>
                    </a:lnTo>
                    <a:lnTo>
                      <a:pt x="1078" y="140"/>
                    </a:lnTo>
                    <a:lnTo>
                      <a:pt x="1078" y="140"/>
                    </a:lnTo>
                    <a:lnTo>
                      <a:pt x="1078" y="140"/>
                    </a:lnTo>
                    <a:lnTo>
                      <a:pt x="1072" y="140"/>
                    </a:lnTo>
                    <a:lnTo>
                      <a:pt x="1066" y="140"/>
                    </a:lnTo>
                    <a:lnTo>
                      <a:pt x="1072" y="140"/>
                    </a:lnTo>
                    <a:lnTo>
                      <a:pt x="1078" y="134"/>
                    </a:lnTo>
                    <a:lnTo>
                      <a:pt x="1082" y="134"/>
                    </a:lnTo>
                    <a:lnTo>
                      <a:pt x="1088" y="134"/>
                    </a:lnTo>
                    <a:lnTo>
                      <a:pt x="1088" y="128"/>
                    </a:lnTo>
                    <a:lnTo>
                      <a:pt x="1088" y="128"/>
                    </a:lnTo>
                    <a:lnTo>
                      <a:pt x="1088" y="128"/>
                    </a:lnTo>
                    <a:lnTo>
                      <a:pt x="1088" y="128"/>
                    </a:lnTo>
                    <a:close/>
                    <a:moveTo>
                      <a:pt x="980" y="134"/>
                    </a:moveTo>
                    <a:lnTo>
                      <a:pt x="980" y="134"/>
                    </a:lnTo>
                    <a:lnTo>
                      <a:pt x="980" y="134"/>
                    </a:lnTo>
                    <a:lnTo>
                      <a:pt x="974" y="134"/>
                    </a:lnTo>
                    <a:lnTo>
                      <a:pt x="980" y="134"/>
                    </a:lnTo>
                    <a:lnTo>
                      <a:pt x="980" y="140"/>
                    </a:lnTo>
                    <a:lnTo>
                      <a:pt x="974" y="140"/>
                    </a:lnTo>
                    <a:lnTo>
                      <a:pt x="974" y="134"/>
                    </a:lnTo>
                    <a:lnTo>
                      <a:pt x="980" y="134"/>
                    </a:lnTo>
                    <a:lnTo>
                      <a:pt x="980" y="134"/>
                    </a:lnTo>
                    <a:lnTo>
                      <a:pt x="980" y="134"/>
                    </a:lnTo>
                    <a:lnTo>
                      <a:pt x="980" y="134"/>
                    </a:lnTo>
                    <a:close/>
                    <a:moveTo>
                      <a:pt x="1938" y="134"/>
                    </a:moveTo>
                    <a:lnTo>
                      <a:pt x="1938" y="134"/>
                    </a:lnTo>
                    <a:lnTo>
                      <a:pt x="1938" y="134"/>
                    </a:lnTo>
                    <a:lnTo>
                      <a:pt x="1938" y="134"/>
                    </a:lnTo>
                    <a:lnTo>
                      <a:pt x="1938" y="134"/>
                    </a:lnTo>
                    <a:lnTo>
                      <a:pt x="1938" y="134"/>
                    </a:lnTo>
                    <a:close/>
                    <a:moveTo>
                      <a:pt x="584" y="168"/>
                    </a:moveTo>
                    <a:lnTo>
                      <a:pt x="584" y="168"/>
                    </a:lnTo>
                    <a:lnTo>
                      <a:pt x="584" y="162"/>
                    </a:lnTo>
                    <a:lnTo>
                      <a:pt x="584" y="162"/>
                    </a:lnTo>
                    <a:lnTo>
                      <a:pt x="584" y="156"/>
                    </a:lnTo>
                    <a:lnTo>
                      <a:pt x="590" y="156"/>
                    </a:lnTo>
                    <a:lnTo>
                      <a:pt x="596" y="156"/>
                    </a:lnTo>
                    <a:lnTo>
                      <a:pt x="600" y="156"/>
                    </a:lnTo>
                    <a:lnTo>
                      <a:pt x="600" y="162"/>
                    </a:lnTo>
                    <a:lnTo>
                      <a:pt x="600" y="162"/>
                    </a:lnTo>
                    <a:lnTo>
                      <a:pt x="600" y="156"/>
                    </a:lnTo>
                    <a:lnTo>
                      <a:pt x="604" y="162"/>
                    </a:lnTo>
                    <a:lnTo>
                      <a:pt x="610" y="162"/>
                    </a:lnTo>
                    <a:lnTo>
                      <a:pt x="610" y="156"/>
                    </a:lnTo>
                    <a:lnTo>
                      <a:pt x="610" y="162"/>
                    </a:lnTo>
                    <a:lnTo>
                      <a:pt x="616" y="162"/>
                    </a:lnTo>
                    <a:lnTo>
                      <a:pt x="616" y="156"/>
                    </a:lnTo>
                    <a:lnTo>
                      <a:pt x="622" y="156"/>
                    </a:lnTo>
                    <a:lnTo>
                      <a:pt x="622" y="156"/>
                    </a:lnTo>
                    <a:lnTo>
                      <a:pt x="626" y="156"/>
                    </a:lnTo>
                    <a:lnTo>
                      <a:pt x="632" y="156"/>
                    </a:lnTo>
                    <a:lnTo>
                      <a:pt x="632" y="152"/>
                    </a:lnTo>
                    <a:lnTo>
                      <a:pt x="638" y="152"/>
                    </a:lnTo>
                    <a:lnTo>
                      <a:pt x="644" y="152"/>
                    </a:lnTo>
                    <a:lnTo>
                      <a:pt x="644" y="152"/>
                    </a:lnTo>
                    <a:lnTo>
                      <a:pt x="644" y="152"/>
                    </a:lnTo>
                    <a:lnTo>
                      <a:pt x="650" y="152"/>
                    </a:lnTo>
                    <a:lnTo>
                      <a:pt x="654" y="152"/>
                    </a:lnTo>
                    <a:lnTo>
                      <a:pt x="658" y="152"/>
                    </a:lnTo>
                    <a:lnTo>
                      <a:pt x="654" y="152"/>
                    </a:lnTo>
                    <a:lnTo>
                      <a:pt x="654" y="146"/>
                    </a:lnTo>
                    <a:lnTo>
                      <a:pt x="658" y="146"/>
                    </a:lnTo>
                    <a:lnTo>
                      <a:pt x="658" y="140"/>
                    </a:lnTo>
                    <a:lnTo>
                      <a:pt x="664" y="140"/>
                    </a:lnTo>
                    <a:lnTo>
                      <a:pt x="670" y="140"/>
                    </a:lnTo>
                    <a:lnTo>
                      <a:pt x="670" y="140"/>
                    </a:lnTo>
                    <a:lnTo>
                      <a:pt x="676" y="140"/>
                    </a:lnTo>
                    <a:lnTo>
                      <a:pt x="680" y="140"/>
                    </a:lnTo>
                    <a:lnTo>
                      <a:pt x="680" y="140"/>
                    </a:lnTo>
                    <a:lnTo>
                      <a:pt x="686" y="140"/>
                    </a:lnTo>
                    <a:lnTo>
                      <a:pt x="692" y="140"/>
                    </a:lnTo>
                    <a:lnTo>
                      <a:pt x="692" y="140"/>
                    </a:lnTo>
                    <a:lnTo>
                      <a:pt x="698" y="146"/>
                    </a:lnTo>
                    <a:lnTo>
                      <a:pt x="692" y="146"/>
                    </a:lnTo>
                    <a:lnTo>
                      <a:pt x="692" y="152"/>
                    </a:lnTo>
                    <a:lnTo>
                      <a:pt x="692" y="156"/>
                    </a:lnTo>
                    <a:lnTo>
                      <a:pt x="686" y="156"/>
                    </a:lnTo>
                    <a:lnTo>
                      <a:pt x="680" y="156"/>
                    </a:lnTo>
                    <a:lnTo>
                      <a:pt x="680" y="162"/>
                    </a:lnTo>
                    <a:lnTo>
                      <a:pt x="676" y="162"/>
                    </a:lnTo>
                    <a:lnTo>
                      <a:pt x="670" y="162"/>
                    </a:lnTo>
                    <a:lnTo>
                      <a:pt x="670" y="168"/>
                    </a:lnTo>
                    <a:lnTo>
                      <a:pt x="670" y="168"/>
                    </a:lnTo>
                    <a:lnTo>
                      <a:pt x="664" y="168"/>
                    </a:lnTo>
                    <a:lnTo>
                      <a:pt x="658" y="168"/>
                    </a:lnTo>
                    <a:lnTo>
                      <a:pt x="658" y="168"/>
                    </a:lnTo>
                    <a:lnTo>
                      <a:pt x="654" y="168"/>
                    </a:lnTo>
                    <a:lnTo>
                      <a:pt x="650" y="168"/>
                    </a:lnTo>
                    <a:lnTo>
                      <a:pt x="644" y="168"/>
                    </a:lnTo>
                    <a:lnTo>
                      <a:pt x="644" y="174"/>
                    </a:lnTo>
                    <a:lnTo>
                      <a:pt x="638" y="174"/>
                    </a:lnTo>
                    <a:lnTo>
                      <a:pt x="632" y="174"/>
                    </a:lnTo>
                    <a:lnTo>
                      <a:pt x="632" y="174"/>
                    </a:lnTo>
                    <a:lnTo>
                      <a:pt x="626" y="174"/>
                    </a:lnTo>
                    <a:lnTo>
                      <a:pt x="622" y="180"/>
                    </a:lnTo>
                    <a:lnTo>
                      <a:pt x="622" y="180"/>
                    </a:lnTo>
                    <a:lnTo>
                      <a:pt x="616" y="180"/>
                    </a:lnTo>
                    <a:lnTo>
                      <a:pt x="610" y="180"/>
                    </a:lnTo>
                    <a:lnTo>
                      <a:pt x="610" y="180"/>
                    </a:lnTo>
                    <a:lnTo>
                      <a:pt x="610" y="180"/>
                    </a:lnTo>
                    <a:lnTo>
                      <a:pt x="604" y="180"/>
                    </a:lnTo>
                    <a:lnTo>
                      <a:pt x="600" y="180"/>
                    </a:lnTo>
                    <a:lnTo>
                      <a:pt x="600" y="182"/>
                    </a:lnTo>
                    <a:lnTo>
                      <a:pt x="600" y="180"/>
                    </a:lnTo>
                    <a:lnTo>
                      <a:pt x="600" y="180"/>
                    </a:lnTo>
                    <a:lnTo>
                      <a:pt x="600" y="182"/>
                    </a:lnTo>
                    <a:lnTo>
                      <a:pt x="596" y="182"/>
                    </a:lnTo>
                    <a:lnTo>
                      <a:pt x="596" y="188"/>
                    </a:lnTo>
                    <a:lnTo>
                      <a:pt x="590" y="188"/>
                    </a:lnTo>
                    <a:lnTo>
                      <a:pt x="590" y="182"/>
                    </a:lnTo>
                    <a:lnTo>
                      <a:pt x="590" y="188"/>
                    </a:lnTo>
                    <a:lnTo>
                      <a:pt x="584" y="188"/>
                    </a:lnTo>
                    <a:lnTo>
                      <a:pt x="584" y="188"/>
                    </a:lnTo>
                    <a:lnTo>
                      <a:pt x="584" y="188"/>
                    </a:lnTo>
                    <a:lnTo>
                      <a:pt x="578" y="194"/>
                    </a:lnTo>
                    <a:lnTo>
                      <a:pt x="578" y="188"/>
                    </a:lnTo>
                    <a:lnTo>
                      <a:pt x="572" y="188"/>
                    </a:lnTo>
                    <a:lnTo>
                      <a:pt x="572" y="194"/>
                    </a:lnTo>
                    <a:lnTo>
                      <a:pt x="572" y="194"/>
                    </a:lnTo>
                    <a:lnTo>
                      <a:pt x="568" y="194"/>
                    </a:lnTo>
                    <a:lnTo>
                      <a:pt x="572" y="194"/>
                    </a:lnTo>
                    <a:lnTo>
                      <a:pt x="572" y="194"/>
                    </a:lnTo>
                    <a:lnTo>
                      <a:pt x="578" y="194"/>
                    </a:lnTo>
                    <a:lnTo>
                      <a:pt x="578" y="200"/>
                    </a:lnTo>
                    <a:lnTo>
                      <a:pt x="572" y="200"/>
                    </a:lnTo>
                    <a:lnTo>
                      <a:pt x="572" y="200"/>
                    </a:lnTo>
                    <a:lnTo>
                      <a:pt x="572" y="200"/>
                    </a:lnTo>
                    <a:lnTo>
                      <a:pt x="572" y="200"/>
                    </a:lnTo>
                    <a:lnTo>
                      <a:pt x="572" y="200"/>
                    </a:lnTo>
                    <a:lnTo>
                      <a:pt x="568" y="200"/>
                    </a:lnTo>
                    <a:lnTo>
                      <a:pt x="562" y="200"/>
                    </a:lnTo>
                    <a:lnTo>
                      <a:pt x="562" y="200"/>
                    </a:lnTo>
                    <a:lnTo>
                      <a:pt x="568" y="200"/>
                    </a:lnTo>
                    <a:lnTo>
                      <a:pt x="568" y="206"/>
                    </a:lnTo>
                    <a:lnTo>
                      <a:pt x="562" y="206"/>
                    </a:lnTo>
                    <a:lnTo>
                      <a:pt x="562" y="200"/>
                    </a:lnTo>
                    <a:lnTo>
                      <a:pt x="562" y="200"/>
                    </a:lnTo>
                    <a:lnTo>
                      <a:pt x="562" y="206"/>
                    </a:lnTo>
                    <a:lnTo>
                      <a:pt x="556" y="206"/>
                    </a:lnTo>
                    <a:lnTo>
                      <a:pt x="556" y="210"/>
                    </a:lnTo>
                    <a:lnTo>
                      <a:pt x="550" y="210"/>
                    </a:lnTo>
                    <a:lnTo>
                      <a:pt x="550" y="206"/>
                    </a:lnTo>
                    <a:lnTo>
                      <a:pt x="550" y="206"/>
                    </a:lnTo>
                    <a:lnTo>
                      <a:pt x="546" y="206"/>
                    </a:lnTo>
                    <a:lnTo>
                      <a:pt x="550" y="206"/>
                    </a:lnTo>
                    <a:lnTo>
                      <a:pt x="550" y="210"/>
                    </a:lnTo>
                    <a:lnTo>
                      <a:pt x="550" y="216"/>
                    </a:lnTo>
                    <a:lnTo>
                      <a:pt x="550" y="216"/>
                    </a:lnTo>
                    <a:lnTo>
                      <a:pt x="546" y="216"/>
                    </a:lnTo>
                    <a:lnTo>
                      <a:pt x="546" y="216"/>
                    </a:lnTo>
                    <a:lnTo>
                      <a:pt x="550" y="216"/>
                    </a:lnTo>
                    <a:lnTo>
                      <a:pt x="546" y="216"/>
                    </a:lnTo>
                    <a:lnTo>
                      <a:pt x="546" y="222"/>
                    </a:lnTo>
                    <a:lnTo>
                      <a:pt x="540" y="222"/>
                    </a:lnTo>
                    <a:lnTo>
                      <a:pt x="536" y="222"/>
                    </a:lnTo>
                    <a:lnTo>
                      <a:pt x="536" y="216"/>
                    </a:lnTo>
                    <a:lnTo>
                      <a:pt x="536" y="216"/>
                    </a:lnTo>
                    <a:lnTo>
                      <a:pt x="530" y="216"/>
                    </a:lnTo>
                    <a:lnTo>
                      <a:pt x="536" y="216"/>
                    </a:lnTo>
                    <a:lnTo>
                      <a:pt x="536" y="222"/>
                    </a:lnTo>
                    <a:lnTo>
                      <a:pt x="536" y="222"/>
                    </a:lnTo>
                    <a:lnTo>
                      <a:pt x="540" y="222"/>
                    </a:lnTo>
                    <a:lnTo>
                      <a:pt x="540" y="228"/>
                    </a:lnTo>
                    <a:lnTo>
                      <a:pt x="536" y="228"/>
                    </a:lnTo>
                    <a:lnTo>
                      <a:pt x="536" y="228"/>
                    </a:lnTo>
                    <a:lnTo>
                      <a:pt x="530" y="228"/>
                    </a:lnTo>
                    <a:lnTo>
                      <a:pt x="524" y="228"/>
                    </a:lnTo>
                    <a:lnTo>
                      <a:pt x="524" y="228"/>
                    </a:lnTo>
                    <a:lnTo>
                      <a:pt x="524" y="228"/>
                    </a:lnTo>
                    <a:lnTo>
                      <a:pt x="530" y="228"/>
                    </a:lnTo>
                    <a:lnTo>
                      <a:pt x="536" y="228"/>
                    </a:lnTo>
                    <a:lnTo>
                      <a:pt x="536" y="228"/>
                    </a:lnTo>
                    <a:lnTo>
                      <a:pt x="536" y="228"/>
                    </a:lnTo>
                    <a:lnTo>
                      <a:pt x="536" y="234"/>
                    </a:lnTo>
                    <a:lnTo>
                      <a:pt x="536" y="234"/>
                    </a:lnTo>
                    <a:lnTo>
                      <a:pt x="530" y="234"/>
                    </a:lnTo>
                    <a:lnTo>
                      <a:pt x="524" y="234"/>
                    </a:lnTo>
                    <a:lnTo>
                      <a:pt x="524" y="228"/>
                    </a:lnTo>
                    <a:lnTo>
                      <a:pt x="524" y="228"/>
                    </a:lnTo>
                    <a:lnTo>
                      <a:pt x="524" y="234"/>
                    </a:lnTo>
                    <a:lnTo>
                      <a:pt x="524" y="234"/>
                    </a:lnTo>
                    <a:lnTo>
                      <a:pt x="530" y="234"/>
                    </a:lnTo>
                    <a:lnTo>
                      <a:pt x="530" y="238"/>
                    </a:lnTo>
                    <a:lnTo>
                      <a:pt x="524" y="238"/>
                    </a:lnTo>
                    <a:lnTo>
                      <a:pt x="524" y="238"/>
                    </a:lnTo>
                    <a:lnTo>
                      <a:pt x="524" y="238"/>
                    </a:lnTo>
                    <a:lnTo>
                      <a:pt x="524" y="238"/>
                    </a:lnTo>
                    <a:lnTo>
                      <a:pt x="518" y="238"/>
                    </a:lnTo>
                    <a:lnTo>
                      <a:pt x="512" y="238"/>
                    </a:lnTo>
                    <a:lnTo>
                      <a:pt x="512" y="238"/>
                    </a:lnTo>
                    <a:lnTo>
                      <a:pt x="512" y="238"/>
                    </a:lnTo>
                    <a:lnTo>
                      <a:pt x="512" y="238"/>
                    </a:lnTo>
                    <a:lnTo>
                      <a:pt x="508" y="238"/>
                    </a:lnTo>
                    <a:lnTo>
                      <a:pt x="502" y="238"/>
                    </a:lnTo>
                    <a:lnTo>
                      <a:pt x="502" y="238"/>
                    </a:lnTo>
                    <a:lnTo>
                      <a:pt x="502" y="238"/>
                    </a:lnTo>
                    <a:lnTo>
                      <a:pt x="496" y="238"/>
                    </a:lnTo>
                    <a:lnTo>
                      <a:pt x="492" y="238"/>
                    </a:lnTo>
                    <a:lnTo>
                      <a:pt x="492" y="238"/>
                    </a:lnTo>
                    <a:lnTo>
                      <a:pt x="486" y="238"/>
                    </a:lnTo>
                    <a:lnTo>
                      <a:pt x="492" y="238"/>
                    </a:lnTo>
                    <a:lnTo>
                      <a:pt x="492" y="234"/>
                    </a:lnTo>
                    <a:lnTo>
                      <a:pt x="492" y="234"/>
                    </a:lnTo>
                    <a:lnTo>
                      <a:pt x="496" y="234"/>
                    </a:lnTo>
                    <a:lnTo>
                      <a:pt x="496" y="228"/>
                    </a:lnTo>
                    <a:lnTo>
                      <a:pt x="502" y="228"/>
                    </a:lnTo>
                    <a:lnTo>
                      <a:pt x="496" y="228"/>
                    </a:lnTo>
                    <a:lnTo>
                      <a:pt x="492" y="228"/>
                    </a:lnTo>
                    <a:lnTo>
                      <a:pt x="492" y="234"/>
                    </a:lnTo>
                    <a:lnTo>
                      <a:pt x="486" y="234"/>
                    </a:lnTo>
                    <a:lnTo>
                      <a:pt x="486" y="228"/>
                    </a:lnTo>
                    <a:lnTo>
                      <a:pt x="482" y="228"/>
                    </a:lnTo>
                    <a:lnTo>
                      <a:pt x="482" y="228"/>
                    </a:lnTo>
                    <a:lnTo>
                      <a:pt x="482" y="228"/>
                    </a:lnTo>
                    <a:lnTo>
                      <a:pt x="486" y="228"/>
                    </a:lnTo>
                    <a:lnTo>
                      <a:pt x="486" y="228"/>
                    </a:lnTo>
                    <a:lnTo>
                      <a:pt x="492" y="228"/>
                    </a:lnTo>
                    <a:lnTo>
                      <a:pt x="492" y="222"/>
                    </a:lnTo>
                    <a:lnTo>
                      <a:pt x="492" y="222"/>
                    </a:lnTo>
                    <a:lnTo>
                      <a:pt x="496" y="222"/>
                    </a:lnTo>
                    <a:lnTo>
                      <a:pt x="492" y="222"/>
                    </a:lnTo>
                    <a:lnTo>
                      <a:pt x="496" y="216"/>
                    </a:lnTo>
                    <a:lnTo>
                      <a:pt x="502" y="216"/>
                    </a:lnTo>
                    <a:lnTo>
                      <a:pt x="502" y="216"/>
                    </a:lnTo>
                    <a:lnTo>
                      <a:pt x="508" y="216"/>
                    </a:lnTo>
                    <a:lnTo>
                      <a:pt x="512" y="216"/>
                    </a:lnTo>
                    <a:lnTo>
                      <a:pt x="508" y="216"/>
                    </a:lnTo>
                    <a:lnTo>
                      <a:pt x="508" y="216"/>
                    </a:lnTo>
                    <a:lnTo>
                      <a:pt x="502" y="216"/>
                    </a:lnTo>
                    <a:lnTo>
                      <a:pt x="502" y="216"/>
                    </a:lnTo>
                    <a:lnTo>
                      <a:pt x="502" y="216"/>
                    </a:lnTo>
                    <a:lnTo>
                      <a:pt x="508" y="216"/>
                    </a:lnTo>
                    <a:lnTo>
                      <a:pt x="512" y="216"/>
                    </a:lnTo>
                    <a:lnTo>
                      <a:pt x="508" y="216"/>
                    </a:lnTo>
                    <a:lnTo>
                      <a:pt x="502" y="210"/>
                    </a:lnTo>
                    <a:lnTo>
                      <a:pt x="512" y="210"/>
                    </a:lnTo>
                    <a:lnTo>
                      <a:pt x="512" y="210"/>
                    </a:lnTo>
                    <a:lnTo>
                      <a:pt x="518" y="206"/>
                    </a:lnTo>
                    <a:lnTo>
                      <a:pt x="512" y="206"/>
                    </a:lnTo>
                    <a:lnTo>
                      <a:pt x="512" y="206"/>
                    </a:lnTo>
                    <a:lnTo>
                      <a:pt x="508" y="206"/>
                    </a:lnTo>
                    <a:lnTo>
                      <a:pt x="508" y="200"/>
                    </a:lnTo>
                    <a:lnTo>
                      <a:pt x="512" y="200"/>
                    </a:lnTo>
                    <a:lnTo>
                      <a:pt x="512" y="200"/>
                    </a:lnTo>
                    <a:lnTo>
                      <a:pt x="518" y="200"/>
                    </a:lnTo>
                    <a:lnTo>
                      <a:pt x="524" y="200"/>
                    </a:lnTo>
                    <a:lnTo>
                      <a:pt x="524" y="200"/>
                    </a:lnTo>
                    <a:lnTo>
                      <a:pt x="524" y="200"/>
                    </a:lnTo>
                    <a:lnTo>
                      <a:pt x="518" y="200"/>
                    </a:lnTo>
                    <a:lnTo>
                      <a:pt x="512" y="200"/>
                    </a:lnTo>
                    <a:lnTo>
                      <a:pt x="512" y="200"/>
                    </a:lnTo>
                    <a:lnTo>
                      <a:pt x="518" y="194"/>
                    </a:lnTo>
                    <a:lnTo>
                      <a:pt x="524" y="194"/>
                    </a:lnTo>
                    <a:lnTo>
                      <a:pt x="518" y="194"/>
                    </a:lnTo>
                    <a:lnTo>
                      <a:pt x="518" y="188"/>
                    </a:lnTo>
                    <a:lnTo>
                      <a:pt x="512" y="194"/>
                    </a:lnTo>
                    <a:lnTo>
                      <a:pt x="512" y="194"/>
                    </a:lnTo>
                    <a:lnTo>
                      <a:pt x="512" y="188"/>
                    </a:lnTo>
                    <a:lnTo>
                      <a:pt x="508" y="188"/>
                    </a:lnTo>
                    <a:lnTo>
                      <a:pt x="512" y="188"/>
                    </a:lnTo>
                    <a:lnTo>
                      <a:pt x="512" y="188"/>
                    </a:lnTo>
                    <a:lnTo>
                      <a:pt x="512" y="188"/>
                    </a:lnTo>
                    <a:lnTo>
                      <a:pt x="512" y="188"/>
                    </a:lnTo>
                    <a:lnTo>
                      <a:pt x="518" y="188"/>
                    </a:lnTo>
                    <a:lnTo>
                      <a:pt x="518" y="188"/>
                    </a:lnTo>
                    <a:lnTo>
                      <a:pt x="524" y="188"/>
                    </a:lnTo>
                    <a:lnTo>
                      <a:pt x="524" y="188"/>
                    </a:lnTo>
                    <a:lnTo>
                      <a:pt x="524" y="188"/>
                    </a:lnTo>
                    <a:lnTo>
                      <a:pt x="524" y="188"/>
                    </a:lnTo>
                    <a:lnTo>
                      <a:pt x="524" y="182"/>
                    </a:lnTo>
                    <a:lnTo>
                      <a:pt x="524" y="182"/>
                    </a:lnTo>
                    <a:lnTo>
                      <a:pt x="530" y="182"/>
                    </a:lnTo>
                    <a:lnTo>
                      <a:pt x="536" y="182"/>
                    </a:lnTo>
                    <a:lnTo>
                      <a:pt x="536" y="182"/>
                    </a:lnTo>
                    <a:lnTo>
                      <a:pt x="536" y="180"/>
                    </a:lnTo>
                    <a:lnTo>
                      <a:pt x="536" y="180"/>
                    </a:lnTo>
                    <a:lnTo>
                      <a:pt x="536" y="180"/>
                    </a:lnTo>
                    <a:lnTo>
                      <a:pt x="540" y="180"/>
                    </a:lnTo>
                    <a:lnTo>
                      <a:pt x="546" y="180"/>
                    </a:lnTo>
                    <a:lnTo>
                      <a:pt x="546" y="180"/>
                    </a:lnTo>
                    <a:lnTo>
                      <a:pt x="540" y="180"/>
                    </a:lnTo>
                    <a:lnTo>
                      <a:pt x="546" y="180"/>
                    </a:lnTo>
                    <a:lnTo>
                      <a:pt x="550" y="174"/>
                    </a:lnTo>
                    <a:lnTo>
                      <a:pt x="550" y="174"/>
                    </a:lnTo>
                    <a:lnTo>
                      <a:pt x="550" y="168"/>
                    </a:lnTo>
                    <a:lnTo>
                      <a:pt x="556" y="168"/>
                    </a:lnTo>
                    <a:lnTo>
                      <a:pt x="562" y="168"/>
                    </a:lnTo>
                    <a:lnTo>
                      <a:pt x="562" y="168"/>
                    </a:lnTo>
                    <a:lnTo>
                      <a:pt x="568" y="168"/>
                    </a:lnTo>
                    <a:lnTo>
                      <a:pt x="572" y="168"/>
                    </a:lnTo>
                    <a:lnTo>
                      <a:pt x="572" y="168"/>
                    </a:lnTo>
                    <a:lnTo>
                      <a:pt x="572" y="168"/>
                    </a:lnTo>
                    <a:lnTo>
                      <a:pt x="572" y="168"/>
                    </a:lnTo>
                    <a:lnTo>
                      <a:pt x="572" y="168"/>
                    </a:lnTo>
                    <a:lnTo>
                      <a:pt x="572" y="162"/>
                    </a:lnTo>
                    <a:lnTo>
                      <a:pt x="578" y="162"/>
                    </a:lnTo>
                    <a:lnTo>
                      <a:pt x="584" y="162"/>
                    </a:lnTo>
                    <a:lnTo>
                      <a:pt x="584" y="168"/>
                    </a:lnTo>
                    <a:lnTo>
                      <a:pt x="578" y="168"/>
                    </a:lnTo>
                    <a:lnTo>
                      <a:pt x="572" y="168"/>
                    </a:lnTo>
                    <a:lnTo>
                      <a:pt x="578" y="168"/>
                    </a:lnTo>
                    <a:lnTo>
                      <a:pt x="584" y="168"/>
                    </a:lnTo>
                    <a:lnTo>
                      <a:pt x="584" y="168"/>
                    </a:lnTo>
                    <a:lnTo>
                      <a:pt x="584" y="168"/>
                    </a:lnTo>
                    <a:lnTo>
                      <a:pt x="584" y="168"/>
                    </a:lnTo>
                    <a:close/>
                    <a:moveTo>
                      <a:pt x="1088" y="140"/>
                    </a:moveTo>
                    <a:lnTo>
                      <a:pt x="1082" y="140"/>
                    </a:lnTo>
                    <a:lnTo>
                      <a:pt x="1078" y="140"/>
                    </a:lnTo>
                    <a:lnTo>
                      <a:pt x="1078" y="140"/>
                    </a:lnTo>
                    <a:lnTo>
                      <a:pt x="1082" y="140"/>
                    </a:lnTo>
                    <a:lnTo>
                      <a:pt x="1088" y="140"/>
                    </a:lnTo>
                    <a:lnTo>
                      <a:pt x="1088" y="140"/>
                    </a:lnTo>
                    <a:lnTo>
                      <a:pt x="1088" y="140"/>
                    </a:lnTo>
                    <a:lnTo>
                      <a:pt x="1088" y="140"/>
                    </a:lnTo>
                    <a:close/>
                    <a:moveTo>
                      <a:pt x="1104" y="146"/>
                    </a:moveTo>
                    <a:lnTo>
                      <a:pt x="1104" y="140"/>
                    </a:lnTo>
                    <a:lnTo>
                      <a:pt x="1108" y="140"/>
                    </a:lnTo>
                    <a:lnTo>
                      <a:pt x="1108" y="146"/>
                    </a:lnTo>
                    <a:lnTo>
                      <a:pt x="1104" y="146"/>
                    </a:lnTo>
                    <a:lnTo>
                      <a:pt x="1104" y="146"/>
                    </a:lnTo>
                    <a:lnTo>
                      <a:pt x="1104" y="146"/>
                    </a:lnTo>
                    <a:lnTo>
                      <a:pt x="1104" y="146"/>
                    </a:lnTo>
                    <a:close/>
                    <a:moveTo>
                      <a:pt x="1104" y="146"/>
                    </a:moveTo>
                    <a:lnTo>
                      <a:pt x="1098" y="146"/>
                    </a:lnTo>
                    <a:lnTo>
                      <a:pt x="1104" y="146"/>
                    </a:lnTo>
                    <a:lnTo>
                      <a:pt x="1104" y="146"/>
                    </a:lnTo>
                    <a:lnTo>
                      <a:pt x="1104" y="146"/>
                    </a:lnTo>
                    <a:lnTo>
                      <a:pt x="1104" y="146"/>
                    </a:lnTo>
                    <a:close/>
                    <a:moveTo>
                      <a:pt x="1818" y="152"/>
                    </a:moveTo>
                    <a:lnTo>
                      <a:pt x="1818" y="146"/>
                    </a:lnTo>
                    <a:lnTo>
                      <a:pt x="1824" y="146"/>
                    </a:lnTo>
                    <a:lnTo>
                      <a:pt x="1830" y="146"/>
                    </a:lnTo>
                    <a:lnTo>
                      <a:pt x="1830" y="146"/>
                    </a:lnTo>
                    <a:lnTo>
                      <a:pt x="1836" y="146"/>
                    </a:lnTo>
                    <a:lnTo>
                      <a:pt x="1830" y="146"/>
                    </a:lnTo>
                    <a:lnTo>
                      <a:pt x="1830" y="152"/>
                    </a:lnTo>
                    <a:lnTo>
                      <a:pt x="1830" y="146"/>
                    </a:lnTo>
                    <a:lnTo>
                      <a:pt x="1830" y="146"/>
                    </a:lnTo>
                    <a:lnTo>
                      <a:pt x="1824" y="146"/>
                    </a:lnTo>
                    <a:lnTo>
                      <a:pt x="1824" y="152"/>
                    </a:lnTo>
                    <a:lnTo>
                      <a:pt x="1818" y="152"/>
                    </a:lnTo>
                    <a:lnTo>
                      <a:pt x="1818" y="152"/>
                    </a:lnTo>
                    <a:lnTo>
                      <a:pt x="1818" y="152"/>
                    </a:lnTo>
                    <a:lnTo>
                      <a:pt x="1818" y="152"/>
                    </a:lnTo>
                    <a:close/>
                    <a:moveTo>
                      <a:pt x="1104" y="152"/>
                    </a:moveTo>
                    <a:lnTo>
                      <a:pt x="1098" y="152"/>
                    </a:lnTo>
                    <a:lnTo>
                      <a:pt x="1098" y="146"/>
                    </a:lnTo>
                    <a:lnTo>
                      <a:pt x="1104" y="146"/>
                    </a:lnTo>
                    <a:lnTo>
                      <a:pt x="1104" y="152"/>
                    </a:lnTo>
                    <a:lnTo>
                      <a:pt x="1104" y="152"/>
                    </a:lnTo>
                    <a:lnTo>
                      <a:pt x="1104" y="152"/>
                    </a:lnTo>
                    <a:lnTo>
                      <a:pt x="1104" y="152"/>
                    </a:lnTo>
                    <a:close/>
                    <a:moveTo>
                      <a:pt x="1066" y="146"/>
                    </a:moveTo>
                    <a:lnTo>
                      <a:pt x="1072" y="152"/>
                    </a:lnTo>
                    <a:lnTo>
                      <a:pt x="1066" y="152"/>
                    </a:lnTo>
                    <a:lnTo>
                      <a:pt x="1066" y="152"/>
                    </a:lnTo>
                    <a:lnTo>
                      <a:pt x="1066" y="146"/>
                    </a:lnTo>
                    <a:lnTo>
                      <a:pt x="1066" y="146"/>
                    </a:lnTo>
                    <a:lnTo>
                      <a:pt x="1066" y="146"/>
                    </a:lnTo>
                    <a:lnTo>
                      <a:pt x="1066" y="146"/>
                    </a:lnTo>
                    <a:lnTo>
                      <a:pt x="1066" y="146"/>
                    </a:lnTo>
                    <a:close/>
                    <a:moveTo>
                      <a:pt x="1088" y="146"/>
                    </a:moveTo>
                    <a:lnTo>
                      <a:pt x="1088" y="152"/>
                    </a:lnTo>
                    <a:lnTo>
                      <a:pt x="1082" y="152"/>
                    </a:lnTo>
                    <a:lnTo>
                      <a:pt x="1078" y="152"/>
                    </a:lnTo>
                    <a:lnTo>
                      <a:pt x="1078" y="146"/>
                    </a:lnTo>
                    <a:lnTo>
                      <a:pt x="1082" y="146"/>
                    </a:lnTo>
                    <a:lnTo>
                      <a:pt x="1088" y="146"/>
                    </a:lnTo>
                    <a:lnTo>
                      <a:pt x="1088" y="146"/>
                    </a:lnTo>
                    <a:lnTo>
                      <a:pt x="1088" y="146"/>
                    </a:lnTo>
                    <a:lnTo>
                      <a:pt x="1088" y="146"/>
                    </a:lnTo>
                    <a:close/>
                    <a:moveTo>
                      <a:pt x="1054" y="152"/>
                    </a:moveTo>
                    <a:lnTo>
                      <a:pt x="1054" y="152"/>
                    </a:lnTo>
                    <a:lnTo>
                      <a:pt x="1054" y="152"/>
                    </a:lnTo>
                    <a:lnTo>
                      <a:pt x="1050" y="152"/>
                    </a:lnTo>
                    <a:lnTo>
                      <a:pt x="1054" y="152"/>
                    </a:lnTo>
                    <a:lnTo>
                      <a:pt x="1054" y="152"/>
                    </a:lnTo>
                    <a:lnTo>
                      <a:pt x="1054" y="152"/>
                    </a:lnTo>
                    <a:lnTo>
                      <a:pt x="1054" y="152"/>
                    </a:lnTo>
                    <a:close/>
                    <a:moveTo>
                      <a:pt x="1320" y="156"/>
                    </a:moveTo>
                    <a:lnTo>
                      <a:pt x="1320" y="152"/>
                    </a:lnTo>
                    <a:lnTo>
                      <a:pt x="1326" y="152"/>
                    </a:lnTo>
                    <a:lnTo>
                      <a:pt x="1326" y="156"/>
                    </a:lnTo>
                    <a:lnTo>
                      <a:pt x="1326" y="156"/>
                    </a:lnTo>
                    <a:lnTo>
                      <a:pt x="1326" y="156"/>
                    </a:lnTo>
                    <a:lnTo>
                      <a:pt x="1320" y="156"/>
                    </a:lnTo>
                    <a:lnTo>
                      <a:pt x="1320" y="156"/>
                    </a:lnTo>
                    <a:lnTo>
                      <a:pt x="1320" y="156"/>
                    </a:lnTo>
                    <a:lnTo>
                      <a:pt x="1320" y="156"/>
                    </a:lnTo>
                    <a:close/>
                    <a:moveTo>
                      <a:pt x="1088" y="162"/>
                    </a:moveTo>
                    <a:lnTo>
                      <a:pt x="1088" y="156"/>
                    </a:lnTo>
                    <a:lnTo>
                      <a:pt x="1092" y="156"/>
                    </a:lnTo>
                    <a:lnTo>
                      <a:pt x="1088" y="156"/>
                    </a:lnTo>
                    <a:lnTo>
                      <a:pt x="1088" y="162"/>
                    </a:lnTo>
                    <a:lnTo>
                      <a:pt x="1092" y="162"/>
                    </a:lnTo>
                    <a:lnTo>
                      <a:pt x="1092" y="156"/>
                    </a:lnTo>
                    <a:lnTo>
                      <a:pt x="1092" y="162"/>
                    </a:lnTo>
                    <a:lnTo>
                      <a:pt x="1088" y="162"/>
                    </a:lnTo>
                    <a:lnTo>
                      <a:pt x="1088" y="162"/>
                    </a:lnTo>
                    <a:lnTo>
                      <a:pt x="1088" y="162"/>
                    </a:lnTo>
                    <a:lnTo>
                      <a:pt x="1088" y="162"/>
                    </a:lnTo>
                    <a:close/>
                    <a:moveTo>
                      <a:pt x="1088" y="168"/>
                    </a:moveTo>
                    <a:lnTo>
                      <a:pt x="1082" y="162"/>
                    </a:lnTo>
                    <a:lnTo>
                      <a:pt x="1078" y="162"/>
                    </a:lnTo>
                    <a:lnTo>
                      <a:pt x="1078" y="162"/>
                    </a:lnTo>
                    <a:lnTo>
                      <a:pt x="1072" y="162"/>
                    </a:lnTo>
                    <a:lnTo>
                      <a:pt x="1072" y="156"/>
                    </a:lnTo>
                    <a:lnTo>
                      <a:pt x="1078" y="162"/>
                    </a:lnTo>
                    <a:lnTo>
                      <a:pt x="1078" y="156"/>
                    </a:lnTo>
                    <a:lnTo>
                      <a:pt x="1078" y="156"/>
                    </a:lnTo>
                    <a:lnTo>
                      <a:pt x="1082" y="156"/>
                    </a:lnTo>
                    <a:lnTo>
                      <a:pt x="1088" y="156"/>
                    </a:lnTo>
                    <a:lnTo>
                      <a:pt x="1088" y="156"/>
                    </a:lnTo>
                    <a:lnTo>
                      <a:pt x="1088" y="162"/>
                    </a:lnTo>
                    <a:lnTo>
                      <a:pt x="1088" y="162"/>
                    </a:lnTo>
                    <a:lnTo>
                      <a:pt x="1088" y="156"/>
                    </a:lnTo>
                    <a:lnTo>
                      <a:pt x="1082" y="162"/>
                    </a:lnTo>
                    <a:lnTo>
                      <a:pt x="1088" y="162"/>
                    </a:lnTo>
                    <a:lnTo>
                      <a:pt x="1088" y="168"/>
                    </a:lnTo>
                    <a:lnTo>
                      <a:pt x="1088" y="168"/>
                    </a:lnTo>
                    <a:lnTo>
                      <a:pt x="1088" y="168"/>
                    </a:lnTo>
                    <a:lnTo>
                      <a:pt x="1088" y="168"/>
                    </a:lnTo>
                    <a:close/>
                    <a:moveTo>
                      <a:pt x="1066" y="162"/>
                    </a:moveTo>
                    <a:lnTo>
                      <a:pt x="1066" y="156"/>
                    </a:lnTo>
                    <a:lnTo>
                      <a:pt x="1066" y="156"/>
                    </a:lnTo>
                    <a:lnTo>
                      <a:pt x="1066" y="162"/>
                    </a:lnTo>
                    <a:lnTo>
                      <a:pt x="1060" y="162"/>
                    </a:lnTo>
                    <a:lnTo>
                      <a:pt x="1054" y="162"/>
                    </a:lnTo>
                    <a:lnTo>
                      <a:pt x="1060" y="162"/>
                    </a:lnTo>
                    <a:lnTo>
                      <a:pt x="1066" y="162"/>
                    </a:lnTo>
                    <a:lnTo>
                      <a:pt x="1066" y="162"/>
                    </a:lnTo>
                    <a:lnTo>
                      <a:pt x="1066" y="162"/>
                    </a:lnTo>
                    <a:lnTo>
                      <a:pt x="1066" y="162"/>
                    </a:lnTo>
                    <a:close/>
                    <a:moveTo>
                      <a:pt x="1736" y="200"/>
                    </a:moveTo>
                    <a:lnTo>
                      <a:pt x="1732" y="200"/>
                    </a:lnTo>
                    <a:lnTo>
                      <a:pt x="1732" y="200"/>
                    </a:lnTo>
                    <a:lnTo>
                      <a:pt x="1732" y="194"/>
                    </a:lnTo>
                    <a:lnTo>
                      <a:pt x="1732" y="194"/>
                    </a:lnTo>
                    <a:lnTo>
                      <a:pt x="1732" y="194"/>
                    </a:lnTo>
                    <a:lnTo>
                      <a:pt x="1728" y="194"/>
                    </a:lnTo>
                    <a:lnTo>
                      <a:pt x="1722" y="194"/>
                    </a:lnTo>
                    <a:lnTo>
                      <a:pt x="1722" y="194"/>
                    </a:lnTo>
                    <a:lnTo>
                      <a:pt x="1716" y="194"/>
                    </a:lnTo>
                    <a:lnTo>
                      <a:pt x="1710" y="200"/>
                    </a:lnTo>
                    <a:lnTo>
                      <a:pt x="1710" y="200"/>
                    </a:lnTo>
                    <a:lnTo>
                      <a:pt x="1704" y="200"/>
                    </a:lnTo>
                    <a:lnTo>
                      <a:pt x="1700" y="194"/>
                    </a:lnTo>
                    <a:lnTo>
                      <a:pt x="1700" y="194"/>
                    </a:lnTo>
                    <a:lnTo>
                      <a:pt x="1694" y="194"/>
                    </a:lnTo>
                    <a:lnTo>
                      <a:pt x="1694" y="200"/>
                    </a:lnTo>
                    <a:lnTo>
                      <a:pt x="1700" y="200"/>
                    </a:lnTo>
                    <a:lnTo>
                      <a:pt x="1694" y="200"/>
                    </a:lnTo>
                    <a:lnTo>
                      <a:pt x="1694" y="200"/>
                    </a:lnTo>
                    <a:lnTo>
                      <a:pt x="1688" y="200"/>
                    </a:lnTo>
                    <a:lnTo>
                      <a:pt x="1688" y="200"/>
                    </a:lnTo>
                    <a:lnTo>
                      <a:pt x="1682" y="200"/>
                    </a:lnTo>
                    <a:lnTo>
                      <a:pt x="1678" y="200"/>
                    </a:lnTo>
                    <a:lnTo>
                      <a:pt x="1678" y="200"/>
                    </a:lnTo>
                    <a:lnTo>
                      <a:pt x="1672" y="200"/>
                    </a:lnTo>
                    <a:lnTo>
                      <a:pt x="1672" y="200"/>
                    </a:lnTo>
                    <a:lnTo>
                      <a:pt x="1672" y="194"/>
                    </a:lnTo>
                    <a:lnTo>
                      <a:pt x="1668" y="194"/>
                    </a:lnTo>
                    <a:lnTo>
                      <a:pt x="1668" y="188"/>
                    </a:lnTo>
                    <a:lnTo>
                      <a:pt x="1662" y="188"/>
                    </a:lnTo>
                    <a:lnTo>
                      <a:pt x="1662" y="188"/>
                    </a:lnTo>
                    <a:lnTo>
                      <a:pt x="1662" y="188"/>
                    </a:lnTo>
                    <a:lnTo>
                      <a:pt x="1656" y="182"/>
                    </a:lnTo>
                    <a:lnTo>
                      <a:pt x="1662" y="182"/>
                    </a:lnTo>
                    <a:lnTo>
                      <a:pt x="1662" y="182"/>
                    </a:lnTo>
                    <a:lnTo>
                      <a:pt x="1668" y="182"/>
                    </a:lnTo>
                    <a:lnTo>
                      <a:pt x="1662" y="182"/>
                    </a:lnTo>
                    <a:lnTo>
                      <a:pt x="1662" y="182"/>
                    </a:lnTo>
                    <a:lnTo>
                      <a:pt x="1662" y="180"/>
                    </a:lnTo>
                    <a:lnTo>
                      <a:pt x="1662" y="180"/>
                    </a:lnTo>
                    <a:lnTo>
                      <a:pt x="1662" y="180"/>
                    </a:lnTo>
                    <a:lnTo>
                      <a:pt x="1662" y="180"/>
                    </a:lnTo>
                    <a:lnTo>
                      <a:pt x="1662" y="180"/>
                    </a:lnTo>
                    <a:lnTo>
                      <a:pt x="1662" y="180"/>
                    </a:lnTo>
                    <a:lnTo>
                      <a:pt x="1662" y="180"/>
                    </a:lnTo>
                    <a:lnTo>
                      <a:pt x="1662" y="180"/>
                    </a:lnTo>
                    <a:lnTo>
                      <a:pt x="1662" y="174"/>
                    </a:lnTo>
                    <a:lnTo>
                      <a:pt x="1662" y="174"/>
                    </a:lnTo>
                    <a:lnTo>
                      <a:pt x="1668" y="174"/>
                    </a:lnTo>
                    <a:lnTo>
                      <a:pt x="1672" y="174"/>
                    </a:lnTo>
                    <a:lnTo>
                      <a:pt x="1668" y="174"/>
                    </a:lnTo>
                    <a:lnTo>
                      <a:pt x="1668" y="168"/>
                    </a:lnTo>
                    <a:lnTo>
                      <a:pt x="1662" y="168"/>
                    </a:lnTo>
                    <a:lnTo>
                      <a:pt x="1668" y="168"/>
                    </a:lnTo>
                    <a:lnTo>
                      <a:pt x="1672" y="168"/>
                    </a:lnTo>
                    <a:lnTo>
                      <a:pt x="1672" y="168"/>
                    </a:lnTo>
                    <a:lnTo>
                      <a:pt x="1672" y="162"/>
                    </a:lnTo>
                    <a:lnTo>
                      <a:pt x="1678" y="162"/>
                    </a:lnTo>
                    <a:lnTo>
                      <a:pt x="1678" y="168"/>
                    </a:lnTo>
                    <a:lnTo>
                      <a:pt x="1678" y="162"/>
                    </a:lnTo>
                    <a:lnTo>
                      <a:pt x="1682" y="162"/>
                    </a:lnTo>
                    <a:lnTo>
                      <a:pt x="1688" y="162"/>
                    </a:lnTo>
                    <a:lnTo>
                      <a:pt x="1688" y="162"/>
                    </a:lnTo>
                    <a:lnTo>
                      <a:pt x="1688" y="168"/>
                    </a:lnTo>
                    <a:lnTo>
                      <a:pt x="1694" y="168"/>
                    </a:lnTo>
                    <a:lnTo>
                      <a:pt x="1700" y="168"/>
                    </a:lnTo>
                    <a:lnTo>
                      <a:pt x="1700" y="168"/>
                    </a:lnTo>
                    <a:lnTo>
                      <a:pt x="1700" y="168"/>
                    </a:lnTo>
                    <a:lnTo>
                      <a:pt x="1700" y="174"/>
                    </a:lnTo>
                    <a:lnTo>
                      <a:pt x="1704" y="174"/>
                    </a:lnTo>
                    <a:lnTo>
                      <a:pt x="1710" y="174"/>
                    </a:lnTo>
                    <a:lnTo>
                      <a:pt x="1710" y="180"/>
                    </a:lnTo>
                    <a:lnTo>
                      <a:pt x="1710" y="180"/>
                    </a:lnTo>
                    <a:lnTo>
                      <a:pt x="1716" y="180"/>
                    </a:lnTo>
                    <a:lnTo>
                      <a:pt x="1716" y="174"/>
                    </a:lnTo>
                    <a:lnTo>
                      <a:pt x="1716" y="168"/>
                    </a:lnTo>
                    <a:lnTo>
                      <a:pt x="1716" y="168"/>
                    </a:lnTo>
                    <a:lnTo>
                      <a:pt x="1722" y="168"/>
                    </a:lnTo>
                    <a:lnTo>
                      <a:pt x="1722" y="168"/>
                    </a:lnTo>
                    <a:lnTo>
                      <a:pt x="1722" y="162"/>
                    </a:lnTo>
                    <a:lnTo>
                      <a:pt x="1722" y="162"/>
                    </a:lnTo>
                    <a:lnTo>
                      <a:pt x="1722" y="162"/>
                    </a:lnTo>
                    <a:lnTo>
                      <a:pt x="1728" y="168"/>
                    </a:lnTo>
                    <a:lnTo>
                      <a:pt x="1732" y="168"/>
                    </a:lnTo>
                    <a:lnTo>
                      <a:pt x="1732" y="168"/>
                    </a:lnTo>
                    <a:lnTo>
                      <a:pt x="1736" y="168"/>
                    </a:lnTo>
                    <a:lnTo>
                      <a:pt x="1736" y="174"/>
                    </a:lnTo>
                    <a:lnTo>
                      <a:pt x="1742" y="174"/>
                    </a:lnTo>
                    <a:lnTo>
                      <a:pt x="1748" y="174"/>
                    </a:lnTo>
                    <a:lnTo>
                      <a:pt x="1748" y="174"/>
                    </a:lnTo>
                    <a:lnTo>
                      <a:pt x="1754" y="168"/>
                    </a:lnTo>
                    <a:lnTo>
                      <a:pt x="1758" y="174"/>
                    </a:lnTo>
                    <a:lnTo>
                      <a:pt x="1758" y="174"/>
                    </a:lnTo>
                    <a:lnTo>
                      <a:pt x="1764" y="180"/>
                    </a:lnTo>
                    <a:lnTo>
                      <a:pt x="1770" y="180"/>
                    </a:lnTo>
                    <a:lnTo>
                      <a:pt x="1770" y="180"/>
                    </a:lnTo>
                    <a:lnTo>
                      <a:pt x="1776" y="180"/>
                    </a:lnTo>
                    <a:lnTo>
                      <a:pt x="1776" y="180"/>
                    </a:lnTo>
                    <a:lnTo>
                      <a:pt x="1782" y="180"/>
                    </a:lnTo>
                    <a:lnTo>
                      <a:pt x="1776" y="180"/>
                    </a:lnTo>
                    <a:lnTo>
                      <a:pt x="1770" y="180"/>
                    </a:lnTo>
                    <a:lnTo>
                      <a:pt x="1770" y="180"/>
                    </a:lnTo>
                    <a:lnTo>
                      <a:pt x="1770" y="182"/>
                    </a:lnTo>
                    <a:lnTo>
                      <a:pt x="1770" y="188"/>
                    </a:lnTo>
                    <a:lnTo>
                      <a:pt x="1770" y="188"/>
                    </a:lnTo>
                    <a:lnTo>
                      <a:pt x="1770" y="188"/>
                    </a:lnTo>
                    <a:lnTo>
                      <a:pt x="1770" y="188"/>
                    </a:lnTo>
                    <a:lnTo>
                      <a:pt x="1764" y="188"/>
                    </a:lnTo>
                    <a:lnTo>
                      <a:pt x="1758" y="188"/>
                    </a:lnTo>
                    <a:lnTo>
                      <a:pt x="1758" y="194"/>
                    </a:lnTo>
                    <a:lnTo>
                      <a:pt x="1758" y="194"/>
                    </a:lnTo>
                    <a:lnTo>
                      <a:pt x="1758" y="188"/>
                    </a:lnTo>
                    <a:lnTo>
                      <a:pt x="1754" y="188"/>
                    </a:lnTo>
                    <a:lnTo>
                      <a:pt x="1748" y="188"/>
                    </a:lnTo>
                    <a:lnTo>
                      <a:pt x="1748" y="188"/>
                    </a:lnTo>
                    <a:lnTo>
                      <a:pt x="1742" y="188"/>
                    </a:lnTo>
                    <a:lnTo>
                      <a:pt x="1742" y="188"/>
                    </a:lnTo>
                    <a:lnTo>
                      <a:pt x="1736" y="188"/>
                    </a:lnTo>
                    <a:lnTo>
                      <a:pt x="1736" y="182"/>
                    </a:lnTo>
                    <a:lnTo>
                      <a:pt x="1736" y="180"/>
                    </a:lnTo>
                    <a:lnTo>
                      <a:pt x="1742" y="180"/>
                    </a:lnTo>
                    <a:lnTo>
                      <a:pt x="1748" y="180"/>
                    </a:lnTo>
                    <a:lnTo>
                      <a:pt x="1742" y="180"/>
                    </a:lnTo>
                    <a:lnTo>
                      <a:pt x="1742" y="174"/>
                    </a:lnTo>
                    <a:lnTo>
                      <a:pt x="1736" y="174"/>
                    </a:lnTo>
                    <a:lnTo>
                      <a:pt x="1736" y="180"/>
                    </a:lnTo>
                    <a:lnTo>
                      <a:pt x="1732" y="180"/>
                    </a:lnTo>
                    <a:lnTo>
                      <a:pt x="1732" y="180"/>
                    </a:lnTo>
                    <a:lnTo>
                      <a:pt x="1732" y="180"/>
                    </a:lnTo>
                    <a:lnTo>
                      <a:pt x="1732" y="182"/>
                    </a:lnTo>
                    <a:lnTo>
                      <a:pt x="1732" y="182"/>
                    </a:lnTo>
                    <a:lnTo>
                      <a:pt x="1732" y="188"/>
                    </a:lnTo>
                    <a:lnTo>
                      <a:pt x="1736" y="188"/>
                    </a:lnTo>
                    <a:lnTo>
                      <a:pt x="1742" y="188"/>
                    </a:lnTo>
                    <a:lnTo>
                      <a:pt x="1748" y="188"/>
                    </a:lnTo>
                    <a:lnTo>
                      <a:pt x="1748" y="194"/>
                    </a:lnTo>
                    <a:lnTo>
                      <a:pt x="1754" y="194"/>
                    </a:lnTo>
                    <a:lnTo>
                      <a:pt x="1748" y="200"/>
                    </a:lnTo>
                    <a:lnTo>
                      <a:pt x="1748" y="194"/>
                    </a:lnTo>
                    <a:lnTo>
                      <a:pt x="1748" y="194"/>
                    </a:lnTo>
                    <a:lnTo>
                      <a:pt x="1748" y="200"/>
                    </a:lnTo>
                    <a:lnTo>
                      <a:pt x="1742" y="200"/>
                    </a:lnTo>
                    <a:lnTo>
                      <a:pt x="1742" y="194"/>
                    </a:lnTo>
                    <a:lnTo>
                      <a:pt x="1736" y="194"/>
                    </a:lnTo>
                    <a:lnTo>
                      <a:pt x="1736" y="200"/>
                    </a:lnTo>
                    <a:lnTo>
                      <a:pt x="1742" y="200"/>
                    </a:lnTo>
                    <a:lnTo>
                      <a:pt x="1736" y="200"/>
                    </a:lnTo>
                    <a:lnTo>
                      <a:pt x="1736" y="200"/>
                    </a:lnTo>
                    <a:lnTo>
                      <a:pt x="1736" y="200"/>
                    </a:lnTo>
                    <a:lnTo>
                      <a:pt x="1736" y="200"/>
                    </a:lnTo>
                    <a:close/>
                    <a:moveTo>
                      <a:pt x="1878" y="168"/>
                    </a:moveTo>
                    <a:lnTo>
                      <a:pt x="1878" y="162"/>
                    </a:lnTo>
                    <a:lnTo>
                      <a:pt x="1884" y="162"/>
                    </a:lnTo>
                    <a:lnTo>
                      <a:pt x="1884" y="168"/>
                    </a:lnTo>
                    <a:lnTo>
                      <a:pt x="1878" y="168"/>
                    </a:lnTo>
                    <a:lnTo>
                      <a:pt x="1878" y="168"/>
                    </a:lnTo>
                    <a:lnTo>
                      <a:pt x="1878" y="168"/>
                    </a:lnTo>
                    <a:lnTo>
                      <a:pt x="1878" y="168"/>
                    </a:lnTo>
                    <a:close/>
                    <a:moveTo>
                      <a:pt x="1716" y="168"/>
                    </a:moveTo>
                    <a:lnTo>
                      <a:pt x="1716" y="162"/>
                    </a:lnTo>
                    <a:lnTo>
                      <a:pt x="1716" y="168"/>
                    </a:lnTo>
                    <a:lnTo>
                      <a:pt x="1716" y="168"/>
                    </a:lnTo>
                    <a:lnTo>
                      <a:pt x="1716" y="168"/>
                    </a:lnTo>
                    <a:lnTo>
                      <a:pt x="1716" y="168"/>
                    </a:lnTo>
                    <a:close/>
                    <a:moveTo>
                      <a:pt x="1098" y="168"/>
                    </a:moveTo>
                    <a:lnTo>
                      <a:pt x="1092" y="168"/>
                    </a:lnTo>
                    <a:lnTo>
                      <a:pt x="1092" y="168"/>
                    </a:lnTo>
                    <a:lnTo>
                      <a:pt x="1088" y="168"/>
                    </a:lnTo>
                    <a:lnTo>
                      <a:pt x="1088" y="168"/>
                    </a:lnTo>
                    <a:lnTo>
                      <a:pt x="1098" y="168"/>
                    </a:lnTo>
                    <a:lnTo>
                      <a:pt x="1098" y="168"/>
                    </a:lnTo>
                    <a:lnTo>
                      <a:pt x="1098" y="168"/>
                    </a:lnTo>
                    <a:lnTo>
                      <a:pt x="1098" y="168"/>
                    </a:lnTo>
                    <a:close/>
                    <a:moveTo>
                      <a:pt x="898" y="168"/>
                    </a:moveTo>
                    <a:lnTo>
                      <a:pt x="892" y="168"/>
                    </a:lnTo>
                    <a:lnTo>
                      <a:pt x="886" y="168"/>
                    </a:lnTo>
                    <a:lnTo>
                      <a:pt x="880" y="168"/>
                    </a:lnTo>
                    <a:lnTo>
                      <a:pt x="886" y="168"/>
                    </a:lnTo>
                    <a:lnTo>
                      <a:pt x="886" y="168"/>
                    </a:lnTo>
                    <a:lnTo>
                      <a:pt x="892" y="168"/>
                    </a:lnTo>
                    <a:lnTo>
                      <a:pt x="892" y="168"/>
                    </a:lnTo>
                    <a:lnTo>
                      <a:pt x="898" y="168"/>
                    </a:lnTo>
                    <a:lnTo>
                      <a:pt x="898" y="168"/>
                    </a:lnTo>
                    <a:lnTo>
                      <a:pt x="898" y="168"/>
                    </a:lnTo>
                    <a:lnTo>
                      <a:pt x="898" y="168"/>
                    </a:lnTo>
                    <a:lnTo>
                      <a:pt x="898" y="168"/>
                    </a:lnTo>
                    <a:lnTo>
                      <a:pt x="898" y="168"/>
                    </a:lnTo>
                    <a:close/>
                    <a:moveTo>
                      <a:pt x="876" y="168"/>
                    </a:moveTo>
                    <a:lnTo>
                      <a:pt x="880" y="168"/>
                    </a:lnTo>
                    <a:lnTo>
                      <a:pt x="880" y="168"/>
                    </a:lnTo>
                    <a:lnTo>
                      <a:pt x="880" y="168"/>
                    </a:lnTo>
                    <a:lnTo>
                      <a:pt x="876" y="168"/>
                    </a:lnTo>
                    <a:lnTo>
                      <a:pt x="872" y="168"/>
                    </a:lnTo>
                    <a:lnTo>
                      <a:pt x="876" y="168"/>
                    </a:lnTo>
                    <a:lnTo>
                      <a:pt x="876" y="168"/>
                    </a:lnTo>
                    <a:lnTo>
                      <a:pt x="876" y="168"/>
                    </a:lnTo>
                    <a:lnTo>
                      <a:pt x="876" y="168"/>
                    </a:lnTo>
                    <a:close/>
                    <a:moveTo>
                      <a:pt x="1640" y="182"/>
                    </a:moveTo>
                    <a:lnTo>
                      <a:pt x="1640" y="180"/>
                    </a:lnTo>
                    <a:lnTo>
                      <a:pt x="1640" y="180"/>
                    </a:lnTo>
                    <a:lnTo>
                      <a:pt x="1640" y="180"/>
                    </a:lnTo>
                    <a:lnTo>
                      <a:pt x="1640" y="180"/>
                    </a:lnTo>
                    <a:lnTo>
                      <a:pt x="1640" y="174"/>
                    </a:lnTo>
                    <a:lnTo>
                      <a:pt x="1640" y="168"/>
                    </a:lnTo>
                    <a:lnTo>
                      <a:pt x="1640" y="174"/>
                    </a:lnTo>
                    <a:lnTo>
                      <a:pt x="1644" y="180"/>
                    </a:lnTo>
                    <a:lnTo>
                      <a:pt x="1650" y="180"/>
                    </a:lnTo>
                    <a:lnTo>
                      <a:pt x="1644" y="180"/>
                    </a:lnTo>
                    <a:lnTo>
                      <a:pt x="1644" y="182"/>
                    </a:lnTo>
                    <a:lnTo>
                      <a:pt x="1640" y="182"/>
                    </a:lnTo>
                    <a:lnTo>
                      <a:pt x="1640" y="182"/>
                    </a:lnTo>
                    <a:lnTo>
                      <a:pt x="1640" y="182"/>
                    </a:lnTo>
                    <a:lnTo>
                      <a:pt x="1640" y="182"/>
                    </a:lnTo>
                    <a:lnTo>
                      <a:pt x="1640" y="182"/>
                    </a:lnTo>
                    <a:close/>
                    <a:moveTo>
                      <a:pt x="1790" y="180"/>
                    </a:moveTo>
                    <a:lnTo>
                      <a:pt x="1790" y="180"/>
                    </a:lnTo>
                    <a:lnTo>
                      <a:pt x="1796" y="180"/>
                    </a:lnTo>
                    <a:lnTo>
                      <a:pt x="1790" y="182"/>
                    </a:lnTo>
                    <a:lnTo>
                      <a:pt x="1796" y="182"/>
                    </a:lnTo>
                    <a:lnTo>
                      <a:pt x="1802" y="182"/>
                    </a:lnTo>
                    <a:lnTo>
                      <a:pt x="1802" y="182"/>
                    </a:lnTo>
                    <a:lnTo>
                      <a:pt x="1802" y="182"/>
                    </a:lnTo>
                    <a:lnTo>
                      <a:pt x="1802" y="182"/>
                    </a:lnTo>
                    <a:lnTo>
                      <a:pt x="1808" y="182"/>
                    </a:lnTo>
                    <a:lnTo>
                      <a:pt x="1808" y="180"/>
                    </a:lnTo>
                    <a:lnTo>
                      <a:pt x="1808" y="182"/>
                    </a:lnTo>
                    <a:lnTo>
                      <a:pt x="1814" y="182"/>
                    </a:lnTo>
                    <a:lnTo>
                      <a:pt x="1814" y="182"/>
                    </a:lnTo>
                    <a:lnTo>
                      <a:pt x="1818" y="182"/>
                    </a:lnTo>
                    <a:lnTo>
                      <a:pt x="1824" y="182"/>
                    </a:lnTo>
                    <a:lnTo>
                      <a:pt x="1818" y="182"/>
                    </a:lnTo>
                    <a:lnTo>
                      <a:pt x="1818" y="188"/>
                    </a:lnTo>
                    <a:lnTo>
                      <a:pt x="1824" y="188"/>
                    </a:lnTo>
                    <a:lnTo>
                      <a:pt x="1830" y="188"/>
                    </a:lnTo>
                    <a:lnTo>
                      <a:pt x="1830" y="188"/>
                    </a:lnTo>
                    <a:lnTo>
                      <a:pt x="1836" y="188"/>
                    </a:lnTo>
                    <a:lnTo>
                      <a:pt x="1842" y="188"/>
                    </a:lnTo>
                    <a:lnTo>
                      <a:pt x="1842" y="188"/>
                    </a:lnTo>
                    <a:lnTo>
                      <a:pt x="1844" y="188"/>
                    </a:lnTo>
                    <a:lnTo>
                      <a:pt x="1850" y="188"/>
                    </a:lnTo>
                    <a:lnTo>
                      <a:pt x="1850" y="188"/>
                    </a:lnTo>
                    <a:lnTo>
                      <a:pt x="1856" y="188"/>
                    </a:lnTo>
                    <a:lnTo>
                      <a:pt x="1850" y="188"/>
                    </a:lnTo>
                    <a:lnTo>
                      <a:pt x="1850" y="194"/>
                    </a:lnTo>
                    <a:lnTo>
                      <a:pt x="1850" y="200"/>
                    </a:lnTo>
                    <a:lnTo>
                      <a:pt x="1850" y="200"/>
                    </a:lnTo>
                    <a:lnTo>
                      <a:pt x="1844" y="200"/>
                    </a:lnTo>
                    <a:lnTo>
                      <a:pt x="1842" y="200"/>
                    </a:lnTo>
                    <a:lnTo>
                      <a:pt x="1842" y="200"/>
                    </a:lnTo>
                    <a:lnTo>
                      <a:pt x="1836" y="200"/>
                    </a:lnTo>
                    <a:lnTo>
                      <a:pt x="1830" y="200"/>
                    </a:lnTo>
                    <a:lnTo>
                      <a:pt x="1830" y="200"/>
                    </a:lnTo>
                    <a:lnTo>
                      <a:pt x="1824" y="200"/>
                    </a:lnTo>
                    <a:lnTo>
                      <a:pt x="1818" y="200"/>
                    </a:lnTo>
                    <a:lnTo>
                      <a:pt x="1814" y="200"/>
                    </a:lnTo>
                    <a:lnTo>
                      <a:pt x="1814" y="200"/>
                    </a:lnTo>
                    <a:lnTo>
                      <a:pt x="1814" y="194"/>
                    </a:lnTo>
                    <a:lnTo>
                      <a:pt x="1808" y="194"/>
                    </a:lnTo>
                    <a:lnTo>
                      <a:pt x="1802" y="194"/>
                    </a:lnTo>
                    <a:lnTo>
                      <a:pt x="1802" y="194"/>
                    </a:lnTo>
                    <a:lnTo>
                      <a:pt x="1802" y="188"/>
                    </a:lnTo>
                    <a:lnTo>
                      <a:pt x="1796" y="188"/>
                    </a:lnTo>
                    <a:lnTo>
                      <a:pt x="1790" y="188"/>
                    </a:lnTo>
                    <a:lnTo>
                      <a:pt x="1790" y="188"/>
                    </a:lnTo>
                    <a:lnTo>
                      <a:pt x="1790" y="188"/>
                    </a:lnTo>
                    <a:lnTo>
                      <a:pt x="1786" y="188"/>
                    </a:lnTo>
                    <a:lnTo>
                      <a:pt x="1790" y="188"/>
                    </a:lnTo>
                    <a:lnTo>
                      <a:pt x="1790" y="182"/>
                    </a:lnTo>
                    <a:lnTo>
                      <a:pt x="1790" y="180"/>
                    </a:lnTo>
                    <a:lnTo>
                      <a:pt x="1790" y="180"/>
                    </a:lnTo>
                    <a:lnTo>
                      <a:pt x="1790" y="180"/>
                    </a:lnTo>
                    <a:lnTo>
                      <a:pt x="1790" y="180"/>
                    </a:lnTo>
                    <a:lnTo>
                      <a:pt x="1790" y="180"/>
                    </a:lnTo>
                    <a:close/>
                    <a:moveTo>
                      <a:pt x="880" y="180"/>
                    </a:moveTo>
                    <a:lnTo>
                      <a:pt x="880" y="180"/>
                    </a:lnTo>
                    <a:lnTo>
                      <a:pt x="880" y="182"/>
                    </a:lnTo>
                    <a:lnTo>
                      <a:pt x="880" y="182"/>
                    </a:lnTo>
                    <a:lnTo>
                      <a:pt x="880" y="182"/>
                    </a:lnTo>
                    <a:lnTo>
                      <a:pt x="880" y="188"/>
                    </a:lnTo>
                    <a:lnTo>
                      <a:pt x="880" y="182"/>
                    </a:lnTo>
                    <a:lnTo>
                      <a:pt x="876" y="182"/>
                    </a:lnTo>
                    <a:lnTo>
                      <a:pt x="876" y="188"/>
                    </a:lnTo>
                    <a:lnTo>
                      <a:pt x="872" y="182"/>
                    </a:lnTo>
                    <a:lnTo>
                      <a:pt x="876" y="182"/>
                    </a:lnTo>
                    <a:lnTo>
                      <a:pt x="876" y="180"/>
                    </a:lnTo>
                    <a:lnTo>
                      <a:pt x="876" y="182"/>
                    </a:lnTo>
                    <a:lnTo>
                      <a:pt x="880" y="182"/>
                    </a:lnTo>
                    <a:lnTo>
                      <a:pt x="880" y="180"/>
                    </a:lnTo>
                    <a:lnTo>
                      <a:pt x="880" y="180"/>
                    </a:lnTo>
                    <a:lnTo>
                      <a:pt x="880" y="180"/>
                    </a:lnTo>
                    <a:lnTo>
                      <a:pt x="880" y="180"/>
                    </a:lnTo>
                    <a:lnTo>
                      <a:pt x="880" y="180"/>
                    </a:lnTo>
                    <a:close/>
                    <a:moveTo>
                      <a:pt x="952" y="194"/>
                    </a:moveTo>
                    <a:lnTo>
                      <a:pt x="958" y="194"/>
                    </a:lnTo>
                    <a:lnTo>
                      <a:pt x="952" y="194"/>
                    </a:lnTo>
                    <a:lnTo>
                      <a:pt x="952" y="200"/>
                    </a:lnTo>
                    <a:lnTo>
                      <a:pt x="952" y="194"/>
                    </a:lnTo>
                    <a:lnTo>
                      <a:pt x="946" y="194"/>
                    </a:lnTo>
                    <a:lnTo>
                      <a:pt x="946" y="200"/>
                    </a:lnTo>
                    <a:lnTo>
                      <a:pt x="952" y="200"/>
                    </a:lnTo>
                    <a:lnTo>
                      <a:pt x="946" y="200"/>
                    </a:lnTo>
                    <a:lnTo>
                      <a:pt x="946" y="200"/>
                    </a:lnTo>
                    <a:lnTo>
                      <a:pt x="940" y="200"/>
                    </a:lnTo>
                    <a:lnTo>
                      <a:pt x="940" y="194"/>
                    </a:lnTo>
                    <a:lnTo>
                      <a:pt x="946" y="194"/>
                    </a:lnTo>
                    <a:lnTo>
                      <a:pt x="946" y="200"/>
                    </a:lnTo>
                    <a:lnTo>
                      <a:pt x="946" y="194"/>
                    </a:lnTo>
                    <a:lnTo>
                      <a:pt x="946" y="194"/>
                    </a:lnTo>
                    <a:lnTo>
                      <a:pt x="946" y="194"/>
                    </a:lnTo>
                    <a:lnTo>
                      <a:pt x="952" y="194"/>
                    </a:lnTo>
                    <a:lnTo>
                      <a:pt x="952" y="194"/>
                    </a:lnTo>
                    <a:lnTo>
                      <a:pt x="952" y="194"/>
                    </a:lnTo>
                    <a:lnTo>
                      <a:pt x="952" y="194"/>
                    </a:lnTo>
                    <a:close/>
                    <a:moveTo>
                      <a:pt x="930" y="200"/>
                    </a:moveTo>
                    <a:lnTo>
                      <a:pt x="930" y="200"/>
                    </a:lnTo>
                    <a:lnTo>
                      <a:pt x="930" y="200"/>
                    </a:lnTo>
                    <a:lnTo>
                      <a:pt x="930" y="200"/>
                    </a:lnTo>
                    <a:lnTo>
                      <a:pt x="926" y="200"/>
                    </a:lnTo>
                    <a:lnTo>
                      <a:pt x="926" y="200"/>
                    </a:lnTo>
                    <a:lnTo>
                      <a:pt x="930" y="200"/>
                    </a:lnTo>
                    <a:lnTo>
                      <a:pt x="930" y="200"/>
                    </a:lnTo>
                    <a:lnTo>
                      <a:pt x="930" y="200"/>
                    </a:lnTo>
                    <a:lnTo>
                      <a:pt x="930" y="200"/>
                    </a:lnTo>
                    <a:close/>
                    <a:moveTo>
                      <a:pt x="838" y="206"/>
                    </a:moveTo>
                    <a:lnTo>
                      <a:pt x="844" y="206"/>
                    </a:lnTo>
                    <a:lnTo>
                      <a:pt x="844" y="200"/>
                    </a:lnTo>
                    <a:lnTo>
                      <a:pt x="844" y="206"/>
                    </a:lnTo>
                    <a:lnTo>
                      <a:pt x="850" y="206"/>
                    </a:lnTo>
                    <a:lnTo>
                      <a:pt x="844" y="206"/>
                    </a:lnTo>
                    <a:lnTo>
                      <a:pt x="838" y="206"/>
                    </a:lnTo>
                    <a:lnTo>
                      <a:pt x="838" y="206"/>
                    </a:lnTo>
                    <a:lnTo>
                      <a:pt x="838" y="206"/>
                    </a:lnTo>
                    <a:lnTo>
                      <a:pt x="838" y="206"/>
                    </a:lnTo>
                    <a:close/>
                    <a:moveTo>
                      <a:pt x="930" y="206"/>
                    </a:moveTo>
                    <a:lnTo>
                      <a:pt x="930" y="210"/>
                    </a:lnTo>
                    <a:lnTo>
                      <a:pt x="926" y="210"/>
                    </a:lnTo>
                    <a:lnTo>
                      <a:pt x="926" y="206"/>
                    </a:lnTo>
                    <a:lnTo>
                      <a:pt x="930" y="206"/>
                    </a:lnTo>
                    <a:lnTo>
                      <a:pt x="930" y="206"/>
                    </a:lnTo>
                    <a:lnTo>
                      <a:pt x="930" y="206"/>
                    </a:lnTo>
                    <a:lnTo>
                      <a:pt x="930" y="206"/>
                    </a:lnTo>
                    <a:lnTo>
                      <a:pt x="930" y="206"/>
                    </a:lnTo>
                    <a:close/>
                    <a:moveTo>
                      <a:pt x="1314" y="216"/>
                    </a:moveTo>
                    <a:lnTo>
                      <a:pt x="1314" y="216"/>
                    </a:lnTo>
                    <a:lnTo>
                      <a:pt x="1308" y="216"/>
                    </a:lnTo>
                    <a:lnTo>
                      <a:pt x="1304" y="216"/>
                    </a:lnTo>
                    <a:lnTo>
                      <a:pt x="1304" y="216"/>
                    </a:lnTo>
                    <a:lnTo>
                      <a:pt x="1304" y="216"/>
                    </a:lnTo>
                    <a:lnTo>
                      <a:pt x="1300" y="216"/>
                    </a:lnTo>
                    <a:lnTo>
                      <a:pt x="1300" y="210"/>
                    </a:lnTo>
                    <a:lnTo>
                      <a:pt x="1304" y="210"/>
                    </a:lnTo>
                    <a:lnTo>
                      <a:pt x="1304" y="210"/>
                    </a:lnTo>
                    <a:lnTo>
                      <a:pt x="1304" y="206"/>
                    </a:lnTo>
                    <a:lnTo>
                      <a:pt x="1308" y="206"/>
                    </a:lnTo>
                    <a:lnTo>
                      <a:pt x="1314" y="206"/>
                    </a:lnTo>
                    <a:lnTo>
                      <a:pt x="1320" y="206"/>
                    </a:lnTo>
                    <a:lnTo>
                      <a:pt x="1326" y="206"/>
                    </a:lnTo>
                    <a:lnTo>
                      <a:pt x="1326" y="210"/>
                    </a:lnTo>
                    <a:lnTo>
                      <a:pt x="1326" y="216"/>
                    </a:lnTo>
                    <a:lnTo>
                      <a:pt x="1320" y="216"/>
                    </a:lnTo>
                    <a:lnTo>
                      <a:pt x="1320" y="216"/>
                    </a:lnTo>
                    <a:lnTo>
                      <a:pt x="1314" y="216"/>
                    </a:lnTo>
                    <a:lnTo>
                      <a:pt x="1314" y="216"/>
                    </a:lnTo>
                    <a:lnTo>
                      <a:pt x="1314" y="216"/>
                    </a:lnTo>
                    <a:lnTo>
                      <a:pt x="1314" y="216"/>
                    </a:lnTo>
                    <a:close/>
                    <a:moveTo>
                      <a:pt x="920" y="206"/>
                    </a:moveTo>
                    <a:lnTo>
                      <a:pt x="920" y="206"/>
                    </a:lnTo>
                    <a:lnTo>
                      <a:pt x="920" y="210"/>
                    </a:lnTo>
                    <a:lnTo>
                      <a:pt x="920" y="210"/>
                    </a:lnTo>
                    <a:lnTo>
                      <a:pt x="920" y="210"/>
                    </a:lnTo>
                    <a:lnTo>
                      <a:pt x="920" y="210"/>
                    </a:lnTo>
                    <a:lnTo>
                      <a:pt x="914" y="210"/>
                    </a:lnTo>
                    <a:lnTo>
                      <a:pt x="920" y="210"/>
                    </a:lnTo>
                    <a:lnTo>
                      <a:pt x="920" y="206"/>
                    </a:lnTo>
                    <a:lnTo>
                      <a:pt x="920" y="206"/>
                    </a:lnTo>
                    <a:lnTo>
                      <a:pt x="920" y="206"/>
                    </a:lnTo>
                    <a:lnTo>
                      <a:pt x="920" y="206"/>
                    </a:lnTo>
                    <a:close/>
                    <a:moveTo>
                      <a:pt x="1362" y="216"/>
                    </a:moveTo>
                    <a:lnTo>
                      <a:pt x="1362" y="210"/>
                    </a:lnTo>
                    <a:lnTo>
                      <a:pt x="1362" y="210"/>
                    </a:lnTo>
                    <a:lnTo>
                      <a:pt x="1362" y="216"/>
                    </a:lnTo>
                    <a:lnTo>
                      <a:pt x="1362" y="216"/>
                    </a:lnTo>
                    <a:lnTo>
                      <a:pt x="1362" y="216"/>
                    </a:lnTo>
                    <a:lnTo>
                      <a:pt x="1362" y="216"/>
                    </a:lnTo>
                    <a:lnTo>
                      <a:pt x="1362" y="216"/>
                    </a:lnTo>
                    <a:close/>
                    <a:moveTo>
                      <a:pt x="1710" y="228"/>
                    </a:moveTo>
                    <a:lnTo>
                      <a:pt x="1710" y="222"/>
                    </a:lnTo>
                    <a:lnTo>
                      <a:pt x="1704" y="222"/>
                    </a:lnTo>
                    <a:lnTo>
                      <a:pt x="1704" y="216"/>
                    </a:lnTo>
                    <a:lnTo>
                      <a:pt x="1704" y="216"/>
                    </a:lnTo>
                    <a:lnTo>
                      <a:pt x="1710" y="216"/>
                    </a:lnTo>
                    <a:lnTo>
                      <a:pt x="1710" y="216"/>
                    </a:lnTo>
                    <a:lnTo>
                      <a:pt x="1716" y="216"/>
                    </a:lnTo>
                    <a:lnTo>
                      <a:pt x="1722" y="216"/>
                    </a:lnTo>
                    <a:lnTo>
                      <a:pt x="1716" y="216"/>
                    </a:lnTo>
                    <a:lnTo>
                      <a:pt x="1716" y="222"/>
                    </a:lnTo>
                    <a:lnTo>
                      <a:pt x="1710" y="222"/>
                    </a:lnTo>
                    <a:lnTo>
                      <a:pt x="1710" y="222"/>
                    </a:lnTo>
                    <a:lnTo>
                      <a:pt x="1710" y="228"/>
                    </a:lnTo>
                    <a:lnTo>
                      <a:pt x="1710" y="228"/>
                    </a:lnTo>
                    <a:lnTo>
                      <a:pt x="1710" y="228"/>
                    </a:lnTo>
                    <a:lnTo>
                      <a:pt x="1710" y="228"/>
                    </a:lnTo>
                    <a:close/>
                    <a:moveTo>
                      <a:pt x="1640" y="216"/>
                    </a:moveTo>
                    <a:lnTo>
                      <a:pt x="1640" y="216"/>
                    </a:lnTo>
                    <a:lnTo>
                      <a:pt x="1644" y="216"/>
                    </a:lnTo>
                    <a:lnTo>
                      <a:pt x="1650" y="222"/>
                    </a:lnTo>
                    <a:lnTo>
                      <a:pt x="1650" y="228"/>
                    </a:lnTo>
                    <a:lnTo>
                      <a:pt x="1644" y="228"/>
                    </a:lnTo>
                    <a:lnTo>
                      <a:pt x="1644" y="222"/>
                    </a:lnTo>
                    <a:lnTo>
                      <a:pt x="1640" y="222"/>
                    </a:lnTo>
                    <a:lnTo>
                      <a:pt x="1640" y="216"/>
                    </a:lnTo>
                    <a:lnTo>
                      <a:pt x="1640" y="216"/>
                    </a:lnTo>
                    <a:lnTo>
                      <a:pt x="1640" y="216"/>
                    </a:lnTo>
                    <a:lnTo>
                      <a:pt x="1640" y="216"/>
                    </a:lnTo>
                    <a:lnTo>
                      <a:pt x="1640" y="216"/>
                    </a:lnTo>
                    <a:lnTo>
                      <a:pt x="1640" y="216"/>
                    </a:lnTo>
                    <a:close/>
                    <a:moveTo>
                      <a:pt x="886" y="216"/>
                    </a:moveTo>
                    <a:lnTo>
                      <a:pt x="892" y="216"/>
                    </a:lnTo>
                    <a:lnTo>
                      <a:pt x="892" y="222"/>
                    </a:lnTo>
                    <a:lnTo>
                      <a:pt x="886" y="222"/>
                    </a:lnTo>
                    <a:lnTo>
                      <a:pt x="886" y="216"/>
                    </a:lnTo>
                    <a:lnTo>
                      <a:pt x="880" y="216"/>
                    </a:lnTo>
                    <a:lnTo>
                      <a:pt x="886" y="216"/>
                    </a:lnTo>
                    <a:lnTo>
                      <a:pt x="886" y="216"/>
                    </a:lnTo>
                    <a:lnTo>
                      <a:pt x="886" y="216"/>
                    </a:lnTo>
                    <a:lnTo>
                      <a:pt x="886" y="216"/>
                    </a:lnTo>
                    <a:close/>
                    <a:moveTo>
                      <a:pt x="892" y="216"/>
                    </a:moveTo>
                    <a:lnTo>
                      <a:pt x="898" y="216"/>
                    </a:lnTo>
                    <a:lnTo>
                      <a:pt x="898" y="216"/>
                    </a:lnTo>
                    <a:lnTo>
                      <a:pt x="904" y="216"/>
                    </a:lnTo>
                    <a:lnTo>
                      <a:pt x="898" y="216"/>
                    </a:lnTo>
                    <a:lnTo>
                      <a:pt x="898" y="222"/>
                    </a:lnTo>
                    <a:lnTo>
                      <a:pt x="904" y="222"/>
                    </a:lnTo>
                    <a:lnTo>
                      <a:pt x="898" y="222"/>
                    </a:lnTo>
                    <a:lnTo>
                      <a:pt x="898" y="216"/>
                    </a:lnTo>
                    <a:lnTo>
                      <a:pt x="898" y="216"/>
                    </a:lnTo>
                    <a:lnTo>
                      <a:pt x="892" y="216"/>
                    </a:lnTo>
                    <a:lnTo>
                      <a:pt x="892" y="216"/>
                    </a:lnTo>
                    <a:lnTo>
                      <a:pt x="892" y="216"/>
                    </a:lnTo>
                    <a:lnTo>
                      <a:pt x="892" y="216"/>
                    </a:lnTo>
                    <a:close/>
                    <a:moveTo>
                      <a:pt x="908" y="222"/>
                    </a:moveTo>
                    <a:lnTo>
                      <a:pt x="914" y="222"/>
                    </a:lnTo>
                    <a:lnTo>
                      <a:pt x="908" y="222"/>
                    </a:lnTo>
                    <a:lnTo>
                      <a:pt x="908" y="222"/>
                    </a:lnTo>
                    <a:lnTo>
                      <a:pt x="908" y="222"/>
                    </a:lnTo>
                    <a:lnTo>
                      <a:pt x="908" y="222"/>
                    </a:lnTo>
                    <a:lnTo>
                      <a:pt x="908" y="222"/>
                    </a:lnTo>
                    <a:lnTo>
                      <a:pt x="908" y="222"/>
                    </a:lnTo>
                    <a:close/>
                    <a:moveTo>
                      <a:pt x="1482" y="228"/>
                    </a:moveTo>
                    <a:lnTo>
                      <a:pt x="1482" y="222"/>
                    </a:lnTo>
                    <a:lnTo>
                      <a:pt x="1482" y="222"/>
                    </a:lnTo>
                    <a:lnTo>
                      <a:pt x="1482" y="222"/>
                    </a:lnTo>
                    <a:lnTo>
                      <a:pt x="1482" y="228"/>
                    </a:lnTo>
                    <a:lnTo>
                      <a:pt x="1482" y="228"/>
                    </a:lnTo>
                    <a:lnTo>
                      <a:pt x="1482" y="228"/>
                    </a:lnTo>
                    <a:lnTo>
                      <a:pt x="1482" y="228"/>
                    </a:lnTo>
                    <a:lnTo>
                      <a:pt x="1482" y="228"/>
                    </a:lnTo>
                    <a:lnTo>
                      <a:pt x="1482" y="228"/>
                    </a:lnTo>
                    <a:close/>
                    <a:moveTo>
                      <a:pt x="1722" y="228"/>
                    </a:moveTo>
                    <a:lnTo>
                      <a:pt x="1722" y="228"/>
                    </a:lnTo>
                    <a:lnTo>
                      <a:pt x="1728" y="228"/>
                    </a:lnTo>
                    <a:lnTo>
                      <a:pt x="1732" y="228"/>
                    </a:lnTo>
                    <a:lnTo>
                      <a:pt x="1732" y="228"/>
                    </a:lnTo>
                    <a:lnTo>
                      <a:pt x="1736" y="228"/>
                    </a:lnTo>
                    <a:lnTo>
                      <a:pt x="1742" y="228"/>
                    </a:lnTo>
                    <a:lnTo>
                      <a:pt x="1748" y="228"/>
                    </a:lnTo>
                    <a:lnTo>
                      <a:pt x="1748" y="234"/>
                    </a:lnTo>
                    <a:lnTo>
                      <a:pt x="1748" y="234"/>
                    </a:lnTo>
                    <a:lnTo>
                      <a:pt x="1748" y="238"/>
                    </a:lnTo>
                    <a:lnTo>
                      <a:pt x="1754" y="238"/>
                    </a:lnTo>
                    <a:lnTo>
                      <a:pt x="1748" y="238"/>
                    </a:lnTo>
                    <a:lnTo>
                      <a:pt x="1748" y="238"/>
                    </a:lnTo>
                    <a:lnTo>
                      <a:pt x="1754" y="238"/>
                    </a:lnTo>
                    <a:lnTo>
                      <a:pt x="1748" y="242"/>
                    </a:lnTo>
                    <a:lnTo>
                      <a:pt x="1748" y="242"/>
                    </a:lnTo>
                    <a:lnTo>
                      <a:pt x="1742" y="238"/>
                    </a:lnTo>
                    <a:lnTo>
                      <a:pt x="1736" y="238"/>
                    </a:lnTo>
                    <a:lnTo>
                      <a:pt x="1732" y="238"/>
                    </a:lnTo>
                    <a:lnTo>
                      <a:pt x="1732" y="238"/>
                    </a:lnTo>
                    <a:lnTo>
                      <a:pt x="1728" y="238"/>
                    </a:lnTo>
                    <a:lnTo>
                      <a:pt x="1722" y="238"/>
                    </a:lnTo>
                    <a:lnTo>
                      <a:pt x="1722" y="238"/>
                    </a:lnTo>
                    <a:lnTo>
                      <a:pt x="1716" y="238"/>
                    </a:lnTo>
                    <a:lnTo>
                      <a:pt x="1710" y="238"/>
                    </a:lnTo>
                    <a:lnTo>
                      <a:pt x="1710" y="238"/>
                    </a:lnTo>
                    <a:lnTo>
                      <a:pt x="1704" y="238"/>
                    </a:lnTo>
                    <a:lnTo>
                      <a:pt x="1700" y="238"/>
                    </a:lnTo>
                    <a:lnTo>
                      <a:pt x="1700" y="238"/>
                    </a:lnTo>
                    <a:lnTo>
                      <a:pt x="1700" y="238"/>
                    </a:lnTo>
                    <a:lnTo>
                      <a:pt x="1704" y="238"/>
                    </a:lnTo>
                    <a:lnTo>
                      <a:pt x="1710" y="238"/>
                    </a:lnTo>
                    <a:lnTo>
                      <a:pt x="1710" y="234"/>
                    </a:lnTo>
                    <a:lnTo>
                      <a:pt x="1710" y="234"/>
                    </a:lnTo>
                    <a:lnTo>
                      <a:pt x="1710" y="228"/>
                    </a:lnTo>
                    <a:lnTo>
                      <a:pt x="1716" y="228"/>
                    </a:lnTo>
                    <a:lnTo>
                      <a:pt x="1722" y="228"/>
                    </a:lnTo>
                    <a:lnTo>
                      <a:pt x="1722" y="228"/>
                    </a:lnTo>
                    <a:lnTo>
                      <a:pt x="1722" y="228"/>
                    </a:lnTo>
                    <a:lnTo>
                      <a:pt x="1722" y="228"/>
                    </a:lnTo>
                    <a:close/>
                    <a:moveTo>
                      <a:pt x="1500" y="234"/>
                    </a:moveTo>
                    <a:lnTo>
                      <a:pt x="1504" y="234"/>
                    </a:lnTo>
                    <a:lnTo>
                      <a:pt x="1500" y="234"/>
                    </a:lnTo>
                    <a:lnTo>
                      <a:pt x="1500" y="234"/>
                    </a:lnTo>
                    <a:lnTo>
                      <a:pt x="1500" y="234"/>
                    </a:lnTo>
                    <a:lnTo>
                      <a:pt x="1500" y="234"/>
                    </a:lnTo>
                    <a:close/>
                    <a:moveTo>
                      <a:pt x="860" y="238"/>
                    </a:moveTo>
                    <a:lnTo>
                      <a:pt x="854" y="234"/>
                    </a:lnTo>
                    <a:lnTo>
                      <a:pt x="860" y="234"/>
                    </a:lnTo>
                    <a:lnTo>
                      <a:pt x="860" y="238"/>
                    </a:lnTo>
                    <a:lnTo>
                      <a:pt x="860" y="238"/>
                    </a:lnTo>
                    <a:lnTo>
                      <a:pt x="860" y="238"/>
                    </a:lnTo>
                    <a:lnTo>
                      <a:pt x="860" y="238"/>
                    </a:lnTo>
                    <a:close/>
                    <a:moveTo>
                      <a:pt x="1520" y="234"/>
                    </a:moveTo>
                    <a:lnTo>
                      <a:pt x="1526" y="234"/>
                    </a:lnTo>
                    <a:lnTo>
                      <a:pt x="1530" y="234"/>
                    </a:lnTo>
                    <a:lnTo>
                      <a:pt x="1530" y="238"/>
                    </a:lnTo>
                    <a:lnTo>
                      <a:pt x="1530" y="238"/>
                    </a:lnTo>
                    <a:lnTo>
                      <a:pt x="1526" y="234"/>
                    </a:lnTo>
                    <a:lnTo>
                      <a:pt x="1520" y="234"/>
                    </a:lnTo>
                    <a:lnTo>
                      <a:pt x="1520" y="234"/>
                    </a:lnTo>
                    <a:lnTo>
                      <a:pt x="1520" y="234"/>
                    </a:lnTo>
                    <a:lnTo>
                      <a:pt x="1520" y="234"/>
                    </a:lnTo>
                    <a:close/>
                    <a:moveTo>
                      <a:pt x="710" y="248"/>
                    </a:moveTo>
                    <a:lnTo>
                      <a:pt x="710" y="242"/>
                    </a:lnTo>
                    <a:lnTo>
                      <a:pt x="712" y="242"/>
                    </a:lnTo>
                    <a:lnTo>
                      <a:pt x="712" y="238"/>
                    </a:lnTo>
                    <a:lnTo>
                      <a:pt x="712" y="238"/>
                    </a:lnTo>
                    <a:lnTo>
                      <a:pt x="710" y="238"/>
                    </a:lnTo>
                    <a:lnTo>
                      <a:pt x="712" y="238"/>
                    </a:lnTo>
                    <a:lnTo>
                      <a:pt x="718" y="238"/>
                    </a:lnTo>
                    <a:lnTo>
                      <a:pt x="718" y="238"/>
                    </a:lnTo>
                    <a:lnTo>
                      <a:pt x="724" y="234"/>
                    </a:lnTo>
                    <a:lnTo>
                      <a:pt x="730" y="238"/>
                    </a:lnTo>
                    <a:lnTo>
                      <a:pt x="724" y="238"/>
                    </a:lnTo>
                    <a:lnTo>
                      <a:pt x="730" y="238"/>
                    </a:lnTo>
                    <a:lnTo>
                      <a:pt x="730" y="238"/>
                    </a:lnTo>
                    <a:lnTo>
                      <a:pt x="736" y="238"/>
                    </a:lnTo>
                    <a:lnTo>
                      <a:pt x="736" y="242"/>
                    </a:lnTo>
                    <a:lnTo>
                      <a:pt x="730" y="242"/>
                    </a:lnTo>
                    <a:lnTo>
                      <a:pt x="730" y="242"/>
                    </a:lnTo>
                    <a:lnTo>
                      <a:pt x="724" y="242"/>
                    </a:lnTo>
                    <a:lnTo>
                      <a:pt x="718" y="242"/>
                    </a:lnTo>
                    <a:lnTo>
                      <a:pt x="718" y="248"/>
                    </a:lnTo>
                    <a:lnTo>
                      <a:pt x="718" y="248"/>
                    </a:lnTo>
                    <a:lnTo>
                      <a:pt x="712" y="248"/>
                    </a:lnTo>
                    <a:lnTo>
                      <a:pt x="712" y="242"/>
                    </a:lnTo>
                    <a:lnTo>
                      <a:pt x="712" y="248"/>
                    </a:lnTo>
                    <a:lnTo>
                      <a:pt x="710" y="248"/>
                    </a:lnTo>
                    <a:lnTo>
                      <a:pt x="710" y="248"/>
                    </a:lnTo>
                    <a:lnTo>
                      <a:pt x="710" y="248"/>
                    </a:lnTo>
                    <a:lnTo>
                      <a:pt x="710" y="248"/>
                    </a:lnTo>
                    <a:close/>
                    <a:moveTo>
                      <a:pt x="476" y="292"/>
                    </a:moveTo>
                    <a:lnTo>
                      <a:pt x="482" y="288"/>
                    </a:lnTo>
                    <a:lnTo>
                      <a:pt x="486" y="288"/>
                    </a:lnTo>
                    <a:lnTo>
                      <a:pt x="482" y="288"/>
                    </a:lnTo>
                    <a:lnTo>
                      <a:pt x="476" y="288"/>
                    </a:lnTo>
                    <a:lnTo>
                      <a:pt x="476" y="292"/>
                    </a:lnTo>
                    <a:lnTo>
                      <a:pt x="476" y="288"/>
                    </a:lnTo>
                    <a:lnTo>
                      <a:pt x="476" y="288"/>
                    </a:lnTo>
                    <a:lnTo>
                      <a:pt x="476" y="288"/>
                    </a:lnTo>
                    <a:lnTo>
                      <a:pt x="476" y="288"/>
                    </a:lnTo>
                    <a:lnTo>
                      <a:pt x="470" y="288"/>
                    </a:lnTo>
                    <a:lnTo>
                      <a:pt x="464" y="288"/>
                    </a:lnTo>
                    <a:lnTo>
                      <a:pt x="464" y="288"/>
                    </a:lnTo>
                    <a:lnTo>
                      <a:pt x="464" y="288"/>
                    </a:lnTo>
                    <a:lnTo>
                      <a:pt x="464" y="288"/>
                    </a:lnTo>
                    <a:lnTo>
                      <a:pt x="458" y="288"/>
                    </a:lnTo>
                    <a:lnTo>
                      <a:pt x="458" y="288"/>
                    </a:lnTo>
                    <a:lnTo>
                      <a:pt x="458" y="288"/>
                    </a:lnTo>
                    <a:lnTo>
                      <a:pt x="454" y="288"/>
                    </a:lnTo>
                    <a:lnTo>
                      <a:pt x="454" y="288"/>
                    </a:lnTo>
                    <a:lnTo>
                      <a:pt x="448" y="282"/>
                    </a:lnTo>
                    <a:lnTo>
                      <a:pt x="448" y="276"/>
                    </a:lnTo>
                    <a:lnTo>
                      <a:pt x="448" y="276"/>
                    </a:lnTo>
                    <a:lnTo>
                      <a:pt x="454" y="276"/>
                    </a:lnTo>
                    <a:lnTo>
                      <a:pt x="454" y="270"/>
                    </a:lnTo>
                    <a:lnTo>
                      <a:pt x="454" y="270"/>
                    </a:lnTo>
                    <a:lnTo>
                      <a:pt x="458" y="270"/>
                    </a:lnTo>
                    <a:lnTo>
                      <a:pt x="458" y="276"/>
                    </a:lnTo>
                    <a:lnTo>
                      <a:pt x="464" y="276"/>
                    </a:lnTo>
                    <a:lnTo>
                      <a:pt x="464" y="270"/>
                    </a:lnTo>
                    <a:lnTo>
                      <a:pt x="464" y="266"/>
                    </a:lnTo>
                    <a:lnTo>
                      <a:pt x="464" y="266"/>
                    </a:lnTo>
                    <a:lnTo>
                      <a:pt x="464" y="260"/>
                    </a:lnTo>
                    <a:lnTo>
                      <a:pt x="470" y="260"/>
                    </a:lnTo>
                    <a:lnTo>
                      <a:pt x="470" y="260"/>
                    </a:lnTo>
                    <a:lnTo>
                      <a:pt x="464" y="260"/>
                    </a:lnTo>
                    <a:lnTo>
                      <a:pt x="470" y="254"/>
                    </a:lnTo>
                    <a:lnTo>
                      <a:pt x="470" y="260"/>
                    </a:lnTo>
                    <a:lnTo>
                      <a:pt x="476" y="260"/>
                    </a:lnTo>
                    <a:lnTo>
                      <a:pt x="470" y="254"/>
                    </a:lnTo>
                    <a:lnTo>
                      <a:pt x="464" y="254"/>
                    </a:lnTo>
                    <a:lnTo>
                      <a:pt x="464" y="254"/>
                    </a:lnTo>
                    <a:lnTo>
                      <a:pt x="464" y="248"/>
                    </a:lnTo>
                    <a:lnTo>
                      <a:pt x="470" y="248"/>
                    </a:lnTo>
                    <a:lnTo>
                      <a:pt x="476" y="248"/>
                    </a:lnTo>
                    <a:lnTo>
                      <a:pt x="476" y="248"/>
                    </a:lnTo>
                    <a:lnTo>
                      <a:pt x="476" y="248"/>
                    </a:lnTo>
                    <a:lnTo>
                      <a:pt x="476" y="248"/>
                    </a:lnTo>
                    <a:lnTo>
                      <a:pt x="476" y="248"/>
                    </a:lnTo>
                    <a:lnTo>
                      <a:pt x="476" y="248"/>
                    </a:lnTo>
                    <a:lnTo>
                      <a:pt x="476" y="242"/>
                    </a:lnTo>
                    <a:lnTo>
                      <a:pt x="476" y="238"/>
                    </a:lnTo>
                    <a:lnTo>
                      <a:pt x="482" y="238"/>
                    </a:lnTo>
                    <a:lnTo>
                      <a:pt x="486" y="238"/>
                    </a:lnTo>
                    <a:lnTo>
                      <a:pt x="492" y="238"/>
                    </a:lnTo>
                    <a:lnTo>
                      <a:pt x="492" y="238"/>
                    </a:lnTo>
                    <a:lnTo>
                      <a:pt x="492" y="238"/>
                    </a:lnTo>
                    <a:lnTo>
                      <a:pt x="496" y="238"/>
                    </a:lnTo>
                    <a:lnTo>
                      <a:pt x="502" y="238"/>
                    </a:lnTo>
                    <a:lnTo>
                      <a:pt x="502" y="238"/>
                    </a:lnTo>
                    <a:lnTo>
                      <a:pt x="508" y="238"/>
                    </a:lnTo>
                    <a:lnTo>
                      <a:pt x="512" y="238"/>
                    </a:lnTo>
                    <a:lnTo>
                      <a:pt x="512" y="238"/>
                    </a:lnTo>
                    <a:lnTo>
                      <a:pt x="518" y="238"/>
                    </a:lnTo>
                    <a:lnTo>
                      <a:pt x="518" y="242"/>
                    </a:lnTo>
                    <a:lnTo>
                      <a:pt x="524" y="242"/>
                    </a:lnTo>
                    <a:lnTo>
                      <a:pt x="518" y="242"/>
                    </a:lnTo>
                    <a:lnTo>
                      <a:pt x="512" y="242"/>
                    </a:lnTo>
                    <a:lnTo>
                      <a:pt x="512" y="248"/>
                    </a:lnTo>
                    <a:lnTo>
                      <a:pt x="512" y="248"/>
                    </a:lnTo>
                    <a:lnTo>
                      <a:pt x="518" y="248"/>
                    </a:lnTo>
                    <a:lnTo>
                      <a:pt x="512" y="248"/>
                    </a:lnTo>
                    <a:lnTo>
                      <a:pt x="512" y="248"/>
                    </a:lnTo>
                    <a:lnTo>
                      <a:pt x="508" y="248"/>
                    </a:lnTo>
                    <a:lnTo>
                      <a:pt x="512" y="248"/>
                    </a:lnTo>
                    <a:lnTo>
                      <a:pt x="512" y="248"/>
                    </a:lnTo>
                    <a:lnTo>
                      <a:pt x="512" y="248"/>
                    </a:lnTo>
                    <a:lnTo>
                      <a:pt x="512" y="254"/>
                    </a:lnTo>
                    <a:lnTo>
                      <a:pt x="512" y="254"/>
                    </a:lnTo>
                    <a:lnTo>
                      <a:pt x="512" y="248"/>
                    </a:lnTo>
                    <a:lnTo>
                      <a:pt x="512" y="254"/>
                    </a:lnTo>
                    <a:lnTo>
                      <a:pt x="508" y="254"/>
                    </a:lnTo>
                    <a:lnTo>
                      <a:pt x="508" y="248"/>
                    </a:lnTo>
                    <a:lnTo>
                      <a:pt x="502" y="254"/>
                    </a:lnTo>
                    <a:lnTo>
                      <a:pt x="508" y="254"/>
                    </a:lnTo>
                    <a:lnTo>
                      <a:pt x="512" y="254"/>
                    </a:lnTo>
                    <a:lnTo>
                      <a:pt x="508" y="260"/>
                    </a:lnTo>
                    <a:lnTo>
                      <a:pt x="502" y="260"/>
                    </a:lnTo>
                    <a:lnTo>
                      <a:pt x="508" y="260"/>
                    </a:lnTo>
                    <a:lnTo>
                      <a:pt x="508" y="260"/>
                    </a:lnTo>
                    <a:lnTo>
                      <a:pt x="502" y="260"/>
                    </a:lnTo>
                    <a:lnTo>
                      <a:pt x="502" y="260"/>
                    </a:lnTo>
                    <a:lnTo>
                      <a:pt x="502" y="260"/>
                    </a:lnTo>
                    <a:lnTo>
                      <a:pt x="508" y="260"/>
                    </a:lnTo>
                    <a:lnTo>
                      <a:pt x="502" y="266"/>
                    </a:lnTo>
                    <a:lnTo>
                      <a:pt x="508" y="266"/>
                    </a:lnTo>
                    <a:lnTo>
                      <a:pt x="508" y="270"/>
                    </a:lnTo>
                    <a:lnTo>
                      <a:pt x="502" y="270"/>
                    </a:lnTo>
                    <a:lnTo>
                      <a:pt x="502" y="276"/>
                    </a:lnTo>
                    <a:lnTo>
                      <a:pt x="502" y="276"/>
                    </a:lnTo>
                    <a:lnTo>
                      <a:pt x="508" y="276"/>
                    </a:lnTo>
                    <a:lnTo>
                      <a:pt x="508" y="282"/>
                    </a:lnTo>
                    <a:lnTo>
                      <a:pt x="508" y="288"/>
                    </a:lnTo>
                    <a:lnTo>
                      <a:pt x="512" y="288"/>
                    </a:lnTo>
                    <a:lnTo>
                      <a:pt x="512" y="288"/>
                    </a:lnTo>
                    <a:lnTo>
                      <a:pt x="512" y="292"/>
                    </a:lnTo>
                    <a:lnTo>
                      <a:pt x="512" y="296"/>
                    </a:lnTo>
                    <a:lnTo>
                      <a:pt x="518" y="296"/>
                    </a:lnTo>
                    <a:lnTo>
                      <a:pt x="524" y="296"/>
                    </a:lnTo>
                    <a:lnTo>
                      <a:pt x="524" y="302"/>
                    </a:lnTo>
                    <a:lnTo>
                      <a:pt x="530" y="302"/>
                    </a:lnTo>
                    <a:lnTo>
                      <a:pt x="536" y="302"/>
                    </a:lnTo>
                    <a:lnTo>
                      <a:pt x="536" y="308"/>
                    </a:lnTo>
                    <a:lnTo>
                      <a:pt x="536" y="308"/>
                    </a:lnTo>
                    <a:lnTo>
                      <a:pt x="536" y="308"/>
                    </a:lnTo>
                    <a:lnTo>
                      <a:pt x="530" y="308"/>
                    </a:lnTo>
                    <a:lnTo>
                      <a:pt x="530" y="308"/>
                    </a:lnTo>
                    <a:lnTo>
                      <a:pt x="524" y="308"/>
                    </a:lnTo>
                    <a:lnTo>
                      <a:pt x="524" y="308"/>
                    </a:lnTo>
                    <a:lnTo>
                      <a:pt x="524" y="308"/>
                    </a:lnTo>
                    <a:lnTo>
                      <a:pt x="530" y="308"/>
                    </a:lnTo>
                    <a:lnTo>
                      <a:pt x="536" y="308"/>
                    </a:lnTo>
                    <a:lnTo>
                      <a:pt x="530" y="308"/>
                    </a:lnTo>
                    <a:lnTo>
                      <a:pt x="524" y="308"/>
                    </a:lnTo>
                    <a:lnTo>
                      <a:pt x="524" y="308"/>
                    </a:lnTo>
                    <a:lnTo>
                      <a:pt x="518" y="308"/>
                    </a:lnTo>
                    <a:lnTo>
                      <a:pt x="524" y="308"/>
                    </a:lnTo>
                    <a:lnTo>
                      <a:pt x="518" y="308"/>
                    </a:lnTo>
                    <a:lnTo>
                      <a:pt x="512" y="308"/>
                    </a:lnTo>
                    <a:lnTo>
                      <a:pt x="518" y="308"/>
                    </a:lnTo>
                    <a:lnTo>
                      <a:pt x="518" y="308"/>
                    </a:lnTo>
                    <a:lnTo>
                      <a:pt x="524" y="308"/>
                    </a:lnTo>
                    <a:lnTo>
                      <a:pt x="518" y="308"/>
                    </a:lnTo>
                    <a:lnTo>
                      <a:pt x="524" y="308"/>
                    </a:lnTo>
                    <a:lnTo>
                      <a:pt x="518" y="308"/>
                    </a:lnTo>
                    <a:lnTo>
                      <a:pt x="512" y="308"/>
                    </a:lnTo>
                    <a:lnTo>
                      <a:pt x="512" y="308"/>
                    </a:lnTo>
                    <a:lnTo>
                      <a:pt x="512" y="308"/>
                    </a:lnTo>
                    <a:lnTo>
                      <a:pt x="512" y="308"/>
                    </a:lnTo>
                    <a:lnTo>
                      <a:pt x="512" y="308"/>
                    </a:lnTo>
                    <a:lnTo>
                      <a:pt x="512" y="308"/>
                    </a:lnTo>
                    <a:lnTo>
                      <a:pt x="512" y="308"/>
                    </a:lnTo>
                    <a:lnTo>
                      <a:pt x="508" y="308"/>
                    </a:lnTo>
                    <a:lnTo>
                      <a:pt x="512" y="308"/>
                    </a:lnTo>
                    <a:lnTo>
                      <a:pt x="512" y="308"/>
                    </a:lnTo>
                    <a:lnTo>
                      <a:pt x="508" y="308"/>
                    </a:lnTo>
                    <a:lnTo>
                      <a:pt x="502" y="308"/>
                    </a:lnTo>
                    <a:lnTo>
                      <a:pt x="502" y="308"/>
                    </a:lnTo>
                    <a:lnTo>
                      <a:pt x="502" y="308"/>
                    </a:lnTo>
                    <a:lnTo>
                      <a:pt x="496" y="308"/>
                    </a:lnTo>
                    <a:lnTo>
                      <a:pt x="492" y="308"/>
                    </a:lnTo>
                    <a:lnTo>
                      <a:pt x="496" y="308"/>
                    </a:lnTo>
                    <a:lnTo>
                      <a:pt x="492" y="308"/>
                    </a:lnTo>
                    <a:lnTo>
                      <a:pt x="492" y="308"/>
                    </a:lnTo>
                    <a:lnTo>
                      <a:pt x="486" y="308"/>
                    </a:lnTo>
                    <a:lnTo>
                      <a:pt x="482" y="302"/>
                    </a:lnTo>
                    <a:lnTo>
                      <a:pt x="482" y="308"/>
                    </a:lnTo>
                    <a:lnTo>
                      <a:pt x="482" y="302"/>
                    </a:lnTo>
                    <a:lnTo>
                      <a:pt x="476" y="302"/>
                    </a:lnTo>
                    <a:lnTo>
                      <a:pt x="482" y="302"/>
                    </a:lnTo>
                    <a:lnTo>
                      <a:pt x="482" y="296"/>
                    </a:lnTo>
                    <a:lnTo>
                      <a:pt x="476" y="296"/>
                    </a:lnTo>
                    <a:lnTo>
                      <a:pt x="476" y="296"/>
                    </a:lnTo>
                    <a:lnTo>
                      <a:pt x="482" y="296"/>
                    </a:lnTo>
                    <a:lnTo>
                      <a:pt x="486" y="296"/>
                    </a:lnTo>
                    <a:lnTo>
                      <a:pt x="492" y="296"/>
                    </a:lnTo>
                    <a:lnTo>
                      <a:pt x="486" y="296"/>
                    </a:lnTo>
                    <a:lnTo>
                      <a:pt x="482" y="296"/>
                    </a:lnTo>
                    <a:lnTo>
                      <a:pt x="476" y="296"/>
                    </a:lnTo>
                    <a:lnTo>
                      <a:pt x="476" y="292"/>
                    </a:lnTo>
                    <a:lnTo>
                      <a:pt x="476" y="292"/>
                    </a:lnTo>
                    <a:lnTo>
                      <a:pt x="476" y="292"/>
                    </a:lnTo>
                    <a:lnTo>
                      <a:pt x="476" y="292"/>
                    </a:lnTo>
                    <a:close/>
                    <a:moveTo>
                      <a:pt x="1418" y="248"/>
                    </a:moveTo>
                    <a:lnTo>
                      <a:pt x="1412" y="242"/>
                    </a:lnTo>
                    <a:lnTo>
                      <a:pt x="1418" y="242"/>
                    </a:lnTo>
                    <a:lnTo>
                      <a:pt x="1422" y="242"/>
                    </a:lnTo>
                    <a:lnTo>
                      <a:pt x="1422" y="248"/>
                    </a:lnTo>
                    <a:lnTo>
                      <a:pt x="1418" y="248"/>
                    </a:lnTo>
                    <a:lnTo>
                      <a:pt x="1418" y="248"/>
                    </a:lnTo>
                    <a:lnTo>
                      <a:pt x="1418" y="248"/>
                    </a:lnTo>
                    <a:lnTo>
                      <a:pt x="1418" y="248"/>
                    </a:lnTo>
                    <a:close/>
                    <a:moveTo>
                      <a:pt x="838" y="248"/>
                    </a:moveTo>
                    <a:lnTo>
                      <a:pt x="838" y="248"/>
                    </a:lnTo>
                    <a:lnTo>
                      <a:pt x="838" y="248"/>
                    </a:lnTo>
                    <a:lnTo>
                      <a:pt x="838" y="242"/>
                    </a:lnTo>
                    <a:lnTo>
                      <a:pt x="844" y="242"/>
                    </a:lnTo>
                    <a:lnTo>
                      <a:pt x="844" y="248"/>
                    </a:lnTo>
                    <a:lnTo>
                      <a:pt x="850" y="248"/>
                    </a:lnTo>
                    <a:lnTo>
                      <a:pt x="850" y="254"/>
                    </a:lnTo>
                    <a:lnTo>
                      <a:pt x="844" y="254"/>
                    </a:lnTo>
                    <a:lnTo>
                      <a:pt x="838" y="254"/>
                    </a:lnTo>
                    <a:lnTo>
                      <a:pt x="838" y="254"/>
                    </a:lnTo>
                    <a:lnTo>
                      <a:pt x="832" y="248"/>
                    </a:lnTo>
                    <a:lnTo>
                      <a:pt x="838" y="248"/>
                    </a:lnTo>
                    <a:lnTo>
                      <a:pt x="838" y="248"/>
                    </a:lnTo>
                    <a:lnTo>
                      <a:pt x="838" y="248"/>
                    </a:lnTo>
                    <a:lnTo>
                      <a:pt x="838" y="248"/>
                    </a:lnTo>
                    <a:close/>
                    <a:moveTo>
                      <a:pt x="812" y="266"/>
                    </a:moveTo>
                    <a:lnTo>
                      <a:pt x="812" y="260"/>
                    </a:lnTo>
                    <a:lnTo>
                      <a:pt x="812" y="260"/>
                    </a:lnTo>
                    <a:lnTo>
                      <a:pt x="812" y="260"/>
                    </a:lnTo>
                    <a:lnTo>
                      <a:pt x="818" y="260"/>
                    </a:lnTo>
                    <a:lnTo>
                      <a:pt x="822" y="260"/>
                    </a:lnTo>
                    <a:lnTo>
                      <a:pt x="822" y="260"/>
                    </a:lnTo>
                    <a:lnTo>
                      <a:pt x="826" y="260"/>
                    </a:lnTo>
                    <a:lnTo>
                      <a:pt x="826" y="260"/>
                    </a:lnTo>
                    <a:lnTo>
                      <a:pt x="822" y="260"/>
                    </a:lnTo>
                    <a:lnTo>
                      <a:pt x="822" y="266"/>
                    </a:lnTo>
                    <a:lnTo>
                      <a:pt x="822" y="266"/>
                    </a:lnTo>
                    <a:lnTo>
                      <a:pt x="818" y="266"/>
                    </a:lnTo>
                    <a:lnTo>
                      <a:pt x="812" y="266"/>
                    </a:lnTo>
                    <a:lnTo>
                      <a:pt x="812" y="266"/>
                    </a:lnTo>
                    <a:lnTo>
                      <a:pt x="812" y="266"/>
                    </a:lnTo>
                    <a:lnTo>
                      <a:pt x="812" y="266"/>
                    </a:lnTo>
                    <a:lnTo>
                      <a:pt x="812" y="266"/>
                    </a:lnTo>
                    <a:close/>
                    <a:moveTo>
                      <a:pt x="1678" y="288"/>
                    </a:moveTo>
                    <a:lnTo>
                      <a:pt x="1678" y="282"/>
                    </a:lnTo>
                    <a:lnTo>
                      <a:pt x="1682" y="282"/>
                    </a:lnTo>
                    <a:lnTo>
                      <a:pt x="1682" y="288"/>
                    </a:lnTo>
                    <a:lnTo>
                      <a:pt x="1678" y="288"/>
                    </a:lnTo>
                    <a:lnTo>
                      <a:pt x="1678" y="288"/>
                    </a:lnTo>
                    <a:lnTo>
                      <a:pt x="1678" y="288"/>
                    </a:lnTo>
                    <a:lnTo>
                      <a:pt x="1678" y="288"/>
                    </a:lnTo>
                    <a:close/>
                    <a:moveTo>
                      <a:pt x="1672" y="288"/>
                    </a:moveTo>
                    <a:lnTo>
                      <a:pt x="1672" y="288"/>
                    </a:lnTo>
                    <a:lnTo>
                      <a:pt x="1668" y="288"/>
                    </a:lnTo>
                    <a:lnTo>
                      <a:pt x="1662" y="288"/>
                    </a:lnTo>
                    <a:lnTo>
                      <a:pt x="1662" y="288"/>
                    </a:lnTo>
                    <a:lnTo>
                      <a:pt x="1662" y="288"/>
                    </a:lnTo>
                    <a:lnTo>
                      <a:pt x="1662" y="288"/>
                    </a:lnTo>
                    <a:lnTo>
                      <a:pt x="1668" y="288"/>
                    </a:lnTo>
                    <a:lnTo>
                      <a:pt x="1672" y="288"/>
                    </a:lnTo>
                    <a:lnTo>
                      <a:pt x="1672" y="288"/>
                    </a:lnTo>
                    <a:lnTo>
                      <a:pt x="1672" y="288"/>
                    </a:lnTo>
                    <a:lnTo>
                      <a:pt x="1672" y="288"/>
                    </a:lnTo>
                    <a:lnTo>
                      <a:pt x="1672" y="288"/>
                    </a:lnTo>
                    <a:close/>
                    <a:moveTo>
                      <a:pt x="470" y="296"/>
                    </a:moveTo>
                    <a:lnTo>
                      <a:pt x="464" y="296"/>
                    </a:lnTo>
                    <a:lnTo>
                      <a:pt x="464" y="292"/>
                    </a:lnTo>
                    <a:lnTo>
                      <a:pt x="464" y="292"/>
                    </a:lnTo>
                    <a:lnTo>
                      <a:pt x="458" y="292"/>
                    </a:lnTo>
                    <a:lnTo>
                      <a:pt x="464" y="292"/>
                    </a:lnTo>
                    <a:lnTo>
                      <a:pt x="464" y="288"/>
                    </a:lnTo>
                    <a:lnTo>
                      <a:pt x="464" y="288"/>
                    </a:lnTo>
                    <a:lnTo>
                      <a:pt x="470" y="288"/>
                    </a:lnTo>
                    <a:lnTo>
                      <a:pt x="470" y="292"/>
                    </a:lnTo>
                    <a:lnTo>
                      <a:pt x="464" y="292"/>
                    </a:lnTo>
                    <a:lnTo>
                      <a:pt x="464" y="288"/>
                    </a:lnTo>
                    <a:lnTo>
                      <a:pt x="464" y="292"/>
                    </a:lnTo>
                    <a:lnTo>
                      <a:pt x="470" y="292"/>
                    </a:lnTo>
                    <a:lnTo>
                      <a:pt x="476" y="292"/>
                    </a:lnTo>
                    <a:lnTo>
                      <a:pt x="470" y="292"/>
                    </a:lnTo>
                    <a:lnTo>
                      <a:pt x="476" y="292"/>
                    </a:lnTo>
                    <a:lnTo>
                      <a:pt x="476" y="296"/>
                    </a:lnTo>
                    <a:lnTo>
                      <a:pt x="476" y="296"/>
                    </a:lnTo>
                    <a:lnTo>
                      <a:pt x="470" y="296"/>
                    </a:lnTo>
                    <a:lnTo>
                      <a:pt x="470" y="296"/>
                    </a:lnTo>
                    <a:lnTo>
                      <a:pt x="476" y="296"/>
                    </a:lnTo>
                    <a:lnTo>
                      <a:pt x="470" y="296"/>
                    </a:lnTo>
                    <a:lnTo>
                      <a:pt x="470" y="296"/>
                    </a:lnTo>
                    <a:lnTo>
                      <a:pt x="470" y="296"/>
                    </a:lnTo>
                    <a:lnTo>
                      <a:pt x="470" y="296"/>
                    </a:lnTo>
                    <a:close/>
                    <a:moveTo>
                      <a:pt x="2008" y="308"/>
                    </a:moveTo>
                    <a:lnTo>
                      <a:pt x="2008" y="308"/>
                    </a:lnTo>
                    <a:lnTo>
                      <a:pt x="2008" y="302"/>
                    </a:lnTo>
                    <a:lnTo>
                      <a:pt x="2008" y="302"/>
                    </a:lnTo>
                    <a:lnTo>
                      <a:pt x="2008" y="308"/>
                    </a:lnTo>
                    <a:lnTo>
                      <a:pt x="2008" y="308"/>
                    </a:lnTo>
                    <a:lnTo>
                      <a:pt x="2008" y="308"/>
                    </a:lnTo>
                    <a:lnTo>
                      <a:pt x="2008" y="308"/>
                    </a:lnTo>
                    <a:close/>
                    <a:moveTo>
                      <a:pt x="568" y="336"/>
                    </a:moveTo>
                    <a:lnTo>
                      <a:pt x="562" y="336"/>
                    </a:lnTo>
                    <a:lnTo>
                      <a:pt x="562" y="330"/>
                    </a:lnTo>
                    <a:lnTo>
                      <a:pt x="562" y="330"/>
                    </a:lnTo>
                    <a:lnTo>
                      <a:pt x="556" y="330"/>
                    </a:lnTo>
                    <a:lnTo>
                      <a:pt x="556" y="324"/>
                    </a:lnTo>
                    <a:lnTo>
                      <a:pt x="556" y="330"/>
                    </a:lnTo>
                    <a:lnTo>
                      <a:pt x="550" y="324"/>
                    </a:lnTo>
                    <a:lnTo>
                      <a:pt x="550" y="324"/>
                    </a:lnTo>
                    <a:lnTo>
                      <a:pt x="550" y="320"/>
                    </a:lnTo>
                    <a:lnTo>
                      <a:pt x="550" y="320"/>
                    </a:lnTo>
                    <a:lnTo>
                      <a:pt x="550" y="320"/>
                    </a:lnTo>
                    <a:lnTo>
                      <a:pt x="550" y="314"/>
                    </a:lnTo>
                    <a:lnTo>
                      <a:pt x="556" y="314"/>
                    </a:lnTo>
                    <a:lnTo>
                      <a:pt x="562" y="314"/>
                    </a:lnTo>
                    <a:lnTo>
                      <a:pt x="562" y="320"/>
                    </a:lnTo>
                    <a:lnTo>
                      <a:pt x="562" y="320"/>
                    </a:lnTo>
                    <a:lnTo>
                      <a:pt x="562" y="320"/>
                    </a:lnTo>
                    <a:lnTo>
                      <a:pt x="568" y="320"/>
                    </a:lnTo>
                    <a:lnTo>
                      <a:pt x="572" y="324"/>
                    </a:lnTo>
                    <a:lnTo>
                      <a:pt x="572" y="324"/>
                    </a:lnTo>
                    <a:lnTo>
                      <a:pt x="578" y="330"/>
                    </a:lnTo>
                    <a:lnTo>
                      <a:pt x="572" y="336"/>
                    </a:lnTo>
                    <a:lnTo>
                      <a:pt x="572" y="336"/>
                    </a:lnTo>
                    <a:lnTo>
                      <a:pt x="568" y="336"/>
                    </a:lnTo>
                    <a:lnTo>
                      <a:pt x="568" y="336"/>
                    </a:lnTo>
                    <a:lnTo>
                      <a:pt x="568" y="336"/>
                    </a:lnTo>
                    <a:lnTo>
                      <a:pt x="568" y="336"/>
                    </a:lnTo>
                    <a:close/>
                    <a:moveTo>
                      <a:pt x="2116" y="336"/>
                    </a:moveTo>
                    <a:lnTo>
                      <a:pt x="2116" y="336"/>
                    </a:lnTo>
                    <a:lnTo>
                      <a:pt x="2116" y="336"/>
                    </a:lnTo>
                    <a:lnTo>
                      <a:pt x="2112" y="336"/>
                    </a:lnTo>
                    <a:lnTo>
                      <a:pt x="2106" y="336"/>
                    </a:lnTo>
                    <a:lnTo>
                      <a:pt x="2100" y="336"/>
                    </a:lnTo>
                    <a:lnTo>
                      <a:pt x="2100" y="336"/>
                    </a:lnTo>
                    <a:lnTo>
                      <a:pt x="2096" y="330"/>
                    </a:lnTo>
                    <a:lnTo>
                      <a:pt x="2096" y="324"/>
                    </a:lnTo>
                    <a:lnTo>
                      <a:pt x="2100" y="324"/>
                    </a:lnTo>
                    <a:lnTo>
                      <a:pt x="2100" y="324"/>
                    </a:lnTo>
                    <a:lnTo>
                      <a:pt x="2106" y="324"/>
                    </a:lnTo>
                    <a:lnTo>
                      <a:pt x="2112" y="324"/>
                    </a:lnTo>
                    <a:lnTo>
                      <a:pt x="2112" y="330"/>
                    </a:lnTo>
                    <a:lnTo>
                      <a:pt x="2116" y="330"/>
                    </a:lnTo>
                    <a:lnTo>
                      <a:pt x="2116" y="330"/>
                    </a:lnTo>
                    <a:lnTo>
                      <a:pt x="2116" y="336"/>
                    </a:lnTo>
                    <a:lnTo>
                      <a:pt x="2116" y="336"/>
                    </a:lnTo>
                    <a:lnTo>
                      <a:pt x="2116" y="336"/>
                    </a:lnTo>
                    <a:lnTo>
                      <a:pt x="2116" y="336"/>
                    </a:lnTo>
                    <a:close/>
                    <a:moveTo>
                      <a:pt x="2008" y="336"/>
                    </a:moveTo>
                    <a:lnTo>
                      <a:pt x="2008" y="336"/>
                    </a:lnTo>
                    <a:lnTo>
                      <a:pt x="2008" y="336"/>
                    </a:lnTo>
                    <a:lnTo>
                      <a:pt x="2008" y="336"/>
                    </a:lnTo>
                    <a:lnTo>
                      <a:pt x="2008" y="336"/>
                    </a:lnTo>
                    <a:lnTo>
                      <a:pt x="2008" y="336"/>
                    </a:lnTo>
                    <a:lnTo>
                      <a:pt x="2008" y="336"/>
                    </a:lnTo>
                    <a:lnTo>
                      <a:pt x="2008" y="336"/>
                    </a:lnTo>
                    <a:close/>
                    <a:moveTo>
                      <a:pt x="2004" y="342"/>
                    </a:moveTo>
                    <a:lnTo>
                      <a:pt x="2008" y="342"/>
                    </a:lnTo>
                    <a:lnTo>
                      <a:pt x="2008" y="336"/>
                    </a:lnTo>
                    <a:lnTo>
                      <a:pt x="2004" y="336"/>
                    </a:lnTo>
                    <a:lnTo>
                      <a:pt x="2008" y="336"/>
                    </a:lnTo>
                    <a:lnTo>
                      <a:pt x="2008" y="336"/>
                    </a:lnTo>
                    <a:lnTo>
                      <a:pt x="2008" y="342"/>
                    </a:lnTo>
                    <a:lnTo>
                      <a:pt x="2004" y="342"/>
                    </a:lnTo>
                    <a:lnTo>
                      <a:pt x="2004" y="342"/>
                    </a:lnTo>
                    <a:lnTo>
                      <a:pt x="2004" y="342"/>
                    </a:lnTo>
                    <a:lnTo>
                      <a:pt x="2004" y="342"/>
                    </a:lnTo>
                    <a:close/>
                    <a:moveTo>
                      <a:pt x="670" y="336"/>
                    </a:moveTo>
                    <a:lnTo>
                      <a:pt x="670" y="336"/>
                    </a:lnTo>
                    <a:lnTo>
                      <a:pt x="676" y="336"/>
                    </a:lnTo>
                    <a:lnTo>
                      <a:pt x="670" y="342"/>
                    </a:lnTo>
                    <a:lnTo>
                      <a:pt x="670" y="342"/>
                    </a:lnTo>
                    <a:lnTo>
                      <a:pt x="670" y="336"/>
                    </a:lnTo>
                    <a:lnTo>
                      <a:pt x="670" y="336"/>
                    </a:lnTo>
                    <a:lnTo>
                      <a:pt x="670" y="336"/>
                    </a:lnTo>
                    <a:lnTo>
                      <a:pt x="670" y="336"/>
                    </a:lnTo>
                    <a:close/>
                    <a:moveTo>
                      <a:pt x="2008" y="350"/>
                    </a:moveTo>
                    <a:lnTo>
                      <a:pt x="2004" y="350"/>
                    </a:lnTo>
                    <a:lnTo>
                      <a:pt x="2004" y="348"/>
                    </a:lnTo>
                    <a:lnTo>
                      <a:pt x="1998" y="348"/>
                    </a:lnTo>
                    <a:lnTo>
                      <a:pt x="1998" y="348"/>
                    </a:lnTo>
                    <a:lnTo>
                      <a:pt x="2004" y="348"/>
                    </a:lnTo>
                    <a:lnTo>
                      <a:pt x="2004" y="342"/>
                    </a:lnTo>
                    <a:lnTo>
                      <a:pt x="1998" y="342"/>
                    </a:lnTo>
                    <a:lnTo>
                      <a:pt x="2004" y="336"/>
                    </a:lnTo>
                    <a:lnTo>
                      <a:pt x="2004" y="342"/>
                    </a:lnTo>
                    <a:lnTo>
                      <a:pt x="2004" y="348"/>
                    </a:lnTo>
                    <a:lnTo>
                      <a:pt x="2004" y="348"/>
                    </a:lnTo>
                    <a:lnTo>
                      <a:pt x="2008" y="348"/>
                    </a:lnTo>
                    <a:lnTo>
                      <a:pt x="2008" y="350"/>
                    </a:lnTo>
                    <a:lnTo>
                      <a:pt x="2008" y="350"/>
                    </a:lnTo>
                    <a:lnTo>
                      <a:pt x="2008" y="350"/>
                    </a:lnTo>
                    <a:lnTo>
                      <a:pt x="2008" y="350"/>
                    </a:lnTo>
                    <a:close/>
                    <a:moveTo>
                      <a:pt x="404" y="348"/>
                    </a:moveTo>
                    <a:lnTo>
                      <a:pt x="404" y="348"/>
                    </a:lnTo>
                    <a:lnTo>
                      <a:pt x="410" y="348"/>
                    </a:lnTo>
                    <a:lnTo>
                      <a:pt x="410" y="342"/>
                    </a:lnTo>
                    <a:lnTo>
                      <a:pt x="410" y="342"/>
                    </a:lnTo>
                    <a:lnTo>
                      <a:pt x="410" y="336"/>
                    </a:lnTo>
                    <a:lnTo>
                      <a:pt x="416" y="336"/>
                    </a:lnTo>
                    <a:lnTo>
                      <a:pt x="422" y="336"/>
                    </a:lnTo>
                    <a:lnTo>
                      <a:pt x="422" y="342"/>
                    </a:lnTo>
                    <a:lnTo>
                      <a:pt x="426" y="342"/>
                    </a:lnTo>
                    <a:lnTo>
                      <a:pt x="432" y="348"/>
                    </a:lnTo>
                    <a:lnTo>
                      <a:pt x="432" y="348"/>
                    </a:lnTo>
                    <a:lnTo>
                      <a:pt x="432" y="350"/>
                    </a:lnTo>
                    <a:lnTo>
                      <a:pt x="432" y="348"/>
                    </a:lnTo>
                    <a:lnTo>
                      <a:pt x="432" y="348"/>
                    </a:lnTo>
                    <a:lnTo>
                      <a:pt x="432" y="348"/>
                    </a:lnTo>
                    <a:lnTo>
                      <a:pt x="426" y="350"/>
                    </a:lnTo>
                    <a:lnTo>
                      <a:pt x="426" y="356"/>
                    </a:lnTo>
                    <a:lnTo>
                      <a:pt x="422" y="356"/>
                    </a:lnTo>
                    <a:lnTo>
                      <a:pt x="422" y="356"/>
                    </a:lnTo>
                    <a:lnTo>
                      <a:pt x="416" y="356"/>
                    </a:lnTo>
                    <a:lnTo>
                      <a:pt x="410" y="356"/>
                    </a:lnTo>
                    <a:lnTo>
                      <a:pt x="410" y="356"/>
                    </a:lnTo>
                    <a:lnTo>
                      <a:pt x="404" y="350"/>
                    </a:lnTo>
                    <a:lnTo>
                      <a:pt x="404" y="348"/>
                    </a:lnTo>
                    <a:lnTo>
                      <a:pt x="404" y="348"/>
                    </a:lnTo>
                    <a:lnTo>
                      <a:pt x="404" y="348"/>
                    </a:lnTo>
                    <a:lnTo>
                      <a:pt x="404" y="348"/>
                    </a:lnTo>
                    <a:close/>
                    <a:moveTo>
                      <a:pt x="204" y="342"/>
                    </a:moveTo>
                    <a:lnTo>
                      <a:pt x="210" y="342"/>
                    </a:lnTo>
                    <a:lnTo>
                      <a:pt x="204" y="342"/>
                    </a:lnTo>
                    <a:lnTo>
                      <a:pt x="204" y="342"/>
                    </a:lnTo>
                    <a:lnTo>
                      <a:pt x="204" y="342"/>
                    </a:lnTo>
                    <a:lnTo>
                      <a:pt x="204" y="342"/>
                    </a:lnTo>
                    <a:lnTo>
                      <a:pt x="204" y="342"/>
                    </a:lnTo>
                    <a:lnTo>
                      <a:pt x="204" y="342"/>
                    </a:lnTo>
                    <a:close/>
                    <a:moveTo>
                      <a:pt x="654" y="348"/>
                    </a:moveTo>
                    <a:lnTo>
                      <a:pt x="658" y="348"/>
                    </a:lnTo>
                    <a:lnTo>
                      <a:pt x="658" y="348"/>
                    </a:lnTo>
                    <a:lnTo>
                      <a:pt x="658" y="350"/>
                    </a:lnTo>
                    <a:lnTo>
                      <a:pt x="664" y="350"/>
                    </a:lnTo>
                    <a:lnTo>
                      <a:pt x="658" y="350"/>
                    </a:lnTo>
                    <a:lnTo>
                      <a:pt x="658" y="348"/>
                    </a:lnTo>
                    <a:lnTo>
                      <a:pt x="654" y="348"/>
                    </a:lnTo>
                    <a:lnTo>
                      <a:pt x="654" y="348"/>
                    </a:lnTo>
                    <a:lnTo>
                      <a:pt x="654" y="348"/>
                    </a:lnTo>
                    <a:lnTo>
                      <a:pt x="654" y="348"/>
                    </a:lnTo>
                    <a:close/>
                    <a:moveTo>
                      <a:pt x="530" y="356"/>
                    </a:moveTo>
                    <a:lnTo>
                      <a:pt x="536" y="356"/>
                    </a:lnTo>
                    <a:lnTo>
                      <a:pt x="536" y="356"/>
                    </a:lnTo>
                    <a:lnTo>
                      <a:pt x="540" y="356"/>
                    </a:lnTo>
                    <a:lnTo>
                      <a:pt x="536" y="356"/>
                    </a:lnTo>
                    <a:lnTo>
                      <a:pt x="536" y="356"/>
                    </a:lnTo>
                    <a:lnTo>
                      <a:pt x="536" y="356"/>
                    </a:lnTo>
                    <a:lnTo>
                      <a:pt x="530" y="356"/>
                    </a:lnTo>
                    <a:lnTo>
                      <a:pt x="530" y="356"/>
                    </a:lnTo>
                    <a:lnTo>
                      <a:pt x="530" y="356"/>
                    </a:lnTo>
                    <a:lnTo>
                      <a:pt x="530" y="356"/>
                    </a:lnTo>
                    <a:lnTo>
                      <a:pt x="530" y="356"/>
                    </a:lnTo>
                    <a:close/>
                    <a:moveTo>
                      <a:pt x="442" y="368"/>
                    </a:moveTo>
                    <a:lnTo>
                      <a:pt x="442" y="362"/>
                    </a:lnTo>
                    <a:lnTo>
                      <a:pt x="442" y="362"/>
                    </a:lnTo>
                    <a:lnTo>
                      <a:pt x="448" y="362"/>
                    </a:lnTo>
                    <a:lnTo>
                      <a:pt x="442" y="362"/>
                    </a:lnTo>
                    <a:lnTo>
                      <a:pt x="442" y="368"/>
                    </a:lnTo>
                    <a:lnTo>
                      <a:pt x="442" y="368"/>
                    </a:lnTo>
                    <a:lnTo>
                      <a:pt x="442" y="368"/>
                    </a:lnTo>
                    <a:lnTo>
                      <a:pt x="442" y="368"/>
                    </a:lnTo>
                    <a:lnTo>
                      <a:pt x="442" y="368"/>
                    </a:lnTo>
                    <a:close/>
                    <a:moveTo>
                      <a:pt x="324" y="406"/>
                    </a:moveTo>
                    <a:lnTo>
                      <a:pt x="324" y="406"/>
                    </a:lnTo>
                    <a:lnTo>
                      <a:pt x="324" y="406"/>
                    </a:lnTo>
                    <a:lnTo>
                      <a:pt x="324" y="406"/>
                    </a:lnTo>
                    <a:lnTo>
                      <a:pt x="324" y="406"/>
                    </a:lnTo>
                    <a:lnTo>
                      <a:pt x="324" y="406"/>
                    </a:lnTo>
                    <a:lnTo>
                      <a:pt x="324" y="406"/>
                    </a:lnTo>
                    <a:lnTo>
                      <a:pt x="324" y="406"/>
                    </a:lnTo>
                    <a:close/>
                    <a:moveTo>
                      <a:pt x="228" y="444"/>
                    </a:moveTo>
                    <a:lnTo>
                      <a:pt x="228" y="450"/>
                    </a:lnTo>
                    <a:lnTo>
                      <a:pt x="228" y="450"/>
                    </a:lnTo>
                    <a:lnTo>
                      <a:pt x="228" y="444"/>
                    </a:lnTo>
                    <a:lnTo>
                      <a:pt x="228" y="444"/>
                    </a:lnTo>
                    <a:lnTo>
                      <a:pt x="228" y="444"/>
                    </a:lnTo>
                    <a:lnTo>
                      <a:pt x="228" y="444"/>
                    </a:lnTo>
                    <a:lnTo>
                      <a:pt x="228" y="444"/>
                    </a:lnTo>
                    <a:close/>
                    <a:moveTo>
                      <a:pt x="2412" y="456"/>
                    </a:moveTo>
                    <a:lnTo>
                      <a:pt x="2412" y="456"/>
                    </a:lnTo>
                    <a:lnTo>
                      <a:pt x="2418" y="456"/>
                    </a:lnTo>
                    <a:lnTo>
                      <a:pt x="2418" y="456"/>
                    </a:lnTo>
                    <a:lnTo>
                      <a:pt x="2418" y="456"/>
                    </a:lnTo>
                    <a:lnTo>
                      <a:pt x="2418" y="456"/>
                    </a:lnTo>
                    <a:lnTo>
                      <a:pt x="2412" y="456"/>
                    </a:lnTo>
                    <a:lnTo>
                      <a:pt x="2412" y="456"/>
                    </a:lnTo>
                    <a:lnTo>
                      <a:pt x="2412" y="456"/>
                    </a:lnTo>
                    <a:lnTo>
                      <a:pt x="2412" y="456"/>
                    </a:lnTo>
                    <a:close/>
                    <a:moveTo>
                      <a:pt x="2408" y="456"/>
                    </a:moveTo>
                    <a:lnTo>
                      <a:pt x="2412" y="456"/>
                    </a:lnTo>
                    <a:lnTo>
                      <a:pt x="2412" y="460"/>
                    </a:lnTo>
                    <a:lnTo>
                      <a:pt x="2412" y="456"/>
                    </a:lnTo>
                    <a:lnTo>
                      <a:pt x="2408" y="456"/>
                    </a:lnTo>
                    <a:lnTo>
                      <a:pt x="2408" y="456"/>
                    </a:lnTo>
                    <a:lnTo>
                      <a:pt x="2408" y="456"/>
                    </a:lnTo>
                    <a:lnTo>
                      <a:pt x="2408" y="456"/>
                    </a:lnTo>
                    <a:close/>
                    <a:moveTo>
                      <a:pt x="2036" y="596"/>
                    </a:moveTo>
                    <a:lnTo>
                      <a:pt x="2036" y="596"/>
                    </a:lnTo>
                    <a:lnTo>
                      <a:pt x="2036" y="596"/>
                    </a:lnTo>
                    <a:lnTo>
                      <a:pt x="2036" y="590"/>
                    </a:lnTo>
                    <a:lnTo>
                      <a:pt x="2040" y="590"/>
                    </a:lnTo>
                    <a:lnTo>
                      <a:pt x="2040" y="584"/>
                    </a:lnTo>
                    <a:lnTo>
                      <a:pt x="2036" y="584"/>
                    </a:lnTo>
                    <a:lnTo>
                      <a:pt x="2036" y="590"/>
                    </a:lnTo>
                    <a:lnTo>
                      <a:pt x="2036" y="584"/>
                    </a:lnTo>
                    <a:lnTo>
                      <a:pt x="2040" y="584"/>
                    </a:lnTo>
                    <a:lnTo>
                      <a:pt x="2046" y="584"/>
                    </a:lnTo>
                    <a:lnTo>
                      <a:pt x="2046" y="584"/>
                    </a:lnTo>
                    <a:lnTo>
                      <a:pt x="2046" y="584"/>
                    </a:lnTo>
                    <a:lnTo>
                      <a:pt x="2052" y="584"/>
                    </a:lnTo>
                    <a:lnTo>
                      <a:pt x="2052" y="584"/>
                    </a:lnTo>
                    <a:lnTo>
                      <a:pt x="2052" y="590"/>
                    </a:lnTo>
                    <a:lnTo>
                      <a:pt x="2046" y="590"/>
                    </a:lnTo>
                    <a:lnTo>
                      <a:pt x="2046" y="590"/>
                    </a:lnTo>
                    <a:lnTo>
                      <a:pt x="2046" y="596"/>
                    </a:lnTo>
                    <a:lnTo>
                      <a:pt x="2040" y="596"/>
                    </a:lnTo>
                    <a:lnTo>
                      <a:pt x="2036" y="596"/>
                    </a:lnTo>
                    <a:lnTo>
                      <a:pt x="2036" y="602"/>
                    </a:lnTo>
                    <a:lnTo>
                      <a:pt x="2036" y="596"/>
                    </a:lnTo>
                    <a:lnTo>
                      <a:pt x="2036" y="596"/>
                    </a:lnTo>
                    <a:lnTo>
                      <a:pt x="2036" y="596"/>
                    </a:lnTo>
                    <a:lnTo>
                      <a:pt x="2036" y="596"/>
                    </a:lnTo>
                    <a:close/>
                    <a:moveTo>
                      <a:pt x="2072" y="666"/>
                    </a:moveTo>
                    <a:lnTo>
                      <a:pt x="2072" y="672"/>
                    </a:lnTo>
                    <a:lnTo>
                      <a:pt x="2072" y="676"/>
                    </a:lnTo>
                    <a:lnTo>
                      <a:pt x="2078" y="682"/>
                    </a:lnTo>
                    <a:lnTo>
                      <a:pt x="2078" y="682"/>
                    </a:lnTo>
                    <a:lnTo>
                      <a:pt x="2078" y="682"/>
                    </a:lnTo>
                    <a:lnTo>
                      <a:pt x="2072" y="682"/>
                    </a:lnTo>
                    <a:lnTo>
                      <a:pt x="2072" y="676"/>
                    </a:lnTo>
                    <a:lnTo>
                      <a:pt x="2068" y="676"/>
                    </a:lnTo>
                    <a:lnTo>
                      <a:pt x="2068" y="672"/>
                    </a:lnTo>
                    <a:lnTo>
                      <a:pt x="2068" y="672"/>
                    </a:lnTo>
                    <a:lnTo>
                      <a:pt x="2068" y="666"/>
                    </a:lnTo>
                    <a:lnTo>
                      <a:pt x="2068" y="666"/>
                    </a:lnTo>
                    <a:lnTo>
                      <a:pt x="2072" y="666"/>
                    </a:lnTo>
                    <a:lnTo>
                      <a:pt x="2072" y="666"/>
                    </a:lnTo>
                    <a:lnTo>
                      <a:pt x="2072" y="666"/>
                    </a:lnTo>
                    <a:lnTo>
                      <a:pt x="2072" y="666"/>
                    </a:lnTo>
                    <a:close/>
                    <a:moveTo>
                      <a:pt x="1662" y="682"/>
                    </a:moveTo>
                    <a:lnTo>
                      <a:pt x="1662" y="682"/>
                    </a:lnTo>
                    <a:lnTo>
                      <a:pt x="1662" y="676"/>
                    </a:lnTo>
                    <a:lnTo>
                      <a:pt x="1668" y="676"/>
                    </a:lnTo>
                    <a:lnTo>
                      <a:pt x="1668" y="672"/>
                    </a:lnTo>
                    <a:lnTo>
                      <a:pt x="1672" y="672"/>
                    </a:lnTo>
                    <a:lnTo>
                      <a:pt x="1672" y="676"/>
                    </a:lnTo>
                    <a:lnTo>
                      <a:pt x="1672" y="676"/>
                    </a:lnTo>
                    <a:lnTo>
                      <a:pt x="1672" y="682"/>
                    </a:lnTo>
                    <a:lnTo>
                      <a:pt x="1672" y="682"/>
                    </a:lnTo>
                    <a:lnTo>
                      <a:pt x="1668" y="682"/>
                    </a:lnTo>
                    <a:lnTo>
                      <a:pt x="1668" y="682"/>
                    </a:lnTo>
                    <a:lnTo>
                      <a:pt x="1662" y="682"/>
                    </a:lnTo>
                    <a:lnTo>
                      <a:pt x="1662" y="682"/>
                    </a:lnTo>
                    <a:lnTo>
                      <a:pt x="1662" y="682"/>
                    </a:lnTo>
                    <a:lnTo>
                      <a:pt x="1662" y="682"/>
                    </a:lnTo>
                    <a:lnTo>
                      <a:pt x="1662" y="682"/>
                    </a:lnTo>
                    <a:close/>
                    <a:moveTo>
                      <a:pt x="2090" y="682"/>
                    </a:moveTo>
                    <a:lnTo>
                      <a:pt x="2096" y="682"/>
                    </a:lnTo>
                    <a:lnTo>
                      <a:pt x="2096" y="682"/>
                    </a:lnTo>
                    <a:lnTo>
                      <a:pt x="2100" y="688"/>
                    </a:lnTo>
                    <a:lnTo>
                      <a:pt x="2096" y="688"/>
                    </a:lnTo>
                    <a:lnTo>
                      <a:pt x="2096" y="682"/>
                    </a:lnTo>
                    <a:lnTo>
                      <a:pt x="2096" y="682"/>
                    </a:lnTo>
                    <a:lnTo>
                      <a:pt x="2090" y="682"/>
                    </a:lnTo>
                    <a:lnTo>
                      <a:pt x="2090" y="682"/>
                    </a:lnTo>
                    <a:lnTo>
                      <a:pt x="2090" y="682"/>
                    </a:lnTo>
                    <a:lnTo>
                      <a:pt x="2090" y="682"/>
                    </a:lnTo>
                    <a:close/>
                    <a:moveTo>
                      <a:pt x="1748" y="866"/>
                    </a:moveTo>
                    <a:lnTo>
                      <a:pt x="1748" y="860"/>
                    </a:lnTo>
                    <a:lnTo>
                      <a:pt x="1748" y="860"/>
                    </a:lnTo>
                    <a:lnTo>
                      <a:pt x="1748" y="856"/>
                    </a:lnTo>
                    <a:lnTo>
                      <a:pt x="1748" y="850"/>
                    </a:lnTo>
                    <a:lnTo>
                      <a:pt x="1748" y="856"/>
                    </a:lnTo>
                    <a:lnTo>
                      <a:pt x="1748" y="850"/>
                    </a:lnTo>
                    <a:lnTo>
                      <a:pt x="1742" y="850"/>
                    </a:lnTo>
                    <a:lnTo>
                      <a:pt x="1736" y="850"/>
                    </a:lnTo>
                    <a:lnTo>
                      <a:pt x="1732" y="856"/>
                    </a:lnTo>
                    <a:lnTo>
                      <a:pt x="1732" y="860"/>
                    </a:lnTo>
                    <a:lnTo>
                      <a:pt x="1732" y="860"/>
                    </a:lnTo>
                    <a:lnTo>
                      <a:pt x="1732" y="866"/>
                    </a:lnTo>
                    <a:lnTo>
                      <a:pt x="1732" y="866"/>
                    </a:lnTo>
                    <a:lnTo>
                      <a:pt x="1732" y="860"/>
                    </a:lnTo>
                    <a:lnTo>
                      <a:pt x="1728" y="860"/>
                    </a:lnTo>
                    <a:lnTo>
                      <a:pt x="1728" y="856"/>
                    </a:lnTo>
                    <a:lnTo>
                      <a:pt x="1728" y="850"/>
                    </a:lnTo>
                    <a:lnTo>
                      <a:pt x="1732" y="850"/>
                    </a:lnTo>
                    <a:lnTo>
                      <a:pt x="1732" y="844"/>
                    </a:lnTo>
                    <a:lnTo>
                      <a:pt x="1732" y="838"/>
                    </a:lnTo>
                    <a:lnTo>
                      <a:pt x="1732" y="838"/>
                    </a:lnTo>
                    <a:lnTo>
                      <a:pt x="1732" y="834"/>
                    </a:lnTo>
                    <a:lnTo>
                      <a:pt x="1732" y="830"/>
                    </a:lnTo>
                    <a:lnTo>
                      <a:pt x="1732" y="824"/>
                    </a:lnTo>
                    <a:lnTo>
                      <a:pt x="1732" y="824"/>
                    </a:lnTo>
                    <a:lnTo>
                      <a:pt x="1732" y="824"/>
                    </a:lnTo>
                    <a:lnTo>
                      <a:pt x="1732" y="824"/>
                    </a:lnTo>
                    <a:lnTo>
                      <a:pt x="1732" y="818"/>
                    </a:lnTo>
                    <a:lnTo>
                      <a:pt x="1732" y="812"/>
                    </a:lnTo>
                    <a:lnTo>
                      <a:pt x="1732" y="812"/>
                    </a:lnTo>
                    <a:lnTo>
                      <a:pt x="1728" y="812"/>
                    </a:lnTo>
                    <a:lnTo>
                      <a:pt x="1728" y="806"/>
                    </a:lnTo>
                    <a:lnTo>
                      <a:pt x="1732" y="806"/>
                    </a:lnTo>
                    <a:lnTo>
                      <a:pt x="1732" y="802"/>
                    </a:lnTo>
                    <a:lnTo>
                      <a:pt x="1732" y="802"/>
                    </a:lnTo>
                    <a:lnTo>
                      <a:pt x="1732" y="796"/>
                    </a:lnTo>
                    <a:lnTo>
                      <a:pt x="1732" y="790"/>
                    </a:lnTo>
                    <a:lnTo>
                      <a:pt x="1732" y="790"/>
                    </a:lnTo>
                    <a:lnTo>
                      <a:pt x="1732" y="784"/>
                    </a:lnTo>
                    <a:lnTo>
                      <a:pt x="1732" y="780"/>
                    </a:lnTo>
                    <a:lnTo>
                      <a:pt x="1732" y="774"/>
                    </a:lnTo>
                    <a:lnTo>
                      <a:pt x="1732" y="774"/>
                    </a:lnTo>
                    <a:lnTo>
                      <a:pt x="1732" y="770"/>
                    </a:lnTo>
                    <a:lnTo>
                      <a:pt x="1732" y="764"/>
                    </a:lnTo>
                    <a:lnTo>
                      <a:pt x="1732" y="764"/>
                    </a:lnTo>
                    <a:lnTo>
                      <a:pt x="1732" y="764"/>
                    </a:lnTo>
                    <a:lnTo>
                      <a:pt x="1732" y="758"/>
                    </a:lnTo>
                    <a:lnTo>
                      <a:pt x="1732" y="752"/>
                    </a:lnTo>
                    <a:lnTo>
                      <a:pt x="1732" y="752"/>
                    </a:lnTo>
                    <a:lnTo>
                      <a:pt x="1728" y="746"/>
                    </a:lnTo>
                    <a:lnTo>
                      <a:pt x="1728" y="742"/>
                    </a:lnTo>
                    <a:lnTo>
                      <a:pt x="1728" y="742"/>
                    </a:lnTo>
                    <a:lnTo>
                      <a:pt x="1728" y="736"/>
                    </a:lnTo>
                    <a:lnTo>
                      <a:pt x="1728" y="730"/>
                    </a:lnTo>
                    <a:lnTo>
                      <a:pt x="1728" y="726"/>
                    </a:lnTo>
                    <a:lnTo>
                      <a:pt x="1728" y="726"/>
                    </a:lnTo>
                    <a:lnTo>
                      <a:pt x="1728" y="720"/>
                    </a:lnTo>
                    <a:lnTo>
                      <a:pt x="1732" y="720"/>
                    </a:lnTo>
                    <a:lnTo>
                      <a:pt x="1732" y="716"/>
                    </a:lnTo>
                    <a:lnTo>
                      <a:pt x="1728" y="716"/>
                    </a:lnTo>
                    <a:lnTo>
                      <a:pt x="1728" y="716"/>
                    </a:lnTo>
                    <a:lnTo>
                      <a:pt x="1732" y="710"/>
                    </a:lnTo>
                    <a:lnTo>
                      <a:pt x="1732" y="710"/>
                    </a:lnTo>
                    <a:lnTo>
                      <a:pt x="1732" y="716"/>
                    </a:lnTo>
                    <a:lnTo>
                      <a:pt x="1736" y="716"/>
                    </a:lnTo>
                    <a:lnTo>
                      <a:pt x="1736" y="710"/>
                    </a:lnTo>
                    <a:lnTo>
                      <a:pt x="1736" y="704"/>
                    </a:lnTo>
                    <a:lnTo>
                      <a:pt x="1742" y="704"/>
                    </a:lnTo>
                    <a:lnTo>
                      <a:pt x="1742" y="704"/>
                    </a:lnTo>
                    <a:lnTo>
                      <a:pt x="1736" y="704"/>
                    </a:lnTo>
                    <a:lnTo>
                      <a:pt x="1736" y="704"/>
                    </a:lnTo>
                    <a:lnTo>
                      <a:pt x="1742" y="704"/>
                    </a:lnTo>
                    <a:lnTo>
                      <a:pt x="1742" y="698"/>
                    </a:lnTo>
                    <a:lnTo>
                      <a:pt x="1736" y="698"/>
                    </a:lnTo>
                    <a:lnTo>
                      <a:pt x="1736" y="692"/>
                    </a:lnTo>
                    <a:lnTo>
                      <a:pt x="1732" y="692"/>
                    </a:lnTo>
                    <a:lnTo>
                      <a:pt x="1736" y="692"/>
                    </a:lnTo>
                    <a:lnTo>
                      <a:pt x="1736" y="692"/>
                    </a:lnTo>
                    <a:lnTo>
                      <a:pt x="1736" y="692"/>
                    </a:lnTo>
                    <a:lnTo>
                      <a:pt x="1742" y="692"/>
                    </a:lnTo>
                    <a:lnTo>
                      <a:pt x="1742" y="692"/>
                    </a:lnTo>
                    <a:lnTo>
                      <a:pt x="1748" y="692"/>
                    </a:lnTo>
                    <a:lnTo>
                      <a:pt x="1748" y="698"/>
                    </a:lnTo>
                    <a:lnTo>
                      <a:pt x="1742" y="698"/>
                    </a:lnTo>
                    <a:lnTo>
                      <a:pt x="1742" y="704"/>
                    </a:lnTo>
                    <a:lnTo>
                      <a:pt x="1742" y="704"/>
                    </a:lnTo>
                    <a:lnTo>
                      <a:pt x="1748" y="704"/>
                    </a:lnTo>
                    <a:lnTo>
                      <a:pt x="1748" y="710"/>
                    </a:lnTo>
                    <a:lnTo>
                      <a:pt x="1748" y="716"/>
                    </a:lnTo>
                    <a:lnTo>
                      <a:pt x="1748" y="710"/>
                    </a:lnTo>
                    <a:lnTo>
                      <a:pt x="1748" y="716"/>
                    </a:lnTo>
                    <a:lnTo>
                      <a:pt x="1748" y="716"/>
                    </a:lnTo>
                    <a:lnTo>
                      <a:pt x="1748" y="716"/>
                    </a:lnTo>
                    <a:lnTo>
                      <a:pt x="1748" y="720"/>
                    </a:lnTo>
                    <a:lnTo>
                      <a:pt x="1748" y="726"/>
                    </a:lnTo>
                    <a:lnTo>
                      <a:pt x="1748" y="726"/>
                    </a:lnTo>
                    <a:lnTo>
                      <a:pt x="1748" y="730"/>
                    </a:lnTo>
                    <a:lnTo>
                      <a:pt x="1748" y="736"/>
                    </a:lnTo>
                    <a:lnTo>
                      <a:pt x="1748" y="730"/>
                    </a:lnTo>
                    <a:lnTo>
                      <a:pt x="1748" y="730"/>
                    </a:lnTo>
                    <a:lnTo>
                      <a:pt x="1748" y="726"/>
                    </a:lnTo>
                    <a:lnTo>
                      <a:pt x="1748" y="730"/>
                    </a:lnTo>
                    <a:lnTo>
                      <a:pt x="1748" y="736"/>
                    </a:lnTo>
                    <a:lnTo>
                      <a:pt x="1748" y="742"/>
                    </a:lnTo>
                    <a:lnTo>
                      <a:pt x="1748" y="742"/>
                    </a:lnTo>
                    <a:lnTo>
                      <a:pt x="1748" y="742"/>
                    </a:lnTo>
                    <a:lnTo>
                      <a:pt x="1748" y="746"/>
                    </a:lnTo>
                    <a:lnTo>
                      <a:pt x="1748" y="752"/>
                    </a:lnTo>
                    <a:lnTo>
                      <a:pt x="1748" y="752"/>
                    </a:lnTo>
                    <a:lnTo>
                      <a:pt x="1748" y="758"/>
                    </a:lnTo>
                    <a:lnTo>
                      <a:pt x="1754" y="752"/>
                    </a:lnTo>
                    <a:lnTo>
                      <a:pt x="1754" y="758"/>
                    </a:lnTo>
                    <a:lnTo>
                      <a:pt x="1754" y="764"/>
                    </a:lnTo>
                    <a:lnTo>
                      <a:pt x="1754" y="764"/>
                    </a:lnTo>
                    <a:lnTo>
                      <a:pt x="1754" y="770"/>
                    </a:lnTo>
                    <a:lnTo>
                      <a:pt x="1754" y="774"/>
                    </a:lnTo>
                    <a:lnTo>
                      <a:pt x="1758" y="774"/>
                    </a:lnTo>
                    <a:lnTo>
                      <a:pt x="1758" y="780"/>
                    </a:lnTo>
                    <a:lnTo>
                      <a:pt x="1758" y="784"/>
                    </a:lnTo>
                    <a:lnTo>
                      <a:pt x="1758" y="790"/>
                    </a:lnTo>
                    <a:lnTo>
                      <a:pt x="1758" y="796"/>
                    </a:lnTo>
                    <a:lnTo>
                      <a:pt x="1764" y="802"/>
                    </a:lnTo>
                    <a:lnTo>
                      <a:pt x="1764" y="802"/>
                    </a:lnTo>
                    <a:lnTo>
                      <a:pt x="1770" y="806"/>
                    </a:lnTo>
                    <a:lnTo>
                      <a:pt x="1770" y="812"/>
                    </a:lnTo>
                    <a:lnTo>
                      <a:pt x="1770" y="806"/>
                    </a:lnTo>
                    <a:lnTo>
                      <a:pt x="1764" y="802"/>
                    </a:lnTo>
                    <a:lnTo>
                      <a:pt x="1758" y="802"/>
                    </a:lnTo>
                    <a:lnTo>
                      <a:pt x="1758" y="802"/>
                    </a:lnTo>
                    <a:lnTo>
                      <a:pt x="1758" y="802"/>
                    </a:lnTo>
                    <a:lnTo>
                      <a:pt x="1754" y="802"/>
                    </a:lnTo>
                    <a:lnTo>
                      <a:pt x="1748" y="796"/>
                    </a:lnTo>
                    <a:lnTo>
                      <a:pt x="1748" y="802"/>
                    </a:lnTo>
                    <a:lnTo>
                      <a:pt x="1754" y="796"/>
                    </a:lnTo>
                    <a:lnTo>
                      <a:pt x="1754" y="802"/>
                    </a:lnTo>
                    <a:lnTo>
                      <a:pt x="1748" y="802"/>
                    </a:lnTo>
                    <a:lnTo>
                      <a:pt x="1748" y="802"/>
                    </a:lnTo>
                    <a:lnTo>
                      <a:pt x="1748" y="802"/>
                    </a:lnTo>
                    <a:lnTo>
                      <a:pt x="1748" y="806"/>
                    </a:lnTo>
                    <a:lnTo>
                      <a:pt x="1742" y="806"/>
                    </a:lnTo>
                    <a:lnTo>
                      <a:pt x="1742" y="812"/>
                    </a:lnTo>
                    <a:lnTo>
                      <a:pt x="1742" y="812"/>
                    </a:lnTo>
                    <a:lnTo>
                      <a:pt x="1736" y="818"/>
                    </a:lnTo>
                    <a:lnTo>
                      <a:pt x="1736" y="824"/>
                    </a:lnTo>
                    <a:lnTo>
                      <a:pt x="1736" y="824"/>
                    </a:lnTo>
                    <a:lnTo>
                      <a:pt x="1736" y="830"/>
                    </a:lnTo>
                    <a:lnTo>
                      <a:pt x="1736" y="834"/>
                    </a:lnTo>
                    <a:lnTo>
                      <a:pt x="1742" y="838"/>
                    </a:lnTo>
                    <a:lnTo>
                      <a:pt x="1748" y="838"/>
                    </a:lnTo>
                    <a:lnTo>
                      <a:pt x="1748" y="850"/>
                    </a:lnTo>
                    <a:lnTo>
                      <a:pt x="1748" y="850"/>
                    </a:lnTo>
                    <a:lnTo>
                      <a:pt x="1748" y="850"/>
                    </a:lnTo>
                    <a:lnTo>
                      <a:pt x="1748" y="850"/>
                    </a:lnTo>
                    <a:lnTo>
                      <a:pt x="1754" y="850"/>
                    </a:lnTo>
                    <a:lnTo>
                      <a:pt x="1754" y="850"/>
                    </a:lnTo>
                    <a:lnTo>
                      <a:pt x="1754" y="856"/>
                    </a:lnTo>
                    <a:lnTo>
                      <a:pt x="1754" y="860"/>
                    </a:lnTo>
                    <a:lnTo>
                      <a:pt x="1754" y="860"/>
                    </a:lnTo>
                    <a:lnTo>
                      <a:pt x="1748" y="860"/>
                    </a:lnTo>
                    <a:lnTo>
                      <a:pt x="1748" y="866"/>
                    </a:lnTo>
                    <a:lnTo>
                      <a:pt x="1748" y="866"/>
                    </a:lnTo>
                    <a:lnTo>
                      <a:pt x="1748" y="866"/>
                    </a:lnTo>
                    <a:lnTo>
                      <a:pt x="1748" y="866"/>
                    </a:lnTo>
                    <a:close/>
                    <a:moveTo>
                      <a:pt x="1922" y="764"/>
                    </a:moveTo>
                    <a:lnTo>
                      <a:pt x="1922" y="764"/>
                    </a:lnTo>
                    <a:lnTo>
                      <a:pt x="1922" y="764"/>
                    </a:lnTo>
                    <a:lnTo>
                      <a:pt x="1922" y="764"/>
                    </a:lnTo>
                    <a:lnTo>
                      <a:pt x="1922" y="764"/>
                    </a:lnTo>
                    <a:lnTo>
                      <a:pt x="1922" y="764"/>
                    </a:lnTo>
                    <a:lnTo>
                      <a:pt x="1922" y="764"/>
                    </a:lnTo>
                    <a:lnTo>
                      <a:pt x="1922" y="764"/>
                    </a:lnTo>
                    <a:close/>
                    <a:moveTo>
                      <a:pt x="1938" y="770"/>
                    </a:moveTo>
                    <a:lnTo>
                      <a:pt x="1932" y="770"/>
                    </a:lnTo>
                    <a:lnTo>
                      <a:pt x="1932" y="764"/>
                    </a:lnTo>
                    <a:lnTo>
                      <a:pt x="1938" y="764"/>
                    </a:lnTo>
                    <a:lnTo>
                      <a:pt x="1938" y="770"/>
                    </a:lnTo>
                    <a:lnTo>
                      <a:pt x="1938" y="770"/>
                    </a:lnTo>
                    <a:lnTo>
                      <a:pt x="1938" y="770"/>
                    </a:lnTo>
                    <a:lnTo>
                      <a:pt x="1938" y="770"/>
                    </a:lnTo>
                    <a:close/>
                    <a:moveTo>
                      <a:pt x="1916" y="780"/>
                    </a:moveTo>
                    <a:lnTo>
                      <a:pt x="1916" y="774"/>
                    </a:lnTo>
                    <a:lnTo>
                      <a:pt x="1922" y="774"/>
                    </a:lnTo>
                    <a:lnTo>
                      <a:pt x="1922" y="774"/>
                    </a:lnTo>
                    <a:lnTo>
                      <a:pt x="1922" y="774"/>
                    </a:lnTo>
                    <a:lnTo>
                      <a:pt x="1922" y="770"/>
                    </a:lnTo>
                    <a:lnTo>
                      <a:pt x="1928" y="770"/>
                    </a:lnTo>
                    <a:lnTo>
                      <a:pt x="1928" y="764"/>
                    </a:lnTo>
                    <a:lnTo>
                      <a:pt x="1928" y="770"/>
                    </a:lnTo>
                    <a:lnTo>
                      <a:pt x="1932" y="774"/>
                    </a:lnTo>
                    <a:lnTo>
                      <a:pt x="1928" y="774"/>
                    </a:lnTo>
                    <a:lnTo>
                      <a:pt x="1922" y="780"/>
                    </a:lnTo>
                    <a:lnTo>
                      <a:pt x="1922" y="780"/>
                    </a:lnTo>
                    <a:lnTo>
                      <a:pt x="1916" y="780"/>
                    </a:lnTo>
                    <a:lnTo>
                      <a:pt x="1916" y="780"/>
                    </a:lnTo>
                    <a:lnTo>
                      <a:pt x="1916" y="780"/>
                    </a:lnTo>
                    <a:lnTo>
                      <a:pt x="1916" y="780"/>
                    </a:lnTo>
                    <a:close/>
                    <a:moveTo>
                      <a:pt x="1910" y="802"/>
                    </a:moveTo>
                    <a:lnTo>
                      <a:pt x="1910" y="796"/>
                    </a:lnTo>
                    <a:lnTo>
                      <a:pt x="1910" y="790"/>
                    </a:lnTo>
                    <a:lnTo>
                      <a:pt x="1910" y="790"/>
                    </a:lnTo>
                    <a:lnTo>
                      <a:pt x="1910" y="796"/>
                    </a:lnTo>
                    <a:lnTo>
                      <a:pt x="1910" y="796"/>
                    </a:lnTo>
                    <a:lnTo>
                      <a:pt x="1910" y="802"/>
                    </a:lnTo>
                    <a:lnTo>
                      <a:pt x="1910" y="802"/>
                    </a:lnTo>
                    <a:lnTo>
                      <a:pt x="1910" y="802"/>
                    </a:lnTo>
                    <a:lnTo>
                      <a:pt x="1910" y="802"/>
                    </a:lnTo>
                    <a:lnTo>
                      <a:pt x="1910" y="802"/>
                    </a:lnTo>
                    <a:close/>
                    <a:moveTo>
                      <a:pt x="1904" y="802"/>
                    </a:moveTo>
                    <a:lnTo>
                      <a:pt x="1910" y="802"/>
                    </a:lnTo>
                    <a:lnTo>
                      <a:pt x="1910" y="802"/>
                    </a:lnTo>
                    <a:lnTo>
                      <a:pt x="1904" y="802"/>
                    </a:lnTo>
                    <a:lnTo>
                      <a:pt x="1904" y="802"/>
                    </a:lnTo>
                    <a:lnTo>
                      <a:pt x="1904" y="802"/>
                    </a:lnTo>
                    <a:lnTo>
                      <a:pt x="1904" y="802"/>
                    </a:lnTo>
                    <a:lnTo>
                      <a:pt x="1904" y="802"/>
                    </a:lnTo>
                    <a:close/>
                    <a:moveTo>
                      <a:pt x="1898" y="812"/>
                    </a:moveTo>
                    <a:lnTo>
                      <a:pt x="1898" y="806"/>
                    </a:lnTo>
                    <a:lnTo>
                      <a:pt x="1898" y="806"/>
                    </a:lnTo>
                    <a:lnTo>
                      <a:pt x="1898" y="812"/>
                    </a:lnTo>
                    <a:lnTo>
                      <a:pt x="1898" y="812"/>
                    </a:lnTo>
                    <a:lnTo>
                      <a:pt x="1898" y="812"/>
                    </a:lnTo>
                    <a:lnTo>
                      <a:pt x="1898" y="812"/>
                    </a:lnTo>
                    <a:lnTo>
                      <a:pt x="1898" y="812"/>
                    </a:lnTo>
                    <a:close/>
                    <a:moveTo>
                      <a:pt x="1878" y="844"/>
                    </a:moveTo>
                    <a:lnTo>
                      <a:pt x="1878" y="838"/>
                    </a:lnTo>
                    <a:lnTo>
                      <a:pt x="1878" y="844"/>
                    </a:lnTo>
                    <a:lnTo>
                      <a:pt x="1872" y="844"/>
                    </a:lnTo>
                    <a:lnTo>
                      <a:pt x="1872" y="850"/>
                    </a:lnTo>
                    <a:lnTo>
                      <a:pt x="1868" y="850"/>
                    </a:lnTo>
                    <a:lnTo>
                      <a:pt x="1868" y="850"/>
                    </a:lnTo>
                    <a:lnTo>
                      <a:pt x="1868" y="850"/>
                    </a:lnTo>
                    <a:lnTo>
                      <a:pt x="1872" y="844"/>
                    </a:lnTo>
                    <a:lnTo>
                      <a:pt x="1878" y="838"/>
                    </a:lnTo>
                    <a:lnTo>
                      <a:pt x="1878" y="844"/>
                    </a:lnTo>
                    <a:lnTo>
                      <a:pt x="1878" y="844"/>
                    </a:lnTo>
                    <a:lnTo>
                      <a:pt x="1878" y="844"/>
                    </a:lnTo>
                    <a:lnTo>
                      <a:pt x="1878" y="844"/>
                    </a:lnTo>
                    <a:close/>
                    <a:moveTo>
                      <a:pt x="1836" y="872"/>
                    </a:moveTo>
                    <a:lnTo>
                      <a:pt x="1842" y="872"/>
                    </a:lnTo>
                    <a:lnTo>
                      <a:pt x="1842" y="866"/>
                    </a:lnTo>
                    <a:lnTo>
                      <a:pt x="1842" y="866"/>
                    </a:lnTo>
                    <a:lnTo>
                      <a:pt x="1842" y="860"/>
                    </a:lnTo>
                    <a:lnTo>
                      <a:pt x="1844" y="860"/>
                    </a:lnTo>
                    <a:lnTo>
                      <a:pt x="1850" y="860"/>
                    </a:lnTo>
                    <a:lnTo>
                      <a:pt x="1844" y="860"/>
                    </a:lnTo>
                    <a:lnTo>
                      <a:pt x="1844" y="866"/>
                    </a:lnTo>
                    <a:lnTo>
                      <a:pt x="1842" y="872"/>
                    </a:lnTo>
                    <a:lnTo>
                      <a:pt x="1842" y="872"/>
                    </a:lnTo>
                    <a:lnTo>
                      <a:pt x="1842" y="872"/>
                    </a:lnTo>
                    <a:lnTo>
                      <a:pt x="1836" y="872"/>
                    </a:lnTo>
                    <a:lnTo>
                      <a:pt x="1836" y="872"/>
                    </a:lnTo>
                    <a:lnTo>
                      <a:pt x="1836" y="872"/>
                    </a:lnTo>
                    <a:lnTo>
                      <a:pt x="1836" y="872"/>
                    </a:lnTo>
                    <a:close/>
                    <a:moveTo>
                      <a:pt x="1796" y="898"/>
                    </a:moveTo>
                    <a:lnTo>
                      <a:pt x="1802" y="892"/>
                    </a:lnTo>
                    <a:lnTo>
                      <a:pt x="1802" y="888"/>
                    </a:lnTo>
                    <a:lnTo>
                      <a:pt x="1802" y="888"/>
                    </a:lnTo>
                    <a:lnTo>
                      <a:pt x="1802" y="884"/>
                    </a:lnTo>
                    <a:lnTo>
                      <a:pt x="1808" y="884"/>
                    </a:lnTo>
                    <a:lnTo>
                      <a:pt x="1808" y="884"/>
                    </a:lnTo>
                    <a:lnTo>
                      <a:pt x="1814" y="884"/>
                    </a:lnTo>
                    <a:lnTo>
                      <a:pt x="1814" y="878"/>
                    </a:lnTo>
                    <a:lnTo>
                      <a:pt x="1814" y="878"/>
                    </a:lnTo>
                    <a:lnTo>
                      <a:pt x="1814" y="884"/>
                    </a:lnTo>
                    <a:lnTo>
                      <a:pt x="1818" y="884"/>
                    </a:lnTo>
                    <a:lnTo>
                      <a:pt x="1818" y="878"/>
                    </a:lnTo>
                    <a:lnTo>
                      <a:pt x="1824" y="878"/>
                    </a:lnTo>
                    <a:lnTo>
                      <a:pt x="1824" y="872"/>
                    </a:lnTo>
                    <a:lnTo>
                      <a:pt x="1830" y="872"/>
                    </a:lnTo>
                    <a:lnTo>
                      <a:pt x="1830" y="878"/>
                    </a:lnTo>
                    <a:lnTo>
                      <a:pt x="1824" y="878"/>
                    </a:lnTo>
                    <a:lnTo>
                      <a:pt x="1824" y="884"/>
                    </a:lnTo>
                    <a:lnTo>
                      <a:pt x="1818" y="884"/>
                    </a:lnTo>
                    <a:lnTo>
                      <a:pt x="1814" y="884"/>
                    </a:lnTo>
                    <a:lnTo>
                      <a:pt x="1814" y="884"/>
                    </a:lnTo>
                    <a:lnTo>
                      <a:pt x="1814" y="884"/>
                    </a:lnTo>
                    <a:lnTo>
                      <a:pt x="1808" y="884"/>
                    </a:lnTo>
                    <a:lnTo>
                      <a:pt x="1808" y="888"/>
                    </a:lnTo>
                    <a:lnTo>
                      <a:pt x="1802" y="892"/>
                    </a:lnTo>
                    <a:lnTo>
                      <a:pt x="1802" y="898"/>
                    </a:lnTo>
                    <a:lnTo>
                      <a:pt x="1802" y="898"/>
                    </a:lnTo>
                    <a:lnTo>
                      <a:pt x="1796" y="898"/>
                    </a:lnTo>
                    <a:lnTo>
                      <a:pt x="1796" y="898"/>
                    </a:lnTo>
                    <a:lnTo>
                      <a:pt x="1796" y="898"/>
                    </a:lnTo>
                    <a:lnTo>
                      <a:pt x="1796" y="898"/>
                    </a:lnTo>
                    <a:close/>
                    <a:moveTo>
                      <a:pt x="1790" y="898"/>
                    </a:moveTo>
                    <a:lnTo>
                      <a:pt x="1790" y="898"/>
                    </a:lnTo>
                    <a:lnTo>
                      <a:pt x="1790" y="898"/>
                    </a:lnTo>
                    <a:lnTo>
                      <a:pt x="1790" y="898"/>
                    </a:lnTo>
                    <a:lnTo>
                      <a:pt x="1786" y="898"/>
                    </a:lnTo>
                    <a:lnTo>
                      <a:pt x="1786" y="904"/>
                    </a:lnTo>
                    <a:lnTo>
                      <a:pt x="1782" y="904"/>
                    </a:lnTo>
                    <a:lnTo>
                      <a:pt x="1782" y="910"/>
                    </a:lnTo>
                    <a:lnTo>
                      <a:pt x="1782" y="910"/>
                    </a:lnTo>
                    <a:lnTo>
                      <a:pt x="1782" y="910"/>
                    </a:lnTo>
                    <a:lnTo>
                      <a:pt x="1782" y="910"/>
                    </a:lnTo>
                    <a:lnTo>
                      <a:pt x="1782" y="910"/>
                    </a:lnTo>
                    <a:lnTo>
                      <a:pt x="1782" y="904"/>
                    </a:lnTo>
                    <a:lnTo>
                      <a:pt x="1786" y="898"/>
                    </a:lnTo>
                    <a:lnTo>
                      <a:pt x="1786" y="898"/>
                    </a:lnTo>
                    <a:lnTo>
                      <a:pt x="1790" y="898"/>
                    </a:lnTo>
                    <a:lnTo>
                      <a:pt x="1790" y="898"/>
                    </a:lnTo>
                    <a:lnTo>
                      <a:pt x="1790" y="898"/>
                    </a:lnTo>
                    <a:lnTo>
                      <a:pt x="1790" y="898"/>
                    </a:lnTo>
                    <a:close/>
                    <a:moveTo>
                      <a:pt x="1796" y="910"/>
                    </a:moveTo>
                    <a:lnTo>
                      <a:pt x="1796" y="910"/>
                    </a:lnTo>
                    <a:lnTo>
                      <a:pt x="1790" y="910"/>
                    </a:lnTo>
                    <a:lnTo>
                      <a:pt x="1790" y="910"/>
                    </a:lnTo>
                    <a:lnTo>
                      <a:pt x="1796" y="910"/>
                    </a:lnTo>
                    <a:lnTo>
                      <a:pt x="1796" y="910"/>
                    </a:lnTo>
                    <a:lnTo>
                      <a:pt x="1796" y="910"/>
                    </a:lnTo>
                    <a:lnTo>
                      <a:pt x="1796" y="9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0" name="Freeform 14"/>
              <p:cNvSpPr>
                <a:spLocks/>
              </p:cNvSpPr>
              <p:nvPr/>
            </p:nvSpPr>
            <p:spPr bwMode="gray">
              <a:xfrm>
                <a:off x="5377389" y="4171842"/>
                <a:ext cx="313067" cy="257411"/>
              </a:xfrm>
              <a:custGeom>
                <a:avLst/>
                <a:gdLst>
                  <a:gd name="T0" fmla="*/ 126 w 180"/>
                  <a:gd name="T1" fmla="*/ 30 h 148"/>
                  <a:gd name="T2" fmla="*/ 112 w 180"/>
                  <a:gd name="T3" fmla="*/ 44 h 148"/>
                  <a:gd name="T4" fmla="*/ 106 w 180"/>
                  <a:gd name="T5" fmla="*/ 38 h 148"/>
                  <a:gd name="T6" fmla="*/ 100 w 180"/>
                  <a:gd name="T7" fmla="*/ 36 h 148"/>
                  <a:gd name="T8" fmla="*/ 96 w 180"/>
                  <a:gd name="T9" fmla="*/ 34 h 148"/>
                  <a:gd name="T10" fmla="*/ 80 w 180"/>
                  <a:gd name="T11" fmla="*/ 52 h 148"/>
                  <a:gd name="T12" fmla="*/ 74 w 180"/>
                  <a:gd name="T13" fmla="*/ 50 h 148"/>
                  <a:gd name="T14" fmla="*/ 56 w 180"/>
                  <a:gd name="T15" fmla="*/ 46 h 148"/>
                  <a:gd name="T16" fmla="*/ 40 w 180"/>
                  <a:gd name="T17" fmla="*/ 40 h 148"/>
                  <a:gd name="T18" fmla="*/ 34 w 180"/>
                  <a:gd name="T19" fmla="*/ 28 h 148"/>
                  <a:gd name="T20" fmla="*/ 34 w 180"/>
                  <a:gd name="T21" fmla="*/ 30 h 148"/>
                  <a:gd name="T22" fmla="*/ 28 w 180"/>
                  <a:gd name="T23" fmla="*/ 30 h 148"/>
                  <a:gd name="T24" fmla="*/ 26 w 180"/>
                  <a:gd name="T25" fmla="*/ 32 h 148"/>
                  <a:gd name="T26" fmla="*/ 16 w 180"/>
                  <a:gd name="T27" fmla="*/ 42 h 148"/>
                  <a:gd name="T28" fmla="*/ 10 w 180"/>
                  <a:gd name="T29" fmla="*/ 42 h 148"/>
                  <a:gd name="T30" fmla="*/ 8 w 180"/>
                  <a:gd name="T31" fmla="*/ 48 h 148"/>
                  <a:gd name="T32" fmla="*/ 2 w 180"/>
                  <a:gd name="T33" fmla="*/ 38 h 148"/>
                  <a:gd name="T34" fmla="*/ 0 w 180"/>
                  <a:gd name="T35" fmla="*/ 54 h 148"/>
                  <a:gd name="T36" fmla="*/ 10 w 180"/>
                  <a:gd name="T37" fmla="*/ 58 h 148"/>
                  <a:gd name="T38" fmla="*/ 12 w 180"/>
                  <a:gd name="T39" fmla="*/ 62 h 148"/>
                  <a:gd name="T40" fmla="*/ 24 w 180"/>
                  <a:gd name="T41" fmla="*/ 68 h 148"/>
                  <a:gd name="T42" fmla="*/ 26 w 180"/>
                  <a:gd name="T43" fmla="*/ 76 h 148"/>
                  <a:gd name="T44" fmla="*/ 42 w 180"/>
                  <a:gd name="T45" fmla="*/ 90 h 148"/>
                  <a:gd name="T46" fmla="*/ 56 w 180"/>
                  <a:gd name="T47" fmla="*/ 110 h 148"/>
                  <a:gd name="T48" fmla="*/ 68 w 180"/>
                  <a:gd name="T49" fmla="*/ 130 h 148"/>
                  <a:gd name="T50" fmla="*/ 76 w 180"/>
                  <a:gd name="T51" fmla="*/ 130 h 148"/>
                  <a:gd name="T52" fmla="*/ 90 w 180"/>
                  <a:gd name="T53" fmla="*/ 130 h 148"/>
                  <a:gd name="T54" fmla="*/ 108 w 180"/>
                  <a:gd name="T55" fmla="*/ 146 h 148"/>
                  <a:gd name="T56" fmla="*/ 110 w 180"/>
                  <a:gd name="T57" fmla="*/ 144 h 148"/>
                  <a:gd name="T58" fmla="*/ 122 w 180"/>
                  <a:gd name="T59" fmla="*/ 144 h 148"/>
                  <a:gd name="T60" fmla="*/ 136 w 180"/>
                  <a:gd name="T61" fmla="*/ 142 h 148"/>
                  <a:gd name="T62" fmla="*/ 152 w 180"/>
                  <a:gd name="T63" fmla="*/ 138 h 148"/>
                  <a:gd name="T64" fmla="*/ 180 w 180"/>
                  <a:gd name="T65" fmla="*/ 130 h 148"/>
                  <a:gd name="T66" fmla="*/ 168 w 180"/>
                  <a:gd name="T67" fmla="*/ 112 h 148"/>
                  <a:gd name="T68" fmla="*/ 162 w 180"/>
                  <a:gd name="T69" fmla="*/ 94 h 148"/>
                  <a:gd name="T70" fmla="*/ 150 w 180"/>
                  <a:gd name="T71" fmla="*/ 78 h 148"/>
                  <a:gd name="T72" fmla="*/ 138 w 180"/>
                  <a:gd name="T73" fmla="*/ 70 h 148"/>
                  <a:gd name="T74" fmla="*/ 140 w 180"/>
                  <a:gd name="T75" fmla="*/ 62 h 148"/>
                  <a:gd name="T76" fmla="*/ 154 w 180"/>
                  <a:gd name="T77" fmla="*/ 58 h 148"/>
                  <a:gd name="T78" fmla="*/ 156 w 180"/>
                  <a:gd name="T79" fmla="*/ 26 h 148"/>
                  <a:gd name="T80" fmla="*/ 156 w 180"/>
                  <a:gd name="T81" fmla="*/ 26 h 148"/>
                  <a:gd name="T82" fmla="*/ 154 w 180"/>
                  <a:gd name="T83" fmla="*/ 28 h 148"/>
                  <a:gd name="T84" fmla="*/ 152 w 180"/>
                  <a:gd name="T85" fmla="*/ 28 h 148"/>
                  <a:gd name="T86" fmla="*/ 152 w 180"/>
                  <a:gd name="T87" fmla="*/ 32 h 148"/>
                  <a:gd name="T88" fmla="*/ 148 w 180"/>
                  <a:gd name="T89" fmla="*/ 28 h 148"/>
                  <a:gd name="T90" fmla="*/ 142 w 180"/>
                  <a:gd name="T91" fmla="*/ 24 h 148"/>
                  <a:gd name="T92" fmla="*/ 142 w 180"/>
                  <a:gd name="T93" fmla="*/ 0 h 148"/>
                  <a:gd name="T94" fmla="*/ 136 w 180"/>
                  <a:gd name="T95" fmla="*/ 6 h 148"/>
                  <a:gd name="T96" fmla="*/ 134 w 180"/>
                  <a:gd name="T97" fmla="*/ 14 h 148"/>
                  <a:gd name="T98" fmla="*/ 132 w 180"/>
                  <a:gd name="T99" fmla="*/ 20 h 148"/>
                  <a:gd name="T100" fmla="*/ 130 w 180"/>
                  <a:gd name="T101" fmla="*/ 22 h 148"/>
                  <a:gd name="T102" fmla="*/ 126 w 180"/>
                  <a:gd name="T103" fmla="*/ 30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80" h="148">
                    <a:moveTo>
                      <a:pt x="126" y="30"/>
                    </a:moveTo>
                    <a:lnTo>
                      <a:pt x="126" y="30"/>
                    </a:lnTo>
                    <a:lnTo>
                      <a:pt x="120" y="38"/>
                    </a:lnTo>
                    <a:lnTo>
                      <a:pt x="112" y="44"/>
                    </a:lnTo>
                    <a:lnTo>
                      <a:pt x="106" y="38"/>
                    </a:lnTo>
                    <a:lnTo>
                      <a:pt x="106" y="38"/>
                    </a:lnTo>
                    <a:lnTo>
                      <a:pt x="104" y="38"/>
                    </a:lnTo>
                    <a:lnTo>
                      <a:pt x="100" y="36"/>
                    </a:lnTo>
                    <a:lnTo>
                      <a:pt x="98" y="34"/>
                    </a:lnTo>
                    <a:lnTo>
                      <a:pt x="96" y="34"/>
                    </a:lnTo>
                    <a:lnTo>
                      <a:pt x="92" y="44"/>
                    </a:lnTo>
                    <a:lnTo>
                      <a:pt x="80" y="52"/>
                    </a:lnTo>
                    <a:lnTo>
                      <a:pt x="80" y="52"/>
                    </a:lnTo>
                    <a:lnTo>
                      <a:pt x="74" y="50"/>
                    </a:lnTo>
                    <a:lnTo>
                      <a:pt x="70" y="50"/>
                    </a:lnTo>
                    <a:lnTo>
                      <a:pt x="56" y="46"/>
                    </a:lnTo>
                    <a:lnTo>
                      <a:pt x="50" y="48"/>
                    </a:lnTo>
                    <a:lnTo>
                      <a:pt x="40" y="40"/>
                    </a:lnTo>
                    <a:lnTo>
                      <a:pt x="40" y="40"/>
                    </a:lnTo>
                    <a:lnTo>
                      <a:pt x="34" y="28"/>
                    </a:lnTo>
                    <a:lnTo>
                      <a:pt x="34" y="28"/>
                    </a:lnTo>
                    <a:lnTo>
                      <a:pt x="34" y="30"/>
                    </a:lnTo>
                    <a:lnTo>
                      <a:pt x="30" y="30"/>
                    </a:lnTo>
                    <a:lnTo>
                      <a:pt x="28" y="30"/>
                    </a:lnTo>
                    <a:lnTo>
                      <a:pt x="26" y="32"/>
                    </a:lnTo>
                    <a:lnTo>
                      <a:pt x="26" y="32"/>
                    </a:lnTo>
                    <a:lnTo>
                      <a:pt x="24" y="40"/>
                    </a:lnTo>
                    <a:lnTo>
                      <a:pt x="16" y="42"/>
                    </a:lnTo>
                    <a:lnTo>
                      <a:pt x="10" y="42"/>
                    </a:lnTo>
                    <a:lnTo>
                      <a:pt x="10" y="42"/>
                    </a:lnTo>
                    <a:lnTo>
                      <a:pt x="8" y="48"/>
                    </a:lnTo>
                    <a:lnTo>
                      <a:pt x="8" y="48"/>
                    </a:lnTo>
                    <a:lnTo>
                      <a:pt x="2" y="38"/>
                    </a:lnTo>
                    <a:lnTo>
                      <a:pt x="2" y="38"/>
                    </a:lnTo>
                    <a:lnTo>
                      <a:pt x="0" y="54"/>
                    </a:lnTo>
                    <a:lnTo>
                      <a:pt x="0" y="54"/>
                    </a:lnTo>
                    <a:lnTo>
                      <a:pt x="2" y="56"/>
                    </a:lnTo>
                    <a:lnTo>
                      <a:pt x="10" y="58"/>
                    </a:lnTo>
                    <a:lnTo>
                      <a:pt x="10" y="58"/>
                    </a:lnTo>
                    <a:lnTo>
                      <a:pt x="12" y="62"/>
                    </a:lnTo>
                    <a:lnTo>
                      <a:pt x="20" y="64"/>
                    </a:lnTo>
                    <a:lnTo>
                      <a:pt x="24" y="68"/>
                    </a:lnTo>
                    <a:lnTo>
                      <a:pt x="24" y="68"/>
                    </a:lnTo>
                    <a:lnTo>
                      <a:pt x="26" y="76"/>
                    </a:lnTo>
                    <a:lnTo>
                      <a:pt x="42" y="90"/>
                    </a:lnTo>
                    <a:lnTo>
                      <a:pt x="42" y="90"/>
                    </a:lnTo>
                    <a:lnTo>
                      <a:pt x="46" y="104"/>
                    </a:lnTo>
                    <a:lnTo>
                      <a:pt x="56" y="110"/>
                    </a:lnTo>
                    <a:lnTo>
                      <a:pt x="60" y="118"/>
                    </a:lnTo>
                    <a:lnTo>
                      <a:pt x="68" y="130"/>
                    </a:lnTo>
                    <a:lnTo>
                      <a:pt x="72" y="134"/>
                    </a:lnTo>
                    <a:lnTo>
                      <a:pt x="76" y="130"/>
                    </a:lnTo>
                    <a:lnTo>
                      <a:pt x="86" y="132"/>
                    </a:lnTo>
                    <a:lnTo>
                      <a:pt x="90" y="130"/>
                    </a:lnTo>
                    <a:lnTo>
                      <a:pt x="108" y="146"/>
                    </a:lnTo>
                    <a:lnTo>
                      <a:pt x="108" y="146"/>
                    </a:lnTo>
                    <a:lnTo>
                      <a:pt x="108" y="146"/>
                    </a:lnTo>
                    <a:lnTo>
                      <a:pt x="110" y="144"/>
                    </a:lnTo>
                    <a:lnTo>
                      <a:pt x="122" y="144"/>
                    </a:lnTo>
                    <a:lnTo>
                      <a:pt x="122" y="144"/>
                    </a:lnTo>
                    <a:lnTo>
                      <a:pt x="124" y="148"/>
                    </a:lnTo>
                    <a:lnTo>
                      <a:pt x="136" y="142"/>
                    </a:lnTo>
                    <a:lnTo>
                      <a:pt x="144" y="142"/>
                    </a:lnTo>
                    <a:lnTo>
                      <a:pt x="152" y="138"/>
                    </a:lnTo>
                    <a:lnTo>
                      <a:pt x="160" y="130"/>
                    </a:lnTo>
                    <a:lnTo>
                      <a:pt x="180" y="130"/>
                    </a:lnTo>
                    <a:lnTo>
                      <a:pt x="180" y="116"/>
                    </a:lnTo>
                    <a:lnTo>
                      <a:pt x="168" y="112"/>
                    </a:lnTo>
                    <a:lnTo>
                      <a:pt x="168" y="112"/>
                    </a:lnTo>
                    <a:lnTo>
                      <a:pt x="162" y="94"/>
                    </a:lnTo>
                    <a:lnTo>
                      <a:pt x="156" y="86"/>
                    </a:lnTo>
                    <a:lnTo>
                      <a:pt x="150" y="78"/>
                    </a:lnTo>
                    <a:lnTo>
                      <a:pt x="138" y="70"/>
                    </a:lnTo>
                    <a:lnTo>
                      <a:pt x="138" y="70"/>
                    </a:lnTo>
                    <a:lnTo>
                      <a:pt x="140" y="68"/>
                    </a:lnTo>
                    <a:lnTo>
                      <a:pt x="140" y="62"/>
                    </a:lnTo>
                    <a:lnTo>
                      <a:pt x="150" y="62"/>
                    </a:lnTo>
                    <a:lnTo>
                      <a:pt x="154" y="58"/>
                    </a:lnTo>
                    <a:lnTo>
                      <a:pt x="154" y="58"/>
                    </a:lnTo>
                    <a:lnTo>
                      <a:pt x="156" y="26"/>
                    </a:lnTo>
                    <a:lnTo>
                      <a:pt x="156" y="26"/>
                    </a:lnTo>
                    <a:lnTo>
                      <a:pt x="156" y="26"/>
                    </a:lnTo>
                    <a:lnTo>
                      <a:pt x="156" y="26"/>
                    </a:lnTo>
                    <a:lnTo>
                      <a:pt x="154" y="28"/>
                    </a:lnTo>
                    <a:lnTo>
                      <a:pt x="152" y="28"/>
                    </a:lnTo>
                    <a:lnTo>
                      <a:pt x="152" y="28"/>
                    </a:lnTo>
                    <a:lnTo>
                      <a:pt x="152" y="32"/>
                    </a:lnTo>
                    <a:lnTo>
                      <a:pt x="152" y="32"/>
                    </a:lnTo>
                    <a:lnTo>
                      <a:pt x="150" y="30"/>
                    </a:lnTo>
                    <a:lnTo>
                      <a:pt x="148" y="28"/>
                    </a:lnTo>
                    <a:lnTo>
                      <a:pt x="144" y="26"/>
                    </a:lnTo>
                    <a:lnTo>
                      <a:pt x="142" y="24"/>
                    </a:lnTo>
                    <a:lnTo>
                      <a:pt x="142" y="24"/>
                    </a:lnTo>
                    <a:lnTo>
                      <a:pt x="142" y="0"/>
                    </a:lnTo>
                    <a:lnTo>
                      <a:pt x="136" y="6"/>
                    </a:lnTo>
                    <a:lnTo>
                      <a:pt x="136" y="6"/>
                    </a:lnTo>
                    <a:lnTo>
                      <a:pt x="134" y="10"/>
                    </a:lnTo>
                    <a:lnTo>
                      <a:pt x="134" y="14"/>
                    </a:lnTo>
                    <a:lnTo>
                      <a:pt x="134" y="14"/>
                    </a:lnTo>
                    <a:lnTo>
                      <a:pt x="132" y="20"/>
                    </a:lnTo>
                    <a:lnTo>
                      <a:pt x="132" y="20"/>
                    </a:lnTo>
                    <a:lnTo>
                      <a:pt x="130" y="22"/>
                    </a:lnTo>
                    <a:lnTo>
                      <a:pt x="126" y="30"/>
                    </a:lnTo>
                    <a:lnTo>
                      <a:pt x="126" y="30"/>
                    </a:lnTo>
                    <a:lnTo>
                      <a:pt x="126"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1" name="Freeform 15"/>
              <p:cNvSpPr>
                <a:spLocks/>
              </p:cNvSpPr>
              <p:nvPr/>
            </p:nvSpPr>
            <p:spPr bwMode="gray">
              <a:xfrm>
                <a:off x="5339125" y="3817033"/>
                <a:ext cx="413945" cy="445251"/>
              </a:xfrm>
              <a:custGeom>
                <a:avLst/>
                <a:gdLst>
                  <a:gd name="T0" fmla="*/ 30 w 238"/>
                  <a:gd name="T1" fmla="*/ 102 h 256"/>
                  <a:gd name="T2" fmla="*/ 16 w 238"/>
                  <a:gd name="T3" fmla="*/ 138 h 256"/>
                  <a:gd name="T4" fmla="*/ 6 w 238"/>
                  <a:gd name="T5" fmla="*/ 158 h 256"/>
                  <a:gd name="T6" fmla="*/ 2 w 238"/>
                  <a:gd name="T7" fmla="*/ 178 h 256"/>
                  <a:gd name="T8" fmla="*/ 6 w 238"/>
                  <a:gd name="T9" fmla="*/ 188 h 256"/>
                  <a:gd name="T10" fmla="*/ 14 w 238"/>
                  <a:gd name="T11" fmla="*/ 218 h 256"/>
                  <a:gd name="T12" fmla="*/ 22 w 238"/>
                  <a:gd name="T13" fmla="*/ 238 h 256"/>
                  <a:gd name="T14" fmla="*/ 24 w 238"/>
                  <a:gd name="T15" fmla="*/ 244 h 256"/>
                  <a:gd name="T16" fmla="*/ 28 w 238"/>
                  <a:gd name="T17" fmla="*/ 250 h 256"/>
                  <a:gd name="T18" fmla="*/ 30 w 238"/>
                  <a:gd name="T19" fmla="*/ 250 h 256"/>
                  <a:gd name="T20" fmla="*/ 36 w 238"/>
                  <a:gd name="T21" fmla="*/ 246 h 256"/>
                  <a:gd name="T22" fmla="*/ 46 w 238"/>
                  <a:gd name="T23" fmla="*/ 244 h 256"/>
                  <a:gd name="T24" fmla="*/ 48 w 238"/>
                  <a:gd name="T25" fmla="*/ 238 h 256"/>
                  <a:gd name="T26" fmla="*/ 58 w 238"/>
                  <a:gd name="T27" fmla="*/ 238 h 256"/>
                  <a:gd name="T28" fmla="*/ 62 w 238"/>
                  <a:gd name="T29" fmla="*/ 246 h 256"/>
                  <a:gd name="T30" fmla="*/ 74 w 238"/>
                  <a:gd name="T31" fmla="*/ 250 h 256"/>
                  <a:gd name="T32" fmla="*/ 90 w 238"/>
                  <a:gd name="T33" fmla="*/ 254 h 256"/>
                  <a:gd name="T34" fmla="*/ 100 w 238"/>
                  <a:gd name="T35" fmla="*/ 256 h 256"/>
                  <a:gd name="T36" fmla="*/ 112 w 238"/>
                  <a:gd name="T37" fmla="*/ 250 h 256"/>
                  <a:gd name="T38" fmla="*/ 118 w 238"/>
                  <a:gd name="T39" fmla="*/ 238 h 256"/>
                  <a:gd name="T40" fmla="*/ 128 w 238"/>
                  <a:gd name="T41" fmla="*/ 244 h 256"/>
                  <a:gd name="T42" fmla="*/ 130 w 238"/>
                  <a:gd name="T43" fmla="*/ 246 h 256"/>
                  <a:gd name="T44" fmla="*/ 142 w 238"/>
                  <a:gd name="T45" fmla="*/ 244 h 256"/>
                  <a:gd name="T46" fmla="*/ 150 w 238"/>
                  <a:gd name="T47" fmla="*/ 230 h 256"/>
                  <a:gd name="T48" fmla="*/ 156 w 238"/>
                  <a:gd name="T49" fmla="*/ 224 h 256"/>
                  <a:gd name="T50" fmla="*/ 156 w 238"/>
                  <a:gd name="T51" fmla="*/ 218 h 256"/>
                  <a:gd name="T52" fmla="*/ 158 w 238"/>
                  <a:gd name="T53" fmla="*/ 210 h 256"/>
                  <a:gd name="T54" fmla="*/ 164 w 238"/>
                  <a:gd name="T55" fmla="*/ 216 h 256"/>
                  <a:gd name="T56" fmla="*/ 166 w 238"/>
                  <a:gd name="T57" fmla="*/ 232 h 256"/>
                  <a:gd name="T58" fmla="*/ 174 w 238"/>
                  <a:gd name="T59" fmla="*/ 236 h 256"/>
                  <a:gd name="T60" fmla="*/ 176 w 238"/>
                  <a:gd name="T61" fmla="*/ 234 h 256"/>
                  <a:gd name="T62" fmla="*/ 178 w 238"/>
                  <a:gd name="T63" fmla="*/ 230 h 256"/>
                  <a:gd name="T64" fmla="*/ 186 w 238"/>
                  <a:gd name="T65" fmla="*/ 220 h 256"/>
                  <a:gd name="T66" fmla="*/ 206 w 238"/>
                  <a:gd name="T67" fmla="*/ 186 h 256"/>
                  <a:gd name="T68" fmla="*/ 210 w 238"/>
                  <a:gd name="T69" fmla="*/ 162 h 256"/>
                  <a:gd name="T70" fmla="*/ 222 w 238"/>
                  <a:gd name="T71" fmla="*/ 110 h 256"/>
                  <a:gd name="T72" fmla="*/ 236 w 238"/>
                  <a:gd name="T73" fmla="*/ 102 h 256"/>
                  <a:gd name="T74" fmla="*/ 238 w 238"/>
                  <a:gd name="T75" fmla="*/ 92 h 256"/>
                  <a:gd name="T76" fmla="*/ 232 w 238"/>
                  <a:gd name="T77" fmla="*/ 84 h 256"/>
                  <a:gd name="T78" fmla="*/ 222 w 238"/>
                  <a:gd name="T79" fmla="*/ 78 h 256"/>
                  <a:gd name="T80" fmla="*/ 220 w 238"/>
                  <a:gd name="T81" fmla="*/ 38 h 256"/>
                  <a:gd name="T82" fmla="*/ 214 w 238"/>
                  <a:gd name="T83" fmla="*/ 22 h 256"/>
                  <a:gd name="T84" fmla="*/ 196 w 238"/>
                  <a:gd name="T85" fmla="*/ 0 h 256"/>
                  <a:gd name="T86" fmla="*/ 184 w 238"/>
                  <a:gd name="T87" fmla="*/ 14 h 256"/>
                  <a:gd name="T88" fmla="*/ 174 w 238"/>
                  <a:gd name="T89" fmla="*/ 24 h 256"/>
                  <a:gd name="T90" fmla="*/ 150 w 238"/>
                  <a:gd name="T91" fmla="*/ 22 h 256"/>
                  <a:gd name="T92" fmla="*/ 138 w 238"/>
                  <a:gd name="T93" fmla="*/ 16 h 256"/>
                  <a:gd name="T94" fmla="*/ 136 w 238"/>
                  <a:gd name="T95" fmla="*/ 22 h 256"/>
                  <a:gd name="T96" fmla="*/ 100 w 238"/>
                  <a:gd name="T97" fmla="*/ 22 h 256"/>
                  <a:gd name="T98" fmla="*/ 66 w 238"/>
                  <a:gd name="T99" fmla="*/ 22 h 256"/>
                  <a:gd name="T100" fmla="*/ 44 w 238"/>
                  <a:gd name="T101" fmla="*/ 38 h 256"/>
                  <a:gd name="T102" fmla="*/ 30 w 238"/>
                  <a:gd name="T103" fmla="*/ 66 h 2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38" h="256">
                    <a:moveTo>
                      <a:pt x="30" y="66"/>
                    </a:moveTo>
                    <a:lnTo>
                      <a:pt x="30" y="84"/>
                    </a:lnTo>
                    <a:lnTo>
                      <a:pt x="30" y="102"/>
                    </a:lnTo>
                    <a:lnTo>
                      <a:pt x="30" y="118"/>
                    </a:lnTo>
                    <a:lnTo>
                      <a:pt x="30" y="134"/>
                    </a:lnTo>
                    <a:lnTo>
                      <a:pt x="16" y="138"/>
                    </a:lnTo>
                    <a:lnTo>
                      <a:pt x="16" y="138"/>
                    </a:lnTo>
                    <a:lnTo>
                      <a:pt x="12" y="146"/>
                    </a:lnTo>
                    <a:lnTo>
                      <a:pt x="6" y="158"/>
                    </a:lnTo>
                    <a:lnTo>
                      <a:pt x="6" y="168"/>
                    </a:lnTo>
                    <a:lnTo>
                      <a:pt x="2" y="170"/>
                    </a:lnTo>
                    <a:lnTo>
                      <a:pt x="2" y="178"/>
                    </a:lnTo>
                    <a:lnTo>
                      <a:pt x="0" y="184"/>
                    </a:lnTo>
                    <a:lnTo>
                      <a:pt x="0" y="190"/>
                    </a:lnTo>
                    <a:lnTo>
                      <a:pt x="6" y="188"/>
                    </a:lnTo>
                    <a:lnTo>
                      <a:pt x="6" y="188"/>
                    </a:lnTo>
                    <a:lnTo>
                      <a:pt x="6" y="198"/>
                    </a:lnTo>
                    <a:lnTo>
                      <a:pt x="14" y="218"/>
                    </a:lnTo>
                    <a:lnTo>
                      <a:pt x="14" y="218"/>
                    </a:lnTo>
                    <a:lnTo>
                      <a:pt x="12" y="220"/>
                    </a:lnTo>
                    <a:lnTo>
                      <a:pt x="22" y="238"/>
                    </a:lnTo>
                    <a:lnTo>
                      <a:pt x="22" y="238"/>
                    </a:lnTo>
                    <a:lnTo>
                      <a:pt x="24" y="244"/>
                    </a:lnTo>
                    <a:lnTo>
                      <a:pt x="24" y="244"/>
                    </a:lnTo>
                    <a:lnTo>
                      <a:pt x="24" y="246"/>
                    </a:lnTo>
                    <a:lnTo>
                      <a:pt x="26" y="248"/>
                    </a:lnTo>
                    <a:lnTo>
                      <a:pt x="28" y="250"/>
                    </a:lnTo>
                    <a:lnTo>
                      <a:pt x="28" y="252"/>
                    </a:lnTo>
                    <a:lnTo>
                      <a:pt x="28" y="252"/>
                    </a:lnTo>
                    <a:lnTo>
                      <a:pt x="30" y="250"/>
                    </a:lnTo>
                    <a:lnTo>
                      <a:pt x="32" y="248"/>
                    </a:lnTo>
                    <a:lnTo>
                      <a:pt x="32" y="248"/>
                    </a:lnTo>
                    <a:lnTo>
                      <a:pt x="36" y="246"/>
                    </a:lnTo>
                    <a:lnTo>
                      <a:pt x="38" y="246"/>
                    </a:lnTo>
                    <a:lnTo>
                      <a:pt x="40" y="246"/>
                    </a:lnTo>
                    <a:lnTo>
                      <a:pt x="46" y="244"/>
                    </a:lnTo>
                    <a:lnTo>
                      <a:pt x="46" y="244"/>
                    </a:lnTo>
                    <a:lnTo>
                      <a:pt x="48" y="240"/>
                    </a:lnTo>
                    <a:lnTo>
                      <a:pt x="48" y="238"/>
                    </a:lnTo>
                    <a:lnTo>
                      <a:pt x="56" y="234"/>
                    </a:lnTo>
                    <a:lnTo>
                      <a:pt x="56" y="234"/>
                    </a:lnTo>
                    <a:lnTo>
                      <a:pt x="58" y="238"/>
                    </a:lnTo>
                    <a:lnTo>
                      <a:pt x="60" y="240"/>
                    </a:lnTo>
                    <a:lnTo>
                      <a:pt x="62" y="246"/>
                    </a:lnTo>
                    <a:lnTo>
                      <a:pt x="62" y="246"/>
                    </a:lnTo>
                    <a:lnTo>
                      <a:pt x="70" y="250"/>
                    </a:lnTo>
                    <a:lnTo>
                      <a:pt x="70" y="250"/>
                    </a:lnTo>
                    <a:lnTo>
                      <a:pt x="74" y="250"/>
                    </a:lnTo>
                    <a:lnTo>
                      <a:pt x="76" y="250"/>
                    </a:lnTo>
                    <a:lnTo>
                      <a:pt x="90" y="254"/>
                    </a:lnTo>
                    <a:lnTo>
                      <a:pt x="90" y="254"/>
                    </a:lnTo>
                    <a:lnTo>
                      <a:pt x="94" y="256"/>
                    </a:lnTo>
                    <a:lnTo>
                      <a:pt x="100" y="256"/>
                    </a:lnTo>
                    <a:lnTo>
                      <a:pt x="100" y="256"/>
                    </a:lnTo>
                    <a:lnTo>
                      <a:pt x="106" y="254"/>
                    </a:lnTo>
                    <a:lnTo>
                      <a:pt x="112" y="250"/>
                    </a:lnTo>
                    <a:lnTo>
                      <a:pt x="112" y="250"/>
                    </a:lnTo>
                    <a:lnTo>
                      <a:pt x="116" y="244"/>
                    </a:lnTo>
                    <a:lnTo>
                      <a:pt x="118" y="238"/>
                    </a:lnTo>
                    <a:lnTo>
                      <a:pt x="118" y="238"/>
                    </a:lnTo>
                    <a:lnTo>
                      <a:pt x="122" y="240"/>
                    </a:lnTo>
                    <a:lnTo>
                      <a:pt x="124" y="240"/>
                    </a:lnTo>
                    <a:lnTo>
                      <a:pt x="128" y="244"/>
                    </a:lnTo>
                    <a:lnTo>
                      <a:pt x="128" y="244"/>
                    </a:lnTo>
                    <a:lnTo>
                      <a:pt x="128" y="244"/>
                    </a:lnTo>
                    <a:lnTo>
                      <a:pt x="130" y="246"/>
                    </a:lnTo>
                    <a:lnTo>
                      <a:pt x="132" y="250"/>
                    </a:lnTo>
                    <a:lnTo>
                      <a:pt x="138" y="246"/>
                    </a:lnTo>
                    <a:lnTo>
                      <a:pt x="142" y="244"/>
                    </a:lnTo>
                    <a:lnTo>
                      <a:pt x="146" y="238"/>
                    </a:lnTo>
                    <a:lnTo>
                      <a:pt x="150" y="230"/>
                    </a:lnTo>
                    <a:lnTo>
                      <a:pt x="150" y="230"/>
                    </a:lnTo>
                    <a:lnTo>
                      <a:pt x="152" y="226"/>
                    </a:lnTo>
                    <a:lnTo>
                      <a:pt x="156" y="224"/>
                    </a:lnTo>
                    <a:lnTo>
                      <a:pt x="156" y="224"/>
                    </a:lnTo>
                    <a:lnTo>
                      <a:pt x="156" y="220"/>
                    </a:lnTo>
                    <a:lnTo>
                      <a:pt x="156" y="220"/>
                    </a:lnTo>
                    <a:lnTo>
                      <a:pt x="156" y="218"/>
                    </a:lnTo>
                    <a:lnTo>
                      <a:pt x="156" y="214"/>
                    </a:lnTo>
                    <a:lnTo>
                      <a:pt x="156" y="214"/>
                    </a:lnTo>
                    <a:lnTo>
                      <a:pt x="158" y="210"/>
                    </a:lnTo>
                    <a:lnTo>
                      <a:pt x="164" y="204"/>
                    </a:lnTo>
                    <a:lnTo>
                      <a:pt x="164" y="204"/>
                    </a:lnTo>
                    <a:lnTo>
                      <a:pt x="164" y="216"/>
                    </a:lnTo>
                    <a:lnTo>
                      <a:pt x="164" y="228"/>
                    </a:lnTo>
                    <a:lnTo>
                      <a:pt x="164" y="228"/>
                    </a:lnTo>
                    <a:lnTo>
                      <a:pt x="166" y="232"/>
                    </a:lnTo>
                    <a:lnTo>
                      <a:pt x="170" y="234"/>
                    </a:lnTo>
                    <a:lnTo>
                      <a:pt x="174" y="236"/>
                    </a:lnTo>
                    <a:lnTo>
                      <a:pt x="174" y="236"/>
                    </a:lnTo>
                    <a:lnTo>
                      <a:pt x="176" y="232"/>
                    </a:lnTo>
                    <a:lnTo>
                      <a:pt x="176" y="234"/>
                    </a:lnTo>
                    <a:lnTo>
                      <a:pt x="176" y="234"/>
                    </a:lnTo>
                    <a:lnTo>
                      <a:pt x="178" y="230"/>
                    </a:lnTo>
                    <a:lnTo>
                      <a:pt x="178" y="230"/>
                    </a:lnTo>
                    <a:lnTo>
                      <a:pt x="178" y="230"/>
                    </a:lnTo>
                    <a:lnTo>
                      <a:pt x="182" y="224"/>
                    </a:lnTo>
                    <a:lnTo>
                      <a:pt x="186" y="220"/>
                    </a:lnTo>
                    <a:lnTo>
                      <a:pt x="186" y="220"/>
                    </a:lnTo>
                    <a:lnTo>
                      <a:pt x="190" y="208"/>
                    </a:lnTo>
                    <a:lnTo>
                      <a:pt x="198" y="194"/>
                    </a:lnTo>
                    <a:lnTo>
                      <a:pt x="206" y="186"/>
                    </a:lnTo>
                    <a:lnTo>
                      <a:pt x="210" y="168"/>
                    </a:lnTo>
                    <a:lnTo>
                      <a:pt x="210" y="162"/>
                    </a:lnTo>
                    <a:lnTo>
                      <a:pt x="210" y="162"/>
                    </a:lnTo>
                    <a:lnTo>
                      <a:pt x="210" y="152"/>
                    </a:lnTo>
                    <a:lnTo>
                      <a:pt x="218" y="110"/>
                    </a:lnTo>
                    <a:lnTo>
                      <a:pt x="222" y="110"/>
                    </a:lnTo>
                    <a:lnTo>
                      <a:pt x="222" y="110"/>
                    </a:lnTo>
                    <a:lnTo>
                      <a:pt x="226" y="108"/>
                    </a:lnTo>
                    <a:lnTo>
                      <a:pt x="236" y="102"/>
                    </a:lnTo>
                    <a:lnTo>
                      <a:pt x="236" y="102"/>
                    </a:lnTo>
                    <a:lnTo>
                      <a:pt x="238" y="92"/>
                    </a:lnTo>
                    <a:lnTo>
                      <a:pt x="238" y="92"/>
                    </a:lnTo>
                    <a:lnTo>
                      <a:pt x="238" y="90"/>
                    </a:lnTo>
                    <a:lnTo>
                      <a:pt x="234" y="90"/>
                    </a:lnTo>
                    <a:lnTo>
                      <a:pt x="232" y="84"/>
                    </a:lnTo>
                    <a:lnTo>
                      <a:pt x="226" y="82"/>
                    </a:lnTo>
                    <a:lnTo>
                      <a:pt x="226" y="82"/>
                    </a:lnTo>
                    <a:lnTo>
                      <a:pt x="222" y="78"/>
                    </a:lnTo>
                    <a:lnTo>
                      <a:pt x="222" y="78"/>
                    </a:lnTo>
                    <a:lnTo>
                      <a:pt x="220" y="62"/>
                    </a:lnTo>
                    <a:lnTo>
                      <a:pt x="220" y="38"/>
                    </a:lnTo>
                    <a:lnTo>
                      <a:pt x="216" y="30"/>
                    </a:lnTo>
                    <a:lnTo>
                      <a:pt x="216" y="30"/>
                    </a:lnTo>
                    <a:lnTo>
                      <a:pt x="214" y="22"/>
                    </a:lnTo>
                    <a:lnTo>
                      <a:pt x="208" y="10"/>
                    </a:lnTo>
                    <a:lnTo>
                      <a:pt x="200" y="6"/>
                    </a:lnTo>
                    <a:lnTo>
                      <a:pt x="196" y="0"/>
                    </a:lnTo>
                    <a:lnTo>
                      <a:pt x="190" y="6"/>
                    </a:lnTo>
                    <a:lnTo>
                      <a:pt x="186" y="4"/>
                    </a:lnTo>
                    <a:lnTo>
                      <a:pt x="184" y="14"/>
                    </a:lnTo>
                    <a:lnTo>
                      <a:pt x="176" y="16"/>
                    </a:lnTo>
                    <a:lnTo>
                      <a:pt x="176" y="16"/>
                    </a:lnTo>
                    <a:lnTo>
                      <a:pt x="174" y="24"/>
                    </a:lnTo>
                    <a:lnTo>
                      <a:pt x="168" y="24"/>
                    </a:lnTo>
                    <a:lnTo>
                      <a:pt x="162" y="22"/>
                    </a:lnTo>
                    <a:lnTo>
                      <a:pt x="150" y="22"/>
                    </a:lnTo>
                    <a:lnTo>
                      <a:pt x="138" y="22"/>
                    </a:lnTo>
                    <a:lnTo>
                      <a:pt x="138" y="22"/>
                    </a:lnTo>
                    <a:lnTo>
                      <a:pt x="138" y="16"/>
                    </a:lnTo>
                    <a:lnTo>
                      <a:pt x="136" y="16"/>
                    </a:lnTo>
                    <a:lnTo>
                      <a:pt x="136" y="16"/>
                    </a:lnTo>
                    <a:lnTo>
                      <a:pt x="136" y="22"/>
                    </a:lnTo>
                    <a:lnTo>
                      <a:pt x="124" y="22"/>
                    </a:lnTo>
                    <a:lnTo>
                      <a:pt x="112" y="22"/>
                    </a:lnTo>
                    <a:lnTo>
                      <a:pt x="100" y="22"/>
                    </a:lnTo>
                    <a:lnTo>
                      <a:pt x="90" y="22"/>
                    </a:lnTo>
                    <a:lnTo>
                      <a:pt x="78" y="22"/>
                    </a:lnTo>
                    <a:lnTo>
                      <a:pt x="66" y="22"/>
                    </a:lnTo>
                    <a:lnTo>
                      <a:pt x="56" y="22"/>
                    </a:lnTo>
                    <a:lnTo>
                      <a:pt x="44" y="22"/>
                    </a:lnTo>
                    <a:lnTo>
                      <a:pt x="44" y="38"/>
                    </a:lnTo>
                    <a:lnTo>
                      <a:pt x="44" y="58"/>
                    </a:lnTo>
                    <a:lnTo>
                      <a:pt x="30" y="58"/>
                    </a:lnTo>
                    <a:lnTo>
                      <a:pt x="30" y="66"/>
                    </a:lnTo>
                    <a:lnTo>
                      <a:pt x="30" y="66"/>
                    </a:lnTo>
                    <a:lnTo>
                      <a:pt x="30" y="6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2" name="Freeform 16"/>
              <p:cNvSpPr>
                <a:spLocks/>
              </p:cNvSpPr>
              <p:nvPr/>
            </p:nvSpPr>
            <p:spPr bwMode="gray">
              <a:xfrm>
                <a:off x="6288767" y="3330041"/>
                <a:ext cx="351332" cy="299153"/>
              </a:xfrm>
              <a:custGeom>
                <a:avLst/>
                <a:gdLst>
                  <a:gd name="T0" fmla="*/ 20 w 202"/>
                  <a:gd name="T1" fmla="*/ 60 h 172"/>
                  <a:gd name="T2" fmla="*/ 30 w 202"/>
                  <a:gd name="T3" fmla="*/ 64 h 172"/>
                  <a:gd name="T4" fmla="*/ 34 w 202"/>
                  <a:gd name="T5" fmla="*/ 56 h 172"/>
                  <a:gd name="T6" fmla="*/ 38 w 202"/>
                  <a:gd name="T7" fmla="*/ 52 h 172"/>
                  <a:gd name="T8" fmla="*/ 50 w 202"/>
                  <a:gd name="T9" fmla="*/ 44 h 172"/>
                  <a:gd name="T10" fmla="*/ 56 w 202"/>
                  <a:gd name="T11" fmla="*/ 38 h 172"/>
                  <a:gd name="T12" fmla="*/ 60 w 202"/>
                  <a:gd name="T13" fmla="*/ 26 h 172"/>
                  <a:gd name="T14" fmla="*/ 72 w 202"/>
                  <a:gd name="T15" fmla="*/ 22 h 172"/>
                  <a:gd name="T16" fmla="*/ 80 w 202"/>
                  <a:gd name="T17" fmla="*/ 22 h 172"/>
                  <a:gd name="T18" fmla="*/ 94 w 202"/>
                  <a:gd name="T19" fmla="*/ 22 h 172"/>
                  <a:gd name="T20" fmla="*/ 102 w 202"/>
                  <a:gd name="T21" fmla="*/ 26 h 172"/>
                  <a:gd name="T22" fmla="*/ 112 w 202"/>
                  <a:gd name="T23" fmla="*/ 26 h 172"/>
                  <a:gd name="T24" fmla="*/ 124 w 202"/>
                  <a:gd name="T25" fmla="*/ 26 h 172"/>
                  <a:gd name="T26" fmla="*/ 136 w 202"/>
                  <a:gd name="T27" fmla="*/ 18 h 172"/>
                  <a:gd name="T28" fmla="*/ 136 w 202"/>
                  <a:gd name="T29" fmla="*/ 10 h 172"/>
                  <a:gd name="T30" fmla="*/ 146 w 202"/>
                  <a:gd name="T31" fmla="*/ 0 h 172"/>
                  <a:gd name="T32" fmla="*/ 150 w 202"/>
                  <a:gd name="T33" fmla="*/ 10 h 172"/>
                  <a:gd name="T34" fmla="*/ 154 w 202"/>
                  <a:gd name="T35" fmla="*/ 14 h 172"/>
                  <a:gd name="T36" fmla="*/ 154 w 202"/>
                  <a:gd name="T37" fmla="*/ 30 h 172"/>
                  <a:gd name="T38" fmla="*/ 166 w 202"/>
                  <a:gd name="T39" fmla="*/ 30 h 172"/>
                  <a:gd name="T40" fmla="*/ 176 w 202"/>
                  <a:gd name="T41" fmla="*/ 26 h 172"/>
                  <a:gd name="T42" fmla="*/ 184 w 202"/>
                  <a:gd name="T43" fmla="*/ 22 h 172"/>
                  <a:gd name="T44" fmla="*/ 188 w 202"/>
                  <a:gd name="T45" fmla="*/ 26 h 172"/>
                  <a:gd name="T46" fmla="*/ 202 w 202"/>
                  <a:gd name="T47" fmla="*/ 22 h 172"/>
                  <a:gd name="T48" fmla="*/ 196 w 202"/>
                  <a:gd name="T49" fmla="*/ 26 h 172"/>
                  <a:gd name="T50" fmla="*/ 188 w 202"/>
                  <a:gd name="T51" fmla="*/ 30 h 172"/>
                  <a:gd name="T52" fmla="*/ 172 w 202"/>
                  <a:gd name="T53" fmla="*/ 34 h 172"/>
                  <a:gd name="T54" fmla="*/ 162 w 202"/>
                  <a:gd name="T55" fmla="*/ 38 h 172"/>
                  <a:gd name="T56" fmla="*/ 150 w 202"/>
                  <a:gd name="T57" fmla="*/ 48 h 172"/>
                  <a:gd name="T58" fmla="*/ 154 w 202"/>
                  <a:gd name="T59" fmla="*/ 56 h 172"/>
                  <a:gd name="T60" fmla="*/ 154 w 202"/>
                  <a:gd name="T61" fmla="*/ 66 h 172"/>
                  <a:gd name="T62" fmla="*/ 146 w 202"/>
                  <a:gd name="T63" fmla="*/ 74 h 172"/>
                  <a:gd name="T64" fmla="*/ 150 w 202"/>
                  <a:gd name="T65" fmla="*/ 86 h 172"/>
                  <a:gd name="T66" fmla="*/ 136 w 202"/>
                  <a:gd name="T67" fmla="*/ 86 h 172"/>
                  <a:gd name="T68" fmla="*/ 136 w 202"/>
                  <a:gd name="T69" fmla="*/ 94 h 172"/>
                  <a:gd name="T70" fmla="*/ 136 w 202"/>
                  <a:gd name="T71" fmla="*/ 100 h 172"/>
                  <a:gd name="T72" fmla="*/ 124 w 202"/>
                  <a:gd name="T73" fmla="*/ 108 h 172"/>
                  <a:gd name="T74" fmla="*/ 124 w 202"/>
                  <a:gd name="T75" fmla="*/ 116 h 172"/>
                  <a:gd name="T76" fmla="*/ 120 w 202"/>
                  <a:gd name="T77" fmla="*/ 126 h 172"/>
                  <a:gd name="T78" fmla="*/ 112 w 202"/>
                  <a:gd name="T79" fmla="*/ 126 h 172"/>
                  <a:gd name="T80" fmla="*/ 98 w 202"/>
                  <a:gd name="T81" fmla="*/ 130 h 172"/>
                  <a:gd name="T82" fmla="*/ 94 w 202"/>
                  <a:gd name="T83" fmla="*/ 138 h 172"/>
                  <a:gd name="T84" fmla="*/ 86 w 202"/>
                  <a:gd name="T85" fmla="*/ 138 h 172"/>
                  <a:gd name="T86" fmla="*/ 84 w 202"/>
                  <a:gd name="T87" fmla="*/ 152 h 172"/>
                  <a:gd name="T88" fmla="*/ 84 w 202"/>
                  <a:gd name="T89" fmla="*/ 160 h 172"/>
                  <a:gd name="T90" fmla="*/ 68 w 202"/>
                  <a:gd name="T91" fmla="*/ 168 h 172"/>
                  <a:gd name="T92" fmla="*/ 54 w 202"/>
                  <a:gd name="T93" fmla="*/ 168 h 172"/>
                  <a:gd name="T94" fmla="*/ 38 w 202"/>
                  <a:gd name="T95" fmla="*/ 168 h 172"/>
                  <a:gd name="T96" fmla="*/ 16 w 202"/>
                  <a:gd name="T97" fmla="*/ 168 h 172"/>
                  <a:gd name="T98" fmla="*/ 8 w 202"/>
                  <a:gd name="T99" fmla="*/ 160 h 172"/>
                  <a:gd name="T100" fmla="*/ 20 w 202"/>
                  <a:gd name="T101" fmla="*/ 142 h 172"/>
                  <a:gd name="T102" fmla="*/ 12 w 202"/>
                  <a:gd name="T103" fmla="*/ 134 h 172"/>
                  <a:gd name="T104" fmla="*/ 4 w 202"/>
                  <a:gd name="T105" fmla="*/ 122 h 172"/>
                  <a:gd name="T106" fmla="*/ 0 w 202"/>
                  <a:gd name="T107" fmla="*/ 108 h 172"/>
                  <a:gd name="T108" fmla="*/ 4 w 202"/>
                  <a:gd name="T109" fmla="*/ 96 h 172"/>
                  <a:gd name="T110" fmla="*/ 0 w 202"/>
                  <a:gd name="T111" fmla="*/ 86 h 172"/>
                  <a:gd name="T112" fmla="*/ 0 w 202"/>
                  <a:gd name="T113" fmla="*/ 74 h 172"/>
                  <a:gd name="T114" fmla="*/ 8 w 202"/>
                  <a:gd name="T115" fmla="*/ 64 h 172"/>
                  <a:gd name="T116" fmla="*/ 12 w 202"/>
                  <a:gd name="T117" fmla="*/ 56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2" h="172">
                    <a:moveTo>
                      <a:pt x="12" y="56"/>
                    </a:moveTo>
                    <a:lnTo>
                      <a:pt x="12" y="60"/>
                    </a:lnTo>
                    <a:lnTo>
                      <a:pt x="16" y="60"/>
                    </a:lnTo>
                    <a:lnTo>
                      <a:pt x="20" y="60"/>
                    </a:lnTo>
                    <a:lnTo>
                      <a:pt x="24" y="60"/>
                    </a:lnTo>
                    <a:lnTo>
                      <a:pt x="24" y="64"/>
                    </a:lnTo>
                    <a:lnTo>
                      <a:pt x="28" y="64"/>
                    </a:lnTo>
                    <a:lnTo>
                      <a:pt x="30" y="64"/>
                    </a:lnTo>
                    <a:lnTo>
                      <a:pt x="30" y="60"/>
                    </a:lnTo>
                    <a:lnTo>
                      <a:pt x="34" y="60"/>
                    </a:lnTo>
                    <a:lnTo>
                      <a:pt x="38" y="56"/>
                    </a:lnTo>
                    <a:lnTo>
                      <a:pt x="34" y="56"/>
                    </a:lnTo>
                    <a:lnTo>
                      <a:pt x="38" y="56"/>
                    </a:lnTo>
                    <a:lnTo>
                      <a:pt x="38" y="52"/>
                    </a:lnTo>
                    <a:lnTo>
                      <a:pt x="34" y="52"/>
                    </a:lnTo>
                    <a:lnTo>
                      <a:pt x="38" y="52"/>
                    </a:lnTo>
                    <a:lnTo>
                      <a:pt x="42" y="48"/>
                    </a:lnTo>
                    <a:lnTo>
                      <a:pt x="46" y="48"/>
                    </a:lnTo>
                    <a:lnTo>
                      <a:pt x="50" y="48"/>
                    </a:lnTo>
                    <a:lnTo>
                      <a:pt x="50" y="44"/>
                    </a:lnTo>
                    <a:lnTo>
                      <a:pt x="54" y="44"/>
                    </a:lnTo>
                    <a:lnTo>
                      <a:pt x="56" y="44"/>
                    </a:lnTo>
                    <a:lnTo>
                      <a:pt x="56" y="40"/>
                    </a:lnTo>
                    <a:lnTo>
                      <a:pt x="56" y="38"/>
                    </a:lnTo>
                    <a:lnTo>
                      <a:pt x="56" y="34"/>
                    </a:lnTo>
                    <a:lnTo>
                      <a:pt x="60" y="34"/>
                    </a:lnTo>
                    <a:lnTo>
                      <a:pt x="60" y="30"/>
                    </a:lnTo>
                    <a:lnTo>
                      <a:pt x="60" y="26"/>
                    </a:lnTo>
                    <a:lnTo>
                      <a:pt x="64" y="26"/>
                    </a:lnTo>
                    <a:lnTo>
                      <a:pt x="68" y="26"/>
                    </a:lnTo>
                    <a:lnTo>
                      <a:pt x="72" y="26"/>
                    </a:lnTo>
                    <a:lnTo>
                      <a:pt x="72" y="22"/>
                    </a:lnTo>
                    <a:lnTo>
                      <a:pt x="72" y="18"/>
                    </a:lnTo>
                    <a:lnTo>
                      <a:pt x="76" y="18"/>
                    </a:lnTo>
                    <a:lnTo>
                      <a:pt x="76" y="22"/>
                    </a:lnTo>
                    <a:lnTo>
                      <a:pt x="80" y="22"/>
                    </a:lnTo>
                    <a:lnTo>
                      <a:pt x="84" y="22"/>
                    </a:lnTo>
                    <a:lnTo>
                      <a:pt x="86" y="22"/>
                    </a:lnTo>
                    <a:lnTo>
                      <a:pt x="90" y="22"/>
                    </a:lnTo>
                    <a:lnTo>
                      <a:pt x="94" y="22"/>
                    </a:lnTo>
                    <a:lnTo>
                      <a:pt x="94" y="26"/>
                    </a:lnTo>
                    <a:lnTo>
                      <a:pt x="98" y="26"/>
                    </a:lnTo>
                    <a:lnTo>
                      <a:pt x="98" y="22"/>
                    </a:lnTo>
                    <a:lnTo>
                      <a:pt x="102" y="26"/>
                    </a:lnTo>
                    <a:lnTo>
                      <a:pt x="106" y="30"/>
                    </a:lnTo>
                    <a:lnTo>
                      <a:pt x="110" y="30"/>
                    </a:lnTo>
                    <a:lnTo>
                      <a:pt x="110" y="26"/>
                    </a:lnTo>
                    <a:lnTo>
                      <a:pt x="112" y="26"/>
                    </a:lnTo>
                    <a:lnTo>
                      <a:pt x="116" y="22"/>
                    </a:lnTo>
                    <a:lnTo>
                      <a:pt x="120" y="22"/>
                    </a:lnTo>
                    <a:lnTo>
                      <a:pt x="120" y="26"/>
                    </a:lnTo>
                    <a:lnTo>
                      <a:pt x="124" y="26"/>
                    </a:lnTo>
                    <a:lnTo>
                      <a:pt x="124" y="22"/>
                    </a:lnTo>
                    <a:lnTo>
                      <a:pt x="128" y="18"/>
                    </a:lnTo>
                    <a:lnTo>
                      <a:pt x="132" y="18"/>
                    </a:lnTo>
                    <a:lnTo>
                      <a:pt x="136" y="18"/>
                    </a:lnTo>
                    <a:lnTo>
                      <a:pt x="140" y="18"/>
                    </a:lnTo>
                    <a:lnTo>
                      <a:pt x="140" y="14"/>
                    </a:lnTo>
                    <a:lnTo>
                      <a:pt x="136" y="14"/>
                    </a:lnTo>
                    <a:lnTo>
                      <a:pt x="136" y="10"/>
                    </a:lnTo>
                    <a:lnTo>
                      <a:pt x="140" y="10"/>
                    </a:lnTo>
                    <a:lnTo>
                      <a:pt x="142" y="8"/>
                    </a:lnTo>
                    <a:lnTo>
                      <a:pt x="142" y="4"/>
                    </a:lnTo>
                    <a:lnTo>
                      <a:pt x="146" y="0"/>
                    </a:lnTo>
                    <a:lnTo>
                      <a:pt x="150" y="4"/>
                    </a:lnTo>
                    <a:lnTo>
                      <a:pt x="154" y="4"/>
                    </a:lnTo>
                    <a:lnTo>
                      <a:pt x="154" y="8"/>
                    </a:lnTo>
                    <a:lnTo>
                      <a:pt x="150" y="10"/>
                    </a:lnTo>
                    <a:lnTo>
                      <a:pt x="154" y="10"/>
                    </a:lnTo>
                    <a:lnTo>
                      <a:pt x="158" y="10"/>
                    </a:lnTo>
                    <a:lnTo>
                      <a:pt x="158" y="14"/>
                    </a:lnTo>
                    <a:lnTo>
                      <a:pt x="154" y="14"/>
                    </a:lnTo>
                    <a:lnTo>
                      <a:pt x="154" y="18"/>
                    </a:lnTo>
                    <a:lnTo>
                      <a:pt x="154" y="22"/>
                    </a:lnTo>
                    <a:lnTo>
                      <a:pt x="154" y="26"/>
                    </a:lnTo>
                    <a:lnTo>
                      <a:pt x="154" y="30"/>
                    </a:lnTo>
                    <a:lnTo>
                      <a:pt x="158" y="34"/>
                    </a:lnTo>
                    <a:lnTo>
                      <a:pt x="158" y="38"/>
                    </a:lnTo>
                    <a:lnTo>
                      <a:pt x="162" y="34"/>
                    </a:lnTo>
                    <a:lnTo>
                      <a:pt x="166" y="30"/>
                    </a:lnTo>
                    <a:lnTo>
                      <a:pt x="168" y="30"/>
                    </a:lnTo>
                    <a:lnTo>
                      <a:pt x="172" y="30"/>
                    </a:lnTo>
                    <a:lnTo>
                      <a:pt x="172" y="26"/>
                    </a:lnTo>
                    <a:lnTo>
                      <a:pt x="176" y="26"/>
                    </a:lnTo>
                    <a:lnTo>
                      <a:pt x="176" y="22"/>
                    </a:lnTo>
                    <a:lnTo>
                      <a:pt x="180" y="22"/>
                    </a:lnTo>
                    <a:lnTo>
                      <a:pt x="184" y="18"/>
                    </a:lnTo>
                    <a:lnTo>
                      <a:pt x="184" y="22"/>
                    </a:lnTo>
                    <a:lnTo>
                      <a:pt x="188" y="22"/>
                    </a:lnTo>
                    <a:lnTo>
                      <a:pt x="184" y="22"/>
                    </a:lnTo>
                    <a:lnTo>
                      <a:pt x="184" y="26"/>
                    </a:lnTo>
                    <a:lnTo>
                      <a:pt x="188" y="26"/>
                    </a:lnTo>
                    <a:lnTo>
                      <a:pt x="192" y="22"/>
                    </a:lnTo>
                    <a:lnTo>
                      <a:pt x="196" y="22"/>
                    </a:lnTo>
                    <a:lnTo>
                      <a:pt x="198" y="22"/>
                    </a:lnTo>
                    <a:lnTo>
                      <a:pt x="202" y="22"/>
                    </a:lnTo>
                    <a:lnTo>
                      <a:pt x="202" y="26"/>
                    </a:lnTo>
                    <a:lnTo>
                      <a:pt x="202" y="22"/>
                    </a:lnTo>
                    <a:lnTo>
                      <a:pt x="198" y="26"/>
                    </a:lnTo>
                    <a:lnTo>
                      <a:pt x="196" y="26"/>
                    </a:lnTo>
                    <a:lnTo>
                      <a:pt x="198" y="30"/>
                    </a:lnTo>
                    <a:lnTo>
                      <a:pt x="196" y="30"/>
                    </a:lnTo>
                    <a:lnTo>
                      <a:pt x="192" y="34"/>
                    </a:lnTo>
                    <a:lnTo>
                      <a:pt x="188" y="30"/>
                    </a:lnTo>
                    <a:lnTo>
                      <a:pt x="184" y="30"/>
                    </a:lnTo>
                    <a:lnTo>
                      <a:pt x="180" y="30"/>
                    </a:lnTo>
                    <a:lnTo>
                      <a:pt x="176" y="34"/>
                    </a:lnTo>
                    <a:lnTo>
                      <a:pt x="172" y="34"/>
                    </a:lnTo>
                    <a:lnTo>
                      <a:pt x="168" y="34"/>
                    </a:lnTo>
                    <a:lnTo>
                      <a:pt x="166" y="34"/>
                    </a:lnTo>
                    <a:lnTo>
                      <a:pt x="166" y="38"/>
                    </a:lnTo>
                    <a:lnTo>
                      <a:pt x="162" y="38"/>
                    </a:lnTo>
                    <a:lnTo>
                      <a:pt x="158" y="40"/>
                    </a:lnTo>
                    <a:lnTo>
                      <a:pt x="154" y="44"/>
                    </a:lnTo>
                    <a:lnTo>
                      <a:pt x="150" y="44"/>
                    </a:lnTo>
                    <a:lnTo>
                      <a:pt x="150" y="48"/>
                    </a:lnTo>
                    <a:lnTo>
                      <a:pt x="154" y="48"/>
                    </a:lnTo>
                    <a:lnTo>
                      <a:pt x="154" y="52"/>
                    </a:lnTo>
                    <a:lnTo>
                      <a:pt x="158" y="52"/>
                    </a:lnTo>
                    <a:lnTo>
                      <a:pt x="154" y="56"/>
                    </a:lnTo>
                    <a:lnTo>
                      <a:pt x="158" y="56"/>
                    </a:lnTo>
                    <a:lnTo>
                      <a:pt x="158" y="60"/>
                    </a:lnTo>
                    <a:lnTo>
                      <a:pt x="158" y="64"/>
                    </a:lnTo>
                    <a:lnTo>
                      <a:pt x="154" y="66"/>
                    </a:lnTo>
                    <a:lnTo>
                      <a:pt x="154" y="70"/>
                    </a:lnTo>
                    <a:lnTo>
                      <a:pt x="150" y="70"/>
                    </a:lnTo>
                    <a:lnTo>
                      <a:pt x="150" y="74"/>
                    </a:lnTo>
                    <a:lnTo>
                      <a:pt x="146" y="74"/>
                    </a:lnTo>
                    <a:lnTo>
                      <a:pt x="146" y="78"/>
                    </a:lnTo>
                    <a:lnTo>
                      <a:pt x="150" y="78"/>
                    </a:lnTo>
                    <a:lnTo>
                      <a:pt x="150" y="82"/>
                    </a:lnTo>
                    <a:lnTo>
                      <a:pt x="150" y="86"/>
                    </a:lnTo>
                    <a:lnTo>
                      <a:pt x="146" y="86"/>
                    </a:lnTo>
                    <a:lnTo>
                      <a:pt x="142" y="86"/>
                    </a:lnTo>
                    <a:lnTo>
                      <a:pt x="140" y="86"/>
                    </a:lnTo>
                    <a:lnTo>
                      <a:pt x="136" y="86"/>
                    </a:lnTo>
                    <a:lnTo>
                      <a:pt x="132" y="86"/>
                    </a:lnTo>
                    <a:lnTo>
                      <a:pt x="132" y="90"/>
                    </a:lnTo>
                    <a:lnTo>
                      <a:pt x="136" y="90"/>
                    </a:lnTo>
                    <a:lnTo>
                      <a:pt x="136" y="94"/>
                    </a:lnTo>
                    <a:lnTo>
                      <a:pt x="136" y="96"/>
                    </a:lnTo>
                    <a:lnTo>
                      <a:pt x="140" y="96"/>
                    </a:lnTo>
                    <a:lnTo>
                      <a:pt x="140" y="100"/>
                    </a:lnTo>
                    <a:lnTo>
                      <a:pt x="136" y="100"/>
                    </a:lnTo>
                    <a:lnTo>
                      <a:pt x="132" y="104"/>
                    </a:lnTo>
                    <a:lnTo>
                      <a:pt x="128" y="104"/>
                    </a:lnTo>
                    <a:lnTo>
                      <a:pt x="128" y="108"/>
                    </a:lnTo>
                    <a:lnTo>
                      <a:pt x="124" y="108"/>
                    </a:lnTo>
                    <a:lnTo>
                      <a:pt x="128" y="108"/>
                    </a:lnTo>
                    <a:lnTo>
                      <a:pt x="128" y="112"/>
                    </a:lnTo>
                    <a:lnTo>
                      <a:pt x="124" y="112"/>
                    </a:lnTo>
                    <a:lnTo>
                      <a:pt x="124" y="116"/>
                    </a:lnTo>
                    <a:lnTo>
                      <a:pt x="124" y="120"/>
                    </a:lnTo>
                    <a:lnTo>
                      <a:pt x="124" y="122"/>
                    </a:lnTo>
                    <a:lnTo>
                      <a:pt x="124" y="126"/>
                    </a:lnTo>
                    <a:lnTo>
                      <a:pt x="120" y="126"/>
                    </a:lnTo>
                    <a:lnTo>
                      <a:pt x="120" y="130"/>
                    </a:lnTo>
                    <a:lnTo>
                      <a:pt x="116" y="130"/>
                    </a:lnTo>
                    <a:lnTo>
                      <a:pt x="116" y="126"/>
                    </a:lnTo>
                    <a:lnTo>
                      <a:pt x="112" y="126"/>
                    </a:lnTo>
                    <a:lnTo>
                      <a:pt x="110" y="126"/>
                    </a:lnTo>
                    <a:lnTo>
                      <a:pt x="106" y="130"/>
                    </a:lnTo>
                    <a:lnTo>
                      <a:pt x="102" y="130"/>
                    </a:lnTo>
                    <a:lnTo>
                      <a:pt x="98" y="130"/>
                    </a:lnTo>
                    <a:lnTo>
                      <a:pt x="102" y="134"/>
                    </a:lnTo>
                    <a:lnTo>
                      <a:pt x="102" y="138"/>
                    </a:lnTo>
                    <a:lnTo>
                      <a:pt x="98" y="138"/>
                    </a:lnTo>
                    <a:lnTo>
                      <a:pt x="94" y="138"/>
                    </a:lnTo>
                    <a:lnTo>
                      <a:pt x="90" y="138"/>
                    </a:lnTo>
                    <a:lnTo>
                      <a:pt x="90" y="134"/>
                    </a:lnTo>
                    <a:lnTo>
                      <a:pt x="90" y="138"/>
                    </a:lnTo>
                    <a:lnTo>
                      <a:pt x="86" y="138"/>
                    </a:lnTo>
                    <a:lnTo>
                      <a:pt x="86" y="142"/>
                    </a:lnTo>
                    <a:lnTo>
                      <a:pt x="84" y="142"/>
                    </a:lnTo>
                    <a:lnTo>
                      <a:pt x="84" y="150"/>
                    </a:lnTo>
                    <a:lnTo>
                      <a:pt x="84" y="152"/>
                    </a:lnTo>
                    <a:lnTo>
                      <a:pt x="84" y="156"/>
                    </a:lnTo>
                    <a:lnTo>
                      <a:pt x="80" y="156"/>
                    </a:lnTo>
                    <a:lnTo>
                      <a:pt x="80" y="160"/>
                    </a:lnTo>
                    <a:lnTo>
                      <a:pt x="84" y="160"/>
                    </a:lnTo>
                    <a:lnTo>
                      <a:pt x="80" y="164"/>
                    </a:lnTo>
                    <a:lnTo>
                      <a:pt x="76" y="164"/>
                    </a:lnTo>
                    <a:lnTo>
                      <a:pt x="72" y="164"/>
                    </a:lnTo>
                    <a:lnTo>
                      <a:pt x="68" y="168"/>
                    </a:lnTo>
                    <a:lnTo>
                      <a:pt x="64" y="168"/>
                    </a:lnTo>
                    <a:lnTo>
                      <a:pt x="60" y="168"/>
                    </a:lnTo>
                    <a:lnTo>
                      <a:pt x="56" y="168"/>
                    </a:lnTo>
                    <a:lnTo>
                      <a:pt x="54" y="168"/>
                    </a:lnTo>
                    <a:lnTo>
                      <a:pt x="50" y="172"/>
                    </a:lnTo>
                    <a:lnTo>
                      <a:pt x="46" y="168"/>
                    </a:lnTo>
                    <a:lnTo>
                      <a:pt x="42" y="168"/>
                    </a:lnTo>
                    <a:lnTo>
                      <a:pt x="38" y="168"/>
                    </a:lnTo>
                    <a:lnTo>
                      <a:pt x="28" y="172"/>
                    </a:lnTo>
                    <a:lnTo>
                      <a:pt x="24" y="168"/>
                    </a:lnTo>
                    <a:lnTo>
                      <a:pt x="20" y="168"/>
                    </a:lnTo>
                    <a:lnTo>
                      <a:pt x="16" y="168"/>
                    </a:lnTo>
                    <a:lnTo>
                      <a:pt x="8" y="164"/>
                    </a:lnTo>
                    <a:lnTo>
                      <a:pt x="4" y="164"/>
                    </a:lnTo>
                    <a:lnTo>
                      <a:pt x="4" y="160"/>
                    </a:lnTo>
                    <a:lnTo>
                      <a:pt x="8" y="160"/>
                    </a:lnTo>
                    <a:lnTo>
                      <a:pt x="8" y="156"/>
                    </a:lnTo>
                    <a:lnTo>
                      <a:pt x="12" y="152"/>
                    </a:lnTo>
                    <a:lnTo>
                      <a:pt x="16" y="146"/>
                    </a:lnTo>
                    <a:lnTo>
                      <a:pt x="20" y="142"/>
                    </a:lnTo>
                    <a:lnTo>
                      <a:pt x="20" y="138"/>
                    </a:lnTo>
                    <a:lnTo>
                      <a:pt x="16" y="138"/>
                    </a:lnTo>
                    <a:lnTo>
                      <a:pt x="16" y="134"/>
                    </a:lnTo>
                    <a:lnTo>
                      <a:pt x="12" y="134"/>
                    </a:lnTo>
                    <a:lnTo>
                      <a:pt x="8" y="134"/>
                    </a:lnTo>
                    <a:lnTo>
                      <a:pt x="4" y="130"/>
                    </a:lnTo>
                    <a:lnTo>
                      <a:pt x="4" y="126"/>
                    </a:lnTo>
                    <a:lnTo>
                      <a:pt x="4" y="122"/>
                    </a:lnTo>
                    <a:lnTo>
                      <a:pt x="4" y="120"/>
                    </a:lnTo>
                    <a:lnTo>
                      <a:pt x="4" y="116"/>
                    </a:lnTo>
                    <a:lnTo>
                      <a:pt x="0" y="112"/>
                    </a:lnTo>
                    <a:lnTo>
                      <a:pt x="0" y="108"/>
                    </a:lnTo>
                    <a:lnTo>
                      <a:pt x="0" y="104"/>
                    </a:lnTo>
                    <a:lnTo>
                      <a:pt x="0" y="100"/>
                    </a:lnTo>
                    <a:lnTo>
                      <a:pt x="0" y="96"/>
                    </a:lnTo>
                    <a:lnTo>
                      <a:pt x="4" y="96"/>
                    </a:lnTo>
                    <a:lnTo>
                      <a:pt x="4" y="94"/>
                    </a:lnTo>
                    <a:lnTo>
                      <a:pt x="0" y="94"/>
                    </a:lnTo>
                    <a:lnTo>
                      <a:pt x="0" y="90"/>
                    </a:lnTo>
                    <a:lnTo>
                      <a:pt x="0" y="86"/>
                    </a:lnTo>
                    <a:lnTo>
                      <a:pt x="0" y="82"/>
                    </a:lnTo>
                    <a:lnTo>
                      <a:pt x="0" y="78"/>
                    </a:lnTo>
                    <a:lnTo>
                      <a:pt x="4" y="78"/>
                    </a:lnTo>
                    <a:lnTo>
                      <a:pt x="0" y="74"/>
                    </a:lnTo>
                    <a:lnTo>
                      <a:pt x="4" y="74"/>
                    </a:lnTo>
                    <a:lnTo>
                      <a:pt x="8" y="70"/>
                    </a:lnTo>
                    <a:lnTo>
                      <a:pt x="8" y="66"/>
                    </a:lnTo>
                    <a:lnTo>
                      <a:pt x="8" y="64"/>
                    </a:lnTo>
                    <a:lnTo>
                      <a:pt x="8" y="60"/>
                    </a:lnTo>
                    <a:lnTo>
                      <a:pt x="12" y="56"/>
                    </a:lnTo>
                    <a:lnTo>
                      <a:pt x="12" y="56"/>
                    </a:lnTo>
                    <a:lnTo>
                      <a:pt x="12"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3" name="Freeform 17"/>
              <p:cNvSpPr>
                <a:spLocks noEditPoints="1"/>
              </p:cNvSpPr>
              <p:nvPr/>
            </p:nvSpPr>
            <p:spPr bwMode="gray">
              <a:xfrm>
                <a:off x="5871341" y="3239598"/>
                <a:ext cx="76528" cy="76527"/>
              </a:xfrm>
              <a:custGeom>
                <a:avLst/>
                <a:gdLst>
                  <a:gd name="T0" fmla="*/ 40 w 44"/>
                  <a:gd name="T1" fmla="*/ 44 h 44"/>
                  <a:gd name="T2" fmla="*/ 36 w 44"/>
                  <a:gd name="T3" fmla="*/ 44 h 44"/>
                  <a:gd name="T4" fmla="*/ 36 w 44"/>
                  <a:gd name="T5" fmla="*/ 44 h 44"/>
                  <a:gd name="T6" fmla="*/ 36 w 44"/>
                  <a:gd name="T7" fmla="*/ 36 h 44"/>
                  <a:gd name="T8" fmla="*/ 32 w 44"/>
                  <a:gd name="T9" fmla="*/ 32 h 44"/>
                  <a:gd name="T10" fmla="*/ 28 w 44"/>
                  <a:gd name="T11" fmla="*/ 32 h 44"/>
                  <a:gd name="T12" fmla="*/ 28 w 44"/>
                  <a:gd name="T13" fmla="*/ 32 h 44"/>
                  <a:gd name="T14" fmla="*/ 22 w 44"/>
                  <a:gd name="T15" fmla="*/ 30 h 44"/>
                  <a:gd name="T16" fmla="*/ 18 w 44"/>
                  <a:gd name="T17" fmla="*/ 30 h 44"/>
                  <a:gd name="T18" fmla="*/ 18 w 44"/>
                  <a:gd name="T19" fmla="*/ 30 h 44"/>
                  <a:gd name="T20" fmla="*/ 14 w 44"/>
                  <a:gd name="T21" fmla="*/ 26 h 44"/>
                  <a:gd name="T22" fmla="*/ 10 w 44"/>
                  <a:gd name="T23" fmla="*/ 22 h 44"/>
                  <a:gd name="T24" fmla="*/ 6 w 44"/>
                  <a:gd name="T25" fmla="*/ 22 h 44"/>
                  <a:gd name="T26" fmla="*/ 2 w 44"/>
                  <a:gd name="T27" fmla="*/ 22 h 44"/>
                  <a:gd name="T28" fmla="*/ 0 w 44"/>
                  <a:gd name="T29" fmla="*/ 14 h 44"/>
                  <a:gd name="T30" fmla="*/ 2 w 44"/>
                  <a:gd name="T31" fmla="*/ 10 h 44"/>
                  <a:gd name="T32" fmla="*/ 0 w 44"/>
                  <a:gd name="T33" fmla="*/ 4 h 44"/>
                  <a:gd name="T34" fmla="*/ 0 w 44"/>
                  <a:gd name="T35" fmla="*/ 4 h 44"/>
                  <a:gd name="T36" fmla="*/ 2 w 44"/>
                  <a:gd name="T37" fmla="*/ 4 h 44"/>
                  <a:gd name="T38" fmla="*/ 2 w 44"/>
                  <a:gd name="T39" fmla="*/ 0 h 44"/>
                  <a:gd name="T40" fmla="*/ 6 w 44"/>
                  <a:gd name="T41" fmla="*/ 0 h 44"/>
                  <a:gd name="T42" fmla="*/ 10 w 44"/>
                  <a:gd name="T43" fmla="*/ 0 h 44"/>
                  <a:gd name="T44" fmla="*/ 18 w 44"/>
                  <a:gd name="T45" fmla="*/ 0 h 44"/>
                  <a:gd name="T46" fmla="*/ 22 w 44"/>
                  <a:gd name="T47" fmla="*/ 0 h 44"/>
                  <a:gd name="T48" fmla="*/ 24 w 44"/>
                  <a:gd name="T49" fmla="*/ 0 h 44"/>
                  <a:gd name="T50" fmla="*/ 22 w 44"/>
                  <a:gd name="T51" fmla="*/ 4 h 44"/>
                  <a:gd name="T52" fmla="*/ 22 w 44"/>
                  <a:gd name="T53" fmla="*/ 4 h 44"/>
                  <a:gd name="T54" fmla="*/ 28 w 44"/>
                  <a:gd name="T55" fmla="*/ 8 h 44"/>
                  <a:gd name="T56" fmla="*/ 24 w 44"/>
                  <a:gd name="T57" fmla="*/ 10 h 44"/>
                  <a:gd name="T58" fmla="*/ 28 w 44"/>
                  <a:gd name="T59" fmla="*/ 14 h 44"/>
                  <a:gd name="T60" fmla="*/ 32 w 44"/>
                  <a:gd name="T61" fmla="*/ 18 h 44"/>
                  <a:gd name="T62" fmla="*/ 32 w 44"/>
                  <a:gd name="T63" fmla="*/ 22 h 44"/>
                  <a:gd name="T64" fmla="*/ 32 w 44"/>
                  <a:gd name="T65" fmla="*/ 22 h 44"/>
                  <a:gd name="T66" fmla="*/ 28 w 44"/>
                  <a:gd name="T67" fmla="*/ 22 h 44"/>
                  <a:gd name="T68" fmla="*/ 32 w 44"/>
                  <a:gd name="T69" fmla="*/ 26 h 44"/>
                  <a:gd name="T70" fmla="*/ 32 w 44"/>
                  <a:gd name="T71" fmla="*/ 26 h 44"/>
                  <a:gd name="T72" fmla="*/ 32 w 44"/>
                  <a:gd name="T73" fmla="*/ 30 h 44"/>
                  <a:gd name="T74" fmla="*/ 36 w 44"/>
                  <a:gd name="T75" fmla="*/ 30 h 44"/>
                  <a:gd name="T76" fmla="*/ 36 w 44"/>
                  <a:gd name="T77" fmla="*/ 32 h 44"/>
                  <a:gd name="T78" fmla="*/ 40 w 44"/>
                  <a:gd name="T79" fmla="*/ 30 h 44"/>
                  <a:gd name="T80" fmla="*/ 40 w 44"/>
                  <a:gd name="T81" fmla="*/ 32 h 44"/>
                  <a:gd name="T82" fmla="*/ 40 w 44"/>
                  <a:gd name="T83" fmla="*/ 36 h 44"/>
                  <a:gd name="T84" fmla="*/ 44 w 44"/>
                  <a:gd name="T85" fmla="*/ 36 h 44"/>
                  <a:gd name="T86" fmla="*/ 40 w 44"/>
                  <a:gd name="T87" fmla="*/ 40 h 44"/>
                  <a:gd name="T88" fmla="*/ 40 w 44"/>
                  <a:gd name="T89" fmla="*/ 40 h 44"/>
                  <a:gd name="T90" fmla="*/ 40 w 44"/>
                  <a:gd name="T91" fmla="*/ 44 h 44"/>
                  <a:gd name="T92" fmla="*/ 44 w 44"/>
                  <a:gd name="T93" fmla="*/ 44 h 44"/>
                  <a:gd name="T94" fmla="*/ 22 w 44"/>
                  <a:gd name="T95" fmla="*/ 4 h 44"/>
                  <a:gd name="T96" fmla="*/ 22 w 44"/>
                  <a:gd name="T97" fmla="*/ 4 h 44"/>
                  <a:gd name="T98" fmla="*/ 24 w 44"/>
                  <a:gd name="T99" fmla="*/ 4 h 44"/>
                  <a:gd name="T100" fmla="*/ 24 w 44"/>
                  <a:gd name="T101" fmla="*/ 4 h 44"/>
                  <a:gd name="T102" fmla="*/ 28 w 44"/>
                  <a:gd name="T103" fmla="*/ 10 h 44"/>
                  <a:gd name="T104" fmla="*/ 28 w 44"/>
                  <a:gd name="T105" fmla="*/ 10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4" h="44">
                    <a:moveTo>
                      <a:pt x="44" y="44"/>
                    </a:moveTo>
                    <a:lnTo>
                      <a:pt x="44" y="44"/>
                    </a:lnTo>
                    <a:lnTo>
                      <a:pt x="40" y="44"/>
                    </a:lnTo>
                    <a:lnTo>
                      <a:pt x="40" y="44"/>
                    </a:lnTo>
                    <a:lnTo>
                      <a:pt x="40" y="44"/>
                    </a:lnTo>
                    <a:lnTo>
                      <a:pt x="40" y="44"/>
                    </a:lnTo>
                    <a:lnTo>
                      <a:pt x="40" y="44"/>
                    </a:lnTo>
                    <a:lnTo>
                      <a:pt x="36" y="44"/>
                    </a:lnTo>
                    <a:lnTo>
                      <a:pt x="36" y="44"/>
                    </a:lnTo>
                    <a:lnTo>
                      <a:pt x="36" y="44"/>
                    </a:lnTo>
                    <a:lnTo>
                      <a:pt x="36" y="44"/>
                    </a:lnTo>
                    <a:lnTo>
                      <a:pt x="36" y="44"/>
                    </a:lnTo>
                    <a:lnTo>
                      <a:pt x="32" y="40"/>
                    </a:lnTo>
                    <a:lnTo>
                      <a:pt x="32" y="40"/>
                    </a:lnTo>
                    <a:lnTo>
                      <a:pt x="36" y="36"/>
                    </a:lnTo>
                    <a:lnTo>
                      <a:pt x="36" y="36"/>
                    </a:lnTo>
                    <a:lnTo>
                      <a:pt x="36" y="36"/>
                    </a:lnTo>
                    <a:lnTo>
                      <a:pt x="32" y="36"/>
                    </a:lnTo>
                    <a:lnTo>
                      <a:pt x="32" y="32"/>
                    </a:lnTo>
                    <a:lnTo>
                      <a:pt x="32" y="32"/>
                    </a:lnTo>
                    <a:lnTo>
                      <a:pt x="32" y="32"/>
                    </a:lnTo>
                    <a:lnTo>
                      <a:pt x="32" y="32"/>
                    </a:lnTo>
                    <a:lnTo>
                      <a:pt x="28" y="32"/>
                    </a:lnTo>
                    <a:lnTo>
                      <a:pt x="28" y="32"/>
                    </a:lnTo>
                    <a:lnTo>
                      <a:pt x="28" y="32"/>
                    </a:lnTo>
                    <a:lnTo>
                      <a:pt x="28" y="32"/>
                    </a:lnTo>
                    <a:lnTo>
                      <a:pt x="28" y="32"/>
                    </a:lnTo>
                    <a:lnTo>
                      <a:pt x="28" y="32"/>
                    </a:lnTo>
                    <a:lnTo>
                      <a:pt x="24" y="32"/>
                    </a:lnTo>
                    <a:lnTo>
                      <a:pt x="24"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4" y="26"/>
                    </a:lnTo>
                    <a:lnTo>
                      <a:pt x="14" y="26"/>
                    </a:lnTo>
                    <a:lnTo>
                      <a:pt x="14" y="26"/>
                    </a:lnTo>
                    <a:lnTo>
                      <a:pt x="14" y="26"/>
                    </a:lnTo>
                    <a:lnTo>
                      <a:pt x="14" y="26"/>
                    </a:lnTo>
                    <a:lnTo>
                      <a:pt x="10" y="22"/>
                    </a:lnTo>
                    <a:lnTo>
                      <a:pt x="10" y="22"/>
                    </a:lnTo>
                    <a:lnTo>
                      <a:pt x="10" y="22"/>
                    </a:lnTo>
                    <a:lnTo>
                      <a:pt x="6" y="22"/>
                    </a:lnTo>
                    <a:lnTo>
                      <a:pt x="6" y="22"/>
                    </a:lnTo>
                    <a:lnTo>
                      <a:pt x="6" y="22"/>
                    </a:lnTo>
                    <a:lnTo>
                      <a:pt x="6" y="22"/>
                    </a:lnTo>
                    <a:lnTo>
                      <a:pt x="2" y="22"/>
                    </a:lnTo>
                    <a:lnTo>
                      <a:pt x="2" y="22"/>
                    </a:lnTo>
                    <a:lnTo>
                      <a:pt x="2" y="22"/>
                    </a:lnTo>
                    <a:lnTo>
                      <a:pt x="2" y="22"/>
                    </a:lnTo>
                    <a:lnTo>
                      <a:pt x="2" y="18"/>
                    </a:lnTo>
                    <a:lnTo>
                      <a:pt x="0" y="18"/>
                    </a:lnTo>
                    <a:lnTo>
                      <a:pt x="0" y="14"/>
                    </a:lnTo>
                    <a:lnTo>
                      <a:pt x="0" y="14"/>
                    </a:lnTo>
                    <a:lnTo>
                      <a:pt x="2" y="14"/>
                    </a:lnTo>
                    <a:lnTo>
                      <a:pt x="2" y="10"/>
                    </a:lnTo>
                    <a:lnTo>
                      <a:pt x="2" y="10"/>
                    </a:lnTo>
                    <a:lnTo>
                      <a:pt x="2" y="10"/>
                    </a:lnTo>
                    <a:lnTo>
                      <a:pt x="2" y="8"/>
                    </a:lnTo>
                    <a:lnTo>
                      <a:pt x="2" y="8"/>
                    </a:lnTo>
                    <a:lnTo>
                      <a:pt x="0" y="4"/>
                    </a:lnTo>
                    <a:lnTo>
                      <a:pt x="0" y="4"/>
                    </a:lnTo>
                    <a:lnTo>
                      <a:pt x="0" y="4"/>
                    </a:lnTo>
                    <a:lnTo>
                      <a:pt x="0" y="4"/>
                    </a:lnTo>
                    <a:lnTo>
                      <a:pt x="0" y="4"/>
                    </a:lnTo>
                    <a:lnTo>
                      <a:pt x="0" y="4"/>
                    </a:lnTo>
                    <a:lnTo>
                      <a:pt x="0" y="4"/>
                    </a:lnTo>
                    <a:lnTo>
                      <a:pt x="0" y="4"/>
                    </a:lnTo>
                    <a:lnTo>
                      <a:pt x="2" y="4"/>
                    </a:lnTo>
                    <a:lnTo>
                      <a:pt x="2" y="4"/>
                    </a:lnTo>
                    <a:lnTo>
                      <a:pt x="2" y="4"/>
                    </a:lnTo>
                    <a:lnTo>
                      <a:pt x="2" y="4"/>
                    </a:lnTo>
                    <a:lnTo>
                      <a:pt x="2" y="0"/>
                    </a:lnTo>
                    <a:lnTo>
                      <a:pt x="2" y="0"/>
                    </a:lnTo>
                    <a:lnTo>
                      <a:pt x="6" y="0"/>
                    </a:lnTo>
                    <a:lnTo>
                      <a:pt x="6" y="0"/>
                    </a:lnTo>
                    <a:lnTo>
                      <a:pt x="6" y="0"/>
                    </a:lnTo>
                    <a:lnTo>
                      <a:pt x="10" y="0"/>
                    </a:lnTo>
                    <a:lnTo>
                      <a:pt x="10" y="0"/>
                    </a:lnTo>
                    <a:lnTo>
                      <a:pt x="10" y="0"/>
                    </a:lnTo>
                    <a:lnTo>
                      <a:pt x="10" y="0"/>
                    </a:lnTo>
                    <a:lnTo>
                      <a:pt x="14" y="0"/>
                    </a:lnTo>
                    <a:lnTo>
                      <a:pt x="14" y="0"/>
                    </a:lnTo>
                    <a:lnTo>
                      <a:pt x="14" y="0"/>
                    </a:lnTo>
                    <a:lnTo>
                      <a:pt x="18" y="0"/>
                    </a:lnTo>
                    <a:lnTo>
                      <a:pt x="18" y="0"/>
                    </a:lnTo>
                    <a:lnTo>
                      <a:pt x="18" y="0"/>
                    </a:lnTo>
                    <a:lnTo>
                      <a:pt x="18" y="0"/>
                    </a:lnTo>
                    <a:lnTo>
                      <a:pt x="22" y="0"/>
                    </a:lnTo>
                    <a:lnTo>
                      <a:pt x="22" y="0"/>
                    </a:lnTo>
                    <a:lnTo>
                      <a:pt x="22" y="0"/>
                    </a:lnTo>
                    <a:lnTo>
                      <a:pt x="22" y="0"/>
                    </a:lnTo>
                    <a:lnTo>
                      <a:pt x="24" y="0"/>
                    </a:lnTo>
                    <a:lnTo>
                      <a:pt x="24" y="0"/>
                    </a:lnTo>
                    <a:lnTo>
                      <a:pt x="24" y="4"/>
                    </a:lnTo>
                    <a:lnTo>
                      <a:pt x="24" y="4"/>
                    </a:lnTo>
                    <a:lnTo>
                      <a:pt x="22" y="4"/>
                    </a:lnTo>
                    <a:lnTo>
                      <a:pt x="22" y="4"/>
                    </a:lnTo>
                    <a:lnTo>
                      <a:pt x="22" y="4"/>
                    </a:lnTo>
                    <a:lnTo>
                      <a:pt x="22" y="4"/>
                    </a:lnTo>
                    <a:lnTo>
                      <a:pt x="22" y="4"/>
                    </a:lnTo>
                    <a:lnTo>
                      <a:pt x="24" y="4"/>
                    </a:lnTo>
                    <a:lnTo>
                      <a:pt x="28" y="8"/>
                    </a:lnTo>
                    <a:lnTo>
                      <a:pt x="28" y="8"/>
                    </a:lnTo>
                    <a:lnTo>
                      <a:pt x="28" y="8"/>
                    </a:lnTo>
                    <a:lnTo>
                      <a:pt x="28" y="8"/>
                    </a:lnTo>
                    <a:lnTo>
                      <a:pt x="28" y="8"/>
                    </a:lnTo>
                    <a:lnTo>
                      <a:pt x="28" y="10"/>
                    </a:lnTo>
                    <a:lnTo>
                      <a:pt x="24" y="10"/>
                    </a:lnTo>
                    <a:lnTo>
                      <a:pt x="24" y="10"/>
                    </a:lnTo>
                    <a:lnTo>
                      <a:pt x="24" y="10"/>
                    </a:lnTo>
                    <a:lnTo>
                      <a:pt x="24" y="10"/>
                    </a:lnTo>
                    <a:lnTo>
                      <a:pt x="28" y="14"/>
                    </a:lnTo>
                    <a:lnTo>
                      <a:pt x="28" y="14"/>
                    </a:lnTo>
                    <a:lnTo>
                      <a:pt x="28" y="14"/>
                    </a:lnTo>
                    <a:lnTo>
                      <a:pt x="32" y="18"/>
                    </a:lnTo>
                    <a:lnTo>
                      <a:pt x="32" y="18"/>
                    </a:lnTo>
                    <a:lnTo>
                      <a:pt x="32" y="18"/>
                    </a:lnTo>
                    <a:lnTo>
                      <a:pt x="36" y="18"/>
                    </a:lnTo>
                    <a:lnTo>
                      <a:pt x="32" y="22"/>
                    </a:lnTo>
                    <a:lnTo>
                      <a:pt x="32" y="22"/>
                    </a:lnTo>
                    <a:lnTo>
                      <a:pt x="32" y="22"/>
                    </a:lnTo>
                    <a:lnTo>
                      <a:pt x="32" y="22"/>
                    </a:lnTo>
                    <a:lnTo>
                      <a:pt x="32" y="22"/>
                    </a:lnTo>
                    <a:lnTo>
                      <a:pt x="32" y="22"/>
                    </a:lnTo>
                    <a:lnTo>
                      <a:pt x="28" y="22"/>
                    </a:lnTo>
                    <a:lnTo>
                      <a:pt x="28" y="22"/>
                    </a:lnTo>
                    <a:lnTo>
                      <a:pt x="28" y="22"/>
                    </a:lnTo>
                    <a:lnTo>
                      <a:pt x="28" y="22"/>
                    </a:lnTo>
                    <a:lnTo>
                      <a:pt x="28" y="22"/>
                    </a:lnTo>
                    <a:lnTo>
                      <a:pt x="28" y="26"/>
                    </a:lnTo>
                    <a:lnTo>
                      <a:pt x="28" y="26"/>
                    </a:lnTo>
                    <a:lnTo>
                      <a:pt x="32" y="26"/>
                    </a:lnTo>
                    <a:lnTo>
                      <a:pt x="32" y="26"/>
                    </a:lnTo>
                    <a:lnTo>
                      <a:pt x="32" y="26"/>
                    </a:lnTo>
                    <a:lnTo>
                      <a:pt x="32" y="26"/>
                    </a:lnTo>
                    <a:lnTo>
                      <a:pt x="32" y="26"/>
                    </a:lnTo>
                    <a:lnTo>
                      <a:pt x="32" y="26"/>
                    </a:lnTo>
                    <a:lnTo>
                      <a:pt x="32" y="26"/>
                    </a:lnTo>
                    <a:lnTo>
                      <a:pt x="32" y="26"/>
                    </a:lnTo>
                    <a:lnTo>
                      <a:pt x="32" y="30"/>
                    </a:lnTo>
                    <a:lnTo>
                      <a:pt x="32" y="30"/>
                    </a:lnTo>
                    <a:lnTo>
                      <a:pt x="36" y="30"/>
                    </a:lnTo>
                    <a:lnTo>
                      <a:pt x="36" y="30"/>
                    </a:lnTo>
                    <a:lnTo>
                      <a:pt x="36" y="30"/>
                    </a:lnTo>
                    <a:lnTo>
                      <a:pt x="36" y="30"/>
                    </a:lnTo>
                    <a:lnTo>
                      <a:pt x="36" y="30"/>
                    </a:lnTo>
                    <a:lnTo>
                      <a:pt x="36" y="30"/>
                    </a:lnTo>
                    <a:lnTo>
                      <a:pt x="36" y="32"/>
                    </a:lnTo>
                    <a:lnTo>
                      <a:pt x="36" y="32"/>
                    </a:lnTo>
                    <a:lnTo>
                      <a:pt x="40" y="30"/>
                    </a:lnTo>
                    <a:lnTo>
                      <a:pt x="40" y="30"/>
                    </a:lnTo>
                    <a:lnTo>
                      <a:pt x="40" y="30"/>
                    </a:lnTo>
                    <a:lnTo>
                      <a:pt x="44" y="32"/>
                    </a:lnTo>
                    <a:lnTo>
                      <a:pt x="44" y="32"/>
                    </a:lnTo>
                    <a:lnTo>
                      <a:pt x="44" y="32"/>
                    </a:lnTo>
                    <a:lnTo>
                      <a:pt x="40" y="32"/>
                    </a:lnTo>
                    <a:lnTo>
                      <a:pt x="40" y="32"/>
                    </a:lnTo>
                    <a:lnTo>
                      <a:pt x="40" y="32"/>
                    </a:lnTo>
                    <a:lnTo>
                      <a:pt x="40" y="36"/>
                    </a:lnTo>
                    <a:lnTo>
                      <a:pt x="40" y="36"/>
                    </a:lnTo>
                    <a:lnTo>
                      <a:pt x="44" y="36"/>
                    </a:lnTo>
                    <a:lnTo>
                      <a:pt x="44" y="36"/>
                    </a:lnTo>
                    <a:lnTo>
                      <a:pt x="44" y="36"/>
                    </a:lnTo>
                    <a:lnTo>
                      <a:pt x="44" y="36"/>
                    </a:lnTo>
                    <a:lnTo>
                      <a:pt x="44" y="40"/>
                    </a:lnTo>
                    <a:lnTo>
                      <a:pt x="40" y="40"/>
                    </a:lnTo>
                    <a:lnTo>
                      <a:pt x="40" y="36"/>
                    </a:lnTo>
                    <a:lnTo>
                      <a:pt x="40" y="40"/>
                    </a:lnTo>
                    <a:lnTo>
                      <a:pt x="40" y="40"/>
                    </a:lnTo>
                    <a:lnTo>
                      <a:pt x="40" y="40"/>
                    </a:lnTo>
                    <a:lnTo>
                      <a:pt x="40" y="40"/>
                    </a:lnTo>
                    <a:lnTo>
                      <a:pt x="40" y="40"/>
                    </a:lnTo>
                    <a:lnTo>
                      <a:pt x="44" y="40"/>
                    </a:lnTo>
                    <a:lnTo>
                      <a:pt x="44" y="40"/>
                    </a:lnTo>
                    <a:lnTo>
                      <a:pt x="44" y="40"/>
                    </a:lnTo>
                    <a:lnTo>
                      <a:pt x="40" y="44"/>
                    </a:lnTo>
                    <a:lnTo>
                      <a:pt x="40" y="44"/>
                    </a:lnTo>
                    <a:lnTo>
                      <a:pt x="44" y="44"/>
                    </a:lnTo>
                    <a:lnTo>
                      <a:pt x="44" y="44"/>
                    </a:lnTo>
                    <a:lnTo>
                      <a:pt x="44" y="44"/>
                    </a:lnTo>
                    <a:close/>
                    <a:moveTo>
                      <a:pt x="22" y="4"/>
                    </a:moveTo>
                    <a:lnTo>
                      <a:pt x="22" y="4"/>
                    </a:lnTo>
                    <a:lnTo>
                      <a:pt x="22" y="4"/>
                    </a:lnTo>
                    <a:lnTo>
                      <a:pt x="22" y="4"/>
                    </a:lnTo>
                    <a:lnTo>
                      <a:pt x="22" y="4"/>
                    </a:lnTo>
                    <a:lnTo>
                      <a:pt x="22" y="4"/>
                    </a:lnTo>
                    <a:lnTo>
                      <a:pt x="22" y="4"/>
                    </a:lnTo>
                    <a:lnTo>
                      <a:pt x="22" y="4"/>
                    </a:lnTo>
                    <a:lnTo>
                      <a:pt x="22" y="4"/>
                    </a:lnTo>
                    <a:lnTo>
                      <a:pt x="22" y="4"/>
                    </a:lnTo>
                    <a:close/>
                    <a:moveTo>
                      <a:pt x="24" y="4"/>
                    </a:moveTo>
                    <a:lnTo>
                      <a:pt x="24" y="4"/>
                    </a:lnTo>
                    <a:lnTo>
                      <a:pt x="24" y="4"/>
                    </a:lnTo>
                    <a:lnTo>
                      <a:pt x="24" y="4"/>
                    </a:lnTo>
                    <a:lnTo>
                      <a:pt x="24" y="4"/>
                    </a:lnTo>
                    <a:lnTo>
                      <a:pt x="24" y="4"/>
                    </a:lnTo>
                    <a:lnTo>
                      <a:pt x="24" y="4"/>
                    </a:lnTo>
                    <a:close/>
                    <a:moveTo>
                      <a:pt x="28" y="10"/>
                    </a:moveTo>
                    <a:lnTo>
                      <a:pt x="28" y="10"/>
                    </a:lnTo>
                    <a:lnTo>
                      <a:pt x="28" y="10"/>
                    </a:lnTo>
                    <a:lnTo>
                      <a:pt x="28" y="10"/>
                    </a:lnTo>
                    <a:lnTo>
                      <a:pt x="28" y="10"/>
                    </a:lnTo>
                    <a:lnTo>
                      <a:pt x="28" y="10"/>
                    </a:lnTo>
                    <a:lnTo>
                      <a:pt x="28" y="10"/>
                    </a:lnTo>
                    <a:lnTo>
                      <a:pt x="28" y="10"/>
                    </a:lnTo>
                    <a:lnTo>
                      <a:pt x="28" y="10"/>
                    </a:lnTo>
                    <a:lnTo>
                      <a:pt x="2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4" name="Freeform 18"/>
              <p:cNvSpPr>
                <a:spLocks noEditPoints="1"/>
              </p:cNvSpPr>
              <p:nvPr/>
            </p:nvSpPr>
            <p:spPr bwMode="gray">
              <a:xfrm>
                <a:off x="5902650" y="3187422"/>
                <a:ext cx="166969" cy="149576"/>
              </a:xfrm>
              <a:custGeom>
                <a:avLst/>
                <a:gdLst>
                  <a:gd name="T0" fmla="*/ 78 w 96"/>
                  <a:gd name="T1" fmla="*/ 86 h 86"/>
                  <a:gd name="T2" fmla="*/ 56 w 96"/>
                  <a:gd name="T3" fmla="*/ 86 h 86"/>
                  <a:gd name="T4" fmla="*/ 48 w 96"/>
                  <a:gd name="T5" fmla="*/ 82 h 86"/>
                  <a:gd name="T6" fmla="*/ 44 w 96"/>
                  <a:gd name="T7" fmla="*/ 74 h 86"/>
                  <a:gd name="T8" fmla="*/ 48 w 96"/>
                  <a:gd name="T9" fmla="*/ 74 h 86"/>
                  <a:gd name="T10" fmla="*/ 48 w 96"/>
                  <a:gd name="T11" fmla="*/ 70 h 86"/>
                  <a:gd name="T12" fmla="*/ 48 w 96"/>
                  <a:gd name="T13" fmla="*/ 66 h 86"/>
                  <a:gd name="T14" fmla="*/ 48 w 96"/>
                  <a:gd name="T15" fmla="*/ 62 h 86"/>
                  <a:gd name="T16" fmla="*/ 40 w 96"/>
                  <a:gd name="T17" fmla="*/ 60 h 86"/>
                  <a:gd name="T18" fmla="*/ 32 w 96"/>
                  <a:gd name="T19" fmla="*/ 66 h 86"/>
                  <a:gd name="T20" fmla="*/ 30 w 96"/>
                  <a:gd name="T21" fmla="*/ 70 h 86"/>
                  <a:gd name="T22" fmla="*/ 26 w 96"/>
                  <a:gd name="T23" fmla="*/ 74 h 86"/>
                  <a:gd name="T24" fmla="*/ 22 w 96"/>
                  <a:gd name="T25" fmla="*/ 70 h 86"/>
                  <a:gd name="T26" fmla="*/ 26 w 96"/>
                  <a:gd name="T27" fmla="*/ 66 h 86"/>
                  <a:gd name="T28" fmla="*/ 22 w 96"/>
                  <a:gd name="T29" fmla="*/ 62 h 86"/>
                  <a:gd name="T30" fmla="*/ 22 w 96"/>
                  <a:gd name="T31" fmla="*/ 60 h 86"/>
                  <a:gd name="T32" fmla="*/ 18 w 96"/>
                  <a:gd name="T33" fmla="*/ 60 h 86"/>
                  <a:gd name="T34" fmla="*/ 14 w 96"/>
                  <a:gd name="T35" fmla="*/ 56 h 86"/>
                  <a:gd name="T36" fmla="*/ 10 w 96"/>
                  <a:gd name="T37" fmla="*/ 52 h 86"/>
                  <a:gd name="T38" fmla="*/ 14 w 96"/>
                  <a:gd name="T39" fmla="*/ 52 h 86"/>
                  <a:gd name="T40" fmla="*/ 14 w 96"/>
                  <a:gd name="T41" fmla="*/ 48 h 86"/>
                  <a:gd name="T42" fmla="*/ 6 w 96"/>
                  <a:gd name="T43" fmla="*/ 40 h 86"/>
                  <a:gd name="T44" fmla="*/ 6 w 96"/>
                  <a:gd name="T45" fmla="*/ 32 h 86"/>
                  <a:gd name="T46" fmla="*/ 6 w 96"/>
                  <a:gd name="T47" fmla="*/ 32 h 86"/>
                  <a:gd name="T48" fmla="*/ 4 w 96"/>
                  <a:gd name="T49" fmla="*/ 26 h 86"/>
                  <a:gd name="T50" fmla="*/ 10 w 96"/>
                  <a:gd name="T51" fmla="*/ 26 h 86"/>
                  <a:gd name="T52" fmla="*/ 14 w 96"/>
                  <a:gd name="T53" fmla="*/ 30 h 86"/>
                  <a:gd name="T54" fmla="*/ 18 w 96"/>
                  <a:gd name="T55" fmla="*/ 30 h 86"/>
                  <a:gd name="T56" fmla="*/ 22 w 96"/>
                  <a:gd name="T57" fmla="*/ 32 h 86"/>
                  <a:gd name="T58" fmla="*/ 26 w 96"/>
                  <a:gd name="T59" fmla="*/ 26 h 86"/>
                  <a:gd name="T60" fmla="*/ 18 w 96"/>
                  <a:gd name="T61" fmla="*/ 22 h 86"/>
                  <a:gd name="T62" fmla="*/ 22 w 96"/>
                  <a:gd name="T63" fmla="*/ 18 h 86"/>
                  <a:gd name="T64" fmla="*/ 26 w 96"/>
                  <a:gd name="T65" fmla="*/ 18 h 86"/>
                  <a:gd name="T66" fmla="*/ 30 w 96"/>
                  <a:gd name="T67" fmla="*/ 22 h 86"/>
                  <a:gd name="T68" fmla="*/ 36 w 96"/>
                  <a:gd name="T69" fmla="*/ 30 h 86"/>
                  <a:gd name="T70" fmla="*/ 40 w 96"/>
                  <a:gd name="T71" fmla="*/ 30 h 86"/>
                  <a:gd name="T72" fmla="*/ 48 w 96"/>
                  <a:gd name="T73" fmla="*/ 26 h 86"/>
                  <a:gd name="T74" fmla="*/ 52 w 96"/>
                  <a:gd name="T75" fmla="*/ 22 h 86"/>
                  <a:gd name="T76" fmla="*/ 70 w 96"/>
                  <a:gd name="T77" fmla="*/ 0 h 86"/>
                  <a:gd name="T78" fmla="*/ 88 w 96"/>
                  <a:gd name="T79" fmla="*/ 30 h 86"/>
                  <a:gd name="T80" fmla="*/ 96 w 96"/>
                  <a:gd name="T81" fmla="*/ 56 h 86"/>
                  <a:gd name="T82" fmla="*/ 92 w 96"/>
                  <a:gd name="T83" fmla="*/ 74 h 86"/>
                  <a:gd name="T84" fmla="*/ 10 w 96"/>
                  <a:gd name="T85" fmla="*/ 40 h 86"/>
                  <a:gd name="T86" fmla="*/ 4 w 96"/>
                  <a:gd name="T87" fmla="*/ 32 h 86"/>
                  <a:gd name="T88" fmla="*/ 4 w 96"/>
                  <a:gd name="T89" fmla="*/ 32 h 86"/>
                  <a:gd name="T90" fmla="*/ 6 w 96"/>
                  <a:gd name="T91" fmla="*/ 32 h 86"/>
                  <a:gd name="T92" fmla="*/ 0 w 96"/>
                  <a:gd name="T93" fmla="*/ 60 h 86"/>
                  <a:gd name="T94" fmla="*/ 4 w 96"/>
                  <a:gd name="T95" fmla="*/ 60 h 86"/>
                  <a:gd name="T96" fmla="*/ 10 w 96"/>
                  <a:gd name="T97" fmla="*/ 62 h 86"/>
                  <a:gd name="T98" fmla="*/ 14 w 96"/>
                  <a:gd name="T99" fmla="*/ 66 h 86"/>
                  <a:gd name="T100" fmla="*/ 18 w 96"/>
                  <a:gd name="T101" fmla="*/ 74 h 86"/>
                  <a:gd name="T102" fmla="*/ 10 w 96"/>
                  <a:gd name="T103" fmla="*/ 74 h 86"/>
                  <a:gd name="T104" fmla="*/ 6 w 96"/>
                  <a:gd name="T105" fmla="*/ 70 h 86"/>
                  <a:gd name="T106" fmla="*/ 4 w 96"/>
                  <a:gd name="T107" fmla="*/ 62 h 86"/>
                  <a:gd name="T108" fmla="*/ 0 w 96"/>
                  <a:gd name="T109" fmla="*/ 60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96" h="86">
                    <a:moveTo>
                      <a:pt x="92" y="78"/>
                    </a:moveTo>
                    <a:lnTo>
                      <a:pt x="88" y="82"/>
                    </a:lnTo>
                    <a:lnTo>
                      <a:pt x="86" y="82"/>
                    </a:lnTo>
                    <a:lnTo>
                      <a:pt x="82" y="82"/>
                    </a:lnTo>
                    <a:lnTo>
                      <a:pt x="82" y="82"/>
                    </a:lnTo>
                    <a:lnTo>
                      <a:pt x="78" y="86"/>
                    </a:lnTo>
                    <a:lnTo>
                      <a:pt x="78" y="86"/>
                    </a:lnTo>
                    <a:lnTo>
                      <a:pt x="74" y="86"/>
                    </a:lnTo>
                    <a:lnTo>
                      <a:pt x="70" y="86"/>
                    </a:lnTo>
                    <a:lnTo>
                      <a:pt x="58" y="82"/>
                    </a:lnTo>
                    <a:lnTo>
                      <a:pt x="56" y="82"/>
                    </a:lnTo>
                    <a:lnTo>
                      <a:pt x="56" y="82"/>
                    </a:lnTo>
                    <a:lnTo>
                      <a:pt x="56" y="86"/>
                    </a:lnTo>
                    <a:lnTo>
                      <a:pt x="56" y="86"/>
                    </a:lnTo>
                    <a:lnTo>
                      <a:pt x="56" y="86"/>
                    </a:lnTo>
                    <a:lnTo>
                      <a:pt x="52" y="86"/>
                    </a:lnTo>
                    <a:lnTo>
                      <a:pt x="52" y="82"/>
                    </a:lnTo>
                    <a:lnTo>
                      <a:pt x="52" y="82"/>
                    </a:lnTo>
                    <a:lnTo>
                      <a:pt x="52" y="82"/>
                    </a:lnTo>
                    <a:lnTo>
                      <a:pt x="52" y="82"/>
                    </a:lnTo>
                    <a:lnTo>
                      <a:pt x="48" y="82"/>
                    </a:lnTo>
                    <a:lnTo>
                      <a:pt x="48" y="78"/>
                    </a:lnTo>
                    <a:lnTo>
                      <a:pt x="48" y="78"/>
                    </a:lnTo>
                    <a:lnTo>
                      <a:pt x="48" y="78"/>
                    </a:lnTo>
                    <a:lnTo>
                      <a:pt x="48" y="78"/>
                    </a:lnTo>
                    <a:lnTo>
                      <a:pt x="48" y="78"/>
                    </a:lnTo>
                    <a:lnTo>
                      <a:pt x="48" y="78"/>
                    </a:lnTo>
                    <a:lnTo>
                      <a:pt x="44" y="74"/>
                    </a:lnTo>
                    <a:lnTo>
                      <a:pt x="44" y="74"/>
                    </a:lnTo>
                    <a:lnTo>
                      <a:pt x="44" y="74"/>
                    </a:lnTo>
                    <a:lnTo>
                      <a:pt x="44" y="74"/>
                    </a:lnTo>
                    <a:lnTo>
                      <a:pt x="48" y="74"/>
                    </a:lnTo>
                    <a:lnTo>
                      <a:pt x="48" y="74"/>
                    </a:lnTo>
                    <a:lnTo>
                      <a:pt x="48" y="74"/>
                    </a:lnTo>
                    <a:lnTo>
                      <a:pt x="48" y="74"/>
                    </a:lnTo>
                    <a:lnTo>
                      <a:pt x="48" y="74"/>
                    </a:lnTo>
                    <a:lnTo>
                      <a:pt x="48" y="74"/>
                    </a:lnTo>
                    <a:lnTo>
                      <a:pt x="48" y="70"/>
                    </a:lnTo>
                    <a:lnTo>
                      <a:pt x="48" y="70"/>
                    </a:lnTo>
                    <a:lnTo>
                      <a:pt x="48" y="70"/>
                    </a:lnTo>
                    <a:lnTo>
                      <a:pt x="48" y="70"/>
                    </a:lnTo>
                    <a:lnTo>
                      <a:pt x="48" y="70"/>
                    </a:lnTo>
                    <a:lnTo>
                      <a:pt x="48" y="70"/>
                    </a:lnTo>
                    <a:lnTo>
                      <a:pt x="48" y="66"/>
                    </a:lnTo>
                    <a:lnTo>
                      <a:pt x="48" y="66"/>
                    </a:lnTo>
                    <a:lnTo>
                      <a:pt x="48" y="66"/>
                    </a:lnTo>
                    <a:lnTo>
                      <a:pt x="48" y="66"/>
                    </a:lnTo>
                    <a:lnTo>
                      <a:pt x="48" y="66"/>
                    </a:lnTo>
                    <a:lnTo>
                      <a:pt x="48" y="66"/>
                    </a:lnTo>
                    <a:lnTo>
                      <a:pt x="52" y="66"/>
                    </a:lnTo>
                    <a:lnTo>
                      <a:pt x="48" y="62"/>
                    </a:lnTo>
                    <a:lnTo>
                      <a:pt x="48" y="62"/>
                    </a:lnTo>
                    <a:lnTo>
                      <a:pt x="48" y="62"/>
                    </a:lnTo>
                    <a:lnTo>
                      <a:pt x="48" y="62"/>
                    </a:lnTo>
                    <a:lnTo>
                      <a:pt x="48" y="62"/>
                    </a:lnTo>
                    <a:lnTo>
                      <a:pt x="48" y="62"/>
                    </a:lnTo>
                    <a:lnTo>
                      <a:pt x="44" y="60"/>
                    </a:lnTo>
                    <a:lnTo>
                      <a:pt x="44" y="60"/>
                    </a:lnTo>
                    <a:lnTo>
                      <a:pt x="44" y="60"/>
                    </a:lnTo>
                    <a:lnTo>
                      <a:pt x="44" y="60"/>
                    </a:lnTo>
                    <a:lnTo>
                      <a:pt x="44" y="60"/>
                    </a:lnTo>
                    <a:lnTo>
                      <a:pt x="40" y="60"/>
                    </a:lnTo>
                    <a:lnTo>
                      <a:pt x="40" y="60"/>
                    </a:lnTo>
                    <a:lnTo>
                      <a:pt x="40" y="60"/>
                    </a:lnTo>
                    <a:lnTo>
                      <a:pt x="36" y="62"/>
                    </a:lnTo>
                    <a:lnTo>
                      <a:pt x="36" y="62"/>
                    </a:lnTo>
                    <a:lnTo>
                      <a:pt x="36" y="62"/>
                    </a:lnTo>
                    <a:lnTo>
                      <a:pt x="36" y="62"/>
                    </a:lnTo>
                    <a:lnTo>
                      <a:pt x="36" y="66"/>
                    </a:lnTo>
                    <a:lnTo>
                      <a:pt x="32" y="66"/>
                    </a:lnTo>
                    <a:lnTo>
                      <a:pt x="32" y="66"/>
                    </a:lnTo>
                    <a:lnTo>
                      <a:pt x="32" y="66"/>
                    </a:lnTo>
                    <a:lnTo>
                      <a:pt x="32" y="66"/>
                    </a:lnTo>
                    <a:lnTo>
                      <a:pt x="32" y="66"/>
                    </a:lnTo>
                    <a:lnTo>
                      <a:pt x="30" y="70"/>
                    </a:lnTo>
                    <a:lnTo>
                      <a:pt x="30" y="70"/>
                    </a:lnTo>
                    <a:lnTo>
                      <a:pt x="30" y="70"/>
                    </a:lnTo>
                    <a:lnTo>
                      <a:pt x="30" y="70"/>
                    </a:lnTo>
                    <a:lnTo>
                      <a:pt x="30" y="70"/>
                    </a:lnTo>
                    <a:lnTo>
                      <a:pt x="26" y="70"/>
                    </a:lnTo>
                    <a:lnTo>
                      <a:pt x="26" y="70"/>
                    </a:lnTo>
                    <a:lnTo>
                      <a:pt x="26" y="74"/>
                    </a:lnTo>
                    <a:lnTo>
                      <a:pt x="26" y="74"/>
                    </a:lnTo>
                    <a:lnTo>
                      <a:pt x="26" y="74"/>
                    </a:lnTo>
                    <a:lnTo>
                      <a:pt x="22" y="74"/>
                    </a:lnTo>
                    <a:lnTo>
                      <a:pt x="22" y="74"/>
                    </a:lnTo>
                    <a:lnTo>
                      <a:pt x="26" y="70"/>
                    </a:lnTo>
                    <a:lnTo>
                      <a:pt x="26" y="70"/>
                    </a:lnTo>
                    <a:lnTo>
                      <a:pt x="26" y="70"/>
                    </a:lnTo>
                    <a:lnTo>
                      <a:pt x="22" y="70"/>
                    </a:lnTo>
                    <a:lnTo>
                      <a:pt x="22" y="70"/>
                    </a:lnTo>
                    <a:lnTo>
                      <a:pt x="22" y="70"/>
                    </a:lnTo>
                    <a:lnTo>
                      <a:pt x="22" y="70"/>
                    </a:lnTo>
                    <a:lnTo>
                      <a:pt x="22" y="70"/>
                    </a:lnTo>
                    <a:lnTo>
                      <a:pt x="22" y="66"/>
                    </a:lnTo>
                    <a:lnTo>
                      <a:pt x="22" y="70"/>
                    </a:lnTo>
                    <a:lnTo>
                      <a:pt x="26" y="70"/>
                    </a:lnTo>
                    <a:lnTo>
                      <a:pt x="26" y="66"/>
                    </a:lnTo>
                    <a:lnTo>
                      <a:pt x="26" y="66"/>
                    </a:lnTo>
                    <a:lnTo>
                      <a:pt x="26" y="66"/>
                    </a:lnTo>
                    <a:lnTo>
                      <a:pt x="26" y="66"/>
                    </a:lnTo>
                    <a:lnTo>
                      <a:pt x="22" y="66"/>
                    </a:lnTo>
                    <a:lnTo>
                      <a:pt x="22" y="66"/>
                    </a:lnTo>
                    <a:lnTo>
                      <a:pt x="22" y="62"/>
                    </a:lnTo>
                    <a:lnTo>
                      <a:pt x="22" y="62"/>
                    </a:lnTo>
                    <a:lnTo>
                      <a:pt x="22" y="62"/>
                    </a:lnTo>
                    <a:lnTo>
                      <a:pt x="26" y="62"/>
                    </a:lnTo>
                    <a:lnTo>
                      <a:pt x="26" y="62"/>
                    </a:lnTo>
                    <a:lnTo>
                      <a:pt x="26" y="62"/>
                    </a:lnTo>
                    <a:lnTo>
                      <a:pt x="22" y="60"/>
                    </a:lnTo>
                    <a:lnTo>
                      <a:pt x="22" y="60"/>
                    </a:lnTo>
                    <a:lnTo>
                      <a:pt x="22" y="60"/>
                    </a:lnTo>
                    <a:lnTo>
                      <a:pt x="18" y="62"/>
                    </a:lnTo>
                    <a:lnTo>
                      <a:pt x="18" y="62"/>
                    </a:lnTo>
                    <a:lnTo>
                      <a:pt x="18" y="60"/>
                    </a:lnTo>
                    <a:lnTo>
                      <a:pt x="18" y="60"/>
                    </a:lnTo>
                    <a:lnTo>
                      <a:pt x="18" y="60"/>
                    </a:lnTo>
                    <a:lnTo>
                      <a:pt x="18" y="60"/>
                    </a:lnTo>
                    <a:lnTo>
                      <a:pt x="18" y="60"/>
                    </a:lnTo>
                    <a:lnTo>
                      <a:pt x="18" y="60"/>
                    </a:lnTo>
                    <a:lnTo>
                      <a:pt x="14" y="60"/>
                    </a:lnTo>
                    <a:lnTo>
                      <a:pt x="14" y="60"/>
                    </a:lnTo>
                    <a:lnTo>
                      <a:pt x="14" y="56"/>
                    </a:lnTo>
                    <a:lnTo>
                      <a:pt x="14" y="56"/>
                    </a:lnTo>
                    <a:lnTo>
                      <a:pt x="14" y="56"/>
                    </a:lnTo>
                    <a:lnTo>
                      <a:pt x="14" y="56"/>
                    </a:lnTo>
                    <a:lnTo>
                      <a:pt x="14" y="56"/>
                    </a:lnTo>
                    <a:lnTo>
                      <a:pt x="14" y="56"/>
                    </a:lnTo>
                    <a:lnTo>
                      <a:pt x="14" y="56"/>
                    </a:lnTo>
                    <a:lnTo>
                      <a:pt x="14" y="56"/>
                    </a:lnTo>
                    <a:lnTo>
                      <a:pt x="10" y="56"/>
                    </a:lnTo>
                    <a:lnTo>
                      <a:pt x="10" y="56"/>
                    </a:lnTo>
                    <a:lnTo>
                      <a:pt x="10" y="52"/>
                    </a:lnTo>
                    <a:lnTo>
                      <a:pt x="10" y="52"/>
                    </a:lnTo>
                    <a:lnTo>
                      <a:pt x="10" y="52"/>
                    </a:lnTo>
                    <a:lnTo>
                      <a:pt x="10" y="52"/>
                    </a:lnTo>
                    <a:lnTo>
                      <a:pt x="10" y="52"/>
                    </a:lnTo>
                    <a:lnTo>
                      <a:pt x="14" y="52"/>
                    </a:lnTo>
                    <a:lnTo>
                      <a:pt x="14" y="52"/>
                    </a:lnTo>
                    <a:lnTo>
                      <a:pt x="14" y="52"/>
                    </a:lnTo>
                    <a:lnTo>
                      <a:pt x="14" y="52"/>
                    </a:lnTo>
                    <a:lnTo>
                      <a:pt x="14" y="52"/>
                    </a:lnTo>
                    <a:lnTo>
                      <a:pt x="14" y="52"/>
                    </a:lnTo>
                    <a:lnTo>
                      <a:pt x="18" y="48"/>
                    </a:lnTo>
                    <a:lnTo>
                      <a:pt x="14" y="48"/>
                    </a:lnTo>
                    <a:lnTo>
                      <a:pt x="14" y="48"/>
                    </a:lnTo>
                    <a:lnTo>
                      <a:pt x="14" y="48"/>
                    </a:lnTo>
                    <a:lnTo>
                      <a:pt x="10" y="44"/>
                    </a:lnTo>
                    <a:lnTo>
                      <a:pt x="10" y="44"/>
                    </a:lnTo>
                    <a:lnTo>
                      <a:pt x="10" y="44"/>
                    </a:lnTo>
                    <a:lnTo>
                      <a:pt x="6" y="40"/>
                    </a:lnTo>
                    <a:lnTo>
                      <a:pt x="6" y="40"/>
                    </a:lnTo>
                    <a:lnTo>
                      <a:pt x="6" y="40"/>
                    </a:lnTo>
                    <a:lnTo>
                      <a:pt x="6" y="40"/>
                    </a:lnTo>
                    <a:lnTo>
                      <a:pt x="10" y="40"/>
                    </a:lnTo>
                    <a:lnTo>
                      <a:pt x="10" y="36"/>
                    </a:lnTo>
                    <a:lnTo>
                      <a:pt x="10" y="36"/>
                    </a:lnTo>
                    <a:lnTo>
                      <a:pt x="10" y="36"/>
                    </a:lnTo>
                    <a:lnTo>
                      <a:pt x="10" y="36"/>
                    </a:lnTo>
                    <a:lnTo>
                      <a:pt x="10" y="36"/>
                    </a:lnTo>
                    <a:lnTo>
                      <a:pt x="6" y="32"/>
                    </a:lnTo>
                    <a:lnTo>
                      <a:pt x="4" y="32"/>
                    </a:lnTo>
                    <a:lnTo>
                      <a:pt x="4" y="32"/>
                    </a:lnTo>
                    <a:lnTo>
                      <a:pt x="4" y="32"/>
                    </a:lnTo>
                    <a:lnTo>
                      <a:pt x="4" y="32"/>
                    </a:lnTo>
                    <a:lnTo>
                      <a:pt x="4" y="32"/>
                    </a:lnTo>
                    <a:lnTo>
                      <a:pt x="6" y="32"/>
                    </a:lnTo>
                    <a:lnTo>
                      <a:pt x="6" y="32"/>
                    </a:lnTo>
                    <a:lnTo>
                      <a:pt x="6" y="30"/>
                    </a:lnTo>
                    <a:lnTo>
                      <a:pt x="6" y="30"/>
                    </a:lnTo>
                    <a:lnTo>
                      <a:pt x="4" y="30"/>
                    </a:lnTo>
                    <a:lnTo>
                      <a:pt x="4" y="30"/>
                    </a:lnTo>
                    <a:lnTo>
                      <a:pt x="4" y="30"/>
                    </a:lnTo>
                    <a:lnTo>
                      <a:pt x="4" y="30"/>
                    </a:lnTo>
                    <a:lnTo>
                      <a:pt x="4" y="26"/>
                    </a:lnTo>
                    <a:lnTo>
                      <a:pt x="4" y="26"/>
                    </a:lnTo>
                    <a:lnTo>
                      <a:pt x="6" y="26"/>
                    </a:lnTo>
                    <a:lnTo>
                      <a:pt x="6" y="26"/>
                    </a:lnTo>
                    <a:lnTo>
                      <a:pt x="6" y="26"/>
                    </a:lnTo>
                    <a:lnTo>
                      <a:pt x="6" y="26"/>
                    </a:lnTo>
                    <a:lnTo>
                      <a:pt x="10" y="26"/>
                    </a:lnTo>
                    <a:lnTo>
                      <a:pt x="10" y="26"/>
                    </a:lnTo>
                    <a:lnTo>
                      <a:pt x="10" y="30"/>
                    </a:lnTo>
                    <a:lnTo>
                      <a:pt x="10" y="30"/>
                    </a:lnTo>
                    <a:lnTo>
                      <a:pt x="14" y="30"/>
                    </a:lnTo>
                    <a:lnTo>
                      <a:pt x="14" y="30"/>
                    </a:lnTo>
                    <a:lnTo>
                      <a:pt x="14" y="30"/>
                    </a:lnTo>
                    <a:lnTo>
                      <a:pt x="14" y="30"/>
                    </a:lnTo>
                    <a:lnTo>
                      <a:pt x="14" y="30"/>
                    </a:lnTo>
                    <a:lnTo>
                      <a:pt x="14" y="30"/>
                    </a:lnTo>
                    <a:lnTo>
                      <a:pt x="14" y="30"/>
                    </a:lnTo>
                    <a:lnTo>
                      <a:pt x="18" y="30"/>
                    </a:lnTo>
                    <a:lnTo>
                      <a:pt x="18" y="30"/>
                    </a:lnTo>
                    <a:lnTo>
                      <a:pt x="18" y="30"/>
                    </a:lnTo>
                    <a:lnTo>
                      <a:pt x="18" y="30"/>
                    </a:lnTo>
                    <a:lnTo>
                      <a:pt x="18" y="30"/>
                    </a:lnTo>
                    <a:lnTo>
                      <a:pt x="18" y="30"/>
                    </a:lnTo>
                    <a:lnTo>
                      <a:pt x="22" y="30"/>
                    </a:lnTo>
                    <a:lnTo>
                      <a:pt x="22" y="30"/>
                    </a:lnTo>
                    <a:lnTo>
                      <a:pt x="22" y="32"/>
                    </a:lnTo>
                    <a:lnTo>
                      <a:pt x="22" y="32"/>
                    </a:lnTo>
                    <a:lnTo>
                      <a:pt x="22" y="32"/>
                    </a:lnTo>
                    <a:lnTo>
                      <a:pt x="22" y="32"/>
                    </a:lnTo>
                    <a:lnTo>
                      <a:pt x="26" y="32"/>
                    </a:lnTo>
                    <a:lnTo>
                      <a:pt x="26" y="32"/>
                    </a:lnTo>
                    <a:lnTo>
                      <a:pt x="26" y="30"/>
                    </a:lnTo>
                    <a:lnTo>
                      <a:pt x="26" y="30"/>
                    </a:lnTo>
                    <a:lnTo>
                      <a:pt x="26" y="30"/>
                    </a:lnTo>
                    <a:lnTo>
                      <a:pt x="26" y="30"/>
                    </a:lnTo>
                    <a:lnTo>
                      <a:pt x="26" y="26"/>
                    </a:lnTo>
                    <a:lnTo>
                      <a:pt x="26" y="26"/>
                    </a:lnTo>
                    <a:lnTo>
                      <a:pt x="26" y="26"/>
                    </a:lnTo>
                    <a:lnTo>
                      <a:pt x="22" y="26"/>
                    </a:lnTo>
                    <a:lnTo>
                      <a:pt x="22" y="26"/>
                    </a:lnTo>
                    <a:lnTo>
                      <a:pt x="18" y="22"/>
                    </a:lnTo>
                    <a:lnTo>
                      <a:pt x="18" y="22"/>
                    </a:lnTo>
                    <a:lnTo>
                      <a:pt x="18" y="22"/>
                    </a:lnTo>
                    <a:lnTo>
                      <a:pt x="18" y="22"/>
                    </a:lnTo>
                    <a:lnTo>
                      <a:pt x="18" y="18"/>
                    </a:lnTo>
                    <a:lnTo>
                      <a:pt x="18" y="18"/>
                    </a:lnTo>
                    <a:lnTo>
                      <a:pt x="18" y="18"/>
                    </a:lnTo>
                    <a:lnTo>
                      <a:pt x="22" y="18"/>
                    </a:lnTo>
                    <a:lnTo>
                      <a:pt x="22" y="18"/>
                    </a:lnTo>
                    <a:lnTo>
                      <a:pt x="22" y="18"/>
                    </a:lnTo>
                    <a:lnTo>
                      <a:pt x="22" y="18"/>
                    </a:lnTo>
                    <a:lnTo>
                      <a:pt x="22" y="18"/>
                    </a:lnTo>
                    <a:lnTo>
                      <a:pt x="22" y="18"/>
                    </a:lnTo>
                    <a:lnTo>
                      <a:pt x="22" y="18"/>
                    </a:lnTo>
                    <a:lnTo>
                      <a:pt x="22" y="18"/>
                    </a:lnTo>
                    <a:lnTo>
                      <a:pt x="26" y="18"/>
                    </a:lnTo>
                    <a:lnTo>
                      <a:pt x="26" y="18"/>
                    </a:lnTo>
                    <a:lnTo>
                      <a:pt x="26" y="18"/>
                    </a:lnTo>
                    <a:lnTo>
                      <a:pt x="26" y="18"/>
                    </a:lnTo>
                    <a:lnTo>
                      <a:pt x="30" y="18"/>
                    </a:lnTo>
                    <a:lnTo>
                      <a:pt x="30" y="18"/>
                    </a:lnTo>
                    <a:lnTo>
                      <a:pt x="30" y="18"/>
                    </a:lnTo>
                    <a:lnTo>
                      <a:pt x="30" y="22"/>
                    </a:lnTo>
                    <a:lnTo>
                      <a:pt x="30" y="22"/>
                    </a:lnTo>
                    <a:lnTo>
                      <a:pt x="32" y="22"/>
                    </a:lnTo>
                    <a:lnTo>
                      <a:pt x="32" y="22"/>
                    </a:lnTo>
                    <a:lnTo>
                      <a:pt x="32" y="22"/>
                    </a:lnTo>
                    <a:lnTo>
                      <a:pt x="32" y="26"/>
                    </a:lnTo>
                    <a:lnTo>
                      <a:pt x="32" y="26"/>
                    </a:lnTo>
                    <a:lnTo>
                      <a:pt x="32" y="30"/>
                    </a:lnTo>
                    <a:lnTo>
                      <a:pt x="36" y="30"/>
                    </a:lnTo>
                    <a:lnTo>
                      <a:pt x="40" y="30"/>
                    </a:lnTo>
                    <a:lnTo>
                      <a:pt x="40" y="30"/>
                    </a:lnTo>
                    <a:lnTo>
                      <a:pt x="40" y="30"/>
                    </a:lnTo>
                    <a:lnTo>
                      <a:pt x="40" y="30"/>
                    </a:lnTo>
                    <a:lnTo>
                      <a:pt x="40" y="30"/>
                    </a:lnTo>
                    <a:lnTo>
                      <a:pt x="40" y="30"/>
                    </a:lnTo>
                    <a:lnTo>
                      <a:pt x="40" y="30"/>
                    </a:lnTo>
                    <a:lnTo>
                      <a:pt x="44" y="30"/>
                    </a:lnTo>
                    <a:lnTo>
                      <a:pt x="44" y="30"/>
                    </a:lnTo>
                    <a:lnTo>
                      <a:pt x="44" y="30"/>
                    </a:lnTo>
                    <a:lnTo>
                      <a:pt x="44" y="30"/>
                    </a:lnTo>
                    <a:lnTo>
                      <a:pt x="44" y="26"/>
                    </a:lnTo>
                    <a:lnTo>
                      <a:pt x="44" y="26"/>
                    </a:lnTo>
                    <a:lnTo>
                      <a:pt x="48" y="26"/>
                    </a:lnTo>
                    <a:lnTo>
                      <a:pt x="48" y="26"/>
                    </a:lnTo>
                    <a:lnTo>
                      <a:pt x="48" y="26"/>
                    </a:lnTo>
                    <a:lnTo>
                      <a:pt x="48" y="26"/>
                    </a:lnTo>
                    <a:lnTo>
                      <a:pt x="48" y="26"/>
                    </a:lnTo>
                    <a:lnTo>
                      <a:pt x="52" y="22"/>
                    </a:lnTo>
                    <a:lnTo>
                      <a:pt x="52" y="22"/>
                    </a:lnTo>
                    <a:lnTo>
                      <a:pt x="52" y="22"/>
                    </a:lnTo>
                    <a:lnTo>
                      <a:pt x="52" y="22"/>
                    </a:lnTo>
                    <a:lnTo>
                      <a:pt x="52" y="18"/>
                    </a:lnTo>
                    <a:lnTo>
                      <a:pt x="52" y="18"/>
                    </a:lnTo>
                    <a:lnTo>
                      <a:pt x="56" y="14"/>
                    </a:lnTo>
                    <a:lnTo>
                      <a:pt x="58" y="10"/>
                    </a:lnTo>
                    <a:lnTo>
                      <a:pt x="62" y="6"/>
                    </a:lnTo>
                    <a:lnTo>
                      <a:pt x="70" y="0"/>
                    </a:lnTo>
                    <a:lnTo>
                      <a:pt x="74" y="6"/>
                    </a:lnTo>
                    <a:lnTo>
                      <a:pt x="78" y="10"/>
                    </a:lnTo>
                    <a:lnTo>
                      <a:pt x="82" y="14"/>
                    </a:lnTo>
                    <a:lnTo>
                      <a:pt x="82" y="18"/>
                    </a:lnTo>
                    <a:lnTo>
                      <a:pt x="86" y="22"/>
                    </a:lnTo>
                    <a:lnTo>
                      <a:pt x="88" y="26"/>
                    </a:lnTo>
                    <a:lnTo>
                      <a:pt x="88" y="30"/>
                    </a:lnTo>
                    <a:lnTo>
                      <a:pt x="92" y="32"/>
                    </a:lnTo>
                    <a:lnTo>
                      <a:pt x="96" y="36"/>
                    </a:lnTo>
                    <a:lnTo>
                      <a:pt x="96" y="36"/>
                    </a:lnTo>
                    <a:lnTo>
                      <a:pt x="96" y="40"/>
                    </a:lnTo>
                    <a:lnTo>
                      <a:pt x="96" y="44"/>
                    </a:lnTo>
                    <a:lnTo>
                      <a:pt x="96" y="48"/>
                    </a:lnTo>
                    <a:lnTo>
                      <a:pt x="96" y="56"/>
                    </a:lnTo>
                    <a:lnTo>
                      <a:pt x="96" y="60"/>
                    </a:lnTo>
                    <a:lnTo>
                      <a:pt x="96" y="62"/>
                    </a:lnTo>
                    <a:lnTo>
                      <a:pt x="96" y="62"/>
                    </a:lnTo>
                    <a:lnTo>
                      <a:pt x="96" y="62"/>
                    </a:lnTo>
                    <a:lnTo>
                      <a:pt x="96" y="66"/>
                    </a:lnTo>
                    <a:lnTo>
                      <a:pt x="92" y="70"/>
                    </a:lnTo>
                    <a:lnTo>
                      <a:pt x="92" y="74"/>
                    </a:lnTo>
                    <a:lnTo>
                      <a:pt x="92" y="78"/>
                    </a:lnTo>
                    <a:lnTo>
                      <a:pt x="92" y="78"/>
                    </a:lnTo>
                    <a:lnTo>
                      <a:pt x="92" y="78"/>
                    </a:lnTo>
                    <a:close/>
                    <a:moveTo>
                      <a:pt x="10" y="40"/>
                    </a:moveTo>
                    <a:lnTo>
                      <a:pt x="10" y="40"/>
                    </a:lnTo>
                    <a:lnTo>
                      <a:pt x="10" y="40"/>
                    </a:lnTo>
                    <a:lnTo>
                      <a:pt x="10" y="40"/>
                    </a:lnTo>
                    <a:lnTo>
                      <a:pt x="10" y="40"/>
                    </a:lnTo>
                    <a:lnTo>
                      <a:pt x="10" y="40"/>
                    </a:lnTo>
                    <a:lnTo>
                      <a:pt x="10" y="40"/>
                    </a:lnTo>
                    <a:lnTo>
                      <a:pt x="10" y="40"/>
                    </a:lnTo>
                    <a:lnTo>
                      <a:pt x="10" y="40"/>
                    </a:lnTo>
                    <a:lnTo>
                      <a:pt x="10" y="40"/>
                    </a:lnTo>
                    <a:close/>
                    <a:moveTo>
                      <a:pt x="4" y="32"/>
                    </a:moveTo>
                    <a:lnTo>
                      <a:pt x="4" y="32"/>
                    </a:lnTo>
                    <a:lnTo>
                      <a:pt x="4" y="32"/>
                    </a:lnTo>
                    <a:lnTo>
                      <a:pt x="4" y="32"/>
                    </a:lnTo>
                    <a:lnTo>
                      <a:pt x="4" y="32"/>
                    </a:lnTo>
                    <a:lnTo>
                      <a:pt x="4" y="32"/>
                    </a:lnTo>
                    <a:lnTo>
                      <a:pt x="4" y="32"/>
                    </a:lnTo>
                    <a:lnTo>
                      <a:pt x="4" y="32"/>
                    </a:lnTo>
                    <a:lnTo>
                      <a:pt x="4" y="32"/>
                    </a:lnTo>
                    <a:lnTo>
                      <a:pt x="4" y="32"/>
                    </a:lnTo>
                    <a:close/>
                    <a:moveTo>
                      <a:pt x="6" y="32"/>
                    </a:moveTo>
                    <a:lnTo>
                      <a:pt x="6" y="32"/>
                    </a:lnTo>
                    <a:lnTo>
                      <a:pt x="6" y="32"/>
                    </a:lnTo>
                    <a:lnTo>
                      <a:pt x="6" y="32"/>
                    </a:lnTo>
                    <a:lnTo>
                      <a:pt x="6" y="32"/>
                    </a:lnTo>
                    <a:lnTo>
                      <a:pt x="6" y="32"/>
                    </a:lnTo>
                    <a:lnTo>
                      <a:pt x="6" y="32"/>
                    </a:lnTo>
                    <a:close/>
                    <a:moveTo>
                      <a:pt x="0" y="60"/>
                    </a:moveTo>
                    <a:lnTo>
                      <a:pt x="0" y="60"/>
                    </a:lnTo>
                    <a:lnTo>
                      <a:pt x="0" y="60"/>
                    </a:lnTo>
                    <a:lnTo>
                      <a:pt x="0" y="60"/>
                    </a:lnTo>
                    <a:lnTo>
                      <a:pt x="0" y="60"/>
                    </a:lnTo>
                    <a:lnTo>
                      <a:pt x="0" y="60"/>
                    </a:lnTo>
                    <a:lnTo>
                      <a:pt x="0" y="60"/>
                    </a:lnTo>
                    <a:lnTo>
                      <a:pt x="0" y="60"/>
                    </a:lnTo>
                    <a:lnTo>
                      <a:pt x="4" y="60"/>
                    </a:lnTo>
                    <a:lnTo>
                      <a:pt x="4" y="60"/>
                    </a:lnTo>
                    <a:lnTo>
                      <a:pt x="4" y="60"/>
                    </a:lnTo>
                    <a:lnTo>
                      <a:pt x="4" y="60"/>
                    </a:lnTo>
                    <a:lnTo>
                      <a:pt x="4" y="60"/>
                    </a:lnTo>
                    <a:lnTo>
                      <a:pt x="6" y="60"/>
                    </a:lnTo>
                    <a:lnTo>
                      <a:pt x="6" y="62"/>
                    </a:lnTo>
                    <a:lnTo>
                      <a:pt x="10" y="62"/>
                    </a:lnTo>
                    <a:lnTo>
                      <a:pt x="10" y="62"/>
                    </a:lnTo>
                    <a:lnTo>
                      <a:pt x="10" y="62"/>
                    </a:lnTo>
                    <a:lnTo>
                      <a:pt x="10" y="62"/>
                    </a:lnTo>
                    <a:lnTo>
                      <a:pt x="10" y="62"/>
                    </a:lnTo>
                    <a:lnTo>
                      <a:pt x="10" y="62"/>
                    </a:lnTo>
                    <a:lnTo>
                      <a:pt x="14" y="62"/>
                    </a:lnTo>
                    <a:lnTo>
                      <a:pt x="14" y="62"/>
                    </a:lnTo>
                    <a:lnTo>
                      <a:pt x="14" y="62"/>
                    </a:lnTo>
                    <a:lnTo>
                      <a:pt x="14" y="62"/>
                    </a:lnTo>
                    <a:lnTo>
                      <a:pt x="14" y="66"/>
                    </a:lnTo>
                    <a:lnTo>
                      <a:pt x="18" y="66"/>
                    </a:lnTo>
                    <a:lnTo>
                      <a:pt x="18" y="66"/>
                    </a:lnTo>
                    <a:lnTo>
                      <a:pt x="18" y="66"/>
                    </a:lnTo>
                    <a:lnTo>
                      <a:pt x="14" y="70"/>
                    </a:lnTo>
                    <a:lnTo>
                      <a:pt x="14" y="70"/>
                    </a:lnTo>
                    <a:lnTo>
                      <a:pt x="18" y="74"/>
                    </a:lnTo>
                    <a:lnTo>
                      <a:pt x="18" y="74"/>
                    </a:lnTo>
                    <a:lnTo>
                      <a:pt x="18" y="74"/>
                    </a:lnTo>
                    <a:lnTo>
                      <a:pt x="18" y="74"/>
                    </a:lnTo>
                    <a:lnTo>
                      <a:pt x="14" y="74"/>
                    </a:lnTo>
                    <a:lnTo>
                      <a:pt x="14" y="74"/>
                    </a:lnTo>
                    <a:lnTo>
                      <a:pt x="10" y="74"/>
                    </a:lnTo>
                    <a:lnTo>
                      <a:pt x="10" y="74"/>
                    </a:lnTo>
                    <a:lnTo>
                      <a:pt x="10" y="74"/>
                    </a:lnTo>
                    <a:lnTo>
                      <a:pt x="10" y="74"/>
                    </a:lnTo>
                    <a:lnTo>
                      <a:pt x="6" y="74"/>
                    </a:lnTo>
                    <a:lnTo>
                      <a:pt x="6" y="70"/>
                    </a:lnTo>
                    <a:lnTo>
                      <a:pt x="6" y="70"/>
                    </a:lnTo>
                    <a:lnTo>
                      <a:pt x="6" y="70"/>
                    </a:lnTo>
                    <a:lnTo>
                      <a:pt x="6" y="70"/>
                    </a:lnTo>
                    <a:lnTo>
                      <a:pt x="6" y="70"/>
                    </a:lnTo>
                    <a:lnTo>
                      <a:pt x="6" y="70"/>
                    </a:lnTo>
                    <a:lnTo>
                      <a:pt x="4" y="66"/>
                    </a:lnTo>
                    <a:lnTo>
                      <a:pt x="4" y="66"/>
                    </a:lnTo>
                    <a:lnTo>
                      <a:pt x="4" y="66"/>
                    </a:lnTo>
                    <a:lnTo>
                      <a:pt x="4" y="66"/>
                    </a:lnTo>
                    <a:lnTo>
                      <a:pt x="4" y="66"/>
                    </a:lnTo>
                    <a:lnTo>
                      <a:pt x="4" y="62"/>
                    </a:lnTo>
                    <a:lnTo>
                      <a:pt x="4" y="62"/>
                    </a:lnTo>
                    <a:lnTo>
                      <a:pt x="4" y="62"/>
                    </a:lnTo>
                    <a:lnTo>
                      <a:pt x="0" y="62"/>
                    </a:lnTo>
                    <a:lnTo>
                      <a:pt x="0" y="62"/>
                    </a:lnTo>
                    <a:lnTo>
                      <a:pt x="0" y="62"/>
                    </a:lnTo>
                    <a:lnTo>
                      <a:pt x="0" y="60"/>
                    </a:lnTo>
                    <a:lnTo>
                      <a:pt x="0" y="60"/>
                    </a:lnTo>
                    <a:lnTo>
                      <a:pt x="0" y="60"/>
                    </a:lnTo>
                    <a:lnTo>
                      <a:pt x="0" y="60"/>
                    </a:lnTo>
                    <a:lnTo>
                      <a:pt x="0"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5" name="Freeform 19"/>
              <p:cNvSpPr>
                <a:spLocks noEditPoints="1"/>
              </p:cNvSpPr>
              <p:nvPr/>
            </p:nvSpPr>
            <p:spPr bwMode="gray">
              <a:xfrm>
                <a:off x="6038311" y="3726591"/>
                <a:ext cx="13914" cy="17393"/>
              </a:xfrm>
              <a:custGeom>
                <a:avLst/>
                <a:gdLst>
                  <a:gd name="T0" fmla="*/ 4 w 8"/>
                  <a:gd name="T1" fmla="*/ 0 h 10"/>
                  <a:gd name="T2" fmla="*/ 4 w 8"/>
                  <a:gd name="T3" fmla="*/ 0 h 10"/>
                  <a:gd name="T4" fmla="*/ 4 w 8"/>
                  <a:gd name="T5" fmla="*/ 0 h 10"/>
                  <a:gd name="T6" fmla="*/ 4 w 8"/>
                  <a:gd name="T7" fmla="*/ 0 h 10"/>
                  <a:gd name="T8" fmla="*/ 4 w 8"/>
                  <a:gd name="T9" fmla="*/ 0 h 10"/>
                  <a:gd name="T10" fmla="*/ 4 w 8"/>
                  <a:gd name="T11" fmla="*/ 4 h 10"/>
                  <a:gd name="T12" fmla="*/ 4 w 8"/>
                  <a:gd name="T13" fmla="*/ 4 h 10"/>
                  <a:gd name="T14" fmla="*/ 4 w 8"/>
                  <a:gd name="T15" fmla="*/ 4 h 10"/>
                  <a:gd name="T16" fmla="*/ 4 w 8"/>
                  <a:gd name="T17" fmla="*/ 4 h 10"/>
                  <a:gd name="T18" fmla="*/ 4 w 8"/>
                  <a:gd name="T19" fmla="*/ 4 h 10"/>
                  <a:gd name="T20" fmla="*/ 4 w 8"/>
                  <a:gd name="T21" fmla="*/ 8 h 10"/>
                  <a:gd name="T22" fmla="*/ 4 w 8"/>
                  <a:gd name="T23" fmla="*/ 8 h 10"/>
                  <a:gd name="T24" fmla="*/ 4 w 8"/>
                  <a:gd name="T25" fmla="*/ 8 h 10"/>
                  <a:gd name="T26" fmla="*/ 4 w 8"/>
                  <a:gd name="T27" fmla="*/ 8 h 10"/>
                  <a:gd name="T28" fmla="*/ 4 w 8"/>
                  <a:gd name="T29" fmla="*/ 4 h 10"/>
                  <a:gd name="T30" fmla="*/ 4 w 8"/>
                  <a:gd name="T31" fmla="*/ 4 h 10"/>
                  <a:gd name="T32" fmla="*/ 4 w 8"/>
                  <a:gd name="T33" fmla="*/ 4 h 10"/>
                  <a:gd name="T34" fmla="*/ 4 w 8"/>
                  <a:gd name="T35" fmla="*/ 4 h 10"/>
                  <a:gd name="T36" fmla="*/ 4 w 8"/>
                  <a:gd name="T37" fmla="*/ 4 h 10"/>
                  <a:gd name="T38" fmla="*/ 0 w 8"/>
                  <a:gd name="T39" fmla="*/ 0 h 10"/>
                  <a:gd name="T40" fmla="*/ 4 w 8"/>
                  <a:gd name="T41" fmla="*/ 0 h 10"/>
                  <a:gd name="T42" fmla="*/ 4 w 8"/>
                  <a:gd name="T43" fmla="*/ 0 h 10"/>
                  <a:gd name="T44" fmla="*/ 4 w 8"/>
                  <a:gd name="T45" fmla="*/ 0 h 10"/>
                  <a:gd name="T46" fmla="*/ 4 w 8"/>
                  <a:gd name="T47" fmla="*/ 0 h 10"/>
                  <a:gd name="T48" fmla="*/ 4 w 8"/>
                  <a:gd name="T49" fmla="*/ 0 h 10"/>
                  <a:gd name="T50" fmla="*/ 4 w 8"/>
                  <a:gd name="T51" fmla="*/ 0 h 10"/>
                  <a:gd name="T52" fmla="*/ 4 w 8"/>
                  <a:gd name="T53" fmla="*/ 4 h 10"/>
                  <a:gd name="T54" fmla="*/ 4 w 8"/>
                  <a:gd name="T55" fmla="*/ 4 h 10"/>
                  <a:gd name="T56" fmla="*/ 8 w 8"/>
                  <a:gd name="T57" fmla="*/ 10 h 10"/>
                  <a:gd name="T58" fmla="*/ 8 w 8"/>
                  <a:gd name="T59" fmla="*/ 10 h 10"/>
                  <a:gd name="T60" fmla="*/ 8 w 8"/>
                  <a:gd name="T61" fmla="*/ 10 h 10"/>
                  <a:gd name="T62" fmla="*/ 8 w 8"/>
                  <a:gd name="T63" fmla="*/ 10 h 10"/>
                  <a:gd name="T64" fmla="*/ 8 w 8"/>
                  <a:gd name="T65" fmla="*/ 10 h 10"/>
                  <a:gd name="T66" fmla="*/ 8 w 8"/>
                  <a:gd name="T67" fmla="*/ 10 h 10"/>
                  <a:gd name="T68" fmla="*/ 8 w 8"/>
                  <a:gd name="T69" fmla="*/ 10 h 10"/>
                  <a:gd name="T70" fmla="*/ 8 w 8"/>
                  <a:gd name="T71" fmla="*/ 10 h 10"/>
                  <a:gd name="T72" fmla="*/ 8 w 8"/>
                  <a:gd name="T73"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8" h="10">
                    <a:moveTo>
                      <a:pt x="4" y="0"/>
                    </a:moveTo>
                    <a:lnTo>
                      <a:pt x="4" y="0"/>
                    </a:lnTo>
                    <a:lnTo>
                      <a:pt x="4" y="0"/>
                    </a:lnTo>
                    <a:lnTo>
                      <a:pt x="4" y="0"/>
                    </a:lnTo>
                    <a:lnTo>
                      <a:pt x="4" y="0"/>
                    </a:lnTo>
                    <a:lnTo>
                      <a:pt x="4" y="0"/>
                    </a:lnTo>
                    <a:lnTo>
                      <a:pt x="4" y="0"/>
                    </a:lnTo>
                    <a:lnTo>
                      <a:pt x="4" y="0"/>
                    </a:lnTo>
                    <a:lnTo>
                      <a:pt x="4" y="0"/>
                    </a:lnTo>
                    <a:lnTo>
                      <a:pt x="4" y="0"/>
                    </a:lnTo>
                    <a:lnTo>
                      <a:pt x="4" y="0"/>
                    </a:lnTo>
                    <a:close/>
                    <a:moveTo>
                      <a:pt x="4" y="4"/>
                    </a:moveTo>
                    <a:lnTo>
                      <a:pt x="4" y="4"/>
                    </a:lnTo>
                    <a:lnTo>
                      <a:pt x="4" y="4"/>
                    </a:lnTo>
                    <a:lnTo>
                      <a:pt x="4" y="4"/>
                    </a:lnTo>
                    <a:lnTo>
                      <a:pt x="4" y="4"/>
                    </a:lnTo>
                    <a:lnTo>
                      <a:pt x="4" y="4"/>
                    </a:lnTo>
                    <a:lnTo>
                      <a:pt x="4" y="4"/>
                    </a:lnTo>
                    <a:lnTo>
                      <a:pt x="4" y="4"/>
                    </a:lnTo>
                    <a:lnTo>
                      <a:pt x="4" y="4"/>
                    </a:lnTo>
                    <a:lnTo>
                      <a:pt x="4" y="8"/>
                    </a:lnTo>
                    <a:lnTo>
                      <a:pt x="4" y="8"/>
                    </a:lnTo>
                    <a:lnTo>
                      <a:pt x="4" y="8"/>
                    </a:lnTo>
                    <a:lnTo>
                      <a:pt x="4" y="8"/>
                    </a:lnTo>
                    <a:lnTo>
                      <a:pt x="4" y="8"/>
                    </a:lnTo>
                    <a:lnTo>
                      <a:pt x="4" y="8"/>
                    </a:lnTo>
                    <a:lnTo>
                      <a:pt x="4" y="8"/>
                    </a:lnTo>
                    <a:lnTo>
                      <a:pt x="4" y="8"/>
                    </a:lnTo>
                    <a:lnTo>
                      <a:pt x="0" y="4"/>
                    </a:lnTo>
                    <a:lnTo>
                      <a:pt x="4" y="4"/>
                    </a:lnTo>
                    <a:lnTo>
                      <a:pt x="4" y="4"/>
                    </a:lnTo>
                    <a:lnTo>
                      <a:pt x="4" y="4"/>
                    </a:lnTo>
                    <a:lnTo>
                      <a:pt x="4" y="4"/>
                    </a:lnTo>
                    <a:lnTo>
                      <a:pt x="4" y="4"/>
                    </a:lnTo>
                    <a:lnTo>
                      <a:pt x="4" y="4"/>
                    </a:lnTo>
                    <a:lnTo>
                      <a:pt x="4" y="4"/>
                    </a:lnTo>
                    <a:lnTo>
                      <a:pt x="4" y="4"/>
                    </a:lnTo>
                    <a:lnTo>
                      <a:pt x="4" y="4"/>
                    </a:lnTo>
                    <a:lnTo>
                      <a:pt x="0" y="0"/>
                    </a:lnTo>
                    <a:lnTo>
                      <a:pt x="0" y="0"/>
                    </a:lnTo>
                    <a:lnTo>
                      <a:pt x="0" y="0"/>
                    </a:lnTo>
                    <a:lnTo>
                      <a:pt x="4" y="0"/>
                    </a:lnTo>
                    <a:lnTo>
                      <a:pt x="4" y="0"/>
                    </a:lnTo>
                    <a:lnTo>
                      <a:pt x="4" y="0"/>
                    </a:lnTo>
                    <a:lnTo>
                      <a:pt x="4" y="0"/>
                    </a:lnTo>
                    <a:lnTo>
                      <a:pt x="4" y="0"/>
                    </a:lnTo>
                    <a:lnTo>
                      <a:pt x="4" y="0"/>
                    </a:lnTo>
                    <a:lnTo>
                      <a:pt x="4" y="0"/>
                    </a:lnTo>
                    <a:lnTo>
                      <a:pt x="4" y="0"/>
                    </a:lnTo>
                    <a:lnTo>
                      <a:pt x="4" y="0"/>
                    </a:lnTo>
                    <a:lnTo>
                      <a:pt x="4" y="0"/>
                    </a:lnTo>
                    <a:lnTo>
                      <a:pt x="4" y="0"/>
                    </a:lnTo>
                    <a:lnTo>
                      <a:pt x="4" y="0"/>
                    </a:lnTo>
                    <a:lnTo>
                      <a:pt x="4" y="4"/>
                    </a:lnTo>
                    <a:lnTo>
                      <a:pt x="4" y="4"/>
                    </a:lnTo>
                    <a:lnTo>
                      <a:pt x="4" y="4"/>
                    </a:lnTo>
                    <a:close/>
                    <a:moveTo>
                      <a:pt x="8" y="10"/>
                    </a:move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6" name="Freeform 20"/>
              <p:cNvSpPr>
                <a:spLocks noEditPoints="1"/>
              </p:cNvSpPr>
              <p:nvPr/>
            </p:nvSpPr>
            <p:spPr bwMode="gray">
              <a:xfrm>
                <a:off x="6963601" y="3712678"/>
                <a:ext cx="118270" cy="184362"/>
              </a:xfrm>
              <a:custGeom>
                <a:avLst/>
                <a:gdLst>
                  <a:gd name="T0" fmla="*/ 38 w 68"/>
                  <a:gd name="T1" fmla="*/ 76 h 106"/>
                  <a:gd name="T2" fmla="*/ 34 w 68"/>
                  <a:gd name="T3" fmla="*/ 78 h 106"/>
                  <a:gd name="T4" fmla="*/ 30 w 68"/>
                  <a:gd name="T5" fmla="*/ 82 h 106"/>
                  <a:gd name="T6" fmla="*/ 26 w 68"/>
                  <a:gd name="T7" fmla="*/ 86 h 106"/>
                  <a:gd name="T8" fmla="*/ 30 w 68"/>
                  <a:gd name="T9" fmla="*/ 76 h 106"/>
                  <a:gd name="T10" fmla="*/ 26 w 68"/>
                  <a:gd name="T11" fmla="*/ 86 h 106"/>
                  <a:gd name="T12" fmla="*/ 22 w 68"/>
                  <a:gd name="T13" fmla="*/ 82 h 106"/>
                  <a:gd name="T14" fmla="*/ 22 w 68"/>
                  <a:gd name="T15" fmla="*/ 82 h 106"/>
                  <a:gd name="T16" fmla="*/ 22 w 68"/>
                  <a:gd name="T17" fmla="*/ 86 h 106"/>
                  <a:gd name="T18" fmla="*/ 18 w 68"/>
                  <a:gd name="T19" fmla="*/ 90 h 106"/>
                  <a:gd name="T20" fmla="*/ 12 w 68"/>
                  <a:gd name="T21" fmla="*/ 68 h 106"/>
                  <a:gd name="T22" fmla="*/ 12 w 68"/>
                  <a:gd name="T23" fmla="*/ 60 h 106"/>
                  <a:gd name="T24" fmla="*/ 12 w 68"/>
                  <a:gd name="T25" fmla="*/ 50 h 106"/>
                  <a:gd name="T26" fmla="*/ 8 w 68"/>
                  <a:gd name="T27" fmla="*/ 46 h 106"/>
                  <a:gd name="T28" fmla="*/ 0 w 68"/>
                  <a:gd name="T29" fmla="*/ 34 h 106"/>
                  <a:gd name="T30" fmla="*/ 4 w 68"/>
                  <a:gd name="T31" fmla="*/ 34 h 106"/>
                  <a:gd name="T32" fmla="*/ 12 w 68"/>
                  <a:gd name="T33" fmla="*/ 26 h 106"/>
                  <a:gd name="T34" fmla="*/ 8 w 68"/>
                  <a:gd name="T35" fmla="*/ 22 h 106"/>
                  <a:gd name="T36" fmla="*/ 4 w 68"/>
                  <a:gd name="T37" fmla="*/ 12 h 106"/>
                  <a:gd name="T38" fmla="*/ 4 w 68"/>
                  <a:gd name="T39" fmla="*/ 4 h 106"/>
                  <a:gd name="T40" fmla="*/ 12 w 68"/>
                  <a:gd name="T41" fmla="*/ 8 h 106"/>
                  <a:gd name="T42" fmla="*/ 14 w 68"/>
                  <a:gd name="T43" fmla="*/ 4 h 106"/>
                  <a:gd name="T44" fmla="*/ 22 w 68"/>
                  <a:gd name="T45" fmla="*/ 12 h 106"/>
                  <a:gd name="T46" fmla="*/ 26 w 68"/>
                  <a:gd name="T47" fmla="*/ 16 h 106"/>
                  <a:gd name="T48" fmla="*/ 30 w 68"/>
                  <a:gd name="T49" fmla="*/ 26 h 106"/>
                  <a:gd name="T50" fmla="*/ 44 w 68"/>
                  <a:gd name="T51" fmla="*/ 26 h 106"/>
                  <a:gd name="T52" fmla="*/ 60 w 68"/>
                  <a:gd name="T53" fmla="*/ 26 h 106"/>
                  <a:gd name="T54" fmla="*/ 60 w 68"/>
                  <a:gd name="T55" fmla="*/ 34 h 106"/>
                  <a:gd name="T56" fmla="*/ 56 w 68"/>
                  <a:gd name="T57" fmla="*/ 46 h 106"/>
                  <a:gd name="T58" fmla="*/ 48 w 68"/>
                  <a:gd name="T59" fmla="*/ 46 h 106"/>
                  <a:gd name="T60" fmla="*/ 44 w 68"/>
                  <a:gd name="T61" fmla="*/ 60 h 106"/>
                  <a:gd name="T62" fmla="*/ 48 w 68"/>
                  <a:gd name="T63" fmla="*/ 68 h 106"/>
                  <a:gd name="T64" fmla="*/ 56 w 68"/>
                  <a:gd name="T65" fmla="*/ 60 h 106"/>
                  <a:gd name="T66" fmla="*/ 60 w 68"/>
                  <a:gd name="T67" fmla="*/ 52 h 106"/>
                  <a:gd name="T68" fmla="*/ 64 w 68"/>
                  <a:gd name="T69" fmla="*/ 64 h 106"/>
                  <a:gd name="T70" fmla="*/ 64 w 68"/>
                  <a:gd name="T71" fmla="*/ 76 h 106"/>
                  <a:gd name="T72" fmla="*/ 64 w 68"/>
                  <a:gd name="T73" fmla="*/ 90 h 106"/>
                  <a:gd name="T74" fmla="*/ 64 w 68"/>
                  <a:gd name="T75" fmla="*/ 98 h 106"/>
                  <a:gd name="T76" fmla="*/ 60 w 68"/>
                  <a:gd name="T77" fmla="*/ 102 h 106"/>
                  <a:gd name="T78" fmla="*/ 56 w 68"/>
                  <a:gd name="T79" fmla="*/ 98 h 106"/>
                  <a:gd name="T80" fmla="*/ 56 w 68"/>
                  <a:gd name="T81" fmla="*/ 90 h 106"/>
                  <a:gd name="T82" fmla="*/ 52 w 68"/>
                  <a:gd name="T83" fmla="*/ 78 h 106"/>
                  <a:gd name="T84" fmla="*/ 44 w 68"/>
                  <a:gd name="T85" fmla="*/ 76 h 106"/>
                  <a:gd name="T86" fmla="*/ 38 w 68"/>
                  <a:gd name="T87" fmla="*/ 68 h 106"/>
                  <a:gd name="T88" fmla="*/ 34 w 68"/>
                  <a:gd name="T89" fmla="*/ 56 h 106"/>
                  <a:gd name="T90" fmla="*/ 38 w 68"/>
                  <a:gd name="T91" fmla="*/ 60 h 106"/>
                  <a:gd name="T92" fmla="*/ 34 w 68"/>
                  <a:gd name="T93" fmla="*/ 64 h 106"/>
                  <a:gd name="T94" fmla="*/ 38 w 68"/>
                  <a:gd name="T95" fmla="*/ 68 h 106"/>
                  <a:gd name="T96" fmla="*/ 38 w 68"/>
                  <a:gd name="T97" fmla="*/ 86 h 106"/>
                  <a:gd name="T98" fmla="*/ 38 w 68"/>
                  <a:gd name="T99" fmla="*/ 86 h 106"/>
                  <a:gd name="T100" fmla="*/ 38 w 68"/>
                  <a:gd name="T101" fmla="*/ 82 h 106"/>
                  <a:gd name="T102" fmla="*/ 40 w 68"/>
                  <a:gd name="T103" fmla="*/ 76 h 106"/>
                  <a:gd name="T104" fmla="*/ 38 w 68"/>
                  <a:gd name="T105" fmla="*/ 86 h 106"/>
                  <a:gd name="T106" fmla="*/ 48 w 68"/>
                  <a:gd name="T107" fmla="*/ 76 h 106"/>
                  <a:gd name="T108" fmla="*/ 40 w 68"/>
                  <a:gd name="T109" fmla="*/ 82 h 106"/>
                  <a:gd name="T110" fmla="*/ 44 w 68"/>
                  <a:gd name="T111" fmla="*/ 78 h 106"/>
                  <a:gd name="T112" fmla="*/ 40 w 68"/>
                  <a:gd name="T113" fmla="*/ 82 h 106"/>
                  <a:gd name="T114" fmla="*/ 56 w 68"/>
                  <a:gd name="T115" fmla="*/ 94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 h="106">
                    <a:moveTo>
                      <a:pt x="34" y="64"/>
                    </a:moveTo>
                    <a:lnTo>
                      <a:pt x="34" y="68"/>
                    </a:lnTo>
                    <a:lnTo>
                      <a:pt x="34" y="72"/>
                    </a:lnTo>
                    <a:lnTo>
                      <a:pt x="38" y="76"/>
                    </a:lnTo>
                    <a:lnTo>
                      <a:pt x="38" y="78"/>
                    </a:lnTo>
                    <a:lnTo>
                      <a:pt x="38" y="82"/>
                    </a:lnTo>
                    <a:lnTo>
                      <a:pt x="34" y="82"/>
                    </a:lnTo>
                    <a:lnTo>
                      <a:pt x="34" y="78"/>
                    </a:lnTo>
                    <a:lnTo>
                      <a:pt x="34" y="82"/>
                    </a:lnTo>
                    <a:lnTo>
                      <a:pt x="34" y="86"/>
                    </a:lnTo>
                    <a:lnTo>
                      <a:pt x="30" y="86"/>
                    </a:lnTo>
                    <a:lnTo>
                      <a:pt x="30" y="82"/>
                    </a:lnTo>
                    <a:lnTo>
                      <a:pt x="30" y="86"/>
                    </a:lnTo>
                    <a:lnTo>
                      <a:pt x="30" y="82"/>
                    </a:lnTo>
                    <a:lnTo>
                      <a:pt x="26" y="82"/>
                    </a:lnTo>
                    <a:lnTo>
                      <a:pt x="26" y="86"/>
                    </a:lnTo>
                    <a:lnTo>
                      <a:pt x="26" y="82"/>
                    </a:lnTo>
                    <a:lnTo>
                      <a:pt x="26" y="78"/>
                    </a:lnTo>
                    <a:lnTo>
                      <a:pt x="26" y="76"/>
                    </a:lnTo>
                    <a:lnTo>
                      <a:pt x="30" y="76"/>
                    </a:lnTo>
                    <a:lnTo>
                      <a:pt x="26" y="76"/>
                    </a:lnTo>
                    <a:lnTo>
                      <a:pt x="26" y="78"/>
                    </a:lnTo>
                    <a:lnTo>
                      <a:pt x="26" y="82"/>
                    </a:lnTo>
                    <a:lnTo>
                      <a:pt x="26" y="86"/>
                    </a:lnTo>
                    <a:lnTo>
                      <a:pt x="22" y="86"/>
                    </a:lnTo>
                    <a:lnTo>
                      <a:pt x="22" y="90"/>
                    </a:lnTo>
                    <a:lnTo>
                      <a:pt x="22" y="86"/>
                    </a:lnTo>
                    <a:lnTo>
                      <a:pt x="22" y="82"/>
                    </a:lnTo>
                    <a:lnTo>
                      <a:pt x="22" y="78"/>
                    </a:lnTo>
                    <a:lnTo>
                      <a:pt x="22" y="82"/>
                    </a:lnTo>
                    <a:lnTo>
                      <a:pt x="22" y="86"/>
                    </a:lnTo>
                    <a:lnTo>
                      <a:pt x="22" y="82"/>
                    </a:lnTo>
                    <a:lnTo>
                      <a:pt x="22" y="78"/>
                    </a:lnTo>
                    <a:lnTo>
                      <a:pt x="18" y="78"/>
                    </a:lnTo>
                    <a:lnTo>
                      <a:pt x="22" y="82"/>
                    </a:lnTo>
                    <a:lnTo>
                      <a:pt x="22" y="86"/>
                    </a:lnTo>
                    <a:lnTo>
                      <a:pt x="22" y="90"/>
                    </a:lnTo>
                    <a:lnTo>
                      <a:pt x="18" y="90"/>
                    </a:lnTo>
                    <a:lnTo>
                      <a:pt x="18" y="86"/>
                    </a:lnTo>
                    <a:lnTo>
                      <a:pt x="18" y="90"/>
                    </a:lnTo>
                    <a:lnTo>
                      <a:pt x="14" y="86"/>
                    </a:lnTo>
                    <a:lnTo>
                      <a:pt x="14" y="82"/>
                    </a:lnTo>
                    <a:lnTo>
                      <a:pt x="14" y="78"/>
                    </a:lnTo>
                    <a:lnTo>
                      <a:pt x="12" y="68"/>
                    </a:lnTo>
                    <a:lnTo>
                      <a:pt x="12" y="64"/>
                    </a:lnTo>
                    <a:lnTo>
                      <a:pt x="14" y="64"/>
                    </a:lnTo>
                    <a:lnTo>
                      <a:pt x="12" y="64"/>
                    </a:lnTo>
                    <a:lnTo>
                      <a:pt x="12" y="60"/>
                    </a:lnTo>
                    <a:lnTo>
                      <a:pt x="12" y="56"/>
                    </a:lnTo>
                    <a:lnTo>
                      <a:pt x="8" y="56"/>
                    </a:lnTo>
                    <a:lnTo>
                      <a:pt x="8" y="52"/>
                    </a:lnTo>
                    <a:lnTo>
                      <a:pt x="12" y="50"/>
                    </a:lnTo>
                    <a:lnTo>
                      <a:pt x="12" y="46"/>
                    </a:lnTo>
                    <a:lnTo>
                      <a:pt x="12" y="42"/>
                    </a:lnTo>
                    <a:lnTo>
                      <a:pt x="8" y="42"/>
                    </a:lnTo>
                    <a:lnTo>
                      <a:pt x="8" y="46"/>
                    </a:lnTo>
                    <a:lnTo>
                      <a:pt x="8" y="42"/>
                    </a:lnTo>
                    <a:lnTo>
                      <a:pt x="4" y="42"/>
                    </a:lnTo>
                    <a:lnTo>
                      <a:pt x="0" y="38"/>
                    </a:lnTo>
                    <a:lnTo>
                      <a:pt x="0" y="34"/>
                    </a:lnTo>
                    <a:lnTo>
                      <a:pt x="4" y="34"/>
                    </a:lnTo>
                    <a:lnTo>
                      <a:pt x="0" y="34"/>
                    </a:lnTo>
                    <a:lnTo>
                      <a:pt x="4" y="30"/>
                    </a:lnTo>
                    <a:lnTo>
                      <a:pt x="4" y="34"/>
                    </a:lnTo>
                    <a:lnTo>
                      <a:pt x="4" y="30"/>
                    </a:lnTo>
                    <a:lnTo>
                      <a:pt x="8" y="30"/>
                    </a:lnTo>
                    <a:lnTo>
                      <a:pt x="8" y="26"/>
                    </a:lnTo>
                    <a:lnTo>
                      <a:pt x="12" y="26"/>
                    </a:lnTo>
                    <a:lnTo>
                      <a:pt x="14" y="26"/>
                    </a:lnTo>
                    <a:lnTo>
                      <a:pt x="12" y="26"/>
                    </a:lnTo>
                    <a:lnTo>
                      <a:pt x="12" y="22"/>
                    </a:lnTo>
                    <a:lnTo>
                      <a:pt x="8" y="22"/>
                    </a:lnTo>
                    <a:lnTo>
                      <a:pt x="8" y="20"/>
                    </a:lnTo>
                    <a:lnTo>
                      <a:pt x="4" y="16"/>
                    </a:lnTo>
                    <a:lnTo>
                      <a:pt x="0" y="16"/>
                    </a:lnTo>
                    <a:lnTo>
                      <a:pt x="4" y="12"/>
                    </a:lnTo>
                    <a:lnTo>
                      <a:pt x="4" y="8"/>
                    </a:lnTo>
                    <a:lnTo>
                      <a:pt x="8" y="8"/>
                    </a:lnTo>
                    <a:lnTo>
                      <a:pt x="8" y="4"/>
                    </a:lnTo>
                    <a:lnTo>
                      <a:pt x="4" y="4"/>
                    </a:lnTo>
                    <a:lnTo>
                      <a:pt x="8" y="0"/>
                    </a:lnTo>
                    <a:lnTo>
                      <a:pt x="8" y="4"/>
                    </a:lnTo>
                    <a:lnTo>
                      <a:pt x="12" y="4"/>
                    </a:lnTo>
                    <a:lnTo>
                      <a:pt x="12" y="8"/>
                    </a:lnTo>
                    <a:lnTo>
                      <a:pt x="14" y="8"/>
                    </a:lnTo>
                    <a:lnTo>
                      <a:pt x="12" y="8"/>
                    </a:lnTo>
                    <a:lnTo>
                      <a:pt x="12" y="4"/>
                    </a:lnTo>
                    <a:lnTo>
                      <a:pt x="14" y="4"/>
                    </a:lnTo>
                    <a:lnTo>
                      <a:pt x="14" y="8"/>
                    </a:lnTo>
                    <a:lnTo>
                      <a:pt x="14" y="12"/>
                    </a:lnTo>
                    <a:lnTo>
                      <a:pt x="18" y="12"/>
                    </a:lnTo>
                    <a:lnTo>
                      <a:pt x="22" y="12"/>
                    </a:lnTo>
                    <a:lnTo>
                      <a:pt x="22" y="8"/>
                    </a:lnTo>
                    <a:lnTo>
                      <a:pt x="22" y="12"/>
                    </a:lnTo>
                    <a:lnTo>
                      <a:pt x="26" y="12"/>
                    </a:lnTo>
                    <a:lnTo>
                      <a:pt x="26" y="16"/>
                    </a:lnTo>
                    <a:lnTo>
                      <a:pt x="26" y="20"/>
                    </a:lnTo>
                    <a:lnTo>
                      <a:pt x="26" y="22"/>
                    </a:lnTo>
                    <a:lnTo>
                      <a:pt x="26" y="26"/>
                    </a:lnTo>
                    <a:lnTo>
                      <a:pt x="30" y="26"/>
                    </a:lnTo>
                    <a:lnTo>
                      <a:pt x="34" y="26"/>
                    </a:lnTo>
                    <a:lnTo>
                      <a:pt x="38" y="26"/>
                    </a:lnTo>
                    <a:lnTo>
                      <a:pt x="40" y="26"/>
                    </a:lnTo>
                    <a:lnTo>
                      <a:pt x="44" y="26"/>
                    </a:lnTo>
                    <a:lnTo>
                      <a:pt x="48" y="26"/>
                    </a:lnTo>
                    <a:lnTo>
                      <a:pt x="52" y="26"/>
                    </a:lnTo>
                    <a:lnTo>
                      <a:pt x="56" y="26"/>
                    </a:lnTo>
                    <a:lnTo>
                      <a:pt x="60" y="26"/>
                    </a:lnTo>
                    <a:lnTo>
                      <a:pt x="60" y="30"/>
                    </a:lnTo>
                    <a:lnTo>
                      <a:pt x="64" y="30"/>
                    </a:lnTo>
                    <a:lnTo>
                      <a:pt x="64" y="34"/>
                    </a:lnTo>
                    <a:lnTo>
                      <a:pt x="60" y="34"/>
                    </a:lnTo>
                    <a:lnTo>
                      <a:pt x="60" y="38"/>
                    </a:lnTo>
                    <a:lnTo>
                      <a:pt x="60" y="42"/>
                    </a:lnTo>
                    <a:lnTo>
                      <a:pt x="56" y="42"/>
                    </a:lnTo>
                    <a:lnTo>
                      <a:pt x="56" y="46"/>
                    </a:lnTo>
                    <a:lnTo>
                      <a:pt x="52" y="46"/>
                    </a:lnTo>
                    <a:lnTo>
                      <a:pt x="48" y="46"/>
                    </a:lnTo>
                    <a:lnTo>
                      <a:pt x="48" y="50"/>
                    </a:lnTo>
                    <a:lnTo>
                      <a:pt x="48" y="46"/>
                    </a:lnTo>
                    <a:lnTo>
                      <a:pt x="44" y="50"/>
                    </a:lnTo>
                    <a:lnTo>
                      <a:pt x="44" y="52"/>
                    </a:lnTo>
                    <a:lnTo>
                      <a:pt x="44" y="56"/>
                    </a:lnTo>
                    <a:lnTo>
                      <a:pt x="44" y="60"/>
                    </a:lnTo>
                    <a:lnTo>
                      <a:pt x="48" y="64"/>
                    </a:lnTo>
                    <a:lnTo>
                      <a:pt x="48" y="60"/>
                    </a:lnTo>
                    <a:lnTo>
                      <a:pt x="48" y="64"/>
                    </a:lnTo>
                    <a:lnTo>
                      <a:pt x="48" y="68"/>
                    </a:lnTo>
                    <a:lnTo>
                      <a:pt x="52" y="68"/>
                    </a:lnTo>
                    <a:lnTo>
                      <a:pt x="52" y="64"/>
                    </a:lnTo>
                    <a:lnTo>
                      <a:pt x="52" y="60"/>
                    </a:lnTo>
                    <a:lnTo>
                      <a:pt x="56" y="60"/>
                    </a:lnTo>
                    <a:lnTo>
                      <a:pt x="56" y="56"/>
                    </a:lnTo>
                    <a:lnTo>
                      <a:pt x="56" y="52"/>
                    </a:lnTo>
                    <a:lnTo>
                      <a:pt x="56" y="56"/>
                    </a:lnTo>
                    <a:lnTo>
                      <a:pt x="60" y="52"/>
                    </a:lnTo>
                    <a:lnTo>
                      <a:pt x="60" y="56"/>
                    </a:lnTo>
                    <a:lnTo>
                      <a:pt x="60" y="60"/>
                    </a:lnTo>
                    <a:lnTo>
                      <a:pt x="64" y="60"/>
                    </a:lnTo>
                    <a:lnTo>
                      <a:pt x="64" y="64"/>
                    </a:lnTo>
                    <a:lnTo>
                      <a:pt x="60" y="64"/>
                    </a:lnTo>
                    <a:lnTo>
                      <a:pt x="64" y="68"/>
                    </a:lnTo>
                    <a:lnTo>
                      <a:pt x="64" y="72"/>
                    </a:lnTo>
                    <a:lnTo>
                      <a:pt x="64" y="76"/>
                    </a:lnTo>
                    <a:lnTo>
                      <a:pt x="64" y="78"/>
                    </a:lnTo>
                    <a:lnTo>
                      <a:pt x="64" y="82"/>
                    </a:lnTo>
                    <a:lnTo>
                      <a:pt x="64" y="86"/>
                    </a:lnTo>
                    <a:lnTo>
                      <a:pt x="64" y="90"/>
                    </a:lnTo>
                    <a:lnTo>
                      <a:pt x="64" y="94"/>
                    </a:lnTo>
                    <a:lnTo>
                      <a:pt x="68" y="94"/>
                    </a:lnTo>
                    <a:lnTo>
                      <a:pt x="68" y="98"/>
                    </a:lnTo>
                    <a:lnTo>
                      <a:pt x="64" y="98"/>
                    </a:lnTo>
                    <a:lnTo>
                      <a:pt x="64" y="94"/>
                    </a:lnTo>
                    <a:lnTo>
                      <a:pt x="60" y="94"/>
                    </a:lnTo>
                    <a:lnTo>
                      <a:pt x="60" y="98"/>
                    </a:lnTo>
                    <a:lnTo>
                      <a:pt x="60" y="102"/>
                    </a:lnTo>
                    <a:lnTo>
                      <a:pt x="60" y="106"/>
                    </a:lnTo>
                    <a:lnTo>
                      <a:pt x="60" y="102"/>
                    </a:lnTo>
                    <a:lnTo>
                      <a:pt x="56" y="102"/>
                    </a:lnTo>
                    <a:lnTo>
                      <a:pt x="56" y="98"/>
                    </a:lnTo>
                    <a:lnTo>
                      <a:pt x="56" y="94"/>
                    </a:lnTo>
                    <a:lnTo>
                      <a:pt x="56" y="90"/>
                    </a:lnTo>
                    <a:lnTo>
                      <a:pt x="56" y="86"/>
                    </a:lnTo>
                    <a:lnTo>
                      <a:pt x="56" y="90"/>
                    </a:lnTo>
                    <a:lnTo>
                      <a:pt x="56" y="86"/>
                    </a:lnTo>
                    <a:lnTo>
                      <a:pt x="56" y="82"/>
                    </a:lnTo>
                    <a:lnTo>
                      <a:pt x="52" y="82"/>
                    </a:lnTo>
                    <a:lnTo>
                      <a:pt x="52" y="78"/>
                    </a:lnTo>
                    <a:lnTo>
                      <a:pt x="52" y="76"/>
                    </a:lnTo>
                    <a:lnTo>
                      <a:pt x="48" y="72"/>
                    </a:lnTo>
                    <a:lnTo>
                      <a:pt x="44" y="72"/>
                    </a:lnTo>
                    <a:lnTo>
                      <a:pt x="44" y="76"/>
                    </a:lnTo>
                    <a:lnTo>
                      <a:pt x="40" y="76"/>
                    </a:lnTo>
                    <a:lnTo>
                      <a:pt x="40" y="72"/>
                    </a:lnTo>
                    <a:lnTo>
                      <a:pt x="38" y="72"/>
                    </a:lnTo>
                    <a:lnTo>
                      <a:pt x="38" y="68"/>
                    </a:lnTo>
                    <a:lnTo>
                      <a:pt x="38" y="64"/>
                    </a:lnTo>
                    <a:lnTo>
                      <a:pt x="38" y="60"/>
                    </a:lnTo>
                    <a:lnTo>
                      <a:pt x="38" y="56"/>
                    </a:lnTo>
                    <a:lnTo>
                      <a:pt x="34" y="56"/>
                    </a:lnTo>
                    <a:lnTo>
                      <a:pt x="38" y="56"/>
                    </a:lnTo>
                    <a:lnTo>
                      <a:pt x="38" y="60"/>
                    </a:lnTo>
                    <a:lnTo>
                      <a:pt x="34" y="60"/>
                    </a:lnTo>
                    <a:lnTo>
                      <a:pt x="38" y="60"/>
                    </a:lnTo>
                    <a:lnTo>
                      <a:pt x="38" y="64"/>
                    </a:lnTo>
                    <a:lnTo>
                      <a:pt x="34" y="64"/>
                    </a:lnTo>
                    <a:lnTo>
                      <a:pt x="34" y="64"/>
                    </a:lnTo>
                    <a:lnTo>
                      <a:pt x="34" y="64"/>
                    </a:lnTo>
                    <a:close/>
                    <a:moveTo>
                      <a:pt x="38" y="72"/>
                    </a:moveTo>
                    <a:lnTo>
                      <a:pt x="34" y="72"/>
                    </a:lnTo>
                    <a:lnTo>
                      <a:pt x="34" y="68"/>
                    </a:lnTo>
                    <a:lnTo>
                      <a:pt x="38" y="68"/>
                    </a:lnTo>
                    <a:lnTo>
                      <a:pt x="38" y="72"/>
                    </a:lnTo>
                    <a:lnTo>
                      <a:pt x="38" y="72"/>
                    </a:lnTo>
                    <a:lnTo>
                      <a:pt x="38" y="72"/>
                    </a:lnTo>
                    <a:close/>
                    <a:moveTo>
                      <a:pt x="38" y="86"/>
                    </a:moveTo>
                    <a:lnTo>
                      <a:pt x="34" y="86"/>
                    </a:lnTo>
                    <a:lnTo>
                      <a:pt x="34" y="82"/>
                    </a:lnTo>
                    <a:lnTo>
                      <a:pt x="38" y="82"/>
                    </a:lnTo>
                    <a:lnTo>
                      <a:pt x="38" y="86"/>
                    </a:lnTo>
                    <a:lnTo>
                      <a:pt x="38" y="86"/>
                    </a:lnTo>
                    <a:lnTo>
                      <a:pt x="38" y="86"/>
                    </a:lnTo>
                    <a:close/>
                    <a:moveTo>
                      <a:pt x="38" y="86"/>
                    </a:moveTo>
                    <a:lnTo>
                      <a:pt x="38" y="82"/>
                    </a:lnTo>
                    <a:lnTo>
                      <a:pt x="38" y="78"/>
                    </a:lnTo>
                    <a:lnTo>
                      <a:pt x="38" y="76"/>
                    </a:lnTo>
                    <a:lnTo>
                      <a:pt x="38" y="72"/>
                    </a:lnTo>
                    <a:lnTo>
                      <a:pt x="40" y="76"/>
                    </a:lnTo>
                    <a:lnTo>
                      <a:pt x="40" y="78"/>
                    </a:lnTo>
                    <a:lnTo>
                      <a:pt x="40" y="82"/>
                    </a:lnTo>
                    <a:lnTo>
                      <a:pt x="38" y="82"/>
                    </a:lnTo>
                    <a:lnTo>
                      <a:pt x="38" y="86"/>
                    </a:lnTo>
                    <a:lnTo>
                      <a:pt x="38" y="86"/>
                    </a:lnTo>
                    <a:lnTo>
                      <a:pt x="38" y="86"/>
                    </a:lnTo>
                    <a:close/>
                    <a:moveTo>
                      <a:pt x="48" y="78"/>
                    </a:moveTo>
                    <a:lnTo>
                      <a:pt x="48" y="76"/>
                    </a:lnTo>
                    <a:lnTo>
                      <a:pt x="48" y="78"/>
                    </a:lnTo>
                    <a:lnTo>
                      <a:pt x="48" y="78"/>
                    </a:lnTo>
                    <a:lnTo>
                      <a:pt x="48" y="78"/>
                    </a:lnTo>
                    <a:close/>
                    <a:moveTo>
                      <a:pt x="40" y="82"/>
                    </a:moveTo>
                    <a:lnTo>
                      <a:pt x="44" y="82"/>
                    </a:lnTo>
                    <a:lnTo>
                      <a:pt x="44" y="78"/>
                    </a:lnTo>
                    <a:lnTo>
                      <a:pt x="44" y="76"/>
                    </a:lnTo>
                    <a:lnTo>
                      <a:pt x="44" y="78"/>
                    </a:lnTo>
                    <a:lnTo>
                      <a:pt x="44" y="82"/>
                    </a:lnTo>
                    <a:lnTo>
                      <a:pt x="40" y="82"/>
                    </a:lnTo>
                    <a:lnTo>
                      <a:pt x="40" y="82"/>
                    </a:lnTo>
                    <a:lnTo>
                      <a:pt x="40" y="82"/>
                    </a:lnTo>
                    <a:close/>
                    <a:moveTo>
                      <a:pt x="56" y="94"/>
                    </a:moveTo>
                    <a:lnTo>
                      <a:pt x="56" y="90"/>
                    </a:lnTo>
                    <a:lnTo>
                      <a:pt x="56" y="94"/>
                    </a:lnTo>
                    <a:lnTo>
                      <a:pt x="56" y="94"/>
                    </a:lnTo>
                    <a:lnTo>
                      <a:pt x="56"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7" name="Freeform 21"/>
              <p:cNvSpPr>
                <a:spLocks/>
              </p:cNvSpPr>
              <p:nvPr/>
            </p:nvSpPr>
            <p:spPr bwMode="gray">
              <a:xfrm>
                <a:off x="6984471" y="3660499"/>
                <a:ext cx="83485" cy="52178"/>
              </a:xfrm>
              <a:custGeom>
                <a:avLst/>
                <a:gdLst>
                  <a:gd name="T0" fmla="*/ 44 w 48"/>
                  <a:gd name="T1" fmla="*/ 26 h 30"/>
                  <a:gd name="T2" fmla="*/ 38 w 48"/>
                  <a:gd name="T3" fmla="*/ 26 h 30"/>
                  <a:gd name="T4" fmla="*/ 38 w 48"/>
                  <a:gd name="T5" fmla="*/ 26 h 30"/>
                  <a:gd name="T6" fmla="*/ 38 w 48"/>
                  <a:gd name="T7" fmla="*/ 30 h 30"/>
                  <a:gd name="T8" fmla="*/ 34 w 48"/>
                  <a:gd name="T9" fmla="*/ 26 h 30"/>
                  <a:gd name="T10" fmla="*/ 30 w 48"/>
                  <a:gd name="T11" fmla="*/ 30 h 30"/>
                  <a:gd name="T12" fmla="*/ 26 w 48"/>
                  <a:gd name="T13" fmla="*/ 30 h 30"/>
                  <a:gd name="T14" fmla="*/ 22 w 48"/>
                  <a:gd name="T15" fmla="*/ 26 h 30"/>
                  <a:gd name="T16" fmla="*/ 18 w 48"/>
                  <a:gd name="T17" fmla="*/ 26 h 30"/>
                  <a:gd name="T18" fmla="*/ 18 w 48"/>
                  <a:gd name="T19" fmla="*/ 30 h 30"/>
                  <a:gd name="T20" fmla="*/ 14 w 48"/>
                  <a:gd name="T21" fmla="*/ 30 h 30"/>
                  <a:gd name="T22" fmla="*/ 10 w 48"/>
                  <a:gd name="T23" fmla="*/ 30 h 30"/>
                  <a:gd name="T24" fmla="*/ 10 w 48"/>
                  <a:gd name="T25" fmla="*/ 26 h 30"/>
                  <a:gd name="T26" fmla="*/ 6 w 48"/>
                  <a:gd name="T27" fmla="*/ 26 h 30"/>
                  <a:gd name="T28" fmla="*/ 6 w 48"/>
                  <a:gd name="T29" fmla="*/ 26 h 30"/>
                  <a:gd name="T30" fmla="*/ 4 w 48"/>
                  <a:gd name="T31" fmla="*/ 26 h 30"/>
                  <a:gd name="T32" fmla="*/ 0 w 48"/>
                  <a:gd name="T33" fmla="*/ 26 h 30"/>
                  <a:gd name="T34" fmla="*/ 0 w 48"/>
                  <a:gd name="T35" fmla="*/ 24 h 30"/>
                  <a:gd name="T36" fmla="*/ 0 w 48"/>
                  <a:gd name="T37" fmla="*/ 20 h 30"/>
                  <a:gd name="T38" fmla="*/ 0 w 48"/>
                  <a:gd name="T39" fmla="*/ 20 h 30"/>
                  <a:gd name="T40" fmla="*/ 4 w 48"/>
                  <a:gd name="T41" fmla="*/ 20 h 30"/>
                  <a:gd name="T42" fmla="*/ 4 w 48"/>
                  <a:gd name="T43" fmla="*/ 16 h 30"/>
                  <a:gd name="T44" fmla="*/ 4 w 48"/>
                  <a:gd name="T45" fmla="*/ 16 h 30"/>
                  <a:gd name="T46" fmla="*/ 6 w 48"/>
                  <a:gd name="T47" fmla="*/ 12 h 30"/>
                  <a:gd name="T48" fmla="*/ 6 w 48"/>
                  <a:gd name="T49" fmla="*/ 8 h 30"/>
                  <a:gd name="T50" fmla="*/ 6 w 48"/>
                  <a:gd name="T51" fmla="*/ 8 h 30"/>
                  <a:gd name="T52" fmla="*/ 10 w 48"/>
                  <a:gd name="T53" fmla="*/ 4 h 30"/>
                  <a:gd name="T54" fmla="*/ 14 w 48"/>
                  <a:gd name="T55" fmla="*/ 4 h 30"/>
                  <a:gd name="T56" fmla="*/ 18 w 48"/>
                  <a:gd name="T57" fmla="*/ 0 h 30"/>
                  <a:gd name="T58" fmla="*/ 18 w 48"/>
                  <a:gd name="T59" fmla="*/ 0 h 30"/>
                  <a:gd name="T60" fmla="*/ 22 w 48"/>
                  <a:gd name="T61" fmla="*/ 0 h 30"/>
                  <a:gd name="T62" fmla="*/ 22 w 48"/>
                  <a:gd name="T63" fmla="*/ 4 h 30"/>
                  <a:gd name="T64" fmla="*/ 22 w 48"/>
                  <a:gd name="T65" fmla="*/ 4 h 30"/>
                  <a:gd name="T66" fmla="*/ 26 w 48"/>
                  <a:gd name="T67" fmla="*/ 4 h 30"/>
                  <a:gd name="T68" fmla="*/ 30 w 48"/>
                  <a:gd name="T69" fmla="*/ 4 h 30"/>
                  <a:gd name="T70" fmla="*/ 30 w 48"/>
                  <a:gd name="T71" fmla="*/ 8 h 30"/>
                  <a:gd name="T72" fmla="*/ 34 w 48"/>
                  <a:gd name="T73" fmla="*/ 8 h 30"/>
                  <a:gd name="T74" fmla="*/ 38 w 48"/>
                  <a:gd name="T75" fmla="*/ 4 h 30"/>
                  <a:gd name="T76" fmla="*/ 38 w 48"/>
                  <a:gd name="T77" fmla="*/ 8 h 30"/>
                  <a:gd name="T78" fmla="*/ 40 w 48"/>
                  <a:gd name="T79" fmla="*/ 8 h 30"/>
                  <a:gd name="T80" fmla="*/ 40 w 48"/>
                  <a:gd name="T81" fmla="*/ 8 h 30"/>
                  <a:gd name="T82" fmla="*/ 40 w 48"/>
                  <a:gd name="T83" fmla="*/ 12 h 30"/>
                  <a:gd name="T84" fmla="*/ 40 w 48"/>
                  <a:gd name="T85" fmla="*/ 12 h 30"/>
                  <a:gd name="T86" fmla="*/ 40 w 48"/>
                  <a:gd name="T87" fmla="*/ 16 h 30"/>
                  <a:gd name="T88" fmla="*/ 44 w 48"/>
                  <a:gd name="T89" fmla="*/ 16 h 30"/>
                  <a:gd name="T90" fmla="*/ 48 w 48"/>
                  <a:gd name="T91" fmla="*/ 20 h 30"/>
                  <a:gd name="T92" fmla="*/ 44 w 48"/>
                  <a:gd name="T93" fmla="*/ 24 h 30"/>
                  <a:gd name="T94" fmla="*/ 48 w 48"/>
                  <a:gd name="T95" fmla="*/ 26 h 30"/>
                  <a:gd name="T96" fmla="*/ 44 w 48"/>
                  <a:gd name="T97" fmla="*/ 26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8" h="30">
                    <a:moveTo>
                      <a:pt x="44" y="26"/>
                    </a:moveTo>
                    <a:lnTo>
                      <a:pt x="44" y="26"/>
                    </a:lnTo>
                    <a:lnTo>
                      <a:pt x="44" y="26"/>
                    </a:lnTo>
                    <a:lnTo>
                      <a:pt x="44" y="26"/>
                    </a:lnTo>
                    <a:lnTo>
                      <a:pt x="44" y="26"/>
                    </a:lnTo>
                    <a:lnTo>
                      <a:pt x="40" y="26"/>
                    </a:lnTo>
                    <a:lnTo>
                      <a:pt x="40" y="26"/>
                    </a:lnTo>
                    <a:lnTo>
                      <a:pt x="38" y="26"/>
                    </a:lnTo>
                    <a:lnTo>
                      <a:pt x="38" y="26"/>
                    </a:lnTo>
                    <a:lnTo>
                      <a:pt x="38" y="26"/>
                    </a:lnTo>
                    <a:lnTo>
                      <a:pt x="38" y="26"/>
                    </a:lnTo>
                    <a:lnTo>
                      <a:pt x="38" y="26"/>
                    </a:lnTo>
                    <a:lnTo>
                      <a:pt x="38" y="26"/>
                    </a:lnTo>
                    <a:lnTo>
                      <a:pt x="38" y="26"/>
                    </a:lnTo>
                    <a:lnTo>
                      <a:pt x="38" y="30"/>
                    </a:lnTo>
                    <a:lnTo>
                      <a:pt x="38" y="30"/>
                    </a:lnTo>
                    <a:lnTo>
                      <a:pt x="34" y="30"/>
                    </a:lnTo>
                    <a:lnTo>
                      <a:pt x="34" y="26"/>
                    </a:lnTo>
                    <a:lnTo>
                      <a:pt x="34" y="26"/>
                    </a:lnTo>
                    <a:lnTo>
                      <a:pt x="34" y="26"/>
                    </a:lnTo>
                    <a:lnTo>
                      <a:pt x="34" y="26"/>
                    </a:lnTo>
                    <a:lnTo>
                      <a:pt x="30" y="30"/>
                    </a:lnTo>
                    <a:lnTo>
                      <a:pt x="30" y="30"/>
                    </a:lnTo>
                    <a:lnTo>
                      <a:pt x="30" y="30"/>
                    </a:lnTo>
                    <a:lnTo>
                      <a:pt x="30" y="30"/>
                    </a:lnTo>
                    <a:lnTo>
                      <a:pt x="26" y="30"/>
                    </a:lnTo>
                    <a:lnTo>
                      <a:pt x="26" y="30"/>
                    </a:lnTo>
                    <a:lnTo>
                      <a:pt x="26" y="30"/>
                    </a:lnTo>
                    <a:lnTo>
                      <a:pt x="26" y="30"/>
                    </a:lnTo>
                    <a:lnTo>
                      <a:pt x="26" y="26"/>
                    </a:lnTo>
                    <a:lnTo>
                      <a:pt x="26" y="26"/>
                    </a:lnTo>
                    <a:lnTo>
                      <a:pt x="22" y="26"/>
                    </a:lnTo>
                    <a:lnTo>
                      <a:pt x="22" y="26"/>
                    </a:lnTo>
                    <a:lnTo>
                      <a:pt x="22" y="26"/>
                    </a:lnTo>
                    <a:lnTo>
                      <a:pt x="22" y="26"/>
                    </a:lnTo>
                    <a:lnTo>
                      <a:pt x="18" y="26"/>
                    </a:lnTo>
                    <a:lnTo>
                      <a:pt x="18" y="26"/>
                    </a:lnTo>
                    <a:lnTo>
                      <a:pt x="18" y="26"/>
                    </a:lnTo>
                    <a:lnTo>
                      <a:pt x="18" y="30"/>
                    </a:lnTo>
                    <a:lnTo>
                      <a:pt x="18" y="30"/>
                    </a:lnTo>
                    <a:lnTo>
                      <a:pt x="18" y="30"/>
                    </a:lnTo>
                    <a:lnTo>
                      <a:pt x="18" y="30"/>
                    </a:lnTo>
                    <a:lnTo>
                      <a:pt x="14" y="30"/>
                    </a:lnTo>
                    <a:lnTo>
                      <a:pt x="14" y="30"/>
                    </a:lnTo>
                    <a:lnTo>
                      <a:pt x="14" y="30"/>
                    </a:lnTo>
                    <a:lnTo>
                      <a:pt x="14" y="30"/>
                    </a:lnTo>
                    <a:lnTo>
                      <a:pt x="10" y="30"/>
                    </a:lnTo>
                    <a:lnTo>
                      <a:pt x="10" y="30"/>
                    </a:lnTo>
                    <a:lnTo>
                      <a:pt x="10" y="30"/>
                    </a:lnTo>
                    <a:lnTo>
                      <a:pt x="10" y="30"/>
                    </a:lnTo>
                    <a:lnTo>
                      <a:pt x="10" y="26"/>
                    </a:lnTo>
                    <a:lnTo>
                      <a:pt x="10" y="26"/>
                    </a:lnTo>
                    <a:lnTo>
                      <a:pt x="10" y="26"/>
                    </a:lnTo>
                    <a:lnTo>
                      <a:pt x="10" y="26"/>
                    </a:lnTo>
                    <a:lnTo>
                      <a:pt x="6" y="26"/>
                    </a:lnTo>
                    <a:lnTo>
                      <a:pt x="6" y="26"/>
                    </a:lnTo>
                    <a:lnTo>
                      <a:pt x="6" y="26"/>
                    </a:lnTo>
                    <a:lnTo>
                      <a:pt x="6" y="26"/>
                    </a:lnTo>
                    <a:lnTo>
                      <a:pt x="6" y="26"/>
                    </a:lnTo>
                    <a:lnTo>
                      <a:pt x="6" y="26"/>
                    </a:lnTo>
                    <a:lnTo>
                      <a:pt x="4" y="26"/>
                    </a:lnTo>
                    <a:lnTo>
                      <a:pt x="4" y="26"/>
                    </a:lnTo>
                    <a:lnTo>
                      <a:pt x="4" y="26"/>
                    </a:lnTo>
                    <a:lnTo>
                      <a:pt x="4" y="26"/>
                    </a:lnTo>
                    <a:lnTo>
                      <a:pt x="4" y="26"/>
                    </a:lnTo>
                    <a:lnTo>
                      <a:pt x="4" y="26"/>
                    </a:lnTo>
                    <a:lnTo>
                      <a:pt x="4" y="26"/>
                    </a:lnTo>
                    <a:lnTo>
                      <a:pt x="0" y="26"/>
                    </a:lnTo>
                    <a:lnTo>
                      <a:pt x="0" y="24"/>
                    </a:lnTo>
                    <a:lnTo>
                      <a:pt x="0" y="24"/>
                    </a:lnTo>
                    <a:lnTo>
                      <a:pt x="0" y="24"/>
                    </a:lnTo>
                    <a:lnTo>
                      <a:pt x="0" y="24"/>
                    </a:lnTo>
                    <a:lnTo>
                      <a:pt x="0" y="24"/>
                    </a:lnTo>
                    <a:lnTo>
                      <a:pt x="0" y="24"/>
                    </a:lnTo>
                    <a:lnTo>
                      <a:pt x="0" y="24"/>
                    </a:lnTo>
                    <a:lnTo>
                      <a:pt x="0" y="20"/>
                    </a:lnTo>
                    <a:lnTo>
                      <a:pt x="0" y="20"/>
                    </a:lnTo>
                    <a:lnTo>
                      <a:pt x="0" y="20"/>
                    </a:lnTo>
                    <a:lnTo>
                      <a:pt x="0" y="20"/>
                    </a:lnTo>
                    <a:lnTo>
                      <a:pt x="0" y="20"/>
                    </a:lnTo>
                    <a:lnTo>
                      <a:pt x="0" y="20"/>
                    </a:lnTo>
                    <a:lnTo>
                      <a:pt x="0" y="20"/>
                    </a:lnTo>
                    <a:lnTo>
                      <a:pt x="4" y="20"/>
                    </a:lnTo>
                    <a:lnTo>
                      <a:pt x="4" y="20"/>
                    </a:lnTo>
                    <a:lnTo>
                      <a:pt x="4" y="16"/>
                    </a:lnTo>
                    <a:lnTo>
                      <a:pt x="4" y="16"/>
                    </a:lnTo>
                    <a:lnTo>
                      <a:pt x="4" y="16"/>
                    </a:lnTo>
                    <a:lnTo>
                      <a:pt x="4" y="16"/>
                    </a:lnTo>
                    <a:lnTo>
                      <a:pt x="4" y="16"/>
                    </a:lnTo>
                    <a:lnTo>
                      <a:pt x="4" y="16"/>
                    </a:lnTo>
                    <a:lnTo>
                      <a:pt x="4" y="16"/>
                    </a:lnTo>
                    <a:lnTo>
                      <a:pt x="4" y="16"/>
                    </a:lnTo>
                    <a:lnTo>
                      <a:pt x="4" y="12"/>
                    </a:lnTo>
                    <a:lnTo>
                      <a:pt x="4" y="12"/>
                    </a:lnTo>
                    <a:lnTo>
                      <a:pt x="4" y="12"/>
                    </a:lnTo>
                    <a:lnTo>
                      <a:pt x="6" y="12"/>
                    </a:lnTo>
                    <a:lnTo>
                      <a:pt x="6" y="12"/>
                    </a:lnTo>
                    <a:lnTo>
                      <a:pt x="6" y="12"/>
                    </a:lnTo>
                    <a:lnTo>
                      <a:pt x="6" y="8"/>
                    </a:lnTo>
                    <a:lnTo>
                      <a:pt x="6" y="8"/>
                    </a:lnTo>
                    <a:lnTo>
                      <a:pt x="6" y="8"/>
                    </a:lnTo>
                    <a:lnTo>
                      <a:pt x="6" y="8"/>
                    </a:lnTo>
                    <a:lnTo>
                      <a:pt x="6" y="8"/>
                    </a:lnTo>
                    <a:lnTo>
                      <a:pt x="6" y="8"/>
                    </a:lnTo>
                    <a:lnTo>
                      <a:pt x="6" y="8"/>
                    </a:lnTo>
                    <a:lnTo>
                      <a:pt x="10" y="4"/>
                    </a:lnTo>
                    <a:lnTo>
                      <a:pt x="10" y="4"/>
                    </a:lnTo>
                    <a:lnTo>
                      <a:pt x="10" y="4"/>
                    </a:lnTo>
                    <a:lnTo>
                      <a:pt x="10" y="4"/>
                    </a:lnTo>
                    <a:lnTo>
                      <a:pt x="10" y="4"/>
                    </a:lnTo>
                    <a:lnTo>
                      <a:pt x="10" y="4"/>
                    </a:lnTo>
                    <a:lnTo>
                      <a:pt x="14" y="4"/>
                    </a:lnTo>
                    <a:lnTo>
                      <a:pt x="14" y="4"/>
                    </a:lnTo>
                    <a:lnTo>
                      <a:pt x="14" y="0"/>
                    </a:lnTo>
                    <a:lnTo>
                      <a:pt x="14" y="0"/>
                    </a:lnTo>
                    <a:lnTo>
                      <a:pt x="18" y="0"/>
                    </a:lnTo>
                    <a:lnTo>
                      <a:pt x="18" y="0"/>
                    </a:lnTo>
                    <a:lnTo>
                      <a:pt x="18" y="0"/>
                    </a:lnTo>
                    <a:lnTo>
                      <a:pt x="18" y="0"/>
                    </a:lnTo>
                    <a:lnTo>
                      <a:pt x="18" y="0"/>
                    </a:lnTo>
                    <a:lnTo>
                      <a:pt x="22" y="0"/>
                    </a:lnTo>
                    <a:lnTo>
                      <a:pt x="22" y="0"/>
                    </a:lnTo>
                    <a:lnTo>
                      <a:pt x="22" y="0"/>
                    </a:lnTo>
                    <a:lnTo>
                      <a:pt x="22" y="0"/>
                    </a:lnTo>
                    <a:lnTo>
                      <a:pt x="22" y="4"/>
                    </a:lnTo>
                    <a:lnTo>
                      <a:pt x="22" y="4"/>
                    </a:lnTo>
                    <a:lnTo>
                      <a:pt x="22" y="4"/>
                    </a:lnTo>
                    <a:lnTo>
                      <a:pt x="22" y="4"/>
                    </a:lnTo>
                    <a:lnTo>
                      <a:pt x="22" y="4"/>
                    </a:lnTo>
                    <a:lnTo>
                      <a:pt x="22" y="4"/>
                    </a:lnTo>
                    <a:lnTo>
                      <a:pt x="22" y="4"/>
                    </a:lnTo>
                    <a:lnTo>
                      <a:pt x="22" y="4"/>
                    </a:lnTo>
                    <a:lnTo>
                      <a:pt x="26" y="4"/>
                    </a:lnTo>
                    <a:lnTo>
                      <a:pt x="26" y="4"/>
                    </a:lnTo>
                    <a:lnTo>
                      <a:pt x="26" y="4"/>
                    </a:lnTo>
                    <a:lnTo>
                      <a:pt x="26" y="4"/>
                    </a:lnTo>
                    <a:lnTo>
                      <a:pt x="26" y="4"/>
                    </a:lnTo>
                    <a:lnTo>
                      <a:pt x="30" y="4"/>
                    </a:lnTo>
                    <a:lnTo>
                      <a:pt x="30" y="4"/>
                    </a:lnTo>
                    <a:lnTo>
                      <a:pt x="30" y="4"/>
                    </a:lnTo>
                    <a:lnTo>
                      <a:pt x="30" y="4"/>
                    </a:lnTo>
                    <a:lnTo>
                      <a:pt x="30" y="8"/>
                    </a:lnTo>
                    <a:lnTo>
                      <a:pt x="30" y="8"/>
                    </a:lnTo>
                    <a:lnTo>
                      <a:pt x="30" y="8"/>
                    </a:lnTo>
                    <a:lnTo>
                      <a:pt x="34" y="8"/>
                    </a:lnTo>
                    <a:lnTo>
                      <a:pt x="34" y="8"/>
                    </a:lnTo>
                    <a:lnTo>
                      <a:pt x="34" y="8"/>
                    </a:lnTo>
                    <a:lnTo>
                      <a:pt x="34" y="8"/>
                    </a:lnTo>
                    <a:lnTo>
                      <a:pt x="34" y="4"/>
                    </a:lnTo>
                    <a:lnTo>
                      <a:pt x="34" y="4"/>
                    </a:lnTo>
                    <a:lnTo>
                      <a:pt x="34" y="4"/>
                    </a:lnTo>
                    <a:lnTo>
                      <a:pt x="38" y="4"/>
                    </a:lnTo>
                    <a:lnTo>
                      <a:pt x="38" y="4"/>
                    </a:lnTo>
                    <a:lnTo>
                      <a:pt x="38" y="8"/>
                    </a:lnTo>
                    <a:lnTo>
                      <a:pt x="38" y="8"/>
                    </a:lnTo>
                    <a:lnTo>
                      <a:pt x="38" y="8"/>
                    </a:lnTo>
                    <a:lnTo>
                      <a:pt x="38" y="8"/>
                    </a:lnTo>
                    <a:lnTo>
                      <a:pt x="38" y="8"/>
                    </a:lnTo>
                    <a:lnTo>
                      <a:pt x="40" y="8"/>
                    </a:lnTo>
                    <a:lnTo>
                      <a:pt x="40" y="8"/>
                    </a:lnTo>
                    <a:lnTo>
                      <a:pt x="40" y="8"/>
                    </a:lnTo>
                    <a:lnTo>
                      <a:pt x="40" y="8"/>
                    </a:lnTo>
                    <a:lnTo>
                      <a:pt x="40" y="8"/>
                    </a:lnTo>
                    <a:lnTo>
                      <a:pt x="40" y="8"/>
                    </a:lnTo>
                    <a:lnTo>
                      <a:pt x="40" y="8"/>
                    </a:lnTo>
                    <a:lnTo>
                      <a:pt x="40" y="12"/>
                    </a:lnTo>
                    <a:lnTo>
                      <a:pt x="40" y="12"/>
                    </a:lnTo>
                    <a:lnTo>
                      <a:pt x="40" y="12"/>
                    </a:lnTo>
                    <a:lnTo>
                      <a:pt x="40" y="12"/>
                    </a:lnTo>
                    <a:lnTo>
                      <a:pt x="40" y="12"/>
                    </a:lnTo>
                    <a:lnTo>
                      <a:pt x="40" y="12"/>
                    </a:lnTo>
                    <a:lnTo>
                      <a:pt x="40" y="12"/>
                    </a:lnTo>
                    <a:lnTo>
                      <a:pt x="40" y="12"/>
                    </a:lnTo>
                    <a:lnTo>
                      <a:pt x="40" y="12"/>
                    </a:lnTo>
                    <a:lnTo>
                      <a:pt x="40" y="16"/>
                    </a:lnTo>
                    <a:lnTo>
                      <a:pt x="40" y="16"/>
                    </a:lnTo>
                    <a:lnTo>
                      <a:pt x="40" y="16"/>
                    </a:lnTo>
                    <a:lnTo>
                      <a:pt x="40" y="16"/>
                    </a:lnTo>
                    <a:lnTo>
                      <a:pt x="44" y="16"/>
                    </a:lnTo>
                    <a:lnTo>
                      <a:pt x="44" y="16"/>
                    </a:lnTo>
                    <a:lnTo>
                      <a:pt x="44" y="16"/>
                    </a:lnTo>
                    <a:lnTo>
                      <a:pt x="44" y="20"/>
                    </a:lnTo>
                    <a:lnTo>
                      <a:pt x="44" y="20"/>
                    </a:lnTo>
                    <a:lnTo>
                      <a:pt x="48" y="20"/>
                    </a:lnTo>
                    <a:lnTo>
                      <a:pt x="44" y="24"/>
                    </a:lnTo>
                    <a:lnTo>
                      <a:pt x="44" y="24"/>
                    </a:lnTo>
                    <a:lnTo>
                      <a:pt x="44" y="24"/>
                    </a:lnTo>
                    <a:lnTo>
                      <a:pt x="44" y="24"/>
                    </a:lnTo>
                    <a:lnTo>
                      <a:pt x="44" y="24"/>
                    </a:lnTo>
                    <a:lnTo>
                      <a:pt x="44" y="24"/>
                    </a:lnTo>
                    <a:lnTo>
                      <a:pt x="44" y="24"/>
                    </a:lnTo>
                    <a:lnTo>
                      <a:pt x="48" y="26"/>
                    </a:lnTo>
                    <a:lnTo>
                      <a:pt x="48" y="26"/>
                    </a:lnTo>
                    <a:lnTo>
                      <a:pt x="48" y="26"/>
                    </a:lnTo>
                    <a:lnTo>
                      <a:pt x="44" y="26"/>
                    </a:lnTo>
                    <a:lnTo>
                      <a:pt x="44" y="26"/>
                    </a:lnTo>
                    <a:lnTo>
                      <a:pt x="44" y="26"/>
                    </a:lnTo>
                    <a:lnTo>
                      <a:pt x="4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8" name="Freeform 22"/>
              <p:cNvSpPr>
                <a:spLocks noEditPoints="1"/>
              </p:cNvSpPr>
              <p:nvPr/>
            </p:nvSpPr>
            <p:spPr bwMode="gray">
              <a:xfrm>
                <a:off x="7607129" y="4366637"/>
                <a:ext cx="31307" cy="34785"/>
              </a:xfrm>
              <a:custGeom>
                <a:avLst/>
                <a:gdLst>
                  <a:gd name="T0" fmla="*/ 10 w 18"/>
                  <a:gd name="T1" fmla="*/ 4 h 20"/>
                  <a:gd name="T2" fmla="*/ 10 w 18"/>
                  <a:gd name="T3" fmla="*/ 4 h 20"/>
                  <a:gd name="T4" fmla="*/ 10 w 18"/>
                  <a:gd name="T5" fmla="*/ 4 h 20"/>
                  <a:gd name="T6" fmla="*/ 10 w 18"/>
                  <a:gd name="T7" fmla="*/ 4 h 20"/>
                  <a:gd name="T8" fmla="*/ 10 w 18"/>
                  <a:gd name="T9" fmla="*/ 4 h 20"/>
                  <a:gd name="T10" fmla="*/ 10 w 18"/>
                  <a:gd name="T11" fmla="*/ 8 h 20"/>
                  <a:gd name="T12" fmla="*/ 10 w 18"/>
                  <a:gd name="T13" fmla="*/ 8 h 20"/>
                  <a:gd name="T14" fmla="*/ 10 w 18"/>
                  <a:gd name="T15" fmla="*/ 12 h 20"/>
                  <a:gd name="T16" fmla="*/ 10 w 18"/>
                  <a:gd name="T17" fmla="*/ 12 h 20"/>
                  <a:gd name="T18" fmla="*/ 10 w 18"/>
                  <a:gd name="T19" fmla="*/ 12 h 20"/>
                  <a:gd name="T20" fmla="*/ 10 w 18"/>
                  <a:gd name="T21" fmla="*/ 16 h 20"/>
                  <a:gd name="T22" fmla="*/ 10 w 18"/>
                  <a:gd name="T23" fmla="*/ 20 h 20"/>
                  <a:gd name="T24" fmla="*/ 6 w 18"/>
                  <a:gd name="T25" fmla="*/ 20 h 20"/>
                  <a:gd name="T26" fmla="*/ 6 w 18"/>
                  <a:gd name="T27" fmla="*/ 20 h 20"/>
                  <a:gd name="T28" fmla="*/ 6 w 18"/>
                  <a:gd name="T29" fmla="*/ 20 h 20"/>
                  <a:gd name="T30" fmla="*/ 4 w 18"/>
                  <a:gd name="T31" fmla="*/ 16 h 20"/>
                  <a:gd name="T32" fmla="*/ 4 w 18"/>
                  <a:gd name="T33" fmla="*/ 16 h 20"/>
                  <a:gd name="T34" fmla="*/ 4 w 18"/>
                  <a:gd name="T35" fmla="*/ 12 h 20"/>
                  <a:gd name="T36" fmla="*/ 4 w 18"/>
                  <a:gd name="T37" fmla="*/ 12 h 20"/>
                  <a:gd name="T38" fmla="*/ 0 w 18"/>
                  <a:gd name="T39" fmla="*/ 12 h 20"/>
                  <a:gd name="T40" fmla="*/ 0 w 18"/>
                  <a:gd name="T41" fmla="*/ 12 h 20"/>
                  <a:gd name="T42" fmla="*/ 0 w 18"/>
                  <a:gd name="T43" fmla="*/ 8 h 20"/>
                  <a:gd name="T44" fmla="*/ 0 w 18"/>
                  <a:gd name="T45" fmla="*/ 8 h 20"/>
                  <a:gd name="T46" fmla="*/ 0 w 18"/>
                  <a:gd name="T47" fmla="*/ 8 h 20"/>
                  <a:gd name="T48" fmla="*/ 0 w 18"/>
                  <a:gd name="T49" fmla="*/ 12 h 20"/>
                  <a:gd name="T50" fmla="*/ 4 w 18"/>
                  <a:gd name="T51" fmla="*/ 8 h 20"/>
                  <a:gd name="T52" fmla="*/ 6 w 18"/>
                  <a:gd name="T53" fmla="*/ 8 h 20"/>
                  <a:gd name="T54" fmla="*/ 6 w 18"/>
                  <a:gd name="T55" fmla="*/ 8 h 20"/>
                  <a:gd name="T56" fmla="*/ 6 w 18"/>
                  <a:gd name="T57" fmla="*/ 8 h 20"/>
                  <a:gd name="T58" fmla="*/ 6 w 18"/>
                  <a:gd name="T59" fmla="*/ 4 h 20"/>
                  <a:gd name="T60" fmla="*/ 6 w 18"/>
                  <a:gd name="T61" fmla="*/ 4 h 20"/>
                  <a:gd name="T62" fmla="*/ 6 w 18"/>
                  <a:gd name="T63" fmla="*/ 4 h 20"/>
                  <a:gd name="T64" fmla="*/ 10 w 18"/>
                  <a:gd name="T65" fmla="*/ 4 h 20"/>
                  <a:gd name="T66" fmla="*/ 10 w 18"/>
                  <a:gd name="T67" fmla="*/ 4 h 20"/>
                  <a:gd name="T68" fmla="*/ 10 w 18"/>
                  <a:gd name="T69" fmla="*/ 0 h 20"/>
                  <a:gd name="T70" fmla="*/ 14 w 18"/>
                  <a:gd name="T71" fmla="*/ 0 h 20"/>
                  <a:gd name="T72" fmla="*/ 14 w 18"/>
                  <a:gd name="T73" fmla="*/ 0 h 20"/>
                  <a:gd name="T74" fmla="*/ 14 w 18"/>
                  <a:gd name="T75" fmla="*/ 0 h 20"/>
                  <a:gd name="T76" fmla="*/ 10 w 18"/>
                  <a:gd name="T77" fmla="*/ 4 h 20"/>
                  <a:gd name="T78" fmla="*/ 10 w 18"/>
                  <a:gd name="T79" fmla="*/ 4 h 20"/>
                  <a:gd name="T80" fmla="*/ 10 w 18"/>
                  <a:gd name="T81" fmla="*/ 4 h 20"/>
                  <a:gd name="T82" fmla="*/ 14 w 18"/>
                  <a:gd name="T83" fmla="*/ 4 h 20"/>
                  <a:gd name="T84" fmla="*/ 14 w 18"/>
                  <a:gd name="T85" fmla="*/ 4 h 20"/>
                  <a:gd name="T86" fmla="*/ 14 w 18"/>
                  <a:gd name="T87" fmla="*/ 4 h 20"/>
                  <a:gd name="T88" fmla="*/ 14 w 18"/>
                  <a:gd name="T89" fmla="*/ 4 h 20"/>
                  <a:gd name="T90" fmla="*/ 14 w 18"/>
                  <a:gd name="T91" fmla="*/ 8 h 20"/>
                  <a:gd name="T92" fmla="*/ 14 w 18"/>
                  <a:gd name="T93" fmla="*/ 8 h 20"/>
                  <a:gd name="T94" fmla="*/ 14 w 18"/>
                  <a:gd name="T95" fmla="*/ 12 h 20"/>
                  <a:gd name="T96" fmla="*/ 14 w 18"/>
                  <a:gd name="T97" fmla="*/ 12 h 20"/>
                  <a:gd name="T98" fmla="*/ 14 w 18"/>
                  <a:gd name="T99" fmla="*/ 12 h 20"/>
                  <a:gd name="T100" fmla="*/ 18 w 18"/>
                  <a:gd name="T101" fmla="*/ 12 h 20"/>
                  <a:gd name="T102" fmla="*/ 18 w 18"/>
                  <a:gd name="T103" fmla="*/ 12 h 20"/>
                  <a:gd name="T104" fmla="*/ 18 w 18"/>
                  <a:gd name="T105" fmla="*/ 16 h 20"/>
                  <a:gd name="T106" fmla="*/ 18 w 18"/>
                  <a:gd name="T107" fmla="*/ 16 h 20"/>
                  <a:gd name="T108" fmla="*/ 18 w 18"/>
                  <a:gd name="T109" fmla="*/ 16 h 20"/>
                  <a:gd name="T110" fmla="*/ 14 w 18"/>
                  <a:gd name="T111" fmla="*/ 12 h 20"/>
                  <a:gd name="T112" fmla="*/ 14 w 18"/>
                  <a:gd name="T113" fmla="*/ 12 h 20"/>
                  <a:gd name="T114" fmla="*/ 14 w 18"/>
                  <a:gd name="T115" fmla="*/ 8 h 20"/>
                  <a:gd name="T116" fmla="*/ 10 w 18"/>
                  <a:gd name="T117" fmla="*/ 8 h 20"/>
                  <a:gd name="T118" fmla="*/ 14 w 18"/>
                  <a:gd name="T119" fmla="*/ 4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 h="20">
                    <a:moveTo>
                      <a:pt x="10" y="4"/>
                    </a:moveTo>
                    <a:lnTo>
                      <a:pt x="10" y="4"/>
                    </a:lnTo>
                    <a:lnTo>
                      <a:pt x="10" y="4"/>
                    </a:lnTo>
                    <a:lnTo>
                      <a:pt x="10" y="4"/>
                    </a:lnTo>
                    <a:lnTo>
                      <a:pt x="10" y="4"/>
                    </a:lnTo>
                    <a:lnTo>
                      <a:pt x="10" y="4"/>
                    </a:lnTo>
                    <a:lnTo>
                      <a:pt x="10" y="4"/>
                    </a:lnTo>
                    <a:lnTo>
                      <a:pt x="10" y="4"/>
                    </a:lnTo>
                    <a:lnTo>
                      <a:pt x="10" y="4"/>
                    </a:lnTo>
                    <a:lnTo>
                      <a:pt x="10" y="4"/>
                    </a:lnTo>
                    <a:lnTo>
                      <a:pt x="10" y="8"/>
                    </a:lnTo>
                    <a:lnTo>
                      <a:pt x="10" y="8"/>
                    </a:lnTo>
                    <a:lnTo>
                      <a:pt x="10" y="8"/>
                    </a:lnTo>
                    <a:lnTo>
                      <a:pt x="10" y="8"/>
                    </a:lnTo>
                    <a:lnTo>
                      <a:pt x="10" y="8"/>
                    </a:lnTo>
                    <a:lnTo>
                      <a:pt x="10" y="12"/>
                    </a:lnTo>
                    <a:lnTo>
                      <a:pt x="10" y="12"/>
                    </a:lnTo>
                    <a:lnTo>
                      <a:pt x="10" y="12"/>
                    </a:lnTo>
                    <a:lnTo>
                      <a:pt x="10" y="12"/>
                    </a:lnTo>
                    <a:lnTo>
                      <a:pt x="10" y="12"/>
                    </a:lnTo>
                    <a:lnTo>
                      <a:pt x="10" y="12"/>
                    </a:lnTo>
                    <a:lnTo>
                      <a:pt x="10" y="16"/>
                    </a:lnTo>
                    <a:lnTo>
                      <a:pt x="10" y="20"/>
                    </a:lnTo>
                    <a:lnTo>
                      <a:pt x="10" y="20"/>
                    </a:lnTo>
                    <a:lnTo>
                      <a:pt x="6" y="20"/>
                    </a:lnTo>
                    <a:lnTo>
                      <a:pt x="6" y="20"/>
                    </a:lnTo>
                    <a:lnTo>
                      <a:pt x="6" y="20"/>
                    </a:lnTo>
                    <a:lnTo>
                      <a:pt x="6" y="20"/>
                    </a:lnTo>
                    <a:lnTo>
                      <a:pt x="6" y="20"/>
                    </a:lnTo>
                    <a:lnTo>
                      <a:pt x="6" y="20"/>
                    </a:lnTo>
                    <a:lnTo>
                      <a:pt x="6" y="20"/>
                    </a:lnTo>
                    <a:lnTo>
                      <a:pt x="4" y="16"/>
                    </a:lnTo>
                    <a:lnTo>
                      <a:pt x="4" y="16"/>
                    </a:lnTo>
                    <a:lnTo>
                      <a:pt x="4" y="16"/>
                    </a:lnTo>
                    <a:lnTo>
                      <a:pt x="4" y="16"/>
                    </a:lnTo>
                    <a:lnTo>
                      <a:pt x="4" y="12"/>
                    </a:lnTo>
                    <a:lnTo>
                      <a:pt x="4" y="12"/>
                    </a:lnTo>
                    <a:lnTo>
                      <a:pt x="4" y="12"/>
                    </a:lnTo>
                    <a:lnTo>
                      <a:pt x="4" y="12"/>
                    </a:lnTo>
                    <a:lnTo>
                      <a:pt x="0" y="12"/>
                    </a:lnTo>
                    <a:lnTo>
                      <a:pt x="0" y="12"/>
                    </a:lnTo>
                    <a:lnTo>
                      <a:pt x="0" y="12"/>
                    </a:lnTo>
                    <a:lnTo>
                      <a:pt x="0" y="12"/>
                    </a:lnTo>
                    <a:lnTo>
                      <a:pt x="0" y="8"/>
                    </a:lnTo>
                    <a:lnTo>
                      <a:pt x="0" y="8"/>
                    </a:lnTo>
                    <a:lnTo>
                      <a:pt x="0" y="8"/>
                    </a:lnTo>
                    <a:lnTo>
                      <a:pt x="0" y="8"/>
                    </a:lnTo>
                    <a:lnTo>
                      <a:pt x="0" y="8"/>
                    </a:lnTo>
                    <a:lnTo>
                      <a:pt x="0" y="8"/>
                    </a:lnTo>
                    <a:lnTo>
                      <a:pt x="0" y="12"/>
                    </a:lnTo>
                    <a:lnTo>
                      <a:pt x="4" y="8"/>
                    </a:lnTo>
                    <a:lnTo>
                      <a:pt x="4" y="8"/>
                    </a:lnTo>
                    <a:lnTo>
                      <a:pt x="6" y="8"/>
                    </a:lnTo>
                    <a:lnTo>
                      <a:pt x="6" y="8"/>
                    </a:lnTo>
                    <a:lnTo>
                      <a:pt x="6" y="8"/>
                    </a:lnTo>
                    <a:lnTo>
                      <a:pt x="6" y="8"/>
                    </a:lnTo>
                    <a:lnTo>
                      <a:pt x="6" y="8"/>
                    </a:lnTo>
                    <a:lnTo>
                      <a:pt x="6" y="8"/>
                    </a:lnTo>
                    <a:lnTo>
                      <a:pt x="6" y="8"/>
                    </a:lnTo>
                    <a:lnTo>
                      <a:pt x="6" y="4"/>
                    </a:lnTo>
                    <a:lnTo>
                      <a:pt x="6" y="4"/>
                    </a:lnTo>
                    <a:lnTo>
                      <a:pt x="6" y="4"/>
                    </a:lnTo>
                    <a:lnTo>
                      <a:pt x="6" y="4"/>
                    </a:lnTo>
                    <a:lnTo>
                      <a:pt x="6" y="4"/>
                    </a:lnTo>
                    <a:lnTo>
                      <a:pt x="6" y="4"/>
                    </a:lnTo>
                    <a:lnTo>
                      <a:pt x="10" y="4"/>
                    </a:lnTo>
                    <a:lnTo>
                      <a:pt x="10" y="4"/>
                    </a:lnTo>
                    <a:lnTo>
                      <a:pt x="10" y="4"/>
                    </a:lnTo>
                    <a:lnTo>
                      <a:pt x="10" y="0"/>
                    </a:lnTo>
                    <a:lnTo>
                      <a:pt x="10" y="0"/>
                    </a:lnTo>
                    <a:lnTo>
                      <a:pt x="14" y="0"/>
                    </a:lnTo>
                    <a:lnTo>
                      <a:pt x="14" y="0"/>
                    </a:lnTo>
                    <a:lnTo>
                      <a:pt x="14" y="0"/>
                    </a:lnTo>
                    <a:lnTo>
                      <a:pt x="14" y="0"/>
                    </a:lnTo>
                    <a:lnTo>
                      <a:pt x="14" y="0"/>
                    </a:lnTo>
                    <a:lnTo>
                      <a:pt x="14" y="0"/>
                    </a:lnTo>
                    <a:lnTo>
                      <a:pt x="14" y="4"/>
                    </a:lnTo>
                    <a:lnTo>
                      <a:pt x="10" y="4"/>
                    </a:lnTo>
                    <a:lnTo>
                      <a:pt x="10" y="4"/>
                    </a:lnTo>
                    <a:lnTo>
                      <a:pt x="10" y="4"/>
                    </a:lnTo>
                    <a:lnTo>
                      <a:pt x="10" y="4"/>
                    </a:lnTo>
                    <a:lnTo>
                      <a:pt x="10" y="4"/>
                    </a:lnTo>
                    <a:close/>
                    <a:moveTo>
                      <a:pt x="14" y="4"/>
                    </a:moveTo>
                    <a:lnTo>
                      <a:pt x="14" y="4"/>
                    </a:lnTo>
                    <a:lnTo>
                      <a:pt x="14" y="8"/>
                    </a:lnTo>
                    <a:lnTo>
                      <a:pt x="14" y="4"/>
                    </a:lnTo>
                    <a:lnTo>
                      <a:pt x="14" y="4"/>
                    </a:lnTo>
                    <a:lnTo>
                      <a:pt x="14" y="4"/>
                    </a:lnTo>
                    <a:lnTo>
                      <a:pt x="14" y="4"/>
                    </a:lnTo>
                    <a:lnTo>
                      <a:pt x="14" y="4"/>
                    </a:lnTo>
                    <a:lnTo>
                      <a:pt x="14" y="4"/>
                    </a:lnTo>
                    <a:lnTo>
                      <a:pt x="14" y="8"/>
                    </a:lnTo>
                    <a:lnTo>
                      <a:pt x="14" y="8"/>
                    </a:lnTo>
                    <a:lnTo>
                      <a:pt x="14" y="8"/>
                    </a:lnTo>
                    <a:lnTo>
                      <a:pt x="14" y="8"/>
                    </a:lnTo>
                    <a:lnTo>
                      <a:pt x="14" y="12"/>
                    </a:lnTo>
                    <a:lnTo>
                      <a:pt x="14" y="12"/>
                    </a:lnTo>
                    <a:lnTo>
                      <a:pt x="14" y="12"/>
                    </a:lnTo>
                    <a:lnTo>
                      <a:pt x="14" y="12"/>
                    </a:lnTo>
                    <a:lnTo>
                      <a:pt x="14" y="12"/>
                    </a:lnTo>
                    <a:lnTo>
                      <a:pt x="14" y="12"/>
                    </a:lnTo>
                    <a:lnTo>
                      <a:pt x="18" y="12"/>
                    </a:lnTo>
                    <a:lnTo>
                      <a:pt x="18" y="12"/>
                    </a:lnTo>
                    <a:lnTo>
                      <a:pt x="18" y="12"/>
                    </a:lnTo>
                    <a:lnTo>
                      <a:pt x="18" y="16"/>
                    </a:lnTo>
                    <a:lnTo>
                      <a:pt x="18" y="16"/>
                    </a:lnTo>
                    <a:lnTo>
                      <a:pt x="18" y="16"/>
                    </a:lnTo>
                    <a:lnTo>
                      <a:pt x="18" y="16"/>
                    </a:lnTo>
                    <a:lnTo>
                      <a:pt x="18" y="16"/>
                    </a:lnTo>
                    <a:lnTo>
                      <a:pt x="18" y="16"/>
                    </a:lnTo>
                    <a:lnTo>
                      <a:pt x="14" y="12"/>
                    </a:lnTo>
                    <a:lnTo>
                      <a:pt x="14" y="12"/>
                    </a:lnTo>
                    <a:lnTo>
                      <a:pt x="14" y="12"/>
                    </a:lnTo>
                    <a:lnTo>
                      <a:pt x="14" y="12"/>
                    </a:lnTo>
                    <a:lnTo>
                      <a:pt x="14" y="8"/>
                    </a:lnTo>
                    <a:lnTo>
                      <a:pt x="14" y="8"/>
                    </a:lnTo>
                    <a:lnTo>
                      <a:pt x="10" y="8"/>
                    </a:lnTo>
                    <a:lnTo>
                      <a:pt x="10" y="8"/>
                    </a:lnTo>
                    <a:lnTo>
                      <a:pt x="14" y="4"/>
                    </a:lnTo>
                    <a:lnTo>
                      <a:pt x="14" y="4"/>
                    </a:lnTo>
                    <a:lnTo>
                      <a:pt x="1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29" name="Freeform 23"/>
              <p:cNvSpPr>
                <a:spLocks/>
              </p:cNvSpPr>
              <p:nvPr/>
            </p:nvSpPr>
            <p:spPr bwMode="gray">
              <a:xfrm>
                <a:off x="7314932" y="4081399"/>
                <a:ext cx="128706" cy="128704"/>
              </a:xfrm>
              <a:custGeom>
                <a:avLst/>
                <a:gdLst>
                  <a:gd name="T0" fmla="*/ 40 w 74"/>
                  <a:gd name="T1" fmla="*/ 68 h 74"/>
                  <a:gd name="T2" fmla="*/ 36 w 74"/>
                  <a:gd name="T3" fmla="*/ 70 h 74"/>
                  <a:gd name="T4" fmla="*/ 36 w 74"/>
                  <a:gd name="T5" fmla="*/ 70 h 74"/>
                  <a:gd name="T6" fmla="*/ 32 w 74"/>
                  <a:gd name="T7" fmla="*/ 70 h 74"/>
                  <a:gd name="T8" fmla="*/ 30 w 74"/>
                  <a:gd name="T9" fmla="*/ 70 h 74"/>
                  <a:gd name="T10" fmla="*/ 26 w 74"/>
                  <a:gd name="T11" fmla="*/ 70 h 74"/>
                  <a:gd name="T12" fmla="*/ 22 w 74"/>
                  <a:gd name="T13" fmla="*/ 70 h 74"/>
                  <a:gd name="T14" fmla="*/ 18 w 74"/>
                  <a:gd name="T15" fmla="*/ 68 h 74"/>
                  <a:gd name="T16" fmla="*/ 22 w 74"/>
                  <a:gd name="T17" fmla="*/ 64 h 74"/>
                  <a:gd name="T18" fmla="*/ 18 w 74"/>
                  <a:gd name="T19" fmla="*/ 64 h 74"/>
                  <a:gd name="T20" fmla="*/ 10 w 74"/>
                  <a:gd name="T21" fmla="*/ 64 h 74"/>
                  <a:gd name="T22" fmla="*/ 10 w 74"/>
                  <a:gd name="T23" fmla="*/ 56 h 74"/>
                  <a:gd name="T24" fmla="*/ 10 w 74"/>
                  <a:gd name="T25" fmla="*/ 52 h 74"/>
                  <a:gd name="T26" fmla="*/ 10 w 74"/>
                  <a:gd name="T27" fmla="*/ 52 h 74"/>
                  <a:gd name="T28" fmla="*/ 10 w 74"/>
                  <a:gd name="T29" fmla="*/ 52 h 74"/>
                  <a:gd name="T30" fmla="*/ 10 w 74"/>
                  <a:gd name="T31" fmla="*/ 48 h 74"/>
                  <a:gd name="T32" fmla="*/ 10 w 74"/>
                  <a:gd name="T33" fmla="*/ 52 h 74"/>
                  <a:gd name="T34" fmla="*/ 6 w 74"/>
                  <a:gd name="T35" fmla="*/ 48 h 74"/>
                  <a:gd name="T36" fmla="*/ 6 w 74"/>
                  <a:gd name="T37" fmla="*/ 38 h 74"/>
                  <a:gd name="T38" fmla="*/ 4 w 74"/>
                  <a:gd name="T39" fmla="*/ 34 h 74"/>
                  <a:gd name="T40" fmla="*/ 4 w 74"/>
                  <a:gd name="T41" fmla="*/ 26 h 74"/>
                  <a:gd name="T42" fmla="*/ 4 w 74"/>
                  <a:gd name="T43" fmla="*/ 20 h 74"/>
                  <a:gd name="T44" fmla="*/ 4 w 74"/>
                  <a:gd name="T45" fmla="*/ 20 h 74"/>
                  <a:gd name="T46" fmla="*/ 6 w 74"/>
                  <a:gd name="T47" fmla="*/ 16 h 74"/>
                  <a:gd name="T48" fmla="*/ 10 w 74"/>
                  <a:gd name="T49" fmla="*/ 8 h 74"/>
                  <a:gd name="T50" fmla="*/ 10 w 74"/>
                  <a:gd name="T51" fmla="*/ 8 h 74"/>
                  <a:gd name="T52" fmla="*/ 14 w 74"/>
                  <a:gd name="T53" fmla="*/ 4 h 74"/>
                  <a:gd name="T54" fmla="*/ 18 w 74"/>
                  <a:gd name="T55" fmla="*/ 4 h 74"/>
                  <a:gd name="T56" fmla="*/ 26 w 74"/>
                  <a:gd name="T57" fmla="*/ 4 h 74"/>
                  <a:gd name="T58" fmla="*/ 32 w 74"/>
                  <a:gd name="T59" fmla="*/ 4 h 74"/>
                  <a:gd name="T60" fmla="*/ 36 w 74"/>
                  <a:gd name="T61" fmla="*/ 4 h 74"/>
                  <a:gd name="T62" fmla="*/ 40 w 74"/>
                  <a:gd name="T63" fmla="*/ 8 h 74"/>
                  <a:gd name="T64" fmla="*/ 40 w 74"/>
                  <a:gd name="T65" fmla="*/ 4 h 74"/>
                  <a:gd name="T66" fmla="*/ 48 w 74"/>
                  <a:gd name="T67" fmla="*/ 8 h 74"/>
                  <a:gd name="T68" fmla="*/ 52 w 74"/>
                  <a:gd name="T69" fmla="*/ 12 h 74"/>
                  <a:gd name="T70" fmla="*/ 54 w 74"/>
                  <a:gd name="T71" fmla="*/ 8 h 74"/>
                  <a:gd name="T72" fmla="*/ 54 w 74"/>
                  <a:gd name="T73" fmla="*/ 4 h 74"/>
                  <a:gd name="T74" fmla="*/ 54 w 74"/>
                  <a:gd name="T75" fmla="*/ 4 h 74"/>
                  <a:gd name="T76" fmla="*/ 58 w 74"/>
                  <a:gd name="T77" fmla="*/ 0 h 74"/>
                  <a:gd name="T78" fmla="*/ 62 w 74"/>
                  <a:gd name="T79" fmla="*/ 4 h 74"/>
                  <a:gd name="T80" fmla="*/ 70 w 74"/>
                  <a:gd name="T81" fmla="*/ 0 h 74"/>
                  <a:gd name="T82" fmla="*/ 74 w 74"/>
                  <a:gd name="T83" fmla="*/ 4 h 74"/>
                  <a:gd name="T84" fmla="*/ 74 w 74"/>
                  <a:gd name="T85" fmla="*/ 8 h 74"/>
                  <a:gd name="T86" fmla="*/ 74 w 74"/>
                  <a:gd name="T87" fmla="*/ 12 h 74"/>
                  <a:gd name="T88" fmla="*/ 74 w 74"/>
                  <a:gd name="T89" fmla="*/ 22 h 74"/>
                  <a:gd name="T90" fmla="*/ 74 w 74"/>
                  <a:gd name="T91" fmla="*/ 38 h 74"/>
                  <a:gd name="T92" fmla="*/ 74 w 74"/>
                  <a:gd name="T93" fmla="*/ 42 h 74"/>
                  <a:gd name="T94" fmla="*/ 70 w 74"/>
                  <a:gd name="T95" fmla="*/ 42 h 74"/>
                  <a:gd name="T96" fmla="*/ 66 w 74"/>
                  <a:gd name="T97" fmla="*/ 44 h 74"/>
                  <a:gd name="T98" fmla="*/ 62 w 74"/>
                  <a:gd name="T99" fmla="*/ 44 h 74"/>
                  <a:gd name="T100" fmla="*/ 58 w 74"/>
                  <a:gd name="T101" fmla="*/ 48 h 74"/>
                  <a:gd name="T102" fmla="*/ 54 w 74"/>
                  <a:gd name="T103" fmla="*/ 48 h 74"/>
                  <a:gd name="T104" fmla="*/ 52 w 74"/>
                  <a:gd name="T105" fmla="*/ 52 h 74"/>
                  <a:gd name="T106" fmla="*/ 52 w 74"/>
                  <a:gd name="T107" fmla="*/ 56 h 74"/>
                  <a:gd name="T108" fmla="*/ 54 w 74"/>
                  <a:gd name="T109" fmla="*/ 64 h 74"/>
                  <a:gd name="T110" fmla="*/ 54 w 74"/>
                  <a:gd name="T111" fmla="*/ 64 h 74"/>
                  <a:gd name="T112" fmla="*/ 48 w 74"/>
                  <a:gd name="T113" fmla="*/ 64 h 74"/>
                  <a:gd name="T114" fmla="*/ 48 w 74"/>
                  <a:gd name="T115" fmla="*/ 64 h 74"/>
                  <a:gd name="T116" fmla="*/ 44 w 74"/>
                  <a:gd name="T117" fmla="*/ 6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4" h="74">
                    <a:moveTo>
                      <a:pt x="40" y="64"/>
                    </a:moveTo>
                    <a:lnTo>
                      <a:pt x="40" y="64"/>
                    </a:lnTo>
                    <a:lnTo>
                      <a:pt x="40" y="64"/>
                    </a:lnTo>
                    <a:lnTo>
                      <a:pt x="40" y="64"/>
                    </a:lnTo>
                    <a:lnTo>
                      <a:pt x="40" y="68"/>
                    </a:lnTo>
                    <a:lnTo>
                      <a:pt x="40" y="68"/>
                    </a:lnTo>
                    <a:lnTo>
                      <a:pt x="40" y="68"/>
                    </a:lnTo>
                    <a:lnTo>
                      <a:pt x="40" y="68"/>
                    </a:lnTo>
                    <a:lnTo>
                      <a:pt x="40" y="68"/>
                    </a:lnTo>
                    <a:lnTo>
                      <a:pt x="40" y="68"/>
                    </a:lnTo>
                    <a:lnTo>
                      <a:pt x="36" y="70"/>
                    </a:lnTo>
                    <a:lnTo>
                      <a:pt x="36" y="70"/>
                    </a:lnTo>
                    <a:lnTo>
                      <a:pt x="36" y="70"/>
                    </a:lnTo>
                    <a:lnTo>
                      <a:pt x="36" y="70"/>
                    </a:lnTo>
                    <a:lnTo>
                      <a:pt x="36" y="70"/>
                    </a:lnTo>
                    <a:lnTo>
                      <a:pt x="36" y="70"/>
                    </a:lnTo>
                    <a:lnTo>
                      <a:pt x="36" y="70"/>
                    </a:lnTo>
                    <a:lnTo>
                      <a:pt x="36" y="70"/>
                    </a:lnTo>
                    <a:lnTo>
                      <a:pt x="36" y="70"/>
                    </a:lnTo>
                    <a:lnTo>
                      <a:pt x="36" y="70"/>
                    </a:lnTo>
                    <a:lnTo>
                      <a:pt x="32" y="70"/>
                    </a:lnTo>
                    <a:lnTo>
                      <a:pt x="32" y="70"/>
                    </a:lnTo>
                    <a:lnTo>
                      <a:pt x="32" y="70"/>
                    </a:lnTo>
                    <a:lnTo>
                      <a:pt x="32" y="70"/>
                    </a:lnTo>
                    <a:lnTo>
                      <a:pt x="32" y="70"/>
                    </a:lnTo>
                    <a:lnTo>
                      <a:pt x="32" y="70"/>
                    </a:lnTo>
                    <a:lnTo>
                      <a:pt x="32" y="70"/>
                    </a:lnTo>
                    <a:lnTo>
                      <a:pt x="32" y="74"/>
                    </a:lnTo>
                    <a:lnTo>
                      <a:pt x="30" y="74"/>
                    </a:lnTo>
                    <a:lnTo>
                      <a:pt x="30" y="70"/>
                    </a:lnTo>
                    <a:lnTo>
                      <a:pt x="30" y="70"/>
                    </a:lnTo>
                    <a:lnTo>
                      <a:pt x="30" y="70"/>
                    </a:lnTo>
                    <a:lnTo>
                      <a:pt x="26" y="70"/>
                    </a:lnTo>
                    <a:lnTo>
                      <a:pt x="26" y="70"/>
                    </a:lnTo>
                    <a:lnTo>
                      <a:pt x="26" y="70"/>
                    </a:lnTo>
                    <a:lnTo>
                      <a:pt x="26" y="70"/>
                    </a:lnTo>
                    <a:lnTo>
                      <a:pt x="26" y="70"/>
                    </a:lnTo>
                    <a:lnTo>
                      <a:pt x="22" y="70"/>
                    </a:lnTo>
                    <a:lnTo>
                      <a:pt x="22" y="70"/>
                    </a:lnTo>
                    <a:lnTo>
                      <a:pt x="22" y="70"/>
                    </a:lnTo>
                    <a:lnTo>
                      <a:pt x="22" y="70"/>
                    </a:lnTo>
                    <a:lnTo>
                      <a:pt x="22" y="70"/>
                    </a:lnTo>
                    <a:lnTo>
                      <a:pt x="18" y="70"/>
                    </a:lnTo>
                    <a:lnTo>
                      <a:pt x="18" y="70"/>
                    </a:lnTo>
                    <a:lnTo>
                      <a:pt x="18" y="70"/>
                    </a:lnTo>
                    <a:lnTo>
                      <a:pt x="18" y="68"/>
                    </a:lnTo>
                    <a:lnTo>
                      <a:pt x="18" y="68"/>
                    </a:lnTo>
                    <a:lnTo>
                      <a:pt x="18" y="68"/>
                    </a:lnTo>
                    <a:lnTo>
                      <a:pt x="18" y="68"/>
                    </a:lnTo>
                    <a:lnTo>
                      <a:pt x="18" y="68"/>
                    </a:lnTo>
                    <a:lnTo>
                      <a:pt x="22" y="68"/>
                    </a:lnTo>
                    <a:lnTo>
                      <a:pt x="22" y="68"/>
                    </a:lnTo>
                    <a:lnTo>
                      <a:pt x="22" y="68"/>
                    </a:lnTo>
                    <a:lnTo>
                      <a:pt x="22" y="64"/>
                    </a:lnTo>
                    <a:lnTo>
                      <a:pt x="22" y="64"/>
                    </a:lnTo>
                    <a:lnTo>
                      <a:pt x="18" y="64"/>
                    </a:lnTo>
                    <a:lnTo>
                      <a:pt x="18" y="60"/>
                    </a:lnTo>
                    <a:lnTo>
                      <a:pt x="18" y="60"/>
                    </a:lnTo>
                    <a:lnTo>
                      <a:pt x="18" y="60"/>
                    </a:lnTo>
                    <a:lnTo>
                      <a:pt x="18" y="64"/>
                    </a:lnTo>
                    <a:lnTo>
                      <a:pt x="18" y="64"/>
                    </a:lnTo>
                    <a:lnTo>
                      <a:pt x="14" y="64"/>
                    </a:lnTo>
                    <a:lnTo>
                      <a:pt x="14" y="64"/>
                    </a:lnTo>
                    <a:lnTo>
                      <a:pt x="14" y="68"/>
                    </a:lnTo>
                    <a:lnTo>
                      <a:pt x="10" y="68"/>
                    </a:lnTo>
                    <a:lnTo>
                      <a:pt x="10" y="64"/>
                    </a:lnTo>
                    <a:lnTo>
                      <a:pt x="10" y="64"/>
                    </a:lnTo>
                    <a:lnTo>
                      <a:pt x="10" y="64"/>
                    </a:lnTo>
                    <a:lnTo>
                      <a:pt x="10" y="60"/>
                    </a:lnTo>
                    <a:lnTo>
                      <a:pt x="10" y="60"/>
                    </a:lnTo>
                    <a:lnTo>
                      <a:pt x="10" y="60"/>
                    </a:lnTo>
                    <a:lnTo>
                      <a:pt x="10" y="56"/>
                    </a:lnTo>
                    <a:lnTo>
                      <a:pt x="10" y="56"/>
                    </a:lnTo>
                    <a:lnTo>
                      <a:pt x="10" y="52"/>
                    </a:lnTo>
                    <a:lnTo>
                      <a:pt x="10" y="56"/>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48"/>
                    </a:lnTo>
                    <a:lnTo>
                      <a:pt x="10" y="48"/>
                    </a:lnTo>
                    <a:lnTo>
                      <a:pt x="10" y="48"/>
                    </a:lnTo>
                    <a:lnTo>
                      <a:pt x="6" y="48"/>
                    </a:lnTo>
                    <a:lnTo>
                      <a:pt x="10" y="48"/>
                    </a:lnTo>
                    <a:lnTo>
                      <a:pt x="10" y="48"/>
                    </a:lnTo>
                    <a:lnTo>
                      <a:pt x="10" y="48"/>
                    </a:lnTo>
                    <a:lnTo>
                      <a:pt x="10" y="52"/>
                    </a:lnTo>
                    <a:lnTo>
                      <a:pt x="10" y="52"/>
                    </a:lnTo>
                    <a:lnTo>
                      <a:pt x="10" y="52"/>
                    </a:lnTo>
                    <a:lnTo>
                      <a:pt x="10" y="52"/>
                    </a:lnTo>
                    <a:lnTo>
                      <a:pt x="10" y="52"/>
                    </a:lnTo>
                    <a:lnTo>
                      <a:pt x="10" y="52"/>
                    </a:lnTo>
                    <a:lnTo>
                      <a:pt x="10" y="52"/>
                    </a:lnTo>
                    <a:lnTo>
                      <a:pt x="10" y="52"/>
                    </a:lnTo>
                    <a:lnTo>
                      <a:pt x="10" y="52"/>
                    </a:lnTo>
                    <a:lnTo>
                      <a:pt x="10" y="48"/>
                    </a:lnTo>
                    <a:lnTo>
                      <a:pt x="6" y="48"/>
                    </a:lnTo>
                    <a:lnTo>
                      <a:pt x="6" y="48"/>
                    </a:lnTo>
                    <a:lnTo>
                      <a:pt x="6" y="48"/>
                    </a:lnTo>
                    <a:lnTo>
                      <a:pt x="6" y="44"/>
                    </a:lnTo>
                    <a:lnTo>
                      <a:pt x="6" y="42"/>
                    </a:lnTo>
                    <a:lnTo>
                      <a:pt x="6" y="42"/>
                    </a:lnTo>
                    <a:lnTo>
                      <a:pt x="6" y="38"/>
                    </a:lnTo>
                    <a:lnTo>
                      <a:pt x="6" y="38"/>
                    </a:lnTo>
                    <a:lnTo>
                      <a:pt x="4" y="38"/>
                    </a:lnTo>
                    <a:lnTo>
                      <a:pt x="4" y="34"/>
                    </a:lnTo>
                    <a:lnTo>
                      <a:pt x="4" y="34"/>
                    </a:lnTo>
                    <a:lnTo>
                      <a:pt x="4" y="34"/>
                    </a:lnTo>
                    <a:lnTo>
                      <a:pt x="4" y="34"/>
                    </a:lnTo>
                    <a:lnTo>
                      <a:pt x="4" y="34"/>
                    </a:lnTo>
                    <a:lnTo>
                      <a:pt x="4" y="34"/>
                    </a:lnTo>
                    <a:lnTo>
                      <a:pt x="4" y="34"/>
                    </a:lnTo>
                    <a:lnTo>
                      <a:pt x="4" y="30"/>
                    </a:lnTo>
                    <a:lnTo>
                      <a:pt x="4" y="26"/>
                    </a:lnTo>
                    <a:lnTo>
                      <a:pt x="4" y="26"/>
                    </a:lnTo>
                    <a:lnTo>
                      <a:pt x="0" y="22"/>
                    </a:lnTo>
                    <a:lnTo>
                      <a:pt x="0" y="22"/>
                    </a:lnTo>
                    <a:lnTo>
                      <a:pt x="0" y="22"/>
                    </a:lnTo>
                    <a:lnTo>
                      <a:pt x="0" y="22"/>
                    </a:lnTo>
                    <a:lnTo>
                      <a:pt x="0" y="20"/>
                    </a:lnTo>
                    <a:lnTo>
                      <a:pt x="4" y="20"/>
                    </a:lnTo>
                    <a:lnTo>
                      <a:pt x="4" y="20"/>
                    </a:lnTo>
                    <a:lnTo>
                      <a:pt x="4" y="20"/>
                    </a:lnTo>
                    <a:lnTo>
                      <a:pt x="4" y="20"/>
                    </a:lnTo>
                    <a:lnTo>
                      <a:pt x="4" y="20"/>
                    </a:lnTo>
                    <a:lnTo>
                      <a:pt x="4" y="20"/>
                    </a:lnTo>
                    <a:lnTo>
                      <a:pt x="4" y="20"/>
                    </a:lnTo>
                    <a:lnTo>
                      <a:pt x="4" y="20"/>
                    </a:lnTo>
                    <a:lnTo>
                      <a:pt x="4" y="20"/>
                    </a:lnTo>
                    <a:lnTo>
                      <a:pt x="4" y="16"/>
                    </a:lnTo>
                    <a:lnTo>
                      <a:pt x="6" y="16"/>
                    </a:lnTo>
                    <a:lnTo>
                      <a:pt x="6" y="16"/>
                    </a:lnTo>
                    <a:lnTo>
                      <a:pt x="6" y="16"/>
                    </a:lnTo>
                    <a:lnTo>
                      <a:pt x="6" y="12"/>
                    </a:lnTo>
                    <a:lnTo>
                      <a:pt x="6" y="12"/>
                    </a:lnTo>
                    <a:lnTo>
                      <a:pt x="6" y="12"/>
                    </a:lnTo>
                    <a:lnTo>
                      <a:pt x="6" y="12"/>
                    </a:lnTo>
                    <a:lnTo>
                      <a:pt x="10" y="12"/>
                    </a:lnTo>
                    <a:lnTo>
                      <a:pt x="10" y="8"/>
                    </a:lnTo>
                    <a:lnTo>
                      <a:pt x="10" y="8"/>
                    </a:lnTo>
                    <a:lnTo>
                      <a:pt x="10" y="8"/>
                    </a:lnTo>
                    <a:lnTo>
                      <a:pt x="10" y="8"/>
                    </a:lnTo>
                    <a:lnTo>
                      <a:pt x="10" y="8"/>
                    </a:lnTo>
                    <a:lnTo>
                      <a:pt x="10" y="8"/>
                    </a:lnTo>
                    <a:lnTo>
                      <a:pt x="10" y="8"/>
                    </a:lnTo>
                    <a:lnTo>
                      <a:pt x="10" y="8"/>
                    </a:lnTo>
                    <a:lnTo>
                      <a:pt x="10" y="8"/>
                    </a:lnTo>
                    <a:lnTo>
                      <a:pt x="10" y="8"/>
                    </a:lnTo>
                    <a:lnTo>
                      <a:pt x="14" y="8"/>
                    </a:lnTo>
                    <a:lnTo>
                      <a:pt x="14" y="4"/>
                    </a:lnTo>
                    <a:lnTo>
                      <a:pt x="14" y="4"/>
                    </a:lnTo>
                    <a:lnTo>
                      <a:pt x="14" y="4"/>
                    </a:lnTo>
                    <a:lnTo>
                      <a:pt x="14" y="4"/>
                    </a:lnTo>
                    <a:lnTo>
                      <a:pt x="18" y="4"/>
                    </a:lnTo>
                    <a:lnTo>
                      <a:pt x="18" y="4"/>
                    </a:lnTo>
                    <a:lnTo>
                      <a:pt x="18" y="4"/>
                    </a:lnTo>
                    <a:lnTo>
                      <a:pt x="18" y="4"/>
                    </a:lnTo>
                    <a:lnTo>
                      <a:pt x="22" y="4"/>
                    </a:lnTo>
                    <a:lnTo>
                      <a:pt x="22" y="4"/>
                    </a:lnTo>
                    <a:lnTo>
                      <a:pt x="22" y="4"/>
                    </a:lnTo>
                    <a:lnTo>
                      <a:pt x="26" y="4"/>
                    </a:lnTo>
                    <a:lnTo>
                      <a:pt x="26" y="4"/>
                    </a:lnTo>
                    <a:lnTo>
                      <a:pt x="26" y="4"/>
                    </a:lnTo>
                    <a:lnTo>
                      <a:pt x="26" y="4"/>
                    </a:lnTo>
                    <a:lnTo>
                      <a:pt x="30" y="4"/>
                    </a:lnTo>
                    <a:lnTo>
                      <a:pt x="30" y="4"/>
                    </a:lnTo>
                    <a:lnTo>
                      <a:pt x="30" y="4"/>
                    </a:lnTo>
                    <a:lnTo>
                      <a:pt x="30" y="4"/>
                    </a:lnTo>
                    <a:lnTo>
                      <a:pt x="32" y="4"/>
                    </a:lnTo>
                    <a:lnTo>
                      <a:pt x="32" y="4"/>
                    </a:lnTo>
                    <a:lnTo>
                      <a:pt x="32" y="4"/>
                    </a:lnTo>
                    <a:lnTo>
                      <a:pt x="32" y="4"/>
                    </a:lnTo>
                    <a:lnTo>
                      <a:pt x="36" y="4"/>
                    </a:lnTo>
                    <a:lnTo>
                      <a:pt x="36" y="4"/>
                    </a:lnTo>
                    <a:lnTo>
                      <a:pt x="36" y="4"/>
                    </a:lnTo>
                    <a:lnTo>
                      <a:pt x="36" y="4"/>
                    </a:lnTo>
                    <a:lnTo>
                      <a:pt x="36" y="4"/>
                    </a:lnTo>
                    <a:lnTo>
                      <a:pt x="36" y="4"/>
                    </a:lnTo>
                    <a:lnTo>
                      <a:pt x="36" y="8"/>
                    </a:lnTo>
                    <a:lnTo>
                      <a:pt x="36" y="8"/>
                    </a:lnTo>
                    <a:lnTo>
                      <a:pt x="40" y="8"/>
                    </a:lnTo>
                    <a:lnTo>
                      <a:pt x="40" y="8"/>
                    </a:lnTo>
                    <a:lnTo>
                      <a:pt x="40" y="8"/>
                    </a:lnTo>
                    <a:lnTo>
                      <a:pt x="40" y="8"/>
                    </a:lnTo>
                    <a:lnTo>
                      <a:pt x="40" y="8"/>
                    </a:lnTo>
                    <a:lnTo>
                      <a:pt x="40" y="4"/>
                    </a:lnTo>
                    <a:lnTo>
                      <a:pt x="40" y="4"/>
                    </a:lnTo>
                    <a:lnTo>
                      <a:pt x="40" y="8"/>
                    </a:lnTo>
                    <a:lnTo>
                      <a:pt x="44" y="8"/>
                    </a:lnTo>
                    <a:lnTo>
                      <a:pt x="44" y="12"/>
                    </a:lnTo>
                    <a:lnTo>
                      <a:pt x="44" y="12"/>
                    </a:lnTo>
                    <a:lnTo>
                      <a:pt x="44" y="8"/>
                    </a:lnTo>
                    <a:lnTo>
                      <a:pt x="48" y="8"/>
                    </a:lnTo>
                    <a:lnTo>
                      <a:pt x="48" y="12"/>
                    </a:lnTo>
                    <a:lnTo>
                      <a:pt x="48" y="12"/>
                    </a:lnTo>
                    <a:lnTo>
                      <a:pt x="48" y="12"/>
                    </a:lnTo>
                    <a:lnTo>
                      <a:pt x="52" y="12"/>
                    </a:lnTo>
                    <a:lnTo>
                      <a:pt x="52" y="12"/>
                    </a:lnTo>
                    <a:lnTo>
                      <a:pt x="52" y="12"/>
                    </a:lnTo>
                    <a:lnTo>
                      <a:pt x="52" y="12"/>
                    </a:lnTo>
                    <a:lnTo>
                      <a:pt x="52" y="12"/>
                    </a:lnTo>
                    <a:lnTo>
                      <a:pt x="54" y="12"/>
                    </a:lnTo>
                    <a:lnTo>
                      <a:pt x="54" y="12"/>
                    </a:lnTo>
                    <a:lnTo>
                      <a:pt x="54" y="12"/>
                    </a:lnTo>
                    <a:lnTo>
                      <a:pt x="54" y="8"/>
                    </a:lnTo>
                    <a:lnTo>
                      <a:pt x="52" y="8"/>
                    </a:lnTo>
                    <a:lnTo>
                      <a:pt x="52" y="8"/>
                    </a:lnTo>
                    <a:lnTo>
                      <a:pt x="52" y="4"/>
                    </a:lnTo>
                    <a:lnTo>
                      <a:pt x="54" y="4"/>
                    </a:lnTo>
                    <a:lnTo>
                      <a:pt x="54" y="4"/>
                    </a:lnTo>
                    <a:lnTo>
                      <a:pt x="54" y="4"/>
                    </a:lnTo>
                    <a:lnTo>
                      <a:pt x="54" y="4"/>
                    </a:lnTo>
                    <a:lnTo>
                      <a:pt x="54" y="4"/>
                    </a:lnTo>
                    <a:lnTo>
                      <a:pt x="54" y="4"/>
                    </a:lnTo>
                    <a:lnTo>
                      <a:pt x="54" y="4"/>
                    </a:lnTo>
                    <a:lnTo>
                      <a:pt x="54" y="4"/>
                    </a:lnTo>
                    <a:lnTo>
                      <a:pt x="54" y="4"/>
                    </a:lnTo>
                    <a:lnTo>
                      <a:pt x="54" y="4"/>
                    </a:lnTo>
                    <a:lnTo>
                      <a:pt x="58" y="4"/>
                    </a:lnTo>
                    <a:lnTo>
                      <a:pt x="58" y="4"/>
                    </a:lnTo>
                    <a:lnTo>
                      <a:pt x="58" y="4"/>
                    </a:lnTo>
                    <a:lnTo>
                      <a:pt x="58" y="0"/>
                    </a:lnTo>
                    <a:lnTo>
                      <a:pt x="58" y="0"/>
                    </a:lnTo>
                    <a:lnTo>
                      <a:pt x="62" y="4"/>
                    </a:lnTo>
                    <a:lnTo>
                      <a:pt x="62" y="4"/>
                    </a:lnTo>
                    <a:lnTo>
                      <a:pt x="62" y="4"/>
                    </a:lnTo>
                    <a:lnTo>
                      <a:pt x="62" y="4"/>
                    </a:lnTo>
                    <a:lnTo>
                      <a:pt x="62" y="4"/>
                    </a:lnTo>
                    <a:lnTo>
                      <a:pt x="62" y="4"/>
                    </a:lnTo>
                    <a:lnTo>
                      <a:pt x="62" y="8"/>
                    </a:lnTo>
                    <a:lnTo>
                      <a:pt x="70" y="4"/>
                    </a:lnTo>
                    <a:lnTo>
                      <a:pt x="70" y="4"/>
                    </a:lnTo>
                    <a:lnTo>
                      <a:pt x="70" y="4"/>
                    </a:lnTo>
                    <a:lnTo>
                      <a:pt x="70" y="4"/>
                    </a:lnTo>
                    <a:lnTo>
                      <a:pt x="70" y="0"/>
                    </a:lnTo>
                    <a:lnTo>
                      <a:pt x="74" y="0"/>
                    </a:lnTo>
                    <a:lnTo>
                      <a:pt x="74" y="0"/>
                    </a:lnTo>
                    <a:lnTo>
                      <a:pt x="74" y="0"/>
                    </a:lnTo>
                    <a:lnTo>
                      <a:pt x="74" y="0"/>
                    </a:lnTo>
                    <a:lnTo>
                      <a:pt x="74" y="0"/>
                    </a:lnTo>
                    <a:lnTo>
                      <a:pt x="74" y="4"/>
                    </a:lnTo>
                    <a:lnTo>
                      <a:pt x="74" y="4"/>
                    </a:lnTo>
                    <a:lnTo>
                      <a:pt x="74" y="4"/>
                    </a:lnTo>
                    <a:lnTo>
                      <a:pt x="74" y="4"/>
                    </a:lnTo>
                    <a:lnTo>
                      <a:pt x="74" y="4"/>
                    </a:lnTo>
                    <a:lnTo>
                      <a:pt x="70" y="4"/>
                    </a:lnTo>
                    <a:lnTo>
                      <a:pt x="74" y="8"/>
                    </a:lnTo>
                    <a:lnTo>
                      <a:pt x="74" y="8"/>
                    </a:lnTo>
                    <a:lnTo>
                      <a:pt x="70" y="8"/>
                    </a:lnTo>
                    <a:lnTo>
                      <a:pt x="70" y="8"/>
                    </a:lnTo>
                    <a:lnTo>
                      <a:pt x="70" y="12"/>
                    </a:lnTo>
                    <a:lnTo>
                      <a:pt x="74" y="12"/>
                    </a:lnTo>
                    <a:lnTo>
                      <a:pt x="74" y="12"/>
                    </a:lnTo>
                    <a:lnTo>
                      <a:pt x="74" y="16"/>
                    </a:lnTo>
                    <a:lnTo>
                      <a:pt x="74" y="16"/>
                    </a:lnTo>
                    <a:lnTo>
                      <a:pt x="74" y="20"/>
                    </a:lnTo>
                    <a:lnTo>
                      <a:pt x="74" y="20"/>
                    </a:lnTo>
                    <a:lnTo>
                      <a:pt x="74" y="22"/>
                    </a:lnTo>
                    <a:lnTo>
                      <a:pt x="74" y="22"/>
                    </a:lnTo>
                    <a:lnTo>
                      <a:pt x="74" y="30"/>
                    </a:lnTo>
                    <a:lnTo>
                      <a:pt x="74" y="30"/>
                    </a:lnTo>
                    <a:lnTo>
                      <a:pt x="74" y="30"/>
                    </a:lnTo>
                    <a:lnTo>
                      <a:pt x="74" y="30"/>
                    </a:lnTo>
                    <a:lnTo>
                      <a:pt x="74" y="34"/>
                    </a:lnTo>
                    <a:lnTo>
                      <a:pt x="74" y="38"/>
                    </a:lnTo>
                    <a:lnTo>
                      <a:pt x="74" y="38"/>
                    </a:lnTo>
                    <a:lnTo>
                      <a:pt x="74" y="42"/>
                    </a:lnTo>
                    <a:lnTo>
                      <a:pt x="74" y="42"/>
                    </a:lnTo>
                    <a:lnTo>
                      <a:pt x="74" y="42"/>
                    </a:lnTo>
                    <a:lnTo>
                      <a:pt x="74" y="42"/>
                    </a:lnTo>
                    <a:lnTo>
                      <a:pt x="74" y="42"/>
                    </a:lnTo>
                    <a:lnTo>
                      <a:pt x="70" y="42"/>
                    </a:lnTo>
                    <a:lnTo>
                      <a:pt x="70" y="42"/>
                    </a:lnTo>
                    <a:lnTo>
                      <a:pt x="70" y="42"/>
                    </a:lnTo>
                    <a:lnTo>
                      <a:pt x="70" y="42"/>
                    </a:lnTo>
                    <a:lnTo>
                      <a:pt x="70" y="42"/>
                    </a:lnTo>
                    <a:lnTo>
                      <a:pt x="70" y="42"/>
                    </a:lnTo>
                    <a:lnTo>
                      <a:pt x="66" y="42"/>
                    </a:lnTo>
                    <a:lnTo>
                      <a:pt x="66" y="44"/>
                    </a:lnTo>
                    <a:lnTo>
                      <a:pt x="66" y="44"/>
                    </a:lnTo>
                    <a:lnTo>
                      <a:pt x="66" y="44"/>
                    </a:lnTo>
                    <a:lnTo>
                      <a:pt x="66" y="44"/>
                    </a:lnTo>
                    <a:lnTo>
                      <a:pt x="66" y="44"/>
                    </a:lnTo>
                    <a:lnTo>
                      <a:pt x="66" y="44"/>
                    </a:lnTo>
                    <a:lnTo>
                      <a:pt x="62" y="44"/>
                    </a:lnTo>
                    <a:lnTo>
                      <a:pt x="62" y="44"/>
                    </a:lnTo>
                    <a:lnTo>
                      <a:pt x="62" y="44"/>
                    </a:lnTo>
                    <a:lnTo>
                      <a:pt x="62" y="48"/>
                    </a:lnTo>
                    <a:lnTo>
                      <a:pt x="62" y="44"/>
                    </a:lnTo>
                    <a:lnTo>
                      <a:pt x="58" y="44"/>
                    </a:lnTo>
                    <a:lnTo>
                      <a:pt x="58" y="44"/>
                    </a:lnTo>
                    <a:lnTo>
                      <a:pt x="58" y="44"/>
                    </a:lnTo>
                    <a:lnTo>
                      <a:pt x="58" y="48"/>
                    </a:lnTo>
                    <a:lnTo>
                      <a:pt x="58" y="48"/>
                    </a:lnTo>
                    <a:lnTo>
                      <a:pt x="58" y="48"/>
                    </a:lnTo>
                    <a:lnTo>
                      <a:pt x="58" y="52"/>
                    </a:lnTo>
                    <a:lnTo>
                      <a:pt x="58" y="52"/>
                    </a:lnTo>
                    <a:lnTo>
                      <a:pt x="58" y="52"/>
                    </a:lnTo>
                    <a:lnTo>
                      <a:pt x="54" y="52"/>
                    </a:lnTo>
                    <a:lnTo>
                      <a:pt x="54" y="52"/>
                    </a:lnTo>
                    <a:lnTo>
                      <a:pt x="54" y="48"/>
                    </a:lnTo>
                    <a:lnTo>
                      <a:pt x="52" y="48"/>
                    </a:lnTo>
                    <a:lnTo>
                      <a:pt x="52" y="48"/>
                    </a:lnTo>
                    <a:lnTo>
                      <a:pt x="52" y="52"/>
                    </a:lnTo>
                    <a:lnTo>
                      <a:pt x="52" y="52"/>
                    </a:lnTo>
                    <a:lnTo>
                      <a:pt x="52" y="52"/>
                    </a:lnTo>
                    <a:lnTo>
                      <a:pt x="52" y="52"/>
                    </a:lnTo>
                    <a:lnTo>
                      <a:pt x="52" y="52"/>
                    </a:lnTo>
                    <a:lnTo>
                      <a:pt x="52" y="52"/>
                    </a:lnTo>
                    <a:lnTo>
                      <a:pt x="52" y="52"/>
                    </a:lnTo>
                    <a:lnTo>
                      <a:pt x="52" y="52"/>
                    </a:lnTo>
                    <a:lnTo>
                      <a:pt x="52" y="52"/>
                    </a:lnTo>
                    <a:lnTo>
                      <a:pt x="52" y="56"/>
                    </a:lnTo>
                    <a:lnTo>
                      <a:pt x="52" y="56"/>
                    </a:lnTo>
                    <a:lnTo>
                      <a:pt x="52" y="60"/>
                    </a:lnTo>
                    <a:lnTo>
                      <a:pt x="52" y="60"/>
                    </a:lnTo>
                    <a:lnTo>
                      <a:pt x="52" y="60"/>
                    </a:lnTo>
                    <a:lnTo>
                      <a:pt x="54" y="64"/>
                    </a:lnTo>
                    <a:lnTo>
                      <a:pt x="54" y="64"/>
                    </a:lnTo>
                    <a:lnTo>
                      <a:pt x="54" y="64"/>
                    </a:lnTo>
                    <a:lnTo>
                      <a:pt x="54" y="64"/>
                    </a:lnTo>
                    <a:lnTo>
                      <a:pt x="54" y="64"/>
                    </a:lnTo>
                    <a:lnTo>
                      <a:pt x="54" y="64"/>
                    </a:lnTo>
                    <a:lnTo>
                      <a:pt x="54" y="64"/>
                    </a:lnTo>
                    <a:lnTo>
                      <a:pt x="54" y="64"/>
                    </a:lnTo>
                    <a:lnTo>
                      <a:pt x="54" y="68"/>
                    </a:lnTo>
                    <a:lnTo>
                      <a:pt x="54" y="68"/>
                    </a:lnTo>
                    <a:lnTo>
                      <a:pt x="54" y="68"/>
                    </a:lnTo>
                    <a:lnTo>
                      <a:pt x="52" y="64"/>
                    </a:lnTo>
                    <a:lnTo>
                      <a:pt x="52" y="64"/>
                    </a:lnTo>
                    <a:lnTo>
                      <a:pt x="48" y="64"/>
                    </a:lnTo>
                    <a:lnTo>
                      <a:pt x="48" y="64"/>
                    </a:lnTo>
                    <a:lnTo>
                      <a:pt x="48" y="64"/>
                    </a:lnTo>
                    <a:lnTo>
                      <a:pt x="48" y="64"/>
                    </a:lnTo>
                    <a:lnTo>
                      <a:pt x="48" y="64"/>
                    </a:lnTo>
                    <a:lnTo>
                      <a:pt x="48" y="64"/>
                    </a:lnTo>
                    <a:lnTo>
                      <a:pt x="48" y="64"/>
                    </a:lnTo>
                    <a:lnTo>
                      <a:pt x="44" y="64"/>
                    </a:lnTo>
                    <a:lnTo>
                      <a:pt x="44" y="64"/>
                    </a:lnTo>
                    <a:lnTo>
                      <a:pt x="44" y="64"/>
                    </a:lnTo>
                    <a:lnTo>
                      <a:pt x="44" y="64"/>
                    </a:lnTo>
                    <a:lnTo>
                      <a:pt x="44" y="68"/>
                    </a:lnTo>
                    <a:lnTo>
                      <a:pt x="44" y="68"/>
                    </a:lnTo>
                    <a:lnTo>
                      <a:pt x="40" y="64"/>
                    </a:lnTo>
                    <a:lnTo>
                      <a:pt x="40" y="64"/>
                    </a:lnTo>
                    <a:lnTo>
                      <a:pt x="40" y="64"/>
                    </a:lnTo>
                    <a:lnTo>
                      <a:pt x="40" y="64"/>
                    </a:lnTo>
                    <a:lnTo>
                      <a:pt x="40"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0" name="Freeform 24"/>
              <p:cNvSpPr>
                <a:spLocks noEditPoints="1"/>
              </p:cNvSpPr>
              <p:nvPr/>
            </p:nvSpPr>
            <p:spPr bwMode="gray">
              <a:xfrm>
                <a:off x="6608790" y="2804784"/>
                <a:ext cx="1502725" cy="1172260"/>
              </a:xfrm>
              <a:custGeom>
                <a:avLst/>
                <a:gdLst>
                  <a:gd name="T0" fmla="*/ 356 w 864"/>
                  <a:gd name="T1" fmla="*/ 518 h 674"/>
                  <a:gd name="T2" fmla="*/ 328 w 864"/>
                  <a:gd name="T3" fmla="*/ 484 h 674"/>
                  <a:gd name="T4" fmla="*/ 282 w 864"/>
                  <a:gd name="T5" fmla="*/ 484 h 674"/>
                  <a:gd name="T6" fmla="*/ 226 w 864"/>
                  <a:gd name="T7" fmla="*/ 496 h 674"/>
                  <a:gd name="T8" fmla="*/ 182 w 864"/>
                  <a:gd name="T9" fmla="*/ 500 h 674"/>
                  <a:gd name="T10" fmla="*/ 136 w 864"/>
                  <a:gd name="T11" fmla="*/ 470 h 674"/>
                  <a:gd name="T12" fmla="*/ 84 w 864"/>
                  <a:gd name="T13" fmla="*/ 444 h 674"/>
                  <a:gd name="T14" fmla="*/ 76 w 864"/>
                  <a:gd name="T15" fmla="*/ 402 h 674"/>
                  <a:gd name="T16" fmla="*/ 44 w 864"/>
                  <a:gd name="T17" fmla="*/ 354 h 674"/>
                  <a:gd name="T18" fmla="*/ 20 w 864"/>
                  <a:gd name="T19" fmla="*/ 316 h 674"/>
                  <a:gd name="T20" fmla="*/ 18 w 864"/>
                  <a:gd name="T21" fmla="*/ 268 h 674"/>
                  <a:gd name="T22" fmla="*/ 74 w 864"/>
                  <a:gd name="T23" fmla="*/ 242 h 674"/>
                  <a:gd name="T24" fmla="*/ 96 w 864"/>
                  <a:gd name="T25" fmla="*/ 194 h 674"/>
                  <a:gd name="T26" fmla="*/ 122 w 864"/>
                  <a:gd name="T27" fmla="*/ 164 h 674"/>
                  <a:gd name="T28" fmla="*/ 170 w 864"/>
                  <a:gd name="T29" fmla="*/ 120 h 674"/>
                  <a:gd name="T30" fmla="*/ 218 w 864"/>
                  <a:gd name="T31" fmla="*/ 112 h 674"/>
                  <a:gd name="T32" fmla="*/ 242 w 864"/>
                  <a:gd name="T33" fmla="*/ 168 h 674"/>
                  <a:gd name="T34" fmla="*/ 312 w 864"/>
                  <a:gd name="T35" fmla="*/ 198 h 674"/>
                  <a:gd name="T36" fmla="*/ 386 w 864"/>
                  <a:gd name="T37" fmla="*/ 220 h 674"/>
                  <a:gd name="T38" fmla="*/ 476 w 864"/>
                  <a:gd name="T39" fmla="*/ 228 h 674"/>
                  <a:gd name="T40" fmla="*/ 542 w 864"/>
                  <a:gd name="T41" fmla="*/ 198 h 674"/>
                  <a:gd name="T42" fmla="*/ 600 w 864"/>
                  <a:gd name="T43" fmla="*/ 164 h 674"/>
                  <a:gd name="T44" fmla="*/ 656 w 864"/>
                  <a:gd name="T45" fmla="*/ 138 h 674"/>
                  <a:gd name="T46" fmla="*/ 600 w 864"/>
                  <a:gd name="T47" fmla="*/ 108 h 674"/>
                  <a:gd name="T48" fmla="*/ 648 w 864"/>
                  <a:gd name="T49" fmla="*/ 64 h 674"/>
                  <a:gd name="T50" fmla="*/ 676 w 864"/>
                  <a:gd name="T51" fmla="*/ 4 h 674"/>
                  <a:gd name="T52" fmla="*/ 744 w 864"/>
                  <a:gd name="T53" fmla="*/ 18 h 674"/>
                  <a:gd name="T54" fmla="*/ 762 w 864"/>
                  <a:gd name="T55" fmla="*/ 78 h 674"/>
                  <a:gd name="T56" fmla="*/ 814 w 864"/>
                  <a:gd name="T57" fmla="*/ 120 h 674"/>
                  <a:gd name="T58" fmla="*/ 856 w 864"/>
                  <a:gd name="T59" fmla="*/ 138 h 674"/>
                  <a:gd name="T60" fmla="*/ 814 w 864"/>
                  <a:gd name="T61" fmla="*/ 180 h 674"/>
                  <a:gd name="T62" fmla="*/ 796 w 864"/>
                  <a:gd name="T63" fmla="*/ 220 h 674"/>
                  <a:gd name="T64" fmla="*/ 748 w 864"/>
                  <a:gd name="T65" fmla="*/ 242 h 674"/>
                  <a:gd name="T66" fmla="*/ 696 w 864"/>
                  <a:gd name="T67" fmla="*/ 284 h 674"/>
                  <a:gd name="T68" fmla="*/ 688 w 864"/>
                  <a:gd name="T69" fmla="*/ 268 h 674"/>
                  <a:gd name="T70" fmla="*/ 628 w 864"/>
                  <a:gd name="T71" fmla="*/ 286 h 674"/>
                  <a:gd name="T72" fmla="*/ 662 w 864"/>
                  <a:gd name="T73" fmla="*/ 320 h 674"/>
                  <a:gd name="T74" fmla="*/ 666 w 864"/>
                  <a:gd name="T75" fmla="*/ 340 h 674"/>
                  <a:gd name="T76" fmla="*/ 662 w 864"/>
                  <a:gd name="T77" fmla="*/ 384 h 674"/>
                  <a:gd name="T78" fmla="*/ 662 w 864"/>
                  <a:gd name="T79" fmla="*/ 424 h 674"/>
                  <a:gd name="T80" fmla="*/ 676 w 864"/>
                  <a:gd name="T81" fmla="*/ 448 h 674"/>
                  <a:gd name="T82" fmla="*/ 680 w 864"/>
                  <a:gd name="T83" fmla="*/ 470 h 674"/>
                  <a:gd name="T84" fmla="*/ 670 w 864"/>
                  <a:gd name="T85" fmla="*/ 496 h 674"/>
                  <a:gd name="T86" fmla="*/ 658 w 864"/>
                  <a:gd name="T87" fmla="*/ 522 h 674"/>
                  <a:gd name="T88" fmla="*/ 648 w 864"/>
                  <a:gd name="T89" fmla="*/ 540 h 674"/>
                  <a:gd name="T90" fmla="*/ 626 w 864"/>
                  <a:gd name="T91" fmla="*/ 564 h 674"/>
                  <a:gd name="T92" fmla="*/ 588 w 864"/>
                  <a:gd name="T93" fmla="*/ 592 h 674"/>
                  <a:gd name="T94" fmla="*/ 562 w 864"/>
                  <a:gd name="T95" fmla="*/ 592 h 674"/>
                  <a:gd name="T96" fmla="*/ 536 w 864"/>
                  <a:gd name="T97" fmla="*/ 616 h 674"/>
                  <a:gd name="T98" fmla="*/ 514 w 864"/>
                  <a:gd name="T99" fmla="*/ 620 h 674"/>
                  <a:gd name="T100" fmla="*/ 486 w 864"/>
                  <a:gd name="T101" fmla="*/ 616 h 674"/>
                  <a:gd name="T102" fmla="*/ 430 w 864"/>
                  <a:gd name="T103" fmla="*/ 592 h 674"/>
                  <a:gd name="T104" fmla="*/ 402 w 864"/>
                  <a:gd name="T105" fmla="*/ 620 h 674"/>
                  <a:gd name="T106" fmla="*/ 364 w 864"/>
                  <a:gd name="T107" fmla="*/ 586 h 674"/>
                  <a:gd name="T108" fmla="*/ 670 w 864"/>
                  <a:gd name="T109" fmla="*/ 556 h 674"/>
                  <a:gd name="T110" fmla="*/ 670 w 864"/>
                  <a:gd name="T111" fmla="*/ 600 h 674"/>
                  <a:gd name="T112" fmla="*/ 498 w 864"/>
                  <a:gd name="T113" fmla="*/ 662 h 674"/>
                  <a:gd name="T114" fmla="*/ 524 w 864"/>
                  <a:gd name="T115" fmla="*/ 656 h 674"/>
                  <a:gd name="T116" fmla="*/ 684 w 864"/>
                  <a:gd name="T117" fmla="*/ 458 h 674"/>
                  <a:gd name="T118" fmla="*/ 520 w 864"/>
                  <a:gd name="T119" fmla="*/ 622 h 674"/>
                  <a:gd name="T120" fmla="*/ 566 w 864"/>
                  <a:gd name="T121" fmla="*/ 590 h 674"/>
                  <a:gd name="T122" fmla="*/ 628 w 864"/>
                  <a:gd name="T123" fmla="*/ 564 h 674"/>
                  <a:gd name="T124" fmla="*/ 576 w 864"/>
                  <a:gd name="T125" fmla="*/ 604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864" h="674">
                    <a:moveTo>
                      <a:pt x="342" y="574"/>
                    </a:moveTo>
                    <a:lnTo>
                      <a:pt x="342" y="570"/>
                    </a:lnTo>
                    <a:lnTo>
                      <a:pt x="338" y="570"/>
                    </a:lnTo>
                    <a:lnTo>
                      <a:pt x="342" y="570"/>
                    </a:lnTo>
                    <a:lnTo>
                      <a:pt x="342" y="566"/>
                    </a:lnTo>
                    <a:lnTo>
                      <a:pt x="342" y="564"/>
                    </a:lnTo>
                    <a:lnTo>
                      <a:pt x="338" y="564"/>
                    </a:lnTo>
                    <a:lnTo>
                      <a:pt x="338" y="560"/>
                    </a:lnTo>
                    <a:lnTo>
                      <a:pt x="338" y="556"/>
                    </a:lnTo>
                    <a:lnTo>
                      <a:pt x="342" y="556"/>
                    </a:lnTo>
                    <a:lnTo>
                      <a:pt x="342" y="552"/>
                    </a:lnTo>
                    <a:lnTo>
                      <a:pt x="342" y="548"/>
                    </a:lnTo>
                    <a:lnTo>
                      <a:pt x="346" y="548"/>
                    </a:lnTo>
                    <a:lnTo>
                      <a:pt x="346" y="544"/>
                    </a:lnTo>
                    <a:lnTo>
                      <a:pt x="348" y="540"/>
                    </a:lnTo>
                    <a:lnTo>
                      <a:pt x="352" y="540"/>
                    </a:lnTo>
                    <a:lnTo>
                      <a:pt x="352" y="536"/>
                    </a:lnTo>
                    <a:lnTo>
                      <a:pt x="356" y="536"/>
                    </a:lnTo>
                    <a:lnTo>
                      <a:pt x="352" y="536"/>
                    </a:lnTo>
                    <a:lnTo>
                      <a:pt x="352" y="534"/>
                    </a:lnTo>
                    <a:lnTo>
                      <a:pt x="356" y="534"/>
                    </a:lnTo>
                    <a:lnTo>
                      <a:pt x="356" y="530"/>
                    </a:lnTo>
                    <a:lnTo>
                      <a:pt x="356" y="526"/>
                    </a:lnTo>
                    <a:lnTo>
                      <a:pt x="356" y="522"/>
                    </a:lnTo>
                    <a:lnTo>
                      <a:pt x="356" y="518"/>
                    </a:lnTo>
                    <a:lnTo>
                      <a:pt x="356" y="514"/>
                    </a:lnTo>
                    <a:lnTo>
                      <a:pt x="356" y="510"/>
                    </a:lnTo>
                    <a:lnTo>
                      <a:pt x="356" y="508"/>
                    </a:lnTo>
                    <a:lnTo>
                      <a:pt x="352" y="508"/>
                    </a:lnTo>
                    <a:lnTo>
                      <a:pt x="352" y="504"/>
                    </a:lnTo>
                    <a:lnTo>
                      <a:pt x="352" y="508"/>
                    </a:lnTo>
                    <a:lnTo>
                      <a:pt x="348" y="508"/>
                    </a:lnTo>
                    <a:lnTo>
                      <a:pt x="348" y="504"/>
                    </a:lnTo>
                    <a:lnTo>
                      <a:pt x="348" y="500"/>
                    </a:lnTo>
                    <a:lnTo>
                      <a:pt x="346" y="500"/>
                    </a:lnTo>
                    <a:lnTo>
                      <a:pt x="346" y="496"/>
                    </a:lnTo>
                    <a:lnTo>
                      <a:pt x="346" y="492"/>
                    </a:lnTo>
                    <a:lnTo>
                      <a:pt x="342" y="492"/>
                    </a:lnTo>
                    <a:lnTo>
                      <a:pt x="342" y="488"/>
                    </a:lnTo>
                    <a:lnTo>
                      <a:pt x="338" y="488"/>
                    </a:lnTo>
                    <a:lnTo>
                      <a:pt x="338" y="492"/>
                    </a:lnTo>
                    <a:lnTo>
                      <a:pt x="334" y="492"/>
                    </a:lnTo>
                    <a:lnTo>
                      <a:pt x="334" y="496"/>
                    </a:lnTo>
                    <a:lnTo>
                      <a:pt x="334" y="492"/>
                    </a:lnTo>
                    <a:lnTo>
                      <a:pt x="330" y="492"/>
                    </a:lnTo>
                    <a:lnTo>
                      <a:pt x="328" y="492"/>
                    </a:lnTo>
                    <a:lnTo>
                      <a:pt x="328" y="488"/>
                    </a:lnTo>
                    <a:lnTo>
                      <a:pt x="324" y="492"/>
                    </a:lnTo>
                    <a:lnTo>
                      <a:pt x="324" y="488"/>
                    </a:lnTo>
                    <a:lnTo>
                      <a:pt x="328" y="484"/>
                    </a:lnTo>
                    <a:lnTo>
                      <a:pt x="324" y="480"/>
                    </a:lnTo>
                    <a:lnTo>
                      <a:pt x="324" y="478"/>
                    </a:lnTo>
                    <a:lnTo>
                      <a:pt x="324" y="480"/>
                    </a:lnTo>
                    <a:lnTo>
                      <a:pt x="320" y="480"/>
                    </a:lnTo>
                    <a:lnTo>
                      <a:pt x="320" y="478"/>
                    </a:lnTo>
                    <a:lnTo>
                      <a:pt x="324" y="478"/>
                    </a:lnTo>
                    <a:lnTo>
                      <a:pt x="324" y="474"/>
                    </a:lnTo>
                    <a:lnTo>
                      <a:pt x="320" y="478"/>
                    </a:lnTo>
                    <a:lnTo>
                      <a:pt x="320" y="474"/>
                    </a:lnTo>
                    <a:lnTo>
                      <a:pt x="320" y="470"/>
                    </a:lnTo>
                    <a:lnTo>
                      <a:pt x="316" y="474"/>
                    </a:lnTo>
                    <a:lnTo>
                      <a:pt x="312" y="474"/>
                    </a:lnTo>
                    <a:lnTo>
                      <a:pt x="312" y="478"/>
                    </a:lnTo>
                    <a:lnTo>
                      <a:pt x="308" y="478"/>
                    </a:lnTo>
                    <a:lnTo>
                      <a:pt x="308" y="480"/>
                    </a:lnTo>
                    <a:lnTo>
                      <a:pt x="304" y="478"/>
                    </a:lnTo>
                    <a:lnTo>
                      <a:pt x="302" y="478"/>
                    </a:lnTo>
                    <a:lnTo>
                      <a:pt x="302" y="474"/>
                    </a:lnTo>
                    <a:lnTo>
                      <a:pt x="298" y="474"/>
                    </a:lnTo>
                    <a:lnTo>
                      <a:pt x="298" y="478"/>
                    </a:lnTo>
                    <a:lnTo>
                      <a:pt x="294" y="478"/>
                    </a:lnTo>
                    <a:lnTo>
                      <a:pt x="290" y="480"/>
                    </a:lnTo>
                    <a:lnTo>
                      <a:pt x="290" y="484"/>
                    </a:lnTo>
                    <a:lnTo>
                      <a:pt x="286" y="484"/>
                    </a:lnTo>
                    <a:lnTo>
                      <a:pt x="282" y="484"/>
                    </a:lnTo>
                    <a:lnTo>
                      <a:pt x="278" y="488"/>
                    </a:lnTo>
                    <a:lnTo>
                      <a:pt x="278" y="492"/>
                    </a:lnTo>
                    <a:lnTo>
                      <a:pt x="274" y="492"/>
                    </a:lnTo>
                    <a:lnTo>
                      <a:pt x="272" y="496"/>
                    </a:lnTo>
                    <a:lnTo>
                      <a:pt x="272" y="500"/>
                    </a:lnTo>
                    <a:lnTo>
                      <a:pt x="268" y="500"/>
                    </a:lnTo>
                    <a:lnTo>
                      <a:pt x="264" y="504"/>
                    </a:lnTo>
                    <a:lnTo>
                      <a:pt x="264" y="500"/>
                    </a:lnTo>
                    <a:lnTo>
                      <a:pt x="264" y="504"/>
                    </a:lnTo>
                    <a:lnTo>
                      <a:pt x="260" y="504"/>
                    </a:lnTo>
                    <a:lnTo>
                      <a:pt x="256" y="504"/>
                    </a:lnTo>
                    <a:lnTo>
                      <a:pt x="256" y="500"/>
                    </a:lnTo>
                    <a:lnTo>
                      <a:pt x="252" y="500"/>
                    </a:lnTo>
                    <a:lnTo>
                      <a:pt x="252" y="496"/>
                    </a:lnTo>
                    <a:lnTo>
                      <a:pt x="248" y="496"/>
                    </a:lnTo>
                    <a:lnTo>
                      <a:pt x="248" y="500"/>
                    </a:lnTo>
                    <a:lnTo>
                      <a:pt x="246" y="500"/>
                    </a:lnTo>
                    <a:lnTo>
                      <a:pt x="246" y="496"/>
                    </a:lnTo>
                    <a:lnTo>
                      <a:pt x="242" y="496"/>
                    </a:lnTo>
                    <a:lnTo>
                      <a:pt x="238" y="496"/>
                    </a:lnTo>
                    <a:lnTo>
                      <a:pt x="238" y="492"/>
                    </a:lnTo>
                    <a:lnTo>
                      <a:pt x="234" y="492"/>
                    </a:lnTo>
                    <a:lnTo>
                      <a:pt x="230" y="492"/>
                    </a:lnTo>
                    <a:lnTo>
                      <a:pt x="230" y="496"/>
                    </a:lnTo>
                    <a:lnTo>
                      <a:pt x="226" y="496"/>
                    </a:lnTo>
                    <a:lnTo>
                      <a:pt x="222" y="500"/>
                    </a:lnTo>
                    <a:lnTo>
                      <a:pt x="222" y="504"/>
                    </a:lnTo>
                    <a:lnTo>
                      <a:pt x="218" y="504"/>
                    </a:lnTo>
                    <a:lnTo>
                      <a:pt x="218" y="508"/>
                    </a:lnTo>
                    <a:lnTo>
                      <a:pt x="218" y="510"/>
                    </a:lnTo>
                    <a:lnTo>
                      <a:pt x="216" y="510"/>
                    </a:lnTo>
                    <a:lnTo>
                      <a:pt x="216" y="508"/>
                    </a:lnTo>
                    <a:lnTo>
                      <a:pt x="216" y="504"/>
                    </a:lnTo>
                    <a:lnTo>
                      <a:pt x="216" y="500"/>
                    </a:lnTo>
                    <a:lnTo>
                      <a:pt x="216" y="496"/>
                    </a:lnTo>
                    <a:lnTo>
                      <a:pt x="212" y="496"/>
                    </a:lnTo>
                    <a:lnTo>
                      <a:pt x="208" y="500"/>
                    </a:lnTo>
                    <a:lnTo>
                      <a:pt x="204" y="500"/>
                    </a:lnTo>
                    <a:lnTo>
                      <a:pt x="200" y="500"/>
                    </a:lnTo>
                    <a:lnTo>
                      <a:pt x="200" y="504"/>
                    </a:lnTo>
                    <a:lnTo>
                      <a:pt x="200" y="500"/>
                    </a:lnTo>
                    <a:lnTo>
                      <a:pt x="200" y="504"/>
                    </a:lnTo>
                    <a:lnTo>
                      <a:pt x="196" y="504"/>
                    </a:lnTo>
                    <a:lnTo>
                      <a:pt x="196" y="500"/>
                    </a:lnTo>
                    <a:lnTo>
                      <a:pt x="192" y="500"/>
                    </a:lnTo>
                    <a:lnTo>
                      <a:pt x="192" y="504"/>
                    </a:lnTo>
                    <a:lnTo>
                      <a:pt x="192" y="500"/>
                    </a:lnTo>
                    <a:lnTo>
                      <a:pt x="188" y="500"/>
                    </a:lnTo>
                    <a:lnTo>
                      <a:pt x="186" y="496"/>
                    </a:lnTo>
                    <a:lnTo>
                      <a:pt x="182" y="500"/>
                    </a:lnTo>
                    <a:lnTo>
                      <a:pt x="178" y="500"/>
                    </a:lnTo>
                    <a:lnTo>
                      <a:pt x="178" y="496"/>
                    </a:lnTo>
                    <a:lnTo>
                      <a:pt x="178" y="500"/>
                    </a:lnTo>
                    <a:lnTo>
                      <a:pt x="174" y="500"/>
                    </a:lnTo>
                    <a:lnTo>
                      <a:pt x="174" y="496"/>
                    </a:lnTo>
                    <a:lnTo>
                      <a:pt x="170" y="492"/>
                    </a:lnTo>
                    <a:lnTo>
                      <a:pt x="166" y="492"/>
                    </a:lnTo>
                    <a:lnTo>
                      <a:pt x="162" y="492"/>
                    </a:lnTo>
                    <a:lnTo>
                      <a:pt x="162" y="488"/>
                    </a:lnTo>
                    <a:lnTo>
                      <a:pt x="162" y="484"/>
                    </a:lnTo>
                    <a:lnTo>
                      <a:pt x="162" y="488"/>
                    </a:lnTo>
                    <a:lnTo>
                      <a:pt x="160" y="488"/>
                    </a:lnTo>
                    <a:lnTo>
                      <a:pt x="156" y="488"/>
                    </a:lnTo>
                    <a:lnTo>
                      <a:pt x="156" y="484"/>
                    </a:lnTo>
                    <a:lnTo>
                      <a:pt x="152" y="484"/>
                    </a:lnTo>
                    <a:lnTo>
                      <a:pt x="152" y="480"/>
                    </a:lnTo>
                    <a:lnTo>
                      <a:pt x="152" y="478"/>
                    </a:lnTo>
                    <a:lnTo>
                      <a:pt x="148" y="478"/>
                    </a:lnTo>
                    <a:lnTo>
                      <a:pt x="148" y="474"/>
                    </a:lnTo>
                    <a:lnTo>
                      <a:pt x="144" y="474"/>
                    </a:lnTo>
                    <a:lnTo>
                      <a:pt x="144" y="478"/>
                    </a:lnTo>
                    <a:lnTo>
                      <a:pt x="140" y="478"/>
                    </a:lnTo>
                    <a:lnTo>
                      <a:pt x="140" y="474"/>
                    </a:lnTo>
                    <a:lnTo>
                      <a:pt x="136" y="474"/>
                    </a:lnTo>
                    <a:lnTo>
                      <a:pt x="136" y="470"/>
                    </a:lnTo>
                    <a:lnTo>
                      <a:pt x="132" y="470"/>
                    </a:lnTo>
                    <a:lnTo>
                      <a:pt x="132" y="466"/>
                    </a:lnTo>
                    <a:lnTo>
                      <a:pt x="130" y="466"/>
                    </a:lnTo>
                    <a:lnTo>
                      <a:pt x="126" y="462"/>
                    </a:lnTo>
                    <a:lnTo>
                      <a:pt x="122" y="458"/>
                    </a:lnTo>
                    <a:lnTo>
                      <a:pt x="122" y="462"/>
                    </a:lnTo>
                    <a:lnTo>
                      <a:pt x="122" y="458"/>
                    </a:lnTo>
                    <a:lnTo>
                      <a:pt x="122" y="454"/>
                    </a:lnTo>
                    <a:lnTo>
                      <a:pt x="118" y="454"/>
                    </a:lnTo>
                    <a:lnTo>
                      <a:pt x="114" y="454"/>
                    </a:lnTo>
                    <a:lnTo>
                      <a:pt x="110" y="454"/>
                    </a:lnTo>
                    <a:lnTo>
                      <a:pt x="110" y="458"/>
                    </a:lnTo>
                    <a:lnTo>
                      <a:pt x="106" y="462"/>
                    </a:lnTo>
                    <a:lnTo>
                      <a:pt x="106" y="458"/>
                    </a:lnTo>
                    <a:lnTo>
                      <a:pt x="104" y="458"/>
                    </a:lnTo>
                    <a:lnTo>
                      <a:pt x="106" y="458"/>
                    </a:lnTo>
                    <a:lnTo>
                      <a:pt x="104" y="458"/>
                    </a:lnTo>
                    <a:lnTo>
                      <a:pt x="104" y="454"/>
                    </a:lnTo>
                    <a:lnTo>
                      <a:pt x="100" y="454"/>
                    </a:lnTo>
                    <a:lnTo>
                      <a:pt x="96" y="452"/>
                    </a:lnTo>
                    <a:lnTo>
                      <a:pt x="92" y="452"/>
                    </a:lnTo>
                    <a:lnTo>
                      <a:pt x="96" y="448"/>
                    </a:lnTo>
                    <a:lnTo>
                      <a:pt x="92" y="448"/>
                    </a:lnTo>
                    <a:lnTo>
                      <a:pt x="88" y="444"/>
                    </a:lnTo>
                    <a:lnTo>
                      <a:pt x="84" y="444"/>
                    </a:lnTo>
                    <a:lnTo>
                      <a:pt x="80" y="444"/>
                    </a:lnTo>
                    <a:lnTo>
                      <a:pt x="80" y="440"/>
                    </a:lnTo>
                    <a:lnTo>
                      <a:pt x="80" y="436"/>
                    </a:lnTo>
                    <a:lnTo>
                      <a:pt x="76" y="436"/>
                    </a:lnTo>
                    <a:lnTo>
                      <a:pt x="74" y="436"/>
                    </a:lnTo>
                    <a:lnTo>
                      <a:pt x="74" y="440"/>
                    </a:lnTo>
                    <a:lnTo>
                      <a:pt x="74" y="436"/>
                    </a:lnTo>
                    <a:lnTo>
                      <a:pt x="74" y="432"/>
                    </a:lnTo>
                    <a:lnTo>
                      <a:pt x="74" y="428"/>
                    </a:lnTo>
                    <a:lnTo>
                      <a:pt x="74" y="424"/>
                    </a:lnTo>
                    <a:lnTo>
                      <a:pt x="70" y="424"/>
                    </a:lnTo>
                    <a:lnTo>
                      <a:pt x="70" y="422"/>
                    </a:lnTo>
                    <a:lnTo>
                      <a:pt x="70" y="418"/>
                    </a:lnTo>
                    <a:lnTo>
                      <a:pt x="70" y="414"/>
                    </a:lnTo>
                    <a:lnTo>
                      <a:pt x="74" y="414"/>
                    </a:lnTo>
                    <a:lnTo>
                      <a:pt x="74" y="418"/>
                    </a:lnTo>
                    <a:lnTo>
                      <a:pt x="76" y="418"/>
                    </a:lnTo>
                    <a:lnTo>
                      <a:pt x="80" y="414"/>
                    </a:lnTo>
                    <a:lnTo>
                      <a:pt x="80" y="418"/>
                    </a:lnTo>
                    <a:lnTo>
                      <a:pt x="84" y="414"/>
                    </a:lnTo>
                    <a:lnTo>
                      <a:pt x="84" y="410"/>
                    </a:lnTo>
                    <a:lnTo>
                      <a:pt x="80" y="410"/>
                    </a:lnTo>
                    <a:lnTo>
                      <a:pt x="80" y="406"/>
                    </a:lnTo>
                    <a:lnTo>
                      <a:pt x="80" y="402"/>
                    </a:lnTo>
                    <a:lnTo>
                      <a:pt x="76" y="402"/>
                    </a:lnTo>
                    <a:lnTo>
                      <a:pt x="76" y="398"/>
                    </a:lnTo>
                    <a:lnTo>
                      <a:pt x="74" y="398"/>
                    </a:lnTo>
                    <a:lnTo>
                      <a:pt x="74" y="396"/>
                    </a:lnTo>
                    <a:lnTo>
                      <a:pt x="74" y="392"/>
                    </a:lnTo>
                    <a:lnTo>
                      <a:pt x="74" y="388"/>
                    </a:lnTo>
                    <a:lnTo>
                      <a:pt x="74" y="384"/>
                    </a:lnTo>
                    <a:lnTo>
                      <a:pt x="76" y="384"/>
                    </a:lnTo>
                    <a:lnTo>
                      <a:pt x="76" y="380"/>
                    </a:lnTo>
                    <a:lnTo>
                      <a:pt x="74" y="376"/>
                    </a:lnTo>
                    <a:lnTo>
                      <a:pt x="70" y="376"/>
                    </a:lnTo>
                    <a:lnTo>
                      <a:pt x="66" y="376"/>
                    </a:lnTo>
                    <a:lnTo>
                      <a:pt x="66" y="372"/>
                    </a:lnTo>
                    <a:lnTo>
                      <a:pt x="66" y="368"/>
                    </a:lnTo>
                    <a:lnTo>
                      <a:pt x="62" y="366"/>
                    </a:lnTo>
                    <a:lnTo>
                      <a:pt x="58" y="368"/>
                    </a:lnTo>
                    <a:lnTo>
                      <a:pt x="60" y="368"/>
                    </a:lnTo>
                    <a:lnTo>
                      <a:pt x="58" y="368"/>
                    </a:lnTo>
                    <a:lnTo>
                      <a:pt x="56" y="366"/>
                    </a:lnTo>
                    <a:lnTo>
                      <a:pt x="58" y="366"/>
                    </a:lnTo>
                    <a:lnTo>
                      <a:pt x="52" y="364"/>
                    </a:lnTo>
                    <a:lnTo>
                      <a:pt x="52" y="362"/>
                    </a:lnTo>
                    <a:lnTo>
                      <a:pt x="50" y="358"/>
                    </a:lnTo>
                    <a:lnTo>
                      <a:pt x="48" y="358"/>
                    </a:lnTo>
                    <a:lnTo>
                      <a:pt x="44" y="358"/>
                    </a:lnTo>
                    <a:lnTo>
                      <a:pt x="44" y="354"/>
                    </a:lnTo>
                    <a:lnTo>
                      <a:pt x="42" y="354"/>
                    </a:lnTo>
                    <a:lnTo>
                      <a:pt x="40" y="354"/>
                    </a:lnTo>
                    <a:lnTo>
                      <a:pt x="36" y="354"/>
                    </a:lnTo>
                    <a:lnTo>
                      <a:pt x="36" y="350"/>
                    </a:lnTo>
                    <a:lnTo>
                      <a:pt x="32" y="350"/>
                    </a:lnTo>
                    <a:lnTo>
                      <a:pt x="32" y="346"/>
                    </a:lnTo>
                    <a:lnTo>
                      <a:pt x="36" y="346"/>
                    </a:lnTo>
                    <a:lnTo>
                      <a:pt x="32" y="342"/>
                    </a:lnTo>
                    <a:lnTo>
                      <a:pt x="32" y="342"/>
                    </a:lnTo>
                    <a:lnTo>
                      <a:pt x="30" y="340"/>
                    </a:lnTo>
                    <a:lnTo>
                      <a:pt x="26" y="338"/>
                    </a:lnTo>
                    <a:lnTo>
                      <a:pt x="24" y="336"/>
                    </a:lnTo>
                    <a:lnTo>
                      <a:pt x="24" y="336"/>
                    </a:lnTo>
                    <a:lnTo>
                      <a:pt x="20" y="332"/>
                    </a:lnTo>
                    <a:lnTo>
                      <a:pt x="18" y="332"/>
                    </a:lnTo>
                    <a:lnTo>
                      <a:pt x="14" y="332"/>
                    </a:lnTo>
                    <a:lnTo>
                      <a:pt x="10" y="328"/>
                    </a:lnTo>
                    <a:lnTo>
                      <a:pt x="14" y="328"/>
                    </a:lnTo>
                    <a:lnTo>
                      <a:pt x="18" y="324"/>
                    </a:lnTo>
                    <a:lnTo>
                      <a:pt x="18" y="328"/>
                    </a:lnTo>
                    <a:lnTo>
                      <a:pt x="20" y="324"/>
                    </a:lnTo>
                    <a:lnTo>
                      <a:pt x="20" y="320"/>
                    </a:lnTo>
                    <a:lnTo>
                      <a:pt x="18" y="320"/>
                    </a:lnTo>
                    <a:lnTo>
                      <a:pt x="18" y="316"/>
                    </a:lnTo>
                    <a:lnTo>
                      <a:pt x="20" y="316"/>
                    </a:lnTo>
                    <a:lnTo>
                      <a:pt x="18" y="316"/>
                    </a:lnTo>
                    <a:lnTo>
                      <a:pt x="18" y="312"/>
                    </a:lnTo>
                    <a:lnTo>
                      <a:pt x="18" y="310"/>
                    </a:lnTo>
                    <a:lnTo>
                      <a:pt x="18" y="306"/>
                    </a:lnTo>
                    <a:lnTo>
                      <a:pt x="18" y="302"/>
                    </a:lnTo>
                    <a:lnTo>
                      <a:pt x="14" y="302"/>
                    </a:lnTo>
                    <a:lnTo>
                      <a:pt x="10" y="298"/>
                    </a:lnTo>
                    <a:lnTo>
                      <a:pt x="6" y="298"/>
                    </a:lnTo>
                    <a:lnTo>
                      <a:pt x="6" y="302"/>
                    </a:lnTo>
                    <a:lnTo>
                      <a:pt x="4" y="302"/>
                    </a:lnTo>
                    <a:lnTo>
                      <a:pt x="4" y="298"/>
                    </a:lnTo>
                    <a:lnTo>
                      <a:pt x="4" y="294"/>
                    </a:lnTo>
                    <a:lnTo>
                      <a:pt x="4" y="290"/>
                    </a:lnTo>
                    <a:lnTo>
                      <a:pt x="0" y="286"/>
                    </a:lnTo>
                    <a:lnTo>
                      <a:pt x="4" y="286"/>
                    </a:lnTo>
                    <a:lnTo>
                      <a:pt x="4" y="284"/>
                    </a:lnTo>
                    <a:lnTo>
                      <a:pt x="6" y="284"/>
                    </a:lnTo>
                    <a:lnTo>
                      <a:pt x="6" y="280"/>
                    </a:lnTo>
                    <a:lnTo>
                      <a:pt x="4" y="280"/>
                    </a:lnTo>
                    <a:lnTo>
                      <a:pt x="4" y="276"/>
                    </a:lnTo>
                    <a:lnTo>
                      <a:pt x="6" y="272"/>
                    </a:lnTo>
                    <a:lnTo>
                      <a:pt x="10" y="272"/>
                    </a:lnTo>
                    <a:lnTo>
                      <a:pt x="14" y="272"/>
                    </a:lnTo>
                    <a:lnTo>
                      <a:pt x="14" y="268"/>
                    </a:lnTo>
                    <a:lnTo>
                      <a:pt x="18" y="268"/>
                    </a:lnTo>
                    <a:lnTo>
                      <a:pt x="18" y="264"/>
                    </a:lnTo>
                    <a:lnTo>
                      <a:pt x="20" y="264"/>
                    </a:lnTo>
                    <a:lnTo>
                      <a:pt x="24" y="264"/>
                    </a:lnTo>
                    <a:lnTo>
                      <a:pt x="24" y="260"/>
                    </a:lnTo>
                    <a:lnTo>
                      <a:pt x="28" y="260"/>
                    </a:lnTo>
                    <a:lnTo>
                      <a:pt x="28" y="264"/>
                    </a:lnTo>
                    <a:lnTo>
                      <a:pt x="28" y="268"/>
                    </a:lnTo>
                    <a:lnTo>
                      <a:pt x="32" y="268"/>
                    </a:lnTo>
                    <a:lnTo>
                      <a:pt x="36" y="264"/>
                    </a:lnTo>
                    <a:lnTo>
                      <a:pt x="40" y="264"/>
                    </a:lnTo>
                    <a:lnTo>
                      <a:pt x="40" y="268"/>
                    </a:lnTo>
                    <a:lnTo>
                      <a:pt x="40" y="264"/>
                    </a:lnTo>
                    <a:lnTo>
                      <a:pt x="44" y="264"/>
                    </a:lnTo>
                    <a:lnTo>
                      <a:pt x="44" y="260"/>
                    </a:lnTo>
                    <a:lnTo>
                      <a:pt x="44" y="254"/>
                    </a:lnTo>
                    <a:lnTo>
                      <a:pt x="48" y="254"/>
                    </a:lnTo>
                    <a:lnTo>
                      <a:pt x="50" y="254"/>
                    </a:lnTo>
                    <a:lnTo>
                      <a:pt x="54" y="254"/>
                    </a:lnTo>
                    <a:lnTo>
                      <a:pt x="58" y="254"/>
                    </a:lnTo>
                    <a:lnTo>
                      <a:pt x="62" y="254"/>
                    </a:lnTo>
                    <a:lnTo>
                      <a:pt x="66" y="254"/>
                    </a:lnTo>
                    <a:lnTo>
                      <a:pt x="66" y="250"/>
                    </a:lnTo>
                    <a:lnTo>
                      <a:pt x="66" y="246"/>
                    </a:lnTo>
                    <a:lnTo>
                      <a:pt x="70" y="246"/>
                    </a:lnTo>
                    <a:lnTo>
                      <a:pt x="74" y="242"/>
                    </a:lnTo>
                    <a:lnTo>
                      <a:pt x="76" y="242"/>
                    </a:lnTo>
                    <a:lnTo>
                      <a:pt x="76" y="238"/>
                    </a:lnTo>
                    <a:lnTo>
                      <a:pt x="80" y="238"/>
                    </a:lnTo>
                    <a:lnTo>
                      <a:pt x="84" y="238"/>
                    </a:lnTo>
                    <a:lnTo>
                      <a:pt x="88" y="238"/>
                    </a:lnTo>
                    <a:lnTo>
                      <a:pt x="88" y="234"/>
                    </a:lnTo>
                    <a:lnTo>
                      <a:pt x="92" y="234"/>
                    </a:lnTo>
                    <a:lnTo>
                      <a:pt x="96" y="234"/>
                    </a:lnTo>
                    <a:lnTo>
                      <a:pt x="96" y="230"/>
                    </a:lnTo>
                    <a:lnTo>
                      <a:pt x="92" y="230"/>
                    </a:lnTo>
                    <a:lnTo>
                      <a:pt x="96" y="230"/>
                    </a:lnTo>
                    <a:lnTo>
                      <a:pt x="96" y="228"/>
                    </a:lnTo>
                    <a:lnTo>
                      <a:pt x="92" y="228"/>
                    </a:lnTo>
                    <a:lnTo>
                      <a:pt x="92" y="224"/>
                    </a:lnTo>
                    <a:lnTo>
                      <a:pt x="96" y="220"/>
                    </a:lnTo>
                    <a:lnTo>
                      <a:pt x="100" y="216"/>
                    </a:lnTo>
                    <a:lnTo>
                      <a:pt x="96" y="216"/>
                    </a:lnTo>
                    <a:lnTo>
                      <a:pt x="100" y="214"/>
                    </a:lnTo>
                    <a:lnTo>
                      <a:pt x="104" y="214"/>
                    </a:lnTo>
                    <a:lnTo>
                      <a:pt x="104" y="210"/>
                    </a:lnTo>
                    <a:lnTo>
                      <a:pt x="100" y="206"/>
                    </a:lnTo>
                    <a:lnTo>
                      <a:pt x="100" y="202"/>
                    </a:lnTo>
                    <a:lnTo>
                      <a:pt x="100" y="198"/>
                    </a:lnTo>
                    <a:lnTo>
                      <a:pt x="96" y="198"/>
                    </a:lnTo>
                    <a:lnTo>
                      <a:pt x="96" y="194"/>
                    </a:lnTo>
                    <a:lnTo>
                      <a:pt x="96" y="190"/>
                    </a:lnTo>
                    <a:lnTo>
                      <a:pt x="96" y="186"/>
                    </a:lnTo>
                    <a:lnTo>
                      <a:pt x="96" y="184"/>
                    </a:lnTo>
                    <a:lnTo>
                      <a:pt x="100" y="184"/>
                    </a:lnTo>
                    <a:lnTo>
                      <a:pt x="100" y="180"/>
                    </a:lnTo>
                    <a:lnTo>
                      <a:pt x="96" y="180"/>
                    </a:lnTo>
                    <a:lnTo>
                      <a:pt x="92" y="180"/>
                    </a:lnTo>
                    <a:lnTo>
                      <a:pt x="88" y="180"/>
                    </a:lnTo>
                    <a:lnTo>
                      <a:pt x="92" y="176"/>
                    </a:lnTo>
                    <a:lnTo>
                      <a:pt x="96" y="176"/>
                    </a:lnTo>
                    <a:lnTo>
                      <a:pt x="100" y="172"/>
                    </a:lnTo>
                    <a:lnTo>
                      <a:pt x="104" y="172"/>
                    </a:lnTo>
                    <a:lnTo>
                      <a:pt x="106" y="172"/>
                    </a:lnTo>
                    <a:lnTo>
                      <a:pt x="110" y="172"/>
                    </a:lnTo>
                    <a:lnTo>
                      <a:pt x="110" y="168"/>
                    </a:lnTo>
                    <a:lnTo>
                      <a:pt x="114" y="168"/>
                    </a:lnTo>
                    <a:lnTo>
                      <a:pt x="114" y="172"/>
                    </a:lnTo>
                    <a:lnTo>
                      <a:pt x="118" y="172"/>
                    </a:lnTo>
                    <a:lnTo>
                      <a:pt x="122" y="172"/>
                    </a:lnTo>
                    <a:lnTo>
                      <a:pt x="126" y="172"/>
                    </a:lnTo>
                    <a:lnTo>
                      <a:pt x="130" y="172"/>
                    </a:lnTo>
                    <a:lnTo>
                      <a:pt x="130" y="168"/>
                    </a:lnTo>
                    <a:lnTo>
                      <a:pt x="126" y="168"/>
                    </a:lnTo>
                    <a:lnTo>
                      <a:pt x="126" y="164"/>
                    </a:lnTo>
                    <a:lnTo>
                      <a:pt x="122" y="164"/>
                    </a:lnTo>
                    <a:lnTo>
                      <a:pt x="126" y="160"/>
                    </a:lnTo>
                    <a:lnTo>
                      <a:pt x="126" y="158"/>
                    </a:lnTo>
                    <a:lnTo>
                      <a:pt x="126" y="154"/>
                    </a:lnTo>
                    <a:lnTo>
                      <a:pt x="126" y="150"/>
                    </a:lnTo>
                    <a:lnTo>
                      <a:pt x="130" y="150"/>
                    </a:lnTo>
                    <a:lnTo>
                      <a:pt x="130" y="146"/>
                    </a:lnTo>
                    <a:lnTo>
                      <a:pt x="130" y="142"/>
                    </a:lnTo>
                    <a:lnTo>
                      <a:pt x="132" y="138"/>
                    </a:lnTo>
                    <a:lnTo>
                      <a:pt x="132" y="134"/>
                    </a:lnTo>
                    <a:lnTo>
                      <a:pt x="132" y="130"/>
                    </a:lnTo>
                    <a:lnTo>
                      <a:pt x="136" y="130"/>
                    </a:lnTo>
                    <a:lnTo>
                      <a:pt x="140" y="134"/>
                    </a:lnTo>
                    <a:lnTo>
                      <a:pt x="144" y="134"/>
                    </a:lnTo>
                    <a:lnTo>
                      <a:pt x="148" y="134"/>
                    </a:lnTo>
                    <a:lnTo>
                      <a:pt x="152" y="134"/>
                    </a:lnTo>
                    <a:lnTo>
                      <a:pt x="156" y="134"/>
                    </a:lnTo>
                    <a:lnTo>
                      <a:pt x="160" y="138"/>
                    </a:lnTo>
                    <a:lnTo>
                      <a:pt x="162" y="138"/>
                    </a:lnTo>
                    <a:lnTo>
                      <a:pt x="162" y="134"/>
                    </a:lnTo>
                    <a:lnTo>
                      <a:pt x="166" y="134"/>
                    </a:lnTo>
                    <a:lnTo>
                      <a:pt x="170" y="134"/>
                    </a:lnTo>
                    <a:lnTo>
                      <a:pt x="170" y="130"/>
                    </a:lnTo>
                    <a:lnTo>
                      <a:pt x="170" y="128"/>
                    </a:lnTo>
                    <a:lnTo>
                      <a:pt x="170" y="124"/>
                    </a:lnTo>
                    <a:lnTo>
                      <a:pt x="170" y="120"/>
                    </a:lnTo>
                    <a:lnTo>
                      <a:pt x="170" y="116"/>
                    </a:lnTo>
                    <a:lnTo>
                      <a:pt x="170" y="112"/>
                    </a:lnTo>
                    <a:lnTo>
                      <a:pt x="170" y="108"/>
                    </a:lnTo>
                    <a:lnTo>
                      <a:pt x="174" y="108"/>
                    </a:lnTo>
                    <a:lnTo>
                      <a:pt x="174" y="104"/>
                    </a:lnTo>
                    <a:lnTo>
                      <a:pt x="178" y="104"/>
                    </a:lnTo>
                    <a:lnTo>
                      <a:pt x="182" y="104"/>
                    </a:lnTo>
                    <a:lnTo>
                      <a:pt x="186" y="104"/>
                    </a:lnTo>
                    <a:lnTo>
                      <a:pt x="186" y="102"/>
                    </a:lnTo>
                    <a:lnTo>
                      <a:pt x="186" y="98"/>
                    </a:lnTo>
                    <a:lnTo>
                      <a:pt x="186" y="94"/>
                    </a:lnTo>
                    <a:lnTo>
                      <a:pt x="188" y="94"/>
                    </a:lnTo>
                    <a:lnTo>
                      <a:pt x="192" y="94"/>
                    </a:lnTo>
                    <a:lnTo>
                      <a:pt x="196" y="94"/>
                    </a:lnTo>
                    <a:lnTo>
                      <a:pt x="200" y="90"/>
                    </a:lnTo>
                    <a:lnTo>
                      <a:pt x="200" y="94"/>
                    </a:lnTo>
                    <a:lnTo>
                      <a:pt x="204" y="94"/>
                    </a:lnTo>
                    <a:lnTo>
                      <a:pt x="200" y="98"/>
                    </a:lnTo>
                    <a:lnTo>
                      <a:pt x="204" y="102"/>
                    </a:lnTo>
                    <a:lnTo>
                      <a:pt x="204" y="104"/>
                    </a:lnTo>
                    <a:lnTo>
                      <a:pt x="208" y="104"/>
                    </a:lnTo>
                    <a:lnTo>
                      <a:pt x="212" y="108"/>
                    </a:lnTo>
                    <a:lnTo>
                      <a:pt x="212" y="112"/>
                    </a:lnTo>
                    <a:lnTo>
                      <a:pt x="216" y="112"/>
                    </a:lnTo>
                    <a:lnTo>
                      <a:pt x="218" y="112"/>
                    </a:lnTo>
                    <a:lnTo>
                      <a:pt x="218" y="116"/>
                    </a:lnTo>
                    <a:lnTo>
                      <a:pt x="222" y="116"/>
                    </a:lnTo>
                    <a:lnTo>
                      <a:pt x="226" y="116"/>
                    </a:lnTo>
                    <a:lnTo>
                      <a:pt x="230" y="120"/>
                    </a:lnTo>
                    <a:lnTo>
                      <a:pt x="230" y="116"/>
                    </a:lnTo>
                    <a:lnTo>
                      <a:pt x="234" y="116"/>
                    </a:lnTo>
                    <a:lnTo>
                      <a:pt x="234" y="120"/>
                    </a:lnTo>
                    <a:lnTo>
                      <a:pt x="238" y="120"/>
                    </a:lnTo>
                    <a:lnTo>
                      <a:pt x="238" y="124"/>
                    </a:lnTo>
                    <a:lnTo>
                      <a:pt x="238" y="128"/>
                    </a:lnTo>
                    <a:lnTo>
                      <a:pt x="238" y="130"/>
                    </a:lnTo>
                    <a:lnTo>
                      <a:pt x="242" y="130"/>
                    </a:lnTo>
                    <a:lnTo>
                      <a:pt x="242" y="134"/>
                    </a:lnTo>
                    <a:lnTo>
                      <a:pt x="246" y="134"/>
                    </a:lnTo>
                    <a:lnTo>
                      <a:pt x="246" y="138"/>
                    </a:lnTo>
                    <a:lnTo>
                      <a:pt x="246" y="142"/>
                    </a:lnTo>
                    <a:lnTo>
                      <a:pt x="248" y="142"/>
                    </a:lnTo>
                    <a:lnTo>
                      <a:pt x="246" y="142"/>
                    </a:lnTo>
                    <a:lnTo>
                      <a:pt x="248" y="146"/>
                    </a:lnTo>
                    <a:lnTo>
                      <a:pt x="246" y="150"/>
                    </a:lnTo>
                    <a:lnTo>
                      <a:pt x="246" y="154"/>
                    </a:lnTo>
                    <a:lnTo>
                      <a:pt x="246" y="158"/>
                    </a:lnTo>
                    <a:lnTo>
                      <a:pt x="242" y="160"/>
                    </a:lnTo>
                    <a:lnTo>
                      <a:pt x="242" y="164"/>
                    </a:lnTo>
                    <a:lnTo>
                      <a:pt x="242" y="168"/>
                    </a:lnTo>
                    <a:lnTo>
                      <a:pt x="246" y="168"/>
                    </a:lnTo>
                    <a:lnTo>
                      <a:pt x="246" y="172"/>
                    </a:lnTo>
                    <a:lnTo>
                      <a:pt x="248" y="172"/>
                    </a:lnTo>
                    <a:lnTo>
                      <a:pt x="252" y="172"/>
                    </a:lnTo>
                    <a:lnTo>
                      <a:pt x="252" y="176"/>
                    </a:lnTo>
                    <a:lnTo>
                      <a:pt x="260" y="176"/>
                    </a:lnTo>
                    <a:lnTo>
                      <a:pt x="264" y="176"/>
                    </a:lnTo>
                    <a:lnTo>
                      <a:pt x="268" y="176"/>
                    </a:lnTo>
                    <a:lnTo>
                      <a:pt x="272" y="176"/>
                    </a:lnTo>
                    <a:lnTo>
                      <a:pt x="274" y="176"/>
                    </a:lnTo>
                    <a:lnTo>
                      <a:pt x="278" y="176"/>
                    </a:lnTo>
                    <a:lnTo>
                      <a:pt x="282" y="176"/>
                    </a:lnTo>
                    <a:lnTo>
                      <a:pt x="282" y="180"/>
                    </a:lnTo>
                    <a:lnTo>
                      <a:pt x="286" y="180"/>
                    </a:lnTo>
                    <a:lnTo>
                      <a:pt x="290" y="180"/>
                    </a:lnTo>
                    <a:lnTo>
                      <a:pt x="290" y="184"/>
                    </a:lnTo>
                    <a:lnTo>
                      <a:pt x="294" y="184"/>
                    </a:lnTo>
                    <a:lnTo>
                      <a:pt x="294" y="186"/>
                    </a:lnTo>
                    <a:lnTo>
                      <a:pt x="298" y="186"/>
                    </a:lnTo>
                    <a:lnTo>
                      <a:pt x="298" y="190"/>
                    </a:lnTo>
                    <a:lnTo>
                      <a:pt x="304" y="190"/>
                    </a:lnTo>
                    <a:lnTo>
                      <a:pt x="308" y="190"/>
                    </a:lnTo>
                    <a:lnTo>
                      <a:pt x="308" y="194"/>
                    </a:lnTo>
                    <a:lnTo>
                      <a:pt x="312" y="194"/>
                    </a:lnTo>
                    <a:lnTo>
                      <a:pt x="312" y="198"/>
                    </a:lnTo>
                    <a:lnTo>
                      <a:pt x="312" y="202"/>
                    </a:lnTo>
                    <a:lnTo>
                      <a:pt x="312" y="206"/>
                    </a:lnTo>
                    <a:lnTo>
                      <a:pt x="316" y="206"/>
                    </a:lnTo>
                    <a:lnTo>
                      <a:pt x="316" y="210"/>
                    </a:lnTo>
                    <a:lnTo>
                      <a:pt x="316" y="214"/>
                    </a:lnTo>
                    <a:lnTo>
                      <a:pt x="320" y="214"/>
                    </a:lnTo>
                    <a:lnTo>
                      <a:pt x="324" y="216"/>
                    </a:lnTo>
                    <a:lnTo>
                      <a:pt x="324" y="220"/>
                    </a:lnTo>
                    <a:lnTo>
                      <a:pt x="328" y="220"/>
                    </a:lnTo>
                    <a:lnTo>
                      <a:pt x="330" y="220"/>
                    </a:lnTo>
                    <a:lnTo>
                      <a:pt x="334" y="220"/>
                    </a:lnTo>
                    <a:lnTo>
                      <a:pt x="338" y="220"/>
                    </a:lnTo>
                    <a:lnTo>
                      <a:pt x="342" y="220"/>
                    </a:lnTo>
                    <a:lnTo>
                      <a:pt x="346" y="220"/>
                    </a:lnTo>
                    <a:lnTo>
                      <a:pt x="348" y="224"/>
                    </a:lnTo>
                    <a:lnTo>
                      <a:pt x="352" y="224"/>
                    </a:lnTo>
                    <a:lnTo>
                      <a:pt x="356" y="224"/>
                    </a:lnTo>
                    <a:lnTo>
                      <a:pt x="360" y="224"/>
                    </a:lnTo>
                    <a:lnTo>
                      <a:pt x="364" y="224"/>
                    </a:lnTo>
                    <a:lnTo>
                      <a:pt x="368" y="224"/>
                    </a:lnTo>
                    <a:lnTo>
                      <a:pt x="372" y="224"/>
                    </a:lnTo>
                    <a:lnTo>
                      <a:pt x="374" y="224"/>
                    </a:lnTo>
                    <a:lnTo>
                      <a:pt x="378" y="220"/>
                    </a:lnTo>
                    <a:lnTo>
                      <a:pt x="382" y="220"/>
                    </a:lnTo>
                    <a:lnTo>
                      <a:pt x="386" y="220"/>
                    </a:lnTo>
                    <a:lnTo>
                      <a:pt x="386" y="224"/>
                    </a:lnTo>
                    <a:lnTo>
                      <a:pt x="390" y="224"/>
                    </a:lnTo>
                    <a:lnTo>
                      <a:pt x="394" y="224"/>
                    </a:lnTo>
                    <a:lnTo>
                      <a:pt x="398" y="224"/>
                    </a:lnTo>
                    <a:lnTo>
                      <a:pt x="402" y="228"/>
                    </a:lnTo>
                    <a:lnTo>
                      <a:pt x="402" y="230"/>
                    </a:lnTo>
                    <a:lnTo>
                      <a:pt x="408" y="230"/>
                    </a:lnTo>
                    <a:lnTo>
                      <a:pt x="412" y="230"/>
                    </a:lnTo>
                    <a:lnTo>
                      <a:pt x="416" y="234"/>
                    </a:lnTo>
                    <a:lnTo>
                      <a:pt x="420" y="234"/>
                    </a:lnTo>
                    <a:lnTo>
                      <a:pt x="420" y="238"/>
                    </a:lnTo>
                    <a:lnTo>
                      <a:pt x="428" y="238"/>
                    </a:lnTo>
                    <a:lnTo>
                      <a:pt x="430" y="238"/>
                    </a:lnTo>
                    <a:lnTo>
                      <a:pt x="438" y="238"/>
                    </a:lnTo>
                    <a:lnTo>
                      <a:pt x="438" y="242"/>
                    </a:lnTo>
                    <a:lnTo>
                      <a:pt x="442" y="242"/>
                    </a:lnTo>
                    <a:lnTo>
                      <a:pt x="446" y="238"/>
                    </a:lnTo>
                    <a:lnTo>
                      <a:pt x="450" y="238"/>
                    </a:lnTo>
                    <a:lnTo>
                      <a:pt x="454" y="238"/>
                    </a:lnTo>
                    <a:lnTo>
                      <a:pt x="458" y="234"/>
                    </a:lnTo>
                    <a:lnTo>
                      <a:pt x="460" y="234"/>
                    </a:lnTo>
                    <a:lnTo>
                      <a:pt x="464" y="230"/>
                    </a:lnTo>
                    <a:lnTo>
                      <a:pt x="468" y="228"/>
                    </a:lnTo>
                    <a:lnTo>
                      <a:pt x="472" y="228"/>
                    </a:lnTo>
                    <a:lnTo>
                      <a:pt x="476" y="228"/>
                    </a:lnTo>
                    <a:lnTo>
                      <a:pt x="480" y="228"/>
                    </a:lnTo>
                    <a:lnTo>
                      <a:pt x="484" y="228"/>
                    </a:lnTo>
                    <a:lnTo>
                      <a:pt x="490" y="228"/>
                    </a:lnTo>
                    <a:lnTo>
                      <a:pt x="494" y="228"/>
                    </a:lnTo>
                    <a:lnTo>
                      <a:pt x="498" y="228"/>
                    </a:lnTo>
                    <a:lnTo>
                      <a:pt x="502" y="228"/>
                    </a:lnTo>
                    <a:lnTo>
                      <a:pt x="506" y="228"/>
                    </a:lnTo>
                    <a:lnTo>
                      <a:pt x="510" y="228"/>
                    </a:lnTo>
                    <a:lnTo>
                      <a:pt x="510" y="224"/>
                    </a:lnTo>
                    <a:lnTo>
                      <a:pt x="514" y="224"/>
                    </a:lnTo>
                    <a:lnTo>
                      <a:pt x="516" y="224"/>
                    </a:lnTo>
                    <a:lnTo>
                      <a:pt x="516" y="220"/>
                    </a:lnTo>
                    <a:lnTo>
                      <a:pt x="520" y="220"/>
                    </a:lnTo>
                    <a:lnTo>
                      <a:pt x="520" y="216"/>
                    </a:lnTo>
                    <a:lnTo>
                      <a:pt x="524" y="216"/>
                    </a:lnTo>
                    <a:lnTo>
                      <a:pt x="524" y="214"/>
                    </a:lnTo>
                    <a:lnTo>
                      <a:pt x="528" y="214"/>
                    </a:lnTo>
                    <a:lnTo>
                      <a:pt x="528" y="210"/>
                    </a:lnTo>
                    <a:lnTo>
                      <a:pt x="532" y="210"/>
                    </a:lnTo>
                    <a:lnTo>
                      <a:pt x="532" y="206"/>
                    </a:lnTo>
                    <a:lnTo>
                      <a:pt x="536" y="206"/>
                    </a:lnTo>
                    <a:lnTo>
                      <a:pt x="540" y="206"/>
                    </a:lnTo>
                    <a:lnTo>
                      <a:pt x="540" y="202"/>
                    </a:lnTo>
                    <a:lnTo>
                      <a:pt x="542" y="202"/>
                    </a:lnTo>
                    <a:lnTo>
                      <a:pt x="542" y="198"/>
                    </a:lnTo>
                    <a:lnTo>
                      <a:pt x="540" y="194"/>
                    </a:lnTo>
                    <a:lnTo>
                      <a:pt x="536" y="190"/>
                    </a:lnTo>
                    <a:lnTo>
                      <a:pt x="536" y="186"/>
                    </a:lnTo>
                    <a:lnTo>
                      <a:pt x="536" y="184"/>
                    </a:lnTo>
                    <a:lnTo>
                      <a:pt x="540" y="180"/>
                    </a:lnTo>
                    <a:lnTo>
                      <a:pt x="540" y="176"/>
                    </a:lnTo>
                    <a:lnTo>
                      <a:pt x="542" y="176"/>
                    </a:lnTo>
                    <a:lnTo>
                      <a:pt x="546" y="176"/>
                    </a:lnTo>
                    <a:lnTo>
                      <a:pt x="550" y="176"/>
                    </a:lnTo>
                    <a:lnTo>
                      <a:pt x="554" y="180"/>
                    </a:lnTo>
                    <a:lnTo>
                      <a:pt x="558" y="180"/>
                    </a:lnTo>
                    <a:lnTo>
                      <a:pt x="562" y="180"/>
                    </a:lnTo>
                    <a:lnTo>
                      <a:pt x="566" y="180"/>
                    </a:lnTo>
                    <a:lnTo>
                      <a:pt x="570" y="180"/>
                    </a:lnTo>
                    <a:lnTo>
                      <a:pt x="570" y="176"/>
                    </a:lnTo>
                    <a:lnTo>
                      <a:pt x="572" y="176"/>
                    </a:lnTo>
                    <a:lnTo>
                      <a:pt x="576" y="176"/>
                    </a:lnTo>
                    <a:lnTo>
                      <a:pt x="576" y="172"/>
                    </a:lnTo>
                    <a:lnTo>
                      <a:pt x="580" y="168"/>
                    </a:lnTo>
                    <a:lnTo>
                      <a:pt x="584" y="168"/>
                    </a:lnTo>
                    <a:lnTo>
                      <a:pt x="588" y="168"/>
                    </a:lnTo>
                    <a:lnTo>
                      <a:pt x="592" y="168"/>
                    </a:lnTo>
                    <a:lnTo>
                      <a:pt x="596" y="168"/>
                    </a:lnTo>
                    <a:lnTo>
                      <a:pt x="596" y="164"/>
                    </a:lnTo>
                    <a:lnTo>
                      <a:pt x="600" y="164"/>
                    </a:lnTo>
                    <a:lnTo>
                      <a:pt x="600" y="160"/>
                    </a:lnTo>
                    <a:lnTo>
                      <a:pt x="602" y="160"/>
                    </a:lnTo>
                    <a:lnTo>
                      <a:pt x="602" y="158"/>
                    </a:lnTo>
                    <a:lnTo>
                      <a:pt x="606" y="154"/>
                    </a:lnTo>
                    <a:lnTo>
                      <a:pt x="606" y="150"/>
                    </a:lnTo>
                    <a:lnTo>
                      <a:pt x="610" y="150"/>
                    </a:lnTo>
                    <a:lnTo>
                      <a:pt x="614" y="150"/>
                    </a:lnTo>
                    <a:lnTo>
                      <a:pt x="618" y="150"/>
                    </a:lnTo>
                    <a:lnTo>
                      <a:pt x="618" y="146"/>
                    </a:lnTo>
                    <a:lnTo>
                      <a:pt x="622" y="146"/>
                    </a:lnTo>
                    <a:lnTo>
                      <a:pt x="622" y="142"/>
                    </a:lnTo>
                    <a:lnTo>
                      <a:pt x="622" y="146"/>
                    </a:lnTo>
                    <a:lnTo>
                      <a:pt x="626" y="146"/>
                    </a:lnTo>
                    <a:lnTo>
                      <a:pt x="626" y="142"/>
                    </a:lnTo>
                    <a:lnTo>
                      <a:pt x="628" y="142"/>
                    </a:lnTo>
                    <a:lnTo>
                      <a:pt x="632" y="142"/>
                    </a:lnTo>
                    <a:lnTo>
                      <a:pt x="636" y="142"/>
                    </a:lnTo>
                    <a:lnTo>
                      <a:pt x="640" y="142"/>
                    </a:lnTo>
                    <a:lnTo>
                      <a:pt x="640" y="138"/>
                    </a:lnTo>
                    <a:lnTo>
                      <a:pt x="640" y="142"/>
                    </a:lnTo>
                    <a:lnTo>
                      <a:pt x="644" y="142"/>
                    </a:lnTo>
                    <a:lnTo>
                      <a:pt x="648" y="142"/>
                    </a:lnTo>
                    <a:lnTo>
                      <a:pt x="652" y="142"/>
                    </a:lnTo>
                    <a:lnTo>
                      <a:pt x="656" y="142"/>
                    </a:lnTo>
                    <a:lnTo>
                      <a:pt x="656" y="138"/>
                    </a:lnTo>
                    <a:lnTo>
                      <a:pt x="656" y="134"/>
                    </a:lnTo>
                    <a:lnTo>
                      <a:pt x="652" y="130"/>
                    </a:lnTo>
                    <a:lnTo>
                      <a:pt x="648" y="130"/>
                    </a:lnTo>
                    <a:lnTo>
                      <a:pt x="648" y="128"/>
                    </a:lnTo>
                    <a:lnTo>
                      <a:pt x="648" y="124"/>
                    </a:lnTo>
                    <a:lnTo>
                      <a:pt x="644" y="124"/>
                    </a:lnTo>
                    <a:lnTo>
                      <a:pt x="640" y="120"/>
                    </a:lnTo>
                    <a:lnTo>
                      <a:pt x="636" y="116"/>
                    </a:lnTo>
                    <a:lnTo>
                      <a:pt x="632" y="116"/>
                    </a:lnTo>
                    <a:lnTo>
                      <a:pt x="628" y="116"/>
                    </a:lnTo>
                    <a:lnTo>
                      <a:pt x="626" y="116"/>
                    </a:lnTo>
                    <a:lnTo>
                      <a:pt x="622" y="116"/>
                    </a:lnTo>
                    <a:lnTo>
                      <a:pt x="622" y="120"/>
                    </a:lnTo>
                    <a:lnTo>
                      <a:pt x="618" y="124"/>
                    </a:lnTo>
                    <a:lnTo>
                      <a:pt x="614" y="120"/>
                    </a:lnTo>
                    <a:lnTo>
                      <a:pt x="614" y="116"/>
                    </a:lnTo>
                    <a:lnTo>
                      <a:pt x="610" y="116"/>
                    </a:lnTo>
                    <a:lnTo>
                      <a:pt x="606" y="120"/>
                    </a:lnTo>
                    <a:lnTo>
                      <a:pt x="602" y="116"/>
                    </a:lnTo>
                    <a:lnTo>
                      <a:pt x="602" y="120"/>
                    </a:lnTo>
                    <a:lnTo>
                      <a:pt x="600" y="120"/>
                    </a:lnTo>
                    <a:lnTo>
                      <a:pt x="596" y="116"/>
                    </a:lnTo>
                    <a:lnTo>
                      <a:pt x="592" y="112"/>
                    </a:lnTo>
                    <a:lnTo>
                      <a:pt x="596" y="112"/>
                    </a:lnTo>
                    <a:lnTo>
                      <a:pt x="600" y="108"/>
                    </a:lnTo>
                    <a:lnTo>
                      <a:pt x="596" y="104"/>
                    </a:lnTo>
                    <a:lnTo>
                      <a:pt x="600" y="102"/>
                    </a:lnTo>
                    <a:lnTo>
                      <a:pt x="602" y="98"/>
                    </a:lnTo>
                    <a:lnTo>
                      <a:pt x="600" y="98"/>
                    </a:lnTo>
                    <a:lnTo>
                      <a:pt x="602" y="94"/>
                    </a:lnTo>
                    <a:lnTo>
                      <a:pt x="602" y="90"/>
                    </a:lnTo>
                    <a:lnTo>
                      <a:pt x="606" y="90"/>
                    </a:lnTo>
                    <a:lnTo>
                      <a:pt x="606" y="86"/>
                    </a:lnTo>
                    <a:lnTo>
                      <a:pt x="606" y="82"/>
                    </a:lnTo>
                    <a:lnTo>
                      <a:pt x="610" y="78"/>
                    </a:lnTo>
                    <a:lnTo>
                      <a:pt x="614" y="78"/>
                    </a:lnTo>
                    <a:lnTo>
                      <a:pt x="618" y="82"/>
                    </a:lnTo>
                    <a:lnTo>
                      <a:pt x="622" y="82"/>
                    </a:lnTo>
                    <a:lnTo>
                      <a:pt x="626" y="82"/>
                    </a:lnTo>
                    <a:lnTo>
                      <a:pt x="628" y="82"/>
                    </a:lnTo>
                    <a:lnTo>
                      <a:pt x="632" y="78"/>
                    </a:lnTo>
                    <a:lnTo>
                      <a:pt x="636" y="78"/>
                    </a:lnTo>
                    <a:lnTo>
                      <a:pt x="636" y="74"/>
                    </a:lnTo>
                    <a:lnTo>
                      <a:pt x="640" y="74"/>
                    </a:lnTo>
                    <a:lnTo>
                      <a:pt x="644" y="74"/>
                    </a:lnTo>
                    <a:lnTo>
                      <a:pt x="648" y="72"/>
                    </a:lnTo>
                    <a:lnTo>
                      <a:pt x="648" y="68"/>
                    </a:lnTo>
                    <a:lnTo>
                      <a:pt x="644" y="68"/>
                    </a:lnTo>
                    <a:lnTo>
                      <a:pt x="644" y="64"/>
                    </a:lnTo>
                    <a:lnTo>
                      <a:pt x="648" y="64"/>
                    </a:lnTo>
                    <a:lnTo>
                      <a:pt x="648" y="60"/>
                    </a:lnTo>
                    <a:lnTo>
                      <a:pt x="652" y="60"/>
                    </a:lnTo>
                    <a:lnTo>
                      <a:pt x="652" y="56"/>
                    </a:lnTo>
                    <a:lnTo>
                      <a:pt x="652" y="52"/>
                    </a:lnTo>
                    <a:lnTo>
                      <a:pt x="656" y="48"/>
                    </a:lnTo>
                    <a:lnTo>
                      <a:pt x="656" y="46"/>
                    </a:lnTo>
                    <a:lnTo>
                      <a:pt x="656" y="42"/>
                    </a:lnTo>
                    <a:lnTo>
                      <a:pt x="658" y="42"/>
                    </a:lnTo>
                    <a:lnTo>
                      <a:pt x="658" y="38"/>
                    </a:lnTo>
                    <a:lnTo>
                      <a:pt x="662" y="38"/>
                    </a:lnTo>
                    <a:lnTo>
                      <a:pt x="662" y="34"/>
                    </a:lnTo>
                    <a:lnTo>
                      <a:pt x="666" y="34"/>
                    </a:lnTo>
                    <a:lnTo>
                      <a:pt x="666" y="30"/>
                    </a:lnTo>
                    <a:lnTo>
                      <a:pt x="666" y="26"/>
                    </a:lnTo>
                    <a:lnTo>
                      <a:pt x="666" y="22"/>
                    </a:lnTo>
                    <a:lnTo>
                      <a:pt x="666" y="18"/>
                    </a:lnTo>
                    <a:lnTo>
                      <a:pt x="662" y="18"/>
                    </a:lnTo>
                    <a:lnTo>
                      <a:pt x="658" y="18"/>
                    </a:lnTo>
                    <a:lnTo>
                      <a:pt x="656" y="18"/>
                    </a:lnTo>
                    <a:lnTo>
                      <a:pt x="658" y="16"/>
                    </a:lnTo>
                    <a:lnTo>
                      <a:pt x="662" y="12"/>
                    </a:lnTo>
                    <a:lnTo>
                      <a:pt x="666" y="8"/>
                    </a:lnTo>
                    <a:lnTo>
                      <a:pt x="670" y="4"/>
                    </a:lnTo>
                    <a:lnTo>
                      <a:pt x="674" y="4"/>
                    </a:lnTo>
                    <a:lnTo>
                      <a:pt x="676" y="4"/>
                    </a:lnTo>
                    <a:lnTo>
                      <a:pt x="680" y="4"/>
                    </a:lnTo>
                    <a:lnTo>
                      <a:pt x="680" y="0"/>
                    </a:lnTo>
                    <a:lnTo>
                      <a:pt x="684" y="0"/>
                    </a:lnTo>
                    <a:lnTo>
                      <a:pt x="688" y="0"/>
                    </a:lnTo>
                    <a:lnTo>
                      <a:pt x="692" y="0"/>
                    </a:lnTo>
                    <a:lnTo>
                      <a:pt x="696" y="0"/>
                    </a:lnTo>
                    <a:lnTo>
                      <a:pt x="698" y="0"/>
                    </a:lnTo>
                    <a:lnTo>
                      <a:pt x="702" y="0"/>
                    </a:lnTo>
                    <a:lnTo>
                      <a:pt x="706" y="0"/>
                    </a:lnTo>
                    <a:lnTo>
                      <a:pt x="710" y="0"/>
                    </a:lnTo>
                    <a:lnTo>
                      <a:pt x="714" y="0"/>
                    </a:lnTo>
                    <a:lnTo>
                      <a:pt x="714" y="4"/>
                    </a:lnTo>
                    <a:lnTo>
                      <a:pt x="718" y="4"/>
                    </a:lnTo>
                    <a:lnTo>
                      <a:pt x="718" y="8"/>
                    </a:lnTo>
                    <a:lnTo>
                      <a:pt x="722" y="8"/>
                    </a:lnTo>
                    <a:lnTo>
                      <a:pt x="726" y="8"/>
                    </a:lnTo>
                    <a:lnTo>
                      <a:pt x="728" y="8"/>
                    </a:lnTo>
                    <a:lnTo>
                      <a:pt x="732" y="8"/>
                    </a:lnTo>
                    <a:lnTo>
                      <a:pt x="736" y="8"/>
                    </a:lnTo>
                    <a:lnTo>
                      <a:pt x="736" y="12"/>
                    </a:lnTo>
                    <a:lnTo>
                      <a:pt x="740" y="16"/>
                    </a:lnTo>
                    <a:lnTo>
                      <a:pt x="744" y="16"/>
                    </a:lnTo>
                    <a:lnTo>
                      <a:pt x="740" y="16"/>
                    </a:lnTo>
                    <a:lnTo>
                      <a:pt x="740" y="18"/>
                    </a:lnTo>
                    <a:lnTo>
                      <a:pt x="744" y="18"/>
                    </a:lnTo>
                    <a:lnTo>
                      <a:pt x="744" y="22"/>
                    </a:lnTo>
                    <a:lnTo>
                      <a:pt x="744" y="26"/>
                    </a:lnTo>
                    <a:lnTo>
                      <a:pt x="748" y="26"/>
                    </a:lnTo>
                    <a:lnTo>
                      <a:pt x="748" y="30"/>
                    </a:lnTo>
                    <a:lnTo>
                      <a:pt x="748" y="34"/>
                    </a:lnTo>
                    <a:lnTo>
                      <a:pt x="748" y="38"/>
                    </a:lnTo>
                    <a:lnTo>
                      <a:pt x="752" y="38"/>
                    </a:lnTo>
                    <a:lnTo>
                      <a:pt x="752" y="42"/>
                    </a:lnTo>
                    <a:lnTo>
                      <a:pt x="752" y="46"/>
                    </a:lnTo>
                    <a:lnTo>
                      <a:pt x="756" y="46"/>
                    </a:lnTo>
                    <a:lnTo>
                      <a:pt x="752" y="46"/>
                    </a:lnTo>
                    <a:lnTo>
                      <a:pt x="752" y="48"/>
                    </a:lnTo>
                    <a:lnTo>
                      <a:pt x="756" y="48"/>
                    </a:lnTo>
                    <a:lnTo>
                      <a:pt x="756" y="46"/>
                    </a:lnTo>
                    <a:lnTo>
                      <a:pt x="756" y="48"/>
                    </a:lnTo>
                    <a:lnTo>
                      <a:pt x="756" y="52"/>
                    </a:lnTo>
                    <a:lnTo>
                      <a:pt x="756" y="56"/>
                    </a:lnTo>
                    <a:lnTo>
                      <a:pt x="758" y="56"/>
                    </a:lnTo>
                    <a:lnTo>
                      <a:pt x="758" y="60"/>
                    </a:lnTo>
                    <a:lnTo>
                      <a:pt x="758" y="64"/>
                    </a:lnTo>
                    <a:lnTo>
                      <a:pt x="758" y="68"/>
                    </a:lnTo>
                    <a:lnTo>
                      <a:pt x="762" y="68"/>
                    </a:lnTo>
                    <a:lnTo>
                      <a:pt x="762" y="72"/>
                    </a:lnTo>
                    <a:lnTo>
                      <a:pt x="762" y="74"/>
                    </a:lnTo>
                    <a:lnTo>
                      <a:pt x="762" y="78"/>
                    </a:lnTo>
                    <a:lnTo>
                      <a:pt x="766" y="78"/>
                    </a:lnTo>
                    <a:lnTo>
                      <a:pt x="766" y="82"/>
                    </a:lnTo>
                    <a:lnTo>
                      <a:pt x="770" y="82"/>
                    </a:lnTo>
                    <a:lnTo>
                      <a:pt x="774" y="82"/>
                    </a:lnTo>
                    <a:lnTo>
                      <a:pt x="778" y="82"/>
                    </a:lnTo>
                    <a:lnTo>
                      <a:pt x="782" y="82"/>
                    </a:lnTo>
                    <a:lnTo>
                      <a:pt x="782" y="86"/>
                    </a:lnTo>
                    <a:lnTo>
                      <a:pt x="784" y="86"/>
                    </a:lnTo>
                    <a:lnTo>
                      <a:pt x="788" y="86"/>
                    </a:lnTo>
                    <a:lnTo>
                      <a:pt x="792" y="86"/>
                    </a:lnTo>
                    <a:lnTo>
                      <a:pt x="792" y="90"/>
                    </a:lnTo>
                    <a:lnTo>
                      <a:pt x="796" y="94"/>
                    </a:lnTo>
                    <a:lnTo>
                      <a:pt x="800" y="98"/>
                    </a:lnTo>
                    <a:lnTo>
                      <a:pt x="804" y="98"/>
                    </a:lnTo>
                    <a:lnTo>
                      <a:pt x="808" y="98"/>
                    </a:lnTo>
                    <a:lnTo>
                      <a:pt x="808" y="102"/>
                    </a:lnTo>
                    <a:lnTo>
                      <a:pt x="804" y="102"/>
                    </a:lnTo>
                    <a:lnTo>
                      <a:pt x="808" y="104"/>
                    </a:lnTo>
                    <a:lnTo>
                      <a:pt x="808" y="108"/>
                    </a:lnTo>
                    <a:lnTo>
                      <a:pt x="808" y="112"/>
                    </a:lnTo>
                    <a:lnTo>
                      <a:pt x="808" y="116"/>
                    </a:lnTo>
                    <a:lnTo>
                      <a:pt x="812" y="116"/>
                    </a:lnTo>
                    <a:lnTo>
                      <a:pt x="812" y="120"/>
                    </a:lnTo>
                    <a:lnTo>
                      <a:pt x="812" y="124"/>
                    </a:lnTo>
                    <a:lnTo>
                      <a:pt x="814" y="120"/>
                    </a:lnTo>
                    <a:lnTo>
                      <a:pt x="818" y="120"/>
                    </a:lnTo>
                    <a:lnTo>
                      <a:pt x="818" y="124"/>
                    </a:lnTo>
                    <a:lnTo>
                      <a:pt x="822" y="124"/>
                    </a:lnTo>
                    <a:lnTo>
                      <a:pt x="826" y="124"/>
                    </a:lnTo>
                    <a:lnTo>
                      <a:pt x="826" y="120"/>
                    </a:lnTo>
                    <a:lnTo>
                      <a:pt x="830" y="120"/>
                    </a:lnTo>
                    <a:lnTo>
                      <a:pt x="834" y="120"/>
                    </a:lnTo>
                    <a:lnTo>
                      <a:pt x="834" y="116"/>
                    </a:lnTo>
                    <a:lnTo>
                      <a:pt x="838" y="116"/>
                    </a:lnTo>
                    <a:lnTo>
                      <a:pt x="840" y="112"/>
                    </a:lnTo>
                    <a:lnTo>
                      <a:pt x="844" y="112"/>
                    </a:lnTo>
                    <a:lnTo>
                      <a:pt x="848" y="112"/>
                    </a:lnTo>
                    <a:lnTo>
                      <a:pt x="852" y="108"/>
                    </a:lnTo>
                    <a:lnTo>
                      <a:pt x="856" y="108"/>
                    </a:lnTo>
                    <a:lnTo>
                      <a:pt x="860" y="108"/>
                    </a:lnTo>
                    <a:lnTo>
                      <a:pt x="864" y="108"/>
                    </a:lnTo>
                    <a:lnTo>
                      <a:pt x="864" y="112"/>
                    </a:lnTo>
                    <a:lnTo>
                      <a:pt x="864" y="116"/>
                    </a:lnTo>
                    <a:lnTo>
                      <a:pt x="864" y="120"/>
                    </a:lnTo>
                    <a:lnTo>
                      <a:pt x="864" y="128"/>
                    </a:lnTo>
                    <a:lnTo>
                      <a:pt x="860" y="128"/>
                    </a:lnTo>
                    <a:lnTo>
                      <a:pt x="856" y="128"/>
                    </a:lnTo>
                    <a:lnTo>
                      <a:pt x="856" y="130"/>
                    </a:lnTo>
                    <a:lnTo>
                      <a:pt x="856" y="134"/>
                    </a:lnTo>
                    <a:lnTo>
                      <a:pt x="856" y="138"/>
                    </a:lnTo>
                    <a:lnTo>
                      <a:pt x="856" y="142"/>
                    </a:lnTo>
                    <a:lnTo>
                      <a:pt x="852" y="142"/>
                    </a:lnTo>
                    <a:lnTo>
                      <a:pt x="852" y="146"/>
                    </a:lnTo>
                    <a:lnTo>
                      <a:pt x="852" y="150"/>
                    </a:lnTo>
                    <a:lnTo>
                      <a:pt x="852" y="154"/>
                    </a:lnTo>
                    <a:lnTo>
                      <a:pt x="848" y="154"/>
                    </a:lnTo>
                    <a:lnTo>
                      <a:pt x="848" y="158"/>
                    </a:lnTo>
                    <a:lnTo>
                      <a:pt x="848" y="160"/>
                    </a:lnTo>
                    <a:lnTo>
                      <a:pt x="848" y="164"/>
                    </a:lnTo>
                    <a:lnTo>
                      <a:pt x="844" y="164"/>
                    </a:lnTo>
                    <a:lnTo>
                      <a:pt x="840" y="164"/>
                    </a:lnTo>
                    <a:lnTo>
                      <a:pt x="840" y="168"/>
                    </a:lnTo>
                    <a:lnTo>
                      <a:pt x="840" y="172"/>
                    </a:lnTo>
                    <a:lnTo>
                      <a:pt x="840" y="176"/>
                    </a:lnTo>
                    <a:lnTo>
                      <a:pt x="838" y="176"/>
                    </a:lnTo>
                    <a:lnTo>
                      <a:pt x="834" y="172"/>
                    </a:lnTo>
                    <a:lnTo>
                      <a:pt x="830" y="172"/>
                    </a:lnTo>
                    <a:lnTo>
                      <a:pt x="826" y="172"/>
                    </a:lnTo>
                    <a:lnTo>
                      <a:pt x="826" y="168"/>
                    </a:lnTo>
                    <a:lnTo>
                      <a:pt x="822" y="168"/>
                    </a:lnTo>
                    <a:lnTo>
                      <a:pt x="822" y="172"/>
                    </a:lnTo>
                    <a:lnTo>
                      <a:pt x="822" y="176"/>
                    </a:lnTo>
                    <a:lnTo>
                      <a:pt x="818" y="176"/>
                    </a:lnTo>
                    <a:lnTo>
                      <a:pt x="814" y="176"/>
                    </a:lnTo>
                    <a:lnTo>
                      <a:pt x="814" y="180"/>
                    </a:lnTo>
                    <a:lnTo>
                      <a:pt x="814" y="176"/>
                    </a:lnTo>
                    <a:lnTo>
                      <a:pt x="812" y="180"/>
                    </a:lnTo>
                    <a:lnTo>
                      <a:pt x="812" y="184"/>
                    </a:lnTo>
                    <a:lnTo>
                      <a:pt x="814" y="184"/>
                    </a:lnTo>
                    <a:lnTo>
                      <a:pt x="814" y="190"/>
                    </a:lnTo>
                    <a:lnTo>
                      <a:pt x="814" y="194"/>
                    </a:lnTo>
                    <a:lnTo>
                      <a:pt x="814" y="198"/>
                    </a:lnTo>
                    <a:lnTo>
                      <a:pt x="814" y="206"/>
                    </a:lnTo>
                    <a:lnTo>
                      <a:pt x="814" y="210"/>
                    </a:lnTo>
                    <a:lnTo>
                      <a:pt x="814" y="214"/>
                    </a:lnTo>
                    <a:lnTo>
                      <a:pt x="814" y="216"/>
                    </a:lnTo>
                    <a:lnTo>
                      <a:pt x="812" y="216"/>
                    </a:lnTo>
                    <a:lnTo>
                      <a:pt x="812" y="220"/>
                    </a:lnTo>
                    <a:lnTo>
                      <a:pt x="812" y="216"/>
                    </a:lnTo>
                    <a:lnTo>
                      <a:pt x="808" y="216"/>
                    </a:lnTo>
                    <a:lnTo>
                      <a:pt x="808" y="220"/>
                    </a:lnTo>
                    <a:lnTo>
                      <a:pt x="804" y="220"/>
                    </a:lnTo>
                    <a:lnTo>
                      <a:pt x="808" y="224"/>
                    </a:lnTo>
                    <a:lnTo>
                      <a:pt x="808" y="228"/>
                    </a:lnTo>
                    <a:lnTo>
                      <a:pt x="804" y="228"/>
                    </a:lnTo>
                    <a:lnTo>
                      <a:pt x="804" y="224"/>
                    </a:lnTo>
                    <a:lnTo>
                      <a:pt x="800" y="220"/>
                    </a:lnTo>
                    <a:lnTo>
                      <a:pt x="800" y="216"/>
                    </a:lnTo>
                    <a:lnTo>
                      <a:pt x="796" y="216"/>
                    </a:lnTo>
                    <a:lnTo>
                      <a:pt x="796" y="220"/>
                    </a:lnTo>
                    <a:lnTo>
                      <a:pt x="792" y="220"/>
                    </a:lnTo>
                    <a:lnTo>
                      <a:pt x="792" y="224"/>
                    </a:lnTo>
                    <a:lnTo>
                      <a:pt x="792" y="228"/>
                    </a:lnTo>
                    <a:lnTo>
                      <a:pt x="788" y="228"/>
                    </a:lnTo>
                    <a:lnTo>
                      <a:pt x="784" y="228"/>
                    </a:lnTo>
                    <a:lnTo>
                      <a:pt x="784" y="230"/>
                    </a:lnTo>
                    <a:lnTo>
                      <a:pt x="784" y="234"/>
                    </a:lnTo>
                    <a:lnTo>
                      <a:pt x="782" y="234"/>
                    </a:lnTo>
                    <a:lnTo>
                      <a:pt x="778" y="234"/>
                    </a:lnTo>
                    <a:lnTo>
                      <a:pt x="774" y="234"/>
                    </a:lnTo>
                    <a:lnTo>
                      <a:pt x="770" y="234"/>
                    </a:lnTo>
                    <a:lnTo>
                      <a:pt x="770" y="238"/>
                    </a:lnTo>
                    <a:lnTo>
                      <a:pt x="770" y="242"/>
                    </a:lnTo>
                    <a:lnTo>
                      <a:pt x="774" y="242"/>
                    </a:lnTo>
                    <a:lnTo>
                      <a:pt x="774" y="246"/>
                    </a:lnTo>
                    <a:lnTo>
                      <a:pt x="770" y="246"/>
                    </a:lnTo>
                    <a:lnTo>
                      <a:pt x="766" y="246"/>
                    </a:lnTo>
                    <a:lnTo>
                      <a:pt x="762" y="246"/>
                    </a:lnTo>
                    <a:lnTo>
                      <a:pt x="758" y="246"/>
                    </a:lnTo>
                    <a:lnTo>
                      <a:pt x="758" y="242"/>
                    </a:lnTo>
                    <a:lnTo>
                      <a:pt x="756" y="242"/>
                    </a:lnTo>
                    <a:lnTo>
                      <a:pt x="756" y="238"/>
                    </a:lnTo>
                    <a:lnTo>
                      <a:pt x="752" y="238"/>
                    </a:lnTo>
                    <a:lnTo>
                      <a:pt x="752" y="242"/>
                    </a:lnTo>
                    <a:lnTo>
                      <a:pt x="748" y="242"/>
                    </a:lnTo>
                    <a:lnTo>
                      <a:pt x="748" y="246"/>
                    </a:lnTo>
                    <a:lnTo>
                      <a:pt x="748" y="250"/>
                    </a:lnTo>
                    <a:lnTo>
                      <a:pt x="744" y="250"/>
                    </a:lnTo>
                    <a:lnTo>
                      <a:pt x="744" y="254"/>
                    </a:lnTo>
                    <a:lnTo>
                      <a:pt x="740" y="256"/>
                    </a:lnTo>
                    <a:lnTo>
                      <a:pt x="736" y="256"/>
                    </a:lnTo>
                    <a:lnTo>
                      <a:pt x="736" y="260"/>
                    </a:lnTo>
                    <a:lnTo>
                      <a:pt x="732" y="260"/>
                    </a:lnTo>
                    <a:lnTo>
                      <a:pt x="728" y="260"/>
                    </a:lnTo>
                    <a:lnTo>
                      <a:pt x="728" y="264"/>
                    </a:lnTo>
                    <a:lnTo>
                      <a:pt x="726" y="264"/>
                    </a:lnTo>
                    <a:lnTo>
                      <a:pt x="728" y="264"/>
                    </a:lnTo>
                    <a:lnTo>
                      <a:pt x="726" y="264"/>
                    </a:lnTo>
                    <a:lnTo>
                      <a:pt x="722" y="268"/>
                    </a:lnTo>
                    <a:lnTo>
                      <a:pt x="718" y="272"/>
                    </a:lnTo>
                    <a:lnTo>
                      <a:pt x="718" y="276"/>
                    </a:lnTo>
                    <a:lnTo>
                      <a:pt x="714" y="276"/>
                    </a:lnTo>
                    <a:lnTo>
                      <a:pt x="710" y="276"/>
                    </a:lnTo>
                    <a:lnTo>
                      <a:pt x="706" y="276"/>
                    </a:lnTo>
                    <a:lnTo>
                      <a:pt x="706" y="280"/>
                    </a:lnTo>
                    <a:lnTo>
                      <a:pt x="702" y="280"/>
                    </a:lnTo>
                    <a:lnTo>
                      <a:pt x="702" y="276"/>
                    </a:lnTo>
                    <a:lnTo>
                      <a:pt x="702" y="280"/>
                    </a:lnTo>
                    <a:lnTo>
                      <a:pt x="698" y="280"/>
                    </a:lnTo>
                    <a:lnTo>
                      <a:pt x="696" y="284"/>
                    </a:lnTo>
                    <a:lnTo>
                      <a:pt x="692" y="284"/>
                    </a:lnTo>
                    <a:lnTo>
                      <a:pt x="692" y="286"/>
                    </a:lnTo>
                    <a:lnTo>
                      <a:pt x="688" y="284"/>
                    </a:lnTo>
                    <a:lnTo>
                      <a:pt x="688" y="286"/>
                    </a:lnTo>
                    <a:lnTo>
                      <a:pt x="684" y="290"/>
                    </a:lnTo>
                    <a:lnTo>
                      <a:pt x="680" y="290"/>
                    </a:lnTo>
                    <a:lnTo>
                      <a:pt x="680" y="294"/>
                    </a:lnTo>
                    <a:lnTo>
                      <a:pt x="676" y="298"/>
                    </a:lnTo>
                    <a:lnTo>
                      <a:pt x="674" y="298"/>
                    </a:lnTo>
                    <a:lnTo>
                      <a:pt x="674" y="294"/>
                    </a:lnTo>
                    <a:lnTo>
                      <a:pt x="676" y="294"/>
                    </a:lnTo>
                    <a:lnTo>
                      <a:pt x="676" y="290"/>
                    </a:lnTo>
                    <a:lnTo>
                      <a:pt x="680" y="290"/>
                    </a:lnTo>
                    <a:lnTo>
                      <a:pt x="676" y="290"/>
                    </a:lnTo>
                    <a:lnTo>
                      <a:pt x="676" y="286"/>
                    </a:lnTo>
                    <a:lnTo>
                      <a:pt x="680" y="286"/>
                    </a:lnTo>
                    <a:lnTo>
                      <a:pt x="676" y="286"/>
                    </a:lnTo>
                    <a:lnTo>
                      <a:pt x="676" y="284"/>
                    </a:lnTo>
                    <a:lnTo>
                      <a:pt x="674" y="284"/>
                    </a:lnTo>
                    <a:lnTo>
                      <a:pt x="676" y="280"/>
                    </a:lnTo>
                    <a:lnTo>
                      <a:pt x="676" y="276"/>
                    </a:lnTo>
                    <a:lnTo>
                      <a:pt x="680" y="276"/>
                    </a:lnTo>
                    <a:lnTo>
                      <a:pt x="684" y="272"/>
                    </a:lnTo>
                    <a:lnTo>
                      <a:pt x="684" y="268"/>
                    </a:lnTo>
                    <a:lnTo>
                      <a:pt x="688" y="268"/>
                    </a:lnTo>
                    <a:lnTo>
                      <a:pt x="688" y="264"/>
                    </a:lnTo>
                    <a:lnTo>
                      <a:pt x="684" y="260"/>
                    </a:lnTo>
                    <a:lnTo>
                      <a:pt x="684" y="256"/>
                    </a:lnTo>
                    <a:lnTo>
                      <a:pt x="680" y="256"/>
                    </a:lnTo>
                    <a:lnTo>
                      <a:pt x="676" y="256"/>
                    </a:lnTo>
                    <a:lnTo>
                      <a:pt x="674" y="256"/>
                    </a:lnTo>
                    <a:lnTo>
                      <a:pt x="670" y="256"/>
                    </a:lnTo>
                    <a:lnTo>
                      <a:pt x="670" y="260"/>
                    </a:lnTo>
                    <a:lnTo>
                      <a:pt x="666" y="264"/>
                    </a:lnTo>
                    <a:lnTo>
                      <a:pt x="662" y="264"/>
                    </a:lnTo>
                    <a:lnTo>
                      <a:pt x="662" y="268"/>
                    </a:lnTo>
                    <a:lnTo>
                      <a:pt x="658" y="272"/>
                    </a:lnTo>
                    <a:lnTo>
                      <a:pt x="656" y="272"/>
                    </a:lnTo>
                    <a:lnTo>
                      <a:pt x="656" y="276"/>
                    </a:lnTo>
                    <a:lnTo>
                      <a:pt x="652" y="276"/>
                    </a:lnTo>
                    <a:lnTo>
                      <a:pt x="648" y="280"/>
                    </a:lnTo>
                    <a:lnTo>
                      <a:pt x="648" y="284"/>
                    </a:lnTo>
                    <a:lnTo>
                      <a:pt x="648" y="286"/>
                    </a:lnTo>
                    <a:lnTo>
                      <a:pt x="644" y="286"/>
                    </a:lnTo>
                    <a:lnTo>
                      <a:pt x="644" y="290"/>
                    </a:lnTo>
                    <a:lnTo>
                      <a:pt x="640" y="290"/>
                    </a:lnTo>
                    <a:lnTo>
                      <a:pt x="636" y="290"/>
                    </a:lnTo>
                    <a:lnTo>
                      <a:pt x="632" y="290"/>
                    </a:lnTo>
                    <a:lnTo>
                      <a:pt x="628" y="290"/>
                    </a:lnTo>
                    <a:lnTo>
                      <a:pt x="628" y="286"/>
                    </a:lnTo>
                    <a:lnTo>
                      <a:pt x="626" y="290"/>
                    </a:lnTo>
                    <a:lnTo>
                      <a:pt x="622" y="294"/>
                    </a:lnTo>
                    <a:lnTo>
                      <a:pt x="622" y="298"/>
                    </a:lnTo>
                    <a:lnTo>
                      <a:pt x="622" y="302"/>
                    </a:lnTo>
                    <a:lnTo>
                      <a:pt x="622" y="306"/>
                    </a:lnTo>
                    <a:lnTo>
                      <a:pt x="626" y="306"/>
                    </a:lnTo>
                    <a:lnTo>
                      <a:pt x="626" y="310"/>
                    </a:lnTo>
                    <a:lnTo>
                      <a:pt x="628" y="310"/>
                    </a:lnTo>
                    <a:lnTo>
                      <a:pt x="632" y="310"/>
                    </a:lnTo>
                    <a:lnTo>
                      <a:pt x="636" y="310"/>
                    </a:lnTo>
                    <a:lnTo>
                      <a:pt x="640" y="310"/>
                    </a:lnTo>
                    <a:lnTo>
                      <a:pt x="640" y="312"/>
                    </a:lnTo>
                    <a:lnTo>
                      <a:pt x="644" y="312"/>
                    </a:lnTo>
                    <a:lnTo>
                      <a:pt x="644" y="316"/>
                    </a:lnTo>
                    <a:lnTo>
                      <a:pt x="644" y="320"/>
                    </a:lnTo>
                    <a:lnTo>
                      <a:pt x="640" y="320"/>
                    </a:lnTo>
                    <a:lnTo>
                      <a:pt x="640" y="324"/>
                    </a:lnTo>
                    <a:lnTo>
                      <a:pt x="644" y="328"/>
                    </a:lnTo>
                    <a:lnTo>
                      <a:pt x="648" y="328"/>
                    </a:lnTo>
                    <a:lnTo>
                      <a:pt x="652" y="328"/>
                    </a:lnTo>
                    <a:lnTo>
                      <a:pt x="656" y="328"/>
                    </a:lnTo>
                    <a:lnTo>
                      <a:pt x="656" y="324"/>
                    </a:lnTo>
                    <a:lnTo>
                      <a:pt x="658" y="324"/>
                    </a:lnTo>
                    <a:lnTo>
                      <a:pt x="658" y="320"/>
                    </a:lnTo>
                    <a:lnTo>
                      <a:pt x="662" y="320"/>
                    </a:lnTo>
                    <a:lnTo>
                      <a:pt x="662" y="316"/>
                    </a:lnTo>
                    <a:lnTo>
                      <a:pt x="666" y="316"/>
                    </a:lnTo>
                    <a:lnTo>
                      <a:pt x="670" y="316"/>
                    </a:lnTo>
                    <a:lnTo>
                      <a:pt x="674" y="320"/>
                    </a:lnTo>
                    <a:lnTo>
                      <a:pt x="676" y="320"/>
                    </a:lnTo>
                    <a:lnTo>
                      <a:pt x="676" y="324"/>
                    </a:lnTo>
                    <a:lnTo>
                      <a:pt x="680" y="324"/>
                    </a:lnTo>
                    <a:lnTo>
                      <a:pt x="684" y="324"/>
                    </a:lnTo>
                    <a:lnTo>
                      <a:pt x="684" y="320"/>
                    </a:lnTo>
                    <a:lnTo>
                      <a:pt x="688" y="320"/>
                    </a:lnTo>
                    <a:lnTo>
                      <a:pt x="684" y="320"/>
                    </a:lnTo>
                    <a:lnTo>
                      <a:pt x="688" y="324"/>
                    </a:lnTo>
                    <a:lnTo>
                      <a:pt x="692" y="324"/>
                    </a:lnTo>
                    <a:lnTo>
                      <a:pt x="692" y="328"/>
                    </a:lnTo>
                    <a:lnTo>
                      <a:pt x="688" y="332"/>
                    </a:lnTo>
                    <a:lnTo>
                      <a:pt x="692" y="332"/>
                    </a:lnTo>
                    <a:lnTo>
                      <a:pt x="688" y="336"/>
                    </a:lnTo>
                    <a:lnTo>
                      <a:pt x="688" y="332"/>
                    </a:lnTo>
                    <a:lnTo>
                      <a:pt x="684" y="332"/>
                    </a:lnTo>
                    <a:lnTo>
                      <a:pt x="680" y="336"/>
                    </a:lnTo>
                    <a:lnTo>
                      <a:pt x="676" y="336"/>
                    </a:lnTo>
                    <a:lnTo>
                      <a:pt x="674" y="336"/>
                    </a:lnTo>
                    <a:lnTo>
                      <a:pt x="674" y="340"/>
                    </a:lnTo>
                    <a:lnTo>
                      <a:pt x="670" y="340"/>
                    </a:lnTo>
                    <a:lnTo>
                      <a:pt x="666" y="340"/>
                    </a:lnTo>
                    <a:lnTo>
                      <a:pt x="670" y="340"/>
                    </a:lnTo>
                    <a:lnTo>
                      <a:pt x="670" y="342"/>
                    </a:lnTo>
                    <a:lnTo>
                      <a:pt x="666" y="342"/>
                    </a:lnTo>
                    <a:lnTo>
                      <a:pt x="666" y="346"/>
                    </a:lnTo>
                    <a:lnTo>
                      <a:pt x="662" y="350"/>
                    </a:lnTo>
                    <a:lnTo>
                      <a:pt x="658" y="350"/>
                    </a:lnTo>
                    <a:lnTo>
                      <a:pt x="662" y="346"/>
                    </a:lnTo>
                    <a:lnTo>
                      <a:pt x="658" y="346"/>
                    </a:lnTo>
                    <a:lnTo>
                      <a:pt x="658" y="350"/>
                    </a:lnTo>
                    <a:lnTo>
                      <a:pt x="658" y="354"/>
                    </a:lnTo>
                    <a:lnTo>
                      <a:pt x="656" y="354"/>
                    </a:lnTo>
                    <a:lnTo>
                      <a:pt x="656" y="358"/>
                    </a:lnTo>
                    <a:lnTo>
                      <a:pt x="652" y="358"/>
                    </a:lnTo>
                    <a:lnTo>
                      <a:pt x="652" y="362"/>
                    </a:lnTo>
                    <a:lnTo>
                      <a:pt x="648" y="362"/>
                    </a:lnTo>
                    <a:lnTo>
                      <a:pt x="648" y="366"/>
                    </a:lnTo>
                    <a:lnTo>
                      <a:pt x="648" y="368"/>
                    </a:lnTo>
                    <a:lnTo>
                      <a:pt x="644" y="368"/>
                    </a:lnTo>
                    <a:lnTo>
                      <a:pt x="644" y="372"/>
                    </a:lnTo>
                    <a:lnTo>
                      <a:pt x="648" y="372"/>
                    </a:lnTo>
                    <a:lnTo>
                      <a:pt x="648" y="376"/>
                    </a:lnTo>
                    <a:lnTo>
                      <a:pt x="652" y="376"/>
                    </a:lnTo>
                    <a:lnTo>
                      <a:pt x="656" y="380"/>
                    </a:lnTo>
                    <a:lnTo>
                      <a:pt x="658" y="380"/>
                    </a:lnTo>
                    <a:lnTo>
                      <a:pt x="662" y="384"/>
                    </a:lnTo>
                    <a:lnTo>
                      <a:pt x="662" y="388"/>
                    </a:lnTo>
                    <a:lnTo>
                      <a:pt x="662" y="392"/>
                    </a:lnTo>
                    <a:lnTo>
                      <a:pt x="662" y="396"/>
                    </a:lnTo>
                    <a:lnTo>
                      <a:pt x="666" y="398"/>
                    </a:lnTo>
                    <a:lnTo>
                      <a:pt x="666" y="402"/>
                    </a:lnTo>
                    <a:lnTo>
                      <a:pt x="670" y="406"/>
                    </a:lnTo>
                    <a:lnTo>
                      <a:pt x="670" y="410"/>
                    </a:lnTo>
                    <a:lnTo>
                      <a:pt x="670" y="414"/>
                    </a:lnTo>
                    <a:lnTo>
                      <a:pt x="674" y="414"/>
                    </a:lnTo>
                    <a:lnTo>
                      <a:pt x="674" y="418"/>
                    </a:lnTo>
                    <a:lnTo>
                      <a:pt x="676" y="418"/>
                    </a:lnTo>
                    <a:lnTo>
                      <a:pt x="676" y="422"/>
                    </a:lnTo>
                    <a:lnTo>
                      <a:pt x="680" y="424"/>
                    </a:lnTo>
                    <a:lnTo>
                      <a:pt x="680" y="428"/>
                    </a:lnTo>
                    <a:lnTo>
                      <a:pt x="684" y="428"/>
                    </a:lnTo>
                    <a:lnTo>
                      <a:pt x="684" y="432"/>
                    </a:lnTo>
                    <a:lnTo>
                      <a:pt x="680" y="432"/>
                    </a:lnTo>
                    <a:lnTo>
                      <a:pt x="680" y="428"/>
                    </a:lnTo>
                    <a:lnTo>
                      <a:pt x="676" y="428"/>
                    </a:lnTo>
                    <a:lnTo>
                      <a:pt x="674" y="428"/>
                    </a:lnTo>
                    <a:lnTo>
                      <a:pt x="670" y="428"/>
                    </a:lnTo>
                    <a:lnTo>
                      <a:pt x="670" y="424"/>
                    </a:lnTo>
                    <a:lnTo>
                      <a:pt x="666" y="424"/>
                    </a:lnTo>
                    <a:lnTo>
                      <a:pt x="662" y="422"/>
                    </a:lnTo>
                    <a:lnTo>
                      <a:pt x="662" y="424"/>
                    </a:lnTo>
                    <a:lnTo>
                      <a:pt x="658" y="424"/>
                    </a:lnTo>
                    <a:lnTo>
                      <a:pt x="656" y="424"/>
                    </a:lnTo>
                    <a:lnTo>
                      <a:pt x="656" y="422"/>
                    </a:lnTo>
                    <a:lnTo>
                      <a:pt x="656" y="418"/>
                    </a:lnTo>
                    <a:lnTo>
                      <a:pt x="652" y="418"/>
                    </a:lnTo>
                    <a:lnTo>
                      <a:pt x="652" y="422"/>
                    </a:lnTo>
                    <a:lnTo>
                      <a:pt x="656" y="422"/>
                    </a:lnTo>
                    <a:lnTo>
                      <a:pt x="652" y="422"/>
                    </a:lnTo>
                    <a:lnTo>
                      <a:pt x="656" y="422"/>
                    </a:lnTo>
                    <a:lnTo>
                      <a:pt x="656" y="424"/>
                    </a:lnTo>
                    <a:lnTo>
                      <a:pt x="658" y="424"/>
                    </a:lnTo>
                    <a:lnTo>
                      <a:pt x="662" y="424"/>
                    </a:lnTo>
                    <a:lnTo>
                      <a:pt x="666" y="424"/>
                    </a:lnTo>
                    <a:lnTo>
                      <a:pt x="666" y="428"/>
                    </a:lnTo>
                    <a:lnTo>
                      <a:pt x="670" y="428"/>
                    </a:lnTo>
                    <a:lnTo>
                      <a:pt x="674" y="428"/>
                    </a:lnTo>
                    <a:lnTo>
                      <a:pt x="674" y="432"/>
                    </a:lnTo>
                    <a:lnTo>
                      <a:pt x="676" y="436"/>
                    </a:lnTo>
                    <a:lnTo>
                      <a:pt x="680" y="436"/>
                    </a:lnTo>
                    <a:lnTo>
                      <a:pt x="680" y="440"/>
                    </a:lnTo>
                    <a:lnTo>
                      <a:pt x="680" y="444"/>
                    </a:lnTo>
                    <a:lnTo>
                      <a:pt x="684" y="444"/>
                    </a:lnTo>
                    <a:lnTo>
                      <a:pt x="684" y="448"/>
                    </a:lnTo>
                    <a:lnTo>
                      <a:pt x="680" y="448"/>
                    </a:lnTo>
                    <a:lnTo>
                      <a:pt x="676" y="448"/>
                    </a:lnTo>
                    <a:lnTo>
                      <a:pt x="674" y="448"/>
                    </a:lnTo>
                    <a:lnTo>
                      <a:pt x="674" y="452"/>
                    </a:lnTo>
                    <a:lnTo>
                      <a:pt x="670" y="452"/>
                    </a:lnTo>
                    <a:lnTo>
                      <a:pt x="670" y="454"/>
                    </a:lnTo>
                    <a:lnTo>
                      <a:pt x="666" y="454"/>
                    </a:lnTo>
                    <a:lnTo>
                      <a:pt x="662" y="454"/>
                    </a:lnTo>
                    <a:lnTo>
                      <a:pt x="658" y="458"/>
                    </a:lnTo>
                    <a:lnTo>
                      <a:pt x="662" y="458"/>
                    </a:lnTo>
                    <a:lnTo>
                      <a:pt x="662" y="454"/>
                    </a:lnTo>
                    <a:lnTo>
                      <a:pt x="666" y="458"/>
                    </a:lnTo>
                    <a:lnTo>
                      <a:pt x="666" y="462"/>
                    </a:lnTo>
                    <a:lnTo>
                      <a:pt x="666" y="458"/>
                    </a:lnTo>
                    <a:lnTo>
                      <a:pt x="670" y="458"/>
                    </a:lnTo>
                    <a:lnTo>
                      <a:pt x="674" y="454"/>
                    </a:lnTo>
                    <a:lnTo>
                      <a:pt x="676" y="454"/>
                    </a:lnTo>
                    <a:lnTo>
                      <a:pt x="676" y="458"/>
                    </a:lnTo>
                    <a:lnTo>
                      <a:pt x="680" y="462"/>
                    </a:lnTo>
                    <a:lnTo>
                      <a:pt x="684" y="462"/>
                    </a:lnTo>
                    <a:lnTo>
                      <a:pt x="684" y="466"/>
                    </a:lnTo>
                    <a:lnTo>
                      <a:pt x="680" y="466"/>
                    </a:lnTo>
                    <a:lnTo>
                      <a:pt x="680" y="470"/>
                    </a:lnTo>
                    <a:lnTo>
                      <a:pt x="676" y="470"/>
                    </a:lnTo>
                    <a:lnTo>
                      <a:pt x="676" y="474"/>
                    </a:lnTo>
                    <a:lnTo>
                      <a:pt x="676" y="470"/>
                    </a:lnTo>
                    <a:lnTo>
                      <a:pt x="680" y="470"/>
                    </a:lnTo>
                    <a:lnTo>
                      <a:pt x="684" y="470"/>
                    </a:lnTo>
                    <a:lnTo>
                      <a:pt x="684" y="474"/>
                    </a:lnTo>
                    <a:lnTo>
                      <a:pt x="684" y="478"/>
                    </a:lnTo>
                    <a:lnTo>
                      <a:pt x="680" y="478"/>
                    </a:lnTo>
                    <a:lnTo>
                      <a:pt x="680" y="474"/>
                    </a:lnTo>
                    <a:lnTo>
                      <a:pt x="680" y="478"/>
                    </a:lnTo>
                    <a:lnTo>
                      <a:pt x="676" y="478"/>
                    </a:lnTo>
                    <a:lnTo>
                      <a:pt x="676" y="474"/>
                    </a:lnTo>
                    <a:lnTo>
                      <a:pt x="676" y="478"/>
                    </a:lnTo>
                    <a:lnTo>
                      <a:pt x="680" y="478"/>
                    </a:lnTo>
                    <a:lnTo>
                      <a:pt x="680" y="480"/>
                    </a:lnTo>
                    <a:lnTo>
                      <a:pt x="676" y="480"/>
                    </a:lnTo>
                    <a:lnTo>
                      <a:pt x="680" y="484"/>
                    </a:lnTo>
                    <a:lnTo>
                      <a:pt x="676" y="484"/>
                    </a:lnTo>
                    <a:lnTo>
                      <a:pt x="674" y="484"/>
                    </a:lnTo>
                    <a:lnTo>
                      <a:pt x="676" y="484"/>
                    </a:lnTo>
                    <a:lnTo>
                      <a:pt x="676" y="488"/>
                    </a:lnTo>
                    <a:lnTo>
                      <a:pt x="676" y="492"/>
                    </a:lnTo>
                    <a:lnTo>
                      <a:pt x="680" y="492"/>
                    </a:lnTo>
                    <a:lnTo>
                      <a:pt x="676" y="492"/>
                    </a:lnTo>
                    <a:lnTo>
                      <a:pt x="676" y="496"/>
                    </a:lnTo>
                    <a:lnTo>
                      <a:pt x="674" y="496"/>
                    </a:lnTo>
                    <a:lnTo>
                      <a:pt x="674" y="492"/>
                    </a:lnTo>
                    <a:lnTo>
                      <a:pt x="674" y="496"/>
                    </a:lnTo>
                    <a:lnTo>
                      <a:pt x="670" y="496"/>
                    </a:lnTo>
                    <a:lnTo>
                      <a:pt x="670" y="500"/>
                    </a:lnTo>
                    <a:lnTo>
                      <a:pt x="666" y="496"/>
                    </a:lnTo>
                    <a:lnTo>
                      <a:pt x="666" y="500"/>
                    </a:lnTo>
                    <a:lnTo>
                      <a:pt x="670" y="500"/>
                    </a:lnTo>
                    <a:lnTo>
                      <a:pt x="666" y="500"/>
                    </a:lnTo>
                    <a:lnTo>
                      <a:pt x="666" y="504"/>
                    </a:lnTo>
                    <a:lnTo>
                      <a:pt x="666" y="508"/>
                    </a:lnTo>
                    <a:lnTo>
                      <a:pt x="666" y="510"/>
                    </a:lnTo>
                    <a:lnTo>
                      <a:pt x="662" y="510"/>
                    </a:lnTo>
                    <a:lnTo>
                      <a:pt x="662" y="514"/>
                    </a:lnTo>
                    <a:lnTo>
                      <a:pt x="662" y="510"/>
                    </a:lnTo>
                    <a:lnTo>
                      <a:pt x="662" y="514"/>
                    </a:lnTo>
                    <a:lnTo>
                      <a:pt x="662" y="510"/>
                    </a:lnTo>
                    <a:lnTo>
                      <a:pt x="658" y="510"/>
                    </a:lnTo>
                    <a:lnTo>
                      <a:pt x="662" y="510"/>
                    </a:lnTo>
                    <a:lnTo>
                      <a:pt x="662" y="514"/>
                    </a:lnTo>
                    <a:lnTo>
                      <a:pt x="658" y="514"/>
                    </a:lnTo>
                    <a:lnTo>
                      <a:pt x="658" y="518"/>
                    </a:lnTo>
                    <a:lnTo>
                      <a:pt x="656" y="518"/>
                    </a:lnTo>
                    <a:lnTo>
                      <a:pt x="658" y="518"/>
                    </a:lnTo>
                    <a:lnTo>
                      <a:pt x="658" y="522"/>
                    </a:lnTo>
                    <a:lnTo>
                      <a:pt x="656" y="522"/>
                    </a:lnTo>
                    <a:lnTo>
                      <a:pt x="656" y="526"/>
                    </a:lnTo>
                    <a:lnTo>
                      <a:pt x="656" y="522"/>
                    </a:lnTo>
                    <a:lnTo>
                      <a:pt x="658" y="522"/>
                    </a:lnTo>
                    <a:lnTo>
                      <a:pt x="656" y="518"/>
                    </a:lnTo>
                    <a:lnTo>
                      <a:pt x="656" y="522"/>
                    </a:lnTo>
                    <a:lnTo>
                      <a:pt x="656" y="518"/>
                    </a:lnTo>
                    <a:lnTo>
                      <a:pt x="652" y="518"/>
                    </a:lnTo>
                    <a:lnTo>
                      <a:pt x="652" y="522"/>
                    </a:lnTo>
                    <a:lnTo>
                      <a:pt x="652" y="518"/>
                    </a:lnTo>
                    <a:lnTo>
                      <a:pt x="652" y="522"/>
                    </a:lnTo>
                    <a:lnTo>
                      <a:pt x="652" y="526"/>
                    </a:lnTo>
                    <a:lnTo>
                      <a:pt x="652" y="522"/>
                    </a:lnTo>
                    <a:lnTo>
                      <a:pt x="656" y="526"/>
                    </a:lnTo>
                    <a:lnTo>
                      <a:pt x="652" y="526"/>
                    </a:lnTo>
                    <a:lnTo>
                      <a:pt x="652" y="530"/>
                    </a:lnTo>
                    <a:lnTo>
                      <a:pt x="656" y="526"/>
                    </a:lnTo>
                    <a:lnTo>
                      <a:pt x="656" y="530"/>
                    </a:lnTo>
                    <a:lnTo>
                      <a:pt x="652" y="530"/>
                    </a:lnTo>
                    <a:lnTo>
                      <a:pt x="652" y="534"/>
                    </a:lnTo>
                    <a:lnTo>
                      <a:pt x="648" y="534"/>
                    </a:lnTo>
                    <a:lnTo>
                      <a:pt x="644" y="534"/>
                    </a:lnTo>
                    <a:lnTo>
                      <a:pt x="648" y="534"/>
                    </a:lnTo>
                    <a:lnTo>
                      <a:pt x="648" y="536"/>
                    </a:lnTo>
                    <a:lnTo>
                      <a:pt x="648" y="534"/>
                    </a:lnTo>
                    <a:lnTo>
                      <a:pt x="652" y="534"/>
                    </a:lnTo>
                    <a:lnTo>
                      <a:pt x="652" y="536"/>
                    </a:lnTo>
                    <a:lnTo>
                      <a:pt x="652" y="540"/>
                    </a:lnTo>
                    <a:lnTo>
                      <a:pt x="648" y="540"/>
                    </a:lnTo>
                    <a:lnTo>
                      <a:pt x="652" y="540"/>
                    </a:lnTo>
                    <a:lnTo>
                      <a:pt x="652" y="544"/>
                    </a:lnTo>
                    <a:lnTo>
                      <a:pt x="652" y="548"/>
                    </a:lnTo>
                    <a:lnTo>
                      <a:pt x="652" y="544"/>
                    </a:lnTo>
                    <a:lnTo>
                      <a:pt x="648" y="544"/>
                    </a:lnTo>
                    <a:lnTo>
                      <a:pt x="648" y="540"/>
                    </a:lnTo>
                    <a:lnTo>
                      <a:pt x="648" y="544"/>
                    </a:lnTo>
                    <a:lnTo>
                      <a:pt x="644" y="544"/>
                    </a:lnTo>
                    <a:lnTo>
                      <a:pt x="648" y="548"/>
                    </a:lnTo>
                    <a:lnTo>
                      <a:pt x="644" y="552"/>
                    </a:lnTo>
                    <a:lnTo>
                      <a:pt x="644" y="548"/>
                    </a:lnTo>
                    <a:lnTo>
                      <a:pt x="640" y="548"/>
                    </a:lnTo>
                    <a:lnTo>
                      <a:pt x="640" y="552"/>
                    </a:lnTo>
                    <a:lnTo>
                      <a:pt x="644" y="552"/>
                    </a:lnTo>
                    <a:lnTo>
                      <a:pt x="640" y="556"/>
                    </a:lnTo>
                    <a:lnTo>
                      <a:pt x="636" y="556"/>
                    </a:lnTo>
                    <a:lnTo>
                      <a:pt x="640" y="556"/>
                    </a:lnTo>
                    <a:lnTo>
                      <a:pt x="636" y="552"/>
                    </a:lnTo>
                    <a:lnTo>
                      <a:pt x="636" y="556"/>
                    </a:lnTo>
                    <a:lnTo>
                      <a:pt x="640" y="556"/>
                    </a:lnTo>
                    <a:lnTo>
                      <a:pt x="636" y="560"/>
                    </a:lnTo>
                    <a:lnTo>
                      <a:pt x="632" y="560"/>
                    </a:lnTo>
                    <a:lnTo>
                      <a:pt x="628" y="560"/>
                    </a:lnTo>
                    <a:lnTo>
                      <a:pt x="628" y="564"/>
                    </a:lnTo>
                    <a:lnTo>
                      <a:pt x="626" y="564"/>
                    </a:lnTo>
                    <a:lnTo>
                      <a:pt x="628" y="564"/>
                    </a:lnTo>
                    <a:lnTo>
                      <a:pt x="628" y="566"/>
                    </a:lnTo>
                    <a:lnTo>
                      <a:pt x="626" y="570"/>
                    </a:lnTo>
                    <a:lnTo>
                      <a:pt x="622" y="570"/>
                    </a:lnTo>
                    <a:lnTo>
                      <a:pt x="622" y="574"/>
                    </a:lnTo>
                    <a:lnTo>
                      <a:pt x="618" y="574"/>
                    </a:lnTo>
                    <a:lnTo>
                      <a:pt x="618" y="578"/>
                    </a:lnTo>
                    <a:lnTo>
                      <a:pt x="614" y="578"/>
                    </a:lnTo>
                    <a:lnTo>
                      <a:pt x="610" y="578"/>
                    </a:lnTo>
                    <a:lnTo>
                      <a:pt x="610" y="582"/>
                    </a:lnTo>
                    <a:lnTo>
                      <a:pt x="606" y="582"/>
                    </a:lnTo>
                    <a:lnTo>
                      <a:pt x="610" y="582"/>
                    </a:lnTo>
                    <a:lnTo>
                      <a:pt x="610" y="586"/>
                    </a:lnTo>
                    <a:lnTo>
                      <a:pt x="606" y="586"/>
                    </a:lnTo>
                    <a:lnTo>
                      <a:pt x="606" y="590"/>
                    </a:lnTo>
                    <a:lnTo>
                      <a:pt x="602" y="590"/>
                    </a:lnTo>
                    <a:lnTo>
                      <a:pt x="602" y="592"/>
                    </a:lnTo>
                    <a:lnTo>
                      <a:pt x="600" y="590"/>
                    </a:lnTo>
                    <a:lnTo>
                      <a:pt x="600" y="592"/>
                    </a:lnTo>
                    <a:lnTo>
                      <a:pt x="596" y="592"/>
                    </a:lnTo>
                    <a:lnTo>
                      <a:pt x="596" y="590"/>
                    </a:lnTo>
                    <a:lnTo>
                      <a:pt x="592" y="592"/>
                    </a:lnTo>
                    <a:lnTo>
                      <a:pt x="596" y="592"/>
                    </a:lnTo>
                    <a:lnTo>
                      <a:pt x="592" y="592"/>
                    </a:lnTo>
                    <a:lnTo>
                      <a:pt x="588" y="592"/>
                    </a:lnTo>
                    <a:lnTo>
                      <a:pt x="584" y="592"/>
                    </a:lnTo>
                    <a:lnTo>
                      <a:pt x="584" y="596"/>
                    </a:lnTo>
                    <a:lnTo>
                      <a:pt x="580" y="596"/>
                    </a:lnTo>
                    <a:lnTo>
                      <a:pt x="580" y="592"/>
                    </a:lnTo>
                    <a:lnTo>
                      <a:pt x="584" y="592"/>
                    </a:lnTo>
                    <a:lnTo>
                      <a:pt x="580" y="592"/>
                    </a:lnTo>
                    <a:lnTo>
                      <a:pt x="580" y="596"/>
                    </a:lnTo>
                    <a:lnTo>
                      <a:pt x="576" y="596"/>
                    </a:lnTo>
                    <a:lnTo>
                      <a:pt x="572" y="596"/>
                    </a:lnTo>
                    <a:lnTo>
                      <a:pt x="576" y="596"/>
                    </a:lnTo>
                    <a:lnTo>
                      <a:pt x="576" y="600"/>
                    </a:lnTo>
                    <a:lnTo>
                      <a:pt x="572" y="600"/>
                    </a:lnTo>
                    <a:lnTo>
                      <a:pt x="570" y="600"/>
                    </a:lnTo>
                    <a:lnTo>
                      <a:pt x="570" y="596"/>
                    </a:lnTo>
                    <a:lnTo>
                      <a:pt x="572" y="596"/>
                    </a:lnTo>
                    <a:lnTo>
                      <a:pt x="570" y="596"/>
                    </a:lnTo>
                    <a:lnTo>
                      <a:pt x="570" y="592"/>
                    </a:lnTo>
                    <a:lnTo>
                      <a:pt x="566" y="590"/>
                    </a:lnTo>
                    <a:lnTo>
                      <a:pt x="566" y="586"/>
                    </a:lnTo>
                    <a:lnTo>
                      <a:pt x="570" y="586"/>
                    </a:lnTo>
                    <a:lnTo>
                      <a:pt x="566" y="586"/>
                    </a:lnTo>
                    <a:lnTo>
                      <a:pt x="566" y="590"/>
                    </a:lnTo>
                    <a:lnTo>
                      <a:pt x="562" y="590"/>
                    </a:lnTo>
                    <a:lnTo>
                      <a:pt x="566" y="592"/>
                    </a:lnTo>
                    <a:lnTo>
                      <a:pt x="562" y="592"/>
                    </a:lnTo>
                    <a:lnTo>
                      <a:pt x="566" y="592"/>
                    </a:lnTo>
                    <a:lnTo>
                      <a:pt x="566" y="596"/>
                    </a:lnTo>
                    <a:lnTo>
                      <a:pt x="566" y="600"/>
                    </a:lnTo>
                    <a:lnTo>
                      <a:pt x="566" y="604"/>
                    </a:lnTo>
                    <a:lnTo>
                      <a:pt x="562" y="604"/>
                    </a:lnTo>
                    <a:lnTo>
                      <a:pt x="562" y="600"/>
                    </a:lnTo>
                    <a:lnTo>
                      <a:pt x="562" y="596"/>
                    </a:lnTo>
                    <a:lnTo>
                      <a:pt x="558" y="596"/>
                    </a:lnTo>
                    <a:lnTo>
                      <a:pt x="562" y="596"/>
                    </a:lnTo>
                    <a:lnTo>
                      <a:pt x="562" y="600"/>
                    </a:lnTo>
                    <a:lnTo>
                      <a:pt x="562" y="604"/>
                    </a:lnTo>
                    <a:lnTo>
                      <a:pt x="558" y="604"/>
                    </a:lnTo>
                    <a:lnTo>
                      <a:pt x="558" y="600"/>
                    </a:lnTo>
                    <a:lnTo>
                      <a:pt x="558" y="604"/>
                    </a:lnTo>
                    <a:lnTo>
                      <a:pt x="558" y="608"/>
                    </a:lnTo>
                    <a:lnTo>
                      <a:pt x="554" y="608"/>
                    </a:lnTo>
                    <a:lnTo>
                      <a:pt x="550" y="608"/>
                    </a:lnTo>
                    <a:lnTo>
                      <a:pt x="550" y="612"/>
                    </a:lnTo>
                    <a:lnTo>
                      <a:pt x="550" y="608"/>
                    </a:lnTo>
                    <a:lnTo>
                      <a:pt x="546" y="612"/>
                    </a:lnTo>
                    <a:lnTo>
                      <a:pt x="542" y="608"/>
                    </a:lnTo>
                    <a:lnTo>
                      <a:pt x="542" y="612"/>
                    </a:lnTo>
                    <a:lnTo>
                      <a:pt x="540" y="612"/>
                    </a:lnTo>
                    <a:lnTo>
                      <a:pt x="540" y="616"/>
                    </a:lnTo>
                    <a:lnTo>
                      <a:pt x="536" y="616"/>
                    </a:lnTo>
                    <a:lnTo>
                      <a:pt x="532" y="616"/>
                    </a:lnTo>
                    <a:lnTo>
                      <a:pt x="528" y="616"/>
                    </a:lnTo>
                    <a:lnTo>
                      <a:pt x="524" y="616"/>
                    </a:lnTo>
                    <a:lnTo>
                      <a:pt x="524" y="620"/>
                    </a:lnTo>
                    <a:lnTo>
                      <a:pt x="524" y="616"/>
                    </a:lnTo>
                    <a:lnTo>
                      <a:pt x="524" y="620"/>
                    </a:lnTo>
                    <a:lnTo>
                      <a:pt x="520" y="620"/>
                    </a:lnTo>
                    <a:lnTo>
                      <a:pt x="520" y="616"/>
                    </a:lnTo>
                    <a:lnTo>
                      <a:pt x="520" y="620"/>
                    </a:lnTo>
                    <a:lnTo>
                      <a:pt x="520" y="622"/>
                    </a:lnTo>
                    <a:lnTo>
                      <a:pt x="516" y="622"/>
                    </a:lnTo>
                    <a:lnTo>
                      <a:pt x="516" y="626"/>
                    </a:lnTo>
                    <a:lnTo>
                      <a:pt x="520" y="626"/>
                    </a:lnTo>
                    <a:lnTo>
                      <a:pt x="520" y="630"/>
                    </a:lnTo>
                    <a:lnTo>
                      <a:pt x="520" y="626"/>
                    </a:lnTo>
                    <a:lnTo>
                      <a:pt x="520" y="630"/>
                    </a:lnTo>
                    <a:lnTo>
                      <a:pt x="520" y="634"/>
                    </a:lnTo>
                    <a:lnTo>
                      <a:pt x="520" y="636"/>
                    </a:lnTo>
                    <a:lnTo>
                      <a:pt x="516" y="636"/>
                    </a:lnTo>
                    <a:lnTo>
                      <a:pt x="514" y="636"/>
                    </a:lnTo>
                    <a:lnTo>
                      <a:pt x="514" y="634"/>
                    </a:lnTo>
                    <a:lnTo>
                      <a:pt x="510" y="630"/>
                    </a:lnTo>
                    <a:lnTo>
                      <a:pt x="510" y="626"/>
                    </a:lnTo>
                    <a:lnTo>
                      <a:pt x="510" y="622"/>
                    </a:lnTo>
                    <a:lnTo>
                      <a:pt x="514" y="620"/>
                    </a:lnTo>
                    <a:lnTo>
                      <a:pt x="514" y="616"/>
                    </a:lnTo>
                    <a:lnTo>
                      <a:pt x="514" y="612"/>
                    </a:lnTo>
                    <a:lnTo>
                      <a:pt x="510" y="612"/>
                    </a:lnTo>
                    <a:lnTo>
                      <a:pt x="510" y="616"/>
                    </a:lnTo>
                    <a:lnTo>
                      <a:pt x="514" y="616"/>
                    </a:lnTo>
                    <a:lnTo>
                      <a:pt x="510" y="616"/>
                    </a:lnTo>
                    <a:lnTo>
                      <a:pt x="510" y="612"/>
                    </a:lnTo>
                    <a:lnTo>
                      <a:pt x="510" y="616"/>
                    </a:lnTo>
                    <a:lnTo>
                      <a:pt x="506" y="616"/>
                    </a:lnTo>
                    <a:lnTo>
                      <a:pt x="502" y="616"/>
                    </a:lnTo>
                    <a:lnTo>
                      <a:pt x="502" y="612"/>
                    </a:lnTo>
                    <a:lnTo>
                      <a:pt x="498" y="612"/>
                    </a:lnTo>
                    <a:lnTo>
                      <a:pt x="498" y="608"/>
                    </a:lnTo>
                    <a:lnTo>
                      <a:pt x="498" y="612"/>
                    </a:lnTo>
                    <a:lnTo>
                      <a:pt x="494" y="612"/>
                    </a:lnTo>
                    <a:lnTo>
                      <a:pt x="494" y="608"/>
                    </a:lnTo>
                    <a:lnTo>
                      <a:pt x="494" y="612"/>
                    </a:lnTo>
                    <a:lnTo>
                      <a:pt x="494" y="616"/>
                    </a:lnTo>
                    <a:lnTo>
                      <a:pt x="490" y="616"/>
                    </a:lnTo>
                    <a:lnTo>
                      <a:pt x="490" y="612"/>
                    </a:lnTo>
                    <a:lnTo>
                      <a:pt x="494" y="612"/>
                    </a:lnTo>
                    <a:lnTo>
                      <a:pt x="490" y="612"/>
                    </a:lnTo>
                    <a:lnTo>
                      <a:pt x="490" y="616"/>
                    </a:lnTo>
                    <a:lnTo>
                      <a:pt x="490" y="612"/>
                    </a:lnTo>
                    <a:lnTo>
                      <a:pt x="486" y="616"/>
                    </a:lnTo>
                    <a:lnTo>
                      <a:pt x="486" y="612"/>
                    </a:lnTo>
                    <a:lnTo>
                      <a:pt x="484" y="612"/>
                    </a:lnTo>
                    <a:lnTo>
                      <a:pt x="480" y="612"/>
                    </a:lnTo>
                    <a:lnTo>
                      <a:pt x="476" y="612"/>
                    </a:lnTo>
                    <a:lnTo>
                      <a:pt x="472" y="608"/>
                    </a:lnTo>
                    <a:lnTo>
                      <a:pt x="468" y="604"/>
                    </a:lnTo>
                    <a:lnTo>
                      <a:pt x="468" y="600"/>
                    </a:lnTo>
                    <a:lnTo>
                      <a:pt x="464" y="600"/>
                    </a:lnTo>
                    <a:lnTo>
                      <a:pt x="464" y="596"/>
                    </a:lnTo>
                    <a:lnTo>
                      <a:pt x="468" y="596"/>
                    </a:lnTo>
                    <a:lnTo>
                      <a:pt x="468" y="592"/>
                    </a:lnTo>
                    <a:lnTo>
                      <a:pt x="468" y="590"/>
                    </a:lnTo>
                    <a:lnTo>
                      <a:pt x="464" y="590"/>
                    </a:lnTo>
                    <a:lnTo>
                      <a:pt x="460" y="590"/>
                    </a:lnTo>
                    <a:lnTo>
                      <a:pt x="458" y="590"/>
                    </a:lnTo>
                    <a:lnTo>
                      <a:pt x="454" y="590"/>
                    </a:lnTo>
                    <a:lnTo>
                      <a:pt x="454" y="586"/>
                    </a:lnTo>
                    <a:lnTo>
                      <a:pt x="450" y="586"/>
                    </a:lnTo>
                    <a:lnTo>
                      <a:pt x="450" y="582"/>
                    </a:lnTo>
                    <a:lnTo>
                      <a:pt x="446" y="582"/>
                    </a:lnTo>
                    <a:lnTo>
                      <a:pt x="442" y="586"/>
                    </a:lnTo>
                    <a:lnTo>
                      <a:pt x="442" y="590"/>
                    </a:lnTo>
                    <a:lnTo>
                      <a:pt x="438" y="592"/>
                    </a:lnTo>
                    <a:lnTo>
                      <a:pt x="434" y="592"/>
                    </a:lnTo>
                    <a:lnTo>
                      <a:pt x="430" y="592"/>
                    </a:lnTo>
                    <a:lnTo>
                      <a:pt x="430" y="596"/>
                    </a:lnTo>
                    <a:lnTo>
                      <a:pt x="428" y="596"/>
                    </a:lnTo>
                    <a:lnTo>
                      <a:pt x="428" y="592"/>
                    </a:lnTo>
                    <a:lnTo>
                      <a:pt x="424" y="592"/>
                    </a:lnTo>
                    <a:lnTo>
                      <a:pt x="424" y="596"/>
                    </a:lnTo>
                    <a:lnTo>
                      <a:pt x="424" y="592"/>
                    </a:lnTo>
                    <a:lnTo>
                      <a:pt x="420" y="592"/>
                    </a:lnTo>
                    <a:lnTo>
                      <a:pt x="420" y="596"/>
                    </a:lnTo>
                    <a:lnTo>
                      <a:pt x="416" y="596"/>
                    </a:lnTo>
                    <a:lnTo>
                      <a:pt x="412" y="596"/>
                    </a:lnTo>
                    <a:lnTo>
                      <a:pt x="412" y="592"/>
                    </a:lnTo>
                    <a:lnTo>
                      <a:pt x="408" y="592"/>
                    </a:lnTo>
                    <a:lnTo>
                      <a:pt x="408" y="596"/>
                    </a:lnTo>
                    <a:lnTo>
                      <a:pt x="404" y="596"/>
                    </a:lnTo>
                    <a:lnTo>
                      <a:pt x="404" y="600"/>
                    </a:lnTo>
                    <a:lnTo>
                      <a:pt x="404" y="596"/>
                    </a:lnTo>
                    <a:lnTo>
                      <a:pt x="402" y="596"/>
                    </a:lnTo>
                    <a:lnTo>
                      <a:pt x="398" y="596"/>
                    </a:lnTo>
                    <a:lnTo>
                      <a:pt x="398" y="600"/>
                    </a:lnTo>
                    <a:lnTo>
                      <a:pt x="394" y="600"/>
                    </a:lnTo>
                    <a:lnTo>
                      <a:pt x="398" y="608"/>
                    </a:lnTo>
                    <a:lnTo>
                      <a:pt x="398" y="612"/>
                    </a:lnTo>
                    <a:lnTo>
                      <a:pt x="398" y="616"/>
                    </a:lnTo>
                    <a:lnTo>
                      <a:pt x="398" y="620"/>
                    </a:lnTo>
                    <a:lnTo>
                      <a:pt x="402" y="620"/>
                    </a:lnTo>
                    <a:lnTo>
                      <a:pt x="398" y="620"/>
                    </a:lnTo>
                    <a:lnTo>
                      <a:pt x="398" y="622"/>
                    </a:lnTo>
                    <a:lnTo>
                      <a:pt x="398" y="620"/>
                    </a:lnTo>
                    <a:lnTo>
                      <a:pt x="394" y="620"/>
                    </a:lnTo>
                    <a:lnTo>
                      <a:pt x="390" y="620"/>
                    </a:lnTo>
                    <a:lnTo>
                      <a:pt x="390" y="616"/>
                    </a:lnTo>
                    <a:lnTo>
                      <a:pt x="390" y="612"/>
                    </a:lnTo>
                    <a:lnTo>
                      <a:pt x="386" y="612"/>
                    </a:lnTo>
                    <a:lnTo>
                      <a:pt x="382" y="616"/>
                    </a:lnTo>
                    <a:lnTo>
                      <a:pt x="378" y="616"/>
                    </a:lnTo>
                    <a:lnTo>
                      <a:pt x="374" y="616"/>
                    </a:lnTo>
                    <a:lnTo>
                      <a:pt x="374" y="612"/>
                    </a:lnTo>
                    <a:lnTo>
                      <a:pt x="372" y="612"/>
                    </a:lnTo>
                    <a:lnTo>
                      <a:pt x="372" y="608"/>
                    </a:lnTo>
                    <a:lnTo>
                      <a:pt x="372" y="604"/>
                    </a:lnTo>
                    <a:lnTo>
                      <a:pt x="368" y="604"/>
                    </a:lnTo>
                    <a:lnTo>
                      <a:pt x="364" y="604"/>
                    </a:lnTo>
                    <a:lnTo>
                      <a:pt x="360" y="604"/>
                    </a:lnTo>
                    <a:lnTo>
                      <a:pt x="364" y="600"/>
                    </a:lnTo>
                    <a:lnTo>
                      <a:pt x="364" y="596"/>
                    </a:lnTo>
                    <a:lnTo>
                      <a:pt x="364" y="592"/>
                    </a:lnTo>
                    <a:lnTo>
                      <a:pt x="364" y="590"/>
                    </a:lnTo>
                    <a:lnTo>
                      <a:pt x="368" y="590"/>
                    </a:lnTo>
                    <a:lnTo>
                      <a:pt x="368" y="586"/>
                    </a:lnTo>
                    <a:lnTo>
                      <a:pt x="364" y="586"/>
                    </a:lnTo>
                    <a:lnTo>
                      <a:pt x="360" y="586"/>
                    </a:lnTo>
                    <a:lnTo>
                      <a:pt x="356" y="586"/>
                    </a:lnTo>
                    <a:lnTo>
                      <a:pt x="356" y="582"/>
                    </a:lnTo>
                    <a:lnTo>
                      <a:pt x="356" y="578"/>
                    </a:lnTo>
                    <a:lnTo>
                      <a:pt x="356" y="574"/>
                    </a:lnTo>
                    <a:lnTo>
                      <a:pt x="352" y="570"/>
                    </a:lnTo>
                    <a:lnTo>
                      <a:pt x="356" y="570"/>
                    </a:lnTo>
                    <a:lnTo>
                      <a:pt x="356" y="566"/>
                    </a:lnTo>
                    <a:lnTo>
                      <a:pt x="352" y="566"/>
                    </a:lnTo>
                    <a:lnTo>
                      <a:pt x="348" y="566"/>
                    </a:lnTo>
                    <a:lnTo>
                      <a:pt x="346" y="566"/>
                    </a:lnTo>
                    <a:lnTo>
                      <a:pt x="346" y="570"/>
                    </a:lnTo>
                    <a:lnTo>
                      <a:pt x="342" y="570"/>
                    </a:lnTo>
                    <a:lnTo>
                      <a:pt x="342" y="574"/>
                    </a:lnTo>
                    <a:lnTo>
                      <a:pt x="342" y="574"/>
                    </a:lnTo>
                    <a:lnTo>
                      <a:pt x="342" y="574"/>
                    </a:lnTo>
                    <a:close/>
                    <a:moveTo>
                      <a:pt x="658" y="578"/>
                    </a:moveTo>
                    <a:lnTo>
                      <a:pt x="658" y="574"/>
                    </a:lnTo>
                    <a:lnTo>
                      <a:pt x="658" y="570"/>
                    </a:lnTo>
                    <a:lnTo>
                      <a:pt x="662" y="570"/>
                    </a:lnTo>
                    <a:lnTo>
                      <a:pt x="662" y="566"/>
                    </a:lnTo>
                    <a:lnTo>
                      <a:pt x="662" y="564"/>
                    </a:lnTo>
                    <a:lnTo>
                      <a:pt x="666" y="564"/>
                    </a:lnTo>
                    <a:lnTo>
                      <a:pt x="666" y="560"/>
                    </a:lnTo>
                    <a:lnTo>
                      <a:pt x="670" y="556"/>
                    </a:lnTo>
                    <a:lnTo>
                      <a:pt x="670" y="552"/>
                    </a:lnTo>
                    <a:lnTo>
                      <a:pt x="674" y="552"/>
                    </a:lnTo>
                    <a:lnTo>
                      <a:pt x="674" y="548"/>
                    </a:lnTo>
                    <a:lnTo>
                      <a:pt x="676" y="548"/>
                    </a:lnTo>
                    <a:lnTo>
                      <a:pt x="676" y="552"/>
                    </a:lnTo>
                    <a:lnTo>
                      <a:pt x="676" y="548"/>
                    </a:lnTo>
                    <a:lnTo>
                      <a:pt x="680" y="548"/>
                    </a:lnTo>
                    <a:lnTo>
                      <a:pt x="680" y="552"/>
                    </a:lnTo>
                    <a:lnTo>
                      <a:pt x="684" y="552"/>
                    </a:lnTo>
                    <a:lnTo>
                      <a:pt x="680" y="556"/>
                    </a:lnTo>
                    <a:lnTo>
                      <a:pt x="680" y="560"/>
                    </a:lnTo>
                    <a:lnTo>
                      <a:pt x="680" y="564"/>
                    </a:lnTo>
                    <a:lnTo>
                      <a:pt x="680" y="566"/>
                    </a:lnTo>
                    <a:lnTo>
                      <a:pt x="676" y="570"/>
                    </a:lnTo>
                    <a:lnTo>
                      <a:pt x="680" y="570"/>
                    </a:lnTo>
                    <a:lnTo>
                      <a:pt x="676" y="570"/>
                    </a:lnTo>
                    <a:lnTo>
                      <a:pt x="676" y="574"/>
                    </a:lnTo>
                    <a:lnTo>
                      <a:pt x="676" y="578"/>
                    </a:lnTo>
                    <a:lnTo>
                      <a:pt x="676" y="582"/>
                    </a:lnTo>
                    <a:lnTo>
                      <a:pt x="676" y="586"/>
                    </a:lnTo>
                    <a:lnTo>
                      <a:pt x="674" y="590"/>
                    </a:lnTo>
                    <a:lnTo>
                      <a:pt x="674" y="592"/>
                    </a:lnTo>
                    <a:lnTo>
                      <a:pt x="670" y="592"/>
                    </a:lnTo>
                    <a:lnTo>
                      <a:pt x="670" y="596"/>
                    </a:lnTo>
                    <a:lnTo>
                      <a:pt x="670" y="600"/>
                    </a:lnTo>
                    <a:lnTo>
                      <a:pt x="670" y="604"/>
                    </a:lnTo>
                    <a:lnTo>
                      <a:pt x="670" y="608"/>
                    </a:lnTo>
                    <a:lnTo>
                      <a:pt x="666" y="608"/>
                    </a:lnTo>
                    <a:lnTo>
                      <a:pt x="666" y="604"/>
                    </a:lnTo>
                    <a:lnTo>
                      <a:pt x="666" y="600"/>
                    </a:lnTo>
                    <a:lnTo>
                      <a:pt x="662" y="600"/>
                    </a:lnTo>
                    <a:lnTo>
                      <a:pt x="662" y="596"/>
                    </a:lnTo>
                    <a:lnTo>
                      <a:pt x="658" y="596"/>
                    </a:lnTo>
                    <a:lnTo>
                      <a:pt x="658" y="592"/>
                    </a:lnTo>
                    <a:lnTo>
                      <a:pt x="658" y="590"/>
                    </a:lnTo>
                    <a:lnTo>
                      <a:pt x="658" y="586"/>
                    </a:lnTo>
                    <a:lnTo>
                      <a:pt x="658" y="582"/>
                    </a:lnTo>
                    <a:lnTo>
                      <a:pt x="658" y="578"/>
                    </a:lnTo>
                    <a:lnTo>
                      <a:pt x="658" y="578"/>
                    </a:lnTo>
                    <a:lnTo>
                      <a:pt x="658" y="578"/>
                    </a:lnTo>
                    <a:close/>
                    <a:moveTo>
                      <a:pt x="510" y="670"/>
                    </a:moveTo>
                    <a:lnTo>
                      <a:pt x="510" y="674"/>
                    </a:lnTo>
                    <a:lnTo>
                      <a:pt x="510" y="670"/>
                    </a:lnTo>
                    <a:lnTo>
                      <a:pt x="506" y="670"/>
                    </a:lnTo>
                    <a:lnTo>
                      <a:pt x="502" y="670"/>
                    </a:lnTo>
                    <a:lnTo>
                      <a:pt x="498" y="670"/>
                    </a:lnTo>
                    <a:lnTo>
                      <a:pt x="498" y="666"/>
                    </a:lnTo>
                    <a:lnTo>
                      <a:pt x="494" y="666"/>
                    </a:lnTo>
                    <a:lnTo>
                      <a:pt x="494" y="662"/>
                    </a:lnTo>
                    <a:lnTo>
                      <a:pt x="498" y="662"/>
                    </a:lnTo>
                    <a:lnTo>
                      <a:pt x="494" y="662"/>
                    </a:lnTo>
                    <a:lnTo>
                      <a:pt x="494" y="660"/>
                    </a:lnTo>
                    <a:lnTo>
                      <a:pt x="494" y="656"/>
                    </a:lnTo>
                    <a:lnTo>
                      <a:pt x="494" y="652"/>
                    </a:lnTo>
                    <a:lnTo>
                      <a:pt x="498" y="652"/>
                    </a:lnTo>
                    <a:lnTo>
                      <a:pt x="498" y="648"/>
                    </a:lnTo>
                    <a:lnTo>
                      <a:pt x="502" y="648"/>
                    </a:lnTo>
                    <a:lnTo>
                      <a:pt x="506" y="644"/>
                    </a:lnTo>
                    <a:lnTo>
                      <a:pt x="502" y="644"/>
                    </a:lnTo>
                    <a:lnTo>
                      <a:pt x="506" y="640"/>
                    </a:lnTo>
                    <a:lnTo>
                      <a:pt x="506" y="644"/>
                    </a:lnTo>
                    <a:lnTo>
                      <a:pt x="510" y="644"/>
                    </a:lnTo>
                    <a:lnTo>
                      <a:pt x="510" y="640"/>
                    </a:lnTo>
                    <a:lnTo>
                      <a:pt x="514" y="640"/>
                    </a:lnTo>
                    <a:lnTo>
                      <a:pt x="516" y="640"/>
                    </a:lnTo>
                    <a:lnTo>
                      <a:pt x="520" y="640"/>
                    </a:lnTo>
                    <a:lnTo>
                      <a:pt x="524" y="640"/>
                    </a:lnTo>
                    <a:lnTo>
                      <a:pt x="524" y="636"/>
                    </a:lnTo>
                    <a:lnTo>
                      <a:pt x="524" y="640"/>
                    </a:lnTo>
                    <a:lnTo>
                      <a:pt x="528" y="640"/>
                    </a:lnTo>
                    <a:lnTo>
                      <a:pt x="528" y="648"/>
                    </a:lnTo>
                    <a:lnTo>
                      <a:pt x="524" y="652"/>
                    </a:lnTo>
                    <a:lnTo>
                      <a:pt x="524" y="656"/>
                    </a:lnTo>
                    <a:lnTo>
                      <a:pt x="520" y="656"/>
                    </a:lnTo>
                    <a:lnTo>
                      <a:pt x="524" y="656"/>
                    </a:lnTo>
                    <a:lnTo>
                      <a:pt x="520" y="660"/>
                    </a:lnTo>
                    <a:lnTo>
                      <a:pt x="520" y="662"/>
                    </a:lnTo>
                    <a:lnTo>
                      <a:pt x="516" y="662"/>
                    </a:lnTo>
                    <a:lnTo>
                      <a:pt x="516" y="666"/>
                    </a:lnTo>
                    <a:lnTo>
                      <a:pt x="516" y="670"/>
                    </a:lnTo>
                    <a:lnTo>
                      <a:pt x="514" y="670"/>
                    </a:lnTo>
                    <a:lnTo>
                      <a:pt x="514" y="666"/>
                    </a:lnTo>
                    <a:lnTo>
                      <a:pt x="514" y="670"/>
                    </a:lnTo>
                    <a:lnTo>
                      <a:pt x="510" y="670"/>
                    </a:lnTo>
                    <a:lnTo>
                      <a:pt x="510" y="670"/>
                    </a:lnTo>
                    <a:lnTo>
                      <a:pt x="510" y="670"/>
                    </a:lnTo>
                    <a:close/>
                    <a:moveTo>
                      <a:pt x="674" y="428"/>
                    </a:moveTo>
                    <a:lnTo>
                      <a:pt x="676" y="428"/>
                    </a:lnTo>
                    <a:lnTo>
                      <a:pt x="676" y="432"/>
                    </a:lnTo>
                    <a:lnTo>
                      <a:pt x="680" y="432"/>
                    </a:lnTo>
                    <a:lnTo>
                      <a:pt x="684" y="432"/>
                    </a:lnTo>
                    <a:lnTo>
                      <a:pt x="680" y="432"/>
                    </a:lnTo>
                    <a:lnTo>
                      <a:pt x="680" y="436"/>
                    </a:lnTo>
                    <a:lnTo>
                      <a:pt x="676" y="432"/>
                    </a:lnTo>
                    <a:lnTo>
                      <a:pt x="674" y="432"/>
                    </a:lnTo>
                    <a:lnTo>
                      <a:pt x="674" y="428"/>
                    </a:lnTo>
                    <a:lnTo>
                      <a:pt x="674" y="428"/>
                    </a:lnTo>
                    <a:lnTo>
                      <a:pt x="674" y="428"/>
                    </a:lnTo>
                    <a:close/>
                    <a:moveTo>
                      <a:pt x="684" y="462"/>
                    </a:moveTo>
                    <a:lnTo>
                      <a:pt x="684" y="458"/>
                    </a:lnTo>
                    <a:lnTo>
                      <a:pt x="688" y="458"/>
                    </a:lnTo>
                    <a:lnTo>
                      <a:pt x="688" y="462"/>
                    </a:lnTo>
                    <a:lnTo>
                      <a:pt x="684" y="462"/>
                    </a:lnTo>
                    <a:lnTo>
                      <a:pt x="684" y="462"/>
                    </a:lnTo>
                    <a:lnTo>
                      <a:pt x="684" y="462"/>
                    </a:lnTo>
                    <a:close/>
                    <a:moveTo>
                      <a:pt x="652" y="544"/>
                    </a:moveTo>
                    <a:lnTo>
                      <a:pt x="652" y="540"/>
                    </a:lnTo>
                    <a:lnTo>
                      <a:pt x="656" y="540"/>
                    </a:lnTo>
                    <a:lnTo>
                      <a:pt x="656" y="544"/>
                    </a:lnTo>
                    <a:lnTo>
                      <a:pt x="652" y="544"/>
                    </a:lnTo>
                    <a:lnTo>
                      <a:pt x="652" y="544"/>
                    </a:lnTo>
                    <a:lnTo>
                      <a:pt x="652" y="544"/>
                    </a:lnTo>
                    <a:close/>
                    <a:moveTo>
                      <a:pt x="622" y="574"/>
                    </a:moveTo>
                    <a:lnTo>
                      <a:pt x="622" y="578"/>
                    </a:lnTo>
                    <a:lnTo>
                      <a:pt x="618" y="578"/>
                    </a:lnTo>
                    <a:lnTo>
                      <a:pt x="618" y="574"/>
                    </a:lnTo>
                    <a:lnTo>
                      <a:pt x="622" y="574"/>
                    </a:lnTo>
                    <a:lnTo>
                      <a:pt x="622" y="574"/>
                    </a:lnTo>
                    <a:lnTo>
                      <a:pt x="622" y="574"/>
                    </a:lnTo>
                    <a:close/>
                    <a:moveTo>
                      <a:pt x="520" y="622"/>
                    </a:moveTo>
                    <a:lnTo>
                      <a:pt x="524" y="622"/>
                    </a:lnTo>
                    <a:lnTo>
                      <a:pt x="520" y="622"/>
                    </a:lnTo>
                    <a:lnTo>
                      <a:pt x="516" y="622"/>
                    </a:lnTo>
                    <a:lnTo>
                      <a:pt x="520" y="622"/>
                    </a:lnTo>
                    <a:lnTo>
                      <a:pt x="520" y="622"/>
                    </a:lnTo>
                    <a:lnTo>
                      <a:pt x="520" y="622"/>
                    </a:lnTo>
                    <a:close/>
                    <a:moveTo>
                      <a:pt x="676" y="286"/>
                    </a:moveTo>
                    <a:lnTo>
                      <a:pt x="674" y="286"/>
                    </a:lnTo>
                    <a:lnTo>
                      <a:pt x="674" y="284"/>
                    </a:lnTo>
                    <a:lnTo>
                      <a:pt x="676" y="284"/>
                    </a:lnTo>
                    <a:lnTo>
                      <a:pt x="676" y="286"/>
                    </a:lnTo>
                    <a:lnTo>
                      <a:pt x="676" y="286"/>
                    </a:lnTo>
                    <a:lnTo>
                      <a:pt x="676" y="286"/>
                    </a:lnTo>
                    <a:close/>
                    <a:moveTo>
                      <a:pt x="572" y="600"/>
                    </a:moveTo>
                    <a:lnTo>
                      <a:pt x="570" y="600"/>
                    </a:lnTo>
                    <a:lnTo>
                      <a:pt x="570" y="604"/>
                    </a:lnTo>
                    <a:lnTo>
                      <a:pt x="570" y="600"/>
                    </a:lnTo>
                    <a:lnTo>
                      <a:pt x="572" y="600"/>
                    </a:lnTo>
                    <a:lnTo>
                      <a:pt x="572" y="600"/>
                    </a:lnTo>
                    <a:lnTo>
                      <a:pt x="572" y="600"/>
                    </a:lnTo>
                    <a:close/>
                    <a:moveTo>
                      <a:pt x="652" y="422"/>
                    </a:moveTo>
                    <a:lnTo>
                      <a:pt x="656" y="422"/>
                    </a:lnTo>
                    <a:lnTo>
                      <a:pt x="656" y="424"/>
                    </a:lnTo>
                    <a:lnTo>
                      <a:pt x="656" y="422"/>
                    </a:lnTo>
                    <a:lnTo>
                      <a:pt x="652" y="422"/>
                    </a:lnTo>
                    <a:lnTo>
                      <a:pt x="652" y="422"/>
                    </a:lnTo>
                    <a:lnTo>
                      <a:pt x="652" y="422"/>
                    </a:lnTo>
                    <a:close/>
                    <a:moveTo>
                      <a:pt x="566" y="592"/>
                    </a:moveTo>
                    <a:lnTo>
                      <a:pt x="562" y="590"/>
                    </a:lnTo>
                    <a:lnTo>
                      <a:pt x="566" y="590"/>
                    </a:lnTo>
                    <a:lnTo>
                      <a:pt x="566" y="592"/>
                    </a:lnTo>
                    <a:lnTo>
                      <a:pt x="566" y="592"/>
                    </a:lnTo>
                    <a:lnTo>
                      <a:pt x="566" y="592"/>
                    </a:lnTo>
                    <a:close/>
                    <a:moveTo>
                      <a:pt x="632" y="564"/>
                    </a:moveTo>
                    <a:lnTo>
                      <a:pt x="632" y="560"/>
                    </a:lnTo>
                    <a:lnTo>
                      <a:pt x="632" y="564"/>
                    </a:lnTo>
                    <a:lnTo>
                      <a:pt x="636" y="564"/>
                    </a:lnTo>
                    <a:lnTo>
                      <a:pt x="632" y="564"/>
                    </a:lnTo>
                    <a:lnTo>
                      <a:pt x="632" y="564"/>
                    </a:lnTo>
                    <a:lnTo>
                      <a:pt x="632" y="564"/>
                    </a:lnTo>
                    <a:close/>
                    <a:moveTo>
                      <a:pt x="614" y="578"/>
                    </a:moveTo>
                    <a:lnTo>
                      <a:pt x="614" y="582"/>
                    </a:lnTo>
                    <a:lnTo>
                      <a:pt x="614" y="578"/>
                    </a:lnTo>
                    <a:lnTo>
                      <a:pt x="614" y="578"/>
                    </a:lnTo>
                    <a:lnTo>
                      <a:pt x="614" y="578"/>
                    </a:lnTo>
                    <a:close/>
                    <a:moveTo>
                      <a:pt x="540" y="616"/>
                    </a:moveTo>
                    <a:lnTo>
                      <a:pt x="540" y="612"/>
                    </a:lnTo>
                    <a:lnTo>
                      <a:pt x="542" y="612"/>
                    </a:lnTo>
                    <a:lnTo>
                      <a:pt x="540" y="616"/>
                    </a:lnTo>
                    <a:lnTo>
                      <a:pt x="540" y="616"/>
                    </a:lnTo>
                    <a:lnTo>
                      <a:pt x="540" y="616"/>
                    </a:lnTo>
                    <a:close/>
                    <a:moveTo>
                      <a:pt x="628" y="564"/>
                    </a:moveTo>
                    <a:lnTo>
                      <a:pt x="628" y="560"/>
                    </a:lnTo>
                    <a:lnTo>
                      <a:pt x="632" y="564"/>
                    </a:lnTo>
                    <a:lnTo>
                      <a:pt x="628" y="564"/>
                    </a:lnTo>
                    <a:lnTo>
                      <a:pt x="628" y="564"/>
                    </a:lnTo>
                    <a:lnTo>
                      <a:pt x="628" y="564"/>
                    </a:lnTo>
                    <a:close/>
                    <a:moveTo>
                      <a:pt x="520" y="620"/>
                    </a:moveTo>
                    <a:lnTo>
                      <a:pt x="524" y="620"/>
                    </a:lnTo>
                    <a:lnTo>
                      <a:pt x="524" y="622"/>
                    </a:lnTo>
                    <a:lnTo>
                      <a:pt x="520" y="622"/>
                    </a:lnTo>
                    <a:lnTo>
                      <a:pt x="520" y="620"/>
                    </a:lnTo>
                    <a:lnTo>
                      <a:pt x="520" y="620"/>
                    </a:lnTo>
                    <a:lnTo>
                      <a:pt x="520" y="620"/>
                    </a:lnTo>
                    <a:close/>
                    <a:moveTo>
                      <a:pt x="684" y="454"/>
                    </a:moveTo>
                    <a:lnTo>
                      <a:pt x="688" y="454"/>
                    </a:lnTo>
                    <a:lnTo>
                      <a:pt x="688" y="458"/>
                    </a:lnTo>
                    <a:lnTo>
                      <a:pt x="684" y="458"/>
                    </a:lnTo>
                    <a:lnTo>
                      <a:pt x="684" y="454"/>
                    </a:lnTo>
                    <a:lnTo>
                      <a:pt x="684" y="454"/>
                    </a:lnTo>
                    <a:lnTo>
                      <a:pt x="684" y="454"/>
                    </a:lnTo>
                    <a:close/>
                    <a:moveTo>
                      <a:pt x="684" y="466"/>
                    </a:moveTo>
                    <a:lnTo>
                      <a:pt x="688" y="466"/>
                    </a:lnTo>
                    <a:lnTo>
                      <a:pt x="688" y="470"/>
                    </a:lnTo>
                    <a:lnTo>
                      <a:pt x="684" y="466"/>
                    </a:lnTo>
                    <a:lnTo>
                      <a:pt x="684" y="466"/>
                    </a:lnTo>
                    <a:lnTo>
                      <a:pt x="684" y="466"/>
                    </a:lnTo>
                    <a:close/>
                    <a:moveTo>
                      <a:pt x="572" y="600"/>
                    </a:moveTo>
                    <a:lnTo>
                      <a:pt x="576" y="600"/>
                    </a:lnTo>
                    <a:lnTo>
                      <a:pt x="576" y="604"/>
                    </a:lnTo>
                    <a:lnTo>
                      <a:pt x="572" y="600"/>
                    </a:lnTo>
                    <a:lnTo>
                      <a:pt x="572" y="604"/>
                    </a:lnTo>
                    <a:lnTo>
                      <a:pt x="572" y="600"/>
                    </a:lnTo>
                    <a:lnTo>
                      <a:pt x="572" y="600"/>
                    </a:lnTo>
                    <a:lnTo>
                      <a:pt x="572" y="6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1" name="Freeform 25"/>
              <p:cNvSpPr>
                <a:spLocks/>
              </p:cNvSpPr>
              <p:nvPr/>
            </p:nvSpPr>
            <p:spPr bwMode="gray">
              <a:xfrm>
                <a:off x="5589581" y="3427439"/>
                <a:ext cx="59135" cy="31307"/>
              </a:xfrm>
              <a:custGeom>
                <a:avLst/>
                <a:gdLst>
                  <a:gd name="T0" fmla="*/ 14 w 34"/>
                  <a:gd name="T1" fmla="*/ 14 h 18"/>
                  <a:gd name="T2" fmla="*/ 14 w 34"/>
                  <a:gd name="T3" fmla="*/ 18 h 18"/>
                  <a:gd name="T4" fmla="*/ 10 w 34"/>
                  <a:gd name="T5" fmla="*/ 18 h 18"/>
                  <a:gd name="T6" fmla="*/ 8 w 34"/>
                  <a:gd name="T7" fmla="*/ 18 h 18"/>
                  <a:gd name="T8" fmla="*/ 8 w 34"/>
                  <a:gd name="T9" fmla="*/ 18 h 18"/>
                  <a:gd name="T10" fmla="*/ 4 w 34"/>
                  <a:gd name="T11" fmla="*/ 14 h 18"/>
                  <a:gd name="T12" fmla="*/ 4 w 34"/>
                  <a:gd name="T13" fmla="*/ 14 h 18"/>
                  <a:gd name="T14" fmla="*/ 0 w 34"/>
                  <a:gd name="T15" fmla="*/ 10 h 18"/>
                  <a:gd name="T16" fmla="*/ 4 w 34"/>
                  <a:gd name="T17" fmla="*/ 10 h 18"/>
                  <a:gd name="T18" fmla="*/ 4 w 34"/>
                  <a:gd name="T19" fmla="*/ 10 h 18"/>
                  <a:gd name="T20" fmla="*/ 4 w 34"/>
                  <a:gd name="T21" fmla="*/ 10 h 18"/>
                  <a:gd name="T22" fmla="*/ 4 w 34"/>
                  <a:gd name="T23" fmla="*/ 10 h 18"/>
                  <a:gd name="T24" fmla="*/ 4 w 34"/>
                  <a:gd name="T25" fmla="*/ 8 h 18"/>
                  <a:gd name="T26" fmla="*/ 8 w 34"/>
                  <a:gd name="T27" fmla="*/ 8 h 18"/>
                  <a:gd name="T28" fmla="*/ 8 w 34"/>
                  <a:gd name="T29" fmla="*/ 8 h 18"/>
                  <a:gd name="T30" fmla="*/ 10 w 34"/>
                  <a:gd name="T31" fmla="*/ 8 h 18"/>
                  <a:gd name="T32" fmla="*/ 10 w 34"/>
                  <a:gd name="T33" fmla="*/ 8 h 18"/>
                  <a:gd name="T34" fmla="*/ 10 w 34"/>
                  <a:gd name="T35" fmla="*/ 8 h 18"/>
                  <a:gd name="T36" fmla="*/ 10 w 34"/>
                  <a:gd name="T37" fmla="*/ 8 h 18"/>
                  <a:gd name="T38" fmla="*/ 14 w 34"/>
                  <a:gd name="T39" fmla="*/ 4 h 18"/>
                  <a:gd name="T40" fmla="*/ 18 w 34"/>
                  <a:gd name="T41" fmla="*/ 4 h 18"/>
                  <a:gd name="T42" fmla="*/ 22 w 34"/>
                  <a:gd name="T43" fmla="*/ 4 h 18"/>
                  <a:gd name="T44" fmla="*/ 22 w 34"/>
                  <a:gd name="T45" fmla="*/ 4 h 18"/>
                  <a:gd name="T46" fmla="*/ 22 w 34"/>
                  <a:gd name="T47" fmla="*/ 4 h 18"/>
                  <a:gd name="T48" fmla="*/ 30 w 34"/>
                  <a:gd name="T49" fmla="*/ 0 h 18"/>
                  <a:gd name="T50" fmla="*/ 30 w 34"/>
                  <a:gd name="T51" fmla="*/ 0 h 18"/>
                  <a:gd name="T52" fmla="*/ 34 w 34"/>
                  <a:gd name="T53" fmla="*/ 0 h 18"/>
                  <a:gd name="T54" fmla="*/ 34 w 34"/>
                  <a:gd name="T55" fmla="*/ 0 h 18"/>
                  <a:gd name="T56" fmla="*/ 30 w 34"/>
                  <a:gd name="T57" fmla="*/ 4 h 18"/>
                  <a:gd name="T58" fmla="*/ 26 w 34"/>
                  <a:gd name="T59" fmla="*/ 4 h 18"/>
                  <a:gd name="T60" fmla="*/ 26 w 34"/>
                  <a:gd name="T61" fmla="*/ 8 h 18"/>
                  <a:gd name="T62" fmla="*/ 26 w 34"/>
                  <a:gd name="T63" fmla="*/ 8 h 18"/>
                  <a:gd name="T64" fmla="*/ 26 w 34"/>
                  <a:gd name="T65" fmla="*/ 10 h 18"/>
                  <a:gd name="T66" fmla="*/ 26 w 34"/>
                  <a:gd name="T67" fmla="*/ 10 h 18"/>
                  <a:gd name="T68" fmla="*/ 26 w 34"/>
                  <a:gd name="T69" fmla="*/ 10 h 18"/>
                  <a:gd name="T70" fmla="*/ 26 w 34"/>
                  <a:gd name="T71" fmla="*/ 10 h 18"/>
                  <a:gd name="T72" fmla="*/ 26 w 34"/>
                  <a:gd name="T73" fmla="*/ 10 h 18"/>
                  <a:gd name="T74" fmla="*/ 26 w 34"/>
                  <a:gd name="T75" fmla="*/ 10 h 18"/>
                  <a:gd name="T76" fmla="*/ 22 w 34"/>
                  <a:gd name="T77" fmla="*/ 10 h 18"/>
                  <a:gd name="T78" fmla="*/ 22 w 34"/>
                  <a:gd name="T79" fmla="*/ 10 h 18"/>
                  <a:gd name="T80" fmla="*/ 22 w 34"/>
                  <a:gd name="T81" fmla="*/ 10 h 18"/>
                  <a:gd name="T82" fmla="*/ 22 w 34"/>
                  <a:gd name="T83" fmla="*/ 10 h 18"/>
                  <a:gd name="T84" fmla="*/ 22 w 34"/>
                  <a:gd name="T85" fmla="*/ 14 h 18"/>
                  <a:gd name="T86" fmla="*/ 18 w 34"/>
                  <a:gd name="T87" fmla="*/ 14 h 18"/>
                  <a:gd name="T88" fmla="*/ 14 w 34"/>
                  <a:gd name="T89" fmla="*/ 14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4" h="18">
                    <a:moveTo>
                      <a:pt x="14" y="14"/>
                    </a:moveTo>
                    <a:lnTo>
                      <a:pt x="14" y="18"/>
                    </a:lnTo>
                    <a:lnTo>
                      <a:pt x="14" y="14"/>
                    </a:lnTo>
                    <a:lnTo>
                      <a:pt x="14" y="14"/>
                    </a:lnTo>
                    <a:lnTo>
                      <a:pt x="14" y="18"/>
                    </a:lnTo>
                    <a:lnTo>
                      <a:pt x="14" y="18"/>
                    </a:lnTo>
                    <a:lnTo>
                      <a:pt x="10" y="18"/>
                    </a:lnTo>
                    <a:lnTo>
                      <a:pt x="10" y="18"/>
                    </a:lnTo>
                    <a:lnTo>
                      <a:pt x="10" y="18"/>
                    </a:lnTo>
                    <a:lnTo>
                      <a:pt x="10" y="18"/>
                    </a:lnTo>
                    <a:lnTo>
                      <a:pt x="8" y="18"/>
                    </a:lnTo>
                    <a:lnTo>
                      <a:pt x="8" y="18"/>
                    </a:lnTo>
                    <a:lnTo>
                      <a:pt x="8" y="18"/>
                    </a:lnTo>
                    <a:lnTo>
                      <a:pt x="8" y="18"/>
                    </a:lnTo>
                    <a:lnTo>
                      <a:pt x="8" y="18"/>
                    </a:lnTo>
                    <a:lnTo>
                      <a:pt x="8" y="18"/>
                    </a:lnTo>
                    <a:lnTo>
                      <a:pt x="8" y="18"/>
                    </a:lnTo>
                    <a:lnTo>
                      <a:pt x="4" y="14"/>
                    </a:lnTo>
                    <a:lnTo>
                      <a:pt x="4" y="14"/>
                    </a:lnTo>
                    <a:lnTo>
                      <a:pt x="4" y="14"/>
                    </a:lnTo>
                    <a:lnTo>
                      <a:pt x="4" y="14"/>
                    </a:lnTo>
                    <a:lnTo>
                      <a:pt x="4" y="10"/>
                    </a:lnTo>
                    <a:lnTo>
                      <a:pt x="0" y="10"/>
                    </a:lnTo>
                    <a:lnTo>
                      <a:pt x="0" y="10"/>
                    </a:lnTo>
                    <a:lnTo>
                      <a:pt x="0" y="10"/>
                    </a:lnTo>
                    <a:lnTo>
                      <a:pt x="0" y="10"/>
                    </a:lnTo>
                    <a:lnTo>
                      <a:pt x="4" y="10"/>
                    </a:lnTo>
                    <a:lnTo>
                      <a:pt x="4" y="10"/>
                    </a:lnTo>
                    <a:lnTo>
                      <a:pt x="4" y="10"/>
                    </a:lnTo>
                    <a:lnTo>
                      <a:pt x="4" y="10"/>
                    </a:lnTo>
                    <a:lnTo>
                      <a:pt x="4" y="10"/>
                    </a:lnTo>
                    <a:lnTo>
                      <a:pt x="4" y="10"/>
                    </a:lnTo>
                    <a:lnTo>
                      <a:pt x="4" y="10"/>
                    </a:lnTo>
                    <a:lnTo>
                      <a:pt x="4" y="10"/>
                    </a:lnTo>
                    <a:lnTo>
                      <a:pt x="4" y="10"/>
                    </a:lnTo>
                    <a:lnTo>
                      <a:pt x="4" y="10"/>
                    </a:lnTo>
                    <a:lnTo>
                      <a:pt x="4" y="10"/>
                    </a:lnTo>
                    <a:lnTo>
                      <a:pt x="4" y="10"/>
                    </a:lnTo>
                    <a:lnTo>
                      <a:pt x="4" y="8"/>
                    </a:lnTo>
                    <a:lnTo>
                      <a:pt x="4" y="8"/>
                    </a:lnTo>
                    <a:lnTo>
                      <a:pt x="4" y="8"/>
                    </a:lnTo>
                    <a:lnTo>
                      <a:pt x="8" y="8"/>
                    </a:lnTo>
                    <a:lnTo>
                      <a:pt x="8" y="8"/>
                    </a:lnTo>
                    <a:lnTo>
                      <a:pt x="8" y="8"/>
                    </a:lnTo>
                    <a:lnTo>
                      <a:pt x="8" y="8"/>
                    </a:lnTo>
                    <a:lnTo>
                      <a:pt x="8" y="8"/>
                    </a:lnTo>
                    <a:lnTo>
                      <a:pt x="8" y="8"/>
                    </a:lnTo>
                    <a:lnTo>
                      <a:pt x="10" y="8"/>
                    </a:lnTo>
                    <a:lnTo>
                      <a:pt x="10" y="8"/>
                    </a:lnTo>
                    <a:lnTo>
                      <a:pt x="10" y="8"/>
                    </a:lnTo>
                    <a:lnTo>
                      <a:pt x="10" y="8"/>
                    </a:lnTo>
                    <a:lnTo>
                      <a:pt x="10" y="8"/>
                    </a:lnTo>
                    <a:lnTo>
                      <a:pt x="10" y="8"/>
                    </a:lnTo>
                    <a:lnTo>
                      <a:pt x="10" y="8"/>
                    </a:lnTo>
                    <a:lnTo>
                      <a:pt x="10" y="8"/>
                    </a:lnTo>
                    <a:lnTo>
                      <a:pt x="10" y="8"/>
                    </a:lnTo>
                    <a:lnTo>
                      <a:pt x="10" y="8"/>
                    </a:lnTo>
                    <a:lnTo>
                      <a:pt x="10" y="4"/>
                    </a:lnTo>
                    <a:lnTo>
                      <a:pt x="10" y="4"/>
                    </a:lnTo>
                    <a:lnTo>
                      <a:pt x="14" y="4"/>
                    </a:lnTo>
                    <a:lnTo>
                      <a:pt x="18" y="4"/>
                    </a:lnTo>
                    <a:lnTo>
                      <a:pt x="18" y="4"/>
                    </a:lnTo>
                    <a:lnTo>
                      <a:pt x="18" y="4"/>
                    </a:lnTo>
                    <a:lnTo>
                      <a:pt x="18" y="4"/>
                    </a:lnTo>
                    <a:lnTo>
                      <a:pt x="18" y="4"/>
                    </a:lnTo>
                    <a:lnTo>
                      <a:pt x="22" y="4"/>
                    </a:lnTo>
                    <a:lnTo>
                      <a:pt x="22" y="4"/>
                    </a:lnTo>
                    <a:lnTo>
                      <a:pt x="22" y="4"/>
                    </a:lnTo>
                    <a:lnTo>
                      <a:pt x="22" y="4"/>
                    </a:lnTo>
                    <a:lnTo>
                      <a:pt x="22" y="4"/>
                    </a:lnTo>
                    <a:lnTo>
                      <a:pt x="22" y="4"/>
                    </a:lnTo>
                    <a:lnTo>
                      <a:pt x="22" y="4"/>
                    </a:lnTo>
                    <a:lnTo>
                      <a:pt x="26" y="4"/>
                    </a:lnTo>
                    <a:lnTo>
                      <a:pt x="26" y="4"/>
                    </a:lnTo>
                    <a:lnTo>
                      <a:pt x="30" y="0"/>
                    </a:lnTo>
                    <a:lnTo>
                      <a:pt x="30" y="0"/>
                    </a:lnTo>
                    <a:lnTo>
                      <a:pt x="30" y="0"/>
                    </a:lnTo>
                    <a:lnTo>
                      <a:pt x="30" y="0"/>
                    </a:lnTo>
                    <a:lnTo>
                      <a:pt x="30" y="0"/>
                    </a:lnTo>
                    <a:lnTo>
                      <a:pt x="30" y="0"/>
                    </a:lnTo>
                    <a:lnTo>
                      <a:pt x="34" y="0"/>
                    </a:lnTo>
                    <a:lnTo>
                      <a:pt x="34" y="0"/>
                    </a:lnTo>
                    <a:lnTo>
                      <a:pt x="34" y="0"/>
                    </a:lnTo>
                    <a:lnTo>
                      <a:pt x="34" y="0"/>
                    </a:lnTo>
                    <a:lnTo>
                      <a:pt x="30" y="0"/>
                    </a:lnTo>
                    <a:lnTo>
                      <a:pt x="30" y="4"/>
                    </a:lnTo>
                    <a:lnTo>
                      <a:pt x="30" y="4"/>
                    </a:lnTo>
                    <a:lnTo>
                      <a:pt x="30" y="4"/>
                    </a:lnTo>
                    <a:lnTo>
                      <a:pt x="26" y="4"/>
                    </a:lnTo>
                    <a:lnTo>
                      <a:pt x="26" y="4"/>
                    </a:lnTo>
                    <a:lnTo>
                      <a:pt x="26" y="4"/>
                    </a:lnTo>
                    <a:lnTo>
                      <a:pt x="26" y="4"/>
                    </a:lnTo>
                    <a:lnTo>
                      <a:pt x="26" y="8"/>
                    </a:lnTo>
                    <a:lnTo>
                      <a:pt x="26" y="8"/>
                    </a:lnTo>
                    <a:lnTo>
                      <a:pt x="26" y="8"/>
                    </a:lnTo>
                    <a:lnTo>
                      <a:pt x="26" y="8"/>
                    </a:lnTo>
                    <a:lnTo>
                      <a:pt x="26" y="8"/>
                    </a:lnTo>
                    <a:lnTo>
                      <a:pt x="26" y="8"/>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2" y="10"/>
                    </a:lnTo>
                    <a:lnTo>
                      <a:pt x="22" y="10"/>
                    </a:lnTo>
                    <a:lnTo>
                      <a:pt x="22" y="10"/>
                    </a:lnTo>
                    <a:lnTo>
                      <a:pt x="22" y="10"/>
                    </a:lnTo>
                    <a:lnTo>
                      <a:pt x="22" y="10"/>
                    </a:lnTo>
                    <a:lnTo>
                      <a:pt x="22" y="10"/>
                    </a:lnTo>
                    <a:lnTo>
                      <a:pt x="22" y="10"/>
                    </a:lnTo>
                    <a:lnTo>
                      <a:pt x="22" y="10"/>
                    </a:lnTo>
                    <a:lnTo>
                      <a:pt x="22" y="10"/>
                    </a:lnTo>
                    <a:lnTo>
                      <a:pt x="22" y="10"/>
                    </a:lnTo>
                    <a:lnTo>
                      <a:pt x="22" y="10"/>
                    </a:lnTo>
                    <a:lnTo>
                      <a:pt x="22" y="14"/>
                    </a:lnTo>
                    <a:lnTo>
                      <a:pt x="22" y="14"/>
                    </a:lnTo>
                    <a:lnTo>
                      <a:pt x="22" y="14"/>
                    </a:lnTo>
                    <a:lnTo>
                      <a:pt x="18" y="14"/>
                    </a:lnTo>
                    <a:lnTo>
                      <a:pt x="18" y="14"/>
                    </a:lnTo>
                    <a:lnTo>
                      <a:pt x="14" y="14"/>
                    </a:lnTo>
                    <a:lnTo>
                      <a:pt x="14" y="14"/>
                    </a:lnTo>
                    <a:lnTo>
                      <a:pt x="14" y="14"/>
                    </a:lnTo>
                    <a:lnTo>
                      <a:pt x="14"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2" name="Freeform 26"/>
              <p:cNvSpPr>
                <a:spLocks/>
              </p:cNvSpPr>
              <p:nvPr/>
            </p:nvSpPr>
            <p:spPr bwMode="gray">
              <a:xfrm>
                <a:off x="5641758" y="3556143"/>
                <a:ext cx="6958" cy="13914"/>
              </a:xfrm>
              <a:custGeom>
                <a:avLst/>
                <a:gdLst>
                  <a:gd name="T0" fmla="*/ 4 w 4"/>
                  <a:gd name="T1" fmla="*/ 0 h 8"/>
                  <a:gd name="T2" fmla="*/ 4 w 4"/>
                  <a:gd name="T3" fmla="*/ 0 h 8"/>
                  <a:gd name="T4" fmla="*/ 4 w 4"/>
                  <a:gd name="T5" fmla="*/ 0 h 8"/>
                  <a:gd name="T6" fmla="*/ 4 w 4"/>
                  <a:gd name="T7" fmla="*/ 0 h 8"/>
                  <a:gd name="T8" fmla="*/ 4 w 4"/>
                  <a:gd name="T9" fmla="*/ 4 h 8"/>
                  <a:gd name="T10" fmla="*/ 4 w 4"/>
                  <a:gd name="T11" fmla="*/ 4 h 8"/>
                  <a:gd name="T12" fmla="*/ 0 w 4"/>
                  <a:gd name="T13" fmla="*/ 4 h 8"/>
                  <a:gd name="T14" fmla="*/ 0 w 4"/>
                  <a:gd name="T15" fmla="*/ 4 h 8"/>
                  <a:gd name="T16" fmla="*/ 0 w 4"/>
                  <a:gd name="T17" fmla="*/ 8 h 8"/>
                  <a:gd name="T18" fmla="*/ 0 w 4"/>
                  <a:gd name="T19" fmla="*/ 8 h 8"/>
                  <a:gd name="T20" fmla="*/ 0 w 4"/>
                  <a:gd name="T21" fmla="*/ 4 h 8"/>
                  <a:gd name="T22" fmla="*/ 0 w 4"/>
                  <a:gd name="T23" fmla="*/ 4 h 8"/>
                  <a:gd name="T24" fmla="*/ 0 w 4"/>
                  <a:gd name="T25" fmla="*/ 4 h 8"/>
                  <a:gd name="T26" fmla="*/ 0 w 4"/>
                  <a:gd name="T27" fmla="*/ 4 h 8"/>
                  <a:gd name="T28" fmla="*/ 4 w 4"/>
                  <a:gd name="T29" fmla="*/ 4 h 8"/>
                  <a:gd name="T30" fmla="*/ 4 w 4"/>
                  <a:gd name="T31" fmla="*/ 0 h 8"/>
                  <a:gd name="T32" fmla="*/ 4 w 4"/>
                  <a:gd name="T33" fmla="*/ 0 h 8"/>
                  <a:gd name="T34" fmla="*/ 4 w 4"/>
                  <a:gd name="T35" fmla="*/ 0 h 8"/>
                  <a:gd name="T36" fmla="*/ 4 w 4"/>
                  <a:gd name="T37" fmla="*/ 0 h 8"/>
                  <a:gd name="T38" fmla="*/ 4 w 4"/>
                  <a:gd name="T3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 h="8">
                    <a:moveTo>
                      <a:pt x="4" y="0"/>
                    </a:moveTo>
                    <a:lnTo>
                      <a:pt x="4" y="0"/>
                    </a:lnTo>
                    <a:lnTo>
                      <a:pt x="4" y="0"/>
                    </a:lnTo>
                    <a:lnTo>
                      <a:pt x="4" y="0"/>
                    </a:lnTo>
                    <a:lnTo>
                      <a:pt x="4" y="4"/>
                    </a:lnTo>
                    <a:lnTo>
                      <a:pt x="4" y="4"/>
                    </a:lnTo>
                    <a:lnTo>
                      <a:pt x="0" y="4"/>
                    </a:lnTo>
                    <a:lnTo>
                      <a:pt x="0" y="4"/>
                    </a:lnTo>
                    <a:lnTo>
                      <a:pt x="0" y="8"/>
                    </a:lnTo>
                    <a:lnTo>
                      <a:pt x="0" y="8"/>
                    </a:lnTo>
                    <a:lnTo>
                      <a:pt x="0" y="4"/>
                    </a:lnTo>
                    <a:lnTo>
                      <a:pt x="0" y="4"/>
                    </a:lnTo>
                    <a:lnTo>
                      <a:pt x="0" y="4"/>
                    </a:lnTo>
                    <a:lnTo>
                      <a:pt x="0" y="4"/>
                    </a:lnTo>
                    <a:lnTo>
                      <a:pt x="4" y="4"/>
                    </a:lnTo>
                    <a:lnTo>
                      <a:pt x="4" y="0"/>
                    </a:lnTo>
                    <a:lnTo>
                      <a:pt x="4" y="0"/>
                    </a:lnTo>
                    <a:lnTo>
                      <a:pt x="4" y="0"/>
                    </a:lnTo>
                    <a:lnTo>
                      <a:pt x="4" y="0"/>
                    </a:lnTo>
                    <a:lnTo>
                      <a:pt x="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4" name="Freeform 28"/>
              <p:cNvSpPr>
                <a:spLocks noEditPoints="1"/>
              </p:cNvSpPr>
              <p:nvPr/>
            </p:nvSpPr>
            <p:spPr bwMode="gray">
              <a:xfrm>
                <a:off x="7141005" y="4342288"/>
                <a:ext cx="1127046" cy="504385"/>
              </a:xfrm>
              <a:custGeom>
                <a:avLst/>
                <a:gdLst>
                  <a:gd name="T0" fmla="*/ 316 w 648"/>
                  <a:gd name="T1" fmla="*/ 34 h 290"/>
                  <a:gd name="T2" fmla="*/ 122 w 648"/>
                  <a:gd name="T3" fmla="*/ 108 h 290"/>
                  <a:gd name="T4" fmla="*/ 434 w 648"/>
                  <a:gd name="T5" fmla="*/ 138 h 290"/>
                  <a:gd name="T6" fmla="*/ 550 w 648"/>
                  <a:gd name="T7" fmla="*/ 204 h 290"/>
                  <a:gd name="T8" fmla="*/ 520 w 648"/>
                  <a:gd name="T9" fmla="*/ 222 h 290"/>
                  <a:gd name="T10" fmla="*/ 398 w 648"/>
                  <a:gd name="T11" fmla="*/ 276 h 290"/>
                  <a:gd name="T12" fmla="*/ 152 w 648"/>
                  <a:gd name="T13" fmla="*/ 156 h 290"/>
                  <a:gd name="T14" fmla="*/ 106 w 648"/>
                  <a:gd name="T15" fmla="*/ 178 h 290"/>
                  <a:gd name="T16" fmla="*/ 50 w 648"/>
                  <a:gd name="T17" fmla="*/ 78 h 290"/>
                  <a:gd name="T18" fmla="*/ 22 w 648"/>
                  <a:gd name="T19" fmla="*/ 10 h 290"/>
                  <a:gd name="T20" fmla="*/ 84 w 648"/>
                  <a:gd name="T21" fmla="*/ 64 h 290"/>
                  <a:gd name="T22" fmla="*/ 118 w 648"/>
                  <a:gd name="T23" fmla="*/ 108 h 290"/>
                  <a:gd name="T24" fmla="*/ 276 w 648"/>
                  <a:gd name="T25" fmla="*/ 70 h 290"/>
                  <a:gd name="T26" fmla="*/ 312 w 648"/>
                  <a:gd name="T27" fmla="*/ 48 h 290"/>
                  <a:gd name="T28" fmla="*/ 316 w 648"/>
                  <a:gd name="T29" fmla="*/ 116 h 290"/>
                  <a:gd name="T30" fmla="*/ 278 w 648"/>
                  <a:gd name="T31" fmla="*/ 170 h 290"/>
                  <a:gd name="T32" fmla="*/ 212 w 648"/>
                  <a:gd name="T33" fmla="*/ 150 h 290"/>
                  <a:gd name="T34" fmla="*/ 200 w 648"/>
                  <a:gd name="T35" fmla="*/ 70 h 290"/>
                  <a:gd name="T36" fmla="*/ 18 w 648"/>
                  <a:gd name="T37" fmla="*/ 64 h 290"/>
                  <a:gd name="T38" fmla="*/ 464 w 648"/>
                  <a:gd name="T39" fmla="*/ 66 h 290"/>
                  <a:gd name="T40" fmla="*/ 468 w 648"/>
                  <a:gd name="T41" fmla="*/ 116 h 290"/>
                  <a:gd name="T42" fmla="*/ 386 w 648"/>
                  <a:gd name="T43" fmla="*/ 156 h 290"/>
                  <a:gd name="T44" fmla="*/ 358 w 648"/>
                  <a:gd name="T45" fmla="*/ 160 h 290"/>
                  <a:gd name="T46" fmla="*/ 334 w 648"/>
                  <a:gd name="T47" fmla="*/ 152 h 290"/>
                  <a:gd name="T48" fmla="*/ 358 w 648"/>
                  <a:gd name="T49" fmla="*/ 90 h 290"/>
                  <a:gd name="T50" fmla="*/ 412 w 648"/>
                  <a:gd name="T51" fmla="*/ 92 h 290"/>
                  <a:gd name="T52" fmla="*/ 368 w 648"/>
                  <a:gd name="T53" fmla="*/ 122 h 290"/>
                  <a:gd name="T54" fmla="*/ 36 w 648"/>
                  <a:gd name="T55" fmla="*/ 82 h 290"/>
                  <a:gd name="T56" fmla="*/ 114 w 648"/>
                  <a:gd name="T57" fmla="*/ 90 h 290"/>
                  <a:gd name="T58" fmla="*/ 134 w 648"/>
                  <a:gd name="T59" fmla="*/ 100 h 290"/>
                  <a:gd name="T60" fmla="*/ 498 w 648"/>
                  <a:gd name="T61" fmla="*/ 104 h 290"/>
                  <a:gd name="T62" fmla="*/ 130 w 648"/>
                  <a:gd name="T63" fmla="*/ 112 h 290"/>
                  <a:gd name="T64" fmla="*/ 576 w 648"/>
                  <a:gd name="T65" fmla="*/ 182 h 290"/>
                  <a:gd name="T66" fmla="*/ 528 w 648"/>
                  <a:gd name="T67" fmla="*/ 156 h 290"/>
                  <a:gd name="T68" fmla="*/ 516 w 648"/>
                  <a:gd name="T69" fmla="*/ 116 h 290"/>
                  <a:gd name="T70" fmla="*/ 572 w 648"/>
                  <a:gd name="T71" fmla="*/ 156 h 290"/>
                  <a:gd name="T72" fmla="*/ 648 w 648"/>
                  <a:gd name="T73" fmla="*/ 212 h 290"/>
                  <a:gd name="T74" fmla="*/ 502 w 648"/>
                  <a:gd name="T75" fmla="*/ 108 h 290"/>
                  <a:gd name="T76" fmla="*/ 58 w 648"/>
                  <a:gd name="T77" fmla="*/ 130 h 290"/>
                  <a:gd name="T78" fmla="*/ 394 w 648"/>
                  <a:gd name="T79" fmla="*/ 122 h 290"/>
                  <a:gd name="T80" fmla="*/ 156 w 648"/>
                  <a:gd name="T81" fmla="*/ 146 h 290"/>
                  <a:gd name="T82" fmla="*/ 420 w 648"/>
                  <a:gd name="T83" fmla="*/ 134 h 290"/>
                  <a:gd name="T84" fmla="*/ 70 w 648"/>
                  <a:gd name="T85" fmla="*/ 150 h 290"/>
                  <a:gd name="T86" fmla="*/ 484 w 648"/>
                  <a:gd name="T87" fmla="*/ 160 h 290"/>
                  <a:gd name="T88" fmla="*/ 164 w 648"/>
                  <a:gd name="T89" fmla="*/ 152 h 290"/>
                  <a:gd name="T90" fmla="*/ 458 w 648"/>
                  <a:gd name="T91" fmla="*/ 156 h 290"/>
                  <a:gd name="T92" fmla="*/ 386 w 648"/>
                  <a:gd name="T93" fmla="*/ 196 h 290"/>
                  <a:gd name="T94" fmla="*/ 104 w 648"/>
                  <a:gd name="T95" fmla="*/ 196 h 290"/>
                  <a:gd name="T96" fmla="*/ 182 w 648"/>
                  <a:gd name="T97" fmla="*/ 234 h 290"/>
                  <a:gd name="T98" fmla="*/ 186 w 648"/>
                  <a:gd name="T99" fmla="*/ 212 h 290"/>
                  <a:gd name="T100" fmla="*/ 268 w 648"/>
                  <a:gd name="T101" fmla="*/ 234 h 290"/>
                  <a:gd name="T102" fmla="*/ 558 w 648"/>
                  <a:gd name="T103" fmla="*/ 212 h 290"/>
                  <a:gd name="T104" fmla="*/ 260 w 648"/>
                  <a:gd name="T105" fmla="*/ 226 h 290"/>
                  <a:gd name="T106" fmla="*/ 602 w 648"/>
                  <a:gd name="T107" fmla="*/ 238 h 290"/>
                  <a:gd name="T108" fmla="*/ 378 w 648"/>
                  <a:gd name="T109" fmla="*/ 252 h 290"/>
                  <a:gd name="T110" fmla="*/ 334 w 648"/>
                  <a:gd name="T111" fmla="*/ 252 h 290"/>
                  <a:gd name="T112" fmla="*/ 334 w 648"/>
                  <a:gd name="T113" fmla="*/ 246 h 290"/>
                  <a:gd name="T114" fmla="*/ 298 w 648"/>
                  <a:gd name="T115" fmla="*/ 250 h 290"/>
                  <a:gd name="T116" fmla="*/ 342 w 648"/>
                  <a:gd name="T117" fmla="*/ 264 h 290"/>
                  <a:gd name="T118" fmla="*/ 398 w 648"/>
                  <a:gd name="T119" fmla="*/ 280 h 290"/>
                  <a:gd name="T120" fmla="*/ 412 w 648"/>
                  <a:gd name="T121" fmla="*/ 242 h 290"/>
                  <a:gd name="T122" fmla="*/ 402 w 648"/>
                  <a:gd name="T123" fmla="*/ 268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48" h="290">
                    <a:moveTo>
                      <a:pt x="114" y="92"/>
                    </a:moveTo>
                    <a:lnTo>
                      <a:pt x="110" y="92"/>
                    </a:lnTo>
                    <a:lnTo>
                      <a:pt x="110" y="90"/>
                    </a:lnTo>
                    <a:lnTo>
                      <a:pt x="114" y="90"/>
                    </a:lnTo>
                    <a:lnTo>
                      <a:pt x="114" y="92"/>
                    </a:lnTo>
                    <a:lnTo>
                      <a:pt x="114" y="92"/>
                    </a:lnTo>
                    <a:lnTo>
                      <a:pt x="114" y="92"/>
                    </a:lnTo>
                    <a:close/>
                    <a:moveTo>
                      <a:pt x="460" y="156"/>
                    </a:moveTo>
                    <a:lnTo>
                      <a:pt x="458" y="156"/>
                    </a:lnTo>
                    <a:lnTo>
                      <a:pt x="460" y="156"/>
                    </a:lnTo>
                    <a:lnTo>
                      <a:pt x="460" y="156"/>
                    </a:lnTo>
                    <a:lnTo>
                      <a:pt x="460" y="156"/>
                    </a:lnTo>
                    <a:close/>
                    <a:moveTo>
                      <a:pt x="302" y="160"/>
                    </a:moveTo>
                    <a:lnTo>
                      <a:pt x="302" y="164"/>
                    </a:lnTo>
                    <a:lnTo>
                      <a:pt x="298" y="164"/>
                    </a:lnTo>
                    <a:lnTo>
                      <a:pt x="302" y="160"/>
                    </a:lnTo>
                    <a:lnTo>
                      <a:pt x="302" y="160"/>
                    </a:lnTo>
                    <a:lnTo>
                      <a:pt x="302" y="160"/>
                    </a:lnTo>
                    <a:close/>
                    <a:moveTo>
                      <a:pt x="446" y="34"/>
                    </a:moveTo>
                    <a:lnTo>
                      <a:pt x="446" y="30"/>
                    </a:lnTo>
                    <a:lnTo>
                      <a:pt x="446" y="26"/>
                    </a:lnTo>
                    <a:lnTo>
                      <a:pt x="450" y="30"/>
                    </a:lnTo>
                    <a:lnTo>
                      <a:pt x="446" y="30"/>
                    </a:lnTo>
                    <a:lnTo>
                      <a:pt x="446" y="34"/>
                    </a:lnTo>
                    <a:lnTo>
                      <a:pt x="446" y="34"/>
                    </a:lnTo>
                    <a:lnTo>
                      <a:pt x="446" y="34"/>
                    </a:lnTo>
                    <a:close/>
                    <a:moveTo>
                      <a:pt x="320" y="30"/>
                    </a:moveTo>
                    <a:lnTo>
                      <a:pt x="320" y="34"/>
                    </a:lnTo>
                    <a:lnTo>
                      <a:pt x="324" y="34"/>
                    </a:lnTo>
                    <a:lnTo>
                      <a:pt x="320" y="34"/>
                    </a:lnTo>
                    <a:lnTo>
                      <a:pt x="320" y="30"/>
                    </a:lnTo>
                    <a:lnTo>
                      <a:pt x="320" y="30"/>
                    </a:lnTo>
                    <a:lnTo>
                      <a:pt x="320" y="30"/>
                    </a:lnTo>
                    <a:close/>
                    <a:moveTo>
                      <a:pt x="316" y="34"/>
                    </a:moveTo>
                    <a:lnTo>
                      <a:pt x="320" y="34"/>
                    </a:lnTo>
                    <a:lnTo>
                      <a:pt x="316" y="34"/>
                    </a:lnTo>
                    <a:lnTo>
                      <a:pt x="316" y="34"/>
                    </a:lnTo>
                    <a:lnTo>
                      <a:pt x="316" y="34"/>
                    </a:lnTo>
                    <a:close/>
                    <a:moveTo>
                      <a:pt x="446" y="36"/>
                    </a:moveTo>
                    <a:lnTo>
                      <a:pt x="442" y="34"/>
                    </a:lnTo>
                    <a:lnTo>
                      <a:pt x="446" y="34"/>
                    </a:lnTo>
                    <a:lnTo>
                      <a:pt x="446" y="36"/>
                    </a:lnTo>
                    <a:lnTo>
                      <a:pt x="446" y="36"/>
                    </a:lnTo>
                    <a:lnTo>
                      <a:pt x="446" y="36"/>
                    </a:lnTo>
                    <a:close/>
                    <a:moveTo>
                      <a:pt x="434" y="44"/>
                    </a:moveTo>
                    <a:lnTo>
                      <a:pt x="430" y="44"/>
                    </a:lnTo>
                    <a:lnTo>
                      <a:pt x="430" y="40"/>
                    </a:lnTo>
                    <a:lnTo>
                      <a:pt x="430" y="36"/>
                    </a:lnTo>
                    <a:lnTo>
                      <a:pt x="430" y="40"/>
                    </a:lnTo>
                    <a:lnTo>
                      <a:pt x="434" y="44"/>
                    </a:lnTo>
                    <a:lnTo>
                      <a:pt x="434" y="44"/>
                    </a:lnTo>
                    <a:lnTo>
                      <a:pt x="434" y="44"/>
                    </a:lnTo>
                    <a:close/>
                    <a:moveTo>
                      <a:pt x="312" y="40"/>
                    </a:moveTo>
                    <a:lnTo>
                      <a:pt x="316" y="44"/>
                    </a:lnTo>
                    <a:lnTo>
                      <a:pt x="312" y="44"/>
                    </a:lnTo>
                    <a:lnTo>
                      <a:pt x="312" y="40"/>
                    </a:lnTo>
                    <a:lnTo>
                      <a:pt x="312" y="40"/>
                    </a:lnTo>
                    <a:lnTo>
                      <a:pt x="312" y="40"/>
                    </a:lnTo>
                    <a:close/>
                    <a:moveTo>
                      <a:pt x="316" y="44"/>
                    </a:moveTo>
                    <a:lnTo>
                      <a:pt x="320" y="44"/>
                    </a:lnTo>
                    <a:lnTo>
                      <a:pt x="316" y="48"/>
                    </a:lnTo>
                    <a:lnTo>
                      <a:pt x="316" y="44"/>
                    </a:lnTo>
                    <a:lnTo>
                      <a:pt x="316" y="44"/>
                    </a:lnTo>
                    <a:lnTo>
                      <a:pt x="316" y="44"/>
                    </a:lnTo>
                    <a:close/>
                    <a:moveTo>
                      <a:pt x="488" y="108"/>
                    </a:moveTo>
                    <a:lnTo>
                      <a:pt x="484" y="104"/>
                    </a:lnTo>
                    <a:lnTo>
                      <a:pt x="484" y="100"/>
                    </a:lnTo>
                    <a:lnTo>
                      <a:pt x="488" y="104"/>
                    </a:lnTo>
                    <a:lnTo>
                      <a:pt x="488" y="108"/>
                    </a:lnTo>
                    <a:lnTo>
                      <a:pt x="488" y="108"/>
                    </a:lnTo>
                    <a:lnTo>
                      <a:pt x="488" y="108"/>
                    </a:lnTo>
                    <a:close/>
                    <a:moveTo>
                      <a:pt x="122" y="108"/>
                    </a:moveTo>
                    <a:lnTo>
                      <a:pt x="118" y="108"/>
                    </a:lnTo>
                    <a:lnTo>
                      <a:pt x="122" y="108"/>
                    </a:lnTo>
                    <a:lnTo>
                      <a:pt x="122" y="108"/>
                    </a:lnTo>
                    <a:lnTo>
                      <a:pt x="122" y="108"/>
                    </a:lnTo>
                    <a:close/>
                    <a:moveTo>
                      <a:pt x="454" y="108"/>
                    </a:moveTo>
                    <a:lnTo>
                      <a:pt x="454" y="112"/>
                    </a:lnTo>
                    <a:lnTo>
                      <a:pt x="450" y="112"/>
                    </a:lnTo>
                    <a:lnTo>
                      <a:pt x="450" y="108"/>
                    </a:lnTo>
                    <a:lnTo>
                      <a:pt x="454" y="108"/>
                    </a:lnTo>
                    <a:lnTo>
                      <a:pt x="454" y="108"/>
                    </a:lnTo>
                    <a:lnTo>
                      <a:pt x="454" y="108"/>
                    </a:lnTo>
                    <a:close/>
                    <a:moveTo>
                      <a:pt x="378" y="108"/>
                    </a:moveTo>
                    <a:lnTo>
                      <a:pt x="374" y="108"/>
                    </a:lnTo>
                    <a:lnTo>
                      <a:pt x="378" y="108"/>
                    </a:lnTo>
                    <a:lnTo>
                      <a:pt x="378" y="108"/>
                    </a:lnTo>
                    <a:lnTo>
                      <a:pt x="378" y="108"/>
                    </a:lnTo>
                    <a:close/>
                    <a:moveTo>
                      <a:pt x="378" y="112"/>
                    </a:moveTo>
                    <a:lnTo>
                      <a:pt x="374" y="112"/>
                    </a:lnTo>
                    <a:lnTo>
                      <a:pt x="374" y="108"/>
                    </a:lnTo>
                    <a:lnTo>
                      <a:pt x="378" y="108"/>
                    </a:lnTo>
                    <a:lnTo>
                      <a:pt x="378" y="112"/>
                    </a:lnTo>
                    <a:lnTo>
                      <a:pt x="378" y="112"/>
                    </a:lnTo>
                    <a:lnTo>
                      <a:pt x="378" y="112"/>
                    </a:lnTo>
                    <a:close/>
                    <a:moveTo>
                      <a:pt x="454" y="112"/>
                    </a:moveTo>
                    <a:lnTo>
                      <a:pt x="454" y="116"/>
                    </a:lnTo>
                    <a:lnTo>
                      <a:pt x="454" y="112"/>
                    </a:lnTo>
                    <a:lnTo>
                      <a:pt x="454" y="112"/>
                    </a:lnTo>
                    <a:lnTo>
                      <a:pt x="454" y="112"/>
                    </a:lnTo>
                    <a:close/>
                    <a:moveTo>
                      <a:pt x="562" y="120"/>
                    </a:moveTo>
                    <a:lnTo>
                      <a:pt x="562" y="122"/>
                    </a:lnTo>
                    <a:lnTo>
                      <a:pt x="562" y="120"/>
                    </a:lnTo>
                    <a:lnTo>
                      <a:pt x="562" y="120"/>
                    </a:lnTo>
                    <a:lnTo>
                      <a:pt x="562" y="120"/>
                    </a:lnTo>
                    <a:close/>
                    <a:moveTo>
                      <a:pt x="434" y="138"/>
                    </a:moveTo>
                    <a:lnTo>
                      <a:pt x="434" y="142"/>
                    </a:lnTo>
                    <a:lnTo>
                      <a:pt x="434" y="146"/>
                    </a:lnTo>
                    <a:lnTo>
                      <a:pt x="434" y="142"/>
                    </a:lnTo>
                    <a:lnTo>
                      <a:pt x="434" y="138"/>
                    </a:lnTo>
                    <a:lnTo>
                      <a:pt x="434" y="138"/>
                    </a:lnTo>
                    <a:lnTo>
                      <a:pt x="434" y="138"/>
                    </a:lnTo>
                    <a:close/>
                    <a:moveTo>
                      <a:pt x="472" y="164"/>
                    </a:moveTo>
                    <a:lnTo>
                      <a:pt x="476" y="164"/>
                    </a:lnTo>
                    <a:lnTo>
                      <a:pt x="472" y="164"/>
                    </a:lnTo>
                    <a:lnTo>
                      <a:pt x="472" y="164"/>
                    </a:lnTo>
                    <a:lnTo>
                      <a:pt x="472" y="164"/>
                    </a:lnTo>
                    <a:close/>
                    <a:moveTo>
                      <a:pt x="540" y="170"/>
                    </a:moveTo>
                    <a:lnTo>
                      <a:pt x="540" y="174"/>
                    </a:lnTo>
                    <a:lnTo>
                      <a:pt x="544" y="174"/>
                    </a:lnTo>
                    <a:lnTo>
                      <a:pt x="540" y="174"/>
                    </a:lnTo>
                    <a:lnTo>
                      <a:pt x="540" y="170"/>
                    </a:lnTo>
                    <a:lnTo>
                      <a:pt x="540" y="170"/>
                    </a:lnTo>
                    <a:lnTo>
                      <a:pt x="540" y="170"/>
                    </a:lnTo>
                    <a:close/>
                    <a:moveTo>
                      <a:pt x="536" y="194"/>
                    </a:moveTo>
                    <a:lnTo>
                      <a:pt x="536" y="196"/>
                    </a:lnTo>
                    <a:lnTo>
                      <a:pt x="536" y="200"/>
                    </a:lnTo>
                    <a:lnTo>
                      <a:pt x="532" y="204"/>
                    </a:lnTo>
                    <a:lnTo>
                      <a:pt x="532" y="200"/>
                    </a:lnTo>
                    <a:lnTo>
                      <a:pt x="536" y="196"/>
                    </a:lnTo>
                    <a:lnTo>
                      <a:pt x="536" y="194"/>
                    </a:lnTo>
                    <a:lnTo>
                      <a:pt x="536" y="194"/>
                    </a:lnTo>
                    <a:lnTo>
                      <a:pt x="536" y="194"/>
                    </a:lnTo>
                    <a:close/>
                    <a:moveTo>
                      <a:pt x="532" y="200"/>
                    </a:moveTo>
                    <a:lnTo>
                      <a:pt x="532" y="204"/>
                    </a:lnTo>
                    <a:lnTo>
                      <a:pt x="528" y="204"/>
                    </a:lnTo>
                    <a:lnTo>
                      <a:pt x="528" y="200"/>
                    </a:lnTo>
                    <a:lnTo>
                      <a:pt x="528" y="196"/>
                    </a:lnTo>
                    <a:lnTo>
                      <a:pt x="532" y="196"/>
                    </a:lnTo>
                    <a:lnTo>
                      <a:pt x="532" y="200"/>
                    </a:lnTo>
                    <a:lnTo>
                      <a:pt x="532" y="200"/>
                    </a:lnTo>
                    <a:lnTo>
                      <a:pt x="532" y="200"/>
                    </a:lnTo>
                    <a:close/>
                    <a:moveTo>
                      <a:pt x="550" y="204"/>
                    </a:moveTo>
                    <a:lnTo>
                      <a:pt x="550" y="208"/>
                    </a:lnTo>
                    <a:lnTo>
                      <a:pt x="554" y="208"/>
                    </a:lnTo>
                    <a:lnTo>
                      <a:pt x="554" y="212"/>
                    </a:lnTo>
                    <a:lnTo>
                      <a:pt x="550" y="208"/>
                    </a:lnTo>
                    <a:lnTo>
                      <a:pt x="550" y="204"/>
                    </a:lnTo>
                    <a:lnTo>
                      <a:pt x="550" y="204"/>
                    </a:lnTo>
                    <a:lnTo>
                      <a:pt x="550" y="204"/>
                    </a:lnTo>
                    <a:close/>
                    <a:moveTo>
                      <a:pt x="554" y="208"/>
                    </a:moveTo>
                    <a:lnTo>
                      <a:pt x="558" y="212"/>
                    </a:lnTo>
                    <a:lnTo>
                      <a:pt x="554" y="212"/>
                    </a:lnTo>
                    <a:lnTo>
                      <a:pt x="554" y="208"/>
                    </a:lnTo>
                    <a:lnTo>
                      <a:pt x="554" y="208"/>
                    </a:lnTo>
                    <a:lnTo>
                      <a:pt x="554" y="208"/>
                    </a:lnTo>
                    <a:close/>
                    <a:moveTo>
                      <a:pt x="562" y="208"/>
                    </a:moveTo>
                    <a:lnTo>
                      <a:pt x="562" y="212"/>
                    </a:lnTo>
                    <a:lnTo>
                      <a:pt x="562" y="208"/>
                    </a:lnTo>
                    <a:lnTo>
                      <a:pt x="562" y="208"/>
                    </a:lnTo>
                    <a:lnTo>
                      <a:pt x="562" y="208"/>
                    </a:lnTo>
                    <a:close/>
                    <a:moveTo>
                      <a:pt x="558" y="216"/>
                    </a:moveTo>
                    <a:lnTo>
                      <a:pt x="558" y="220"/>
                    </a:lnTo>
                    <a:lnTo>
                      <a:pt x="558" y="216"/>
                    </a:lnTo>
                    <a:lnTo>
                      <a:pt x="558" y="216"/>
                    </a:lnTo>
                    <a:lnTo>
                      <a:pt x="558" y="216"/>
                    </a:lnTo>
                    <a:close/>
                    <a:moveTo>
                      <a:pt x="614" y="216"/>
                    </a:moveTo>
                    <a:lnTo>
                      <a:pt x="614" y="220"/>
                    </a:lnTo>
                    <a:lnTo>
                      <a:pt x="618" y="220"/>
                    </a:lnTo>
                    <a:lnTo>
                      <a:pt x="614" y="220"/>
                    </a:lnTo>
                    <a:lnTo>
                      <a:pt x="614" y="216"/>
                    </a:lnTo>
                    <a:lnTo>
                      <a:pt x="614" y="216"/>
                    </a:lnTo>
                    <a:lnTo>
                      <a:pt x="614" y="216"/>
                    </a:lnTo>
                    <a:close/>
                    <a:moveTo>
                      <a:pt x="472" y="222"/>
                    </a:moveTo>
                    <a:lnTo>
                      <a:pt x="472" y="226"/>
                    </a:lnTo>
                    <a:lnTo>
                      <a:pt x="472" y="222"/>
                    </a:lnTo>
                    <a:lnTo>
                      <a:pt x="472" y="222"/>
                    </a:lnTo>
                    <a:lnTo>
                      <a:pt x="472" y="222"/>
                    </a:lnTo>
                    <a:close/>
                    <a:moveTo>
                      <a:pt x="520" y="222"/>
                    </a:moveTo>
                    <a:lnTo>
                      <a:pt x="520" y="226"/>
                    </a:lnTo>
                    <a:lnTo>
                      <a:pt x="520" y="222"/>
                    </a:lnTo>
                    <a:lnTo>
                      <a:pt x="516" y="222"/>
                    </a:lnTo>
                    <a:lnTo>
                      <a:pt x="520" y="222"/>
                    </a:lnTo>
                    <a:lnTo>
                      <a:pt x="520" y="222"/>
                    </a:lnTo>
                    <a:lnTo>
                      <a:pt x="520" y="222"/>
                    </a:lnTo>
                    <a:close/>
                    <a:moveTo>
                      <a:pt x="364" y="226"/>
                    </a:moveTo>
                    <a:lnTo>
                      <a:pt x="360" y="226"/>
                    </a:lnTo>
                    <a:lnTo>
                      <a:pt x="364" y="226"/>
                    </a:lnTo>
                    <a:lnTo>
                      <a:pt x="364" y="226"/>
                    </a:lnTo>
                    <a:lnTo>
                      <a:pt x="364" y="226"/>
                    </a:lnTo>
                    <a:close/>
                    <a:moveTo>
                      <a:pt x="506" y="230"/>
                    </a:moveTo>
                    <a:lnTo>
                      <a:pt x="510" y="226"/>
                    </a:lnTo>
                    <a:lnTo>
                      <a:pt x="510" y="230"/>
                    </a:lnTo>
                    <a:lnTo>
                      <a:pt x="506" y="230"/>
                    </a:lnTo>
                    <a:lnTo>
                      <a:pt x="506" y="230"/>
                    </a:lnTo>
                    <a:lnTo>
                      <a:pt x="506" y="230"/>
                    </a:lnTo>
                    <a:close/>
                    <a:moveTo>
                      <a:pt x="458" y="230"/>
                    </a:moveTo>
                    <a:lnTo>
                      <a:pt x="454" y="234"/>
                    </a:lnTo>
                    <a:lnTo>
                      <a:pt x="454" y="230"/>
                    </a:lnTo>
                    <a:lnTo>
                      <a:pt x="458" y="230"/>
                    </a:lnTo>
                    <a:lnTo>
                      <a:pt x="458" y="230"/>
                    </a:lnTo>
                    <a:lnTo>
                      <a:pt x="458" y="230"/>
                    </a:lnTo>
                    <a:close/>
                    <a:moveTo>
                      <a:pt x="502" y="246"/>
                    </a:moveTo>
                    <a:lnTo>
                      <a:pt x="506" y="242"/>
                    </a:lnTo>
                    <a:lnTo>
                      <a:pt x="510" y="242"/>
                    </a:lnTo>
                    <a:lnTo>
                      <a:pt x="506" y="242"/>
                    </a:lnTo>
                    <a:lnTo>
                      <a:pt x="506" y="246"/>
                    </a:lnTo>
                    <a:lnTo>
                      <a:pt x="502" y="246"/>
                    </a:lnTo>
                    <a:lnTo>
                      <a:pt x="502" y="246"/>
                    </a:lnTo>
                    <a:lnTo>
                      <a:pt x="502" y="246"/>
                    </a:lnTo>
                    <a:close/>
                    <a:moveTo>
                      <a:pt x="290" y="252"/>
                    </a:moveTo>
                    <a:lnTo>
                      <a:pt x="286" y="252"/>
                    </a:lnTo>
                    <a:lnTo>
                      <a:pt x="286" y="250"/>
                    </a:lnTo>
                    <a:lnTo>
                      <a:pt x="290" y="250"/>
                    </a:lnTo>
                    <a:lnTo>
                      <a:pt x="290" y="252"/>
                    </a:lnTo>
                    <a:lnTo>
                      <a:pt x="290" y="252"/>
                    </a:lnTo>
                    <a:lnTo>
                      <a:pt x="290" y="252"/>
                    </a:lnTo>
                    <a:close/>
                    <a:moveTo>
                      <a:pt x="398" y="276"/>
                    </a:moveTo>
                    <a:lnTo>
                      <a:pt x="402" y="276"/>
                    </a:lnTo>
                    <a:lnTo>
                      <a:pt x="398" y="280"/>
                    </a:lnTo>
                    <a:lnTo>
                      <a:pt x="398" y="276"/>
                    </a:lnTo>
                    <a:lnTo>
                      <a:pt x="398" y="276"/>
                    </a:lnTo>
                    <a:lnTo>
                      <a:pt x="398" y="276"/>
                    </a:lnTo>
                    <a:close/>
                    <a:moveTo>
                      <a:pt x="4" y="4"/>
                    </a:moveTo>
                    <a:lnTo>
                      <a:pt x="0" y="4"/>
                    </a:lnTo>
                    <a:lnTo>
                      <a:pt x="0" y="0"/>
                    </a:lnTo>
                    <a:lnTo>
                      <a:pt x="4" y="0"/>
                    </a:lnTo>
                    <a:lnTo>
                      <a:pt x="4" y="4"/>
                    </a:lnTo>
                    <a:lnTo>
                      <a:pt x="4" y="4"/>
                    </a:lnTo>
                    <a:lnTo>
                      <a:pt x="4" y="4"/>
                    </a:lnTo>
                    <a:close/>
                    <a:moveTo>
                      <a:pt x="118" y="116"/>
                    </a:moveTo>
                    <a:lnTo>
                      <a:pt x="118" y="120"/>
                    </a:lnTo>
                    <a:lnTo>
                      <a:pt x="122" y="120"/>
                    </a:lnTo>
                    <a:lnTo>
                      <a:pt x="126" y="120"/>
                    </a:lnTo>
                    <a:lnTo>
                      <a:pt x="130" y="120"/>
                    </a:lnTo>
                    <a:lnTo>
                      <a:pt x="130" y="122"/>
                    </a:lnTo>
                    <a:lnTo>
                      <a:pt x="130" y="126"/>
                    </a:lnTo>
                    <a:lnTo>
                      <a:pt x="130" y="130"/>
                    </a:lnTo>
                    <a:lnTo>
                      <a:pt x="134" y="130"/>
                    </a:lnTo>
                    <a:lnTo>
                      <a:pt x="134" y="134"/>
                    </a:lnTo>
                    <a:lnTo>
                      <a:pt x="130" y="134"/>
                    </a:lnTo>
                    <a:lnTo>
                      <a:pt x="134" y="134"/>
                    </a:lnTo>
                    <a:lnTo>
                      <a:pt x="136" y="138"/>
                    </a:lnTo>
                    <a:lnTo>
                      <a:pt x="136" y="142"/>
                    </a:lnTo>
                    <a:lnTo>
                      <a:pt x="134" y="142"/>
                    </a:lnTo>
                    <a:lnTo>
                      <a:pt x="134" y="146"/>
                    </a:lnTo>
                    <a:lnTo>
                      <a:pt x="134" y="150"/>
                    </a:lnTo>
                    <a:lnTo>
                      <a:pt x="134" y="146"/>
                    </a:lnTo>
                    <a:lnTo>
                      <a:pt x="136" y="146"/>
                    </a:lnTo>
                    <a:lnTo>
                      <a:pt x="136" y="142"/>
                    </a:lnTo>
                    <a:lnTo>
                      <a:pt x="140" y="142"/>
                    </a:lnTo>
                    <a:lnTo>
                      <a:pt x="144" y="142"/>
                    </a:lnTo>
                    <a:lnTo>
                      <a:pt x="148" y="142"/>
                    </a:lnTo>
                    <a:lnTo>
                      <a:pt x="148" y="146"/>
                    </a:lnTo>
                    <a:lnTo>
                      <a:pt x="148" y="150"/>
                    </a:lnTo>
                    <a:lnTo>
                      <a:pt x="148" y="152"/>
                    </a:lnTo>
                    <a:lnTo>
                      <a:pt x="152" y="152"/>
                    </a:lnTo>
                    <a:lnTo>
                      <a:pt x="156" y="156"/>
                    </a:lnTo>
                    <a:lnTo>
                      <a:pt x="152" y="156"/>
                    </a:lnTo>
                    <a:lnTo>
                      <a:pt x="152" y="160"/>
                    </a:lnTo>
                    <a:lnTo>
                      <a:pt x="152" y="164"/>
                    </a:lnTo>
                    <a:lnTo>
                      <a:pt x="152" y="166"/>
                    </a:lnTo>
                    <a:lnTo>
                      <a:pt x="152" y="170"/>
                    </a:lnTo>
                    <a:lnTo>
                      <a:pt x="152" y="174"/>
                    </a:lnTo>
                    <a:lnTo>
                      <a:pt x="152" y="178"/>
                    </a:lnTo>
                    <a:lnTo>
                      <a:pt x="152" y="182"/>
                    </a:lnTo>
                    <a:lnTo>
                      <a:pt x="152" y="186"/>
                    </a:lnTo>
                    <a:lnTo>
                      <a:pt x="152" y="190"/>
                    </a:lnTo>
                    <a:lnTo>
                      <a:pt x="152" y="196"/>
                    </a:lnTo>
                    <a:lnTo>
                      <a:pt x="152" y="200"/>
                    </a:lnTo>
                    <a:lnTo>
                      <a:pt x="148" y="200"/>
                    </a:lnTo>
                    <a:lnTo>
                      <a:pt x="148" y="204"/>
                    </a:lnTo>
                    <a:lnTo>
                      <a:pt x="148" y="200"/>
                    </a:lnTo>
                    <a:lnTo>
                      <a:pt x="144" y="196"/>
                    </a:lnTo>
                    <a:lnTo>
                      <a:pt x="144" y="194"/>
                    </a:lnTo>
                    <a:lnTo>
                      <a:pt x="140" y="194"/>
                    </a:lnTo>
                    <a:lnTo>
                      <a:pt x="140" y="196"/>
                    </a:lnTo>
                    <a:lnTo>
                      <a:pt x="140" y="200"/>
                    </a:lnTo>
                    <a:lnTo>
                      <a:pt x="136" y="200"/>
                    </a:lnTo>
                    <a:lnTo>
                      <a:pt x="136" y="196"/>
                    </a:lnTo>
                    <a:lnTo>
                      <a:pt x="134" y="196"/>
                    </a:lnTo>
                    <a:lnTo>
                      <a:pt x="134" y="200"/>
                    </a:lnTo>
                    <a:lnTo>
                      <a:pt x="134" y="204"/>
                    </a:lnTo>
                    <a:lnTo>
                      <a:pt x="134" y="200"/>
                    </a:lnTo>
                    <a:lnTo>
                      <a:pt x="130" y="200"/>
                    </a:lnTo>
                    <a:lnTo>
                      <a:pt x="130" y="196"/>
                    </a:lnTo>
                    <a:lnTo>
                      <a:pt x="126" y="196"/>
                    </a:lnTo>
                    <a:lnTo>
                      <a:pt x="126" y="194"/>
                    </a:lnTo>
                    <a:lnTo>
                      <a:pt x="122" y="190"/>
                    </a:lnTo>
                    <a:lnTo>
                      <a:pt x="122" y="186"/>
                    </a:lnTo>
                    <a:lnTo>
                      <a:pt x="118" y="186"/>
                    </a:lnTo>
                    <a:lnTo>
                      <a:pt x="114" y="186"/>
                    </a:lnTo>
                    <a:lnTo>
                      <a:pt x="114" y="182"/>
                    </a:lnTo>
                    <a:lnTo>
                      <a:pt x="110" y="182"/>
                    </a:lnTo>
                    <a:lnTo>
                      <a:pt x="110" y="178"/>
                    </a:lnTo>
                    <a:lnTo>
                      <a:pt x="106" y="178"/>
                    </a:lnTo>
                    <a:lnTo>
                      <a:pt x="106" y="174"/>
                    </a:lnTo>
                    <a:lnTo>
                      <a:pt x="104" y="174"/>
                    </a:lnTo>
                    <a:lnTo>
                      <a:pt x="104" y="170"/>
                    </a:lnTo>
                    <a:lnTo>
                      <a:pt x="100" y="170"/>
                    </a:lnTo>
                    <a:lnTo>
                      <a:pt x="100" y="166"/>
                    </a:lnTo>
                    <a:lnTo>
                      <a:pt x="100" y="164"/>
                    </a:lnTo>
                    <a:lnTo>
                      <a:pt x="96" y="164"/>
                    </a:lnTo>
                    <a:lnTo>
                      <a:pt x="96" y="160"/>
                    </a:lnTo>
                    <a:lnTo>
                      <a:pt x="92" y="156"/>
                    </a:lnTo>
                    <a:lnTo>
                      <a:pt x="88" y="156"/>
                    </a:lnTo>
                    <a:lnTo>
                      <a:pt x="88" y="152"/>
                    </a:lnTo>
                    <a:lnTo>
                      <a:pt x="88" y="150"/>
                    </a:lnTo>
                    <a:lnTo>
                      <a:pt x="84" y="150"/>
                    </a:lnTo>
                    <a:lnTo>
                      <a:pt x="84" y="146"/>
                    </a:lnTo>
                    <a:lnTo>
                      <a:pt x="80" y="146"/>
                    </a:lnTo>
                    <a:lnTo>
                      <a:pt x="80" y="142"/>
                    </a:lnTo>
                    <a:lnTo>
                      <a:pt x="80" y="138"/>
                    </a:lnTo>
                    <a:lnTo>
                      <a:pt x="80" y="134"/>
                    </a:lnTo>
                    <a:lnTo>
                      <a:pt x="78" y="130"/>
                    </a:lnTo>
                    <a:lnTo>
                      <a:pt x="78" y="126"/>
                    </a:lnTo>
                    <a:lnTo>
                      <a:pt x="74" y="122"/>
                    </a:lnTo>
                    <a:lnTo>
                      <a:pt x="74" y="120"/>
                    </a:lnTo>
                    <a:lnTo>
                      <a:pt x="74" y="116"/>
                    </a:lnTo>
                    <a:lnTo>
                      <a:pt x="70" y="116"/>
                    </a:lnTo>
                    <a:lnTo>
                      <a:pt x="70" y="112"/>
                    </a:lnTo>
                    <a:lnTo>
                      <a:pt x="66" y="112"/>
                    </a:lnTo>
                    <a:lnTo>
                      <a:pt x="66" y="108"/>
                    </a:lnTo>
                    <a:lnTo>
                      <a:pt x="66" y="104"/>
                    </a:lnTo>
                    <a:lnTo>
                      <a:pt x="62" y="100"/>
                    </a:lnTo>
                    <a:lnTo>
                      <a:pt x="58" y="96"/>
                    </a:lnTo>
                    <a:lnTo>
                      <a:pt x="58" y="100"/>
                    </a:lnTo>
                    <a:lnTo>
                      <a:pt x="54" y="96"/>
                    </a:lnTo>
                    <a:lnTo>
                      <a:pt x="54" y="92"/>
                    </a:lnTo>
                    <a:lnTo>
                      <a:pt x="54" y="90"/>
                    </a:lnTo>
                    <a:lnTo>
                      <a:pt x="54" y="86"/>
                    </a:lnTo>
                    <a:lnTo>
                      <a:pt x="50" y="82"/>
                    </a:lnTo>
                    <a:lnTo>
                      <a:pt x="50" y="78"/>
                    </a:lnTo>
                    <a:lnTo>
                      <a:pt x="50" y="74"/>
                    </a:lnTo>
                    <a:lnTo>
                      <a:pt x="50" y="70"/>
                    </a:lnTo>
                    <a:lnTo>
                      <a:pt x="48" y="70"/>
                    </a:lnTo>
                    <a:lnTo>
                      <a:pt x="48" y="66"/>
                    </a:lnTo>
                    <a:lnTo>
                      <a:pt x="44" y="66"/>
                    </a:lnTo>
                    <a:lnTo>
                      <a:pt x="40" y="66"/>
                    </a:lnTo>
                    <a:lnTo>
                      <a:pt x="40" y="64"/>
                    </a:lnTo>
                    <a:lnTo>
                      <a:pt x="36" y="64"/>
                    </a:lnTo>
                    <a:lnTo>
                      <a:pt x="36" y="60"/>
                    </a:lnTo>
                    <a:lnTo>
                      <a:pt x="36" y="56"/>
                    </a:lnTo>
                    <a:lnTo>
                      <a:pt x="34" y="56"/>
                    </a:lnTo>
                    <a:lnTo>
                      <a:pt x="34" y="52"/>
                    </a:lnTo>
                    <a:lnTo>
                      <a:pt x="30" y="52"/>
                    </a:lnTo>
                    <a:lnTo>
                      <a:pt x="30" y="48"/>
                    </a:lnTo>
                    <a:lnTo>
                      <a:pt x="26" y="44"/>
                    </a:lnTo>
                    <a:lnTo>
                      <a:pt x="26" y="40"/>
                    </a:lnTo>
                    <a:lnTo>
                      <a:pt x="22" y="36"/>
                    </a:lnTo>
                    <a:lnTo>
                      <a:pt x="18" y="36"/>
                    </a:lnTo>
                    <a:lnTo>
                      <a:pt x="18" y="34"/>
                    </a:lnTo>
                    <a:lnTo>
                      <a:pt x="14" y="34"/>
                    </a:lnTo>
                    <a:lnTo>
                      <a:pt x="14" y="30"/>
                    </a:lnTo>
                    <a:lnTo>
                      <a:pt x="10" y="30"/>
                    </a:lnTo>
                    <a:lnTo>
                      <a:pt x="10" y="26"/>
                    </a:lnTo>
                    <a:lnTo>
                      <a:pt x="8" y="26"/>
                    </a:lnTo>
                    <a:lnTo>
                      <a:pt x="8" y="22"/>
                    </a:lnTo>
                    <a:lnTo>
                      <a:pt x="4" y="18"/>
                    </a:lnTo>
                    <a:lnTo>
                      <a:pt x="4" y="14"/>
                    </a:lnTo>
                    <a:lnTo>
                      <a:pt x="0" y="10"/>
                    </a:lnTo>
                    <a:lnTo>
                      <a:pt x="0" y="6"/>
                    </a:lnTo>
                    <a:lnTo>
                      <a:pt x="4" y="6"/>
                    </a:lnTo>
                    <a:lnTo>
                      <a:pt x="8" y="6"/>
                    </a:lnTo>
                    <a:lnTo>
                      <a:pt x="10" y="6"/>
                    </a:lnTo>
                    <a:lnTo>
                      <a:pt x="10" y="10"/>
                    </a:lnTo>
                    <a:lnTo>
                      <a:pt x="14" y="10"/>
                    </a:lnTo>
                    <a:lnTo>
                      <a:pt x="18" y="14"/>
                    </a:lnTo>
                    <a:lnTo>
                      <a:pt x="22" y="14"/>
                    </a:lnTo>
                    <a:lnTo>
                      <a:pt x="22" y="10"/>
                    </a:lnTo>
                    <a:lnTo>
                      <a:pt x="26" y="10"/>
                    </a:lnTo>
                    <a:lnTo>
                      <a:pt x="30" y="14"/>
                    </a:lnTo>
                    <a:lnTo>
                      <a:pt x="34" y="14"/>
                    </a:lnTo>
                    <a:lnTo>
                      <a:pt x="34" y="10"/>
                    </a:lnTo>
                    <a:lnTo>
                      <a:pt x="34" y="14"/>
                    </a:lnTo>
                    <a:lnTo>
                      <a:pt x="36" y="14"/>
                    </a:lnTo>
                    <a:lnTo>
                      <a:pt x="36" y="18"/>
                    </a:lnTo>
                    <a:lnTo>
                      <a:pt x="40" y="18"/>
                    </a:lnTo>
                    <a:lnTo>
                      <a:pt x="40" y="22"/>
                    </a:lnTo>
                    <a:lnTo>
                      <a:pt x="40" y="26"/>
                    </a:lnTo>
                    <a:lnTo>
                      <a:pt x="44" y="26"/>
                    </a:lnTo>
                    <a:lnTo>
                      <a:pt x="44" y="30"/>
                    </a:lnTo>
                    <a:lnTo>
                      <a:pt x="44" y="34"/>
                    </a:lnTo>
                    <a:lnTo>
                      <a:pt x="48" y="34"/>
                    </a:lnTo>
                    <a:lnTo>
                      <a:pt x="48" y="36"/>
                    </a:lnTo>
                    <a:lnTo>
                      <a:pt x="50" y="36"/>
                    </a:lnTo>
                    <a:lnTo>
                      <a:pt x="50" y="40"/>
                    </a:lnTo>
                    <a:lnTo>
                      <a:pt x="54" y="40"/>
                    </a:lnTo>
                    <a:lnTo>
                      <a:pt x="58" y="40"/>
                    </a:lnTo>
                    <a:lnTo>
                      <a:pt x="62" y="48"/>
                    </a:lnTo>
                    <a:lnTo>
                      <a:pt x="66" y="48"/>
                    </a:lnTo>
                    <a:lnTo>
                      <a:pt x="66" y="52"/>
                    </a:lnTo>
                    <a:lnTo>
                      <a:pt x="66" y="56"/>
                    </a:lnTo>
                    <a:lnTo>
                      <a:pt x="70" y="60"/>
                    </a:lnTo>
                    <a:lnTo>
                      <a:pt x="70" y="56"/>
                    </a:lnTo>
                    <a:lnTo>
                      <a:pt x="66" y="56"/>
                    </a:lnTo>
                    <a:lnTo>
                      <a:pt x="70" y="56"/>
                    </a:lnTo>
                    <a:lnTo>
                      <a:pt x="70" y="60"/>
                    </a:lnTo>
                    <a:lnTo>
                      <a:pt x="70" y="56"/>
                    </a:lnTo>
                    <a:lnTo>
                      <a:pt x="74" y="60"/>
                    </a:lnTo>
                    <a:lnTo>
                      <a:pt x="74" y="64"/>
                    </a:lnTo>
                    <a:lnTo>
                      <a:pt x="78" y="66"/>
                    </a:lnTo>
                    <a:lnTo>
                      <a:pt x="80" y="66"/>
                    </a:lnTo>
                    <a:lnTo>
                      <a:pt x="80" y="70"/>
                    </a:lnTo>
                    <a:lnTo>
                      <a:pt x="80" y="66"/>
                    </a:lnTo>
                    <a:lnTo>
                      <a:pt x="80" y="64"/>
                    </a:lnTo>
                    <a:lnTo>
                      <a:pt x="84" y="64"/>
                    </a:lnTo>
                    <a:lnTo>
                      <a:pt x="80" y="64"/>
                    </a:lnTo>
                    <a:lnTo>
                      <a:pt x="84" y="64"/>
                    </a:lnTo>
                    <a:lnTo>
                      <a:pt x="84" y="66"/>
                    </a:lnTo>
                    <a:lnTo>
                      <a:pt x="88" y="66"/>
                    </a:lnTo>
                    <a:lnTo>
                      <a:pt x="88" y="70"/>
                    </a:lnTo>
                    <a:lnTo>
                      <a:pt x="88" y="74"/>
                    </a:lnTo>
                    <a:lnTo>
                      <a:pt x="92" y="74"/>
                    </a:lnTo>
                    <a:lnTo>
                      <a:pt x="96" y="74"/>
                    </a:lnTo>
                    <a:lnTo>
                      <a:pt x="96" y="78"/>
                    </a:lnTo>
                    <a:lnTo>
                      <a:pt x="100" y="78"/>
                    </a:lnTo>
                    <a:lnTo>
                      <a:pt x="100" y="82"/>
                    </a:lnTo>
                    <a:lnTo>
                      <a:pt x="100" y="86"/>
                    </a:lnTo>
                    <a:lnTo>
                      <a:pt x="104" y="90"/>
                    </a:lnTo>
                    <a:lnTo>
                      <a:pt x="106" y="90"/>
                    </a:lnTo>
                    <a:lnTo>
                      <a:pt x="110" y="90"/>
                    </a:lnTo>
                    <a:lnTo>
                      <a:pt x="110" y="92"/>
                    </a:lnTo>
                    <a:lnTo>
                      <a:pt x="110" y="96"/>
                    </a:lnTo>
                    <a:lnTo>
                      <a:pt x="106" y="96"/>
                    </a:lnTo>
                    <a:lnTo>
                      <a:pt x="104" y="100"/>
                    </a:lnTo>
                    <a:lnTo>
                      <a:pt x="104" y="96"/>
                    </a:lnTo>
                    <a:lnTo>
                      <a:pt x="104" y="100"/>
                    </a:lnTo>
                    <a:lnTo>
                      <a:pt x="106" y="100"/>
                    </a:lnTo>
                    <a:lnTo>
                      <a:pt x="106" y="96"/>
                    </a:lnTo>
                    <a:lnTo>
                      <a:pt x="110" y="96"/>
                    </a:lnTo>
                    <a:lnTo>
                      <a:pt x="114" y="96"/>
                    </a:lnTo>
                    <a:lnTo>
                      <a:pt x="114" y="92"/>
                    </a:lnTo>
                    <a:lnTo>
                      <a:pt x="118" y="92"/>
                    </a:lnTo>
                    <a:lnTo>
                      <a:pt x="122" y="96"/>
                    </a:lnTo>
                    <a:lnTo>
                      <a:pt x="122" y="100"/>
                    </a:lnTo>
                    <a:lnTo>
                      <a:pt x="122" y="104"/>
                    </a:lnTo>
                    <a:lnTo>
                      <a:pt x="118" y="104"/>
                    </a:lnTo>
                    <a:lnTo>
                      <a:pt x="114" y="104"/>
                    </a:lnTo>
                    <a:lnTo>
                      <a:pt x="114" y="108"/>
                    </a:lnTo>
                    <a:lnTo>
                      <a:pt x="118" y="104"/>
                    </a:lnTo>
                    <a:lnTo>
                      <a:pt x="118" y="108"/>
                    </a:lnTo>
                    <a:lnTo>
                      <a:pt x="114" y="108"/>
                    </a:lnTo>
                    <a:lnTo>
                      <a:pt x="118" y="108"/>
                    </a:lnTo>
                    <a:lnTo>
                      <a:pt x="118" y="112"/>
                    </a:lnTo>
                    <a:lnTo>
                      <a:pt x="114" y="112"/>
                    </a:lnTo>
                    <a:lnTo>
                      <a:pt x="114" y="116"/>
                    </a:lnTo>
                    <a:lnTo>
                      <a:pt x="118" y="116"/>
                    </a:lnTo>
                    <a:lnTo>
                      <a:pt x="118" y="116"/>
                    </a:lnTo>
                    <a:lnTo>
                      <a:pt x="118" y="116"/>
                    </a:lnTo>
                    <a:close/>
                    <a:moveTo>
                      <a:pt x="204" y="66"/>
                    </a:moveTo>
                    <a:lnTo>
                      <a:pt x="204" y="70"/>
                    </a:lnTo>
                    <a:lnTo>
                      <a:pt x="204" y="74"/>
                    </a:lnTo>
                    <a:lnTo>
                      <a:pt x="208" y="78"/>
                    </a:lnTo>
                    <a:lnTo>
                      <a:pt x="208" y="82"/>
                    </a:lnTo>
                    <a:lnTo>
                      <a:pt x="212" y="82"/>
                    </a:lnTo>
                    <a:lnTo>
                      <a:pt x="216" y="86"/>
                    </a:lnTo>
                    <a:lnTo>
                      <a:pt x="216" y="90"/>
                    </a:lnTo>
                    <a:lnTo>
                      <a:pt x="220" y="90"/>
                    </a:lnTo>
                    <a:lnTo>
                      <a:pt x="220" y="86"/>
                    </a:lnTo>
                    <a:lnTo>
                      <a:pt x="222" y="86"/>
                    </a:lnTo>
                    <a:lnTo>
                      <a:pt x="226" y="86"/>
                    </a:lnTo>
                    <a:lnTo>
                      <a:pt x="230" y="86"/>
                    </a:lnTo>
                    <a:lnTo>
                      <a:pt x="234" y="86"/>
                    </a:lnTo>
                    <a:lnTo>
                      <a:pt x="238" y="86"/>
                    </a:lnTo>
                    <a:lnTo>
                      <a:pt x="238" y="82"/>
                    </a:lnTo>
                    <a:lnTo>
                      <a:pt x="242" y="82"/>
                    </a:lnTo>
                    <a:lnTo>
                      <a:pt x="242" y="78"/>
                    </a:lnTo>
                    <a:lnTo>
                      <a:pt x="246" y="74"/>
                    </a:lnTo>
                    <a:lnTo>
                      <a:pt x="248" y="74"/>
                    </a:lnTo>
                    <a:lnTo>
                      <a:pt x="252" y="74"/>
                    </a:lnTo>
                    <a:lnTo>
                      <a:pt x="252" y="78"/>
                    </a:lnTo>
                    <a:lnTo>
                      <a:pt x="256" y="78"/>
                    </a:lnTo>
                    <a:lnTo>
                      <a:pt x="260" y="82"/>
                    </a:lnTo>
                    <a:lnTo>
                      <a:pt x="264" y="82"/>
                    </a:lnTo>
                    <a:lnTo>
                      <a:pt x="264" y="78"/>
                    </a:lnTo>
                    <a:lnTo>
                      <a:pt x="268" y="78"/>
                    </a:lnTo>
                    <a:lnTo>
                      <a:pt x="272" y="78"/>
                    </a:lnTo>
                    <a:lnTo>
                      <a:pt x="276" y="78"/>
                    </a:lnTo>
                    <a:lnTo>
                      <a:pt x="276" y="74"/>
                    </a:lnTo>
                    <a:lnTo>
                      <a:pt x="276" y="70"/>
                    </a:lnTo>
                    <a:lnTo>
                      <a:pt x="278" y="70"/>
                    </a:lnTo>
                    <a:lnTo>
                      <a:pt x="278" y="66"/>
                    </a:lnTo>
                    <a:lnTo>
                      <a:pt x="278" y="64"/>
                    </a:lnTo>
                    <a:lnTo>
                      <a:pt x="282" y="60"/>
                    </a:lnTo>
                    <a:lnTo>
                      <a:pt x="282" y="52"/>
                    </a:lnTo>
                    <a:lnTo>
                      <a:pt x="286" y="52"/>
                    </a:lnTo>
                    <a:lnTo>
                      <a:pt x="286" y="48"/>
                    </a:lnTo>
                    <a:lnTo>
                      <a:pt x="286" y="44"/>
                    </a:lnTo>
                    <a:lnTo>
                      <a:pt x="290" y="44"/>
                    </a:lnTo>
                    <a:lnTo>
                      <a:pt x="290" y="40"/>
                    </a:lnTo>
                    <a:lnTo>
                      <a:pt x="290" y="36"/>
                    </a:lnTo>
                    <a:lnTo>
                      <a:pt x="290" y="34"/>
                    </a:lnTo>
                    <a:lnTo>
                      <a:pt x="290" y="30"/>
                    </a:lnTo>
                    <a:lnTo>
                      <a:pt x="294" y="30"/>
                    </a:lnTo>
                    <a:lnTo>
                      <a:pt x="294" y="26"/>
                    </a:lnTo>
                    <a:lnTo>
                      <a:pt x="294" y="30"/>
                    </a:lnTo>
                    <a:lnTo>
                      <a:pt x="298" y="30"/>
                    </a:lnTo>
                    <a:lnTo>
                      <a:pt x="302" y="30"/>
                    </a:lnTo>
                    <a:lnTo>
                      <a:pt x="304" y="30"/>
                    </a:lnTo>
                    <a:lnTo>
                      <a:pt x="308" y="30"/>
                    </a:lnTo>
                    <a:lnTo>
                      <a:pt x="312" y="30"/>
                    </a:lnTo>
                    <a:lnTo>
                      <a:pt x="316" y="30"/>
                    </a:lnTo>
                    <a:lnTo>
                      <a:pt x="316" y="34"/>
                    </a:lnTo>
                    <a:lnTo>
                      <a:pt x="316" y="30"/>
                    </a:lnTo>
                    <a:lnTo>
                      <a:pt x="312" y="34"/>
                    </a:lnTo>
                    <a:lnTo>
                      <a:pt x="316" y="34"/>
                    </a:lnTo>
                    <a:lnTo>
                      <a:pt x="316" y="36"/>
                    </a:lnTo>
                    <a:lnTo>
                      <a:pt x="320" y="36"/>
                    </a:lnTo>
                    <a:lnTo>
                      <a:pt x="320" y="40"/>
                    </a:lnTo>
                    <a:lnTo>
                      <a:pt x="316" y="40"/>
                    </a:lnTo>
                    <a:lnTo>
                      <a:pt x="312" y="40"/>
                    </a:lnTo>
                    <a:lnTo>
                      <a:pt x="308" y="40"/>
                    </a:lnTo>
                    <a:lnTo>
                      <a:pt x="312" y="40"/>
                    </a:lnTo>
                    <a:lnTo>
                      <a:pt x="312" y="44"/>
                    </a:lnTo>
                    <a:lnTo>
                      <a:pt x="316" y="44"/>
                    </a:lnTo>
                    <a:lnTo>
                      <a:pt x="312" y="44"/>
                    </a:lnTo>
                    <a:lnTo>
                      <a:pt x="312" y="48"/>
                    </a:lnTo>
                    <a:lnTo>
                      <a:pt x="316" y="48"/>
                    </a:lnTo>
                    <a:lnTo>
                      <a:pt x="320" y="52"/>
                    </a:lnTo>
                    <a:lnTo>
                      <a:pt x="320" y="56"/>
                    </a:lnTo>
                    <a:lnTo>
                      <a:pt x="320" y="60"/>
                    </a:lnTo>
                    <a:lnTo>
                      <a:pt x="324" y="60"/>
                    </a:lnTo>
                    <a:lnTo>
                      <a:pt x="324" y="64"/>
                    </a:lnTo>
                    <a:lnTo>
                      <a:pt x="324" y="66"/>
                    </a:lnTo>
                    <a:lnTo>
                      <a:pt x="320" y="66"/>
                    </a:lnTo>
                    <a:lnTo>
                      <a:pt x="320" y="70"/>
                    </a:lnTo>
                    <a:lnTo>
                      <a:pt x="324" y="74"/>
                    </a:lnTo>
                    <a:lnTo>
                      <a:pt x="328" y="74"/>
                    </a:lnTo>
                    <a:lnTo>
                      <a:pt x="328" y="78"/>
                    </a:lnTo>
                    <a:lnTo>
                      <a:pt x="332" y="78"/>
                    </a:lnTo>
                    <a:lnTo>
                      <a:pt x="334" y="82"/>
                    </a:lnTo>
                    <a:lnTo>
                      <a:pt x="334" y="86"/>
                    </a:lnTo>
                    <a:lnTo>
                      <a:pt x="338" y="86"/>
                    </a:lnTo>
                    <a:lnTo>
                      <a:pt x="334" y="86"/>
                    </a:lnTo>
                    <a:lnTo>
                      <a:pt x="334" y="90"/>
                    </a:lnTo>
                    <a:lnTo>
                      <a:pt x="332" y="90"/>
                    </a:lnTo>
                    <a:lnTo>
                      <a:pt x="328" y="90"/>
                    </a:lnTo>
                    <a:lnTo>
                      <a:pt x="324" y="86"/>
                    </a:lnTo>
                    <a:lnTo>
                      <a:pt x="324" y="82"/>
                    </a:lnTo>
                    <a:lnTo>
                      <a:pt x="320" y="82"/>
                    </a:lnTo>
                    <a:lnTo>
                      <a:pt x="320" y="86"/>
                    </a:lnTo>
                    <a:lnTo>
                      <a:pt x="324" y="86"/>
                    </a:lnTo>
                    <a:lnTo>
                      <a:pt x="324" y="90"/>
                    </a:lnTo>
                    <a:lnTo>
                      <a:pt x="320" y="90"/>
                    </a:lnTo>
                    <a:lnTo>
                      <a:pt x="320" y="92"/>
                    </a:lnTo>
                    <a:lnTo>
                      <a:pt x="316" y="92"/>
                    </a:lnTo>
                    <a:lnTo>
                      <a:pt x="316" y="96"/>
                    </a:lnTo>
                    <a:lnTo>
                      <a:pt x="316" y="100"/>
                    </a:lnTo>
                    <a:lnTo>
                      <a:pt x="316" y="104"/>
                    </a:lnTo>
                    <a:lnTo>
                      <a:pt x="316" y="108"/>
                    </a:lnTo>
                    <a:lnTo>
                      <a:pt x="316" y="112"/>
                    </a:lnTo>
                    <a:lnTo>
                      <a:pt x="316" y="108"/>
                    </a:lnTo>
                    <a:lnTo>
                      <a:pt x="316" y="112"/>
                    </a:lnTo>
                    <a:lnTo>
                      <a:pt x="316" y="116"/>
                    </a:lnTo>
                    <a:lnTo>
                      <a:pt x="312" y="116"/>
                    </a:lnTo>
                    <a:lnTo>
                      <a:pt x="312" y="120"/>
                    </a:lnTo>
                    <a:lnTo>
                      <a:pt x="308" y="120"/>
                    </a:lnTo>
                    <a:lnTo>
                      <a:pt x="308" y="122"/>
                    </a:lnTo>
                    <a:lnTo>
                      <a:pt x="304" y="122"/>
                    </a:lnTo>
                    <a:lnTo>
                      <a:pt x="304" y="120"/>
                    </a:lnTo>
                    <a:lnTo>
                      <a:pt x="304" y="122"/>
                    </a:lnTo>
                    <a:lnTo>
                      <a:pt x="304" y="126"/>
                    </a:lnTo>
                    <a:lnTo>
                      <a:pt x="302" y="126"/>
                    </a:lnTo>
                    <a:lnTo>
                      <a:pt x="302" y="130"/>
                    </a:lnTo>
                    <a:lnTo>
                      <a:pt x="298" y="130"/>
                    </a:lnTo>
                    <a:lnTo>
                      <a:pt x="298" y="134"/>
                    </a:lnTo>
                    <a:lnTo>
                      <a:pt x="302" y="134"/>
                    </a:lnTo>
                    <a:lnTo>
                      <a:pt x="302" y="138"/>
                    </a:lnTo>
                    <a:lnTo>
                      <a:pt x="298" y="138"/>
                    </a:lnTo>
                    <a:lnTo>
                      <a:pt x="302" y="142"/>
                    </a:lnTo>
                    <a:lnTo>
                      <a:pt x="302" y="138"/>
                    </a:lnTo>
                    <a:lnTo>
                      <a:pt x="302" y="142"/>
                    </a:lnTo>
                    <a:lnTo>
                      <a:pt x="304" y="142"/>
                    </a:lnTo>
                    <a:lnTo>
                      <a:pt x="302" y="142"/>
                    </a:lnTo>
                    <a:lnTo>
                      <a:pt x="302" y="146"/>
                    </a:lnTo>
                    <a:lnTo>
                      <a:pt x="298" y="146"/>
                    </a:lnTo>
                    <a:lnTo>
                      <a:pt x="302" y="150"/>
                    </a:lnTo>
                    <a:lnTo>
                      <a:pt x="302" y="152"/>
                    </a:lnTo>
                    <a:lnTo>
                      <a:pt x="298" y="152"/>
                    </a:lnTo>
                    <a:lnTo>
                      <a:pt x="298" y="150"/>
                    </a:lnTo>
                    <a:lnTo>
                      <a:pt x="298" y="152"/>
                    </a:lnTo>
                    <a:lnTo>
                      <a:pt x="298" y="156"/>
                    </a:lnTo>
                    <a:lnTo>
                      <a:pt x="298" y="160"/>
                    </a:lnTo>
                    <a:lnTo>
                      <a:pt x="294" y="160"/>
                    </a:lnTo>
                    <a:lnTo>
                      <a:pt x="294" y="164"/>
                    </a:lnTo>
                    <a:lnTo>
                      <a:pt x="290" y="164"/>
                    </a:lnTo>
                    <a:lnTo>
                      <a:pt x="290" y="166"/>
                    </a:lnTo>
                    <a:lnTo>
                      <a:pt x="286" y="166"/>
                    </a:lnTo>
                    <a:lnTo>
                      <a:pt x="282" y="166"/>
                    </a:lnTo>
                    <a:lnTo>
                      <a:pt x="282" y="170"/>
                    </a:lnTo>
                    <a:lnTo>
                      <a:pt x="278" y="170"/>
                    </a:lnTo>
                    <a:lnTo>
                      <a:pt x="276" y="174"/>
                    </a:lnTo>
                    <a:lnTo>
                      <a:pt x="276" y="170"/>
                    </a:lnTo>
                    <a:lnTo>
                      <a:pt x="276" y="166"/>
                    </a:lnTo>
                    <a:lnTo>
                      <a:pt x="276" y="164"/>
                    </a:lnTo>
                    <a:lnTo>
                      <a:pt x="272" y="164"/>
                    </a:lnTo>
                    <a:lnTo>
                      <a:pt x="272" y="160"/>
                    </a:lnTo>
                    <a:lnTo>
                      <a:pt x="268" y="160"/>
                    </a:lnTo>
                    <a:lnTo>
                      <a:pt x="264" y="160"/>
                    </a:lnTo>
                    <a:lnTo>
                      <a:pt x="260" y="160"/>
                    </a:lnTo>
                    <a:lnTo>
                      <a:pt x="260" y="156"/>
                    </a:lnTo>
                    <a:lnTo>
                      <a:pt x="256" y="156"/>
                    </a:lnTo>
                    <a:lnTo>
                      <a:pt x="252" y="156"/>
                    </a:lnTo>
                    <a:lnTo>
                      <a:pt x="252" y="152"/>
                    </a:lnTo>
                    <a:lnTo>
                      <a:pt x="252" y="156"/>
                    </a:lnTo>
                    <a:lnTo>
                      <a:pt x="248" y="160"/>
                    </a:lnTo>
                    <a:lnTo>
                      <a:pt x="246" y="160"/>
                    </a:lnTo>
                    <a:lnTo>
                      <a:pt x="242" y="160"/>
                    </a:lnTo>
                    <a:lnTo>
                      <a:pt x="238" y="160"/>
                    </a:lnTo>
                    <a:lnTo>
                      <a:pt x="238" y="164"/>
                    </a:lnTo>
                    <a:lnTo>
                      <a:pt x="234" y="164"/>
                    </a:lnTo>
                    <a:lnTo>
                      <a:pt x="234" y="160"/>
                    </a:lnTo>
                    <a:lnTo>
                      <a:pt x="234" y="156"/>
                    </a:lnTo>
                    <a:lnTo>
                      <a:pt x="234" y="152"/>
                    </a:lnTo>
                    <a:lnTo>
                      <a:pt x="234" y="150"/>
                    </a:lnTo>
                    <a:lnTo>
                      <a:pt x="234" y="152"/>
                    </a:lnTo>
                    <a:lnTo>
                      <a:pt x="230" y="152"/>
                    </a:lnTo>
                    <a:lnTo>
                      <a:pt x="226" y="152"/>
                    </a:lnTo>
                    <a:lnTo>
                      <a:pt x="226" y="156"/>
                    </a:lnTo>
                    <a:lnTo>
                      <a:pt x="222" y="156"/>
                    </a:lnTo>
                    <a:lnTo>
                      <a:pt x="220" y="152"/>
                    </a:lnTo>
                    <a:lnTo>
                      <a:pt x="222" y="152"/>
                    </a:lnTo>
                    <a:lnTo>
                      <a:pt x="220" y="152"/>
                    </a:lnTo>
                    <a:lnTo>
                      <a:pt x="220" y="156"/>
                    </a:lnTo>
                    <a:lnTo>
                      <a:pt x="220" y="152"/>
                    </a:lnTo>
                    <a:lnTo>
                      <a:pt x="216" y="152"/>
                    </a:lnTo>
                    <a:lnTo>
                      <a:pt x="212" y="152"/>
                    </a:lnTo>
                    <a:lnTo>
                      <a:pt x="212" y="150"/>
                    </a:lnTo>
                    <a:lnTo>
                      <a:pt x="212" y="146"/>
                    </a:lnTo>
                    <a:lnTo>
                      <a:pt x="212" y="142"/>
                    </a:lnTo>
                    <a:lnTo>
                      <a:pt x="212" y="138"/>
                    </a:lnTo>
                    <a:lnTo>
                      <a:pt x="212" y="134"/>
                    </a:lnTo>
                    <a:lnTo>
                      <a:pt x="208" y="134"/>
                    </a:lnTo>
                    <a:lnTo>
                      <a:pt x="208" y="130"/>
                    </a:lnTo>
                    <a:lnTo>
                      <a:pt x="212" y="130"/>
                    </a:lnTo>
                    <a:lnTo>
                      <a:pt x="212" y="126"/>
                    </a:lnTo>
                    <a:lnTo>
                      <a:pt x="212" y="122"/>
                    </a:lnTo>
                    <a:lnTo>
                      <a:pt x="208" y="122"/>
                    </a:lnTo>
                    <a:lnTo>
                      <a:pt x="208" y="120"/>
                    </a:lnTo>
                    <a:lnTo>
                      <a:pt x="204" y="120"/>
                    </a:lnTo>
                    <a:lnTo>
                      <a:pt x="200" y="116"/>
                    </a:lnTo>
                    <a:lnTo>
                      <a:pt x="200" y="120"/>
                    </a:lnTo>
                    <a:lnTo>
                      <a:pt x="200" y="116"/>
                    </a:lnTo>
                    <a:lnTo>
                      <a:pt x="204" y="116"/>
                    </a:lnTo>
                    <a:lnTo>
                      <a:pt x="200" y="112"/>
                    </a:lnTo>
                    <a:lnTo>
                      <a:pt x="196" y="112"/>
                    </a:lnTo>
                    <a:lnTo>
                      <a:pt x="196" y="108"/>
                    </a:lnTo>
                    <a:lnTo>
                      <a:pt x="196" y="104"/>
                    </a:lnTo>
                    <a:lnTo>
                      <a:pt x="196" y="100"/>
                    </a:lnTo>
                    <a:lnTo>
                      <a:pt x="196" y="96"/>
                    </a:lnTo>
                    <a:lnTo>
                      <a:pt x="192" y="96"/>
                    </a:lnTo>
                    <a:lnTo>
                      <a:pt x="192" y="92"/>
                    </a:lnTo>
                    <a:lnTo>
                      <a:pt x="192" y="90"/>
                    </a:lnTo>
                    <a:lnTo>
                      <a:pt x="192" y="86"/>
                    </a:lnTo>
                    <a:lnTo>
                      <a:pt x="196" y="86"/>
                    </a:lnTo>
                    <a:lnTo>
                      <a:pt x="192" y="86"/>
                    </a:lnTo>
                    <a:lnTo>
                      <a:pt x="192" y="82"/>
                    </a:lnTo>
                    <a:lnTo>
                      <a:pt x="196" y="82"/>
                    </a:lnTo>
                    <a:lnTo>
                      <a:pt x="200" y="78"/>
                    </a:lnTo>
                    <a:lnTo>
                      <a:pt x="196" y="78"/>
                    </a:lnTo>
                    <a:lnTo>
                      <a:pt x="196" y="82"/>
                    </a:lnTo>
                    <a:lnTo>
                      <a:pt x="196" y="78"/>
                    </a:lnTo>
                    <a:lnTo>
                      <a:pt x="196" y="74"/>
                    </a:lnTo>
                    <a:lnTo>
                      <a:pt x="200" y="74"/>
                    </a:lnTo>
                    <a:lnTo>
                      <a:pt x="200" y="70"/>
                    </a:lnTo>
                    <a:lnTo>
                      <a:pt x="204" y="66"/>
                    </a:lnTo>
                    <a:lnTo>
                      <a:pt x="204" y="66"/>
                    </a:lnTo>
                    <a:lnTo>
                      <a:pt x="204" y="66"/>
                    </a:lnTo>
                    <a:close/>
                    <a:moveTo>
                      <a:pt x="182" y="36"/>
                    </a:moveTo>
                    <a:lnTo>
                      <a:pt x="182" y="34"/>
                    </a:lnTo>
                    <a:lnTo>
                      <a:pt x="182" y="30"/>
                    </a:lnTo>
                    <a:lnTo>
                      <a:pt x="186" y="30"/>
                    </a:lnTo>
                    <a:lnTo>
                      <a:pt x="186" y="34"/>
                    </a:lnTo>
                    <a:lnTo>
                      <a:pt x="186" y="36"/>
                    </a:lnTo>
                    <a:lnTo>
                      <a:pt x="186" y="40"/>
                    </a:lnTo>
                    <a:lnTo>
                      <a:pt x="182" y="40"/>
                    </a:lnTo>
                    <a:lnTo>
                      <a:pt x="182" y="36"/>
                    </a:lnTo>
                    <a:lnTo>
                      <a:pt x="186" y="36"/>
                    </a:lnTo>
                    <a:lnTo>
                      <a:pt x="182" y="36"/>
                    </a:lnTo>
                    <a:lnTo>
                      <a:pt x="182" y="36"/>
                    </a:lnTo>
                    <a:lnTo>
                      <a:pt x="182" y="36"/>
                    </a:lnTo>
                    <a:close/>
                    <a:moveTo>
                      <a:pt x="148" y="52"/>
                    </a:moveTo>
                    <a:lnTo>
                      <a:pt x="148" y="48"/>
                    </a:lnTo>
                    <a:lnTo>
                      <a:pt x="152" y="52"/>
                    </a:lnTo>
                    <a:lnTo>
                      <a:pt x="148" y="52"/>
                    </a:lnTo>
                    <a:lnTo>
                      <a:pt x="148" y="56"/>
                    </a:lnTo>
                    <a:lnTo>
                      <a:pt x="148" y="52"/>
                    </a:lnTo>
                    <a:lnTo>
                      <a:pt x="148" y="52"/>
                    </a:lnTo>
                    <a:lnTo>
                      <a:pt x="148" y="52"/>
                    </a:lnTo>
                    <a:close/>
                    <a:moveTo>
                      <a:pt x="18" y="64"/>
                    </a:moveTo>
                    <a:lnTo>
                      <a:pt x="14" y="64"/>
                    </a:lnTo>
                    <a:lnTo>
                      <a:pt x="14" y="60"/>
                    </a:lnTo>
                    <a:lnTo>
                      <a:pt x="10" y="60"/>
                    </a:lnTo>
                    <a:lnTo>
                      <a:pt x="10" y="56"/>
                    </a:lnTo>
                    <a:lnTo>
                      <a:pt x="8" y="56"/>
                    </a:lnTo>
                    <a:lnTo>
                      <a:pt x="10" y="52"/>
                    </a:lnTo>
                    <a:lnTo>
                      <a:pt x="10" y="56"/>
                    </a:lnTo>
                    <a:lnTo>
                      <a:pt x="14" y="56"/>
                    </a:lnTo>
                    <a:lnTo>
                      <a:pt x="14" y="60"/>
                    </a:lnTo>
                    <a:lnTo>
                      <a:pt x="18" y="60"/>
                    </a:lnTo>
                    <a:lnTo>
                      <a:pt x="18" y="64"/>
                    </a:lnTo>
                    <a:lnTo>
                      <a:pt x="18" y="64"/>
                    </a:lnTo>
                    <a:lnTo>
                      <a:pt x="18" y="64"/>
                    </a:lnTo>
                    <a:close/>
                    <a:moveTo>
                      <a:pt x="468" y="66"/>
                    </a:moveTo>
                    <a:lnTo>
                      <a:pt x="468" y="64"/>
                    </a:lnTo>
                    <a:lnTo>
                      <a:pt x="468" y="60"/>
                    </a:lnTo>
                    <a:lnTo>
                      <a:pt x="472" y="56"/>
                    </a:lnTo>
                    <a:lnTo>
                      <a:pt x="472" y="60"/>
                    </a:lnTo>
                    <a:lnTo>
                      <a:pt x="472" y="64"/>
                    </a:lnTo>
                    <a:lnTo>
                      <a:pt x="472" y="66"/>
                    </a:lnTo>
                    <a:lnTo>
                      <a:pt x="468" y="66"/>
                    </a:lnTo>
                    <a:lnTo>
                      <a:pt x="468" y="66"/>
                    </a:lnTo>
                    <a:lnTo>
                      <a:pt x="468" y="66"/>
                    </a:lnTo>
                    <a:close/>
                    <a:moveTo>
                      <a:pt x="30" y="66"/>
                    </a:moveTo>
                    <a:lnTo>
                      <a:pt x="30" y="64"/>
                    </a:lnTo>
                    <a:lnTo>
                      <a:pt x="26" y="64"/>
                    </a:lnTo>
                    <a:lnTo>
                      <a:pt x="30" y="64"/>
                    </a:lnTo>
                    <a:lnTo>
                      <a:pt x="30" y="66"/>
                    </a:lnTo>
                    <a:lnTo>
                      <a:pt x="30" y="66"/>
                    </a:lnTo>
                    <a:lnTo>
                      <a:pt x="30" y="66"/>
                    </a:lnTo>
                    <a:close/>
                    <a:moveTo>
                      <a:pt x="460" y="112"/>
                    </a:moveTo>
                    <a:lnTo>
                      <a:pt x="460" y="108"/>
                    </a:lnTo>
                    <a:lnTo>
                      <a:pt x="458" y="104"/>
                    </a:lnTo>
                    <a:lnTo>
                      <a:pt x="460" y="104"/>
                    </a:lnTo>
                    <a:lnTo>
                      <a:pt x="460" y="100"/>
                    </a:lnTo>
                    <a:lnTo>
                      <a:pt x="458" y="96"/>
                    </a:lnTo>
                    <a:lnTo>
                      <a:pt x="458" y="92"/>
                    </a:lnTo>
                    <a:lnTo>
                      <a:pt x="458" y="90"/>
                    </a:lnTo>
                    <a:lnTo>
                      <a:pt x="458" y="86"/>
                    </a:lnTo>
                    <a:lnTo>
                      <a:pt x="454" y="86"/>
                    </a:lnTo>
                    <a:lnTo>
                      <a:pt x="454" y="82"/>
                    </a:lnTo>
                    <a:lnTo>
                      <a:pt x="458" y="82"/>
                    </a:lnTo>
                    <a:lnTo>
                      <a:pt x="458" y="78"/>
                    </a:lnTo>
                    <a:lnTo>
                      <a:pt x="458" y="74"/>
                    </a:lnTo>
                    <a:lnTo>
                      <a:pt x="458" y="70"/>
                    </a:lnTo>
                    <a:lnTo>
                      <a:pt x="460" y="70"/>
                    </a:lnTo>
                    <a:lnTo>
                      <a:pt x="460" y="66"/>
                    </a:lnTo>
                    <a:lnTo>
                      <a:pt x="464" y="64"/>
                    </a:lnTo>
                    <a:lnTo>
                      <a:pt x="464" y="66"/>
                    </a:lnTo>
                    <a:lnTo>
                      <a:pt x="460" y="70"/>
                    </a:lnTo>
                    <a:lnTo>
                      <a:pt x="464" y="70"/>
                    </a:lnTo>
                    <a:lnTo>
                      <a:pt x="464" y="74"/>
                    </a:lnTo>
                    <a:lnTo>
                      <a:pt x="464" y="78"/>
                    </a:lnTo>
                    <a:lnTo>
                      <a:pt x="460" y="82"/>
                    </a:lnTo>
                    <a:lnTo>
                      <a:pt x="458" y="86"/>
                    </a:lnTo>
                    <a:lnTo>
                      <a:pt x="460" y="90"/>
                    </a:lnTo>
                    <a:lnTo>
                      <a:pt x="460" y="86"/>
                    </a:lnTo>
                    <a:lnTo>
                      <a:pt x="464" y="86"/>
                    </a:lnTo>
                    <a:lnTo>
                      <a:pt x="464" y="82"/>
                    </a:lnTo>
                    <a:lnTo>
                      <a:pt x="464" y="78"/>
                    </a:lnTo>
                    <a:lnTo>
                      <a:pt x="468" y="78"/>
                    </a:lnTo>
                    <a:lnTo>
                      <a:pt x="468" y="74"/>
                    </a:lnTo>
                    <a:lnTo>
                      <a:pt x="472" y="74"/>
                    </a:lnTo>
                    <a:lnTo>
                      <a:pt x="472" y="82"/>
                    </a:lnTo>
                    <a:lnTo>
                      <a:pt x="472" y="86"/>
                    </a:lnTo>
                    <a:lnTo>
                      <a:pt x="468" y="86"/>
                    </a:lnTo>
                    <a:lnTo>
                      <a:pt x="468" y="90"/>
                    </a:lnTo>
                    <a:lnTo>
                      <a:pt x="468" y="92"/>
                    </a:lnTo>
                    <a:lnTo>
                      <a:pt x="472" y="92"/>
                    </a:lnTo>
                    <a:lnTo>
                      <a:pt x="472" y="96"/>
                    </a:lnTo>
                    <a:lnTo>
                      <a:pt x="476" y="96"/>
                    </a:lnTo>
                    <a:lnTo>
                      <a:pt x="476" y="100"/>
                    </a:lnTo>
                    <a:lnTo>
                      <a:pt x="476" y="96"/>
                    </a:lnTo>
                    <a:lnTo>
                      <a:pt x="472" y="96"/>
                    </a:lnTo>
                    <a:lnTo>
                      <a:pt x="468" y="96"/>
                    </a:lnTo>
                    <a:lnTo>
                      <a:pt x="464" y="96"/>
                    </a:lnTo>
                    <a:lnTo>
                      <a:pt x="464" y="92"/>
                    </a:lnTo>
                    <a:lnTo>
                      <a:pt x="460" y="92"/>
                    </a:lnTo>
                    <a:lnTo>
                      <a:pt x="460" y="96"/>
                    </a:lnTo>
                    <a:lnTo>
                      <a:pt x="460" y="100"/>
                    </a:lnTo>
                    <a:lnTo>
                      <a:pt x="460" y="104"/>
                    </a:lnTo>
                    <a:lnTo>
                      <a:pt x="464" y="108"/>
                    </a:lnTo>
                    <a:lnTo>
                      <a:pt x="464" y="112"/>
                    </a:lnTo>
                    <a:lnTo>
                      <a:pt x="468" y="116"/>
                    </a:lnTo>
                    <a:lnTo>
                      <a:pt x="468" y="120"/>
                    </a:lnTo>
                    <a:lnTo>
                      <a:pt x="468" y="116"/>
                    </a:lnTo>
                    <a:lnTo>
                      <a:pt x="464" y="116"/>
                    </a:lnTo>
                    <a:lnTo>
                      <a:pt x="464" y="112"/>
                    </a:lnTo>
                    <a:lnTo>
                      <a:pt x="460" y="112"/>
                    </a:lnTo>
                    <a:lnTo>
                      <a:pt x="460" y="112"/>
                    </a:lnTo>
                    <a:lnTo>
                      <a:pt x="460" y="112"/>
                    </a:lnTo>
                    <a:close/>
                    <a:moveTo>
                      <a:pt x="92" y="70"/>
                    </a:moveTo>
                    <a:lnTo>
                      <a:pt x="92" y="74"/>
                    </a:lnTo>
                    <a:lnTo>
                      <a:pt x="88" y="74"/>
                    </a:lnTo>
                    <a:lnTo>
                      <a:pt x="88" y="70"/>
                    </a:lnTo>
                    <a:lnTo>
                      <a:pt x="88" y="66"/>
                    </a:lnTo>
                    <a:lnTo>
                      <a:pt x="92" y="66"/>
                    </a:lnTo>
                    <a:lnTo>
                      <a:pt x="92" y="70"/>
                    </a:lnTo>
                    <a:lnTo>
                      <a:pt x="92" y="70"/>
                    </a:lnTo>
                    <a:lnTo>
                      <a:pt x="92" y="70"/>
                    </a:lnTo>
                    <a:close/>
                    <a:moveTo>
                      <a:pt x="398" y="120"/>
                    </a:moveTo>
                    <a:lnTo>
                      <a:pt x="394" y="120"/>
                    </a:lnTo>
                    <a:lnTo>
                      <a:pt x="390" y="120"/>
                    </a:lnTo>
                    <a:lnTo>
                      <a:pt x="390" y="122"/>
                    </a:lnTo>
                    <a:lnTo>
                      <a:pt x="386" y="122"/>
                    </a:lnTo>
                    <a:lnTo>
                      <a:pt x="386" y="126"/>
                    </a:lnTo>
                    <a:lnTo>
                      <a:pt x="382" y="126"/>
                    </a:lnTo>
                    <a:lnTo>
                      <a:pt x="382" y="130"/>
                    </a:lnTo>
                    <a:lnTo>
                      <a:pt x="378" y="130"/>
                    </a:lnTo>
                    <a:lnTo>
                      <a:pt x="374" y="130"/>
                    </a:lnTo>
                    <a:lnTo>
                      <a:pt x="374" y="134"/>
                    </a:lnTo>
                    <a:lnTo>
                      <a:pt x="372" y="134"/>
                    </a:lnTo>
                    <a:lnTo>
                      <a:pt x="368" y="134"/>
                    </a:lnTo>
                    <a:lnTo>
                      <a:pt x="368" y="138"/>
                    </a:lnTo>
                    <a:lnTo>
                      <a:pt x="372" y="138"/>
                    </a:lnTo>
                    <a:lnTo>
                      <a:pt x="374" y="138"/>
                    </a:lnTo>
                    <a:lnTo>
                      <a:pt x="374" y="142"/>
                    </a:lnTo>
                    <a:lnTo>
                      <a:pt x="378" y="146"/>
                    </a:lnTo>
                    <a:lnTo>
                      <a:pt x="378" y="150"/>
                    </a:lnTo>
                    <a:lnTo>
                      <a:pt x="382" y="150"/>
                    </a:lnTo>
                    <a:lnTo>
                      <a:pt x="382" y="152"/>
                    </a:lnTo>
                    <a:lnTo>
                      <a:pt x="382" y="156"/>
                    </a:lnTo>
                    <a:lnTo>
                      <a:pt x="386" y="156"/>
                    </a:lnTo>
                    <a:lnTo>
                      <a:pt x="382" y="156"/>
                    </a:lnTo>
                    <a:lnTo>
                      <a:pt x="382" y="160"/>
                    </a:lnTo>
                    <a:lnTo>
                      <a:pt x="382" y="164"/>
                    </a:lnTo>
                    <a:lnTo>
                      <a:pt x="382" y="166"/>
                    </a:lnTo>
                    <a:lnTo>
                      <a:pt x="386" y="166"/>
                    </a:lnTo>
                    <a:lnTo>
                      <a:pt x="386" y="170"/>
                    </a:lnTo>
                    <a:lnTo>
                      <a:pt x="390" y="170"/>
                    </a:lnTo>
                    <a:lnTo>
                      <a:pt x="390" y="174"/>
                    </a:lnTo>
                    <a:lnTo>
                      <a:pt x="390" y="170"/>
                    </a:lnTo>
                    <a:lnTo>
                      <a:pt x="390" y="174"/>
                    </a:lnTo>
                    <a:lnTo>
                      <a:pt x="390" y="178"/>
                    </a:lnTo>
                    <a:lnTo>
                      <a:pt x="386" y="178"/>
                    </a:lnTo>
                    <a:lnTo>
                      <a:pt x="382" y="178"/>
                    </a:lnTo>
                    <a:lnTo>
                      <a:pt x="378" y="178"/>
                    </a:lnTo>
                    <a:lnTo>
                      <a:pt x="378" y="182"/>
                    </a:lnTo>
                    <a:lnTo>
                      <a:pt x="378" y="186"/>
                    </a:lnTo>
                    <a:lnTo>
                      <a:pt x="374" y="186"/>
                    </a:lnTo>
                    <a:lnTo>
                      <a:pt x="372" y="182"/>
                    </a:lnTo>
                    <a:lnTo>
                      <a:pt x="372" y="178"/>
                    </a:lnTo>
                    <a:lnTo>
                      <a:pt x="372" y="174"/>
                    </a:lnTo>
                    <a:lnTo>
                      <a:pt x="374" y="174"/>
                    </a:lnTo>
                    <a:lnTo>
                      <a:pt x="374" y="170"/>
                    </a:lnTo>
                    <a:lnTo>
                      <a:pt x="372" y="170"/>
                    </a:lnTo>
                    <a:lnTo>
                      <a:pt x="368" y="170"/>
                    </a:lnTo>
                    <a:lnTo>
                      <a:pt x="368" y="166"/>
                    </a:lnTo>
                    <a:lnTo>
                      <a:pt x="364" y="164"/>
                    </a:lnTo>
                    <a:lnTo>
                      <a:pt x="364" y="160"/>
                    </a:lnTo>
                    <a:lnTo>
                      <a:pt x="364" y="156"/>
                    </a:lnTo>
                    <a:lnTo>
                      <a:pt x="364" y="152"/>
                    </a:lnTo>
                    <a:lnTo>
                      <a:pt x="364" y="150"/>
                    </a:lnTo>
                    <a:lnTo>
                      <a:pt x="360" y="146"/>
                    </a:lnTo>
                    <a:lnTo>
                      <a:pt x="360" y="150"/>
                    </a:lnTo>
                    <a:lnTo>
                      <a:pt x="358" y="152"/>
                    </a:lnTo>
                    <a:lnTo>
                      <a:pt x="354" y="152"/>
                    </a:lnTo>
                    <a:lnTo>
                      <a:pt x="354" y="156"/>
                    </a:lnTo>
                    <a:lnTo>
                      <a:pt x="358" y="156"/>
                    </a:lnTo>
                    <a:lnTo>
                      <a:pt x="358" y="160"/>
                    </a:lnTo>
                    <a:lnTo>
                      <a:pt x="358" y="164"/>
                    </a:lnTo>
                    <a:lnTo>
                      <a:pt x="358" y="166"/>
                    </a:lnTo>
                    <a:lnTo>
                      <a:pt x="358" y="170"/>
                    </a:lnTo>
                    <a:lnTo>
                      <a:pt x="358" y="174"/>
                    </a:lnTo>
                    <a:lnTo>
                      <a:pt x="358" y="178"/>
                    </a:lnTo>
                    <a:lnTo>
                      <a:pt x="358" y="182"/>
                    </a:lnTo>
                    <a:lnTo>
                      <a:pt x="358" y="186"/>
                    </a:lnTo>
                    <a:lnTo>
                      <a:pt x="354" y="190"/>
                    </a:lnTo>
                    <a:lnTo>
                      <a:pt x="358" y="194"/>
                    </a:lnTo>
                    <a:lnTo>
                      <a:pt x="358" y="196"/>
                    </a:lnTo>
                    <a:lnTo>
                      <a:pt x="354" y="196"/>
                    </a:lnTo>
                    <a:lnTo>
                      <a:pt x="350" y="196"/>
                    </a:lnTo>
                    <a:lnTo>
                      <a:pt x="350" y="200"/>
                    </a:lnTo>
                    <a:lnTo>
                      <a:pt x="346" y="200"/>
                    </a:lnTo>
                    <a:lnTo>
                      <a:pt x="346" y="196"/>
                    </a:lnTo>
                    <a:lnTo>
                      <a:pt x="342" y="196"/>
                    </a:lnTo>
                    <a:lnTo>
                      <a:pt x="342" y="194"/>
                    </a:lnTo>
                    <a:lnTo>
                      <a:pt x="342" y="190"/>
                    </a:lnTo>
                    <a:lnTo>
                      <a:pt x="346" y="186"/>
                    </a:lnTo>
                    <a:lnTo>
                      <a:pt x="342" y="186"/>
                    </a:lnTo>
                    <a:lnTo>
                      <a:pt x="342" y="182"/>
                    </a:lnTo>
                    <a:lnTo>
                      <a:pt x="346" y="182"/>
                    </a:lnTo>
                    <a:lnTo>
                      <a:pt x="346" y="178"/>
                    </a:lnTo>
                    <a:lnTo>
                      <a:pt x="346" y="174"/>
                    </a:lnTo>
                    <a:lnTo>
                      <a:pt x="346" y="170"/>
                    </a:lnTo>
                    <a:lnTo>
                      <a:pt x="346" y="166"/>
                    </a:lnTo>
                    <a:lnTo>
                      <a:pt x="342" y="164"/>
                    </a:lnTo>
                    <a:lnTo>
                      <a:pt x="346" y="164"/>
                    </a:lnTo>
                    <a:lnTo>
                      <a:pt x="342" y="160"/>
                    </a:lnTo>
                    <a:lnTo>
                      <a:pt x="338" y="160"/>
                    </a:lnTo>
                    <a:lnTo>
                      <a:pt x="338" y="164"/>
                    </a:lnTo>
                    <a:lnTo>
                      <a:pt x="338" y="160"/>
                    </a:lnTo>
                    <a:lnTo>
                      <a:pt x="338" y="164"/>
                    </a:lnTo>
                    <a:lnTo>
                      <a:pt x="334" y="164"/>
                    </a:lnTo>
                    <a:lnTo>
                      <a:pt x="334" y="160"/>
                    </a:lnTo>
                    <a:lnTo>
                      <a:pt x="334" y="156"/>
                    </a:lnTo>
                    <a:lnTo>
                      <a:pt x="334" y="152"/>
                    </a:lnTo>
                    <a:lnTo>
                      <a:pt x="334" y="150"/>
                    </a:lnTo>
                    <a:lnTo>
                      <a:pt x="338" y="146"/>
                    </a:lnTo>
                    <a:lnTo>
                      <a:pt x="338" y="142"/>
                    </a:lnTo>
                    <a:lnTo>
                      <a:pt x="338" y="138"/>
                    </a:lnTo>
                    <a:lnTo>
                      <a:pt x="342" y="138"/>
                    </a:lnTo>
                    <a:lnTo>
                      <a:pt x="342" y="134"/>
                    </a:lnTo>
                    <a:lnTo>
                      <a:pt x="342" y="138"/>
                    </a:lnTo>
                    <a:lnTo>
                      <a:pt x="342" y="134"/>
                    </a:lnTo>
                    <a:lnTo>
                      <a:pt x="342" y="130"/>
                    </a:lnTo>
                    <a:lnTo>
                      <a:pt x="342" y="126"/>
                    </a:lnTo>
                    <a:lnTo>
                      <a:pt x="342" y="122"/>
                    </a:lnTo>
                    <a:lnTo>
                      <a:pt x="342" y="120"/>
                    </a:lnTo>
                    <a:lnTo>
                      <a:pt x="346" y="120"/>
                    </a:lnTo>
                    <a:lnTo>
                      <a:pt x="346" y="116"/>
                    </a:lnTo>
                    <a:lnTo>
                      <a:pt x="346" y="112"/>
                    </a:lnTo>
                    <a:lnTo>
                      <a:pt x="350" y="116"/>
                    </a:lnTo>
                    <a:lnTo>
                      <a:pt x="350" y="120"/>
                    </a:lnTo>
                    <a:lnTo>
                      <a:pt x="350" y="116"/>
                    </a:lnTo>
                    <a:lnTo>
                      <a:pt x="350" y="112"/>
                    </a:lnTo>
                    <a:lnTo>
                      <a:pt x="346" y="112"/>
                    </a:lnTo>
                    <a:lnTo>
                      <a:pt x="346" y="108"/>
                    </a:lnTo>
                    <a:lnTo>
                      <a:pt x="350" y="108"/>
                    </a:lnTo>
                    <a:lnTo>
                      <a:pt x="350" y="104"/>
                    </a:lnTo>
                    <a:lnTo>
                      <a:pt x="346" y="104"/>
                    </a:lnTo>
                    <a:lnTo>
                      <a:pt x="346" y="100"/>
                    </a:lnTo>
                    <a:lnTo>
                      <a:pt x="346" y="104"/>
                    </a:lnTo>
                    <a:lnTo>
                      <a:pt x="350" y="104"/>
                    </a:lnTo>
                    <a:lnTo>
                      <a:pt x="350" y="100"/>
                    </a:lnTo>
                    <a:lnTo>
                      <a:pt x="350" y="96"/>
                    </a:lnTo>
                    <a:lnTo>
                      <a:pt x="350" y="92"/>
                    </a:lnTo>
                    <a:lnTo>
                      <a:pt x="354" y="92"/>
                    </a:lnTo>
                    <a:lnTo>
                      <a:pt x="350" y="92"/>
                    </a:lnTo>
                    <a:lnTo>
                      <a:pt x="350" y="90"/>
                    </a:lnTo>
                    <a:lnTo>
                      <a:pt x="354" y="90"/>
                    </a:lnTo>
                    <a:lnTo>
                      <a:pt x="354" y="86"/>
                    </a:lnTo>
                    <a:lnTo>
                      <a:pt x="358" y="86"/>
                    </a:lnTo>
                    <a:lnTo>
                      <a:pt x="358" y="90"/>
                    </a:lnTo>
                    <a:lnTo>
                      <a:pt x="360" y="90"/>
                    </a:lnTo>
                    <a:lnTo>
                      <a:pt x="360" y="86"/>
                    </a:lnTo>
                    <a:lnTo>
                      <a:pt x="364" y="82"/>
                    </a:lnTo>
                    <a:lnTo>
                      <a:pt x="360" y="82"/>
                    </a:lnTo>
                    <a:lnTo>
                      <a:pt x="364" y="78"/>
                    </a:lnTo>
                    <a:lnTo>
                      <a:pt x="368" y="78"/>
                    </a:lnTo>
                    <a:lnTo>
                      <a:pt x="368" y="82"/>
                    </a:lnTo>
                    <a:lnTo>
                      <a:pt x="372" y="82"/>
                    </a:lnTo>
                    <a:lnTo>
                      <a:pt x="372" y="86"/>
                    </a:lnTo>
                    <a:lnTo>
                      <a:pt x="374" y="86"/>
                    </a:lnTo>
                    <a:lnTo>
                      <a:pt x="378" y="82"/>
                    </a:lnTo>
                    <a:lnTo>
                      <a:pt x="378" y="86"/>
                    </a:lnTo>
                    <a:lnTo>
                      <a:pt x="382" y="86"/>
                    </a:lnTo>
                    <a:lnTo>
                      <a:pt x="386" y="86"/>
                    </a:lnTo>
                    <a:lnTo>
                      <a:pt x="390" y="86"/>
                    </a:lnTo>
                    <a:lnTo>
                      <a:pt x="390" y="90"/>
                    </a:lnTo>
                    <a:lnTo>
                      <a:pt x="394" y="86"/>
                    </a:lnTo>
                    <a:lnTo>
                      <a:pt x="398" y="86"/>
                    </a:lnTo>
                    <a:lnTo>
                      <a:pt x="402" y="86"/>
                    </a:lnTo>
                    <a:lnTo>
                      <a:pt x="402" y="90"/>
                    </a:lnTo>
                    <a:lnTo>
                      <a:pt x="402" y="86"/>
                    </a:lnTo>
                    <a:lnTo>
                      <a:pt x="404" y="90"/>
                    </a:lnTo>
                    <a:lnTo>
                      <a:pt x="408" y="86"/>
                    </a:lnTo>
                    <a:lnTo>
                      <a:pt x="412" y="86"/>
                    </a:lnTo>
                    <a:lnTo>
                      <a:pt x="412" y="82"/>
                    </a:lnTo>
                    <a:lnTo>
                      <a:pt x="416" y="82"/>
                    </a:lnTo>
                    <a:lnTo>
                      <a:pt x="416" y="78"/>
                    </a:lnTo>
                    <a:lnTo>
                      <a:pt x="420" y="78"/>
                    </a:lnTo>
                    <a:lnTo>
                      <a:pt x="420" y="74"/>
                    </a:lnTo>
                    <a:lnTo>
                      <a:pt x="424" y="74"/>
                    </a:lnTo>
                    <a:lnTo>
                      <a:pt x="424" y="78"/>
                    </a:lnTo>
                    <a:lnTo>
                      <a:pt x="424" y="82"/>
                    </a:lnTo>
                    <a:lnTo>
                      <a:pt x="420" y="82"/>
                    </a:lnTo>
                    <a:lnTo>
                      <a:pt x="420" y="86"/>
                    </a:lnTo>
                    <a:lnTo>
                      <a:pt x="416" y="90"/>
                    </a:lnTo>
                    <a:lnTo>
                      <a:pt x="416" y="92"/>
                    </a:lnTo>
                    <a:lnTo>
                      <a:pt x="412" y="92"/>
                    </a:lnTo>
                    <a:lnTo>
                      <a:pt x="412" y="96"/>
                    </a:lnTo>
                    <a:lnTo>
                      <a:pt x="408" y="96"/>
                    </a:lnTo>
                    <a:lnTo>
                      <a:pt x="404" y="96"/>
                    </a:lnTo>
                    <a:lnTo>
                      <a:pt x="402" y="96"/>
                    </a:lnTo>
                    <a:lnTo>
                      <a:pt x="398" y="96"/>
                    </a:lnTo>
                    <a:lnTo>
                      <a:pt x="394" y="96"/>
                    </a:lnTo>
                    <a:lnTo>
                      <a:pt x="394" y="92"/>
                    </a:lnTo>
                    <a:lnTo>
                      <a:pt x="390" y="92"/>
                    </a:lnTo>
                    <a:lnTo>
                      <a:pt x="386" y="92"/>
                    </a:lnTo>
                    <a:lnTo>
                      <a:pt x="382" y="92"/>
                    </a:lnTo>
                    <a:lnTo>
                      <a:pt x="378" y="92"/>
                    </a:lnTo>
                    <a:lnTo>
                      <a:pt x="378" y="96"/>
                    </a:lnTo>
                    <a:lnTo>
                      <a:pt x="374" y="96"/>
                    </a:lnTo>
                    <a:lnTo>
                      <a:pt x="374" y="92"/>
                    </a:lnTo>
                    <a:lnTo>
                      <a:pt x="372" y="92"/>
                    </a:lnTo>
                    <a:lnTo>
                      <a:pt x="368" y="92"/>
                    </a:lnTo>
                    <a:lnTo>
                      <a:pt x="368" y="96"/>
                    </a:lnTo>
                    <a:lnTo>
                      <a:pt x="364" y="96"/>
                    </a:lnTo>
                    <a:lnTo>
                      <a:pt x="364" y="92"/>
                    </a:lnTo>
                    <a:lnTo>
                      <a:pt x="360" y="92"/>
                    </a:lnTo>
                    <a:lnTo>
                      <a:pt x="358" y="92"/>
                    </a:lnTo>
                    <a:lnTo>
                      <a:pt x="358" y="96"/>
                    </a:lnTo>
                    <a:lnTo>
                      <a:pt x="354" y="96"/>
                    </a:lnTo>
                    <a:lnTo>
                      <a:pt x="354" y="100"/>
                    </a:lnTo>
                    <a:lnTo>
                      <a:pt x="354" y="104"/>
                    </a:lnTo>
                    <a:lnTo>
                      <a:pt x="350" y="104"/>
                    </a:lnTo>
                    <a:lnTo>
                      <a:pt x="350" y="108"/>
                    </a:lnTo>
                    <a:lnTo>
                      <a:pt x="354" y="112"/>
                    </a:lnTo>
                    <a:lnTo>
                      <a:pt x="354" y="116"/>
                    </a:lnTo>
                    <a:lnTo>
                      <a:pt x="354" y="120"/>
                    </a:lnTo>
                    <a:lnTo>
                      <a:pt x="358" y="120"/>
                    </a:lnTo>
                    <a:lnTo>
                      <a:pt x="360" y="120"/>
                    </a:lnTo>
                    <a:lnTo>
                      <a:pt x="360" y="122"/>
                    </a:lnTo>
                    <a:lnTo>
                      <a:pt x="360" y="126"/>
                    </a:lnTo>
                    <a:lnTo>
                      <a:pt x="364" y="126"/>
                    </a:lnTo>
                    <a:lnTo>
                      <a:pt x="368" y="126"/>
                    </a:lnTo>
                    <a:lnTo>
                      <a:pt x="368" y="122"/>
                    </a:lnTo>
                    <a:lnTo>
                      <a:pt x="372" y="120"/>
                    </a:lnTo>
                    <a:lnTo>
                      <a:pt x="372" y="116"/>
                    </a:lnTo>
                    <a:lnTo>
                      <a:pt x="374" y="116"/>
                    </a:lnTo>
                    <a:lnTo>
                      <a:pt x="374" y="120"/>
                    </a:lnTo>
                    <a:lnTo>
                      <a:pt x="378" y="120"/>
                    </a:lnTo>
                    <a:lnTo>
                      <a:pt x="382" y="120"/>
                    </a:lnTo>
                    <a:lnTo>
                      <a:pt x="382" y="116"/>
                    </a:lnTo>
                    <a:lnTo>
                      <a:pt x="386" y="116"/>
                    </a:lnTo>
                    <a:lnTo>
                      <a:pt x="390" y="116"/>
                    </a:lnTo>
                    <a:lnTo>
                      <a:pt x="394" y="116"/>
                    </a:lnTo>
                    <a:lnTo>
                      <a:pt x="390" y="116"/>
                    </a:lnTo>
                    <a:lnTo>
                      <a:pt x="390" y="112"/>
                    </a:lnTo>
                    <a:lnTo>
                      <a:pt x="394" y="112"/>
                    </a:lnTo>
                    <a:lnTo>
                      <a:pt x="398" y="112"/>
                    </a:lnTo>
                    <a:lnTo>
                      <a:pt x="398" y="116"/>
                    </a:lnTo>
                    <a:lnTo>
                      <a:pt x="398" y="120"/>
                    </a:lnTo>
                    <a:lnTo>
                      <a:pt x="398" y="120"/>
                    </a:lnTo>
                    <a:lnTo>
                      <a:pt x="398" y="120"/>
                    </a:lnTo>
                    <a:close/>
                    <a:moveTo>
                      <a:pt x="104" y="78"/>
                    </a:moveTo>
                    <a:lnTo>
                      <a:pt x="104" y="82"/>
                    </a:lnTo>
                    <a:lnTo>
                      <a:pt x="104" y="78"/>
                    </a:lnTo>
                    <a:lnTo>
                      <a:pt x="100" y="78"/>
                    </a:lnTo>
                    <a:lnTo>
                      <a:pt x="96" y="78"/>
                    </a:lnTo>
                    <a:lnTo>
                      <a:pt x="96" y="74"/>
                    </a:lnTo>
                    <a:lnTo>
                      <a:pt x="100" y="74"/>
                    </a:lnTo>
                    <a:lnTo>
                      <a:pt x="104" y="78"/>
                    </a:lnTo>
                    <a:lnTo>
                      <a:pt x="104" y="78"/>
                    </a:lnTo>
                    <a:lnTo>
                      <a:pt x="104" y="78"/>
                    </a:lnTo>
                    <a:close/>
                    <a:moveTo>
                      <a:pt x="36" y="92"/>
                    </a:moveTo>
                    <a:lnTo>
                      <a:pt x="36" y="90"/>
                    </a:lnTo>
                    <a:lnTo>
                      <a:pt x="34" y="90"/>
                    </a:lnTo>
                    <a:lnTo>
                      <a:pt x="34" y="86"/>
                    </a:lnTo>
                    <a:lnTo>
                      <a:pt x="30" y="86"/>
                    </a:lnTo>
                    <a:lnTo>
                      <a:pt x="30" y="82"/>
                    </a:lnTo>
                    <a:lnTo>
                      <a:pt x="30" y="78"/>
                    </a:lnTo>
                    <a:lnTo>
                      <a:pt x="34" y="78"/>
                    </a:lnTo>
                    <a:lnTo>
                      <a:pt x="36" y="82"/>
                    </a:lnTo>
                    <a:lnTo>
                      <a:pt x="40" y="86"/>
                    </a:lnTo>
                    <a:lnTo>
                      <a:pt x="36" y="90"/>
                    </a:lnTo>
                    <a:lnTo>
                      <a:pt x="36" y="92"/>
                    </a:lnTo>
                    <a:lnTo>
                      <a:pt x="36" y="92"/>
                    </a:lnTo>
                    <a:lnTo>
                      <a:pt x="36" y="92"/>
                    </a:lnTo>
                    <a:close/>
                    <a:moveTo>
                      <a:pt x="104" y="82"/>
                    </a:moveTo>
                    <a:lnTo>
                      <a:pt x="104" y="86"/>
                    </a:lnTo>
                    <a:lnTo>
                      <a:pt x="100" y="86"/>
                    </a:lnTo>
                    <a:lnTo>
                      <a:pt x="100" y="82"/>
                    </a:lnTo>
                    <a:lnTo>
                      <a:pt x="100" y="78"/>
                    </a:lnTo>
                    <a:lnTo>
                      <a:pt x="104" y="82"/>
                    </a:lnTo>
                    <a:lnTo>
                      <a:pt x="104" y="82"/>
                    </a:lnTo>
                    <a:lnTo>
                      <a:pt x="104" y="82"/>
                    </a:lnTo>
                    <a:close/>
                    <a:moveTo>
                      <a:pt x="134" y="86"/>
                    </a:moveTo>
                    <a:lnTo>
                      <a:pt x="134" y="90"/>
                    </a:lnTo>
                    <a:lnTo>
                      <a:pt x="134" y="86"/>
                    </a:lnTo>
                    <a:lnTo>
                      <a:pt x="130" y="86"/>
                    </a:lnTo>
                    <a:lnTo>
                      <a:pt x="130" y="82"/>
                    </a:lnTo>
                    <a:lnTo>
                      <a:pt x="134" y="82"/>
                    </a:lnTo>
                    <a:lnTo>
                      <a:pt x="134" y="86"/>
                    </a:lnTo>
                    <a:lnTo>
                      <a:pt x="134" y="86"/>
                    </a:lnTo>
                    <a:lnTo>
                      <a:pt x="134" y="86"/>
                    </a:lnTo>
                    <a:close/>
                    <a:moveTo>
                      <a:pt x="126" y="82"/>
                    </a:moveTo>
                    <a:lnTo>
                      <a:pt x="126" y="86"/>
                    </a:lnTo>
                    <a:lnTo>
                      <a:pt x="122" y="86"/>
                    </a:lnTo>
                    <a:lnTo>
                      <a:pt x="122" y="82"/>
                    </a:lnTo>
                    <a:lnTo>
                      <a:pt x="126" y="82"/>
                    </a:lnTo>
                    <a:lnTo>
                      <a:pt x="126" y="82"/>
                    </a:lnTo>
                    <a:lnTo>
                      <a:pt x="126" y="82"/>
                    </a:lnTo>
                    <a:close/>
                    <a:moveTo>
                      <a:pt x="110" y="90"/>
                    </a:moveTo>
                    <a:lnTo>
                      <a:pt x="110" y="86"/>
                    </a:lnTo>
                    <a:lnTo>
                      <a:pt x="106" y="86"/>
                    </a:lnTo>
                    <a:lnTo>
                      <a:pt x="106" y="82"/>
                    </a:lnTo>
                    <a:lnTo>
                      <a:pt x="110" y="82"/>
                    </a:lnTo>
                    <a:lnTo>
                      <a:pt x="110" y="86"/>
                    </a:lnTo>
                    <a:lnTo>
                      <a:pt x="114" y="86"/>
                    </a:lnTo>
                    <a:lnTo>
                      <a:pt x="114" y="90"/>
                    </a:lnTo>
                    <a:lnTo>
                      <a:pt x="110" y="90"/>
                    </a:lnTo>
                    <a:lnTo>
                      <a:pt x="110" y="90"/>
                    </a:lnTo>
                    <a:lnTo>
                      <a:pt x="110" y="90"/>
                    </a:lnTo>
                    <a:close/>
                    <a:moveTo>
                      <a:pt x="110" y="90"/>
                    </a:moveTo>
                    <a:lnTo>
                      <a:pt x="106" y="90"/>
                    </a:lnTo>
                    <a:lnTo>
                      <a:pt x="104" y="90"/>
                    </a:lnTo>
                    <a:lnTo>
                      <a:pt x="104" y="86"/>
                    </a:lnTo>
                    <a:lnTo>
                      <a:pt x="104" y="82"/>
                    </a:lnTo>
                    <a:lnTo>
                      <a:pt x="104" y="86"/>
                    </a:lnTo>
                    <a:lnTo>
                      <a:pt x="106" y="86"/>
                    </a:lnTo>
                    <a:lnTo>
                      <a:pt x="110" y="86"/>
                    </a:lnTo>
                    <a:lnTo>
                      <a:pt x="110" y="90"/>
                    </a:lnTo>
                    <a:lnTo>
                      <a:pt x="110" y="90"/>
                    </a:lnTo>
                    <a:lnTo>
                      <a:pt x="110" y="90"/>
                    </a:lnTo>
                    <a:close/>
                    <a:moveTo>
                      <a:pt x="118" y="86"/>
                    </a:moveTo>
                    <a:lnTo>
                      <a:pt x="114" y="86"/>
                    </a:lnTo>
                    <a:lnTo>
                      <a:pt x="114" y="82"/>
                    </a:lnTo>
                    <a:lnTo>
                      <a:pt x="114" y="86"/>
                    </a:lnTo>
                    <a:lnTo>
                      <a:pt x="118" y="86"/>
                    </a:lnTo>
                    <a:lnTo>
                      <a:pt x="118" y="86"/>
                    </a:lnTo>
                    <a:lnTo>
                      <a:pt x="118" y="86"/>
                    </a:lnTo>
                    <a:close/>
                    <a:moveTo>
                      <a:pt x="126" y="90"/>
                    </a:moveTo>
                    <a:lnTo>
                      <a:pt x="126" y="86"/>
                    </a:lnTo>
                    <a:lnTo>
                      <a:pt x="130" y="90"/>
                    </a:lnTo>
                    <a:lnTo>
                      <a:pt x="126" y="90"/>
                    </a:lnTo>
                    <a:lnTo>
                      <a:pt x="126" y="90"/>
                    </a:lnTo>
                    <a:lnTo>
                      <a:pt x="126" y="90"/>
                    </a:lnTo>
                    <a:close/>
                    <a:moveTo>
                      <a:pt x="118" y="90"/>
                    </a:moveTo>
                    <a:lnTo>
                      <a:pt x="118" y="92"/>
                    </a:lnTo>
                    <a:lnTo>
                      <a:pt x="114" y="92"/>
                    </a:lnTo>
                    <a:lnTo>
                      <a:pt x="114" y="90"/>
                    </a:lnTo>
                    <a:lnTo>
                      <a:pt x="114" y="86"/>
                    </a:lnTo>
                    <a:lnTo>
                      <a:pt x="114" y="90"/>
                    </a:lnTo>
                    <a:lnTo>
                      <a:pt x="118" y="90"/>
                    </a:lnTo>
                    <a:lnTo>
                      <a:pt x="118" y="90"/>
                    </a:lnTo>
                    <a:lnTo>
                      <a:pt x="118" y="90"/>
                    </a:lnTo>
                    <a:close/>
                    <a:moveTo>
                      <a:pt x="134" y="100"/>
                    </a:moveTo>
                    <a:lnTo>
                      <a:pt x="134" y="96"/>
                    </a:lnTo>
                    <a:lnTo>
                      <a:pt x="134" y="100"/>
                    </a:lnTo>
                    <a:lnTo>
                      <a:pt x="134" y="100"/>
                    </a:lnTo>
                    <a:lnTo>
                      <a:pt x="134" y="100"/>
                    </a:lnTo>
                    <a:close/>
                    <a:moveTo>
                      <a:pt x="50" y="100"/>
                    </a:moveTo>
                    <a:lnTo>
                      <a:pt x="48" y="100"/>
                    </a:lnTo>
                    <a:lnTo>
                      <a:pt x="50" y="100"/>
                    </a:lnTo>
                    <a:lnTo>
                      <a:pt x="50" y="100"/>
                    </a:lnTo>
                    <a:lnTo>
                      <a:pt x="50" y="100"/>
                    </a:lnTo>
                    <a:close/>
                    <a:moveTo>
                      <a:pt x="136" y="108"/>
                    </a:moveTo>
                    <a:lnTo>
                      <a:pt x="134" y="108"/>
                    </a:lnTo>
                    <a:lnTo>
                      <a:pt x="134" y="104"/>
                    </a:lnTo>
                    <a:lnTo>
                      <a:pt x="134" y="108"/>
                    </a:lnTo>
                    <a:lnTo>
                      <a:pt x="130" y="108"/>
                    </a:lnTo>
                    <a:lnTo>
                      <a:pt x="130" y="104"/>
                    </a:lnTo>
                    <a:lnTo>
                      <a:pt x="134" y="104"/>
                    </a:lnTo>
                    <a:lnTo>
                      <a:pt x="134" y="100"/>
                    </a:lnTo>
                    <a:lnTo>
                      <a:pt x="134" y="104"/>
                    </a:lnTo>
                    <a:lnTo>
                      <a:pt x="136" y="104"/>
                    </a:lnTo>
                    <a:lnTo>
                      <a:pt x="136" y="108"/>
                    </a:lnTo>
                    <a:lnTo>
                      <a:pt x="136" y="108"/>
                    </a:lnTo>
                    <a:lnTo>
                      <a:pt x="136" y="108"/>
                    </a:lnTo>
                    <a:close/>
                    <a:moveTo>
                      <a:pt x="48" y="108"/>
                    </a:moveTo>
                    <a:lnTo>
                      <a:pt x="44" y="104"/>
                    </a:lnTo>
                    <a:lnTo>
                      <a:pt x="44" y="100"/>
                    </a:lnTo>
                    <a:lnTo>
                      <a:pt x="44" y="104"/>
                    </a:lnTo>
                    <a:lnTo>
                      <a:pt x="48" y="104"/>
                    </a:lnTo>
                    <a:lnTo>
                      <a:pt x="48" y="108"/>
                    </a:lnTo>
                    <a:lnTo>
                      <a:pt x="48" y="108"/>
                    </a:lnTo>
                    <a:lnTo>
                      <a:pt x="48" y="108"/>
                    </a:lnTo>
                    <a:close/>
                    <a:moveTo>
                      <a:pt x="502" y="112"/>
                    </a:moveTo>
                    <a:lnTo>
                      <a:pt x="502" y="108"/>
                    </a:lnTo>
                    <a:lnTo>
                      <a:pt x="498" y="108"/>
                    </a:lnTo>
                    <a:lnTo>
                      <a:pt x="494" y="108"/>
                    </a:lnTo>
                    <a:lnTo>
                      <a:pt x="494" y="104"/>
                    </a:lnTo>
                    <a:lnTo>
                      <a:pt x="498" y="108"/>
                    </a:lnTo>
                    <a:lnTo>
                      <a:pt x="498" y="104"/>
                    </a:lnTo>
                    <a:lnTo>
                      <a:pt x="494" y="104"/>
                    </a:lnTo>
                    <a:lnTo>
                      <a:pt x="498" y="104"/>
                    </a:lnTo>
                    <a:lnTo>
                      <a:pt x="502" y="104"/>
                    </a:lnTo>
                    <a:lnTo>
                      <a:pt x="506" y="104"/>
                    </a:lnTo>
                    <a:lnTo>
                      <a:pt x="510" y="104"/>
                    </a:lnTo>
                    <a:lnTo>
                      <a:pt x="510" y="108"/>
                    </a:lnTo>
                    <a:lnTo>
                      <a:pt x="506" y="108"/>
                    </a:lnTo>
                    <a:lnTo>
                      <a:pt x="502" y="104"/>
                    </a:lnTo>
                    <a:lnTo>
                      <a:pt x="502" y="108"/>
                    </a:lnTo>
                    <a:lnTo>
                      <a:pt x="506" y="108"/>
                    </a:lnTo>
                    <a:lnTo>
                      <a:pt x="506" y="112"/>
                    </a:lnTo>
                    <a:lnTo>
                      <a:pt x="502" y="112"/>
                    </a:lnTo>
                    <a:lnTo>
                      <a:pt x="502" y="112"/>
                    </a:lnTo>
                    <a:lnTo>
                      <a:pt x="502" y="112"/>
                    </a:lnTo>
                    <a:close/>
                    <a:moveTo>
                      <a:pt x="48" y="112"/>
                    </a:moveTo>
                    <a:lnTo>
                      <a:pt x="44" y="112"/>
                    </a:lnTo>
                    <a:lnTo>
                      <a:pt x="44" y="108"/>
                    </a:lnTo>
                    <a:lnTo>
                      <a:pt x="48" y="108"/>
                    </a:lnTo>
                    <a:lnTo>
                      <a:pt x="48" y="112"/>
                    </a:lnTo>
                    <a:lnTo>
                      <a:pt x="48" y="112"/>
                    </a:lnTo>
                    <a:lnTo>
                      <a:pt x="48" y="112"/>
                    </a:lnTo>
                    <a:close/>
                    <a:moveTo>
                      <a:pt x="458" y="108"/>
                    </a:moveTo>
                    <a:lnTo>
                      <a:pt x="460" y="112"/>
                    </a:lnTo>
                    <a:lnTo>
                      <a:pt x="458" y="112"/>
                    </a:lnTo>
                    <a:lnTo>
                      <a:pt x="458" y="116"/>
                    </a:lnTo>
                    <a:lnTo>
                      <a:pt x="460" y="116"/>
                    </a:lnTo>
                    <a:lnTo>
                      <a:pt x="460" y="120"/>
                    </a:lnTo>
                    <a:lnTo>
                      <a:pt x="460" y="116"/>
                    </a:lnTo>
                    <a:lnTo>
                      <a:pt x="458" y="116"/>
                    </a:lnTo>
                    <a:lnTo>
                      <a:pt x="454" y="112"/>
                    </a:lnTo>
                    <a:lnTo>
                      <a:pt x="454" y="108"/>
                    </a:lnTo>
                    <a:lnTo>
                      <a:pt x="458" y="108"/>
                    </a:lnTo>
                    <a:lnTo>
                      <a:pt x="458" y="108"/>
                    </a:lnTo>
                    <a:lnTo>
                      <a:pt x="458" y="108"/>
                    </a:lnTo>
                    <a:close/>
                    <a:moveTo>
                      <a:pt x="134" y="108"/>
                    </a:moveTo>
                    <a:lnTo>
                      <a:pt x="134" y="112"/>
                    </a:lnTo>
                    <a:lnTo>
                      <a:pt x="130" y="112"/>
                    </a:lnTo>
                    <a:lnTo>
                      <a:pt x="130" y="108"/>
                    </a:lnTo>
                    <a:lnTo>
                      <a:pt x="134" y="108"/>
                    </a:lnTo>
                    <a:lnTo>
                      <a:pt x="134" y="108"/>
                    </a:lnTo>
                    <a:lnTo>
                      <a:pt x="134" y="108"/>
                    </a:lnTo>
                    <a:close/>
                    <a:moveTo>
                      <a:pt x="622" y="226"/>
                    </a:moveTo>
                    <a:lnTo>
                      <a:pt x="622" y="222"/>
                    </a:lnTo>
                    <a:lnTo>
                      <a:pt x="622" y="226"/>
                    </a:lnTo>
                    <a:lnTo>
                      <a:pt x="618" y="222"/>
                    </a:lnTo>
                    <a:lnTo>
                      <a:pt x="614" y="220"/>
                    </a:lnTo>
                    <a:lnTo>
                      <a:pt x="618" y="220"/>
                    </a:lnTo>
                    <a:lnTo>
                      <a:pt x="622" y="220"/>
                    </a:lnTo>
                    <a:lnTo>
                      <a:pt x="622" y="222"/>
                    </a:lnTo>
                    <a:lnTo>
                      <a:pt x="622" y="220"/>
                    </a:lnTo>
                    <a:lnTo>
                      <a:pt x="618" y="220"/>
                    </a:lnTo>
                    <a:lnTo>
                      <a:pt x="614" y="216"/>
                    </a:lnTo>
                    <a:lnTo>
                      <a:pt x="614" y="212"/>
                    </a:lnTo>
                    <a:lnTo>
                      <a:pt x="610" y="212"/>
                    </a:lnTo>
                    <a:lnTo>
                      <a:pt x="610" y="208"/>
                    </a:lnTo>
                    <a:lnTo>
                      <a:pt x="610" y="204"/>
                    </a:lnTo>
                    <a:lnTo>
                      <a:pt x="610" y="200"/>
                    </a:lnTo>
                    <a:lnTo>
                      <a:pt x="606" y="200"/>
                    </a:lnTo>
                    <a:lnTo>
                      <a:pt x="610" y="200"/>
                    </a:lnTo>
                    <a:lnTo>
                      <a:pt x="610" y="196"/>
                    </a:lnTo>
                    <a:lnTo>
                      <a:pt x="610" y="200"/>
                    </a:lnTo>
                    <a:lnTo>
                      <a:pt x="606" y="200"/>
                    </a:lnTo>
                    <a:lnTo>
                      <a:pt x="606" y="196"/>
                    </a:lnTo>
                    <a:lnTo>
                      <a:pt x="606" y="194"/>
                    </a:lnTo>
                    <a:lnTo>
                      <a:pt x="606" y="196"/>
                    </a:lnTo>
                    <a:lnTo>
                      <a:pt x="602" y="194"/>
                    </a:lnTo>
                    <a:lnTo>
                      <a:pt x="600" y="190"/>
                    </a:lnTo>
                    <a:lnTo>
                      <a:pt x="596" y="190"/>
                    </a:lnTo>
                    <a:lnTo>
                      <a:pt x="596" y="186"/>
                    </a:lnTo>
                    <a:lnTo>
                      <a:pt x="592" y="186"/>
                    </a:lnTo>
                    <a:lnTo>
                      <a:pt x="588" y="186"/>
                    </a:lnTo>
                    <a:lnTo>
                      <a:pt x="584" y="182"/>
                    </a:lnTo>
                    <a:lnTo>
                      <a:pt x="580" y="182"/>
                    </a:lnTo>
                    <a:lnTo>
                      <a:pt x="576" y="182"/>
                    </a:lnTo>
                    <a:lnTo>
                      <a:pt x="576" y="178"/>
                    </a:lnTo>
                    <a:lnTo>
                      <a:pt x="572" y="178"/>
                    </a:lnTo>
                    <a:lnTo>
                      <a:pt x="570" y="178"/>
                    </a:lnTo>
                    <a:lnTo>
                      <a:pt x="566" y="178"/>
                    </a:lnTo>
                    <a:lnTo>
                      <a:pt x="562" y="174"/>
                    </a:lnTo>
                    <a:lnTo>
                      <a:pt x="558" y="174"/>
                    </a:lnTo>
                    <a:lnTo>
                      <a:pt x="558" y="170"/>
                    </a:lnTo>
                    <a:lnTo>
                      <a:pt x="562" y="170"/>
                    </a:lnTo>
                    <a:lnTo>
                      <a:pt x="558" y="166"/>
                    </a:lnTo>
                    <a:lnTo>
                      <a:pt x="558" y="170"/>
                    </a:lnTo>
                    <a:lnTo>
                      <a:pt x="554" y="170"/>
                    </a:lnTo>
                    <a:lnTo>
                      <a:pt x="554" y="166"/>
                    </a:lnTo>
                    <a:lnTo>
                      <a:pt x="554" y="170"/>
                    </a:lnTo>
                    <a:lnTo>
                      <a:pt x="550" y="170"/>
                    </a:lnTo>
                    <a:lnTo>
                      <a:pt x="550" y="166"/>
                    </a:lnTo>
                    <a:lnTo>
                      <a:pt x="546" y="166"/>
                    </a:lnTo>
                    <a:lnTo>
                      <a:pt x="546" y="164"/>
                    </a:lnTo>
                    <a:lnTo>
                      <a:pt x="544" y="164"/>
                    </a:lnTo>
                    <a:lnTo>
                      <a:pt x="544" y="160"/>
                    </a:lnTo>
                    <a:lnTo>
                      <a:pt x="544" y="156"/>
                    </a:lnTo>
                    <a:lnTo>
                      <a:pt x="546" y="156"/>
                    </a:lnTo>
                    <a:lnTo>
                      <a:pt x="546" y="152"/>
                    </a:lnTo>
                    <a:lnTo>
                      <a:pt x="544" y="152"/>
                    </a:lnTo>
                    <a:lnTo>
                      <a:pt x="544" y="156"/>
                    </a:lnTo>
                    <a:lnTo>
                      <a:pt x="544" y="160"/>
                    </a:lnTo>
                    <a:lnTo>
                      <a:pt x="544" y="164"/>
                    </a:lnTo>
                    <a:lnTo>
                      <a:pt x="540" y="166"/>
                    </a:lnTo>
                    <a:lnTo>
                      <a:pt x="540" y="170"/>
                    </a:lnTo>
                    <a:lnTo>
                      <a:pt x="536" y="170"/>
                    </a:lnTo>
                    <a:lnTo>
                      <a:pt x="532" y="170"/>
                    </a:lnTo>
                    <a:lnTo>
                      <a:pt x="532" y="166"/>
                    </a:lnTo>
                    <a:lnTo>
                      <a:pt x="532" y="164"/>
                    </a:lnTo>
                    <a:lnTo>
                      <a:pt x="532" y="160"/>
                    </a:lnTo>
                    <a:lnTo>
                      <a:pt x="532" y="156"/>
                    </a:lnTo>
                    <a:lnTo>
                      <a:pt x="532" y="160"/>
                    </a:lnTo>
                    <a:lnTo>
                      <a:pt x="528" y="160"/>
                    </a:lnTo>
                    <a:lnTo>
                      <a:pt x="528" y="156"/>
                    </a:lnTo>
                    <a:lnTo>
                      <a:pt x="528" y="152"/>
                    </a:lnTo>
                    <a:lnTo>
                      <a:pt x="524" y="152"/>
                    </a:lnTo>
                    <a:lnTo>
                      <a:pt x="520" y="152"/>
                    </a:lnTo>
                    <a:lnTo>
                      <a:pt x="520" y="150"/>
                    </a:lnTo>
                    <a:lnTo>
                      <a:pt x="524" y="150"/>
                    </a:lnTo>
                    <a:lnTo>
                      <a:pt x="528" y="150"/>
                    </a:lnTo>
                    <a:lnTo>
                      <a:pt x="532" y="150"/>
                    </a:lnTo>
                    <a:lnTo>
                      <a:pt x="536" y="146"/>
                    </a:lnTo>
                    <a:lnTo>
                      <a:pt x="540" y="146"/>
                    </a:lnTo>
                    <a:lnTo>
                      <a:pt x="544" y="146"/>
                    </a:lnTo>
                    <a:lnTo>
                      <a:pt x="544" y="150"/>
                    </a:lnTo>
                    <a:lnTo>
                      <a:pt x="544" y="146"/>
                    </a:lnTo>
                    <a:lnTo>
                      <a:pt x="546" y="146"/>
                    </a:lnTo>
                    <a:lnTo>
                      <a:pt x="546" y="150"/>
                    </a:lnTo>
                    <a:lnTo>
                      <a:pt x="546" y="146"/>
                    </a:lnTo>
                    <a:lnTo>
                      <a:pt x="546" y="142"/>
                    </a:lnTo>
                    <a:lnTo>
                      <a:pt x="546" y="138"/>
                    </a:lnTo>
                    <a:lnTo>
                      <a:pt x="544" y="142"/>
                    </a:lnTo>
                    <a:lnTo>
                      <a:pt x="540" y="142"/>
                    </a:lnTo>
                    <a:lnTo>
                      <a:pt x="536" y="142"/>
                    </a:lnTo>
                    <a:lnTo>
                      <a:pt x="532" y="142"/>
                    </a:lnTo>
                    <a:lnTo>
                      <a:pt x="528" y="142"/>
                    </a:lnTo>
                    <a:lnTo>
                      <a:pt x="524" y="142"/>
                    </a:lnTo>
                    <a:lnTo>
                      <a:pt x="524" y="138"/>
                    </a:lnTo>
                    <a:lnTo>
                      <a:pt x="520" y="138"/>
                    </a:lnTo>
                    <a:lnTo>
                      <a:pt x="520" y="134"/>
                    </a:lnTo>
                    <a:lnTo>
                      <a:pt x="520" y="130"/>
                    </a:lnTo>
                    <a:lnTo>
                      <a:pt x="516" y="130"/>
                    </a:lnTo>
                    <a:lnTo>
                      <a:pt x="514" y="126"/>
                    </a:lnTo>
                    <a:lnTo>
                      <a:pt x="510" y="126"/>
                    </a:lnTo>
                    <a:lnTo>
                      <a:pt x="506" y="126"/>
                    </a:lnTo>
                    <a:lnTo>
                      <a:pt x="506" y="122"/>
                    </a:lnTo>
                    <a:lnTo>
                      <a:pt x="510" y="122"/>
                    </a:lnTo>
                    <a:lnTo>
                      <a:pt x="510" y="120"/>
                    </a:lnTo>
                    <a:lnTo>
                      <a:pt x="510" y="116"/>
                    </a:lnTo>
                    <a:lnTo>
                      <a:pt x="514" y="116"/>
                    </a:lnTo>
                    <a:lnTo>
                      <a:pt x="516" y="116"/>
                    </a:lnTo>
                    <a:lnTo>
                      <a:pt x="520" y="116"/>
                    </a:lnTo>
                    <a:lnTo>
                      <a:pt x="520" y="112"/>
                    </a:lnTo>
                    <a:lnTo>
                      <a:pt x="524" y="108"/>
                    </a:lnTo>
                    <a:lnTo>
                      <a:pt x="528" y="108"/>
                    </a:lnTo>
                    <a:lnTo>
                      <a:pt x="532" y="108"/>
                    </a:lnTo>
                    <a:lnTo>
                      <a:pt x="532" y="112"/>
                    </a:lnTo>
                    <a:lnTo>
                      <a:pt x="536" y="112"/>
                    </a:lnTo>
                    <a:lnTo>
                      <a:pt x="540" y="112"/>
                    </a:lnTo>
                    <a:lnTo>
                      <a:pt x="540" y="116"/>
                    </a:lnTo>
                    <a:lnTo>
                      <a:pt x="544" y="116"/>
                    </a:lnTo>
                    <a:lnTo>
                      <a:pt x="546" y="116"/>
                    </a:lnTo>
                    <a:lnTo>
                      <a:pt x="550" y="116"/>
                    </a:lnTo>
                    <a:lnTo>
                      <a:pt x="550" y="120"/>
                    </a:lnTo>
                    <a:lnTo>
                      <a:pt x="550" y="122"/>
                    </a:lnTo>
                    <a:lnTo>
                      <a:pt x="554" y="126"/>
                    </a:lnTo>
                    <a:lnTo>
                      <a:pt x="550" y="126"/>
                    </a:lnTo>
                    <a:lnTo>
                      <a:pt x="550" y="130"/>
                    </a:lnTo>
                    <a:lnTo>
                      <a:pt x="550" y="134"/>
                    </a:lnTo>
                    <a:lnTo>
                      <a:pt x="550" y="138"/>
                    </a:lnTo>
                    <a:lnTo>
                      <a:pt x="550" y="142"/>
                    </a:lnTo>
                    <a:lnTo>
                      <a:pt x="550" y="146"/>
                    </a:lnTo>
                    <a:lnTo>
                      <a:pt x="554" y="146"/>
                    </a:lnTo>
                    <a:lnTo>
                      <a:pt x="554" y="150"/>
                    </a:lnTo>
                    <a:lnTo>
                      <a:pt x="554" y="152"/>
                    </a:lnTo>
                    <a:lnTo>
                      <a:pt x="558" y="150"/>
                    </a:lnTo>
                    <a:lnTo>
                      <a:pt x="554" y="150"/>
                    </a:lnTo>
                    <a:lnTo>
                      <a:pt x="554" y="146"/>
                    </a:lnTo>
                    <a:lnTo>
                      <a:pt x="558" y="146"/>
                    </a:lnTo>
                    <a:lnTo>
                      <a:pt x="558" y="150"/>
                    </a:lnTo>
                    <a:lnTo>
                      <a:pt x="558" y="152"/>
                    </a:lnTo>
                    <a:lnTo>
                      <a:pt x="562" y="152"/>
                    </a:lnTo>
                    <a:lnTo>
                      <a:pt x="562" y="156"/>
                    </a:lnTo>
                    <a:lnTo>
                      <a:pt x="562" y="160"/>
                    </a:lnTo>
                    <a:lnTo>
                      <a:pt x="566" y="160"/>
                    </a:lnTo>
                    <a:lnTo>
                      <a:pt x="570" y="160"/>
                    </a:lnTo>
                    <a:lnTo>
                      <a:pt x="570" y="156"/>
                    </a:lnTo>
                    <a:lnTo>
                      <a:pt x="572" y="156"/>
                    </a:lnTo>
                    <a:lnTo>
                      <a:pt x="572" y="152"/>
                    </a:lnTo>
                    <a:lnTo>
                      <a:pt x="576" y="152"/>
                    </a:lnTo>
                    <a:lnTo>
                      <a:pt x="576" y="150"/>
                    </a:lnTo>
                    <a:lnTo>
                      <a:pt x="580" y="150"/>
                    </a:lnTo>
                    <a:lnTo>
                      <a:pt x="580" y="146"/>
                    </a:lnTo>
                    <a:lnTo>
                      <a:pt x="580" y="142"/>
                    </a:lnTo>
                    <a:lnTo>
                      <a:pt x="584" y="142"/>
                    </a:lnTo>
                    <a:lnTo>
                      <a:pt x="588" y="142"/>
                    </a:lnTo>
                    <a:lnTo>
                      <a:pt x="592" y="138"/>
                    </a:lnTo>
                    <a:lnTo>
                      <a:pt x="596" y="138"/>
                    </a:lnTo>
                    <a:lnTo>
                      <a:pt x="596" y="134"/>
                    </a:lnTo>
                    <a:lnTo>
                      <a:pt x="592" y="134"/>
                    </a:lnTo>
                    <a:lnTo>
                      <a:pt x="596" y="134"/>
                    </a:lnTo>
                    <a:lnTo>
                      <a:pt x="596" y="130"/>
                    </a:lnTo>
                    <a:lnTo>
                      <a:pt x="600" y="130"/>
                    </a:lnTo>
                    <a:lnTo>
                      <a:pt x="602" y="126"/>
                    </a:lnTo>
                    <a:lnTo>
                      <a:pt x="606" y="126"/>
                    </a:lnTo>
                    <a:lnTo>
                      <a:pt x="606" y="130"/>
                    </a:lnTo>
                    <a:lnTo>
                      <a:pt x="610" y="130"/>
                    </a:lnTo>
                    <a:lnTo>
                      <a:pt x="614" y="134"/>
                    </a:lnTo>
                    <a:lnTo>
                      <a:pt x="618" y="134"/>
                    </a:lnTo>
                    <a:lnTo>
                      <a:pt x="618" y="138"/>
                    </a:lnTo>
                    <a:lnTo>
                      <a:pt x="622" y="138"/>
                    </a:lnTo>
                    <a:lnTo>
                      <a:pt x="626" y="138"/>
                    </a:lnTo>
                    <a:lnTo>
                      <a:pt x="626" y="142"/>
                    </a:lnTo>
                    <a:lnTo>
                      <a:pt x="628" y="142"/>
                    </a:lnTo>
                    <a:lnTo>
                      <a:pt x="632" y="142"/>
                    </a:lnTo>
                    <a:lnTo>
                      <a:pt x="636" y="142"/>
                    </a:lnTo>
                    <a:lnTo>
                      <a:pt x="636" y="146"/>
                    </a:lnTo>
                    <a:lnTo>
                      <a:pt x="640" y="146"/>
                    </a:lnTo>
                    <a:lnTo>
                      <a:pt x="644" y="146"/>
                    </a:lnTo>
                    <a:lnTo>
                      <a:pt x="644" y="150"/>
                    </a:lnTo>
                    <a:lnTo>
                      <a:pt x="644" y="146"/>
                    </a:lnTo>
                    <a:lnTo>
                      <a:pt x="648" y="146"/>
                    </a:lnTo>
                    <a:lnTo>
                      <a:pt x="648" y="186"/>
                    </a:lnTo>
                    <a:lnTo>
                      <a:pt x="648" y="204"/>
                    </a:lnTo>
                    <a:lnTo>
                      <a:pt x="648" y="212"/>
                    </a:lnTo>
                    <a:lnTo>
                      <a:pt x="648" y="216"/>
                    </a:lnTo>
                    <a:lnTo>
                      <a:pt x="648" y="220"/>
                    </a:lnTo>
                    <a:lnTo>
                      <a:pt x="648" y="256"/>
                    </a:lnTo>
                    <a:lnTo>
                      <a:pt x="644" y="256"/>
                    </a:lnTo>
                    <a:lnTo>
                      <a:pt x="644" y="252"/>
                    </a:lnTo>
                    <a:lnTo>
                      <a:pt x="640" y="250"/>
                    </a:lnTo>
                    <a:lnTo>
                      <a:pt x="640" y="246"/>
                    </a:lnTo>
                    <a:lnTo>
                      <a:pt x="636" y="246"/>
                    </a:lnTo>
                    <a:lnTo>
                      <a:pt x="632" y="242"/>
                    </a:lnTo>
                    <a:lnTo>
                      <a:pt x="636" y="242"/>
                    </a:lnTo>
                    <a:lnTo>
                      <a:pt x="636" y="238"/>
                    </a:lnTo>
                    <a:lnTo>
                      <a:pt x="632" y="238"/>
                    </a:lnTo>
                    <a:lnTo>
                      <a:pt x="632" y="242"/>
                    </a:lnTo>
                    <a:lnTo>
                      <a:pt x="628" y="242"/>
                    </a:lnTo>
                    <a:lnTo>
                      <a:pt x="626" y="242"/>
                    </a:lnTo>
                    <a:lnTo>
                      <a:pt x="622" y="242"/>
                    </a:lnTo>
                    <a:lnTo>
                      <a:pt x="618" y="242"/>
                    </a:lnTo>
                    <a:lnTo>
                      <a:pt x="618" y="246"/>
                    </a:lnTo>
                    <a:lnTo>
                      <a:pt x="618" y="242"/>
                    </a:lnTo>
                    <a:lnTo>
                      <a:pt x="618" y="238"/>
                    </a:lnTo>
                    <a:lnTo>
                      <a:pt x="622" y="234"/>
                    </a:lnTo>
                    <a:lnTo>
                      <a:pt x="618" y="234"/>
                    </a:lnTo>
                    <a:lnTo>
                      <a:pt x="622" y="234"/>
                    </a:lnTo>
                    <a:lnTo>
                      <a:pt x="622" y="230"/>
                    </a:lnTo>
                    <a:lnTo>
                      <a:pt x="618" y="230"/>
                    </a:lnTo>
                    <a:lnTo>
                      <a:pt x="618" y="226"/>
                    </a:lnTo>
                    <a:lnTo>
                      <a:pt x="614" y="226"/>
                    </a:lnTo>
                    <a:lnTo>
                      <a:pt x="614" y="222"/>
                    </a:lnTo>
                    <a:lnTo>
                      <a:pt x="618" y="226"/>
                    </a:lnTo>
                    <a:lnTo>
                      <a:pt x="622" y="226"/>
                    </a:lnTo>
                    <a:lnTo>
                      <a:pt x="622" y="226"/>
                    </a:lnTo>
                    <a:lnTo>
                      <a:pt x="622" y="226"/>
                    </a:lnTo>
                    <a:close/>
                    <a:moveTo>
                      <a:pt x="502" y="108"/>
                    </a:moveTo>
                    <a:lnTo>
                      <a:pt x="502" y="112"/>
                    </a:lnTo>
                    <a:lnTo>
                      <a:pt x="498" y="112"/>
                    </a:lnTo>
                    <a:lnTo>
                      <a:pt x="502" y="108"/>
                    </a:lnTo>
                    <a:lnTo>
                      <a:pt x="502" y="108"/>
                    </a:lnTo>
                    <a:lnTo>
                      <a:pt x="502" y="108"/>
                    </a:lnTo>
                    <a:close/>
                    <a:moveTo>
                      <a:pt x="570" y="116"/>
                    </a:moveTo>
                    <a:lnTo>
                      <a:pt x="572" y="116"/>
                    </a:lnTo>
                    <a:lnTo>
                      <a:pt x="576" y="116"/>
                    </a:lnTo>
                    <a:lnTo>
                      <a:pt x="576" y="120"/>
                    </a:lnTo>
                    <a:lnTo>
                      <a:pt x="580" y="120"/>
                    </a:lnTo>
                    <a:lnTo>
                      <a:pt x="580" y="122"/>
                    </a:lnTo>
                    <a:lnTo>
                      <a:pt x="584" y="122"/>
                    </a:lnTo>
                    <a:lnTo>
                      <a:pt x="580" y="122"/>
                    </a:lnTo>
                    <a:lnTo>
                      <a:pt x="576" y="122"/>
                    </a:lnTo>
                    <a:lnTo>
                      <a:pt x="572" y="122"/>
                    </a:lnTo>
                    <a:lnTo>
                      <a:pt x="572" y="120"/>
                    </a:lnTo>
                    <a:lnTo>
                      <a:pt x="572" y="116"/>
                    </a:lnTo>
                    <a:lnTo>
                      <a:pt x="570" y="116"/>
                    </a:lnTo>
                    <a:lnTo>
                      <a:pt x="570" y="112"/>
                    </a:lnTo>
                    <a:lnTo>
                      <a:pt x="570" y="116"/>
                    </a:lnTo>
                    <a:lnTo>
                      <a:pt x="570" y="116"/>
                    </a:lnTo>
                    <a:lnTo>
                      <a:pt x="570" y="116"/>
                    </a:lnTo>
                    <a:close/>
                    <a:moveTo>
                      <a:pt x="506" y="116"/>
                    </a:moveTo>
                    <a:lnTo>
                      <a:pt x="502" y="120"/>
                    </a:lnTo>
                    <a:lnTo>
                      <a:pt x="498" y="120"/>
                    </a:lnTo>
                    <a:lnTo>
                      <a:pt x="498" y="116"/>
                    </a:lnTo>
                    <a:lnTo>
                      <a:pt x="502" y="116"/>
                    </a:lnTo>
                    <a:lnTo>
                      <a:pt x="506" y="116"/>
                    </a:lnTo>
                    <a:lnTo>
                      <a:pt x="506" y="116"/>
                    </a:lnTo>
                    <a:lnTo>
                      <a:pt x="506" y="116"/>
                    </a:lnTo>
                    <a:close/>
                    <a:moveTo>
                      <a:pt x="506" y="120"/>
                    </a:moveTo>
                    <a:lnTo>
                      <a:pt x="506" y="122"/>
                    </a:lnTo>
                    <a:lnTo>
                      <a:pt x="506" y="126"/>
                    </a:lnTo>
                    <a:lnTo>
                      <a:pt x="502" y="122"/>
                    </a:lnTo>
                    <a:lnTo>
                      <a:pt x="502" y="120"/>
                    </a:lnTo>
                    <a:lnTo>
                      <a:pt x="506" y="120"/>
                    </a:lnTo>
                    <a:lnTo>
                      <a:pt x="506" y="120"/>
                    </a:lnTo>
                    <a:lnTo>
                      <a:pt x="506" y="120"/>
                    </a:lnTo>
                    <a:close/>
                    <a:moveTo>
                      <a:pt x="58" y="130"/>
                    </a:moveTo>
                    <a:lnTo>
                      <a:pt x="54" y="130"/>
                    </a:lnTo>
                    <a:lnTo>
                      <a:pt x="58" y="130"/>
                    </a:lnTo>
                    <a:lnTo>
                      <a:pt x="58" y="134"/>
                    </a:lnTo>
                    <a:lnTo>
                      <a:pt x="54" y="134"/>
                    </a:lnTo>
                    <a:lnTo>
                      <a:pt x="50" y="130"/>
                    </a:lnTo>
                    <a:lnTo>
                      <a:pt x="50" y="126"/>
                    </a:lnTo>
                    <a:lnTo>
                      <a:pt x="48" y="122"/>
                    </a:lnTo>
                    <a:lnTo>
                      <a:pt x="48" y="120"/>
                    </a:lnTo>
                    <a:lnTo>
                      <a:pt x="50" y="120"/>
                    </a:lnTo>
                    <a:lnTo>
                      <a:pt x="54" y="122"/>
                    </a:lnTo>
                    <a:lnTo>
                      <a:pt x="54" y="126"/>
                    </a:lnTo>
                    <a:lnTo>
                      <a:pt x="58" y="130"/>
                    </a:lnTo>
                    <a:lnTo>
                      <a:pt x="58" y="130"/>
                    </a:lnTo>
                    <a:lnTo>
                      <a:pt x="58" y="130"/>
                    </a:lnTo>
                    <a:close/>
                    <a:moveTo>
                      <a:pt x="208" y="120"/>
                    </a:moveTo>
                    <a:lnTo>
                      <a:pt x="208" y="122"/>
                    </a:lnTo>
                    <a:lnTo>
                      <a:pt x="204" y="122"/>
                    </a:lnTo>
                    <a:lnTo>
                      <a:pt x="200" y="122"/>
                    </a:lnTo>
                    <a:lnTo>
                      <a:pt x="200" y="120"/>
                    </a:lnTo>
                    <a:lnTo>
                      <a:pt x="204" y="120"/>
                    </a:lnTo>
                    <a:lnTo>
                      <a:pt x="208" y="120"/>
                    </a:lnTo>
                    <a:lnTo>
                      <a:pt x="208" y="120"/>
                    </a:lnTo>
                    <a:lnTo>
                      <a:pt x="208" y="120"/>
                    </a:lnTo>
                    <a:close/>
                    <a:moveTo>
                      <a:pt x="490" y="122"/>
                    </a:moveTo>
                    <a:lnTo>
                      <a:pt x="488" y="122"/>
                    </a:lnTo>
                    <a:lnTo>
                      <a:pt x="490" y="122"/>
                    </a:lnTo>
                    <a:lnTo>
                      <a:pt x="490" y="122"/>
                    </a:lnTo>
                    <a:lnTo>
                      <a:pt x="490" y="122"/>
                    </a:lnTo>
                    <a:close/>
                    <a:moveTo>
                      <a:pt x="402" y="122"/>
                    </a:moveTo>
                    <a:lnTo>
                      <a:pt x="402" y="126"/>
                    </a:lnTo>
                    <a:lnTo>
                      <a:pt x="398" y="126"/>
                    </a:lnTo>
                    <a:lnTo>
                      <a:pt x="398" y="130"/>
                    </a:lnTo>
                    <a:lnTo>
                      <a:pt x="394" y="130"/>
                    </a:lnTo>
                    <a:lnTo>
                      <a:pt x="394" y="126"/>
                    </a:lnTo>
                    <a:lnTo>
                      <a:pt x="394" y="130"/>
                    </a:lnTo>
                    <a:lnTo>
                      <a:pt x="390" y="130"/>
                    </a:lnTo>
                    <a:lnTo>
                      <a:pt x="390" y="126"/>
                    </a:lnTo>
                    <a:lnTo>
                      <a:pt x="390" y="122"/>
                    </a:lnTo>
                    <a:lnTo>
                      <a:pt x="394" y="122"/>
                    </a:lnTo>
                    <a:lnTo>
                      <a:pt x="398" y="122"/>
                    </a:lnTo>
                    <a:lnTo>
                      <a:pt x="398" y="126"/>
                    </a:lnTo>
                    <a:lnTo>
                      <a:pt x="398" y="122"/>
                    </a:lnTo>
                    <a:lnTo>
                      <a:pt x="402" y="122"/>
                    </a:lnTo>
                    <a:lnTo>
                      <a:pt x="402" y="122"/>
                    </a:lnTo>
                    <a:lnTo>
                      <a:pt x="402" y="122"/>
                    </a:lnTo>
                    <a:close/>
                    <a:moveTo>
                      <a:pt x="464" y="130"/>
                    </a:moveTo>
                    <a:lnTo>
                      <a:pt x="460" y="130"/>
                    </a:lnTo>
                    <a:lnTo>
                      <a:pt x="458" y="130"/>
                    </a:lnTo>
                    <a:lnTo>
                      <a:pt x="454" y="130"/>
                    </a:lnTo>
                    <a:lnTo>
                      <a:pt x="454" y="126"/>
                    </a:lnTo>
                    <a:lnTo>
                      <a:pt x="458" y="126"/>
                    </a:lnTo>
                    <a:lnTo>
                      <a:pt x="460" y="126"/>
                    </a:lnTo>
                    <a:lnTo>
                      <a:pt x="464" y="130"/>
                    </a:lnTo>
                    <a:lnTo>
                      <a:pt x="464" y="130"/>
                    </a:lnTo>
                    <a:lnTo>
                      <a:pt x="464" y="130"/>
                    </a:lnTo>
                    <a:close/>
                    <a:moveTo>
                      <a:pt x="160" y="152"/>
                    </a:moveTo>
                    <a:lnTo>
                      <a:pt x="156" y="152"/>
                    </a:lnTo>
                    <a:lnTo>
                      <a:pt x="152" y="150"/>
                    </a:lnTo>
                    <a:lnTo>
                      <a:pt x="152" y="146"/>
                    </a:lnTo>
                    <a:lnTo>
                      <a:pt x="152" y="142"/>
                    </a:lnTo>
                    <a:lnTo>
                      <a:pt x="148" y="138"/>
                    </a:lnTo>
                    <a:lnTo>
                      <a:pt x="144" y="138"/>
                    </a:lnTo>
                    <a:lnTo>
                      <a:pt x="140" y="138"/>
                    </a:lnTo>
                    <a:lnTo>
                      <a:pt x="140" y="134"/>
                    </a:lnTo>
                    <a:lnTo>
                      <a:pt x="144" y="134"/>
                    </a:lnTo>
                    <a:lnTo>
                      <a:pt x="144" y="130"/>
                    </a:lnTo>
                    <a:lnTo>
                      <a:pt x="148" y="130"/>
                    </a:lnTo>
                    <a:lnTo>
                      <a:pt x="148" y="134"/>
                    </a:lnTo>
                    <a:lnTo>
                      <a:pt x="152" y="134"/>
                    </a:lnTo>
                    <a:lnTo>
                      <a:pt x="148" y="130"/>
                    </a:lnTo>
                    <a:lnTo>
                      <a:pt x="152" y="126"/>
                    </a:lnTo>
                    <a:lnTo>
                      <a:pt x="152" y="130"/>
                    </a:lnTo>
                    <a:lnTo>
                      <a:pt x="156" y="134"/>
                    </a:lnTo>
                    <a:lnTo>
                      <a:pt x="156" y="138"/>
                    </a:lnTo>
                    <a:lnTo>
                      <a:pt x="156" y="142"/>
                    </a:lnTo>
                    <a:lnTo>
                      <a:pt x="156" y="146"/>
                    </a:lnTo>
                    <a:lnTo>
                      <a:pt x="160" y="146"/>
                    </a:lnTo>
                    <a:lnTo>
                      <a:pt x="164" y="146"/>
                    </a:lnTo>
                    <a:lnTo>
                      <a:pt x="164" y="150"/>
                    </a:lnTo>
                    <a:lnTo>
                      <a:pt x="164" y="152"/>
                    </a:lnTo>
                    <a:lnTo>
                      <a:pt x="164" y="156"/>
                    </a:lnTo>
                    <a:lnTo>
                      <a:pt x="160" y="156"/>
                    </a:lnTo>
                    <a:lnTo>
                      <a:pt x="160" y="152"/>
                    </a:lnTo>
                    <a:lnTo>
                      <a:pt x="160" y="152"/>
                    </a:lnTo>
                    <a:lnTo>
                      <a:pt x="160" y="152"/>
                    </a:lnTo>
                    <a:close/>
                    <a:moveTo>
                      <a:pt x="192" y="130"/>
                    </a:moveTo>
                    <a:lnTo>
                      <a:pt x="196" y="130"/>
                    </a:lnTo>
                    <a:lnTo>
                      <a:pt x="192" y="130"/>
                    </a:lnTo>
                    <a:lnTo>
                      <a:pt x="192" y="130"/>
                    </a:lnTo>
                    <a:lnTo>
                      <a:pt x="192" y="130"/>
                    </a:lnTo>
                    <a:close/>
                    <a:moveTo>
                      <a:pt x="570" y="130"/>
                    </a:moveTo>
                    <a:lnTo>
                      <a:pt x="572" y="130"/>
                    </a:lnTo>
                    <a:lnTo>
                      <a:pt x="576" y="130"/>
                    </a:lnTo>
                    <a:lnTo>
                      <a:pt x="580" y="130"/>
                    </a:lnTo>
                    <a:lnTo>
                      <a:pt x="584" y="130"/>
                    </a:lnTo>
                    <a:lnTo>
                      <a:pt x="588" y="130"/>
                    </a:lnTo>
                    <a:lnTo>
                      <a:pt x="588" y="134"/>
                    </a:lnTo>
                    <a:lnTo>
                      <a:pt x="592" y="134"/>
                    </a:lnTo>
                    <a:lnTo>
                      <a:pt x="588" y="134"/>
                    </a:lnTo>
                    <a:lnTo>
                      <a:pt x="584" y="134"/>
                    </a:lnTo>
                    <a:lnTo>
                      <a:pt x="580" y="134"/>
                    </a:lnTo>
                    <a:lnTo>
                      <a:pt x="576" y="134"/>
                    </a:lnTo>
                    <a:lnTo>
                      <a:pt x="572" y="130"/>
                    </a:lnTo>
                    <a:lnTo>
                      <a:pt x="570" y="130"/>
                    </a:lnTo>
                    <a:lnTo>
                      <a:pt x="570" y="130"/>
                    </a:lnTo>
                    <a:lnTo>
                      <a:pt x="570" y="130"/>
                    </a:lnTo>
                    <a:close/>
                    <a:moveTo>
                      <a:pt x="412" y="130"/>
                    </a:moveTo>
                    <a:lnTo>
                      <a:pt x="416" y="130"/>
                    </a:lnTo>
                    <a:lnTo>
                      <a:pt x="420" y="130"/>
                    </a:lnTo>
                    <a:lnTo>
                      <a:pt x="424" y="130"/>
                    </a:lnTo>
                    <a:lnTo>
                      <a:pt x="428" y="134"/>
                    </a:lnTo>
                    <a:lnTo>
                      <a:pt x="424" y="134"/>
                    </a:lnTo>
                    <a:lnTo>
                      <a:pt x="420" y="134"/>
                    </a:lnTo>
                    <a:lnTo>
                      <a:pt x="416" y="134"/>
                    </a:lnTo>
                    <a:lnTo>
                      <a:pt x="416" y="138"/>
                    </a:lnTo>
                    <a:lnTo>
                      <a:pt x="412" y="138"/>
                    </a:lnTo>
                    <a:lnTo>
                      <a:pt x="412" y="134"/>
                    </a:lnTo>
                    <a:lnTo>
                      <a:pt x="412" y="130"/>
                    </a:lnTo>
                    <a:lnTo>
                      <a:pt x="412" y="130"/>
                    </a:lnTo>
                    <a:lnTo>
                      <a:pt x="412" y="130"/>
                    </a:lnTo>
                    <a:close/>
                    <a:moveTo>
                      <a:pt x="498" y="130"/>
                    </a:moveTo>
                    <a:lnTo>
                      <a:pt x="498" y="134"/>
                    </a:lnTo>
                    <a:lnTo>
                      <a:pt x="498" y="138"/>
                    </a:lnTo>
                    <a:lnTo>
                      <a:pt x="494" y="138"/>
                    </a:lnTo>
                    <a:lnTo>
                      <a:pt x="490" y="138"/>
                    </a:lnTo>
                    <a:lnTo>
                      <a:pt x="488" y="134"/>
                    </a:lnTo>
                    <a:lnTo>
                      <a:pt x="490" y="134"/>
                    </a:lnTo>
                    <a:lnTo>
                      <a:pt x="490" y="130"/>
                    </a:lnTo>
                    <a:lnTo>
                      <a:pt x="494" y="130"/>
                    </a:lnTo>
                    <a:lnTo>
                      <a:pt x="498" y="130"/>
                    </a:lnTo>
                    <a:lnTo>
                      <a:pt x="498" y="130"/>
                    </a:lnTo>
                    <a:lnTo>
                      <a:pt x="498" y="130"/>
                    </a:lnTo>
                    <a:close/>
                    <a:moveTo>
                      <a:pt x="428" y="134"/>
                    </a:moveTo>
                    <a:lnTo>
                      <a:pt x="430" y="134"/>
                    </a:lnTo>
                    <a:lnTo>
                      <a:pt x="434" y="134"/>
                    </a:lnTo>
                    <a:lnTo>
                      <a:pt x="438" y="134"/>
                    </a:lnTo>
                    <a:lnTo>
                      <a:pt x="434" y="134"/>
                    </a:lnTo>
                    <a:lnTo>
                      <a:pt x="430" y="134"/>
                    </a:lnTo>
                    <a:lnTo>
                      <a:pt x="428" y="134"/>
                    </a:lnTo>
                    <a:lnTo>
                      <a:pt x="428" y="134"/>
                    </a:lnTo>
                    <a:lnTo>
                      <a:pt x="428" y="134"/>
                    </a:lnTo>
                    <a:close/>
                    <a:moveTo>
                      <a:pt x="66" y="142"/>
                    </a:moveTo>
                    <a:lnTo>
                      <a:pt x="62" y="142"/>
                    </a:lnTo>
                    <a:lnTo>
                      <a:pt x="62" y="138"/>
                    </a:lnTo>
                    <a:lnTo>
                      <a:pt x="66" y="142"/>
                    </a:lnTo>
                    <a:lnTo>
                      <a:pt x="66" y="142"/>
                    </a:lnTo>
                    <a:lnTo>
                      <a:pt x="66" y="142"/>
                    </a:lnTo>
                    <a:close/>
                    <a:moveTo>
                      <a:pt x="70" y="150"/>
                    </a:moveTo>
                    <a:lnTo>
                      <a:pt x="70" y="152"/>
                    </a:lnTo>
                    <a:lnTo>
                      <a:pt x="70" y="150"/>
                    </a:lnTo>
                    <a:lnTo>
                      <a:pt x="66" y="150"/>
                    </a:lnTo>
                    <a:lnTo>
                      <a:pt x="66" y="146"/>
                    </a:lnTo>
                    <a:lnTo>
                      <a:pt x="70" y="146"/>
                    </a:lnTo>
                    <a:lnTo>
                      <a:pt x="70" y="150"/>
                    </a:lnTo>
                    <a:lnTo>
                      <a:pt x="70" y="150"/>
                    </a:lnTo>
                    <a:lnTo>
                      <a:pt x="70" y="150"/>
                    </a:lnTo>
                    <a:close/>
                    <a:moveTo>
                      <a:pt x="186" y="152"/>
                    </a:moveTo>
                    <a:lnTo>
                      <a:pt x="186" y="156"/>
                    </a:lnTo>
                    <a:lnTo>
                      <a:pt x="182" y="156"/>
                    </a:lnTo>
                    <a:lnTo>
                      <a:pt x="178" y="156"/>
                    </a:lnTo>
                    <a:lnTo>
                      <a:pt x="178" y="152"/>
                    </a:lnTo>
                    <a:lnTo>
                      <a:pt x="178" y="156"/>
                    </a:lnTo>
                    <a:lnTo>
                      <a:pt x="174" y="156"/>
                    </a:lnTo>
                    <a:lnTo>
                      <a:pt x="174" y="152"/>
                    </a:lnTo>
                    <a:lnTo>
                      <a:pt x="174" y="150"/>
                    </a:lnTo>
                    <a:lnTo>
                      <a:pt x="178" y="146"/>
                    </a:lnTo>
                    <a:lnTo>
                      <a:pt x="182" y="146"/>
                    </a:lnTo>
                    <a:lnTo>
                      <a:pt x="186" y="150"/>
                    </a:lnTo>
                    <a:lnTo>
                      <a:pt x="186" y="152"/>
                    </a:lnTo>
                    <a:lnTo>
                      <a:pt x="186" y="152"/>
                    </a:lnTo>
                    <a:lnTo>
                      <a:pt x="186" y="152"/>
                    </a:lnTo>
                    <a:close/>
                    <a:moveTo>
                      <a:pt x="74" y="160"/>
                    </a:moveTo>
                    <a:lnTo>
                      <a:pt x="74" y="156"/>
                    </a:lnTo>
                    <a:lnTo>
                      <a:pt x="70" y="152"/>
                    </a:lnTo>
                    <a:lnTo>
                      <a:pt x="70" y="150"/>
                    </a:lnTo>
                    <a:lnTo>
                      <a:pt x="74" y="152"/>
                    </a:lnTo>
                    <a:lnTo>
                      <a:pt x="74" y="156"/>
                    </a:lnTo>
                    <a:lnTo>
                      <a:pt x="74" y="160"/>
                    </a:lnTo>
                    <a:lnTo>
                      <a:pt x="74" y="160"/>
                    </a:lnTo>
                    <a:lnTo>
                      <a:pt x="74" y="160"/>
                    </a:lnTo>
                    <a:close/>
                    <a:moveTo>
                      <a:pt x="502" y="166"/>
                    </a:moveTo>
                    <a:lnTo>
                      <a:pt x="498" y="166"/>
                    </a:lnTo>
                    <a:lnTo>
                      <a:pt x="498" y="164"/>
                    </a:lnTo>
                    <a:lnTo>
                      <a:pt x="494" y="164"/>
                    </a:lnTo>
                    <a:lnTo>
                      <a:pt x="490" y="160"/>
                    </a:lnTo>
                    <a:lnTo>
                      <a:pt x="488" y="160"/>
                    </a:lnTo>
                    <a:lnTo>
                      <a:pt x="484" y="160"/>
                    </a:lnTo>
                    <a:lnTo>
                      <a:pt x="488" y="160"/>
                    </a:lnTo>
                    <a:lnTo>
                      <a:pt x="484" y="160"/>
                    </a:lnTo>
                    <a:lnTo>
                      <a:pt x="480" y="160"/>
                    </a:lnTo>
                    <a:lnTo>
                      <a:pt x="476" y="160"/>
                    </a:lnTo>
                    <a:lnTo>
                      <a:pt x="476" y="156"/>
                    </a:lnTo>
                    <a:lnTo>
                      <a:pt x="476" y="160"/>
                    </a:lnTo>
                    <a:lnTo>
                      <a:pt x="472" y="160"/>
                    </a:lnTo>
                    <a:lnTo>
                      <a:pt x="468" y="160"/>
                    </a:lnTo>
                    <a:lnTo>
                      <a:pt x="468" y="156"/>
                    </a:lnTo>
                    <a:lnTo>
                      <a:pt x="464" y="156"/>
                    </a:lnTo>
                    <a:lnTo>
                      <a:pt x="464" y="160"/>
                    </a:lnTo>
                    <a:lnTo>
                      <a:pt x="460" y="164"/>
                    </a:lnTo>
                    <a:lnTo>
                      <a:pt x="460" y="160"/>
                    </a:lnTo>
                    <a:lnTo>
                      <a:pt x="460" y="156"/>
                    </a:lnTo>
                    <a:lnTo>
                      <a:pt x="464" y="156"/>
                    </a:lnTo>
                    <a:lnTo>
                      <a:pt x="464" y="152"/>
                    </a:lnTo>
                    <a:lnTo>
                      <a:pt x="468" y="152"/>
                    </a:lnTo>
                    <a:lnTo>
                      <a:pt x="472" y="152"/>
                    </a:lnTo>
                    <a:lnTo>
                      <a:pt x="476" y="152"/>
                    </a:lnTo>
                    <a:lnTo>
                      <a:pt x="480" y="152"/>
                    </a:lnTo>
                    <a:lnTo>
                      <a:pt x="484" y="152"/>
                    </a:lnTo>
                    <a:lnTo>
                      <a:pt x="484" y="150"/>
                    </a:lnTo>
                    <a:lnTo>
                      <a:pt x="488" y="150"/>
                    </a:lnTo>
                    <a:lnTo>
                      <a:pt x="488" y="152"/>
                    </a:lnTo>
                    <a:lnTo>
                      <a:pt x="490" y="152"/>
                    </a:lnTo>
                    <a:lnTo>
                      <a:pt x="494" y="152"/>
                    </a:lnTo>
                    <a:lnTo>
                      <a:pt x="498" y="152"/>
                    </a:lnTo>
                    <a:lnTo>
                      <a:pt x="502" y="156"/>
                    </a:lnTo>
                    <a:lnTo>
                      <a:pt x="502" y="160"/>
                    </a:lnTo>
                    <a:lnTo>
                      <a:pt x="506" y="164"/>
                    </a:lnTo>
                    <a:lnTo>
                      <a:pt x="502" y="166"/>
                    </a:lnTo>
                    <a:lnTo>
                      <a:pt x="502" y="166"/>
                    </a:lnTo>
                    <a:lnTo>
                      <a:pt x="502" y="166"/>
                    </a:lnTo>
                    <a:close/>
                    <a:moveTo>
                      <a:pt x="164" y="152"/>
                    </a:moveTo>
                    <a:lnTo>
                      <a:pt x="166" y="152"/>
                    </a:lnTo>
                    <a:lnTo>
                      <a:pt x="164" y="152"/>
                    </a:lnTo>
                    <a:lnTo>
                      <a:pt x="164" y="152"/>
                    </a:lnTo>
                    <a:lnTo>
                      <a:pt x="164" y="152"/>
                    </a:lnTo>
                    <a:close/>
                    <a:moveTo>
                      <a:pt x="438" y="156"/>
                    </a:moveTo>
                    <a:lnTo>
                      <a:pt x="442" y="156"/>
                    </a:lnTo>
                    <a:lnTo>
                      <a:pt x="446" y="156"/>
                    </a:lnTo>
                    <a:lnTo>
                      <a:pt x="450" y="156"/>
                    </a:lnTo>
                    <a:lnTo>
                      <a:pt x="450" y="160"/>
                    </a:lnTo>
                    <a:lnTo>
                      <a:pt x="454" y="160"/>
                    </a:lnTo>
                    <a:lnTo>
                      <a:pt x="454" y="164"/>
                    </a:lnTo>
                    <a:lnTo>
                      <a:pt x="450" y="164"/>
                    </a:lnTo>
                    <a:lnTo>
                      <a:pt x="450" y="166"/>
                    </a:lnTo>
                    <a:lnTo>
                      <a:pt x="446" y="166"/>
                    </a:lnTo>
                    <a:lnTo>
                      <a:pt x="442" y="166"/>
                    </a:lnTo>
                    <a:lnTo>
                      <a:pt x="438" y="164"/>
                    </a:lnTo>
                    <a:lnTo>
                      <a:pt x="434" y="160"/>
                    </a:lnTo>
                    <a:lnTo>
                      <a:pt x="434" y="156"/>
                    </a:lnTo>
                    <a:lnTo>
                      <a:pt x="438" y="156"/>
                    </a:lnTo>
                    <a:lnTo>
                      <a:pt x="438" y="156"/>
                    </a:lnTo>
                    <a:lnTo>
                      <a:pt x="438" y="156"/>
                    </a:lnTo>
                    <a:close/>
                    <a:moveTo>
                      <a:pt x="298" y="160"/>
                    </a:moveTo>
                    <a:lnTo>
                      <a:pt x="298" y="164"/>
                    </a:lnTo>
                    <a:lnTo>
                      <a:pt x="298" y="166"/>
                    </a:lnTo>
                    <a:lnTo>
                      <a:pt x="298" y="170"/>
                    </a:lnTo>
                    <a:lnTo>
                      <a:pt x="294" y="170"/>
                    </a:lnTo>
                    <a:lnTo>
                      <a:pt x="298" y="166"/>
                    </a:lnTo>
                    <a:lnTo>
                      <a:pt x="294" y="166"/>
                    </a:lnTo>
                    <a:lnTo>
                      <a:pt x="294" y="164"/>
                    </a:lnTo>
                    <a:lnTo>
                      <a:pt x="294" y="160"/>
                    </a:lnTo>
                    <a:lnTo>
                      <a:pt x="298" y="160"/>
                    </a:lnTo>
                    <a:lnTo>
                      <a:pt x="298" y="156"/>
                    </a:lnTo>
                    <a:lnTo>
                      <a:pt x="298" y="160"/>
                    </a:lnTo>
                    <a:lnTo>
                      <a:pt x="298" y="160"/>
                    </a:lnTo>
                    <a:lnTo>
                      <a:pt x="298" y="160"/>
                    </a:lnTo>
                    <a:close/>
                    <a:moveTo>
                      <a:pt x="458" y="156"/>
                    </a:moveTo>
                    <a:lnTo>
                      <a:pt x="458" y="160"/>
                    </a:lnTo>
                    <a:lnTo>
                      <a:pt x="458" y="156"/>
                    </a:lnTo>
                    <a:lnTo>
                      <a:pt x="458" y="156"/>
                    </a:lnTo>
                    <a:lnTo>
                      <a:pt x="458" y="156"/>
                    </a:lnTo>
                    <a:close/>
                    <a:moveTo>
                      <a:pt x="464" y="164"/>
                    </a:moveTo>
                    <a:lnTo>
                      <a:pt x="468" y="164"/>
                    </a:lnTo>
                    <a:lnTo>
                      <a:pt x="468" y="166"/>
                    </a:lnTo>
                    <a:lnTo>
                      <a:pt x="464" y="166"/>
                    </a:lnTo>
                    <a:lnTo>
                      <a:pt x="468" y="164"/>
                    </a:lnTo>
                    <a:lnTo>
                      <a:pt x="464" y="164"/>
                    </a:lnTo>
                    <a:lnTo>
                      <a:pt x="464" y="166"/>
                    </a:lnTo>
                    <a:lnTo>
                      <a:pt x="460" y="166"/>
                    </a:lnTo>
                    <a:lnTo>
                      <a:pt x="460" y="164"/>
                    </a:lnTo>
                    <a:lnTo>
                      <a:pt x="464" y="164"/>
                    </a:lnTo>
                    <a:lnTo>
                      <a:pt x="464" y="164"/>
                    </a:lnTo>
                    <a:lnTo>
                      <a:pt x="464" y="164"/>
                    </a:lnTo>
                    <a:close/>
                    <a:moveTo>
                      <a:pt x="468" y="164"/>
                    </a:moveTo>
                    <a:lnTo>
                      <a:pt x="472" y="164"/>
                    </a:lnTo>
                    <a:lnTo>
                      <a:pt x="468" y="164"/>
                    </a:lnTo>
                    <a:lnTo>
                      <a:pt x="468" y="164"/>
                    </a:lnTo>
                    <a:lnTo>
                      <a:pt x="468" y="164"/>
                    </a:lnTo>
                    <a:close/>
                    <a:moveTo>
                      <a:pt x="394" y="170"/>
                    </a:moveTo>
                    <a:lnTo>
                      <a:pt x="398" y="170"/>
                    </a:lnTo>
                    <a:lnTo>
                      <a:pt x="394" y="174"/>
                    </a:lnTo>
                    <a:lnTo>
                      <a:pt x="394" y="170"/>
                    </a:lnTo>
                    <a:lnTo>
                      <a:pt x="394" y="170"/>
                    </a:lnTo>
                    <a:lnTo>
                      <a:pt x="394" y="170"/>
                    </a:lnTo>
                    <a:close/>
                    <a:moveTo>
                      <a:pt x="394" y="178"/>
                    </a:moveTo>
                    <a:lnTo>
                      <a:pt x="398" y="178"/>
                    </a:lnTo>
                    <a:lnTo>
                      <a:pt x="398" y="182"/>
                    </a:lnTo>
                    <a:lnTo>
                      <a:pt x="398" y="186"/>
                    </a:lnTo>
                    <a:lnTo>
                      <a:pt x="394" y="182"/>
                    </a:lnTo>
                    <a:lnTo>
                      <a:pt x="394" y="186"/>
                    </a:lnTo>
                    <a:lnTo>
                      <a:pt x="394" y="190"/>
                    </a:lnTo>
                    <a:lnTo>
                      <a:pt x="398" y="194"/>
                    </a:lnTo>
                    <a:lnTo>
                      <a:pt x="394" y="194"/>
                    </a:lnTo>
                    <a:lnTo>
                      <a:pt x="390" y="194"/>
                    </a:lnTo>
                    <a:lnTo>
                      <a:pt x="390" y="196"/>
                    </a:lnTo>
                    <a:lnTo>
                      <a:pt x="390" y="200"/>
                    </a:lnTo>
                    <a:lnTo>
                      <a:pt x="386" y="200"/>
                    </a:lnTo>
                    <a:lnTo>
                      <a:pt x="386" y="196"/>
                    </a:lnTo>
                    <a:lnTo>
                      <a:pt x="386" y="194"/>
                    </a:lnTo>
                    <a:lnTo>
                      <a:pt x="390" y="194"/>
                    </a:lnTo>
                    <a:lnTo>
                      <a:pt x="390" y="190"/>
                    </a:lnTo>
                    <a:lnTo>
                      <a:pt x="390" y="186"/>
                    </a:lnTo>
                    <a:lnTo>
                      <a:pt x="390" y="182"/>
                    </a:lnTo>
                    <a:lnTo>
                      <a:pt x="390" y="178"/>
                    </a:lnTo>
                    <a:lnTo>
                      <a:pt x="394" y="178"/>
                    </a:lnTo>
                    <a:lnTo>
                      <a:pt x="394" y="178"/>
                    </a:lnTo>
                    <a:lnTo>
                      <a:pt x="394" y="178"/>
                    </a:lnTo>
                    <a:close/>
                    <a:moveTo>
                      <a:pt x="390" y="182"/>
                    </a:moveTo>
                    <a:lnTo>
                      <a:pt x="390" y="186"/>
                    </a:lnTo>
                    <a:lnTo>
                      <a:pt x="386" y="190"/>
                    </a:lnTo>
                    <a:lnTo>
                      <a:pt x="386" y="194"/>
                    </a:lnTo>
                    <a:lnTo>
                      <a:pt x="382" y="194"/>
                    </a:lnTo>
                    <a:lnTo>
                      <a:pt x="382" y="190"/>
                    </a:lnTo>
                    <a:lnTo>
                      <a:pt x="382" y="186"/>
                    </a:lnTo>
                    <a:lnTo>
                      <a:pt x="382" y="182"/>
                    </a:lnTo>
                    <a:lnTo>
                      <a:pt x="386" y="182"/>
                    </a:lnTo>
                    <a:lnTo>
                      <a:pt x="390" y="182"/>
                    </a:lnTo>
                    <a:lnTo>
                      <a:pt x="390" y="182"/>
                    </a:lnTo>
                    <a:lnTo>
                      <a:pt x="390" y="182"/>
                    </a:lnTo>
                    <a:close/>
                    <a:moveTo>
                      <a:pt x="378" y="190"/>
                    </a:moveTo>
                    <a:lnTo>
                      <a:pt x="378" y="194"/>
                    </a:lnTo>
                    <a:lnTo>
                      <a:pt x="378" y="196"/>
                    </a:lnTo>
                    <a:lnTo>
                      <a:pt x="374" y="194"/>
                    </a:lnTo>
                    <a:lnTo>
                      <a:pt x="374" y="190"/>
                    </a:lnTo>
                    <a:lnTo>
                      <a:pt x="378" y="190"/>
                    </a:lnTo>
                    <a:lnTo>
                      <a:pt x="378" y="190"/>
                    </a:lnTo>
                    <a:lnTo>
                      <a:pt x="378" y="190"/>
                    </a:lnTo>
                    <a:close/>
                    <a:moveTo>
                      <a:pt x="104" y="196"/>
                    </a:moveTo>
                    <a:lnTo>
                      <a:pt x="100" y="196"/>
                    </a:lnTo>
                    <a:lnTo>
                      <a:pt x="96" y="194"/>
                    </a:lnTo>
                    <a:lnTo>
                      <a:pt x="100" y="194"/>
                    </a:lnTo>
                    <a:lnTo>
                      <a:pt x="104" y="194"/>
                    </a:lnTo>
                    <a:lnTo>
                      <a:pt x="104" y="196"/>
                    </a:lnTo>
                    <a:lnTo>
                      <a:pt x="104" y="196"/>
                    </a:lnTo>
                    <a:lnTo>
                      <a:pt x="104" y="196"/>
                    </a:lnTo>
                    <a:close/>
                    <a:moveTo>
                      <a:pt x="554" y="194"/>
                    </a:moveTo>
                    <a:lnTo>
                      <a:pt x="558" y="194"/>
                    </a:lnTo>
                    <a:lnTo>
                      <a:pt x="558" y="196"/>
                    </a:lnTo>
                    <a:lnTo>
                      <a:pt x="558" y="200"/>
                    </a:lnTo>
                    <a:lnTo>
                      <a:pt x="558" y="204"/>
                    </a:lnTo>
                    <a:lnTo>
                      <a:pt x="554" y="204"/>
                    </a:lnTo>
                    <a:lnTo>
                      <a:pt x="554" y="200"/>
                    </a:lnTo>
                    <a:lnTo>
                      <a:pt x="550" y="200"/>
                    </a:lnTo>
                    <a:lnTo>
                      <a:pt x="554" y="200"/>
                    </a:lnTo>
                    <a:lnTo>
                      <a:pt x="554" y="196"/>
                    </a:lnTo>
                    <a:lnTo>
                      <a:pt x="554" y="194"/>
                    </a:lnTo>
                    <a:lnTo>
                      <a:pt x="554" y="194"/>
                    </a:lnTo>
                    <a:lnTo>
                      <a:pt x="554" y="194"/>
                    </a:lnTo>
                    <a:close/>
                    <a:moveTo>
                      <a:pt x="248" y="200"/>
                    </a:moveTo>
                    <a:lnTo>
                      <a:pt x="246" y="200"/>
                    </a:lnTo>
                    <a:lnTo>
                      <a:pt x="248" y="200"/>
                    </a:lnTo>
                    <a:lnTo>
                      <a:pt x="248" y="200"/>
                    </a:lnTo>
                    <a:lnTo>
                      <a:pt x="248" y="200"/>
                    </a:lnTo>
                    <a:close/>
                    <a:moveTo>
                      <a:pt x="358" y="200"/>
                    </a:moveTo>
                    <a:lnTo>
                      <a:pt x="358" y="204"/>
                    </a:lnTo>
                    <a:lnTo>
                      <a:pt x="360" y="204"/>
                    </a:lnTo>
                    <a:lnTo>
                      <a:pt x="358" y="208"/>
                    </a:lnTo>
                    <a:lnTo>
                      <a:pt x="358" y="212"/>
                    </a:lnTo>
                    <a:lnTo>
                      <a:pt x="358" y="208"/>
                    </a:lnTo>
                    <a:lnTo>
                      <a:pt x="358" y="204"/>
                    </a:lnTo>
                    <a:lnTo>
                      <a:pt x="358" y="200"/>
                    </a:lnTo>
                    <a:lnTo>
                      <a:pt x="358" y="200"/>
                    </a:lnTo>
                    <a:lnTo>
                      <a:pt x="358" y="200"/>
                    </a:lnTo>
                    <a:close/>
                    <a:moveTo>
                      <a:pt x="212" y="238"/>
                    </a:moveTo>
                    <a:lnTo>
                      <a:pt x="208" y="238"/>
                    </a:lnTo>
                    <a:lnTo>
                      <a:pt x="204" y="234"/>
                    </a:lnTo>
                    <a:lnTo>
                      <a:pt x="200" y="234"/>
                    </a:lnTo>
                    <a:lnTo>
                      <a:pt x="196" y="234"/>
                    </a:lnTo>
                    <a:lnTo>
                      <a:pt x="192" y="234"/>
                    </a:lnTo>
                    <a:lnTo>
                      <a:pt x="190" y="234"/>
                    </a:lnTo>
                    <a:lnTo>
                      <a:pt x="186" y="234"/>
                    </a:lnTo>
                    <a:lnTo>
                      <a:pt x="182" y="234"/>
                    </a:lnTo>
                    <a:lnTo>
                      <a:pt x="178" y="234"/>
                    </a:lnTo>
                    <a:lnTo>
                      <a:pt x="178" y="230"/>
                    </a:lnTo>
                    <a:lnTo>
                      <a:pt x="174" y="230"/>
                    </a:lnTo>
                    <a:lnTo>
                      <a:pt x="170" y="230"/>
                    </a:lnTo>
                    <a:lnTo>
                      <a:pt x="166" y="230"/>
                    </a:lnTo>
                    <a:lnTo>
                      <a:pt x="164" y="230"/>
                    </a:lnTo>
                    <a:lnTo>
                      <a:pt x="160" y="230"/>
                    </a:lnTo>
                    <a:lnTo>
                      <a:pt x="160" y="226"/>
                    </a:lnTo>
                    <a:lnTo>
                      <a:pt x="160" y="222"/>
                    </a:lnTo>
                    <a:lnTo>
                      <a:pt x="160" y="220"/>
                    </a:lnTo>
                    <a:lnTo>
                      <a:pt x="160" y="222"/>
                    </a:lnTo>
                    <a:lnTo>
                      <a:pt x="156" y="222"/>
                    </a:lnTo>
                    <a:lnTo>
                      <a:pt x="156" y="220"/>
                    </a:lnTo>
                    <a:lnTo>
                      <a:pt x="152" y="220"/>
                    </a:lnTo>
                    <a:lnTo>
                      <a:pt x="148" y="220"/>
                    </a:lnTo>
                    <a:lnTo>
                      <a:pt x="144" y="220"/>
                    </a:lnTo>
                    <a:lnTo>
                      <a:pt x="140" y="220"/>
                    </a:lnTo>
                    <a:lnTo>
                      <a:pt x="144" y="220"/>
                    </a:lnTo>
                    <a:lnTo>
                      <a:pt x="144" y="216"/>
                    </a:lnTo>
                    <a:lnTo>
                      <a:pt x="144" y="220"/>
                    </a:lnTo>
                    <a:lnTo>
                      <a:pt x="148" y="216"/>
                    </a:lnTo>
                    <a:lnTo>
                      <a:pt x="148" y="212"/>
                    </a:lnTo>
                    <a:lnTo>
                      <a:pt x="152" y="212"/>
                    </a:lnTo>
                    <a:lnTo>
                      <a:pt x="152" y="208"/>
                    </a:lnTo>
                    <a:lnTo>
                      <a:pt x="152" y="204"/>
                    </a:lnTo>
                    <a:lnTo>
                      <a:pt x="152" y="200"/>
                    </a:lnTo>
                    <a:lnTo>
                      <a:pt x="156" y="200"/>
                    </a:lnTo>
                    <a:lnTo>
                      <a:pt x="156" y="204"/>
                    </a:lnTo>
                    <a:lnTo>
                      <a:pt x="160" y="204"/>
                    </a:lnTo>
                    <a:lnTo>
                      <a:pt x="164" y="204"/>
                    </a:lnTo>
                    <a:lnTo>
                      <a:pt x="166" y="204"/>
                    </a:lnTo>
                    <a:lnTo>
                      <a:pt x="170" y="204"/>
                    </a:lnTo>
                    <a:lnTo>
                      <a:pt x="174" y="204"/>
                    </a:lnTo>
                    <a:lnTo>
                      <a:pt x="174" y="208"/>
                    </a:lnTo>
                    <a:lnTo>
                      <a:pt x="178" y="208"/>
                    </a:lnTo>
                    <a:lnTo>
                      <a:pt x="182" y="212"/>
                    </a:lnTo>
                    <a:lnTo>
                      <a:pt x="186" y="212"/>
                    </a:lnTo>
                    <a:lnTo>
                      <a:pt x="186" y="208"/>
                    </a:lnTo>
                    <a:lnTo>
                      <a:pt x="186" y="212"/>
                    </a:lnTo>
                    <a:lnTo>
                      <a:pt x="190" y="212"/>
                    </a:lnTo>
                    <a:lnTo>
                      <a:pt x="190" y="216"/>
                    </a:lnTo>
                    <a:lnTo>
                      <a:pt x="190" y="220"/>
                    </a:lnTo>
                    <a:lnTo>
                      <a:pt x="192" y="220"/>
                    </a:lnTo>
                    <a:lnTo>
                      <a:pt x="196" y="220"/>
                    </a:lnTo>
                    <a:lnTo>
                      <a:pt x="200" y="220"/>
                    </a:lnTo>
                    <a:lnTo>
                      <a:pt x="204" y="220"/>
                    </a:lnTo>
                    <a:lnTo>
                      <a:pt x="208" y="220"/>
                    </a:lnTo>
                    <a:lnTo>
                      <a:pt x="212" y="220"/>
                    </a:lnTo>
                    <a:lnTo>
                      <a:pt x="216" y="220"/>
                    </a:lnTo>
                    <a:lnTo>
                      <a:pt x="216" y="222"/>
                    </a:lnTo>
                    <a:lnTo>
                      <a:pt x="216" y="220"/>
                    </a:lnTo>
                    <a:lnTo>
                      <a:pt x="220" y="220"/>
                    </a:lnTo>
                    <a:lnTo>
                      <a:pt x="220" y="216"/>
                    </a:lnTo>
                    <a:lnTo>
                      <a:pt x="220" y="212"/>
                    </a:lnTo>
                    <a:lnTo>
                      <a:pt x="222" y="212"/>
                    </a:lnTo>
                    <a:lnTo>
                      <a:pt x="226" y="216"/>
                    </a:lnTo>
                    <a:lnTo>
                      <a:pt x="230" y="216"/>
                    </a:lnTo>
                    <a:lnTo>
                      <a:pt x="234" y="216"/>
                    </a:lnTo>
                    <a:lnTo>
                      <a:pt x="234" y="220"/>
                    </a:lnTo>
                    <a:lnTo>
                      <a:pt x="238" y="220"/>
                    </a:lnTo>
                    <a:lnTo>
                      <a:pt x="242" y="220"/>
                    </a:lnTo>
                    <a:lnTo>
                      <a:pt x="246" y="220"/>
                    </a:lnTo>
                    <a:lnTo>
                      <a:pt x="246" y="222"/>
                    </a:lnTo>
                    <a:lnTo>
                      <a:pt x="248" y="222"/>
                    </a:lnTo>
                    <a:lnTo>
                      <a:pt x="248" y="226"/>
                    </a:lnTo>
                    <a:lnTo>
                      <a:pt x="246" y="222"/>
                    </a:lnTo>
                    <a:lnTo>
                      <a:pt x="246" y="226"/>
                    </a:lnTo>
                    <a:lnTo>
                      <a:pt x="248" y="226"/>
                    </a:lnTo>
                    <a:lnTo>
                      <a:pt x="248" y="230"/>
                    </a:lnTo>
                    <a:lnTo>
                      <a:pt x="252" y="234"/>
                    </a:lnTo>
                    <a:lnTo>
                      <a:pt x="256" y="234"/>
                    </a:lnTo>
                    <a:lnTo>
                      <a:pt x="260" y="234"/>
                    </a:lnTo>
                    <a:lnTo>
                      <a:pt x="264" y="234"/>
                    </a:lnTo>
                    <a:lnTo>
                      <a:pt x="268" y="234"/>
                    </a:lnTo>
                    <a:lnTo>
                      <a:pt x="268" y="230"/>
                    </a:lnTo>
                    <a:lnTo>
                      <a:pt x="268" y="234"/>
                    </a:lnTo>
                    <a:lnTo>
                      <a:pt x="272" y="234"/>
                    </a:lnTo>
                    <a:lnTo>
                      <a:pt x="272" y="238"/>
                    </a:lnTo>
                    <a:lnTo>
                      <a:pt x="272" y="242"/>
                    </a:lnTo>
                    <a:lnTo>
                      <a:pt x="272" y="246"/>
                    </a:lnTo>
                    <a:lnTo>
                      <a:pt x="272" y="250"/>
                    </a:lnTo>
                    <a:lnTo>
                      <a:pt x="276" y="250"/>
                    </a:lnTo>
                    <a:lnTo>
                      <a:pt x="276" y="252"/>
                    </a:lnTo>
                    <a:lnTo>
                      <a:pt x="272" y="252"/>
                    </a:lnTo>
                    <a:lnTo>
                      <a:pt x="272" y="250"/>
                    </a:lnTo>
                    <a:lnTo>
                      <a:pt x="268" y="250"/>
                    </a:lnTo>
                    <a:lnTo>
                      <a:pt x="264" y="250"/>
                    </a:lnTo>
                    <a:lnTo>
                      <a:pt x="260" y="246"/>
                    </a:lnTo>
                    <a:lnTo>
                      <a:pt x="256" y="246"/>
                    </a:lnTo>
                    <a:lnTo>
                      <a:pt x="256" y="242"/>
                    </a:lnTo>
                    <a:lnTo>
                      <a:pt x="252" y="242"/>
                    </a:lnTo>
                    <a:lnTo>
                      <a:pt x="252" y="246"/>
                    </a:lnTo>
                    <a:lnTo>
                      <a:pt x="248" y="246"/>
                    </a:lnTo>
                    <a:lnTo>
                      <a:pt x="246" y="246"/>
                    </a:lnTo>
                    <a:lnTo>
                      <a:pt x="242" y="246"/>
                    </a:lnTo>
                    <a:lnTo>
                      <a:pt x="238" y="246"/>
                    </a:lnTo>
                    <a:lnTo>
                      <a:pt x="234" y="242"/>
                    </a:lnTo>
                    <a:lnTo>
                      <a:pt x="234" y="246"/>
                    </a:lnTo>
                    <a:lnTo>
                      <a:pt x="230" y="246"/>
                    </a:lnTo>
                    <a:lnTo>
                      <a:pt x="230" y="242"/>
                    </a:lnTo>
                    <a:lnTo>
                      <a:pt x="226" y="242"/>
                    </a:lnTo>
                    <a:lnTo>
                      <a:pt x="222" y="242"/>
                    </a:lnTo>
                    <a:lnTo>
                      <a:pt x="220" y="242"/>
                    </a:lnTo>
                    <a:lnTo>
                      <a:pt x="216" y="242"/>
                    </a:lnTo>
                    <a:lnTo>
                      <a:pt x="212" y="238"/>
                    </a:lnTo>
                    <a:lnTo>
                      <a:pt x="212" y="238"/>
                    </a:lnTo>
                    <a:lnTo>
                      <a:pt x="212" y="238"/>
                    </a:lnTo>
                    <a:close/>
                    <a:moveTo>
                      <a:pt x="554" y="204"/>
                    </a:moveTo>
                    <a:lnTo>
                      <a:pt x="558" y="204"/>
                    </a:lnTo>
                    <a:lnTo>
                      <a:pt x="558" y="208"/>
                    </a:lnTo>
                    <a:lnTo>
                      <a:pt x="558" y="212"/>
                    </a:lnTo>
                    <a:lnTo>
                      <a:pt x="554" y="208"/>
                    </a:lnTo>
                    <a:lnTo>
                      <a:pt x="554" y="204"/>
                    </a:lnTo>
                    <a:lnTo>
                      <a:pt x="554" y="204"/>
                    </a:lnTo>
                    <a:lnTo>
                      <a:pt x="554" y="204"/>
                    </a:lnTo>
                    <a:close/>
                    <a:moveTo>
                      <a:pt x="550" y="208"/>
                    </a:moveTo>
                    <a:lnTo>
                      <a:pt x="554" y="208"/>
                    </a:lnTo>
                    <a:lnTo>
                      <a:pt x="554" y="212"/>
                    </a:lnTo>
                    <a:lnTo>
                      <a:pt x="554" y="216"/>
                    </a:lnTo>
                    <a:lnTo>
                      <a:pt x="554" y="220"/>
                    </a:lnTo>
                    <a:lnTo>
                      <a:pt x="550" y="220"/>
                    </a:lnTo>
                    <a:lnTo>
                      <a:pt x="550" y="212"/>
                    </a:lnTo>
                    <a:lnTo>
                      <a:pt x="550" y="208"/>
                    </a:lnTo>
                    <a:lnTo>
                      <a:pt x="550" y="208"/>
                    </a:lnTo>
                    <a:lnTo>
                      <a:pt x="550" y="208"/>
                    </a:lnTo>
                    <a:close/>
                    <a:moveTo>
                      <a:pt x="140" y="212"/>
                    </a:moveTo>
                    <a:lnTo>
                      <a:pt x="140" y="216"/>
                    </a:lnTo>
                    <a:lnTo>
                      <a:pt x="140" y="212"/>
                    </a:lnTo>
                    <a:lnTo>
                      <a:pt x="140" y="212"/>
                    </a:lnTo>
                    <a:lnTo>
                      <a:pt x="140" y="212"/>
                    </a:lnTo>
                    <a:close/>
                    <a:moveTo>
                      <a:pt x="286" y="220"/>
                    </a:moveTo>
                    <a:lnTo>
                      <a:pt x="290" y="220"/>
                    </a:lnTo>
                    <a:lnTo>
                      <a:pt x="286" y="220"/>
                    </a:lnTo>
                    <a:lnTo>
                      <a:pt x="286" y="222"/>
                    </a:lnTo>
                    <a:lnTo>
                      <a:pt x="282" y="222"/>
                    </a:lnTo>
                    <a:lnTo>
                      <a:pt x="282" y="220"/>
                    </a:lnTo>
                    <a:lnTo>
                      <a:pt x="286" y="220"/>
                    </a:lnTo>
                    <a:lnTo>
                      <a:pt x="286" y="220"/>
                    </a:lnTo>
                    <a:lnTo>
                      <a:pt x="286" y="220"/>
                    </a:lnTo>
                    <a:close/>
                    <a:moveTo>
                      <a:pt x="252" y="220"/>
                    </a:moveTo>
                    <a:lnTo>
                      <a:pt x="256" y="220"/>
                    </a:lnTo>
                    <a:lnTo>
                      <a:pt x="260" y="220"/>
                    </a:lnTo>
                    <a:lnTo>
                      <a:pt x="264" y="220"/>
                    </a:lnTo>
                    <a:lnTo>
                      <a:pt x="268" y="220"/>
                    </a:lnTo>
                    <a:lnTo>
                      <a:pt x="268" y="222"/>
                    </a:lnTo>
                    <a:lnTo>
                      <a:pt x="264" y="222"/>
                    </a:lnTo>
                    <a:lnTo>
                      <a:pt x="260" y="222"/>
                    </a:lnTo>
                    <a:lnTo>
                      <a:pt x="260" y="226"/>
                    </a:lnTo>
                    <a:lnTo>
                      <a:pt x="256" y="226"/>
                    </a:lnTo>
                    <a:lnTo>
                      <a:pt x="252" y="226"/>
                    </a:lnTo>
                    <a:lnTo>
                      <a:pt x="252" y="222"/>
                    </a:lnTo>
                    <a:lnTo>
                      <a:pt x="252" y="226"/>
                    </a:lnTo>
                    <a:lnTo>
                      <a:pt x="248" y="222"/>
                    </a:lnTo>
                    <a:lnTo>
                      <a:pt x="248" y="220"/>
                    </a:lnTo>
                    <a:lnTo>
                      <a:pt x="252" y="220"/>
                    </a:lnTo>
                    <a:lnTo>
                      <a:pt x="252" y="220"/>
                    </a:lnTo>
                    <a:lnTo>
                      <a:pt x="252" y="220"/>
                    </a:lnTo>
                    <a:close/>
                    <a:moveTo>
                      <a:pt x="516" y="222"/>
                    </a:moveTo>
                    <a:lnTo>
                      <a:pt x="516" y="226"/>
                    </a:lnTo>
                    <a:lnTo>
                      <a:pt x="516" y="230"/>
                    </a:lnTo>
                    <a:lnTo>
                      <a:pt x="514" y="234"/>
                    </a:lnTo>
                    <a:lnTo>
                      <a:pt x="514" y="238"/>
                    </a:lnTo>
                    <a:lnTo>
                      <a:pt x="510" y="238"/>
                    </a:lnTo>
                    <a:lnTo>
                      <a:pt x="506" y="238"/>
                    </a:lnTo>
                    <a:lnTo>
                      <a:pt x="510" y="234"/>
                    </a:lnTo>
                    <a:lnTo>
                      <a:pt x="510" y="230"/>
                    </a:lnTo>
                    <a:lnTo>
                      <a:pt x="514" y="226"/>
                    </a:lnTo>
                    <a:lnTo>
                      <a:pt x="514" y="222"/>
                    </a:lnTo>
                    <a:lnTo>
                      <a:pt x="516" y="222"/>
                    </a:lnTo>
                    <a:lnTo>
                      <a:pt x="516" y="222"/>
                    </a:lnTo>
                    <a:lnTo>
                      <a:pt x="516" y="222"/>
                    </a:lnTo>
                    <a:close/>
                    <a:moveTo>
                      <a:pt x="614" y="226"/>
                    </a:moveTo>
                    <a:lnTo>
                      <a:pt x="618" y="226"/>
                    </a:lnTo>
                    <a:lnTo>
                      <a:pt x="618" y="230"/>
                    </a:lnTo>
                    <a:lnTo>
                      <a:pt x="622" y="230"/>
                    </a:lnTo>
                    <a:lnTo>
                      <a:pt x="618" y="234"/>
                    </a:lnTo>
                    <a:lnTo>
                      <a:pt x="618" y="238"/>
                    </a:lnTo>
                    <a:lnTo>
                      <a:pt x="618" y="242"/>
                    </a:lnTo>
                    <a:lnTo>
                      <a:pt x="614" y="242"/>
                    </a:lnTo>
                    <a:lnTo>
                      <a:pt x="610" y="246"/>
                    </a:lnTo>
                    <a:lnTo>
                      <a:pt x="606" y="246"/>
                    </a:lnTo>
                    <a:lnTo>
                      <a:pt x="602" y="246"/>
                    </a:lnTo>
                    <a:lnTo>
                      <a:pt x="600" y="246"/>
                    </a:lnTo>
                    <a:lnTo>
                      <a:pt x="602" y="242"/>
                    </a:lnTo>
                    <a:lnTo>
                      <a:pt x="602" y="238"/>
                    </a:lnTo>
                    <a:lnTo>
                      <a:pt x="602" y="234"/>
                    </a:lnTo>
                    <a:lnTo>
                      <a:pt x="606" y="230"/>
                    </a:lnTo>
                    <a:lnTo>
                      <a:pt x="610" y="230"/>
                    </a:lnTo>
                    <a:lnTo>
                      <a:pt x="610" y="226"/>
                    </a:lnTo>
                    <a:lnTo>
                      <a:pt x="614" y="226"/>
                    </a:lnTo>
                    <a:lnTo>
                      <a:pt x="614" y="226"/>
                    </a:lnTo>
                    <a:lnTo>
                      <a:pt x="614" y="226"/>
                    </a:lnTo>
                    <a:close/>
                    <a:moveTo>
                      <a:pt x="488" y="234"/>
                    </a:moveTo>
                    <a:lnTo>
                      <a:pt x="490" y="234"/>
                    </a:lnTo>
                    <a:lnTo>
                      <a:pt x="490" y="238"/>
                    </a:lnTo>
                    <a:lnTo>
                      <a:pt x="488" y="238"/>
                    </a:lnTo>
                    <a:lnTo>
                      <a:pt x="488" y="234"/>
                    </a:lnTo>
                    <a:lnTo>
                      <a:pt x="488" y="234"/>
                    </a:lnTo>
                    <a:lnTo>
                      <a:pt x="488" y="234"/>
                    </a:lnTo>
                    <a:close/>
                    <a:moveTo>
                      <a:pt x="272" y="242"/>
                    </a:moveTo>
                    <a:lnTo>
                      <a:pt x="276" y="242"/>
                    </a:lnTo>
                    <a:lnTo>
                      <a:pt x="278" y="242"/>
                    </a:lnTo>
                    <a:lnTo>
                      <a:pt x="282" y="242"/>
                    </a:lnTo>
                    <a:lnTo>
                      <a:pt x="282" y="238"/>
                    </a:lnTo>
                    <a:lnTo>
                      <a:pt x="286" y="242"/>
                    </a:lnTo>
                    <a:lnTo>
                      <a:pt x="290" y="242"/>
                    </a:lnTo>
                    <a:lnTo>
                      <a:pt x="290" y="246"/>
                    </a:lnTo>
                    <a:lnTo>
                      <a:pt x="286" y="250"/>
                    </a:lnTo>
                    <a:lnTo>
                      <a:pt x="282" y="250"/>
                    </a:lnTo>
                    <a:lnTo>
                      <a:pt x="282" y="252"/>
                    </a:lnTo>
                    <a:lnTo>
                      <a:pt x="282" y="250"/>
                    </a:lnTo>
                    <a:lnTo>
                      <a:pt x="278" y="246"/>
                    </a:lnTo>
                    <a:lnTo>
                      <a:pt x="276" y="246"/>
                    </a:lnTo>
                    <a:lnTo>
                      <a:pt x="276" y="242"/>
                    </a:lnTo>
                    <a:lnTo>
                      <a:pt x="272" y="242"/>
                    </a:lnTo>
                    <a:lnTo>
                      <a:pt x="272" y="242"/>
                    </a:lnTo>
                    <a:lnTo>
                      <a:pt x="272" y="242"/>
                    </a:lnTo>
                    <a:close/>
                    <a:moveTo>
                      <a:pt x="390" y="250"/>
                    </a:moveTo>
                    <a:lnTo>
                      <a:pt x="386" y="250"/>
                    </a:lnTo>
                    <a:lnTo>
                      <a:pt x="386" y="252"/>
                    </a:lnTo>
                    <a:lnTo>
                      <a:pt x="382" y="252"/>
                    </a:lnTo>
                    <a:lnTo>
                      <a:pt x="378" y="252"/>
                    </a:lnTo>
                    <a:lnTo>
                      <a:pt x="374" y="252"/>
                    </a:lnTo>
                    <a:lnTo>
                      <a:pt x="372" y="252"/>
                    </a:lnTo>
                    <a:lnTo>
                      <a:pt x="368" y="252"/>
                    </a:lnTo>
                    <a:lnTo>
                      <a:pt x="364" y="256"/>
                    </a:lnTo>
                    <a:lnTo>
                      <a:pt x="364" y="252"/>
                    </a:lnTo>
                    <a:lnTo>
                      <a:pt x="360" y="252"/>
                    </a:lnTo>
                    <a:lnTo>
                      <a:pt x="358" y="252"/>
                    </a:lnTo>
                    <a:lnTo>
                      <a:pt x="354" y="252"/>
                    </a:lnTo>
                    <a:lnTo>
                      <a:pt x="350" y="252"/>
                    </a:lnTo>
                    <a:lnTo>
                      <a:pt x="350" y="250"/>
                    </a:lnTo>
                    <a:lnTo>
                      <a:pt x="350" y="246"/>
                    </a:lnTo>
                    <a:lnTo>
                      <a:pt x="354" y="246"/>
                    </a:lnTo>
                    <a:lnTo>
                      <a:pt x="354" y="242"/>
                    </a:lnTo>
                    <a:lnTo>
                      <a:pt x="358" y="242"/>
                    </a:lnTo>
                    <a:lnTo>
                      <a:pt x="360" y="246"/>
                    </a:lnTo>
                    <a:lnTo>
                      <a:pt x="364" y="246"/>
                    </a:lnTo>
                    <a:lnTo>
                      <a:pt x="368" y="246"/>
                    </a:lnTo>
                    <a:lnTo>
                      <a:pt x="368" y="250"/>
                    </a:lnTo>
                    <a:lnTo>
                      <a:pt x="372" y="250"/>
                    </a:lnTo>
                    <a:lnTo>
                      <a:pt x="374" y="246"/>
                    </a:lnTo>
                    <a:lnTo>
                      <a:pt x="378" y="246"/>
                    </a:lnTo>
                    <a:lnTo>
                      <a:pt x="378" y="250"/>
                    </a:lnTo>
                    <a:lnTo>
                      <a:pt x="382" y="250"/>
                    </a:lnTo>
                    <a:lnTo>
                      <a:pt x="386" y="250"/>
                    </a:lnTo>
                    <a:lnTo>
                      <a:pt x="386" y="246"/>
                    </a:lnTo>
                    <a:lnTo>
                      <a:pt x="390" y="246"/>
                    </a:lnTo>
                    <a:lnTo>
                      <a:pt x="394" y="242"/>
                    </a:lnTo>
                    <a:lnTo>
                      <a:pt x="390" y="242"/>
                    </a:lnTo>
                    <a:lnTo>
                      <a:pt x="394" y="242"/>
                    </a:lnTo>
                    <a:lnTo>
                      <a:pt x="394" y="246"/>
                    </a:lnTo>
                    <a:lnTo>
                      <a:pt x="390" y="246"/>
                    </a:lnTo>
                    <a:lnTo>
                      <a:pt x="390" y="250"/>
                    </a:lnTo>
                    <a:lnTo>
                      <a:pt x="390" y="250"/>
                    </a:lnTo>
                    <a:lnTo>
                      <a:pt x="390" y="250"/>
                    </a:lnTo>
                    <a:close/>
                    <a:moveTo>
                      <a:pt x="338" y="250"/>
                    </a:moveTo>
                    <a:lnTo>
                      <a:pt x="338" y="252"/>
                    </a:lnTo>
                    <a:lnTo>
                      <a:pt x="334" y="252"/>
                    </a:lnTo>
                    <a:lnTo>
                      <a:pt x="334" y="250"/>
                    </a:lnTo>
                    <a:lnTo>
                      <a:pt x="332" y="252"/>
                    </a:lnTo>
                    <a:lnTo>
                      <a:pt x="334" y="252"/>
                    </a:lnTo>
                    <a:lnTo>
                      <a:pt x="332" y="252"/>
                    </a:lnTo>
                    <a:lnTo>
                      <a:pt x="328" y="252"/>
                    </a:lnTo>
                    <a:lnTo>
                      <a:pt x="328" y="250"/>
                    </a:lnTo>
                    <a:lnTo>
                      <a:pt x="328" y="252"/>
                    </a:lnTo>
                    <a:lnTo>
                      <a:pt x="324" y="252"/>
                    </a:lnTo>
                    <a:lnTo>
                      <a:pt x="320" y="256"/>
                    </a:lnTo>
                    <a:lnTo>
                      <a:pt x="320" y="252"/>
                    </a:lnTo>
                    <a:lnTo>
                      <a:pt x="316" y="256"/>
                    </a:lnTo>
                    <a:lnTo>
                      <a:pt x="312" y="256"/>
                    </a:lnTo>
                    <a:lnTo>
                      <a:pt x="308" y="256"/>
                    </a:lnTo>
                    <a:lnTo>
                      <a:pt x="304" y="256"/>
                    </a:lnTo>
                    <a:lnTo>
                      <a:pt x="304" y="252"/>
                    </a:lnTo>
                    <a:lnTo>
                      <a:pt x="304" y="250"/>
                    </a:lnTo>
                    <a:lnTo>
                      <a:pt x="308" y="250"/>
                    </a:lnTo>
                    <a:lnTo>
                      <a:pt x="308" y="246"/>
                    </a:lnTo>
                    <a:lnTo>
                      <a:pt x="312" y="246"/>
                    </a:lnTo>
                    <a:lnTo>
                      <a:pt x="316" y="246"/>
                    </a:lnTo>
                    <a:lnTo>
                      <a:pt x="316" y="250"/>
                    </a:lnTo>
                    <a:lnTo>
                      <a:pt x="320" y="250"/>
                    </a:lnTo>
                    <a:lnTo>
                      <a:pt x="324" y="252"/>
                    </a:lnTo>
                    <a:lnTo>
                      <a:pt x="324" y="250"/>
                    </a:lnTo>
                    <a:lnTo>
                      <a:pt x="328" y="250"/>
                    </a:lnTo>
                    <a:lnTo>
                      <a:pt x="324" y="246"/>
                    </a:lnTo>
                    <a:lnTo>
                      <a:pt x="320" y="246"/>
                    </a:lnTo>
                    <a:lnTo>
                      <a:pt x="320" y="242"/>
                    </a:lnTo>
                    <a:lnTo>
                      <a:pt x="324" y="242"/>
                    </a:lnTo>
                    <a:lnTo>
                      <a:pt x="328" y="242"/>
                    </a:lnTo>
                    <a:lnTo>
                      <a:pt x="328" y="246"/>
                    </a:lnTo>
                    <a:lnTo>
                      <a:pt x="328" y="242"/>
                    </a:lnTo>
                    <a:lnTo>
                      <a:pt x="332" y="242"/>
                    </a:lnTo>
                    <a:lnTo>
                      <a:pt x="332" y="246"/>
                    </a:lnTo>
                    <a:lnTo>
                      <a:pt x="332" y="250"/>
                    </a:lnTo>
                    <a:lnTo>
                      <a:pt x="332" y="246"/>
                    </a:lnTo>
                    <a:lnTo>
                      <a:pt x="334" y="246"/>
                    </a:lnTo>
                    <a:lnTo>
                      <a:pt x="338" y="246"/>
                    </a:lnTo>
                    <a:lnTo>
                      <a:pt x="338" y="250"/>
                    </a:lnTo>
                    <a:lnTo>
                      <a:pt x="338" y="250"/>
                    </a:lnTo>
                    <a:lnTo>
                      <a:pt x="338" y="250"/>
                    </a:lnTo>
                    <a:close/>
                    <a:moveTo>
                      <a:pt x="460" y="242"/>
                    </a:moveTo>
                    <a:lnTo>
                      <a:pt x="464" y="242"/>
                    </a:lnTo>
                    <a:lnTo>
                      <a:pt x="460" y="242"/>
                    </a:lnTo>
                    <a:lnTo>
                      <a:pt x="460" y="242"/>
                    </a:lnTo>
                    <a:lnTo>
                      <a:pt x="460" y="242"/>
                    </a:lnTo>
                    <a:close/>
                    <a:moveTo>
                      <a:pt x="316" y="246"/>
                    </a:moveTo>
                    <a:lnTo>
                      <a:pt x="316" y="242"/>
                    </a:lnTo>
                    <a:lnTo>
                      <a:pt x="320" y="242"/>
                    </a:lnTo>
                    <a:lnTo>
                      <a:pt x="316" y="242"/>
                    </a:lnTo>
                    <a:lnTo>
                      <a:pt x="316" y="246"/>
                    </a:lnTo>
                    <a:lnTo>
                      <a:pt x="316" y="246"/>
                    </a:lnTo>
                    <a:lnTo>
                      <a:pt x="316" y="246"/>
                    </a:lnTo>
                    <a:close/>
                    <a:moveTo>
                      <a:pt x="618" y="242"/>
                    </a:moveTo>
                    <a:lnTo>
                      <a:pt x="618" y="246"/>
                    </a:lnTo>
                    <a:lnTo>
                      <a:pt x="614" y="246"/>
                    </a:lnTo>
                    <a:lnTo>
                      <a:pt x="614" y="242"/>
                    </a:lnTo>
                    <a:lnTo>
                      <a:pt x="618" y="242"/>
                    </a:lnTo>
                    <a:lnTo>
                      <a:pt x="618" y="242"/>
                    </a:lnTo>
                    <a:lnTo>
                      <a:pt x="618" y="242"/>
                    </a:lnTo>
                    <a:close/>
                    <a:moveTo>
                      <a:pt x="476" y="242"/>
                    </a:moveTo>
                    <a:lnTo>
                      <a:pt x="480" y="242"/>
                    </a:lnTo>
                    <a:lnTo>
                      <a:pt x="476" y="242"/>
                    </a:lnTo>
                    <a:lnTo>
                      <a:pt x="476" y="242"/>
                    </a:lnTo>
                    <a:lnTo>
                      <a:pt x="476" y="242"/>
                    </a:lnTo>
                    <a:close/>
                    <a:moveTo>
                      <a:pt x="298" y="242"/>
                    </a:moveTo>
                    <a:lnTo>
                      <a:pt x="302" y="242"/>
                    </a:lnTo>
                    <a:lnTo>
                      <a:pt x="304" y="246"/>
                    </a:lnTo>
                    <a:lnTo>
                      <a:pt x="304" y="250"/>
                    </a:lnTo>
                    <a:lnTo>
                      <a:pt x="302" y="250"/>
                    </a:lnTo>
                    <a:lnTo>
                      <a:pt x="302" y="252"/>
                    </a:lnTo>
                    <a:lnTo>
                      <a:pt x="298" y="252"/>
                    </a:lnTo>
                    <a:lnTo>
                      <a:pt x="294" y="252"/>
                    </a:lnTo>
                    <a:lnTo>
                      <a:pt x="298" y="250"/>
                    </a:lnTo>
                    <a:lnTo>
                      <a:pt x="294" y="250"/>
                    </a:lnTo>
                    <a:lnTo>
                      <a:pt x="298" y="246"/>
                    </a:lnTo>
                    <a:lnTo>
                      <a:pt x="298" y="242"/>
                    </a:lnTo>
                    <a:lnTo>
                      <a:pt x="298" y="242"/>
                    </a:lnTo>
                    <a:lnTo>
                      <a:pt x="298" y="242"/>
                    </a:lnTo>
                    <a:close/>
                    <a:moveTo>
                      <a:pt x="394" y="246"/>
                    </a:moveTo>
                    <a:lnTo>
                      <a:pt x="394" y="242"/>
                    </a:lnTo>
                    <a:lnTo>
                      <a:pt x="398" y="242"/>
                    </a:lnTo>
                    <a:lnTo>
                      <a:pt x="398" y="246"/>
                    </a:lnTo>
                    <a:lnTo>
                      <a:pt x="394" y="246"/>
                    </a:lnTo>
                    <a:lnTo>
                      <a:pt x="394" y="246"/>
                    </a:lnTo>
                    <a:lnTo>
                      <a:pt x="394" y="246"/>
                    </a:lnTo>
                    <a:close/>
                    <a:moveTo>
                      <a:pt x="342" y="246"/>
                    </a:moveTo>
                    <a:lnTo>
                      <a:pt x="346" y="246"/>
                    </a:lnTo>
                    <a:lnTo>
                      <a:pt x="346" y="250"/>
                    </a:lnTo>
                    <a:lnTo>
                      <a:pt x="342" y="250"/>
                    </a:lnTo>
                    <a:lnTo>
                      <a:pt x="342" y="252"/>
                    </a:lnTo>
                    <a:lnTo>
                      <a:pt x="342" y="250"/>
                    </a:lnTo>
                    <a:lnTo>
                      <a:pt x="342" y="246"/>
                    </a:lnTo>
                    <a:lnTo>
                      <a:pt x="342" y="246"/>
                    </a:lnTo>
                    <a:lnTo>
                      <a:pt x="342" y="246"/>
                    </a:lnTo>
                    <a:close/>
                    <a:moveTo>
                      <a:pt x="390" y="250"/>
                    </a:moveTo>
                    <a:lnTo>
                      <a:pt x="394" y="246"/>
                    </a:lnTo>
                    <a:lnTo>
                      <a:pt x="394" y="250"/>
                    </a:lnTo>
                    <a:lnTo>
                      <a:pt x="390" y="250"/>
                    </a:lnTo>
                    <a:lnTo>
                      <a:pt x="390" y="250"/>
                    </a:lnTo>
                    <a:lnTo>
                      <a:pt x="390" y="250"/>
                    </a:lnTo>
                    <a:close/>
                    <a:moveTo>
                      <a:pt x="346" y="252"/>
                    </a:moveTo>
                    <a:lnTo>
                      <a:pt x="346" y="250"/>
                    </a:lnTo>
                    <a:lnTo>
                      <a:pt x="346" y="252"/>
                    </a:lnTo>
                    <a:lnTo>
                      <a:pt x="346" y="252"/>
                    </a:lnTo>
                    <a:lnTo>
                      <a:pt x="346" y="252"/>
                    </a:lnTo>
                    <a:close/>
                    <a:moveTo>
                      <a:pt x="338" y="268"/>
                    </a:moveTo>
                    <a:lnTo>
                      <a:pt x="334" y="264"/>
                    </a:lnTo>
                    <a:lnTo>
                      <a:pt x="338" y="264"/>
                    </a:lnTo>
                    <a:lnTo>
                      <a:pt x="342" y="260"/>
                    </a:lnTo>
                    <a:lnTo>
                      <a:pt x="342" y="264"/>
                    </a:lnTo>
                    <a:lnTo>
                      <a:pt x="346" y="260"/>
                    </a:lnTo>
                    <a:lnTo>
                      <a:pt x="346" y="264"/>
                    </a:lnTo>
                    <a:lnTo>
                      <a:pt x="350" y="264"/>
                    </a:lnTo>
                    <a:lnTo>
                      <a:pt x="350" y="260"/>
                    </a:lnTo>
                    <a:lnTo>
                      <a:pt x="350" y="264"/>
                    </a:lnTo>
                    <a:lnTo>
                      <a:pt x="354" y="264"/>
                    </a:lnTo>
                    <a:lnTo>
                      <a:pt x="354" y="268"/>
                    </a:lnTo>
                    <a:lnTo>
                      <a:pt x="358" y="268"/>
                    </a:lnTo>
                    <a:lnTo>
                      <a:pt x="360" y="268"/>
                    </a:lnTo>
                    <a:lnTo>
                      <a:pt x="360" y="272"/>
                    </a:lnTo>
                    <a:lnTo>
                      <a:pt x="364" y="272"/>
                    </a:lnTo>
                    <a:lnTo>
                      <a:pt x="364" y="276"/>
                    </a:lnTo>
                    <a:lnTo>
                      <a:pt x="360" y="276"/>
                    </a:lnTo>
                    <a:lnTo>
                      <a:pt x="360" y="280"/>
                    </a:lnTo>
                    <a:lnTo>
                      <a:pt x="358" y="280"/>
                    </a:lnTo>
                    <a:lnTo>
                      <a:pt x="354" y="280"/>
                    </a:lnTo>
                    <a:lnTo>
                      <a:pt x="354" y="276"/>
                    </a:lnTo>
                    <a:lnTo>
                      <a:pt x="350" y="276"/>
                    </a:lnTo>
                    <a:lnTo>
                      <a:pt x="350" y="272"/>
                    </a:lnTo>
                    <a:lnTo>
                      <a:pt x="346" y="272"/>
                    </a:lnTo>
                    <a:lnTo>
                      <a:pt x="346" y="268"/>
                    </a:lnTo>
                    <a:lnTo>
                      <a:pt x="342" y="268"/>
                    </a:lnTo>
                    <a:lnTo>
                      <a:pt x="338" y="268"/>
                    </a:lnTo>
                    <a:lnTo>
                      <a:pt x="338" y="268"/>
                    </a:lnTo>
                    <a:lnTo>
                      <a:pt x="338" y="268"/>
                    </a:lnTo>
                    <a:close/>
                    <a:moveTo>
                      <a:pt x="374" y="282"/>
                    </a:moveTo>
                    <a:lnTo>
                      <a:pt x="374" y="280"/>
                    </a:lnTo>
                    <a:lnTo>
                      <a:pt x="378" y="280"/>
                    </a:lnTo>
                    <a:lnTo>
                      <a:pt x="378" y="282"/>
                    </a:lnTo>
                    <a:lnTo>
                      <a:pt x="374" y="282"/>
                    </a:lnTo>
                    <a:lnTo>
                      <a:pt x="374" y="282"/>
                    </a:lnTo>
                    <a:lnTo>
                      <a:pt x="374" y="282"/>
                    </a:lnTo>
                    <a:close/>
                    <a:moveTo>
                      <a:pt x="390" y="286"/>
                    </a:moveTo>
                    <a:lnTo>
                      <a:pt x="394" y="286"/>
                    </a:lnTo>
                    <a:lnTo>
                      <a:pt x="394" y="282"/>
                    </a:lnTo>
                    <a:lnTo>
                      <a:pt x="398" y="282"/>
                    </a:lnTo>
                    <a:lnTo>
                      <a:pt x="398" y="280"/>
                    </a:lnTo>
                    <a:lnTo>
                      <a:pt x="398" y="282"/>
                    </a:lnTo>
                    <a:lnTo>
                      <a:pt x="398" y="286"/>
                    </a:lnTo>
                    <a:lnTo>
                      <a:pt x="394" y="286"/>
                    </a:lnTo>
                    <a:lnTo>
                      <a:pt x="394" y="290"/>
                    </a:lnTo>
                    <a:lnTo>
                      <a:pt x="390" y="290"/>
                    </a:lnTo>
                    <a:lnTo>
                      <a:pt x="390" y="286"/>
                    </a:lnTo>
                    <a:lnTo>
                      <a:pt x="390" y="286"/>
                    </a:lnTo>
                    <a:lnTo>
                      <a:pt x="390" y="286"/>
                    </a:lnTo>
                    <a:close/>
                    <a:moveTo>
                      <a:pt x="434" y="234"/>
                    </a:moveTo>
                    <a:lnTo>
                      <a:pt x="438" y="234"/>
                    </a:lnTo>
                    <a:lnTo>
                      <a:pt x="442" y="234"/>
                    </a:lnTo>
                    <a:lnTo>
                      <a:pt x="442" y="230"/>
                    </a:lnTo>
                    <a:lnTo>
                      <a:pt x="446" y="230"/>
                    </a:lnTo>
                    <a:lnTo>
                      <a:pt x="446" y="234"/>
                    </a:lnTo>
                    <a:lnTo>
                      <a:pt x="442" y="234"/>
                    </a:lnTo>
                    <a:lnTo>
                      <a:pt x="442" y="238"/>
                    </a:lnTo>
                    <a:lnTo>
                      <a:pt x="438" y="238"/>
                    </a:lnTo>
                    <a:lnTo>
                      <a:pt x="434" y="238"/>
                    </a:lnTo>
                    <a:lnTo>
                      <a:pt x="430" y="238"/>
                    </a:lnTo>
                    <a:lnTo>
                      <a:pt x="434" y="234"/>
                    </a:lnTo>
                    <a:lnTo>
                      <a:pt x="434" y="234"/>
                    </a:lnTo>
                    <a:lnTo>
                      <a:pt x="434" y="234"/>
                    </a:lnTo>
                    <a:close/>
                    <a:moveTo>
                      <a:pt x="412" y="242"/>
                    </a:moveTo>
                    <a:lnTo>
                      <a:pt x="416" y="242"/>
                    </a:lnTo>
                    <a:lnTo>
                      <a:pt x="420" y="242"/>
                    </a:lnTo>
                    <a:lnTo>
                      <a:pt x="424" y="242"/>
                    </a:lnTo>
                    <a:lnTo>
                      <a:pt x="424" y="246"/>
                    </a:lnTo>
                    <a:lnTo>
                      <a:pt x="420" y="246"/>
                    </a:lnTo>
                    <a:lnTo>
                      <a:pt x="416" y="246"/>
                    </a:lnTo>
                    <a:lnTo>
                      <a:pt x="412" y="246"/>
                    </a:lnTo>
                    <a:lnTo>
                      <a:pt x="412" y="242"/>
                    </a:lnTo>
                    <a:lnTo>
                      <a:pt x="412" y="242"/>
                    </a:lnTo>
                    <a:lnTo>
                      <a:pt x="412" y="242"/>
                    </a:lnTo>
                    <a:close/>
                    <a:moveTo>
                      <a:pt x="404" y="246"/>
                    </a:moveTo>
                    <a:lnTo>
                      <a:pt x="408" y="246"/>
                    </a:lnTo>
                    <a:lnTo>
                      <a:pt x="408" y="242"/>
                    </a:lnTo>
                    <a:lnTo>
                      <a:pt x="412" y="242"/>
                    </a:lnTo>
                    <a:lnTo>
                      <a:pt x="412" y="246"/>
                    </a:lnTo>
                    <a:lnTo>
                      <a:pt x="408" y="246"/>
                    </a:lnTo>
                    <a:lnTo>
                      <a:pt x="408" y="250"/>
                    </a:lnTo>
                    <a:lnTo>
                      <a:pt x="408" y="246"/>
                    </a:lnTo>
                    <a:lnTo>
                      <a:pt x="404" y="246"/>
                    </a:lnTo>
                    <a:lnTo>
                      <a:pt x="404" y="246"/>
                    </a:lnTo>
                    <a:lnTo>
                      <a:pt x="404" y="246"/>
                    </a:lnTo>
                    <a:close/>
                    <a:moveTo>
                      <a:pt x="398" y="250"/>
                    </a:moveTo>
                    <a:lnTo>
                      <a:pt x="398" y="246"/>
                    </a:lnTo>
                    <a:lnTo>
                      <a:pt x="402" y="246"/>
                    </a:lnTo>
                    <a:lnTo>
                      <a:pt x="398" y="246"/>
                    </a:lnTo>
                    <a:lnTo>
                      <a:pt x="398" y="242"/>
                    </a:lnTo>
                    <a:lnTo>
                      <a:pt x="402" y="242"/>
                    </a:lnTo>
                    <a:lnTo>
                      <a:pt x="402" y="246"/>
                    </a:lnTo>
                    <a:lnTo>
                      <a:pt x="404" y="242"/>
                    </a:lnTo>
                    <a:lnTo>
                      <a:pt x="404" y="246"/>
                    </a:lnTo>
                    <a:lnTo>
                      <a:pt x="402" y="246"/>
                    </a:lnTo>
                    <a:lnTo>
                      <a:pt x="402" y="250"/>
                    </a:lnTo>
                    <a:lnTo>
                      <a:pt x="398" y="250"/>
                    </a:lnTo>
                    <a:lnTo>
                      <a:pt x="398" y="250"/>
                    </a:lnTo>
                    <a:lnTo>
                      <a:pt x="398" y="250"/>
                    </a:lnTo>
                    <a:close/>
                    <a:moveTo>
                      <a:pt x="424" y="264"/>
                    </a:moveTo>
                    <a:lnTo>
                      <a:pt x="420" y="264"/>
                    </a:lnTo>
                    <a:lnTo>
                      <a:pt x="420" y="268"/>
                    </a:lnTo>
                    <a:lnTo>
                      <a:pt x="420" y="272"/>
                    </a:lnTo>
                    <a:lnTo>
                      <a:pt x="416" y="272"/>
                    </a:lnTo>
                    <a:lnTo>
                      <a:pt x="416" y="276"/>
                    </a:lnTo>
                    <a:lnTo>
                      <a:pt x="412" y="276"/>
                    </a:lnTo>
                    <a:lnTo>
                      <a:pt x="408" y="276"/>
                    </a:lnTo>
                    <a:lnTo>
                      <a:pt x="408" y="280"/>
                    </a:lnTo>
                    <a:lnTo>
                      <a:pt x="404" y="280"/>
                    </a:lnTo>
                    <a:lnTo>
                      <a:pt x="402" y="280"/>
                    </a:lnTo>
                    <a:lnTo>
                      <a:pt x="402" y="276"/>
                    </a:lnTo>
                    <a:lnTo>
                      <a:pt x="404" y="276"/>
                    </a:lnTo>
                    <a:lnTo>
                      <a:pt x="402" y="276"/>
                    </a:lnTo>
                    <a:lnTo>
                      <a:pt x="402" y="272"/>
                    </a:lnTo>
                    <a:lnTo>
                      <a:pt x="402" y="268"/>
                    </a:lnTo>
                    <a:lnTo>
                      <a:pt x="404" y="264"/>
                    </a:lnTo>
                    <a:lnTo>
                      <a:pt x="404" y="260"/>
                    </a:lnTo>
                    <a:lnTo>
                      <a:pt x="408" y="260"/>
                    </a:lnTo>
                    <a:lnTo>
                      <a:pt x="408" y="264"/>
                    </a:lnTo>
                    <a:lnTo>
                      <a:pt x="412" y="264"/>
                    </a:lnTo>
                    <a:lnTo>
                      <a:pt x="412" y="260"/>
                    </a:lnTo>
                    <a:lnTo>
                      <a:pt x="416" y="260"/>
                    </a:lnTo>
                    <a:lnTo>
                      <a:pt x="416" y="256"/>
                    </a:lnTo>
                    <a:lnTo>
                      <a:pt x="420" y="256"/>
                    </a:lnTo>
                    <a:lnTo>
                      <a:pt x="424" y="256"/>
                    </a:lnTo>
                    <a:lnTo>
                      <a:pt x="424" y="260"/>
                    </a:lnTo>
                    <a:lnTo>
                      <a:pt x="420" y="260"/>
                    </a:lnTo>
                    <a:lnTo>
                      <a:pt x="424" y="264"/>
                    </a:lnTo>
                    <a:lnTo>
                      <a:pt x="424" y="264"/>
                    </a:lnTo>
                    <a:lnTo>
                      <a:pt x="424" y="2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5" name="Freeform 29"/>
              <p:cNvSpPr>
                <a:spLocks noEditPoints="1"/>
              </p:cNvSpPr>
              <p:nvPr/>
            </p:nvSpPr>
            <p:spPr bwMode="gray">
              <a:xfrm>
                <a:off x="5881777" y="3291777"/>
                <a:ext cx="473081" cy="473078"/>
              </a:xfrm>
              <a:custGeom>
                <a:avLst/>
                <a:gdLst>
                  <a:gd name="T0" fmla="*/ 250 w 272"/>
                  <a:gd name="T1" fmla="*/ 156 h 272"/>
                  <a:gd name="T2" fmla="*/ 242 w 272"/>
                  <a:gd name="T3" fmla="*/ 178 h 272"/>
                  <a:gd name="T4" fmla="*/ 246 w 272"/>
                  <a:gd name="T5" fmla="*/ 198 h 272"/>
                  <a:gd name="T6" fmla="*/ 264 w 272"/>
                  <a:gd name="T7" fmla="*/ 212 h 272"/>
                  <a:gd name="T8" fmla="*/ 268 w 272"/>
                  <a:gd name="T9" fmla="*/ 232 h 272"/>
                  <a:gd name="T10" fmla="*/ 264 w 272"/>
                  <a:gd name="T11" fmla="*/ 242 h 272"/>
                  <a:gd name="T12" fmla="*/ 258 w 272"/>
                  <a:gd name="T13" fmla="*/ 250 h 272"/>
                  <a:gd name="T14" fmla="*/ 250 w 272"/>
                  <a:gd name="T15" fmla="*/ 264 h 272"/>
                  <a:gd name="T16" fmla="*/ 238 w 272"/>
                  <a:gd name="T17" fmla="*/ 268 h 272"/>
                  <a:gd name="T18" fmla="*/ 228 w 272"/>
                  <a:gd name="T19" fmla="*/ 264 h 272"/>
                  <a:gd name="T20" fmla="*/ 204 w 272"/>
                  <a:gd name="T21" fmla="*/ 262 h 272"/>
                  <a:gd name="T22" fmla="*/ 190 w 272"/>
                  <a:gd name="T23" fmla="*/ 258 h 272"/>
                  <a:gd name="T24" fmla="*/ 182 w 272"/>
                  <a:gd name="T25" fmla="*/ 234 h 272"/>
                  <a:gd name="T26" fmla="*/ 164 w 272"/>
                  <a:gd name="T27" fmla="*/ 238 h 272"/>
                  <a:gd name="T28" fmla="*/ 144 w 272"/>
                  <a:gd name="T29" fmla="*/ 242 h 272"/>
                  <a:gd name="T30" fmla="*/ 126 w 272"/>
                  <a:gd name="T31" fmla="*/ 234 h 272"/>
                  <a:gd name="T32" fmla="*/ 116 w 272"/>
                  <a:gd name="T33" fmla="*/ 224 h 272"/>
                  <a:gd name="T34" fmla="*/ 100 w 272"/>
                  <a:gd name="T35" fmla="*/ 208 h 272"/>
                  <a:gd name="T36" fmla="*/ 94 w 272"/>
                  <a:gd name="T37" fmla="*/ 194 h 272"/>
                  <a:gd name="T38" fmla="*/ 86 w 272"/>
                  <a:gd name="T39" fmla="*/ 178 h 272"/>
                  <a:gd name="T40" fmla="*/ 74 w 272"/>
                  <a:gd name="T41" fmla="*/ 176 h 272"/>
                  <a:gd name="T42" fmla="*/ 68 w 272"/>
                  <a:gd name="T43" fmla="*/ 182 h 272"/>
                  <a:gd name="T44" fmla="*/ 56 w 272"/>
                  <a:gd name="T45" fmla="*/ 164 h 272"/>
                  <a:gd name="T46" fmla="*/ 52 w 272"/>
                  <a:gd name="T47" fmla="*/ 148 h 272"/>
                  <a:gd name="T48" fmla="*/ 44 w 272"/>
                  <a:gd name="T49" fmla="*/ 134 h 272"/>
                  <a:gd name="T50" fmla="*/ 30 w 272"/>
                  <a:gd name="T51" fmla="*/ 120 h 272"/>
                  <a:gd name="T52" fmla="*/ 18 w 272"/>
                  <a:gd name="T53" fmla="*/ 108 h 272"/>
                  <a:gd name="T54" fmla="*/ 26 w 272"/>
                  <a:gd name="T55" fmla="*/ 96 h 272"/>
                  <a:gd name="T56" fmla="*/ 26 w 272"/>
                  <a:gd name="T57" fmla="*/ 90 h 272"/>
                  <a:gd name="T58" fmla="*/ 30 w 272"/>
                  <a:gd name="T59" fmla="*/ 74 h 272"/>
                  <a:gd name="T60" fmla="*/ 18 w 272"/>
                  <a:gd name="T61" fmla="*/ 66 h 272"/>
                  <a:gd name="T62" fmla="*/ 12 w 272"/>
                  <a:gd name="T63" fmla="*/ 52 h 272"/>
                  <a:gd name="T64" fmla="*/ 4 w 272"/>
                  <a:gd name="T65" fmla="*/ 34 h 272"/>
                  <a:gd name="T66" fmla="*/ 4 w 272"/>
                  <a:gd name="T67" fmla="*/ 14 h 272"/>
                  <a:gd name="T68" fmla="*/ 4 w 272"/>
                  <a:gd name="T69" fmla="*/ 4 h 272"/>
                  <a:gd name="T70" fmla="*/ 14 w 272"/>
                  <a:gd name="T71" fmla="*/ 8 h 272"/>
                  <a:gd name="T72" fmla="*/ 34 w 272"/>
                  <a:gd name="T73" fmla="*/ 14 h 272"/>
                  <a:gd name="T74" fmla="*/ 48 w 272"/>
                  <a:gd name="T75" fmla="*/ 4 h 272"/>
                  <a:gd name="T76" fmla="*/ 60 w 272"/>
                  <a:gd name="T77" fmla="*/ 10 h 272"/>
                  <a:gd name="T78" fmla="*/ 64 w 272"/>
                  <a:gd name="T79" fmla="*/ 26 h 272"/>
                  <a:gd name="T80" fmla="*/ 90 w 272"/>
                  <a:gd name="T81" fmla="*/ 26 h 272"/>
                  <a:gd name="T82" fmla="*/ 108 w 272"/>
                  <a:gd name="T83" fmla="*/ 26 h 272"/>
                  <a:gd name="T84" fmla="*/ 122 w 272"/>
                  <a:gd name="T85" fmla="*/ 36 h 272"/>
                  <a:gd name="T86" fmla="*/ 142 w 272"/>
                  <a:gd name="T87" fmla="*/ 44 h 272"/>
                  <a:gd name="T88" fmla="*/ 156 w 272"/>
                  <a:gd name="T89" fmla="*/ 34 h 272"/>
                  <a:gd name="T90" fmla="*/ 174 w 272"/>
                  <a:gd name="T91" fmla="*/ 30 h 272"/>
                  <a:gd name="T92" fmla="*/ 186 w 272"/>
                  <a:gd name="T93" fmla="*/ 26 h 272"/>
                  <a:gd name="T94" fmla="*/ 208 w 272"/>
                  <a:gd name="T95" fmla="*/ 36 h 272"/>
                  <a:gd name="T96" fmla="*/ 216 w 272"/>
                  <a:gd name="T97" fmla="*/ 44 h 272"/>
                  <a:gd name="T98" fmla="*/ 234 w 272"/>
                  <a:gd name="T99" fmla="*/ 60 h 272"/>
                  <a:gd name="T100" fmla="*/ 242 w 272"/>
                  <a:gd name="T101" fmla="*/ 74 h 272"/>
                  <a:gd name="T102" fmla="*/ 242 w 272"/>
                  <a:gd name="T103" fmla="*/ 92 h 272"/>
                  <a:gd name="T104" fmla="*/ 234 w 272"/>
                  <a:gd name="T105" fmla="*/ 108 h 272"/>
                  <a:gd name="T106" fmla="*/ 234 w 272"/>
                  <a:gd name="T107" fmla="*/ 122 h 272"/>
                  <a:gd name="T108" fmla="*/ 238 w 272"/>
                  <a:gd name="T109" fmla="*/ 146 h 272"/>
                  <a:gd name="T110" fmla="*/ 168 w 272"/>
                  <a:gd name="T111" fmla="*/ 238 h 272"/>
                  <a:gd name="T112" fmla="*/ 172 w 272"/>
                  <a:gd name="T113" fmla="*/ 242 h 272"/>
                  <a:gd name="T114" fmla="*/ 168 w 272"/>
                  <a:gd name="T115" fmla="*/ 242 h 272"/>
                  <a:gd name="T116" fmla="*/ 174 w 272"/>
                  <a:gd name="T117" fmla="*/ 238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2" h="272">
                    <a:moveTo>
                      <a:pt x="238" y="146"/>
                    </a:moveTo>
                    <a:lnTo>
                      <a:pt x="238" y="148"/>
                    </a:lnTo>
                    <a:lnTo>
                      <a:pt x="238" y="152"/>
                    </a:lnTo>
                    <a:lnTo>
                      <a:pt x="242" y="156"/>
                    </a:lnTo>
                    <a:lnTo>
                      <a:pt x="246" y="156"/>
                    </a:lnTo>
                    <a:lnTo>
                      <a:pt x="250" y="156"/>
                    </a:lnTo>
                    <a:lnTo>
                      <a:pt x="250" y="160"/>
                    </a:lnTo>
                    <a:lnTo>
                      <a:pt x="254" y="160"/>
                    </a:lnTo>
                    <a:lnTo>
                      <a:pt x="254" y="164"/>
                    </a:lnTo>
                    <a:lnTo>
                      <a:pt x="250" y="168"/>
                    </a:lnTo>
                    <a:lnTo>
                      <a:pt x="246" y="176"/>
                    </a:lnTo>
                    <a:lnTo>
                      <a:pt x="242" y="178"/>
                    </a:lnTo>
                    <a:lnTo>
                      <a:pt x="242" y="182"/>
                    </a:lnTo>
                    <a:lnTo>
                      <a:pt x="238" y="182"/>
                    </a:lnTo>
                    <a:lnTo>
                      <a:pt x="238" y="186"/>
                    </a:lnTo>
                    <a:lnTo>
                      <a:pt x="242" y="186"/>
                    </a:lnTo>
                    <a:lnTo>
                      <a:pt x="246" y="194"/>
                    </a:lnTo>
                    <a:lnTo>
                      <a:pt x="246" y="198"/>
                    </a:lnTo>
                    <a:lnTo>
                      <a:pt x="250" y="202"/>
                    </a:lnTo>
                    <a:lnTo>
                      <a:pt x="250" y="206"/>
                    </a:lnTo>
                    <a:lnTo>
                      <a:pt x="254" y="208"/>
                    </a:lnTo>
                    <a:lnTo>
                      <a:pt x="258" y="208"/>
                    </a:lnTo>
                    <a:lnTo>
                      <a:pt x="262" y="212"/>
                    </a:lnTo>
                    <a:lnTo>
                      <a:pt x="264" y="212"/>
                    </a:lnTo>
                    <a:lnTo>
                      <a:pt x="264" y="216"/>
                    </a:lnTo>
                    <a:lnTo>
                      <a:pt x="264" y="220"/>
                    </a:lnTo>
                    <a:lnTo>
                      <a:pt x="264" y="224"/>
                    </a:lnTo>
                    <a:lnTo>
                      <a:pt x="264" y="228"/>
                    </a:lnTo>
                    <a:lnTo>
                      <a:pt x="264" y="232"/>
                    </a:lnTo>
                    <a:lnTo>
                      <a:pt x="268" y="232"/>
                    </a:lnTo>
                    <a:lnTo>
                      <a:pt x="272" y="232"/>
                    </a:lnTo>
                    <a:lnTo>
                      <a:pt x="272" y="234"/>
                    </a:lnTo>
                    <a:lnTo>
                      <a:pt x="272" y="238"/>
                    </a:lnTo>
                    <a:lnTo>
                      <a:pt x="272" y="242"/>
                    </a:lnTo>
                    <a:lnTo>
                      <a:pt x="268" y="242"/>
                    </a:lnTo>
                    <a:lnTo>
                      <a:pt x="264" y="242"/>
                    </a:lnTo>
                    <a:lnTo>
                      <a:pt x="264" y="246"/>
                    </a:lnTo>
                    <a:lnTo>
                      <a:pt x="262" y="246"/>
                    </a:lnTo>
                    <a:lnTo>
                      <a:pt x="258" y="246"/>
                    </a:lnTo>
                    <a:lnTo>
                      <a:pt x="258" y="250"/>
                    </a:lnTo>
                    <a:lnTo>
                      <a:pt x="258" y="246"/>
                    </a:lnTo>
                    <a:lnTo>
                      <a:pt x="258" y="250"/>
                    </a:lnTo>
                    <a:lnTo>
                      <a:pt x="254" y="250"/>
                    </a:lnTo>
                    <a:lnTo>
                      <a:pt x="254" y="254"/>
                    </a:lnTo>
                    <a:lnTo>
                      <a:pt x="254" y="258"/>
                    </a:lnTo>
                    <a:lnTo>
                      <a:pt x="250" y="258"/>
                    </a:lnTo>
                    <a:lnTo>
                      <a:pt x="250" y="262"/>
                    </a:lnTo>
                    <a:lnTo>
                      <a:pt x="250" y="264"/>
                    </a:lnTo>
                    <a:lnTo>
                      <a:pt x="250" y="268"/>
                    </a:lnTo>
                    <a:lnTo>
                      <a:pt x="246" y="268"/>
                    </a:lnTo>
                    <a:lnTo>
                      <a:pt x="246" y="272"/>
                    </a:lnTo>
                    <a:lnTo>
                      <a:pt x="242" y="272"/>
                    </a:lnTo>
                    <a:lnTo>
                      <a:pt x="242" y="268"/>
                    </a:lnTo>
                    <a:lnTo>
                      <a:pt x="238" y="268"/>
                    </a:lnTo>
                    <a:lnTo>
                      <a:pt x="234" y="268"/>
                    </a:lnTo>
                    <a:lnTo>
                      <a:pt x="234" y="264"/>
                    </a:lnTo>
                    <a:lnTo>
                      <a:pt x="232" y="264"/>
                    </a:lnTo>
                    <a:lnTo>
                      <a:pt x="232" y="268"/>
                    </a:lnTo>
                    <a:lnTo>
                      <a:pt x="232" y="264"/>
                    </a:lnTo>
                    <a:lnTo>
                      <a:pt x="228" y="264"/>
                    </a:lnTo>
                    <a:lnTo>
                      <a:pt x="224" y="264"/>
                    </a:lnTo>
                    <a:lnTo>
                      <a:pt x="220" y="264"/>
                    </a:lnTo>
                    <a:lnTo>
                      <a:pt x="216" y="264"/>
                    </a:lnTo>
                    <a:lnTo>
                      <a:pt x="212" y="264"/>
                    </a:lnTo>
                    <a:lnTo>
                      <a:pt x="208" y="262"/>
                    </a:lnTo>
                    <a:lnTo>
                      <a:pt x="204" y="262"/>
                    </a:lnTo>
                    <a:lnTo>
                      <a:pt x="202" y="262"/>
                    </a:lnTo>
                    <a:lnTo>
                      <a:pt x="202" y="264"/>
                    </a:lnTo>
                    <a:lnTo>
                      <a:pt x="198" y="262"/>
                    </a:lnTo>
                    <a:lnTo>
                      <a:pt x="194" y="262"/>
                    </a:lnTo>
                    <a:lnTo>
                      <a:pt x="190" y="262"/>
                    </a:lnTo>
                    <a:lnTo>
                      <a:pt x="190" y="258"/>
                    </a:lnTo>
                    <a:lnTo>
                      <a:pt x="186" y="258"/>
                    </a:lnTo>
                    <a:lnTo>
                      <a:pt x="186" y="254"/>
                    </a:lnTo>
                    <a:lnTo>
                      <a:pt x="186" y="246"/>
                    </a:lnTo>
                    <a:lnTo>
                      <a:pt x="186" y="242"/>
                    </a:lnTo>
                    <a:lnTo>
                      <a:pt x="182" y="238"/>
                    </a:lnTo>
                    <a:lnTo>
                      <a:pt x="182" y="234"/>
                    </a:lnTo>
                    <a:lnTo>
                      <a:pt x="178" y="234"/>
                    </a:lnTo>
                    <a:lnTo>
                      <a:pt x="174" y="234"/>
                    </a:lnTo>
                    <a:lnTo>
                      <a:pt x="172" y="234"/>
                    </a:lnTo>
                    <a:lnTo>
                      <a:pt x="168" y="234"/>
                    </a:lnTo>
                    <a:lnTo>
                      <a:pt x="164" y="234"/>
                    </a:lnTo>
                    <a:lnTo>
                      <a:pt x="164" y="238"/>
                    </a:lnTo>
                    <a:lnTo>
                      <a:pt x="164" y="242"/>
                    </a:lnTo>
                    <a:lnTo>
                      <a:pt x="160" y="242"/>
                    </a:lnTo>
                    <a:lnTo>
                      <a:pt x="156" y="242"/>
                    </a:lnTo>
                    <a:lnTo>
                      <a:pt x="152" y="246"/>
                    </a:lnTo>
                    <a:lnTo>
                      <a:pt x="148" y="242"/>
                    </a:lnTo>
                    <a:lnTo>
                      <a:pt x="144" y="242"/>
                    </a:lnTo>
                    <a:lnTo>
                      <a:pt x="142" y="242"/>
                    </a:lnTo>
                    <a:lnTo>
                      <a:pt x="138" y="242"/>
                    </a:lnTo>
                    <a:lnTo>
                      <a:pt x="134" y="238"/>
                    </a:lnTo>
                    <a:lnTo>
                      <a:pt x="134" y="234"/>
                    </a:lnTo>
                    <a:lnTo>
                      <a:pt x="130" y="234"/>
                    </a:lnTo>
                    <a:lnTo>
                      <a:pt x="126" y="234"/>
                    </a:lnTo>
                    <a:lnTo>
                      <a:pt x="126" y="232"/>
                    </a:lnTo>
                    <a:lnTo>
                      <a:pt x="122" y="232"/>
                    </a:lnTo>
                    <a:lnTo>
                      <a:pt x="122" y="228"/>
                    </a:lnTo>
                    <a:lnTo>
                      <a:pt x="118" y="228"/>
                    </a:lnTo>
                    <a:lnTo>
                      <a:pt x="118" y="224"/>
                    </a:lnTo>
                    <a:lnTo>
                      <a:pt x="116" y="224"/>
                    </a:lnTo>
                    <a:lnTo>
                      <a:pt x="112" y="220"/>
                    </a:lnTo>
                    <a:lnTo>
                      <a:pt x="108" y="220"/>
                    </a:lnTo>
                    <a:lnTo>
                      <a:pt x="104" y="220"/>
                    </a:lnTo>
                    <a:lnTo>
                      <a:pt x="104" y="216"/>
                    </a:lnTo>
                    <a:lnTo>
                      <a:pt x="100" y="212"/>
                    </a:lnTo>
                    <a:lnTo>
                      <a:pt x="100" y="208"/>
                    </a:lnTo>
                    <a:lnTo>
                      <a:pt x="100" y="206"/>
                    </a:lnTo>
                    <a:lnTo>
                      <a:pt x="98" y="206"/>
                    </a:lnTo>
                    <a:lnTo>
                      <a:pt x="98" y="202"/>
                    </a:lnTo>
                    <a:lnTo>
                      <a:pt x="98" y="198"/>
                    </a:lnTo>
                    <a:lnTo>
                      <a:pt x="94" y="198"/>
                    </a:lnTo>
                    <a:lnTo>
                      <a:pt x="94" y="194"/>
                    </a:lnTo>
                    <a:lnTo>
                      <a:pt x="94" y="190"/>
                    </a:lnTo>
                    <a:lnTo>
                      <a:pt x="90" y="190"/>
                    </a:lnTo>
                    <a:lnTo>
                      <a:pt x="90" y="186"/>
                    </a:lnTo>
                    <a:lnTo>
                      <a:pt x="90" y="182"/>
                    </a:lnTo>
                    <a:lnTo>
                      <a:pt x="86" y="182"/>
                    </a:lnTo>
                    <a:lnTo>
                      <a:pt x="86" y="178"/>
                    </a:lnTo>
                    <a:lnTo>
                      <a:pt x="82" y="178"/>
                    </a:lnTo>
                    <a:lnTo>
                      <a:pt x="78" y="182"/>
                    </a:lnTo>
                    <a:lnTo>
                      <a:pt x="78" y="178"/>
                    </a:lnTo>
                    <a:lnTo>
                      <a:pt x="74" y="178"/>
                    </a:lnTo>
                    <a:lnTo>
                      <a:pt x="70" y="176"/>
                    </a:lnTo>
                    <a:lnTo>
                      <a:pt x="74" y="176"/>
                    </a:lnTo>
                    <a:lnTo>
                      <a:pt x="74" y="172"/>
                    </a:lnTo>
                    <a:lnTo>
                      <a:pt x="70" y="172"/>
                    </a:lnTo>
                    <a:lnTo>
                      <a:pt x="68" y="176"/>
                    </a:lnTo>
                    <a:lnTo>
                      <a:pt x="70" y="178"/>
                    </a:lnTo>
                    <a:lnTo>
                      <a:pt x="70" y="182"/>
                    </a:lnTo>
                    <a:lnTo>
                      <a:pt x="68" y="182"/>
                    </a:lnTo>
                    <a:lnTo>
                      <a:pt x="64" y="182"/>
                    </a:lnTo>
                    <a:lnTo>
                      <a:pt x="64" y="178"/>
                    </a:lnTo>
                    <a:lnTo>
                      <a:pt x="60" y="176"/>
                    </a:lnTo>
                    <a:lnTo>
                      <a:pt x="56" y="176"/>
                    </a:lnTo>
                    <a:lnTo>
                      <a:pt x="56" y="172"/>
                    </a:lnTo>
                    <a:lnTo>
                      <a:pt x="56" y="164"/>
                    </a:lnTo>
                    <a:lnTo>
                      <a:pt x="52" y="164"/>
                    </a:lnTo>
                    <a:lnTo>
                      <a:pt x="52" y="160"/>
                    </a:lnTo>
                    <a:lnTo>
                      <a:pt x="52" y="156"/>
                    </a:lnTo>
                    <a:lnTo>
                      <a:pt x="52" y="152"/>
                    </a:lnTo>
                    <a:lnTo>
                      <a:pt x="56" y="148"/>
                    </a:lnTo>
                    <a:lnTo>
                      <a:pt x="52" y="148"/>
                    </a:lnTo>
                    <a:lnTo>
                      <a:pt x="52" y="146"/>
                    </a:lnTo>
                    <a:lnTo>
                      <a:pt x="52" y="142"/>
                    </a:lnTo>
                    <a:lnTo>
                      <a:pt x="48" y="142"/>
                    </a:lnTo>
                    <a:lnTo>
                      <a:pt x="48" y="138"/>
                    </a:lnTo>
                    <a:lnTo>
                      <a:pt x="44" y="138"/>
                    </a:lnTo>
                    <a:lnTo>
                      <a:pt x="44" y="134"/>
                    </a:lnTo>
                    <a:lnTo>
                      <a:pt x="40" y="134"/>
                    </a:lnTo>
                    <a:lnTo>
                      <a:pt x="38" y="130"/>
                    </a:lnTo>
                    <a:lnTo>
                      <a:pt x="34" y="126"/>
                    </a:lnTo>
                    <a:lnTo>
                      <a:pt x="30" y="126"/>
                    </a:lnTo>
                    <a:lnTo>
                      <a:pt x="30" y="122"/>
                    </a:lnTo>
                    <a:lnTo>
                      <a:pt x="30" y="120"/>
                    </a:lnTo>
                    <a:lnTo>
                      <a:pt x="26" y="120"/>
                    </a:lnTo>
                    <a:lnTo>
                      <a:pt x="26" y="116"/>
                    </a:lnTo>
                    <a:lnTo>
                      <a:pt x="22" y="116"/>
                    </a:lnTo>
                    <a:lnTo>
                      <a:pt x="22" y="112"/>
                    </a:lnTo>
                    <a:lnTo>
                      <a:pt x="22" y="108"/>
                    </a:lnTo>
                    <a:lnTo>
                      <a:pt x="18" y="108"/>
                    </a:lnTo>
                    <a:lnTo>
                      <a:pt x="22" y="108"/>
                    </a:lnTo>
                    <a:lnTo>
                      <a:pt x="22" y="104"/>
                    </a:lnTo>
                    <a:lnTo>
                      <a:pt x="22" y="100"/>
                    </a:lnTo>
                    <a:lnTo>
                      <a:pt x="18" y="100"/>
                    </a:lnTo>
                    <a:lnTo>
                      <a:pt x="22" y="96"/>
                    </a:lnTo>
                    <a:lnTo>
                      <a:pt x="26" y="96"/>
                    </a:lnTo>
                    <a:lnTo>
                      <a:pt x="22" y="96"/>
                    </a:lnTo>
                    <a:lnTo>
                      <a:pt x="22" y="92"/>
                    </a:lnTo>
                    <a:lnTo>
                      <a:pt x="26" y="92"/>
                    </a:lnTo>
                    <a:lnTo>
                      <a:pt x="26" y="90"/>
                    </a:lnTo>
                    <a:lnTo>
                      <a:pt x="26" y="92"/>
                    </a:lnTo>
                    <a:lnTo>
                      <a:pt x="26" y="90"/>
                    </a:lnTo>
                    <a:lnTo>
                      <a:pt x="30" y="90"/>
                    </a:lnTo>
                    <a:lnTo>
                      <a:pt x="30" y="86"/>
                    </a:lnTo>
                    <a:lnTo>
                      <a:pt x="30" y="82"/>
                    </a:lnTo>
                    <a:lnTo>
                      <a:pt x="26" y="78"/>
                    </a:lnTo>
                    <a:lnTo>
                      <a:pt x="30" y="78"/>
                    </a:lnTo>
                    <a:lnTo>
                      <a:pt x="30" y="74"/>
                    </a:lnTo>
                    <a:lnTo>
                      <a:pt x="34" y="74"/>
                    </a:lnTo>
                    <a:lnTo>
                      <a:pt x="30" y="74"/>
                    </a:lnTo>
                    <a:lnTo>
                      <a:pt x="26" y="74"/>
                    </a:lnTo>
                    <a:lnTo>
                      <a:pt x="22" y="70"/>
                    </a:lnTo>
                    <a:lnTo>
                      <a:pt x="18" y="70"/>
                    </a:lnTo>
                    <a:lnTo>
                      <a:pt x="18" y="66"/>
                    </a:lnTo>
                    <a:lnTo>
                      <a:pt x="18" y="64"/>
                    </a:lnTo>
                    <a:lnTo>
                      <a:pt x="14" y="64"/>
                    </a:lnTo>
                    <a:lnTo>
                      <a:pt x="14" y="60"/>
                    </a:lnTo>
                    <a:lnTo>
                      <a:pt x="14" y="56"/>
                    </a:lnTo>
                    <a:lnTo>
                      <a:pt x="12" y="56"/>
                    </a:lnTo>
                    <a:lnTo>
                      <a:pt x="12" y="52"/>
                    </a:lnTo>
                    <a:lnTo>
                      <a:pt x="12" y="48"/>
                    </a:lnTo>
                    <a:lnTo>
                      <a:pt x="12" y="44"/>
                    </a:lnTo>
                    <a:lnTo>
                      <a:pt x="8" y="44"/>
                    </a:lnTo>
                    <a:lnTo>
                      <a:pt x="8" y="40"/>
                    </a:lnTo>
                    <a:lnTo>
                      <a:pt x="8" y="36"/>
                    </a:lnTo>
                    <a:lnTo>
                      <a:pt x="4" y="34"/>
                    </a:lnTo>
                    <a:lnTo>
                      <a:pt x="4" y="30"/>
                    </a:lnTo>
                    <a:lnTo>
                      <a:pt x="8" y="26"/>
                    </a:lnTo>
                    <a:lnTo>
                      <a:pt x="4" y="26"/>
                    </a:lnTo>
                    <a:lnTo>
                      <a:pt x="4" y="22"/>
                    </a:lnTo>
                    <a:lnTo>
                      <a:pt x="4" y="18"/>
                    </a:lnTo>
                    <a:lnTo>
                      <a:pt x="4" y="14"/>
                    </a:lnTo>
                    <a:lnTo>
                      <a:pt x="4" y="10"/>
                    </a:lnTo>
                    <a:lnTo>
                      <a:pt x="0" y="8"/>
                    </a:lnTo>
                    <a:lnTo>
                      <a:pt x="0" y="4"/>
                    </a:lnTo>
                    <a:lnTo>
                      <a:pt x="4" y="4"/>
                    </a:lnTo>
                    <a:lnTo>
                      <a:pt x="4" y="8"/>
                    </a:lnTo>
                    <a:lnTo>
                      <a:pt x="4" y="4"/>
                    </a:lnTo>
                    <a:lnTo>
                      <a:pt x="8" y="4"/>
                    </a:lnTo>
                    <a:lnTo>
                      <a:pt x="8" y="0"/>
                    </a:lnTo>
                    <a:lnTo>
                      <a:pt x="12" y="0"/>
                    </a:lnTo>
                    <a:lnTo>
                      <a:pt x="12" y="4"/>
                    </a:lnTo>
                    <a:lnTo>
                      <a:pt x="14" y="4"/>
                    </a:lnTo>
                    <a:lnTo>
                      <a:pt x="14" y="8"/>
                    </a:lnTo>
                    <a:lnTo>
                      <a:pt x="18" y="10"/>
                    </a:lnTo>
                    <a:lnTo>
                      <a:pt x="18" y="14"/>
                    </a:lnTo>
                    <a:lnTo>
                      <a:pt x="22" y="14"/>
                    </a:lnTo>
                    <a:lnTo>
                      <a:pt x="26" y="14"/>
                    </a:lnTo>
                    <a:lnTo>
                      <a:pt x="30" y="14"/>
                    </a:lnTo>
                    <a:lnTo>
                      <a:pt x="34" y="14"/>
                    </a:lnTo>
                    <a:lnTo>
                      <a:pt x="38" y="14"/>
                    </a:lnTo>
                    <a:lnTo>
                      <a:pt x="38" y="10"/>
                    </a:lnTo>
                    <a:lnTo>
                      <a:pt x="40" y="10"/>
                    </a:lnTo>
                    <a:lnTo>
                      <a:pt x="44" y="8"/>
                    </a:lnTo>
                    <a:lnTo>
                      <a:pt x="48" y="8"/>
                    </a:lnTo>
                    <a:lnTo>
                      <a:pt x="48" y="4"/>
                    </a:lnTo>
                    <a:lnTo>
                      <a:pt x="52" y="0"/>
                    </a:lnTo>
                    <a:lnTo>
                      <a:pt x="56" y="0"/>
                    </a:lnTo>
                    <a:lnTo>
                      <a:pt x="60" y="4"/>
                    </a:lnTo>
                    <a:lnTo>
                      <a:pt x="64" y="8"/>
                    </a:lnTo>
                    <a:lnTo>
                      <a:pt x="60" y="8"/>
                    </a:lnTo>
                    <a:lnTo>
                      <a:pt x="60" y="10"/>
                    </a:lnTo>
                    <a:lnTo>
                      <a:pt x="60" y="14"/>
                    </a:lnTo>
                    <a:lnTo>
                      <a:pt x="56" y="14"/>
                    </a:lnTo>
                    <a:lnTo>
                      <a:pt x="60" y="18"/>
                    </a:lnTo>
                    <a:lnTo>
                      <a:pt x="60" y="22"/>
                    </a:lnTo>
                    <a:lnTo>
                      <a:pt x="64" y="22"/>
                    </a:lnTo>
                    <a:lnTo>
                      <a:pt x="64" y="26"/>
                    </a:lnTo>
                    <a:lnTo>
                      <a:pt x="68" y="26"/>
                    </a:lnTo>
                    <a:lnTo>
                      <a:pt x="68" y="22"/>
                    </a:lnTo>
                    <a:lnTo>
                      <a:pt x="70" y="22"/>
                    </a:lnTo>
                    <a:lnTo>
                      <a:pt x="82" y="26"/>
                    </a:lnTo>
                    <a:lnTo>
                      <a:pt x="86" y="26"/>
                    </a:lnTo>
                    <a:lnTo>
                      <a:pt x="90" y="26"/>
                    </a:lnTo>
                    <a:lnTo>
                      <a:pt x="94" y="22"/>
                    </a:lnTo>
                    <a:lnTo>
                      <a:pt x="98" y="22"/>
                    </a:lnTo>
                    <a:lnTo>
                      <a:pt x="100" y="22"/>
                    </a:lnTo>
                    <a:lnTo>
                      <a:pt x="104" y="18"/>
                    </a:lnTo>
                    <a:lnTo>
                      <a:pt x="104" y="22"/>
                    </a:lnTo>
                    <a:lnTo>
                      <a:pt x="108" y="26"/>
                    </a:lnTo>
                    <a:lnTo>
                      <a:pt x="112" y="30"/>
                    </a:lnTo>
                    <a:lnTo>
                      <a:pt x="112" y="34"/>
                    </a:lnTo>
                    <a:lnTo>
                      <a:pt x="116" y="34"/>
                    </a:lnTo>
                    <a:lnTo>
                      <a:pt x="116" y="36"/>
                    </a:lnTo>
                    <a:lnTo>
                      <a:pt x="118" y="36"/>
                    </a:lnTo>
                    <a:lnTo>
                      <a:pt x="122" y="36"/>
                    </a:lnTo>
                    <a:lnTo>
                      <a:pt x="126" y="36"/>
                    </a:lnTo>
                    <a:lnTo>
                      <a:pt x="126" y="40"/>
                    </a:lnTo>
                    <a:lnTo>
                      <a:pt x="130" y="40"/>
                    </a:lnTo>
                    <a:lnTo>
                      <a:pt x="134" y="44"/>
                    </a:lnTo>
                    <a:lnTo>
                      <a:pt x="138" y="44"/>
                    </a:lnTo>
                    <a:lnTo>
                      <a:pt x="142" y="44"/>
                    </a:lnTo>
                    <a:lnTo>
                      <a:pt x="144" y="44"/>
                    </a:lnTo>
                    <a:lnTo>
                      <a:pt x="148" y="44"/>
                    </a:lnTo>
                    <a:lnTo>
                      <a:pt x="152" y="40"/>
                    </a:lnTo>
                    <a:lnTo>
                      <a:pt x="152" y="36"/>
                    </a:lnTo>
                    <a:lnTo>
                      <a:pt x="156" y="36"/>
                    </a:lnTo>
                    <a:lnTo>
                      <a:pt x="156" y="34"/>
                    </a:lnTo>
                    <a:lnTo>
                      <a:pt x="160" y="34"/>
                    </a:lnTo>
                    <a:lnTo>
                      <a:pt x="160" y="30"/>
                    </a:lnTo>
                    <a:lnTo>
                      <a:pt x="164" y="30"/>
                    </a:lnTo>
                    <a:lnTo>
                      <a:pt x="168" y="30"/>
                    </a:lnTo>
                    <a:lnTo>
                      <a:pt x="172" y="30"/>
                    </a:lnTo>
                    <a:lnTo>
                      <a:pt x="174" y="30"/>
                    </a:lnTo>
                    <a:lnTo>
                      <a:pt x="174" y="26"/>
                    </a:lnTo>
                    <a:lnTo>
                      <a:pt x="178" y="26"/>
                    </a:lnTo>
                    <a:lnTo>
                      <a:pt x="182" y="26"/>
                    </a:lnTo>
                    <a:lnTo>
                      <a:pt x="182" y="30"/>
                    </a:lnTo>
                    <a:lnTo>
                      <a:pt x="186" y="30"/>
                    </a:lnTo>
                    <a:lnTo>
                      <a:pt x="186" y="26"/>
                    </a:lnTo>
                    <a:lnTo>
                      <a:pt x="190" y="30"/>
                    </a:lnTo>
                    <a:lnTo>
                      <a:pt x="190" y="34"/>
                    </a:lnTo>
                    <a:lnTo>
                      <a:pt x="194" y="34"/>
                    </a:lnTo>
                    <a:lnTo>
                      <a:pt x="202" y="36"/>
                    </a:lnTo>
                    <a:lnTo>
                      <a:pt x="204" y="40"/>
                    </a:lnTo>
                    <a:lnTo>
                      <a:pt x="208" y="36"/>
                    </a:lnTo>
                    <a:lnTo>
                      <a:pt x="208" y="40"/>
                    </a:lnTo>
                    <a:lnTo>
                      <a:pt x="208" y="36"/>
                    </a:lnTo>
                    <a:lnTo>
                      <a:pt x="212" y="36"/>
                    </a:lnTo>
                    <a:lnTo>
                      <a:pt x="212" y="40"/>
                    </a:lnTo>
                    <a:lnTo>
                      <a:pt x="216" y="40"/>
                    </a:lnTo>
                    <a:lnTo>
                      <a:pt x="216" y="44"/>
                    </a:lnTo>
                    <a:lnTo>
                      <a:pt x="220" y="48"/>
                    </a:lnTo>
                    <a:lnTo>
                      <a:pt x="224" y="48"/>
                    </a:lnTo>
                    <a:lnTo>
                      <a:pt x="228" y="52"/>
                    </a:lnTo>
                    <a:lnTo>
                      <a:pt x="228" y="56"/>
                    </a:lnTo>
                    <a:lnTo>
                      <a:pt x="232" y="60"/>
                    </a:lnTo>
                    <a:lnTo>
                      <a:pt x="234" y="60"/>
                    </a:lnTo>
                    <a:lnTo>
                      <a:pt x="238" y="60"/>
                    </a:lnTo>
                    <a:lnTo>
                      <a:pt x="242" y="60"/>
                    </a:lnTo>
                    <a:lnTo>
                      <a:pt x="242" y="64"/>
                    </a:lnTo>
                    <a:lnTo>
                      <a:pt x="242" y="66"/>
                    </a:lnTo>
                    <a:lnTo>
                      <a:pt x="242" y="70"/>
                    </a:lnTo>
                    <a:lnTo>
                      <a:pt x="242" y="74"/>
                    </a:lnTo>
                    <a:lnTo>
                      <a:pt x="242" y="78"/>
                    </a:lnTo>
                    <a:lnTo>
                      <a:pt x="246" y="78"/>
                    </a:lnTo>
                    <a:lnTo>
                      <a:pt x="242" y="82"/>
                    </a:lnTo>
                    <a:lnTo>
                      <a:pt x="242" y="86"/>
                    </a:lnTo>
                    <a:lnTo>
                      <a:pt x="242" y="90"/>
                    </a:lnTo>
                    <a:lnTo>
                      <a:pt x="242" y="92"/>
                    </a:lnTo>
                    <a:lnTo>
                      <a:pt x="238" y="96"/>
                    </a:lnTo>
                    <a:lnTo>
                      <a:pt x="234" y="96"/>
                    </a:lnTo>
                    <a:lnTo>
                      <a:pt x="238" y="100"/>
                    </a:lnTo>
                    <a:lnTo>
                      <a:pt x="234" y="100"/>
                    </a:lnTo>
                    <a:lnTo>
                      <a:pt x="234" y="104"/>
                    </a:lnTo>
                    <a:lnTo>
                      <a:pt x="234" y="108"/>
                    </a:lnTo>
                    <a:lnTo>
                      <a:pt x="234" y="112"/>
                    </a:lnTo>
                    <a:lnTo>
                      <a:pt x="234" y="116"/>
                    </a:lnTo>
                    <a:lnTo>
                      <a:pt x="238" y="116"/>
                    </a:lnTo>
                    <a:lnTo>
                      <a:pt x="238" y="120"/>
                    </a:lnTo>
                    <a:lnTo>
                      <a:pt x="234" y="120"/>
                    </a:lnTo>
                    <a:lnTo>
                      <a:pt x="234" y="122"/>
                    </a:lnTo>
                    <a:lnTo>
                      <a:pt x="234" y="126"/>
                    </a:lnTo>
                    <a:lnTo>
                      <a:pt x="234" y="130"/>
                    </a:lnTo>
                    <a:lnTo>
                      <a:pt x="234" y="134"/>
                    </a:lnTo>
                    <a:lnTo>
                      <a:pt x="238" y="138"/>
                    </a:lnTo>
                    <a:lnTo>
                      <a:pt x="238" y="142"/>
                    </a:lnTo>
                    <a:lnTo>
                      <a:pt x="238" y="146"/>
                    </a:lnTo>
                    <a:lnTo>
                      <a:pt x="238" y="146"/>
                    </a:lnTo>
                    <a:lnTo>
                      <a:pt x="238" y="146"/>
                    </a:lnTo>
                    <a:close/>
                    <a:moveTo>
                      <a:pt x="164" y="238"/>
                    </a:moveTo>
                    <a:lnTo>
                      <a:pt x="164" y="242"/>
                    </a:lnTo>
                    <a:lnTo>
                      <a:pt x="164" y="238"/>
                    </a:lnTo>
                    <a:lnTo>
                      <a:pt x="168" y="238"/>
                    </a:lnTo>
                    <a:lnTo>
                      <a:pt x="164" y="238"/>
                    </a:lnTo>
                    <a:lnTo>
                      <a:pt x="164" y="238"/>
                    </a:lnTo>
                    <a:lnTo>
                      <a:pt x="164" y="238"/>
                    </a:lnTo>
                    <a:close/>
                    <a:moveTo>
                      <a:pt x="174" y="238"/>
                    </a:moveTo>
                    <a:lnTo>
                      <a:pt x="172" y="238"/>
                    </a:lnTo>
                    <a:lnTo>
                      <a:pt x="172" y="242"/>
                    </a:lnTo>
                    <a:lnTo>
                      <a:pt x="168" y="242"/>
                    </a:lnTo>
                    <a:lnTo>
                      <a:pt x="164" y="242"/>
                    </a:lnTo>
                    <a:lnTo>
                      <a:pt x="160" y="246"/>
                    </a:lnTo>
                    <a:lnTo>
                      <a:pt x="160" y="242"/>
                    </a:lnTo>
                    <a:lnTo>
                      <a:pt x="164" y="242"/>
                    </a:lnTo>
                    <a:lnTo>
                      <a:pt x="168" y="242"/>
                    </a:lnTo>
                    <a:lnTo>
                      <a:pt x="168" y="238"/>
                    </a:lnTo>
                    <a:lnTo>
                      <a:pt x="172" y="238"/>
                    </a:lnTo>
                    <a:lnTo>
                      <a:pt x="172" y="234"/>
                    </a:lnTo>
                    <a:lnTo>
                      <a:pt x="174" y="238"/>
                    </a:lnTo>
                    <a:lnTo>
                      <a:pt x="174" y="238"/>
                    </a:lnTo>
                    <a:lnTo>
                      <a:pt x="174" y="2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6" name="Freeform 30"/>
              <p:cNvSpPr>
                <a:spLocks/>
              </p:cNvSpPr>
              <p:nvPr/>
            </p:nvSpPr>
            <p:spPr bwMode="gray">
              <a:xfrm>
                <a:off x="5753071" y="3368304"/>
                <a:ext cx="240019" cy="267846"/>
              </a:xfrm>
              <a:custGeom>
                <a:avLst/>
                <a:gdLst>
                  <a:gd name="T0" fmla="*/ 4 w 138"/>
                  <a:gd name="T1" fmla="*/ 90 h 154"/>
                  <a:gd name="T2" fmla="*/ 14 w 138"/>
                  <a:gd name="T3" fmla="*/ 68 h 154"/>
                  <a:gd name="T4" fmla="*/ 34 w 138"/>
                  <a:gd name="T5" fmla="*/ 56 h 154"/>
                  <a:gd name="T6" fmla="*/ 34 w 138"/>
                  <a:gd name="T7" fmla="*/ 40 h 154"/>
                  <a:gd name="T8" fmla="*/ 38 w 138"/>
                  <a:gd name="T9" fmla="*/ 38 h 154"/>
                  <a:gd name="T10" fmla="*/ 38 w 138"/>
                  <a:gd name="T11" fmla="*/ 34 h 154"/>
                  <a:gd name="T12" fmla="*/ 38 w 138"/>
                  <a:gd name="T13" fmla="*/ 18 h 154"/>
                  <a:gd name="T14" fmla="*/ 52 w 138"/>
                  <a:gd name="T15" fmla="*/ 4 h 154"/>
                  <a:gd name="T16" fmla="*/ 56 w 138"/>
                  <a:gd name="T17" fmla="*/ 0 h 154"/>
                  <a:gd name="T18" fmla="*/ 60 w 138"/>
                  <a:gd name="T19" fmla="*/ 0 h 154"/>
                  <a:gd name="T20" fmla="*/ 74 w 138"/>
                  <a:gd name="T21" fmla="*/ 4 h 154"/>
                  <a:gd name="T22" fmla="*/ 74 w 138"/>
                  <a:gd name="T23" fmla="*/ 0 h 154"/>
                  <a:gd name="T24" fmla="*/ 78 w 138"/>
                  <a:gd name="T25" fmla="*/ 4 h 154"/>
                  <a:gd name="T26" fmla="*/ 82 w 138"/>
                  <a:gd name="T27" fmla="*/ 4 h 154"/>
                  <a:gd name="T28" fmla="*/ 86 w 138"/>
                  <a:gd name="T29" fmla="*/ 4 h 154"/>
                  <a:gd name="T30" fmla="*/ 86 w 138"/>
                  <a:gd name="T31" fmla="*/ 8 h 154"/>
                  <a:gd name="T32" fmla="*/ 86 w 138"/>
                  <a:gd name="T33" fmla="*/ 10 h 154"/>
                  <a:gd name="T34" fmla="*/ 90 w 138"/>
                  <a:gd name="T35" fmla="*/ 14 h 154"/>
                  <a:gd name="T36" fmla="*/ 90 w 138"/>
                  <a:gd name="T37" fmla="*/ 18 h 154"/>
                  <a:gd name="T38" fmla="*/ 94 w 138"/>
                  <a:gd name="T39" fmla="*/ 18 h 154"/>
                  <a:gd name="T40" fmla="*/ 96 w 138"/>
                  <a:gd name="T41" fmla="*/ 26 h 154"/>
                  <a:gd name="T42" fmla="*/ 100 w 138"/>
                  <a:gd name="T43" fmla="*/ 30 h 154"/>
                  <a:gd name="T44" fmla="*/ 104 w 138"/>
                  <a:gd name="T45" fmla="*/ 30 h 154"/>
                  <a:gd name="T46" fmla="*/ 108 w 138"/>
                  <a:gd name="T47" fmla="*/ 30 h 154"/>
                  <a:gd name="T48" fmla="*/ 104 w 138"/>
                  <a:gd name="T49" fmla="*/ 30 h 154"/>
                  <a:gd name="T50" fmla="*/ 104 w 138"/>
                  <a:gd name="T51" fmla="*/ 38 h 154"/>
                  <a:gd name="T52" fmla="*/ 104 w 138"/>
                  <a:gd name="T53" fmla="*/ 40 h 154"/>
                  <a:gd name="T54" fmla="*/ 100 w 138"/>
                  <a:gd name="T55" fmla="*/ 44 h 154"/>
                  <a:gd name="T56" fmla="*/ 96 w 138"/>
                  <a:gd name="T57" fmla="*/ 48 h 154"/>
                  <a:gd name="T58" fmla="*/ 100 w 138"/>
                  <a:gd name="T59" fmla="*/ 52 h 154"/>
                  <a:gd name="T60" fmla="*/ 96 w 138"/>
                  <a:gd name="T61" fmla="*/ 56 h 154"/>
                  <a:gd name="T62" fmla="*/ 96 w 138"/>
                  <a:gd name="T63" fmla="*/ 60 h 154"/>
                  <a:gd name="T64" fmla="*/ 96 w 138"/>
                  <a:gd name="T65" fmla="*/ 64 h 154"/>
                  <a:gd name="T66" fmla="*/ 100 w 138"/>
                  <a:gd name="T67" fmla="*/ 70 h 154"/>
                  <a:gd name="T68" fmla="*/ 100 w 138"/>
                  <a:gd name="T69" fmla="*/ 74 h 154"/>
                  <a:gd name="T70" fmla="*/ 104 w 138"/>
                  <a:gd name="T71" fmla="*/ 74 h 154"/>
                  <a:gd name="T72" fmla="*/ 104 w 138"/>
                  <a:gd name="T73" fmla="*/ 78 h 154"/>
                  <a:gd name="T74" fmla="*/ 104 w 138"/>
                  <a:gd name="T75" fmla="*/ 82 h 154"/>
                  <a:gd name="T76" fmla="*/ 108 w 138"/>
                  <a:gd name="T77" fmla="*/ 82 h 154"/>
                  <a:gd name="T78" fmla="*/ 112 w 138"/>
                  <a:gd name="T79" fmla="*/ 86 h 154"/>
                  <a:gd name="T80" fmla="*/ 116 w 138"/>
                  <a:gd name="T81" fmla="*/ 90 h 154"/>
                  <a:gd name="T82" fmla="*/ 120 w 138"/>
                  <a:gd name="T83" fmla="*/ 94 h 154"/>
                  <a:gd name="T84" fmla="*/ 126 w 138"/>
                  <a:gd name="T85" fmla="*/ 98 h 154"/>
                  <a:gd name="T86" fmla="*/ 130 w 138"/>
                  <a:gd name="T87" fmla="*/ 104 h 154"/>
                  <a:gd name="T88" fmla="*/ 126 w 138"/>
                  <a:gd name="T89" fmla="*/ 116 h 154"/>
                  <a:gd name="T90" fmla="*/ 130 w 138"/>
                  <a:gd name="T91" fmla="*/ 120 h 154"/>
                  <a:gd name="T92" fmla="*/ 130 w 138"/>
                  <a:gd name="T93" fmla="*/ 130 h 154"/>
                  <a:gd name="T94" fmla="*/ 138 w 138"/>
                  <a:gd name="T95" fmla="*/ 134 h 154"/>
                  <a:gd name="T96" fmla="*/ 138 w 138"/>
                  <a:gd name="T97" fmla="*/ 138 h 154"/>
                  <a:gd name="T98" fmla="*/ 134 w 138"/>
                  <a:gd name="T99" fmla="*/ 138 h 154"/>
                  <a:gd name="T100" fmla="*/ 130 w 138"/>
                  <a:gd name="T101" fmla="*/ 138 h 154"/>
                  <a:gd name="T102" fmla="*/ 124 w 138"/>
                  <a:gd name="T103" fmla="*/ 134 h 154"/>
                  <a:gd name="T104" fmla="*/ 120 w 138"/>
                  <a:gd name="T105" fmla="*/ 138 h 154"/>
                  <a:gd name="T106" fmla="*/ 116 w 138"/>
                  <a:gd name="T107" fmla="*/ 150 h 154"/>
                  <a:gd name="T108" fmla="*/ 112 w 138"/>
                  <a:gd name="T109" fmla="*/ 154 h 154"/>
                  <a:gd name="T110" fmla="*/ 104 w 138"/>
                  <a:gd name="T111" fmla="*/ 154 h 154"/>
                  <a:gd name="T112" fmla="*/ 38 w 138"/>
                  <a:gd name="T113" fmla="*/ 112 h 154"/>
                  <a:gd name="T114" fmla="*/ 8 w 138"/>
                  <a:gd name="T115" fmla="*/ 98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8" h="154">
                    <a:moveTo>
                      <a:pt x="8" y="98"/>
                    </a:moveTo>
                    <a:lnTo>
                      <a:pt x="8" y="98"/>
                    </a:lnTo>
                    <a:lnTo>
                      <a:pt x="8" y="94"/>
                    </a:lnTo>
                    <a:lnTo>
                      <a:pt x="4" y="94"/>
                    </a:lnTo>
                    <a:lnTo>
                      <a:pt x="4" y="94"/>
                    </a:lnTo>
                    <a:lnTo>
                      <a:pt x="4" y="90"/>
                    </a:lnTo>
                    <a:lnTo>
                      <a:pt x="0" y="74"/>
                    </a:lnTo>
                    <a:lnTo>
                      <a:pt x="0" y="74"/>
                    </a:lnTo>
                    <a:lnTo>
                      <a:pt x="4" y="74"/>
                    </a:lnTo>
                    <a:lnTo>
                      <a:pt x="8" y="70"/>
                    </a:lnTo>
                    <a:lnTo>
                      <a:pt x="12" y="68"/>
                    </a:lnTo>
                    <a:lnTo>
                      <a:pt x="14" y="68"/>
                    </a:lnTo>
                    <a:lnTo>
                      <a:pt x="18" y="64"/>
                    </a:lnTo>
                    <a:lnTo>
                      <a:pt x="18" y="64"/>
                    </a:lnTo>
                    <a:lnTo>
                      <a:pt x="22" y="64"/>
                    </a:lnTo>
                    <a:lnTo>
                      <a:pt x="26" y="60"/>
                    </a:lnTo>
                    <a:lnTo>
                      <a:pt x="34" y="56"/>
                    </a:lnTo>
                    <a:lnTo>
                      <a:pt x="34" y="56"/>
                    </a:lnTo>
                    <a:lnTo>
                      <a:pt x="34" y="52"/>
                    </a:lnTo>
                    <a:lnTo>
                      <a:pt x="34" y="48"/>
                    </a:lnTo>
                    <a:lnTo>
                      <a:pt x="34" y="44"/>
                    </a:lnTo>
                    <a:lnTo>
                      <a:pt x="34" y="44"/>
                    </a:lnTo>
                    <a:lnTo>
                      <a:pt x="34" y="40"/>
                    </a:lnTo>
                    <a:lnTo>
                      <a:pt x="34" y="40"/>
                    </a:lnTo>
                    <a:lnTo>
                      <a:pt x="34" y="40"/>
                    </a:lnTo>
                    <a:lnTo>
                      <a:pt x="34" y="40"/>
                    </a:lnTo>
                    <a:lnTo>
                      <a:pt x="34" y="40"/>
                    </a:lnTo>
                    <a:lnTo>
                      <a:pt x="38" y="38"/>
                    </a:lnTo>
                    <a:lnTo>
                      <a:pt x="38" y="38"/>
                    </a:lnTo>
                    <a:lnTo>
                      <a:pt x="38" y="38"/>
                    </a:lnTo>
                    <a:lnTo>
                      <a:pt x="38" y="38"/>
                    </a:lnTo>
                    <a:lnTo>
                      <a:pt x="38" y="38"/>
                    </a:lnTo>
                    <a:lnTo>
                      <a:pt x="38" y="38"/>
                    </a:lnTo>
                    <a:lnTo>
                      <a:pt x="38" y="34"/>
                    </a:lnTo>
                    <a:lnTo>
                      <a:pt x="38" y="34"/>
                    </a:lnTo>
                    <a:lnTo>
                      <a:pt x="38" y="34"/>
                    </a:lnTo>
                    <a:lnTo>
                      <a:pt x="38" y="30"/>
                    </a:lnTo>
                    <a:lnTo>
                      <a:pt x="38" y="30"/>
                    </a:lnTo>
                    <a:lnTo>
                      <a:pt x="38" y="26"/>
                    </a:lnTo>
                    <a:lnTo>
                      <a:pt x="38" y="26"/>
                    </a:lnTo>
                    <a:lnTo>
                      <a:pt x="38" y="18"/>
                    </a:lnTo>
                    <a:lnTo>
                      <a:pt x="38" y="18"/>
                    </a:lnTo>
                    <a:lnTo>
                      <a:pt x="38" y="14"/>
                    </a:lnTo>
                    <a:lnTo>
                      <a:pt x="44" y="14"/>
                    </a:lnTo>
                    <a:lnTo>
                      <a:pt x="52" y="8"/>
                    </a:lnTo>
                    <a:lnTo>
                      <a:pt x="52" y="8"/>
                    </a:lnTo>
                    <a:lnTo>
                      <a:pt x="52" y="4"/>
                    </a:lnTo>
                    <a:lnTo>
                      <a:pt x="52" y="4"/>
                    </a:lnTo>
                    <a:lnTo>
                      <a:pt x="52" y="4"/>
                    </a:lnTo>
                    <a:lnTo>
                      <a:pt x="52" y="4"/>
                    </a:lnTo>
                    <a:lnTo>
                      <a:pt x="56" y="4"/>
                    </a:lnTo>
                    <a:lnTo>
                      <a:pt x="56" y="4"/>
                    </a:lnTo>
                    <a:lnTo>
                      <a:pt x="56" y="0"/>
                    </a:lnTo>
                    <a:lnTo>
                      <a:pt x="56" y="0"/>
                    </a:lnTo>
                    <a:lnTo>
                      <a:pt x="56" y="0"/>
                    </a:lnTo>
                    <a:lnTo>
                      <a:pt x="60" y="0"/>
                    </a:lnTo>
                    <a:lnTo>
                      <a:pt x="60" y="0"/>
                    </a:lnTo>
                    <a:lnTo>
                      <a:pt x="60" y="0"/>
                    </a:lnTo>
                    <a:lnTo>
                      <a:pt x="60" y="0"/>
                    </a:lnTo>
                    <a:lnTo>
                      <a:pt x="60" y="0"/>
                    </a:lnTo>
                    <a:lnTo>
                      <a:pt x="64" y="0"/>
                    </a:lnTo>
                    <a:lnTo>
                      <a:pt x="68" y="4"/>
                    </a:lnTo>
                    <a:lnTo>
                      <a:pt x="70" y="4"/>
                    </a:lnTo>
                    <a:lnTo>
                      <a:pt x="70" y="4"/>
                    </a:lnTo>
                    <a:lnTo>
                      <a:pt x="74" y="4"/>
                    </a:lnTo>
                    <a:lnTo>
                      <a:pt x="74" y="4"/>
                    </a:lnTo>
                    <a:lnTo>
                      <a:pt x="74" y="0"/>
                    </a:lnTo>
                    <a:lnTo>
                      <a:pt x="74" y="0"/>
                    </a:lnTo>
                    <a:lnTo>
                      <a:pt x="74" y="0"/>
                    </a:lnTo>
                    <a:lnTo>
                      <a:pt x="74" y="0"/>
                    </a:lnTo>
                    <a:lnTo>
                      <a:pt x="74" y="0"/>
                    </a:lnTo>
                    <a:lnTo>
                      <a:pt x="74" y="0"/>
                    </a:lnTo>
                    <a:lnTo>
                      <a:pt x="78" y="0"/>
                    </a:lnTo>
                    <a:lnTo>
                      <a:pt x="78" y="4"/>
                    </a:lnTo>
                    <a:lnTo>
                      <a:pt x="78" y="4"/>
                    </a:lnTo>
                    <a:lnTo>
                      <a:pt x="78" y="4"/>
                    </a:lnTo>
                    <a:lnTo>
                      <a:pt x="78" y="4"/>
                    </a:lnTo>
                    <a:lnTo>
                      <a:pt x="78" y="4"/>
                    </a:lnTo>
                    <a:lnTo>
                      <a:pt x="78" y="8"/>
                    </a:lnTo>
                    <a:lnTo>
                      <a:pt x="78" y="8"/>
                    </a:lnTo>
                    <a:lnTo>
                      <a:pt x="78" y="8"/>
                    </a:lnTo>
                    <a:lnTo>
                      <a:pt x="78" y="8"/>
                    </a:lnTo>
                    <a:lnTo>
                      <a:pt x="82" y="8"/>
                    </a:lnTo>
                    <a:lnTo>
                      <a:pt x="82" y="4"/>
                    </a:lnTo>
                    <a:lnTo>
                      <a:pt x="82" y="4"/>
                    </a:lnTo>
                    <a:lnTo>
                      <a:pt x="82" y="4"/>
                    </a:lnTo>
                    <a:lnTo>
                      <a:pt x="82" y="4"/>
                    </a:lnTo>
                    <a:lnTo>
                      <a:pt x="82" y="4"/>
                    </a:lnTo>
                    <a:lnTo>
                      <a:pt x="82" y="4"/>
                    </a:lnTo>
                    <a:lnTo>
                      <a:pt x="86" y="4"/>
                    </a:lnTo>
                    <a:lnTo>
                      <a:pt x="86" y="4"/>
                    </a:lnTo>
                    <a:lnTo>
                      <a:pt x="86" y="4"/>
                    </a:lnTo>
                    <a:lnTo>
                      <a:pt x="86" y="4"/>
                    </a:lnTo>
                    <a:lnTo>
                      <a:pt x="86" y="4"/>
                    </a:lnTo>
                    <a:lnTo>
                      <a:pt x="86" y="8"/>
                    </a:lnTo>
                    <a:lnTo>
                      <a:pt x="86" y="8"/>
                    </a:lnTo>
                    <a:lnTo>
                      <a:pt x="86" y="8"/>
                    </a:lnTo>
                    <a:lnTo>
                      <a:pt x="86" y="8"/>
                    </a:lnTo>
                    <a:lnTo>
                      <a:pt x="86" y="8"/>
                    </a:lnTo>
                    <a:lnTo>
                      <a:pt x="86" y="10"/>
                    </a:lnTo>
                    <a:lnTo>
                      <a:pt x="86" y="10"/>
                    </a:lnTo>
                    <a:lnTo>
                      <a:pt x="86" y="10"/>
                    </a:lnTo>
                    <a:lnTo>
                      <a:pt x="86" y="10"/>
                    </a:lnTo>
                    <a:lnTo>
                      <a:pt x="86" y="10"/>
                    </a:lnTo>
                    <a:lnTo>
                      <a:pt x="90" y="10"/>
                    </a:lnTo>
                    <a:lnTo>
                      <a:pt x="90" y="10"/>
                    </a:lnTo>
                    <a:lnTo>
                      <a:pt x="90" y="10"/>
                    </a:lnTo>
                    <a:lnTo>
                      <a:pt x="90" y="14"/>
                    </a:lnTo>
                    <a:lnTo>
                      <a:pt x="90" y="14"/>
                    </a:lnTo>
                    <a:lnTo>
                      <a:pt x="90" y="14"/>
                    </a:lnTo>
                    <a:lnTo>
                      <a:pt x="90" y="14"/>
                    </a:lnTo>
                    <a:lnTo>
                      <a:pt x="90" y="14"/>
                    </a:lnTo>
                    <a:lnTo>
                      <a:pt x="90" y="18"/>
                    </a:lnTo>
                    <a:lnTo>
                      <a:pt x="90" y="18"/>
                    </a:lnTo>
                    <a:lnTo>
                      <a:pt x="90" y="18"/>
                    </a:lnTo>
                    <a:lnTo>
                      <a:pt x="90" y="18"/>
                    </a:lnTo>
                    <a:lnTo>
                      <a:pt x="90" y="18"/>
                    </a:lnTo>
                    <a:lnTo>
                      <a:pt x="94" y="18"/>
                    </a:lnTo>
                    <a:lnTo>
                      <a:pt x="94" y="18"/>
                    </a:lnTo>
                    <a:lnTo>
                      <a:pt x="94" y="18"/>
                    </a:lnTo>
                    <a:lnTo>
                      <a:pt x="94" y="18"/>
                    </a:lnTo>
                    <a:lnTo>
                      <a:pt x="94" y="22"/>
                    </a:lnTo>
                    <a:lnTo>
                      <a:pt x="94" y="22"/>
                    </a:lnTo>
                    <a:lnTo>
                      <a:pt x="94" y="26"/>
                    </a:lnTo>
                    <a:lnTo>
                      <a:pt x="94" y="26"/>
                    </a:lnTo>
                    <a:lnTo>
                      <a:pt x="96" y="26"/>
                    </a:lnTo>
                    <a:lnTo>
                      <a:pt x="96" y="26"/>
                    </a:lnTo>
                    <a:lnTo>
                      <a:pt x="96" y="26"/>
                    </a:lnTo>
                    <a:lnTo>
                      <a:pt x="96" y="26"/>
                    </a:lnTo>
                    <a:lnTo>
                      <a:pt x="96" y="26"/>
                    </a:lnTo>
                    <a:lnTo>
                      <a:pt x="96" y="26"/>
                    </a:lnTo>
                    <a:lnTo>
                      <a:pt x="100" y="30"/>
                    </a:lnTo>
                    <a:lnTo>
                      <a:pt x="100" y="30"/>
                    </a:lnTo>
                    <a:lnTo>
                      <a:pt x="100" y="30"/>
                    </a:lnTo>
                    <a:lnTo>
                      <a:pt x="100" y="30"/>
                    </a:lnTo>
                    <a:lnTo>
                      <a:pt x="100" y="30"/>
                    </a:lnTo>
                    <a:lnTo>
                      <a:pt x="100" y="30"/>
                    </a:lnTo>
                    <a:lnTo>
                      <a:pt x="104" y="30"/>
                    </a:lnTo>
                    <a:lnTo>
                      <a:pt x="104" y="30"/>
                    </a:lnTo>
                    <a:lnTo>
                      <a:pt x="104" y="30"/>
                    </a:lnTo>
                    <a:lnTo>
                      <a:pt x="104" y="30"/>
                    </a:lnTo>
                    <a:lnTo>
                      <a:pt x="104" y="30"/>
                    </a:lnTo>
                    <a:lnTo>
                      <a:pt x="108" y="30"/>
                    </a:lnTo>
                    <a:lnTo>
                      <a:pt x="108" y="30"/>
                    </a:lnTo>
                    <a:lnTo>
                      <a:pt x="108" y="30"/>
                    </a:lnTo>
                    <a:lnTo>
                      <a:pt x="108" y="30"/>
                    </a:lnTo>
                    <a:lnTo>
                      <a:pt x="108" y="30"/>
                    </a:lnTo>
                    <a:lnTo>
                      <a:pt x="108" y="30"/>
                    </a:lnTo>
                    <a:lnTo>
                      <a:pt x="104" y="30"/>
                    </a:lnTo>
                    <a:lnTo>
                      <a:pt x="104" y="30"/>
                    </a:lnTo>
                    <a:lnTo>
                      <a:pt x="104" y="30"/>
                    </a:lnTo>
                    <a:lnTo>
                      <a:pt x="104" y="30"/>
                    </a:lnTo>
                    <a:lnTo>
                      <a:pt x="104" y="34"/>
                    </a:lnTo>
                    <a:lnTo>
                      <a:pt x="100" y="34"/>
                    </a:lnTo>
                    <a:lnTo>
                      <a:pt x="104" y="38"/>
                    </a:lnTo>
                    <a:lnTo>
                      <a:pt x="104" y="38"/>
                    </a:lnTo>
                    <a:lnTo>
                      <a:pt x="104" y="38"/>
                    </a:lnTo>
                    <a:lnTo>
                      <a:pt x="104" y="38"/>
                    </a:lnTo>
                    <a:lnTo>
                      <a:pt x="104" y="40"/>
                    </a:lnTo>
                    <a:lnTo>
                      <a:pt x="104" y="40"/>
                    </a:lnTo>
                    <a:lnTo>
                      <a:pt x="104" y="40"/>
                    </a:lnTo>
                    <a:lnTo>
                      <a:pt x="104" y="40"/>
                    </a:lnTo>
                    <a:lnTo>
                      <a:pt x="104" y="44"/>
                    </a:lnTo>
                    <a:lnTo>
                      <a:pt x="104" y="44"/>
                    </a:lnTo>
                    <a:lnTo>
                      <a:pt x="100" y="44"/>
                    </a:lnTo>
                    <a:lnTo>
                      <a:pt x="100" y="44"/>
                    </a:lnTo>
                    <a:lnTo>
                      <a:pt x="100" y="44"/>
                    </a:lnTo>
                    <a:lnTo>
                      <a:pt x="100" y="44"/>
                    </a:lnTo>
                    <a:lnTo>
                      <a:pt x="100" y="44"/>
                    </a:lnTo>
                    <a:lnTo>
                      <a:pt x="100" y="48"/>
                    </a:lnTo>
                    <a:lnTo>
                      <a:pt x="100" y="44"/>
                    </a:lnTo>
                    <a:lnTo>
                      <a:pt x="100" y="48"/>
                    </a:lnTo>
                    <a:lnTo>
                      <a:pt x="100" y="48"/>
                    </a:lnTo>
                    <a:lnTo>
                      <a:pt x="96" y="48"/>
                    </a:lnTo>
                    <a:lnTo>
                      <a:pt x="96" y="48"/>
                    </a:lnTo>
                    <a:lnTo>
                      <a:pt x="96" y="48"/>
                    </a:lnTo>
                    <a:lnTo>
                      <a:pt x="96" y="48"/>
                    </a:lnTo>
                    <a:lnTo>
                      <a:pt x="96" y="52"/>
                    </a:lnTo>
                    <a:lnTo>
                      <a:pt x="96" y="52"/>
                    </a:lnTo>
                    <a:lnTo>
                      <a:pt x="100" y="52"/>
                    </a:lnTo>
                    <a:lnTo>
                      <a:pt x="96" y="52"/>
                    </a:lnTo>
                    <a:lnTo>
                      <a:pt x="96" y="52"/>
                    </a:lnTo>
                    <a:lnTo>
                      <a:pt x="96" y="52"/>
                    </a:lnTo>
                    <a:lnTo>
                      <a:pt x="94" y="56"/>
                    </a:lnTo>
                    <a:lnTo>
                      <a:pt x="96" y="56"/>
                    </a:lnTo>
                    <a:lnTo>
                      <a:pt x="96" y="56"/>
                    </a:lnTo>
                    <a:lnTo>
                      <a:pt x="96" y="56"/>
                    </a:lnTo>
                    <a:lnTo>
                      <a:pt x="96" y="56"/>
                    </a:lnTo>
                    <a:lnTo>
                      <a:pt x="96" y="56"/>
                    </a:lnTo>
                    <a:lnTo>
                      <a:pt x="96" y="60"/>
                    </a:lnTo>
                    <a:lnTo>
                      <a:pt x="96" y="60"/>
                    </a:lnTo>
                    <a:lnTo>
                      <a:pt x="96" y="60"/>
                    </a:lnTo>
                    <a:lnTo>
                      <a:pt x="96" y="64"/>
                    </a:lnTo>
                    <a:lnTo>
                      <a:pt x="94" y="64"/>
                    </a:lnTo>
                    <a:lnTo>
                      <a:pt x="94" y="64"/>
                    </a:lnTo>
                    <a:lnTo>
                      <a:pt x="94" y="64"/>
                    </a:lnTo>
                    <a:lnTo>
                      <a:pt x="96" y="64"/>
                    </a:lnTo>
                    <a:lnTo>
                      <a:pt x="96" y="64"/>
                    </a:lnTo>
                    <a:lnTo>
                      <a:pt x="96" y="68"/>
                    </a:lnTo>
                    <a:lnTo>
                      <a:pt x="96" y="68"/>
                    </a:lnTo>
                    <a:lnTo>
                      <a:pt x="96" y="68"/>
                    </a:lnTo>
                    <a:lnTo>
                      <a:pt x="96" y="70"/>
                    </a:lnTo>
                    <a:lnTo>
                      <a:pt x="100" y="70"/>
                    </a:lnTo>
                    <a:lnTo>
                      <a:pt x="100" y="70"/>
                    </a:lnTo>
                    <a:lnTo>
                      <a:pt x="100" y="70"/>
                    </a:lnTo>
                    <a:lnTo>
                      <a:pt x="100" y="70"/>
                    </a:lnTo>
                    <a:lnTo>
                      <a:pt x="100" y="70"/>
                    </a:lnTo>
                    <a:lnTo>
                      <a:pt x="100" y="70"/>
                    </a:lnTo>
                    <a:lnTo>
                      <a:pt x="100" y="70"/>
                    </a:lnTo>
                    <a:lnTo>
                      <a:pt x="100" y="74"/>
                    </a:lnTo>
                    <a:lnTo>
                      <a:pt x="100" y="74"/>
                    </a:lnTo>
                    <a:lnTo>
                      <a:pt x="100" y="74"/>
                    </a:lnTo>
                    <a:lnTo>
                      <a:pt x="104" y="74"/>
                    </a:lnTo>
                    <a:lnTo>
                      <a:pt x="104" y="74"/>
                    </a:lnTo>
                    <a:lnTo>
                      <a:pt x="104" y="74"/>
                    </a:lnTo>
                    <a:lnTo>
                      <a:pt x="104" y="74"/>
                    </a:lnTo>
                    <a:lnTo>
                      <a:pt x="104" y="74"/>
                    </a:lnTo>
                    <a:lnTo>
                      <a:pt x="104" y="74"/>
                    </a:lnTo>
                    <a:lnTo>
                      <a:pt x="104" y="78"/>
                    </a:lnTo>
                    <a:lnTo>
                      <a:pt x="104" y="78"/>
                    </a:lnTo>
                    <a:lnTo>
                      <a:pt x="104" y="78"/>
                    </a:lnTo>
                    <a:lnTo>
                      <a:pt x="104" y="78"/>
                    </a:lnTo>
                    <a:lnTo>
                      <a:pt x="104" y="82"/>
                    </a:lnTo>
                    <a:lnTo>
                      <a:pt x="104" y="82"/>
                    </a:lnTo>
                    <a:lnTo>
                      <a:pt x="104" y="82"/>
                    </a:lnTo>
                    <a:lnTo>
                      <a:pt x="104" y="82"/>
                    </a:lnTo>
                    <a:lnTo>
                      <a:pt x="104" y="82"/>
                    </a:lnTo>
                    <a:lnTo>
                      <a:pt x="104" y="82"/>
                    </a:lnTo>
                    <a:lnTo>
                      <a:pt x="104" y="82"/>
                    </a:lnTo>
                    <a:lnTo>
                      <a:pt x="108" y="82"/>
                    </a:lnTo>
                    <a:lnTo>
                      <a:pt x="108" y="82"/>
                    </a:lnTo>
                    <a:lnTo>
                      <a:pt x="108" y="82"/>
                    </a:lnTo>
                    <a:lnTo>
                      <a:pt x="108" y="82"/>
                    </a:lnTo>
                    <a:lnTo>
                      <a:pt x="108" y="82"/>
                    </a:lnTo>
                    <a:lnTo>
                      <a:pt x="108" y="82"/>
                    </a:lnTo>
                    <a:lnTo>
                      <a:pt x="112" y="86"/>
                    </a:lnTo>
                    <a:lnTo>
                      <a:pt x="112" y="86"/>
                    </a:lnTo>
                    <a:lnTo>
                      <a:pt x="112" y="86"/>
                    </a:lnTo>
                    <a:lnTo>
                      <a:pt x="112" y="86"/>
                    </a:lnTo>
                    <a:lnTo>
                      <a:pt x="112" y="86"/>
                    </a:lnTo>
                    <a:lnTo>
                      <a:pt x="116" y="90"/>
                    </a:lnTo>
                    <a:lnTo>
                      <a:pt x="116" y="90"/>
                    </a:lnTo>
                    <a:lnTo>
                      <a:pt x="116" y="90"/>
                    </a:lnTo>
                    <a:lnTo>
                      <a:pt x="116" y="90"/>
                    </a:lnTo>
                    <a:lnTo>
                      <a:pt x="116" y="90"/>
                    </a:lnTo>
                    <a:lnTo>
                      <a:pt x="116" y="90"/>
                    </a:lnTo>
                    <a:lnTo>
                      <a:pt x="120" y="90"/>
                    </a:lnTo>
                    <a:lnTo>
                      <a:pt x="120" y="90"/>
                    </a:lnTo>
                    <a:lnTo>
                      <a:pt x="120" y="94"/>
                    </a:lnTo>
                    <a:lnTo>
                      <a:pt x="120" y="94"/>
                    </a:lnTo>
                    <a:lnTo>
                      <a:pt x="120" y="94"/>
                    </a:lnTo>
                    <a:lnTo>
                      <a:pt x="120" y="94"/>
                    </a:lnTo>
                    <a:lnTo>
                      <a:pt x="120" y="94"/>
                    </a:lnTo>
                    <a:lnTo>
                      <a:pt x="124" y="94"/>
                    </a:lnTo>
                    <a:lnTo>
                      <a:pt x="124" y="94"/>
                    </a:lnTo>
                    <a:lnTo>
                      <a:pt x="124" y="94"/>
                    </a:lnTo>
                    <a:lnTo>
                      <a:pt x="124" y="98"/>
                    </a:lnTo>
                    <a:lnTo>
                      <a:pt x="126" y="98"/>
                    </a:lnTo>
                    <a:lnTo>
                      <a:pt x="126" y="100"/>
                    </a:lnTo>
                    <a:lnTo>
                      <a:pt x="126" y="100"/>
                    </a:lnTo>
                    <a:lnTo>
                      <a:pt x="126" y="104"/>
                    </a:lnTo>
                    <a:lnTo>
                      <a:pt x="130" y="104"/>
                    </a:lnTo>
                    <a:lnTo>
                      <a:pt x="130" y="104"/>
                    </a:lnTo>
                    <a:lnTo>
                      <a:pt x="130" y="104"/>
                    </a:lnTo>
                    <a:lnTo>
                      <a:pt x="126" y="108"/>
                    </a:lnTo>
                    <a:lnTo>
                      <a:pt x="126" y="108"/>
                    </a:lnTo>
                    <a:lnTo>
                      <a:pt x="126" y="112"/>
                    </a:lnTo>
                    <a:lnTo>
                      <a:pt x="126" y="112"/>
                    </a:lnTo>
                    <a:lnTo>
                      <a:pt x="126" y="112"/>
                    </a:lnTo>
                    <a:lnTo>
                      <a:pt x="126" y="116"/>
                    </a:lnTo>
                    <a:lnTo>
                      <a:pt x="126" y="116"/>
                    </a:lnTo>
                    <a:lnTo>
                      <a:pt x="126" y="116"/>
                    </a:lnTo>
                    <a:lnTo>
                      <a:pt x="126" y="116"/>
                    </a:lnTo>
                    <a:lnTo>
                      <a:pt x="126" y="120"/>
                    </a:lnTo>
                    <a:lnTo>
                      <a:pt x="130" y="120"/>
                    </a:lnTo>
                    <a:lnTo>
                      <a:pt x="130" y="120"/>
                    </a:lnTo>
                    <a:lnTo>
                      <a:pt x="130" y="120"/>
                    </a:lnTo>
                    <a:lnTo>
                      <a:pt x="130" y="120"/>
                    </a:lnTo>
                    <a:lnTo>
                      <a:pt x="130" y="128"/>
                    </a:lnTo>
                    <a:lnTo>
                      <a:pt x="130" y="128"/>
                    </a:lnTo>
                    <a:lnTo>
                      <a:pt x="130" y="128"/>
                    </a:lnTo>
                    <a:lnTo>
                      <a:pt x="130" y="130"/>
                    </a:lnTo>
                    <a:lnTo>
                      <a:pt x="134" y="130"/>
                    </a:lnTo>
                    <a:lnTo>
                      <a:pt x="134" y="130"/>
                    </a:lnTo>
                    <a:lnTo>
                      <a:pt x="134" y="130"/>
                    </a:lnTo>
                    <a:lnTo>
                      <a:pt x="134" y="130"/>
                    </a:lnTo>
                    <a:lnTo>
                      <a:pt x="138" y="134"/>
                    </a:lnTo>
                    <a:lnTo>
                      <a:pt x="138" y="134"/>
                    </a:lnTo>
                    <a:lnTo>
                      <a:pt x="138" y="134"/>
                    </a:lnTo>
                    <a:lnTo>
                      <a:pt x="138" y="138"/>
                    </a:lnTo>
                    <a:lnTo>
                      <a:pt x="138" y="138"/>
                    </a:lnTo>
                    <a:lnTo>
                      <a:pt x="138" y="138"/>
                    </a:lnTo>
                    <a:lnTo>
                      <a:pt x="138" y="138"/>
                    </a:lnTo>
                    <a:lnTo>
                      <a:pt x="138" y="138"/>
                    </a:lnTo>
                    <a:lnTo>
                      <a:pt x="138" y="138"/>
                    </a:lnTo>
                    <a:lnTo>
                      <a:pt x="138" y="138"/>
                    </a:lnTo>
                    <a:lnTo>
                      <a:pt x="134" y="138"/>
                    </a:lnTo>
                    <a:lnTo>
                      <a:pt x="134" y="138"/>
                    </a:lnTo>
                    <a:lnTo>
                      <a:pt x="134" y="138"/>
                    </a:lnTo>
                    <a:lnTo>
                      <a:pt x="134" y="138"/>
                    </a:lnTo>
                    <a:lnTo>
                      <a:pt x="134" y="138"/>
                    </a:lnTo>
                    <a:lnTo>
                      <a:pt x="134" y="138"/>
                    </a:lnTo>
                    <a:lnTo>
                      <a:pt x="134" y="138"/>
                    </a:lnTo>
                    <a:lnTo>
                      <a:pt x="134" y="138"/>
                    </a:lnTo>
                    <a:lnTo>
                      <a:pt x="130" y="138"/>
                    </a:lnTo>
                    <a:lnTo>
                      <a:pt x="130" y="138"/>
                    </a:lnTo>
                    <a:lnTo>
                      <a:pt x="130" y="138"/>
                    </a:lnTo>
                    <a:lnTo>
                      <a:pt x="130" y="138"/>
                    </a:lnTo>
                    <a:lnTo>
                      <a:pt x="126" y="134"/>
                    </a:lnTo>
                    <a:lnTo>
                      <a:pt x="124" y="134"/>
                    </a:lnTo>
                    <a:lnTo>
                      <a:pt x="124" y="134"/>
                    </a:lnTo>
                    <a:lnTo>
                      <a:pt x="124" y="134"/>
                    </a:lnTo>
                    <a:lnTo>
                      <a:pt x="120" y="138"/>
                    </a:lnTo>
                    <a:lnTo>
                      <a:pt x="120" y="138"/>
                    </a:lnTo>
                    <a:lnTo>
                      <a:pt x="120" y="138"/>
                    </a:lnTo>
                    <a:lnTo>
                      <a:pt x="120" y="138"/>
                    </a:lnTo>
                    <a:lnTo>
                      <a:pt x="120" y="138"/>
                    </a:lnTo>
                    <a:lnTo>
                      <a:pt x="120" y="138"/>
                    </a:lnTo>
                    <a:lnTo>
                      <a:pt x="120" y="142"/>
                    </a:lnTo>
                    <a:lnTo>
                      <a:pt x="116" y="146"/>
                    </a:lnTo>
                    <a:lnTo>
                      <a:pt x="116" y="146"/>
                    </a:lnTo>
                    <a:lnTo>
                      <a:pt x="116" y="146"/>
                    </a:lnTo>
                    <a:lnTo>
                      <a:pt x="116" y="146"/>
                    </a:lnTo>
                    <a:lnTo>
                      <a:pt x="116" y="150"/>
                    </a:lnTo>
                    <a:lnTo>
                      <a:pt x="116" y="150"/>
                    </a:lnTo>
                    <a:lnTo>
                      <a:pt x="112" y="150"/>
                    </a:lnTo>
                    <a:lnTo>
                      <a:pt x="112" y="154"/>
                    </a:lnTo>
                    <a:lnTo>
                      <a:pt x="112" y="154"/>
                    </a:lnTo>
                    <a:lnTo>
                      <a:pt x="112" y="154"/>
                    </a:lnTo>
                    <a:lnTo>
                      <a:pt x="112" y="154"/>
                    </a:lnTo>
                    <a:lnTo>
                      <a:pt x="112" y="154"/>
                    </a:lnTo>
                    <a:lnTo>
                      <a:pt x="112" y="154"/>
                    </a:lnTo>
                    <a:lnTo>
                      <a:pt x="112" y="154"/>
                    </a:lnTo>
                    <a:lnTo>
                      <a:pt x="112" y="154"/>
                    </a:lnTo>
                    <a:lnTo>
                      <a:pt x="108" y="154"/>
                    </a:lnTo>
                    <a:lnTo>
                      <a:pt x="104" y="154"/>
                    </a:lnTo>
                    <a:lnTo>
                      <a:pt x="86" y="154"/>
                    </a:lnTo>
                    <a:lnTo>
                      <a:pt x="70" y="138"/>
                    </a:lnTo>
                    <a:lnTo>
                      <a:pt x="60" y="130"/>
                    </a:lnTo>
                    <a:lnTo>
                      <a:pt x="60" y="128"/>
                    </a:lnTo>
                    <a:lnTo>
                      <a:pt x="48" y="116"/>
                    </a:lnTo>
                    <a:lnTo>
                      <a:pt x="38" y="112"/>
                    </a:lnTo>
                    <a:lnTo>
                      <a:pt x="22" y="100"/>
                    </a:lnTo>
                    <a:lnTo>
                      <a:pt x="18" y="100"/>
                    </a:lnTo>
                    <a:lnTo>
                      <a:pt x="12" y="98"/>
                    </a:lnTo>
                    <a:lnTo>
                      <a:pt x="8" y="98"/>
                    </a:lnTo>
                    <a:lnTo>
                      <a:pt x="8" y="98"/>
                    </a:lnTo>
                    <a:lnTo>
                      <a:pt x="8" y="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7" name="Freeform 31"/>
              <p:cNvSpPr>
                <a:spLocks noEditPoints="1"/>
              </p:cNvSpPr>
              <p:nvPr/>
            </p:nvSpPr>
            <p:spPr bwMode="gray">
              <a:xfrm>
                <a:off x="5641758" y="3503967"/>
                <a:ext cx="31307" cy="118270"/>
              </a:xfrm>
              <a:custGeom>
                <a:avLst/>
                <a:gdLst>
                  <a:gd name="T0" fmla="*/ 14 w 18"/>
                  <a:gd name="T1" fmla="*/ 46 h 68"/>
                  <a:gd name="T2" fmla="*/ 14 w 18"/>
                  <a:gd name="T3" fmla="*/ 50 h 68"/>
                  <a:gd name="T4" fmla="*/ 12 w 18"/>
                  <a:gd name="T5" fmla="*/ 56 h 68"/>
                  <a:gd name="T6" fmla="*/ 12 w 18"/>
                  <a:gd name="T7" fmla="*/ 60 h 68"/>
                  <a:gd name="T8" fmla="*/ 12 w 18"/>
                  <a:gd name="T9" fmla="*/ 60 h 68"/>
                  <a:gd name="T10" fmla="*/ 12 w 18"/>
                  <a:gd name="T11" fmla="*/ 68 h 68"/>
                  <a:gd name="T12" fmla="*/ 8 w 18"/>
                  <a:gd name="T13" fmla="*/ 68 h 68"/>
                  <a:gd name="T14" fmla="*/ 8 w 18"/>
                  <a:gd name="T15" fmla="*/ 68 h 68"/>
                  <a:gd name="T16" fmla="*/ 4 w 18"/>
                  <a:gd name="T17" fmla="*/ 52 h 68"/>
                  <a:gd name="T18" fmla="*/ 4 w 18"/>
                  <a:gd name="T19" fmla="*/ 46 h 68"/>
                  <a:gd name="T20" fmla="*/ 0 w 18"/>
                  <a:gd name="T21" fmla="*/ 38 h 68"/>
                  <a:gd name="T22" fmla="*/ 4 w 18"/>
                  <a:gd name="T23" fmla="*/ 34 h 68"/>
                  <a:gd name="T24" fmla="*/ 4 w 18"/>
                  <a:gd name="T25" fmla="*/ 30 h 68"/>
                  <a:gd name="T26" fmla="*/ 4 w 18"/>
                  <a:gd name="T27" fmla="*/ 26 h 68"/>
                  <a:gd name="T28" fmla="*/ 8 w 18"/>
                  <a:gd name="T29" fmla="*/ 22 h 68"/>
                  <a:gd name="T30" fmla="*/ 8 w 18"/>
                  <a:gd name="T31" fmla="*/ 20 h 68"/>
                  <a:gd name="T32" fmla="*/ 12 w 18"/>
                  <a:gd name="T33" fmla="*/ 8 h 68"/>
                  <a:gd name="T34" fmla="*/ 12 w 18"/>
                  <a:gd name="T35" fmla="*/ 8 h 68"/>
                  <a:gd name="T36" fmla="*/ 12 w 18"/>
                  <a:gd name="T37" fmla="*/ 8 h 68"/>
                  <a:gd name="T38" fmla="*/ 12 w 18"/>
                  <a:gd name="T39" fmla="*/ 4 h 68"/>
                  <a:gd name="T40" fmla="*/ 14 w 18"/>
                  <a:gd name="T41" fmla="*/ 4 h 68"/>
                  <a:gd name="T42" fmla="*/ 18 w 18"/>
                  <a:gd name="T43" fmla="*/ 4 h 68"/>
                  <a:gd name="T44" fmla="*/ 18 w 18"/>
                  <a:gd name="T45" fmla="*/ 0 h 68"/>
                  <a:gd name="T46" fmla="*/ 18 w 18"/>
                  <a:gd name="T47" fmla="*/ 0 h 68"/>
                  <a:gd name="T48" fmla="*/ 18 w 18"/>
                  <a:gd name="T49" fmla="*/ 0 h 68"/>
                  <a:gd name="T50" fmla="*/ 18 w 18"/>
                  <a:gd name="T51" fmla="*/ 4 h 68"/>
                  <a:gd name="T52" fmla="*/ 18 w 18"/>
                  <a:gd name="T53" fmla="*/ 8 h 68"/>
                  <a:gd name="T54" fmla="*/ 18 w 18"/>
                  <a:gd name="T55" fmla="*/ 8 h 68"/>
                  <a:gd name="T56" fmla="*/ 18 w 18"/>
                  <a:gd name="T57" fmla="*/ 12 h 68"/>
                  <a:gd name="T58" fmla="*/ 18 w 18"/>
                  <a:gd name="T59" fmla="*/ 16 h 68"/>
                  <a:gd name="T60" fmla="*/ 14 w 18"/>
                  <a:gd name="T61" fmla="*/ 12 h 68"/>
                  <a:gd name="T62" fmla="*/ 14 w 18"/>
                  <a:gd name="T63" fmla="*/ 12 h 68"/>
                  <a:gd name="T64" fmla="*/ 12 w 18"/>
                  <a:gd name="T65" fmla="*/ 16 h 68"/>
                  <a:gd name="T66" fmla="*/ 12 w 18"/>
                  <a:gd name="T67" fmla="*/ 20 h 68"/>
                  <a:gd name="T68" fmla="*/ 12 w 18"/>
                  <a:gd name="T69" fmla="*/ 22 h 68"/>
                  <a:gd name="T70" fmla="*/ 12 w 18"/>
                  <a:gd name="T71" fmla="*/ 26 h 68"/>
                  <a:gd name="T72" fmla="*/ 12 w 18"/>
                  <a:gd name="T73" fmla="*/ 26 h 68"/>
                  <a:gd name="T74" fmla="*/ 12 w 18"/>
                  <a:gd name="T75" fmla="*/ 26 h 68"/>
                  <a:gd name="T76" fmla="*/ 12 w 18"/>
                  <a:gd name="T77" fmla="*/ 30 h 68"/>
                  <a:gd name="T78" fmla="*/ 8 w 18"/>
                  <a:gd name="T79" fmla="*/ 34 h 68"/>
                  <a:gd name="T80" fmla="*/ 12 w 18"/>
                  <a:gd name="T81" fmla="*/ 34 h 68"/>
                  <a:gd name="T82" fmla="*/ 14 w 18"/>
                  <a:gd name="T83" fmla="*/ 34 h 68"/>
                  <a:gd name="T84" fmla="*/ 18 w 18"/>
                  <a:gd name="T85" fmla="*/ 30 h 68"/>
                  <a:gd name="T86" fmla="*/ 18 w 18"/>
                  <a:gd name="T87" fmla="*/ 34 h 68"/>
                  <a:gd name="T88" fmla="*/ 18 w 18"/>
                  <a:gd name="T89" fmla="*/ 38 h 68"/>
                  <a:gd name="T90" fmla="*/ 14 w 18"/>
                  <a:gd name="T91" fmla="*/ 42 h 68"/>
                  <a:gd name="T92" fmla="*/ 14 w 18"/>
                  <a:gd name="T93" fmla="*/ 26 h 68"/>
                  <a:gd name="T94" fmla="*/ 14 w 18"/>
                  <a:gd name="T95" fmla="*/ 26 h 68"/>
                  <a:gd name="T96" fmla="*/ 14 w 18"/>
                  <a:gd name="T97" fmla="*/ 2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8" h="68">
                    <a:moveTo>
                      <a:pt x="14" y="42"/>
                    </a:moveTo>
                    <a:lnTo>
                      <a:pt x="14" y="42"/>
                    </a:lnTo>
                    <a:lnTo>
                      <a:pt x="14" y="42"/>
                    </a:lnTo>
                    <a:lnTo>
                      <a:pt x="14" y="46"/>
                    </a:lnTo>
                    <a:lnTo>
                      <a:pt x="14" y="46"/>
                    </a:lnTo>
                    <a:lnTo>
                      <a:pt x="14" y="46"/>
                    </a:lnTo>
                    <a:lnTo>
                      <a:pt x="14" y="50"/>
                    </a:lnTo>
                    <a:lnTo>
                      <a:pt x="14" y="50"/>
                    </a:lnTo>
                    <a:lnTo>
                      <a:pt x="12" y="52"/>
                    </a:lnTo>
                    <a:lnTo>
                      <a:pt x="12" y="52"/>
                    </a:lnTo>
                    <a:lnTo>
                      <a:pt x="12" y="52"/>
                    </a:lnTo>
                    <a:lnTo>
                      <a:pt x="12" y="56"/>
                    </a:lnTo>
                    <a:lnTo>
                      <a:pt x="12" y="56"/>
                    </a:lnTo>
                    <a:lnTo>
                      <a:pt x="12" y="56"/>
                    </a:lnTo>
                    <a:lnTo>
                      <a:pt x="12" y="60"/>
                    </a:lnTo>
                    <a:lnTo>
                      <a:pt x="12" y="60"/>
                    </a:lnTo>
                    <a:lnTo>
                      <a:pt x="12" y="60"/>
                    </a:lnTo>
                    <a:lnTo>
                      <a:pt x="12" y="60"/>
                    </a:lnTo>
                    <a:lnTo>
                      <a:pt x="12" y="60"/>
                    </a:lnTo>
                    <a:lnTo>
                      <a:pt x="12" y="60"/>
                    </a:lnTo>
                    <a:lnTo>
                      <a:pt x="12" y="68"/>
                    </a:lnTo>
                    <a:lnTo>
                      <a:pt x="12" y="68"/>
                    </a:lnTo>
                    <a:lnTo>
                      <a:pt x="12" y="68"/>
                    </a:lnTo>
                    <a:lnTo>
                      <a:pt x="12" y="68"/>
                    </a:lnTo>
                    <a:lnTo>
                      <a:pt x="12" y="68"/>
                    </a:lnTo>
                    <a:lnTo>
                      <a:pt x="12" y="68"/>
                    </a:lnTo>
                    <a:lnTo>
                      <a:pt x="12" y="68"/>
                    </a:lnTo>
                    <a:lnTo>
                      <a:pt x="8" y="68"/>
                    </a:lnTo>
                    <a:lnTo>
                      <a:pt x="8" y="68"/>
                    </a:lnTo>
                    <a:lnTo>
                      <a:pt x="8" y="68"/>
                    </a:lnTo>
                    <a:lnTo>
                      <a:pt x="8" y="68"/>
                    </a:lnTo>
                    <a:lnTo>
                      <a:pt x="8" y="68"/>
                    </a:lnTo>
                    <a:lnTo>
                      <a:pt x="8" y="64"/>
                    </a:lnTo>
                    <a:lnTo>
                      <a:pt x="8" y="60"/>
                    </a:lnTo>
                    <a:lnTo>
                      <a:pt x="8" y="56"/>
                    </a:lnTo>
                    <a:lnTo>
                      <a:pt x="4" y="52"/>
                    </a:lnTo>
                    <a:lnTo>
                      <a:pt x="4" y="52"/>
                    </a:lnTo>
                    <a:lnTo>
                      <a:pt x="4" y="52"/>
                    </a:lnTo>
                    <a:lnTo>
                      <a:pt x="4" y="50"/>
                    </a:lnTo>
                    <a:lnTo>
                      <a:pt x="4" y="46"/>
                    </a:lnTo>
                    <a:lnTo>
                      <a:pt x="4" y="46"/>
                    </a:lnTo>
                    <a:lnTo>
                      <a:pt x="0" y="38"/>
                    </a:lnTo>
                    <a:lnTo>
                      <a:pt x="0" y="38"/>
                    </a:lnTo>
                    <a:lnTo>
                      <a:pt x="0" y="38"/>
                    </a:lnTo>
                    <a:lnTo>
                      <a:pt x="0" y="34"/>
                    </a:lnTo>
                    <a:lnTo>
                      <a:pt x="0" y="34"/>
                    </a:lnTo>
                    <a:lnTo>
                      <a:pt x="4" y="34"/>
                    </a:lnTo>
                    <a:lnTo>
                      <a:pt x="4" y="34"/>
                    </a:lnTo>
                    <a:lnTo>
                      <a:pt x="4" y="30"/>
                    </a:lnTo>
                    <a:lnTo>
                      <a:pt x="4" y="30"/>
                    </a:lnTo>
                    <a:lnTo>
                      <a:pt x="4" y="30"/>
                    </a:lnTo>
                    <a:lnTo>
                      <a:pt x="4" y="30"/>
                    </a:lnTo>
                    <a:lnTo>
                      <a:pt x="4" y="30"/>
                    </a:lnTo>
                    <a:lnTo>
                      <a:pt x="4" y="30"/>
                    </a:lnTo>
                    <a:lnTo>
                      <a:pt x="4" y="30"/>
                    </a:lnTo>
                    <a:lnTo>
                      <a:pt x="4" y="26"/>
                    </a:lnTo>
                    <a:lnTo>
                      <a:pt x="8" y="26"/>
                    </a:lnTo>
                    <a:lnTo>
                      <a:pt x="8" y="22"/>
                    </a:lnTo>
                    <a:lnTo>
                      <a:pt x="8" y="22"/>
                    </a:lnTo>
                    <a:lnTo>
                      <a:pt x="8" y="22"/>
                    </a:lnTo>
                    <a:lnTo>
                      <a:pt x="8" y="20"/>
                    </a:lnTo>
                    <a:lnTo>
                      <a:pt x="8" y="20"/>
                    </a:lnTo>
                    <a:lnTo>
                      <a:pt x="8" y="20"/>
                    </a:lnTo>
                    <a:lnTo>
                      <a:pt x="8" y="20"/>
                    </a:lnTo>
                    <a:lnTo>
                      <a:pt x="8" y="16"/>
                    </a:lnTo>
                    <a:lnTo>
                      <a:pt x="8" y="16"/>
                    </a:lnTo>
                    <a:lnTo>
                      <a:pt x="8" y="12"/>
                    </a:lnTo>
                    <a:lnTo>
                      <a:pt x="12" y="8"/>
                    </a:lnTo>
                    <a:lnTo>
                      <a:pt x="12" y="8"/>
                    </a:lnTo>
                    <a:lnTo>
                      <a:pt x="12" y="8"/>
                    </a:lnTo>
                    <a:lnTo>
                      <a:pt x="12" y="8"/>
                    </a:lnTo>
                    <a:lnTo>
                      <a:pt x="12" y="8"/>
                    </a:lnTo>
                    <a:lnTo>
                      <a:pt x="12" y="8"/>
                    </a:lnTo>
                    <a:lnTo>
                      <a:pt x="12" y="8"/>
                    </a:lnTo>
                    <a:lnTo>
                      <a:pt x="12" y="8"/>
                    </a:lnTo>
                    <a:lnTo>
                      <a:pt x="12" y="8"/>
                    </a:lnTo>
                    <a:lnTo>
                      <a:pt x="12" y="4"/>
                    </a:lnTo>
                    <a:lnTo>
                      <a:pt x="12" y="4"/>
                    </a:lnTo>
                    <a:lnTo>
                      <a:pt x="12" y="4"/>
                    </a:lnTo>
                    <a:lnTo>
                      <a:pt x="12" y="4"/>
                    </a:lnTo>
                    <a:lnTo>
                      <a:pt x="12" y="4"/>
                    </a:lnTo>
                    <a:lnTo>
                      <a:pt x="12" y="4"/>
                    </a:lnTo>
                    <a:lnTo>
                      <a:pt x="14" y="4"/>
                    </a:lnTo>
                    <a:lnTo>
                      <a:pt x="14" y="4"/>
                    </a:lnTo>
                    <a:lnTo>
                      <a:pt x="14" y="4"/>
                    </a:lnTo>
                    <a:lnTo>
                      <a:pt x="14" y="4"/>
                    </a:lnTo>
                    <a:lnTo>
                      <a:pt x="14" y="4"/>
                    </a:lnTo>
                    <a:lnTo>
                      <a:pt x="18" y="4"/>
                    </a:lnTo>
                    <a:lnTo>
                      <a:pt x="18" y="0"/>
                    </a:lnTo>
                    <a:lnTo>
                      <a:pt x="18" y="0"/>
                    </a:lnTo>
                    <a:lnTo>
                      <a:pt x="18" y="0"/>
                    </a:lnTo>
                    <a:lnTo>
                      <a:pt x="18" y="0"/>
                    </a:lnTo>
                    <a:lnTo>
                      <a:pt x="18" y="0"/>
                    </a:lnTo>
                    <a:lnTo>
                      <a:pt x="18" y="0"/>
                    </a:lnTo>
                    <a:lnTo>
                      <a:pt x="18" y="0"/>
                    </a:lnTo>
                    <a:lnTo>
                      <a:pt x="18" y="0"/>
                    </a:lnTo>
                    <a:lnTo>
                      <a:pt x="18" y="0"/>
                    </a:lnTo>
                    <a:lnTo>
                      <a:pt x="18" y="0"/>
                    </a:lnTo>
                    <a:lnTo>
                      <a:pt x="18" y="0"/>
                    </a:lnTo>
                    <a:lnTo>
                      <a:pt x="18" y="0"/>
                    </a:lnTo>
                    <a:lnTo>
                      <a:pt x="18" y="4"/>
                    </a:lnTo>
                    <a:lnTo>
                      <a:pt x="18" y="4"/>
                    </a:lnTo>
                    <a:lnTo>
                      <a:pt x="18" y="4"/>
                    </a:lnTo>
                    <a:lnTo>
                      <a:pt x="18" y="4"/>
                    </a:lnTo>
                    <a:lnTo>
                      <a:pt x="18" y="4"/>
                    </a:lnTo>
                    <a:lnTo>
                      <a:pt x="18" y="8"/>
                    </a:lnTo>
                    <a:lnTo>
                      <a:pt x="18" y="8"/>
                    </a:lnTo>
                    <a:lnTo>
                      <a:pt x="18" y="8"/>
                    </a:lnTo>
                    <a:lnTo>
                      <a:pt x="18" y="8"/>
                    </a:lnTo>
                    <a:lnTo>
                      <a:pt x="18" y="8"/>
                    </a:lnTo>
                    <a:lnTo>
                      <a:pt x="18" y="8"/>
                    </a:lnTo>
                    <a:lnTo>
                      <a:pt x="18" y="8"/>
                    </a:lnTo>
                    <a:lnTo>
                      <a:pt x="18" y="8"/>
                    </a:lnTo>
                    <a:lnTo>
                      <a:pt x="18" y="12"/>
                    </a:lnTo>
                    <a:lnTo>
                      <a:pt x="18" y="12"/>
                    </a:lnTo>
                    <a:lnTo>
                      <a:pt x="18" y="12"/>
                    </a:lnTo>
                    <a:lnTo>
                      <a:pt x="18" y="12"/>
                    </a:lnTo>
                    <a:lnTo>
                      <a:pt x="18" y="16"/>
                    </a:lnTo>
                    <a:lnTo>
                      <a:pt x="18" y="16"/>
                    </a:lnTo>
                    <a:lnTo>
                      <a:pt x="18" y="16"/>
                    </a:lnTo>
                    <a:lnTo>
                      <a:pt x="14" y="16"/>
                    </a:lnTo>
                    <a:lnTo>
                      <a:pt x="14" y="12"/>
                    </a:lnTo>
                    <a:lnTo>
                      <a:pt x="14" y="12"/>
                    </a:lnTo>
                    <a:lnTo>
                      <a:pt x="14" y="12"/>
                    </a:lnTo>
                    <a:lnTo>
                      <a:pt x="14" y="12"/>
                    </a:lnTo>
                    <a:lnTo>
                      <a:pt x="14" y="12"/>
                    </a:lnTo>
                    <a:lnTo>
                      <a:pt x="14" y="12"/>
                    </a:lnTo>
                    <a:lnTo>
                      <a:pt x="14" y="12"/>
                    </a:lnTo>
                    <a:lnTo>
                      <a:pt x="12" y="16"/>
                    </a:lnTo>
                    <a:lnTo>
                      <a:pt x="12" y="16"/>
                    </a:lnTo>
                    <a:lnTo>
                      <a:pt x="12" y="16"/>
                    </a:lnTo>
                    <a:lnTo>
                      <a:pt x="12" y="16"/>
                    </a:lnTo>
                    <a:lnTo>
                      <a:pt x="12" y="16"/>
                    </a:lnTo>
                    <a:lnTo>
                      <a:pt x="12" y="16"/>
                    </a:lnTo>
                    <a:lnTo>
                      <a:pt x="12" y="20"/>
                    </a:lnTo>
                    <a:lnTo>
                      <a:pt x="12" y="20"/>
                    </a:lnTo>
                    <a:lnTo>
                      <a:pt x="12" y="20"/>
                    </a:lnTo>
                    <a:lnTo>
                      <a:pt x="12" y="22"/>
                    </a:lnTo>
                    <a:lnTo>
                      <a:pt x="12" y="22"/>
                    </a:lnTo>
                    <a:lnTo>
                      <a:pt x="12" y="22"/>
                    </a:lnTo>
                    <a:lnTo>
                      <a:pt x="12" y="22"/>
                    </a:lnTo>
                    <a:lnTo>
                      <a:pt x="12" y="26"/>
                    </a:lnTo>
                    <a:lnTo>
                      <a:pt x="12" y="26"/>
                    </a:lnTo>
                    <a:lnTo>
                      <a:pt x="12" y="26"/>
                    </a:lnTo>
                    <a:lnTo>
                      <a:pt x="12" y="26"/>
                    </a:lnTo>
                    <a:lnTo>
                      <a:pt x="12" y="26"/>
                    </a:lnTo>
                    <a:lnTo>
                      <a:pt x="12" y="26"/>
                    </a:lnTo>
                    <a:lnTo>
                      <a:pt x="12" y="26"/>
                    </a:lnTo>
                    <a:lnTo>
                      <a:pt x="14" y="26"/>
                    </a:lnTo>
                    <a:lnTo>
                      <a:pt x="14" y="26"/>
                    </a:lnTo>
                    <a:lnTo>
                      <a:pt x="12" y="26"/>
                    </a:lnTo>
                    <a:lnTo>
                      <a:pt x="12" y="26"/>
                    </a:lnTo>
                    <a:lnTo>
                      <a:pt x="12" y="30"/>
                    </a:lnTo>
                    <a:lnTo>
                      <a:pt x="12" y="30"/>
                    </a:lnTo>
                    <a:lnTo>
                      <a:pt x="12" y="30"/>
                    </a:lnTo>
                    <a:lnTo>
                      <a:pt x="12" y="30"/>
                    </a:lnTo>
                    <a:lnTo>
                      <a:pt x="12" y="30"/>
                    </a:lnTo>
                    <a:lnTo>
                      <a:pt x="12" y="30"/>
                    </a:lnTo>
                    <a:lnTo>
                      <a:pt x="12" y="34"/>
                    </a:lnTo>
                    <a:lnTo>
                      <a:pt x="8" y="34"/>
                    </a:lnTo>
                    <a:lnTo>
                      <a:pt x="8" y="34"/>
                    </a:lnTo>
                    <a:lnTo>
                      <a:pt x="8" y="34"/>
                    </a:lnTo>
                    <a:lnTo>
                      <a:pt x="8" y="34"/>
                    </a:lnTo>
                    <a:lnTo>
                      <a:pt x="12" y="34"/>
                    </a:lnTo>
                    <a:lnTo>
                      <a:pt x="12" y="34"/>
                    </a:lnTo>
                    <a:lnTo>
                      <a:pt x="14" y="34"/>
                    </a:lnTo>
                    <a:lnTo>
                      <a:pt x="14" y="34"/>
                    </a:lnTo>
                    <a:lnTo>
                      <a:pt x="14" y="34"/>
                    </a:lnTo>
                    <a:lnTo>
                      <a:pt x="14" y="34"/>
                    </a:lnTo>
                    <a:lnTo>
                      <a:pt x="14" y="30"/>
                    </a:lnTo>
                    <a:lnTo>
                      <a:pt x="18" y="30"/>
                    </a:lnTo>
                    <a:lnTo>
                      <a:pt x="18" y="30"/>
                    </a:lnTo>
                    <a:lnTo>
                      <a:pt x="18" y="34"/>
                    </a:lnTo>
                    <a:lnTo>
                      <a:pt x="18" y="34"/>
                    </a:lnTo>
                    <a:lnTo>
                      <a:pt x="18" y="34"/>
                    </a:lnTo>
                    <a:lnTo>
                      <a:pt x="18" y="34"/>
                    </a:lnTo>
                    <a:lnTo>
                      <a:pt x="14" y="38"/>
                    </a:lnTo>
                    <a:lnTo>
                      <a:pt x="14" y="38"/>
                    </a:lnTo>
                    <a:lnTo>
                      <a:pt x="18" y="38"/>
                    </a:lnTo>
                    <a:lnTo>
                      <a:pt x="18" y="38"/>
                    </a:lnTo>
                    <a:lnTo>
                      <a:pt x="18" y="38"/>
                    </a:lnTo>
                    <a:lnTo>
                      <a:pt x="14" y="42"/>
                    </a:lnTo>
                    <a:lnTo>
                      <a:pt x="14" y="42"/>
                    </a:lnTo>
                    <a:lnTo>
                      <a:pt x="14" y="42"/>
                    </a:lnTo>
                    <a:lnTo>
                      <a:pt x="14" y="42"/>
                    </a:lnTo>
                    <a:close/>
                    <a:moveTo>
                      <a:pt x="14" y="26"/>
                    </a:moveTo>
                    <a:lnTo>
                      <a:pt x="14" y="26"/>
                    </a:lnTo>
                    <a:lnTo>
                      <a:pt x="14" y="26"/>
                    </a:lnTo>
                    <a:lnTo>
                      <a:pt x="14" y="26"/>
                    </a:lnTo>
                    <a:lnTo>
                      <a:pt x="14" y="26"/>
                    </a:lnTo>
                    <a:lnTo>
                      <a:pt x="14" y="26"/>
                    </a:lnTo>
                    <a:lnTo>
                      <a:pt x="14" y="26"/>
                    </a:lnTo>
                    <a:lnTo>
                      <a:pt x="14" y="26"/>
                    </a:lnTo>
                    <a:lnTo>
                      <a:pt x="14" y="26"/>
                    </a:lnTo>
                    <a:lnTo>
                      <a:pt x="14" y="26"/>
                    </a:lnTo>
                    <a:lnTo>
                      <a:pt x="14" y="26"/>
                    </a:lnTo>
                    <a:lnTo>
                      <a:pt x="1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8" name="Freeform 32"/>
              <p:cNvSpPr>
                <a:spLocks noEditPoints="1"/>
              </p:cNvSpPr>
              <p:nvPr/>
            </p:nvSpPr>
            <p:spPr bwMode="gray">
              <a:xfrm>
                <a:off x="7836712" y="3090023"/>
                <a:ext cx="546130" cy="699181"/>
              </a:xfrm>
              <a:custGeom>
                <a:avLst/>
                <a:gdLst>
                  <a:gd name="T0" fmla="*/ 98 w 314"/>
                  <a:gd name="T1" fmla="*/ 250 h 402"/>
                  <a:gd name="T2" fmla="*/ 278 w 314"/>
                  <a:gd name="T3" fmla="*/ 70 h 402"/>
                  <a:gd name="T4" fmla="*/ 240 w 314"/>
                  <a:gd name="T5" fmla="*/ 60 h 402"/>
                  <a:gd name="T6" fmla="*/ 248 w 314"/>
                  <a:gd name="T7" fmla="*/ 78 h 402"/>
                  <a:gd name="T8" fmla="*/ 228 w 314"/>
                  <a:gd name="T9" fmla="*/ 66 h 402"/>
                  <a:gd name="T10" fmla="*/ 244 w 314"/>
                  <a:gd name="T11" fmla="*/ 48 h 402"/>
                  <a:gd name="T12" fmla="*/ 258 w 314"/>
                  <a:gd name="T13" fmla="*/ 26 h 402"/>
                  <a:gd name="T14" fmla="*/ 270 w 314"/>
                  <a:gd name="T15" fmla="*/ 12 h 402"/>
                  <a:gd name="T16" fmla="*/ 296 w 314"/>
                  <a:gd name="T17" fmla="*/ 34 h 402"/>
                  <a:gd name="T18" fmla="*/ 310 w 314"/>
                  <a:gd name="T19" fmla="*/ 42 h 402"/>
                  <a:gd name="T20" fmla="*/ 296 w 314"/>
                  <a:gd name="T21" fmla="*/ 52 h 402"/>
                  <a:gd name="T22" fmla="*/ 252 w 314"/>
                  <a:gd name="T23" fmla="*/ 8 h 402"/>
                  <a:gd name="T24" fmla="*/ 226 w 314"/>
                  <a:gd name="T25" fmla="*/ 66 h 402"/>
                  <a:gd name="T26" fmla="*/ 136 w 314"/>
                  <a:gd name="T27" fmla="*/ 216 h 402"/>
                  <a:gd name="T28" fmla="*/ 116 w 314"/>
                  <a:gd name="T29" fmla="*/ 224 h 402"/>
                  <a:gd name="T30" fmla="*/ 120 w 314"/>
                  <a:gd name="T31" fmla="*/ 208 h 402"/>
                  <a:gd name="T32" fmla="*/ 136 w 314"/>
                  <a:gd name="T33" fmla="*/ 194 h 402"/>
                  <a:gd name="T34" fmla="*/ 166 w 314"/>
                  <a:gd name="T35" fmla="*/ 190 h 402"/>
                  <a:gd name="T36" fmla="*/ 176 w 314"/>
                  <a:gd name="T37" fmla="*/ 194 h 402"/>
                  <a:gd name="T38" fmla="*/ 188 w 314"/>
                  <a:gd name="T39" fmla="*/ 164 h 402"/>
                  <a:gd name="T40" fmla="*/ 192 w 314"/>
                  <a:gd name="T41" fmla="*/ 172 h 402"/>
                  <a:gd name="T42" fmla="*/ 218 w 314"/>
                  <a:gd name="T43" fmla="*/ 148 h 402"/>
                  <a:gd name="T44" fmla="*/ 236 w 314"/>
                  <a:gd name="T45" fmla="*/ 118 h 402"/>
                  <a:gd name="T46" fmla="*/ 232 w 314"/>
                  <a:gd name="T47" fmla="*/ 96 h 402"/>
                  <a:gd name="T48" fmla="*/ 248 w 314"/>
                  <a:gd name="T49" fmla="*/ 90 h 402"/>
                  <a:gd name="T50" fmla="*/ 252 w 314"/>
                  <a:gd name="T51" fmla="*/ 82 h 402"/>
                  <a:gd name="T52" fmla="*/ 262 w 314"/>
                  <a:gd name="T53" fmla="*/ 116 h 402"/>
                  <a:gd name="T54" fmla="*/ 254 w 314"/>
                  <a:gd name="T55" fmla="*/ 142 h 402"/>
                  <a:gd name="T56" fmla="*/ 244 w 314"/>
                  <a:gd name="T57" fmla="*/ 172 h 402"/>
                  <a:gd name="T58" fmla="*/ 236 w 314"/>
                  <a:gd name="T59" fmla="*/ 202 h 402"/>
                  <a:gd name="T60" fmla="*/ 228 w 314"/>
                  <a:gd name="T61" fmla="*/ 198 h 402"/>
                  <a:gd name="T62" fmla="*/ 214 w 314"/>
                  <a:gd name="T63" fmla="*/ 202 h 402"/>
                  <a:gd name="T64" fmla="*/ 196 w 314"/>
                  <a:gd name="T65" fmla="*/ 208 h 402"/>
                  <a:gd name="T66" fmla="*/ 184 w 314"/>
                  <a:gd name="T67" fmla="*/ 212 h 402"/>
                  <a:gd name="T68" fmla="*/ 176 w 314"/>
                  <a:gd name="T69" fmla="*/ 230 h 402"/>
                  <a:gd name="T70" fmla="*/ 166 w 314"/>
                  <a:gd name="T71" fmla="*/ 212 h 402"/>
                  <a:gd name="T72" fmla="*/ 210 w 314"/>
                  <a:gd name="T73" fmla="*/ 148 h 402"/>
                  <a:gd name="T74" fmla="*/ 214 w 314"/>
                  <a:gd name="T75" fmla="*/ 142 h 402"/>
                  <a:gd name="T76" fmla="*/ 80 w 314"/>
                  <a:gd name="T77" fmla="*/ 216 h 402"/>
                  <a:gd name="T78" fmla="*/ 158 w 314"/>
                  <a:gd name="T79" fmla="*/ 220 h 402"/>
                  <a:gd name="T80" fmla="*/ 150 w 314"/>
                  <a:gd name="T81" fmla="*/ 234 h 402"/>
                  <a:gd name="T82" fmla="*/ 132 w 314"/>
                  <a:gd name="T83" fmla="*/ 246 h 402"/>
                  <a:gd name="T84" fmla="*/ 124 w 314"/>
                  <a:gd name="T85" fmla="*/ 234 h 402"/>
                  <a:gd name="T86" fmla="*/ 146 w 314"/>
                  <a:gd name="T87" fmla="*/ 220 h 402"/>
                  <a:gd name="T88" fmla="*/ 80 w 314"/>
                  <a:gd name="T89" fmla="*/ 224 h 402"/>
                  <a:gd name="T90" fmla="*/ 128 w 314"/>
                  <a:gd name="T91" fmla="*/ 220 h 402"/>
                  <a:gd name="T92" fmla="*/ 90 w 314"/>
                  <a:gd name="T93" fmla="*/ 238 h 402"/>
                  <a:gd name="T94" fmla="*/ 106 w 314"/>
                  <a:gd name="T95" fmla="*/ 230 h 402"/>
                  <a:gd name="T96" fmla="*/ 120 w 314"/>
                  <a:gd name="T97" fmla="*/ 246 h 402"/>
                  <a:gd name="T98" fmla="*/ 106 w 314"/>
                  <a:gd name="T99" fmla="*/ 272 h 402"/>
                  <a:gd name="T100" fmla="*/ 98 w 314"/>
                  <a:gd name="T101" fmla="*/ 272 h 402"/>
                  <a:gd name="T102" fmla="*/ 98 w 314"/>
                  <a:gd name="T103" fmla="*/ 258 h 402"/>
                  <a:gd name="T104" fmla="*/ 98 w 314"/>
                  <a:gd name="T105" fmla="*/ 246 h 402"/>
                  <a:gd name="T106" fmla="*/ 90 w 314"/>
                  <a:gd name="T107" fmla="*/ 228 h 402"/>
                  <a:gd name="T108" fmla="*/ 86 w 314"/>
                  <a:gd name="T109" fmla="*/ 234 h 402"/>
                  <a:gd name="T110" fmla="*/ 76 w 314"/>
                  <a:gd name="T111" fmla="*/ 250 h 402"/>
                  <a:gd name="T112" fmla="*/ 90 w 314"/>
                  <a:gd name="T113" fmla="*/ 258 h 402"/>
                  <a:gd name="T114" fmla="*/ 98 w 314"/>
                  <a:gd name="T115" fmla="*/ 294 h 402"/>
                  <a:gd name="T116" fmla="*/ 86 w 314"/>
                  <a:gd name="T117" fmla="*/ 324 h 402"/>
                  <a:gd name="T118" fmla="*/ 60 w 314"/>
                  <a:gd name="T119" fmla="*/ 362 h 402"/>
                  <a:gd name="T120" fmla="*/ 68 w 314"/>
                  <a:gd name="T121" fmla="*/ 354 h 402"/>
                  <a:gd name="T122" fmla="*/ 12 w 314"/>
                  <a:gd name="T123" fmla="*/ 398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14" h="402">
                    <a:moveTo>
                      <a:pt x="128" y="228"/>
                    </a:moveTo>
                    <a:lnTo>
                      <a:pt x="124" y="228"/>
                    </a:lnTo>
                    <a:lnTo>
                      <a:pt x="124" y="224"/>
                    </a:lnTo>
                    <a:lnTo>
                      <a:pt x="124" y="228"/>
                    </a:lnTo>
                    <a:lnTo>
                      <a:pt x="124" y="224"/>
                    </a:lnTo>
                    <a:lnTo>
                      <a:pt x="128" y="224"/>
                    </a:lnTo>
                    <a:lnTo>
                      <a:pt x="128" y="228"/>
                    </a:lnTo>
                    <a:lnTo>
                      <a:pt x="128" y="228"/>
                    </a:lnTo>
                    <a:lnTo>
                      <a:pt x="128" y="228"/>
                    </a:lnTo>
                    <a:close/>
                    <a:moveTo>
                      <a:pt x="94" y="254"/>
                    </a:moveTo>
                    <a:lnTo>
                      <a:pt x="98" y="250"/>
                    </a:lnTo>
                    <a:lnTo>
                      <a:pt x="98" y="254"/>
                    </a:lnTo>
                    <a:lnTo>
                      <a:pt x="94" y="254"/>
                    </a:lnTo>
                    <a:lnTo>
                      <a:pt x="94" y="254"/>
                    </a:lnTo>
                    <a:lnTo>
                      <a:pt x="94" y="254"/>
                    </a:lnTo>
                    <a:close/>
                    <a:moveTo>
                      <a:pt x="288" y="56"/>
                    </a:moveTo>
                    <a:lnTo>
                      <a:pt x="284" y="60"/>
                    </a:lnTo>
                    <a:lnTo>
                      <a:pt x="282" y="60"/>
                    </a:lnTo>
                    <a:lnTo>
                      <a:pt x="282" y="62"/>
                    </a:lnTo>
                    <a:lnTo>
                      <a:pt x="282" y="66"/>
                    </a:lnTo>
                    <a:lnTo>
                      <a:pt x="282" y="70"/>
                    </a:lnTo>
                    <a:lnTo>
                      <a:pt x="278" y="70"/>
                    </a:lnTo>
                    <a:lnTo>
                      <a:pt x="274" y="66"/>
                    </a:lnTo>
                    <a:lnTo>
                      <a:pt x="270" y="66"/>
                    </a:lnTo>
                    <a:lnTo>
                      <a:pt x="266" y="62"/>
                    </a:lnTo>
                    <a:lnTo>
                      <a:pt x="262" y="62"/>
                    </a:lnTo>
                    <a:lnTo>
                      <a:pt x="262" y="60"/>
                    </a:lnTo>
                    <a:lnTo>
                      <a:pt x="258" y="60"/>
                    </a:lnTo>
                    <a:lnTo>
                      <a:pt x="254" y="60"/>
                    </a:lnTo>
                    <a:lnTo>
                      <a:pt x="252" y="62"/>
                    </a:lnTo>
                    <a:lnTo>
                      <a:pt x="248" y="62"/>
                    </a:lnTo>
                    <a:lnTo>
                      <a:pt x="244" y="60"/>
                    </a:lnTo>
                    <a:lnTo>
                      <a:pt x="240" y="60"/>
                    </a:lnTo>
                    <a:lnTo>
                      <a:pt x="240" y="62"/>
                    </a:lnTo>
                    <a:lnTo>
                      <a:pt x="236" y="62"/>
                    </a:lnTo>
                    <a:lnTo>
                      <a:pt x="236" y="66"/>
                    </a:lnTo>
                    <a:lnTo>
                      <a:pt x="240" y="66"/>
                    </a:lnTo>
                    <a:lnTo>
                      <a:pt x="244" y="66"/>
                    </a:lnTo>
                    <a:lnTo>
                      <a:pt x="244" y="70"/>
                    </a:lnTo>
                    <a:lnTo>
                      <a:pt x="248" y="70"/>
                    </a:lnTo>
                    <a:lnTo>
                      <a:pt x="248" y="74"/>
                    </a:lnTo>
                    <a:lnTo>
                      <a:pt x="252" y="74"/>
                    </a:lnTo>
                    <a:lnTo>
                      <a:pt x="248" y="74"/>
                    </a:lnTo>
                    <a:lnTo>
                      <a:pt x="248" y="78"/>
                    </a:lnTo>
                    <a:lnTo>
                      <a:pt x="244" y="74"/>
                    </a:lnTo>
                    <a:lnTo>
                      <a:pt x="240" y="78"/>
                    </a:lnTo>
                    <a:lnTo>
                      <a:pt x="240" y="82"/>
                    </a:lnTo>
                    <a:lnTo>
                      <a:pt x="236" y="82"/>
                    </a:lnTo>
                    <a:lnTo>
                      <a:pt x="232" y="82"/>
                    </a:lnTo>
                    <a:lnTo>
                      <a:pt x="232" y="78"/>
                    </a:lnTo>
                    <a:lnTo>
                      <a:pt x="236" y="74"/>
                    </a:lnTo>
                    <a:lnTo>
                      <a:pt x="236" y="70"/>
                    </a:lnTo>
                    <a:lnTo>
                      <a:pt x="232" y="70"/>
                    </a:lnTo>
                    <a:lnTo>
                      <a:pt x="232" y="66"/>
                    </a:lnTo>
                    <a:lnTo>
                      <a:pt x="228" y="66"/>
                    </a:lnTo>
                    <a:lnTo>
                      <a:pt x="228" y="62"/>
                    </a:lnTo>
                    <a:lnTo>
                      <a:pt x="232" y="62"/>
                    </a:lnTo>
                    <a:lnTo>
                      <a:pt x="232" y="60"/>
                    </a:lnTo>
                    <a:lnTo>
                      <a:pt x="232" y="56"/>
                    </a:lnTo>
                    <a:lnTo>
                      <a:pt x="236" y="56"/>
                    </a:lnTo>
                    <a:lnTo>
                      <a:pt x="240" y="56"/>
                    </a:lnTo>
                    <a:lnTo>
                      <a:pt x="240" y="52"/>
                    </a:lnTo>
                    <a:lnTo>
                      <a:pt x="240" y="48"/>
                    </a:lnTo>
                    <a:lnTo>
                      <a:pt x="240" y="46"/>
                    </a:lnTo>
                    <a:lnTo>
                      <a:pt x="244" y="46"/>
                    </a:lnTo>
                    <a:lnTo>
                      <a:pt x="244" y="48"/>
                    </a:lnTo>
                    <a:lnTo>
                      <a:pt x="248" y="48"/>
                    </a:lnTo>
                    <a:lnTo>
                      <a:pt x="252" y="48"/>
                    </a:lnTo>
                    <a:lnTo>
                      <a:pt x="252" y="46"/>
                    </a:lnTo>
                    <a:lnTo>
                      <a:pt x="254" y="46"/>
                    </a:lnTo>
                    <a:lnTo>
                      <a:pt x="254" y="42"/>
                    </a:lnTo>
                    <a:lnTo>
                      <a:pt x="252" y="38"/>
                    </a:lnTo>
                    <a:lnTo>
                      <a:pt x="254" y="38"/>
                    </a:lnTo>
                    <a:lnTo>
                      <a:pt x="254" y="34"/>
                    </a:lnTo>
                    <a:lnTo>
                      <a:pt x="258" y="34"/>
                    </a:lnTo>
                    <a:lnTo>
                      <a:pt x="258" y="30"/>
                    </a:lnTo>
                    <a:lnTo>
                      <a:pt x="258" y="26"/>
                    </a:lnTo>
                    <a:lnTo>
                      <a:pt x="258" y="22"/>
                    </a:lnTo>
                    <a:lnTo>
                      <a:pt x="258" y="20"/>
                    </a:lnTo>
                    <a:lnTo>
                      <a:pt x="258" y="16"/>
                    </a:lnTo>
                    <a:lnTo>
                      <a:pt x="258" y="12"/>
                    </a:lnTo>
                    <a:lnTo>
                      <a:pt x="254" y="8"/>
                    </a:lnTo>
                    <a:lnTo>
                      <a:pt x="258" y="4"/>
                    </a:lnTo>
                    <a:lnTo>
                      <a:pt x="262" y="0"/>
                    </a:lnTo>
                    <a:lnTo>
                      <a:pt x="262" y="4"/>
                    </a:lnTo>
                    <a:lnTo>
                      <a:pt x="266" y="4"/>
                    </a:lnTo>
                    <a:lnTo>
                      <a:pt x="266" y="8"/>
                    </a:lnTo>
                    <a:lnTo>
                      <a:pt x="270" y="12"/>
                    </a:lnTo>
                    <a:lnTo>
                      <a:pt x="270" y="16"/>
                    </a:lnTo>
                    <a:lnTo>
                      <a:pt x="274" y="16"/>
                    </a:lnTo>
                    <a:lnTo>
                      <a:pt x="274" y="20"/>
                    </a:lnTo>
                    <a:lnTo>
                      <a:pt x="278" y="20"/>
                    </a:lnTo>
                    <a:lnTo>
                      <a:pt x="278" y="22"/>
                    </a:lnTo>
                    <a:lnTo>
                      <a:pt x="282" y="26"/>
                    </a:lnTo>
                    <a:lnTo>
                      <a:pt x="284" y="26"/>
                    </a:lnTo>
                    <a:lnTo>
                      <a:pt x="284" y="30"/>
                    </a:lnTo>
                    <a:lnTo>
                      <a:pt x="288" y="30"/>
                    </a:lnTo>
                    <a:lnTo>
                      <a:pt x="292" y="30"/>
                    </a:lnTo>
                    <a:lnTo>
                      <a:pt x="296" y="34"/>
                    </a:lnTo>
                    <a:lnTo>
                      <a:pt x="300" y="34"/>
                    </a:lnTo>
                    <a:lnTo>
                      <a:pt x="302" y="34"/>
                    </a:lnTo>
                    <a:lnTo>
                      <a:pt x="302" y="30"/>
                    </a:lnTo>
                    <a:lnTo>
                      <a:pt x="306" y="30"/>
                    </a:lnTo>
                    <a:lnTo>
                      <a:pt x="306" y="26"/>
                    </a:lnTo>
                    <a:lnTo>
                      <a:pt x="310" y="26"/>
                    </a:lnTo>
                    <a:lnTo>
                      <a:pt x="306" y="30"/>
                    </a:lnTo>
                    <a:lnTo>
                      <a:pt x="306" y="34"/>
                    </a:lnTo>
                    <a:lnTo>
                      <a:pt x="306" y="38"/>
                    </a:lnTo>
                    <a:lnTo>
                      <a:pt x="306" y="42"/>
                    </a:lnTo>
                    <a:lnTo>
                      <a:pt x="310" y="42"/>
                    </a:lnTo>
                    <a:lnTo>
                      <a:pt x="306" y="42"/>
                    </a:lnTo>
                    <a:lnTo>
                      <a:pt x="306" y="46"/>
                    </a:lnTo>
                    <a:lnTo>
                      <a:pt x="310" y="46"/>
                    </a:lnTo>
                    <a:lnTo>
                      <a:pt x="314" y="46"/>
                    </a:lnTo>
                    <a:lnTo>
                      <a:pt x="310" y="46"/>
                    </a:lnTo>
                    <a:lnTo>
                      <a:pt x="310" y="48"/>
                    </a:lnTo>
                    <a:lnTo>
                      <a:pt x="306" y="48"/>
                    </a:lnTo>
                    <a:lnTo>
                      <a:pt x="302" y="52"/>
                    </a:lnTo>
                    <a:lnTo>
                      <a:pt x="302" y="48"/>
                    </a:lnTo>
                    <a:lnTo>
                      <a:pt x="300" y="52"/>
                    </a:lnTo>
                    <a:lnTo>
                      <a:pt x="296" y="52"/>
                    </a:lnTo>
                    <a:lnTo>
                      <a:pt x="292" y="52"/>
                    </a:lnTo>
                    <a:lnTo>
                      <a:pt x="288" y="52"/>
                    </a:lnTo>
                    <a:lnTo>
                      <a:pt x="288" y="56"/>
                    </a:lnTo>
                    <a:lnTo>
                      <a:pt x="288" y="56"/>
                    </a:lnTo>
                    <a:lnTo>
                      <a:pt x="288" y="56"/>
                    </a:lnTo>
                    <a:close/>
                    <a:moveTo>
                      <a:pt x="248" y="4"/>
                    </a:moveTo>
                    <a:lnTo>
                      <a:pt x="248" y="8"/>
                    </a:lnTo>
                    <a:lnTo>
                      <a:pt x="248" y="4"/>
                    </a:lnTo>
                    <a:lnTo>
                      <a:pt x="248" y="4"/>
                    </a:lnTo>
                    <a:lnTo>
                      <a:pt x="248" y="4"/>
                    </a:lnTo>
                    <a:close/>
                    <a:moveTo>
                      <a:pt x="252" y="8"/>
                    </a:moveTo>
                    <a:lnTo>
                      <a:pt x="252" y="12"/>
                    </a:lnTo>
                    <a:lnTo>
                      <a:pt x="252" y="8"/>
                    </a:lnTo>
                    <a:lnTo>
                      <a:pt x="252" y="8"/>
                    </a:lnTo>
                    <a:lnTo>
                      <a:pt x="252" y="8"/>
                    </a:lnTo>
                    <a:close/>
                    <a:moveTo>
                      <a:pt x="226" y="66"/>
                    </a:moveTo>
                    <a:lnTo>
                      <a:pt x="228" y="66"/>
                    </a:lnTo>
                    <a:lnTo>
                      <a:pt x="226" y="66"/>
                    </a:lnTo>
                    <a:lnTo>
                      <a:pt x="226" y="70"/>
                    </a:lnTo>
                    <a:lnTo>
                      <a:pt x="226" y="66"/>
                    </a:lnTo>
                    <a:lnTo>
                      <a:pt x="226" y="66"/>
                    </a:lnTo>
                    <a:lnTo>
                      <a:pt x="226" y="66"/>
                    </a:lnTo>
                    <a:close/>
                    <a:moveTo>
                      <a:pt x="154" y="208"/>
                    </a:moveTo>
                    <a:lnTo>
                      <a:pt x="150" y="208"/>
                    </a:lnTo>
                    <a:lnTo>
                      <a:pt x="150" y="212"/>
                    </a:lnTo>
                    <a:lnTo>
                      <a:pt x="146" y="212"/>
                    </a:lnTo>
                    <a:lnTo>
                      <a:pt x="150" y="212"/>
                    </a:lnTo>
                    <a:lnTo>
                      <a:pt x="146" y="216"/>
                    </a:lnTo>
                    <a:lnTo>
                      <a:pt x="142" y="212"/>
                    </a:lnTo>
                    <a:lnTo>
                      <a:pt x="142" y="216"/>
                    </a:lnTo>
                    <a:lnTo>
                      <a:pt x="140" y="216"/>
                    </a:lnTo>
                    <a:lnTo>
                      <a:pt x="136" y="220"/>
                    </a:lnTo>
                    <a:lnTo>
                      <a:pt x="136" y="216"/>
                    </a:lnTo>
                    <a:lnTo>
                      <a:pt x="132" y="216"/>
                    </a:lnTo>
                    <a:lnTo>
                      <a:pt x="132" y="220"/>
                    </a:lnTo>
                    <a:lnTo>
                      <a:pt x="128" y="220"/>
                    </a:lnTo>
                    <a:lnTo>
                      <a:pt x="128" y="216"/>
                    </a:lnTo>
                    <a:lnTo>
                      <a:pt x="124" y="216"/>
                    </a:lnTo>
                    <a:lnTo>
                      <a:pt x="124" y="220"/>
                    </a:lnTo>
                    <a:lnTo>
                      <a:pt x="124" y="224"/>
                    </a:lnTo>
                    <a:lnTo>
                      <a:pt x="120" y="224"/>
                    </a:lnTo>
                    <a:lnTo>
                      <a:pt x="124" y="228"/>
                    </a:lnTo>
                    <a:lnTo>
                      <a:pt x="120" y="228"/>
                    </a:lnTo>
                    <a:lnTo>
                      <a:pt x="116" y="224"/>
                    </a:lnTo>
                    <a:lnTo>
                      <a:pt x="112" y="224"/>
                    </a:lnTo>
                    <a:lnTo>
                      <a:pt x="110" y="224"/>
                    </a:lnTo>
                    <a:lnTo>
                      <a:pt x="106" y="224"/>
                    </a:lnTo>
                    <a:lnTo>
                      <a:pt x="106" y="220"/>
                    </a:lnTo>
                    <a:lnTo>
                      <a:pt x="106" y="216"/>
                    </a:lnTo>
                    <a:lnTo>
                      <a:pt x="110" y="216"/>
                    </a:lnTo>
                    <a:lnTo>
                      <a:pt x="112" y="216"/>
                    </a:lnTo>
                    <a:lnTo>
                      <a:pt x="112" y="212"/>
                    </a:lnTo>
                    <a:lnTo>
                      <a:pt x="116" y="212"/>
                    </a:lnTo>
                    <a:lnTo>
                      <a:pt x="116" y="208"/>
                    </a:lnTo>
                    <a:lnTo>
                      <a:pt x="120" y="208"/>
                    </a:lnTo>
                    <a:lnTo>
                      <a:pt x="120" y="204"/>
                    </a:lnTo>
                    <a:lnTo>
                      <a:pt x="124" y="204"/>
                    </a:lnTo>
                    <a:lnTo>
                      <a:pt x="124" y="202"/>
                    </a:lnTo>
                    <a:lnTo>
                      <a:pt x="128" y="202"/>
                    </a:lnTo>
                    <a:lnTo>
                      <a:pt x="128" y="198"/>
                    </a:lnTo>
                    <a:lnTo>
                      <a:pt x="132" y="198"/>
                    </a:lnTo>
                    <a:lnTo>
                      <a:pt x="128" y="198"/>
                    </a:lnTo>
                    <a:lnTo>
                      <a:pt x="132" y="198"/>
                    </a:lnTo>
                    <a:lnTo>
                      <a:pt x="132" y="194"/>
                    </a:lnTo>
                    <a:lnTo>
                      <a:pt x="136" y="198"/>
                    </a:lnTo>
                    <a:lnTo>
                      <a:pt x="136" y="194"/>
                    </a:lnTo>
                    <a:lnTo>
                      <a:pt x="140" y="194"/>
                    </a:lnTo>
                    <a:lnTo>
                      <a:pt x="140" y="198"/>
                    </a:lnTo>
                    <a:lnTo>
                      <a:pt x="142" y="198"/>
                    </a:lnTo>
                    <a:lnTo>
                      <a:pt x="142" y="194"/>
                    </a:lnTo>
                    <a:lnTo>
                      <a:pt x="142" y="198"/>
                    </a:lnTo>
                    <a:lnTo>
                      <a:pt x="146" y="198"/>
                    </a:lnTo>
                    <a:lnTo>
                      <a:pt x="150" y="194"/>
                    </a:lnTo>
                    <a:lnTo>
                      <a:pt x="154" y="194"/>
                    </a:lnTo>
                    <a:lnTo>
                      <a:pt x="158" y="194"/>
                    </a:lnTo>
                    <a:lnTo>
                      <a:pt x="162" y="194"/>
                    </a:lnTo>
                    <a:lnTo>
                      <a:pt x="166" y="190"/>
                    </a:lnTo>
                    <a:lnTo>
                      <a:pt x="166" y="194"/>
                    </a:lnTo>
                    <a:lnTo>
                      <a:pt x="170" y="198"/>
                    </a:lnTo>
                    <a:lnTo>
                      <a:pt x="170" y="194"/>
                    </a:lnTo>
                    <a:lnTo>
                      <a:pt x="170" y="198"/>
                    </a:lnTo>
                    <a:lnTo>
                      <a:pt x="170" y="194"/>
                    </a:lnTo>
                    <a:lnTo>
                      <a:pt x="170" y="198"/>
                    </a:lnTo>
                    <a:lnTo>
                      <a:pt x="172" y="198"/>
                    </a:lnTo>
                    <a:lnTo>
                      <a:pt x="172" y="194"/>
                    </a:lnTo>
                    <a:lnTo>
                      <a:pt x="176" y="194"/>
                    </a:lnTo>
                    <a:lnTo>
                      <a:pt x="176" y="190"/>
                    </a:lnTo>
                    <a:lnTo>
                      <a:pt x="176" y="194"/>
                    </a:lnTo>
                    <a:lnTo>
                      <a:pt x="176" y="190"/>
                    </a:lnTo>
                    <a:lnTo>
                      <a:pt x="176" y="186"/>
                    </a:lnTo>
                    <a:lnTo>
                      <a:pt x="176" y="182"/>
                    </a:lnTo>
                    <a:lnTo>
                      <a:pt x="180" y="182"/>
                    </a:lnTo>
                    <a:lnTo>
                      <a:pt x="180" y="178"/>
                    </a:lnTo>
                    <a:lnTo>
                      <a:pt x="184" y="178"/>
                    </a:lnTo>
                    <a:lnTo>
                      <a:pt x="184" y="174"/>
                    </a:lnTo>
                    <a:lnTo>
                      <a:pt x="188" y="174"/>
                    </a:lnTo>
                    <a:lnTo>
                      <a:pt x="188" y="172"/>
                    </a:lnTo>
                    <a:lnTo>
                      <a:pt x="188" y="168"/>
                    </a:lnTo>
                    <a:lnTo>
                      <a:pt x="188" y="164"/>
                    </a:lnTo>
                    <a:lnTo>
                      <a:pt x="188" y="160"/>
                    </a:lnTo>
                    <a:lnTo>
                      <a:pt x="192" y="160"/>
                    </a:lnTo>
                    <a:lnTo>
                      <a:pt x="192" y="156"/>
                    </a:lnTo>
                    <a:lnTo>
                      <a:pt x="196" y="156"/>
                    </a:lnTo>
                    <a:lnTo>
                      <a:pt x="196" y="160"/>
                    </a:lnTo>
                    <a:lnTo>
                      <a:pt x="192" y="160"/>
                    </a:lnTo>
                    <a:lnTo>
                      <a:pt x="192" y="164"/>
                    </a:lnTo>
                    <a:lnTo>
                      <a:pt x="188" y="164"/>
                    </a:lnTo>
                    <a:lnTo>
                      <a:pt x="188" y="168"/>
                    </a:lnTo>
                    <a:lnTo>
                      <a:pt x="192" y="168"/>
                    </a:lnTo>
                    <a:lnTo>
                      <a:pt x="192" y="172"/>
                    </a:lnTo>
                    <a:lnTo>
                      <a:pt x="196" y="172"/>
                    </a:lnTo>
                    <a:lnTo>
                      <a:pt x="196" y="168"/>
                    </a:lnTo>
                    <a:lnTo>
                      <a:pt x="198" y="168"/>
                    </a:lnTo>
                    <a:lnTo>
                      <a:pt x="202" y="168"/>
                    </a:lnTo>
                    <a:lnTo>
                      <a:pt x="206" y="164"/>
                    </a:lnTo>
                    <a:lnTo>
                      <a:pt x="210" y="164"/>
                    </a:lnTo>
                    <a:lnTo>
                      <a:pt x="214" y="160"/>
                    </a:lnTo>
                    <a:lnTo>
                      <a:pt x="214" y="156"/>
                    </a:lnTo>
                    <a:lnTo>
                      <a:pt x="218" y="156"/>
                    </a:lnTo>
                    <a:lnTo>
                      <a:pt x="218" y="152"/>
                    </a:lnTo>
                    <a:lnTo>
                      <a:pt x="218" y="148"/>
                    </a:lnTo>
                    <a:lnTo>
                      <a:pt x="222" y="148"/>
                    </a:lnTo>
                    <a:lnTo>
                      <a:pt x="226" y="148"/>
                    </a:lnTo>
                    <a:lnTo>
                      <a:pt x="226" y="146"/>
                    </a:lnTo>
                    <a:lnTo>
                      <a:pt x="226" y="142"/>
                    </a:lnTo>
                    <a:lnTo>
                      <a:pt x="228" y="138"/>
                    </a:lnTo>
                    <a:lnTo>
                      <a:pt x="228" y="134"/>
                    </a:lnTo>
                    <a:lnTo>
                      <a:pt x="228" y="130"/>
                    </a:lnTo>
                    <a:lnTo>
                      <a:pt x="232" y="126"/>
                    </a:lnTo>
                    <a:lnTo>
                      <a:pt x="232" y="122"/>
                    </a:lnTo>
                    <a:lnTo>
                      <a:pt x="232" y="118"/>
                    </a:lnTo>
                    <a:lnTo>
                      <a:pt x="236" y="118"/>
                    </a:lnTo>
                    <a:lnTo>
                      <a:pt x="236" y="116"/>
                    </a:lnTo>
                    <a:lnTo>
                      <a:pt x="232" y="116"/>
                    </a:lnTo>
                    <a:lnTo>
                      <a:pt x="232" y="112"/>
                    </a:lnTo>
                    <a:lnTo>
                      <a:pt x="228" y="112"/>
                    </a:lnTo>
                    <a:lnTo>
                      <a:pt x="228" y="108"/>
                    </a:lnTo>
                    <a:lnTo>
                      <a:pt x="228" y="112"/>
                    </a:lnTo>
                    <a:lnTo>
                      <a:pt x="232" y="112"/>
                    </a:lnTo>
                    <a:lnTo>
                      <a:pt x="232" y="108"/>
                    </a:lnTo>
                    <a:lnTo>
                      <a:pt x="232" y="104"/>
                    </a:lnTo>
                    <a:lnTo>
                      <a:pt x="232" y="100"/>
                    </a:lnTo>
                    <a:lnTo>
                      <a:pt x="232" y="96"/>
                    </a:lnTo>
                    <a:lnTo>
                      <a:pt x="236" y="96"/>
                    </a:lnTo>
                    <a:lnTo>
                      <a:pt x="236" y="92"/>
                    </a:lnTo>
                    <a:lnTo>
                      <a:pt x="240" y="90"/>
                    </a:lnTo>
                    <a:lnTo>
                      <a:pt x="236" y="90"/>
                    </a:lnTo>
                    <a:lnTo>
                      <a:pt x="240" y="90"/>
                    </a:lnTo>
                    <a:lnTo>
                      <a:pt x="240" y="86"/>
                    </a:lnTo>
                    <a:lnTo>
                      <a:pt x="244" y="86"/>
                    </a:lnTo>
                    <a:lnTo>
                      <a:pt x="244" y="90"/>
                    </a:lnTo>
                    <a:lnTo>
                      <a:pt x="244" y="92"/>
                    </a:lnTo>
                    <a:lnTo>
                      <a:pt x="248" y="92"/>
                    </a:lnTo>
                    <a:lnTo>
                      <a:pt x="248" y="90"/>
                    </a:lnTo>
                    <a:lnTo>
                      <a:pt x="248" y="92"/>
                    </a:lnTo>
                    <a:lnTo>
                      <a:pt x="252" y="92"/>
                    </a:lnTo>
                    <a:lnTo>
                      <a:pt x="252" y="90"/>
                    </a:lnTo>
                    <a:lnTo>
                      <a:pt x="252" y="86"/>
                    </a:lnTo>
                    <a:lnTo>
                      <a:pt x="248" y="86"/>
                    </a:lnTo>
                    <a:lnTo>
                      <a:pt x="244" y="90"/>
                    </a:lnTo>
                    <a:lnTo>
                      <a:pt x="244" y="86"/>
                    </a:lnTo>
                    <a:lnTo>
                      <a:pt x="244" y="82"/>
                    </a:lnTo>
                    <a:lnTo>
                      <a:pt x="248" y="78"/>
                    </a:lnTo>
                    <a:lnTo>
                      <a:pt x="248" y="82"/>
                    </a:lnTo>
                    <a:lnTo>
                      <a:pt x="252" y="82"/>
                    </a:lnTo>
                    <a:lnTo>
                      <a:pt x="254" y="82"/>
                    </a:lnTo>
                    <a:lnTo>
                      <a:pt x="254" y="86"/>
                    </a:lnTo>
                    <a:lnTo>
                      <a:pt x="254" y="92"/>
                    </a:lnTo>
                    <a:lnTo>
                      <a:pt x="254" y="96"/>
                    </a:lnTo>
                    <a:lnTo>
                      <a:pt x="254" y="100"/>
                    </a:lnTo>
                    <a:lnTo>
                      <a:pt x="258" y="100"/>
                    </a:lnTo>
                    <a:lnTo>
                      <a:pt x="258" y="104"/>
                    </a:lnTo>
                    <a:lnTo>
                      <a:pt x="258" y="108"/>
                    </a:lnTo>
                    <a:lnTo>
                      <a:pt x="262" y="108"/>
                    </a:lnTo>
                    <a:lnTo>
                      <a:pt x="262" y="112"/>
                    </a:lnTo>
                    <a:lnTo>
                      <a:pt x="262" y="116"/>
                    </a:lnTo>
                    <a:lnTo>
                      <a:pt x="262" y="118"/>
                    </a:lnTo>
                    <a:lnTo>
                      <a:pt x="262" y="122"/>
                    </a:lnTo>
                    <a:lnTo>
                      <a:pt x="258" y="122"/>
                    </a:lnTo>
                    <a:lnTo>
                      <a:pt x="258" y="126"/>
                    </a:lnTo>
                    <a:lnTo>
                      <a:pt x="258" y="130"/>
                    </a:lnTo>
                    <a:lnTo>
                      <a:pt x="254" y="130"/>
                    </a:lnTo>
                    <a:lnTo>
                      <a:pt x="258" y="130"/>
                    </a:lnTo>
                    <a:lnTo>
                      <a:pt x="254" y="130"/>
                    </a:lnTo>
                    <a:lnTo>
                      <a:pt x="254" y="134"/>
                    </a:lnTo>
                    <a:lnTo>
                      <a:pt x="254" y="138"/>
                    </a:lnTo>
                    <a:lnTo>
                      <a:pt x="254" y="142"/>
                    </a:lnTo>
                    <a:lnTo>
                      <a:pt x="252" y="142"/>
                    </a:lnTo>
                    <a:lnTo>
                      <a:pt x="248" y="142"/>
                    </a:lnTo>
                    <a:lnTo>
                      <a:pt x="248" y="146"/>
                    </a:lnTo>
                    <a:lnTo>
                      <a:pt x="248" y="148"/>
                    </a:lnTo>
                    <a:lnTo>
                      <a:pt x="248" y="152"/>
                    </a:lnTo>
                    <a:lnTo>
                      <a:pt x="248" y="156"/>
                    </a:lnTo>
                    <a:lnTo>
                      <a:pt x="248" y="160"/>
                    </a:lnTo>
                    <a:lnTo>
                      <a:pt x="248" y="164"/>
                    </a:lnTo>
                    <a:lnTo>
                      <a:pt x="248" y="168"/>
                    </a:lnTo>
                    <a:lnTo>
                      <a:pt x="244" y="168"/>
                    </a:lnTo>
                    <a:lnTo>
                      <a:pt x="244" y="172"/>
                    </a:lnTo>
                    <a:lnTo>
                      <a:pt x="244" y="174"/>
                    </a:lnTo>
                    <a:lnTo>
                      <a:pt x="244" y="178"/>
                    </a:lnTo>
                    <a:lnTo>
                      <a:pt x="240" y="182"/>
                    </a:lnTo>
                    <a:lnTo>
                      <a:pt x="244" y="182"/>
                    </a:lnTo>
                    <a:lnTo>
                      <a:pt x="244" y="186"/>
                    </a:lnTo>
                    <a:lnTo>
                      <a:pt x="244" y="190"/>
                    </a:lnTo>
                    <a:lnTo>
                      <a:pt x="244" y="194"/>
                    </a:lnTo>
                    <a:lnTo>
                      <a:pt x="240" y="194"/>
                    </a:lnTo>
                    <a:lnTo>
                      <a:pt x="240" y="198"/>
                    </a:lnTo>
                    <a:lnTo>
                      <a:pt x="240" y="202"/>
                    </a:lnTo>
                    <a:lnTo>
                      <a:pt x="236" y="202"/>
                    </a:lnTo>
                    <a:lnTo>
                      <a:pt x="236" y="204"/>
                    </a:lnTo>
                    <a:lnTo>
                      <a:pt x="232" y="204"/>
                    </a:lnTo>
                    <a:lnTo>
                      <a:pt x="232" y="208"/>
                    </a:lnTo>
                    <a:lnTo>
                      <a:pt x="228" y="204"/>
                    </a:lnTo>
                    <a:lnTo>
                      <a:pt x="232" y="204"/>
                    </a:lnTo>
                    <a:lnTo>
                      <a:pt x="232" y="202"/>
                    </a:lnTo>
                    <a:lnTo>
                      <a:pt x="232" y="198"/>
                    </a:lnTo>
                    <a:lnTo>
                      <a:pt x="236" y="194"/>
                    </a:lnTo>
                    <a:lnTo>
                      <a:pt x="232" y="194"/>
                    </a:lnTo>
                    <a:lnTo>
                      <a:pt x="228" y="194"/>
                    </a:lnTo>
                    <a:lnTo>
                      <a:pt x="228" y="198"/>
                    </a:lnTo>
                    <a:lnTo>
                      <a:pt x="228" y="202"/>
                    </a:lnTo>
                    <a:lnTo>
                      <a:pt x="226" y="198"/>
                    </a:lnTo>
                    <a:lnTo>
                      <a:pt x="226" y="202"/>
                    </a:lnTo>
                    <a:lnTo>
                      <a:pt x="222" y="202"/>
                    </a:lnTo>
                    <a:lnTo>
                      <a:pt x="222" y="204"/>
                    </a:lnTo>
                    <a:lnTo>
                      <a:pt x="222" y="208"/>
                    </a:lnTo>
                    <a:lnTo>
                      <a:pt x="218" y="212"/>
                    </a:lnTo>
                    <a:lnTo>
                      <a:pt x="218" y="208"/>
                    </a:lnTo>
                    <a:lnTo>
                      <a:pt x="218" y="204"/>
                    </a:lnTo>
                    <a:lnTo>
                      <a:pt x="218" y="202"/>
                    </a:lnTo>
                    <a:lnTo>
                      <a:pt x="214" y="202"/>
                    </a:lnTo>
                    <a:lnTo>
                      <a:pt x="214" y="204"/>
                    </a:lnTo>
                    <a:lnTo>
                      <a:pt x="210" y="208"/>
                    </a:lnTo>
                    <a:lnTo>
                      <a:pt x="206" y="212"/>
                    </a:lnTo>
                    <a:lnTo>
                      <a:pt x="210" y="212"/>
                    </a:lnTo>
                    <a:lnTo>
                      <a:pt x="206" y="212"/>
                    </a:lnTo>
                    <a:lnTo>
                      <a:pt x="202" y="212"/>
                    </a:lnTo>
                    <a:lnTo>
                      <a:pt x="198" y="212"/>
                    </a:lnTo>
                    <a:lnTo>
                      <a:pt x="196" y="212"/>
                    </a:lnTo>
                    <a:lnTo>
                      <a:pt x="192" y="212"/>
                    </a:lnTo>
                    <a:lnTo>
                      <a:pt x="196" y="212"/>
                    </a:lnTo>
                    <a:lnTo>
                      <a:pt x="196" y="208"/>
                    </a:lnTo>
                    <a:lnTo>
                      <a:pt x="192" y="208"/>
                    </a:lnTo>
                    <a:lnTo>
                      <a:pt x="192" y="204"/>
                    </a:lnTo>
                    <a:lnTo>
                      <a:pt x="192" y="208"/>
                    </a:lnTo>
                    <a:lnTo>
                      <a:pt x="192" y="212"/>
                    </a:lnTo>
                    <a:lnTo>
                      <a:pt x="188" y="208"/>
                    </a:lnTo>
                    <a:lnTo>
                      <a:pt x="188" y="204"/>
                    </a:lnTo>
                    <a:lnTo>
                      <a:pt x="192" y="204"/>
                    </a:lnTo>
                    <a:lnTo>
                      <a:pt x="188" y="204"/>
                    </a:lnTo>
                    <a:lnTo>
                      <a:pt x="188" y="208"/>
                    </a:lnTo>
                    <a:lnTo>
                      <a:pt x="184" y="208"/>
                    </a:lnTo>
                    <a:lnTo>
                      <a:pt x="184" y="212"/>
                    </a:lnTo>
                    <a:lnTo>
                      <a:pt x="188" y="212"/>
                    </a:lnTo>
                    <a:lnTo>
                      <a:pt x="188" y="216"/>
                    </a:lnTo>
                    <a:lnTo>
                      <a:pt x="192" y="216"/>
                    </a:lnTo>
                    <a:lnTo>
                      <a:pt x="192" y="220"/>
                    </a:lnTo>
                    <a:lnTo>
                      <a:pt x="188" y="220"/>
                    </a:lnTo>
                    <a:lnTo>
                      <a:pt x="184" y="220"/>
                    </a:lnTo>
                    <a:lnTo>
                      <a:pt x="180" y="220"/>
                    </a:lnTo>
                    <a:lnTo>
                      <a:pt x="180" y="224"/>
                    </a:lnTo>
                    <a:lnTo>
                      <a:pt x="180" y="228"/>
                    </a:lnTo>
                    <a:lnTo>
                      <a:pt x="176" y="228"/>
                    </a:lnTo>
                    <a:lnTo>
                      <a:pt x="176" y="230"/>
                    </a:lnTo>
                    <a:lnTo>
                      <a:pt x="172" y="234"/>
                    </a:lnTo>
                    <a:lnTo>
                      <a:pt x="170" y="230"/>
                    </a:lnTo>
                    <a:lnTo>
                      <a:pt x="170" y="228"/>
                    </a:lnTo>
                    <a:lnTo>
                      <a:pt x="166" y="228"/>
                    </a:lnTo>
                    <a:lnTo>
                      <a:pt x="166" y="224"/>
                    </a:lnTo>
                    <a:lnTo>
                      <a:pt x="166" y="220"/>
                    </a:lnTo>
                    <a:lnTo>
                      <a:pt x="166" y="216"/>
                    </a:lnTo>
                    <a:lnTo>
                      <a:pt x="170" y="216"/>
                    </a:lnTo>
                    <a:lnTo>
                      <a:pt x="170" y="212"/>
                    </a:lnTo>
                    <a:lnTo>
                      <a:pt x="170" y="208"/>
                    </a:lnTo>
                    <a:lnTo>
                      <a:pt x="166" y="212"/>
                    </a:lnTo>
                    <a:lnTo>
                      <a:pt x="162" y="212"/>
                    </a:lnTo>
                    <a:lnTo>
                      <a:pt x="158" y="208"/>
                    </a:lnTo>
                    <a:lnTo>
                      <a:pt x="154" y="208"/>
                    </a:lnTo>
                    <a:lnTo>
                      <a:pt x="154" y="212"/>
                    </a:lnTo>
                    <a:lnTo>
                      <a:pt x="154" y="208"/>
                    </a:lnTo>
                    <a:lnTo>
                      <a:pt x="154" y="208"/>
                    </a:lnTo>
                    <a:lnTo>
                      <a:pt x="154" y="208"/>
                    </a:lnTo>
                    <a:close/>
                    <a:moveTo>
                      <a:pt x="214" y="142"/>
                    </a:moveTo>
                    <a:lnTo>
                      <a:pt x="214" y="146"/>
                    </a:lnTo>
                    <a:lnTo>
                      <a:pt x="210" y="146"/>
                    </a:lnTo>
                    <a:lnTo>
                      <a:pt x="210" y="148"/>
                    </a:lnTo>
                    <a:lnTo>
                      <a:pt x="214" y="146"/>
                    </a:lnTo>
                    <a:lnTo>
                      <a:pt x="214" y="148"/>
                    </a:lnTo>
                    <a:lnTo>
                      <a:pt x="210" y="152"/>
                    </a:lnTo>
                    <a:lnTo>
                      <a:pt x="206" y="152"/>
                    </a:lnTo>
                    <a:lnTo>
                      <a:pt x="210" y="152"/>
                    </a:lnTo>
                    <a:lnTo>
                      <a:pt x="210" y="148"/>
                    </a:lnTo>
                    <a:lnTo>
                      <a:pt x="210" y="146"/>
                    </a:lnTo>
                    <a:lnTo>
                      <a:pt x="210" y="142"/>
                    </a:lnTo>
                    <a:lnTo>
                      <a:pt x="214" y="142"/>
                    </a:lnTo>
                    <a:lnTo>
                      <a:pt x="214" y="142"/>
                    </a:lnTo>
                    <a:lnTo>
                      <a:pt x="214" y="142"/>
                    </a:lnTo>
                    <a:close/>
                    <a:moveTo>
                      <a:pt x="140" y="178"/>
                    </a:moveTo>
                    <a:lnTo>
                      <a:pt x="140" y="182"/>
                    </a:lnTo>
                    <a:lnTo>
                      <a:pt x="136" y="182"/>
                    </a:lnTo>
                    <a:lnTo>
                      <a:pt x="140" y="178"/>
                    </a:lnTo>
                    <a:lnTo>
                      <a:pt x="140" y="178"/>
                    </a:lnTo>
                    <a:lnTo>
                      <a:pt x="140" y="178"/>
                    </a:lnTo>
                    <a:close/>
                    <a:moveTo>
                      <a:pt x="84" y="212"/>
                    </a:moveTo>
                    <a:lnTo>
                      <a:pt x="84" y="216"/>
                    </a:lnTo>
                    <a:lnTo>
                      <a:pt x="84" y="220"/>
                    </a:lnTo>
                    <a:lnTo>
                      <a:pt x="84" y="216"/>
                    </a:lnTo>
                    <a:lnTo>
                      <a:pt x="80" y="216"/>
                    </a:lnTo>
                    <a:lnTo>
                      <a:pt x="84" y="212"/>
                    </a:lnTo>
                    <a:lnTo>
                      <a:pt x="84" y="212"/>
                    </a:lnTo>
                    <a:lnTo>
                      <a:pt x="84" y="212"/>
                    </a:lnTo>
                    <a:close/>
                    <a:moveTo>
                      <a:pt x="158" y="220"/>
                    </a:moveTo>
                    <a:lnTo>
                      <a:pt x="158" y="216"/>
                    </a:lnTo>
                    <a:lnTo>
                      <a:pt x="162" y="216"/>
                    </a:lnTo>
                    <a:lnTo>
                      <a:pt x="162" y="212"/>
                    </a:lnTo>
                    <a:lnTo>
                      <a:pt x="162" y="216"/>
                    </a:lnTo>
                    <a:lnTo>
                      <a:pt x="162" y="220"/>
                    </a:lnTo>
                    <a:lnTo>
                      <a:pt x="158" y="220"/>
                    </a:lnTo>
                    <a:lnTo>
                      <a:pt x="158" y="220"/>
                    </a:lnTo>
                    <a:lnTo>
                      <a:pt x="158" y="220"/>
                    </a:lnTo>
                    <a:close/>
                    <a:moveTo>
                      <a:pt x="154" y="212"/>
                    </a:moveTo>
                    <a:lnTo>
                      <a:pt x="154" y="216"/>
                    </a:lnTo>
                    <a:lnTo>
                      <a:pt x="150" y="216"/>
                    </a:lnTo>
                    <a:lnTo>
                      <a:pt x="150" y="212"/>
                    </a:lnTo>
                    <a:lnTo>
                      <a:pt x="154" y="212"/>
                    </a:lnTo>
                    <a:lnTo>
                      <a:pt x="154" y="212"/>
                    </a:lnTo>
                    <a:lnTo>
                      <a:pt x="154" y="212"/>
                    </a:lnTo>
                    <a:close/>
                    <a:moveTo>
                      <a:pt x="154" y="230"/>
                    </a:moveTo>
                    <a:lnTo>
                      <a:pt x="154" y="234"/>
                    </a:lnTo>
                    <a:lnTo>
                      <a:pt x="150" y="234"/>
                    </a:lnTo>
                    <a:lnTo>
                      <a:pt x="150" y="238"/>
                    </a:lnTo>
                    <a:lnTo>
                      <a:pt x="150" y="234"/>
                    </a:lnTo>
                    <a:lnTo>
                      <a:pt x="146" y="234"/>
                    </a:lnTo>
                    <a:lnTo>
                      <a:pt x="146" y="230"/>
                    </a:lnTo>
                    <a:lnTo>
                      <a:pt x="142" y="230"/>
                    </a:lnTo>
                    <a:lnTo>
                      <a:pt x="142" y="234"/>
                    </a:lnTo>
                    <a:lnTo>
                      <a:pt x="140" y="234"/>
                    </a:lnTo>
                    <a:lnTo>
                      <a:pt x="140" y="238"/>
                    </a:lnTo>
                    <a:lnTo>
                      <a:pt x="136" y="242"/>
                    </a:lnTo>
                    <a:lnTo>
                      <a:pt x="136" y="246"/>
                    </a:lnTo>
                    <a:lnTo>
                      <a:pt x="132" y="246"/>
                    </a:lnTo>
                    <a:lnTo>
                      <a:pt x="128" y="246"/>
                    </a:lnTo>
                    <a:lnTo>
                      <a:pt x="132" y="246"/>
                    </a:lnTo>
                    <a:lnTo>
                      <a:pt x="132" y="242"/>
                    </a:lnTo>
                    <a:lnTo>
                      <a:pt x="128" y="242"/>
                    </a:lnTo>
                    <a:lnTo>
                      <a:pt x="128" y="246"/>
                    </a:lnTo>
                    <a:lnTo>
                      <a:pt x="128" y="242"/>
                    </a:lnTo>
                    <a:lnTo>
                      <a:pt x="128" y="238"/>
                    </a:lnTo>
                    <a:lnTo>
                      <a:pt x="124" y="238"/>
                    </a:lnTo>
                    <a:lnTo>
                      <a:pt x="124" y="234"/>
                    </a:lnTo>
                    <a:lnTo>
                      <a:pt x="120" y="234"/>
                    </a:lnTo>
                    <a:lnTo>
                      <a:pt x="124" y="234"/>
                    </a:lnTo>
                    <a:lnTo>
                      <a:pt x="128" y="230"/>
                    </a:lnTo>
                    <a:lnTo>
                      <a:pt x="128" y="228"/>
                    </a:lnTo>
                    <a:lnTo>
                      <a:pt x="132" y="228"/>
                    </a:lnTo>
                    <a:lnTo>
                      <a:pt x="132" y="224"/>
                    </a:lnTo>
                    <a:lnTo>
                      <a:pt x="132" y="220"/>
                    </a:lnTo>
                    <a:lnTo>
                      <a:pt x="136" y="220"/>
                    </a:lnTo>
                    <a:lnTo>
                      <a:pt x="136" y="224"/>
                    </a:lnTo>
                    <a:lnTo>
                      <a:pt x="140" y="224"/>
                    </a:lnTo>
                    <a:lnTo>
                      <a:pt x="142" y="224"/>
                    </a:lnTo>
                    <a:lnTo>
                      <a:pt x="142" y="220"/>
                    </a:lnTo>
                    <a:lnTo>
                      <a:pt x="146" y="220"/>
                    </a:lnTo>
                    <a:lnTo>
                      <a:pt x="146" y="216"/>
                    </a:lnTo>
                    <a:lnTo>
                      <a:pt x="150" y="216"/>
                    </a:lnTo>
                    <a:lnTo>
                      <a:pt x="154" y="220"/>
                    </a:lnTo>
                    <a:lnTo>
                      <a:pt x="158" y="220"/>
                    </a:lnTo>
                    <a:lnTo>
                      <a:pt x="158" y="224"/>
                    </a:lnTo>
                    <a:lnTo>
                      <a:pt x="158" y="228"/>
                    </a:lnTo>
                    <a:lnTo>
                      <a:pt x="154" y="230"/>
                    </a:lnTo>
                    <a:lnTo>
                      <a:pt x="154" y="230"/>
                    </a:lnTo>
                    <a:lnTo>
                      <a:pt x="154" y="230"/>
                    </a:lnTo>
                    <a:close/>
                    <a:moveTo>
                      <a:pt x="84" y="220"/>
                    </a:moveTo>
                    <a:lnTo>
                      <a:pt x="80" y="224"/>
                    </a:lnTo>
                    <a:lnTo>
                      <a:pt x="80" y="220"/>
                    </a:lnTo>
                    <a:lnTo>
                      <a:pt x="80" y="216"/>
                    </a:lnTo>
                    <a:lnTo>
                      <a:pt x="84" y="216"/>
                    </a:lnTo>
                    <a:lnTo>
                      <a:pt x="84" y="220"/>
                    </a:lnTo>
                    <a:lnTo>
                      <a:pt x="84" y="220"/>
                    </a:lnTo>
                    <a:lnTo>
                      <a:pt x="84" y="220"/>
                    </a:lnTo>
                    <a:close/>
                    <a:moveTo>
                      <a:pt x="128" y="220"/>
                    </a:moveTo>
                    <a:lnTo>
                      <a:pt x="124" y="220"/>
                    </a:lnTo>
                    <a:lnTo>
                      <a:pt x="128" y="220"/>
                    </a:lnTo>
                    <a:lnTo>
                      <a:pt x="128" y="220"/>
                    </a:lnTo>
                    <a:lnTo>
                      <a:pt x="128" y="220"/>
                    </a:lnTo>
                    <a:close/>
                    <a:moveTo>
                      <a:pt x="86" y="250"/>
                    </a:moveTo>
                    <a:lnTo>
                      <a:pt x="90" y="250"/>
                    </a:lnTo>
                    <a:lnTo>
                      <a:pt x="90" y="246"/>
                    </a:lnTo>
                    <a:lnTo>
                      <a:pt x="86" y="246"/>
                    </a:lnTo>
                    <a:lnTo>
                      <a:pt x="86" y="242"/>
                    </a:lnTo>
                    <a:lnTo>
                      <a:pt x="90" y="242"/>
                    </a:lnTo>
                    <a:lnTo>
                      <a:pt x="90" y="246"/>
                    </a:lnTo>
                    <a:lnTo>
                      <a:pt x="90" y="242"/>
                    </a:lnTo>
                    <a:lnTo>
                      <a:pt x="86" y="238"/>
                    </a:lnTo>
                    <a:lnTo>
                      <a:pt x="86" y="234"/>
                    </a:lnTo>
                    <a:lnTo>
                      <a:pt x="90" y="238"/>
                    </a:lnTo>
                    <a:lnTo>
                      <a:pt x="90" y="234"/>
                    </a:lnTo>
                    <a:lnTo>
                      <a:pt x="90" y="230"/>
                    </a:lnTo>
                    <a:lnTo>
                      <a:pt x="90" y="234"/>
                    </a:lnTo>
                    <a:lnTo>
                      <a:pt x="94" y="234"/>
                    </a:lnTo>
                    <a:lnTo>
                      <a:pt x="94" y="230"/>
                    </a:lnTo>
                    <a:lnTo>
                      <a:pt x="98" y="230"/>
                    </a:lnTo>
                    <a:lnTo>
                      <a:pt x="98" y="228"/>
                    </a:lnTo>
                    <a:lnTo>
                      <a:pt x="102" y="224"/>
                    </a:lnTo>
                    <a:lnTo>
                      <a:pt x="106" y="224"/>
                    </a:lnTo>
                    <a:lnTo>
                      <a:pt x="106" y="228"/>
                    </a:lnTo>
                    <a:lnTo>
                      <a:pt x="106" y="230"/>
                    </a:lnTo>
                    <a:lnTo>
                      <a:pt x="110" y="230"/>
                    </a:lnTo>
                    <a:lnTo>
                      <a:pt x="112" y="230"/>
                    </a:lnTo>
                    <a:lnTo>
                      <a:pt x="116" y="230"/>
                    </a:lnTo>
                    <a:lnTo>
                      <a:pt x="116" y="234"/>
                    </a:lnTo>
                    <a:lnTo>
                      <a:pt x="112" y="234"/>
                    </a:lnTo>
                    <a:lnTo>
                      <a:pt x="112" y="238"/>
                    </a:lnTo>
                    <a:lnTo>
                      <a:pt x="116" y="238"/>
                    </a:lnTo>
                    <a:lnTo>
                      <a:pt x="120" y="238"/>
                    </a:lnTo>
                    <a:lnTo>
                      <a:pt x="116" y="238"/>
                    </a:lnTo>
                    <a:lnTo>
                      <a:pt x="120" y="242"/>
                    </a:lnTo>
                    <a:lnTo>
                      <a:pt x="120" y="246"/>
                    </a:lnTo>
                    <a:lnTo>
                      <a:pt x="116" y="246"/>
                    </a:lnTo>
                    <a:lnTo>
                      <a:pt x="116" y="250"/>
                    </a:lnTo>
                    <a:lnTo>
                      <a:pt x="116" y="254"/>
                    </a:lnTo>
                    <a:lnTo>
                      <a:pt x="112" y="254"/>
                    </a:lnTo>
                    <a:lnTo>
                      <a:pt x="112" y="258"/>
                    </a:lnTo>
                    <a:lnTo>
                      <a:pt x="112" y="260"/>
                    </a:lnTo>
                    <a:lnTo>
                      <a:pt x="112" y="264"/>
                    </a:lnTo>
                    <a:lnTo>
                      <a:pt x="112" y="268"/>
                    </a:lnTo>
                    <a:lnTo>
                      <a:pt x="112" y="272"/>
                    </a:lnTo>
                    <a:lnTo>
                      <a:pt x="110" y="272"/>
                    </a:lnTo>
                    <a:lnTo>
                      <a:pt x="106" y="272"/>
                    </a:lnTo>
                    <a:lnTo>
                      <a:pt x="110" y="272"/>
                    </a:lnTo>
                    <a:lnTo>
                      <a:pt x="110" y="276"/>
                    </a:lnTo>
                    <a:lnTo>
                      <a:pt x="106" y="276"/>
                    </a:lnTo>
                    <a:lnTo>
                      <a:pt x="102" y="280"/>
                    </a:lnTo>
                    <a:lnTo>
                      <a:pt x="102" y="276"/>
                    </a:lnTo>
                    <a:lnTo>
                      <a:pt x="102" y="272"/>
                    </a:lnTo>
                    <a:lnTo>
                      <a:pt x="102" y="268"/>
                    </a:lnTo>
                    <a:lnTo>
                      <a:pt x="102" y="264"/>
                    </a:lnTo>
                    <a:lnTo>
                      <a:pt x="102" y="268"/>
                    </a:lnTo>
                    <a:lnTo>
                      <a:pt x="98" y="268"/>
                    </a:lnTo>
                    <a:lnTo>
                      <a:pt x="98" y="272"/>
                    </a:lnTo>
                    <a:lnTo>
                      <a:pt x="102" y="272"/>
                    </a:lnTo>
                    <a:lnTo>
                      <a:pt x="102" y="276"/>
                    </a:lnTo>
                    <a:lnTo>
                      <a:pt x="98" y="276"/>
                    </a:lnTo>
                    <a:lnTo>
                      <a:pt x="94" y="276"/>
                    </a:lnTo>
                    <a:lnTo>
                      <a:pt x="94" y="272"/>
                    </a:lnTo>
                    <a:lnTo>
                      <a:pt x="98" y="268"/>
                    </a:lnTo>
                    <a:lnTo>
                      <a:pt x="94" y="264"/>
                    </a:lnTo>
                    <a:lnTo>
                      <a:pt x="94" y="260"/>
                    </a:lnTo>
                    <a:lnTo>
                      <a:pt x="94" y="258"/>
                    </a:lnTo>
                    <a:lnTo>
                      <a:pt x="94" y="260"/>
                    </a:lnTo>
                    <a:lnTo>
                      <a:pt x="98" y="258"/>
                    </a:lnTo>
                    <a:lnTo>
                      <a:pt x="98" y="254"/>
                    </a:lnTo>
                    <a:lnTo>
                      <a:pt x="102" y="250"/>
                    </a:lnTo>
                    <a:lnTo>
                      <a:pt x="98" y="250"/>
                    </a:lnTo>
                    <a:lnTo>
                      <a:pt x="102" y="246"/>
                    </a:lnTo>
                    <a:lnTo>
                      <a:pt x="98" y="246"/>
                    </a:lnTo>
                    <a:lnTo>
                      <a:pt x="98" y="242"/>
                    </a:lnTo>
                    <a:lnTo>
                      <a:pt x="98" y="238"/>
                    </a:lnTo>
                    <a:lnTo>
                      <a:pt x="94" y="238"/>
                    </a:lnTo>
                    <a:lnTo>
                      <a:pt x="94" y="242"/>
                    </a:lnTo>
                    <a:lnTo>
                      <a:pt x="94" y="246"/>
                    </a:lnTo>
                    <a:lnTo>
                      <a:pt x="98" y="246"/>
                    </a:lnTo>
                    <a:lnTo>
                      <a:pt x="98" y="250"/>
                    </a:lnTo>
                    <a:lnTo>
                      <a:pt x="94" y="250"/>
                    </a:lnTo>
                    <a:lnTo>
                      <a:pt x="94" y="246"/>
                    </a:lnTo>
                    <a:lnTo>
                      <a:pt x="90" y="246"/>
                    </a:lnTo>
                    <a:lnTo>
                      <a:pt x="90" y="250"/>
                    </a:lnTo>
                    <a:lnTo>
                      <a:pt x="86" y="250"/>
                    </a:lnTo>
                    <a:lnTo>
                      <a:pt x="86" y="250"/>
                    </a:lnTo>
                    <a:lnTo>
                      <a:pt x="86" y="250"/>
                    </a:lnTo>
                    <a:close/>
                    <a:moveTo>
                      <a:pt x="86" y="230"/>
                    </a:moveTo>
                    <a:lnTo>
                      <a:pt x="86" y="228"/>
                    </a:lnTo>
                    <a:lnTo>
                      <a:pt x="90" y="228"/>
                    </a:lnTo>
                    <a:lnTo>
                      <a:pt x="86" y="228"/>
                    </a:lnTo>
                    <a:lnTo>
                      <a:pt x="86" y="230"/>
                    </a:lnTo>
                    <a:lnTo>
                      <a:pt x="86" y="230"/>
                    </a:lnTo>
                    <a:lnTo>
                      <a:pt x="86" y="230"/>
                    </a:lnTo>
                    <a:close/>
                    <a:moveTo>
                      <a:pt x="86" y="234"/>
                    </a:moveTo>
                    <a:lnTo>
                      <a:pt x="86" y="238"/>
                    </a:lnTo>
                    <a:lnTo>
                      <a:pt x="84" y="238"/>
                    </a:lnTo>
                    <a:lnTo>
                      <a:pt x="84" y="234"/>
                    </a:lnTo>
                    <a:lnTo>
                      <a:pt x="86" y="234"/>
                    </a:lnTo>
                    <a:lnTo>
                      <a:pt x="86" y="234"/>
                    </a:lnTo>
                    <a:lnTo>
                      <a:pt x="86" y="234"/>
                    </a:lnTo>
                    <a:close/>
                    <a:moveTo>
                      <a:pt x="80" y="242"/>
                    </a:moveTo>
                    <a:lnTo>
                      <a:pt x="80" y="246"/>
                    </a:lnTo>
                    <a:lnTo>
                      <a:pt x="80" y="242"/>
                    </a:lnTo>
                    <a:lnTo>
                      <a:pt x="80" y="238"/>
                    </a:lnTo>
                    <a:lnTo>
                      <a:pt x="80" y="242"/>
                    </a:lnTo>
                    <a:lnTo>
                      <a:pt x="80" y="242"/>
                    </a:lnTo>
                    <a:lnTo>
                      <a:pt x="80" y="242"/>
                    </a:lnTo>
                    <a:close/>
                    <a:moveTo>
                      <a:pt x="72" y="250"/>
                    </a:moveTo>
                    <a:lnTo>
                      <a:pt x="72" y="246"/>
                    </a:lnTo>
                    <a:lnTo>
                      <a:pt x="76" y="246"/>
                    </a:lnTo>
                    <a:lnTo>
                      <a:pt x="76" y="250"/>
                    </a:lnTo>
                    <a:lnTo>
                      <a:pt x="72" y="250"/>
                    </a:lnTo>
                    <a:lnTo>
                      <a:pt x="72" y="250"/>
                    </a:lnTo>
                    <a:lnTo>
                      <a:pt x="72" y="250"/>
                    </a:lnTo>
                    <a:close/>
                    <a:moveTo>
                      <a:pt x="90" y="258"/>
                    </a:moveTo>
                    <a:lnTo>
                      <a:pt x="90" y="254"/>
                    </a:lnTo>
                    <a:lnTo>
                      <a:pt x="94" y="250"/>
                    </a:lnTo>
                    <a:lnTo>
                      <a:pt x="94" y="254"/>
                    </a:lnTo>
                    <a:lnTo>
                      <a:pt x="94" y="258"/>
                    </a:lnTo>
                    <a:lnTo>
                      <a:pt x="90" y="258"/>
                    </a:lnTo>
                    <a:lnTo>
                      <a:pt x="90" y="258"/>
                    </a:lnTo>
                    <a:lnTo>
                      <a:pt x="90" y="258"/>
                    </a:lnTo>
                    <a:close/>
                    <a:moveTo>
                      <a:pt x="106" y="284"/>
                    </a:moveTo>
                    <a:lnTo>
                      <a:pt x="106" y="286"/>
                    </a:lnTo>
                    <a:lnTo>
                      <a:pt x="106" y="290"/>
                    </a:lnTo>
                    <a:lnTo>
                      <a:pt x="106" y="286"/>
                    </a:lnTo>
                    <a:lnTo>
                      <a:pt x="106" y="284"/>
                    </a:lnTo>
                    <a:lnTo>
                      <a:pt x="106" y="284"/>
                    </a:lnTo>
                    <a:lnTo>
                      <a:pt x="106" y="284"/>
                    </a:lnTo>
                    <a:close/>
                    <a:moveTo>
                      <a:pt x="98" y="290"/>
                    </a:moveTo>
                    <a:lnTo>
                      <a:pt x="102" y="290"/>
                    </a:lnTo>
                    <a:lnTo>
                      <a:pt x="102" y="294"/>
                    </a:lnTo>
                    <a:lnTo>
                      <a:pt x="98" y="294"/>
                    </a:lnTo>
                    <a:lnTo>
                      <a:pt x="98" y="290"/>
                    </a:lnTo>
                    <a:lnTo>
                      <a:pt x="98" y="290"/>
                    </a:lnTo>
                    <a:lnTo>
                      <a:pt x="98" y="290"/>
                    </a:lnTo>
                    <a:close/>
                    <a:moveTo>
                      <a:pt x="86" y="324"/>
                    </a:moveTo>
                    <a:lnTo>
                      <a:pt x="86" y="328"/>
                    </a:lnTo>
                    <a:lnTo>
                      <a:pt x="84" y="328"/>
                    </a:lnTo>
                    <a:lnTo>
                      <a:pt x="84" y="332"/>
                    </a:lnTo>
                    <a:lnTo>
                      <a:pt x="80" y="328"/>
                    </a:lnTo>
                    <a:lnTo>
                      <a:pt x="84" y="328"/>
                    </a:lnTo>
                    <a:lnTo>
                      <a:pt x="86" y="324"/>
                    </a:lnTo>
                    <a:lnTo>
                      <a:pt x="86" y="324"/>
                    </a:lnTo>
                    <a:lnTo>
                      <a:pt x="86" y="324"/>
                    </a:lnTo>
                    <a:close/>
                    <a:moveTo>
                      <a:pt x="76" y="336"/>
                    </a:moveTo>
                    <a:lnTo>
                      <a:pt x="80" y="340"/>
                    </a:lnTo>
                    <a:lnTo>
                      <a:pt x="76" y="340"/>
                    </a:lnTo>
                    <a:lnTo>
                      <a:pt x="76" y="336"/>
                    </a:lnTo>
                    <a:lnTo>
                      <a:pt x="76" y="336"/>
                    </a:lnTo>
                    <a:lnTo>
                      <a:pt x="76" y="336"/>
                    </a:lnTo>
                    <a:close/>
                    <a:moveTo>
                      <a:pt x="68" y="354"/>
                    </a:moveTo>
                    <a:lnTo>
                      <a:pt x="68" y="358"/>
                    </a:lnTo>
                    <a:lnTo>
                      <a:pt x="64" y="362"/>
                    </a:lnTo>
                    <a:lnTo>
                      <a:pt x="60" y="362"/>
                    </a:lnTo>
                    <a:lnTo>
                      <a:pt x="60" y="366"/>
                    </a:lnTo>
                    <a:lnTo>
                      <a:pt x="60" y="370"/>
                    </a:lnTo>
                    <a:lnTo>
                      <a:pt x="56" y="370"/>
                    </a:lnTo>
                    <a:lnTo>
                      <a:pt x="56" y="366"/>
                    </a:lnTo>
                    <a:lnTo>
                      <a:pt x="60" y="366"/>
                    </a:lnTo>
                    <a:lnTo>
                      <a:pt x="60" y="362"/>
                    </a:lnTo>
                    <a:lnTo>
                      <a:pt x="64" y="362"/>
                    </a:lnTo>
                    <a:lnTo>
                      <a:pt x="64" y="358"/>
                    </a:lnTo>
                    <a:lnTo>
                      <a:pt x="60" y="358"/>
                    </a:lnTo>
                    <a:lnTo>
                      <a:pt x="64" y="358"/>
                    </a:lnTo>
                    <a:lnTo>
                      <a:pt x="68" y="354"/>
                    </a:lnTo>
                    <a:lnTo>
                      <a:pt x="68" y="354"/>
                    </a:lnTo>
                    <a:lnTo>
                      <a:pt x="68" y="354"/>
                    </a:lnTo>
                    <a:close/>
                    <a:moveTo>
                      <a:pt x="24" y="392"/>
                    </a:moveTo>
                    <a:lnTo>
                      <a:pt x="28" y="392"/>
                    </a:lnTo>
                    <a:lnTo>
                      <a:pt x="24" y="392"/>
                    </a:lnTo>
                    <a:lnTo>
                      <a:pt x="24" y="392"/>
                    </a:lnTo>
                    <a:lnTo>
                      <a:pt x="24" y="392"/>
                    </a:lnTo>
                    <a:close/>
                    <a:moveTo>
                      <a:pt x="8" y="398"/>
                    </a:moveTo>
                    <a:lnTo>
                      <a:pt x="12" y="398"/>
                    </a:lnTo>
                    <a:lnTo>
                      <a:pt x="12" y="396"/>
                    </a:lnTo>
                    <a:lnTo>
                      <a:pt x="12" y="398"/>
                    </a:lnTo>
                    <a:lnTo>
                      <a:pt x="8" y="398"/>
                    </a:lnTo>
                    <a:lnTo>
                      <a:pt x="8" y="398"/>
                    </a:lnTo>
                    <a:lnTo>
                      <a:pt x="8" y="398"/>
                    </a:lnTo>
                    <a:close/>
                    <a:moveTo>
                      <a:pt x="4" y="398"/>
                    </a:moveTo>
                    <a:lnTo>
                      <a:pt x="4" y="402"/>
                    </a:lnTo>
                    <a:lnTo>
                      <a:pt x="0" y="402"/>
                    </a:lnTo>
                    <a:lnTo>
                      <a:pt x="0" y="398"/>
                    </a:lnTo>
                    <a:lnTo>
                      <a:pt x="4" y="398"/>
                    </a:lnTo>
                    <a:lnTo>
                      <a:pt x="4" y="398"/>
                    </a:lnTo>
                    <a:lnTo>
                      <a:pt x="4" y="3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39" name="Freeform 33"/>
              <p:cNvSpPr>
                <a:spLocks/>
              </p:cNvSpPr>
              <p:nvPr/>
            </p:nvSpPr>
            <p:spPr bwMode="gray">
              <a:xfrm>
                <a:off x="5662630" y="3497010"/>
                <a:ext cx="100877" cy="139141"/>
              </a:xfrm>
              <a:custGeom>
                <a:avLst/>
                <a:gdLst>
                  <a:gd name="T0" fmla="*/ 6 w 58"/>
                  <a:gd name="T1" fmla="*/ 34 h 80"/>
                  <a:gd name="T2" fmla="*/ 6 w 58"/>
                  <a:gd name="T3" fmla="*/ 34 h 80"/>
                  <a:gd name="T4" fmla="*/ 6 w 58"/>
                  <a:gd name="T5" fmla="*/ 30 h 80"/>
                  <a:gd name="T6" fmla="*/ 6 w 58"/>
                  <a:gd name="T7" fmla="*/ 30 h 80"/>
                  <a:gd name="T8" fmla="*/ 6 w 58"/>
                  <a:gd name="T9" fmla="*/ 26 h 80"/>
                  <a:gd name="T10" fmla="*/ 6 w 58"/>
                  <a:gd name="T11" fmla="*/ 26 h 80"/>
                  <a:gd name="T12" fmla="*/ 6 w 58"/>
                  <a:gd name="T13" fmla="*/ 24 h 80"/>
                  <a:gd name="T14" fmla="*/ 6 w 58"/>
                  <a:gd name="T15" fmla="*/ 20 h 80"/>
                  <a:gd name="T16" fmla="*/ 6 w 58"/>
                  <a:gd name="T17" fmla="*/ 16 h 80"/>
                  <a:gd name="T18" fmla="*/ 6 w 58"/>
                  <a:gd name="T19" fmla="*/ 16 h 80"/>
                  <a:gd name="T20" fmla="*/ 6 w 58"/>
                  <a:gd name="T21" fmla="*/ 12 h 80"/>
                  <a:gd name="T22" fmla="*/ 10 w 58"/>
                  <a:gd name="T23" fmla="*/ 12 h 80"/>
                  <a:gd name="T24" fmla="*/ 14 w 58"/>
                  <a:gd name="T25" fmla="*/ 16 h 80"/>
                  <a:gd name="T26" fmla="*/ 14 w 58"/>
                  <a:gd name="T27" fmla="*/ 16 h 80"/>
                  <a:gd name="T28" fmla="*/ 14 w 58"/>
                  <a:gd name="T29" fmla="*/ 16 h 80"/>
                  <a:gd name="T30" fmla="*/ 18 w 58"/>
                  <a:gd name="T31" fmla="*/ 20 h 80"/>
                  <a:gd name="T32" fmla="*/ 18 w 58"/>
                  <a:gd name="T33" fmla="*/ 20 h 80"/>
                  <a:gd name="T34" fmla="*/ 22 w 58"/>
                  <a:gd name="T35" fmla="*/ 20 h 80"/>
                  <a:gd name="T36" fmla="*/ 22 w 58"/>
                  <a:gd name="T37" fmla="*/ 20 h 80"/>
                  <a:gd name="T38" fmla="*/ 26 w 58"/>
                  <a:gd name="T39" fmla="*/ 20 h 80"/>
                  <a:gd name="T40" fmla="*/ 32 w 58"/>
                  <a:gd name="T41" fmla="*/ 16 h 80"/>
                  <a:gd name="T42" fmla="*/ 32 w 58"/>
                  <a:gd name="T43" fmla="*/ 16 h 80"/>
                  <a:gd name="T44" fmla="*/ 40 w 58"/>
                  <a:gd name="T45" fmla="*/ 8 h 80"/>
                  <a:gd name="T46" fmla="*/ 48 w 58"/>
                  <a:gd name="T47" fmla="*/ 4 h 80"/>
                  <a:gd name="T48" fmla="*/ 52 w 58"/>
                  <a:gd name="T49" fmla="*/ 0 h 80"/>
                  <a:gd name="T50" fmla="*/ 54 w 58"/>
                  <a:gd name="T51" fmla="*/ 20 h 80"/>
                  <a:gd name="T52" fmla="*/ 58 w 58"/>
                  <a:gd name="T53" fmla="*/ 20 h 80"/>
                  <a:gd name="T54" fmla="*/ 58 w 58"/>
                  <a:gd name="T55" fmla="*/ 24 h 80"/>
                  <a:gd name="T56" fmla="*/ 54 w 58"/>
                  <a:gd name="T57" fmla="*/ 26 h 80"/>
                  <a:gd name="T58" fmla="*/ 40 w 58"/>
                  <a:gd name="T59" fmla="*/ 30 h 80"/>
                  <a:gd name="T60" fmla="*/ 36 w 58"/>
                  <a:gd name="T61" fmla="*/ 34 h 80"/>
                  <a:gd name="T62" fmla="*/ 28 w 58"/>
                  <a:gd name="T63" fmla="*/ 34 h 80"/>
                  <a:gd name="T64" fmla="*/ 32 w 58"/>
                  <a:gd name="T65" fmla="*/ 42 h 80"/>
                  <a:gd name="T66" fmla="*/ 36 w 58"/>
                  <a:gd name="T67" fmla="*/ 46 h 80"/>
                  <a:gd name="T68" fmla="*/ 36 w 58"/>
                  <a:gd name="T69" fmla="*/ 56 h 80"/>
                  <a:gd name="T70" fmla="*/ 32 w 58"/>
                  <a:gd name="T71" fmla="*/ 64 h 80"/>
                  <a:gd name="T72" fmla="*/ 22 w 58"/>
                  <a:gd name="T73" fmla="*/ 68 h 80"/>
                  <a:gd name="T74" fmla="*/ 18 w 58"/>
                  <a:gd name="T75" fmla="*/ 76 h 80"/>
                  <a:gd name="T76" fmla="*/ 6 w 58"/>
                  <a:gd name="T77" fmla="*/ 76 h 80"/>
                  <a:gd name="T78" fmla="*/ 0 w 58"/>
                  <a:gd name="T79" fmla="*/ 76 h 80"/>
                  <a:gd name="T80" fmla="*/ 0 w 58"/>
                  <a:gd name="T81" fmla="*/ 76 h 80"/>
                  <a:gd name="T82" fmla="*/ 0 w 58"/>
                  <a:gd name="T83" fmla="*/ 72 h 80"/>
                  <a:gd name="T84" fmla="*/ 0 w 58"/>
                  <a:gd name="T85" fmla="*/ 72 h 80"/>
                  <a:gd name="T86" fmla="*/ 0 w 58"/>
                  <a:gd name="T87" fmla="*/ 72 h 80"/>
                  <a:gd name="T88" fmla="*/ 0 w 58"/>
                  <a:gd name="T89" fmla="*/ 64 h 80"/>
                  <a:gd name="T90" fmla="*/ 0 w 58"/>
                  <a:gd name="T91" fmla="*/ 64 h 80"/>
                  <a:gd name="T92" fmla="*/ 0 w 58"/>
                  <a:gd name="T93" fmla="*/ 64 h 80"/>
                  <a:gd name="T94" fmla="*/ 0 w 58"/>
                  <a:gd name="T95" fmla="*/ 60 h 80"/>
                  <a:gd name="T96" fmla="*/ 0 w 58"/>
                  <a:gd name="T97" fmla="*/ 56 h 80"/>
                  <a:gd name="T98" fmla="*/ 0 w 58"/>
                  <a:gd name="T99" fmla="*/ 56 h 80"/>
                  <a:gd name="T100" fmla="*/ 2 w 58"/>
                  <a:gd name="T101" fmla="*/ 54 h 80"/>
                  <a:gd name="T102" fmla="*/ 2 w 58"/>
                  <a:gd name="T103" fmla="*/ 50 h 80"/>
                  <a:gd name="T104" fmla="*/ 2 w 58"/>
                  <a:gd name="T105" fmla="*/ 46 h 80"/>
                  <a:gd name="T106" fmla="*/ 2 w 58"/>
                  <a:gd name="T107" fmla="*/ 46 h 80"/>
                  <a:gd name="T108" fmla="*/ 6 w 58"/>
                  <a:gd name="T109" fmla="*/ 42 h 80"/>
                  <a:gd name="T110" fmla="*/ 6 w 58"/>
                  <a:gd name="T111" fmla="*/ 42 h 80"/>
                  <a:gd name="T112" fmla="*/ 2 w 58"/>
                  <a:gd name="T113" fmla="*/ 42 h 80"/>
                  <a:gd name="T114" fmla="*/ 6 w 58"/>
                  <a:gd name="T115" fmla="*/ 38 h 80"/>
                  <a:gd name="T116" fmla="*/ 6 w 58"/>
                  <a:gd name="T117" fmla="*/ 38 h 80"/>
                  <a:gd name="T118" fmla="*/ 6 w 58"/>
                  <a:gd name="T119" fmla="*/ 3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8" h="80">
                    <a:moveTo>
                      <a:pt x="6" y="34"/>
                    </a:moveTo>
                    <a:lnTo>
                      <a:pt x="6" y="34"/>
                    </a:lnTo>
                    <a:lnTo>
                      <a:pt x="6" y="34"/>
                    </a:lnTo>
                    <a:lnTo>
                      <a:pt x="6" y="34"/>
                    </a:lnTo>
                    <a:lnTo>
                      <a:pt x="6" y="34"/>
                    </a:lnTo>
                    <a:lnTo>
                      <a:pt x="6" y="30"/>
                    </a:lnTo>
                    <a:lnTo>
                      <a:pt x="6" y="30"/>
                    </a:lnTo>
                    <a:lnTo>
                      <a:pt x="6" y="30"/>
                    </a:lnTo>
                    <a:lnTo>
                      <a:pt x="6" y="30"/>
                    </a:lnTo>
                    <a:lnTo>
                      <a:pt x="6" y="26"/>
                    </a:lnTo>
                    <a:lnTo>
                      <a:pt x="6" y="26"/>
                    </a:lnTo>
                    <a:lnTo>
                      <a:pt x="6" y="26"/>
                    </a:lnTo>
                    <a:lnTo>
                      <a:pt x="6" y="24"/>
                    </a:lnTo>
                    <a:lnTo>
                      <a:pt x="6" y="24"/>
                    </a:lnTo>
                    <a:lnTo>
                      <a:pt x="6" y="20"/>
                    </a:lnTo>
                    <a:lnTo>
                      <a:pt x="6" y="20"/>
                    </a:lnTo>
                    <a:lnTo>
                      <a:pt x="6" y="20"/>
                    </a:lnTo>
                    <a:lnTo>
                      <a:pt x="6" y="16"/>
                    </a:lnTo>
                    <a:lnTo>
                      <a:pt x="6" y="16"/>
                    </a:lnTo>
                    <a:lnTo>
                      <a:pt x="6" y="16"/>
                    </a:lnTo>
                    <a:lnTo>
                      <a:pt x="6" y="16"/>
                    </a:lnTo>
                    <a:lnTo>
                      <a:pt x="6" y="12"/>
                    </a:lnTo>
                    <a:lnTo>
                      <a:pt x="10" y="12"/>
                    </a:lnTo>
                    <a:lnTo>
                      <a:pt x="10" y="12"/>
                    </a:lnTo>
                    <a:lnTo>
                      <a:pt x="10" y="12"/>
                    </a:lnTo>
                    <a:lnTo>
                      <a:pt x="14" y="16"/>
                    </a:lnTo>
                    <a:lnTo>
                      <a:pt x="14" y="16"/>
                    </a:lnTo>
                    <a:lnTo>
                      <a:pt x="14" y="16"/>
                    </a:lnTo>
                    <a:lnTo>
                      <a:pt x="14" y="16"/>
                    </a:lnTo>
                    <a:lnTo>
                      <a:pt x="14" y="16"/>
                    </a:lnTo>
                    <a:lnTo>
                      <a:pt x="14" y="16"/>
                    </a:lnTo>
                    <a:lnTo>
                      <a:pt x="18" y="20"/>
                    </a:lnTo>
                    <a:lnTo>
                      <a:pt x="18" y="20"/>
                    </a:lnTo>
                    <a:lnTo>
                      <a:pt x="18" y="20"/>
                    </a:lnTo>
                    <a:lnTo>
                      <a:pt x="18" y="20"/>
                    </a:lnTo>
                    <a:lnTo>
                      <a:pt x="22" y="20"/>
                    </a:lnTo>
                    <a:lnTo>
                      <a:pt x="22" y="20"/>
                    </a:lnTo>
                    <a:lnTo>
                      <a:pt x="22" y="20"/>
                    </a:lnTo>
                    <a:lnTo>
                      <a:pt x="26" y="20"/>
                    </a:lnTo>
                    <a:lnTo>
                      <a:pt x="26" y="20"/>
                    </a:lnTo>
                    <a:lnTo>
                      <a:pt x="28" y="16"/>
                    </a:lnTo>
                    <a:lnTo>
                      <a:pt x="32" y="16"/>
                    </a:lnTo>
                    <a:lnTo>
                      <a:pt x="32" y="16"/>
                    </a:lnTo>
                    <a:lnTo>
                      <a:pt x="32" y="16"/>
                    </a:lnTo>
                    <a:lnTo>
                      <a:pt x="36" y="12"/>
                    </a:lnTo>
                    <a:lnTo>
                      <a:pt x="40" y="8"/>
                    </a:lnTo>
                    <a:lnTo>
                      <a:pt x="44" y="4"/>
                    </a:lnTo>
                    <a:lnTo>
                      <a:pt x="48" y="4"/>
                    </a:lnTo>
                    <a:lnTo>
                      <a:pt x="52" y="0"/>
                    </a:lnTo>
                    <a:lnTo>
                      <a:pt x="52" y="0"/>
                    </a:lnTo>
                    <a:lnTo>
                      <a:pt x="54" y="16"/>
                    </a:lnTo>
                    <a:lnTo>
                      <a:pt x="54" y="20"/>
                    </a:lnTo>
                    <a:lnTo>
                      <a:pt x="54" y="20"/>
                    </a:lnTo>
                    <a:lnTo>
                      <a:pt x="58" y="20"/>
                    </a:lnTo>
                    <a:lnTo>
                      <a:pt x="58" y="24"/>
                    </a:lnTo>
                    <a:lnTo>
                      <a:pt x="58" y="24"/>
                    </a:lnTo>
                    <a:lnTo>
                      <a:pt x="54" y="26"/>
                    </a:lnTo>
                    <a:lnTo>
                      <a:pt x="54" y="26"/>
                    </a:lnTo>
                    <a:lnTo>
                      <a:pt x="48" y="30"/>
                    </a:lnTo>
                    <a:lnTo>
                      <a:pt x="40" y="30"/>
                    </a:lnTo>
                    <a:lnTo>
                      <a:pt x="40" y="30"/>
                    </a:lnTo>
                    <a:lnTo>
                      <a:pt x="36" y="34"/>
                    </a:lnTo>
                    <a:lnTo>
                      <a:pt x="32" y="34"/>
                    </a:lnTo>
                    <a:lnTo>
                      <a:pt x="28" y="34"/>
                    </a:lnTo>
                    <a:lnTo>
                      <a:pt x="26" y="34"/>
                    </a:lnTo>
                    <a:lnTo>
                      <a:pt x="32" y="42"/>
                    </a:lnTo>
                    <a:lnTo>
                      <a:pt x="32" y="46"/>
                    </a:lnTo>
                    <a:lnTo>
                      <a:pt x="36" y="46"/>
                    </a:lnTo>
                    <a:lnTo>
                      <a:pt x="40" y="54"/>
                    </a:lnTo>
                    <a:lnTo>
                      <a:pt x="36" y="56"/>
                    </a:lnTo>
                    <a:lnTo>
                      <a:pt x="32" y="64"/>
                    </a:lnTo>
                    <a:lnTo>
                      <a:pt x="32" y="64"/>
                    </a:lnTo>
                    <a:lnTo>
                      <a:pt x="28" y="64"/>
                    </a:lnTo>
                    <a:lnTo>
                      <a:pt x="22" y="68"/>
                    </a:lnTo>
                    <a:lnTo>
                      <a:pt x="22" y="72"/>
                    </a:lnTo>
                    <a:lnTo>
                      <a:pt x="18" y="76"/>
                    </a:lnTo>
                    <a:lnTo>
                      <a:pt x="14" y="80"/>
                    </a:lnTo>
                    <a:lnTo>
                      <a:pt x="6" y="76"/>
                    </a:lnTo>
                    <a:lnTo>
                      <a:pt x="2" y="76"/>
                    </a:lnTo>
                    <a:lnTo>
                      <a:pt x="0" y="76"/>
                    </a:lnTo>
                    <a:lnTo>
                      <a:pt x="0" y="76"/>
                    </a:lnTo>
                    <a:lnTo>
                      <a:pt x="0" y="76"/>
                    </a:lnTo>
                    <a:lnTo>
                      <a:pt x="0" y="72"/>
                    </a:lnTo>
                    <a:lnTo>
                      <a:pt x="0" y="72"/>
                    </a:lnTo>
                    <a:lnTo>
                      <a:pt x="0" y="72"/>
                    </a:lnTo>
                    <a:lnTo>
                      <a:pt x="0" y="72"/>
                    </a:lnTo>
                    <a:lnTo>
                      <a:pt x="0" y="72"/>
                    </a:lnTo>
                    <a:lnTo>
                      <a:pt x="0" y="72"/>
                    </a:lnTo>
                    <a:lnTo>
                      <a:pt x="0" y="64"/>
                    </a:lnTo>
                    <a:lnTo>
                      <a:pt x="0" y="64"/>
                    </a:lnTo>
                    <a:lnTo>
                      <a:pt x="0" y="64"/>
                    </a:lnTo>
                    <a:lnTo>
                      <a:pt x="0" y="64"/>
                    </a:lnTo>
                    <a:lnTo>
                      <a:pt x="0" y="64"/>
                    </a:lnTo>
                    <a:lnTo>
                      <a:pt x="0" y="64"/>
                    </a:lnTo>
                    <a:lnTo>
                      <a:pt x="0" y="60"/>
                    </a:lnTo>
                    <a:lnTo>
                      <a:pt x="0" y="60"/>
                    </a:lnTo>
                    <a:lnTo>
                      <a:pt x="0" y="60"/>
                    </a:lnTo>
                    <a:lnTo>
                      <a:pt x="0" y="56"/>
                    </a:lnTo>
                    <a:lnTo>
                      <a:pt x="0" y="56"/>
                    </a:lnTo>
                    <a:lnTo>
                      <a:pt x="0" y="56"/>
                    </a:lnTo>
                    <a:lnTo>
                      <a:pt x="2" y="54"/>
                    </a:lnTo>
                    <a:lnTo>
                      <a:pt x="2" y="54"/>
                    </a:lnTo>
                    <a:lnTo>
                      <a:pt x="2" y="50"/>
                    </a:lnTo>
                    <a:lnTo>
                      <a:pt x="2" y="50"/>
                    </a:lnTo>
                    <a:lnTo>
                      <a:pt x="2" y="50"/>
                    </a:lnTo>
                    <a:lnTo>
                      <a:pt x="2" y="46"/>
                    </a:lnTo>
                    <a:lnTo>
                      <a:pt x="2" y="46"/>
                    </a:lnTo>
                    <a:lnTo>
                      <a:pt x="2" y="46"/>
                    </a:lnTo>
                    <a:lnTo>
                      <a:pt x="2" y="46"/>
                    </a:lnTo>
                    <a:lnTo>
                      <a:pt x="6" y="42"/>
                    </a:lnTo>
                    <a:lnTo>
                      <a:pt x="6" y="42"/>
                    </a:lnTo>
                    <a:lnTo>
                      <a:pt x="6" y="42"/>
                    </a:lnTo>
                    <a:lnTo>
                      <a:pt x="2" y="42"/>
                    </a:lnTo>
                    <a:lnTo>
                      <a:pt x="2" y="42"/>
                    </a:lnTo>
                    <a:lnTo>
                      <a:pt x="6" y="38"/>
                    </a:lnTo>
                    <a:lnTo>
                      <a:pt x="6" y="38"/>
                    </a:lnTo>
                    <a:lnTo>
                      <a:pt x="6" y="38"/>
                    </a:lnTo>
                    <a:lnTo>
                      <a:pt x="6" y="38"/>
                    </a:lnTo>
                    <a:lnTo>
                      <a:pt x="6" y="34"/>
                    </a:lnTo>
                    <a:lnTo>
                      <a:pt x="6" y="34"/>
                    </a:lnTo>
                    <a:lnTo>
                      <a:pt x="6"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0" name="Freeform 34"/>
              <p:cNvSpPr>
                <a:spLocks/>
              </p:cNvSpPr>
              <p:nvPr/>
            </p:nvSpPr>
            <p:spPr bwMode="gray">
              <a:xfrm>
                <a:off x="5940912" y="2731737"/>
                <a:ext cx="1005295" cy="525256"/>
              </a:xfrm>
              <a:custGeom>
                <a:avLst/>
                <a:gdLst>
                  <a:gd name="T0" fmla="*/ 388 w 578"/>
                  <a:gd name="T1" fmla="*/ 254 h 302"/>
                  <a:gd name="T2" fmla="*/ 372 w 578"/>
                  <a:gd name="T3" fmla="*/ 262 h 302"/>
                  <a:gd name="T4" fmla="*/ 342 w 578"/>
                  <a:gd name="T5" fmla="*/ 272 h 302"/>
                  <a:gd name="T6" fmla="*/ 316 w 578"/>
                  <a:gd name="T7" fmla="*/ 294 h 302"/>
                  <a:gd name="T8" fmla="*/ 306 w 578"/>
                  <a:gd name="T9" fmla="*/ 292 h 302"/>
                  <a:gd name="T10" fmla="*/ 278 w 578"/>
                  <a:gd name="T11" fmla="*/ 272 h 302"/>
                  <a:gd name="T12" fmla="*/ 264 w 578"/>
                  <a:gd name="T13" fmla="*/ 248 h 302"/>
                  <a:gd name="T14" fmla="*/ 220 w 578"/>
                  <a:gd name="T15" fmla="*/ 248 h 302"/>
                  <a:gd name="T16" fmla="*/ 156 w 578"/>
                  <a:gd name="T17" fmla="*/ 210 h 302"/>
                  <a:gd name="T18" fmla="*/ 136 w 578"/>
                  <a:gd name="T19" fmla="*/ 254 h 302"/>
                  <a:gd name="T20" fmla="*/ 134 w 578"/>
                  <a:gd name="T21" fmla="*/ 292 h 302"/>
                  <a:gd name="T22" fmla="*/ 110 w 578"/>
                  <a:gd name="T23" fmla="*/ 268 h 302"/>
                  <a:gd name="T24" fmla="*/ 76 w 578"/>
                  <a:gd name="T25" fmla="*/ 288 h 302"/>
                  <a:gd name="T26" fmla="*/ 44 w 578"/>
                  <a:gd name="T27" fmla="*/ 258 h 302"/>
                  <a:gd name="T28" fmla="*/ 36 w 578"/>
                  <a:gd name="T29" fmla="*/ 214 h 302"/>
                  <a:gd name="T30" fmla="*/ 36 w 578"/>
                  <a:gd name="T31" fmla="*/ 188 h 302"/>
                  <a:gd name="T32" fmla="*/ 30 w 578"/>
                  <a:gd name="T33" fmla="*/ 168 h 302"/>
                  <a:gd name="T34" fmla="*/ 6 w 578"/>
                  <a:gd name="T35" fmla="*/ 150 h 302"/>
                  <a:gd name="T36" fmla="*/ 6 w 578"/>
                  <a:gd name="T37" fmla="*/ 128 h 302"/>
                  <a:gd name="T38" fmla="*/ 18 w 578"/>
                  <a:gd name="T39" fmla="*/ 110 h 302"/>
                  <a:gd name="T40" fmla="*/ 34 w 578"/>
                  <a:gd name="T41" fmla="*/ 112 h 302"/>
                  <a:gd name="T42" fmla="*/ 44 w 578"/>
                  <a:gd name="T43" fmla="*/ 90 h 302"/>
                  <a:gd name="T44" fmla="*/ 62 w 578"/>
                  <a:gd name="T45" fmla="*/ 84 h 302"/>
                  <a:gd name="T46" fmla="*/ 76 w 578"/>
                  <a:gd name="T47" fmla="*/ 80 h 302"/>
                  <a:gd name="T48" fmla="*/ 100 w 578"/>
                  <a:gd name="T49" fmla="*/ 84 h 302"/>
                  <a:gd name="T50" fmla="*/ 114 w 578"/>
                  <a:gd name="T51" fmla="*/ 102 h 302"/>
                  <a:gd name="T52" fmla="*/ 130 w 578"/>
                  <a:gd name="T53" fmla="*/ 106 h 302"/>
                  <a:gd name="T54" fmla="*/ 160 w 578"/>
                  <a:gd name="T55" fmla="*/ 98 h 302"/>
                  <a:gd name="T56" fmla="*/ 178 w 578"/>
                  <a:gd name="T57" fmla="*/ 102 h 302"/>
                  <a:gd name="T58" fmla="*/ 204 w 578"/>
                  <a:gd name="T59" fmla="*/ 102 h 302"/>
                  <a:gd name="T60" fmla="*/ 204 w 578"/>
                  <a:gd name="T61" fmla="*/ 84 h 302"/>
                  <a:gd name="T62" fmla="*/ 204 w 578"/>
                  <a:gd name="T63" fmla="*/ 68 h 302"/>
                  <a:gd name="T64" fmla="*/ 216 w 578"/>
                  <a:gd name="T65" fmla="*/ 54 h 302"/>
                  <a:gd name="T66" fmla="*/ 208 w 578"/>
                  <a:gd name="T67" fmla="*/ 46 h 302"/>
                  <a:gd name="T68" fmla="*/ 208 w 578"/>
                  <a:gd name="T69" fmla="*/ 38 h 302"/>
                  <a:gd name="T70" fmla="*/ 226 w 578"/>
                  <a:gd name="T71" fmla="*/ 30 h 302"/>
                  <a:gd name="T72" fmla="*/ 256 w 578"/>
                  <a:gd name="T73" fmla="*/ 24 h 302"/>
                  <a:gd name="T74" fmla="*/ 276 w 578"/>
                  <a:gd name="T75" fmla="*/ 20 h 302"/>
                  <a:gd name="T76" fmla="*/ 306 w 578"/>
                  <a:gd name="T77" fmla="*/ 8 h 302"/>
                  <a:gd name="T78" fmla="*/ 332 w 578"/>
                  <a:gd name="T79" fmla="*/ 4 h 302"/>
                  <a:gd name="T80" fmla="*/ 354 w 578"/>
                  <a:gd name="T81" fmla="*/ 16 h 302"/>
                  <a:gd name="T82" fmla="*/ 366 w 578"/>
                  <a:gd name="T83" fmla="*/ 28 h 302"/>
                  <a:gd name="T84" fmla="*/ 368 w 578"/>
                  <a:gd name="T85" fmla="*/ 30 h 302"/>
                  <a:gd name="T86" fmla="*/ 380 w 578"/>
                  <a:gd name="T87" fmla="*/ 34 h 302"/>
                  <a:gd name="T88" fmla="*/ 398 w 578"/>
                  <a:gd name="T89" fmla="*/ 38 h 302"/>
                  <a:gd name="T90" fmla="*/ 420 w 578"/>
                  <a:gd name="T91" fmla="*/ 24 h 302"/>
                  <a:gd name="T92" fmla="*/ 436 w 578"/>
                  <a:gd name="T93" fmla="*/ 38 h 302"/>
                  <a:gd name="T94" fmla="*/ 462 w 578"/>
                  <a:gd name="T95" fmla="*/ 68 h 302"/>
                  <a:gd name="T96" fmla="*/ 480 w 578"/>
                  <a:gd name="T97" fmla="*/ 90 h 302"/>
                  <a:gd name="T98" fmla="*/ 498 w 578"/>
                  <a:gd name="T99" fmla="*/ 98 h 302"/>
                  <a:gd name="T100" fmla="*/ 524 w 578"/>
                  <a:gd name="T101" fmla="*/ 94 h 302"/>
                  <a:gd name="T102" fmla="*/ 548 w 578"/>
                  <a:gd name="T103" fmla="*/ 116 h 302"/>
                  <a:gd name="T104" fmla="*/ 566 w 578"/>
                  <a:gd name="T105" fmla="*/ 124 h 302"/>
                  <a:gd name="T106" fmla="*/ 570 w 578"/>
                  <a:gd name="T107" fmla="*/ 136 h 302"/>
                  <a:gd name="T108" fmla="*/ 554 w 578"/>
                  <a:gd name="T109" fmla="*/ 158 h 302"/>
                  <a:gd name="T110" fmla="*/ 540 w 578"/>
                  <a:gd name="T111" fmla="*/ 176 h 302"/>
                  <a:gd name="T112" fmla="*/ 514 w 578"/>
                  <a:gd name="T113" fmla="*/ 188 h 302"/>
                  <a:gd name="T114" fmla="*/ 514 w 578"/>
                  <a:gd name="T115" fmla="*/ 214 h 302"/>
                  <a:gd name="T116" fmla="*/ 484 w 578"/>
                  <a:gd name="T117" fmla="*/ 214 h 302"/>
                  <a:gd name="T118" fmla="*/ 480 w 578"/>
                  <a:gd name="T119" fmla="*/ 232 h 302"/>
                  <a:gd name="T120" fmla="*/ 484 w 578"/>
                  <a:gd name="T121" fmla="*/ 258 h 302"/>
                  <a:gd name="T122" fmla="*/ 466 w 578"/>
                  <a:gd name="T123" fmla="*/ 268 h 302"/>
                  <a:gd name="T124" fmla="*/ 436 w 578"/>
                  <a:gd name="T125" fmla="*/ 258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78" h="302">
                    <a:moveTo>
                      <a:pt x="416" y="258"/>
                    </a:moveTo>
                    <a:lnTo>
                      <a:pt x="412" y="262"/>
                    </a:lnTo>
                    <a:lnTo>
                      <a:pt x="408" y="262"/>
                    </a:lnTo>
                    <a:lnTo>
                      <a:pt x="408" y="258"/>
                    </a:lnTo>
                    <a:lnTo>
                      <a:pt x="406" y="258"/>
                    </a:lnTo>
                    <a:lnTo>
                      <a:pt x="402" y="258"/>
                    </a:lnTo>
                    <a:lnTo>
                      <a:pt x="398" y="254"/>
                    </a:lnTo>
                    <a:lnTo>
                      <a:pt x="394" y="254"/>
                    </a:lnTo>
                    <a:lnTo>
                      <a:pt x="392" y="254"/>
                    </a:lnTo>
                    <a:lnTo>
                      <a:pt x="388" y="254"/>
                    </a:lnTo>
                    <a:lnTo>
                      <a:pt x="384" y="254"/>
                    </a:lnTo>
                    <a:lnTo>
                      <a:pt x="384" y="258"/>
                    </a:lnTo>
                    <a:lnTo>
                      <a:pt x="384" y="262"/>
                    </a:lnTo>
                    <a:lnTo>
                      <a:pt x="384" y="266"/>
                    </a:lnTo>
                    <a:lnTo>
                      <a:pt x="384" y="268"/>
                    </a:lnTo>
                    <a:lnTo>
                      <a:pt x="380" y="268"/>
                    </a:lnTo>
                    <a:lnTo>
                      <a:pt x="380" y="266"/>
                    </a:lnTo>
                    <a:lnTo>
                      <a:pt x="376" y="266"/>
                    </a:lnTo>
                    <a:lnTo>
                      <a:pt x="372" y="266"/>
                    </a:lnTo>
                    <a:lnTo>
                      <a:pt x="372" y="262"/>
                    </a:lnTo>
                    <a:lnTo>
                      <a:pt x="368" y="262"/>
                    </a:lnTo>
                    <a:lnTo>
                      <a:pt x="366" y="262"/>
                    </a:lnTo>
                    <a:lnTo>
                      <a:pt x="362" y="262"/>
                    </a:lnTo>
                    <a:lnTo>
                      <a:pt x="358" y="262"/>
                    </a:lnTo>
                    <a:lnTo>
                      <a:pt x="354" y="262"/>
                    </a:lnTo>
                    <a:lnTo>
                      <a:pt x="350" y="262"/>
                    </a:lnTo>
                    <a:lnTo>
                      <a:pt x="350" y="266"/>
                    </a:lnTo>
                    <a:lnTo>
                      <a:pt x="346" y="268"/>
                    </a:lnTo>
                    <a:lnTo>
                      <a:pt x="346" y="272"/>
                    </a:lnTo>
                    <a:lnTo>
                      <a:pt x="342" y="272"/>
                    </a:lnTo>
                    <a:lnTo>
                      <a:pt x="342" y="276"/>
                    </a:lnTo>
                    <a:lnTo>
                      <a:pt x="338" y="272"/>
                    </a:lnTo>
                    <a:lnTo>
                      <a:pt x="338" y="276"/>
                    </a:lnTo>
                    <a:lnTo>
                      <a:pt x="336" y="280"/>
                    </a:lnTo>
                    <a:lnTo>
                      <a:pt x="332" y="284"/>
                    </a:lnTo>
                    <a:lnTo>
                      <a:pt x="328" y="284"/>
                    </a:lnTo>
                    <a:lnTo>
                      <a:pt x="324" y="288"/>
                    </a:lnTo>
                    <a:lnTo>
                      <a:pt x="320" y="288"/>
                    </a:lnTo>
                    <a:lnTo>
                      <a:pt x="320" y="292"/>
                    </a:lnTo>
                    <a:lnTo>
                      <a:pt x="316" y="294"/>
                    </a:lnTo>
                    <a:lnTo>
                      <a:pt x="316" y="298"/>
                    </a:lnTo>
                    <a:lnTo>
                      <a:pt x="312" y="298"/>
                    </a:lnTo>
                    <a:lnTo>
                      <a:pt x="312" y="302"/>
                    </a:lnTo>
                    <a:lnTo>
                      <a:pt x="316" y="302"/>
                    </a:lnTo>
                    <a:lnTo>
                      <a:pt x="312" y="302"/>
                    </a:lnTo>
                    <a:lnTo>
                      <a:pt x="308" y="302"/>
                    </a:lnTo>
                    <a:lnTo>
                      <a:pt x="306" y="298"/>
                    </a:lnTo>
                    <a:lnTo>
                      <a:pt x="308" y="294"/>
                    </a:lnTo>
                    <a:lnTo>
                      <a:pt x="306" y="294"/>
                    </a:lnTo>
                    <a:lnTo>
                      <a:pt x="306" y="292"/>
                    </a:lnTo>
                    <a:lnTo>
                      <a:pt x="302" y="292"/>
                    </a:lnTo>
                    <a:lnTo>
                      <a:pt x="298" y="292"/>
                    </a:lnTo>
                    <a:lnTo>
                      <a:pt x="294" y="292"/>
                    </a:lnTo>
                    <a:lnTo>
                      <a:pt x="290" y="292"/>
                    </a:lnTo>
                    <a:lnTo>
                      <a:pt x="286" y="292"/>
                    </a:lnTo>
                    <a:lnTo>
                      <a:pt x="286" y="288"/>
                    </a:lnTo>
                    <a:lnTo>
                      <a:pt x="286" y="280"/>
                    </a:lnTo>
                    <a:lnTo>
                      <a:pt x="282" y="276"/>
                    </a:lnTo>
                    <a:lnTo>
                      <a:pt x="278" y="276"/>
                    </a:lnTo>
                    <a:lnTo>
                      <a:pt x="278" y="272"/>
                    </a:lnTo>
                    <a:lnTo>
                      <a:pt x="278" y="268"/>
                    </a:lnTo>
                    <a:lnTo>
                      <a:pt x="278" y="266"/>
                    </a:lnTo>
                    <a:lnTo>
                      <a:pt x="278" y="262"/>
                    </a:lnTo>
                    <a:lnTo>
                      <a:pt x="278" y="258"/>
                    </a:lnTo>
                    <a:lnTo>
                      <a:pt x="276" y="258"/>
                    </a:lnTo>
                    <a:lnTo>
                      <a:pt x="272" y="254"/>
                    </a:lnTo>
                    <a:lnTo>
                      <a:pt x="272" y="252"/>
                    </a:lnTo>
                    <a:lnTo>
                      <a:pt x="268" y="252"/>
                    </a:lnTo>
                    <a:lnTo>
                      <a:pt x="268" y="248"/>
                    </a:lnTo>
                    <a:lnTo>
                      <a:pt x="264" y="248"/>
                    </a:lnTo>
                    <a:lnTo>
                      <a:pt x="264" y="244"/>
                    </a:lnTo>
                    <a:lnTo>
                      <a:pt x="260" y="244"/>
                    </a:lnTo>
                    <a:lnTo>
                      <a:pt x="256" y="248"/>
                    </a:lnTo>
                    <a:lnTo>
                      <a:pt x="250" y="248"/>
                    </a:lnTo>
                    <a:lnTo>
                      <a:pt x="246" y="248"/>
                    </a:lnTo>
                    <a:lnTo>
                      <a:pt x="242" y="244"/>
                    </a:lnTo>
                    <a:lnTo>
                      <a:pt x="238" y="244"/>
                    </a:lnTo>
                    <a:lnTo>
                      <a:pt x="230" y="248"/>
                    </a:lnTo>
                    <a:lnTo>
                      <a:pt x="226" y="248"/>
                    </a:lnTo>
                    <a:lnTo>
                      <a:pt x="220" y="248"/>
                    </a:lnTo>
                    <a:lnTo>
                      <a:pt x="220" y="244"/>
                    </a:lnTo>
                    <a:lnTo>
                      <a:pt x="216" y="240"/>
                    </a:lnTo>
                    <a:lnTo>
                      <a:pt x="212" y="236"/>
                    </a:lnTo>
                    <a:lnTo>
                      <a:pt x="208" y="232"/>
                    </a:lnTo>
                    <a:lnTo>
                      <a:pt x="186" y="218"/>
                    </a:lnTo>
                    <a:lnTo>
                      <a:pt x="170" y="206"/>
                    </a:lnTo>
                    <a:lnTo>
                      <a:pt x="166" y="206"/>
                    </a:lnTo>
                    <a:lnTo>
                      <a:pt x="164" y="210"/>
                    </a:lnTo>
                    <a:lnTo>
                      <a:pt x="160" y="210"/>
                    </a:lnTo>
                    <a:lnTo>
                      <a:pt x="156" y="210"/>
                    </a:lnTo>
                    <a:lnTo>
                      <a:pt x="152" y="214"/>
                    </a:lnTo>
                    <a:lnTo>
                      <a:pt x="144" y="214"/>
                    </a:lnTo>
                    <a:lnTo>
                      <a:pt x="140" y="218"/>
                    </a:lnTo>
                    <a:lnTo>
                      <a:pt x="136" y="218"/>
                    </a:lnTo>
                    <a:lnTo>
                      <a:pt x="136" y="222"/>
                    </a:lnTo>
                    <a:lnTo>
                      <a:pt x="136" y="228"/>
                    </a:lnTo>
                    <a:lnTo>
                      <a:pt x="136" y="240"/>
                    </a:lnTo>
                    <a:lnTo>
                      <a:pt x="136" y="244"/>
                    </a:lnTo>
                    <a:lnTo>
                      <a:pt x="136" y="252"/>
                    </a:lnTo>
                    <a:lnTo>
                      <a:pt x="136" y="254"/>
                    </a:lnTo>
                    <a:lnTo>
                      <a:pt x="136" y="258"/>
                    </a:lnTo>
                    <a:lnTo>
                      <a:pt x="136" y="262"/>
                    </a:lnTo>
                    <a:lnTo>
                      <a:pt x="136" y="266"/>
                    </a:lnTo>
                    <a:lnTo>
                      <a:pt x="136" y="272"/>
                    </a:lnTo>
                    <a:lnTo>
                      <a:pt x="136" y="280"/>
                    </a:lnTo>
                    <a:lnTo>
                      <a:pt x="136" y="284"/>
                    </a:lnTo>
                    <a:lnTo>
                      <a:pt x="136" y="288"/>
                    </a:lnTo>
                    <a:lnTo>
                      <a:pt x="136" y="292"/>
                    </a:lnTo>
                    <a:lnTo>
                      <a:pt x="134" y="288"/>
                    </a:lnTo>
                    <a:lnTo>
                      <a:pt x="134" y="292"/>
                    </a:lnTo>
                    <a:lnTo>
                      <a:pt x="130" y="292"/>
                    </a:lnTo>
                    <a:lnTo>
                      <a:pt x="126" y="292"/>
                    </a:lnTo>
                    <a:lnTo>
                      <a:pt x="126" y="288"/>
                    </a:lnTo>
                    <a:lnTo>
                      <a:pt x="126" y="284"/>
                    </a:lnTo>
                    <a:lnTo>
                      <a:pt x="122" y="284"/>
                    </a:lnTo>
                    <a:lnTo>
                      <a:pt x="122" y="280"/>
                    </a:lnTo>
                    <a:lnTo>
                      <a:pt x="118" y="276"/>
                    </a:lnTo>
                    <a:lnTo>
                      <a:pt x="114" y="272"/>
                    </a:lnTo>
                    <a:lnTo>
                      <a:pt x="110" y="272"/>
                    </a:lnTo>
                    <a:lnTo>
                      <a:pt x="110" y="268"/>
                    </a:lnTo>
                    <a:lnTo>
                      <a:pt x="106" y="268"/>
                    </a:lnTo>
                    <a:lnTo>
                      <a:pt x="104" y="268"/>
                    </a:lnTo>
                    <a:lnTo>
                      <a:pt x="100" y="272"/>
                    </a:lnTo>
                    <a:lnTo>
                      <a:pt x="96" y="272"/>
                    </a:lnTo>
                    <a:lnTo>
                      <a:pt x="92" y="272"/>
                    </a:lnTo>
                    <a:lnTo>
                      <a:pt x="92" y="276"/>
                    </a:lnTo>
                    <a:lnTo>
                      <a:pt x="88" y="276"/>
                    </a:lnTo>
                    <a:lnTo>
                      <a:pt x="84" y="280"/>
                    </a:lnTo>
                    <a:lnTo>
                      <a:pt x="80" y="284"/>
                    </a:lnTo>
                    <a:lnTo>
                      <a:pt x="76" y="288"/>
                    </a:lnTo>
                    <a:lnTo>
                      <a:pt x="74" y="288"/>
                    </a:lnTo>
                    <a:lnTo>
                      <a:pt x="66" y="292"/>
                    </a:lnTo>
                    <a:lnTo>
                      <a:pt x="66" y="288"/>
                    </a:lnTo>
                    <a:lnTo>
                      <a:pt x="62" y="284"/>
                    </a:lnTo>
                    <a:lnTo>
                      <a:pt x="60" y="280"/>
                    </a:lnTo>
                    <a:lnTo>
                      <a:pt x="60" y="276"/>
                    </a:lnTo>
                    <a:lnTo>
                      <a:pt x="56" y="272"/>
                    </a:lnTo>
                    <a:lnTo>
                      <a:pt x="52" y="268"/>
                    </a:lnTo>
                    <a:lnTo>
                      <a:pt x="48" y="262"/>
                    </a:lnTo>
                    <a:lnTo>
                      <a:pt x="44" y="258"/>
                    </a:lnTo>
                    <a:lnTo>
                      <a:pt x="44" y="254"/>
                    </a:lnTo>
                    <a:lnTo>
                      <a:pt x="40" y="252"/>
                    </a:lnTo>
                    <a:lnTo>
                      <a:pt x="40" y="248"/>
                    </a:lnTo>
                    <a:lnTo>
                      <a:pt x="36" y="240"/>
                    </a:lnTo>
                    <a:lnTo>
                      <a:pt x="36" y="236"/>
                    </a:lnTo>
                    <a:lnTo>
                      <a:pt x="36" y="232"/>
                    </a:lnTo>
                    <a:lnTo>
                      <a:pt x="34" y="224"/>
                    </a:lnTo>
                    <a:lnTo>
                      <a:pt x="34" y="222"/>
                    </a:lnTo>
                    <a:lnTo>
                      <a:pt x="34" y="218"/>
                    </a:lnTo>
                    <a:lnTo>
                      <a:pt x="36" y="214"/>
                    </a:lnTo>
                    <a:lnTo>
                      <a:pt x="40" y="210"/>
                    </a:lnTo>
                    <a:lnTo>
                      <a:pt x="44" y="206"/>
                    </a:lnTo>
                    <a:lnTo>
                      <a:pt x="48" y="202"/>
                    </a:lnTo>
                    <a:lnTo>
                      <a:pt x="52" y="202"/>
                    </a:lnTo>
                    <a:lnTo>
                      <a:pt x="52" y="198"/>
                    </a:lnTo>
                    <a:lnTo>
                      <a:pt x="48" y="198"/>
                    </a:lnTo>
                    <a:lnTo>
                      <a:pt x="44" y="196"/>
                    </a:lnTo>
                    <a:lnTo>
                      <a:pt x="40" y="196"/>
                    </a:lnTo>
                    <a:lnTo>
                      <a:pt x="40" y="192"/>
                    </a:lnTo>
                    <a:lnTo>
                      <a:pt x="36" y="188"/>
                    </a:lnTo>
                    <a:lnTo>
                      <a:pt x="34" y="188"/>
                    </a:lnTo>
                    <a:lnTo>
                      <a:pt x="30" y="188"/>
                    </a:lnTo>
                    <a:lnTo>
                      <a:pt x="30" y="184"/>
                    </a:lnTo>
                    <a:lnTo>
                      <a:pt x="34" y="180"/>
                    </a:lnTo>
                    <a:lnTo>
                      <a:pt x="34" y="184"/>
                    </a:lnTo>
                    <a:lnTo>
                      <a:pt x="36" y="184"/>
                    </a:lnTo>
                    <a:lnTo>
                      <a:pt x="36" y="180"/>
                    </a:lnTo>
                    <a:lnTo>
                      <a:pt x="34" y="176"/>
                    </a:lnTo>
                    <a:lnTo>
                      <a:pt x="34" y="172"/>
                    </a:lnTo>
                    <a:lnTo>
                      <a:pt x="30" y="168"/>
                    </a:lnTo>
                    <a:lnTo>
                      <a:pt x="26" y="166"/>
                    </a:lnTo>
                    <a:lnTo>
                      <a:pt x="26" y="162"/>
                    </a:lnTo>
                    <a:lnTo>
                      <a:pt x="22" y="162"/>
                    </a:lnTo>
                    <a:lnTo>
                      <a:pt x="18" y="162"/>
                    </a:lnTo>
                    <a:lnTo>
                      <a:pt x="14" y="162"/>
                    </a:lnTo>
                    <a:lnTo>
                      <a:pt x="10" y="162"/>
                    </a:lnTo>
                    <a:lnTo>
                      <a:pt x="10" y="158"/>
                    </a:lnTo>
                    <a:lnTo>
                      <a:pt x="10" y="154"/>
                    </a:lnTo>
                    <a:lnTo>
                      <a:pt x="10" y="150"/>
                    </a:lnTo>
                    <a:lnTo>
                      <a:pt x="6" y="150"/>
                    </a:lnTo>
                    <a:lnTo>
                      <a:pt x="4" y="150"/>
                    </a:lnTo>
                    <a:lnTo>
                      <a:pt x="0" y="146"/>
                    </a:lnTo>
                    <a:lnTo>
                      <a:pt x="4" y="146"/>
                    </a:lnTo>
                    <a:lnTo>
                      <a:pt x="4" y="142"/>
                    </a:lnTo>
                    <a:lnTo>
                      <a:pt x="6" y="140"/>
                    </a:lnTo>
                    <a:lnTo>
                      <a:pt x="6" y="136"/>
                    </a:lnTo>
                    <a:lnTo>
                      <a:pt x="10" y="136"/>
                    </a:lnTo>
                    <a:lnTo>
                      <a:pt x="10" y="132"/>
                    </a:lnTo>
                    <a:lnTo>
                      <a:pt x="6" y="132"/>
                    </a:lnTo>
                    <a:lnTo>
                      <a:pt x="6" y="128"/>
                    </a:lnTo>
                    <a:lnTo>
                      <a:pt x="6" y="124"/>
                    </a:lnTo>
                    <a:lnTo>
                      <a:pt x="6" y="116"/>
                    </a:lnTo>
                    <a:lnTo>
                      <a:pt x="10" y="116"/>
                    </a:lnTo>
                    <a:lnTo>
                      <a:pt x="14" y="116"/>
                    </a:lnTo>
                    <a:lnTo>
                      <a:pt x="14" y="112"/>
                    </a:lnTo>
                    <a:lnTo>
                      <a:pt x="10" y="112"/>
                    </a:lnTo>
                    <a:lnTo>
                      <a:pt x="14" y="110"/>
                    </a:lnTo>
                    <a:lnTo>
                      <a:pt x="14" y="106"/>
                    </a:lnTo>
                    <a:lnTo>
                      <a:pt x="18" y="106"/>
                    </a:lnTo>
                    <a:lnTo>
                      <a:pt x="18" y="110"/>
                    </a:lnTo>
                    <a:lnTo>
                      <a:pt x="22" y="110"/>
                    </a:lnTo>
                    <a:lnTo>
                      <a:pt x="22" y="112"/>
                    </a:lnTo>
                    <a:lnTo>
                      <a:pt x="26" y="112"/>
                    </a:lnTo>
                    <a:lnTo>
                      <a:pt x="26" y="116"/>
                    </a:lnTo>
                    <a:lnTo>
                      <a:pt x="30" y="120"/>
                    </a:lnTo>
                    <a:lnTo>
                      <a:pt x="30" y="116"/>
                    </a:lnTo>
                    <a:lnTo>
                      <a:pt x="34" y="116"/>
                    </a:lnTo>
                    <a:lnTo>
                      <a:pt x="36" y="116"/>
                    </a:lnTo>
                    <a:lnTo>
                      <a:pt x="36" y="112"/>
                    </a:lnTo>
                    <a:lnTo>
                      <a:pt x="34" y="112"/>
                    </a:lnTo>
                    <a:lnTo>
                      <a:pt x="34" y="110"/>
                    </a:lnTo>
                    <a:lnTo>
                      <a:pt x="34" y="106"/>
                    </a:lnTo>
                    <a:lnTo>
                      <a:pt x="34" y="102"/>
                    </a:lnTo>
                    <a:lnTo>
                      <a:pt x="36" y="102"/>
                    </a:lnTo>
                    <a:lnTo>
                      <a:pt x="36" y="98"/>
                    </a:lnTo>
                    <a:lnTo>
                      <a:pt x="40" y="98"/>
                    </a:lnTo>
                    <a:lnTo>
                      <a:pt x="44" y="98"/>
                    </a:lnTo>
                    <a:lnTo>
                      <a:pt x="40" y="94"/>
                    </a:lnTo>
                    <a:lnTo>
                      <a:pt x="44" y="94"/>
                    </a:lnTo>
                    <a:lnTo>
                      <a:pt x="44" y="90"/>
                    </a:lnTo>
                    <a:lnTo>
                      <a:pt x="44" y="94"/>
                    </a:lnTo>
                    <a:lnTo>
                      <a:pt x="48" y="90"/>
                    </a:lnTo>
                    <a:lnTo>
                      <a:pt x="52" y="90"/>
                    </a:lnTo>
                    <a:lnTo>
                      <a:pt x="56" y="90"/>
                    </a:lnTo>
                    <a:lnTo>
                      <a:pt x="56" y="86"/>
                    </a:lnTo>
                    <a:lnTo>
                      <a:pt x="60" y="86"/>
                    </a:lnTo>
                    <a:lnTo>
                      <a:pt x="60" y="84"/>
                    </a:lnTo>
                    <a:lnTo>
                      <a:pt x="60" y="80"/>
                    </a:lnTo>
                    <a:lnTo>
                      <a:pt x="60" y="84"/>
                    </a:lnTo>
                    <a:lnTo>
                      <a:pt x="62" y="84"/>
                    </a:lnTo>
                    <a:lnTo>
                      <a:pt x="62" y="80"/>
                    </a:lnTo>
                    <a:lnTo>
                      <a:pt x="66" y="80"/>
                    </a:lnTo>
                    <a:lnTo>
                      <a:pt x="70" y="80"/>
                    </a:lnTo>
                    <a:lnTo>
                      <a:pt x="70" y="84"/>
                    </a:lnTo>
                    <a:lnTo>
                      <a:pt x="74" y="84"/>
                    </a:lnTo>
                    <a:lnTo>
                      <a:pt x="74" y="86"/>
                    </a:lnTo>
                    <a:lnTo>
                      <a:pt x="76" y="84"/>
                    </a:lnTo>
                    <a:lnTo>
                      <a:pt x="74" y="84"/>
                    </a:lnTo>
                    <a:lnTo>
                      <a:pt x="76" y="84"/>
                    </a:lnTo>
                    <a:lnTo>
                      <a:pt x="76" y="80"/>
                    </a:lnTo>
                    <a:lnTo>
                      <a:pt x="80" y="80"/>
                    </a:lnTo>
                    <a:lnTo>
                      <a:pt x="84" y="80"/>
                    </a:lnTo>
                    <a:lnTo>
                      <a:pt x="84" y="84"/>
                    </a:lnTo>
                    <a:lnTo>
                      <a:pt x="88" y="86"/>
                    </a:lnTo>
                    <a:lnTo>
                      <a:pt x="88" y="84"/>
                    </a:lnTo>
                    <a:lnTo>
                      <a:pt x="92" y="84"/>
                    </a:lnTo>
                    <a:lnTo>
                      <a:pt x="92" y="86"/>
                    </a:lnTo>
                    <a:lnTo>
                      <a:pt x="92" y="84"/>
                    </a:lnTo>
                    <a:lnTo>
                      <a:pt x="96" y="84"/>
                    </a:lnTo>
                    <a:lnTo>
                      <a:pt x="100" y="84"/>
                    </a:lnTo>
                    <a:lnTo>
                      <a:pt x="104" y="86"/>
                    </a:lnTo>
                    <a:lnTo>
                      <a:pt x="100" y="86"/>
                    </a:lnTo>
                    <a:lnTo>
                      <a:pt x="104" y="90"/>
                    </a:lnTo>
                    <a:lnTo>
                      <a:pt x="106" y="90"/>
                    </a:lnTo>
                    <a:lnTo>
                      <a:pt x="106" y="94"/>
                    </a:lnTo>
                    <a:lnTo>
                      <a:pt x="110" y="94"/>
                    </a:lnTo>
                    <a:lnTo>
                      <a:pt x="110" y="98"/>
                    </a:lnTo>
                    <a:lnTo>
                      <a:pt x="114" y="98"/>
                    </a:lnTo>
                    <a:lnTo>
                      <a:pt x="110" y="102"/>
                    </a:lnTo>
                    <a:lnTo>
                      <a:pt x="114" y="102"/>
                    </a:lnTo>
                    <a:lnTo>
                      <a:pt x="114" y="106"/>
                    </a:lnTo>
                    <a:lnTo>
                      <a:pt x="118" y="102"/>
                    </a:lnTo>
                    <a:lnTo>
                      <a:pt x="114" y="102"/>
                    </a:lnTo>
                    <a:lnTo>
                      <a:pt x="114" y="98"/>
                    </a:lnTo>
                    <a:lnTo>
                      <a:pt x="114" y="94"/>
                    </a:lnTo>
                    <a:lnTo>
                      <a:pt x="118" y="94"/>
                    </a:lnTo>
                    <a:lnTo>
                      <a:pt x="122" y="98"/>
                    </a:lnTo>
                    <a:lnTo>
                      <a:pt x="126" y="102"/>
                    </a:lnTo>
                    <a:lnTo>
                      <a:pt x="130" y="102"/>
                    </a:lnTo>
                    <a:lnTo>
                      <a:pt x="130" y="106"/>
                    </a:lnTo>
                    <a:lnTo>
                      <a:pt x="134" y="102"/>
                    </a:lnTo>
                    <a:lnTo>
                      <a:pt x="136" y="102"/>
                    </a:lnTo>
                    <a:lnTo>
                      <a:pt x="136" y="98"/>
                    </a:lnTo>
                    <a:lnTo>
                      <a:pt x="140" y="98"/>
                    </a:lnTo>
                    <a:lnTo>
                      <a:pt x="140" y="94"/>
                    </a:lnTo>
                    <a:lnTo>
                      <a:pt x="144" y="94"/>
                    </a:lnTo>
                    <a:lnTo>
                      <a:pt x="148" y="94"/>
                    </a:lnTo>
                    <a:lnTo>
                      <a:pt x="152" y="94"/>
                    </a:lnTo>
                    <a:lnTo>
                      <a:pt x="156" y="98"/>
                    </a:lnTo>
                    <a:lnTo>
                      <a:pt x="160" y="98"/>
                    </a:lnTo>
                    <a:lnTo>
                      <a:pt x="160" y="94"/>
                    </a:lnTo>
                    <a:lnTo>
                      <a:pt x="160" y="90"/>
                    </a:lnTo>
                    <a:lnTo>
                      <a:pt x="164" y="94"/>
                    </a:lnTo>
                    <a:lnTo>
                      <a:pt x="166" y="94"/>
                    </a:lnTo>
                    <a:lnTo>
                      <a:pt x="166" y="90"/>
                    </a:lnTo>
                    <a:lnTo>
                      <a:pt x="170" y="90"/>
                    </a:lnTo>
                    <a:lnTo>
                      <a:pt x="170" y="94"/>
                    </a:lnTo>
                    <a:lnTo>
                      <a:pt x="170" y="98"/>
                    </a:lnTo>
                    <a:lnTo>
                      <a:pt x="174" y="98"/>
                    </a:lnTo>
                    <a:lnTo>
                      <a:pt x="178" y="102"/>
                    </a:lnTo>
                    <a:lnTo>
                      <a:pt x="182" y="102"/>
                    </a:lnTo>
                    <a:lnTo>
                      <a:pt x="186" y="102"/>
                    </a:lnTo>
                    <a:lnTo>
                      <a:pt x="186" y="106"/>
                    </a:lnTo>
                    <a:lnTo>
                      <a:pt x="190" y="106"/>
                    </a:lnTo>
                    <a:lnTo>
                      <a:pt x="190" y="102"/>
                    </a:lnTo>
                    <a:lnTo>
                      <a:pt x="190" y="98"/>
                    </a:lnTo>
                    <a:lnTo>
                      <a:pt x="192" y="98"/>
                    </a:lnTo>
                    <a:lnTo>
                      <a:pt x="196" y="102"/>
                    </a:lnTo>
                    <a:lnTo>
                      <a:pt x="200" y="102"/>
                    </a:lnTo>
                    <a:lnTo>
                      <a:pt x="204" y="102"/>
                    </a:lnTo>
                    <a:lnTo>
                      <a:pt x="208" y="102"/>
                    </a:lnTo>
                    <a:lnTo>
                      <a:pt x="212" y="98"/>
                    </a:lnTo>
                    <a:lnTo>
                      <a:pt x="212" y="94"/>
                    </a:lnTo>
                    <a:lnTo>
                      <a:pt x="216" y="90"/>
                    </a:lnTo>
                    <a:lnTo>
                      <a:pt x="216" y="86"/>
                    </a:lnTo>
                    <a:lnTo>
                      <a:pt x="212" y="86"/>
                    </a:lnTo>
                    <a:lnTo>
                      <a:pt x="208" y="84"/>
                    </a:lnTo>
                    <a:lnTo>
                      <a:pt x="208" y="86"/>
                    </a:lnTo>
                    <a:lnTo>
                      <a:pt x="208" y="84"/>
                    </a:lnTo>
                    <a:lnTo>
                      <a:pt x="204" y="84"/>
                    </a:lnTo>
                    <a:lnTo>
                      <a:pt x="200" y="84"/>
                    </a:lnTo>
                    <a:lnTo>
                      <a:pt x="196" y="80"/>
                    </a:lnTo>
                    <a:lnTo>
                      <a:pt x="200" y="80"/>
                    </a:lnTo>
                    <a:lnTo>
                      <a:pt x="196" y="80"/>
                    </a:lnTo>
                    <a:lnTo>
                      <a:pt x="196" y="76"/>
                    </a:lnTo>
                    <a:lnTo>
                      <a:pt x="192" y="76"/>
                    </a:lnTo>
                    <a:lnTo>
                      <a:pt x="192" y="72"/>
                    </a:lnTo>
                    <a:lnTo>
                      <a:pt x="196" y="72"/>
                    </a:lnTo>
                    <a:lnTo>
                      <a:pt x="200" y="72"/>
                    </a:lnTo>
                    <a:lnTo>
                      <a:pt x="204" y="68"/>
                    </a:lnTo>
                    <a:lnTo>
                      <a:pt x="208" y="68"/>
                    </a:lnTo>
                    <a:lnTo>
                      <a:pt x="208" y="64"/>
                    </a:lnTo>
                    <a:lnTo>
                      <a:pt x="204" y="64"/>
                    </a:lnTo>
                    <a:lnTo>
                      <a:pt x="204" y="60"/>
                    </a:lnTo>
                    <a:lnTo>
                      <a:pt x="200" y="60"/>
                    </a:lnTo>
                    <a:lnTo>
                      <a:pt x="200" y="56"/>
                    </a:lnTo>
                    <a:lnTo>
                      <a:pt x="204" y="56"/>
                    </a:lnTo>
                    <a:lnTo>
                      <a:pt x="208" y="54"/>
                    </a:lnTo>
                    <a:lnTo>
                      <a:pt x="212" y="54"/>
                    </a:lnTo>
                    <a:lnTo>
                      <a:pt x="216" y="54"/>
                    </a:lnTo>
                    <a:lnTo>
                      <a:pt x="220" y="54"/>
                    </a:lnTo>
                    <a:lnTo>
                      <a:pt x="222" y="54"/>
                    </a:lnTo>
                    <a:lnTo>
                      <a:pt x="222" y="50"/>
                    </a:lnTo>
                    <a:lnTo>
                      <a:pt x="220" y="50"/>
                    </a:lnTo>
                    <a:lnTo>
                      <a:pt x="216" y="50"/>
                    </a:lnTo>
                    <a:lnTo>
                      <a:pt x="216" y="46"/>
                    </a:lnTo>
                    <a:lnTo>
                      <a:pt x="216" y="50"/>
                    </a:lnTo>
                    <a:lnTo>
                      <a:pt x="212" y="50"/>
                    </a:lnTo>
                    <a:lnTo>
                      <a:pt x="212" y="46"/>
                    </a:lnTo>
                    <a:lnTo>
                      <a:pt x="208" y="46"/>
                    </a:lnTo>
                    <a:lnTo>
                      <a:pt x="208" y="42"/>
                    </a:lnTo>
                    <a:lnTo>
                      <a:pt x="212" y="42"/>
                    </a:lnTo>
                    <a:lnTo>
                      <a:pt x="216" y="42"/>
                    </a:lnTo>
                    <a:lnTo>
                      <a:pt x="216" y="38"/>
                    </a:lnTo>
                    <a:lnTo>
                      <a:pt x="212" y="38"/>
                    </a:lnTo>
                    <a:lnTo>
                      <a:pt x="212" y="42"/>
                    </a:lnTo>
                    <a:lnTo>
                      <a:pt x="208" y="42"/>
                    </a:lnTo>
                    <a:lnTo>
                      <a:pt x="208" y="38"/>
                    </a:lnTo>
                    <a:lnTo>
                      <a:pt x="204" y="38"/>
                    </a:lnTo>
                    <a:lnTo>
                      <a:pt x="208" y="38"/>
                    </a:lnTo>
                    <a:lnTo>
                      <a:pt x="208" y="34"/>
                    </a:lnTo>
                    <a:lnTo>
                      <a:pt x="204" y="34"/>
                    </a:lnTo>
                    <a:lnTo>
                      <a:pt x="208" y="30"/>
                    </a:lnTo>
                    <a:lnTo>
                      <a:pt x="212" y="30"/>
                    </a:lnTo>
                    <a:lnTo>
                      <a:pt x="216" y="30"/>
                    </a:lnTo>
                    <a:lnTo>
                      <a:pt x="220" y="30"/>
                    </a:lnTo>
                    <a:lnTo>
                      <a:pt x="222" y="30"/>
                    </a:lnTo>
                    <a:lnTo>
                      <a:pt x="226" y="30"/>
                    </a:lnTo>
                    <a:lnTo>
                      <a:pt x="226" y="34"/>
                    </a:lnTo>
                    <a:lnTo>
                      <a:pt x="226" y="30"/>
                    </a:lnTo>
                    <a:lnTo>
                      <a:pt x="230" y="30"/>
                    </a:lnTo>
                    <a:lnTo>
                      <a:pt x="234" y="30"/>
                    </a:lnTo>
                    <a:lnTo>
                      <a:pt x="234" y="28"/>
                    </a:lnTo>
                    <a:lnTo>
                      <a:pt x="238" y="28"/>
                    </a:lnTo>
                    <a:lnTo>
                      <a:pt x="242" y="28"/>
                    </a:lnTo>
                    <a:lnTo>
                      <a:pt x="246" y="28"/>
                    </a:lnTo>
                    <a:lnTo>
                      <a:pt x="250" y="28"/>
                    </a:lnTo>
                    <a:lnTo>
                      <a:pt x="250" y="24"/>
                    </a:lnTo>
                    <a:lnTo>
                      <a:pt x="252" y="24"/>
                    </a:lnTo>
                    <a:lnTo>
                      <a:pt x="256" y="24"/>
                    </a:lnTo>
                    <a:lnTo>
                      <a:pt x="260" y="24"/>
                    </a:lnTo>
                    <a:lnTo>
                      <a:pt x="264" y="24"/>
                    </a:lnTo>
                    <a:lnTo>
                      <a:pt x="268" y="24"/>
                    </a:lnTo>
                    <a:lnTo>
                      <a:pt x="264" y="24"/>
                    </a:lnTo>
                    <a:lnTo>
                      <a:pt x="264" y="20"/>
                    </a:lnTo>
                    <a:lnTo>
                      <a:pt x="268" y="20"/>
                    </a:lnTo>
                    <a:lnTo>
                      <a:pt x="268" y="16"/>
                    </a:lnTo>
                    <a:lnTo>
                      <a:pt x="272" y="16"/>
                    </a:lnTo>
                    <a:lnTo>
                      <a:pt x="272" y="20"/>
                    </a:lnTo>
                    <a:lnTo>
                      <a:pt x="276" y="20"/>
                    </a:lnTo>
                    <a:lnTo>
                      <a:pt x="276" y="16"/>
                    </a:lnTo>
                    <a:lnTo>
                      <a:pt x="278" y="16"/>
                    </a:lnTo>
                    <a:lnTo>
                      <a:pt x="282" y="16"/>
                    </a:lnTo>
                    <a:lnTo>
                      <a:pt x="286" y="16"/>
                    </a:lnTo>
                    <a:lnTo>
                      <a:pt x="290" y="16"/>
                    </a:lnTo>
                    <a:lnTo>
                      <a:pt x="294" y="12"/>
                    </a:lnTo>
                    <a:lnTo>
                      <a:pt x="298" y="12"/>
                    </a:lnTo>
                    <a:lnTo>
                      <a:pt x="302" y="12"/>
                    </a:lnTo>
                    <a:lnTo>
                      <a:pt x="302" y="8"/>
                    </a:lnTo>
                    <a:lnTo>
                      <a:pt x="306" y="8"/>
                    </a:lnTo>
                    <a:lnTo>
                      <a:pt x="306" y="12"/>
                    </a:lnTo>
                    <a:lnTo>
                      <a:pt x="308" y="8"/>
                    </a:lnTo>
                    <a:lnTo>
                      <a:pt x="308" y="4"/>
                    </a:lnTo>
                    <a:lnTo>
                      <a:pt x="312" y="4"/>
                    </a:lnTo>
                    <a:lnTo>
                      <a:pt x="316" y="0"/>
                    </a:lnTo>
                    <a:lnTo>
                      <a:pt x="320" y="4"/>
                    </a:lnTo>
                    <a:lnTo>
                      <a:pt x="320" y="0"/>
                    </a:lnTo>
                    <a:lnTo>
                      <a:pt x="324" y="0"/>
                    </a:lnTo>
                    <a:lnTo>
                      <a:pt x="328" y="0"/>
                    </a:lnTo>
                    <a:lnTo>
                      <a:pt x="332" y="4"/>
                    </a:lnTo>
                    <a:lnTo>
                      <a:pt x="336" y="4"/>
                    </a:lnTo>
                    <a:lnTo>
                      <a:pt x="338" y="4"/>
                    </a:lnTo>
                    <a:lnTo>
                      <a:pt x="342" y="4"/>
                    </a:lnTo>
                    <a:lnTo>
                      <a:pt x="342" y="0"/>
                    </a:lnTo>
                    <a:lnTo>
                      <a:pt x="346" y="0"/>
                    </a:lnTo>
                    <a:lnTo>
                      <a:pt x="346" y="4"/>
                    </a:lnTo>
                    <a:lnTo>
                      <a:pt x="346" y="8"/>
                    </a:lnTo>
                    <a:lnTo>
                      <a:pt x="346" y="12"/>
                    </a:lnTo>
                    <a:lnTo>
                      <a:pt x="350" y="16"/>
                    </a:lnTo>
                    <a:lnTo>
                      <a:pt x="354" y="16"/>
                    </a:lnTo>
                    <a:lnTo>
                      <a:pt x="350" y="16"/>
                    </a:lnTo>
                    <a:lnTo>
                      <a:pt x="350" y="20"/>
                    </a:lnTo>
                    <a:lnTo>
                      <a:pt x="350" y="24"/>
                    </a:lnTo>
                    <a:lnTo>
                      <a:pt x="346" y="24"/>
                    </a:lnTo>
                    <a:lnTo>
                      <a:pt x="350" y="24"/>
                    </a:lnTo>
                    <a:lnTo>
                      <a:pt x="350" y="28"/>
                    </a:lnTo>
                    <a:lnTo>
                      <a:pt x="354" y="28"/>
                    </a:lnTo>
                    <a:lnTo>
                      <a:pt x="358" y="28"/>
                    </a:lnTo>
                    <a:lnTo>
                      <a:pt x="362" y="28"/>
                    </a:lnTo>
                    <a:lnTo>
                      <a:pt x="366" y="28"/>
                    </a:lnTo>
                    <a:lnTo>
                      <a:pt x="362" y="24"/>
                    </a:lnTo>
                    <a:lnTo>
                      <a:pt x="366" y="24"/>
                    </a:lnTo>
                    <a:lnTo>
                      <a:pt x="368" y="28"/>
                    </a:lnTo>
                    <a:lnTo>
                      <a:pt x="366" y="28"/>
                    </a:lnTo>
                    <a:lnTo>
                      <a:pt x="368" y="28"/>
                    </a:lnTo>
                    <a:lnTo>
                      <a:pt x="368" y="30"/>
                    </a:lnTo>
                    <a:lnTo>
                      <a:pt x="368" y="34"/>
                    </a:lnTo>
                    <a:lnTo>
                      <a:pt x="368" y="30"/>
                    </a:lnTo>
                    <a:lnTo>
                      <a:pt x="372" y="30"/>
                    </a:lnTo>
                    <a:lnTo>
                      <a:pt x="368" y="30"/>
                    </a:lnTo>
                    <a:lnTo>
                      <a:pt x="368" y="28"/>
                    </a:lnTo>
                    <a:lnTo>
                      <a:pt x="372" y="28"/>
                    </a:lnTo>
                    <a:lnTo>
                      <a:pt x="376" y="28"/>
                    </a:lnTo>
                    <a:lnTo>
                      <a:pt x="376" y="30"/>
                    </a:lnTo>
                    <a:lnTo>
                      <a:pt x="380" y="30"/>
                    </a:lnTo>
                    <a:lnTo>
                      <a:pt x="384" y="30"/>
                    </a:lnTo>
                    <a:lnTo>
                      <a:pt x="388" y="30"/>
                    </a:lnTo>
                    <a:lnTo>
                      <a:pt x="388" y="34"/>
                    </a:lnTo>
                    <a:lnTo>
                      <a:pt x="384" y="34"/>
                    </a:lnTo>
                    <a:lnTo>
                      <a:pt x="380" y="34"/>
                    </a:lnTo>
                    <a:lnTo>
                      <a:pt x="380" y="38"/>
                    </a:lnTo>
                    <a:lnTo>
                      <a:pt x="380" y="42"/>
                    </a:lnTo>
                    <a:lnTo>
                      <a:pt x="384" y="42"/>
                    </a:lnTo>
                    <a:lnTo>
                      <a:pt x="380" y="42"/>
                    </a:lnTo>
                    <a:lnTo>
                      <a:pt x="384" y="42"/>
                    </a:lnTo>
                    <a:lnTo>
                      <a:pt x="388" y="38"/>
                    </a:lnTo>
                    <a:lnTo>
                      <a:pt x="392" y="38"/>
                    </a:lnTo>
                    <a:lnTo>
                      <a:pt x="394" y="38"/>
                    </a:lnTo>
                    <a:lnTo>
                      <a:pt x="394" y="42"/>
                    </a:lnTo>
                    <a:lnTo>
                      <a:pt x="398" y="38"/>
                    </a:lnTo>
                    <a:lnTo>
                      <a:pt x="394" y="38"/>
                    </a:lnTo>
                    <a:lnTo>
                      <a:pt x="398" y="38"/>
                    </a:lnTo>
                    <a:lnTo>
                      <a:pt x="398" y="34"/>
                    </a:lnTo>
                    <a:lnTo>
                      <a:pt x="402" y="34"/>
                    </a:lnTo>
                    <a:lnTo>
                      <a:pt x="406" y="34"/>
                    </a:lnTo>
                    <a:lnTo>
                      <a:pt x="408" y="30"/>
                    </a:lnTo>
                    <a:lnTo>
                      <a:pt x="412" y="28"/>
                    </a:lnTo>
                    <a:lnTo>
                      <a:pt x="416" y="28"/>
                    </a:lnTo>
                    <a:lnTo>
                      <a:pt x="420" y="28"/>
                    </a:lnTo>
                    <a:lnTo>
                      <a:pt x="420" y="24"/>
                    </a:lnTo>
                    <a:lnTo>
                      <a:pt x="424" y="24"/>
                    </a:lnTo>
                    <a:lnTo>
                      <a:pt x="428" y="24"/>
                    </a:lnTo>
                    <a:lnTo>
                      <a:pt x="428" y="20"/>
                    </a:lnTo>
                    <a:lnTo>
                      <a:pt x="432" y="24"/>
                    </a:lnTo>
                    <a:lnTo>
                      <a:pt x="428" y="28"/>
                    </a:lnTo>
                    <a:lnTo>
                      <a:pt x="424" y="28"/>
                    </a:lnTo>
                    <a:lnTo>
                      <a:pt x="424" y="30"/>
                    </a:lnTo>
                    <a:lnTo>
                      <a:pt x="428" y="34"/>
                    </a:lnTo>
                    <a:lnTo>
                      <a:pt x="432" y="34"/>
                    </a:lnTo>
                    <a:lnTo>
                      <a:pt x="436" y="38"/>
                    </a:lnTo>
                    <a:lnTo>
                      <a:pt x="438" y="42"/>
                    </a:lnTo>
                    <a:lnTo>
                      <a:pt x="442" y="46"/>
                    </a:lnTo>
                    <a:lnTo>
                      <a:pt x="446" y="46"/>
                    </a:lnTo>
                    <a:lnTo>
                      <a:pt x="446" y="50"/>
                    </a:lnTo>
                    <a:lnTo>
                      <a:pt x="450" y="56"/>
                    </a:lnTo>
                    <a:lnTo>
                      <a:pt x="454" y="56"/>
                    </a:lnTo>
                    <a:lnTo>
                      <a:pt x="454" y="60"/>
                    </a:lnTo>
                    <a:lnTo>
                      <a:pt x="454" y="64"/>
                    </a:lnTo>
                    <a:lnTo>
                      <a:pt x="458" y="64"/>
                    </a:lnTo>
                    <a:lnTo>
                      <a:pt x="462" y="68"/>
                    </a:lnTo>
                    <a:lnTo>
                      <a:pt x="466" y="80"/>
                    </a:lnTo>
                    <a:lnTo>
                      <a:pt x="468" y="84"/>
                    </a:lnTo>
                    <a:lnTo>
                      <a:pt x="468" y="86"/>
                    </a:lnTo>
                    <a:lnTo>
                      <a:pt x="468" y="90"/>
                    </a:lnTo>
                    <a:lnTo>
                      <a:pt x="472" y="90"/>
                    </a:lnTo>
                    <a:lnTo>
                      <a:pt x="472" y="98"/>
                    </a:lnTo>
                    <a:lnTo>
                      <a:pt x="476" y="98"/>
                    </a:lnTo>
                    <a:lnTo>
                      <a:pt x="480" y="98"/>
                    </a:lnTo>
                    <a:lnTo>
                      <a:pt x="480" y="94"/>
                    </a:lnTo>
                    <a:lnTo>
                      <a:pt x="480" y="90"/>
                    </a:lnTo>
                    <a:lnTo>
                      <a:pt x="484" y="90"/>
                    </a:lnTo>
                    <a:lnTo>
                      <a:pt x="484" y="86"/>
                    </a:lnTo>
                    <a:lnTo>
                      <a:pt x="488" y="90"/>
                    </a:lnTo>
                    <a:lnTo>
                      <a:pt x="492" y="90"/>
                    </a:lnTo>
                    <a:lnTo>
                      <a:pt x="492" y="94"/>
                    </a:lnTo>
                    <a:lnTo>
                      <a:pt x="496" y="94"/>
                    </a:lnTo>
                    <a:lnTo>
                      <a:pt x="496" y="98"/>
                    </a:lnTo>
                    <a:lnTo>
                      <a:pt x="496" y="102"/>
                    </a:lnTo>
                    <a:lnTo>
                      <a:pt x="498" y="102"/>
                    </a:lnTo>
                    <a:lnTo>
                      <a:pt x="498" y="98"/>
                    </a:lnTo>
                    <a:lnTo>
                      <a:pt x="502" y="98"/>
                    </a:lnTo>
                    <a:lnTo>
                      <a:pt x="502" y="102"/>
                    </a:lnTo>
                    <a:lnTo>
                      <a:pt x="506" y="102"/>
                    </a:lnTo>
                    <a:lnTo>
                      <a:pt x="510" y="98"/>
                    </a:lnTo>
                    <a:lnTo>
                      <a:pt x="510" y="102"/>
                    </a:lnTo>
                    <a:lnTo>
                      <a:pt x="514" y="98"/>
                    </a:lnTo>
                    <a:lnTo>
                      <a:pt x="518" y="98"/>
                    </a:lnTo>
                    <a:lnTo>
                      <a:pt x="518" y="94"/>
                    </a:lnTo>
                    <a:lnTo>
                      <a:pt x="522" y="94"/>
                    </a:lnTo>
                    <a:lnTo>
                      <a:pt x="524" y="94"/>
                    </a:lnTo>
                    <a:lnTo>
                      <a:pt x="528" y="98"/>
                    </a:lnTo>
                    <a:lnTo>
                      <a:pt x="532" y="98"/>
                    </a:lnTo>
                    <a:lnTo>
                      <a:pt x="532" y="102"/>
                    </a:lnTo>
                    <a:lnTo>
                      <a:pt x="536" y="106"/>
                    </a:lnTo>
                    <a:lnTo>
                      <a:pt x="536" y="110"/>
                    </a:lnTo>
                    <a:lnTo>
                      <a:pt x="536" y="112"/>
                    </a:lnTo>
                    <a:lnTo>
                      <a:pt x="540" y="112"/>
                    </a:lnTo>
                    <a:lnTo>
                      <a:pt x="544" y="112"/>
                    </a:lnTo>
                    <a:lnTo>
                      <a:pt x="548" y="112"/>
                    </a:lnTo>
                    <a:lnTo>
                      <a:pt x="548" y="116"/>
                    </a:lnTo>
                    <a:lnTo>
                      <a:pt x="544" y="116"/>
                    </a:lnTo>
                    <a:lnTo>
                      <a:pt x="548" y="116"/>
                    </a:lnTo>
                    <a:lnTo>
                      <a:pt x="548" y="120"/>
                    </a:lnTo>
                    <a:lnTo>
                      <a:pt x="548" y="124"/>
                    </a:lnTo>
                    <a:lnTo>
                      <a:pt x="552" y="124"/>
                    </a:lnTo>
                    <a:lnTo>
                      <a:pt x="554" y="124"/>
                    </a:lnTo>
                    <a:lnTo>
                      <a:pt x="558" y="124"/>
                    </a:lnTo>
                    <a:lnTo>
                      <a:pt x="562" y="128"/>
                    </a:lnTo>
                    <a:lnTo>
                      <a:pt x="562" y="124"/>
                    </a:lnTo>
                    <a:lnTo>
                      <a:pt x="566" y="124"/>
                    </a:lnTo>
                    <a:lnTo>
                      <a:pt x="566" y="120"/>
                    </a:lnTo>
                    <a:lnTo>
                      <a:pt x="570" y="120"/>
                    </a:lnTo>
                    <a:lnTo>
                      <a:pt x="570" y="124"/>
                    </a:lnTo>
                    <a:lnTo>
                      <a:pt x="574" y="124"/>
                    </a:lnTo>
                    <a:lnTo>
                      <a:pt x="574" y="128"/>
                    </a:lnTo>
                    <a:lnTo>
                      <a:pt x="574" y="132"/>
                    </a:lnTo>
                    <a:lnTo>
                      <a:pt x="578" y="132"/>
                    </a:lnTo>
                    <a:lnTo>
                      <a:pt x="578" y="136"/>
                    </a:lnTo>
                    <a:lnTo>
                      <a:pt x="574" y="136"/>
                    </a:lnTo>
                    <a:lnTo>
                      <a:pt x="570" y="136"/>
                    </a:lnTo>
                    <a:lnTo>
                      <a:pt x="570" y="140"/>
                    </a:lnTo>
                    <a:lnTo>
                      <a:pt x="570" y="142"/>
                    </a:lnTo>
                    <a:lnTo>
                      <a:pt x="570" y="146"/>
                    </a:lnTo>
                    <a:lnTo>
                      <a:pt x="566" y="146"/>
                    </a:lnTo>
                    <a:lnTo>
                      <a:pt x="562" y="146"/>
                    </a:lnTo>
                    <a:lnTo>
                      <a:pt x="558" y="146"/>
                    </a:lnTo>
                    <a:lnTo>
                      <a:pt x="558" y="150"/>
                    </a:lnTo>
                    <a:lnTo>
                      <a:pt x="554" y="150"/>
                    </a:lnTo>
                    <a:lnTo>
                      <a:pt x="554" y="154"/>
                    </a:lnTo>
                    <a:lnTo>
                      <a:pt x="554" y="158"/>
                    </a:lnTo>
                    <a:lnTo>
                      <a:pt x="554" y="162"/>
                    </a:lnTo>
                    <a:lnTo>
                      <a:pt x="554" y="166"/>
                    </a:lnTo>
                    <a:lnTo>
                      <a:pt x="554" y="168"/>
                    </a:lnTo>
                    <a:lnTo>
                      <a:pt x="554" y="172"/>
                    </a:lnTo>
                    <a:lnTo>
                      <a:pt x="554" y="176"/>
                    </a:lnTo>
                    <a:lnTo>
                      <a:pt x="552" y="176"/>
                    </a:lnTo>
                    <a:lnTo>
                      <a:pt x="548" y="176"/>
                    </a:lnTo>
                    <a:lnTo>
                      <a:pt x="548" y="180"/>
                    </a:lnTo>
                    <a:lnTo>
                      <a:pt x="544" y="180"/>
                    </a:lnTo>
                    <a:lnTo>
                      <a:pt x="540" y="176"/>
                    </a:lnTo>
                    <a:lnTo>
                      <a:pt x="536" y="176"/>
                    </a:lnTo>
                    <a:lnTo>
                      <a:pt x="532" y="176"/>
                    </a:lnTo>
                    <a:lnTo>
                      <a:pt x="528" y="176"/>
                    </a:lnTo>
                    <a:lnTo>
                      <a:pt x="524" y="176"/>
                    </a:lnTo>
                    <a:lnTo>
                      <a:pt x="522" y="172"/>
                    </a:lnTo>
                    <a:lnTo>
                      <a:pt x="518" y="172"/>
                    </a:lnTo>
                    <a:lnTo>
                      <a:pt x="518" y="176"/>
                    </a:lnTo>
                    <a:lnTo>
                      <a:pt x="518" y="180"/>
                    </a:lnTo>
                    <a:lnTo>
                      <a:pt x="514" y="184"/>
                    </a:lnTo>
                    <a:lnTo>
                      <a:pt x="514" y="188"/>
                    </a:lnTo>
                    <a:lnTo>
                      <a:pt x="514" y="192"/>
                    </a:lnTo>
                    <a:lnTo>
                      <a:pt x="510" y="192"/>
                    </a:lnTo>
                    <a:lnTo>
                      <a:pt x="510" y="196"/>
                    </a:lnTo>
                    <a:lnTo>
                      <a:pt x="510" y="198"/>
                    </a:lnTo>
                    <a:lnTo>
                      <a:pt x="510" y="202"/>
                    </a:lnTo>
                    <a:lnTo>
                      <a:pt x="506" y="206"/>
                    </a:lnTo>
                    <a:lnTo>
                      <a:pt x="510" y="206"/>
                    </a:lnTo>
                    <a:lnTo>
                      <a:pt x="510" y="210"/>
                    </a:lnTo>
                    <a:lnTo>
                      <a:pt x="514" y="210"/>
                    </a:lnTo>
                    <a:lnTo>
                      <a:pt x="514" y="214"/>
                    </a:lnTo>
                    <a:lnTo>
                      <a:pt x="510" y="214"/>
                    </a:lnTo>
                    <a:lnTo>
                      <a:pt x="506" y="214"/>
                    </a:lnTo>
                    <a:lnTo>
                      <a:pt x="502" y="214"/>
                    </a:lnTo>
                    <a:lnTo>
                      <a:pt x="498" y="214"/>
                    </a:lnTo>
                    <a:lnTo>
                      <a:pt x="498" y="210"/>
                    </a:lnTo>
                    <a:lnTo>
                      <a:pt x="496" y="210"/>
                    </a:lnTo>
                    <a:lnTo>
                      <a:pt x="496" y="214"/>
                    </a:lnTo>
                    <a:lnTo>
                      <a:pt x="492" y="214"/>
                    </a:lnTo>
                    <a:lnTo>
                      <a:pt x="488" y="214"/>
                    </a:lnTo>
                    <a:lnTo>
                      <a:pt x="484" y="214"/>
                    </a:lnTo>
                    <a:lnTo>
                      <a:pt x="480" y="218"/>
                    </a:lnTo>
                    <a:lnTo>
                      <a:pt x="476" y="218"/>
                    </a:lnTo>
                    <a:lnTo>
                      <a:pt x="472" y="222"/>
                    </a:lnTo>
                    <a:lnTo>
                      <a:pt x="476" y="222"/>
                    </a:lnTo>
                    <a:lnTo>
                      <a:pt x="480" y="222"/>
                    </a:lnTo>
                    <a:lnTo>
                      <a:pt x="484" y="222"/>
                    </a:lnTo>
                    <a:lnTo>
                      <a:pt x="484" y="224"/>
                    </a:lnTo>
                    <a:lnTo>
                      <a:pt x="480" y="224"/>
                    </a:lnTo>
                    <a:lnTo>
                      <a:pt x="480" y="228"/>
                    </a:lnTo>
                    <a:lnTo>
                      <a:pt x="480" y="232"/>
                    </a:lnTo>
                    <a:lnTo>
                      <a:pt x="480" y="236"/>
                    </a:lnTo>
                    <a:lnTo>
                      <a:pt x="480" y="240"/>
                    </a:lnTo>
                    <a:lnTo>
                      <a:pt x="484" y="240"/>
                    </a:lnTo>
                    <a:lnTo>
                      <a:pt x="484" y="244"/>
                    </a:lnTo>
                    <a:lnTo>
                      <a:pt x="484" y="248"/>
                    </a:lnTo>
                    <a:lnTo>
                      <a:pt x="488" y="252"/>
                    </a:lnTo>
                    <a:lnTo>
                      <a:pt x="488" y="254"/>
                    </a:lnTo>
                    <a:lnTo>
                      <a:pt x="484" y="254"/>
                    </a:lnTo>
                    <a:lnTo>
                      <a:pt x="480" y="258"/>
                    </a:lnTo>
                    <a:lnTo>
                      <a:pt x="484" y="258"/>
                    </a:lnTo>
                    <a:lnTo>
                      <a:pt x="480" y="262"/>
                    </a:lnTo>
                    <a:lnTo>
                      <a:pt x="476" y="266"/>
                    </a:lnTo>
                    <a:lnTo>
                      <a:pt x="476" y="268"/>
                    </a:lnTo>
                    <a:lnTo>
                      <a:pt x="480" y="268"/>
                    </a:lnTo>
                    <a:lnTo>
                      <a:pt x="480" y="272"/>
                    </a:lnTo>
                    <a:lnTo>
                      <a:pt x="476" y="272"/>
                    </a:lnTo>
                    <a:lnTo>
                      <a:pt x="476" y="268"/>
                    </a:lnTo>
                    <a:lnTo>
                      <a:pt x="472" y="268"/>
                    </a:lnTo>
                    <a:lnTo>
                      <a:pt x="468" y="268"/>
                    </a:lnTo>
                    <a:lnTo>
                      <a:pt x="466" y="268"/>
                    </a:lnTo>
                    <a:lnTo>
                      <a:pt x="466" y="266"/>
                    </a:lnTo>
                    <a:lnTo>
                      <a:pt x="466" y="262"/>
                    </a:lnTo>
                    <a:lnTo>
                      <a:pt x="462" y="262"/>
                    </a:lnTo>
                    <a:lnTo>
                      <a:pt x="458" y="262"/>
                    </a:lnTo>
                    <a:lnTo>
                      <a:pt x="454" y="258"/>
                    </a:lnTo>
                    <a:lnTo>
                      <a:pt x="450" y="258"/>
                    </a:lnTo>
                    <a:lnTo>
                      <a:pt x="446" y="258"/>
                    </a:lnTo>
                    <a:lnTo>
                      <a:pt x="442" y="258"/>
                    </a:lnTo>
                    <a:lnTo>
                      <a:pt x="438" y="258"/>
                    </a:lnTo>
                    <a:lnTo>
                      <a:pt x="436" y="258"/>
                    </a:lnTo>
                    <a:lnTo>
                      <a:pt x="432" y="258"/>
                    </a:lnTo>
                    <a:lnTo>
                      <a:pt x="428" y="258"/>
                    </a:lnTo>
                    <a:lnTo>
                      <a:pt x="424" y="258"/>
                    </a:lnTo>
                    <a:lnTo>
                      <a:pt x="420" y="258"/>
                    </a:lnTo>
                    <a:lnTo>
                      <a:pt x="416" y="258"/>
                    </a:lnTo>
                    <a:lnTo>
                      <a:pt x="416" y="258"/>
                    </a:lnTo>
                    <a:lnTo>
                      <a:pt x="416" y="25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1" name="Freeform 35"/>
              <p:cNvSpPr>
                <a:spLocks noEditPoints="1"/>
              </p:cNvSpPr>
              <p:nvPr/>
            </p:nvSpPr>
            <p:spPr bwMode="gray">
              <a:xfrm>
                <a:off x="5947869" y="3604843"/>
                <a:ext cx="45221" cy="48699"/>
              </a:xfrm>
              <a:custGeom>
                <a:avLst/>
                <a:gdLst>
                  <a:gd name="T0" fmla="*/ 10 w 26"/>
                  <a:gd name="T1" fmla="*/ 22 h 28"/>
                  <a:gd name="T2" fmla="*/ 4 w 26"/>
                  <a:gd name="T3" fmla="*/ 18 h 28"/>
                  <a:gd name="T4" fmla="*/ 0 w 26"/>
                  <a:gd name="T5" fmla="*/ 18 h 28"/>
                  <a:gd name="T6" fmla="*/ 0 w 26"/>
                  <a:gd name="T7" fmla="*/ 18 h 28"/>
                  <a:gd name="T8" fmla="*/ 0 w 26"/>
                  <a:gd name="T9" fmla="*/ 18 h 28"/>
                  <a:gd name="T10" fmla="*/ 0 w 26"/>
                  <a:gd name="T11" fmla="*/ 18 h 28"/>
                  <a:gd name="T12" fmla="*/ 0 w 26"/>
                  <a:gd name="T13" fmla="*/ 18 h 28"/>
                  <a:gd name="T14" fmla="*/ 4 w 26"/>
                  <a:gd name="T15" fmla="*/ 14 h 28"/>
                  <a:gd name="T16" fmla="*/ 4 w 26"/>
                  <a:gd name="T17" fmla="*/ 10 h 28"/>
                  <a:gd name="T18" fmla="*/ 4 w 26"/>
                  <a:gd name="T19" fmla="*/ 10 h 28"/>
                  <a:gd name="T20" fmla="*/ 6 w 26"/>
                  <a:gd name="T21" fmla="*/ 6 h 28"/>
                  <a:gd name="T22" fmla="*/ 6 w 26"/>
                  <a:gd name="T23" fmla="*/ 2 h 28"/>
                  <a:gd name="T24" fmla="*/ 6 w 26"/>
                  <a:gd name="T25" fmla="*/ 2 h 28"/>
                  <a:gd name="T26" fmla="*/ 6 w 26"/>
                  <a:gd name="T27" fmla="*/ 2 h 28"/>
                  <a:gd name="T28" fmla="*/ 10 w 26"/>
                  <a:gd name="T29" fmla="*/ 0 h 28"/>
                  <a:gd name="T30" fmla="*/ 14 w 26"/>
                  <a:gd name="T31" fmla="*/ 0 h 28"/>
                  <a:gd name="T32" fmla="*/ 18 w 26"/>
                  <a:gd name="T33" fmla="*/ 2 h 28"/>
                  <a:gd name="T34" fmla="*/ 18 w 26"/>
                  <a:gd name="T35" fmla="*/ 6 h 28"/>
                  <a:gd name="T36" fmla="*/ 18 w 26"/>
                  <a:gd name="T37" fmla="*/ 6 h 28"/>
                  <a:gd name="T38" fmla="*/ 18 w 26"/>
                  <a:gd name="T39" fmla="*/ 6 h 28"/>
                  <a:gd name="T40" fmla="*/ 22 w 26"/>
                  <a:gd name="T41" fmla="*/ 10 h 28"/>
                  <a:gd name="T42" fmla="*/ 22 w 26"/>
                  <a:gd name="T43" fmla="*/ 10 h 28"/>
                  <a:gd name="T44" fmla="*/ 18 w 26"/>
                  <a:gd name="T45" fmla="*/ 10 h 28"/>
                  <a:gd name="T46" fmla="*/ 18 w 26"/>
                  <a:gd name="T47" fmla="*/ 10 h 28"/>
                  <a:gd name="T48" fmla="*/ 14 w 26"/>
                  <a:gd name="T49" fmla="*/ 14 h 28"/>
                  <a:gd name="T50" fmla="*/ 14 w 26"/>
                  <a:gd name="T51" fmla="*/ 14 h 28"/>
                  <a:gd name="T52" fmla="*/ 18 w 26"/>
                  <a:gd name="T53" fmla="*/ 14 h 28"/>
                  <a:gd name="T54" fmla="*/ 18 w 26"/>
                  <a:gd name="T55" fmla="*/ 14 h 28"/>
                  <a:gd name="T56" fmla="*/ 18 w 26"/>
                  <a:gd name="T57" fmla="*/ 14 h 28"/>
                  <a:gd name="T58" fmla="*/ 18 w 26"/>
                  <a:gd name="T59" fmla="*/ 14 h 28"/>
                  <a:gd name="T60" fmla="*/ 18 w 26"/>
                  <a:gd name="T61" fmla="*/ 18 h 28"/>
                  <a:gd name="T62" fmla="*/ 22 w 26"/>
                  <a:gd name="T63" fmla="*/ 18 h 28"/>
                  <a:gd name="T64" fmla="*/ 22 w 26"/>
                  <a:gd name="T65" fmla="*/ 22 h 28"/>
                  <a:gd name="T66" fmla="*/ 22 w 26"/>
                  <a:gd name="T67" fmla="*/ 26 h 28"/>
                  <a:gd name="T68" fmla="*/ 26 w 26"/>
                  <a:gd name="T69" fmla="*/ 26 h 28"/>
                  <a:gd name="T70" fmla="*/ 26 w 26"/>
                  <a:gd name="T71" fmla="*/ 26 h 28"/>
                  <a:gd name="T72" fmla="*/ 22 w 26"/>
                  <a:gd name="T73" fmla="*/ 28 h 28"/>
                  <a:gd name="T74" fmla="*/ 14 w 26"/>
                  <a:gd name="T75" fmla="*/ 28 h 28"/>
                  <a:gd name="T76" fmla="*/ 14 w 26"/>
                  <a:gd name="T77" fmla="*/ 26 h 28"/>
                  <a:gd name="T78" fmla="*/ 14 w 26"/>
                  <a:gd name="T79" fmla="*/ 26 h 28"/>
                  <a:gd name="T80" fmla="*/ 10 w 26"/>
                  <a:gd name="T81" fmla="*/ 22 h 28"/>
                  <a:gd name="T82" fmla="*/ 10 w 26"/>
                  <a:gd name="T83" fmla="*/ 22 h 28"/>
                  <a:gd name="T84" fmla="*/ 10 w 26"/>
                  <a:gd name="T85" fmla="*/ 22 h 28"/>
                  <a:gd name="T86" fmla="*/ 22 w 26"/>
                  <a:gd name="T87" fmla="*/ 2 h 28"/>
                  <a:gd name="T88" fmla="*/ 22 w 26"/>
                  <a:gd name="T89" fmla="*/ 6 h 28"/>
                  <a:gd name="T90" fmla="*/ 22 w 26"/>
                  <a:gd name="T91" fmla="*/ 6 h 28"/>
                  <a:gd name="T92" fmla="*/ 26 w 26"/>
                  <a:gd name="T93" fmla="*/ 6 h 28"/>
                  <a:gd name="T94" fmla="*/ 26 w 26"/>
                  <a:gd name="T95" fmla="*/ 6 h 28"/>
                  <a:gd name="T96" fmla="*/ 22 w 26"/>
                  <a:gd name="T97" fmla="*/ 6 h 28"/>
                  <a:gd name="T98" fmla="*/ 22 w 26"/>
                  <a:gd name="T99" fmla="*/ 10 h 28"/>
                  <a:gd name="T100" fmla="*/ 22 w 26"/>
                  <a:gd name="T101" fmla="*/ 10 h 28"/>
                  <a:gd name="T102" fmla="*/ 22 w 26"/>
                  <a:gd name="T103" fmla="*/ 10 h 28"/>
                  <a:gd name="T104" fmla="*/ 22 w 26"/>
                  <a:gd name="T105" fmla="*/ 10 h 28"/>
                  <a:gd name="T106" fmla="*/ 22 w 26"/>
                  <a:gd name="T107" fmla="*/ 10 h 28"/>
                  <a:gd name="T108" fmla="*/ 22 w 26"/>
                  <a:gd name="T109" fmla="*/ 10 h 28"/>
                  <a:gd name="T110" fmla="*/ 22 w 26"/>
                  <a:gd name="T111" fmla="*/ 2 h 28"/>
                  <a:gd name="T112" fmla="*/ 22 w 26"/>
                  <a:gd name="T113" fmla="*/ 2 h 28"/>
                  <a:gd name="T114" fmla="*/ 22 w 26"/>
                  <a:gd name="T115" fmla="*/ 2 h 28"/>
                  <a:gd name="T116" fmla="*/ 22 w 26"/>
                  <a:gd name="T117" fmla="*/ 2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 h="28">
                    <a:moveTo>
                      <a:pt x="10" y="22"/>
                    </a:moveTo>
                    <a:lnTo>
                      <a:pt x="10" y="22"/>
                    </a:lnTo>
                    <a:lnTo>
                      <a:pt x="4" y="18"/>
                    </a:lnTo>
                    <a:lnTo>
                      <a:pt x="4" y="18"/>
                    </a:lnTo>
                    <a:lnTo>
                      <a:pt x="0" y="18"/>
                    </a:lnTo>
                    <a:lnTo>
                      <a:pt x="0" y="18"/>
                    </a:lnTo>
                    <a:lnTo>
                      <a:pt x="0" y="18"/>
                    </a:lnTo>
                    <a:lnTo>
                      <a:pt x="0" y="18"/>
                    </a:lnTo>
                    <a:lnTo>
                      <a:pt x="0" y="18"/>
                    </a:lnTo>
                    <a:lnTo>
                      <a:pt x="0" y="18"/>
                    </a:lnTo>
                    <a:lnTo>
                      <a:pt x="0" y="18"/>
                    </a:lnTo>
                    <a:lnTo>
                      <a:pt x="0" y="18"/>
                    </a:lnTo>
                    <a:lnTo>
                      <a:pt x="0" y="18"/>
                    </a:lnTo>
                    <a:lnTo>
                      <a:pt x="0" y="18"/>
                    </a:lnTo>
                    <a:lnTo>
                      <a:pt x="0" y="14"/>
                    </a:lnTo>
                    <a:lnTo>
                      <a:pt x="4" y="14"/>
                    </a:lnTo>
                    <a:lnTo>
                      <a:pt x="4" y="14"/>
                    </a:lnTo>
                    <a:lnTo>
                      <a:pt x="4" y="10"/>
                    </a:lnTo>
                    <a:lnTo>
                      <a:pt x="4" y="10"/>
                    </a:lnTo>
                    <a:lnTo>
                      <a:pt x="4" y="10"/>
                    </a:lnTo>
                    <a:lnTo>
                      <a:pt x="4" y="10"/>
                    </a:lnTo>
                    <a:lnTo>
                      <a:pt x="6" y="6"/>
                    </a:lnTo>
                    <a:lnTo>
                      <a:pt x="6" y="2"/>
                    </a:lnTo>
                    <a:lnTo>
                      <a:pt x="6" y="2"/>
                    </a:lnTo>
                    <a:lnTo>
                      <a:pt x="6" y="2"/>
                    </a:lnTo>
                    <a:lnTo>
                      <a:pt x="6" y="2"/>
                    </a:lnTo>
                    <a:lnTo>
                      <a:pt x="6" y="2"/>
                    </a:lnTo>
                    <a:lnTo>
                      <a:pt x="6" y="2"/>
                    </a:lnTo>
                    <a:lnTo>
                      <a:pt x="10" y="0"/>
                    </a:lnTo>
                    <a:lnTo>
                      <a:pt x="10" y="0"/>
                    </a:lnTo>
                    <a:lnTo>
                      <a:pt x="10" y="0"/>
                    </a:lnTo>
                    <a:lnTo>
                      <a:pt x="14" y="0"/>
                    </a:lnTo>
                    <a:lnTo>
                      <a:pt x="18" y="2"/>
                    </a:lnTo>
                    <a:lnTo>
                      <a:pt x="18" y="2"/>
                    </a:lnTo>
                    <a:lnTo>
                      <a:pt x="18" y="2"/>
                    </a:lnTo>
                    <a:lnTo>
                      <a:pt x="18" y="6"/>
                    </a:lnTo>
                    <a:lnTo>
                      <a:pt x="18" y="6"/>
                    </a:lnTo>
                    <a:lnTo>
                      <a:pt x="18" y="6"/>
                    </a:lnTo>
                    <a:lnTo>
                      <a:pt x="18" y="6"/>
                    </a:lnTo>
                    <a:lnTo>
                      <a:pt x="18" y="6"/>
                    </a:lnTo>
                    <a:lnTo>
                      <a:pt x="18" y="6"/>
                    </a:lnTo>
                    <a:lnTo>
                      <a:pt x="22" y="10"/>
                    </a:lnTo>
                    <a:lnTo>
                      <a:pt x="22" y="10"/>
                    </a:lnTo>
                    <a:lnTo>
                      <a:pt x="22" y="10"/>
                    </a:lnTo>
                    <a:lnTo>
                      <a:pt x="22" y="10"/>
                    </a:lnTo>
                    <a:lnTo>
                      <a:pt x="18" y="10"/>
                    </a:lnTo>
                    <a:lnTo>
                      <a:pt x="18" y="10"/>
                    </a:lnTo>
                    <a:lnTo>
                      <a:pt x="18" y="10"/>
                    </a:lnTo>
                    <a:lnTo>
                      <a:pt x="18" y="10"/>
                    </a:lnTo>
                    <a:lnTo>
                      <a:pt x="14" y="14"/>
                    </a:lnTo>
                    <a:lnTo>
                      <a:pt x="14" y="14"/>
                    </a:lnTo>
                    <a:lnTo>
                      <a:pt x="14" y="14"/>
                    </a:lnTo>
                    <a:lnTo>
                      <a:pt x="18" y="14"/>
                    </a:lnTo>
                    <a:lnTo>
                      <a:pt x="18" y="14"/>
                    </a:lnTo>
                    <a:lnTo>
                      <a:pt x="18" y="14"/>
                    </a:lnTo>
                    <a:lnTo>
                      <a:pt x="18" y="14"/>
                    </a:lnTo>
                    <a:lnTo>
                      <a:pt x="18" y="14"/>
                    </a:lnTo>
                    <a:lnTo>
                      <a:pt x="18" y="14"/>
                    </a:lnTo>
                    <a:lnTo>
                      <a:pt x="18" y="14"/>
                    </a:lnTo>
                    <a:lnTo>
                      <a:pt x="18" y="14"/>
                    </a:lnTo>
                    <a:lnTo>
                      <a:pt x="18" y="14"/>
                    </a:lnTo>
                    <a:lnTo>
                      <a:pt x="18" y="18"/>
                    </a:lnTo>
                    <a:lnTo>
                      <a:pt x="22" y="18"/>
                    </a:lnTo>
                    <a:lnTo>
                      <a:pt x="22" y="18"/>
                    </a:lnTo>
                    <a:lnTo>
                      <a:pt x="22" y="22"/>
                    </a:lnTo>
                    <a:lnTo>
                      <a:pt x="22" y="22"/>
                    </a:lnTo>
                    <a:lnTo>
                      <a:pt x="22" y="22"/>
                    </a:lnTo>
                    <a:lnTo>
                      <a:pt x="22" y="26"/>
                    </a:lnTo>
                    <a:lnTo>
                      <a:pt x="26" y="26"/>
                    </a:lnTo>
                    <a:lnTo>
                      <a:pt x="26" y="26"/>
                    </a:lnTo>
                    <a:lnTo>
                      <a:pt x="26" y="26"/>
                    </a:lnTo>
                    <a:lnTo>
                      <a:pt x="26" y="26"/>
                    </a:lnTo>
                    <a:lnTo>
                      <a:pt x="26" y="28"/>
                    </a:lnTo>
                    <a:lnTo>
                      <a:pt x="22" y="28"/>
                    </a:lnTo>
                    <a:lnTo>
                      <a:pt x="14" y="28"/>
                    </a:lnTo>
                    <a:lnTo>
                      <a:pt x="14" y="28"/>
                    </a:lnTo>
                    <a:lnTo>
                      <a:pt x="14" y="28"/>
                    </a:lnTo>
                    <a:lnTo>
                      <a:pt x="14" y="26"/>
                    </a:lnTo>
                    <a:lnTo>
                      <a:pt x="14" y="26"/>
                    </a:lnTo>
                    <a:lnTo>
                      <a:pt x="14" y="26"/>
                    </a:lnTo>
                    <a:lnTo>
                      <a:pt x="14" y="26"/>
                    </a:lnTo>
                    <a:lnTo>
                      <a:pt x="10" y="22"/>
                    </a:lnTo>
                    <a:lnTo>
                      <a:pt x="10" y="22"/>
                    </a:lnTo>
                    <a:lnTo>
                      <a:pt x="10" y="22"/>
                    </a:lnTo>
                    <a:lnTo>
                      <a:pt x="10" y="22"/>
                    </a:lnTo>
                    <a:lnTo>
                      <a:pt x="10" y="22"/>
                    </a:lnTo>
                    <a:close/>
                    <a:moveTo>
                      <a:pt x="22" y="2"/>
                    </a:moveTo>
                    <a:lnTo>
                      <a:pt x="22" y="2"/>
                    </a:lnTo>
                    <a:lnTo>
                      <a:pt x="22" y="2"/>
                    </a:lnTo>
                    <a:lnTo>
                      <a:pt x="22" y="6"/>
                    </a:lnTo>
                    <a:lnTo>
                      <a:pt x="22" y="6"/>
                    </a:lnTo>
                    <a:lnTo>
                      <a:pt x="22" y="6"/>
                    </a:lnTo>
                    <a:lnTo>
                      <a:pt x="22" y="6"/>
                    </a:lnTo>
                    <a:lnTo>
                      <a:pt x="26" y="6"/>
                    </a:lnTo>
                    <a:lnTo>
                      <a:pt x="26" y="6"/>
                    </a:lnTo>
                    <a:lnTo>
                      <a:pt x="26" y="6"/>
                    </a:lnTo>
                    <a:lnTo>
                      <a:pt x="22" y="6"/>
                    </a:lnTo>
                    <a:lnTo>
                      <a:pt x="22" y="6"/>
                    </a:lnTo>
                    <a:lnTo>
                      <a:pt x="22" y="6"/>
                    </a:lnTo>
                    <a:lnTo>
                      <a:pt x="22" y="10"/>
                    </a:lnTo>
                    <a:lnTo>
                      <a:pt x="22" y="10"/>
                    </a:lnTo>
                    <a:lnTo>
                      <a:pt x="22" y="10"/>
                    </a:lnTo>
                    <a:lnTo>
                      <a:pt x="22" y="10"/>
                    </a:lnTo>
                    <a:lnTo>
                      <a:pt x="22" y="10"/>
                    </a:lnTo>
                    <a:lnTo>
                      <a:pt x="22" y="10"/>
                    </a:lnTo>
                    <a:lnTo>
                      <a:pt x="22" y="10"/>
                    </a:lnTo>
                    <a:lnTo>
                      <a:pt x="22" y="10"/>
                    </a:lnTo>
                    <a:lnTo>
                      <a:pt x="22" y="10"/>
                    </a:lnTo>
                    <a:lnTo>
                      <a:pt x="22" y="10"/>
                    </a:lnTo>
                    <a:lnTo>
                      <a:pt x="22" y="10"/>
                    </a:lnTo>
                    <a:lnTo>
                      <a:pt x="18" y="6"/>
                    </a:lnTo>
                    <a:lnTo>
                      <a:pt x="22" y="2"/>
                    </a:lnTo>
                    <a:lnTo>
                      <a:pt x="22" y="2"/>
                    </a:lnTo>
                    <a:lnTo>
                      <a:pt x="22" y="2"/>
                    </a:lnTo>
                    <a:lnTo>
                      <a:pt x="22" y="2"/>
                    </a:lnTo>
                    <a:lnTo>
                      <a:pt x="22" y="2"/>
                    </a:lnTo>
                    <a:lnTo>
                      <a:pt x="22" y="2"/>
                    </a:lnTo>
                    <a:lnTo>
                      <a:pt x="22" y="2"/>
                    </a:lnTo>
                    <a:lnTo>
                      <a:pt x="22" y="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2" name="Freeform 36"/>
              <p:cNvSpPr>
                <a:spLocks/>
              </p:cNvSpPr>
              <p:nvPr/>
            </p:nvSpPr>
            <p:spPr bwMode="gray">
              <a:xfrm>
                <a:off x="6504434" y="3176986"/>
                <a:ext cx="271325" cy="132184"/>
              </a:xfrm>
              <a:custGeom>
                <a:avLst/>
                <a:gdLst>
                  <a:gd name="T0" fmla="*/ 74 w 156"/>
                  <a:gd name="T1" fmla="*/ 54 h 76"/>
                  <a:gd name="T2" fmla="*/ 68 w 156"/>
                  <a:gd name="T3" fmla="*/ 58 h 76"/>
                  <a:gd name="T4" fmla="*/ 68 w 156"/>
                  <a:gd name="T5" fmla="*/ 66 h 76"/>
                  <a:gd name="T6" fmla="*/ 60 w 156"/>
                  <a:gd name="T7" fmla="*/ 68 h 76"/>
                  <a:gd name="T8" fmla="*/ 52 w 156"/>
                  <a:gd name="T9" fmla="*/ 72 h 76"/>
                  <a:gd name="T10" fmla="*/ 42 w 156"/>
                  <a:gd name="T11" fmla="*/ 72 h 76"/>
                  <a:gd name="T12" fmla="*/ 38 w 156"/>
                  <a:gd name="T13" fmla="*/ 72 h 76"/>
                  <a:gd name="T14" fmla="*/ 30 w 156"/>
                  <a:gd name="T15" fmla="*/ 68 h 76"/>
                  <a:gd name="T16" fmla="*/ 30 w 156"/>
                  <a:gd name="T17" fmla="*/ 68 h 76"/>
                  <a:gd name="T18" fmla="*/ 22 w 156"/>
                  <a:gd name="T19" fmla="*/ 68 h 76"/>
                  <a:gd name="T20" fmla="*/ 14 w 156"/>
                  <a:gd name="T21" fmla="*/ 66 h 76"/>
                  <a:gd name="T22" fmla="*/ 8 w 156"/>
                  <a:gd name="T23" fmla="*/ 68 h 76"/>
                  <a:gd name="T24" fmla="*/ 0 w 156"/>
                  <a:gd name="T25" fmla="*/ 66 h 76"/>
                  <a:gd name="T26" fmla="*/ 0 w 156"/>
                  <a:gd name="T27" fmla="*/ 62 h 76"/>
                  <a:gd name="T28" fmla="*/ 8 w 156"/>
                  <a:gd name="T29" fmla="*/ 58 h 76"/>
                  <a:gd name="T30" fmla="*/ 18 w 156"/>
                  <a:gd name="T31" fmla="*/ 58 h 76"/>
                  <a:gd name="T32" fmla="*/ 18 w 156"/>
                  <a:gd name="T33" fmla="*/ 62 h 76"/>
                  <a:gd name="T34" fmla="*/ 22 w 156"/>
                  <a:gd name="T35" fmla="*/ 54 h 76"/>
                  <a:gd name="T36" fmla="*/ 34 w 156"/>
                  <a:gd name="T37" fmla="*/ 58 h 76"/>
                  <a:gd name="T38" fmla="*/ 44 w 156"/>
                  <a:gd name="T39" fmla="*/ 50 h 76"/>
                  <a:gd name="T40" fmla="*/ 48 w 156"/>
                  <a:gd name="T41" fmla="*/ 50 h 76"/>
                  <a:gd name="T42" fmla="*/ 52 w 156"/>
                  <a:gd name="T43" fmla="*/ 42 h 76"/>
                  <a:gd name="T44" fmla="*/ 48 w 156"/>
                  <a:gd name="T45" fmla="*/ 42 h 76"/>
                  <a:gd name="T46" fmla="*/ 42 w 156"/>
                  <a:gd name="T47" fmla="*/ 36 h 76"/>
                  <a:gd name="T48" fmla="*/ 34 w 156"/>
                  <a:gd name="T49" fmla="*/ 28 h 76"/>
                  <a:gd name="T50" fmla="*/ 30 w 156"/>
                  <a:gd name="T51" fmla="*/ 36 h 76"/>
                  <a:gd name="T52" fmla="*/ 30 w 156"/>
                  <a:gd name="T53" fmla="*/ 40 h 76"/>
                  <a:gd name="T54" fmla="*/ 22 w 156"/>
                  <a:gd name="T55" fmla="*/ 32 h 76"/>
                  <a:gd name="T56" fmla="*/ 12 w 156"/>
                  <a:gd name="T57" fmla="*/ 32 h 76"/>
                  <a:gd name="T58" fmla="*/ 14 w 156"/>
                  <a:gd name="T59" fmla="*/ 24 h 76"/>
                  <a:gd name="T60" fmla="*/ 22 w 156"/>
                  <a:gd name="T61" fmla="*/ 20 h 76"/>
                  <a:gd name="T62" fmla="*/ 22 w 156"/>
                  <a:gd name="T63" fmla="*/ 16 h 76"/>
                  <a:gd name="T64" fmla="*/ 26 w 156"/>
                  <a:gd name="T65" fmla="*/ 6 h 76"/>
                  <a:gd name="T66" fmla="*/ 38 w 156"/>
                  <a:gd name="T67" fmla="*/ 6 h 76"/>
                  <a:gd name="T68" fmla="*/ 48 w 156"/>
                  <a:gd name="T69" fmla="*/ 6 h 76"/>
                  <a:gd name="T70" fmla="*/ 56 w 156"/>
                  <a:gd name="T71" fmla="*/ 10 h 76"/>
                  <a:gd name="T72" fmla="*/ 60 w 156"/>
                  <a:gd name="T73" fmla="*/ 10 h 76"/>
                  <a:gd name="T74" fmla="*/ 60 w 156"/>
                  <a:gd name="T75" fmla="*/ 0 h 76"/>
                  <a:gd name="T76" fmla="*/ 72 w 156"/>
                  <a:gd name="T77" fmla="*/ 0 h 76"/>
                  <a:gd name="T78" fmla="*/ 82 w 156"/>
                  <a:gd name="T79" fmla="*/ 4 h 76"/>
                  <a:gd name="T80" fmla="*/ 88 w 156"/>
                  <a:gd name="T81" fmla="*/ 6 h 76"/>
                  <a:gd name="T82" fmla="*/ 100 w 156"/>
                  <a:gd name="T83" fmla="*/ 4 h 76"/>
                  <a:gd name="T84" fmla="*/ 112 w 156"/>
                  <a:gd name="T85" fmla="*/ 4 h 76"/>
                  <a:gd name="T86" fmla="*/ 122 w 156"/>
                  <a:gd name="T87" fmla="*/ 4 h 76"/>
                  <a:gd name="T88" fmla="*/ 134 w 156"/>
                  <a:gd name="T89" fmla="*/ 6 h 76"/>
                  <a:gd name="T90" fmla="*/ 142 w 156"/>
                  <a:gd name="T91" fmla="*/ 10 h 76"/>
                  <a:gd name="T92" fmla="*/ 148 w 156"/>
                  <a:gd name="T93" fmla="*/ 14 h 76"/>
                  <a:gd name="T94" fmla="*/ 156 w 156"/>
                  <a:gd name="T95" fmla="*/ 16 h 76"/>
                  <a:gd name="T96" fmla="*/ 148 w 156"/>
                  <a:gd name="T97" fmla="*/ 20 h 76"/>
                  <a:gd name="T98" fmla="*/ 142 w 156"/>
                  <a:gd name="T99" fmla="*/ 24 h 76"/>
                  <a:gd name="T100" fmla="*/ 134 w 156"/>
                  <a:gd name="T101" fmla="*/ 28 h 76"/>
                  <a:gd name="T102" fmla="*/ 126 w 156"/>
                  <a:gd name="T103" fmla="*/ 36 h 76"/>
                  <a:gd name="T104" fmla="*/ 118 w 156"/>
                  <a:gd name="T105" fmla="*/ 40 h 76"/>
                  <a:gd name="T106" fmla="*/ 108 w 156"/>
                  <a:gd name="T107" fmla="*/ 40 h 76"/>
                  <a:gd name="T108" fmla="*/ 104 w 156"/>
                  <a:gd name="T109" fmla="*/ 50 h 76"/>
                  <a:gd name="T110" fmla="*/ 100 w 156"/>
                  <a:gd name="T111" fmla="*/ 50 h 76"/>
                  <a:gd name="T112" fmla="*/ 88 w 156"/>
                  <a:gd name="T113" fmla="*/ 54 h 76"/>
                  <a:gd name="T114" fmla="*/ 86 w 156"/>
                  <a:gd name="T115" fmla="*/ 46 h 76"/>
                  <a:gd name="T116" fmla="*/ 78 w 156"/>
                  <a:gd name="T117" fmla="*/ 5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6" h="76">
                    <a:moveTo>
                      <a:pt x="78" y="50"/>
                    </a:moveTo>
                    <a:lnTo>
                      <a:pt x="78" y="54"/>
                    </a:lnTo>
                    <a:lnTo>
                      <a:pt x="74" y="54"/>
                    </a:lnTo>
                    <a:lnTo>
                      <a:pt x="74" y="58"/>
                    </a:lnTo>
                    <a:lnTo>
                      <a:pt x="72" y="58"/>
                    </a:lnTo>
                    <a:lnTo>
                      <a:pt x="68" y="58"/>
                    </a:lnTo>
                    <a:lnTo>
                      <a:pt x="64" y="62"/>
                    </a:lnTo>
                    <a:lnTo>
                      <a:pt x="64" y="66"/>
                    </a:lnTo>
                    <a:lnTo>
                      <a:pt x="68" y="66"/>
                    </a:lnTo>
                    <a:lnTo>
                      <a:pt x="68" y="68"/>
                    </a:lnTo>
                    <a:lnTo>
                      <a:pt x="64" y="68"/>
                    </a:lnTo>
                    <a:lnTo>
                      <a:pt x="60" y="68"/>
                    </a:lnTo>
                    <a:lnTo>
                      <a:pt x="56" y="68"/>
                    </a:lnTo>
                    <a:lnTo>
                      <a:pt x="56" y="72"/>
                    </a:lnTo>
                    <a:lnTo>
                      <a:pt x="52" y="72"/>
                    </a:lnTo>
                    <a:lnTo>
                      <a:pt x="48" y="72"/>
                    </a:lnTo>
                    <a:lnTo>
                      <a:pt x="44" y="72"/>
                    </a:lnTo>
                    <a:lnTo>
                      <a:pt x="42" y="72"/>
                    </a:lnTo>
                    <a:lnTo>
                      <a:pt x="42" y="76"/>
                    </a:lnTo>
                    <a:lnTo>
                      <a:pt x="42" y="72"/>
                    </a:lnTo>
                    <a:lnTo>
                      <a:pt x="38" y="72"/>
                    </a:lnTo>
                    <a:lnTo>
                      <a:pt x="34" y="72"/>
                    </a:lnTo>
                    <a:lnTo>
                      <a:pt x="34" y="68"/>
                    </a:lnTo>
                    <a:lnTo>
                      <a:pt x="30" y="68"/>
                    </a:lnTo>
                    <a:lnTo>
                      <a:pt x="34" y="68"/>
                    </a:lnTo>
                    <a:lnTo>
                      <a:pt x="30" y="66"/>
                    </a:lnTo>
                    <a:lnTo>
                      <a:pt x="30" y="68"/>
                    </a:lnTo>
                    <a:lnTo>
                      <a:pt x="26" y="68"/>
                    </a:lnTo>
                    <a:lnTo>
                      <a:pt x="22" y="72"/>
                    </a:lnTo>
                    <a:lnTo>
                      <a:pt x="22" y="68"/>
                    </a:lnTo>
                    <a:lnTo>
                      <a:pt x="18" y="68"/>
                    </a:lnTo>
                    <a:lnTo>
                      <a:pt x="18" y="66"/>
                    </a:lnTo>
                    <a:lnTo>
                      <a:pt x="14" y="66"/>
                    </a:lnTo>
                    <a:lnTo>
                      <a:pt x="14" y="68"/>
                    </a:lnTo>
                    <a:lnTo>
                      <a:pt x="12" y="68"/>
                    </a:lnTo>
                    <a:lnTo>
                      <a:pt x="8" y="68"/>
                    </a:lnTo>
                    <a:lnTo>
                      <a:pt x="4" y="68"/>
                    </a:lnTo>
                    <a:lnTo>
                      <a:pt x="0" y="68"/>
                    </a:lnTo>
                    <a:lnTo>
                      <a:pt x="0" y="66"/>
                    </a:lnTo>
                    <a:lnTo>
                      <a:pt x="0" y="62"/>
                    </a:lnTo>
                    <a:lnTo>
                      <a:pt x="0" y="58"/>
                    </a:lnTo>
                    <a:lnTo>
                      <a:pt x="0" y="62"/>
                    </a:lnTo>
                    <a:lnTo>
                      <a:pt x="4" y="62"/>
                    </a:lnTo>
                    <a:lnTo>
                      <a:pt x="4" y="58"/>
                    </a:lnTo>
                    <a:lnTo>
                      <a:pt x="8" y="58"/>
                    </a:lnTo>
                    <a:lnTo>
                      <a:pt x="12" y="54"/>
                    </a:lnTo>
                    <a:lnTo>
                      <a:pt x="14" y="58"/>
                    </a:lnTo>
                    <a:lnTo>
                      <a:pt x="18" y="58"/>
                    </a:lnTo>
                    <a:lnTo>
                      <a:pt x="18" y="62"/>
                    </a:lnTo>
                    <a:lnTo>
                      <a:pt x="14" y="62"/>
                    </a:lnTo>
                    <a:lnTo>
                      <a:pt x="18" y="62"/>
                    </a:lnTo>
                    <a:lnTo>
                      <a:pt x="18" y="58"/>
                    </a:lnTo>
                    <a:lnTo>
                      <a:pt x="22" y="58"/>
                    </a:lnTo>
                    <a:lnTo>
                      <a:pt x="22" y="54"/>
                    </a:lnTo>
                    <a:lnTo>
                      <a:pt x="26" y="54"/>
                    </a:lnTo>
                    <a:lnTo>
                      <a:pt x="30" y="54"/>
                    </a:lnTo>
                    <a:lnTo>
                      <a:pt x="34" y="58"/>
                    </a:lnTo>
                    <a:lnTo>
                      <a:pt x="38" y="54"/>
                    </a:lnTo>
                    <a:lnTo>
                      <a:pt x="42" y="50"/>
                    </a:lnTo>
                    <a:lnTo>
                      <a:pt x="44" y="50"/>
                    </a:lnTo>
                    <a:lnTo>
                      <a:pt x="44" y="46"/>
                    </a:lnTo>
                    <a:lnTo>
                      <a:pt x="44" y="50"/>
                    </a:lnTo>
                    <a:lnTo>
                      <a:pt x="48" y="50"/>
                    </a:lnTo>
                    <a:lnTo>
                      <a:pt x="48" y="46"/>
                    </a:lnTo>
                    <a:lnTo>
                      <a:pt x="52" y="46"/>
                    </a:lnTo>
                    <a:lnTo>
                      <a:pt x="52" y="42"/>
                    </a:lnTo>
                    <a:lnTo>
                      <a:pt x="56" y="42"/>
                    </a:lnTo>
                    <a:lnTo>
                      <a:pt x="52" y="42"/>
                    </a:lnTo>
                    <a:lnTo>
                      <a:pt x="48" y="42"/>
                    </a:lnTo>
                    <a:lnTo>
                      <a:pt x="44" y="40"/>
                    </a:lnTo>
                    <a:lnTo>
                      <a:pt x="42" y="40"/>
                    </a:lnTo>
                    <a:lnTo>
                      <a:pt x="42" y="36"/>
                    </a:lnTo>
                    <a:lnTo>
                      <a:pt x="38" y="36"/>
                    </a:lnTo>
                    <a:lnTo>
                      <a:pt x="38" y="32"/>
                    </a:lnTo>
                    <a:lnTo>
                      <a:pt x="34" y="28"/>
                    </a:lnTo>
                    <a:lnTo>
                      <a:pt x="34" y="32"/>
                    </a:lnTo>
                    <a:lnTo>
                      <a:pt x="34" y="36"/>
                    </a:lnTo>
                    <a:lnTo>
                      <a:pt x="30" y="36"/>
                    </a:lnTo>
                    <a:lnTo>
                      <a:pt x="30" y="32"/>
                    </a:lnTo>
                    <a:lnTo>
                      <a:pt x="30" y="36"/>
                    </a:lnTo>
                    <a:lnTo>
                      <a:pt x="30" y="40"/>
                    </a:lnTo>
                    <a:lnTo>
                      <a:pt x="26" y="36"/>
                    </a:lnTo>
                    <a:lnTo>
                      <a:pt x="22" y="36"/>
                    </a:lnTo>
                    <a:lnTo>
                      <a:pt x="22" y="32"/>
                    </a:lnTo>
                    <a:lnTo>
                      <a:pt x="18" y="32"/>
                    </a:lnTo>
                    <a:lnTo>
                      <a:pt x="14" y="32"/>
                    </a:lnTo>
                    <a:lnTo>
                      <a:pt x="12" y="32"/>
                    </a:lnTo>
                    <a:lnTo>
                      <a:pt x="12" y="28"/>
                    </a:lnTo>
                    <a:lnTo>
                      <a:pt x="14" y="28"/>
                    </a:lnTo>
                    <a:lnTo>
                      <a:pt x="14" y="24"/>
                    </a:lnTo>
                    <a:lnTo>
                      <a:pt x="18" y="24"/>
                    </a:lnTo>
                    <a:lnTo>
                      <a:pt x="18" y="20"/>
                    </a:lnTo>
                    <a:lnTo>
                      <a:pt x="22" y="20"/>
                    </a:lnTo>
                    <a:lnTo>
                      <a:pt x="26" y="16"/>
                    </a:lnTo>
                    <a:lnTo>
                      <a:pt x="26" y="14"/>
                    </a:lnTo>
                    <a:lnTo>
                      <a:pt x="22" y="16"/>
                    </a:lnTo>
                    <a:lnTo>
                      <a:pt x="22" y="14"/>
                    </a:lnTo>
                    <a:lnTo>
                      <a:pt x="26" y="10"/>
                    </a:lnTo>
                    <a:lnTo>
                      <a:pt x="26" y="6"/>
                    </a:lnTo>
                    <a:lnTo>
                      <a:pt x="30" y="6"/>
                    </a:lnTo>
                    <a:lnTo>
                      <a:pt x="34" y="6"/>
                    </a:lnTo>
                    <a:lnTo>
                      <a:pt x="38" y="6"/>
                    </a:lnTo>
                    <a:lnTo>
                      <a:pt x="42" y="6"/>
                    </a:lnTo>
                    <a:lnTo>
                      <a:pt x="44" y="6"/>
                    </a:lnTo>
                    <a:lnTo>
                      <a:pt x="48" y="6"/>
                    </a:lnTo>
                    <a:lnTo>
                      <a:pt x="48" y="10"/>
                    </a:lnTo>
                    <a:lnTo>
                      <a:pt x="52" y="10"/>
                    </a:lnTo>
                    <a:lnTo>
                      <a:pt x="56" y="10"/>
                    </a:lnTo>
                    <a:lnTo>
                      <a:pt x="56" y="14"/>
                    </a:lnTo>
                    <a:lnTo>
                      <a:pt x="60" y="14"/>
                    </a:lnTo>
                    <a:lnTo>
                      <a:pt x="60" y="10"/>
                    </a:lnTo>
                    <a:lnTo>
                      <a:pt x="60" y="6"/>
                    </a:lnTo>
                    <a:lnTo>
                      <a:pt x="60" y="4"/>
                    </a:lnTo>
                    <a:lnTo>
                      <a:pt x="60" y="0"/>
                    </a:lnTo>
                    <a:lnTo>
                      <a:pt x="64" y="0"/>
                    </a:lnTo>
                    <a:lnTo>
                      <a:pt x="68" y="0"/>
                    </a:lnTo>
                    <a:lnTo>
                      <a:pt x="72" y="0"/>
                    </a:lnTo>
                    <a:lnTo>
                      <a:pt x="74" y="0"/>
                    </a:lnTo>
                    <a:lnTo>
                      <a:pt x="78" y="4"/>
                    </a:lnTo>
                    <a:lnTo>
                      <a:pt x="82" y="4"/>
                    </a:lnTo>
                    <a:lnTo>
                      <a:pt x="86" y="4"/>
                    </a:lnTo>
                    <a:lnTo>
                      <a:pt x="86" y="6"/>
                    </a:lnTo>
                    <a:lnTo>
                      <a:pt x="88" y="6"/>
                    </a:lnTo>
                    <a:lnTo>
                      <a:pt x="92" y="4"/>
                    </a:lnTo>
                    <a:lnTo>
                      <a:pt x="96" y="4"/>
                    </a:lnTo>
                    <a:lnTo>
                      <a:pt x="100" y="4"/>
                    </a:lnTo>
                    <a:lnTo>
                      <a:pt x="104" y="4"/>
                    </a:lnTo>
                    <a:lnTo>
                      <a:pt x="108" y="4"/>
                    </a:lnTo>
                    <a:lnTo>
                      <a:pt x="112" y="4"/>
                    </a:lnTo>
                    <a:lnTo>
                      <a:pt x="116" y="4"/>
                    </a:lnTo>
                    <a:lnTo>
                      <a:pt x="118" y="4"/>
                    </a:lnTo>
                    <a:lnTo>
                      <a:pt x="122" y="4"/>
                    </a:lnTo>
                    <a:lnTo>
                      <a:pt x="126" y="4"/>
                    </a:lnTo>
                    <a:lnTo>
                      <a:pt x="130" y="4"/>
                    </a:lnTo>
                    <a:lnTo>
                      <a:pt x="134" y="6"/>
                    </a:lnTo>
                    <a:lnTo>
                      <a:pt x="138" y="6"/>
                    </a:lnTo>
                    <a:lnTo>
                      <a:pt x="142" y="6"/>
                    </a:lnTo>
                    <a:lnTo>
                      <a:pt x="142" y="10"/>
                    </a:lnTo>
                    <a:lnTo>
                      <a:pt x="142" y="14"/>
                    </a:lnTo>
                    <a:lnTo>
                      <a:pt x="146" y="14"/>
                    </a:lnTo>
                    <a:lnTo>
                      <a:pt x="148" y="14"/>
                    </a:lnTo>
                    <a:lnTo>
                      <a:pt x="152" y="14"/>
                    </a:lnTo>
                    <a:lnTo>
                      <a:pt x="152" y="16"/>
                    </a:lnTo>
                    <a:lnTo>
                      <a:pt x="156" y="16"/>
                    </a:lnTo>
                    <a:lnTo>
                      <a:pt x="156" y="20"/>
                    </a:lnTo>
                    <a:lnTo>
                      <a:pt x="152" y="20"/>
                    </a:lnTo>
                    <a:lnTo>
                      <a:pt x="148" y="20"/>
                    </a:lnTo>
                    <a:lnTo>
                      <a:pt x="148" y="24"/>
                    </a:lnTo>
                    <a:lnTo>
                      <a:pt x="146" y="24"/>
                    </a:lnTo>
                    <a:lnTo>
                      <a:pt x="142" y="24"/>
                    </a:lnTo>
                    <a:lnTo>
                      <a:pt x="138" y="24"/>
                    </a:lnTo>
                    <a:lnTo>
                      <a:pt x="138" y="28"/>
                    </a:lnTo>
                    <a:lnTo>
                      <a:pt x="134" y="28"/>
                    </a:lnTo>
                    <a:lnTo>
                      <a:pt x="130" y="32"/>
                    </a:lnTo>
                    <a:lnTo>
                      <a:pt x="126" y="32"/>
                    </a:lnTo>
                    <a:lnTo>
                      <a:pt x="126" y="36"/>
                    </a:lnTo>
                    <a:lnTo>
                      <a:pt x="126" y="40"/>
                    </a:lnTo>
                    <a:lnTo>
                      <a:pt x="122" y="40"/>
                    </a:lnTo>
                    <a:lnTo>
                      <a:pt x="118" y="40"/>
                    </a:lnTo>
                    <a:lnTo>
                      <a:pt x="116" y="40"/>
                    </a:lnTo>
                    <a:lnTo>
                      <a:pt x="112" y="40"/>
                    </a:lnTo>
                    <a:lnTo>
                      <a:pt x="108" y="40"/>
                    </a:lnTo>
                    <a:lnTo>
                      <a:pt x="104" y="40"/>
                    </a:lnTo>
                    <a:lnTo>
                      <a:pt x="104" y="46"/>
                    </a:lnTo>
                    <a:lnTo>
                      <a:pt x="104" y="50"/>
                    </a:lnTo>
                    <a:lnTo>
                      <a:pt x="100" y="50"/>
                    </a:lnTo>
                    <a:lnTo>
                      <a:pt x="100" y="54"/>
                    </a:lnTo>
                    <a:lnTo>
                      <a:pt x="100" y="50"/>
                    </a:lnTo>
                    <a:lnTo>
                      <a:pt x="96" y="50"/>
                    </a:lnTo>
                    <a:lnTo>
                      <a:pt x="92" y="54"/>
                    </a:lnTo>
                    <a:lnTo>
                      <a:pt x="88" y="54"/>
                    </a:lnTo>
                    <a:lnTo>
                      <a:pt x="88" y="50"/>
                    </a:lnTo>
                    <a:lnTo>
                      <a:pt x="88" y="46"/>
                    </a:lnTo>
                    <a:lnTo>
                      <a:pt x="86" y="46"/>
                    </a:lnTo>
                    <a:lnTo>
                      <a:pt x="86" y="50"/>
                    </a:lnTo>
                    <a:lnTo>
                      <a:pt x="82" y="50"/>
                    </a:lnTo>
                    <a:lnTo>
                      <a:pt x="78" y="50"/>
                    </a:lnTo>
                    <a:lnTo>
                      <a:pt x="78" y="50"/>
                    </a:lnTo>
                    <a:lnTo>
                      <a:pt x="78"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3" name="Freeform 37"/>
              <p:cNvSpPr>
                <a:spLocks/>
              </p:cNvSpPr>
              <p:nvPr/>
            </p:nvSpPr>
            <p:spPr bwMode="gray">
              <a:xfrm>
                <a:off x="7259275" y="3844862"/>
                <a:ext cx="191319" cy="257411"/>
              </a:xfrm>
              <a:custGeom>
                <a:avLst/>
                <a:gdLst>
                  <a:gd name="T0" fmla="*/ 54 w 110"/>
                  <a:gd name="T1" fmla="*/ 72 h 148"/>
                  <a:gd name="T2" fmla="*/ 46 w 110"/>
                  <a:gd name="T3" fmla="*/ 72 h 148"/>
                  <a:gd name="T4" fmla="*/ 34 w 110"/>
                  <a:gd name="T5" fmla="*/ 80 h 148"/>
                  <a:gd name="T6" fmla="*/ 26 w 110"/>
                  <a:gd name="T7" fmla="*/ 72 h 148"/>
                  <a:gd name="T8" fmla="*/ 20 w 110"/>
                  <a:gd name="T9" fmla="*/ 80 h 148"/>
                  <a:gd name="T10" fmla="*/ 12 w 110"/>
                  <a:gd name="T11" fmla="*/ 88 h 148"/>
                  <a:gd name="T12" fmla="*/ 16 w 110"/>
                  <a:gd name="T13" fmla="*/ 76 h 148"/>
                  <a:gd name="T14" fmla="*/ 16 w 110"/>
                  <a:gd name="T15" fmla="*/ 62 h 148"/>
                  <a:gd name="T16" fmla="*/ 16 w 110"/>
                  <a:gd name="T17" fmla="*/ 54 h 148"/>
                  <a:gd name="T18" fmla="*/ 4 w 110"/>
                  <a:gd name="T19" fmla="*/ 50 h 148"/>
                  <a:gd name="T20" fmla="*/ 4 w 110"/>
                  <a:gd name="T21" fmla="*/ 40 h 148"/>
                  <a:gd name="T22" fmla="*/ 0 w 110"/>
                  <a:gd name="T23" fmla="*/ 36 h 148"/>
                  <a:gd name="T24" fmla="*/ 8 w 110"/>
                  <a:gd name="T25" fmla="*/ 30 h 148"/>
                  <a:gd name="T26" fmla="*/ 8 w 110"/>
                  <a:gd name="T27" fmla="*/ 22 h 148"/>
                  <a:gd name="T28" fmla="*/ 16 w 110"/>
                  <a:gd name="T29" fmla="*/ 14 h 148"/>
                  <a:gd name="T30" fmla="*/ 24 w 110"/>
                  <a:gd name="T31" fmla="*/ 22 h 148"/>
                  <a:gd name="T32" fmla="*/ 24 w 110"/>
                  <a:gd name="T33" fmla="*/ 22 h 148"/>
                  <a:gd name="T34" fmla="*/ 20 w 110"/>
                  <a:gd name="T35" fmla="*/ 4 h 148"/>
                  <a:gd name="T36" fmla="*/ 30 w 110"/>
                  <a:gd name="T37" fmla="*/ 0 h 148"/>
                  <a:gd name="T38" fmla="*/ 38 w 110"/>
                  <a:gd name="T39" fmla="*/ 10 h 148"/>
                  <a:gd name="T40" fmla="*/ 38 w 110"/>
                  <a:gd name="T41" fmla="*/ 18 h 148"/>
                  <a:gd name="T42" fmla="*/ 42 w 110"/>
                  <a:gd name="T43" fmla="*/ 26 h 148"/>
                  <a:gd name="T44" fmla="*/ 50 w 110"/>
                  <a:gd name="T45" fmla="*/ 32 h 148"/>
                  <a:gd name="T46" fmla="*/ 60 w 110"/>
                  <a:gd name="T47" fmla="*/ 30 h 148"/>
                  <a:gd name="T48" fmla="*/ 68 w 110"/>
                  <a:gd name="T49" fmla="*/ 40 h 148"/>
                  <a:gd name="T50" fmla="*/ 64 w 110"/>
                  <a:gd name="T51" fmla="*/ 50 h 148"/>
                  <a:gd name="T52" fmla="*/ 56 w 110"/>
                  <a:gd name="T53" fmla="*/ 50 h 148"/>
                  <a:gd name="T54" fmla="*/ 54 w 110"/>
                  <a:gd name="T55" fmla="*/ 54 h 148"/>
                  <a:gd name="T56" fmla="*/ 64 w 110"/>
                  <a:gd name="T57" fmla="*/ 66 h 148"/>
                  <a:gd name="T58" fmla="*/ 72 w 110"/>
                  <a:gd name="T59" fmla="*/ 72 h 148"/>
                  <a:gd name="T60" fmla="*/ 80 w 110"/>
                  <a:gd name="T61" fmla="*/ 80 h 148"/>
                  <a:gd name="T62" fmla="*/ 86 w 110"/>
                  <a:gd name="T63" fmla="*/ 88 h 148"/>
                  <a:gd name="T64" fmla="*/ 90 w 110"/>
                  <a:gd name="T65" fmla="*/ 98 h 148"/>
                  <a:gd name="T66" fmla="*/ 98 w 110"/>
                  <a:gd name="T67" fmla="*/ 102 h 148"/>
                  <a:gd name="T68" fmla="*/ 106 w 110"/>
                  <a:gd name="T69" fmla="*/ 110 h 148"/>
                  <a:gd name="T70" fmla="*/ 102 w 110"/>
                  <a:gd name="T71" fmla="*/ 122 h 148"/>
                  <a:gd name="T72" fmla="*/ 106 w 110"/>
                  <a:gd name="T73" fmla="*/ 128 h 148"/>
                  <a:gd name="T74" fmla="*/ 102 w 110"/>
                  <a:gd name="T75" fmla="*/ 140 h 148"/>
                  <a:gd name="T76" fmla="*/ 90 w 110"/>
                  <a:gd name="T77" fmla="*/ 140 h 148"/>
                  <a:gd name="T78" fmla="*/ 86 w 110"/>
                  <a:gd name="T79" fmla="*/ 144 h 148"/>
                  <a:gd name="T80" fmla="*/ 80 w 110"/>
                  <a:gd name="T81" fmla="*/ 144 h 148"/>
                  <a:gd name="T82" fmla="*/ 72 w 110"/>
                  <a:gd name="T83" fmla="*/ 144 h 148"/>
                  <a:gd name="T84" fmla="*/ 76 w 110"/>
                  <a:gd name="T85" fmla="*/ 132 h 148"/>
                  <a:gd name="T86" fmla="*/ 80 w 110"/>
                  <a:gd name="T87" fmla="*/ 124 h 148"/>
                  <a:gd name="T88" fmla="*/ 76 w 110"/>
                  <a:gd name="T89" fmla="*/ 114 h 148"/>
                  <a:gd name="T90" fmla="*/ 68 w 110"/>
                  <a:gd name="T91" fmla="*/ 102 h 148"/>
                  <a:gd name="T92" fmla="*/ 64 w 110"/>
                  <a:gd name="T93" fmla="*/ 96 h 148"/>
                  <a:gd name="T94" fmla="*/ 64 w 110"/>
                  <a:gd name="T95" fmla="*/ 88 h 148"/>
                  <a:gd name="T96" fmla="*/ 60 w 110"/>
                  <a:gd name="T97" fmla="*/ 80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0" h="148">
                    <a:moveTo>
                      <a:pt x="60" y="80"/>
                    </a:moveTo>
                    <a:lnTo>
                      <a:pt x="56" y="76"/>
                    </a:lnTo>
                    <a:lnTo>
                      <a:pt x="56" y="72"/>
                    </a:lnTo>
                    <a:lnTo>
                      <a:pt x="54" y="72"/>
                    </a:lnTo>
                    <a:lnTo>
                      <a:pt x="50" y="72"/>
                    </a:lnTo>
                    <a:lnTo>
                      <a:pt x="50" y="70"/>
                    </a:lnTo>
                    <a:lnTo>
                      <a:pt x="46" y="70"/>
                    </a:lnTo>
                    <a:lnTo>
                      <a:pt x="46" y="72"/>
                    </a:lnTo>
                    <a:lnTo>
                      <a:pt x="42" y="76"/>
                    </a:lnTo>
                    <a:lnTo>
                      <a:pt x="38" y="76"/>
                    </a:lnTo>
                    <a:lnTo>
                      <a:pt x="38" y="80"/>
                    </a:lnTo>
                    <a:lnTo>
                      <a:pt x="34" y="80"/>
                    </a:lnTo>
                    <a:lnTo>
                      <a:pt x="34" y="76"/>
                    </a:lnTo>
                    <a:lnTo>
                      <a:pt x="30" y="76"/>
                    </a:lnTo>
                    <a:lnTo>
                      <a:pt x="30" y="72"/>
                    </a:lnTo>
                    <a:lnTo>
                      <a:pt x="26" y="72"/>
                    </a:lnTo>
                    <a:lnTo>
                      <a:pt x="26" y="76"/>
                    </a:lnTo>
                    <a:lnTo>
                      <a:pt x="24" y="76"/>
                    </a:lnTo>
                    <a:lnTo>
                      <a:pt x="24" y="80"/>
                    </a:lnTo>
                    <a:lnTo>
                      <a:pt x="20" y="80"/>
                    </a:lnTo>
                    <a:lnTo>
                      <a:pt x="20" y="84"/>
                    </a:lnTo>
                    <a:lnTo>
                      <a:pt x="16" y="84"/>
                    </a:lnTo>
                    <a:lnTo>
                      <a:pt x="16" y="88"/>
                    </a:lnTo>
                    <a:lnTo>
                      <a:pt x="12" y="88"/>
                    </a:lnTo>
                    <a:lnTo>
                      <a:pt x="12" y="84"/>
                    </a:lnTo>
                    <a:lnTo>
                      <a:pt x="12" y="80"/>
                    </a:lnTo>
                    <a:lnTo>
                      <a:pt x="16" y="80"/>
                    </a:lnTo>
                    <a:lnTo>
                      <a:pt x="16" y="76"/>
                    </a:lnTo>
                    <a:lnTo>
                      <a:pt x="16" y="72"/>
                    </a:lnTo>
                    <a:lnTo>
                      <a:pt x="16" y="70"/>
                    </a:lnTo>
                    <a:lnTo>
                      <a:pt x="16" y="66"/>
                    </a:lnTo>
                    <a:lnTo>
                      <a:pt x="16" y="62"/>
                    </a:lnTo>
                    <a:lnTo>
                      <a:pt x="20" y="62"/>
                    </a:lnTo>
                    <a:lnTo>
                      <a:pt x="20" y="58"/>
                    </a:lnTo>
                    <a:lnTo>
                      <a:pt x="16" y="58"/>
                    </a:lnTo>
                    <a:lnTo>
                      <a:pt x="16" y="54"/>
                    </a:lnTo>
                    <a:lnTo>
                      <a:pt x="16" y="50"/>
                    </a:lnTo>
                    <a:lnTo>
                      <a:pt x="12" y="50"/>
                    </a:lnTo>
                    <a:lnTo>
                      <a:pt x="8" y="50"/>
                    </a:lnTo>
                    <a:lnTo>
                      <a:pt x="4" y="50"/>
                    </a:lnTo>
                    <a:lnTo>
                      <a:pt x="4" y="46"/>
                    </a:lnTo>
                    <a:lnTo>
                      <a:pt x="8" y="44"/>
                    </a:lnTo>
                    <a:lnTo>
                      <a:pt x="8" y="40"/>
                    </a:lnTo>
                    <a:lnTo>
                      <a:pt x="4" y="40"/>
                    </a:lnTo>
                    <a:lnTo>
                      <a:pt x="4" y="36"/>
                    </a:lnTo>
                    <a:lnTo>
                      <a:pt x="0" y="36"/>
                    </a:lnTo>
                    <a:lnTo>
                      <a:pt x="0" y="40"/>
                    </a:lnTo>
                    <a:lnTo>
                      <a:pt x="0" y="36"/>
                    </a:lnTo>
                    <a:lnTo>
                      <a:pt x="0" y="32"/>
                    </a:lnTo>
                    <a:lnTo>
                      <a:pt x="0" y="30"/>
                    </a:lnTo>
                    <a:lnTo>
                      <a:pt x="4" y="30"/>
                    </a:lnTo>
                    <a:lnTo>
                      <a:pt x="8" y="30"/>
                    </a:lnTo>
                    <a:lnTo>
                      <a:pt x="4" y="30"/>
                    </a:lnTo>
                    <a:lnTo>
                      <a:pt x="4" y="26"/>
                    </a:lnTo>
                    <a:lnTo>
                      <a:pt x="8" y="26"/>
                    </a:lnTo>
                    <a:lnTo>
                      <a:pt x="8" y="22"/>
                    </a:lnTo>
                    <a:lnTo>
                      <a:pt x="12" y="22"/>
                    </a:lnTo>
                    <a:lnTo>
                      <a:pt x="12" y="18"/>
                    </a:lnTo>
                    <a:lnTo>
                      <a:pt x="16" y="18"/>
                    </a:lnTo>
                    <a:lnTo>
                      <a:pt x="16" y="14"/>
                    </a:lnTo>
                    <a:lnTo>
                      <a:pt x="16" y="18"/>
                    </a:lnTo>
                    <a:lnTo>
                      <a:pt x="16" y="22"/>
                    </a:lnTo>
                    <a:lnTo>
                      <a:pt x="20" y="22"/>
                    </a:lnTo>
                    <a:lnTo>
                      <a:pt x="24" y="22"/>
                    </a:lnTo>
                    <a:lnTo>
                      <a:pt x="24" y="26"/>
                    </a:lnTo>
                    <a:lnTo>
                      <a:pt x="24" y="22"/>
                    </a:lnTo>
                    <a:lnTo>
                      <a:pt x="26" y="22"/>
                    </a:lnTo>
                    <a:lnTo>
                      <a:pt x="24" y="22"/>
                    </a:lnTo>
                    <a:lnTo>
                      <a:pt x="24" y="18"/>
                    </a:lnTo>
                    <a:lnTo>
                      <a:pt x="24" y="14"/>
                    </a:lnTo>
                    <a:lnTo>
                      <a:pt x="24" y="10"/>
                    </a:lnTo>
                    <a:lnTo>
                      <a:pt x="20" y="4"/>
                    </a:lnTo>
                    <a:lnTo>
                      <a:pt x="24" y="4"/>
                    </a:lnTo>
                    <a:lnTo>
                      <a:pt x="24" y="0"/>
                    </a:lnTo>
                    <a:lnTo>
                      <a:pt x="26" y="0"/>
                    </a:lnTo>
                    <a:lnTo>
                      <a:pt x="30" y="0"/>
                    </a:lnTo>
                    <a:lnTo>
                      <a:pt x="30" y="4"/>
                    </a:lnTo>
                    <a:lnTo>
                      <a:pt x="34" y="6"/>
                    </a:lnTo>
                    <a:lnTo>
                      <a:pt x="34" y="10"/>
                    </a:lnTo>
                    <a:lnTo>
                      <a:pt x="38" y="10"/>
                    </a:lnTo>
                    <a:lnTo>
                      <a:pt x="38" y="14"/>
                    </a:lnTo>
                    <a:lnTo>
                      <a:pt x="42" y="14"/>
                    </a:lnTo>
                    <a:lnTo>
                      <a:pt x="42" y="18"/>
                    </a:lnTo>
                    <a:lnTo>
                      <a:pt x="38" y="18"/>
                    </a:lnTo>
                    <a:lnTo>
                      <a:pt x="42" y="18"/>
                    </a:lnTo>
                    <a:lnTo>
                      <a:pt x="38" y="22"/>
                    </a:lnTo>
                    <a:lnTo>
                      <a:pt x="42" y="22"/>
                    </a:lnTo>
                    <a:lnTo>
                      <a:pt x="42" y="26"/>
                    </a:lnTo>
                    <a:lnTo>
                      <a:pt x="42" y="30"/>
                    </a:lnTo>
                    <a:lnTo>
                      <a:pt x="46" y="30"/>
                    </a:lnTo>
                    <a:lnTo>
                      <a:pt x="50" y="30"/>
                    </a:lnTo>
                    <a:lnTo>
                      <a:pt x="50" y="32"/>
                    </a:lnTo>
                    <a:lnTo>
                      <a:pt x="54" y="32"/>
                    </a:lnTo>
                    <a:lnTo>
                      <a:pt x="54" y="30"/>
                    </a:lnTo>
                    <a:lnTo>
                      <a:pt x="56" y="26"/>
                    </a:lnTo>
                    <a:lnTo>
                      <a:pt x="60" y="30"/>
                    </a:lnTo>
                    <a:lnTo>
                      <a:pt x="64" y="32"/>
                    </a:lnTo>
                    <a:lnTo>
                      <a:pt x="60" y="36"/>
                    </a:lnTo>
                    <a:lnTo>
                      <a:pt x="64" y="36"/>
                    </a:lnTo>
                    <a:lnTo>
                      <a:pt x="68" y="40"/>
                    </a:lnTo>
                    <a:lnTo>
                      <a:pt x="68" y="44"/>
                    </a:lnTo>
                    <a:lnTo>
                      <a:pt x="68" y="46"/>
                    </a:lnTo>
                    <a:lnTo>
                      <a:pt x="64" y="46"/>
                    </a:lnTo>
                    <a:lnTo>
                      <a:pt x="64" y="50"/>
                    </a:lnTo>
                    <a:lnTo>
                      <a:pt x="60" y="50"/>
                    </a:lnTo>
                    <a:lnTo>
                      <a:pt x="60" y="46"/>
                    </a:lnTo>
                    <a:lnTo>
                      <a:pt x="56" y="46"/>
                    </a:lnTo>
                    <a:lnTo>
                      <a:pt x="56" y="50"/>
                    </a:lnTo>
                    <a:lnTo>
                      <a:pt x="56" y="46"/>
                    </a:lnTo>
                    <a:lnTo>
                      <a:pt x="56" y="50"/>
                    </a:lnTo>
                    <a:lnTo>
                      <a:pt x="56" y="54"/>
                    </a:lnTo>
                    <a:lnTo>
                      <a:pt x="54" y="54"/>
                    </a:lnTo>
                    <a:lnTo>
                      <a:pt x="56" y="58"/>
                    </a:lnTo>
                    <a:lnTo>
                      <a:pt x="60" y="58"/>
                    </a:lnTo>
                    <a:lnTo>
                      <a:pt x="64" y="62"/>
                    </a:lnTo>
                    <a:lnTo>
                      <a:pt x="64" y="66"/>
                    </a:lnTo>
                    <a:lnTo>
                      <a:pt x="68" y="66"/>
                    </a:lnTo>
                    <a:lnTo>
                      <a:pt x="72" y="66"/>
                    </a:lnTo>
                    <a:lnTo>
                      <a:pt x="72" y="70"/>
                    </a:lnTo>
                    <a:lnTo>
                      <a:pt x="72" y="72"/>
                    </a:lnTo>
                    <a:lnTo>
                      <a:pt x="76" y="72"/>
                    </a:lnTo>
                    <a:lnTo>
                      <a:pt x="76" y="76"/>
                    </a:lnTo>
                    <a:lnTo>
                      <a:pt x="80" y="76"/>
                    </a:lnTo>
                    <a:lnTo>
                      <a:pt x="80" y="80"/>
                    </a:lnTo>
                    <a:lnTo>
                      <a:pt x="80" y="84"/>
                    </a:lnTo>
                    <a:lnTo>
                      <a:pt x="84" y="84"/>
                    </a:lnTo>
                    <a:lnTo>
                      <a:pt x="84" y="88"/>
                    </a:lnTo>
                    <a:lnTo>
                      <a:pt x="86" y="88"/>
                    </a:lnTo>
                    <a:lnTo>
                      <a:pt x="86" y="92"/>
                    </a:lnTo>
                    <a:lnTo>
                      <a:pt x="90" y="92"/>
                    </a:lnTo>
                    <a:lnTo>
                      <a:pt x="90" y="96"/>
                    </a:lnTo>
                    <a:lnTo>
                      <a:pt x="90" y="98"/>
                    </a:lnTo>
                    <a:lnTo>
                      <a:pt x="90" y="102"/>
                    </a:lnTo>
                    <a:lnTo>
                      <a:pt x="94" y="106"/>
                    </a:lnTo>
                    <a:lnTo>
                      <a:pt x="94" y="102"/>
                    </a:lnTo>
                    <a:lnTo>
                      <a:pt x="98" y="102"/>
                    </a:lnTo>
                    <a:lnTo>
                      <a:pt x="98" y="106"/>
                    </a:lnTo>
                    <a:lnTo>
                      <a:pt x="102" y="106"/>
                    </a:lnTo>
                    <a:lnTo>
                      <a:pt x="102" y="110"/>
                    </a:lnTo>
                    <a:lnTo>
                      <a:pt x="106" y="110"/>
                    </a:lnTo>
                    <a:lnTo>
                      <a:pt x="106" y="114"/>
                    </a:lnTo>
                    <a:lnTo>
                      <a:pt x="102" y="114"/>
                    </a:lnTo>
                    <a:lnTo>
                      <a:pt x="102" y="118"/>
                    </a:lnTo>
                    <a:lnTo>
                      <a:pt x="102" y="122"/>
                    </a:lnTo>
                    <a:lnTo>
                      <a:pt x="106" y="122"/>
                    </a:lnTo>
                    <a:lnTo>
                      <a:pt x="106" y="124"/>
                    </a:lnTo>
                    <a:lnTo>
                      <a:pt x="110" y="124"/>
                    </a:lnTo>
                    <a:lnTo>
                      <a:pt x="106" y="128"/>
                    </a:lnTo>
                    <a:lnTo>
                      <a:pt x="106" y="132"/>
                    </a:lnTo>
                    <a:lnTo>
                      <a:pt x="106" y="136"/>
                    </a:lnTo>
                    <a:lnTo>
                      <a:pt x="102" y="136"/>
                    </a:lnTo>
                    <a:lnTo>
                      <a:pt x="102" y="140"/>
                    </a:lnTo>
                    <a:lnTo>
                      <a:pt x="94" y="144"/>
                    </a:lnTo>
                    <a:lnTo>
                      <a:pt x="94" y="140"/>
                    </a:lnTo>
                    <a:lnTo>
                      <a:pt x="90" y="136"/>
                    </a:lnTo>
                    <a:lnTo>
                      <a:pt x="90" y="140"/>
                    </a:lnTo>
                    <a:lnTo>
                      <a:pt x="86" y="140"/>
                    </a:lnTo>
                    <a:lnTo>
                      <a:pt x="84" y="140"/>
                    </a:lnTo>
                    <a:lnTo>
                      <a:pt x="84" y="144"/>
                    </a:lnTo>
                    <a:lnTo>
                      <a:pt x="86" y="144"/>
                    </a:lnTo>
                    <a:lnTo>
                      <a:pt x="86" y="148"/>
                    </a:lnTo>
                    <a:lnTo>
                      <a:pt x="84" y="148"/>
                    </a:lnTo>
                    <a:lnTo>
                      <a:pt x="80" y="148"/>
                    </a:lnTo>
                    <a:lnTo>
                      <a:pt x="80" y="144"/>
                    </a:lnTo>
                    <a:lnTo>
                      <a:pt x="76" y="144"/>
                    </a:lnTo>
                    <a:lnTo>
                      <a:pt x="76" y="148"/>
                    </a:lnTo>
                    <a:lnTo>
                      <a:pt x="76" y="144"/>
                    </a:lnTo>
                    <a:lnTo>
                      <a:pt x="72" y="144"/>
                    </a:lnTo>
                    <a:lnTo>
                      <a:pt x="72" y="140"/>
                    </a:lnTo>
                    <a:lnTo>
                      <a:pt x="76" y="140"/>
                    </a:lnTo>
                    <a:lnTo>
                      <a:pt x="76" y="136"/>
                    </a:lnTo>
                    <a:lnTo>
                      <a:pt x="76" y="132"/>
                    </a:lnTo>
                    <a:lnTo>
                      <a:pt x="80" y="132"/>
                    </a:lnTo>
                    <a:lnTo>
                      <a:pt x="80" y="128"/>
                    </a:lnTo>
                    <a:lnTo>
                      <a:pt x="76" y="128"/>
                    </a:lnTo>
                    <a:lnTo>
                      <a:pt x="80" y="124"/>
                    </a:lnTo>
                    <a:lnTo>
                      <a:pt x="80" y="122"/>
                    </a:lnTo>
                    <a:lnTo>
                      <a:pt x="80" y="118"/>
                    </a:lnTo>
                    <a:lnTo>
                      <a:pt x="76" y="118"/>
                    </a:lnTo>
                    <a:lnTo>
                      <a:pt x="76" y="114"/>
                    </a:lnTo>
                    <a:lnTo>
                      <a:pt x="72" y="114"/>
                    </a:lnTo>
                    <a:lnTo>
                      <a:pt x="72" y="110"/>
                    </a:lnTo>
                    <a:lnTo>
                      <a:pt x="68" y="106"/>
                    </a:lnTo>
                    <a:lnTo>
                      <a:pt x="68" y="102"/>
                    </a:lnTo>
                    <a:lnTo>
                      <a:pt x="64" y="102"/>
                    </a:lnTo>
                    <a:lnTo>
                      <a:pt x="68" y="102"/>
                    </a:lnTo>
                    <a:lnTo>
                      <a:pt x="68" y="98"/>
                    </a:lnTo>
                    <a:lnTo>
                      <a:pt x="64" y="96"/>
                    </a:lnTo>
                    <a:lnTo>
                      <a:pt x="68" y="96"/>
                    </a:lnTo>
                    <a:lnTo>
                      <a:pt x="68" y="92"/>
                    </a:lnTo>
                    <a:lnTo>
                      <a:pt x="68" y="88"/>
                    </a:lnTo>
                    <a:lnTo>
                      <a:pt x="64" y="88"/>
                    </a:lnTo>
                    <a:lnTo>
                      <a:pt x="64" y="84"/>
                    </a:lnTo>
                    <a:lnTo>
                      <a:pt x="60" y="84"/>
                    </a:lnTo>
                    <a:lnTo>
                      <a:pt x="60" y="80"/>
                    </a:lnTo>
                    <a:lnTo>
                      <a:pt x="60" y="80"/>
                    </a:lnTo>
                    <a:lnTo>
                      <a:pt x="60" y="8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4" name="Freeform 38"/>
              <p:cNvSpPr>
                <a:spLocks/>
              </p:cNvSpPr>
              <p:nvPr/>
            </p:nvSpPr>
            <p:spPr bwMode="gray">
              <a:xfrm>
                <a:off x="5662630" y="3458745"/>
                <a:ext cx="38264" cy="52178"/>
              </a:xfrm>
              <a:custGeom>
                <a:avLst/>
                <a:gdLst>
                  <a:gd name="T0" fmla="*/ 14 w 22"/>
                  <a:gd name="T1" fmla="*/ 0 h 30"/>
                  <a:gd name="T2" fmla="*/ 14 w 22"/>
                  <a:gd name="T3" fmla="*/ 0 h 30"/>
                  <a:gd name="T4" fmla="*/ 14 w 22"/>
                  <a:gd name="T5" fmla="*/ 0 h 30"/>
                  <a:gd name="T6" fmla="*/ 18 w 22"/>
                  <a:gd name="T7" fmla="*/ 0 h 30"/>
                  <a:gd name="T8" fmla="*/ 18 w 22"/>
                  <a:gd name="T9" fmla="*/ 0 h 30"/>
                  <a:gd name="T10" fmla="*/ 18 w 22"/>
                  <a:gd name="T11" fmla="*/ 0 h 30"/>
                  <a:gd name="T12" fmla="*/ 18 w 22"/>
                  <a:gd name="T13" fmla="*/ 0 h 30"/>
                  <a:gd name="T14" fmla="*/ 22 w 22"/>
                  <a:gd name="T15" fmla="*/ 4 h 30"/>
                  <a:gd name="T16" fmla="*/ 22 w 22"/>
                  <a:gd name="T17" fmla="*/ 8 h 30"/>
                  <a:gd name="T18" fmla="*/ 22 w 22"/>
                  <a:gd name="T19" fmla="*/ 8 h 30"/>
                  <a:gd name="T20" fmla="*/ 18 w 22"/>
                  <a:gd name="T21" fmla="*/ 12 h 30"/>
                  <a:gd name="T22" fmla="*/ 18 w 22"/>
                  <a:gd name="T23" fmla="*/ 12 h 30"/>
                  <a:gd name="T24" fmla="*/ 18 w 22"/>
                  <a:gd name="T25" fmla="*/ 16 h 30"/>
                  <a:gd name="T26" fmla="*/ 18 w 22"/>
                  <a:gd name="T27" fmla="*/ 16 h 30"/>
                  <a:gd name="T28" fmla="*/ 18 w 22"/>
                  <a:gd name="T29" fmla="*/ 16 h 30"/>
                  <a:gd name="T30" fmla="*/ 14 w 22"/>
                  <a:gd name="T31" fmla="*/ 16 h 30"/>
                  <a:gd name="T32" fmla="*/ 10 w 22"/>
                  <a:gd name="T33" fmla="*/ 20 h 30"/>
                  <a:gd name="T34" fmla="*/ 14 w 22"/>
                  <a:gd name="T35" fmla="*/ 20 h 30"/>
                  <a:gd name="T36" fmla="*/ 14 w 22"/>
                  <a:gd name="T37" fmla="*/ 20 h 30"/>
                  <a:gd name="T38" fmla="*/ 10 w 22"/>
                  <a:gd name="T39" fmla="*/ 22 h 30"/>
                  <a:gd name="T40" fmla="*/ 10 w 22"/>
                  <a:gd name="T41" fmla="*/ 22 h 30"/>
                  <a:gd name="T42" fmla="*/ 10 w 22"/>
                  <a:gd name="T43" fmla="*/ 22 h 30"/>
                  <a:gd name="T44" fmla="*/ 10 w 22"/>
                  <a:gd name="T45" fmla="*/ 22 h 30"/>
                  <a:gd name="T46" fmla="*/ 6 w 22"/>
                  <a:gd name="T47" fmla="*/ 26 h 30"/>
                  <a:gd name="T48" fmla="*/ 6 w 22"/>
                  <a:gd name="T49" fmla="*/ 26 h 30"/>
                  <a:gd name="T50" fmla="*/ 6 w 22"/>
                  <a:gd name="T51" fmla="*/ 26 h 30"/>
                  <a:gd name="T52" fmla="*/ 6 w 22"/>
                  <a:gd name="T53" fmla="*/ 30 h 30"/>
                  <a:gd name="T54" fmla="*/ 2 w 22"/>
                  <a:gd name="T55" fmla="*/ 30 h 30"/>
                  <a:gd name="T56" fmla="*/ 2 w 22"/>
                  <a:gd name="T57" fmla="*/ 30 h 30"/>
                  <a:gd name="T58" fmla="*/ 0 w 22"/>
                  <a:gd name="T59" fmla="*/ 30 h 30"/>
                  <a:gd name="T60" fmla="*/ 0 w 22"/>
                  <a:gd name="T61" fmla="*/ 26 h 30"/>
                  <a:gd name="T62" fmla="*/ 2 w 22"/>
                  <a:gd name="T63" fmla="*/ 26 h 30"/>
                  <a:gd name="T64" fmla="*/ 2 w 22"/>
                  <a:gd name="T65" fmla="*/ 22 h 30"/>
                  <a:gd name="T66" fmla="*/ 2 w 22"/>
                  <a:gd name="T67" fmla="*/ 22 h 30"/>
                  <a:gd name="T68" fmla="*/ 2 w 22"/>
                  <a:gd name="T69" fmla="*/ 22 h 30"/>
                  <a:gd name="T70" fmla="*/ 2 w 22"/>
                  <a:gd name="T71" fmla="*/ 20 h 30"/>
                  <a:gd name="T72" fmla="*/ 2 w 22"/>
                  <a:gd name="T73" fmla="*/ 20 h 30"/>
                  <a:gd name="T74" fmla="*/ 6 w 22"/>
                  <a:gd name="T75" fmla="*/ 16 h 30"/>
                  <a:gd name="T76" fmla="*/ 6 w 22"/>
                  <a:gd name="T77" fmla="*/ 16 h 30"/>
                  <a:gd name="T78" fmla="*/ 6 w 22"/>
                  <a:gd name="T79" fmla="*/ 16 h 30"/>
                  <a:gd name="T80" fmla="*/ 6 w 22"/>
                  <a:gd name="T81" fmla="*/ 12 h 30"/>
                  <a:gd name="T82" fmla="*/ 6 w 22"/>
                  <a:gd name="T83" fmla="*/ 12 h 30"/>
                  <a:gd name="T84" fmla="*/ 6 w 22"/>
                  <a:gd name="T85" fmla="*/ 8 h 30"/>
                  <a:gd name="T86" fmla="*/ 6 w 22"/>
                  <a:gd name="T87" fmla="*/ 8 h 30"/>
                  <a:gd name="T88" fmla="*/ 6 w 22"/>
                  <a:gd name="T89" fmla="*/ 8 h 30"/>
                  <a:gd name="T90" fmla="*/ 10 w 22"/>
                  <a:gd name="T91" fmla="*/ 4 h 30"/>
                  <a:gd name="T92" fmla="*/ 14 w 22"/>
                  <a:gd name="T93" fmla="*/ 0 h 30"/>
                  <a:gd name="T94" fmla="*/ 14 w 22"/>
                  <a:gd name="T95" fmla="*/ 0 h 30"/>
                  <a:gd name="T96" fmla="*/ 14 w 22"/>
                  <a:gd name="T97" fmla="*/ 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 h="30">
                    <a:moveTo>
                      <a:pt x="14" y="0"/>
                    </a:moveTo>
                    <a:lnTo>
                      <a:pt x="14" y="0"/>
                    </a:lnTo>
                    <a:lnTo>
                      <a:pt x="14" y="0"/>
                    </a:lnTo>
                    <a:lnTo>
                      <a:pt x="14" y="0"/>
                    </a:lnTo>
                    <a:lnTo>
                      <a:pt x="14" y="0"/>
                    </a:lnTo>
                    <a:lnTo>
                      <a:pt x="14" y="0"/>
                    </a:lnTo>
                    <a:lnTo>
                      <a:pt x="18" y="0"/>
                    </a:lnTo>
                    <a:lnTo>
                      <a:pt x="18" y="0"/>
                    </a:lnTo>
                    <a:lnTo>
                      <a:pt x="18" y="0"/>
                    </a:lnTo>
                    <a:lnTo>
                      <a:pt x="18" y="0"/>
                    </a:lnTo>
                    <a:lnTo>
                      <a:pt x="18" y="0"/>
                    </a:lnTo>
                    <a:lnTo>
                      <a:pt x="18" y="0"/>
                    </a:lnTo>
                    <a:lnTo>
                      <a:pt x="18" y="4"/>
                    </a:lnTo>
                    <a:lnTo>
                      <a:pt x="18" y="0"/>
                    </a:lnTo>
                    <a:lnTo>
                      <a:pt x="18" y="4"/>
                    </a:lnTo>
                    <a:lnTo>
                      <a:pt x="22" y="4"/>
                    </a:lnTo>
                    <a:lnTo>
                      <a:pt x="22" y="4"/>
                    </a:lnTo>
                    <a:lnTo>
                      <a:pt x="22" y="8"/>
                    </a:lnTo>
                    <a:lnTo>
                      <a:pt x="22" y="8"/>
                    </a:lnTo>
                    <a:lnTo>
                      <a:pt x="22" y="8"/>
                    </a:lnTo>
                    <a:lnTo>
                      <a:pt x="18" y="12"/>
                    </a:lnTo>
                    <a:lnTo>
                      <a:pt x="18" y="12"/>
                    </a:lnTo>
                    <a:lnTo>
                      <a:pt x="18" y="12"/>
                    </a:lnTo>
                    <a:lnTo>
                      <a:pt x="18" y="12"/>
                    </a:lnTo>
                    <a:lnTo>
                      <a:pt x="18" y="16"/>
                    </a:lnTo>
                    <a:lnTo>
                      <a:pt x="18" y="16"/>
                    </a:lnTo>
                    <a:lnTo>
                      <a:pt x="18" y="16"/>
                    </a:lnTo>
                    <a:lnTo>
                      <a:pt x="18" y="16"/>
                    </a:lnTo>
                    <a:lnTo>
                      <a:pt x="18" y="16"/>
                    </a:lnTo>
                    <a:lnTo>
                      <a:pt x="18" y="16"/>
                    </a:lnTo>
                    <a:lnTo>
                      <a:pt x="14" y="16"/>
                    </a:lnTo>
                    <a:lnTo>
                      <a:pt x="14" y="16"/>
                    </a:lnTo>
                    <a:lnTo>
                      <a:pt x="14" y="16"/>
                    </a:lnTo>
                    <a:lnTo>
                      <a:pt x="10" y="20"/>
                    </a:lnTo>
                    <a:lnTo>
                      <a:pt x="10" y="20"/>
                    </a:lnTo>
                    <a:lnTo>
                      <a:pt x="14" y="20"/>
                    </a:lnTo>
                    <a:lnTo>
                      <a:pt x="14" y="20"/>
                    </a:lnTo>
                    <a:lnTo>
                      <a:pt x="14" y="20"/>
                    </a:lnTo>
                    <a:lnTo>
                      <a:pt x="10" y="22"/>
                    </a:lnTo>
                    <a:lnTo>
                      <a:pt x="10" y="22"/>
                    </a:lnTo>
                    <a:lnTo>
                      <a:pt x="10" y="22"/>
                    </a:lnTo>
                    <a:lnTo>
                      <a:pt x="10" y="22"/>
                    </a:lnTo>
                    <a:lnTo>
                      <a:pt x="10" y="22"/>
                    </a:lnTo>
                    <a:lnTo>
                      <a:pt x="10" y="22"/>
                    </a:lnTo>
                    <a:lnTo>
                      <a:pt x="10" y="22"/>
                    </a:lnTo>
                    <a:lnTo>
                      <a:pt x="10" y="22"/>
                    </a:lnTo>
                    <a:lnTo>
                      <a:pt x="10" y="22"/>
                    </a:lnTo>
                    <a:lnTo>
                      <a:pt x="6" y="26"/>
                    </a:lnTo>
                    <a:lnTo>
                      <a:pt x="6" y="26"/>
                    </a:lnTo>
                    <a:lnTo>
                      <a:pt x="6" y="26"/>
                    </a:lnTo>
                    <a:lnTo>
                      <a:pt x="6" y="26"/>
                    </a:lnTo>
                    <a:lnTo>
                      <a:pt x="6" y="26"/>
                    </a:lnTo>
                    <a:lnTo>
                      <a:pt x="6" y="26"/>
                    </a:lnTo>
                    <a:lnTo>
                      <a:pt x="6" y="30"/>
                    </a:lnTo>
                    <a:lnTo>
                      <a:pt x="2" y="30"/>
                    </a:lnTo>
                    <a:lnTo>
                      <a:pt x="2" y="30"/>
                    </a:lnTo>
                    <a:lnTo>
                      <a:pt x="2" y="30"/>
                    </a:lnTo>
                    <a:lnTo>
                      <a:pt x="2" y="30"/>
                    </a:lnTo>
                    <a:lnTo>
                      <a:pt x="2" y="30"/>
                    </a:lnTo>
                    <a:lnTo>
                      <a:pt x="0" y="30"/>
                    </a:lnTo>
                    <a:lnTo>
                      <a:pt x="0" y="30"/>
                    </a:lnTo>
                    <a:lnTo>
                      <a:pt x="0" y="26"/>
                    </a:lnTo>
                    <a:lnTo>
                      <a:pt x="2" y="26"/>
                    </a:lnTo>
                    <a:lnTo>
                      <a:pt x="2" y="26"/>
                    </a:lnTo>
                    <a:lnTo>
                      <a:pt x="2" y="26"/>
                    </a:lnTo>
                    <a:lnTo>
                      <a:pt x="2" y="22"/>
                    </a:lnTo>
                    <a:lnTo>
                      <a:pt x="2" y="22"/>
                    </a:lnTo>
                    <a:lnTo>
                      <a:pt x="2" y="22"/>
                    </a:lnTo>
                    <a:lnTo>
                      <a:pt x="2" y="22"/>
                    </a:lnTo>
                    <a:lnTo>
                      <a:pt x="2" y="22"/>
                    </a:lnTo>
                    <a:lnTo>
                      <a:pt x="2" y="20"/>
                    </a:lnTo>
                    <a:lnTo>
                      <a:pt x="2" y="20"/>
                    </a:lnTo>
                    <a:lnTo>
                      <a:pt x="2" y="20"/>
                    </a:lnTo>
                    <a:lnTo>
                      <a:pt x="2" y="20"/>
                    </a:lnTo>
                    <a:lnTo>
                      <a:pt x="2" y="16"/>
                    </a:lnTo>
                    <a:lnTo>
                      <a:pt x="6" y="16"/>
                    </a:lnTo>
                    <a:lnTo>
                      <a:pt x="6" y="16"/>
                    </a:lnTo>
                    <a:lnTo>
                      <a:pt x="6" y="16"/>
                    </a:lnTo>
                    <a:lnTo>
                      <a:pt x="6" y="16"/>
                    </a:lnTo>
                    <a:lnTo>
                      <a:pt x="6" y="16"/>
                    </a:lnTo>
                    <a:lnTo>
                      <a:pt x="6" y="16"/>
                    </a:lnTo>
                    <a:lnTo>
                      <a:pt x="6" y="12"/>
                    </a:lnTo>
                    <a:lnTo>
                      <a:pt x="6" y="16"/>
                    </a:lnTo>
                    <a:lnTo>
                      <a:pt x="6" y="12"/>
                    </a:lnTo>
                    <a:lnTo>
                      <a:pt x="6" y="12"/>
                    </a:lnTo>
                    <a:lnTo>
                      <a:pt x="6" y="8"/>
                    </a:lnTo>
                    <a:lnTo>
                      <a:pt x="6" y="8"/>
                    </a:lnTo>
                    <a:lnTo>
                      <a:pt x="6" y="8"/>
                    </a:lnTo>
                    <a:lnTo>
                      <a:pt x="6" y="8"/>
                    </a:lnTo>
                    <a:lnTo>
                      <a:pt x="6" y="8"/>
                    </a:lnTo>
                    <a:lnTo>
                      <a:pt x="6" y="4"/>
                    </a:lnTo>
                    <a:lnTo>
                      <a:pt x="10" y="4"/>
                    </a:lnTo>
                    <a:lnTo>
                      <a:pt x="10" y="4"/>
                    </a:lnTo>
                    <a:lnTo>
                      <a:pt x="14" y="0"/>
                    </a:lnTo>
                    <a:lnTo>
                      <a:pt x="14" y="0"/>
                    </a:lnTo>
                    <a:lnTo>
                      <a:pt x="14" y="0"/>
                    </a:lnTo>
                    <a:lnTo>
                      <a:pt x="14" y="0"/>
                    </a:lnTo>
                    <a:lnTo>
                      <a:pt x="14" y="0"/>
                    </a:lnTo>
                    <a:lnTo>
                      <a:pt x="1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5" name="Freeform 39"/>
              <p:cNvSpPr>
                <a:spLocks noEditPoints="1"/>
              </p:cNvSpPr>
              <p:nvPr/>
            </p:nvSpPr>
            <p:spPr bwMode="gray">
              <a:xfrm>
                <a:off x="7248839" y="4304024"/>
                <a:ext cx="486995" cy="194796"/>
              </a:xfrm>
              <a:custGeom>
                <a:avLst/>
                <a:gdLst>
                  <a:gd name="T0" fmla="*/ 8 w 280"/>
                  <a:gd name="T1" fmla="*/ 14 h 112"/>
                  <a:gd name="T2" fmla="*/ 18 w 280"/>
                  <a:gd name="T3" fmla="*/ 18 h 112"/>
                  <a:gd name="T4" fmla="*/ 22 w 280"/>
                  <a:gd name="T5" fmla="*/ 30 h 112"/>
                  <a:gd name="T6" fmla="*/ 34 w 280"/>
                  <a:gd name="T7" fmla="*/ 26 h 112"/>
                  <a:gd name="T8" fmla="*/ 42 w 280"/>
                  <a:gd name="T9" fmla="*/ 26 h 112"/>
                  <a:gd name="T10" fmla="*/ 52 w 280"/>
                  <a:gd name="T11" fmla="*/ 36 h 112"/>
                  <a:gd name="T12" fmla="*/ 52 w 280"/>
                  <a:gd name="T13" fmla="*/ 56 h 112"/>
                  <a:gd name="T14" fmla="*/ 56 w 280"/>
                  <a:gd name="T15" fmla="*/ 66 h 112"/>
                  <a:gd name="T16" fmla="*/ 60 w 280"/>
                  <a:gd name="T17" fmla="*/ 86 h 112"/>
                  <a:gd name="T18" fmla="*/ 64 w 280"/>
                  <a:gd name="T19" fmla="*/ 100 h 112"/>
                  <a:gd name="T20" fmla="*/ 56 w 280"/>
                  <a:gd name="T21" fmla="*/ 100 h 112"/>
                  <a:gd name="T22" fmla="*/ 38 w 280"/>
                  <a:gd name="T23" fmla="*/ 90 h 112"/>
                  <a:gd name="T24" fmla="*/ 22 w 280"/>
                  <a:gd name="T25" fmla="*/ 78 h 112"/>
                  <a:gd name="T26" fmla="*/ 22 w 280"/>
                  <a:gd name="T27" fmla="*/ 64 h 112"/>
                  <a:gd name="T28" fmla="*/ 14 w 280"/>
                  <a:gd name="T29" fmla="*/ 52 h 112"/>
                  <a:gd name="T30" fmla="*/ 12 w 280"/>
                  <a:gd name="T31" fmla="*/ 30 h 112"/>
                  <a:gd name="T32" fmla="*/ 242 w 280"/>
                  <a:gd name="T33" fmla="*/ 4 h 112"/>
                  <a:gd name="T34" fmla="*/ 246 w 280"/>
                  <a:gd name="T35" fmla="*/ 0 h 112"/>
                  <a:gd name="T36" fmla="*/ 254 w 280"/>
                  <a:gd name="T37" fmla="*/ 10 h 112"/>
                  <a:gd name="T38" fmla="*/ 266 w 280"/>
                  <a:gd name="T39" fmla="*/ 44 h 112"/>
                  <a:gd name="T40" fmla="*/ 258 w 280"/>
                  <a:gd name="T41" fmla="*/ 52 h 112"/>
                  <a:gd name="T42" fmla="*/ 168 w 280"/>
                  <a:gd name="T43" fmla="*/ 86 h 112"/>
                  <a:gd name="T44" fmla="*/ 210 w 280"/>
                  <a:gd name="T45" fmla="*/ 48 h 112"/>
                  <a:gd name="T46" fmla="*/ 216 w 280"/>
                  <a:gd name="T47" fmla="*/ 44 h 112"/>
                  <a:gd name="T48" fmla="*/ 224 w 280"/>
                  <a:gd name="T49" fmla="*/ 52 h 112"/>
                  <a:gd name="T50" fmla="*/ 224 w 280"/>
                  <a:gd name="T51" fmla="*/ 36 h 112"/>
                  <a:gd name="T52" fmla="*/ 232 w 280"/>
                  <a:gd name="T53" fmla="*/ 30 h 112"/>
                  <a:gd name="T54" fmla="*/ 240 w 280"/>
                  <a:gd name="T55" fmla="*/ 14 h 112"/>
                  <a:gd name="T56" fmla="*/ 242 w 280"/>
                  <a:gd name="T57" fmla="*/ 10 h 112"/>
                  <a:gd name="T58" fmla="*/ 250 w 280"/>
                  <a:gd name="T59" fmla="*/ 10 h 112"/>
                  <a:gd name="T60" fmla="*/ 258 w 280"/>
                  <a:gd name="T61" fmla="*/ 18 h 112"/>
                  <a:gd name="T62" fmla="*/ 262 w 280"/>
                  <a:gd name="T63" fmla="*/ 26 h 112"/>
                  <a:gd name="T64" fmla="*/ 272 w 280"/>
                  <a:gd name="T65" fmla="*/ 30 h 112"/>
                  <a:gd name="T66" fmla="*/ 272 w 280"/>
                  <a:gd name="T67" fmla="*/ 36 h 112"/>
                  <a:gd name="T68" fmla="*/ 262 w 280"/>
                  <a:gd name="T69" fmla="*/ 40 h 112"/>
                  <a:gd name="T70" fmla="*/ 262 w 280"/>
                  <a:gd name="T71" fmla="*/ 52 h 112"/>
                  <a:gd name="T72" fmla="*/ 242 w 280"/>
                  <a:gd name="T73" fmla="*/ 52 h 112"/>
                  <a:gd name="T74" fmla="*/ 228 w 280"/>
                  <a:gd name="T75" fmla="*/ 52 h 112"/>
                  <a:gd name="T76" fmla="*/ 224 w 280"/>
                  <a:gd name="T77" fmla="*/ 70 h 112"/>
                  <a:gd name="T78" fmla="*/ 216 w 280"/>
                  <a:gd name="T79" fmla="*/ 92 h 112"/>
                  <a:gd name="T80" fmla="*/ 202 w 280"/>
                  <a:gd name="T81" fmla="*/ 100 h 112"/>
                  <a:gd name="T82" fmla="*/ 186 w 280"/>
                  <a:gd name="T83" fmla="*/ 96 h 112"/>
                  <a:gd name="T84" fmla="*/ 172 w 280"/>
                  <a:gd name="T85" fmla="*/ 108 h 112"/>
                  <a:gd name="T86" fmla="*/ 154 w 280"/>
                  <a:gd name="T87" fmla="*/ 112 h 112"/>
                  <a:gd name="T88" fmla="*/ 142 w 280"/>
                  <a:gd name="T89" fmla="*/ 92 h 112"/>
                  <a:gd name="T90" fmla="*/ 154 w 280"/>
                  <a:gd name="T91" fmla="*/ 92 h 112"/>
                  <a:gd name="T92" fmla="*/ 160 w 280"/>
                  <a:gd name="T93" fmla="*/ 100 h 112"/>
                  <a:gd name="T94" fmla="*/ 164 w 280"/>
                  <a:gd name="T95" fmla="*/ 92 h 112"/>
                  <a:gd name="T96" fmla="*/ 164 w 280"/>
                  <a:gd name="T97" fmla="*/ 86 h 112"/>
                  <a:gd name="T98" fmla="*/ 176 w 280"/>
                  <a:gd name="T99" fmla="*/ 74 h 112"/>
                  <a:gd name="T100" fmla="*/ 194 w 280"/>
                  <a:gd name="T101" fmla="*/ 66 h 112"/>
                  <a:gd name="T102" fmla="*/ 206 w 280"/>
                  <a:gd name="T103" fmla="*/ 48 h 112"/>
                  <a:gd name="T104" fmla="*/ 4 w 280"/>
                  <a:gd name="T105" fmla="*/ 14 h 112"/>
                  <a:gd name="T106" fmla="*/ 12 w 280"/>
                  <a:gd name="T107" fmla="*/ 34 h 112"/>
                  <a:gd name="T108" fmla="*/ 12 w 280"/>
                  <a:gd name="T109" fmla="*/ 34 h 112"/>
                  <a:gd name="T110" fmla="*/ 64 w 280"/>
                  <a:gd name="T111" fmla="*/ 74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80" h="112">
                    <a:moveTo>
                      <a:pt x="12" y="30"/>
                    </a:moveTo>
                    <a:lnTo>
                      <a:pt x="12" y="26"/>
                    </a:lnTo>
                    <a:lnTo>
                      <a:pt x="12" y="22"/>
                    </a:lnTo>
                    <a:lnTo>
                      <a:pt x="12" y="18"/>
                    </a:lnTo>
                    <a:lnTo>
                      <a:pt x="8" y="18"/>
                    </a:lnTo>
                    <a:lnTo>
                      <a:pt x="8" y="14"/>
                    </a:lnTo>
                    <a:lnTo>
                      <a:pt x="8" y="10"/>
                    </a:lnTo>
                    <a:lnTo>
                      <a:pt x="12" y="10"/>
                    </a:lnTo>
                    <a:lnTo>
                      <a:pt x="12" y="14"/>
                    </a:lnTo>
                    <a:lnTo>
                      <a:pt x="14" y="14"/>
                    </a:lnTo>
                    <a:lnTo>
                      <a:pt x="18" y="14"/>
                    </a:lnTo>
                    <a:lnTo>
                      <a:pt x="18" y="18"/>
                    </a:lnTo>
                    <a:lnTo>
                      <a:pt x="22" y="18"/>
                    </a:lnTo>
                    <a:lnTo>
                      <a:pt x="22" y="22"/>
                    </a:lnTo>
                    <a:lnTo>
                      <a:pt x="18" y="22"/>
                    </a:lnTo>
                    <a:lnTo>
                      <a:pt x="18" y="26"/>
                    </a:lnTo>
                    <a:lnTo>
                      <a:pt x="22" y="26"/>
                    </a:lnTo>
                    <a:lnTo>
                      <a:pt x="22" y="30"/>
                    </a:lnTo>
                    <a:lnTo>
                      <a:pt x="22" y="26"/>
                    </a:lnTo>
                    <a:lnTo>
                      <a:pt x="26" y="26"/>
                    </a:lnTo>
                    <a:lnTo>
                      <a:pt x="26" y="22"/>
                    </a:lnTo>
                    <a:lnTo>
                      <a:pt x="30" y="22"/>
                    </a:lnTo>
                    <a:lnTo>
                      <a:pt x="30" y="26"/>
                    </a:lnTo>
                    <a:lnTo>
                      <a:pt x="34" y="26"/>
                    </a:lnTo>
                    <a:lnTo>
                      <a:pt x="34" y="22"/>
                    </a:lnTo>
                    <a:lnTo>
                      <a:pt x="34" y="18"/>
                    </a:lnTo>
                    <a:lnTo>
                      <a:pt x="38" y="18"/>
                    </a:lnTo>
                    <a:lnTo>
                      <a:pt x="42" y="18"/>
                    </a:lnTo>
                    <a:lnTo>
                      <a:pt x="42" y="22"/>
                    </a:lnTo>
                    <a:lnTo>
                      <a:pt x="42" y="26"/>
                    </a:lnTo>
                    <a:lnTo>
                      <a:pt x="44" y="26"/>
                    </a:lnTo>
                    <a:lnTo>
                      <a:pt x="44" y="30"/>
                    </a:lnTo>
                    <a:lnTo>
                      <a:pt x="48" y="30"/>
                    </a:lnTo>
                    <a:lnTo>
                      <a:pt x="48" y="34"/>
                    </a:lnTo>
                    <a:lnTo>
                      <a:pt x="52" y="34"/>
                    </a:lnTo>
                    <a:lnTo>
                      <a:pt x="52" y="36"/>
                    </a:lnTo>
                    <a:lnTo>
                      <a:pt x="52" y="40"/>
                    </a:lnTo>
                    <a:lnTo>
                      <a:pt x="56" y="44"/>
                    </a:lnTo>
                    <a:lnTo>
                      <a:pt x="56" y="48"/>
                    </a:lnTo>
                    <a:lnTo>
                      <a:pt x="56" y="52"/>
                    </a:lnTo>
                    <a:lnTo>
                      <a:pt x="52" y="52"/>
                    </a:lnTo>
                    <a:lnTo>
                      <a:pt x="52" y="56"/>
                    </a:lnTo>
                    <a:lnTo>
                      <a:pt x="52" y="60"/>
                    </a:lnTo>
                    <a:lnTo>
                      <a:pt x="52" y="64"/>
                    </a:lnTo>
                    <a:lnTo>
                      <a:pt x="56" y="64"/>
                    </a:lnTo>
                    <a:lnTo>
                      <a:pt x="56" y="66"/>
                    </a:lnTo>
                    <a:lnTo>
                      <a:pt x="52" y="66"/>
                    </a:lnTo>
                    <a:lnTo>
                      <a:pt x="56" y="66"/>
                    </a:lnTo>
                    <a:lnTo>
                      <a:pt x="56" y="70"/>
                    </a:lnTo>
                    <a:lnTo>
                      <a:pt x="56" y="74"/>
                    </a:lnTo>
                    <a:lnTo>
                      <a:pt x="56" y="78"/>
                    </a:lnTo>
                    <a:lnTo>
                      <a:pt x="60" y="78"/>
                    </a:lnTo>
                    <a:lnTo>
                      <a:pt x="60" y="82"/>
                    </a:lnTo>
                    <a:lnTo>
                      <a:pt x="60" y="86"/>
                    </a:lnTo>
                    <a:lnTo>
                      <a:pt x="64" y="86"/>
                    </a:lnTo>
                    <a:lnTo>
                      <a:pt x="64" y="90"/>
                    </a:lnTo>
                    <a:lnTo>
                      <a:pt x="64" y="92"/>
                    </a:lnTo>
                    <a:lnTo>
                      <a:pt x="68" y="96"/>
                    </a:lnTo>
                    <a:lnTo>
                      <a:pt x="68" y="100"/>
                    </a:lnTo>
                    <a:lnTo>
                      <a:pt x="64" y="100"/>
                    </a:lnTo>
                    <a:lnTo>
                      <a:pt x="64" y="96"/>
                    </a:lnTo>
                    <a:lnTo>
                      <a:pt x="64" y="100"/>
                    </a:lnTo>
                    <a:lnTo>
                      <a:pt x="60" y="100"/>
                    </a:lnTo>
                    <a:lnTo>
                      <a:pt x="56" y="100"/>
                    </a:lnTo>
                    <a:lnTo>
                      <a:pt x="56" y="104"/>
                    </a:lnTo>
                    <a:lnTo>
                      <a:pt x="56" y="100"/>
                    </a:lnTo>
                    <a:lnTo>
                      <a:pt x="52" y="100"/>
                    </a:lnTo>
                    <a:lnTo>
                      <a:pt x="52" y="96"/>
                    </a:lnTo>
                    <a:lnTo>
                      <a:pt x="48" y="96"/>
                    </a:lnTo>
                    <a:lnTo>
                      <a:pt x="44" y="92"/>
                    </a:lnTo>
                    <a:lnTo>
                      <a:pt x="42" y="90"/>
                    </a:lnTo>
                    <a:lnTo>
                      <a:pt x="38" y="90"/>
                    </a:lnTo>
                    <a:lnTo>
                      <a:pt x="38" y="86"/>
                    </a:lnTo>
                    <a:lnTo>
                      <a:pt x="34" y="86"/>
                    </a:lnTo>
                    <a:lnTo>
                      <a:pt x="34" y="82"/>
                    </a:lnTo>
                    <a:lnTo>
                      <a:pt x="30" y="82"/>
                    </a:lnTo>
                    <a:lnTo>
                      <a:pt x="26" y="78"/>
                    </a:lnTo>
                    <a:lnTo>
                      <a:pt x="22" y="78"/>
                    </a:lnTo>
                    <a:lnTo>
                      <a:pt x="22" y="74"/>
                    </a:lnTo>
                    <a:lnTo>
                      <a:pt x="26" y="74"/>
                    </a:lnTo>
                    <a:lnTo>
                      <a:pt x="26" y="70"/>
                    </a:lnTo>
                    <a:lnTo>
                      <a:pt x="22" y="70"/>
                    </a:lnTo>
                    <a:lnTo>
                      <a:pt x="22" y="66"/>
                    </a:lnTo>
                    <a:lnTo>
                      <a:pt x="22" y="64"/>
                    </a:lnTo>
                    <a:lnTo>
                      <a:pt x="18" y="64"/>
                    </a:lnTo>
                    <a:lnTo>
                      <a:pt x="18" y="60"/>
                    </a:lnTo>
                    <a:lnTo>
                      <a:pt x="14" y="60"/>
                    </a:lnTo>
                    <a:lnTo>
                      <a:pt x="14" y="56"/>
                    </a:lnTo>
                    <a:lnTo>
                      <a:pt x="18" y="56"/>
                    </a:lnTo>
                    <a:lnTo>
                      <a:pt x="14" y="52"/>
                    </a:lnTo>
                    <a:lnTo>
                      <a:pt x="14" y="48"/>
                    </a:lnTo>
                    <a:lnTo>
                      <a:pt x="14" y="44"/>
                    </a:lnTo>
                    <a:lnTo>
                      <a:pt x="12" y="40"/>
                    </a:lnTo>
                    <a:lnTo>
                      <a:pt x="12" y="36"/>
                    </a:lnTo>
                    <a:lnTo>
                      <a:pt x="12" y="34"/>
                    </a:lnTo>
                    <a:lnTo>
                      <a:pt x="12" y="30"/>
                    </a:lnTo>
                    <a:lnTo>
                      <a:pt x="12" y="30"/>
                    </a:lnTo>
                    <a:lnTo>
                      <a:pt x="12" y="30"/>
                    </a:lnTo>
                    <a:close/>
                    <a:moveTo>
                      <a:pt x="242" y="4"/>
                    </a:moveTo>
                    <a:lnTo>
                      <a:pt x="246" y="0"/>
                    </a:lnTo>
                    <a:lnTo>
                      <a:pt x="242" y="4"/>
                    </a:lnTo>
                    <a:lnTo>
                      <a:pt x="242" y="4"/>
                    </a:lnTo>
                    <a:lnTo>
                      <a:pt x="242" y="4"/>
                    </a:lnTo>
                    <a:close/>
                    <a:moveTo>
                      <a:pt x="246" y="0"/>
                    </a:moveTo>
                    <a:lnTo>
                      <a:pt x="250" y="0"/>
                    </a:lnTo>
                    <a:lnTo>
                      <a:pt x="250" y="4"/>
                    </a:lnTo>
                    <a:lnTo>
                      <a:pt x="246" y="4"/>
                    </a:lnTo>
                    <a:lnTo>
                      <a:pt x="246" y="0"/>
                    </a:lnTo>
                    <a:lnTo>
                      <a:pt x="246" y="0"/>
                    </a:lnTo>
                    <a:lnTo>
                      <a:pt x="246" y="0"/>
                    </a:lnTo>
                    <a:close/>
                    <a:moveTo>
                      <a:pt x="250" y="10"/>
                    </a:moveTo>
                    <a:lnTo>
                      <a:pt x="254" y="10"/>
                    </a:lnTo>
                    <a:lnTo>
                      <a:pt x="254" y="6"/>
                    </a:lnTo>
                    <a:lnTo>
                      <a:pt x="254" y="10"/>
                    </a:lnTo>
                    <a:lnTo>
                      <a:pt x="250" y="10"/>
                    </a:lnTo>
                    <a:lnTo>
                      <a:pt x="250" y="10"/>
                    </a:lnTo>
                    <a:lnTo>
                      <a:pt x="250" y="10"/>
                    </a:lnTo>
                    <a:close/>
                    <a:moveTo>
                      <a:pt x="266" y="44"/>
                    </a:moveTo>
                    <a:lnTo>
                      <a:pt x="270" y="44"/>
                    </a:lnTo>
                    <a:lnTo>
                      <a:pt x="266" y="44"/>
                    </a:lnTo>
                    <a:lnTo>
                      <a:pt x="266" y="44"/>
                    </a:lnTo>
                    <a:lnTo>
                      <a:pt x="266" y="44"/>
                    </a:lnTo>
                    <a:close/>
                    <a:moveTo>
                      <a:pt x="258" y="52"/>
                    </a:moveTo>
                    <a:lnTo>
                      <a:pt x="254" y="52"/>
                    </a:lnTo>
                    <a:lnTo>
                      <a:pt x="258" y="52"/>
                    </a:lnTo>
                    <a:lnTo>
                      <a:pt x="258" y="52"/>
                    </a:lnTo>
                    <a:lnTo>
                      <a:pt x="258" y="52"/>
                    </a:lnTo>
                    <a:close/>
                    <a:moveTo>
                      <a:pt x="164" y="82"/>
                    </a:moveTo>
                    <a:lnTo>
                      <a:pt x="164" y="78"/>
                    </a:lnTo>
                    <a:lnTo>
                      <a:pt x="168" y="78"/>
                    </a:lnTo>
                    <a:lnTo>
                      <a:pt x="168" y="82"/>
                    </a:lnTo>
                    <a:lnTo>
                      <a:pt x="168" y="86"/>
                    </a:lnTo>
                    <a:lnTo>
                      <a:pt x="164" y="82"/>
                    </a:lnTo>
                    <a:lnTo>
                      <a:pt x="164" y="82"/>
                    </a:lnTo>
                    <a:lnTo>
                      <a:pt x="164" y="82"/>
                    </a:lnTo>
                    <a:close/>
                    <a:moveTo>
                      <a:pt x="206" y="44"/>
                    </a:moveTo>
                    <a:lnTo>
                      <a:pt x="206" y="48"/>
                    </a:lnTo>
                    <a:lnTo>
                      <a:pt x="210" y="48"/>
                    </a:lnTo>
                    <a:lnTo>
                      <a:pt x="210" y="52"/>
                    </a:lnTo>
                    <a:lnTo>
                      <a:pt x="214" y="56"/>
                    </a:lnTo>
                    <a:lnTo>
                      <a:pt x="216" y="56"/>
                    </a:lnTo>
                    <a:lnTo>
                      <a:pt x="216" y="52"/>
                    </a:lnTo>
                    <a:lnTo>
                      <a:pt x="216" y="48"/>
                    </a:lnTo>
                    <a:lnTo>
                      <a:pt x="216" y="44"/>
                    </a:lnTo>
                    <a:lnTo>
                      <a:pt x="216" y="40"/>
                    </a:lnTo>
                    <a:lnTo>
                      <a:pt x="220" y="40"/>
                    </a:lnTo>
                    <a:lnTo>
                      <a:pt x="216" y="44"/>
                    </a:lnTo>
                    <a:lnTo>
                      <a:pt x="220" y="44"/>
                    </a:lnTo>
                    <a:lnTo>
                      <a:pt x="220" y="48"/>
                    </a:lnTo>
                    <a:lnTo>
                      <a:pt x="224" y="52"/>
                    </a:lnTo>
                    <a:lnTo>
                      <a:pt x="224" y="48"/>
                    </a:lnTo>
                    <a:lnTo>
                      <a:pt x="220" y="48"/>
                    </a:lnTo>
                    <a:lnTo>
                      <a:pt x="220" y="44"/>
                    </a:lnTo>
                    <a:lnTo>
                      <a:pt x="220" y="40"/>
                    </a:lnTo>
                    <a:lnTo>
                      <a:pt x="224" y="40"/>
                    </a:lnTo>
                    <a:lnTo>
                      <a:pt x="224" y="36"/>
                    </a:lnTo>
                    <a:lnTo>
                      <a:pt x="228" y="36"/>
                    </a:lnTo>
                    <a:lnTo>
                      <a:pt x="224" y="36"/>
                    </a:lnTo>
                    <a:lnTo>
                      <a:pt x="224" y="34"/>
                    </a:lnTo>
                    <a:lnTo>
                      <a:pt x="224" y="30"/>
                    </a:lnTo>
                    <a:lnTo>
                      <a:pt x="228" y="30"/>
                    </a:lnTo>
                    <a:lnTo>
                      <a:pt x="232" y="30"/>
                    </a:lnTo>
                    <a:lnTo>
                      <a:pt x="232" y="26"/>
                    </a:lnTo>
                    <a:lnTo>
                      <a:pt x="232" y="22"/>
                    </a:lnTo>
                    <a:lnTo>
                      <a:pt x="236" y="22"/>
                    </a:lnTo>
                    <a:lnTo>
                      <a:pt x="236" y="18"/>
                    </a:lnTo>
                    <a:lnTo>
                      <a:pt x="236" y="14"/>
                    </a:lnTo>
                    <a:lnTo>
                      <a:pt x="240" y="14"/>
                    </a:lnTo>
                    <a:lnTo>
                      <a:pt x="240" y="10"/>
                    </a:lnTo>
                    <a:lnTo>
                      <a:pt x="242" y="10"/>
                    </a:lnTo>
                    <a:lnTo>
                      <a:pt x="242" y="6"/>
                    </a:lnTo>
                    <a:lnTo>
                      <a:pt x="242" y="4"/>
                    </a:lnTo>
                    <a:lnTo>
                      <a:pt x="242" y="6"/>
                    </a:lnTo>
                    <a:lnTo>
                      <a:pt x="242" y="10"/>
                    </a:lnTo>
                    <a:lnTo>
                      <a:pt x="246" y="10"/>
                    </a:lnTo>
                    <a:lnTo>
                      <a:pt x="246" y="6"/>
                    </a:lnTo>
                    <a:lnTo>
                      <a:pt x="246" y="4"/>
                    </a:lnTo>
                    <a:lnTo>
                      <a:pt x="250" y="4"/>
                    </a:lnTo>
                    <a:lnTo>
                      <a:pt x="250" y="6"/>
                    </a:lnTo>
                    <a:lnTo>
                      <a:pt x="250" y="10"/>
                    </a:lnTo>
                    <a:lnTo>
                      <a:pt x="254" y="10"/>
                    </a:lnTo>
                    <a:lnTo>
                      <a:pt x="254" y="14"/>
                    </a:lnTo>
                    <a:lnTo>
                      <a:pt x="254" y="10"/>
                    </a:lnTo>
                    <a:lnTo>
                      <a:pt x="254" y="14"/>
                    </a:lnTo>
                    <a:lnTo>
                      <a:pt x="258" y="14"/>
                    </a:lnTo>
                    <a:lnTo>
                      <a:pt x="258" y="18"/>
                    </a:lnTo>
                    <a:lnTo>
                      <a:pt x="254" y="18"/>
                    </a:lnTo>
                    <a:lnTo>
                      <a:pt x="258" y="22"/>
                    </a:lnTo>
                    <a:lnTo>
                      <a:pt x="254" y="22"/>
                    </a:lnTo>
                    <a:lnTo>
                      <a:pt x="258" y="22"/>
                    </a:lnTo>
                    <a:lnTo>
                      <a:pt x="262" y="22"/>
                    </a:lnTo>
                    <a:lnTo>
                      <a:pt x="262" y="26"/>
                    </a:lnTo>
                    <a:lnTo>
                      <a:pt x="258" y="26"/>
                    </a:lnTo>
                    <a:lnTo>
                      <a:pt x="262" y="26"/>
                    </a:lnTo>
                    <a:lnTo>
                      <a:pt x="266" y="26"/>
                    </a:lnTo>
                    <a:lnTo>
                      <a:pt x="270" y="26"/>
                    </a:lnTo>
                    <a:lnTo>
                      <a:pt x="270" y="30"/>
                    </a:lnTo>
                    <a:lnTo>
                      <a:pt x="272" y="30"/>
                    </a:lnTo>
                    <a:lnTo>
                      <a:pt x="272" y="34"/>
                    </a:lnTo>
                    <a:lnTo>
                      <a:pt x="276" y="34"/>
                    </a:lnTo>
                    <a:lnTo>
                      <a:pt x="280" y="34"/>
                    </a:lnTo>
                    <a:lnTo>
                      <a:pt x="280" y="36"/>
                    </a:lnTo>
                    <a:lnTo>
                      <a:pt x="276" y="36"/>
                    </a:lnTo>
                    <a:lnTo>
                      <a:pt x="272" y="36"/>
                    </a:lnTo>
                    <a:lnTo>
                      <a:pt x="272" y="40"/>
                    </a:lnTo>
                    <a:lnTo>
                      <a:pt x="270" y="40"/>
                    </a:lnTo>
                    <a:lnTo>
                      <a:pt x="266" y="40"/>
                    </a:lnTo>
                    <a:lnTo>
                      <a:pt x="266" y="36"/>
                    </a:lnTo>
                    <a:lnTo>
                      <a:pt x="266" y="40"/>
                    </a:lnTo>
                    <a:lnTo>
                      <a:pt x="262" y="40"/>
                    </a:lnTo>
                    <a:lnTo>
                      <a:pt x="266" y="44"/>
                    </a:lnTo>
                    <a:lnTo>
                      <a:pt x="270" y="44"/>
                    </a:lnTo>
                    <a:lnTo>
                      <a:pt x="270" y="48"/>
                    </a:lnTo>
                    <a:lnTo>
                      <a:pt x="270" y="52"/>
                    </a:lnTo>
                    <a:lnTo>
                      <a:pt x="266" y="52"/>
                    </a:lnTo>
                    <a:lnTo>
                      <a:pt x="262" y="52"/>
                    </a:lnTo>
                    <a:lnTo>
                      <a:pt x="258" y="52"/>
                    </a:lnTo>
                    <a:lnTo>
                      <a:pt x="258" y="48"/>
                    </a:lnTo>
                    <a:lnTo>
                      <a:pt x="254" y="52"/>
                    </a:lnTo>
                    <a:lnTo>
                      <a:pt x="250" y="52"/>
                    </a:lnTo>
                    <a:lnTo>
                      <a:pt x="246" y="52"/>
                    </a:lnTo>
                    <a:lnTo>
                      <a:pt x="242" y="52"/>
                    </a:lnTo>
                    <a:lnTo>
                      <a:pt x="240" y="52"/>
                    </a:lnTo>
                    <a:lnTo>
                      <a:pt x="236" y="52"/>
                    </a:lnTo>
                    <a:lnTo>
                      <a:pt x="232" y="52"/>
                    </a:lnTo>
                    <a:lnTo>
                      <a:pt x="232" y="48"/>
                    </a:lnTo>
                    <a:lnTo>
                      <a:pt x="232" y="52"/>
                    </a:lnTo>
                    <a:lnTo>
                      <a:pt x="228" y="52"/>
                    </a:lnTo>
                    <a:lnTo>
                      <a:pt x="228" y="56"/>
                    </a:lnTo>
                    <a:lnTo>
                      <a:pt x="228" y="60"/>
                    </a:lnTo>
                    <a:lnTo>
                      <a:pt x="228" y="64"/>
                    </a:lnTo>
                    <a:lnTo>
                      <a:pt x="228" y="66"/>
                    </a:lnTo>
                    <a:lnTo>
                      <a:pt x="224" y="66"/>
                    </a:lnTo>
                    <a:lnTo>
                      <a:pt x="224" y="70"/>
                    </a:lnTo>
                    <a:lnTo>
                      <a:pt x="224" y="74"/>
                    </a:lnTo>
                    <a:lnTo>
                      <a:pt x="220" y="74"/>
                    </a:lnTo>
                    <a:lnTo>
                      <a:pt x="220" y="82"/>
                    </a:lnTo>
                    <a:lnTo>
                      <a:pt x="216" y="86"/>
                    </a:lnTo>
                    <a:lnTo>
                      <a:pt x="216" y="90"/>
                    </a:lnTo>
                    <a:lnTo>
                      <a:pt x="216" y="92"/>
                    </a:lnTo>
                    <a:lnTo>
                      <a:pt x="214" y="92"/>
                    </a:lnTo>
                    <a:lnTo>
                      <a:pt x="214" y="96"/>
                    </a:lnTo>
                    <a:lnTo>
                      <a:pt x="214" y="100"/>
                    </a:lnTo>
                    <a:lnTo>
                      <a:pt x="210" y="100"/>
                    </a:lnTo>
                    <a:lnTo>
                      <a:pt x="206" y="100"/>
                    </a:lnTo>
                    <a:lnTo>
                      <a:pt x="202" y="100"/>
                    </a:lnTo>
                    <a:lnTo>
                      <a:pt x="202" y="104"/>
                    </a:lnTo>
                    <a:lnTo>
                      <a:pt x="198" y="104"/>
                    </a:lnTo>
                    <a:lnTo>
                      <a:pt x="194" y="100"/>
                    </a:lnTo>
                    <a:lnTo>
                      <a:pt x="190" y="100"/>
                    </a:lnTo>
                    <a:lnTo>
                      <a:pt x="190" y="96"/>
                    </a:lnTo>
                    <a:lnTo>
                      <a:pt x="186" y="96"/>
                    </a:lnTo>
                    <a:lnTo>
                      <a:pt x="184" y="96"/>
                    </a:lnTo>
                    <a:lnTo>
                      <a:pt x="180" y="100"/>
                    </a:lnTo>
                    <a:lnTo>
                      <a:pt x="180" y="104"/>
                    </a:lnTo>
                    <a:lnTo>
                      <a:pt x="176" y="104"/>
                    </a:lnTo>
                    <a:lnTo>
                      <a:pt x="176" y="108"/>
                    </a:lnTo>
                    <a:lnTo>
                      <a:pt x="172" y="108"/>
                    </a:lnTo>
                    <a:lnTo>
                      <a:pt x="168" y="108"/>
                    </a:lnTo>
                    <a:lnTo>
                      <a:pt x="164" y="108"/>
                    </a:lnTo>
                    <a:lnTo>
                      <a:pt x="160" y="108"/>
                    </a:lnTo>
                    <a:lnTo>
                      <a:pt x="156" y="108"/>
                    </a:lnTo>
                    <a:lnTo>
                      <a:pt x="156" y="112"/>
                    </a:lnTo>
                    <a:lnTo>
                      <a:pt x="154" y="112"/>
                    </a:lnTo>
                    <a:lnTo>
                      <a:pt x="154" y="108"/>
                    </a:lnTo>
                    <a:lnTo>
                      <a:pt x="150" y="104"/>
                    </a:lnTo>
                    <a:lnTo>
                      <a:pt x="146" y="104"/>
                    </a:lnTo>
                    <a:lnTo>
                      <a:pt x="146" y="100"/>
                    </a:lnTo>
                    <a:lnTo>
                      <a:pt x="142" y="96"/>
                    </a:lnTo>
                    <a:lnTo>
                      <a:pt x="142" y="92"/>
                    </a:lnTo>
                    <a:lnTo>
                      <a:pt x="142" y="90"/>
                    </a:lnTo>
                    <a:lnTo>
                      <a:pt x="142" y="92"/>
                    </a:lnTo>
                    <a:lnTo>
                      <a:pt x="146" y="92"/>
                    </a:lnTo>
                    <a:lnTo>
                      <a:pt x="146" y="96"/>
                    </a:lnTo>
                    <a:lnTo>
                      <a:pt x="150" y="96"/>
                    </a:lnTo>
                    <a:lnTo>
                      <a:pt x="154" y="92"/>
                    </a:lnTo>
                    <a:lnTo>
                      <a:pt x="154" y="96"/>
                    </a:lnTo>
                    <a:lnTo>
                      <a:pt x="156" y="96"/>
                    </a:lnTo>
                    <a:lnTo>
                      <a:pt x="156" y="100"/>
                    </a:lnTo>
                    <a:lnTo>
                      <a:pt x="156" y="96"/>
                    </a:lnTo>
                    <a:lnTo>
                      <a:pt x="160" y="96"/>
                    </a:lnTo>
                    <a:lnTo>
                      <a:pt x="160" y="100"/>
                    </a:lnTo>
                    <a:lnTo>
                      <a:pt x="164" y="100"/>
                    </a:lnTo>
                    <a:lnTo>
                      <a:pt x="168" y="100"/>
                    </a:lnTo>
                    <a:lnTo>
                      <a:pt x="164" y="100"/>
                    </a:lnTo>
                    <a:lnTo>
                      <a:pt x="160" y="100"/>
                    </a:lnTo>
                    <a:lnTo>
                      <a:pt x="160" y="96"/>
                    </a:lnTo>
                    <a:lnTo>
                      <a:pt x="164" y="92"/>
                    </a:lnTo>
                    <a:lnTo>
                      <a:pt x="164" y="90"/>
                    </a:lnTo>
                    <a:lnTo>
                      <a:pt x="168" y="90"/>
                    </a:lnTo>
                    <a:lnTo>
                      <a:pt x="164" y="90"/>
                    </a:lnTo>
                    <a:lnTo>
                      <a:pt x="164" y="86"/>
                    </a:lnTo>
                    <a:lnTo>
                      <a:pt x="164" y="82"/>
                    </a:lnTo>
                    <a:lnTo>
                      <a:pt x="164" y="86"/>
                    </a:lnTo>
                    <a:lnTo>
                      <a:pt x="168" y="86"/>
                    </a:lnTo>
                    <a:lnTo>
                      <a:pt x="168" y="82"/>
                    </a:lnTo>
                    <a:lnTo>
                      <a:pt x="168" y="78"/>
                    </a:lnTo>
                    <a:lnTo>
                      <a:pt x="172" y="78"/>
                    </a:lnTo>
                    <a:lnTo>
                      <a:pt x="172" y="74"/>
                    </a:lnTo>
                    <a:lnTo>
                      <a:pt x="176" y="74"/>
                    </a:lnTo>
                    <a:lnTo>
                      <a:pt x="180" y="74"/>
                    </a:lnTo>
                    <a:lnTo>
                      <a:pt x="184" y="74"/>
                    </a:lnTo>
                    <a:lnTo>
                      <a:pt x="186" y="74"/>
                    </a:lnTo>
                    <a:lnTo>
                      <a:pt x="186" y="70"/>
                    </a:lnTo>
                    <a:lnTo>
                      <a:pt x="190" y="70"/>
                    </a:lnTo>
                    <a:lnTo>
                      <a:pt x="194" y="66"/>
                    </a:lnTo>
                    <a:lnTo>
                      <a:pt x="194" y="64"/>
                    </a:lnTo>
                    <a:lnTo>
                      <a:pt x="198" y="60"/>
                    </a:lnTo>
                    <a:lnTo>
                      <a:pt x="198" y="56"/>
                    </a:lnTo>
                    <a:lnTo>
                      <a:pt x="202" y="56"/>
                    </a:lnTo>
                    <a:lnTo>
                      <a:pt x="202" y="52"/>
                    </a:lnTo>
                    <a:lnTo>
                      <a:pt x="206" y="48"/>
                    </a:lnTo>
                    <a:lnTo>
                      <a:pt x="202" y="48"/>
                    </a:lnTo>
                    <a:lnTo>
                      <a:pt x="202" y="44"/>
                    </a:lnTo>
                    <a:lnTo>
                      <a:pt x="206" y="44"/>
                    </a:lnTo>
                    <a:lnTo>
                      <a:pt x="206" y="44"/>
                    </a:lnTo>
                    <a:lnTo>
                      <a:pt x="206" y="44"/>
                    </a:lnTo>
                    <a:close/>
                    <a:moveTo>
                      <a:pt x="4" y="14"/>
                    </a:moveTo>
                    <a:lnTo>
                      <a:pt x="4" y="18"/>
                    </a:lnTo>
                    <a:lnTo>
                      <a:pt x="0" y="14"/>
                    </a:lnTo>
                    <a:lnTo>
                      <a:pt x="4" y="14"/>
                    </a:lnTo>
                    <a:lnTo>
                      <a:pt x="4" y="14"/>
                    </a:lnTo>
                    <a:lnTo>
                      <a:pt x="4" y="14"/>
                    </a:lnTo>
                    <a:close/>
                    <a:moveTo>
                      <a:pt x="12" y="34"/>
                    </a:moveTo>
                    <a:lnTo>
                      <a:pt x="8" y="34"/>
                    </a:lnTo>
                    <a:lnTo>
                      <a:pt x="8" y="30"/>
                    </a:lnTo>
                    <a:lnTo>
                      <a:pt x="12" y="30"/>
                    </a:lnTo>
                    <a:lnTo>
                      <a:pt x="12" y="34"/>
                    </a:lnTo>
                    <a:lnTo>
                      <a:pt x="12" y="34"/>
                    </a:lnTo>
                    <a:lnTo>
                      <a:pt x="12" y="34"/>
                    </a:lnTo>
                    <a:close/>
                    <a:moveTo>
                      <a:pt x="64" y="74"/>
                    </a:moveTo>
                    <a:lnTo>
                      <a:pt x="64" y="78"/>
                    </a:lnTo>
                    <a:lnTo>
                      <a:pt x="68" y="78"/>
                    </a:lnTo>
                    <a:lnTo>
                      <a:pt x="64" y="78"/>
                    </a:lnTo>
                    <a:lnTo>
                      <a:pt x="64" y="74"/>
                    </a:lnTo>
                    <a:lnTo>
                      <a:pt x="64" y="74"/>
                    </a:lnTo>
                    <a:lnTo>
                      <a:pt x="64"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6" name="Freeform 40"/>
              <p:cNvSpPr>
                <a:spLocks noEditPoints="1"/>
              </p:cNvSpPr>
              <p:nvPr/>
            </p:nvSpPr>
            <p:spPr bwMode="gray">
              <a:xfrm>
                <a:off x="6594875" y="4310981"/>
                <a:ext cx="13914" cy="226104"/>
              </a:xfrm>
              <a:custGeom>
                <a:avLst/>
                <a:gdLst>
                  <a:gd name="T0" fmla="*/ 0 w 8"/>
                  <a:gd name="T1" fmla="*/ 0 h 130"/>
                  <a:gd name="T2" fmla="*/ 0 w 8"/>
                  <a:gd name="T3" fmla="*/ 0 h 130"/>
                  <a:gd name="T4" fmla="*/ 4 w 8"/>
                  <a:gd name="T5" fmla="*/ 6 h 130"/>
                  <a:gd name="T6" fmla="*/ 4 w 8"/>
                  <a:gd name="T7" fmla="*/ 2 h 130"/>
                  <a:gd name="T8" fmla="*/ 4 w 8"/>
                  <a:gd name="T9" fmla="*/ 2 h 130"/>
                  <a:gd name="T10" fmla="*/ 0 w 8"/>
                  <a:gd name="T11" fmla="*/ 10 h 130"/>
                  <a:gd name="T12" fmla="*/ 0 w 8"/>
                  <a:gd name="T13" fmla="*/ 10 h 130"/>
                  <a:gd name="T14" fmla="*/ 0 w 8"/>
                  <a:gd name="T15" fmla="*/ 18 h 130"/>
                  <a:gd name="T16" fmla="*/ 0 w 8"/>
                  <a:gd name="T17" fmla="*/ 18 h 130"/>
                  <a:gd name="T18" fmla="*/ 4 w 8"/>
                  <a:gd name="T19" fmla="*/ 22 h 130"/>
                  <a:gd name="T20" fmla="*/ 8 w 8"/>
                  <a:gd name="T21" fmla="*/ 22 h 130"/>
                  <a:gd name="T22" fmla="*/ 8 w 8"/>
                  <a:gd name="T23" fmla="*/ 30 h 130"/>
                  <a:gd name="T24" fmla="*/ 8 w 8"/>
                  <a:gd name="T25" fmla="*/ 30 h 130"/>
                  <a:gd name="T26" fmla="*/ 8 w 8"/>
                  <a:gd name="T27" fmla="*/ 30 h 130"/>
                  <a:gd name="T28" fmla="*/ 0 w 8"/>
                  <a:gd name="T29" fmla="*/ 36 h 130"/>
                  <a:gd name="T30" fmla="*/ 0 w 8"/>
                  <a:gd name="T31" fmla="*/ 36 h 130"/>
                  <a:gd name="T32" fmla="*/ 0 w 8"/>
                  <a:gd name="T33" fmla="*/ 44 h 130"/>
                  <a:gd name="T34" fmla="*/ 0 w 8"/>
                  <a:gd name="T35" fmla="*/ 44 h 130"/>
                  <a:gd name="T36" fmla="*/ 8 w 8"/>
                  <a:gd name="T37" fmla="*/ 48 h 130"/>
                  <a:gd name="T38" fmla="*/ 8 w 8"/>
                  <a:gd name="T39" fmla="*/ 48 h 130"/>
                  <a:gd name="T40" fmla="*/ 8 w 8"/>
                  <a:gd name="T41" fmla="*/ 48 h 130"/>
                  <a:gd name="T42" fmla="*/ 8 w 8"/>
                  <a:gd name="T43" fmla="*/ 62 h 130"/>
                  <a:gd name="T44" fmla="*/ 8 w 8"/>
                  <a:gd name="T45" fmla="*/ 62 h 130"/>
                  <a:gd name="T46" fmla="*/ 8 w 8"/>
                  <a:gd name="T47" fmla="*/ 62 h 130"/>
                  <a:gd name="T48" fmla="*/ 0 w 8"/>
                  <a:gd name="T49" fmla="*/ 66 h 130"/>
                  <a:gd name="T50" fmla="*/ 0 w 8"/>
                  <a:gd name="T51" fmla="*/ 66 h 130"/>
                  <a:gd name="T52" fmla="*/ 0 w 8"/>
                  <a:gd name="T53" fmla="*/ 66 h 130"/>
                  <a:gd name="T54" fmla="*/ 0 w 8"/>
                  <a:gd name="T55" fmla="*/ 66 h 130"/>
                  <a:gd name="T56" fmla="*/ 0 w 8"/>
                  <a:gd name="T57" fmla="*/ 70 h 130"/>
                  <a:gd name="T58" fmla="*/ 0 w 8"/>
                  <a:gd name="T59" fmla="*/ 70 h 130"/>
                  <a:gd name="T60" fmla="*/ 8 w 8"/>
                  <a:gd name="T61" fmla="*/ 70 h 130"/>
                  <a:gd name="T62" fmla="*/ 8 w 8"/>
                  <a:gd name="T63" fmla="*/ 70 h 130"/>
                  <a:gd name="T64" fmla="*/ 4 w 8"/>
                  <a:gd name="T65" fmla="*/ 78 h 130"/>
                  <a:gd name="T66" fmla="*/ 4 w 8"/>
                  <a:gd name="T67" fmla="*/ 82 h 130"/>
                  <a:gd name="T68" fmla="*/ 4 w 8"/>
                  <a:gd name="T69" fmla="*/ 78 h 130"/>
                  <a:gd name="T70" fmla="*/ 8 w 8"/>
                  <a:gd name="T71" fmla="*/ 88 h 130"/>
                  <a:gd name="T72" fmla="*/ 8 w 8"/>
                  <a:gd name="T73" fmla="*/ 88 h 130"/>
                  <a:gd name="T74" fmla="*/ 8 w 8"/>
                  <a:gd name="T75" fmla="*/ 88 h 130"/>
                  <a:gd name="T76" fmla="*/ 8 w 8"/>
                  <a:gd name="T77" fmla="*/ 114 h 130"/>
                  <a:gd name="T78" fmla="*/ 8 w 8"/>
                  <a:gd name="T79" fmla="*/ 114 h 130"/>
                  <a:gd name="T80" fmla="*/ 0 w 8"/>
                  <a:gd name="T81" fmla="*/ 118 h 130"/>
                  <a:gd name="T82" fmla="*/ 0 w 8"/>
                  <a:gd name="T83" fmla="*/ 114 h 130"/>
                  <a:gd name="T84" fmla="*/ 8 w 8"/>
                  <a:gd name="T85" fmla="*/ 126 h 130"/>
                  <a:gd name="T86" fmla="*/ 8 w 8"/>
                  <a:gd name="T87" fmla="*/ 126 h 130"/>
                  <a:gd name="T88" fmla="*/ 0 w 8"/>
                  <a:gd name="T89" fmla="*/ 130 h 130"/>
                  <a:gd name="T90" fmla="*/ 0 w 8"/>
                  <a:gd name="T91" fmla="*/ 130 h 130"/>
                  <a:gd name="T92" fmla="*/ 0 w 8"/>
                  <a:gd name="T93" fmla="*/ 13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 h="130">
                    <a:moveTo>
                      <a:pt x="0" y="0"/>
                    </a:moveTo>
                    <a:lnTo>
                      <a:pt x="0" y="0"/>
                    </a:lnTo>
                    <a:lnTo>
                      <a:pt x="0" y="0"/>
                    </a:lnTo>
                    <a:lnTo>
                      <a:pt x="0" y="0"/>
                    </a:lnTo>
                    <a:lnTo>
                      <a:pt x="0" y="0"/>
                    </a:lnTo>
                    <a:lnTo>
                      <a:pt x="0" y="0"/>
                    </a:lnTo>
                    <a:close/>
                    <a:moveTo>
                      <a:pt x="4" y="2"/>
                    </a:moveTo>
                    <a:lnTo>
                      <a:pt x="4" y="6"/>
                    </a:lnTo>
                    <a:lnTo>
                      <a:pt x="4" y="6"/>
                    </a:lnTo>
                    <a:lnTo>
                      <a:pt x="4" y="6"/>
                    </a:lnTo>
                    <a:lnTo>
                      <a:pt x="4" y="6"/>
                    </a:lnTo>
                    <a:lnTo>
                      <a:pt x="4" y="2"/>
                    </a:lnTo>
                    <a:lnTo>
                      <a:pt x="4" y="2"/>
                    </a:lnTo>
                    <a:lnTo>
                      <a:pt x="4" y="2"/>
                    </a:lnTo>
                    <a:lnTo>
                      <a:pt x="4" y="2"/>
                    </a:lnTo>
                    <a:close/>
                    <a:moveTo>
                      <a:pt x="0" y="10"/>
                    </a:moveTo>
                    <a:lnTo>
                      <a:pt x="0" y="10"/>
                    </a:lnTo>
                    <a:lnTo>
                      <a:pt x="0" y="10"/>
                    </a:lnTo>
                    <a:lnTo>
                      <a:pt x="0" y="10"/>
                    </a:lnTo>
                    <a:lnTo>
                      <a:pt x="0" y="10"/>
                    </a:lnTo>
                    <a:lnTo>
                      <a:pt x="0" y="10"/>
                    </a:lnTo>
                    <a:close/>
                    <a:moveTo>
                      <a:pt x="0" y="18"/>
                    </a:moveTo>
                    <a:lnTo>
                      <a:pt x="0" y="18"/>
                    </a:lnTo>
                    <a:lnTo>
                      <a:pt x="0" y="18"/>
                    </a:lnTo>
                    <a:lnTo>
                      <a:pt x="0" y="18"/>
                    </a:lnTo>
                    <a:lnTo>
                      <a:pt x="0" y="18"/>
                    </a:lnTo>
                    <a:lnTo>
                      <a:pt x="0" y="18"/>
                    </a:lnTo>
                    <a:close/>
                    <a:moveTo>
                      <a:pt x="8" y="22"/>
                    </a:moveTo>
                    <a:lnTo>
                      <a:pt x="8" y="22"/>
                    </a:lnTo>
                    <a:lnTo>
                      <a:pt x="4" y="22"/>
                    </a:lnTo>
                    <a:lnTo>
                      <a:pt x="8" y="22"/>
                    </a:lnTo>
                    <a:lnTo>
                      <a:pt x="8" y="22"/>
                    </a:lnTo>
                    <a:lnTo>
                      <a:pt x="8" y="22"/>
                    </a:lnTo>
                    <a:lnTo>
                      <a:pt x="8" y="22"/>
                    </a:lnTo>
                    <a:close/>
                    <a:moveTo>
                      <a:pt x="8" y="30"/>
                    </a:moveTo>
                    <a:lnTo>
                      <a:pt x="8" y="30"/>
                    </a:lnTo>
                    <a:lnTo>
                      <a:pt x="8" y="30"/>
                    </a:lnTo>
                    <a:lnTo>
                      <a:pt x="8" y="30"/>
                    </a:lnTo>
                    <a:lnTo>
                      <a:pt x="8" y="30"/>
                    </a:lnTo>
                    <a:lnTo>
                      <a:pt x="8" y="30"/>
                    </a:lnTo>
                    <a:lnTo>
                      <a:pt x="8" y="30"/>
                    </a:lnTo>
                    <a:lnTo>
                      <a:pt x="8" y="30"/>
                    </a:lnTo>
                    <a:close/>
                    <a:moveTo>
                      <a:pt x="0" y="36"/>
                    </a:moveTo>
                    <a:lnTo>
                      <a:pt x="0" y="36"/>
                    </a:lnTo>
                    <a:lnTo>
                      <a:pt x="0" y="36"/>
                    </a:lnTo>
                    <a:lnTo>
                      <a:pt x="0" y="36"/>
                    </a:lnTo>
                    <a:lnTo>
                      <a:pt x="0" y="36"/>
                    </a:lnTo>
                    <a:lnTo>
                      <a:pt x="0" y="36"/>
                    </a:lnTo>
                    <a:close/>
                    <a:moveTo>
                      <a:pt x="0" y="44"/>
                    </a:moveTo>
                    <a:lnTo>
                      <a:pt x="0" y="44"/>
                    </a:lnTo>
                    <a:lnTo>
                      <a:pt x="0" y="44"/>
                    </a:lnTo>
                    <a:lnTo>
                      <a:pt x="0" y="44"/>
                    </a:lnTo>
                    <a:lnTo>
                      <a:pt x="0" y="44"/>
                    </a:lnTo>
                    <a:lnTo>
                      <a:pt x="0" y="44"/>
                    </a:lnTo>
                    <a:lnTo>
                      <a:pt x="0" y="44"/>
                    </a:lnTo>
                    <a:lnTo>
                      <a:pt x="0" y="44"/>
                    </a:lnTo>
                    <a:close/>
                    <a:moveTo>
                      <a:pt x="8" y="48"/>
                    </a:moveTo>
                    <a:lnTo>
                      <a:pt x="8" y="48"/>
                    </a:lnTo>
                    <a:lnTo>
                      <a:pt x="8" y="48"/>
                    </a:lnTo>
                    <a:lnTo>
                      <a:pt x="8" y="48"/>
                    </a:lnTo>
                    <a:lnTo>
                      <a:pt x="8" y="48"/>
                    </a:lnTo>
                    <a:lnTo>
                      <a:pt x="8" y="48"/>
                    </a:lnTo>
                    <a:lnTo>
                      <a:pt x="8" y="48"/>
                    </a:lnTo>
                    <a:close/>
                    <a:moveTo>
                      <a:pt x="8" y="62"/>
                    </a:moveTo>
                    <a:lnTo>
                      <a:pt x="8" y="62"/>
                    </a:lnTo>
                    <a:lnTo>
                      <a:pt x="8" y="62"/>
                    </a:lnTo>
                    <a:lnTo>
                      <a:pt x="8" y="62"/>
                    </a:lnTo>
                    <a:lnTo>
                      <a:pt x="8" y="62"/>
                    </a:lnTo>
                    <a:lnTo>
                      <a:pt x="8" y="62"/>
                    </a:lnTo>
                    <a:lnTo>
                      <a:pt x="8" y="62"/>
                    </a:lnTo>
                    <a:lnTo>
                      <a:pt x="8" y="62"/>
                    </a:lnTo>
                    <a:lnTo>
                      <a:pt x="8" y="62"/>
                    </a:lnTo>
                    <a:lnTo>
                      <a:pt x="8" y="62"/>
                    </a:lnTo>
                    <a:lnTo>
                      <a:pt x="8" y="62"/>
                    </a:lnTo>
                    <a:close/>
                    <a:moveTo>
                      <a:pt x="0" y="66"/>
                    </a:moveTo>
                    <a:lnTo>
                      <a:pt x="0" y="66"/>
                    </a:lnTo>
                    <a:lnTo>
                      <a:pt x="0" y="66"/>
                    </a:lnTo>
                    <a:lnTo>
                      <a:pt x="0" y="66"/>
                    </a:lnTo>
                    <a:lnTo>
                      <a:pt x="0" y="66"/>
                    </a:lnTo>
                    <a:lnTo>
                      <a:pt x="0" y="66"/>
                    </a:lnTo>
                    <a:lnTo>
                      <a:pt x="0" y="66"/>
                    </a:lnTo>
                    <a:lnTo>
                      <a:pt x="0" y="66"/>
                    </a:lnTo>
                    <a:lnTo>
                      <a:pt x="0" y="66"/>
                    </a:lnTo>
                    <a:lnTo>
                      <a:pt x="0" y="66"/>
                    </a:lnTo>
                    <a:lnTo>
                      <a:pt x="0" y="66"/>
                    </a:lnTo>
                    <a:lnTo>
                      <a:pt x="0" y="66"/>
                    </a:lnTo>
                    <a:close/>
                    <a:moveTo>
                      <a:pt x="0" y="70"/>
                    </a:moveTo>
                    <a:lnTo>
                      <a:pt x="0" y="70"/>
                    </a:lnTo>
                    <a:lnTo>
                      <a:pt x="0" y="70"/>
                    </a:lnTo>
                    <a:lnTo>
                      <a:pt x="0" y="70"/>
                    </a:lnTo>
                    <a:lnTo>
                      <a:pt x="0" y="70"/>
                    </a:lnTo>
                    <a:lnTo>
                      <a:pt x="0" y="70"/>
                    </a:lnTo>
                    <a:close/>
                    <a:moveTo>
                      <a:pt x="8" y="70"/>
                    </a:moveTo>
                    <a:lnTo>
                      <a:pt x="8" y="70"/>
                    </a:lnTo>
                    <a:lnTo>
                      <a:pt x="8" y="70"/>
                    </a:lnTo>
                    <a:lnTo>
                      <a:pt x="8" y="70"/>
                    </a:lnTo>
                    <a:lnTo>
                      <a:pt x="8" y="70"/>
                    </a:lnTo>
                    <a:lnTo>
                      <a:pt x="8" y="70"/>
                    </a:lnTo>
                    <a:close/>
                    <a:moveTo>
                      <a:pt x="4" y="78"/>
                    </a:moveTo>
                    <a:lnTo>
                      <a:pt x="4" y="78"/>
                    </a:lnTo>
                    <a:lnTo>
                      <a:pt x="4" y="78"/>
                    </a:lnTo>
                    <a:lnTo>
                      <a:pt x="4" y="82"/>
                    </a:lnTo>
                    <a:lnTo>
                      <a:pt x="4" y="78"/>
                    </a:lnTo>
                    <a:lnTo>
                      <a:pt x="4" y="78"/>
                    </a:lnTo>
                    <a:lnTo>
                      <a:pt x="4" y="78"/>
                    </a:lnTo>
                    <a:lnTo>
                      <a:pt x="4" y="78"/>
                    </a:lnTo>
                    <a:close/>
                    <a:moveTo>
                      <a:pt x="8" y="88"/>
                    </a:moveTo>
                    <a:lnTo>
                      <a:pt x="8" y="88"/>
                    </a:lnTo>
                    <a:lnTo>
                      <a:pt x="8" y="88"/>
                    </a:lnTo>
                    <a:lnTo>
                      <a:pt x="8" y="88"/>
                    </a:lnTo>
                    <a:lnTo>
                      <a:pt x="8" y="88"/>
                    </a:lnTo>
                    <a:lnTo>
                      <a:pt x="8" y="88"/>
                    </a:lnTo>
                    <a:lnTo>
                      <a:pt x="8" y="88"/>
                    </a:lnTo>
                    <a:lnTo>
                      <a:pt x="8" y="88"/>
                    </a:lnTo>
                    <a:close/>
                    <a:moveTo>
                      <a:pt x="8" y="114"/>
                    </a:moveTo>
                    <a:lnTo>
                      <a:pt x="8" y="114"/>
                    </a:lnTo>
                    <a:lnTo>
                      <a:pt x="8" y="114"/>
                    </a:lnTo>
                    <a:lnTo>
                      <a:pt x="8" y="114"/>
                    </a:lnTo>
                    <a:lnTo>
                      <a:pt x="8" y="114"/>
                    </a:lnTo>
                    <a:lnTo>
                      <a:pt x="8" y="114"/>
                    </a:lnTo>
                    <a:close/>
                    <a:moveTo>
                      <a:pt x="0" y="114"/>
                    </a:moveTo>
                    <a:lnTo>
                      <a:pt x="0" y="114"/>
                    </a:lnTo>
                    <a:lnTo>
                      <a:pt x="0" y="118"/>
                    </a:lnTo>
                    <a:lnTo>
                      <a:pt x="0" y="114"/>
                    </a:lnTo>
                    <a:lnTo>
                      <a:pt x="0" y="114"/>
                    </a:lnTo>
                    <a:lnTo>
                      <a:pt x="0" y="114"/>
                    </a:lnTo>
                    <a:lnTo>
                      <a:pt x="0" y="114"/>
                    </a:lnTo>
                    <a:close/>
                    <a:moveTo>
                      <a:pt x="8" y="126"/>
                    </a:moveTo>
                    <a:lnTo>
                      <a:pt x="8" y="126"/>
                    </a:lnTo>
                    <a:lnTo>
                      <a:pt x="8" y="126"/>
                    </a:lnTo>
                    <a:lnTo>
                      <a:pt x="8" y="126"/>
                    </a:lnTo>
                    <a:lnTo>
                      <a:pt x="8" y="126"/>
                    </a:lnTo>
                    <a:lnTo>
                      <a:pt x="8" y="126"/>
                    </a:lnTo>
                    <a:lnTo>
                      <a:pt x="8" y="126"/>
                    </a:lnTo>
                    <a:close/>
                    <a:moveTo>
                      <a:pt x="0" y="130"/>
                    </a:moveTo>
                    <a:lnTo>
                      <a:pt x="0" y="130"/>
                    </a:lnTo>
                    <a:lnTo>
                      <a:pt x="0" y="130"/>
                    </a:lnTo>
                    <a:lnTo>
                      <a:pt x="0" y="130"/>
                    </a:lnTo>
                    <a:lnTo>
                      <a:pt x="0" y="130"/>
                    </a:lnTo>
                    <a:lnTo>
                      <a:pt x="0" y="130"/>
                    </a:lnTo>
                    <a:lnTo>
                      <a:pt x="0" y="130"/>
                    </a:lnTo>
                    <a:lnTo>
                      <a:pt x="0" y="130"/>
                    </a:lnTo>
                    <a:lnTo>
                      <a:pt x="0" y="1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7" name="Freeform 41"/>
              <p:cNvSpPr>
                <a:spLocks/>
              </p:cNvSpPr>
              <p:nvPr/>
            </p:nvSpPr>
            <p:spPr bwMode="gray">
              <a:xfrm>
                <a:off x="6956643" y="2856963"/>
                <a:ext cx="793105" cy="368722"/>
              </a:xfrm>
              <a:custGeom>
                <a:avLst/>
                <a:gdLst>
                  <a:gd name="T0" fmla="*/ 400 w 456"/>
                  <a:gd name="T1" fmla="*/ 134 h 212"/>
                  <a:gd name="T2" fmla="*/ 376 w 456"/>
                  <a:gd name="T3" fmla="*/ 142 h 212"/>
                  <a:gd name="T4" fmla="*/ 358 w 456"/>
                  <a:gd name="T5" fmla="*/ 150 h 212"/>
                  <a:gd name="T6" fmla="*/ 336 w 456"/>
                  <a:gd name="T7" fmla="*/ 154 h 212"/>
                  <a:gd name="T8" fmla="*/ 340 w 456"/>
                  <a:gd name="T9" fmla="*/ 176 h 212"/>
                  <a:gd name="T10" fmla="*/ 324 w 456"/>
                  <a:gd name="T11" fmla="*/ 186 h 212"/>
                  <a:gd name="T12" fmla="*/ 310 w 456"/>
                  <a:gd name="T13" fmla="*/ 198 h 212"/>
                  <a:gd name="T14" fmla="*/ 280 w 456"/>
                  <a:gd name="T15" fmla="*/ 198 h 212"/>
                  <a:gd name="T16" fmla="*/ 254 w 456"/>
                  <a:gd name="T17" fmla="*/ 208 h 212"/>
                  <a:gd name="T18" fmla="*/ 228 w 456"/>
                  <a:gd name="T19" fmla="*/ 208 h 212"/>
                  <a:gd name="T20" fmla="*/ 202 w 456"/>
                  <a:gd name="T21" fmla="*/ 198 h 212"/>
                  <a:gd name="T22" fmla="*/ 180 w 456"/>
                  <a:gd name="T23" fmla="*/ 190 h 212"/>
                  <a:gd name="T24" fmla="*/ 152 w 456"/>
                  <a:gd name="T25" fmla="*/ 194 h 212"/>
                  <a:gd name="T26" fmla="*/ 128 w 456"/>
                  <a:gd name="T27" fmla="*/ 190 h 212"/>
                  <a:gd name="T28" fmla="*/ 112 w 456"/>
                  <a:gd name="T29" fmla="*/ 176 h 212"/>
                  <a:gd name="T30" fmla="*/ 98 w 456"/>
                  <a:gd name="T31" fmla="*/ 160 h 212"/>
                  <a:gd name="T32" fmla="*/ 84 w 456"/>
                  <a:gd name="T33" fmla="*/ 150 h 212"/>
                  <a:gd name="T34" fmla="*/ 60 w 456"/>
                  <a:gd name="T35" fmla="*/ 146 h 212"/>
                  <a:gd name="T36" fmla="*/ 42 w 456"/>
                  <a:gd name="T37" fmla="*/ 134 h 212"/>
                  <a:gd name="T38" fmla="*/ 50 w 456"/>
                  <a:gd name="T39" fmla="*/ 112 h 212"/>
                  <a:gd name="T40" fmla="*/ 38 w 456"/>
                  <a:gd name="T41" fmla="*/ 98 h 212"/>
                  <a:gd name="T42" fmla="*/ 28 w 456"/>
                  <a:gd name="T43" fmla="*/ 86 h 212"/>
                  <a:gd name="T44" fmla="*/ 8 w 456"/>
                  <a:gd name="T45" fmla="*/ 74 h 212"/>
                  <a:gd name="T46" fmla="*/ 4 w 456"/>
                  <a:gd name="T47" fmla="*/ 60 h 212"/>
                  <a:gd name="T48" fmla="*/ 20 w 456"/>
                  <a:gd name="T49" fmla="*/ 52 h 212"/>
                  <a:gd name="T50" fmla="*/ 28 w 456"/>
                  <a:gd name="T51" fmla="*/ 48 h 212"/>
                  <a:gd name="T52" fmla="*/ 42 w 456"/>
                  <a:gd name="T53" fmla="*/ 38 h 212"/>
                  <a:gd name="T54" fmla="*/ 56 w 456"/>
                  <a:gd name="T55" fmla="*/ 30 h 212"/>
                  <a:gd name="T56" fmla="*/ 76 w 456"/>
                  <a:gd name="T57" fmla="*/ 26 h 212"/>
                  <a:gd name="T58" fmla="*/ 94 w 456"/>
                  <a:gd name="T59" fmla="*/ 34 h 212"/>
                  <a:gd name="T60" fmla="*/ 110 w 456"/>
                  <a:gd name="T61" fmla="*/ 44 h 212"/>
                  <a:gd name="T62" fmla="*/ 136 w 456"/>
                  <a:gd name="T63" fmla="*/ 48 h 212"/>
                  <a:gd name="T64" fmla="*/ 150 w 456"/>
                  <a:gd name="T65" fmla="*/ 38 h 212"/>
                  <a:gd name="T66" fmla="*/ 146 w 456"/>
                  <a:gd name="T67" fmla="*/ 12 h 212"/>
                  <a:gd name="T68" fmla="*/ 156 w 456"/>
                  <a:gd name="T69" fmla="*/ 4 h 212"/>
                  <a:gd name="T70" fmla="*/ 176 w 456"/>
                  <a:gd name="T71" fmla="*/ 8 h 212"/>
                  <a:gd name="T72" fmla="*/ 198 w 456"/>
                  <a:gd name="T73" fmla="*/ 12 h 212"/>
                  <a:gd name="T74" fmla="*/ 206 w 456"/>
                  <a:gd name="T75" fmla="*/ 30 h 212"/>
                  <a:gd name="T76" fmla="*/ 220 w 456"/>
                  <a:gd name="T77" fmla="*/ 42 h 212"/>
                  <a:gd name="T78" fmla="*/ 242 w 456"/>
                  <a:gd name="T79" fmla="*/ 34 h 212"/>
                  <a:gd name="T80" fmla="*/ 262 w 456"/>
                  <a:gd name="T81" fmla="*/ 38 h 212"/>
                  <a:gd name="T82" fmla="*/ 288 w 456"/>
                  <a:gd name="T83" fmla="*/ 44 h 212"/>
                  <a:gd name="T84" fmla="*/ 306 w 456"/>
                  <a:gd name="T85" fmla="*/ 56 h 212"/>
                  <a:gd name="T86" fmla="*/ 332 w 456"/>
                  <a:gd name="T87" fmla="*/ 60 h 212"/>
                  <a:gd name="T88" fmla="*/ 354 w 456"/>
                  <a:gd name="T89" fmla="*/ 52 h 212"/>
                  <a:gd name="T90" fmla="*/ 370 w 456"/>
                  <a:gd name="T91" fmla="*/ 42 h 212"/>
                  <a:gd name="T92" fmla="*/ 388 w 456"/>
                  <a:gd name="T93" fmla="*/ 42 h 212"/>
                  <a:gd name="T94" fmla="*/ 410 w 456"/>
                  <a:gd name="T95" fmla="*/ 44 h 212"/>
                  <a:gd name="T96" fmla="*/ 400 w 456"/>
                  <a:gd name="T97" fmla="*/ 68 h 212"/>
                  <a:gd name="T98" fmla="*/ 396 w 456"/>
                  <a:gd name="T99" fmla="*/ 86 h 212"/>
                  <a:gd name="T100" fmla="*/ 414 w 456"/>
                  <a:gd name="T101" fmla="*/ 90 h 212"/>
                  <a:gd name="T102" fmla="*/ 436 w 456"/>
                  <a:gd name="T103" fmla="*/ 86 h 212"/>
                  <a:gd name="T104" fmla="*/ 456 w 456"/>
                  <a:gd name="T105" fmla="*/ 104 h 212"/>
                  <a:gd name="T106" fmla="*/ 440 w 456"/>
                  <a:gd name="T107" fmla="*/ 108 h 212"/>
                  <a:gd name="T108" fmla="*/ 422 w 456"/>
                  <a:gd name="T109" fmla="*/ 116 h 212"/>
                  <a:gd name="T110" fmla="*/ 410 w 456"/>
                  <a:gd name="T111" fmla="*/ 1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56" h="212">
                    <a:moveTo>
                      <a:pt x="410" y="120"/>
                    </a:moveTo>
                    <a:lnTo>
                      <a:pt x="406" y="120"/>
                    </a:lnTo>
                    <a:lnTo>
                      <a:pt x="406" y="124"/>
                    </a:lnTo>
                    <a:lnTo>
                      <a:pt x="402" y="128"/>
                    </a:lnTo>
                    <a:lnTo>
                      <a:pt x="402" y="130"/>
                    </a:lnTo>
                    <a:lnTo>
                      <a:pt x="400" y="130"/>
                    </a:lnTo>
                    <a:lnTo>
                      <a:pt x="400" y="134"/>
                    </a:lnTo>
                    <a:lnTo>
                      <a:pt x="396" y="134"/>
                    </a:lnTo>
                    <a:lnTo>
                      <a:pt x="396" y="138"/>
                    </a:lnTo>
                    <a:lnTo>
                      <a:pt x="392" y="138"/>
                    </a:lnTo>
                    <a:lnTo>
                      <a:pt x="388" y="138"/>
                    </a:lnTo>
                    <a:lnTo>
                      <a:pt x="384" y="138"/>
                    </a:lnTo>
                    <a:lnTo>
                      <a:pt x="380" y="138"/>
                    </a:lnTo>
                    <a:lnTo>
                      <a:pt x="376" y="142"/>
                    </a:lnTo>
                    <a:lnTo>
                      <a:pt x="376" y="146"/>
                    </a:lnTo>
                    <a:lnTo>
                      <a:pt x="374" y="146"/>
                    </a:lnTo>
                    <a:lnTo>
                      <a:pt x="370" y="146"/>
                    </a:lnTo>
                    <a:lnTo>
                      <a:pt x="370" y="150"/>
                    </a:lnTo>
                    <a:lnTo>
                      <a:pt x="366" y="150"/>
                    </a:lnTo>
                    <a:lnTo>
                      <a:pt x="362" y="150"/>
                    </a:lnTo>
                    <a:lnTo>
                      <a:pt x="358" y="150"/>
                    </a:lnTo>
                    <a:lnTo>
                      <a:pt x="354" y="150"/>
                    </a:lnTo>
                    <a:lnTo>
                      <a:pt x="350" y="146"/>
                    </a:lnTo>
                    <a:lnTo>
                      <a:pt x="346" y="146"/>
                    </a:lnTo>
                    <a:lnTo>
                      <a:pt x="344" y="146"/>
                    </a:lnTo>
                    <a:lnTo>
                      <a:pt x="340" y="146"/>
                    </a:lnTo>
                    <a:lnTo>
                      <a:pt x="340" y="150"/>
                    </a:lnTo>
                    <a:lnTo>
                      <a:pt x="336" y="154"/>
                    </a:lnTo>
                    <a:lnTo>
                      <a:pt x="336" y="158"/>
                    </a:lnTo>
                    <a:lnTo>
                      <a:pt x="336" y="160"/>
                    </a:lnTo>
                    <a:lnTo>
                      <a:pt x="340" y="164"/>
                    </a:lnTo>
                    <a:lnTo>
                      <a:pt x="344" y="168"/>
                    </a:lnTo>
                    <a:lnTo>
                      <a:pt x="344" y="172"/>
                    </a:lnTo>
                    <a:lnTo>
                      <a:pt x="340" y="172"/>
                    </a:lnTo>
                    <a:lnTo>
                      <a:pt x="340" y="176"/>
                    </a:lnTo>
                    <a:lnTo>
                      <a:pt x="336" y="176"/>
                    </a:lnTo>
                    <a:lnTo>
                      <a:pt x="332" y="176"/>
                    </a:lnTo>
                    <a:lnTo>
                      <a:pt x="332" y="180"/>
                    </a:lnTo>
                    <a:lnTo>
                      <a:pt x="328" y="180"/>
                    </a:lnTo>
                    <a:lnTo>
                      <a:pt x="328" y="184"/>
                    </a:lnTo>
                    <a:lnTo>
                      <a:pt x="324" y="184"/>
                    </a:lnTo>
                    <a:lnTo>
                      <a:pt x="324" y="186"/>
                    </a:lnTo>
                    <a:lnTo>
                      <a:pt x="320" y="186"/>
                    </a:lnTo>
                    <a:lnTo>
                      <a:pt x="320" y="190"/>
                    </a:lnTo>
                    <a:lnTo>
                      <a:pt x="318" y="190"/>
                    </a:lnTo>
                    <a:lnTo>
                      <a:pt x="318" y="194"/>
                    </a:lnTo>
                    <a:lnTo>
                      <a:pt x="314" y="194"/>
                    </a:lnTo>
                    <a:lnTo>
                      <a:pt x="310" y="194"/>
                    </a:lnTo>
                    <a:lnTo>
                      <a:pt x="310" y="198"/>
                    </a:lnTo>
                    <a:lnTo>
                      <a:pt x="306" y="198"/>
                    </a:lnTo>
                    <a:lnTo>
                      <a:pt x="302" y="198"/>
                    </a:lnTo>
                    <a:lnTo>
                      <a:pt x="298" y="198"/>
                    </a:lnTo>
                    <a:lnTo>
                      <a:pt x="294" y="198"/>
                    </a:lnTo>
                    <a:lnTo>
                      <a:pt x="290" y="198"/>
                    </a:lnTo>
                    <a:lnTo>
                      <a:pt x="284" y="198"/>
                    </a:lnTo>
                    <a:lnTo>
                      <a:pt x="280" y="198"/>
                    </a:lnTo>
                    <a:lnTo>
                      <a:pt x="276" y="198"/>
                    </a:lnTo>
                    <a:lnTo>
                      <a:pt x="272" y="198"/>
                    </a:lnTo>
                    <a:lnTo>
                      <a:pt x="268" y="198"/>
                    </a:lnTo>
                    <a:lnTo>
                      <a:pt x="264" y="200"/>
                    </a:lnTo>
                    <a:lnTo>
                      <a:pt x="262" y="204"/>
                    </a:lnTo>
                    <a:lnTo>
                      <a:pt x="258" y="204"/>
                    </a:lnTo>
                    <a:lnTo>
                      <a:pt x="254" y="208"/>
                    </a:lnTo>
                    <a:lnTo>
                      <a:pt x="250" y="208"/>
                    </a:lnTo>
                    <a:lnTo>
                      <a:pt x="246" y="208"/>
                    </a:lnTo>
                    <a:lnTo>
                      <a:pt x="242" y="212"/>
                    </a:lnTo>
                    <a:lnTo>
                      <a:pt x="238" y="212"/>
                    </a:lnTo>
                    <a:lnTo>
                      <a:pt x="238" y="208"/>
                    </a:lnTo>
                    <a:lnTo>
                      <a:pt x="232" y="208"/>
                    </a:lnTo>
                    <a:lnTo>
                      <a:pt x="228" y="208"/>
                    </a:lnTo>
                    <a:lnTo>
                      <a:pt x="220" y="208"/>
                    </a:lnTo>
                    <a:lnTo>
                      <a:pt x="220" y="204"/>
                    </a:lnTo>
                    <a:lnTo>
                      <a:pt x="216" y="204"/>
                    </a:lnTo>
                    <a:lnTo>
                      <a:pt x="212" y="200"/>
                    </a:lnTo>
                    <a:lnTo>
                      <a:pt x="208" y="200"/>
                    </a:lnTo>
                    <a:lnTo>
                      <a:pt x="202" y="200"/>
                    </a:lnTo>
                    <a:lnTo>
                      <a:pt x="202" y="198"/>
                    </a:lnTo>
                    <a:lnTo>
                      <a:pt x="198" y="194"/>
                    </a:lnTo>
                    <a:lnTo>
                      <a:pt x="194" y="194"/>
                    </a:lnTo>
                    <a:lnTo>
                      <a:pt x="190" y="194"/>
                    </a:lnTo>
                    <a:lnTo>
                      <a:pt x="186" y="194"/>
                    </a:lnTo>
                    <a:lnTo>
                      <a:pt x="186" y="190"/>
                    </a:lnTo>
                    <a:lnTo>
                      <a:pt x="182" y="190"/>
                    </a:lnTo>
                    <a:lnTo>
                      <a:pt x="180" y="190"/>
                    </a:lnTo>
                    <a:lnTo>
                      <a:pt x="176" y="194"/>
                    </a:lnTo>
                    <a:lnTo>
                      <a:pt x="172" y="194"/>
                    </a:lnTo>
                    <a:lnTo>
                      <a:pt x="168" y="194"/>
                    </a:lnTo>
                    <a:lnTo>
                      <a:pt x="164" y="194"/>
                    </a:lnTo>
                    <a:lnTo>
                      <a:pt x="160" y="194"/>
                    </a:lnTo>
                    <a:lnTo>
                      <a:pt x="156" y="194"/>
                    </a:lnTo>
                    <a:lnTo>
                      <a:pt x="152" y="194"/>
                    </a:lnTo>
                    <a:lnTo>
                      <a:pt x="150" y="194"/>
                    </a:lnTo>
                    <a:lnTo>
                      <a:pt x="146" y="190"/>
                    </a:lnTo>
                    <a:lnTo>
                      <a:pt x="142" y="190"/>
                    </a:lnTo>
                    <a:lnTo>
                      <a:pt x="138" y="190"/>
                    </a:lnTo>
                    <a:lnTo>
                      <a:pt x="136" y="190"/>
                    </a:lnTo>
                    <a:lnTo>
                      <a:pt x="132" y="190"/>
                    </a:lnTo>
                    <a:lnTo>
                      <a:pt x="128" y="190"/>
                    </a:lnTo>
                    <a:lnTo>
                      <a:pt x="124" y="190"/>
                    </a:lnTo>
                    <a:lnTo>
                      <a:pt x="124" y="186"/>
                    </a:lnTo>
                    <a:lnTo>
                      <a:pt x="120" y="184"/>
                    </a:lnTo>
                    <a:lnTo>
                      <a:pt x="116" y="184"/>
                    </a:lnTo>
                    <a:lnTo>
                      <a:pt x="116" y="180"/>
                    </a:lnTo>
                    <a:lnTo>
                      <a:pt x="116" y="176"/>
                    </a:lnTo>
                    <a:lnTo>
                      <a:pt x="112" y="176"/>
                    </a:lnTo>
                    <a:lnTo>
                      <a:pt x="112" y="172"/>
                    </a:lnTo>
                    <a:lnTo>
                      <a:pt x="112" y="168"/>
                    </a:lnTo>
                    <a:lnTo>
                      <a:pt x="112" y="164"/>
                    </a:lnTo>
                    <a:lnTo>
                      <a:pt x="110" y="164"/>
                    </a:lnTo>
                    <a:lnTo>
                      <a:pt x="110" y="160"/>
                    </a:lnTo>
                    <a:lnTo>
                      <a:pt x="106" y="160"/>
                    </a:lnTo>
                    <a:lnTo>
                      <a:pt x="98" y="160"/>
                    </a:lnTo>
                    <a:lnTo>
                      <a:pt x="98" y="158"/>
                    </a:lnTo>
                    <a:lnTo>
                      <a:pt x="94" y="158"/>
                    </a:lnTo>
                    <a:lnTo>
                      <a:pt x="94" y="154"/>
                    </a:lnTo>
                    <a:lnTo>
                      <a:pt x="90" y="154"/>
                    </a:lnTo>
                    <a:lnTo>
                      <a:pt x="90" y="150"/>
                    </a:lnTo>
                    <a:lnTo>
                      <a:pt x="86" y="150"/>
                    </a:lnTo>
                    <a:lnTo>
                      <a:pt x="84" y="150"/>
                    </a:lnTo>
                    <a:lnTo>
                      <a:pt x="84" y="146"/>
                    </a:lnTo>
                    <a:lnTo>
                      <a:pt x="80" y="146"/>
                    </a:lnTo>
                    <a:lnTo>
                      <a:pt x="76" y="146"/>
                    </a:lnTo>
                    <a:lnTo>
                      <a:pt x="72" y="146"/>
                    </a:lnTo>
                    <a:lnTo>
                      <a:pt x="68" y="146"/>
                    </a:lnTo>
                    <a:lnTo>
                      <a:pt x="64" y="146"/>
                    </a:lnTo>
                    <a:lnTo>
                      <a:pt x="60" y="146"/>
                    </a:lnTo>
                    <a:lnTo>
                      <a:pt x="54" y="146"/>
                    </a:lnTo>
                    <a:lnTo>
                      <a:pt x="54" y="142"/>
                    </a:lnTo>
                    <a:lnTo>
                      <a:pt x="50" y="142"/>
                    </a:lnTo>
                    <a:lnTo>
                      <a:pt x="46" y="142"/>
                    </a:lnTo>
                    <a:lnTo>
                      <a:pt x="46" y="138"/>
                    </a:lnTo>
                    <a:lnTo>
                      <a:pt x="42" y="138"/>
                    </a:lnTo>
                    <a:lnTo>
                      <a:pt x="42" y="134"/>
                    </a:lnTo>
                    <a:lnTo>
                      <a:pt x="42" y="130"/>
                    </a:lnTo>
                    <a:lnTo>
                      <a:pt x="46" y="128"/>
                    </a:lnTo>
                    <a:lnTo>
                      <a:pt x="46" y="124"/>
                    </a:lnTo>
                    <a:lnTo>
                      <a:pt x="46" y="120"/>
                    </a:lnTo>
                    <a:lnTo>
                      <a:pt x="50" y="116"/>
                    </a:lnTo>
                    <a:lnTo>
                      <a:pt x="46" y="112"/>
                    </a:lnTo>
                    <a:lnTo>
                      <a:pt x="50" y="112"/>
                    </a:lnTo>
                    <a:lnTo>
                      <a:pt x="46" y="112"/>
                    </a:lnTo>
                    <a:lnTo>
                      <a:pt x="46" y="108"/>
                    </a:lnTo>
                    <a:lnTo>
                      <a:pt x="46" y="104"/>
                    </a:lnTo>
                    <a:lnTo>
                      <a:pt x="42" y="104"/>
                    </a:lnTo>
                    <a:lnTo>
                      <a:pt x="42" y="100"/>
                    </a:lnTo>
                    <a:lnTo>
                      <a:pt x="38" y="100"/>
                    </a:lnTo>
                    <a:lnTo>
                      <a:pt x="38" y="98"/>
                    </a:lnTo>
                    <a:lnTo>
                      <a:pt x="38" y="94"/>
                    </a:lnTo>
                    <a:lnTo>
                      <a:pt x="38" y="90"/>
                    </a:lnTo>
                    <a:lnTo>
                      <a:pt x="34" y="90"/>
                    </a:lnTo>
                    <a:lnTo>
                      <a:pt x="34" y="86"/>
                    </a:lnTo>
                    <a:lnTo>
                      <a:pt x="30" y="86"/>
                    </a:lnTo>
                    <a:lnTo>
                      <a:pt x="30" y="90"/>
                    </a:lnTo>
                    <a:lnTo>
                      <a:pt x="28" y="86"/>
                    </a:lnTo>
                    <a:lnTo>
                      <a:pt x="24" y="86"/>
                    </a:lnTo>
                    <a:lnTo>
                      <a:pt x="20" y="86"/>
                    </a:lnTo>
                    <a:lnTo>
                      <a:pt x="20" y="82"/>
                    </a:lnTo>
                    <a:lnTo>
                      <a:pt x="16" y="82"/>
                    </a:lnTo>
                    <a:lnTo>
                      <a:pt x="12" y="82"/>
                    </a:lnTo>
                    <a:lnTo>
                      <a:pt x="12" y="78"/>
                    </a:lnTo>
                    <a:lnTo>
                      <a:pt x="8" y="74"/>
                    </a:lnTo>
                    <a:lnTo>
                      <a:pt x="4" y="74"/>
                    </a:lnTo>
                    <a:lnTo>
                      <a:pt x="4" y="72"/>
                    </a:lnTo>
                    <a:lnTo>
                      <a:pt x="0" y="68"/>
                    </a:lnTo>
                    <a:lnTo>
                      <a:pt x="4" y="64"/>
                    </a:lnTo>
                    <a:lnTo>
                      <a:pt x="0" y="64"/>
                    </a:lnTo>
                    <a:lnTo>
                      <a:pt x="0" y="60"/>
                    </a:lnTo>
                    <a:lnTo>
                      <a:pt x="4" y="60"/>
                    </a:lnTo>
                    <a:lnTo>
                      <a:pt x="8" y="60"/>
                    </a:lnTo>
                    <a:lnTo>
                      <a:pt x="4" y="56"/>
                    </a:lnTo>
                    <a:lnTo>
                      <a:pt x="8" y="56"/>
                    </a:lnTo>
                    <a:lnTo>
                      <a:pt x="12" y="56"/>
                    </a:lnTo>
                    <a:lnTo>
                      <a:pt x="16" y="56"/>
                    </a:lnTo>
                    <a:lnTo>
                      <a:pt x="16" y="52"/>
                    </a:lnTo>
                    <a:lnTo>
                      <a:pt x="20" y="52"/>
                    </a:lnTo>
                    <a:lnTo>
                      <a:pt x="20" y="56"/>
                    </a:lnTo>
                    <a:lnTo>
                      <a:pt x="20" y="52"/>
                    </a:lnTo>
                    <a:lnTo>
                      <a:pt x="24" y="52"/>
                    </a:lnTo>
                    <a:lnTo>
                      <a:pt x="28" y="52"/>
                    </a:lnTo>
                    <a:lnTo>
                      <a:pt x="28" y="48"/>
                    </a:lnTo>
                    <a:lnTo>
                      <a:pt x="30" y="48"/>
                    </a:lnTo>
                    <a:lnTo>
                      <a:pt x="28" y="48"/>
                    </a:lnTo>
                    <a:lnTo>
                      <a:pt x="28" y="44"/>
                    </a:lnTo>
                    <a:lnTo>
                      <a:pt x="30" y="44"/>
                    </a:lnTo>
                    <a:lnTo>
                      <a:pt x="34" y="44"/>
                    </a:lnTo>
                    <a:lnTo>
                      <a:pt x="34" y="42"/>
                    </a:lnTo>
                    <a:lnTo>
                      <a:pt x="38" y="42"/>
                    </a:lnTo>
                    <a:lnTo>
                      <a:pt x="38" y="38"/>
                    </a:lnTo>
                    <a:lnTo>
                      <a:pt x="42" y="38"/>
                    </a:lnTo>
                    <a:lnTo>
                      <a:pt x="42" y="42"/>
                    </a:lnTo>
                    <a:lnTo>
                      <a:pt x="42" y="38"/>
                    </a:lnTo>
                    <a:lnTo>
                      <a:pt x="46" y="38"/>
                    </a:lnTo>
                    <a:lnTo>
                      <a:pt x="46" y="34"/>
                    </a:lnTo>
                    <a:lnTo>
                      <a:pt x="50" y="34"/>
                    </a:lnTo>
                    <a:lnTo>
                      <a:pt x="54" y="34"/>
                    </a:lnTo>
                    <a:lnTo>
                      <a:pt x="56" y="30"/>
                    </a:lnTo>
                    <a:lnTo>
                      <a:pt x="60" y="30"/>
                    </a:lnTo>
                    <a:lnTo>
                      <a:pt x="64" y="30"/>
                    </a:lnTo>
                    <a:lnTo>
                      <a:pt x="64" y="26"/>
                    </a:lnTo>
                    <a:lnTo>
                      <a:pt x="68" y="26"/>
                    </a:lnTo>
                    <a:lnTo>
                      <a:pt x="72" y="30"/>
                    </a:lnTo>
                    <a:lnTo>
                      <a:pt x="72" y="26"/>
                    </a:lnTo>
                    <a:lnTo>
                      <a:pt x="76" y="26"/>
                    </a:lnTo>
                    <a:lnTo>
                      <a:pt x="76" y="30"/>
                    </a:lnTo>
                    <a:lnTo>
                      <a:pt x="80" y="30"/>
                    </a:lnTo>
                    <a:lnTo>
                      <a:pt x="84" y="30"/>
                    </a:lnTo>
                    <a:lnTo>
                      <a:pt x="86" y="30"/>
                    </a:lnTo>
                    <a:lnTo>
                      <a:pt x="90" y="30"/>
                    </a:lnTo>
                    <a:lnTo>
                      <a:pt x="94" y="30"/>
                    </a:lnTo>
                    <a:lnTo>
                      <a:pt x="94" y="34"/>
                    </a:lnTo>
                    <a:lnTo>
                      <a:pt x="94" y="38"/>
                    </a:lnTo>
                    <a:lnTo>
                      <a:pt x="94" y="42"/>
                    </a:lnTo>
                    <a:lnTo>
                      <a:pt x="98" y="42"/>
                    </a:lnTo>
                    <a:lnTo>
                      <a:pt x="98" y="44"/>
                    </a:lnTo>
                    <a:lnTo>
                      <a:pt x="102" y="42"/>
                    </a:lnTo>
                    <a:lnTo>
                      <a:pt x="106" y="44"/>
                    </a:lnTo>
                    <a:lnTo>
                      <a:pt x="110" y="44"/>
                    </a:lnTo>
                    <a:lnTo>
                      <a:pt x="112" y="44"/>
                    </a:lnTo>
                    <a:lnTo>
                      <a:pt x="116" y="44"/>
                    </a:lnTo>
                    <a:lnTo>
                      <a:pt x="120" y="44"/>
                    </a:lnTo>
                    <a:lnTo>
                      <a:pt x="124" y="44"/>
                    </a:lnTo>
                    <a:lnTo>
                      <a:pt x="128" y="44"/>
                    </a:lnTo>
                    <a:lnTo>
                      <a:pt x="132" y="44"/>
                    </a:lnTo>
                    <a:lnTo>
                      <a:pt x="136" y="48"/>
                    </a:lnTo>
                    <a:lnTo>
                      <a:pt x="138" y="48"/>
                    </a:lnTo>
                    <a:lnTo>
                      <a:pt x="138" y="44"/>
                    </a:lnTo>
                    <a:lnTo>
                      <a:pt x="142" y="44"/>
                    </a:lnTo>
                    <a:lnTo>
                      <a:pt x="146" y="44"/>
                    </a:lnTo>
                    <a:lnTo>
                      <a:pt x="146" y="42"/>
                    </a:lnTo>
                    <a:lnTo>
                      <a:pt x="150" y="42"/>
                    </a:lnTo>
                    <a:lnTo>
                      <a:pt x="150" y="38"/>
                    </a:lnTo>
                    <a:lnTo>
                      <a:pt x="150" y="34"/>
                    </a:lnTo>
                    <a:lnTo>
                      <a:pt x="146" y="30"/>
                    </a:lnTo>
                    <a:lnTo>
                      <a:pt x="146" y="26"/>
                    </a:lnTo>
                    <a:lnTo>
                      <a:pt x="142" y="22"/>
                    </a:lnTo>
                    <a:lnTo>
                      <a:pt x="146" y="18"/>
                    </a:lnTo>
                    <a:lnTo>
                      <a:pt x="146" y="14"/>
                    </a:lnTo>
                    <a:lnTo>
                      <a:pt x="146" y="12"/>
                    </a:lnTo>
                    <a:lnTo>
                      <a:pt x="150" y="12"/>
                    </a:lnTo>
                    <a:lnTo>
                      <a:pt x="150" y="14"/>
                    </a:lnTo>
                    <a:lnTo>
                      <a:pt x="150" y="12"/>
                    </a:lnTo>
                    <a:lnTo>
                      <a:pt x="150" y="8"/>
                    </a:lnTo>
                    <a:lnTo>
                      <a:pt x="152" y="8"/>
                    </a:lnTo>
                    <a:lnTo>
                      <a:pt x="156" y="8"/>
                    </a:lnTo>
                    <a:lnTo>
                      <a:pt x="156" y="4"/>
                    </a:lnTo>
                    <a:lnTo>
                      <a:pt x="156" y="0"/>
                    </a:lnTo>
                    <a:lnTo>
                      <a:pt x="160" y="0"/>
                    </a:lnTo>
                    <a:lnTo>
                      <a:pt x="164" y="4"/>
                    </a:lnTo>
                    <a:lnTo>
                      <a:pt x="168" y="4"/>
                    </a:lnTo>
                    <a:lnTo>
                      <a:pt x="172" y="4"/>
                    </a:lnTo>
                    <a:lnTo>
                      <a:pt x="172" y="8"/>
                    </a:lnTo>
                    <a:lnTo>
                      <a:pt x="176" y="8"/>
                    </a:lnTo>
                    <a:lnTo>
                      <a:pt x="180" y="8"/>
                    </a:lnTo>
                    <a:lnTo>
                      <a:pt x="182" y="8"/>
                    </a:lnTo>
                    <a:lnTo>
                      <a:pt x="186" y="12"/>
                    </a:lnTo>
                    <a:lnTo>
                      <a:pt x="190" y="12"/>
                    </a:lnTo>
                    <a:lnTo>
                      <a:pt x="194" y="14"/>
                    </a:lnTo>
                    <a:lnTo>
                      <a:pt x="194" y="12"/>
                    </a:lnTo>
                    <a:lnTo>
                      <a:pt x="198" y="12"/>
                    </a:lnTo>
                    <a:lnTo>
                      <a:pt x="198" y="14"/>
                    </a:lnTo>
                    <a:lnTo>
                      <a:pt x="202" y="14"/>
                    </a:lnTo>
                    <a:lnTo>
                      <a:pt x="206" y="14"/>
                    </a:lnTo>
                    <a:lnTo>
                      <a:pt x="206" y="18"/>
                    </a:lnTo>
                    <a:lnTo>
                      <a:pt x="206" y="22"/>
                    </a:lnTo>
                    <a:lnTo>
                      <a:pt x="206" y="26"/>
                    </a:lnTo>
                    <a:lnTo>
                      <a:pt x="206" y="30"/>
                    </a:lnTo>
                    <a:lnTo>
                      <a:pt x="206" y="34"/>
                    </a:lnTo>
                    <a:lnTo>
                      <a:pt x="208" y="34"/>
                    </a:lnTo>
                    <a:lnTo>
                      <a:pt x="212" y="34"/>
                    </a:lnTo>
                    <a:lnTo>
                      <a:pt x="212" y="38"/>
                    </a:lnTo>
                    <a:lnTo>
                      <a:pt x="216" y="38"/>
                    </a:lnTo>
                    <a:lnTo>
                      <a:pt x="220" y="38"/>
                    </a:lnTo>
                    <a:lnTo>
                      <a:pt x="220" y="42"/>
                    </a:lnTo>
                    <a:lnTo>
                      <a:pt x="224" y="42"/>
                    </a:lnTo>
                    <a:lnTo>
                      <a:pt x="228" y="42"/>
                    </a:lnTo>
                    <a:lnTo>
                      <a:pt x="232" y="42"/>
                    </a:lnTo>
                    <a:lnTo>
                      <a:pt x="236" y="42"/>
                    </a:lnTo>
                    <a:lnTo>
                      <a:pt x="236" y="38"/>
                    </a:lnTo>
                    <a:lnTo>
                      <a:pt x="238" y="38"/>
                    </a:lnTo>
                    <a:lnTo>
                      <a:pt x="242" y="34"/>
                    </a:lnTo>
                    <a:lnTo>
                      <a:pt x="246" y="38"/>
                    </a:lnTo>
                    <a:lnTo>
                      <a:pt x="246" y="34"/>
                    </a:lnTo>
                    <a:lnTo>
                      <a:pt x="250" y="34"/>
                    </a:lnTo>
                    <a:lnTo>
                      <a:pt x="254" y="34"/>
                    </a:lnTo>
                    <a:lnTo>
                      <a:pt x="258" y="34"/>
                    </a:lnTo>
                    <a:lnTo>
                      <a:pt x="258" y="38"/>
                    </a:lnTo>
                    <a:lnTo>
                      <a:pt x="262" y="38"/>
                    </a:lnTo>
                    <a:lnTo>
                      <a:pt x="264" y="38"/>
                    </a:lnTo>
                    <a:lnTo>
                      <a:pt x="268" y="38"/>
                    </a:lnTo>
                    <a:lnTo>
                      <a:pt x="272" y="42"/>
                    </a:lnTo>
                    <a:lnTo>
                      <a:pt x="276" y="44"/>
                    </a:lnTo>
                    <a:lnTo>
                      <a:pt x="280" y="44"/>
                    </a:lnTo>
                    <a:lnTo>
                      <a:pt x="284" y="44"/>
                    </a:lnTo>
                    <a:lnTo>
                      <a:pt x="288" y="44"/>
                    </a:lnTo>
                    <a:lnTo>
                      <a:pt x="288" y="48"/>
                    </a:lnTo>
                    <a:lnTo>
                      <a:pt x="288" y="52"/>
                    </a:lnTo>
                    <a:lnTo>
                      <a:pt x="290" y="56"/>
                    </a:lnTo>
                    <a:lnTo>
                      <a:pt x="294" y="56"/>
                    </a:lnTo>
                    <a:lnTo>
                      <a:pt x="298" y="56"/>
                    </a:lnTo>
                    <a:lnTo>
                      <a:pt x="302" y="56"/>
                    </a:lnTo>
                    <a:lnTo>
                      <a:pt x="306" y="56"/>
                    </a:lnTo>
                    <a:lnTo>
                      <a:pt x="310" y="60"/>
                    </a:lnTo>
                    <a:lnTo>
                      <a:pt x="314" y="60"/>
                    </a:lnTo>
                    <a:lnTo>
                      <a:pt x="318" y="60"/>
                    </a:lnTo>
                    <a:lnTo>
                      <a:pt x="320" y="60"/>
                    </a:lnTo>
                    <a:lnTo>
                      <a:pt x="324" y="60"/>
                    </a:lnTo>
                    <a:lnTo>
                      <a:pt x="328" y="60"/>
                    </a:lnTo>
                    <a:lnTo>
                      <a:pt x="332" y="60"/>
                    </a:lnTo>
                    <a:lnTo>
                      <a:pt x="332" y="56"/>
                    </a:lnTo>
                    <a:lnTo>
                      <a:pt x="336" y="56"/>
                    </a:lnTo>
                    <a:lnTo>
                      <a:pt x="340" y="56"/>
                    </a:lnTo>
                    <a:lnTo>
                      <a:pt x="344" y="56"/>
                    </a:lnTo>
                    <a:lnTo>
                      <a:pt x="346" y="56"/>
                    </a:lnTo>
                    <a:lnTo>
                      <a:pt x="350" y="52"/>
                    </a:lnTo>
                    <a:lnTo>
                      <a:pt x="354" y="52"/>
                    </a:lnTo>
                    <a:lnTo>
                      <a:pt x="354" y="56"/>
                    </a:lnTo>
                    <a:lnTo>
                      <a:pt x="354" y="52"/>
                    </a:lnTo>
                    <a:lnTo>
                      <a:pt x="358" y="52"/>
                    </a:lnTo>
                    <a:lnTo>
                      <a:pt x="362" y="48"/>
                    </a:lnTo>
                    <a:lnTo>
                      <a:pt x="362" y="44"/>
                    </a:lnTo>
                    <a:lnTo>
                      <a:pt x="366" y="44"/>
                    </a:lnTo>
                    <a:lnTo>
                      <a:pt x="370" y="42"/>
                    </a:lnTo>
                    <a:lnTo>
                      <a:pt x="374" y="42"/>
                    </a:lnTo>
                    <a:lnTo>
                      <a:pt x="374" y="38"/>
                    </a:lnTo>
                    <a:lnTo>
                      <a:pt x="376" y="38"/>
                    </a:lnTo>
                    <a:lnTo>
                      <a:pt x="380" y="38"/>
                    </a:lnTo>
                    <a:lnTo>
                      <a:pt x="384" y="38"/>
                    </a:lnTo>
                    <a:lnTo>
                      <a:pt x="384" y="42"/>
                    </a:lnTo>
                    <a:lnTo>
                      <a:pt x="388" y="42"/>
                    </a:lnTo>
                    <a:lnTo>
                      <a:pt x="388" y="44"/>
                    </a:lnTo>
                    <a:lnTo>
                      <a:pt x="392" y="44"/>
                    </a:lnTo>
                    <a:lnTo>
                      <a:pt x="396" y="44"/>
                    </a:lnTo>
                    <a:lnTo>
                      <a:pt x="400" y="44"/>
                    </a:lnTo>
                    <a:lnTo>
                      <a:pt x="402" y="44"/>
                    </a:lnTo>
                    <a:lnTo>
                      <a:pt x="406" y="44"/>
                    </a:lnTo>
                    <a:lnTo>
                      <a:pt x="410" y="44"/>
                    </a:lnTo>
                    <a:lnTo>
                      <a:pt x="410" y="48"/>
                    </a:lnTo>
                    <a:lnTo>
                      <a:pt x="406" y="52"/>
                    </a:lnTo>
                    <a:lnTo>
                      <a:pt x="406" y="56"/>
                    </a:lnTo>
                    <a:lnTo>
                      <a:pt x="406" y="60"/>
                    </a:lnTo>
                    <a:lnTo>
                      <a:pt x="402" y="60"/>
                    </a:lnTo>
                    <a:lnTo>
                      <a:pt x="402" y="64"/>
                    </a:lnTo>
                    <a:lnTo>
                      <a:pt x="400" y="68"/>
                    </a:lnTo>
                    <a:lnTo>
                      <a:pt x="402" y="68"/>
                    </a:lnTo>
                    <a:lnTo>
                      <a:pt x="400" y="72"/>
                    </a:lnTo>
                    <a:lnTo>
                      <a:pt x="396" y="74"/>
                    </a:lnTo>
                    <a:lnTo>
                      <a:pt x="400" y="78"/>
                    </a:lnTo>
                    <a:lnTo>
                      <a:pt x="396" y="82"/>
                    </a:lnTo>
                    <a:lnTo>
                      <a:pt x="392" y="82"/>
                    </a:lnTo>
                    <a:lnTo>
                      <a:pt x="396" y="86"/>
                    </a:lnTo>
                    <a:lnTo>
                      <a:pt x="400" y="90"/>
                    </a:lnTo>
                    <a:lnTo>
                      <a:pt x="402" y="90"/>
                    </a:lnTo>
                    <a:lnTo>
                      <a:pt x="402" y="86"/>
                    </a:lnTo>
                    <a:lnTo>
                      <a:pt x="406" y="90"/>
                    </a:lnTo>
                    <a:lnTo>
                      <a:pt x="410" y="86"/>
                    </a:lnTo>
                    <a:lnTo>
                      <a:pt x="414" y="86"/>
                    </a:lnTo>
                    <a:lnTo>
                      <a:pt x="414" y="90"/>
                    </a:lnTo>
                    <a:lnTo>
                      <a:pt x="418" y="94"/>
                    </a:lnTo>
                    <a:lnTo>
                      <a:pt x="422" y="90"/>
                    </a:lnTo>
                    <a:lnTo>
                      <a:pt x="422" y="86"/>
                    </a:lnTo>
                    <a:lnTo>
                      <a:pt x="426" y="86"/>
                    </a:lnTo>
                    <a:lnTo>
                      <a:pt x="428" y="86"/>
                    </a:lnTo>
                    <a:lnTo>
                      <a:pt x="432" y="86"/>
                    </a:lnTo>
                    <a:lnTo>
                      <a:pt x="436" y="86"/>
                    </a:lnTo>
                    <a:lnTo>
                      <a:pt x="440" y="90"/>
                    </a:lnTo>
                    <a:lnTo>
                      <a:pt x="444" y="94"/>
                    </a:lnTo>
                    <a:lnTo>
                      <a:pt x="448" y="94"/>
                    </a:lnTo>
                    <a:lnTo>
                      <a:pt x="448" y="98"/>
                    </a:lnTo>
                    <a:lnTo>
                      <a:pt x="448" y="100"/>
                    </a:lnTo>
                    <a:lnTo>
                      <a:pt x="452" y="100"/>
                    </a:lnTo>
                    <a:lnTo>
                      <a:pt x="456" y="104"/>
                    </a:lnTo>
                    <a:lnTo>
                      <a:pt x="456" y="108"/>
                    </a:lnTo>
                    <a:lnTo>
                      <a:pt x="456" y="112"/>
                    </a:lnTo>
                    <a:lnTo>
                      <a:pt x="452" y="112"/>
                    </a:lnTo>
                    <a:lnTo>
                      <a:pt x="448" y="112"/>
                    </a:lnTo>
                    <a:lnTo>
                      <a:pt x="444" y="112"/>
                    </a:lnTo>
                    <a:lnTo>
                      <a:pt x="440" y="112"/>
                    </a:lnTo>
                    <a:lnTo>
                      <a:pt x="440" y="108"/>
                    </a:lnTo>
                    <a:lnTo>
                      <a:pt x="440" y="112"/>
                    </a:lnTo>
                    <a:lnTo>
                      <a:pt x="436" y="112"/>
                    </a:lnTo>
                    <a:lnTo>
                      <a:pt x="432" y="112"/>
                    </a:lnTo>
                    <a:lnTo>
                      <a:pt x="428" y="112"/>
                    </a:lnTo>
                    <a:lnTo>
                      <a:pt x="426" y="112"/>
                    </a:lnTo>
                    <a:lnTo>
                      <a:pt x="426" y="116"/>
                    </a:lnTo>
                    <a:lnTo>
                      <a:pt x="422" y="116"/>
                    </a:lnTo>
                    <a:lnTo>
                      <a:pt x="422" y="112"/>
                    </a:lnTo>
                    <a:lnTo>
                      <a:pt x="422" y="116"/>
                    </a:lnTo>
                    <a:lnTo>
                      <a:pt x="418" y="116"/>
                    </a:lnTo>
                    <a:lnTo>
                      <a:pt x="418" y="120"/>
                    </a:lnTo>
                    <a:lnTo>
                      <a:pt x="414" y="120"/>
                    </a:lnTo>
                    <a:lnTo>
                      <a:pt x="410" y="120"/>
                    </a:lnTo>
                    <a:lnTo>
                      <a:pt x="410" y="120"/>
                    </a:lnTo>
                    <a:lnTo>
                      <a:pt x="41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8" name="Freeform 42"/>
              <p:cNvSpPr>
                <a:spLocks noEditPoints="1"/>
              </p:cNvSpPr>
              <p:nvPr/>
            </p:nvSpPr>
            <p:spPr bwMode="gray">
              <a:xfrm>
                <a:off x="7067956" y="3653543"/>
                <a:ext cx="219147" cy="570475"/>
              </a:xfrm>
              <a:custGeom>
                <a:avLst/>
                <a:gdLst>
                  <a:gd name="T0" fmla="*/ 88 w 126"/>
                  <a:gd name="T1" fmla="*/ 314 h 328"/>
                  <a:gd name="T2" fmla="*/ 88 w 126"/>
                  <a:gd name="T3" fmla="*/ 294 h 328"/>
                  <a:gd name="T4" fmla="*/ 88 w 126"/>
                  <a:gd name="T5" fmla="*/ 280 h 328"/>
                  <a:gd name="T6" fmla="*/ 86 w 126"/>
                  <a:gd name="T7" fmla="*/ 262 h 328"/>
                  <a:gd name="T8" fmla="*/ 78 w 126"/>
                  <a:gd name="T9" fmla="*/ 242 h 328"/>
                  <a:gd name="T10" fmla="*/ 78 w 126"/>
                  <a:gd name="T11" fmla="*/ 220 h 328"/>
                  <a:gd name="T12" fmla="*/ 72 w 126"/>
                  <a:gd name="T13" fmla="*/ 202 h 328"/>
                  <a:gd name="T14" fmla="*/ 64 w 126"/>
                  <a:gd name="T15" fmla="*/ 208 h 328"/>
                  <a:gd name="T16" fmla="*/ 56 w 126"/>
                  <a:gd name="T17" fmla="*/ 216 h 328"/>
                  <a:gd name="T18" fmla="*/ 42 w 126"/>
                  <a:gd name="T19" fmla="*/ 224 h 328"/>
                  <a:gd name="T20" fmla="*/ 38 w 126"/>
                  <a:gd name="T21" fmla="*/ 228 h 328"/>
                  <a:gd name="T22" fmla="*/ 34 w 126"/>
                  <a:gd name="T23" fmla="*/ 220 h 328"/>
                  <a:gd name="T24" fmla="*/ 30 w 126"/>
                  <a:gd name="T25" fmla="*/ 208 h 328"/>
                  <a:gd name="T26" fmla="*/ 30 w 126"/>
                  <a:gd name="T27" fmla="*/ 182 h 328"/>
                  <a:gd name="T28" fmla="*/ 22 w 126"/>
                  <a:gd name="T29" fmla="*/ 164 h 328"/>
                  <a:gd name="T30" fmla="*/ 18 w 126"/>
                  <a:gd name="T31" fmla="*/ 152 h 328"/>
                  <a:gd name="T32" fmla="*/ 12 w 126"/>
                  <a:gd name="T33" fmla="*/ 152 h 328"/>
                  <a:gd name="T34" fmla="*/ 12 w 126"/>
                  <a:gd name="T35" fmla="*/ 146 h 328"/>
                  <a:gd name="T36" fmla="*/ 8 w 126"/>
                  <a:gd name="T37" fmla="*/ 146 h 328"/>
                  <a:gd name="T38" fmla="*/ 4 w 126"/>
                  <a:gd name="T39" fmla="*/ 128 h 328"/>
                  <a:gd name="T40" fmla="*/ 12 w 126"/>
                  <a:gd name="T41" fmla="*/ 116 h 328"/>
                  <a:gd name="T42" fmla="*/ 12 w 126"/>
                  <a:gd name="T43" fmla="*/ 102 h 328"/>
                  <a:gd name="T44" fmla="*/ 16 w 126"/>
                  <a:gd name="T45" fmla="*/ 82 h 328"/>
                  <a:gd name="T46" fmla="*/ 30 w 126"/>
                  <a:gd name="T47" fmla="*/ 80 h 328"/>
                  <a:gd name="T48" fmla="*/ 38 w 126"/>
                  <a:gd name="T49" fmla="*/ 54 h 328"/>
                  <a:gd name="T50" fmla="*/ 46 w 126"/>
                  <a:gd name="T51" fmla="*/ 30 h 328"/>
                  <a:gd name="T52" fmla="*/ 72 w 126"/>
                  <a:gd name="T53" fmla="*/ 26 h 328"/>
                  <a:gd name="T54" fmla="*/ 72 w 126"/>
                  <a:gd name="T55" fmla="*/ 4 h 328"/>
                  <a:gd name="T56" fmla="*/ 86 w 126"/>
                  <a:gd name="T57" fmla="*/ 12 h 328"/>
                  <a:gd name="T58" fmla="*/ 92 w 126"/>
                  <a:gd name="T59" fmla="*/ 26 h 328"/>
                  <a:gd name="T60" fmla="*/ 92 w 126"/>
                  <a:gd name="T61" fmla="*/ 50 h 328"/>
                  <a:gd name="T62" fmla="*/ 78 w 126"/>
                  <a:gd name="T63" fmla="*/ 68 h 328"/>
                  <a:gd name="T64" fmla="*/ 78 w 126"/>
                  <a:gd name="T65" fmla="*/ 82 h 328"/>
                  <a:gd name="T66" fmla="*/ 92 w 126"/>
                  <a:gd name="T67" fmla="*/ 82 h 328"/>
                  <a:gd name="T68" fmla="*/ 104 w 126"/>
                  <a:gd name="T69" fmla="*/ 98 h 328"/>
                  <a:gd name="T70" fmla="*/ 104 w 126"/>
                  <a:gd name="T71" fmla="*/ 116 h 328"/>
                  <a:gd name="T72" fmla="*/ 122 w 126"/>
                  <a:gd name="T73" fmla="*/ 124 h 328"/>
                  <a:gd name="T74" fmla="*/ 114 w 126"/>
                  <a:gd name="T75" fmla="*/ 138 h 328"/>
                  <a:gd name="T76" fmla="*/ 104 w 126"/>
                  <a:gd name="T77" fmla="*/ 150 h 328"/>
                  <a:gd name="T78" fmla="*/ 88 w 126"/>
                  <a:gd name="T79" fmla="*/ 156 h 328"/>
                  <a:gd name="T80" fmla="*/ 78 w 126"/>
                  <a:gd name="T81" fmla="*/ 176 h 328"/>
                  <a:gd name="T82" fmla="*/ 78 w 126"/>
                  <a:gd name="T83" fmla="*/ 186 h 328"/>
                  <a:gd name="T84" fmla="*/ 88 w 126"/>
                  <a:gd name="T85" fmla="*/ 206 h 328"/>
                  <a:gd name="T86" fmla="*/ 88 w 126"/>
                  <a:gd name="T87" fmla="*/ 228 h 328"/>
                  <a:gd name="T88" fmla="*/ 88 w 126"/>
                  <a:gd name="T89" fmla="*/ 250 h 328"/>
                  <a:gd name="T90" fmla="*/ 100 w 126"/>
                  <a:gd name="T91" fmla="*/ 268 h 328"/>
                  <a:gd name="T92" fmla="*/ 104 w 126"/>
                  <a:gd name="T93" fmla="*/ 294 h 328"/>
                  <a:gd name="T94" fmla="*/ 92 w 126"/>
                  <a:gd name="T95" fmla="*/ 314 h 328"/>
                  <a:gd name="T96" fmla="*/ 22 w 126"/>
                  <a:gd name="T97" fmla="*/ 164 h 328"/>
                  <a:gd name="T98" fmla="*/ 8 w 126"/>
                  <a:gd name="T99" fmla="*/ 146 h 328"/>
                  <a:gd name="T100" fmla="*/ 26 w 126"/>
                  <a:gd name="T101" fmla="*/ 164 h 328"/>
                  <a:gd name="T102" fmla="*/ 74 w 126"/>
                  <a:gd name="T103" fmla="*/ 212 h 328"/>
                  <a:gd name="T104" fmla="*/ 34 w 126"/>
                  <a:gd name="T105" fmla="*/ 224 h 328"/>
                  <a:gd name="T106" fmla="*/ 82 w 126"/>
                  <a:gd name="T107" fmla="*/ 290 h 328"/>
                  <a:gd name="T108" fmla="*/ 86 w 126"/>
                  <a:gd name="T109" fmla="*/ 328 h 328"/>
                  <a:gd name="T110" fmla="*/ 86 w 126"/>
                  <a:gd name="T111" fmla="*/ 288 h 328"/>
                  <a:gd name="T112" fmla="*/ 82 w 126"/>
                  <a:gd name="T113" fmla="*/ 284 h 328"/>
                  <a:gd name="T114" fmla="*/ 88 w 126"/>
                  <a:gd name="T115" fmla="*/ 290 h 328"/>
                  <a:gd name="T116" fmla="*/ 86 w 126"/>
                  <a:gd name="T117" fmla="*/ 302 h 328"/>
                  <a:gd name="T118" fmla="*/ 82 w 126"/>
                  <a:gd name="T119" fmla="*/ 31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26" h="328">
                    <a:moveTo>
                      <a:pt x="92" y="314"/>
                    </a:moveTo>
                    <a:lnTo>
                      <a:pt x="92" y="318"/>
                    </a:lnTo>
                    <a:lnTo>
                      <a:pt x="92" y="320"/>
                    </a:lnTo>
                    <a:lnTo>
                      <a:pt x="88" y="324"/>
                    </a:lnTo>
                    <a:lnTo>
                      <a:pt x="88" y="328"/>
                    </a:lnTo>
                    <a:lnTo>
                      <a:pt x="88" y="324"/>
                    </a:lnTo>
                    <a:lnTo>
                      <a:pt x="88" y="320"/>
                    </a:lnTo>
                    <a:lnTo>
                      <a:pt x="88" y="314"/>
                    </a:lnTo>
                    <a:lnTo>
                      <a:pt x="92" y="310"/>
                    </a:lnTo>
                    <a:lnTo>
                      <a:pt x="92" y="306"/>
                    </a:lnTo>
                    <a:lnTo>
                      <a:pt x="92" y="302"/>
                    </a:lnTo>
                    <a:lnTo>
                      <a:pt x="92" y="298"/>
                    </a:lnTo>
                    <a:lnTo>
                      <a:pt x="92" y="294"/>
                    </a:lnTo>
                    <a:lnTo>
                      <a:pt x="92" y="298"/>
                    </a:lnTo>
                    <a:lnTo>
                      <a:pt x="88" y="298"/>
                    </a:lnTo>
                    <a:lnTo>
                      <a:pt x="88" y="294"/>
                    </a:lnTo>
                    <a:lnTo>
                      <a:pt x="92" y="290"/>
                    </a:lnTo>
                    <a:lnTo>
                      <a:pt x="88" y="290"/>
                    </a:lnTo>
                    <a:lnTo>
                      <a:pt x="92" y="288"/>
                    </a:lnTo>
                    <a:lnTo>
                      <a:pt x="88" y="288"/>
                    </a:lnTo>
                    <a:lnTo>
                      <a:pt x="92" y="288"/>
                    </a:lnTo>
                    <a:lnTo>
                      <a:pt x="88" y="288"/>
                    </a:lnTo>
                    <a:lnTo>
                      <a:pt x="88" y="284"/>
                    </a:lnTo>
                    <a:lnTo>
                      <a:pt x="88" y="280"/>
                    </a:lnTo>
                    <a:lnTo>
                      <a:pt x="88" y="276"/>
                    </a:lnTo>
                    <a:lnTo>
                      <a:pt x="88" y="272"/>
                    </a:lnTo>
                    <a:lnTo>
                      <a:pt x="88" y="268"/>
                    </a:lnTo>
                    <a:lnTo>
                      <a:pt x="88" y="264"/>
                    </a:lnTo>
                    <a:lnTo>
                      <a:pt x="86" y="264"/>
                    </a:lnTo>
                    <a:lnTo>
                      <a:pt x="86" y="262"/>
                    </a:lnTo>
                    <a:lnTo>
                      <a:pt x="86" y="258"/>
                    </a:lnTo>
                    <a:lnTo>
                      <a:pt x="86" y="262"/>
                    </a:lnTo>
                    <a:lnTo>
                      <a:pt x="86" y="264"/>
                    </a:lnTo>
                    <a:lnTo>
                      <a:pt x="82" y="264"/>
                    </a:lnTo>
                    <a:lnTo>
                      <a:pt x="82" y="262"/>
                    </a:lnTo>
                    <a:lnTo>
                      <a:pt x="82" y="258"/>
                    </a:lnTo>
                    <a:lnTo>
                      <a:pt x="82" y="254"/>
                    </a:lnTo>
                    <a:lnTo>
                      <a:pt x="82" y="250"/>
                    </a:lnTo>
                    <a:lnTo>
                      <a:pt x="78" y="246"/>
                    </a:lnTo>
                    <a:lnTo>
                      <a:pt x="78" y="242"/>
                    </a:lnTo>
                    <a:lnTo>
                      <a:pt x="78" y="238"/>
                    </a:lnTo>
                    <a:lnTo>
                      <a:pt x="78" y="234"/>
                    </a:lnTo>
                    <a:lnTo>
                      <a:pt x="78" y="232"/>
                    </a:lnTo>
                    <a:lnTo>
                      <a:pt x="78" y="228"/>
                    </a:lnTo>
                    <a:lnTo>
                      <a:pt x="78" y="224"/>
                    </a:lnTo>
                    <a:lnTo>
                      <a:pt x="74" y="224"/>
                    </a:lnTo>
                    <a:lnTo>
                      <a:pt x="74" y="220"/>
                    </a:lnTo>
                    <a:lnTo>
                      <a:pt x="78" y="220"/>
                    </a:lnTo>
                    <a:lnTo>
                      <a:pt x="78" y="216"/>
                    </a:lnTo>
                    <a:lnTo>
                      <a:pt x="74" y="216"/>
                    </a:lnTo>
                    <a:lnTo>
                      <a:pt x="78" y="212"/>
                    </a:lnTo>
                    <a:lnTo>
                      <a:pt x="74" y="212"/>
                    </a:lnTo>
                    <a:lnTo>
                      <a:pt x="72" y="212"/>
                    </a:lnTo>
                    <a:lnTo>
                      <a:pt x="72" y="208"/>
                    </a:lnTo>
                    <a:lnTo>
                      <a:pt x="72" y="206"/>
                    </a:lnTo>
                    <a:lnTo>
                      <a:pt x="72" y="202"/>
                    </a:lnTo>
                    <a:lnTo>
                      <a:pt x="68" y="202"/>
                    </a:lnTo>
                    <a:lnTo>
                      <a:pt x="68" y="198"/>
                    </a:lnTo>
                    <a:lnTo>
                      <a:pt x="68" y="202"/>
                    </a:lnTo>
                    <a:lnTo>
                      <a:pt x="68" y="206"/>
                    </a:lnTo>
                    <a:lnTo>
                      <a:pt x="64" y="206"/>
                    </a:lnTo>
                    <a:lnTo>
                      <a:pt x="64" y="208"/>
                    </a:lnTo>
                    <a:lnTo>
                      <a:pt x="68" y="208"/>
                    </a:lnTo>
                    <a:lnTo>
                      <a:pt x="64" y="208"/>
                    </a:lnTo>
                    <a:lnTo>
                      <a:pt x="64" y="212"/>
                    </a:lnTo>
                    <a:lnTo>
                      <a:pt x="60" y="212"/>
                    </a:lnTo>
                    <a:lnTo>
                      <a:pt x="56" y="212"/>
                    </a:lnTo>
                    <a:lnTo>
                      <a:pt x="56" y="208"/>
                    </a:lnTo>
                    <a:lnTo>
                      <a:pt x="56" y="212"/>
                    </a:lnTo>
                    <a:lnTo>
                      <a:pt x="56" y="216"/>
                    </a:lnTo>
                    <a:lnTo>
                      <a:pt x="52" y="216"/>
                    </a:lnTo>
                    <a:lnTo>
                      <a:pt x="56" y="216"/>
                    </a:lnTo>
                    <a:lnTo>
                      <a:pt x="52" y="220"/>
                    </a:lnTo>
                    <a:lnTo>
                      <a:pt x="48" y="220"/>
                    </a:lnTo>
                    <a:lnTo>
                      <a:pt x="48" y="224"/>
                    </a:lnTo>
                    <a:lnTo>
                      <a:pt x="46" y="228"/>
                    </a:lnTo>
                    <a:lnTo>
                      <a:pt x="46" y="224"/>
                    </a:lnTo>
                    <a:lnTo>
                      <a:pt x="46" y="220"/>
                    </a:lnTo>
                    <a:lnTo>
                      <a:pt x="46" y="224"/>
                    </a:lnTo>
                    <a:lnTo>
                      <a:pt x="42" y="224"/>
                    </a:lnTo>
                    <a:lnTo>
                      <a:pt x="46" y="224"/>
                    </a:lnTo>
                    <a:lnTo>
                      <a:pt x="42" y="224"/>
                    </a:lnTo>
                    <a:lnTo>
                      <a:pt x="42" y="228"/>
                    </a:lnTo>
                    <a:lnTo>
                      <a:pt x="42" y="224"/>
                    </a:lnTo>
                    <a:lnTo>
                      <a:pt x="42" y="220"/>
                    </a:lnTo>
                    <a:lnTo>
                      <a:pt x="42" y="224"/>
                    </a:lnTo>
                    <a:lnTo>
                      <a:pt x="42" y="228"/>
                    </a:lnTo>
                    <a:lnTo>
                      <a:pt x="38" y="228"/>
                    </a:lnTo>
                    <a:lnTo>
                      <a:pt x="38" y="224"/>
                    </a:lnTo>
                    <a:lnTo>
                      <a:pt x="38" y="220"/>
                    </a:lnTo>
                    <a:lnTo>
                      <a:pt x="38" y="224"/>
                    </a:lnTo>
                    <a:lnTo>
                      <a:pt x="34" y="224"/>
                    </a:lnTo>
                    <a:lnTo>
                      <a:pt x="38" y="220"/>
                    </a:lnTo>
                    <a:lnTo>
                      <a:pt x="34" y="220"/>
                    </a:lnTo>
                    <a:lnTo>
                      <a:pt x="34" y="224"/>
                    </a:lnTo>
                    <a:lnTo>
                      <a:pt x="34" y="220"/>
                    </a:lnTo>
                    <a:lnTo>
                      <a:pt x="34" y="216"/>
                    </a:lnTo>
                    <a:lnTo>
                      <a:pt x="34" y="220"/>
                    </a:lnTo>
                    <a:lnTo>
                      <a:pt x="30" y="220"/>
                    </a:lnTo>
                    <a:lnTo>
                      <a:pt x="30" y="224"/>
                    </a:lnTo>
                    <a:lnTo>
                      <a:pt x="26" y="224"/>
                    </a:lnTo>
                    <a:lnTo>
                      <a:pt x="30" y="216"/>
                    </a:lnTo>
                    <a:lnTo>
                      <a:pt x="30" y="212"/>
                    </a:lnTo>
                    <a:lnTo>
                      <a:pt x="30" y="208"/>
                    </a:lnTo>
                    <a:lnTo>
                      <a:pt x="30" y="206"/>
                    </a:lnTo>
                    <a:lnTo>
                      <a:pt x="34" y="202"/>
                    </a:lnTo>
                    <a:lnTo>
                      <a:pt x="34" y="198"/>
                    </a:lnTo>
                    <a:lnTo>
                      <a:pt x="34" y="194"/>
                    </a:lnTo>
                    <a:lnTo>
                      <a:pt x="34" y="190"/>
                    </a:lnTo>
                    <a:lnTo>
                      <a:pt x="30" y="186"/>
                    </a:lnTo>
                    <a:lnTo>
                      <a:pt x="34" y="186"/>
                    </a:lnTo>
                    <a:lnTo>
                      <a:pt x="30" y="182"/>
                    </a:lnTo>
                    <a:lnTo>
                      <a:pt x="30" y="180"/>
                    </a:lnTo>
                    <a:lnTo>
                      <a:pt x="30" y="176"/>
                    </a:lnTo>
                    <a:lnTo>
                      <a:pt x="26" y="172"/>
                    </a:lnTo>
                    <a:lnTo>
                      <a:pt x="26" y="176"/>
                    </a:lnTo>
                    <a:lnTo>
                      <a:pt x="26" y="172"/>
                    </a:lnTo>
                    <a:lnTo>
                      <a:pt x="26" y="168"/>
                    </a:lnTo>
                    <a:lnTo>
                      <a:pt x="22" y="168"/>
                    </a:lnTo>
                    <a:lnTo>
                      <a:pt x="22" y="164"/>
                    </a:lnTo>
                    <a:lnTo>
                      <a:pt x="26" y="164"/>
                    </a:lnTo>
                    <a:lnTo>
                      <a:pt x="22" y="160"/>
                    </a:lnTo>
                    <a:lnTo>
                      <a:pt x="22" y="156"/>
                    </a:lnTo>
                    <a:lnTo>
                      <a:pt x="18" y="156"/>
                    </a:lnTo>
                    <a:lnTo>
                      <a:pt x="22" y="152"/>
                    </a:lnTo>
                    <a:lnTo>
                      <a:pt x="22" y="156"/>
                    </a:lnTo>
                    <a:lnTo>
                      <a:pt x="22" y="152"/>
                    </a:lnTo>
                    <a:lnTo>
                      <a:pt x="18" y="152"/>
                    </a:lnTo>
                    <a:lnTo>
                      <a:pt x="18" y="156"/>
                    </a:lnTo>
                    <a:lnTo>
                      <a:pt x="18" y="152"/>
                    </a:lnTo>
                    <a:lnTo>
                      <a:pt x="16" y="152"/>
                    </a:lnTo>
                    <a:lnTo>
                      <a:pt x="12" y="152"/>
                    </a:lnTo>
                    <a:lnTo>
                      <a:pt x="16" y="152"/>
                    </a:lnTo>
                    <a:lnTo>
                      <a:pt x="16" y="156"/>
                    </a:lnTo>
                    <a:lnTo>
                      <a:pt x="16" y="152"/>
                    </a:lnTo>
                    <a:lnTo>
                      <a:pt x="12" y="152"/>
                    </a:lnTo>
                    <a:lnTo>
                      <a:pt x="12" y="156"/>
                    </a:lnTo>
                    <a:lnTo>
                      <a:pt x="16" y="156"/>
                    </a:lnTo>
                    <a:lnTo>
                      <a:pt x="12" y="156"/>
                    </a:lnTo>
                    <a:lnTo>
                      <a:pt x="12" y="152"/>
                    </a:lnTo>
                    <a:lnTo>
                      <a:pt x="12" y="150"/>
                    </a:lnTo>
                    <a:lnTo>
                      <a:pt x="12" y="146"/>
                    </a:lnTo>
                    <a:lnTo>
                      <a:pt x="12" y="142"/>
                    </a:lnTo>
                    <a:lnTo>
                      <a:pt x="12" y="146"/>
                    </a:lnTo>
                    <a:lnTo>
                      <a:pt x="12" y="150"/>
                    </a:lnTo>
                    <a:lnTo>
                      <a:pt x="8" y="150"/>
                    </a:lnTo>
                    <a:lnTo>
                      <a:pt x="12" y="146"/>
                    </a:lnTo>
                    <a:lnTo>
                      <a:pt x="8" y="146"/>
                    </a:lnTo>
                    <a:lnTo>
                      <a:pt x="8" y="142"/>
                    </a:lnTo>
                    <a:lnTo>
                      <a:pt x="8" y="146"/>
                    </a:lnTo>
                    <a:lnTo>
                      <a:pt x="8" y="150"/>
                    </a:lnTo>
                    <a:lnTo>
                      <a:pt x="8" y="146"/>
                    </a:lnTo>
                    <a:lnTo>
                      <a:pt x="4" y="146"/>
                    </a:lnTo>
                    <a:lnTo>
                      <a:pt x="4" y="142"/>
                    </a:lnTo>
                    <a:lnTo>
                      <a:pt x="4" y="138"/>
                    </a:lnTo>
                    <a:lnTo>
                      <a:pt x="0" y="138"/>
                    </a:lnTo>
                    <a:lnTo>
                      <a:pt x="0" y="136"/>
                    </a:lnTo>
                    <a:lnTo>
                      <a:pt x="0" y="132"/>
                    </a:lnTo>
                    <a:lnTo>
                      <a:pt x="0" y="128"/>
                    </a:lnTo>
                    <a:lnTo>
                      <a:pt x="4" y="128"/>
                    </a:lnTo>
                    <a:lnTo>
                      <a:pt x="4" y="132"/>
                    </a:lnTo>
                    <a:lnTo>
                      <a:pt x="8" y="132"/>
                    </a:lnTo>
                    <a:lnTo>
                      <a:pt x="8" y="128"/>
                    </a:lnTo>
                    <a:lnTo>
                      <a:pt x="4" y="128"/>
                    </a:lnTo>
                    <a:lnTo>
                      <a:pt x="4" y="124"/>
                    </a:lnTo>
                    <a:lnTo>
                      <a:pt x="4" y="120"/>
                    </a:lnTo>
                    <a:lnTo>
                      <a:pt x="8" y="116"/>
                    </a:lnTo>
                    <a:lnTo>
                      <a:pt x="12" y="116"/>
                    </a:lnTo>
                    <a:lnTo>
                      <a:pt x="12" y="112"/>
                    </a:lnTo>
                    <a:lnTo>
                      <a:pt x="12" y="116"/>
                    </a:lnTo>
                    <a:lnTo>
                      <a:pt x="16" y="116"/>
                    </a:lnTo>
                    <a:lnTo>
                      <a:pt x="16" y="112"/>
                    </a:lnTo>
                    <a:lnTo>
                      <a:pt x="16" y="110"/>
                    </a:lnTo>
                    <a:lnTo>
                      <a:pt x="12" y="110"/>
                    </a:lnTo>
                    <a:lnTo>
                      <a:pt x="12" y="106"/>
                    </a:lnTo>
                    <a:lnTo>
                      <a:pt x="12" y="102"/>
                    </a:lnTo>
                    <a:lnTo>
                      <a:pt x="12" y="98"/>
                    </a:lnTo>
                    <a:lnTo>
                      <a:pt x="16" y="98"/>
                    </a:lnTo>
                    <a:lnTo>
                      <a:pt x="16" y="102"/>
                    </a:lnTo>
                    <a:lnTo>
                      <a:pt x="16" y="98"/>
                    </a:lnTo>
                    <a:lnTo>
                      <a:pt x="16" y="94"/>
                    </a:lnTo>
                    <a:lnTo>
                      <a:pt x="18" y="90"/>
                    </a:lnTo>
                    <a:lnTo>
                      <a:pt x="16" y="86"/>
                    </a:lnTo>
                    <a:lnTo>
                      <a:pt x="16" y="82"/>
                    </a:lnTo>
                    <a:lnTo>
                      <a:pt x="16" y="80"/>
                    </a:lnTo>
                    <a:lnTo>
                      <a:pt x="16" y="82"/>
                    </a:lnTo>
                    <a:lnTo>
                      <a:pt x="18" y="82"/>
                    </a:lnTo>
                    <a:lnTo>
                      <a:pt x="22" y="82"/>
                    </a:lnTo>
                    <a:lnTo>
                      <a:pt x="26" y="82"/>
                    </a:lnTo>
                    <a:lnTo>
                      <a:pt x="26" y="86"/>
                    </a:lnTo>
                    <a:lnTo>
                      <a:pt x="30" y="82"/>
                    </a:lnTo>
                    <a:lnTo>
                      <a:pt x="30" y="80"/>
                    </a:lnTo>
                    <a:lnTo>
                      <a:pt x="30" y="76"/>
                    </a:lnTo>
                    <a:lnTo>
                      <a:pt x="34" y="72"/>
                    </a:lnTo>
                    <a:lnTo>
                      <a:pt x="34" y="68"/>
                    </a:lnTo>
                    <a:lnTo>
                      <a:pt x="38" y="64"/>
                    </a:lnTo>
                    <a:lnTo>
                      <a:pt x="34" y="60"/>
                    </a:lnTo>
                    <a:lnTo>
                      <a:pt x="34" y="56"/>
                    </a:lnTo>
                    <a:lnTo>
                      <a:pt x="38" y="56"/>
                    </a:lnTo>
                    <a:lnTo>
                      <a:pt x="38" y="54"/>
                    </a:lnTo>
                    <a:lnTo>
                      <a:pt x="42" y="54"/>
                    </a:lnTo>
                    <a:lnTo>
                      <a:pt x="42" y="50"/>
                    </a:lnTo>
                    <a:lnTo>
                      <a:pt x="42" y="46"/>
                    </a:lnTo>
                    <a:lnTo>
                      <a:pt x="42" y="42"/>
                    </a:lnTo>
                    <a:lnTo>
                      <a:pt x="42" y="38"/>
                    </a:lnTo>
                    <a:lnTo>
                      <a:pt x="42" y="34"/>
                    </a:lnTo>
                    <a:lnTo>
                      <a:pt x="46" y="34"/>
                    </a:lnTo>
                    <a:lnTo>
                      <a:pt x="46" y="30"/>
                    </a:lnTo>
                    <a:lnTo>
                      <a:pt x="48" y="30"/>
                    </a:lnTo>
                    <a:lnTo>
                      <a:pt x="52" y="26"/>
                    </a:lnTo>
                    <a:lnTo>
                      <a:pt x="56" y="24"/>
                    </a:lnTo>
                    <a:lnTo>
                      <a:pt x="60" y="24"/>
                    </a:lnTo>
                    <a:lnTo>
                      <a:pt x="64" y="24"/>
                    </a:lnTo>
                    <a:lnTo>
                      <a:pt x="68" y="24"/>
                    </a:lnTo>
                    <a:lnTo>
                      <a:pt x="68" y="26"/>
                    </a:lnTo>
                    <a:lnTo>
                      <a:pt x="72" y="26"/>
                    </a:lnTo>
                    <a:lnTo>
                      <a:pt x="68" y="24"/>
                    </a:lnTo>
                    <a:lnTo>
                      <a:pt x="68" y="20"/>
                    </a:lnTo>
                    <a:lnTo>
                      <a:pt x="68" y="16"/>
                    </a:lnTo>
                    <a:lnTo>
                      <a:pt x="72" y="16"/>
                    </a:lnTo>
                    <a:lnTo>
                      <a:pt x="72" y="12"/>
                    </a:lnTo>
                    <a:lnTo>
                      <a:pt x="74" y="12"/>
                    </a:lnTo>
                    <a:lnTo>
                      <a:pt x="72" y="8"/>
                    </a:lnTo>
                    <a:lnTo>
                      <a:pt x="72" y="4"/>
                    </a:lnTo>
                    <a:lnTo>
                      <a:pt x="74" y="4"/>
                    </a:lnTo>
                    <a:lnTo>
                      <a:pt x="74" y="0"/>
                    </a:lnTo>
                    <a:lnTo>
                      <a:pt x="78" y="0"/>
                    </a:lnTo>
                    <a:lnTo>
                      <a:pt x="78" y="4"/>
                    </a:lnTo>
                    <a:lnTo>
                      <a:pt x="82" y="4"/>
                    </a:lnTo>
                    <a:lnTo>
                      <a:pt x="82" y="8"/>
                    </a:lnTo>
                    <a:lnTo>
                      <a:pt x="82" y="12"/>
                    </a:lnTo>
                    <a:lnTo>
                      <a:pt x="86" y="12"/>
                    </a:lnTo>
                    <a:lnTo>
                      <a:pt x="86" y="16"/>
                    </a:lnTo>
                    <a:lnTo>
                      <a:pt x="86" y="20"/>
                    </a:lnTo>
                    <a:lnTo>
                      <a:pt x="88" y="20"/>
                    </a:lnTo>
                    <a:lnTo>
                      <a:pt x="88" y="16"/>
                    </a:lnTo>
                    <a:lnTo>
                      <a:pt x="88" y="20"/>
                    </a:lnTo>
                    <a:lnTo>
                      <a:pt x="92" y="20"/>
                    </a:lnTo>
                    <a:lnTo>
                      <a:pt x="92" y="24"/>
                    </a:lnTo>
                    <a:lnTo>
                      <a:pt x="92" y="26"/>
                    </a:lnTo>
                    <a:lnTo>
                      <a:pt x="92" y="30"/>
                    </a:lnTo>
                    <a:lnTo>
                      <a:pt x="92" y="34"/>
                    </a:lnTo>
                    <a:lnTo>
                      <a:pt x="92" y="38"/>
                    </a:lnTo>
                    <a:lnTo>
                      <a:pt x="92" y="42"/>
                    </a:lnTo>
                    <a:lnTo>
                      <a:pt x="92" y="46"/>
                    </a:lnTo>
                    <a:lnTo>
                      <a:pt x="88" y="46"/>
                    </a:lnTo>
                    <a:lnTo>
                      <a:pt x="88" y="50"/>
                    </a:lnTo>
                    <a:lnTo>
                      <a:pt x="92" y="50"/>
                    </a:lnTo>
                    <a:lnTo>
                      <a:pt x="88" y="50"/>
                    </a:lnTo>
                    <a:lnTo>
                      <a:pt x="88" y="54"/>
                    </a:lnTo>
                    <a:lnTo>
                      <a:pt x="86" y="54"/>
                    </a:lnTo>
                    <a:lnTo>
                      <a:pt x="82" y="56"/>
                    </a:lnTo>
                    <a:lnTo>
                      <a:pt x="82" y="60"/>
                    </a:lnTo>
                    <a:lnTo>
                      <a:pt x="78" y="60"/>
                    </a:lnTo>
                    <a:lnTo>
                      <a:pt x="78" y="64"/>
                    </a:lnTo>
                    <a:lnTo>
                      <a:pt x="78" y="68"/>
                    </a:lnTo>
                    <a:lnTo>
                      <a:pt x="74" y="68"/>
                    </a:lnTo>
                    <a:lnTo>
                      <a:pt x="74" y="72"/>
                    </a:lnTo>
                    <a:lnTo>
                      <a:pt x="74" y="76"/>
                    </a:lnTo>
                    <a:lnTo>
                      <a:pt x="78" y="76"/>
                    </a:lnTo>
                    <a:lnTo>
                      <a:pt x="78" y="80"/>
                    </a:lnTo>
                    <a:lnTo>
                      <a:pt x="78" y="82"/>
                    </a:lnTo>
                    <a:lnTo>
                      <a:pt x="74" y="82"/>
                    </a:lnTo>
                    <a:lnTo>
                      <a:pt x="78" y="82"/>
                    </a:lnTo>
                    <a:lnTo>
                      <a:pt x="78" y="86"/>
                    </a:lnTo>
                    <a:lnTo>
                      <a:pt x="78" y="82"/>
                    </a:lnTo>
                    <a:lnTo>
                      <a:pt x="82" y="82"/>
                    </a:lnTo>
                    <a:lnTo>
                      <a:pt x="82" y="80"/>
                    </a:lnTo>
                    <a:lnTo>
                      <a:pt x="86" y="80"/>
                    </a:lnTo>
                    <a:lnTo>
                      <a:pt x="88" y="80"/>
                    </a:lnTo>
                    <a:lnTo>
                      <a:pt x="92" y="80"/>
                    </a:lnTo>
                    <a:lnTo>
                      <a:pt x="92" y="82"/>
                    </a:lnTo>
                    <a:lnTo>
                      <a:pt x="88" y="82"/>
                    </a:lnTo>
                    <a:lnTo>
                      <a:pt x="92" y="86"/>
                    </a:lnTo>
                    <a:lnTo>
                      <a:pt x="92" y="90"/>
                    </a:lnTo>
                    <a:lnTo>
                      <a:pt x="92" y="94"/>
                    </a:lnTo>
                    <a:lnTo>
                      <a:pt x="92" y="98"/>
                    </a:lnTo>
                    <a:lnTo>
                      <a:pt x="96" y="98"/>
                    </a:lnTo>
                    <a:lnTo>
                      <a:pt x="100" y="98"/>
                    </a:lnTo>
                    <a:lnTo>
                      <a:pt x="104" y="98"/>
                    </a:lnTo>
                    <a:lnTo>
                      <a:pt x="104" y="102"/>
                    </a:lnTo>
                    <a:lnTo>
                      <a:pt x="100" y="102"/>
                    </a:lnTo>
                    <a:lnTo>
                      <a:pt x="100" y="106"/>
                    </a:lnTo>
                    <a:lnTo>
                      <a:pt x="100" y="110"/>
                    </a:lnTo>
                    <a:lnTo>
                      <a:pt x="100" y="112"/>
                    </a:lnTo>
                    <a:lnTo>
                      <a:pt x="96" y="116"/>
                    </a:lnTo>
                    <a:lnTo>
                      <a:pt x="100" y="116"/>
                    </a:lnTo>
                    <a:lnTo>
                      <a:pt x="104" y="116"/>
                    </a:lnTo>
                    <a:lnTo>
                      <a:pt x="108" y="116"/>
                    </a:lnTo>
                    <a:lnTo>
                      <a:pt x="108" y="120"/>
                    </a:lnTo>
                    <a:lnTo>
                      <a:pt x="108" y="124"/>
                    </a:lnTo>
                    <a:lnTo>
                      <a:pt x="112" y="124"/>
                    </a:lnTo>
                    <a:lnTo>
                      <a:pt x="112" y="128"/>
                    </a:lnTo>
                    <a:lnTo>
                      <a:pt x="114" y="128"/>
                    </a:lnTo>
                    <a:lnTo>
                      <a:pt x="118" y="128"/>
                    </a:lnTo>
                    <a:lnTo>
                      <a:pt x="122" y="124"/>
                    </a:lnTo>
                    <a:lnTo>
                      <a:pt x="126" y="124"/>
                    </a:lnTo>
                    <a:lnTo>
                      <a:pt x="126" y="128"/>
                    </a:lnTo>
                    <a:lnTo>
                      <a:pt x="122" y="128"/>
                    </a:lnTo>
                    <a:lnTo>
                      <a:pt x="122" y="132"/>
                    </a:lnTo>
                    <a:lnTo>
                      <a:pt x="118" y="132"/>
                    </a:lnTo>
                    <a:lnTo>
                      <a:pt x="118" y="136"/>
                    </a:lnTo>
                    <a:lnTo>
                      <a:pt x="114" y="136"/>
                    </a:lnTo>
                    <a:lnTo>
                      <a:pt x="114" y="138"/>
                    </a:lnTo>
                    <a:lnTo>
                      <a:pt x="118" y="138"/>
                    </a:lnTo>
                    <a:lnTo>
                      <a:pt x="114" y="138"/>
                    </a:lnTo>
                    <a:lnTo>
                      <a:pt x="112" y="138"/>
                    </a:lnTo>
                    <a:lnTo>
                      <a:pt x="112" y="142"/>
                    </a:lnTo>
                    <a:lnTo>
                      <a:pt x="112" y="146"/>
                    </a:lnTo>
                    <a:lnTo>
                      <a:pt x="108" y="146"/>
                    </a:lnTo>
                    <a:lnTo>
                      <a:pt x="104" y="146"/>
                    </a:lnTo>
                    <a:lnTo>
                      <a:pt x="104" y="150"/>
                    </a:lnTo>
                    <a:lnTo>
                      <a:pt x="100" y="150"/>
                    </a:lnTo>
                    <a:lnTo>
                      <a:pt x="100" y="152"/>
                    </a:lnTo>
                    <a:lnTo>
                      <a:pt x="100" y="150"/>
                    </a:lnTo>
                    <a:lnTo>
                      <a:pt x="96" y="150"/>
                    </a:lnTo>
                    <a:lnTo>
                      <a:pt x="96" y="152"/>
                    </a:lnTo>
                    <a:lnTo>
                      <a:pt x="96" y="156"/>
                    </a:lnTo>
                    <a:lnTo>
                      <a:pt x="92" y="156"/>
                    </a:lnTo>
                    <a:lnTo>
                      <a:pt x="88" y="156"/>
                    </a:lnTo>
                    <a:lnTo>
                      <a:pt x="86" y="156"/>
                    </a:lnTo>
                    <a:lnTo>
                      <a:pt x="82" y="156"/>
                    </a:lnTo>
                    <a:lnTo>
                      <a:pt x="82" y="160"/>
                    </a:lnTo>
                    <a:lnTo>
                      <a:pt x="78" y="160"/>
                    </a:lnTo>
                    <a:lnTo>
                      <a:pt x="78" y="164"/>
                    </a:lnTo>
                    <a:lnTo>
                      <a:pt x="78" y="168"/>
                    </a:lnTo>
                    <a:lnTo>
                      <a:pt x="78" y="172"/>
                    </a:lnTo>
                    <a:lnTo>
                      <a:pt x="78" y="176"/>
                    </a:lnTo>
                    <a:lnTo>
                      <a:pt x="78" y="180"/>
                    </a:lnTo>
                    <a:lnTo>
                      <a:pt x="74" y="180"/>
                    </a:lnTo>
                    <a:lnTo>
                      <a:pt x="72" y="180"/>
                    </a:lnTo>
                    <a:lnTo>
                      <a:pt x="74" y="180"/>
                    </a:lnTo>
                    <a:lnTo>
                      <a:pt x="74" y="182"/>
                    </a:lnTo>
                    <a:lnTo>
                      <a:pt x="78" y="182"/>
                    </a:lnTo>
                    <a:lnTo>
                      <a:pt x="74" y="182"/>
                    </a:lnTo>
                    <a:lnTo>
                      <a:pt x="78" y="186"/>
                    </a:lnTo>
                    <a:lnTo>
                      <a:pt x="78" y="190"/>
                    </a:lnTo>
                    <a:lnTo>
                      <a:pt x="78" y="194"/>
                    </a:lnTo>
                    <a:lnTo>
                      <a:pt x="82" y="194"/>
                    </a:lnTo>
                    <a:lnTo>
                      <a:pt x="82" y="198"/>
                    </a:lnTo>
                    <a:lnTo>
                      <a:pt x="82" y="202"/>
                    </a:lnTo>
                    <a:lnTo>
                      <a:pt x="86" y="202"/>
                    </a:lnTo>
                    <a:lnTo>
                      <a:pt x="86" y="206"/>
                    </a:lnTo>
                    <a:lnTo>
                      <a:pt x="88" y="206"/>
                    </a:lnTo>
                    <a:lnTo>
                      <a:pt x="88" y="208"/>
                    </a:lnTo>
                    <a:lnTo>
                      <a:pt x="88" y="212"/>
                    </a:lnTo>
                    <a:lnTo>
                      <a:pt x="88" y="216"/>
                    </a:lnTo>
                    <a:lnTo>
                      <a:pt x="92" y="216"/>
                    </a:lnTo>
                    <a:lnTo>
                      <a:pt x="92" y="220"/>
                    </a:lnTo>
                    <a:lnTo>
                      <a:pt x="88" y="220"/>
                    </a:lnTo>
                    <a:lnTo>
                      <a:pt x="88" y="224"/>
                    </a:lnTo>
                    <a:lnTo>
                      <a:pt x="88" y="228"/>
                    </a:lnTo>
                    <a:lnTo>
                      <a:pt x="88" y="232"/>
                    </a:lnTo>
                    <a:lnTo>
                      <a:pt x="88" y="234"/>
                    </a:lnTo>
                    <a:lnTo>
                      <a:pt x="86" y="234"/>
                    </a:lnTo>
                    <a:lnTo>
                      <a:pt x="86" y="238"/>
                    </a:lnTo>
                    <a:lnTo>
                      <a:pt x="86" y="242"/>
                    </a:lnTo>
                    <a:lnTo>
                      <a:pt x="86" y="246"/>
                    </a:lnTo>
                    <a:lnTo>
                      <a:pt x="88" y="246"/>
                    </a:lnTo>
                    <a:lnTo>
                      <a:pt x="88" y="250"/>
                    </a:lnTo>
                    <a:lnTo>
                      <a:pt x="88" y="254"/>
                    </a:lnTo>
                    <a:lnTo>
                      <a:pt x="92" y="254"/>
                    </a:lnTo>
                    <a:lnTo>
                      <a:pt x="92" y="258"/>
                    </a:lnTo>
                    <a:lnTo>
                      <a:pt x="96" y="258"/>
                    </a:lnTo>
                    <a:lnTo>
                      <a:pt x="96" y="262"/>
                    </a:lnTo>
                    <a:lnTo>
                      <a:pt x="96" y="264"/>
                    </a:lnTo>
                    <a:lnTo>
                      <a:pt x="96" y="268"/>
                    </a:lnTo>
                    <a:lnTo>
                      <a:pt x="100" y="268"/>
                    </a:lnTo>
                    <a:lnTo>
                      <a:pt x="100" y="272"/>
                    </a:lnTo>
                    <a:lnTo>
                      <a:pt x="96" y="272"/>
                    </a:lnTo>
                    <a:lnTo>
                      <a:pt x="100" y="280"/>
                    </a:lnTo>
                    <a:lnTo>
                      <a:pt x="100" y="284"/>
                    </a:lnTo>
                    <a:lnTo>
                      <a:pt x="100" y="288"/>
                    </a:lnTo>
                    <a:lnTo>
                      <a:pt x="104" y="288"/>
                    </a:lnTo>
                    <a:lnTo>
                      <a:pt x="104" y="290"/>
                    </a:lnTo>
                    <a:lnTo>
                      <a:pt x="104" y="294"/>
                    </a:lnTo>
                    <a:lnTo>
                      <a:pt x="104" y="298"/>
                    </a:lnTo>
                    <a:lnTo>
                      <a:pt x="100" y="298"/>
                    </a:lnTo>
                    <a:lnTo>
                      <a:pt x="100" y="302"/>
                    </a:lnTo>
                    <a:lnTo>
                      <a:pt x="100" y="306"/>
                    </a:lnTo>
                    <a:lnTo>
                      <a:pt x="96" y="310"/>
                    </a:lnTo>
                    <a:lnTo>
                      <a:pt x="92" y="314"/>
                    </a:lnTo>
                    <a:lnTo>
                      <a:pt x="92" y="314"/>
                    </a:lnTo>
                    <a:lnTo>
                      <a:pt x="92" y="314"/>
                    </a:lnTo>
                    <a:close/>
                    <a:moveTo>
                      <a:pt x="22" y="164"/>
                    </a:moveTo>
                    <a:lnTo>
                      <a:pt x="22" y="168"/>
                    </a:lnTo>
                    <a:lnTo>
                      <a:pt x="26" y="168"/>
                    </a:lnTo>
                    <a:lnTo>
                      <a:pt x="26" y="172"/>
                    </a:lnTo>
                    <a:lnTo>
                      <a:pt x="22" y="172"/>
                    </a:lnTo>
                    <a:lnTo>
                      <a:pt x="18" y="168"/>
                    </a:lnTo>
                    <a:lnTo>
                      <a:pt x="18" y="164"/>
                    </a:lnTo>
                    <a:lnTo>
                      <a:pt x="22" y="164"/>
                    </a:lnTo>
                    <a:lnTo>
                      <a:pt x="22" y="168"/>
                    </a:lnTo>
                    <a:lnTo>
                      <a:pt x="22" y="164"/>
                    </a:lnTo>
                    <a:lnTo>
                      <a:pt x="22" y="164"/>
                    </a:lnTo>
                    <a:lnTo>
                      <a:pt x="22" y="164"/>
                    </a:lnTo>
                    <a:close/>
                    <a:moveTo>
                      <a:pt x="8" y="146"/>
                    </a:moveTo>
                    <a:lnTo>
                      <a:pt x="8" y="150"/>
                    </a:lnTo>
                    <a:lnTo>
                      <a:pt x="8" y="146"/>
                    </a:lnTo>
                    <a:lnTo>
                      <a:pt x="8" y="146"/>
                    </a:lnTo>
                    <a:lnTo>
                      <a:pt x="8" y="146"/>
                    </a:lnTo>
                    <a:close/>
                    <a:moveTo>
                      <a:pt x="18" y="152"/>
                    </a:moveTo>
                    <a:lnTo>
                      <a:pt x="18" y="156"/>
                    </a:lnTo>
                    <a:lnTo>
                      <a:pt x="16" y="152"/>
                    </a:lnTo>
                    <a:lnTo>
                      <a:pt x="18" y="152"/>
                    </a:lnTo>
                    <a:lnTo>
                      <a:pt x="18" y="152"/>
                    </a:lnTo>
                    <a:lnTo>
                      <a:pt x="18" y="152"/>
                    </a:lnTo>
                    <a:close/>
                    <a:moveTo>
                      <a:pt x="26" y="164"/>
                    </a:moveTo>
                    <a:lnTo>
                      <a:pt x="22" y="164"/>
                    </a:lnTo>
                    <a:lnTo>
                      <a:pt x="18" y="164"/>
                    </a:lnTo>
                    <a:lnTo>
                      <a:pt x="18" y="160"/>
                    </a:lnTo>
                    <a:lnTo>
                      <a:pt x="22" y="160"/>
                    </a:lnTo>
                    <a:lnTo>
                      <a:pt x="26" y="164"/>
                    </a:lnTo>
                    <a:lnTo>
                      <a:pt x="26" y="164"/>
                    </a:lnTo>
                    <a:lnTo>
                      <a:pt x="26" y="164"/>
                    </a:lnTo>
                    <a:close/>
                    <a:moveTo>
                      <a:pt x="74" y="212"/>
                    </a:moveTo>
                    <a:lnTo>
                      <a:pt x="74" y="216"/>
                    </a:lnTo>
                    <a:lnTo>
                      <a:pt x="74" y="220"/>
                    </a:lnTo>
                    <a:lnTo>
                      <a:pt x="74" y="216"/>
                    </a:lnTo>
                    <a:lnTo>
                      <a:pt x="74" y="212"/>
                    </a:lnTo>
                    <a:lnTo>
                      <a:pt x="74" y="212"/>
                    </a:lnTo>
                    <a:lnTo>
                      <a:pt x="74" y="212"/>
                    </a:lnTo>
                    <a:close/>
                    <a:moveTo>
                      <a:pt x="34" y="220"/>
                    </a:moveTo>
                    <a:lnTo>
                      <a:pt x="34" y="224"/>
                    </a:lnTo>
                    <a:lnTo>
                      <a:pt x="30" y="224"/>
                    </a:lnTo>
                    <a:lnTo>
                      <a:pt x="34" y="220"/>
                    </a:lnTo>
                    <a:lnTo>
                      <a:pt x="34" y="220"/>
                    </a:lnTo>
                    <a:lnTo>
                      <a:pt x="34" y="220"/>
                    </a:lnTo>
                    <a:close/>
                    <a:moveTo>
                      <a:pt x="82" y="290"/>
                    </a:moveTo>
                    <a:lnTo>
                      <a:pt x="82" y="288"/>
                    </a:lnTo>
                    <a:lnTo>
                      <a:pt x="82" y="290"/>
                    </a:lnTo>
                    <a:lnTo>
                      <a:pt x="82" y="290"/>
                    </a:lnTo>
                    <a:lnTo>
                      <a:pt x="82" y="290"/>
                    </a:lnTo>
                    <a:close/>
                    <a:moveTo>
                      <a:pt x="86" y="328"/>
                    </a:moveTo>
                    <a:lnTo>
                      <a:pt x="82" y="328"/>
                    </a:lnTo>
                    <a:lnTo>
                      <a:pt x="86" y="328"/>
                    </a:lnTo>
                    <a:lnTo>
                      <a:pt x="86" y="324"/>
                    </a:lnTo>
                    <a:lnTo>
                      <a:pt x="86" y="328"/>
                    </a:lnTo>
                    <a:lnTo>
                      <a:pt x="86" y="328"/>
                    </a:lnTo>
                    <a:lnTo>
                      <a:pt x="86" y="328"/>
                    </a:lnTo>
                    <a:close/>
                    <a:moveTo>
                      <a:pt x="18" y="172"/>
                    </a:moveTo>
                    <a:lnTo>
                      <a:pt x="22" y="172"/>
                    </a:lnTo>
                    <a:lnTo>
                      <a:pt x="22" y="176"/>
                    </a:lnTo>
                    <a:lnTo>
                      <a:pt x="18" y="176"/>
                    </a:lnTo>
                    <a:lnTo>
                      <a:pt x="18" y="172"/>
                    </a:lnTo>
                    <a:lnTo>
                      <a:pt x="18" y="172"/>
                    </a:lnTo>
                    <a:lnTo>
                      <a:pt x="18" y="172"/>
                    </a:lnTo>
                    <a:close/>
                    <a:moveTo>
                      <a:pt x="86" y="288"/>
                    </a:moveTo>
                    <a:lnTo>
                      <a:pt x="86" y="284"/>
                    </a:lnTo>
                    <a:lnTo>
                      <a:pt x="86" y="280"/>
                    </a:lnTo>
                    <a:lnTo>
                      <a:pt x="88" y="284"/>
                    </a:lnTo>
                    <a:lnTo>
                      <a:pt x="86" y="288"/>
                    </a:lnTo>
                    <a:lnTo>
                      <a:pt x="86" y="288"/>
                    </a:lnTo>
                    <a:lnTo>
                      <a:pt x="86" y="288"/>
                    </a:lnTo>
                    <a:close/>
                    <a:moveTo>
                      <a:pt x="82" y="288"/>
                    </a:moveTo>
                    <a:lnTo>
                      <a:pt x="82" y="284"/>
                    </a:lnTo>
                    <a:lnTo>
                      <a:pt x="82" y="288"/>
                    </a:lnTo>
                    <a:lnTo>
                      <a:pt x="82" y="288"/>
                    </a:lnTo>
                    <a:lnTo>
                      <a:pt x="82" y="288"/>
                    </a:lnTo>
                    <a:close/>
                    <a:moveTo>
                      <a:pt x="88" y="290"/>
                    </a:moveTo>
                    <a:lnTo>
                      <a:pt x="88" y="294"/>
                    </a:lnTo>
                    <a:lnTo>
                      <a:pt x="88" y="290"/>
                    </a:lnTo>
                    <a:lnTo>
                      <a:pt x="88" y="290"/>
                    </a:lnTo>
                    <a:lnTo>
                      <a:pt x="88" y="290"/>
                    </a:lnTo>
                    <a:close/>
                    <a:moveTo>
                      <a:pt x="86" y="298"/>
                    </a:moveTo>
                    <a:lnTo>
                      <a:pt x="86" y="294"/>
                    </a:lnTo>
                    <a:lnTo>
                      <a:pt x="88" y="294"/>
                    </a:lnTo>
                    <a:lnTo>
                      <a:pt x="88" y="298"/>
                    </a:lnTo>
                    <a:lnTo>
                      <a:pt x="86" y="298"/>
                    </a:lnTo>
                    <a:lnTo>
                      <a:pt x="86" y="298"/>
                    </a:lnTo>
                    <a:lnTo>
                      <a:pt x="86" y="298"/>
                    </a:lnTo>
                    <a:close/>
                    <a:moveTo>
                      <a:pt x="86" y="302"/>
                    </a:moveTo>
                    <a:lnTo>
                      <a:pt x="86" y="298"/>
                    </a:lnTo>
                    <a:lnTo>
                      <a:pt x="86" y="294"/>
                    </a:lnTo>
                    <a:lnTo>
                      <a:pt x="86" y="298"/>
                    </a:lnTo>
                    <a:lnTo>
                      <a:pt x="86" y="302"/>
                    </a:lnTo>
                    <a:lnTo>
                      <a:pt x="86" y="302"/>
                    </a:lnTo>
                    <a:lnTo>
                      <a:pt x="86" y="302"/>
                    </a:lnTo>
                    <a:close/>
                    <a:moveTo>
                      <a:pt x="86" y="314"/>
                    </a:moveTo>
                    <a:lnTo>
                      <a:pt x="82" y="310"/>
                    </a:lnTo>
                    <a:lnTo>
                      <a:pt x="82" y="314"/>
                    </a:lnTo>
                    <a:lnTo>
                      <a:pt x="82" y="310"/>
                    </a:lnTo>
                    <a:lnTo>
                      <a:pt x="86" y="310"/>
                    </a:lnTo>
                    <a:lnTo>
                      <a:pt x="86" y="314"/>
                    </a:lnTo>
                    <a:lnTo>
                      <a:pt x="86" y="314"/>
                    </a:lnTo>
                    <a:lnTo>
                      <a:pt x="86" y="3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9" name="Freeform 43"/>
              <p:cNvSpPr>
                <a:spLocks/>
              </p:cNvSpPr>
              <p:nvPr/>
            </p:nvSpPr>
            <p:spPr bwMode="gray">
              <a:xfrm>
                <a:off x="6768802" y="3597887"/>
                <a:ext cx="201755" cy="128704"/>
              </a:xfrm>
              <a:custGeom>
                <a:avLst/>
                <a:gdLst>
                  <a:gd name="T0" fmla="*/ 34 w 116"/>
                  <a:gd name="T1" fmla="*/ 48 h 74"/>
                  <a:gd name="T2" fmla="*/ 30 w 116"/>
                  <a:gd name="T3" fmla="*/ 44 h 74"/>
                  <a:gd name="T4" fmla="*/ 26 w 116"/>
                  <a:gd name="T5" fmla="*/ 44 h 74"/>
                  <a:gd name="T6" fmla="*/ 20 w 116"/>
                  <a:gd name="T7" fmla="*/ 40 h 74"/>
                  <a:gd name="T8" fmla="*/ 16 w 116"/>
                  <a:gd name="T9" fmla="*/ 36 h 74"/>
                  <a:gd name="T10" fmla="*/ 8 w 116"/>
                  <a:gd name="T11" fmla="*/ 30 h 74"/>
                  <a:gd name="T12" fmla="*/ 4 w 116"/>
                  <a:gd name="T13" fmla="*/ 30 h 74"/>
                  <a:gd name="T14" fmla="*/ 0 w 116"/>
                  <a:gd name="T15" fmla="*/ 22 h 74"/>
                  <a:gd name="T16" fmla="*/ 0 w 116"/>
                  <a:gd name="T17" fmla="*/ 18 h 74"/>
                  <a:gd name="T18" fmla="*/ 4 w 116"/>
                  <a:gd name="T19" fmla="*/ 14 h 74"/>
                  <a:gd name="T20" fmla="*/ 8 w 116"/>
                  <a:gd name="T21" fmla="*/ 10 h 74"/>
                  <a:gd name="T22" fmla="*/ 8 w 116"/>
                  <a:gd name="T23" fmla="*/ 6 h 74"/>
                  <a:gd name="T24" fmla="*/ 16 w 116"/>
                  <a:gd name="T25" fmla="*/ 4 h 74"/>
                  <a:gd name="T26" fmla="*/ 16 w 116"/>
                  <a:gd name="T27" fmla="*/ 6 h 74"/>
                  <a:gd name="T28" fmla="*/ 20 w 116"/>
                  <a:gd name="T29" fmla="*/ 0 h 74"/>
                  <a:gd name="T30" fmla="*/ 20 w 116"/>
                  <a:gd name="T31" fmla="*/ 0 h 74"/>
                  <a:gd name="T32" fmla="*/ 26 w 116"/>
                  <a:gd name="T33" fmla="*/ 0 h 74"/>
                  <a:gd name="T34" fmla="*/ 34 w 116"/>
                  <a:gd name="T35" fmla="*/ 6 h 74"/>
                  <a:gd name="T36" fmla="*/ 42 w 116"/>
                  <a:gd name="T37" fmla="*/ 10 h 74"/>
                  <a:gd name="T38" fmla="*/ 46 w 116"/>
                  <a:gd name="T39" fmla="*/ 14 h 74"/>
                  <a:gd name="T40" fmla="*/ 48 w 116"/>
                  <a:gd name="T41" fmla="*/ 22 h 74"/>
                  <a:gd name="T42" fmla="*/ 52 w 116"/>
                  <a:gd name="T43" fmla="*/ 22 h 74"/>
                  <a:gd name="T44" fmla="*/ 56 w 116"/>
                  <a:gd name="T45" fmla="*/ 22 h 74"/>
                  <a:gd name="T46" fmla="*/ 60 w 116"/>
                  <a:gd name="T47" fmla="*/ 26 h 74"/>
                  <a:gd name="T48" fmla="*/ 64 w 116"/>
                  <a:gd name="T49" fmla="*/ 30 h 74"/>
                  <a:gd name="T50" fmla="*/ 68 w 116"/>
                  <a:gd name="T51" fmla="*/ 32 h 74"/>
                  <a:gd name="T52" fmla="*/ 72 w 116"/>
                  <a:gd name="T53" fmla="*/ 32 h 74"/>
                  <a:gd name="T54" fmla="*/ 72 w 116"/>
                  <a:gd name="T55" fmla="*/ 36 h 74"/>
                  <a:gd name="T56" fmla="*/ 74 w 116"/>
                  <a:gd name="T57" fmla="*/ 36 h 74"/>
                  <a:gd name="T58" fmla="*/ 82 w 116"/>
                  <a:gd name="T59" fmla="*/ 40 h 74"/>
                  <a:gd name="T60" fmla="*/ 82 w 116"/>
                  <a:gd name="T61" fmla="*/ 44 h 74"/>
                  <a:gd name="T62" fmla="*/ 86 w 116"/>
                  <a:gd name="T63" fmla="*/ 40 h 74"/>
                  <a:gd name="T64" fmla="*/ 90 w 116"/>
                  <a:gd name="T65" fmla="*/ 44 h 74"/>
                  <a:gd name="T66" fmla="*/ 94 w 116"/>
                  <a:gd name="T67" fmla="*/ 40 h 74"/>
                  <a:gd name="T68" fmla="*/ 98 w 116"/>
                  <a:gd name="T69" fmla="*/ 44 h 74"/>
                  <a:gd name="T70" fmla="*/ 100 w 116"/>
                  <a:gd name="T71" fmla="*/ 44 h 74"/>
                  <a:gd name="T72" fmla="*/ 108 w 116"/>
                  <a:gd name="T73" fmla="*/ 48 h 74"/>
                  <a:gd name="T74" fmla="*/ 108 w 116"/>
                  <a:gd name="T75" fmla="*/ 44 h 74"/>
                  <a:gd name="T76" fmla="*/ 112 w 116"/>
                  <a:gd name="T77" fmla="*/ 44 h 74"/>
                  <a:gd name="T78" fmla="*/ 116 w 116"/>
                  <a:gd name="T79" fmla="*/ 48 h 74"/>
                  <a:gd name="T80" fmla="*/ 112 w 116"/>
                  <a:gd name="T81" fmla="*/ 56 h 74"/>
                  <a:gd name="T82" fmla="*/ 112 w 116"/>
                  <a:gd name="T83" fmla="*/ 62 h 74"/>
                  <a:gd name="T84" fmla="*/ 112 w 116"/>
                  <a:gd name="T85" fmla="*/ 70 h 74"/>
                  <a:gd name="T86" fmla="*/ 112 w 116"/>
                  <a:gd name="T87" fmla="*/ 70 h 74"/>
                  <a:gd name="T88" fmla="*/ 108 w 116"/>
                  <a:gd name="T89" fmla="*/ 70 h 74"/>
                  <a:gd name="T90" fmla="*/ 104 w 116"/>
                  <a:gd name="T91" fmla="*/ 70 h 74"/>
                  <a:gd name="T92" fmla="*/ 98 w 116"/>
                  <a:gd name="T93" fmla="*/ 70 h 74"/>
                  <a:gd name="T94" fmla="*/ 90 w 116"/>
                  <a:gd name="T95" fmla="*/ 70 h 74"/>
                  <a:gd name="T96" fmla="*/ 86 w 116"/>
                  <a:gd name="T97" fmla="*/ 66 h 74"/>
                  <a:gd name="T98" fmla="*/ 78 w 116"/>
                  <a:gd name="T99" fmla="*/ 66 h 74"/>
                  <a:gd name="T100" fmla="*/ 78 w 116"/>
                  <a:gd name="T101" fmla="*/ 62 h 74"/>
                  <a:gd name="T102" fmla="*/ 74 w 116"/>
                  <a:gd name="T103" fmla="*/ 66 h 74"/>
                  <a:gd name="T104" fmla="*/ 68 w 116"/>
                  <a:gd name="T105" fmla="*/ 60 h 74"/>
                  <a:gd name="T106" fmla="*/ 64 w 116"/>
                  <a:gd name="T107" fmla="*/ 60 h 74"/>
                  <a:gd name="T108" fmla="*/ 64 w 116"/>
                  <a:gd name="T109" fmla="*/ 56 h 74"/>
                  <a:gd name="T110" fmla="*/ 56 w 116"/>
                  <a:gd name="T111" fmla="*/ 52 h 74"/>
                  <a:gd name="T112" fmla="*/ 52 w 116"/>
                  <a:gd name="T113" fmla="*/ 56 h 74"/>
                  <a:gd name="T114" fmla="*/ 48 w 116"/>
                  <a:gd name="T115" fmla="*/ 52 h 74"/>
                  <a:gd name="T116" fmla="*/ 46 w 116"/>
                  <a:gd name="T117" fmla="*/ 56 h 74"/>
                  <a:gd name="T118" fmla="*/ 46 w 116"/>
                  <a:gd name="T119" fmla="*/ 52 h 74"/>
                  <a:gd name="T120" fmla="*/ 38 w 116"/>
                  <a:gd name="T121" fmla="*/ 52 h 74"/>
                  <a:gd name="T122" fmla="*/ 38 w 116"/>
                  <a:gd name="T123"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6" h="74">
                    <a:moveTo>
                      <a:pt x="38" y="48"/>
                    </a:moveTo>
                    <a:lnTo>
                      <a:pt x="38" y="48"/>
                    </a:lnTo>
                    <a:lnTo>
                      <a:pt x="38" y="48"/>
                    </a:lnTo>
                    <a:lnTo>
                      <a:pt x="34" y="48"/>
                    </a:lnTo>
                    <a:lnTo>
                      <a:pt x="34" y="48"/>
                    </a:lnTo>
                    <a:lnTo>
                      <a:pt x="34" y="48"/>
                    </a:lnTo>
                    <a:lnTo>
                      <a:pt x="34" y="48"/>
                    </a:lnTo>
                    <a:lnTo>
                      <a:pt x="34" y="48"/>
                    </a:lnTo>
                    <a:lnTo>
                      <a:pt x="34" y="48"/>
                    </a:lnTo>
                    <a:lnTo>
                      <a:pt x="30" y="48"/>
                    </a:lnTo>
                    <a:lnTo>
                      <a:pt x="30" y="48"/>
                    </a:lnTo>
                    <a:lnTo>
                      <a:pt x="30" y="44"/>
                    </a:lnTo>
                    <a:lnTo>
                      <a:pt x="26" y="44"/>
                    </a:lnTo>
                    <a:lnTo>
                      <a:pt x="26" y="44"/>
                    </a:lnTo>
                    <a:lnTo>
                      <a:pt x="26" y="44"/>
                    </a:lnTo>
                    <a:lnTo>
                      <a:pt x="26" y="44"/>
                    </a:lnTo>
                    <a:lnTo>
                      <a:pt x="26" y="44"/>
                    </a:lnTo>
                    <a:lnTo>
                      <a:pt x="26" y="44"/>
                    </a:lnTo>
                    <a:lnTo>
                      <a:pt x="22" y="44"/>
                    </a:lnTo>
                    <a:lnTo>
                      <a:pt x="22" y="44"/>
                    </a:lnTo>
                    <a:lnTo>
                      <a:pt x="22" y="44"/>
                    </a:lnTo>
                    <a:lnTo>
                      <a:pt x="20" y="40"/>
                    </a:lnTo>
                    <a:lnTo>
                      <a:pt x="20" y="40"/>
                    </a:lnTo>
                    <a:lnTo>
                      <a:pt x="20" y="40"/>
                    </a:lnTo>
                    <a:lnTo>
                      <a:pt x="16" y="36"/>
                    </a:lnTo>
                    <a:lnTo>
                      <a:pt x="16" y="36"/>
                    </a:lnTo>
                    <a:lnTo>
                      <a:pt x="16" y="36"/>
                    </a:lnTo>
                    <a:lnTo>
                      <a:pt x="16" y="36"/>
                    </a:lnTo>
                    <a:lnTo>
                      <a:pt x="16" y="36"/>
                    </a:lnTo>
                    <a:lnTo>
                      <a:pt x="16" y="36"/>
                    </a:lnTo>
                    <a:lnTo>
                      <a:pt x="16" y="36"/>
                    </a:lnTo>
                    <a:lnTo>
                      <a:pt x="12" y="32"/>
                    </a:lnTo>
                    <a:lnTo>
                      <a:pt x="8" y="32"/>
                    </a:lnTo>
                    <a:lnTo>
                      <a:pt x="8" y="30"/>
                    </a:lnTo>
                    <a:lnTo>
                      <a:pt x="8" y="30"/>
                    </a:lnTo>
                    <a:lnTo>
                      <a:pt x="8" y="30"/>
                    </a:lnTo>
                    <a:lnTo>
                      <a:pt x="8" y="30"/>
                    </a:lnTo>
                    <a:lnTo>
                      <a:pt x="8" y="32"/>
                    </a:lnTo>
                    <a:lnTo>
                      <a:pt x="4" y="32"/>
                    </a:lnTo>
                    <a:lnTo>
                      <a:pt x="4" y="32"/>
                    </a:lnTo>
                    <a:lnTo>
                      <a:pt x="4" y="30"/>
                    </a:lnTo>
                    <a:lnTo>
                      <a:pt x="4" y="30"/>
                    </a:lnTo>
                    <a:lnTo>
                      <a:pt x="0" y="30"/>
                    </a:lnTo>
                    <a:lnTo>
                      <a:pt x="0" y="30"/>
                    </a:lnTo>
                    <a:lnTo>
                      <a:pt x="0" y="26"/>
                    </a:lnTo>
                    <a:lnTo>
                      <a:pt x="0" y="26"/>
                    </a:lnTo>
                    <a:lnTo>
                      <a:pt x="0" y="26"/>
                    </a:lnTo>
                    <a:lnTo>
                      <a:pt x="0" y="22"/>
                    </a:lnTo>
                    <a:lnTo>
                      <a:pt x="4" y="22"/>
                    </a:lnTo>
                    <a:lnTo>
                      <a:pt x="4" y="22"/>
                    </a:lnTo>
                    <a:lnTo>
                      <a:pt x="4" y="18"/>
                    </a:lnTo>
                    <a:lnTo>
                      <a:pt x="4" y="18"/>
                    </a:lnTo>
                    <a:lnTo>
                      <a:pt x="4" y="18"/>
                    </a:lnTo>
                    <a:lnTo>
                      <a:pt x="0" y="18"/>
                    </a:lnTo>
                    <a:lnTo>
                      <a:pt x="4" y="14"/>
                    </a:lnTo>
                    <a:lnTo>
                      <a:pt x="4" y="14"/>
                    </a:lnTo>
                    <a:lnTo>
                      <a:pt x="4" y="14"/>
                    </a:lnTo>
                    <a:lnTo>
                      <a:pt x="4" y="14"/>
                    </a:lnTo>
                    <a:lnTo>
                      <a:pt x="4" y="14"/>
                    </a:lnTo>
                    <a:lnTo>
                      <a:pt x="4" y="14"/>
                    </a:lnTo>
                    <a:lnTo>
                      <a:pt x="4" y="10"/>
                    </a:lnTo>
                    <a:lnTo>
                      <a:pt x="4" y="10"/>
                    </a:lnTo>
                    <a:lnTo>
                      <a:pt x="4" y="10"/>
                    </a:lnTo>
                    <a:lnTo>
                      <a:pt x="4" y="10"/>
                    </a:lnTo>
                    <a:lnTo>
                      <a:pt x="4" y="10"/>
                    </a:lnTo>
                    <a:lnTo>
                      <a:pt x="8" y="10"/>
                    </a:lnTo>
                    <a:lnTo>
                      <a:pt x="8" y="6"/>
                    </a:lnTo>
                    <a:lnTo>
                      <a:pt x="8" y="6"/>
                    </a:lnTo>
                    <a:lnTo>
                      <a:pt x="8" y="6"/>
                    </a:lnTo>
                    <a:lnTo>
                      <a:pt x="8" y="6"/>
                    </a:lnTo>
                    <a:lnTo>
                      <a:pt x="8" y="6"/>
                    </a:lnTo>
                    <a:lnTo>
                      <a:pt x="8" y="6"/>
                    </a:lnTo>
                    <a:lnTo>
                      <a:pt x="12" y="4"/>
                    </a:lnTo>
                    <a:lnTo>
                      <a:pt x="12" y="4"/>
                    </a:lnTo>
                    <a:lnTo>
                      <a:pt x="12" y="4"/>
                    </a:lnTo>
                    <a:lnTo>
                      <a:pt x="16" y="4"/>
                    </a:lnTo>
                    <a:lnTo>
                      <a:pt x="16" y="4"/>
                    </a:lnTo>
                    <a:lnTo>
                      <a:pt x="16" y="4"/>
                    </a:lnTo>
                    <a:lnTo>
                      <a:pt x="16" y="6"/>
                    </a:lnTo>
                    <a:lnTo>
                      <a:pt x="16" y="6"/>
                    </a:lnTo>
                    <a:lnTo>
                      <a:pt x="16" y="6"/>
                    </a:lnTo>
                    <a:lnTo>
                      <a:pt x="16" y="6"/>
                    </a:lnTo>
                    <a:lnTo>
                      <a:pt x="16" y="6"/>
                    </a:lnTo>
                    <a:lnTo>
                      <a:pt x="16" y="6"/>
                    </a:lnTo>
                    <a:lnTo>
                      <a:pt x="16" y="6"/>
                    </a:lnTo>
                    <a:lnTo>
                      <a:pt x="20" y="4"/>
                    </a:lnTo>
                    <a:lnTo>
                      <a:pt x="20" y="4"/>
                    </a:lnTo>
                    <a:lnTo>
                      <a:pt x="20" y="4"/>
                    </a:lnTo>
                    <a:lnTo>
                      <a:pt x="20" y="0"/>
                    </a:lnTo>
                    <a:lnTo>
                      <a:pt x="20" y="0"/>
                    </a:lnTo>
                    <a:lnTo>
                      <a:pt x="20" y="0"/>
                    </a:lnTo>
                    <a:lnTo>
                      <a:pt x="20" y="0"/>
                    </a:lnTo>
                    <a:lnTo>
                      <a:pt x="20" y="0"/>
                    </a:lnTo>
                    <a:lnTo>
                      <a:pt x="20" y="0"/>
                    </a:lnTo>
                    <a:lnTo>
                      <a:pt x="20" y="0"/>
                    </a:lnTo>
                    <a:lnTo>
                      <a:pt x="20" y="0"/>
                    </a:lnTo>
                    <a:lnTo>
                      <a:pt x="22" y="0"/>
                    </a:lnTo>
                    <a:lnTo>
                      <a:pt x="22" y="0"/>
                    </a:lnTo>
                    <a:lnTo>
                      <a:pt x="22" y="0"/>
                    </a:lnTo>
                    <a:lnTo>
                      <a:pt x="22" y="0"/>
                    </a:lnTo>
                    <a:lnTo>
                      <a:pt x="22" y="0"/>
                    </a:lnTo>
                    <a:lnTo>
                      <a:pt x="26" y="0"/>
                    </a:lnTo>
                    <a:lnTo>
                      <a:pt x="26" y="0"/>
                    </a:lnTo>
                    <a:lnTo>
                      <a:pt x="30" y="0"/>
                    </a:lnTo>
                    <a:lnTo>
                      <a:pt x="30" y="4"/>
                    </a:lnTo>
                    <a:lnTo>
                      <a:pt x="30" y="6"/>
                    </a:lnTo>
                    <a:lnTo>
                      <a:pt x="30" y="4"/>
                    </a:lnTo>
                    <a:lnTo>
                      <a:pt x="34" y="6"/>
                    </a:lnTo>
                    <a:lnTo>
                      <a:pt x="34" y="6"/>
                    </a:lnTo>
                    <a:lnTo>
                      <a:pt x="38" y="10"/>
                    </a:lnTo>
                    <a:lnTo>
                      <a:pt x="38" y="10"/>
                    </a:lnTo>
                    <a:lnTo>
                      <a:pt x="38" y="10"/>
                    </a:lnTo>
                    <a:lnTo>
                      <a:pt x="42" y="10"/>
                    </a:lnTo>
                    <a:lnTo>
                      <a:pt x="42" y="10"/>
                    </a:lnTo>
                    <a:lnTo>
                      <a:pt x="42" y="14"/>
                    </a:lnTo>
                    <a:lnTo>
                      <a:pt x="42" y="14"/>
                    </a:lnTo>
                    <a:lnTo>
                      <a:pt x="42" y="14"/>
                    </a:lnTo>
                    <a:lnTo>
                      <a:pt x="46" y="14"/>
                    </a:lnTo>
                    <a:lnTo>
                      <a:pt x="46" y="14"/>
                    </a:lnTo>
                    <a:lnTo>
                      <a:pt x="46" y="14"/>
                    </a:lnTo>
                    <a:lnTo>
                      <a:pt x="46" y="14"/>
                    </a:lnTo>
                    <a:lnTo>
                      <a:pt x="46" y="14"/>
                    </a:lnTo>
                    <a:lnTo>
                      <a:pt x="46" y="18"/>
                    </a:lnTo>
                    <a:lnTo>
                      <a:pt x="46" y="18"/>
                    </a:lnTo>
                    <a:lnTo>
                      <a:pt x="48" y="18"/>
                    </a:lnTo>
                    <a:lnTo>
                      <a:pt x="48" y="22"/>
                    </a:lnTo>
                    <a:lnTo>
                      <a:pt x="48" y="22"/>
                    </a:lnTo>
                    <a:lnTo>
                      <a:pt x="48" y="22"/>
                    </a:lnTo>
                    <a:lnTo>
                      <a:pt x="48" y="22"/>
                    </a:lnTo>
                    <a:lnTo>
                      <a:pt x="52" y="22"/>
                    </a:lnTo>
                    <a:lnTo>
                      <a:pt x="52" y="22"/>
                    </a:lnTo>
                    <a:lnTo>
                      <a:pt x="52" y="22"/>
                    </a:lnTo>
                    <a:lnTo>
                      <a:pt x="52" y="22"/>
                    </a:lnTo>
                    <a:lnTo>
                      <a:pt x="52" y="22"/>
                    </a:lnTo>
                    <a:lnTo>
                      <a:pt x="52" y="18"/>
                    </a:lnTo>
                    <a:lnTo>
                      <a:pt x="56" y="18"/>
                    </a:lnTo>
                    <a:lnTo>
                      <a:pt x="56" y="18"/>
                    </a:lnTo>
                    <a:lnTo>
                      <a:pt x="56" y="22"/>
                    </a:lnTo>
                    <a:lnTo>
                      <a:pt x="56" y="22"/>
                    </a:lnTo>
                    <a:lnTo>
                      <a:pt x="56" y="22"/>
                    </a:lnTo>
                    <a:lnTo>
                      <a:pt x="56" y="22"/>
                    </a:lnTo>
                    <a:lnTo>
                      <a:pt x="60" y="22"/>
                    </a:lnTo>
                    <a:lnTo>
                      <a:pt x="60" y="26"/>
                    </a:lnTo>
                    <a:lnTo>
                      <a:pt x="60" y="26"/>
                    </a:lnTo>
                    <a:lnTo>
                      <a:pt x="60" y="26"/>
                    </a:lnTo>
                    <a:lnTo>
                      <a:pt x="60" y="26"/>
                    </a:lnTo>
                    <a:lnTo>
                      <a:pt x="60" y="26"/>
                    </a:lnTo>
                    <a:lnTo>
                      <a:pt x="60" y="26"/>
                    </a:lnTo>
                    <a:lnTo>
                      <a:pt x="60" y="30"/>
                    </a:lnTo>
                    <a:lnTo>
                      <a:pt x="64" y="30"/>
                    </a:lnTo>
                    <a:lnTo>
                      <a:pt x="64" y="30"/>
                    </a:lnTo>
                    <a:lnTo>
                      <a:pt x="64" y="30"/>
                    </a:lnTo>
                    <a:lnTo>
                      <a:pt x="64" y="30"/>
                    </a:lnTo>
                    <a:lnTo>
                      <a:pt x="64" y="30"/>
                    </a:lnTo>
                    <a:lnTo>
                      <a:pt x="64" y="32"/>
                    </a:lnTo>
                    <a:lnTo>
                      <a:pt x="68" y="32"/>
                    </a:lnTo>
                    <a:lnTo>
                      <a:pt x="68" y="32"/>
                    </a:lnTo>
                    <a:lnTo>
                      <a:pt x="68" y="32"/>
                    </a:lnTo>
                    <a:lnTo>
                      <a:pt x="72" y="32"/>
                    </a:lnTo>
                    <a:lnTo>
                      <a:pt x="72" y="32"/>
                    </a:lnTo>
                    <a:lnTo>
                      <a:pt x="72" y="30"/>
                    </a:lnTo>
                    <a:lnTo>
                      <a:pt x="72" y="32"/>
                    </a:lnTo>
                    <a:lnTo>
                      <a:pt x="72" y="32"/>
                    </a:lnTo>
                    <a:lnTo>
                      <a:pt x="72" y="32"/>
                    </a:lnTo>
                    <a:lnTo>
                      <a:pt x="72" y="32"/>
                    </a:lnTo>
                    <a:lnTo>
                      <a:pt x="72" y="36"/>
                    </a:lnTo>
                    <a:lnTo>
                      <a:pt x="72" y="36"/>
                    </a:lnTo>
                    <a:lnTo>
                      <a:pt x="72" y="36"/>
                    </a:lnTo>
                    <a:lnTo>
                      <a:pt x="72" y="36"/>
                    </a:lnTo>
                    <a:lnTo>
                      <a:pt x="72" y="36"/>
                    </a:lnTo>
                    <a:lnTo>
                      <a:pt x="74" y="36"/>
                    </a:lnTo>
                    <a:lnTo>
                      <a:pt x="74" y="36"/>
                    </a:lnTo>
                    <a:lnTo>
                      <a:pt x="74" y="36"/>
                    </a:lnTo>
                    <a:lnTo>
                      <a:pt x="74" y="36"/>
                    </a:lnTo>
                    <a:lnTo>
                      <a:pt x="74" y="36"/>
                    </a:lnTo>
                    <a:lnTo>
                      <a:pt x="74" y="36"/>
                    </a:lnTo>
                    <a:lnTo>
                      <a:pt x="78" y="36"/>
                    </a:lnTo>
                    <a:lnTo>
                      <a:pt x="78" y="36"/>
                    </a:lnTo>
                    <a:lnTo>
                      <a:pt x="78" y="36"/>
                    </a:lnTo>
                    <a:lnTo>
                      <a:pt x="82" y="40"/>
                    </a:lnTo>
                    <a:lnTo>
                      <a:pt x="82" y="40"/>
                    </a:lnTo>
                    <a:lnTo>
                      <a:pt x="82" y="40"/>
                    </a:lnTo>
                    <a:lnTo>
                      <a:pt x="82" y="40"/>
                    </a:lnTo>
                    <a:lnTo>
                      <a:pt x="82" y="40"/>
                    </a:lnTo>
                    <a:lnTo>
                      <a:pt x="82" y="44"/>
                    </a:lnTo>
                    <a:lnTo>
                      <a:pt x="82" y="44"/>
                    </a:lnTo>
                    <a:lnTo>
                      <a:pt x="82" y="44"/>
                    </a:lnTo>
                    <a:lnTo>
                      <a:pt x="86" y="44"/>
                    </a:lnTo>
                    <a:lnTo>
                      <a:pt x="86" y="44"/>
                    </a:lnTo>
                    <a:lnTo>
                      <a:pt x="86" y="44"/>
                    </a:lnTo>
                    <a:lnTo>
                      <a:pt x="86" y="44"/>
                    </a:lnTo>
                    <a:lnTo>
                      <a:pt x="86" y="40"/>
                    </a:lnTo>
                    <a:lnTo>
                      <a:pt x="86" y="40"/>
                    </a:lnTo>
                    <a:lnTo>
                      <a:pt x="86" y="40"/>
                    </a:lnTo>
                    <a:lnTo>
                      <a:pt x="86" y="40"/>
                    </a:lnTo>
                    <a:lnTo>
                      <a:pt x="86" y="40"/>
                    </a:lnTo>
                    <a:lnTo>
                      <a:pt x="86" y="44"/>
                    </a:lnTo>
                    <a:lnTo>
                      <a:pt x="90" y="44"/>
                    </a:lnTo>
                    <a:lnTo>
                      <a:pt x="90" y="44"/>
                    </a:lnTo>
                    <a:lnTo>
                      <a:pt x="90" y="44"/>
                    </a:lnTo>
                    <a:lnTo>
                      <a:pt x="90" y="44"/>
                    </a:lnTo>
                    <a:lnTo>
                      <a:pt x="90" y="44"/>
                    </a:lnTo>
                    <a:lnTo>
                      <a:pt x="94" y="40"/>
                    </a:lnTo>
                    <a:lnTo>
                      <a:pt x="94" y="40"/>
                    </a:lnTo>
                    <a:lnTo>
                      <a:pt x="94" y="40"/>
                    </a:lnTo>
                    <a:lnTo>
                      <a:pt x="94" y="40"/>
                    </a:lnTo>
                    <a:lnTo>
                      <a:pt x="94" y="40"/>
                    </a:lnTo>
                    <a:lnTo>
                      <a:pt x="94" y="40"/>
                    </a:lnTo>
                    <a:lnTo>
                      <a:pt x="94" y="40"/>
                    </a:lnTo>
                    <a:lnTo>
                      <a:pt x="98" y="44"/>
                    </a:lnTo>
                    <a:lnTo>
                      <a:pt x="98" y="44"/>
                    </a:lnTo>
                    <a:lnTo>
                      <a:pt x="98" y="44"/>
                    </a:lnTo>
                    <a:lnTo>
                      <a:pt x="98" y="44"/>
                    </a:lnTo>
                    <a:lnTo>
                      <a:pt x="100" y="44"/>
                    </a:lnTo>
                    <a:lnTo>
                      <a:pt x="100" y="44"/>
                    </a:lnTo>
                    <a:lnTo>
                      <a:pt x="100" y="44"/>
                    </a:lnTo>
                    <a:lnTo>
                      <a:pt x="100" y="48"/>
                    </a:lnTo>
                    <a:lnTo>
                      <a:pt x="100" y="44"/>
                    </a:lnTo>
                    <a:lnTo>
                      <a:pt x="104" y="44"/>
                    </a:lnTo>
                    <a:lnTo>
                      <a:pt x="104" y="44"/>
                    </a:lnTo>
                    <a:lnTo>
                      <a:pt x="104" y="48"/>
                    </a:lnTo>
                    <a:lnTo>
                      <a:pt x="108" y="48"/>
                    </a:lnTo>
                    <a:lnTo>
                      <a:pt x="108" y="44"/>
                    </a:lnTo>
                    <a:lnTo>
                      <a:pt x="108" y="48"/>
                    </a:lnTo>
                    <a:lnTo>
                      <a:pt x="108" y="48"/>
                    </a:lnTo>
                    <a:lnTo>
                      <a:pt x="108" y="44"/>
                    </a:lnTo>
                    <a:lnTo>
                      <a:pt x="108" y="44"/>
                    </a:lnTo>
                    <a:lnTo>
                      <a:pt x="108" y="44"/>
                    </a:lnTo>
                    <a:lnTo>
                      <a:pt x="108" y="44"/>
                    </a:lnTo>
                    <a:lnTo>
                      <a:pt x="108" y="44"/>
                    </a:lnTo>
                    <a:lnTo>
                      <a:pt x="112" y="44"/>
                    </a:lnTo>
                    <a:lnTo>
                      <a:pt x="112" y="44"/>
                    </a:lnTo>
                    <a:lnTo>
                      <a:pt x="112" y="44"/>
                    </a:lnTo>
                    <a:lnTo>
                      <a:pt x="112" y="44"/>
                    </a:lnTo>
                    <a:lnTo>
                      <a:pt x="112" y="44"/>
                    </a:lnTo>
                    <a:lnTo>
                      <a:pt x="112" y="44"/>
                    </a:lnTo>
                    <a:lnTo>
                      <a:pt x="116" y="44"/>
                    </a:lnTo>
                    <a:lnTo>
                      <a:pt x="116" y="44"/>
                    </a:lnTo>
                    <a:lnTo>
                      <a:pt x="116" y="48"/>
                    </a:lnTo>
                    <a:lnTo>
                      <a:pt x="116" y="48"/>
                    </a:lnTo>
                    <a:lnTo>
                      <a:pt x="112" y="52"/>
                    </a:lnTo>
                    <a:lnTo>
                      <a:pt x="112" y="52"/>
                    </a:lnTo>
                    <a:lnTo>
                      <a:pt x="112" y="52"/>
                    </a:lnTo>
                    <a:lnTo>
                      <a:pt x="112" y="52"/>
                    </a:lnTo>
                    <a:lnTo>
                      <a:pt x="112" y="56"/>
                    </a:lnTo>
                    <a:lnTo>
                      <a:pt x="112" y="56"/>
                    </a:lnTo>
                    <a:lnTo>
                      <a:pt x="112" y="60"/>
                    </a:lnTo>
                    <a:lnTo>
                      <a:pt x="112" y="60"/>
                    </a:lnTo>
                    <a:lnTo>
                      <a:pt x="112" y="60"/>
                    </a:lnTo>
                    <a:lnTo>
                      <a:pt x="112" y="60"/>
                    </a:lnTo>
                    <a:lnTo>
                      <a:pt x="112" y="60"/>
                    </a:lnTo>
                    <a:lnTo>
                      <a:pt x="112" y="62"/>
                    </a:lnTo>
                    <a:lnTo>
                      <a:pt x="116" y="62"/>
                    </a:lnTo>
                    <a:lnTo>
                      <a:pt x="116" y="66"/>
                    </a:lnTo>
                    <a:lnTo>
                      <a:pt x="116" y="66"/>
                    </a:lnTo>
                    <a:lnTo>
                      <a:pt x="116" y="66"/>
                    </a:lnTo>
                    <a:lnTo>
                      <a:pt x="116" y="66"/>
                    </a:lnTo>
                    <a:lnTo>
                      <a:pt x="112" y="70"/>
                    </a:lnTo>
                    <a:lnTo>
                      <a:pt x="112" y="70"/>
                    </a:lnTo>
                    <a:lnTo>
                      <a:pt x="112" y="70"/>
                    </a:lnTo>
                    <a:lnTo>
                      <a:pt x="112" y="70"/>
                    </a:lnTo>
                    <a:lnTo>
                      <a:pt x="112" y="74"/>
                    </a:lnTo>
                    <a:lnTo>
                      <a:pt x="112" y="70"/>
                    </a:lnTo>
                    <a:lnTo>
                      <a:pt x="112" y="70"/>
                    </a:lnTo>
                    <a:lnTo>
                      <a:pt x="112" y="70"/>
                    </a:lnTo>
                    <a:lnTo>
                      <a:pt x="112" y="70"/>
                    </a:lnTo>
                    <a:lnTo>
                      <a:pt x="108" y="70"/>
                    </a:lnTo>
                    <a:lnTo>
                      <a:pt x="108" y="70"/>
                    </a:lnTo>
                    <a:lnTo>
                      <a:pt x="108" y="70"/>
                    </a:lnTo>
                    <a:lnTo>
                      <a:pt x="108" y="70"/>
                    </a:lnTo>
                    <a:lnTo>
                      <a:pt x="104" y="70"/>
                    </a:lnTo>
                    <a:lnTo>
                      <a:pt x="104" y="70"/>
                    </a:lnTo>
                    <a:lnTo>
                      <a:pt x="104" y="70"/>
                    </a:lnTo>
                    <a:lnTo>
                      <a:pt x="104" y="70"/>
                    </a:lnTo>
                    <a:lnTo>
                      <a:pt x="104" y="70"/>
                    </a:lnTo>
                    <a:lnTo>
                      <a:pt x="104" y="70"/>
                    </a:lnTo>
                    <a:lnTo>
                      <a:pt x="100" y="74"/>
                    </a:lnTo>
                    <a:lnTo>
                      <a:pt x="100" y="70"/>
                    </a:lnTo>
                    <a:lnTo>
                      <a:pt x="98" y="70"/>
                    </a:lnTo>
                    <a:lnTo>
                      <a:pt x="98" y="70"/>
                    </a:lnTo>
                    <a:lnTo>
                      <a:pt x="98" y="70"/>
                    </a:lnTo>
                    <a:lnTo>
                      <a:pt x="98" y="70"/>
                    </a:lnTo>
                    <a:lnTo>
                      <a:pt x="98" y="70"/>
                    </a:lnTo>
                    <a:lnTo>
                      <a:pt x="98" y="70"/>
                    </a:lnTo>
                    <a:lnTo>
                      <a:pt x="94" y="70"/>
                    </a:lnTo>
                    <a:lnTo>
                      <a:pt x="94" y="70"/>
                    </a:lnTo>
                    <a:lnTo>
                      <a:pt x="94" y="70"/>
                    </a:lnTo>
                    <a:lnTo>
                      <a:pt x="90" y="70"/>
                    </a:lnTo>
                    <a:lnTo>
                      <a:pt x="90" y="66"/>
                    </a:lnTo>
                    <a:lnTo>
                      <a:pt x="86" y="66"/>
                    </a:lnTo>
                    <a:lnTo>
                      <a:pt x="86" y="66"/>
                    </a:lnTo>
                    <a:lnTo>
                      <a:pt x="86" y="66"/>
                    </a:lnTo>
                    <a:lnTo>
                      <a:pt x="86" y="66"/>
                    </a:lnTo>
                    <a:lnTo>
                      <a:pt x="86" y="66"/>
                    </a:lnTo>
                    <a:lnTo>
                      <a:pt x="86" y="66"/>
                    </a:lnTo>
                    <a:lnTo>
                      <a:pt x="82" y="66"/>
                    </a:lnTo>
                    <a:lnTo>
                      <a:pt x="82" y="66"/>
                    </a:lnTo>
                    <a:lnTo>
                      <a:pt x="82" y="66"/>
                    </a:lnTo>
                    <a:lnTo>
                      <a:pt x="82" y="70"/>
                    </a:lnTo>
                    <a:lnTo>
                      <a:pt x="78" y="66"/>
                    </a:lnTo>
                    <a:lnTo>
                      <a:pt x="78" y="66"/>
                    </a:lnTo>
                    <a:lnTo>
                      <a:pt x="78" y="66"/>
                    </a:lnTo>
                    <a:lnTo>
                      <a:pt x="78" y="66"/>
                    </a:lnTo>
                    <a:lnTo>
                      <a:pt x="78" y="66"/>
                    </a:lnTo>
                    <a:lnTo>
                      <a:pt x="78" y="62"/>
                    </a:lnTo>
                    <a:lnTo>
                      <a:pt x="78" y="62"/>
                    </a:lnTo>
                    <a:lnTo>
                      <a:pt x="78" y="62"/>
                    </a:lnTo>
                    <a:lnTo>
                      <a:pt x="78" y="62"/>
                    </a:lnTo>
                    <a:lnTo>
                      <a:pt x="74" y="62"/>
                    </a:lnTo>
                    <a:lnTo>
                      <a:pt x="74" y="66"/>
                    </a:lnTo>
                    <a:lnTo>
                      <a:pt x="74" y="66"/>
                    </a:lnTo>
                    <a:lnTo>
                      <a:pt x="74" y="66"/>
                    </a:lnTo>
                    <a:lnTo>
                      <a:pt x="74" y="66"/>
                    </a:lnTo>
                    <a:lnTo>
                      <a:pt x="72" y="66"/>
                    </a:lnTo>
                    <a:lnTo>
                      <a:pt x="72" y="66"/>
                    </a:lnTo>
                    <a:lnTo>
                      <a:pt x="72" y="62"/>
                    </a:lnTo>
                    <a:lnTo>
                      <a:pt x="68" y="62"/>
                    </a:lnTo>
                    <a:lnTo>
                      <a:pt x="68" y="60"/>
                    </a:lnTo>
                    <a:lnTo>
                      <a:pt x="68" y="60"/>
                    </a:lnTo>
                    <a:lnTo>
                      <a:pt x="68" y="60"/>
                    </a:lnTo>
                    <a:lnTo>
                      <a:pt x="68" y="60"/>
                    </a:lnTo>
                    <a:lnTo>
                      <a:pt x="64" y="60"/>
                    </a:lnTo>
                    <a:lnTo>
                      <a:pt x="64" y="60"/>
                    </a:lnTo>
                    <a:lnTo>
                      <a:pt x="64" y="60"/>
                    </a:lnTo>
                    <a:lnTo>
                      <a:pt x="64" y="60"/>
                    </a:lnTo>
                    <a:lnTo>
                      <a:pt x="64" y="60"/>
                    </a:lnTo>
                    <a:lnTo>
                      <a:pt x="64" y="56"/>
                    </a:lnTo>
                    <a:lnTo>
                      <a:pt x="64" y="56"/>
                    </a:lnTo>
                    <a:lnTo>
                      <a:pt x="64" y="56"/>
                    </a:lnTo>
                    <a:lnTo>
                      <a:pt x="64" y="56"/>
                    </a:lnTo>
                    <a:lnTo>
                      <a:pt x="64" y="56"/>
                    </a:lnTo>
                    <a:lnTo>
                      <a:pt x="64" y="56"/>
                    </a:lnTo>
                    <a:lnTo>
                      <a:pt x="60" y="56"/>
                    </a:lnTo>
                    <a:lnTo>
                      <a:pt x="60" y="56"/>
                    </a:lnTo>
                    <a:lnTo>
                      <a:pt x="60" y="56"/>
                    </a:lnTo>
                    <a:lnTo>
                      <a:pt x="56" y="52"/>
                    </a:lnTo>
                    <a:lnTo>
                      <a:pt x="56" y="52"/>
                    </a:lnTo>
                    <a:lnTo>
                      <a:pt x="56" y="52"/>
                    </a:lnTo>
                    <a:lnTo>
                      <a:pt x="56" y="52"/>
                    </a:lnTo>
                    <a:lnTo>
                      <a:pt x="52" y="52"/>
                    </a:lnTo>
                    <a:lnTo>
                      <a:pt x="52" y="52"/>
                    </a:lnTo>
                    <a:lnTo>
                      <a:pt x="52" y="56"/>
                    </a:lnTo>
                    <a:lnTo>
                      <a:pt x="52" y="56"/>
                    </a:lnTo>
                    <a:lnTo>
                      <a:pt x="52" y="56"/>
                    </a:lnTo>
                    <a:lnTo>
                      <a:pt x="52" y="56"/>
                    </a:lnTo>
                    <a:lnTo>
                      <a:pt x="52" y="56"/>
                    </a:lnTo>
                    <a:lnTo>
                      <a:pt x="52" y="52"/>
                    </a:lnTo>
                    <a:lnTo>
                      <a:pt x="48" y="52"/>
                    </a:lnTo>
                    <a:lnTo>
                      <a:pt x="48" y="52"/>
                    </a:lnTo>
                    <a:lnTo>
                      <a:pt x="48" y="52"/>
                    </a:lnTo>
                    <a:lnTo>
                      <a:pt x="48" y="52"/>
                    </a:lnTo>
                    <a:lnTo>
                      <a:pt x="46" y="52"/>
                    </a:lnTo>
                    <a:lnTo>
                      <a:pt x="46" y="56"/>
                    </a:lnTo>
                    <a:lnTo>
                      <a:pt x="46" y="56"/>
                    </a:lnTo>
                    <a:lnTo>
                      <a:pt x="46" y="56"/>
                    </a:lnTo>
                    <a:lnTo>
                      <a:pt x="46" y="56"/>
                    </a:lnTo>
                    <a:lnTo>
                      <a:pt x="46" y="56"/>
                    </a:lnTo>
                    <a:lnTo>
                      <a:pt x="46" y="56"/>
                    </a:lnTo>
                    <a:lnTo>
                      <a:pt x="46" y="56"/>
                    </a:lnTo>
                    <a:lnTo>
                      <a:pt x="46" y="52"/>
                    </a:lnTo>
                    <a:lnTo>
                      <a:pt x="42" y="52"/>
                    </a:lnTo>
                    <a:lnTo>
                      <a:pt x="42" y="52"/>
                    </a:lnTo>
                    <a:lnTo>
                      <a:pt x="42" y="52"/>
                    </a:lnTo>
                    <a:lnTo>
                      <a:pt x="42" y="52"/>
                    </a:lnTo>
                    <a:lnTo>
                      <a:pt x="38" y="52"/>
                    </a:lnTo>
                    <a:lnTo>
                      <a:pt x="38" y="52"/>
                    </a:lnTo>
                    <a:lnTo>
                      <a:pt x="38" y="52"/>
                    </a:lnTo>
                    <a:lnTo>
                      <a:pt x="38" y="48"/>
                    </a:lnTo>
                    <a:lnTo>
                      <a:pt x="38" y="48"/>
                    </a:lnTo>
                    <a:lnTo>
                      <a:pt x="38" y="48"/>
                    </a:lnTo>
                    <a:lnTo>
                      <a:pt x="38" y="48"/>
                    </a:lnTo>
                    <a:lnTo>
                      <a:pt x="38" y="4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0" name="Freeform 44"/>
              <p:cNvSpPr>
                <a:spLocks/>
              </p:cNvSpPr>
              <p:nvPr/>
            </p:nvSpPr>
            <p:spPr bwMode="gray">
              <a:xfrm>
                <a:off x="7857583" y="3183944"/>
                <a:ext cx="156534" cy="173926"/>
              </a:xfrm>
              <a:custGeom>
                <a:avLst/>
                <a:gdLst>
                  <a:gd name="T0" fmla="*/ 46 w 90"/>
                  <a:gd name="T1" fmla="*/ 72 h 100"/>
                  <a:gd name="T2" fmla="*/ 52 w 90"/>
                  <a:gd name="T3" fmla="*/ 76 h 100"/>
                  <a:gd name="T4" fmla="*/ 56 w 90"/>
                  <a:gd name="T5" fmla="*/ 80 h 100"/>
                  <a:gd name="T6" fmla="*/ 56 w 90"/>
                  <a:gd name="T7" fmla="*/ 84 h 100"/>
                  <a:gd name="T8" fmla="*/ 56 w 90"/>
                  <a:gd name="T9" fmla="*/ 88 h 100"/>
                  <a:gd name="T10" fmla="*/ 52 w 90"/>
                  <a:gd name="T11" fmla="*/ 88 h 100"/>
                  <a:gd name="T12" fmla="*/ 42 w 90"/>
                  <a:gd name="T13" fmla="*/ 88 h 100"/>
                  <a:gd name="T14" fmla="*/ 38 w 90"/>
                  <a:gd name="T15" fmla="*/ 92 h 100"/>
                  <a:gd name="T16" fmla="*/ 34 w 90"/>
                  <a:gd name="T17" fmla="*/ 100 h 100"/>
                  <a:gd name="T18" fmla="*/ 26 w 90"/>
                  <a:gd name="T19" fmla="*/ 96 h 100"/>
                  <a:gd name="T20" fmla="*/ 22 w 90"/>
                  <a:gd name="T21" fmla="*/ 100 h 100"/>
                  <a:gd name="T22" fmla="*/ 20 w 90"/>
                  <a:gd name="T23" fmla="*/ 96 h 100"/>
                  <a:gd name="T24" fmla="*/ 20 w 90"/>
                  <a:gd name="T25" fmla="*/ 96 h 100"/>
                  <a:gd name="T26" fmla="*/ 16 w 90"/>
                  <a:gd name="T27" fmla="*/ 100 h 100"/>
                  <a:gd name="T28" fmla="*/ 16 w 90"/>
                  <a:gd name="T29" fmla="*/ 96 h 100"/>
                  <a:gd name="T30" fmla="*/ 12 w 90"/>
                  <a:gd name="T31" fmla="*/ 96 h 100"/>
                  <a:gd name="T32" fmla="*/ 12 w 90"/>
                  <a:gd name="T33" fmla="*/ 96 h 100"/>
                  <a:gd name="T34" fmla="*/ 12 w 90"/>
                  <a:gd name="T35" fmla="*/ 92 h 100"/>
                  <a:gd name="T36" fmla="*/ 4 w 90"/>
                  <a:gd name="T37" fmla="*/ 92 h 100"/>
                  <a:gd name="T38" fmla="*/ 8 w 90"/>
                  <a:gd name="T39" fmla="*/ 84 h 100"/>
                  <a:gd name="T40" fmla="*/ 16 w 90"/>
                  <a:gd name="T41" fmla="*/ 80 h 100"/>
                  <a:gd name="T42" fmla="*/ 20 w 90"/>
                  <a:gd name="T43" fmla="*/ 84 h 100"/>
                  <a:gd name="T44" fmla="*/ 12 w 90"/>
                  <a:gd name="T45" fmla="*/ 80 h 100"/>
                  <a:gd name="T46" fmla="*/ 12 w 90"/>
                  <a:gd name="T47" fmla="*/ 72 h 100"/>
                  <a:gd name="T48" fmla="*/ 16 w 90"/>
                  <a:gd name="T49" fmla="*/ 70 h 100"/>
                  <a:gd name="T50" fmla="*/ 16 w 90"/>
                  <a:gd name="T51" fmla="*/ 66 h 100"/>
                  <a:gd name="T52" fmla="*/ 4 w 90"/>
                  <a:gd name="T53" fmla="*/ 62 h 100"/>
                  <a:gd name="T54" fmla="*/ 4 w 90"/>
                  <a:gd name="T55" fmla="*/ 58 h 100"/>
                  <a:gd name="T56" fmla="*/ 0 w 90"/>
                  <a:gd name="T57" fmla="*/ 54 h 100"/>
                  <a:gd name="T58" fmla="*/ 4 w 90"/>
                  <a:gd name="T59" fmla="*/ 50 h 100"/>
                  <a:gd name="T60" fmla="*/ 12 w 90"/>
                  <a:gd name="T61" fmla="*/ 44 h 100"/>
                  <a:gd name="T62" fmla="*/ 20 w 90"/>
                  <a:gd name="T63" fmla="*/ 44 h 100"/>
                  <a:gd name="T64" fmla="*/ 26 w 90"/>
                  <a:gd name="T65" fmla="*/ 32 h 100"/>
                  <a:gd name="T66" fmla="*/ 30 w 90"/>
                  <a:gd name="T67" fmla="*/ 28 h 100"/>
                  <a:gd name="T68" fmla="*/ 34 w 90"/>
                  <a:gd name="T69" fmla="*/ 24 h 100"/>
                  <a:gd name="T70" fmla="*/ 38 w 90"/>
                  <a:gd name="T71" fmla="*/ 24 h 100"/>
                  <a:gd name="T72" fmla="*/ 48 w 90"/>
                  <a:gd name="T73" fmla="*/ 28 h 100"/>
                  <a:gd name="T74" fmla="*/ 52 w 90"/>
                  <a:gd name="T75" fmla="*/ 28 h 100"/>
                  <a:gd name="T76" fmla="*/ 56 w 90"/>
                  <a:gd name="T77" fmla="*/ 24 h 100"/>
                  <a:gd name="T78" fmla="*/ 56 w 90"/>
                  <a:gd name="T79" fmla="*/ 16 h 100"/>
                  <a:gd name="T80" fmla="*/ 60 w 90"/>
                  <a:gd name="T81" fmla="*/ 16 h 100"/>
                  <a:gd name="T82" fmla="*/ 68 w 90"/>
                  <a:gd name="T83" fmla="*/ 16 h 100"/>
                  <a:gd name="T84" fmla="*/ 72 w 90"/>
                  <a:gd name="T85" fmla="*/ 10 h 100"/>
                  <a:gd name="T86" fmla="*/ 74 w 90"/>
                  <a:gd name="T87" fmla="*/ 6 h 100"/>
                  <a:gd name="T88" fmla="*/ 78 w 90"/>
                  <a:gd name="T89" fmla="*/ 0 h 100"/>
                  <a:gd name="T90" fmla="*/ 82 w 90"/>
                  <a:gd name="T91" fmla="*/ 2 h 100"/>
                  <a:gd name="T92" fmla="*/ 90 w 90"/>
                  <a:gd name="T93" fmla="*/ 10 h 100"/>
                  <a:gd name="T94" fmla="*/ 90 w 90"/>
                  <a:gd name="T95" fmla="*/ 14 h 100"/>
                  <a:gd name="T96" fmla="*/ 82 w 90"/>
                  <a:gd name="T97" fmla="*/ 16 h 100"/>
                  <a:gd name="T98" fmla="*/ 74 w 90"/>
                  <a:gd name="T99" fmla="*/ 24 h 100"/>
                  <a:gd name="T100" fmla="*/ 74 w 90"/>
                  <a:gd name="T101" fmla="*/ 28 h 100"/>
                  <a:gd name="T102" fmla="*/ 74 w 90"/>
                  <a:gd name="T103" fmla="*/ 36 h 100"/>
                  <a:gd name="T104" fmla="*/ 74 w 90"/>
                  <a:gd name="T105" fmla="*/ 40 h 100"/>
                  <a:gd name="T106" fmla="*/ 68 w 90"/>
                  <a:gd name="T107" fmla="*/ 46 h 100"/>
                  <a:gd name="T108" fmla="*/ 64 w 90"/>
                  <a:gd name="T109" fmla="*/ 46 h 100"/>
                  <a:gd name="T110" fmla="*/ 52 w 90"/>
                  <a:gd name="T111" fmla="*/ 54 h 100"/>
                  <a:gd name="T112" fmla="*/ 48 w 90"/>
                  <a:gd name="T113" fmla="*/ 58 h 100"/>
                  <a:gd name="T114" fmla="*/ 46 w 90"/>
                  <a:gd name="T115" fmla="*/ 66 h 100"/>
                  <a:gd name="T116" fmla="*/ 46 w 90"/>
                  <a:gd name="T117"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0" h="100">
                    <a:moveTo>
                      <a:pt x="46" y="70"/>
                    </a:moveTo>
                    <a:lnTo>
                      <a:pt x="46" y="70"/>
                    </a:lnTo>
                    <a:lnTo>
                      <a:pt x="42" y="70"/>
                    </a:lnTo>
                    <a:lnTo>
                      <a:pt x="42" y="70"/>
                    </a:lnTo>
                    <a:lnTo>
                      <a:pt x="42" y="72"/>
                    </a:lnTo>
                    <a:lnTo>
                      <a:pt x="46" y="72"/>
                    </a:lnTo>
                    <a:lnTo>
                      <a:pt x="46" y="72"/>
                    </a:lnTo>
                    <a:lnTo>
                      <a:pt x="46" y="72"/>
                    </a:lnTo>
                    <a:lnTo>
                      <a:pt x="48" y="72"/>
                    </a:lnTo>
                    <a:lnTo>
                      <a:pt x="48" y="72"/>
                    </a:lnTo>
                    <a:lnTo>
                      <a:pt x="48" y="76"/>
                    </a:lnTo>
                    <a:lnTo>
                      <a:pt x="48" y="76"/>
                    </a:lnTo>
                    <a:lnTo>
                      <a:pt x="52" y="76"/>
                    </a:lnTo>
                    <a:lnTo>
                      <a:pt x="52" y="76"/>
                    </a:lnTo>
                    <a:lnTo>
                      <a:pt x="52" y="76"/>
                    </a:lnTo>
                    <a:lnTo>
                      <a:pt x="52" y="76"/>
                    </a:lnTo>
                    <a:lnTo>
                      <a:pt x="52" y="80"/>
                    </a:lnTo>
                    <a:lnTo>
                      <a:pt x="52" y="80"/>
                    </a:lnTo>
                    <a:lnTo>
                      <a:pt x="56" y="80"/>
                    </a:lnTo>
                    <a:lnTo>
                      <a:pt x="56" y="80"/>
                    </a:lnTo>
                    <a:lnTo>
                      <a:pt x="56" y="80"/>
                    </a:lnTo>
                    <a:lnTo>
                      <a:pt x="56" y="80"/>
                    </a:lnTo>
                    <a:lnTo>
                      <a:pt x="56" y="80"/>
                    </a:lnTo>
                    <a:lnTo>
                      <a:pt x="56" y="80"/>
                    </a:lnTo>
                    <a:lnTo>
                      <a:pt x="56" y="84"/>
                    </a:lnTo>
                    <a:lnTo>
                      <a:pt x="56" y="84"/>
                    </a:lnTo>
                    <a:lnTo>
                      <a:pt x="56" y="84"/>
                    </a:lnTo>
                    <a:lnTo>
                      <a:pt x="56" y="84"/>
                    </a:lnTo>
                    <a:lnTo>
                      <a:pt x="56" y="84"/>
                    </a:lnTo>
                    <a:lnTo>
                      <a:pt x="56" y="84"/>
                    </a:lnTo>
                    <a:lnTo>
                      <a:pt x="56" y="88"/>
                    </a:lnTo>
                    <a:lnTo>
                      <a:pt x="56" y="88"/>
                    </a:lnTo>
                    <a:lnTo>
                      <a:pt x="56" y="88"/>
                    </a:lnTo>
                    <a:lnTo>
                      <a:pt x="56" y="88"/>
                    </a:lnTo>
                    <a:lnTo>
                      <a:pt x="56" y="88"/>
                    </a:lnTo>
                    <a:lnTo>
                      <a:pt x="52" y="88"/>
                    </a:lnTo>
                    <a:lnTo>
                      <a:pt x="52" y="88"/>
                    </a:lnTo>
                    <a:lnTo>
                      <a:pt x="52" y="88"/>
                    </a:lnTo>
                    <a:lnTo>
                      <a:pt x="52" y="88"/>
                    </a:lnTo>
                    <a:lnTo>
                      <a:pt x="52" y="88"/>
                    </a:lnTo>
                    <a:lnTo>
                      <a:pt x="52" y="88"/>
                    </a:lnTo>
                    <a:lnTo>
                      <a:pt x="52" y="88"/>
                    </a:lnTo>
                    <a:lnTo>
                      <a:pt x="48" y="88"/>
                    </a:lnTo>
                    <a:lnTo>
                      <a:pt x="46" y="88"/>
                    </a:lnTo>
                    <a:lnTo>
                      <a:pt x="46" y="88"/>
                    </a:lnTo>
                    <a:lnTo>
                      <a:pt x="46" y="88"/>
                    </a:lnTo>
                    <a:lnTo>
                      <a:pt x="42" y="88"/>
                    </a:lnTo>
                    <a:lnTo>
                      <a:pt x="42" y="88"/>
                    </a:lnTo>
                    <a:lnTo>
                      <a:pt x="42" y="88"/>
                    </a:lnTo>
                    <a:lnTo>
                      <a:pt x="38" y="88"/>
                    </a:lnTo>
                    <a:lnTo>
                      <a:pt x="38" y="88"/>
                    </a:lnTo>
                    <a:lnTo>
                      <a:pt x="38" y="88"/>
                    </a:lnTo>
                    <a:lnTo>
                      <a:pt x="38" y="88"/>
                    </a:lnTo>
                    <a:lnTo>
                      <a:pt x="38" y="92"/>
                    </a:lnTo>
                    <a:lnTo>
                      <a:pt x="38" y="92"/>
                    </a:lnTo>
                    <a:lnTo>
                      <a:pt x="38" y="92"/>
                    </a:lnTo>
                    <a:lnTo>
                      <a:pt x="38" y="92"/>
                    </a:lnTo>
                    <a:lnTo>
                      <a:pt x="38" y="92"/>
                    </a:lnTo>
                    <a:lnTo>
                      <a:pt x="34" y="96"/>
                    </a:lnTo>
                    <a:lnTo>
                      <a:pt x="34" y="96"/>
                    </a:lnTo>
                    <a:lnTo>
                      <a:pt x="34" y="96"/>
                    </a:lnTo>
                    <a:lnTo>
                      <a:pt x="34" y="96"/>
                    </a:lnTo>
                    <a:lnTo>
                      <a:pt x="34" y="100"/>
                    </a:lnTo>
                    <a:lnTo>
                      <a:pt x="34" y="100"/>
                    </a:lnTo>
                    <a:lnTo>
                      <a:pt x="30" y="100"/>
                    </a:lnTo>
                    <a:lnTo>
                      <a:pt x="30" y="100"/>
                    </a:lnTo>
                    <a:lnTo>
                      <a:pt x="30" y="96"/>
                    </a:lnTo>
                    <a:lnTo>
                      <a:pt x="30" y="96"/>
                    </a:lnTo>
                    <a:lnTo>
                      <a:pt x="30" y="96"/>
                    </a:lnTo>
                    <a:lnTo>
                      <a:pt x="26" y="96"/>
                    </a:lnTo>
                    <a:lnTo>
                      <a:pt x="26" y="100"/>
                    </a:lnTo>
                    <a:lnTo>
                      <a:pt x="26" y="100"/>
                    </a:lnTo>
                    <a:lnTo>
                      <a:pt x="26" y="100"/>
                    </a:lnTo>
                    <a:lnTo>
                      <a:pt x="26" y="100"/>
                    </a:lnTo>
                    <a:lnTo>
                      <a:pt x="26" y="100"/>
                    </a:lnTo>
                    <a:lnTo>
                      <a:pt x="26" y="100"/>
                    </a:lnTo>
                    <a:lnTo>
                      <a:pt x="22" y="100"/>
                    </a:lnTo>
                    <a:lnTo>
                      <a:pt x="22" y="96"/>
                    </a:lnTo>
                    <a:lnTo>
                      <a:pt x="22" y="96"/>
                    </a:lnTo>
                    <a:lnTo>
                      <a:pt x="22" y="96"/>
                    </a:lnTo>
                    <a:lnTo>
                      <a:pt x="22" y="96"/>
                    </a:lnTo>
                    <a:lnTo>
                      <a:pt x="22" y="100"/>
                    </a:lnTo>
                    <a:lnTo>
                      <a:pt x="22" y="100"/>
                    </a:lnTo>
                    <a:lnTo>
                      <a:pt x="20" y="96"/>
                    </a:lnTo>
                    <a:lnTo>
                      <a:pt x="20" y="96"/>
                    </a:lnTo>
                    <a:lnTo>
                      <a:pt x="20" y="96"/>
                    </a:lnTo>
                    <a:lnTo>
                      <a:pt x="20" y="96"/>
                    </a:lnTo>
                    <a:lnTo>
                      <a:pt x="20" y="96"/>
                    </a:lnTo>
                    <a:lnTo>
                      <a:pt x="20" y="96"/>
                    </a:lnTo>
                    <a:lnTo>
                      <a:pt x="20" y="96"/>
                    </a:lnTo>
                    <a:lnTo>
                      <a:pt x="20" y="96"/>
                    </a:lnTo>
                    <a:lnTo>
                      <a:pt x="20" y="96"/>
                    </a:lnTo>
                    <a:lnTo>
                      <a:pt x="20" y="96"/>
                    </a:lnTo>
                    <a:lnTo>
                      <a:pt x="20" y="100"/>
                    </a:lnTo>
                    <a:lnTo>
                      <a:pt x="20" y="100"/>
                    </a:lnTo>
                    <a:lnTo>
                      <a:pt x="16" y="100"/>
                    </a:lnTo>
                    <a:lnTo>
                      <a:pt x="16" y="100"/>
                    </a:lnTo>
                    <a:lnTo>
                      <a:pt x="16" y="100"/>
                    </a:lnTo>
                    <a:lnTo>
                      <a:pt x="16" y="100"/>
                    </a:lnTo>
                    <a:lnTo>
                      <a:pt x="16" y="100"/>
                    </a:lnTo>
                    <a:lnTo>
                      <a:pt x="16" y="100"/>
                    </a:lnTo>
                    <a:lnTo>
                      <a:pt x="16" y="100"/>
                    </a:lnTo>
                    <a:lnTo>
                      <a:pt x="16" y="100"/>
                    </a:lnTo>
                    <a:lnTo>
                      <a:pt x="16" y="96"/>
                    </a:lnTo>
                    <a:lnTo>
                      <a:pt x="16" y="96"/>
                    </a:lnTo>
                    <a:lnTo>
                      <a:pt x="16" y="96"/>
                    </a:lnTo>
                    <a:lnTo>
                      <a:pt x="16" y="96"/>
                    </a:lnTo>
                    <a:lnTo>
                      <a:pt x="16" y="96"/>
                    </a:lnTo>
                    <a:lnTo>
                      <a:pt x="16" y="96"/>
                    </a:lnTo>
                    <a:lnTo>
                      <a:pt x="12" y="96"/>
                    </a:lnTo>
                    <a:lnTo>
                      <a:pt x="12" y="96"/>
                    </a:lnTo>
                    <a:lnTo>
                      <a:pt x="12" y="96"/>
                    </a:lnTo>
                    <a:lnTo>
                      <a:pt x="12" y="96"/>
                    </a:lnTo>
                    <a:lnTo>
                      <a:pt x="12" y="96"/>
                    </a:lnTo>
                    <a:lnTo>
                      <a:pt x="8" y="96"/>
                    </a:lnTo>
                    <a:lnTo>
                      <a:pt x="8" y="96"/>
                    </a:lnTo>
                    <a:lnTo>
                      <a:pt x="12" y="96"/>
                    </a:lnTo>
                    <a:lnTo>
                      <a:pt x="12" y="96"/>
                    </a:lnTo>
                    <a:lnTo>
                      <a:pt x="12" y="96"/>
                    </a:lnTo>
                    <a:lnTo>
                      <a:pt x="12" y="96"/>
                    </a:lnTo>
                    <a:lnTo>
                      <a:pt x="12" y="96"/>
                    </a:lnTo>
                    <a:lnTo>
                      <a:pt x="12" y="92"/>
                    </a:lnTo>
                    <a:lnTo>
                      <a:pt x="12" y="92"/>
                    </a:lnTo>
                    <a:lnTo>
                      <a:pt x="12" y="92"/>
                    </a:lnTo>
                    <a:lnTo>
                      <a:pt x="12" y="92"/>
                    </a:lnTo>
                    <a:lnTo>
                      <a:pt x="12" y="92"/>
                    </a:lnTo>
                    <a:lnTo>
                      <a:pt x="12" y="92"/>
                    </a:lnTo>
                    <a:lnTo>
                      <a:pt x="8" y="92"/>
                    </a:lnTo>
                    <a:lnTo>
                      <a:pt x="8" y="92"/>
                    </a:lnTo>
                    <a:lnTo>
                      <a:pt x="8" y="92"/>
                    </a:lnTo>
                    <a:lnTo>
                      <a:pt x="4" y="92"/>
                    </a:lnTo>
                    <a:lnTo>
                      <a:pt x="4" y="92"/>
                    </a:lnTo>
                    <a:lnTo>
                      <a:pt x="4" y="92"/>
                    </a:lnTo>
                    <a:lnTo>
                      <a:pt x="4" y="92"/>
                    </a:lnTo>
                    <a:lnTo>
                      <a:pt x="4" y="92"/>
                    </a:lnTo>
                    <a:lnTo>
                      <a:pt x="8" y="92"/>
                    </a:lnTo>
                    <a:lnTo>
                      <a:pt x="8" y="92"/>
                    </a:lnTo>
                    <a:lnTo>
                      <a:pt x="8" y="88"/>
                    </a:lnTo>
                    <a:lnTo>
                      <a:pt x="8" y="88"/>
                    </a:lnTo>
                    <a:lnTo>
                      <a:pt x="8" y="84"/>
                    </a:lnTo>
                    <a:lnTo>
                      <a:pt x="8" y="84"/>
                    </a:lnTo>
                    <a:lnTo>
                      <a:pt x="12" y="84"/>
                    </a:lnTo>
                    <a:lnTo>
                      <a:pt x="12" y="80"/>
                    </a:lnTo>
                    <a:lnTo>
                      <a:pt x="16" y="80"/>
                    </a:lnTo>
                    <a:lnTo>
                      <a:pt x="16" y="80"/>
                    </a:lnTo>
                    <a:lnTo>
                      <a:pt x="16" y="80"/>
                    </a:lnTo>
                    <a:lnTo>
                      <a:pt x="16" y="80"/>
                    </a:lnTo>
                    <a:lnTo>
                      <a:pt x="16" y="80"/>
                    </a:lnTo>
                    <a:lnTo>
                      <a:pt x="20" y="80"/>
                    </a:lnTo>
                    <a:lnTo>
                      <a:pt x="20" y="80"/>
                    </a:lnTo>
                    <a:lnTo>
                      <a:pt x="20" y="84"/>
                    </a:lnTo>
                    <a:lnTo>
                      <a:pt x="20" y="84"/>
                    </a:lnTo>
                    <a:lnTo>
                      <a:pt x="20" y="84"/>
                    </a:lnTo>
                    <a:lnTo>
                      <a:pt x="20" y="84"/>
                    </a:lnTo>
                    <a:lnTo>
                      <a:pt x="20" y="80"/>
                    </a:lnTo>
                    <a:lnTo>
                      <a:pt x="20" y="80"/>
                    </a:lnTo>
                    <a:lnTo>
                      <a:pt x="16" y="80"/>
                    </a:lnTo>
                    <a:lnTo>
                      <a:pt x="16" y="80"/>
                    </a:lnTo>
                    <a:lnTo>
                      <a:pt x="16" y="80"/>
                    </a:lnTo>
                    <a:lnTo>
                      <a:pt x="16" y="80"/>
                    </a:lnTo>
                    <a:lnTo>
                      <a:pt x="12" y="80"/>
                    </a:lnTo>
                    <a:lnTo>
                      <a:pt x="12" y="80"/>
                    </a:lnTo>
                    <a:lnTo>
                      <a:pt x="12" y="80"/>
                    </a:lnTo>
                    <a:lnTo>
                      <a:pt x="12" y="76"/>
                    </a:lnTo>
                    <a:lnTo>
                      <a:pt x="12" y="76"/>
                    </a:lnTo>
                    <a:lnTo>
                      <a:pt x="12" y="76"/>
                    </a:lnTo>
                    <a:lnTo>
                      <a:pt x="12" y="72"/>
                    </a:lnTo>
                    <a:lnTo>
                      <a:pt x="12" y="72"/>
                    </a:lnTo>
                    <a:lnTo>
                      <a:pt x="12" y="72"/>
                    </a:lnTo>
                    <a:lnTo>
                      <a:pt x="16" y="72"/>
                    </a:lnTo>
                    <a:lnTo>
                      <a:pt x="16" y="72"/>
                    </a:lnTo>
                    <a:lnTo>
                      <a:pt x="16" y="70"/>
                    </a:lnTo>
                    <a:lnTo>
                      <a:pt x="16" y="70"/>
                    </a:lnTo>
                    <a:lnTo>
                      <a:pt x="16" y="70"/>
                    </a:lnTo>
                    <a:lnTo>
                      <a:pt x="16" y="70"/>
                    </a:lnTo>
                    <a:lnTo>
                      <a:pt x="16" y="70"/>
                    </a:lnTo>
                    <a:lnTo>
                      <a:pt x="16" y="66"/>
                    </a:lnTo>
                    <a:lnTo>
                      <a:pt x="16" y="66"/>
                    </a:lnTo>
                    <a:lnTo>
                      <a:pt x="16" y="66"/>
                    </a:lnTo>
                    <a:lnTo>
                      <a:pt x="16" y="66"/>
                    </a:lnTo>
                    <a:lnTo>
                      <a:pt x="16" y="66"/>
                    </a:lnTo>
                    <a:lnTo>
                      <a:pt x="16" y="66"/>
                    </a:lnTo>
                    <a:lnTo>
                      <a:pt x="16" y="66"/>
                    </a:lnTo>
                    <a:lnTo>
                      <a:pt x="12" y="66"/>
                    </a:lnTo>
                    <a:lnTo>
                      <a:pt x="12" y="66"/>
                    </a:lnTo>
                    <a:lnTo>
                      <a:pt x="12" y="62"/>
                    </a:lnTo>
                    <a:lnTo>
                      <a:pt x="8" y="62"/>
                    </a:lnTo>
                    <a:lnTo>
                      <a:pt x="8" y="62"/>
                    </a:lnTo>
                    <a:lnTo>
                      <a:pt x="4" y="62"/>
                    </a:lnTo>
                    <a:lnTo>
                      <a:pt x="4" y="62"/>
                    </a:lnTo>
                    <a:lnTo>
                      <a:pt x="4" y="62"/>
                    </a:lnTo>
                    <a:lnTo>
                      <a:pt x="4" y="62"/>
                    </a:lnTo>
                    <a:lnTo>
                      <a:pt x="4" y="66"/>
                    </a:lnTo>
                    <a:lnTo>
                      <a:pt x="4" y="62"/>
                    </a:lnTo>
                    <a:lnTo>
                      <a:pt x="4" y="62"/>
                    </a:lnTo>
                    <a:lnTo>
                      <a:pt x="4" y="58"/>
                    </a:lnTo>
                    <a:lnTo>
                      <a:pt x="4" y="58"/>
                    </a:lnTo>
                    <a:lnTo>
                      <a:pt x="0" y="58"/>
                    </a:lnTo>
                    <a:lnTo>
                      <a:pt x="0" y="58"/>
                    </a:lnTo>
                    <a:lnTo>
                      <a:pt x="0" y="58"/>
                    </a:lnTo>
                    <a:lnTo>
                      <a:pt x="0" y="58"/>
                    </a:lnTo>
                    <a:lnTo>
                      <a:pt x="0" y="58"/>
                    </a:lnTo>
                    <a:lnTo>
                      <a:pt x="0" y="54"/>
                    </a:lnTo>
                    <a:lnTo>
                      <a:pt x="0" y="54"/>
                    </a:lnTo>
                    <a:lnTo>
                      <a:pt x="0" y="54"/>
                    </a:lnTo>
                    <a:lnTo>
                      <a:pt x="0" y="54"/>
                    </a:lnTo>
                    <a:lnTo>
                      <a:pt x="4" y="50"/>
                    </a:lnTo>
                    <a:lnTo>
                      <a:pt x="4" y="50"/>
                    </a:lnTo>
                    <a:lnTo>
                      <a:pt x="4" y="50"/>
                    </a:lnTo>
                    <a:lnTo>
                      <a:pt x="4" y="50"/>
                    </a:lnTo>
                    <a:lnTo>
                      <a:pt x="8" y="46"/>
                    </a:lnTo>
                    <a:lnTo>
                      <a:pt x="8" y="46"/>
                    </a:lnTo>
                    <a:lnTo>
                      <a:pt x="8" y="46"/>
                    </a:lnTo>
                    <a:lnTo>
                      <a:pt x="12" y="46"/>
                    </a:lnTo>
                    <a:lnTo>
                      <a:pt x="8" y="46"/>
                    </a:lnTo>
                    <a:lnTo>
                      <a:pt x="12" y="46"/>
                    </a:lnTo>
                    <a:lnTo>
                      <a:pt x="12" y="44"/>
                    </a:lnTo>
                    <a:lnTo>
                      <a:pt x="12" y="44"/>
                    </a:lnTo>
                    <a:lnTo>
                      <a:pt x="16" y="44"/>
                    </a:lnTo>
                    <a:lnTo>
                      <a:pt x="16" y="44"/>
                    </a:lnTo>
                    <a:lnTo>
                      <a:pt x="16" y="44"/>
                    </a:lnTo>
                    <a:lnTo>
                      <a:pt x="16" y="44"/>
                    </a:lnTo>
                    <a:lnTo>
                      <a:pt x="16" y="44"/>
                    </a:lnTo>
                    <a:lnTo>
                      <a:pt x="20" y="44"/>
                    </a:lnTo>
                    <a:lnTo>
                      <a:pt x="20" y="40"/>
                    </a:lnTo>
                    <a:lnTo>
                      <a:pt x="20" y="40"/>
                    </a:lnTo>
                    <a:lnTo>
                      <a:pt x="20" y="40"/>
                    </a:lnTo>
                    <a:lnTo>
                      <a:pt x="22" y="40"/>
                    </a:lnTo>
                    <a:lnTo>
                      <a:pt x="22" y="40"/>
                    </a:lnTo>
                    <a:lnTo>
                      <a:pt x="26" y="36"/>
                    </a:lnTo>
                    <a:lnTo>
                      <a:pt x="26" y="32"/>
                    </a:lnTo>
                    <a:lnTo>
                      <a:pt x="26" y="32"/>
                    </a:lnTo>
                    <a:lnTo>
                      <a:pt x="26" y="32"/>
                    </a:lnTo>
                    <a:lnTo>
                      <a:pt x="30" y="32"/>
                    </a:lnTo>
                    <a:lnTo>
                      <a:pt x="30" y="32"/>
                    </a:lnTo>
                    <a:lnTo>
                      <a:pt x="30" y="28"/>
                    </a:lnTo>
                    <a:lnTo>
                      <a:pt x="30" y="28"/>
                    </a:lnTo>
                    <a:lnTo>
                      <a:pt x="30" y="28"/>
                    </a:lnTo>
                    <a:lnTo>
                      <a:pt x="30" y="28"/>
                    </a:lnTo>
                    <a:lnTo>
                      <a:pt x="30" y="24"/>
                    </a:lnTo>
                    <a:lnTo>
                      <a:pt x="30" y="24"/>
                    </a:lnTo>
                    <a:lnTo>
                      <a:pt x="30" y="24"/>
                    </a:lnTo>
                    <a:lnTo>
                      <a:pt x="34" y="24"/>
                    </a:lnTo>
                    <a:lnTo>
                      <a:pt x="34" y="24"/>
                    </a:lnTo>
                    <a:lnTo>
                      <a:pt x="34" y="24"/>
                    </a:lnTo>
                    <a:lnTo>
                      <a:pt x="34" y="20"/>
                    </a:lnTo>
                    <a:lnTo>
                      <a:pt x="34" y="20"/>
                    </a:lnTo>
                    <a:lnTo>
                      <a:pt x="38" y="20"/>
                    </a:lnTo>
                    <a:lnTo>
                      <a:pt x="38" y="20"/>
                    </a:lnTo>
                    <a:lnTo>
                      <a:pt x="38" y="24"/>
                    </a:lnTo>
                    <a:lnTo>
                      <a:pt x="38" y="24"/>
                    </a:lnTo>
                    <a:lnTo>
                      <a:pt x="38" y="24"/>
                    </a:lnTo>
                    <a:lnTo>
                      <a:pt x="38" y="24"/>
                    </a:lnTo>
                    <a:lnTo>
                      <a:pt x="38" y="24"/>
                    </a:lnTo>
                    <a:lnTo>
                      <a:pt x="42" y="24"/>
                    </a:lnTo>
                    <a:lnTo>
                      <a:pt x="42" y="28"/>
                    </a:lnTo>
                    <a:lnTo>
                      <a:pt x="46" y="28"/>
                    </a:lnTo>
                    <a:lnTo>
                      <a:pt x="48" y="28"/>
                    </a:lnTo>
                    <a:lnTo>
                      <a:pt x="48" y="28"/>
                    </a:lnTo>
                    <a:lnTo>
                      <a:pt x="48" y="28"/>
                    </a:lnTo>
                    <a:lnTo>
                      <a:pt x="48" y="28"/>
                    </a:lnTo>
                    <a:lnTo>
                      <a:pt x="52" y="28"/>
                    </a:lnTo>
                    <a:lnTo>
                      <a:pt x="52" y="28"/>
                    </a:lnTo>
                    <a:lnTo>
                      <a:pt x="52" y="28"/>
                    </a:lnTo>
                    <a:lnTo>
                      <a:pt x="52" y="28"/>
                    </a:lnTo>
                    <a:lnTo>
                      <a:pt x="52" y="28"/>
                    </a:lnTo>
                    <a:lnTo>
                      <a:pt x="56" y="28"/>
                    </a:lnTo>
                    <a:lnTo>
                      <a:pt x="56" y="24"/>
                    </a:lnTo>
                    <a:lnTo>
                      <a:pt x="56" y="24"/>
                    </a:lnTo>
                    <a:lnTo>
                      <a:pt x="56" y="24"/>
                    </a:lnTo>
                    <a:lnTo>
                      <a:pt x="56" y="24"/>
                    </a:lnTo>
                    <a:lnTo>
                      <a:pt x="56" y="24"/>
                    </a:lnTo>
                    <a:lnTo>
                      <a:pt x="56" y="24"/>
                    </a:lnTo>
                    <a:lnTo>
                      <a:pt x="52" y="24"/>
                    </a:lnTo>
                    <a:lnTo>
                      <a:pt x="52" y="20"/>
                    </a:lnTo>
                    <a:lnTo>
                      <a:pt x="52" y="20"/>
                    </a:lnTo>
                    <a:lnTo>
                      <a:pt x="52" y="16"/>
                    </a:lnTo>
                    <a:lnTo>
                      <a:pt x="52" y="16"/>
                    </a:lnTo>
                    <a:lnTo>
                      <a:pt x="52" y="16"/>
                    </a:lnTo>
                    <a:lnTo>
                      <a:pt x="56" y="16"/>
                    </a:lnTo>
                    <a:lnTo>
                      <a:pt x="56" y="16"/>
                    </a:lnTo>
                    <a:lnTo>
                      <a:pt x="56" y="16"/>
                    </a:lnTo>
                    <a:lnTo>
                      <a:pt x="56" y="16"/>
                    </a:lnTo>
                    <a:lnTo>
                      <a:pt x="56" y="16"/>
                    </a:lnTo>
                    <a:lnTo>
                      <a:pt x="60" y="16"/>
                    </a:lnTo>
                    <a:lnTo>
                      <a:pt x="60" y="16"/>
                    </a:lnTo>
                    <a:lnTo>
                      <a:pt x="60" y="16"/>
                    </a:lnTo>
                    <a:lnTo>
                      <a:pt x="60" y="16"/>
                    </a:lnTo>
                    <a:lnTo>
                      <a:pt x="64" y="16"/>
                    </a:lnTo>
                    <a:lnTo>
                      <a:pt x="64" y="16"/>
                    </a:lnTo>
                    <a:lnTo>
                      <a:pt x="64" y="16"/>
                    </a:lnTo>
                    <a:lnTo>
                      <a:pt x="64" y="16"/>
                    </a:lnTo>
                    <a:lnTo>
                      <a:pt x="64" y="16"/>
                    </a:lnTo>
                    <a:lnTo>
                      <a:pt x="68" y="16"/>
                    </a:lnTo>
                    <a:lnTo>
                      <a:pt x="68" y="16"/>
                    </a:lnTo>
                    <a:lnTo>
                      <a:pt x="68" y="14"/>
                    </a:lnTo>
                    <a:lnTo>
                      <a:pt x="68" y="14"/>
                    </a:lnTo>
                    <a:lnTo>
                      <a:pt x="68" y="14"/>
                    </a:lnTo>
                    <a:lnTo>
                      <a:pt x="68" y="14"/>
                    </a:lnTo>
                    <a:lnTo>
                      <a:pt x="68" y="10"/>
                    </a:lnTo>
                    <a:lnTo>
                      <a:pt x="72" y="10"/>
                    </a:lnTo>
                    <a:lnTo>
                      <a:pt x="72" y="10"/>
                    </a:lnTo>
                    <a:lnTo>
                      <a:pt x="72" y="10"/>
                    </a:lnTo>
                    <a:lnTo>
                      <a:pt x="74" y="10"/>
                    </a:lnTo>
                    <a:lnTo>
                      <a:pt x="74" y="10"/>
                    </a:lnTo>
                    <a:lnTo>
                      <a:pt x="74" y="6"/>
                    </a:lnTo>
                    <a:lnTo>
                      <a:pt x="74" y="6"/>
                    </a:lnTo>
                    <a:lnTo>
                      <a:pt x="74" y="6"/>
                    </a:lnTo>
                    <a:lnTo>
                      <a:pt x="74" y="2"/>
                    </a:lnTo>
                    <a:lnTo>
                      <a:pt x="78" y="2"/>
                    </a:lnTo>
                    <a:lnTo>
                      <a:pt x="78" y="0"/>
                    </a:lnTo>
                    <a:lnTo>
                      <a:pt x="78" y="0"/>
                    </a:lnTo>
                    <a:lnTo>
                      <a:pt x="78" y="0"/>
                    </a:lnTo>
                    <a:lnTo>
                      <a:pt x="78" y="0"/>
                    </a:lnTo>
                    <a:lnTo>
                      <a:pt x="78" y="0"/>
                    </a:lnTo>
                    <a:lnTo>
                      <a:pt x="78" y="0"/>
                    </a:lnTo>
                    <a:lnTo>
                      <a:pt x="82" y="0"/>
                    </a:lnTo>
                    <a:lnTo>
                      <a:pt x="82" y="0"/>
                    </a:lnTo>
                    <a:lnTo>
                      <a:pt x="82" y="2"/>
                    </a:lnTo>
                    <a:lnTo>
                      <a:pt x="82" y="2"/>
                    </a:lnTo>
                    <a:lnTo>
                      <a:pt x="82" y="2"/>
                    </a:lnTo>
                    <a:lnTo>
                      <a:pt x="82" y="2"/>
                    </a:lnTo>
                    <a:lnTo>
                      <a:pt x="86" y="6"/>
                    </a:lnTo>
                    <a:lnTo>
                      <a:pt x="86" y="6"/>
                    </a:lnTo>
                    <a:lnTo>
                      <a:pt x="86" y="6"/>
                    </a:lnTo>
                    <a:lnTo>
                      <a:pt x="86" y="6"/>
                    </a:lnTo>
                    <a:lnTo>
                      <a:pt x="86" y="10"/>
                    </a:lnTo>
                    <a:lnTo>
                      <a:pt x="90" y="10"/>
                    </a:lnTo>
                    <a:lnTo>
                      <a:pt x="90" y="10"/>
                    </a:lnTo>
                    <a:lnTo>
                      <a:pt x="90" y="10"/>
                    </a:lnTo>
                    <a:lnTo>
                      <a:pt x="90" y="10"/>
                    </a:lnTo>
                    <a:lnTo>
                      <a:pt x="90" y="10"/>
                    </a:lnTo>
                    <a:lnTo>
                      <a:pt x="90" y="10"/>
                    </a:lnTo>
                    <a:lnTo>
                      <a:pt x="90" y="10"/>
                    </a:lnTo>
                    <a:lnTo>
                      <a:pt x="90" y="14"/>
                    </a:lnTo>
                    <a:lnTo>
                      <a:pt x="90" y="14"/>
                    </a:lnTo>
                    <a:lnTo>
                      <a:pt x="90" y="14"/>
                    </a:lnTo>
                    <a:lnTo>
                      <a:pt x="90" y="10"/>
                    </a:lnTo>
                    <a:lnTo>
                      <a:pt x="86" y="10"/>
                    </a:lnTo>
                    <a:lnTo>
                      <a:pt x="86" y="10"/>
                    </a:lnTo>
                    <a:lnTo>
                      <a:pt x="86" y="10"/>
                    </a:lnTo>
                    <a:lnTo>
                      <a:pt x="82" y="14"/>
                    </a:lnTo>
                    <a:lnTo>
                      <a:pt x="82" y="16"/>
                    </a:lnTo>
                    <a:lnTo>
                      <a:pt x="78" y="16"/>
                    </a:lnTo>
                    <a:lnTo>
                      <a:pt x="78" y="20"/>
                    </a:lnTo>
                    <a:lnTo>
                      <a:pt x="78" y="20"/>
                    </a:lnTo>
                    <a:lnTo>
                      <a:pt x="78" y="20"/>
                    </a:lnTo>
                    <a:lnTo>
                      <a:pt x="78" y="20"/>
                    </a:lnTo>
                    <a:lnTo>
                      <a:pt x="74" y="20"/>
                    </a:lnTo>
                    <a:lnTo>
                      <a:pt x="74" y="24"/>
                    </a:lnTo>
                    <a:lnTo>
                      <a:pt x="74" y="24"/>
                    </a:lnTo>
                    <a:lnTo>
                      <a:pt x="74" y="24"/>
                    </a:lnTo>
                    <a:lnTo>
                      <a:pt x="74" y="24"/>
                    </a:lnTo>
                    <a:lnTo>
                      <a:pt x="74" y="28"/>
                    </a:lnTo>
                    <a:lnTo>
                      <a:pt x="74" y="28"/>
                    </a:lnTo>
                    <a:lnTo>
                      <a:pt x="74" y="28"/>
                    </a:lnTo>
                    <a:lnTo>
                      <a:pt x="74" y="28"/>
                    </a:lnTo>
                    <a:lnTo>
                      <a:pt x="74" y="28"/>
                    </a:lnTo>
                    <a:lnTo>
                      <a:pt x="78" y="28"/>
                    </a:lnTo>
                    <a:lnTo>
                      <a:pt x="78" y="32"/>
                    </a:lnTo>
                    <a:lnTo>
                      <a:pt x="74" y="32"/>
                    </a:lnTo>
                    <a:lnTo>
                      <a:pt x="74" y="32"/>
                    </a:lnTo>
                    <a:lnTo>
                      <a:pt x="74" y="32"/>
                    </a:lnTo>
                    <a:lnTo>
                      <a:pt x="74" y="36"/>
                    </a:lnTo>
                    <a:lnTo>
                      <a:pt x="74" y="36"/>
                    </a:lnTo>
                    <a:lnTo>
                      <a:pt x="74" y="36"/>
                    </a:lnTo>
                    <a:lnTo>
                      <a:pt x="74" y="36"/>
                    </a:lnTo>
                    <a:lnTo>
                      <a:pt x="74" y="40"/>
                    </a:lnTo>
                    <a:lnTo>
                      <a:pt x="74" y="40"/>
                    </a:lnTo>
                    <a:lnTo>
                      <a:pt x="74" y="40"/>
                    </a:lnTo>
                    <a:lnTo>
                      <a:pt x="74" y="40"/>
                    </a:lnTo>
                    <a:lnTo>
                      <a:pt x="74" y="40"/>
                    </a:lnTo>
                    <a:lnTo>
                      <a:pt x="74" y="40"/>
                    </a:lnTo>
                    <a:lnTo>
                      <a:pt x="68" y="44"/>
                    </a:lnTo>
                    <a:lnTo>
                      <a:pt x="68" y="44"/>
                    </a:lnTo>
                    <a:lnTo>
                      <a:pt x="68" y="46"/>
                    </a:lnTo>
                    <a:lnTo>
                      <a:pt x="68" y="46"/>
                    </a:lnTo>
                    <a:lnTo>
                      <a:pt x="68" y="46"/>
                    </a:lnTo>
                    <a:lnTo>
                      <a:pt x="68" y="46"/>
                    </a:lnTo>
                    <a:lnTo>
                      <a:pt x="68" y="46"/>
                    </a:lnTo>
                    <a:lnTo>
                      <a:pt x="68" y="46"/>
                    </a:lnTo>
                    <a:lnTo>
                      <a:pt x="64" y="46"/>
                    </a:lnTo>
                    <a:lnTo>
                      <a:pt x="64" y="46"/>
                    </a:lnTo>
                    <a:lnTo>
                      <a:pt x="64" y="46"/>
                    </a:lnTo>
                    <a:lnTo>
                      <a:pt x="64" y="46"/>
                    </a:lnTo>
                    <a:lnTo>
                      <a:pt x="64" y="50"/>
                    </a:lnTo>
                    <a:lnTo>
                      <a:pt x="64" y="50"/>
                    </a:lnTo>
                    <a:lnTo>
                      <a:pt x="64" y="50"/>
                    </a:lnTo>
                    <a:lnTo>
                      <a:pt x="60" y="50"/>
                    </a:lnTo>
                    <a:lnTo>
                      <a:pt x="60" y="54"/>
                    </a:lnTo>
                    <a:lnTo>
                      <a:pt x="56" y="54"/>
                    </a:lnTo>
                    <a:lnTo>
                      <a:pt x="52" y="54"/>
                    </a:lnTo>
                    <a:lnTo>
                      <a:pt x="52" y="54"/>
                    </a:lnTo>
                    <a:lnTo>
                      <a:pt x="52" y="54"/>
                    </a:lnTo>
                    <a:lnTo>
                      <a:pt x="52" y="54"/>
                    </a:lnTo>
                    <a:lnTo>
                      <a:pt x="52" y="54"/>
                    </a:lnTo>
                    <a:lnTo>
                      <a:pt x="48" y="58"/>
                    </a:lnTo>
                    <a:lnTo>
                      <a:pt x="48" y="58"/>
                    </a:lnTo>
                    <a:lnTo>
                      <a:pt x="48" y="58"/>
                    </a:lnTo>
                    <a:lnTo>
                      <a:pt x="48" y="58"/>
                    </a:lnTo>
                    <a:lnTo>
                      <a:pt x="46" y="58"/>
                    </a:lnTo>
                    <a:lnTo>
                      <a:pt x="46" y="62"/>
                    </a:lnTo>
                    <a:lnTo>
                      <a:pt x="46" y="62"/>
                    </a:lnTo>
                    <a:lnTo>
                      <a:pt x="46" y="62"/>
                    </a:lnTo>
                    <a:lnTo>
                      <a:pt x="46" y="62"/>
                    </a:lnTo>
                    <a:lnTo>
                      <a:pt x="46" y="66"/>
                    </a:lnTo>
                    <a:lnTo>
                      <a:pt x="46" y="66"/>
                    </a:lnTo>
                    <a:lnTo>
                      <a:pt x="46" y="70"/>
                    </a:lnTo>
                    <a:lnTo>
                      <a:pt x="46" y="70"/>
                    </a:lnTo>
                    <a:lnTo>
                      <a:pt x="46" y="70"/>
                    </a:lnTo>
                    <a:lnTo>
                      <a:pt x="46" y="70"/>
                    </a:lnTo>
                    <a:lnTo>
                      <a:pt x="46" y="70"/>
                    </a:lnTo>
                    <a:lnTo>
                      <a:pt x="46" y="70"/>
                    </a:lnTo>
                    <a:lnTo>
                      <a:pt x="46" y="66"/>
                    </a:lnTo>
                    <a:lnTo>
                      <a:pt x="46" y="66"/>
                    </a:lnTo>
                    <a:lnTo>
                      <a:pt x="46" y="70"/>
                    </a:lnTo>
                    <a:lnTo>
                      <a:pt x="46" y="70"/>
                    </a:lnTo>
                    <a:lnTo>
                      <a:pt x="46"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1" name="Freeform 45"/>
              <p:cNvSpPr>
                <a:spLocks noEditPoints="1"/>
              </p:cNvSpPr>
              <p:nvPr/>
            </p:nvSpPr>
            <p:spPr bwMode="gray">
              <a:xfrm>
                <a:off x="6076574" y="3726591"/>
                <a:ext cx="194798" cy="299153"/>
              </a:xfrm>
              <a:custGeom>
                <a:avLst/>
                <a:gdLst>
                  <a:gd name="T0" fmla="*/ 62 w 112"/>
                  <a:gd name="T1" fmla="*/ 0 h 172"/>
                  <a:gd name="T2" fmla="*/ 62 w 112"/>
                  <a:gd name="T3" fmla="*/ 8 h 172"/>
                  <a:gd name="T4" fmla="*/ 60 w 112"/>
                  <a:gd name="T5" fmla="*/ 12 h 172"/>
                  <a:gd name="T6" fmla="*/ 60 w 112"/>
                  <a:gd name="T7" fmla="*/ 4 h 172"/>
                  <a:gd name="T8" fmla="*/ 60 w 112"/>
                  <a:gd name="T9" fmla="*/ 0 h 172"/>
                  <a:gd name="T10" fmla="*/ 62 w 112"/>
                  <a:gd name="T11" fmla="*/ 0 h 172"/>
                  <a:gd name="T12" fmla="*/ 48 w 112"/>
                  <a:gd name="T13" fmla="*/ 90 h 172"/>
                  <a:gd name="T14" fmla="*/ 48 w 112"/>
                  <a:gd name="T15" fmla="*/ 60 h 172"/>
                  <a:gd name="T16" fmla="*/ 48 w 112"/>
                  <a:gd name="T17" fmla="*/ 52 h 172"/>
                  <a:gd name="T18" fmla="*/ 52 w 112"/>
                  <a:gd name="T19" fmla="*/ 42 h 172"/>
                  <a:gd name="T20" fmla="*/ 56 w 112"/>
                  <a:gd name="T21" fmla="*/ 38 h 172"/>
                  <a:gd name="T22" fmla="*/ 56 w 112"/>
                  <a:gd name="T23" fmla="*/ 30 h 172"/>
                  <a:gd name="T24" fmla="*/ 56 w 112"/>
                  <a:gd name="T25" fmla="*/ 26 h 172"/>
                  <a:gd name="T26" fmla="*/ 60 w 112"/>
                  <a:gd name="T27" fmla="*/ 22 h 172"/>
                  <a:gd name="T28" fmla="*/ 60 w 112"/>
                  <a:gd name="T29" fmla="*/ 26 h 172"/>
                  <a:gd name="T30" fmla="*/ 62 w 112"/>
                  <a:gd name="T31" fmla="*/ 26 h 172"/>
                  <a:gd name="T32" fmla="*/ 62 w 112"/>
                  <a:gd name="T33" fmla="*/ 22 h 172"/>
                  <a:gd name="T34" fmla="*/ 66 w 112"/>
                  <a:gd name="T35" fmla="*/ 30 h 172"/>
                  <a:gd name="T36" fmla="*/ 70 w 112"/>
                  <a:gd name="T37" fmla="*/ 38 h 172"/>
                  <a:gd name="T38" fmla="*/ 74 w 112"/>
                  <a:gd name="T39" fmla="*/ 42 h 172"/>
                  <a:gd name="T40" fmla="*/ 86 w 112"/>
                  <a:gd name="T41" fmla="*/ 44 h 172"/>
                  <a:gd name="T42" fmla="*/ 88 w 112"/>
                  <a:gd name="T43" fmla="*/ 48 h 172"/>
                  <a:gd name="T44" fmla="*/ 92 w 112"/>
                  <a:gd name="T45" fmla="*/ 48 h 172"/>
                  <a:gd name="T46" fmla="*/ 100 w 112"/>
                  <a:gd name="T47" fmla="*/ 56 h 172"/>
                  <a:gd name="T48" fmla="*/ 104 w 112"/>
                  <a:gd name="T49" fmla="*/ 60 h 172"/>
                  <a:gd name="T50" fmla="*/ 108 w 112"/>
                  <a:gd name="T51" fmla="*/ 68 h 172"/>
                  <a:gd name="T52" fmla="*/ 112 w 112"/>
                  <a:gd name="T53" fmla="*/ 72 h 172"/>
                  <a:gd name="T54" fmla="*/ 108 w 112"/>
                  <a:gd name="T55" fmla="*/ 78 h 172"/>
                  <a:gd name="T56" fmla="*/ 104 w 112"/>
                  <a:gd name="T57" fmla="*/ 86 h 172"/>
                  <a:gd name="T58" fmla="*/ 96 w 112"/>
                  <a:gd name="T59" fmla="*/ 94 h 172"/>
                  <a:gd name="T60" fmla="*/ 92 w 112"/>
                  <a:gd name="T61" fmla="*/ 102 h 172"/>
                  <a:gd name="T62" fmla="*/ 88 w 112"/>
                  <a:gd name="T63" fmla="*/ 104 h 172"/>
                  <a:gd name="T64" fmla="*/ 88 w 112"/>
                  <a:gd name="T65" fmla="*/ 102 h 172"/>
                  <a:gd name="T66" fmla="*/ 86 w 112"/>
                  <a:gd name="T67" fmla="*/ 108 h 172"/>
                  <a:gd name="T68" fmla="*/ 82 w 112"/>
                  <a:gd name="T69" fmla="*/ 116 h 172"/>
                  <a:gd name="T70" fmla="*/ 82 w 112"/>
                  <a:gd name="T71" fmla="*/ 122 h 172"/>
                  <a:gd name="T72" fmla="*/ 82 w 112"/>
                  <a:gd name="T73" fmla="*/ 130 h 172"/>
                  <a:gd name="T74" fmla="*/ 74 w 112"/>
                  <a:gd name="T75" fmla="*/ 130 h 172"/>
                  <a:gd name="T76" fmla="*/ 70 w 112"/>
                  <a:gd name="T77" fmla="*/ 134 h 172"/>
                  <a:gd name="T78" fmla="*/ 66 w 112"/>
                  <a:gd name="T79" fmla="*/ 142 h 172"/>
                  <a:gd name="T80" fmla="*/ 62 w 112"/>
                  <a:gd name="T81" fmla="*/ 144 h 172"/>
                  <a:gd name="T82" fmla="*/ 60 w 112"/>
                  <a:gd name="T83" fmla="*/ 148 h 172"/>
                  <a:gd name="T84" fmla="*/ 52 w 112"/>
                  <a:gd name="T85" fmla="*/ 148 h 172"/>
                  <a:gd name="T86" fmla="*/ 48 w 112"/>
                  <a:gd name="T87" fmla="*/ 152 h 172"/>
                  <a:gd name="T88" fmla="*/ 48 w 112"/>
                  <a:gd name="T89" fmla="*/ 156 h 172"/>
                  <a:gd name="T90" fmla="*/ 44 w 112"/>
                  <a:gd name="T91" fmla="*/ 164 h 172"/>
                  <a:gd name="T92" fmla="*/ 36 w 112"/>
                  <a:gd name="T93" fmla="*/ 164 h 172"/>
                  <a:gd name="T94" fmla="*/ 30 w 112"/>
                  <a:gd name="T95" fmla="*/ 164 h 172"/>
                  <a:gd name="T96" fmla="*/ 22 w 112"/>
                  <a:gd name="T97" fmla="*/ 168 h 172"/>
                  <a:gd name="T98" fmla="*/ 10 w 112"/>
                  <a:gd name="T99" fmla="*/ 160 h 172"/>
                  <a:gd name="T100" fmla="*/ 96 w 112"/>
                  <a:gd name="T101" fmla="*/ 108 h 172"/>
                  <a:gd name="T102" fmla="*/ 96 w 112"/>
                  <a:gd name="T103" fmla="*/ 104 h 172"/>
                  <a:gd name="T104" fmla="*/ 96 w 112"/>
                  <a:gd name="T105" fmla="*/ 104 h 172"/>
                  <a:gd name="T106" fmla="*/ 100 w 112"/>
                  <a:gd name="T107" fmla="*/ 104 h 172"/>
                  <a:gd name="T108" fmla="*/ 96 w 112"/>
                  <a:gd name="T109" fmla="*/ 104 h 172"/>
                  <a:gd name="T110" fmla="*/ 96 w 112"/>
                  <a:gd name="T111" fmla="*/ 108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2" h="172">
                    <a:moveTo>
                      <a:pt x="62" y="0"/>
                    </a:moveTo>
                    <a:lnTo>
                      <a:pt x="62" y="0"/>
                    </a:lnTo>
                    <a:lnTo>
                      <a:pt x="62" y="0"/>
                    </a:lnTo>
                    <a:lnTo>
                      <a:pt x="62" y="0"/>
                    </a:lnTo>
                    <a:lnTo>
                      <a:pt x="62" y="4"/>
                    </a:lnTo>
                    <a:lnTo>
                      <a:pt x="62" y="0"/>
                    </a:lnTo>
                    <a:lnTo>
                      <a:pt x="62" y="0"/>
                    </a:lnTo>
                    <a:lnTo>
                      <a:pt x="62" y="4"/>
                    </a:lnTo>
                    <a:lnTo>
                      <a:pt x="62" y="4"/>
                    </a:lnTo>
                    <a:lnTo>
                      <a:pt x="62" y="4"/>
                    </a:lnTo>
                    <a:lnTo>
                      <a:pt x="62" y="4"/>
                    </a:lnTo>
                    <a:lnTo>
                      <a:pt x="62" y="8"/>
                    </a:lnTo>
                    <a:lnTo>
                      <a:pt x="62" y="8"/>
                    </a:lnTo>
                    <a:lnTo>
                      <a:pt x="62" y="8"/>
                    </a:lnTo>
                    <a:lnTo>
                      <a:pt x="62" y="8"/>
                    </a:lnTo>
                    <a:lnTo>
                      <a:pt x="62" y="8"/>
                    </a:lnTo>
                    <a:lnTo>
                      <a:pt x="62" y="12"/>
                    </a:lnTo>
                    <a:lnTo>
                      <a:pt x="62" y="12"/>
                    </a:lnTo>
                    <a:lnTo>
                      <a:pt x="62" y="12"/>
                    </a:lnTo>
                    <a:lnTo>
                      <a:pt x="62" y="12"/>
                    </a:lnTo>
                    <a:lnTo>
                      <a:pt x="60" y="12"/>
                    </a:lnTo>
                    <a:lnTo>
                      <a:pt x="60" y="12"/>
                    </a:lnTo>
                    <a:lnTo>
                      <a:pt x="60" y="12"/>
                    </a:lnTo>
                    <a:lnTo>
                      <a:pt x="60" y="12"/>
                    </a:lnTo>
                    <a:lnTo>
                      <a:pt x="60" y="12"/>
                    </a:lnTo>
                    <a:lnTo>
                      <a:pt x="60" y="8"/>
                    </a:lnTo>
                    <a:lnTo>
                      <a:pt x="60" y="8"/>
                    </a:lnTo>
                    <a:lnTo>
                      <a:pt x="60" y="4"/>
                    </a:lnTo>
                    <a:lnTo>
                      <a:pt x="60" y="4"/>
                    </a:lnTo>
                    <a:lnTo>
                      <a:pt x="60" y="4"/>
                    </a:lnTo>
                    <a:lnTo>
                      <a:pt x="60" y="4"/>
                    </a:lnTo>
                    <a:lnTo>
                      <a:pt x="60" y="4"/>
                    </a:lnTo>
                    <a:lnTo>
                      <a:pt x="60" y="0"/>
                    </a:lnTo>
                    <a:lnTo>
                      <a:pt x="60" y="0"/>
                    </a:lnTo>
                    <a:lnTo>
                      <a:pt x="60" y="0"/>
                    </a:lnTo>
                    <a:lnTo>
                      <a:pt x="62" y="0"/>
                    </a:lnTo>
                    <a:lnTo>
                      <a:pt x="62" y="0"/>
                    </a:lnTo>
                    <a:lnTo>
                      <a:pt x="62" y="0"/>
                    </a:lnTo>
                    <a:lnTo>
                      <a:pt x="62" y="0"/>
                    </a:lnTo>
                    <a:lnTo>
                      <a:pt x="62" y="0"/>
                    </a:lnTo>
                    <a:lnTo>
                      <a:pt x="62" y="0"/>
                    </a:lnTo>
                    <a:lnTo>
                      <a:pt x="62" y="0"/>
                    </a:lnTo>
                    <a:lnTo>
                      <a:pt x="62" y="0"/>
                    </a:lnTo>
                    <a:lnTo>
                      <a:pt x="62" y="0"/>
                    </a:lnTo>
                    <a:lnTo>
                      <a:pt x="62" y="0"/>
                    </a:lnTo>
                    <a:lnTo>
                      <a:pt x="62" y="0"/>
                    </a:lnTo>
                    <a:lnTo>
                      <a:pt x="62" y="0"/>
                    </a:lnTo>
                    <a:lnTo>
                      <a:pt x="62" y="0"/>
                    </a:lnTo>
                    <a:close/>
                    <a:moveTo>
                      <a:pt x="48" y="90"/>
                    </a:moveTo>
                    <a:lnTo>
                      <a:pt x="52" y="74"/>
                    </a:lnTo>
                    <a:lnTo>
                      <a:pt x="44" y="64"/>
                    </a:lnTo>
                    <a:lnTo>
                      <a:pt x="48" y="64"/>
                    </a:lnTo>
                    <a:lnTo>
                      <a:pt x="48" y="64"/>
                    </a:lnTo>
                    <a:lnTo>
                      <a:pt x="48" y="60"/>
                    </a:lnTo>
                    <a:lnTo>
                      <a:pt x="48" y="60"/>
                    </a:lnTo>
                    <a:lnTo>
                      <a:pt x="48" y="60"/>
                    </a:lnTo>
                    <a:lnTo>
                      <a:pt x="48" y="60"/>
                    </a:lnTo>
                    <a:lnTo>
                      <a:pt x="48" y="56"/>
                    </a:lnTo>
                    <a:lnTo>
                      <a:pt x="48" y="56"/>
                    </a:lnTo>
                    <a:lnTo>
                      <a:pt x="48" y="56"/>
                    </a:lnTo>
                    <a:lnTo>
                      <a:pt x="48" y="56"/>
                    </a:lnTo>
                    <a:lnTo>
                      <a:pt x="48" y="52"/>
                    </a:lnTo>
                    <a:lnTo>
                      <a:pt x="48" y="52"/>
                    </a:lnTo>
                    <a:lnTo>
                      <a:pt x="48" y="48"/>
                    </a:lnTo>
                    <a:lnTo>
                      <a:pt x="52" y="48"/>
                    </a:lnTo>
                    <a:lnTo>
                      <a:pt x="52" y="44"/>
                    </a:lnTo>
                    <a:lnTo>
                      <a:pt x="52" y="42"/>
                    </a:lnTo>
                    <a:lnTo>
                      <a:pt x="52" y="42"/>
                    </a:lnTo>
                    <a:lnTo>
                      <a:pt x="52" y="42"/>
                    </a:lnTo>
                    <a:lnTo>
                      <a:pt x="52" y="42"/>
                    </a:lnTo>
                    <a:lnTo>
                      <a:pt x="52" y="42"/>
                    </a:lnTo>
                    <a:lnTo>
                      <a:pt x="56" y="42"/>
                    </a:lnTo>
                    <a:lnTo>
                      <a:pt x="56" y="42"/>
                    </a:lnTo>
                    <a:lnTo>
                      <a:pt x="60" y="42"/>
                    </a:lnTo>
                    <a:lnTo>
                      <a:pt x="60" y="42"/>
                    </a:lnTo>
                    <a:lnTo>
                      <a:pt x="56" y="38"/>
                    </a:lnTo>
                    <a:lnTo>
                      <a:pt x="56" y="38"/>
                    </a:lnTo>
                    <a:lnTo>
                      <a:pt x="56" y="38"/>
                    </a:lnTo>
                    <a:lnTo>
                      <a:pt x="56" y="38"/>
                    </a:lnTo>
                    <a:lnTo>
                      <a:pt x="56" y="38"/>
                    </a:lnTo>
                    <a:lnTo>
                      <a:pt x="56" y="34"/>
                    </a:lnTo>
                    <a:lnTo>
                      <a:pt x="56" y="34"/>
                    </a:lnTo>
                    <a:lnTo>
                      <a:pt x="56" y="34"/>
                    </a:lnTo>
                    <a:lnTo>
                      <a:pt x="56" y="30"/>
                    </a:lnTo>
                    <a:lnTo>
                      <a:pt x="56" y="30"/>
                    </a:lnTo>
                    <a:lnTo>
                      <a:pt x="56" y="30"/>
                    </a:lnTo>
                    <a:lnTo>
                      <a:pt x="56" y="30"/>
                    </a:lnTo>
                    <a:lnTo>
                      <a:pt x="56" y="26"/>
                    </a:lnTo>
                    <a:lnTo>
                      <a:pt x="56" y="26"/>
                    </a:lnTo>
                    <a:lnTo>
                      <a:pt x="56" y="26"/>
                    </a:lnTo>
                    <a:lnTo>
                      <a:pt x="56" y="26"/>
                    </a:lnTo>
                    <a:lnTo>
                      <a:pt x="56" y="22"/>
                    </a:lnTo>
                    <a:lnTo>
                      <a:pt x="56" y="22"/>
                    </a:lnTo>
                    <a:lnTo>
                      <a:pt x="56" y="22"/>
                    </a:lnTo>
                    <a:lnTo>
                      <a:pt x="56" y="22"/>
                    </a:lnTo>
                    <a:lnTo>
                      <a:pt x="56" y="22"/>
                    </a:lnTo>
                    <a:lnTo>
                      <a:pt x="60" y="22"/>
                    </a:lnTo>
                    <a:lnTo>
                      <a:pt x="60" y="22"/>
                    </a:lnTo>
                    <a:lnTo>
                      <a:pt x="60" y="22"/>
                    </a:lnTo>
                    <a:lnTo>
                      <a:pt x="60" y="26"/>
                    </a:lnTo>
                    <a:lnTo>
                      <a:pt x="60" y="26"/>
                    </a:lnTo>
                    <a:lnTo>
                      <a:pt x="60" y="26"/>
                    </a:lnTo>
                    <a:lnTo>
                      <a:pt x="56" y="26"/>
                    </a:lnTo>
                    <a:lnTo>
                      <a:pt x="60" y="26"/>
                    </a:lnTo>
                    <a:lnTo>
                      <a:pt x="60" y="26"/>
                    </a:lnTo>
                    <a:lnTo>
                      <a:pt x="60" y="26"/>
                    </a:lnTo>
                    <a:lnTo>
                      <a:pt x="60" y="26"/>
                    </a:lnTo>
                    <a:lnTo>
                      <a:pt x="60" y="26"/>
                    </a:lnTo>
                    <a:lnTo>
                      <a:pt x="60" y="26"/>
                    </a:lnTo>
                    <a:lnTo>
                      <a:pt x="60" y="26"/>
                    </a:lnTo>
                    <a:lnTo>
                      <a:pt x="62" y="26"/>
                    </a:lnTo>
                    <a:lnTo>
                      <a:pt x="62" y="26"/>
                    </a:lnTo>
                    <a:lnTo>
                      <a:pt x="62" y="26"/>
                    </a:lnTo>
                    <a:lnTo>
                      <a:pt x="62" y="26"/>
                    </a:lnTo>
                    <a:lnTo>
                      <a:pt x="62" y="26"/>
                    </a:lnTo>
                    <a:lnTo>
                      <a:pt x="62" y="26"/>
                    </a:lnTo>
                    <a:lnTo>
                      <a:pt x="62" y="22"/>
                    </a:lnTo>
                    <a:lnTo>
                      <a:pt x="62" y="22"/>
                    </a:lnTo>
                    <a:lnTo>
                      <a:pt x="62" y="22"/>
                    </a:lnTo>
                    <a:lnTo>
                      <a:pt x="62" y="22"/>
                    </a:lnTo>
                    <a:lnTo>
                      <a:pt x="62" y="22"/>
                    </a:lnTo>
                    <a:lnTo>
                      <a:pt x="62" y="22"/>
                    </a:lnTo>
                    <a:lnTo>
                      <a:pt x="62" y="26"/>
                    </a:lnTo>
                    <a:lnTo>
                      <a:pt x="62" y="30"/>
                    </a:lnTo>
                    <a:lnTo>
                      <a:pt x="66" y="30"/>
                    </a:lnTo>
                    <a:lnTo>
                      <a:pt x="66" y="30"/>
                    </a:lnTo>
                    <a:lnTo>
                      <a:pt x="66" y="34"/>
                    </a:lnTo>
                    <a:lnTo>
                      <a:pt x="66" y="34"/>
                    </a:lnTo>
                    <a:lnTo>
                      <a:pt x="66" y="34"/>
                    </a:lnTo>
                    <a:lnTo>
                      <a:pt x="66" y="34"/>
                    </a:lnTo>
                    <a:lnTo>
                      <a:pt x="66" y="34"/>
                    </a:lnTo>
                    <a:lnTo>
                      <a:pt x="70" y="34"/>
                    </a:lnTo>
                    <a:lnTo>
                      <a:pt x="70" y="38"/>
                    </a:lnTo>
                    <a:lnTo>
                      <a:pt x="70" y="38"/>
                    </a:lnTo>
                    <a:lnTo>
                      <a:pt x="70" y="38"/>
                    </a:lnTo>
                    <a:lnTo>
                      <a:pt x="70" y="38"/>
                    </a:lnTo>
                    <a:lnTo>
                      <a:pt x="70" y="42"/>
                    </a:lnTo>
                    <a:lnTo>
                      <a:pt x="74" y="42"/>
                    </a:lnTo>
                    <a:lnTo>
                      <a:pt x="74" y="42"/>
                    </a:lnTo>
                    <a:lnTo>
                      <a:pt x="74" y="42"/>
                    </a:lnTo>
                    <a:lnTo>
                      <a:pt x="78" y="44"/>
                    </a:lnTo>
                    <a:lnTo>
                      <a:pt x="82" y="44"/>
                    </a:lnTo>
                    <a:lnTo>
                      <a:pt x="86" y="44"/>
                    </a:lnTo>
                    <a:lnTo>
                      <a:pt x="86" y="44"/>
                    </a:lnTo>
                    <a:lnTo>
                      <a:pt x="86" y="44"/>
                    </a:lnTo>
                    <a:lnTo>
                      <a:pt x="86" y="44"/>
                    </a:lnTo>
                    <a:lnTo>
                      <a:pt x="86" y="44"/>
                    </a:lnTo>
                    <a:lnTo>
                      <a:pt x="86" y="44"/>
                    </a:lnTo>
                    <a:lnTo>
                      <a:pt x="86" y="44"/>
                    </a:lnTo>
                    <a:lnTo>
                      <a:pt x="86" y="44"/>
                    </a:lnTo>
                    <a:lnTo>
                      <a:pt x="88" y="44"/>
                    </a:lnTo>
                    <a:lnTo>
                      <a:pt x="88" y="44"/>
                    </a:lnTo>
                    <a:lnTo>
                      <a:pt x="88" y="44"/>
                    </a:lnTo>
                    <a:lnTo>
                      <a:pt x="88" y="48"/>
                    </a:lnTo>
                    <a:lnTo>
                      <a:pt x="88" y="48"/>
                    </a:lnTo>
                    <a:lnTo>
                      <a:pt x="88" y="48"/>
                    </a:lnTo>
                    <a:lnTo>
                      <a:pt x="88" y="48"/>
                    </a:lnTo>
                    <a:lnTo>
                      <a:pt x="92" y="48"/>
                    </a:lnTo>
                    <a:lnTo>
                      <a:pt x="92" y="48"/>
                    </a:lnTo>
                    <a:lnTo>
                      <a:pt x="92" y="48"/>
                    </a:lnTo>
                    <a:lnTo>
                      <a:pt x="92" y="48"/>
                    </a:lnTo>
                    <a:lnTo>
                      <a:pt x="92" y="48"/>
                    </a:lnTo>
                    <a:lnTo>
                      <a:pt x="92" y="48"/>
                    </a:lnTo>
                    <a:lnTo>
                      <a:pt x="96" y="48"/>
                    </a:lnTo>
                    <a:lnTo>
                      <a:pt x="96" y="52"/>
                    </a:lnTo>
                    <a:lnTo>
                      <a:pt x="100" y="52"/>
                    </a:lnTo>
                    <a:lnTo>
                      <a:pt x="100" y="56"/>
                    </a:lnTo>
                    <a:lnTo>
                      <a:pt x="100" y="56"/>
                    </a:lnTo>
                    <a:lnTo>
                      <a:pt x="100" y="56"/>
                    </a:lnTo>
                    <a:lnTo>
                      <a:pt x="100" y="56"/>
                    </a:lnTo>
                    <a:lnTo>
                      <a:pt x="100" y="60"/>
                    </a:lnTo>
                    <a:lnTo>
                      <a:pt x="100" y="60"/>
                    </a:lnTo>
                    <a:lnTo>
                      <a:pt x="104" y="60"/>
                    </a:lnTo>
                    <a:lnTo>
                      <a:pt x="104" y="60"/>
                    </a:lnTo>
                    <a:lnTo>
                      <a:pt x="104" y="60"/>
                    </a:lnTo>
                    <a:lnTo>
                      <a:pt x="104" y="64"/>
                    </a:lnTo>
                    <a:lnTo>
                      <a:pt x="104" y="64"/>
                    </a:lnTo>
                    <a:lnTo>
                      <a:pt x="104" y="64"/>
                    </a:lnTo>
                    <a:lnTo>
                      <a:pt x="104" y="64"/>
                    </a:lnTo>
                    <a:lnTo>
                      <a:pt x="108" y="64"/>
                    </a:lnTo>
                    <a:lnTo>
                      <a:pt x="108" y="68"/>
                    </a:lnTo>
                    <a:lnTo>
                      <a:pt x="108" y="68"/>
                    </a:lnTo>
                    <a:lnTo>
                      <a:pt x="108" y="68"/>
                    </a:lnTo>
                    <a:lnTo>
                      <a:pt x="108" y="68"/>
                    </a:lnTo>
                    <a:lnTo>
                      <a:pt x="112" y="68"/>
                    </a:lnTo>
                    <a:lnTo>
                      <a:pt x="112" y="68"/>
                    </a:lnTo>
                    <a:lnTo>
                      <a:pt x="112" y="68"/>
                    </a:lnTo>
                    <a:lnTo>
                      <a:pt x="112" y="72"/>
                    </a:lnTo>
                    <a:lnTo>
                      <a:pt x="112" y="72"/>
                    </a:lnTo>
                    <a:lnTo>
                      <a:pt x="112" y="72"/>
                    </a:lnTo>
                    <a:lnTo>
                      <a:pt x="112" y="74"/>
                    </a:lnTo>
                    <a:lnTo>
                      <a:pt x="112" y="74"/>
                    </a:lnTo>
                    <a:lnTo>
                      <a:pt x="108" y="78"/>
                    </a:lnTo>
                    <a:lnTo>
                      <a:pt x="108" y="78"/>
                    </a:lnTo>
                    <a:lnTo>
                      <a:pt x="108" y="78"/>
                    </a:lnTo>
                    <a:lnTo>
                      <a:pt x="108" y="78"/>
                    </a:lnTo>
                    <a:lnTo>
                      <a:pt x="108" y="82"/>
                    </a:lnTo>
                    <a:lnTo>
                      <a:pt x="108" y="82"/>
                    </a:lnTo>
                    <a:lnTo>
                      <a:pt x="108" y="82"/>
                    </a:lnTo>
                    <a:lnTo>
                      <a:pt x="108" y="82"/>
                    </a:lnTo>
                    <a:lnTo>
                      <a:pt x="104" y="86"/>
                    </a:lnTo>
                    <a:lnTo>
                      <a:pt x="104" y="86"/>
                    </a:lnTo>
                    <a:lnTo>
                      <a:pt x="104" y="86"/>
                    </a:lnTo>
                    <a:lnTo>
                      <a:pt x="104" y="86"/>
                    </a:lnTo>
                    <a:lnTo>
                      <a:pt x="104" y="90"/>
                    </a:lnTo>
                    <a:lnTo>
                      <a:pt x="100" y="90"/>
                    </a:lnTo>
                    <a:lnTo>
                      <a:pt x="100" y="94"/>
                    </a:lnTo>
                    <a:lnTo>
                      <a:pt x="96" y="94"/>
                    </a:lnTo>
                    <a:lnTo>
                      <a:pt x="96" y="94"/>
                    </a:lnTo>
                    <a:lnTo>
                      <a:pt x="96" y="94"/>
                    </a:lnTo>
                    <a:lnTo>
                      <a:pt x="96" y="98"/>
                    </a:lnTo>
                    <a:lnTo>
                      <a:pt x="96" y="98"/>
                    </a:lnTo>
                    <a:lnTo>
                      <a:pt x="96" y="98"/>
                    </a:lnTo>
                    <a:lnTo>
                      <a:pt x="96" y="98"/>
                    </a:lnTo>
                    <a:lnTo>
                      <a:pt x="96" y="102"/>
                    </a:lnTo>
                    <a:lnTo>
                      <a:pt x="92" y="102"/>
                    </a:lnTo>
                    <a:lnTo>
                      <a:pt x="92" y="102"/>
                    </a:lnTo>
                    <a:lnTo>
                      <a:pt x="92" y="102"/>
                    </a:lnTo>
                    <a:lnTo>
                      <a:pt x="92" y="104"/>
                    </a:lnTo>
                    <a:lnTo>
                      <a:pt x="92" y="104"/>
                    </a:lnTo>
                    <a:lnTo>
                      <a:pt x="92" y="104"/>
                    </a:lnTo>
                    <a:lnTo>
                      <a:pt x="88" y="104"/>
                    </a:lnTo>
                    <a:lnTo>
                      <a:pt x="88" y="104"/>
                    </a:lnTo>
                    <a:lnTo>
                      <a:pt x="88" y="104"/>
                    </a:lnTo>
                    <a:lnTo>
                      <a:pt x="88" y="104"/>
                    </a:lnTo>
                    <a:lnTo>
                      <a:pt x="88" y="104"/>
                    </a:lnTo>
                    <a:lnTo>
                      <a:pt x="88" y="104"/>
                    </a:lnTo>
                    <a:lnTo>
                      <a:pt x="88" y="104"/>
                    </a:lnTo>
                    <a:lnTo>
                      <a:pt x="88" y="102"/>
                    </a:lnTo>
                    <a:lnTo>
                      <a:pt x="88" y="102"/>
                    </a:lnTo>
                    <a:lnTo>
                      <a:pt x="88" y="102"/>
                    </a:lnTo>
                    <a:lnTo>
                      <a:pt x="88" y="102"/>
                    </a:lnTo>
                    <a:lnTo>
                      <a:pt x="88" y="102"/>
                    </a:lnTo>
                    <a:lnTo>
                      <a:pt x="86" y="102"/>
                    </a:lnTo>
                    <a:lnTo>
                      <a:pt x="86" y="104"/>
                    </a:lnTo>
                    <a:lnTo>
                      <a:pt x="86" y="104"/>
                    </a:lnTo>
                    <a:lnTo>
                      <a:pt x="86" y="104"/>
                    </a:lnTo>
                    <a:lnTo>
                      <a:pt x="86" y="108"/>
                    </a:lnTo>
                    <a:lnTo>
                      <a:pt x="82" y="108"/>
                    </a:lnTo>
                    <a:lnTo>
                      <a:pt x="82" y="108"/>
                    </a:lnTo>
                    <a:lnTo>
                      <a:pt x="82" y="108"/>
                    </a:lnTo>
                    <a:lnTo>
                      <a:pt x="82" y="108"/>
                    </a:lnTo>
                    <a:lnTo>
                      <a:pt x="82" y="108"/>
                    </a:lnTo>
                    <a:lnTo>
                      <a:pt x="82" y="112"/>
                    </a:lnTo>
                    <a:lnTo>
                      <a:pt x="82" y="116"/>
                    </a:lnTo>
                    <a:lnTo>
                      <a:pt x="82" y="116"/>
                    </a:lnTo>
                    <a:lnTo>
                      <a:pt x="82" y="116"/>
                    </a:lnTo>
                    <a:lnTo>
                      <a:pt x="82" y="116"/>
                    </a:lnTo>
                    <a:lnTo>
                      <a:pt x="82" y="116"/>
                    </a:lnTo>
                    <a:lnTo>
                      <a:pt x="82" y="118"/>
                    </a:lnTo>
                    <a:lnTo>
                      <a:pt x="82" y="122"/>
                    </a:lnTo>
                    <a:lnTo>
                      <a:pt x="82" y="122"/>
                    </a:lnTo>
                    <a:lnTo>
                      <a:pt x="82" y="122"/>
                    </a:lnTo>
                    <a:lnTo>
                      <a:pt x="82" y="122"/>
                    </a:lnTo>
                    <a:lnTo>
                      <a:pt x="82" y="122"/>
                    </a:lnTo>
                    <a:lnTo>
                      <a:pt x="82" y="122"/>
                    </a:lnTo>
                    <a:lnTo>
                      <a:pt x="82" y="126"/>
                    </a:lnTo>
                    <a:lnTo>
                      <a:pt x="82" y="130"/>
                    </a:lnTo>
                    <a:lnTo>
                      <a:pt x="82" y="130"/>
                    </a:lnTo>
                    <a:lnTo>
                      <a:pt x="82" y="130"/>
                    </a:lnTo>
                    <a:lnTo>
                      <a:pt x="82" y="130"/>
                    </a:lnTo>
                    <a:lnTo>
                      <a:pt x="82" y="130"/>
                    </a:lnTo>
                    <a:lnTo>
                      <a:pt x="78" y="130"/>
                    </a:lnTo>
                    <a:lnTo>
                      <a:pt x="78" y="130"/>
                    </a:lnTo>
                    <a:lnTo>
                      <a:pt x="78" y="130"/>
                    </a:lnTo>
                    <a:lnTo>
                      <a:pt x="74" y="130"/>
                    </a:lnTo>
                    <a:lnTo>
                      <a:pt x="74" y="130"/>
                    </a:lnTo>
                    <a:lnTo>
                      <a:pt x="74" y="130"/>
                    </a:lnTo>
                    <a:lnTo>
                      <a:pt x="70" y="130"/>
                    </a:lnTo>
                    <a:lnTo>
                      <a:pt x="70" y="134"/>
                    </a:lnTo>
                    <a:lnTo>
                      <a:pt x="70" y="134"/>
                    </a:lnTo>
                    <a:lnTo>
                      <a:pt x="70" y="134"/>
                    </a:lnTo>
                    <a:lnTo>
                      <a:pt x="70" y="134"/>
                    </a:lnTo>
                    <a:lnTo>
                      <a:pt x="66" y="134"/>
                    </a:lnTo>
                    <a:lnTo>
                      <a:pt x="66" y="134"/>
                    </a:lnTo>
                    <a:lnTo>
                      <a:pt x="66" y="138"/>
                    </a:lnTo>
                    <a:lnTo>
                      <a:pt x="66" y="138"/>
                    </a:lnTo>
                    <a:lnTo>
                      <a:pt x="66" y="138"/>
                    </a:lnTo>
                    <a:lnTo>
                      <a:pt x="66" y="138"/>
                    </a:lnTo>
                    <a:lnTo>
                      <a:pt x="66" y="142"/>
                    </a:lnTo>
                    <a:lnTo>
                      <a:pt x="66" y="142"/>
                    </a:lnTo>
                    <a:lnTo>
                      <a:pt x="66" y="142"/>
                    </a:lnTo>
                    <a:lnTo>
                      <a:pt x="66" y="142"/>
                    </a:lnTo>
                    <a:lnTo>
                      <a:pt x="66" y="144"/>
                    </a:lnTo>
                    <a:lnTo>
                      <a:pt x="66" y="144"/>
                    </a:lnTo>
                    <a:lnTo>
                      <a:pt x="62" y="144"/>
                    </a:lnTo>
                    <a:lnTo>
                      <a:pt x="62" y="144"/>
                    </a:lnTo>
                    <a:lnTo>
                      <a:pt x="62" y="144"/>
                    </a:lnTo>
                    <a:lnTo>
                      <a:pt x="62" y="144"/>
                    </a:lnTo>
                    <a:lnTo>
                      <a:pt x="62" y="148"/>
                    </a:lnTo>
                    <a:lnTo>
                      <a:pt x="62" y="148"/>
                    </a:lnTo>
                    <a:lnTo>
                      <a:pt x="62" y="148"/>
                    </a:lnTo>
                    <a:lnTo>
                      <a:pt x="62" y="148"/>
                    </a:lnTo>
                    <a:lnTo>
                      <a:pt x="60" y="148"/>
                    </a:lnTo>
                    <a:lnTo>
                      <a:pt x="60" y="148"/>
                    </a:lnTo>
                    <a:lnTo>
                      <a:pt x="60" y="148"/>
                    </a:lnTo>
                    <a:lnTo>
                      <a:pt x="56" y="148"/>
                    </a:lnTo>
                    <a:lnTo>
                      <a:pt x="56" y="148"/>
                    </a:lnTo>
                    <a:lnTo>
                      <a:pt x="56" y="148"/>
                    </a:lnTo>
                    <a:lnTo>
                      <a:pt x="52" y="148"/>
                    </a:lnTo>
                    <a:lnTo>
                      <a:pt x="52" y="148"/>
                    </a:lnTo>
                    <a:lnTo>
                      <a:pt x="48" y="148"/>
                    </a:lnTo>
                    <a:lnTo>
                      <a:pt x="48" y="148"/>
                    </a:lnTo>
                    <a:lnTo>
                      <a:pt x="48" y="148"/>
                    </a:lnTo>
                    <a:lnTo>
                      <a:pt x="48" y="148"/>
                    </a:lnTo>
                    <a:lnTo>
                      <a:pt x="48" y="152"/>
                    </a:lnTo>
                    <a:lnTo>
                      <a:pt x="48" y="152"/>
                    </a:lnTo>
                    <a:lnTo>
                      <a:pt x="48" y="152"/>
                    </a:lnTo>
                    <a:lnTo>
                      <a:pt x="48" y="152"/>
                    </a:lnTo>
                    <a:lnTo>
                      <a:pt x="48" y="152"/>
                    </a:lnTo>
                    <a:lnTo>
                      <a:pt x="48" y="152"/>
                    </a:lnTo>
                    <a:lnTo>
                      <a:pt x="48" y="156"/>
                    </a:lnTo>
                    <a:lnTo>
                      <a:pt x="48" y="156"/>
                    </a:lnTo>
                    <a:lnTo>
                      <a:pt x="48" y="156"/>
                    </a:lnTo>
                    <a:lnTo>
                      <a:pt x="48" y="156"/>
                    </a:lnTo>
                    <a:lnTo>
                      <a:pt x="48" y="156"/>
                    </a:lnTo>
                    <a:lnTo>
                      <a:pt x="48" y="156"/>
                    </a:lnTo>
                    <a:lnTo>
                      <a:pt x="48" y="160"/>
                    </a:lnTo>
                    <a:lnTo>
                      <a:pt x="48" y="160"/>
                    </a:lnTo>
                    <a:lnTo>
                      <a:pt x="44" y="164"/>
                    </a:lnTo>
                    <a:lnTo>
                      <a:pt x="44" y="164"/>
                    </a:lnTo>
                    <a:lnTo>
                      <a:pt x="44" y="164"/>
                    </a:lnTo>
                    <a:lnTo>
                      <a:pt x="44" y="164"/>
                    </a:lnTo>
                    <a:lnTo>
                      <a:pt x="40" y="164"/>
                    </a:lnTo>
                    <a:lnTo>
                      <a:pt x="40" y="164"/>
                    </a:lnTo>
                    <a:lnTo>
                      <a:pt x="40" y="164"/>
                    </a:lnTo>
                    <a:lnTo>
                      <a:pt x="40" y="164"/>
                    </a:lnTo>
                    <a:lnTo>
                      <a:pt x="40" y="164"/>
                    </a:lnTo>
                    <a:lnTo>
                      <a:pt x="36" y="164"/>
                    </a:lnTo>
                    <a:lnTo>
                      <a:pt x="36" y="164"/>
                    </a:lnTo>
                    <a:lnTo>
                      <a:pt x="36" y="164"/>
                    </a:lnTo>
                    <a:lnTo>
                      <a:pt x="36" y="164"/>
                    </a:lnTo>
                    <a:lnTo>
                      <a:pt x="36" y="164"/>
                    </a:lnTo>
                    <a:lnTo>
                      <a:pt x="32" y="164"/>
                    </a:lnTo>
                    <a:lnTo>
                      <a:pt x="30" y="164"/>
                    </a:lnTo>
                    <a:lnTo>
                      <a:pt x="30" y="164"/>
                    </a:lnTo>
                    <a:lnTo>
                      <a:pt x="30" y="164"/>
                    </a:lnTo>
                    <a:lnTo>
                      <a:pt x="26" y="168"/>
                    </a:lnTo>
                    <a:lnTo>
                      <a:pt x="26" y="168"/>
                    </a:lnTo>
                    <a:lnTo>
                      <a:pt x="26" y="168"/>
                    </a:lnTo>
                    <a:lnTo>
                      <a:pt x="26" y="168"/>
                    </a:lnTo>
                    <a:lnTo>
                      <a:pt x="22" y="168"/>
                    </a:lnTo>
                    <a:lnTo>
                      <a:pt x="22" y="168"/>
                    </a:lnTo>
                    <a:lnTo>
                      <a:pt x="22" y="168"/>
                    </a:lnTo>
                    <a:lnTo>
                      <a:pt x="22" y="168"/>
                    </a:lnTo>
                    <a:lnTo>
                      <a:pt x="18" y="168"/>
                    </a:lnTo>
                    <a:lnTo>
                      <a:pt x="18" y="172"/>
                    </a:lnTo>
                    <a:lnTo>
                      <a:pt x="18" y="172"/>
                    </a:lnTo>
                    <a:lnTo>
                      <a:pt x="18" y="172"/>
                    </a:lnTo>
                    <a:lnTo>
                      <a:pt x="10" y="160"/>
                    </a:lnTo>
                    <a:lnTo>
                      <a:pt x="10" y="156"/>
                    </a:lnTo>
                    <a:lnTo>
                      <a:pt x="0" y="130"/>
                    </a:lnTo>
                    <a:lnTo>
                      <a:pt x="44" y="112"/>
                    </a:lnTo>
                    <a:lnTo>
                      <a:pt x="48" y="90"/>
                    </a:lnTo>
                    <a:lnTo>
                      <a:pt x="48" y="90"/>
                    </a:lnTo>
                    <a:lnTo>
                      <a:pt x="48" y="90"/>
                    </a:lnTo>
                    <a:close/>
                    <a:moveTo>
                      <a:pt x="96" y="108"/>
                    </a:moveTo>
                    <a:lnTo>
                      <a:pt x="96" y="108"/>
                    </a:lnTo>
                    <a:lnTo>
                      <a:pt x="96" y="108"/>
                    </a:lnTo>
                    <a:lnTo>
                      <a:pt x="96" y="108"/>
                    </a:lnTo>
                    <a:lnTo>
                      <a:pt x="96" y="108"/>
                    </a:lnTo>
                    <a:lnTo>
                      <a:pt x="96" y="104"/>
                    </a:lnTo>
                    <a:lnTo>
                      <a:pt x="96" y="104"/>
                    </a:lnTo>
                    <a:lnTo>
                      <a:pt x="96" y="104"/>
                    </a:lnTo>
                    <a:lnTo>
                      <a:pt x="96" y="104"/>
                    </a:lnTo>
                    <a:lnTo>
                      <a:pt x="96" y="104"/>
                    </a:lnTo>
                    <a:lnTo>
                      <a:pt x="96" y="104"/>
                    </a:lnTo>
                    <a:lnTo>
                      <a:pt x="96" y="104"/>
                    </a:lnTo>
                    <a:lnTo>
                      <a:pt x="96" y="104"/>
                    </a:lnTo>
                    <a:lnTo>
                      <a:pt x="96" y="104"/>
                    </a:lnTo>
                    <a:lnTo>
                      <a:pt x="96" y="104"/>
                    </a:lnTo>
                    <a:lnTo>
                      <a:pt x="96" y="102"/>
                    </a:lnTo>
                    <a:lnTo>
                      <a:pt x="96" y="102"/>
                    </a:lnTo>
                    <a:lnTo>
                      <a:pt x="100" y="102"/>
                    </a:lnTo>
                    <a:lnTo>
                      <a:pt x="100" y="102"/>
                    </a:lnTo>
                    <a:lnTo>
                      <a:pt x="100" y="104"/>
                    </a:lnTo>
                    <a:lnTo>
                      <a:pt x="100" y="104"/>
                    </a:lnTo>
                    <a:lnTo>
                      <a:pt x="100" y="104"/>
                    </a:lnTo>
                    <a:lnTo>
                      <a:pt x="100" y="104"/>
                    </a:lnTo>
                    <a:lnTo>
                      <a:pt x="96" y="104"/>
                    </a:lnTo>
                    <a:lnTo>
                      <a:pt x="96" y="104"/>
                    </a:lnTo>
                    <a:lnTo>
                      <a:pt x="96" y="104"/>
                    </a:lnTo>
                    <a:lnTo>
                      <a:pt x="96" y="104"/>
                    </a:lnTo>
                    <a:lnTo>
                      <a:pt x="96" y="104"/>
                    </a:lnTo>
                    <a:lnTo>
                      <a:pt x="96" y="104"/>
                    </a:lnTo>
                    <a:lnTo>
                      <a:pt x="96" y="104"/>
                    </a:lnTo>
                    <a:lnTo>
                      <a:pt x="96" y="108"/>
                    </a:lnTo>
                    <a:lnTo>
                      <a:pt x="96" y="108"/>
                    </a:lnTo>
                    <a:lnTo>
                      <a:pt x="96" y="108"/>
                    </a:lnTo>
                    <a:lnTo>
                      <a:pt x="96" y="108"/>
                    </a:lnTo>
                    <a:lnTo>
                      <a:pt x="96" y="108"/>
                    </a:lnTo>
                    <a:lnTo>
                      <a:pt x="96" y="108"/>
                    </a:lnTo>
                    <a:lnTo>
                      <a:pt x="96" y="1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2" name="Freeform 46"/>
              <p:cNvSpPr>
                <a:spLocks/>
              </p:cNvSpPr>
              <p:nvPr/>
            </p:nvSpPr>
            <p:spPr bwMode="gray">
              <a:xfrm>
                <a:off x="6295723" y="3382218"/>
                <a:ext cx="410466" cy="420900"/>
              </a:xfrm>
              <a:custGeom>
                <a:avLst/>
                <a:gdLst>
                  <a:gd name="T0" fmla="*/ 54 w 236"/>
                  <a:gd name="T1" fmla="*/ 138 h 242"/>
                  <a:gd name="T2" fmla="*/ 76 w 236"/>
                  <a:gd name="T3" fmla="*/ 134 h 242"/>
                  <a:gd name="T4" fmla="*/ 80 w 236"/>
                  <a:gd name="T5" fmla="*/ 120 h 242"/>
                  <a:gd name="T6" fmla="*/ 86 w 236"/>
                  <a:gd name="T7" fmla="*/ 108 h 242"/>
                  <a:gd name="T8" fmla="*/ 98 w 236"/>
                  <a:gd name="T9" fmla="*/ 100 h 242"/>
                  <a:gd name="T10" fmla="*/ 116 w 236"/>
                  <a:gd name="T11" fmla="*/ 100 h 242"/>
                  <a:gd name="T12" fmla="*/ 120 w 236"/>
                  <a:gd name="T13" fmla="*/ 82 h 242"/>
                  <a:gd name="T14" fmla="*/ 128 w 236"/>
                  <a:gd name="T15" fmla="*/ 74 h 242"/>
                  <a:gd name="T16" fmla="*/ 132 w 236"/>
                  <a:gd name="T17" fmla="*/ 60 h 242"/>
                  <a:gd name="T18" fmla="*/ 142 w 236"/>
                  <a:gd name="T19" fmla="*/ 56 h 242"/>
                  <a:gd name="T20" fmla="*/ 146 w 236"/>
                  <a:gd name="T21" fmla="*/ 44 h 242"/>
                  <a:gd name="T22" fmla="*/ 154 w 236"/>
                  <a:gd name="T23" fmla="*/ 26 h 242"/>
                  <a:gd name="T24" fmla="*/ 146 w 236"/>
                  <a:gd name="T25" fmla="*/ 14 h 242"/>
                  <a:gd name="T26" fmla="*/ 166 w 236"/>
                  <a:gd name="T27" fmla="*/ 4 h 242"/>
                  <a:gd name="T28" fmla="*/ 188 w 236"/>
                  <a:gd name="T29" fmla="*/ 4 h 242"/>
                  <a:gd name="T30" fmla="*/ 206 w 236"/>
                  <a:gd name="T31" fmla="*/ 4 h 242"/>
                  <a:gd name="T32" fmla="*/ 212 w 236"/>
                  <a:gd name="T33" fmla="*/ 14 h 242"/>
                  <a:gd name="T34" fmla="*/ 224 w 236"/>
                  <a:gd name="T35" fmla="*/ 22 h 242"/>
                  <a:gd name="T36" fmla="*/ 236 w 236"/>
                  <a:gd name="T37" fmla="*/ 34 h 242"/>
                  <a:gd name="T38" fmla="*/ 228 w 236"/>
                  <a:gd name="T39" fmla="*/ 36 h 242"/>
                  <a:gd name="T40" fmla="*/ 216 w 236"/>
                  <a:gd name="T41" fmla="*/ 44 h 242"/>
                  <a:gd name="T42" fmla="*/ 196 w 236"/>
                  <a:gd name="T43" fmla="*/ 44 h 242"/>
                  <a:gd name="T44" fmla="*/ 188 w 236"/>
                  <a:gd name="T45" fmla="*/ 48 h 242"/>
                  <a:gd name="T46" fmla="*/ 188 w 236"/>
                  <a:gd name="T47" fmla="*/ 60 h 242"/>
                  <a:gd name="T48" fmla="*/ 192 w 236"/>
                  <a:gd name="T49" fmla="*/ 78 h 242"/>
                  <a:gd name="T50" fmla="*/ 206 w 236"/>
                  <a:gd name="T51" fmla="*/ 90 h 242"/>
                  <a:gd name="T52" fmla="*/ 196 w 236"/>
                  <a:gd name="T53" fmla="*/ 100 h 242"/>
                  <a:gd name="T54" fmla="*/ 196 w 236"/>
                  <a:gd name="T55" fmla="*/ 112 h 242"/>
                  <a:gd name="T56" fmla="*/ 188 w 236"/>
                  <a:gd name="T57" fmla="*/ 126 h 242"/>
                  <a:gd name="T58" fmla="*/ 172 w 236"/>
                  <a:gd name="T59" fmla="*/ 148 h 242"/>
                  <a:gd name="T60" fmla="*/ 162 w 236"/>
                  <a:gd name="T61" fmla="*/ 160 h 242"/>
                  <a:gd name="T62" fmla="*/ 146 w 236"/>
                  <a:gd name="T63" fmla="*/ 172 h 242"/>
                  <a:gd name="T64" fmla="*/ 136 w 236"/>
                  <a:gd name="T65" fmla="*/ 168 h 242"/>
                  <a:gd name="T66" fmla="*/ 124 w 236"/>
                  <a:gd name="T67" fmla="*/ 178 h 242"/>
                  <a:gd name="T68" fmla="*/ 132 w 236"/>
                  <a:gd name="T69" fmla="*/ 194 h 242"/>
                  <a:gd name="T70" fmla="*/ 138 w 236"/>
                  <a:gd name="T71" fmla="*/ 212 h 242"/>
                  <a:gd name="T72" fmla="*/ 142 w 236"/>
                  <a:gd name="T73" fmla="*/ 228 h 242"/>
                  <a:gd name="T74" fmla="*/ 138 w 236"/>
                  <a:gd name="T75" fmla="*/ 232 h 242"/>
                  <a:gd name="T76" fmla="*/ 120 w 236"/>
                  <a:gd name="T77" fmla="*/ 234 h 242"/>
                  <a:gd name="T78" fmla="*/ 110 w 236"/>
                  <a:gd name="T79" fmla="*/ 238 h 242"/>
                  <a:gd name="T80" fmla="*/ 102 w 236"/>
                  <a:gd name="T81" fmla="*/ 238 h 242"/>
                  <a:gd name="T82" fmla="*/ 90 w 236"/>
                  <a:gd name="T83" fmla="*/ 234 h 242"/>
                  <a:gd name="T84" fmla="*/ 82 w 236"/>
                  <a:gd name="T85" fmla="*/ 220 h 242"/>
                  <a:gd name="T86" fmla="*/ 80 w 236"/>
                  <a:gd name="T87" fmla="*/ 208 h 242"/>
                  <a:gd name="T88" fmla="*/ 60 w 236"/>
                  <a:gd name="T89" fmla="*/ 212 h 242"/>
                  <a:gd name="T90" fmla="*/ 50 w 236"/>
                  <a:gd name="T91" fmla="*/ 216 h 242"/>
                  <a:gd name="T92" fmla="*/ 38 w 236"/>
                  <a:gd name="T93" fmla="*/ 216 h 242"/>
                  <a:gd name="T94" fmla="*/ 16 w 236"/>
                  <a:gd name="T95" fmla="*/ 220 h 242"/>
                  <a:gd name="T96" fmla="*/ 16 w 236"/>
                  <a:gd name="T97" fmla="*/ 204 h 242"/>
                  <a:gd name="T98" fmla="*/ 20 w 236"/>
                  <a:gd name="T99" fmla="*/ 194 h 242"/>
                  <a:gd name="T100" fmla="*/ 34 w 236"/>
                  <a:gd name="T101" fmla="*/ 186 h 242"/>
                  <a:gd name="T102" fmla="*/ 26 w 236"/>
                  <a:gd name="T103" fmla="*/ 172 h 242"/>
                  <a:gd name="T104" fmla="*/ 16 w 236"/>
                  <a:gd name="T105" fmla="*/ 156 h 242"/>
                  <a:gd name="T106" fmla="*/ 0 w 236"/>
                  <a:gd name="T107" fmla="*/ 134 h 242"/>
                  <a:gd name="T108" fmla="*/ 34 w 236"/>
                  <a:gd name="T109" fmla="*/ 138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36" h="242">
                    <a:moveTo>
                      <a:pt x="34" y="138"/>
                    </a:moveTo>
                    <a:lnTo>
                      <a:pt x="38" y="138"/>
                    </a:lnTo>
                    <a:lnTo>
                      <a:pt x="42" y="138"/>
                    </a:lnTo>
                    <a:lnTo>
                      <a:pt x="46" y="142"/>
                    </a:lnTo>
                    <a:lnTo>
                      <a:pt x="50" y="138"/>
                    </a:lnTo>
                    <a:lnTo>
                      <a:pt x="54" y="138"/>
                    </a:lnTo>
                    <a:lnTo>
                      <a:pt x="56" y="138"/>
                    </a:lnTo>
                    <a:lnTo>
                      <a:pt x="60" y="138"/>
                    </a:lnTo>
                    <a:lnTo>
                      <a:pt x="64" y="138"/>
                    </a:lnTo>
                    <a:lnTo>
                      <a:pt x="68" y="134"/>
                    </a:lnTo>
                    <a:lnTo>
                      <a:pt x="72" y="134"/>
                    </a:lnTo>
                    <a:lnTo>
                      <a:pt x="76" y="134"/>
                    </a:lnTo>
                    <a:lnTo>
                      <a:pt x="80" y="130"/>
                    </a:lnTo>
                    <a:lnTo>
                      <a:pt x="76" y="130"/>
                    </a:lnTo>
                    <a:lnTo>
                      <a:pt x="76" y="126"/>
                    </a:lnTo>
                    <a:lnTo>
                      <a:pt x="80" y="126"/>
                    </a:lnTo>
                    <a:lnTo>
                      <a:pt x="80" y="122"/>
                    </a:lnTo>
                    <a:lnTo>
                      <a:pt x="80" y="120"/>
                    </a:lnTo>
                    <a:lnTo>
                      <a:pt x="80" y="112"/>
                    </a:lnTo>
                    <a:lnTo>
                      <a:pt x="82" y="112"/>
                    </a:lnTo>
                    <a:lnTo>
                      <a:pt x="82" y="108"/>
                    </a:lnTo>
                    <a:lnTo>
                      <a:pt x="86" y="108"/>
                    </a:lnTo>
                    <a:lnTo>
                      <a:pt x="86" y="104"/>
                    </a:lnTo>
                    <a:lnTo>
                      <a:pt x="86" y="108"/>
                    </a:lnTo>
                    <a:lnTo>
                      <a:pt x="90" y="108"/>
                    </a:lnTo>
                    <a:lnTo>
                      <a:pt x="94" y="108"/>
                    </a:lnTo>
                    <a:lnTo>
                      <a:pt x="98" y="108"/>
                    </a:lnTo>
                    <a:lnTo>
                      <a:pt x="98" y="104"/>
                    </a:lnTo>
                    <a:lnTo>
                      <a:pt x="94" y="100"/>
                    </a:lnTo>
                    <a:lnTo>
                      <a:pt x="98" y="100"/>
                    </a:lnTo>
                    <a:lnTo>
                      <a:pt x="102" y="100"/>
                    </a:lnTo>
                    <a:lnTo>
                      <a:pt x="106" y="96"/>
                    </a:lnTo>
                    <a:lnTo>
                      <a:pt x="110" y="96"/>
                    </a:lnTo>
                    <a:lnTo>
                      <a:pt x="112" y="96"/>
                    </a:lnTo>
                    <a:lnTo>
                      <a:pt x="112" y="100"/>
                    </a:lnTo>
                    <a:lnTo>
                      <a:pt x="116" y="100"/>
                    </a:lnTo>
                    <a:lnTo>
                      <a:pt x="116" y="96"/>
                    </a:lnTo>
                    <a:lnTo>
                      <a:pt x="120" y="96"/>
                    </a:lnTo>
                    <a:lnTo>
                      <a:pt x="120" y="92"/>
                    </a:lnTo>
                    <a:lnTo>
                      <a:pt x="120" y="90"/>
                    </a:lnTo>
                    <a:lnTo>
                      <a:pt x="120" y="86"/>
                    </a:lnTo>
                    <a:lnTo>
                      <a:pt x="120" y="82"/>
                    </a:lnTo>
                    <a:lnTo>
                      <a:pt x="124" y="82"/>
                    </a:lnTo>
                    <a:lnTo>
                      <a:pt x="124" y="78"/>
                    </a:lnTo>
                    <a:lnTo>
                      <a:pt x="120" y="78"/>
                    </a:lnTo>
                    <a:lnTo>
                      <a:pt x="124" y="78"/>
                    </a:lnTo>
                    <a:lnTo>
                      <a:pt x="124" y="74"/>
                    </a:lnTo>
                    <a:lnTo>
                      <a:pt x="128" y="74"/>
                    </a:lnTo>
                    <a:lnTo>
                      <a:pt x="132" y="70"/>
                    </a:lnTo>
                    <a:lnTo>
                      <a:pt x="136" y="70"/>
                    </a:lnTo>
                    <a:lnTo>
                      <a:pt x="136" y="66"/>
                    </a:lnTo>
                    <a:lnTo>
                      <a:pt x="132" y="66"/>
                    </a:lnTo>
                    <a:lnTo>
                      <a:pt x="132" y="62"/>
                    </a:lnTo>
                    <a:lnTo>
                      <a:pt x="132" y="60"/>
                    </a:lnTo>
                    <a:lnTo>
                      <a:pt x="128" y="60"/>
                    </a:lnTo>
                    <a:lnTo>
                      <a:pt x="128" y="56"/>
                    </a:lnTo>
                    <a:lnTo>
                      <a:pt x="132" y="56"/>
                    </a:lnTo>
                    <a:lnTo>
                      <a:pt x="136" y="56"/>
                    </a:lnTo>
                    <a:lnTo>
                      <a:pt x="138" y="56"/>
                    </a:lnTo>
                    <a:lnTo>
                      <a:pt x="142" y="56"/>
                    </a:lnTo>
                    <a:lnTo>
                      <a:pt x="146" y="56"/>
                    </a:lnTo>
                    <a:lnTo>
                      <a:pt x="146" y="52"/>
                    </a:lnTo>
                    <a:lnTo>
                      <a:pt x="146" y="48"/>
                    </a:lnTo>
                    <a:lnTo>
                      <a:pt x="142" y="48"/>
                    </a:lnTo>
                    <a:lnTo>
                      <a:pt x="142" y="44"/>
                    </a:lnTo>
                    <a:lnTo>
                      <a:pt x="146" y="44"/>
                    </a:lnTo>
                    <a:lnTo>
                      <a:pt x="146" y="40"/>
                    </a:lnTo>
                    <a:lnTo>
                      <a:pt x="150" y="40"/>
                    </a:lnTo>
                    <a:lnTo>
                      <a:pt x="150" y="36"/>
                    </a:lnTo>
                    <a:lnTo>
                      <a:pt x="154" y="34"/>
                    </a:lnTo>
                    <a:lnTo>
                      <a:pt x="154" y="30"/>
                    </a:lnTo>
                    <a:lnTo>
                      <a:pt x="154" y="26"/>
                    </a:lnTo>
                    <a:lnTo>
                      <a:pt x="150" y="26"/>
                    </a:lnTo>
                    <a:lnTo>
                      <a:pt x="154" y="22"/>
                    </a:lnTo>
                    <a:lnTo>
                      <a:pt x="150" y="22"/>
                    </a:lnTo>
                    <a:lnTo>
                      <a:pt x="150" y="18"/>
                    </a:lnTo>
                    <a:lnTo>
                      <a:pt x="146" y="18"/>
                    </a:lnTo>
                    <a:lnTo>
                      <a:pt x="146" y="14"/>
                    </a:lnTo>
                    <a:lnTo>
                      <a:pt x="150" y="14"/>
                    </a:lnTo>
                    <a:lnTo>
                      <a:pt x="154" y="10"/>
                    </a:lnTo>
                    <a:lnTo>
                      <a:pt x="158" y="6"/>
                    </a:lnTo>
                    <a:lnTo>
                      <a:pt x="162" y="6"/>
                    </a:lnTo>
                    <a:lnTo>
                      <a:pt x="162" y="4"/>
                    </a:lnTo>
                    <a:lnTo>
                      <a:pt x="166" y="4"/>
                    </a:lnTo>
                    <a:lnTo>
                      <a:pt x="168" y="4"/>
                    </a:lnTo>
                    <a:lnTo>
                      <a:pt x="172" y="4"/>
                    </a:lnTo>
                    <a:lnTo>
                      <a:pt x="176" y="0"/>
                    </a:lnTo>
                    <a:lnTo>
                      <a:pt x="180" y="0"/>
                    </a:lnTo>
                    <a:lnTo>
                      <a:pt x="184" y="0"/>
                    </a:lnTo>
                    <a:lnTo>
                      <a:pt x="188" y="4"/>
                    </a:lnTo>
                    <a:lnTo>
                      <a:pt x="192" y="0"/>
                    </a:lnTo>
                    <a:lnTo>
                      <a:pt x="196" y="0"/>
                    </a:lnTo>
                    <a:lnTo>
                      <a:pt x="198" y="0"/>
                    </a:lnTo>
                    <a:lnTo>
                      <a:pt x="202" y="0"/>
                    </a:lnTo>
                    <a:lnTo>
                      <a:pt x="206" y="6"/>
                    </a:lnTo>
                    <a:lnTo>
                      <a:pt x="206" y="4"/>
                    </a:lnTo>
                    <a:lnTo>
                      <a:pt x="208" y="8"/>
                    </a:lnTo>
                    <a:lnTo>
                      <a:pt x="210" y="10"/>
                    </a:lnTo>
                    <a:lnTo>
                      <a:pt x="212" y="10"/>
                    </a:lnTo>
                    <a:lnTo>
                      <a:pt x="212" y="10"/>
                    </a:lnTo>
                    <a:lnTo>
                      <a:pt x="216" y="14"/>
                    </a:lnTo>
                    <a:lnTo>
                      <a:pt x="212" y="14"/>
                    </a:lnTo>
                    <a:lnTo>
                      <a:pt x="212" y="18"/>
                    </a:lnTo>
                    <a:lnTo>
                      <a:pt x="216" y="18"/>
                    </a:lnTo>
                    <a:lnTo>
                      <a:pt x="216" y="22"/>
                    </a:lnTo>
                    <a:lnTo>
                      <a:pt x="220" y="22"/>
                    </a:lnTo>
                    <a:lnTo>
                      <a:pt x="222" y="22"/>
                    </a:lnTo>
                    <a:lnTo>
                      <a:pt x="224" y="22"/>
                    </a:lnTo>
                    <a:lnTo>
                      <a:pt x="224" y="26"/>
                    </a:lnTo>
                    <a:lnTo>
                      <a:pt x="228" y="26"/>
                    </a:lnTo>
                    <a:lnTo>
                      <a:pt x="232" y="26"/>
                    </a:lnTo>
                    <a:lnTo>
                      <a:pt x="232" y="32"/>
                    </a:lnTo>
                    <a:lnTo>
                      <a:pt x="236" y="34"/>
                    </a:lnTo>
                    <a:lnTo>
                      <a:pt x="236" y="34"/>
                    </a:lnTo>
                    <a:lnTo>
                      <a:pt x="232" y="32"/>
                    </a:lnTo>
                    <a:lnTo>
                      <a:pt x="236" y="34"/>
                    </a:lnTo>
                    <a:lnTo>
                      <a:pt x="236" y="34"/>
                    </a:lnTo>
                    <a:lnTo>
                      <a:pt x="232" y="34"/>
                    </a:lnTo>
                    <a:lnTo>
                      <a:pt x="228" y="34"/>
                    </a:lnTo>
                    <a:lnTo>
                      <a:pt x="228" y="36"/>
                    </a:lnTo>
                    <a:lnTo>
                      <a:pt x="228" y="40"/>
                    </a:lnTo>
                    <a:lnTo>
                      <a:pt x="228" y="44"/>
                    </a:lnTo>
                    <a:lnTo>
                      <a:pt x="224" y="44"/>
                    </a:lnTo>
                    <a:lnTo>
                      <a:pt x="224" y="40"/>
                    </a:lnTo>
                    <a:lnTo>
                      <a:pt x="220" y="40"/>
                    </a:lnTo>
                    <a:lnTo>
                      <a:pt x="216" y="44"/>
                    </a:lnTo>
                    <a:lnTo>
                      <a:pt x="212" y="44"/>
                    </a:lnTo>
                    <a:lnTo>
                      <a:pt x="210" y="48"/>
                    </a:lnTo>
                    <a:lnTo>
                      <a:pt x="210" y="44"/>
                    </a:lnTo>
                    <a:lnTo>
                      <a:pt x="206" y="44"/>
                    </a:lnTo>
                    <a:lnTo>
                      <a:pt x="202" y="44"/>
                    </a:lnTo>
                    <a:lnTo>
                      <a:pt x="196" y="44"/>
                    </a:lnTo>
                    <a:lnTo>
                      <a:pt x="196" y="40"/>
                    </a:lnTo>
                    <a:lnTo>
                      <a:pt x="192" y="40"/>
                    </a:lnTo>
                    <a:lnTo>
                      <a:pt x="188" y="44"/>
                    </a:lnTo>
                    <a:lnTo>
                      <a:pt x="184" y="44"/>
                    </a:lnTo>
                    <a:lnTo>
                      <a:pt x="184" y="48"/>
                    </a:lnTo>
                    <a:lnTo>
                      <a:pt x="188" y="48"/>
                    </a:lnTo>
                    <a:lnTo>
                      <a:pt x="188" y="52"/>
                    </a:lnTo>
                    <a:lnTo>
                      <a:pt x="184" y="56"/>
                    </a:lnTo>
                    <a:lnTo>
                      <a:pt x="188" y="56"/>
                    </a:lnTo>
                    <a:lnTo>
                      <a:pt x="192" y="56"/>
                    </a:lnTo>
                    <a:lnTo>
                      <a:pt x="192" y="60"/>
                    </a:lnTo>
                    <a:lnTo>
                      <a:pt x="188" y="60"/>
                    </a:lnTo>
                    <a:lnTo>
                      <a:pt x="188" y="62"/>
                    </a:lnTo>
                    <a:lnTo>
                      <a:pt x="192" y="62"/>
                    </a:lnTo>
                    <a:lnTo>
                      <a:pt x="188" y="66"/>
                    </a:lnTo>
                    <a:lnTo>
                      <a:pt x="188" y="70"/>
                    </a:lnTo>
                    <a:lnTo>
                      <a:pt x="192" y="74"/>
                    </a:lnTo>
                    <a:lnTo>
                      <a:pt x="192" y="78"/>
                    </a:lnTo>
                    <a:lnTo>
                      <a:pt x="196" y="78"/>
                    </a:lnTo>
                    <a:lnTo>
                      <a:pt x="196" y="82"/>
                    </a:lnTo>
                    <a:lnTo>
                      <a:pt x="198" y="86"/>
                    </a:lnTo>
                    <a:lnTo>
                      <a:pt x="202" y="86"/>
                    </a:lnTo>
                    <a:lnTo>
                      <a:pt x="206" y="86"/>
                    </a:lnTo>
                    <a:lnTo>
                      <a:pt x="206" y="90"/>
                    </a:lnTo>
                    <a:lnTo>
                      <a:pt x="206" y="92"/>
                    </a:lnTo>
                    <a:lnTo>
                      <a:pt x="202" y="92"/>
                    </a:lnTo>
                    <a:lnTo>
                      <a:pt x="198" y="92"/>
                    </a:lnTo>
                    <a:lnTo>
                      <a:pt x="196" y="92"/>
                    </a:lnTo>
                    <a:lnTo>
                      <a:pt x="196" y="96"/>
                    </a:lnTo>
                    <a:lnTo>
                      <a:pt x="196" y="100"/>
                    </a:lnTo>
                    <a:lnTo>
                      <a:pt x="196" y="104"/>
                    </a:lnTo>
                    <a:lnTo>
                      <a:pt x="196" y="108"/>
                    </a:lnTo>
                    <a:lnTo>
                      <a:pt x="196" y="112"/>
                    </a:lnTo>
                    <a:lnTo>
                      <a:pt x="196" y="108"/>
                    </a:lnTo>
                    <a:lnTo>
                      <a:pt x="198" y="108"/>
                    </a:lnTo>
                    <a:lnTo>
                      <a:pt x="196" y="112"/>
                    </a:lnTo>
                    <a:lnTo>
                      <a:pt x="192" y="112"/>
                    </a:lnTo>
                    <a:lnTo>
                      <a:pt x="192" y="116"/>
                    </a:lnTo>
                    <a:lnTo>
                      <a:pt x="188" y="120"/>
                    </a:lnTo>
                    <a:lnTo>
                      <a:pt x="184" y="122"/>
                    </a:lnTo>
                    <a:lnTo>
                      <a:pt x="188" y="122"/>
                    </a:lnTo>
                    <a:lnTo>
                      <a:pt x="188" y="126"/>
                    </a:lnTo>
                    <a:lnTo>
                      <a:pt x="184" y="130"/>
                    </a:lnTo>
                    <a:lnTo>
                      <a:pt x="180" y="130"/>
                    </a:lnTo>
                    <a:lnTo>
                      <a:pt x="176" y="134"/>
                    </a:lnTo>
                    <a:lnTo>
                      <a:pt x="176" y="138"/>
                    </a:lnTo>
                    <a:lnTo>
                      <a:pt x="172" y="146"/>
                    </a:lnTo>
                    <a:lnTo>
                      <a:pt x="172" y="148"/>
                    </a:lnTo>
                    <a:lnTo>
                      <a:pt x="168" y="148"/>
                    </a:lnTo>
                    <a:lnTo>
                      <a:pt x="166" y="148"/>
                    </a:lnTo>
                    <a:lnTo>
                      <a:pt x="166" y="152"/>
                    </a:lnTo>
                    <a:lnTo>
                      <a:pt x="162" y="152"/>
                    </a:lnTo>
                    <a:lnTo>
                      <a:pt x="162" y="156"/>
                    </a:lnTo>
                    <a:lnTo>
                      <a:pt x="162" y="160"/>
                    </a:lnTo>
                    <a:lnTo>
                      <a:pt x="158" y="164"/>
                    </a:lnTo>
                    <a:lnTo>
                      <a:pt x="158" y="168"/>
                    </a:lnTo>
                    <a:lnTo>
                      <a:pt x="154" y="168"/>
                    </a:lnTo>
                    <a:lnTo>
                      <a:pt x="150" y="168"/>
                    </a:lnTo>
                    <a:lnTo>
                      <a:pt x="146" y="168"/>
                    </a:lnTo>
                    <a:lnTo>
                      <a:pt x="146" y="172"/>
                    </a:lnTo>
                    <a:lnTo>
                      <a:pt x="142" y="172"/>
                    </a:lnTo>
                    <a:lnTo>
                      <a:pt x="138" y="172"/>
                    </a:lnTo>
                    <a:lnTo>
                      <a:pt x="138" y="168"/>
                    </a:lnTo>
                    <a:lnTo>
                      <a:pt x="138" y="164"/>
                    </a:lnTo>
                    <a:lnTo>
                      <a:pt x="136" y="164"/>
                    </a:lnTo>
                    <a:lnTo>
                      <a:pt x="136" y="168"/>
                    </a:lnTo>
                    <a:lnTo>
                      <a:pt x="132" y="168"/>
                    </a:lnTo>
                    <a:lnTo>
                      <a:pt x="132" y="172"/>
                    </a:lnTo>
                    <a:lnTo>
                      <a:pt x="132" y="176"/>
                    </a:lnTo>
                    <a:lnTo>
                      <a:pt x="128" y="176"/>
                    </a:lnTo>
                    <a:lnTo>
                      <a:pt x="128" y="178"/>
                    </a:lnTo>
                    <a:lnTo>
                      <a:pt x="124" y="178"/>
                    </a:lnTo>
                    <a:lnTo>
                      <a:pt x="124" y="182"/>
                    </a:lnTo>
                    <a:lnTo>
                      <a:pt x="124" y="186"/>
                    </a:lnTo>
                    <a:lnTo>
                      <a:pt x="124" y="190"/>
                    </a:lnTo>
                    <a:lnTo>
                      <a:pt x="128" y="190"/>
                    </a:lnTo>
                    <a:lnTo>
                      <a:pt x="132" y="190"/>
                    </a:lnTo>
                    <a:lnTo>
                      <a:pt x="132" y="194"/>
                    </a:lnTo>
                    <a:lnTo>
                      <a:pt x="132" y="198"/>
                    </a:lnTo>
                    <a:lnTo>
                      <a:pt x="132" y="202"/>
                    </a:lnTo>
                    <a:lnTo>
                      <a:pt x="132" y="204"/>
                    </a:lnTo>
                    <a:lnTo>
                      <a:pt x="136" y="208"/>
                    </a:lnTo>
                    <a:lnTo>
                      <a:pt x="138" y="208"/>
                    </a:lnTo>
                    <a:lnTo>
                      <a:pt x="138" y="212"/>
                    </a:lnTo>
                    <a:lnTo>
                      <a:pt x="138" y="216"/>
                    </a:lnTo>
                    <a:lnTo>
                      <a:pt x="142" y="216"/>
                    </a:lnTo>
                    <a:lnTo>
                      <a:pt x="142" y="220"/>
                    </a:lnTo>
                    <a:lnTo>
                      <a:pt x="142" y="224"/>
                    </a:lnTo>
                    <a:lnTo>
                      <a:pt x="146" y="228"/>
                    </a:lnTo>
                    <a:lnTo>
                      <a:pt x="142" y="228"/>
                    </a:lnTo>
                    <a:lnTo>
                      <a:pt x="142" y="232"/>
                    </a:lnTo>
                    <a:lnTo>
                      <a:pt x="146" y="232"/>
                    </a:lnTo>
                    <a:lnTo>
                      <a:pt x="142" y="232"/>
                    </a:lnTo>
                    <a:lnTo>
                      <a:pt x="142" y="234"/>
                    </a:lnTo>
                    <a:lnTo>
                      <a:pt x="138" y="234"/>
                    </a:lnTo>
                    <a:lnTo>
                      <a:pt x="138" y="232"/>
                    </a:lnTo>
                    <a:lnTo>
                      <a:pt x="136" y="232"/>
                    </a:lnTo>
                    <a:lnTo>
                      <a:pt x="132" y="232"/>
                    </a:lnTo>
                    <a:lnTo>
                      <a:pt x="132" y="234"/>
                    </a:lnTo>
                    <a:lnTo>
                      <a:pt x="128" y="234"/>
                    </a:lnTo>
                    <a:lnTo>
                      <a:pt x="124" y="234"/>
                    </a:lnTo>
                    <a:lnTo>
                      <a:pt x="120" y="234"/>
                    </a:lnTo>
                    <a:lnTo>
                      <a:pt x="116" y="234"/>
                    </a:lnTo>
                    <a:lnTo>
                      <a:pt x="116" y="232"/>
                    </a:lnTo>
                    <a:lnTo>
                      <a:pt x="112" y="232"/>
                    </a:lnTo>
                    <a:lnTo>
                      <a:pt x="112" y="234"/>
                    </a:lnTo>
                    <a:lnTo>
                      <a:pt x="112" y="238"/>
                    </a:lnTo>
                    <a:lnTo>
                      <a:pt x="110" y="238"/>
                    </a:lnTo>
                    <a:lnTo>
                      <a:pt x="106" y="238"/>
                    </a:lnTo>
                    <a:lnTo>
                      <a:pt x="106" y="242"/>
                    </a:lnTo>
                    <a:lnTo>
                      <a:pt x="106" y="238"/>
                    </a:lnTo>
                    <a:lnTo>
                      <a:pt x="106" y="242"/>
                    </a:lnTo>
                    <a:lnTo>
                      <a:pt x="102" y="242"/>
                    </a:lnTo>
                    <a:lnTo>
                      <a:pt x="102" y="238"/>
                    </a:lnTo>
                    <a:lnTo>
                      <a:pt x="102" y="242"/>
                    </a:lnTo>
                    <a:lnTo>
                      <a:pt x="102" y="238"/>
                    </a:lnTo>
                    <a:lnTo>
                      <a:pt x="98" y="242"/>
                    </a:lnTo>
                    <a:lnTo>
                      <a:pt x="94" y="242"/>
                    </a:lnTo>
                    <a:lnTo>
                      <a:pt x="94" y="238"/>
                    </a:lnTo>
                    <a:lnTo>
                      <a:pt x="90" y="234"/>
                    </a:lnTo>
                    <a:lnTo>
                      <a:pt x="90" y="232"/>
                    </a:lnTo>
                    <a:lnTo>
                      <a:pt x="90" y="228"/>
                    </a:lnTo>
                    <a:lnTo>
                      <a:pt x="90" y="224"/>
                    </a:lnTo>
                    <a:lnTo>
                      <a:pt x="86" y="224"/>
                    </a:lnTo>
                    <a:lnTo>
                      <a:pt x="82" y="224"/>
                    </a:lnTo>
                    <a:lnTo>
                      <a:pt x="82" y="220"/>
                    </a:lnTo>
                    <a:lnTo>
                      <a:pt x="82" y="216"/>
                    </a:lnTo>
                    <a:lnTo>
                      <a:pt x="82" y="212"/>
                    </a:lnTo>
                    <a:lnTo>
                      <a:pt x="80" y="208"/>
                    </a:lnTo>
                    <a:lnTo>
                      <a:pt x="76" y="208"/>
                    </a:lnTo>
                    <a:lnTo>
                      <a:pt x="76" y="212"/>
                    </a:lnTo>
                    <a:lnTo>
                      <a:pt x="80" y="208"/>
                    </a:lnTo>
                    <a:lnTo>
                      <a:pt x="80" y="212"/>
                    </a:lnTo>
                    <a:lnTo>
                      <a:pt x="76" y="212"/>
                    </a:lnTo>
                    <a:lnTo>
                      <a:pt x="72" y="212"/>
                    </a:lnTo>
                    <a:lnTo>
                      <a:pt x="68" y="212"/>
                    </a:lnTo>
                    <a:lnTo>
                      <a:pt x="64" y="212"/>
                    </a:lnTo>
                    <a:lnTo>
                      <a:pt x="60" y="212"/>
                    </a:lnTo>
                    <a:lnTo>
                      <a:pt x="60" y="216"/>
                    </a:lnTo>
                    <a:lnTo>
                      <a:pt x="56" y="216"/>
                    </a:lnTo>
                    <a:lnTo>
                      <a:pt x="54" y="216"/>
                    </a:lnTo>
                    <a:lnTo>
                      <a:pt x="56" y="216"/>
                    </a:lnTo>
                    <a:lnTo>
                      <a:pt x="54" y="216"/>
                    </a:lnTo>
                    <a:lnTo>
                      <a:pt x="50" y="216"/>
                    </a:lnTo>
                    <a:lnTo>
                      <a:pt x="46" y="216"/>
                    </a:lnTo>
                    <a:lnTo>
                      <a:pt x="46" y="212"/>
                    </a:lnTo>
                    <a:lnTo>
                      <a:pt x="46" y="216"/>
                    </a:lnTo>
                    <a:lnTo>
                      <a:pt x="42" y="212"/>
                    </a:lnTo>
                    <a:lnTo>
                      <a:pt x="38" y="212"/>
                    </a:lnTo>
                    <a:lnTo>
                      <a:pt x="38" y="216"/>
                    </a:lnTo>
                    <a:lnTo>
                      <a:pt x="34" y="216"/>
                    </a:lnTo>
                    <a:lnTo>
                      <a:pt x="30" y="216"/>
                    </a:lnTo>
                    <a:lnTo>
                      <a:pt x="26" y="216"/>
                    </a:lnTo>
                    <a:lnTo>
                      <a:pt x="24" y="216"/>
                    </a:lnTo>
                    <a:lnTo>
                      <a:pt x="20" y="216"/>
                    </a:lnTo>
                    <a:lnTo>
                      <a:pt x="16" y="220"/>
                    </a:lnTo>
                    <a:lnTo>
                      <a:pt x="12" y="220"/>
                    </a:lnTo>
                    <a:lnTo>
                      <a:pt x="12" y="216"/>
                    </a:lnTo>
                    <a:lnTo>
                      <a:pt x="12" y="212"/>
                    </a:lnTo>
                    <a:lnTo>
                      <a:pt x="12" y="208"/>
                    </a:lnTo>
                    <a:lnTo>
                      <a:pt x="12" y="204"/>
                    </a:lnTo>
                    <a:lnTo>
                      <a:pt x="16" y="204"/>
                    </a:lnTo>
                    <a:lnTo>
                      <a:pt x="16" y="202"/>
                    </a:lnTo>
                    <a:lnTo>
                      <a:pt x="16" y="198"/>
                    </a:lnTo>
                    <a:lnTo>
                      <a:pt x="20" y="198"/>
                    </a:lnTo>
                    <a:lnTo>
                      <a:pt x="20" y="194"/>
                    </a:lnTo>
                    <a:lnTo>
                      <a:pt x="20" y="198"/>
                    </a:lnTo>
                    <a:lnTo>
                      <a:pt x="20" y="194"/>
                    </a:lnTo>
                    <a:lnTo>
                      <a:pt x="24" y="194"/>
                    </a:lnTo>
                    <a:lnTo>
                      <a:pt x="26" y="194"/>
                    </a:lnTo>
                    <a:lnTo>
                      <a:pt x="26" y="190"/>
                    </a:lnTo>
                    <a:lnTo>
                      <a:pt x="30" y="190"/>
                    </a:lnTo>
                    <a:lnTo>
                      <a:pt x="34" y="190"/>
                    </a:lnTo>
                    <a:lnTo>
                      <a:pt x="34" y="186"/>
                    </a:lnTo>
                    <a:lnTo>
                      <a:pt x="34" y="182"/>
                    </a:lnTo>
                    <a:lnTo>
                      <a:pt x="34" y="178"/>
                    </a:lnTo>
                    <a:lnTo>
                      <a:pt x="30" y="178"/>
                    </a:lnTo>
                    <a:lnTo>
                      <a:pt x="26" y="178"/>
                    </a:lnTo>
                    <a:lnTo>
                      <a:pt x="26" y="176"/>
                    </a:lnTo>
                    <a:lnTo>
                      <a:pt x="26" y="172"/>
                    </a:lnTo>
                    <a:lnTo>
                      <a:pt x="26" y="168"/>
                    </a:lnTo>
                    <a:lnTo>
                      <a:pt x="26" y="164"/>
                    </a:lnTo>
                    <a:lnTo>
                      <a:pt x="26" y="160"/>
                    </a:lnTo>
                    <a:lnTo>
                      <a:pt x="24" y="160"/>
                    </a:lnTo>
                    <a:lnTo>
                      <a:pt x="20" y="156"/>
                    </a:lnTo>
                    <a:lnTo>
                      <a:pt x="16" y="156"/>
                    </a:lnTo>
                    <a:lnTo>
                      <a:pt x="12" y="152"/>
                    </a:lnTo>
                    <a:lnTo>
                      <a:pt x="12" y="148"/>
                    </a:lnTo>
                    <a:lnTo>
                      <a:pt x="8" y="146"/>
                    </a:lnTo>
                    <a:lnTo>
                      <a:pt x="8" y="142"/>
                    </a:lnTo>
                    <a:lnTo>
                      <a:pt x="4" y="134"/>
                    </a:lnTo>
                    <a:lnTo>
                      <a:pt x="0" y="134"/>
                    </a:lnTo>
                    <a:lnTo>
                      <a:pt x="4" y="134"/>
                    </a:lnTo>
                    <a:lnTo>
                      <a:pt x="12" y="138"/>
                    </a:lnTo>
                    <a:lnTo>
                      <a:pt x="16" y="138"/>
                    </a:lnTo>
                    <a:lnTo>
                      <a:pt x="20" y="138"/>
                    </a:lnTo>
                    <a:lnTo>
                      <a:pt x="24" y="142"/>
                    </a:lnTo>
                    <a:lnTo>
                      <a:pt x="34" y="138"/>
                    </a:lnTo>
                    <a:lnTo>
                      <a:pt x="34" y="138"/>
                    </a:lnTo>
                    <a:lnTo>
                      <a:pt x="34" y="1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3" name="Freeform 47"/>
              <p:cNvSpPr>
                <a:spLocks noEditPoints="1"/>
              </p:cNvSpPr>
              <p:nvPr/>
            </p:nvSpPr>
            <p:spPr bwMode="gray">
              <a:xfrm>
                <a:off x="7547995" y="4011830"/>
                <a:ext cx="24350" cy="17393"/>
              </a:xfrm>
              <a:custGeom>
                <a:avLst/>
                <a:gdLst>
                  <a:gd name="T0" fmla="*/ 8 w 14"/>
                  <a:gd name="T1" fmla="*/ 0 h 10"/>
                  <a:gd name="T2" fmla="*/ 8 w 14"/>
                  <a:gd name="T3" fmla="*/ 0 h 10"/>
                  <a:gd name="T4" fmla="*/ 8 w 14"/>
                  <a:gd name="T5" fmla="*/ 0 h 10"/>
                  <a:gd name="T6" fmla="*/ 8 w 14"/>
                  <a:gd name="T7" fmla="*/ 0 h 10"/>
                  <a:gd name="T8" fmla="*/ 8 w 14"/>
                  <a:gd name="T9" fmla="*/ 0 h 10"/>
                  <a:gd name="T10" fmla="*/ 8 w 14"/>
                  <a:gd name="T11" fmla="*/ 0 h 10"/>
                  <a:gd name="T12" fmla="*/ 8 w 14"/>
                  <a:gd name="T13" fmla="*/ 0 h 10"/>
                  <a:gd name="T14" fmla="*/ 8 w 14"/>
                  <a:gd name="T15" fmla="*/ 0 h 10"/>
                  <a:gd name="T16" fmla="*/ 8 w 14"/>
                  <a:gd name="T17" fmla="*/ 0 h 10"/>
                  <a:gd name="T18" fmla="*/ 8 w 14"/>
                  <a:gd name="T19" fmla="*/ 0 h 10"/>
                  <a:gd name="T20" fmla="*/ 14 w 14"/>
                  <a:gd name="T21" fmla="*/ 6 h 10"/>
                  <a:gd name="T22" fmla="*/ 14 w 14"/>
                  <a:gd name="T23" fmla="*/ 6 h 10"/>
                  <a:gd name="T24" fmla="*/ 14 w 14"/>
                  <a:gd name="T25" fmla="*/ 6 h 10"/>
                  <a:gd name="T26" fmla="*/ 14 w 14"/>
                  <a:gd name="T27" fmla="*/ 6 h 10"/>
                  <a:gd name="T28" fmla="*/ 14 w 14"/>
                  <a:gd name="T29" fmla="*/ 6 h 10"/>
                  <a:gd name="T30" fmla="*/ 14 w 14"/>
                  <a:gd name="T31" fmla="*/ 6 h 10"/>
                  <a:gd name="T32" fmla="*/ 14 w 14"/>
                  <a:gd name="T33" fmla="*/ 6 h 10"/>
                  <a:gd name="T34" fmla="*/ 0 w 14"/>
                  <a:gd name="T35" fmla="*/ 10 h 10"/>
                  <a:gd name="T36" fmla="*/ 0 w 14"/>
                  <a:gd name="T37" fmla="*/ 10 h 10"/>
                  <a:gd name="T38" fmla="*/ 0 w 14"/>
                  <a:gd name="T39" fmla="*/ 10 h 10"/>
                  <a:gd name="T40" fmla="*/ 0 w 14"/>
                  <a:gd name="T41" fmla="*/ 10 h 10"/>
                  <a:gd name="T42" fmla="*/ 0 w 14"/>
                  <a:gd name="T43" fmla="*/ 10 h 10"/>
                  <a:gd name="T44" fmla="*/ 0 w 14"/>
                  <a:gd name="T45"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 h="10">
                    <a:moveTo>
                      <a:pt x="8" y="0"/>
                    </a:moveTo>
                    <a:lnTo>
                      <a:pt x="8" y="0"/>
                    </a:lnTo>
                    <a:lnTo>
                      <a:pt x="8" y="0"/>
                    </a:lnTo>
                    <a:lnTo>
                      <a:pt x="8" y="0"/>
                    </a:lnTo>
                    <a:lnTo>
                      <a:pt x="8" y="0"/>
                    </a:lnTo>
                    <a:lnTo>
                      <a:pt x="8" y="0"/>
                    </a:lnTo>
                    <a:lnTo>
                      <a:pt x="8" y="0"/>
                    </a:lnTo>
                    <a:lnTo>
                      <a:pt x="8" y="0"/>
                    </a:lnTo>
                    <a:lnTo>
                      <a:pt x="8" y="0"/>
                    </a:lnTo>
                    <a:lnTo>
                      <a:pt x="8" y="0"/>
                    </a:lnTo>
                    <a:close/>
                    <a:moveTo>
                      <a:pt x="14" y="6"/>
                    </a:moveTo>
                    <a:lnTo>
                      <a:pt x="14" y="6"/>
                    </a:lnTo>
                    <a:lnTo>
                      <a:pt x="14" y="6"/>
                    </a:lnTo>
                    <a:lnTo>
                      <a:pt x="14" y="6"/>
                    </a:lnTo>
                    <a:lnTo>
                      <a:pt x="14" y="6"/>
                    </a:lnTo>
                    <a:lnTo>
                      <a:pt x="14" y="6"/>
                    </a:lnTo>
                    <a:lnTo>
                      <a:pt x="14" y="6"/>
                    </a:lnTo>
                    <a:close/>
                    <a:moveTo>
                      <a:pt x="0" y="10"/>
                    </a:moveTo>
                    <a:lnTo>
                      <a:pt x="0" y="10"/>
                    </a:lnTo>
                    <a:lnTo>
                      <a:pt x="0" y="10"/>
                    </a:lnTo>
                    <a:lnTo>
                      <a:pt x="0" y="10"/>
                    </a:lnTo>
                    <a:lnTo>
                      <a:pt x="0" y="10"/>
                    </a:lnTo>
                    <a:lnTo>
                      <a:pt x="0"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4" name="Freeform 48"/>
              <p:cNvSpPr>
                <a:spLocks noEditPoints="1"/>
              </p:cNvSpPr>
              <p:nvPr/>
            </p:nvSpPr>
            <p:spPr bwMode="gray">
              <a:xfrm>
                <a:off x="7676699" y="3952697"/>
                <a:ext cx="233061" cy="413943"/>
              </a:xfrm>
              <a:custGeom>
                <a:avLst/>
                <a:gdLst>
                  <a:gd name="T0" fmla="*/ 78 w 134"/>
                  <a:gd name="T1" fmla="*/ 150 h 238"/>
                  <a:gd name="T2" fmla="*/ 94 w 134"/>
                  <a:gd name="T3" fmla="*/ 172 h 238"/>
                  <a:gd name="T4" fmla="*/ 0 w 134"/>
                  <a:gd name="T5" fmla="*/ 194 h 238"/>
                  <a:gd name="T6" fmla="*/ 50 w 134"/>
                  <a:gd name="T7" fmla="*/ 220 h 238"/>
                  <a:gd name="T8" fmla="*/ 42 w 134"/>
                  <a:gd name="T9" fmla="*/ 48 h 238"/>
                  <a:gd name="T10" fmla="*/ 50 w 134"/>
                  <a:gd name="T11" fmla="*/ 10 h 238"/>
                  <a:gd name="T12" fmla="*/ 74 w 134"/>
                  <a:gd name="T13" fmla="*/ 10 h 238"/>
                  <a:gd name="T14" fmla="*/ 70 w 134"/>
                  <a:gd name="T15" fmla="*/ 48 h 238"/>
                  <a:gd name="T16" fmla="*/ 66 w 134"/>
                  <a:gd name="T17" fmla="*/ 70 h 238"/>
                  <a:gd name="T18" fmla="*/ 78 w 134"/>
                  <a:gd name="T19" fmla="*/ 82 h 238"/>
                  <a:gd name="T20" fmla="*/ 94 w 134"/>
                  <a:gd name="T21" fmla="*/ 90 h 238"/>
                  <a:gd name="T22" fmla="*/ 100 w 134"/>
                  <a:gd name="T23" fmla="*/ 100 h 238"/>
                  <a:gd name="T24" fmla="*/ 90 w 134"/>
                  <a:gd name="T25" fmla="*/ 100 h 238"/>
                  <a:gd name="T26" fmla="*/ 78 w 134"/>
                  <a:gd name="T27" fmla="*/ 100 h 238"/>
                  <a:gd name="T28" fmla="*/ 52 w 134"/>
                  <a:gd name="T29" fmla="*/ 90 h 238"/>
                  <a:gd name="T30" fmla="*/ 46 w 134"/>
                  <a:gd name="T31" fmla="*/ 74 h 238"/>
                  <a:gd name="T32" fmla="*/ 70 w 134"/>
                  <a:gd name="T33" fmla="*/ 70 h 238"/>
                  <a:gd name="T34" fmla="*/ 74 w 134"/>
                  <a:gd name="T35" fmla="*/ 70 h 238"/>
                  <a:gd name="T36" fmla="*/ 100 w 134"/>
                  <a:gd name="T37" fmla="*/ 86 h 238"/>
                  <a:gd name="T38" fmla="*/ 66 w 134"/>
                  <a:gd name="T39" fmla="*/ 96 h 238"/>
                  <a:gd name="T40" fmla="*/ 50 w 134"/>
                  <a:gd name="T41" fmla="*/ 100 h 238"/>
                  <a:gd name="T42" fmla="*/ 60 w 134"/>
                  <a:gd name="T43" fmla="*/ 116 h 238"/>
                  <a:gd name="T44" fmla="*/ 70 w 134"/>
                  <a:gd name="T45" fmla="*/ 120 h 238"/>
                  <a:gd name="T46" fmla="*/ 94 w 134"/>
                  <a:gd name="T47" fmla="*/ 108 h 238"/>
                  <a:gd name="T48" fmla="*/ 100 w 134"/>
                  <a:gd name="T49" fmla="*/ 124 h 238"/>
                  <a:gd name="T50" fmla="*/ 104 w 134"/>
                  <a:gd name="T51" fmla="*/ 116 h 238"/>
                  <a:gd name="T52" fmla="*/ 122 w 134"/>
                  <a:gd name="T53" fmla="*/ 134 h 238"/>
                  <a:gd name="T54" fmla="*/ 108 w 134"/>
                  <a:gd name="T55" fmla="*/ 120 h 238"/>
                  <a:gd name="T56" fmla="*/ 42 w 134"/>
                  <a:gd name="T57" fmla="*/ 116 h 238"/>
                  <a:gd name="T58" fmla="*/ 46 w 134"/>
                  <a:gd name="T59" fmla="*/ 126 h 238"/>
                  <a:gd name="T60" fmla="*/ 70 w 134"/>
                  <a:gd name="T61" fmla="*/ 146 h 238"/>
                  <a:gd name="T62" fmla="*/ 82 w 134"/>
                  <a:gd name="T63" fmla="*/ 130 h 238"/>
                  <a:gd name="T64" fmla="*/ 104 w 134"/>
                  <a:gd name="T65" fmla="*/ 130 h 238"/>
                  <a:gd name="T66" fmla="*/ 108 w 134"/>
                  <a:gd name="T67" fmla="*/ 134 h 238"/>
                  <a:gd name="T68" fmla="*/ 112 w 134"/>
                  <a:gd name="T69" fmla="*/ 152 h 238"/>
                  <a:gd name="T70" fmla="*/ 38 w 134"/>
                  <a:gd name="T71" fmla="*/ 150 h 238"/>
                  <a:gd name="T72" fmla="*/ 12 w 134"/>
                  <a:gd name="T73" fmla="*/ 176 h 238"/>
                  <a:gd name="T74" fmla="*/ 26 w 134"/>
                  <a:gd name="T75" fmla="*/ 152 h 238"/>
                  <a:gd name="T76" fmla="*/ 34 w 134"/>
                  <a:gd name="T77" fmla="*/ 134 h 238"/>
                  <a:gd name="T78" fmla="*/ 94 w 134"/>
                  <a:gd name="T79" fmla="*/ 152 h 238"/>
                  <a:gd name="T80" fmla="*/ 96 w 134"/>
                  <a:gd name="T81" fmla="*/ 152 h 238"/>
                  <a:gd name="T82" fmla="*/ 90 w 134"/>
                  <a:gd name="T83" fmla="*/ 156 h 238"/>
                  <a:gd name="T84" fmla="*/ 74 w 134"/>
                  <a:gd name="T85" fmla="*/ 160 h 238"/>
                  <a:gd name="T86" fmla="*/ 90 w 134"/>
                  <a:gd name="T87" fmla="*/ 146 h 238"/>
                  <a:gd name="T88" fmla="*/ 108 w 134"/>
                  <a:gd name="T89" fmla="*/ 152 h 238"/>
                  <a:gd name="T90" fmla="*/ 116 w 134"/>
                  <a:gd name="T91" fmla="*/ 156 h 238"/>
                  <a:gd name="T92" fmla="*/ 74 w 134"/>
                  <a:gd name="T93" fmla="*/ 202 h 238"/>
                  <a:gd name="T94" fmla="*/ 86 w 134"/>
                  <a:gd name="T95" fmla="*/ 186 h 238"/>
                  <a:gd name="T96" fmla="*/ 100 w 134"/>
                  <a:gd name="T97" fmla="*/ 186 h 238"/>
                  <a:gd name="T98" fmla="*/ 116 w 134"/>
                  <a:gd name="T99" fmla="*/ 176 h 238"/>
                  <a:gd name="T100" fmla="*/ 130 w 134"/>
                  <a:gd name="T101" fmla="*/ 172 h 238"/>
                  <a:gd name="T102" fmla="*/ 134 w 134"/>
                  <a:gd name="T103" fmla="*/ 202 h 238"/>
                  <a:gd name="T104" fmla="*/ 126 w 134"/>
                  <a:gd name="T105" fmla="*/ 202 h 238"/>
                  <a:gd name="T106" fmla="*/ 120 w 134"/>
                  <a:gd name="T107" fmla="*/ 232 h 238"/>
                  <a:gd name="T108" fmla="*/ 100 w 134"/>
                  <a:gd name="T109" fmla="*/ 208 h 238"/>
                  <a:gd name="T110" fmla="*/ 94 w 134"/>
                  <a:gd name="T111" fmla="*/ 194 h 238"/>
                  <a:gd name="T112" fmla="*/ 82 w 134"/>
                  <a:gd name="T113" fmla="*/ 198 h 238"/>
                  <a:gd name="T114" fmla="*/ 108 w 134"/>
                  <a:gd name="T115" fmla="*/ 172 h 238"/>
                  <a:gd name="T116" fmla="*/ 66 w 134"/>
                  <a:gd name="T117" fmla="*/ 212 h 238"/>
                  <a:gd name="T118" fmla="*/ 60 w 134"/>
                  <a:gd name="T119" fmla="*/ 228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4" h="238">
                    <a:moveTo>
                      <a:pt x="112" y="130"/>
                    </a:moveTo>
                    <a:lnTo>
                      <a:pt x="112" y="126"/>
                    </a:lnTo>
                    <a:lnTo>
                      <a:pt x="108" y="126"/>
                    </a:lnTo>
                    <a:lnTo>
                      <a:pt x="112" y="126"/>
                    </a:lnTo>
                    <a:lnTo>
                      <a:pt x="112" y="130"/>
                    </a:lnTo>
                    <a:lnTo>
                      <a:pt x="112" y="130"/>
                    </a:lnTo>
                    <a:lnTo>
                      <a:pt x="112" y="130"/>
                    </a:lnTo>
                    <a:close/>
                    <a:moveTo>
                      <a:pt x="78" y="150"/>
                    </a:moveTo>
                    <a:lnTo>
                      <a:pt x="78" y="146"/>
                    </a:lnTo>
                    <a:lnTo>
                      <a:pt x="78" y="142"/>
                    </a:lnTo>
                    <a:lnTo>
                      <a:pt x="82" y="142"/>
                    </a:lnTo>
                    <a:lnTo>
                      <a:pt x="82" y="146"/>
                    </a:lnTo>
                    <a:lnTo>
                      <a:pt x="78" y="150"/>
                    </a:lnTo>
                    <a:lnTo>
                      <a:pt x="78" y="150"/>
                    </a:lnTo>
                    <a:lnTo>
                      <a:pt x="78" y="150"/>
                    </a:lnTo>
                    <a:close/>
                    <a:moveTo>
                      <a:pt x="42" y="150"/>
                    </a:moveTo>
                    <a:lnTo>
                      <a:pt x="42" y="146"/>
                    </a:lnTo>
                    <a:lnTo>
                      <a:pt x="38" y="146"/>
                    </a:lnTo>
                    <a:lnTo>
                      <a:pt x="42" y="146"/>
                    </a:lnTo>
                    <a:lnTo>
                      <a:pt x="42" y="150"/>
                    </a:lnTo>
                    <a:lnTo>
                      <a:pt x="42" y="150"/>
                    </a:lnTo>
                    <a:lnTo>
                      <a:pt x="42" y="150"/>
                    </a:lnTo>
                    <a:close/>
                    <a:moveTo>
                      <a:pt x="94" y="172"/>
                    </a:moveTo>
                    <a:lnTo>
                      <a:pt x="94" y="168"/>
                    </a:lnTo>
                    <a:lnTo>
                      <a:pt x="94" y="172"/>
                    </a:lnTo>
                    <a:lnTo>
                      <a:pt x="94" y="172"/>
                    </a:lnTo>
                    <a:lnTo>
                      <a:pt x="94" y="172"/>
                    </a:lnTo>
                    <a:close/>
                    <a:moveTo>
                      <a:pt x="4" y="186"/>
                    </a:moveTo>
                    <a:lnTo>
                      <a:pt x="4" y="182"/>
                    </a:lnTo>
                    <a:lnTo>
                      <a:pt x="4" y="186"/>
                    </a:lnTo>
                    <a:lnTo>
                      <a:pt x="4" y="186"/>
                    </a:lnTo>
                    <a:lnTo>
                      <a:pt x="4" y="186"/>
                    </a:lnTo>
                    <a:close/>
                    <a:moveTo>
                      <a:pt x="0" y="194"/>
                    </a:moveTo>
                    <a:lnTo>
                      <a:pt x="0" y="190"/>
                    </a:lnTo>
                    <a:lnTo>
                      <a:pt x="0" y="186"/>
                    </a:lnTo>
                    <a:lnTo>
                      <a:pt x="0" y="190"/>
                    </a:lnTo>
                    <a:lnTo>
                      <a:pt x="0" y="194"/>
                    </a:lnTo>
                    <a:lnTo>
                      <a:pt x="0" y="194"/>
                    </a:lnTo>
                    <a:lnTo>
                      <a:pt x="0" y="194"/>
                    </a:lnTo>
                    <a:close/>
                    <a:moveTo>
                      <a:pt x="82" y="202"/>
                    </a:moveTo>
                    <a:lnTo>
                      <a:pt x="82" y="198"/>
                    </a:lnTo>
                    <a:lnTo>
                      <a:pt x="86" y="198"/>
                    </a:lnTo>
                    <a:lnTo>
                      <a:pt x="86" y="202"/>
                    </a:lnTo>
                    <a:lnTo>
                      <a:pt x="82" y="202"/>
                    </a:lnTo>
                    <a:lnTo>
                      <a:pt x="82" y="202"/>
                    </a:lnTo>
                    <a:lnTo>
                      <a:pt x="82" y="202"/>
                    </a:lnTo>
                    <a:close/>
                    <a:moveTo>
                      <a:pt x="50" y="220"/>
                    </a:moveTo>
                    <a:lnTo>
                      <a:pt x="50" y="216"/>
                    </a:lnTo>
                    <a:lnTo>
                      <a:pt x="52" y="216"/>
                    </a:lnTo>
                    <a:lnTo>
                      <a:pt x="52" y="220"/>
                    </a:lnTo>
                    <a:lnTo>
                      <a:pt x="50" y="220"/>
                    </a:lnTo>
                    <a:lnTo>
                      <a:pt x="50" y="220"/>
                    </a:lnTo>
                    <a:lnTo>
                      <a:pt x="50" y="220"/>
                    </a:lnTo>
                    <a:close/>
                    <a:moveTo>
                      <a:pt x="66" y="4"/>
                    </a:moveTo>
                    <a:lnTo>
                      <a:pt x="66" y="0"/>
                    </a:lnTo>
                    <a:lnTo>
                      <a:pt x="70" y="0"/>
                    </a:lnTo>
                    <a:lnTo>
                      <a:pt x="66" y="4"/>
                    </a:lnTo>
                    <a:lnTo>
                      <a:pt x="66" y="4"/>
                    </a:lnTo>
                    <a:lnTo>
                      <a:pt x="66" y="4"/>
                    </a:lnTo>
                    <a:close/>
                    <a:moveTo>
                      <a:pt x="42" y="56"/>
                    </a:moveTo>
                    <a:lnTo>
                      <a:pt x="42" y="52"/>
                    </a:lnTo>
                    <a:lnTo>
                      <a:pt x="38" y="52"/>
                    </a:lnTo>
                    <a:lnTo>
                      <a:pt x="38" y="48"/>
                    </a:lnTo>
                    <a:lnTo>
                      <a:pt x="42" y="44"/>
                    </a:lnTo>
                    <a:lnTo>
                      <a:pt x="42" y="48"/>
                    </a:lnTo>
                    <a:lnTo>
                      <a:pt x="46" y="48"/>
                    </a:lnTo>
                    <a:lnTo>
                      <a:pt x="46" y="52"/>
                    </a:lnTo>
                    <a:lnTo>
                      <a:pt x="50" y="48"/>
                    </a:lnTo>
                    <a:lnTo>
                      <a:pt x="50" y="44"/>
                    </a:lnTo>
                    <a:lnTo>
                      <a:pt x="50" y="40"/>
                    </a:lnTo>
                    <a:lnTo>
                      <a:pt x="50" y="38"/>
                    </a:lnTo>
                    <a:lnTo>
                      <a:pt x="50" y="34"/>
                    </a:lnTo>
                    <a:lnTo>
                      <a:pt x="50" y="30"/>
                    </a:lnTo>
                    <a:lnTo>
                      <a:pt x="50" y="26"/>
                    </a:lnTo>
                    <a:lnTo>
                      <a:pt x="50" y="22"/>
                    </a:lnTo>
                    <a:lnTo>
                      <a:pt x="50" y="18"/>
                    </a:lnTo>
                    <a:lnTo>
                      <a:pt x="50" y="14"/>
                    </a:lnTo>
                    <a:lnTo>
                      <a:pt x="50" y="10"/>
                    </a:lnTo>
                    <a:lnTo>
                      <a:pt x="52" y="10"/>
                    </a:lnTo>
                    <a:lnTo>
                      <a:pt x="52" y="8"/>
                    </a:lnTo>
                    <a:lnTo>
                      <a:pt x="56" y="4"/>
                    </a:lnTo>
                    <a:lnTo>
                      <a:pt x="56" y="8"/>
                    </a:lnTo>
                    <a:lnTo>
                      <a:pt x="60" y="4"/>
                    </a:lnTo>
                    <a:lnTo>
                      <a:pt x="60" y="8"/>
                    </a:lnTo>
                    <a:lnTo>
                      <a:pt x="64" y="8"/>
                    </a:lnTo>
                    <a:lnTo>
                      <a:pt x="64" y="10"/>
                    </a:lnTo>
                    <a:lnTo>
                      <a:pt x="66" y="10"/>
                    </a:lnTo>
                    <a:lnTo>
                      <a:pt x="70" y="10"/>
                    </a:lnTo>
                    <a:lnTo>
                      <a:pt x="70" y="8"/>
                    </a:lnTo>
                    <a:lnTo>
                      <a:pt x="74" y="8"/>
                    </a:lnTo>
                    <a:lnTo>
                      <a:pt x="74" y="10"/>
                    </a:lnTo>
                    <a:lnTo>
                      <a:pt x="74" y="14"/>
                    </a:lnTo>
                    <a:lnTo>
                      <a:pt x="74" y="18"/>
                    </a:lnTo>
                    <a:lnTo>
                      <a:pt x="74" y="22"/>
                    </a:lnTo>
                    <a:lnTo>
                      <a:pt x="74" y="26"/>
                    </a:lnTo>
                    <a:lnTo>
                      <a:pt x="78" y="30"/>
                    </a:lnTo>
                    <a:lnTo>
                      <a:pt x="78" y="34"/>
                    </a:lnTo>
                    <a:lnTo>
                      <a:pt x="78" y="38"/>
                    </a:lnTo>
                    <a:lnTo>
                      <a:pt x="74" y="40"/>
                    </a:lnTo>
                    <a:lnTo>
                      <a:pt x="74" y="44"/>
                    </a:lnTo>
                    <a:lnTo>
                      <a:pt x="74" y="48"/>
                    </a:lnTo>
                    <a:lnTo>
                      <a:pt x="70" y="48"/>
                    </a:lnTo>
                    <a:lnTo>
                      <a:pt x="70" y="52"/>
                    </a:lnTo>
                    <a:lnTo>
                      <a:pt x="70" y="48"/>
                    </a:lnTo>
                    <a:lnTo>
                      <a:pt x="74" y="48"/>
                    </a:lnTo>
                    <a:lnTo>
                      <a:pt x="70" y="48"/>
                    </a:lnTo>
                    <a:lnTo>
                      <a:pt x="66" y="48"/>
                    </a:lnTo>
                    <a:lnTo>
                      <a:pt x="66" y="52"/>
                    </a:lnTo>
                    <a:lnTo>
                      <a:pt x="64" y="52"/>
                    </a:lnTo>
                    <a:lnTo>
                      <a:pt x="64" y="56"/>
                    </a:lnTo>
                    <a:lnTo>
                      <a:pt x="66" y="56"/>
                    </a:lnTo>
                    <a:lnTo>
                      <a:pt x="64" y="56"/>
                    </a:lnTo>
                    <a:lnTo>
                      <a:pt x="64" y="60"/>
                    </a:lnTo>
                    <a:lnTo>
                      <a:pt x="64" y="64"/>
                    </a:lnTo>
                    <a:lnTo>
                      <a:pt x="64" y="66"/>
                    </a:lnTo>
                    <a:lnTo>
                      <a:pt x="64" y="70"/>
                    </a:lnTo>
                    <a:lnTo>
                      <a:pt x="66" y="70"/>
                    </a:lnTo>
                    <a:lnTo>
                      <a:pt x="66" y="74"/>
                    </a:lnTo>
                    <a:lnTo>
                      <a:pt x="64" y="74"/>
                    </a:lnTo>
                    <a:lnTo>
                      <a:pt x="66" y="74"/>
                    </a:lnTo>
                    <a:lnTo>
                      <a:pt x="66" y="78"/>
                    </a:lnTo>
                    <a:lnTo>
                      <a:pt x="66" y="82"/>
                    </a:lnTo>
                    <a:lnTo>
                      <a:pt x="70" y="86"/>
                    </a:lnTo>
                    <a:lnTo>
                      <a:pt x="74" y="86"/>
                    </a:lnTo>
                    <a:lnTo>
                      <a:pt x="74" y="90"/>
                    </a:lnTo>
                    <a:lnTo>
                      <a:pt x="74" y="86"/>
                    </a:lnTo>
                    <a:lnTo>
                      <a:pt x="74" y="82"/>
                    </a:lnTo>
                    <a:lnTo>
                      <a:pt x="74" y="86"/>
                    </a:lnTo>
                    <a:lnTo>
                      <a:pt x="74" y="82"/>
                    </a:lnTo>
                    <a:lnTo>
                      <a:pt x="78" y="82"/>
                    </a:lnTo>
                    <a:lnTo>
                      <a:pt x="78" y="78"/>
                    </a:lnTo>
                    <a:lnTo>
                      <a:pt x="78" y="82"/>
                    </a:lnTo>
                    <a:lnTo>
                      <a:pt x="82" y="78"/>
                    </a:lnTo>
                    <a:lnTo>
                      <a:pt x="82" y="82"/>
                    </a:lnTo>
                    <a:lnTo>
                      <a:pt x="86" y="82"/>
                    </a:lnTo>
                    <a:lnTo>
                      <a:pt x="86" y="86"/>
                    </a:lnTo>
                    <a:lnTo>
                      <a:pt x="86" y="90"/>
                    </a:lnTo>
                    <a:lnTo>
                      <a:pt x="86" y="94"/>
                    </a:lnTo>
                    <a:lnTo>
                      <a:pt x="86" y="90"/>
                    </a:lnTo>
                    <a:lnTo>
                      <a:pt x="90" y="90"/>
                    </a:lnTo>
                    <a:lnTo>
                      <a:pt x="90" y="86"/>
                    </a:lnTo>
                    <a:lnTo>
                      <a:pt x="94" y="86"/>
                    </a:lnTo>
                    <a:lnTo>
                      <a:pt x="94" y="90"/>
                    </a:lnTo>
                    <a:lnTo>
                      <a:pt x="96" y="90"/>
                    </a:lnTo>
                    <a:lnTo>
                      <a:pt x="96" y="94"/>
                    </a:lnTo>
                    <a:lnTo>
                      <a:pt x="96" y="90"/>
                    </a:lnTo>
                    <a:lnTo>
                      <a:pt x="94" y="90"/>
                    </a:lnTo>
                    <a:lnTo>
                      <a:pt x="94" y="94"/>
                    </a:lnTo>
                    <a:lnTo>
                      <a:pt x="94" y="96"/>
                    </a:lnTo>
                    <a:lnTo>
                      <a:pt x="96" y="96"/>
                    </a:lnTo>
                    <a:lnTo>
                      <a:pt x="96" y="100"/>
                    </a:lnTo>
                    <a:lnTo>
                      <a:pt x="96" y="96"/>
                    </a:lnTo>
                    <a:lnTo>
                      <a:pt x="96" y="100"/>
                    </a:lnTo>
                    <a:lnTo>
                      <a:pt x="100" y="100"/>
                    </a:lnTo>
                    <a:lnTo>
                      <a:pt x="100" y="104"/>
                    </a:lnTo>
                    <a:lnTo>
                      <a:pt x="100" y="100"/>
                    </a:lnTo>
                    <a:lnTo>
                      <a:pt x="100" y="104"/>
                    </a:lnTo>
                    <a:lnTo>
                      <a:pt x="100" y="108"/>
                    </a:lnTo>
                    <a:lnTo>
                      <a:pt x="100" y="112"/>
                    </a:lnTo>
                    <a:lnTo>
                      <a:pt x="96" y="112"/>
                    </a:lnTo>
                    <a:lnTo>
                      <a:pt x="96" y="108"/>
                    </a:lnTo>
                    <a:lnTo>
                      <a:pt x="96" y="104"/>
                    </a:lnTo>
                    <a:lnTo>
                      <a:pt x="100" y="104"/>
                    </a:lnTo>
                    <a:lnTo>
                      <a:pt x="96" y="104"/>
                    </a:lnTo>
                    <a:lnTo>
                      <a:pt x="94" y="104"/>
                    </a:lnTo>
                    <a:lnTo>
                      <a:pt x="90" y="104"/>
                    </a:lnTo>
                    <a:lnTo>
                      <a:pt x="90" y="100"/>
                    </a:lnTo>
                    <a:lnTo>
                      <a:pt x="90" y="104"/>
                    </a:lnTo>
                    <a:lnTo>
                      <a:pt x="90" y="100"/>
                    </a:lnTo>
                    <a:lnTo>
                      <a:pt x="90" y="96"/>
                    </a:lnTo>
                    <a:lnTo>
                      <a:pt x="86" y="96"/>
                    </a:lnTo>
                    <a:lnTo>
                      <a:pt x="86" y="94"/>
                    </a:lnTo>
                    <a:lnTo>
                      <a:pt x="82" y="94"/>
                    </a:lnTo>
                    <a:lnTo>
                      <a:pt x="82" y="90"/>
                    </a:lnTo>
                    <a:lnTo>
                      <a:pt x="78" y="90"/>
                    </a:lnTo>
                    <a:lnTo>
                      <a:pt x="78" y="86"/>
                    </a:lnTo>
                    <a:lnTo>
                      <a:pt x="78" y="90"/>
                    </a:lnTo>
                    <a:lnTo>
                      <a:pt x="78" y="94"/>
                    </a:lnTo>
                    <a:lnTo>
                      <a:pt x="78" y="96"/>
                    </a:lnTo>
                    <a:lnTo>
                      <a:pt x="82" y="96"/>
                    </a:lnTo>
                    <a:lnTo>
                      <a:pt x="82" y="100"/>
                    </a:lnTo>
                    <a:lnTo>
                      <a:pt x="78" y="100"/>
                    </a:lnTo>
                    <a:lnTo>
                      <a:pt x="78" y="96"/>
                    </a:lnTo>
                    <a:lnTo>
                      <a:pt x="78" y="94"/>
                    </a:lnTo>
                    <a:lnTo>
                      <a:pt x="74" y="94"/>
                    </a:lnTo>
                    <a:lnTo>
                      <a:pt x="70" y="90"/>
                    </a:lnTo>
                    <a:lnTo>
                      <a:pt x="66" y="90"/>
                    </a:lnTo>
                    <a:lnTo>
                      <a:pt x="66" y="86"/>
                    </a:lnTo>
                    <a:lnTo>
                      <a:pt x="64" y="90"/>
                    </a:lnTo>
                    <a:lnTo>
                      <a:pt x="64" y="94"/>
                    </a:lnTo>
                    <a:lnTo>
                      <a:pt x="60" y="94"/>
                    </a:lnTo>
                    <a:lnTo>
                      <a:pt x="56" y="94"/>
                    </a:lnTo>
                    <a:lnTo>
                      <a:pt x="56" y="90"/>
                    </a:lnTo>
                    <a:lnTo>
                      <a:pt x="52" y="86"/>
                    </a:lnTo>
                    <a:lnTo>
                      <a:pt x="52" y="90"/>
                    </a:lnTo>
                    <a:lnTo>
                      <a:pt x="52" y="86"/>
                    </a:lnTo>
                    <a:lnTo>
                      <a:pt x="52" y="82"/>
                    </a:lnTo>
                    <a:lnTo>
                      <a:pt x="56" y="78"/>
                    </a:lnTo>
                    <a:lnTo>
                      <a:pt x="56" y="74"/>
                    </a:lnTo>
                    <a:lnTo>
                      <a:pt x="52" y="74"/>
                    </a:lnTo>
                    <a:lnTo>
                      <a:pt x="52" y="70"/>
                    </a:lnTo>
                    <a:lnTo>
                      <a:pt x="50" y="70"/>
                    </a:lnTo>
                    <a:lnTo>
                      <a:pt x="50" y="74"/>
                    </a:lnTo>
                    <a:lnTo>
                      <a:pt x="52" y="74"/>
                    </a:lnTo>
                    <a:lnTo>
                      <a:pt x="52" y="78"/>
                    </a:lnTo>
                    <a:lnTo>
                      <a:pt x="50" y="78"/>
                    </a:lnTo>
                    <a:lnTo>
                      <a:pt x="50" y="74"/>
                    </a:lnTo>
                    <a:lnTo>
                      <a:pt x="46" y="74"/>
                    </a:lnTo>
                    <a:lnTo>
                      <a:pt x="46" y="70"/>
                    </a:lnTo>
                    <a:lnTo>
                      <a:pt x="50" y="70"/>
                    </a:lnTo>
                    <a:lnTo>
                      <a:pt x="46" y="70"/>
                    </a:lnTo>
                    <a:lnTo>
                      <a:pt x="46" y="74"/>
                    </a:lnTo>
                    <a:lnTo>
                      <a:pt x="46" y="70"/>
                    </a:lnTo>
                    <a:lnTo>
                      <a:pt x="46" y="66"/>
                    </a:lnTo>
                    <a:lnTo>
                      <a:pt x="42" y="64"/>
                    </a:lnTo>
                    <a:lnTo>
                      <a:pt x="42" y="60"/>
                    </a:lnTo>
                    <a:lnTo>
                      <a:pt x="42" y="56"/>
                    </a:lnTo>
                    <a:lnTo>
                      <a:pt x="42" y="56"/>
                    </a:lnTo>
                    <a:lnTo>
                      <a:pt x="42" y="56"/>
                    </a:lnTo>
                    <a:close/>
                    <a:moveTo>
                      <a:pt x="70" y="74"/>
                    </a:moveTo>
                    <a:lnTo>
                      <a:pt x="70" y="70"/>
                    </a:lnTo>
                    <a:lnTo>
                      <a:pt x="66" y="70"/>
                    </a:lnTo>
                    <a:lnTo>
                      <a:pt x="66" y="66"/>
                    </a:lnTo>
                    <a:lnTo>
                      <a:pt x="70" y="66"/>
                    </a:lnTo>
                    <a:lnTo>
                      <a:pt x="70" y="70"/>
                    </a:lnTo>
                    <a:lnTo>
                      <a:pt x="70" y="66"/>
                    </a:lnTo>
                    <a:lnTo>
                      <a:pt x="70" y="70"/>
                    </a:lnTo>
                    <a:lnTo>
                      <a:pt x="70" y="74"/>
                    </a:lnTo>
                    <a:lnTo>
                      <a:pt x="70" y="74"/>
                    </a:lnTo>
                    <a:lnTo>
                      <a:pt x="70" y="74"/>
                    </a:lnTo>
                    <a:close/>
                    <a:moveTo>
                      <a:pt x="74" y="74"/>
                    </a:moveTo>
                    <a:lnTo>
                      <a:pt x="74" y="70"/>
                    </a:lnTo>
                    <a:lnTo>
                      <a:pt x="70" y="70"/>
                    </a:lnTo>
                    <a:lnTo>
                      <a:pt x="74" y="70"/>
                    </a:lnTo>
                    <a:lnTo>
                      <a:pt x="74" y="74"/>
                    </a:lnTo>
                    <a:lnTo>
                      <a:pt x="74" y="74"/>
                    </a:lnTo>
                    <a:lnTo>
                      <a:pt x="74" y="74"/>
                    </a:lnTo>
                    <a:close/>
                    <a:moveTo>
                      <a:pt x="74" y="86"/>
                    </a:moveTo>
                    <a:lnTo>
                      <a:pt x="70" y="86"/>
                    </a:lnTo>
                    <a:lnTo>
                      <a:pt x="70" y="82"/>
                    </a:lnTo>
                    <a:lnTo>
                      <a:pt x="70" y="86"/>
                    </a:lnTo>
                    <a:lnTo>
                      <a:pt x="74" y="86"/>
                    </a:lnTo>
                    <a:lnTo>
                      <a:pt x="74" y="86"/>
                    </a:lnTo>
                    <a:lnTo>
                      <a:pt x="74" y="86"/>
                    </a:lnTo>
                    <a:close/>
                    <a:moveTo>
                      <a:pt x="100" y="94"/>
                    </a:moveTo>
                    <a:lnTo>
                      <a:pt x="100" y="90"/>
                    </a:lnTo>
                    <a:lnTo>
                      <a:pt x="100" y="86"/>
                    </a:lnTo>
                    <a:lnTo>
                      <a:pt x="104" y="86"/>
                    </a:lnTo>
                    <a:lnTo>
                      <a:pt x="104" y="90"/>
                    </a:lnTo>
                    <a:lnTo>
                      <a:pt x="104" y="94"/>
                    </a:lnTo>
                    <a:lnTo>
                      <a:pt x="100" y="94"/>
                    </a:lnTo>
                    <a:lnTo>
                      <a:pt x="100" y="94"/>
                    </a:lnTo>
                    <a:lnTo>
                      <a:pt x="100" y="94"/>
                    </a:lnTo>
                    <a:close/>
                    <a:moveTo>
                      <a:pt x="46" y="94"/>
                    </a:moveTo>
                    <a:lnTo>
                      <a:pt x="46" y="90"/>
                    </a:lnTo>
                    <a:lnTo>
                      <a:pt x="46" y="94"/>
                    </a:lnTo>
                    <a:lnTo>
                      <a:pt x="46" y="94"/>
                    </a:lnTo>
                    <a:lnTo>
                      <a:pt x="46" y="94"/>
                    </a:lnTo>
                    <a:close/>
                    <a:moveTo>
                      <a:pt x="70" y="100"/>
                    </a:moveTo>
                    <a:lnTo>
                      <a:pt x="66" y="96"/>
                    </a:lnTo>
                    <a:lnTo>
                      <a:pt x="70" y="94"/>
                    </a:lnTo>
                    <a:lnTo>
                      <a:pt x="70" y="96"/>
                    </a:lnTo>
                    <a:lnTo>
                      <a:pt x="74" y="96"/>
                    </a:lnTo>
                    <a:lnTo>
                      <a:pt x="70" y="100"/>
                    </a:lnTo>
                    <a:lnTo>
                      <a:pt x="70" y="100"/>
                    </a:lnTo>
                    <a:lnTo>
                      <a:pt x="70" y="100"/>
                    </a:lnTo>
                    <a:close/>
                    <a:moveTo>
                      <a:pt x="56" y="116"/>
                    </a:moveTo>
                    <a:lnTo>
                      <a:pt x="56" y="112"/>
                    </a:lnTo>
                    <a:lnTo>
                      <a:pt x="56" y="108"/>
                    </a:lnTo>
                    <a:lnTo>
                      <a:pt x="52" y="108"/>
                    </a:lnTo>
                    <a:lnTo>
                      <a:pt x="52" y="104"/>
                    </a:lnTo>
                    <a:lnTo>
                      <a:pt x="52" y="100"/>
                    </a:lnTo>
                    <a:lnTo>
                      <a:pt x="50" y="100"/>
                    </a:lnTo>
                    <a:lnTo>
                      <a:pt x="50" y="96"/>
                    </a:lnTo>
                    <a:lnTo>
                      <a:pt x="50" y="94"/>
                    </a:lnTo>
                    <a:lnTo>
                      <a:pt x="52" y="94"/>
                    </a:lnTo>
                    <a:lnTo>
                      <a:pt x="52" y="96"/>
                    </a:lnTo>
                    <a:lnTo>
                      <a:pt x="56" y="94"/>
                    </a:lnTo>
                    <a:lnTo>
                      <a:pt x="56" y="96"/>
                    </a:lnTo>
                    <a:lnTo>
                      <a:pt x="60" y="96"/>
                    </a:lnTo>
                    <a:lnTo>
                      <a:pt x="64" y="100"/>
                    </a:lnTo>
                    <a:lnTo>
                      <a:pt x="64" y="104"/>
                    </a:lnTo>
                    <a:lnTo>
                      <a:pt x="64" y="108"/>
                    </a:lnTo>
                    <a:lnTo>
                      <a:pt x="64" y="112"/>
                    </a:lnTo>
                    <a:lnTo>
                      <a:pt x="64" y="116"/>
                    </a:lnTo>
                    <a:lnTo>
                      <a:pt x="60" y="116"/>
                    </a:lnTo>
                    <a:lnTo>
                      <a:pt x="56" y="116"/>
                    </a:lnTo>
                    <a:lnTo>
                      <a:pt x="56" y="116"/>
                    </a:lnTo>
                    <a:lnTo>
                      <a:pt x="56" y="116"/>
                    </a:lnTo>
                    <a:close/>
                    <a:moveTo>
                      <a:pt x="90" y="108"/>
                    </a:moveTo>
                    <a:lnTo>
                      <a:pt x="90" y="104"/>
                    </a:lnTo>
                    <a:lnTo>
                      <a:pt x="86" y="104"/>
                    </a:lnTo>
                    <a:lnTo>
                      <a:pt x="86" y="100"/>
                    </a:lnTo>
                    <a:lnTo>
                      <a:pt x="86" y="104"/>
                    </a:lnTo>
                    <a:lnTo>
                      <a:pt x="90" y="104"/>
                    </a:lnTo>
                    <a:lnTo>
                      <a:pt x="90" y="108"/>
                    </a:lnTo>
                    <a:lnTo>
                      <a:pt x="90" y="108"/>
                    </a:lnTo>
                    <a:lnTo>
                      <a:pt x="90" y="108"/>
                    </a:lnTo>
                    <a:close/>
                    <a:moveTo>
                      <a:pt x="70" y="120"/>
                    </a:moveTo>
                    <a:lnTo>
                      <a:pt x="70" y="116"/>
                    </a:lnTo>
                    <a:lnTo>
                      <a:pt x="70" y="112"/>
                    </a:lnTo>
                    <a:lnTo>
                      <a:pt x="70" y="108"/>
                    </a:lnTo>
                    <a:lnTo>
                      <a:pt x="74" y="108"/>
                    </a:lnTo>
                    <a:lnTo>
                      <a:pt x="74" y="112"/>
                    </a:lnTo>
                    <a:lnTo>
                      <a:pt x="70" y="112"/>
                    </a:lnTo>
                    <a:lnTo>
                      <a:pt x="70" y="120"/>
                    </a:lnTo>
                    <a:lnTo>
                      <a:pt x="70" y="120"/>
                    </a:lnTo>
                    <a:lnTo>
                      <a:pt x="70" y="120"/>
                    </a:lnTo>
                    <a:close/>
                    <a:moveTo>
                      <a:pt x="96" y="116"/>
                    </a:moveTo>
                    <a:lnTo>
                      <a:pt x="96" y="112"/>
                    </a:lnTo>
                    <a:lnTo>
                      <a:pt x="94" y="112"/>
                    </a:lnTo>
                    <a:lnTo>
                      <a:pt x="94" y="108"/>
                    </a:lnTo>
                    <a:lnTo>
                      <a:pt x="96" y="112"/>
                    </a:lnTo>
                    <a:lnTo>
                      <a:pt x="96" y="116"/>
                    </a:lnTo>
                    <a:lnTo>
                      <a:pt x="96" y="116"/>
                    </a:lnTo>
                    <a:lnTo>
                      <a:pt x="96" y="116"/>
                    </a:lnTo>
                    <a:close/>
                    <a:moveTo>
                      <a:pt x="86" y="124"/>
                    </a:moveTo>
                    <a:lnTo>
                      <a:pt x="90" y="120"/>
                    </a:lnTo>
                    <a:lnTo>
                      <a:pt x="90" y="116"/>
                    </a:lnTo>
                    <a:lnTo>
                      <a:pt x="90" y="112"/>
                    </a:lnTo>
                    <a:lnTo>
                      <a:pt x="94" y="112"/>
                    </a:lnTo>
                    <a:lnTo>
                      <a:pt x="94" y="116"/>
                    </a:lnTo>
                    <a:lnTo>
                      <a:pt x="96" y="116"/>
                    </a:lnTo>
                    <a:lnTo>
                      <a:pt x="100" y="120"/>
                    </a:lnTo>
                    <a:lnTo>
                      <a:pt x="100" y="124"/>
                    </a:lnTo>
                    <a:lnTo>
                      <a:pt x="100" y="126"/>
                    </a:lnTo>
                    <a:lnTo>
                      <a:pt x="100" y="124"/>
                    </a:lnTo>
                    <a:lnTo>
                      <a:pt x="96" y="124"/>
                    </a:lnTo>
                    <a:lnTo>
                      <a:pt x="94" y="120"/>
                    </a:lnTo>
                    <a:lnTo>
                      <a:pt x="94" y="116"/>
                    </a:lnTo>
                    <a:lnTo>
                      <a:pt x="90" y="116"/>
                    </a:lnTo>
                    <a:lnTo>
                      <a:pt x="90" y="120"/>
                    </a:lnTo>
                    <a:lnTo>
                      <a:pt x="90" y="124"/>
                    </a:lnTo>
                    <a:lnTo>
                      <a:pt x="86" y="124"/>
                    </a:lnTo>
                    <a:lnTo>
                      <a:pt x="86" y="124"/>
                    </a:lnTo>
                    <a:lnTo>
                      <a:pt x="86" y="124"/>
                    </a:lnTo>
                    <a:close/>
                    <a:moveTo>
                      <a:pt x="104" y="120"/>
                    </a:moveTo>
                    <a:lnTo>
                      <a:pt x="104" y="116"/>
                    </a:lnTo>
                    <a:lnTo>
                      <a:pt x="104" y="112"/>
                    </a:lnTo>
                    <a:lnTo>
                      <a:pt x="108" y="112"/>
                    </a:lnTo>
                    <a:lnTo>
                      <a:pt x="112" y="112"/>
                    </a:lnTo>
                    <a:lnTo>
                      <a:pt x="116" y="112"/>
                    </a:lnTo>
                    <a:lnTo>
                      <a:pt x="120" y="112"/>
                    </a:lnTo>
                    <a:lnTo>
                      <a:pt x="116" y="116"/>
                    </a:lnTo>
                    <a:lnTo>
                      <a:pt x="120" y="116"/>
                    </a:lnTo>
                    <a:lnTo>
                      <a:pt x="120" y="120"/>
                    </a:lnTo>
                    <a:lnTo>
                      <a:pt x="120" y="124"/>
                    </a:lnTo>
                    <a:lnTo>
                      <a:pt x="120" y="126"/>
                    </a:lnTo>
                    <a:lnTo>
                      <a:pt x="120" y="130"/>
                    </a:lnTo>
                    <a:lnTo>
                      <a:pt x="122" y="130"/>
                    </a:lnTo>
                    <a:lnTo>
                      <a:pt x="122" y="134"/>
                    </a:lnTo>
                    <a:lnTo>
                      <a:pt x="120" y="134"/>
                    </a:lnTo>
                    <a:lnTo>
                      <a:pt x="122" y="134"/>
                    </a:lnTo>
                    <a:lnTo>
                      <a:pt x="122" y="138"/>
                    </a:lnTo>
                    <a:lnTo>
                      <a:pt x="122" y="134"/>
                    </a:lnTo>
                    <a:lnTo>
                      <a:pt x="120" y="134"/>
                    </a:lnTo>
                    <a:lnTo>
                      <a:pt x="116" y="134"/>
                    </a:lnTo>
                    <a:lnTo>
                      <a:pt x="112" y="130"/>
                    </a:lnTo>
                    <a:lnTo>
                      <a:pt x="112" y="126"/>
                    </a:lnTo>
                    <a:lnTo>
                      <a:pt x="116" y="126"/>
                    </a:lnTo>
                    <a:lnTo>
                      <a:pt x="116" y="124"/>
                    </a:lnTo>
                    <a:lnTo>
                      <a:pt x="112" y="124"/>
                    </a:lnTo>
                    <a:lnTo>
                      <a:pt x="108" y="124"/>
                    </a:lnTo>
                    <a:lnTo>
                      <a:pt x="108" y="120"/>
                    </a:lnTo>
                    <a:lnTo>
                      <a:pt x="104" y="120"/>
                    </a:lnTo>
                    <a:lnTo>
                      <a:pt x="104" y="120"/>
                    </a:lnTo>
                    <a:lnTo>
                      <a:pt x="104" y="120"/>
                    </a:lnTo>
                    <a:close/>
                    <a:moveTo>
                      <a:pt x="78" y="116"/>
                    </a:moveTo>
                    <a:lnTo>
                      <a:pt x="78" y="112"/>
                    </a:lnTo>
                    <a:lnTo>
                      <a:pt x="82" y="112"/>
                    </a:lnTo>
                    <a:lnTo>
                      <a:pt x="82" y="116"/>
                    </a:lnTo>
                    <a:lnTo>
                      <a:pt x="78" y="116"/>
                    </a:lnTo>
                    <a:lnTo>
                      <a:pt x="78" y="116"/>
                    </a:lnTo>
                    <a:lnTo>
                      <a:pt x="78" y="116"/>
                    </a:lnTo>
                    <a:close/>
                    <a:moveTo>
                      <a:pt x="46" y="120"/>
                    </a:moveTo>
                    <a:lnTo>
                      <a:pt x="42" y="120"/>
                    </a:lnTo>
                    <a:lnTo>
                      <a:pt x="42" y="116"/>
                    </a:lnTo>
                    <a:lnTo>
                      <a:pt x="46" y="116"/>
                    </a:lnTo>
                    <a:lnTo>
                      <a:pt x="46" y="120"/>
                    </a:lnTo>
                    <a:lnTo>
                      <a:pt x="46" y="116"/>
                    </a:lnTo>
                    <a:lnTo>
                      <a:pt x="50" y="120"/>
                    </a:lnTo>
                    <a:lnTo>
                      <a:pt x="46" y="120"/>
                    </a:lnTo>
                    <a:lnTo>
                      <a:pt x="46" y="120"/>
                    </a:lnTo>
                    <a:lnTo>
                      <a:pt x="46" y="120"/>
                    </a:lnTo>
                    <a:close/>
                    <a:moveTo>
                      <a:pt x="42" y="126"/>
                    </a:moveTo>
                    <a:lnTo>
                      <a:pt x="42" y="124"/>
                    </a:lnTo>
                    <a:lnTo>
                      <a:pt x="42" y="120"/>
                    </a:lnTo>
                    <a:lnTo>
                      <a:pt x="42" y="124"/>
                    </a:lnTo>
                    <a:lnTo>
                      <a:pt x="46" y="124"/>
                    </a:lnTo>
                    <a:lnTo>
                      <a:pt x="46" y="126"/>
                    </a:lnTo>
                    <a:lnTo>
                      <a:pt x="42" y="126"/>
                    </a:lnTo>
                    <a:lnTo>
                      <a:pt x="42" y="126"/>
                    </a:lnTo>
                    <a:lnTo>
                      <a:pt x="42" y="126"/>
                    </a:lnTo>
                    <a:close/>
                    <a:moveTo>
                      <a:pt x="86" y="134"/>
                    </a:moveTo>
                    <a:lnTo>
                      <a:pt x="86" y="138"/>
                    </a:lnTo>
                    <a:lnTo>
                      <a:pt x="82" y="138"/>
                    </a:lnTo>
                    <a:lnTo>
                      <a:pt x="82" y="142"/>
                    </a:lnTo>
                    <a:lnTo>
                      <a:pt x="78" y="142"/>
                    </a:lnTo>
                    <a:lnTo>
                      <a:pt x="74" y="142"/>
                    </a:lnTo>
                    <a:lnTo>
                      <a:pt x="74" y="146"/>
                    </a:lnTo>
                    <a:lnTo>
                      <a:pt x="70" y="146"/>
                    </a:lnTo>
                    <a:lnTo>
                      <a:pt x="70" y="150"/>
                    </a:lnTo>
                    <a:lnTo>
                      <a:pt x="70" y="146"/>
                    </a:lnTo>
                    <a:lnTo>
                      <a:pt x="70" y="142"/>
                    </a:lnTo>
                    <a:lnTo>
                      <a:pt x="70" y="138"/>
                    </a:lnTo>
                    <a:lnTo>
                      <a:pt x="70" y="134"/>
                    </a:lnTo>
                    <a:lnTo>
                      <a:pt x="70" y="130"/>
                    </a:lnTo>
                    <a:lnTo>
                      <a:pt x="70" y="126"/>
                    </a:lnTo>
                    <a:lnTo>
                      <a:pt x="70" y="124"/>
                    </a:lnTo>
                    <a:lnTo>
                      <a:pt x="66" y="124"/>
                    </a:lnTo>
                    <a:lnTo>
                      <a:pt x="70" y="124"/>
                    </a:lnTo>
                    <a:lnTo>
                      <a:pt x="74" y="124"/>
                    </a:lnTo>
                    <a:lnTo>
                      <a:pt x="78" y="126"/>
                    </a:lnTo>
                    <a:lnTo>
                      <a:pt x="78" y="130"/>
                    </a:lnTo>
                    <a:lnTo>
                      <a:pt x="82" y="126"/>
                    </a:lnTo>
                    <a:lnTo>
                      <a:pt x="82" y="130"/>
                    </a:lnTo>
                    <a:lnTo>
                      <a:pt x="86" y="130"/>
                    </a:lnTo>
                    <a:lnTo>
                      <a:pt x="86" y="126"/>
                    </a:lnTo>
                    <a:lnTo>
                      <a:pt x="86" y="130"/>
                    </a:lnTo>
                    <a:lnTo>
                      <a:pt x="86" y="134"/>
                    </a:lnTo>
                    <a:lnTo>
                      <a:pt x="86" y="134"/>
                    </a:lnTo>
                    <a:lnTo>
                      <a:pt x="86" y="134"/>
                    </a:lnTo>
                    <a:close/>
                    <a:moveTo>
                      <a:pt x="104" y="130"/>
                    </a:moveTo>
                    <a:lnTo>
                      <a:pt x="104" y="126"/>
                    </a:lnTo>
                    <a:lnTo>
                      <a:pt x="108" y="126"/>
                    </a:lnTo>
                    <a:lnTo>
                      <a:pt x="108" y="130"/>
                    </a:lnTo>
                    <a:lnTo>
                      <a:pt x="104" y="130"/>
                    </a:lnTo>
                    <a:lnTo>
                      <a:pt x="104" y="130"/>
                    </a:lnTo>
                    <a:lnTo>
                      <a:pt x="104" y="130"/>
                    </a:lnTo>
                    <a:close/>
                    <a:moveTo>
                      <a:pt x="108" y="146"/>
                    </a:moveTo>
                    <a:lnTo>
                      <a:pt x="112" y="146"/>
                    </a:lnTo>
                    <a:lnTo>
                      <a:pt x="112" y="142"/>
                    </a:lnTo>
                    <a:lnTo>
                      <a:pt x="108" y="142"/>
                    </a:lnTo>
                    <a:lnTo>
                      <a:pt x="108" y="138"/>
                    </a:lnTo>
                    <a:lnTo>
                      <a:pt x="108" y="142"/>
                    </a:lnTo>
                    <a:lnTo>
                      <a:pt x="104" y="142"/>
                    </a:lnTo>
                    <a:lnTo>
                      <a:pt x="104" y="138"/>
                    </a:lnTo>
                    <a:lnTo>
                      <a:pt x="104" y="134"/>
                    </a:lnTo>
                    <a:lnTo>
                      <a:pt x="104" y="130"/>
                    </a:lnTo>
                    <a:lnTo>
                      <a:pt x="104" y="126"/>
                    </a:lnTo>
                    <a:lnTo>
                      <a:pt x="108" y="130"/>
                    </a:lnTo>
                    <a:lnTo>
                      <a:pt x="108" y="134"/>
                    </a:lnTo>
                    <a:lnTo>
                      <a:pt x="108" y="130"/>
                    </a:lnTo>
                    <a:lnTo>
                      <a:pt x="112" y="130"/>
                    </a:lnTo>
                    <a:lnTo>
                      <a:pt x="112" y="134"/>
                    </a:lnTo>
                    <a:lnTo>
                      <a:pt x="116" y="138"/>
                    </a:lnTo>
                    <a:lnTo>
                      <a:pt x="112" y="138"/>
                    </a:lnTo>
                    <a:lnTo>
                      <a:pt x="112" y="142"/>
                    </a:lnTo>
                    <a:lnTo>
                      <a:pt x="116" y="142"/>
                    </a:lnTo>
                    <a:lnTo>
                      <a:pt x="116" y="146"/>
                    </a:lnTo>
                    <a:lnTo>
                      <a:pt x="116" y="150"/>
                    </a:lnTo>
                    <a:lnTo>
                      <a:pt x="116" y="152"/>
                    </a:lnTo>
                    <a:lnTo>
                      <a:pt x="116" y="150"/>
                    </a:lnTo>
                    <a:lnTo>
                      <a:pt x="112" y="150"/>
                    </a:lnTo>
                    <a:lnTo>
                      <a:pt x="112" y="152"/>
                    </a:lnTo>
                    <a:lnTo>
                      <a:pt x="108" y="152"/>
                    </a:lnTo>
                    <a:lnTo>
                      <a:pt x="112" y="150"/>
                    </a:lnTo>
                    <a:lnTo>
                      <a:pt x="108" y="150"/>
                    </a:lnTo>
                    <a:lnTo>
                      <a:pt x="108" y="146"/>
                    </a:lnTo>
                    <a:lnTo>
                      <a:pt x="108" y="146"/>
                    </a:lnTo>
                    <a:lnTo>
                      <a:pt x="108" y="146"/>
                    </a:lnTo>
                    <a:close/>
                    <a:moveTo>
                      <a:pt x="42" y="130"/>
                    </a:moveTo>
                    <a:lnTo>
                      <a:pt x="38" y="130"/>
                    </a:lnTo>
                    <a:lnTo>
                      <a:pt x="42" y="130"/>
                    </a:lnTo>
                    <a:lnTo>
                      <a:pt x="42" y="130"/>
                    </a:lnTo>
                    <a:lnTo>
                      <a:pt x="42" y="130"/>
                    </a:lnTo>
                    <a:close/>
                    <a:moveTo>
                      <a:pt x="38" y="146"/>
                    </a:moveTo>
                    <a:lnTo>
                      <a:pt x="38" y="150"/>
                    </a:lnTo>
                    <a:lnTo>
                      <a:pt x="34" y="150"/>
                    </a:lnTo>
                    <a:lnTo>
                      <a:pt x="34" y="152"/>
                    </a:lnTo>
                    <a:lnTo>
                      <a:pt x="30" y="152"/>
                    </a:lnTo>
                    <a:lnTo>
                      <a:pt x="26" y="156"/>
                    </a:lnTo>
                    <a:lnTo>
                      <a:pt x="24" y="160"/>
                    </a:lnTo>
                    <a:lnTo>
                      <a:pt x="26" y="160"/>
                    </a:lnTo>
                    <a:lnTo>
                      <a:pt x="24" y="164"/>
                    </a:lnTo>
                    <a:lnTo>
                      <a:pt x="24" y="168"/>
                    </a:lnTo>
                    <a:lnTo>
                      <a:pt x="20" y="168"/>
                    </a:lnTo>
                    <a:lnTo>
                      <a:pt x="16" y="168"/>
                    </a:lnTo>
                    <a:lnTo>
                      <a:pt x="16" y="172"/>
                    </a:lnTo>
                    <a:lnTo>
                      <a:pt x="16" y="176"/>
                    </a:lnTo>
                    <a:lnTo>
                      <a:pt x="12" y="176"/>
                    </a:lnTo>
                    <a:lnTo>
                      <a:pt x="12" y="180"/>
                    </a:lnTo>
                    <a:lnTo>
                      <a:pt x="8" y="180"/>
                    </a:lnTo>
                    <a:lnTo>
                      <a:pt x="4" y="182"/>
                    </a:lnTo>
                    <a:lnTo>
                      <a:pt x="4" y="180"/>
                    </a:lnTo>
                    <a:lnTo>
                      <a:pt x="4" y="176"/>
                    </a:lnTo>
                    <a:lnTo>
                      <a:pt x="8" y="176"/>
                    </a:lnTo>
                    <a:lnTo>
                      <a:pt x="12" y="172"/>
                    </a:lnTo>
                    <a:lnTo>
                      <a:pt x="12" y="168"/>
                    </a:lnTo>
                    <a:lnTo>
                      <a:pt x="16" y="168"/>
                    </a:lnTo>
                    <a:lnTo>
                      <a:pt x="20" y="160"/>
                    </a:lnTo>
                    <a:lnTo>
                      <a:pt x="24" y="160"/>
                    </a:lnTo>
                    <a:lnTo>
                      <a:pt x="24" y="156"/>
                    </a:lnTo>
                    <a:lnTo>
                      <a:pt x="26" y="152"/>
                    </a:lnTo>
                    <a:lnTo>
                      <a:pt x="26" y="156"/>
                    </a:lnTo>
                    <a:lnTo>
                      <a:pt x="26" y="152"/>
                    </a:lnTo>
                    <a:lnTo>
                      <a:pt x="30" y="150"/>
                    </a:lnTo>
                    <a:lnTo>
                      <a:pt x="26" y="150"/>
                    </a:lnTo>
                    <a:lnTo>
                      <a:pt x="30" y="150"/>
                    </a:lnTo>
                    <a:lnTo>
                      <a:pt x="34" y="146"/>
                    </a:lnTo>
                    <a:lnTo>
                      <a:pt x="34" y="142"/>
                    </a:lnTo>
                    <a:lnTo>
                      <a:pt x="30" y="142"/>
                    </a:lnTo>
                    <a:lnTo>
                      <a:pt x="30" y="138"/>
                    </a:lnTo>
                    <a:lnTo>
                      <a:pt x="34" y="138"/>
                    </a:lnTo>
                    <a:lnTo>
                      <a:pt x="34" y="142"/>
                    </a:lnTo>
                    <a:lnTo>
                      <a:pt x="34" y="138"/>
                    </a:lnTo>
                    <a:lnTo>
                      <a:pt x="34" y="134"/>
                    </a:lnTo>
                    <a:lnTo>
                      <a:pt x="34" y="138"/>
                    </a:lnTo>
                    <a:lnTo>
                      <a:pt x="34" y="134"/>
                    </a:lnTo>
                    <a:lnTo>
                      <a:pt x="34" y="130"/>
                    </a:lnTo>
                    <a:lnTo>
                      <a:pt x="38" y="130"/>
                    </a:lnTo>
                    <a:lnTo>
                      <a:pt x="38" y="134"/>
                    </a:lnTo>
                    <a:lnTo>
                      <a:pt x="34" y="138"/>
                    </a:lnTo>
                    <a:lnTo>
                      <a:pt x="34" y="142"/>
                    </a:lnTo>
                    <a:lnTo>
                      <a:pt x="38" y="142"/>
                    </a:lnTo>
                    <a:lnTo>
                      <a:pt x="38" y="146"/>
                    </a:lnTo>
                    <a:lnTo>
                      <a:pt x="38" y="146"/>
                    </a:lnTo>
                    <a:lnTo>
                      <a:pt x="38" y="146"/>
                    </a:lnTo>
                    <a:close/>
                    <a:moveTo>
                      <a:pt x="90" y="152"/>
                    </a:moveTo>
                    <a:lnTo>
                      <a:pt x="94" y="152"/>
                    </a:lnTo>
                    <a:lnTo>
                      <a:pt x="94" y="150"/>
                    </a:lnTo>
                    <a:lnTo>
                      <a:pt x="94" y="146"/>
                    </a:lnTo>
                    <a:lnTo>
                      <a:pt x="96" y="146"/>
                    </a:lnTo>
                    <a:lnTo>
                      <a:pt x="96" y="142"/>
                    </a:lnTo>
                    <a:lnTo>
                      <a:pt x="96" y="138"/>
                    </a:lnTo>
                    <a:lnTo>
                      <a:pt x="96" y="134"/>
                    </a:lnTo>
                    <a:lnTo>
                      <a:pt x="100" y="134"/>
                    </a:lnTo>
                    <a:lnTo>
                      <a:pt x="100" y="138"/>
                    </a:lnTo>
                    <a:lnTo>
                      <a:pt x="100" y="142"/>
                    </a:lnTo>
                    <a:lnTo>
                      <a:pt x="100" y="146"/>
                    </a:lnTo>
                    <a:lnTo>
                      <a:pt x="100" y="150"/>
                    </a:lnTo>
                    <a:lnTo>
                      <a:pt x="96" y="150"/>
                    </a:lnTo>
                    <a:lnTo>
                      <a:pt x="96" y="152"/>
                    </a:lnTo>
                    <a:lnTo>
                      <a:pt x="94" y="152"/>
                    </a:lnTo>
                    <a:lnTo>
                      <a:pt x="94" y="156"/>
                    </a:lnTo>
                    <a:lnTo>
                      <a:pt x="94" y="160"/>
                    </a:lnTo>
                    <a:lnTo>
                      <a:pt x="94" y="164"/>
                    </a:lnTo>
                    <a:lnTo>
                      <a:pt x="90" y="164"/>
                    </a:lnTo>
                    <a:lnTo>
                      <a:pt x="90" y="160"/>
                    </a:lnTo>
                    <a:lnTo>
                      <a:pt x="90" y="156"/>
                    </a:lnTo>
                    <a:lnTo>
                      <a:pt x="90" y="152"/>
                    </a:lnTo>
                    <a:lnTo>
                      <a:pt x="90" y="152"/>
                    </a:lnTo>
                    <a:lnTo>
                      <a:pt x="90" y="152"/>
                    </a:lnTo>
                    <a:close/>
                    <a:moveTo>
                      <a:pt x="90" y="150"/>
                    </a:moveTo>
                    <a:lnTo>
                      <a:pt x="90" y="152"/>
                    </a:lnTo>
                    <a:lnTo>
                      <a:pt x="90" y="156"/>
                    </a:lnTo>
                    <a:lnTo>
                      <a:pt x="86" y="156"/>
                    </a:lnTo>
                    <a:lnTo>
                      <a:pt x="86" y="160"/>
                    </a:lnTo>
                    <a:lnTo>
                      <a:pt x="86" y="164"/>
                    </a:lnTo>
                    <a:lnTo>
                      <a:pt x="90" y="164"/>
                    </a:lnTo>
                    <a:lnTo>
                      <a:pt x="90" y="168"/>
                    </a:lnTo>
                    <a:lnTo>
                      <a:pt x="90" y="172"/>
                    </a:lnTo>
                    <a:lnTo>
                      <a:pt x="86" y="172"/>
                    </a:lnTo>
                    <a:lnTo>
                      <a:pt x="82" y="172"/>
                    </a:lnTo>
                    <a:lnTo>
                      <a:pt x="82" y="168"/>
                    </a:lnTo>
                    <a:lnTo>
                      <a:pt x="82" y="164"/>
                    </a:lnTo>
                    <a:lnTo>
                      <a:pt x="78" y="164"/>
                    </a:lnTo>
                    <a:lnTo>
                      <a:pt x="78" y="160"/>
                    </a:lnTo>
                    <a:lnTo>
                      <a:pt x="74" y="160"/>
                    </a:lnTo>
                    <a:lnTo>
                      <a:pt x="78" y="160"/>
                    </a:lnTo>
                    <a:lnTo>
                      <a:pt x="78" y="156"/>
                    </a:lnTo>
                    <a:lnTo>
                      <a:pt x="82" y="156"/>
                    </a:lnTo>
                    <a:lnTo>
                      <a:pt x="82" y="152"/>
                    </a:lnTo>
                    <a:lnTo>
                      <a:pt x="82" y="150"/>
                    </a:lnTo>
                    <a:lnTo>
                      <a:pt x="82" y="146"/>
                    </a:lnTo>
                    <a:lnTo>
                      <a:pt x="86" y="142"/>
                    </a:lnTo>
                    <a:lnTo>
                      <a:pt x="86" y="138"/>
                    </a:lnTo>
                    <a:lnTo>
                      <a:pt x="90" y="138"/>
                    </a:lnTo>
                    <a:lnTo>
                      <a:pt x="94" y="138"/>
                    </a:lnTo>
                    <a:lnTo>
                      <a:pt x="94" y="142"/>
                    </a:lnTo>
                    <a:lnTo>
                      <a:pt x="94" y="146"/>
                    </a:lnTo>
                    <a:lnTo>
                      <a:pt x="90" y="146"/>
                    </a:lnTo>
                    <a:lnTo>
                      <a:pt x="90" y="150"/>
                    </a:lnTo>
                    <a:lnTo>
                      <a:pt x="90" y="150"/>
                    </a:lnTo>
                    <a:lnTo>
                      <a:pt x="90" y="150"/>
                    </a:lnTo>
                    <a:close/>
                    <a:moveTo>
                      <a:pt x="122" y="156"/>
                    </a:moveTo>
                    <a:lnTo>
                      <a:pt x="120" y="152"/>
                    </a:lnTo>
                    <a:lnTo>
                      <a:pt x="120" y="150"/>
                    </a:lnTo>
                    <a:lnTo>
                      <a:pt x="122" y="146"/>
                    </a:lnTo>
                    <a:lnTo>
                      <a:pt x="122" y="150"/>
                    </a:lnTo>
                    <a:lnTo>
                      <a:pt x="122" y="152"/>
                    </a:lnTo>
                    <a:lnTo>
                      <a:pt x="122" y="156"/>
                    </a:lnTo>
                    <a:lnTo>
                      <a:pt x="122" y="156"/>
                    </a:lnTo>
                    <a:lnTo>
                      <a:pt x="122" y="156"/>
                    </a:lnTo>
                    <a:close/>
                    <a:moveTo>
                      <a:pt x="108" y="152"/>
                    </a:moveTo>
                    <a:lnTo>
                      <a:pt x="108" y="156"/>
                    </a:lnTo>
                    <a:lnTo>
                      <a:pt x="108" y="160"/>
                    </a:lnTo>
                    <a:lnTo>
                      <a:pt x="104" y="160"/>
                    </a:lnTo>
                    <a:lnTo>
                      <a:pt x="100" y="160"/>
                    </a:lnTo>
                    <a:lnTo>
                      <a:pt x="96" y="160"/>
                    </a:lnTo>
                    <a:lnTo>
                      <a:pt x="96" y="156"/>
                    </a:lnTo>
                    <a:lnTo>
                      <a:pt x="100" y="156"/>
                    </a:lnTo>
                    <a:lnTo>
                      <a:pt x="100" y="152"/>
                    </a:lnTo>
                    <a:lnTo>
                      <a:pt x="104" y="152"/>
                    </a:lnTo>
                    <a:lnTo>
                      <a:pt x="108" y="152"/>
                    </a:lnTo>
                    <a:lnTo>
                      <a:pt x="108" y="152"/>
                    </a:lnTo>
                    <a:lnTo>
                      <a:pt x="108" y="152"/>
                    </a:lnTo>
                    <a:close/>
                    <a:moveTo>
                      <a:pt x="116" y="156"/>
                    </a:moveTo>
                    <a:lnTo>
                      <a:pt x="116" y="152"/>
                    </a:lnTo>
                    <a:lnTo>
                      <a:pt x="116" y="156"/>
                    </a:lnTo>
                    <a:lnTo>
                      <a:pt x="116" y="156"/>
                    </a:lnTo>
                    <a:lnTo>
                      <a:pt x="116" y="156"/>
                    </a:lnTo>
                    <a:close/>
                    <a:moveTo>
                      <a:pt x="126" y="160"/>
                    </a:moveTo>
                    <a:lnTo>
                      <a:pt x="126" y="156"/>
                    </a:lnTo>
                    <a:lnTo>
                      <a:pt x="126" y="152"/>
                    </a:lnTo>
                    <a:lnTo>
                      <a:pt x="130" y="156"/>
                    </a:lnTo>
                    <a:lnTo>
                      <a:pt x="130" y="160"/>
                    </a:lnTo>
                    <a:lnTo>
                      <a:pt x="126" y="160"/>
                    </a:lnTo>
                    <a:lnTo>
                      <a:pt x="126" y="160"/>
                    </a:lnTo>
                    <a:lnTo>
                      <a:pt x="126" y="160"/>
                    </a:lnTo>
                    <a:close/>
                    <a:moveTo>
                      <a:pt x="74" y="202"/>
                    </a:moveTo>
                    <a:lnTo>
                      <a:pt x="74" y="206"/>
                    </a:lnTo>
                    <a:lnTo>
                      <a:pt x="74" y="208"/>
                    </a:lnTo>
                    <a:lnTo>
                      <a:pt x="70" y="208"/>
                    </a:lnTo>
                    <a:lnTo>
                      <a:pt x="70" y="206"/>
                    </a:lnTo>
                    <a:lnTo>
                      <a:pt x="70" y="202"/>
                    </a:lnTo>
                    <a:lnTo>
                      <a:pt x="70" y="198"/>
                    </a:lnTo>
                    <a:lnTo>
                      <a:pt x="70" y="194"/>
                    </a:lnTo>
                    <a:lnTo>
                      <a:pt x="74" y="194"/>
                    </a:lnTo>
                    <a:lnTo>
                      <a:pt x="74" y="190"/>
                    </a:lnTo>
                    <a:lnTo>
                      <a:pt x="78" y="186"/>
                    </a:lnTo>
                    <a:lnTo>
                      <a:pt x="78" y="190"/>
                    </a:lnTo>
                    <a:lnTo>
                      <a:pt x="82" y="186"/>
                    </a:lnTo>
                    <a:lnTo>
                      <a:pt x="86" y="186"/>
                    </a:lnTo>
                    <a:lnTo>
                      <a:pt x="86" y="182"/>
                    </a:lnTo>
                    <a:lnTo>
                      <a:pt x="86" y="180"/>
                    </a:lnTo>
                    <a:lnTo>
                      <a:pt x="90" y="180"/>
                    </a:lnTo>
                    <a:lnTo>
                      <a:pt x="90" y="176"/>
                    </a:lnTo>
                    <a:lnTo>
                      <a:pt x="94" y="180"/>
                    </a:lnTo>
                    <a:lnTo>
                      <a:pt x="96" y="180"/>
                    </a:lnTo>
                    <a:lnTo>
                      <a:pt x="96" y="182"/>
                    </a:lnTo>
                    <a:lnTo>
                      <a:pt x="96" y="186"/>
                    </a:lnTo>
                    <a:lnTo>
                      <a:pt x="96" y="190"/>
                    </a:lnTo>
                    <a:lnTo>
                      <a:pt x="94" y="190"/>
                    </a:lnTo>
                    <a:lnTo>
                      <a:pt x="96" y="190"/>
                    </a:lnTo>
                    <a:lnTo>
                      <a:pt x="96" y="186"/>
                    </a:lnTo>
                    <a:lnTo>
                      <a:pt x="100" y="186"/>
                    </a:lnTo>
                    <a:lnTo>
                      <a:pt x="104" y="186"/>
                    </a:lnTo>
                    <a:lnTo>
                      <a:pt x="104" y="182"/>
                    </a:lnTo>
                    <a:lnTo>
                      <a:pt x="100" y="182"/>
                    </a:lnTo>
                    <a:lnTo>
                      <a:pt x="104" y="182"/>
                    </a:lnTo>
                    <a:lnTo>
                      <a:pt x="104" y="180"/>
                    </a:lnTo>
                    <a:lnTo>
                      <a:pt x="108" y="180"/>
                    </a:lnTo>
                    <a:lnTo>
                      <a:pt x="108" y="182"/>
                    </a:lnTo>
                    <a:lnTo>
                      <a:pt x="108" y="180"/>
                    </a:lnTo>
                    <a:lnTo>
                      <a:pt x="108" y="176"/>
                    </a:lnTo>
                    <a:lnTo>
                      <a:pt x="112" y="176"/>
                    </a:lnTo>
                    <a:lnTo>
                      <a:pt x="112" y="172"/>
                    </a:lnTo>
                    <a:lnTo>
                      <a:pt x="112" y="176"/>
                    </a:lnTo>
                    <a:lnTo>
                      <a:pt x="116" y="176"/>
                    </a:lnTo>
                    <a:lnTo>
                      <a:pt x="116" y="172"/>
                    </a:lnTo>
                    <a:lnTo>
                      <a:pt x="120" y="172"/>
                    </a:lnTo>
                    <a:lnTo>
                      <a:pt x="120" y="168"/>
                    </a:lnTo>
                    <a:lnTo>
                      <a:pt x="120" y="164"/>
                    </a:lnTo>
                    <a:lnTo>
                      <a:pt x="120" y="160"/>
                    </a:lnTo>
                    <a:lnTo>
                      <a:pt x="120" y="156"/>
                    </a:lnTo>
                    <a:lnTo>
                      <a:pt x="120" y="160"/>
                    </a:lnTo>
                    <a:lnTo>
                      <a:pt x="122" y="160"/>
                    </a:lnTo>
                    <a:lnTo>
                      <a:pt x="122" y="164"/>
                    </a:lnTo>
                    <a:lnTo>
                      <a:pt x="126" y="164"/>
                    </a:lnTo>
                    <a:lnTo>
                      <a:pt x="126" y="168"/>
                    </a:lnTo>
                    <a:lnTo>
                      <a:pt x="130" y="168"/>
                    </a:lnTo>
                    <a:lnTo>
                      <a:pt x="130" y="172"/>
                    </a:lnTo>
                    <a:lnTo>
                      <a:pt x="130" y="176"/>
                    </a:lnTo>
                    <a:lnTo>
                      <a:pt x="130" y="180"/>
                    </a:lnTo>
                    <a:lnTo>
                      <a:pt x="126" y="180"/>
                    </a:lnTo>
                    <a:lnTo>
                      <a:pt x="130" y="180"/>
                    </a:lnTo>
                    <a:lnTo>
                      <a:pt x="134" y="180"/>
                    </a:lnTo>
                    <a:lnTo>
                      <a:pt x="134" y="182"/>
                    </a:lnTo>
                    <a:lnTo>
                      <a:pt x="130" y="182"/>
                    </a:lnTo>
                    <a:lnTo>
                      <a:pt x="130" y="186"/>
                    </a:lnTo>
                    <a:lnTo>
                      <a:pt x="134" y="186"/>
                    </a:lnTo>
                    <a:lnTo>
                      <a:pt x="134" y="190"/>
                    </a:lnTo>
                    <a:lnTo>
                      <a:pt x="134" y="194"/>
                    </a:lnTo>
                    <a:lnTo>
                      <a:pt x="134" y="198"/>
                    </a:lnTo>
                    <a:lnTo>
                      <a:pt x="134" y="202"/>
                    </a:lnTo>
                    <a:lnTo>
                      <a:pt x="134" y="206"/>
                    </a:lnTo>
                    <a:lnTo>
                      <a:pt x="130" y="206"/>
                    </a:lnTo>
                    <a:lnTo>
                      <a:pt x="130" y="208"/>
                    </a:lnTo>
                    <a:lnTo>
                      <a:pt x="130" y="212"/>
                    </a:lnTo>
                    <a:lnTo>
                      <a:pt x="130" y="216"/>
                    </a:lnTo>
                    <a:lnTo>
                      <a:pt x="130" y="220"/>
                    </a:lnTo>
                    <a:lnTo>
                      <a:pt x="130" y="216"/>
                    </a:lnTo>
                    <a:lnTo>
                      <a:pt x="126" y="216"/>
                    </a:lnTo>
                    <a:lnTo>
                      <a:pt x="126" y="212"/>
                    </a:lnTo>
                    <a:lnTo>
                      <a:pt x="130" y="212"/>
                    </a:lnTo>
                    <a:lnTo>
                      <a:pt x="126" y="208"/>
                    </a:lnTo>
                    <a:lnTo>
                      <a:pt x="126" y="206"/>
                    </a:lnTo>
                    <a:lnTo>
                      <a:pt x="126" y="202"/>
                    </a:lnTo>
                    <a:lnTo>
                      <a:pt x="122" y="202"/>
                    </a:lnTo>
                    <a:lnTo>
                      <a:pt x="122" y="206"/>
                    </a:lnTo>
                    <a:lnTo>
                      <a:pt x="120" y="206"/>
                    </a:lnTo>
                    <a:lnTo>
                      <a:pt x="120" y="208"/>
                    </a:lnTo>
                    <a:lnTo>
                      <a:pt x="120" y="212"/>
                    </a:lnTo>
                    <a:lnTo>
                      <a:pt x="122" y="216"/>
                    </a:lnTo>
                    <a:lnTo>
                      <a:pt x="122" y="220"/>
                    </a:lnTo>
                    <a:lnTo>
                      <a:pt x="122" y="224"/>
                    </a:lnTo>
                    <a:lnTo>
                      <a:pt x="122" y="228"/>
                    </a:lnTo>
                    <a:lnTo>
                      <a:pt x="120" y="228"/>
                    </a:lnTo>
                    <a:lnTo>
                      <a:pt x="120" y="232"/>
                    </a:lnTo>
                    <a:lnTo>
                      <a:pt x="116" y="232"/>
                    </a:lnTo>
                    <a:lnTo>
                      <a:pt x="120" y="232"/>
                    </a:lnTo>
                    <a:lnTo>
                      <a:pt x="116" y="228"/>
                    </a:lnTo>
                    <a:lnTo>
                      <a:pt x="116" y="224"/>
                    </a:lnTo>
                    <a:lnTo>
                      <a:pt x="116" y="220"/>
                    </a:lnTo>
                    <a:lnTo>
                      <a:pt x="116" y="224"/>
                    </a:lnTo>
                    <a:lnTo>
                      <a:pt x="116" y="228"/>
                    </a:lnTo>
                    <a:lnTo>
                      <a:pt x="112" y="228"/>
                    </a:lnTo>
                    <a:lnTo>
                      <a:pt x="108" y="224"/>
                    </a:lnTo>
                    <a:lnTo>
                      <a:pt x="104" y="224"/>
                    </a:lnTo>
                    <a:lnTo>
                      <a:pt x="104" y="220"/>
                    </a:lnTo>
                    <a:lnTo>
                      <a:pt x="100" y="220"/>
                    </a:lnTo>
                    <a:lnTo>
                      <a:pt x="100" y="216"/>
                    </a:lnTo>
                    <a:lnTo>
                      <a:pt x="100" y="212"/>
                    </a:lnTo>
                    <a:lnTo>
                      <a:pt x="100" y="208"/>
                    </a:lnTo>
                    <a:lnTo>
                      <a:pt x="96" y="208"/>
                    </a:lnTo>
                    <a:lnTo>
                      <a:pt x="100" y="206"/>
                    </a:lnTo>
                    <a:lnTo>
                      <a:pt x="104" y="202"/>
                    </a:lnTo>
                    <a:lnTo>
                      <a:pt x="100" y="198"/>
                    </a:lnTo>
                    <a:lnTo>
                      <a:pt x="100" y="202"/>
                    </a:lnTo>
                    <a:lnTo>
                      <a:pt x="100" y="198"/>
                    </a:lnTo>
                    <a:lnTo>
                      <a:pt x="100" y="194"/>
                    </a:lnTo>
                    <a:lnTo>
                      <a:pt x="96" y="194"/>
                    </a:lnTo>
                    <a:lnTo>
                      <a:pt x="94" y="194"/>
                    </a:lnTo>
                    <a:lnTo>
                      <a:pt x="94" y="190"/>
                    </a:lnTo>
                    <a:lnTo>
                      <a:pt x="94" y="194"/>
                    </a:lnTo>
                    <a:lnTo>
                      <a:pt x="90" y="194"/>
                    </a:lnTo>
                    <a:lnTo>
                      <a:pt x="94" y="194"/>
                    </a:lnTo>
                    <a:lnTo>
                      <a:pt x="94" y="198"/>
                    </a:lnTo>
                    <a:lnTo>
                      <a:pt x="90" y="198"/>
                    </a:lnTo>
                    <a:lnTo>
                      <a:pt x="94" y="202"/>
                    </a:lnTo>
                    <a:lnTo>
                      <a:pt x="90" y="202"/>
                    </a:lnTo>
                    <a:lnTo>
                      <a:pt x="90" y="198"/>
                    </a:lnTo>
                    <a:lnTo>
                      <a:pt x="86" y="198"/>
                    </a:lnTo>
                    <a:lnTo>
                      <a:pt x="90" y="198"/>
                    </a:lnTo>
                    <a:lnTo>
                      <a:pt x="86" y="198"/>
                    </a:lnTo>
                    <a:lnTo>
                      <a:pt x="90" y="198"/>
                    </a:lnTo>
                    <a:lnTo>
                      <a:pt x="86" y="198"/>
                    </a:lnTo>
                    <a:lnTo>
                      <a:pt x="86" y="194"/>
                    </a:lnTo>
                    <a:lnTo>
                      <a:pt x="86" y="198"/>
                    </a:lnTo>
                    <a:lnTo>
                      <a:pt x="82" y="198"/>
                    </a:lnTo>
                    <a:lnTo>
                      <a:pt x="82" y="194"/>
                    </a:lnTo>
                    <a:lnTo>
                      <a:pt x="78" y="194"/>
                    </a:lnTo>
                    <a:lnTo>
                      <a:pt x="78" y="198"/>
                    </a:lnTo>
                    <a:lnTo>
                      <a:pt x="74" y="198"/>
                    </a:lnTo>
                    <a:lnTo>
                      <a:pt x="74" y="202"/>
                    </a:lnTo>
                    <a:lnTo>
                      <a:pt x="74" y="202"/>
                    </a:lnTo>
                    <a:lnTo>
                      <a:pt x="74" y="202"/>
                    </a:lnTo>
                    <a:close/>
                    <a:moveTo>
                      <a:pt x="126" y="164"/>
                    </a:moveTo>
                    <a:lnTo>
                      <a:pt x="126" y="160"/>
                    </a:lnTo>
                    <a:lnTo>
                      <a:pt x="126" y="164"/>
                    </a:lnTo>
                    <a:lnTo>
                      <a:pt x="126" y="164"/>
                    </a:lnTo>
                    <a:lnTo>
                      <a:pt x="126" y="164"/>
                    </a:lnTo>
                    <a:close/>
                    <a:moveTo>
                      <a:pt x="108" y="172"/>
                    </a:moveTo>
                    <a:lnTo>
                      <a:pt x="108" y="168"/>
                    </a:lnTo>
                    <a:lnTo>
                      <a:pt x="112" y="168"/>
                    </a:lnTo>
                    <a:lnTo>
                      <a:pt x="112" y="172"/>
                    </a:lnTo>
                    <a:lnTo>
                      <a:pt x="108" y="172"/>
                    </a:lnTo>
                    <a:lnTo>
                      <a:pt x="108" y="172"/>
                    </a:lnTo>
                    <a:lnTo>
                      <a:pt x="108" y="172"/>
                    </a:lnTo>
                    <a:close/>
                    <a:moveTo>
                      <a:pt x="122" y="208"/>
                    </a:moveTo>
                    <a:lnTo>
                      <a:pt x="122" y="206"/>
                    </a:lnTo>
                    <a:lnTo>
                      <a:pt x="122" y="208"/>
                    </a:lnTo>
                    <a:lnTo>
                      <a:pt x="122" y="208"/>
                    </a:lnTo>
                    <a:lnTo>
                      <a:pt x="122" y="208"/>
                    </a:lnTo>
                    <a:close/>
                    <a:moveTo>
                      <a:pt x="70" y="216"/>
                    </a:moveTo>
                    <a:lnTo>
                      <a:pt x="66" y="212"/>
                    </a:lnTo>
                    <a:lnTo>
                      <a:pt x="70" y="212"/>
                    </a:lnTo>
                    <a:lnTo>
                      <a:pt x="74" y="212"/>
                    </a:lnTo>
                    <a:lnTo>
                      <a:pt x="74" y="216"/>
                    </a:lnTo>
                    <a:lnTo>
                      <a:pt x="70" y="216"/>
                    </a:lnTo>
                    <a:lnTo>
                      <a:pt x="70" y="216"/>
                    </a:lnTo>
                    <a:lnTo>
                      <a:pt x="70" y="216"/>
                    </a:lnTo>
                    <a:close/>
                    <a:moveTo>
                      <a:pt x="60" y="228"/>
                    </a:moveTo>
                    <a:lnTo>
                      <a:pt x="60" y="224"/>
                    </a:lnTo>
                    <a:lnTo>
                      <a:pt x="56" y="228"/>
                    </a:lnTo>
                    <a:lnTo>
                      <a:pt x="56" y="224"/>
                    </a:lnTo>
                    <a:lnTo>
                      <a:pt x="60" y="224"/>
                    </a:lnTo>
                    <a:lnTo>
                      <a:pt x="64" y="224"/>
                    </a:lnTo>
                    <a:lnTo>
                      <a:pt x="60" y="228"/>
                    </a:lnTo>
                    <a:lnTo>
                      <a:pt x="60" y="228"/>
                    </a:lnTo>
                    <a:lnTo>
                      <a:pt x="60" y="228"/>
                    </a:lnTo>
                    <a:close/>
                    <a:moveTo>
                      <a:pt x="42" y="238"/>
                    </a:moveTo>
                    <a:lnTo>
                      <a:pt x="42" y="236"/>
                    </a:lnTo>
                    <a:lnTo>
                      <a:pt x="46" y="236"/>
                    </a:lnTo>
                    <a:lnTo>
                      <a:pt x="46" y="238"/>
                    </a:lnTo>
                    <a:lnTo>
                      <a:pt x="42" y="238"/>
                    </a:lnTo>
                    <a:lnTo>
                      <a:pt x="42" y="238"/>
                    </a:lnTo>
                    <a:lnTo>
                      <a:pt x="42" y="2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5" name="Freeform 49"/>
              <p:cNvSpPr>
                <a:spLocks/>
              </p:cNvSpPr>
              <p:nvPr/>
            </p:nvSpPr>
            <p:spPr bwMode="gray">
              <a:xfrm>
                <a:off x="6052226" y="3733548"/>
                <a:ext cx="17393" cy="45221"/>
              </a:xfrm>
              <a:custGeom>
                <a:avLst/>
                <a:gdLst>
                  <a:gd name="T0" fmla="*/ 6 w 10"/>
                  <a:gd name="T1" fmla="*/ 26 h 26"/>
                  <a:gd name="T2" fmla="*/ 6 w 10"/>
                  <a:gd name="T3" fmla="*/ 26 h 26"/>
                  <a:gd name="T4" fmla="*/ 6 w 10"/>
                  <a:gd name="T5" fmla="*/ 26 h 26"/>
                  <a:gd name="T6" fmla="*/ 6 w 10"/>
                  <a:gd name="T7" fmla="*/ 26 h 26"/>
                  <a:gd name="T8" fmla="*/ 4 w 10"/>
                  <a:gd name="T9" fmla="*/ 26 h 26"/>
                  <a:gd name="T10" fmla="*/ 4 w 10"/>
                  <a:gd name="T11" fmla="*/ 26 h 26"/>
                  <a:gd name="T12" fmla="*/ 0 w 10"/>
                  <a:gd name="T13" fmla="*/ 26 h 26"/>
                  <a:gd name="T14" fmla="*/ 0 w 10"/>
                  <a:gd name="T15" fmla="*/ 22 h 26"/>
                  <a:gd name="T16" fmla="*/ 0 w 10"/>
                  <a:gd name="T17" fmla="*/ 22 h 26"/>
                  <a:gd name="T18" fmla="*/ 0 w 10"/>
                  <a:gd name="T19" fmla="*/ 22 h 26"/>
                  <a:gd name="T20" fmla="*/ 0 w 10"/>
                  <a:gd name="T21" fmla="*/ 18 h 26"/>
                  <a:gd name="T22" fmla="*/ 0 w 10"/>
                  <a:gd name="T23" fmla="*/ 14 h 26"/>
                  <a:gd name="T24" fmla="*/ 0 w 10"/>
                  <a:gd name="T25" fmla="*/ 10 h 26"/>
                  <a:gd name="T26" fmla="*/ 0 w 10"/>
                  <a:gd name="T27" fmla="*/ 10 h 26"/>
                  <a:gd name="T28" fmla="*/ 0 w 10"/>
                  <a:gd name="T29" fmla="*/ 10 h 26"/>
                  <a:gd name="T30" fmla="*/ 0 w 10"/>
                  <a:gd name="T31" fmla="*/ 10 h 26"/>
                  <a:gd name="T32" fmla="*/ 0 w 10"/>
                  <a:gd name="T33" fmla="*/ 6 h 26"/>
                  <a:gd name="T34" fmla="*/ 0 w 10"/>
                  <a:gd name="T35" fmla="*/ 6 h 26"/>
                  <a:gd name="T36" fmla="*/ 0 w 10"/>
                  <a:gd name="T37" fmla="*/ 6 h 26"/>
                  <a:gd name="T38" fmla="*/ 0 w 10"/>
                  <a:gd name="T39" fmla="*/ 6 h 26"/>
                  <a:gd name="T40" fmla="*/ 0 w 10"/>
                  <a:gd name="T41" fmla="*/ 6 h 26"/>
                  <a:gd name="T42" fmla="*/ 0 w 10"/>
                  <a:gd name="T43" fmla="*/ 2 h 26"/>
                  <a:gd name="T44" fmla="*/ 0 w 10"/>
                  <a:gd name="T45" fmla="*/ 2 h 26"/>
                  <a:gd name="T46" fmla="*/ 0 w 10"/>
                  <a:gd name="T47" fmla="*/ 2 h 26"/>
                  <a:gd name="T48" fmla="*/ 0 w 10"/>
                  <a:gd name="T49" fmla="*/ 2 h 26"/>
                  <a:gd name="T50" fmla="*/ 4 w 10"/>
                  <a:gd name="T51" fmla="*/ 0 h 26"/>
                  <a:gd name="T52" fmla="*/ 4 w 10"/>
                  <a:gd name="T53" fmla="*/ 0 h 26"/>
                  <a:gd name="T54" fmla="*/ 6 w 10"/>
                  <a:gd name="T55" fmla="*/ 0 h 26"/>
                  <a:gd name="T56" fmla="*/ 6 w 10"/>
                  <a:gd name="T57" fmla="*/ 0 h 26"/>
                  <a:gd name="T58" fmla="*/ 6 w 10"/>
                  <a:gd name="T59" fmla="*/ 2 h 26"/>
                  <a:gd name="T60" fmla="*/ 6 w 10"/>
                  <a:gd name="T61" fmla="*/ 2 h 26"/>
                  <a:gd name="T62" fmla="*/ 10 w 10"/>
                  <a:gd name="T63" fmla="*/ 2 h 26"/>
                  <a:gd name="T64" fmla="*/ 10 w 10"/>
                  <a:gd name="T65" fmla="*/ 6 h 26"/>
                  <a:gd name="T66" fmla="*/ 10 w 10"/>
                  <a:gd name="T67" fmla="*/ 6 h 26"/>
                  <a:gd name="T68" fmla="*/ 6 w 10"/>
                  <a:gd name="T69" fmla="*/ 6 h 26"/>
                  <a:gd name="T70" fmla="*/ 6 w 10"/>
                  <a:gd name="T71" fmla="*/ 10 h 26"/>
                  <a:gd name="T72" fmla="*/ 6 w 10"/>
                  <a:gd name="T73" fmla="*/ 10 h 26"/>
                  <a:gd name="T74" fmla="*/ 10 w 10"/>
                  <a:gd name="T75" fmla="*/ 10 h 26"/>
                  <a:gd name="T76" fmla="*/ 6 w 10"/>
                  <a:gd name="T77" fmla="*/ 14 h 26"/>
                  <a:gd name="T78" fmla="*/ 10 w 10"/>
                  <a:gd name="T79" fmla="*/ 14 h 26"/>
                  <a:gd name="T80" fmla="*/ 10 w 10"/>
                  <a:gd name="T81" fmla="*/ 14 h 26"/>
                  <a:gd name="T82" fmla="*/ 10 w 10"/>
                  <a:gd name="T83" fmla="*/ 14 h 26"/>
                  <a:gd name="T84" fmla="*/ 10 w 10"/>
                  <a:gd name="T85" fmla="*/ 22 h 26"/>
                  <a:gd name="T86" fmla="*/ 6 w 10"/>
                  <a:gd name="T87" fmla="*/ 22 h 26"/>
                  <a:gd name="T88" fmla="*/ 6 w 10"/>
                  <a:gd name="T89" fmla="*/ 22 h 26"/>
                  <a:gd name="T90" fmla="*/ 6 w 10"/>
                  <a:gd name="T91" fmla="*/ 2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0" h="26">
                    <a:moveTo>
                      <a:pt x="6" y="22"/>
                    </a:moveTo>
                    <a:lnTo>
                      <a:pt x="6" y="26"/>
                    </a:lnTo>
                    <a:lnTo>
                      <a:pt x="6" y="26"/>
                    </a:lnTo>
                    <a:lnTo>
                      <a:pt x="6" y="26"/>
                    </a:lnTo>
                    <a:lnTo>
                      <a:pt x="6" y="26"/>
                    </a:lnTo>
                    <a:lnTo>
                      <a:pt x="6" y="26"/>
                    </a:lnTo>
                    <a:lnTo>
                      <a:pt x="6" y="26"/>
                    </a:lnTo>
                    <a:lnTo>
                      <a:pt x="6" y="26"/>
                    </a:lnTo>
                    <a:lnTo>
                      <a:pt x="4" y="26"/>
                    </a:lnTo>
                    <a:lnTo>
                      <a:pt x="4" y="26"/>
                    </a:lnTo>
                    <a:lnTo>
                      <a:pt x="4" y="26"/>
                    </a:lnTo>
                    <a:lnTo>
                      <a:pt x="4" y="26"/>
                    </a:lnTo>
                    <a:lnTo>
                      <a:pt x="4" y="26"/>
                    </a:lnTo>
                    <a:lnTo>
                      <a:pt x="0" y="26"/>
                    </a:lnTo>
                    <a:lnTo>
                      <a:pt x="0" y="26"/>
                    </a:lnTo>
                    <a:lnTo>
                      <a:pt x="0" y="22"/>
                    </a:lnTo>
                    <a:lnTo>
                      <a:pt x="0" y="22"/>
                    </a:lnTo>
                    <a:lnTo>
                      <a:pt x="0" y="22"/>
                    </a:lnTo>
                    <a:lnTo>
                      <a:pt x="0" y="22"/>
                    </a:lnTo>
                    <a:lnTo>
                      <a:pt x="0" y="22"/>
                    </a:lnTo>
                    <a:lnTo>
                      <a:pt x="0" y="18"/>
                    </a:lnTo>
                    <a:lnTo>
                      <a:pt x="0" y="18"/>
                    </a:lnTo>
                    <a:lnTo>
                      <a:pt x="0" y="14"/>
                    </a:lnTo>
                    <a:lnTo>
                      <a:pt x="0" y="14"/>
                    </a:lnTo>
                    <a:lnTo>
                      <a:pt x="0" y="14"/>
                    </a:lnTo>
                    <a:lnTo>
                      <a:pt x="0" y="10"/>
                    </a:lnTo>
                    <a:lnTo>
                      <a:pt x="0" y="10"/>
                    </a:lnTo>
                    <a:lnTo>
                      <a:pt x="0" y="10"/>
                    </a:lnTo>
                    <a:lnTo>
                      <a:pt x="0" y="10"/>
                    </a:lnTo>
                    <a:lnTo>
                      <a:pt x="0" y="10"/>
                    </a:lnTo>
                    <a:lnTo>
                      <a:pt x="0" y="10"/>
                    </a:lnTo>
                    <a:lnTo>
                      <a:pt x="0" y="10"/>
                    </a:lnTo>
                    <a:lnTo>
                      <a:pt x="0" y="6"/>
                    </a:lnTo>
                    <a:lnTo>
                      <a:pt x="0" y="6"/>
                    </a:lnTo>
                    <a:lnTo>
                      <a:pt x="0" y="6"/>
                    </a:lnTo>
                    <a:lnTo>
                      <a:pt x="0" y="6"/>
                    </a:lnTo>
                    <a:lnTo>
                      <a:pt x="0" y="6"/>
                    </a:lnTo>
                    <a:lnTo>
                      <a:pt x="0" y="6"/>
                    </a:lnTo>
                    <a:lnTo>
                      <a:pt x="0" y="6"/>
                    </a:lnTo>
                    <a:lnTo>
                      <a:pt x="0" y="6"/>
                    </a:lnTo>
                    <a:lnTo>
                      <a:pt x="0" y="6"/>
                    </a:lnTo>
                    <a:lnTo>
                      <a:pt x="0" y="6"/>
                    </a:lnTo>
                    <a:lnTo>
                      <a:pt x="0" y="2"/>
                    </a:lnTo>
                    <a:lnTo>
                      <a:pt x="0" y="2"/>
                    </a:lnTo>
                    <a:lnTo>
                      <a:pt x="0" y="2"/>
                    </a:lnTo>
                    <a:lnTo>
                      <a:pt x="0" y="2"/>
                    </a:lnTo>
                    <a:lnTo>
                      <a:pt x="0" y="2"/>
                    </a:lnTo>
                    <a:lnTo>
                      <a:pt x="0" y="2"/>
                    </a:lnTo>
                    <a:lnTo>
                      <a:pt x="0" y="2"/>
                    </a:lnTo>
                    <a:lnTo>
                      <a:pt x="0" y="2"/>
                    </a:lnTo>
                    <a:lnTo>
                      <a:pt x="4" y="0"/>
                    </a:lnTo>
                    <a:lnTo>
                      <a:pt x="4" y="0"/>
                    </a:lnTo>
                    <a:lnTo>
                      <a:pt x="4" y="0"/>
                    </a:lnTo>
                    <a:lnTo>
                      <a:pt x="4" y="0"/>
                    </a:lnTo>
                    <a:lnTo>
                      <a:pt x="6" y="0"/>
                    </a:lnTo>
                    <a:lnTo>
                      <a:pt x="6" y="0"/>
                    </a:lnTo>
                    <a:lnTo>
                      <a:pt x="6" y="0"/>
                    </a:lnTo>
                    <a:lnTo>
                      <a:pt x="6" y="0"/>
                    </a:lnTo>
                    <a:lnTo>
                      <a:pt x="6" y="0"/>
                    </a:lnTo>
                    <a:lnTo>
                      <a:pt x="6" y="2"/>
                    </a:lnTo>
                    <a:lnTo>
                      <a:pt x="6" y="2"/>
                    </a:lnTo>
                    <a:lnTo>
                      <a:pt x="6" y="2"/>
                    </a:lnTo>
                    <a:lnTo>
                      <a:pt x="10" y="2"/>
                    </a:lnTo>
                    <a:lnTo>
                      <a:pt x="10" y="2"/>
                    </a:lnTo>
                    <a:lnTo>
                      <a:pt x="10" y="2"/>
                    </a:lnTo>
                    <a:lnTo>
                      <a:pt x="10" y="6"/>
                    </a:lnTo>
                    <a:lnTo>
                      <a:pt x="10" y="6"/>
                    </a:lnTo>
                    <a:lnTo>
                      <a:pt x="10" y="6"/>
                    </a:lnTo>
                    <a:lnTo>
                      <a:pt x="6" y="6"/>
                    </a:lnTo>
                    <a:lnTo>
                      <a:pt x="6" y="6"/>
                    </a:lnTo>
                    <a:lnTo>
                      <a:pt x="6" y="6"/>
                    </a:lnTo>
                    <a:lnTo>
                      <a:pt x="6" y="10"/>
                    </a:lnTo>
                    <a:lnTo>
                      <a:pt x="6" y="10"/>
                    </a:lnTo>
                    <a:lnTo>
                      <a:pt x="6" y="10"/>
                    </a:lnTo>
                    <a:lnTo>
                      <a:pt x="10" y="10"/>
                    </a:lnTo>
                    <a:lnTo>
                      <a:pt x="10" y="10"/>
                    </a:lnTo>
                    <a:lnTo>
                      <a:pt x="6" y="14"/>
                    </a:lnTo>
                    <a:lnTo>
                      <a:pt x="6" y="14"/>
                    </a:lnTo>
                    <a:lnTo>
                      <a:pt x="10" y="14"/>
                    </a:lnTo>
                    <a:lnTo>
                      <a:pt x="10" y="14"/>
                    </a:lnTo>
                    <a:lnTo>
                      <a:pt x="10" y="14"/>
                    </a:lnTo>
                    <a:lnTo>
                      <a:pt x="10" y="14"/>
                    </a:lnTo>
                    <a:lnTo>
                      <a:pt x="10" y="14"/>
                    </a:lnTo>
                    <a:lnTo>
                      <a:pt x="10" y="14"/>
                    </a:lnTo>
                    <a:lnTo>
                      <a:pt x="10" y="18"/>
                    </a:lnTo>
                    <a:lnTo>
                      <a:pt x="10" y="22"/>
                    </a:lnTo>
                    <a:lnTo>
                      <a:pt x="10" y="22"/>
                    </a:lnTo>
                    <a:lnTo>
                      <a:pt x="6" y="22"/>
                    </a:lnTo>
                    <a:lnTo>
                      <a:pt x="6" y="22"/>
                    </a:lnTo>
                    <a:lnTo>
                      <a:pt x="6" y="22"/>
                    </a:lnTo>
                    <a:lnTo>
                      <a:pt x="6" y="22"/>
                    </a:lnTo>
                    <a:lnTo>
                      <a:pt x="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6" name="Freeform 50"/>
              <p:cNvSpPr>
                <a:spLocks noEditPoints="1"/>
              </p:cNvSpPr>
              <p:nvPr/>
            </p:nvSpPr>
            <p:spPr bwMode="gray">
              <a:xfrm>
                <a:off x="5648716" y="3538751"/>
                <a:ext cx="518302" cy="490469"/>
              </a:xfrm>
              <a:custGeom>
                <a:avLst/>
                <a:gdLst>
                  <a:gd name="T0" fmla="*/ 232 w 298"/>
                  <a:gd name="T1" fmla="*/ 240 h 282"/>
                  <a:gd name="T2" fmla="*/ 186 w 298"/>
                  <a:gd name="T3" fmla="*/ 264 h 282"/>
                  <a:gd name="T4" fmla="*/ 172 w 298"/>
                  <a:gd name="T5" fmla="*/ 268 h 282"/>
                  <a:gd name="T6" fmla="*/ 142 w 298"/>
                  <a:gd name="T7" fmla="*/ 264 h 282"/>
                  <a:gd name="T8" fmla="*/ 130 w 298"/>
                  <a:gd name="T9" fmla="*/ 264 h 282"/>
                  <a:gd name="T10" fmla="*/ 122 w 298"/>
                  <a:gd name="T11" fmla="*/ 270 h 282"/>
                  <a:gd name="T12" fmla="*/ 120 w 298"/>
                  <a:gd name="T13" fmla="*/ 282 h 282"/>
                  <a:gd name="T14" fmla="*/ 112 w 298"/>
                  <a:gd name="T15" fmla="*/ 274 h 282"/>
                  <a:gd name="T16" fmla="*/ 112 w 298"/>
                  <a:gd name="T17" fmla="*/ 268 h 282"/>
                  <a:gd name="T18" fmla="*/ 104 w 298"/>
                  <a:gd name="T19" fmla="*/ 256 h 282"/>
                  <a:gd name="T20" fmla="*/ 96 w 298"/>
                  <a:gd name="T21" fmla="*/ 248 h 282"/>
                  <a:gd name="T22" fmla="*/ 96 w 298"/>
                  <a:gd name="T23" fmla="*/ 238 h 282"/>
                  <a:gd name="T24" fmla="*/ 90 w 298"/>
                  <a:gd name="T25" fmla="*/ 226 h 282"/>
                  <a:gd name="T26" fmla="*/ 82 w 298"/>
                  <a:gd name="T27" fmla="*/ 218 h 282"/>
                  <a:gd name="T28" fmla="*/ 74 w 298"/>
                  <a:gd name="T29" fmla="*/ 212 h 282"/>
                  <a:gd name="T30" fmla="*/ 66 w 298"/>
                  <a:gd name="T31" fmla="*/ 204 h 282"/>
                  <a:gd name="T32" fmla="*/ 64 w 298"/>
                  <a:gd name="T33" fmla="*/ 190 h 282"/>
                  <a:gd name="T34" fmla="*/ 64 w 298"/>
                  <a:gd name="T35" fmla="*/ 174 h 282"/>
                  <a:gd name="T36" fmla="*/ 64 w 298"/>
                  <a:gd name="T37" fmla="*/ 168 h 282"/>
                  <a:gd name="T38" fmla="*/ 56 w 298"/>
                  <a:gd name="T39" fmla="*/ 152 h 282"/>
                  <a:gd name="T40" fmla="*/ 44 w 298"/>
                  <a:gd name="T41" fmla="*/ 142 h 282"/>
                  <a:gd name="T42" fmla="*/ 40 w 298"/>
                  <a:gd name="T43" fmla="*/ 138 h 282"/>
                  <a:gd name="T44" fmla="*/ 36 w 298"/>
                  <a:gd name="T45" fmla="*/ 126 h 282"/>
                  <a:gd name="T46" fmla="*/ 34 w 298"/>
                  <a:gd name="T47" fmla="*/ 118 h 282"/>
                  <a:gd name="T48" fmla="*/ 26 w 298"/>
                  <a:gd name="T49" fmla="*/ 112 h 282"/>
                  <a:gd name="T50" fmla="*/ 22 w 298"/>
                  <a:gd name="T51" fmla="*/ 96 h 282"/>
                  <a:gd name="T52" fmla="*/ 14 w 298"/>
                  <a:gd name="T53" fmla="*/ 90 h 282"/>
                  <a:gd name="T54" fmla="*/ 10 w 298"/>
                  <a:gd name="T55" fmla="*/ 78 h 282"/>
                  <a:gd name="T56" fmla="*/ 4 w 298"/>
                  <a:gd name="T57" fmla="*/ 70 h 282"/>
                  <a:gd name="T58" fmla="*/ 4 w 298"/>
                  <a:gd name="T59" fmla="*/ 56 h 282"/>
                  <a:gd name="T60" fmla="*/ 22 w 298"/>
                  <a:gd name="T61" fmla="*/ 56 h 282"/>
                  <a:gd name="T62" fmla="*/ 36 w 298"/>
                  <a:gd name="T63" fmla="*/ 40 h 282"/>
                  <a:gd name="T64" fmla="*/ 44 w 298"/>
                  <a:gd name="T65" fmla="*/ 22 h 282"/>
                  <a:gd name="T66" fmla="*/ 36 w 298"/>
                  <a:gd name="T67" fmla="*/ 10 h 282"/>
                  <a:gd name="T68" fmla="*/ 56 w 298"/>
                  <a:gd name="T69" fmla="*/ 8 h 282"/>
                  <a:gd name="T70" fmla="*/ 78 w 298"/>
                  <a:gd name="T71" fmla="*/ 4 h 282"/>
                  <a:gd name="T72" fmla="*/ 120 w 298"/>
                  <a:gd name="T73" fmla="*/ 30 h 282"/>
                  <a:gd name="T74" fmla="*/ 164 w 298"/>
                  <a:gd name="T75" fmla="*/ 56 h 282"/>
                  <a:gd name="T76" fmla="*/ 182 w 298"/>
                  <a:gd name="T77" fmla="*/ 60 h 282"/>
                  <a:gd name="T78" fmla="*/ 198 w 298"/>
                  <a:gd name="T79" fmla="*/ 66 h 282"/>
                  <a:gd name="T80" fmla="*/ 202 w 298"/>
                  <a:gd name="T81" fmla="*/ 78 h 282"/>
                  <a:gd name="T82" fmla="*/ 206 w 298"/>
                  <a:gd name="T83" fmla="*/ 86 h 282"/>
                  <a:gd name="T84" fmla="*/ 206 w 298"/>
                  <a:gd name="T85" fmla="*/ 86 h 282"/>
                  <a:gd name="T86" fmla="*/ 212 w 298"/>
                  <a:gd name="T87" fmla="*/ 96 h 282"/>
                  <a:gd name="T88" fmla="*/ 220 w 298"/>
                  <a:gd name="T89" fmla="*/ 104 h 282"/>
                  <a:gd name="T90" fmla="*/ 220 w 298"/>
                  <a:gd name="T91" fmla="*/ 112 h 282"/>
                  <a:gd name="T92" fmla="*/ 224 w 298"/>
                  <a:gd name="T93" fmla="*/ 122 h 282"/>
                  <a:gd name="T94" fmla="*/ 232 w 298"/>
                  <a:gd name="T95" fmla="*/ 134 h 282"/>
                  <a:gd name="T96" fmla="*/ 238 w 298"/>
                  <a:gd name="T97" fmla="*/ 142 h 282"/>
                  <a:gd name="T98" fmla="*/ 242 w 298"/>
                  <a:gd name="T99" fmla="*/ 144 h 282"/>
                  <a:gd name="T100" fmla="*/ 294 w 298"/>
                  <a:gd name="T101" fmla="*/ 198 h 282"/>
                  <a:gd name="T102" fmla="*/ 104 w 298"/>
                  <a:gd name="T103" fmla="*/ 270 h 282"/>
                  <a:gd name="T104" fmla="*/ 104 w 298"/>
                  <a:gd name="T105" fmla="*/ 270 h 282"/>
                  <a:gd name="T106" fmla="*/ 100 w 298"/>
                  <a:gd name="T107" fmla="*/ 274 h 282"/>
                  <a:gd name="T108" fmla="*/ 108 w 298"/>
                  <a:gd name="T109" fmla="*/ 274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8" h="282">
                    <a:moveTo>
                      <a:pt x="290" y="218"/>
                    </a:moveTo>
                    <a:lnTo>
                      <a:pt x="246" y="238"/>
                    </a:lnTo>
                    <a:lnTo>
                      <a:pt x="236" y="238"/>
                    </a:lnTo>
                    <a:lnTo>
                      <a:pt x="232" y="240"/>
                    </a:lnTo>
                    <a:lnTo>
                      <a:pt x="206" y="240"/>
                    </a:lnTo>
                    <a:lnTo>
                      <a:pt x="194" y="252"/>
                    </a:lnTo>
                    <a:lnTo>
                      <a:pt x="190" y="260"/>
                    </a:lnTo>
                    <a:lnTo>
                      <a:pt x="186" y="264"/>
                    </a:lnTo>
                    <a:lnTo>
                      <a:pt x="182" y="270"/>
                    </a:lnTo>
                    <a:lnTo>
                      <a:pt x="180" y="270"/>
                    </a:lnTo>
                    <a:lnTo>
                      <a:pt x="176" y="270"/>
                    </a:lnTo>
                    <a:lnTo>
                      <a:pt x="172" y="268"/>
                    </a:lnTo>
                    <a:lnTo>
                      <a:pt x="168" y="268"/>
                    </a:lnTo>
                    <a:lnTo>
                      <a:pt x="164" y="268"/>
                    </a:lnTo>
                    <a:lnTo>
                      <a:pt x="152" y="264"/>
                    </a:lnTo>
                    <a:lnTo>
                      <a:pt x="142" y="264"/>
                    </a:lnTo>
                    <a:lnTo>
                      <a:pt x="138" y="264"/>
                    </a:lnTo>
                    <a:lnTo>
                      <a:pt x="134" y="264"/>
                    </a:lnTo>
                    <a:lnTo>
                      <a:pt x="134" y="268"/>
                    </a:lnTo>
                    <a:lnTo>
                      <a:pt x="130" y="264"/>
                    </a:lnTo>
                    <a:lnTo>
                      <a:pt x="126" y="264"/>
                    </a:lnTo>
                    <a:lnTo>
                      <a:pt x="122" y="264"/>
                    </a:lnTo>
                    <a:lnTo>
                      <a:pt x="122" y="268"/>
                    </a:lnTo>
                    <a:lnTo>
                      <a:pt x="122" y="270"/>
                    </a:lnTo>
                    <a:lnTo>
                      <a:pt x="122" y="274"/>
                    </a:lnTo>
                    <a:lnTo>
                      <a:pt x="122" y="278"/>
                    </a:lnTo>
                    <a:lnTo>
                      <a:pt x="120" y="278"/>
                    </a:lnTo>
                    <a:lnTo>
                      <a:pt x="120" y="282"/>
                    </a:lnTo>
                    <a:lnTo>
                      <a:pt x="116" y="282"/>
                    </a:lnTo>
                    <a:lnTo>
                      <a:pt x="116" y="278"/>
                    </a:lnTo>
                    <a:lnTo>
                      <a:pt x="116" y="274"/>
                    </a:lnTo>
                    <a:lnTo>
                      <a:pt x="112" y="274"/>
                    </a:lnTo>
                    <a:lnTo>
                      <a:pt x="112" y="270"/>
                    </a:lnTo>
                    <a:lnTo>
                      <a:pt x="112" y="268"/>
                    </a:lnTo>
                    <a:lnTo>
                      <a:pt x="112" y="270"/>
                    </a:lnTo>
                    <a:lnTo>
                      <a:pt x="112" y="268"/>
                    </a:lnTo>
                    <a:lnTo>
                      <a:pt x="112" y="264"/>
                    </a:lnTo>
                    <a:lnTo>
                      <a:pt x="108" y="264"/>
                    </a:lnTo>
                    <a:lnTo>
                      <a:pt x="108" y="260"/>
                    </a:lnTo>
                    <a:lnTo>
                      <a:pt x="104" y="256"/>
                    </a:lnTo>
                    <a:lnTo>
                      <a:pt x="100" y="256"/>
                    </a:lnTo>
                    <a:lnTo>
                      <a:pt x="100" y="252"/>
                    </a:lnTo>
                    <a:lnTo>
                      <a:pt x="100" y="248"/>
                    </a:lnTo>
                    <a:lnTo>
                      <a:pt x="96" y="248"/>
                    </a:lnTo>
                    <a:lnTo>
                      <a:pt x="96" y="244"/>
                    </a:lnTo>
                    <a:lnTo>
                      <a:pt x="96" y="240"/>
                    </a:lnTo>
                    <a:lnTo>
                      <a:pt x="92" y="240"/>
                    </a:lnTo>
                    <a:lnTo>
                      <a:pt x="96" y="238"/>
                    </a:lnTo>
                    <a:lnTo>
                      <a:pt x="92" y="238"/>
                    </a:lnTo>
                    <a:lnTo>
                      <a:pt x="92" y="234"/>
                    </a:lnTo>
                    <a:lnTo>
                      <a:pt x="90" y="230"/>
                    </a:lnTo>
                    <a:lnTo>
                      <a:pt x="90" y="226"/>
                    </a:lnTo>
                    <a:lnTo>
                      <a:pt x="90" y="222"/>
                    </a:lnTo>
                    <a:lnTo>
                      <a:pt x="86" y="222"/>
                    </a:lnTo>
                    <a:lnTo>
                      <a:pt x="86" y="218"/>
                    </a:lnTo>
                    <a:lnTo>
                      <a:pt x="82" y="218"/>
                    </a:lnTo>
                    <a:lnTo>
                      <a:pt x="82" y="214"/>
                    </a:lnTo>
                    <a:lnTo>
                      <a:pt x="78" y="214"/>
                    </a:lnTo>
                    <a:lnTo>
                      <a:pt x="74" y="214"/>
                    </a:lnTo>
                    <a:lnTo>
                      <a:pt x="74" y="212"/>
                    </a:lnTo>
                    <a:lnTo>
                      <a:pt x="70" y="212"/>
                    </a:lnTo>
                    <a:lnTo>
                      <a:pt x="70" y="208"/>
                    </a:lnTo>
                    <a:lnTo>
                      <a:pt x="70" y="204"/>
                    </a:lnTo>
                    <a:lnTo>
                      <a:pt x="66" y="204"/>
                    </a:lnTo>
                    <a:lnTo>
                      <a:pt x="66" y="200"/>
                    </a:lnTo>
                    <a:lnTo>
                      <a:pt x="64" y="198"/>
                    </a:lnTo>
                    <a:lnTo>
                      <a:pt x="66" y="194"/>
                    </a:lnTo>
                    <a:lnTo>
                      <a:pt x="64" y="190"/>
                    </a:lnTo>
                    <a:lnTo>
                      <a:pt x="64" y="186"/>
                    </a:lnTo>
                    <a:lnTo>
                      <a:pt x="64" y="182"/>
                    </a:lnTo>
                    <a:lnTo>
                      <a:pt x="64" y="178"/>
                    </a:lnTo>
                    <a:lnTo>
                      <a:pt x="64" y="174"/>
                    </a:lnTo>
                    <a:lnTo>
                      <a:pt x="64" y="172"/>
                    </a:lnTo>
                    <a:lnTo>
                      <a:pt x="64" y="168"/>
                    </a:lnTo>
                    <a:lnTo>
                      <a:pt x="60" y="168"/>
                    </a:lnTo>
                    <a:lnTo>
                      <a:pt x="64" y="168"/>
                    </a:lnTo>
                    <a:lnTo>
                      <a:pt x="60" y="164"/>
                    </a:lnTo>
                    <a:lnTo>
                      <a:pt x="60" y="160"/>
                    </a:lnTo>
                    <a:lnTo>
                      <a:pt x="56" y="156"/>
                    </a:lnTo>
                    <a:lnTo>
                      <a:pt x="56" y="152"/>
                    </a:lnTo>
                    <a:lnTo>
                      <a:pt x="52" y="148"/>
                    </a:lnTo>
                    <a:lnTo>
                      <a:pt x="48" y="144"/>
                    </a:lnTo>
                    <a:lnTo>
                      <a:pt x="44" y="144"/>
                    </a:lnTo>
                    <a:lnTo>
                      <a:pt x="44" y="142"/>
                    </a:lnTo>
                    <a:lnTo>
                      <a:pt x="44" y="144"/>
                    </a:lnTo>
                    <a:lnTo>
                      <a:pt x="40" y="144"/>
                    </a:lnTo>
                    <a:lnTo>
                      <a:pt x="40" y="142"/>
                    </a:lnTo>
                    <a:lnTo>
                      <a:pt x="40" y="138"/>
                    </a:lnTo>
                    <a:lnTo>
                      <a:pt x="36" y="138"/>
                    </a:lnTo>
                    <a:lnTo>
                      <a:pt x="36" y="134"/>
                    </a:lnTo>
                    <a:lnTo>
                      <a:pt x="36" y="130"/>
                    </a:lnTo>
                    <a:lnTo>
                      <a:pt x="36" y="126"/>
                    </a:lnTo>
                    <a:lnTo>
                      <a:pt x="36" y="122"/>
                    </a:lnTo>
                    <a:lnTo>
                      <a:pt x="34" y="118"/>
                    </a:lnTo>
                    <a:lnTo>
                      <a:pt x="34" y="116"/>
                    </a:lnTo>
                    <a:lnTo>
                      <a:pt x="34" y="118"/>
                    </a:lnTo>
                    <a:lnTo>
                      <a:pt x="30" y="118"/>
                    </a:lnTo>
                    <a:lnTo>
                      <a:pt x="30" y="116"/>
                    </a:lnTo>
                    <a:lnTo>
                      <a:pt x="30" y="112"/>
                    </a:lnTo>
                    <a:lnTo>
                      <a:pt x="26" y="112"/>
                    </a:lnTo>
                    <a:lnTo>
                      <a:pt x="26" y="108"/>
                    </a:lnTo>
                    <a:lnTo>
                      <a:pt x="26" y="104"/>
                    </a:lnTo>
                    <a:lnTo>
                      <a:pt x="22" y="100"/>
                    </a:lnTo>
                    <a:lnTo>
                      <a:pt x="22" y="96"/>
                    </a:lnTo>
                    <a:lnTo>
                      <a:pt x="18" y="96"/>
                    </a:lnTo>
                    <a:lnTo>
                      <a:pt x="18" y="92"/>
                    </a:lnTo>
                    <a:lnTo>
                      <a:pt x="18" y="90"/>
                    </a:lnTo>
                    <a:lnTo>
                      <a:pt x="14" y="90"/>
                    </a:lnTo>
                    <a:lnTo>
                      <a:pt x="14" y="86"/>
                    </a:lnTo>
                    <a:lnTo>
                      <a:pt x="14" y="82"/>
                    </a:lnTo>
                    <a:lnTo>
                      <a:pt x="10" y="82"/>
                    </a:lnTo>
                    <a:lnTo>
                      <a:pt x="10" y="78"/>
                    </a:lnTo>
                    <a:lnTo>
                      <a:pt x="6" y="74"/>
                    </a:lnTo>
                    <a:lnTo>
                      <a:pt x="4" y="74"/>
                    </a:lnTo>
                    <a:lnTo>
                      <a:pt x="0" y="74"/>
                    </a:lnTo>
                    <a:lnTo>
                      <a:pt x="4" y="70"/>
                    </a:lnTo>
                    <a:lnTo>
                      <a:pt x="4" y="66"/>
                    </a:lnTo>
                    <a:lnTo>
                      <a:pt x="4" y="64"/>
                    </a:lnTo>
                    <a:lnTo>
                      <a:pt x="4" y="60"/>
                    </a:lnTo>
                    <a:lnTo>
                      <a:pt x="4" y="56"/>
                    </a:lnTo>
                    <a:lnTo>
                      <a:pt x="6" y="52"/>
                    </a:lnTo>
                    <a:lnTo>
                      <a:pt x="10" y="52"/>
                    </a:lnTo>
                    <a:lnTo>
                      <a:pt x="14" y="52"/>
                    </a:lnTo>
                    <a:lnTo>
                      <a:pt x="22" y="56"/>
                    </a:lnTo>
                    <a:lnTo>
                      <a:pt x="26" y="52"/>
                    </a:lnTo>
                    <a:lnTo>
                      <a:pt x="30" y="48"/>
                    </a:lnTo>
                    <a:lnTo>
                      <a:pt x="30" y="44"/>
                    </a:lnTo>
                    <a:lnTo>
                      <a:pt x="36" y="40"/>
                    </a:lnTo>
                    <a:lnTo>
                      <a:pt x="40" y="40"/>
                    </a:lnTo>
                    <a:lnTo>
                      <a:pt x="44" y="34"/>
                    </a:lnTo>
                    <a:lnTo>
                      <a:pt x="48" y="30"/>
                    </a:lnTo>
                    <a:lnTo>
                      <a:pt x="44" y="22"/>
                    </a:lnTo>
                    <a:lnTo>
                      <a:pt x="40" y="22"/>
                    </a:lnTo>
                    <a:lnTo>
                      <a:pt x="40" y="18"/>
                    </a:lnTo>
                    <a:lnTo>
                      <a:pt x="34" y="10"/>
                    </a:lnTo>
                    <a:lnTo>
                      <a:pt x="36" y="10"/>
                    </a:lnTo>
                    <a:lnTo>
                      <a:pt x="40" y="10"/>
                    </a:lnTo>
                    <a:lnTo>
                      <a:pt x="44" y="10"/>
                    </a:lnTo>
                    <a:lnTo>
                      <a:pt x="48" y="8"/>
                    </a:lnTo>
                    <a:lnTo>
                      <a:pt x="56" y="8"/>
                    </a:lnTo>
                    <a:lnTo>
                      <a:pt x="64" y="4"/>
                    </a:lnTo>
                    <a:lnTo>
                      <a:pt x="66" y="0"/>
                    </a:lnTo>
                    <a:lnTo>
                      <a:pt x="70" y="0"/>
                    </a:lnTo>
                    <a:lnTo>
                      <a:pt x="78" y="4"/>
                    </a:lnTo>
                    <a:lnTo>
                      <a:pt x="82" y="4"/>
                    </a:lnTo>
                    <a:lnTo>
                      <a:pt x="96" y="14"/>
                    </a:lnTo>
                    <a:lnTo>
                      <a:pt x="108" y="18"/>
                    </a:lnTo>
                    <a:lnTo>
                      <a:pt x="120" y="30"/>
                    </a:lnTo>
                    <a:lnTo>
                      <a:pt x="120" y="34"/>
                    </a:lnTo>
                    <a:lnTo>
                      <a:pt x="130" y="40"/>
                    </a:lnTo>
                    <a:lnTo>
                      <a:pt x="146" y="56"/>
                    </a:lnTo>
                    <a:lnTo>
                      <a:pt x="164" y="56"/>
                    </a:lnTo>
                    <a:lnTo>
                      <a:pt x="168" y="56"/>
                    </a:lnTo>
                    <a:lnTo>
                      <a:pt x="172" y="56"/>
                    </a:lnTo>
                    <a:lnTo>
                      <a:pt x="176" y="56"/>
                    </a:lnTo>
                    <a:lnTo>
                      <a:pt x="182" y="60"/>
                    </a:lnTo>
                    <a:lnTo>
                      <a:pt x="186" y="64"/>
                    </a:lnTo>
                    <a:lnTo>
                      <a:pt x="186" y="66"/>
                    </a:lnTo>
                    <a:lnTo>
                      <a:pt x="194" y="66"/>
                    </a:lnTo>
                    <a:lnTo>
                      <a:pt x="198" y="66"/>
                    </a:lnTo>
                    <a:lnTo>
                      <a:pt x="198" y="70"/>
                    </a:lnTo>
                    <a:lnTo>
                      <a:pt x="198" y="74"/>
                    </a:lnTo>
                    <a:lnTo>
                      <a:pt x="202" y="74"/>
                    </a:lnTo>
                    <a:lnTo>
                      <a:pt x="202" y="78"/>
                    </a:lnTo>
                    <a:lnTo>
                      <a:pt x="202" y="82"/>
                    </a:lnTo>
                    <a:lnTo>
                      <a:pt x="202" y="78"/>
                    </a:lnTo>
                    <a:lnTo>
                      <a:pt x="202" y="82"/>
                    </a:lnTo>
                    <a:lnTo>
                      <a:pt x="206" y="86"/>
                    </a:lnTo>
                    <a:lnTo>
                      <a:pt x="206" y="82"/>
                    </a:lnTo>
                    <a:lnTo>
                      <a:pt x="206" y="86"/>
                    </a:lnTo>
                    <a:lnTo>
                      <a:pt x="210" y="86"/>
                    </a:lnTo>
                    <a:lnTo>
                      <a:pt x="206" y="86"/>
                    </a:lnTo>
                    <a:lnTo>
                      <a:pt x="210" y="90"/>
                    </a:lnTo>
                    <a:lnTo>
                      <a:pt x="210" y="92"/>
                    </a:lnTo>
                    <a:lnTo>
                      <a:pt x="212" y="92"/>
                    </a:lnTo>
                    <a:lnTo>
                      <a:pt x="212" y="96"/>
                    </a:lnTo>
                    <a:lnTo>
                      <a:pt x="216" y="96"/>
                    </a:lnTo>
                    <a:lnTo>
                      <a:pt x="220" y="96"/>
                    </a:lnTo>
                    <a:lnTo>
                      <a:pt x="220" y="100"/>
                    </a:lnTo>
                    <a:lnTo>
                      <a:pt x="220" y="104"/>
                    </a:lnTo>
                    <a:lnTo>
                      <a:pt x="224" y="108"/>
                    </a:lnTo>
                    <a:lnTo>
                      <a:pt x="220" y="112"/>
                    </a:lnTo>
                    <a:lnTo>
                      <a:pt x="220" y="108"/>
                    </a:lnTo>
                    <a:lnTo>
                      <a:pt x="220" y="112"/>
                    </a:lnTo>
                    <a:lnTo>
                      <a:pt x="220" y="116"/>
                    </a:lnTo>
                    <a:lnTo>
                      <a:pt x="224" y="118"/>
                    </a:lnTo>
                    <a:lnTo>
                      <a:pt x="220" y="118"/>
                    </a:lnTo>
                    <a:lnTo>
                      <a:pt x="224" y="122"/>
                    </a:lnTo>
                    <a:lnTo>
                      <a:pt x="228" y="122"/>
                    </a:lnTo>
                    <a:lnTo>
                      <a:pt x="228" y="126"/>
                    </a:lnTo>
                    <a:lnTo>
                      <a:pt x="228" y="130"/>
                    </a:lnTo>
                    <a:lnTo>
                      <a:pt x="232" y="134"/>
                    </a:lnTo>
                    <a:lnTo>
                      <a:pt x="232" y="138"/>
                    </a:lnTo>
                    <a:lnTo>
                      <a:pt x="236" y="138"/>
                    </a:lnTo>
                    <a:lnTo>
                      <a:pt x="238" y="138"/>
                    </a:lnTo>
                    <a:lnTo>
                      <a:pt x="238" y="142"/>
                    </a:lnTo>
                    <a:lnTo>
                      <a:pt x="238" y="144"/>
                    </a:lnTo>
                    <a:lnTo>
                      <a:pt x="238" y="142"/>
                    </a:lnTo>
                    <a:lnTo>
                      <a:pt x="238" y="144"/>
                    </a:lnTo>
                    <a:lnTo>
                      <a:pt x="242" y="144"/>
                    </a:lnTo>
                    <a:lnTo>
                      <a:pt x="256" y="168"/>
                    </a:lnTo>
                    <a:lnTo>
                      <a:pt x="290" y="172"/>
                    </a:lnTo>
                    <a:lnTo>
                      <a:pt x="298" y="182"/>
                    </a:lnTo>
                    <a:lnTo>
                      <a:pt x="294" y="198"/>
                    </a:lnTo>
                    <a:lnTo>
                      <a:pt x="290" y="218"/>
                    </a:lnTo>
                    <a:lnTo>
                      <a:pt x="290" y="218"/>
                    </a:lnTo>
                    <a:lnTo>
                      <a:pt x="290" y="218"/>
                    </a:lnTo>
                    <a:close/>
                    <a:moveTo>
                      <a:pt x="104" y="270"/>
                    </a:moveTo>
                    <a:lnTo>
                      <a:pt x="104" y="274"/>
                    </a:lnTo>
                    <a:lnTo>
                      <a:pt x="104" y="270"/>
                    </a:lnTo>
                    <a:lnTo>
                      <a:pt x="104" y="270"/>
                    </a:lnTo>
                    <a:lnTo>
                      <a:pt x="104" y="270"/>
                    </a:lnTo>
                    <a:close/>
                    <a:moveTo>
                      <a:pt x="108" y="278"/>
                    </a:moveTo>
                    <a:lnTo>
                      <a:pt x="104" y="278"/>
                    </a:lnTo>
                    <a:lnTo>
                      <a:pt x="104" y="274"/>
                    </a:lnTo>
                    <a:lnTo>
                      <a:pt x="100" y="274"/>
                    </a:lnTo>
                    <a:lnTo>
                      <a:pt x="104" y="274"/>
                    </a:lnTo>
                    <a:lnTo>
                      <a:pt x="108" y="274"/>
                    </a:lnTo>
                    <a:lnTo>
                      <a:pt x="104" y="274"/>
                    </a:lnTo>
                    <a:lnTo>
                      <a:pt x="108" y="274"/>
                    </a:lnTo>
                    <a:lnTo>
                      <a:pt x="108" y="278"/>
                    </a:lnTo>
                    <a:lnTo>
                      <a:pt x="108" y="278"/>
                    </a:lnTo>
                    <a:lnTo>
                      <a:pt x="108" y="2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7" name="Freeform 51"/>
              <p:cNvSpPr>
                <a:spLocks/>
              </p:cNvSpPr>
              <p:nvPr/>
            </p:nvSpPr>
            <p:spPr bwMode="gray">
              <a:xfrm>
                <a:off x="7346239" y="4477950"/>
                <a:ext cx="13914" cy="6957"/>
              </a:xfrm>
              <a:custGeom>
                <a:avLst/>
                <a:gdLst>
                  <a:gd name="T0" fmla="*/ 8 w 8"/>
                  <a:gd name="T1" fmla="*/ 0 h 4"/>
                  <a:gd name="T2" fmla="*/ 8 w 8"/>
                  <a:gd name="T3" fmla="*/ 0 h 4"/>
                  <a:gd name="T4" fmla="*/ 8 w 8"/>
                  <a:gd name="T5" fmla="*/ 0 h 4"/>
                  <a:gd name="T6" fmla="*/ 8 w 8"/>
                  <a:gd name="T7" fmla="*/ 0 h 4"/>
                  <a:gd name="T8" fmla="*/ 8 w 8"/>
                  <a:gd name="T9" fmla="*/ 0 h 4"/>
                  <a:gd name="T10" fmla="*/ 4 w 8"/>
                  <a:gd name="T11" fmla="*/ 4 h 4"/>
                  <a:gd name="T12" fmla="*/ 4 w 8"/>
                  <a:gd name="T13" fmla="*/ 4 h 4"/>
                  <a:gd name="T14" fmla="*/ 0 w 8"/>
                  <a:gd name="T15" fmla="*/ 4 h 4"/>
                  <a:gd name="T16" fmla="*/ 0 w 8"/>
                  <a:gd name="T17" fmla="*/ 0 h 4"/>
                  <a:gd name="T18" fmla="*/ 0 w 8"/>
                  <a:gd name="T19" fmla="*/ 0 h 4"/>
                  <a:gd name="T20" fmla="*/ 0 w 8"/>
                  <a:gd name="T21" fmla="*/ 0 h 4"/>
                  <a:gd name="T22" fmla="*/ 0 w 8"/>
                  <a:gd name="T23" fmla="*/ 0 h 4"/>
                  <a:gd name="T24" fmla="*/ 0 w 8"/>
                  <a:gd name="T25" fmla="*/ 0 h 4"/>
                  <a:gd name="T26" fmla="*/ 4 w 8"/>
                  <a:gd name="T27" fmla="*/ 0 h 4"/>
                  <a:gd name="T28" fmla="*/ 4 w 8"/>
                  <a:gd name="T29" fmla="*/ 0 h 4"/>
                  <a:gd name="T30" fmla="*/ 4 w 8"/>
                  <a:gd name="T31" fmla="*/ 0 h 4"/>
                  <a:gd name="T32" fmla="*/ 4 w 8"/>
                  <a:gd name="T33" fmla="*/ 0 h 4"/>
                  <a:gd name="T34" fmla="*/ 4 w 8"/>
                  <a:gd name="T35" fmla="*/ 0 h 4"/>
                  <a:gd name="T36" fmla="*/ 4 w 8"/>
                  <a:gd name="T37" fmla="*/ 0 h 4"/>
                  <a:gd name="T38" fmla="*/ 4 w 8"/>
                  <a:gd name="T39" fmla="*/ 0 h 4"/>
                  <a:gd name="T40" fmla="*/ 4 w 8"/>
                  <a:gd name="T41" fmla="*/ 0 h 4"/>
                  <a:gd name="T42" fmla="*/ 8 w 8"/>
                  <a:gd name="T43" fmla="*/ 0 h 4"/>
                  <a:gd name="T44" fmla="*/ 8 w 8"/>
                  <a:gd name="T45" fmla="*/ 0 h 4"/>
                  <a:gd name="T46" fmla="*/ 8 w 8"/>
                  <a:gd name="T47" fmla="*/ 0 h 4"/>
                  <a:gd name="T48" fmla="*/ 8 w 8"/>
                  <a:gd name="T49"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8" h="4">
                    <a:moveTo>
                      <a:pt x="8" y="0"/>
                    </a:moveTo>
                    <a:lnTo>
                      <a:pt x="8" y="0"/>
                    </a:lnTo>
                    <a:lnTo>
                      <a:pt x="8" y="0"/>
                    </a:lnTo>
                    <a:lnTo>
                      <a:pt x="8" y="0"/>
                    </a:lnTo>
                    <a:lnTo>
                      <a:pt x="8" y="0"/>
                    </a:lnTo>
                    <a:lnTo>
                      <a:pt x="4" y="4"/>
                    </a:lnTo>
                    <a:lnTo>
                      <a:pt x="4" y="4"/>
                    </a:lnTo>
                    <a:lnTo>
                      <a:pt x="0" y="4"/>
                    </a:lnTo>
                    <a:lnTo>
                      <a:pt x="0" y="0"/>
                    </a:lnTo>
                    <a:lnTo>
                      <a:pt x="0" y="0"/>
                    </a:lnTo>
                    <a:lnTo>
                      <a:pt x="0" y="0"/>
                    </a:lnTo>
                    <a:lnTo>
                      <a:pt x="0" y="0"/>
                    </a:lnTo>
                    <a:lnTo>
                      <a:pt x="0" y="0"/>
                    </a:lnTo>
                    <a:lnTo>
                      <a:pt x="4" y="0"/>
                    </a:lnTo>
                    <a:lnTo>
                      <a:pt x="4" y="0"/>
                    </a:lnTo>
                    <a:lnTo>
                      <a:pt x="4" y="0"/>
                    </a:lnTo>
                    <a:lnTo>
                      <a:pt x="4" y="0"/>
                    </a:lnTo>
                    <a:lnTo>
                      <a:pt x="4" y="0"/>
                    </a:lnTo>
                    <a:lnTo>
                      <a:pt x="4" y="0"/>
                    </a:lnTo>
                    <a:lnTo>
                      <a:pt x="4" y="0"/>
                    </a:lnTo>
                    <a:lnTo>
                      <a:pt x="4" y="0"/>
                    </a:lnTo>
                    <a:lnTo>
                      <a:pt x="8" y="0"/>
                    </a:lnTo>
                    <a:lnTo>
                      <a:pt x="8" y="0"/>
                    </a:lnTo>
                    <a:lnTo>
                      <a:pt x="8" y="0"/>
                    </a:lnTo>
                    <a:lnTo>
                      <a:pt x="8"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8" name="Freeform 52"/>
              <p:cNvSpPr>
                <a:spLocks noEditPoints="1"/>
              </p:cNvSpPr>
              <p:nvPr/>
            </p:nvSpPr>
            <p:spPr bwMode="gray">
              <a:xfrm>
                <a:off x="7902804" y="3330041"/>
                <a:ext cx="83485" cy="173926"/>
              </a:xfrm>
              <a:custGeom>
                <a:avLst/>
                <a:gdLst>
                  <a:gd name="T0" fmla="*/ 4 w 48"/>
                  <a:gd name="T1" fmla="*/ 40 h 100"/>
                  <a:gd name="T2" fmla="*/ 0 w 48"/>
                  <a:gd name="T3" fmla="*/ 34 h 100"/>
                  <a:gd name="T4" fmla="*/ 0 w 48"/>
                  <a:gd name="T5" fmla="*/ 38 h 100"/>
                  <a:gd name="T6" fmla="*/ 0 w 48"/>
                  <a:gd name="T7" fmla="*/ 34 h 100"/>
                  <a:gd name="T8" fmla="*/ 0 w 48"/>
                  <a:gd name="T9" fmla="*/ 30 h 100"/>
                  <a:gd name="T10" fmla="*/ 4 w 48"/>
                  <a:gd name="T11" fmla="*/ 30 h 100"/>
                  <a:gd name="T12" fmla="*/ 12 w 48"/>
                  <a:gd name="T13" fmla="*/ 34 h 100"/>
                  <a:gd name="T14" fmla="*/ 8 w 48"/>
                  <a:gd name="T15" fmla="*/ 26 h 100"/>
                  <a:gd name="T16" fmla="*/ 4 w 48"/>
                  <a:gd name="T17" fmla="*/ 18 h 100"/>
                  <a:gd name="T18" fmla="*/ 8 w 48"/>
                  <a:gd name="T19" fmla="*/ 10 h 100"/>
                  <a:gd name="T20" fmla="*/ 16 w 48"/>
                  <a:gd name="T21" fmla="*/ 4 h 100"/>
                  <a:gd name="T22" fmla="*/ 26 w 48"/>
                  <a:gd name="T23" fmla="*/ 4 h 100"/>
                  <a:gd name="T24" fmla="*/ 34 w 48"/>
                  <a:gd name="T25" fmla="*/ 4 h 100"/>
                  <a:gd name="T26" fmla="*/ 38 w 48"/>
                  <a:gd name="T27" fmla="*/ 14 h 100"/>
                  <a:gd name="T28" fmla="*/ 44 w 48"/>
                  <a:gd name="T29" fmla="*/ 22 h 100"/>
                  <a:gd name="T30" fmla="*/ 44 w 48"/>
                  <a:gd name="T31" fmla="*/ 34 h 100"/>
                  <a:gd name="T32" fmla="*/ 44 w 48"/>
                  <a:gd name="T33" fmla="*/ 48 h 100"/>
                  <a:gd name="T34" fmla="*/ 44 w 48"/>
                  <a:gd name="T35" fmla="*/ 60 h 100"/>
                  <a:gd name="T36" fmla="*/ 38 w 48"/>
                  <a:gd name="T37" fmla="*/ 64 h 100"/>
                  <a:gd name="T38" fmla="*/ 30 w 48"/>
                  <a:gd name="T39" fmla="*/ 66 h 100"/>
                  <a:gd name="T40" fmla="*/ 30 w 48"/>
                  <a:gd name="T41" fmla="*/ 70 h 100"/>
                  <a:gd name="T42" fmla="*/ 26 w 48"/>
                  <a:gd name="T43" fmla="*/ 70 h 100"/>
                  <a:gd name="T44" fmla="*/ 18 w 48"/>
                  <a:gd name="T45" fmla="*/ 66 h 100"/>
                  <a:gd name="T46" fmla="*/ 18 w 48"/>
                  <a:gd name="T47" fmla="*/ 74 h 100"/>
                  <a:gd name="T48" fmla="*/ 16 w 48"/>
                  <a:gd name="T49" fmla="*/ 74 h 100"/>
                  <a:gd name="T50" fmla="*/ 16 w 48"/>
                  <a:gd name="T51" fmla="*/ 74 h 100"/>
                  <a:gd name="T52" fmla="*/ 16 w 48"/>
                  <a:gd name="T53" fmla="*/ 70 h 100"/>
                  <a:gd name="T54" fmla="*/ 8 w 48"/>
                  <a:gd name="T55" fmla="*/ 78 h 100"/>
                  <a:gd name="T56" fmla="*/ 4 w 48"/>
                  <a:gd name="T57" fmla="*/ 82 h 100"/>
                  <a:gd name="T58" fmla="*/ 0 w 48"/>
                  <a:gd name="T59" fmla="*/ 74 h 100"/>
                  <a:gd name="T60" fmla="*/ 4 w 48"/>
                  <a:gd name="T61" fmla="*/ 70 h 100"/>
                  <a:gd name="T62" fmla="*/ 4 w 48"/>
                  <a:gd name="T63" fmla="*/ 66 h 100"/>
                  <a:gd name="T64" fmla="*/ 4 w 48"/>
                  <a:gd name="T65" fmla="*/ 66 h 100"/>
                  <a:gd name="T66" fmla="*/ 4 w 48"/>
                  <a:gd name="T67" fmla="*/ 56 h 100"/>
                  <a:gd name="T68" fmla="*/ 8 w 48"/>
                  <a:gd name="T69" fmla="*/ 52 h 100"/>
                  <a:gd name="T70" fmla="*/ 4 w 48"/>
                  <a:gd name="T71" fmla="*/ 48 h 100"/>
                  <a:gd name="T72" fmla="*/ 8 w 48"/>
                  <a:gd name="T73" fmla="*/ 48 h 100"/>
                  <a:gd name="T74" fmla="*/ 4 w 48"/>
                  <a:gd name="T75" fmla="*/ 14 h 100"/>
                  <a:gd name="T76" fmla="*/ 4 w 48"/>
                  <a:gd name="T77" fmla="*/ 40 h 100"/>
                  <a:gd name="T78" fmla="*/ 4 w 48"/>
                  <a:gd name="T79" fmla="*/ 38 h 100"/>
                  <a:gd name="T80" fmla="*/ 4 w 48"/>
                  <a:gd name="T81" fmla="*/ 40 h 100"/>
                  <a:gd name="T82" fmla="*/ 34 w 48"/>
                  <a:gd name="T83" fmla="*/ 70 h 100"/>
                  <a:gd name="T84" fmla="*/ 38 w 48"/>
                  <a:gd name="T85" fmla="*/ 66 h 100"/>
                  <a:gd name="T86" fmla="*/ 22 w 48"/>
                  <a:gd name="T87" fmla="*/ 70 h 100"/>
                  <a:gd name="T88" fmla="*/ 22 w 48"/>
                  <a:gd name="T89" fmla="*/ 70 h 100"/>
                  <a:gd name="T90" fmla="*/ 26 w 48"/>
                  <a:gd name="T91" fmla="*/ 66 h 100"/>
                  <a:gd name="T92" fmla="*/ 0 w 48"/>
                  <a:gd name="T93" fmla="*/ 78 h 100"/>
                  <a:gd name="T94" fmla="*/ 4 w 48"/>
                  <a:gd name="T95" fmla="*/ 78 h 100"/>
                  <a:gd name="T96" fmla="*/ 12 w 48"/>
                  <a:gd name="T97" fmla="*/ 94 h 100"/>
                  <a:gd name="T98" fmla="*/ 8 w 48"/>
                  <a:gd name="T99" fmla="*/ 100 h 100"/>
                  <a:gd name="T100" fmla="*/ 0 w 48"/>
                  <a:gd name="T101" fmla="*/ 96 h 100"/>
                  <a:gd name="T102" fmla="*/ 8 w 48"/>
                  <a:gd name="T103" fmla="*/ 94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8" h="100">
                    <a:moveTo>
                      <a:pt x="8" y="48"/>
                    </a:moveTo>
                    <a:lnTo>
                      <a:pt x="4" y="44"/>
                    </a:lnTo>
                    <a:lnTo>
                      <a:pt x="4" y="40"/>
                    </a:lnTo>
                    <a:lnTo>
                      <a:pt x="4" y="38"/>
                    </a:lnTo>
                    <a:lnTo>
                      <a:pt x="4" y="34"/>
                    </a:lnTo>
                    <a:lnTo>
                      <a:pt x="0" y="34"/>
                    </a:lnTo>
                    <a:lnTo>
                      <a:pt x="0" y="38"/>
                    </a:lnTo>
                    <a:lnTo>
                      <a:pt x="0" y="34"/>
                    </a:lnTo>
                    <a:lnTo>
                      <a:pt x="0" y="38"/>
                    </a:lnTo>
                    <a:lnTo>
                      <a:pt x="0" y="34"/>
                    </a:lnTo>
                    <a:lnTo>
                      <a:pt x="0" y="30"/>
                    </a:lnTo>
                    <a:lnTo>
                      <a:pt x="0" y="34"/>
                    </a:lnTo>
                    <a:lnTo>
                      <a:pt x="4" y="34"/>
                    </a:lnTo>
                    <a:lnTo>
                      <a:pt x="4" y="30"/>
                    </a:lnTo>
                    <a:lnTo>
                      <a:pt x="0" y="30"/>
                    </a:lnTo>
                    <a:lnTo>
                      <a:pt x="4" y="30"/>
                    </a:lnTo>
                    <a:lnTo>
                      <a:pt x="4" y="34"/>
                    </a:lnTo>
                    <a:lnTo>
                      <a:pt x="4" y="30"/>
                    </a:lnTo>
                    <a:lnTo>
                      <a:pt x="8" y="30"/>
                    </a:lnTo>
                    <a:lnTo>
                      <a:pt x="8" y="34"/>
                    </a:lnTo>
                    <a:lnTo>
                      <a:pt x="12" y="34"/>
                    </a:lnTo>
                    <a:lnTo>
                      <a:pt x="12" y="30"/>
                    </a:lnTo>
                    <a:lnTo>
                      <a:pt x="8" y="30"/>
                    </a:lnTo>
                    <a:lnTo>
                      <a:pt x="8" y="26"/>
                    </a:lnTo>
                    <a:lnTo>
                      <a:pt x="8" y="22"/>
                    </a:lnTo>
                    <a:lnTo>
                      <a:pt x="8" y="18"/>
                    </a:lnTo>
                    <a:lnTo>
                      <a:pt x="4" y="18"/>
                    </a:lnTo>
                    <a:lnTo>
                      <a:pt x="4" y="14"/>
                    </a:lnTo>
                    <a:lnTo>
                      <a:pt x="8" y="14"/>
                    </a:lnTo>
                    <a:lnTo>
                      <a:pt x="8" y="10"/>
                    </a:lnTo>
                    <a:lnTo>
                      <a:pt x="12" y="8"/>
                    </a:lnTo>
                    <a:lnTo>
                      <a:pt x="12" y="4"/>
                    </a:lnTo>
                    <a:lnTo>
                      <a:pt x="16" y="4"/>
                    </a:lnTo>
                    <a:lnTo>
                      <a:pt x="18" y="4"/>
                    </a:lnTo>
                    <a:lnTo>
                      <a:pt x="22" y="4"/>
                    </a:lnTo>
                    <a:lnTo>
                      <a:pt x="26" y="4"/>
                    </a:lnTo>
                    <a:lnTo>
                      <a:pt x="30" y="4"/>
                    </a:lnTo>
                    <a:lnTo>
                      <a:pt x="30" y="0"/>
                    </a:lnTo>
                    <a:lnTo>
                      <a:pt x="34" y="4"/>
                    </a:lnTo>
                    <a:lnTo>
                      <a:pt x="34" y="8"/>
                    </a:lnTo>
                    <a:lnTo>
                      <a:pt x="38" y="10"/>
                    </a:lnTo>
                    <a:lnTo>
                      <a:pt x="38" y="14"/>
                    </a:lnTo>
                    <a:lnTo>
                      <a:pt x="40" y="14"/>
                    </a:lnTo>
                    <a:lnTo>
                      <a:pt x="40" y="18"/>
                    </a:lnTo>
                    <a:lnTo>
                      <a:pt x="44" y="22"/>
                    </a:lnTo>
                    <a:lnTo>
                      <a:pt x="44" y="26"/>
                    </a:lnTo>
                    <a:lnTo>
                      <a:pt x="44" y="30"/>
                    </a:lnTo>
                    <a:lnTo>
                      <a:pt x="44" y="34"/>
                    </a:lnTo>
                    <a:lnTo>
                      <a:pt x="44" y="38"/>
                    </a:lnTo>
                    <a:lnTo>
                      <a:pt x="44" y="40"/>
                    </a:lnTo>
                    <a:lnTo>
                      <a:pt x="44" y="48"/>
                    </a:lnTo>
                    <a:lnTo>
                      <a:pt x="48" y="48"/>
                    </a:lnTo>
                    <a:lnTo>
                      <a:pt x="44" y="56"/>
                    </a:lnTo>
                    <a:lnTo>
                      <a:pt x="44" y="60"/>
                    </a:lnTo>
                    <a:lnTo>
                      <a:pt x="40" y="64"/>
                    </a:lnTo>
                    <a:lnTo>
                      <a:pt x="38" y="66"/>
                    </a:lnTo>
                    <a:lnTo>
                      <a:pt x="38" y="64"/>
                    </a:lnTo>
                    <a:lnTo>
                      <a:pt x="38" y="66"/>
                    </a:lnTo>
                    <a:lnTo>
                      <a:pt x="34" y="64"/>
                    </a:lnTo>
                    <a:lnTo>
                      <a:pt x="30" y="66"/>
                    </a:lnTo>
                    <a:lnTo>
                      <a:pt x="34" y="66"/>
                    </a:lnTo>
                    <a:lnTo>
                      <a:pt x="34" y="70"/>
                    </a:lnTo>
                    <a:lnTo>
                      <a:pt x="30" y="70"/>
                    </a:lnTo>
                    <a:lnTo>
                      <a:pt x="30" y="66"/>
                    </a:lnTo>
                    <a:lnTo>
                      <a:pt x="30" y="70"/>
                    </a:lnTo>
                    <a:lnTo>
                      <a:pt x="26" y="70"/>
                    </a:lnTo>
                    <a:lnTo>
                      <a:pt x="26" y="66"/>
                    </a:lnTo>
                    <a:lnTo>
                      <a:pt x="22" y="66"/>
                    </a:lnTo>
                    <a:lnTo>
                      <a:pt x="18" y="66"/>
                    </a:lnTo>
                    <a:lnTo>
                      <a:pt x="18" y="70"/>
                    </a:lnTo>
                    <a:lnTo>
                      <a:pt x="22" y="70"/>
                    </a:lnTo>
                    <a:lnTo>
                      <a:pt x="18" y="74"/>
                    </a:lnTo>
                    <a:lnTo>
                      <a:pt x="18" y="70"/>
                    </a:lnTo>
                    <a:lnTo>
                      <a:pt x="16" y="70"/>
                    </a:lnTo>
                    <a:lnTo>
                      <a:pt x="16" y="74"/>
                    </a:lnTo>
                    <a:lnTo>
                      <a:pt x="18" y="74"/>
                    </a:lnTo>
                    <a:lnTo>
                      <a:pt x="16" y="78"/>
                    </a:lnTo>
                    <a:lnTo>
                      <a:pt x="16" y="74"/>
                    </a:lnTo>
                    <a:lnTo>
                      <a:pt x="12" y="74"/>
                    </a:lnTo>
                    <a:lnTo>
                      <a:pt x="16" y="74"/>
                    </a:lnTo>
                    <a:lnTo>
                      <a:pt x="16" y="70"/>
                    </a:lnTo>
                    <a:lnTo>
                      <a:pt x="12" y="74"/>
                    </a:lnTo>
                    <a:lnTo>
                      <a:pt x="12" y="78"/>
                    </a:lnTo>
                    <a:lnTo>
                      <a:pt x="8" y="78"/>
                    </a:lnTo>
                    <a:lnTo>
                      <a:pt x="8" y="74"/>
                    </a:lnTo>
                    <a:lnTo>
                      <a:pt x="8" y="78"/>
                    </a:lnTo>
                    <a:lnTo>
                      <a:pt x="4" y="82"/>
                    </a:lnTo>
                    <a:lnTo>
                      <a:pt x="4" y="78"/>
                    </a:lnTo>
                    <a:lnTo>
                      <a:pt x="4" y="74"/>
                    </a:lnTo>
                    <a:lnTo>
                      <a:pt x="0" y="74"/>
                    </a:lnTo>
                    <a:lnTo>
                      <a:pt x="0" y="70"/>
                    </a:lnTo>
                    <a:lnTo>
                      <a:pt x="4" y="74"/>
                    </a:lnTo>
                    <a:lnTo>
                      <a:pt x="4" y="70"/>
                    </a:lnTo>
                    <a:lnTo>
                      <a:pt x="8" y="70"/>
                    </a:lnTo>
                    <a:lnTo>
                      <a:pt x="4" y="70"/>
                    </a:lnTo>
                    <a:lnTo>
                      <a:pt x="4" y="66"/>
                    </a:lnTo>
                    <a:lnTo>
                      <a:pt x="0" y="66"/>
                    </a:lnTo>
                    <a:lnTo>
                      <a:pt x="0" y="64"/>
                    </a:lnTo>
                    <a:lnTo>
                      <a:pt x="4" y="66"/>
                    </a:lnTo>
                    <a:lnTo>
                      <a:pt x="4" y="64"/>
                    </a:lnTo>
                    <a:lnTo>
                      <a:pt x="4" y="60"/>
                    </a:lnTo>
                    <a:lnTo>
                      <a:pt x="4" y="56"/>
                    </a:lnTo>
                    <a:lnTo>
                      <a:pt x="8" y="56"/>
                    </a:lnTo>
                    <a:lnTo>
                      <a:pt x="4" y="56"/>
                    </a:lnTo>
                    <a:lnTo>
                      <a:pt x="8" y="52"/>
                    </a:lnTo>
                    <a:lnTo>
                      <a:pt x="8" y="48"/>
                    </a:lnTo>
                    <a:lnTo>
                      <a:pt x="8" y="52"/>
                    </a:lnTo>
                    <a:lnTo>
                      <a:pt x="4" y="48"/>
                    </a:lnTo>
                    <a:lnTo>
                      <a:pt x="8" y="48"/>
                    </a:lnTo>
                    <a:lnTo>
                      <a:pt x="8" y="48"/>
                    </a:lnTo>
                    <a:lnTo>
                      <a:pt x="8" y="48"/>
                    </a:lnTo>
                    <a:close/>
                    <a:moveTo>
                      <a:pt x="4" y="14"/>
                    </a:moveTo>
                    <a:lnTo>
                      <a:pt x="4" y="18"/>
                    </a:lnTo>
                    <a:lnTo>
                      <a:pt x="4" y="14"/>
                    </a:lnTo>
                    <a:lnTo>
                      <a:pt x="4" y="14"/>
                    </a:lnTo>
                    <a:lnTo>
                      <a:pt x="4" y="14"/>
                    </a:lnTo>
                    <a:close/>
                    <a:moveTo>
                      <a:pt x="4" y="40"/>
                    </a:moveTo>
                    <a:lnTo>
                      <a:pt x="0" y="40"/>
                    </a:lnTo>
                    <a:lnTo>
                      <a:pt x="0" y="38"/>
                    </a:lnTo>
                    <a:lnTo>
                      <a:pt x="4" y="38"/>
                    </a:lnTo>
                    <a:lnTo>
                      <a:pt x="4" y="40"/>
                    </a:lnTo>
                    <a:lnTo>
                      <a:pt x="4" y="40"/>
                    </a:lnTo>
                    <a:lnTo>
                      <a:pt x="4" y="40"/>
                    </a:lnTo>
                    <a:close/>
                    <a:moveTo>
                      <a:pt x="38" y="66"/>
                    </a:moveTo>
                    <a:lnTo>
                      <a:pt x="38" y="70"/>
                    </a:lnTo>
                    <a:lnTo>
                      <a:pt x="34" y="70"/>
                    </a:lnTo>
                    <a:lnTo>
                      <a:pt x="34" y="66"/>
                    </a:lnTo>
                    <a:lnTo>
                      <a:pt x="38" y="66"/>
                    </a:lnTo>
                    <a:lnTo>
                      <a:pt x="38" y="66"/>
                    </a:lnTo>
                    <a:lnTo>
                      <a:pt x="38" y="66"/>
                    </a:lnTo>
                    <a:close/>
                    <a:moveTo>
                      <a:pt x="26" y="66"/>
                    </a:moveTo>
                    <a:lnTo>
                      <a:pt x="22" y="70"/>
                    </a:lnTo>
                    <a:lnTo>
                      <a:pt x="26" y="70"/>
                    </a:lnTo>
                    <a:lnTo>
                      <a:pt x="26" y="74"/>
                    </a:lnTo>
                    <a:lnTo>
                      <a:pt x="22" y="70"/>
                    </a:lnTo>
                    <a:lnTo>
                      <a:pt x="22" y="66"/>
                    </a:lnTo>
                    <a:lnTo>
                      <a:pt x="26" y="66"/>
                    </a:lnTo>
                    <a:lnTo>
                      <a:pt x="26" y="66"/>
                    </a:lnTo>
                    <a:lnTo>
                      <a:pt x="26" y="66"/>
                    </a:lnTo>
                    <a:close/>
                    <a:moveTo>
                      <a:pt x="4" y="78"/>
                    </a:moveTo>
                    <a:lnTo>
                      <a:pt x="0" y="78"/>
                    </a:lnTo>
                    <a:lnTo>
                      <a:pt x="0" y="74"/>
                    </a:lnTo>
                    <a:lnTo>
                      <a:pt x="4" y="78"/>
                    </a:lnTo>
                    <a:lnTo>
                      <a:pt x="4" y="78"/>
                    </a:lnTo>
                    <a:lnTo>
                      <a:pt x="4" y="78"/>
                    </a:lnTo>
                    <a:close/>
                    <a:moveTo>
                      <a:pt x="8" y="94"/>
                    </a:moveTo>
                    <a:lnTo>
                      <a:pt x="12" y="94"/>
                    </a:lnTo>
                    <a:lnTo>
                      <a:pt x="12" y="96"/>
                    </a:lnTo>
                    <a:lnTo>
                      <a:pt x="8" y="96"/>
                    </a:lnTo>
                    <a:lnTo>
                      <a:pt x="8" y="100"/>
                    </a:lnTo>
                    <a:lnTo>
                      <a:pt x="4" y="100"/>
                    </a:lnTo>
                    <a:lnTo>
                      <a:pt x="0" y="100"/>
                    </a:lnTo>
                    <a:lnTo>
                      <a:pt x="0" y="96"/>
                    </a:lnTo>
                    <a:lnTo>
                      <a:pt x="4" y="96"/>
                    </a:lnTo>
                    <a:lnTo>
                      <a:pt x="8" y="94"/>
                    </a:lnTo>
                    <a:lnTo>
                      <a:pt x="8" y="94"/>
                    </a:lnTo>
                    <a:lnTo>
                      <a:pt x="8"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59" name="Freeform 53"/>
              <p:cNvSpPr>
                <a:spLocks noEditPoints="1"/>
              </p:cNvSpPr>
              <p:nvPr/>
            </p:nvSpPr>
            <p:spPr bwMode="gray">
              <a:xfrm>
                <a:off x="6754888" y="4224018"/>
                <a:ext cx="59135" cy="118270"/>
              </a:xfrm>
              <a:custGeom>
                <a:avLst/>
                <a:gdLst>
                  <a:gd name="T0" fmla="*/ 4 w 34"/>
                  <a:gd name="T1" fmla="*/ 16 h 68"/>
                  <a:gd name="T2" fmla="*/ 0 w 34"/>
                  <a:gd name="T3" fmla="*/ 16 h 68"/>
                  <a:gd name="T4" fmla="*/ 4 w 34"/>
                  <a:gd name="T5" fmla="*/ 16 h 68"/>
                  <a:gd name="T6" fmla="*/ 30 w 34"/>
                  <a:gd name="T7" fmla="*/ 56 h 68"/>
                  <a:gd name="T8" fmla="*/ 30 w 34"/>
                  <a:gd name="T9" fmla="*/ 60 h 68"/>
                  <a:gd name="T10" fmla="*/ 20 w 34"/>
                  <a:gd name="T11" fmla="*/ 68 h 68"/>
                  <a:gd name="T12" fmla="*/ 20 w 34"/>
                  <a:gd name="T13" fmla="*/ 68 h 68"/>
                  <a:gd name="T14" fmla="*/ 12 w 34"/>
                  <a:gd name="T15" fmla="*/ 68 h 68"/>
                  <a:gd name="T16" fmla="*/ 8 w 34"/>
                  <a:gd name="T17" fmla="*/ 64 h 68"/>
                  <a:gd name="T18" fmla="*/ 4 w 34"/>
                  <a:gd name="T19" fmla="*/ 56 h 68"/>
                  <a:gd name="T20" fmla="*/ 4 w 34"/>
                  <a:gd name="T21" fmla="*/ 52 h 68"/>
                  <a:gd name="T22" fmla="*/ 4 w 34"/>
                  <a:gd name="T23" fmla="*/ 48 h 68"/>
                  <a:gd name="T24" fmla="*/ 4 w 34"/>
                  <a:gd name="T25" fmla="*/ 42 h 68"/>
                  <a:gd name="T26" fmla="*/ 4 w 34"/>
                  <a:gd name="T27" fmla="*/ 34 h 68"/>
                  <a:gd name="T28" fmla="*/ 4 w 34"/>
                  <a:gd name="T29" fmla="*/ 34 h 68"/>
                  <a:gd name="T30" fmla="*/ 0 w 34"/>
                  <a:gd name="T31" fmla="*/ 30 h 68"/>
                  <a:gd name="T32" fmla="*/ 4 w 34"/>
                  <a:gd name="T33" fmla="*/ 34 h 68"/>
                  <a:gd name="T34" fmla="*/ 4 w 34"/>
                  <a:gd name="T35" fmla="*/ 34 h 68"/>
                  <a:gd name="T36" fmla="*/ 4 w 34"/>
                  <a:gd name="T37" fmla="*/ 34 h 68"/>
                  <a:gd name="T38" fmla="*/ 4 w 34"/>
                  <a:gd name="T39" fmla="*/ 22 h 68"/>
                  <a:gd name="T40" fmla="*/ 4 w 34"/>
                  <a:gd name="T41" fmla="*/ 16 h 68"/>
                  <a:gd name="T42" fmla="*/ 8 w 34"/>
                  <a:gd name="T43" fmla="*/ 16 h 68"/>
                  <a:gd name="T44" fmla="*/ 8 w 34"/>
                  <a:gd name="T45" fmla="*/ 12 h 68"/>
                  <a:gd name="T46" fmla="*/ 8 w 34"/>
                  <a:gd name="T47" fmla="*/ 8 h 68"/>
                  <a:gd name="T48" fmla="*/ 8 w 34"/>
                  <a:gd name="T49" fmla="*/ 8 h 68"/>
                  <a:gd name="T50" fmla="*/ 8 w 34"/>
                  <a:gd name="T51" fmla="*/ 8 h 68"/>
                  <a:gd name="T52" fmla="*/ 16 w 34"/>
                  <a:gd name="T53" fmla="*/ 8 h 68"/>
                  <a:gd name="T54" fmla="*/ 16 w 34"/>
                  <a:gd name="T55" fmla="*/ 8 h 68"/>
                  <a:gd name="T56" fmla="*/ 12 w 34"/>
                  <a:gd name="T57" fmla="*/ 8 h 68"/>
                  <a:gd name="T58" fmla="*/ 8 w 34"/>
                  <a:gd name="T59" fmla="*/ 4 h 68"/>
                  <a:gd name="T60" fmla="*/ 8 w 34"/>
                  <a:gd name="T61" fmla="*/ 4 h 68"/>
                  <a:gd name="T62" fmla="*/ 8 w 34"/>
                  <a:gd name="T63" fmla="*/ 4 h 68"/>
                  <a:gd name="T64" fmla="*/ 4 w 34"/>
                  <a:gd name="T65" fmla="*/ 0 h 68"/>
                  <a:gd name="T66" fmla="*/ 8 w 34"/>
                  <a:gd name="T67" fmla="*/ 4 h 68"/>
                  <a:gd name="T68" fmla="*/ 8 w 34"/>
                  <a:gd name="T69" fmla="*/ 4 h 68"/>
                  <a:gd name="T70" fmla="*/ 12 w 34"/>
                  <a:gd name="T71" fmla="*/ 4 h 68"/>
                  <a:gd name="T72" fmla="*/ 8 w 34"/>
                  <a:gd name="T73" fmla="*/ 4 h 68"/>
                  <a:gd name="T74" fmla="*/ 12 w 34"/>
                  <a:gd name="T75" fmla="*/ 0 h 68"/>
                  <a:gd name="T76" fmla="*/ 12 w 34"/>
                  <a:gd name="T77" fmla="*/ 4 h 68"/>
                  <a:gd name="T78" fmla="*/ 16 w 34"/>
                  <a:gd name="T79" fmla="*/ 8 h 68"/>
                  <a:gd name="T80" fmla="*/ 16 w 34"/>
                  <a:gd name="T81" fmla="*/ 8 h 68"/>
                  <a:gd name="T82" fmla="*/ 20 w 34"/>
                  <a:gd name="T83" fmla="*/ 12 h 68"/>
                  <a:gd name="T84" fmla="*/ 20 w 34"/>
                  <a:gd name="T85" fmla="*/ 16 h 68"/>
                  <a:gd name="T86" fmla="*/ 20 w 34"/>
                  <a:gd name="T87" fmla="*/ 18 h 68"/>
                  <a:gd name="T88" fmla="*/ 24 w 34"/>
                  <a:gd name="T89" fmla="*/ 22 h 68"/>
                  <a:gd name="T90" fmla="*/ 24 w 34"/>
                  <a:gd name="T91" fmla="*/ 22 h 68"/>
                  <a:gd name="T92" fmla="*/ 24 w 34"/>
                  <a:gd name="T93" fmla="*/ 26 h 68"/>
                  <a:gd name="T94" fmla="*/ 26 w 34"/>
                  <a:gd name="T95" fmla="*/ 26 h 68"/>
                  <a:gd name="T96" fmla="*/ 26 w 34"/>
                  <a:gd name="T97" fmla="*/ 30 h 68"/>
                  <a:gd name="T98" fmla="*/ 30 w 34"/>
                  <a:gd name="T99" fmla="*/ 38 h 68"/>
                  <a:gd name="T100" fmla="*/ 30 w 34"/>
                  <a:gd name="T101" fmla="*/ 38 h 68"/>
                  <a:gd name="T102" fmla="*/ 30 w 34"/>
                  <a:gd name="T103" fmla="*/ 42 h 68"/>
                  <a:gd name="T104" fmla="*/ 30 w 34"/>
                  <a:gd name="T105" fmla="*/ 42 h 68"/>
                  <a:gd name="T106" fmla="*/ 34 w 34"/>
                  <a:gd name="T107" fmla="*/ 46 h 68"/>
                  <a:gd name="T108" fmla="*/ 34 w 34"/>
                  <a:gd name="T109" fmla="*/ 48 h 68"/>
                  <a:gd name="T110" fmla="*/ 30 w 34"/>
                  <a:gd name="T111" fmla="*/ 5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4" h="68">
                    <a:moveTo>
                      <a:pt x="4" y="16"/>
                    </a:moveTo>
                    <a:lnTo>
                      <a:pt x="4" y="16"/>
                    </a:lnTo>
                    <a:lnTo>
                      <a:pt x="4" y="16"/>
                    </a:lnTo>
                    <a:lnTo>
                      <a:pt x="4" y="16"/>
                    </a:lnTo>
                    <a:lnTo>
                      <a:pt x="4" y="16"/>
                    </a:lnTo>
                    <a:lnTo>
                      <a:pt x="4" y="16"/>
                    </a:lnTo>
                    <a:lnTo>
                      <a:pt x="4" y="16"/>
                    </a:lnTo>
                    <a:lnTo>
                      <a:pt x="4" y="16"/>
                    </a:lnTo>
                    <a:lnTo>
                      <a:pt x="0" y="16"/>
                    </a:lnTo>
                    <a:lnTo>
                      <a:pt x="0" y="16"/>
                    </a:lnTo>
                    <a:lnTo>
                      <a:pt x="4" y="16"/>
                    </a:lnTo>
                    <a:lnTo>
                      <a:pt x="4" y="16"/>
                    </a:lnTo>
                    <a:lnTo>
                      <a:pt x="4" y="16"/>
                    </a:lnTo>
                    <a:lnTo>
                      <a:pt x="4" y="16"/>
                    </a:lnTo>
                    <a:lnTo>
                      <a:pt x="4" y="16"/>
                    </a:lnTo>
                    <a:close/>
                    <a:moveTo>
                      <a:pt x="30" y="56"/>
                    </a:moveTo>
                    <a:lnTo>
                      <a:pt x="30" y="56"/>
                    </a:lnTo>
                    <a:lnTo>
                      <a:pt x="30" y="56"/>
                    </a:lnTo>
                    <a:lnTo>
                      <a:pt x="30" y="56"/>
                    </a:lnTo>
                    <a:lnTo>
                      <a:pt x="30" y="56"/>
                    </a:lnTo>
                    <a:lnTo>
                      <a:pt x="30" y="60"/>
                    </a:lnTo>
                    <a:lnTo>
                      <a:pt x="30" y="60"/>
                    </a:lnTo>
                    <a:lnTo>
                      <a:pt x="30" y="60"/>
                    </a:lnTo>
                    <a:lnTo>
                      <a:pt x="30" y="60"/>
                    </a:lnTo>
                    <a:lnTo>
                      <a:pt x="30" y="60"/>
                    </a:lnTo>
                    <a:lnTo>
                      <a:pt x="26" y="64"/>
                    </a:lnTo>
                    <a:lnTo>
                      <a:pt x="26" y="64"/>
                    </a:lnTo>
                    <a:lnTo>
                      <a:pt x="26" y="64"/>
                    </a:lnTo>
                    <a:lnTo>
                      <a:pt x="24" y="64"/>
                    </a:lnTo>
                    <a:lnTo>
                      <a:pt x="20" y="68"/>
                    </a:lnTo>
                    <a:lnTo>
                      <a:pt x="20" y="68"/>
                    </a:lnTo>
                    <a:lnTo>
                      <a:pt x="20" y="68"/>
                    </a:lnTo>
                    <a:lnTo>
                      <a:pt x="20" y="68"/>
                    </a:lnTo>
                    <a:lnTo>
                      <a:pt x="20" y="68"/>
                    </a:lnTo>
                    <a:lnTo>
                      <a:pt x="20" y="68"/>
                    </a:lnTo>
                    <a:lnTo>
                      <a:pt x="16" y="68"/>
                    </a:lnTo>
                    <a:lnTo>
                      <a:pt x="16" y="68"/>
                    </a:lnTo>
                    <a:lnTo>
                      <a:pt x="16" y="68"/>
                    </a:lnTo>
                    <a:lnTo>
                      <a:pt x="12" y="68"/>
                    </a:lnTo>
                    <a:lnTo>
                      <a:pt x="12" y="68"/>
                    </a:lnTo>
                    <a:lnTo>
                      <a:pt x="12" y="68"/>
                    </a:lnTo>
                    <a:lnTo>
                      <a:pt x="8" y="68"/>
                    </a:lnTo>
                    <a:lnTo>
                      <a:pt x="8" y="68"/>
                    </a:lnTo>
                    <a:lnTo>
                      <a:pt x="8" y="64"/>
                    </a:lnTo>
                    <a:lnTo>
                      <a:pt x="8" y="64"/>
                    </a:lnTo>
                    <a:lnTo>
                      <a:pt x="8" y="64"/>
                    </a:lnTo>
                    <a:lnTo>
                      <a:pt x="8" y="60"/>
                    </a:lnTo>
                    <a:lnTo>
                      <a:pt x="8" y="60"/>
                    </a:lnTo>
                    <a:lnTo>
                      <a:pt x="4" y="60"/>
                    </a:lnTo>
                    <a:lnTo>
                      <a:pt x="4" y="56"/>
                    </a:lnTo>
                    <a:lnTo>
                      <a:pt x="4" y="56"/>
                    </a:lnTo>
                    <a:lnTo>
                      <a:pt x="4" y="56"/>
                    </a:lnTo>
                    <a:lnTo>
                      <a:pt x="4" y="56"/>
                    </a:lnTo>
                    <a:lnTo>
                      <a:pt x="4" y="52"/>
                    </a:lnTo>
                    <a:lnTo>
                      <a:pt x="4" y="52"/>
                    </a:lnTo>
                    <a:lnTo>
                      <a:pt x="4" y="52"/>
                    </a:lnTo>
                    <a:lnTo>
                      <a:pt x="4" y="52"/>
                    </a:lnTo>
                    <a:lnTo>
                      <a:pt x="4" y="48"/>
                    </a:lnTo>
                    <a:lnTo>
                      <a:pt x="4" y="48"/>
                    </a:lnTo>
                    <a:lnTo>
                      <a:pt x="4" y="48"/>
                    </a:lnTo>
                    <a:lnTo>
                      <a:pt x="4" y="46"/>
                    </a:lnTo>
                    <a:lnTo>
                      <a:pt x="4" y="46"/>
                    </a:lnTo>
                    <a:lnTo>
                      <a:pt x="4" y="46"/>
                    </a:lnTo>
                    <a:lnTo>
                      <a:pt x="4" y="46"/>
                    </a:lnTo>
                    <a:lnTo>
                      <a:pt x="4" y="42"/>
                    </a:lnTo>
                    <a:lnTo>
                      <a:pt x="4" y="42"/>
                    </a:lnTo>
                    <a:lnTo>
                      <a:pt x="4" y="38"/>
                    </a:lnTo>
                    <a:lnTo>
                      <a:pt x="4" y="38"/>
                    </a:lnTo>
                    <a:lnTo>
                      <a:pt x="4" y="38"/>
                    </a:lnTo>
                    <a:lnTo>
                      <a:pt x="4" y="34"/>
                    </a:lnTo>
                    <a:lnTo>
                      <a:pt x="4" y="34"/>
                    </a:lnTo>
                    <a:lnTo>
                      <a:pt x="4" y="34"/>
                    </a:lnTo>
                    <a:lnTo>
                      <a:pt x="4" y="34"/>
                    </a:lnTo>
                    <a:lnTo>
                      <a:pt x="4" y="34"/>
                    </a:lnTo>
                    <a:lnTo>
                      <a:pt x="4" y="34"/>
                    </a:lnTo>
                    <a:lnTo>
                      <a:pt x="4" y="34"/>
                    </a:lnTo>
                    <a:lnTo>
                      <a:pt x="4" y="34"/>
                    </a:lnTo>
                    <a:lnTo>
                      <a:pt x="0" y="34"/>
                    </a:lnTo>
                    <a:lnTo>
                      <a:pt x="0" y="30"/>
                    </a:lnTo>
                    <a:lnTo>
                      <a:pt x="0" y="30"/>
                    </a:lnTo>
                    <a:lnTo>
                      <a:pt x="0" y="30"/>
                    </a:lnTo>
                    <a:lnTo>
                      <a:pt x="4" y="30"/>
                    </a:lnTo>
                    <a:lnTo>
                      <a:pt x="4" y="30"/>
                    </a:lnTo>
                    <a:lnTo>
                      <a:pt x="4" y="30"/>
                    </a:lnTo>
                    <a:lnTo>
                      <a:pt x="4" y="34"/>
                    </a:lnTo>
                    <a:lnTo>
                      <a:pt x="4" y="34"/>
                    </a:lnTo>
                    <a:lnTo>
                      <a:pt x="4" y="34"/>
                    </a:lnTo>
                    <a:lnTo>
                      <a:pt x="4" y="34"/>
                    </a:lnTo>
                    <a:lnTo>
                      <a:pt x="4" y="34"/>
                    </a:lnTo>
                    <a:lnTo>
                      <a:pt x="4" y="34"/>
                    </a:lnTo>
                    <a:lnTo>
                      <a:pt x="4" y="34"/>
                    </a:lnTo>
                    <a:lnTo>
                      <a:pt x="4" y="34"/>
                    </a:lnTo>
                    <a:lnTo>
                      <a:pt x="4" y="34"/>
                    </a:lnTo>
                    <a:lnTo>
                      <a:pt x="4" y="34"/>
                    </a:lnTo>
                    <a:lnTo>
                      <a:pt x="4" y="34"/>
                    </a:lnTo>
                    <a:lnTo>
                      <a:pt x="4" y="34"/>
                    </a:lnTo>
                    <a:lnTo>
                      <a:pt x="4" y="30"/>
                    </a:lnTo>
                    <a:lnTo>
                      <a:pt x="4" y="22"/>
                    </a:lnTo>
                    <a:lnTo>
                      <a:pt x="4" y="22"/>
                    </a:lnTo>
                    <a:lnTo>
                      <a:pt x="4" y="22"/>
                    </a:lnTo>
                    <a:lnTo>
                      <a:pt x="4" y="22"/>
                    </a:lnTo>
                    <a:lnTo>
                      <a:pt x="4" y="18"/>
                    </a:lnTo>
                    <a:lnTo>
                      <a:pt x="4" y="18"/>
                    </a:lnTo>
                    <a:lnTo>
                      <a:pt x="4" y="18"/>
                    </a:lnTo>
                    <a:lnTo>
                      <a:pt x="4" y="16"/>
                    </a:lnTo>
                    <a:lnTo>
                      <a:pt x="4" y="16"/>
                    </a:lnTo>
                    <a:lnTo>
                      <a:pt x="8" y="16"/>
                    </a:lnTo>
                    <a:lnTo>
                      <a:pt x="8" y="16"/>
                    </a:lnTo>
                    <a:lnTo>
                      <a:pt x="8" y="16"/>
                    </a:lnTo>
                    <a:lnTo>
                      <a:pt x="8" y="16"/>
                    </a:lnTo>
                    <a:lnTo>
                      <a:pt x="8" y="12"/>
                    </a:lnTo>
                    <a:lnTo>
                      <a:pt x="8" y="12"/>
                    </a:lnTo>
                    <a:lnTo>
                      <a:pt x="8" y="12"/>
                    </a:lnTo>
                    <a:lnTo>
                      <a:pt x="8" y="12"/>
                    </a:lnTo>
                    <a:lnTo>
                      <a:pt x="8" y="12"/>
                    </a:lnTo>
                    <a:lnTo>
                      <a:pt x="8" y="12"/>
                    </a:lnTo>
                    <a:lnTo>
                      <a:pt x="8" y="8"/>
                    </a:lnTo>
                    <a:lnTo>
                      <a:pt x="8" y="8"/>
                    </a:lnTo>
                    <a:lnTo>
                      <a:pt x="8" y="8"/>
                    </a:lnTo>
                    <a:lnTo>
                      <a:pt x="8" y="8"/>
                    </a:lnTo>
                    <a:lnTo>
                      <a:pt x="8" y="8"/>
                    </a:lnTo>
                    <a:lnTo>
                      <a:pt x="8" y="8"/>
                    </a:lnTo>
                    <a:lnTo>
                      <a:pt x="8" y="8"/>
                    </a:lnTo>
                    <a:lnTo>
                      <a:pt x="8" y="8"/>
                    </a:lnTo>
                    <a:lnTo>
                      <a:pt x="8" y="8"/>
                    </a:lnTo>
                    <a:lnTo>
                      <a:pt x="8" y="4"/>
                    </a:lnTo>
                    <a:lnTo>
                      <a:pt x="8" y="4"/>
                    </a:lnTo>
                    <a:lnTo>
                      <a:pt x="8" y="4"/>
                    </a:lnTo>
                    <a:lnTo>
                      <a:pt x="8" y="4"/>
                    </a:lnTo>
                    <a:lnTo>
                      <a:pt x="8" y="8"/>
                    </a:lnTo>
                    <a:lnTo>
                      <a:pt x="12" y="8"/>
                    </a:lnTo>
                    <a:lnTo>
                      <a:pt x="12" y="8"/>
                    </a:lnTo>
                    <a:lnTo>
                      <a:pt x="12" y="8"/>
                    </a:lnTo>
                    <a:lnTo>
                      <a:pt x="16" y="8"/>
                    </a:lnTo>
                    <a:lnTo>
                      <a:pt x="16" y="8"/>
                    </a:lnTo>
                    <a:lnTo>
                      <a:pt x="16" y="8"/>
                    </a:lnTo>
                    <a:lnTo>
                      <a:pt x="16" y="8"/>
                    </a:lnTo>
                    <a:lnTo>
                      <a:pt x="16" y="8"/>
                    </a:lnTo>
                    <a:lnTo>
                      <a:pt x="16" y="8"/>
                    </a:lnTo>
                    <a:lnTo>
                      <a:pt x="16" y="8"/>
                    </a:lnTo>
                    <a:lnTo>
                      <a:pt x="16" y="8"/>
                    </a:lnTo>
                    <a:lnTo>
                      <a:pt x="12" y="8"/>
                    </a:lnTo>
                    <a:lnTo>
                      <a:pt x="12" y="8"/>
                    </a:lnTo>
                    <a:lnTo>
                      <a:pt x="12" y="8"/>
                    </a:lnTo>
                    <a:lnTo>
                      <a:pt x="12" y="8"/>
                    </a:lnTo>
                    <a:lnTo>
                      <a:pt x="12" y="8"/>
                    </a:lnTo>
                    <a:lnTo>
                      <a:pt x="12" y="8"/>
                    </a:lnTo>
                    <a:lnTo>
                      <a:pt x="12" y="4"/>
                    </a:lnTo>
                    <a:lnTo>
                      <a:pt x="8" y="4"/>
                    </a:lnTo>
                    <a:lnTo>
                      <a:pt x="8" y="4"/>
                    </a:lnTo>
                    <a:lnTo>
                      <a:pt x="8" y="4"/>
                    </a:lnTo>
                    <a:lnTo>
                      <a:pt x="8" y="4"/>
                    </a:lnTo>
                    <a:lnTo>
                      <a:pt x="8" y="4"/>
                    </a:lnTo>
                    <a:lnTo>
                      <a:pt x="8" y="4"/>
                    </a:lnTo>
                    <a:lnTo>
                      <a:pt x="8" y="4"/>
                    </a:lnTo>
                    <a:lnTo>
                      <a:pt x="8" y="4"/>
                    </a:lnTo>
                    <a:lnTo>
                      <a:pt x="8" y="4"/>
                    </a:lnTo>
                    <a:lnTo>
                      <a:pt x="8" y="8"/>
                    </a:lnTo>
                    <a:lnTo>
                      <a:pt x="8" y="4"/>
                    </a:lnTo>
                    <a:lnTo>
                      <a:pt x="8" y="4"/>
                    </a:lnTo>
                    <a:lnTo>
                      <a:pt x="4" y="4"/>
                    </a:lnTo>
                    <a:lnTo>
                      <a:pt x="4" y="4"/>
                    </a:lnTo>
                    <a:lnTo>
                      <a:pt x="4" y="4"/>
                    </a:lnTo>
                    <a:lnTo>
                      <a:pt x="4" y="4"/>
                    </a:lnTo>
                    <a:lnTo>
                      <a:pt x="4" y="0"/>
                    </a:lnTo>
                    <a:lnTo>
                      <a:pt x="8" y="0"/>
                    </a:lnTo>
                    <a:lnTo>
                      <a:pt x="8" y="0"/>
                    </a:lnTo>
                    <a:lnTo>
                      <a:pt x="8" y="0"/>
                    </a:lnTo>
                    <a:lnTo>
                      <a:pt x="8" y="0"/>
                    </a:lnTo>
                    <a:lnTo>
                      <a:pt x="8" y="4"/>
                    </a:lnTo>
                    <a:lnTo>
                      <a:pt x="8" y="4"/>
                    </a:lnTo>
                    <a:lnTo>
                      <a:pt x="8" y="4"/>
                    </a:lnTo>
                    <a:lnTo>
                      <a:pt x="8" y="4"/>
                    </a:lnTo>
                    <a:lnTo>
                      <a:pt x="8" y="4"/>
                    </a:lnTo>
                    <a:lnTo>
                      <a:pt x="8" y="4"/>
                    </a:lnTo>
                    <a:lnTo>
                      <a:pt x="12" y="4"/>
                    </a:lnTo>
                    <a:lnTo>
                      <a:pt x="12" y="4"/>
                    </a:lnTo>
                    <a:lnTo>
                      <a:pt x="12" y="4"/>
                    </a:lnTo>
                    <a:lnTo>
                      <a:pt x="12" y="4"/>
                    </a:lnTo>
                    <a:lnTo>
                      <a:pt x="12" y="4"/>
                    </a:lnTo>
                    <a:lnTo>
                      <a:pt x="12" y="4"/>
                    </a:lnTo>
                    <a:lnTo>
                      <a:pt x="12" y="8"/>
                    </a:lnTo>
                    <a:lnTo>
                      <a:pt x="12" y="4"/>
                    </a:lnTo>
                    <a:lnTo>
                      <a:pt x="8" y="4"/>
                    </a:lnTo>
                    <a:lnTo>
                      <a:pt x="8" y="4"/>
                    </a:lnTo>
                    <a:lnTo>
                      <a:pt x="8" y="4"/>
                    </a:lnTo>
                    <a:lnTo>
                      <a:pt x="8" y="4"/>
                    </a:lnTo>
                    <a:lnTo>
                      <a:pt x="8" y="4"/>
                    </a:lnTo>
                    <a:lnTo>
                      <a:pt x="8" y="0"/>
                    </a:lnTo>
                    <a:lnTo>
                      <a:pt x="12" y="0"/>
                    </a:lnTo>
                    <a:lnTo>
                      <a:pt x="12" y="0"/>
                    </a:lnTo>
                    <a:lnTo>
                      <a:pt x="12" y="0"/>
                    </a:lnTo>
                    <a:lnTo>
                      <a:pt x="12" y="0"/>
                    </a:lnTo>
                    <a:lnTo>
                      <a:pt x="12" y="4"/>
                    </a:lnTo>
                    <a:lnTo>
                      <a:pt x="12" y="4"/>
                    </a:lnTo>
                    <a:lnTo>
                      <a:pt x="12" y="4"/>
                    </a:lnTo>
                    <a:lnTo>
                      <a:pt x="12" y="4"/>
                    </a:lnTo>
                    <a:lnTo>
                      <a:pt x="12" y="4"/>
                    </a:lnTo>
                    <a:lnTo>
                      <a:pt x="16" y="8"/>
                    </a:lnTo>
                    <a:lnTo>
                      <a:pt x="16" y="8"/>
                    </a:lnTo>
                    <a:lnTo>
                      <a:pt x="16" y="8"/>
                    </a:lnTo>
                    <a:lnTo>
                      <a:pt x="16" y="8"/>
                    </a:lnTo>
                    <a:lnTo>
                      <a:pt x="16" y="8"/>
                    </a:lnTo>
                    <a:lnTo>
                      <a:pt x="16" y="8"/>
                    </a:lnTo>
                    <a:lnTo>
                      <a:pt x="16" y="8"/>
                    </a:lnTo>
                    <a:lnTo>
                      <a:pt x="16" y="12"/>
                    </a:lnTo>
                    <a:lnTo>
                      <a:pt x="20" y="12"/>
                    </a:lnTo>
                    <a:lnTo>
                      <a:pt x="20" y="12"/>
                    </a:lnTo>
                    <a:lnTo>
                      <a:pt x="20" y="12"/>
                    </a:lnTo>
                    <a:lnTo>
                      <a:pt x="20" y="12"/>
                    </a:lnTo>
                    <a:lnTo>
                      <a:pt x="20" y="16"/>
                    </a:lnTo>
                    <a:lnTo>
                      <a:pt x="20" y="16"/>
                    </a:lnTo>
                    <a:lnTo>
                      <a:pt x="20" y="16"/>
                    </a:lnTo>
                    <a:lnTo>
                      <a:pt x="20" y="16"/>
                    </a:lnTo>
                    <a:lnTo>
                      <a:pt x="20" y="16"/>
                    </a:lnTo>
                    <a:lnTo>
                      <a:pt x="20" y="18"/>
                    </a:lnTo>
                    <a:lnTo>
                      <a:pt x="20" y="18"/>
                    </a:lnTo>
                    <a:lnTo>
                      <a:pt x="20" y="16"/>
                    </a:lnTo>
                    <a:lnTo>
                      <a:pt x="20" y="16"/>
                    </a:lnTo>
                    <a:lnTo>
                      <a:pt x="20" y="18"/>
                    </a:lnTo>
                    <a:lnTo>
                      <a:pt x="24" y="18"/>
                    </a:lnTo>
                    <a:lnTo>
                      <a:pt x="24" y="22"/>
                    </a:lnTo>
                    <a:lnTo>
                      <a:pt x="24" y="22"/>
                    </a:lnTo>
                    <a:lnTo>
                      <a:pt x="24" y="22"/>
                    </a:lnTo>
                    <a:lnTo>
                      <a:pt x="24" y="22"/>
                    </a:lnTo>
                    <a:lnTo>
                      <a:pt x="24" y="22"/>
                    </a:lnTo>
                    <a:lnTo>
                      <a:pt x="24" y="22"/>
                    </a:lnTo>
                    <a:lnTo>
                      <a:pt x="24" y="22"/>
                    </a:lnTo>
                    <a:lnTo>
                      <a:pt x="24" y="22"/>
                    </a:lnTo>
                    <a:lnTo>
                      <a:pt x="24" y="22"/>
                    </a:lnTo>
                    <a:lnTo>
                      <a:pt x="24" y="22"/>
                    </a:lnTo>
                    <a:lnTo>
                      <a:pt x="24" y="26"/>
                    </a:lnTo>
                    <a:lnTo>
                      <a:pt x="24" y="26"/>
                    </a:lnTo>
                    <a:lnTo>
                      <a:pt x="24" y="26"/>
                    </a:lnTo>
                    <a:lnTo>
                      <a:pt x="24" y="26"/>
                    </a:lnTo>
                    <a:lnTo>
                      <a:pt x="24" y="26"/>
                    </a:lnTo>
                    <a:lnTo>
                      <a:pt x="24" y="26"/>
                    </a:lnTo>
                    <a:lnTo>
                      <a:pt x="24" y="26"/>
                    </a:lnTo>
                    <a:lnTo>
                      <a:pt x="26" y="22"/>
                    </a:lnTo>
                    <a:lnTo>
                      <a:pt x="26" y="26"/>
                    </a:lnTo>
                    <a:lnTo>
                      <a:pt x="26" y="26"/>
                    </a:lnTo>
                    <a:lnTo>
                      <a:pt x="26" y="26"/>
                    </a:lnTo>
                    <a:lnTo>
                      <a:pt x="26" y="26"/>
                    </a:lnTo>
                    <a:lnTo>
                      <a:pt x="26" y="30"/>
                    </a:lnTo>
                    <a:lnTo>
                      <a:pt x="26" y="30"/>
                    </a:lnTo>
                    <a:lnTo>
                      <a:pt x="26" y="30"/>
                    </a:lnTo>
                    <a:lnTo>
                      <a:pt x="26" y="30"/>
                    </a:lnTo>
                    <a:lnTo>
                      <a:pt x="26" y="34"/>
                    </a:lnTo>
                    <a:lnTo>
                      <a:pt x="30" y="38"/>
                    </a:lnTo>
                    <a:lnTo>
                      <a:pt x="30" y="38"/>
                    </a:lnTo>
                    <a:lnTo>
                      <a:pt x="30" y="38"/>
                    </a:lnTo>
                    <a:lnTo>
                      <a:pt x="30" y="38"/>
                    </a:lnTo>
                    <a:lnTo>
                      <a:pt x="30" y="38"/>
                    </a:lnTo>
                    <a:lnTo>
                      <a:pt x="30" y="38"/>
                    </a:lnTo>
                    <a:lnTo>
                      <a:pt x="30" y="38"/>
                    </a:lnTo>
                    <a:lnTo>
                      <a:pt x="30" y="38"/>
                    </a:lnTo>
                    <a:lnTo>
                      <a:pt x="30" y="38"/>
                    </a:lnTo>
                    <a:lnTo>
                      <a:pt x="30" y="38"/>
                    </a:lnTo>
                    <a:lnTo>
                      <a:pt x="30" y="42"/>
                    </a:lnTo>
                    <a:lnTo>
                      <a:pt x="30" y="42"/>
                    </a:lnTo>
                    <a:lnTo>
                      <a:pt x="30" y="42"/>
                    </a:lnTo>
                    <a:lnTo>
                      <a:pt x="30" y="42"/>
                    </a:lnTo>
                    <a:lnTo>
                      <a:pt x="30" y="42"/>
                    </a:lnTo>
                    <a:lnTo>
                      <a:pt x="30" y="42"/>
                    </a:lnTo>
                    <a:lnTo>
                      <a:pt x="30" y="42"/>
                    </a:lnTo>
                    <a:lnTo>
                      <a:pt x="30" y="42"/>
                    </a:lnTo>
                    <a:lnTo>
                      <a:pt x="34" y="42"/>
                    </a:lnTo>
                    <a:lnTo>
                      <a:pt x="34" y="46"/>
                    </a:lnTo>
                    <a:lnTo>
                      <a:pt x="34" y="46"/>
                    </a:lnTo>
                    <a:lnTo>
                      <a:pt x="34" y="46"/>
                    </a:lnTo>
                    <a:lnTo>
                      <a:pt x="34" y="46"/>
                    </a:lnTo>
                    <a:lnTo>
                      <a:pt x="34" y="46"/>
                    </a:lnTo>
                    <a:lnTo>
                      <a:pt x="34" y="48"/>
                    </a:lnTo>
                    <a:lnTo>
                      <a:pt x="34" y="48"/>
                    </a:lnTo>
                    <a:lnTo>
                      <a:pt x="34" y="48"/>
                    </a:lnTo>
                    <a:lnTo>
                      <a:pt x="34" y="52"/>
                    </a:lnTo>
                    <a:lnTo>
                      <a:pt x="34" y="52"/>
                    </a:lnTo>
                    <a:lnTo>
                      <a:pt x="34" y="52"/>
                    </a:lnTo>
                    <a:lnTo>
                      <a:pt x="30" y="56"/>
                    </a:lnTo>
                    <a:lnTo>
                      <a:pt x="30" y="56"/>
                    </a:lnTo>
                    <a:lnTo>
                      <a:pt x="30" y="56"/>
                    </a:lnTo>
                    <a:lnTo>
                      <a:pt x="30" y="56"/>
                    </a:lnTo>
                    <a:lnTo>
                      <a:pt x="30"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0" name="Freeform 54"/>
              <p:cNvSpPr>
                <a:spLocks/>
              </p:cNvSpPr>
              <p:nvPr/>
            </p:nvSpPr>
            <p:spPr bwMode="gray">
              <a:xfrm>
                <a:off x="5673065" y="3368304"/>
                <a:ext cx="170449" cy="163491"/>
              </a:xfrm>
              <a:custGeom>
                <a:avLst/>
                <a:gdLst>
                  <a:gd name="T0" fmla="*/ 0 w 98"/>
                  <a:gd name="T1" fmla="*/ 78 h 94"/>
                  <a:gd name="T2" fmla="*/ 4 w 98"/>
                  <a:gd name="T3" fmla="*/ 76 h 94"/>
                  <a:gd name="T4" fmla="*/ 4 w 98"/>
                  <a:gd name="T5" fmla="*/ 76 h 94"/>
                  <a:gd name="T6" fmla="*/ 4 w 98"/>
                  <a:gd name="T7" fmla="*/ 72 h 94"/>
                  <a:gd name="T8" fmla="*/ 12 w 98"/>
                  <a:gd name="T9" fmla="*/ 68 h 94"/>
                  <a:gd name="T10" fmla="*/ 12 w 98"/>
                  <a:gd name="T11" fmla="*/ 68 h 94"/>
                  <a:gd name="T12" fmla="*/ 16 w 98"/>
                  <a:gd name="T13" fmla="*/ 60 h 94"/>
                  <a:gd name="T14" fmla="*/ 12 w 98"/>
                  <a:gd name="T15" fmla="*/ 56 h 94"/>
                  <a:gd name="T16" fmla="*/ 12 w 98"/>
                  <a:gd name="T17" fmla="*/ 52 h 94"/>
                  <a:gd name="T18" fmla="*/ 8 w 98"/>
                  <a:gd name="T19" fmla="*/ 52 h 94"/>
                  <a:gd name="T20" fmla="*/ 4 w 98"/>
                  <a:gd name="T21" fmla="*/ 52 h 94"/>
                  <a:gd name="T22" fmla="*/ 4 w 98"/>
                  <a:gd name="T23" fmla="*/ 44 h 94"/>
                  <a:gd name="T24" fmla="*/ 4 w 98"/>
                  <a:gd name="T25" fmla="*/ 42 h 94"/>
                  <a:gd name="T26" fmla="*/ 4 w 98"/>
                  <a:gd name="T27" fmla="*/ 34 h 94"/>
                  <a:gd name="T28" fmla="*/ 4 w 98"/>
                  <a:gd name="T29" fmla="*/ 26 h 94"/>
                  <a:gd name="T30" fmla="*/ 8 w 98"/>
                  <a:gd name="T31" fmla="*/ 30 h 94"/>
                  <a:gd name="T32" fmla="*/ 8 w 98"/>
                  <a:gd name="T33" fmla="*/ 26 h 94"/>
                  <a:gd name="T34" fmla="*/ 12 w 98"/>
                  <a:gd name="T35" fmla="*/ 22 h 94"/>
                  <a:gd name="T36" fmla="*/ 16 w 98"/>
                  <a:gd name="T37" fmla="*/ 22 h 94"/>
                  <a:gd name="T38" fmla="*/ 16 w 98"/>
                  <a:gd name="T39" fmla="*/ 18 h 94"/>
                  <a:gd name="T40" fmla="*/ 16 w 98"/>
                  <a:gd name="T41" fmla="*/ 12 h 94"/>
                  <a:gd name="T42" fmla="*/ 24 w 98"/>
                  <a:gd name="T43" fmla="*/ 14 h 94"/>
                  <a:gd name="T44" fmla="*/ 30 w 98"/>
                  <a:gd name="T45" fmla="*/ 12 h 94"/>
                  <a:gd name="T46" fmla="*/ 34 w 98"/>
                  <a:gd name="T47" fmla="*/ 12 h 94"/>
                  <a:gd name="T48" fmla="*/ 34 w 98"/>
                  <a:gd name="T49" fmla="*/ 12 h 94"/>
                  <a:gd name="T50" fmla="*/ 42 w 98"/>
                  <a:gd name="T51" fmla="*/ 8 h 94"/>
                  <a:gd name="T52" fmla="*/ 46 w 98"/>
                  <a:gd name="T53" fmla="*/ 12 h 94"/>
                  <a:gd name="T54" fmla="*/ 50 w 98"/>
                  <a:gd name="T55" fmla="*/ 12 h 94"/>
                  <a:gd name="T56" fmla="*/ 52 w 98"/>
                  <a:gd name="T57" fmla="*/ 14 h 94"/>
                  <a:gd name="T58" fmla="*/ 60 w 98"/>
                  <a:gd name="T59" fmla="*/ 12 h 94"/>
                  <a:gd name="T60" fmla="*/ 68 w 98"/>
                  <a:gd name="T61" fmla="*/ 8 h 94"/>
                  <a:gd name="T62" fmla="*/ 72 w 98"/>
                  <a:gd name="T63" fmla="*/ 8 h 94"/>
                  <a:gd name="T64" fmla="*/ 76 w 98"/>
                  <a:gd name="T65" fmla="*/ 4 h 94"/>
                  <a:gd name="T66" fmla="*/ 82 w 98"/>
                  <a:gd name="T67" fmla="*/ 4 h 94"/>
                  <a:gd name="T68" fmla="*/ 90 w 98"/>
                  <a:gd name="T69" fmla="*/ 4 h 94"/>
                  <a:gd name="T70" fmla="*/ 94 w 98"/>
                  <a:gd name="T71" fmla="*/ 0 h 94"/>
                  <a:gd name="T72" fmla="*/ 98 w 98"/>
                  <a:gd name="T73" fmla="*/ 4 h 94"/>
                  <a:gd name="T74" fmla="*/ 82 w 98"/>
                  <a:gd name="T75" fmla="*/ 18 h 94"/>
                  <a:gd name="T76" fmla="*/ 82 w 98"/>
                  <a:gd name="T77" fmla="*/ 30 h 94"/>
                  <a:gd name="T78" fmla="*/ 82 w 98"/>
                  <a:gd name="T79" fmla="*/ 38 h 94"/>
                  <a:gd name="T80" fmla="*/ 80 w 98"/>
                  <a:gd name="T81" fmla="*/ 42 h 94"/>
                  <a:gd name="T82" fmla="*/ 80 w 98"/>
                  <a:gd name="T83" fmla="*/ 44 h 94"/>
                  <a:gd name="T84" fmla="*/ 80 w 98"/>
                  <a:gd name="T85" fmla="*/ 56 h 94"/>
                  <a:gd name="T86" fmla="*/ 60 w 98"/>
                  <a:gd name="T87" fmla="*/ 68 h 94"/>
                  <a:gd name="T88" fmla="*/ 46 w 98"/>
                  <a:gd name="T89" fmla="*/ 76 h 94"/>
                  <a:gd name="T90" fmla="*/ 30 w 98"/>
                  <a:gd name="T91" fmla="*/ 86 h 94"/>
                  <a:gd name="T92" fmla="*/ 20 w 98"/>
                  <a:gd name="T93" fmla="*/ 94 h 94"/>
                  <a:gd name="T94" fmla="*/ 12 w 98"/>
                  <a:gd name="T95" fmla="*/ 94 h 94"/>
                  <a:gd name="T96" fmla="*/ 8 w 98"/>
                  <a:gd name="T97" fmla="*/ 90 h 94"/>
                  <a:gd name="T98" fmla="*/ 4 w 98"/>
                  <a:gd name="T99" fmla="*/ 86 h 94"/>
                  <a:gd name="T100" fmla="*/ 0 w 98"/>
                  <a:gd name="T101" fmla="*/ 86 h 94"/>
                  <a:gd name="T102" fmla="*/ 0 w 98"/>
                  <a:gd name="T103" fmla="*/ 86 h 94"/>
                  <a:gd name="T104" fmla="*/ 0 w 98"/>
                  <a:gd name="T105" fmla="*/ 82 h 94"/>
                  <a:gd name="T106" fmla="*/ 0 w 98"/>
                  <a:gd name="T107" fmla="*/ 78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8" h="94">
                    <a:moveTo>
                      <a:pt x="0" y="78"/>
                    </a:moveTo>
                    <a:lnTo>
                      <a:pt x="0" y="78"/>
                    </a:lnTo>
                    <a:lnTo>
                      <a:pt x="0" y="78"/>
                    </a:lnTo>
                    <a:lnTo>
                      <a:pt x="0" y="78"/>
                    </a:lnTo>
                    <a:lnTo>
                      <a:pt x="0" y="78"/>
                    </a:lnTo>
                    <a:lnTo>
                      <a:pt x="0" y="78"/>
                    </a:lnTo>
                    <a:lnTo>
                      <a:pt x="0" y="78"/>
                    </a:lnTo>
                    <a:lnTo>
                      <a:pt x="4" y="76"/>
                    </a:lnTo>
                    <a:lnTo>
                      <a:pt x="4" y="76"/>
                    </a:lnTo>
                    <a:lnTo>
                      <a:pt x="4" y="76"/>
                    </a:lnTo>
                    <a:lnTo>
                      <a:pt x="4" y="76"/>
                    </a:lnTo>
                    <a:lnTo>
                      <a:pt x="4" y="76"/>
                    </a:lnTo>
                    <a:lnTo>
                      <a:pt x="4" y="76"/>
                    </a:lnTo>
                    <a:lnTo>
                      <a:pt x="4" y="76"/>
                    </a:lnTo>
                    <a:lnTo>
                      <a:pt x="4" y="76"/>
                    </a:lnTo>
                    <a:lnTo>
                      <a:pt x="4" y="76"/>
                    </a:lnTo>
                    <a:lnTo>
                      <a:pt x="8" y="72"/>
                    </a:lnTo>
                    <a:lnTo>
                      <a:pt x="8" y="72"/>
                    </a:lnTo>
                    <a:lnTo>
                      <a:pt x="8" y="72"/>
                    </a:lnTo>
                    <a:lnTo>
                      <a:pt x="4" y="72"/>
                    </a:lnTo>
                    <a:lnTo>
                      <a:pt x="4" y="72"/>
                    </a:lnTo>
                    <a:lnTo>
                      <a:pt x="8" y="68"/>
                    </a:lnTo>
                    <a:lnTo>
                      <a:pt x="8" y="68"/>
                    </a:lnTo>
                    <a:lnTo>
                      <a:pt x="8" y="68"/>
                    </a:lnTo>
                    <a:lnTo>
                      <a:pt x="12" y="68"/>
                    </a:lnTo>
                    <a:lnTo>
                      <a:pt x="12" y="68"/>
                    </a:lnTo>
                    <a:lnTo>
                      <a:pt x="12" y="68"/>
                    </a:lnTo>
                    <a:lnTo>
                      <a:pt x="12" y="68"/>
                    </a:lnTo>
                    <a:lnTo>
                      <a:pt x="12" y="68"/>
                    </a:lnTo>
                    <a:lnTo>
                      <a:pt x="12" y="68"/>
                    </a:lnTo>
                    <a:lnTo>
                      <a:pt x="12" y="64"/>
                    </a:lnTo>
                    <a:lnTo>
                      <a:pt x="12" y="64"/>
                    </a:lnTo>
                    <a:lnTo>
                      <a:pt x="12" y="64"/>
                    </a:lnTo>
                    <a:lnTo>
                      <a:pt x="12" y="64"/>
                    </a:lnTo>
                    <a:lnTo>
                      <a:pt x="16" y="60"/>
                    </a:lnTo>
                    <a:lnTo>
                      <a:pt x="16" y="60"/>
                    </a:lnTo>
                    <a:lnTo>
                      <a:pt x="16" y="60"/>
                    </a:lnTo>
                    <a:lnTo>
                      <a:pt x="16" y="56"/>
                    </a:lnTo>
                    <a:lnTo>
                      <a:pt x="16" y="56"/>
                    </a:lnTo>
                    <a:lnTo>
                      <a:pt x="12" y="56"/>
                    </a:lnTo>
                    <a:lnTo>
                      <a:pt x="12" y="52"/>
                    </a:lnTo>
                    <a:lnTo>
                      <a:pt x="12" y="56"/>
                    </a:lnTo>
                    <a:lnTo>
                      <a:pt x="12" y="52"/>
                    </a:lnTo>
                    <a:lnTo>
                      <a:pt x="12" y="52"/>
                    </a:lnTo>
                    <a:lnTo>
                      <a:pt x="12" y="52"/>
                    </a:lnTo>
                    <a:lnTo>
                      <a:pt x="12" y="52"/>
                    </a:lnTo>
                    <a:lnTo>
                      <a:pt x="12" y="52"/>
                    </a:lnTo>
                    <a:lnTo>
                      <a:pt x="12" y="52"/>
                    </a:lnTo>
                    <a:lnTo>
                      <a:pt x="8" y="52"/>
                    </a:lnTo>
                    <a:lnTo>
                      <a:pt x="8" y="52"/>
                    </a:lnTo>
                    <a:lnTo>
                      <a:pt x="8" y="52"/>
                    </a:lnTo>
                    <a:lnTo>
                      <a:pt x="8" y="52"/>
                    </a:lnTo>
                    <a:lnTo>
                      <a:pt x="8" y="52"/>
                    </a:lnTo>
                    <a:lnTo>
                      <a:pt x="8" y="52"/>
                    </a:lnTo>
                    <a:lnTo>
                      <a:pt x="4" y="52"/>
                    </a:lnTo>
                    <a:lnTo>
                      <a:pt x="4" y="48"/>
                    </a:lnTo>
                    <a:lnTo>
                      <a:pt x="4" y="48"/>
                    </a:lnTo>
                    <a:lnTo>
                      <a:pt x="4" y="44"/>
                    </a:lnTo>
                    <a:lnTo>
                      <a:pt x="4" y="44"/>
                    </a:lnTo>
                    <a:lnTo>
                      <a:pt x="4" y="44"/>
                    </a:lnTo>
                    <a:lnTo>
                      <a:pt x="4" y="42"/>
                    </a:lnTo>
                    <a:lnTo>
                      <a:pt x="4" y="42"/>
                    </a:lnTo>
                    <a:lnTo>
                      <a:pt x="4" y="42"/>
                    </a:lnTo>
                    <a:lnTo>
                      <a:pt x="4" y="42"/>
                    </a:lnTo>
                    <a:lnTo>
                      <a:pt x="4" y="42"/>
                    </a:lnTo>
                    <a:lnTo>
                      <a:pt x="4" y="42"/>
                    </a:lnTo>
                    <a:lnTo>
                      <a:pt x="4" y="38"/>
                    </a:lnTo>
                    <a:lnTo>
                      <a:pt x="4" y="38"/>
                    </a:lnTo>
                    <a:lnTo>
                      <a:pt x="4" y="34"/>
                    </a:lnTo>
                    <a:lnTo>
                      <a:pt x="4" y="34"/>
                    </a:lnTo>
                    <a:lnTo>
                      <a:pt x="4" y="34"/>
                    </a:lnTo>
                    <a:lnTo>
                      <a:pt x="4" y="30"/>
                    </a:lnTo>
                    <a:lnTo>
                      <a:pt x="4" y="30"/>
                    </a:lnTo>
                    <a:lnTo>
                      <a:pt x="4" y="30"/>
                    </a:lnTo>
                    <a:lnTo>
                      <a:pt x="4" y="26"/>
                    </a:lnTo>
                    <a:lnTo>
                      <a:pt x="8" y="26"/>
                    </a:lnTo>
                    <a:lnTo>
                      <a:pt x="8" y="30"/>
                    </a:lnTo>
                    <a:lnTo>
                      <a:pt x="8" y="30"/>
                    </a:lnTo>
                    <a:lnTo>
                      <a:pt x="8" y="30"/>
                    </a:lnTo>
                    <a:lnTo>
                      <a:pt x="8" y="30"/>
                    </a:lnTo>
                    <a:lnTo>
                      <a:pt x="8" y="30"/>
                    </a:lnTo>
                    <a:lnTo>
                      <a:pt x="8" y="30"/>
                    </a:lnTo>
                    <a:lnTo>
                      <a:pt x="8" y="30"/>
                    </a:lnTo>
                    <a:lnTo>
                      <a:pt x="8" y="26"/>
                    </a:lnTo>
                    <a:lnTo>
                      <a:pt x="8" y="26"/>
                    </a:lnTo>
                    <a:lnTo>
                      <a:pt x="12" y="26"/>
                    </a:lnTo>
                    <a:lnTo>
                      <a:pt x="12" y="26"/>
                    </a:lnTo>
                    <a:lnTo>
                      <a:pt x="12" y="26"/>
                    </a:lnTo>
                    <a:lnTo>
                      <a:pt x="12" y="22"/>
                    </a:lnTo>
                    <a:lnTo>
                      <a:pt x="12" y="22"/>
                    </a:lnTo>
                    <a:lnTo>
                      <a:pt x="12" y="22"/>
                    </a:lnTo>
                    <a:lnTo>
                      <a:pt x="16" y="22"/>
                    </a:lnTo>
                    <a:lnTo>
                      <a:pt x="16" y="22"/>
                    </a:lnTo>
                    <a:lnTo>
                      <a:pt x="16" y="22"/>
                    </a:lnTo>
                    <a:lnTo>
                      <a:pt x="16" y="22"/>
                    </a:lnTo>
                    <a:lnTo>
                      <a:pt x="16" y="22"/>
                    </a:lnTo>
                    <a:lnTo>
                      <a:pt x="16" y="18"/>
                    </a:lnTo>
                    <a:lnTo>
                      <a:pt x="16" y="18"/>
                    </a:lnTo>
                    <a:lnTo>
                      <a:pt x="16" y="18"/>
                    </a:lnTo>
                    <a:lnTo>
                      <a:pt x="16" y="18"/>
                    </a:lnTo>
                    <a:lnTo>
                      <a:pt x="16" y="14"/>
                    </a:lnTo>
                    <a:lnTo>
                      <a:pt x="16" y="14"/>
                    </a:lnTo>
                    <a:lnTo>
                      <a:pt x="16" y="12"/>
                    </a:lnTo>
                    <a:lnTo>
                      <a:pt x="16" y="12"/>
                    </a:lnTo>
                    <a:lnTo>
                      <a:pt x="16" y="12"/>
                    </a:lnTo>
                    <a:lnTo>
                      <a:pt x="16" y="12"/>
                    </a:lnTo>
                    <a:lnTo>
                      <a:pt x="20" y="12"/>
                    </a:lnTo>
                    <a:lnTo>
                      <a:pt x="20" y="12"/>
                    </a:lnTo>
                    <a:lnTo>
                      <a:pt x="24" y="12"/>
                    </a:lnTo>
                    <a:lnTo>
                      <a:pt x="24" y="14"/>
                    </a:lnTo>
                    <a:lnTo>
                      <a:pt x="24" y="14"/>
                    </a:lnTo>
                    <a:lnTo>
                      <a:pt x="24" y="14"/>
                    </a:lnTo>
                    <a:lnTo>
                      <a:pt x="26" y="14"/>
                    </a:lnTo>
                    <a:lnTo>
                      <a:pt x="26" y="14"/>
                    </a:lnTo>
                    <a:lnTo>
                      <a:pt x="30" y="12"/>
                    </a:lnTo>
                    <a:lnTo>
                      <a:pt x="30" y="12"/>
                    </a:lnTo>
                    <a:lnTo>
                      <a:pt x="30" y="12"/>
                    </a:lnTo>
                    <a:lnTo>
                      <a:pt x="30" y="12"/>
                    </a:lnTo>
                    <a:lnTo>
                      <a:pt x="30" y="12"/>
                    </a:lnTo>
                    <a:lnTo>
                      <a:pt x="34" y="12"/>
                    </a:lnTo>
                    <a:lnTo>
                      <a:pt x="34" y="12"/>
                    </a:lnTo>
                    <a:lnTo>
                      <a:pt x="34" y="12"/>
                    </a:lnTo>
                    <a:lnTo>
                      <a:pt x="34" y="12"/>
                    </a:lnTo>
                    <a:lnTo>
                      <a:pt x="34" y="12"/>
                    </a:lnTo>
                    <a:lnTo>
                      <a:pt x="34" y="12"/>
                    </a:lnTo>
                    <a:lnTo>
                      <a:pt x="38" y="12"/>
                    </a:lnTo>
                    <a:lnTo>
                      <a:pt x="38" y="8"/>
                    </a:lnTo>
                    <a:lnTo>
                      <a:pt x="38" y="8"/>
                    </a:lnTo>
                    <a:lnTo>
                      <a:pt x="42" y="8"/>
                    </a:lnTo>
                    <a:lnTo>
                      <a:pt x="42" y="8"/>
                    </a:lnTo>
                    <a:lnTo>
                      <a:pt x="42" y="12"/>
                    </a:lnTo>
                    <a:lnTo>
                      <a:pt x="42" y="12"/>
                    </a:lnTo>
                    <a:lnTo>
                      <a:pt x="46" y="12"/>
                    </a:lnTo>
                    <a:lnTo>
                      <a:pt x="46" y="12"/>
                    </a:lnTo>
                    <a:lnTo>
                      <a:pt x="46" y="12"/>
                    </a:lnTo>
                    <a:lnTo>
                      <a:pt x="46" y="12"/>
                    </a:lnTo>
                    <a:lnTo>
                      <a:pt x="50" y="12"/>
                    </a:lnTo>
                    <a:lnTo>
                      <a:pt x="50" y="12"/>
                    </a:lnTo>
                    <a:lnTo>
                      <a:pt x="50" y="12"/>
                    </a:lnTo>
                    <a:lnTo>
                      <a:pt x="50" y="12"/>
                    </a:lnTo>
                    <a:lnTo>
                      <a:pt x="50" y="12"/>
                    </a:lnTo>
                    <a:lnTo>
                      <a:pt x="50" y="12"/>
                    </a:lnTo>
                    <a:lnTo>
                      <a:pt x="50" y="12"/>
                    </a:lnTo>
                    <a:lnTo>
                      <a:pt x="52" y="14"/>
                    </a:lnTo>
                    <a:lnTo>
                      <a:pt x="52" y="14"/>
                    </a:lnTo>
                    <a:lnTo>
                      <a:pt x="52" y="14"/>
                    </a:lnTo>
                    <a:lnTo>
                      <a:pt x="52" y="14"/>
                    </a:lnTo>
                    <a:lnTo>
                      <a:pt x="56" y="12"/>
                    </a:lnTo>
                    <a:lnTo>
                      <a:pt x="56" y="12"/>
                    </a:lnTo>
                    <a:lnTo>
                      <a:pt x="60" y="12"/>
                    </a:lnTo>
                    <a:lnTo>
                      <a:pt x="64" y="12"/>
                    </a:lnTo>
                    <a:lnTo>
                      <a:pt x="64" y="12"/>
                    </a:lnTo>
                    <a:lnTo>
                      <a:pt x="64" y="12"/>
                    </a:lnTo>
                    <a:lnTo>
                      <a:pt x="68" y="8"/>
                    </a:lnTo>
                    <a:lnTo>
                      <a:pt x="68" y="8"/>
                    </a:lnTo>
                    <a:lnTo>
                      <a:pt x="68" y="8"/>
                    </a:lnTo>
                    <a:lnTo>
                      <a:pt x="68" y="8"/>
                    </a:lnTo>
                    <a:lnTo>
                      <a:pt x="68" y="8"/>
                    </a:lnTo>
                    <a:lnTo>
                      <a:pt x="72" y="8"/>
                    </a:lnTo>
                    <a:lnTo>
                      <a:pt x="72" y="8"/>
                    </a:lnTo>
                    <a:lnTo>
                      <a:pt x="72" y="8"/>
                    </a:lnTo>
                    <a:lnTo>
                      <a:pt x="72" y="4"/>
                    </a:lnTo>
                    <a:lnTo>
                      <a:pt x="72" y="4"/>
                    </a:lnTo>
                    <a:lnTo>
                      <a:pt x="76" y="4"/>
                    </a:lnTo>
                    <a:lnTo>
                      <a:pt x="76" y="4"/>
                    </a:lnTo>
                    <a:lnTo>
                      <a:pt x="76" y="4"/>
                    </a:lnTo>
                    <a:lnTo>
                      <a:pt x="76" y="4"/>
                    </a:lnTo>
                    <a:lnTo>
                      <a:pt x="80" y="4"/>
                    </a:lnTo>
                    <a:lnTo>
                      <a:pt x="80" y="4"/>
                    </a:lnTo>
                    <a:lnTo>
                      <a:pt x="82" y="4"/>
                    </a:lnTo>
                    <a:lnTo>
                      <a:pt x="82" y="4"/>
                    </a:lnTo>
                    <a:lnTo>
                      <a:pt x="82" y="4"/>
                    </a:lnTo>
                    <a:lnTo>
                      <a:pt x="86" y="4"/>
                    </a:lnTo>
                    <a:lnTo>
                      <a:pt x="90" y="4"/>
                    </a:lnTo>
                    <a:lnTo>
                      <a:pt x="90" y="4"/>
                    </a:lnTo>
                    <a:lnTo>
                      <a:pt x="94" y="4"/>
                    </a:lnTo>
                    <a:lnTo>
                      <a:pt x="94" y="4"/>
                    </a:lnTo>
                    <a:lnTo>
                      <a:pt x="94" y="4"/>
                    </a:lnTo>
                    <a:lnTo>
                      <a:pt x="94" y="0"/>
                    </a:lnTo>
                    <a:lnTo>
                      <a:pt x="94" y="0"/>
                    </a:lnTo>
                    <a:lnTo>
                      <a:pt x="98" y="0"/>
                    </a:lnTo>
                    <a:lnTo>
                      <a:pt x="98" y="4"/>
                    </a:lnTo>
                    <a:lnTo>
                      <a:pt x="98" y="4"/>
                    </a:lnTo>
                    <a:lnTo>
                      <a:pt x="98" y="4"/>
                    </a:lnTo>
                    <a:lnTo>
                      <a:pt x="98" y="4"/>
                    </a:lnTo>
                    <a:lnTo>
                      <a:pt x="98" y="8"/>
                    </a:lnTo>
                    <a:lnTo>
                      <a:pt x="98" y="8"/>
                    </a:lnTo>
                    <a:lnTo>
                      <a:pt x="90" y="14"/>
                    </a:lnTo>
                    <a:lnTo>
                      <a:pt x="82" y="14"/>
                    </a:lnTo>
                    <a:lnTo>
                      <a:pt x="82" y="18"/>
                    </a:lnTo>
                    <a:lnTo>
                      <a:pt x="82" y="18"/>
                    </a:lnTo>
                    <a:lnTo>
                      <a:pt x="82" y="26"/>
                    </a:lnTo>
                    <a:lnTo>
                      <a:pt x="82" y="26"/>
                    </a:lnTo>
                    <a:lnTo>
                      <a:pt x="82" y="30"/>
                    </a:lnTo>
                    <a:lnTo>
                      <a:pt x="82" y="30"/>
                    </a:lnTo>
                    <a:lnTo>
                      <a:pt x="82" y="34"/>
                    </a:lnTo>
                    <a:lnTo>
                      <a:pt x="82" y="34"/>
                    </a:lnTo>
                    <a:lnTo>
                      <a:pt x="82" y="34"/>
                    </a:lnTo>
                    <a:lnTo>
                      <a:pt x="82" y="38"/>
                    </a:lnTo>
                    <a:lnTo>
                      <a:pt x="82" y="38"/>
                    </a:lnTo>
                    <a:lnTo>
                      <a:pt x="82" y="38"/>
                    </a:lnTo>
                    <a:lnTo>
                      <a:pt x="82" y="38"/>
                    </a:lnTo>
                    <a:lnTo>
                      <a:pt x="82" y="38"/>
                    </a:lnTo>
                    <a:lnTo>
                      <a:pt x="82" y="38"/>
                    </a:lnTo>
                    <a:lnTo>
                      <a:pt x="80" y="42"/>
                    </a:lnTo>
                    <a:lnTo>
                      <a:pt x="80" y="42"/>
                    </a:lnTo>
                    <a:lnTo>
                      <a:pt x="80" y="42"/>
                    </a:lnTo>
                    <a:lnTo>
                      <a:pt x="80" y="42"/>
                    </a:lnTo>
                    <a:lnTo>
                      <a:pt x="80" y="42"/>
                    </a:lnTo>
                    <a:lnTo>
                      <a:pt x="80" y="44"/>
                    </a:lnTo>
                    <a:lnTo>
                      <a:pt x="80" y="44"/>
                    </a:lnTo>
                    <a:lnTo>
                      <a:pt x="80" y="48"/>
                    </a:lnTo>
                    <a:lnTo>
                      <a:pt x="80" y="52"/>
                    </a:lnTo>
                    <a:lnTo>
                      <a:pt x="80" y="56"/>
                    </a:lnTo>
                    <a:lnTo>
                      <a:pt x="80" y="56"/>
                    </a:lnTo>
                    <a:lnTo>
                      <a:pt x="72" y="60"/>
                    </a:lnTo>
                    <a:lnTo>
                      <a:pt x="68" y="64"/>
                    </a:lnTo>
                    <a:lnTo>
                      <a:pt x="64" y="64"/>
                    </a:lnTo>
                    <a:lnTo>
                      <a:pt x="64" y="64"/>
                    </a:lnTo>
                    <a:lnTo>
                      <a:pt x="60" y="68"/>
                    </a:lnTo>
                    <a:lnTo>
                      <a:pt x="56" y="68"/>
                    </a:lnTo>
                    <a:lnTo>
                      <a:pt x="52" y="72"/>
                    </a:lnTo>
                    <a:lnTo>
                      <a:pt x="50" y="76"/>
                    </a:lnTo>
                    <a:lnTo>
                      <a:pt x="46" y="76"/>
                    </a:lnTo>
                    <a:lnTo>
                      <a:pt x="46" y="76"/>
                    </a:lnTo>
                    <a:lnTo>
                      <a:pt x="46" y="76"/>
                    </a:lnTo>
                    <a:lnTo>
                      <a:pt x="42" y="78"/>
                    </a:lnTo>
                    <a:lnTo>
                      <a:pt x="38" y="78"/>
                    </a:lnTo>
                    <a:lnTo>
                      <a:pt x="34" y="82"/>
                    </a:lnTo>
                    <a:lnTo>
                      <a:pt x="30" y="86"/>
                    </a:lnTo>
                    <a:lnTo>
                      <a:pt x="26" y="90"/>
                    </a:lnTo>
                    <a:lnTo>
                      <a:pt x="26" y="90"/>
                    </a:lnTo>
                    <a:lnTo>
                      <a:pt x="26" y="90"/>
                    </a:lnTo>
                    <a:lnTo>
                      <a:pt x="24" y="90"/>
                    </a:lnTo>
                    <a:lnTo>
                      <a:pt x="20" y="94"/>
                    </a:lnTo>
                    <a:lnTo>
                      <a:pt x="20" y="94"/>
                    </a:lnTo>
                    <a:lnTo>
                      <a:pt x="16" y="94"/>
                    </a:lnTo>
                    <a:lnTo>
                      <a:pt x="16" y="94"/>
                    </a:lnTo>
                    <a:lnTo>
                      <a:pt x="16" y="94"/>
                    </a:lnTo>
                    <a:lnTo>
                      <a:pt x="12" y="94"/>
                    </a:lnTo>
                    <a:lnTo>
                      <a:pt x="12" y="94"/>
                    </a:lnTo>
                    <a:lnTo>
                      <a:pt x="12" y="94"/>
                    </a:lnTo>
                    <a:lnTo>
                      <a:pt x="12" y="94"/>
                    </a:lnTo>
                    <a:lnTo>
                      <a:pt x="8" y="90"/>
                    </a:lnTo>
                    <a:lnTo>
                      <a:pt x="8" y="90"/>
                    </a:lnTo>
                    <a:lnTo>
                      <a:pt x="8" y="90"/>
                    </a:lnTo>
                    <a:lnTo>
                      <a:pt x="8" y="90"/>
                    </a:lnTo>
                    <a:lnTo>
                      <a:pt x="8" y="90"/>
                    </a:lnTo>
                    <a:lnTo>
                      <a:pt x="8" y="90"/>
                    </a:lnTo>
                    <a:lnTo>
                      <a:pt x="4" y="86"/>
                    </a:lnTo>
                    <a:lnTo>
                      <a:pt x="4" y="86"/>
                    </a:lnTo>
                    <a:lnTo>
                      <a:pt x="4" y="86"/>
                    </a:lnTo>
                    <a:lnTo>
                      <a:pt x="0" y="86"/>
                    </a:lnTo>
                    <a:lnTo>
                      <a:pt x="0" y="90"/>
                    </a:lnTo>
                    <a:lnTo>
                      <a:pt x="0" y="86"/>
                    </a:lnTo>
                    <a:lnTo>
                      <a:pt x="0" y="86"/>
                    </a:lnTo>
                    <a:lnTo>
                      <a:pt x="0" y="86"/>
                    </a:lnTo>
                    <a:lnTo>
                      <a:pt x="0" y="86"/>
                    </a:lnTo>
                    <a:lnTo>
                      <a:pt x="0" y="86"/>
                    </a:lnTo>
                    <a:lnTo>
                      <a:pt x="0" y="86"/>
                    </a:lnTo>
                    <a:lnTo>
                      <a:pt x="0" y="86"/>
                    </a:lnTo>
                    <a:lnTo>
                      <a:pt x="0" y="86"/>
                    </a:lnTo>
                    <a:lnTo>
                      <a:pt x="0" y="82"/>
                    </a:lnTo>
                    <a:lnTo>
                      <a:pt x="0" y="82"/>
                    </a:lnTo>
                    <a:lnTo>
                      <a:pt x="0" y="82"/>
                    </a:lnTo>
                    <a:lnTo>
                      <a:pt x="0" y="82"/>
                    </a:lnTo>
                    <a:lnTo>
                      <a:pt x="0" y="82"/>
                    </a:lnTo>
                    <a:lnTo>
                      <a:pt x="0" y="78"/>
                    </a:lnTo>
                    <a:lnTo>
                      <a:pt x="0" y="78"/>
                    </a:lnTo>
                    <a:lnTo>
                      <a:pt x="0" y="78"/>
                    </a:lnTo>
                    <a:lnTo>
                      <a:pt x="0" y="78"/>
                    </a:lnTo>
                    <a:lnTo>
                      <a:pt x="0" y="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1" name="Freeform 55"/>
              <p:cNvSpPr>
                <a:spLocks/>
              </p:cNvSpPr>
              <p:nvPr/>
            </p:nvSpPr>
            <p:spPr bwMode="gray">
              <a:xfrm>
                <a:off x="6459213" y="3243078"/>
                <a:ext cx="187840" cy="153054"/>
              </a:xfrm>
              <a:custGeom>
                <a:avLst/>
                <a:gdLst>
                  <a:gd name="T0" fmla="*/ 100 w 108"/>
                  <a:gd name="T1" fmla="*/ 72 h 88"/>
                  <a:gd name="T2" fmla="*/ 90 w 108"/>
                  <a:gd name="T3" fmla="*/ 76 h 88"/>
                  <a:gd name="T4" fmla="*/ 90 w 108"/>
                  <a:gd name="T5" fmla="*/ 72 h 88"/>
                  <a:gd name="T6" fmla="*/ 82 w 108"/>
                  <a:gd name="T7" fmla="*/ 72 h 88"/>
                  <a:gd name="T8" fmla="*/ 74 w 108"/>
                  <a:gd name="T9" fmla="*/ 76 h 88"/>
                  <a:gd name="T10" fmla="*/ 68 w 108"/>
                  <a:gd name="T11" fmla="*/ 80 h 88"/>
                  <a:gd name="T12" fmla="*/ 60 w 108"/>
                  <a:gd name="T13" fmla="*/ 84 h 88"/>
                  <a:gd name="T14" fmla="*/ 56 w 108"/>
                  <a:gd name="T15" fmla="*/ 72 h 88"/>
                  <a:gd name="T16" fmla="*/ 60 w 108"/>
                  <a:gd name="T17" fmla="*/ 64 h 88"/>
                  <a:gd name="T18" fmla="*/ 52 w 108"/>
                  <a:gd name="T19" fmla="*/ 60 h 88"/>
                  <a:gd name="T20" fmla="*/ 52 w 108"/>
                  <a:gd name="T21" fmla="*/ 54 h 88"/>
                  <a:gd name="T22" fmla="*/ 44 w 108"/>
                  <a:gd name="T23" fmla="*/ 58 h 88"/>
                  <a:gd name="T24" fmla="*/ 38 w 108"/>
                  <a:gd name="T25" fmla="*/ 64 h 88"/>
                  <a:gd name="T26" fmla="*/ 38 w 108"/>
                  <a:gd name="T27" fmla="*/ 68 h 88"/>
                  <a:gd name="T28" fmla="*/ 26 w 108"/>
                  <a:gd name="T29" fmla="*/ 72 h 88"/>
                  <a:gd name="T30" fmla="*/ 22 w 108"/>
                  <a:gd name="T31" fmla="*/ 72 h 88"/>
                  <a:gd name="T32" fmla="*/ 12 w 108"/>
                  <a:gd name="T33" fmla="*/ 76 h 88"/>
                  <a:gd name="T34" fmla="*/ 4 w 108"/>
                  <a:gd name="T35" fmla="*/ 76 h 88"/>
                  <a:gd name="T36" fmla="*/ 8 w 108"/>
                  <a:gd name="T37" fmla="*/ 68 h 88"/>
                  <a:gd name="T38" fmla="*/ 12 w 108"/>
                  <a:gd name="T39" fmla="*/ 58 h 88"/>
                  <a:gd name="T40" fmla="*/ 12 w 108"/>
                  <a:gd name="T41" fmla="*/ 54 h 88"/>
                  <a:gd name="T42" fmla="*/ 12 w 108"/>
                  <a:gd name="T43" fmla="*/ 46 h 88"/>
                  <a:gd name="T44" fmla="*/ 4 w 108"/>
                  <a:gd name="T45" fmla="*/ 42 h 88"/>
                  <a:gd name="T46" fmla="*/ 0 w 108"/>
                  <a:gd name="T47" fmla="*/ 34 h 88"/>
                  <a:gd name="T48" fmla="*/ 8 w 108"/>
                  <a:gd name="T49" fmla="*/ 28 h 88"/>
                  <a:gd name="T50" fmla="*/ 14 w 108"/>
                  <a:gd name="T51" fmla="*/ 30 h 88"/>
                  <a:gd name="T52" fmla="*/ 18 w 108"/>
                  <a:gd name="T53" fmla="*/ 24 h 88"/>
                  <a:gd name="T54" fmla="*/ 18 w 108"/>
                  <a:gd name="T55" fmla="*/ 20 h 88"/>
                  <a:gd name="T56" fmla="*/ 18 w 108"/>
                  <a:gd name="T57" fmla="*/ 16 h 88"/>
                  <a:gd name="T58" fmla="*/ 26 w 108"/>
                  <a:gd name="T59" fmla="*/ 12 h 88"/>
                  <a:gd name="T60" fmla="*/ 30 w 108"/>
                  <a:gd name="T61" fmla="*/ 4 h 88"/>
                  <a:gd name="T62" fmla="*/ 38 w 108"/>
                  <a:gd name="T63" fmla="*/ 8 h 88"/>
                  <a:gd name="T64" fmla="*/ 42 w 108"/>
                  <a:gd name="T65" fmla="*/ 0 h 88"/>
                  <a:gd name="T66" fmla="*/ 48 w 108"/>
                  <a:gd name="T67" fmla="*/ 4 h 88"/>
                  <a:gd name="T68" fmla="*/ 44 w 108"/>
                  <a:gd name="T69" fmla="*/ 12 h 88"/>
                  <a:gd name="T70" fmla="*/ 44 w 108"/>
                  <a:gd name="T71" fmla="*/ 16 h 88"/>
                  <a:gd name="T72" fmla="*/ 44 w 108"/>
                  <a:gd name="T73" fmla="*/ 20 h 88"/>
                  <a:gd name="T74" fmla="*/ 44 w 108"/>
                  <a:gd name="T75" fmla="*/ 24 h 88"/>
                  <a:gd name="T76" fmla="*/ 38 w 108"/>
                  <a:gd name="T77" fmla="*/ 16 h 88"/>
                  <a:gd name="T78" fmla="*/ 30 w 108"/>
                  <a:gd name="T79" fmla="*/ 24 h 88"/>
                  <a:gd name="T80" fmla="*/ 26 w 108"/>
                  <a:gd name="T81" fmla="*/ 24 h 88"/>
                  <a:gd name="T82" fmla="*/ 30 w 108"/>
                  <a:gd name="T83" fmla="*/ 30 h 88"/>
                  <a:gd name="T84" fmla="*/ 42 w 108"/>
                  <a:gd name="T85" fmla="*/ 30 h 88"/>
                  <a:gd name="T86" fmla="*/ 44 w 108"/>
                  <a:gd name="T87" fmla="*/ 30 h 88"/>
                  <a:gd name="T88" fmla="*/ 52 w 108"/>
                  <a:gd name="T89" fmla="*/ 30 h 88"/>
                  <a:gd name="T90" fmla="*/ 60 w 108"/>
                  <a:gd name="T91" fmla="*/ 30 h 88"/>
                  <a:gd name="T92" fmla="*/ 60 w 108"/>
                  <a:gd name="T93" fmla="*/ 34 h 88"/>
                  <a:gd name="T94" fmla="*/ 68 w 108"/>
                  <a:gd name="T95" fmla="*/ 38 h 88"/>
                  <a:gd name="T96" fmla="*/ 74 w 108"/>
                  <a:gd name="T97" fmla="*/ 34 h 88"/>
                  <a:gd name="T98" fmla="*/ 82 w 108"/>
                  <a:gd name="T99" fmla="*/ 30 h 88"/>
                  <a:gd name="T100" fmla="*/ 90 w 108"/>
                  <a:gd name="T101" fmla="*/ 34 h 88"/>
                  <a:gd name="T102" fmla="*/ 90 w 108"/>
                  <a:gd name="T103" fmla="*/ 42 h 88"/>
                  <a:gd name="T104" fmla="*/ 94 w 108"/>
                  <a:gd name="T105" fmla="*/ 50 h 88"/>
                  <a:gd name="T106" fmla="*/ 100 w 108"/>
                  <a:gd name="T107" fmla="*/ 50 h 88"/>
                  <a:gd name="T108" fmla="*/ 104 w 108"/>
                  <a:gd name="T109" fmla="*/ 58 h 88"/>
                  <a:gd name="T110" fmla="*/ 108 w 108"/>
                  <a:gd name="T111" fmla="*/ 64 h 88"/>
                  <a:gd name="T112" fmla="*/ 108 w 108"/>
                  <a:gd name="T113" fmla="*/ 68 h 88"/>
                  <a:gd name="T114" fmla="*/ 104 w 108"/>
                  <a:gd name="T115" fmla="*/ 7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08" h="88">
                    <a:moveTo>
                      <a:pt x="104" y="76"/>
                    </a:moveTo>
                    <a:lnTo>
                      <a:pt x="104" y="72"/>
                    </a:lnTo>
                    <a:lnTo>
                      <a:pt x="100" y="72"/>
                    </a:lnTo>
                    <a:lnTo>
                      <a:pt x="98" y="72"/>
                    </a:lnTo>
                    <a:lnTo>
                      <a:pt x="94" y="72"/>
                    </a:lnTo>
                    <a:lnTo>
                      <a:pt x="90" y="76"/>
                    </a:lnTo>
                    <a:lnTo>
                      <a:pt x="86" y="76"/>
                    </a:lnTo>
                    <a:lnTo>
                      <a:pt x="86" y="72"/>
                    </a:lnTo>
                    <a:lnTo>
                      <a:pt x="90" y="72"/>
                    </a:lnTo>
                    <a:lnTo>
                      <a:pt x="86" y="72"/>
                    </a:lnTo>
                    <a:lnTo>
                      <a:pt x="86" y="68"/>
                    </a:lnTo>
                    <a:lnTo>
                      <a:pt x="82" y="72"/>
                    </a:lnTo>
                    <a:lnTo>
                      <a:pt x="78" y="72"/>
                    </a:lnTo>
                    <a:lnTo>
                      <a:pt x="78" y="76"/>
                    </a:lnTo>
                    <a:lnTo>
                      <a:pt x="74" y="76"/>
                    </a:lnTo>
                    <a:lnTo>
                      <a:pt x="74" y="80"/>
                    </a:lnTo>
                    <a:lnTo>
                      <a:pt x="70" y="80"/>
                    </a:lnTo>
                    <a:lnTo>
                      <a:pt x="68" y="80"/>
                    </a:lnTo>
                    <a:lnTo>
                      <a:pt x="64" y="84"/>
                    </a:lnTo>
                    <a:lnTo>
                      <a:pt x="60" y="88"/>
                    </a:lnTo>
                    <a:lnTo>
                      <a:pt x="60" y="84"/>
                    </a:lnTo>
                    <a:lnTo>
                      <a:pt x="56" y="80"/>
                    </a:lnTo>
                    <a:lnTo>
                      <a:pt x="56" y="76"/>
                    </a:lnTo>
                    <a:lnTo>
                      <a:pt x="56" y="72"/>
                    </a:lnTo>
                    <a:lnTo>
                      <a:pt x="56" y="68"/>
                    </a:lnTo>
                    <a:lnTo>
                      <a:pt x="56" y="64"/>
                    </a:lnTo>
                    <a:lnTo>
                      <a:pt x="60" y="64"/>
                    </a:lnTo>
                    <a:lnTo>
                      <a:pt x="60" y="60"/>
                    </a:lnTo>
                    <a:lnTo>
                      <a:pt x="56" y="60"/>
                    </a:lnTo>
                    <a:lnTo>
                      <a:pt x="52" y="60"/>
                    </a:lnTo>
                    <a:lnTo>
                      <a:pt x="56" y="58"/>
                    </a:lnTo>
                    <a:lnTo>
                      <a:pt x="56" y="54"/>
                    </a:lnTo>
                    <a:lnTo>
                      <a:pt x="52" y="54"/>
                    </a:lnTo>
                    <a:lnTo>
                      <a:pt x="48" y="50"/>
                    </a:lnTo>
                    <a:lnTo>
                      <a:pt x="44" y="54"/>
                    </a:lnTo>
                    <a:lnTo>
                      <a:pt x="44" y="58"/>
                    </a:lnTo>
                    <a:lnTo>
                      <a:pt x="42" y="60"/>
                    </a:lnTo>
                    <a:lnTo>
                      <a:pt x="38" y="60"/>
                    </a:lnTo>
                    <a:lnTo>
                      <a:pt x="38" y="64"/>
                    </a:lnTo>
                    <a:lnTo>
                      <a:pt x="42" y="64"/>
                    </a:lnTo>
                    <a:lnTo>
                      <a:pt x="42" y="68"/>
                    </a:lnTo>
                    <a:lnTo>
                      <a:pt x="38" y="68"/>
                    </a:lnTo>
                    <a:lnTo>
                      <a:pt x="34" y="68"/>
                    </a:lnTo>
                    <a:lnTo>
                      <a:pt x="30" y="68"/>
                    </a:lnTo>
                    <a:lnTo>
                      <a:pt x="26" y="72"/>
                    </a:lnTo>
                    <a:lnTo>
                      <a:pt x="26" y="76"/>
                    </a:lnTo>
                    <a:lnTo>
                      <a:pt x="22" y="76"/>
                    </a:lnTo>
                    <a:lnTo>
                      <a:pt x="22" y="72"/>
                    </a:lnTo>
                    <a:lnTo>
                      <a:pt x="18" y="72"/>
                    </a:lnTo>
                    <a:lnTo>
                      <a:pt x="14" y="76"/>
                    </a:lnTo>
                    <a:lnTo>
                      <a:pt x="12" y="76"/>
                    </a:lnTo>
                    <a:lnTo>
                      <a:pt x="12" y="80"/>
                    </a:lnTo>
                    <a:lnTo>
                      <a:pt x="8" y="80"/>
                    </a:lnTo>
                    <a:lnTo>
                      <a:pt x="4" y="76"/>
                    </a:lnTo>
                    <a:lnTo>
                      <a:pt x="4" y="72"/>
                    </a:lnTo>
                    <a:lnTo>
                      <a:pt x="4" y="68"/>
                    </a:lnTo>
                    <a:lnTo>
                      <a:pt x="8" y="68"/>
                    </a:lnTo>
                    <a:lnTo>
                      <a:pt x="8" y="64"/>
                    </a:lnTo>
                    <a:lnTo>
                      <a:pt x="12" y="60"/>
                    </a:lnTo>
                    <a:lnTo>
                      <a:pt x="12" y="58"/>
                    </a:lnTo>
                    <a:lnTo>
                      <a:pt x="14" y="58"/>
                    </a:lnTo>
                    <a:lnTo>
                      <a:pt x="12" y="58"/>
                    </a:lnTo>
                    <a:lnTo>
                      <a:pt x="12" y="54"/>
                    </a:lnTo>
                    <a:lnTo>
                      <a:pt x="8" y="50"/>
                    </a:lnTo>
                    <a:lnTo>
                      <a:pt x="8" y="46"/>
                    </a:lnTo>
                    <a:lnTo>
                      <a:pt x="12" y="46"/>
                    </a:lnTo>
                    <a:lnTo>
                      <a:pt x="12" y="42"/>
                    </a:lnTo>
                    <a:lnTo>
                      <a:pt x="8" y="42"/>
                    </a:lnTo>
                    <a:lnTo>
                      <a:pt x="4" y="42"/>
                    </a:lnTo>
                    <a:lnTo>
                      <a:pt x="4" y="38"/>
                    </a:lnTo>
                    <a:lnTo>
                      <a:pt x="0" y="38"/>
                    </a:lnTo>
                    <a:lnTo>
                      <a:pt x="0" y="34"/>
                    </a:lnTo>
                    <a:lnTo>
                      <a:pt x="0" y="30"/>
                    </a:lnTo>
                    <a:lnTo>
                      <a:pt x="4" y="28"/>
                    </a:lnTo>
                    <a:lnTo>
                      <a:pt x="8" y="28"/>
                    </a:lnTo>
                    <a:lnTo>
                      <a:pt x="8" y="30"/>
                    </a:lnTo>
                    <a:lnTo>
                      <a:pt x="12" y="30"/>
                    </a:lnTo>
                    <a:lnTo>
                      <a:pt x="14" y="30"/>
                    </a:lnTo>
                    <a:lnTo>
                      <a:pt x="14" y="28"/>
                    </a:lnTo>
                    <a:lnTo>
                      <a:pt x="14" y="24"/>
                    </a:lnTo>
                    <a:lnTo>
                      <a:pt x="18" y="24"/>
                    </a:lnTo>
                    <a:lnTo>
                      <a:pt x="18" y="20"/>
                    </a:lnTo>
                    <a:lnTo>
                      <a:pt x="22" y="20"/>
                    </a:lnTo>
                    <a:lnTo>
                      <a:pt x="18" y="20"/>
                    </a:lnTo>
                    <a:lnTo>
                      <a:pt x="14" y="20"/>
                    </a:lnTo>
                    <a:lnTo>
                      <a:pt x="14" y="16"/>
                    </a:lnTo>
                    <a:lnTo>
                      <a:pt x="18" y="16"/>
                    </a:lnTo>
                    <a:lnTo>
                      <a:pt x="22" y="16"/>
                    </a:lnTo>
                    <a:lnTo>
                      <a:pt x="26" y="16"/>
                    </a:lnTo>
                    <a:lnTo>
                      <a:pt x="26" y="12"/>
                    </a:lnTo>
                    <a:lnTo>
                      <a:pt x="26" y="8"/>
                    </a:lnTo>
                    <a:lnTo>
                      <a:pt x="26" y="4"/>
                    </a:lnTo>
                    <a:lnTo>
                      <a:pt x="30" y="4"/>
                    </a:lnTo>
                    <a:lnTo>
                      <a:pt x="30" y="8"/>
                    </a:lnTo>
                    <a:lnTo>
                      <a:pt x="34" y="8"/>
                    </a:lnTo>
                    <a:lnTo>
                      <a:pt x="38" y="8"/>
                    </a:lnTo>
                    <a:lnTo>
                      <a:pt x="38" y="4"/>
                    </a:lnTo>
                    <a:lnTo>
                      <a:pt x="42" y="4"/>
                    </a:lnTo>
                    <a:lnTo>
                      <a:pt x="42" y="0"/>
                    </a:lnTo>
                    <a:lnTo>
                      <a:pt x="44" y="0"/>
                    </a:lnTo>
                    <a:lnTo>
                      <a:pt x="44" y="4"/>
                    </a:lnTo>
                    <a:lnTo>
                      <a:pt x="48" y="4"/>
                    </a:lnTo>
                    <a:lnTo>
                      <a:pt x="48" y="8"/>
                    </a:lnTo>
                    <a:lnTo>
                      <a:pt x="44" y="8"/>
                    </a:lnTo>
                    <a:lnTo>
                      <a:pt x="44" y="12"/>
                    </a:lnTo>
                    <a:lnTo>
                      <a:pt x="42" y="12"/>
                    </a:lnTo>
                    <a:lnTo>
                      <a:pt x="42" y="16"/>
                    </a:lnTo>
                    <a:lnTo>
                      <a:pt x="44" y="16"/>
                    </a:lnTo>
                    <a:lnTo>
                      <a:pt x="48" y="16"/>
                    </a:lnTo>
                    <a:lnTo>
                      <a:pt x="48" y="20"/>
                    </a:lnTo>
                    <a:lnTo>
                      <a:pt x="44" y="20"/>
                    </a:lnTo>
                    <a:lnTo>
                      <a:pt x="44" y="24"/>
                    </a:lnTo>
                    <a:lnTo>
                      <a:pt x="42" y="24"/>
                    </a:lnTo>
                    <a:lnTo>
                      <a:pt x="44" y="24"/>
                    </a:lnTo>
                    <a:lnTo>
                      <a:pt x="44" y="20"/>
                    </a:lnTo>
                    <a:lnTo>
                      <a:pt x="42" y="20"/>
                    </a:lnTo>
                    <a:lnTo>
                      <a:pt x="38" y="16"/>
                    </a:lnTo>
                    <a:lnTo>
                      <a:pt x="34" y="20"/>
                    </a:lnTo>
                    <a:lnTo>
                      <a:pt x="30" y="20"/>
                    </a:lnTo>
                    <a:lnTo>
                      <a:pt x="30" y="24"/>
                    </a:lnTo>
                    <a:lnTo>
                      <a:pt x="26" y="24"/>
                    </a:lnTo>
                    <a:lnTo>
                      <a:pt x="26" y="20"/>
                    </a:lnTo>
                    <a:lnTo>
                      <a:pt x="26" y="24"/>
                    </a:lnTo>
                    <a:lnTo>
                      <a:pt x="26" y="28"/>
                    </a:lnTo>
                    <a:lnTo>
                      <a:pt x="26" y="30"/>
                    </a:lnTo>
                    <a:lnTo>
                      <a:pt x="30" y="30"/>
                    </a:lnTo>
                    <a:lnTo>
                      <a:pt x="34" y="30"/>
                    </a:lnTo>
                    <a:lnTo>
                      <a:pt x="38" y="30"/>
                    </a:lnTo>
                    <a:lnTo>
                      <a:pt x="42" y="30"/>
                    </a:lnTo>
                    <a:lnTo>
                      <a:pt x="42" y="28"/>
                    </a:lnTo>
                    <a:lnTo>
                      <a:pt x="44" y="28"/>
                    </a:lnTo>
                    <a:lnTo>
                      <a:pt x="44" y="30"/>
                    </a:lnTo>
                    <a:lnTo>
                      <a:pt x="48" y="30"/>
                    </a:lnTo>
                    <a:lnTo>
                      <a:pt x="48" y="34"/>
                    </a:lnTo>
                    <a:lnTo>
                      <a:pt x="52" y="30"/>
                    </a:lnTo>
                    <a:lnTo>
                      <a:pt x="56" y="30"/>
                    </a:lnTo>
                    <a:lnTo>
                      <a:pt x="56" y="28"/>
                    </a:lnTo>
                    <a:lnTo>
                      <a:pt x="60" y="30"/>
                    </a:lnTo>
                    <a:lnTo>
                      <a:pt x="56" y="30"/>
                    </a:lnTo>
                    <a:lnTo>
                      <a:pt x="60" y="30"/>
                    </a:lnTo>
                    <a:lnTo>
                      <a:pt x="60" y="34"/>
                    </a:lnTo>
                    <a:lnTo>
                      <a:pt x="64" y="34"/>
                    </a:lnTo>
                    <a:lnTo>
                      <a:pt x="68" y="34"/>
                    </a:lnTo>
                    <a:lnTo>
                      <a:pt x="68" y="38"/>
                    </a:lnTo>
                    <a:lnTo>
                      <a:pt x="68" y="34"/>
                    </a:lnTo>
                    <a:lnTo>
                      <a:pt x="70" y="34"/>
                    </a:lnTo>
                    <a:lnTo>
                      <a:pt x="74" y="34"/>
                    </a:lnTo>
                    <a:lnTo>
                      <a:pt x="78" y="34"/>
                    </a:lnTo>
                    <a:lnTo>
                      <a:pt x="82" y="34"/>
                    </a:lnTo>
                    <a:lnTo>
                      <a:pt x="82" y="30"/>
                    </a:lnTo>
                    <a:lnTo>
                      <a:pt x="86" y="30"/>
                    </a:lnTo>
                    <a:lnTo>
                      <a:pt x="90" y="30"/>
                    </a:lnTo>
                    <a:lnTo>
                      <a:pt x="90" y="34"/>
                    </a:lnTo>
                    <a:lnTo>
                      <a:pt x="86" y="34"/>
                    </a:lnTo>
                    <a:lnTo>
                      <a:pt x="90" y="38"/>
                    </a:lnTo>
                    <a:lnTo>
                      <a:pt x="90" y="42"/>
                    </a:lnTo>
                    <a:lnTo>
                      <a:pt x="90" y="46"/>
                    </a:lnTo>
                    <a:lnTo>
                      <a:pt x="90" y="50"/>
                    </a:lnTo>
                    <a:lnTo>
                      <a:pt x="94" y="50"/>
                    </a:lnTo>
                    <a:lnTo>
                      <a:pt x="94" y="46"/>
                    </a:lnTo>
                    <a:lnTo>
                      <a:pt x="98" y="46"/>
                    </a:lnTo>
                    <a:lnTo>
                      <a:pt x="100" y="50"/>
                    </a:lnTo>
                    <a:lnTo>
                      <a:pt x="104" y="50"/>
                    </a:lnTo>
                    <a:lnTo>
                      <a:pt x="104" y="54"/>
                    </a:lnTo>
                    <a:lnTo>
                      <a:pt x="104" y="58"/>
                    </a:lnTo>
                    <a:lnTo>
                      <a:pt x="104" y="60"/>
                    </a:lnTo>
                    <a:lnTo>
                      <a:pt x="104" y="64"/>
                    </a:lnTo>
                    <a:lnTo>
                      <a:pt x="108" y="64"/>
                    </a:lnTo>
                    <a:lnTo>
                      <a:pt x="104" y="64"/>
                    </a:lnTo>
                    <a:lnTo>
                      <a:pt x="104" y="68"/>
                    </a:lnTo>
                    <a:lnTo>
                      <a:pt x="108" y="68"/>
                    </a:lnTo>
                    <a:lnTo>
                      <a:pt x="108" y="72"/>
                    </a:lnTo>
                    <a:lnTo>
                      <a:pt x="104" y="76"/>
                    </a:lnTo>
                    <a:lnTo>
                      <a:pt x="104" y="76"/>
                    </a:lnTo>
                    <a:lnTo>
                      <a:pt x="104" y="7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2" name="Freeform 56"/>
              <p:cNvSpPr>
                <a:spLocks noEditPoints="1"/>
              </p:cNvSpPr>
              <p:nvPr/>
            </p:nvSpPr>
            <p:spPr bwMode="gray">
              <a:xfrm>
                <a:off x="7193183" y="3907473"/>
                <a:ext cx="205233" cy="448728"/>
              </a:xfrm>
              <a:custGeom>
                <a:avLst/>
                <a:gdLst>
                  <a:gd name="T0" fmla="*/ 54 w 118"/>
                  <a:gd name="T1" fmla="*/ 258 h 258"/>
                  <a:gd name="T2" fmla="*/ 50 w 118"/>
                  <a:gd name="T3" fmla="*/ 246 h 258"/>
                  <a:gd name="T4" fmla="*/ 40 w 118"/>
                  <a:gd name="T5" fmla="*/ 242 h 258"/>
                  <a:gd name="T6" fmla="*/ 36 w 118"/>
                  <a:gd name="T7" fmla="*/ 232 h 258"/>
                  <a:gd name="T8" fmla="*/ 24 w 118"/>
                  <a:gd name="T9" fmla="*/ 220 h 258"/>
                  <a:gd name="T10" fmla="*/ 18 w 118"/>
                  <a:gd name="T11" fmla="*/ 212 h 258"/>
                  <a:gd name="T12" fmla="*/ 14 w 118"/>
                  <a:gd name="T13" fmla="*/ 202 h 258"/>
                  <a:gd name="T14" fmla="*/ 18 w 118"/>
                  <a:gd name="T15" fmla="*/ 182 h 258"/>
                  <a:gd name="T16" fmla="*/ 28 w 118"/>
                  <a:gd name="T17" fmla="*/ 160 h 258"/>
                  <a:gd name="T18" fmla="*/ 32 w 118"/>
                  <a:gd name="T19" fmla="*/ 142 h 258"/>
                  <a:gd name="T20" fmla="*/ 28 w 118"/>
                  <a:gd name="T21" fmla="*/ 122 h 258"/>
                  <a:gd name="T22" fmla="*/ 20 w 118"/>
                  <a:gd name="T23" fmla="*/ 108 h 258"/>
                  <a:gd name="T24" fmla="*/ 14 w 118"/>
                  <a:gd name="T25" fmla="*/ 94 h 258"/>
                  <a:gd name="T26" fmla="*/ 18 w 118"/>
                  <a:gd name="T27" fmla="*/ 74 h 258"/>
                  <a:gd name="T28" fmla="*/ 18 w 118"/>
                  <a:gd name="T29" fmla="*/ 60 h 258"/>
                  <a:gd name="T30" fmla="*/ 6 w 118"/>
                  <a:gd name="T31" fmla="*/ 48 h 258"/>
                  <a:gd name="T32" fmla="*/ 4 w 118"/>
                  <a:gd name="T33" fmla="*/ 34 h 258"/>
                  <a:gd name="T34" fmla="*/ 6 w 118"/>
                  <a:gd name="T35" fmla="*/ 22 h 258"/>
                  <a:gd name="T36" fmla="*/ 18 w 118"/>
                  <a:gd name="T37" fmla="*/ 12 h 258"/>
                  <a:gd name="T38" fmla="*/ 28 w 118"/>
                  <a:gd name="T39" fmla="*/ 8 h 258"/>
                  <a:gd name="T40" fmla="*/ 40 w 118"/>
                  <a:gd name="T41" fmla="*/ 4 h 258"/>
                  <a:gd name="T42" fmla="*/ 44 w 118"/>
                  <a:gd name="T43" fmla="*/ 12 h 258"/>
                  <a:gd name="T44" fmla="*/ 54 w 118"/>
                  <a:gd name="T45" fmla="*/ 22 h 258"/>
                  <a:gd name="T46" fmla="*/ 54 w 118"/>
                  <a:gd name="T47" fmla="*/ 38 h 258"/>
                  <a:gd name="T48" fmla="*/ 54 w 118"/>
                  <a:gd name="T49" fmla="*/ 52 h 258"/>
                  <a:gd name="T50" fmla="*/ 66 w 118"/>
                  <a:gd name="T51" fmla="*/ 40 h 258"/>
                  <a:gd name="T52" fmla="*/ 76 w 118"/>
                  <a:gd name="T53" fmla="*/ 44 h 258"/>
                  <a:gd name="T54" fmla="*/ 88 w 118"/>
                  <a:gd name="T55" fmla="*/ 38 h 258"/>
                  <a:gd name="T56" fmla="*/ 102 w 118"/>
                  <a:gd name="T57" fmla="*/ 48 h 258"/>
                  <a:gd name="T58" fmla="*/ 106 w 118"/>
                  <a:gd name="T59" fmla="*/ 64 h 258"/>
                  <a:gd name="T60" fmla="*/ 110 w 118"/>
                  <a:gd name="T61" fmla="*/ 78 h 258"/>
                  <a:gd name="T62" fmla="*/ 114 w 118"/>
                  <a:gd name="T63" fmla="*/ 94 h 258"/>
                  <a:gd name="T64" fmla="*/ 110 w 118"/>
                  <a:gd name="T65" fmla="*/ 104 h 258"/>
                  <a:gd name="T66" fmla="*/ 96 w 118"/>
                  <a:gd name="T67" fmla="*/ 104 h 258"/>
                  <a:gd name="T68" fmla="*/ 80 w 118"/>
                  <a:gd name="T69" fmla="*/ 112 h 258"/>
                  <a:gd name="T70" fmla="*/ 70 w 118"/>
                  <a:gd name="T71" fmla="*/ 122 h 258"/>
                  <a:gd name="T72" fmla="*/ 76 w 118"/>
                  <a:gd name="T73" fmla="*/ 142 h 258"/>
                  <a:gd name="T74" fmla="*/ 76 w 118"/>
                  <a:gd name="T75" fmla="*/ 146 h 258"/>
                  <a:gd name="T76" fmla="*/ 66 w 118"/>
                  <a:gd name="T77" fmla="*/ 134 h 258"/>
                  <a:gd name="T78" fmla="*/ 50 w 118"/>
                  <a:gd name="T79" fmla="*/ 134 h 258"/>
                  <a:gd name="T80" fmla="*/ 50 w 118"/>
                  <a:gd name="T81" fmla="*/ 120 h 258"/>
                  <a:gd name="T82" fmla="*/ 40 w 118"/>
                  <a:gd name="T83" fmla="*/ 126 h 258"/>
                  <a:gd name="T84" fmla="*/ 36 w 118"/>
                  <a:gd name="T85" fmla="*/ 148 h 258"/>
                  <a:gd name="T86" fmla="*/ 28 w 118"/>
                  <a:gd name="T87" fmla="*/ 168 h 258"/>
                  <a:gd name="T88" fmla="*/ 28 w 118"/>
                  <a:gd name="T89" fmla="*/ 190 h 258"/>
                  <a:gd name="T90" fmla="*/ 36 w 118"/>
                  <a:gd name="T91" fmla="*/ 204 h 258"/>
                  <a:gd name="T92" fmla="*/ 44 w 118"/>
                  <a:gd name="T93" fmla="*/ 212 h 258"/>
                  <a:gd name="T94" fmla="*/ 46 w 118"/>
                  <a:gd name="T95" fmla="*/ 232 h 258"/>
                  <a:gd name="T96" fmla="*/ 40 w 118"/>
                  <a:gd name="T97" fmla="*/ 224 h 258"/>
                  <a:gd name="T98" fmla="*/ 46 w 118"/>
                  <a:gd name="T99" fmla="*/ 232 h 258"/>
                  <a:gd name="T100" fmla="*/ 58 w 118"/>
                  <a:gd name="T101" fmla="*/ 234 h 258"/>
                  <a:gd name="T102" fmla="*/ 66 w 118"/>
                  <a:gd name="T103" fmla="*/ 254 h 258"/>
                  <a:gd name="T104" fmla="*/ 18 w 118"/>
                  <a:gd name="T105" fmla="*/ 212 h 258"/>
                  <a:gd name="T106" fmla="*/ 32 w 118"/>
                  <a:gd name="T107" fmla="*/ 238 h 258"/>
                  <a:gd name="T108" fmla="*/ 72 w 118"/>
                  <a:gd name="T109" fmla="*/ 146 h 258"/>
                  <a:gd name="T110" fmla="*/ 72 w 118"/>
                  <a:gd name="T111" fmla="*/ 148 h 258"/>
                  <a:gd name="T112" fmla="*/ 40 w 118"/>
                  <a:gd name="T113" fmla="*/ 190 h 258"/>
                  <a:gd name="T114" fmla="*/ 14 w 118"/>
                  <a:gd name="T115" fmla="*/ 216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8" h="258">
                    <a:moveTo>
                      <a:pt x="62" y="254"/>
                    </a:moveTo>
                    <a:lnTo>
                      <a:pt x="62" y="250"/>
                    </a:lnTo>
                    <a:lnTo>
                      <a:pt x="58" y="250"/>
                    </a:lnTo>
                    <a:lnTo>
                      <a:pt x="58" y="254"/>
                    </a:lnTo>
                    <a:lnTo>
                      <a:pt x="54" y="254"/>
                    </a:lnTo>
                    <a:lnTo>
                      <a:pt x="54" y="258"/>
                    </a:lnTo>
                    <a:lnTo>
                      <a:pt x="54" y="254"/>
                    </a:lnTo>
                    <a:lnTo>
                      <a:pt x="50" y="254"/>
                    </a:lnTo>
                    <a:lnTo>
                      <a:pt x="50" y="250"/>
                    </a:lnTo>
                    <a:lnTo>
                      <a:pt x="54" y="250"/>
                    </a:lnTo>
                    <a:lnTo>
                      <a:pt x="54" y="246"/>
                    </a:lnTo>
                    <a:lnTo>
                      <a:pt x="50" y="246"/>
                    </a:lnTo>
                    <a:lnTo>
                      <a:pt x="50" y="242"/>
                    </a:lnTo>
                    <a:lnTo>
                      <a:pt x="46" y="242"/>
                    </a:lnTo>
                    <a:lnTo>
                      <a:pt x="44" y="242"/>
                    </a:lnTo>
                    <a:lnTo>
                      <a:pt x="44" y="238"/>
                    </a:lnTo>
                    <a:lnTo>
                      <a:pt x="40" y="238"/>
                    </a:lnTo>
                    <a:lnTo>
                      <a:pt x="40" y="242"/>
                    </a:lnTo>
                    <a:lnTo>
                      <a:pt x="40" y="238"/>
                    </a:lnTo>
                    <a:lnTo>
                      <a:pt x="36" y="238"/>
                    </a:lnTo>
                    <a:lnTo>
                      <a:pt x="36" y="234"/>
                    </a:lnTo>
                    <a:lnTo>
                      <a:pt x="32" y="234"/>
                    </a:lnTo>
                    <a:lnTo>
                      <a:pt x="32" y="232"/>
                    </a:lnTo>
                    <a:lnTo>
                      <a:pt x="36" y="232"/>
                    </a:lnTo>
                    <a:lnTo>
                      <a:pt x="32" y="232"/>
                    </a:lnTo>
                    <a:lnTo>
                      <a:pt x="32" y="228"/>
                    </a:lnTo>
                    <a:lnTo>
                      <a:pt x="28" y="228"/>
                    </a:lnTo>
                    <a:lnTo>
                      <a:pt x="28" y="224"/>
                    </a:lnTo>
                    <a:lnTo>
                      <a:pt x="28" y="220"/>
                    </a:lnTo>
                    <a:lnTo>
                      <a:pt x="24" y="220"/>
                    </a:lnTo>
                    <a:lnTo>
                      <a:pt x="24" y="216"/>
                    </a:lnTo>
                    <a:lnTo>
                      <a:pt x="20" y="216"/>
                    </a:lnTo>
                    <a:lnTo>
                      <a:pt x="20" y="212"/>
                    </a:lnTo>
                    <a:lnTo>
                      <a:pt x="20" y="208"/>
                    </a:lnTo>
                    <a:lnTo>
                      <a:pt x="18" y="208"/>
                    </a:lnTo>
                    <a:lnTo>
                      <a:pt x="18" y="212"/>
                    </a:lnTo>
                    <a:lnTo>
                      <a:pt x="18" y="208"/>
                    </a:lnTo>
                    <a:lnTo>
                      <a:pt x="18" y="212"/>
                    </a:lnTo>
                    <a:lnTo>
                      <a:pt x="14" y="212"/>
                    </a:lnTo>
                    <a:lnTo>
                      <a:pt x="14" y="208"/>
                    </a:lnTo>
                    <a:lnTo>
                      <a:pt x="14" y="204"/>
                    </a:lnTo>
                    <a:lnTo>
                      <a:pt x="14" y="202"/>
                    </a:lnTo>
                    <a:lnTo>
                      <a:pt x="14" y="198"/>
                    </a:lnTo>
                    <a:lnTo>
                      <a:pt x="14" y="194"/>
                    </a:lnTo>
                    <a:lnTo>
                      <a:pt x="14" y="190"/>
                    </a:lnTo>
                    <a:lnTo>
                      <a:pt x="18" y="190"/>
                    </a:lnTo>
                    <a:lnTo>
                      <a:pt x="18" y="186"/>
                    </a:lnTo>
                    <a:lnTo>
                      <a:pt x="18" y="182"/>
                    </a:lnTo>
                    <a:lnTo>
                      <a:pt x="20" y="178"/>
                    </a:lnTo>
                    <a:lnTo>
                      <a:pt x="20" y="176"/>
                    </a:lnTo>
                    <a:lnTo>
                      <a:pt x="20" y="172"/>
                    </a:lnTo>
                    <a:lnTo>
                      <a:pt x="20" y="168"/>
                    </a:lnTo>
                    <a:lnTo>
                      <a:pt x="24" y="164"/>
                    </a:lnTo>
                    <a:lnTo>
                      <a:pt x="28" y="160"/>
                    </a:lnTo>
                    <a:lnTo>
                      <a:pt x="28" y="156"/>
                    </a:lnTo>
                    <a:lnTo>
                      <a:pt x="28" y="152"/>
                    </a:lnTo>
                    <a:lnTo>
                      <a:pt x="32" y="152"/>
                    </a:lnTo>
                    <a:lnTo>
                      <a:pt x="32" y="148"/>
                    </a:lnTo>
                    <a:lnTo>
                      <a:pt x="32" y="146"/>
                    </a:lnTo>
                    <a:lnTo>
                      <a:pt x="32" y="142"/>
                    </a:lnTo>
                    <a:lnTo>
                      <a:pt x="28" y="142"/>
                    </a:lnTo>
                    <a:lnTo>
                      <a:pt x="28" y="138"/>
                    </a:lnTo>
                    <a:lnTo>
                      <a:pt x="28" y="134"/>
                    </a:lnTo>
                    <a:lnTo>
                      <a:pt x="24" y="126"/>
                    </a:lnTo>
                    <a:lnTo>
                      <a:pt x="28" y="126"/>
                    </a:lnTo>
                    <a:lnTo>
                      <a:pt x="28" y="122"/>
                    </a:lnTo>
                    <a:lnTo>
                      <a:pt x="24" y="122"/>
                    </a:lnTo>
                    <a:lnTo>
                      <a:pt x="24" y="120"/>
                    </a:lnTo>
                    <a:lnTo>
                      <a:pt x="24" y="116"/>
                    </a:lnTo>
                    <a:lnTo>
                      <a:pt x="24" y="112"/>
                    </a:lnTo>
                    <a:lnTo>
                      <a:pt x="20" y="112"/>
                    </a:lnTo>
                    <a:lnTo>
                      <a:pt x="20" y="108"/>
                    </a:lnTo>
                    <a:lnTo>
                      <a:pt x="18" y="108"/>
                    </a:lnTo>
                    <a:lnTo>
                      <a:pt x="18" y="104"/>
                    </a:lnTo>
                    <a:lnTo>
                      <a:pt x="18" y="100"/>
                    </a:lnTo>
                    <a:lnTo>
                      <a:pt x="14" y="100"/>
                    </a:lnTo>
                    <a:lnTo>
                      <a:pt x="14" y="96"/>
                    </a:lnTo>
                    <a:lnTo>
                      <a:pt x="14" y="94"/>
                    </a:lnTo>
                    <a:lnTo>
                      <a:pt x="14" y="90"/>
                    </a:lnTo>
                    <a:lnTo>
                      <a:pt x="18" y="90"/>
                    </a:lnTo>
                    <a:lnTo>
                      <a:pt x="18" y="86"/>
                    </a:lnTo>
                    <a:lnTo>
                      <a:pt x="18" y="82"/>
                    </a:lnTo>
                    <a:lnTo>
                      <a:pt x="18" y="78"/>
                    </a:lnTo>
                    <a:lnTo>
                      <a:pt x="18" y="74"/>
                    </a:lnTo>
                    <a:lnTo>
                      <a:pt x="20" y="74"/>
                    </a:lnTo>
                    <a:lnTo>
                      <a:pt x="20" y="70"/>
                    </a:lnTo>
                    <a:lnTo>
                      <a:pt x="18" y="70"/>
                    </a:lnTo>
                    <a:lnTo>
                      <a:pt x="18" y="66"/>
                    </a:lnTo>
                    <a:lnTo>
                      <a:pt x="18" y="64"/>
                    </a:lnTo>
                    <a:lnTo>
                      <a:pt x="18" y="60"/>
                    </a:lnTo>
                    <a:lnTo>
                      <a:pt x="14" y="60"/>
                    </a:lnTo>
                    <a:lnTo>
                      <a:pt x="14" y="56"/>
                    </a:lnTo>
                    <a:lnTo>
                      <a:pt x="10" y="56"/>
                    </a:lnTo>
                    <a:lnTo>
                      <a:pt x="10" y="52"/>
                    </a:lnTo>
                    <a:lnTo>
                      <a:pt x="10" y="48"/>
                    </a:lnTo>
                    <a:lnTo>
                      <a:pt x="6" y="48"/>
                    </a:lnTo>
                    <a:lnTo>
                      <a:pt x="6" y="44"/>
                    </a:lnTo>
                    <a:lnTo>
                      <a:pt x="6" y="40"/>
                    </a:lnTo>
                    <a:lnTo>
                      <a:pt x="4" y="38"/>
                    </a:lnTo>
                    <a:lnTo>
                      <a:pt x="6" y="38"/>
                    </a:lnTo>
                    <a:lnTo>
                      <a:pt x="4" y="38"/>
                    </a:lnTo>
                    <a:lnTo>
                      <a:pt x="4" y="34"/>
                    </a:lnTo>
                    <a:lnTo>
                      <a:pt x="0" y="34"/>
                    </a:lnTo>
                    <a:lnTo>
                      <a:pt x="4" y="34"/>
                    </a:lnTo>
                    <a:lnTo>
                      <a:pt x="6" y="34"/>
                    </a:lnTo>
                    <a:lnTo>
                      <a:pt x="6" y="30"/>
                    </a:lnTo>
                    <a:lnTo>
                      <a:pt x="6" y="26"/>
                    </a:lnTo>
                    <a:lnTo>
                      <a:pt x="6" y="22"/>
                    </a:lnTo>
                    <a:lnTo>
                      <a:pt x="6" y="18"/>
                    </a:lnTo>
                    <a:lnTo>
                      <a:pt x="6" y="14"/>
                    </a:lnTo>
                    <a:lnTo>
                      <a:pt x="10" y="14"/>
                    </a:lnTo>
                    <a:lnTo>
                      <a:pt x="10" y="12"/>
                    </a:lnTo>
                    <a:lnTo>
                      <a:pt x="14" y="12"/>
                    </a:lnTo>
                    <a:lnTo>
                      <a:pt x="18" y="12"/>
                    </a:lnTo>
                    <a:lnTo>
                      <a:pt x="20" y="12"/>
                    </a:lnTo>
                    <a:lnTo>
                      <a:pt x="24" y="12"/>
                    </a:lnTo>
                    <a:lnTo>
                      <a:pt x="24" y="8"/>
                    </a:lnTo>
                    <a:lnTo>
                      <a:pt x="24" y="4"/>
                    </a:lnTo>
                    <a:lnTo>
                      <a:pt x="28" y="4"/>
                    </a:lnTo>
                    <a:lnTo>
                      <a:pt x="28" y="8"/>
                    </a:lnTo>
                    <a:lnTo>
                      <a:pt x="28" y="4"/>
                    </a:lnTo>
                    <a:lnTo>
                      <a:pt x="32" y="4"/>
                    </a:lnTo>
                    <a:lnTo>
                      <a:pt x="32" y="0"/>
                    </a:lnTo>
                    <a:lnTo>
                      <a:pt x="36" y="0"/>
                    </a:lnTo>
                    <a:lnTo>
                      <a:pt x="40" y="0"/>
                    </a:lnTo>
                    <a:lnTo>
                      <a:pt x="40" y="4"/>
                    </a:lnTo>
                    <a:lnTo>
                      <a:pt x="40" y="0"/>
                    </a:lnTo>
                    <a:lnTo>
                      <a:pt x="44" y="0"/>
                    </a:lnTo>
                    <a:lnTo>
                      <a:pt x="44" y="4"/>
                    </a:lnTo>
                    <a:lnTo>
                      <a:pt x="46" y="4"/>
                    </a:lnTo>
                    <a:lnTo>
                      <a:pt x="46" y="8"/>
                    </a:lnTo>
                    <a:lnTo>
                      <a:pt x="44" y="12"/>
                    </a:lnTo>
                    <a:lnTo>
                      <a:pt x="44" y="14"/>
                    </a:lnTo>
                    <a:lnTo>
                      <a:pt x="46" y="14"/>
                    </a:lnTo>
                    <a:lnTo>
                      <a:pt x="50" y="14"/>
                    </a:lnTo>
                    <a:lnTo>
                      <a:pt x="54" y="14"/>
                    </a:lnTo>
                    <a:lnTo>
                      <a:pt x="54" y="18"/>
                    </a:lnTo>
                    <a:lnTo>
                      <a:pt x="54" y="22"/>
                    </a:lnTo>
                    <a:lnTo>
                      <a:pt x="58" y="22"/>
                    </a:lnTo>
                    <a:lnTo>
                      <a:pt x="58" y="26"/>
                    </a:lnTo>
                    <a:lnTo>
                      <a:pt x="54" y="26"/>
                    </a:lnTo>
                    <a:lnTo>
                      <a:pt x="54" y="30"/>
                    </a:lnTo>
                    <a:lnTo>
                      <a:pt x="54" y="34"/>
                    </a:lnTo>
                    <a:lnTo>
                      <a:pt x="54" y="38"/>
                    </a:lnTo>
                    <a:lnTo>
                      <a:pt x="54" y="40"/>
                    </a:lnTo>
                    <a:lnTo>
                      <a:pt x="54" y="44"/>
                    </a:lnTo>
                    <a:lnTo>
                      <a:pt x="50" y="44"/>
                    </a:lnTo>
                    <a:lnTo>
                      <a:pt x="50" y="48"/>
                    </a:lnTo>
                    <a:lnTo>
                      <a:pt x="50" y="52"/>
                    </a:lnTo>
                    <a:lnTo>
                      <a:pt x="54" y="52"/>
                    </a:lnTo>
                    <a:lnTo>
                      <a:pt x="54" y="48"/>
                    </a:lnTo>
                    <a:lnTo>
                      <a:pt x="58" y="48"/>
                    </a:lnTo>
                    <a:lnTo>
                      <a:pt x="58" y="44"/>
                    </a:lnTo>
                    <a:lnTo>
                      <a:pt x="62" y="44"/>
                    </a:lnTo>
                    <a:lnTo>
                      <a:pt x="62" y="40"/>
                    </a:lnTo>
                    <a:lnTo>
                      <a:pt x="66" y="40"/>
                    </a:lnTo>
                    <a:lnTo>
                      <a:pt x="66" y="38"/>
                    </a:lnTo>
                    <a:lnTo>
                      <a:pt x="70" y="38"/>
                    </a:lnTo>
                    <a:lnTo>
                      <a:pt x="70" y="40"/>
                    </a:lnTo>
                    <a:lnTo>
                      <a:pt x="72" y="40"/>
                    </a:lnTo>
                    <a:lnTo>
                      <a:pt x="72" y="44"/>
                    </a:lnTo>
                    <a:lnTo>
                      <a:pt x="76" y="44"/>
                    </a:lnTo>
                    <a:lnTo>
                      <a:pt x="76" y="40"/>
                    </a:lnTo>
                    <a:lnTo>
                      <a:pt x="80" y="40"/>
                    </a:lnTo>
                    <a:lnTo>
                      <a:pt x="84" y="38"/>
                    </a:lnTo>
                    <a:lnTo>
                      <a:pt x="84" y="34"/>
                    </a:lnTo>
                    <a:lnTo>
                      <a:pt x="88" y="34"/>
                    </a:lnTo>
                    <a:lnTo>
                      <a:pt x="88" y="38"/>
                    </a:lnTo>
                    <a:lnTo>
                      <a:pt x="92" y="38"/>
                    </a:lnTo>
                    <a:lnTo>
                      <a:pt x="96" y="38"/>
                    </a:lnTo>
                    <a:lnTo>
                      <a:pt x="96" y="40"/>
                    </a:lnTo>
                    <a:lnTo>
                      <a:pt x="98" y="44"/>
                    </a:lnTo>
                    <a:lnTo>
                      <a:pt x="98" y="48"/>
                    </a:lnTo>
                    <a:lnTo>
                      <a:pt x="102" y="48"/>
                    </a:lnTo>
                    <a:lnTo>
                      <a:pt x="102" y="52"/>
                    </a:lnTo>
                    <a:lnTo>
                      <a:pt x="106" y="52"/>
                    </a:lnTo>
                    <a:lnTo>
                      <a:pt x="106" y="56"/>
                    </a:lnTo>
                    <a:lnTo>
                      <a:pt x="106" y="60"/>
                    </a:lnTo>
                    <a:lnTo>
                      <a:pt x="102" y="60"/>
                    </a:lnTo>
                    <a:lnTo>
                      <a:pt x="106" y="64"/>
                    </a:lnTo>
                    <a:lnTo>
                      <a:pt x="106" y="66"/>
                    </a:lnTo>
                    <a:lnTo>
                      <a:pt x="102" y="66"/>
                    </a:lnTo>
                    <a:lnTo>
                      <a:pt x="106" y="66"/>
                    </a:lnTo>
                    <a:lnTo>
                      <a:pt x="106" y="70"/>
                    </a:lnTo>
                    <a:lnTo>
                      <a:pt x="110" y="74"/>
                    </a:lnTo>
                    <a:lnTo>
                      <a:pt x="110" y="78"/>
                    </a:lnTo>
                    <a:lnTo>
                      <a:pt x="114" y="78"/>
                    </a:lnTo>
                    <a:lnTo>
                      <a:pt x="114" y="82"/>
                    </a:lnTo>
                    <a:lnTo>
                      <a:pt x="118" y="82"/>
                    </a:lnTo>
                    <a:lnTo>
                      <a:pt x="118" y="86"/>
                    </a:lnTo>
                    <a:lnTo>
                      <a:pt x="118" y="90"/>
                    </a:lnTo>
                    <a:lnTo>
                      <a:pt x="114" y="94"/>
                    </a:lnTo>
                    <a:lnTo>
                      <a:pt x="118" y="94"/>
                    </a:lnTo>
                    <a:lnTo>
                      <a:pt x="118" y="96"/>
                    </a:lnTo>
                    <a:lnTo>
                      <a:pt x="114" y="96"/>
                    </a:lnTo>
                    <a:lnTo>
                      <a:pt x="114" y="100"/>
                    </a:lnTo>
                    <a:lnTo>
                      <a:pt x="114" y="104"/>
                    </a:lnTo>
                    <a:lnTo>
                      <a:pt x="110" y="104"/>
                    </a:lnTo>
                    <a:lnTo>
                      <a:pt x="110" y="108"/>
                    </a:lnTo>
                    <a:lnTo>
                      <a:pt x="106" y="108"/>
                    </a:lnTo>
                    <a:lnTo>
                      <a:pt x="106" y="104"/>
                    </a:lnTo>
                    <a:lnTo>
                      <a:pt x="102" y="104"/>
                    </a:lnTo>
                    <a:lnTo>
                      <a:pt x="98" y="104"/>
                    </a:lnTo>
                    <a:lnTo>
                      <a:pt x="96" y="104"/>
                    </a:lnTo>
                    <a:lnTo>
                      <a:pt x="92" y="104"/>
                    </a:lnTo>
                    <a:lnTo>
                      <a:pt x="88" y="104"/>
                    </a:lnTo>
                    <a:lnTo>
                      <a:pt x="84" y="104"/>
                    </a:lnTo>
                    <a:lnTo>
                      <a:pt x="84" y="108"/>
                    </a:lnTo>
                    <a:lnTo>
                      <a:pt x="80" y="108"/>
                    </a:lnTo>
                    <a:lnTo>
                      <a:pt x="80" y="112"/>
                    </a:lnTo>
                    <a:lnTo>
                      <a:pt x="76" y="112"/>
                    </a:lnTo>
                    <a:lnTo>
                      <a:pt x="76" y="116"/>
                    </a:lnTo>
                    <a:lnTo>
                      <a:pt x="72" y="116"/>
                    </a:lnTo>
                    <a:lnTo>
                      <a:pt x="72" y="120"/>
                    </a:lnTo>
                    <a:lnTo>
                      <a:pt x="70" y="120"/>
                    </a:lnTo>
                    <a:lnTo>
                      <a:pt x="70" y="122"/>
                    </a:lnTo>
                    <a:lnTo>
                      <a:pt x="72" y="126"/>
                    </a:lnTo>
                    <a:lnTo>
                      <a:pt x="72" y="130"/>
                    </a:lnTo>
                    <a:lnTo>
                      <a:pt x="72" y="134"/>
                    </a:lnTo>
                    <a:lnTo>
                      <a:pt x="72" y="138"/>
                    </a:lnTo>
                    <a:lnTo>
                      <a:pt x="76" y="138"/>
                    </a:lnTo>
                    <a:lnTo>
                      <a:pt x="76" y="142"/>
                    </a:lnTo>
                    <a:lnTo>
                      <a:pt x="76" y="146"/>
                    </a:lnTo>
                    <a:lnTo>
                      <a:pt x="76" y="148"/>
                    </a:lnTo>
                    <a:lnTo>
                      <a:pt x="80" y="148"/>
                    </a:lnTo>
                    <a:lnTo>
                      <a:pt x="80" y="152"/>
                    </a:lnTo>
                    <a:lnTo>
                      <a:pt x="76" y="148"/>
                    </a:lnTo>
                    <a:lnTo>
                      <a:pt x="76" y="146"/>
                    </a:lnTo>
                    <a:lnTo>
                      <a:pt x="72" y="142"/>
                    </a:lnTo>
                    <a:lnTo>
                      <a:pt x="72" y="146"/>
                    </a:lnTo>
                    <a:lnTo>
                      <a:pt x="70" y="142"/>
                    </a:lnTo>
                    <a:lnTo>
                      <a:pt x="70" y="138"/>
                    </a:lnTo>
                    <a:lnTo>
                      <a:pt x="66" y="138"/>
                    </a:lnTo>
                    <a:lnTo>
                      <a:pt x="66" y="134"/>
                    </a:lnTo>
                    <a:lnTo>
                      <a:pt x="62" y="134"/>
                    </a:lnTo>
                    <a:lnTo>
                      <a:pt x="58" y="134"/>
                    </a:lnTo>
                    <a:lnTo>
                      <a:pt x="58" y="138"/>
                    </a:lnTo>
                    <a:lnTo>
                      <a:pt x="58" y="134"/>
                    </a:lnTo>
                    <a:lnTo>
                      <a:pt x="54" y="134"/>
                    </a:lnTo>
                    <a:lnTo>
                      <a:pt x="50" y="134"/>
                    </a:lnTo>
                    <a:lnTo>
                      <a:pt x="50" y="138"/>
                    </a:lnTo>
                    <a:lnTo>
                      <a:pt x="50" y="134"/>
                    </a:lnTo>
                    <a:lnTo>
                      <a:pt x="50" y="130"/>
                    </a:lnTo>
                    <a:lnTo>
                      <a:pt x="50" y="126"/>
                    </a:lnTo>
                    <a:lnTo>
                      <a:pt x="50" y="122"/>
                    </a:lnTo>
                    <a:lnTo>
                      <a:pt x="50" y="120"/>
                    </a:lnTo>
                    <a:lnTo>
                      <a:pt x="46" y="120"/>
                    </a:lnTo>
                    <a:lnTo>
                      <a:pt x="44" y="120"/>
                    </a:lnTo>
                    <a:lnTo>
                      <a:pt x="40" y="122"/>
                    </a:lnTo>
                    <a:lnTo>
                      <a:pt x="36" y="122"/>
                    </a:lnTo>
                    <a:lnTo>
                      <a:pt x="36" y="126"/>
                    </a:lnTo>
                    <a:lnTo>
                      <a:pt x="40" y="126"/>
                    </a:lnTo>
                    <a:lnTo>
                      <a:pt x="40" y="130"/>
                    </a:lnTo>
                    <a:lnTo>
                      <a:pt x="36" y="134"/>
                    </a:lnTo>
                    <a:lnTo>
                      <a:pt x="36" y="138"/>
                    </a:lnTo>
                    <a:lnTo>
                      <a:pt x="40" y="142"/>
                    </a:lnTo>
                    <a:lnTo>
                      <a:pt x="36" y="146"/>
                    </a:lnTo>
                    <a:lnTo>
                      <a:pt x="36" y="148"/>
                    </a:lnTo>
                    <a:lnTo>
                      <a:pt x="36" y="152"/>
                    </a:lnTo>
                    <a:lnTo>
                      <a:pt x="32" y="152"/>
                    </a:lnTo>
                    <a:lnTo>
                      <a:pt x="32" y="156"/>
                    </a:lnTo>
                    <a:lnTo>
                      <a:pt x="32" y="160"/>
                    </a:lnTo>
                    <a:lnTo>
                      <a:pt x="32" y="164"/>
                    </a:lnTo>
                    <a:lnTo>
                      <a:pt x="28" y="168"/>
                    </a:lnTo>
                    <a:lnTo>
                      <a:pt x="28" y="172"/>
                    </a:lnTo>
                    <a:lnTo>
                      <a:pt x="24" y="176"/>
                    </a:lnTo>
                    <a:lnTo>
                      <a:pt x="24" y="178"/>
                    </a:lnTo>
                    <a:lnTo>
                      <a:pt x="24" y="182"/>
                    </a:lnTo>
                    <a:lnTo>
                      <a:pt x="24" y="186"/>
                    </a:lnTo>
                    <a:lnTo>
                      <a:pt x="28" y="190"/>
                    </a:lnTo>
                    <a:lnTo>
                      <a:pt x="28" y="194"/>
                    </a:lnTo>
                    <a:lnTo>
                      <a:pt x="32" y="194"/>
                    </a:lnTo>
                    <a:lnTo>
                      <a:pt x="36" y="194"/>
                    </a:lnTo>
                    <a:lnTo>
                      <a:pt x="36" y="198"/>
                    </a:lnTo>
                    <a:lnTo>
                      <a:pt x="36" y="202"/>
                    </a:lnTo>
                    <a:lnTo>
                      <a:pt x="36" y="204"/>
                    </a:lnTo>
                    <a:lnTo>
                      <a:pt x="40" y="204"/>
                    </a:lnTo>
                    <a:lnTo>
                      <a:pt x="40" y="208"/>
                    </a:lnTo>
                    <a:lnTo>
                      <a:pt x="40" y="204"/>
                    </a:lnTo>
                    <a:lnTo>
                      <a:pt x="40" y="208"/>
                    </a:lnTo>
                    <a:lnTo>
                      <a:pt x="44" y="208"/>
                    </a:lnTo>
                    <a:lnTo>
                      <a:pt x="44" y="212"/>
                    </a:lnTo>
                    <a:lnTo>
                      <a:pt x="44" y="216"/>
                    </a:lnTo>
                    <a:lnTo>
                      <a:pt x="44" y="220"/>
                    </a:lnTo>
                    <a:lnTo>
                      <a:pt x="44" y="224"/>
                    </a:lnTo>
                    <a:lnTo>
                      <a:pt x="44" y="228"/>
                    </a:lnTo>
                    <a:lnTo>
                      <a:pt x="46" y="228"/>
                    </a:lnTo>
                    <a:lnTo>
                      <a:pt x="46" y="232"/>
                    </a:lnTo>
                    <a:lnTo>
                      <a:pt x="46" y="228"/>
                    </a:lnTo>
                    <a:lnTo>
                      <a:pt x="44" y="228"/>
                    </a:lnTo>
                    <a:lnTo>
                      <a:pt x="44" y="224"/>
                    </a:lnTo>
                    <a:lnTo>
                      <a:pt x="44" y="220"/>
                    </a:lnTo>
                    <a:lnTo>
                      <a:pt x="40" y="220"/>
                    </a:lnTo>
                    <a:lnTo>
                      <a:pt x="40" y="224"/>
                    </a:lnTo>
                    <a:lnTo>
                      <a:pt x="40" y="228"/>
                    </a:lnTo>
                    <a:lnTo>
                      <a:pt x="44" y="228"/>
                    </a:lnTo>
                    <a:lnTo>
                      <a:pt x="44" y="232"/>
                    </a:lnTo>
                    <a:lnTo>
                      <a:pt x="46" y="232"/>
                    </a:lnTo>
                    <a:lnTo>
                      <a:pt x="46" y="228"/>
                    </a:lnTo>
                    <a:lnTo>
                      <a:pt x="46" y="232"/>
                    </a:lnTo>
                    <a:lnTo>
                      <a:pt x="46" y="234"/>
                    </a:lnTo>
                    <a:lnTo>
                      <a:pt x="50" y="234"/>
                    </a:lnTo>
                    <a:lnTo>
                      <a:pt x="54" y="234"/>
                    </a:lnTo>
                    <a:lnTo>
                      <a:pt x="58" y="234"/>
                    </a:lnTo>
                    <a:lnTo>
                      <a:pt x="54" y="234"/>
                    </a:lnTo>
                    <a:lnTo>
                      <a:pt x="58" y="234"/>
                    </a:lnTo>
                    <a:lnTo>
                      <a:pt x="62" y="234"/>
                    </a:lnTo>
                    <a:lnTo>
                      <a:pt x="62" y="238"/>
                    </a:lnTo>
                    <a:lnTo>
                      <a:pt x="62" y="242"/>
                    </a:lnTo>
                    <a:lnTo>
                      <a:pt x="66" y="246"/>
                    </a:lnTo>
                    <a:lnTo>
                      <a:pt x="66" y="250"/>
                    </a:lnTo>
                    <a:lnTo>
                      <a:pt x="66" y="254"/>
                    </a:lnTo>
                    <a:lnTo>
                      <a:pt x="62" y="254"/>
                    </a:lnTo>
                    <a:lnTo>
                      <a:pt x="62" y="254"/>
                    </a:lnTo>
                    <a:lnTo>
                      <a:pt x="62" y="254"/>
                    </a:lnTo>
                    <a:close/>
                    <a:moveTo>
                      <a:pt x="18" y="212"/>
                    </a:moveTo>
                    <a:lnTo>
                      <a:pt x="18" y="216"/>
                    </a:lnTo>
                    <a:lnTo>
                      <a:pt x="18" y="212"/>
                    </a:lnTo>
                    <a:lnTo>
                      <a:pt x="18" y="212"/>
                    </a:lnTo>
                    <a:lnTo>
                      <a:pt x="18" y="212"/>
                    </a:lnTo>
                    <a:close/>
                    <a:moveTo>
                      <a:pt x="32" y="238"/>
                    </a:moveTo>
                    <a:lnTo>
                      <a:pt x="32" y="242"/>
                    </a:lnTo>
                    <a:lnTo>
                      <a:pt x="32" y="238"/>
                    </a:lnTo>
                    <a:lnTo>
                      <a:pt x="32" y="238"/>
                    </a:lnTo>
                    <a:lnTo>
                      <a:pt x="32" y="238"/>
                    </a:lnTo>
                    <a:close/>
                    <a:moveTo>
                      <a:pt x="72" y="146"/>
                    </a:moveTo>
                    <a:lnTo>
                      <a:pt x="72" y="148"/>
                    </a:lnTo>
                    <a:lnTo>
                      <a:pt x="70" y="148"/>
                    </a:lnTo>
                    <a:lnTo>
                      <a:pt x="70" y="146"/>
                    </a:lnTo>
                    <a:lnTo>
                      <a:pt x="72" y="146"/>
                    </a:lnTo>
                    <a:lnTo>
                      <a:pt x="72" y="146"/>
                    </a:lnTo>
                    <a:lnTo>
                      <a:pt x="72" y="146"/>
                    </a:lnTo>
                    <a:close/>
                    <a:moveTo>
                      <a:pt x="72" y="148"/>
                    </a:moveTo>
                    <a:lnTo>
                      <a:pt x="72" y="152"/>
                    </a:lnTo>
                    <a:lnTo>
                      <a:pt x="72" y="148"/>
                    </a:lnTo>
                    <a:lnTo>
                      <a:pt x="72" y="148"/>
                    </a:lnTo>
                    <a:lnTo>
                      <a:pt x="72" y="148"/>
                    </a:lnTo>
                    <a:close/>
                    <a:moveTo>
                      <a:pt x="40" y="190"/>
                    </a:moveTo>
                    <a:lnTo>
                      <a:pt x="36" y="190"/>
                    </a:lnTo>
                    <a:lnTo>
                      <a:pt x="40" y="186"/>
                    </a:lnTo>
                    <a:lnTo>
                      <a:pt x="40" y="190"/>
                    </a:lnTo>
                    <a:lnTo>
                      <a:pt x="40" y="190"/>
                    </a:lnTo>
                    <a:lnTo>
                      <a:pt x="40" y="190"/>
                    </a:lnTo>
                    <a:close/>
                    <a:moveTo>
                      <a:pt x="14" y="212"/>
                    </a:moveTo>
                    <a:lnTo>
                      <a:pt x="14" y="216"/>
                    </a:lnTo>
                    <a:lnTo>
                      <a:pt x="18" y="216"/>
                    </a:lnTo>
                    <a:lnTo>
                      <a:pt x="14" y="220"/>
                    </a:lnTo>
                    <a:lnTo>
                      <a:pt x="14" y="216"/>
                    </a:lnTo>
                    <a:lnTo>
                      <a:pt x="14" y="212"/>
                    </a:lnTo>
                    <a:lnTo>
                      <a:pt x="14" y="212"/>
                    </a:lnTo>
                    <a:lnTo>
                      <a:pt x="14" y="2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3" name="Freeform 57"/>
              <p:cNvSpPr>
                <a:spLocks noEditPoints="1"/>
              </p:cNvSpPr>
              <p:nvPr/>
            </p:nvSpPr>
            <p:spPr bwMode="gray">
              <a:xfrm>
                <a:off x="7850626" y="4763188"/>
                <a:ext cx="76528" cy="38264"/>
              </a:xfrm>
              <a:custGeom>
                <a:avLst/>
                <a:gdLst>
                  <a:gd name="T0" fmla="*/ 22 w 44"/>
                  <a:gd name="T1" fmla="*/ 4 h 22"/>
                  <a:gd name="T2" fmla="*/ 18 w 44"/>
                  <a:gd name="T3" fmla="*/ 4 h 22"/>
                  <a:gd name="T4" fmla="*/ 18 w 44"/>
                  <a:gd name="T5" fmla="*/ 0 h 22"/>
                  <a:gd name="T6" fmla="*/ 22 w 44"/>
                  <a:gd name="T7" fmla="*/ 0 h 22"/>
                  <a:gd name="T8" fmla="*/ 22 w 44"/>
                  <a:gd name="T9" fmla="*/ 0 h 22"/>
                  <a:gd name="T10" fmla="*/ 44 w 44"/>
                  <a:gd name="T11" fmla="*/ 4 h 22"/>
                  <a:gd name="T12" fmla="*/ 44 w 44"/>
                  <a:gd name="T13" fmla="*/ 4 h 22"/>
                  <a:gd name="T14" fmla="*/ 42 w 44"/>
                  <a:gd name="T15" fmla="*/ 8 h 22"/>
                  <a:gd name="T16" fmla="*/ 42 w 44"/>
                  <a:gd name="T17" fmla="*/ 10 h 22"/>
                  <a:gd name="T18" fmla="*/ 38 w 44"/>
                  <a:gd name="T19" fmla="*/ 10 h 22"/>
                  <a:gd name="T20" fmla="*/ 34 w 44"/>
                  <a:gd name="T21" fmla="*/ 10 h 22"/>
                  <a:gd name="T22" fmla="*/ 34 w 44"/>
                  <a:gd name="T23" fmla="*/ 10 h 22"/>
                  <a:gd name="T24" fmla="*/ 34 w 44"/>
                  <a:gd name="T25" fmla="*/ 14 h 22"/>
                  <a:gd name="T26" fmla="*/ 30 w 44"/>
                  <a:gd name="T27" fmla="*/ 14 h 22"/>
                  <a:gd name="T28" fmla="*/ 30 w 44"/>
                  <a:gd name="T29" fmla="*/ 14 h 22"/>
                  <a:gd name="T30" fmla="*/ 30 w 44"/>
                  <a:gd name="T31" fmla="*/ 14 h 22"/>
                  <a:gd name="T32" fmla="*/ 26 w 44"/>
                  <a:gd name="T33" fmla="*/ 14 h 22"/>
                  <a:gd name="T34" fmla="*/ 26 w 44"/>
                  <a:gd name="T35" fmla="*/ 14 h 22"/>
                  <a:gd name="T36" fmla="*/ 22 w 44"/>
                  <a:gd name="T37" fmla="*/ 14 h 22"/>
                  <a:gd name="T38" fmla="*/ 18 w 44"/>
                  <a:gd name="T39" fmla="*/ 18 h 22"/>
                  <a:gd name="T40" fmla="*/ 16 w 44"/>
                  <a:gd name="T41" fmla="*/ 18 h 22"/>
                  <a:gd name="T42" fmla="*/ 16 w 44"/>
                  <a:gd name="T43" fmla="*/ 22 h 22"/>
                  <a:gd name="T44" fmla="*/ 16 w 44"/>
                  <a:gd name="T45" fmla="*/ 22 h 22"/>
                  <a:gd name="T46" fmla="*/ 12 w 44"/>
                  <a:gd name="T47" fmla="*/ 18 h 22"/>
                  <a:gd name="T48" fmla="*/ 12 w 44"/>
                  <a:gd name="T49" fmla="*/ 18 h 22"/>
                  <a:gd name="T50" fmla="*/ 16 w 44"/>
                  <a:gd name="T51" fmla="*/ 14 h 22"/>
                  <a:gd name="T52" fmla="*/ 16 w 44"/>
                  <a:gd name="T53" fmla="*/ 14 h 22"/>
                  <a:gd name="T54" fmla="*/ 12 w 44"/>
                  <a:gd name="T55" fmla="*/ 14 h 22"/>
                  <a:gd name="T56" fmla="*/ 16 w 44"/>
                  <a:gd name="T57" fmla="*/ 10 h 22"/>
                  <a:gd name="T58" fmla="*/ 16 w 44"/>
                  <a:gd name="T59" fmla="*/ 8 h 22"/>
                  <a:gd name="T60" fmla="*/ 16 w 44"/>
                  <a:gd name="T61" fmla="*/ 8 h 22"/>
                  <a:gd name="T62" fmla="*/ 16 w 44"/>
                  <a:gd name="T63" fmla="*/ 8 h 22"/>
                  <a:gd name="T64" fmla="*/ 18 w 44"/>
                  <a:gd name="T65" fmla="*/ 8 h 22"/>
                  <a:gd name="T66" fmla="*/ 22 w 44"/>
                  <a:gd name="T67" fmla="*/ 8 h 22"/>
                  <a:gd name="T68" fmla="*/ 22 w 44"/>
                  <a:gd name="T69" fmla="*/ 4 h 22"/>
                  <a:gd name="T70" fmla="*/ 26 w 44"/>
                  <a:gd name="T71" fmla="*/ 4 h 22"/>
                  <a:gd name="T72" fmla="*/ 26 w 44"/>
                  <a:gd name="T73" fmla="*/ 4 h 22"/>
                  <a:gd name="T74" fmla="*/ 26 w 44"/>
                  <a:gd name="T75" fmla="*/ 8 h 22"/>
                  <a:gd name="T76" fmla="*/ 26 w 44"/>
                  <a:gd name="T77" fmla="*/ 8 h 22"/>
                  <a:gd name="T78" fmla="*/ 30 w 44"/>
                  <a:gd name="T79" fmla="*/ 4 h 22"/>
                  <a:gd name="T80" fmla="*/ 34 w 44"/>
                  <a:gd name="T81" fmla="*/ 4 h 22"/>
                  <a:gd name="T82" fmla="*/ 34 w 44"/>
                  <a:gd name="T83" fmla="*/ 4 h 22"/>
                  <a:gd name="T84" fmla="*/ 34 w 44"/>
                  <a:gd name="T85" fmla="*/ 4 h 22"/>
                  <a:gd name="T86" fmla="*/ 38 w 44"/>
                  <a:gd name="T87" fmla="*/ 4 h 22"/>
                  <a:gd name="T88" fmla="*/ 42 w 44"/>
                  <a:gd name="T89" fmla="*/ 4 h 22"/>
                  <a:gd name="T90" fmla="*/ 44 w 44"/>
                  <a:gd name="T91" fmla="*/ 4 h 22"/>
                  <a:gd name="T92" fmla="*/ 44 w 44"/>
                  <a:gd name="T93" fmla="*/ 4 h 22"/>
                  <a:gd name="T94" fmla="*/ 0 w 44"/>
                  <a:gd name="T95" fmla="*/ 18 h 22"/>
                  <a:gd name="T96" fmla="*/ 0 w 44"/>
                  <a:gd name="T97" fmla="*/ 18 h 22"/>
                  <a:gd name="T98" fmla="*/ 4 w 44"/>
                  <a:gd name="T99" fmla="*/ 18 h 22"/>
                  <a:gd name="T100" fmla="*/ 4 w 44"/>
                  <a:gd name="T101" fmla="*/ 22 h 22"/>
                  <a:gd name="T102" fmla="*/ 4 w 44"/>
                  <a:gd name="T103" fmla="*/ 22 h 22"/>
                  <a:gd name="T104" fmla="*/ 0 w 44"/>
                  <a:gd name="T105" fmla="*/ 22 h 22"/>
                  <a:gd name="T106" fmla="*/ 0 w 44"/>
                  <a:gd name="T107" fmla="*/ 18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4" h="22">
                    <a:moveTo>
                      <a:pt x="22" y="0"/>
                    </a:moveTo>
                    <a:lnTo>
                      <a:pt x="22" y="4"/>
                    </a:lnTo>
                    <a:lnTo>
                      <a:pt x="22" y="4"/>
                    </a:lnTo>
                    <a:lnTo>
                      <a:pt x="22" y="4"/>
                    </a:lnTo>
                    <a:lnTo>
                      <a:pt x="22" y="4"/>
                    </a:lnTo>
                    <a:lnTo>
                      <a:pt x="18" y="4"/>
                    </a:lnTo>
                    <a:lnTo>
                      <a:pt x="18" y="4"/>
                    </a:lnTo>
                    <a:lnTo>
                      <a:pt x="18" y="0"/>
                    </a:lnTo>
                    <a:lnTo>
                      <a:pt x="18" y="0"/>
                    </a:lnTo>
                    <a:lnTo>
                      <a:pt x="18" y="0"/>
                    </a:lnTo>
                    <a:lnTo>
                      <a:pt x="22" y="0"/>
                    </a:lnTo>
                    <a:lnTo>
                      <a:pt x="22" y="0"/>
                    </a:lnTo>
                    <a:lnTo>
                      <a:pt x="22" y="0"/>
                    </a:lnTo>
                    <a:lnTo>
                      <a:pt x="22" y="0"/>
                    </a:lnTo>
                    <a:lnTo>
                      <a:pt x="22" y="0"/>
                    </a:lnTo>
                    <a:close/>
                    <a:moveTo>
                      <a:pt x="44" y="4"/>
                    </a:moveTo>
                    <a:lnTo>
                      <a:pt x="44" y="4"/>
                    </a:lnTo>
                    <a:lnTo>
                      <a:pt x="44" y="4"/>
                    </a:lnTo>
                    <a:lnTo>
                      <a:pt x="44" y="4"/>
                    </a:lnTo>
                    <a:lnTo>
                      <a:pt x="44" y="4"/>
                    </a:lnTo>
                    <a:lnTo>
                      <a:pt x="44" y="4"/>
                    </a:lnTo>
                    <a:lnTo>
                      <a:pt x="44" y="8"/>
                    </a:lnTo>
                    <a:lnTo>
                      <a:pt x="42" y="8"/>
                    </a:lnTo>
                    <a:lnTo>
                      <a:pt x="42" y="8"/>
                    </a:lnTo>
                    <a:lnTo>
                      <a:pt x="42" y="8"/>
                    </a:lnTo>
                    <a:lnTo>
                      <a:pt x="42" y="8"/>
                    </a:lnTo>
                    <a:lnTo>
                      <a:pt x="42" y="10"/>
                    </a:lnTo>
                    <a:lnTo>
                      <a:pt x="38" y="10"/>
                    </a:lnTo>
                    <a:lnTo>
                      <a:pt x="38" y="10"/>
                    </a:lnTo>
                    <a:lnTo>
                      <a:pt x="38" y="10"/>
                    </a:lnTo>
                    <a:lnTo>
                      <a:pt x="38" y="10"/>
                    </a:lnTo>
                    <a:lnTo>
                      <a:pt x="38" y="10"/>
                    </a:lnTo>
                    <a:lnTo>
                      <a:pt x="34" y="10"/>
                    </a:lnTo>
                    <a:lnTo>
                      <a:pt x="34" y="10"/>
                    </a:lnTo>
                    <a:lnTo>
                      <a:pt x="34" y="10"/>
                    </a:lnTo>
                    <a:lnTo>
                      <a:pt x="34" y="10"/>
                    </a:lnTo>
                    <a:lnTo>
                      <a:pt x="34" y="10"/>
                    </a:lnTo>
                    <a:lnTo>
                      <a:pt x="34" y="10"/>
                    </a:lnTo>
                    <a:lnTo>
                      <a:pt x="34" y="14"/>
                    </a:lnTo>
                    <a:lnTo>
                      <a:pt x="34" y="14"/>
                    </a:lnTo>
                    <a:lnTo>
                      <a:pt x="30" y="14"/>
                    </a:lnTo>
                    <a:lnTo>
                      <a:pt x="30" y="14"/>
                    </a:lnTo>
                    <a:lnTo>
                      <a:pt x="30" y="14"/>
                    </a:lnTo>
                    <a:lnTo>
                      <a:pt x="30" y="14"/>
                    </a:lnTo>
                    <a:lnTo>
                      <a:pt x="30" y="14"/>
                    </a:lnTo>
                    <a:lnTo>
                      <a:pt x="30" y="14"/>
                    </a:lnTo>
                    <a:lnTo>
                      <a:pt x="30" y="14"/>
                    </a:lnTo>
                    <a:lnTo>
                      <a:pt x="30" y="14"/>
                    </a:lnTo>
                    <a:lnTo>
                      <a:pt x="30" y="14"/>
                    </a:lnTo>
                    <a:lnTo>
                      <a:pt x="26" y="14"/>
                    </a:lnTo>
                    <a:lnTo>
                      <a:pt x="26" y="14"/>
                    </a:lnTo>
                    <a:lnTo>
                      <a:pt x="26" y="14"/>
                    </a:lnTo>
                    <a:lnTo>
                      <a:pt x="26" y="14"/>
                    </a:lnTo>
                    <a:lnTo>
                      <a:pt x="26" y="14"/>
                    </a:lnTo>
                    <a:lnTo>
                      <a:pt x="26" y="14"/>
                    </a:lnTo>
                    <a:lnTo>
                      <a:pt x="26" y="14"/>
                    </a:lnTo>
                    <a:lnTo>
                      <a:pt x="22" y="14"/>
                    </a:lnTo>
                    <a:lnTo>
                      <a:pt x="18" y="18"/>
                    </a:lnTo>
                    <a:lnTo>
                      <a:pt x="18" y="18"/>
                    </a:lnTo>
                    <a:lnTo>
                      <a:pt x="18" y="18"/>
                    </a:lnTo>
                    <a:lnTo>
                      <a:pt x="18" y="18"/>
                    </a:lnTo>
                    <a:lnTo>
                      <a:pt x="18" y="18"/>
                    </a:lnTo>
                    <a:lnTo>
                      <a:pt x="16" y="18"/>
                    </a:lnTo>
                    <a:lnTo>
                      <a:pt x="16" y="22"/>
                    </a:lnTo>
                    <a:lnTo>
                      <a:pt x="16" y="22"/>
                    </a:lnTo>
                    <a:lnTo>
                      <a:pt x="16" y="22"/>
                    </a:lnTo>
                    <a:lnTo>
                      <a:pt x="16" y="22"/>
                    </a:lnTo>
                    <a:lnTo>
                      <a:pt x="16" y="22"/>
                    </a:lnTo>
                    <a:lnTo>
                      <a:pt x="16" y="22"/>
                    </a:lnTo>
                    <a:lnTo>
                      <a:pt x="16" y="22"/>
                    </a:lnTo>
                    <a:lnTo>
                      <a:pt x="12" y="18"/>
                    </a:lnTo>
                    <a:lnTo>
                      <a:pt x="12" y="18"/>
                    </a:lnTo>
                    <a:lnTo>
                      <a:pt x="12" y="18"/>
                    </a:lnTo>
                    <a:lnTo>
                      <a:pt x="12" y="18"/>
                    </a:lnTo>
                    <a:lnTo>
                      <a:pt x="12" y="18"/>
                    </a:lnTo>
                    <a:lnTo>
                      <a:pt x="16" y="18"/>
                    </a:lnTo>
                    <a:lnTo>
                      <a:pt x="16" y="18"/>
                    </a:lnTo>
                    <a:lnTo>
                      <a:pt x="16" y="14"/>
                    </a:lnTo>
                    <a:lnTo>
                      <a:pt x="16" y="14"/>
                    </a:lnTo>
                    <a:lnTo>
                      <a:pt x="16" y="14"/>
                    </a:lnTo>
                    <a:lnTo>
                      <a:pt x="16" y="14"/>
                    </a:lnTo>
                    <a:lnTo>
                      <a:pt x="12" y="14"/>
                    </a:lnTo>
                    <a:lnTo>
                      <a:pt x="12" y="14"/>
                    </a:lnTo>
                    <a:lnTo>
                      <a:pt x="12" y="14"/>
                    </a:lnTo>
                    <a:lnTo>
                      <a:pt x="12" y="14"/>
                    </a:lnTo>
                    <a:lnTo>
                      <a:pt x="12" y="14"/>
                    </a:lnTo>
                    <a:lnTo>
                      <a:pt x="16" y="10"/>
                    </a:lnTo>
                    <a:lnTo>
                      <a:pt x="16" y="10"/>
                    </a:lnTo>
                    <a:lnTo>
                      <a:pt x="16" y="8"/>
                    </a:lnTo>
                    <a:lnTo>
                      <a:pt x="16" y="8"/>
                    </a:lnTo>
                    <a:lnTo>
                      <a:pt x="16" y="8"/>
                    </a:lnTo>
                    <a:lnTo>
                      <a:pt x="16" y="8"/>
                    </a:lnTo>
                    <a:lnTo>
                      <a:pt x="16" y="8"/>
                    </a:lnTo>
                    <a:lnTo>
                      <a:pt x="16" y="8"/>
                    </a:lnTo>
                    <a:lnTo>
                      <a:pt x="16" y="8"/>
                    </a:lnTo>
                    <a:lnTo>
                      <a:pt x="16" y="8"/>
                    </a:lnTo>
                    <a:lnTo>
                      <a:pt x="16" y="8"/>
                    </a:lnTo>
                    <a:lnTo>
                      <a:pt x="16" y="8"/>
                    </a:lnTo>
                    <a:lnTo>
                      <a:pt x="18" y="8"/>
                    </a:lnTo>
                    <a:lnTo>
                      <a:pt x="22" y="8"/>
                    </a:lnTo>
                    <a:lnTo>
                      <a:pt x="22" y="8"/>
                    </a:lnTo>
                    <a:lnTo>
                      <a:pt x="22" y="8"/>
                    </a:lnTo>
                    <a:lnTo>
                      <a:pt x="22" y="8"/>
                    </a:lnTo>
                    <a:lnTo>
                      <a:pt x="22" y="8"/>
                    </a:lnTo>
                    <a:lnTo>
                      <a:pt x="22" y="4"/>
                    </a:lnTo>
                    <a:lnTo>
                      <a:pt x="22" y="4"/>
                    </a:lnTo>
                    <a:lnTo>
                      <a:pt x="26" y="4"/>
                    </a:lnTo>
                    <a:lnTo>
                      <a:pt x="26" y="4"/>
                    </a:lnTo>
                    <a:lnTo>
                      <a:pt x="26" y="4"/>
                    </a:lnTo>
                    <a:lnTo>
                      <a:pt x="26" y="4"/>
                    </a:lnTo>
                    <a:lnTo>
                      <a:pt x="26" y="4"/>
                    </a:lnTo>
                    <a:lnTo>
                      <a:pt x="26" y="4"/>
                    </a:lnTo>
                    <a:lnTo>
                      <a:pt x="26" y="4"/>
                    </a:lnTo>
                    <a:lnTo>
                      <a:pt x="26" y="8"/>
                    </a:lnTo>
                    <a:lnTo>
                      <a:pt x="26" y="8"/>
                    </a:lnTo>
                    <a:lnTo>
                      <a:pt x="26" y="8"/>
                    </a:lnTo>
                    <a:lnTo>
                      <a:pt x="26" y="8"/>
                    </a:lnTo>
                    <a:lnTo>
                      <a:pt x="30" y="8"/>
                    </a:lnTo>
                    <a:lnTo>
                      <a:pt x="30" y="8"/>
                    </a:lnTo>
                    <a:lnTo>
                      <a:pt x="30" y="4"/>
                    </a:lnTo>
                    <a:lnTo>
                      <a:pt x="30" y="4"/>
                    </a:lnTo>
                    <a:lnTo>
                      <a:pt x="30" y="4"/>
                    </a:lnTo>
                    <a:lnTo>
                      <a:pt x="34" y="4"/>
                    </a:lnTo>
                    <a:lnTo>
                      <a:pt x="34" y="4"/>
                    </a:lnTo>
                    <a:lnTo>
                      <a:pt x="34" y="4"/>
                    </a:lnTo>
                    <a:lnTo>
                      <a:pt x="34" y="4"/>
                    </a:lnTo>
                    <a:lnTo>
                      <a:pt x="34" y="4"/>
                    </a:lnTo>
                    <a:lnTo>
                      <a:pt x="34" y="4"/>
                    </a:lnTo>
                    <a:lnTo>
                      <a:pt x="34" y="4"/>
                    </a:lnTo>
                    <a:lnTo>
                      <a:pt x="34" y="4"/>
                    </a:lnTo>
                    <a:lnTo>
                      <a:pt x="34" y="4"/>
                    </a:lnTo>
                    <a:lnTo>
                      <a:pt x="38" y="4"/>
                    </a:lnTo>
                    <a:lnTo>
                      <a:pt x="38" y="4"/>
                    </a:lnTo>
                    <a:lnTo>
                      <a:pt x="38" y="4"/>
                    </a:lnTo>
                    <a:lnTo>
                      <a:pt x="42" y="4"/>
                    </a:lnTo>
                    <a:lnTo>
                      <a:pt x="42" y="4"/>
                    </a:lnTo>
                    <a:lnTo>
                      <a:pt x="44" y="4"/>
                    </a:lnTo>
                    <a:lnTo>
                      <a:pt x="44" y="4"/>
                    </a:lnTo>
                    <a:lnTo>
                      <a:pt x="44" y="4"/>
                    </a:lnTo>
                    <a:lnTo>
                      <a:pt x="44" y="4"/>
                    </a:lnTo>
                    <a:lnTo>
                      <a:pt x="44" y="4"/>
                    </a:lnTo>
                    <a:close/>
                    <a:moveTo>
                      <a:pt x="0" y="18"/>
                    </a:moveTo>
                    <a:lnTo>
                      <a:pt x="0" y="18"/>
                    </a:lnTo>
                    <a:lnTo>
                      <a:pt x="0" y="18"/>
                    </a:lnTo>
                    <a:lnTo>
                      <a:pt x="0" y="18"/>
                    </a:lnTo>
                    <a:lnTo>
                      <a:pt x="0" y="18"/>
                    </a:lnTo>
                    <a:lnTo>
                      <a:pt x="0" y="18"/>
                    </a:lnTo>
                    <a:lnTo>
                      <a:pt x="0" y="18"/>
                    </a:lnTo>
                    <a:lnTo>
                      <a:pt x="4" y="18"/>
                    </a:lnTo>
                    <a:lnTo>
                      <a:pt x="4" y="18"/>
                    </a:lnTo>
                    <a:lnTo>
                      <a:pt x="4" y="18"/>
                    </a:lnTo>
                    <a:lnTo>
                      <a:pt x="4" y="18"/>
                    </a:lnTo>
                    <a:lnTo>
                      <a:pt x="4" y="22"/>
                    </a:lnTo>
                    <a:lnTo>
                      <a:pt x="4" y="22"/>
                    </a:lnTo>
                    <a:lnTo>
                      <a:pt x="4" y="22"/>
                    </a:lnTo>
                    <a:lnTo>
                      <a:pt x="4" y="22"/>
                    </a:lnTo>
                    <a:lnTo>
                      <a:pt x="4" y="22"/>
                    </a:lnTo>
                    <a:lnTo>
                      <a:pt x="0" y="22"/>
                    </a:lnTo>
                    <a:lnTo>
                      <a:pt x="0" y="22"/>
                    </a:lnTo>
                    <a:lnTo>
                      <a:pt x="0" y="22"/>
                    </a:lnTo>
                    <a:lnTo>
                      <a:pt x="0" y="22"/>
                    </a:lnTo>
                    <a:lnTo>
                      <a:pt x="0" y="18"/>
                    </a:lnTo>
                    <a:lnTo>
                      <a:pt x="0" y="18"/>
                    </a:lnTo>
                    <a:lnTo>
                      <a:pt x="0"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4" name="Freeform 58"/>
              <p:cNvSpPr>
                <a:spLocks noEditPoints="1"/>
              </p:cNvSpPr>
              <p:nvPr/>
            </p:nvSpPr>
            <p:spPr bwMode="gray">
              <a:xfrm>
                <a:off x="5429568" y="3204814"/>
                <a:ext cx="473081" cy="215668"/>
              </a:xfrm>
              <a:custGeom>
                <a:avLst/>
                <a:gdLst>
                  <a:gd name="T0" fmla="*/ 22 w 272"/>
                  <a:gd name="T1" fmla="*/ 4 h 124"/>
                  <a:gd name="T2" fmla="*/ 34 w 272"/>
                  <a:gd name="T3" fmla="*/ 8 h 124"/>
                  <a:gd name="T4" fmla="*/ 48 w 272"/>
                  <a:gd name="T5" fmla="*/ 24 h 124"/>
                  <a:gd name="T6" fmla="*/ 26 w 272"/>
                  <a:gd name="T7" fmla="*/ 24 h 124"/>
                  <a:gd name="T8" fmla="*/ 14 w 272"/>
                  <a:gd name="T9" fmla="*/ 38 h 124"/>
                  <a:gd name="T10" fmla="*/ 8 w 272"/>
                  <a:gd name="T11" fmla="*/ 38 h 124"/>
                  <a:gd name="T12" fmla="*/ 14 w 272"/>
                  <a:gd name="T13" fmla="*/ 30 h 124"/>
                  <a:gd name="T14" fmla="*/ 10 w 272"/>
                  <a:gd name="T15" fmla="*/ 20 h 124"/>
                  <a:gd name="T16" fmla="*/ 10 w 272"/>
                  <a:gd name="T17" fmla="*/ 12 h 124"/>
                  <a:gd name="T18" fmla="*/ 10 w 272"/>
                  <a:gd name="T19" fmla="*/ 42 h 124"/>
                  <a:gd name="T20" fmla="*/ 26 w 272"/>
                  <a:gd name="T21" fmla="*/ 34 h 124"/>
                  <a:gd name="T22" fmla="*/ 34 w 272"/>
                  <a:gd name="T23" fmla="*/ 38 h 124"/>
                  <a:gd name="T24" fmla="*/ 48 w 272"/>
                  <a:gd name="T25" fmla="*/ 38 h 124"/>
                  <a:gd name="T26" fmla="*/ 50 w 272"/>
                  <a:gd name="T27" fmla="*/ 30 h 124"/>
                  <a:gd name="T28" fmla="*/ 54 w 272"/>
                  <a:gd name="T29" fmla="*/ 26 h 124"/>
                  <a:gd name="T30" fmla="*/ 58 w 272"/>
                  <a:gd name="T31" fmla="*/ 20 h 124"/>
                  <a:gd name="T32" fmla="*/ 78 w 272"/>
                  <a:gd name="T33" fmla="*/ 24 h 124"/>
                  <a:gd name="T34" fmla="*/ 92 w 272"/>
                  <a:gd name="T35" fmla="*/ 12 h 124"/>
                  <a:gd name="T36" fmla="*/ 106 w 272"/>
                  <a:gd name="T37" fmla="*/ 4 h 124"/>
                  <a:gd name="T38" fmla="*/ 130 w 272"/>
                  <a:gd name="T39" fmla="*/ 4 h 124"/>
                  <a:gd name="T40" fmla="*/ 144 w 272"/>
                  <a:gd name="T41" fmla="*/ 12 h 124"/>
                  <a:gd name="T42" fmla="*/ 152 w 272"/>
                  <a:gd name="T43" fmla="*/ 20 h 124"/>
                  <a:gd name="T44" fmla="*/ 162 w 272"/>
                  <a:gd name="T45" fmla="*/ 24 h 124"/>
                  <a:gd name="T46" fmla="*/ 182 w 272"/>
                  <a:gd name="T47" fmla="*/ 26 h 124"/>
                  <a:gd name="T48" fmla="*/ 200 w 272"/>
                  <a:gd name="T49" fmla="*/ 24 h 124"/>
                  <a:gd name="T50" fmla="*/ 220 w 272"/>
                  <a:gd name="T51" fmla="*/ 20 h 124"/>
                  <a:gd name="T52" fmla="*/ 238 w 272"/>
                  <a:gd name="T53" fmla="*/ 16 h 124"/>
                  <a:gd name="T54" fmla="*/ 252 w 272"/>
                  <a:gd name="T55" fmla="*/ 20 h 124"/>
                  <a:gd name="T56" fmla="*/ 252 w 272"/>
                  <a:gd name="T57" fmla="*/ 38 h 124"/>
                  <a:gd name="T58" fmla="*/ 272 w 272"/>
                  <a:gd name="T59" fmla="*/ 50 h 124"/>
                  <a:gd name="T60" fmla="*/ 260 w 272"/>
                  <a:gd name="T61" fmla="*/ 54 h 124"/>
                  <a:gd name="T62" fmla="*/ 264 w 272"/>
                  <a:gd name="T63" fmla="*/ 76 h 124"/>
                  <a:gd name="T64" fmla="*/ 268 w 272"/>
                  <a:gd name="T65" fmla="*/ 94 h 124"/>
                  <a:gd name="T66" fmla="*/ 264 w 272"/>
                  <a:gd name="T67" fmla="*/ 98 h 124"/>
                  <a:gd name="T68" fmla="*/ 248 w 272"/>
                  <a:gd name="T69" fmla="*/ 94 h 124"/>
                  <a:gd name="T70" fmla="*/ 234 w 272"/>
                  <a:gd name="T71" fmla="*/ 94 h 124"/>
                  <a:gd name="T72" fmla="*/ 216 w 272"/>
                  <a:gd name="T73" fmla="*/ 98 h 124"/>
                  <a:gd name="T74" fmla="*/ 196 w 272"/>
                  <a:gd name="T75" fmla="*/ 106 h 124"/>
                  <a:gd name="T76" fmla="*/ 178 w 272"/>
                  <a:gd name="T77" fmla="*/ 102 h 124"/>
                  <a:gd name="T78" fmla="*/ 162 w 272"/>
                  <a:gd name="T79" fmla="*/ 106 h 124"/>
                  <a:gd name="T80" fmla="*/ 152 w 272"/>
                  <a:gd name="T81" fmla="*/ 116 h 124"/>
                  <a:gd name="T82" fmla="*/ 148 w 272"/>
                  <a:gd name="T83" fmla="*/ 120 h 124"/>
                  <a:gd name="T84" fmla="*/ 148 w 272"/>
                  <a:gd name="T85" fmla="*/ 102 h 124"/>
                  <a:gd name="T86" fmla="*/ 134 w 272"/>
                  <a:gd name="T87" fmla="*/ 106 h 124"/>
                  <a:gd name="T88" fmla="*/ 118 w 272"/>
                  <a:gd name="T89" fmla="*/ 116 h 124"/>
                  <a:gd name="T90" fmla="*/ 104 w 272"/>
                  <a:gd name="T91" fmla="*/ 120 h 124"/>
                  <a:gd name="T92" fmla="*/ 92 w 272"/>
                  <a:gd name="T93" fmla="*/ 110 h 124"/>
                  <a:gd name="T94" fmla="*/ 74 w 272"/>
                  <a:gd name="T95" fmla="*/ 106 h 124"/>
                  <a:gd name="T96" fmla="*/ 66 w 272"/>
                  <a:gd name="T97" fmla="*/ 114 h 124"/>
                  <a:gd name="T98" fmla="*/ 50 w 272"/>
                  <a:gd name="T99" fmla="*/ 114 h 124"/>
                  <a:gd name="T100" fmla="*/ 44 w 272"/>
                  <a:gd name="T101" fmla="*/ 106 h 124"/>
                  <a:gd name="T102" fmla="*/ 36 w 272"/>
                  <a:gd name="T103" fmla="*/ 110 h 124"/>
                  <a:gd name="T104" fmla="*/ 34 w 272"/>
                  <a:gd name="T105" fmla="*/ 106 h 124"/>
                  <a:gd name="T106" fmla="*/ 36 w 272"/>
                  <a:gd name="T107" fmla="*/ 102 h 124"/>
                  <a:gd name="T108" fmla="*/ 30 w 272"/>
                  <a:gd name="T109" fmla="*/ 98 h 124"/>
                  <a:gd name="T110" fmla="*/ 22 w 272"/>
                  <a:gd name="T111" fmla="*/ 86 h 124"/>
                  <a:gd name="T112" fmla="*/ 10 w 272"/>
                  <a:gd name="T113" fmla="*/ 80 h 124"/>
                  <a:gd name="T114" fmla="*/ 14 w 272"/>
                  <a:gd name="T115" fmla="*/ 76 h 124"/>
                  <a:gd name="T116" fmla="*/ 18 w 272"/>
                  <a:gd name="T117" fmla="*/ 68 h 124"/>
                  <a:gd name="T118" fmla="*/ 18 w 272"/>
                  <a:gd name="T119" fmla="*/ 54 h 124"/>
                  <a:gd name="T120" fmla="*/ 30 w 272"/>
                  <a:gd name="T121" fmla="*/ 30 h 124"/>
                  <a:gd name="T122" fmla="*/ 4 w 272"/>
                  <a:gd name="T123" fmla="*/ 38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72" h="124">
                    <a:moveTo>
                      <a:pt x="10" y="12"/>
                    </a:moveTo>
                    <a:lnTo>
                      <a:pt x="10" y="8"/>
                    </a:lnTo>
                    <a:lnTo>
                      <a:pt x="14" y="8"/>
                    </a:lnTo>
                    <a:lnTo>
                      <a:pt x="14" y="4"/>
                    </a:lnTo>
                    <a:lnTo>
                      <a:pt x="18" y="4"/>
                    </a:lnTo>
                    <a:lnTo>
                      <a:pt x="22" y="4"/>
                    </a:lnTo>
                    <a:lnTo>
                      <a:pt x="22" y="0"/>
                    </a:lnTo>
                    <a:lnTo>
                      <a:pt x="26" y="0"/>
                    </a:lnTo>
                    <a:lnTo>
                      <a:pt x="26" y="4"/>
                    </a:lnTo>
                    <a:lnTo>
                      <a:pt x="30" y="4"/>
                    </a:lnTo>
                    <a:lnTo>
                      <a:pt x="34" y="4"/>
                    </a:lnTo>
                    <a:lnTo>
                      <a:pt x="34" y="8"/>
                    </a:lnTo>
                    <a:lnTo>
                      <a:pt x="36" y="12"/>
                    </a:lnTo>
                    <a:lnTo>
                      <a:pt x="36" y="16"/>
                    </a:lnTo>
                    <a:lnTo>
                      <a:pt x="40" y="16"/>
                    </a:lnTo>
                    <a:lnTo>
                      <a:pt x="44" y="20"/>
                    </a:lnTo>
                    <a:lnTo>
                      <a:pt x="48" y="20"/>
                    </a:lnTo>
                    <a:lnTo>
                      <a:pt x="48" y="24"/>
                    </a:lnTo>
                    <a:lnTo>
                      <a:pt x="44" y="24"/>
                    </a:lnTo>
                    <a:lnTo>
                      <a:pt x="40" y="24"/>
                    </a:lnTo>
                    <a:lnTo>
                      <a:pt x="36" y="24"/>
                    </a:lnTo>
                    <a:lnTo>
                      <a:pt x="34" y="24"/>
                    </a:lnTo>
                    <a:lnTo>
                      <a:pt x="30" y="24"/>
                    </a:lnTo>
                    <a:lnTo>
                      <a:pt x="26" y="24"/>
                    </a:lnTo>
                    <a:lnTo>
                      <a:pt x="26" y="26"/>
                    </a:lnTo>
                    <a:lnTo>
                      <a:pt x="26" y="30"/>
                    </a:lnTo>
                    <a:lnTo>
                      <a:pt x="22" y="30"/>
                    </a:lnTo>
                    <a:lnTo>
                      <a:pt x="18" y="34"/>
                    </a:lnTo>
                    <a:lnTo>
                      <a:pt x="14" y="34"/>
                    </a:lnTo>
                    <a:lnTo>
                      <a:pt x="14" y="38"/>
                    </a:lnTo>
                    <a:lnTo>
                      <a:pt x="10" y="38"/>
                    </a:lnTo>
                    <a:lnTo>
                      <a:pt x="10" y="42"/>
                    </a:lnTo>
                    <a:lnTo>
                      <a:pt x="8" y="42"/>
                    </a:lnTo>
                    <a:lnTo>
                      <a:pt x="10" y="42"/>
                    </a:lnTo>
                    <a:lnTo>
                      <a:pt x="10" y="38"/>
                    </a:lnTo>
                    <a:lnTo>
                      <a:pt x="8" y="38"/>
                    </a:lnTo>
                    <a:lnTo>
                      <a:pt x="10" y="38"/>
                    </a:lnTo>
                    <a:lnTo>
                      <a:pt x="10" y="34"/>
                    </a:lnTo>
                    <a:lnTo>
                      <a:pt x="14" y="34"/>
                    </a:lnTo>
                    <a:lnTo>
                      <a:pt x="18" y="34"/>
                    </a:lnTo>
                    <a:lnTo>
                      <a:pt x="18" y="30"/>
                    </a:lnTo>
                    <a:lnTo>
                      <a:pt x="14" y="30"/>
                    </a:lnTo>
                    <a:lnTo>
                      <a:pt x="10" y="30"/>
                    </a:lnTo>
                    <a:lnTo>
                      <a:pt x="8" y="30"/>
                    </a:lnTo>
                    <a:lnTo>
                      <a:pt x="8" y="26"/>
                    </a:lnTo>
                    <a:lnTo>
                      <a:pt x="10" y="26"/>
                    </a:lnTo>
                    <a:lnTo>
                      <a:pt x="10" y="24"/>
                    </a:lnTo>
                    <a:lnTo>
                      <a:pt x="10" y="20"/>
                    </a:lnTo>
                    <a:lnTo>
                      <a:pt x="14" y="20"/>
                    </a:lnTo>
                    <a:lnTo>
                      <a:pt x="14" y="16"/>
                    </a:lnTo>
                    <a:lnTo>
                      <a:pt x="14" y="12"/>
                    </a:lnTo>
                    <a:lnTo>
                      <a:pt x="10" y="12"/>
                    </a:lnTo>
                    <a:lnTo>
                      <a:pt x="10" y="12"/>
                    </a:lnTo>
                    <a:lnTo>
                      <a:pt x="10" y="12"/>
                    </a:lnTo>
                    <a:close/>
                    <a:moveTo>
                      <a:pt x="14" y="54"/>
                    </a:moveTo>
                    <a:lnTo>
                      <a:pt x="8" y="54"/>
                    </a:lnTo>
                    <a:lnTo>
                      <a:pt x="8" y="50"/>
                    </a:lnTo>
                    <a:lnTo>
                      <a:pt x="8" y="46"/>
                    </a:lnTo>
                    <a:lnTo>
                      <a:pt x="8" y="42"/>
                    </a:lnTo>
                    <a:lnTo>
                      <a:pt x="10" y="42"/>
                    </a:lnTo>
                    <a:lnTo>
                      <a:pt x="10" y="38"/>
                    </a:lnTo>
                    <a:lnTo>
                      <a:pt x="14" y="38"/>
                    </a:lnTo>
                    <a:lnTo>
                      <a:pt x="14" y="34"/>
                    </a:lnTo>
                    <a:lnTo>
                      <a:pt x="18" y="34"/>
                    </a:lnTo>
                    <a:lnTo>
                      <a:pt x="22" y="34"/>
                    </a:lnTo>
                    <a:lnTo>
                      <a:pt x="26" y="34"/>
                    </a:lnTo>
                    <a:lnTo>
                      <a:pt x="26" y="38"/>
                    </a:lnTo>
                    <a:lnTo>
                      <a:pt x="30" y="38"/>
                    </a:lnTo>
                    <a:lnTo>
                      <a:pt x="34" y="34"/>
                    </a:lnTo>
                    <a:lnTo>
                      <a:pt x="30" y="34"/>
                    </a:lnTo>
                    <a:lnTo>
                      <a:pt x="34" y="34"/>
                    </a:lnTo>
                    <a:lnTo>
                      <a:pt x="34" y="38"/>
                    </a:lnTo>
                    <a:lnTo>
                      <a:pt x="36" y="34"/>
                    </a:lnTo>
                    <a:lnTo>
                      <a:pt x="40" y="34"/>
                    </a:lnTo>
                    <a:lnTo>
                      <a:pt x="44" y="38"/>
                    </a:lnTo>
                    <a:lnTo>
                      <a:pt x="44" y="34"/>
                    </a:lnTo>
                    <a:lnTo>
                      <a:pt x="48" y="34"/>
                    </a:lnTo>
                    <a:lnTo>
                      <a:pt x="48" y="38"/>
                    </a:lnTo>
                    <a:lnTo>
                      <a:pt x="50" y="34"/>
                    </a:lnTo>
                    <a:lnTo>
                      <a:pt x="48" y="34"/>
                    </a:lnTo>
                    <a:lnTo>
                      <a:pt x="44" y="34"/>
                    </a:lnTo>
                    <a:lnTo>
                      <a:pt x="44" y="30"/>
                    </a:lnTo>
                    <a:lnTo>
                      <a:pt x="48" y="30"/>
                    </a:lnTo>
                    <a:lnTo>
                      <a:pt x="50" y="30"/>
                    </a:lnTo>
                    <a:lnTo>
                      <a:pt x="54" y="30"/>
                    </a:lnTo>
                    <a:lnTo>
                      <a:pt x="58" y="30"/>
                    </a:lnTo>
                    <a:lnTo>
                      <a:pt x="62" y="30"/>
                    </a:lnTo>
                    <a:lnTo>
                      <a:pt x="62" y="26"/>
                    </a:lnTo>
                    <a:lnTo>
                      <a:pt x="58" y="26"/>
                    </a:lnTo>
                    <a:lnTo>
                      <a:pt x="54" y="26"/>
                    </a:lnTo>
                    <a:lnTo>
                      <a:pt x="50" y="26"/>
                    </a:lnTo>
                    <a:lnTo>
                      <a:pt x="48" y="24"/>
                    </a:lnTo>
                    <a:lnTo>
                      <a:pt x="48" y="20"/>
                    </a:lnTo>
                    <a:lnTo>
                      <a:pt x="50" y="20"/>
                    </a:lnTo>
                    <a:lnTo>
                      <a:pt x="54" y="20"/>
                    </a:lnTo>
                    <a:lnTo>
                      <a:pt x="58" y="20"/>
                    </a:lnTo>
                    <a:lnTo>
                      <a:pt x="62" y="24"/>
                    </a:lnTo>
                    <a:lnTo>
                      <a:pt x="66" y="20"/>
                    </a:lnTo>
                    <a:lnTo>
                      <a:pt x="70" y="20"/>
                    </a:lnTo>
                    <a:lnTo>
                      <a:pt x="70" y="24"/>
                    </a:lnTo>
                    <a:lnTo>
                      <a:pt x="74" y="24"/>
                    </a:lnTo>
                    <a:lnTo>
                      <a:pt x="78" y="24"/>
                    </a:lnTo>
                    <a:lnTo>
                      <a:pt x="80" y="24"/>
                    </a:lnTo>
                    <a:lnTo>
                      <a:pt x="80" y="20"/>
                    </a:lnTo>
                    <a:lnTo>
                      <a:pt x="84" y="16"/>
                    </a:lnTo>
                    <a:lnTo>
                      <a:pt x="88" y="16"/>
                    </a:lnTo>
                    <a:lnTo>
                      <a:pt x="88" y="12"/>
                    </a:lnTo>
                    <a:lnTo>
                      <a:pt x="92" y="12"/>
                    </a:lnTo>
                    <a:lnTo>
                      <a:pt x="92" y="8"/>
                    </a:lnTo>
                    <a:lnTo>
                      <a:pt x="96" y="8"/>
                    </a:lnTo>
                    <a:lnTo>
                      <a:pt x="100" y="8"/>
                    </a:lnTo>
                    <a:lnTo>
                      <a:pt x="104" y="8"/>
                    </a:lnTo>
                    <a:lnTo>
                      <a:pt x="104" y="4"/>
                    </a:lnTo>
                    <a:lnTo>
                      <a:pt x="106" y="4"/>
                    </a:lnTo>
                    <a:lnTo>
                      <a:pt x="110" y="4"/>
                    </a:lnTo>
                    <a:lnTo>
                      <a:pt x="114" y="4"/>
                    </a:lnTo>
                    <a:lnTo>
                      <a:pt x="118" y="4"/>
                    </a:lnTo>
                    <a:lnTo>
                      <a:pt x="122" y="4"/>
                    </a:lnTo>
                    <a:lnTo>
                      <a:pt x="126" y="4"/>
                    </a:lnTo>
                    <a:lnTo>
                      <a:pt x="130" y="4"/>
                    </a:lnTo>
                    <a:lnTo>
                      <a:pt x="134" y="4"/>
                    </a:lnTo>
                    <a:lnTo>
                      <a:pt x="134" y="8"/>
                    </a:lnTo>
                    <a:lnTo>
                      <a:pt x="136" y="8"/>
                    </a:lnTo>
                    <a:lnTo>
                      <a:pt x="136" y="12"/>
                    </a:lnTo>
                    <a:lnTo>
                      <a:pt x="140" y="12"/>
                    </a:lnTo>
                    <a:lnTo>
                      <a:pt x="144" y="12"/>
                    </a:lnTo>
                    <a:lnTo>
                      <a:pt x="144" y="8"/>
                    </a:lnTo>
                    <a:lnTo>
                      <a:pt x="148" y="8"/>
                    </a:lnTo>
                    <a:lnTo>
                      <a:pt x="148" y="12"/>
                    </a:lnTo>
                    <a:lnTo>
                      <a:pt x="148" y="16"/>
                    </a:lnTo>
                    <a:lnTo>
                      <a:pt x="152" y="16"/>
                    </a:lnTo>
                    <a:lnTo>
                      <a:pt x="152" y="20"/>
                    </a:lnTo>
                    <a:lnTo>
                      <a:pt x="156" y="20"/>
                    </a:lnTo>
                    <a:lnTo>
                      <a:pt x="156" y="16"/>
                    </a:lnTo>
                    <a:lnTo>
                      <a:pt x="160" y="16"/>
                    </a:lnTo>
                    <a:lnTo>
                      <a:pt x="160" y="20"/>
                    </a:lnTo>
                    <a:lnTo>
                      <a:pt x="162" y="20"/>
                    </a:lnTo>
                    <a:lnTo>
                      <a:pt x="162" y="24"/>
                    </a:lnTo>
                    <a:lnTo>
                      <a:pt x="166" y="24"/>
                    </a:lnTo>
                    <a:lnTo>
                      <a:pt x="170" y="24"/>
                    </a:lnTo>
                    <a:lnTo>
                      <a:pt x="174" y="24"/>
                    </a:lnTo>
                    <a:lnTo>
                      <a:pt x="178" y="24"/>
                    </a:lnTo>
                    <a:lnTo>
                      <a:pt x="178" y="26"/>
                    </a:lnTo>
                    <a:lnTo>
                      <a:pt x="182" y="26"/>
                    </a:lnTo>
                    <a:lnTo>
                      <a:pt x="186" y="26"/>
                    </a:lnTo>
                    <a:lnTo>
                      <a:pt x="186" y="24"/>
                    </a:lnTo>
                    <a:lnTo>
                      <a:pt x="190" y="24"/>
                    </a:lnTo>
                    <a:lnTo>
                      <a:pt x="192" y="24"/>
                    </a:lnTo>
                    <a:lnTo>
                      <a:pt x="196" y="24"/>
                    </a:lnTo>
                    <a:lnTo>
                      <a:pt x="200" y="24"/>
                    </a:lnTo>
                    <a:lnTo>
                      <a:pt x="204" y="26"/>
                    </a:lnTo>
                    <a:lnTo>
                      <a:pt x="208" y="24"/>
                    </a:lnTo>
                    <a:lnTo>
                      <a:pt x="212" y="24"/>
                    </a:lnTo>
                    <a:lnTo>
                      <a:pt x="216" y="24"/>
                    </a:lnTo>
                    <a:lnTo>
                      <a:pt x="216" y="20"/>
                    </a:lnTo>
                    <a:lnTo>
                      <a:pt x="220" y="20"/>
                    </a:lnTo>
                    <a:lnTo>
                      <a:pt x="222" y="16"/>
                    </a:lnTo>
                    <a:lnTo>
                      <a:pt x="226" y="12"/>
                    </a:lnTo>
                    <a:lnTo>
                      <a:pt x="226" y="16"/>
                    </a:lnTo>
                    <a:lnTo>
                      <a:pt x="230" y="16"/>
                    </a:lnTo>
                    <a:lnTo>
                      <a:pt x="234" y="16"/>
                    </a:lnTo>
                    <a:lnTo>
                      <a:pt x="238" y="16"/>
                    </a:lnTo>
                    <a:lnTo>
                      <a:pt x="242" y="16"/>
                    </a:lnTo>
                    <a:lnTo>
                      <a:pt x="242" y="12"/>
                    </a:lnTo>
                    <a:lnTo>
                      <a:pt x="246" y="12"/>
                    </a:lnTo>
                    <a:lnTo>
                      <a:pt x="246" y="16"/>
                    </a:lnTo>
                    <a:lnTo>
                      <a:pt x="248" y="20"/>
                    </a:lnTo>
                    <a:lnTo>
                      <a:pt x="252" y="20"/>
                    </a:lnTo>
                    <a:lnTo>
                      <a:pt x="252" y="24"/>
                    </a:lnTo>
                    <a:lnTo>
                      <a:pt x="256" y="26"/>
                    </a:lnTo>
                    <a:lnTo>
                      <a:pt x="256" y="30"/>
                    </a:lnTo>
                    <a:lnTo>
                      <a:pt x="256" y="34"/>
                    </a:lnTo>
                    <a:lnTo>
                      <a:pt x="252" y="34"/>
                    </a:lnTo>
                    <a:lnTo>
                      <a:pt x="252" y="38"/>
                    </a:lnTo>
                    <a:lnTo>
                      <a:pt x="256" y="38"/>
                    </a:lnTo>
                    <a:lnTo>
                      <a:pt x="256" y="42"/>
                    </a:lnTo>
                    <a:lnTo>
                      <a:pt x="260" y="42"/>
                    </a:lnTo>
                    <a:lnTo>
                      <a:pt x="264" y="42"/>
                    </a:lnTo>
                    <a:lnTo>
                      <a:pt x="268" y="46"/>
                    </a:lnTo>
                    <a:lnTo>
                      <a:pt x="272" y="50"/>
                    </a:lnTo>
                    <a:lnTo>
                      <a:pt x="268" y="50"/>
                    </a:lnTo>
                    <a:lnTo>
                      <a:pt x="268" y="54"/>
                    </a:lnTo>
                    <a:lnTo>
                      <a:pt x="264" y="54"/>
                    </a:lnTo>
                    <a:lnTo>
                      <a:pt x="264" y="56"/>
                    </a:lnTo>
                    <a:lnTo>
                      <a:pt x="264" y="54"/>
                    </a:lnTo>
                    <a:lnTo>
                      <a:pt x="260" y="54"/>
                    </a:lnTo>
                    <a:lnTo>
                      <a:pt x="260" y="56"/>
                    </a:lnTo>
                    <a:lnTo>
                      <a:pt x="264" y="60"/>
                    </a:lnTo>
                    <a:lnTo>
                      <a:pt x="264" y="64"/>
                    </a:lnTo>
                    <a:lnTo>
                      <a:pt x="264" y="68"/>
                    </a:lnTo>
                    <a:lnTo>
                      <a:pt x="264" y="72"/>
                    </a:lnTo>
                    <a:lnTo>
                      <a:pt x="264" y="76"/>
                    </a:lnTo>
                    <a:lnTo>
                      <a:pt x="268" y="76"/>
                    </a:lnTo>
                    <a:lnTo>
                      <a:pt x="264" y="80"/>
                    </a:lnTo>
                    <a:lnTo>
                      <a:pt x="264" y="84"/>
                    </a:lnTo>
                    <a:lnTo>
                      <a:pt x="268" y="86"/>
                    </a:lnTo>
                    <a:lnTo>
                      <a:pt x="268" y="90"/>
                    </a:lnTo>
                    <a:lnTo>
                      <a:pt x="268" y="94"/>
                    </a:lnTo>
                    <a:lnTo>
                      <a:pt x="272" y="94"/>
                    </a:lnTo>
                    <a:lnTo>
                      <a:pt x="272" y="98"/>
                    </a:lnTo>
                    <a:lnTo>
                      <a:pt x="268" y="98"/>
                    </a:lnTo>
                    <a:lnTo>
                      <a:pt x="268" y="102"/>
                    </a:lnTo>
                    <a:lnTo>
                      <a:pt x="264" y="102"/>
                    </a:lnTo>
                    <a:lnTo>
                      <a:pt x="264" y="98"/>
                    </a:lnTo>
                    <a:lnTo>
                      <a:pt x="264" y="94"/>
                    </a:lnTo>
                    <a:lnTo>
                      <a:pt x="260" y="94"/>
                    </a:lnTo>
                    <a:lnTo>
                      <a:pt x="260" y="98"/>
                    </a:lnTo>
                    <a:lnTo>
                      <a:pt x="256" y="98"/>
                    </a:lnTo>
                    <a:lnTo>
                      <a:pt x="252" y="98"/>
                    </a:lnTo>
                    <a:lnTo>
                      <a:pt x="248" y="94"/>
                    </a:lnTo>
                    <a:lnTo>
                      <a:pt x="246" y="94"/>
                    </a:lnTo>
                    <a:lnTo>
                      <a:pt x="242" y="94"/>
                    </a:lnTo>
                    <a:lnTo>
                      <a:pt x="242" y="98"/>
                    </a:lnTo>
                    <a:lnTo>
                      <a:pt x="238" y="98"/>
                    </a:lnTo>
                    <a:lnTo>
                      <a:pt x="238" y="94"/>
                    </a:lnTo>
                    <a:lnTo>
                      <a:pt x="234" y="94"/>
                    </a:lnTo>
                    <a:lnTo>
                      <a:pt x="234" y="98"/>
                    </a:lnTo>
                    <a:lnTo>
                      <a:pt x="230" y="98"/>
                    </a:lnTo>
                    <a:lnTo>
                      <a:pt x="226" y="98"/>
                    </a:lnTo>
                    <a:lnTo>
                      <a:pt x="222" y="98"/>
                    </a:lnTo>
                    <a:lnTo>
                      <a:pt x="220" y="98"/>
                    </a:lnTo>
                    <a:lnTo>
                      <a:pt x="216" y="98"/>
                    </a:lnTo>
                    <a:lnTo>
                      <a:pt x="212" y="98"/>
                    </a:lnTo>
                    <a:lnTo>
                      <a:pt x="212" y="102"/>
                    </a:lnTo>
                    <a:lnTo>
                      <a:pt x="208" y="102"/>
                    </a:lnTo>
                    <a:lnTo>
                      <a:pt x="204" y="106"/>
                    </a:lnTo>
                    <a:lnTo>
                      <a:pt x="200" y="106"/>
                    </a:lnTo>
                    <a:lnTo>
                      <a:pt x="196" y="106"/>
                    </a:lnTo>
                    <a:lnTo>
                      <a:pt x="192" y="110"/>
                    </a:lnTo>
                    <a:lnTo>
                      <a:pt x="190" y="106"/>
                    </a:lnTo>
                    <a:lnTo>
                      <a:pt x="186" y="106"/>
                    </a:lnTo>
                    <a:lnTo>
                      <a:pt x="182" y="106"/>
                    </a:lnTo>
                    <a:lnTo>
                      <a:pt x="182" y="102"/>
                    </a:lnTo>
                    <a:lnTo>
                      <a:pt x="178" y="102"/>
                    </a:lnTo>
                    <a:lnTo>
                      <a:pt x="178" y="106"/>
                    </a:lnTo>
                    <a:lnTo>
                      <a:pt x="174" y="106"/>
                    </a:lnTo>
                    <a:lnTo>
                      <a:pt x="170" y="106"/>
                    </a:lnTo>
                    <a:lnTo>
                      <a:pt x="166" y="110"/>
                    </a:lnTo>
                    <a:lnTo>
                      <a:pt x="162" y="110"/>
                    </a:lnTo>
                    <a:lnTo>
                      <a:pt x="162" y="106"/>
                    </a:lnTo>
                    <a:lnTo>
                      <a:pt x="160" y="106"/>
                    </a:lnTo>
                    <a:lnTo>
                      <a:pt x="156" y="106"/>
                    </a:lnTo>
                    <a:lnTo>
                      <a:pt x="156" y="110"/>
                    </a:lnTo>
                    <a:lnTo>
                      <a:pt x="156" y="114"/>
                    </a:lnTo>
                    <a:lnTo>
                      <a:pt x="156" y="116"/>
                    </a:lnTo>
                    <a:lnTo>
                      <a:pt x="152" y="116"/>
                    </a:lnTo>
                    <a:lnTo>
                      <a:pt x="152" y="120"/>
                    </a:lnTo>
                    <a:lnTo>
                      <a:pt x="148" y="120"/>
                    </a:lnTo>
                    <a:lnTo>
                      <a:pt x="148" y="124"/>
                    </a:lnTo>
                    <a:lnTo>
                      <a:pt x="148" y="120"/>
                    </a:lnTo>
                    <a:lnTo>
                      <a:pt x="144" y="120"/>
                    </a:lnTo>
                    <a:lnTo>
                      <a:pt x="148" y="120"/>
                    </a:lnTo>
                    <a:lnTo>
                      <a:pt x="144" y="120"/>
                    </a:lnTo>
                    <a:lnTo>
                      <a:pt x="144" y="116"/>
                    </a:lnTo>
                    <a:lnTo>
                      <a:pt x="144" y="114"/>
                    </a:lnTo>
                    <a:lnTo>
                      <a:pt x="148" y="110"/>
                    </a:lnTo>
                    <a:lnTo>
                      <a:pt x="148" y="106"/>
                    </a:lnTo>
                    <a:lnTo>
                      <a:pt x="148" y="102"/>
                    </a:lnTo>
                    <a:lnTo>
                      <a:pt x="144" y="102"/>
                    </a:lnTo>
                    <a:lnTo>
                      <a:pt x="144" y="106"/>
                    </a:lnTo>
                    <a:lnTo>
                      <a:pt x="140" y="106"/>
                    </a:lnTo>
                    <a:lnTo>
                      <a:pt x="140" y="110"/>
                    </a:lnTo>
                    <a:lnTo>
                      <a:pt x="136" y="110"/>
                    </a:lnTo>
                    <a:lnTo>
                      <a:pt x="134" y="106"/>
                    </a:lnTo>
                    <a:lnTo>
                      <a:pt x="130" y="106"/>
                    </a:lnTo>
                    <a:lnTo>
                      <a:pt x="126" y="106"/>
                    </a:lnTo>
                    <a:lnTo>
                      <a:pt x="122" y="110"/>
                    </a:lnTo>
                    <a:lnTo>
                      <a:pt x="122" y="114"/>
                    </a:lnTo>
                    <a:lnTo>
                      <a:pt x="118" y="114"/>
                    </a:lnTo>
                    <a:lnTo>
                      <a:pt x="118" y="116"/>
                    </a:lnTo>
                    <a:lnTo>
                      <a:pt x="118" y="114"/>
                    </a:lnTo>
                    <a:lnTo>
                      <a:pt x="114" y="116"/>
                    </a:lnTo>
                    <a:lnTo>
                      <a:pt x="110" y="116"/>
                    </a:lnTo>
                    <a:lnTo>
                      <a:pt x="106" y="116"/>
                    </a:lnTo>
                    <a:lnTo>
                      <a:pt x="104" y="116"/>
                    </a:lnTo>
                    <a:lnTo>
                      <a:pt x="104" y="120"/>
                    </a:lnTo>
                    <a:lnTo>
                      <a:pt x="100" y="120"/>
                    </a:lnTo>
                    <a:lnTo>
                      <a:pt x="100" y="116"/>
                    </a:lnTo>
                    <a:lnTo>
                      <a:pt x="96" y="116"/>
                    </a:lnTo>
                    <a:lnTo>
                      <a:pt x="92" y="116"/>
                    </a:lnTo>
                    <a:lnTo>
                      <a:pt x="92" y="114"/>
                    </a:lnTo>
                    <a:lnTo>
                      <a:pt x="92" y="110"/>
                    </a:lnTo>
                    <a:lnTo>
                      <a:pt x="88" y="110"/>
                    </a:lnTo>
                    <a:lnTo>
                      <a:pt x="84" y="110"/>
                    </a:lnTo>
                    <a:lnTo>
                      <a:pt x="84" y="106"/>
                    </a:lnTo>
                    <a:lnTo>
                      <a:pt x="80" y="106"/>
                    </a:lnTo>
                    <a:lnTo>
                      <a:pt x="78" y="106"/>
                    </a:lnTo>
                    <a:lnTo>
                      <a:pt x="74" y="106"/>
                    </a:lnTo>
                    <a:lnTo>
                      <a:pt x="70" y="102"/>
                    </a:lnTo>
                    <a:lnTo>
                      <a:pt x="70" y="106"/>
                    </a:lnTo>
                    <a:lnTo>
                      <a:pt x="70" y="110"/>
                    </a:lnTo>
                    <a:lnTo>
                      <a:pt x="70" y="114"/>
                    </a:lnTo>
                    <a:lnTo>
                      <a:pt x="66" y="116"/>
                    </a:lnTo>
                    <a:lnTo>
                      <a:pt x="66" y="114"/>
                    </a:lnTo>
                    <a:lnTo>
                      <a:pt x="62" y="114"/>
                    </a:lnTo>
                    <a:lnTo>
                      <a:pt x="62" y="116"/>
                    </a:lnTo>
                    <a:lnTo>
                      <a:pt x="58" y="116"/>
                    </a:lnTo>
                    <a:lnTo>
                      <a:pt x="54" y="116"/>
                    </a:lnTo>
                    <a:lnTo>
                      <a:pt x="50" y="116"/>
                    </a:lnTo>
                    <a:lnTo>
                      <a:pt x="50" y="114"/>
                    </a:lnTo>
                    <a:lnTo>
                      <a:pt x="48" y="114"/>
                    </a:lnTo>
                    <a:lnTo>
                      <a:pt x="50" y="110"/>
                    </a:lnTo>
                    <a:lnTo>
                      <a:pt x="48" y="110"/>
                    </a:lnTo>
                    <a:lnTo>
                      <a:pt x="48" y="106"/>
                    </a:lnTo>
                    <a:lnTo>
                      <a:pt x="44" y="110"/>
                    </a:lnTo>
                    <a:lnTo>
                      <a:pt x="44" y="106"/>
                    </a:lnTo>
                    <a:lnTo>
                      <a:pt x="40" y="102"/>
                    </a:lnTo>
                    <a:lnTo>
                      <a:pt x="40" y="106"/>
                    </a:lnTo>
                    <a:lnTo>
                      <a:pt x="36" y="106"/>
                    </a:lnTo>
                    <a:lnTo>
                      <a:pt x="36" y="110"/>
                    </a:lnTo>
                    <a:lnTo>
                      <a:pt x="34" y="110"/>
                    </a:lnTo>
                    <a:lnTo>
                      <a:pt x="36" y="110"/>
                    </a:lnTo>
                    <a:lnTo>
                      <a:pt x="34" y="110"/>
                    </a:lnTo>
                    <a:lnTo>
                      <a:pt x="34" y="106"/>
                    </a:lnTo>
                    <a:lnTo>
                      <a:pt x="34" y="110"/>
                    </a:lnTo>
                    <a:lnTo>
                      <a:pt x="34" y="106"/>
                    </a:lnTo>
                    <a:lnTo>
                      <a:pt x="36" y="106"/>
                    </a:lnTo>
                    <a:lnTo>
                      <a:pt x="34" y="106"/>
                    </a:lnTo>
                    <a:lnTo>
                      <a:pt x="30" y="106"/>
                    </a:lnTo>
                    <a:lnTo>
                      <a:pt x="26" y="110"/>
                    </a:lnTo>
                    <a:lnTo>
                      <a:pt x="26" y="106"/>
                    </a:lnTo>
                    <a:lnTo>
                      <a:pt x="30" y="106"/>
                    </a:lnTo>
                    <a:lnTo>
                      <a:pt x="34" y="106"/>
                    </a:lnTo>
                    <a:lnTo>
                      <a:pt x="36" y="102"/>
                    </a:lnTo>
                    <a:lnTo>
                      <a:pt x="34" y="102"/>
                    </a:lnTo>
                    <a:lnTo>
                      <a:pt x="30" y="102"/>
                    </a:lnTo>
                    <a:lnTo>
                      <a:pt x="26" y="102"/>
                    </a:lnTo>
                    <a:lnTo>
                      <a:pt x="22" y="102"/>
                    </a:lnTo>
                    <a:lnTo>
                      <a:pt x="26" y="98"/>
                    </a:lnTo>
                    <a:lnTo>
                      <a:pt x="30" y="98"/>
                    </a:lnTo>
                    <a:lnTo>
                      <a:pt x="30" y="94"/>
                    </a:lnTo>
                    <a:lnTo>
                      <a:pt x="26" y="98"/>
                    </a:lnTo>
                    <a:lnTo>
                      <a:pt x="26" y="94"/>
                    </a:lnTo>
                    <a:lnTo>
                      <a:pt x="22" y="94"/>
                    </a:lnTo>
                    <a:lnTo>
                      <a:pt x="22" y="90"/>
                    </a:lnTo>
                    <a:lnTo>
                      <a:pt x="22" y="86"/>
                    </a:lnTo>
                    <a:lnTo>
                      <a:pt x="22" y="84"/>
                    </a:lnTo>
                    <a:lnTo>
                      <a:pt x="26" y="84"/>
                    </a:lnTo>
                    <a:lnTo>
                      <a:pt x="22" y="84"/>
                    </a:lnTo>
                    <a:lnTo>
                      <a:pt x="18" y="80"/>
                    </a:lnTo>
                    <a:lnTo>
                      <a:pt x="14" y="80"/>
                    </a:lnTo>
                    <a:lnTo>
                      <a:pt x="10" y="80"/>
                    </a:lnTo>
                    <a:lnTo>
                      <a:pt x="10" y="76"/>
                    </a:lnTo>
                    <a:lnTo>
                      <a:pt x="14" y="76"/>
                    </a:lnTo>
                    <a:lnTo>
                      <a:pt x="10" y="72"/>
                    </a:lnTo>
                    <a:lnTo>
                      <a:pt x="10" y="68"/>
                    </a:lnTo>
                    <a:lnTo>
                      <a:pt x="14" y="72"/>
                    </a:lnTo>
                    <a:lnTo>
                      <a:pt x="14" y="76"/>
                    </a:lnTo>
                    <a:lnTo>
                      <a:pt x="18" y="76"/>
                    </a:lnTo>
                    <a:lnTo>
                      <a:pt x="22" y="76"/>
                    </a:lnTo>
                    <a:lnTo>
                      <a:pt x="22" y="72"/>
                    </a:lnTo>
                    <a:lnTo>
                      <a:pt x="18" y="72"/>
                    </a:lnTo>
                    <a:lnTo>
                      <a:pt x="14" y="68"/>
                    </a:lnTo>
                    <a:lnTo>
                      <a:pt x="18" y="68"/>
                    </a:lnTo>
                    <a:lnTo>
                      <a:pt x="22" y="64"/>
                    </a:lnTo>
                    <a:lnTo>
                      <a:pt x="18" y="64"/>
                    </a:lnTo>
                    <a:lnTo>
                      <a:pt x="18" y="60"/>
                    </a:lnTo>
                    <a:lnTo>
                      <a:pt x="14" y="56"/>
                    </a:lnTo>
                    <a:lnTo>
                      <a:pt x="18" y="56"/>
                    </a:lnTo>
                    <a:lnTo>
                      <a:pt x="18" y="54"/>
                    </a:lnTo>
                    <a:lnTo>
                      <a:pt x="14" y="54"/>
                    </a:lnTo>
                    <a:lnTo>
                      <a:pt x="14" y="54"/>
                    </a:lnTo>
                    <a:lnTo>
                      <a:pt x="14" y="54"/>
                    </a:lnTo>
                    <a:close/>
                    <a:moveTo>
                      <a:pt x="30" y="30"/>
                    </a:moveTo>
                    <a:lnTo>
                      <a:pt x="26" y="30"/>
                    </a:lnTo>
                    <a:lnTo>
                      <a:pt x="30" y="30"/>
                    </a:lnTo>
                    <a:lnTo>
                      <a:pt x="30" y="30"/>
                    </a:lnTo>
                    <a:lnTo>
                      <a:pt x="30" y="30"/>
                    </a:lnTo>
                    <a:close/>
                    <a:moveTo>
                      <a:pt x="4" y="42"/>
                    </a:moveTo>
                    <a:lnTo>
                      <a:pt x="0" y="42"/>
                    </a:lnTo>
                    <a:lnTo>
                      <a:pt x="4" y="42"/>
                    </a:lnTo>
                    <a:lnTo>
                      <a:pt x="4" y="38"/>
                    </a:lnTo>
                    <a:lnTo>
                      <a:pt x="8" y="42"/>
                    </a:lnTo>
                    <a:lnTo>
                      <a:pt x="4" y="42"/>
                    </a:lnTo>
                    <a:lnTo>
                      <a:pt x="4" y="42"/>
                    </a:lnTo>
                    <a:lnTo>
                      <a:pt x="4" y="4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5" name="Freeform 59"/>
              <p:cNvSpPr>
                <a:spLocks/>
              </p:cNvSpPr>
              <p:nvPr/>
            </p:nvSpPr>
            <p:spPr bwMode="gray">
              <a:xfrm>
                <a:off x="6059182" y="3187422"/>
                <a:ext cx="379160" cy="253932"/>
              </a:xfrm>
              <a:custGeom>
                <a:avLst/>
                <a:gdLst>
                  <a:gd name="T0" fmla="*/ 208 w 218"/>
                  <a:gd name="T1" fmla="*/ 100 h 146"/>
                  <a:gd name="T2" fmla="*/ 200 w 218"/>
                  <a:gd name="T3" fmla="*/ 108 h 146"/>
                  <a:gd name="T4" fmla="*/ 192 w 218"/>
                  <a:gd name="T5" fmla="*/ 116 h 146"/>
                  <a:gd name="T6" fmla="*/ 188 w 218"/>
                  <a:gd name="T7" fmla="*/ 126 h 146"/>
                  <a:gd name="T8" fmla="*/ 178 w 218"/>
                  <a:gd name="T9" fmla="*/ 130 h 146"/>
                  <a:gd name="T10" fmla="*/ 170 w 218"/>
                  <a:gd name="T11" fmla="*/ 134 h 146"/>
                  <a:gd name="T12" fmla="*/ 166 w 218"/>
                  <a:gd name="T13" fmla="*/ 142 h 146"/>
                  <a:gd name="T14" fmla="*/ 156 w 218"/>
                  <a:gd name="T15" fmla="*/ 146 h 146"/>
                  <a:gd name="T16" fmla="*/ 144 w 218"/>
                  <a:gd name="T17" fmla="*/ 142 h 146"/>
                  <a:gd name="T18" fmla="*/ 140 w 218"/>
                  <a:gd name="T19" fmla="*/ 130 h 146"/>
                  <a:gd name="T20" fmla="*/ 136 w 218"/>
                  <a:gd name="T21" fmla="*/ 118 h 146"/>
                  <a:gd name="T22" fmla="*/ 126 w 218"/>
                  <a:gd name="T23" fmla="*/ 112 h 146"/>
                  <a:gd name="T24" fmla="*/ 114 w 218"/>
                  <a:gd name="T25" fmla="*/ 100 h 146"/>
                  <a:gd name="T26" fmla="*/ 106 w 218"/>
                  <a:gd name="T27" fmla="*/ 100 h 146"/>
                  <a:gd name="T28" fmla="*/ 92 w 218"/>
                  <a:gd name="T29" fmla="*/ 92 h 146"/>
                  <a:gd name="T30" fmla="*/ 84 w 218"/>
                  <a:gd name="T31" fmla="*/ 88 h 146"/>
                  <a:gd name="T32" fmla="*/ 74 w 218"/>
                  <a:gd name="T33" fmla="*/ 86 h 146"/>
                  <a:gd name="T34" fmla="*/ 62 w 218"/>
                  <a:gd name="T35" fmla="*/ 88 h 146"/>
                  <a:gd name="T36" fmla="*/ 54 w 218"/>
                  <a:gd name="T37" fmla="*/ 96 h 146"/>
                  <a:gd name="T38" fmla="*/ 44 w 218"/>
                  <a:gd name="T39" fmla="*/ 104 h 146"/>
                  <a:gd name="T40" fmla="*/ 28 w 218"/>
                  <a:gd name="T41" fmla="*/ 100 h 146"/>
                  <a:gd name="T42" fmla="*/ 18 w 218"/>
                  <a:gd name="T43" fmla="*/ 96 h 146"/>
                  <a:gd name="T44" fmla="*/ 10 w 218"/>
                  <a:gd name="T45" fmla="*/ 88 h 146"/>
                  <a:gd name="T46" fmla="*/ 4 w 218"/>
                  <a:gd name="T47" fmla="*/ 74 h 146"/>
                  <a:gd name="T48" fmla="*/ 6 w 218"/>
                  <a:gd name="T49" fmla="*/ 58 h 146"/>
                  <a:gd name="T50" fmla="*/ 6 w 218"/>
                  <a:gd name="T51" fmla="*/ 40 h 146"/>
                  <a:gd name="T52" fmla="*/ 6 w 218"/>
                  <a:gd name="T53" fmla="*/ 26 h 146"/>
                  <a:gd name="T54" fmla="*/ 20 w 218"/>
                  <a:gd name="T55" fmla="*/ 14 h 146"/>
                  <a:gd name="T56" fmla="*/ 32 w 218"/>
                  <a:gd name="T57" fmla="*/ 10 h 146"/>
                  <a:gd name="T58" fmla="*/ 44 w 218"/>
                  <a:gd name="T59" fmla="*/ 10 h 146"/>
                  <a:gd name="T60" fmla="*/ 54 w 218"/>
                  <a:gd name="T61" fmla="*/ 22 h 146"/>
                  <a:gd name="T62" fmla="*/ 62 w 218"/>
                  <a:gd name="T63" fmla="*/ 30 h 146"/>
                  <a:gd name="T64" fmla="*/ 74 w 218"/>
                  <a:gd name="T65" fmla="*/ 30 h 146"/>
                  <a:gd name="T66" fmla="*/ 84 w 218"/>
                  <a:gd name="T67" fmla="*/ 26 h 146"/>
                  <a:gd name="T68" fmla="*/ 80 w 218"/>
                  <a:gd name="T69" fmla="*/ 14 h 146"/>
                  <a:gd name="T70" fmla="*/ 92 w 218"/>
                  <a:gd name="T71" fmla="*/ 10 h 146"/>
                  <a:gd name="T72" fmla="*/ 100 w 218"/>
                  <a:gd name="T73" fmla="*/ 6 h 146"/>
                  <a:gd name="T74" fmla="*/ 102 w 218"/>
                  <a:gd name="T75" fmla="*/ 4 h 146"/>
                  <a:gd name="T76" fmla="*/ 110 w 218"/>
                  <a:gd name="T77" fmla="*/ 4 h 146"/>
                  <a:gd name="T78" fmla="*/ 122 w 218"/>
                  <a:gd name="T79" fmla="*/ 6 h 146"/>
                  <a:gd name="T80" fmla="*/ 128 w 218"/>
                  <a:gd name="T81" fmla="*/ 18 h 146"/>
                  <a:gd name="T82" fmla="*/ 128 w 218"/>
                  <a:gd name="T83" fmla="*/ 26 h 146"/>
                  <a:gd name="T84" fmla="*/ 140 w 218"/>
                  <a:gd name="T85" fmla="*/ 30 h 146"/>
                  <a:gd name="T86" fmla="*/ 152 w 218"/>
                  <a:gd name="T87" fmla="*/ 36 h 146"/>
                  <a:gd name="T88" fmla="*/ 158 w 218"/>
                  <a:gd name="T89" fmla="*/ 44 h 146"/>
                  <a:gd name="T90" fmla="*/ 162 w 218"/>
                  <a:gd name="T91" fmla="*/ 56 h 146"/>
                  <a:gd name="T92" fmla="*/ 174 w 218"/>
                  <a:gd name="T93" fmla="*/ 62 h 146"/>
                  <a:gd name="T94" fmla="*/ 182 w 218"/>
                  <a:gd name="T95" fmla="*/ 70 h 146"/>
                  <a:gd name="T96" fmla="*/ 188 w 218"/>
                  <a:gd name="T97" fmla="*/ 78 h 146"/>
                  <a:gd name="T98" fmla="*/ 204 w 218"/>
                  <a:gd name="T99" fmla="*/ 86 h 146"/>
                  <a:gd name="T100" fmla="*/ 210 w 218"/>
                  <a:gd name="T101" fmla="*/ 88 h 146"/>
                  <a:gd name="T102" fmla="*/ 218 w 218"/>
                  <a:gd name="T103" fmla="*/ 96 h 146"/>
                  <a:gd name="T104" fmla="*/ 214 w 218"/>
                  <a:gd name="T105" fmla="*/ 104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18" h="146">
                    <a:moveTo>
                      <a:pt x="214" y="104"/>
                    </a:moveTo>
                    <a:lnTo>
                      <a:pt x="210" y="104"/>
                    </a:lnTo>
                    <a:lnTo>
                      <a:pt x="208" y="104"/>
                    </a:lnTo>
                    <a:lnTo>
                      <a:pt x="208" y="100"/>
                    </a:lnTo>
                    <a:lnTo>
                      <a:pt x="204" y="100"/>
                    </a:lnTo>
                    <a:lnTo>
                      <a:pt x="204" y="104"/>
                    </a:lnTo>
                    <a:lnTo>
                      <a:pt x="204" y="108"/>
                    </a:lnTo>
                    <a:lnTo>
                      <a:pt x="200" y="108"/>
                    </a:lnTo>
                    <a:lnTo>
                      <a:pt x="196" y="108"/>
                    </a:lnTo>
                    <a:lnTo>
                      <a:pt x="192" y="108"/>
                    </a:lnTo>
                    <a:lnTo>
                      <a:pt x="192" y="112"/>
                    </a:lnTo>
                    <a:lnTo>
                      <a:pt x="192" y="116"/>
                    </a:lnTo>
                    <a:lnTo>
                      <a:pt x="188" y="116"/>
                    </a:lnTo>
                    <a:lnTo>
                      <a:pt x="188" y="118"/>
                    </a:lnTo>
                    <a:lnTo>
                      <a:pt x="188" y="122"/>
                    </a:lnTo>
                    <a:lnTo>
                      <a:pt x="188" y="126"/>
                    </a:lnTo>
                    <a:lnTo>
                      <a:pt x="184" y="126"/>
                    </a:lnTo>
                    <a:lnTo>
                      <a:pt x="182" y="126"/>
                    </a:lnTo>
                    <a:lnTo>
                      <a:pt x="182" y="130"/>
                    </a:lnTo>
                    <a:lnTo>
                      <a:pt x="178" y="130"/>
                    </a:lnTo>
                    <a:lnTo>
                      <a:pt x="174" y="130"/>
                    </a:lnTo>
                    <a:lnTo>
                      <a:pt x="170" y="134"/>
                    </a:lnTo>
                    <a:lnTo>
                      <a:pt x="166" y="134"/>
                    </a:lnTo>
                    <a:lnTo>
                      <a:pt x="170" y="134"/>
                    </a:lnTo>
                    <a:lnTo>
                      <a:pt x="170" y="138"/>
                    </a:lnTo>
                    <a:lnTo>
                      <a:pt x="166" y="138"/>
                    </a:lnTo>
                    <a:lnTo>
                      <a:pt x="170" y="138"/>
                    </a:lnTo>
                    <a:lnTo>
                      <a:pt x="166" y="142"/>
                    </a:lnTo>
                    <a:lnTo>
                      <a:pt x="162" y="142"/>
                    </a:lnTo>
                    <a:lnTo>
                      <a:pt x="162" y="146"/>
                    </a:lnTo>
                    <a:lnTo>
                      <a:pt x="158" y="146"/>
                    </a:lnTo>
                    <a:lnTo>
                      <a:pt x="156" y="146"/>
                    </a:lnTo>
                    <a:lnTo>
                      <a:pt x="156" y="142"/>
                    </a:lnTo>
                    <a:lnTo>
                      <a:pt x="152" y="142"/>
                    </a:lnTo>
                    <a:lnTo>
                      <a:pt x="148" y="142"/>
                    </a:lnTo>
                    <a:lnTo>
                      <a:pt x="144" y="142"/>
                    </a:lnTo>
                    <a:lnTo>
                      <a:pt x="144" y="138"/>
                    </a:lnTo>
                    <a:lnTo>
                      <a:pt x="140" y="138"/>
                    </a:lnTo>
                    <a:lnTo>
                      <a:pt x="140" y="134"/>
                    </a:lnTo>
                    <a:lnTo>
                      <a:pt x="140" y="130"/>
                    </a:lnTo>
                    <a:lnTo>
                      <a:pt x="140" y="126"/>
                    </a:lnTo>
                    <a:lnTo>
                      <a:pt x="140" y="122"/>
                    </a:lnTo>
                    <a:lnTo>
                      <a:pt x="140" y="118"/>
                    </a:lnTo>
                    <a:lnTo>
                      <a:pt x="136" y="118"/>
                    </a:lnTo>
                    <a:lnTo>
                      <a:pt x="132" y="118"/>
                    </a:lnTo>
                    <a:lnTo>
                      <a:pt x="128" y="118"/>
                    </a:lnTo>
                    <a:lnTo>
                      <a:pt x="126" y="116"/>
                    </a:lnTo>
                    <a:lnTo>
                      <a:pt x="126" y="112"/>
                    </a:lnTo>
                    <a:lnTo>
                      <a:pt x="122" y="108"/>
                    </a:lnTo>
                    <a:lnTo>
                      <a:pt x="118" y="108"/>
                    </a:lnTo>
                    <a:lnTo>
                      <a:pt x="114" y="104"/>
                    </a:lnTo>
                    <a:lnTo>
                      <a:pt x="114" y="100"/>
                    </a:lnTo>
                    <a:lnTo>
                      <a:pt x="110" y="100"/>
                    </a:lnTo>
                    <a:lnTo>
                      <a:pt x="110" y="96"/>
                    </a:lnTo>
                    <a:lnTo>
                      <a:pt x="106" y="96"/>
                    </a:lnTo>
                    <a:lnTo>
                      <a:pt x="106" y="100"/>
                    </a:lnTo>
                    <a:lnTo>
                      <a:pt x="106" y="96"/>
                    </a:lnTo>
                    <a:lnTo>
                      <a:pt x="102" y="100"/>
                    </a:lnTo>
                    <a:lnTo>
                      <a:pt x="100" y="96"/>
                    </a:lnTo>
                    <a:lnTo>
                      <a:pt x="92" y="92"/>
                    </a:lnTo>
                    <a:lnTo>
                      <a:pt x="88" y="92"/>
                    </a:lnTo>
                    <a:lnTo>
                      <a:pt x="88" y="88"/>
                    </a:lnTo>
                    <a:lnTo>
                      <a:pt x="84" y="86"/>
                    </a:lnTo>
                    <a:lnTo>
                      <a:pt x="84" y="88"/>
                    </a:lnTo>
                    <a:lnTo>
                      <a:pt x="80" y="88"/>
                    </a:lnTo>
                    <a:lnTo>
                      <a:pt x="80" y="86"/>
                    </a:lnTo>
                    <a:lnTo>
                      <a:pt x="76" y="86"/>
                    </a:lnTo>
                    <a:lnTo>
                      <a:pt x="74" y="86"/>
                    </a:lnTo>
                    <a:lnTo>
                      <a:pt x="74" y="88"/>
                    </a:lnTo>
                    <a:lnTo>
                      <a:pt x="70" y="88"/>
                    </a:lnTo>
                    <a:lnTo>
                      <a:pt x="66" y="88"/>
                    </a:lnTo>
                    <a:lnTo>
                      <a:pt x="62" y="88"/>
                    </a:lnTo>
                    <a:lnTo>
                      <a:pt x="58" y="88"/>
                    </a:lnTo>
                    <a:lnTo>
                      <a:pt x="58" y="92"/>
                    </a:lnTo>
                    <a:lnTo>
                      <a:pt x="54" y="92"/>
                    </a:lnTo>
                    <a:lnTo>
                      <a:pt x="54" y="96"/>
                    </a:lnTo>
                    <a:lnTo>
                      <a:pt x="50" y="96"/>
                    </a:lnTo>
                    <a:lnTo>
                      <a:pt x="50" y="100"/>
                    </a:lnTo>
                    <a:lnTo>
                      <a:pt x="48" y="104"/>
                    </a:lnTo>
                    <a:lnTo>
                      <a:pt x="44" y="104"/>
                    </a:lnTo>
                    <a:lnTo>
                      <a:pt x="40" y="104"/>
                    </a:lnTo>
                    <a:lnTo>
                      <a:pt x="36" y="104"/>
                    </a:lnTo>
                    <a:lnTo>
                      <a:pt x="32" y="104"/>
                    </a:lnTo>
                    <a:lnTo>
                      <a:pt x="28" y="100"/>
                    </a:lnTo>
                    <a:lnTo>
                      <a:pt x="24" y="100"/>
                    </a:lnTo>
                    <a:lnTo>
                      <a:pt x="24" y="96"/>
                    </a:lnTo>
                    <a:lnTo>
                      <a:pt x="20" y="96"/>
                    </a:lnTo>
                    <a:lnTo>
                      <a:pt x="18" y="96"/>
                    </a:lnTo>
                    <a:lnTo>
                      <a:pt x="14" y="96"/>
                    </a:lnTo>
                    <a:lnTo>
                      <a:pt x="14" y="92"/>
                    </a:lnTo>
                    <a:lnTo>
                      <a:pt x="10" y="92"/>
                    </a:lnTo>
                    <a:lnTo>
                      <a:pt x="10" y="88"/>
                    </a:lnTo>
                    <a:lnTo>
                      <a:pt x="6" y="86"/>
                    </a:lnTo>
                    <a:lnTo>
                      <a:pt x="4" y="82"/>
                    </a:lnTo>
                    <a:lnTo>
                      <a:pt x="4" y="78"/>
                    </a:lnTo>
                    <a:lnTo>
                      <a:pt x="4" y="74"/>
                    </a:lnTo>
                    <a:lnTo>
                      <a:pt x="4" y="70"/>
                    </a:lnTo>
                    <a:lnTo>
                      <a:pt x="6" y="66"/>
                    </a:lnTo>
                    <a:lnTo>
                      <a:pt x="6" y="62"/>
                    </a:lnTo>
                    <a:lnTo>
                      <a:pt x="6" y="58"/>
                    </a:lnTo>
                    <a:lnTo>
                      <a:pt x="6" y="56"/>
                    </a:lnTo>
                    <a:lnTo>
                      <a:pt x="6" y="48"/>
                    </a:lnTo>
                    <a:lnTo>
                      <a:pt x="6" y="44"/>
                    </a:lnTo>
                    <a:lnTo>
                      <a:pt x="6" y="40"/>
                    </a:lnTo>
                    <a:lnTo>
                      <a:pt x="6" y="36"/>
                    </a:lnTo>
                    <a:lnTo>
                      <a:pt x="4" y="32"/>
                    </a:lnTo>
                    <a:lnTo>
                      <a:pt x="0" y="30"/>
                    </a:lnTo>
                    <a:lnTo>
                      <a:pt x="6" y="26"/>
                    </a:lnTo>
                    <a:lnTo>
                      <a:pt x="10" y="26"/>
                    </a:lnTo>
                    <a:lnTo>
                      <a:pt x="14" y="22"/>
                    </a:lnTo>
                    <a:lnTo>
                      <a:pt x="18" y="18"/>
                    </a:lnTo>
                    <a:lnTo>
                      <a:pt x="20" y="14"/>
                    </a:lnTo>
                    <a:lnTo>
                      <a:pt x="24" y="14"/>
                    </a:lnTo>
                    <a:lnTo>
                      <a:pt x="24" y="10"/>
                    </a:lnTo>
                    <a:lnTo>
                      <a:pt x="28" y="10"/>
                    </a:lnTo>
                    <a:lnTo>
                      <a:pt x="32" y="10"/>
                    </a:lnTo>
                    <a:lnTo>
                      <a:pt x="36" y="6"/>
                    </a:lnTo>
                    <a:lnTo>
                      <a:pt x="40" y="6"/>
                    </a:lnTo>
                    <a:lnTo>
                      <a:pt x="44" y="6"/>
                    </a:lnTo>
                    <a:lnTo>
                      <a:pt x="44" y="10"/>
                    </a:lnTo>
                    <a:lnTo>
                      <a:pt x="48" y="10"/>
                    </a:lnTo>
                    <a:lnTo>
                      <a:pt x="50" y="14"/>
                    </a:lnTo>
                    <a:lnTo>
                      <a:pt x="54" y="18"/>
                    </a:lnTo>
                    <a:lnTo>
                      <a:pt x="54" y="22"/>
                    </a:lnTo>
                    <a:lnTo>
                      <a:pt x="58" y="22"/>
                    </a:lnTo>
                    <a:lnTo>
                      <a:pt x="58" y="26"/>
                    </a:lnTo>
                    <a:lnTo>
                      <a:pt x="58" y="30"/>
                    </a:lnTo>
                    <a:lnTo>
                      <a:pt x="62" y="30"/>
                    </a:lnTo>
                    <a:lnTo>
                      <a:pt x="66" y="30"/>
                    </a:lnTo>
                    <a:lnTo>
                      <a:pt x="66" y="26"/>
                    </a:lnTo>
                    <a:lnTo>
                      <a:pt x="70" y="30"/>
                    </a:lnTo>
                    <a:lnTo>
                      <a:pt x="74" y="30"/>
                    </a:lnTo>
                    <a:lnTo>
                      <a:pt x="76" y="30"/>
                    </a:lnTo>
                    <a:lnTo>
                      <a:pt x="80" y="30"/>
                    </a:lnTo>
                    <a:lnTo>
                      <a:pt x="84" y="30"/>
                    </a:lnTo>
                    <a:lnTo>
                      <a:pt x="84" y="26"/>
                    </a:lnTo>
                    <a:lnTo>
                      <a:pt x="80" y="26"/>
                    </a:lnTo>
                    <a:lnTo>
                      <a:pt x="80" y="22"/>
                    </a:lnTo>
                    <a:lnTo>
                      <a:pt x="80" y="18"/>
                    </a:lnTo>
                    <a:lnTo>
                      <a:pt x="80" y="14"/>
                    </a:lnTo>
                    <a:lnTo>
                      <a:pt x="84" y="14"/>
                    </a:lnTo>
                    <a:lnTo>
                      <a:pt x="84" y="10"/>
                    </a:lnTo>
                    <a:lnTo>
                      <a:pt x="88" y="10"/>
                    </a:lnTo>
                    <a:lnTo>
                      <a:pt x="92" y="10"/>
                    </a:lnTo>
                    <a:lnTo>
                      <a:pt x="96" y="10"/>
                    </a:lnTo>
                    <a:lnTo>
                      <a:pt x="96" y="6"/>
                    </a:lnTo>
                    <a:lnTo>
                      <a:pt x="96" y="4"/>
                    </a:lnTo>
                    <a:lnTo>
                      <a:pt x="100" y="6"/>
                    </a:lnTo>
                    <a:lnTo>
                      <a:pt x="102" y="6"/>
                    </a:lnTo>
                    <a:lnTo>
                      <a:pt x="100" y="4"/>
                    </a:lnTo>
                    <a:lnTo>
                      <a:pt x="100" y="0"/>
                    </a:lnTo>
                    <a:lnTo>
                      <a:pt x="102" y="4"/>
                    </a:lnTo>
                    <a:lnTo>
                      <a:pt x="102" y="0"/>
                    </a:lnTo>
                    <a:lnTo>
                      <a:pt x="106" y="0"/>
                    </a:lnTo>
                    <a:lnTo>
                      <a:pt x="106" y="4"/>
                    </a:lnTo>
                    <a:lnTo>
                      <a:pt x="110" y="4"/>
                    </a:lnTo>
                    <a:lnTo>
                      <a:pt x="114" y="4"/>
                    </a:lnTo>
                    <a:lnTo>
                      <a:pt x="114" y="6"/>
                    </a:lnTo>
                    <a:lnTo>
                      <a:pt x="118" y="6"/>
                    </a:lnTo>
                    <a:lnTo>
                      <a:pt x="122" y="6"/>
                    </a:lnTo>
                    <a:lnTo>
                      <a:pt x="126" y="10"/>
                    </a:lnTo>
                    <a:lnTo>
                      <a:pt x="126" y="14"/>
                    </a:lnTo>
                    <a:lnTo>
                      <a:pt x="126" y="18"/>
                    </a:lnTo>
                    <a:lnTo>
                      <a:pt x="128" y="18"/>
                    </a:lnTo>
                    <a:lnTo>
                      <a:pt x="126" y="18"/>
                    </a:lnTo>
                    <a:lnTo>
                      <a:pt x="126" y="22"/>
                    </a:lnTo>
                    <a:lnTo>
                      <a:pt x="126" y="26"/>
                    </a:lnTo>
                    <a:lnTo>
                      <a:pt x="128" y="26"/>
                    </a:lnTo>
                    <a:lnTo>
                      <a:pt x="128" y="30"/>
                    </a:lnTo>
                    <a:lnTo>
                      <a:pt x="132" y="30"/>
                    </a:lnTo>
                    <a:lnTo>
                      <a:pt x="136" y="30"/>
                    </a:lnTo>
                    <a:lnTo>
                      <a:pt x="140" y="30"/>
                    </a:lnTo>
                    <a:lnTo>
                      <a:pt x="144" y="30"/>
                    </a:lnTo>
                    <a:lnTo>
                      <a:pt x="148" y="30"/>
                    </a:lnTo>
                    <a:lnTo>
                      <a:pt x="152" y="32"/>
                    </a:lnTo>
                    <a:lnTo>
                      <a:pt x="152" y="36"/>
                    </a:lnTo>
                    <a:lnTo>
                      <a:pt x="152" y="40"/>
                    </a:lnTo>
                    <a:lnTo>
                      <a:pt x="156" y="40"/>
                    </a:lnTo>
                    <a:lnTo>
                      <a:pt x="156" y="44"/>
                    </a:lnTo>
                    <a:lnTo>
                      <a:pt x="158" y="44"/>
                    </a:lnTo>
                    <a:lnTo>
                      <a:pt x="158" y="48"/>
                    </a:lnTo>
                    <a:lnTo>
                      <a:pt x="158" y="52"/>
                    </a:lnTo>
                    <a:lnTo>
                      <a:pt x="158" y="56"/>
                    </a:lnTo>
                    <a:lnTo>
                      <a:pt x="162" y="56"/>
                    </a:lnTo>
                    <a:lnTo>
                      <a:pt x="162" y="58"/>
                    </a:lnTo>
                    <a:lnTo>
                      <a:pt x="166" y="58"/>
                    </a:lnTo>
                    <a:lnTo>
                      <a:pt x="170" y="62"/>
                    </a:lnTo>
                    <a:lnTo>
                      <a:pt x="174" y="62"/>
                    </a:lnTo>
                    <a:lnTo>
                      <a:pt x="174" y="66"/>
                    </a:lnTo>
                    <a:lnTo>
                      <a:pt x="178" y="66"/>
                    </a:lnTo>
                    <a:lnTo>
                      <a:pt x="178" y="70"/>
                    </a:lnTo>
                    <a:lnTo>
                      <a:pt x="182" y="70"/>
                    </a:lnTo>
                    <a:lnTo>
                      <a:pt x="182" y="74"/>
                    </a:lnTo>
                    <a:lnTo>
                      <a:pt x="184" y="74"/>
                    </a:lnTo>
                    <a:lnTo>
                      <a:pt x="188" y="74"/>
                    </a:lnTo>
                    <a:lnTo>
                      <a:pt x="188" y="78"/>
                    </a:lnTo>
                    <a:lnTo>
                      <a:pt x="192" y="78"/>
                    </a:lnTo>
                    <a:lnTo>
                      <a:pt x="196" y="82"/>
                    </a:lnTo>
                    <a:lnTo>
                      <a:pt x="200" y="86"/>
                    </a:lnTo>
                    <a:lnTo>
                      <a:pt x="204" y="86"/>
                    </a:lnTo>
                    <a:lnTo>
                      <a:pt x="204" y="88"/>
                    </a:lnTo>
                    <a:lnTo>
                      <a:pt x="208" y="88"/>
                    </a:lnTo>
                    <a:lnTo>
                      <a:pt x="208" y="86"/>
                    </a:lnTo>
                    <a:lnTo>
                      <a:pt x="210" y="88"/>
                    </a:lnTo>
                    <a:lnTo>
                      <a:pt x="214" y="88"/>
                    </a:lnTo>
                    <a:lnTo>
                      <a:pt x="214" y="92"/>
                    </a:lnTo>
                    <a:lnTo>
                      <a:pt x="218" y="92"/>
                    </a:lnTo>
                    <a:lnTo>
                      <a:pt x="218" y="96"/>
                    </a:lnTo>
                    <a:lnTo>
                      <a:pt x="214" y="100"/>
                    </a:lnTo>
                    <a:lnTo>
                      <a:pt x="214" y="104"/>
                    </a:lnTo>
                    <a:lnTo>
                      <a:pt x="218" y="104"/>
                    </a:lnTo>
                    <a:lnTo>
                      <a:pt x="214" y="104"/>
                    </a:lnTo>
                    <a:lnTo>
                      <a:pt x="214" y="104"/>
                    </a:lnTo>
                    <a:lnTo>
                      <a:pt x="214" y="10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6" name="Freeform 60"/>
              <p:cNvSpPr>
                <a:spLocks noEditPoints="1"/>
              </p:cNvSpPr>
              <p:nvPr/>
            </p:nvSpPr>
            <p:spPr bwMode="gray">
              <a:xfrm>
                <a:off x="6069617" y="3733548"/>
                <a:ext cx="114791" cy="104356"/>
              </a:xfrm>
              <a:custGeom>
                <a:avLst/>
                <a:gdLst>
                  <a:gd name="T0" fmla="*/ 66 w 66"/>
                  <a:gd name="T1" fmla="*/ 14 h 60"/>
                  <a:gd name="T2" fmla="*/ 66 w 66"/>
                  <a:gd name="T3" fmla="*/ 18 h 60"/>
                  <a:gd name="T4" fmla="*/ 66 w 66"/>
                  <a:gd name="T5" fmla="*/ 18 h 60"/>
                  <a:gd name="T6" fmla="*/ 66 w 66"/>
                  <a:gd name="T7" fmla="*/ 22 h 60"/>
                  <a:gd name="T8" fmla="*/ 62 w 66"/>
                  <a:gd name="T9" fmla="*/ 22 h 60"/>
                  <a:gd name="T10" fmla="*/ 62 w 66"/>
                  <a:gd name="T11" fmla="*/ 22 h 60"/>
                  <a:gd name="T12" fmla="*/ 62 w 66"/>
                  <a:gd name="T13" fmla="*/ 22 h 60"/>
                  <a:gd name="T14" fmla="*/ 62 w 66"/>
                  <a:gd name="T15" fmla="*/ 18 h 60"/>
                  <a:gd name="T16" fmla="*/ 60 w 66"/>
                  <a:gd name="T17" fmla="*/ 18 h 60"/>
                  <a:gd name="T18" fmla="*/ 60 w 66"/>
                  <a:gd name="T19" fmla="*/ 22 h 60"/>
                  <a:gd name="T20" fmla="*/ 60 w 66"/>
                  <a:gd name="T21" fmla="*/ 26 h 60"/>
                  <a:gd name="T22" fmla="*/ 60 w 66"/>
                  <a:gd name="T23" fmla="*/ 30 h 60"/>
                  <a:gd name="T24" fmla="*/ 60 w 66"/>
                  <a:gd name="T25" fmla="*/ 34 h 60"/>
                  <a:gd name="T26" fmla="*/ 62 w 66"/>
                  <a:gd name="T27" fmla="*/ 36 h 60"/>
                  <a:gd name="T28" fmla="*/ 56 w 66"/>
                  <a:gd name="T29" fmla="*/ 36 h 60"/>
                  <a:gd name="T30" fmla="*/ 56 w 66"/>
                  <a:gd name="T31" fmla="*/ 40 h 60"/>
                  <a:gd name="T32" fmla="*/ 52 w 66"/>
                  <a:gd name="T33" fmla="*/ 48 h 60"/>
                  <a:gd name="T34" fmla="*/ 52 w 66"/>
                  <a:gd name="T35" fmla="*/ 52 h 60"/>
                  <a:gd name="T36" fmla="*/ 52 w 66"/>
                  <a:gd name="T37" fmla="*/ 56 h 60"/>
                  <a:gd name="T38" fmla="*/ 48 w 66"/>
                  <a:gd name="T39" fmla="*/ 60 h 60"/>
                  <a:gd name="T40" fmla="*/ 0 w 66"/>
                  <a:gd name="T41" fmla="*/ 34 h 60"/>
                  <a:gd name="T42" fmla="*/ 0 w 66"/>
                  <a:gd name="T43" fmla="*/ 34 h 60"/>
                  <a:gd name="T44" fmla="*/ 4 w 66"/>
                  <a:gd name="T45" fmla="*/ 36 h 60"/>
                  <a:gd name="T46" fmla="*/ 6 w 66"/>
                  <a:gd name="T47" fmla="*/ 36 h 60"/>
                  <a:gd name="T48" fmla="*/ 10 w 66"/>
                  <a:gd name="T49" fmla="*/ 34 h 60"/>
                  <a:gd name="T50" fmla="*/ 14 w 66"/>
                  <a:gd name="T51" fmla="*/ 34 h 60"/>
                  <a:gd name="T52" fmla="*/ 18 w 66"/>
                  <a:gd name="T53" fmla="*/ 34 h 60"/>
                  <a:gd name="T54" fmla="*/ 26 w 66"/>
                  <a:gd name="T55" fmla="*/ 34 h 60"/>
                  <a:gd name="T56" fmla="*/ 26 w 66"/>
                  <a:gd name="T57" fmla="*/ 36 h 60"/>
                  <a:gd name="T58" fmla="*/ 36 w 66"/>
                  <a:gd name="T59" fmla="*/ 34 h 60"/>
                  <a:gd name="T60" fmla="*/ 40 w 66"/>
                  <a:gd name="T61" fmla="*/ 30 h 60"/>
                  <a:gd name="T62" fmla="*/ 40 w 66"/>
                  <a:gd name="T63" fmla="*/ 30 h 60"/>
                  <a:gd name="T64" fmla="*/ 40 w 66"/>
                  <a:gd name="T65" fmla="*/ 22 h 60"/>
                  <a:gd name="T66" fmla="*/ 48 w 66"/>
                  <a:gd name="T67" fmla="*/ 18 h 60"/>
                  <a:gd name="T68" fmla="*/ 48 w 66"/>
                  <a:gd name="T69" fmla="*/ 14 h 60"/>
                  <a:gd name="T70" fmla="*/ 52 w 66"/>
                  <a:gd name="T71" fmla="*/ 14 h 60"/>
                  <a:gd name="T72" fmla="*/ 52 w 66"/>
                  <a:gd name="T73" fmla="*/ 14 h 60"/>
                  <a:gd name="T74" fmla="*/ 52 w 66"/>
                  <a:gd name="T75" fmla="*/ 10 h 60"/>
                  <a:gd name="T76" fmla="*/ 56 w 66"/>
                  <a:gd name="T77" fmla="*/ 10 h 60"/>
                  <a:gd name="T78" fmla="*/ 56 w 66"/>
                  <a:gd name="T79" fmla="*/ 6 h 60"/>
                  <a:gd name="T80" fmla="*/ 56 w 66"/>
                  <a:gd name="T81" fmla="*/ 6 h 60"/>
                  <a:gd name="T82" fmla="*/ 60 w 66"/>
                  <a:gd name="T83" fmla="*/ 6 h 60"/>
                  <a:gd name="T84" fmla="*/ 62 w 66"/>
                  <a:gd name="T85" fmla="*/ 0 h 60"/>
                  <a:gd name="T86" fmla="*/ 62 w 66"/>
                  <a:gd name="T87" fmla="*/ 2 h 60"/>
                  <a:gd name="T88" fmla="*/ 62 w 66"/>
                  <a:gd name="T89" fmla="*/ 6 h 60"/>
                  <a:gd name="T90" fmla="*/ 66 w 66"/>
                  <a:gd name="T91" fmla="*/ 6 h 60"/>
                  <a:gd name="T92" fmla="*/ 66 w 66"/>
                  <a:gd name="T93" fmla="*/ 10 h 60"/>
                  <a:gd name="T94" fmla="*/ 36 w 66"/>
                  <a:gd name="T95" fmla="*/ 26 h 60"/>
                  <a:gd name="T96" fmla="*/ 30 w 66"/>
                  <a:gd name="T97" fmla="*/ 34 h 60"/>
                  <a:gd name="T98" fmla="*/ 30 w 66"/>
                  <a:gd name="T99" fmla="*/ 34 h 60"/>
                  <a:gd name="T100" fmla="*/ 30 w 66"/>
                  <a:gd name="T101" fmla="*/ 34 h 60"/>
                  <a:gd name="T102" fmla="*/ 32 w 66"/>
                  <a:gd name="T103" fmla="*/ 34 h 60"/>
                  <a:gd name="T104" fmla="*/ 30 w 66"/>
                  <a:gd name="T105" fmla="*/ 3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6" h="60">
                    <a:moveTo>
                      <a:pt x="66" y="10"/>
                    </a:moveTo>
                    <a:lnTo>
                      <a:pt x="66" y="10"/>
                    </a:lnTo>
                    <a:lnTo>
                      <a:pt x="66" y="10"/>
                    </a:lnTo>
                    <a:lnTo>
                      <a:pt x="66" y="14"/>
                    </a:lnTo>
                    <a:lnTo>
                      <a:pt x="66" y="14"/>
                    </a:lnTo>
                    <a:lnTo>
                      <a:pt x="66" y="18"/>
                    </a:lnTo>
                    <a:lnTo>
                      <a:pt x="66" y="18"/>
                    </a:lnTo>
                    <a:lnTo>
                      <a:pt x="66" y="18"/>
                    </a:lnTo>
                    <a:lnTo>
                      <a:pt x="66" y="18"/>
                    </a:lnTo>
                    <a:lnTo>
                      <a:pt x="66" y="18"/>
                    </a:lnTo>
                    <a:lnTo>
                      <a:pt x="66" y="18"/>
                    </a:lnTo>
                    <a:lnTo>
                      <a:pt x="66" y="18"/>
                    </a:lnTo>
                    <a:lnTo>
                      <a:pt x="66" y="18"/>
                    </a:lnTo>
                    <a:lnTo>
                      <a:pt x="66" y="22"/>
                    </a:lnTo>
                    <a:lnTo>
                      <a:pt x="66" y="22"/>
                    </a:lnTo>
                    <a:lnTo>
                      <a:pt x="66" y="22"/>
                    </a:lnTo>
                    <a:lnTo>
                      <a:pt x="66" y="22"/>
                    </a:lnTo>
                    <a:lnTo>
                      <a:pt x="66" y="22"/>
                    </a:lnTo>
                    <a:lnTo>
                      <a:pt x="66" y="22"/>
                    </a:lnTo>
                    <a:lnTo>
                      <a:pt x="62" y="22"/>
                    </a:lnTo>
                    <a:lnTo>
                      <a:pt x="62" y="22"/>
                    </a:lnTo>
                    <a:lnTo>
                      <a:pt x="62" y="22"/>
                    </a:lnTo>
                    <a:lnTo>
                      <a:pt x="62" y="22"/>
                    </a:lnTo>
                    <a:lnTo>
                      <a:pt x="62" y="22"/>
                    </a:lnTo>
                    <a:lnTo>
                      <a:pt x="62" y="22"/>
                    </a:lnTo>
                    <a:lnTo>
                      <a:pt x="62" y="22"/>
                    </a:lnTo>
                    <a:lnTo>
                      <a:pt x="60" y="22"/>
                    </a:lnTo>
                    <a:lnTo>
                      <a:pt x="62" y="22"/>
                    </a:lnTo>
                    <a:lnTo>
                      <a:pt x="62" y="22"/>
                    </a:lnTo>
                    <a:lnTo>
                      <a:pt x="62" y="22"/>
                    </a:lnTo>
                    <a:lnTo>
                      <a:pt x="62" y="18"/>
                    </a:lnTo>
                    <a:lnTo>
                      <a:pt x="62" y="18"/>
                    </a:lnTo>
                    <a:lnTo>
                      <a:pt x="62" y="18"/>
                    </a:lnTo>
                    <a:lnTo>
                      <a:pt x="60" y="18"/>
                    </a:lnTo>
                    <a:lnTo>
                      <a:pt x="60" y="18"/>
                    </a:lnTo>
                    <a:lnTo>
                      <a:pt x="60" y="18"/>
                    </a:lnTo>
                    <a:lnTo>
                      <a:pt x="60" y="18"/>
                    </a:lnTo>
                    <a:lnTo>
                      <a:pt x="60" y="18"/>
                    </a:lnTo>
                    <a:lnTo>
                      <a:pt x="60" y="22"/>
                    </a:lnTo>
                    <a:lnTo>
                      <a:pt x="60" y="22"/>
                    </a:lnTo>
                    <a:lnTo>
                      <a:pt x="60" y="22"/>
                    </a:lnTo>
                    <a:lnTo>
                      <a:pt x="60" y="22"/>
                    </a:lnTo>
                    <a:lnTo>
                      <a:pt x="60" y="26"/>
                    </a:lnTo>
                    <a:lnTo>
                      <a:pt x="60" y="26"/>
                    </a:lnTo>
                    <a:lnTo>
                      <a:pt x="60" y="26"/>
                    </a:lnTo>
                    <a:lnTo>
                      <a:pt x="60" y="26"/>
                    </a:lnTo>
                    <a:lnTo>
                      <a:pt x="60" y="30"/>
                    </a:lnTo>
                    <a:lnTo>
                      <a:pt x="60" y="30"/>
                    </a:lnTo>
                    <a:lnTo>
                      <a:pt x="60" y="30"/>
                    </a:lnTo>
                    <a:lnTo>
                      <a:pt x="60" y="34"/>
                    </a:lnTo>
                    <a:lnTo>
                      <a:pt x="60" y="34"/>
                    </a:lnTo>
                    <a:lnTo>
                      <a:pt x="60" y="34"/>
                    </a:lnTo>
                    <a:lnTo>
                      <a:pt x="60" y="34"/>
                    </a:lnTo>
                    <a:lnTo>
                      <a:pt x="60" y="34"/>
                    </a:lnTo>
                    <a:lnTo>
                      <a:pt x="62" y="36"/>
                    </a:lnTo>
                    <a:lnTo>
                      <a:pt x="62" y="36"/>
                    </a:lnTo>
                    <a:lnTo>
                      <a:pt x="60" y="36"/>
                    </a:lnTo>
                    <a:lnTo>
                      <a:pt x="60" y="36"/>
                    </a:lnTo>
                    <a:lnTo>
                      <a:pt x="56" y="36"/>
                    </a:lnTo>
                    <a:lnTo>
                      <a:pt x="56" y="36"/>
                    </a:lnTo>
                    <a:lnTo>
                      <a:pt x="56" y="36"/>
                    </a:lnTo>
                    <a:lnTo>
                      <a:pt x="56" y="36"/>
                    </a:lnTo>
                    <a:lnTo>
                      <a:pt x="56" y="36"/>
                    </a:lnTo>
                    <a:lnTo>
                      <a:pt x="56" y="40"/>
                    </a:lnTo>
                    <a:lnTo>
                      <a:pt x="56" y="44"/>
                    </a:lnTo>
                    <a:lnTo>
                      <a:pt x="52" y="44"/>
                    </a:lnTo>
                    <a:lnTo>
                      <a:pt x="52" y="48"/>
                    </a:lnTo>
                    <a:lnTo>
                      <a:pt x="52" y="48"/>
                    </a:lnTo>
                    <a:lnTo>
                      <a:pt x="52" y="52"/>
                    </a:lnTo>
                    <a:lnTo>
                      <a:pt x="52" y="52"/>
                    </a:lnTo>
                    <a:lnTo>
                      <a:pt x="52" y="52"/>
                    </a:lnTo>
                    <a:lnTo>
                      <a:pt x="52" y="52"/>
                    </a:lnTo>
                    <a:lnTo>
                      <a:pt x="52" y="56"/>
                    </a:lnTo>
                    <a:lnTo>
                      <a:pt x="52" y="56"/>
                    </a:lnTo>
                    <a:lnTo>
                      <a:pt x="52" y="56"/>
                    </a:lnTo>
                    <a:lnTo>
                      <a:pt x="52" y="56"/>
                    </a:lnTo>
                    <a:lnTo>
                      <a:pt x="52" y="60"/>
                    </a:lnTo>
                    <a:lnTo>
                      <a:pt x="52" y="60"/>
                    </a:lnTo>
                    <a:lnTo>
                      <a:pt x="48" y="60"/>
                    </a:lnTo>
                    <a:lnTo>
                      <a:pt x="48" y="60"/>
                    </a:lnTo>
                    <a:lnTo>
                      <a:pt x="14" y="56"/>
                    </a:lnTo>
                    <a:lnTo>
                      <a:pt x="0" y="34"/>
                    </a:lnTo>
                    <a:lnTo>
                      <a:pt x="0" y="34"/>
                    </a:lnTo>
                    <a:lnTo>
                      <a:pt x="0" y="34"/>
                    </a:lnTo>
                    <a:lnTo>
                      <a:pt x="0" y="34"/>
                    </a:lnTo>
                    <a:lnTo>
                      <a:pt x="0" y="34"/>
                    </a:lnTo>
                    <a:lnTo>
                      <a:pt x="0" y="34"/>
                    </a:lnTo>
                    <a:lnTo>
                      <a:pt x="0" y="34"/>
                    </a:lnTo>
                    <a:lnTo>
                      <a:pt x="4" y="36"/>
                    </a:lnTo>
                    <a:lnTo>
                      <a:pt x="4" y="36"/>
                    </a:lnTo>
                    <a:lnTo>
                      <a:pt x="4" y="36"/>
                    </a:lnTo>
                    <a:lnTo>
                      <a:pt x="4" y="36"/>
                    </a:lnTo>
                    <a:lnTo>
                      <a:pt x="4" y="36"/>
                    </a:lnTo>
                    <a:lnTo>
                      <a:pt x="6" y="36"/>
                    </a:lnTo>
                    <a:lnTo>
                      <a:pt x="6" y="36"/>
                    </a:lnTo>
                    <a:lnTo>
                      <a:pt x="6" y="36"/>
                    </a:lnTo>
                    <a:lnTo>
                      <a:pt x="6" y="36"/>
                    </a:lnTo>
                    <a:lnTo>
                      <a:pt x="10" y="36"/>
                    </a:lnTo>
                    <a:lnTo>
                      <a:pt x="10" y="36"/>
                    </a:lnTo>
                    <a:lnTo>
                      <a:pt x="10" y="34"/>
                    </a:lnTo>
                    <a:lnTo>
                      <a:pt x="14" y="34"/>
                    </a:lnTo>
                    <a:lnTo>
                      <a:pt x="14" y="34"/>
                    </a:lnTo>
                    <a:lnTo>
                      <a:pt x="14" y="34"/>
                    </a:lnTo>
                    <a:lnTo>
                      <a:pt x="14" y="34"/>
                    </a:lnTo>
                    <a:lnTo>
                      <a:pt x="14" y="34"/>
                    </a:lnTo>
                    <a:lnTo>
                      <a:pt x="18" y="34"/>
                    </a:lnTo>
                    <a:lnTo>
                      <a:pt x="18" y="34"/>
                    </a:lnTo>
                    <a:lnTo>
                      <a:pt x="18" y="34"/>
                    </a:lnTo>
                    <a:lnTo>
                      <a:pt x="22" y="34"/>
                    </a:lnTo>
                    <a:lnTo>
                      <a:pt x="22" y="34"/>
                    </a:lnTo>
                    <a:lnTo>
                      <a:pt x="22" y="34"/>
                    </a:lnTo>
                    <a:lnTo>
                      <a:pt x="26" y="34"/>
                    </a:lnTo>
                    <a:lnTo>
                      <a:pt x="26" y="34"/>
                    </a:lnTo>
                    <a:lnTo>
                      <a:pt x="26" y="36"/>
                    </a:lnTo>
                    <a:lnTo>
                      <a:pt x="26" y="36"/>
                    </a:lnTo>
                    <a:lnTo>
                      <a:pt x="26" y="36"/>
                    </a:lnTo>
                    <a:lnTo>
                      <a:pt x="26" y="36"/>
                    </a:lnTo>
                    <a:lnTo>
                      <a:pt x="30" y="36"/>
                    </a:lnTo>
                    <a:lnTo>
                      <a:pt x="32" y="34"/>
                    </a:lnTo>
                    <a:lnTo>
                      <a:pt x="36" y="34"/>
                    </a:lnTo>
                    <a:lnTo>
                      <a:pt x="36" y="34"/>
                    </a:lnTo>
                    <a:lnTo>
                      <a:pt x="36" y="34"/>
                    </a:lnTo>
                    <a:lnTo>
                      <a:pt x="40" y="34"/>
                    </a:lnTo>
                    <a:lnTo>
                      <a:pt x="40" y="30"/>
                    </a:lnTo>
                    <a:lnTo>
                      <a:pt x="40" y="30"/>
                    </a:lnTo>
                    <a:lnTo>
                      <a:pt x="40" y="30"/>
                    </a:lnTo>
                    <a:lnTo>
                      <a:pt x="40" y="30"/>
                    </a:lnTo>
                    <a:lnTo>
                      <a:pt x="40" y="30"/>
                    </a:lnTo>
                    <a:lnTo>
                      <a:pt x="40" y="30"/>
                    </a:lnTo>
                    <a:lnTo>
                      <a:pt x="40" y="26"/>
                    </a:lnTo>
                    <a:lnTo>
                      <a:pt x="40" y="22"/>
                    </a:lnTo>
                    <a:lnTo>
                      <a:pt x="40" y="22"/>
                    </a:lnTo>
                    <a:lnTo>
                      <a:pt x="44" y="22"/>
                    </a:lnTo>
                    <a:lnTo>
                      <a:pt x="48" y="18"/>
                    </a:lnTo>
                    <a:lnTo>
                      <a:pt x="48" y="18"/>
                    </a:lnTo>
                    <a:lnTo>
                      <a:pt x="48" y="18"/>
                    </a:lnTo>
                    <a:lnTo>
                      <a:pt x="48" y="18"/>
                    </a:lnTo>
                    <a:lnTo>
                      <a:pt x="48" y="18"/>
                    </a:lnTo>
                    <a:lnTo>
                      <a:pt x="48" y="18"/>
                    </a:lnTo>
                    <a:lnTo>
                      <a:pt x="48" y="14"/>
                    </a:lnTo>
                    <a:lnTo>
                      <a:pt x="48" y="14"/>
                    </a:lnTo>
                    <a:lnTo>
                      <a:pt x="52" y="14"/>
                    </a:lnTo>
                    <a:lnTo>
                      <a:pt x="52" y="14"/>
                    </a:lnTo>
                    <a:lnTo>
                      <a:pt x="52" y="14"/>
                    </a:lnTo>
                    <a:lnTo>
                      <a:pt x="52" y="14"/>
                    </a:lnTo>
                    <a:lnTo>
                      <a:pt x="52" y="14"/>
                    </a:lnTo>
                    <a:lnTo>
                      <a:pt x="52" y="14"/>
                    </a:lnTo>
                    <a:lnTo>
                      <a:pt x="52" y="14"/>
                    </a:lnTo>
                    <a:lnTo>
                      <a:pt x="52" y="10"/>
                    </a:lnTo>
                    <a:lnTo>
                      <a:pt x="52" y="10"/>
                    </a:lnTo>
                    <a:lnTo>
                      <a:pt x="52" y="10"/>
                    </a:lnTo>
                    <a:lnTo>
                      <a:pt x="52" y="10"/>
                    </a:lnTo>
                    <a:lnTo>
                      <a:pt x="56" y="10"/>
                    </a:lnTo>
                    <a:lnTo>
                      <a:pt x="56" y="10"/>
                    </a:lnTo>
                    <a:lnTo>
                      <a:pt x="56" y="10"/>
                    </a:lnTo>
                    <a:lnTo>
                      <a:pt x="56" y="10"/>
                    </a:lnTo>
                    <a:lnTo>
                      <a:pt x="56" y="6"/>
                    </a:lnTo>
                    <a:lnTo>
                      <a:pt x="56" y="6"/>
                    </a:lnTo>
                    <a:lnTo>
                      <a:pt x="56" y="6"/>
                    </a:lnTo>
                    <a:lnTo>
                      <a:pt x="56" y="6"/>
                    </a:lnTo>
                    <a:lnTo>
                      <a:pt x="56" y="10"/>
                    </a:lnTo>
                    <a:lnTo>
                      <a:pt x="56" y="10"/>
                    </a:lnTo>
                    <a:lnTo>
                      <a:pt x="56" y="10"/>
                    </a:lnTo>
                    <a:lnTo>
                      <a:pt x="56" y="6"/>
                    </a:lnTo>
                    <a:lnTo>
                      <a:pt x="56" y="6"/>
                    </a:lnTo>
                    <a:lnTo>
                      <a:pt x="56" y="6"/>
                    </a:lnTo>
                    <a:lnTo>
                      <a:pt x="60" y="6"/>
                    </a:lnTo>
                    <a:lnTo>
                      <a:pt x="60" y="6"/>
                    </a:lnTo>
                    <a:lnTo>
                      <a:pt x="62" y="2"/>
                    </a:lnTo>
                    <a:lnTo>
                      <a:pt x="62" y="2"/>
                    </a:lnTo>
                    <a:lnTo>
                      <a:pt x="62" y="0"/>
                    </a:lnTo>
                    <a:lnTo>
                      <a:pt x="62" y="0"/>
                    </a:lnTo>
                    <a:lnTo>
                      <a:pt x="62" y="0"/>
                    </a:lnTo>
                    <a:lnTo>
                      <a:pt x="62" y="0"/>
                    </a:lnTo>
                    <a:lnTo>
                      <a:pt x="62" y="2"/>
                    </a:lnTo>
                    <a:lnTo>
                      <a:pt x="62" y="2"/>
                    </a:lnTo>
                    <a:lnTo>
                      <a:pt x="62" y="6"/>
                    </a:lnTo>
                    <a:lnTo>
                      <a:pt x="62" y="6"/>
                    </a:lnTo>
                    <a:lnTo>
                      <a:pt x="62" y="6"/>
                    </a:lnTo>
                    <a:lnTo>
                      <a:pt x="62" y="6"/>
                    </a:lnTo>
                    <a:lnTo>
                      <a:pt x="62" y="6"/>
                    </a:lnTo>
                    <a:lnTo>
                      <a:pt x="66" y="6"/>
                    </a:lnTo>
                    <a:lnTo>
                      <a:pt x="66" y="6"/>
                    </a:lnTo>
                    <a:lnTo>
                      <a:pt x="66" y="6"/>
                    </a:lnTo>
                    <a:lnTo>
                      <a:pt x="66" y="10"/>
                    </a:lnTo>
                    <a:lnTo>
                      <a:pt x="66" y="10"/>
                    </a:lnTo>
                    <a:lnTo>
                      <a:pt x="66" y="10"/>
                    </a:lnTo>
                    <a:lnTo>
                      <a:pt x="66" y="10"/>
                    </a:lnTo>
                    <a:lnTo>
                      <a:pt x="66" y="10"/>
                    </a:lnTo>
                    <a:close/>
                    <a:moveTo>
                      <a:pt x="40" y="30"/>
                    </a:moveTo>
                    <a:lnTo>
                      <a:pt x="36" y="30"/>
                    </a:lnTo>
                    <a:lnTo>
                      <a:pt x="36" y="26"/>
                    </a:lnTo>
                    <a:lnTo>
                      <a:pt x="40" y="30"/>
                    </a:lnTo>
                    <a:lnTo>
                      <a:pt x="40" y="30"/>
                    </a:lnTo>
                    <a:lnTo>
                      <a:pt x="40" y="30"/>
                    </a:lnTo>
                    <a:close/>
                    <a:moveTo>
                      <a:pt x="30" y="34"/>
                    </a:moveTo>
                    <a:lnTo>
                      <a:pt x="30" y="34"/>
                    </a:lnTo>
                    <a:lnTo>
                      <a:pt x="30" y="34"/>
                    </a:lnTo>
                    <a:lnTo>
                      <a:pt x="30" y="34"/>
                    </a:lnTo>
                    <a:lnTo>
                      <a:pt x="30" y="34"/>
                    </a:lnTo>
                    <a:lnTo>
                      <a:pt x="30" y="34"/>
                    </a:lnTo>
                    <a:lnTo>
                      <a:pt x="30" y="34"/>
                    </a:lnTo>
                    <a:lnTo>
                      <a:pt x="30" y="34"/>
                    </a:lnTo>
                    <a:lnTo>
                      <a:pt x="30" y="34"/>
                    </a:lnTo>
                    <a:lnTo>
                      <a:pt x="30" y="34"/>
                    </a:lnTo>
                    <a:lnTo>
                      <a:pt x="30" y="34"/>
                    </a:lnTo>
                    <a:lnTo>
                      <a:pt x="32" y="34"/>
                    </a:lnTo>
                    <a:lnTo>
                      <a:pt x="32" y="34"/>
                    </a:lnTo>
                    <a:lnTo>
                      <a:pt x="32" y="34"/>
                    </a:lnTo>
                    <a:lnTo>
                      <a:pt x="32" y="34"/>
                    </a:lnTo>
                    <a:lnTo>
                      <a:pt x="32" y="34"/>
                    </a:lnTo>
                    <a:lnTo>
                      <a:pt x="30" y="34"/>
                    </a:lnTo>
                    <a:lnTo>
                      <a:pt x="30" y="34"/>
                    </a:lnTo>
                    <a:lnTo>
                      <a:pt x="30" y="34"/>
                    </a:lnTo>
                    <a:lnTo>
                      <a:pt x="30"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7" name="Freeform 61"/>
              <p:cNvSpPr>
                <a:spLocks/>
              </p:cNvSpPr>
              <p:nvPr/>
            </p:nvSpPr>
            <p:spPr bwMode="gray">
              <a:xfrm>
                <a:off x="6177453" y="3090023"/>
                <a:ext cx="424380" cy="285239"/>
              </a:xfrm>
              <a:custGeom>
                <a:avLst/>
                <a:gdLst>
                  <a:gd name="T0" fmla="*/ 168 w 244"/>
                  <a:gd name="T1" fmla="*/ 118 h 164"/>
                  <a:gd name="T2" fmla="*/ 162 w 244"/>
                  <a:gd name="T3" fmla="*/ 126 h 164"/>
                  <a:gd name="T4" fmla="*/ 172 w 244"/>
                  <a:gd name="T5" fmla="*/ 134 h 164"/>
                  <a:gd name="T6" fmla="*/ 176 w 244"/>
                  <a:gd name="T7" fmla="*/ 144 h 164"/>
                  <a:gd name="T8" fmla="*/ 166 w 244"/>
                  <a:gd name="T9" fmla="*/ 156 h 164"/>
                  <a:gd name="T10" fmla="*/ 158 w 244"/>
                  <a:gd name="T11" fmla="*/ 164 h 164"/>
                  <a:gd name="T12" fmla="*/ 146 w 244"/>
                  <a:gd name="T13" fmla="*/ 156 h 164"/>
                  <a:gd name="T14" fmla="*/ 142 w 244"/>
                  <a:gd name="T15" fmla="*/ 144 h 164"/>
                  <a:gd name="T16" fmla="*/ 132 w 244"/>
                  <a:gd name="T17" fmla="*/ 142 h 164"/>
                  <a:gd name="T18" fmla="*/ 116 w 244"/>
                  <a:gd name="T19" fmla="*/ 130 h 164"/>
                  <a:gd name="T20" fmla="*/ 106 w 244"/>
                  <a:gd name="T21" fmla="*/ 122 h 164"/>
                  <a:gd name="T22" fmla="*/ 94 w 244"/>
                  <a:gd name="T23" fmla="*/ 112 h 164"/>
                  <a:gd name="T24" fmla="*/ 86 w 244"/>
                  <a:gd name="T25" fmla="*/ 100 h 164"/>
                  <a:gd name="T26" fmla="*/ 80 w 244"/>
                  <a:gd name="T27" fmla="*/ 86 h 164"/>
                  <a:gd name="T28" fmla="*/ 60 w 244"/>
                  <a:gd name="T29" fmla="*/ 86 h 164"/>
                  <a:gd name="T30" fmla="*/ 60 w 244"/>
                  <a:gd name="T31" fmla="*/ 74 h 164"/>
                  <a:gd name="T32" fmla="*/ 50 w 244"/>
                  <a:gd name="T33" fmla="*/ 62 h 164"/>
                  <a:gd name="T34" fmla="*/ 38 w 244"/>
                  <a:gd name="T35" fmla="*/ 56 h 164"/>
                  <a:gd name="T36" fmla="*/ 34 w 244"/>
                  <a:gd name="T37" fmla="*/ 62 h 164"/>
                  <a:gd name="T38" fmla="*/ 24 w 244"/>
                  <a:gd name="T39" fmla="*/ 66 h 164"/>
                  <a:gd name="T40" fmla="*/ 12 w 244"/>
                  <a:gd name="T41" fmla="*/ 74 h 164"/>
                  <a:gd name="T42" fmla="*/ 12 w 244"/>
                  <a:gd name="T43" fmla="*/ 86 h 164"/>
                  <a:gd name="T44" fmla="*/ 0 w 244"/>
                  <a:gd name="T45" fmla="*/ 78 h 164"/>
                  <a:gd name="T46" fmla="*/ 0 w 244"/>
                  <a:gd name="T47" fmla="*/ 52 h 164"/>
                  <a:gd name="T48" fmla="*/ 0 w 244"/>
                  <a:gd name="T49" fmla="*/ 22 h 164"/>
                  <a:gd name="T50" fmla="*/ 16 w 244"/>
                  <a:gd name="T51" fmla="*/ 8 h 164"/>
                  <a:gd name="T52" fmla="*/ 34 w 244"/>
                  <a:gd name="T53" fmla="*/ 0 h 164"/>
                  <a:gd name="T54" fmla="*/ 82 w 244"/>
                  <a:gd name="T55" fmla="*/ 38 h 164"/>
                  <a:gd name="T56" fmla="*/ 106 w 244"/>
                  <a:gd name="T57" fmla="*/ 38 h 164"/>
                  <a:gd name="T58" fmla="*/ 128 w 244"/>
                  <a:gd name="T59" fmla="*/ 38 h 164"/>
                  <a:gd name="T60" fmla="*/ 136 w 244"/>
                  <a:gd name="T61" fmla="*/ 48 h 164"/>
                  <a:gd name="T62" fmla="*/ 142 w 244"/>
                  <a:gd name="T63" fmla="*/ 62 h 164"/>
                  <a:gd name="T64" fmla="*/ 150 w 244"/>
                  <a:gd name="T65" fmla="*/ 82 h 164"/>
                  <a:gd name="T66" fmla="*/ 166 w 244"/>
                  <a:gd name="T67" fmla="*/ 86 h 164"/>
                  <a:gd name="T68" fmla="*/ 172 w 244"/>
                  <a:gd name="T69" fmla="*/ 96 h 164"/>
                  <a:gd name="T70" fmla="*/ 180 w 244"/>
                  <a:gd name="T71" fmla="*/ 92 h 164"/>
                  <a:gd name="T72" fmla="*/ 192 w 244"/>
                  <a:gd name="T73" fmla="*/ 78 h 164"/>
                  <a:gd name="T74" fmla="*/ 206 w 244"/>
                  <a:gd name="T75" fmla="*/ 70 h 164"/>
                  <a:gd name="T76" fmla="*/ 210 w 244"/>
                  <a:gd name="T77" fmla="*/ 70 h 164"/>
                  <a:gd name="T78" fmla="*/ 198 w 244"/>
                  <a:gd name="T79" fmla="*/ 78 h 164"/>
                  <a:gd name="T80" fmla="*/ 210 w 244"/>
                  <a:gd name="T81" fmla="*/ 86 h 164"/>
                  <a:gd name="T82" fmla="*/ 218 w 244"/>
                  <a:gd name="T83" fmla="*/ 86 h 164"/>
                  <a:gd name="T84" fmla="*/ 224 w 244"/>
                  <a:gd name="T85" fmla="*/ 86 h 164"/>
                  <a:gd name="T86" fmla="*/ 240 w 244"/>
                  <a:gd name="T87" fmla="*/ 92 h 164"/>
                  <a:gd name="T88" fmla="*/ 236 w 244"/>
                  <a:gd name="T89" fmla="*/ 100 h 164"/>
                  <a:gd name="T90" fmla="*/ 224 w 244"/>
                  <a:gd name="T91" fmla="*/ 104 h 164"/>
                  <a:gd name="T92" fmla="*/ 206 w 244"/>
                  <a:gd name="T93" fmla="*/ 104 h 164"/>
                  <a:gd name="T94" fmla="*/ 210 w 244"/>
                  <a:gd name="T95" fmla="*/ 96 h 164"/>
                  <a:gd name="T96" fmla="*/ 202 w 244"/>
                  <a:gd name="T97" fmla="*/ 92 h 164"/>
                  <a:gd name="T98" fmla="*/ 192 w 244"/>
                  <a:gd name="T99" fmla="*/ 92 h 164"/>
                  <a:gd name="T100" fmla="*/ 184 w 244"/>
                  <a:gd name="T101" fmla="*/ 104 h 164"/>
                  <a:gd name="T102" fmla="*/ 184 w 244"/>
                  <a:gd name="T103" fmla="*/ 108 h 164"/>
                  <a:gd name="T104" fmla="*/ 176 w 244"/>
                  <a:gd name="T105" fmla="*/ 11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44" h="164">
                    <a:moveTo>
                      <a:pt x="176" y="112"/>
                    </a:moveTo>
                    <a:lnTo>
                      <a:pt x="176" y="116"/>
                    </a:lnTo>
                    <a:lnTo>
                      <a:pt x="176" y="118"/>
                    </a:lnTo>
                    <a:lnTo>
                      <a:pt x="172" y="118"/>
                    </a:lnTo>
                    <a:lnTo>
                      <a:pt x="168" y="118"/>
                    </a:lnTo>
                    <a:lnTo>
                      <a:pt x="168" y="116"/>
                    </a:lnTo>
                    <a:lnTo>
                      <a:pt x="166" y="116"/>
                    </a:lnTo>
                    <a:lnTo>
                      <a:pt x="162" y="118"/>
                    </a:lnTo>
                    <a:lnTo>
                      <a:pt x="162" y="122"/>
                    </a:lnTo>
                    <a:lnTo>
                      <a:pt x="162" y="126"/>
                    </a:lnTo>
                    <a:lnTo>
                      <a:pt x="166" y="126"/>
                    </a:lnTo>
                    <a:lnTo>
                      <a:pt x="166" y="130"/>
                    </a:lnTo>
                    <a:lnTo>
                      <a:pt x="168" y="130"/>
                    </a:lnTo>
                    <a:lnTo>
                      <a:pt x="172" y="130"/>
                    </a:lnTo>
                    <a:lnTo>
                      <a:pt x="172" y="134"/>
                    </a:lnTo>
                    <a:lnTo>
                      <a:pt x="168" y="134"/>
                    </a:lnTo>
                    <a:lnTo>
                      <a:pt x="168" y="138"/>
                    </a:lnTo>
                    <a:lnTo>
                      <a:pt x="172" y="142"/>
                    </a:lnTo>
                    <a:lnTo>
                      <a:pt x="172" y="144"/>
                    </a:lnTo>
                    <a:lnTo>
                      <a:pt x="176" y="144"/>
                    </a:lnTo>
                    <a:lnTo>
                      <a:pt x="172" y="144"/>
                    </a:lnTo>
                    <a:lnTo>
                      <a:pt x="172" y="148"/>
                    </a:lnTo>
                    <a:lnTo>
                      <a:pt x="168" y="152"/>
                    </a:lnTo>
                    <a:lnTo>
                      <a:pt x="168" y="156"/>
                    </a:lnTo>
                    <a:lnTo>
                      <a:pt x="166" y="156"/>
                    </a:lnTo>
                    <a:lnTo>
                      <a:pt x="166" y="160"/>
                    </a:lnTo>
                    <a:lnTo>
                      <a:pt x="166" y="164"/>
                    </a:lnTo>
                    <a:lnTo>
                      <a:pt x="162" y="160"/>
                    </a:lnTo>
                    <a:lnTo>
                      <a:pt x="162" y="164"/>
                    </a:lnTo>
                    <a:lnTo>
                      <a:pt x="158" y="164"/>
                    </a:lnTo>
                    <a:lnTo>
                      <a:pt x="158" y="160"/>
                    </a:lnTo>
                    <a:lnTo>
                      <a:pt x="154" y="160"/>
                    </a:lnTo>
                    <a:lnTo>
                      <a:pt x="150" y="160"/>
                    </a:lnTo>
                    <a:lnTo>
                      <a:pt x="146" y="160"/>
                    </a:lnTo>
                    <a:lnTo>
                      <a:pt x="146" y="156"/>
                    </a:lnTo>
                    <a:lnTo>
                      <a:pt x="150" y="152"/>
                    </a:lnTo>
                    <a:lnTo>
                      <a:pt x="150" y="148"/>
                    </a:lnTo>
                    <a:lnTo>
                      <a:pt x="146" y="148"/>
                    </a:lnTo>
                    <a:lnTo>
                      <a:pt x="146" y="144"/>
                    </a:lnTo>
                    <a:lnTo>
                      <a:pt x="142" y="144"/>
                    </a:lnTo>
                    <a:lnTo>
                      <a:pt x="138" y="142"/>
                    </a:lnTo>
                    <a:lnTo>
                      <a:pt x="138" y="144"/>
                    </a:lnTo>
                    <a:lnTo>
                      <a:pt x="136" y="144"/>
                    </a:lnTo>
                    <a:lnTo>
                      <a:pt x="136" y="142"/>
                    </a:lnTo>
                    <a:lnTo>
                      <a:pt x="132" y="142"/>
                    </a:lnTo>
                    <a:lnTo>
                      <a:pt x="128" y="138"/>
                    </a:lnTo>
                    <a:lnTo>
                      <a:pt x="124" y="134"/>
                    </a:lnTo>
                    <a:lnTo>
                      <a:pt x="120" y="134"/>
                    </a:lnTo>
                    <a:lnTo>
                      <a:pt x="120" y="130"/>
                    </a:lnTo>
                    <a:lnTo>
                      <a:pt x="116" y="130"/>
                    </a:lnTo>
                    <a:lnTo>
                      <a:pt x="112" y="130"/>
                    </a:lnTo>
                    <a:lnTo>
                      <a:pt x="112" y="126"/>
                    </a:lnTo>
                    <a:lnTo>
                      <a:pt x="110" y="126"/>
                    </a:lnTo>
                    <a:lnTo>
                      <a:pt x="110" y="122"/>
                    </a:lnTo>
                    <a:lnTo>
                      <a:pt x="106" y="122"/>
                    </a:lnTo>
                    <a:lnTo>
                      <a:pt x="106" y="118"/>
                    </a:lnTo>
                    <a:lnTo>
                      <a:pt x="102" y="118"/>
                    </a:lnTo>
                    <a:lnTo>
                      <a:pt x="98" y="116"/>
                    </a:lnTo>
                    <a:lnTo>
                      <a:pt x="94" y="116"/>
                    </a:lnTo>
                    <a:lnTo>
                      <a:pt x="94" y="112"/>
                    </a:lnTo>
                    <a:lnTo>
                      <a:pt x="90" y="112"/>
                    </a:lnTo>
                    <a:lnTo>
                      <a:pt x="90" y="108"/>
                    </a:lnTo>
                    <a:lnTo>
                      <a:pt x="90" y="104"/>
                    </a:lnTo>
                    <a:lnTo>
                      <a:pt x="90" y="100"/>
                    </a:lnTo>
                    <a:lnTo>
                      <a:pt x="86" y="100"/>
                    </a:lnTo>
                    <a:lnTo>
                      <a:pt x="86" y="96"/>
                    </a:lnTo>
                    <a:lnTo>
                      <a:pt x="82" y="96"/>
                    </a:lnTo>
                    <a:lnTo>
                      <a:pt x="82" y="92"/>
                    </a:lnTo>
                    <a:lnTo>
                      <a:pt x="82" y="88"/>
                    </a:lnTo>
                    <a:lnTo>
                      <a:pt x="80" y="86"/>
                    </a:lnTo>
                    <a:lnTo>
                      <a:pt x="76" y="86"/>
                    </a:lnTo>
                    <a:lnTo>
                      <a:pt x="72" y="86"/>
                    </a:lnTo>
                    <a:lnTo>
                      <a:pt x="68" y="86"/>
                    </a:lnTo>
                    <a:lnTo>
                      <a:pt x="64" y="86"/>
                    </a:lnTo>
                    <a:lnTo>
                      <a:pt x="60" y="86"/>
                    </a:lnTo>
                    <a:lnTo>
                      <a:pt x="60" y="82"/>
                    </a:lnTo>
                    <a:lnTo>
                      <a:pt x="56" y="82"/>
                    </a:lnTo>
                    <a:lnTo>
                      <a:pt x="56" y="78"/>
                    </a:lnTo>
                    <a:lnTo>
                      <a:pt x="56" y="74"/>
                    </a:lnTo>
                    <a:lnTo>
                      <a:pt x="60" y="74"/>
                    </a:lnTo>
                    <a:lnTo>
                      <a:pt x="56" y="74"/>
                    </a:lnTo>
                    <a:lnTo>
                      <a:pt x="56" y="70"/>
                    </a:lnTo>
                    <a:lnTo>
                      <a:pt x="56" y="66"/>
                    </a:lnTo>
                    <a:lnTo>
                      <a:pt x="52" y="62"/>
                    </a:lnTo>
                    <a:lnTo>
                      <a:pt x="50" y="62"/>
                    </a:lnTo>
                    <a:lnTo>
                      <a:pt x="46" y="62"/>
                    </a:lnTo>
                    <a:lnTo>
                      <a:pt x="46" y="60"/>
                    </a:lnTo>
                    <a:lnTo>
                      <a:pt x="42" y="60"/>
                    </a:lnTo>
                    <a:lnTo>
                      <a:pt x="38" y="60"/>
                    </a:lnTo>
                    <a:lnTo>
                      <a:pt x="38" y="56"/>
                    </a:lnTo>
                    <a:lnTo>
                      <a:pt x="34" y="56"/>
                    </a:lnTo>
                    <a:lnTo>
                      <a:pt x="34" y="60"/>
                    </a:lnTo>
                    <a:lnTo>
                      <a:pt x="30" y="56"/>
                    </a:lnTo>
                    <a:lnTo>
                      <a:pt x="30" y="60"/>
                    </a:lnTo>
                    <a:lnTo>
                      <a:pt x="34" y="62"/>
                    </a:lnTo>
                    <a:lnTo>
                      <a:pt x="30" y="62"/>
                    </a:lnTo>
                    <a:lnTo>
                      <a:pt x="26" y="60"/>
                    </a:lnTo>
                    <a:lnTo>
                      <a:pt x="26" y="62"/>
                    </a:lnTo>
                    <a:lnTo>
                      <a:pt x="26" y="66"/>
                    </a:lnTo>
                    <a:lnTo>
                      <a:pt x="24" y="66"/>
                    </a:lnTo>
                    <a:lnTo>
                      <a:pt x="20" y="66"/>
                    </a:lnTo>
                    <a:lnTo>
                      <a:pt x="16" y="66"/>
                    </a:lnTo>
                    <a:lnTo>
                      <a:pt x="16" y="70"/>
                    </a:lnTo>
                    <a:lnTo>
                      <a:pt x="12" y="70"/>
                    </a:lnTo>
                    <a:lnTo>
                      <a:pt x="12" y="74"/>
                    </a:lnTo>
                    <a:lnTo>
                      <a:pt x="12" y="78"/>
                    </a:lnTo>
                    <a:lnTo>
                      <a:pt x="12" y="82"/>
                    </a:lnTo>
                    <a:lnTo>
                      <a:pt x="16" y="82"/>
                    </a:lnTo>
                    <a:lnTo>
                      <a:pt x="16" y="86"/>
                    </a:lnTo>
                    <a:lnTo>
                      <a:pt x="12" y="86"/>
                    </a:lnTo>
                    <a:lnTo>
                      <a:pt x="8" y="86"/>
                    </a:lnTo>
                    <a:lnTo>
                      <a:pt x="4" y="86"/>
                    </a:lnTo>
                    <a:lnTo>
                      <a:pt x="0" y="86"/>
                    </a:lnTo>
                    <a:lnTo>
                      <a:pt x="0" y="82"/>
                    </a:lnTo>
                    <a:lnTo>
                      <a:pt x="0" y="78"/>
                    </a:lnTo>
                    <a:lnTo>
                      <a:pt x="0" y="74"/>
                    </a:lnTo>
                    <a:lnTo>
                      <a:pt x="0" y="66"/>
                    </a:lnTo>
                    <a:lnTo>
                      <a:pt x="0" y="60"/>
                    </a:lnTo>
                    <a:lnTo>
                      <a:pt x="0" y="56"/>
                    </a:lnTo>
                    <a:lnTo>
                      <a:pt x="0" y="52"/>
                    </a:lnTo>
                    <a:lnTo>
                      <a:pt x="0" y="48"/>
                    </a:lnTo>
                    <a:lnTo>
                      <a:pt x="0" y="46"/>
                    </a:lnTo>
                    <a:lnTo>
                      <a:pt x="0" y="38"/>
                    </a:lnTo>
                    <a:lnTo>
                      <a:pt x="0" y="34"/>
                    </a:lnTo>
                    <a:lnTo>
                      <a:pt x="0" y="22"/>
                    </a:lnTo>
                    <a:lnTo>
                      <a:pt x="0" y="16"/>
                    </a:lnTo>
                    <a:lnTo>
                      <a:pt x="0" y="12"/>
                    </a:lnTo>
                    <a:lnTo>
                      <a:pt x="4" y="12"/>
                    </a:lnTo>
                    <a:lnTo>
                      <a:pt x="8" y="8"/>
                    </a:lnTo>
                    <a:lnTo>
                      <a:pt x="16" y="8"/>
                    </a:lnTo>
                    <a:lnTo>
                      <a:pt x="20" y="4"/>
                    </a:lnTo>
                    <a:lnTo>
                      <a:pt x="24" y="4"/>
                    </a:lnTo>
                    <a:lnTo>
                      <a:pt x="26" y="4"/>
                    </a:lnTo>
                    <a:lnTo>
                      <a:pt x="30" y="0"/>
                    </a:lnTo>
                    <a:lnTo>
                      <a:pt x="34" y="0"/>
                    </a:lnTo>
                    <a:lnTo>
                      <a:pt x="50" y="12"/>
                    </a:lnTo>
                    <a:lnTo>
                      <a:pt x="72" y="26"/>
                    </a:lnTo>
                    <a:lnTo>
                      <a:pt x="76" y="30"/>
                    </a:lnTo>
                    <a:lnTo>
                      <a:pt x="80" y="34"/>
                    </a:lnTo>
                    <a:lnTo>
                      <a:pt x="82" y="38"/>
                    </a:lnTo>
                    <a:lnTo>
                      <a:pt x="82" y="42"/>
                    </a:lnTo>
                    <a:lnTo>
                      <a:pt x="90" y="42"/>
                    </a:lnTo>
                    <a:lnTo>
                      <a:pt x="94" y="42"/>
                    </a:lnTo>
                    <a:lnTo>
                      <a:pt x="102" y="38"/>
                    </a:lnTo>
                    <a:lnTo>
                      <a:pt x="106" y="38"/>
                    </a:lnTo>
                    <a:lnTo>
                      <a:pt x="110" y="42"/>
                    </a:lnTo>
                    <a:lnTo>
                      <a:pt x="112" y="42"/>
                    </a:lnTo>
                    <a:lnTo>
                      <a:pt x="120" y="42"/>
                    </a:lnTo>
                    <a:lnTo>
                      <a:pt x="124" y="38"/>
                    </a:lnTo>
                    <a:lnTo>
                      <a:pt x="128" y="38"/>
                    </a:lnTo>
                    <a:lnTo>
                      <a:pt x="128" y="42"/>
                    </a:lnTo>
                    <a:lnTo>
                      <a:pt x="132" y="42"/>
                    </a:lnTo>
                    <a:lnTo>
                      <a:pt x="132" y="46"/>
                    </a:lnTo>
                    <a:lnTo>
                      <a:pt x="136" y="46"/>
                    </a:lnTo>
                    <a:lnTo>
                      <a:pt x="136" y="48"/>
                    </a:lnTo>
                    <a:lnTo>
                      <a:pt x="138" y="52"/>
                    </a:lnTo>
                    <a:lnTo>
                      <a:pt x="142" y="52"/>
                    </a:lnTo>
                    <a:lnTo>
                      <a:pt x="142" y="56"/>
                    </a:lnTo>
                    <a:lnTo>
                      <a:pt x="142" y="60"/>
                    </a:lnTo>
                    <a:lnTo>
                      <a:pt x="142" y="62"/>
                    </a:lnTo>
                    <a:lnTo>
                      <a:pt x="142" y="66"/>
                    </a:lnTo>
                    <a:lnTo>
                      <a:pt x="142" y="70"/>
                    </a:lnTo>
                    <a:lnTo>
                      <a:pt x="146" y="70"/>
                    </a:lnTo>
                    <a:lnTo>
                      <a:pt x="150" y="74"/>
                    </a:lnTo>
                    <a:lnTo>
                      <a:pt x="150" y="82"/>
                    </a:lnTo>
                    <a:lnTo>
                      <a:pt x="150" y="86"/>
                    </a:lnTo>
                    <a:lnTo>
                      <a:pt x="154" y="86"/>
                    </a:lnTo>
                    <a:lnTo>
                      <a:pt x="158" y="86"/>
                    </a:lnTo>
                    <a:lnTo>
                      <a:pt x="162" y="86"/>
                    </a:lnTo>
                    <a:lnTo>
                      <a:pt x="166" y="86"/>
                    </a:lnTo>
                    <a:lnTo>
                      <a:pt x="168" y="86"/>
                    </a:lnTo>
                    <a:lnTo>
                      <a:pt x="168" y="88"/>
                    </a:lnTo>
                    <a:lnTo>
                      <a:pt x="172" y="88"/>
                    </a:lnTo>
                    <a:lnTo>
                      <a:pt x="168" y="92"/>
                    </a:lnTo>
                    <a:lnTo>
                      <a:pt x="172" y="96"/>
                    </a:lnTo>
                    <a:lnTo>
                      <a:pt x="176" y="96"/>
                    </a:lnTo>
                    <a:lnTo>
                      <a:pt x="180" y="96"/>
                    </a:lnTo>
                    <a:lnTo>
                      <a:pt x="176" y="96"/>
                    </a:lnTo>
                    <a:lnTo>
                      <a:pt x="176" y="92"/>
                    </a:lnTo>
                    <a:lnTo>
                      <a:pt x="180" y="92"/>
                    </a:lnTo>
                    <a:lnTo>
                      <a:pt x="180" y="88"/>
                    </a:lnTo>
                    <a:lnTo>
                      <a:pt x="184" y="86"/>
                    </a:lnTo>
                    <a:lnTo>
                      <a:pt x="184" y="82"/>
                    </a:lnTo>
                    <a:lnTo>
                      <a:pt x="188" y="82"/>
                    </a:lnTo>
                    <a:lnTo>
                      <a:pt x="192" y="78"/>
                    </a:lnTo>
                    <a:lnTo>
                      <a:pt x="194" y="78"/>
                    </a:lnTo>
                    <a:lnTo>
                      <a:pt x="198" y="74"/>
                    </a:lnTo>
                    <a:lnTo>
                      <a:pt x="202" y="70"/>
                    </a:lnTo>
                    <a:lnTo>
                      <a:pt x="202" y="66"/>
                    </a:lnTo>
                    <a:lnTo>
                      <a:pt x="206" y="70"/>
                    </a:lnTo>
                    <a:lnTo>
                      <a:pt x="206" y="66"/>
                    </a:lnTo>
                    <a:lnTo>
                      <a:pt x="210" y="66"/>
                    </a:lnTo>
                    <a:lnTo>
                      <a:pt x="214" y="62"/>
                    </a:lnTo>
                    <a:lnTo>
                      <a:pt x="214" y="66"/>
                    </a:lnTo>
                    <a:lnTo>
                      <a:pt x="210" y="70"/>
                    </a:lnTo>
                    <a:lnTo>
                      <a:pt x="206" y="70"/>
                    </a:lnTo>
                    <a:lnTo>
                      <a:pt x="206" y="74"/>
                    </a:lnTo>
                    <a:lnTo>
                      <a:pt x="202" y="74"/>
                    </a:lnTo>
                    <a:lnTo>
                      <a:pt x="202" y="78"/>
                    </a:lnTo>
                    <a:lnTo>
                      <a:pt x="198" y="78"/>
                    </a:lnTo>
                    <a:lnTo>
                      <a:pt x="198" y="82"/>
                    </a:lnTo>
                    <a:lnTo>
                      <a:pt x="202" y="82"/>
                    </a:lnTo>
                    <a:lnTo>
                      <a:pt x="206" y="82"/>
                    </a:lnTo>
                    <a:lnTo>
                      <a:pt x="210" y="82"/>
                    </a:lnTo>
                    <a:lnTo>
                      <a:pt x="210" y="86"/>
                    </a:lnTo>
                    <a:lnTo>
                      <a:pt x="214" y="86"/>
                    </a:lnTo>
                    <a:lnTo>
                      <a:pt x="218" y="88"/>
                    </a:lnTo>
                    <a:lnTo>
                      <a:pt x="218" y="86"/>
                    </a:lnTo>
                    <a:lnTo>
                      <a:pt x="218" y="82"/>
                    </a:lnTo>
                    <a:lnTo>
                      <a:pt x="218" y="86"/>
                    </a:lnTo>
                    <a:lnTo>
                      <a:pt x="222" y="86"/>
                    </a:lnTo>
                    <a:lnTo>
                      <a:pt x="222" y="82"/>
                    </a:lnTo>
                    <a:lnTo>
                      <a:pt x="222" y="78"/>
                    </a:lnTo>
                    <a:lnTo>
                      <a:pt x="224" y="82"/>
                    </a:lnTo>
                    <a:lnTo>
                      <a:pt x="224" y="86"/>
                    </a:lnTo>
                    <a:lnTo>
                      <a:pt x="228" y="86"/>
                    </a:lnTo>
                    <a:lnTo>
                      <a:pt x="228" y="88"/>
                    </a:lnTo>
                    <a:lnTo>
                      <a:pt x="232" y="88"/>
                    </a:lnTo>
                    <a:lnTo>
                      <a:pt x="236" y="92"/>
                    </a:lnTo>
                    <a:lnTo>
                      <a:pt x="240" y="92"/>
                    </a:lnTo>
                    <a:lnTo>
                      <a:pt x="244" y="92"/>
                    </a:lnTo>
                    <a:lnTo>
                      <a:pt x="240" y="92"/>
                    </a:lnTo>
                    <a:lnTo>
                      <a:pt x="240" y="96"/>
                    </a:lnTo>
                    <a:lnTo>
                      <a:pt x="236" y="96"/>
                    </a:lnTo>
                    <a:lnTo>
                      <a:pt x="236" y="100"/>
                    </a:lnTo>
                    <a:lnTo>
                      <a:pt x="232" y="100"/>
                    </a:lnTo>
                    <a:lnTo>
                      <a:pt x="232" y="96"/>
                    </a:lnTo>
                    <a:lnTo>
                      <a:pt x="232" y="100"/>
                    </a:lnTo>
                    <a:lnTo>
                      <a:pt x="228" y="100"/>
                    </a:lnTo>
                    <a:lnTo>
                      <a:pt x="224" y="104"/>
                    </a:lnTo>
                    <a:lnTo>
                      <a:pt x="222" y="108"/>
                    </a:lnTo>
                    <a:lnTo>
                      <a:pt x="218" y="104"/>
                    </a:lnTo>
                    <a:lnTo>
                      <a:pt x="214" y="104"/>
                    </a:lnTo>
                    <a:lnTo>
                      <a:pt x="210" y="104"/>
                    </a:lnTo>
                    <a:lnTo>
                      <a:pt x="206" y="104"/>
                    </a:lnTo>
                    <a:lnTo>
                      <a:pt x="202" y="104"/>
                    </a:lnTo>
                    <a:lnTo>
                      <a:pt x="202" y="100"/>
                    </a:lnTo>
                    <a:lnTo>
                      <a:pt x="206" y="100"/>
                    </a:lnTo>
                    <a:lnTo>
                      <a:pt x="206" y="96"/>
                    </a:lnTo>
                    <a:lnTo>
                      <a:pt x="210" y="96"/>
                    </a:lnTo>
                    <a:lnTo>
                      <a:pt x="210" y="92"/>
                    </a:lnTo>
                    <a:lnTo>
                      <a:pt x="206" y="92"/>
                    </a:lnTo>
                    <a:lnTo>
                      <a:pt x="206" y="88"/>
                    </a:lnTo>
                    <a:lnTo>
                      <a:pt x="202" y="88"/>
                    </a:lnTo>
                    <a:lnTo>
                      <a:pt x="202" y="92"/>
                    </a:lnTo>
                    <a:lnTo>
                      <a:pt x="198" y="92"/>
                    </a:lnTo>
                    <a:lnTo>
                      <a:pt x="198" y="96"/>
                    </a:lnTo>
                    <a:lnTo>
                      <a:pt x="194" y="96"/>
                    </a:lnTo>
                    <a:lnTo>
                      <a:pt x="192" y="96"/>
                    </a:lnTo>
                    <a:lnTo>
                      <a:pt x="192" y="92"/>
                    </a:lnTo>
                    <a:lnTo>
                      <a:pt x="188" y="92"/>
                    </a:lnTo>
                    <a:lnTo>
                      <a:pt x="188" y="96"/>
                    </a:lnTo>
                    <a:lnTo>
                      <a:pt x="188" y="100"/>
                    </a:lnTo>
                    <a:lnTo>
                      <a:pt x="188" y="104"/>
                    </a:lnTo>
                    <a:lnTo>
                      <a:pt x="184" y="104"/>
                    </a:lnTo>
                    <a:lnTo>
                      <a:pt x="180" y="104"/>
                    </a:lnTo>
                    <a:lnTo>
                      <a:pt x="176" y="104"/>
                    </a:lnTo>
                    <a:lnTo>
                      <a:pt x="176" y="108"/>
                    </a:lnTo>
                    <a:lnTo>
                      <a:pt x="180" y="108"/>
                    </a:lnTo>
                    <a:lnTo>
                      <a:pt x="184" y="108"/>
                    </a:lnTo>
                    <a:lnTo>
                      <a:pt x="180" y="108"/>
                    </a:lnTo>
                    <a:lnTo>
                      <a:pt x="180" y="112"/>
                    </a:lnTo>
                    <a:lnTo>
                      <a:pt x="176" y="112"/>
                    </a:lnTo>
                    <a:lnTo>
                      <a:pt x="176" y="112"/>
                    </a:lnTo>
                    <a:lnTo>
                      <a:pt x="176"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8" name="Freeform 62"/>
              <p:cNvSpPr>
                <a:spLocks noEditPoints="1"/>
              </p:cNvSpPr>
              <p:nvPr/>
            </p:nvSpPr>
            <p:spPr bwMode="gray">
              <a:xfrm>
                <a:off x="7314932" y="3817033"/>
                <a:ext cx="173926" cy="448728"/>
              </a:xfrm>
              <a:custGeom>
                <a:avLst/>
                <a:gdLst>
                  <a:gd name="T0" fmla="*/ 78 w 100"/>
                  <a:gd name="T1" fmla="*/ 122 h 258"/>
                  <a:gd name="T2" fmla="*/ 86 w 100"/>
                  <a:gd name="T3" fmla="*/ 130 h 258"/>
                  <a:gd name="T4" fmla="*/ 92 w 100"/>
                  <a:gd name="T5" fmla="*/ 138 h 258"/>
                  <a:gd name="T6" fmla="*/ 96 w 100"/>
                  <a:gd name="T7" fmla="*/ 148 h 258"/>
                  <a:gd name="T8" fmla="*/ 96 w 100"/>
                  <a:gd name="T9" fmla="*/ 168 h 258"/>
                  <a:gd name="T10" fmla="*/ 100 w 100"/>
                  <a:gd name="T11" fmla="*/ 178 h 258"/>
                  <a:gd name="T12" fmla="*/ 100 w 100"/>
                  <a:gd name="T13" fmla="*/ 194 h 258"/>
                  <a:gd name="T14" fmla="*/ 96 w 100"/>
                  <a:gd name="T15" fmla="*/ 198 h 258"/>
                  <a:gd name="T16" fmla="*/ 92 w 100"/>
                  <a:gd name="T17" fmla="*/ 212 h 258"/>
                  <a:gd name="T18" fmla="*/ 78 w 100"/>
                  <a:gd name="T19" fmla="*/ 220 h 258"/>
                  <a:gd name="T20" fmla="*/ 62 w 100"/>
                  <a:gd name="T21" fmla="*/ 220 h 258"/>
                  <a:gd name="T22" fmla="*/ 62 w 100"/>
                  <a:gd name="T23" fmla="*/ 228 h 258"/>
                  <a:gd name="T24" fmla="*/ 60 w 100"/>
                  <a:gd name="T25" fmla="*/ 232 h 258"/>
                  <a:gd name="T26" fmla="*/ 56 w 100"/>
                  <a:gd name="T27" fmla="*/ 232 h 258"/>
                  <a:gd name="T28" fmla="*/ 52 w 100"/>
                  <a:gd name="T29" fmla="*/ 234 h 258"/>
                  <a:gd name="T30" fmla="*/ 48 w 100"/>
                  <a:gd name="T31" fmla="*/ 246 h 258"/>
                  <a:gd name="T32" fmla="*/ 34 w 100"/>
                  <a:gd name="T33" fmla="*/ 258 h 258"/>
                  <a:gd name="T34" fmla="*/ 36 w 100"/>
                  <a:gd name="T35" fmla="*/ 238 h 258"/>
                  <a:gd name="T36" fmla="*/ 34 w 100"/>
                  <a:gd name="T37" fmla="*/ 228 h 258"/>
                  <a:gd name="T38" fmla="*/ 40 w 100"/>
                  <a:gd name="T39" fmla="*/ 216 h 258"/>
                  <a:gd name="T40" fmla="*/ 56 w 100"/>
                  <a:gd name="T41" fmla="*/ 216 h 258"/>
                  <a:gd name="T42" fmla="*/ 56 w 100"/>
                  <a:gd name="T43" fmla="*/ 204 h 258"/>
                  <a:gd name="T44" fmla="*/ 62 w 100"/>
                  <a:gd name="T45" fmla="*/ 198 h 258"/>
                  <a:gd name="T46" fmla="*/ 74 w 100"/>
                  <a:gd name="T47" fmla="*/ 186 h 258"/>
                  <a:gd name="T48" fmla="*/ 70 w 100"/>
                  <a:gd name="T49" fmla="*/ 164 h 258"/>
                  <a:gd name="T50" fmla="*/ 74 w 100"/>
                  <a:gd name="T51" fmla="*/ 148 h 258"/>
                  <a:gd name="T52" fmla="*/ 70 w 100"/>
                  <a:gd name="T53" fmla="*/ 134 h 258"/>
                  <a:gd name="T54" fmla="*/ 66 w 100"/>
                  <a:gd name="T55" fmla="*/ 122 h 258"/>
                  <a:gd name="T56" fmla="*/ 60 w 100"/>
                  <a:gd name="T57" fmla="*/ 112 h 258"/>
                  <a:gd name="T58" fmla="*/ 48 w 100"/>
                  <a:gd name="T59" fmla="*/ 100 h 258"/>
                  <a:gd name="T60" fmla="*/ 40 w 100"/>
                  <a:gd name="T61" fmla="*/ 86 h 258"/>
                  <a:gd name="T62" fmla="*/ 26 w 100"/>
                  <a:gd name="T63" fmla="*/ 74 h 258"/>
                  <a:gd name="T64" fmla="*/ 26 w 100"/>
                  <a:gd name="T65" fmla="*/ 62 h 258"/>
                  <a:gd name="T66" fmla="*/ 36 w 100"/>
                  <a:gd name="T67" fmla="*/ 58 h 258"/>
                  <a:gd name="T68" fmla="*/ 26 w 100"/>
                  <a:gd name="T69" fmla="*/ 42 h 258"/>
                  <a:gd name="T70" fmla="*/ 10 w 100"/>
                  <a:gd name="T71" fmla="*/ 44 h 258"/>
                  <a:gd name="T72" fmla="*/ 10 w 100"/>
                  <a:gd name="T73" fmla="*/ 34 h 258"/>
                  <a:gd name="T74" fmla="*/ 0 w 100"/>
                  <a:gd name="T75" fmla="*/ 18 h 258"/>
                  <a:gd name="T76" fmla="*/ 10 w 100"/>
                  <a:gd name="T77" fmla="*/ 14 h 258"/>
                  <a:gd name="T78" fmla="*/ 22 w 100"/>
                  <a:gd name="T79" fmla="*/ 12 h 258"/>
                  <a:gd name="T80" fmla="*/ 36 w 100"/>
                  <a:gd name="T81" fmla="*/ 8 h 258"/>
                  <a:gd name="T82" fmla="*/ 48 w 100"/>
                  <a:gd name="T83" fmla="*/ 8 h 258"/>
                  <a:gd name="T84" fmla="*/ 62 w 100"/>
                  <a:gd name="T85" fmla="*/ 14 h 258"/>
                  <a:gd name="T86" fmla="*/ 70 w 100"/>
                  <a:gd name="T87" fmla="*/ 30 h 258"/>
                  <a:gd name="T88" fmla="*/ 74 w 100"/>
                  <a:gd name="T89" fmla="*/ 38 h 258"/>
                  <a:gd name="T90" fmla="*/ 70 w 100"/>
                  <a:gd name="T91" fmla="*/ 42 h 258"/>
                  <a:gd name="T92" fmla="*/ 62 w 100"/>
                  <a:gd name="T93" fmla="*/ 48 h 258"/>
                  <a:gd name="T94" fmla="*/ 56 w 100"/>
                  <a:gd name="T95" fmla="*/ 58 h 258"/>
                  <a:gd name="T96" fmla="*/ 52 w 100"/>
                  <a:gd name="T97" fmla="*/ 70 h 258"/>
                  <a:gd name="T98" fmla="*/ 52 w 100"/>
                  <a:gd name="T99" fmla="*/ 88 h 258"/>
                  <a:gd name="T100" fmla="*/ 62 w 100"/>
                  <a:gd name="T101" fmla="*/ 108 h 258"/>
                  <a:gd name="T102" fmla="*/ 66 w 100"/>
                  <a:gd name="T103" fmla="*/ 224 h 258"/>
                  <a:gd name="T104" fmla="*/ 62 w 100"/>
                  <a:gd name="T105" fmla="*/ 224 h 258"/>
                  <a:gd name="T106" fmla="*/ 74 w 100"/>
                  <a:gd name="T107" fmla="*/ 38 h 258"/>
                  <a:gd name="T108" fmla="*/ 66 w 100"/>
                  <a:gd name="T109" fmla="*/ 44 h 258"/>
                  <a:gd name="T110" fmla="*/ 26 w 100"/>
                  <a:gd name="T111" fmla="*/ 228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0" h="258">
                    <a:moveTo>
                      <a:pt x="66" y="112"/>
                    </a:moveTo>
                    <a:lnTo>
                      <a:pt x="70" y="112"/>
                    </a:lnTo>
                    <a:lnTo>
                      <a:pt x="70" y="116"/>
                    </a:lnTo>
                    <a:lnTo>
                      <a:pt x="74" y="118"/>
                    </a:lnTo>
                    <a:lnTo>
                      <a:pt x="78" y="118"/>
                    </a:lnTo>
                    <a:lnTo>
                      <a:pt x="78" y="122"/>
                    </a:lnTo>
                    <a:lnTo>
                      <a:pt x="82" y="122"/>
                    </a:lnTo>
                    <a:lnTo>
                      <a:pt x="82" y="126"/>
                    </a:lnTo>
                    <a:lnTo>
                      <a:pt x="86" y="126"/>
                    </a:lnTo>
                    <a:lnTo>
                      <a:pt x="82" y="126"/>
                    </a:lnTo>
                    <a:lnTo>
                      <a:pt x="86" y="126"/>
                    </a:lnTo>
                    <a:lnTo>
                      <a:pt x="86" y="130"/>
                    </a:lnTo>
                    <a:lnTo>
                      <a:pt x="86" y="126"/>
                    </a:lnTo>
                    <a:lnTo>
                      <a:pt x="86" y="130"/>
                    </a:lnTo>
                    <a:lnTo>
                      <a:pt x="86" y="134"/>
                    </a:lnTo>
                    <a:lnTo>
                      <a:pt x="90" y="134"/>
                    </a:lnTo>
                    <a:lnTo>
                      <a:pt x="90" y="138"/>
                    </a:lnTo>
                    <a:lnTo>
                      <a:pt x="92" y="138"/>
                    </a:lnTo>
                    <a:lnTo>
                      <a:pt x="92" y="142"/>
                    </a:lnTo>
                    <a:lnTo>
                      <a:pt x="92" y="138"/>
                    </a:lnTo>
                    <a:lnTo>
                      <a:pt x="92" y="142"/>
                    </a:lnTo>
                    <a:lnTo>
                      <a:pt x="92" y="146"/>
                    </a:lnTo>
                    <a:lnTo>
                      <a:pt x="92" y="148"/>
                    </a:lnTo>
                    <a:lnTo>
                      <a:pt x="96" y="148"/>
                    </a:lnTo>
                    <a:lnTo>
                      <a:pt x="96" y="152"/>
                    </a:lnTo>
                    <a:lnTo>
                      <a:pt x="96" y="156"/>
                    </a:lnTo>
                    <a:lnTo>
                      <a:pt x="96" y="160"/>
                    </a:lnTo>
                    <a:lnTo>
                      <a:pt x="100" y="164"/>
                    </a:lnTo>
                    <a:lnTo>
                      <a:pt x="100" y="168"/>
                    </a:lnTo>
                    <a:lnTo>
                      <a:pt x="96" y="168"/>
                    </a:lnTo>
                    <a:lnTo>
                      <a:pt x="100" y="168"/>
                    </a:lnTo>
                    <a:lnTo>
                      <a:pt x="96" y="168"/>
                    </a:lnTo>
                    <a:lnTo>
                      <a:pt x="100" y="168"/>
                    </a:lnTo>
                    <a:lnTo>
                      <a:pt x="100" y="172"/>
                    </a:lnTo>
                    <a:lnTo>
                      <a:pt x="100" y="174"/>
                    </a:lnTo>
                    <a:lnTo>
                      <a:pt x="100" y="178"/>
                    </a:lnTo>
                    <a:lnTo>
                      <a:pt x="100" y="182"/>
                    </a:lnTo>
                    <a:lnTo>
                      <a:pt x="100" y="186"/>
                    </a:lnTo>
                    <a:lnTo>
                      <a:pt x="96" y="186"/>
                    </a:lnTo>
                    <a:lnTo>
                      <a:pt x="96" y="190"/>
                    </a:lnTo>
                    <a:lnTo>
                      <a:pt x="100" y="190"/>
                    </a:lnTo>
                    <a:lnTo>
                      <a:pt x="100" y="194"/>
                    </a:lnTo>
                    <a:lnTo>
                      <a:pt x="100" y="190"/>
                    </a:lnTo>
                    <a:lnTo>
                      <a:pt x="96" y="190"/>
                    </a:lnTo>
                    <a:lnTo>
                      <a:pt x="96" y="194"/>
                    </a:lnTo>
                    <a:lnTo>
                      <a:pt x="96" y="198"/>
                    </a:lnTo>
                    <a:lnTo>
                      <a:pt x="100" y="202"/>
                    </a:lnTo>
                    <a:lnTo>
                      <a:pt x="96" y="198"/>
                    </a:lnTo>
                    <a:lnTo>
                      <a:pt x="96" y="202"/>
                    </a:lnTo>
                    <a:lnTo>
                      <a:pt x="96" y="204"/>
                    </a:lnTo>
                    <a:lnTo>
                      <a:pt x="96" y="208"/>
                    </a:lnTo>
                    <a:lnTo>
                      <a:pt x="92" y="212"/>
                    </a:lnTo>
                    <a:lnTo>
                      <a:pt x="92" y="208"/>
                    </a:lnTo>
                    <a:lnTo>
                      <a:pt x="92" y="212"/>
                    </a:lnTo>
                    <a:lnTo>
                      <a:pt x="90" y="212"/>
                    </a:lnTo>
                    <a:lnTo>
                      <a:pt x="90" y="216"/>
                    </a:lnTo>
                    <a:lnTo>
                      <a:pt x="86" y="216"/>
                    </a:lnTo>
                    <a:lnTo>
                      <a:pt x="82" y="216"/>
                    </a:lnTo>
                    <a:lnTo>
                      <a:pt x="82" y="220"/>
                    </a:lnTo>
                    <a:lnTo>
                      <a:pt x="78" y="220"/>
                    </a:lnTo>
                    <a:lnTo>
                      <a:pt x="78" y="224"/>
                    </a:lnTo>
                    <a:lnTo>
                      <a:pt x="74" y="224"/>
                    </a:lnTo>
                    <a:lnTo>
                      <a:pt x="70" y="228"/>
                    </a:lnTo>
                    <a:lnTo>
                      <a:pt x="70" y="224"/>
                    </a:lnTo>
                    <a:lnTo>
                      <a:pt x="66" y="224"/>
                    </a:lnTo>
                    <a:lnTo>
                      <a:pt x="62" y="220"/>
                    </a:lnTo>
                    <a:lnTo>
                      <a:pt x="62" y="224"/>
                    </a:lnTo>
                    <a:lnTo>
                      <a:pt x="62" y="228"/>
                    </a:lnTo>
                    <a:lnTo>
                      <a:pt x="62" y="224"/>
                    </a:lnTo>
                    <a:lnTo>
                      <a:pt x="62" y="228"/>
                    </a:lnTo>
                    <a:lnTo>
                      <a:pt x="60" y="228"/>
                    </a:lnTo>
                    <a:lnTo>
                      <a:pt x="62" y="228"/>
                    </a:lnTo>
                    <a:lnTo>
                      <a:pt x="62" y="232"/>
                    </a:lnTo>
                    <a:lnTo>
                      <a:pt x="62" y="234"/>
                    </a:lnTo>
                    <a:lnTo>
                      <a:pt x="60" y="232"/>
                    </a:lnTo>
                    <a:lnTo>
                      <a:pt x="60" y="228"/>
                    </a:lnTo>
                    <a:lnTo>
                      <a:pt x="56" y="228"/>
                    </a:lnTo>
                    <a:lnTo>
                      <a:pt x="60" y="232"/>
                    </a:lnTo>
                    <a:lnTo>
                      <a:pt x="60" y="234"/>
                    </a:lnTo>
                    <a:lnTo>
                      <a:pt x="62" y="234"/>
                    </a:lnTo>
                    <a:lnTo>
                      <a:pt x="60" y="234"/>
                    </a:lnTo>
                    <a:lnTo>
                      <a:pt x="56" y="232"/>
                    </a:lnTo>
                    <a:lnTo>
                      <a:pt x="56" y="228"/>
                    </a:lnTo>
                    <a:lnTo>
                      <a:pt x="56" y="232"/>
                    </a:lnTo>
                    <a:lnTo>
                      <a:pt x="56" y="234"/>
                    </a:lnTo>
                    <a:lnTo>
                      <a:pt x="60" y="234"/>
                    </a:lnTo>
                    <a:lnTo>
                      <a:pt x="60" y="238"/>
                    </a:lnTo>
                    <a:lnTo>
                      <a:pt x="60" y="242"/>
                    </a:lnTo>
                    <a:lnTo>
                      <a:pt x="56" y="238"/>
                    </a:lnTo>
                    <a:lnTo>
                      <a:pt x="52" y="234"/>
                    </a:lnTo>
                    <a:lnTo>
                      <a:pt x="52" y="238"/>
                    </a:lnTo>
                    <a:lnTo>
                      <a:pt x="56" y="238"/>
                    </a:lnTo>
                    <a:lnTo>
                      <a:pt x="56" y="242"/>
                    </a:lnTo>
                    <a:lnTo>
                      <a:pt x="56" y="246"/>
                    </a:lnTo>
                    <a:lnTo>
                      <a:pt x="52" y="246"/>
                    </a:lnTo>
                    <a:lnTo>
                      <a:pt x="48" y="246"/>
                    </a:lnTo>
                    <a:lnTo>
                      <a:pt x="48" y="250"/>
                    </a:lnTo>
                    <a:lnTo>
                      <a:pt x="44" y="250"/>
                    </a:lnTo>
                    <a:lnTo>
                      <a:pt x="44" y="254"/>
                    </a:lnTo>
                    <a:lnTo>
                      <a:pt x="40" y="258"/>
                    </a:lnTo>
                    <a:lnTo>
                      <a:pt x="36" y="258"/>
                    </a:lnTo>
                    <a:lnTo>
                      <a:pt x="34" y="258"/>
                    </a:lnTo>
                    <a:lnTo>
                      <a:pt x="36" y="258"/>
                    </a:lnTo>
                    <a:lnTo>
                      <a:pt x="36" y="254"/>
                    </a:lnTo>
                    <a:lnTo>
                      <a:pt x="36" y="250"/>
                    </a:lnTo>
                    <a:lnTo>
                      <a:pt x="36" y="246"/>
                    </a:lnTo>
                    <a:lnTo>
                      <a:pt x="36" y="242"/>
                    </a:lnTo>
                    <a:lnTo>
                      <a:pt x="36" y="238"/>
                    </a:lnTo>
                    <a:lnTo>
                      <a:pt x="36" y="234"/>
                    </a:lnTo>
                    <a:lnTo>
                      <a:pt x="40" y="234"/>
                    </a:lnTo>
                    <a:lnTo>
                      <a:pt x="40" y="232"/>
                    </a:lnTo>
                    <a:lnTo>
                      <a:pt x="36" y="232"/>
                    </a:lnTo>
                    <a:lnTo>
                      <a:pt x="34" y="232"/>
                    </a:lnTo>
                    <a:lnTo>
                      <a:pt x="34" y="228"/>
                    </a:lnTo>
                    <a:lnTo>
                      <a:pt x="30" y="228"/>
                    </a:lnTo>
                    <a:lnTo>
                      <a:pt x="34" y="228"/>
                    </a:lnTo>
                    <a:lnTo>
                      <a:pt x="34" y="224"/>
                    </a:lnTo>
                    <a:lnTo>
                      <a:pt x="36" y="224"/>
                    </a:lnTo>
                    <a:lnTo>
                      <a:pt x="40" y="220"/>
                    </a:lnTo>
                    <a:lnTo>
                      <a:pt x="40" y="216"/>
                    </a:lnTo>
                    <a:lnTo>
                      <a:pt x="44" y="220"/>
                    </a:lnTo>
                    <a:lnTo>
                      <a:pt x="44" y="216"/>
                    </a:lnTo>
                    <a:lnTo>
                      <a:pt x="48" y="216"/>
                    </a:lnTo>
                    <a:lnTo>
                      <a:pt x="52" y="216"/>
                    </a:lnTo>
                    <a:lnTo>
                      <a:pt x="56" y="220"/>
                    </a:lnTo>
                    <a:lnTo>
                      <a:pt x="56" y="216"/>
                    </a:lnTo>
                    <a:lnTo>
                      <a:pt x="52" y="212"/>
                    </a:lnTo>
                    <a:lnTo>
                      <a:pt x="52" y="208"/>
                    </a:lnTo>
                    <a:lnTo>
                      <a:pt x="52" y="204"/>
                    </a:lnTo>
                    <a:lnTo>
                      <a:pt x="52" y="202"/>
                    </a:lnTo>
                    <a:lnTo>
                      <a:pt x="56" y="202"/>
                    </a:lnTo>
                    <a:lnTo>
                      <a:pt x="56" y="204"/>
                    </a:lnTo>
                    <a:lnTo>
                      <a:pt x="60" y="204"/>
                    </a:lnTo>
                    <a:lnTo>
                      <a:pt x="60" y="202"/>
                    </a:lnTo>
                    <a:lnTo>
                      <a:pt x="60" y="198"/>
                    </a:lnTo>
                    <a:lnTo>
                      <a:pt x="62" y="198"/>
                    </a:lnTo>
                    <a:lnTo>
                      <a:pt x="62" y="202"/>
                    </a:lnTo>
                    <a:lnTo>
                      <a:pt x="62" y="198"/>
                    </a:lnTo>
                    <a:lnTo>
                      <a:pt x="66" y="198"/>
                    </a:lnTo>
                    <a:lnTo>
                      <a:pt x="66" y="194"/>
                    </a:lnTo>
                    <a:lnTo>
                      <a:pt x="70" y="194"/>
                    </a:lnTo>
                    <a:lnTo>
                      <a:pt x="74" y="194"/>
                    </a:lnTo>
                    <a:lnTo>
                      <a:pt x="74" y="190"/>
                    </a:lnTo>
                    <a:lnTo>
                      <a:pt x="74" y="186"/>
                    </a:lnTo>
                    <a:lnTo>
                      <a:pt x="74" y="182"/>
                    </a:lnTo>
                    <a:lnTo>
                      <a:pt x="74" y="174"/>
                    </a:lnTo>
                    <a:lnTo>
                      <a:pt x="74" y="172"/>
                    </a:lnTo>
                    <a:lnTo>
                      <a:pt x="74" y="168"/>
                    </a:lnTo>
                    <a:lnTo>
                      <a:pt x="74" y="164"/>
                    </a:lnTo>
                    <a:lnTo>
                      <a:pt x="70" y="164"/>
                    </a:lnTo>
                    <a:lnTo>
                      <a:pt x="70" y="160"/>
                    </a:lnTo>
                    <a:lnTo>
                      <a:pt x="74" y="160"/>
                    </a:lnTo>
                    <a:lnTo>
                      <a:pt x="70" y="156"/>
                    </a:lnTo>
                    <a:lnTo>
                      <a:pt x="74" y="156"/>
                    </a:lnTo>
                    <a:lnTo>
                      <a:pt x="74" y="152"/>
                    </a:lnTo>
                    <a:lnTo>
                      <a:pt x="74" y="148"/>
                    </a:lnTo>
                    <a:lnTo>
                      <a:pt x="74" y="146"/>
                    </a:lnTo>
                    <a:lnTo>
                      <a:pt x="78" y="142"/>
                    </a:lnTo>
                    <a:lnTo>
                      <a:pt x="74" y="142"/>
                    </a:lnTo>
                    <a:lnTo>
                      <a:pt x="74" y="138"/>
                    </a:lnTo>
                    <a:lnTo>
                      <a:pt x="70" y="138"/>
                    </a:lnTo>
                    <a:lnTo>
                      <a:pt x="70" y="134"/>
                    </a:lnTo>
                    <a:lnTo>
                      <a:pt x="70" y="130"/>
                    </a:lnTo>
                    <a:lnTo>
                      <a:pt x="74" y="130"/>
                    </a:lnTo>
                    <a:lnTo>
                      <a:pt x="74" y="126"/>
                    </a:lnTo>
                    <a:lnTo>
                      <a:pt x="70" y="126"/>
                    </a:lnTo>
                    <a:lnTo>
                      <a:pt x="70" y="122"/>
                    </a:lnTo>
                    <a:lnTo>
                      <a:pt x="66" y="122"/>
                    </a:lnTo>
                    <a:lnTo>
                      <a:pt x="66" y="118"/>
                    </a:lnTo>
                    <a:lnTo>
                      <a:pt x="62" y="118"/>
                    </a:lnTo>
                    <a:lnTo>
                      <a:pt x="62" y="122"/>
                    </a:lnTo>
                    <a:lnTo>
                      <a:pt x="60" y="118"/>
                    </a:lnTo>
                    <a:lnTo>
                      <a:pt x="60" y="116"/>
                    </a:lnTo>
                    <a:lnTo>
                      <a:pt x="60" y="112"/>
                    </a:lnTo>
                    <a:lnTo>
                      <a:pt x="60" y="108"/>
                    </a:lnTo>
                    <a:lnTo>
                      <a:pt x="56" y="108"/>
                    </a:lnTo>
                    <a:lnTo>
                      <a:pt x="56" y="104"/>
                    </a:lnTo>
                    <a:lnTo>
                      <a:pt x="52" y="104"/>
                    </a:lnTo>
                    <a:lnTo>
                      <a:pt x="52" y="100"/>
                    </a:lnTo>
                    <a:lnTo>
                      <a:pt x="48" y="100"/>
                    </a:lnTo>
                    <a:lnTo>
                      <a:pt x="48" y="96"/>
                    </a:lnTo>
                    <a:lnTo>
                      <a:pt x="48" y="92"/>
                    </a:lnTo>
                    <a:lnTo>
                      <a:pt x="44" y="92"/>
                    </a:lnTo>
                    <a:lnTo>
                      <a:pt x="44" y="88"/>
                    </a:lnTo>
                    <a:lnTo>
                      <a:pt x="40" y="88"/>
                    </a:lnTo>
                    <a:lnTo>
                      <a:pt x="40" y="86"/>
                    </a:lnTo>
                    <a:lnTo>
                      <a:pt x="40" y="82"/>
                    </a:lnTo>
                    <a:lnTo>
                      <a:pt x="36" y="82"/>
                    </a:lnTo>
                    <a:lnTo>
                      <a:pt x="34" y="82"/>
                    </a:lnTo>
                    <a:lnTo>
                      <a:pt x="34" y="78"/>
                    </a:lnTo>
                    <a:lnTo>
                      <a:pt x="30" y="74"/>
                    </a:lnTo>
                    <a:lnTo>
                      <a:pt x="26" y="74"/>
                    </a:lnTo>
                    <a:lnTo>
                      <a:pt x="22" y="70"/>
                    </a:lnTo>
                    <a:lnTo>
                      <a:pt x="26" y="70"/>
                    </a:lnTo>
                    <a:lnTo>
                      <a:pt x="26" y="66"/>
                    </a:lnTo>
                    <a:lnTo>
                      <a:pt x="26" y="62"/>
                    </a:lnTo>
                    <a:lnTo>
                      <a:pt x="26" y="66"/>
                    </a:lnTo>
                    <a:lnTo>
                      <a:pt x="26" y="62"/>
                    </a:lnTo>
                    <a:lnTo>
                      <a:pt x="30" y="62"/>
                    </a:lnTo>
                    <a:lnTo>
                      <a:pt x="30" y="66"/>
                    </a:lnTo>
                    <a:lnTo>
                      <a:pt x="34" y="66"/>
                    </a:lnTo>
                    <a:lnTo>
                      <a:pt x="34" y="62"/>
                    </a:lnTo>
                    <a:lnTo>
                      <a:pt x="36" y="62"/>
                    </a:lnTo>
                    <a:lnTo>
                      <a:pt x="36" y="58"/>
                    </a:lnTo>
                    <a:lnTo>
                      <a:pt x="36" y="56"/>
                    </a:lnTo>
                    <a:lnTo>
                      <a:pt x="34" y="52"/>
                    </a:lnTo>
                    <a:lnTo>
                      <a:pt x="30" y="52"/>
                    </a:lnTo>
                    <a:lnTo>
                      <a:pt x="34" y="48"/>
                    </a:lnTo>
                    <a:lnTo>
                      <a:pt x="30" y="44"/>
                    </a:lnTo>
                    <a:lnTo>
                      <a:pt x="26" y="42"/>
                    </a:lnTo>
                    <a:lnTo>
                      <a:pt x="22" y="44"/>
                    </a:lnTo>
                    <a:lnTo>
                      <a:pt x="22" y="48"/>
                    </a:lnTo>
                    <a:lnTo>
                      <a:pt x="18" y="48"/>
                    </a:lnTo>
                    <a:lnTo>
                      <a:pt x="18" y="44"/>
                    </a:lnTo>
                    <a:lnTo>
                      <a:pt x="14" y="44"/>
                    </a:lnTo>
                    <a:lnTo>
                      <a:pt x="10" y="44"/>
                    </a:lnTo>
                    <a:lnTo>
                      <a:pt x="10" y="42"/>
                    </a:lnTo>
                    <a:lnTo>
                      <a:pt x="10" y="38"/>
                    </a:lnTo>
                    <a:lnTo>
                      <a:pt x="6" y="38"/>
                    </a:lnTo>
                    <a:lnTo>
                      <a:pt x="10" y="34"/>
                    </a:lnTo>
                    <a:lnTo>
                      <a:pt x="6" y="34"/>
                    </a:lnTo>
                    <a:lnTo>
                      <a:pt x="10" y="34"/>
                    </a:lnTo>
                    <a:lnTo>
                      <a:pt x="10" y="30"/>
                    </a:lnTo>
                    <a:lnTo>
                      <a:pt x="6" y="30"/>
                    </a:lnTo>
                    <a:lnTo>
                      <a:pt x="6" y="26"/>
                    </a:lnTo>
                    <a:lnTo>
                      <a:pt x="4" y="26"/>
                    </a:lnTo>
                    <a:lnTo>
                      <a:pt x="4" y="22"/>
                    </a:lnTo>
                    <a:lnTo>
                      <a:pt x="0" y="18"/>
                    </a:lnTo>
                    <a:lnTo>
                      <a:pt x="0" y="14"/>
                    </a:lnTo>
                    <a:lnTo>
                      <a:pt x="4" y="14"/>
                    </a:lnTo>
                    <a:lnTo>
                      <a:pt x="4" y="12"/>
                    </a:lnTo>
                    <a:lnTo>
                      <a:pt x="6" y="12"/>
                    </a:lnTo>
                    <a:lnTo>
                      <a:pt x="6" y="14"/>
                    </a:lnTo>
                    <a:lnTo>
                      <a:pt x="10" y="14"/>
                    </a:lnTo>
                    <a:lnTo>
                      <a:pt x="14" y="14"/>
                    </a:lnTo>
                    <a:lnTo>
                      <a:pt x="14" y="12"/>
                    </a:lnTo>
                    <a:lnTo>
                      <a:pt x="18" y="12"/>
                    </a:lnTo>
                    <a:lnTo>
                      <a:pt x="18" y="14"/>
                    </a:lnTo>
                    <a:lnTo>
                      <a:pt x="18" y="12"/>
                    </a:lnTo>
                    <a:lnTo>
                      <a:pt x="22" y="12"/>
                    </a:lnTo>
                    <a:lnTo>
                      <a:pt x="22" y="14"/>
                    </a:lnTo>
                    <a:lnTo>
                      <a:pt x="26" y="14"/>
                    </a:lnTo>
                    <a:lnTo>
                      <a:pt x="26" y="12"/>
                    </a:lnTo>
                    <a:lnTo>
                      <a:pt x="30" y="12"/>
                    </a:lnTo>
                    <a:lnTo>
                      <a:pt x="34" y="12"/>
                    </a:lnTo>
                    <a:lnTo>
                      <a:pt x="36" y="8"/>
                    </a:lnTo>
                    <a:lnTo>
                      <a:pt x="36" y="4"/>
                    </a:lnTo>
                    <a:lnTo>
                      <a:pt x="40" y="0"/>
                    </a:lnTo>
                    <a:lnTo>
                      <a:pt x="44" y="0"/>
                    </a:lnTo>
                    <a:lnTo>
                      <a:pt x="44" y="4"/>
                    </a:lnTo>
                    <a:lnTo>
                      <a:pt x="48" y="4"/>
                    </a:lnTo>
                    <a:lnTo>
                      <a:pt x="48" y="8"/>
                    </a:lnTo>
                    <a:lnTo>
                      <a:pt x="52" y="8"/>
                    </a:lnTo>
                    <a:lnTo>
                      <a:pt x="56" y="8"/>
                    </a:lnTo>
                    <a:lnTo>
                      <a:pt x="60" y="8"/>
                    </a:lnTo>
                    <a:lnTo>
                      <a:pt x="62" y="8"/>
                    </a:lnTo>
                    <a:lnTo>
                      <a:pt x="62" y="12"/>
                    </a:lnTo>
                    <a:lnTo>
                      <a:pt x="62" y="14"/>
                    </a:lnTo>
                    <a:lnTo>
                      <a:pt x="60" y="14"/>
                    </a:lnTo>
                    <a:lnTo>
                      <a:pt x="60" y="18"/>
                    </a:lnTo>
                    <a:lnTo>
                      <a:pt x="62" y="18"/>
                    </a:lnTo>
                    <a:lnTo>
                      <a:pt x="62" y="22"/>
                    </a:lnTo>
                    <a:lnTo>
                      <a:pt x="66" y="26"/>
                    </a:lnTo>
                    <a:lnTo>
                      <a:pt x="70" y="30"/>
                    </a:lnTo>
                    <a:lnTo>
                      <a:pt x="74" y="30"/>
                    </a:lnTo>
                    <a:lnTo>
                      <a:pt x="78" y="30"/>
                    </a:lnTo>
                    <a:lnTo>
                      <a:pt x="82" y="30"/>
                    </a:lnTo>
                    <a:lnTo>
                      <a:pt x="82" y="34"/>
                    </a:lnTo>
                    <a:lnTo>
                      <a:pt x="78" y="34"/>
                    </a:lnTo>
                    <a:lnTo>
                      <a:pt x="74" y="38"/>
                    </a:lnTo>
                    <a:lnTo>
                      <a:pt x="70" y="38"/>
                    </a:lnTo>
                    <a:lnTo>
                      <a:pt x="74" y="42"/>
                    </a:lnTo>
                    <a:lnTo>
                      <a:pt x="70" y="42"/>
                    </a:lnTo>
                    <a:lnTo>
                      <a:pt x="70" y="44"/>
                    </a:lnTo>
                    <a:lnTo>
                      <a:pt x="66" y="42"/>
                    </a:lnTo>
                    <a:lnTo>
                      <a:pt x="70" y="42"/>
                    </a:lnTo>
                    <a:lnTo>
                      <a:pt x="66" y="42"/>
                    </a:lnTo>
                    <a:lnTo>
                      <a:pt x="66" y="44"/>
                    </a:lnTo>
                    <a:lnTo>
                      <a:pt x="62" y="44"/>
                    </a:lnTo>
                    <a:lnTo>
                      <a:pt x="62" y="42"/>
                    </a:lnTo>
                    <a:lnTo>
                      <a:pt x="62" y="44"/>
                    </a:lnTo>
                    <a:lnTo>
                      <a:pt x="62" y="48"/>
                    </a:lnTo>
                    <a:lnTo>
                      <a:pt x="60" y="52"/>
                    </a:lnTo>
                    <a:lnTo>
                      <a:pt x="60" y="56"/>
                    </a:lnTo>
                    <a:lnTo>
                      <a:pt x="60" y="52"/>
                    </a:lnTo>
                    <a:lnTo>
                      <a:pt x="60" y="56"/>
                    </a:lnTo>
                    <a:lnTo>
                      <a:pt x="56" y="56"/>
                    </a:lnTo>
                    <a:lnTo>
                      <a:pt x="56" y="58"/>
                    </a:lnTo>
                    <a:lnTo>
                      <a:pt x="52" y="58"/>
                    </a:lnTo>
                    <a:lnTo>
                      <a:pt x="52" y="62"/>
                    </a:lnTo>
                    <a:lnTo>
                      <a:pt x="52" y="66"/>
                    </a:lnTo>
                    <a:lnTo>
                      <a:pt x="52" y="70"/>
                    </a:lnTo>
                    <a:lnTo>
                      <a:pt x="48" y="70"/>
                    </a:lnTo>
                    <a:lnTo>
                      <a:pt x="52" y="70"/>
                    </a:lnTo>
                    <a:lnTo>
                      <a:pt x="48" y="74"/>
                    </a:lnTo>
                    <a:lnTo>
                      <a:pt x="48" y="78"/>
                    </a:lnTo>
                    <a:lnTo>
                      <a:pt x="48" y="82"/>
                    </a:lnTo>
                    <a:lnTo>
                      <a:pt x="52" y="82"/>
                    </a:lnTo>
                    <a:lnTo>
                      <a:pt x="52" y="86"/>
                    </a:lnTo>
                    <a:lnTo>
                      <a:pt x="52" y="88"/>
                    </a:lnTo>
                    <a:lnTo>
                      <a:pt x="56" y="88"/>
                    </a:lnTo>
                    <a:lnTo>
                      <a:pt x="60" y="92"/>
                    </a:lnTo>
                    <a:lnTo>
                      <a:pt x="60" y="96"/>
                    </a:lnTo>
                    <a:lnTo>
                      <a:pt x="60" y="100"/>
                    </a:lnTo>
                    <a:lnTo>
                      <a:pt x="62" y="104"/>
                    </a:lnTo>
                    <a:lnTo>
                      <a:pt x="62" y="108"/>
                    </a:lnTo>
                    <a:lnTo>
                      <a:pt x="66" y="108"/>
                    </a:lnTo>
                    <a:lnTo>
                      <a:pt x="66" y="112"/>
                    </a:lnTo>
                    <a:lnTo>
                      <a:pt x="66" y="112"/>
                    </a:lnTo>
                    <a:lnTo>
                      <a:pt x="66" y="112"/>
                    </a:lnTo>
                    <a:close/>
                    <a:moveTo>
                      <a:pt x="62" y="224"/>
                    </a:moveTo>
                    <a:lnTo>
                      <a:pt x="66" y="224"/>
                    </a:lnTo>
                    <a:lnTo>
                      <a:pt x="62" y="224"/>
                    </a:lnTo>
                    <a:lnTo>
                      <a:pt x="66" y="224"/>
                    </a:lnTo>
                    <a:lnTo>
                      <a:pt x="66" y="228"/>
                    </a:lnTo>
                    <a:lnTo>
                      <a:pt x="62" y="228"/>
                    </a:lnTo>
                    <a:lnTo>
                      <a:pt x="62" y="224"/>
                    </a:lnTo>
                    <a:lnTo>
                      <a:pt x="62" y="224"/>
                    </a:lnTo>
                    <a:lnTo>
                      <a:pt x="62" y="224"/>
                    </a:lnTo>
                    <a:close/>
                    <a:moveTo>
                      <a:pt x="74" y="38"/>
                    </a:moveTo>
                    <a:lnTo>
                      <a:pt x="74" y="42"/>
                    </a:lnTo>
                    <a:lnTo>
                      <a:pt x="70" y="42"/>
                    </a:lnTo>
                    <a:lnTo>
                      <a:pt x="74" y="38"/>
                    </a:lnTo>
                    <a:lnTo>
                      <a:pt x="74" y="38"/>
                    </a:lnTo>
                    <a:lnTo>
                      <a:pt x="74" y="38"/>
                    </a:lnTo>
                    <a:close/>
                    <a:moveTo>
                      <a:pt x="66" y="44"/>
                    </a:moveTo>
                    <a:lnTo>
                      <a:pt x="66" y="48"/>
                    </a:lnTo>
                    <a:lnTo>
                      <a:pt x="66" y="44"/>
                    </a:lnTo>
                    <a:lnTo>
                      <a:pt x="66" y="44"/>
                    </a:lnTo>
                    <a:lnTo>
                      <a:pt x="66" y="44"/>
                    </a:lnTo>
                    <a:close/>
                    <a:moveTo>
                      <a:pt x="26" y="228"/>
                    </a:moveTo>
                    <a:lnTo>
                      <a:pt x="26" y="232"/>
                    </a:lnTo>
                    <a:lnTo>
                      <a:pt x="22" y="228"/>
                    </a:lnTo>
                    <a:lnTo>
                      <a:pt x="26" y="228"/>
                    </a:lnTo>
                    <a:lnTo>
                      <a:pt x="26" y="228"/>
                    </a:lnTo>
                    <a:lnTo>
                      <a:pt x="26" y="2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9" name="Freeform 63"/>
              <p:cNvSpPr>
                <a:spLocks noEditPoints="1"/>
              </p:cNvSpPr>
              <p:nvPr/>
            </p:nvSpPr>
            <p:spPr bwMode="gray">
              <a:xfrm>
                <a:off x="5655673" y="3524837"/>
                <a:ext cx="17393" cy="38264"/>
              </a:xfrm>
              <a:custGeom>
                <a:avLst/>
                <a:gdLst>
                  <a:gd name="T0" fmla="*/ 10 w 10"/>
                  <a:gd name="T1" fmla="*/ 12 h 22"/>
                  <a:gd name="T2" fmla="*/ 10 w 10"/>
                  <a:gd name="T3" fmla="*/ 12 h 22"/>
                  <a:gd name="T4" fmla="*/ 10 w 10"/>
                  <a:gd name="T5" fmla="*/ 14 h 22"/>
                  <a:gd name="T6" fmla="*/ 10 w 10"/>
                  <a:gd name="T7" fmla="*/ 14 h 22"/>
                  <a:gd name="T8" fmla="*/ 10 w 10"/>
                  <a:gd name="T9" fmla="*/ 18 h 22"/>
                  <a:gd name="T10" fmla="*/ 10 w 10"/>
                  <a:gd name="T11" fmla="*/ 18 h 22"/>
                  <a:gd name="T12" fmla="*/ 10 w 10"/>
                  <a:gd name="T13" fmla="*/ 18 h 22"/>
                  <a:gd name="T14" fmla="*/ 6 w 10"/>
                  <a:gd name="T15" fmla="*/ 22 h 22"/>
                  <a:gd name="T16" fmla="*/ 6 w 10"/>
                  <a:gd name="T17" fmla="*/ 22 h 22"/>
                  <a:gd name="T18" fmla="*/ 4 w 10"/>
                  <a:gd name="T19" fmla="*/ 22 h 22"/>
                  <a:gd name="T20" fmla="*/ 0 w 10"/>
                  <a:gd name="T21" fmla="*/ 22 h 22"/>
                  <a:gd name="T22" fmla="*/ 0 w 10"/>
                  <a:gd name="T23" fmla="*/ 22 h 22"/>
                  <a:gd name="T24" fmla="*/ 4 w 10"/>
                  <a:gd name="T25" fmla="*/ 22 h 22"/>
                  <a:gd name="T26" fmla="*/ 4 w 10"/>
                  <a:gd name="T27" fmla="*/ 18 h 22"/>
                  <a:gd name="T28" fmla="*/ 4 w 10"/>
                  <a:gd name="T29" fmla="*/ 18 h 22"/>
                  <a:gd name="T30" fmla="*/ 4 w 10"/>
                  <a:gd name="T31" fmla="*/ 18 h 22"/>
                  <a:gd name="T32" fmla="*/ 4 w 10"/>
                  <a:gd name="T33" fmla="*/ 14 h 22"/>
                  <a:gd name="T34" fmla="*/ 6 w 10"/>
                  <a:gd name="T35" fmla="*/ 14 h 22"/>
                  <a:gd name="T36" fmla="*/ 4 w 10"/>
                  <a:gd name="T37" fmla="*/ 14 h 22"/>
                  <a:gd name="T38" fmla="*/ 4 w 10"/>
                  <a:gd name="T39" fmla="*/ 14 h 22"/>
                  <a:gd name="T40" fmla="*/ 4 w 10"/>
                  <a:gd name="T41" fmla="*/ 14 h 22"/>
                  <a:gd name="T42" fmla="*/ 4 w 10"/>
                  <a:gd name="T43" fmla="*/ 12 h 22"/>
                  <a:gd name="T44" fmla="*/ 4 w 10"/>
                  <a:gd name="T45" fmla="*/ 12 h 22"/>
                  <a:gd name="T46" fmla="*/ 4 w 10"/>
                  <a:gd name="T47" fmla="*/ 8 h 22"/>
                  <a:gd name="T48" fmla="*/ 4 w 10"/>
                  <a:gd name="T49" fmla="*/ 8 h 22"/>
                  <a:gd name="T50" fmla="*/ 4 w 10"/>
                  <a:gd name="T51" fmla="*/ 4 h 22"/>
                  <a:gd name="T52" fmla="*/ 4 w 10"/>
                  <a:gd name="T53" fmla="*/ 4 h 22"/>
                  <a:gd name="T54" fmla="*/ 4 w 10"/>
                  <a:gd name="T55" fmla="*/ 4 h 22"/>
                  <a:gd name="T56" fmla="*/ 6 w 10"/>
                  <a:gd name="T57" fmla="*/ 0 h 22"/>
                  <a:gd name="T58" fmla="*/ 6 w 10"/>
                  <a:gd name="T59" fmla="*/ 0 h 22"/>
                  <a:gd name="T60" fmla="*/ 6 w 10"/>
                  <a:gd name="T61" fmla="*/ 0 h 22"/>
                  <a:gd name="T62" fmla="*/ 6 w 10"/>
                  <a:gd name="T63" fmla="*/ 4 h 22"/>
                  <a:gd name="T64" fmla="*/ 10 w 10"/>
                  <a:gd name="T65" fmla="*/ 4 h 22"/>
                  <a:gd name="T66" fmla="*/ 10 w 10"/>
                  <a:gd name="T67" fmla="*/ 8 h 22"/>
                  <a:gd name="T68" fmla="*/ 10 w 10"/>
                  <a:gd name="T69" fmla="*/ 8 h 22"/>
                  <a:gd name="T70" fmla="*/ 6 w 10"/>
                  <a:gd name="T71" fmla="*/ 14 h 22"/>
                  <a:gd name="T72" fmla="*/ 6 w 10"/>
                  <a:gd name="T73" fmla="*/ 14 h 22"/>
                  <a:gd name="T74" fmla="*/ 6 w 10"/>
                  <a:gd name="T75" fmla="*/ 14 h 22"/>
                  <a:gd name="T76" fmla="*/ 6 w 10"/>
                  <a:gd name="T77" fmla="*/ 14 h 22"/>
                  <a:gd name="T78" fmla="*/ 6 w 10"/>
                  <a:gd name="T79" fmla="*/ 14 h 22"/>
                  <a:gd name="T80" fmla="*/ 6 w 10"/>
                  <a:gd name="T81" fmla="*/ 14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 h="22">
                    <a:moveTo>
                      <a:pt x="10" y="8"/>
                    </a:moveTo>
                    <a:lnTo>
                      <a:pt x="10" y="12"/>
                    </a:lnTo>
                    <a:lnTo>
                      <a:pt x="10" y="12"/>
                    </a:lnTo>
                    <a:lnTo>
                      <a:pt x="10" y="12"/>
                    </a:lnTo>
                    <a:lnTo>
                      <a:pt x="10" y="14"/>
                    </a:lnTo>
                    <a:lnTo>
                      <a:pt x="10" y="14"/>
                    </a:lnTo>
                    <a:lnTo>
                      <a:pt x="10" y="14"/>
                    </a:lnTo>
                    <a:lnTo>
                      <a:pt x="10" y="14"/>
                    </a:lnTo>
                    <a:lnTo>
                      <a:pt x="10" y="18"/>
                    </a:lnTo>
                    <a:lnTo>
                      <a:pt x="10" y="18"/>
                    </a:lnTo>
                    <a:lnTo>
                      <a:pt x="10" y="18"/>
                    </a:lnTo>
                    <a:lnTo>
                      <a:pt x="10" y="18"/>
                    </a:lnTo>
                    <a:lnTo>
                      <a:pt x="10" y="18"/>
                    </a:lnTo>
                    <a:lnTo>
                      <a:pt x="10" y="18"/>
                    </a:lnTo>
                    <a:lnTo>
                      <a:pt x="6" y="18"/>
                    </a:lnTo>
                    <a:lnTo>
                      <a:pt x="6" y="22"/>
                    </a:lnTo>
                    <a:lnTo>
                      <a:pt x="6" y="22"/>
                    </a:lnTo>
                    <a:lnTo>
                      <a:pt x="6" y="22"/>
                    </a:lnTo>
                    <a:lnTo>
                      <a:pt x="6" y="22"/>
                    </a:lnTo>
                    <a:lnTo>
                      <a:pt x="4" y="22"/>
                    </a:lnTo>
                    <a:lnTo>
                      <a:pt x="4" y="22"/>
                    </a:lnTo>
                    <a:lnTo>
                      <a:pt x="0" y="22"/>
                    </a:lnTo>
                    <a:lnTo>
                      <a:pt x="0" y="22"/>
                    </a:lnTo>
                    <a:lnTo>
                      <a:pt x="0" y="22"/>
                    </a:lnTo>
                    <a:lnTo>
                      <a:pt x="0" y="22"/>
                    </a:lnTo>
                    <a:lnTo>
                      <a:pt x="4" y="22"/>
                    </a:lnTo>
                    <a:lnTo>
                      <a:pt x="4" y="18"/>
                    </a:lnTo>
                    <a:lnTo>
                      <a:pt x="4" y="18"/>
                    </a:lnTo>
                    <a:lnTo>
                      <a:pt x="4" y="18"/>
                    </a:lnTo>
                    <a:lnTo>
                      <a:pt x="4" y="18"/>
                    </a:lnTo>
                    <a:lnTo>
                      <a:pt x="4" y="18"/>
                    </a:lnTo>
                    <a:lnTo>
                      <a:pt x="4" y="18"/>
                    </a:lnTo>
                    <a:lnTo>
                      <a:pt x="4" y="14"/>
                    </a:lnTo>
                    <a:lnTo>
                      <a:pt x="4" y="14"/>
                    </a:lnTo>
                    <a:lnTo>
                      <a:pt x="6" y="14"/>
                    </a:lnTo>
                    <a:lnTo>
                      <a:pt x="6" y="14"/>
                    </a:lnTo>
                    <a:lnTo>
                      <a:pt x="4" y="14"/>
                    </a:lnTo>
                    <a:lnTo>
                      <a:pt x="4" y="14"/>
                    </a:lnTo>
                    <a:lnTo>
                      <a:pt x="4" y="14"/>
                    </a:lnTo>
                    <a:lnTo>
                      <a:pt x="4" y="14"/>
                    </a:lnTo>
                    <a:lnTo>
                      <a:pt x="4" y="14"/>
                    </a:lnTo>
                    <a:lnTo>
                      <a:pt x="4" y="14"/>
                    </a:lnTo>
                    <a:lnTo>
                      <a:pt x="4" y="14"/>
                    </a:lnTo>
                    <a:lnTo>
                      <a:pt x="4" y="12"/>
                    </a:lnTo>
                    <a:lnTo>
                      <a:pt x="4" y="12"/>
                    </a:lnTo>
                    <a:lnTo>
                      <a:pt x="4" y="12"/>
                    </a:lnTo>
                    <a:lnTo>
                      <a:pt x="4" y="12"/>
                    </a:lnTo>
                    <a:lnTo>
                      <a:pt x="4" y="8"/>
                    </a:lnTo>
                    <a:lnTo>
                      <a:pt x="4" y="8"/>
                    </a:lnTo>
                    <a:lnTo>
                      <a:pt x="4" y="8"/>
                    </a:lnTo>
                    <a:lnTo>
                      <a:pt x="4" y="4"/>
                    </a:lnTo>
                    <a:lnTo>
                      <a:pt x="4" y="4"/>
                    </a:lnTo>
                    <a:lnTo>
                      <a:pt x="4" y="4"/>
                    </a:lnTo>
                    <a:lnTo>
                      <a:pt x="4" y="4"/>
                    </a:lnTo>
                    <a:lnTo>
                      <a:pt x="4" y="4"/>
                    </a:lnTo>
                    <a:lnTo>
                      <a:pt x="4" y="4"/>
                    </a:lnTo>
                    <a:lnTo>
                      <a:pt x="6" y="0"/>
                    </a:lnTo>
                    <a:lnTo>
                      <a:pt x="6" y="0"/>
                    </a:lnTo>
                    <a:lnTo>
                      <a:pt x="6" y="0"/>
                    </a:lnTo>
                    <a:lnTo>
                      <a:pt x="6" y="0"/>
                    </a:lnTo>
                    <a:lnTo>
                      <a:pt x="6" y="0"/>
                    </a:lnTo>
                    <a:lnTo>
                      <a:pt x="6" y="0"/>
                    </a:lnTo>
                    <a:lnTo>
                      <a:pt x="6" y="0"/>
                    </a:lnTo>
                    <a:lnTo>
                      <a:pt x="6" y="4"/>
                    </a:lnTo>
                    <a:lnTo>
                      <a:pt x="10" y="4"/>
                    </a:lnTo>
                    <a:lnTo>
                      <a:pt x="10" y="4"/>
                    </a:lnTo>
                    <a:lnTo>
                      <a:pt x="10" y="4"/>
                    </a:lnTo>
                    <a:lnTo>
                      <a:pt x="10" y="8"/>
                    </a:lnTo>
                    <a:lnTo>
                      <a:pt x="10" y="8"/>
                    </a:lnTo>
                    <a:lnTo>
                      <a:pt x="10" y="8"/>
                    </a:lnTo>
                    <a:lnTo>
                      <a:pt x="10" y="8"/>
                    </a:lnTo>
                    <a:close/>
                    <a:moveTo>
                      <a:pt x="6" y="14"/>
                    </a:moveTo>
                    <a:lnTo>
                      <a:pt x="6" y="14"/>
                    </a:lnTo>
                    <a:lnTo>
                      <a:pt x="6" y="14"/>
                    </a:lnTo>
                    <a:lnTo>
                      <a:pt x="6" y="14"/>
                    </a:lnTo>
                    <a:lnTo>
                      <a:pt x="6" y="14"/>
                    </a:lnTo>
                    <a:lnTo>
                      <a:pt x="6" y="14"/>
                    </a:lnTo>
                    <a:lnTo>
                      <a:pt x="6" y="14"/>
                    </a:lnTo>
                    <a:lnTo>
                      <a:pt x="6" y="14"/>
                    </a:lnTo>
                    <a:lnTo>
                      <a:pt x="6" y="14"/>
                    </a:lnTo>
                    <a:lnTo>
                      <a:pt x="6" y="14"/>
                    </a:lnTo>
                    <a:lnTo>
                      <a:pt x="6" y="14"/>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0" name="Freeform 64"/>
              <p:cNvSpPr>
                <a:spLocks noEditPoints="1"/>
              </p:cNvSpPr>
              <p:nvPr/>
            </p:nvSpPr>
            <p:spPr bwMode="gray">
              <a:xfrm>
                <a:off x="5843514" y="3952697"/>
                <a:ext cx="295676" cy="205233"/>
              </a:xfrm>
              <a:custGeom>
                <a:avLst/>
                <a:gdLst>
                  <a:gd name="T0" fmla="*/ 64 w 170"/>
                  <a:gd name="T1" fmla="*/ 92 h 118"/>
                  <a:gd name="T2" fmla="*/ 56 w 170"/>
                  <a:gd name="T3" fmla="*/ 96 h 118"/>
                  <a:gd name="T4" fmla="*/ 44 w 170"/>
                  <a:gd name="T5" fmla="*/ 96 h 118"/>
                  <a:gd name="T6" fmla="*/ 40 w 170"/>
                  <a:gd name="T7" fmla="*/ 100 h 118"/>
                  <a:gd name="T8" fmla="*/ 40 w 170"/>
                  <a:gd name="T9" fmla="*/ 104 h 118"/>
                  <a:gd name="T10" fmla="*/ 38 w 170"/>
                  <a:gd name="T11" fmla="*/ 108 h 118"/>
                  <a:gd name="T12" fmla="*/ 34 w 170"/>
                  <a:gd name="T13" fmla="*/ 108 h 118"/>
                  <a:gd name="T14" fmla="*/ 30 w 170"/>
                  <a:gd name="T15" fmla="*/ 108 h 118"/>
                  <a:gd name="T16" fmla="*/ 26 w 170"/>
                  <a:gd name="T17" fmla="*/ 108 h 118"/>
                  <a:gd name="T18" fmla="*/ 18 w 170"/>
                  <a:gd name="T19" fmla="*/ 108 h 118"/>
                  <a:gd name="T20" fmla="*/ 14 w 170"/>
                  <a:gd name="T21" fmla="*/ 108 h 118"/>
                  <a:gd name="T22" fmla="*/ 14 w 170"/>
                  <a:gd name="T23" fmla="*/ 100 h 118"/>
                  <a:gd name="T24" fmla="*/ 10 w 170"/>
                  <a:gd name="T25" fmla="*/ 92 h 118"/>
                  <a:gd name="T26" fmla="*/ 10 w 170"/>
                  <a:gd name="T27" fmla="*/ 90 h 118"/>
                  <a:gd name="T28" fmla="*/ 10 w 170"/>
                  <a:gd name="T29" fmla="*/ 82 h 118"/>
                  <a:gd name="T30" fmla="*/ 8 w 170"/>
                  <a:gd name="T31" fmla="*/ 70 h 118"/>
                  <a:gd name="T32" fmla="*/ 8 w 170"/>
                  <a:gd name="T33" fmla="*/ 66 h 118"/>
                  <a:gd name="T34" fmla="*/ 4 w 170"/>
                  <a:gd name="T35" fmla="*/ 62 h 118"/>
                  <a:gd name="T36" fmla="*/ 4 w 170"/>
                  <a:gd name="T37" fmla="*/ 60 h 118"/>
                  <a:gd name="T38" fmla="*/ 4 w 170"/>
                  <a:gd name="T39" fmla="*/ 56 h 118"/>
                  <a:gd name="T40" fmla="*/ 8 w 170"/>
                  <a:gd name="T41" fmla="*/ 48 h 118"/>
                  <a:gd name="T42" fmla="*/ 8 w 170"/>
                  <a:gd name="T43" fmla="*/ 44 h 118"/>
                  <a:gd name="T44" fmla="*/ 10 w 170"/>
                  <a:gd name="T45" fmla="*/ 40 h 118"/>
                  <a:gd name="T46" fmla="*/ 10 w 170"/>
                  <a:gd name="T47" fmla="*/ 26 h 118"/>
                  <a:gd name="T48" fmla="*/ 14 w 170"/>
                  <a:gd name="T49" fmla="*/ 26 h 118"/>
                  <a:gd name="T50" fmla="*/ 18 w 170"/>
                  <a:gd name="T51" fmla="*/ 26 h 118"/>
                  <a:gd name="T52" fmla="*/ 30 w 170"/>
                  <a:gd name="T53" fmla="*/ 26 h 118"/>
                  <a:gd name="T54" fmla="*/ 60 w 170"/>
                  <a:gd name="T55" fmla="*/ 30 h 118"/>
                  <a:gd name="T56" fmla="*/ 78 w 170"/>
                  <a:gd name="T57" fmla="*/ 22 h 118"/>
                  <a:gd name="T58" fmla="*/ 144 w 170"/>
                  <a:gd name="T59" fmla="*/ 26 h 118"/>
                  <a:gd name="T60" fmla="*/ 148 w 170"/>
                  <a:gd name="T61" fmla="*/ 40 h 118"/>
                  <a:gd name="T62" fmla="*/ 140 w 170"/>
                  <a:gd name="T63" fmla="*/ 44 h 118"/>
                  <a:gd name="T64" fmla="*/ 136 w 170"/>
                  <a:gd name="T65" fmla="*/ 48 h 118"/>
                  <a:gd name="T66" fmla="*/ 134 w 170"/>
                  <a:gd name="T67" fmla="*/ 60 h 118"/>
                  <a:gd name="T68" fmla="*/ 126 w 170"/>
                  <a:gd name="T69" fmla="*/ 62 h 118"/>
                  <a:gd name="T70" fmla="*/ 120 w 170"/>
                  <a:gd name="T71" fmla="*/ 66 h 118"/>
                  <a:gd name="T72" fmla="*/ 112 w 170"/>
                  <a:gd name="T73" fmla="*/ 66 h 118"/>
                  <a:gd name="T74" fmla="*/ 104 w 170"/>
                  <a:gd name="T75" fmla="*/ 70 h 118"/>
                  <a:gd name="T76" fmla="*/ 94 w 170"/>
                  <a:gd name="T77" fmla="*/ 78 h 118"/>
                  <a:gd name="T78" fmla="*/ 90 w 170"/>
                  <a:gd name="T79" fmla="*/ 86 h 118"/>
                  <a:gd name="T80" fmla="*/ 82 w 170"/>
                  <a:gd name="T81" fmla="*/ 86 h 118"/>
                  <a:gd name="T82" fmla="*/ 78 w 170"/>
                  <a:gd name="T83" fmla="*/ 86 h 118"/>
                  <a:gd name="T84" fmla="*/ 78 w 170"/>
                  <a:gd name="T85" fmla="*/ 86 h 118"/>
                  <a:gd name="T86" fmla="*/ 74 w 170"/>
                  <a:gd name="T87" fmla="*/ 90 h 118"/>
                  <a:gd name="T88" fmla="*/ 66 w 170"/>
                  <a:gd name="T89" fmla="*/ 92 h 118"/>
                  <a:gd name="T90" fmla="*/ 136 w 170"/>
                  <a:gd name="T91" fmla="*/ 118 h 118"/>
                  <a:gd name="T92" fmla="*/ 136 w 170"/>
                  <a:gd name="T93" fmla="*/ 116 h 118"/>
                  <a:gd name="T94" fmla="*/ 136 w 170"/>
                  <a:gd name="T95" fmla="*/ 116 h 118"/>
                  <a:gd name="T96" fmla="*/ 140 w 170"/>
                  <a:gd name="T97" fmla="*/ 118 h 118"/>
                  <a:gd name="T98" fmla="*/ 4 w 170"/>
                  <a:gd name="T99" fmla="*/ 62 h 118"/>
                  <a:gd name="T100" fmla="*/ 4 w 170"/>
                  <a:gd name="T101" fmla="*/ 60 h 118"/>
                  <a:gd name="T102" fmla="*/ 4 w 170"/>
                  <a:gd name="T103" fmla="*/ 62 h 118"/>
                  <a:gd name="T104" fmla="*/ 4 w 170"/>
                  <a:gd name="T105" fmla="*/ 86 h 118"/>
                  <a:gd name="T106" fmla="*/ 4 w 170"/>
                  <a:gd name="T107" fmla="*/ 86 h 118"/>
                  <a:gd name="T108" fmla="*/ 170 w 170"/>
                  <a:gd name="T109" fmla="*/ 112 h 118"/>
                  <a:gd name="T110" fmla="*/ 164 w 170"/>
                  <a:gd name="T111" fmla="*/ 116 h 118"/>
                  <a:gd name="T112" fmla="*/ 156 w 170"/>
                  <a:gd name="T113" fmla="*/ 116 h 118"/>
                  <a:gd name="T114" fmla="*/ 156 w 170"/>
                  <a:gd name="T115" fmla="*/ 108 h 118"/>
                  <a:gd name="T116" fmla="*/ 160 w 170"/>
                  <a:gd name="T117" fmla="*/ 112 h 118"/>
                  <a:gd name="T118" fmla="*/ 166 w 170"/>
                  <a:gd name="T119" fmla="*/ 10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0" h="118">
                    <a:moveTo>
                      <a:pt x="66" y="92"/>
                    </a:moveTo>
                    <a:lnTo>
                      <a:pt x="66" y="92"/>
                    </a:lnTo>
                    <a:lnTo>
                      <a:pt x="64" y="92"/>
                    </a:lnTo>
                    <a:lnTo>
                      <a:pt x="64" y="92"/>
                    </a:lnTo>
                    <a:lnTo>
                      <a:pt x="64" y="92"/>
                    </a:lnTo>
                    <a:lnTo>
                      <a:pt x="64" y="92"/>
                    </a:lnTo>
                    <a:lnTo>
                      <a:pt x="64" y="92"/>
                    </a:lnTo>
                    <a:lnTo>
                      <a:pt x="60" y="96"/>
                    </a:lnTo>
                    <a:lnTo>
                      <a:pt x="60" y="96"/>
                    </a:lnTo>
                    <a:lnTo>
                      <a:pt x="56" y="96"/>
                    </a:lnTo>
                    <a:lnTo>
                      <a:pt x="56" y="96"/>
                    </a:lnTo>
                    <a:lnTo>
                      <a:pt x="56" y="96"/>
                    </a:lnTo>
                    <a:lnTo>
                      <a:pt x="52" y="96"/>
                    </a:lnTo>
                    <a:lnTo>
                      <a:pt x="52" y="96"/>
                    </a:lnTo>
                    <a:lnTo>
                      <a:pt x="48" y="96"/>
                    </a:lnTo>
                    <a:lnTo>
                      <a:pt x="48" y="96"/>
                    </a:lnTo>
                    <a:lnTo>
                      <a:pt x="44" y="96"/>
                    </a:lnTo>
                    <a:lnTo>
                      <a:pt x="44" y="96"/>
                    </a:lnTo>
                    <a:lnTo>
                      <a:pt x="44" y="96"/>
                    </a:lnTo>
                    <a:lnTo>
                      <a:pt x="44" y="100"/>
                    </a:lnTo>
                    <a:lnTo>
                      <a:pt x="44" y="100"/>
                    </a:lnTo>
                    <a:lnTo>
                      <a:pt x="44" y="100"/>
                    </a:lnTo>
                    <a:lnTo>
                      <a:pt x="44" y="100"/>
                    </a:lnTo>
                    <a:lnTo>
                      <a:pt x="40" y="100"/>
                    </a:lnTo>
                    <a:lnTo>
                      <a:pt x="40" y="100"/>
                    </a:lnTo>
                    <a:lnTo>
                      <a:pt x="40" y="100"/>
                    </a:lnTo>
                    <a:lnTo>
                      <a:pt x="40" y="104"/>
                    </a:lnTo>
                    <a:lnTo>
                      <a:pt x="40" y="104"/>
                    </a:lnTo>
                    <a:lnTo>
                      <a:pt x="40" y="104"/>
                    </a:lnTo>
                    <a:lnTo>
                      <a:pt x="40" y="104"/>
                    </a:lnTo>
                    <a:lnTo>
                      <a:pt x="38" y="104"/>
                    </a:lnTo>
                    <a:lnTo>
                      <a:pt x="38" y="104"/>
                    </a:lnTo>
                    <a:lnTo>
                      <a:pt x="38" y="104"/>
                    </a:lnTo>
                    <a:lnTo>
                      <a:pt x="38" y="104"/>
                    </a:lnTo>
                    <a:lnTo>
                      <a:pt x="38" y="104"/>
                    </a:lnTo>
                    <a:lnTo>
                      <a:pt x="38" y="108"/>
                    </a:lnTo>
                    <a:lnTo>
                      <a:pt x="38" y="104"/>
                    </a:lnTo>
                    <a:lnTo>
                      <a:pt x="38" y="104"/>
                    </a:lnTo>
                    <a:lnTo>
                      <a:pt x="34" y="108"/>
                    </a:lnTo>
                    <a:lnTo>
                      <a:pt x="34" y="108"/>
                    </a:lnTo>
                    <a:lnTo>
                      <a:pt x="34" y="108"/>
                    </a:lnTo>
                    <a:lnTo>
                      <a:pt x="34" y="108"/>
                    </a:lnTo>
                    <a:lnTo>
                      <a:pt x="34" y="108"/>
                    </a:lnTo>
                    <a:lnTo>
                      <a:pt x="34" y="108"/>
                    </a:lnTo>
                    <a:lnTo>
                      <a:pt x="34" y="108"/>
                    </a:lnTo>
                    <a:lnTo>
                      <a:pt x="34" y="108"/>
                    </a:lnTo>
                    <a:lnTo>
                      <a:pt x="30" y="108"/>
                    </a:lnTo>
                    <a:lnTo>
                      <a:pt x="30" y="108"/>
                    </a:lnTo>
                    <a:lnTo>
                      <a:pt x="30" y="108"/>
                    </a:lnTo>
                    <a:lnTo>
                      <a:pt x="30" y="108"/>
                    </a:lnTo>
                    <a:lnTo>
                      <a:pt x="30" y="108"/>
                    </a:lnTo>
                    <a:lnTo>
                      <a:pt x="30" y="108"/>
                    </a:lnTo>
                    <a:lnTo>
                      <a:pt x="30" y="108"/>
                    </a:lnTo>
                    <a:lnTo>
                      <a:pt x="26" y="108"/>
                    </a:lnTo>
                    <a:lnTo>
                      <a:pt x="26" y="108"/>
                    </a:lnTo>
                    <a:lnTo>
                      <a:pt x="22" y="112"/>
                    </a:lnTo>
                    <a:lnTo>
                      <a:pt x="22" y="108"/>
                    </a:lnTo>
                    <a:lnTo>
                      <a:pt x="22" y="108"/>
                    </a:lnTo>
                    <a:lnTo>
                      <a:pt x="18" y="108"/>
                    </a:lnTo>
                    <a:lnTo>
                      <a:pt x="18" y="108"/>
                    </a:lnTo>
                    <a:lnTo>
                      <a:pt x="14" y="108"/>
                    </a:lnTo>
                    <a:lnTo>
                      <a:pt x="14" y="108"/>
                    </a:lnTo>
                    <a:lnTo>
                      <a:pt x="14" y="108"/>
                    </a:lnTo>
                    <a:lnTo>
                      <a:pt x="14" y="108"/>
                    </a:lnTo>
                    <a:lnTo>
                      <a:pt x="14" y="108"/>
                    </a:lnTo>
                    <a:lnTo>
                      <a:pt x="14" y="108"/>
                    </a:lnTo>
                    <a:lnTo>
                      <a:pt x="14" y="108"/>
                    </a:lnTo>
                    <a:lnTo>
                      <a:pt x="14" y="108"/>
                    </a:lnTo>
                    <a:lnTo>
                      <a:pt x="14" y="108"/>
                    </a:lnTo>
                    <a:lnTo>
                      <a:pt x="14" y="108"/>
                    </a:lnTo>
                    <a:lnTo>
                      <a:pt x="14" y="104"/>
                    </a:lnTo>
                    <a:lnTo>
                      <a:pt x="14" y="100"/>
                    </a:lnTo>
                    <a:lnTo>
                      <a:pt x="10" y="100"/>
                    </a:lnTo>
                    <a:lnTo>
                      <a:pt x="10" y="100"/>
                    </a:lnTo>
                    <a:lnTo>
                      <a:pt x="10" y="96"/>
                    </a:lnTo>
                    <a:lnTo>
                      <a:pt x="10" y="96"/>
                    </a:lnTo>
                    <a:lnTo>
                      <a:pt x="10" y="96"/>
                    </a:lnTo>
                    <a:lnTo>
                      <a:pt x="10" y="92"/>
                    </a:lnTo>
                    <a:lnTo>
                      <a:pt x="10" y="92"/>
                    </a:lnTo>
                    <a:lnTo>
                      <a:pt x="10" y="92"/>
                    </a:lnTo>
                    <a:lnTo>
                      <a:pt x="10" y="92"/>
                    </a:lnTo>
                    <a:lnTo>
                      <a:pt x="10" y="90"/>
                    </a:lnTo>
                    <a:lnTo>
                      <a:pt x="10" y="90"/>
                    </a:lnTo>
                    <a:lnTo>
                      <a:pt x="10" y="90"/>
                    </a:lnTo>
                    <a:lnTo>
                      <a:pt x="10" y="86"/>
                    </a:lnTo>
                    <a:lnTo>
                      <a:pt x="10" y="86"/>
                    </a:lnTo>
                    <a:lnTo>
                      <a:pt x="10" y="86"/>
                    </a:lnTo>
                    <a:lnTo>
                      <a:pt x="10" y="86"/>
                    </a:lnTo>
                    <a:lnTo>
                      <a:pt x="10" y="82"/>
                    </a:lnTo>
                    <a:lnTo>
                      <a:pt x="10" y="82"/>
                    </a:lnTo>
                    <a:lnTo>
                      <a:pt x="8" y="82"/>
                    </a:lnTo>
                    <a:lnTo>
                      <a:pt x="8" y="78"/>
                    </a:lnTo>
                    <a:lnTo>
                      <a:pt x="8" y="74"/>
                    </a:lnTo>
                    <a:lnTo>
                      <a:pt x="8" y="74"/>
                    </a:lnTo>
                    <a:lnTo>
                      <a:pt x="8" y="74"/>
                    </a:lnTo>
                    <a:lnTo>
                      <a:pt x="8" y="70"/>
                    </a:lnTo>
                    <a:lnTo>
                      <a:pt x="8" y="70"/>
                    </a:lnTo>
                    <a:lnTo>
                      <a:pt x="8" y="70"/>
                    </a:lnTo>
                    <a:lnTo>
                      <a:pt x="8" y="70"/>
                    </a:lnTo>
                    <a:lnTo>
                      <a:pt x="8" y="70"/>
                    </a:lnTo>
                    <a:lnTo>
                      <a:pt x="8" y="66"/>
                    </a:lnTo>
                    <a:lnTo>
                      <a:pt x="8" y="66"/>
                    </a:lnTo>
                    <a:lnTo>
                      <a:pt x="4" y="66"/>
                    </a:lnTo>
                    <a:lnTo>
                      <a:pt x="4" y="62"/>
                    </a:lnTo>
                    <a:lnTo>
                      <a:pt x="4" y="62"/>
                    </a:lnTo>
                    <a:lnTo>
                      <a:pt x="4" y="62"/>
                    </a:lnTo>
                    <a:lnTo>
                      <a:pt x="4" y="62"/>
                    </a:lnTo>
                    <a:lnTo>
                      <a:pt x="4" y="62"/>
                    </a:lnTo>
                    <a:lnTo>
                      <a:pt x="4" y="62"/>
                    </a:lnTo>
                    <a:lnTo>
                      <a:pt x="4" y="62"/>
                    </a:lnTo>
                    <a:lnTo>
                      <a:pt x="4" y="62"/>
                    </a:lnTo>
                    <a:lnTo>
                      <a:pt x="4" y="62"/>
                    </a:lnTo>
                    <a:lnTo>
                      <a:pt x="4" y="62"/>
                    </a:lnTo>
                    <a:lnTo>
                      <a:pt x="4" y="60"/>
                    </a:lnTo>
                    <a:lnTo>
                      <a:pt x="4" y="60"/>
                    </a:lnTo>
                    <a:lnTo>
                      <a:pt x="4" y="60"/>
                    </a:lnTo>
                    <a:lnTo>
                      <a:pt x="4" y="56"/>
                    </a:lnTo>
                    <a:lnTo>
                      <a:pt x="4" y="56"/>
                    </a:lnTo>
                    <a:lnTo>
                      <a:pt x="4" y="56"/>
                    </a:lnTo>
                    <a:lnTo>
                      <a:pt x="4" y="56"/>
                    </a:lnTo>
                    <a:lnTo>
                      <a:pt x="4" y="56"/>
                    </a:lnTo>
                    <a:lnTo>
                      <a:pt x="4" y="56"/>
                    </a:lnTo>
                    <a:lnTo>
                      <a:pt x="4" y="52"/>
                    </a:lnTo>
                    <a:lnTo>
                      <a:pt x="8" y="52"/>
                    </a:lnTo>
                    <a:lnTo>
                      <a:pt x="8" y="52"/>
                    </a:lnTo>
                    <a:lnTo>
                      <a:pt x="8" y="48"/>
                    </a:lnTo>
                    <a:lnTo>
                      <a:pt x="8" y="48"/>
                    </a:lnTo>
                    <a:lnTo>
                      <a:pt x="4" y="44"/>
                    </a:lnTo>
                    <a:lnTo>
                      <a:pt x="4" y="44"/>
                    </a:lnTo>
                    <a:lnTo>
                      <a:pt x="4" y="44"/>
                    </a:lnTo>
                    <a:lnTo>
                      <a:pt x="8" y="44"/>
                    </a:lnTo>
                    <a:lnTo>
                      <a:pt x="8" y="44"/>
                    </a:lnTo>
                    <a:lnTo>
                      <a:pt x="8" y="40"/>
                    </a:lnTo>
                    <a:lnTo>
                      <a:pt x="8" y="40"/>
                    </a:lnTo>
                    <a:lnTo>
                      <a:pt x="8" y="40"/>
                    </a:lnTo>
                    <a:lnTo>
                      <a:pt x="10" y="40"/>
                    </a:lnTo>
                    <a:lnTo>
                      <a:pt x="10" y="40"/>
                    </a:lnTo>
                    <a:lnTo>
                      <a:pt x="10" y="40"/>
                    </a:lnTo>
                    <a:lnTo>
                      <a:pt x="10" y="36"/>
                    </a:lnTo>
                    <a:lnTo>
                      <a:pt x="10" y="36"/>
                    </a:lnTo>
                    <a:lnTo>
                      <a:pt x="10" y="34"/>
                    </a:lnTo>
                    <a:lnTo>
                      <a:pt x="10" y="30"/>
                    </a:lnTo>
                    <a:lnTo>
                      <a:pt x="10" y="26"/>
                    </a:lnTo>
                    <a:lnTo>
                      <a:pt x="10" y="26"/>
                    </a:lnTo>
                    <a:lnTo>
                      <a:pt x="10" y="26"/>
                    </a:lnTo>
                    <a:lnTo>
                      <a:pt x="10" y="26"/>
                    </a:lnTo>
                    <a:lnTo>
                      <a:pt x="14" y="26"/>
                    </a:lnTo>
                    <a:lnTo>
                      <a:pt x="14" y="26"/>
                    </a:lnTo>
                    <a:lnTo>
                      <a:pt x="14" y="26"/>
                    </a:lnTo>
                    <a:lnTo>
                      <a:pt x="14" y="26"/>
                    </a:lnTo>
                    <a:lnTo>
                      <a:pt x="18" y="26"/>
                    </a:lnTo>
                    <a:lnTo>
                      <a:pt x="18" y="26"/>
                    </a:lnTo>
                    <a:lnTo>
                      <a:pt x="18" y="26"/>
                    </a:lnTo>
                    <a:lnTo>
                      <a:pt x="18" y="26"/>
                    </a:lnTo>
                    <a:lnTo>
                      <a:pt x="18" y="26"/>
                    </a:lnTo>
                    <a:lnTo>
                      <a:pt x="18" y="26"/>
                    </a:lnTo>
                    <a:lnTo>
                      <a:pt x="22" y="30"/>
                    </a:lnTo>
                    <a:lnTo>
                      <a:pt x="22" y="26"/>
                    </a:lnTo>
                    <a:lnTo>
                      <a:pt x="26" y="26"/>
                    </a:lnTo>
                    <a:lnTo>
                      <a:pt x="26" y="26"/>
                    </a:lnTo>
                    <a:lnTo>
                      <a:pt x="30" y="26"/>
                    </a:lnTo>
                    <a:lnTo>
                      <a:pt x="30" y="26"/>
                    </a:lnTo>
                    <a:lnTo>
                      <a:pt x="30" y="26"/>
                    </a:lnTo>
                    <a:lnTo>
                      <a:pt x="40" y="26"/>
                    </a:lnTo>
                    <a:lnTo>
                      <a:pt x="40" y="26"/>
                    </a:lnTo>
                    <a:lnTo>
                      <a:pt x="52" y="30"/>
                    </a:lnTo>
                    <a:lnTo>
                      <a:pt x="56" y="30"/>
                    </a:lnTo>
                    <a:lnTo>
                      <a:pt x="60" y="30"/>
                    </a:lnTo>
                    <a:lnTo>
                      <a:pt x="64" y="34"/>
                    </a:lnTo>
                    <a:lnTo>
                      <a:pt x="66" y="34"/>
                    </a:lnTo>
                    <a:lnTo>
                      <a:pt x="70" y="34"/>
                    </a:lnTo>
                    <a:lnTo>
                      <a:pt x="70" y="34"/>
                    </a:lnTo>
                    <a:lnTo>
                      <a:pt x="74" y="26"/>
                    </a:lnTo>
                    <a:lnTo>
                      <a:pt x="78" y="22"/>
                    </a:lnTo>
                    <a:lnTo>
                      <a:pt x="82" y="14"/>
                    </a:lnTo>
                    <a:lnTo>
                      <a:pt x="94" y="4"/>
                    </a:lnTo>
                    <a:lnTo>
                      <a:pt x="120" y="4"/>
                    </a:lnTo>
                    <a:lnTo>
                      <a:pt x="122" y="0"/>
                    </a:lnTo>
                    <a:lnTo>
                      <a:pt x="134" y="0"/>
                    </a:lnTo>
                    <a:lnTo>
                      <a:pt x="144" y="26"/>
                    </a:lnTo>
                    <a:lnTo>
                      <a:pt x="144" y="30"/>
                    </a:lnTo>
                    <a:lnTo>
                      <a:pt x="152" y="40"/>
                    </a:lnTo>
                    <a:lnTo>
                      <a:pt x="148" y="40"/>
                    </a:lnTo>
                    <a:lnTo>
                      <a:pt x="148" y="40"/>
                    </a:lnTo>
                    <a:lnTo>
                      <a:pt x="148" y="40"/>
                    </a:lnTo>
                    <a:lnTo>
                      <a:pt x="148" y="40"/>
                    </a:lnTo>
                    <a:lnTo>
                      <a:pt x="148" y="40"/>
                    </a:lnTo>
                    <a:lnTo>
                      <a:pt x="144" y="40"/>
                    </a:lnTo>
                    <a:lnTo>
                      <a:pt x="144" y="40"/>
                    </a:lnTo>
                    <a:lnTo>
                      <a:pt x="144" y="40"/>
                    </a:lnTo>
                    <a:lnTo>
                      <a:pt x="144" y="40"/>
                    </a:lnTo>
                    <a:lnTo>
                      <a:pt x="140" y="44"/>
                    </a:lnTo>
                    <a:lnTo>
                      <a:pt x="140" y="44"/>
                    </a:lnTo>
                    <a:lnTo>
                      <a:pt x="140" y="44"/>
                    </a:lnTo>
                    <a:lnTo>
                      <a:pt x="140" y="44"/>
                    </a:lnTo>
                    <a:lnTo>
                      <a:pt x="140" y="44"/>
                    </a:lnTo>
                    <a:lnTo>
                      <a:pt x="136" y="44"/>
                    </a:lnTo>
                    <a:lnTo>
                      <a:pt x="136" y="48"/>
                    </a:lnTo>
                    <a:lnTo>
                      <a:pt x="136" y="52"/>
                    </a:lnTo>
                    <a:lnTo>
                      <a:pt x="136" y="52"/>
                    </a:lnTo>
                    <a:lnTo>
                      <a:pt x="136" y="56"/>
                    </a:lnTo>
                    <a:lnTo>
                      <a:pt x="136" y="56"/>
                    </a:lnTo>
                    <a:lnTo>
                      <a:pt x="136" y="60"/>
                    </a:lnTo>
                    <a:lnTo>
                      <a:pt x="134" y="60"/>
                    </a:lnTo>
                    <a:lnTo>
                      <a:pt x="134" y="60"/>
                    </a:lnTo>
                    <a:lnTo>
                      <a:pt x="130" y="60"/>
                    </a:lnTo>
                    <a:lnTo>
                      <a:pt x="130" y="62"/>
                    </a:lnTo>
                    <a:lnTo>
                      <a:pt x="130" y="62"/>
                    </a:lnTo>
                    <a:lnTo>
                      <a:pt x="130" y="62"/>
                    </a:lnTo>
                    <a:lnTo>
                      <a:pt x="126" y="62"/>
                    </a:lnTo>
                    <a:lnTo>
                      <a:pt x="126" y="62"/>
                    </a:lnTo>
                    <a:lnTo>
                      <a:pt x="122" y="66"/>
                    </a:lnTo>
                    <a:lnTo>
                      <a:pt x="122" y="66"/>
                    </a:lnTo>
                    <a:lnTo>
                      <a:pt x="122" y="66"/>
                    </a:lnTo>
                    <a:lnTo>
                      <a:pt x="122" y="66"/>
                    </a:lnTo>
                    <a:lnTo>
                      <a:pt x="120" y="66"/>
                    </a:lnTo>
                    <a:lnTo>
                      <a:pt x="120" y="66"/>
                    </a:lnTo>
                    <a:lnTo>
                      <a:pt x="116" y="66"/>
                    </a:lnTo>
                    <a:lnTo>
                      <a:pt x="116" y="66"/>
                    </a:lnTo>
                    <a:lnTo>
                      <a:pt x="116" y="66"/>
                    </a:lnTo>
                    <a:lnTo>
                      <a:pt x="116" y="66"/>
                    </a:lnTo>
                    <a:lnTo>
                      <a:pt x="112" y="66"/>
                    </a:lnTo>
                    <a:lnTo>
                      <a:pt x="112" y="66"/>
                    </a:lnTo>
                    <a:lnTo>
                      <a:pt x="108" y="70"/>
                    </a:lnTo>
                    <a:lnTo>
                      <a:pt x="108" y="70"/>
                    </a:lnTo>
                    <a:lnTo>
                      <a:pt x="108" y="70"/>
                    </a:lnTo>
                    <a:lnTo>
                      <a:pt x="108" y="70"/>
                    </a:lnTo>
                    <a:lnTo>
                      <a:pt x="104" y="70"/>
                    </a:lnTo>
                    <a:lnTo>
                      <a:pt x="100" y="74"/>
                    </a:lnTo>
                    <a:lnTo>
                      <a:pt x="100" y="74"/>
                    </a:lnTo>
                    <a:lnTo>
                      <a:pt x="96" y="74"/>
                    </a:lnTo>
                    <a:lnTo>
                      <a:pt x="94" y="78"/>
                    </a:lnTo>
                    <a:lnTo>
                      <a:pt x="94" y="78"/>
                    </a:lnTo>
                    <a:lnTo>
                      <a:pt x="94" y="78"/>
                    </a:lnTo>
                    <a:lnTo>
                      <a:pt x="94" y="78"/>
                    </a:lnTo>
                    <a:lnTo>
                      <a:pt x="94" y="78"/>
                    </a:lnTo>
                    <a:lnTo>
                      <a:pt x="94" y="82"/>
                    </a:lnTo>
                    <a:lnTo>
                      <a:pt x="90" y="82"/>
                    </a:lnTo>
                    <a:lnTo>
                      <a:pt x="90" y="86"/>
                    </a:lnTo>
                    <a:lnTo>
                      <a:pt x="90" y="86"/>
                    </a:lnTo>
                    <a:lnTo>
                      <a:pt x="90" y="86"/>
                    </a:lnTo>
                    <a:lnTo>
                      <a:pt x="86" y="86"/>
                    </a:lnTo>
                    <a:lnTo>
                      <a:pt x="86" y="86"/>
                    </a:lnTo>
                    <a:lnTo>
                      <a:pt x="86" y="86"/>
                    </a:lnTo>
                    <a:lnTo>
                      <a:pt x="82" y="86"/>
                    </a:lnTo>
                    <a:lnTo>
                      <a:pt x="82" y="86"/>
                    </a:lnTo>
                    <a:lnTo>
                      <a:pt x="82" y="86"/>
                    </a:lnTo>
                    <a:lnTo>
                      <a:pt x="82" y="86"/>
                    </a:lnTo>
                    <a:lnTo>
                      <a:pt x="82" y="86"/>
                    </a:lnTo>
                    <a:lnTo>
                      <a:pt x="78" y="86"/>
                    </a:lnTo>
                    <a:lnTo>
                      <a:pt x="78" y="86"/>
                    </a:lnTo>
                    <a:lnTo>
                      <a:pt x="78" y="86"/>
                    </a:lnTo>
                    <a:lnTo>
                      <a:pt x="78" y="86"/>
                    </a:lnTo>
                    <a:lnTo>
                      <a:pt x="78" y="86"/>
                    </a:lnTo>
                    <a:lnTo>
                      <a:pt x="78" y="86"/>
                    </a:lnTo>
                    <a:lnTo>
                      <a:pt x="78" y="86"/>
                    </a:lnTo>
                    <a:lnTo>
                      <a:pt x="78" y="86"/>
                    </a:lnTo>
                    <a:lnTo>
                      <a:pt x="78" y="86"/>
                    </a:lnTo>
                    <a:lnTo>
                      <a:pt x="74" y="86"/>
                    </a:lnTo>
                    <a:lnTo>
                      <a:pt x="74" y="86"/>
                    </a:lnTo>
                    <a:lnTo>
                      <a:pt x="74" y="86"/>
                    </a:lnTo>
                    <a:lnTo>
                      <a:pt x="74" y="90"/>
                    </a:lnTo>
                    <a:lnTo>
                      <a:pt x="74" y="90"/>
                    </a:lnTo>
                    <a:lnTo>
                      <a:pt x="74" y="90"/>
                    </a:lnTo>
                    <a:lnTo>
                      <a:pt x="74" y="90"/>
                    </a:lnTo>
                    <a:lnTo>
                      <a:pt x="70" y="90"/>
                    </a:lnTo>
                    <a:lnTo>
                      <a:pt x="70" y="92"/>
                    </a:lnTo>
                    <a:lnTo>
                      <a:pt x="70" y="92"/>
                    </a:lnTo>
                    <a:lnTo>
                      <a:pt x="70" y="92"/>
                    </a:lnTo>
                    <a:lnTo>
                      <a:pt x="66" y="92"/>
                    </a:lnTo>
                    <a:lnTo>
                      <a:pt x="66" y="92"/>
                    </a:lnTo>
                    <a:lnTo>
                      <a:pt x="66" y="92"/>
                    </a:lnTo>
                    <a:lnTo>
                      <a:pt x="66" y="92"/>
                    </a:lnTo>
                    <a:close/>
                    <a:moveTo>
                      <a:pt x="140" y="118"/>
                    </a:moveTo>
                    <a:lnTo>
                      <a:pt x="136" y="118"/>
                    </a:lnTo>
                    <a:lnTo>
                      <a:pt x="136" y="118"/>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40" y="116"/>
                    </a:lnTo>
                    <a:lnTo>
                      <a:pt x="140" y="116"/>
                    </a:lnTo>
                    <a:lnTo>
                      <a:pt x="140" y="118"/>
                    </a:lnTo>
                    <a:lnTo>
                      <a:pt x="140" y="118"/>
                    </a:lnTo>
                    <a:lnTo>
                      <a:pt x="140" y="118"/>
                    </a:lnTo>
                    <a:lnTo>
                      <a:pt x="140" y="118"/>
                    </a:lnTo>
                    <a:lnTo>
                      <a:pt x="140" y="118"/>
                    </a:lnTo>
                    <a:close/>
                    <a:moveTo>
                      <a:pt x="4" y="62"/>
                    </a:moveTo>
                    <a:lnTo>
                      <a:pt x="4" y="62"/>
                    </a:lnTo>
                    <a:lnTo>
                      <a:pt x="4" y="62"/>
                    </a:lnTo>
                    <a:lnTo>
                      <a:pt x="0" y="62"/>
                    </a:lnTo>
                    <a:lnTo>
                      <a:pt x="4" y="62"/>
                    </a:lnTo>
                    <a:lnTo>
                      <a:pt x="4" y="60"/>
                    </a:lnTo>
                    <a:lnTo>
                      <a:pt x="4" y="60"/>
                    </a:lnTo>
                    <a:lnTo>
                      <a:pt x="4" y="60"/>
                    </a:lnTo>
                    <a:lnTo>
                      <a:pt x="4" y="60"/>
                    </a:lnTo>
                    <a:lnTo>
                      <a:pt x="4" y="62"/>
                    </a:lnTo>
                    <a:lnTo>
                      <a:pt x="4" y="62"/>
                    </a:lnTo>
                    <a:lnTo>
                      <a:pt x="4" y="62"/>
                    </a:lnTo>
                    <a:lnTo>
                      <a:pt x="4" y="62"/>
                    </a:lnTo>
                    <a:lnTo>
                      <a:pt x="4" y="62"/>
                    </a:lnTo>
                    <a:lnTo>
                      <a:pt x="4" y="62"/>
                    </a:lnTo>
                    <a:lnTo>
                      <a:pt x="4" y="62"/>
                    </a:lnTo>
                    <a:close/>
                    <a:moveTo>
                      <a:pt x="4" y="86"/>
                    </a:moveTo>
                    <a:lnTo>
                      <a:pt x="4" y="86"/>
                    </a:lnTo>
                    <a:lnTo>
                      <a:pt x="4" y="86"/>
                    </a:lnTo>
                    <a:lnTo>
                      <a:pt x="4" y="86"/>
                    </a:lnTo>
                    <a:lnTo>
                      <a:pt x="4" y="86"/>
                    </a:lnTo>
                    <a:lnTo>
                      <a:pt x="4" y="86"/>
                    </a:lnTo>
                    <a:lnTo>
                      <a:pt x="4" y="86"/>
                    </a:lnTo>
                    <a:lnTo>
                      <a:pt x="4" y="86"/>
                    </a:lnTo>
                    <a:lnTo>
                      <a:pt x="4" y="86"/>
                    </a:lnTo>
                    <a:lnTo>
                      <a:pt x="4" y="86"/>
                    </a:lnTo>
                    <a:lnTo>
                      <a:pt x="4" y="86"/>
                    </a:lnTo>
                    <a:lnTo>
                      <a:pt x="4" y="86"/>
                    </a:lnTo>
                    <a:lnTo>
                      <a:pt x="4" y="86"/>
                    </a:lnTo>
                    <a:close/>
                    <a:moveTo>
                      <a:pt x="166" y="108"/>
                    </a:moveTo>
                    <a:lnTo>
                      <a:pt x="166" y="108"/>
                    </a:lnTo>
                    <a:lnTo>
                      <a:pt x="170" y="112"/>
                    </a:lnTo>
                    <a:lnTo>
                      <a:pt x="170" y="112"/>
                    </a:lnTo>
                    <a:lnTo>
                      <a:pt x="166" y="112"/>
                    </a:lnTo>
                    <a:lnTo>
                      <a:pt x="166" y="112"/>
                    </a:lnTo>
                    <a:lnTo>
                      <a:pt x="166" y="116"/>
                    </a:lnTo>
                    <a:lnTo>
                      <a:pt x="164" y="116"/>
                    </a:lnTo>
                    <a:lnTo>
                      <a:pt x="164" y="116"/>
                    </a:lnTo>
                    <a:lnTo>
                      <a:pt x="164" y="116"/>
                    </a:lnTo>
                    <a:lnTo>
                      <a:pt x="160" y="116"/>
                    </a:lnTo>
                    <a:lnTo>
                      <a:pt x="160" y="116"/>
                    </a:lnTo>
                    <a:lnTo>
                      <a:pt x="160" y="116"/>
                    </a:lnTo>
                    <a:lnTo>
                      <a:pt x="156" y="116"/>
                    </a:lnTo>
                    <a:lnTo>
                      <a:pt x="156" y="116"/>
                    </a:lnTo>
                    <a:lnTo>
                      <a:pt x="156" y="112"/>
                    </a:lnTo>
                    <a:lnTo>
                      <a:pt x="152" y="112"/>
                    </a:lnTo>
                    <a:lnTo>
                      <a:pt x="156" y="112"/>
                    </a:lnTo>
                    <a:lnTo>
                      <a:pt x="156" y="112"/>
                    </a:lnTo>
                    <a:lnTo>
                      <a:pt x="156" y="112"/>
                    </a:lnTo>
                    <a:lnTo>
                      <a:pt x="156" y="108"/>
                    </a:lnTo>
                    <a:lnTo>
                      <a:pt x="156" y="108"/>
                    </a:lnTo>
                    <a:lnTo>
                      <a:pt x="156" y="108"/>
                    </a:lnTo>
                    <a:lnTo>
                      <a:pt x="160" y="108"/>
                    </a:lnTo>
                    <a:lnTo>
                      <a:pt x="160" y="108"/>
                    </a:lnTo>
                    <a:lnTo>
                      <a:pt x="160" y="108"/>
                    </a:lnTo>
                    <a:lnTo>
                      <a:pt x="160" y="112"/>
                    </a:lnTo>
                    <a:lnTo>
                      <a:pt x="164" y="108"/>
                    </a:lnTo>
                    <a:lnTo>
                      <a:pt x="164" y="108"/>
                    </a:lnTo>
                    <a:lnTo>
                      <a:pt x="164" y="108"/>
                    </a:lnTo>
                    <a:lnTo>
                      <a:pt x="164" y="108"/>
                    </a:lnTo>
                    <a:lnTo>
                      <a:pt x="164" y="108"/>
                    </a:lnTo>
                    <a:lnTo>
                      <a:pt x="166" y="108"/>
                    </a:lnTo>
                    <a:lnTo>
                      <a:pt x="166" y="108"/>
                    </a:lnTo>
                    <a:lnTo>
                      <a:pt x="166" y="108"/>
                    </a:lnTo>
                    <a:lnTo>
                      <a:pt x="166" y="1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3" name="Freeform 87"/>
              <p:cNvSpPr>
                <a:spLocks/>
              </p:cNvSpPr>
              <p:nvPr/>
            </p:nvSpPr>
            <p:spPr bwMode="gray">
              <a:xfrm>
                <a:off x="5273034" y="3194378"/>
                <a:ext cx="45221" cy="97399"/>
              </a:xfrm>
              <a:custGeom>
                <a:avLst/>
                <a:gdLst>
                  <a:gd name="T0" fmla="*/ 4 w 26"/>
                  <a:gd name="T1" fmla="*/ 14 h 56"/>
                  <a:gd name="T2" fmla="*/ 4 w 26"/>
                  <a:gd name="T3" fmla="*/ 14 h 56"/>
                  <a:gd name="T4" fmla="*/ 4 w 26"/>
                  <a:gd name="T5" fmla="*/ 14 h 56"/>
                  <a:gd name="T6" fmla="*/ 4 w 26"/>
                  <a:gd name="T7" fmla="*/ 10 h 56"/>
                  <a:gd name="T8" fmla="*/ 0 w 26"/>
                  <a:gd name="T9" fmla="*/ 6 h 56"/>
                  <a:gd name="T10" fmla="*/ 4 w 26"/>
                  <a:gd name="T11" fmla="*/ 0 h 56"/>
                  <a:gd name="T12" fmla="*/ 8 w 26"/>
                  <a:gd name="T13" fmla="*/ 0 h 56"/>
                  <a:gd name="T14" fmla="*/ 8 w 26"/>
                  <a:gd name="T15" fmla="*/ 0 h 56"/>
                  <a:gd name="T16" fmla="*/ 8 w 26"/>
                  <a:gd name="T17" fmla="*/ 0 h 56"/>
                  <a:gd name="T18" fmla="*/ 12 w 26"/>
                  <a:gd name="T19" fmla="*/ 0 h 56"/>
                  <a:gd name="T20" fmla="*/ 16 w 26"/>
                  <a:gd name="T21" fmla="*/ 0 h 56"/>
                  <a:gd name="T22" fmla="*/ 16 w 26"/>
                  <a:gd name="T23" fmla="*/ 2 h 56"/>
                  <a:gd name="T24" fmla="*/ 18 w 26"/>
                  <a:gd name="T25" fmla="*/ 6 h 56"/>
                  <a:gd name="T26" fmla="*/ 18 w 26"/>
                  <a:gd name="T27" fmla="*/ 10 h 56"/>
                  <a:gd name="T28" fmla="*/ 18 w 26"/>
                  <a:gd name="T29" fmla="*/ 10 h 56"/>
                  <a:gd name="T30" fmla="*/ 18 w 26"/>
                  <a:gd name="T31" fmla="*/ 14 h 56"/>
                  <a:gd name="T32" fmla="*/ 18 w 26"/>
                  <a:gd name="T33" fmla="*/ 18 h 56"/>
                  <a:gd name="T34" fmla="*/ 18 w 26"/>
                  <a:gd name="T35" fmla="*/ 22 h 56"/>
                  <a:gd name="T36" fmla="*/ 18 w 26"/>
                  <a:gd name="T37" fmla="*/ 22 h 56"/>
                  <a:gd name="T38" fmla="*/ 18 w 26"/>
                  <a:gd name="T39" fmla="*/ 26 h 56"/>
                  <a:gd name="T40" fmla="*/ 18 w 26"/>
                  <a:gd name="T41" fmla="*/ 30 h 56"/>
                  <a:gd name="T42" fmla="*/ 22 w 26"/>
                  <a:gd name="T43" fmla="*/ 32 h 56"/>
                  <a:gd name="T44" fmla="*/ 26 w 26"/>
                  <a:gd name="T45" fmla="*/ 32 h 56"/>
                  <a:gd name="T46" fmla="*/ 26 w 26"/>
                  <a:gd name="T47" fmla="*/ 32 h 56"/>
                  <a:gd name="T48" fmla="*/ 26 w 26"/>
                  <a:gd name="T49" fmla="*/ 36 h 56"/>
                  <a:gd name="T50" fmla="*/ 22 w 26"/>
                  <a:gd name="T51" fmla="*/ 40 h 56"/>
                  <a:gd name="T52" fmla="*/ 22 w 26"/>
                  <a:gd name="T53" fmla="*/ 40 h 56"/>
                  <a:gd name="T54" fmla="*/ 22 w 26"/>
                  <a:gd name="T55" fmla="*/ 44 h 56"/>
                  <a:gd name="T56" fmla="*/ 18 w 26"/>
                  <a:gd name="T57" fmla="*/ 48 h 56"/>
                  <a:gd name="T58" fmla="*/ 18 w 26"/>
                  <a:gd name="T59" fmla="*/ 48 h 56"/>
                  <a:gd name="T60" fmla="*/ 18 w 26"/>
                  <a:gd name="T61" fmla="*/ 48 h 56"/>
                  <a:gd name="T62" fmla="*/ 16 w 26"/>
                  <a:gd name="T63" fmla="*/ 52 h 56"/>
                  <a:gd name="T64" fmla="*/ 16 w 26"/>
                  <a:gd name="T65" fmla="*/ 52 h 56"/>
                  <a:gd name="T66" fmla="*/ 16 w 26"/>
                  <a:gd name="T67" fmla="*/ 52 h 56"/>
                  <a:gd name="T68" fmla="*/ 16 w 26"/>
                  <a:gd name="T69" fmla="*/ 56 h 56"/>
                  <a:gd name="T70" fmla="*/ 16 w 26"/>
                  <a:gd name="T71" fmla="*/ 56 h 56"/>
                  <a:gd name="T72" fmla="*/ 12 w 26"/>
                  <a:gd name="T73" fmla="*/ 56 h 56"/>
                  <a:gd name="T74" fmla="*/ 12 w 26"/>
                  <a:gd name="T75" fmla="*/ 56 h 56"/>
                  <a:gd name="T76" fmla="*/ 8 w 26"/>
                  <a:gd name="T77" fmla="*/ 48 h 56"/>
                  <a:gd name="T78" fmla="*/ 8 w 26"/>
                  <a:gd name="T79" fmla="*/ 48 h 56"/>
                  <a:gd name="T80" fmla="*/ 4 w 26"/>
                  <a:gd name="T81" fmla="*/ 44 h 56"/>
                  <a:gd name="T82" fmla="*/ 0 w 26"/>
                  <a:gd name="T83" fmla="*/ 40 h 56"/>
                  <a:gd name="T84" fmla="*/ 4 w 26"/>
                  <a:gd name="T85" fmla="*/ 40 h 56"/>
                  <a:gd name="T86" fmla="*/ 4 w 26"/>
                  <a:gd name="T87" fmla="*/ 44 h 56"/>
                  <a:gd name="T88" fmla="*/ 4 w 26"/>
                  <a:gd name="T89" fmla="*/ 40 h 56"/>
                  <a:gd name="T90" fmla="*/ 4 w 26"/>
                  <a:gd name="T91" fmla="*/ 36 h 56"/>
                  <a:gd name="T92" fmla="*/ 0 w 26"/>
                  <a:gd name="T93" fmla="*/ 36 h 56"/>
                  <a:gd name="T94" fmla="*/ 4 w 26"/>
                  <a:gd name="T95" fmla="*/ 32 h 56"/>
                  <a:gd name="T96" fmla="*/ 4 w 26"/>
                  <a:gd name="T97" fmla="*/ 32 h 56"/>
                  <a:gd name="T98" fmla="*/ 4 w 26"/>
                  <a:gd name="T99" fmla="*/ 30 h 56"/>
                  <a:gd name="T100" fmla="*/ 4 w 26"/>
                  <a:gd name="T101" fmla="*/ 26 h 56"/>
                  <a:gd name="T102" fmla="*/ 4 w 26"/>
                  <a:gd name="T103" fmla="*/ 26 h 56"/>
                  <a:gd name="T104" fmla="*/ 4 w 26"/>
                  <a:gd name="T105" fmla="*/ 18 h 56"/>
                  <a:gd name="T106" fmla="*/ 4 w 26"/>
                  <a:gd name="T107" fmla="*/ 1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6" h="56">
                    <a:moveTo>
                      <a:pt x="4" y="18"/>
                    </a:moveTo>
                    <a:lnTo>
                      <a:pt x="4" y="18"/>
                    </a:lnTo>
                    <a:lnTo>
                      <a:pt x="4" y="14"/>
                    </a:lnTo>
                    <a:lnTo>
                      <a:pt x="4" y="14"/>
                    </a:lnTo>
                    <a:lnTo>
                      <a:pt x="4" y="14"/>
                    </a:lnTo>
                    <a:lnTo>
                      <a:pt x="4" y="14"/>
                    </a:lnTo>
                    <a:lnTo>
                      <a:pt x="4" y="14"/>
                    </a:lnTo>
                    <a:lnTo>
                      <a:pt x="4" y="14"/>
                    </a:lnTo>
                    <a:lnTo>
                      <a:pt x="4" y="14"/>
                    </a:lnTo>
                    <a:lnTo>
                      <a:pt x="0" y="10"/>
                    </a:lnTo>
                    <a:lnTo>
                      <a:pt x="0" y="10"/>
                    </a:lnTo>
                    <a:lnTo>
                      <a:pt x="4" y="10"/>
                    </a:lnTo>
                    <a:lnTo>
                      <a:pt x="4" y="6"/>
                    </a:lnTo>
                    <a:lnTo>
                      <a:pt x="4" y="6"/>
                    </a:lnTo>
                    <a:lnTo>
                      <a:pt x="0" y="6"/>
                    </a:lnTo>
                    <a:lnTo>
                      <a:pt x="0" y="6"/>
                    </a:lnTo>
                    <a:lnTo>
                      <a:pt x="4" y="2"/>
                    </a:lnTo>
                    <a:lnTo>
                      <a:pt x="4" y="0"/>
                    </a:lnTo>
                    <a:lnTo>
                      <a:pt x="4" y="0"/>
                    </a:lnTo>
                    <a:lnTo>
                      <a:pt x="8" y="0"/>
                    </a:lnTo>
                    <a:lnTo>
                      <a:pt x="8" y="0"/>
                    </a:lnTo>
                    <a:lnTo>
                      <a:pt x="8" y="0"/>
                    </a:lnTo>
                    <a:lnTo>
                      <a:pt x="8" y="0"/>
                    </a:lnTo>
                    <a:lnTo>
                      <a:pt x="8" y="0"/>
                    </a:lnTo>
                    <a:lnTo>
                      <a:pt x="8" y="0"/>
                    </a:lnTo>
                    <a:lnTo>
                      <a:pt x="8" y="0"/>
                    </a:lnTo>
                    <a:lnTo>
                      <a:pt x="8" y="0"/>
                    </a:lnTo>
                    <a:lnTo>
                      <a:pt x="8" y="2"/>
                    </a:lnTo>
                    <a:lnTo>
                      <a:pt x="12" y="0"/>
                    </a:lnTo>
                    <a:lnTo>
                      <a:pt x="12" y="0"/>
                    </a:lnTo>
                    <a:lnTo>
                      <a:pt x="12" y="0"/>
                    </a:lnTo>
                    <a:lnTo>
                      <a:pt x="12" y="0"/>
                    </a:lnTo>
                    <a:lnTo>
                      <a:pt x="16" y="0"/>
                    </a:lnTo>
                    <a:lnTo>
                      <a:pt x="16" y="2"/>
                    </a:lnTo>
                    <a:lnTo>
                      <a:pt x="16" y="2"/>
                    </a:lnTo>
                    <a:lnTo>
                      <a:pt x="16" y="2"/>
                    </a:lnTo>
                    <a:lnTo>
                      <a:pt x="16" y="2"/>
                    </a:lnTo>
                    <a:lnTo>
                      <a:pt x="16" y="2"/>
                    </a:lnTo>
                    <a:lnTo>
                      <a:pt x="18" y="6"/>
                    </a:lnTo>
                    <a:lnTo>
                      <a:pt x="18" y="6"/>
                    </a:lnTo>
                    <a:lnTo>
                      <a:pt x="18" y="6"/>
                    </a:lnTo>
                    <a:lnTo>
                      <a:pt x="18" y="10"/>
                    </a:lnTo>
                    <a:lnTo>
                      <a:pt x="18" y="10"/>
                    </a:lnTo>
                    <a:lnTo>
                      <a:pt x="18" y="10"/>
                    </a:lnTo>
                    <a:lnTo>
                      <a:pt x="18" y="10"/>
                    </a:lnTo>
                    <a:lnTo>
                      <a:pt x="18" y="14"/>
                    </a:lnTo>
                    <a:lnTo>
                      <a:pt x="18" y="14"/>
                    </a:lnTo>
                    <a:lnTo>
                      <a:pt x="18" y="14"/>
                    </a:lnTo>
                    <a:lnTo>
                      <a:pt x="18" y="14"/>
                    </a:lnTo>
                    <a:lnTo>
                      <a:pt x="18" y="18"/>
                    </a:lnTo>
                    <a:lnTo>
                      <a:pt x="18" y="18"/>
                    </a:lnTo>
                    <a:lnTo>
                      <a:pt x="18" y="22"/>
                    </a:lnTo>
                    <a:lnTo>
                      <a:pt x="18" y="22"/>
                    </a:lnTo>
                    <a:lnTo>
                      <a:pt x="18" y="22"/>
                    </a:lnTo>
                    <a:lnTo>
                      <a:pt x="18" y="22"/>
                    </a:lnTo>
                    <a:lnTo>
                      <a:pt x="18" y="22"/>
                    </a:lnTo>
                    <a:lnTo>
                      <a:pt x="18" y="22"/>
                    </a:lnTo>
                    <a:lnTo>
                      <a:pt x="18" y="22"/>
                    </a:lnTo>
                    <a:lnTo>
                      <a:pt x="18" y="26"/>
                    </a:lnTo>
                    <a:lnTo>
                      <a:pt x="18" y="26"/>
                    </a:lnTo>
                    <a:lnTo>
                      <a:pt x="18" y="26"/>
                    </a:lnTo>
                    <a:lnTo>
                      <a:pt x="18" y="30"/>
                    </a:lnTo>
                    <a:lnTo>
                      <a:pt x="18" y="30"/>
                    </a:lnTo>
                    <a:lnTo>
                      <a:pt x="22" y="32"/>
                    </a:lnTo>
                    <a:lnTo>
                      <a:pt x="22" y="32"/>
                    </a:lnTo>
                    <a:lnTo>
                      <a:pt x="22" y="32"/>
                    </a:lnTo>
                    <a:lnTo>
                      <a:pt x="22" y="32"/>
                    </a:lnTo>
                    <a:lnTo>
                      <a:pt x="22" y="32"/>
                    </a:lnTo>
                    <a:lnTo>
                      <a:pt x="26" y="32"/>
                    </a:lnTo>
                    <a:lnTo>
                      <a:pt x="26" y="32"/>
                    </a:lnTo>
                    <a:lnTo>
                      <a:pt x="26" y="32"/>
                    </a:lnTo>
                    <a:lnTo>
                      <a:pt x="26" y="32"/>
                    </a:lnTo>
                    <a:lnTo>
                      <a:pt x="26" y="36"/>
                    </a:lnTo>
                    <a:lnTo>
                      <a:pt x="26" y="36"/>
                    </a:lnTo>
                    <a:lnTo>
                      <a:pt x="26" y="36"/>
                    </a:lnTo>
                    <a:lnTo>
                      <a:pt x="26" y="40"/>
                    </a:lnTo>
                    <a:lnTo>
                      <a:pt x="26" y="40"/>
                    </a:lnTo>
                    <a:lnTo>
                      <a:pt x="22" y="40"/>
                    </a:lnTo>
                    <a:lnTo>
                      <a:pt x="22" y="40"/>
                    </a:lnTo>
                    <a:lnTo>
                      <a:pt x="22" y="40"/>
                    </a:lnTo>
                    <a:lnTo>
                      <a:pt x="22" y="40"/>
                    </a:lnTo>
                    <a:lnTo>
                      <a:pt x="22" y="44"/>
                    </a:lnTo>
                    <a:lnTo>
                      <a:pt x="22" y="44"/>
                    </a:lnTo>
                    <a:lnTo>
                      <a:pt x="22" y="44"/>
                    </a:lnTo>
                    <a:lnTo>
                      <a:pt x="22" y="44"/>
                    </a:lnTo>
                    <a:lnTo>
                      <a:pt x="18" y="48"/>
                    </a:lnTo>
                    <a:lnTo>
                      <a:pt x="18" y="48"/>
                    </a:lnTo>
                    <a:lnTo>
                      <a:pt x="18" y="48"/>
                    </a:lnTo>
                    <a:lnTo>
                      <a:pt x="18" y="48"/>
                    </a:lnTo>
                    <a:lnTo>
                      <a:pt x="18" y="48"/>
                    </a:lnTo>
                    <a:lnTo>
                      <a:pt x="18" y="48"/>
                    </a:lnTo>
                    <a:lnTo>
                      <a:pt x="18" y="48"/>
                    </a:lnTo>
                    <a:lnTo>
                      <a:pt x="18" y="48"/>
                    </a:lnTo>
                    <a:lnTo>
                      <a:pt x="18" y="48"/>
                    </a:lnTo>
                    <a:lnTo>
                      <a:pt x="16" y="48"/>
                    </a:lnTo>
                    <a:lnTo>
                      <a:pt x="16" y="52"/>
                    </a:lnTo>
                    <a:lnTo>
                      <a:pt x="16" y="52"/>
                    </a:lnTo>
                    <a:lnTo>
                      <a:pt x="16" y="52"/>
                    </a:lnTo>
                    <a:lnTo>
                      <a:pt x="16" y="52"/>
                    </a:lnTo>
                    <a:lnTo>
                      <a:pt x="16" y="52"/>
                    </a:lnTo>
                    <a:lnTo>
                      <a:pt x="16" y="56"/>
                    </a:lnTo>
                    <a:lnTo>
                      <a:pt x="16" y="52"/>
                    </a:lnTo>
                    <a:lnTo>
                      <a:pt x="16" y="52"/>
                    </a:lnTo>
                    <a:lnTo>
                      <a:pt x="16" y="56"/>
                    </a:lnTo>
                    <a:lnTo>
                      <a:pt x="16" y="56"/>
                    </a:lnTo>
                    <a:lnTo>
                      <a:pt x="16" y="56"/>
                    </a:lnTo>
                    <a:lnTo>
                      <a:pt x="16" y="56"/>
                    </a:lnTo>
                    <a:lnTo>
                      <a:pt x="16" y="56"/>
                    </a:lnTo>
                    <a:lnTo>
                      <a:pt x="12" y="56"/>
                    </a:lnTo>
                    <a:lnTo>
                      <a:pt x="12" y="56"/>
                    </a:lnTo>
                    <a:lnTo>
                      <a:pt x="12" y="56"/>
                    </a:lnTo>
                    <a:lnTo>
                      <a:pt x="12" y="56"/>
                    </a:lnTo>
                    <a:lnTo>
                      <a:pt x="12" y="56"/>
                    </a:lnTo>
                    <a:lnTo>
                      <a:pt x="12" y="56"/>
                    </a:lnTo>
                    <a:lnTo>
                      <a:pt x="12" y="52"/>
                    </a:lnTo>
                    <a:lnTo>
                      <a:pt x="12" y="52"/>
                    </a:lnTo>
                    <a:lnTo>
                      <a:pt x="8" y="48"/>
                    </a:lnTo>
                    <a:lnTo>
                      <a:pt x="8" y="48"/>
                    </a:lnTo>
                    <a:lnTo>
                      <a:pt x="8" y="48"/>
                    </a:lnTo>
                    <a:lnTo>
                      <a:pt x="8" y="48"/>
                    </a:lnTo>
                    <a:lnTo>
                      <a:pt x="8" y="48"/>
                    </a:lnTo>
                    <a:lnTo>
                      <a:pt x="4" y="48"/>
                    </a:lnTo>
                    <a:lnTo>
                      <a:pt x="4" y="44"/>
                    </a:lnTo>
                    <a:lnTo>
                      <a:pt x="4" y="44"/>
                    </a:lnTo>
                    <a:lnTo>
                      <a:pt x="4" y="44"/>
                    </a:lnTo>
                    <a:lnTo>
                      <a:pt x="0" y="40"/>
                    </a:lnTo>
                    <a:lnTo>
                      <a:pt x="0" y="40"/>
                    </a:lnTo>
                    <a:lnTo>
                      <a:pt x="0" y="40"/>
                    </a:lnTo>
                    <a:lnTo>
                      <a:pt x="4" y="40"/>
                    </a:lnTo>
                    <a:lnTo>
                      <a:pt x="4" y="44"/>
                    </a:lnTo>
                    <a:lnTo>
                      <a:pt x="4" y="44"/>
                    </a:lnTo>
                    <a:lnTo>
                      <a:pt x="4" y="44"/>
                    </a:lnTo>
                    <a:lnTo>
                      <a:pt x="4" y="44"/>
                    </a:lnTo>
                    <a:lnTo>
                      <a:pt x="4" y="44"/>
                    </a:lnTo>
                    <a:lnTo>
                      <a:pt x="4" y="40"/>
                    </a:lnTo>
                    <a:lnTo>
                      <a:pt x="4" y="40"/>
                    </a:lnTo>
                    <a:lnTo>
                      <a:pt x="4" y="36"/>
                    </a:lnTo>
                    <a:lnTo>
                      <a:pt x="4" y="36"/>
                    </a:lnTo>
                    <a:lnTo>
                      <a:pt x="0" y="36"/>
                    </a:lnTo>
                    <a:lnTo>
                      <a:pt x="0" y="36"/>
                    </a:lnTo>
                    <a:lnTo>
                      <a:pt x="0" y="36"/>
                    </a:lnTo>
                    <a:lnTo>
                      <a:pt x="4" y="32"/>
                    </a:lnTo>
                    <a:lnTo>
                      <a:pt x="4" y="32"/>
                    </a:lnTo>
                    <a:lnTo>
                      <a:pt x="4" y="32"/>
                    </a:lnTo>
                    <a:lnTo>
                      <a:pt x="4" y="32"/>
                    </a:lnTo>
                    <a:lnTo>
                      <a:pt x="4" y="32"/>
                    </a:lnTo>
                    <a:lnTo>
                      <a:pt x="4" y="32"/>
                    </a:lnTo>
                    <a:lnTo>
                      <a:pt x="4" y="30"/>
                    </a:lnTo>
                    <a:lnTo>
                      <a:pt x="4" y="30"/>
                    </a:lnTo>
                    <a:lnTo>
                      <a:pt x="4" y="30"/>
                    </a:lnTo>
                    <a:lnTo>
                      <a:pt x="4" y="30"/>
                    </a:lnTo>
                    <a:lnTo>
                      <a:pt x="4" y="26"/>
                    </a:lnTo>
                    <a:lnTo>
                      <a:pt x="4" y="26"/>
                    </a:lnTo>
                    <a:lnTo>
                      <a:pt x="4" y="26"/>
                    </a:lnTo>
                    <a:lnTo>
                      <a:pt x="4" y="26"/>
                    </a:lnTo>
                    <a:lnTo>
                      <a:pt x="4" y="26"/>
                    </a:lnTo>
                    <a:lnTo>
                      <a:pt x="4" y="22"/>
                    </a:lnTo>
                    <a:lnTo>
                      <a:pt x="4" y="18"/>
                    </a:lnTo>
                    <a:lnTo>
                      <a:pt x="4" y="18"/>
                    </a:lnTo>
                    <a:lnTo>
                      <a:pt x="4" y="18"/>
                    </a:lnTo>
                    <a:lnTo>
                      <a:pt x="4" y="18"/>
                    </a:lnTo>
                    <a:lnTo>
                      <a:pt x="4" y="18"/>
                    </a:lnTo>
                    <a:lnTo>
                      <a:pt x="4" y="18"/>
                    </a:lnTo>
                    <a:lnTo>
                      <a:pt x="4"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4" name="Freeform 88"/>
              <p:cNvSpPr>
                <a:spLocks/>
              </p:cNvSpPr>
              <p:nvPr/>
            </p:nvSpPr>
            <p:spPr bwMode="gray">
              <a:xfrm>
                <a:off x="4831261" y="3194378"/>
                <a:ext cx="13914" cy="3479"/>
              </a:xfrm>
              <a:custGeom>
                <a:avLst/>
                <a:gdLst>
                  <a:gd name="T0" fmla="*/ 0 w 8"/>
                  <a:gd name="T1" fmla="*/ 0 h 2"/>
                  <a:gd name="T2" fmla="*/ 4 w 8"/>
                  <a:gd name="T3" fmla="*/ 0 h 2"/>
                  <a:gd name="T4" fmla="*/ 4 w 8"/>
                  <a:gd name="T5" fmla="*/ 0 h 2"/>
                  <a:gd name="T6" fmla="*/ 4 w 8"/>
                  <a:gd name="T7" fmla="*/ 0 h 2"/>
                  <a:gd name="T8" fmla="*/ 8 w 8"/>
                  <a:gd name="T9" fmla="*/ 0 h 2"/>
                  <a:gd name="T10" fmla="*/ 8 w 8"/>
                  <a:gd name="T11" fmla="*/ 0 h 2"/>
                  <a:gd name="T12" fmla="*/ 8 w 8"/>
                  <a:gd name="T13" fmla="*/ 0 h 2"/>
                  <a:gd name="T14" fmla="*/ 8 w 8"/>
                  <a:gd name="T15" fmla="*/ 0 h 2"/>
                  <a:gd name="T16" fmla="*/ 8 w 8"/>
                  <a:gd name="T17" fmla="*/ 0 h 2"/>
                  <a:gd name="T18" fmla="*/ 8 w 8"/>
                  <a:gd name="T19" fmla="*/ 0 h 2"/>
                  <a:gd name="T20" fmla="*/ 8 w 8"/>
                  <a:gd name="T21" fmla="*/ 0 h 2"/>
                  <a:gd name="T22" fmla="*/ 4 w 8"/>
                  <a:gd name="T23" fmla="*/ 2 h 2"/>
                  <a:gd name="T24" fmla="*/ 4 w 8"/>
                  <a:gd name="T25" fmla="*/ 2 h 2"/>
                  <a:gd name="T26" fmla="*/ 4 w 8"/>
                  <a:gd name="T27" fmla="*/ 2 h 2"/>
                  <a:gd name="T28" fmla="*/ 4 w 8"/>
                  <a:gd name="T29" fmla="*/ 2 h 2"/>
                  <a:gd name="T30" fmla="*/ 0 w 8"/>
                  <a:gd name="T31" fmla="*/ 0 h 2"/>
                  <a:gd name="T32" fmla="*/ 0 w 8"/>
                  <a:gd name="T33" fmla="*/ 0 h 2"/>
                  <a:gd name="T34" fmla="*/ 0 w 8"/>
                  <a:gd name="T35" fmla="*/ 0 h 2"/>
                  <a:gd name="T36" fmla="*/ 0 w 8"/>
                  <a:gd name="T37" fmla="*/ 0 h 2"/>
                  <a:gd name="T38" fmla="*/ 0 w 8"/>
                  <a:gd name="T39" fmla="*/ 0 h 2"/>
                  <a:gd name="T40" fmla="*/ 0 w 8"/>
                  <a:gd name="T41" fmla="*/ 0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 h="2">
                    <a:moveTo>
                      <a:pt x="0" y="0"/>
                    </a:moveTo>
                    <a:lnTo>
                      <a:pt x="4" y="0"/>
                    </a:lnTo>
                    <a:lnTo>
                      <a:pt x="4" y="0"/>
                    </a:lnTo>
                    <a:lnTo>
                      <a:pt x="4" y="0"/>
                    </a:lnTo>
                    <a:lnTo>
                      <a:pt x="8" y="0"/>
                    </a:lnTo>
                    <a:lnTo>
                      <a:pt x="8" y="0"/>
                    </a:lnTo>
                    <a:lnTo>
                      <a:pt x="8" y="0"/>
                    </a:lnTo>
                    <a:lnTo>
                      <a:pt x="8" y="0"/>
                    </a:lnTo>
                    <a:lnTo>
                      <a:pt x="8" y="0"/>
                    </a:lnTo>
                    <a:lnTo>
                      <a:pt x="8" y="0"/>
                    </a:lnTo>
                    <a:lnTo>
                      <a:pt x="8" y="0"/>
                    </a:lnTo>
                    <a:lnTo>
                      <a:pt x="4" y="2"/>
                    </a:lnTo>
                    <a:lnTo>
                      <a:pt x="4" y="2"/>
                    </a:lnTo>
                    <a:lnTo>
                      <a:pt x="4" y="2"/>
                    </a:lnTo>
                    <a:lnTo>
                      <a:pt x="4" y="2"/>
                    </a:lnTo>
                    <a:lnTo>
                      <a:pt x="0" y="0"/>
                    </a:lnTo>
                    <a:lnTo>
                      <a:pt x="0" y="0"/>
                    </a:lnTo>
                    <a:lnTo>
                      <a:pt x="0" y="0"/>
                    </a:lnTo>
                    <a:lnTo>
                      <a:pt x="0" y="0"/>
                    </a:lnTo>
                    <a:lnTo>
                      <a:pt x="0" y="0"/>
                    </a:lnTo>
                    <a:lnTo>
                      <a:pt x="0"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5" name="Freeform 89"/>
              <p:cNvSpPr>
                <a:spLocks/>
              </p:cNvSpPr>
              <p:nvPr/>
            </p:nvSpPr>
            <p:spPr bwMode="gray">
              <a:xfrm>
                <a:off x="5033015" y="2968274"/>
                <a:ext cx="187840" cy="90442"/>
              </a:xfrm>
              <a:custGeom>
                <a:avLst/>
                <a:gdLst>
                  <a:gd name="T0" fmla="*/ 12 w 108"/>
                  <a:gd name="T1" fmla="*/ 40 h 52"/>
                  <a:gd name="T2" fmla="*/ 8 w 108"/>
                  <a:gd name="T3" fmla="*/ 44 h 52"/>
                  <a:gd name="T4" fmla="*/ 4 w 108"/>
                  <a:gd name="T5" fmla="*/ 40 h 52"/>
                  <a:gd name="T6" fmla="*/ 4 w 108"/>
                  <a:gd name="T7" fmla="*/ 40 h 52"/>
                  <a:gd name="T8" fmla="*/ 4 w 108"/>
                  <a:gd name="T9" fmla="*/ 34 h 52"/>
                  <a:gd name="T10" fmla="*/ 0 w 108"/>
                  <a:gd name="T11" fmla="*/ 30 h 52"/>
                  <a:gd name="T12" fmla="*/ 4 w 108"/>
                  <a:gd name="T13" fmla="*/ 30 h 52"/>
                  <a:gd name="T14" fmla="*/ 12 w 108"/>
                  <a:gd name="T15" fmla="*/ 38 h 52"/>
                  <a:gd name="T16" fmla="*/ 14 w 108"/>
                  <a:gd name="T17" fmla="*/ 34 h 52"/>
                  <a:gd name="T18" fmla="*/ 18 w 108"/>
                  <a:gd name="T19" fmla="*/ 30 h 52"/>
                  <a:gd name="T20" fmla="*/ 26 w 108"/>
                  <a:gd name="T21" fmla="*/ 30 h 52"/>
                  <a:gd name="T22" fmla="*/ 38 w 108"/>
                  <a:gd name="T23" fmla="*/ 30 h 52"/>
                  <a:gd name="T24" fmla="*/ 38 w 108"/>
                  <a:gd name="T25" fmla="*/ 30 h 52"/>
                  <a:gd name="T26" fmla="*/ 44 w 108"/>
                  <a:gd name="T27" fmla="*/ 30 h 52"/>
                  <a:gd name="T28" fmla="*/ 48 w 108"/>
                  <a:gd name="T29" fmla="*/ 34 h 52"/>
                  <a:gd name="T30" fmla="*/ 48 w 108"/>
                  <a:gd name="T31" fmla="*/ 26 h 52"/>
                  <a:gd name="T32" fmla="*/ 48 w 108"/>
                  <a:gd name="T33" fmla="*/ 22 h 52"/>
                  <a:gd name="T34" fmla="*/ 44 w 108"/>
                  <a:gd name="T35" fmla="*/ 18 h 52"/>
                  <a:gd name="T36" fmla="*/ 52 w 108"/>
                  <a:gd name="T37" fmla="*/ 14 h 52"/>
                  <a:gd name="T38" fmla="*/ 56 w 108"/>
                  <a:gd name="T39" fmla="*/ 10 h 52"/>
                  <a:gd name="T40" fmla="*/ 60 w 108"/>
                  <a:gd name="T41" fmla="*/ 10 h 52"/>
                  <a:gd name="T42" fmla="*/ 64 w 108"/>
                  <a:gd name="T43" fmla="*/ 6 h 52"/>
                  <a:gd name="T44" fmla="*/ 70 w 108"/>
                  <a:gd name="T45" fmla="*/ 6 h 52"/>
                  <a:gd name="T46" fmla="*/ 74 w 108"/>
                  <a:gd name="T47" fmla="*/ 6 h 52"/>
                  <a:gd name="T48" fmla="*/ 78 w 108"/>
                  <a:gd name="T49" fmla="*/ 4 h 52"/>
                  <a:gd name="T50" fmla="*/ 82 w 108"/>
                  <a:gd name="T51" fmla="*/ 0 h 52"/>
                  <a:gd name="T52" fmla="*/ 86 w 108"/>
                  <a:gd name="T53" fmla="*/ 4 h 52"/>
                  <a:gd name="T54" fmla="*/ 92 w 108"/>
                  <a:gd name="T55" fmla="*/ 4 h 52"/>
                  <a:gd name="T56" fmla="*/ 96 w 108"/>
                  <a:gd name="T57" fmla="*/ 6 h 52"/>
                  <a:gd name="T58" fmla="*/ 100 w 108"/>
                  <a:gd name="T59" fmla="*/ 6 h 52"/>
                  <a:gd name="T60" fmla="*/ 104 w 108"/>
                  <a:gd name="T61" fmla="*/ 6 h 52"/>
                  <a:gd name="T62" fmla="*/ 104 w 108"/>
                  <a:gd name="T63" fmla="*/ 14 h 52"/>
                  <a:gd name="T64" fmla="*/ 108 w 108"/>
                  <a:gd name="T65" fmla="*/ 18 h 52"/>
                  <a:gd name="T66" fmla="*/ 108 w 108"/>
                  <a:gd name="T67" fmla="*/ 22 h 52"/>
                  <a:gd name="T68" fmla="*/ 108 w 108"/>
                  <a:gd name="T69" fmla="*/ 26 h 52"/>
                  <a:gd name="T70" fmla="*/ 100 w 108"/>
                  <a:gd name="T71" fmla="*/ 26 h 52"/>
                  <a:gd name="T72" fmla="*/ 100 w 108"/>
                  <a:gd name="T73" fmla="*/ 30 h 52"/>
                  <a:gd name="T74" fmla="*/ 100 w 108"/>
                  <a:gd name="T75" fmla="*/ 34 h 52"/>
                  <a:gd name="T76" fmla="*/ 100 w 108"/>
                  <a:gd name="T77" fmla="*/ 38 h 52"/>
                  <a:gd name="T78" fmla="*/ 96 w 108"/>
                  <a:gd name="T79" fmla="*/ 40 h 52"/>
                  <a:gd name="T80" fmla="*/ 92 w 108"/>
                  <a:gd name="T81" fmla="*/ 44 h 52"/>
                  <a:gd name="T82" fmla="*/ 90 w 108"/>
                  <a:gd name="T83" fmla="*/ 48 h 52"/>
                  <a:gd name="T84" fmla="*/ 78 w 108"/>
                  <a:gd name="T85" fmla="*/ 48 h 52"/>
                  <a:gd name="T86" fmla="*/ 70 w 108"/>
                  <a:gd name="T87" fmla="*/ 52 h 52"/>
                  <a:gd name="T88" fmla="*/ 64 w 108"/>
                  <a:gd name="T89" fmla="*/ 52 h 52"/>
                  <a:gd name="T90" fmla="*/ 56 w 108"/>
                  <a:gd name="T91" fmla="*/ 52 h 52"/>
                  <a:gd name="T92" fmla="*/ 44 w 108"/>
                  <a:gd name="T93" fmla="*/ 48 h 52"/>
                  <a:gd name="T94" fmla="*/ 40 w 108"/>
                  <a:gd name="T95" fmla="*/ 48 h 52"/>
                  <a:gd name="T96" fmla="*/ 38 w 108"/>
                  <a:gd name="T97" fmla="*/ 40 h 52"/>
                  <a:gd name="T98" fmla="*/ 38 w 108"/>
                  <a:gd name="T99" fmla="*/ 40 h 52"/>
                  <a:gd name="T100" fmla="*/ 30 w 108"/>
                  <a:gd name="T101" fmla="*/ 40 h 52"/>
                  <a:gd name="T102" fmla="*/ 22 w 108"/>
                  <a:gd name="T103" fmla="*/ 44 h 52"/>
                  <a:gd name="T104" fmla="*/ 18 w 108"/>
                  <a:gd name="T105" fmla="*/ 44 h 52"/>
                  <a:gd name="T106" fmla="*/ 14 w 108"/>
                  <a:gd name="T107" fmla="*/ 4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8" h="52">
                    <a:moveTo>
                      <a:pt x="14" y="44"/>
                    </a:moveTo>
                    <a:lnTo>
                      <a:pt x="14" y="44"/>
                    </a:lnTo>
                    <a:lnTo>
                      <a:pt x="14" y="40"/>
                    </a:lnTo>
                    <a:lnTo>
                      <a:pt x="12" y="40"/>
                    </a:lnTo>
                    <a:lnTo>
                      <a:pt x="12" y="40"/>
                    </a:lnTo>
                    <a:lnTo>
                      <a:pt x="12" y="40"/>
                    </a:lnTo>
                    <a:lnTo>
                      <a:pt x="12" y="44"/>
                    </a:lnTo>
                    <a:lnTo>
                      <a:pt x="12" y="44"/>
                    </a:lnTo>
                    <a:lnTo>
                      <a:pt x="12" y="44"/>
                    </a:lnTo>
                    <a:lnTo>
                      <a:pt x="8" y="44"/>
                    </a:lnTo>
                    <a:lnTo>
                      <a:pt x="8" y="44"/>
                    </a:lnTo>
                    <a:lnTo>
                      <a:pt x="8" y="44"/>
                    </a:lnTo>
                    <a:lnTo>
                      <a:pt x="8" y="44"/>
                    </a:lnTo>
                    <a:lnTo>
                      <a:pt x="8" y="44"/>
                    </a:lnTo>
                    <a:lnTo>
                      <a:pt x="4" y="44"/>
                    </a:lnTo>
                    <a:lnTo>
                      <a:pt x="4" y="40"/>
                    </a:lnTo>
                    <a:lnTo>
                      <a:pt x="8" y="40"/>
                    </a:lnTo>
                    <a:lnTo>
                      <a:pt x="4" y="40"/>
                    </a:lnTo>
                    <a:lnTo>
                      <a:pt x="4" y="40"/>
                    </a:lnTo>
                    <a:lnTo>
                      <a:pt x="4" y="40"/>
                    </a:lnTo>
                    <a:lnTo>
                      <a:pt x="0" y="40"/>
                    </a:lnTo>
                    <a:lnTo>
                      <a:pt x="0" y="40"/>
                    </a:lnTo>
                    <a:lnTo>
                      <a:pt x="4" y="40"/>
                    </a:lnTo>
                    <a:lnTo>
                      <a:pt x="4" y="40"/>
                    </a:lnTo>
                    <a:lnTo>
                      <a:pt x="4" y="38"/>
                    </a:lnTo>
                    <a:lnTo>
                      <a:pt x="0" y="38"/>
                    </a:lnTo>
                    <a:lnTo>
                      <a:pt x="0" y="38"/>
                    </a:lnTo>
                    <a:lnTo>
                      <a:pt x="0" y="38"/>
                    </a:lnTo>
                    <a:lnTo>
                      <a:pt x="0" y="34"/>
                    </a:lnTo>
                    <a:lnTo>
                      <a:pt x="4" y="34"/>
                    </a:lnTo>
                    <a:lnTo>
                      <a:pt x="4" y="34"/>
                    </a:lnTo>
                    <a:lnTo>
                      <a:pt x="4" y="34"/>
                    </a:lnTo>
                    <a:lnTo>
                      <a:pt x="0" y="34"/>
                    </a:lnTo>
                    <a:lnTo>
                      <a:pt x="0" y="34"/>
                    </a:lnTo>
                    <a:lnTo>
                      <a:pt x="0" y="30"/>
                    </a:lnTo>
                    <a:lnTo>
                      <a:pt x="0" y="30"/>
                    </a:lnTo>
                    <a:lnTo>
                      <a:pt x="0" y="30"/>
                    </a:lnTo>
                    <a:lnTo>
                      <a:pt x="4" y="30"/>
                    </a:lnTo>
                    <a:lnTo>
                      <a:pt x="4" y="30"/>
                    </a:lnTo>
                    <a:lnTo>
                      <a:pt x="4" y="30"/>
                    </a:lnTo>
                    <a:lnTo>
                      <a:pt x="4" y="30"/>
                    </a:lnTo>
                    <a:lnTo>
                      <a:pt x="4" y="30"/>
                    </a:lnTo>
                    <a:lnTo>
                      <a:pt x="4" y="30"/>
                    </a:lnTo>
                    <a:lnTo>
                      <a:pt x="8" y="30"/>
                    </a:lnTo>
                    <a:lnTo>
                      <a:pt x="8" y="34"/>
                    </a:lnTo>
                    <a:lnTo>
                      <a:pt x="12" y="34"/>
                    </a:lnTo>
                    <a:lnTo>
                      <a:pt x="12" y="34"/>
                    </a:lnTo>
                    <a:lnTo>
                      <a:pt x="12" y="38"/>
                    </a:lnTo>
                    <a:lnTo>
                      <a:pt x="12" y="38"/>
                    </a:lnTo>
                    <a:lnTo>
                      <a:pt x="12" y="38"/>
                    </a:lnTo>
                    <a:lnTo>
                      <a:pt x="12" y="38"/>
                    </a:lnTo>
                    <a:lnTo>
                      <a:pt x="14" y="34"/>
                    </a:lnTo>
                    <a:lnTo>
                      <a:pt x="14" y="34"/>
                    </a:lnTo>
                    <a:lnTo>
                      <a:pt x="14" y="34"/>
                    </a:lnTo>
                    <a:lnTo>
                      <a:pt x="14" y="30"/>
                    </a:lnTo>
                    <a:lnTo>
                      <a:pt x="14" y="30"/>
                    </a:lnTo>
                    <a:lnTo>
                      <a:pt x="14" y="30"/>
                    </a:lnTo>
                    <a:lnTo>
                      <a:pt x="14" y="30"/>
                    </a:lnTo>
                    <a:lnTo>
                      <a:pt x="18" y="30"/>
                    </a:lnTo>
                    <a:lnTo>
                      <a:pt x="18" y="30"/>
                    </a:lnTo>
                    <a:lnTo>
                      <a:pt x="22" y="34"/>
                    </a:lnTo>
                    <a:lnTo>
                      <a:pt x="22" y="34"/>
                    </a:lnTo>
                    <a:lnTo>
                      <a:pt x="22" y="34"/>
                    </a:lnTo>
                    <a:lnTo>
                      <a:pt x="22" y="34"/>
                    </a:lnTo>
                    <a:lnTo>
                      <a:pt x="26" y="34"/>
                    </a:lnTo>
                    <a:lnTo>
                      <a:pt x="26" y="30"/>
                    </a:lnTo>
                    <a:lnTo>
                      <a:pt x="30" y="30"/>
                    </a:lnTo>
                    <a:lnTo>
                      <a:pt x="30" y="30"/>
                    </a:lnTo>
                    <a:lnTo>
                      <a:pt x="30" y="30"/>
                    </a:lnTo>
                    <a:lnTo>
                      <a:pt x="30" y="30"/>
                    </a:lnTo>
                    <a:lnTo>
                      <a:pt x="34" y="30"/>
                    </a:lnTo>
                    <a:lnTo>
                      <a:pt x="38" y="30"/>
                    </a:lnTo>
                    <a:lnTo>
                      <a:pt x="38" y="30"/>
                    </a:lnTo>
                    <a:lnTo>
                      <a:pt x="38" y="30"/>
                    </a:lnTo>
                    <a:lnTo>
                      <a:pt x="38" y="30"/>
                    </a:lnTo>
                    <a:lnTo>
                      <a:pt x="38" y="30"/>
                    </a:lnTo>
                    <a:lnTo>
                      <a:pt x="38" y="30"/>
                    </a:lnTo>
                    <a:lnTo>
                      <a:pt x="38" y="30"/>
                    </a:lnTo>
                    <a:lnTo>
                      <a:pt x="40" y="30"/>
                    </a:lnTo>
                    <a:lnTo>
                      <a:pt x="40" y="30"/>
                    </a:lnTo>
                    <a:lnTo>
                      <a:pt x="44" y="30"/>
                    </a:lnTo>
                    <a:lnTo>
                      <a:pt x="44" y="30"/>
                    </a:lnTo>
                    <a:lnTo>
                      <a:pt x="44" y="30"/>
                    </a:lnTo>
                    <a:lnTo>
                      <a:pt x="44" y="30"/>
                    </a:lnTo>
                    <a:lnTo>
                      <a:pt x="44" y="30"/>
                    </a:lnTo>
                    <a:lnTo>
                      <a:pt x="48" y="30"/>
                    </a:lnTo>
                    <a:lnTo>
                      <a:pt x="48" y="30"/>
                    </a:lnTo>
                    <a:lnTo>
                      <a:pt x="48" y="30"/>
                    </a:lnTo>
                    <a:lnTo>
                      <a:pt x="48" y="30"/>
                    </a:lnTo>
                    <a:lnTo>
                      <a:pt x="48" y="34"/>
                    </a:lnTo>
                    <a:lnTo>
                      <a:pt x="48" y="34"/>
                    </a:lnTo>
                    <a:lnTo>
                      <a:pt x="52" y="34"/>
                    </a:lnTo>
                    <a:lnTo>
                      <a:pt x="52" y="30"/>
                    </a:lnTo>
                    <a:lnTo>
                      <a:pt x="52" y="30"/>
                    </a:lnTo>
                    <a:lnTo>
                      <a:pt x="52" y="26"/>
                    </a:lnTo>
                    <a:lnTo>
                      <a:pt x="48" y="26"/>
                    </a:lnTo>
                    <a:lnTo>
                      <a:pt x="48" y="26"/>
                    </a:lnTo>
                    <a:lnTo>
                      <a:pt x="48" y="26"/>
                    </a:lnTo>
                    <a:lnTo>
                      <a:pt x="48" y="26"/>
                    </a:lnTo>
                    <a:lnTo>
                      <a:pt x="48" y="26"/>
                    </a:lnTo>
                    <a:lnTo>
                      <a:pt x="48" y="26"/>
                    </a:lnTo>
                    <a:lnTo>
                      <a:pt x="48" y="22"/>
                    </a:lnTo>
                    <a:lnTo>
                      <a:pt x="48" y="22"/>
                    </a:lnTo>
                    <a:lnTo>
                      <a:pt x="48" y="22"/>
                    </a:lnTo>
                    <a:lnTo>
                      <a:pt x="48" y="22"/>
                    </a:lnTo>
                    <a:lnTo>
                      <a:pt x="48" y="22"/>
                    </a:lnTo>
                    <a:lnTo>
                      <a:pt x="48" y="18"/>
                    </a:lnTo>
                    <a:lnTo>
                      <a:pt x="44" y="18"/>
                    </a:lnTo>
                    <a:lnTo>
                      <a:pt x="44" y="18"/>
                    </a:lnTo>
                    <a:lnTo>
                      <a:pt x="48" y="18"/>
                    </a:lnTo>
                    <a:lnTo>
                      <a:pt x="48" y="14"/>
                    </a:lnTo>
                    <a:lnTo>
                      <a:pt x="52" y="14"/>
                    </a:lnTo>
                    <a:lnTo>
                      <a:pt x="52" y="14"/>
                    </a:lnTo>
                    <a:lnTo>
                      <a:pt x="52" y="14"/>
                    </a:lnTo>
                    <a:lnTo>
                      <a:pt x="56" y="14"/>
                    </a:lnTo>
                    <a:lnTo>
                      <a:pt x="56" y="14"/>
                    </a:lnTo>
                    <a:lnTo>
                      <a:pt x="56" y="14"/>
                    </a:lnTo>
                    <a:lnTo>
                      <a:pt x="56" y="14"/>
                    </a:lnTo>
                    <a:lnTo>
                      <a:pt x="56" y="10"/>
                    </a:lnTo>
                    <a:lnTo>
                      <a:pt x="56" y="10"/>
                    </a:lnTo>
                    <a:lnTo>
                      <a:pt x="56" y="10"/>
                    </a:lnTo>
                    <a:lnTo>
                      <a:pt x="56" y="10"/>
                    </a:lnTo>
                    <a:lnTo>
                      <a:pt x="60" y="10"/>
                    </a:lnTo>
                    <a:lnTo>
                      <a:pt x="60" y="10"/>
                    </a:lnTo>
                    <a:lnTo>
                      <a:pt x="60" y="10"/>
                    </a:lnTo>
                    <a:lnTo>
                      <a:pt x="60" y="10"/>
                    </a:lnTo>
                    <a:lnTo>
                      <a:pt x="60" y="10"/>
                    </a:lnTo>
                    <a:lnTo>
                      <a:pt x="60" y="6"/>
                    </a:lnTo>
                    <a:lnTo>
                      <a:pt x="60" y="6"/>
                    </a:lnTo>
                    <a:lnTo>
                      <a:pt x="60" y="6"/>
                    </a:lnTo>
                    <a:lnTo>
                      <a:pt x="64" y="6"/>
                    </a:lnTo>
                    <a:lnTo>
                      <a:pt x="64" y="6"/>
                    </a:lnTo>
                    <a:lnTo>
                      <a:pt x="64" y="6"/>
                    </a:lnTo>
                    <a:lnTo>
                      <a:pt x="64" y="6"/>
                    </a:lnTo>
                    <a:lnTo>
                      <a:pt x="66" y="10"/>
                    </a:lnTo>
                    <a:lnTo>
                      <a:pt x="66" y="10"/>
                    </a:lnTo>
                    <a:lnTo>
                      <a:pt x="70" y="10"/>
                    </a:lnTo>
                    <a:lnTo>
                      <a:pt x="70" y="6"/>
                    </a:lnTo>
                    <a:lnTo>
                      <a:pt x="70" y="6"/>
                    </a:lnTo>
                    <a:lnTo>
                      <a:pt x="70" y="6"/>
                    </a:lnTo>
                    <a:lnTo>
                      <a:pt x="74" y="6"/>
                    </a:lnTo>
                    <a:lnTo>
                      <a:pt x="74" y="10"/>
                    </a:lnTo>
                    <a:lnTo>
                      <a:pt x="74" y="10"/>
                    </a:lnTo>
                    <a:lnTo>
                      <a:pt x="74" y="6"/>
                    </a:lnTo>
                    <a:lnTo>
                      <a:pt x="74" y="6"/>
                    </a:lnTo>
                    <a:lnTo>
                      <a:pt x="74" y="6"/>
                    </a:lnTo>
                    <a:lnTo>
                      <a:pt x="74" y="4"/>
                    </a:lnTo>
                    <a:lnTo>
                      <a:pt x="74" y="4"/>
                    </a:lnTo>
                    <a:lnTo>
                      <a:pt x="74" y="4"/>
                    </a:lnTo>
                    <a:lnTo>
                      <a:pt x="78" y="4"/>
                    </a:lnTo>
                    <a:lnTo>
                      <a:pt x="78" y="4"/>
                    </a:lnTo>
                    <a:lnTo>
                      <a:pt x="78" y="0"/>
                    </a:lnTo>
                    <a:lnTo>
                      <a:pt x="78" y="0"/>
                    </a:lnTo>
                    <a:lnTo>
                      <a:pt x="78" y="0"/>
                    </a:lnTo>
                    <a:lnTo>
                      <a:pt x="78" y="0"/>
                    </a:lnTo>
                    <a:lnTo>
                      <a:pt x="82" y="0"/>
                    </a:lnTo>
                    <a:lnTo>
                      <a:pt x="82" y="0"/>
                    </a:lnTo>
                    <a:lnTo>
                      <a:pt x="82" y="0"/>
                    </a:lnTo>
                    <a:lnTo>
                      <a:pt x="82" y="0"/>
                    </a:lnTo>
                    <a:lnTo>
                      <a:pt x="86" y="4"/>
                    </a:lnTo>
                    <a:lnTo>
                      <a:pt x="86" y="4"/>
                    </a:lnTo>
                    <a:lnTo>
                      <a:pt x="86" y="4"/>
                    </a:lnTo>
                    <a:lnTo>
                      <a:pt x="86" y="4"/>
                    </a:lnTo>
                    <a:lnTo>
                      <a:pt x="86" y="4"/>
                    </a:lnTo>
                    <a:lnTo>
                      <a:pt x="90" y="4"/>
                    </a:lnTo>
                    <a:lnTo>
                      <a:pt x="90" y="4"/>
                    </a:lnTo>
                    <a:lnTo>
                      <a:pt x="90" y="4"/>
                    </a:lnTo>
                    <a:lnTo>
                      <a:pt x="92" y="4"/>
                    </a:lnTo>
                    <a:lnTo>
                      <a:pt x="92" y="6"/>
                    </a:lnTo>
                    <a:lnTo>
                      <a:pt x="92" y="6"/>
                    </a:lnTo>
                    <a:lnTo>
                      <a:pt x="92" y="6"/>
                    </a:lnTo>
                    <a:lnTo>
                      <a:pt x="92" y="6"/>
                    </a:lnTo>
                    <a:lnTo>
                      <a:pt x="96" y="6"/>
                    </a:lnTo>
                    <a:lnTo>
                      <a:pt x="96" y="6"/>
                    </a:lnTo>
                    <a:lnTo>
                      <a:pt x="96" y="6"/>
                    </a:lnTo>
                    <a:lnTo>
                      <a:pt x="96" y="4"/>
                    </a:lnTo>
                    <a:lnTo>
                      <a:pt x="96" y="4"/>
                    </a:lnTo>
                    <a:lnTo>
                      <a:pt x="100" y="4"/>
                    </a:lnTo>
                    <a:lnTo>
                      <a:pt x="100" y="4"/>
                    </a:lnTo>
                    <a:lnTo>
                      <a:pt x="100" y="6"/>
                    </a:lnTo>
                    <a:lnTo>
                      <a:pt x="104" y="6"/>
                    </a:lnTo>
                    <a:lnTo>
                      <a:pt x="104" y="6"/>
                    </a:lnTo>
                    <a:lnTo>
                      <a:pt x="104" y="6"/>
                    </a:lnTo>
                    <a:lnTo>
                      <a:pt x="104" y="6"/>
                    </a:lnTo>
                    <a:lnTo>
                      <a:pt x="104" y="6"/>
                    </a:lnTo>
                    <a:lnTo>
                      <a:pt x="104" y="6"/>
                    </a:lnTo>
                    <a:lnTo>
                      <a:pt x="104" y="10"/>
                    </a:lnTo>
                    <a:lnTo>
                      <a:pt x="104" y="10"/>
                    </a:lnTo>
                    <a:lnTo>
                      <a:pt x="104" y="10"/>
                    </a:lnTo>
                    <a:lnTo>
                      <a:pt x="104" y="10"/>
                    </a:lnTo>
                    <a:lnTo>
                      <a:pt x="104" y="10"/>
                    </a:lnTo>
                    <a:lnTo>
                      <a:pt x="104" y="14"/>
                    </a:lnTo>
                    <a:lnTo>
                      <a:pt x="104" y="14"/>
                    </a:lnTo>
                    <a:lnTo>
                      <a:pt x="104" y="14"/>
                    </a:lnTo>
                    <a:lnTo>
                      <a:pt x="104" y="14"/>
                    </a:lnTo>
                    <a:lnTo>
                      <a:pt x="104" y="18"/>
                    </a:lnTo>
                    <a:lnTo>
                      <a:pt x="108" y="18"/>
                    </a:lnTo>
                    <a:lnTo>
                      <a:pt x="108" y="18"/>
                    </a:lnTo>
                    <a:lnTo>
                      <a:pt x="108" y="18"/>
                    </a:lnTo>
                    <a:lnTo>
                      <a:pt x="108" y="18"/>
                    </a:lnTo>
                    <a:lnTo>
                      <a:pt x="108" y="22"/>
                    </a:lnTo>
                    <a:lnTo>
                      <a:pt x="108" y="22"/>
                    </a:lnTo>
                    <a:lnTo>
                      <a:pt x="108" y="22"/>
                    </a:lnTo>
                    <a:lnTo>
                      <a:pt x="108" y="22"/>
                    </a:lnTo>
                    <a:lnTo>
                      <a:pt x="108" y="22"/>
                    </a:lnTo>
                    <a:lnTo>
                      <a:pt x="108" y="26"/>
                    </a:lnTo>
                    <a:lnTo>
                      <a:pt x="108" y="26"/>
                    </a:lnTo>
                    <a:lnTo>
                      <a:pt x="108" y="26"/>
                    </a:lnTo>
                    <a:lnTo>
                      <a:pt x="108" y="26"/>
                    </a:lnTo>
                    <a:lnTo>
                      <a:pt x="108" y="26"/>
                    </a:lnTo>
                    <a:lnTo>
                      <a:pt x="104" y="26"/>
                    </a:lnTo>
                    <a:lnTo>
                      <a:pt x="104" y="26"/>
                    </a:lnTo>
                    <a:lnTo>
                      <a:pt x="104" y="30"/>
                    </a:lnTo>
                    <a:lnTo>
                      <a:pt x="104" y="30"/>
                    </a:lnTo>
                    <a:lnTo>
                      <a:pt x="104" y="26"/>
                    </a:lnTo>
                    <a:lnTo>
                      <a:pt x="100" y="26"/>
                    </a:lnTo>
                    <a:lnTo>
                      <a:pt x="100" y="26"/>
                    </a:lnTo>
                    <a:lnTo>
                      <a:pt x="100" y="26"/>
                    </a:lnTo>
                    <a:lnTo>
                      <a:pt x="100" y="26"/>
                    </a:lnTo>
                    <a:lnTo>
                      <a:pt x="96" y="26"/>
                    </a:lnTo>
                    <a:lnTo>
                      <a:pt x="96" y="30"/>
                    </a:lnTo>
                    <a:lnTo>
                      <a:pt x="100" y="30"/>
                    </a:lnTo>
                    <a:lnTo>
                      <a:pt x="100" y="30"/>
                    </a:lnTo>
                    <a:lnTo>
                      <a:pt x="100" y="30"/>
                    </a:lnTo>
                    <a:lnTo>
                      <a:pt x="100" y="30"/>
                    </a:lnTo>
                    <a:lnTo>
                      <a:pt x="100" y="30"/>
                    </a:lnTo>
                    <a:lnTo>
                      <a:pt x="100" y="30"/>
                    </a:lnTo>
                    <a:lnTo>
                      <a:pt x="100" y="34"/>
                    </a:lnTo>
                    <a:lnTo>
                      <a:pt x="100" y="34"/>
                    </a:lnTo>
                    <a:lnTo>
                      <a:pt x="100" y="34"/>
                    </a:lnTo>
                    <a:lnTo>
                      <a:pt x="96" y="34"/>
                    </a:lnTo>
                    <a:lnTo>
                      <a:pt x="96" y="34"/>
                    </a:lnTo>
                    <a:lnTo>
                      <a:pt x="100" y="38"/>
                    </a:lnTo>
                    <a:lnTo>
                      <a:pt x="100" y="38"/>
                    </a:lnTo>
                    <a:lnTo>
                      <a:pt x="96" y="38"/>
                    </a:lnTo>
                    <a:lnTo>
                      <a:pt x="96" y="38"/>
                    </a:lnTo>
                    <a:lnTo>
                      <a:pt x="96" y="38"/>
                    </a:lnTo>
                    <a:lnTo>
                      <a:pt x="100" y="40"/>
                    </a:lnTo>
                    <a:lnTo>
                      <a:pt x="100" y="40"/>
                    </a:lnTo>
                    <a:lnTo>
                      <a:pt x="96" y="40"/>
                    </a:lnTo>
                    <a:lnTo>
                      <a:pt x="96" y="40"/>
                    </a:lnTo>
                    <a:lnTo>
                      <a:pt x="96" y="40"/>
                    </a:lnTo>
                    <a:lnTo>
                      <a:pt x="96" y="40"/>
                    </a:lnTo>
                    <a:lnTo>
                      <a:pt x="96" y="40"/>
                    </a:lnTo>
                    <a:lnTo>
                      <a:pt x="96" y="40"/>
                    </a:lnTo>
                    <a:lnTo>
                      <a:pt x="92" y="44"/>
                    </a:lnTo>
                    <a:lnTo>
                      <a:pt x="92" y="44"/>
                    </a:lnTo>
                    <a:lnTo>
                      <a:pt x="92" y="44"/>
                    </a:lnTo>
                    <a:lnTo>
                      <a:pt x="92" y="44"/>
                    </a:lnTo>
                    <a:lnTo>
                      <a:pt x="92" y="48"/>
                    </a:lnTo>
                    <a:lnTo>
                      <a:pt x="90" y="48"/>
                    </a:lnTo>
                    <a:lnTo>
                      <a:pt x="90" y="48"/>
                    </a:lnTo>
                    <a:lnTo>
                      <a:pt x="90" y="48"/>
                    </a:lnTo>
                    <a:lnTo>
                      <a:pt x="86" y="48"/>
                    </a:lnTo>
                    <a:lnTo>
                      <a:pt x="82" y="48"/>
                    </a:lnTo>
                    <a:lnTo>
                      <a:pt x="78" y="48"/>
                    </a:lnTo>
                    <a:lnTo>
                      <a:pt x="78" y="48"/>
                    </a:lnTo>
                    <a:lnTo>
                      <a:pt x="78" y="48"/>
                    </a:lnTo>
                    <a:lnTo>
                      <a:pt x="78" y="48"/>
                    </a:lnTo>
                    <a:lnTo>
                      <a:pt x="74" y="48"/>
                    </a:lnTo>
                    <a:lnTo>
                      <a:pt x="74" y="52"/>
                    </a:lnTo>
                    <a:lnTo>
                      <a:pt x="74" y="52"/>
                    </a:lnTo>
                    <a:lnTo>
                      <a:pt x="74" y="52"/>
                    </a:lnTo>
                    <a:lnTo>
                      <a:pt x="70" y="52"/>
                    </a:lnTo>
                    <a:lnTo>
                      <a:pt x="70" y="52"/>
                    </a:lnTo>
                    <a:lnTo>
                      <a:pt x="66" y="52"/>
                    </a:lnTo>
                    <a:lnTo>
                      <a:pt x="66" y="52"/>
                    </a:lnTo>
                    <a:lnTo>
                      <a:pt x="66" y="52"/>
                    </a:lnTo>
                    <a:lnTo>
                      <a:pt x="64" y="52"/>
                    </a:lnTo>
                    <a:lnTo>
                      <a:pt x="64" y="52"/>
                    </a:lnTo>
                    <a:lnTo>
                      <a:pt x="64" y="52"/>
                    </a:lnTo>
                    <a:lnTo>
                      <a:pt x="60" y="52"/>
                    </a:lnTo>
                    <a:lnTo>
                      <a:pt x="60" y="52"/>
                    </a:lnTo>
                    <a:lnTo>
                      <a:pt x="60" y="52"/>
                    </a:lnTo>
                    <a:lnTo>
                      <a:pt x="56" y="52"/>
                    </a:lnTo>
                    <a:lnTo>
                      <a:pt x="56" y="52"/>
                    </a:lnTo>
                    <a:lnTo>
                      <a:pt x="52" y="52"/>
                    </a:lnTo>
                    <a:lnTo>
                      <a:pt x="48" y="48"/>
                    </a:lnTo>
                    <a:lnTo>
                      <a:pt x="44" y="48"/>
                    </a:lnTo>
                    <a:lnTo>
                      <a:pt x="44" y="48"/>
                    </a:lnTo>
                    <a:lnTo>
                      <a:pt x="44" y="48"/>
                    </a:lnTo>
                    <a:lnTo>
                      <a:pt x="44" y="48"/>
                    </a:lnTo>
                    <a:lnTo>
                      <a:pt x="44" y="48"/>
                    </a:lnTo>
                    <a:lnTo>
                      <a:pt x="44" y="48"/>
                    </a:lnTo>
                    <a:lnTo>
                      <a:pt x="44" y="48"/>
                    </a:lnTo>
                    <a:lnTo>
                      <a:pt x="40" y="48"/>
                    </a:lnTo>
                    <a:lnTo>
                      <a:pt x="40" y="48"/>
                    </a:lnTo>
                    <a:lnTo>
                      <a:pt x="40" y="48"/>
                    </a:lnTo>
                    <a:lnTo>
                      <a:pt x="40" y="48"/>
                    </a:lnTo>
                    <a:lnTo>
                      <a:pt x="40" y="44"/>
                    </a:lnTo>
                    <a:lnTo>
                      <a:pt x="38" y="44"/>
                    </a:lnTo>
                    <a:lnTo>
                      <a:pt x="38" y="44"/>
                    </a:lnTo>
                    <a:lnTo>
                      <a:pt x="38" y="44"/>
                    </a:lnTo>
                    <a:lnTo>
                      <a:pt x="38" y="40"/>
                    </a:lnTo>
                    <a:lnTo>
                      <a:pt x="38" y="40"/>
                    </a:lnTo>
                    <a:lnTo>
                      <a:pt x="38" y="40"/>
                    </a:lnTo>
                    <a:lnTo>
                      <a:pt x="38" y="40"/>
                    </a:lnTo>
                    <a:lnTo>
                      <a:pt x="38" y="40"/>
                    </a:lnTo>
                    <a:lnTo>
                      <a:pt x="38" y="40"/>
                    </a:lnTo>
                    <a:lnTo>
                      <a:pt x="38" y="40"/>
                    </a:lnTo>
                    <a:lnTo>
                      <a:pt x="38" y="40"/>
                    </a:lnTo>
                    <a:lnTo>
                      <a:pt x="38" y="40"/>
                    </a:lnTo>
                    <a:lnTo>
                      <a:pt x="34" y="40"/>
                    </a:lnTo>
                    <a:lnTo>
                      <a:pt x="34" y="40"/>
                    </a:lnTo>
                    <a:lnTo>
                      <a:pt x="30" y="40"/>
                    </a:lnTo>
                    <a:lnTo>
                      <a:pt x="30" y="40"/>
                    </a:lnTo>
                    <a:lnTo>
                      <a:pt x="30" y="40"/>
                    </a:lnTo>
                    <a:lnTo>
                      <a:pt x="22" y="40"/>
                    </a:lnTo>
                    <a:lnTo>
                      <a:pt x="22" y="44"/>
                    </a:lnTo>
                    <a:lnTo>
                      <a:pt x="22" y="44"/>
                    </a:lnTo>
                    <a:lnTo>
                      <a:pt x="22" y="44"/>
                    </a:lnTo>
                    <a:lnTo>
                      <a:pt x="22" y="44"/>
                    </a:lnTo>
                    <a:lnTo>
                      <a:pt x="22" y="44"/>
                    </a:lnTo>
                    <a:lnTo>
                      <a:pt x="18" y="48"/>
                    </a:lnTo>
                    <a:lnTo>
                      <a:pt x="18" y="44"/>
                    </a:lnTo>
                    <a:lnTo>
                      <a:pt x="18" y="44"/>
                    </a:lnTo>
                    <a:lnTo>
                      <a:pt x="18" y="44"/>
                    </a:lnTo>
                    <a:lnTo>
                      <a:pt x="18" y="44"/>
                    </a:lnTo>
                    <a:lnTo>
                      <a:pt x="14" y="44"/>
                    </a:lnTo>
                    <a:lnTo>
                      <a:pt x="14" y="44"/>
                    </a:lnTo>
                    <a:lnTo>
                      <a:pt x="14" y="44"/>
                    </a:lnTo>
                    <a:lnTo>
                      <a:pt x="14" y="44"/>
                    </a:lnTo>
                    <a:lnTo>
                      <a:pt x="14" y="44"/>
                    </a:lnTo>
                    <a:lnTo>
                      <a:pt x="14" y="44"/>
                    </a:lnTo>
                    <a:lnTo>
                      <a:pt x="14" y="44"/>
                    </a:lnTo>
                    <a:lnTo>
                      <a:pt x="14"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6" name="Freeform 90"/>
              <p:cNvSpPr>
                <a:spLocks/>
              </p:cNvSpPr>
              <p:nvPr/>
            </p:nvSpPr>
            <p:spPr bwMode="gray">
              <a:xfrm>
                <a:off x="5370433" y="2700429"/>
                <a:ext cx="233061" cy="187840"/>
              </a:xfrm>
              <a:custGeom>
                <a:avLst/>
                <a:gdLst>
                  <a:gd name="T0" fmla="*/ 26 w 134"/>
                  <a:gd name="T1" fmla="*/ 94 h 108"/>
                  <a:gd name="T2" fmla="*/ 14 w 134"/>
                  <a:gd name="T3" fmla="*/ 98 h 108"/>
                  <a:gd name="T4" fmla="*/ 12 w 134"/>
                  <a:gd name="T5" fmla="*/ 100 h 108"/>
                  <a:gd name="T6" fmla="*/ 4 w 134"/>
                  <a:gd name="T7" fmla="*/ 100 h 108"/>
                  <a:gd name="T8" fmla="*/ 8 w 134"/>
                  <a:gd name="T9" fmla="*/ 90 h 108"/>
                  <a:gd name="T10" fmla="*/ 0 w 134"/>
                  <a:gd name="T11" fmla="*/ 82 h 108"/>
                  <a:gd name="T12" fmla="*/ 8 w 134"/>
                  <a:gd name="T13" fmla="*/ 78 h 108"/>
                  <a:gd name="T14" fmla="*/ 12 w 134"/>
                  <a:gd name="T15" fmla="*/ 74 h 108"/>
                  <a:gd name="T16" fmla="*/ 8 w 134"/>
                  <a:gd name="T17" fmla="*/ 60 h 108"/>
                  <a:gd name="T18" fmla="*/ 4 w 134"/>
                  <a:gd name="T19" fmla="*/ 52 h 108"/>
                  <a:gd name="T20" fmla="*/ 8 w 134"/>
                  <a:gd name="T21" fmla="*/ 48 h 108"/>
                  <a:gd name="T22" fmla="*/ 14 w 134"/>
                  <a:gd name="T23" fmla="*/ 48 h 108"/>
                  <a:gd name="T24" fmla="*/ 18 w 134"/>
                  <a:gd name="T25" fmla="*/ 48 h 108"/>
                  <a:gd name="T26" fmla="*/ 22 w 134"/>
                  <a:gd name="T27" fmla="*/ 44 h 108"/>
                  <a:gd name="T28" fmla="*/ 30 w 134"/>
                  <a:gd name="T29" fmla="*/ 44 h 108"/>
                  <a:gd name="T30" fmla="*/ 34 w 134"/>
                  <a:gd name="T31" fmla="*/ 44 h 108"/>
                  <a:gd name="T32" fmla="*/ 38 w 134"/>
                  <a:gd name="T33" fmla="*/ 40 h 108"/>
                  <a:gd name="T34" fmla="*/ 38 w 134"/>
                  <a:gd name="T35" fmla="*/ 38 h 108"/>
                  <a:gd name="T36" fmla="*/ 38 w 134"/>
                  <a:gd name="T37" fmla="*/ 30 h 108"/>
                  <a:gd name="T38" fmla="*/ 44 w 134"/>
                  <a:gd name="T39" fmla="*/ 22 h 108"/>
                  <a:gd name="T40" fmla="*/ 48 w 134"/>
                  <a:gd name="T41" fmla="*/ 18 h 108"/>
                  <a:gd name="T42" fmla="*/ 48 w 134"/>
                  <a:gd name="T43" fmla="*/ 10 h 108"/>
                  <a:gd name="T44" fmla="*/ 52 w 134"/>
                  <a:gd name="T45" fmla="*/ 10 h 108"/>
                  <a:gd name="T46" fmla="*/ 64 w 134"/>
                  <a:gd name="T47" fmla="*/ 10 h 108"/>
                  <a:gd name="T48" fmla="*/ 68 w 134"/>
                  <a:gd name="T49" fmla="*/ 4 h 108"/>
                  <a:gd name="T50" fmla="*/ 74 w 134"/>
                  <a:gd name="T51" fmla="*/ 4 h 108"/>
                  <a:gd name="T52" fmla="*/ 78 w 134"/>
                  <a:gd name="T53" fmla="*/ 8 h 108"/>
                  <a:gd name="T54" fmla="*/ 88 w 134"/>
                  <a:gd name="T55" fmla="*/ 8 h 108"/>
                  <a:gd name="T56" fmla="*/ 96 w 134"/>
                  <a:gd name="T57" fmla="*/ 8 h 108"/>
                  <a:gd name="T58" fmla="*/ 108 w 134"/>
                  <a:gd name="T59" fmla="*/ 14 h 108"/>
                  <a:gd name="T60" fmla="*/ 108 w 134"/>
                  <a:gd name="T61" fmla="*/ 18 h 108"/>
                  <a:gd name="T62" fmla="*/ 112 w 134"/>
                  <a:gd name="T63" fmla="*/ 26 h 108"/>
                  <a:gd name="T64" fmla="*/ 108 w 134"/>
                  <a:gd name="T65" fmla="*/ 34 h 108"/>
                  <a:gd name="T66" fmla="*/ 112 w 134"/>
                  <a:gd name="T67" fmla="*/ 38 h 108"/>
                  <a:gd name="T68" fmla="*/ 118 w 134"/>
                  <a:gd name="T69" fmla="*/ 44 h 108"/>
                  <a:gd name="T70" fmla="*/ 122 w 134"/>
                  <a:gd name="T71" fmla="*/ 52 h 108"/>
                  <a:gd name="T72" fmla="*/ 130 w 134"/>
                  <a:gd name="T73" fmla="*/ 56 h 108"/>
                  <a:gd name="T74" fmla="*/ 134 w 134"/>
                  <a:gd name="T75" fmla="*/ 60 h 108"/>
                  <a:gd name="T76" fmla="*/ 130 w 134"/>
                  <a:gd name="T77" fmla="*/ 68 h 108"/>
                  <a:gd name="T78" fmla="*/ 122 w 134"/>
                  <a:gd name="T79" fmla="*/ 68 h 108"/>
                  <a:gd name="T80" fmla="*/ 114 w 134"/>
                  <a:gd name="T81" fmla="*/ 70 h 108"/>
                  <a:gd name="T82" fmla="*/ 118 w 134"/>
                  <a:gd name="T83" fmla="*/ 74 h 108"/>
                  <a:gd name="T84" fmla="*/ 118 w 134"/>
                  <a:gd name="T85" fmla="*/ 86 h 108"/>
                  <a:gd name="T86" fmla="*/ 118 w 134"/>
                  <a:gd name="T87" fmla="*/ 90 h 108"/>
                  <a:gd name="T88" fmla="*/ 112 w 134"/>
                  <a:gd name="T89" fmla="*/ 90 h 108"/>
                  <a:gd name="T90" fmla="*/ 104 w 134"/>
                  <a:gd name="T91" fmla="*/ 94 h 108"/>
                  <a:gd name="T92" fmla="*/ 104 w 134"/>
                  <a:gd name="T93" fmla="*/ 104 h 108"/>
                  <a:gd name="T94" fmla="*/ 96 w 134"/>
                  <a:gd name="T95" fmla="*/ 100 h 108"/>
                  <a:gd name="T96" fmla="*/ 92 w 134"/>
                  <a:gd name="T97" fmla="*/ 104 h 108"/>
                  <a:gd name="T98" fmla="*/ 84 w 134"/>
                  <a:gd name="T99" fmla="*/ 100 h 108"/>
                  <a:gd name="T100" fmla="*/ 78 w 134"/>
                  <a:gd name="T101" fmla="*/ 100 h 108"/>
                  <a:gd name="T102" fmla="*/ 78 w 134"/>
                  <a:gd name="T103" fmla="*/ 100 h 108"/>
                  <a:gd name="T104" fmla="*/ 70 w 134"/>
                  <a:gd name="T105" fmla="*/ 100 h 108"/>
                  <a:gd name="T106" fmla="*/ 68 w 134"/>
                  <a:gd name="T107" fmla="*/ 100 h 108"/>
                  <a:gd name="T108" fmla="*/ 64 w 134"/>
                  <a:gd name="T109" fmla="*/ 100 h 108"/>
                  <a:gd name="T110" fmla="*/ 60 w 134"/>
                  <a:gd name="T111" fmla="*/ 100 h 108"/>
                  <a:gd name="T112" fmla="*/ 52 w 134"/>
                  <a:gd name="T113" fmla="*/ 98 h 108"/>
                  <a:gd name="T114" fmla="*/ 48 w 134"/>
                  <a:gd name="T115" fmla="*/ 94 h 108"/>
                  <a:gd name="T116" fmla="*/ 44 w 134"/>
                  <a:gd name="T117" fmla="*/ 94 h 108"/>
                  <a:gd name="T118" fmla="*/ 38 w 134"/>
                  <a:gd name="T119" fmla="*/ 94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4" h="108">
                    <a:moveTo>
                      <a:pt x="34" y="94"/>
                    </a:moveTo>
                    <a:lnTo>
                      <a:pt x="34" y="94"/>
                    </a:lnTo>
                    <a:lnTo>
                      <a:pt x="30" y="94"/>
                    </a:lnTo>
                    <a:lnTo>
                      <a:pt x="30" y="94"/>
                    </a:lnTo>
                    <a:lnTo>
                      <a:pt x="30" y="94"/>
                    </a:lnTo>
                    <a:lnTo>
                      <a:pt x="30" y="94"/>
                    </a:lnTo>
                    <a:lnTo>
                      <a:pt x="30" y="94"/>
                    </a:lnTo>
                    <a:lnTo>
                      <a:pt x="26" y="94"/>
                    </a:lnTo>
                    <a:lnTo>
                      <a:pt x="26" y="94"/>
                    </a:lnTo>
                    <a:lnTo>
                      <a:pt x="26" y="94"/>
                    </a:lnTo>
                    <a:lnTo>
                      <a:pt x="22" y="94"/>
                    </a:lnTo>
                    <a:lnTo>
                      <a:pt x="22" y="94"/>
                    </a:lnTo>
                    <a:lnTo>
                      <a:pt x="22" y="94"/>
                    </a:lnTo>
                    <a:lnTo>
                      <a:pt x="18" y="94"/>
                    </a:lnTo>
                    <a:lnTo>
                      <a:pt x="14" y="94"/>
                    </a:lnTo>
                    <a:lnTo>
                      <a:pt x="14" y="98"/>
                    </a:lnTo>
                    <a:lnTo>
                      <a:pt x="14" y="98"/>
                    </a:lnTo>
                    <a:lnTo>
                      <a:pt x="14" y="98"/>
                    </a:lnTo>
                    <a:lnTo>
                      <a:pt x="12" y="100"/>
                    </a:lnTo>
                    <a:lnTo>
                      <a:pt x="12" y="100"/>
                    </a:lnTo>
                    <a:lnTo>
                      <a:pt x="12" y="100"/>
                    </a:lnTo>
                    <a:lnTo>
                      <a:pt x="12" y="100"/>
                    </a:lnTo>
                    <a:lnTo>
                      <a:pt x="12" y="100"/>
                    </a:lnTo>
                    <a:lnTo>
                      <a:pt x="12" y="100"/>
                    </a:lnTo>
                    <a:lnTo>
                      <a:pt x="12" y="100"/>
                    </a:lnTo>
                    <a:lnTo>
                      <a:pt x="8" y="98"/>
                    </a:lnTo>
                    <a:lnTo>
                      <a:pt x="8" y="100"/>
                    </a:lnTo>
                    <a:lnTo>
                      <a:pt x="8" y="100"/>
                    </a:lnTo>
                    <a:lnTo>
                      <a:pt x="8" y="100"/>
                    </a:lnTo>
                    <a:lnTo>
                      <a:pt x="8" y="100"/>
                    </a:lnTo>
                    <a:lnTo>
                      <a:pt x="8" y="100"/>
                    </a:lnTo>
                    <a:lnTo>
                      <a:pt x="4" y="100"/>
                    </a:lnTo>
                    <a:lnTo>
                      <a:pt x="4" y="100"/>
                    </a:lnTo>
                    <a:lnTo>
                      <a:pt x="4" y="98"/>
                    </a:lnTo>
                    <a:lnTo>
                      <a:pt x="4" y="98"/>
                    </a:lnTo>
                    <a:lnTo>
                      <a:pt x="4" y="98"/>
                    </a:lnTo>
                    <a:lnTo>
                      <a:pt x="4" y="98"/>
                    </a:lnTo>
                    <a:lnTo>
                      <a:pt x="8" y="94"/>
                    </a:lnTo>
                    <a:lnTo>
                      <a:pt x="8" y="94"/>
                    </a:lnTo>
                    <a:lnTo>
                      <a:pt x="8" y="90"/>
                    </a:lnTo>
                    <a:lnTo>
                      <a:pt x="8" y="90"/>
                    </a:lnTo>
                    <a:lnTo>
                      <a:pt x="8" y="90"/>
                    </a:lnTo>
                    <a:lnTo>
                      <a:pt x="4" y="86"/>
                    </a:lnTo>
                    <a:lnTo>
                      <a:pt x="0" y="86"/>
                    </a:lnTo>
                    <a:lnTo>
                      <a:pt x="0" y="86"/>
                    </a:lnTo>
                    <a:lnTo>
                      <a:pt x="0" y="86"/>
                    </a:lnTo>
                    <a:lnTo>
                      <a:pt x="0" y="86"/>
                    </a:lnTo>
                    <a:lnTo>
                      <a:pt x="0" y="82"/>
                    </a:lnTo>
                    <a:lnTo>
                      <a:pt x="4" y="82"/>
                    </a:lnTo>
                    <a:lnTo>
                      <a:pt x="4" y="82"/>
                    </a:lnTo>
                    <a:lnTo>
                      <a:pt x="4" y="78"/>
                    </a:lnTo>
                    <a:lnTo>
                      <a:pt x="4" y="78"/>
                    </a:lnTo>
                    <a:lnTo>
                      <a:pt x="4" y="78"/>
                    </a:lnTo>
                    <a:lnTo>
                      <a:pt x="8" y="78"/>
                    </a:lnTo>
                    <a:lnTo>
                      <a:pt x="8" y="78"/>
                    </a:lnTo>
                    <a:lnTo>
                      <a:pt x="8" y="78"/>
                    </a:lnTo>
                    <a:lnTo>
                      <a:pt x="8" y="78"/>
                    </a:lnTo>
                    <a:lnTo>
                      <a:pt x="8" y="78"/>
                    </a:lnTo>
                    <a:lnTo>
                      <a:pt x="8" y="78"/>
                    </a:lnTo>
                    <a:lnTo>
                      <a:pt x="12" y="78"/>
                    </a:lnTo>
                    <a:lnTo>
                      <a:pt x="12" y="78"/>
                    </a:lnTo>
                    <a:lnTo>
                      <a:pt x="12" y="74"/>
                    </a:lnTo>
                    <a:lnTo>
                      <a:pt x="12" y="74"/>
                    </a:lnTo>
                    <a:lnTo>
                      <a:pt x="12" y="74"/>
                    </a:lnTo>
                    <a:lnTo>
                      <a:pt x="12" y="74"/>
                    </a:lnTo>
                    <a:lnTo>
                      <a:pt x="12" y="74"/>
                    </a:lnTo>
                    <a:lnTo>
                      <a:pt x="12" y="70"/>
                    </a:lnTo>
                    <a:lnTo>
                      <a:pt x="12" y="70"/>
                    </a:lnTo>
                    <a:lnTo>
                      <a:pt x="12" y="68"/>
                    </a:lnTo>
                    <a:lnTo>
                      <a:pt x="8" y="64"/>
                    </a:lnTo>
                    <a:lnTo>
                      <a:pt x="8" y="60"/>
                    </a:lnTo>
                    <a:lnTo>
                      <a:pt x="8" y="60"/>
                    </a:lnTo>
                    <a:lnTo>
                      <a:pt x="8" y="60"/>
                    </a:lnTo>
                    <a:lnTo>
                      <a:pt x="8" y="56"/>
                    </a:lnTo>
                    <a:lnTo>
                      <a:pt x="8" y="56"/>
                    </a:lnTo>
                    <a:lnTo>
                      <a:pt x="8" y="56"/>
                    </a:lnTo>
                    <a:lnTo>
                      <a:pt x="8" y="56"/>
                    </a:lnTo>
                    <a:lnTo>
                      <a:pt x="4" y="56"/>
                    </a:lnTo>
                    <a:lnTo>
                      <a:pt x="4" y="52"/>
                    </a:lnTo>
                    <a:lnTo>
                      <a:pt x="4" y="52"/>
                    </a:lnTo>
                    <a:lnTo>
                      <a:pt x="4" y="48"/>
                    </a:lnTo>
                    <a:lnTo>
                      <a:pt x="4" y="48"/>
                    </a:lnTo>
                    <a:lnTo>
                      <a:pt x="4" y="48"/>
                    </a:lnTo>
                    <a:lnTo>
                      <a:pt x="4" y="48"/>
                    </a:lnTo>
                    <a:lnTo>
                      <a:pt x="4" y="48"/>
                    </a:lnTo>
                    <a:lnTo>
                      <a:pt x="4" y="48"/>
                    </a:lnTo>
                    <a:lnTo>
                      <a:pt x="8" y="48"/>
                    </a:lnTo>
                    <a:lnTo>
                      <a:pt x="8" y="48"/>
                    </a:lnTo>
                    <a:lnTo>
                      <a:pt x="8" y="48"/>
                    </a:lnTo>
                    <a:lnTo>
                      <a:pt x="12" y="48"/>
                    </a:lnTo>
                    <a:lnTo>
                      <a:pt x="12" y="48"/>
                    </a:lnTo>
                    <a:lnTo>
                      <a:pt x="12" y="48"/>
                    </a:lnTo>
                    <a:lnTo>
                      <a:pt x="12" y="48"/>
                    </a:lnTo>
                    <a:lnTo>
                      <a:pt x="14" y="48"/>
                    </a:lnTo>
                    <a:lnTo>
                      <a:pt x="14" y="48"/>
                    </a:lnTo>
                    <a:lnTo>
                      <a:pt x="14" y="48"/>
                    </a:lnTo>
                    <a:lnTo>
                      <a:pt x="14" y="48"/>
                    </a:lnTo>
                    <a:lnTo>
                      <a:pt x="14" y="48"/>
                    </a:lnTo>
                    <a:lnTo>
                      <a:pt x="14" y="48"/>
                    </a:lnTo>
                    <a:lnTo>
                      <a:pt x="14" y="52"/>
                    </a:lnTo>
                    <a:lnTo>
                      <a:pt x="18" y="52"/>
                    </a:lnTo>
                    <a:lnTo>
                      <a:pt x="18" y="48"/>
                    </a:lnTo>
                    <a:lnTo>
                      <a:pt x="18" y="48"/>
                    </a:lnTo>
                    <a:lnTo>
                      <a:pt x="18" y="48"/>
                    </a:lnTo>
                    <a:lnTo>
                      <a:pt x="22" y="48"/>
                    </a:lnTo>
                    <a:lnTo>
                      <a:pt x="22" y="48"/>
                    </a:lnTo>
                    <a:lnTo>
                      <a:pt x="22" y="48"/>
                    </a:lnTo>
                    <a:lnTo>
                      <a:pt x="22" y="48"/>
                    </a:lnTo>
                    <a:lnTo>
                      <a:pt x="22" y="48"/>
                    </a:lnTo>
                    <a:lnTo>
                      <a:pt x="22" y="48"/>
                    </a:lnTo>
                    <a:lnTo>
                      <a:pt x="22" y="44"/>
                    </a:lnTo>
                    <a:lnTo>
                      <a:pt x="22" y="44"/>
                    </a:lnTo>
                    <a:lnTo>
                      <a:pt x="26" y="44"/>
                    </a:lnTo>
                    <a:lnTo>
                      <a:pt x="26" y="44"/>
                    </a:lnTo>
                    <a:lnTo>
                      <a:pt x="26" y="44"/>
                    </a:lnTo>
                    <a:lnTo>
                      <a:pt x="26" y="44"/>
                    </a:lnTo>
                    <a:lnTo>
                      <a:pt x="26" y="44"/>
                    </a:lnTo>
                    <a:lnTo>
                      <a:pt x="26" y="44"/>
                    </a:lnTo>
                    <a:lnTo>
                      <a:pt x="30" y="44"/>
                    </a:lnTo>
                    <a:lnTo>
                      <a:pt x="30" y="44"/>
                    </a:lnTo>
                    <a:lnTo>
                      <a:pt x="30" y="44"/>
                    </a:lnTo>
                    <a:lnTo>
                      <a:pt x="30" y="44"/>
                    </a:lnTo>
                    <a:lnTo>
                      <a:pt x="30" y="44"/>
                    </a:lnTo>
                    <a:lnTo>
                      <a:pt x="30" y="40"/>
                    </a:lnTo>
                    <a:lnTo>
                      <a:pt x="34" y="40"/>
                    </a:lnTo>
                    <a:lnTo>
                      <a:pt x="34" y="40"/>
                    </a:lnTo>
                    <a:lnTo>
                      <a:pt x="34" y="40"/>
                    </a:lnTo>
                    <a:lnTo>
                      <a:pt x="34" y="44"/>
                    </a:lnTo>
                    <a:lnTo>
                      <a:pt x="34" y="44"/>
                    </a:lnTo>
                    <a:lnTo>
                      <a:pt x="34" y="44"/>
                    </a:lnTo>
                    <a:lnTo>
                      <a:pt x="34" y="44"/>
                    </a:lnTo>
                    <a:lnTo>
                      <a:pt x="34" y="44"/>
                    </a:lnTo>
                    <a:lnTo>
                      <a:pt x="38" y="44"/>
                    </a:lnTo>
                    <a:lnTo>
                      <a:pt x="38" y="44"/>
                    </a:lnTo>
                    <a:lnTo>
                      <a:pt x="38" y="44"/>
                    </a:lnTo>
                    <a:lnTo>
                      <a:pt x="38" y="40"/>
                    </a:lnTo>
                    <a:lnTo>
                      <a:pt x="34" y="40"/>
                    </a:lnTo>
                    <a:lnTo>
                      <a:pt x="34" y="40"/>
                    </a:lnTo>
                    <a:lnTo>
                      <a:pt x="34" y="40"/>
                    </a:lnTo>
                    <a:lnTo>
                      <a:pt x="34" y="40"/>
                    </a:lnTo>
                    <a:lnTo>
                      <a:pt x="34" y="40"/>
                    </a:lnTo>
                    <a:lnTo>
                      <a:pt x="34" y="40"/>
                    </a:lnTo>
                    <a:lnTo>
                      <a:pt x="34" y="38"/>
                    </a:lnTo>
                    <a:lnTo>
                      <a:pt x="38" y="38"/>
                    </a:lnTo>
                    <a:lnTo>
                      <a:pt x="38" y="38"/>
                    </a:lnTo>
                    <a:lnTo>
                      <a:pt x="38" y="38"/>
                    </a:lnTo>
                    <a:lnTo>
                      <a:pt x="38" y="34"/>
                    </a:lnTo>
                    <a:lnTo>
                      <a:pt x="38" y="34"/>
                    </a:lnTo>
                    <a:lnTo>
                      <a:pt x="38" y="34"/>
                    </a:lnTo>
                    <a:lnTo>
                      <a:pt x="38" y="30"/>
                    </a:lnTo>
                    <a:lnTo>
                      <a:pt x="38" y="30"/>
                    </a:lnTo>
                    <a:lnTo>
                      <a:pt x="38" y="30"/>
                    </a:lnTo>
                    <a:lnTo>
                      <a:pt x="38" y="30"/>
                    </a:lnTo>
                    <a:lnTo>
                      <a:pt x="38" y="30"/>
                    </a:lnTo>
                    <a:lnTo>
                      <a:pt x="42" y="26"/>
                    </a:lnTo>
                    <a:lnTo>
                      <a:pt x="42" y="26"/>
                    </a:lnTo>
                    <a:lnTo>
                      <a:pt x="42" y="26"/>
                    </a:lnTo>
                    <a:lnTo>
                      <a:pt x="44" y="26"/>
                    </a:lnTo>
                    <a:lnTo>
                      <a:pt x="44" y="26"/>
                    </a:lnTo>
                    <a:lnTo>
                      <a:pt x="44" y="22"/>
                    </a:lnTo>
                    <a:lnTo>
                      <a:pt x="44" y="22"/>
                    </a:lnTo>
                    <a:lnTo>
                      <a:pt x="48" y="22"/>
                    </a:lnTo>
                    <a:lnTo>
                      <a:pt x="48" y="22"/>
                    </a:lnTo>
                    <a:lnTo>
                      <a:pt x="52" y="22"/>
                    </a:lnTo>
                    <a:lnTo>
                      <a:pt x="52" y="22"/>
                    </a:lnTo>
                    <a:lnTo>
                      <a:pt x="52" y="22"/>
                    </a:lnTo>
                    <a:lnTo>
                      <a:pt x="52" y="18"/>
                    </a:lnTo>
                    <a:lnTo>
                      <a:pt x="48" y="18"/>
                    </a:lnTo>
                    <a:lnTo>
                      <a:pt x="48" y="18"/>
                    </a:lnTo>
                    <a:lnTo>
                      <a:pt x="48" y="18"/>
                    </a:lnTo>
                    <a:lnTo>
                      <a:pt x="48" y="18"/>
                    </a:lnTo>
                    <a:lnTo>
                      <a:pt x="48" y="18"/>
                    </a:lnTo>
                    <a:lnTo>
                      <a:pt x="44" y="18"/>
                    </a:lnTo>
                    <a:lnTo>
                      <a:pt x="48" y="18"/>
                    </a:lnTo>
                    <a:lnTo>
                      <a:pt x="48" y="14"/>
                    </a:lnTo>
                    <a:lnTo>
                      <a:pt x="48" y="10"/>
                    </a:lnTo>
                    <a:lnTo>
                      <a:pt x="48" y="10"/>
                    </a:lnTo>
                    <a:lnTo>
                      <a:pt x="48" y="10"/>
                    </a:lnTo>
                    <a:lnTo>
                      <a:pt x="48" y="10"/>
                    </a:lnTo>
                    <a:lnTo>
                      <a:pt x="48" y="10"/>
                    </a:lnTo>
                    <a:lnTo>
                      <a:pt x="48" y="10"/>
                    </a:lnTo>
                    <a:lnTo>
                      <a:pt x="48" y="10"/>
                    </a:lnTo>
                    <a:lnTo>
                      <a:pt x="52" y="10"/>
                    </a:lnTo>
                    <a:lnTo>
                      <a:pt x="52" y="10"/>
                    </a:lnTo>
                    <a:lnTo>
                      <a:pt x="52" y="10"/>
                    </a:lnTo>
                    <a:lnTo>
                      <a:pt x="52" y="10"/>
                    </a:lnTo>
                    <a:lnTo>
                      <a:pt x="52" y="8"/>
                    </a:lnTo>
                    <a:lnTo>
                      <a:pt x="56" y="8"/>
                    </a:lnTo>
                    <a:lnTo>
                      <a:pt x="56" y="8"/>
                    </a:lnTo>
                    <a:lnTo>
                      <a:pt x="60" y="10"/>
                    </a:lnTo>
                    <a:lnTo>
                      <a:pt x="60" y="10"/>
                    </a:lnTo>
                    <a:lnTo>
                      <a:pt x="64" y="10"/>
                    </a:lnTo>
                    <a:lnTo>
                      <a:pt x="64" y="10"/>
                    </a:lnTo>
                    <a:lnTo>
                      <a:pt x="64" y="8"/>
                    </a:lnTo>
                    <a:lnTo>
                      <a:pt x="64" y="8"/>
                    </a:lnTo>
                    <a:lnTo>
                      <a:pt x="64" y="8"/>
                    </a:lnTo>
                    <a:lnTo>
                      <a:pt x="64" y="8"/>
                    </a:lnTo>
                    <a:lnTo>
                      <a:pt x="64" y="4"/>
                    </a:lnTo>
                    <a:lnTo>
                      <a:pt x="68" y="4"/>
                    </a:lnTo>
                    <a:lnTo>
                      <a:pt x="68" y="4"/>
                    </a:lnTo>
                    <a:lnTo>
                      <a:pt x="70" y="0"/>
                    </a:lnTo>
                    <a:lnTo>
                      <a:pt x="70" y="0"/>
                    </a:lnTo>
                    <a:lnTo>
                      <a:pt x="70" y="4"/>
                    </a:lnTo>
                    <a:lnTo>
                      <a:pt x="70" y="4"/>
                    </a:lnTo>
                    <a:lnTo>
                      <a:pt x="70" y="4"/>
                    </a:lnTo>
                    <a:lnTo>
                      <a:pt x="70" y="4"/>
                    </a:lnTo>
                    <a:lnTo>
                      <a:pt x="74" y="4"/>
                    </a:lnTo>
                    <a:lnTo>
                      <a:pt x="74" y="4"/>
                    </a:lnTo>
                    <a:lnTo>
                      <a:pt x="74" y="4"/>
                    </a:lnTo>
                    <a:lnTo>
                      <a:pt x="78" y="4"/>
                    </a:lnTo>
                    <a:lnTo>
                      <a:pt x="78" y="4"/>
                    </a:lnTo>
                    <a:lnTo>
                      <a:pt x="78" y="4"/>
                    </a:lnTo>
                    <a:lnTo>
                      <a:pt x="78" y="4"/>
                    </a:lnTo>
                    <a:lnTo>
                      <a:pt x="78" y="8"/>
                    </a:lnTo>
                    <a:lnTo>
                      <a:pt x="78" y="8"/>
                    </a:lnTo>
                    <a:lnTo>
                      <a:pt x="78" y="8"/>
                    </a:lnTo>
                    <a:lnTo>
                      <a:pt x="82" y="8"/>
                    </a:lnTo>
                    <a:lnTo>
                      <a:pt x="82" y="4"/>
                    </a:lnTo>
                    <a:lnTo>
                      <a:pt x="82" y="4"/>
                    </a:lnTo>
                    <a:lnTo>
                      <a:pt x="82" y="4"/>
                    </a:lnTo>
                    <a:lnTo>
                      <a:pt x="84" y="4"/>
                    </a:lnTo>
                    <a:lnTo>
                      <a:pt x="84" y="4"/>
                    </a:lnTo>
                    <a:lnTo>
                      <a:pt x="88" y="8"/>
                    </a:lnTo>
                    <a:lnTo>
                      <a:pt x="88" y="8"/>
                    </a:lnTo>
                    <a:lnTo>
                      <a:pt x="88" y="8"/>
                    </a:lnTo>
                    <a:lnTo>
                      <a:pt x="84" y="10"/>
                    </a:lnTo>
                    <a:lnTo>
                      <a:pt x="88" y="10"/>
                    </a:lnTo>
                    <a:lnTo>
                      <a:pt x="88" y="10"/>
                    </a:lnTo>
                    <a:lnTo>
                      <a:pt x="88" y="10"/>
                    </a:lnTo>
                    <a:lnTo>
                      <a:pt x="92" y="10"/>
                    </a:lnTo>
                    <a:lnTo>
                      <a:pt x="92" y="8"/>
                    </a:lnTo>
                    <a:lnTo>
                      <a:pt x="96" y="8"/>
                    </a:lnTo>
                    <a:lnTo>
                      <a:pt x="96" y="8"/>
                    </a:lnTo>
                    <a:lnTo>
                      <a:pt x="100" y="8"/>
                    </a:lnTo>
                    <a:lnTo>
                      <a:pt x="104" y="10"/>
                    </a:lnTo>
                    <a:lnTo>
                      <a:pt x="104" y="10"/>
                    </a:lnTo>
                    <a:lnTo>
                      <a:pt x="104" y="10"/>
                    </a:lnTo>
                    <a:lnTo>
                      <a:pt x="104" y="10"/>
                    </a:lnTo>
                    <a:lnTo>
                      <a:pt x="108" y="14"/>
                    </a:lnTo>
                    <a:lnTo>
                      <a:pt x="108" y="14"/>
                    </a:lnTo>
                    <a:lnTo>
                      <a:pt x="108" y="14"/>
                    </a:lnTo>
                    <a:lnTo>
                      <a:pt x="108" y="14"/>
                    </a:lnTo>
                    <a:lnTo>
                      <a:pt x="108" y="14"/>
                    </a:lnTo>
                    <a:lnTo>
                      <a:pt x="108" y="14"/>
                    </a:lnTo>
                    <a:lnTo>
                      <a:pt x="108" y="14"/>
                    </a:lnTo>
                    <a:lnTo>
                      <a:pt x="108" y="14"/>
                    </a:lnTo>
                    <a:lnTo>
                      <a:pt x="108" y="18"/>
                    </a:lnTo>
                    <a:lnTo>
                      <a:pt x="108" y="18"/>
                    </a:lnTo>
                    <a:lnTo>
                      <a:pt x="108" y="18"/>
                    </a:lnTo>
                    <a:lnTo>
                      <a:pt x="108" y="18"/>
                    </a:lnTo>
                    <a:lnTo>
                      <a:pt x="108" y="18"/>
                    </a:lnTo>
                    <a:lnTo>
                      <a:pt x="108" y="18"/>
                    </a:lnTo>
                    <a:lnTo>
                      <a:pt x="108" y="22"/>
                    </a:lnTo>
                    <a:lnTo>
                      <a:pt x="108" y="22"/>
                    </a:lnTo>
                    <a:lnTo>
                      <a:pt x="112" y="22"/>
                    </a:lnTo>
                    <a:lnTo>
                      <a:pt x="112" y="26"/>
                    </a:lnTo>
                    <a:lnTo>
                      <a:pt x="108" y="26"/>
                    </a:lnTo>
                    <a:lnTo>
                      <a:pt x="108" y="30"/>
                    </a:lnTo>
                    <a:lnTo>
                      <a:pt x="108" y="30"/>
                    </a:lnTo>
                    <a:lnTo>
                      <a:pt x="108" y="30"/>
                    </a:lnTo>
                    <a:lnTo>
                      <a:pt x="108" y="30"/>
                    </a:lnTo>
                    <a:lnTo>
                      <a:pt x="108" y="30"/>
                    </a:lnTo>
                    <a:lnTo>
                      <a:pt x="108" y="34"/>
                    </a:lnTo>
                    <a:lnTo>
                      <a:pt x="108" y="34"/>
                    </a:lnTo>
                    <a:lnTo>
                      <a:pt x="108" y="34"/>
                    </a:lnTo>
                    <a:lnTo>
                      <a:pt x="112" y="34"/>
                    </a:lnTo>
                    <a:lnTo>
                      <a:pt x="112" y="34"/>
                    </a:lnTo>
                    <a:lnTo>
                      <a:pt x="112" y="38"/>
                    </a:lnTo>
                    <a:lnTo>
                      <a:pt x="112" y="38"/>
                    </a:lnTo>
                    <a:lnTo>
                      <a:pt x="112" y="38"/>
                    </a:lnTo>
                    <a:lnTo>
                      <a:pt x="112" y="38"/>
                    </a:lnTo>
                    <a:lnTo>
                      <a:pt x="112" y="38"/>
                    </a:lnTo>
                    <a:lnTo>
                      <a:pt x="112" y="38"/>
                    </a:lnTo>
                    <a:lnTo>
                      <a:pt x="114" y="38"/>
                    </a:lnTo>
                    <a:lnTo>
                      <a:pt x="114" y="40"/>
                    </a:lnTo>
                    <a:lnTo>
                      <a:pt x="114" y="40"/>
                    </a:lnTo>
                    <a:lnTo>
                      <a:pt x="114" y="44"/>
                    </a:lnTo>
                    <a:lnTo>
                      <a:pt x="118" y="44"/>
                    </a:lnTo>
                    <a:lnTo>
                      <a:pt x="118" y="44"/>
                    </a:lnTo>
                    <a:lnTo>
                      <a:pt x="118" y="44"/>
                    </a:lnTo>
                    <a:lnTo>
                      <a:pt x="118" y="44"/>
                    </a:lnTo>
                    <a:lnTo>
                      <a:pt x="122" y="44"/>
                    </a:lnTo>
                    <a:lnTo>
                      <a:pt x="122" y="48"/>
                    </a:lnTo>
                    <a:lnTo>
                      <a:pt x="122" y="48"/>
                    </a:lnTo>
                    <a:lnTo>
                      <a:pt x="122" y="48"/>
                    </a:lnTo>
                    <a:lnTo>
                      <a:pt x="122" y="52"/>
                    </a:lnTo>
                    <a:lnTo>
                      <a:pt x="122" y="52"/>
                    </a:lnTo>
                    <a:lnTo>
                      <a:pt x="122" y="52"/>
                    </a:lnTo>
                    <a:lnTo>
                      <a:pt x="122" y="52"/>
                    </a:lnTo>
                    <a:lnTo>
                      <a:pt x="122" y="52"/>
                    </a:lnTo>
                    <a:lnTo>
                      <a:pt x="122" y="52"/>
                    </a:lnTo>
                    <a:lnTo>
                      <a:pt x="122" y="52"/>
                    </a:lnTo>
                    <a:lnTo>
                      <a:pt x="122" y="52"/>
                    </a:lnTo>
                    <a:lnTo>
                      <a:pt x="126" y="52"/>
                    </a:lnTo>
                    <a:lnTo>
                      <a:pt x="130" y="52"/>
                    </a:lnTo>
                    <a:lnTo>
                      <a:pt x="130" y="56"/>
                    </a:lnTo>
                    <a:lnTo>
                      <a:pt x="130" y="56"/>
                    </a:lnTo>
                    <a:lnTo>
                      <a:pt x="130" y="56"/>
                    </a:lnTo>
                    <a:lnTo>
                      <a:pt x="130" y="56"/>
                    </a:lnTo>
                    <a:lnTo>
                      <a:pt x="130" y="56"/>
                    </a:lnTo>
                    <a:lnTo>
                      <a:pt x="130" y="56"/>
                    </a:lnTo>
                    <a:lnTo>
                      <a:pt x="130" y="60"/>
                    </a:lnTo>
                    <a:lnTo>
                      <a:pt x="134" y="60"/>
                    </a:lnTo>
                    <a:lnTo>
                      <a:pt x="134" y="60"/>
                    </a:lnTo>
                    <a:lnTo>
                      <a:pt x="134" y="60"/>
                    </a:lnTo>
                    <a:lnTo>
                      <a:pt x="134" y="60"/>
                    </a:lnTo>
                    <a:lnTo>
                      <a:pt x="134" y="60"/>
                    </a:lnTo>
                    <a:lnTo>
                      <a:pt x="134" y="64"/>
                    </a:lnTo>
                    <a:lnTo>
                      <a:pt x="134" y="64"/>
                    </a:lnTo>
                    <a:lnTo>
                      <a:pt x="130" y="68"/>
                    </a:lnTo>
                    <a:lnTo>
                      <a:pt x="130" y="68"/>
                    </a:lnTo>
                    <a:lnTo>
                      <a:pt x="130" y="68"/>
                    </a:lnTo>
                    <a:lnTo>
                      <a:pt x="126" y="68"/>
                    </a:lnTo>
                    <a:lnTo>
                      <a:pt x="126" y="68"/>
                    </a:lnTo>
                    <a:lnTo>
                      <a:pt x="126" y="68"/>
                    </a:lnTo>
                    <a:lnTo>
                      <a:pt x="122" y="68"/>
                    </a:lnTo>
                    <a:lnTo>
                      <a:pt x="122" y="68"/>
                    </a:lnTo>
                    <a:lnTo>
                      <a:pt x="122" y="68"/>
                    </a:lnTo>
                    <a:lnTo>
                      <a:pt x="122" y="68"/>
                    </a:lnTo>
                    <a:lnTo>
                      <a:pt x="122" y="68"/>
                    </a:lnTo>
                    <a:lnTo>
                      <a:pt x="118" y="68"/>
                    </a:lnTo>
                    <a:lnTo>
                      <a:pt x="114" y="68"/>
                    </a:lnTo>
                    <a:lnTo>
                      <a:pt x="114" y="68"/>
                    </a:lnTo>
                    <a:lnTo>
                      <a:pt x="114" y="68"/>
                    </a:lnTo>
                    <a:lnTo>
                      <a:pt x="114" y="68"/>
                    </a:lnTo>
                    <a:lnTo>
                      <a:pt x="114" y="68"/>
                    </a:lnTo>
                    <a:lnTo>
                      <a:pt x="114" y="68"/>
                    </a:lnTo>
                    <a:lnTo>
                      <a:pt x="114" y="70"/>
                    </a:lnTo>
                    <a:lnTo>
                      <a:pt x="114" y="70"/>
                    </a:lnTo>
                    <a:lnTo>
                      <a:pt x="114" y="70"/>
                    </a:lnTo>
                    <a:lnTo>
                      <a:pt x="114" y="70"/>
                    </a:lnTo>
                    <a:lnTo>
                      <a:pt x="114" y="74"/>
                    </a:lnTo>
                    <a:lnTo>
                      <a:pt x="118" y="74"/>
                    </a:lnTo>
                    <a:lnTo>
                      <a:pt x="118" y="74"/>
                    </a:lnTo>
                    <a:lnTo>
                      <a:pt x="118" y="74"/>
                    </a:lnTo>
                    <a:lnTo>
                      <a:pt x="118" y="74"/>
                    </a:lnTo>
                    <a:lnTo>
                      <a:pt x="118" y="74"/>
                    </a:lnTo>
                    <a:lnTo>
                      <a:pt x="118" y="74"/>
                    </a:lnTo>
                    <a:lnTo>
                      <a:pt x="118" y="78"/>
                    </a:lnTo>
                    <a:lnTo>
                      <a:pt x="118" y="78"/>
                    </a:lnTo>
                    <a:lnTo>
                      <a:pt x="118" y="82"/>
                    </a:lnTo>
                    <a:lnTo>
                      <a:pt x="118" y="82"/>
                    </a:lnTo>
                    <a:lnTo>
                      <a:pt x="118" y="86"/>
                    </a:lnTo>
                    <a:lnTo>
                      <a:pt x="118" y="86"/>
                    </a:lnTo>
                    <a:lnTo>
                      <a:pt x="118" y="86"/>
                    </a:lnTo>
                    <a:lnTo>
                      <a:pt x="122" y="86"/>
                    </a:lnTo>
                    <a:lnTo>
                      <a:pt x="122" y="90"/>
                    </a:lnTo>
                    <a:lnTo>
                      <a:pt x="122" y="90"/>
                    </a:lnTo>
                    <a:lnTo>
                      <a:pt x="122" y="90"/>
                    </a:lnTo>
                    <a:lnTo>
                      <a:pt x="118" y="90"/>
                    </a:lnTo>
                    <a:lnTo>
                      <a:pt x="118" y="90"/>
                    </a:lnTo>
                    <a:lnTo>
                      <a:pt x="118" y="90"/>
                    </a:lnTo>
                    <a:lnTo>
                      <a:pt x="118" y="90"/>
                    </a:lnTo>
                    <a:lnTo>
                      <a:pt x="114" y="90"/>
                    </a:lnTo>
                    <a:lnTo>
                      <a:pt x="114" y="90"/>
                    </a:lnTo>
                    <a:lnTo>
                      <a:pt x="114" y="90"/>
                    </a:lnTo>
                    <a:lnTo>
                      <a:pt x="114" y="90"/>
                    </a:lnTo>
                    <a:lnTo>
                      <a:pt x="114" y="90"/>
                    </a:lnTo>
                    <a:lnTo>
                      <a:pt x="112" y="90"/>
                    </a:lnTo>
                    <a:lnTo>
                      <a:pt x="112" y="90"/>
                    </a:lnTo>
                    <a:lnTo>
                      <a:pt x="108" y="90"/>
                    </a:lnTo>
                    <a:lnTo>
                      <a:pt x="108" y="90"/>
                    </a:lnTo>
                    <a:lnTo>
                      <a:pt x="108" y="90"/>
                    </a:lnTo>
                    <a:lnTo>
                      <a:pt x="108" y="90"/>
                    </a:lnTo>
                    <a:lnTo>
                      <a:pt x="108" y="94"/>
                    </a:lnTo>
                    <a:lnTo>
                      <a:pt x="108" y="94"/>
                    </a:lnTo>
                    <a:lnTo>
                      <a:pt x="108" y="94"/>
                    </a:lnTo>
                    <a:lnTo>
                      <a:pt x="104" y="94"/>
                    </a:lnTo>
                    <a:lnTo>
                      <a:pt x="104" y="98"/>
                    </a:lnTo>
                    <a:lnTo>
                      <a:pt x="104" y="98"/>
                    </a:lnTo>
                    <a:lnTo>
                      <a:pt x="104" y="98"/>
                    </a:lnTo>
                    <a:lnTo>
                      <a:pt x="104" y="100"/>
                    </a:lnTo>
                    <a:lnTo>
                      <a:pt x="104" y="100"/>
                    </a:lnTo>
                    <a:lnTo>
                      <a:pt x="104" y="104"/>
                    </a:lnTo>
                    <a:lnTo>
                      <a:pt x="104" y="104"/>
                    </a:lnTo>
                    <a:lnTo>
                      <a:pt x="104" y="104"/>
                    </a:lnTo>
                    <a:lnTo>
                      <a:pt x="104" y="104"/>
                    </a:lnTo>
                    <a:lnTo>
                      <a:pt x="104" y="108"/>
                    </a:lnTo>
                    <a:lnTo>
                      <a:pt x="104" y="104"/>
                    </a:lnTo>
                    <a:lnTo>
                      <a:pt x="100" y="104"/>
                    </a:lnTo>
                    <a:lnTo>
                      <a:pt x="100" y="104"/>
                    </a:lnTo>
                    <a:lnTo>
                      <a:pt x="100" y="100"/>
                    </a:lnTo>
                    <a:lnTo>
                      <a:pt x="100" y="100"/>
                    </a:lnTo>
                    <a:lnTo>
                      <a:pt x="96" y="100"/>
                    </a:lnTo>
                    <a:lnTo>
                      <a:pt x="96" y="100"/>
                    </a:lnTo>
                    <a:lnTo>
                      <a:pt x="96" y="100"/>
                    </a:lnTo>
                    <a:lnTo>
                      <a:pt x="96" y="100"/>
                    </a:lnTo>
                    <a:lnTo>
                      <a:pt x="96" y="100"/>
                    </a:lnTo>
                    <a:lnTo>
                      <a:pt x="92" y="104"/>
                    </a:lnTo>
                    <a:lnTo>
                      <a:pt x="92" y="104"/>
                    </a:lnTo>
                    <a:lnTo>
                      <a:pt x="92" y="104"/>
                    </a:lnTo>
                    <a:lnTo>
                      <a:pt x="92" y="104"/>
                    </a:lnTo>
                    <a:lnTo>
                      <a:pt x="92" y="100"/>
                    </a:lnTo>
                    <a:lnTo>
                      <a:pt x="92" y="100"/>
                    </a:lnTo>
                    <a:lnTo>
                      <a:pt x="88" y="100"/>
                    </a:lnTo>
                    <a:lnTo>
                      <a:pt x="88" y="104"/>
                    </a:lnTo>
                    <a:lnTo>
                      <a:pt x="84" y="104"/>
                    </a:lnTo>
                    <a:lnTo>
                      <a:pt x="84" y="104"/>
                    </a:lnTo>
                    <a:lnTo>
                      <a:pt x="84" y="104"/>
                    </a:lnTo>
                    <a:lnTo>
                      <a:pt x="84" y="100"/>
                    </a:lnTo>
                    <a:lnTo>
                      <a:pt x="84" y="100"/>
                    </a:lnTo>
                    <a:lnTo>
                      <a:pt x="84" y="100"/>
                    </a:lnTo>
                    <a:lnTo>
                      <a:pt x="84" y="100"/>
                    </a:lnTo>
                    <a:lnTo>
                      <a:pt x="84" y="100"/>
                    </a:lnTo>
                    <a:lnTo>
                      <a:pt x="82" y="100"/>
                    </a:lnTo>
                    <a:lnTo>
                      <a:pt x="82" y="100"/>
                    </a:lnTo>
                    <a:lnTo>
                      <a:pt x="78" y="100"/>
                    </a:lnTo>
                    <a:lnTo>
                      <a:pt x="78" y="100"/>
                    </a:lnTo>
                    <a:lnTo>
                      <a:pt x="78" y="100"/>
                    </a:lnTo>
                    <a:lnTo>
                      <a:pt x="78" y="100"/>
                    </a:lnTo>
                    <a:lnTo>
                      <a:pt x="78" y="104"/>
                    </a:lnTo>
                    <a:lnTo>
                      <a:pt x="78" y="104"/>
                    </a:lnTo>
                    <a:lnTo>
                      <a:pt x="78" y="104"/>
                    </a:lnTo>
                    <a:lnTo>
                      <a:pt x="78" y="104"/>
                    </a:lnTo>
                    <a:lnTo>
                      <a:pt x="78" y="100"/>
                    </a:lnTo>
                    <a:lnTo>
                      <a:pt x="78" y="100"/>
                    </a:lnTo>
                    <a:lnTo>
                      <a:pt x="78" y="100"/>
                    </a:lnTo>
                    <a:lnTo>
                      <a:pt x="74" y="100"/>
                    </a:lnTo>
                    <a:lnTo>
                      <a:pt x="74" y="100"/>
                    </a:lnTo>
                    <a:lnTo>
                      <a:pt x="74" y="100"/>
                    </a:lnTo>
                    <a:lnTo>
                      <a:pt x="70" y="100"/>
                    </a:lnTo>
                    <a:lnTo>
                      <a:pt x="70" y="98"/>
                    </a:lnTo>
                    <a:lnTo>
                      <a:pt x="70" y="98"/>
                    </a:lnTo>
                    <a:lnTo>
                      <a:pt x="70" y="100"/>
                    </a:lnTo>
                    <a:lnTo>
                      <a:pt x="70" y="100"/>
                    </a:lnTo>
                    <a:lnTo>
                      <a:pt x="70" y="100"/>
                    </a:lnTo>
                    <a:lnTo>
                      <a:pt x="70" y="100"/>
                    </a:lnTo>
                    <a:lnTo>
                      <a:pt x="70" y="100"/>
                    </a:lnTo>
                    <a:lnTo>
                      <a:pt x="68" y="100"/>
                    </a:lnTo>
                    <a:lnTo>
                      <a:pt x="68" y="100"/>
                    </a:lnTo>
                    <a:lnTo>
                      <a:pt x="68" y="100"/>
                    </a:lnTo>
                    <a:lnTo>
                      <a:pt x="68" y="100"/>
                    </a:lnTo>
                    <a:lnTo>
                      <a:pt x="68" y="100"/>
                    </a:lnTo>
                    <a:lnTo>
                      <a:pt x="68" y="100"/>
                    </a:lnTo>
                    <a:lnTo>
                      <a:pt x="68" y="100"/>
                    </a:lnTo>
                    <a:lnTo>
                      <a:pt x="68" y="100"/>
                    </a:lnTo>
                    <a:lnTo>
                      <a:pt x="68" y="100"/>
                    </a:lnTo>
                    <a:lnTo>
                      <a:pt x="68" y="100"/>
                    </a:lnTo>
                    <a:lnTo>
                      <a:pt x="64" y="100"/>
                    </a:lnTo>
                    <a:lnTo>
                      <a:pt x="64" y="100"/>
                    </a:lnTo>
                    <a:lnTo>
                      <a:pt x="64" y="100"/>
                    </a:lnTo>
                    <a:lnTo>
                      <a:pt x="64" y="100"/>
                    </a:lnTo>
                    <a:lnTo>
                      <a:pt x="64" y="100"/>
                    </a:lnTo>
                    <a:lnTo>
                      <a:pt x="64" y="100"/>
                    </a:lnTo>
                    <a:lnTo>
                      <a:pt x="60" y="100"/>
                    </a:lnTo>
                    <a:lnTo>
                      <a:pt x="60" y="100"/>
                    </a:lnTo>
                    <a:lnTo>
                      <a:pt x="60" y="100"/>
                    </a:lnTo>
                    <a:lnTo>
                      <a:pt x="60" y="100"/>
                    </a:lnTo>
                    <a:lnTo>
                      <a:pt x="56" y="98"/>
                    </a:lnTo>
                    <a:lnTo>
                      <a:pt x="56" y="98"/>
                    </a:lnTo>
                    <a:lnTo>
                      <a:pt x="56" y="98"/>
                    </a:lnTo>
                    <a:lnTo>
                      <a:pt x="56" y="98"/>
                    </a:lnTo>
                    <a:lnTo>
                      <a:pt x="56" y="98"/>
                    </a:lnTo>
                    <a:lnTo>
                      <a:pt x="56" y="98"/>
                    </a:lnTo>
                    <a:lnTo>
                      <a:pt x="52" y="98"/>
                    </a:lnTo>
                    <a:lnTo>
                      <a:pt x="52" y="98"/>
                    </a:lnTo>
                    <a:lnTo>
                      <a:pt x="52" y="98"/>
                    </a:lnTo>
                    <a:lnTo>
                      <a:pt x="52" y="98"/>
                    </a:lnTo>
                    <a:lnTo>
                      <a:pt x="52" y="98"/>
                    </a:lnTo>
                    <a:lnTo>
                      <a:pt x="52" y="98"/>
                    </a:lnTo>
                    <a:lnTo>
                      <a:pt x="48" y="98"/>
                    </a:lnTo>
                    <a:lnTo>
                      <a:pt x="48" y="98"/>
                    </a:lnTo>
                    <a:lnTo>
                      <a:pt x="48" y="94"/>
                    </a:lnTo>
                    <a:lnTo>
                      <a:pt x="48" y="94"/>
                    </a:lnTo>
                    <a:lnTo>
                      <a:pt x="48" y="98"/>
                    </a:lnTo>
                    <a:lnTo>
                      <a:pt x="48" y="98"/>
                    </a:lnTo>
                    <a:lnTo>
                      <a:pt x="48" y="98"/>
                    </a:lnTo>
                    <a:lnTo>
                      <a:pt x="44" y="98"/>
                    </a:lnTo>
                    <a:lnTo>
                      <a:pt x="44" y="94"/>
                    </a:lnTo>
                    <a:lnTo>
                      <a:pt x="44" y="94"/>
                    </a:lnTo>
                    <a:lnTo>
                      <a:pt x="44" y="94"/>
                    </a:lnTo>
                    <a:lnTo>
                      <a:pt x="44" y="94"/>
                    </a:lnTo>
                    <a:lnTo>
                      <a:pt x="44" y="94"/>
                    </a:lnTo>
                    <a:lnTo>
                      <a:pt x="42" y="94"/>
                    </a:lnTo>
                    <a:lnTo>
                      <a:pt x="42" y="94"/>
                    </a:lnTo>
                    <a:lnTo>
                      <a:pt x="42" y="94"/>
                    </a:lnTo>
                    <a:lnTo>
                      <a:pt x="42" y="94"/>
                    </a:lnTo>
                    <a:lnTo>
                      <a:pt x="38" y="94"/>
                    </a:lnTo>
                    <a:lnTo>
                      <a:pt x="38" y="94"/>
                    </a:lnTo>
                    <a:lnTo>
                      <a:pt x="38" y="94"/>
                    </a:lnTo>
                    <a:lnTo>
                      <a:pt x="34" y="94"/>
                    </a:lnTo>
                    <a:lnTo>
                      <a:pt x="34" y="94"/>
                    </a:lnTo>
                    <a:lnTo>
                      <a:pt x="34" y="94"/>
                    </a:lnTo>
                    <a:lnTo>
                      <a:pt x="34" y="94"/>
                    </a:lnTo>
                    <a:lnTo>
                      <a:pt x="34" y="94"/>
                    </a:lnTo>
                    <a:lnTo>
                      <a:pt x="34"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7" name="Freeform 91"/>
              <p:cNvSpPr>
                <a:spLocks/>
              </p:cNvSpPr>
              <p:nvPr/>
            </p:nvSpPr>
            <p:spPr bwMode="gray">
              <a:xfrm>
                <a:off x="4866046" y="2877833"/>
                <a:ext cx="86963" cy="69570"/>
              </a:xfrm>
              <a:custGeom>
                <a:avLst/>
                <a:gdLst>
                  <a:gd name="T0" fmla="*/ 22 w 50"/>
                  <a:gd name="T1" fmla="*/ 26 h 40"/>
                  <a:gd name="T2" fmla="*/ 18 w 50"/>
                  <a:gd name="T3" fmla="*/ 26 h 40"/>
                  <a:gd name="T4" fmla="*/ 14 w 50"/>
                  <a:gd name="T5" fmla="*/ 22 h 40"/>
                  <a:gd name="T6" fmla="*/ 10 w 50"/>
                  <a:gd name="T7" fmla="*/ 22 h 40"/>
                  <a:gd name="T8" fmla="*/ 6 w 50"/>
                  <a:gd name="T9" fmla="*/ 18 h 40"/>
                  <a:gd name="T10" fmla="*/ 6 w 50"/>
                  <a:gd name="T11" fmla="*/ 14 h 40"/>
                  <a:gd name="T12" fmla="*/ 2 w 50"/>
                  <a:gd name="T13" fmla="*/ 14 h 40"/>
                  <a:gd name="T14" fmla="*/ 2 w 50"/>
                  <a:gd name="T15" fmla="*/ 14 h 40"/>
                  <a:gd name="T16" fmla="*/ 0 w 50"/>
                  <a:gd name="T17" fmla="*/ 10 h 40"/>
                  <a:gd name="T18" fmla="*/ 2 w 50"/>
                  <a:gd name="T19" fmla="*/ 6 h 40"/>
                  <a:gd name="T20" fmla="*/ 10 w 50"/>
                  <a:gd name="T21" fmla="*/ 4 h 40"/>
                  <a:gd name="T22" fmla="*/ 10 w 50"/>
                  <a:gd name="T23" fmla="*/ 6 h 40"/>
                  <a:gd name="T24" fmla="*/ 14 w 50"/>
                  <a:gd name="T25" fmla="*/ 4 h 40"/>
                  <a:gd name="T26" fmla="*/ 18 w 50"/>
                  <a:gd name="T27" fmla="*/ 6 h 40"/>
                  <a:gd name="T28" fmla="*/ 22 w 50"/>
                  <a:gd name="T29" fmla="*/ 4 h 40"/>
                  <a:gd name="T30" fmla="*/ 22 w 50"/>
                  <a:gd name="T31" fmla="*/ 4 h 40"/>
                  <a:gd name="T32" fmla="*/ 22 w 50"/>
                  <a:gd name="T33" fmla="*/ 6 h 40"/>
                  <a:gd name="T34" fmla="*/ 22 w 50"/>
                  <a:gd name="T35" fmla="*/ 4 h 40"/>
                  <a:gd name="T36" fmla="*/ 26 w 50"/>
                  <a:gd name="T37" fmla="*/ 4 h 40"/>
                  <a:gd name="T38" fmla="*/ 26 w 50"/>
                  <a:gd name="T39" fmla="*/ 4 h 40"/>
                  <a:gd name="T40" fmla="*/ 26 w 50"/>
                  <a:gd name="T41" fmla="*/ 0 h 40"/>
                  <a:gd name="T42" fmla="*/ 30 w 50"/>
                  <a:gd name="T43" fmla="*/ 4 h 40"/>
                  <a:gd name="T44" fmla="*/ 30 w 50"/>
                  <a:gd name="T45" fmla="*/ 0 h 40"/>
                  <a:gd name="T46" fmla="*/ 32 w 50"/>
                  <a:gd name="T47" fmla="*/ 4 h 40"/>
                  <a:gd name="T48" fmla="*/ 32 w 50"/>
                  <a:gd name="T49" fmla="*/ 0 h 40"/>
                  <a:gd name="T50" fmla="*/ 36 w 50"/>
                  <a:gd name="T51" fmla="*/ 4 h 40"/>
                  <a:gd name="T52" fmla="*/ 36 w 50"/>
                  <a:gd name="T53" fmla="*/ 6 h 40"/>
                  <a:gd name="T54" fmla="*/ 40 w 50"/>
                  <a:gd name="T55" fmla="*/ 6 h 40"/>
                  <a:gd name="T56" fmla="*/ 44 w 50"/>
                  <a:gd name="T57" fmla="*/ 6 h 40"/>
                  <a:gd name="T58" fmla="*/ 44 w 50"/>
                  <a:gd name="T59" fmla="*/ 10 h 40"/>
                  <a:gd name="T60" fmla="*/ 44 w 50"/>
                  <a:gd name="T61" fmla="*/ 14 h 40"/>
                  <a:gd name="T62" fmla="*/ 44 w 50"/>
                  <a:gd name="T63" fmla="*/ 14 h 40"/>
                  <a:gd name="T64" fmla="*/ 44 w 50"/>
                  <a:gd name="T65" fmla="*/ 14 h 40"/>
                  <a:gd name="T66" fmla="*/ 48 w 50"/>
                  <a:gd name="T67" fmla="*/ 18 h 40"/>
                  <a:gd name="T68" fmla="*/ 50 w 50"/>
                  <a:gd name="T69" fmla="*/ 22 h 40"/>
                  <a:gd name="T70" fmla="*/ 50 w 50"/>
                  <a:gd name="T71" fmla="*/ 26 h 40"/>
                  <a:gd name="T72" fmla="*/ 48 w 50"/>
                  <a:gd name="T73" fmla="*/ 28 h 40"/>
                  <a:gd name="T74" fmla="*/ 48 w 50"/>
                  <a:gd name="T75" fmla="*/ 28 h 40"/>
                  <a:gd name="T76" fmla="*/ 44 w 50"/>
                  <a:gd name="T77" fmla="*/ 28 h 40"/>
                  <a:gd name="T78" fmla="*/ 44 w 50"/>
                  <a:gd name="T79" fmla="*/ 36 h 40"/>
                  <a:gd name="T80" fmla="*/ 44 w 50"/>
                  <a:gd name="T81" fmla="*/ 36 h 40"/>
                  <a:gd name="T82" fmla="*/ 44 w 50"/>
                  <a:gd name="T83" fmla="*/ 40 h 40"/>
                  <a:gd name="T84" fmla="*/ 40 w 50"/>
                  <a:gd name="T85" fmla="*/ 40 h 40"/>
                  <a:gd name="T86" fmla="*/ 40 w 50"/>
                  <a:gd name="T87" fmla="*/ 40 h 40"/>
                  <a:gd name="T88" fmla="*/ 36 w 50"/>
                  <a:gd name="T89" fmla="*/ 40 h 40"/>
                  <a:gd name="T90" fmla="*/ 32 w 50"/>
                  <a:gd name="T91" fmla="*/ 36 h 40"/>
                  <a:gd name="T92" fmla="*/ 30 w 50"/>
                  <a:gd name="T93" fmla="*/ 28 h 40"/>
                  <a:gd name="T94" fmla="*/ 30 w 50"/>
                  <a:gd name="T95" fmla="*/ 28 h 40"/>
                  <a:gd name="T96" fmla="*/ 26 w 50"/>
                  <a:gd name="T97" fmla="*/ 32 h 40"/>
                  <a:gd name="T98" fmla="*/ 22 w 50"/>
                  <a:gd name="T99" fmla="*/ 32 h 40"/>
                  <a:gd name="T100" fmla="*/ 22 w 50"/>
                  <a:gd name="T101" fmla="*/ 3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0" h="40">
                    <a:moveTo>
                      <a:pt x="22" y="32"/>
                    </a:moveTo>
                    <a:lnTo>
                      <a:pt x="22" y="32"/>
                    </a:lnTo>
                    <a:lnTo>
                      <a:pt x="22" y="28"/>
                    </a:lnTo>
                    <a:lnTo>
                      <a:pt x="22" y="26"/>
                    </a:lnTo>
                    <a:lnTo>
                      <a:pt x="22" y="26"/>
                    </a:lnTo>
                    <a:lnTo>
                      <a:pt x="18" y="26"/>
                    </a:lnTo>
                    <a:lnTo>
                      <a:pt x="18" y="26"/>
                    </a:lnTo>
                    <a:lnTo>
                      <a:pt x="18" y="26"/>
                    </a:lnTo>
                    <a:lnTo>
                      <a:pt x="14" y="26"/>
                    </a:lnTo>
                    <a:lnTo>
                      <a:pt x="14" y="26"/>
                    </a:lnTo>
                    <a:lnTo>
                      <a:pt x="14" y="22"/>
                    </a:lnTo>
                    <a:lnTo>
                      <a:pt x="14" y="22"/>
                    </a:lnTo>
                    <a:lnTo>
                      <a:pt x="14" y="22"/>
                    </a:lnTo>
                    <a:lnTo>
                      <a:pt x="10" y="22"/>
                    </a:lnTo>
                    <a:lnTo>
                      <a:pt x="10" y="22"/>
                    </a:lnTo>
                    <a:lnTo>
                      <a:pt x="10" y="22"/>
                    </a:lnTo>
                    <a:lnTo>
                      <a:pt x="10" y="22"/>
                    </a:lnTo>
                    <a:lnTo>
                      <a:pt x="6" y="22"/>
                    </a:lnTo>
                    <a:lnTo>
                      <a:pt x="6" y="18"/>
                    </a:lnTo>
                    <a:lnTo>
                      <a:pt x="6" y="18"/>
                    </a:lnTo>
                    <a:lnTo>
                      <a:pt x="6" y="18"/>
                    </a:lnTo>
                    <a:lnTo>
                      <a:pt x="6" y="14"/>
                    </a:lnTo>
                    <a:lnTo>
                      <a:pt x="6" y="14"/>
                    </a:lnTo>
                    <a:lnTo>
                      <a:pt x="6" y="14"/>
                    </a:lnTo>
                    <a:lnTo>
                      <a:pt x="6" y="14"/>
                    </a:lnTo>
                    <a:lnTo>
                      <a:pt x="2" y="14"/>
                    </a:lnTo>
                    <a:lnTo>
                      <a:pt x="2" y="14"/>
                    </a:lnTo>
                    <a:lnTo>
                      <a:pt x="2" y="14"/>
                    </a:lnTo>
                    <a:lnTo>
                      <a:pt x="2" y="18"/>
                    </a:lnTo>
                    <a:lnTo>
                      <a:pt x="2" y="18"/>
                    </a:lnTo>
                    <a:lnTo>
                      <a:pt x="2" y="18"/>
                    </a:lnTo>
                    <a:lnTo>
                      <a:pt x="2" y="14"/>
                    </a:lnTo>
                    <a:lnTo>
                      <a:pt x="0" y="14"/>
                    </a:lnTo>
                    <a:lnTo>
                      <a:pt x="0" y="14"/>
                    </a:lnTo>
                    <a:lnTo>
                      <a:pt x="0" y="10"/>
                    </a:lnTo>
                    <a:lnTo>
                      <a:pt x="0" y="10"/>
                    </a:lnTo>
                    <a:lnTo>
                      <a:pt x="0" y="10"/>
                    </a:lnTo>
                    <a:lnTo>
                      <a:pt x="2" y="6"/>
                    </a:lnTo>
                    <a:lnTo>
                      <a:pt x="2" y="6"/>
                    </a:lnTo>
                    <a:lnTo>
                      <a:pt x="2" y="6"/>
                    </a:lnTo>
                    <a:lnTo>
                      <a:pt x="6" y="4"/>
                    </a:lnTo>
                    <a:lnTo>
                      <a:pt x="6" y="4"/>
                    </a:lnTo>
                    <a:lnTo>
                      <a:pt x="6" y="4"/>
                    </a:lnTo>
                    <a:lnTo>
                      <a:pt x="10" y="4"/>
                    </a:lnTo>
                    <a:lnTo>
                      <a:pt x="10" y="4"/>
                    </a:lnTo>
                    <a:lnTo>
                      <a:pt x="10" y="6"/>
                    </a:lnTo>
                    <a:lnTo>
                      <a:pt x="10" y="6"/>
                    </a:lnTo>
                    <a:lnTo>
                      <a:pt x="10" y="6"/>
                    </a:lnTo>
                    <a:lnTo>
                      <a:pt x="10" y="6"/>
                    </a:lnTo>
                    <a:lnTo>
                      <a:pt x="10" y="6"/>
                    </a:lnTo>
                    <a:lnTo>
                      <a:pt x="10" y="6"/>
                    </a:lnTo>
                    <a:lnTo>
                      <a:pt x="14" y="4"/>
                    </a:lnTo>
                    <a:lnTo>
                      <a:pt x="14" y="4"/>
                    </a:lnTo>
                    <a:lnTo>
                      <a:pt x="14" y="6"/>
                    </a:lnTo>
                    <a:lnTo>
                      <a:pt x="14" y="6"/>
                    </a:lnTo>
                    <a:lnTo>
                      <a:pt x="18" y="6"/>
                    </a:lnTo>
                    <a:lnTo>
                      <a:pt x="18" y="6"/>
                    </a:lnTo>
                    <a:lnTo>
                      <a:pt x="18" y="6"/>
                    </a:lnTo>
                    <a:lnTo>
                      <a:pt x="22" y="6"/>
                    </a:lnTo>
                    <a:lnTo>
                      <a:pt x="22" y="4"/>
                    </a:lnTo>
                    <a:lnTo>
                      <a:pt x="22" y="4"/>
                    </a:lnTo>
                    <a:lnTo>
                      <a:pt x="22" y="4"/>
                    </a:lnTo>
                    <a:lnTo>
                      <a:pt x="22" y="4"/>
                    </a:lnTo>
                    <a:lnTo>
                      <a:pt x="22" y="4"/>
                    </a:lnTo>
                    <a:lnTo>
                      <a:pt x="22" y="4"/>
                    </a:lnTo>
                    <a:lnTo>
                      <a:pt x="22" y="6"/>
                    </a:lnTo>
                    <a:lnTo>
                      <a:pt x="22" y="6"/>
                    </a:lnTo>
                    <a:lnTo>
                      <a:pt x="22" y="6"/>
                    </a:lnTo>
                    <a:lnTo>
                      <a:pt x="22" y="6"/>
                    </a:lnTo>
                    <a:lnTo>
                      <a:pt x="22" y="4"/>
                    </a:lnTo>
                    <a:lnTo>
                      <a:pt x="22" y="4"/>
                    </a:lnTo>
                    <a:lnTo>
                      <a:pt x="22" y="4"/>
                    </a:lnTo>
                    <a:lnTo>
                      <a:pt x="22" y="4"/>
                    </a:lnTo>
                    <a:lnTo>
                      <a:pt x="22" y="4"/>
                    </a:lnTo>
                    <a:lnTo>
                      <a:pt x="22" y="4"/>
                    </a:lnTo>
                    <a:lnTo>
                      <a:pt x="26" y="4"/>
                    </a:lnTo>
                    <a:lnTo>
                      <a:pt x="26" y="4"/>
                    </a:lnTo>
                    <a:lnTo>
                      <a:pt x="26" y="4"/>
                    </a:lnTo>
                    <a:lnTo>
                      <a:pt x="26" y="4"/>
                    </a:lnTo>
                    <a:lnTo>
                      <a:pt x="26" y="4"/>
                    </a:lnTo>
                    <a:lnTo>
                      <a:pt x="26" y="4"/>
                    </a:lnTo>
                    <a:lnTo>
                      <a:pt x="26" y="4"/>
                    </a:lnTo>
                    <a:lnTo>
                      <a:pt x="26" y="0"/>
                    </a:lnTo>
                    <a:lnTo>
                      <a:pt x="26" y="0"/>
                    </a:lnTo>
                    <a:lnTo>
                      <a:pt x="26" y="4"/>
                    </a:lnTo>
                    <a:lnTo>
                      <a:pt x="26" y="4"/>
                    </a:lnTo>
                    <a:lnTo>
                      <a:pt x="30" y="4"/>
                    </a:lnTo>
                    <a:lnTo>
                      <a:pt x="30" y="4"/>
                    </a:lnTo>
                    <a:lnTo>
                      <a:pt x="30" y="0"/>
                    </a:lnTo>
                    <a:lnTo>
                      <a:pt x="30" y="0"/>
                    </a:lnTo>
                    <a:lnTo>
                      <a:pt x="30" y="0"/>
                    </a:lnTo>
                    <a:lnTo>
                      <a:pt x="30" y="0"/>
                    </a:lnTo>
                    <a:lnTo>
                      <a:pt x="30" y="0"/>
                    </a:lnTo>
                    <a:lnTo>
                      <a:pt x="30" y="4"/>
                    </a:lnTo>
                    <a:lnTo>
                      <a:pt x="30" y="4"/>
                    </a:lnTo>
                    <a:lnTo>
                      <a:pt x="32" y="4"/>
                    </a:lnTo>
                    <a:lnTo>
                      <a:pt x="32" y="4"/>
                    </a:lnTo>
                    <a:lnTo>
                      <a:pt x="32" y="0"/>
                    </a:lnTo>
                    <a:lnTo>
                      <a:pt x="32" y="0"/>
                    </a:lnTo>
                    <a:lnTo>
                      <a:pt x="32" y="0"/>
                    </a:lnTo>
                    <a:lnTo>
                      <a:pt x="32" y="4"/>
                    </a:lnTo>
                    <a:lnTo>
                      <a:pt x="32" y="4"/>
                    </a:lnTo>
                    <a:lnTo>
                      <a:pt x="36" y="4"/>
                    </a:lnTo>
                    <a:lnTo>
                      <a:pt x="36" y="4"/>
                    </a:lnTo>
                    <a:lnTo>
                      <a:pt x="36" y="4"/>
                    </a:lnTo>
                    <a:lnTo>
                      <a:pt x="36" y="4"/>
                    </a:lnTo>
                    <a:lnTo>
                      <a:pt x="36" y="6"/>
                    </a:lnTo>
                    <a:lnTo>
                      <a:pt x="36" y="6"/>
                    </a:lnTo>
                    <a:lnTo>
                      <a:pt x="40" y="6"/>
                    </a:lnTo>
                    <a:lnTo>
                      <a:pt x="40" y="6"/>
                    </a:lnTo>
                    <a:lnTo>
                      <a:pt x="40" y="4"/>
                    </a:lnTo>
                    <a:lnTo>
                      <a:pt x="40" y="6"/>
                    </a:lnTo>
                    <a:lnTo>
                      <a:pt x="40" y="6"/>
                    </a:lnTo>
                    <a:lnTo>
                      <a:pt x="40" y="6"/>
                    </a:lnTo>
                    <a:lnTo>
                      <a:pt x="44" y="6"/>
                    </a:lnTo>
                    <a:lnTo>
                      <a:pt x="44" y="6"/>
                    </a:lnTo>
                    <a:lnTo>
                      <a:pt x="44" y="6"/>
                    </a:lnTo>
                    <a:lnTo>
                      <a:pt x="44" y="10"/>
                    </a:lnTo>
                    <a:lnTo>
                      <a:pt x="44" y="10"/>
                    </a:lnTo>
                    <a:lnTo>
                      <a:pt x="44" y="10"/>
                    </a:lnTo>
                    <a:lnTo>
                      <a:pt x="40" y="14"/>
                    </a:lnTo>
                    <a:lnTo>
                      <a:pt x="40" y="14"/>
                    </a:lnTo>
                    <a:lnTo>
                      <a:pt x="40" y="14"/>
                    </a:lnTo>
                    <a:lnTo>
                      <a:pt x="44" y="14"/>
                    </a:lnTo>
                    <a:lnTo>
                      <a:pt x="44" y="14"/>
                    </a:lnTo>
                    <a:lnTo>
                      <a:pt x="44" y="14"/>
                    </a:lnTo>
                    <a:lnTo>
                      <a:pt x="44" y="14"/>
                    </a:lnTo>
                    <a:lnTo>
                      <a:pt x="44" y="14"/>
                    </a:lnTo>
                    <a:lnTo>
                      <a:pt x="44" y="14"/>
                    </a:lnTo>
                    <a:lnTo>
                      <a:pt x="44" y="14"/>
                    </a:lnTo>
                    <a:lnTo>
                      <a:pt x="44" y="14"/>
                    </a:lnTo>
                    <a:lnTo>
                      <a:pt x="44" y="14"/>
                    </a:lnTo>
                    <a:lnTo>
                      <a:pt x="44" y="18"/>
                    </a:lnTo>
                    <a:lnTo>
                      <a:pt x="44" y="14"/>
                    </a:lnTo>
                    <a:lnTo>
                      <a:pt x="48" y="14"/>
                    </a:lnTo>
                    <a:lnTo>
                      <a:pt x="48" y="18"/>
                    </a:lnTo>
                    <a:lnTo>
                      <a:pt x="48" y="18"/>
                    </a:lnTo>
                    <a:lnTo>
                      <a:pt x="50" y="18"/>
                    </a:lnTo>
                    <a:lnTo>
                      <a:pt x="50" y="18"/>
                    </a:lnTo>
                    <a:lnTo>
                      <a:pt x="50" y="22"/>
                    </a:lnTo>
                    <a:lnTo>
                      <a:pt x="50" y="22"/>
                    </a:lnTo>
                    <a:lnTo>
                      <a:pt x="50" y="22"/>
                    </a:lnTo>
                    <a:lnTo>
                      <a:pt x="50" y="22"/>
                    </a:lnTo>
                    <a:lnTo>
                      <a:pt x="50" y="26"/>
                    </a:lnTo>
                    <a:lnTo>
                      <a:pt x="50" y="26"/>
                    </a:lnTo>
                    <a:lnTo>
                      <a:pt x="50" y="26"/>
                    </a:lnTo>
                    <a:lnTo>
                      <a:pt x="48" y="26"/>
                    </a:lnTo>
                    <a:lnTo>
                      <a:pt x="48" y="28"/>
                    </a:lnTo>
                    <a:lnTo>
                      <a:pt x="48" y="28"/>
                    </a:lnTo>
                    <a:lnTo>
                      <a:pt x="48" y="28"/>
                    </a:lnTo>
                    <a:lnTo>
                      <a:pt x="48" y="28"/>
                    </a:lnTo>
                    <a:lnTo>
                      <a:pt x="48" y="28"/>
                    </a:lnTo>
                    <a:lnTo>
                      <a:pt x="48" y="28"/>
                    </a:lnTo>
                    <a:lnTo>
                      <a:pt x="48" y="28"/>
                    </a:lnTo>
                    <a:lnTo>
                      <a:pt x="44" y="28"/>
                    </a:lnTo>
                    <a:lnTo>
                      <a:pt x="44" y="28"/>
                    </a:lnTo>
                    <a:lnTo>
                      <a:pt x="44" y="32"/>
                    </a:lnTo>
                    <a:lnTo>
                      <a:pt x="44" y="32"/>
                    </a:lnTo>
                    <a:lnTo>
                      <a:pt x="44" y="32"/>
                    </a:lnTo>
                    <a:lnTo>
                      <a:pt x="44" y="36"/>
                    </a:lnTo>
                    <a:lnTo>
                      <a:pt x="44" y="36"/>
                    </a:lnTo>
                    <a:lnTo>
                      <a:pt x="44" y="36"/>
                    </a:lnTo>
                    <a:lnTo>
                      <a:pt x="44" y="36"/>
                    </a:lnTo>
                    <a:lnTo>
                      <a:pt x="44" y="36"/>
                    </a:lnTo>
                    <a:lnTo>
                      <a:pt x="44" y="40"/>
                    </a:lnTo>
                    <a:lnTo>
                      <a:pt x="44" y="40"/>
                    </a:lnTo>
                    <a:lnTo>
                      <a:pt x="44" y="40"/>
                    </a:lnTo>
                    <a:lnTo>
                      <a:pt x="44" y="40"/>
                    </a:lnTo>
                    <a:lnTo>
                      <a:pt x="44" y="40"/>
                    </a:lnTo>
                    <a:lnTo>
                      <a:pt x="44" y="40"/>
                    </a:lnTo>
                    <a:lnTo>
                      <a:pt x="44" y="40"/>
                    </a:lnTo>
                    <a:lnTo>
                      <a:pt x="40" y="40"/>
                    </a:lnTo>
                    <a:lnTo>
                      <a:pt x="40" y="40"/>
                    </a:lnTo>
                    <a:lnTo>
                      <a:pt x="40" y="40"/>
                    </a:lnTo>
                    <a:lnTo>
                      <a:pt x="40" y="40"/>
                    </a:lnTo>
                    <a:lnTo>
                      <a:pt x="40" y="40"/>
                    </a:lnTo>
                    <a:lnTo>
                      <a:pt x="40" y="40"/>
                    </a:lnTo>
                    <a:lnTo>
                      <a:pt x="40" y="40"/>
                    </a:lnTo>
                    <a:lnTo>
                      <a:pt x="36" y="40"/>
                    </a:lnTo>
                    <a:lnTo>
                      <a:pt x="36" y="40"/>
                    </a:lnTo>
                    <a:lnTo>
                      <a:pt x="32" y="36"/>
                    </a:lnTo>
                    <a:lnTo>
                      <a:pt x="32" y="36"/>
                    </a:lnTo>
                    <a:lnTo>
                      <a:pt x="32" y="36"/>
                    </a:lnTo>
                    <a:lnTo>
                      <a:pt x="32" y="36"/>
                    </a:lnTo>
                    <a:lnTo>
                      <a:pt x="30" y="36"/>
                    </a:lnTo>
                    <a:lnTo>
                      <a:pt x="30" y="32"/>
                    </a:lnTo>
                    <a:lnTo>
                      <a:pt x="30" y="28"/>
                    </a:lnTo>
                    <a:lnTo>
                      <a:pt x="30" y="28"/>
                    </a:lnTo>
                    <a:lnTo>
                      <a:pt x="32" y="28"/>
                    </a:lnTo>
                    <a:lnTo>
                      <a:pt x="30" y="28"/>
                    </a:lnTo>
                    <a:lnTo>
                      <a:pt x="30" y="28"/>
                    </a:lnTo>
                    <a:lnTo>
                      <a:pt x="30" y="28"/>
                    </a:lnTo>
                    <a:lnTo>
                      <a:pt x="30" y="28"/>
                    </a:lnTo>
                    <a:lnTo>
                      <a:pt x="30" y="32"/>
                    </a:lnTo>
                    <a:lnTo>
                      <a:pt x="26" y="32"/>
                    </a:lnTo>
                    <a:lnTo>
                      <a:pt x="26" y="32"/>
                    </a:lnTo>
                    <a:lnTo>
                      <a:pt x="26" y="32"/>
                    </a:lnTo>
                    <a:lnTo>
                      <a:pt x="26" y="32"/>
                    </a:lnTo>
                    <a:lnTo>
                      <a:pt x="22" y="32"/>
                    </a:lnTo>
                    <a:lnTo>
                      <a:pt x="22" y="32"/>
                    </a:lnTo>
                    <a:lnTo>
                      <a:pt x="22" y="32"/>
                    </a:lnTo>
                    <a:lnTo>
                      <a:pt x="22" y="32"/>
                    </a:lnTo>
                    <a:lnTo>
                      <a:pt x="22" y="32"/>
                    </a:lnTo>
                    <a:lnTo>
                      <a:pt x="22" y="32"/>
                    </a:lnTo>
                    <a:lnTo>
                      <a:pt x="22"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8" name="Freeform 92"/>
              <p:cNvSpPr>
                <a:spLocks/>
              </p:cNvSpPr>
              <p:nvPr/>
            </p:nvSpPr>
            <p:spPr bwMode="gray">
              <a:xfrm>
                <a:off x="5189549" y="3103936"/>
                <a:ext cx="90442" cy="90442"/>
              </a:xfrm>
              <a:custGeom>
                <a:avLst/>
                <a:gdLst>
                  <a:gd name="T0" fmla="*/ 26 w 52"/>
                  <a:gd name="T1" fmla="*/ 44 h 52"/>
                  <a:gd name="T2" fmla="*/ 26 w 52"/>
                  <a:gd name="T3" fmla="*/ 40 h 52"/>
                  <a:gd name="T4" fmla="*/ 22 w 52"/>
                  <a:gd name="T5" fmla="*/ 38 h 52"/>
                  <a:gd name="T6" fmla="*/ 18 w 52"/>
                  <a:gd name="T7" fmla="*/ 34 h 52"/>
                  <a:gd name="T8" fmla="*/ 18 w 52"/>
                  <a:gd name="T9" fmla="*/ 34 h 52"/>
                  <a:gd name="T10" fmla="*/ 14 w 52"/>
                  <a:gd name="T11" fmla="*/ 30 h 52"/>
                  <a:gd name="T12" fmla="*/ 10 w 52"/>
                  <a:gd name="T13" fmla="*/ 22 h 52"/>
                  <a:gd name="T14" fmla="*/ 6 w 52"/>
                  <a:gd name="T15" fmla="*/ 22 h 52"/>
                  <a:gd name="T16" fmla="*/ 6 w 52"/>
                  <a:gd name="T17" fmla="*/ 18 h 52"/>
                  <a:gd name="T18" fmla="*/ 4 w 52"/>
                  <a:gd name="T19" fmla="*/ 18 h 52"/>
                  <a:gd name="T20" fmla="*/ 4 w 52"/>
                  <a:gd name="T21" fmla="*/ 14 h 52"/>
                  <a:gd name="T22" fmla="*/ 4 w 52"/>
                  <a:gd name="T23" fmla="*/ 12 h 52"/>
                  <a:gd name="T24" fmla="*/ 0 w 52"/>
                  <a:gd name="T25" fmla="*/ 4 h 52"/>
                  <a:gd name="T26" fmla="*/ 0 w 52"/>
                  <a:gd name="T27" fmla="*/ 0 h 52"/>
                  <a:gd name="T28" fmla="*/ 4 w 52"/>
                  <a:gd name="T29" fmla="*/ 0 h 52"/>
                  <a:gd name="T30" fmla="*/ 6 w 52"/>
                  <a:gd name="T31" fmla="*/ 4 h 52"/>
                  <a:gd name="T32" fmla="*/ 6 w 52"/>
                  <a:gd name="T33" fmla="*/ 0 h 52"/>
                  <a:gd name="T34" fmla="*/ 10 w 52"/>
                  <a:gd name="T35" fmla="*/ 0 h 52"/>
                  <a:gd name="T36" fmla="*/ 14 w 52"/>
                  <a:gd name="T37" fmla="*/ 0 h 52"/>
                  <a:gd name="T38" fmla="*/ 18 w 52"/>
                  <a:gd name="T39" fmla="*/ 0 h 52"/>
                  <a:gd name="T40" fmla="*/ 22 w 52"/>
                  <a:gd name="T41" fmla="*/ 0 h 52"/>
                  <a:gd name="T42" fmla="*/ 26 w 52"/>
                  <a:gd name="T43" fmla="*/ 4 h 52"/>
                  <a:gd name="T44" fmla="*/ 28 w 52"/>
                  <a:gd name="T45" fmla="*/ 4 h 52"/>
                  <a:gd name="T46" fmla="*/ 32 w 52"/>
                  <a:gd name="T47" fmla="*/ 4 h 52"/>
                  <a:gd name="T48" fmla="*/ 36 w 52"/>
                  <a:gd name="T49" fmla="*/ 0 h 52"/>
                  <a:gd name="T50" fmla="*/ 40 w 52"/>
                  <a:gd name="T51" fmla="*/ 4 h 52"/>
                  <a:gd name="T52" fmla="*/ 44 w 52"/>
                  <a:gd name="T53" fmla="*/ 8 h 52"/>
                  <a:gd name="T54" fmla="*/ 48 w 52"/>
                  <a:gd name="T55" fmla="*/ 4 h 52"/>
                  <a:gd name="T56" fmla="*/ 48 w 52"/>
                  <a:gd name="T57" fmla="*/ 8 h 52"/>
                  <a:gd name="T58" fmla="*/ 48 w 52"/>
                  <a:gd name="T59" fmla="*/ 14 h 52"/>
                  <a:gd name="T60" fmla="*/ 48 w 52"/>
                  <a:gd name="T61" fmla="*/ 18 h 52"/>
                  <a:gd name="T62" fmla="*/ 52 w 52"/>
                  <a:gd name="T63" fmla="*/ 22 h 52"/>
                  <a:gd name="T64" fmla="*/ 52 w 52"/>
                  <a:gd name="T65" fmla="*/ 26 h 52"/>
                  <a:gd name="T66" fmla="*/ 48 w 52"/>
                  <a:gd name="T67" fmla="*/ 22 h 52"/>
                  <a:gd name="T68" fmla="*/ 52 w 52"/>
                  <a:gd name="T69" fmla="*/ 30 h 52"/>
                  <a:gd name="T70" fmla="*/ 52 w 52"/>
                  <a:gd name="T71" fmla="*/ 30 h 52"/>
                  <a:gd name="T72" fmla="*/ 48 w 52"/>
                  <a:gd name="T73" fmla="*/ 34 h 52"/>
                  <a:gd name="T74" fmla="*/ 44 w 52"/>
                  <a:gd name="T75" fmla="*/ 34 h 52"/>
                  <a:gd name="T76" fmla="*/ 44 w 52"/>
                  <a:gd name="T77" fmla="*/ 34 h 52"/>
                  <a:gd name="T78" fmla="*/ 44 w 52"/>
                  <a:gd name="T79" fmla="*/ 38 h 52"/>
                  <a:gd name="T80" fmla="*/ 44 w 52"/>
                  <a:gd name="T81" fmla="*/ 38 h 52"/>
                  <a:gd name="T82" fmla="*/ 40 w 52"/>
                  <a:gd name="T83" fmla="*/ 40 h 52"/>
                  <a:gd name="T84" fmla="*/ 36 w 52"/>
                  <a:gd name="T85" fmla="*/ 44 h 52"/>
                  <a:gd name="T86" fmla="*/ 36 w 52"/>
                  <a:gd name="T87" fmla="*/ 48 h 52"/>
                  <a:gd name="T88" fmla="*/ 36 w 52"/>
                  <a:gd name="T89" fmla="*/ 52 h 52"/>
                  <a:gd name="T90" fmla="*/ 36 w 52"/>
                  <a:gd name="T91" fmla="*/ 52 h 52"/>
                  <a:gd name="T92" fmla="*/ 32 w 52"/>
                  <a:gd name="T93" fmla="*/ 52 h 52"/>
                  <a:gd name="T94" fmla="*/ 28 w 52"/>
                  <a:gd name="T95" fmla="*/ 48 h 52"/>
                  <a:gd name="T96" fmla="*/ 28 w 52"/>
                  <a:gd name="T97" fmla="*/ 44 h 52"/>
                  <a:gd name="T98" fmla="*/ 26 w 52"/>
                  <a:gd name="T99" fmla="*/ 4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2" h="52">
                    <a:moveTo>
                      <a:pt x="26" y="44"/>
                    </a:moveTo>
                    <a:lnTo>
                      <a:pt x="26" y="44"/>
                    </a:lnTo>
                    <a:lnTo>
                      <a:pt x="26" y="44"/>
                    </a:lnTo>
                    <a:lnTo>
                      <a:pt x="26" y="44"/>
                    </a:lnTo>
                    <a:lnTo>
                      <a:pt x="26" y="40"/>
                    </a:lnTo>
                    <a:lnTo>
                      <a:pt x="26" y="40"/>
                    </a:lnTo>
                    <a:lnTo>
                      <a:pt x="26" y="40"/>
                    </a:lnTo>
                    <a:lnTo>
                      <a:pt x="26" y="40"/>
                    </a:lnTo>
                    <a:lnTo>
                      <a:pt x="22" y="40"/>
                    </a:lnTo>
                    <a:lnTo>
                      <a:pt x="22" y="38"/>
                    </a:lnTo>
                    <a:lnTo>
                      <a:pt x="22" y="38"/>
                    </a:lnTo>
                    <a:lnTo>
                      <a:pt x="22" y="38"/>
                    </a:lnTo>
                    <a:lnTo>
                      <a:pt x="18" y="38"/>
                    </a:lnTo>
                    <a:lnTo>
                      <a:pt x="22" y="34"/>
                    </a:lnTo>
                    <a:lnTo>
                      <a:pt x="18" y="34"/>
                    </a:lnTo>
                    <a:lnTo>
                      <a:pt x="18" y="34"/>
                    </a:lnTo>
                    <a:lnTo>
                      <a:pt x="18" y="34"/>
                    </a:lnTo>
                    <a:lnTo>
                      <a:pt x="18" y="34"/>
                    </a:lnTo>
                    <a:lnTo>
                      <a:pt x="18" y="34"/>
                    </a:lnTo>
                    <a:lnTo>
                      <a:pt x="18" y="34"/>
                    </a:lnTo>
                    <a:lnTo>
                      <a:pt x="14" y="34"/>
                    </a:lnTo>
                    <a:lnTo>
                      <a:pt x="14" y="34"/>
                    </a:lnTo>
                    <a:lnTo>
                      <a:pt x="14" y="30"/>
                    </a:lnTo>
                    <a:lnTo>
                      <a:pt x="14" y="30"/>
                    </a:lnTo>
                    <a:lnTo>
                      <a:pt x="10" y="26"/>
                    </a:lnTo>
                    <a:lnTo>
                      <a:pt x="10" y="26"/>
                    </a:lnTo>
                    <a:lnTo>
                      <a:pt x="10" y="26"/>
                    </a:lnTo>
                    <a:lnTo>
                      <a:pt x="10" y="22"/>
                    </a:lnTo>
                    <a:lnTo>
                      <a:pt x="10" y="22"/>
                    </a:lnTo>
                    <a:lnTo>
                      <a:pt x="6" y="22"/>
                    </a:lnTo>
                    <a:lnTo>
                      <a:pt x="6" y="22"/>
                    </a:lnTo>
                    <a:lnTo>
                      <a:pt x="6" y="22"/>
                    </a:lnTo>
                    <a:lnTo>
                      <a:pt x="6" y="22"/>
                    </a:lnTo>
                    <a:lnTo>
                      <a:pt x="6" y="22"/>
                    </a:lnTo>
                    <a:lnTo>
                      <a:pt x="6" y="18"/>
                    </a:lnTo>
                    <a:lnTo>
                      <a:pt x="6" y="18"/>
                    </a:lnTo>
                    <a:lnTo>
                      <a:pt x="6" y="18"/>
                    </a:lnTo>
                    <a:lnTo>
                      <a:pt x="4" y="18"/>
                    </a:lnTo>
                    <a:lnTo>
                      <a:pt x="4" y="18"/>
                    </a:lnTo>
                    <a:lnTo>
                      <a:pt x="4" y="18"/>
                    </a:lnTo>
                    <a:lnTo>
                      <a:pt x="4" y="18"/>
                    </a:lnTo>
                    <a:lnTo>
                      <a:pt x="4" y="14"/>
                    </a:lnTo>
                    <a:lnTo>
                      <a:pt x="4" y="14"/>
                    </a:lnTo>
                    <a:lnTo>
                      <a:pt x="4" y="14"/>
                    </a:lnTo>
                    <a:lnTo>
                      <a:pt x="4" y="12"/>
                    </a:lnTo>
                    <a:lnTo>
                      <a:pt x="4" y="12"/>
                    </a:lnTo>
                    <a:lnTo>
                      <a:pt x="4" y="12"/>
                    </a:lnTo>
                    <a:lnTo>
                      <a:pt x="4" y="12"/>
                    </a:lnTo>
                    <a:lnTo>
                      <a:pt x="0" y="12"/>
                    </a:lnTo>
                    <a:lnTo>
                      <a:pt x="0" y="8"/>
                    </a:lnTo>
                    <a:lnTo>
                      <a:pt x="0" y="8"/>
                    </a:lnTo>
                    <a:lnTo>
                      <a:pt x="0" y="4"/>
                    </a:lnTo>
                    <a:lnTo>
                      <a:pt x="0" y="4"/>
                    </a:lnTo>
                    <a:lnTo>
                      <a:pt x="0" y="4"/>
                    </a:lnTo>
                    <a:lnTo>
                      <a:pt x="0" y="0"/>
                    </a:lnTo>
                    <a:lnTo>
                      <a:pt x="0" y="0"/>
                    </a:lnTo>
                    <a:lnTo>
                      <a:pt x="0" y="0"/>
                    </a:lnTo>
                    <a:lnTo>
                      <a:pt x="0" y="0"/>
                    </a:lnTo>
                    <a:lnTo>
                      <a:pt x="0" y="0"/>
                    </a:lnTo>
                    <a:lnTo>
                      <a:pt x="4" y="0"/>
                    </a:lnTo>
                    <a:lnTo>
                      <a:pt x="4" y="0"/>
                    </a:lnTo>
                    <a:lnTo>
                      <a:pt x="4" y="4"/>
                    </a:lnTo>
                    <a:lnTo>
                      <a:pt x="6" y="4"/>
                    </a:lnTo>
                    <a:lnTo>
                      <a:pt x="6" y="4"/>
                    </a:lnTo>
                    <a:lnTo>
                      <a:pt x="6" y="4"/>
                    </a:lnTo>
                    <a:lnTo>
                      <a:pt x="6" y="4"/>
                    </a:lnTo>
                    <a:lnTo>
                      <a:pt x="6" y="4"/>
                    </a:lnTo>
                    <a:lnTo>
                      <a:pt x="6" y="0"/>
                    </a:lnTo>
                    <a:lnTo>
                      <a:pt x="10" y="0"/>
                    </a:lnTo>
                    <a:lnTo>
                      <a:pt x="10" y="0"/>
                    </a:lnTo>
                    <a:lnTo>
                      <a:pt x="10" y="0"/>
                    </a:lnTo>
                    <a:lnTo>
                      <a:pt x="10" y="0"/>
                    </a:lnTo>
                    <a:lnTo>
                      <a:pt x="10" y="0"/>
                    </a:lnTo>
                    <a:lnTo>
                      <a:pt x="10" y="0"/>
                    </a:lnTo>
                    <a:lnTo>
                      <a:pt x="10" y="0"/>
                    </a:lnTo>
                    <a:lnTo>
                      <a:pt x="14" y="0"/>
                    </a:lnTo>
                    <a:lnTo>
                      <a:pt x="14" y="0"/>
                    </a:lnTo>
                    <a:lnTo>
                      <a:pt x="14" y="0"/>
                    </a:lnTo>
                    <a:lnTo>
                      <a:pt x="18" y="0"/>
                    </a:lnTo>
                    <a:lnTo>
                      <a:pt x="18" y="0"/>
                    </a:lnTo>
                    <a:lnTo>
                      <a:pt x="18" y="0"/>
                    </a:lnTo>
                    <a:lnTo>
                      <a:pt x="18" y="0"/>
                    </a:lnTo>
                    <a:lnTo>
                      <a:pt x="22" y="0"/>
                    </a:lnTo>
                    <a:lnTo>
                      <a:pt x="22" y="0"/>
                    </a:lnTo>
                    <a:lnTo>
                      <a:pt x="22" y="0"/>
                    </a:lnTo>
                    <a:lnTo>
                      <a:pt x="26" y="0"/>
                    </a:lnTo>
                    <a:lnTo>
                      <a:pt x="26" y="0"/>
                    </a:lnTo>
                    <a:lnTo>
                      <a:pt x="26" y="4"/>
                    </a:lnTo>
                    <a:lnTo>
                      <a:pt x="28" y="4"/>
                    </a:lnTo>
                    <a:lnTo>
                      <a:pt x="28" y="4"/>
                    </a:lnTo>
                    <a:lnTo>
                      <a:pt x="28" y="4"/>
                    </a:lnTo>
                    <a:lnTo>
                      <a:pt x="28" y="4"/>
                    </a:lnTo>
                    <a:lnTo>
                      <a:pt x="32" y="4"/>
                    </a:lnTo>
                    <a:lnTo>
                      <a:pt x="32" y="4"/>
                    </a:lnTo>
                    <a:lnTo>
                      <a:pt x="32" y="4"/>
                    </a:lnTo>
                    <a:lnTo>
                      <a:pt x="32" y="4"/>
                    </a:lnTo>
                    <a:lnTo>
                      <a:pt x="32" y="4"/>
                    </a:lnTo>
                    <a:lnTo>
                      <a:pt x="32" y="0"/>
                    </a:lnTo>
                    <a:lnTo>
                      <a:pt x="32" y="0"/>
                    </a:lnTo>
                    <a:lnTo>
                      <a:pt x="36" y="0"/>
                    </a:lnTo>
                    <a:lnTo>
                      <a:pt x="40" y="4"/>
                    </a:lnTo>
                    <a:lnTo>
                      <a:pt x="40" y="4"/>
                    </a:lnTo>
                    <a:lnTo>
                      <a:pt x="40" y="4"/>
                    </a:lnTo>
                    <a:lnTo>
                      <a:pt x="40" y="4"/>
                    </a:lnTo>
                    <a:lnTo>
                      <a:pt x="40" y="8"/>
                    </a:lnTo>
                    <a:lnTo>
                      <a:pt x="40" y="8"/>
                    </a:lnTo>
                    <a:lnTo>
                      <a:pt x="44" y="8"/>
                    </a:lnTo>
                    <a:lnTo>
                      <a:pt x="44" y="8"/>
                    </a:lnTo>
                    <a:lnTo>
                      <a:pt x="44" y="8"/>
                    </a:lnTo>
                    <a:lnTo>
                      <a:pt x="44" y="8"/>
                    </a:lnTo>
                    <a:lnTo>
                      <a:pt x="48" y="8"/>
                    </a:lnTo>
                    <a:lnTo>
                      <a:pt x="48" y="4"/>
                    </a:lnTo>
                    <a:lnTo>
                      <a:pt x="48" y="8"/>
                    </a:lnTo>
                    <a:lnTo>
                      <a:pt x="52" y="8"/>
                    </a:lnTo>
                    <a:lnTo>
                      <a:pt x="52" y="8"/>
                    </a:lnTo>
                    <a:lnTo>
                      <a:pt x="48" y="8"/>
                    </a:lnTo>
                    <a:lnTo>
                      <a:pt x="48" y="8"/>
                    </a:lnTo>
                    <a:lnTo>
                      <a:pt x="48" y="12"/>
                    </a:lnTo>
                    <a:lnTo>
                      <a:pt x="48" y="12"/>
                    </a:lnTo>
                    <a:lnTo>
                      <a:pt x="48" y="14"/>
                    </a:lnTo>
                    <a:lnTo>
                      <a:pt x="48" y="14"/>
                    </a:lnTo>
                    <a:lnTo>
                      <a:pt x="48" y="18"/>
                    </a:lnTo>
                    <a:lnTo>
                      <a:pt x="48" y="18"/>
                    </a:lnTo>
                    <a:lnTo>
                      <a:pt x="48" y="18"/>
                    </a:lnTo>
                    <a:lnTo>
                      <a:pt x="48" y="18"/>
                    </a:lnTo>
                    <a:lnTo>
                      <a:pt x="48" y="18"/>
                    </a:lnTo>
                    <a:lnTo>
                      <a:pt x="52" y="22"/>
                    </a:lnTo>
                    <a:lnTo>
                      <a:pt x="52" y="22"/>
                    </a:lnTo>
                    <a:lnTo>
                      <a:pt x="52" y="22"/>
                    </a:lnTo>
                    <a:lnTo>
                      <a:pt x="52" y="22"/>
                    </a:lnTo>
                    <a:lnTo>
                      <a:pt x="52" y="26"/>
                    </a:lnTo>
                    <a:lnTo>
                      <a:pt x="52" y="26"/>
                    </a:lnTo>
                    <a:lnTo>
                      <a:pt x="52" y="26"/>
                    </a:lnTo>
                    <a:lnTo>
                      <a:pt x="48" y="26"/>
                    </a:lnTo>
                    <a:lnTo>
                      <a:pt x="48" y="22"/>
                    </a:lnTo>
                    <a:lnTo>
                      <a:pt x="48" y="22"/>
                    </a:lnTo>
                    <a:lnTo>
                      <a:pt x="48" y="26"/>
                    </a:lnTo>
                    <a:lnTo>
                      <a:pt x="48" y="26"/>
                    </a:lnTo>
                    <a:lnTo>
                      <a:pt x="52" y="26"/>
                    </a:lnTo>
                    <a:lnTo>
                      <a:pt x="52" y="30"/>
                    </a:lnTo>
                    <a:lnTo>
                      <a:pt x="52" y="30"/>
                    </a:lnTo>
                    <a:lnTo>
                      <a:pt x="52" y="30"/>
                    </a:lnTo>
                    <a:lnTo>
                      <a:pt x="52" y="30"/>
                    </a:lnTo>
                    <a:lnTo>
                      <a:pt x="52" y="30"/>
                    </a:lnTo>
                    <a:lnTo>
                      <a:pt x="52" y="34"/>
                    </a:lnTo>
                    <a:lnTo>
                      <a:pt x="52" y="34"/>
                    </a:lnTo>
                    <a:lnTo>
                      <a:pt x="52" y="34"/>
                    </a:lnTo>
                    <a:lnTo>
                      <a:pt x="48" y="34"/>
                    </a:lnTo>
                    <a:lnTo>
                      <a:pt x="48" y="34"/>
                    </a:lnTo>
                    <a:lnTo>
                      <a:pt x="48" y="34"/>
                    </a:lnTo>
                    <a:lnTo>
                      <a:pt x="44" y="34"/>
                    </a:lnTo>
                    <a:lnTo>
                      <a:pt x="44" y="34"/>
                    </a:lnTo>
                    <a:lnTo>
                      <a:pt x="44" y="34"/>
                    </a:lnTo>
                    <a:lnTo>
                      <a:pt x="44" y="34"/>
                    </a:lnTo>
                    <a:lnTo>
                      <a:pt x="44" y="34"/>
                    </a:lnTo>
                    <a:lnTo>
                      <a:pt x="44" y="34"/>
                    </a:lnTo>
                    <a:lnTo>
                      <a:pt x="44" y="38"/>
                    </a:lnTo>
                    <a:lnTo>
                      <a:pt x="44" y="38"/>
                    </a:lnTo>
                    <a:lnTo>
                      <a:pt x="44" y="38"/>
                    </a:lnTo>
                    <a:lnTo>
                      <a:pt x="44" y="38"/>
                    </a:lnTo>
                    <a:lnTo>
                      <a:pt x="44" y="38"/>
                    </a:lnTo>
                    <a:lnTo>
                      <a:pt x="44" y="38"/>
                    </a:lnTo>
                    <a:lnTo>
                      <a:pt x="44" y="38"/>
                    </a:lnTo>
                    <a:lnTo>
                      <a:pt x="44" y="38"/>
                    </a:lnTo>
                    <a:lnTo>
                      <a:pt x="40" y="38"/>
                    </a:lnTo>
                    <a:lnTo>
                      <a:pt x="40" y="38"/>
                    </a:lnTo>
                    <a:lnTo>
                      <a:pt x="40" y="40"/>
                    </a:lnTo>
                    <a:lnTo>
                      <a:pt x="40" y="40"/>
                    </a:lnTo>
                    <a:lnTo>
                      <a:pt x="40" y="40"/>
                    </a:lnTo>
                    <a:lnTo>
                      <a:pt x="40" y="40"/>
                    </a:lnTo>
                    <a:lnTo>
                      <a:pt x="40" y="44"/>
                    </a:lnTo>
                    <a:lnTo>
                      <a:pt x="36" y="44"/>
                    </a:lnTo>
                    <a:lnTo>
                      <a:pt x="36" y="44"/>
                    </a:lnTo>
                    <a:lnTo>
                      <a:pt x="36" y="44"/>
                    </a:lnTo>
                    <a:lnTo>
                      <a:pt x="36" y="44"/>
                    </a:lnTo>
                    <a:lnTo>
                      <a:pt x="36" y="48"/>
                    </a:lnTo>
                    <a:lnTo>
                      <a:pt x="36" y="48"/>
                    </a:lnTo>
                    <a:lnTo>
                      <a:pt x="36" y="48"/>
                    </a:lnTo>
                    <a:lnTo>
                      <a:pt x="36" y="48"/>
                    </a:lnTo>
                    <a:lnTo>
                      <a:pt x="36" y="52"/>
                    </a:lnTo>
                    <a:lnTo>
                      <a:pt x="36" y="52"/>
                    </a:lnTo>
                    <a:lnTo>
                      <a:pt x="36" y="52"/>
                    </a:lnTo>
                    <a:lnTo>
                      <a:pt x="36" y="52"/>
                    </a:lnTo>
                    <a:lnTo>
                      <a:pt x="36" y="52"/>
                    </a:lnTo>
                    <a:lnTo>
                      <a:pt x="36" y="52"/>
                    </a:lnTo>
                    <a:lnTo>
                      <a:pt x="36" y="52"/>
                    </a:lnTo>
                    <a:lnTo>
                      <a:pt x="36" y="52"/>
                    </a:lnTo>
                    <a:lnTo>
                      <a:pt x="32" y="52"/>
                    </a:lnTo>
                    <a:lnTo>
                      <a:pt x="32" y="52"/>
                    </a:lnTo>
                    <a:lnTo>
                      <a:pt x="32" y="52"/>
                    </a:lnTo>
                    <a:lnTo>
                      <a:pt x="32" y="48"/>
                    </a:lnTo>
                    <a:lnTo>
                      <a:pt x="28" y="48"/>
                    </a:lnTo>
                    <a:lnTo>
                      <a:pt x="28" y="48"/>
                    </a:lnTo>
                    <a:lnTo>
                      <a:pt x="28" y="48"/>
                    </a:lnTo>
                    <a:lnTo>
                      <a:pt x="28" y="44"/>
                    </a:lnTo>
                    <a:lnTo>
                      <a:pt x="28" y="44"/>
                    </a:lnTo>
                    <a:lnTo>
                      <a:pt x="26" y="44"/>
                    </a:lnTo>
                    <a:lnTo>
                      <a:pt x="26" y="44"/>
                    </a:lnTo>
                    <a:lnTo>
                      <a:pt x="26" y="44"/>
                    </a:lnTo>
                    <a:lnTo>
                      <a:pt x="26" y="44"/>
                    </a:lnTo>
                    <a:lnTo>
                      <a:pt x="26" y="44"/>
                    </a:lnTo>
                    <a:lnTo>
                      <a:pt x="26"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99" name="Freeform 93"/>
              <p:cNvSpPr>
                <a:spLocks/>
              </p:cNvSpPr>
              <p:nvPr/>
            </p:nvSpPr>
            <p:spPr bwMode="gray">
              <a:xfrm>
                <a:off x="5349561" y="3135243"/>
                <a:ext cx="156534" cy="104356"/>
              </a:xfrm>
              <a:custGeom>
                <a:avLst/>
                <a:gdLst>
                  <a:gd name="T0" fmla="*/ 8 w 90"/>
                  <a:gd name="T1" fmla="*/ 52 h 60"/>
                  <a:gd name="T2" fmla="*/ 8 w 90"/>
                  <a:gd name="T3" fmla="*/ 48 h 60"/>
                  <a:gd name="T4" fmla="*/ 0 w 90"/>
                  <a:gd name="T5" fmla="*/ 40 h 60"/>
                  <a:gd name="T6" fmla="*/ 4 w 90"/>
                  <a:gd name="T7" fmla="*/ 38 h 60"/>
                  <a:gd name="T8" fmla="*/ 0 w 90"/>
                  <a:gd name="T9" fmla="*/ 30 h 60"/>
                  <a:gd name="T10" fmla="*/ 8 w 90"/>
                  <a:gd name="T11" fmla="*/ 22 h 60"/>
                  <a:gd name="T12" fmla="*/ 8 w 90"/>
                  <a:gd name="T13" fmla="*/ 20 h 60"/>
                  <a:gd name="T14" fmla="*/ 0 w 90"/>
                  <a:gd name="T15" fmla="*/ 12 h 60"/>
                  <a:gd name="T16" fmla="*/ 4 w 90"/>
                  <a:gd name="T17" fmla="*/ 0 h 60"/>
                  <a:gd name="T18" fmla="*/ 8 w 90"/>
                  <a:gd name="T19" fmla="*/ 4 h 60"/>
                  <a:gd name="T20" fmla="*/ 8 w 90"/>
                  <a:gd name="T21" fmla="*/ 4 h 60"/>
                  <a:gd name="T22" fmla="*/ 8 w 90"/>
                  <a:gd name="T23" fmla="*/ 8 h 60"/>
                  <a:gd name="T24" fmla="*/ 12 w 90"/>
                  <a:gd name="T25" fmla="*/ 8 h 60"/>
                  <a:gd name="T26" fmla="*/ 16 w 90"/>
                  <a:gd name="T27" fmla="*/ 8 h 60"/>
                  <a:gd name="T28" fmla="*/ 26 w 90"/>
                  <a:gd name="T29" fmla="*/ 12 h 60"/>
                  <a:gd name="T30" fmla="*/ 26 w 90"/>
                  <a:gd name="T31" fmla="*/ 12 h 60"/>
                  <a:gd name="T32" fmla="*/ 30 w 90"/>
                  <a:gd name="T33" fmla="*/ 12 h 60"/>
                  <a:gd name="T34" fmla="*/ 34 w 90"/>
                  <a:gd name="T35" fmla="*/ 12 h 60"/>
                  <a:gd name="T36" fmla="*/ 42 w 90"/>
                  <a:gd name="T37" fmla="*/ 12 h 60"/>
                  <a:gd name="T38" fmla="*/ 46 w 90"/>
                  <a:gd name="T39" fmla="*/ 12 h 60"/>
                  <a:gd name="T40" fmla="*/ 54 w 90"/>
                  <a:gd name="T41" fmla="*/ 8 h 60"/>
                  <a:gd name="T42" fmla="*/ 56 w 90"/>
                  <a:gd name="T43" fmla="*/ 4 h 60"/>
                  <a:gd name="T44" fmla="*/ 64 w 90"/>
                  <a:gd name="T45" fmla="*/ 4 h 60"/>
                  <a:gd name="T46" fmla="*/ 68 w 90"/>
                  <a:gd name="T47" fmla="*/ 4 h 60"/>
                  <a:gd name="T48" fmla="*/ 76 w 90"/>
                  <a:gd name="T49" fmla="*/ 4 h 60"/>
                  <a:gd name="T50" fmla="*/ 80 w 90"/>
                  <a:gd name="T51" fmla="*/ 8 h 60"/>
                  <a:gd name="T52" fmla="*/ 80 w 90"/>
                  <a:gd name="T53" fmla="*/ 8 h 60"/>
                  <a:gd name="T54" fmla="*/ 86 w 90"/>
                  <a:gd name="T55" fmla="*/ 12 h 60"/>
                  <a:gd name="T56" fmla="*/ 90 w 90"/>
                  <a:gd name="T57" fmla="*/ 16 h 60"/>
                  <a:gd name="T58" fmla="*/ 86 w 90"/>
                  <a:gd name="T59" fmla="*/ 20 h 60"/>
                  <a:gd name="T60" fmla="*/ 82 w 90"/>
                  <a:gd name="T61" fmla="*/ 16 h 60"/>
                  <a:gd name="T62" fmla="*/ 80 w 90"/>
                  <a:gd name="T63" fmla="*/ 22 h 60"/>
                  <a:gd name="T64" fmla="*/ 80 w 90"/>
                  <a:gd name="T65" fmla="*/ 26 h 60"/>
                  <a:gd name="T66" fmla="*/ 76 w 90"/>
                  <a:gd name="T67" fmla="*/ 30 h 60"/>
                  <a:gd name="T68" fmla="*/ 72 w 90"/>
                  <a:gd name="T69" fmla="*/ 38 h 60"/>
                  <a:gd name="T70" fmla="*/ 76 w 90"/>
                  <a:gd name="T71" fmla="*/ 40 h 60"/>
                  <a:gd name="T72" fmla="*/ 80 w 90"/>
                  <a:gd name="T73" fmla="*/ 44 h 60"/>
                  <a:gd name="T74" fmla="*/ 80 w 90"/>
                  <a:gd name="T75" fmla="*/ 44 h 60"/>
                  <a:gd name="T76" fmla="*/ 72 w 90"/>
                  <a:gd name="T77" fmla="*/ 44 h 60"/>
                  <a:gd name="T78" fmla="*/ 68 w 90"/>
                  <a:gd name="T79" fmla="*/ 40 h 60"/>
                  <a:gd name="T80" fmla="*/ 60 w 90"/>
                  <a:gd name="T81" fmla="*/ 44 h 60"/>
                  <a:gd name="T82" fmla="*/ 56 w 90"/>
                  <a:gd name="T83" fmla="*/ 48 h 60"/>
                  <a:gd name="T84" fmla="*/ 56 w 90"/>
                  <a:gd name="T85" fmla="*/ 52 h 60"/>
                  <a:gd name="T86" fmla="*/ 54 w 90"/>
                  <a:gd name="T87" fmla="*/ 52 h 60"/>
                  <a:gd name="T88" fmla="*/ 54 w 90"/>
                  <a:gd name="T89" fmla="*/ 56 h 60"/>
                  <a:gd name="T90" fmla="*/ 46 w 90"/>
                  <a:gd name="T91" fmla="*/ 60 h 60"/>
                  <a:gd name="T92" fmla="*/ 42 w 90"/>
                  <a:gd name="T93" fmla="*/ 60 h 60"/>
                  <a:gd name="T94" fmla="*/ 34 w 90"/>
                  <a:gd name="T95" fmla="*/ 56 h 60"/>
                  <a:gd name="T96" fmla="*/ 26 w 90"/>
                  <a:gd name="T97" fmla="*/ 52 h 60"/>
                  <a:gd name="T98" fmla="*/ 24 w 90"/>
                  <a:gd name="T99" fmla="*/ 56 h 60"/>
                  <a:gd name="T100" fmla="*/ 20 w 90"/>
                  <a:gd name="T101" fmla="*/ 56 h 60"/>
                  <a:gd name="T102" fmla="*/ 12 w 90"/>
                  <a:gd name="T103" fmla="*/ 56 h 60"/>
                  <a:gd name="T104" fmla="*/ 8 w 90"/>
                  <a:gd name="T105" fmla="*/ 5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0" h="60">
                    <a:moveTo>
                      <a:pt x="8" y="56"/>
                    </a:moveTo>
                    <a:lnTo>
                      <a:pt x="8" y="56"/>
                    </a:lnTo>
                    <a:lnTo>
                      <a:pt x="8" y="56"/>
                    </a:lnTo>
                    <a:lnTo>
                      <a:pt x="8" y="56"/>
                    </a:lnTo>
                    <a:lnTo>
                      <a:pt x="8" y="52"/>
                    </a:lnTo>
                    <a:lnTo>
                      <a:pt x="8" y="52"/>
                    </a:lnTo>
                    <a:lnTo>
                      <a:pt x="8" y="52"/>
                    </a:lnTo>
                    <a:lnTo>
                      <a:pt x="8" y="52"/>
                    </a:lnTo>
                    <a:lnTo>
                      <a:pt x="8" y="48"/>
                    </a:lnTo>
                    <a:lnTo>
                      <a:pt x="8" y="48"/>
                    </a:lnTo>
                    <a:lnTo>
                      <a:pt x="8" y="48"/>
                    </a:lnTo>
                    <a:lnTo>
                      <a:pt x="8" y="48"/>
                    </a:lnTo>
                    <a:lnTo>
                      <a:pt x="8" y="48"/>
                    </a:lnTo>
                    <a:lnTo>
                      <a:pt x="8" y="44"/>
                    </a:lnTo>
                    <a:lnTo>
                      <a:pt x="8" y="44"/>
                    </a:lnTo>
                    <a:lnTo>
                      <a:pt x="4" y="44"/>
                    </a:lnTo>
                    <a:lnTo>
                      <a:pt x="4" y="40"/>
                    </a:lnTo>
                    <a:lnTo>
                      <a:pt x="0" y="40"/>
                    </a:lnTo>
                    <a:lnTo>
                      <a:pt x="0" y="40"/>
                    </a:lnTo>
                    <a:lnTo>
                      <a:pt x="0" y="38"/>
                    </a:lnTo>
                    <a:lnTo>
                      <a:pt x="0" y="38"/>
                    </a:lnTo>
                    <a:lnTo>
                      <a:pt x="0" y="38"/>
                    </a:lnTo>
                    <a:lnTo>
                      <a:pt x="0" y="38"/>
                    </a:lnTo>
                    <a:lnTo>
                      <a:pt x="4" y="38"/>
                    </a:lnTo>
                    <a:lnTo>
                      <a:pt x="4" y="34"/>
                    </a:lnTo>
                    <a:lnTo>
                      <a:pt x="4" y="34"/>
                    </a:lnTo>
                    <a:lnTo>
                      <a:pt x="0" y="34"/>
                    </a:lnTo>
                    <a:lnTo>
                      <a:pt x="0" y="34"/>
                    </a:lnTo>
                    <a:lnTo>
                      <a:pt x="0" y="34"/>
                    </a:lnTo>
                    <a:lnTo>
                      <a:pt x="0" y="30"/>
                    </a:lnTo>
                    <a:lnTo>
                      <a:pt x="0" y="26"/>
                    </a:lnTo>
                    <a:lnTo>
                      <a:pt x="4" y="26"/>
                    </a:lnTo>
                    <a:lnTo>
                      <a:pt x="4" y="26"/>
                    </a:lnTo>
                    <a:lnTo>
                      <a:pt x="4" y="26"/>
                    </a:lnTo>
                    <a:lnTo>
                      <a:pt x="4" y="26"/>
                    </a:lnTo>
                    <a:lnTo>
                      <a:pt x="8" y="22"/>
                    </a:lnTo>
                    <a:lnTo>
                      <a:pt x="8" y="22"/>
                    </a:lnTo>
                    <a:lnTo>
                      <a:pt x="8" y="22"/>
                    </a:lnTo>
                    <a:lnTo>
                      <a:pt x="8" y="22"/>
                    </a:lnTo>
                    <a:lnTo>
                      <a:pt x="8" y="22"/>
                    </a:lnTo>
                    <a:lnTo>
                      <a:pt x="8" y="20"/>
                    </a:lnTo>
                    <a:lnTo>
                      <a:pt x="8" y="20"/>
                    </a:lnTo>
                    <a:lnTo>
                      <a:pt x="4" y="20"/>
                    </a:lnTo>
                    <a:lnTo>
                      <a:pt x="4" y="20"/>
                    </a:lnTo>
                    <a:lnTo>
                      <a:pt x="4" y="20"/>
                    </a:lnTo>
                    <a:lnTo>
                      <a:pt x="4" y="16"/>
                    </a:lnTo>
                    <a:lnTo>
                      <a:pt x="4" y="16"/>
                    </a:lnTo>
                    <a:lnTo>
                      <a:pt x="0" y="12"/>
                    </a:lnTo>
                    <a:lnTo>
                      <a:pt x="0" y="8"/>
                    </a:lnTo>
                    <a:lnTo>
                      <a:pt x="0" y="4"/>
                    </a:lnTo>
                    <a:lnTo>
                      <a:pt x="4" y="4"/>
                    </a:lnTo>
                    <a:lnTo>
                      <a:pt x="4" y="4"/>
                    </a:lnTo>
                    <a:lnTo>
                      <a:pt x="4" y="4"/>
                    </a:lnTo>
                    <a:lnTo>
                      <a:pt x="4" y="0"/>
                    </a:lnTo>
                    <a:lnTo>
                      <a:pt x="4" y="0"/>
                    </a:lnTo>
                    <a:lnTo>
                      <a:pt x="4" y="0"/>
                    </a:lnTo>
                    <a:lnTo>
                      <a:pt x="4" y="0"/>
                    </a:lnTo>
                    <a:lnTo>
                      <a:pt x="8" y="4"/>
                    </a:lnTo>
                    <a:lnTo>
                      <a:pt x="8" y="4"/>
                    </a:lnTo>
                    <a:lnTo>
                      <a:pt x="8" y="4"/>
                    </a:lnTo>
                    <a:lnTo>
                      <a:pt x="8" y="4"/>
                    </a:lnTo>
                    <a:lnTo>
                      <a:pt x="8" y="4"/>
                    </a:lnTo>
                    <a:lnTo>
                      <a:pt x="8" y="4"/>
                    </a:lnTo>
                    <a:lnTo>
                      <a:pt x="8" y="4"/>
                    </a:lnTo>
                    <a:lnTo>
                      <a:pt x="8" y="4"/>
                    </a:lnTo>
                    <a:lnTo>
                      <a:pt x="8" y="4"/>
                    </a:lnTo>
                    <a:lnTo>
                      <a:pt x="8" y="4"/>
                    </a:lnTo>
                    <a:lnTo>
                      <a:pt x="8" y="8"/>
                    </a:lnTo>
                    <a:lnTo>
                      <a:pt x="8" y="8"/>
                    </a:lnTo>
                    <a:lnTo>
                      <a:pt x="8" y="8"/>
                    </a:lnTo>
                    <a:lnTo>
                      <a:pt x="8" y="8"/>
                    </a:lnTo>
                    <a:lnTo>
                      <a:pt x="8" y="8"/>
                    </a:lnTo>
                    <a:lnTo>
                      <a:pt x="12" y="8"/>
                    </a:lnTo>
                    <a:lnTo>
                      <a:pt x="12" y="8"/>
                    </a:lnTo>
                    <a:lnTo>
                      <a:pt x="12" y="8"/>
                    </a:lnTo>
                    <a:lnTo>
                      <a:pt x="12" y="8"/>
                    </a:lnTo>
                    <a:lnTo>
                      <a:pt x="12" y="8"/>
                    </a:lnTo>
                    <a:lnTo>
                      <a:pt x="12" y="8"/>
                    </a:lnTo>
                    <a:lnTo>
                      <a:pt x="12" y="8"/>
                    </a:lnTo>
                    <a:lnTo>
                      <a:pt x="16" y="8"/>
                    </a:lnTo>
                    <a:lnTo>
                      <a:pt x="16" y="8"/>
                    </a:lnTo>
                    <a:lnTo>
                      <a:pt x="16" y="8"/>
                    </a:lnTo>
                    <a:lnTo>
                      <a:pt x="16" y="8"/>
                    </a:lnTo>
                    <a:lnTo>
                      <a:pt x="16" y="8"/>
                    </a:lnTo>
                    <a:lnTo>
                      <a:pt x="20" y="8"/>
                    </a:lnTo>
                    <a:lnTo>
                      <a:pt x="20" y="12"/>
                    </a:lnTo>
                    <a:lnTo>
                      <a:pt x="20" y="12"/>
                    </a:lnTo>
                    <a:lnTo>
                      <a:pt x="24" y="12"/>
                    </a:lnTo>
                    <a:lnTo>
                      <a:pt x="24" y="12"/>
                    </a:lnTo>
                    <a:lnTo>
                      <a:pt x="26" y="12"/>
                    </a:lnTo>
                    <a:lnTo>
                      <a:pt x="26" y="12"/>
                    </a:lnTo>
                    <a:lnTo>
                      <a:pt x="26" y="12"/>
                    </a:lnTo>
                    <a:lnTo>
                      <a:pt x="26" y="12"/>
                    </a:lnTo>
                    <a:lnTo>
                      <a:pt x="26" y="12"/>
                    </a:lnTo>
                    <a:lnTo>
                      <a:pt x="26" y="12"/>
                    </a:lnTo>
                    <a:lnTo>
                      <a:pt x="26" y="12"/>
                    </a:lnTo>
                    <a:lnTo>
                      <a:pt x="26" y="12"/>
                    </a:lnTo>
                    <a:lnTo>
                      <a:pt x="26" y="12"/>
                    </a:lnTo>
                    <a:lnTo>
                      <a:pt x="30" y="12"/>
                    </a:lnTo>
                    <a:lnTo>
                      <a:pt x="30" y="12"/>
                    </a:lnTo>
                    <a:lnTo>
                      <a:pt x="30" y="12"/>
                    </a:lnTo>
                    <a:lnTo>
                      <a:pt x="30" y="12"/>
                    </a:lnTo>
                    <a:lnTo>
                      <a:pt x="30" y="12"/>
                    </a:lnTo>
                    <a:lnTo>
                      <a:pt x="30" y="12"/>
                    </a:lnTo>
                    <a:lnTo>
                      <a:pt x="30" y="12"/>
                    </a:lnTo>
                    <a:lnTo>
                      <a:pt x="34" y="12"/>
                    </a:lnTo>
                    <a:lnTo>
                      <a:pt x="34" y="12"/>
                    </a:lnTo>
                    <a:lnTo>
                      <a:pt x="34" y="12"/>
                    </a:lnTo>
                    <a:lnTo>
                      <a:pt x="34" y="12"/>
                    </a:lnTo>
                    <a:lnTo>
                      <a:pt x="38" y="12"/>
                    </a:lnTo>
                    <a:lnTo>
                      <a:pt x="42" y="12"/>
                    </a:lnTo>
                    <a:lnTo>
                      <a:pt x="42" y="12"/>
                    </a:lnTo>
                    <a:lnTo>
                      <a:pt x="42" y="12"/>
                    </a:lnTo>
                    <a:lnTo>
                      <a:pt x="42" y="12"/>
                    </a:lnTo>
                    <a:lnTo>
                      <a:pt x="42" y="12"/>
                    </a:lnTo>
                    <a:lnTo>
                      <a:pt x="46" y="12"/>
                    </a:lnTo>
                    <a:lnTo>
                      <a:pt x="46" y="12"/>
                    </a:lnTo>
                    <a:lnTo>
                      <a:pt x="46" y="12"/>
                    </a:lnTo>
                    <a:lnTo>
                      <a:pt x="46" y="12"/>
                    </a:lnTo>
                    <a:lnTo>
                      <a:pt x="46" y="12"/>
                    </a:lnTo>
                    <a:lnTo>
                      <a:pt x="50" y="12"/>
                    </a:lnTo>
                    <a:lnTo>
                      <a:pt x="50" y="12"/>
                    </a:lnTo>
                    <a:lnTo>
                      <a:pt x="50" y="12"/>
                    </a:lnTo>
                    <a:lnTo>
                      <a:pt x="50" y="12"/>
                    </a:lnTo>
                    <a:lnTo>
                      <a:pt x="50" y="8"/>
                    </a:lnTo>
                    <a:lnTo>
                      <a:pt x="54" y="8"/>
                    </a:lnTo>
                    <a:lnTo>
                      <a:pt x="54" y="8"/>
                    </a:lnTo>
                    <a:lnTo>
                      <a:pt x="54" y="8"/>
                    </a:lnTo>
                    <a:lnTo>
                      <a:pt x="56" y="4"/>
                    </a:lnTo>
                    <a:lnTo>
                      <a:pt x="56" y="4"/>
                    </a:lnTo>
                    <a:lnTo>
                      <a:pt x="56" y="4"/>
                    </a:lnTo>
                    <a:lnTo>
                      <a:pt x="56" y="4"/>
                    </a:lnTo>
                    <a:lnTo>
                      <a:pt x="56" y="4"/>
                    </a:lnTo>
                    <a:lnTo>
                      <a:pt x="60" y="4"/>
                    </a:lnTo>
                    <a:lnTo>
                      <a:pt x="64" y="4"/>
                    </a:lnTo>
                    <a:lnTo>
                      <a:pt x="64" y="4"/>
                    </a:lnTo>
                    <a:lnTo>
                      <a:pt x="64" y="4"/>
                    </a:lnTo>
                    <a:lnTo>
                      <a:pt x="64" y="4"/>
                    </a:lnTo>
                    <a:lnTo>
                      <a:pt x="68" y="4"/>
                    </a:lnTo>
                    <a:lnTo>
                      <a:pt x="68" y="4"/>
                    </a:lnTo>
                    <a:lnTo>
                      <a:pt x="68" y="4"/>
                    </a:lnTo>
                    <a:lnTo>
                      <a:pt x="68" y="4"/>
                    </a:lnTo>
                    <a:lnTo>
                      <a:pt x="68" y="4"/>
                    </a:lnTo>
                    <a:lnTo>
                      <a:pt x="68" y="4"/>
                    </a:lnTo>
                    <a:lnTo>
                      <a:pt x="68" y="4"/>
                    </a:lnTo>
                    <a:lnTo>
                      <a:pt x="72" y="4"/>
                    </a:lnTo>
                    <a:lnTo>
                      <a:pt x="72" y="4"/>
                    </a:lnTo>
                    <a:lnTo>
                      <a:pt x="72" y="4"/>
                    </a:lnTo>
                    <a:lnTo>
                      <a:pt x="72" y="4"/>
                    </a:lnTo>
                    <a:lnTo>
                      <a:pt x="76" y="4"/>
                    </a:lnTo>
                    <a:lnTo>
                      <a:pt x="76" y="4"/>
                    </a:lnTo>
                    <a:lnTo>
                      <a:pt x="76" y="4"/>
                    </a:lnTo>
                    <a:lnTo>
                      <a:pt x="76" y="4"/>
                    </a:lnTo>
                    <a:lnTo>
                      <a:pt x="76" y="8"/>
                    </a:lnTo>
                    <a:lnTo>
                      <a:pt x="76" y="8"/>
                    </a:lnTo>
                    <a:lnTo>
                      <a:pt x="80" y="8"/>
                    </a:lnTo>
                    <a:lnTo>
                      <a:pt x="80" y="8"/>
                    </a:lnTo>
                    <a:lnTo>
                      <a:pt x="80" y="8"/>
                    </a:lnTo>
                    <a:lnTo>
                      <a:pt x="80" y="4"/>
                    </a:lnTo>
                    <a:lnTo>
                      <a:pt x="80" y="8"/>
                    </a:lnTo>
                    <a:lnTo>
                      <a:pt x="80" y="8"/>
                    </a:lnTo>
                    <a:lnTo>
                      <a:pt x="80" y="8"/>
                    </a:lnTo>
                    <a:lnTo>
                      <a:pt x="80" y="8"/>
                    </a:lnTo>
                    <a:lnTo>
                      <a:pt x="82" y="8"/>
                    </a:lnTo>
                    <a:lnTo>
                      <a:pt x="82" y="12"/>
                    </a:lnTo>
                    <a:lnTo>
                      <a:pt x="82" y="12"/>
                    </a:lnTo>
                    <a:lnTo>
                      <a:pt x="82" y="12"/>
                    </a:lnTo>
                    <a:lnTo>
                      <a:pt x="86" y="12"/>
                    </a:lnTo>
                    <a:lnTo>
                      <a:pt x="86" y="12"/>
                    </a:lnTo>
                    <a:lnTo>
                      <a:pt x="86" y="12"/>
                    </a:lnTo>
                    <a:lnTo>
                      <a:pt x="86" y="12"/>
                    </a:lnTo>
                    <a:lnTo>
                      <a:pt x="86" y="12"/>
                    </a:lnTo>
                    <a:lnTo>
                      <a:pt x="86" y="16"/>
                    </a:lnTo>
                    <a:lnTo>
                      <a:pt x="90" y="16"/>
                    </a:lnTo>
                    <a:lnTo>
                      <a:pt x="90" y="16"/>
                    </a:lnTo>
                    <a:lnTo>
                      <a:pt x="90" y="16"/>
                    </a:lnTo>
                    <a:lnTo>
                      <a:pt x="86" y="16"/>
                    </a:lnTo>
                    <a:lnTo>
                      <a:pt x="86" y="16"/>
                    </a:lnTo>
                    <a:lnTo>
                      <a:pt x="86" y="16"/>
                    </a:lnTo>
                    <a:lnTo>
                      <a:pt x="86" y="20"/>
                    </a:lnTo>
                    <a:lnTo>
                      <a:pt x="86" y="20"/>
                    </a:lnTo>
                    <a:lnTo>
                      <a:pt x="86" y="20"/>
                    </a:lnTo>
                    <a:lnTo>
                      <a:pt x="86" y="20"/>
                    </a:lnTo>
                    <a:lnTo>
                      <a:pt x="86" y="20"/>
                    </a:lnTo>
                    <a:lnTo>
                      <a:pt x="86" y="16"/>
                    </a:lnTo>
                    <a:lnTo>
                      <a:pt x="82" y="16"/>
                    </a:lnTo>
                    <a:lnTo>
                      <a:pt x="82" y="20"/>
                    </a:lnTo>
                    <a:lnTo>
                      <a:pt x="82" y="20"/>
                    </a:lnTo>
                    <a:lnTo>
                      <a:pt x="82" y="20"/>
                    </a:lnTo>
                    <a:lnTo>
                      <a:pt x="82" y="20"/>
                    </a:lnTo>
                    <a:lnTo>
                      <a:pt x="80" y="20"/>
                    </a:lnTo>
                    <a:lnTo>
                      <a:pt x="80" y="22"/>
                    </a:lnTo>
                    <a:lnTo>
                      <a:pt x="80" y="22"/>
                    </a:lnTo>
                    <a:lnTo>
                      <a:pt x="80" y="26"/>
                    </a:lnTo>
                    <a:lnTo>
                      <a:pt x="80" y="26"/>
                    </a:lnTo>
                    <a:lnTo>
                      <a:pt x="80" y="26"/>
                    </a:lnTo>
                    <a:lnTo>
                      <a:pt x="80" y="26"/>
                    </a:lnTo>
                    <a:lnTo>
                      <a:pt x="80" y="26"/>
                    </a:lnTo>
                    <a:lnTo>
                      <a:pt x="80" y="30"/>
                    </a:lnTo>
                    <a:lnTo>
                      <a:pt x="80" y="30"/>
                    </a:lnTo>
                    <a:lnTo>
                      <a:pt x="80" y="30"/>
                    </a:lnTo>
                    <a:lnTo>
                      <a:pt x="80" y="30"/>
                    </a:lnTo>
                    <a:lnTo>
                      <a:pt x="76" y="30"/>
                    </a:lnTo>
                    <a:lnTo>
                      <a:pt x="76" y="30"/>
                    </a:lnTo>
                    <a:lnTo>
                      <a:pt x="76" y="34"/>
                    </a:lnTo>
                    <a:lnTo>
                      <a:pt x="72" y="34"/>
                    </a:lnTo>
                    <a:lnTo>
                      <a:pt x="72" y="34"/>
                    </a:lnTo>
                    <a:lnTo>
                      <a:pt x="72" y="38"/>
                    </a:lnTo>
                    <a:lnTo>
                      <a:pt x="72" y="38"/>
                    </a:lnTo>
                    <a:lnTo>
                      <a:pt x="72" y="38"/>
                    </a:lnTo>
                    <a:lnTo>
                      <a:pt x="76" y="38"/>
                    </a:lnTo>
                    <a:lnTo>
                      <a:pt x="76" y="38"/>
                    </a:lnTo>
                    <a:lnTo>
                      <a:pt x="76" y="38"/>
                    </a:lnTo>
                    <a:lnTo>
                      <a:pt x="76" y="38"/>
                    </a:lnTo>
                    <a:lnTo>
                      <a:pt x="76" y="38"/>
                    </a:lnTo>
                    <a:lnTo>
                      <a:pt x="76" y="40"/>
                    </a:lnTo>
                    <a:lnTo>
                      <a:pt x="76" y="40"/>
                    </a:lnTo>
                    <a:lnTo>
                      <a:pt x="80" y="40"/>
                    </a:lnTo>
                    <a:lnTo>
                      <a:pt x="80" y="40"/>
                    </a:lnTo>
                    <a:lnTo>
                      <a:pt x="80" y="40"/>
                    </a:lnTo>
                    <a:lnTo>
                      <a:pt x="80" y="44"/>
                    </a:lnTo>
                    <a:lnTo>
                      <a:pt x="80" y="44"/>
                    </a:lnTo>
                    <a:lnTo>
                      <a:pt x="80" y="44"/>
                    </a:lnTo>
                    <a:lnTo>
                      <a:pt x="80" y="44"/>
                    </a:lnTo>
                    <a:lnTo>
                      <a:pt x="80" y="44"/>
                    </a:lnTo>
                    <a:lnTo>
                      <a:pt x="80" y="44"/>
                    </a:lnTo>
                    <a:lnTo>
                      <a:pt x="80" y="44"/>
                    </a:lnTo>
                    <a:lnTo>
                      <a:pt x="80" y="44"/>
                    </a:lnTo>
                    <a:lnTo>
                      <a:pt x="76" y="44"/>
                    </a:lnTo>
                    <a:lnTo>
                      <a:pt x="76" y="44"/>
                    </a:lnTo>
                    <a:lnTo>
                      <a:pt x="76" y="44"/>
                    </a:lnTo>
                    <a:lnTo>
                      <a:pt x="76" y="44"/>
                    </a:lnTo>
                    <a:lnTo>
                      <a:pt x="72" y="44"/>
                    </a:lnTo>
                    <a:lnTo>
                      <a:pt x="72" y="44"/>
                    </a:lnTo>
                    <a:lnTo>
                      <a:pt x="72" y="44"/>
                    </a:lnTo>
                    <a:lnTo>
                      <a:pt x="72" y="44"/>
                    </a:lnTo>
                    <a:lnTo>
                      <a:pt x="72" y="44"/>
                    </a:lnTo>
                    <a:lnTo>
                      <a:pt x="72" y="44"/>
                    </a:lnTo>
                    <a:lnTo>
                      <a:pt x="72" y="40"/>
                    </a:lnTo>
                    <a:lnTo>
                      <a:pt x="68" y="40"/>
                    </a:lnTo>
                    <a:lnTo>
                      <a:pt x="68" y="44"/>
                    </a:lnTo>
                    <a:lnTo>
                      <a:pt x="68" y="44"/>
                    </a:lnTo>
                    <a:lnTo>
                      <a:pt x="64" y="44"/>
                    </a:lnTo>
                    <a:lnTo>
                      <a:pt x="64" y="44"/>
                    </a:lnTo>
                    <a:lnTo>
                      <a:pt x="60" y="44"/>
                    </a:lnTo>
                    <a:lnTo>
                      <a:pt x="60" y="44"/>
                    </a:lnTo>
                    <a:lnTo>
                      <a:pt x="60" y="48"/>
                    </a:lnTo>
                    <a:lnTo>
                      <a:pt x="60" y="48"/>
                    </a:lnTo>
                    <a:lnTo>
                      <a:pt x="60" y="48"/>
                    </a:lnTo>
                    <a:lnTo>
                      <a:pt x="60" y="48"/>
                    </a:lnTo>
                    <a:lnTo>
                      <a:pt x="56" y="48"/>
                    </a:lnTo>
                    <a:lnTo>
                      <a:pt x="56" y="48"/>
                    </a:lnTo>
                    <a:lnTo>
                      <a:pt x="56" y="48"/>
                    </a:lnTo>
                    <a:lnTo>
                      <a:pt x="56" y="48"/>
                    </a:lnTo>
                    <a:lnTo>
                      <a:pt x="56" y="48"/>
                    </a:lnTo>
                    <a:lnTo>
                      <a:pt x="56" y="48"/>
                    </a:lnTo>
                    <a:lnTo>
                      <a:pt x="56" y="52"/>
                    </a:lnTo>
                    <a:lnTo>
                      <a:pt x="56" y="52"/>
                    </a:lnTo>
                    <a:lnTo>
                      <a:pt x="56" y="52"/>
                    </a:lnTo>
                    <a:lnTo>
                      <a:pt x="56" y="48"/>
                    </a:lnTo>
                    <a:lnTo>
                      <a:pt x="54" y="48"/>
                    </a:lnTo>
                    <a:lnTo>
                      <a:pt x="54" y="48"/>
                    </a:lnTo>
                    <a:lnTo>
                      <a:pt x="54" y="52"/>
                    </a:lnTo>
                    <a:lnTo>
                      <a:pt x="54" y="52"/>
                    </a:lnTo>
                    <a:lnTo>
                      <a:pt x="54" y="52"/>
                    </a:lnTo>
                    <a:lnTo>
                      <a:pt x="54" y="52"/>
                    </a:lnTo>
                    <a:lnTo>
                      <a:pt x="54" y="52"/>
                    </a:lnTo>
                    <a:lnTo>
                      <a:pt x="54" y="52"/>
                    </a:lnTo>
                    <a:lnTo>
                      <a:pt x="54" y="56"/>
                    </a:lnTo>
                    <a:lnTo>
                      <a:pt x="54" y="56"/>
                    </a:lnTo>
                    <a:lnTo>
                      <a:pt x="54" y="60"/>
                    </a:lnTo>
                    <a:lnTo>
                      <a:pt x="50" y="60"/>
                    </a:lnTo>
                    <a:lnTo>
                      <a:pt x="50" y="60"/>
                    </a:lnTo>
                    <a:lnTo>
                      <a:pt x="50" y="56"/>
                    </a:lnTo>
                    <a:lnTo>
                      <a:pt x="46" y="60"/>
                    </a:lnTo>
                    <a:lnTo>
                      <a:pt x="46" y="60"/>
                    </a:lnTo>
                    <a:lnTo>
                      <a:pt x="46" y="60"/>
                    </a:lnTo>
                    <a:lnTo>
                      <a:pt x="42" y="60"/>
                    </a:lnTo>
                    <a:lnTo>
                      <a:pt x="42" y="60"/>
                    </a:lnTo>
                    <a:lnTo>
                      <a:pt x="42" y="60"/>
                    </a:lnTo>
                    <a:lnTo>
                      <a:pt x="42" y="60"/>
                    </a:lnTo>
                    <a:lnTo>
                      <a:pt x="42" y="60"/>
                    </a:lnTo>
                    <a:lnTo>
                      <a:pt x="38" y="60"/>
                    </a:lnTo>
                    <a:lnTo>
                      <a:pt x="38" y="56"/>
                    </a:lnTo>
                    <a:lnTo>
                      <a:pt x="38" y="56"/>
                    </a:lnTo>
                    <a:lnTo>
                      <a:pt x="38" y="56"/>
                    </a:lnTo>
                    <a:lnTo>
                      <a:pt x="34" y="56"/>
                    </a:lnTo>
                    <a:lnTo>
                      <a:pt x="34" y="56"/>
                    </a:lnTo>
                    <a:lnTo>
                      <a:pt x="34" y="56"/>
                    </a:lnTo>
                    <a:lnTo>
                      <a:pt x="34" y="56"/>
                    </a:lnTo>
                    <a:lnTo>
                      <a:pt x="30" y="56"/>
                    </a:lnTo>
                    <a:lnTo>
                      <a:pt x="30" y="56"/>
                    </a:lnTo>
                    <a:lnTo>
                      <a:pt x="30" y="52"/>
                    </a:lnTo>
                    <a:lnTo>
                      <a:pt x="26" y="52"/>
                    </a:lnTo>
                    <a:lnTo>
                      <a:pt x="26" y="52"/>
                    </a:lnTo>
                    <a:lnTo>
                      <a:pt x="26" y="52"/>
                    </a:lnTo>
                    <a:lnTo>
                      <a:pt x="26" y="52"/>
                    </a:lnTo>
                    <a:lnTo>
                      <a:pt x="26" y="52"/>
                    </a:lnTo>
                    <a:lnTo>
                      <a:pt x="24" y="52"/>
                    </a:lnTo>
                    <a:lnTo>
                      <a:pt x="24" y="56"/>
                    </a:lnTo>
                    <a:lnTo>
                      <a:pt x="24" y="56"/>
                    </a:lnTo>
                    <a:lnTo>
                      <a:pt x="24" y="56"/>
                    </a:lnTo>
                    <a:lnTo>
                      <a:pt x="24" y="56"/>
                    </a:lnTo>
                    <a:lnTo>
                      <a:pt x="20" y="56"/>
                    </a:lnTo>
                    <a:lnTo>
                      <a:pt x="20" y="56"/>
                    </a:lnTo>
                    <a:lnTo>
                      <a:pt x="20" y="56"/>
                    </a:lnTo>
                    <a:lnTo>
                      <a:pt x="20" y="56"/>
                    </a:lnTo>
                    <a:lnTo>
                      <a:pt x="16" y="56"/>
                    </a:lnTo>
                    <a:lnTo>
                      <a:pt x="16" y="56"/>
                    </a:lnTo>
                    <a:lnTo>
                      <a:pt x="12" y="56"/>
                    </a:lnTo>
                    <a:lnTo>
                      <a:pt x="12" y="56"/>
                    </a:lnTo>
                    <a:lnTo>
                      <a:pt x="12" y="56"/>
                    </a:lnTo>
                    <a:lnTo>
                      <a:pt x="12" y="56"/>
                    </a:lnTo>
                    <a:lnTo>
                      <a:pt x="12" y="60"/>
                    </a:lnTo>
                    <a:lnTo>
                      <a:pt x="12" y="60"/>
                    </a:lnTo>
                    <a:lnTo>
                      <a:pt x="12" y="60"/>
                    </a:lnTo>
                    <a:lnTo>
                      <a:pt x="8" y="56"/>
                    </a:lnTo>
                    <a:lnTo>
                      <a:pt x="8" y="56"/>
                    </a:lnTo>
                    <a:lnTo>
                      <a:pt x="8" y="56"/>
                    </a:lnTo>
                    <a:lnTo>
                      <a:pt x="8"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0" name="Freeform 94"/>
              <p:cNvSpPr>
                <a:spLocks noEditPoints="1"/>
              </p:cNvSpPr>
              <p:nvPr/>
            </p:nvSpPr>
            <p:spPr bwMode="gray">
              <a:xfrm>
                <a:off x="5130414" y="3058715"/>
                <a:ext cx="149577" cy="139141"/>
              </a:xfrm>
              <a:custGeom>
                <a:avLst/>
                <a:gdLst>
                  <a:gd name="T0" fmla="*/ 66 w 86"/>
                  <a:gd name="T1" fmla="*/ 74 h 80"/>
                  <a:gd name="T2" fmla="*/ 70 w 86"/>
                  <a:gd name="T3" fmla="*/ 78 h 80"/>
                  <a:gd name="T4" fmla="*/ 56 w 86"/>
                  <a:gd name="T5" fmla="*/ 70 h 80"/>
                  <a:gd name="T6" fmla="*/ 60 w 86"/>
                  <a:gd name="T7" fmla="*/ 70 h 80"/>
                  <a:gd name="T8" fmla="*/ 14 w 86"/>
                  <a:gd name="T9" fmla="*/ 30 h 80"/>
                  <a:gd name="T10" fmla="*/ 18 w 86"/>
                  <a:gd name="T11" fmla="*/ 30 h 80"/>
                  <a:gd name="T12" fmla="*/ 14 w 86"/>
                  <a:gd name="T13" fmla="*/ 34 h 80"/>
                  <a:gd name="T14" fmla="*/ 14 w 86"/>
                  <a:gd name="T15" fmla="*/ 26 h 80"/>
                  <a:gd name="T16" fmla="*/ 14 w 86"/>
                  <a:gd name="T17" fmla="*/ 34 h 80"/>
                  <a:gd name="T18" fmla="*/ 14 w 86"/>
                  <a:gd name="T19" fmla="*/ 40 h 80"/>
                  <a:gd name="T20" fmla="*/ 14 w 86"/>
                  <a:gd name="T21" fmla="*/ 40 h 80"/>
                  <a:gd name="T22" fmla="*/ 22 w 86"/>
                  <a:gd name="T23" fmla="*/ 38 h 80"/>
                  <a:gd name="T24" fmla="*/ 22 w 86"/>
                  <a:gd name="T25" fmla="*/ 40 h 80"/>
                  <a:gd name="T26" fmla="*/ 26 w 86"/>
                  <a:gd name="T27" fmla="*/ 52 h 80"/>
                  <a:gd name="T28" fmla="*/ 18 w 86"/>
                  <a:gd name="T29" fmla="*/ 44 h 80"/>
                  <a:gd name="T30" fmla="*/ 26 w 86"/>
                  <a:gd name="T31" fmla="*/ 52 h 80"/>
                  <a:gd name="T32" fmla="*/ 44 w 86"/>
                  <a:gd name="T33" fmla="*/ 64 h 80"/>
                  <a:gd name="T34" fmla="*/ 44 w 86"/>
                  <a:gd name="T35" fmla="*/ 64 h 80"/>
                  <a:gd name="T36" fmla="*/ 40 w 86"/>
                  <a:gd name="T37" fmla="*/ 66 h 80"/>
                  <a:gd name="T38" fmla="*/ 52 w 86"/>
                  <a:gd name="T39" fmla="*/ 66 h 80"/>
                  <a:gd name="T40" fmla="*/ 40 w 86"/>
                  <a:gd name="T41" fmla="*/ 66 h 80"/>
                  <a:gd name="T42" fmla="*/ 36 w 86"/>
                  <a:gd name="T43" fmla="*/ 70 h 80"/>
                  <a:gd name="T44" fmla="*/ 52 w 86"/>
                  <a:gd name="T45" fmla="*/ 70 h 80"/>
                  <a:gd name="T46" fmla="*/ 60 w 86"/>
                  <a:gd name="T47" fmla="*/ 74 h 80"/>
                  <a:gd name="T48" fmla="*/ 60 w 86"/>
                  <a:gd name="T49" fmla="*/ 74 h 80"/>
                  <a:gd name="T50" fmla="*/ 52 w 86"/>
                  <a:gd name="T51" fmla="*/ 66 h 80"/>
                  <a:gd name="T52" fmla="*/ 40 w 86"/>
                  <a:gd name="T53" fmla="*/ 60 h 80"/>
                  <a:gd name="T54" fmla="*/ 36 w 86"/>
                  <a:gd name="T55" fmla="*/ 56 h 80"/>
                  <a:gd name="T56" fmla="*/ 26 w 86"/>
                  <a:gd name="T57" fmla="*/ 48 h 80"/>
                  <a:gd name="T58" fmla="*/ 30 w 86"/>
                  <a:gd name="T59" fmla="*/ 44 h 80"/>
                  <a:gd name="T60" fmla="*/ 18 w 86"/>
                  <a:gd name="T61" fmla="*/ 34 h 80"/>
                  <a:gd name="T62" fmla="*/ 14 w 86"/>
                  <a:gd name="T63" fmla="*/ 26 h 80"/>
                  <a:gd name="T64" fmla="*/ 10 w 86"/>
                  <a:gd name="T65" fmla="*/ 30 h 80"/>
                  <a:gd name="T66" fmla="*/ 8 w 86"/>
                  <a:gd name="T67" fmla="*/ 34 h 80"/>
                  <a:gd name="T68" fmla="*/ 0 w 86"/>
                  <a:gd name="T69" fmla="*/ 22 h 80"/>
                  <a:gd name="T70" fmla="*/ 8 w 86"/>
                  <a:gd name="T71" fmla="*/ 22 h 80"/>
                  <a:gd name="T72" fmla="*/ 14 w 86"/>
                  <a:gd name="T73" fmla="*/ 18 h 80"/>
                  <a:gd name="T74" fmla="*/ 22 w 86"/>
                  <a:gd name="T75" fmla="*/ 22 h 80"/>
                  <a:gd name="T76" fmla="*/ 30 w 86"/>
                  <a:gd name="T77" fmla="*/ 14 h 80"/>
                  <a:gd name="T78" fmla="*/ 30 w 86"/>
                  <a:gd name="T79" fmla="*/ 8 h 80"/>
                  <a:gd name="T80" fmla="*/ 36 w 86"/>
                  <a:gd name="T81" fmla="*/ 0 h 80"/>
                  <a:gd name="T82" fmla="*/ 52 w 86"/>
                  <a:gd name="T83" fmla="*/ 8 h 80"/>
                  <a:gd name="T84" fmla="*/ 60 w 86"/>
                  <a:gd name="T85" fmla="*/ 14 h 80"/>
                  <a:gd name="T86" fmla="*/ 74 w 86"/>
                  <a:gd name="T87" fmla="*/ 14 h 80"/>
                  <a:gd name="T88" fmla="*/ 78 w 86"/>
                  <a:gd name="T89" fmla="*/ 22 h 80"/>
                  <a:gd name="T90" fmla="*/ 82 w 86"/>
                  <a:gd name="T91" fmla="*/ 26 h 80"/>
                  <a:gd name="T92" fmla="*/ 74 w 86"/>
                  <a:gd name="T93" fmla="*/ 34 h 80"/>
                  <a:gd name="T94" fmla="*/ 66 w 86"/>
                  <a:gd name="T95" fmla="*/ 30 h 80"/>
                  <a:gd name="T96" fmla="*/ 56 w 86"/>
                  <a:gd name="T97" fmla="*/ 26 h 80"/>
                  <a:gd name="T98" fmla="*/ 40 w 86"/>
                  <a:gd name="T99" fmla="*/ 26 h 80"/>
                  <a:gd name="T100" fmla="*/ 34 w 86"/>
                  <a:gd name="T101" fmla="*/ 26 h 80"/>
                  <a:gd name="T102" fmla="*/ 36 w 86"/>
                  <a:gd name="T103" fmla="*/ 38 h 80"/>
                  <a:gd name="T104" fmla="*/ 40 w 86"/>
                  <a:gd name="T105" fmla="*/ 48 h 80"/>
                  <a:gd name="T106" fmla="*/ 48 w 86"/>
                  <a:gd name="T107" fmla="*/ 60 h 80"/>
                  <a:gd name="T108" fmla="*/ 56 w 86"/>
                  <a:gd name="T109" fmla="*/ 64 h 80"/>
                  <a:gd name="T110" fmla="*/ 60 w 86"/>
                  <a:gd name="T111" fmla="*/ 7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86" h="80">
                    <a:moveTo>
                      <a:pt x="60" y="70"/>
                    </a:moveTo>
                    <a:lnTo>
                      <a:pt x="62" y="70"/>
                    </a:lnTo>
                    <a:lnTo>
                      <a:pt x="62" y="74"/>
                    </a:lnTo>
                    <a:lnTo>
                      <a:pt x="66" y="74"/>
                    </a:lnTo>
                    <a:lnTo>
                      <a:pt x="66" y="78"/>
                    </a:lnTo>
                    <a:lnTo>
                      <a:pt x="70" y="78"/>
                    </a:lnTo>
                    <a:lnTo>
                      <a:pt x="70" y="80"/>
                    </a:lnTo>
                    <a:lnTo>
                      <a:pt x="70" y="78"/>
                    </a:lnTo>
                    <a:lnTo>
                      <a:pt x="66" y="78"/>
                    </a:lnTo>
                    <a:lnTo>
                      <a:pt x="62" y="74"/>
                    </a:lnTo>
                    <a:lnTo>
                      <a:pt x="60" y="74"/>
                    </a:lnTo>
                    <a:lnTo>
                      <a:pt x="56" y="70"/>
                    </a:lnTo>
                    <a:lnTo>
                      <a:pt x="52" y="70"/>
                    </a:lnTo>
                    <a:lnTo>
                      <a:pt x="52" y="66"/>
                    </a:lnTo>
                    <a:lnTo>
                      <a:pt x="56" y="70"/>
                    </a:lnTo>
                    <a:lnTo>
                      <a:pt x="60" y="70"/>
                    </a:lnTo>
                    <a:lnTo>
                      <a:pt x="60" y="70"/>
                    </a:lnTo>
                    <a:lnTo>
                      <a:pt x="60" y="70"/>
                    </a:lnTo>
                    <a:close/>
                    <a:moveTo>
                      <a:pt x="18" y="30"/>
                    </a:moveTo>
                    <a:lnTo>
                      <a:pt x="14" y="30"/>
                    </a:lnTo>
                    <a:lnTo>
                      <a:pt x="14" y="26"/>
                    </a:lnTo>
                    <a:lnTo>
                      <a:pt x="18" y="26"/>
                    </a:lnTo>
                    <a:lnTo>
                      <a:pt x="18" y="30"/>
                    </a:lnTo>
                    <a:lnTo>
                      <a:pt x="18" y="30"/>
                    </a:lnTo>
                    <a:lnTo>
                      <a:pt x="18" y="30"/>
                    </a:lnTo>
                    <a:close/>
                    <a:moveTo>
                      <a:pt x="14" y="38"/>
                    </a:moveTo>
                    <a:lnTo>
                      <a:pt x="10" y="34"/>
                    </a:lnTo>
                    <a:lnTo>
                      <a:pt x="14" y="34"/>
                    </a:lnTo>
                    <a:lnTo>
                      <a:pt x="14" y="30"/>
                    </a:lnTo>
                    <a:lnTo>
                      <a:pt x="10" y="30"/>
                    </a:lnTo>
                    <a:lnTo>
                      <a:pt x="10" y="26"/>
                    </a:lnTo>
                    <a:lnTo>
                      <a:pt x="14" y="26"/>
                    </a:lnTo>
                    <a:lnTo>
                      <a:pt x="10" y="26"/>
                    </a:lnTo>
                    <a:lnTo>
                      <a:pt x="10" y="30"/>
                    </a:lnTo>
                    <a:lnTo>
                      <a:pt x="14" y="30"/>
                    </a:lnTo>
                    <a:lnTo>
                      <a:pt x="14" y="34"/>
                    </a:lnTo>
                    <a:lnTo>
                      <a:pt x="14" y="38"/>
                    </a:lnTo>
                    <a:lnTo>
                      <a:pt x="14" y="38"/>
                    </a:lnTo>
                    <a:lnTo>
                      <a:pt x="14" y="38"/>
                    </a:lnTo>
                    <a:close/>
                    <a:moveTo>
                      <a:pt x="14" y="40"/>
                    </a:moveTo>
                    <a:lnTo>
                      <a:pt x="14" y="38"/>
                    </a:lnTo>
                    <a:lnTo>
                      <a:pt x="10" y="38"/>
                    </a:lnTo>
                    <a:lnTo>
                      <a:pt x="14" y="38"/>
                    </a:lnTo>
                    <a:lnTo>
                      <a:pt x="14" y="40"/>
                    </a:lnTo>
                    <a:lnTo>
                      <a:pt x="14" y="40"/>
                    </a:lnTo>
                    <a:lnTo>
                      <a:pt x="14" y="40"/>
                    </a:lnTo>
                    <a:close/>
                    <a:moveTo>
                      <a:pt x="18" y="38"/>
                    </a:moveTo>
                    <a:lnTo>
                      <a:pt x="22" y="38"/>
                    </a:lnTo>
                    <a:lnTo>
                      <a:pt x="22" y="40"/>
                    </a:lnTo>
                    <a:lnTo>
                      <a:pt x="26" y="44"/>
                    </a:lnTo>
                    <a:lnTo>
                      <a:pt x="22" y="44"/>
                    </a:lnTo>
                    <a:lnTo>
                      <a:pt x="22" y="40"/>
                    </a:lnTo>
                    <a:lnTo>
                      <a:pt x="18" y="38"/>
                    </a:lnTo>
                    <a:lnTo>
                      <a:pt x="18" y="38"/>
                    </a:lnTo>
                    <a:lnTo>
                      <a:pt x="18" y="38"/>
                    </a:lnTo>
                    <a:close/>
                    <a:moveTo>
                      <a:pt x="26" y="52"/>
                    </a:moveTo>
                    <a:lnTo>
                      <a:pt x="22" y="52"/>
                    </a:lnTo>
                    <a:lnTo>
                      <a:pt x="22" y="48"/>
                    </a:lnTo>
                    <a:lnTo>
                      <a:pt x="18" y="48"/>
                    </a:lnTo>
                    <a:lnTo>
                      <a:pt x="18" y="44"/>
                    </a:lnTo>
                    <a:lnTo>
                      <a:pt x="22" y="48"/>
                    </a:lnTo>
                    <a:lnTo>
                      <a:pt x="22" y="52"/>
                    </a:lnTo>
                    <a:lnTo>
                      <a:pt x="26" y="52"/>
                    </a:lnTo>
                    <a:lnTo>
                      <a:pt x="26" y="52"/>
                    </a:lnTo>
                    <a:lnTo>
                      <a:pt x="26" y="52"/>
                    </a:lnTo>
                    <a:close/>
                    <a:moveTo>
                      <a:pt x="44" y="64"/>
                    </a:moveTo>
                    <a:lnTo>
                      <a:pt x="40" y="64"/>
                    </a:lnTo>
                    <a:lnTo>
                      <a:pt x="44" y="64"/>
                    </a:lnTo>
                    <a:lnTo>
                      <a:pt x="48" y="64"/>
                    </a:lnTo>
                    <a:lnTo>
                      <a:pt x="44" y="64"/>
                    </a:lnTo>
                    <a:lnTo>
                      <a:pt x="44" y="64"/>
                    </a:lnTo>
                    <a:lnTo>
                      <a:pt x="44" y="64"/>
                    </a:lnTo>
                    <a:close/>
                    <a:moveTo>
                      <a:pt x="52" y="66"/>
                    </a:moveTo>
                    <a:lnTo>
                      <a:pt x="48" y="66"/>
                    </a:lnTo>
                    <a:lnTo>
                      <a:pt x="44" y="66"/>
                    </a:lnTo>
                    <a:lnTo>
                      <a:pt x="40" y="66"/>
                    </a:lnTo>
                    <a:lnTo>
                      <a:pt x="44" y="66"/>
                    </a:lnTo>
                    <a:lnTo>
                      <a:pt x="48" y="66"/>
                    </a:lnTo>
                    <a:lnTo>
                      <a:pt x="52" y="66"/>
                    </a:lnTo>
                    <a:lnTo>
                      <a:pt x="52" y="66"/>
                    </a:lnTo>
                    <a:lnTo>
                      <a:pt x="52" y="66"/>
                    </a:lnTo>
                    <a:close/>
                    <a:moveTo>
                      <a:pt x="36" y="70"/>
                    </a:moveTo>
                    <a:lnTo>
                      <a:pt x="36" y="66"/>
                    </a:lnTo>
                    <a:lnTo>
                      <a:pt x="40" y="66"/>
                    </a:lnTo>
                    <a:lnTo>
                      <a:pt x="40" y="70"/>
                    </a:lnTo>
                    <a:lnTo>
                      <a:pt x="36" y="70"/>
                    </a:lnTo>
                    <a:lnTo>
                      <a:pt x="36" y="70"/>
                    </a:lnTo>
                    <a:lnTo>
                      <a:pt x="36" y="70"/>
                    </a:lnTo>
                    <a:close/>
                    <a:moveTo>
                      <a:pt x="48" y="70"/>
                    </a:moveTo>
                    <a:lnTo>
                      <a:pt x="44" y="70"/>
                    </a:lnTo>
                    <a:lnTo>
                      <a:pt x="48" y="70"/>
                    </a:lnTo>
                    <a:lnTo>
                      <a:pt x="52" y="70"/>
                    </a:lnTo>
                    <a:lnTo>
                      <a:pt x="48" y="70"/>
                    </a:lnTo>
                    <a:lnTo>
                      <a:pt x="48" y="70"/>
                    </a:lnTo>
                    <a:lnTo>
                      <a:pt x="48" y="70"/>
                    </a:lnTo>
                    <a:close/>
                    <a:moveTo>
                      <a:pt x="60" y="74"/>
                    </a:moveTo>
                    <a:lnTo>
                      <a:pt x="56" y="74"/>
                    </a:lnTo>
                    <a:lnTo>
                      <a:pt x="60" y="74"/>
                    </a:lnTo>
                    <a:lnTo>
                      <a:pt x="60" y="74"/>
                    </a:lnTo>
                    <a:lnTo>
                      <a:pt x="60" y="74"/>
                    </a:lnTo>
                    <a:close/>
                    <a:moveTo>
                      <a:pt x="60" y="70"/>
                    </a:moveTo>
                    <a:lnTo>
                      <a:pt x="56" y="70"/>
                    </a:lnTo>
                    <a:lnTo>
                      <a:pt x="56" y="66"/>
                    </a:lnTo>
                    <a:lnTo>
                      <a:pt x="52" y="66"/>
                    </a:lnTo>
                    <a:lnTo>
                      <a:pt x="52" y="64"/>
                    </a:lnTo>
                    <a:lnTo>
                      <a:pt x="48" y="64"/>
                    </a:lnTo>
                    <a:lnTo>
                      <a:pt x="44" y="60"/>
                    </a:lnTo>
                    <a:lnTo>
                      <a:pt x="40" y="60"/>
                    </a:lnTo>
                    <a:lnTo>
                      <a:pt x="36" y="60"/>
                    </a:lnTo>
                    <a:lnTo>
                      <a:pt x="34" y="60"/>
                    </a:lnTo>
                    <a:lnTo>
                      <a:pt x="34" y="56"/>
                    </a:lnTo>
                    <a:lnTo>
                      <a:pt x="36" y="56"/>
                    </a:lnTo>
                    <a:lnTo>
                      <a:pt x="34" y="56"/>
                    </a:lnTo>
                    <a:lnTo>
                      <a:pt x="30" y="52"/>
                    </a:lnTo>
                    <a:lnTo>
                      <a:pt x="26" y="52"/>
                    </a:lnTo>
                    <a:lnTo>
                      <a:pt x="26" y="48"/>
                    </a:lnTo>
                    <a:lnTo>
                      <a:pt x="26" y="44"/>
                    </a:lnTo>
                    <a:lnTo>
                      <a:pt x="22" y="44"/>
                    </a:lnTo>
                    <a:lnTo>
                      <a:pt x="26" y="44"/>
                    </a:lnTo>
                    <a:lnTo>
                      <a:pt x="30" y="44"/>
                    </a:lnTo>
                    <a:lnTo>
                      <a:pt x="26" y="40"/>
                    </a:lnTo>
                    <a:lnTo>
                      <a:pt x="22" y="40"/>
                    </a:lnTo>
                    <a:lnTo>
                      <a:pt x="22" y="38"/>
                    </a:lnTo>
                    <a:lnTo>
                      <a:pt x="18" y="34"/>
                    </a:lnTo>
                    <a:lnTo>
                      <a:pt x="22" y="34"/>
                    </a:lnTo>
                    <a:lnTo>
                      <a:pt x="22" y="30"/>
                    </a:lnTo>
                    <a:lnTo>
                      <a:pt x="18" y="26"/>
                    </a:lnTo>
                    <a:lnTo>
                      <a:pt x="14" y="26"/>
                    </a:lnTo>
                    <a:lnTo>
                      <a:pt x="14" y="22"/>
                    </a:lnTo>
                    <a:lnTo>
                      <a:pt x="10" y="22"/>
                    </a:lnTo>
                    <a:lnTo>
                      <a:pt x="10" y="26"/>
                    </a:lnTo>
                    <a:lnTo>
                      <a:pt x="10" y="30"/>
                    </a:lnTo>
                    <a:lnTo>
                      <a:pt x="8" y="30"/>
                    </a:lnTo>
                    <a:lnTo>
                      <a:pt x="8" y="34"/>
                    </a:lnTo>
                    <a:lnTo>
                      <a:pt x="4" y="34"/>
                    </a:lnTo>
                    <a:lnTo>
                      <a:pt x="8" y="34"/>
                    </a:lnTo>
                    <a:lnTo>
                      <a:pt x="4" y="30"/>
                    </a:lnTo>
                    <a:lnTo>
                      <a:pt x="4" y="26"/>
                    </a:lnTo>
                    <a:lnTo>
                      <a:pt x="4" y="22"/>
                    </a:lnTo>
                    <a:lnTo>
                      <a:pt x="0" y="22"/>
                    </a:lnTo>
                    <a:lnTo>
                      <a:pt x="0" y="18"/>
                    </a:lnTo>
                    <a:lnTo>
                      <a:pt x="4" y="18"/>
                    </a:lnTo>
                    <a:lnTo>
                      <a:pt x="4" y="22"/>
                    </a:lnTo>
                    <a:lnTo>
                      <a:pt x="8" y="22"/>
                    </a:lnTo>
                    <a:lnTo>
                      <a:pt x="10" y="22"/>
                    </a:lnTo>
                    <a:lnTo>
                      <a:pt x="14" y="18"/>
                    </a:lnTo>
                    <a:lnTo>
                      <a:pt x="14" y="14"/>
                    </a:lnTo>
                    <a:lnTo>
                      <a:pt x="14" y="18"/>
                    </a:lnTo>
                    <a:lnTo>
                      <a:pt x="18" y="18"/>
                    </a:lnTo>
                    <a:lnTo>
                      <a:pt x="18" y="22"/>
                    </a:lnTo>
                    <a:lnTo>
                      <a:pt x="22" y="18"/>
                    </a:lnTo>
                    <a:lnTo>
                      <a:pt x="22" y="22"/>
                    </a:lnTo>
                    <a:lnTo>
                      <a:pt x="26" y="22"/>
                    </a:lnTo>
                    <a:lnTo>
                      <a:pt x="26" y="18"/>
                    </a:lnTo>
                    <a:lnTo>
                      <a:pt x="26" y="14"/>
                    </a:lnTo>
                    <a:lnTo>
                      <a:pt x="30" y="14"/>
                    </a:lnTo>
                    <a:lnTo>
                      <a:pt x="34" y="14"/>
                    </a:lnTo>
                    <a:lnTo>
                      <a:pt x="34" y="12"/>
                    </a:lnTo>
                    <a:lnTo>
                      <a:pt x="34" y="8"/>
                    </a:lnTo>
                    <a:lnTo>
                      <a:pt x="30" y="8"/>
                    </a:lnTo>
                    <a:lnTo>
                      <a:pt x="30" y="4"/>
                    </a:lnTo>
                    <a:lnTo>
                      <a:pt x="34" y="4"/>
                    </a:lnTo>
                    <a:lnTo>
                      <a:pt x="36" y="4"/>
                    </a:lnTo>
                    <a:lnTo>
                      <a:pt x="36" y="0"/>
                    </a:lnTo>
                    <a:lnTo>
                      <a:pt x="40" y="0"/>
                    </a:lnTo>
                    <a:lnTo>
                      <a:pt x="44" y="0"/>
                    </a:lnTo>
                    <a:lnTo>
                      <a:pt x="48" y="4"/>
                    </a:lnTo>
                    <a:lnTo>
                      <a:pt x="52" y="8"/>
                    </a:lnTo>
                    <a:lnTo>
                      <a:pt x="52" y="12"/>
                    </a:lnTo>
                    <a:lnTo>
                      <a:pt x="56" y="12"/>
                    </a:lnTo>
                    <a:lnTo>
                      <a:pt x="60" y="12"/>
                    </a:lnTo>
                    <a:lnTo>
                      <a:pt x="60" y="14"/>
                    </a:lnTo>
                    <a:lnTo>
                      <a:pt x="62" y="14"/>
                    </a:lnTo>
                    <a:lnTo>
                      <a:pt x="66" y="14"/>
                    </a:lnTo>
                    <a:lnTo>
                      <a:pt x="70" y="14"/>
                    </a:lnTo>
                    <a:lnTo>
                      <a:pt x="74" y="14"/>
                    </a:lnTo>
                    <a:lnTo>
                      <a:pt x="74" y="12"/>
                    </a:lnTo>
                    <a:lnTo>
                      <a:pt x="78" y="14"/>
                    </a:lnTo>
                    <a:lnTo>
                      <a:pt x="78" y="18"/>
                    </a:lnTo>
                    <a:lnTo>
                      <a:pt x="78" y="22"/>
                    </a:lnTo>
                    <a:lnTo>
                      <a:pt x="82" y="22"/>
                    </a:lnTo>
                    <a:lnTo>
                      <a:pt x="82" y="26"/>
                    </a:lnTo>
                    <a:lnTo>
                      <a:pt x="86" y="26"/>
                    </a:lnTo>
                    <a:lnTo>
                      <a:pt x="82" y="26"/>
                    </a:lnTo>
                    <a:lnTo>
                      <a:pt x="82" y="30"/>
                    </a:lnTo>
                    <a:lnTo>
                      <a:pt x="78" y="30"/>
                    </a:lnTo>
                    <a:lnTo>
                      <a:pt x="78" y="34"/>
                    </a:lnTo>
                    <a:lnTo>
                      <a:pt x="74" y="34"/>
                    </a:lnTo>
                    <a:lnTo>
                      <a:pt x="74" y="30"/>
                    </a:lnTo>
                    <a:lnTo>
                      <a:pt x="70" y="26"/>
                    </a:lnTo>
                    <a:lnTo>
                      <a:pt x="66" y="26"/>
                    </a:lnTo>
                    <a:lnTo>
                      <a:pt x="66" y="30"/>
                    </a:lnTo>
                    <a:lnTo>
                      <a:pt x="62" y="30"/>
                    </a:lnTo>
                    <a:lnTo>
                      <a:pt x="60" y="30"/>
                    </a:lnTo>
                    <a:lnTo>
                      <a:pt x="60" y="26"/>
                    </a:lnTo>
                    <a:lnTo>
                      <a:pt x="56" y="26"/>
                    </a:lnTo>
                    <a:lnTo>
                      <a:pt x="52" y="26"/>
                    </a:lnTo>
                    <a:lnTo>
                      <a:pt x="48" y="26"/>
                    </a:lnTo>
                    <a:lnTo>
                      <a:pt x="44" y="26"/>
                    </a:lnTo>
                    <a:lnTo>
                      <a:pt x="40" y="26"/>
                    </a:lnTo>
                    <a:lnTo>
                      <a:pt x="40" y="30"/>
                    </a:lnTo>
                    <a:lnTo>
                      <a:pt x="36" y="30"/>
                    </a:lnTo>
                    <a:lnTo>
                      <a:pt x="36" y="26"/>
                    </a:lnTo>
                    <a:lnTo>
                      <a:pt x="34" y="26"/>
                    </a:lnTo>
                    <a:lnTo>
                      <a:pt x="34" y="30"/>
                    </a:lnTo>
                    <a:lnTo>
                      <a:pt x="34" y="34"/>
                    </a:lnTo>
                    <a:lnTo>
                      <a:pt x="34" y="38"/>
                    </a:lnTo>
                    <a:lnTo>
                      <a:pt x="36" y="38"/>
                    </a:lnTo>
                    <a:lnTo>
                      <a:pt x="36" y="40"/>
                    </a:lnTo>
                    <a:lnTo>
                      <a:pt x="36" y="44"/>
                    </a:lnTo>
                    <a:lnTo>
                      <a:pt x="40" y="44"/>
                    </a:lnTo>
                    <a:lnTo>
                      <a:pt x="40" y="48"/>
                    </a:lnTo>
                    <a:lnTo>
                      <a:pt x="44" y="48"/>
                    </a:lnTo>
                    <a:lnTo>
                      <a:pt x="44" y="52"/>
                    </a:lnTo>
                    <a:lnTo>
                      <a:pt x="48" y="56"/>
                    </a:lnTo>
                    <a:lnTo>
                      <a:pt x="48" y="60"/>
                    </a:lnTo>
                    <a:lnTo>
                      <a:pt x="52" y="60"/>
                    </a:lnTo>
                    <a:lnTo>
                      <a:pt x="56" y="60"/>
                    </a:lnTo>
                    <a:lnTo>
                      <a:pt x="52" y="64"/>
                    </a:lnTo>
                    <a:lnTo>
                      <a:pt x="56" y="64"/>
                    </a:lnTo>
                    <a:lnTo>
                      <a:pt x="56" y="66"/>
                    </a:lnTo>
                    <a:lnTo>
                      <a:pt x="60" y="66"/>
                    </a:lnTo>
                    <a:lnTo>
                      <a:pt x="60" y="70"/>
                    </a:lnTo>
                    <a:lnTo>
                      <a:pt x="60" y="70"/>
                    </a:lnTo>
                    <a:lnTo>
                      <a:pt x="60"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1" name="Freeform 95"/>
              <p:cNvSpPr>
                <a:spLocks/>
              </p:cNvSpPr>
              <p:nvPr/>
            </p:nvSpPr>
            <p:spPr bwMode="gray">
              <a:xfrm>
                <a:off x="5095629" y="2895226"/>
                <a:ext cx="170449" cy="90442"/>
              </a:xfrm>
              <a:custGeom>
                <a:avLst/>
                <a:gdLst>
                  <a:gd name="T0" fmla="*/ 84 w 98"/>
                  <a:gd name="T1" fmla="*/ 42 h 52"/>
                  <a:gd name="T2" fmla="*/ 80 w 98"/>
                  <a:gd name="T3" fmla="*/ 46 h 52"/>
                  <a:gd name="T4" fmla="*/ 72 w 98"/>
                  <a:gd name="T5" fmla="*/ 46 h 52"/>
                  <a:gd name="T6" fmla="*/ 68 w 98"/>
                  <a:gd name="T7" fmla="*/ 50 h 52"/>
                  <a:gd name="T8" fmla="*/ 68 w 98"/>
                  <a:gd name="T9" fmla="*/ 50 h 52"/>
                  <a:gd name="T10" fmla="*/ 60 w 98"/>
                  <a:gd name="T11" fmla="*/ 46 h 52"/>
                  <a:gd name="T12" fmla="*/ 58 w 98"/>
                  <a:gd name="T13" fmla="*/ 50 h 52"/>
                  <a:gd name="T14" fmla="*/ 54 w 98"/>
                  <a:gd name="T15" fmla="*/ 46 h 52"/>
                  <a:gd name="T16" fmla="*/ 50 w 98"/>
                  <a:gd name="T17" fmla="*/ 46 h 52"/>
                  <a:gd name="T18" fmla="*/ 46 w 98"/>
                  <a:gd name="T19" fmla="*/ 42 h 52"/>
                  <a:gd name="T20" fmla="*/ 42 w 98"/>
                  <a:gd name="T21" fmla="*/ 42 h 52"/>
                  <a:gd name="T22" fmla="*/ 38 w 98"/>
                  <a:gd name="T23" fmla="*/ 46 h 52"/>
                  <a:gd name="T24" fmla="*/ 38 w 98"/>
                  <a:gd name="T25" fmla="*/ 52 h 52"/>
                  <a:gd name="T26" fmla="*/ 34 w 98"/>
                  <a:gd name="T27" fmla="*/ 52 h 52"/>
                  <a:gd name="T28" fmla="*/ 26 w 98"/>
                  <a:gd name="T29" fmla="*/ 50 h 52"/>
                  <a:gd name="T30" fmla="*/ 24 w 98"/>
                  <a:gd name="T31" fmla="*/ 46 h 52"/>
                  <a:gd name="T32" fmla="*/ 24 w 98"/>
                  <a:gd name="T33" fmla="*/ 46 h 52"/>
                  <a:gd name="T34" fmla="*/ 20 w 98"/>
                  <a:gd name="T35" fmla="*/ 42 h 52"/>
                  <a:gd name="T36" fmla="*/ 12 w 98"/>
                  <a:gd name="T37" fmla="*/ 38 h 52"/>
                  <a:gd name="T38" fmla="*/ 8 w 98"/>
                  <a:gd name="T39" fmla="*/ 30 h 52"/>
                  <a:gd name="T40" fmla="*/ 4 w 98"/>
                  <a:gd name="T41" fmla="*/ 26 h 52"/>
                  <a:gd name="T42" fmla="*/ 4 w 98"/>
                  <a:gd name="T43" fmla="*/ 22 h 52"/>
                  <a:gd name="T44" fmla="*/ 0 w 98"/>
                  <a:gd name="T45" fmla="*/ 18 h 52"/>
                  <a:gd name="T46" fmla="*/ 4 w 98"/>
                  <a:gd name="T47" fmla="*/ 18 h 52"/>
                  <a:gd name="T48" fmla="*/ 8 w 98"/>
                  <a:gd name="T49" fmla="*/ 12 h 52"/>
                  <a:gd name="T50" fmla="*/ 12 w 98"/>
                  <a:gd name="T51" fmla="*/ 12 h 52"/>
                  <a:gd name="T52" fmla="*/ 12 w 98"/>
                  <a:gd name="T53" fmla="*/ 12 h 52"/>
                  <a:gd name="T54" fmla="*/ 16 w 98"/>
                  <a:gd name="T55" fmla="*/ 12 h 52"/>
                  <a:gd name="T56" fmla="*/ 20 w 98"/>
                  <a:gd name="T57" fmla="*/ 8 h 52"/>
                  <a:gd name="T58" fmla="*/ 24 w 98"/>
                  <a:gd name="T59" fmla="*/ 8 h 52"/>
                  <a:gd name="T60" fmla="*/ 26 w 98"/>
                  <a:gd name="T61" fmla="*/ 4 h 52"/>
                  <a:gd name="T62" fmla="*/ 30 w 98"/>
                  <a:gd name="T63" fmla="*/ 0 h 52"/>
                  <a:gd name="T64" fmla="*/ 34 w 98"/>
                  <a:gd name="T65" fmla="*/ 0 h 52"/>
                  <a:gd name="T66" fmla="*/ 38 w 98"/>
                  <a:gd name="T67" fmla="*/ 4 h 52"/>
                  <a:gd name="T68" fmla="*/ 38 w 98"/>
                  <a:gd name="T69" fmla="*/ 4 h 52"/>
                  <a:gd name="T70" fmla="*/ 46 w 98"/>
                  <a:gd name="T71" fmla="*/ 0 h 52"/>
                  <a:gd name="T72" fmla="*/ 46 w 98"/>
                  <a:gd name="T73" fmla="*/ 4 h 52"/>
                  <a:gd name="T74" fmla="*/ 50 w 98"/>
                  <a:gd name="T75" fmla="*/ 4 h 52"/>
                  <a:gd name="T76" fmla="*/ 58 w 98"/>
                  <a:gd name="T77" fmla="*/ 8 h 52"/>
                  <a:gd name="T78" fmla="*/ 60 w 98"/>
                  <a:gd name="T79" fmla="*/ 8 h 52"/>
                  <a:gd name="T80" fmla="*/ 60 w 98"/>
                  <a:gd name="T81" fmla="*/ 12 h 52"/>
                  <a:gd name="T82" fmla="*/ 60 w 98"/>
                  <a:gd name="T83" fmla="*/ 16 h 52"/>
                  <a:gd name="T84" fmla="*/ 64 w 98"/>
                  <a:gd name="T85" fmla="*/ 18 h 52"/>
                  <a:gd name="T86" fmla="*/ 68 w 98"/>
                  <a:gd name="T87" fmla="*/ 18 h 52"/>
                  <a:gd name="T88" fmla="*/ 72 w 98"/>
                  <a:gd name="T89" fmla="*/ 18 h 52"/>
                  <a:gd name="T90" fmla="*/ 68 w 98"/>
                  <a:gd name="T91" fmla="*/ 12 h 52"/>
                  <a:gd name="T92" fmla="*/ 72 w 98"/>
                  <a:gd name="T93" fmla="*/ 16 h 52"/>
                  <a:gd name="T94" fmla="*/ 80 w 98"/>
                  <a:gd name="T95" fmla="*/ 16 h 52"/>
                  <a:gd name="T96" fmla="*/ 80 w 98"/>
                  <a:gd name="T97" fmla="*/ 16 h 52"/>
                  <a:gd name="T98" fmla="*/ 80 w 98"/>
                  <a:gd name="T99" fmla="*/ 18 h 52"/>
                  <a:gd name="T100" fmla="*/ 88 w 98"/>
                  <a:gd name="T101" fmla="*/ 18 h 52"/>
                  <a:gd name="T102" fmla="*/ 94 w 98"/>
                  <a:gd name="T103" fmla="*/ 22 h 52"/>
                  <a:gd name="T104" fmla="*/ 94 w 98"/>
                  <a:gd name="T105" fmla="*/ 30 h 52"/>
                  <a:gd name="T106" fmla="*/ 94 w 98"/>
                  <a:gd name="T107" fmla="*/ 30 h 52"/>
                  <a:gd name="T108" fmla="*/ 88 w 98"/>
                  <a:gd name="T109" fmla="*/ 38 h 52"/>
                  <a:gd name="T110" fmla="*/ 88 w 98"/>
                  <a:gd name="T111" fmla="*/ 3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98" h="52">
                    <a:moveTo>
                      <a:pt x="88" y="38"/>
                    </a:moveTo>
                    <a:lnTo>
                      <a:pt x="88" y="42"/>
                    </a:lnTo>
                    <a:lnTo>
                      <a:pt x="88" y="42"/>
                    </a:lnTo>
                    <a:lnTo>
                      <a:pt x="88" y="42"/>
                    </a:lnTo>
                    <a:lnTo>
                      <a:pt x="84" y="42"/>
                    </a:lnTo>
                    <a:lnTo>
                      <a:pt x="84" y="46"/>
                    </a:lnTo>
                    <a:lnTo>
                      <a:pt x="80" y="46"/>
                    </a:lnTo>
                    <a:lnTo>
                      <a:pt x="80" y="46"/>
                    </a:lnTo>
                    <a:lnTo>
                      <a:pt x="80" y="46"/>
                    </a:lnTo>
                    <a:lnTo>
                      <a:pt x="80" y="46"/>
                    </a:lnTo>
                    <a:lnTo>
                      <a:pt x="76" y="46"/>
                    </a:lnTo>
                    <a:lnTo>
                      <a:pt x="76" y="46"/>
                    </a:lnTo>
                    <a:lnTo>
                      <a:pt x="76" y="46"/>
                    </a:lnTo>
                    <a:lnTo>
                      <a:pt x="76" y="46"/>
                    </a:lnTo>
                    <a:lnTo>
                      <a:pt x="72" y="46"/>
                    </a:lnTo>
                    <a:lnTo>
                      <a:pt x="72" y="46"/>
                    </a:lnTo>
                    <a:lnTo>
                      <a:pt x="72" y="46"/>
                    </a:lnTo>
                    <a:lnTo>
                      <a:pt x="72" y="50"/>
                    </a:lnTo>
                    <a:lnTo>
                      <a:pt x="72" y="50"/>
                    </a:lnTo>
                    <a:lnTo>
                      <a:pt x="68" y="50"/>
                    </a:lnTo>
                    <a:lnTo>
                      <a:pt x="68" y="50"/>
                    </a:lnTo>
                    <a:lnTo>
                      <a:pt x="68" y="50"/>
                    </a:lnTo>
                    <a:lnTo>
                      <a:pt x="68" y="50"/>
                    </a:lnTo>
                    <a:lnTo>
                      <a:pt x="68" y="50"/>
                    </a:lnTo>
                    <a:lnTo>
                      <a:pt x="68" y="50"/>
                    </a:lnTo>
                    <a:lnTo>
                      <a:pt x="68" y="50"/>
                    </a:lnTo>
                    <a:lnTo>
                      <a:pt x="64" y="50"/>
                    </a:lnTo>
                    <a:lnTo>
                      <a:pt x="64" y="46"/>
                    </a:lnTo>
                    <a:lnTo>
                      <a:pt x="64" y="46"/>
                    </a:lnTo>
                    <a:lnTo>
                      <a:pt x="60" y="46"/>
                    </a:lnTo>
                    <a:lnTo>
                      <a:pt x="60" y="46"/>
                    </a:lnTo>
                    <a:lnTo>
                      <a:pt x="60" y="50"/>
                    </a:lnTo>
                    <a:lnTo>
                      <a:pt x="60" y="50"/>
                    </a:lnTo>
                    <a:lnTo>
                      <a:pt x="60" y="50"/>
                    </a:lnTo>
                    <a:lnTo>
                      <a:pt x="58" y="50"/>
                    </a:lnTo>
                    <a:lnTo>
                      <a:pt x="58" y="50"/>
                    </a:lnTo>
                    <a:lnTo>
                      <a:pt x="58" y="50"/>
                    </a:lnTo>
                    <a:lnTo>
                      <a:pt x="58" y="50"/>
                    </a:lnTo>
                    <a:lnTo>
                      <a:pt x="58" y="46"/>
                    </a:lnTo>
                    <a:lnTo>
                      <a:pt x="54" y="46"/>
                    </a:lnTo>
                    <a:lnTo>
                      <a:pt x="54" y="46"/>
                    </a:lnTo>
                    <a:lnTo>
                      <a:pt x="54" y="46"/>
                    </a:lnTo>
                    <a:lnTo>
                      <a:pt x="50" y="46"/>
                    </a:lnTo>
                    <a:lnTo>
                      <a:pt x="50" y="46"/>
                    </a:lnTo>
                    <a:lnTo>
                      <a:pt x="50" y="46"/>
                    </a:lnTo>
                    <a:lnTo>
                      <a:pt x="50" y="46"/>
                    </a:lnTo>
                    <a:lnTo>
                      <a:pt x="50" y="46"/>
                    </a:lnTo>
                    <a:lnTo>
                      <a:pt x="46" y="42"/>
                    </a:lnTo>
                    <a:lnTo>
                      <a:pt x="46" y="42"/>
                    </a:lnTo>
                    <a:lnTo>
                      <a:pt x="46" y="42"/>
                    </a:lnTo>
                    <a:lnTo>
                      <a:pt x="46" y="42"/>
                    </a:lnTo>
                    <a:lnTo>
                      <a:pt x="42" y="42"/>
                    </a:lnTo>
                    <a:lnTo>
                      <a:pt x="42" y="42"/>
                    </a:lnTo>
                    <a:lnTo>
                      <a:pt x="42" y="42"/>
                    </a:lnTo>
                    <a:lnTo>
                      <a:pt x="42" y="42"/>
                    </a:lnTo>
                    <a:lnTo>
                      <a:pt x="42" y="46"/>
                    </a:lnTo>
                    <a:lnTo>
                      <a:pt x="42" y="46"/>
                    </a:lnTo>
                    <a:lnTo>
                      <a:pt x="38" y="46"/>
                    </a:lnTo>
                    <a:lnTo>
                      <a:pt x="38" y="46"/>
                    </a:lnTo>
                    <a:lnTo>
                      <a:pt x="38" y="46"/>
                    </a:lnTo>
                    <a:lnTo>
                      <a:pt x="38" y="50"/>
                    </a:lnTo>
                    <a:lnTo>
                      <a:pt x="38" y="50"/>
                    </a:lnTo>
                    <a:lnTo>
                      <a:pt x="38" y="50"/>
                    </a:lnTo>
                    <a:lnTo>
                      <a:pt x="38" y="52"/>
                    </a:lnTo>
                    <a:lnTo>
                      <a:pt x="38" y="52"/>
                    </a:lnTo>
                    <a:lnTo>
                      <a:pt x="38" y="50"/>
                    </a:lnTo>
                    <a:lnTo>
                      <a:pt x="34" y="50"/>
                    </a:lnTo>
                    <a:lnTo>
                      <a:pt x="34" y="50"/>
                    </a:lnTo>
                    <a:lnTo>
                      <a:pt x="34" y="50"/>
                    </a:lnTo>
                    <a:lnTo>
                      <a:pt x="34" y="52"/>
                    </a:lnTo>
                    <a:lnTo>
                      <a:pt x="30" y="52"/>
                    </a:lnTo>
                    <a:lnTo>
                      <a:pt x="30" y="52"/>
                    </a:lnTo>
                    <a:lnTo>
                      <a:pt x="26" y="50"/>
                    </a:lnTo>
                    <a:lnTo>
                      <a:pt x="26" y="50"/>
                    </a:lnTo>
                    <a:lnTo>
                      <a:pt x="26" y="50"/>
                    </a:lnTo>
                    <a:lnTo>
                      <a:pt x="26" y="50"/>
                    </a:lnTo>
                    <a:lnTo>
                      <a:pt x="24" y="50"/>
                    </a:lnTo>
                    <a:lnTo>
                      <a:pt x="24" y="46"/>
                    </a:lnTo>
                    <a:lnTo>
                      <a:pt x="24" y="46"/>
                    </a:lnTo>
                    <a:lnTo>
                      <a:pt x="24" y="46"/>
                    </a:lnTo>
                    <a:lnTo>
                      <a:pt x="24" y="46"/>
                    </a:lnTo>
                    <a:lnTo>
                      <a:pt x="24" y="46"/>
                    </a:lnTo>
                    <a:lnTo>
                      <a:pt x="24" y="46"/>
                    </a:lnTo>
                    <a:lnTo>
                      <a:pt x="24" y="46"/>
                    </a:lnTo>
                    <a:lnTo>
                      <a:pt x="24" y="46"/>
                    </a:lnTo>
                    <a:lnTo>
                      <a:pt x="24" y="46"/>
                    </a:lnTo>
                    <a:lnTo>
                      <a:pt x="24" y="46"/>
                    </a:lnTo>
                    <a:lnTo>
                      <a:pt x="24" y="46"/>
                    </a:lnTo>
                    <a:lnTo>
                      <a:pt x="20" y="42"/>
                    </a:lnTo>
                    <a:lnTo>
                      <a:pt x="20" y="42"/>
                    </a:lnTo>
                    <a:lnTo>
                      <a:pt x="20" y="42"/>
                    </a:lnTo>
                    <a:lnTo>
                      <a:pt x="20" y="42"/>
                    </a:lnTo>
                    <a:lnTo>
                      <a:pt x="20" y="42"/>
                    </a:lnTo>
                    <a:lnTo>
                      <a:pt x="16" y="38"/>
                    </a:lnTo>
                    <a:lnTo>
                      <a:pt x="12" y="38"/>
                    </a:lnTo>
                    <a:lnTo>
                      <a:pt x="12" y="34"/>
                    </a:lnTo>
                    <a:lnTo>
                      <a:pt x="12" y="34"/>
                    </a:lnTo>
                    <a:lnTo>
                      <a:pt x="12" y="34"/>
                    </a:lnTo>
                    <a:lnTo>
                      <a:pt x="8" y="34"/>
                    </a:lnTo>
                    <a:lnTo>
                      <a:pt x="8" y="30"/>
                    </a:lnTo>
                    <a:lnTo>
                      <a:pt x="8" y="30"/>
                    </a:lnTo>
                    <a:lnTo>
                      <a:pt x="8" y="30"/>
                    </a:lnTo>
                    <a:lnTo>
                      <a:pt x="4" y="30"/>
                    </a:lnTo>
                    <a:lnTo>
                      <a:pt x="4" y="26"/>
                    </a:lnTo>
                    <a:lnTo>
                      <a:pt x="4" y="26"/>
                    </a:lnTo>
                    <a:lnTo>
                      <a:pt x="4" y="26"/>
                    </a:lnTo>
                    <a:lnTo>
                      <a:pt x="8" y="22"/>
                    </a:lnTo>
                    <a:lnTo>
                      <a:pt x="4" y="22"/>
                    </a:lnTo>
                    <a:lnTo>
                      <a:pt x="4" y="22"/>
                    </a:lnTo>
                    <a:lnTo>
                      <a:pt x="4" y="22"/>
                    </a:lnTo>
                    <a:lnTo>
                      <a:pt x="4" y="18"/>
                    </a:lnTo>
                    <a:lnTo>
                      <a:pt x="4" y="18"/>
                    </a:lnTo>
                    <a:lnTo>
                      <a:pt x="0" y="18"/>
                    </a:lnTo>
                    <a:lnTo>
                      <a:pt x="0" y="18"/>
                    </a:lnTo>
                    <a:lnTo>
                      <a:pt x="0" y="18"/>
                    </a:lnTo>
                    <a:lnTo>
                      <a:pt x="0" y="16"/>
                    </a:lnTo>
                    <a:lnTo>
                      <a:pt x="0" y="16"/>
                    </a:lnTo>
                    <a:lnTo>
                      <a:pt x="0" y="16"/>
                    </a:lnTo>
                    <a:lnTo>
                      <a:pt x="4" y="18"/>
                    </a:lnTo>
                    <a:lnTo>
                      <a:pt x="4" y="18"/>
                    </a:lnTo>
                    <a:lnTo>
                      <a:pt x="4" y="16"/>
                    </a:lnTo>
                    <a:lnTo>
                      <a:pt x="4" y="16"/>
                    </a:lnTo>
                    <a:lnTo>
                      <a:pt x="4" y="16"/>
                    </a:lnTo>
                    <a:lnTo>
                      <a:pt x="4" y="16"/>
                    </a:lnTo>
                    <a:lnTo>
                      <a:pt x="8" y="12"/>
                    </a:lnTo>
                    <a:lnTo>
                      <a:pt x="8" y="12"/>
                    </a:lnTo>
                    <a:lnTo>
                      <a:pt x="8" y="12"/>
                    </a:lnTo>
                    <a:lnTo>
                      <a:pt x="8" y="12"/>
                    </a:lnTo>
                    <a:lnTo>
                      <a:pt x="12" y="12"/>
                    </a:lnTo>
                    <a:lnTo>
                      <a:pt x="12" y="12"/>
                    </a:lnTo>
                    <a:lnTo>
                      <a:pt x="12" y="12"/>
                    </a:lnTo>
                    <a:lnTo>
                      <a:pt x="12" y="12"/>
                    </a:lnTo>
                    <a:lnTo>
                      <a:pt x="12" y="12"/>
                    </a:lnTo>
                    <a:lnTo>
                      <a:pt x="12" y="12"/>
                    </a:lnTo>
                    <a:lnTo>
                      <a:pt x="12" y="12"/>
                    </a:lnTo>
                    <a:lnTo>
                      <a:pt x="12" y="12"/>
                    </a:lnTo>
                    <a:lnTo>
                      <a:pt x="16" y="12"/>
                    </a:lnTo>
                    <a:lnTo>
                      <a:pt x="16" y="12"/>
                    </a:lnTo>
                    <a:lnTo>
                      <a:pt x="16" y="12"/>
                    </a:lnTo>
                    <a:lnTo>
                      <a:pt x="16" y="12"/>
                    </a:lnTo>
                    <a:lnTo>
                      <a:pt x="16" y="8"/>
                    </a:lnTo>
                    <a:lnTo>
                      <a:pt x="20" y="8"/>
                    </a:lnTo>
                    <a:lnTo>
                      <a:pt x="20" y="8"/>
                    </a:lnTo>
                    <a:lnTo>
                      <a:pt x="20" y="8"/>
                    </a:lnTo>
                    <a:lnTo>
                      <a:pt x="20" y="8"/>
                    </a:lnTo>
                    <a:lnTo>
                      <a:pt x="20" y="8"/>
                    </a:lnTo>
                    <a:lnTo>
                      <a:pt x="20" y="8"/>
                    </a:lnTo>
                    <a:lnTo>
                      <a:pt x="20" y="8"/>
                    </a:lnTo>
                    <a:lnTo>
                      <a:pt x="24" y="8"/>
                    </a:lnTo>
                    <a:lnTo>
                      <a:pt x="24" y="8"/>
                    </a:lnTo>
                    <a:lnTo>
                      <a:pt x="24" y="8"/>
                    </a:lnTo>
                    <a:lnTo>
                      <a:pt x="24" y="8"/>
                    </a:lnTo>
                    <a:lnTo>
                      <a:pt x="26" y="4"/>
                    </a:lnTo>
                    <a:lnTo>
                      <a:pt x="26" y="4"/>
                    </a:lnTo>
                    <a:lnTo>
                      <a:pt x="26" y="4"/>
                    </a:lnTo>
                    <a:lnTo>
                      <a:pt x="30" y="4"/>
                    </a:lnTo>
                    <a:lnTo>
                      <a:pt x="30" y="4"/>
                    </a:lnTo>
                    <a:lnTo>
                      <a:pt x="34" y="0"/>
                    </a:lnTo>
                    <a:lnTo>
                      <a:pt x="30" y="0"/>
                    </a:lnTo>
                    <a:lnTo>
                      <a:pt x="30" y="0"/>
                    </a:lnTo>
                    <a:lnTo>
                      <a:pt x="30" y="0"/>
                    </a:lnTo>
                    <a:lnTo>
                      <a:pt x="30" y="0"/>
                    </a:lnTo>
                    <a:lnTo>
                      <a:pt x="34" y="0"/>
                    </a:lnTo>
                    <a:lnTo>
                      <a:pt x="34" y="0"/>
                    </a:lnTo>
                    <a:lnTo>
                      <a:pt x="34" y="0"/>
                    </a:lnTo>
                    <a:lnTo>
                      <a:pt x="38" y="4"/>
                    </a:lnTo>
                    <a:lnTo>
                      <a:pt x="38" y="4"/>
                    </a:lnTo>
                    <a:lnTo>
                      <a:pt x="34" y="4"/>
                    </a:lnTo>
                    <a:lnTo>
                      <a:pt x="38" y="4"/>
                    </a:lnTo>
                    <a:lnTo>
                      <a:pt x="38" y="4"/>
                    </a:lnTo>
                    <a:lnTo>
                      <a:pt x="38" y="4"/>
                    </a:lnTo>
                    <a:lnTo>
                      <a:pt x="38" y="4"/>
                    </a:lnTo>
                    <a:lnTo>
                      <a:pt x="38" y="4"/>
                    </a:lnTo>
                    <a:lnTo>
                      <a:pt x="38" y="4"/>
                    </a:lnTo>
                    <a:lnTo>
                      <a:pt x="38" y="4"/>
                    </a:lnTo>
                    <a:lnTo>
                      <a:pt x="42" y="4"/>
                    </a:lnTo>
                    <a:lnTo>
                      <a:pt x="42" y="4"/>
                    </a:lnTo>
                    <a:lnTo>
                      <a:pt x="42" y="0"/>
                    </a:lnTo>
                    <a:lnTo>
                      <a:pt x="42" y="0"/>
                    </a:lnTo>
                    <a:lnTo>
                      <a:pt x="46" y="0"/>
                    </a:lnTo>
                    <a:lnTo>
                      <a:pt x="46" y="0"/>
                    </a:lnTo>
                    <a:lnTo>
                      <a:pt x="46" y="0"/>
                    </a:lnTo>
                    <a:lnTo>
                      <a:pt x="46" y="0"/>
                    </a:lnTo>
                    <a:lnTo>
                      <a:pt x="46" y="4"/>
                    </a:lnTo>
                    <a:lnTo>
                      <a:pt x="46" y="4"/>
                    </a:lnTo>
                    <a:lnTo>
                      <a:pt x="46" y="4"/>
                    </a:lnTo>
                    <a:lnTo>
                      <a:pt x="46" y="4"/>
                    </a:lnTo>
                    <a:lnTo>
                      <a:pt x="46" y="4"/>
                    </a:lnTo>
                    <a:lnTo>
                      <a:pt x="50" y="4"/>
                    </a:lnTo>
                    <a:lnTo>
                      <a:pt x="50" y="4"/>
                    </a:lnTo>
                    <a:lnTo>
                      <a:pt x="54" y="8"/>
                    </a:lnTo>
                    <a:lnTo>
                      <a:pt x="58" y="8"/>
                    </a:lnTo>
                    <a:lnTo>
                      <a:pt x="58" y="8"/>
                    </a:lnTo>
                    <a:lnTo>
                      <a:pt x="58" y="8"/>
                    </a:lnTo>
                    <a:lnTo>
                      <a:pt x="58" y="8"/>
                    </a:lnTo>
                    <a:lnTo>
                      <a:pt x="58" y="8"/>
                    </a:lnTo>
                    <a:lnTo>
                      <a:pt x="60" y="8"/>
                    </a:lnTo>
                    <a:lnTo>
                      <a:pt x="60" y="8"/>
                    </a:lnTo>
                    <a:lnTo>
                      <a:pt x="60" y="8"/>
                    </a:lnTo>
                    <a:lnTo>
                      <a:pt x="60" y="8"/>
                    </a:lnTo>
                    <a:lnTo>
                      <a:pt x="60" y="8"/>
                    </a:lnTo>
                    <a:lnTo>
                      <a:pt x="60" y="12"/>
                    </a:lnTo>
                    <a:lnTo>
                      <a:pt x="60" y="12"/>
                    </a:lnTo>
                    <a:lnTo>
                      <a:pt x="60" y="12"/>
                    </a:lnTo>
                    <a:lnTo>
                      <a:pt x="60" y="12"/>
                    </a:lnTo>
                    <a:lnTo>
                      <a:pt x="60" y="12"/>
                    </a:lnTo>
                    <a:lnTo>
                      <a:pt x="60" y="16"/>
                    </a:lnTo>
                    <a:lnTo>
                      <a:pt x="60" y="16"/>
                    </a:lnTo>
                    <a:lnTo>
                      <a:pt x="60" y="16"/>
                    </a:lnTo>
                    <a:lnTo>
                      <a:pt x="60" y="16"/>
                    </a:lnTo>
                    <a:lnTo>
                      <a:pt x="60" y="16"/>
                    </a:lnTo>
                    <a:lnTo>
                      <a:pt x="64" y="16"/>
                    </a:lnTo>
                    <a:lnTo>
                      <a:pt x="64" y="18"/>
                    </a:lnTo>
                    <a:lnTo>
                      <a:pt x="64" y="18"/>
                    </a:lnTo>
                    <a:lnTo>
                      <a:pt x="64" y="18"/>
                    </a:lnTo>
                    <a:lnTo>
                      <a:pt x="64" y="18"/>
                    </a:lnTo>
                    <a:lnTo>
                      <a:pt x="64" y="18"/>
                    </a:lnTo>
                    <a:lnTo>
                      <a:pt x="64" y="18"/>
                    </a:lnTo>
                    <a:lnTo>
                      <a:pt x="68" y="18"/>
                    </a:lnTo>
                    <a:lnTo>
                      <a:pt x="68" y="18"/>
                    </a:lnTo>
                    <a:lnTo>
                      <a:pt x="68" y="18"/>
                    </a:lnTo>
                    <a:lnTo>
                      <a:pt x="68" y="18"/>
                    </a:lnTo>
                    <a:lnTo>
                      <a:pt x="68" y="16"/>
                    </a:lnTo>
                    <a:lnTo>
                      <a:pt x="68" y="16"/>
                    </a:lnTo>
                    <a:lnTo>
                      <a:pt x="72" y="18"/>
                    </a:lnTo>
                    <a:lnTo>
                      <a:pt x="68" y="16"/>
                    </a:lnTo>
                    <a:lnTo>
                      <a:pt x="68" y="16"/>
                    </a:lnTo>
                    <a:lnTo>
                      <a:pt x="68" y="12"/>
                    </a:lnTo>
                    <a:lnTo>
                      <a:pt x="68" y="12"/>
                    </a:lnTo>
                    <a:lnTo>
                      <a:pt x="68" y="12"/>
                    </a:lnTo>
                    <a:lnTo>
                      <a:pt x="68" y="12"/>
                    </a:lnTo>
                    <a:lnTo>
                      <a:pt x="72" y="12"/>
                    </a:lnTo>
                    <a:lnTo>
                      <a:pt x="72" y="16"/>
                    </a:lnTo>
                    <a:lnTo>
                      <a:pt x="72" y="16"/>
                    </a:lnTo>
                    <a:lnTo>
                      <a:pt x="72" y="16"/>
                    </a:lnTo>
                    <a:lnTo>
                      <a:pt x="76" y="16"/>
                    </a:lnTo>
                    <a:lnTo>
                      <a:pt x="76" y="16"/>
                    </a:lnTo>
                    <a:lnTo>
                      <a:pt x="76" y="16"/>
                    </a:lnTo>
                    <a:lnTo>
                      <a:pt x="80" y="16"/>
                    </a:lnTo>
                    <a:lnTo>
                      <a:pt x="80" y="16"/>
                    </a:lnTo>
                    <a:lnTo>
                      <a:pt x="80" y="16"/>
                    </a:lnTo>
                    <a:lnTo>
                      <a:pt x="80" y="16"/>
                    </a:lnTo>
                    <a:lnTo>
                      <a:pt x="80" y="16"/>
                    </a:lnTo>
                    <a:lnTo>
                      <a:pt x="80" y="16"/>
                    </a:lnTo>
                    <a:lnTo>
                      <a:pt x="80" y="16"/>
                    </a:lnTo>
                    <a:lnTo>
                      <a:pt x="80" y="18"/>
                    </a:lnTo>
                    <a:lnTo>
                      <a:pt x="80" y="18"/>
                    </a:lnTo>
                    <a:lnTo>
                      <a:pt x="80" y="18"/>
                    </a:lnTo>
                    <a:lnTo>
                      <a:pt x="80" y="18"/>
                    </a:lnTo>
                    <a:lnTo>
                      <a:pt x="80" y="18"/>
                    </a:lnTo>
                    <a:lnTo>
                      <a:pt x="84" y="22"/>
                    </a:lnTo>
                    <a:lnTo>
                      <a:pt x="84" y="22"/>
                    </a:lnTo>
                    <a:lnTo>
                      <a:pt x="84" y="22"/>
                    </a:lnTo>
                    <a:lnTo>
                      <a:pt x="84" y="22"/>
                    </a:lnTo>
                    <a:lnTo>
                      <a:pt x="88" y="18"/>
                    </a:lnTo>
                    <a:lnTo>
                      <a:pt x="88" y="22"/>
                    </a:lnTo>
                    <a:lnTo>
                      <a:pt x="88" y="22"/>
                    </a:lnTo>
                    <a:lnTo>
                      <a:pt x="90" y="22"/>
                    </a:lnTo>
                    <a:lnTo>
                      <a:pt x="90" y="22"/>
                    </a:lnTo>
                    <a:lnTo>
                      <a:pt x="94" y="22"/>
                    </a:lnTo>
                    <a:lnTo>
                      <a:pt x="94" y="26"/>
                    </a:lnTo>
                    <a:lnTo>
                      <a:pt x="94" y="26"/>
                    </a:lnTo>
                    <a:lnTo>
                      <a:pt x="94" y="26"/>
                    </a:lnTo>
                    <a:lnTo>
                      <a:pt x="94" y="30"/>
                    </a:lnTo>
                    <a:lnTo>
                      <a:pt x="94" y="30"/>
                    </a:lnTo>
                    <a:lnTo>
                      <a:pt x="98" y="30"/>
                    </a:lnTo>
                    <a:lnTo>
                      <a:pt x="98" y="30"/>
                    </a:lnTo>
                    <a:lnTo>
                      <a:pt x="98" y="30"/>
                    </a:lnTo>
                    <a:lnTo>
                      <a:pt x="94" y="30"/>
                    </a:lnTo>
                    <a:lnTo>
                      <a:pt x="94" y="30"/>
                    </a:lnTo>
                    <a:lnTo>
                      <a:pt x="90" y="34"/>
                    </a:lnTo>
                    <a:lnTo>
                      <a:pt x="90" y="34"/>
                    </a:lnTo>
                    <a:lnTo>
                      <a:pt x="90" y="34"/>
                    </a:lnTo>
                    <a:lnTo>
                      <a:pt x="88" y="38"/>
                    </a:lnTo>
                    <a:lnTo>
                      <a:pt x="88" y="38"/>
                    </a:lnTo>
                    <a:lnTo>
                      <a:pt x="88" y="38"/>
                    </a:lnTo>
                    <a:lnTo>
                      <a:pt x="88" y="38"/>
                    </a:lnTo>
                    <a:lnTo>
                      <a:pt x="88" y="38"/>
                    </a:lnTo>
                    <a:lnTo>
                      <a:pt x="88" y="38"/>
                    </a:lnTo>
                    <a:lnTo>
                      <a:pt x="88" y="38"/>
                    </a:lnTo>
                    <a:lnTo>
                      <a:pt x="88" y="38"/>
                    </a:lnTo>
                    <a:lnTo>
                      <a:pt x="88"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2" name="Freeform 96"/>
              <p:cNvSpPr>
                <a:spLocks noEditPoints="1"/>
              </p:cNvSpPr>
              <p:nvPr/>
            </p:nvSpPr>
            <p:spPr bwMode="gray">
              <a:xfrm>
                <a:off x="4998230" y="2641294"/>
                <a:ext cx="170449" cy="125227"/>
              </a:xfrm>
              <a:custGeom>
                <a:avLst/>
                <a:gdLst>
                  <a:gd name="T0" fmla="*/ 4 w 98"/>
                  <a:gd name="T1" fmla="*/ 22 h 72"/>
                  <a:gd name="T2" fmla="*/ 8 w 98"/>
                  <a:gd name="T3" fmla="*/ 16 h 72"/>
                  <a:gd name="T4" fmla="*/ 24 w 98"/>
                  <a:gd name="T5" fmla="*/ 12 h 72"/>
                  <a:gd name="T6" fmla="*/ 34 w 98"/>
                  <a:gd name="T7" fmla="*/ 4 h 72"/>
                  <a:gd name="T8" fmla="*/ 30 w 98"/>
                  <a:gd name="T9" fmla="*/ 16 h 72"/>
                  <a:gd name="T10" fmla="*/ 16 w 98"/>
                  <a:gd name="T11" fmla="*/ 16 h 72"/>
                  <a:gd name="T12" fmla="*/ 4 w 98"/>
                  <a:gd name="T13" fmla="*/ 22 h 72"/>
                  <a:gd name="T14" fmla="*/ 20 w 98"/>
                  <a:gd name="T15" fmla="*/ 56 h 72"/>
                  <a:gd name="T16" fmla="*/ 24 w 98"/>
                  <a:gd name="T17" fmla="*/ 64 h 72"/>
                  <a:gd name="T18" fmla="*/ 8 w 98"/>
                  <a:gd name="T19" fmla="*/ 60 h 72"/>
                  <a:gd name="T20" fmla="*/ 8 w 98"/>
                  <a:gd name="T21" fmla="*/ 56 h 72"/>
                  <a:gd name="T22" fmla="*/ 0 w 98"/>
                  <a:gd name="T23" fmla="*/ 46 h 72"/>
                  <a:gd name="T24" fmla="*/ 0 w 98"/>
                  <a:gd name="T25" fmla="*/ 42 h 72"/>
                  <a:gd name="T26" fmla="*/ 0 w 98"/>
                  <a:gd name="T27" fmla="*/ 26 h 72"/>
                  <a:gd name="T28" fmla="*/ 8 w 98"/>
                  <a:gd name="T29" fmla="*/ 30 h 72"/>
                  <a:gd name="T30" fmla="*/ 16 w 98"/>
                  <a:gd name="T31" fmla="*/ 26 h 72"/>
                  <a:gd name="T32" fmla="*/ 16 w 98"/>
                  <a:gd name="T33" fmla="*/ 16 h 72"/>
                  <a:gd name="T34" fmla="*/ 30 w 98"/>
                  <a:gd name="T35" fmla="*/ 18 h 72"/>
                  <a:gd name="T36" fmla="*/ 30 w 98"/>
                  <a:gd name="T37" fmla="*/ 22 h 72"/>
                  <a:gd name="T38" fmla="*/ 38 w 98"/>
                  <a:gd name="T39" fmla="*/ 26 h 72"/>
                  <a:gd name="T40" fmla="*/ 34 w 98"/>
                  <a:gd name="T41" fmla="*/ 38 h 72"/>
                  <a:gd name="T42" fmla="*/ 30 w 98"/>
                  <a:gd name="T43" fmla="*/ 42 h 72"/>
                  <a:gd name="T44" fmla="*/ 24 w 98"/>
                  <a:gd name="T45" fmla="*/ 46 h 72"/>
                  <a:gd name="T46" fmla="*/ 20 w 98"/>
                  <a:gd name="T47" fmla="*/ 52 h 72"/>
                  <a:gd name="T48" fmla="*/ 42 w 98"/>
                  <a:gd name="T49" fmla="*/ 12 h 72"/>
                  <a:gd name="T50" fmla="*/ 12 w 98"/>
                  <a:gd name="T51" fmla="*/ 18 h 72"/>
                  <a:gd name="T52" fmla="*/ 60 w 98"/>
                  <a:gd name="T53" fmla="*/ 48 h 72"/>
                  <a:gd name="T54" fmla="*/ 56 w 98"/>
                  <a:gd name="T55" fmla="*/ 56 h 72"/>
                  <a:gd name="T56" fmla="*/ 46 w 98"/>
                  <a:gd name="T57" fmla="*/ 56 h 72"/>
                  <a:gd name="T58" fmla="*/ 38 w 98"/>
                  <a:gd name="T59" fmla="*/ 46 h 72"/>
                  <a:gd name="T60" fmla="*/ 46 w 98"/>
                  <a:gd name="T61" fmla="*/ 38 h 72"/>
                  <a:gd name="T62" fmla="*/ 50 w 98"/>
                  <a:gd name="T63" fmla="*/ 46 h 72"/>
                  <a:gd name="T64" fmla="*/ 54 w 98"/>
                  <a:gd name="T65" fmla="*/ 46 h 72"/>
                  <a:gd name="T66" fmla="*/ 56 w 98"/>
                  <a:gd name="T67" fmla="*/ 38 h 72"/>
                  <a:gd name="T68" fmla="*/ 64 w 98"/>
                  <a:gd name="T69" fmla="*/ 48 h 72"/>
                  <a:gd name="T70" fmla="*/ 34 w 98"/>
                  <a:gd name="T71" fmla="*/ 46 h 72"/>
                  <a:gd name="T72" fmla="*/ 34 w 98"/>
                  <a:gd name="T73" fmla="*/ 42 h 72"/>
                  <a:gd name="T74" fmla="*/ 34 w 98"/>
                  <a:gd name="T75" fmla="*/ 48 h 72"/>
                  <a:gd name="T76" fmla="*/ 34 w 98"/>
                  <a:gd name="T77" fmla="*/ 60 h 72"/>
                  <a:gd name="T78" fmla="*/ 26 w 98"/>
                  <a:gd name="T79" fmla="*/ 52 h 72"/>
                  <a:gd name="T80" fmla="*/ 26 w 98"/>
                  <a:gd name="T81" fmla="*/ 48 h 72"/>
                  <a:gd name="T82" fmla="*/ 94 w 98"/>
                  <a:gd name="T83" fmla="*/ 56 h 72"/>
                  <a:gd name="T84" fmla="*/ 38 w 98"/>
                  <a:gd name="T85" fmla="*/ 68 h 72"/>
                  <a:gd name="T86" fmla="*/ 42 w 98"/>
                  <a:gd name="T87" fmla="*/ 56 h 72"/>
                  <a:gd name="T88" fmla="*/ 38 w 98"/>
                  <a:gd name="T89" fmla="*/ 68 h 72"/>
                  <a:gd name="T90" fmla="*/ 24 w 98"/>
                  <a:gd name="T91" fmla="*/ 60 h 72"/>
                  <a:gd name="T92" fmla="*/ 26 w 98"/>
                  <a:gd name="T93" fmla="*/ 60 h 72"/>
                  <a:gd name="T94" fmla="*/ 34 w 98"/>
                  <a:gd name="T95" fmla="*/ 64 h 72"/>
                  <a:gd name="T96" fmla="*/ 60 w 98"/>
                  <a:gd name="T97" fmla="*/ 60 h 72"/>
                  <a:gd name="T98" fmla="*/ 60 w 98"/>
                  <a:gd name="T99" fmla="*/ 64 h 72"/>
                  <a:gd name="T100" fmla="*/ 30 w 98"/>
                  <a:gd name="T101" fmla="*/ 60 h 72"/>
                  <a:gd name="T102" fmla="*/ 30 w 98"/>
                  <a:gd name="T103" fmla="*/ 64 h 72"/>
                  <a:gd name="T104" fmla="*/ 54 w 98"/>
                  <a:gd name="T105" fmla="*/ 72 h 72"/>
                  <a:gd name="T106" fmla="*/ 54 w 98"/>
                  <a:gd name="T107" fmla="*/ 60 h 72"/>
                  <a:gd name="T108" fmla="*/ 42 w 98"/>
                  <a:gd name="T109" fmla="*/ 60 h 72"/>
                  <a:gd name="T110" fmla="*/ 54 w 98"/>
                  <a:gd name="T111" fmla="*/ 68 h 72"/>
                  <a:gd name="T112" fmla="*/ 42 w 98"/>
                  <a:gd name="T113" fmla="*/ 64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8" h="72">
                    <a:moveTo>
                      <a:pt x="4" y="22"/>
                    </a:moveTo>
                    <a:lnTo>
                      <a:pt x="8" y="22"/>
                    </a:lnTo>
                    <a:lnTo>
                      <a:pt x="8" y="26"/>
                    </a:lnTo>
                    <a:lnTo>
                      <a:pt x="4" y="26"/>
                    </a:lnTo>
                    <a:lnTo>
                      <a:pt x="4" y="22"/>
                    </a:lnTo>
                    <a:lnTo>
                      <a:pt x="0" y="22"/>
                    </a:lnTo>
                    <a:lnTo>
                      <a:pt x="0" y="18"/>
                    </a:lnTo>
                    <a:lnTo>
                      <a:pt x="4" y="18"/>
                    </a:lnTo>
                    <a:lnTo>
                      <a:pt x="4" y="16"/>
                    </a:lnTo>
                    <a:lnTo>
                      <a:pt x="8" y="16"/>
                    </a:lnTo>
                    <a:lnTo>
                      <a:pt x="12" y="16"/>
                    </a:lnTo>
                    <a:lnTo>
                      <a:pt x="16" y="16"/>
                    </a:lnTo>
                    <a:lnTo>
                      <a:pt x="20" y="16"/>
                    </a:lnTo>
                    <a:lnTo>
                      <a:pt x="20" y="12"/>
                    </a:lnTo>
                    <a:lnTo>
                      <a:pt x="24" y="12"/>
                    </a:lnTo>
                    <a:lnTo>
                      <a:pt x="24" y="8"/>
                    </a:lnTo>
                    <a:lnTo>
                      <a:pt x="26" y="4"/>
                    </a:lnTo>
                    <a:lnTo>
                      <a:pt x="30" y="4"/>
                    </a:lnTo>
                    <a:lnTo>
                      <a:pt x="34" y="0"/>
                    </a:lnTo>
                    <a:lnTo>
                      <a:pt x="34" y="4"/>
                    </a:lnTo>
                    <a:lnTo>
                      <a:pt x="34" y="8"/>
                    </a:lnTo>
                    <a:lnTo>
                      <a:pt x="34" y="12"/>
                    </a:lnTo>
                    <a:lnTo>
                      <a:pt x="34" y="16"/>
                    </a:lnTo>
                    <a:lnTo>
                      <a:pt x="30" y="18"/>
                    </a:lnTo>
                    <a:lnTo>
                      <a:pt x="30" y="16"/>
                    </a:lnTo>
                    <a:lnTo>
                      <a:pt x="26" y="16"/>
                    </a:lnTo>
                    <a:lnTo>
                      <a:pt x="20" y="16"/>
                    </a:lnTo>
                    <a:lnTo>
                      <a:pt x="16" y="16"/>
                    </a:lnTo>
                    <a:lnTo>
                      <a:pt x="16" y="18"/>
                    </a:lnTo>
                    <a:lnTo>
                      <a:pt x="16" y="16"/>
                    </a:lnTo>
                    <a:lnTo>
                      <a:pt x="12" y="16"/>
                    </a:lnTo>
                    <a:lnTo>
                      <a:pt x="12" y="18"/>
                    </a:lnTo>
                    <a:lnTo>
                      <a:pt x="8" y="18"/>
                    </a:lnTo>
                    <a:lnTo>
                      <a:pt x="8" y="22"/>
                    </a:lnTo>
                    <a:lnTo>
                      <a:pt x="4" y="22"/>
                    </a:lnTo>
                    <a:lnTo>
                      <a:pt x="4" y="22"/>
                    </a:lnTo>
                    <a:lnTo>
                      <a:pt x="4" y="22"/>
                    </a:lnTo>
                    <a:close/>
                    <a:moveTo>
                      <a:pt x="20" y="52"/>
                    </a:moveTo>
                    <a:lnTo>
                      <a:pt x="24" y="56"/>
                    </a:lnTo>
                    <a:lnTo>
                      <a:pt x="20" y="56"/>
                    </a:lnTo>
                    <a:lnTo>
                      <a:pt x="20" y="60"/>
                    </a:lnTo>
                    <a:lnTo>
                      <a:pt x="24" y="60"/>
                    </a:lnTo>
                    <a:lnTo>
                      <a:pt x="24" y="64"/>
                    </a:lnTo>
                    <a:lnTo>
                      <a:pt x="20" y="64"/>
                    </a:lnTo>
                    <a:lnTo>
                      <a:pt x="24" y="64"/>
                    </a:lnTo>
                    <a:lnTo>
                      <a:pt x="20" y="64"/>
                    </a:lnTo>
                    <a:lnTo>
                      <a:pt x="16" y="64"/>
                    </a:lnTo>
                    <a:lnTo>
                      <a:pt x="12" y="64"/>
                    </a:lnTo>
                    <a:lnTo>
                      <a:pt x="8" y="64"/>
                    </a:lnTo>
                    <a:lnTo>
                      <a:pt x="8" y="60"/>
                    </a:lnTo>
                    <a:lnTo>
                      <a:pt x="4" y="60"/>
                    </a:lnTo>
                    <a:lnTo>
                      <a:pt x="4" y="56"/>
                    </a:lnTo>
                    <a:lnTo>
                      <a:pt x="8" y="56"/>
                    </a:lnTo>
                    <a:lnTo>
                      <a:pt x="4" y="56"/>
                    </a:lnTo>
                    <a:lnTo>
                      <a:pt x="8" y="56"/>
                    </a:lnTo>
                    <a:lnTo>
                      <a:pt x="8" y="52"/>
                    </a:lnTo>
                    <a:lnTo>
                      <a:pt x="4" y="52"/>
                    </a:lnTo>
                    <a:lnTo>
                      <a:pt x="4" y="48"/>
                    </a:lnTo>
                    <a:lnTo>
                      <a:pt x="0" y="48"/>
                    </a:lnTo>
                    <a:lnTo>
                      <a:pt x="0" y="46"/>
                    </a:lnTo>
                    <a:lnTo>
                      <a:pt x="0" y="42"/>
                    </a:lnTo>
                    <a:lnTo>
                      <a:pt x="0" y="38"/>
                    </a:lnTo>
                    <a:lnTo>
                      <a:pt x="0" y="42"/>
                    </a:lnTo>
                    <a:lnTo>
                      <a:pt x="0" y="46"/>
                    </a:lnTo>
                    <a:lnTo>
                      <a:pt x="0" y="42"/>
                    </a:lnTo>
                    <a:lnTo>
                      <a:pt x="4" y="42"/>
                    </a:lnTo>
                    <a:lnTo>
                      <a:pt x="4" y="38"/>
                    </a:lnTo>
                    <a:lnTo>
                      <a:pt x="0" y="38"/>
                    </a:lnTo>
                    <a:lnTo>
                      <a:pt x="0" y="30"/>
                    </a:lnTo>
                    <a:lnTo>
                      <a:pt x="0" y="26"/>
                    </a:lnTo>
                    <a:lnTo>
                      <a:pt x="0" y="22"/>
                    </a:lnTo>
                    <a:lnTo>
                      <a:pt x="0" y="26"/>
                    </a:lnTo>
                    <a:lnTo>
                      <a:pt x="4" y="26"/>
                    </a:lnTo>
                    <a:lnTo>
                      <a:pt x="8" y="26"/>
                    </a:lnTo>
                    <a:lnTo>
                      <a:pt x="8" y="30"/>
                    </a:lnTo>
                    <a:lnTo>
                      <a:pt x="8" y="26"/>
                    </a:lnTo>
                    <a:lnTo>
                      <a:pt x="12" y="22"/>
                    </a:lnTo>
                    <a:lnTo>
                      <a:pt x="16" y="22"/>
                    </a:lnTo>
                    <a:lnTo>
                      <a:pt x="12" y="26"/>
                    </a:lnTo>
                    <a:lnTo>
                      <a:pt x="16" y="26"/>
                    </a:lnTo>
                    <a:lnTo>
                      <a:pt x="20" y="26"/>
                    </a:lnTo>
                    <a:lnTo>
                      <a:pt x="16" y="26"/>
                    </a:lnTo>
                    <a:lnTo>
                      <a:pt x="16" y="22"/>
                    </a:lnTo>
                    <a:lnTo>
                      <a:pt x="16" y="18"/>
                    </a:lnTo>
                    <a:lnTo>
                      <a:pt x="16" y="16"/>
                    </a:lnTo>
                    <a:lnTo>
                      <a:pt x="20" y="16"/>
                    </a:lnTo>
                    <a:lnTo>
                      <a:pt x="24" y="16"/>
                    </a:lnTo>
                    <a:lnTo>
                      <a:pt x="26" y="16"/>
                    </a:lnTo>
                    <a:lnTo>
                      <a:pt x="30" y="16"/>
                    </a:lnTo>
                    <a:lnTo>
                      <a:pt x="30" y="18"/>
                    </a:lnTo>
                    <a:lnTo>
                      <a:pt x="30" y="22"/>
                    </a:lnTo>
                    <a:lnTo>
                      <a:pt x="24" y="26"/>
                    </a:lnTo>
                    <a:lnTo>
                      <a:pt x="26" y="26"/>
                    </a:lnTo>
                    <a:lnTo>
                      <a:pt x="26" y="22"/>
                    </a:lnTo>
                    <a:lnTo>
                      <a:pt x="30" y="22"/>
                    </a:lnTo>
                    <a:lnTo>
                      <a:pt x="30" y="26"/>
                    </a:lnTo>
                    <a:lnTo>
                      <a:pt x="30" y="30"/>
                    </a:lnTo>
                    <a:lnTo>
                      <a:pt x="30" y="26"/>
                    </a:lnTo>
                    <a:lnTo>
                      <a:pt x="34" y="26"/>
                    </a:lnTo>
                    <a:lnTo>
                      <a:pt x="38" y="26"/>
                    </a:lnTo>
                    <a:lnTo>
                      <a:pt x="42" y="30"/>
                    </a:lnTo>
                    <a:lnTo>
                      <a:pt x="38" y="30"/>
                    </a:lnTo>
                    <a:lnTo>
                      <a:pt x="38" y="34"/>
                    </a:lnTo>
                    <a:lnTo>
                      <a:pt x="34" y="34"/>
                    </a:lnTo>
                    <a:lnTo>
                      <a:pt x="34" y="38"/>
                    </a:lnTo>
                    <a:lnTo>
                      <a:pt x="30" y="34"/>
                    </a:lnTo>
                    <a:lnTo>
                      <a:pt x="34" y="34"/>
                    </a:lnTo>
                    <a:lnTo>
                      <a:pt x="30" y="34"/>
                    </a:lnTo>
                    <a:lnTo>
                      <a:pt x="30" y="38"/>
                    </a:lnTo>
                    <a:lnTo>
                      <a:pt x="30" y="42"/>
                    </a:lnTo>
                    <a:lnTo>
                      <a:pt x="26" y="42"/>
                    </a:lnTo>
                    <a:lnTo>
                      <a:pt x="24" y="42"/>
                    </a:lnTo>
                    <a:lnTo>
                      <a:pt x="26" y="42"/>
                    </a:lnTo>
                    <a:lnTo>
                      <a:pt x="26" y="46"/>
                    </a:lnTo>
                    <a:lnTo>
                      <a:pt x="24" y="46"/>
                    </a:lnTo>
                    <a:lnTo>
                      <a:pt x="20" y="46"/>
                    </a:lnTo>
                    <a:lnTo>
                      <a:pt x="24" y="46"/>
                    </a:lnTo>
                    <a:lnTo>
                      <a:pt x="24" y="48"/>
                    </a:lnTo>
                    <a:lnTo>
                      <a:pt x="20" y="52"/>
                    </a:lnTo>
                    <a:lnTo>
                      <a:pt x="20" y="52"/>
                    </a:lnTo>
                    <a:lnTo>
                      <a:pt x="20" y="52"/>
                    </a:lnTo>
                    <a:close/>
                    <a:moveTo>
                      <a:pt x="42" y="12"/>
                    </a:moveTo>
                    <a:lnTo>
                      <a:pt x="38" y="12"/>
                    </a:lnTo>
                    <a:lnTo>
                      <a:pt x="42" y="12"/>
                    </a:lnTo>
                    <a:lnTo>
                      <a:pt x="42" y="12"/>
                    </a:lnTo>
                    <a:lnTo>
                      <a:pt x="42" y="12"/>
                    </a:lnTo>
                    <a:close/>
                    <a:moveTo>
                      <a:pt x="8" y="22"/>
                    </a:moveTo>
                    <a:lnTo>
                      <a:pt x="4" y="22"/>
                    </a:lnTo>
                    <a:lnTo>
                      <a:pt x="8" y="18"/>
                    </a:lnTo>
                    <a:lnTo>
                      <a:pt x="12" y="18"/>
                    </a:lnTo>
                    <a:lnTo>
                      <a:pt x="12" y="22"/>
                    </a:lnTo>
                    <a:lnTo>
                      <a:pt x="8" y="22"/>
                    </a:lnTo>
                    <a:lnTo>
                      <a:pt x="8" y="22"/>
                    </a:lnTo>
                    <a:lnTo>
                      <a:pt x="8" y="22"/>
                    </a:lnTo>
                    <a:close/>
                    <a:moveTo>
                      <a:pt x="60" y="48"/>
                    </a:moveTo>
                    <a:lnTo>
                      <a:pt x="56" y="48"/>
                    </a:lnTo>
                    <a:lnTo>
                      <a:pt x="56" y="52"/>
                    </a:lnTo>
                    <a:lnTo>
                      <a:pt x="60" y="52"/>
                    </a:lnTo>
                    <a:lnTo>
                      <a:pt x="60" y="56"/>
                    </a:lnTo>
                    <a:lnTo>
                      <a:pt x="56" y="56"/>
                    </a:lnTo>
                    <a:lnTo>
                      <a:pt x="56" y="60"/>
                    </a:lnTo>
                    <a:lnTo>
                      <a:pt x="54" y="60"/>
                    </a:lnTo>
                    <a:lnTo>
                      <a:pt x="54" y="56"/>
                    </a:lnTo>
                    <a:lnTo>
                      <a:pt x="50" y="56"/>
                    </a:lnTo>
                    <a:lnTo>
                      <a:pt x="46" y="56"/>
                    </a:lnTo>
                    <a:lnTo>
                      <a:pt x="42" y="52"/>
                    </a:lnTo>
                    <a:lnTo>
                      <a:pt x="46" y="52"/>
                    </a:lnTo>
                    <a:lnTo>
                      <a:pt x="42" y="48"/>
                    </a:lnTo>
                    <a:lnTo>
                      <a:pt x="42" y="46"/>
                    </a:lnTo>
                    <a:lnTo>
                      <a:pt x="38" y="46"/>
                    </a:lnTo>
                    <a:lnTo>
                      <a:pt x="42" y="46"/>
                    </a:lnTo>
                    <a:lnTo>
                      <a:pt x="46" y="46"/>
                    </a:lnTo>
                    <a:lnTo>
                      <a:pt x="50" y="42"/>
                    </a:lnTo>
                    <a:lnTo>
                      <a:pt x="46" y="42"/>
                    </a:lnTo>
                    <a:lnTo>
                      <a:pt x="46" y="38"/>
                    </a:lnTo>
                    <a:lnTo>
                      <a:pt x="46" y="42"/>
                    </a:lnTo>
                    <a:lnTo>
                      <a:pt x="50" y="42"/>
                    </a:lnTo>
                    <a:lnTo>
                      <a:pt x="54" y="42"/>
                    </a:lnTo>
                    <a:lnTo>
                      <a:pt x="50" y="42"/>
                    </a:lnTo>
                    <a:lnTo>
                      <a:pt x="50" y="46"/>
                    </a:lnTo>
                    <a:lnTo>
                      <a:pt x="54" y="46"/>
                    </a:lnTo>
                    <a:lnTo>
                      <a:pt x="54" y="42"/>
                    </a:lnTo>
                    <a:lnTo>
                      <a:pt x="56" y="42"/>
                    </a:lnTo>
                    <a:lnTo>
                      <a:pt x="56" y="46"/>
                    </a:lnTo>
                    <a:lnTo>
                      <a:pt x="54" y="46"/>
                    </a:lnTo>
                    <a:lnTo>
                      <a:pt x="56" y="46"/>
                    </a:lnTo>
                    <a:lnTo>
                      <a:pt x="56" y="42"/>
                    </a:lnTo>
                    <a:lnTo>
                      <a:pt x="54" y="42"/>
                    </a:lnTo>
                    <a:lnTo>
                      <a:pt x="54" y="38"/>
                    </a:lnTo>
                    <a:lnTo>
                      <a:pt x="56" y="38"/>
                    </a:lnTo>
                    <a:lnTo>
                      <a:pt x="60" y="38"/>
                    </a:lnTo>
                    <a:lnTo>
                      <a:pt x="64" y="38"/>
                    </a:lnTo>
                    <a:lnTo>
                      <a:pt x="64" y="42"/>
                    </a:lnTo>
                    <a:lnTo>
                      <a:pt x="64" y="46"/>
                    </a:lnTo>
                    <a:lnTo>
                      <a:pt x="64" y="48"/>
                    </a:lnTo>
                    <a:lnTo>
                      <a:pt x="60" y="48"/>
                    </a:lnTo>
                    <a:lnTo>
                      <a:pt x="60" y="48"/>
                    </a:lnTo>
                    <a:lnTo>
                      <a:pt x="60" y="48"/>
                    </a:lnTo>
                    <a:close/>
                    <a:moveTo>
                      <a:pt x="34" y="42"/>
                    </a:moveTo>
                    <a:lnTo>
                      <a:pt x="34" y="46"/>
                    </a:lnTo>
                    <a:lnTo>
                      <a:pt x="34" y="42"/>
                    </a:lnTo>
                    <a:lnTo>
                      <a:pt x="34" y="38"/>
                    </a:lnTo>
                    <a:lnTo>
                      <a:pt x="34" y="42"/>
                    </a:lnTo>
                    <a:lnTo>
                      <a:pt x="34" y="42"/>
                    </a:lnTo>
                    <a:lnTo>
                      <a:pt x="34" y="42"/>
                    </a:lnTo>
                    <a:close/>
                    <a:moveTo>
                      <a:pt x="26" y="48"/>
                    </a:moveTo>
                    <a:lnTo>
                      <a:pt x="30" y="48"/>
                    </a:lnTo>
                    <a:lnTo>
                      <a:pt x="34" y="48"/>
                    </a:lnTo>
                    <a:lnTo>
                      <a:pt x="34" y="52"/>
                    </a:lnTo>
                    <a:lnTo>
                      <a:pt x="34" y="48"/>
                    </a:lnTo>
                    <a:lnTo>
                      <a:pt x="38" y="48"/>
                    </a:lnTo>
                    <a:lnTo>
                      <a:pt x="38" y="52"/>
                    </a:lnTo>
                    <a:lnTo>
                      <a:pt x="38" y="56"/>
                    </a:lnTo>
                    <a:lnTo>
                      <a:pt x="38" y="60"/>
                    </a:lnTo>
                    <a:lnTo>
                      <a:pt x="34" y="60"/>
                    </a:lnTo>
                    <a:lnTo>
                      <a:pt x="30" y="60"/>
                    </a:lnTo>
                    <a:lnTo>
                      <a:pt x="26" y="60"/>
                    </a:lnTo>
                    <a:lnTo>
                      <a:pt x="30" y="56"/>
                    </a:lnTo>
                    <a:lnTo>
                      <a:pt x="26" y="56"/>
                    </a:lnTo>
                    <a:lnTo>
                      <a:pt x="26" y="52"/>
                    </a:lnTo>
                    <a:lnTo>
                      <a:pt x="24" y="52"/>
                    </a:lnTo>
                    <a:lnTo>
                      <a:pt x="24" y="48"/>
                    </a:lnTo>
                    <a:lnTo>
                      <a:pt x="26" y="48"/>
                    </a:lnTo>
                    <a:lnTo>
                      <a:pt x="26" y="48"/>
                    </a:lnTo>
                    <a:lnTo>
                      <a:pt x="26" y="48"/>
                    </a:lnTo>
                    <a:close/>
                    <a:moveTo>
                      <a:pt x="98" y="60"/>
                    </a:moveTo>
                    <a:lnTo>
                      <a:pt x="94" y="60"/>
                    </a:lnTo>
                    <a:lnTo>
                      <a:pt x="94" y="56"/>
                    </a:lnTo>
                    <a:lnTo>
                      <a:pt x="94" y="52"/>
                    </a:lnTo>
                    <a:lnTo>
                      <a:pt x="94" y="56"/>
                    </a:lnTo>
                    <a:lnTo>
                      <a:pt x="98" y="56"/>
                    </a:lnTo>
                    <a:lnTo>
                      <a:pt x="98" y="60"/>
                    </a:lnTo>
                    <a:lnTo>
                      <a:pt x="98" y="60"/>
                    </a:lnTo>
                    <a:lnTo>
                      <a:pt x="98" y="60"/>
                    </a:lnTo>
                    <a:close/>
                    <a:moveTo>
                      <a:pt x="38" y="68"/>
                    </a:moveTo>
                    <a:lnTo>
                      <a:pt x="34" y="64"/>
                    </a:lnTo>
                    <a:lnTo>
                      <a:pt x="38" y="64"/>
                    </a:lnTo>
                    <a:lnTo>
                      <a:pt x="38" y="60"/>
                    </a:lnTo>
                    <a:lnTo>
                      <a:pt x="38" y="56"/>
                    </a:lnTo>
                    <a:lnTo>
                      <a:pt x="42" y="56"/>
                    </a:lnTo>
                    <a:lnTo>
                      <a:pt x="42" y="60"/>
                    </a:lnTo>
                    <a:lnTo>
                      <a:pt x="38" y="60"/>
                    </a:lnTo>
                    <a:lnTo>
                      <a:pt x="38" y="64"/>
                    </a:lnTo>
                    <a:lnTo>
                      <a:pt x="38" y="68"/>
                    </a:lnTo>
                    <a:lnTo>
                      <a:pt x="38" y="68"/>
                    </a:lnTo>
                    <a:lnTo>
                      <a:pt x="38" y="68"/>
                    </a:lnTo>
                    <a:close/>
                    <a:moveTo>
                      <a:pt x="26" y="60"/>
                    </a:moveTo>
                    <a:lnTo>
                      <a:pt x="26" y="64"/>
                    </a:lnTo>
                    <a:lnTo>
                      <a:pt x="24" y="64"/>
                    </a:lnTo>
                    <a:lnTo>
                      <a:pt x="24" y="60"/>
                    </a:lnTo>
                    <a:lnTo>
                      <a:pt x="24" y="64"/>
                    </a:lnTo>
                    <a:lnTo>
                      <a:pt x="24" y="60"/>
                    </a:lnTo>
                    <a:lnTo>
                      <a:pt x="26" y="60"/>
                    </a:lnTo>
                    <a:lnTo>
                      <a:pt x="26" y="60"/>
                    </a:lnTo>
                    <a:lnTo>
                      <a:pt x="26" y="60"/>
                    </a:lnTo>
                    <a:close/>
                    <a:moveTo>
                      <a:pt x="34" y="64"/>
                    </a:moveTo>
                    <a:lnTo>
                      <a:pt x="34" y="60"/>
                    </a:lnTo>
                    <a:lnTo>
                      <a:pt x="38" y="60"/>
                    </a:lnTo>
                    <a:lnTo>
                      <a:pt x="34" y="60"/>
                    </a:lnTo>
                    <a:lnTo>
                      <a:pt x="34" y="64"/>
                    </a:lnTo>
                    <a:lnTo>
                      <a:pt x="34" y="64"/>
                    </a:lnTo>
                    <a:lnTo>
                      <a:pt x="34" y="64"/>
                    </a:lnTo>
                    <a:close/>
                    <a:moveTo>
                      <a:pt x="56" y="64"/>
                    </a:moveTo>
                    <a:lnTo>
                      <a:pt x="56" y="60"/>
                    </a:lnTo>
                    <a:lnTo>
                      <a:pt x="60" y="60"/>
                    </a:lnTo>
                    <a:lnTo>
                      <a:pt x="64" y="60"/>
                    </a:lnTo>
                    <a:lnTo>
                      <a:pt x="64" y="64"/>
                    </a:lnTo>
                    <a:lnTo>
                      <a:pt x="60" y="64"/>
                    </a:lnTo>
                    <a:lnTo>
                      <a:pt x="60" y="60"/>
                    </a:lnTo>
                    <a:lnTo>
                      <a:pt x="60" y="64"/>
                    </a:lnTo>
                    <a:lnTo>
                      <a:pt x="56" y="64"/>
                    </a:lnTo>
                    <a:lnTo>
                      <a:pt x="56" y="64"/>
                    </a:lnTo>
                    <a:lnTo>
                      <a:pt x="56" y="64"/>
                    </a:lnTo>
                    <a:close/>
                    <a:moveTo>
                      <a:pt x="30" y="64"/>
                    </a:moveTo>
                    <a:lnTo>
                      <a:pt x="30" y="60"/>
                    </a:lnTo>
                    <a:lnTo>
                      <a:pt x="30" y="64"/>
                    </a:lnTo>
                    <a:lnTo>
                      <a:pt x="34" y="64"/>
                    </a:lnTo>
                    <a:lnTo>
                      <a:pt x="30" y="64"/>
                    </a:lnTo>
                    <a:lnTo>
                      <a:pt x="30" y="64"/>
                    </a:lnTo>
                    <a:lnTo>
                      <a:pt x="30" y="64"/>
                    </a:lnTo>
                    <a:close/>
                    <a:moveTo>
                      <a:pt x="54" y="64"/>
                    </a:moveTo>
                    <a:lnTo>
                      <a:pt x="56" y="64"/>
                    </a:lnTo>
                    <a:lnTo>
                      <a:pt x="56" y="68"/>
                    </a:lnTo>
                    <a:lnTo>
                      <a:pt x="54" y="68"/>
                    </a:lnTo>
                    <a:lnTo>
                      <a:pt x="54" y="72"/>
                    </a:lnTo>
                    <a:lnTo>
                      <a:pt x="54" y="68"/>
                    </a:lnTo>
                    <a:lnTo>
                      <a:pt x="54" y="64"/>
                    </a:lnTo>
                    <a:lnTo>
                      <a:pt x="50" y="64"/>
                    </a:lnTo>
                    <a:lnTo>
                      <a:pt x="54" y="64"/>
                    </a:lnTo>
                    <a:lnTo>
                      <a:pt x="54" y="60"/>
                    </a:lnTo>
                    <a:lnTo>
                      <a:pt x="54" y="64"/>
                    </a:lnTo>
                    <a:lnTo>
                      <a:pt x="54" y="64"/>
                    </a:lnTo>
                    <a:lnTo>
                      <a:pt x="54" y="64"/>
                    </a:lnTo>
                    <a:close/>
                    <a:moveTo>
                      <a:pt x="42" y="64"/>
                    </a:moveTo>
                    <a:lnTo>
                      <a:pt x="42" y="60"/>
                    </a:lnTo>
                    <a:lnTo>
                      <a:pt x="46" y="60"/>
                    </a:lnTo>
                    <a:lnTo>
                      <a:pt x="46" y="64"/>
                    </a:lnTo>
                    <a:lnTo>
                      <a:pt x="50" y="64"/>
                    </a:lnTo>
                    <a:lnTo>
                      <a:pt x="54" y="64"/>
                    </a:lnTo>
                    <a:lnTo>
                      <a:pt x="54" y="68"/>
                    </a:lnTo>
                    <a:lnTo>
                      <a:pt x="50" y="68"/>
                    </a:lnTo>
                    <a:lnTo>
                      <a:pt x="46" y="68"/>
                    </a:lnTo>
                    <a:lnTo>
                      <a:pt x="42" y="68"/>
                    </a:lnTo>
                    <a:lnTo>
                      <a:pt x="42" y="64"/>
                    </a:lnTo>
                    <a:lnTo>
                      <a:pt x="42" y="64"/>
                    </a:lnTo>
                    <a:lnTo>
                      <a:pt x="42"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3" name="Freeform 97"/>
              <p:cNvSpPr>
                <a:spLocks noEditPoints="1"/>
              </p:cNvSpPr>
              <p:nvPr/>
            </p:nvSpPr>
            <p:spPr bwMode="gray">
              <a:xfrm>
                <a:off x="5335648" y="2564766"/>
                <a:ext cx="156534" cy="83485"/>
              </a:xfrm>
              <a:custGeom>
                <a:avLst/>
                <a:gdLst>
                  <a:gd name="T0" fmla="*/ 90 w 90"/>
                  <a:gd name="T1" fmla="*/ 12 h 48"/>
                  <a:gd name="T2" fmla="*/ 88 w 90"/>
                  <a:gd name="T3" fmla="*/ 12 h 48"/>
                  <a:gd name="T4" fmla="*/ 84 w 90"/>
                  <a:gd name="T5" fmla="*/ 18 h 48"/>
                  <a:gd name="T6" fmla="*/ 80 w 90"/>
                  <a:gd name="T7" fmla="*/ 22 h 48"/>
                  <a:gd name="T8" fmla="*/ 84 w 90"/>
                  <a:gd name="T9" fmla="*/ 30 h 48"/>
                  <a:gd name="T10" fmla="*/ 84 w 90"/>
                  <a:gd name="T11" fmla="*/ 36 h 48"/>
                  <a:gd name="T12" fmla="*/ 88 w 90"/>
                  <a:gd name="T13" fmla="*/ 40 h 48"/>
                  <a:gd name="T14" fmla="*/ 84 w 90"/>
                  <a:gd name="T15" fmla="*/ 44 h 48"/>
                  <a:gd name="T16" fmla="*/ 76 w 90"/>
                  <a:gd name="T17" fmla="*/ 48 h 48"/>
                  <a:gd name="T18" fmla="*/ 68 w 90"/>
                  <a:gd name="T19" fmla="*/ 48 h 48"/>
                  <a:gd name="T20" fmla="*/ 60 w 90"/>
                  <a:gd name="T21" fmla="*/ 44 h 48"/>
                  <a:gd name="T22" fmla="*/ 54 w 90"/>
                  <a:gd name="T23" fmla="*/ 36 h 48"/>
                  <a:gd name="T24" fmla="*/ 50 w 90"/>
                  <a:gd name="T25" fmla="*/ 36 h 48"/>
                  <a:gd name="T26" fmla="*/ 46 w 90"/>
                  <a:gd name="T27" fmla="*/ 36 h 48"/>
                  <a:gd name="T28" fmla="*/ 34 w 90"/>
                  <a:gd name="T29" fmla="*/ 40 h 48"/>
                  <a:gd name="T30" fmla="*/ 38 w 90"/>
                  <a:gd name="T31" fmla="*/ 36 h 48"/>
                  <a:gd name="T32" fmla="*/ 38 w 90"/>
                  <a:gd name="T33" fmla="*/ 34 h 48"/>
                  <a:gd name="T34" fmla="*/ 34 w 90"/>
                  <a:gd name="T35" fmla="*/ 30 h 48"/>
                  <a:gd name="T36" fmla="*/ 30 w 90"/>
                  <a:gd name="T37" fmla="*/ 34 h 48"/>
                  <a:gd name="T38" fmla="*/ 28 w 90"/>
                  <a:gd name="T39" fmla="*/ 30 h 48"/>
                  <a:gd name="T40" fmla="*/ 28 w 90"/>
                  <a:gd name="T41" fmla="*/ 22 h 48"/>
                  <a:gd name="T42" fmla="*/ 24 w 90"/>
                  <a:gd name="T43" fmla="*/ 18 h 48"/>
                  <a:gd name="T44" fmla="*/ 28 w 90"/>
                  <a:gd name="T45" fmla="*/ 14 h 48"/>
                  <a:gd name="T46" fmla="*/ 24 w 90"/>
                  <a:gd name="T47" fmla="*/ 14 h 48"/>
                  <a:gd name="T48" fmla="*/ 28 w 90"/>
                  <a:gd name="T49" fmla="*/ 12 h 48"/>
                  <a:gd name="T50" fmla="*/ 30 w 90"/>
                  <a:gd name="T51" fmla="*/ 12 h 48"/>
                  <a:gd name="T52" fmla="*/ 34 w 90"/>
                  <a:gd name="T53" fmla="*/ 8 h 48"/>
                  <a:gd name="T54" fmla="*/ 38 w 90"/>
                  <a:gd name="T55" fmla="*/ 8 h 48"/>
                  <a:gd name="T56" fmla="*/ 46 w 90"/>
                  <a:gd name="T57" fmla="*/ 4 h 48"/>
                  <a:gd name="T58" fmla="*/ 50 w 90"/>
                  <a:gd name="T59" fmla="*/ 8 h 48"/>
                  <a:gd name="T60" fmla="*/ 58 w 90"/>
                  <a:gd name="T61" fmla="*/ 4 h 48"/>
                  <a:gd name="T62" fmla="*/ 60 w 90"/>
                  <a:gd name="T63" fmla="*/ 4 h 48"/>
                  <a:gd name="T64" fmla="*/ 68 w 90"/>
                  <a:gd name="T65" fmla="*/ 4 h 48"/>
                  <a:gd name="T66" fmla="*/ 72 w 90"/>
                  <a:gd name="T67" fmla="*/ 8 h 48"/>
                  <a:gd name="T68" fmla="*/ 76 w 90"/>
                  <a:gd name="T69" fmla="*/ 8 h 48"/>
                  <a:gd name="T70" fmla="*/ 88 w 90"/>
                  <a:gd name="T71" fmla="*/ 8 h 48"/>
                  <a:gd name="T72" fmla="*/ 88 w 90"/>
                  <a:gd name="T73" fmla="*/ 8 h 48"/>
                  <a:gd name="T74" fmla="*/ 8 w 90"/>
                  <a:gd name="T75" fmla="*/ 22 h 48"/>
                  <a:gd name="T76" fmla="*/ 8 w 90"/>
                  <a:gd name="T77" fmla="*/ 18 h 48"/>
                  <a:gd name="T78" fmla="*/ 4 w 90"/>
                  <a:gd name="T79" fmla="*/ 18 h 48"/>
                  <a:gd name="T80" fmla="*/ 8 w 90"/>
                  <a:gd name="T81" fmla="*/ 18 h 48"/>
                  <a:gd name="T82" fmla="*/ 12 w 90"/>
                  <a:gd name="T83" fmla="*/ 18 h 48"/>
                  <a:gd name="T84" fmla="*/ 16 w 90"/>
                  <a:gd name="T85" fmla="*/ 18 h 48"/>
                  <a:gd name="T86" fmla="*/ 16 w 90"/>
                  <a:gd name="T87" fmla="*/ 22 h 48"/>
                  <a:gd name="T88" fmla="*/ 12 w 90"/>
                  <a:gd name="T89" fmla="*/ 22 h 48"/>
                  <a:gd name="T90" fmla="*/ 12 w 90"/>
                  <a:gd name="T91" fmla="*/ 22 h 48"/>
                  <a:gd name="T92" fmla="*/ 12 w 90"/>
                  <a:gd name="T93" fmla="*/ 22 h 48"/>
                  <a:gd name="T94" fmla="*/ 24 w 90"/>
                  <a:gd name="T95" fmla="*/ 14 h 48"/>
                  <a:gd name="T96" fmla="*/ 20 w 90"/>
                  <a:gd name="T97" fmla="*/ 18 h 48"/>
                  <a:gd name="T98" fmla="*/ 20 w 90"/>
                  <a:gd name="T99" fmla="*/ 14 h 48"/>
                  <a:gd name="T100" fmla="*/ 20 w 90"/>
                  <a:gd name="T101" fmla="*/ 14 h 48"/>
                  <a:gd name="T102" fmla="*/ 24 w 90"/>
                  <a:gd name="T103" fmla="*/ 26 h 48"/>
                  <a:gd name="T104" fmla="*/ 20 w 90"/>
                  <a:gd name="T105" fmla="*/ 26 h 48"/>
                  <a:gd name="T106" fmla="*/ 20 w 90"/>
                  <a:gd name="T107" fmla="*/ 22 h 48"/>
                  <a:gd name="T108" fmla="*/ 4 w 90"/>
                  <a:gd name="T109" fmla="*/ 36 h 48"/>
                  <a:gd name="T110" fmla="*/ 0 w 90"/>
                  <a:gd name="T111" fmla="*/ 34 h 48"/>
                  <a:gd name="T112" fmla="*/ 0 w 90"/>
                  <a:gd name="T113" fmla="*/ 30 h 48"/>
                  <a:gd name="T114" fmla="*/ 8 w 90"/>
                  <a:gd name="T115" fmla="*/ 26 h 48"/>
                  <a:gd name="T116" fmla="*/ 20 w 90"/>
                  <a:gd name="T117" fmla="*/ 26 h 48"/>
                  <a:gd name="T118" fmla="*/ 20 w 90"/>
                  <a:gd name="T119" fmla="*/ 30 h 48"/>
                  <a:gd name="T120" fmla="*/ 8 w 90"/>
                  <a:gd name="T121" fmla="*/ 34 h 48"/>
                  <a:gd name="T122" fmla="*/ 4 w 90"/>
                  <a:gd name="T123" fmla="*/ 4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90" h="48">
                    <a:moveTo>
                      <a:pt x="88" y="8"/>
                    </a:moveTo>
                    <a:lnTo>
                      <a:pt x="88" y="8"/>
                    </a:lnTo>
                    <a:lnTo>
                      <a:pt x="90" y="8"/>
                    </a:lnTo>
                    <a:lnTo>
                      <a:pt x="90" y="8"/>
                    </a:lnTo>
                    <a:lnTo>
                      <a:pt x="90" y="8"/>
                    </a:lnTo>
                    <a:lnTo>
                      <a:pt x="90" y="8"/>
                    </a:lnTo>
                    <a:lnTo>
                      <a:pt x="90" y="12"/>
                    </a:lnTo>
                    <a:lnTo>
                      <a:pt x="90" y="12"/>
                    </a:lnTo>
                    <a:lnTo>
                      <a:pt x="90" y="12"/>
                    </a:lnTo>
                    <a:lnTo>
                      <a:pt x="90" y="12"/>
                    </a:lnTo>
                    <a:lnTo>
                      <a:pt x="88" y="12"/>
                    </a:lnTo>
                    <a:lnTo>
                      <a:pt x="88" y="12"/>
                    </a:lnTo>
                    <a:lnTo>
                      <a:pt x="88" y="12"/>
                    </a:lnTo>
                    <a:lnTo>
                      <a:pt x="88" y="12"/>
                    </a:lnTo>
                    <a:lnTo>
                      <a:pt x="88" y="12"/>
                    </a:lnTo>
                    <a:lnTo>
                      <a:pt x="88" y="12"/>
                    </a:lnTo>
                    <a:lnTo>
                      <a:pt x="88" y="14"/>
                    </a:lnTo>
                    <a:lnTo>
                      <a:pt x="88" y="14"/>
                    </a:lnTo>
                    <a:lnTo>
                      <a:pt x="84" y="14"/>
                    </a:lnTo>
                    <a:lnTo>
                      <a:pt x="84" y="18"/>
                    </a:lnTo>
                    <a:lnTo>
                      <a:pt x="84" y="18"/>
                    </a:lnTo>
                    <a:lnTo>
                      <a:pt x="84" y="18"/>
                    </a:lnTo>
                    <a:lnTo>
                      <a:pt x="84" y="18"/>
                    </a:lnTo>
                    <a:lnTo>
                      <a:pt x="80" y="18"/>
                    </a:lnTo>
                    <a:lnTo>
                      <a:pt x="80" y="18"/>
                    </a:lnTo>
                    <a:lnTo>
                      <a:pt x="80" y="22"/>
                    </a:lnTo>
                    <a:lnTo>
                      <a:pt x="80" y="22"/>
                    </a:lnTo>
                    <a:lnTo>
                      <a:pt x="80" y="22"/>
                    </a:lnTo>
                    <a:lnTo>
                      <a:pt x="80" y="22"/>
                    </a:lnTo>
                    <a:lnTo>
                      <a:pt x="80" y="26"/>
                    </a:lnTo>
                    <a:lnTo>
                      <a:pt x="80" y="26"/>
                    </a:lnTo>
                    <a:lnTo>
                      <a:pt x="80" y="30"/>
                    </a:lnTo>
                    <a:lnTo>
                      <a:pt x="80" y="30"/>
                    </a:lnTo>
                    <a:lnTo>
                      <a:pt x="84" y="30"/>
                    </a:lnTo>
                    <a:lnTo>
                      <a:pt x="84" y="30"/>
                    </a:lnTo>
                    <a:lnTo>
                      <a:pt x="84" y="30"/>
                    </a:lnTo>
                    <a:lnTo>
                      <a:pt x="80" y="30"/>
                    </a:lnTo>
                    <a:lnTo>
                      <a:pt x="80" y="34"/>
                    </a:lnTo>
                    <a:lnTo>
                      <a:pt x="80" y="34"/>
                    </a:lnTo>
                    <a:lnTo>
                      <a:pt x="80" y="34"/>
                    </a:lnTo>
                    <a:lnTo>
                      <a:pt x="84" y="36"/>
                    </a:lnTo>
                    <a:lnTo>
                      <a:pt x="84" y="36"/>
                    </a:lnTo>
                    <a:lnTo>
                      <a:pt x="84" y="36"/>
                    </a:lnTo>
                    <a:lnTo>
                      <a:pt x="84" y="36"/>
                    </a:lnTo>
                    <a:lnTo>
                      <a:pt x="84" y="36"/>
                    </a:lnTo>
                    <a:lnTo>
                      <a:pt x="84" y="40"/>
                    </a:lnTo>
                    <a:lnTo>
                      <a:pt x="84" y="40"/>
                    </a:lnTo>
                    <a:lnTo>
                      <a:pt x="88" y="40"/>
                    </a:lnTo>
                    <a:lnTo>
                      <a:pt x="88" y="40"/>
                    </a:lnTo>
                    <a:lnTo>
                      <a:pt x="84" y="40"/>
                    </a:lnTo>
                    <a:lnTo>
                      <a:pt x="84" y="44"/>
                    </a:lnTo>
                    <a:lnTo>
                      <a:pt x="84" y="44"/>
                    </a:lnTo>
                    <a:lnTo>
                      <a:pt x="84" y="44"/>
                    </a:lnTo>
                    <a:lnTo>
                      <a:pt x="84" y="44"/>
                    </a:lnTo>
                    <a:lnTo>
                      <a:pt x="84" y="44"/>
                    </a:lnTo>
                    <a:lnTo>
                      <a:pt x="84" y="44"/>
                    </a:lnTo>
                    <a:lnTo>
                      <a:pt x="80" y="44"/>
                    </a:lnTo>
                    <a:lnTo>
                      <a:pt x="80" y="48"/>
                    </a:lnTo>
                    <a:lnTo>
                      <a:pt x="80" y="48"/>
                    </a:lnTo>
                    <a:lnTo>
                      <a:pt x="80" y="48"/>
                    </a:lnTo>
                    <a:lnTo>
                      <a:pt x="80" y="48"/>
                    </a:lnTo>
                    <a:lnTo>
                      <a:pt x="76" y="48"/>
                    </a:lnTo>
                    <a:lnTo>
                      <a:pt x="76" y="48"/>
                    </a:lnTo>
                    <a:lnTo>
                      <a:pt x="76" y="48"/>
                    </a:lnTo>
                    <a:lnTo>
                      <a:pt x="72" y="48"/>
                    </a:lnTo>
                    <a:lnTo>
                      <a:pt x="72" y="48"/>
                    </a:lnTo>
                    <a:lnTo>
                      <a:pt x="72" y="48"/>
                    </a:lnTo>
                    <a:lnTo>
                      <a:pt x="72" y="48"/>
                    </a:lnTo>
                    <a:lnTo>
                      <a:pt x="68" y="48"/>
                    </a:lnTo>
                    <a:lnTo>
                      <a:pt x="68" y="48"/>
                    </a:lnTo>
                    <a:lnTo>
                      <a:pt x="68" y="48"/>
                    </a:lnTo>
                    <a:lnTo>
                      <a:pt x="68" y="48"/>
                    </a:lnTo>
                    <a:lnTo>
                      <a:pt x="68" y="48"/>
                    </a:lnTo>
                    <a:lnTo>
                      <a:pt x="64" y="48"/>
                    </a:lnTo>
                    <a:lnTo>
                      <a:pt x="64" y="48"/>
                    </a:lnTo>
                    <a:lnTo>
                      <a:pt x="60" y="44"/>
                    </a:lnTo>
                    <a:lnTo>
                      <a:pt x="60" y="44"/>
                    </a:lnTo>
                    <a:lnTo>
                      <a:pt x="58" y="40"/>
                    </a:lnTo>
                    <a:lnTo>
                      <a:pt x="58" y="40"/>
                    </a:lnTo>
                    <a:lnTo>
                      <a:pt x="58" y="40"/>
                    </a:lnTo>
                    <a:lnTo>
                      <a:pt x="58" y="40"/>
                    </a:lnTo>
                    <a:lnTo>
                      <a:pt x="54" y="40"/>
                    </a:lnTo>
                    <a:lnTo>
                      <a:pt x="54" y="40"/>
                    </a:lnTo>
                    <a:lnTo>
                      <a:pt x="54" y="36"/>
                    </a:lnTo>
                    <a:lnTo>
                      <a:pt x="50" y="36"/>
                    </a:lnTo>
                    <a:lnTo>
                      <a:pt x="50" y="36"/>
                    </a:lnTo>
                    <a:lnTo>
                      <a:pt x="50" y="36"/>
                    </a:lnTo>
                    <a:lnTo>
                      <a:pt x="50" y="36"/>
                    </a:lnTo>
                    <a:lnTo>
                      <a:pt x="50" y="40"/>
                    </a:lnTo>
                    <a:lnTo>
                      <a:pt x="50" y="40"/>
                    </a:lnTo>
                    <a:lnTo>
                      <a:pt x="50" y="36"/>
                    </a:lnTo>
                    <a:lnTo>
                      <a:pt x="50" y="36"/>
                    </a:lnTo>
                    <a:lnTo>
                      <a:pt x="50" y="36"/>
                    </a:lnTo>
                    <a:lnTo>
                      <a:pt x="50" y="36"/>
                    </a:lnTo>
                    <a:lnTo>
                      <a:pt x="46" y="36"/>
                    </a:lnTo>
                    <a:lnTo>
                      <a:pt x="46" y="36"/>
                    </a:lnTo>
                    <a:lnTo>
                      <a:pt x="46" y="36"/>
                    </a:lnTo>
                    <a:lnTo>
                      <a:pt x="46" y="36"/>
                    </a:lnTo>
                    <a:lnTo>
                      <a:pt x="46" y="36"/>
                    </a:lnTo>
                    <a:lnTo>
                      <a:pt x="42" y="40"/>
                    </a:lnTo>
                    <a:lnTo>
                      <a:pt x="38" y="40"/>
                    </a:lnTo>
                    <a:lnTo>
                      <a:pt x="38" y="40"/>
                    </a:lnTo>
                    <a:lnTo>
                      <a:pt x="38" y="40"/>
                    </a:lnTo>
                    <a:lnTo>
                      <a:pt x="38" y="40"/>
                    </a:lnTo>
                    <a:lnTo>
                      <a:pt x="34" y="40"/>
                    </a:lnTo>
                    <a:lnTo>
                      <a:pt x="34" y="40"/>
                    </a:lnTo>
                    <a:lnTo>
                      <a:pt x="34" y="40"/>
                    </a:lnTo>
                    <a:lnTo>
                      <a:pt x="34" y="40"/>
                    </a:lnTo>
                    <a:lnTo>
                      <a:pt x="34" y="40"/>
                    </a:lnTo>
                    <a:lnTo>
                      <a:pt x="38" y="40"/>
                    </a:lnTo>
                    <a:lnTo>
                      <a:pt x="38" y="36"/>
                    </a:lnTo>
                    <a:lnTo>
                      <a:pt x="38" y="36"/>
                    </a:lnTo>
                    <a:lnTo>
                      <a:pt x="38" y="36"/>
                    </a:lnTo>
                    <a:lnTo>
                      <a:pt x="38" y="36"/>
                    </a:lnTo>
                    <a:lnTo>
                      <a:pt x="38" y="36"/>
                    </a:lnTo>
                    <a:lnTo>
                      <a:pt x="38" y="34"/>
                    </a:lnTo>
                    <a:lnTo>
                      <a:pt x="38" y="34"/>
                    </a:lnTo>
                    <a:lnTo>
                      <a:pt x="38" y="34"/>
                    </a:lnTo>
                    <a:lnTo>
                      <a:pt x="38" y="34"/>
                    </a:lnTo>
                    <a:lnTo>
                      <a:pt x="38" y="34"/>
                    </a:lnTo>
                    <a:lnTo>
                      <a:pt x="38" y="34"/>
                    </a:lnTo>
                    <a:lnTo>
                      <a:pt x="38" y="30"/>
                    </a:lnTo>
                    <a:lnTo>
                      <a:pt x="38" y="30"/>
                    </a:lnTo>
                    <a:lnTo>
                      <a:pt x="38" y="30"/>
                    </a:lnTo>
                    <a:lnTo>
                      <a:pt x="38" y="30"/>
                    </a:lnTo>
                    <a:lnTo>
                      <a:pt x="34" y="30"/>
                    </a:lnTo>
                    <a:lnTo>
                      <a:pt x="34" y="30"/>
                    </a:lnTo>
                    <a:lnTo>
                      <a:pt x="34" y="30"/>
                    </a:lnTo>
                    <a:lnTo>
                      <a:pt x="34" y="34"/>
                    </a:lnTo>
                    <a:lnTo>
                      <a:pt x="34" y="34"/>
                    </a:lnTo>
                    <a:lnTo>
                      <a:pt x="30" y="34"/>
                    </a:lnTo>
                    <a:lnTo>
                      <a:pt x="30" y="34"/>
                    </a:lnTo>
                    <a:lnTo>
                      <a:pt x="30" y="34"/>
                    </a:lnTo>
                    <a:lnTo>
                      <a:pt x="30" y="34"/>
                    </a:lnTo>
                    <a:lnTo>
                      <a:pt x="30" y="34"/>
                    </a:lnTo>
                    <a:lnTo>
                      <a:pt x="30" y="34"/>
                    </a:lnTo>
                    <a:lnTo>
                      <a:pt x="28" y="30"/>
                    </a:lnTo>
                    <a:lnTo>
                      <a:pt x="28" y="30"/>
                    </a:lnTo>
                    <a:lnTo>
                      <a:pt x="28" y="30"/>
                    </a:lnTo>
                    <a:lnTo>
                      <a:pt x="28" y="30"/>
                    </a:lnTo>
                    <a:lnTo>
                      <a:pt x="28" y="26"/>
                    </a:lnTo>
                    <a:lnTo>
                      <a:pt x="24" y="26"/>
                    </a:lnTo>
                    <a:lnTo>
                      <a:pt x="24" y="26"/>
                    </a:lnTo>
                    <a:lnTo>
                      <a:pt x="24" y="22"/>
                    </a:lnTo>
                    <a:lnTo>
                      <a:pt x="24" y="22"/>
                    </a:lnTo>
                    <a:lnTo>
                      <a:pt x="24" y="22"/>
                    </a:lnTo>
                    <a:lnTo>
                      <a:pt x="28" y="22"/>
                    </a:lnTo>
                    <a:lnTo>
                      <a:pt x="28" y="22"/>
                    </a:lnTo>
                    <a:lnTo>
                      <a:pt x="30" y="22"/>
                    </a:lnTo>
                    <a:lnTo>
                      <a:pt x="28" y="22"/>
                    </a:lnTo>
                    <a:lnTo>
                      <a:pt x="28" y="22"/>
                    </a:lnTo>
                    <a:lnTo>
                      <a:pt x="28" y="22"/>
                    </a:lnTo>
                    <a:lnTo>
                      <a:pt x="24" y="22"/>
                    </a:lnTo>
                    <a:lnTo>
                      <a:pt x="24" y="18"/>
                    </a:lnTo>
                    <a:lnTo>
                      <a:pt x="24" y="18"/>
                    </a:lnTo>
                    <a:lnTo>
                      <a:pt x="24" y="18"/>
                    </a:lnTo>
                    <a:lnTo>
                      <a:pt x="24" y="18"/>
                    </a:lnTo>
                    <a:lnTo>
                      <a:pt x="24" y="18"/>
                    </a:lnTo>
                    <a:lnTo>
                      <a:pt x="28" y="18"/>
                    </a:lnTo>
                    <a:lnTo>
                      <a:pt x="28" y="14"/>
                    </a:lnTo>
                    <a:lnTo>
                      <a:pt x="28" y="14"/>
                    </a:lnTo>
                    <a:lnTo>
                      <a:pt x="24" y="14"/>
                    </a:lnTo>
                    <a:lnTo>
                      <a:pt x="28" y="14"/>
                    </a:lnTo>
                    <a:lnTo>
                      <a:pt x="24" y="18"/>
                    </a:lnTo>
                    <a:lnTo>
                      <a:pt x="24" y="18"/>
                    </a:lnTo>
                    <a:lnTo>
                      <a:pt x="24" y="18"/>
                    </a:lnTo>
                    <a:lnTo>
                      <a:pt x="24" y="18"/>
                    </a:lnTo>
                    <a:lnTo>
                      <a:pt x="24" y="14"/>
                    </a:lnTo>
                    <a:lnTo>
                      <a:pt x="24" y="14"/>
                    </a:lnTo>
                    <a:lnTo>
                      <a:pt x="24" y="14"/>
                    </a:lnTo>
                    <a:lnTo>
                      <a:pt x="24" y="12"/>
                    </a:lnTo>
                    <a:lnTo>
                      <a:pt x="24" y="12"/>
                    </a:lnTo>
                    <a:lnTo>
                      <a:pt x="28" y="12"/>
                    </a:lnTo>
                    <a:lnTo>
                      <a:pt x="28" y="12"/>
                    </a:lnTo>
                    <a:lnTo>
                      <a:pt x="28" y="12"/>
                    </a:lnTo>
                    <a:lnTo>
                      <a:pt x="28" y="12"/>
                    </a:lnTo>
                    <a:lnTo>
                      <a:pt x="28" y="12"/>
                    </a:lnTo>
                    <a:lnTo>
                      <a:pt x="28" y="12"/>
                    </a:lnTo>
                    <a:lnTo>
                      <a:pt x="28" y="12"/>
                    </a:lnTo>
                    <a:lnTo>
                      <a:pt x="30" y="12"/>
                    </a:lnTo>
                    <a:lnTo>
                      <a:pt x="30" y="12"/>
                    </a:lnTo>
                    <a:lnTo>
                      <a:pt x="30" y="12"/>
                    </a:lnTo>
                    <a:lnTo>
                      <a:pt x="30" y="12"/>
                    </a:lnTo>
                    <a:lnTo>
                      <a:pt x="30" y="8"/>
                    </a:lnTo>
                    <a:lnTo>
                      <a:pt x="30" y="8"/>
                    </a:lnTo>
                    <a:lnTo>
                      <a:pt x="30" y="8"/>
                    </a:lnTo>
                    <a:lnTo>
                      <a:pt x="30" y="8"/>
                    </a:lnTo>
                    <a:lnTo>
                      <a:pt x="34" y="8"/>
                    </a:lnTo>
                    <a:lnTo>
                      <a:pt x="34" y="8"/>
                    </a:lnTo>
                    <a:lnTo>
                      <a:pt x="34" y="8"/>
                    </a:lnTo>
                    <a:lnTo>
                      <a:pt x="34" y="8"/>
                    </a:lnTo>
                    <a:lnTo>
                      <a:pt x="34" y="8"/>
                    </a:lnTo>
                    <a:lnTo>
                      <a:pt x="34" y="8"/>
                    </a:lnTo>
                    <a:lnTo>
                      <a:pt x="34" y="8"/>
                    </a:lnTo>
                    <a:lnTo>
                      <a:pt x="38" y="8"/>
                    </a:lnTo>
                    <a:lnTo>
                      <a:pt x="38" y="8"/>
                    </a:lnTo>
                    <a:lnTo>
                      <a:pt x="42" y="8"/>
                    </a:lnTo>
                    <a:lnTo>
                      <a:pt x="42" y="4"/>
                    </a:lnTo>
                    <a:lnTo>
                      <a:pt x="42" y="4"/>
                    </a:lnTo>
                    <a:lnTo>
                      <a:pt x="42" y="4"/>
                    </a:lnTo>
                    <a:lnTo>
                      <a:pt x="42" y="4"/>
                    </a:lnTo>
                    <a:lnTo>
                      <a:pt x="42" y="4"/>
                    </a:lnTo>
                    <a:lnTo>
                      <a:pt x="46" y="4"/>
                    </a:lnTo>
                    <a:lnTo>
                      <a:pt x="46" y="4"/>
                    </a:lnTo>
                    <a:lnTo>
                      <a:pt x="46" y="4"/>
                    </a:lnTo>
                    <a:lnTo>
                      <a:pt x="46" y="4"/>
                    </a:lnTo>
                    <a:lnTo>
                      <a:pt x="50" y="4"/>
                    </a:lnTo>
                    <a:lnTo>
                      <a:pt x="50" y="4"/>
                    </a:lnTo>
                    <a:lnTo>
                      <a:pt x="50" y="4"/>
                    </a:lnTo>
                    <a:lnTo>
                      <a:pt x="50" y="8"/>
                    </a:lnTo>
                    <a:lnTo>
                      <a:pt x="50" y="8"/>
                    </a:lnTo>
                    <a:lnTo>
                      <a:pt x="54" y="4"/>
                    </a:lnTo>
                    <a:lnTo>
                      <a:pt x="54" y="4"/>
                    </a:lnTo>
                    <a:lnTo>
                      <a:pt x="54" y="4"/>
                    </a:lnTo>
                    <a:lnTo>
                      <a:pt x="54" y="4"/>
                    </a:lnTo>
                    <a:lnTo>
                      <a:pt x="54" y="4"/>
                    </a:lnTo>
                    <a:lnTo>
                      <a:pt x="58" y="4"/>
                    </a:lnTo>
                    <a:lnTo>
                      <a:pt x="58" y="4"/>
                    </a:lnTo>
                    <a:lnTo>
                      <a:pt x="54" y="4"/>
                    </a:lnTo>
                    <a:lnTo>
                      <a:pt x="54" y="0"/>
                    </a:lnTo>
                    <a:lnTo>
                      <a:pt x="58" y="0"/>
                    </a:lnTo>
                    <a:lnTo>
                      <a:pt x="58" y="4"/>
                    </a:lnTo>
                    <a:lnTo>
                      <a:pt x="58" y="4"/>
                    </a:lnTo>
                    <a:lnTo>
                      <a:pt x="60" y="4"/>
                    </a:lnTo>
                    <a:lnTo>
                      <a:pt x="60" y="4"/>
                    </a:lnTo>
                    <a:lnTo>
                      <a:pt x="60" y="4"/>
                    </a:lnTo>
                    <a:lnTo>
                      <a:pt x="64" y="4"/>
                    </a:lnTo>
                    <a:lnTo>
                      <a:pt x="64" y="4"/>
                    </a:lnTo>
                    <a:lnTo>
                      <a:pt x="64" y="4"/>
                    </a:lnTo>
                    <a:lnTo>
                      <a:pt x="68" y="4"/>
                    </a:lnTo>
                    <a:lnTo>
                      <a:pt x="68" y="4"/>
                    </a:lnTo>
                    <a:lnTo>
                      <a:pt x="68" y="4"/>
                    </a:lnTo>
                    <a:lnTo>
                      <a:pt x="68" y="4"/>
                    </a:lnTo>
                    <a:lnTo>
                      <a:pt x="68" y="4"/>
                    </a:lnTo>
                    <a:lnTo>
                      <a:pt x="68" y="4"/>
                    </a:lnTo>
                    <a:lnTo>
                      <a:pt x="68" y="4"/>
                    </a:lnTo>
                    <a:lnTo>
                      <a:pt x="72" y="4"/>
                    </a:lnTo>
                    <a:lnTo>
                      <a:pt x="72" y="8"/>
                    </a:lnTo>
                    <a:lnTo>
                      <a:pt x="72" y="8"/>
                    </a:lnTo>
                    <a:lnTo>
                      <a:pt x="72" y="8"/>
                    </a:lnTo>
                    <a:lnTo>
                      <a:pt x="72" y="8"/>
                    </a:lnTo>
                    <a:lnTo>
                      <a:pt x="72" y="8"/>
                    </a:lnTo>
                    <a:lnTo>
                      <a:pt x="76" y="8"/>
                    </a:lnTo>
                    <a:lnTo>
                      <a:pt x="76" y="8"/>
                    </a:lnTo>
                    <a:lnTo>
                      <a:pt x="76" y="8"/>
                    </a:lnTo>
                    <a:lnTo>
                      <a:pt x="80" y="8"/>
                    </a:lnTo>
                    <a:lnTo>
                      <a:pt x="80" y="8"/>
                    </a:lnTo>
                    <a:lnTo>
                      <a:pt x="80" y="8"/>
                    </a:lnTo>
                    <a:lnTo>
                      <a:pt x="80" y="8"/>
                    </a:lnTo>
                    <a:lnTo>
                      <a:pt x="80" y="8"/>
                    </a:lnTo>
                    <a:lnTo>
                      <a:pt x="84" y="8"/>
                    </a:lnTo>
                    <a:lnTo>
                      <a:pt x="88" y="8"/>
                    </a:lnTo>
                    <a:lnTo>
                      <a:pt x="88" y="8"/>
                    </a:lnTo>
                    <a:lnTo>
                      <a:pt x="88" y="8"/>
                    </a:lnTo>
                    <a:lnTo>
                      <a:pt x="88" y="8"/>
                    </a:lnTo>
                    <a:lnTo>
                      <a:pt x="88" y="8"/>
                    </a:lnTo>
                    <a:lnTo>
                      <a:pt x="88" y="8"/>
                    </a:lnTo>
                    <a:lnTo>
                      <a:pt x="88" y="8"/>
                    </a:lnTo>
                    <a:lnTo>
                      <a:pt x="88" y="8"/>
                    </a:lnTo>
                    <a:lnTo>
                      <a:pt x="88" y="8"/>
                    </a:lnTo>
                    <a:close/>
                    <a:moveTo>
                      <a:pt x="12" y="22"/>
                    </a:moveTo>
                    <a:lnTo>
                      <a:pt x="12" y="22"/>
                    </a:lnTo>
                    <a:lnTo>
                      <a:pt x="12" y="22"/>
                    </a:lnTo>
                    <a:lnTo>
                      <a:pt x="8" y="22"/>
                    </a:lnTo>
                    <a:lnTo>
                      <a:pt x="8" y="22"/>
                    </a:lnTo>
                    <a:lnTo>
                      <a:pt x="8" y="22"/>
                    </a:lnTo>
                    <a:lnTo>
                      <a:pt x="8" y="22"/>
                    </a:lnTo>
                    <a:lnTo>
                      <a:pt x="8" y="22"/>
                    </a:lnTo>
                    <a:lnTo>
                      <a:pt x="8" y="18"/>
                    </a:lnTo>
                    <a:lnTo>
                      <a:pt x="8" y="18"/>
                    </a:lnTo>
                    <a:lnTo>
                      <a:pt x="8" y="18"/>
                    </a:lnTo>
                    <a:lnTo>
                      <a:pt x="8" y="18"/>
                    </a:lnTo>
                    <a:lnTo>
                      <a:pt x="8" y="18"/>
                    </a:lnTo>
                    <a:lnTo>
                      <a:pt x="8" y="18"/>
                    </a:lnTo>
                    <a:lnTo>
                      <a:pt x="4" y="18"/>
                    </a:lnTo>
                    <a:lnTo>
                      <a:pt x="4" y="18"/>
                    </a:lnTo>
                    <a:lnTo>
                      <a:pt x="4" y="18"/>
                    </a:lnTo>
                    <a:lnTo>
                      <a:pt x="4" y="18"/>
                    </a:lnTo>
                    <a:lnTo>
                      <a:pt x="4" y="18"/>
                    </a:lnTo>
                    <a:lnTo>
                      <a:pt x="4" y="18"/>
                    </a:lnTo>
                    <a:lnTo>
                      <a:pt x="4" y="18"/>
                    </a:lnTo>
                    <a:lnTo>
                      <a:pt x="4" y="18"/>
                    </a:lnTo>
                    <a:lnTo>
                      <a:pt x="4" y="18"/>
                    </a:lnTo>
                    <a:lnTo>
                      <a:pt x="4" y="18"/>
                    </a:lnTo>
                    <a:lnTo>
                      <a:pt x="8" y="18"/>
                    </a:lnTo>
                    <a:lnTo>
                      <a:pt x="8" y="18"/>
                    </a:lnTo>
                    <a:lnTo>
                      <a:pt x="8" y="18"/>
                    </a:lnTo>
                    <a:lnTo>
                      <a:pt x="8" y="18"/>
                    </a:lnTo>
                    <a:lnTo>
                      <a:pt x="8" y="14"/>
                    </a:lnTo>
                    <a:lnTo>
                      <a:pt x="12" y="14"/>
                    </a:lnTo>
                    <a:lnTo>
                      <a:pt x="12" y="14"/>
                    </a:lnTo>
                    <a:lnTo>
                      <a:pt x="12" y="14"/>
                    </a:lnTo>
                    <a:lnTo>
                      <a:pt x="12" y="14"/>
                    </a:lnTo>
                    <a:lnTo>
                      <a:pt x="12" y="18"/>
                    </a:lnTo>
                    <a:lnTo>
                      <a:pt x="12" y="18"/>
                    </a:lnTo>
                    <a:lnTo>
                      <a:pt x="16" y="18"/>
                    </a:lnTo>
                    <a:lnTo>
                      <a:pt x="16" y="18"/>
                    </a:lnTo>
                    <a:lnTo>
                      <a:pt x="16" y="18"/>
                    </a:lnTo>
                    <a:lnTo>
                      <a:pt x="16" y="18"/>
                    </a:lnTo>
                    <a:lnTo>
                      <a:pt x="16" y="18"/>
                    </a:lnTo>
                    <a:lnTo>
                      <a:pt x="16" y="18"/>
                    </a:lnTo>
                    <a:lnTo>
                      <a:pt x="16" y="22"/>
                    </a:lnTo>
                    <a:lnTo>
                      <a:pt x="16" y="22"/>
                    </a:lnTo>
                    <a:lnTo>
                      <a:pt x="16" y="22"/>
                    </a:lnTo>
                    <a:lnTo>
                      <a:pt x="16" y="18"/>
                    </a:lnTo>
                    <a:lnTo>
                      <a:pt x="16" y="18"/>
                    </a:lnTo>
                    <a:lnTo>
                      <a:pt x="16" y="22"/>
                    </a:lnTo>
                    <a:lnTo>
                      <a:pt x="16" y="22"/>
                    </a:lnTo>
                    <a:lnTo>
                      <a:pt x="16" y="22"/>
                    </a:lnTo>
                    <a:lnTo>
                      <a:pt x="16" y="22"/>
                    </a:lnTo>
                    <a:lnTo>
                      <a:pt x="16" y="22"/>
                    </a:lnTo>
                    <a:lnTo>
                      <a:pt x="16" y="22"/>
                    </a:lnTo>
                    <a:lnTo>
                      <a:pt x="16" y="22"/>
                    </a:lnTo>
                    <a:lnTo>
                      <a:pt x="12" y="22"/>
                    </a:lnTo>
                    <a:lnTo>
                      <a:pt x="12" y="22"/>
                    </a:lnTo>
                    <a:lnTo>
                      <a:pt x="12" y="22"/>
                    </a:lnTo>
                    <a:lnTo>
                      <a:pt x="16" y="22"/>
                    </a:lnTo>
                    <a:lnTo>
                      <a:pt x="16" y="22"/>
                    </a:lnTo>
                    <a:lnTo>
                      <a:pt x="16" y="22"/>
                    </a:lnTo>
                    <a:lnTo>
                      <a:pt x="16" y="22"/>
                    </a:lnTo>
                    <a:lnTo>
                      <a:pt x="12" y="22"/>
                    </a:lnTo>
                    <a:lnTo>
                      <a:pt x="12" y="22"/>
                    </a:lnTo>
                    <a:lnTo>
                      <a:pt x="12" y="22"/>
                    </a:lnTo>
                    <a:lnTo>
                      <a:pt x="12" y="22"/>
                    </a:lnTo>
                    <a:lnTo>
                      <a:pt x="12" y="22"/>
                    </a:lnTo>
                    <a:lnTo>
                      <a:pt x="12" y="22"/>
                    </a:lnTo>
                    <a:lnTo>
                      <a:pt x="12" y="22"/>
                    </a:lnTo>
                    <a:lnTo>
                      <a:pt x="12" y="22"/>
                    </a:lnTo>
                    <a:lnTo>
                      <a:pt x="12" y="22"/>
                    </a:lnTo>
                    <a:lnTo>
                      <a:pt x="12" y="22"/>
                    </a:lnTo>
                    <a:lnTo>
                      <a:pt x="12" y="22"/>
                    </a:lnTo>
                    <a:lnTo>
                      <a:pt x="12" y="22"/>
                    </a:lnTo>
                    <a:lnTo>
                      <a:pt x="12" y="22"/>
                    </a:lnTo>
                    <a:close/>
                    <a:moveTo>
                      <a:pt x="20" y="14"/>
                    </a:moveTo>
                    <a:lnTo>
                      <a:pt x="24" y="14"/>
                    </a:lnTo>
                    <a:lnTo>
                      <a:pt x="24" y="14"/>
                    </a:lnTo>
                    <a:lnTo>
                      <a:pt x="24" y="14"/>
                    </a:lnTo>
                    <a:lnTo>
                      <a:pt x="24" y="14"/>
                    </a:lnTo>
                    <a:lnTo>
                      <a:pt x="24" y="18"/>
                    </a:lnTo>
                    <a:lnTo>
                      <a:pt x="24" y="18"/>
                    </a:lnTo>
                    <a:lnTo>
                      <a:pt x="24" y="18"/>
                    </a:lnTo>
                    <a:lnTo>
                      <a:pt x="24" y="18"/>
                    </a:lnTo>
                    <a:lnTo>
                      <a:pt x="20" y="18"/>
                    </a:lnTo>
                    <a:lnTo>
                      <a:pt x="20" y="18"/>
                    </a:lnTo>
                    <a:lnTo>
                      <a:pt x="20" y="18"/>
                    </a:lnTo>
                    <a:lnTo>
                      <a:pt x="20" y="18"/>
                    </a:lnTo>
                    <a:lnTo>
                      <a:pt x="20" y="18"/>
                    </a:lnTo>
                    <a:lnTo>
                      <a:pt x="20" y="18"/>
                    </a:lnTo>
                    <a:lnTo>
                      <a:pt x="20" y="14"/>
                    </a:lnTo>
                    <a:lnTo>
                      <a:pt x="20" y="14"/>
                    </a:lnTo>
                    <a:lnTo>
                      <a:pt x="20" y="14"/>
                    </a:lnTo>
                    <a:lnTo>
                      <a:pt x="20" y="14"/>
                    </a:lnTo>
                    <a:lnTo>
                      <a:pt x="20" y="14"/>
                    </a:lnTo>
                    <a:lnTo>
                      <a:pt x="20" y="14"/>
                    </a:lnTo>
                    <a:lnTo>
                      <a:pt x="20" y="14"/>
                    </a:lnTo>
                    <a:lnTo>
                      <a:pt x="20" y="14"/>
                    </a:lnTo>
                    <a:lnTo>
                      <a:pt x="20" y="14"/>
                    </a:lnTo>
                    <a:close/>
                    <a:moveTo>
                      <a:pt x="20" y="22"/>
                    </a:moveTo>
                    <a:lnTo>
                      <a:pt x="20" y="26"/>
                    </a:lnTo>
                    <a:lnTo>
                      <a:pt x="20" y="26"/>
                    </a:lnTo>
                    <a:lnTo>
                      <a:pt x="24" y="26"/>
                    </a:lnTo>
                    <a:lnTo>
                      <a:pt x="24" y="26"/>
                    </a:lnTo>
                    <a:lnTo>
                      <a:pt x="24" y="26"/>
                    </a:lnTo>
                    <a:lnTo>
                      <a:pt x="24" y="26"/>
                    </a:lnTo>
                    <a:lnTo>
                      <a:pt x="24" y="26"/>
                    </a:lnTo>
                    <a:lnTo>
                      <a:pt x="20" y="26"/>
                    </a:lnTo>
                    <a:lnTo>
                      <a:pt x="20" y="26"/>
                    </a:lnTo>
                    <a:lnTo>
                      <a:pt x="20" y="26"/>
                    </a:lnTo>
                    <a:lnTo>
                      <a:pt x="20" y="26"/>
                    </a:lnTo>
                    <a:lnTo>
                      <a:pt x="20" y="26"/>
                    </a:lnTo>
                    <a:lnTo>
                      <a:pt x="20" y="26"/>
                    </a:lnTo>
                    <a:lnTo>
                      <a:pt x="20" y="26"/>
                    </a:lnTo>
                    <a:lnTo>
                      <a:pt x="20" y="26"/>
                    </a:lnTo>
                    <a:lnTo>
                      <a:pt x="20" y="22"/>
                    </a:lnTo>
                    <a:lnTo>
                      <a:pt x="20" y="22"/>
                    </a:lnTo>
                    <a:lnTo>
                      <a:pt x="20" y="22"/>
                    </a:lnTo>
                    <a:lnTo>
                      <a:pt x="20" y="22"/>
                    </a:lnTo>
                    <a:lnTo>
                      <a:pt x="20" y="22"/>
                    </a:lnTo>
                    <a:lnTo>
                      <a:pt x="20" y="22"/>
                    </a:lnTo>
                    <a:lnTo>
                      <a:pt x="20" y="22"/>
                    </a:lnTo>
                    <a:close/>
                    <a:moveTo>
                      <a:pt x="4" y="40"/>
                    </a:moveTo>
                    <a:lnTo>
                      <a:pt x="4" y="40"/>
                    </a:lnTo>
                    <a:lnTo>
                      <a:pt x="0" y="40"/>
                    </a:lnTo>
                    <a:lnTo>
                      <a:pt x="0" y="40"/>
                    </a:lnTo>
                    <a:lnTo>
                      <a:pt x="4" y="36"/>
                    </a:lnTo>
                    <a:lnTo>
                      <a:pt x="4" y="36"/>
                    </a:lnTo>
                    <a:lnTo>
                      <a:pt x="4" y="36"/>
                    </a:lnTo>
                    <a:lnTo>
                      <a:pt x="4" y="36"/>
                    </a:lnTo>
                    <a:lnTo>
                      <a:pt x="4" y="36"/>
                    </a:lnTo>
                    <a:lnTo>
                      <a:pt x="4" y="34"/>
                    </a:lnTo>
                    <a:lnTo>
                      <a:pt x="0" y="34"/>
                    </a:lnTo>
                    <a:lnTo>
                      <a:pt x="0" y="34"/>
                    </a:lnTo>
                    <a:lnTo>
                      <a:pt x="0" y="30"/>
                    </a:lnTo>
                    <a:lnTo>
                      <a:pt x="0" y="30"/>
                    </a:lnTo>
                    <a:lnTo>
                      <a:pt x="4" y="30"/>
                    </a:lnTo>
                    <a:lnTo>
                      <a:pt x="0" y="30"/>
                    </a:lnTo>
                    <a:lnTo>
                      <a:pt x="0" y="30"/>
                    </a:lnTo>
                    <a:lnTo>
                      <a:pt x="0" y="30"/>
                    </a:lnTo>
                    <a:lnTo>
                      <a:pt x="0" y="30"/>
                    </a:lnTo>
                    <a:lnTo>
                      <a:pt x="0" y="26"/>
                    </a:lnTo>
                    <a:lnTo>
                      <a:pt x="0" y="26"/>
                    </a:lnTo>
                    <a:lnTo>
                      <a:pt x="0" y="26"/>
                    </a:lnTo>
                    <a:lnTo>
                      <a:pt x="4" y="30"/>
                    </a:lnTo>
                    <a:lnTo>
                      <a:pt x="4" y="26"/>
                    </a:lnTo>
                    <a:lnTo>
                      <a:pt x="8" y="26"/>
                    </a:lnTo>
                    <a:lnTo>
                      <a:pt x="8" y="26"/>
                    </a:lnTo>
                    <a:lnTo>
                      <a:pt x="12" y="26"/>
                    </a:lnTo>
                    <a:lnTo>
                      <a:pt x="12" y="26"/>
                    </a:lnTo>
                    <a:lnTo>
                      <a:pt x="16" y="26"/>
                    </a:lnTo>
                    <a:lnTo>
                      <a:pt x="16" y="26"/>
                    </a:lnTo>
                    <a:lnTo>
                      <a:pt x="16" y="26"/>
                    </a:lnTo>
                    <a:lnTo>
                      <a:pt x="16" y="26"/>
                    </a:lnTo>
                    <a:lnTo>
                      <a:pt x="20" y="26"/>
                    </a:lnTo>
                    <a:lnTo>
                      <a:pt x="20" y="30"/>
                    </a:lnTo>
                    <a:lnTo>
                      <a:pt x="20" y="30"/>
                    </a:lnTo>
                    <a:lnTo>
                      <a:pt x="24" y="30"/>
                    </a:lnTo>
                    <a:lnTo>
                      <a:pt x="20" y="30"/>
                    </a:lnTo>
                    <a:lnTo>
                      <a:pt x="20" y="30"/>
                    </a:lnTo>
                    <a:lnTo>
                      <a:pt x="20" y="30"/>
                    </a:lnTo>
                    <a:lnTo>
                      <a:pt x="20" y="30"/>
                    </a:lnTo>
                    <a:lnTo>
                      <a:pt x="20" y="30"/>
                    </a:lnTo>
                    <a:lnTo>
                      <a:pt x="20" y="30"/>
                    </a:lnTo>
                    <a:lnTo>
                      <a:pt x="16" y="30"/>
                    </a:lnTo>
                    <a:lnTo>
                      <a:pt x="12" y="34"/>
                    </a:lnTo>
                    <a:lnTo>
                      <a:pt x="12" y="34"/>
                    </a:lnTo>
                    <a:lnTo>
                      <a:pt x="12" y="34"/>
                    </a:lnTo>
                    <a:lnTo>
                      <a:pt x="8" y="34"/>
                    </a:lnTo>
                    <a:lnTo>
                      <a:pt x="8" y="34"/>
                    </a:lnTo>
                    <a:lnTo>
                      <a:pt x="8" y="34"/>
                    </a:lnTo>
                    <a:lnTo>
                      <a:pt x="8" y="34"/>
                    </a:lnTo>
                    <a:lnTo>
                      <a:pt x="8" y="36"/>
                    </a:lnTo>
                    <a:lnTo>
                      <a:pt x="4" y="36"/>
                    </a:lnTo>
                    <a:lnTo>
                      <a:pt x="4" y="40"/>
                    </a:lnTo>
                    <a:lnTo>
                      <a:pt x="4" y="40"/>
                    </a:lnTo>
                    <a:lnTo>
                      <a:pt x="4" y="40"/>
                    </a:lnTo>
                    <a:lnTo>
                      <a:pt x="4" y="40"/>
                    </a:lnTo>
                    <a:lnTo>
                      <a:pt x="4" y="40"/>
                    </a:lnTo>
                    <a:lnTo>
                      <a:pt x="4" y="40"/>
                    </a:lnTo>
                    <a:lnTo>
                      <a:pt x="4"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4" name="Freeform 98"/>
              <p:cNvSpPr>
                <a:spLocks noEditPoints="1"/>
              </p:cNvSpPr>
              <p:nvPr/>
            </p:nvSpPr>
            <p:spPr bwMode="gray">
              <a:xfrm>
                <a:off x="4619069" y="2460411"/>
                <a:ext cx="24350" cy="38264"/>
              </a:xfrm>
              <a:custGeom>
                <a:avLst/>
                <a:gdLst>
                  <a:gd name="T0" fmla="*/ 10 w 14"/>
                  <a:gd name="T1" fmla="*/ 12 h 22"/>
                  <a:gd name="T2" fmla="*/ 6 w 14"/>
                  <a:gd name="T3" fmla="*/ 12 h 22"/>
                  <a:gd name="T4" fmla="*/ 6 w 14"/>
                  <a:gd name="T5" fmla="*/ 12 h 22"/>
                  <a:gd name="T6" fmla="*/ 10 w 14"/>
                  <a:gd name="T7" fmla="*/ 12 h 22"/>
                  <a:gd name="T8" fmla="*/ 10 w 14"/>
                  <a:gd name="T9" fmla="*/ 12 h 22"/>
                  <a:gd name="T10" fmla="*/ 10 w 14"/>
                  <a:gd name="T11" fmla="*/ 14 h 22"/>
                  <a:gd name="T12" fmla="*/ 10 w 14"/>
                  <a:gd name="T13" fmla="*/ 14 h 22"/>
                  <a:gd name="T14" fmla="*/ 10 w 14"/>
                  <a:gd name="T15" fmla="*/ 4 h 22"/>
                  <a:gd name="T16" fmla="*/ 10 w 14"/>
                  <a:gd name="T17" fmla="*/ 4 h 22"/>
                  <a:gd name="T18" fmla="*/ 10 w 14"/>
                  <a:gd name="T19" fmla="*/ 4 h 22"/>
                  <a:gd name="T20" fmla="*/ 10 w 14"/>
                  <a:gd name="T21" fmla="*/ 4 h 22"/>
                  <a:gd name="T22" fmla="*/ 10 w 14"/>
                  <a:gd name="T23" fmla="*/ 0 h 22"/>
                  <a:gd name="T24" fmla="*/ 10 w 14"/>
                  <a:gd name="T25" fmla="*/ 0 h 22"/>
                  <a:gd name="T26" fmla="*/ 10 w 14"/>
                  <a:gd name="T27" fmla="*/ 0 h 22"/>
                  <a:gd name="T28" fmla="*/ 14 w 14"/>
                  <a:gd name="T29" fmla="*/ 0 h 22"/>
                  <a:gd name="T30" fmla="*/ 14 w 14"/>
                  <a:gd name="T31" fmla="*/ 4 h 22"/>
                  <a:gd name="T32" fmla="*/ 10 w 14"/>
                  <a:gd name="T33" fmla="*/ 4 h 22"/>
                  <a:gd name="T34" fmla="*/ 10 w 14"/>
                  <a:gd name="T35" fmla="*/ 8 h 22"/>
                  <a:gd name="T36" fmla="*/ 6 w 14"/>
                  <a:gd name="T37" fmla="*/ 8 h 22"/>
                  <a:gd name="T38" fmla="*/ 6 w 14"/>
                  <a:gd name="T39" fmla="*/ 4 h 22"/>
                  <a:gd name="T40" fmla="*/ 2 w 14"/>
                  <a:gd name="T41" fmla="*/ 4 h 22"/>
                  <a:gd name="T42" fmla="*/ 2 w 14"/>
                  <a:gd name="T43" fmla="*/ 0 h 22"/>
                  <a:gd name="T44" fmla="*/ 6 w 14"/>
                  <a:gd name="T45" fmla="*/ 0 h 22"/>
                  <a:gd name="T46" fmla="*/ 6 w 14"/>
                  <a:gd name="T47" fmla="*/ 0 h 22"/>
                  <a:gd name="T48" fmla="*/ 10 w 14"/>
                  <a:gd name="T49" fmla="*/ 4 h 22"/>
                  <a:gd name="T50" fmla="*/ 10 w 14"/>
                  <a:gd name="T51" fmla="*/ 4 h 22"/>
                  <a:gd name="T52" fmla="*/ 10 w 14"/>
                  <a:gd name="T53" fmla="*/ 8 h 22"/>
                  <a:gd name="T54" fmla="*/ 10 w 14"/>
                  <a:gd name="T55" fmla="*/ 12 h 22"/>
                  <a:gd name="T56" fmla="*/ 6 w 14"/>
                  <a:gd name="T57" fmla="*/ 8 h 22"/>
                  <a:gd name="T58" fmla="*/ 6 w 14"/>
                  <a:gd name="T59" fmla="*/ 8 h 22"/>
                  <a:gd name="T60" fmla="*/ 2 w 14"/>
                  <a:gd name="T61" fmla="*/ 4 h 22"/>
                  <a:gd name="T62" fmla="*/ 2 w 14"/>
                  <a:gd name="T63" fmla="*/ 4 h 22"/>
                  <a:gd name="T64" fmla="*/ 2 w 14"/>
                  <a:gd name="T65" fmla="*/ 0 h 22"/>
                  <a:gd name="T66" fmla="*/ 2 w 14"/>
                  <a:gd name="T67" fmla="*/ 0 h 22"/>
                  <a:gd name="T68" fmla="*/ 2 w 14"/>
                  <a:gd name="T69" fmla="*/ 0 h 22"/>
                  <a:gd name="T70" fmla="*/ 2 w 14"/>
                  <a:gd name="T71" fmla="*/ 4 h 22"/>
                  <a:gd name="T72" fmla="*/ 2 w 14"/>
                  <a:gd name="T73" fmla="*/ 4 h 22"/>
                  <a:gd name="T74" fmla="*/ 6 w 14"/>
                  <a:gd name="T75" fmla="*/ 4 h 22"/>
                  <a:gd name="T76" fmla="*/ 6 w 14"/>
                  <a:gd name="T77" fmla="*/ 4 h 22"/>
                  <a:gd name="T78" fmla="*/ 6 w 14"/>
                  <a:gd name="T79" fmla="*/ 8 h 22"/>
                  <a:gd name="T80" fmla="*/ 10 w 14"/>
                  <a:gd name="T81" fmla="*/ 8 h 22"/>
                  <a:gd name="T82" fmla="*/ 10 w 14"/>
                  <a:gd name="T83" fmla="*/ 12 h 22"/>
                  <a:gd name="T84" fmla="*/ 2 w 14"/>
                  <a:gd name="T85" fmla="*/ 8 h 22"/>
                  <a:gd name="T86" fmla="*/ 2 w 14"/>
                  <a:gd name="T87" fmla="*/ 8 h 22"/>
                  <a:gd name="T88" fmla="*/ 2 w 14"/>
                  <a:gd name="T89" fmla="*/ 8 h 22"/>
                  <a:gd name="T90" fmla="*/ 0 w 14"/>
                  <a:gd name="T91" fmla="*/ 8 h 22"/>
                  <a:gd name="T92" fmla="*/ 0 w 14"/>
                  <a:gd name="T93" fmla="*/ 4 h 22"/>
                  <a:gd name="T94" fmla="*/ 2 w 14"/>
                  <a:gd name="T95" fmla="*/ 4 h 22"/>
                  <a:gd name="T96" fmla="*/ 2 w 14"/>
                  <a:gd name="T97" fmla="*/ 4 h 22"/>
                  <a:gd name="T98" fmla="*/ 2 w 14"/>
                  <a:gd name="T99" fmla="*/ 8 h 22"/>
                  <a:gd name="T100" fmla="*/ 2 w 14"/>
                  <a:gd name="T101" fmla="*/ 8 h 22"/>
                  <a:gd name="T102" fmla="*/ 2 w 14"/>
                  <a:gd name="T103" fmla="*/ 8 h 22"/>
                  <a:gd name="T104" fmla="*/ 2 w 14"/>
                  <a:gd name="T105" fmla="*/ 8 h 22"/>
                  <a:gd name="T106" fmla="*/ 10 w 14"/>
                  <a:gd name="T107" fmla="*/ 22 h 22"/>
                  <a:gd name="T108" fmla="*/ 6 w 14"/>
                  <a:gd name="T109" fmla="*/ 18 h 22"/>
                  <a:gd name="T110" fmla="*/ 6 w 14"/>
                  <a:gd name="T111" fmla="*/ 14 h 22"/>
                  <a:gd name="T112" fmla="*/ 6 w 14"/>
                  <a:gd name="T113" fmla="*/ 14 h 22"/>
                  <a:gd name="T114" fmla="*/ 6 w 14"/>
                  <a:gd name="T115" fmla="*/ 14 h 22"/>
                  <a:gd name="T116" fmla="*/ 10 w 14"/>
                  <a:gd name="T117" fmla="*/ 18 h 22"/>
                  <a:gd name="T118" fmla="*/ 10 w 14"/>
                  <a:gd name="T119" fmla="*/ 22 h 22"/>
                  <a:gd name="T120" fmla="*/ 10 w 14"/>
                  <a:gd name="T121" fmla="*/ 22 h 22"/>
                  <a:gd name="T122" fmla="*/ 10 w 14"/>
                  <a:gd name="T123"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4" h="22">
                    <a:moveTo>
                      <a:pt x="10" y="14"/>
                    </a:moveTo>
                    <a:lnTo>
                      <a:pt x="10" y="12"/>
                    </a:lnTo>
                    <a:lnTo>
                      <a:pt x="6" y="12"/>
                    </a:lnTo>
                    <a:lnTo>
                      <a:pt x="6" y="12"/>
                    </a:lnTo>
                    <a:lnTo>
                      <a:pt x="6" y="12"/>
                    </a:lnTo>
                    <a:lnTo>
                      <a:pt x="6" y="12"/>
                    </a:lnTo>
                    <a:lnTo>
                      <a:pt x="6" y="12"/>
                    </a:lnTo>
                    <a:lnTo>
                      <a:pt x="10" y="12"/>
                    </a:lnTo>
                    <a:lnTo>
                      <a:pt x="10" y="12"/>
                    </a:lnTo>
                    <a:lnTo>
                      <a:pt x="10" y="12"/>
                    </a:lnTo>
                    <a:lnTo>
                      <a:pt x="10" y="14"/>
                    </a:lnTo>
                    <a:lnTo>
                      <a:pt x="10" y="14"/>
                    </a:lnTo>
                    <a:lnTo>
                      <a:pt x="10" y="14"/>
                    </a:lnTo>
                    <a:lnTo>
                      <a:pt x="10" y="14"/>
                    </a:lnTo>
                    <a:lnTo>
                      <a:pt x="10" y="14"/>
                    </a:lnTo>
                    <a:close/>
                    <a:moveTo>
                      <a:pt x="10" y="4"/>
                    </a:moveTo>
                    <a:lnTo>
                      <a:pt x="10" y="4"/>
                    </a:lnTo>
                    <a:lnTo>
                      <a:pt x="10" y="4"/>
                    </a:lnTo>
                    <a:lnTo>
                      <a:pt x="10" y="4"/>
                    </a:lnTo>
                    <a:lnTo>
                      <a:pt x="10" y="4"/>
                    </a:lnTo>
                    <a:lnTo>
                      <a:pt x="10" y="4"/>
                    </a:lnTo>
                    <a:lnTo>
                      <a:pt x="10" y="4"/>
                    </a:lnTo>
                    <a:lnTo>
                      <a:pt x="10" y="0"/>
                    </a:lnTo>
                    <a:lnTo>
                      <a:pt x="10" y="0"/>
                    </a:lnTo>
                    <a:lnTo>
                      <a:pt x="10" y="0"/>
                    </a:lnTo>
                    <a:lnTo>
                      <a:pt x="10" y="0"/>
                    </a:lnTo>
                    <a:lnTo>
                      <a:pt x="10" y="0"/>
                    </a:lnTo>
                    <a:lnTo>
                      <a:pt x="10" y="0"/>
                    </a:lnTo>
                    <a:lnTo>
                      <a:pt x="14" y="0"/>
                    </a:lnTo>
                    <a:lnTo>
                      <a:pt x="14" y="0"/>
                    </a:lnTo>
                    <a:lnTo>
                      <a:pt x="14" y="4"/>
                    </a:lnTo>
                    <a:lnTo>
                      <a:pt x="14" y="4"/>
                    </a:lnTo>
                    <a:lnTo>
                      <a:pt x="10" y="4"/>
                    </a:lnTo>
                    <a:lnTo>
                      <a:pt x="10" y="4"/>
                    </a:lnTo>
                    <a:lnTo>
                      <a:pt x="10" y="4"/>
                    </a:lnTo>
                    <a:close/>
                    <a:moveTo>
                      <a:pt x="10" y="8"/>
                    </a:moveTo>
                    <a:lnTo>
                      <a:pt x="10" y="8"/>
                    </a:lnTo>
                    <a:lnTo>
                      <a:pt x="6" y="8"/>
                    </a:lnTo>
                    <a:lnTo>
                      <a:pt x="6" y="4"/>
                    </a:lnTo>
                    <a:lnTo>
                      <a:pt x="6" y="4"/>
                    </a:lnTo>
                    <a:lnTo>
                      <a:pt x="6" y="4"/>
                    </a:lnTo>
                    <a:lnTo>
                      <a:pt x="2" y="4"/>
                    </a:lnTo>
                    <a:lnTo>
                      <a:pt x="2" y="4"/>
                    </a:lnTo>
                    <a:lnTo>
                      <a:pt x="2" y="0"/>
                    </a:lnTo>
                    <a:lnTo>
                      <a:pt x="2" y="0"/>
                    </a:lnTo>
                    <a:lnTo>
                      <a:pt x="6" y="0"/>
                    </a:lnTo>
                    <a:lnTo>
                      <a:pt x="6" y="0"/>
                    </a:lnTo>
                    <a:lnTo>
                      <a:pt x="6" y="0"/>
                    </a:lnTo>
                    <a:lnTo>
                      <a:pt x="6" y="0"/>
                    </a:lnTo>
                    <a:lnTo>
                      <a:pt x="10" y="4"/>
                    </a:lnTo>
                    <a:lnTo>
                      <a:pt x="10" y="4"/>
                    </a:lnTo>
                    <a:lnTo>
                      <a:pt x="10" y="4"/>
                    </a:lnTo>
                    <a:lnTo>
                      <a:pt x="10" y="8"/>
                    </a:lnTo>
                    <a:lnTo>
                      <a:pt x="10" y="8"/>
                    </a:lnTo>
                    <a:lnTo>
                      <a:pt x="10" y="8"/>
                    </a:lnTo>
                    <a:close/>
                    <a:moveTo>
                      <a:pt x="10" y="12"/>
                    </a:moveTo>
                    <a:lnTo>
                      <a:pt x="6" y="12"/>
                    </a:lnTo>
                    <a:lnTo>
                      <a:pt x="6" y="8"/>
                    </a:lnTo>
                    <a:lnTo>
                      <a:pt x="6" y="8"/>
                    </a:lnTo>
                    <a:lnTo>
                      <a:pt x="6" y="8"/>
                    </a:lnTo>
                    <a:lnTo>
                      <a:pt x="2" y="4"/>
                    </a:lnTo>
                    <a:lnTo>
                      <a:pt x="2" y="4"/>
                    </a:lnTo>
                    <a:lnTo>
                      <a:pt x="2" y="4"/>
                    </a:lnTo>
                    <a:lnTo>
                      <a:pt x="2" y="4"/>
                    </a:lnTo>
                    <a:lnTo>
                      <a:pt x="2" y="0"/>
                    </a:lnTo>
                    <a:lnTo>
                      <a:pt x="2" y="0"/>
                    </a:lnTo>
                    <a:lnTo>
                      <a:pt x="2" y="0"/>
                    </a:lnTo>
                    <a:lnTo>
                      <a:pt x="2" y="0"/>
                    </a:lnTo>
                    <a:lnTo>
                      <a:pt x="2" y="0"/>
                    </a:lnTo>
                    <a:lnTo>
                      <a:pt x="2" y="0"/>
                    </a:lnTo>
                    <a:lnTo>
                      <a:pt x="2" y="0"/>
                    </a:lnTo>
                    <a:lnTo>
                      <a:pt x="2" y="4"/>
                    </a:lnTo>
                    <a:lnTo>
                      <a:pt x="2" y="4"/>
                    </a:lnTo>
                    <a:lnTo>
                      <a:pt x="2" y="4"/>
                    </a:lnTo>
                    <a:lnTo>
                      <a:pt x="6" y="4"/>
                    </a:lnTo>
                    <a:lnTo>
                      <a:pt x="6" y="4"/>
                    </a:lnTo>
                    <a:lnTo>
                      <a:pt x="6" y="4"/>
                    </a:lnTo>
                    <a:lnTo>
                      <a:pt x="6" y="4"/>
                    </a:lnTo>
                    <a:lnTo>
                      <a:pt x="6" y="8"/>
                    </a:lnTo>
                    <a:lnTo>
                      <a:pt x="6" y="8"/>
                    </a:lnTo>
                    <a:lnTo>
                      <a:pt x="10" y="8"/>
                    </a:lnTo>
                    <a:lnTo>
                      <a:pt x="10" y="8"/>
                    </a:lnTo>
                    <a:lnTo>
                      <a:pt x="10" y="12"/>
                    </a:lnTo>
                    <a:lnTo>
                      <a:pt x="10" y="12"/>
                    </a:lnTo>
                    <a:lnTo>
                      <a:pt x="10" y="12"/>
                    </a:lnTo>
                    <a:close/>
                    <a:moveTo>
                      <a:pt x="2" y="8"/>
                    </a:moveTo>
                    <a:lnTo>
                      <a:pt x="2" y="8"/>
                    </a:lnTo>
                    <a:lnTo>
                      <a:pt x="2" y="8"/>
                    </a:lnTo>
                    <a:lnTo>
                      <a:pt x="2" y="8"/>
                    </a:lnTo>
                    <a:lnTo>
                      <a:pt x="2" y="8"/>
                    </a:lnTo>
                    <a:lnTo>
                      <a:pt x="0" y="8"/>
                    </a:lnTo>
                    <a:lnTo>
                      <a:pt x="0" y="8"/>
                    </a:lnTo>
                    <a:lnTo>
                      <a:pt x="0" y="8"/>
                    </a:lnTo>
                    <a:lnTo>
                      <a:pt x="0" y="4"/>
                    </a:lnTo>
                    <a:lnTo>
                      <a:pt x="0" y="4"/>
                    </a:lnTo>
                    <a:lnTo>
                      <a:pt x="2" y="4"/>
                    </a:lnTo>
                    <a:lnTo>
                      <a:pt x="2" y="4"/>
                    </a:lnTo>
                    <a:lnTo>
                      <a:pt x="2" y="4"/>
                    </a:lnTo>
                    <a:lnTo>
                      <a:pt x="2" y="8"/>
                    </a:lnTo>
                    <a:lnTo>
                      <a:pt x="2" y="8"/>
                    </a:lnTo>
                    <a:lnTo>
                      <a:pt x="2" y="8"/>
                    </a:lnTo>
                    <a:lnTo>
                      <a:pt x="2" y="8"/>
                    </a:lnTo>
                    <a:lnTo>
                      <a:pt x="2" y="8"/>
                    </a:lnTo>
                    <a:lnTo>
                      <a:pt x="2" y="8"/>
                    </a:lnTo>
                    <a:lnTo>
                      <a:pt x="2" y="8"/>
                    </a:lnTo>
                    <a:lnTo>
                      <a:pt x="2" y="8"/>
                    </a:lnTo>
                    <a:close/>
                    <a:moveTo>
                      <a:pt x="10" y="22"/>
                    </a:moveTo>
                    <a:lnTo>
                      <a:pt x="10" y="22"/>
                    </a:lnTo>
                    <a:lnTo>
                      <a:pt x="10" y="22"/>
                    </a:lnTo>
                    <a:lnTo>
                      <a:pt x="6" y="18"/>
                    </a:lnTo>
                    <a:lnTo>
                      <a:pt x="6" y="18"/>
                    </a:lnTo>
                    <a:lnTo>
                      <a:pt x="6" y="14"/>
                    </a:lnTo>
                    <a:lnTo>
                      <a:pt x="6" y="14"/>
                    </a:lnTo>
                    <a:lnTo>
                      <a:pt x="6" y="14"/>
                    </a:lnTo>
                    <a:lnTo>
                      <a:pt x="6" y="14"/>
                    </a:lnTo>
                    <a:lnTo>
                      <a:pt x="6" y="14"/>
                    </a:lnTo>
                    <a:lnTo>
                      <a:pt x="6" y="18"/>
                    </a:lnTo>
                    <a:lnTo>
                      <a:pt x="10" y="18"/>
                    </a:lnTo>
                    <a:lnTo>
                      <a:pt x="10" y="22"/>
                    </a:lnTo>
                    <a:lnTo>
                      <a:pt x="10" y="22"/>
                    </a:lnTo>
                    <a:lnTo>
                      <a:pt x="10" y="22"/>
                    </a:lnTo>
                    <a:lnTo>
                      <a:pt x="10" y="22"/>
                    </a:lnTo>
                    <a:lnTo>
                      <a:pt x="10" y="22"/>
                    </a:lnTo>
                    <a:lnTo>
                      <a:pt x="10"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5" name="Freeform 99"/>
              <p:cNvSpPr>
                <a:spLocks noEditPoints="1"/>
              </p:cNvSpPr>
              <p:nvPr/>
            </p:nvSpPr>
            <p:spPr bwMode="gray">
              <a:xfrm>
                <a:off x="5279993" y="2129952"/>
                <a:ext cx="299153" cy="434814"/>
              </a:xfrm>
              <a:custGeom>
                <a:avLst/>
                <a:gdLst>
                  <a:gd name="T0" fmla="*/ 44 w 172"/>
                  <a:gd name="T1" fmla="*/ 238 h 250"/>
                  <a:gd name="T2" fmla="*/ 30 w 172"/>
                  <a:gd name="T3" fmla="*/ 232 h 250"/>
                  <a:gd name="T4" fmla="*/ 30 w 172"/>
                  <a:gd name="T5" fmla="*/ 212 h 250"/>
                  <a:gd name="T6" fmla="*/ 26 w 172"/>
                  <a:gd name="T7" fmla="*/ 202 h 250"/>
                  <a:gd name="T8" fmla="*/ 22 w 172"/>
                  <a:gd name="T9" fmla="*/ 180 h 250"/>
                  <a:gd name="T10" fmla="*/ 30 w 172"/>
                  <a:gd name="T11" fmla="*/ 172 h 250"/>
                  <a:gd name="T12" fmla="*/ 40 w 172"/>
                  <a:gd name="T13" fmla="*/ 164 h 250"/>
                  <a:gd name="T14" fmla="*/ 56 w 172"/>
                  <a:gd name="T15" fmla="*/ 154 h 250"/>
                  <a:gd name="T16" fmla="*/ 66 w 172"/>
                  <a:gd name="T17" fmla="*/ 138 h 250"/>
                  <a:gd name="T18" fmla="*/ 86 w 172"/>
                  <a:gd name="T19" fmla="*/ 128 h 250"/>
                  <a:gd name="T20" fmla="*/ 78 w 172"/>
                  <a:gd name="T21" fmla="*/ 116 h 250"/>
                  <a:gd name="T22" fmla="*/ 66 w 172"/>
                  <a:gd name="T23" fmla="*/ 108 h 250"/>
                  <a:gd name="T24" fmla="*/ 64 w 172"/>
                  <a:gd name="T25" fmla="*/ 86 h 250"/>
                  <a:gd name="T26" fmla="*/ 56 w 172"/>
                  <a:gd name="T27" fmla="*/ 64 h 250"/>
                  <a:gd name="T28" fmla="*/ 40 w 172"/>
                  <a:gd name="T29" fmla="*/ 42 h 250"/>
                  <a:gd name="T30" fmla="*/ 22 w 172"/>
                  <a:gd name="T31" fmla="*/ 34 h 250"/>
                  <a:gd name="T32" fmla="*/ 22 w 172"/>
                  <a:gd name="T33" fmla="*/ 22 h 250"/>
                  <a:gd name="T34" fmla="*/ 40 w 172"/>
                  <a:gd name="T35" fmla="*/ 38 h 250"/>
                  <a:gd name="T36" fmla="*/ 64 w 172"/>
                  <a:gd name="T37" fmla="*/ 34 h 250"/>
                  <a:gd name="T38" fmla="*/ 78 w 172"/>
                  <a:gd name="T39" fmla="*/ 34 h 250"/>
                  <a:gd name="T40" fmla="*/ 90 w 172"/>
                  <a:gd name="T41" fmla="*/ 26 h 250"/>
                  <a:gd name="T42" fmla="*/ 94 w 172"/>
                  <a:gd name="T43" fmla="*/ 12 h 250"/>
                  <a:gd name="T44" fmla="*/ 112 w 172"/>
                  <a:gd name="T45" fmla="*/ 4 h 250"/>
                  <a:gd name="T46" fmla="*/ 130 w 172"/>
                  <a:gd name="T47" fmla="*/ 12 h 250"/>
                  <a:gd name="T48" fmla="*/ 130 w 172"/>
                  <a:gd name="T49" fmla="*/ 22 h 250"/>
                  <a:gd name="T50" fmla="*/ 130 w 172"/>
                  <a:gd name="T51" fmla="*/ 34 h 250"/>
                  <a:gd name="T52" fmla="*/ 142 w 172"/>
                  <a:gd name="T53" fmla="*/ 56 h 250"/>
                  <a:gd name="T54" fmla="*/ 138 w 172"/>
                  <a:gd name="T55" fmla="*/ 78 h 250"/>
                  <a:gd name="T56" fmla="*/ 144 w 172"/>
                  <a:gd name="T57" fmla="*/ 98 h 250"/>
                  <a:gd name="T58" fmla="*/ 144 w 172"/>
                  <a:gd name="T59" fmla="*/ 116 h 250"/>
                  <a:gd name="T60" fmla="*/ 142 w 172"/>
                  <a:gd name="T61" fmla="*/ 132 h 250"/>
                  <a:gd name="T62" fmla="*/ 152 w 172"/>
                  <a:gd name="T63" fmla="*/ 142 h 250"/>
                  <a:gd name="T64" fmla="*/ 148 w 172"/>
                  <a:gd name="T65" fmla="*/ 158 h 250"/>
                  <a:gd name="T66" fmla="*/ 172 w 172"/>
                  <a:gd name="T67" fmla="*/ 176 h 250"/>
                  <a:gd name="T68" fmla="*/ 160 w 172"/>
                  <a:gd name="T69" fmla="*/ 194 h 250"/>
                  <a:gd name="T70" fmla="*/ 142 w 172"/>
                  <a:gd name="T71" fmla="*/ 212 h 250"/>
                  <a:gd name="T72" fmla="*/ 122 w 172"/>
                  <a:gd name="T73" fmla="*/ 224 h 250"/>
                  <a:gd name="T74" fmla="*/ 108 w 172"/>
                  <a:gd name="T75" fmla="*/ 232 h 250"/>
                  <a:gd name="T76" fmla="*/ 100 w 172"/>
                  <a:gd name="T77" fmla="*/ 228 h 250"/>
                  <a:gd name="T78" fmla="*/ 90 w 172"/>
                  <a:gd name="T79" fmla="*/ 236 h 250"/>
                  <a:gd name="T80" fmla="*/ 82 w 172"/>
                  <a:gd name="T81" fmla="*/ 238 h 250"/>
                  <a:gd name="T82" fmla="*/ 66 w 172"/>
                  <a:gd name="T83" fmla="*/ 242 h 250"/>
                  <a:gd name="T84" fmla="*/ 48 w 172"/>
                  <a:gd name="T85" fmla="*/ 250 h 250"/>
                  <a:gd name="T86" fmla="*/ 48 w 172"/>
                  <a:gd name="T87" fmla="*/ 242 h 250"/>
                  <a:gd name="T88" fmla="*/ 78 w 172"/>
                  <a:gd name="T89" fmla="*/ 128 h 250"/>
                  <a:gd name="T90" fmla="*/ 48 w 172"/>
                  <a:gd name="T91" fmla="*/ 158 h 250"/>
                  <a:gd name="T92" fmla="*/ 26 w 172"/>
                  <a:gd name="T93" fmla="*/ 172 h 250"/>
                  <a:gd name="T94" fmla="*/ 2 w 172"/>
                  <a:gd name="T95" fmla="*/ 236 h 250"/>
                  <a:gd name="T96" fmla="*/ 6 w 172"/>
                  <a:gd name="T97" fmla="*/ 242 h 250"/>
                  <a:gd name="T98" fmla="*/ 0 w 172"/>
                  <a:gd name="T99" fmla="*/ 242 h 250"/>
                  <a:gd name="T100" fmla="*/ 44 w 172"/>
                  <a:gd name="T101" fmla="*/ 242 h 250"/>
                  <a:gd name="T102" fmla="*/ 44 w 172"/>
                  <a:gd name="T103" fmla="*/ 246 h 250"/>
                  <a:gd name="T104" fmla="*/ 34 w 172"/>
                  <a:gd name="T105" fmla="*/ 242 h 250"/>
                  <a:gd name="T106" fmla="*/ 6 w 172"/>
                  <a:gd name="T107" fmla="*/ 242 h 250"/>
                  <a:gd name="T108" fmla="*/ 56 w 172"/>
                  <a:gd name="T109" fmla="*/ 246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72" h="250">
                    <a:moveTo>
                      <a:pt x="48" y="242"/>
                    </a:moveTo>
                    <a:lnTo>
                      <a:pt x="48" y="238"/>
                    </a:lnTo>
                    <a:lnTo>
                      <a:pt x="52" y="236"/>
                    </a:lnTo>
                    <a:lnTo>
                      <a:pt x="48" y="238"/>
                    </a:lnTo>
                    <a:lnTo>
                      <a:pt x="44" y="238"/>
                    </a:lnTo>
                    <a:lnTo>
                      <a:pt x="40" y="238"/>
                    </a:lnTo>
                    <a:lnTo>
                      <a:pt x="44" y="238"/>
                    </a:lnTo>
                    <a:lnTo>
                      <a:pt x="44" y="236"/>
                    </a:lnTo>
                    <a:lnTo>
                      <a:pt x="40" y="236"/>
                    </a:lnTo>
                    <a:lnTo>
                      <a:pt x="36" y="236"/>
                    </a:lnTo>
                    <a:lnTo>
                      <a:pt x="34" y="232"/>
                    </a:lnTo>
                    <a:lnTo>
                      <a:pt x="34" y="236"/>
                    </a:lnTo>
                    <a:lnTo>
                      <a:pt x="34" y="232"/>
                    </a:lnTo>
                    <a:lnTo>
                      <a:pt x="30" y="232"/>
                    </a:lnTo>
                    <a:lnTo>
                      <a:pt x="26" y="232"/>
                    </a:lnTo>
                    <a:lnTo>
                      <a:pt x="26" y="228"/>
                    </a:lnTo>
                    <a:lnTo>
                      <a:pt x="26" y="224"/>
                    </a:lnTo>
                    <a:lnTo>
                      <a:pt x="26" y="220"/>
                    </a:lnTo>
                    <a:lnTo>
                      <a:pt x="26" y="216"/>
                    </a:lnTo>
                    <a:lnTo>
                      <a:pt x="30" y="216"/>
                    </a:lnTo>
                    <a:lnTo>
                      <a:pt x="30" y="212"/>
                    </a:lnTo>
                    <a:lnTo>
                      <a:pt x="30" y="208"/>
                    </a:lnTo>
                    <a:lnTo>
                      <a:pt x="26" y="208"/>
                    </a:lnTo>
                    <a:lnTo>
                      <a:pt x="30" y="208"/>
                    </a:lnTo>
                    <a:lnTo>
                      <a:pt x="30" y="206"/>
                    </a:lnTo>
                    <a:lnTo>
                      <a:pt x="26" y="206"/>
                    </a:lnTo>
                    <a:lnTo>
                      <a:pt x="30" y="202"/>
                    </a:lnTo>
                    <a:lnTo>
                      <a:pt x="26" y="202"/>
                    </a:lnTo>
                    <a:lnTo>
                      <a:pt x="26" y="198"/>
                    </a:lnTo>
                    <a:lnTo>
                      <a:pt x="26" y="194"/>
                    </a:lnTo>
                    <a:lnTo>
                      <a:pt x="26" y="192"/>
                    </a:lnTo>
                    <a:lnTo>
                      <a:pt x="22" y="192"/>
                    </a:lnTo>
                    <a:lnTo>
                      <a:pt x="22" y="188"/>
                    </a:lnTo>
                    <a:lnTo>
                      <a:pt x="22" y="184"/>
                    </a:lnTo>
                    <a:lnTo>
                      <a:pt x="22" y="180"/>
                    </a:lnTo>
                    <a:lnTo>
                      <a:pt x="26" y="180"/>
                    </a:lnTo>
                    <a:lnTo>
                      <a:pt x="26" y="176"/>
                    </a:lnTo>
                    <a:lnTo>
                      <a:pt x="30" y="172"/>
                    </a:lnTo>
                    <a:lnTo>
                      <a:pt x="30" y="176"/>
                    </a:lnTo>
                    <a:lnTo>
                      <a:pt x="30" y="172"/>
                    </a:lnTo>
                    <a:lnTo>
                      <a:pt x="30" y="168"/>
                    </a:lnTo>
                    <a:lnTo>
                      <a:pt x="30" y="172"/>
                    </a:lnTo>
                    <a:lnTo>
                      <a:pt x="34" y="168"/>
                    </a:lnTo>
                    <a:lnTo>
                      <a:pt x="34" y="172"/>
                    </a:lnTo>
                    <a:lnTo>
                      <a:pt x="36" y="168"/>
                    </a:lnTo>
                    <a:lnTo>
                      <a:pt x="40" y="168"/>
                    </a:lnTo>
                    <a:lnTo>
                      <a:pt x="40" y="164"/>
                    </a:lnTo>
                    <a:lnTo>
                      <a:pt x="36" y="164"/>
                    </a:lnTo>
                    <a:lnTo>
                      <a:pt x="40" y="164"/>
                    </a:lnTo>
                    <a:lnTo>
                      <a:pt x="40" y="162"/>
                    </a:lnTo>
                    <a:lnTo>
                      <a:pt x="44" y="158"/>
                    </a:lnTo>
                    <a:lnTo>
                      <a:pt x="44" y="162"/>
                    </a:lnTo>
                    <a:lnTo>
                      <a:pt x="48" y="162"/>
                    </a:lnTo>
                    <a:lnTo>
                      <a:pt x="48" y="158"/>
                    </a:lnTo>
                    <a:lnTo>
                      <a:pt x="52" y="154"/>
                    </a:lnTo>
                    <a:lnTo>
                      <a:pt x="56" y="154"/>
                    </a:lnTo>
                    <a:lnTo>
                      <a:pt x="56" y="150"/>
                    </a:lnTo>
                    <a:lnTo>
                      <a:pt x="60" y="150"/>
                    </a:lnTo>
                    <a:lnTo>
                      <a:pt x="60" y="146"/>
                    </a:lnTo>
                    <a:lnTo>
                      <a:pt x="64" y="146"/>
                    </a:lnTo>
                    <a:lnTo>
                      <a:pt x="64" y="142"/>
                    </a:lnTo>
                    <a:lnTo>
                      <a:pt x="66" y="142"/>
                    </a:lnTo>
                    <a:lnTo>
                      <a:pt x="66" y="138"/>
                    </a:lnTo>
                    <a:lnTo>
                      <a:pt x="70" y="136"/>
                    </a:lnTo>
                    <a:lnTo>
                      <a:pt x="70" y="132"/>
                    </a:lnTo>
                    <a:lnTo>
                      <a:pt x="74" y="132"/>
                    </a:lnTo>
                    <a:lnTo>
                      <a:pt x="78" y="132"/>
                    </a:lnTo>
                    <a:lnTo>
                      <a:pt x="82" y="132"/>
                    </a:lnTo>
                    <a:lnTo>
                      <a:pt x="82" y="128"/>
                    </a:lnTo>
                    <a:lnTo>
                      <a:pt x="86" y="128"/>
                    </a:lnTo>
                    <a:lnTo>
                      <a:pt x="82" y="128"/>
                    </a:lnTo>
                    <a:lnTo>
                      <a:pt x="82" y="124"/>
                    </a:lnTo>
                    <a:lnTo>
                      <a:pt x="82" y="120"/>
                    </a:lnTo>
                    <a:lnTo>
                      <a:pt x="82" y="116"/>
                    </a:lnTo>
                    <a:lnTo>
                      <a:pt x="82" y="112"/>
                    </a:lnTo>
                    <a:lnTo>
                      <a:pt x="78" y="112"/>
                    </a:lnTo>
                    <a:lnTo>
                      <a:pt x="78" y="116"/>
                    </a:lnTo>
                    <a:lnTo>
                      <a:pt x="78" y="112"/>
                    </a:lnTo>
                    <a:lnTo>
                      <a:pt x="74" y="112"/>
                    </a:lnTo>
                    <a:lnTo>
                      <a:pt x="70" y="108"/>
                    </a:lnTo>
                    <a:lnTo>
                      <a:pt x="74" y="106"/>
                    </a:lnTo>
                    <a:lnTo>
                      <a:pt x="70" y="106"/>
                    </a:lnTo>
                    <a:lnTo>
                      <a:pt x="70" y="108"/>
                    </a:lnTo>
                    <a:lnTo>
                      <a:pt x="66" y="108"/>
                    </a:lnTo>
                    <a:lnTo>
                      <a:pt x="64" y="102"/>
                    </a:lnTo>
                    <a:lnTo>
                      <a:pt x="60" y="102"/>
                    </a:lnTo>
                    <a:lnTo>
                      <a:pt x="60" y="98"/>
                    </a:lnTo>
                    <a:lnTo>
                      <a:pt x="60" y="94"/>
                    </a:lnTo>
                    <a:lnTo>
                      <a:pt x="60" y="90"/>
                    </a:lnTo>
                    <a:lnTo>
                      <a:pt x="64" y="90"/>
                    </a:lnTo>
                    <a:lnTo>
                      <a:pt x="64" y="86"/>
                    </a:lnTo>
                    <a:lnTo>
                      <a:pt x="64" y="82"/>
                    </a:lnTo>
                    <a:lnTo>
                      <a:pt x="60" y="78"/>
                    </a:lnTo>
                    <a:lnTo>
                      <a:pt x="56" y="76"/>
                    </a:lnTo>
                    <a:lnTo>
                      <a:pt x="60" y="72"/>
                    </a:lnTo>
                    <a:lnTo>
                      <a:pt x="60" y="68"/>
                    </a:lnTo>
                    <a:lnTo>
                      <a:pt x="56" y="68"/>
                    </a:lnTo>
                    <a:lnTo>
                      <a:pt x="56" y="64"/>
                    </a:lnTo>
                    <a:lnTo>
                      <a:pt x="56" y="60"/>
                    </a:lnTo>
                    <a:lnTo>
                      <a:pt x="56" y="56"/>
                    </a:lnTo>
                    <a:lnTo>
                      <a:pt x="60" y="56"/>
                    </a:lnTo>
                    <a:lnTo>
                      <a:pt x="56" y="52"/>
                    </a:lnTo>
                    <a:lnTo>
                      <a:pt x="48" y="46"/>
                    </a:lnTo>
                    <a:lnTo>
                      <a:pt x="44" y="46"/>
                    </a:lnTo>
                    <a:lnTo>
                      <a:pt x="40" y="42"/>
                    </a:lnTo>
                    <a:lnTo>
                      <a:pt x="36" y="42"/>
                    </a:lnTo>
                    <a:lnTo>
                      <a:pt x="34" y="42"/>
                    </a:lnTo>
                    <a:lnTo>
                      <a:pt x="30" y="42"/>
                    </a:lnTo>
                    <a:lnTo>
                      <a:pt x="30" y="38"/>
                    </a:lnTo>
                    <a:lnTo>
                      <a:pt x="26" y="38"/>
                    </a:lnTo>
                    <a:lnTo>
                      <a:pt x="26" y="34"/>
                    </a:lnTo>
                    <a:lnTo>
                      <a:pt x="22" y="34"/>
                    </a:lnTo>
                    <a:lnTo>
                      <a:pt x="18" y="30"/>
                    </a:lnTo>
                    <a:lnTo>
                      <a:pt x="14" y="26"/>
                    </a:lnTo>
                    <a:lnTo>
                      <a:pt x="18" y="26"/>
                    </a:lnTo>
                    <a:lnTo>
                      <a:pt x="22" y="26"/>
                    </a:lnTo>
                    <a:lnTo>
                      <a:pt x="22" y="30"/>
                    </a:lnTo>
                    <a:lnTo>
                      <a:pt x="22" y="26"/>
                    </a:lnTo>
                    <a:lnTo>
                      <a:pt x="22" y="22"/>
                    </a:lnTo>
                    <a:lnTo>
                      <a:pt x="26" y="22"/>
                    </a:lnTo>
                    <a:lnTo>
                      <a:pt x="30" y="22"/>
                    </a:lnTo>
                    <a:lnTo>
                      <a:pt x="34" y="26"/>
                    </a:lnTo>
                    <a:lnTo>
                      <a:pt x="36" y="26"/>
                    </a:lnTo>
                    <a:lnTo>
                      <a:pt x="36" y="30"/>
                    </a:lnTo>
                    <a:lnTo>
                      <a:pt x="40" y="34"/>
                    </a:lnTo>
                    <a:lnTo>
                      <a:pt x="40" y="38"/>
                    </a:lnTo>
                    <a:lnTo>
                      <a:pt x="44" y="34"/>
                    </a:lnTo>
                    <a:lnTo>
                      <a:pt x="48" y="38"/>
                    </a:lnTo>
                    <a:lnTo>
                      <a:pt x="52" y="38"/>
                    </a:lnTo>
                    <a:lnTo>
                      <a:pt x="56" y="38"/>
                    </a:lnTo>
                    <a:lnTo>
                      <a:pt x="60" y="38"/>
                    </a:lnTo>
                    <a:lnTo>
                      <a:pt x="60" y="34"/>
                    </a:lnTo>
                    <a:lnTo>
                      <a:pt x="64" y="34"/>
                    </a:lnTo>
                    <a:lnTo>
                      <a:pt x="66" y="34"/>
                    </a:lnTo>
                    <a:lnTo>
                      <a:pt x="66" y="38"/>
                    </a:lnTo>
                    <a:lnTo>
                      <a:pt x="70" y="38"/>
                    </a:lnTo>
                    <a:lnTo>
                      <a:pt x="74" y="38"/>
                    </a:lnTo>
                    <a:lnTo>
                      <a:pt x="78" y="42"/>
                    </a:lnTo>
                    <a:lnTo>
                      <a:pt x="78" y="38"/>
                    </a:lnTo>
                    <a:lnTo>
                      <a:pt x="78" y="34"/>
                    </a:lnTo>
                    <a:lnTo>
                      <a:pt x="82" y="34"/>
                    </a:lnTo>
                    <a:lnTo>
                      <a:pt x="82" y="30"/>
                    </a:lnTo>
                    <a:lnTo>
                      <a:pt x="86" y="30"/>
                    </a:lnTo>
                    <a:lnTo>
                      <a:pt x="86" y="34"/>
                    </a:lnTo>
                    <a:lnTo>
                      <a:pt x="86" y="30"/>
                    </a:lnTo>
                    <a:lnTo>
                      <a:pt x="90" y="30"/>
                    </a:lnTo>
                    <a:lnTo>
                      <a:pt x="90" y="26"/>
                    </a:lnTo>
                    <a:lnTo>
                      <a:pt x="90" y="22"/>
                    </a:lnTo>
                    <a:lnTo>
                      <a:pt x="90" y="20"/>
                    </a:lnTo>
                    <a:lnTo>
                      <a:pt x="90" y="16"/>
                    </a:lnTo>
                    <a:lnTo>
                      <a:pt x="94" y="16"/>
                    </a:lnTo>
                    <a:lnTo>
                      <a:pt x="94" y="12"/>
                    </a:lnTo>
                    <a:lnTo>
                      <a:pt x="90" y="12"/>
                    </a:lnTo>
                    <a:lnTo>
                      <a:pt x="94" y="12"/>
                    </a:lnTo>
                    <a:lnTo>
                      <a:pt x="96" y="8"/>
                    </a:lnTo>
                    <a:lnTo>
                      <a:pt x="96" y="4"/>
                    </a:lnTo>
                    <a:lnTo>
                      <a:pt x="100" y="4"/>
                    </a:lnTo>
                    <a:lnTo>
                      <a:pt x="104" y="4"/>
                    </a:lnTo>
                    <a:lnTo>
                      <a:pt x="108" y="8"/>
                    </a:lnTo>
                    <a:lnTo>
                      <a:pt x="108" y="4"/>
                    </a:lnTo>
                    <a:lnTo>
                      <a:pt x="112" y="4"/>
                    </a:lnTo>
                    <a:lnTo>
                      <a:pt x="116" y="0"/>
                    </a:lnTo>
                    <a:lnTo>
                      <a:pt x="120" y="0"/>
                    </a:lnTo>
                    <a:lnTo>
                      <a:pt x="120" y="4"/>
                    </a:lnTo>
                    <a:lnTo>
                      <a:pt x="122" y="4"/>
                    </a:lnTo>
                    <a:lnTo>
                      <a:pt x="122" y="8"/>
                    </a:lnTo>
                    <a:lnTo>
                      <a:pt x="126" y="8"/>
                    </a:lnTo>
                    <a:lnTo>
                      <a:pt x="130" y="12"/>
                    </a:lnTo>
                    <a:lnTo>
                      <a:pt x="134" y="12"/>
                    </a:lnTo>
                    <a:lnTo>
                      <a:pt x="138" y="12"/>
                    </a:lnTo>
                    <a:lnTo>
                      <a:pt x="138" y="16"/>
                    </a:lnTo>
                    <a:lnTo>
                      <a:pt x="138" y="20"/>
                    </a:lnTo>
                    <a:lnTo>
                      <a:pt x="134" y="20"/>
                    </a:lnTo>
                    <a:lnTo>
                      <a:pt x="134" y="22"/>
                    </a:lnTo>
                    <a:lnTo>
                      <a:pt x="130" y="22"/>
                    </a:lnTo>
                    <a:lnTo>
                      <a:pt x="130" y="26"/>
                    </a:lnTo>
                    <a:lnTo>
                      <a:pt x="134" y="26"/>
                    </a:lnTo>
                    <a:lnTo>
                      <a:pt x="134" y="30"/>
                    </a:lnTo>
                    <a:lnTo>
                      <a:pt x="130" y="30"/>
                    </a:lnTo>
                    <a:lnTo>
                      <a:pt x="126" y="30"/>
                    </a:lnTo>
                    <a:lnTo>
                      <a:pt x="126" y="34"/>
                    </a:lnTo>
                    <a:lnTo>
                      <a:pt x="130" y="34"/>
                    </a:lnTo>
                    <a:lnTo>
                      <a:pt x="130" y="38"/>
                    </a:lnTo>
                    <a:lnTo>
                      <a:pt x="126" y="42"/>
                    </a:lnTo>
                    <a:lnTo>
                      <a:pt x="126" y="46"/>
                    </a:lnTo>
                    <a:lnTo>
                      <a:pt x="130" y="50"/>
                    </a:lnTo>
                    <a:lnTo>
                      <a:pt x="138" y="52"/>
                    </a:lnTo>
                    <a:lnTo>
                      <a:pt x="142" y="52"/>
                    </a:lnTo>
                    <a:lnTo>
                      <a:pt x="142" y="56"/>
                    </a:lnTo>
                    <a:lnTo>
                      <a:pt x="144" y="60"/>
                    </a:lnTo>
                    <a:lnTo>
                      <a:pt x="148" y="60"/>
                    </a:lnTo>
                    <a:lnTo>
                      <a:pt x="148" y="64"/>
                    </a:lnTo>
                    <a:lnTo>
                      <a:pt x="148" y="68"/>
                    </a:lnTo>
                    <a:lnTo>
                      <a:pt x="144" y="68"/>
                    </a:lnTo>
                    <a:lnTo>
                      <a:pt x="142" y="72"/>
                    </a:lnTo>
                    <a:lnTo>
                      <a:pt x="138" y="78"/>
                    </a:lnTo>
                    <a:lnTo>
                      <a:pt x="134" y="78"/>
                    </a:lnTo>
                    <a:lnTo>
                      <a:pt x="134" y="82"/>
                    </a:lnTo>
                    <a:lnTo>
                      <a:pt x="138" y="82"/>
                    </a:lnTo>
                    <a:lnTo>
                      <a:pt x="138" y="86"/>
                    </a:lnTo>
                    <a:lnTo>
                      <a:pt x="142" y="90"/>
                    </a:lnTo>
                    <a:lnTo>
                      <a:pt x="142" y="94"/>
                    </a:lnTo>
                    <a:lnTo>
                      <a:pt x="144" y="98"/>
                    </a:lnTo>
                    <a:lnTo>
                      <a:pt x="144" y="102"/>
                    </a:lnTo>
                    <a:lnTo>
                      <a:pt x="148" y="102"/>
                    </a:lnTo>
                    <a:lnTo>
                      <a:pt x="148" y="106"/>
                    </a:lnTo>
                    <a:lnTo>
                      <a:pt x="148" y="108"/>
                    </a:lnTo>
                    <a:lnTo>
                      <a:pt x="148" y="112"/>
                    </a:lnTo>
                    <a:lnTo>
                      <a:pt x="144" y="112"/>
                    </a:lnTo>
                    <a:lnTo>
                      <a:pt x="144" y="116"/>
                    </a:lnTo>
                    <a:lnTo>
                      <a:pt x="144" y="120"/>
                    </a:lnTo>
                    <a:lnTo>
                      <a:pt x="142" y="120"/>
                    </a:lnTo>
                    <a:lnTo>
                      <a:pt x="142" y="124"/>
                    </a:lnTo>
                    <a:lnTo>
                      <a:pt x="144" y="124"/>
                    </a:lnTo>
                    <a:lnTo>
                      <a:pt x="144" y="128"/>
                    </a:lnTo>
                    <a:lnTo>
                      <a:pt x="142" y="128"/>
                    </a:lnTo>
                    <a:lnTo>
                      <a:pt x="142" y="132"/>
                    </a:lnTo>
                    <a:lnTo>
                      <a:pt x="144" y="132"/>
                    </a:lnTo>
                    <a:lnTo>
                      <a:pt x="148" y="132"/>
                    </a:lnTo>
                    <a:lnTo>
                      <a:pt x="148" y="136"/>
                    </a:lnTo>
                    <a:lnTo>
                      <a:pt x="152" y="136"/>
                    </a:lnTo>
                    <a:lnTo>
                      <a:pt x="148" y="138"/>
                    </a:lnTo>
                    <a:lnTo>
                      <a:pt x="148" y="142"/>
                    </a:lnTo>
                    <a:lnTo>
                      <a:pt x="152" y="142"/>
                    </a:lnTo>
                    <a:lnTo>
                      <a:pt x="152" y="146"/>
                    </a:lnTo>
                    <a:lnTo>
                      <a:pt x="156" y="146"/>
                    </a:lnTo>
                    <a:lnTo>
                      <a:pt x="156" y="150"/>
                    </a:lnTo>
                    <a:lnTo>
                      <a:pt x="156" y="154"/>
                    </a:lnTo>
                    <a:lnTo>
                      <a:pt x="152" y="154"/>
                    </a:lnTo>
                    <a:lnTo>
                      <a:pt x="152" y="158"/>
                    </a:lnTo>
                    <a:lnTo>
                      <a:pt x="148" y="158"/>
                    </a:lnTo>
                    <a:lnTo>
                      <a:pt x="152" y="162"/>
                    </a:lnTo>
                    <a:lnTo>
                      <a:pt x="156" y="164"/>
                    </a:lnTo>
                    <a:lnTo>
                      <a:pt x="160" y="164"/>
                    </a:lnTo>
                    <a:lnTo>
                      <a:pt x="160" y="168"/>
                    </a:lnTo>
                    <a:lnTo>
                      <a:pt x="164" y="168"/>
                    </a:lnTo>
                    <a:lnTo>
                      <a:pt x="168" y="172"/>
                    </a:lnTo>
                    <a:lnTo>
                      <a:pt x="172" y="176"/>
                    </a:lnTo>
                    <a:lnTo>
                      <a:pt x="172" y="180"/>
                    </a:lnTo>
                    <a:lnTo>
                      <a:pt x="168" y="180"/>
                    </a:lnTo>
                    <a:lnTo>
                      <a:pt x="168" y="184"/>
                    </a:lnTo>
                    <a:lnTo>
                      <a:pt x="168" y="188"/>
                    </a:lnTo>
                    <a:lnTo>
                      <a:pt x="164" y="192"/>
                    </a:lnTo>
                    <a:lnTo>
                      <a:pt x="160" y="192"/>
                    </a:lnTo>
                    <a:lnTo>
                      <a:pt x="160" y="194"/>
                    </a:lnTo>
                    <a:lnTo>
                      <a:pt x="156" y="194"/>
                    </a:lnTo>
                    <a:lnTo>
                      <a:pt x="152" y="198"/>
                    </a:lnTo>
                    <a:lnTo>
                      <a:pt x="152" y="202"/>
                    </a:lnTo>
                    <a:lnTo>
                      <a:pt x="148" y="202"/>
                    </a:lnTo>
                    <a:lnTo>
                      <a:pt x="148" y="206"/>
                    </a:lnTo>
                    <a:lnTo>
                      <a:pt x="144" y="208"/>
                    </a:lnTo>
                    <a:lnTo>
                      <a:pt x="142" y="212"/>
                    </a:lnTo>
                    <a:lnTo>
                      <a:pt x="138" y="212"/>
                    </a:lnTo>
                    <a:lnTo>
                      <a:pt x="138" y="216"/>
                    </a:lnTo>
                    <a:lnTo>
                      <a:pt x="134" y="216"/>
                    </a:lnTo>
                    <a:lnTo>
                      <a:pt x="130" y="220"/>
                    </a:lnTo>
                    <a:lnTo>
                      <a:pt x="130" y="224"/>
                    </a:lnTo>
                    <a:lnTo>
                      <a:pt x="126" y="224"/>
                    </a:lnTo>
                    <a:lnTo>
                      <a:pt x="122" y="224"/>
                    </a:lnTo>
                    <a:lnTo>
                      <a:pt x="122" y="228"/>
                    </a:lnTo>
                    <a:lnTo>
                      <a:pt x="120" y="232"/>
                    </a:lnTo>
                    <a:lnTo>
                      <a:pt x="116" y="232"/>
                    </a:lnTo>
                    <a:lnTo>
                      <a:pt x="112" y="232"/>
                    </a:lnTo>
                    <a:lnTo>
                      <a:pt x="112" y="236"/>
                    </a:lnTo>
                    <a:lnTo>
                      <a:pt x="112" y="232"/>
                    </a:lnTo>
                    <a:lnTo>
                      <a:pt x="108" y="232"/>
                    </a:lnTo>
                    <a:lnTo>
                      <a:pt x="104" y="236"/>
                    </a:lnTo>
                    <a:lnTo>
                      <a:pt x="100" y="236"/>
                    </a:lnTo>
                    <a:lnTo>
                      <a:pt x="96" y="236"/>
                    </a:lnTo>
                    <a:lnTo>
                      <a:pt x="100" y="232"/>
                    </a:lnTo>
                    <a:lnTo>
                      <a:pt x="104" y="232"/>
                    </a:lnTo>
                    <a:lnTo>
                      <a:pt x="100" y="232"/>
                    </a:lnTo>
                    <a:lnTo>
                      <a:pt x="100" y="228"/>
                    </a:lnTo>
                    <a:lnTo>
                      <a:pt x="100" y="232"/>
                    </a:lnTo>
                    <a:lnTo>
                      <a:pt x="96" y="232"/>
                    </a:lnTo>
                    <a:lnTo>
                      <a:pt x="96" y="236"/>
                    </a:lnTo>
                    <a:lnTo>
                      <a:pt x="94" y="236"/>
                    </a:lnTo>
                    <a:lnTo>
                      <a:pt x="94" y="238"/>
                    </a:lnTo>
                    <a:lnTo>
                      <a:pt x="94" y="236"/>
                    </a:lnTo>
                    <a:lnTo>
                      <a:pt x="90" y="236"/>
                    </a:lnTo>
                    <a:lnTo>
                      <a:pt x="90" y="238"/>
                    </a:lnTo>
                    <a:lnTo>
                      <a:pt x="86" y="238"/>
                    </a:lnTo>
                    <a:lnTo>
                      <a:pt x="86" y="236"/>
                    </a:lnTo>
                    <a:lnTo>
                      <a:pt x="86" y="238"/>
                    </a:lnTo>
                    <a:lnTo>
                      <a:pt x="82" y="238"/>
                    </a:lnTo>
                    <a:lnTo>
                      <a:pt x="78" y="238"/>
                    </a:lnTo>
                    <a:lnTo>
                      <a:pt x="82" y="238"/>
                    </a:lnTo>
                    <a:lnTo>
                      <a:pt x="78" y="238"/>
                    </a:lnTo>
                    <a:lnTo>
                      <a:pt x="78" y="242"/>
                    </a:lnTo>
                    <a:lnTo>
                      <a:pt x="74" y="242"/>
                    </a:lnTo>
                    <a:lnTo>
                      <a:pt x="70" y="242"/>
                    </a:lnTo>
                    <a:lnTo>
                      <a:pt x="70" y="246"/>
                    </a:lnTo>
                    <a:lnTo>
                      <a:pt x="70" y="242"/>
                    </a:lnTo>
                    <a:lnTo>
                      <a:pt x="66" y="242"/>
                    </a:lnTo>
                    <a:lnTo>
                      <a:pt x="64" y="242"/>
                    </a:lnTo>
                    <a:lnTo>
                      <a:pt x="60" y="246"/>
                    </a:lnTo>
                    <a:lnTo>
                      <a:pt x="56" y="246"/>
                    </a:lnTo>
                    <a:lnTo>
                      <a:pt x="56" y="242"/>
                    </a:lnTo>
                    <a:lnTo>
                      <a:pt x="56" y="246"/>
                    </a:lnTo>
                    <a:lnTo>
                      <a:pt x="52" y="246"/>
                    </a:lnTo>
                    <a:lnTo>
                      <a:pt x="48" y="250"/>
                    </a:lnTo>
                    <a:lnTo>
                      <a:pt x="48" y="246"/>
                    </a:lnTo>
                    <a:lnTo>
                      <a:pt x="52" y="246"/>
                    </a:lnTo>
                    <a:lnTo>
                      <a:pt x="56" y="242"/>
                    </a:lnTo>
                    <a:lnTo>
                      <a:pt x="52" y="242"/>
                    </a:lnTo>
                    <a:lnTo>
                      <a:pt x="52" y="246"/>
                    </a:lnTo>
                    <a:lnTo>
                      <a:pt x="52" y="242"/>
                    </a:lnTo>
                    <a:lnTo>
                      <a:pt x="48" y="242"/>
                    </a:lnTo>
                    <a:lnTo>
                      <a:pt x="48" y="242"/>
                    </a:lnTo>
                    <a:lnTo>
                      <a:pt x="48" y="242"/>
                    </a:lnTo>
                    <a:close/>
                    <a:moveTo>
                      <a:pt x="78" y="128"/>
                    </a:moveTo>
                    <a:lnTo>
                      <a:pt x="74" y="128"/>
                    </a:lnTo>
                    <a:lnTo>
                      <a:pt x="70" y="128"/>
                    </a:lnTo>
                    <a:lnTo>
                      <a:pt x="74" y="128"/>
                    </a:lnTo>
                    <a:lnTo>
                      <a:pt x="78" y="128"/>
                    </a:lnTo>
                    <a:lnTo>
                      <a:pt x="78" y="128"/>
                    </a:lnTo>
                    <a:lnTo>
                      <a:pt x="78" y="128"/>
                    </a:lnTo>
                    <a:close/>
                    <a:moveTo>
                      <a:pt x="48" y="158"/>
                    </a:moveTo>
                    <a:lnTo>
                      <a:pt x="44" y="158"/>
                    </a:lnTo>
                    <a:lnTo>
                      <a:pt x="48" y="154"/>
                    </a:lnTo>
                    <a:lnTo>
                      <a:pt x="48" y="158"/>
                    </a:lnTo>
                    <a:lnTo>
                      <a:pt x="48" y="158"/>
                    </a:lnTo>
                    <a:lnTo>
                      <a:pt x="48" y="158"/>
                    </a:lnTo>
                    <a:close/>
                    <a:moveTo>
                      <a:pt x="26" y="172"/>
                    </a:moveTo>
                    <a:lnTo>
                      <a:pt x="22" y="172"/>
                    </a:lnTo>
                    <a:lnTo>
                      <a:pt x="22" y="168"/>
                    </a:lnTo>
                    <a:lnTo>
                      <a:pt x="26" y="168"/>
                    </a:lnTo>
                    <a:lnTo>
                      <a:pt x="26" y="172"/>
                    </a:lnTo>
                    <a:lnTo>
                      <a:pt x="26" y="172"/>
                    </a:lnTo>
                    <a:lnTo>
                      <a:pt x="26" y="172"/>
                    </a:lnTo>
                    <a:close/>
                    <a:moveTo>
                      <a:pt x="6" y="242"/>
                    </a:moveTo>
                    <a:lnTo>
                      <a:pt x="2" y="242"/>
                    </a:lnTo>
                    <a:lnTo>
                      <a:pt x="2" y="238"/>
                    </a:lnTo>
                    <a:lnTo>
                      <a:pt x="6" y="238"/>
                    </a:lnTo>
                    <a:lnTo>
                      <a:pt x="6" y="236"/>
                    </a:lnTo>
                    <a:lnTo>
                      <a:pt x="2" y="236"/>
                    </a:lnTo>
                    <a:lnTo>
                      <a:pt x="2" y="238"/>
                    </a:lnTo>
                    <a:lnTo>
                      <a:pt x="2" y="236"/>
                    </a:lnTo>
                    <a:lnTo>
                      <a:pt x="6" y="236"/>
                    </a:lnTo>
                    <a:lnTo>
                      <a:pt x="10" y="238"/>
                    </a:lnTo>
                    <a:lnTo>
                      <a:pt x="6" y="238"/>
                    </a:lnTo>
                    <a:lnTo>
                      <a:pt x="6" y="242"/>
                    </a:lnTo>
                    <a:lnTo>
                      <a:pt x="6" y="242"/>
                    </a:lnTo>
                    <a:lnTo>
                      <a:pt x="6" y="242"/>
                    </a:lnTo>
                    <a:close/>
                    <a:moveTo>
                      <a:pt x="36" y="238"/>
                    </a:moveTo>
                    <a:lnTo>
                      <a:pt x="40" y="238"/>
                    </a:lnTo>
                    <a:lnTo>
                      <a:pt x="36" y="238"/>
                    </a:lnTo>
                    <a:lnTo>
                      <a:pt x="36" y="238"/>
                    </a:lnTo>
                    <a:lnTo>
                      <a:pt x="36" y="238"/>
                    </a:lnTo>
                    <a:close/>
                    <a:moveTo>
                      <a:pt x="0" y="242"/>
                    </a:moveTo>
                    <a:lnTo>
                      <a:pt x="0" y="238"/>
                    </a:lnTo>
                    <a:lnTo>
                      <a:pt x="2" y="238"/>
                    </a:lnTo>
                    <a:lnTo>
                      <a:pt x="0" y="242"/>
                    </a:lnTo>
                    <a:lnTo>
                      <a:pt x="0" y="242"/>
                    </a:lnTo>
                    <a:lnTo>
                      <a:pt x="0" y="242"/>
                    </a:lnTo>
                    <a:close/>
                    <a:moveTo>
                      <a:pt x="44" y="246"/>
                    </a:moveTo>
                    <a:lnTo>
                      <a:pt x="44" y="242"/>
                    </a:lnTo>
                    <a:lnTo>
                      <a:pt x="40" y="242"/>
                    </a:lnTo>
                    <a:lnTo>
                      <a:pt x="40" y="238"/>
                    </a:lnTo>
                    <a:lnTo>
                      <a:pt x="44" y="238"/>
                    </a:lnTo>
                    <a:lnTo>
                      <a:pt x="48" y="238"/>
                    </a:lnTo>
                    <a:lnTo>
                      <a:pt x="48" y="242"/>
                    </a:lnTo>
                    <a:lnTo>
                      <a:pt x="44" y="242"/>
                    </a:lnTo>
                    <a:lnTo>
                      <a:pt x="44" y="246"/>
                    </a:lnTo>
                    <a:lnTo>
                      <a:pt x="44" y="246"/>
                    </a:lnTo>
                    <a:lnTo>
                      <a:pt x="44" y="246"/>
                    </a:lnTo>
                    <a:close/>
                    <a:moveTo>
                      <a:pt x="34" y="242"/>
                    </a:moveTo>
                    <a:lnTo>
                      <a:pt x="30" y="242"/>
                    </a:lnTo>
                    <a:lnTo>
                      <a:pt x="30" y="238"/>
                    </a:lnTo>
                    <a:lnTo>
                      <a:pt x="34" y="238"/>
                    </a:lnTo>
                    <a:lnTo>
                      <a:pt x="34" y="242"/>
                    </a:lnTo>
                    <a:lnTo>
                      <a:pt x="34" y="242"/>
                    </a:lnTo>
                    <a:lnTo>
                      <a:pt x="34" y="242"/>
                    </a:lnTo>
                    <a:close/>
                    <a:moveTo>
                      <a:pt x="6" y="242"/>
                    </a:moveTo>
                    <a:lnTo>
                      <a:pt x="10" y="242"/>
                    </a:lnTo>
                    <a:lnTo>
                      <a:pt x="10" y="246"/>
                    </a:lnTo>
                    <a:lnTo>
                      <a:pt x="6" y="242"/>
                    </a:lnTo>
                    <a:lnTo>
                      <a:pt x="6" y="242"/>
                    </a:lnTo>
                    <a:lnTo>
                      <a:pt x="6" y="242"/>
                    </a:lnTo>
                    <a:close/>
                    <a:moveTo>
                      <a:pt x="48" y="246"/>
                    </a:moveTo>
                    <a:lnTo>
                      <a:pt x="52" y="246"/>
                    </a:lnTo>
                    <a:lnTo>
                      <a:pt x="48" y="246"/>
                    </a:lnTo>
                    <a:lnTo>
                      <a:pt x="48" y="246"/>
                    </a:lnTo>
                    <a:lnTo>
                      <a:pt x="48" y="246"/>
                    </a:lnTo>
                    <a:close/>
                    <a:moveTo>
                      <a:pt x="56" y="246"/>
                    </a:moveTo>
                    <a:lnTo>
                      <a:pt x="60" y="246"/>
                    </a:lnTo>
                    <a:lnTo>
                      <a:pt x="56" y="246"/>
                    </a:lnTo>
                    <a:lnTo>
                      <a:pt x="56" y="246"/>
                    </a:lnTo>
                    <a:lnTo>
                      <a:pt x="56" y="2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6" name="Freeform 100"/>
              <p:cNvSpPr>
                <a:spLocks noEditPoints="1"/>
              </p:cNvSpPr>
              <p:nvPr/>
            </p:nvSpPr>
            <p:spPr bwMode="gray">
              <a:xfrm>
                <a:off x="4681684" y="2895226"/>
                <a:ext cx="351332" cy="337417"/>
              </a:xfrm>
              <a:custGeom>
                <a:avLst/>
                <a:gdLst>
                  <a:gd name="T0" fmla="*/ 80 w 202"/>
                  <a:gd name="T1" fmla="*/ 168 h 194"/>
                  <a:gd name="T2" fmla="*/ 72 w 202"/>
                  <a:gd name="T3" fmla="*/ 168 h 194"/>
                  <a:gd name="T4" fmla="*/ 50 w 202"/>
                  <a:gd name="T5" fmla="*/ 162 h 194"/>
                  <a:gd name="T6" fmla="*/ 46 w 202"/>
                  <a:gd name="T7" fmla="*/ 158 h 194"/>
                  <a:gd name="T8" fmla="*/ 50 w 202"/>
                  <a:gd name="T9" fmla="*/ 138 h 194"/>
                  <a:gd name="T10" fmla="*/ 50 w 202"/>
                  <a:gd name="T11" fmla="*/ 128 h 194"/>
                  <a:gd name="T12" fmla="*/ 56 w 202"/>
                  <a:gd name="T13" fmla="*/ 116 h 194"/>
                  <a:gd name="T14" fmla="*/ 56 w 202"/>
                  <a:gd name="T15" fmla="*/ 116 h 194"/>
                  <a:gd name="T16" fmla="*/ 54 w 202"/>
                  <a:gd name="T17" fmla="*/ 106 h 194"/>
                  <a:gd name="T18" fmla="*/ 42 w 202"/>
                  <a:gd name="T19" fmla="*/ 94 h 194"/>
                  <a:gd name="T20" fmla="*/ 42 w 202"/>
                  <a:gd name="T21" fmla="*/ 78 h 194"/>
                  <a:gd name="T22" fmla="*/ 34 w 202"/>
                  <a:gd name="T23" fmla="*/ 72 h 194"/>
                  <a:gd name="T24" fmla="*/ 22 w 202"/>
                  <a:gd name="T25" fmla="*/ 72 h 194"/>
                  <a:gd name="T26" fmla="*/ 12 w 202"/>
                  <a:gd name="T27" fmla="*/ 64 h 194"/>
                  <a:gd name="T28" fmla="*/ 0 w 202"/>
                  <a:gd name="T29" fmla="*/ 64 h 194"/>
                  <a:gd name="T30" fmla="*/ 0 w 202"/>
                  <a:gd name="T31" fmla="*/ 56 h 194"/>
                  <a:gd name="T32" fmla="*/ 4 w 202"/>
                  <a:gd name="T33" fmla="*/ 52 h 194"/>
                  <a:gd name="T34" fmla="*/ 16 w 202"/>
                  <a:gd name="T35" fmla="*/ 48 h 194"/>
                  <a:gd name="T36" fmla="*/ 34 w 202"/>
                  <a:gd name="T37" fmla="*/ 48 h 194"/>
                  <a:gd name="T38" fmla="*/ 46 w 202"/>
                  <a:gd name="T39" fmla="*/ 48 h 194"/>
                  <a:gd name="T40" fmla="*/ 42 w 202"/>
                  <a:gd name="T41" fmla="*/ 34 h 194"/>
                  <a:gd name="T42" fmla="*/ 50 w 202"/>
                  <a:gd name="T43" fmla="*/ 26 h 194"/>
                  <a:gd name="T44" fmla="*/ 64 w 202"/>
                  <a:gd name="T45" fmla="*/ 34 h 194"/>
                  <a:gd name="T46" fmla="*/ 72 w 202"/>
                  <a:gd name="T47" fmla="*/ 34 h 194"/>
                  <a:gd name="T48" fmla="*/ 80 w 202"/>
                  <a:gd name="T49" fmla="*/ 22 h 194"/>
                  <a:gd name="T50" fmla="*/ 90 w 202"/>
                  <a:gd name="T51" fmla="*/ 12 h 194"/>
                  <a:gd name="T52" fmla="*/ 106 w 202"/>
                  <a:gd name="T53" fmla="*/ 0 h 194"/>
                  <a:gd name="T54" fmla="*/ 114 w 202"/>
                  <a:gd name="T55" fmla="*/ 8 h 194"/>
                  <a:gd name="T56" fmla="*/ 128 w 202"/>
                  <a:gd name="T57" fmla="*/ 16 h 194"/>
                  <a:gd name="T58" fmla="*/ 138 w 202"/>
                  <a:gd name="T59" fmla="*/ 18 h 194"/>
                  <a:gd name="T60" fmla="*/ 146 w 202"/>
                  <a:gd name="T61" fmla="*/ 30 h 194"/>
                  <a:gd name="T62" fmla="*/ 158 w 202"/>
                  <a:gd name="T63" fmla="*/ 34 h 194"/>
                  <a:gd name="T64" fmla="*/ 172 w 202"/>
                  <a:gd name="T65" fmla="*/ 42 h 194"/>
                  <a:gd name="T66" fmla="*/ 180 w 202"/>
                  <a:gd name="T67" fmla="*/ 48 h 194"/>
                  <a:gd name="T68" fmla="*/ 176 w 202"/>
                  <a:gd name="T69" fmla="*/ 68 h 194"/>
                  <a:gd name="T70" fmla="*/ 168 w 202"/>
                  <a:gd name="T71" fmla="*/ 76 h 194"/>
                  <a:gd name="T72" fmla="*/ 160 w 202"/>
                  <a:gd name="T73" fmla="*/ 86 h 194"/>
                  <a:gd name="T74" fmla="*/ 154 w 202"/>
                  <a:gd name="T75" fmla="*/ 98 h 194"/>
                  <a:gd name="T76" fmla="*/ 164 w 202"/>
                  <a:gd name="T77" fmla="*/ 94 h 194"/>
                  <a:gd name="T78" fmla="*/ 164 w 202"/>
                  <a:gd name="T79" fmla="*/ 112 h 194"/>
                  <a:gd name="T80" fmla="*/ 160 w 202"/>
                  <a:gd name="T81" fmla="*/ 124 h 194"/>
                  <a:gd name="T82" fmla="*/ 168 w 202"/>
                  <a:gd name="T83" fmla="*/ 138 h 194"/>
                  <a:gd name="T84" fmla="*/ 172 w 202"/>
                  <a:gd name="T85" fmla="*/ 146 h 194"/>
                  <a:gd name="T86" fmla="*/ 164 w 202"/>
                  <a:gd name="T87" fmla="*/ 154 h 194"/>
                  <a:gd name="T88" fmla="*/ 146 w 202"/>
                  <a:gd name="T89" fmla="*/ 162 h 194"/>
                  <a:gd name="T90" fmla="*/ 138 w 202"/>
                  <a:gd name="T91" fmla="*/ 154 h 194"/>
                  <a:gd name="T92" fmla="*/ 128 w 202"/>
                  <a:gd name="T93" fmla="*/ 154 h 194"/>
                  <a:gd name="T94" fmla="*/ 110 w 202"/>
                  <a:gd name="T95" fmla="*/ 164 h 194"/>
                  <a:gd name="T96" fmla="*/ 106 w 202"/>
                  <a:gd name="T97" fmla="*/ 176 h 194"/>
                  <a:gd name="T98" fmla="*/ 94 w 202"/>
                  <a:gd name="T99" fmla="*/ 172 h 194"/>
                  <a:gd name="T100" fmla="*/ 54 w 202"/>
                  <a:gd name="T101" fmla="*/ 108 h 194"/>
                  <a:gd name="T102" fmla="*/ 22 w 202"/>
                  <a:gd name="T103" fmla="*/ 78 h 194"/>
                  <a:gd name="T104" fmla="*/ 50 w 202"/>
                  <a:gd name="T105" fmla="*/ 102 h 194"/>
                  <a:gd name="T106" fmla="*/ 190 w 202"/>
                  <a:gd name="T107" fmla="*/ 172 h 194"/>
                  <a:gd name="T108" fmla="*/ 202 w 202"/>
                  <a:gd name="T109" fmla="*/ 168 h 194"/>
                  <a:gd name="T110" fmla="*/ 198 w 202"/>
                  <a:gd name="T111" fmla="*/ 190 h 194"/>
                  <a:gd name="T112" fmla="*/ 190 w 202"/>
                  <a:gd name="T113" fmla="*/ 186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02" h="194">
                    <a:moveTo>
                      <a:pt x="94" y="172"/>
                    </a:moveTo>
                    <a:lnTo>
                      <a:pt x="90" y="172"/>
                    </a:lnTo>
                    <a:lnTo>
                      <a:pt x="86" y="172"/>
                    </a:lnTo>
                    <a:lnTo>
                      <a:pt x="86" y="168"/>
                    </a:lnTo>
                    <a:lnTo>
                      <a:pt x="84" y="168"/>
                    </a:lnTo>
                    <a:lnTo>
                      <a:pt x="80" y="168"/>
                    </a:lnTo>
                    <a:lnTo>
                      <a:pt x="80" y="164"/>
                    </a:lnTo>
                    <a:lnTo>
                      <a:pt x="80" y="168"/>
                    </a:lnTo>
                    <a:lnTo>
                      <a:pt x="76" y="168"/>
                    </a:lnTo>
                    <a:lnTo>
                      <a:pt x="80" y="168"/>
                    </a:lnTo>
                    <a:lnTo>
                      <a:pt x="76" y="168"/>
                    </a:lnTo>
                    <a:lnTo>
                      <a:pt x="72" y="168"/>
                    </a:lnTo>
                    <a:lnTo>
                      <a:pt x="68" y="168"/>
                    </a:lnTo>
                    <a:lnTo>
                      <a:pt x="64" y="168"/>
                    </a:lnTo>
                    <a:lnTo>
                      <a:pt x="60" y="168"/>
                    </a:lnTo>
                    <a:lnTo>
                      <a:pt x="56" y="164"/>
                    </a:lnTo>
                    <a:lnTo>
                      <a:pt x="54" y="164"/>
                    </a:lnTo>
                    <a:lnTo>
                      <a:pt x="50" y="162"/>
                    </a:lnTo>
                    <a:lnTo>
                      <a:pt x="50" y="164"/>
                    </a:lnTo>
                    <a:lnTo>
                      <a:pt x="50" y="162"/>
                    </a:lnTo>
                    <a:lnTo>
                      <a:pt x="46" y="162"/>
                    </a:lnTo>
                    <a:lnTo>
                      <a:pt x="50" y="162"/>
                    </a:lnTo>
                    <a:lnTo>
                      <a:pt x="50" y="158"/>
                    </a:lnTo>
                    <a:lnTo>
                      <a:pt x="46" y="158"/>
                    </a:lnTo>
                    <a:lnTo>
                      <a:pt x="42" y="158"/>
                    </a:lnTo>
                    <a:lnTo>
                      <a:pt x="46" y="158"/>
                    </a:lnTo>
                    <a:lnTo>
                      <a:pt x="46" y="154"/>
                    </a:lnTo>
                    <a:lnTo>
                      <a:pt x="50" y="150"/>
                    </a:lnTo>
                    <a:lnTo>
                      <a:pt x="50" y="142"/>
                    </a:lnTo>
                    <a:lnTo>
                      <a:pt x="50" y="138"/>
                    </a:lnTo>
                    <a:lnTo>
                      <a:pt x="50" y="134"/>
                    </a:lnTo>
                    <a:lnTo>
                      <a:pt x="50" y="132"/>
                    </a:lnTo>
                    <a:lnTo>
                      <a:pt x="54" y="132"/>
                    </a:lnTo>
                    <a:lnTo>
                      <a:pt x="54" y="128"/>
                    </a:lnTo>
                    <a:lnTo>
                      <a:pt x="50" y="132"/>
                    </a:lnTo>
                    <a:lnTo>
                      <a:pt x="50" y="128"/>
                    </a:lnTo>
                    <a:lnTo>
                      <a:pt x="50" y="124"/>
                    </a:lnTo>
                    <a:lnTo>
                      <a:pt x="54" y="120"/>
                    </a:lnTo>
                    <a:lnTo>
                      <a:pt x="54" y="116"/>
                    </a:lnTo>
                    <a:lnTo>
                      <a:pt x="54" y="112"/>
                    </a:lnTo>
                    <a:lnTo>
                      <a:pt x="54" y="116"/>
                    </a:lnTo>
                    <a:lnTo>
                      <a:pt x="56" y="116"/>
                    </a:lnTo>
                    <a:lnTo>
                      <a:pt x="56" y="120"/>
                    </a:lnTo>
                    <a:lnTo>
                      <a:pt x="56" y="124"/>
                    </a:lnTo>
                    <a:lnTo>
                      <a:pt x="60" y="128"/>
                    </a:lnTo>
                    <a:lnTo>
                      <a:pt x="60" y="124"/>
                    </a:lnTo>
                    <a:lnTo>
                      <a:pt x="56" y="120"/>
                    </a:lnTo>
                    <a:lnTo>
                      <a:pt x="56" y="116"/>
                    </a:lnTo>
                    <a:lnTo>
                      <a:pt x="56" y="112"/>
                    </a:lnTo>
                    <a:lnTo>
                      <a:pt x="54" y="112"/>
                    </a:lnTo>
                    <a:lnTo>
                      <a:pt x="54" y="108"/>
                    </a:lnTo>
                    <a:lnTo>
                      <a:pt x="50" y="108"/>
                    </a:lnTo>
                    <a:lnTo>
                      <a:pt x="54" y="108"/>
                    </a:lnTo>
                    <a:lnTo>
                      <a:pt x="54" y="106"/>
                    </a:lnTo>
                    <a:lnTo>
                      <a:pt x="54" y="102"/>
                    </a:lnTo>
                    <a:lnTo>
                      <a:pt x="54" y="98"/>
                    </a:lnTo>
                    <a:lnTo>
                      <a:pt x="50" y="98"/>
                    </a:lnTo>
                    <a:lnTo>
                      <a:pt x="46" y="98"/>
                    </a:lnTo>
                    <a:lnTo>
                      <a:pt x="46" y="94"/>
                    </a:lnTo>
                    <a:lnTo>
                      <a:pt x="42" y="94"/>
                    </a:lnTo>
                    <a:lnTo>
                      <a:pt x="42" y="90"/>
                    </a:lnTo>
                    <a:lnTo>
                      <a:pt x="38" y="90"/>
                    </a:lnTo>
                    <a:lnTo>
                      <a:pt x="38" y="86"/>
                    </a:lnTo>
                    <a:lnTo>
                      <a:pt x="38" y="82"/>
                    </a:lnTo>
                    <a:lnTo>
                      <a:pt x="38" y="78"/>
                    </a:lnTo>
                    <a:lnTo>
                      <a:pt x="42" y="78"/>
                    </a:lnTo>
                    <a:lnTo>
                      <a:pt x="38" y="78"/>
                    </a:lnTo>
                    <a:lnTo>
                      <a:pt x="34" y="78"/>
                    </a:lnTo>
                    <a:lnTo>
                      <a:pt x="30" y="78"/>
                    </a:lnTo>
                    <a:lnTo>
                      <a:pt x="30" y="76"/>
                    </a:lnTo>
                    <a:lnTo>
                      <a:pt x="34" y="76"/>
                    </a:lnTo>
                    <a:lnTo>
                      <a:pt x="34" y="72"/>
                    </a:lnTo>
                    <a:lnTo>
                      <a:pt x="30" y="72"/>
                    </a:lnTo>
                    <a:lnTo>
                      <a:pt x="26" y="76"/>
                    </a:lnTo>
                    <a:lnTo>
                      <a:pt x="26" y="72"/>
                    </a:lnTo>
                    <a:lnTo>
                      <a:pt x="30" y="72"/>
                    </a:lnTo>
                    <a:lnTo>
                      <a:pt x="26" y="72"/>
                    </a:lnTo>
                    <a:lnTo>
                      <a:pt x="22" y="72"/>
                    </a:lnTo>
                    <a:lnTo>
                      <a:pt x="22" y="76"/>
                    </a:lnTo>
                    <a:lnTo>
                      <a:pt x="22" y="72"/>
                    </a:lnTo>
                    <a:lnTo>
                      <a:pt x="20" y="68"/>
                    </a:lnTo>
                    <a:lnTo>
                      <a:pt x="16" y="68"/>
                    </a:lnTo>
                    <a:lnTo>
                      <a:pt x="12" y="68"/>
                    </a:lnTo>
                    <a:lnTo>
                      <a:pt x="12" y="64"/>
                    </a:lnTo>
                    <a:lnTo>
                      <a:pt x="8" y="64"/>
                    </a:lnTo>
                    <a:lnTo>
                      <a:pt x="8" y="68"/>
                    </a:lnTo>
                    <a:lnTo>
                      <a:pt x="4" y="68"/>
                    </a:lnTo>
                    <a:lnTo>
                      <a:pt x="8" y="68"/>
                    </a:lnTo>
                    <a:lnTo>
                      <a:pt x="4" y="64"/>
                    </a:lnTo>
                    <a:lnTo>
                      <a:pt x="0" y="64"/>
                    </a:lnTo>
                    <a:lnTo>
                      <a:pt x="0" y="60"/>
                    </a:lnTo>
                    <a:lnTo>
                      <a:pt x="4" y="60"/>
                    </a:lnTo>
                    <a:lnTo>
                      <a:pt x="8" y="60"/>
                    </a:lnTo>
                    <a:lnTo>
                      <a:pt x="4" y="56"/>
                    </a:lnTo>
                    <a:lnTo>
                      <a:pt x="4" y="60"/>
                    </a:lnTo>
                    <a:lnTo>
                      <a:pt x="0" y="56"/>
                    </a:lnTo>
                    <a:lnTo>
                      <a:pt x="4" y="56"/>
                    </a:lnTo>
                    <a:lnTo>
                      <a:pt x="8" y="56"/>
                    </a:lnTo>
                    <a:lnTo>
                      <a:pt x="4" y="56"/>
                    </a:lnTo>
                    <a:lnTo>
                      <a:pt x="0" y="56"/>
                    </a:lnTo>
                    <a:lnTo>
                      <a:pt x="0" y="52"/>
                    </a:lnTo>
                    <a:lnTo>
                      <a:pt x="4" y="52"/>
                    </a:lnTo>
                    <a:lnTo>
                      <a:pt x="4" y="48"/>
                    </a:lnTo>
                    <a:lnTo>
                      <a:pt x="8" y="48"/>
                    </a:lnTo>
                    <a:lnTo>
                      <a:pt x="12" y="48"/>
                    </a:lnTo>
                    <a:lnTo>
                      <a:pt x="16" y="48"/>
                    </a:lnTo>
                    <a:lnTo>
                      <a:pt x="20" y="48"/>
                    </a:lnTo>
                    <a:lnTo>
                      <a:pt x="16" y="48"/>
                    </a:lnTo>
                    <a:lnTo>
                      <a:pt x="16" y="46"/>
                    </a:lnTo>
                    <a:lnTo>
                      <a:pt x="20" y="46"/>
                    </a:lnTo>
                    <a:lnTo>
                      <a:pt x="22" y="46"/>
                    </a:lnTo>
                    <a:lnTo>
                      <a:pt x="26" y="48"/>
                    </a:lnTo>
                    <a:lnTo>
                      <a:pt x="30" y="52"/>
                    </a:lnTo>
                    <a:lnTo>
                      <a:pt x="34" y="48"/>
                    </a:lnTo>
                    <a:lnTo>
                      <a:pt x="38" y="48"/>
                    </a:lnTo>
                    <a:lnTo>
                      <a:pt x="42" y="52"/>
                    </a:lnTo>
                    <a:lnTo>
                      <a:pt x="38" y="52"/>
                    </a:lnTo>
                    <a:lnTo>
                      <a:pt x="38" y="48"/>
                    </a:lnTo>
                    <a:lnTo>
                      <a:pt x="42" y="48"/>
                    </a:lnTo>
                    <a:lnTo>
                      <a:pt x="46" y="48"/>
                    </a:lnTo>
                    <a:lnTo>
                      <a:pt x="50" y="48"/>
                    </a:lnTo>
                    <a:lnTo>
                      <a:pt x="46" y="48"/>
                    </a:lnTo>
                    <a:lnTo>
                      <a:pt x="46" y="46"/>
                    </a:lnTo>
                    <a:lnTo>
                      <a:pt x="46" y="42"/>
                    </a:lnTo>
                    <a:lnTo>
                      <a:pt x="46" y="38"/>
                    </a:lnTo>
                    <a:lnTo>
                      <a:pt x="42" y="34"/>
                    </a:lnTo>
                    <a:lnTo>
                      <a:pt x="42" y="30"/>
                    </a:lnTo>
                    <a:lnTo>
                      <a:pt x="42" y="26"/>
                    </a:lnTo>
                    <a:lnTo>
                      <a:pt x="42" y="30"/>
                    </a:lnTo>
                    <a:lnTo>
                      <a:pt x="46" y="30"/>
                    </a:lnTo>
                    <a:lnTo>
                      <a:pt x="46" y="26"/>
                    </a:lnTo>
                    <a:lnTo>
                      <a:pt x="50" y="26"/>
                    </a:lnTo>
                    <a:lnTo>
                      <a:pt x="50" y="30"/>
                    </a:lnTo>
                    <a:lnTo>
                      <a:pt x="50" y="34"/>
                    </a:lnTo>
                    <a:lnTo>
                      <a:pt x="54" y="34"/>
                    </a:lnTo>
                    <a:lnTo>
                      <a:pt x="56" y="34"/>
                    </a:lnTo>
                    <a:lnTo>
                      <a:pt x="60" y="34"/>
                    </a:lnTo>
                    <a:lnTo>
                      <a:pt x="64" y="34"/>
                    </a:lnTo>
                    <a:lnTo>
                      <a:pt x="64" y="38"/>
                    </a:lnTo>
                    <a:lnTo>
                      <a:pt x="68" y="38"/>
                    </a:lnTo>
                    <a:lnTo>
                      <a:pt x="68" y="34"/>
                    </a:lnTo>
                    <a:lnTo>
                      <a:pt x="72" y="34"/>
                    </a:lnTo>
                    <a:lnTo>
                      <a:pt x="76" y="34"/>
                    </a:lnTo>
                    <a:lnTo>
                      <a:pt x="72" y="34"/>
                    </a:lnTo>
                    <a:lnTo>
                      <a:pt x="68" y="34"/>
                    </a:lnTo>
                    <a:lnTo>
                      <a:pt x="68" y="30"/>
                    </a:lnTo>
                    <a:lnTo>
                      <a:pt x="72" y="26"/>
                    </a:lnTo>
                    <a:lnTo>
                      <a:pt x="76" y="26"/>
                    </a:lnTo>
                    <a:lnTo>
                      <a:pt x="76" y="22"/>
                    </a:lnTo>
                    <a:lnTo>
                      <a:pt x="80" y="22"/>
                    </a:lnTo>
                    <a:lnTo>
                      <a:pt x="84" y="22"/>
                    </a:lnTo>
                    <a:lnTo>
                      <a:pt x="86" y="22"/>
                    </a:lnTo>
                    <a:lnTo>
                      <a:pt x="86" y="18"/>
                    </a:lnTo>
                    <a:lnTo>
                      <a:pt x="90" y="18"/>
                    </a:lnTo>
                    <a:lnTo>
                      <a:pt x="90" y="16"/>
                    </a:lnTo>
                    <a:lnTo>
                      <a:pt x="90" y="12"/>
                    </a:lnTo>
                    <a:lnTo>
                      <a:pt x="90" y="8"/>
                    </a:lnTo>
                    <a:lnTo>
                      <a:pt x="90" y="4"/>
                    </a:lnTo>
                    <a:lnTo>
                      <a:pt x="94" y="0"/>
                    </a:lnTo>
                    <a:lnTo>
                      <a:pt x="98" y="0"/>
                    </a:lnTo>
                    <a:lnTo>
                      <a:pt x="102" y="0"/>
                    </a:lnTo>
                    <a:lnTo>
                      <a:pt x="106" y="0"/>
                    </a:lnTo>
                    <a:lnTo>
                      <a:pt x="106" y="4"/>
                    </a:lnTo>
                    <a:lnTo>
                      <a:pt x="110" y="4"/>
                    </a:lnTo>
                    <a:lnTo>
                      <a:pt x="110" y="8"/>
                    </a:lnTo>
                    <a:lnTo>
                      <a:pt x="110" y="4"/>
                    </a:lnTo>
                    <a:lnTo>
                      <a:pt x="114" y="4"/>
                    </a:lnTo>
                    <a:lnTo>
                      <a:pt x="114" y="8"/>
                    </a:lnTo>
                    <a:lnTo>
                      <a:pt x="114" y="12"/>
                    </a:lnTo>
                    <a:lnTo>
                      <a:pt x="116" y="12"/>
                    </a:lnTo>
                    <a:lnTo>
                      <a:pt x="120" y="12"/>
                    </a:lnTo>
                    <a:lnTo>
                      <a:pt x="120" y="16"/>
                    </a:lnTo>
                    <a:lnTo>
                      <a:pt x="124" y="16"/>
                    </a:lnTo>
                    <a:lnTo>
                      <a:pt x="128" y="16"/>
                    </a:lnTo>
                    <a:lnTo>
                      <a:pt x="128" y="18"/>
                    </a:lnTo>
                    <a:lnTo>
                      <a:pt x="128" y="22"/>
                    </a:lnTo>
                    <a:lnTo>
                      <a:pt x="132" y="22"/>
                    </a:lnTo>
                    <a:lnTo>
                      <a:pt x="136" y="22"/>
                    </a:lnTo>
                    <a:lnTo>
                      <a:pt x="136" y="18"/>
                    </a:lnTo>
                    <a:lnTo>
                      <a:pt x="138" y="18"/>
                    </a:lnTo>
                    <a:lnTo>
                      <a:pt x="136" y="18"/>
                    </a:lnTo>
                    <a:lnTo>
                      <a:pt x="136" y="22"/>
                    </a:lnTo>
                    <a:lnTo>
                      <a:pt x="136" y="26"/>
                    </a:lnTo>
                    <a:lnTo>
                      <a:pt x="138" y="26"/>
                    </a:lnTo>
                    <a:lnTo>
                      <a:pt x="142" y="30"/>
                    </a:lnTo>
                    <a:lnTo>
                      <a:pt x="146" y="30"/>
                    </a:lnTo>
                    <a:lnTo>
                      <a:pt x="150" y="30"/>
                    </a:lnTo>
                    <a:lnTo>
                      <a:pt x="150" y="34"/>
                    </a:lnTo>
                    <a:lnTo>
                      <a:pt x="154" y="34"/>
                    </a:lnTo>
                    <a:lnTo>
                      <a:pt x="154" y="30"/>
                    </a:lnTo>
                    <a:lnTo>
                      <a:pt x="158" y="30"/>
                    </a:lnTo>
                    <a:lnTo>
                      <a:pt x="158" y="34"/>
                    </a:lnTo>
                    <a:lnTo>
                      <a:pt x="160" y="34"/>
                    </a:lnTo>
                    <a:lnTo>
                      <a:pt x="160" y="38"/>
                    </a:lnTo>
                    <a:lnTo>
                      <a:pt x="164" y="38"/>
                    </a:lnTo>
                    <a:lnTo>
                      <a:pt x="168" y="38"/>
                    </a:lnTo>
                    <a:lnTo>
                      <a:pt x="168" y="42"/>
                    </a:lnTo>
                    <a:lnTo>
                      <a:pt x="172" y="42"/>
                    </a:lnTo>
                    <a:lnTo>
                      <a:pt x="172" y="38"/>
                    </a:lnTo>
                    <a:lnTo>
                      <a:pt x="176" y="42"/>
                    </a:lnTo>
                    <a:lnTo>
                      <a:pt x="180" y="42"/>
                    </a:lnTo>
                    <a:lnTo>
                      <a:pt x="184" y="42"/>
                    </a:lnTo>
                    <a:lnTo>
                      <a:pt x="184" y="46"/>
                    </a:lnTo>
                    <a:lnTo>
                      <a:pt x="180" y="48"/>
                    </a:lnTo>
                    <a:lnTo>
                      <a:pt x="180" y="52"/>
                    </a:lnTo>
                    <a:lnTo>
                      <a:pt x="176" y="52"/>
                    </a:lnTo>
                    <a:lnTo>
                      <a:pt x="176" y="56"/>
                    </a:lnTo>
                    <a:lnTo>
                      <a:pt x="176" y="60"/>
                    </a:lnTo>
                    <a:lnTo>
                      <a:pt x="176" y="64"/>
                    </a:lnTo>
                    <a:lnTo>
                      <a:pt x="176" y="68"/>
                    </a:lnTo>
                    <a:lnTo>
                      <a:pt x="176" y="72"/>
                    </a:lnTo>
                    <a:lnTo>
                      <a:pt x="172" y="72"/>
                    </a:lnTo>
                    <a:lnTo>
                      <a:pt x="172" y="76"/>
                    </a:lnTo>
                    <a:lnTo>
                      <a:pt x="168" y="76"/>
                    </a:lnTo>
                    <a:lnTo>
                      <a:pt x="168" y="72"/>
                    </a:lnTo>
                    <a:lnTo>
                      <a:pt x="168" y="76"/>
                    </a:lnTo>
                    <a:lnTo>
                      <a:pt x="164" y="76"/>
                    </a:lnTo>
                    <a:lnTo>
                      <a:pt x="168" y="76"/>
                    </a:lnTo>
                    <a:lnTo>
                      <a:pt x="164" y="78"/>
                    </a:lnTo>
                    <a:lnTo>
                      <a:pt x="164" y="82"/>
                    </a:lnTo>
                    <a:lnTo>
                      <a:pt x="160" y="82"/>
                    </a:lnTo>
                    <a:lnTo>
                      <a:pt x="160" y="86"/>
                    </a:lnTo>
                    <a:lnTo>
                      <a:pt x="158" y="86"/>
                    </a:lnTo>
                    <a:lnTo>
                      <a:pt x="160" y="86"/>
                    </a:lnTo>
                    <a:lnTo>
                      <a:pt x="158" y="90"/>
                    </a:lnTo>
                    <a:lnTo>
                      <a:pt x="154" y="90"/>
                    </a:lnTo>
                    <a:lnTo>
                      <a:pt x="154" y="94"/>
                    </a:lnTo>
                    <a:lnTo>
                      <a:pt x="154" y="98"/>
                    </a:lnTo>
                    <a:lnTo>
                      <a:pt x="154" y="102"/>
                    </a:lnTo>
                    <a:lnTo>
                      <a:pt x="158" y="102"/>
                    </a:lnTo>
                    <a:lnTo>
                      <a:pt x="158" y="98"/>
                    </a:lnTo>
                    <a:lnTo>
                      <a:pt x="158" y="94"/>
                    </a:lnTo>
                    <a:lnTo>
                      <a:pt x="160" y="94"/>
                    </a:lnTo>
                    <a:lnTo>
                      <a:pt x="164" y="94"/>
                    </a:lnTo>
                    <a:lnTo>
                      <a:pt x="164" y="98"/>
                    </a:lnTo>
                    <a:lnTo>
                      <a:pt x="164" y="102"/>
                    </a:lnTo>
                    <a:lnTo>
                      <a:pt x="168" y="106"/>
                    </a:lnTo>
                    <a:lnTo>
                      <a:pt x="164" y="106"/>
                    </a:lnTo>
                    <a:lnTo>
                      <a:pt x="164" y="108"/>
                    </a:lnTo>
                    <a:lnTo>
                      <a:pt x="164" y="112"/>
                    </a:lnTo>
                    <a:lnTo>
                      <a:pt x="168" y="112"/>
                    </a:lnTo>
                    <a:lnTo>
                      <a:pt x="168" y="116"/>
                    </a:lnTo>
                    <a:lnTo>
                      <a:pt x="168" y="120"/>
                    </a:lnTo>
                    <a:lnTo>
                      <a:pt x="164" y="120"/>
                    </a:lnTo>
                    <a:lnTo>
                      <a:pt x="160" y="120"/>
                    </a:lnTo>
                    <a:lnTo>
                      <a:pt x="160" y="124"/>
                    </a:lnTo>
                    <a:lnTo>
                      <a:pt x="164" y="128"/>
                    </a:lnTo>
                    <a:lnTo>
                      <a:pt x="168" y="128"/>
                    </a:lnTo>
                    <a:lnTo>
                      <a:pt x="164" y="132"/>
                    </a:lnTo>
                    <a:lnTo>
                      <a:pt x="164" y="134"/>
                    </a:lnTo>
                    <a:lnTo>
                      <a:pt x="164" y="138"/>
                    </a:lnTo>
                    <a:lnTo>
                      <a:pt x="168" y="138"/>
                    </a:lnTo>
                    <a:lnTo>
                      <a:pt x="172" y="142"/>
                    </a:lnTo>
                    <a:lnTo>
                      <a:pt x="176" y="142"/>
                    </a:lnTo>
                    <a:lnTo>
                      <a:pt x="176" y="138"/>
                    </a:lnTo>
                    <a:lnTo>
                      <a:pt x="176" y="142"/>
                    </a:lnTo>
                    <a:lnTo>
                      <a:pt x="176" y="146"/>
                    </a:lnTo>
                    <a:lnTo>
                      <a:pt x="172" y="146"/>
                    </a:lnTo>
                    <a:lnTo>
                      <a:pt x="176" y="146"/>
                    </a:lnTo>
                    <a:lnTo>
                      <a:pt x="176" y="150"/>
                    </a:lnTo>
                    <a:lnTo>
                      <a:pt x="172" y="150"/>
                    </a:lnTo>
                    <a:lnTo>
                      <a:pt x="168" y="150"/>
                    </a:lnTo>
                    <a:lnTo>
                      <a:pt x="168" y="154"/>
                    </a:lnTo>
                    <a:lnTo>
                      <a:pt x="164" y="154"/>
                    </a:lnTo>
                    <a:lnTo>
                      <a:pt x="160" y="158"/>
                    </a:lnTo>
                    <a:lnTo>
                      <a:pt x="160" y="162"/>
                    </a:lnTo>
                    <a:lnTo>
                      <a:pt x="158" y="162"/>
                    </a:lnTo>
                    <a:lnTo>
                      <a:pt x="154" y="162"/>
                    </a:lnTo>
                    <a:lnTo>
                      <a:pt x="150" y="162"/>
                    </a:lnTo>
                    <a:lnTo>
                      <a:pt x="146" y="162"/>
                    </a:lnTo>
                    <a:lnTo>
                      <a:pt x="142" y="162"/>
                    </a:lnTo>
                    <a:lnTo>
                      <a:pt x="142" y="158"/>
                    </a:lnTo>
                    <a:lnTo>
                      <a:pt x="138" y="158"/>
                    </a:lnTo>
                    <a:lnTo>
                      <a:pt x="142" y="158"/>
                    </a:lnTo>
                    <a:lnTo>
                      <a:pt x="142" y="154"/>
                    </a:lnTo>
                    <a:lnTo>
                      <a:pt x="138" y="154"/>
                    </a:lnTo>
                    <a:lnTo>
                      <a:pt x="136" y="158"/>
                    </a:lnTo>
                    <a:lnTo>
                      <a:pt x="136" y="154"/>
                    </a:lnTo>
                    <a:lnTo>
                      <a:pt x="136" y="158"/>
                    </a:lnTo>
                    <a:lnTo>
                      <a:pt x="132" y="158"/>
                    </a:lnTo>
                    <a:lnTo>
                      <a:pt x="132" y="154"/>
                    </a:lnTo>
                    <a:lnTo>
                      <a:pt x="128" y="154"/>
                    </a:lnTo>
                    <a:lnTo>
                      <a:pt x="124" y="154"/>
                    </a:lnTo>
                    <a:lnTo>
                      <a:pt x="120" y="158"/>
                    </a:lnTo>
                    <a:lnTo>
                      <a:pt x="116" y="158"/>
                    </a:lnTo>
                    <a:lnTo>
                      <a:pt x="114" y="162"/>
                    </a:lnTo>
                    <a:lnTo>
                      <a:pt x="114" y="164"/>
                    </a:lnTo>
                    <a:lnTo>
                      <a:pt x="110" y="164"/>
                    </a:lnTo>
                    <a:lnTo>
                      <a:pt x="110" y="168"/>
                    </a:lnTo>
                    <a:lnTo>
                      <a:pt x="114" y="168"/>
                    </a:lnTo>
                    <a:lnTo>
                      <a:pt x="114" y="172"/>
                    </a:lnTo>
                    <a:lnTo>
                      <a:pt x="114" y="176"/>
                    </a:lnTo>
                    <a:lnTo>
                      <a:pt x="110" y="172"/>
                    </a:lnTo>
                    <a:lnTo>
                      <a:pt x="106" y="176"/>
                    </a:lnTo>
                    <a:lnTo>
                      <a:pt x="102" y="176"/>
                    </a:lnTo>
                    <a:lnTo>
                      <a:pt x="98" y="176"/>
                    </a:lnTo>
                    <a:lnTo>
                      <a:pt x="94" y="176"/>
                    </a:lnTo>
                    <a:lnTo>
                      <a:pt x="94" y="172"/>
                    </a:lnTo>
                    <a:lnTo>
                      <a:pt x="94" y="172"/>
                    </a:lnTo>
                    <a:lnTo>
                      <a:pt x="94" y="172"/>
                    </a:lnTo>
                    <a:close/>
                    <a:moveTo>
                      <a:pt x="50" y="108"/>
                    </a:moveTo>
                    <a:lnTo>
                      <a:pt x="50" y="106"/>
                    </a:lnTo>
                    <a:lnTo>
                      <a:pt x="50" y="102"/>
                    </a:lnTo>
                    <a:lnTo>
                      <a:pt x="50" y="106"/>
                    </a:lnTo>
                    <a:lnTo>
                      <a:pt x="54" y="106"/>
                    </a:lnTo>
                    <a:lnTo>
                      <a:pt x="54" y="108"/>
                    </a:lnTo>
                    <a:lnTo>
                      <a:pt x="50" y="108"/>
                    </a:lnTo>
                    <a:lnTo>
                      <a:pt x="50" y="108"/>
                    </a:lnTo>
                    <a:lnTo>
                      <a:pt x="50" y="108"/>
                    </a:lnTo>
                    <a:close/>
                    <a:moveTo>
                      <a:pt x="22" y="78"/>
                    </a:moveTo>
                    <a:lnTo>
                      <a:pt x="22" y="76"/>
                    </a:lnTo>
                    <a:lnTo>
                      <a:pt x="22" y="78"/>
                    </a:lnTo>
                    <a:lnTo>
                      <a:pt x="22" y="78"/>
                    </a:lnTo>
                    <a:lnTo>
                      <a:pt x="22" y="78"/>
                    </a:lnTo>
                    <a:close/>
                    <a:moveTo>
                      <a:pt x="50" y="102"/>
                    </a:moveTo>
                    <a:lnTo>
                      <a:pt x="46" y="102"/>
                    </a:lnTo>
                    <a:lnTo>
                      <a:pt x="46" y="98"/>
                    </a:lnTo>
                    <a:lnTo>
                      <a:pt x="50" y="102"/>
                    </a:lnTo>
                    <a:lnTo>
                      <a:pt x="50" y="102"/>
                    </a:lnTo>
                    <a:lnTo>
                      <a:pt x="50" y="102"/>
                    </a:lnTo>
                    <a:close/>
                    <a:moveTo>
                      <a:pt x="190" y="182"/>
                    </a:moveTo>
                    <a:lnTo>
                      <a:pt x="190" y="180"/>
                    </a:lnTo>
                    <a:lnTo>
                      <a:pt x="190" y="176"/>
                    </a:lnTo>
                    <a:lnTo>
                      <a:pt x="190" y="172"/>
                    </a:lnTo>
                    <a:lnTo>
                      <a:pt x="194" y="172"/>
                    </a:lnTo>
                    <a:lnTo>
                      <a:pt x="194" y="168"/>
                    </a:lnTo>
                    <a:lnTo>
                      <a:pt x="198" y="168"/>
                    </a:lnTo>
                    <a:lnTo>
                      <a:pt x="198" y="164"/>
                    </a:lnTo>
                    <a:lnTo>
                      <a:pt x="202" y="164"/>
                    </a:lnTo>
                    <a:lnTo>
                      <a:pt x="202" y="168"/>
                    </a:lnTo>
                    <a:lnTo>
                      <a:pt x="202" y="172"/>
                    </a:lnTo>
                    <a:lnTo>
                      <a:pt x="202" y="180"/>
                    </a:lnTo>
                    <a:lnTo>
                      <a:pt x="202" y="182"/>
                    </a:lnTo>
                    <a:lnTo>
                      <a:pt x="202" y="186"/>
                    </a:lnTo>
                    <a:lnTo>
                      <a:pt x="202" y="190"/>
                    </a:lnTo>
                    <a:lnTo>
                      <a:pt x="198" y="190"/>
                    </a:lnTo>
                    <a:lnTo>
                      <a:pt x="198" y="194"/>
                    </a:lnTo>
                    <a:lnTo>
                      <a:pt x="194" y="194"/>
                    </a:lnTo>
                    <a:lnTo>
                      <a:pt x="190" y="190"/>
                    </a:lnTo>
                    <a:lnTo>
                      <a:pt x="194" y="190"/>
                    </a:lnTo>
                    <a:lnTo>
                      <a:pt x="190" y="190"/>
                    </a:lnTo>
                    <a:lnTo>
                      <a:pt x="190" y="186"/>
                    </a:lnTo>
                    <a:lnTo>
                      <a:pt x="190" y="182"/>
                    </a:lnTo>
                    <a:lnTo>
                      <a:pt x="190" y="182"/>
                    </a:lnTo>
                    <a:lnTo>
                      <a:pt x="190" y="1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7" name="Freeform 101"/>
              <p:cNvSpPr>
                <a:spLocks noEditPoints="1"/>
              </p:cNvSpPr>
              <p:nvPr/>
            </p:nvSpPr>
            <p:spPr bwMode="gray">
              <a:xfrm>
                <a:off x="4942573" y="2745649"/>
                <a:ext cx="226105" cy="285239"/>
              </a:xfrm>
              <a:custGeom>
                <a:avLst/>
                <a:gdLst>
                  <a:gd name="T0" fmla="*/ 26 w 130"/>
                  <a:gd name="T1" fmla="*/ 142 h 164"/>
                  <a:gd name="T2" fmla="*/ 32 w 130"/>
                  <a:gd name="T3" fmla="*/ 128 h 164"/>
                  <a:gd name="T4" fmla="*/ 18 w 130"/>
                  <a:gd name="T5" fmla="*/ 128 h 164"/>
                  <a:gd name="T6" fmla="*/ 6 w 130"/>
                  <a:gd name="T7" fmla="*/ 120 h 164"/>
                  <a:gd name="T8" fmla="*/ 4 w 130"/>
                  <a:gd name="T9" fmla="*/ 108 h 164"/>
                  <a:gd name="T10" fmla="*/ 6 w 130"/>
                  <a:gd name="T11" fmla="*/ 94 h 164"/>
                  <a:gd name="T12" fmla="*/ 4 w 130"/>
                  <a:gd name="T13" fmla="*/ 86 h 164"/>
                  <a:gd name="T14" fmla="*/ 4 w 130"/>
                  <a:gd name="T15" fmla="*/ 76 h 164"/>
                  <a:gd name="T16" fmla="*/ 14 w 130"/>
                  <a:gd name="T17" fmla="*/ 68 h 164"/>
                  <a:gd name="T18" fmla="*/ 14 w 130"/>
                  <a:gd name="T19" fmla="*/ 56 h 164"/>
                  <a:gd name="T20" fmla="*/ 18 w 130"/>
                  <a:gd name="T21" fmla="*/ 50 h 164"/>
                  <a:gd name="T22" fmla="*/ 18 w 130"/>
                  <a:gd name="T23" fmla="*/ 38 h 164"/>
                  <a:gd name="T24" fmla="*/ 30 w 130"/>
                  <a:gd name="T25" fmla="*/ 30 h 164"/>
                  <a:gd name="T26" fmla="*/ 32 w 130"/>
                  <a:gd name="T27" fmla="*/ 30 h 164"/>
                  <a:gd name="T28" fmla="*/ 40 w 130"/>
                  <a:gd name="T29" fmla="*/ 34 h 164"/>
                  <a:gd name="T30" fmla="*/ 48 w 130"/>
                  <a:gd name="T31" fmla="*/ 26 h 164"/>
                  <a:gd name="T32" fmla="*/ 52 w 130"/>
                  <a:gd name="T33" fmla="*/ 30 h 164"/>
                  <a:gd name="T34" fmla="*/ 44 w 130"/>
                  <a:gd name="T35" fmla="*/ 20 h 164"/>
                  <a:gd name="T36" fmla="*/ 44 w 130"/>
                  <a:gd name="T37" fmla="*/ 16 h 164"/>
                  <a:gd name="T38" fmla="*/ 36 w 130"/>
                  <a:gd name="T39" fmla="*/ 4 h 164"/>
                  <a:gd name="T40" fmla="*/ 36 w 130"/>
                  <a:gd name="T41" fmla="*/ 0 h 164"/>
                  <a:gd name="T42" fmla="*/ 52 w 130"/>
                  <a:gd name="T43" fmla="*/ 4 h 164"/>
                  <a:gd name="T44" fmla="*/ 56 w 130"/>
                  <a:gd name="T45" fmla="*/ 12 h 164"/>
                  <a:gd name="T46" fmla="*/ 74 w 130"/>
                  <a:gd name="T47" fmla="*/ 16 h 164"/>
                  <a:gd name="T48" fmla="*/ 74 w 130"/>
                  <a:gd name="T49" fmla="*/ 24 h 164"/>
                  <a:gd name="T50" fmla="*/ 86 w 130"/>
                  <a:gd name="T51" fmla="*/ 20 h 164"/>
                  <a:gd name="T52" fmla="*/ 100 w 130"/>
                  <a:gd name="T53" fmla="*/ 12 h 164"/>
                  <a:gd name="T54" fmla="*/ 92 w 130"/>
                  <a:gd name="T55" fmla="*/ 16 h 164"/>
                  <a:gd name="T56" fmla="*/ 108 w 130"/>
                  <a:gd name="T57" fmla="*/ 20 h 164"/>
                  <a:gd name="T58" fmla="*/ 114 w 130"/>
                  <a:gd name="T59" fmla="*/ 26 h 164"/>
                  <a:gd name="T60" fmla="*/ 122 w 130"/>
                  <a:gd name="T61" fmla="*/ 38 h 164"/>
                  <a:gd name="T62" fmla="*/ 122 w 130"/>
                  <a:gd name="T63" fmla="*/ 52 h 164"/>
                  <a:gd name="T64" fmla="*/ 126 w 130"/>
                  <a:gd name="T65" fmla="*/ 60 h 164"/>
                  <a:gd name="T66" fmla="*/ 126 w 130"/>
                  <a:gd name="T67" fmla="*/ 76 h 164"/>
                  <a:gd name="T68" fmla="*/ 126 w 130"/>
                  <a:gd name="T69" fmla="*/ 90 h 164"/>
                  <a:gd name="T70" fmla="*/ 122 w 130"/>
                  <a:gd name="T71" fmla="*/ 86 h 164"/>
                  <a:gd name="T72" fmla="*/ 104 w 130"/>
                  <a:gd name="T73" fmla="*/ 94 h 164"/>
                  <a:gd name="T74" fmla="*/ 92 w 130"/>
                  <a:gd name="T75" fmla="*/ 106 h 164"/>
                  <a:gd name="T76" fmla="*/ 96 w 130"/>
                  <a:gd name="T77" fmla="*/ 108 h 164"/>
                  <a:gd name="T78" fmla="*/ 100 w 130"/>
                  <a:gd name="T79" fmla="*/ 120 h 164"/>
                  <a:gd name="T80" fmla="*/ 112 w 130"/>
                  <a:gd name="T81" fmla="*/ 134 h 164"/>
                  <a:gd name="T82" fmla="*/ 100 w 130"/>
                  <a:gd name="T83" fmla="*/ 142 h 164"/>
                  <a:gd name="T84" fmla="*/ 100 w 130"/>
                  <a:gd name="T85" fmla="*/ 154 h 164"/>
                  <a:gd name="T86" fmla="*/ 100 w 130"/>
                  <a:gd name="T87" fmla="*/ 158 h 164"/>
                  <a:gd name="T88" fmla="*/ 82 w 130"/>
                  <a:gd name="T89" fmla="*/ 158 h 164"/>
                  <a:gd name="T90" fmla="*/ 66 w 130"/>
                  <a:gd name="T91" fmla="*/ 158 h 164"/>
                  <a:gd name="T92" fmla="*/ 58 w 130"/>
                  <a:gd name="T93" fmla="*/ 158 h 164"/>
                  <a:gd name="T94" fmla="*/ 44 w 130"/>
                  <a:gd name="T95" fmla="*/ 154 h 164"/>
                  <a:gd name="T96" fmla="*/ 40 w 130"/>
                  <a:gd name="T97" fmla="*/ 154 h 164"/>
                  <a:gd name="T98" fmla="*/ 32 w 130"/>
                  <a:gd name="T99" fmla="*/ 158 h 164"/>
                  <a:gd name="T100" fmla="*/ 118 w 130"/>
                  <a:gd name="T101" fmla="*/ 26 h 164"/>
                  <a:gd name="T102" fmla="*/ 112 w 130"/>
                  <a:gd name="T103" fmla="*/ 24 h 164"/>
                  <a:gd name="T104" fmla="*/ 118 w 130"/>
                  <a:gd name="T105" fmla="*/ 26 h 164"/>
                  <a:gd name="T106" fmla="*/ 74 w 130"/>
                  <a:gd name="T107" fmla="*/ 16 h 164"/>
                  <a:gd name="T108" fmla="*/ 40 w 130"/>
                  <a:gd name="T109" fmla="*/ 8 h 164"/>
                  <a:gd name="T110" fmla="*/ 104 w 130"/>
                  <a:gd name="T111" fmla="*/ 20 h 164"/>
                  <a:gd name="T112" fmla="*/ 104 w 130"/>
                  <a:gd name="T113" fmla="*/ 8 h 164"/>
                  <a:gd name="T114" fmla="*/ 108 w 130"/>
                  <a:gd name="T115" fmla="*/ 16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0" h="164">
                    <a:moveTo>
                      <a:pt x="26" y="158"/>
                    </a:moveTo>
                    <a:lnTo>
                      <a:pt x="26" y="154"/>
                    </a:lnTo>
                    <a:lnTo>
                      <a:pt x="26" y="150"/>
                    </a:lnTo>
                    <a:lnTo>
                      <a:pt x="26" y="146"/>
                    </a:lnTo>
                    <a:lnTo>
                      <a:pt x="26" y="142"/>
                    </a:lnTo>
                    <a:lnTo>
                      <a:pt x="26" y="138"/>
                    </a:lnTo>
                    <a:lnTo>
                      <a:pt x="30" y="138"/>
                    </a:lnTo>
                    <a:lnTo>
                      <a:pt x="30" y="134"/>
                    </a:lnTo>
                    <a:lnTo>
                      <a:pt x="32" y="132"/>
                    </a:lnTo>
                    <a:lnTo>
                      <a:pt x="32" y="128"/>
                    </a:lnTo>
                    <a:lnTo>
                      <a:pt x="30" y="128"/>
                    </a:lnTo>
                    <a:lnTo>
                      <a:pt x="26" y="128"/>
                    </a:lnTo>
                    <a:lnTo>
                      <a:pt x="22" y="124"/>
                    </a:lnTo>
                    <a:lnTo>
                      <a:pt x="22" y="128"/>
                    </a:lnTo>
                    <a:lnTo>
                      <a:pt x="18" y="128"/>
                    </a:lnTo>
                    <a:lnTo>
                      <a:pt x="18" y="124"/>
                    </a:lnTo>
                    <a:lnTo>
                      <a:pt x="14" y="124"/>
                    </a:lnTo>
                    <a:lnTo>
                      <a:pt x="10" y="124"/>
                    </a:lnTo>
                    <a:lnTo>
                      <a:pt x="10" y="120"/>
                    </a:lnTo>
                    <a:lnTo>
                      <a:pt x="6" y="120"/>
                    </a:lnTo>
                    <a:lnTo>
                      <a:pt x="6" y="116"/>
                    </a:lnTo>
                    <a:lnTo>
                      <a:pt x="10" y="112"/>
                    </a:lnTo>
                    <a:lnTo>
                      <a:pt x="6" y="112"/>
                    </a:lnTo>
                    <a:lnTo>
                      <a:pt x="6" y="108"/>
                    </a:lnTo>
                    <a:lnTo>
                      <a:pt x="4" y="108"/>
                    </a:lnTo>
                    <a:lnTo>
                      <a:pt x="4" y="106"/>
                    </a:lnTo>
                    <a:lnTo>
                      <a:pt x="4" y="102"/>
                    </a:lnTo>
                    <a:lnTo>
                      <a:pt x="6" y="102"/>
                    </a:lnTo>
                    <a:lnTo>
                      <a:pt x="6" y="98"/>
                    </a:lnTo>
                    <a:lnTo>
                      <a:pt x="6" y="94"/>
                    </a:lnTo>
                    <a:lnTo>
                      <a:pt x="4" y="94"/>
                    </a:lnTo>
                    <a:lnTo>
                      <a:pt x="4" y="90"/>
                    </a:lnTo>
                    <a:lnTo>
                      <a:pt x="4" y="86"/>
                    </a:lnTo>
                    <a:lnTo>
                      <a:pt x="0" y="86"/>
                    </a:lnTo>
                    <a:lnTo>
                      <a:pt x="4" y="86"/>
                    </a:lnTo>
                    <a:lnTo>
                      <a:pt x="4" y="82"/>
                    </a:lnTo>
                    <a:lnTo>
                      <a:pt x="4" y="78"/>
                    </a:lnTo>
                    <a:lnTo>
                      <a:pt x="6" y="78"/>
                    </a:lnTo>
                    <a:lnTo>
                      <a:pt x="6" y="76"/>
                    </a:lnTo>
                    <a:lnTo>
                      <a:pt x="4" y="76"/>
                    </a:lnTo>
                    <a:lnTo>
                      <a:pt x="4" y="72"/>
                    </a:lnTo>
                    <a:lnTo>
                      <a:pt x="4" y="68"/>
                    </a:lnTo>
                    <a:lnTo>
                      <a:pt x="6" y="68"/>
                    </a:lnTo>
                    <a:lnTo>
                      <a:pt x="10" y="68"/>
                    </a:lnTo>
                    <a:lnTo>
                      <a:pt x="14" y="68"/>
                    </a:lnTo>
                    <a:lnTo>
                      <a:pt x="14" y="64"/>
                    </a:lnTo>
                    <a:lnTo>
                      <a:pt x="14" y="60"/>
                    </a:lnTo>
                    <a:lnTo>
                      <a:pt x="18" y="60"/>
                    </a:lnTo>
                    <a:lnTo>
                      <a:pt x="18" y="56"/>
                    </a:lnTo>
                    <a:lnTo>
                      <a:pt x="14" y="56"/>
                    </a:lnTo>
                    <a:lnTo>
                      <a:pt x="10" y="56"/>
                    </a:lnTo>
                    <a:lnTo>
                      <a:pt x="10" y="52"/>
                    </a:lnTo>
                    <a:lnTo>
                      <a:pt x="14" y="52"/>
                    </a:lnTo>
                    <a:lnTo>
                      <a:pt x="18" y="52"/>
                    </a:lnTo>
                    <a:lnTo>
                      <a:pt x="18" y="50"/>
                    </a:lnTo>
                    <a:lnTo>
                      <a:pt x="18" y="46"/>
                    </a:lnTo>
                    <a:lnTo>
                      <a:pt x="18" y="42"/>
                    </a:lnTo>
                    <a:lnTo>
                      <a:pt x="18" y="38"/>
                    </a:lnTo>
                    <a:lnTo>
                      <a:pt x="22" y="38"/>
                    </a:lnTo>
                    <a:lnTo>
                      <a:pt x="18" y="38"/>
                    </a:lnTo>
                    <a:lnTo>
                      <a:pt x="18" y="34"/>
                    </a:lnTo>
                    <a:lnTo>
                      <a:pt x="18" y="30"/>
                    </a:lnTo>
                    <a:lnTo>
                      <a:pt x="22" y="30"/>
                    </a:lnTo>
                    <a:lnTo>
                      <a:pt x="26" y="30"/>
                    </a:lnTo>
                    <a:lnTo>
                      <a:pt x="30" y="30"/>
                    </a:lnTo>
                    <a:lnTo>
                      <a:pt x="32" y="30"/>
                    </a:lnTo>
                    <a:lnTo>
                      <a:pt x="32" y="34"/>
                    </a:lnTo>
                    <a:lnTo>
                      <a:pt x="36" y="34"/>
                    </a:lnTo>
                    <a:lnTo>
                      <a:pt x="32" y="34"/>
                    </a:lnTo>
                    <a:lnTo>
                      <a:pt x="32" y="30"/>
                    </a:lnTo>
                    <a:lnTo>
                      <a:pt x="36" y="30"/>
                    </a:lnTo>
                    <a:lnTo>
                      <a:pt x="36" y="34"/>
                    </a:lnTo>
                    <a:lnTo>
                      <a:pt x="36" y="38"/>
                    </a:lnTo>
                    <a:lnTo>
                      <a:pt x="36" y="34"/>
                    </a:lnTo>
                    <a:lnTo>
                      <a:pt x="40" y="34"/>
                    </a:lnTo>
                    <a:lnTo>
                      <a:pt x="36" y="30"/>
                    </a:lnTo>
                    <a:lnTo>
                      <a:pt x="36" y="26"/>
                    </a:lnTo>
                    <a:lnTo>
                      <a:pt x="40" y="26"/>
                    </a:lnTo>
                    <a:lnTo>
                      <a:pt x="44" y="26"/>
                    </a:lnTo>
                    <a:lnTo>
                      <a:pt x="48" y="26"/>
                    </a:lnTo>
                    <a:lnTo>
                      <a:pt x="52" y="26"/>
                    </a:lnTo>
                    <a:lnTo>
                      <a:pt x="52" y="30"/>
                    </a:lnTo>
                    <a:lnTo>
                      <a:pt x="56" y="34"/>
                    </a:lnTo>
                    <a:lnTo>
                      <a:pt x="56" y="30"/>
                    </a:lnTo>
                    <a:lnTo>
                      <a:pt x="52" y="30"/>
                    </a:lnTo>
                    <a:lnTo>
                      <a:pt x="52" y="26"/>
                    </a:lnTo>
                    <a:lnTo>
                      <a:pt x="48" y="26"/>
                    </a:lnTo>
                    <a:lnTo>
                      <a:pt x="44" y="26"/>
                    </a:lnTo>
                    <a:lnTo>
                      <a:pt x="44" y="24"/>
                    </a:lnTo>
                    <a:lnTo>
                      <a:pt x="44" y="20"/>
                    </a:lnTo>
                    <a:lnTo>
                      <a:pt x="40" y="20"/>
                    </a:lnTo>
                    <a:lnTo>
                      <a:pt x="44" y="20"/>
                    </a:lnTo>
                    <a:lnTo>
                      <a:pt x="44" y="16"/>
                    </a:lnTo>
                    <a:lnTo>
                      <a:pt x="40" y="16"/>
                    </a:lnTo>
                    <a:lnTo>
                      <a:pt x="44" y="16"/>
                    </a:lnTo>
                    <a:lnTo>
                      <a:pt x="44" y="12"/>
                    </a:lnTo>
                    <a:lnTo>
                      <a:pt x="44" y="8"/>
                    </a:lnTo>
                    <a:lnTo>
                      <a:pt x="40" y="8"/>
                    </a:lnTo>
                    <a:lnTo>
                      <a:pt x="40" y="4"/>
                    </a:lnTo>
                    <a:lnTo>
                      <a:pt x="36" y="4"/>
                    </a:lnTo>
                    <a:lnTo>
                      <a:pt x="32" y="4"/>
                    </a:lnTo>
                    <a:lnTo>
                      <a:pt x="32" y="8"/>
                    </a:lnTo>
                    <a:lnTo>
                      <a:pt x="32" y="4"/>
                    </a:lnTo>
                    <a:lnTo>
                      <a:pt x="36" y="4"/>
                    </a:lnTo>
                    <a:lnTo>
                      <a:pt x="36" y="0"/>
                    </a:lnTo>
                    <a:lnTo>
                      <a:pt x="36" y="4"/>
                    </a:lnTo>
                    <a:lnTo>
                      <a:pt x="40" y="4"/>
                    </a:lnTo>
                    <a:lnTo>
                      <a:pt x="44" y="4"/>
                    </a:lnTo>
                    <a:lnTo>
                      <a:pt x="48" y="4"/>
                    </a:lnTo>
                    <a:lnTo>
                      <a:pt x="52" y="4"/>
                    </a:lnTo>
                    <a:lnTo>
                      <a:pt x="56" y="4"/>
                    </a:lnTo>
                    <a:lnTo>
                      <a:pt x="58" y="4"/>
                    </a:lnTo>
                    <a:lnTo>
                      <a:pt x="58" y="8"/>
                    </a:lnTo>
                    <a:lnTo>
                      <a:pt x="58" y="12"/>
                    </a:lnTo>
                    <a:lnTo>
                      <a:pt x="56" y="12"/>
                    </a:lnTo>
                    <a:lnTo>
                      <a:pt x="58" y="12"/>
                    </a:lnTo>
                    <a:lnTo>
                      <a:pt x="62" y="16"/>
                    </a:lnTo>
                    <a:lnTo>
                      <a:pt x="66" y="16"/>
                    </a:lnTo>
                    <a:lnTo>
                      <a:pt x="70" y="16"/>
                    </a:lnTo>
                    <a:lnTo>
                      <a:pt x="74" y="16"/>
                    </a:lnTo>
                    <a:lnTo>
                      <a:pt x="74" y="20"/>
                    </a:lnTo>
                    <a:lnTo>
                      <a:pt x="70" y="24"/>
                    </a:lnTo>
                    <a:lnTo>
                      <a:pt x="70" y="26"/>
                    </a:lnTo>
                    <a:lnTo>
                      <a:pt x="70" y="24"/>
                    </a:lnTo>
                    <a:lnTo>
                      <a:pt x="74" y="24"/>
                    </a:lnTo>
                    <a:lnTo>
                      <a:pt x="78" y="24"/>
                    </a:lnTo>
                    <a:lnTo>
                      <a:pt x="78" y="26"/>
                    </a:lnTo>
                    <a:lnTo>
                      <a:pt x="82" y="24"/>
                    </a:lnTo>
                    <a:lnTo>
                      <a:pt x="82" y="20"/>
                    </a:lnTo>
                    <a:lnTo>
                      <a:pt x="86" y="20"/>
                    </a:lnTo>
                    <a:lnTo>
                      <a:pt x="88" y="20"/>
                    </a:lnTo>
                    <a:lnTo>
                      <a:pt x="92" y="16"/>
                    </a:lnTo>
                    <a:lnTo>
                      <a:pt x="92" y="12"/>
                    </a:lnTo>
                    <a:lnTo>
                      <a:pt x="96" y="12"/>
                    </a:lnTo>
                    <a:lnTo>
                      <a:pt x="100" y="12"/>
                    </a:lnTo>
                    <a:lnTo>
                      <a:pt x="100" y="16"/>
                    </a:lnTo>
                    <a:lnTo>
                      <a:pt x="96" y="16"/>
                    </a:lnTo>
                    <a:lnTo>
                      <a:pt x="92" y="16"/>
                    </a:lnTo>
                    <a:lnTo>
                      <a:pt x="92" y="20"/>
                    </a:lnTo>
                    <a:lnTo>
                      <a:pt x="92" y="16"/>
                    </a:lnTo>
                    <a:lnTo>
                      <a:pt x="96" y="16"/>
                    </a:lnTo>
                    <a:lnTo>
                      <a:pt x="100" y="16"/>
                    </a:lnTo>
                    <a:lnTo>
                      <a:pt x="104" y="16"/>
                    </a:lnTo>
                    <a:lnTo>
                      <a:pt x="104" y="20"/>
                    </a:lnTo>
                    <a:lnTo>
                      <a:pt x="108" y="20"/>
                    </a:lnTo>
                    <a:lnTo>
                      <a:pt x="108" y="24"/>
                    </a:lnTo>
                    <a:lnTo>
                      <a:pt x="108" y="20"/>
                    </a:lnTo>
                    <a:lnTo>
                      <a:pt x="112" y="20"/>
                    </a:lnTo>
                    <a:lnTo>
                      <a:pt x="112" y="24"/>
                    </a:lnTo>
                    <a:lnTo>
                      <a:pt x="114" y="26"/>
                    </a:lnTo>
                    <a:lnTo>
                      <a:pt x="112" y="26"/>
                    </a:lnTo>
                    <a:lnTo>
                      <a:pt x="114" y="26"/>
                    </a:lnTo>
                    <a:lnTo>
                      <a:pt x="118" y="30"/>
                    </a:lnTo>
                    <a:lnTo>
                      <a:pt x="118" y="34"/>
                    </a:lnTo>
                    <a:lnTo>
                      <a:pt x="122" y="38"/>
                    </a:lnTo>
                    <a:lnTo>
                      <a:pt x="122" y="42"/>
                    </a:lnTo>
                    <a:lnTo>
                      <a:pt x="118" y="46"/>
                    </a:lnTo>
                    <a:lnTo>
                      <a:pt x="118" y="50"/>
                    </a:lnTo>
                    <a:lnTo>
                      <a:pt x="122" y="50"/>
                    </a:lnTo>
                    <a:lnTo>
                      <a:pt x="122" y="52"/>
                    </a:lnTo>
                    <a:lnTo>
                      <a:pt x="126" y="52"/>
                    </a:lnTo>
                    <a:lnTo>
                      <a:pt x="126" y="56"/>
                    </a:lnTo>
                    <a:lnTo>
                      <a:pt x="122" y="56"/>
                    </a:lnTo>
                    <a:lnTo>
                      <a:pt x="122" y="60"/>
                    </a:lnTo>
                    <a:lnTo>
                      <a:pt x="126" y="60"/>
                    </a:lnTo>
                    <a:lnTo>
                      <a:pt x="126" y="64"/>
                    </a:lnTo>
                    <a:lnTo>
                      <a:pt x="126" y="68"/>
                    </a:lnTo>
                    <a:lnTo>
                      <a:pt x="122" y="68"/>
                    </a:lnTo>
                    <a:lnTo>
                      <a:pt x="126" y="72"/>
                    </a:lnTo>
                    <a:lnTo>
                      <a:pt x="126" y="76"/>
                    </a:lnTo>
                    <a:lnTo>
                      <a:pt x="130" y="76"/>
                    </a:lnTo>
                    <a:lnTo>
                      <a:pt x="130" y="78"/>
                    </a:lnTo>
                    <a:lnTo>
                      <a:pt x="130" y="82"/>
                    </a:lnTo>
                    <a:lnTo>
                      <a:pt x="130" y="86"/>
                    </a:lnTo>
                    <a:lnTo>
                      <a:pt x="126" y="90"/>
                    </a:lnTo>
                    <a:lnTo>
                      <a:pt x="122" y="90"/>
                    </a:lnTo>
                    <a:lnTo>
                      <a:pt x="126" y="90"/>
                    </a:lnTo>
                    <a:lnTo>
                      <a:pt x="122" y="86"/>
                    </a:lnTo>
                    <a:lnTo>
                      <a:pt x="118" y="86"/>
                    </a:lnTo>
                    <a:lnTo>
                      <a:pt x="122" y="86"/>
                    </a:lnTo>
                    <a:lnTo>
                      <a:pt x="118" y="90"/>
                    </a:lnTo>
                    <a:lnTo>
                      <a:pt x="114" y="90"/>
                    </a:lnTo>
                    <a:lnTo>
                      <a:pt x="112" y="94"/>
                    </a:lnTo>
                    <a:lnTo>
                      <a:pt x="108" y="94"/>
                    </a:lnTo>
                    <a:lnTo>
                      <a:pt x="104" y="94"/>
                    </a:lnTo>
                    <a:lnTo>
                      <a:pt x="104" y="98"/>
                    </a:lnTo>
                    <a:lnTo>
                      <a:pt x="100" y="98"/>
                    </a:lnTo>
                    <a:lnTo>
                      <a:pt x="96" y="98"/>
                    </a:lnTo>
                    <a:lnTo>
                      <a:pt x="92" y="102"/>
                    </a:lnTo>
                    <a:lnTo>
                      <a:pt x="92" y="106"/>
                    </a:lnTo>
                    <a:lnTo>
                      <a:pt x="88" y="102"/>
                    </a:lnTo>
                    <a:lnTo>
                      <a:pt x="88" y="106"/>
                    </a:lnTo>
                    <a:lnTo>
                      <a:pt x="92" y="106"/>
                    </a:lnTo>
                    <a:lnTo>
                      <a:pt x="92" y="108"/>
                    </a:lnTo>
                    <a:lnTo>
                      <a:pt x="96" y="108"/>
                    </a:lnTo>
                    <a:lnTo>
                      <a:pt x="92" y="112"/>
                    </a:lnTo>
                    <a:lnTo>
                      <a:pt x="92" y="116"/>
                    </a:lnTo>
                    <a:lnTo>
                      <a:pt x="96" y="116"/>
                    </a:lnTo>
                    <a:lnTo>
                      <a:pt x="96" y="120"/>
                    </a:lnTo>
                    <a:lnTo>
                      <a:pt x="100" y="120"/>
                    </a:lnTo>
                    <a:lnTo>
                      <a:pt x="100" y="124"/>
                    </a:lnTo>
                    <a:lnTo>
                      <a:pt x="104" y="124"/>
                    </a:lnTo>
                    <a:lnTo>
                      <a:pt x="108" y="128"/>
                    </a:lnTo>
                    <a:lnTo>
                      <a:pt x="112" y="132"/>
                    </a:lnTo>
                    <a:lnTo>
                      <a:pt x="112" y="134"/>
                    </a:lnTo>
                    <a:lnTo>
                      <a:pt x="112" y="138"/>
                    </a:lnTo>
                    <a:lnTo>
                      <a:pt x="108" y="138"/>
                    </a:lnTo>
                    <a:lnTo>
                      <a:pt x="108" y="142"/>
                    </a:lnTo>
                    <a:lnTo>
                      <a:pt x="104" y="142"/>
                    </a:lnTo>
                    <a:lnTo>
                      <a:pt x="100" y="142"/>
                    </a:lnTo>
                    <a:lnTo>
                      <a:pt x="100" y="146"/>
                    </a:lnTo>
                    <a:lnTo>
                      <a:pt x="96" y="146"/>
                    </a:lnTo>
                    <a:lnTo>
                      <a:pt x="100" y="146"/>
                    </a:lnTo>
                    <a:lnTo>
                      <a:pt x="100" y="150"/>
                    </a:lnTo>
                    <a:lnTo>
                      <a:pt x="100" y="154"/>
                    </a:lnTo>
                    <a:lnTo>
                      <a:pt x="104" y="154"/>
                    </a:lnTo>
                    <a:lnTo>
                      <a:pt x="104" y="158"/>
                    </a:lnTo>
                    <a:lnTo>
                      <a:pt x="104" y="162"/>
                    </a:lnTo>
                    <a:lnTo>
                      <a:pt x="100" y="162"/>
                    </a:lnTo>
                    <a:lnTo>
                      <a:pt x="100" y="158"/>
                    </a:lnTo>
                    <a:lnTo>
                      <a:pt x="96" y="158"/>
                    </a:lnTo>
                    <a:lnTo>
                      <a:pt x="92" y="158"/>
                    </a:lnTo>
                    <a:lnTo>
                      <a:pt x="88" y="158"/>
                    </a:lnTo>
                    <a:lnTo>
                      <a:pt x="86" y="158"/>
                    </a:lnTo>
                    <a:lnTo>
                      <a:pt x="82" y="158"/>
                    </a:lnTo>
                    <a:lnTo>
                      <a:pt x="78" y="158"/>
                    </a:lnTo>
                    <a:lnTo>
                      <a:pt x="78" y="162"/>
                    </a:lnTo>
                    <a:lnTo>
                      <a:pt x="74" y="162"/>
                    </a:lnTo>
                    <a:lnTo>
                      <a:pt x="70" y="158"/>
                    </a:lnTo>
                    <a:lnTo>
                      <a:pt x="66" y="158"/>
                    </a:lnTo>
                    <a:lnTo>
                      <a:pt x="66" y="162"/>
                    </a:lnTo>
                    <a:lnTo>
                      <a:pt x="62" y="164"/>
                    </a:lnTo>
                    <a:lnTo>
                      <a:pt x="62" y="162"/>
                    </a:lnTo>
                    <a:lnTo>
                      <a:pt x="58" y="162"/>
                    </a:lnTo>
                    <a:lnTo>
                      <a:pt x="58" y="158"/>
                    </a:lnTo>
                    <a:lnTo>
                      <a:pt x="56" y="158"/>
                    </a:lnTo>
                    <a:lnTo>
                      <a:pt x="52" y="158"/>
                    </a:lnTo>
                    <a:lnTo>
                      <a:pt x="48" y="158"/>
                    </a:lnTo>
                    <a:lnTo>
                      <a:pt x="44" y="158"/>
                    </a:lnTo>
                    <a:lnTo>
                      <a:pt x="44" y="154"/>
                    </a:lnTo>
                    <a:lnTo>
                      <a:pt x="44" y="158"/>
                    </a:lnTo>
                    <a:lnTo>
                      <a:pt x="44" y="154"/>
                    </a:lnTo>
                    <a:lnTo>
                      <a:pt x="40" y="154"/>
                    </a:lnTo>
                    <a:lnTo>
                      <a:pt x="40" y="158"/>
                    </a:lnTo>
                    <a:lnTo>
                      <a:pt x="40" y="154"/>
                    </a:lnTo>
                    <a:lnTo>
                      <a:pt x="36" y="154"/>
                    </a:lnTo>
                    <a:lnTo>
                      <a:pt x="36" y="158"/>
                    </a:lnTo>
                    <a:lnTo>
                      <a:pt x="40" y="158"/>
                    </a:lnTo>
                    <a:lnTo>
                      <a:pt x="36" y="158"/>
                    </a:lnTo>
                    <a:lnTo>
                      <a:pt x="32" y="158"/>
                    </a:lnTo>
                    <a:lnTo>
                      <a:pt x="30" y="158"/>
                    </a:lnTo>
                    <a:lnTo>
                      <a:pt x="26" y="158"/>
                    </a:lnTo>
                    <a:lnTo>
                      <a:pt x="26" y="158"/>
                    </a:lnTo>
                    <a:lnTo>
                      <a:pt x="26" y="158"/>
                    </a:lnTo>
                    <a:close/>
                    <a:moveTo>
                      <a:pt x="118" y="26"/>
                    </a:moveTo>
                    <a:lnTo>
                      <a:pt x="114" y="26"/>
                    </a:lnTo>
                    <a:lnTo>
                      <a:pt x="112" y="26"/>
                    </a:lnTo>
                    <a:lnTo>
                      <a:pt x="114" y="26"/>
                    </a:lnTo>
                    <a:lnTo>
                      <a:pt x="114" y="24"/>
                    </a:lnTo>
                    <a:lnTo>
                      <a:pt x="112" y="24"/>
                    </a:lnTo>
                    <a:lnTo>
                      <a:pt x="112" y="20"/>
                    </a:lnTo>
                    <a:lnTo>
                      <a:pt x="114" y="20"/>
                    </a:lnTo>
                    <a:lnTo>
                      <a:pt x="114" y="24"/>
                    </a:lnTo>
                    <a:lnTo>
                      <a:pt x="118" y="24"/>
                    </a:lnTo>
                    <a:lnTo>
                      <a:pt x="118" y="26"/>
                    </a:lnTo>
                    <a:lnTo>
                      <a:pt x="118" y="26"/>
                    </a:lnTo>
                    <a:lnTo>
                      <a:pt x="118" y="26"/>
                    </a:lnTo>
                    <a:close/>
                    <a:moveTo>
                      <a:pt x="78" y="12"/>
                    </a:moveTo>
                    <a:lnTo>
                      <a:pt x="78" y="16"/>
                    </a:lnTo>
                    <a:lnTo>
                      <a:pt x="74" y="16"/>
                    </a:lnTo>
                    <a:lnTo>
                      <a:pt x="74" y="12"/>
                    </a:lnTo>
                    <a:lnTo>
                      <a:pt x="78" y="12"/>
                    </a:lnTo>
                    <a:lnTo>
                      <a:pt x="78" y="12"/>
                    </a:lnTo>
                    <a:lnTo>
                      <a:pt x="78" y="12"/>
                    </a:lnTo>
                    <a:close/>
                    <a:moveTo>
                      <a:pt x="40" y="8"/>
                    </a:moveTo>
                    <a:lnTo>
                      <a:pt x="36" y="8"/>
                    </a:lnTo>
                    <a:lnTo>
                      <a:pt x="40" y="8"/>
                    </a:lnTo>
                    <a:lnTo>
                      <a:pt x="40" y="8"/>
                    </a:lnTo>
                    <a:lnTo>
                      <a:pt x="40" y="8"/>
                    </a:lnTo>
                    <a:close/>
                    <a:moveTo>
                      <a:pt x="104" y="20"/>
                    </a:moveTo>
                    <a:lnTo>
                      <a:pt x="104" y="16"/>
                    </a:lnTo>
                    <a:lnTo>
                      <a:pt x="104" y="12"/>
                    </a:lnTo>
                    <a:lnTo>
                      <a:pt x="108" y="12"/>
                    </a:lnTo>
                    <a:lnTo>
                      <a:pt x="104" y="12"/>
                    </a:lnTo>
                    <a:lnTo>
                      <a:pt x="104" y="8"/>
                    </a:lnTo>
                    <a:lnTo>
                      <a:pt x="108" y="8"/>
                    </a:lnTo>
                    <a:lnTo>
                      <a:pt x="108" y="12"/>
                    </a:lnTo>
                    <a:lnTo>
                      <a:pt x="112" y="12"/>
                    </a:lnTo>
                    <a:lnTo>
                      <a:pt x="112" y="16"/>
                    </a:lnTo>
                    <a:lnTo>
                      <a:pt x="108" y="16"/>
                    </a:lnTo>
                    <a:lnTo>
                      <a:pt x="108" y="20"/>
                    </a:lnTo>
                    <a:lnTo>
                      <a:pt x="104" y="20"/>
                    </a:lnTo>
                    <a:lnTo>
                      <a:pt x="104" y="20"/>
                    </a:lnTo>
                    <a:lnTo>
                      <a:pt x="104" y="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8" name="Freeform 102"/>
              <p:cNvSpPr>
                <a:spLocks noEditPoints="1"/>
              </p:cNvSpPr>
              <p:nvPr/>
            </p:nvSpPr>
            <p:spPr bwMode="gray">
              <a:xfrm>
                <a:off x="5286948" y="3218727"/>
                <a:ext cx="205233" cy="226104"/>
              </a:xfrm>
              <a:custGeom>
                <a:avLst/>
                <a:gdLst>
                  <a:gd name="T0" fmla="*/ 6 w 118"/>
                  <a:gd name="T1" fmla="*/ 48 h 130"/>
                  <a:gd name="T2" fmla="*/ 6 w 118"/>
                  <a:gd name="T3" fmla="*/ 34 h 130"/>
                  <a:gd name="T4" fmla="*/ 26 w 118"/>
                  <a:gd name="T5" fmla="*/ 18 h 130"/>
                  <a:gd name="T6" fmla="*/ 44 w 118"/>
                  <a:gd name="T7" fmla="*/ 8 h 130"/>
                  <a:gd name="T8" fmla="*/ 66 w 118"/>
                  <a:gd name="T9" fmla="*/ 4 h 130"/>
                  <a:gd name="T10" fmla="*/ 86 w 118"/>
                  <a:gd name="T11" fmla="*/ 12 h 130"/>
                  <a:gd name="T12" fmla="*/ 96 w 118"/>
                  <a:gd name="T13" fmla="*/ 8 h 130"/>
                  <a:gd name="T14" fmla="*/ 86 w 118"/>
                  <a:gd name="T15" fmla="*/ 18 h 130"/>
                  <a:gd name="T16" fmla="*/ 62 w 118"/>
                  <a:gd name="T17" fmla="*/ 18 h 130"/>
                  <a:gd name="T18" fmla="*/ 62 w 118"/>
                  <a:gd name="T19" fmla="*/ 30 h 130"/>
                  <a:gd name="T20" fmla="*/ 60 w 118"/>
                  <a:gd name="T21" fmla="*/ 38 h 130"/>
                  <a:gd name="T22" fmla="*/ 52 w 118"/>
                  <a:gd name="T23" fmla="*/ 34 h 130"/>
                  <a:gd name="T24" fmla="*/ 40 w 118"/>
                  <a:gd name="T25" fmla="*/ 38 h 130"/>
                  <a:gd name="T26" fmla="*/ 44 w 118"/>
                  <a:gd name="T27" fmla="*/ 52 h 130"/>
                  <a:gd name="T28" fmla="*/ 36 w 118"/>
                  <a:gd name="T29" fmla="*/ 56 h 130"/>
                  <a:gd name="T30" fmla="*/ 48 w 118"/>
                  <a:gd name="T31" fmla="*/ 60 h 130"/>
                  <a:gd name="T32" fmla="*/ 60 w 118"/>
                  <a:gd name="T33" fmla="*/ 74 h 130"/>
                  <a:gd name="T34" fmla="*/ 48 w 118"/>
                  <a:gd name="T35" fmla="*/ 74 h 130"/>
                  <a:gd name="T36" fmla="*/ 44 w 118"/>
                  <a:gd name="T37" fmla="*/ 82 h 130"/>
                  <a:gd name="T38" fmla="*/ 44 w 118"/>
                  <a:gd name="T39" fmla="*/ 98 h 130"/>
                  <a:gd name="T40" fmla="*/ 36 w 118"/>
                  <a:gd name="T41" fmla="*/ 102 h 130"/>
                  <a:gd name="T42" fmla="*/ 26 w 118"/>
                  <a:gd name="T43" fmla="*/ 90 h 130"/>
                  <a:gd name="T44" fmla="*/ 22 w 118"/>
                  <a:gd name="T45" fmla="*/ 72 h 130"/>
                  <a:gd name="T46" fmla="*/ 40 w 118"/>
                  <a:gd name="T47" fmla="*/ 74 h 130"/>
                  <a:gd name="T48" fmla="*/ 36 w 118"/>
                  <a:gd name="T49" fmla="*/ 64 h 130"/>
                  <a:gd name="T50" fmla="*/ 18 w 118"/>
                  <a:gd name="T51" fmla="*/ 60 h 130"/>
                  <a:gd name="T52" fmla="*/ 66 w 118"/>
                  <a:gd name="T53" fmla="*/ 22 h 130"/>
                  <a:gd name="T54" fmla="*/ 82 w 118"/>
                  <a:gd name="T55" fmla="*/ 26 h 130"/>
                  <a:gd name="T56" fmla="*/ 74 w 118"/>
                  <a:gd name="T57" fmla="*/ 34 h 130"/>
                  <a:gd name="T58" fmla="*/ 2 w 118"/>
                  <a:gd name="T59" fmla="*/ 42 h 130"/>
                  <a:gd name="T60" fmla="*/ 0 w 118"/>
                  <a:gd name="T61" fmla="*/ 38 h 130"/>
                  <a:gd name="T62" fmla="*/ 92 w 118"/>
                  <a:gd name="T63" fmla="*/ 52 h 130"/>
                  <a:gd name="T64" fmla="*/ 60 w 118"/>
                  <a:gd name="T65" fmla="*/ 68 h 130"/>
                  <a:gd name="T66" fmla="*/ 48 w 118"/>
                  <a:gd name="T67" fmla="*/ 52 h 130"/>
                  <a:gd name="T68" fmla="*/ 62 w 118"/>
                  <a:gd name="T69" fmla="*/ 72 h 130"/>
                  <a:gd name="T70" fmla="*/ 60 w 118"/>
                  <a:gd name="T71" fmla="*/ 68 h 130"/>
                  <a:gd name="T72" fmla="*/ 14 w 118"/>
                  <a:gd name="T73" fmla="*/ 60 h 130"/>
                  <a:gd name="T74" fmla="*/ 90 w 118"/>
                  <a:gd name="T75" fmla="*/ 72 h 130"/>
                  <a:gd name="T76" fmla="*/ 90 w 118"/>
                  <a:gd name="T77" fmla="*/ 72 h 130"/>
                  <a:gd name="T78" fmla="*/ 14 w 118"/>
                  <a:gd name="T79" fmla="*/ 68 h 130"/>
                  <a:gd name="T80" fmla="*/ 10 w 118"/>
                  <a:gd name="T81" fmla="*/ 64 h 130"/>
                  <a:gd name="T82" fmla="*/ 74 w 118"/>
                  <a:gd name="T83" fmla="*/ 78 h 130"/>
                  <a:gd name="T84" fmla="*/ 18 w 118"/>
                  <a:gd name="T85" fmla="*/ 78 h 130"/>
                  <a:gd name="T86" fmla="*/ 100 w 118"/>
                  <a:gd name="T87" fmla="*/ 78 h 130"/>
                  <a:gd name="T88" fmla="*/ 92 w 118"/>
                  <a:gd name="T89" fmla="*/ 82 h 130"/>
                  <a:gd name="T90" fmla="*/ 62 w 118"/>
                  <a:gd name="T91" fmla="*/ 82 h 130"/>
                  <a:gd name="T92" fmla="*/ 74 w 118"/>
                  <a:gd name="T93" fmla="*/ 78 h 130"/>
                  <a:gd name="T94" fmla="*/ 66 w 118"/>
                  <a:gd name="T95" fmla="*/ 82 h 130"/>
                  <a:gd name="T96" fmla="*/ 74 w 118"/>
                  <a:gd name="T97" fmla="*/ 94 h 130"/>
                  <a:gd name="T98" fmla="*/ 100 w 118"/>
                  <a:gd name="T99" fmla="*/ 94 h 130"/>
                  <a:gd name="T100" fmla="*/ 104 w 118"/>
                  <a:gd name="T101" fmla="*/ 94 h 130"/>
                  <a:gd name="T102" fmla="*/ 78 w 118"/>
                  <a:gd name="T103" fmla="*/ 102 h 130"/>
                  <a:gd name="T104" fmla="*/ 66 w 118"/>
                  <a:gd name="T105" fmla="*/ 102 h 130"/>
                  <a:gd name="T106" fmla="*/ 112 w 118"/>
                  <a:gd name="T107" fmla="*/ 108 h 130"/>
                  <a:gd name="T108" fmla="*/ 44 w 118"/>
                  <a:gd name="T109" fmla="*/ 108 h 130"/>
                  <a:gd name="T110" fmla="*/ 104 w 118"/>
                  <a:gd name="T111" fmla="*/ 124 h 130"/>
                  <a:gd name="T112" fmla="*/ 62 w 118"/>
                  <a:gd name="T113" fmla="*/ 120 h 130"/>
                  <a:gd name="T114" fmla="*/ 82 w 118"/>
                  <a:gd name="T115" fmla="*/ 124 h 130"/>
                  <a:gd name="T116" fmla="*/ 78 w 118"/>
                  <a:gd name="T117" fmla="*/ 130 h 130"/>
                  <a:gd name="T118" fmla="*/ 56 w 118"/>
                  <a:gd name="T119" fmla="*/ 128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18" h="130">
                    <a:moveTo>
                      <a:pt x="18" y="52"/>
                    </a:moveTo>
                    <a:lnTo>
                      <a:pt x="18" y="56"/>
                    </a:lnTo>
                    <a:lnTo>
                      <a:pt x="14" y="52"/>
                    </a:lnTo>
                    <a:lnTo>
                      <a:pt x="14" y="56"/>
                    </a:lnTo>
                    <a:lnTo>
                      <a:pt x="14" y="52"/>
                    </a:lnTo>
                    <a:lnTo>
                      <a:pt x="10" y="52"/>
                    </a:lnTo>
                    <a:lnTo>
                      <a:pt x="10" y="48"/>
                    </a:lnTo>
                    <a:lnTo>
                      <a:pt x="6" y="48"/>
                    </a:lnTo>
                    <a:lnTo>
                      <a:pt x="6" y="46"/>
                    </a:lnTo>
                    <a:lnTo>
                      <a:pt x="6" y="42"/>
                    </a:lnTo>
                    <a:lnTo>
                      <a:pt x="2" y="42"/>
                    </a:lnTo>
                    <a:lnTo>
                      <a:pt x="6" y="42"/>
                    </a:lnTo>
                    <a:lnTo>
                      <a:pt x="6" y="38"/>
                    </a:lnTo>
                    <a:lnTo>
                      <a:pt x="6" y="42"/>
                    </a:lnTo>
                    <a:lnTo>
                      <a:pt x="6" y="38"/>
                    </a:lnTo>
                    <a:lnTo>
                      <a:pt x="6" y="34"/>
                    </a:lnTo>
                    <a:lnTo>
                      <a:pt x="10" y="34"/>
                    </a:lnTo>
                    <a:lnTo>
                      <a:pt x="14" y="30"/>
                    </a:lnTo>
                    <a:lnTo>
                      <a:pt x="14" y="26"/>
                    </a:lnTo>
                    <a:lnTo>
                      <a:pt x="18" y="26"/>
                    </a:lnTo>
                    <a:lnTo>
                      <a:pt x="18" y="22"/>
                    </a:lnTo>
                    <a:lnTo>
                      <a:pt x="18" y="18"/>
                    </a:lnTo>
                    <a:lnTo>
                      <a:pt x="22" y="18"/>
                    </a:lnTo>
                    <a:lnTo>
                      <a:pt x="26" y="18"/>
                    </a:lnTo>
                    <a:lnTo>
                      <a:pt x="30" y="18"/>
                    </a:lnTo>
                    <a:lnTo>
                      <a:pt x="30" y="16"/>
                    </a:lnTo>
                    <a:lnTo>
                      <a:pt x="32" y="12"/>
                    </a:lnTo>
                    <a:lnTo>
                      <a:pt x="36" y="12"/>
                    </a:lnTo>
                    <a:lnTo>
                      <a:pt x="36" y="16"/>
                    </a:lnTo>
                    <a:lnTo>
                      <a:pt x="40" y="16"/>
                    </a:lnTo>
                    <a:lnTo>
                      <a:pt x="40" y="12"/>
                    </a:lnTo>
                    <a:lnTo>
                      <a:pt x="44" y="8"/>
                    </a:lnTo>
                    <a:lnTo>
                      <a:pt x="48" y="12"/>
                    </a:lnTo>
                    <a:lnTo>
                      <a:pt x="48" y="8"/>
                    </a:lnTo>
                    <a:lnTo>
                      <a:pt x="52" y="8"/>
                    </a:lnTo>
                    <a:lnTo>
                      <a:pt x="56" y="8"/>
                    </a:lnTo>
                    <a:lnTo>
                      <a:pt x="60" y="8"/>
                    </a:lnTo>
                    <a:lnTo>
                      <a:pt x="60" y="4"/>
                    </a:lnTo>
                    <a:lnTo>
                      <a:pt x="62" y="4"/>
                    </a:lnTo>
                    <a:lnTo>
                      <a:pt x="66" y="4"/>
                    </a:lnTo>
                    <a:lnTo>
                      <a:pt x="66" y="8"/>
                    </a:lnTo>
                    <a:lnTo>
                      <a:pt x="70" y="8"/>
                    </a:lnTo>
                    <a:lnTo>
                      <a:pt x="74" y="8"/>
                    </a:lnTo>
                    <a:lnTo>
                      <a:pt x="74" y="12"/>
                    </a:lnTo>
                    <a:lnTo>
                      <a:pt x="78" y="12"/>
                    </a:lnTo>
                    <a:lnTo>
                      <a:pt x="82" y="12"/>
                    </a:lnTo>
                    <a:lnTo>
                      <a:pt x="86" y="8"/>
                    </a:lnTo>
                    <a:lnTo>
                      <a:pt x="86" y="12"/>
                    </a:lnTo>
                    <a:lnTo>
                      <a:pt x="90" y="12"/>
                    </a:lnTo>
                    <a:lnTo>
                      <a:pt x="90" y="8"/>
                    </a:lnTo>
                    <a:lnTo>
                      <a:pt x="90" y="4"/>
                    </a:lnTo>
                    <a:lnTo>
                      <a:pt x="90" y="0"/>
                    </a:lnTo>
                    <a:lnTo>
                      <a:pt x="92" y="0"/>
                    </a:lnTo>
                    <a:lnTo>
                      <a:pt x="92" y="4"/>
                    </a:lnTo>
                    <a:lnTo>
                      <a:pt x="96" y="4"/>
                    </a:lnTo>
                    <a:lnTo>
                      <a:pt x="96" y="8"/>
                    </a:lnTo>
                    <a:lnTo>
                      <a:pt x="96" y="12"/>
                    </a:lnTo>
                    <a:lnTo>
                      <a:pt x="92" y="12"/>
                    </a:lnTo>
                    <a:lnTo>
                      <a:pt x="92" y="16"/>
                    </a:lnTo>
                    <a:lnTo>
                      <a:pt x="92" y="18"/>
                    </a:lnTo>
                    <a:lnTo>
                      <a:pt x="90" y="18"/>
                    </a:lnTo>
                    <a:lnTo>
                      <a:pt x="90" y="22"/>
                    </a:lnTo>
                    <a:lnTo>
                      <a:pt x="90" y="18"/>
                    </a:lnTo>
                    <a:lnTo>
                      <a:pt x="86" y="18"/>
                    </a:lnTo>
                    <a:lnTo>
                      <a:pt x="82" y="18"/>
                    </a:lnTo>
                    <a:lnTo>
                      <a:pt x="78" y="18"/>
                    </a:lnTo>
                    <a:lnTo>
                      <a:pt x="74" y="16"/>
                    </a:lnTo>
                    <a:lnTo>
                      <a:pt x="70" y="18"/>
                    </a:lnTo>
                    <a:lnTo>
                      <a:pt x="66" y="18"/>
                    </a:lnTo>
                    <a:lnTo>
                      <a:pt x="66" y="16"/>
                    </a:lnTo>
                    <a:lnTo>
                      <a:pt x="66" y="18"/>
                    </a:lnTo>
                    <a:lnTo>
                      <a:pt x="62" y="18"/>
                    </a:lnTo>
                    <a:lnTo>
                      <a:pt x="62" y="22"/>
                    </a:lnTo>
                    <a:lnTo>
                      <a:pt x="60" y="22"/>
                    </a:lnTo>
                    <a:lnTo>
                      <a:pt x="60" y="18"/>
                    </a:lnTo>
                    <a:lnTo>
                      <a:pt x="56" y="18"/>
                    </a:lnTo>
                    <a:lnTo>
                      <a:pt x="56" y="22"/>
                    </a:lnTo>
                    <a:lnTo>
                      <a:pt x="56" y="26"/>
                    </a:lnTo>
                    <a:lnTo>
                      <a:pt x="60" y="26"/>
                    </a:lnTo>
                    <a:lnTo>
                      <a:pt x="62" y="30"/>
                    </a:lnTo>
                    <a:lnTo>
                      <a:pt x="66" y="30"/>
                    </a:lnTo>
                    <a:lnTo>
                      <a:pt x="66" y="34"/>
                    </a:lnTo>
                    <a:lnTo>
                      <a:pt x="62" y="34"/>
                    </a:lnTo>
                    <a:lnTo>
                      <a:pt x="62" y="30"/>
                    </a:lnTo>
                    <a:lnTo>
                      <a:pt x="60" y="30"/>
                    </a:lnTo>
                    <a:lnTo>
                      <a:pt x="56" y="30"/>
                    </a:lnTo>
                    <a:lnTo>
                      <a:pt x="60" y="34"/>
                    </a:lnTo>
                    <a:lnTo>
                      <a:pt x="60" y="38"/>
                    </a:lnTo>
                    <a:lnTo>
                      <a:pt x="56" y="34"/>
                    </a:lnTo>
                    <a:lnTo>
                      <a:pt x="56" y="30"/>
                    </a:lnTo>
                    <a:lnTo>
                      <a:pt x="52" y="30"/>
                    </a:lnTo>
                    <a:lnTo>
                      <a:pt x="52" y="34"/>
                    </a:lnTo>
                    <a:lnTo>
                      <a:pt x="56" y="34"/>
                    </a:lnTo>
                    <a:lnTo>
                      <a:pt x="56" y="38"/>
                    </a:lnTo>
                    <a:lnTo>
                      <a:pt x="52" y="38"/>
                    </a:lnTo>
                    <a:lnTo>
                      <a:pt x="52" y="34"/>
                    </a:lnTo>
                    <a:lnTo>
                      <a:pt x="52" y="30"/>
                    </a:lnTo>
                    <a:lnTo>
                      <a:pt x="48" y="30"/>
                    </a:lnTo>
                    <a:lnTo>
                      <a:pt x="44" y="26"/>
                    </a:lnTo>
                    <a:lnTo>
                      <a:pt x="44" y="22"/>
                    </a:lnTo>
                    <a:lnTo>
                      <a:pt x="40" y="26"/>
                    </a:lnTo>
                    <a:lnTo>
                      <a:pt x="40" y="30"/>
                    </a:lnTo>
                    <a:lnTo>
                      <a:pt x="40" y="34"/>
                    </a:lnTo>
                    <a:lnTo>
                      <a:pt x="40" y="38"/>
                    </a:lnTo>
                    <a:lnTo>
                      <a:pt x="44" y="42"/>
                    </a:lnTo>
                    <a:lnTo>
                      <a:pt x="44" y="46"/>
                    </a:lnTo>
                    <a:lnTo>
                      <a:pt x="48" y="46"/>
                    </a:lnTo>
                    <a:lnTo>
                      <a:pt x="48" y="48"/>
                    </a:lnTo>
                    <a:lnTo>
                      <a:pt x="52" y="48"/>
                    </a:lnTo>
                    <a:lnTo>
                      <a:pt x="52" y="52"/>
                    </a:lnTo>
                    <a:lnTo>
                      <a:pt x="48" y="52"/>
                    </a:lnTo>
                    <a:lnTo>
                      <a:pt x="44" y="52"/>
                    </a:lnTo>
                    <a:lnTo>
                      <a:pt x="48" y="52"/>
                    </a:lnTo>
                    <a:lnTo>
                      <a:pt x="48" y="48"/>
                    </a:lnTo>
                    <a:lnTo>
                      <a:pt x="44" y="48"/>
                    </a:lnTo>
                    <a:lnTo>
                      <a:pt x="44" y="52"/>
                    </a:lnTo>
                    <a:lnTo>
                      <a:pt x="48" y="52"/>
                    </a:lnTo>
                    <a:lnTo>
                      <a:pt x="44" y="56"/>
                    </a:lnTo>
                    <a:lnTo>
                      <a:pt x="40" y="56"/>
                    </a:lnTo>
                    <a:lnTo>
                      <a:pt x="36" y="56"/>
                    </a:lnTo>
                    <a:lnTo>
                      <a:pt x="40" y="56"/>
                    </a:lnTo>
                    <a:lnTo>
                      <a:pt x="40" y="60"/>
                    </a:lnTo>
                    <a:lnTo>
                      <a:pt x="40" y="56"/>
                    </a:lnTo>
                    <a:lnTo>
                      <a:pt x="40" y="60"/>
                    </a:lnTo>
                    <a:lnTo>
                      <a:pt x="44" y="60"/>
                    </a:lnTo>
                    <a:lnTo>
                      <a:pt x="48" y="60"/>
                    </a:lnTo>
                    <a:lnTo>
                      <a:pt x="48" y="64"/>
                    </a:lnTo>
                    <a:lnTo>
                      <a:pt x="48" y="60"/>
                    </a:lnTo>
                    <a:lnTo>
                      <a:pt x="52" y="64"/>
                    </a:lnTo>
                    <a:lnTo>
                      <a:pt x="48" y="64"/>
                    </a:lnTo>
                    <a:lnTo>
                      <a:pt x="52" y="64"/>
                    </a:lnTo>
                    <a:lnTo>
                      <a:pt x="56" y="64"/>
                    </a:lnTo>
                    <a:lnTo>
                      <a:pt x="56" y="68"/>
                    </a:lnTo>
                    <a:lnTo>
                      <a:pt x="60" y="68"/>
                    </a:lnTo>
                    <a:lnTo>
                      <a:pt x="60" y="72"/>
                    </a:lnTo>
                    <a:lnTo>
                      <a:pt x="60" y="74"/>
                    </a:lnTo>
                    <a:lnTo>
                      <a:pt x="60" y="78"/>
                    </a:lnTo>
                    <a:lnTo>
                      <a:pt x="60" y="82"/>
                    </a:lnTo>
                    <a:lnTo>
                      <a:pt x="60" y="78"/>
                    </a:lnTo>
                    <a:lnTo>
                      <a:pt x="56" y="78"/>
                    </a:lnTo>
                    <a:lnTo>
                      <a:pt x="52" y="74"/>
                    </a:lnTo>
                    <a:lnTo>
                      <a:pt x="56" y="74"/>
                    </a:lnTo>
                    <a:lnTo>
                      <a:pt x="52" y="74"/>
                    </a:lnTo>
                    <a:lnTo>
                      <a:pt x="48" y="74"/>
                    </a:lnTo>
                    <a:lnTo>
                      <a:pt x="44" y="74"/>
                    </a:lnTo>
                    <a:lnTo>
                      <a:pt x="44" y="78"/>
                    </a:lnTo>
                    <a:lnTo>
                      <a:pt x="48" y="78"/>
                    </a:lnTo>
                    <a:lnTo>
                      <a:pt x="48" y="82"/>
                    </a:lnTo>
                    <a:lnTo>
                      <a:pt x="52" y="82"/>
                    </a:lnTo>
                    <a:lnTo>
                      <a:pt x="52" y="86"/>
                    </a:lnTo>
                    <a:lnTo>
                      <a:pt x="48" y="86"/>
                    </a:lnTo>
                    <a:lnTo>
                      <a:pt x="44" y="82"/>
                    </a:lnTo>
                    <a:lnTo>
                      <a:pt x="40" y="82"/>
                    </a:lnTo>
                    <a:lnTo>
                      <a:pt x="40" y="86"/>
                    </a:lnTo>
                    <a:lnTo>
                      <a:pt x="44" y="86"/>
                    </a:lnTo>
                    <a:lnTo>
                      <a:pt x="44" y="90"/>
                    </a:lnTo>
                    <a:lnTo>
                      <a:pt x="44" y="94"/>
                    </a:lnTo>
                    <a:lnTo>
                      <a:pt x="44" y="98"/>
                    </a:lnTo>
                    <a:lnTo>
                      <a:pt x="48" y="98"/>
                    </a:lnTo>
                    <a:lnTo>
                      <a:pt x="44" y="98"/>
                    </a:lnTo>
                    <a:lnTo>
                      <a:pt x="44" y="102"/>
                    </a:lnTo>
                    <a:lnTo>
                      <a:pt x="48" y="102"/>
                    </a:lnTo>
                    <a:lnTo>
                      <a:pt x="48" y="104"/>
                    </a:lnTo>
                    <a:lnTo>
                      <a:pt x="44" y="102"/>
                    </a:lnTo>
                    <a:lnTo>
                      <a:pt x="40" y="98"/>
                    </a:lnTo>
                    <a:lnTo>
                      <a:pt x="36" y="102"/>
                    </a:lnTo>
                    <a:lnTo>
                      <a:pt x="36" y="104"/>
                    </a:lnTo>
                    <a:lnTo>
                      <a:pt x="36" y="102"/>
                    </a:lnTo>
                    <a:lnTo>
                      <a:pt x="36" y="98"/>
                    </a:lnTo>
                    <a:lnTo>
                      <a:pt x="32" y="98"/>
                    </a:lnTo>
                    <a:lnTo>
                      <a:pt x="32" y="94"/>
                    </a:lnTo>
                    <a:lnTo>
                      <a:pt x="30" y="94"/>
                    </a:lnTo>
                    <a:lnTo>
                      <a:pt x="30" y="98"/>
                    </a:lnTo>
                    <a:lnTo>
                      <a:pt x="26" y="98"/>
                    </a:lnTo>
                    <a:lnTo>
                      <a:pt x="26" y="94"/>
                    </a:lnTo>
                    <a:lnTo>
                      <a:pt x="26" y="90"/>
                    </a:lnTo>
                    <a:lnTo>
                      <a:pt x="26" y="86"/>
                    </a:lnTo>
                    <a:lnTo>
                      <a:pt x="26" y="82"/>
                    </a:lnTo>
                    <a:lnTo>
                      <a:pt x="22" y="82"/>
                    </a:lnTo>
                    <a:lnTo>
                      <a:pt x="22" y="78"/>
                    </a:lnTo>
                    <a:lnTo>
                      <a:pt x="18" y="78"/>
                    </a:lnTo>
                    <a:lnTo>
                      <a:pt x="18" y="74"/>
                    </a:lnTo>
                    <a:lnTo>
                      <a:pt x="22" y="74"/>
                    </a:lnTo>
                    <a:lnTo>
                      <a:pt x="22" y="72"/>
                    </a:lnTo>
                    <a:lnTo>
                      <a:pt x="26" y="72"/>
                    </a:lnTo>
                    <a:lnTo>
                      <a:pt x="26" y="68"/>
                    </a:lnTo>
                    <a:lnTo>
                      <a:pt x="30" y="68"/>
                    </a:lnTo>
                    <a:lnTo>
                      <a:pt x="32" y="68"/>
                    </a:lnTo>
                    <a:lnTo>
                      <a:pt x="32" y="72"/>
                    </a:lnTo>
                    <a:lnTo>
                      <a:pt x="36" y="72"/>
                    </a:lnTo>
                    <a:lnTo>
                      <a:pt x="40" y="72"/>
                    </a:lnTo>
                    <a:lnTo>
                      <a:pt x="40" y="74"/>
                    </a:lnTo>
                    <a:lnTo>
                      <a:pt x="44" y="74"/>
                    </a:lnTo>
                    <a:lnTo>
                      <a:pt x="44" y="72"/>
                    </a:lnTo>
                    <a:lnTo>
                      <a:pt x="48" y="72"/>
                    </a:lnTo>
                    <a:lnTo>
                      <a:pt x="44" y="72"/>
                    </a:lnTo>
                    <a:lnTo>
                      <a:pt x="40" y="72"/>
                    </a:lnTo>
                    <a:lnTo>
                      <a:pt x="40" y="68"/>
                    </a:lnTo>
                    <a:lnTo>
                      <a:pt x="36" y="68"/>
                    </a:lnTo>
                    <a:lnTo>
                      <a:pt x="36" y="64"/>
                    </a:lnTo>
                    <a:lnTo>
                      <a:pt x="36" y="68"/>
                    </a:lnTo>
                    <a:lnTo>
                      <a:pt x="32" y="68"/>
                    </a:lnTo>
                    <a:lnTo>
                      <a:pt x="30" y="68"/>
                    </a:lnTo>
                    <a:lnTo>
                      <a:pt x="26" y="68"/>
                    </a:lnTo>
                    <a:lnTo>
                      <a:pt x="22" y="68"/>
                    </a:lnTo>
                    <a:lnTo>
                      <a:pt x="18" y="68"/>
                    </a:lnTo>
                    <a:lnTo>
                      <a:pt x="18" y="64"/>
                    </a:lnTo>
                    <a:lnTo>
                      <a:pt x="18" y="60"/>
                    </a:lnTo>
                    <a:lnTo>
                      <a:pt x="14" y="60"/>
                    </a:lnTo>
                    <a:lnTo>
                      <a:pt x="14" y="56"/>
                    </a:lnTo>
                    <a:lnTo>
                      <a:pt x="18" y="56"/>
                    </a:lnTo>
                    <a:lnTo>
                      <a:pt x="18" y="52"/>
                    </a:lnTo>
                    <a:lnTo>
                      <a:pt x="18" y="52"/>
                    </a:lnTo>
                    <a:lnTo>
                      <a:pt x="18" y="52"/>
                    </a:lnTo>
                    <a:close/>
                    <a:moveTo>
                      <a:pt x="70" y="22"/>
                    </a:moveTo>
                    <a:lnTo>
                      <a:pt x="66" y="22"/>
                    </a:lnTo>
                    <a:lnTo>
                      <a:pt x="66" y="18"/>
                    </a:lnTo>
                    <a:lnTo>
                      <a:pt x="70" y="18"/>
                    </a:lnTo>
                    <a:lnTo>
                      <a:pt x="70" y="22"/>
                    </a:lnTo>
                    <a:lnTo>
                      <a:pt x="70" y="22"/>
                    </a:lnTo>
                    <a:lnTo>
                      <a:pt x="70" y="22"/>
                    </a:lnTo>
                    <a:close/>
                    <a:moveTo>
                      <a:pt x="82" y="26"/>
                    </a:moveTo>
                    <a:lnTo>
                      <a:pt x="86" y="26"/>
                    </a:lnTo>
                    <a:lnTo>
                      <a:pt x="82" y="26"/>
                    </a:lnTo>
                    <a:lnTo>
                      <a:pt x="82" y="26"/>
                    </a:lnTo>
                    <a:lnTo>
                      <a:pt x="82" y="26"/>
                    </a:lnTo>
                    <a:close/>
                    <a:moveTo>
                      <a:pt x="82" y="34"/>
                    </a:moveTo>
                    <a:lnTo>
                      <a:pt x="78" y="38"/>
                    </a:lnTo>
                    <a:lnTo>
                      <a:pt x="78" y="42"/>
                    </a:lnTo>
                    <a:lnTo>
                      <a:pt x="78" y="38"/>
                    </a:lnTo>
                    <a:lnTo>
                      <a:pt x="74" y="38"/>
                    </a:lnTo>
                    <a:lnTo>
                      <a:pt x="74" y="34"/>
                    </a:lnTo>
                    <a:lnTo>
                      <a:pt x="78" y="34"/>
                    </a:lnTo>
                    <a:lnTo>
                      <a:pt x="78" y="38"/>
                    </a:lnTo>
                    <a:lnTo>
                      <a:pt x="78" y="34"/>
                    </a:lnTo>
                    <a:lnTo>
                      <a:pt x="82" y="34"/>
                    </a:lnTo>
                    <a:lnTo>
                      <a:pt x="82" y="34"/>
                    </a:lnTo>
                    <a:lnTo>
                      <a:pt x="82" y="34"/>
                    </a:lnTo>
                    <a:close/>
                    <a:moveTo>
                      <a:pt x="0" y="38"/>
                    </a:moveTo>
                    <a:lnTo>
                      <a:pt x="2" y="42"/>
                    </a:lnTo>
                    <a:lnTo>
                      <a:pt x="0" y="42"/>
                    </a:lnTo>
                    <a:lnTo>
                      <a:pt x="2" y="42"/>
                    </a:lnTo>
                    <a:lnTo>
                      <a:pt x="2" y="46"/>
                    </a:lnTo>
                    <a:lnTo>
                      <a:pt x="2" y="48"/>
                    </a:lnTo>
                    <a:lnTo>
                      <a:pt x="0" y="46"/>
                    </a:lnTo>
                    <a:lnTo>
                      <a:pt x="0" y="42"/>
                    </a:lnTo>
                    <a:lnTo>
                      <a:pt x="0" y="38"/>
                    </a:lnTo>
                    <a:lnTo>
                      <a:pt x="0" y="38"/>
                    </a:lnTo>
                    <a:lnTo>
                      <a:pt x="0" y="38"/>
                    </a:lnTo>
                    <a:close/>
                    <a:moveTo>
                      <a:pt x="92" y="48"/>
                    </a:moveTo>
                    <a:lnTo>
                      <a:pt x="96" y="52"/>
                    </a:lnTo>
                    <a:lnTo>
                      <a:pt x="96" y="56"/>
                    </a:lnTo>
                    <a:lnTo>
                      <a:pt x="92" y="56"/>
                    </a:lnTo>
                    <a:lnTo>
                      <a:pt x="90" y="56"/>
                    </a:lnTo>
                    <a:lnTo>
                      <a:pt x="90" y="52"/>
                    </a:lnTo>
                    <a:lnTo>
                      <a:pt x="92" y="52"/>
                    </a:lnTo>
                    <a:lnTo>
                      <a:pt x="90" y="52"/>
                    </a:lnTo>
                    <a:lnTo>
                      <a:pt x="86" y="52"/>
                    </a:lnTo>
                    <a:lnTo>
                      <a:pt x="86" y="48"/>
                    </a:lnTo>
                    <a:lnTo>
                      <a:pt x="90" y="48"/>
                    </a:lnTo>
                    <a:lnTo>
                      <a:pt x="92" y="48"/>
                    </a:lnTo>
                    <a:lnTo>
                      <a:pt x="92" y="48"/>
                    </a:lnTo>
                    <a:lnTo>
                      <a:pt x="92" y="48"/>
                    </a:lnTo>
                    <a:close/>
                    <a:moveTo>
                      <a:pt x="60" y="68"/>
                    </a:moveTo>
                    <a:lnTo>
                      <a:pt x="56" y="68"/>
                    </a:lnTo>
                    <a:lnTo>
                      <a:pt x="56" y="64"/>
                    </a:lnTo>
                    <a:lnTo>
                      <a:pt x="52" y="64"/>
                    </a:lnTo>
                    <a:lnTo>
                      <a:pt x="52" y="60"/>
                    </a:lnTo>
                    <a:lnTo>
                      <a:pt x="48" y="56"/>
                    </a:lnTo>
                    <a:lnTo>
                      <a:pt x="44" y="56"/>
                    </a:lnTo>
                    <a:lnTo>
                      <a:pt x="48" y="56"/>
                    </a:lnTo>
                    <a:lnTo>
                      <a:pt x="48" y="52"/>
                    </a:lnTo>
                    <a:lnTo>
                      <a:pt x="52" y="56"/>
                    </a:lnTo>
                    <a:lnTo>
                      <a:pt x="52" y="60"/>
                    </a:lnTo>
                    <a:lnTo>
                      <a:pt x="56" y="60"/>
                    </a:lnTo>
                    <a:lnTo>
                      <a:pt x="60" y="60"/>
                    </a:lnTo>
                    <a:lnTo>
                      <a:pt x="62" y="60"/>
                    </a:lnTo>
                    <a:lnTo>
                      <a:pt x="62" y="64"/>
                    </a:lnTo>
                    <a:lnTo>
                      <a:pt x="62" y="68"/>
                    </a:lnTo>
                    <a:lnTo>
                      <a:pt x="62" y="72"/>
                    </a:lnTo>
                    <a:lnTo>
                      <a:pt x="66" y="72"/>
                    </a:lnTo>
                    <a:lnTo>
                      <a:pt x="66" y="74"/>
                    </a:lnTo>
                    <a:lnTo>
                      <a:pt x="62" y="74"/>
                    </a:lnTo>
                    <a:lnTo>
                      <a:pt x="62" y="72"/>
                    </a:lnTo>
                    <a:lnTo>
                      <a:pt x="62" y="68"/>
                    </a:lnTo>
                    <a:lnTo>
                      <a:pt x="60" y="68"/>
                    </a:lnTo>
                    <a:lnTo>
                      <a:pt x="60" y="68"/>
                    </a:lnTo>
                    <a:lnTo>
                      <a:pt x="60" y="68"/>
                    </a:lnTo>
                    <a:close/>
                    <a:moveTo>
                      <a:pt x="66" y="60"/>
                    </a:moveTo>
                    <a:lnTo>
                      <a:pt x="66" y="56"/>
                    </a:lnTo>
                    <a:lnTo>
                      <a:pt x="70" y="60"/>
                    </a:lnTo>
                    <a:lnTo>
                      <a:pt x="66" y="60"/>
                    </a:lnTo>
                    <a:lnTo>
                      <a:pt x="66" y="60"/>
                    </a:lnTo>
                    <a:lnTo>
                      <a:pt x="66" y="60"/>
                    </a:lnTo>
                    <a:close/>
                    <a:moveTo>
                      <a:pt x="14" y="56"/>
                    </a:moveTo>
                    <a:lnTo>
                      <a:pt x="14" y="60"/>
                    </a:lnTo>
                    <a:lnTo>
                      <a:pt x="14" y="64"/>
                    </a:lnTo>
                    <a:lnTo>
                      <a:pt x="10" y="64"/>
                    </a:lnTo>
                    <a:lnTo>
                      <a:pt x="10" y="60"/>
                    </a:lnTo>
                    <a:lnTo>
                      <a:pt x="10" y="56"/>
                    </a:lnTo>
                    <a:lnTo>
                      <a:pt x="14" y="56"/>
                    </a:lnTo>
                    <a:lnTo>
                      <a:pt x="14" y="56"/>
                    </a:lnTo>
                    <a:lnTo>
                      <a:pt x="14" y="56"/>
                    </a:lnTo>
                    <a:close/>
                    <a:moveTo>
                      <a:pt x="90" y="72"/>
                    </a:moveTo>
                    <a:lnTo>
                      <a:pt x="86" y="72"/>
                    </a:lnTo>
                    <a:lnTo>
                      <a:pt x="86" y="68"/>
                    </a:lnTo>
                    <a:lnTo>
                      <a:pt x="90" y="68"/>
                    </a:lnTo>
                    <a:lnTo>
                      <a:pt x="86" y="64"/>
                    </a:lnTo>
                    <a:lnTo>
                      <a:pt x="90" y="64"/>
                    </a:lnTo>
                    <a:lnTo>
                      <a:pt x="90" y="68"/>
                    </a:lnTo>
                    <a:lnTo>
                      <a:pt x="90" y="72"/>
                    </a:lnTo>
                    <a:lnTo>
                      <a:pt x="90" y="72"/>
                    </a:lnTo>
                    <a:lnTo>
                      <a:pt x="90" y="72"/>
                    </a:lnTo>
                    <a:close/>
                    <a:moveTo>
                      <a:pt x="14" y="68"/>
                    </a:moveTo>
                    <a:lnTo>
                      <a:pt x="10" y="68"/>
                    </a:lnTo>
                    <a:lnTo>
                      <a:pt x="10" y="64"/>
                    </a:lnTo>
                    <a:lnTo>
                      <a:pt x="14" y="64"/>
                    </a:lnTo>
                    <a:lnTo>
                      <a:pt x="14" y="68"/>
                    </a:lnTo>
                    <a:lnTo>
                      <a:pt x="14" y="68"/>
                    </a:lnTo>
                    <a:lnTo>
                      <a:pt x="14" y="68"/>
                    </a:lnTo>
                    <a:close/>
                    <a:moveTo>
                      <a:pt x="10" y="64"/>
                    </a:moveTo>
                    <a:lnTo>
                      <a:pt x="10" y="68"/>
                    </a:lnTo>
                    <a:lnTo>
                      <a:pt x="14" y="72"/>
                    </a:lnTo>
                    <a:lnTo>
                      <a:pt x="10" y="72"/>
                    </a:lnTo>
                    <a:lnTo>
                      <a:pt x="6" y="72"/>
                    </a:lnTo>
                    <a:lnTo>
                      <a:pt x="6" y="68"/>
                    </a:lnTo>
                    <a:lnTo>
                      <a:pt x="10" y="68"/>
                    </a:lnTo>
                    <a:lnTo>
                      <a:pt x="10" y="64"/>
                    </a:lnTo>
                    <a:lnTo>
                      <a:pt x="10" y="64"/>
                    </a:lnTo>
                    <a:lnTo>
                      <a:pt x="10" y="64"/>
                    </a:lnTo>
                    <a:close/>
                    <a:moveTo>
                      <a:pt x="74" y="78"/>
                    </a:moveTo>
                    <a:lnTo>
                      <a:pt x="70" y="78"/>
                    </a:lnTo>
                    <a:lnTo>
                      <a:pt x="70" y="74"/>
                    </a:lnTo>
                    <a:lnTo>
                      <a:pt x="74" y="74"/>
                    </a:lnTo>
                    <a:lnTo>
                      <a:pt x="74" y="78"/>
                    </a:lnTo>
                    <a:lnTo>
                      <a:pt x="74" y="78"/>
                    </a:lnTo>
                    <a:lnTo>
                      <a:pt x="74" y="78"/>
                    </a:lnTo>
                    <a:close/>
                    <a:moveTo>
                      <a:pt x="14" y="82"/>
                    </a:moveTo>
                    <a:lnTo>
                      <a:pt x="14" y="78"/>
                    </a:lnTo>
                    <a:lnTo>
                      <a:pt x="10" y="78"/>
                    </a:lnTo>
                    <a:lnTo>
                      <a:pt x="10" y="74"/>
                    </a:lnTo>
                    <a:lnTo>
                      <a:pt x="14" y="74"/>
                    </a:lnTo>
                    <a:lnTo>
                      <a:pt x="14" y="78"/>
                    </a:lnTo>
                    <a:lnTo>
                      <a:pt x="18" y="78"/>
                    </a:lnTo>
                    <a:lnTo>
                      <a:pt x="14" y="78"/>
                    </a:lnTo>
                    <a:lnTo>
                      <a:pt x="14" y="82"/>
                    </a:lnTo>
                    <a:lnTo>
                      <a:pt x="14" y="82"/>
                    </a:lnTo>
                    <a:lnTo>
                      <a:pt x="14" y="82"/>
                    </a:lnTo>
                    <a:close/>
                    <a:moveTo>
                      <a:pt x="100" y="82"/>
                    </a:moveTo>
                    <a:lnTo>
                      <a:pt x="100" y="78"/>
                    </a:lnTo>
                    <a:lnTo>
                      <a:pt x="96" y="78"/>
                    </a:lnTo>
                    <a:lnTo>
                      <a:pt x="100" y="78"/>
                    </a:lnTo>
                    <a:lnTo>
                      <a:pt x="104" y="78"/>
                    </a:lnTo>
                    <a:lnTo>
                      <a:pt x="100" y="78"/>
                    </a:lnTo>
                    <a:lnTo>
                      <a:pt x="100" y="82"/>
                    </a:lnTo>
                    <a:lnTo>
                      <a:pt x="100" y="82"/>
                    </a:lnTo>
                    <a:lnTo>
                      <a:pt x="100" y="82"/>
                    </a:lnTo>
                    <a:close/>
                    <a:moveTo>
                      <a:pt x="90" y="82"/>
                    </a:moveTo>
                    <a:lnTo>
                      <a:pt x="92" y="78"/>
                    </a:lnTo>
                    <a:lnTo>
                      <a:pt x="92" y="82"/>
                    </a:lnTo>
                    <a:lnTo>
                      <a:pt x="90" y="82"/>
                    </a:lnTo>
                    <a:lnTo>
                      <a:pt x="90" y="82"/>
                    </a:lnTo>
                    <a:lnTo>
                      <a:pt x="90" y="82"/>
                    </a:lnTo>
                    <a:close/>
                    <a:moveTo>
                      <a:pt x="62" y="82"/>
                    </a:moveTo>
                    <a:lnTo>
                      <a:pt x="62" y="78"/>
                    </a:lnTo>
                    <a:lnTo>
                      <a:pt x="66" y="78"/>
                    </a:lnTo>
                    <a:lnTo>
                      <a:pt x="66" y="82"/>
                    </a:lnTo>
                    <a:lnTo>
                      <a:pt x="62" y="82"/>
                    </a:lnTo>
                    <a:lnTo>
                      <a:pt x="62" y="82"/>
                    </a:lnTo>
                    <a:lnTo>
                      <a:pt x="62" y="82"/>
                    </a:lnTo>
                    <a:close/>
                    <a:moveTo>
                      <a:pt x="74" y="78"/>
                    </a:moveTo>
                    <a:lnTo>
                      <a:pt x="74" y="82"/>
                    </a:lnTo>
                    <a:lnTo>
                      <a:pt x="78" y="82"/>
                    </a:lnTo>
                    <a:lnTo>
                      <a:pt x="74" y="82"/>
                    </a:lnTo>
                    <a:lnTo>
                      <a:pt x="74" y="78"/>
                    </a:lnTo>
                    <a:lnTo>
                      <a:pt x="74" y="78"/>
                    </a:lnTo>
                    <a:lnTo>
                      <a:pt x="74" y="78"/>
                    </a:lnTo>
                    <a:close/>
                    <a:moveTo>
                      <a:pt x="66" y="82"/>
                    </a:moveTo>
                    <a:lnTo>
                      <a:pt x="66" y="86"/>
                    </a:lnTo>
                    <a:lnTo>
                      <a:pt x="62" y="86"/>
                    </a:lnTo>
                    <a:lnTo>
                      <a:pt x="66" y="86"/>
                    </a:lnTo>
                    <a:lnTo>
                      <a:pt x="66" y="82"/>
                    </a:lnTo>
                    <a:lnTo>
                      <a:pt x="66" y="82"/>
                    </a:lnTo>
                    <a:lnTo>
                      <a:pt x="66" y="82"/>
                    </a:lnTo>
                    <a:close/>
                    <a:moveTo>
                      <a:pt x="82" y="94"/>
                    </a:moveTo>
                    <a:lnTo>
                      <a:pt x="78" y="90"/>
                    </a:lnTo>
                    <a:lnTo>
                      <a:pt x="82" y="90"/>
                    </a:lnTo>
                    <a:lnTo>
                      <a:pt x="82" y="94"/>
                    </a:lnTo>
                    <a:lnTo>
                      <a:pt x="82" y="94"/>
                    </a:lnTo>
                    <a:lnTo>
                      <a:pt x="82" y="94"/>
                    </a:lnTo>
                    <a:close/>
                    <a:moveTo>
                      <a:pt x="78" y="94"/>
                    </a:moveTo>
                    <a:lnTo>
                      <a:pt x="74" y="94"/>
                    </a:lnTo>
                    <a:lnTo>
                      <a:pt x="74" y="90"/>
                    </a:lnTo>
                    <a:lnTo>
                      <a:pt x="78" y="90"/>
                    </a:lnTo>
                    <a:lnTo>
                      <a:pt x="78" y="94"/>
                    </a:lnTo>
                    <a:lnTo>
                      <a:pt x="78" y="94"/>
                    </a:lnTo>
                    <a:lnTo>
                      <a:pt x="78" y="94"/>
                    </a:lnTo>
                    <a:close/>
                    <a:moveTo>
                      <a:pt x="100" y="94"/>
                    </a:moveTo>
                    <a:lnTo>
                      <a:pt x="100" y="90"/>
                    </a:lnTo>
                    <a:lnTo>
                      <a:pt x="100" y="94"/>
                    </a:lnTo>
                    <a:lnTo>
                      <a:pt x="104" y="94"/>
                    </a:lnTo>
                    <a:lnTo>
                      <a:pt x="100" y="94"/>
                    </a:lnTo>
                    <a:lnTo>
                      <a:pt x="100" y="94"/>
                    </a:lnTo>
                    <a:lnTo>
                      <a:pt x="100" y="94"/>
                    </a:lnTo>
                    <a:close/>
                    <a:moveTo>
                      <a:pt x="100" y="102"/>
                    </a:moveTo>
                    <a:lnTo>
                      <a:pt x="100" y="98"/>
                    </a:lnTo>
                    <a:lnTo>
                      <a:pt x="104" y="98"/>
                    </a:lnTo>
                    <a:lnTo>
                      <a:pt x="104" y="94"/>
                    </a:lnTo>
                    <a:lnTo>
                      <a:pt x="108" y="94"/>
                    </a:lnTo>
                    <a:lnTo>
                      <a:pt x="108" y="98"/>
                    </a:lnTo>
                    <a:lnTo>
                      <a:pt x="104" y="98"/>
                    </a:lnTo>
                    <a:lnTo>
                      <a:pt x="100" y="98"/>
                    </a:lnTo>
                    <a:lnTo>
                      <a:pt x="100" y="102"/>
                    </a:lnTo>
                    <a:lnTo>
                      <a:pt x="100" y="102"/>
                    </a:lnTo>
                    <a:lnTo>
                      <a:pt x="100" y="102"/>
                    </a:lnTo>
                    <a:close/>
                    <a:moveTo>
                      <a:pt x="78" y="102"/>
                    </a:moveTo>
                    <a:lnTo>
                      <a:pt x="78" y="98"/>
                    </a:lnTo>
                    <a:lnTo>
                      <a:pt x="78" y="102"/>
                    </a:lnTo>
                    <a:lnTo>
                      <a:pt x="78" y="102"/>
                    </a:lnTo>
                    <a:lnTo>
                      <a:pt x="78" y="102"/>
                    </a:lnTo>
                    <a:close/>
                    <a:moveTo>
                      <a:pt x="62" y="102"/>
                    </a:moveTo>
                    <a:lnTo>
                      <a:pt x="62" y="98"/>
                    </a:lnTo>
                    <a:lnTo>
                      <a:pt x="66" y="98"/>
                    </a:lnTo>
                    <a:lnTo>
                      <a:pt x="66" y="102"/>
                    </a:lnTo>
                    <a:lnTo>
                      <a:pt x="62" y="102"/>
                    </a:lnTo>
                    <a:lnTo>
                      <a:pt x="62" y="102"/>
                    </a:lnTo>
                    <a:lnTo>
                      <a:pt x="62" y="102"/>
                    </a:lnTo>
                    <a:close/>
                    <a:moveTo>
                      <a:pt x="118" y="104"/>
                    </a:moveTo>
                    <a:lnTo>
                      <a:pt x="118" y="108"/>
                    </a:lnTo>
                    <a:lnTo>
                      <a:pt x="116" y="112"/>
                    </a:lnTo>
                    <a:lnTo>
                      <a:pt x="112" y="112"/>
                    </a:lnTo>
                    <a:lnTo>
                      <a:pt x="112" y="108"/>
                    </a:lnTo>
                    <a:lnTo>
                      <a:pt x="116" y="108"/>
                    </a:lnTo>
                    <a:lnTo>
                      <a:pt x="116" y="104"/>
                    </a:lnTo>
                    <a:lnTo>
                      <a:pt x="118" y="104"/>
                    </a:lnTo>
                    <a:lnTo>
                      <a:pt x="118" y="104"/>
                    </a:lnTo>
                    <a:lnTo>
                      <a:pt x="118" y="104"/>
                    </a:lnTo>
                    <a:close/>
                    <a:moveTo>
                      <a:pt x="44" y="104"/>
                    </a:moveTo>
                    <a:lnTo>
                      <a:pt x="48" y="108"/>
                    </a:lnTo>
                    <a:lnTo>
                      <a:pt x="44" y="108"/>
                    </a:lnTo>
                    <a:lnTo>
                      <a:pt x="44" y="104"/>
                    </a:lnTo>
                    <a:lnTo>
                      <a:pt x="44" y="104"/>
                    </a:lnTo>
                    <a:lnTo>
                      <a:pt x="44" y="104"/>
                    </a:lnTo>
                    <a:close/>
                    <a:moveTo>
                      <a:pt x="104" y="124"/>
                    </a:moveTo>
                    <a:lnTo>
                      <a:pt x="104" y="120"/>
                    </a:lnTo>
                    <a:lnTo>
                      <a:pt x="104" y="116"/>
                    </a:lnTo>
                    <a:lnTo>
                      <a:pt x="104" y="120"/>
                    </a:lnTo>
                    <a:lnTo>
                      <a:pt x="104" y="124"/>
                    </a:lnTo>
                    <a:lnTo>
                      <a:pt x="104" y="124"/>
                    </a:lnTo>
                    <a:lnTo>
                      <a:pt x="104" y="124"/>
                    </a:lnTo>
                    <a:close/>
                    <a:moveTo>
                      <a:pt x="56" y="128"/>
                    </a:moveTo>
                    <a:lnTo>
                      <a:pt x="52" y="128"/>
                    </a:lnTo>
                    <a:lnTo>
                      <a:pt x="52" y="120"/>
                    </a:lnTo>
                    <a:lnTo>
                      <a:pt x="56" y="120"/>
                    </a:lnTo>
                    <a:lnTo>
                      <a:pt x="60" y="120"/>
                    </a:lnTo>
                    <a:lnTo>
                      <a:pt x="62" y="120"/>
                    </a:lnTo>
                    <a:lnTo>
                      <a:pt x="60" y="124"/>
                    </a:lnTo>
                    <a:lnTo>
                      <a:pt x="62" y="124"/>
                    </a:lnTo>
                    <a:lnTo>
                      <a:pt x="66" y="124"/>
                    </a:lnTo>
                    <a:lnTo>
                      <a:pt x="70" y="124"/>
                    </a:lnTo>
                    <a:lnTo>
                      <a:pt x="74" y="124"/>
                    </a:lnTo>
                    <a:lnTo>
                      <a:pt x="78" y="124"/>
                    </a:lnTo>
                    <a:lnTo>
                      <a:pt x="82" y="128"/>
                    </a:lnTo>
                    <a:lnTo>
                      <a:pt x="82" y="124"/>
                    </a:lnTo>
                    <a:lnTo>
                      <a:pt x="86" y="124"/>
                    </a:lnTo>
                    <a:lnTo>
                      <a:pt x="86" y="128"/>
                    </a:lnTo>
                    <a:lnTo>
                      <a:pt x="90" y="128"/>
                    </a:lnTo>
                    <a:lnTo>
                      <a:pt x="92" y="128"/>
                    </a:lnTo>
                    <a:lnTo>
                      <a:pt x="92" y="130"/>
                    </a:lnTo>
                    <a:lnTo>
                      <a:pt x="90" y="130"/>
                    </a:lnTo>
                    <a:lnTo>
                      <a:pt x="82" y="130"/>
                    </a:lnTo>
                    <a:lnTo>
                      <a:pt x="78" y="130"/>
                    </a:lnTo>
                    <a:lnTo>
                      <a:pt x="74" y="130"/>
                    </a:lnTo>
                    <a:lnTo>
                      <a:pt x="70" y="130"/>
                    </a:lnTo>
                    <a:lnTo>
                      <a:pt x="66" y="130"/>
                    </a:lnTo>
                    <a:lnTo>
                      <a:pt x="66" y="128"/>
                    </a:lnTo>
                    <a:lnTo>
                      <a:pt x="62" y="128"/>
                    </a:lnTo>
                    <a:lnTo>
                      <a:pt x="60" y="128"/>
                    </a:lnTo>
                    <a:lnTo>
                      <a:pt x="56" y="128"/>
                    </a:lnTo>
                    <a:lnTo>
                      <a:pt x="56" y="128"/>
                    </a:lnTo>
                    <a:lnTo>
                      <a:pt x="56" y="1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9" name="Freeform 103"/>
              <p:cNvSpPr>
                <a:spLocks/>
              </p:cNvSpPr>
              <p:nvPr/>
            </p:nvSpPr>
            <p:spPr bwMode="gray">
              <a:xfrm>
                <a:off x="4737340" y="2947404"/>
                <a:ext cx="3479" cy="6957"/>
              </a:xfrm>
              <a:custGeom>
                <a:avLst/>
                <a:gdLst>
                  <a:gd name="T0" fmla="*/ 0 w 2"/>
                  <a:gd name="T1" fmla="*/ 4 h 4"/>
                  <a:gd name="T2" fmla="*/ 0 w 2"/>
                  <a:gd name="T3" fmla="*/ 4 h 4"/>
                  <a:gd name="T4" fmla="*/ 0 w 2"/>
                  <a:gd name="T5" fmla="*/ 4 h 4"/>
                  <a:gd name="T6" fmla="*/ 0 w 2"/>
                  <a:gd name="T7" fmla="*/ 4 h 4"/>
                  <a:gd name="T8" fmla="*/ 0 w 2"/>
                  <a:gd name="T9" fmla="*/ 4 h 4"/>
                  <a:gd name="T10" fmla="*/ 0 w 2"/>
                  <a:gd name="T11" fmla="*/ 4 h 4"/>
                  <a:gd name="T12" fmla="*/ 0 w 2"/>
                  <a:gd name="T13" fmla="*/ 0 h 4"/>
                  <a:gd name="T14" fmla="*/ 2 w 2"/>
                  <a:gd name="T15" fmla="*/ 0 h 4"/>
                  <a:gd name="T16" fmla="*/ 0 w 2"/>
                  <a:gd name="T17" fmla="*/ 4 h 4"/>
                  <a:gd name="T18" fmla="*/ 0 w 2"/>
                  <a:gd name="T19" fmla="*/ 4 h 4"/>
                  <a:gd name="T20" fmla="*/ 0 w 2"/>
                  <a:gd name="T21" fmla="*/ 4 h 4"/>
                  <a:gd name="T22" fmla="*/ 0 w 2"/>
                  <a:gd name="T23" fmla="*/ 4 h 4"/>
                  <a:gd name="T24" fmla="*/ 0 w 2"/>
                  <a:gd name="T25"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 h="4">
                    <a:moveTo>
                      <a:pt x="0" y="4"/>
                    </a:moveTo>
                    <a:lnTo>
                      <a:pt x="0" y="4"/>
                    </a:lnTo>
                    <a:lnTo>
                      <a:pt x="0" y="4"/>
                    </a:lnTo>
                    <a:lnTo>
                      <a:pt x="0" y="4"/>
                    </a:lnTo>
                    <a:lnTo>
                      <a:pt x="0" y="4"/>
                    </a:lnTo>
                    <a:lnTo>
                      <a:pt x="0" y="4"/>
                    </a:lnTo>
                    <a:lnTo>
                      <a:pt x="0" y="0"/>
                    </a:lnTo>
                    <a:lnTo>
                      <a:pt x="2" y="0"/>
                    </a:lnTo>
                    <a:lnTo>
                      <a:pt x="0" y="4"/>
                    </a:lnTo>
                    <a:lnTo>
                      <a:pt x="0" y="4"/>
                    </a:lnTo>
                    <a:lnTo>
                      <a:pt x="0" y="4"/>
                    </a:lnTo>
                    <a:lnTo>
                      <a:pt x="0" y="4"/>
                    </a:lnTo>
                    <a:lnTo>
                      <a:pt x="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0" name="Freeform 104"/>
              <p:cNvSpPr>
                <a:spLocks/>
              </p:cNvSpPr>
              <p:nvPr/>
            </p:nvSpPr>
            <p:spPr bwMode="gray">
              <a:xfrm>
                <a:off x="5196508" y="2985668"/>
                <a:ext cx="166969" cy="97399"/>
              </a:xfrm>
              <a:custGeom>
                <a:avLst/>
                <a:gdLst>
                  <a:gd name="T0" fmla="*/ 74 w 96"/>
                  <a:gd name="T1" fmla="*/ 42 h 56"/>
                  <a:gd name="T2" fmla="*/ 70 w 96"/>
                  <a:gd name="T3" fmla="*/ 46 h 56"/>
                  <a:gd name="T4" fmla="*/ 66 w 96"/>
                  <a:gd name="T5" fmla="*/ 46 h 56"/>
                  <a:gd name="T6" fmla="*/ 66 w 96"/>
                  <a:gd name="T7" fmla="*/ 46 h 56"/>
                  <a:gd name="T8" fmla="*/ 62 w 96"/>
                  <a:gd name="T9" fmla="*/ 50 h 56"/>
                  <a:gd name="T10" fmla="*/ 58 w 96"/>
                  <a:gd name="T11" fmla="*/ 50 h 56"/>
                  <a:gd name="T12" fmla="*/ 56 w 96"/>
                  <a:gd name="T13" fmla="*/ 50 h 56"/>
                  <a:gd name="T14" fmla="*/ 52 w 96"/>
                  <a:gd name="T15" fmla="*/ 50 h 56"/>
                  <a:gd name="T16" fmla="*/ 44 w 96"/>
                  <a:gd name="T17" fmla="*/ 52 h 56"/>
                  <a:gd name="T18" fmla="*/ 40 w 96"/>
                  <a:gd name="T19" fmla="*/ 52 h 56"/>
                  <a:gd name="T20" fmla="*/ 36 w 96"/>
                  <a:gd name="T21" fmla="*/ 52 h 56"/>
                  <a:gd name="T22" fmla="*/ 32 w 96"/>
                  <a:gd name="T23" fmla="*/ 56 h 56"/>
                  <a:gd name="T24" fmla="*/ 30 w 96"/>
                  <a:gd name="T25" fmla="*/ 56 h 56"/>
                  <a:gd name="T26" fmla="*/ 22 w 96"/>
                  <a:gd name="T27" fmla="*/ 52 h 56"/>
                  <a:gd name="T28" fmla="*/ 18 w 96"/>
                  <a:gd name="T29" fmla="*/ 52 h 56"/>
                  <a:gd name="T30" fmla="*/ 14 w 96"/>
                  <a:gd name="T31" fmla="*/ 50 h 56"/>
                  <a:gd name="T32" fmla="*/ 10 w 96"/>
                  <a:gd name="T33" fmla="*/ 46 h 56"/>
                  <a:gd name="T34" fmla="*/ 10 w 96"/>
                  <a:gd name="T35" fmla="*/ 46 h 56"/>
                  <a:gd name="T36" fmla="*/ 6 w 96"/>
                  <a:gd name="T37" fmla="*/ 42 h 56"/>
                  <a:gd name="T38" fmla="*/ 2 w 96"/>
                  <a:gd name="T39" fmla="*/ 38 h 56"/>
                  <a:gd name="T40" fmla="*/ 2 w 96"/>
                  <a:gd name="T41" fmla="*/ 34 h 56"/>
                  <a:gd name="T42" fmla="*/ 0 w 96"/>
                  <a:gd name="T43" fmla="*/ 34 h 56"/>
                  <a:gd name="T44" fmla="*/ 2 w 96"/>
                  <a:gd name="T45" fmla="*/ 30 h 56"/>
                  <a:gd name="T46" fmla="*/ 2 w 96"/>
                  <a:gd name="T47" fmla="*/ 26 h 56"/>
                  <a:gd name="T48" fmla="*/ 2 w 96"/>
                  <a:gd name="T49" fmla="*/ 24 h 56"/>
                  <a:gd name="T50" fmla="*/ 6 w 96"/>
                  <a:gd name="T51" fmla="*/ 20 h 56"/>
                  <a:gd name="T52" fmla="*/ 6 w 96"/>
                  <a:gd name="T53" fmla="*/ 20 h 56"/>
                  <a:gd name="T54" fmla="*/ 6 w 96"/>
                  <a:gd name="T55" fmla="*/ 16 h 56"/>
                  <a:gd name="T56" fmla="*/ 10 w 96"/>
                  <a:gd name="T57" fmla="*/ 16 h 56"/>
                  <a:gd name="T58" fmla="*/ 14 w 96"/>
                  <a:gd name="T59" fmla="*/ 16 h 56"/>
                  <a:gd name="T60" fmla="*/ 14 w 96"/>
                  <a:gd name="T61" fmla="*/ 12 h 56"/>
                  <a:gd name="T62" fmla="*/ 18 w 96"/>
                  <a:gd name="T63" fmla="*/ 12 h 56"/>
                  <a:gd name="T64" fmla="*/ 18 w 96"/>
                  <a:gd name="T65" fmla="*/ 12 h 56"/>
                  <a:gd name="T66" fmla="*/ 26 w 96"/>
                  <a:gd name="T67" fmla="*/ 16 h 56"/>
                  <a:gd name="T68" fmla="*/ 32 w 96"/>
                  <a:gd name="T69" fmla="*/ 16 h 56"/>
                  <a:gd name="T70" fmla="*/ 36 w 96"/>
                  <a:gd name="T71" fmla="*/ 16 h 56"/>
                  <a:gd name="T72" fmla="*/ 36 w 96"/>
                  <a:gd name="T73" fmla="*/ 16 h 56"/>
                  <a:gd name="T74" fmla="*/ 36 w 96"/>
                  <a:gd name="T75" fmla="*/ 12 h 56"/>
                  <a:gd name="T76" fmla="*/ 40 w 96"/>
                  <a:gd name="T77" fmla="*/ 8 h 56"/>
                  <a:gd name="T78" fmla="*/ 44 w 96"/>
                  <a:gd name="T79" fmla="*/ 8 h 56"/>
                  <a:gd name="T80" fmla="*/ 48 w 96"/>
                  <a:gd name="T81" fmla="*/ 8 h 56"/>
                  <a:gd name="T82" fmla="*/ 56 w 96"/>
                  <a:gd name="T83" fmla="*/ 8 h 56"/>
                  <a:gd name="T84" fmla="*/ 56 w 96"/>
                  <a:gd name="T85" fmla="*/ 8 h 56"/>
                  <a:gd name="T86" fmla="*/ 58 w 96"/>
                  <a:gd name="T87" fmla="*/ 4 h 56"/>
                  <a:gd name="T88" fmla="*/ 62 w 96"/>
                  <a:gd name="T89" fmla="*/ 0 h 56"/>
                  <a:gd name="T90" fmla="*/ 66 w 96"/>
                  <a:gd name="T91" fmla="*/ 0 h 56"/>
                  <a:gd name="T92" fmla="*/ 70 w 96"/>
                  <a:gd name="T93" fmla="*/ 0 h 56"/>
                  <a:gd name="T94" fmla="*/ 78 w 96"/>
                  <a:gd name="T95" fmla="*/ 0 h 56"/>
                  <a:gd name="T96" fmla="*/ 82 w 96"/>
                  <a:gd name="T97" fmla="*/ 4 h 56"/>
                  <a:gd name="T98" fmla="*/ 84 w 96"/>
                  <a:gd name="T99" fmla="*/ 4 h 56"/>
                  <a:gd name="T100" fmla="*/ 84 w 96"/>
                  <a:gd name="T101" fmla="*/ 0 h 56"/>
                  <a:gd name="T102" fmla="*/ 88 w 96"/>
                  <a:gd name="T103" fmla="*/ 4 h 56"/>
                  <a:gd name="T104" fmla="*/ 92 w 96"/>
                  <a:gd name="T105" fmla="*/ 8 h 56"/>
                  <a:gd name="T106" fmla="*/ 96 w 96"/>
                  <a:gd name="T107" fmla="*/ 8 h 56"/>
                  <a:gd name="T108" fmla="*/ 92 w 96"/>
                  <a:gd name="T109" fmla="*/ 16 h 56"/>
                  <a:gd name="T110" fmla="*/ 88 w 96"/>
                  <a:gd name="T111" fmla="*/ 16 h 56"/>
                  <a:gd name="T112" fmla="*/ 84 w 96"/>
                  <a:gd name="T113" fmla="*/ 20 h 56"/>
                  <a:gd name="T114" fmla="*/ 84 w 96"/>
                  <a:gd name="T115" fmla="*/ 20 h 56"/>
                  <a:gd name="T116" fmla="*/ 84 w 96"/>
                  <a:gd name="T117" fmla="*/ 24 h 56"/>
                  <a:gd name="T118" fmla="*/ 82 w 96"/>
                  <a:gd name="T119" fmla="*/ 26 h 56"/>
                  <a:gd name="T120" fmla="*/ 78 w 96"/>
                  <a:gd name="T121" fmla="*/ 30 h 56"/>
                  <a:gd name="T122" fmla="*/ 78 w 96"/>
                  <a:gd name="T123" fmla="*/ 34 h 56"/>
                  <a:gd name="T124" fmla="*/ 78 w 96"/>
                  <a:gd name="T125" fmla="*/ 3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6" h="56">
                    <a:moveTo>
                      <a:pt x="78" y="38"/>
                    </a:moveTo>
                    <a:lnTo>
                      <a:pt x="74" y="38"/>
                    </a:lnTo>
                    <a:lnTo>
                      <a:pt x="74" y="38"/>
                    </a:lnTo>
                    <a:lnTo>
                      <a:pt x="74" y="38"/>
                    </a:lnTo>
                    <a:lnTo>
                      <a:pt x="74" y="42"/>
                    </a:lnTo>
                    <a:lnTo>
                      <a:pt x="74" y="42"/>
                    </a:lnTo>
                    <a:lnTo>
                      <a:pt x="74" y="42"/>
                    </a:lnTo>
                    <a:lnTo>
                      <a:pt x="70" y="46"/>
                    </a:lnTo>
                    <a:lnTo>
                      <a:pt x="70" y="46"/>
                    </a:lnTo>
                    <a:lnTo>
                      <a:pt x="70" y="46"/>
                    </a:lnTo>
                    <a:lnTo>
                      <a:pt x="70" y="46"/>
                    </a:lnTo>
                    <a:lnTo>
                      <a:pt x="70" y="46"/>
                    </a:lnTo>
                    <a:lnTo>
                      <a:pt x="70" y="46"/>
                    </a:lnTo>
                    <a:lnTo>
                      <a:pt x="70" y="46"/>
                    </a:lnTo>
                    <a:lnTo>
                      <a:pt x="66" y="46"/>
                    </a:lnTo>
                    <a:lnTo>
                      <a:pt x="66" y="46"/>
                    </a:lnTo>
                    <a:lnTo>
                      <a:pt x="66" y="46"/>
                    </a:lnTo>
                    <a:lnTo>
                      <a:pt x="66" y="46"/>
                    </a:lnTo>
                    <a:lnTo>
                      <a:pt x="66" y="46"/>
                    </a:lnTo>
                    <a:lnTo>
                      <a:pt x="66" y="46"/>
                    </a:lnTo>
                    <a:lnTo>
                      <a:pt x="66" y="50"/>
                    </a:lnTo>
                    <a:lnTo>
                      <a:pt x="66" y="50"/>
                    </a:lnTo>
                    <a:lnTo>
                      <a:pt x="66" y="50"/>
                    </a:lnTo>
                    <a:lnTo>
                      <a:pt x="66" y="50"/>
                    </a:lnTo>
                    <a:lnTo>
                      <a:pt x="62" y="50"/>
                    </a:lnTo>
                    <a:lnTo>
                      <a:pt x="62" y="50"/>
                    </a:lnTo>
                    <a:lnTo>
                      <a:pt x="62" y="50"/>
                    </a:lnTo>
                    <a:lnTo>
                      <a:pt x="62" y="50"/>
                    </a:lnTo>
                    <a:lnTo>
                      <a:pt x="62" y="50"/>
                    </a:lnTo>
                    <a:lnTo>
                      <a:pt x="58" y="50"/>
                    </a:lnTo>
                    <a:lnTo>
                      <a:pt x="58" y="50"/>
                    </a:lnTo>
                    <a:lnTo>
                      <a:pt x="58" y="50"/>
                    </a:lnTo>
                    <a:lnTo>
                      <a:pt x="58" y="50"/>
                    </a:lnTo>
                    <a:lnTo>
                      <a:pt x="58" y="50"/>
                    </a:lnTo>
                    <a:lnTo>
                      <a:pt x="56" y="50"/>
                    </a:lnTo>
                    <a:lnTo>
                      <a:pt x="56" y="50"/>
                    </a:lnTo>
                    <a:lnTo>
                      <a:pt x="52" y="50"/>
                    </a:lnTo>
                    <a:lnTo>
                      <a:pt x="52" y="50"/>
                    </a:lnTo>
                    <a:lnTo>
                      <a:pt x="52" y="50"/>
                    </a:lnTo>
                    <a:lnTo>
                      <a:pt x="52" y="50"/>
                    </a:lnTo>
                    <a:lnTo>
                      <a:pt x="48" y="50"/>
                    </a:lnTo>
                    <a:lnTo>
                      <a:pt x="48" y="50"/>
                    </a:lnTo>
                    <a:lnTo>
                      <a:pt x="48" y="50"/>
                    </a:lnTo>
                    <a:lnTo>
                      <a:pt x="48" y="50"/>
                    </a:lnTo>
                    <a:lnTo>
                      <a:pt x="44" y="52"/>
                    </a:lnTo>
                    <a:lnTo>
                      <a:pt x="44" y="52"/>
                    </a:lnTo>
                    <a:lnTo>
                      <a:pt x="44" y="52"/>
                    </a:lnTo>
                    <a:lnTo>
                      <a:pt x="40" y="52"/>
                    </a:lnTo>
                    <a:lnTo>
                      <a:pt x="40" y="52"/>
                    </a:lnTo>
                    <a:lnTo>
                      <a:pt x="40" y="52"/>
                    </a:lnTo>
                    <a:lnTo>
                      <a:pt x="36" y="52"/>
                    </a:lnTo>
                    <a:lnTo>
                      <a:pt x="36" y="52"/>
                    </a:lnTo>
                    <a:lnTo>
                      <a:pt x="36" y="52"/>
                    </a:lnTo>
                    <a:lnTo>
                      <a:pt x="36" y="52"/>
                    </a:lnTo>
                    <a:lnTo>
                      <a:pt x="36" y="52"/>
                    </a:lnTo>
                    <a:lnTo>
                      <a:pt x="36" y="52"/>
                    </a:lnTo>
                    <a:lnTo>
                      <a:pt x="36" y="56"/>
                    </a:lnTo>
                    <a:lnTo>
                      <a:pt x="32" y="56"/>
                    </a:lnTo>
                    <a:lnTo>
                      <a:pt x="32" y="56"/>
                    </a:lnTo>
                    <a:lnTo>
                      <a:pt x="32" y="56"/>
                    </a:lnTo>
                    <a:lnTo>
                      <a:pt x="32" y="56"/>
                    </a:lnTo>
                    <a:lnTo>
                      <a:pt x="30" y="56"/>
                    </a:lnTo>
                    <a:lnTo>
                      <a:pt x="30" y="56"/>
                    </a:lnTo>
                    <a:lnTo>
                      <a:pt x="30" y="56"/>
                    </a:lnTo>
                    <a:lnTo>
                      <a:pt x="30" y="56"/>
                    </a:lnTo>
                    <a:lnTo>
                      <a:pt x="26" y="56"/>
                    </a:lnTo>
                    <a:lnTo>
                      <a:pt x="26" y="56"/>
                    </a:lnTo>
                    <a:lnTo>
                      <a:pt x="22" y="56"/>
                    </a:lnTo>
                    <a:lnTo>
                      <a:pt x="22" y="52"/>
                    </a:lnTo>
                    <a:lnTo>
                      <a:pt x="22" y="52"/>
                    </a:lnTo>
                    <a:lnTo>
                      <a:pt x="22" y="52"/>
                    </a:lnTo>
                    <a:lnTo>
                      <a:pt x="22" y="52"/>
                    </a:lnTo>
                    <a:lnTo>
                      <a:pt x="18" y="52"/>
                    </a:lnTo>
                    <a:lnTo>
                      <a:pt x="18" y="52"/>
                    </a:lnTo>
                    <a:lnTo>
                      <a:pt x="18" y="52"/>
                    </a:lnTo>
                    <a:lnTo>
                      <a:pt x="18" y="52"/>
                    </a:lnTo>
                    <a:lnTo>
                      <a:pt x="18" y="52"/>
                    </a:lnTo>
                    <a:lnTo>
                      <a:pt x="14" y="52"/>
                    </a:lnTo>
                    <a:lnTo>
                      <a:pt x="14" y="50"/>
                    </a:lnTo>
                    <a:lnTo>
                      <a:pt x="14" y="50"/>
                    </a:lnTo>
                    <a:lnTo>
                      <a:pt x="14" y="50"/>
                    </a:lnTo>
                    <a:lnTo>
                      <a:pt x="14" y="50"/>
                    </a:lnTo>
                    <a:lnTo>
                      <a:pt x="14" y="50"/>
                    </a:lnTo>
                    <a:lnTo>
                      <a:pt x="10" y="46"/>
                    </a:lnTo>
                    <a:lnTo>
                      <a:pt x="10" y="46"/>
                    </a:lnTo>
                    <a:lnTo>
                      <a:pt x="10" y="46"/>
                    </a:lnTo>
                    <a:lnTo>
                      <a:pt x="10" y="46"/>
                    </a:lnTo>
                    <a:lnTo>
                      <a:pt x="10" y="46"/>
                    </a:lnTo>
                    <a:lnTo>
                      <a:pt x="10" y="46"/>
                    </a:lnTo>
                    <a:lnTo>
                      <a:pt x="10" y="46"/>
                    </a:lnTo>
                    <a:lnTo>
                      <a:pt x="10" y="46"/>
                    </a:lnTo>
                    <a:lnTo>
                      <a:pt x="10" y="46"/>
                    </a:lnTo>
                    <a:lnTo>
                      <a:pt x="6" y="42"/>
                    </a:lnTo>
                    <a:lnTo>
                      <a:pt x="6" y="42"/>
                    </a:lnTo>
                    <a:lnTo>
                      <a:pt x="6" y="42"/>
                    </a:lnTo>
                    <a:lnTo>
                      <a:pt x="6" y="42"/>
                    </a:lnTo>
                    <a:lnTo>
                      <a:pt x="2" y="38"/>
                    </a:lnTo>
                    <a:lnTo>
                      <a:pt x="2" y="38"/>
                    </a:lnTo>
                    <a:lnTo>
                      <a:pt x="2" y="38"/>
                    </a:lnTo>
                    <a:lnTo>
                      <a:pt x="2" y="38"/>
                    </a:lnTo>
                    <a:lnTo>
                      <a:pt x="2" y="38"/>
                    </a:lnTo>
                    <a:lnTo>
                      <a:pt x="2" y="34"/>
                    </a:lnTo>
                    <a:lnTo>
                      <a:pt x="2" y="34"/>
                    </a:lnTo>
                    <a:lnTo>
                      <a:pt x="2" y="34"/>
                    </a:lnTo>
                    <a:lnTo>
                      <a:pt x="2" y="34"/>
                    </a:lnTo>
                    <a:lnTo>
                      <a:pt x="2" y="34"/>
                    </a:lnTo>
                    <a:lnTo>
                      <a:pt x="2" y="34"/>
                    </a:lnTo>
                    <a:lnTo>
                      <a:pt x="0" y="34"/>
                    </a:lnTo>
                    <a:lnTo>
                      <a:pt x="0" y="34"/>
                    </a:lnTo>
                    <a:lnTo>
                      <a:pt x="0" y="34"/>
                    </a:lnTo>
                    <a:lnTo>
                      <a:pt x="0" y="34"/>
                    </a:lnTo>
                    <a:lnTo>
                      <a:pt x="2" y="30"/>
                    </a:lnTo>
                    <a:lnTo>
                      <a:pt x="2" y="30"/>
                    </a:lnTo>
                    <a:lnTo>
                      <a:pt x="2" y="30"/>
                    </a:lnTo>
                    <a:lnTo>
                      <a:pt x="2" y="30"/>
                    </a:lnTo>
                    <a:lnTo>
                      <a:pt x="2" y="30"/>
                    </a:lnTo>
                    <a:lnTo>
                      <a:pt x="2" y="30"/>
                    </a:lnTo>
                    <a:lnTo>
                      <a:pt x="6" y="30"/>
                    </a:lnTo>
                    <a:lnTo>
                      <a:pt x="6" y="30"/>
                    </a:lnTo>
                    <a:lnTo>
                      <a:pt x="2" y="26"/>
                    </a:lnTo>
                    <a:lnTo>
                      <a:pt x="2" y="26"/>
                    </a:lnTo>
                    <a:lnTo>
                      <a:pt x="2" y="26"/>
                    </a:lnTo>
                    <a:lnTo>
                      <a:pt x="6" y="26"/>
                    </a:lnTo>
                    <a:lnTo>
                      <a:pt x="6" y="26"/>
                    </a:lnTo>
                    <a:lnTo>
                      <a:pt x="2" y="24"/>
                    </a:lnTo>
                    <a:lnTo>
                      <a:pt x="2" y="24"/>
                    </a:lnTo>
                    <a:lnTo>
                      <a:pt x="6" y="24"/>
                    </a:lnTo>
                    <a:lnTo>
                      <a:pt x="6" y="24"/>
                    </a:lnTo>
                    <a:lnTo>
                      <a:pt x="6" y="24"/>
                    </a:lnTo>
                    <a:lnTo>
                      <a:pt x="6" y="20"/>
                    </a:lnTo>
                    <a:lnTo>
                      <a:pt x="6" y="20"/>
                    </a:lnTo>
                    <a:lnTo>
                      <a:pt x="6" y="20"/>
                    </a:lnTo>
                    <a:lnTo>
                      <a:pt x="6" y="20"/>
                    </a:lnTo>
                    <a:lnTo>
                      <a:pt x="6" y="20"/>
                    </a:lnTo>
                    <a:lnTo>
                      <a:pt x="6" y="20"/>
                    </a:lnTo>
                    <a:lnTo>
                      <a:pt x="2" y="20"/>
                    </a:lnTo>
                    <a:lnTo>
                      <a:pt x="2" y="16"/>
                    </a:lnTo>
                    <a:lnTo>
                      <a:pt x="6" y="16"/>
                    </a:lnTo>
                    <a:lnTo>
                      <a:pt x="6" y="16"/>
                    </a:lnTo>
                    <a:lnTo>
                      <a:pt x="6" y="16"/>
                    </a:lnTo>
                    <a:lnTo>
                      <a:pt x="6" y="16"/>
                    </a:lnTo>
                    <a:lnTo>
                      <a:pt x="10" y="16"/>
                    </a:lnTo>
                    <a:lnTo>
                      <a:pt x="10" y="20"/>
                    </a:lnTo>
                    <a:lnTo>
                      <a:pt x="10" y="20"/>
                    </a:lnTo>
                    <a:lnTo>
                      <a:pt x="10" y="16"/>
                    </a:lnTo>
                    <a:lnTo>
                      <a:pt x="10" y="16"/>
                    </a:lnTo>
                    <a:lnTo>
                      <a:pt x="14" y="16"/>
                    </a:lnTo>
                    <a:lnTo>
                      <a:pt x="14" y="16"/>
                    </a:lnTo>
                    <a:lnTo>
                      <a:pt x="14" y="16"/>
                    </a:lnTo>
                    <a:lnTo>
                      <a:pt x="14" y="16"/>
                    </a:lnTo>
                    <a:lnTo>
                      <a:pt x="14" y="16"/>
                    </a:lnTo>
                    <a:lnTo>
                      <a:pt x="14" y="12"/>
                    </a:lnTo>
                    <a:lnTo>
                      <a:pt x="14" y="12"/>
                    </a:lnTo>
                    <a:lnTo>
                      <a:pt x="14" y="12"/>
                    </a:lnTo>
                    <a:lnTo>
                      <a:pt x="14" y="12"/>
                    </a:lnTo>
                    <a:lnTo>
                      <a:pt x="14" y="12"/>
                    </a:lnTo>
                    <a:lnTo>
                      <a:pt x="14" y="12"/>
                    </a:lnTo>
                    <a:lnTo>
                      <a:pt x="14" y="12"/>
                    </a:lnTo>
                    <a:lnTo>
                      <a:pt x="18" y="12"/>
                    </a:lnTo>
                    <a:lnTo>
                      <a:pt x="18" y="12"/>
                    </a:lnTo>
                    <a:lnTo>
                      <a:pt x="18" y="12"/>
                    </a:lnTo>
                    <a:lnTo>
                      <a:pt x="18" y="12"/>
                    </a:lnTo>
                    <a:lnTo>
                      <a:pt x="18" y="12"/>
                    </a:lnTo>
                    <a:lnTo>
                      <a:pt x="18" y="12"/>
                    </a:lnTo>
                    <a:lnTo>
                      <a:pt x="18" y="12"/>
                    </a:lnTo>
                    <a:lnTo>
                      <a:pt x="22" y="16"/>
                    </a:lnTo>
                    <a:lnTo>
                      <a:pt x="26" y="16"/>
                    </a:lnTo>
                    <a:lnTo>
                      <a:pt x="26" y="16"/>
                    </a:lnTo>
                    <a:lnTo>
                      <a:pt x="26" y="16"/>
                    </a:lnTo>
                    <a:lnTo>
                      <a:pt x="26" y="16"/>
                    </a:lnTo>
                    <a:lnTo>
                      <a:pt x="30" y="16"/>
                    </a:lnTo>
                    <a:lnTo>
                      <a:pt x="30" y="16"/>
                    </a:lnTo>
                    <a:lnTo>
                      <a:pt x="30" y="16"/>
                    </a:lnTo>
                    <a:lnTo>
                      <a:pt x="30" y="16"/>
                    </a:lnTo>
                    <a:lnTo>
                      <a:pt x="32" y="16"/>
                    </a:lnTo>
                    <a:lnTo>
                      <a:pt x="32" y="16"/>
                    </a:lnTo>
                    <a:lnTo>
                      <a:pt x="32" y="16"/>
                    </a:lnTo>
                    <a:lnTo>
                      <a:pt x="32" y="16"/>
                    </a:lnTo>
                    <a:lnTo>
                      <a:pt x="32" y="16"/>
                    </a:lnTo>
                    <a:lnTo>
                      <a:pt x="36" y="16"/>
                    </a:lnTo>
                    <a:lnTo>
                      <a:pt x="36" y="16"/>
                    </a:lnTo>
                    <a:lnTo>
                      <a:pt x="36" y="16"/>
                    </a:lnTo>
                    <a:lnTo>
                      <a:pt x="36" y="16"/>
                    </a:lnTo>
                    <a:lnTo>
                      <a:pt x="36" y="16"/>
                    </a:lnTo>
                    <a:lnTo>
                      <a:pt x="36" y="16"/>
                    </a:lnTo>
                    <a:lnTo>
                      <a:pt x="36" y="16"/>
                    </a:lnTo>
                    <a:lnTo>
                      <a:pt x="40" y="16"/>
                    </a:lnTo>
                    <a:lnTo>
                      <a:pt x="40" y="16"/>
                    </a:lnTo>
                    <a:lnTo>
                      <a:pt x="36" y="16"/>
                    </a:lnTo>
                    <a:lnTo>
                      <a:pt x="36" y="12"/>
                    </a:lnTo>
                    <a:lnTo>
                      <a:pt x="36" y="12"/>
                    </a:lnTo>
                    <a:lnTo>
                      <a:pt x="36" y="12"/>
                    </a:lnTo>
                    <a:lnTo>
                      <a:pt x="36" y="12"/>
                    </a:lnTo>
                    <a:lnTo>
                      <a:pt x="40" y="12"/>
                    </a:lnTo>
                    <a:lnTo>
                      <a:pt x="40" y="8"/>
                    </a:lnTo>
                    <a:lnTo>
                      <a:pt x="40" y="8"/>
                    </a:lnTo>
                    <a:lnTo>
                      <a:pt x="40" y="8"/>
                    </a:lnTo>
                    <a:lnTo>
                      <a:pt x="40" y="8"/>
                    </a:lnTo>
                    <a:lnTo>
                      <a:pt x="40" y="8"/>
                    </a:lnTo>
                    <a:lnTo>
                      <a:pt x="44" y="8"/>
                    </a:lnTo>
                    <a:lnTo>
                      <a:pt x="44" y="8"/>
                    </a:lnTo>
                    <a:lnTo>
                      <a:pt x="48" y="8"/>
                    </a:lnTo>
                    <a:lnTo>
                      <a:pt x="48" y="8"/>
                    </a:lnTo>
                    <a:lnTo>
                      <a:pt x="48" y="8"/>
                    </a:lnTo>
                    <a:lnTo>
                      <a:pt x="48" y="8"/>
                    </a:lnTo>
                    <a:lnTo>
                      <a:pt x="48" y="8"/>
                    </a:lnTo>
                    <a:lnTo>
                      <a:pt x="52" y="8"/>
                    </a:lnTo>
                    <a:lnTo>
                      <a:pt x="52" y="8"/>
                    </a:lnTo>
                    <a:lnTo>
                      <a:pt x="52" y="8"/>
                    </a:lnTo>
                    <a:lnTo>
                      <a:pt x="56" y="8"/>
                    </a:lnTo>
                    <a:lnTo>
                      <a:pt x="56" y="8"/>
                    </a:lnTo>
                    <a:lnTo>
                      <a:pt x="56" y="8"/>
                    </a:lnTo>
                    <a:lnTo>
                      <a:pt x="56" y="8"/>
                    </a:lnTo>
                    <a:lnTo>
                      <a:pt x="56" y="8"/>
                    </a:lnTo>
                    <a:lnTo>
                      <a:pt x="56" y="8"/>
                    </a:lnTo>
                    <a:lnTo>
                      <a:pt x="56" y="8"/>
                    </a:lnTo>
                    <a:lnTo>
                      <a:pt x="58" y="4"/>
                    </a:lnTo>
                    <a:lnTo>
                      <a:pt x="58" y="4"/>
                    </a:lnTo>
                    <a:lnTo>
                      <a:pt x="58" y="4"/>
                    </a:lnTo>
                    <a:lnTo>
                      <a:pt x="58" y="4"/>
                    </a:lnTo>
                    <a:lnTo>
                      <a:pt x="58" y="4"/>
                    </a:lnTo>
                    <a:lnTo>
                      <a:pt x="58" y="4"/>
                    </a:lnTo>
                    <a:lnTo>
                      <a:pt x="58" y="4"/>
                    </a:lnTo>
                    <a:lnTo>
                      <a:pt x="62" y="0"/>
                    </a:lnTo>
                    <a:lnTo>
                      <a:pt x="62" y="0"/>
                    </a:lnTo>
                    <a:lnTo>
                      <a:pt x="62" y="0"/>
                    </a:lnTo>
                    <a:lnTo>
                      <a:pt x="62" y="0"/>
                    </a:lnTo>
                    <a:lnTo>
                      <a:pt x="62" y="0"/>
                    </a:lnTo>
                    <a:lnTo>
                      <a:pt x="62" y="0"/>
                    </a:lnTo>
                    <a:lnTo>
                      <a:pt x="66" y="0"/>
                    </a:lnTo>
                    <a:lnTo>
                      <a:pt x="66" y="0"/>
                    </a:lnTo>
                    <a:lnTo>
                      <a:pt x="66" y="0"/>
                    </a:lnTo>
                    <a:lnTo>
                      <a:pt x="66" y="0"/>
                    </a:lnTo>
                    <a:lnTo>
                      <a:pt x="66" y="0"/>
                    </a:lnTo>
                    <a:lnTo>
                      <a:pt x="70" y="0"/>
                    </a:lnTo>
                    <a:lnTo>
                      <a:pt x="70" y="0"/>
                    </a:lnTo>
                    <a:lnTo>
                      <a:pt x="74" y="0"/>
                    </a:lnTo>
                    <a:lnTo>
                      <a:pt x="74" y="0"/>
                    </a:lnTo>
                    <a:lnTo>
                      <a:pt x="74" y="0"/>
                    </a:lnTo>
                    <a:lnTo>
                      <a:pt x="78" y="0"/>
                    </a:lnTo>
                    <a:lnTo>
                      <a:pt x="78" y="0"/>
                    </a:lnTo>
                    <a:lnTo>
                      <a:pt x="78" y="0"/>
                    </a:lnTo>
                    <a:lnTo>
                      <a:pt x="78" y="4"/>
                    </a:lnTo>
                    <a:lnTo>
                      <a:pt x="82" y="4"/>
                    </a:lnTo>
                    <a:lnTo>
                      <a:pt x="82" y="4"/>
                    </a:lnTo>
                    <a:lnTo>
                      <a:pt x="82" y="4"/>
                    </a:lnTo>
                    <a:lnTo>
                      <a:pt x="82" y="4"/>
                    </a:lnTo>
                    <a:lnTo>
                      <a:pt x="82" y="4"/>
                    </a:lnTo>
                    <a:lnTo>
                      <a:pt x="84" y="4"/>
                    </a:lnTo>
                    <a:lnTo>
                      <a:pt x="84" y="4"/>
                    </a:lnTo>
                    <a:lnTo>
                      <a:pt x="84" y="4"/>
                    </a:lnTo>
                    <a:lnTo>
                      <a:pt x="84" y="4"/>
                    </a:lnTo>
                    <a:lnTo>
                      <a:pt x="84" y="4"/>
                    </a:lnTo>
                    <a:lnTo>
                      <a:pt x="84" y="4"/>
                    </a:lnTo>
                    <a:lnTo>
                      <a:pt x="84" y="0"/>
                    </a:lnTo>
                    <a:lnTo>
                      <a:pt x="88" y="4"/>
                    </a:lnTo>
                    <a:lnTo>
                      <a:pt x="88" y="4"/>
                    </a:lnTo>
                    <a:lnTo>
                      <a:pt x="88" y="4"/>
                    </a:lnTo>
                    <a:lnTo>
                      <a:pt x="88" y="4"/>
                    </a:lnTo>
                    <a:lnTo>
                      <a:pt x="88" y="4"/>
                    </a:lnTo>
                    <a:lnTo>
                      <a:pt x="88" y="4"/>
                    </a:lnTo>
                    <a:lnTo>
                      <a:pt x="92" y="8"/>
                    </a:lnTo>
                    <a:lnTo>
                      <a:pt x="92" y="8"/>
                    </a:lnTo>
                    <a:lnTo>
                      <a:pt x="92" y="8"/>
                    </a:lnTo>
                    <a:lnTo>
                      <a:pt x="92" y="8"/>
                    </a:lnTo>
                    <a:lnTo>
                      <a:pt x="92" y="8"/>
                    </a:lnTo>
                    <a:lnTo>
                      <a:pt x="92" y="8"/>
                    </a:lnTo>
                    <a:lnTo>
                      <a:pt x="92" y="8"/>
                    </a:lnTo>
                    <a:lnTo>
                      <a:pt x="92" y="8"/>
                    </a:lnTo>
                    <a:lnTo>
                      <a:pt x="96" y="8"/>
                    </a:lnTo>
                    <a:lnTo>
                      <a:pt x="96" y="12"/>
                    </a:lnTo>
                    <a:lnTo>
                      <a:pt x="96" y="12"/>
                    </a:lnTo>
                    <a:lnTo>
                      <a:pt x="96" y="12"/>
                    </a:lnTo>
                    <a:lnTo>
                      <a:pt x="92" y="16"/>
                    </a:lnTo>
                    <a:lnTo>
                      <a:pt x="92" y="16"/>
                    </a:lnTo>
                    <a:lnTo>
                      <a:pt x="92" y="16"/>
                    </a:lnTo>
                    <a:lnTo>
                      <a:pt x="92" y="16"/>
                    </a:lnTo>
                    <a:lnTo>
                      <a:pt x="92" y="16"/>
                    </a:lnTo>
                    <a:lnTo>
                      <a:pt x="88" y="16"/>
                    </a:lnTo>
                    <a:lnTo>
                      <a:pt x="88" y="16"/>
                    </a:lnTo>
                    <a:lnTo>
                      <a:pt x="88" y="16"/>
                    </a:lnTo>
                    <a:lnTo>
                      <a:pt x="88" y="16"/>
                    </a:lnTo>
                    <a:lnTo>
                      <a:pt x="88" y="16"/>
                    </a:lnTo>
                    <a:lnTo>
                      <a:pt x="84" y="20"/>
                    </a:lnTo>
                    <a:lnTo>
                      <a:pt x="84" y="20"/>
                    </a:lnTo>
                    <a:lnTo>
                      <a:pt x="84" y="20"/>
                    </a:lnTo>
                    <a:lnTo>
                      <a:pt x="84" y="20"/>
                    </a:lnTo>
                    <a:lnTo>
                      <a:pt x="84" y="20"/>
                    </a:lnTo>
                    <a:lnTo>
                      <a:pt x="84" y="20"/>
                    </a:lnTo>
                    <a:lnTo>
                      <a:pt x="84" y="20"/>
                    </a:lnTo>
                    <a:lnTo>
                      <a:pt x="84" y="20"/>
                    </a:lnTo>
                    <a:lnTo>
                      <a:pt x="84" y="24"/>
                    </a:lnTo>
                    <a:lnTo>
                      <a:pt x="84" y="24"/>
                    </a:lnTo>
                    <a:lnTo>
                      <a:pt x="84" y="24"/>
                    </a:lnTo>
                    <a:lnTo>
                      <a:pt x="84" y="24"/>
                    </a:lnTo>
                    <a:lnTo>
                      <a:pt x="82" y="24"/>
                    </a:lnTo>
                    <a:lnTo>
                      <a:pt x="82" y="24"/>
                    </a:lnTo>
                    <a:lnTo>
                      <a:pt x="82" y="24"/>
                    </a:lnTo>
                    <a:lnTo>
                      <a:pt x="82" y="26"/>
                    </a:lnTo>
                    <a:lnTo>
                      <a:pt x="82" y="26"/>
                    </a:lnTo>
                    <a:lnTo>
                      <a:pt x="82" y="26"/>
                    </a:lnTo>
                    <a:lnTo>
                      <a:pt x="82" y="30"/>
                    </a:lnTo>
                    <a:lnTo>
                      <a:pt x="82" y="30"/>
                    </a:lnTo>
                    <a:lnTo>
                      <a:pt x="78" y="30"/>
                    </a:lnTo>
                    <a:lnTo>
                      <a:pt x="78" y="30"/>
                    </a:lnTo>
                    <a:lnTo>
                      <a:pt x="78" y="30"/>
                    </a:lnTo>
                    <a:lnTo>
                      <a:pt x="78" y="30"/>
                    </a:lnTo>
                    <a:lnTo>
                      <a:pt x="78" y="30"/>
                    </a:lnTo>
                    <a:lnTo>
                      <a:pt x="78" y="34"/>
                    </a:lnTo>
                    <a:lnTo>
                      <a:pt x="78" y="34"/>
                    </a:lnTo>
                    <a:lnTo>
                      <a:pt x="78" y="38"/>
                    </a:lnTo>
                    <a:lnTo>
                      <a:pt x="78" y="38"/>
                    </a:lnTo>
                    <a:lnTo>
                      <a:pt x="78" y="38"/>
                    </a:lnTo>
                    <a:lnTo>
                      <a:pt x="78" y="38"/>
                    </a:lnTo>
                    <a:lnTo>
                      <a:pt x="78" y="38"/>
                    </a:lnTo>
                    <a:lnTo>
                      <a:pt x="78"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1" name="Freeform 105"/>
              <p:cNvSpPr>
                <a:spLocks/>
              </p:cNvSpPr>
              <p:nvPr/>
            </p:nvSpPr>
            <p:spPr bwMode="gray">
              <a:xfrm>
                <a:off x="4198169" y="2286485"/>
                <a:ext cx="271325" cy="128704"/>
              </a:xfrm>
              <a:custGeom>
                <a:avLst/>
                <a:gdLst>
                  <a:gd name="T0" fmla="*/ 36 w 156"/>
                  <a:gd name="T1" fmla="*/ 48 h 74"/>
                  <a:gd name="T2" fmla="*/ 30 w 156"/>
                  <a:gd name="T3" fmla="*/ 44 h 74"/>
                  <a:gd name="T4" fmla="*/ 14 w 156"/>
                  <a:gd name="T5" fmla="*/ 40 h 74"/>
                  <a:gd name="T6" fmla="*/ 14 w 156"/>
                  <a:gd name="T7" fmla="*/ 40 h 74"/>
                  <a:gd name="T8" fmla="*/ 30 w 156"/>
                  <a:gd name="T9" fmla="*/ 38 h 74"/>
                  <a:gd name="T10" fmla="*/ 32 w 156"/>
                  <a:gd name="T11" fmla="*/ 34 h 74"/>
                  <a:gd name="T12" fmla="*/ 32 w 156"/>
                  <a:gd name="T13" fmla="*/ 30 h 74"/>
                  <a:gd name="T14" fmla="*/ 32 w 156"/>
                  <a:gd name="T15" fmla="*/ 26 h 74"/>
                  <a:gd name="T16" fmla="*/ 30 w 156"/>
                  <a:gd name="T17" fmla="*/ 26 h 74"/>
                  <a:gd name="T18" fmla="*/ 18 w 156"/>
                  <a:gd name="T19" fmla="*/ 26 h 74"/>
                  <a:gd name="T20" fmla="*/ 0 w 156"/>
                  <a:gd name="T21" fmla="*/ 26 h 74"/>
                  <a:gd name="T22" fmla="*/ 6 w 156"/>
                  <a:gd name="T23" fmla="*/ 26 h 74"/>
                  <a:gd name="T24" fmla="*/ 6 w 156"/>
                  <a:gd name="T25" fmla="*/ 22 h 74"/>
                  <a:gd name="T26" fmla="*/ 10 w 156"/>
                  <a:gd name="T27" fmla="*/ 22 h 74"/>
                  <a:gd name="T28" fmla="*/ 10 w 156"/>
                  <a:gd name="T29" fmla="*/ 18 h 74"/>
                  <a:gd name="T30" fmla="*/ 14 w 156"/>
                  <a:gd name="T31" fmla="*/ 14 h 74"/>
                  <a:gd name="T32" fmla="*/ 14 w 156"/>
                  <a:gd name="T33" fmla="*/ 10 h 74"/>
                  <a:gd name="T34" fmla="*/ 18 w 156"/>
                  <a:gd name="T35" fmla="*/ 10 h 74"/>
                  <a:gd name="T36" fmla="*/ 26 w 156"/>
                  <a:gd name="T37" fmla="*/ 18 h 74"/>
                  <a:gd name="T38" fmla="*/ 30 w 156"/>
                  <a:gd name="T39" fmla="*/ 10 h 74"/>
                  <a:gd name="T40" fmla="*/ 30 w 156"/>
                  <a:gd name="T41" fmla="*/ 8 h 74"/>
                  <a:gd name="T42" fmla="*/ 22 w 156"/>
                  <a:gd name="T43" fmla="*/ 4 h 74"/>
                  <a:gd name="T44" fmla="*/ 32 w 156"/>
                  <a:gd name="T45" fmla="*/ 4 h 74"/>
                  <a:gd name="T46" fmla="*/ 44 w 156"/>
                  <a:gd name="T47" fmla="*/ 14 h 74"/>
                  <a:gd name="T48" fmla="*/ 40 w 156"/>
                  <a:gd name="T49" fmla="*/ 22 h 74"/>
                  <a:gd name="T50" fmla="*/ 44 w 156"/>
                  <a:gd name="T51" fmla="*/ 26 h 74"/>
                  <a:gd name="T52" fmla="*/ 52 w 156"/>
                  <a:gd name="T53" fmla="*/ 22 h 74"/>
                  <a:gd name="T54" fmla="*/ 60 w 156"/>
                  <a:gd name="T55" fmla="*/ 14 h 74"/>
                  <a:gd name="T56" fmla="*/ 66 w 156"/>
                  <a:gd name="T57" fmla="*/ 18 h 74"/>
                  <a:gd name="T58" fmla="*/ 78 w 156"/>
                  <a:gd name="T59" fmla="*/ 10 h 74"/>
                  <a:gd name="T60" fmla="*/ 84 w 156"/>
                  <a:gd name="T61" fmla="*/ 14 h 74"/>
                  <a:gd name="T62" fmla="*/ 88 w 156"/>
                  <a:gd name="T63" fmla="*/ 18 h 74"/>
                  <a:gd name="T64" fmla="*/ 92 w 156"/>
                  <a:gd name="T65" fmla="*/ 10 h 74"/>
                  <a:gd name="T66" fmla="*/ 104 w 156"/>
                  <a:gd name="T67" fmla="*/ 8 h 74"/>
                  <a:gd name="T68" fmla="*/ 114 w 156"/>
                  <a:gd name="T69" fmla="*/ 8 h 74"/>
                  <a:gd name="T70" fmla="*/ 122 w 156"/>
                  <a:gd name="T71" fmla="*/ 0 h 74"/>
                  <a:gd name="T72" fmla="*/ 130 w 156"/>
                  <a:gd name="T73" fmla="*/ 8 h 74"/>
                  <a:gd name="T74" fmla="*/ 134 w 156"/>
                  <a:gd name="T75" fmla="*/ 10 h 74"/>
                  <a:gd name="T76" fmla="*/ 136 w 156"/>
                  <a:gd name="T77" fmla="*/ 14 h 74"/>
                  <a:gd name="T78" fmla="*/ 140 w 156"/>
                  <a:gd name="T79" fmla="*/ 22 h 74"/>
                  <a:gd name="T80" fmla="*/ 152 w 156"/>
                  <a:gd name="T81" fmla="*/ 30 h 74"/>
                  <a:gd name="T82" fmla="*/ 156 w 156"/>
                  <a:gd name="T83" fmla="*/ 34 h 74"/>
                  <a:gd name="T84" fmla="*/ 152 w 156"/>
                  <a:gd name="T85" fmla="*/ 40 h 74"/>
                  <a:gd name="T86" fmla="*/ 144 w 156"/>
                  <a:gd name="T87" fmla="*/ 44 h 74"/>
                  <a:gd name="T88" fmla="*/ 140 w 156"/>
                  <a:gd name="T89" fmla="*/ 52 h 74"/>
                  <a:gd name="T90" fmla="*/ 130 w 156"/>
                  <a:gd name="T91" fmla="*/ 56 h 74"/>
                  <a:gd name="T92" fmla="*/ 118 w 156"/>
                  <a:gd name="T93" fmla="*/ 60 h 74"/>
                  <a:gd name="T94" fmla="*/ 106 w 156"/>
                  <a:gd name="T95" fmla="*/ 64 h 74"/>
                  <a:gd name="T96" fmla="*/ 92 w 156"/>
                  <a:gd name="T97" fmla="*/ 68 h 74"/>
                  <a:gd name="T98" fmla="*/ 82 w 156"/>
                  <a:gd name="T99" fmla="*/ 74 h 74"/>
                  <a:gd name="T100" fmla="*/ 62 w 156"/>
                  <a:gd name="T101" fmla="*/ 70 h 74"/>
                  <a:gd name="T102" fmla="*/ 56 w 156"/>
                  <a:gd name="T103" fmla="*/ 68 h 74"/>
                  <a:gd name="T104" fmla="*/ 48 w 156"/>
                  <a:gd name="T105" fmla="*/ 68 h 74"/>
                  <a:gd name="T106" fmla="*/ 36 w 156"/>
                  <a:gd name="T107" fmla="*/ 64 h 74"/>
                  <a:gd name="T108" fmla="*/ 26 w 156"/>
                  <a:gd name="T109" fmla="*/ 68 h 74"/>
                  <a:gd name="T110" fmla="*/ 30 w 156"/>
                  <a:gd name="T111" fmla="*/ 60 h 74"/>
                  <a:gd name="T112" fmla="*/ 36 w 156"/>
                  <a:gd name="T113" fmla="*/ 56 h 74"/>
                  <a:gd name="T114" fmla="*/ 44 w 156"/>
                  <a:gd name="T115" fmla="*/ 52 h 74"/>
                  <a:gd name="T116" fmla="*/ 32 w 156"/>
                  <a:gd name="T117" fmla="*/ 52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6" h="74">
                    <a:moveTo>
                      <a:pt x="32" y="52"/>
                    </a:moveTo>
                    <a:lnTo>
                      <a:pt x="36" y="48"/>
                    </a:lnTo>
                    <a:lnTo>
                      <a:pt x="40" y="48"/>
                    </a:lnTo>
                    <a:lnTo>
                      <a:pt x="40" y="44"/>
                    </a:lnTo>
                    <a:lnTo>
                      <a:pt x="36" y="48"/>
                    </a:lnTo>
                    <a:lnTo>
                      <a:pt x="32" y="48"/>
                    </a:lnTo>
                    <a:lnTo>
                      <a:pt x="32" y="52"/>
                    </a:lnTo>
                    <a:lnTo>
                      <a:pt x="32" y="48"/>
                    </a:lnTo>
                    <a:lnTo>
                      <a:pt x="30" y="48"/>
                    </a:lnTo>
                    <a:lnTo>
                      <a:pt x="30" y="44"/>
                    </a:lnTo>
                    <a:lnTo>
                      <a:pt x="30" y="40"/>
                    </a:lnTo>
                    <a:lnTo>
                      <a:pt x="26" y="40"/>
                    </a:lnTo>
                    <a:lnTo>
                      <a:pt x="22" y="40"/>
                    </a:lnTo>
                    <a:lnTo>
                      <a:pt x="18" y="40"/>
                    </a:lnTo>
                    <a:lnTo>
                      <a:pt x="14" y="40"/>
                    </a:lnTo>
                    <a:lnTo>
                      <a:pt x="10" y="44"/>
                    </a:lnTo>
                    <a:lnTo>
                      <a:pt x="6" y="44"/>
                    </a:lnTo>
                    <a:lnTo>
                      <a:pt x="6" y="40"/>
                    </a:lnTo>
                    <a:lnTo>
                      <a:pt x="10" y="40"/>
                    </a:lnTo>
                    <a:lnTo>
                      <a:pt x="14" y="40"/>
                    </a:lnTo>
                    <a:lnTo>
                      <a:pt x="14" y="38"/>
                    </a:lnTo>
                    <a:lnTo>
                      <a:pt x="18" y="38"/>
                    </a:lnTo>
                    <a:lnTo>
                      <a:pt x="22" y="38"/>
                    </a:lnTo>
                    <a:lnTo>
                      <a:pt x="26" y="38"/>
                    </a:lnTo>
                    <a:lnTo>
                      <a:pt x="30" y="38"/>
                    </a:lnTo>
                    <a:lnTo>
                      <a:pt x="32" y="38"/>
                    </a:lnTo>
                    <a:lnTo>
                      <a:pt x="36" y="38"/>
                    </a:lnTo>
                    <a:lnTo>
                      <a:pt x="40" y="34"/>
                    </a:lnTo>
                    <a:lnTo>
                      <a:pt x="36" y="34"/>
                    </a:lnTo>
                    <a:lnTo>
                      <a:pt x="32" y="34"/>
                    </a:lnTo>
                    <a:lnTo>
                      <a:pt x="30" y="34"/>
                    </a:lnTo>
                    <a:lnTo>
                      <a:pt x="26" y="34"/>
                    </a:lnTo>
                    <a:lnTo>
                      <a:pt x="30" y="34"/>
                    </a:lnTo>
                    <a:lnTo>
                      <a:pt x="30" y="30"/>
                    </a:lnTo>
                    <a:lnTo>
                      <a:pt x="32" y="30"/>
                    </a:lnTo>
                    <a:lnTo>
                      <a:pt x="36" y="30"/>
                    </a:lnTo>
                    <a:lnTo>
                      <a:pt x="36" y="26"/>
                    </a:lnTo>
                    <a:lnTo>
                      <a:pt x="40" y="26"/>
                    </a:lnTo>
                    <a:lnTo>
                      <a:pt x="36" y="26"/>
                    </a:lnTo>
                    <a:lnTo>
                      <a:pt x="32" y="26"/>
                    </a:lnTo>
                    <a:lnTo>
                      <a:pt x="30" y="26"/>
                    </a:lnTo>
                    <a:lnTo>
                      <a:pt x="32" y="26"/>
                    </a:lnTo>
                    <a:lnTo>
                      <a:pt x="32" y="22"/>
                    </a:lnTo>
                    <a:lnTo>
                      <a:pt x="32" y="26"/>
                    </a:lnTo>
                    <a:lnTo>
                      <a:pt x="30" y="26"/>
                    </a:lnTo>
                    <a:lnTo>
                      <a:pt x="26" y="26"/>
                    </a:lnTo>
                    <a:lnTo>
                      <a:pt x="22" y="26"/>
                    </a:lnTo>
                    <a:lnTo>
                      <a:pt x="22" y="22"/>
                    </a:lnTo>
                    <a:lnTo>
                      <a:pt x="22" y="26"/>
                    </a:lnTo>
                    <a:lnTo>
                      <a:pt x="18" y="26"/>
                    </a:lnTo>
                    <a:lnTo>
                      <a:pt x="14" y="26"/>
                    </a:lnTo>
                    <a:lnTo>
                      <a:pt x="10" y="26"/>
                    </a:lnTo>
                    <a:lnTo>
                      <a:pt x="6" y="26"/>
                    </a:lnTo>
                    <a:lnTo>
                      <a:pt x="2" y="26"/>
                    </a:lnTo>
                    <a:lnTo>
                      <a:pt x="0" y="26"/>
                    </a:lnTo>
                    <a:lnTo>
                      <a:pt x="2" y="22"/>
                    </a:lnTo>
                    <a:lnTo>
                      <a:pt x="0" y="22"/>
                    </a:lnTo>
                    <a:lnTo>
                      <a:pt x="2" y="22"/>
                    </a:lnTo>
                    <a:lnTo>
                      <a:pt x="6" y="22"/>
                    </a:lnTo>
                    <a:lnTo>
                      <a:pt x="6" y="26"/>
                    </a:lnTo>
                    <a:lnTo>
                      <a:pt x="10" y="26"/>
                    </a:lnTo>
                    <a:lnTo>
                      <a:pt x="6" y="26"/>
                    </a:lnTo>
                    <a:lnTo>
                      <a:pt x="6" y="22"/>
                    </a:lnTo>
                    <a:lnTo>
                      <a:pt x="10" y="22"/>
                    </a:lnTo>
                    <a:lnTo>
                      <a:pt x="6" y="22"/>
                    </a:lnTo>
                    <a:lnTo>
                      <a:pt x="6" y="18"/>
                    </a:lnTo>
                    <a:lnTo>
                      <a:pt x="2" y="18"/>
                    </a:lnTo>
                    <a:lnTo>
                      <a:pt x="6" y="18"/>
                    </a:lnTo>
                    <a:lnTo>
                      <a:pt x="10" y="18"/>
                    </a:lnTo>
                    <a:lnTo>
                      <a:pt x="10" y="22"/>
                    </a:lnTo>
                    <a:lnTo>
                      <a:pt x="14" y="22"/>
                    </a:lnTo>
                    <a:lnTo>
                      <a:pt x="14" y="18"/>
                    </a:lnTo>
                    <a:lnTo>
                      <a:pt x="18" y="18"/>
                    </a:lnTo>
                    <a:lnTo>
                      <a:pt x="14" y="18"/>
                    </a:lnTo>
                    <a:lnTo>
                      <a:pt x="10" y="18"/>
                    </a:lnTo>
                    <a:lnTo>
                      <a:pt x="6" y="14"/>
                    </a:lnTo>
                    <a:lnTo>
                      <a:pt x="10" y="14"/>
                    </a:lnTo>
                    <a:lnTo>
                      <a:pt x="14" y="14"/>
                    </a:lnTo>
                    <a:lnTo>
                      <a:pt x="18" y="18"/>
                    </a:lnTo>
                    <a:lnTo>
                      <a:pt x="14" y="14"/>
                    </a:lnTo>
                    <a:lnTo>
                      <a:pt x="10" y="14"/>
                    </a:lnTo>
                    <a:lnTo>
                      <a:pt x="10" y="10"/>
                    </a:lnTo>
                    <a:lnTo>
                      <a:pt x="14" y="10"/>
                    </a:lnTo>
                    <a:lnTo>
                      <a:pt x="14" y="14"/>
                    </a:lnTo>
                    <a:lnTo>
                      <a:pt x="14" y="10"/>
                    </a:lnTo>
                    <a:lnTo>
                      <a:pt x="10" y="10"/>
                    </a:lnTo>
                    <a:lnTo>
                      <a:pt x="14" y="10"/>
                    </a:lnTo>
                    <a:lnTo>
                      <a:pt x="14" y="8"/>
                    </a:lnTo>
                    <a:lnTo>
                      <a:pt x="18" y="8"/>
                    </a:lnTo>
                    <a:lnTo>
                      <a:pt x="18" y="10"/>
                    </a:lnTo>
                    <a:lnTo>
                      <a:pt x="22" y="10"/>
                    </a:lnTo>
                    <a:lnTo>
                      <a:pt x="22" y="14"/>
                    </a:lnTo>
                    <a:lnTo>
                      <a:pt x="26" y="10"/>
                    </a:lnTo>
                    <a:lnTo>
                      <a:pt x="26" y="14"/>
                    </a:lnTo>
                    <a:lnTo>
                      <a:pt x="26" y="18"/>
                    </a:lnTo>
                    <a:lnTo>
                      <a:pt x="26" y="14"/>
                    </a:lnTo>
                    <a:lnTo>
                      <a:pt x="30" y="14"/>
                    </a:lnTo>
                    <a:lnTo>
                      <a:pt x="30" y="18"/>
                    </a:lnTo>
                    <a:lnTo>
                      <a:pt x="30" y="14"/>
                    </a:lnTo>
                    <a:lnTo>
                      <a:pt x="30" y="10"/>
                    </a:lnTo>
                    <a:lnTo>
                      <a:pt x="26" y="10"/>
                    </a:lnTo>
                    <a:lnTo>
                      <a:pt x="22" y="10"/>
                    </a:lnTo>
                    <a:lnTo>
                      <a:pt x="22" y="8"/>
                    </a:lnTo>
                    <a:lnTo>
                      <a:pt x="26" y="8"/>
                    </a:lnTo>
                    <a:lnTo>
                      <a:pt x="30" y="8"/>
                    </a:lnTo>
                    <a:lnTo>
                      <a:pt x="26" y="8"/>
                    </a:lnTo>
                    <a:lnTo>
                      <a:pt x="22" y="8"/>
                    </a:lnTo>
                    <a:lnTo>
                      <a:pt x="18" y="8"/>
                    </a:lnTo>
                    <a:lnTo>
                      <a:pt x="18" y="4"/>
                    </a:lnTo>
                    <a:lnTo>
                      <a:pt x="22" y="4"/>
                    </a:lnTo>
                    <a:lnTo>
                      <a:pt x="18" y="4"/>
                    </a:lnTo>
                    <a:lnTo>
                      <a:pt x="22" y="4"/>
                    </a:lnTo>
                    <a:lnTo>
                      <a:pt x="26" y="4"/>
                    </a:lnTo>
                    <a:lnTo>
                      <a:pt x="30" y="4"/>
                    </a:lnTo>
                    <a:lnTo>
                      <a:pt x="32" y="4"/>
                    </a:lnTo>
                    <a:lnTo>
                      <a:pt x="32" y="8"/>
                    </a:lnTo>
                    <a:lnTo>
                      <a:pt x="36" y="8"/>
                    </a:lnTo>
                    <a:lnTo>
                      <a:pt x="40" y="10"/>
                    </a:lnTo>
                    <a:lnTo>
                      <a:pt x="44" y="10"/>
                    </a:lnTo>
                    <a:lnTo>
                      <a:pt x="44" y="14"/>
                    </a:lnTo>
                    <a:lnTo>
                      <a:pt x="40" y="14"/>
                    </a:lnTo>
                    <a:lnTo>
                      <a:pt x="44" y="14"/>
                    </a:lnTo>
                    <a:lnTo>
                      <a:pt x="44" y="18"/>
                    </a:lnTo>
                    <a:lnTo>
                      <a:pt x="44" y="22"/>
                    </a:lnTo>
                    <a:lnTo>
                      <a:pt x="40" y="22"/>
                    </a:lnTo>
                    <a:lnTo>
                      <a:pt x="40" y="18"/>
                    </a:lnTo>
                    <a:lnTo>
                      <a:pt x="36" y="18"/>
                    </a:lnTo>
                    <a:lnTo>
                      <a:pt x="40" y="22"/>
                    </a:lnTo>
                    <a:lnTo>
                      <a:pt x="44" y="22"/>
                    </a:lnTo>
                    <a:lnTo>
                      <a:pt x="44" y="26"/>
                    </a:lnTo>
                    <a:lnTo>
                      <a:pt x="48" y="26"/>
                    </a:lnTo>
                    <a:lnTo>
                      <a:pt x="48" y="30"/>
                    </a:lnTo>
                    <a:lnTo>
                      <a:pt x="48" y="34"/>
                    </a:lnTo>
                    <a:lnTo>
                      <a:pt x="48" y="26"/>
                    </a:lnTo>
                    <a:lnTo>
                      <a:pt x="52" y="22"/>
                    </a:lnTo>
                    <a:lnTo>
                      <a:pt x="56" y="22"/>
                    </a:lnTo>
                    <a:lnTo>
                      <a:pt x="56" y="26"/>
                    </a:lnTo>
                    <a:lnTo>
                      <a:pt x="60" y="22"/>
                    </a:lnTo>
                    <a:lnTo>
                      <a:pt x="60" y="18"/>
                    </a:lnTo>
                    <a:lnTo>
                      <a:pt x="60" y="14"/>
                    </a:lnTo>
                    <a:lnTo>
                      <a:pt x="60" y="10"/>
                    </a:lnTo>
                    <a:lnTo>
                      <a:pt x="62" y="10"/>
                    </a:lnTo>
                    <a:lnTo>
                      <a:pt x="62" y="14"/>
                    </a:lnTo>
                    <a:lnTo>
                      <a:pt x="66" y="14"/>
                    </a:lnTo>
                    <a:lnTo>
                      <a:pt x="66" y="18"/>
                    </a:lnTo>
                    <a:lnTo>
                      <a:pt x="70" y="18"/>
                    </a:lnTo>
                    <a:lnTo>
                      <a:pt x="70" y="14"/>
                    </a:lnTo>
                    <a:lnTo>
                      <a:pt x="70" y="10"/>
                    </a:lnTo>
                    <a:lnTo>
                      <a:pt x="74" y="10"/>
                    </a:lnTo>
                    <a:lnTo>
                      <a:pt x="78" y="10"/>
                    </a:lnTo>
                    <a:lnTo>
                      <a:pt x="78" y="8"/>
                    </a:lnTo>
                    <a:lnTo>
                      <a:pt x="82" y="8"/>
                    </a:lnTo>
                    <a:lnTo>
                      <a:pt x="82" y="10"/>
                    </a:lnTo>
                    <a:lnTo>
                      <a:pt x="84" y="10"/>
                    </a:lnTo>
                    <a:lnTo>
                      <a:pt x="84" y="14"/>
                    </a:lnTo>
                    <a:lnTo>
                      <a:pt x="88" y="14"/>
                    </a:lnTo>
                    <a:lnTo>
                      <a:pt x="88" y="18"/>
                    </a:lnTo>
                    <a:lnTo>
                      <a:pt x="88" y="22"/>
                    </a:lnTo>
                    <a:lnTo>
                      <a:pt x="92" y="22"/>
                    </a:lnTo>
                    <a:lnTo>
                      <a:pt x="88" y="18"/>
                    </a:lnTo>
                    <a:lnTo>
                      <a:pt x="88" y="14"/>
                    </a:lnTo>
                    <a:lnTo>
                      <a:pt x="84" y="10"/>
                    </a:lnTo>
                    <a:lnTo>
                      <a:pt x="88" y="8"/>
                    </a:lnTo>
                    <a:lnTo>
                      <a:pt x="88" y="10"/>
                    </a:lnTo>
                    <a:lnTo>
                      <a:pt x="92" y="10"/>
                    </a:lnTo>
                    <a:lnTo>
                      <a:pt x="96" y="10"/>
                    </a:lnTo>
                    <a:lnTo>
                      <a:pt x="96" y="14"/>
                    </a:lnTo>
                    <a:lnTo>
                      <a:pt x="100" y="14"/>
                    </a:lnTo>
                    <a:lnTo>
                      <a:pt x="100" y="10"/>
                    </a:lnTo>
                    <a:lnTo>
                      <a:pt x="104" y="8"/>
                    </a:lnTo>
                    <a:lnTo>
                      <a:pt x="106" y="8"/>
                    </a:lnTo>
                    <a:lnTo>
                      <a:pt x="106" y="10"/>
                    </a:lnTo>
                    <a:lnTo>
                      <a:pt x="110" y="10"/>
                    </a:lnTo>
                    <a:lnTo>
                      <a:pt x="110" y="8"/>
                    </a:lnTo>
                    <a:lnTo>
                      <a:pt x="114" y="8"/>
                    </a:lnTo>
                    <a:lnTo>
                      <a:pt x="110" y="4"/>
                    </a:lnTo>
                    <a:lnTo>
                      <a:pt x="110" y="0"/>
                    </a:lnTo>
                    <a:lnTo>
                      <a:pt x="114" y="0"/>
                    </a:lnTo>
                    <a:lnTo>
                      <a:pt x="118" y="0"/>
                    </a:lnTo>
                    <a:lnTo>
                      <a:pt x="122" y="0"/>
                    </a:lnTo>
                    <a:lnTo>
                      <a:pt x="122" y="4"/>
                    </a:lnTo>
                    <a:lnTo>
                      <a:pt x="122" y="8"/>
                    </a:lnTo>
                    <a:lnTo>
                      <a:pt x="126" y="8"/>
                    </a:lnTo>
                    <a:lnTo>
                      <a:pt x="130" y="10"/>
                    </a:lnTo>
                    <a:lnTo>
                      <a:pt x="130" y="8"/>
                    </a:lnTo>
                    <a:lnTo>
                      <a:pt x="134" y="8"/>
                    </a:lnTo>
                    <a:lnTo>
                      <a:pt x="134" y="4"/>
                    </a:lnTo>
                    <a:lnTo>
                      <a:pt x="136" y="4"/>
                    </a:lnTo>
                    <a:lnTo>
                      <a:pt x="134" y="8"/>
                    </a:lnTo>
                    <a:lnTo>
                      <a:pt x="134" y="10"/>
                    </a:lnTo>
                    <a:lnTo>
                      <a:pt x="130" y="10"/>
                    </a:lnTo>
                    <a:lnTo>
                      <a:pt x="134" y="10"/>
                    </a:lnTo>
                    <a:lnTo>
                      <a:pt x="136" y="10"/>
                    </a:lnTo>
                    <a:lnTo>
                      <a:pt x="140" y="14"/>
                    </a:lnTo>
                    <a:lnTo>
                      <a:pt x="136" y="14"/>
                    </a:lnTo>
                    <a:lnTo>
                      <a:pt x="136" y="18"/>
                    </a:lnTo>
                    <a:lnTo>
                      <a:pt x="140" y="18"/>
                    </a:lnTo>
                    <a:lnTo>
                      <a:pt x="144" y="18"/>
                    </a:lnTo>
                    <a:lnTo>
                      <a:pt x="144" y="22"/>
                    </a:lnTo>
                    <a:lnTo>
                      <a:pt x="140" y="22"/>
                    </a:lnTo>
                    <a:lnTo>
                      <a:pt x="140" y="26"/>
                    </a:lnTo>
                    <a:lnTo>
                      <a:pt x="144" y="22"/>
                    </a:lnTo>
                    <a:lnTo>
                      <a:pt x="148" y="22"/>
                    </a:lnTo>
                    <a:lnTo>
                      <a:pt x="152" y="26"/>
                    </a:lnTo>
                    <a:lnTo>
                      <a:pt x="152" y="30"/>
                    </a:lnTo>
                    <a:lnTo>
                      <a:pt x="156" y="30"/>
                    </a:lnTo>
                    <a:lnTo>
                      <a:pt x="152" y="34"/>
                    </a:lnTo>
                    <a:lnTo>
                      <a:pt x="148" y="34"/>
                    </a:lnTo>
                    <a:lnTo>
                      <a:pt x="152" y="34"/>
                    </a:lnTo>
                    <a:lnTo>
                      <a:pt x="156" y="34"/>
                    </a:lnTo>
                    <a:lnTo>
                      <a:pt x="156" y="38"/>
                    </a:lnTo>
                    <a:lnTo>
                      <a:pt x="152" y="38"/>
                    </a:lnTo>
                    <a:lnTo>
                      <a:pt x="148" y="38"/>
                    </a:lnTo>
                    <a:lnTo>
                      <a:pt x="152" y="38"/>
                    </a:lnTo>
                    <a:lnTo>
                      <a:pt x="152" y="40"/>
                    </a:lnTo>
                    <a:lnTo>
                      <a:pt x="148" y="40"/>
                    </a:lnTo>
                    <a:lnTo>
                      <a:pt x="152" y="40"/>
                    </a:lnTo>
                    <a:lnTo>
                      <a:pt x="148" y="40"/>
                    </a:lnTo>
                    <a:lnTo>
                      <a:pt x="148" y="44"/>
                    </a:lnTo>
                    <a:lnTo>
                      <a:pt x="144" y="44"/>
                    </a:lnTo>
                    <a:lnTo>
                      <a:pt x="140" y="44"/>
                    </a:lnTo>
                    <a:lnTo>
                      <a:pt x="140" y="40"/>
                    </a:lnTo>
                    <a:lnTo>
                      <a:pt x="140" y="44"/>
                    </a:lnTo>
                    <a:lnTo>
                      <a:pt x="140" y="48"/>
                    </a:lnTo>
                    <a:lnTo>
                      <a:pt x="140" y="52"/>
                    </a:lnTo>
                    <a:lnTo>
                      <a:pt x="136" y="52"/>
                    </a:lnTo>
                    <a:lnTo>
                      <a:pt x="134" y="56"/>
                    </a:lnTo>
                    <a:lnTo>
                      <a:pt x="136" y="56"/>
                    </a:lnTo>
                    <a:lnTo>
                      <a:pt x="134" y="56"/>
                    </a:lnTo>
                    <a:lnTo>
                      <a:pt x="130" y="56"/>
                    </a:lnTo>
                    <a:lnTo>
                      <a:pt x="130" y="52"/>
                    </a:lnTo>
                    <a:lnTo>
                      <a:pt x="130" y="56"/>
                    </a:lnTo>
                    <a:lnTo>
                      <a:pt x="126" y="56"/>
                    </a:lnTo>
                    <a:lnTo>
                      <a:pt x="122" y="56"/>
                    </a:lnTo>
                    <a:lnTo>
                      <a:pt x="118" y="60"/>
                    </a:lnTo>
                    <a:lnTo>
                      <a:pt x="114" y="60"/>
                    </a:lnTo>
                    <a:lnTo>
                      <a:pt x="114" y="64"/>
                    </a:lnTo>
                    <a:lnTo>
                      <a:pt x="110" y="64"/>
                    </a:lnTo>
                    <a:lnTo>
                      <a:pt x="106" y="68"/>
                    </a:lnTo>
                    <a:lnTo>
                      <a:pt x="106" y="64"/>
                    </a:lnTo>
                    <a:lnTo>
                      <a:pt x="104" y="64"/>
                    </a:lnTo>
                    <a:lnTo>
                      <a:pt x="104" y="68"/>
                    </a:lnTo>
                    <a:lnTo>
                      <a:pt x="100" y="68"/>
                    </a:lnTo>
                    <a:lnTo>
                      <a:pt x="96" y="68"/>
                    </a:lnTo>
                    <a:lnTo>
                      <a:pt x="92" y="68"/>
                    </a:lnTo>
                    <a:lnTo>
                      <a:pt x="92" y="70"/>
                    </a:lnTo>
                    <a:lnTo>
                      <a:pt x="92" y="74"/>
                    </a:lnTo>
                    <a:lnTo>
                      <a:pt x="88" y="74"/>
                    </a:lnTo>
                    <a:lnTo>
                      <a:pt x="84" y="74"/>
                    </a:lnTo>
                    <a:lnTo>
                      <a:pt x="82" y="74"/>
                    </a:lnTo>
                    <a:lnTo>
                      <a:pt x="78" y="74"/>
                    </a:lnTo>
                    <a:lnTo>
                      <a:pt x="74" y="74"/>
                    </a:lnTo>
                    <a:lnTo>
                      <a:pt x="70" y="74"/>
                    </a:lnTo>
                    <a:lnTo>
                      <a:pt x="66" y="70"/>
                    </a:lnTo>
                    <a:lnTo>
                      <a:pt x="62" y="70"/>
                    </a:lnTo>
                    <a:lnTo>
                      <a:pt x="60" y="70"/>
                    </a:lnTo>
                    <a:lnTo>
                      <a:pt x="56" y="70"/>
                    </a:lnTo>
                    <a:lnTo>
                      <a:pt x="56" y="68"/>
                    </a:lnTo>
                    <a:lnTo>
                      <a:pt x="60" y="68"/>
                    </a:lnTo>
                    <a:lnTo>
                      <a:pt x="56" y="68"/>
                    </a:lnTo>
                    <a:lnTo>
                      <a:pt x="52" y="68"/>
                    </a:lnTo>
                    <a:lnTo>
                      <a:pt x="56" y="68"/>
                    </a:lnTo>
                    <a:lnTo>
                      <a:pt x="56" y="64"/>
                    </a:lnTo>
                    <a:lnTo>
                      <a:pt x="52" y="68"/>
                    </a:lnTo>
                    <a:lnTo>
                      <a:pt x="48" y="68"/>
                    </a:lnTo>
                    <a:lnTo>
                      <a:pt x="48" y="64"/>
                    </a:lnTo>
                    <a:lnTo>
                      <a:pt x="44" y="64"/>
                    </a:lnTo>
                    <a:lnTo>
                      <a:pt x="40" y="68"/>
                    </a:lnTo>
                    <a:lnTo>
                      <a:pt x="40" y="64"/>
                    </a:lnTo>
                    <a:lnTo>
                      <a:pt x="36" y="64"/>
                    </a:lnTo>
                    <a:lnTo>
                      <a:pt x="36" y="68"/>
                    </a:lnTo>
                    <a:lnTo>
                      <a:pt x="32" y="68"/>
                    </a:lnTo>
                    <a:lnTo>
                      <a:pt x="32" y="64"/>
                    </a:lnTo>
                    <a:lnTo>
                      <a:pt x="30" y="64"/>
                    </a:lnTo>
                    <a:lnTo>
                      <a:pt x="26" y="68"/>
                    </a:lnTo>
                    <a:lnTo>
                      <a:pt x="26" y="64"/>
                    </a:lnTo>
                    <a:lnTo>
                      <a:pt x="26" y="60"/>
                    </a:lnTo>
                    <a:lnTo>
                      <a:pt x="26" y="64"/>
                    </a:lnTo>
                    <a:lnTo>
                      <a:pt x="30" y="64"/>
                    </a:lnTo>
                    <a:lnTo>
                      <a:pt x="30" y="60"/>
                    </a:lnTo>
                    <a:lnTo>
                      <a:pt x="32" y="60"/>
                    </a:lnTo>
                    <a:lnTo>
                      <a:pt x="36" y="60"/>
                    </a:lnTo>
                    <a:lnTo>
                      <a:pt x="36" y="56"/>
                    </a:lnTo>
                    <a:lnTo>
                      <a:pt x="36" y="60"/>
                    </a:lnTo>
                    <a:lnTo>
                      <a:pt x="36" y="56"/>
                    </a:lnTo>
                    <a:lnTo>
                      <a:pt x="40" y="56"/>
                    </a:lnTo>
                    <a:lnTo>
                      <a:pt x="36" y="56"/>
                    </a:lnTo>
                    <a:lnTo>
                      <a:pt x="36" y="52"/>
                    </a:lnTo>
                    <a:lnTo>
                      <a:pt x="40" y="52"/>
                    </a:lnTo>
                    <a:lnTo>
                      <a:pt x="44" y="52"/>
                    </a:lnTo>
                    <a:lnTo>
                      <a:pt x="40" y="52"/>
                    </a:lnTo>
                    <a:lnTo>
                      <a:pt x="36" y="52"/>
                    </a:lnTo>
                    <a:lnTo>
                      <a:pt x="36" y="56"/>
                    </a:lnTo>
                    <a:lnTo>
                      <a:pt x="32" y="56"/>
                    </a:lnTo>
                    <a:lnTo>
                      <a:pt x="32" y="52"/>
                    </a:lnTo>
                    <a:lnTo>
                      <a:pt x="32" y="52"/>
                    </a:lnTo>
                    <a:lnTo>
                      <a:pt x="32"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2" name="Freeform 106"/>
              <p:cNvSpPr>
                <a:spLocks noEditPoints="1"/>
              </p:cNvSpPr>
              <p:nvPr/>
            </p:nvSpPr>
            <p:spPr bwMode="gray">
              <a:xfrm>
                <a:off x="4539064" y="2731736"/>
                <a:ext cx="111313" cy="149576"/>
              </a:xfrm>
              <a:custGeom>
                <a:avLst/>
                <a:gdLst>
                  <a:gd name="T0" fmla="*/ 20 w 64"/>
                  <a:gd name="T1" fmla="*/ 46 h 86"/>
                  <a:gd name="T2" fmla="*/ 16 w 64"/>
                  <a:gd name="T3" fmla="*/ 46 h 86"/>
                  <a:gd name="T4" fmla="*/ 12 w 64"/>
                  <a:gd name="T5" fmla="*/ 46 h 86"/>
                  <a:gd name="T6" fmla="*/ 12 w 64"/>
                  <a:gd name="T7" fmla="*/ 42 h 86"/>
                  <a:gd name="T8" fmla="*/ 8 w 64"/>
                  <a:gd name="T9" fmla="*/ 38 h 86"/>
                  <a:gd name="T10" fmla="*/ 8 w 64"/>
                  <a:gd name="T11" fmla="*/ 34 h 86"/>
                  <a:gd name="T12" fmla="*/ 12 w 64"/>
                  <a:gd name="T13" fmla="*/ 34 h 86"/>
                  <a:gd name="T14" fmla="*/ 12 w 64"/>
                  <a:gd name="T15" fmla="*/ 30 h 86"/>
                  <a:gd name="T16" fmla="*/ 8 w 64"/>
                  <a:gd name="T17" fmla="*/ 30 h 86"/>
                  <a:gd name="T18" fmla="*/ 8 w 64"/>
                  <a:gd name="T19" fmla="*/ 26 h 86"/>
                  <a:gd name="T20" fmla="*/ 12 w 64"/>
                  <a:gd name="T21" fmla="*/ 26 h 86"/>
                  <a:gd name="T22" fmla="*/ 20 w 64"/>
                  <a:gd name="T23" fmla="*/ 24 h 86"/>
                  <a:gd name="T24" fmla="*/ 26 w 64"/>
                  <a:gd name="T25" fmla="*/ 26 h 86"/>
                  <a:gd name="T26" fmla="*/ 30 w 64"/>
                  <a:gd name="T27" fmla="*/ 20 h 86"/>
                  <a:gd name="T28" fmla="*/ 30 w 64"/>
                  <a:gd name="T29" fmla="*/ 16 h 86"/>
                  <a:gd name="T30" fmla="*/ 30 w 64"/>
                  <a:gd name="T31" fmla="*/ 12 h 86"/>
                  <a:gd name="T32" fmla="*/ 38 w 64"/>
                  <a:gd name="T33" fmla="*/ 4 h 86"/>
                  <a:gd name="T34" fmla="*/ 42 w 64"/>
                  <a:gd name="T35" fmla="*/ 4 h 86"/>
                  <a:gd name="T36" fmla="*/ 42 w 64"/>
                  <a:gd name="T37" fmla="*/ 8 h 86"/>
                  <a:gd name="T38" fmla="*/ 46 w 64"/>
                  <a:gd name="T39" fmla="*/ 8 h 86"/>
                  <a:gd name="T40" fmla="*/ 46 w 64"/>
                  <a:gd name="T41" fmla="*/ 4 h 86"/>
                  <a:gd name="T42" fmla="*/ 50 w 64"/>
                  <a:gd name="T43" fmla="*/ 4 h 86"/>
                  <a:gd name="T44" fmla="*/ 50 w 64"/>
                  <a:gd name="T45" fmla="*/ 8 h 86"/>
                  <a:gd name="T46" fmla="*/ 42 w 64"/>
                  <a:gd name="T47" fmla="*/ 16 h 86"/>
                  <a:gd name="T48" fmla="*/ 38 w 64"/>
                  <a:gd name="T49" fmla="*/ 20 h 86"/>
                  <a:gd name="T50" fmla="*/ 38 w 64"/>
                  <a:gd name="T51" fmla="*/ 24 h 86"/>
                  <a:gd name="T52" fmla="*/ 46 w 64"/>
                  <a:gd name="T53" fmla="*/ 26 h 86"/>
                  <a:gd name="T54" fmla="*/ 54 w 64"/>
                  <a:gd name="T55" fmla="*/ 24 h 86"/>
                  <a:gd name="T56" fmla="*/ 60 w 64"/>
                  <a:gd name="T57" fmla="*/ 30 h 86"/>
                  <a:gd name="T58" fmla="*/ 64 w 64"/>
                  <a:gd name="T59" fmla="*/ 30 h 86"/>
                  <a:gd name="T60" fmla="*/ 60 w 64"/>
                  <a:gd name="T61" fmla="*/ 38 h 86"/>
                  <a:gd name="T62" fmla="*/ 64 w 64"/>
                  <a:gd name="T63" fmla="*/ 46 h 86"/>
                  <a:gd name="T64" fmla="*/ 64 w 64"/>
                  <a:gd name="T65" fmla="*/ 50 h 86"/>
                  <a:gd name="T66" fmla="*/ 60 w 64"/>
                  <a:gd name="T67" fmla="*/ 60 h 86"/>
                  <a:gd name="T68" fmla="*/ 60 w 64"/>
                  <a:gd name="T69" fmla="*/ 68 h 86"/>
                  <a:gd name="T70" fmla="*/ 54 w 64"/>
                  <a:gd name="T71" fmla="*/ 72 h 86"/>
                  <a:gd name="T72" fmla="*/ 54 w 64"/>
                  <a:gd name="T73" fmla="*/ 68 h 86"/>
                  <a:gd name="T74" fmla="*/ 46 w 64"/>
                  <a:gd name="T75" fmla="*/ 72 h 86"/>
                  <a:gd name="T76" fmla="*/ 38 w 64"/>
                  <a:gd name="T77" fmla="*/ 76 h 86"/>
                  <a:gd name="T78" fmla="*/ 30 w 64"/>
                  <a:gd name="T79" fmla="*/ 76 h 86"/>
                  <a:gd name="T80" fmla="*/ 30 w 64"/>
                  <a:gd name="T81" fmla="*/ 82 h 86"/>
                  <a:gd name="T82" fmla="*/ 20 w 64"/>
                  <a:gd name="T83" fmla="*/ 82 h 86"/>
                  <a:gd name="T84" fmla="*/ 12 w 64"/>
                  <a:gd name="T85" fmla="*/ 86 h 86"/>
                  <a:gd name="T86" fmla="*/ 12 w 64"/>
                  <a:gd name="T87" fmla="*/ 82 h 86"/>
                  <a:gd name="T88" fmla="*/ 8 w 64"/>
                  <a:gd name="T89" fmla="*/ 82 h 86"/>
                  <a:gd name="T90" fmla="*/ 16 w 64"/>
                  <a:gd name="T91" fmla="*/ 76 h 86"/>
                  <a:gd name="T92" fmla="*/ 4 w 64"/>
                  <a:gd name="T93" fmla="*/ 78 h 86"/>
                  <a:gd name="T94" fmla="*/ 4 w 64"/>
                  <a:gd name="T95" fmla="*/ 76 h 86"/>
                  <a:gd name="T96" fmla="*/ 8 w 64"/>
                  <a:gd name="T97" fmla="*/ 72 h 86"/>
                  <a:gd name="T98" fmla="*/ 0 w 64"/>
                  <a:gd name="T99" fmla="*/ 68 h 86"/>
                  <a:gd name="T100" fmla="*/ 12 w 64"/>
                  <a:gd name="T101" fmla="*/ 68 h 86"/>
                  <a:gd name="T102" fmla="*/ 16 w 64"/>
                  <a:gd name="T103" fmla="*/ 60 h 86"/>
                  <a:gd name="T104" fmla="*/ 26 w 64"/>
                  <a:gd name="T105" fmla="*/ 60 h 86"/>
                  <a:gd name="T106" fmla="*/ 24 w 64"/>
                  <a:gd name="T107" fmla="*/ 60 h 86"/>
                  <a:gd name="T108" fmla="*/ 12 w 64"/>
                  <a:gd name="T109" fmla="*/ 60 h 86"/>
                  <a:gd name="T110" fmla="*/ 16 w 64"/>
                  <a:gd name="T111" fmla="*/ 56 h 86"/>
                  <a:gd name="T112" fmla="*/ 24 w 64"/>
                  <a:gd name="T113" fmla="*/ 50 h 86"/>
                  <a:gd name="T114" fmla="*/ 8 w 64"/>
                  <a:gd name="T115" fmla="*/ 30 h 86"/>
                  <a:gd name="T116" fmla="*/ 4 w 64"/>
                  <a:gd name="T117" fmla="*/ 30 h 86"/>
                  <a:gd name="T118" fmla="*/ 8 w 64"/>
                  <a:gd name="T119" fmla="*/ 30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4" h="86">
                    <a:moveTo>
                      <a:pt x="24" y="50"/>
                    </a:moveTo>
                    <a:lnTo>
                      <a:pt x="24" y="46"/>
                    </a:lnTo>
                    <a:lnTo>
                      <a:pt x="20" y="46"/>
                    </a:lnTo>
                    <a:lnTo>
                      <a:pt x="16" y="46"/>
                    </a:lnTo>
                    <a:lnTo>
                      <a:pt x="16" y="50"/>
                    </a:lnTo>
                    <a:lnTo>
                      <a:pt x="16" y="46"/>
                    </a:lnTo>
                    <a:lnTo>
                      <a:pt x="12" y="46"/>
                    </a:lnTo>
                    <a:lnTo>
                      <a:pt x="16" y="46"/>
                    </a:lnTo>
                    <a:lnTo>
                      <a:pt x="12" y="46"/>
                    </a:lnTo>
                    <a:lnTo>
                      <a:pt x="8" y="46"/>
                    </a:lnTo>
                    <a:lnTo>
                      <a:pt x="12" y="46"/>
                    </a:lnTo>
                    <a:lnTo>
                      <a:pt x="12" y="42"/>
                    </a:lnTo>
                    <a:lnTo>
                      <a:pt x="8" y="46"/>
                    </a:lnTo>
                    <a:lnTo>
                      <a:pt x="4" y="42"/>
                    </a:lnTo>
                    <a:lnTo>
                      <a:pt x="8" y="38"/>
                    </a:lnTo>
                    <a:lnTo>
                      <a:pt x="12" y="38"/>
                    </a:lnTo>
                    <a:lnTo>
                      <a:pt x="8" y="38"/>
                    </a:lnTo>
                    <a:lnTo>
                      <a:pt x="8" y="34"/>
                    </a:lnTo>
                    <a:lnTo>
                      <a:pt x="12" y="34"/>
                    </a:lnTo>
                    <a:lnTo>
                      <a:pt x="16" y="34"/>
                    </a:lnTo>
                    <a:lnTo>
                      <a:pt x="12" y="34"/>
                    </a:lnTo>
                    <a:lnTo>
                      <a:pt x="8" y="34"/>
                    </a:lnTo>
                    <a:lnTo>
                      <a:pt x="8" y="30"/>
                    </a:lnTo>
                    <a:lnTo>
                      <a:pt x="12" y="30"/>
                    </a:lnTo>
                    <a:lnTo>
                      <a:pt x="12" y="34"/>
                    </a:lnTo>
                    <a:lnTo>
                      <a:pt x="12" y="30"/>
                    </a:lnTo>
                    <a:lnTo>
                      <a:pt x="8" y="30"/>
                    </a:lnTo>
                    <a:lnTo>
                      <a:pt x="8" y="26"/>
                    </a:lnTo>
                    <a:lnTo>
                      <a:pt x="8" y="30"/>
                    </a:lnTo>
                    <a:lnTo>
                      <a:pt x="8" y="26"/>
                    </a:lnTo>
                    <a:lnTo>
                      <a:pt x="8" y="24"/>
                    </a:lnTo>
                    <a:lnTo>
                      <a:pt x="8" y="26"/>
                    </a:lnTo>
                    <a:lnTo>
                      <a:pt x="12" y="26"/>
                    </a:lnTo>
                    <a:lnTo>
                      <a:pt x="12" y="24"/>
                    </a:lnTo>
                    <a:lnTo>
                      <a:pt x="16" y="24"/>
                    </a:lnTo>
                    <a:lnTo>
                      <a:pt x="20" y="24"/>
                    </a:lnTo>
                    <a:lnTo>
                      <a:pt x="20" y="26"/>
                    </a:lnTo>
                    <a:lnTo>
                      <a:pt x="24" y="24"/>
                    </a:lnTo>
                    <a:lnTo>
                      <a:pt x="26" y="26"/>
                    </a:lnTo>
                    <a:lnTo>
                      <a:pt x="30" y="24"/>
                    </a:lnTo>
                    <a:lnTo>
                      <a:pt x="26" y="24"/>
                    </a:lnTo>
                    <a:lnTo>
                      <a:pt x="30" y="20"/>
                    </a:lnTo>
                    <a:lnTo>
                      <a:pt x="34" y="20"/>
                    </a:lnTo>
                    <a:lnTo>
                      <a:pt x="34" y="16"/>
                    </a:lnTo>
                    <a:lnTo>
                      <a:pt x="30" y="16"/>
                    </a:lnTo>
                    <a:lnTo>
                      <a:pt x="26" y="20"/>
                    </a:lnTo>
                    <a:lnTo>
                      <a:pt x="26" y="16"/>
                    </a:lnTo>
                    <a:lnTo>
                      <a:pt x="30" y="12"/>
                    </a:lnTo>
                    <a:lnTo>
                      <a:pt x="30" y="8"/>
                    </a:lnTo>
                    <a:lnTo>
                      <a:pt x="34" y="4"/>
                    </a:lnTo>
                    <a:lnTo>
                      <a:pt x="38" y="4"/>
                    </a:lnTo>
                    <a:lnTo>
                      <a:pt x="42" y="4"/>
                    </a:lnTo>
                    <a:lnTo>
                      <a:pt x="42" y="8"/>
                    </a:lnTo>
                    <a:lnTo>
                      <a:pt x="42" y="4"/>
                    </a:lnTo>
                    <a:lnTo>
                      <a:pt x="38" y="4"/>
                    </a:lnTo>
                    <a:lnTo>
                      <a:pt x="42" y="4"/>
                    </a:lnTo>
                    <a:lnTo>
                      <a:pt x="42" y="8"/>
                    </a:lnTo>
                    <a:lnTo>
                      <a:pt x="42" y="12"/>
                    </a:lnTo>
                    <a:lnTo>
                      <a:pt x="42" y="8"/>
                    </a:lnTo>
                    <a:lnTo>
                      <a:pt x="46" y="8"/>
                    </a:lnTo>
                    <a:lnTo>
                      <a:pt x="46" y="4"/>
                    </a:lnTo>
                    <a:lnTo>
                      <a:pt x="42" y="4"/>
                    </a:lnTo>
                    <a:lnTo>
                      <a:pt x="46" y="4"/>
                    </a:lnTo>
                    <a:lnTo>
                      <a:pt x="46" y="0"/>
                    </a:lnTo>
                    <a:lnTo>
                      <a:pt x="50" y="0"/>
                    </a:lnTo>
                    <a:lnTo>
                      <a:pt x="50" y="4"/>
                    </a:lnTo>
                    <a:lnTo>
                      <a:pt x="54" y="4"/>
                    </a:lnTo>
                    <a:lnTo>
                      <a:pt x="50" y="4"/>
                    </a:lnTo>
                    <a:lnTo>
                      <a:pt x="50" y="8"/>
                    </a:lnTo>
                    <a:lnTo>
                      <a:pt x="46" y="8"/>
                    </a:lnTo>
                    <a:lnTo>
                      <a:pt x="46" y="12"/>
                    </a:lnTo>
                    <a:lnTo>
                      <a:pt x="42" y="16"/>
                    </a:lnTo>
                    <a:lnTo>
                      <a:pt x="38" y="16"/>
                    </a:lnTo>
                    <a:lnTo>
                      <a:pt x="42" y="20"/>
                    </a:lnTo>
                    <a:lnTo>
                      <a:pt x="38" y="20"/>
                    </a:lnTo>
                    <a:lnTo>
                      <a:pt x="34" y="20"/>
                    </a:lnTo>
                    <a:lnTo>
                      <a:pt x="34" y="24"/>
                    </a:lnTo>
                    <a:lnTo>
                      <a:pt x="38" y="24"/>
                    </a:lnTo>
                    <a:lnTo>
                      <a:pt x="38" y="26"/>
                    </a:lnTo>
                    <a:lnTo>
                      <a:pt x="42" y="26"/>
                    </a:lnTo>
                    <a:lnTo>
                      <a:pt x="46" y="26"/>
                    </a:lnTo>
                    <a:lnTo>
                      <a:pt x="50" y="26"/>
                    </a:lnTo>
                    <a:lnTo>
                      <a:pt x="50" y="24"/>
                    </a:lnTo>
                    <a:lnTo>
                      <a:pt x="54" y="24"/>
                    </a:lnTo>
                    <a:lnTo>
                      <a:pt x="54" y="26"/>
                    </a:lnTo>
                    <a:lnTo>
                      <a:pt x="56" y="30"/>
                    </a:lnTo>
                    <a:lnTo>
                      <a:pt x="60" y="30"/>
                    </a:lnTo>
                    <a:lnTo>
                      <a:pt x="60" y="26"/>
                    </a:lnTo>
                    <a:lnTo>
                      <a:pt x="60" y="30"/>
                    </a:lnTo>
                    <a:lnTo>
                      <a:pt x="64" y="30"/>
                    </a:lnTo>
                    <a:lnTo>
                      <a:pt x="60" y="30"/>
                    </a:lnTo>
                    <a:lnTo>
                      <a:pt x="60" y="34"/>
                    </a:lnTo>
                    <a:lnTo>
                      <a:pt x="60" y="38"/>
                    </a:lnTo>
                    <a:lnTo>
                      <a:pt x="64" y="38"/>
                    </a:lnTo>
                    <a:lnTo>
                      <a:pt x="64" y="42"/>
                    </a:lnTo>
                    <a:lnTo>
                      <a:pt x="64" y="46"/>
                    </a:lnTo>
                    <a:lnTo>
                      <a:pt x="60" y="46"/>
                    </a:lnTo>
                    <a:lnTo>
                      <a:pt x="64" y="46"/>
                    </a:lnTo>
                    <a:lnTo>
                      <a:pt x="64" y="50"/>
                    </a:lnTo>
                    <a:lnTo>
                      <a:pt x="64" y="52"/>
                    </a:lnTo>
                    <a:lnTo>
                      <a:pt x="64" y="56"/>
                    </a:lnTo>
                    <a:lnTo>
                      <a:pt x="60" y="60"/>
                    </a:lnTo>
                    <a:lnTo>
                      <a:pt x="60" y="64"/>
                    </a:lnTo>
                    <a:lnTo>
                      <a:pt x="56" y="64"/>
                    </a:lnTo>
                    <a:lnTo>
                      <a:pt x="60" y="68"/>
                    </a:lnTo>
                    <a:lnTo>
                      <a:pt x="56" y="68"/>
                    </a:lnTo>
                    <a:lnTo>
                      <a:pt x="54" y="68"/>
                    </a:lnTo>
                    <a:lnTo>
                      <a:pt x="54" y="72"/>
                    </a:lnTo>
                    <a:lnTo>
                      <a:pt x="54" y="68"/>
                    </a:lnTo>
                    <a:lnTo>
                      <a:pt x="50" y="68"/>
                    </a:lnTo>
                    <a:lnTo>
                      <a:pt x="54" y="68"/>
                    </a:lnTo>
                    <a:lnTo>
                      <a:pt x="54" y="72"/>
                    </a:lnTo>
                    <a:lnTo>
                      <a:pt x="50" y="72"/>
                    </a:lnTo>
                    <a:lnTo>
                      <a:pt x="46" y="72"/>
                    </a:lnTo>
                    <a:lnTo>
                      <a:pt x="42" y="72"/>
                    </a:lnTo>
                    <a:lnTo>
                      <a:pt x="42" y="76"/>
                    </a:lnTo>
                    <a:lnTo>
                      <a:pt x="38" y="76"/>
                    </a:lnTo>
                    <a:lnTo>
                      <a:pt x="34" y="78"/>
                    </a:lnTo>
                    <a:lnTo>
                      <a:pt x="34" y="76"/>
                    </a:lnTo>
                    <a:lnTo>
                      <a:pt x="30" y="76"/>
                    </a:lnTo>
                    <a:lnTo>
                      <a:pt x="34" y="78"/>
                    </a:lnTo>
                    <a:lnTo>
                      <a:pt x="30" y="78"/>
                    </a:lnTo>
                    <a:lnTo>
                      <a:pt x="30" y="82"/>
                    </a:lnTo>
                    <a:lnTo>
                      <a:pt x="26" y="82"/>
                    </a:lnTo>
                    <a:lnTo>
                      <a:pt x="24" y="82"/>
                    </a:lnTo>
                    <a:lnTo>
                      <a:pt x="20" y="82"/>
                    </a:lnTo>
                    <a:lnTo>
                      <a:pt x="16" y="82"/>
                    </a:lnTo>
                    <a:lnTo>
                      <a:pt x="12" y="82"/>
                    </a:lnTo>
                    <a:lnTo>
                      <a:pt x="12" y="86"/>
                    </a:lnTo>
                    <a:lnTo>
                      <a:pt x="12" y="82"/>
                    </a:lnTo>
                    <a:lnTo>
                      <a:pt x="16" y="82"/>
                    </a:lnTo>
                    <a:lnTo>
                      <a:pt x="12" y="82"/>
                    </a:lnTo>
                    <a:lnTo>
                      <a:pt x="16" y="78"/>
                    </a:lnTo>
                    <a:lnTo>
                      <a:pt x="12" y="78"/>
                    </a:lnTo>
                    <a:lnTo>
                      <a:pt x="8" y="82"/>
                    </a:lnTo>
                    <a:lnTo>
                      <a:pt x="8" y="78"/>
                    </a:lnTo>
                    <a:lnTo>
                      <a:pt x="12" y="78"/>
                    </a:lnTo>
                    <a:lnTo>
                      <a:pt x="16" y="76"/>
                    </a:lnTo>
                    <a:lnTo>
                      <a:pt x="12" y="76"/>
                    </a:lnTo>
                    <a:lnTo>
                      <a:pt x="8" y="78"/>
                    </a:lnTo>
                    <a:lnTo>
                      <a:pt x="4" y="78"/>
                    </a:lnTo>
                    <a:lnTo>
                      <a:pt x="4" y="76"/>
                    </a:lnTo>
                    <a:lnTo>
                      <a:pt x="4" y="78"/>
                    </a:lnTo>
                    <a:lnTo>
                      <a:pt x="4" y="76"/>
                    </a:lnTo>
                    <a:lnTo>
                      <a:pt x="8" y="72"/>
                    </a:lnTo>
                    <a:lnTo>
                      <a:pt x="12" y="72"/>
                    </a:lnTo>
                    <a:lnTo>
                      <a:pt x="8" y="72"/>
                    </a:lnTo>
                    <a:lnTo>
                      <a:pt x="4" y="72"/>
                    </a:lnTo>
                    <a:lnTo>
                      <a:pt x="0" y="72"/>
                    </a:lnTo>
                    <a:lnTo>
                      <a:pt x="0" y="68"/>
                    </a:lnTo>
                    <a:lnTo>
                      <a:pt x="4" y="68"/>
                    </a:lnTo>
                    <a:lnTo>
                      <a:pt x="8" y="68"/>
                    </a:lnTo>
                    <a:lnTo>
                      <a:pt x="12" y="68"/>
                    </a:lnTo>
                    <a:lnTo>
                      <a:pt x="12" y="64"/>
                    </a:lnTo>
                    <a:lnTo>
                      <a:pt x="12" y="60"/>
                    </a:lnTo>
                    <a:lnTo>
                      <a:pt x="16" y="60"/>
                    </a:lnTo>
                    <a:lnTo>
                      <a:pt x="20" y="60"/>
                    </a:lnTo>
                    <a:lnTo>
                      <a:pt x="24" y="60"/>
                    </a:lnTo>
                    <a:lnTo>
                      <a:pt x="26" y="60"/>
                    </a:lnTo>
                    <a:lnTo>
                      <a:pt x="24" y="60"/>
                    </a:lnTo>
                    <a:lnTo>
                      <a:pt x="24" y="56"/>
                    </a:lnTo>
                    <a:lnTo>
                      <a:pt x="24" y="60"/>
                    </a:lnTo>
                    <a:lnTo>
                      <a:pt x="20" y="60"/>
                    </a:lnTo>
                    <a:lnTo>
                      <a:pt x="16" y="60"/>
                    </a:lnTo>
                    <a:lnTo>
                      <a:pt x="12" y="60"/>
                    </a:lnTo>
                    <a:lnTo>
                      <a:pt x="8" y="60"/>
                    </a:lnTo>
                    <a:lnTo>
                      <a:pt x="12" y="60"/>
                    </a:lnTo>
                    <a:lnTo>
                      <a:pt x="16" y="56"/>
                    </a:lnTo>
                    <a:lnTo>
                      <a:pt x="16" y="52"/>
                    </a:lnTo>
                    <a:lnTo>
                      <a:pt x="20" y="50"/>
                    </a:lnTo>
                    <a:lnTo>
                      <a:pt x="24" y="50"/>
                    </a:lnTo>
                    <a:lnTo>
                      <a:pt x="24" y="50"/>
                    </a:lnTo>
                    <a:lnTo>
                      <a:pt x="24" y="50"/>
                    </a:lnTo>
                    <a:close/>
                    <a:moveTo>
                      <a:pt x="8" y="30"/>
                    </a:moveTo>
                    <a:lnTo>
                      <a:pt x="8" y="34"/>
                    </a:lnTo>
                    <a:lnTo>
                      <a:pt x="8" y="30"/>
                    </a:lnTo>
                    <a:lnTo>
                      <a:pt x="4" y="30"/>
                    </a:lnTo>
                    <a:lnTo>
                      <a:pt x="8" y="30"/>
                    </a:lnTo>
                    <a:lnTo>
                      <a:pt x="8" y="30"/>
                    </a:lnTo>
                    <a:lnTo>
                      <a:pt x="8"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3" name="Freeform 107"/>
              <p:cNvSpPr>
                <a:spLocks/>
              </p:cNvSpPr>
              <p:nvPr/>
            </p:nvSpPr>
            <p:spPr bwMode="gray">
              <a:xfrm>
                <a:off x="4681684" y="2773478"/>
                <a:ext cx="13914" cy="10436"/>
              </a:xfrm>
              <a:custGeom>
                <a:avLst/>
                <a:gdLst>
                  <a:gd name="T0" fmla="*/ 0 w 8"/>
                  <a:gd name="T1" fmla="*/ 6 h 6"/>
                  <a:gd name="T2" fmla="*/ 0 w 8"/>
                  <a:gd name="T3" fmla="*/ 6 h 6"/>
                  <a:gd name="T4" fmla="*/ 0 w 8"/>
                  <a:gd name="T5" fmla="*/ 2 h 6"/>
                  <a:gd name="T6" fmla="*/ 0 w 8"/>
                  <a:gd name="T7" fmla="*/ 2 h 6"/>
                  <a:gd name="T8" fmla="*/ 0 w 8"/>
                  <a:gd name="T9" fmla="*/ 2 h 6"/>
                  <a:gd name="T10" fmla="*/ 0 w 8"/>
                  <a:gd name="T11" fmla="*/ 2 h 6"/>
                  <a:gd name="T12" fmla="*/ 4 w 8"/>
                  <a:gd name="T13" fmla="*/ 0 h 6"/>
                  <a:gd name="T14" fmla="*/ 4 w 8"/>
                  <a:gd name="T15" fmla="*/ 0 h 6"/>
                  <a:gd name="T16" fmla="*/ 4 w 8"/>
                  <a:gd name="T17" fmla="*/ 0 h 6"/>
                  <a:gd name="T18" fmla="*/ 4 w 8"/>
                  <a:gd name="T19" fmla="*/ 0 h 6"/>
                  <a:gd name="T20" fmla="*/ 4 w 8"/>
                  <a:gd name="T21" fmla="*/ 0 h 6"/>
                  <a:gd name="T22" fmla="*/ 4 w 8"/>
                  <a:gd name="T23" fmla="*/ 0 h 6"/>
                  <a:gd name="T24" fmla="*/ 4 w 8"/>
                  <a:gd name="T25" fmla="*/ 0 h 6"/>
                  <a:gd name="T26" fmla="*/ 4 w 8"/>
                  <a:gd name="T27" fmla="*/ 0 h 6"/>
                  <a:gd name="T28" fmla="*/ 4 w 8"/>
                  <a:gd name="T29" fmla="*/ 0 h 6"/>
                  <a:gd name="T30" fmla="*/ 4 w 8"/>
                  <a:gd name="T31" fmla="*/ 0 h 6"/>
                  <a:gd name="T32" fmla="*/ 4 w 8"/>
                  <a:gd name="T33" fmla="*/ 0 h 6"/>
                  <a:gd name="T34" fmla="*/ 8 w 8"/>
                  <a:gd name="T35" fmla="*/ 0 h 6"/>
                  <a:gd name="T36" fmla="*/ 8 w 8"/>
                  <a:gd name="T37" fmla="*/ 0 h 6"/>
                  <a:gd name="T38" fmla="*/ 4 w 8"/>
                  <a:gd name="T39" fmla="*/ 2 h 6"/>
                  <a:gd name="T40" fmla="*/ 4 w 8"/>
                  <a:gd name="T41" fmla="*/ 2 h 6"/>
                  <a:gd name="T42" fmla="*/ 4 w 8"/>
                  <a:gd name="T43" fmla="*/ 2 h 6"/>
                  <a:gd name="T44" fmla="*/ 4 w 8"/>
                  <a:gd name="T45" fmla="*/ 2 h 6"/>
                  <a:gd name="T46" fmla="*/ 4 w 8"/>
                  <a:gd name="T47" fmla="*/ 2 h 6"/>
                  <a:gd name="T48" fmla="*/ 0 w 8"/>
                  <a:gd name="T49" fmla="*/ 6 h 6"/>
                  <a:gd name="T50" fmla="*/ 0 w 8"/>
                  <a:gd name="T51" fmla="*/ 6 h 6"/>
                  <a:gd name="T52" fmla="*/ 0 w 8"/>
                  <a:gd name="T53" fmla="*/ 6 h 6"/>
                  <a:gd name="T54" fmla="*/ 0 w 8"/>
                  <a:gd name="T55" fmla="*/ 6 h 6"/>
                  <a:gd name="T56" fmla="*/ 0 w 8"/>
                  <a:gd name="T57" fmla="*/ 6 h 6"/>
                  <a:gd name="T58" fmla="*/ 0 w 8"/>
                  <a:gd name="T59" fmla="*/ 6 h 6"/>
                  <a:gd name="T60" fmla="*/ 0 w 8"/>
                  <a:gd name="T61"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 h="6">
                    <a:moveTo>
                      <a:pt x="0" y="6"/>
                    </a:moveTo>
                    <a:lnTo>
                      <a:pt x="0" y="6"/>
                    </a:lnTo>
                    <a:lnTo>
                      <a:pt x="0" y="2"/>
                    </a:lnTo>
                    <a:lnTo>
                      <a:pt x="0" y="2"/>
                    </a:lnTo>
                    <a:lnTo>
                      <a:pt x="0" y="2"/>
                    </a:lnTo>
                    <a:lnTo>
                      <a:pt x="0" y="2"/>
                    </a:lnTo>
                    <a:lnTo>
                      <a:pt x="4" y="0"/>
                    </a:lnTo>
                    <a:lnTo>
                      <a:pt x="4" y="0"/>
                    </a:lnTo>
                    <a:lnTo>
                      <a:pt x="4" y="0"/>
                    </a:lnTo>
                    <a:lnTo>
                      <a:pt x="4" y="0"/>
                    </a:lnTo>
                    <a:lnTo>
                      <a:pt x="4" y="0"/>
                    </a:lnTo>
                    <a:lnTo>
                      <a:pt x="4" y="0"/>
                    </a:lnTo>
                    <a:lnTo>
                      <a:pt x="4" y="0"/>
                    </a:lnTo>
                    <a:lnTo>
                      <a:pt x="4" y="0"/>
                    </a:lnTo>
                    <a:lnTo>
                      <a:pt x="4" y="0"/>
                    </a:lnTo>
                    <a:lnTo>
                      <a:pt x="4" y="0"/>
                    </a:lnTo>
                    <a:lnTo>
                      <a:pt x="4" y="0"/>
                    </a:lnTo>
                    <a:lnTo>
                      <a:pt x="8" y="0"/>
                    </a:lnTo>
                    <a:lnTo>
                      <a:pt x="8" y="0"/>
                    </a:lnTo>
                    <a:lnTo>
                      <a:pt x="4" y="2"/>
                    </a:lnTo>
                    <a:lnTo>
                      <a:pt x="4" y="2"/>
                    </a:lnTo>
                    <a:lnTo>
                      <a:pt x="4" y="2"/>
                    </a:lnTo>
                    <a:lnTo>
                      <a:pt x="4" y="2"/>
                    </a:lnTo>
                    <a:lnTo>
                      <a:pt x="4" y="2"/>
                    </a:lnTo>
                    <a:lnTo>
                      <a:pt x="0" y="6"/>
                    </a:lnTo>
                    <a:lnTo>
                      <a:pt x="0" y="6"/>
                    </a:lnTo>
                    <a:lnTo>
                      <a:pt x="0" y="6"/>
                    </a:lnTo>
                    <a:lnTo>
                      <a:pt x="0" y="6"/>
                    </a:lnTo>
                    <a:lnTo>
                      <a:pt x="0" y="6"/>
                    </a:lnTo>
                    <a:lnTo>
                      <a:pt x="0" y="6"/>
                    </a:lnTo>
                    <a:lnTo>
                      <a:pt x="0"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4" name="Freeform 108"/>
              <p:cNvSpPr>
                <a:spLocks noEditPoints="1"/>
              </p:cNvSpPr>
              <p:nvPr/>
            </p:nvSpPr>
            <p:spPr bwMode="gray">
              <a:xfrm>
                <a:off x="4959966" y="3037845"/>
                <a:ext cx="292196" cy="358287"/>
              </a:xfrm>
              <a:custGeom>
                <a:avLst/>
                <a:gdLst>
                  <a:gd name="T0" fmla="*/ 98 w 168"/>
                  <a:gd name="T1" fmla="*/ 72 h 206"/>
                  <a:gd name="T2" fmla="*/ 106 w 168"/>
                  <a:gd name="T3" fmla="*/ 90 h 206"/>
                  <a:gd name="T4" fmla="*/ 124 w 168"/>
                  <a:gd name="T5" fmla="*/ 100 h 206"/>
                  <a:gd name="T6" fmla="*/ 136 w 168"/>
                  <a:gd name="T7" fmla="*/ 108 h 206"/>
                  <a:gd name="T8" fmla="*/ 150 w 168"/>
                  <a:gd name="T9" fmla="*/ 120 h 206"/>
                  <a:gd name="T10" fmla="*/ 166 w 168"/>
                  <a:gd name="T11" fmla="*/ 130 h 206"/>
                  <a:gd name="T12" fmla="*/ 166 w 168"/>
                  <a:gd name="T13" fmla="*/ 142 h 206"/>
                  <a:gd name="T14" fmla="*/ 150 w 168"/>
                  <a:gd name="T15" fmla="*/ 130 h 206"/>
                  <a:gd name="T16" fmla="*/ 142 w 168"/>
                  <a:gd name="T17" fmla="*/ 142 h 206"/>
                  <a:gd name="T18" fmla="*/ 150 w 168"/>
                  <a:gd name="T19" fmla="*/ 156 h 206"/>
                  <a:gd name="T20" fmla="*/ 142 w 168"/>
                  <a:gd name="T21" fmla="*/ 172 h 206"/>
                  <a:gd name="T22" fmla="*/ 128 w 168"/>
                  <a:gd name="T23" fmla="*/ 176 h 206"/>
                  <a:gd name="T24" fmla="*/ 138 w 168"/>
                  <a:gd name="T25" fmla="*/ 160 h 206"/>
                  <a:gd name="T26" fmla="*/ 132 w 168"/>
                  <a:gd name="T27" fmla="*/ 146 h 206"/>
                  <a:gd name="T28" fmla="*/ 120 w 168"/>
                  <a:gd name="T29" fmla="*/ 130 h 206"/>
                  <a:gd name="T30" fmla="*/ 106 w 168"/>
                  <a:gd name="T31" fmla="*/ 116 h 206"/>
                  <a:gd name="T32" fmla="*/ 86 w 168"/>
                  <a:gd name="T33" fmla="*/ 112 h 206"/>
                  <a:gd name="T34" fmla="*/ 76 w 168"/>
                  <a:gd name="T35" fmla="*/ 96 h 206"/>
                  <a:gd name="T36" fmla="*/ 64 w 168"/>
                  <a:gd name="T37" fmla="*/ 86 h 206"/>
                  <a:gd name="T38" fmla="*/ 54 w 168"/>
                  <a:gd name="T39" fmla="*/ 72 h 206"/>
                  <a:gd name="T40" fmla="*/ 38 w 168"/>
                  <a:gd name="T41" fmla="*/ 56 h 206"/>
                  <a:gd name="T42" fmla="*/ 20 w 168"/>
                  <a:gd name="T43" fmla="*/ 64 h 206"/>
                  <a:gd name="T44" fmla="*/ 16 w 168"/>
                  <a:gd name="T45" fmla="*/ 60 h 206"/>
                  <a:gd name="T46" fmla="*/ 4 w 168"/>
                  <a:gd name="T47" fmla="*/ 52 h 206"/>
                  <a:gd name="T48" fmla="*/ 4 w 168"/>
                  <a:gd name="T49" fmla="*/ 38 h 206"/>
                  <a:gd name="T50" fmla="*/ 4 w 168"/>
                  <a:gd name="T51" fmla="*/ 24 h 206"/>
                  <a:gd name="T52" fmla="*/ 24 w 168"/>
                  <a:gd name="T53" fmla="*/ 16 h 206"/>
                  <a:gd name="T54" fmla="*/ 34 w 168"/>
                  <a:gd name="T55" fmla="*/ 24 h 206"/>
                  <a:gd name="T56" fmla="*/ 38 w 168"/>
                  <a:gd name="T57" fmla="*/ 12 h 206"/>
                  <a:gd name="T58" fmla="*/ 50 w 168"/>
                  <a:gd name="T59" fmla="*/ 12 h 206"/>
                  <a:gd name="T60" fmla="*/ 56 w 168"/>
                  <a:gd name="T61" fmla="*/ 4 h 206"/>
                  <a:gd name="T62" fmla="*/ 76 w 168"/>
                  <a:gd name="T63" fmla="*/ 0 h 206"/>
                  <a:gd name="T64" fmla="*/ 90 w 168"/>
                  <a:gd name="T65" fmla="*/ 8 h 206"/>
                  <a:gd name="T66" fmla="*/ 98 w 168"/>
                  <a:gd name="T67" fmla="*/ 16 h 206"/>
                  <a:gd name="T68" fmla="*/ 102 w 168"/>
                  <a:gd name="T69" fmla="*/ 26 h 206"/>
                  <a:gd name="T70" fmla="*/ 94 w 168"/>
                  <a:gd name="T71" fmla="*/ 26 h 206"/>
                  <a:gd name="T72" fmla="*/ 86 w 168"/>
                  <a:gd name="T73" fmla="*/ 30 h 206"/>
                  <a:gd name="T74" fmla="*/ 86 w 168"/>
                  <a:gd name="T75" fmla="*/ 42 h 206"/>
                  <a:gd name="T76" fmla="*/ 86 w 168"/>
                  <a:gd name="T77" fmla="*/ 60 h 206"/>
                  <a:gd name="T78" fmla="*/ 82 w 168"/>
                  <a:gd name="T79" fmla="*/ 100 h 206"/>
                  <a:gd name="T80" fmla="*/ 82 w 168"/>
                  <a:gd name="T81" fmla="*/ 64 h 206"/>
                  <a:gd name="T82" fmla="*/ 54 w 168"/>
                  <a:gd name="T83" fmla="*/ 82 h 206"/>
                  <a:gd name="T84" fmla="*/ 26 w 168"/>
                  <a:gd name="T85" fmla="*/ 150 h 206"/>
                  <a:gd name="T86" fmla="*/ 26 w 168"/>
                  <a:gd name="T87" fmla="*/ 126 h 206"/>
                  <a:gd name="T88" fmla="*/ 38 w 168"/>
                  <a:gd name="T89" fmla="*/ 116 h 206"/>
                  <a:gd name="T90" fmla="*/ 46 w 168"/>
                  <a:gd name="T91" fmla="*/ 126 h 206"/>
                  <a:gd name="T92" fmla="*/ 46 w 168"/>
                  <a:gd name="T93" fmla="*/ 150 h 206"/>
                  <a:gd name="T94" fmla="*/ 34 w 168"/>
                  <a:gd name="T95" fmla="*/ 160 h 206"/>
                  <a:gd name="T96" fmla="*/ 26 w 168"/>
                  <a:gd name="T97" fmla="*/ 152 h 206"/>
                  <a:gd name="T98" fmla="*/ 112 w 168"/>
                  <a:gd name="T99" fmla="*/ 198 h 206"/>
                  <a:gd name="T100" fmla="*/ 94 w 168"/>
                  <a:gd name="T101" fmla="*/ 190 h 206"/>
                  <a:gd name="T102" fmla="*/ 82 w 168"/>
                  <a:gd name="T103" fmla="*/ 178 h 206"/>
                  <a:gd name="T104" fmla="*/ 98 w 168"/>
                  <a:gd name="T105" fmla="*/ 176 h 206"/>
                  <a:gd name="T106" fmla="*/ 120 w 168"/>
                  <a:gd name="T107" fmla="*/ 176 h 206"/>
                  <a:gd name="T108" fmla="*/ 124 w 168"/>
                  <a:gd name="T109" fmla="*/ 182 h 206"/>
                  <a:gd name="T110" fmla="*/ 120 w 168"/>
                  <a:gd name="T111" fmla="*/ 19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68" h="206">
                    <a:moveTo>
                      <a:pt x="86" y="64"/>
                    </a:moveTo>
                    <a:lnTo>
                      <a:pt x="90" y="64"/>
                    </a:lnTo>
                    <a:lnTo>
                      <a:pt x="94" y="64"/>
                    </a:lnTo>
                    <a:lnTo>
                      <a:pt x="94" y="68"/>
                    </a:lnTo>
                    <a:lnTo>
                      <a:pt x="98" y="68"/>
                    </a:lnTo>
                    <a:lnTo>
                      <a:pt x="98" y="72"/>
                    </a:lnTo>
                    <a:lnTo>
                      <a:pt x="102" y="72"/>
                    </a:lnTo>
                    <a:lnTo>
                      <a:pt x="102" y="76"/>
                    </a:lnTo>
                    <a:lnTo>
                      <a:pt x="106" y="80"/>
                    </a:lnTo>
                    <a:lnTo>
                      <a:pt x="106" y="82"/>
                    </a:lnTo>
                    <a:lnTo>
                      <a:pt x="106" y="86"/>
                    </a:lnTo>
                    <a:lnTo>
                      <a:pt x="106" y="90"/>
                    </a:lnTo>
                    <a:lnTo>
                      <a:pt x="110" y="90"/>
                    </a:lnTo>
                    <a:lnTo>
                      <a:pt x="112" y="96"/>
                    </a:lnTo>
                    <a:lnTo>
                      <a:pt x="116" y="96"/>
                    </a:lnTo>
                    <a:lnTo>
                      <a:pt x="116" y="100"/>
                    </a:lnTo>
                    <a:lnTo>
                      <a:pt x="120" y="100"/>
                    </a:lnTo>
                    <a:lnTo>
                      <a:pt x="124" y="100"/>
                    </a:lnTo>
                    <a:lnTo>
                      <a:pt x="124" y="104"/>
                    </a:lnTo>
                    <a:lnTo>
                      <a:pt x="128" y="100"/>
                    </a:lnTo>
                    <a:lnTo>
                      <a:pt x="132" y="100"/>
                    </a:lnTo>
                    <a:lnTo>
                      <a:pt x="136" y="100"/>
                    </a:lnTo>
                    <a:lnTo>
                      <a:pt x="136" y="104"/>
                    </a:lnTo>
                    <a:lnTo>
                      <a:pt x="136" y="108"/>
                    </a:lnTo>
                    <a:lnTo>
                      <a:pt x="132" y="108"/>
                    </a:lnTo>
                    <a:lnTo>
                      <a:pt x="132" y="112"/>
                    </a:lnTo>
                    <a:lnTo>
                      <a:pt x="136" y="112"/>
                    </a:lnTo>
                    <a:lnTo>
                      <a:pt x="142" y="116"/>
                    </a:lnTo>
                    <a:lnTo>
                      <a:pt x="146" y="116"/>
                    </a:lnTo>
                    <a:lnTo>
                      <a:pt x="150" y="120"/>
                    </a:lnTo>
                    <a:lnTo>
                      <a:pt x="154" y="120"/>
                    </a:lnTo>
                    <a:lnTo>
                      <a:pt x="154" y="122"/>
                    </a:lnTo>
                    <a:lnTo>
                      <a:pt x="158" y="126"/>
                    </a:lnTo>
                    <a:lnTo>
                      <a:pt x="162" y="126"/>
                    </a:lnTo>
                    <a:lnTo>
                      <a:pt x="162" y="130"/>
                    </a:lnTo>
                    <a:lnTo>
                      <a:pt x="166" y="130"/>
                    </a:lnTo>
                    <a:lnTo>
                      <a:pt x="168" y="134"/>
                    </a:lnTo>
                    <a:lnTo>
                      <a:pt x="168" y="138"/>
                    </a:lnTo>
                    <a:lnTo>
                      <a:pt x="168" y="142"/>
                    </a:lnTo>
                    <a:lnTo>
                      <a:pt x="168" y="146"/>
                    </a:lnTo>
                    <a:lnTo>
                      <a:pt x="168" y="142"/>
                    </a:lnTo>
                    <a:lnTo>
                      <a:pt x="166" y="142"/>
                    </a:lnTo>
                    <a:lnTo>
                      <a:pt x="162" y="142"/>
                    </a:lnTo>
                    <a:lnTo>
                      <a:pt x="162" y="138"/>
                    </a:lnTo>
                    <a:lnTo>
                      <a:pt x="162" y="134"/>
                    </a:lnTo>
                    <a:lnTo>
                      <a:pt x="158" y="134"/>
                    </a:lnTo>
                    <a:lnTo>
                      <a:pt x="154" y="134"/>
                    </a:lnTo>
                    <a:lnTo>
                      <a:pt x="150" y="130"/>
                    </a:lnTo>
                    <a:lnTo>
                      <a:pt x="154" y="130"/>
                    </a:lnTo>
                    <a:lnTo>
                      <a:pt x="150" y="130"/>
                    </a:lnTo>
                    <a:lnTo>
                      <a:pt x="146" y="130"/>
                    </a:lnTo>
                    <a:lnTo>
                      <a:pt x="146" y="134"/>
                    </a:lnTo>
                    <a:lnTo>
                      <a:pt x="142" y="138"/>
                    </a:lnTo>
                    <a:lnTo>
                      <a:pt x="142" y="142"/>
                    </a:lnTo>
                    <a:lnTo>
                      <a:pt x="142" y="146"/>
                    </a:lnTo>
                    <a:lnTo>
                      <a:pt x="146" y="146"/>
                    </a:lnTo>
                    <a:lnTo>
                      <a:pt x="146" y="150"/>
                    </a:lnTo>
                    <a:lnTo>
                      <a:pt x="150" y="150"/>
                    </a:lnTo>
                    <a:lnTo>
                      <a:pt x="150" y="152"/>
                    </a:lnTo>
                    <a:lnTo>
                      <a:pt x="150" y="156"/>
                    </a:lnTo>
                    <a:lnTo>
                      <a:pt x="150" y="160"/>
                    </a:lnTo>
                    <a:lnTo>
                      <a:pt x="146" y="160"/>
                    </a:lnTo>
                    <a:lnTo>
                      <a:pt x="142" y="160"/>
                    </a:lnTo>
                    <a:lnTo>
                      <a:pt x="142" y="164"/>
                    </a:lnTo>
                    <a:lnTo>
                      <a:pt x="142" y="168"/>
                    </a:lnTo>
                    <a:lnTo>
                      <a:pt x="142" y="172"/>
                    </a:lnTo>
                    <a:lnTo>
                      <a:pt x="138" y="172"/>
                    </a:lnTo>
                    <a:lnTo>
                      <a:pt x="136" y="176"/>
                    </a:lnTo>
                    <a:lnTo>
                      <a:pt x="136" y="178"/>
                    </a:lnTo>
                    <a:lnTo>
                      <a:pt x="132" y="178"/>
                    </a:lnTo>
                    <a:lnTo>
                      <a:pt x="128" y="178"/>
                    </a:lnTo>
                    <a:lnTo>
                      <a:pt x="128" y="176"/>
                    </a:lnTo>
                    <a:lnTo>
                      <a:pt x="132" y="172"/>
                    </a:lnTo>
                    <a:lnTo>
                      <a:pt x="132" y="168"/>
                    </a:lnTo>
                    <a:lnTo>
                      <a:pt x="132" y="164"/>
                    </a:lnTo>
                    <a:lnTo>
                      <a:pt x="136" y="164"/>
                    </a:lnTo>
                    <a:lnTo>
                      <a:pt x="138" y="164"/>
                    </a:lnTo>
                    <a:lnTo>
                      <a:pt x="138" y="160"/>
                    </a:lnTo>
                    <a:lnTo>
                      <a:pt x="136" y="160"/>
                    </a:lnTo>
                    <a:lnTo>
                      <a:pt x="136" y="156"/>
                    </a:lnTo>
                    <a:lnTo>
                      <a:pt x="136" y="152"/>
                    </a:lnTo>
                    <a:lnTo>
                      <a:pt x="136" y="150"/>
                    </a:lnTo>
                    <a:lnTo>
                      <a:pt x="132" y="150"/>
                    </a:lnTo>
                    <a:lnTo>
                      <a:pt x="132" y="146"/>
                    </a:lnTo>
                    <a:lnTo>
                      <a:pt x="132" y="142"/>
                    </a:lnTo>
                    <a:lnTo>
                      <a:pt x="128" y="138"/>
                    </a:lnTo>
                    <a:lnTo>
                      <a:pt x="124" y="138"/>
                    </a:lnTo>
                    <a:lnTo>
                      <a:pt x="120" y="138"/>
                    </a:lnTo>
                    <a:lnTo>
                      <a:pt x="120" y="134"/>
                    </a:lnTo>
                    <a:lnTo>
                      <a:pt x="120" y="130"/>
                    </a:lnTo>
                    <a:lnTo>
                      <a:pt x="116" y="126"/>
                    </a:lnTo>
                    <a:lnTo>
                      <a:pt x="112" y="126"/>
                    </a:lnTo>
                    <a:lnTo>
                      <a:pt x="110" y="122"/>
                    </a:lnTo>
                    <a:lnTo>
                      <a:pt x="106" y="122"/>
                    </a:lnTo>
                    <a:lnTo>
                      <a:pt x="106" y="120"/>
                    </a:lnTo>
                    <a:lnTo>
                      <a:pt x="106" y="116"/>
                    </a:lnTo>
                    <a:lnTo>
                      <a:pt x="102" y="116"/>
                    </a:lnTo>
                    <a:lnTo>
                      <a:pt x="98" y="116"/>
                    </a:lnTo>
                    <a:lnTo>
                      <a:pt x="94" y="116"/>
                    </a:lnTo>
                    <a:lnTo>
                      <a:pt x="90" y="116"/>
                    </a:lnTo>
                    <a:lnTo>
                      <a:pt x="90" y="112"/>
                    </a:lnTo>
                    <a:lnTo>
                      <a:pt x="86" y="112"/>
                    </a:lnTo>
                    <a:lnTo>
                      <a:pt x="86" y="108"/>
                    </a:lnTo>
                    <a:lnTo>
                      <a:pt x="82" y="108"/>
                    </a:lnTo>
                    <a:lnTo>
                      <a:pt x="80" y="104"/>
                    </a:lnTo>
                    <a:lnTo>
                      <a:pt x="80" y="100"/>
                    </a:lnTo>
                    <a:lnTo>
                      <a:pt x="76" y="100"/>
                    </a:lnTo>
                    <a:lnTo>
                      <a:pt x="76" y="96"/>
                    </a:lnTo>
                    <a:lnTo>
                      <a:pt x="72" y="96"/>
                    </a:lnTo>
                    <a:lnTo>
                      <a:pt x="72" y="94"/>
                    </a:lnTo>
                    <a:lnTo>
                      <a:pt x="68" y="94"/>
                    </a:lnTo>
                    <a:lnTo>
                      <a:pt x="64" y="94"/>
                    </a:lnTo>
                    <a:lnTo>
                      <a:pt x="64" y="90"/>
                    </a:lnTo>
                    <a:lnTo>
                      <a:pt x="64" y="86"/>
                    </a:lnTo>
                    <a:lnTo>
                      <a:pt x="60" y="86"/>
                    </a:lnTo>
                    <a:lnTo>
                      <a:pt x="60" y="82"/>
                    </a:lnTo>
                    <a:lnTo>
                      <a:pt x="56" y="82"/>
                    </a:lnTo>
                    <a:lnTo>
                      <a:pt x="56" y="80"/>
                    </a:lnTo>
                    <a:lnTo>
                      <a:pt x="56" y="76"/>
                    </a:lnTo>
                    <a:lnTo>
                      <a:pt x="54" y="72"/>
                    </a:lnTo>
                    <a:lnTo>
                      <a:pt x="54" y="68"/>
                    </a:lnTo>
                    <a:lnTo>
                      <a:pt x="54" y="64"/>
                    </a:lnTo>
                    <a:lnTo>
                      <a:pt x="50" y="60"/>
                    </a:lnTo>
                    <a:lnTo>
                      <a:pt x="46" y="60"/>
                    </a:lnTo>
                    <a:lnTo>
                      <a:pt x="42" y="56"/>
                    </a:lnTo>
                    <a:lnTo>
                      <a:pt x="38" y="56"/>
                    </a:lnTo>
                    <a:lnTo>
                      <a:pt x="30" y="52"/>
                    </a:lnTo>
                    <a:lnTo>
                      <a:pt x="26" y="56"/>
                    </a:lnTo>
                    <a:lnTo>
                      <a:pt x="26" y="60"/>
                    </a:lnTo>
                    <a:lnTo>
                      <a:pt x="24" y="60"/>
                    </a:lnTo>
                    <a:lnTo>
                      <a:pt x="24" y="64"/>
                    </a:lnTo>
                    <a:lnTo>
                      <a:pt x="20" y="64"/>
                    </a:lnTo>
                    <a:lnTo>
                      <a:pt x="16" y="64"/>
                    </a:lnTo>
                    <a:lnTo>
                      <a:pt x="16" y="68"/>
                    </a:lnTo>
                    <a:lnTo>
                      <a:pt x="16" y="64"/>
                    </a:lnTo>
                    <a:lnTo>
                      <a:pt x="12" y="64"/>
                    </a:lnTo>
                    <a:lnTo>
                      <a:pt x="16" y="64"/>
                    </a:lnTo>
                    <a:lnTo>
                      <a:pt x="16" y="60"/>
                    </a:lnTo>
                    <a:lnTo>
                      <a:pt x="16" y="56"/>
                    </a:lnTo>
                    <a:lnTo>
                      <a:pt x="16" y="60"/>
                    </a:lnTo>
                    <a:lnTo>
                      <a:pt x="12" y="60"/>
                    </a:lnTo>
                    <a:lnTo>
                      <a:pt x="8" y="56"/>
                    </a:lnTo>
                    <a:lnTo>
                      <a:pt x="4" y="56"/>
                    </a:lnTo>
                    <a:lnTo>
                      <a:pt x="4" y="52"/>
                    </a:lnTo>
                    <a:lnTo>
                      <a:pt x="4" y="50"/>
                    </a:lnTo>
                    <a:lnTo>
                      <a:pt x="8" y="46"/>
                    </a:lnTo>
                    <a:lnTo>
                      <a:pt x="4" y="46"/>
                    </a:lnTo>
                    <a:lnTo>
                      <a:pt x="0" y="42"/>
                    </a:lnTo>
                    <a:lnTo>
                      <a:pt x="0" y="38"/>
                    </a:lnTo>
                    <a:lnTo>
                      <a:pt x="4" y="38"/>
                    </a:lnTo>
                    <a:lnTo>
                      <a:pt x="8" y="38"/>
                    </a:lnTo>
                    <a:lnTo>
                      <a:pt x="8" y="34"/>
                    </a:lnTo>
                    <a:lnTo>
                      <a:pt x="8" y="30"/>
                    </a:lnTo>
                    <a:lnTo>
                      <a:pt x="4" y="30"/>
                    </a:lnTo>
                    <a:lnTo>
                      <a:pt x="4" y="26"/>
                    </a:lnTo>
                    <a:lnTo>
                      <a:pt x="4" y="24"/>
                    </a:lnTo>
                    <a:lnTo>
                      <a:pt x="8" y="24"/>
                    </a:lnTo>
                    <a:lnTo>
                      <a:pt x="12" y="24"/>
                    </a:lnTo>
                    <a:lnTo>
                      <a:pt x="16" y="24"/>
                    </a:lnTo>
                    <a:lnTo>
                      <a:pt x="20" y="24"/>
                    </a:lnTo>
                    <a:lnTo>
                      <a:pt x="24" y="20"/>
                    </a:lnTo>
                    <a:lnTo>
                      <a:pt x="24" y="16"/>
                    </a:lnTo>
                    <a:lnTo>
                      <a:pt x="26" y="12"/>
                    </a:lnTo>
                    <a:lnTo>
                      <a:pt x="26" y="16"/>
                    </a:lnTo>
                    <a:lnTo>
                      <a:pt x="30" y="20"/>
                    </a:lnTo>
                    <a:lnTo>
                      <a:pt x="34" y="20"/>
                    </a:lnTo>
                    <a:lnTo>
                      <a:pt x="30" y="24"/>
                    </a:lnTo>
                    <a:lnTo>
                      <a:pt x="34" y="24"/>
                    </a:lnTo>
                    <a:lnTo>
                      <a:pt x="34" y="26"/>
                    </a:lnTo>
                    <a:lnTo>
                      <a:pt x="34" y="24"/>
                    </a:lnTo>
                    <a:lnTo>
                      <a:pt x="34" y="20"/>
                    </a:lnTo>
                    <a:lnTo>
                      <a:pt x="38" y="20"/>
                    </a:lnTo>
                    <a:lnTo>
                      <a:pt x="38" y="16"/>
                    </a:lnTo>
                    <a:lnTo>
                      <a:pt x="38" y="12"/>
                    </a:lnTo>
                    <a:lnTo>
                      <a:pt x="42" y="12"/>
                    </a:lnTo>
                    <a:lnTo>
                      <a:pt x="42" y="16"/>
                    </a:lnTo>
                    <a:lnTo>
                      <a:pt x="46" y="16"/>
                    </a:lnTo>
                    <a:lnTo>
                      <a:pt x="50" y="16"/>
                    </a:lnTo>
                    <a:lnTo>
                      <a:pt x="54" y="16"/>
                    </a:lnTo>
                    <a:lnTo>
                      <a:pt x="50" y="12"/>
                    </a:lnTo>
                    <a:lnTo>
                      <a:pt x="50" y="8"/>
                    </a:lnTo>
                    <a:lnTo>
                      <a:pt x="54" y="8"/>
                    </a:lnTo>
                    <a:lnTo>
                      <a:pt x="54" y="12"/>
                    </a:lnTo>
                    <a:lnTo>
                      <a:pt x="56" y="12"/>
                    </a:lnTo>
                    <a:lnTo>
                      <a:pt x="56" y="8"/>
                    </a:lnTo>
                    <a:lnTo>
                      <a:pt x="56" y="4"/>
                    </a:lnTo>
                    <a:lnTo>
                      <a:pt x="60" y="4"/>
                    </a:lnTo>
                    <a:lnTo>
                      <a:pt x="60" y="8"/>
                    </a:lnTo>
                    <a:lnTo>
                      <a:pt x="64" y="4"/>
                    </a:lnTo>
                    <a:lnTo>
                      <a:pt x="64" y="0"/>
                    </a:lnTo>
                    <a:lnTo>
                      <a:pt x="72" y="0"/>
                    </a:lnTo>
                    <a:lnTo>
                      <a:pt x="76" y="0"/>
                    </a:lnTo>
                    <a:lnTo>
                      <a:pt x="80" y="0"/>
                    </a:lnTo>
                    <a:lnTo>
                      <a:pt x="80" y="4"/>
                    </a:lnTo>
                    <a:lnTo>
                      <a:pt x="82" y="4"/>
                    </a:lnTo>
                    <a:lnTo>
                      <a:pt x="82" y="8"/>
                    </a:lnTo>
                    <a:lnTo>
                      <a:pt x="86" y="8"/>
                    </a:lnTo>
                    <a:lnTo>
                      <a:pt x="90" y="8"/>
                    </a:lnTo>
                    <a:lnTo>
                      <a:pt x="94" y="12"/>
                    </a:lnTo>
                    <a:lnTo>
                      <a:pt x="98" y="12"/>
                    </a:lnTo>
                    <a:lnTo>
                      <a:pt x="102" y="12"/>
                    </a:lnTo>
                    <a:lnTo>
                      <a:pt x="98" y="16"/>
                    </a:lnTo>
                    <a:lnTo>
                      <a:pt x="98" y="20"/>
                    </a:lnTo>
                    <a:lnTo>
                      <a:pt x="98" y="16"/>
                    </a:lnTo>
                    <a:lnTo>
                      <a:pt x="98" y="20"/>
                    </a:lnTo>
                    <a:lnTo>
                      <a:pt x="102" y="20"/>
                    </a:lnTo>
                    <a:lnTo>
                      <a:pt x="98" y="20"/>
                    </a:lnTo>
                    <a:lnTo>
                      <a:pt x="98" y="24"/>
                    </a:lnTo>
                    <a:lnTo>
                      <a:pt x="102" y="24"/>
                    </a:lnTo>
                    <a:lnTo>
                      <a:pt x="102" y="26"/>
                    </a:lnTo>
                    <a:lnTo>
                      <a:pt x="106" y="26"/>
                    </a:lnTo>
                    <a:lnTo>
                      <a:pt x="106" y="30"/>
                    </a:lnTo>
                    <a:lnTo>
                      <a:pt x="102" y="30"/>
                    </a:lnTo>
                    <a:lnTo>
                      <a:pt x="102" y="26"/>
                    </a:lnTo>
                    <a:lnTo>
                      <a:pt x="98" y="26"/>
                    </a:lnTo>
                    <a:lnTo>
                      <a:pt x="94" y="26"/>
                    </a:lnTo>
                    <a:lnTo>
                      <a:pt x="94" y="30"/>
                    </a:lnTo>
                    <a:lnTo>
                      <a:pt x="90" y="30"/>
                    </a:lnTo>
                    <a:lnTo>
                      <a:pt x="86" y="30"/>
                    </a:lnTo>
                    <a:lnTo>
                      <a:pt x="82" y="34"/>
                    </a:lnTo>
                    <a:lnTo>
                      <a:pt x="82" y="30"/>
                    </a:lnTo>
                    <a:lnTo>
                      <a:pt x="86" y="30"/>
                    </a:lnTo>
                    <a:lnTo>
                      <a:pt x="82" y="30"/>
                    </a:lnTo>
                    <a:lnTo>
                      <a:pt x="82" y="34"/>
                    </a:lnTo>
                    <a:lnTo>
                      <a:pt x="80" y="34"/>
                    </a:lnTo>
                    <a:lnTo>
                      <a:pt x="80" y="38"/>
                    </a:lnTo>
                    <a:lnTo>
                      <a:pt x="82" y="42"/>
                    </a:lnTo>
                    <a:lnTo>
                      <a:pt x="86" y="42"/>
                    </a:lnTo>
                    <a:lnTo>
                      <a:pt x="82" y="46"/>
                    </a:lnTo>
                    <a:lnTo>
                      <a:pt x="80" y="50"/>
                    </a:lnTo>
                    <a:lnTo>
                      <a:pt x="82" y="52"/>
                    </a:lnTo>
                    <a:lnTo>
                      <a:pt x="82" y="56"/>
                    </a:lnTo>
                    <a:lnTo>
                      <a:pt x="82" y="60"/>
                    </a:lnTo>
                    <a:lnTo>
                      <a:pt x="86" y="60"/>
                    </a:lnTo>
                    <a:lnTo>
                      <a:pt x="86" y="64"/>
                    </a:lnTo>
                    <a:lnTo>
                      <a:pt x="86" y="64"/>
                    </a:lnTo>
                    <a:lnTo>
                      <a:pt x="86" y="64"/>
                    </a:lnTo>
                    <a:close/>
                    <a:moveTo>
                      <a:pt x="82" y="100"/>
                    </a:moveTo>
                    <a:lnTo>
                      <a:pt x="82" y="104"/>
                    </a:lnTo>
                    <a:lnTo>
                      <a:pt x="82" y="100"/>
                    </a:lnTo>
                    <a:lnTo>
                      <a:pt x="82" y="100"/>
                    </a:lnTo>
                    <a:lnTo>
                      <a:pt x="82" y="100"/>
                    </a:lnTo>
                    <a:close/>
                    <a:moveTo>
                      <a:pt x="82" y="64"/>
                    </a:moveTo>
                    <a:lnTo>
                      <a:pt x="82" y="60"/>
                    </a:lnTo>
                    <a:lnTo>
                      <a:pt x="82" y="64"/>
                    </a:lnTo>
                    <a:lnTo>
                      <a:pt x="82" y="64"/>
                    </a:lnTo>
                    <a:lnTo>
                      <a:pt x="82" y="64"/>
                    </a:lnTo>
                    <a:close/>
                    <a:moveTo>
                      <a:pt x="56" y="86"/>
                    </a:moveTo>
                    <a:lnTo>
                      <a:pt x="54" y="86"/>
                    </a:lnTo>
                    <a:lnTo>
                      <a:pt x="50" y="86"/>
                    </a:lnTo>
                    <a:lnTo>
                      <a:pt x="54" y="86"/>
                    </a:lnTo>
                    <a:lnTo>
                      <a:pt x="54" y="82"/>
                    </a:lnTo>
                    <a:lnTo>
                      <a:pt x="56" y="82"/>
                    </a:lnTo>
                    <a:lnTo>
                      <a:pt x="56" y="86"/>
                    </a:lnTo>
                    <a:lnTo>
                      <a:pt x="56" y="86"/>
                    </a:lnTo>
                    <a:lnTo>
                      <a:pt x="56" y="86"/>
                    </a:lnTo>
                    <a:close/>
                    <a:moveTo>
                      <a:pt x="26" y="152"/>
                    </a:moveTo>
                    <a:lnTo>
                      <a:pt x="26" y="150"/>
                    </a:lnTo>
                    <a:lnTo>
                      <a:pt x="26" y="146"/>
                    </a:lnTo>
                    <a:lnTo>
                      <a:pt x="26" y="142"/>
                    </a:lnTo>
                    <a:lnTo>
                      <a:pt x="26" y="138"/>
                    </a:lnTo>
                    <a:lnTo>
                      <a:pt x="26" y="134"/>
                    </a:lnTo>
                    <a:lnTo>
                      <a:pt x="26" y="130"/>
                    </a:lnTo>
                    <a:lnTo>
                      <a:pt x="26" y="126"/>
                    </a:lnTo>
                    <a:lnTo>
                      <a:pt x="24" y="126"/>
                    </a:lnTo>
                    <a:lnTo>
                      <a:pt x="24" y="122"/>
                    </a:lnTo>
                    <a:lnTo>
                      <a:pt x="26" y="122"/>
                    </a:lnTo>
                    <a:lnTo>
                      <a:pt x="30" y="122"/>
                    </a:lnTo>
                    <a:lnTo>
                      <a:pt x="34" y="120"/>
                    </a:lnTo>
                    <a:lnTo>
                      <a:pt x="38" y="116"/>
                    </a:lnTo>
                    <a:lnTo>
                      <a:pt x="42" y="116"/>
                    </a:lnTo>
                    <a:lnTo>
                      <a:pt x="42" y="120"/>
                    </a:lnTo>
                    <a:lnTo>
                      <a:pt x="46" y="120"/>
                    </a:lnTo>
                    <a:lnTo>
                      <a:pt x="42" y="122"/>
                    </a:lnTo>
                    <a:lnTo>
                      <a:pt x="46" y="122"/>
                    </a:lnTo>
                    <a:lnTo>
                      <a:pt x="46" y="126"/>
                    </a:lnTo>
                    <a:lnTo>
                      <a:pt x="46" y="130"/>
                    </a:lnTo>
                    <a:lnTo>
                      <a:pt x="46" y="134"/>
                    </a:lnTo>
                    <a:lnTo>
                      <a:pt x="46" y="138"/>
                    </a:lnTo>
                    <a:lnTo>
                      <a:pt x="46" y="142"/>
                    </a:lnTo>
                    <a:lnTo>
                      <a:pt x="46" y="146"/>
                    </a:lnTo>
                    <a:lnTo>
                      <a:pt x="46" y="150"/>
                    </a:lnTo>
                    <a:lnTo>
                      <a:pt x="42" y="152"/>
                    </a:lnTo>
                    <a:lnTo>
                      <a:pt x="42" y="156"/>
                    </a:lnTo>
                    <a:lnTo>
                      <a:pt x="38" y="156"/>
                    </a:lnTo>
                    <a:lnTo>
                      <a:pt x="34" y="152"/>
                    </a:lnTo>
                    <a:lnTo>
                      <a:pt x="34" y="156"/>
                    </a:lnTo>
                    <a:lnTo>
                      <a:pt x="34" y="160"/>
                    </a:lnTo>
                    <a:lnTo>
                      <a:pt x="30" y="160"/>
                    </a:lnTo>
                    <a:lnTo>
                      <a:pt x="26" y="156"/>
                    </a:lnTo>
                    <a:lnTo>
                      <a:pt x="26" y="160"/>
                    </a:lnTo>
                    <a:lnTo>
                      <a:pt x="26" y="156"/>
                    </a:lnTo>
                    <a:lnTo>
                      <a:pt x="26" y="152"/>
                    </a:lnTo>
                    <a:lnTo>
                      <a:pt x="26" y="152"/>
                    </a:lnTo>
                    <a:lnTo>
                      <a:pt x="26" y="152"/>
                    </a:lnTo>
                    <a:close/>
                    <a:moveTo>
                      <a:pt x="120" y="206"/>
                    </a:moveTo>
                    <a:lnTo>
                      <a:pt x="120" y="202"/>
                    </a:lnTo>
                    <a:lnTo>
                      <a:pt x="116" y="202"/>
                    </a:lnTo>
                    <a:lnTo>
                      <a:pt x="112" y="202"/>
                    </a:lnTo>
                    <a:lnTo>
                      <a:pt x="112" y="198"/>
                    </a:lnTo>
                    <a:lnTo>
                      <a:pt x="110" y="198"/>
                    </a:lnTo>
                    <a:lnTo>
                      <a:pt x="110" y="194"/>
                    </a:lnTo>
                    <a:lnTo>
                      <a:pt x="106" y="194"/>
                    </a:lnTo>
                    <a:lnTo>
                      <a:pt x="102" y="194"/>
                    </a:lnTo>
                    <a:lnTo>
                      <a:pt x="98" y="190"/>
                    </a:lnTo>
                    <a:lnTo>
                      <a:pt x="94" y="190"/>
                    </a:lnTo>
                    <a:lnTo>
                      <a:pt x="94" y="186"/>
                    </a:lnTo>
                    <a:lnTo>
                      <a:pt x="90" y="186"/>
                    </a:lnTo>
                    <a:lnTo>
                      <a:pt x="86" y="186"/>
                    </a:lnTo>
                    <a:lnTo>
                      <a:pt x="82" y="186"/>
                    </a:lnTo>
                    <a:lnTo>
                      <a:pt x="82" y="182"/>
                    </a:lnTo>
                    <a:lnTo>
                      <a:pt x="82" y="178"/>
                    </a:lnTo>
                    <a:lnTo>
                      <a:pt x="86" y="176"/>
                    </a:lnTo>
                    <a:lnTo>
                      <a:pt x="90" y="176"/>
                    </a:lnTo>
                    <a:lnTo>
                      <a:pt x="90" y="178"/>
                    </a:lnTo>
                    <a:lnTo>
                      <a:pt x="90" y="176"/>
                    </a:lnTo>
                    <a:lnTo>
                      <a:pt x="94" y="176"/>
                    </a:lnTo>
                    <a:lnTo>
                      <a:pt x="98" y="176"/>
                    </a:lnTo>
                    <a:lnTo>
                      <a:pt x="102" y="178"/>
                    </a:lnTo>
                    <a:lnTo>
                      <a:pt x="106" y="178"/>
                    </a:lnTo>
                    <a:lnTo>
                      <a:pt x="110" y="178"/>
                    </a:lnTo>
                    <a:lnTo>
                      <a:pt x="112" y="178"/>
                    </a:lnTo>
                    <a:lnTo>
                      <a:pt x="116" y="176"/>
                    </a:lnTo>
                    <a:lnTo>
                      <a:pt x="120" y="176"/>
                    </a:lnTo>
                    <a:lnTo>
                      <a:pt x="124" y="176"/>
                    </a:lnTo>
                    <a:lnTo>
                      <a:pt x="128" y="172"/>
                    </a:lnTo>
                    <a:lnTo>
                      <a:pt x="128" y="176"/>
                    </a:lnTo>
                    <a:lnTo>
                      <a:pt x="128" y="178"/>
                    </a:lnTo>
                    <a:lnTo>
                      <a:pt x="124" y="178"/>
                    </a:lnTo>
                    <a:lnTo>
                      <a:pt x="124" y="182"/>
                    </a:lnTo>
                    <a:lnTo>
                      <a:pt x="124" y="186"/>
                    </a:lnTo>
                    <a:lnTo>
                      <a:pt x="120" y="186"/>
                    </a:lnTo>
                    <a:lnTo>
                      <a:pt x="120" y="190"/>
                    </a:lnTo>
                    <a:lnTo>
                      <a:pt x="124" y="194"/>
                    </a:lnTo>
                    <a:lnTo>
                      <a:pt x="124" y="198"/>
                    </a:lnTo>
                    <a:lnTo>
                      <a:pt x="120" y="198"/>
                    </a:lnTo>
                    <a:lnTo>
                      <a:pt x="120" y="202"/>
                    </a:lnTo>
                    <a:lnTo>
                      <a:pt x="120" y="206"/>
                    </a:lnTo>
                    <a:lnTo>
                      <a:pt x="120" y="206"/>
                    </a:lnTo>
                    <a:lnTo>
                      <a:pt x="120" y="20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5" name="Freeform 109"/>
              <p:cNvSpPr>
                <a:spLocks/>
              </p:cNvSpPr>
              <p:nvPr/>
            </p:nvSpPr>
            <p:spPr bwMode="gray">
              <a:xfrm>
                <a:off x="4573850" y="2084731"/>
                <a:ext cx="31307" cy="13914"/>
              </a:xfrm>
              <a:custGeom>
                <a:avLst/>
                <a:gdLst>
                  <a:gd name="T0" fmla="*/ 2 w 18"/>
                  <a:gd name="T1" fmla="*/ 8 h 8"/>
                  <a:gd name="T2" fmla="*/ 2 w 18"/>
                  <a:gd name="T3" fmla="*/ 8 h 8"/>
                  <a:gd name="T4" fmla="*/ 2 w 18"/>
                  <a:gd name="T5" fmla="*/ 8 h 8"/>
                  <a:gd name="T6" fmla="*/ 0 w 18"/>
                  <a:gd name="T7" fmla="*/ 8 h 8"/>
                  <a:gd name="T8" fmla="*/ 0 w 18"/>
                  <a:gd name="T9" fmla="*/ 8 h 8"/>
                  <a:gd name="T10" fmla="*/ 2 w 18"/>
                  <a:gd name="T11" fmla="*/ 8 h 8"/>
                  <a:gd name="T12" fmla="*/ 2 w 18"/>
                  <a:gd name="T13" fmla="*/ 8 h 8"/>
                  <a:gd name="T14" fmla="*/ 2 w 18"/>
                  <a:gd name="T15" fmla="*/ 8 h 8"/>
                  <a:gd name="T16" fmla="*/ 6 w 18"/>
                  <a:gd name="T17" fmla="*/ 4 h 8"/>
                  <a:gd name="T18" fmla="*/ 6 w 18"/>
                  <a:gd name="T19" fmla="*/ 4 h 8"/>
                  <a:gd name="T20" fmla="*/ 10 w 18"/>
                  <a:gd name="T21" fmla="*/ 4 h 8"/>
                  <a:gd name="T22" fmla="*/ 10 w 18"/>
                  <a:gd name="T23" fmla="*/ 4 h 8"/>
                  <a:gd name="T24" fmla="*/ 10 w 18"/>
                  <a:gd name="T25" fmla="*/ 4 h 8"/>
                  <a:gd name="T26" fmla="*/ 10 w 18"/>
                  <a:gd name="T27" fmla="*/ 4 h 8"/>
                  <a:gd name="T28" fmla="*/ 10 w 18"/>
                  <a:gd name="T29" fmla="*/ 4 h 8"/>
                  <a:gd name="T30" fmla="*/ 10 w 18"/>
                  <a:gd name="T31" fmla="*/ 0 h 8"/>
                  <a:gd name="T32" fmla="*/ 10 w 18"/>
                  <a:gd name="T33" fmla="*/ 0 h 8"/>
                  <a:gd name="T34" fmla="*/ 10 w 18"/>
                  <a:gd name="T35" fmla="*/ 0 h 8"/>
                  <a:gd name="T36" fmla="*/ 10 w 18"/>
                  <a:gd name="T37" fmla="*/ 0 h 8"/>
                  <a:gd name="T38" fmla="*/ 14 w 18"/>
                  <a:gd name="T39" fmla="*/ 0 h 8"/>
                  <a:gd name="T40" fmla="*/ 14 w 18"/>
                  <a:gd name="T41" fmla="*/ 0 h 8"/>
                  <a:gd name="T42" fmla="*/ 18 w 18"/>
                  <a:gd name="T43" fmla="*/ 0 h 8"/>
                  <a:gd name="T44" fmla="*/ 18 w 18"/>
                  <a:gd name="T45" fmla="*/ 0 h 8"/>
                  <a:gd name="T46" fmla="*/ 18 w 18"/>
                  <a:gd name="T47" fmla="*/ 0 h 8"/>
                  <a:gd name="T48" fmla="*/ 18 w 18"/>
                  <a:gd name="T49" fmla="*/ 0 h 8"/>
                  <a:gd name="T50" fmla="*/ 18 w 18"/>
                  <a:gd name="T51" fmla="*/ 0 h 8"/>
                  <a:gd name="T52" fmla="*/ 18 w 18"/>
                  <a:gd name="T53" fmla="*/ 0 h 8"/>
                  <a:gd name="T54" fmla="*/ 18 w 18"/>
                  <a:gd name="T55" fmla="*/ 4 h 8"/>
                  <a:gd name="T56" fmla="*/ 18 w 18"/>
                  <a:gd name="T57" fmla="*/ 4 h 8"/>
                  <a:gd name="T58" fmla="*/ 18 w 18"/>
                  <a:gd name="T59" fmla="*/ 4 h 8"/>
                  <a:gd name="T60" fmla="*/ 14 w 18"/>
                  <a:gd name="T61" fmla="*/ 4 h 8"/>
                  <a:gd name="T62" fmla="*/ 14 w 18"/>
                  <a:gd name="T63" fmla="*/ 4 h 8"/>
                  <a:gd name="T64" fmla="*/ 10 w 18"/>
                  <a:gd name="T65" fmla="*/ 4 h 8"/>
                  <a:gd name="T66" fmla="*/ 10 w 18"/>
                  <a:gd name="T67" fmla="*/ 4 h 8"/>
                  <a:gd name="T68" fmla="*/ 10 w 18"/>
                  <a:gd name="T69" fmla="*/ 4 h 8"/>
                  <a:gd name="T70" fmla="*/ 10 w 18"/>
                  <a:gd name="T71" fmla="*/ 4 h 8"/>
                  <a:gd name="T72" fmla="*/ 10 w 18"/>
                  <a:gd name="T73" fmla="*/ 4 h 8"/>
                  <a:gd name="T74" fmla="*/ 10 w 18"/>
                  <a:gd name="T75" fmla="*/ 4 h 8"/>
                  <a:gd name="T76" fmla="*/ 6 w 18"/>
                  <a:gd name="T77" fmla="*/ 4 h 8"/>
                  <a:gd name="T78" fmla="*/ 6 w 18"/>
                  <a:gd name="T79" fmla="*/ 4 h 8"/>
                  <a:gd name="T80" fmla="*/ 6 w 18"/>
                  <a:gd name="T81" fmla="*/ 4 h 8"/>
                  <a:gd name="T82" fmla="*/ 2 w 18"/>
                  <a:gd name="T83" fmla="*/ 8 h 8"/>
                  <a:gd name="T84" fmla="*/ 2 w 18"/>
                  <a:gd name="T85" fmla="*/ 8 h 8"/>
                  <a:gd name="T86" fmla="*/ 2 w 18"/>
                  <a:gd name="T87" fmla="*/ 8 h 8"/>
                  <a:gd name="T88" fmla="*/ 2 w 18"/>
                  <a:gd name="T89" fmla="*/ 8 h 8"/>
                  <a:gd name="T90" fmla="*/ 2 w 18"/>
                  <a:gd name="T91" fmla="*/ 8 h 8"/>
                  <a:gd name="T92" fmla="*/ 2 w 18"/>
                  <a:gd name="T93" fmla="*/ 8 h 8"/>
                  <a:gd name="T94" fmla="*/ 2 w 18"/>
                  <a:gd name="T95" fmla="*/ 8 h 8"/>
                  <a:gd name="T96" fmla="*/ 2 w 18"/>
                  <a:gd name="T97" fmla="*/ 8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8" h="8">
                    <a:moveTo>
                      <a:pt x="2" y="8"/>
                    </a:moveTo>
                    <a:lnTo>
                      <a:pt x="2" y="8"/>
                    </a:lnTo>
                    <a:lnTo>
                      <a:pt x="2" y="8"/>
                    </a:lnTo>
                    <a:lnTo>
                      <a:pt x="0" y="8"/>
                    </a:lnTo>
                    <a:lnTo>
                      <a:pt x="0" y="8"/>
                    </a:lnTo>
                    <a:lnTo>
                      <a:pt x="2" y="8"/>
                    </a:lnTo>
                    <a:lnTo>
                      <a:pt x="2" y="8"/>
                    </a:lnTo>
                    <a:lnTo>
                      <a:pt x="2" y="8"/>
                    </a:lnTo>
                    <a:lnTo>
                      <a:pt x="6" y="4"/>
                    </a:lnTo>
                    <a:lnTo>
                      <a:pt x="6" y="4"/>
                    </a:lnTo>
                    <a:lnTo>
                      <a:pt x="10" y="4"/>
                    </a:lnTo>
                    <a:lnTo>
                      <a:pt x="10" y="4"/>
                    </a:lnTo>
                    <a:lnTo>
                      <a:pt x="10" y="4"/>
                    </a:lnTo>
                    <a:lnTo>
                      <a:pt x="10" y="4"/>
                    </a:lnTo>
                    <a:lnTo>
                      <a:pt x="10" y="4"/>
                    </a:lnTo>
                    <a:lnTo>
                      <a:pt x="10" y="0"/>
                    </a:lnTo>
                    <a:lnTo>
                      <a:pt x="10" y="0"/>
                    </a:lnTo>
                    <a:lnTo>
                      <a:pt x="10" y="0"/>
                    </a:lnTo>
                    <a:lnTo>
                      <a:pt x="10" y="0"/>
                    </a:lnTo>
                    <a:lnTo>
                      <a:pt x="14" y="0"/>
                    </a:lnTo>
                    <a:lnTo>
                      <a:pt x="14" y="0"/>
                    </a:lnTo>
                    <a:lnTo>
                      <a:pt x="18" y="0"/>
                    </a:lnTo>
                    <a:lnTo>
                      <a:pt x="18" y="0"/>
                    </a:lnTo>
                    <a:lnTo>
                      <a:pt x="18" y="0"/>
                    </a:lnTo>
                    <a:lnTo>
                      <a:pt x="18" y="0"/>
                    </a:lnTo>
                    <a:lnTo>
                      <a:pt x="18" y="0"/>
                    </a:lnTo>
                    <a:lnTo>
                      <a:pt x="18" y="0"/>
                    </a:lnTo>
                    <a:lnTo>
                      <a:pt x="18" y="4"/>
                    </a:lnTo>
                    <a:lnTo>
                      <a:pt x="18" y="4"/>
                    </a:lnTo>
                    <a:lnTo>
                      <a:pt x="18" y="4"/>
                    </a:lnTo>
                    <a:lnTo>
                      <a:pt x="14" y="4"/>
                    </a:lnTo>
                    <a:lnTo>
                      <a:pt x="14" y="4"/>
                    </a:lnTo>
                    <a:lnTo>
                      <a:pt x="10" y="4"/>
                    </a:lnTo>
                    <a:lnTo>
                      <a:pt x="10" y="4"/>
                    </a:lnTo>
                    <a:lnTo>
                      <a:pt x="10" y="4"/>
                    </a:lnTo>
                    <a:lnTo>
                      <a:pt x="10" y="4"/>
                    </a:lnTo>
                    <a:lnTo>
                      <a:pt x="10" y="4"/>
                    </a:lnTo>
                    <a:lnTo>
                      <a:pt x="10" y="4"/>
                    </a:lnTo>
                    <a:lnTo>
                      <a:pt x="6" y="4"/>
                    </a:lnTo>
                    <a:lnTo>
                      <a:pt x="6" y="4"/>
                    </a:lnTo>
                    <a:lnTo>
                      <a:pt x="6" y="4"/>
                    </a:lnTo>
                    <a:lnTo>
                      <a:pt x="2" y="8"/>
                    </a:lnTo>
                    <a:lnTo>
                      <a:pt x="2" y="8"/>
                    </a:lnTo>
                    <a:lnTo>
                      <a:pt x="2" y="8"/>
                    </a:lnTo>
                    <a:lnTo>
                      <a:pt x="2" y="8"/>
                    </a:lnTo>
                    <a:lnTo>
                      <a:pt x="2" y="8"/>
                    </a:lnTo>
                    <a:lnTo>
                      <a:pt x="2" y="8"/>
                    </a:lnTo>
                    <a:lnTo>
                      <a:pt x="2" y="8"/>
                    </a:lnTo>
                    <a:lnTo>
                      <a:pt x="2"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6" name="Freeform 110"/>
              <p:cNvSpPr>
                <a:spLocks/>
              </p:cNvSpPr>
              <p:nvPr/>
            </p:nvSpPr>
            <p:spPr bwMode="gray">
              <a:xfrm>
                <a:off x="5318255" y="2630858"/>
                <a:ext cx="173926" cy="90442"/>
              </a:xfrm>
              <a:custGeom>
                <a:avLst/>
                <a:gdLst>
                  <a:gd name="T0" fmla="*/ 48 w 100"/>
                  <a:gd name="T1" fmla="*/ 4 h 52"/>
                  <a:gd name="T2" fmla="*/ 56 w 100"/>
                  <a:gd name="T3" fmla="*/ 0 h 52"/>
                  <a:gd name="T4" fmla="*/ 60 w 100"/>
                  <a:gd name="T5" fmla="*/ 0 h 52"/>
                  <a:gd name="T6" fmla="*/ 60 w 100"/>
                  <a:gd name="T7" fmla="*/ 0 h 52"/>
                  <a:gd name="T8" fmla="*/ 64 w 100"/>
                  <a:gd name="T9" fmla="*/ 4 h 52"/>
                  <a:gd name="T10" fmla="*/ 68 w 100"/>
                  <a:gd name="T11" fmla="*/ 4 h 52"/>
                  <a:gd name="T12" fmla="*/ 78 w 100"/>
                  <a:gd name="T13" fmla="*/ 10 h 52"/>
                  <a:gd name="T14" fmla="*/ 82 w 100"/>
                  <a:gd name="T15" fmla="*/ 10 h 52"/>
                  <a:gd name="T16" fmla="*/ 86 w 100"/>
                  <a:gd name="T17" fmla="*/ 10 h 52"/>
                  <a:gd name="T18" fmla="*/ 90 w 100"/>
                  <a:gd name="T19" fmla="*/ 10 h 52"/>
                  <a:gd name="T20" fmla="*/ 94 w 100"/>
                  <a:gd name="T21" fmla="*/ 14 h 52"/>
                  <a:gd name="T22" fmla="*/ 98 w 100"/>
                  <a:gd name="T23" fmla="*/ 18 h 52"/>
                  <a:gd name="T24" fmla="*/ 94 w 100"/>
                  <a:gd name="T25" fmla="*/ 26 h 52"/>
                  <a:gd name="T26" fmla="*/ 98 w 100"/>
                  <a:gd name="T27" fmla="*/ 30 h 52"/>
                  <a:gd name="T28" fmla="*/ 100 w 100"/>
                  <a:gd name="T29" fmla="*/ 36 h 52"/>
                  <a:gd name="T30" fmla="*/ 100 w 100"/>
                  <a:gd name="T31" fmla="*/ 40 h 52"/>
                  <a:gd name="T32" fmla="*/ 94 w 100"/>
                  <a:gd name="T33" fmla="*/ 48 h 52"/>
                  <a:gd name="T34" fmla="*/ 94 w 100"/>
                  <a:gd name="T35" fmla="*/ 52 h 52"/>
                  <a:gd name="T36" fmla="*/ 82 w 100"/>
                  <a:gd name="T37" fmla="*/ 48 h 52"/>
                  <a:gd name="T38" fmla="*/ 78 w 100"/>
                  <a:gd name="T39" fmla="*/ 52 h 52"/>
                  <a:gd name="T40" fmla="*/ 78 w 100"/>
                  <a:gd name="T41" fmla="*/ 52 h 52"/>
                  <a:gd name="T42" fmla="*/ 74 w 100"/>
                  <a:gd name="T43" fmla="*/ 52 h 52"/>
                  <a:gd name="T44" fmla="*/ 72 w 100"/>
                  <a:gd name="T45" fmla="*/ 48 h 52"/>
                  <a:gd name="T46" fmla="*/ 68 w 100"/>
                  <a:gd name="T47" fmla="*/ 44 h 52"/>
                  <a:gd name="T48" fmla="*/ 60 w 100"/>
                  <a:gd name="T49" fmla="*/ 40 h 52"/>
                  <a:gd name="T50" fmla="*/ 56 w 100"/>
                  <a:gd name="T51" fmla="*/ 40 h 52"/>
                  <a:gd name="T52" fmla="*/ 56 w 100"/>
                  <a:gd name="T53" fmla="*/ 36 h 52"/>
                  <a:gd name="T54" fmla="*/ 48 w 100"/>
                  <a:gd name="T55" fmla="*/ 40 h 52"/>
                  <a:gd name="T56" fmla="*/ 46 w 100"/>
                  <a:gd name="T57" fmla="*/ 40 h 52"/>
                  <a:gd name="T58" fmla="*/ 42 w 100"/>
                  <a:gd name="T59" fmla="*/ 40 h 52"/>
                  <a:gd name="T60" fmla="*/ 34 w 100"/>
                  <a:gd name="T61" fmla="*/ 36 h 52"/>
                  <a:gd name="T62" fmla="*/ 34 w 100"/>
                  <a:gd name="T63" fmla="*/ 36 h 52"/>
                  <a:gd name="T64" fmla="*/ 30 w 100"/>
                  <a:gd name="T65" fmla="*/ 40 h 52"/>
                  <a:gd name="T66" fmla="*/ 26 w 100"/>
                  <a:gd name="T67" fmla="*/ 36 h 52"/>
                  <a:gd name="T68" fmla="*/ 22 w 100"/>
                  <a:gd name="T69" fmla="*/ 36 h 52"/>
                  <a:gd name="T70" fmla="*/ 22 w 100"/>
                  <a:gd name="T71" fmla="*/ 36 h 52"/>
                  <a:gd name="T72" fmla="*/ 16 w 100"/>
                  <a:gd name="T73" fmla="*/ 36 h 52"/>
                  <a:gd name="T74" fmla="*/ 4 w 100"/>
                  <a:gd name="T75" fmla="*/ 40 h 52"/>
                  <a:gd name="T76" fmla="*/ 4 w 100"/>
                  <a:gd name="T77" fmla="*/ 40 h 52"/>
                  <a:gd name="T78" fmla="*/ 0 w 100"/>
                  <a:gd name="T79" fmla="*/ 44 h 52"/>
                  <a:gd name="T80" fmla="*/ 0 w 100"/>
                  <a:gd name="T81" fmla="*/ 40 h 52"/>
                  <a:gd name="T82" fmla="*/ 0 w 100"/>
                  <a:gd name="T83" fmla="*/ 32 h 52"/>
                  <a:gd name="T84" fmla="*/ 0 w 100"/>
                  <a:gd name="T85" fmla="*/ 32 h 52"/>
                  <a:gd name="T86" fmla="*/ 0 w 100"/>
                  <a:gd name="T87" fmla="*/ 30 h 52"/>
                  <a:gd name="T88" fmla="*/ 4 w 100"/>
                  <a:gd name="T89" fmla="*/ 26 h 52"/>
                  <a:gd name="T90" fmla="*/ 4 w 100"/>
                  <a:gd name="T91" fmla="*/ 22 h 52"/>
                  <a:gd name="T92" fmla="*/ 4 w 100"/>
                  <a:gd name="T93" fmla="*/ 18 h 52"/>
                  <a:gd name="T94" fmla="*/ 8 w 100"/>
                  <a:gd name="T95" fmla="*/ 10 h 52"/>
                  <a:gd name="T96" fmla="*/ 12 w 100"/>
                  <a:gd name="T97" fmla="*/ 10 h 52"/>
                  <a:gd name="T98" fmla="*/ 16 w 100"/>
                  <a:gd name="T99" fmla="*/ 10 h 52"/>
                  <a:gd name="T100" fmla="*/ 22 w 100"/>
                  <a:gd name="T101" fmla="*/ 6 h 52"/>
                  <a:gd name="T102" fmla="*/ 26 w 100"/>
                  <a:gd name="T103" fmla="*/ 14 h 52"/>
                  <a:gd name="T104" fmla="*/ 30 w 100"/>
                  <a:gd name="T105" fmla="*/ 14 h 52"/>
                  <a:gd name="T106" fmla="*/ 30 w 100"/>
                  <a:gd name="T107" fmla="*/ 22 h 52"/>
                  <a:gd name="T108" fmla="*/ 38 w 100"/>
                  <a:gd name="T109" fmla="*/ 26 h 52"/>
                  <a:gd name="T110" fmla="*/ 42 w 100"/>
                  <a:gd name="T111" fmla="*/ 22 h 52"/>
                  <a:gd name="T112" fmla="*/ 48 w 100"/>
                  <a:gd name="T113" fmla="*/ 18 h 52"/>
                  <a:gd name="T114" fmla="*/ 46 w 100"/>
                  <a:gd name="T115" fmla="*/ 6 h 52"/>
                  <a:gd name="T116" fmla="*/ 46 w 100"/>
                  <a:gd name="T117" fmla="*/ 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0" h="52">
                    <a:moveTo>
                      <a:pt x="46" y="4"/>
                    </a:moveTo>
                    <a:lnTo>
                      <a:pt x="46" y="4"/>
                    </a:lnTo>
                    <a:lnTo>
                      <a:pt x="46" y="4"/>
                    </a:lnTo>
                    <a:lnTo>
                      <a:pt x="48" y="4"/>
                    </a:lnTo>
                    <a:lnTo>
                      <a:pt x="48" y="4"/>
                    </a:lnTo>
                    <a:lnTo>
                      <a:pt x="48" y="4"/>
                    </a:lnTo>
                    <a:lnTo>
                      <a:pt x="48" y="4"/>
                    </a:lnTo>
                    <a:lnTo>
                      <a:pt x="52" y="4"/>
                    </a:lnTo>
                    <a:lnTo>
                      <a:pt x="56" y="0"/>
                    </a:lnTo>
                    <a:lnTo>
                      <a:pt x="56" y="0"/>
                    </a:lnTo>
                    <a:lnTo>
                      <a:pt x="56" y="0"/>
                    </a:lnTo>
                    <a:lnTo>
                      <a:pt x="56" y="0"/>
                    </a:lnTo>
                    <a:lnTo>
                      <a:pt x="56" y="0"/>
                    </a:lnTo>
                    <a:lnTo>
                      <a:pt x="60" y="0"/>
                    </a:lnTo>
                    <a:lnTo>
                      <a:pt x="60" y="0"/>
                    </a:lnTo>
                    <a:lnTo>
                      <a:pt x="60" y="0"/>
                    </a:lnTo>
                    <a:lnTo>
                      <a:pt x="60" y="0"/>
                    </a:lnTo>
                    <a:lnTo>
                      <a:pt x="60" y="4"/>
                    </a:lnTo>
                    <a:lnTo>
                      <a:pt x="60" y="4"/>
                    </a:lnTo>
                    <a:lnTo>
                      <a:pt x="60" y="0"/>
                    </a:lnTo>
                    <a:lnTo>
                      <a:pt x="60" y="0"/>
                    </a:lnTo>
                    <a:lnTo>
                      <a:pt x="60" y="0"/>
                    </a:lnTo>
                    <a:lnTo>
                      <a:pt x="60" y="0"/>
                    </a:lnTo>
                    <a:lnTo>
                      <a:pt x="64" y="0"/>
                    </a:lnTo>
                    <a:lnTo>
                      <a:pt x="64" y="4"/>
                    </a:lnTo>
                    <a:lnTo>
                      <a:pt x="64" y="4"/>
                    </a:lnTo>
                    <a:lnTo>
                      <a:pt x="68" y="4"/>
                    </a:lnTo>
                    <a:lnTo>
                      <a:pt x="68" y="4"/>
                    </a:lnTo>
                    <a:lnTo>
                      <a:pt x="68" y="4"/>
                    </a:lnTo>
                    <a:lnTo>
                      <a:pt x="68" y="4"/>
                    </a:lnTo>
                    <a:lnTo>
                      <a:pt x="72" y="6"/>
                    </a:lnTo>
                    <a:lnTo>
                      <a:pt x="72" y="6"/>
                    </a:lnTo>
                    <a:lnTo>
                      <a:pt x="74" y="10"/>
                    </a:lnTo>
                    <a:lnTo>
                      <a:pt x="74" y="10"/>
                    </a:lnTo>
                    <a:lnTo>
                      <a:pt x="78" y="10"/>
                    </a:lnTo>
                    <a:lnTo>
                      <a:pt x="78" y="10"/>
                    </a:lnTo>
                    <a:lnTo>
                      <a:pt x="78" y="10"/>
                    </a:lnTo>
                    <a:lnTo>
                      <a:pt x="78" y="10"/>
                    </a:lnTo>
                    <a:lnTo>
                      <a:pt x="78" y="10"/>
                    </a:lnTo>
                    <a:lnTo>
                      <a:pt x="82" y="10"/>
                    </a:lnTo>
                    <a:lnTo>
                      <a:pt x="82" y="10"/>
                    </a:lnTo>
                    <a:lnTo>
                      <a:pt x="82" y="10"/>
                    </a:lnTo>
                    <a:lnTo>
                      <a:pt x="82" y="10"/>
                    </a:lnTo>
                    <a:lnTo>
                      <a:pt x="86" y="10"/>
                    </a:lnTo>
                    <a:lnTo>
                      <a:pt x="86" y="10"/>
                    </a:lnTo>
                    <a:lnTo>
                      <a:pt x="86" y="10"/>
                    </a:lnTo>
                    <a:lnTo>
                      <a:pt x="90" y="10"/>
                    </a:lnTo>
                    <a:lnTo>
                      <a:pt x="90" y="10"/>
                    </a:lnTo>
                    <a:lnTo>
                      <a:pt x="90" y="10"/>
                    </a:lnTo>
                    <a:lnTo>
                      <a:pt x="90" y="10"/>
                    </a:lnTo>
                    <a:lnTo>
                      <a:pt x="90" y="10"/>
                    </a:lnTo>
                    <a:lnTo>
                      <a:pt x="94" y="10"/>
                    </a:lnTo>
                    <a:lnTo>
                      <a:pt x="94" y="14"/>
                    </a:lnTo>
                    <a:lnTo>
                      <a:pt x="90" y="14"/>
                    </a:lnTo>
                    <a:lnTo>
                      <a:pt x="94" y="14"/>
                    </a:lnTo>
                    <a:lnTo>
                      <a:pt x="94" y="14"/>
                    </a:lnTo>
                    <a:lnTo>
                      <a:pt x="94" y="14"/>
                    </a:lnTo>
                    <a:lnTo>
                      <a:pt x="98" y="18"/>
                    </a:lnTo>
                    <a:lnTo>
                      <a:pt x="98" y="18"/>
                    </a:lnTo>
                    <a:lnTo>
                      <a:pt x="98" y="18"/>
                    </a:lnTo>
                    <a:lnTo>
                      <a:pt x="98" y="18"/>
                    </a:lnTo>
                    <a:lnTo>
                      <a:pt x="94" y="22"/>
                    </a:lnTo>
                    <a:lnTo>
                      <a:pt x="94" y="26"/>
                    </a:lnTo>
                    <a:lnTo>
                      <a:pt x="94" y="26"/>
                    </a:lnTo>
                    <a:lnTo>
                      <a:pt x="94" y="26"/>
                    </a:lnTo>
                    <a:lnTo>
                      <a:pt x="98" y="26"/>
                    </a:lnTo>
                    <a:lnTo>
                      <a:pt x="98" y="26"/>
                    </a:lnTo>
                    <a:lnTo>
                      <a:pt x="98" y="26"/>
                    </a:lnTo>
                    <a:lnTo>
                      <a:pt x="98" y="30"/>
                    </a:lnTo>
                    <a:lnTo>
                      <a:pt x="98" y="30"/>
                    </a:lnTo>
                    <a:lnTo>
                      <a:pt x="98" y="30"/>
                    </a:lnTo>
                    <a:lnTo>
                      <a:pt x="98" y="32"/>
                    </a:lnTo>
                    <a:lnTo>
                      <a:pt x="100" y="32"/>
                    </a:lnTo>
                    <a:lnTo>
                      <a:pt x="100" y="36"/>
                    </a:lnTo>
                    <a:lnTo>
                      <a:pt x="100" y="36"/>
                    </a:lnTo>
                    <a:lnTo>
                      <a:pt x="100" y="40"/>
                    </a:lnTo>
                    <a:lnTo>
                      <a:pt x="100" y="40"/>
                    </a:lnTo>
                    <a:lnTo>
                      <a:pt x="100" y="40"/>
                    </a:lnTo>
                    <a:lnTo>
                      <a:pt x="100" y="44"/>
                    </a:lnTo>
                    <a:lnTo>
                      <a:pt x="100" y="40"/>
                    </a:lnTo>
                    <a:lnTo>
                      <a:pt x="100" y="40"/>
                    </a:lnTo>
                    <a:lnTo>
                      <a:pt x="98" y="44"/>
                    </a:lnTo>
                    <a:lnTo>
                      <a:pt x="98" y="44"/>
                    </a:lnTo>
                    <a:lnTo>
                      <a:pt x="94" y="44"/>
                    </a:lnTo>
                    <a:lnTo>
                      <a:pt x="94" y="48"/>
                    </a:lnTo>
                    <a:lnTo>
                      <a:pt x="94" y="48"/>
                    </a:lnTo>
                    <a:lnTo>
                      <a:pt x="94" y="48"/>
                    </a:lnTo>
                    <a:lnTo>
                      <a:pt x="94" y="48"/>
                    </a:lnTo>
                    <a:lnTo>
                      <a:pt x="94" y="52"/>
                    </a:lnTo>
                    <a:lnTo>
                      <a:pt x="94" y="52"/>
                    </a:lnTo>
                    <a:lnTo>
                      <a:pt x="90" y="52"/>
                    </a:lnTo>
                    <a:lnTo>
                      <a:pt x="90" y="52"/>
                    </a:lnTo>
                    <a:lnTo>
                      <a:pt x="86" y="48"/>
                    </a:lnTo>
                    <a:lnTo>
                      <a:pt x="86" y="48"/>
                    </a:lnTo>
                    <a:lnTo>
                      <a:pt x="82" y="48"/>
                    </a:lnTo>
                    <a:lnTo>
                      <a:pt x="82" y="52"/>
                    </a:lnTo>
                    <a:lnTo>
                      <a:pt x="82" y="52"/>
                    </a:lnTo>
                    <a:lnTo>
                      <a:pt x="82" y="52"/>
                    </a:lnTo>
                    <a:lnTo>
                      <a:pt x="82" y="52"/>
                    </a:lnTo>
                    <a:lnTo>
                      <a:pt x="78" y="52"/>
                    </a:lnTo>
                    <a:lnTo>
                      <a:pt x="78" y="52"/>
                    </a:lnTo>
                    <a:lnTo>
                      <a:pt x="78" y="52"/>
                    </a:lnTo>
                    <a:lnTo>
                      <a:pt x="78" y="52"/>
                    </a:lnTo>
                    <a:lnTo>
                      <a:pt x="78" y="52"/>
                    </a:lnTo>
                    <a:lnTo>
                      <a:pt x="78" y="52"/>
                    </a:lnTo>
                    <a:lnTo>
                      <a:pt x="78" y="52"/>
                    </a:lnTo>
                    <a:lnTo>
                      <a:pt x="78" y="52"/>
                    </a:lnTo>
                    <a:lnTo>
                      <a:pt x="78" y="52"/>
                    </a:lnTo>
                    <a:lnTo>
                      <a:pt x="74" y="52"/>
                    </a:lnTo>
                    <a:lnTo>
                      <a:pt x="74" y="52"/>
                    </a:lnTo>
                    <a:lnTo>
                      <a:pt x="74" y="52"/>
                    </a:lnTo>
                    <a:lnTo>
                      <a:pt x="74" y="52"/>
                    </a:lnTo>
                    <a:lnTo>
                      <a:pt x="74" y="48"/>
                    </a:lnTo>
                    <a:lnTo>
                      <a:pt x="72" y="48"/>
                    </a:lnTo>
                    <a:lnTo>
                      <a:pt x="72" y="48"/>
                    </a:lnTo>
                    <a:lnTo>
                      <a:pt x="72" y="48"/>
                    </a:lnTo>
                    <a:lnTo>
                      <a:pt x="72" y="48"/>
                    </a:lnTo>
                    <a:lnTo>
                      <a:pt x="68" y="48"/>
                    </a:lnTo>
                    <a:lnTo>
                      <a:pt x="68" y="44"/>
                    </a:lnTo>
                    <a:lnTo>
                      <a:pt x="68" y="44"/>
                    </a:lnTo>
                    <a:lnTo>
                      <a:pt x="64" y="44"/>
                    </a:lnTo>
                    <a:lnTo>
                      <a:pt x="64" y="40"/>
                    </a:lnTo>
                    <a:lnTo>
                      <a:pt x="60" y="40"/>
                    </a:lnTo>
                    <a:lnTo>
                      <a:pt x="60" y="40"/>
                    </a:lnTo>
                    <a:lnTo>
                      <a:pt x="60" y="40"/>
                    </a:lnTo>
                    <a:lnTo>
                      <a:pt x="56" y="40"/>
                    </a:lnTo>
                    <a:lnTo>
                      <a:pt x="56" y="40"/>
                    </a:lnTo>
                    <a:lnTo>
                      <a:pt x="56" y="40"/>
                    </a:lnTo>
                    <a:lnTo>
                      <a:pt x="56" y="40"/>
                    </a:lnTo>
                    <a:lnTo>
                      <a:pt x="56" y="40"/>
                    </a:lnTo>
                    <a:lnTo>
                      <a:pt x="56" y="36"/>
                    </a:lnTo>
                    <a:lnTo>
                      <a:pt x="56" y="36"/>
                    </a:lnTo>
                    <a:lnTo>
                      <a:pt x="56" y="36"/>
                    </a:lnTo>
                    <a:lnTo>
                      <a:pt x="56" y="36"/>
                    </a:lnTo>
                    <a:lnTo>
                      <a:pt x="56" y="36"/>
                    </a:lnTo>
                    <a:lnTo>
                      <a:pt x="52" y="36"/>
                    </a:lnTo>
                    <a:lnTo>
                      <a:pt x="52" y="36"/>
                    </a:lnTo>
                    <a:lnTo>
                      <a:pt x="48" y="36"/>
                    </a:lnTo>
                    <a:lnTo>
                      <a:pt x="48" y="40"/>
                    </a:lnTo>
                    <a:lnTo>
                      <a:pt x="48" y="40"/>
                    </a:lnTo>
                    <a:lnTo>
                      <a:pt x="48" y="40"/>
                    </a:lnTo>
                    <a:lnTo>
                      <a:pt x="48" y="40"/>
                    </a:lnTo>
                    <a:lnTo>
                      <a:pt x="48" y="40"/>
                    </a:lnTo>
                    <a:lnTo>
                      <a:pt x="46" y="40"/>
                    </a:lnTo>
                    <a:lnTo>
                      <a:pt x="46" y="40"/>
                    </a:lnTo>
                    <a:lnTo>
                      <a:pt x="46" y="40"/>
                    </a:lnTo>
                    <a:lnTo>
                      <a:pt x="46" y="40"/>
                    </a:lnTo>
                    <a:lnTo>
                      <a:pt x="46" y="40"/>
                    </a:lnTo>
                    <a:lnTo>
                      <a:pt x="42" y="40"/>
                    </a:lnTo>
                    <a:lnTo>
                      <a:pt x="42" y="40"/>
                    </a:lnTo>
                    <a:lnTo>
                      <a:pt x="42" y="36"/>
                    </a:lnTo>
                    <a:lnTo>
                      <a:pt x="42" y="36"/>
                    </a:lnTo>
                    <a:lnTo>
                      <a:pt x="38" y="36"/>
                    </a:lnTo>
                    <a:lnTo>
                      <a:pt x="38" y="36"/>
                    </a:lnTo>
                    <a:lnTo>
                      <a:pt x="34" y="36"/>
                    </a:lnTo>
                    <a:lnTo>
                      <a:pt x="34" y="36"/>
                    </a:lnTo>
                    <a:lnTo>
                      <a:pt x="34" y="36"/>
                    </a:lnTo>
                    <a:lnTo>
                      <a:pt x="34" y="36"/>
                    </a:lnTo>
                    <a:lnTo>
                      <a:pt x="34" y="36"/>
                    </a:lnTo>
                    <a:lnTo>
                      <a:pt x="34" y="36"/>
                    </a:lnTo>
                    <a:lnTo>
                      <a:pt x="30" y="36"/>
                    </a:lnTo>
                    <a:lnTo>
                      <a:pt x="30" y="36"/>
                    </a:lnTo>
                    <a:lnTo>
                      <a:pt x="30" y="40"/>
                    </a:lnTo>
                    <a:lnTo>
                      <a:pt x="30" y="40"/>
                    </a:lnTo>
                    <a:lnTo>
                      <a:pt x="30" y="40"/>
                    </a:lnTo>
                    <a:lnTo>
                      <a:pt x="26" y="36"/>
                    </a:lnTo>
                    <a:lnTo>
                      <a:pt x="26" y="36"/>
                    </a:lnTo>
                    <a:lnTo>
                      <a:pt x="26" y="36"/>
                    </a:lnTo>
                    <a:lnTo>
                      <a:pt x="26" y="36"/>
                    </a:lnTo>
                    <a:lnTo>
                      <a:pt x="26" y="36"/>
                    </a:lnTo>
                    <a:lnTo>
                      <a:pt x="26" y="36"/>
                    </a:lnTo>
                    <a:lnTo>
                      <a:pt x="26" y="36"/>
                    </a:lnTo>
                    <a:lnTo>
                      <a:pt x="26" y="36"/>
                    </a:lnTo>
                    <a:lnTo>
                      <a:pt x="26" y="36"/>
                    </a:lnTo>
                    <a:lnTo>
                      <a:pt x="22" y="36"/>
                    </a:lnTo>
                    <a:lnTo>
                      <a:pt x="22" y="36"/>
                    </a:lnTo>
                    <a:lnTo>
                      <a:pt x="22" y="36"/>
                    </a:lnTo>
                    <a:lnTo>
                      <a:pt x="22" y="36"/>
                    </a:lnTo>
                    <a:lnTo>
                      <a:pt x="22" y="36"/>
                    </a:lnTo>
                    <a:lnTo>
                      <a:pt x="22" y="36"/>
                    </a:lnTo>
                    <a:lnTo>
                      <a:pt x="18" y="36"/>
                    </a:lnTo>
                    <a:lnTo>
                      <a:pt x="18" y="36"/>
                    </a:lnTo>
                    <a:lnTo>
                      <a:pt x="18" y="36"/>
                    </a:lnTo>
                    <a:lnTo>
                      <a:pt x="16" y="36"/>
                    </a:lnTo>
                    <a:lnTo>
                      <a:pt x="16" y="36"/>
                    </a:lnTo>
                    <a:lnTo>
                      <a:pt x="16" y="36"/>
                    </a:lnTo>
                    <a:lnTo>
                      <a:pt x="12" y="36"/>
                    </a:lnTo>
                    <a:lnTo>
                      <a:pt x="8" y="36"/>
                    </a:lnTo>
                    <a:lnTo>
                      <a:pt x="8" y="40"/>
                    </a:lnTo>
                    <a:lnTo>
                      <a:pt x="4" y="40"/>
                    </a:lnTo>
                    <a:lnTo>
                      <a:pt x="4" y="40"/>
                    </a:lnTo>
                    <a:lnTo>
                      <a:pt x="4" y="40"/>
                    </a:lnTo>
                    <a:lnTo>
                      <a:pt x="4" y="40"/>
                    </a:lnTo>
                    <a:lnTo>
                      <a:pt x="4" y="40"/>
                    </a:lnTo>
                    <a:lnTo>
                      <a:pt x="4" y="40"/>
                    </a:lnTo>
                    <a:lnTo>
                      <a:pt x="4" y="44"/>
                    </a:lnTo>
                    <a:lnTo>
                      <a:pt x="4" y="44"/>
                    </a:lnTo>
                    <a:lnTo>
                      <a:pt x="0" y="44"/>
                    </a:lnTo>
                    <a:lnTo>
                      <a:pt x="0" y="44"/>
                    </a:lnTo>
                    <a:lnTo>
                      <a:pt x="0" y="44"/>
                    </a:lnTo>
                    <a:lnTo>
                      <a:pt x="0" y="44"/>
                    </a:lnTo>
                    <a:lnTo>
                      <a:pt x="0" y="44"/>
                    </a:lnTo>
                    <a:lnTo>
                      <a:pt x="0" y="44"/>
                    </a:lnTo>
                    <a:lnTo>
                      <a:pt x="0" y="44"/>
                    </a:lnTo>
                    <a:lnTo>
                      <a:pt x="0" y="40"/>
                    </a:lnTo>
                    <a:lnTo>
                      <a:pt x="0" y="40"/>
                    </a:lnTo>
                    <a:lnTo>
                      <a:pt x="0" y="40"/>
                    </a:lnTo>
                    <a:lnTo>
                      <a:pt x="0" y="40"/>
                    </a:lnTo>
                    <a:lnTo>
                      <a:pt x="0" y="36"/>
                    </a:lnTo>
                    <a:lnTo>
                      <a:pt x="0" y="32"/>
                    </a:lnTo>
                    <a:lnTo>
                      <a:pt x="0" y="32"/>
                    </a:lnTo>
                    <a:lnTo>
                      <a:pt x="0" y="36"/>
                    </a:lnTo>
                    <a:lnTo>
                      <a:pt x="0" y="36"/>
                    </a:lnTo>
                    <a:lnTo>
                      <a:pt x="0" y="32"/>
                    </a:lnTo>
                    <a:lnTo>
                      <a:pt x="0" y="32"/>
                    </a:lnTo>
                    <a:lnTo>
                      <a:pt x="0" y="32"/>
                    </a:lnTo>
                    <a:lnTo>
                      <a:pt x="0" y="30"/>
                    </a:lnTo>
                    <a:lnTo>
                      <a:pt x="0" y="30"/>
                    </a:lnTo>
                    <a:lnTo>
                      <a:pt x="0" y="30"/>
                    </a:lnTo>
                    <a:lnTo>
                      <a:pt x="0" y="30"/>
                    </a:lnTo>
                    <a:lnTo>
                      <a:pt x="0" y="30"/>
                    </a:lnTo>
                    <a:lnTo>
                      <a:pt x="0" y="26"/>
                    </a:lnTo>
                    <a:lnTo>
                      <a:pt x="0" y="26"/>
                    </a:lnTo>
                    <a:lnTo>
                      <a:pt x="4" y="26"/>
                    </a:lnTo>
                    <a:lnTo>
                      <a:pt x="4" y="26"/>
                    </a:lnTo>
                    <a:lnTo>
                      <a:pt x="4" y="26"/>
                    </a:lnTo>
                    <a:lnTo>
                      <a:pt x="4" y="22"/>
                    </a:lnTo>
                    <a:lnTo>
                      <a:pt x="4" y="22"/>
                    </a:lnTo>
                    <a:lnTo>
                      <a:pt x="4" y="22"/>
                    </a:lnTo>
                    <a:lnTo>
                      <a:pt x="4" y="22"/>
                    </a:lnTo>
                    <a:lnTo>
                      <a:pt x="4" y="22"/>
                    </a:lnTo>
                    <a:lnTo>
                      <a:pt x="4" y="18"/>
                    </a:lnTo>
                    <a:lnTo>
                      <a:pt x="4" y="18"/>
                    </a:lnTo>
                    <a:lnTo>
                      <a:pt x="4" y="18"/>
                    </a:lnTo>
                    <a:lnTo>
                      <a:pt x="4" y="18"/>
                    </a:lnTo>
                    <a:lnTo>
                      <a:pt x="8" y="18"/>
                    </a:lnTo>
                    <a:lnTo>
                      <a:pt x="8" y="14"/>
                    </a:lnTo>
                    <a:lnTo>
                      <a:pt x="8" y="14"/>
                    </a:lnTo>
                    <a:lnTo>
                      <a:pt x="8" y="10"/>
                    </a:lnTo>
                    <a:lnTo>
                      <a:pt x="8" y="10"/>
                    </a:lnTo>
                    <a:lnTo>
                      <a:pt x="8" y="10"/>
                    </a:lnTo>
                    <a:lnTo>
                      <a:pt x="8" y="10"/>
                    </a:lnTo>
                    <a:lnTo>
                      <a:pt x="12" y="10"/>
                    </a:lnTo>
                    <a:lnTo>
                      <a:pt x="12" y="10"/>
                    </a:lnTo>
                    <a:lnTo>
                      <a:pt x="12" y="10"/>
                    </a:lnTo>
                    <a:lnTo>
                      <a:pt x="12" y="10"/>
                    </a:lnTo>
                    <a:lnTo>
                      <a:pt x="12" y="10"/>
                    </a:lnTo>
                    <a:lnTo>
                      <a:pt x="16" y="10"/>
                    </a:lnTo>
                    <a:lnTo>
                      <a:pt x="16" y="10"/>
                    </a:lnTo>
                    <a:lnTo>
                      <a:pt x="16" y="10"/>
                    </a:lnTo>
                    <a:lnTo>
                      <a:pt x="18" y="6"/>
                    </a:lnTo>
                    <a:lnTo>
                      <a:pt x="18" y="6"/>
                    </a:lnTo>
                    <a:lnTo>
                      <a:pt x="22" y="6"/>
                    </a:lnTo>
                    <a:lnTo>
                      <a:pt x="22" y="6"/>
                    </a:lnTo>
                    <a:lnTo>
                      <a:pt x="22" y="6"/>
                    </a:lnTo>
                    <a:lnTo>
                      <a:pt x="22" y="10"/>
                    </a:lnTo>
                    <a:lnTo>
                      <a:pt x="22" y="10"/>
                    </a:lnTo>
                    <a:lnTo>
                      <a:pt x="22" y="10"/>
                    </a:lnTo>
                    <a:lnTo>
                      <a:pt x="22" y="10"/>
                    </a:lnTo>
                    <a:lnTo>
                      <a:pt x="26" y="14"/>
                    </a:lnTo>
                    <a:lnTo>
                      <a:pt x="26" y="14"/>
                    </a:lnTo>
                    <a:lnTo>
                      <a:pt x="26" y="14"/>
                    </a:lnTo>
                    <a:lnTo>
                      <a:pt x="26" y="14"/>
                    </a:lnTo>
                    <a:lnTo>
                      <a:pt x="30" y="14"/>
                    </a:lnTo>
                    <a:lnTo>
                      <a:pt x="30" y="14"/>
                    </a:lnTo>
                    <a:lnTo>
                      <a:pt x="30" y="14"/>
                    </a:lnTo>
                    <a:lnTo>
                      <a:pt x="30" y="18"/>
                    </a:lnTo>
                    <a:lnTo>
                      <a:pt x="30" y="18"/>
                    </a:lnTo>
                    <a:lnTo>
                      <a:pt x="30" y="22"/>
                    </a:lnTo>
                    <a:lnTo>
                      <a:pt x="30" y="22"/>
                    </a:lnTo>
                    <a:lnTo>
                      <a:pt x="30" y="22"/>
                    </a:lnTo>
                    <a:lnTo>
                      <a:pt x="34" y="22"/>
                    </a:lnTo>
                    <a:lnTo>
                      <a:pt x="34" y="22"/>
                    </a:lnTo>
                    <a:lnTo>
                      <a:pt x="38" y="26"/>
                    </a:lnTo>
                    <a:lnTo>
                      <a:pt x="38" y="26"/>
                    </a:lnTo>
                    <a:lnTo>
                      <a:pt x="38" y="26"/>
                    </a:lnTo>
                    <a:lnTo>
                      <a:pt x="38" y="26"/>
                    </a:lnTo>
                    <a:lnTo>
                      <a:pt x="42" y="26"/>
                    </a:lnTo>
                    <a:lnTo>
                      <a:pt x="42" y="26"/>
                    </a:lnTo>
                    <a:lnTo>
                      <a:pt x="42" y="22"/>
                    </a:lnTo>
                    <a:lnTo>
                      <a:pt x="42" y="22"/>
                    </a:lnTo>
                    <a:lnTo>
                      <a:pt x="46" y="22"/>
                    </a:lnTo>
                    <a:lnTo>
                      <a:pt x="46" y="22"/>
                    </a:lnTo>
                    <a:lnTo>
                      <a:pt x="46" y="18"/>
                    </a:lnTo>
                    <a:lnTo>
                      <a:pt x="48" y="18"/>
                    </a:lnTo>
                    <a:lnTo>
                      <a:pt x="48" y="18"/>
                    </a:lnTo>
                    <a:lnTo>
                      <a:pt x="48" y="14"/>
                    </a:lnTo>
                    <a:lnTo>
                      <a:pt x="46" y="10"/>
                    </a:lnTo>
                    <a:lnTo>
                      <a:pt x="46" y="6"/>
                    </a:lnTo>
                    <a:lnTo>
                      <a:pt x="46" y="6"/>
                    </a:lnTo>
                    <a:lnTo>
                      <a:pt x="46" y="6"/>
                    </a:lnTo>
                    <a:lnTo>
                      <a:pt x="46" y="6"/>
                    </a:lnTo>
                    <a:lnTo>
                      <a:pt x="46" y="4"/>
                    </a:lnTo>
                    <a:lnTo>
                      <a:pt x="46" y="4"/>
                    </a:lnTo>
                    <a:lnTo>
                      <a:pt x="46"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7" name="Freeform 111"/>
              <p:cNvSpPr>
                <a:spLocks noEditPoints="1"/>
              </p:cNvSpPr>
              <p:nvPr/>
            </p:nvSpPr>
            <p:spPr bwMode="gray">
              <a:xfrm>
                <a:off x="5311297" y="2693473"/>
                <a:ext cx="149577" cy="97399"/>
              </a:xfrm>
              <a:custGeom>
                <a:avLst/>
                <a:gdLst>
                  <a:gd name="T0" fmla="*/ 38 w 86"/>
                  <a:gd name="T1" fmla="*/ 50 h 56"/>
                  <a:gd name="T2" fmla="*/ 34 w 86"/>
                  <a:gd name="T3" fmla="*/ 46 h 56"/>
                  <a:gd name="T4" fmla="*/ 26 w 86"/>
                  <a:gd name="T5" fmla="*/ 46 h 56"/>
                  <a:gd name="T6" fmla="*/ 26 w 86"/>
                  <a:gd name="T7" fmla="*/ 42 h 56"/>
                  <a:gd name="T8" fmla="*/ 30 w 86"/>
                  <a:gd name="T9" fmla="*/ 38 h 56"/>
                  <a:gd name="T10" fmla="*/ 26 w 86"/>
                  <a:gd name="T11" fmla="*/ 30 h 56"/>
                  <a:gd name="T12" fmla="*/ 22 w 86"/>
                  <a:gd name="T13" fmla="*/ 30 h 56"/>
                  <a:gd name="T14" fmla="*/ 18 w 86"/>
                  <a:gd name="T15" fmla="*/ 30 h 56"/>
                  <a:gd name="T16" fmla="*/ 8 w 86"/>
                  <a:gd name="T17" fmla="*/ 26 h 56"/>
                  <a:gd name="T18" fmla="*/ 8 w 86"/>
                  <a:gd name="T19" fmla="*/ 26 h 56"/>
                  <a:gd name="T20" fmla="*/ 4 w 86"/>
                  <a:gd name="T21" fmla="*/ 16 h 56"/>
                  <a:gd name="T22" fmla="*/ 4 w 86"/>
                  <a:gd name="T23" fmla="*/ 12 h 56"/>
                  <a:gd name="T24" fmla="*/ 4 w 86"/>
                  <a:gd name="T25" fmla="*/ 8 h 56"/>
                  <a:gd name="T26" fmla="*/ 8 w 86"/>
                  <a:gd name="T27" fmla="*/ 8 h 56"/>
                  <a:gd name="T28" fmla="*/ 8 w 86"/>
                  <a:gd name="T29" fmla="*/ 4 h 56"/>
                  <a:gd name="T30" fmla="*/ 18 w 86"/>
                  <a:gd name="T31" fmla="*/ 0 h 56"/>
                  <a:gd name="T32" fmla="*/ 22 w 86"/>
                  <a:gd name="T33" fmla="*/ 0 h 56"/>
                  <a:gd name="T34" fmla="*/ 26 w 86"/>
                  <a:gd name="T35" fmla="*/ 0 h 56"/>
                  <a:gd name="T36" fmla="*/ 30 w 86"/>
                  <a:gd name="T37" fmla="*/ 0 h 56"/>
                  <a:gd name="T38" fmla="*/ 30 w 86"/>
                  <a:gd name="T39" fmla="*/ 0 h 56"/>
                  <a:gd name="T40" fmla="*/ 34 w 86"/>
                  <a:gd name="T41" fmla="*/ 0 h 56"/>
                  <a:gd name="T42" fmla="*/ 38 w 86"/>
                  <a:gd name="T43" fmla="*/ 0 h 56"/>
                  <a:gd name="T44" fmla="*/ 44 w 86"/>
                  <a:gd name="T45" fmla="*/ 0 h 56"/>
                  <a:gd name="T46" fmla="*/ 48 w 86"/>
                  <a:gd name="T47" fmla="*/ 4 h 56"/>
                  <a:gd name="T48" fmla="*/ 52 w 86"/>
                  <a:gd name="T49" fmla="*/ 4 h 56"/>
                  <a:gd name="T50" fmla="*/ 56 w 86"/>
                  <a:gd name="T51" fmla="*/ 0 h 56"/>
                  <a:gd name="T52" fmla="*/ 60 w 86"/>
                  <a:gd name="T53" fmla="*/ 0 h 56"/>
                  <a:gd name="T54" fmla="*/ 60 w 86"/>
                  <a:gd name="T55" fmla="*/ 4 h 56"/>
                  <a:gd name="T56" fmla="*/ 68 w 86"/>
                  <a:gd name="T57" fmla="*/ 8 h 56"/>
                  <a:gd name="T58" fmla="*/ 74 w 86"/>
                  <a:gd name="T59" fmla="*/ 12 h 56"/>
                  <a:gd name="T60" fmla="*/ 78 w 86"/>
                  <a:gd name="T61" fmla="*/ 16 h 56"/>
                  <a:gd name="T62" fmla="*/ 82 w 86"/>
                  <a:gd name="T63" fmla="*/ 16 h 56"/>
                  <a:gd name="T64" fmla="*/ 78 w 86"/>
                  <a:gd name="T65" fmla="*/ 24 h 56"/>
                  <a:gd name="T66" fmla="*/ 82 w 86"/>
                  <a:gd name="T67" fmla="*/ 24 h 56"/>
                  <a:gd name="T68" fmla="*/ 82 w 86"/>
                  <a:gd name="T69" fmla="*/ 26 h 56"/>
                  <a:gd name="T70" fmla="*/ 78 w 86"/>
                  <a:gd name="T71" fmla="*/ 30 h 56"/>
                  <a:gd name="T72" fmla="*/ 70 w 86"/>
                  <a:gd name="T73" fmla="*/ 34 h 56"/>
                  <a:gd name="T74" fmla="*/ 70 w 86"/>
                  <a:gd name="T75" fmla="*/ 38 h 56"/>
                  <a:gd name="T76" fmla="*/ 68 w 86"/>
                  <a:gd name="T77" fmla="*/ 42 h 56"/>
                  <a:gd name="T78" fmla="*/ 68 w 86"/>
                  <a:gd name="T79" fmla="*/ 46 h 56"/>
                  <a:gd name="T80" fmla="*/ 70 w 86"/>
                  <a:gd name="T81" fmla="*/ 50 h 56"/>
                  <a:gd name="T82" fmla="*/ 68 w 86"/>
                  <a:gd name="T83" fmla="*/ 50 h 56"/>
                  <a:gd name="T84" fmla="*/ 64 w 86"/>
                  <a:gd name="T85" fmla="*/ 50 h 56"/>
                  <a:gd name="T86" fmla="*/ 60 w 86"/>
                  <a:gd name="T87" fmla="*/ 50 h 56"/>
                  <a:gd name="T88" fmla="*/ 60 w 86"/>
                  <a:gd name="T89" fmla="*/ 50 h 56"/>
                  <a:gd name="T90" fmla="*/ 56 w 86"/>
                  <a:gd name="T91" fmla="*/ 52 h 56"/>
                  <a:gd name="T92" fmla="*/ 52 w 86"/>
                  <a:gd name="T93" fmla="*/ 52 h 56"/>
                  <a:gd name="T94" fmla="*/ 48 w 86"/>
                  <a:gd name="T95" fmla="*/ 52 h 56"/>
                  <a:gd name="T96" fmla="*/ 44 w 86"/>
                  <a:gd name="T97" fmla="*/ 52 h 56"/>
                  <a:gd name="T98" fmla="*/ 42 w 86"/>
                  <a:gd name="T99" fmla="*/ 52 h 56"/>
                  <a:gd name="T100" fmla="*/ 38 w 86"/>
                  <a:gd name="T101" fmla="*/ 52 h 56"/>
                  <a:gd name="T102" fmla="*/ 4 w 86"/>
                  <a:gd name="T103" fmla="*/ 24 h 56"/>
                  <a:gd name="T104" fmla="*/ 4 w 86"/>
                  <a:gd name="T105" fmla="*/ 20 h 56"/>
                  <a:gd name="T106" fmla="*/ 4 w 86"/>
                  <a:gd name="T107" fmla="*/ 16 h 56"/>
                  <a:gd name="T108" fmla="*/ 4 w 86"/>
                  <a:gd name="T109" fmla="*/ 26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6" h="56">
                    <a:moveTo>
                      <a:pt x="38" y="52"/>
                    </a:moveTo>
                    <a:lnTo>
                      <a:pt x="38" y="52"/>
                    </a:lnTo>
                    <a:lnTo>
                      <a:pt x="38" y="52"/>
                    </a:lnTo>
                    <a:lnTo>
                      <a:pt x="38" y="50"/>
                    </a:lnTo>
                    <a:lnTo>
                      <a:pt x="38" y="50"/>
                    </a:lnTo>
                    <a:lnTo>
                      <a:pt x="38" y="50"/>
                    </a:lnTo>
                    <a:lnTo>
                      <a:pt x="38" y="50"/>
                    </a:lnTo>
                    <a:lnTo>
                      <a:pt x="38" y="50"/>
                    </a:lnTo>
                    <a:lnTo>
                      <a:pt x="34" y="46"/>
                    </a:lnTo>
                    <a:lnTo>
                      <a:pt x="34" y="46"/>
                    </a:lnTo>
                    <a:lnTo>
                      <a:pt x="30" y="46"/>
                    </a:lnTo>
                    <a:lnTo>
                      <a:pt x="30" y="46"/>
                    </a:lnTo>
                    <a:lnTo>
                      <a:pt x="30" y="46"/>
                    </a:lnTo>
                    <a:lnTo>
                      <a:pt x="30" y="46"/>
                    </a:lnTo>
                    <a:lnTo>
                      <a:pt x="26" y="46"/>
                    </a:lnTo>
                    <a:lnTo>
                      <a:pt x="26" y="46"/>
                    </a:lnTo>
                    <a:lnTo>
                      <a:pt x="26" y="46"/>
                    </a:lnTo>
                    <a:lnTo>
                      <a:pt x="26" y="42"/>
                    </a:lnTo>
                    <a:lnTo>
                      <a:pt x="26" y="42"/>
                    </a:lnTo>
                    <a:lnTo>
                      <a:pt x="26" y="42"/>
                    </a:lnTo>
                    <a:lnTo>
                      <a:pt x="26" y="42"/>
                    </a:lnTo>
                    <a:lnTo>
                      <a:pt x="26" y="38"/>
                    </a:lnTo>
                    <a:lnTo>
                      <a:pt x="26" y="38"/>
                    </a:lnTo>
                    <a:lnTo>
                      <a:pt x="30" y="38"/>
                    </a:lnTo>
                    <a:lnTo>
                      <a:pt x="30" y="38"/>
                    </a:lnTo>
                    <a:lnTo>
                      <a:pt x="30" y="34"/>
                    </a:lnTo>
                    <a:lnTo>
                      <a:pt x="30" y="34"/>
                    </a:lnTo>
                    <a:lnTo>
                      <a:pt x="30" y="34"/>
                    </a:lnTo>
                    <a:lnTo>
                      <a:pt x="30" y="34"/>
                    </a:lnTo>
                    <a:lnTo>
                      <a:pt x="26" y="30"/>
                    </a:lnTo>
                    <a:lnTo>
                      <a:pt x="26" y="30"/>
                    </a:lnTo>
                    <a:lnTo>
                      <a:pt x="26" y="30"/>
                    </a:lnTo>
                    <a:lnTo>
                      <a:pt x="26" y="30"/>
                    </a:lnTo>
                    <a:lnTo>
                      <a:pt x="22" y="30"/>
                    </a:lnTo>
                    <a:lnTo>
                      <a:pt x="22" y="30"/>
                    </a:lnTo>
                    <a:lnTo>
                      <a:pt x="18" y="30"/>
                    </a:lnTo>
                    <a:lnTo>
                      <a:pt x="18" y="30"/>
                    </a:lnTo>
                    <a:lnTo>
                      <a:pt x="18" y="30"/>
                    </a:lnTo>
                    <a:lnTo>
                      <a:pt x="18" y="30"/>
                    </a:lnTo>
                    <a:lnTo>
                      <a:pt x="18" y="30"/>
                    </a:lnTo>
                    <a:lnTo>
                      <a:pt x="18" y="30"/>
                    </a:lnTo>
                    <a:lnTo>
                      <a:pt x="12" y="26"/>
                    </a:lnTo>
                    <a:lnTo>
                      <a:pt x="12" y="26"/>
                    </a:lnTo>
                    <a:lnTo>
                      <a:pt x="12" y="26"/>
                    </a:lnTo>
                    <a:lnTo>
                      <a:pt x="8" y="26"/>
                    </a:lnTo>
                    <a:lnTo>
                      <a:pt x="8" y="26"/>
                    </a:lnTo>
                    <a:lnTo>
                      <a:pt x="8" y="26"/>
                    </a:lnTo>
                    <a:lnTo>
                      <a:pt x="8" y="26"/>
                    </a:lnTo>
                    <a:lnTo>
                      <a:pt x="8" y="26"/>
                    </a:lnTo>
                    <a:lnTo>
                      <a:pt x="8" y="26"/>
                    </a:lnTo>
                    <a:lnTo>
                      <a:pt x="8" y="26"/>
                    </a:lnTo>
                    <a:lnTo>
                      <a:pt x="8" y="24"/>
                    </a:lnTo>
                    <a:lnTo>
                      <a:pt x="4" y="20"/>
                    </a:lnTo>
                    <a:lnTo>
                      <a:pt x="4" y="16"/>
                    </a:lnTo>
                    <a:lnTo>
                      <a:pt x="4" y="16"/>
                    </a:lnTo>
                    <a:lnTo>
                      <a:pt x="4" y="16"/>
                    </a:lnTo>
                    <a:lnTo>
                      <a:pt x="4" y="16"/>
                    </a:lnTo>
                    <a:lnTo>
                      <a:pt x="4" y="12"/>
                    </a:lnTo>
                    <a:lnTo>
                      <a:pt x="4" y="12"/>
                    </a:lnTo>
                    <a:lnTo>
                      <a:pt x="4" y="12"/>
                    </a:lnTo>
                    <a:lnTo>
                      <a:pt x="4" y="8"/>
                    </a:lnTo>
                    <a:lnTo>
                      <a:pt x="4" y="8"/>
                    </a:lnTo>
                    <a:lnTo>
                      <a:pt x="4" y="8"/>
                    </a:lnTo>
                    <a:lnTo>
                      <a:pt x="4" y="8"/>
                    </a:lnTo>
                    <a:lnTo>
                      <a:pt x="4" y="8"/>
                    </a:lnTo>
                    <a:lnTo>
                      <a:pt x="4" y="8"/>
                    </a:lnTo>
                    <a:lnTo>
                      <a:pt x="4" y="8"/>
                    </a:lnTo>
                    <a:lnTo>
                      <a:pt x="4" y="8"/>
                    </a:lnTo>
                    <a:lnTo>
                      <a:pt x="8" y="8"/>
                    </a:lnTo>
                    <a:lnTo>
                      <a:pt x="8" y="8"/>
                    </a:lnTo>
                    <a:lnTo>
                      <a:pt x="8" y="4"/>
                    </a:lnTo>
                    <a:lnTo>
                      <a:pt x="8" y="4"/>
                    </a:lnTo>
                    <a:lnTo>
                      <a:pt x="8" y="4"/>
                    </a:lnTo>
                    <a:lnTo>
                      <a:pt x="8" y="4"/>
                    </a:lnTo>
                    <a:lnTo>
                      <a:pt x="8" y="4"/>
                    </a:lnTo>
                    <a:lnTo>
                      <a:pt x="8" y="4"/>
                    </a:lnTo>
                    <a:lnTo>
                      <a:pt x="12" y="4"/>
                    </a:lnTo>
                    <a:lnTo>
                      <a:pt x="12" y="0"/>
                    </a:lnTo>
                    <a:lnTo>
                      <a:pt x="16" y="0"/>
                    </a:lnTo>
                    <a:lnTo>
                      <a:pt x="18" y="0"/>
                    </a:lnTo>
                    <a:lnTo>
                      <a:pt x="18" y="0"/>
                    </a:lnTo>
                    <a:lnTo>
                      <a:pt x="18" y="0"/>
                    </a:lnTo>
                    <a:lnTo>
                      <a:pt x="22" y="0"/>
                    </a:lnTo>
                    <a:lnTo>
                      <a:pt x="22" y="0"/>
                    </a:lnTo>
                    <a:lnTo>
                      <a:pt x="22" y="0"/>
                    </a:lnTo>
                    <a:lnTo>
                      <a:pt x="26" y="0"/>
                    </a:lnTo>
                    <a:lnTo>
                      <a:pt x="26" y="0"/>
                    </a:lnTo>
                    <a:lnTo>
                      <a:pt x="26" y="0"/>
                    </a:lnTo>
                    <a:lnTo>
                      <a:pt x="26" y="0"/>
                    </a:lnTo>
                    <a:lnTo>
                      <a:pt x="26" y="0"/>
                    </a:lnTo>
                    <a:lnTo>
                      <a:pt x="26" y="0"/>
                    </a:lnTo>
                    <a:lnTo>
                      <a:pt x="30" y="0"/>
                    </a:lnTo>
                    <a:lnTo>
                      <a:pt x="30" y="0"/>
                    </a:lnTo>
                    <a:lnTo>
                      <a:pt x="30" y="0"/>
                    </a:lnTo>
                    <a:lnTo>
                      <a:pt x="30" y="0"/>
                    </a:lnTo>
                    <a:lnTo>
                      <a:pt x="30" y="0"/>
                    </a:lnTo>
                    <a:lnTo>
                      <a:pt x="30" y="0"/>
                    </a:lnTo>
                    <a:lnTo>
                      <a:pt x="30" y="0"/>
                    </a:lnTo>
                    <a:lnTo>
                      <a:pt x="30" y="0"/>
                    </a:lnTo>
                    <a:lnTo>
                      <a:pt x="30" y="0"/>
                    </a:lnTo>
                    <a:lnTo>
                      <a:pt x="34" y="4"/>
                    </a:lnTo>
                    <a:lnTo>
                      <a:pt x="34" y="4"/>
                    </a:lnTo>
                    <a:lnTo>
                      <a:pt x="34" y="4"/>
                    </a:lnTo>
                    <a:lnTo>
                      <a:pt x="34" y="0"/>
                    </a:lnTo>
                    <a:lnTo>
                      <a:pt x="34" y="0"/>
                    </a:lnTo>
                    <a:lnTo>
                      <a:pt x="38" y="0"/>
                    </a:lnTo>
                    <a:lnTo>
                      <a:pt x="38" y="0"/>
                    </a:lnTo>
                    <a:lnTo>
                      <a:pt x="38" y="0"/>
                    </a:lnTo>
                    <a:lnTo>
                      <a:pt x="38" y="0"/>
                    </a:lnTo>
                    <a:lnTo>
                      <a:pt x="38" y="0"/>
                    </a:lnTo>
                    <a:lnTo>
                      <a:pt x="38" y="0"/>
                    </a:lnTo>
                    <a:lnTo>
                      <a:pt x="42" y="0"/>
                    </a:lnTo>
                    <a:lnTo>
                      <a:pt x="42" y="0"/>
                    </a:lnTo>
                    <a:lnTo>
                      <a:pt x="44" y="0"/>
                    </a:lnTo>
                    <a:lnTo>
                      <a:pt x="44" y="0"/>
                    </a:lnTo>
                    <a:lnTo>
                      <a:pt x="44" y="4"/>
                    </a:lnTo>
                    <a:lnTo>
                      <a:pt x="44" y="4"/>
                    </a:lnTo>
                    <a:lnTo>
                      <a:pt x="48" y="4"/>
                    </a:lnTo>
                    <a:lnTo>
                      <a:pt x="48" y="4"/>
                    </a:lnTo>
                    <a:lnTo>
                      <a:pt x="48" y="4"/>
                    </a:lnTo>
                    <a:lnTo>
                      <a:pt x="48" y="4"/>
                    </a:lnTo>
                    <a:lnTo>
                      <a:pt x="48" y="4"/>
                    </a:lnTo>
                    <a:lnTo>
                      <a:pt x="52" y="4"/>
                    </a:lnTo>
                    <a:lnTo>
                      <a:pt x="52" y="4"/>
                    </a:lnTo>
                    <a:lnTo>
                      <a:pt x="52" y="4"/>
                    </a:lnTo>
                    <a:lnTo>
                      <a:pt x="52" y="4"/>
                    </a:lnTo>
                    <a:lnTo>
                      <a:pt x="52" y="4"/>
                    </a:lnTo>
                    <a:lnTo>
                      <a:pt x="52" y="0"/>
                    </a:lnTo>
                    <a:lnTo>
                      <a:pt x="56" y="0"/>
                    </a:lnTo>
                    <a:lnTo>
                      <a:pt x="56" y="0"/>
                    </a:lnTo>
                    <a:lnTo>
                      <a:pt x="60" y="0"/>
                    </a:lnTo>
                    <a:lnTo>
                      <a:pt x="60" y="0"/>
                    </a:lnTo>
                    <a:lnTo>
                      <a:pt x="60" y="0"/>
                    </a:lnTo>
                    <a:lnTo>
                      <a:pt x="60" y="0"/>
                    </a:lnTo>
                    <a:lnTo>
                      <a:pt x="60" y="0"/>
                    </a:lnTo>
                    <a:lnTo>
                      <a:pt x="60" y="4"/>
                    </a:lnTo>
                    <a:lnTo>
                      <a:pt x="60" y="4"/>
                    </a:lnTo>
                    <a:lnTo>
                      <a:pt x="60" y="4"/>
                    </a:lnTo>
                    <a:lnTo>
                      <a:pt x="60" y="4"/>
                    </a:lnTo>
                    <a:lnTo>
                      <a:pt x="60" y="4"/>
                    </a:lnTo>
                    <a:lnTo>
                      <a:pt x="64" y="4"/>
                    </a:lnTo>
                    <a:lnTo>
                      <a:pt x="64" y="4"/>
                    </a:lnTo>
                    <a:lnTo>
                      <a:pt x="64" y="4"/>
                    </a:lnTo>
                    <a:lnTo>
                      <a:pt x="68" y="4"/>
                    </a:lnTo>
                    <a:lnTo>
                      <a:pt x="68" y="8"/>
                    </a:lnTo>
                    <a:lnTo>
                      <a:pt x="70" y="8"/>
                    </a:lnTo>
                    <a:lnTo>
                      <a:pt x="70" y="8"/>
                    </a:lnTo>
                    <a:lnTo>
                      <a:pt x="70" y="12"/>
                    </a:lnTo>
                    <a:lnTo>
                      <a:pt x="74" y="12"/>
                    </a:lnTo>
                    <a:lnTo>
                      <a:pt x="74" y="12"/>
                    </a:lnTo>
                    <a:lnTo>
                      <a:pt x="74" y="12"/>
                    </a:lnTo>
                    <a:lnTo>
                      <a:pt x="74" y="12"/>
                    </a:lnTo>
                    <a:lnTo>
                      <a:pt x="78" y="12"/>
                    </a:lnTo>
                    <a:lnTo>
                      <a:pt x="78" y="16"/>
                    </a:lnTo>
                    <a:lnTo>
                      <a:pt x="78" y="16"/>
                    </a:lnTo>
                    <a:lnTo>
                      <a:pt x="78" y="16"/>
                    </a:lnTo>
                    <a:lnTo>
                      <a:pt x="78" y="16"/>
                    </a:lnTo>
                    <a:lnTo>
                      <a:pt x="82" y="16"/>
                    </a:lnTo>
                    <a:lnTo>
                      <a:pt x="82" y="16"/>
                    </a:lnTo>
                    <a:lnTo>
                      <a:pt x="82" y="16"/>
                    </a:lnTo>
                    <a:lnTo>
                      <a:pt x="82" y="16"/>
                    </a:lnTo>
                    <a:lnTo>
                      <a:pt x="82" y="16"/>
                    </a:lnTo>
                    <a:lnTo>
                      <a:pt x="82" y="20"/>
                    </a:lnTo>
                    <a:lnTo>
                      <a:pt x="82" y="24"/>
                    </a:lnTo>
                    <a:lnTo>
                      <a:pt x="78" y="24"/>
                    </a:lnTo>
                    <a:lnTo>
                      <a:pt x="82" y="24"/>
                    </a:lnTo>
                    <a:lnTo>
                      <a:pt x="82" y="24"/>
                    </a:lnTo>
                    <a:lnTo>
                      <a:pt x="82" y="24"/>
                    </a:lnTo>
                    <a:lnTo>
                      <a:pt x="82" y="24"/>
                    </a:lnTo>
                    <a:lnTo>
                      <a:pt x="82" y="24"/>
                    </a:lnTo>
                    <a:lnTo>
                      <a:pt x="86" y="24"/>
                    </a:lnTo>
                    <a:lnTo>
                      <a:pt x="86" y="26"/>
                    </a:lnTo>
                    <a:lnTo>
                      <a:pt x="86" y="26"/>
                    </a:lnTo>
                    <a:lnTo>
                      <a:pt x="86" y="26"/>
                    </a:lnTo>
                    <a:lnTo>
                      <a:pt x="82" y="26"/>
                    </a:lnTo>
                    <a:lnTo>
                      <a:pt x="82" y="26"/>
                    </a:lnTo>
                    <a:lnTo>
                      <a:pt x="78" y="26"/>
                    </a:lnTo>
                    <a:lnTo>
                      <a:pt x="78" y="26"/>
                    </a:lnTo>
                    <a:lnTo>
                      <a:pt x="78" y="30"/>
                    </a:lnTo>
                    <a:lnTo>
                      <a:pt x="78" y="30"/>
                    </a:lnTo>
                    <a:lnTo>
                      <a:pt x="74" y="30"/>
                    </a:lnTo>
                    <a:lnTo>
                      <a:pt x="74" y="30"/>
                    </a:lnTo>
                    <a:lnTo>
                      <a:pt x="74" y="30"/>
                    </a:lnTo>
                    <a:lnTo>
                      <a:pt x="70" y="34"/>
                    </a:lnTo>
                    <a:lnTo>
                      <a:pt x="70" y="34"/>
                    </a:lnTo>
                    <a:lnTo>
                      <a:pt x="70" y="34"/>
                    </a:lnTo>
                    <a:lnTo>
                      <a:pt x="70" y="34"/>
                    </a:lnTo>
                    <a:lnTo>
                      <a:pt x="70" y="34"/>
                    </a:lnTo>
                    <a:lnTo>
                      <a:pt x="70" y="38"/>
                    </a:lnTo>
                    <a:lnTo>
                      <a:pt x="70" y="38"/>
                    </a:lnTo>
                    <a:lnTo>
                      <a:pt x="70" y="38"/>
                    </a:lnTo>
                    <a:lnTo>
                      <a:pt x="70" y="42"/>
                    </a:lnTo>
                    <a:lnTo>
                      <a:pt x="70" y="42"/>
                    </a:lnTo>
                    <a:lnTo>
                      <a:pt x="70" y="42"/>
                    </a:lnTo>
                    <a:lnTo>
                      <a:pt x="68" y="42"/>
                    </a:lnTo>
                    <a:lnTo>
                      <a:pt x="68" y="46"/>
                    </a:lnTo>
                    <a:lnTo>
                      <a:pt x="68" y="46"/>
                    </a:lnTo>
                    <a:lnTo>
                      <a:pt x="68" y="46"/>
                    </a:lnTo>
                    <a:lnTo>
                      <a:pt x="68" y="46"/>
                    </a:lnTo>
                    <a:lnTo>
                      <a:pt x="68" y="46"/>
                    </a:lnTo>
                    <a:lnTo>
                      <a:pt x="68" y="46"/>
                    </a:lnTo>
                    <a:lnTo>
                      <a:pt x="70" y="46"/>
                    </a:lnTo>
                    <a:lnTo>
                      <a:pt x="70" y="50"/>
                    </a:lnTo>
                    <a:lnTo>
                      <a:pt x="70" y="50"/>
                    </a:lnTo>
                    <a:lnTo>
                      <a:pt x="70" y="50"/>
                    </a:lnTo>
                    <a:lnTo>
                      <a:pt x="68" y="50"/>
                    </a:lnTo>
                    <a:lnTo>
                      <a:pt x="68" y="50"/>
                    </a:lnTo>
                    <a:lnTo>
                      <a:pt x="68" y="50"/>
                    </a:lnTo>
                    <a:lnTo>
                      <a:pt x="68" y="50"/>
                    </a:lnTo>
                    <a:lnTo>
                      <a:pt x="68" y="50"/>
                    </a:lnTo>
                    <a:lnTo>
                      <a:pt x="68" y="46"/>
                    </a:lnTo>
                    <a:lnTo>
                      <a:pt x="68" y="46"/>
                    </a:lnTo>
                    <a:lnTo>
                      <a:pt x="68" y="46"/>
                    </a:lnTo>
                    <a:lnTo>
                      <a:pt x="64" y="46"/>
                    </a:lnTo>
                    <a:lnTo>
                      <a:pt x="64" y="50"/>
                    </a:lnTo>
                    <a:lnTo>
                      <a:pt x="64" y="50"/>
                    </a:lnTo>
                    <a:lnTo>
                      <a:pt x="64" y="50"/>
                    </a:lnTo>
                    <a:lnTo>
                      <a:pt x="64" y="50"/>
                    </a:lnTo>
                    <a:lnTo>
                      <a:pt x="64" y="50"/>
                    </a:lnTo>
                    <a:lnTo>
                      <a:pt x="60" y="50"/>
                    </a:lnTo>
                    <a:lnTo>
                      <a:pt x="60" y="50"/>
                    </a:lnTo>
                    <a:lnTo>
                      <a:pt x="60" y="50"/>
                    </a:lnTo>
                    <a:lnTo>
                      <a:pt x="60" y="50"/>
                    </a:lnTo>
                    <a:lnTo>
                      <a:pt x="60" y="50"/>
                    </a:lnTo>
                    <a:lnTo>
                      <a:pt x="60" y="50"/>
                    </a:lnTo>
                    <a:lnTo>
                      <a:pt x="56" y="50"/>
                    </a:lnTo>
                    <a:lnTo>
                      <a:pt x="56" y="50"/>
                    </a:lnTo>
                    <a:lnTo>
                      <a:pt x="56" y="52"/>
                    </a:lnTo>
                    <a:lnTo>
                      <a:pt x="56" y="52"/>
                    </a:lnTo>
                    <a:lnTo>
                      <a:pt x="56" y="52"/>
                    </a:lnTo>
                    <a:lnTo>
                      <a:pt x="56" y="52"/>
                    </a:lnTo>
                    <a:lnTo>
                      <a:pt x="56" y="52"/>
                    </a:lnTo>
                    <a:lnTo>
                      <a:pt x="56" y="52"/>
                    </a:lnTo>
                    <a:lnTo>
                      <a:pt x="52" y="52"/>
                    </a:lnTo>
                    <a:lnTo>
                      <a:pt x="52" y="52"/>
                    </a:lnTo>
                    <a:lnTo>
                      <a:pt x="52" y="52"/>
                    </a:lnTo>
                    <a:lnTo>
                      <a:pt x="52" y="56"/>
                    </a:lnTo>
                    <a:lnTo>
                      <a:pt x="48" y="56"/>
                    </a:lnTo>
                    <a:lnTo>
                      <a:pt x="48" y="52"/>
                    </a:lnTo>
                    <a:lnTo>
                      <a:pt x="48" y="52"/>
                    </a:lnTo>
                    <a:lnTo>
                      <a:pt x="48" y="52"/>
                    </a:lnTo>
                    <a:lnTo>
                      <a:pt x="48" y="52"/>
                    </a:lnTo>
                    <a:lnTo>
                      <a:pt x="48" y="52"/>
                    </a:lnTo>
                    <a:lnTo>
                      <a:pt x="48" y="52"/>
                    </a:lnTo>
                    <a:lnTo>
                      <a:pt x="44" y="52"/>
                    </a:lnTo>
                    <a:lnTo>
                      <a:pt x="44" y="52"/>
                    </a:lnTo>
                    <a:lnTo>
                      <a:pt x="44" y="52"/>
                    </a:lnTo>
                    <a:lnTo>
                      <a:pt x="44" y="52"/>
                    </a:lnTo>
                    <a:lnTo>
                      <a:pt x="42" y="52"/>
                    </a:lnTo>
                    <a:lnTo>
                      <a:pt x="42" y="52"/>
                    </a:lnTo>
                    <a:lnTo>
                      <a:pt x="42" y="52"/>
                    </a:lnTo>
                    <a:lnTo>
                      <a:pt x="38" y="52"/>
                    </a:lnTo>
                    <a:lnTo>
                      <a:pt x="38" y="52"/>
                    </a:lnTo>
                    <a:lnTo>
                      <a:pt x="38" y="52"/>
                    </a:lnTo>
                    <a:lnTo>
                      <a:pt x="38" y="52"/>
                    </a:lnTo>
                    <a:lnTo>
                      <a:pt x="38" y="52"/>
                    </a:lnTo>
                    <a:lnTo>
                      <a:pt x="38" y="52"/>
                    </a:lnTo>
                    <a:close/>
                    <a:moveTo>
                      <a:pt x="4" y="26"/>
                    </a:moveTo>
                    <a:lnTo>
                      <a:pt x="0" y="26"/>
                    </a:lnTo>
                    <a:lnTo>
                      <a:pt x="4" y="24"/>
                    </a:lnTo>
                    <a:lnTo>
                      <a:pt x="4" y="24"/>
                    </a:lnTo>
                    <a:lnTo>
                      <a:pt x="4" y="24"/>
                    </a:lnTo>
                    <a:lnTo>
                      <a:pt x="4" y="24"/>
                    </a:lnTo>
                    <a:lnTo>
                      <a:pt x="4" y="20"/>
                    </a:lnTo>
                    <a:lnTo>
                      <a:pt x="4" y="20"/>
                    </a:lnTo>
                    <a:lnTo>
                      <a:pt x="4" y="20"/>
                    </a:lnTo>
                    <a:lnTo>
                      <a:pt x="4" y="16"/>
                    </a:lnTo>
                    <a:lnTo>
                      <a:pt x="4" y="16"/>
                    </a:lnTo>
                    <a:lnTo>
                      <a:pt x="4" y="16"/>
                    </a:lnTo>
                    <a:lnTo>
                      <a:pt x="4" y="16"/>
                    </a:lnTo>
                    <a:lnTo>
                      <a:pt x="4" y="20"/>
                    </a:lnTo>
                    <a:lnTo>
                      <a:pt x="4" y="20"/>
                    </a:lnTo>
                    <a:lnTo>
                      <a:pt x="4" y="24"/>
                    </a:lnTo>
                    <a:lnTo>
                      <a:pt x="4" y="24"/>
                    </a:lnTo>
                    <a:lnTo>
                      <a:pt x="4" y="26"/>
                    </a:lnTo>
                    <a:lnTo>
                      <a:pt x="4" y="26"/>
                    </a:lnTo>
                    <a:lnTo>
                      <a:pt x="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8" name="Freeform 112"/>
              <p:cNvSpPr>
                <a:spLocks/>
              </p:cNvSpPr>
              <p:nvPr/>
            </p:nvSpPr>
            <p:spPr bwMode="gray">
              <a:xfrm>
                <a:off x="4942573" y="2930011"/>
                <a:ext cx="17393" cy="24350"/>
              </a:xfrm>
              <a:custGeom>
                <a:avLst/>
                <a:gdLst>
                  <a:gd name="T0" fmla="*/ 6 w 10"/>
                  <a:gd name="T1" fmla="*/ 10 h 14"/>
                  <a:gd name="T2" fmla="*/ 6 w 10"/>
                  <a:gd name="T3" fmla="*/ 14 h 14"/>
                  <a:gd name="T4" fmla="*/ 6 w 10"/>
                  <a:gd name="T5" fmla="*/ 14 h 14"/>
                  <a:gd name="T6" fmla="*/ 6 w 10"/>
                  <a:gd name="T7" fmla="*/ 14 h 14"/>
                  <a:gd name="T8" fmla="*/ 6 w 10"/>
                  <a:gd name="T9" fmla="*/ 14 h 14"/>
                  <a:gd name="T10" fmla="*/ 6 w 10"/>
                  <a:gd name="T11" fmla="*/ 10 h 14"/>
                  <a:gd name="T12" fmla="*/ 6 w 10"/>
                  <a:gd name="T13" fmla="*/ 10 h 14"/>
                  <a:gd name="T14" fmla="*/ 4 w 10"/>
                  <a:gd name="T15" fmla="*/ 10 h 14"/>
                  <a:gd name="T16" fmla="*/ 4 w 10"/>
                  <a:gd name="T17" fmla="*/ 14 h 14"/>
                  <a:gd name="T18" fmla="*/ 4 w 10"/>
                  <a:gd name="T19" fmla="*/ 14 h 14"/>
                  <a:gd name="T20" fmla="*/ 4 w 10"/>
                  <a:gd name="T21" fmla="*/ 14 h 14"/>
                  <a:gd name="T22" fmla="*/ 0 w 10"/>
                  <a:gd name="T23" fmla="*/ 14 h 14"/>
                  <a:gd name="T24" fmla="*/ 0 w 10"/>
                  <a:gd name="T25" fmla="*/ 10 h 14"/>
                  <a:gd name="T26" fmla="*/ 0 w 10"/>
                  <a:gd name="T27" fmla="*/ 10 h 14"/>
                  <a:gd name="T28" fmla="*/ 0 w 10"/>
                  <a:gd name="T29" fmla="*/ 10 h 14"/>
                  <a:gd name="T30" fmla="*/ 0 w 10"/>
                  <a:gd name="T31" fmla="*/ 10 h 14"/>
                  <a:gd name="T32" fmla="*/ 0 w 10"/>
                  <a:gd name="T33" fmla="*/ 10 h 14"/>
                  <a:gd name="T34" fmla="*/ 0 w 10"/>
                  <a:gd name="T35" fmla="*/ 10 h 14"/>
                  <a:gd name="T36" fmla="*/ 0 w 10"/>
                  <a:gd name="T37" fmla="*/ 10 h 14"/>
                  <a:gd name="T38" fmla="*/ 0 w 10"/>
                  <a:gd name="T39" fmla="*/ 6 h 14"/>
                  <a:gd name="T40" fmla="*/ 0 w 10"/>
                  <a:gd name="T41" fmla="*/ 6 h 14"/>
                  <a:gd name="T42" fmla="*/ 0 w 10"/>
                  <a:gd name="T43" fmla="*/ 6 h 14"/>
                  <a:gd name="T44" fmla="*/ 0 w 10"/>
                  <a:gd name="T45" fmla="*/ 6 h 14"/>
                  <a:gd name="T46" fmla="*/ 0 w 10"/>
                  <a:gd name="T47" fmla="*/ 6 h 14"/>
                  <a:gd name="T48" fmla="*/ 0 w 10"/>
                  <a:gd name="T49" fmla="*/ 2 h 14"/>
                  <a:gd name="T50" fmla="*/ 0 w 10"/>
                  <a:gd name="T51" fmla="*/ 2 h 14"/>
                  <a:gd name="T52" fmla="*/ 0 w 10"/>
                  <a:gd name="T53" fmla="*/ 2 h 14"/>
                  <a:gd name="T54" fmla="*/ 0 w 10"/>
                  <a:gd name="T55" fmla="*/ 0 h 14"/>
                  <a:gd name="T56" fmla="*/ 0 w 10"/>
                  <a:gd name="T57" fmla="*/ 0 h 14"/>
                  <a:gd name="T58" fmla="*/ 4 w 10"/>
                  <a:gd name="T59" fmla="*/ 0 h 14"/>
                  <a:gd name="T60" fmla="*/ 4 w 10"/>
                  <a:gd name="T61" fmla="*/ 0 h 14"/>
                  <a:gd name="T62" fmla="*/ 4 w 10"/>
                  <a:gd name="T63" fmla="*/ 0 h 14"/>
                  <a:gd name="T64" fmla="*/ 4 w 10"/>
                  <a:gd name="T65" fmla="*/ 0 h 14"/>
                  <a:gd name="T66" fmla="*/ 4 w 10"/>
                  <a:gd name="T67" fmla="*/ 0 h 14"/>
                  <a:gd name="T68" fmla="*/ 4 w 10"/>
                  <a:gd name="T69" fmla="*/ 0 h 14"/>
                  <a:gd name="T70" fmla="*/ 4 w 10"/>
                  <a:gd name="T71" fmla="*/ 0 h 14"/>
                  <a:gd name="T72" fmla="*/ 4 w 10"/>
                  <a:gd name="T73" fmla="*/ 0 h 14"/>
                  <a:gd name="T74" fmla="*/ 4 w 10"/>
                  <a:gd name="T75" fmla="*/ 0 h 14"/>
                  <a:gd name="T76" fmla="*/ 4 w 10"/>
                  <a:gd name="T77" fmla="*/ 2 h 14"/>
                  <a:gd name="T78" fmla="*/ 4 w 10"/>
                  <a:gd name="T79" fmla="*/ 2 h 14"/>
                  <a:gd name="T80" fmla="*/ 4 w 10"/>
                  <a:gd name="T81" fmla="*/ 2 h 14"/>
                  <a:gd name="T82" fmla="*/ 6 w 10"/>
                  <a:gd name="T83" fmla="*/ 2 h 14"/>
                  <a:gd name="T84" fmla="*/ 6 w 10"/>
                  <a:gd name="T85" fmla="*/ 2 h 14"/>
                  <a:gd name="T86" fmla="*/ 6 w 10"/>
                  <a:gd name="T87" fmla="*/ 6 h 14"/>
                  <a:gd name="T88" fmla="*/ 6 w 10"/>
                  <a:gd name="T89" fmla="*/ 6 h 14"/>
                  <a:gd name="T90" fmla="*/ 6 w 10"/>
                  <a:gd name="T91" fmla="*/ 6 h 14"/>
                  <a:gd name="T92" fmla="*/ 6 w 10"/>
                  <a:gd name="T93" fmla="*/ 6 h 14"/>
                  <a:gd name="T94" fmla="*/ 10 w 10"/>
                  <a:gd name="T95" fmla="*/ 6 h 14"/>
                  <a:gd name="T96" fmla="*/ 10 w 10"/>
                  <a:gd name="T97" fmla="*/ 6 h 14"/>
                  <a:gd name="T98" fmla="*/ 10 w 10"/>
                  <a:gd name="T99" fmla="*/ 6 h 14"/>
                  <a:gd name="T100" fmla="*/ 10 w 10"/>
                  <a:gd name="T101" fmla="*/ 6 h 14"/>
                  <a:gd name="T102" fmla="*/ 6 w 10"/>
                  <a:gd name="T103" fmla="*/ 10 h 14"/>
                  <a:gd name="T104" fmla="*/ 6 w 10"/>
                  <a:gd name="T105" fmla="*/ 10 h 14"/>
                  <a:gd name="T106" fmla="*/ 6 w 10"/>
                  <a:gd name="T107" fmla="*/ 10 h 14"/>
                  <a:gd name="T108" fmla="*/ 6 w 10"/>
                  <a:gd name="T109" fmla="*/ 1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0" h="14">
                    <a:moveTo>
                      <a:pt x="6" y="10"/>
                    </a:moveTo>
                    <a:lnTo>
                      <a:pt x="6" y="14"/>
                    </a:lnTo>
                    <a:lnTo>
                      <a:pt x="6" y="14"/>
                    </a:lnTo>
                    <a:lnTo>
                      <a:pt x="6" y="14"/>
                    </a:lnTo>
                    <a:lnTo>
                      <a:pt x="6" y="14"/>
                    </a:lnTo>
                    <a:lnTo>
                      <a:pt x="6" y="10"/>
                    </a:lnTo>
                    <a:lnTo>
                      <a:pt x="6" y="10"/>
                    </a:lnTo>
                    <a:lnTo>
                      <a:pt x="4" y="10"/>
                    </a:lnTo>
                    <a:lnTo>
                      <a:pt x="4" y="14"/>
                    </a:lnTo>
                    <a:lnTo>
                      <a:pt x="4" y="14"/>
                    </a:lnTo>
                    <a:lnTo>
                      <a:pt x="4" y="14"/>
                    </a:lnTo>
                    <a:lnTo>
                      <a:pt x="0" y="14"/>
                    </a:lnTo>
                    <a:lnTo>
                      <a:pt x="0" y="10"/>
                    </a:lnTo>
                    <a:lnTo>
                      <a:pt x="0" y="10"/>
                    </a:lnTo>
                    <a:lnTo>
                      <a:pt x="0" y="10"/>
                    </a:lnTo>
                    <a:lnTo>
                      <a:pt x="0" y="10"/>
                    </a:lnTo>
                    <a:lnTo>
                      <a:pt x="0" y="10"/>
                    </a:lnTo>
                    <a:lnTo>
                      <a:pt x="0" y="10"/>
                    </a:lnTo>
                    <a:lnTo>
                      <a:pt x="0" y="10"/>
                    </a:lnTo>
                    <a:lnTo>
                      <a:pt x="0" y="6"/>
                    </a:lnTo>
                    <a:lnTo>
                      <a:pt x="0" y="6"/>
                    </a:lnTo>
                    <a:lnTo>
                      <a:pt x="0" y="6"/>
                    </a:lnTo>
                    <a:lnTo>
                      <a:pt x="0" y="6"/>
                    </a:lnTo>
                    <a:lnTo>
                      <a:pt x="0" y="6"/>
                    </a:lnTo>
                    <a:lnTo>
                      <a:pt x="0" y="2"/>
                    </a:lnTo>
                    <a:lnTo>
                      <a:pt x="0" y="2"/>
                    </a:lnTo>
                    <a:lnTo>
                      <a:pt x="0" y="2"/>
                    </a:lnTo>
                    <a:lnTo>
                      <a:pt x="0" y="0"/>
                    </a:lnTo>
                    <a:lnTo>
                      <a:pt x="0" y="0"/>
                    </a:lnTo>
                    <a:lnTo>
                      <a:pt x="4" y="0"/>
                    </a:lnTo>
                    <a:lnTo>
                      <a:pt x="4" y="0"/>
                    </a:lnTo>
                    <a:lnTo>
                      <a:pt x="4" y="0"/>
                    </a:lnTo>
                    <a:lnTo>
                      <a:pt x="4" y="0"/>
                    </a:lnTo>
                    <a:lnTo>
                      <a:pt x="4" y="0"/>
                    </a:lnTo>
                    <a:lnTo>
                      <a:pt x="4" y="0"/>
                    </a:lnTo>
                    <a:lnTo>
                      <a:pt x="4" y="0"/>
                    </a:lnTo>
                    <a:lnTo>
                      <a:pt x="4" y="0"/>
                    </a:lnTo>
                    <a:lnTo>
                      <a:pt x="4" y="0"/>
                    </a:lnTo>
                    <a:lnTo>
                      <a:pt x="4" y="2"/>
                    </a:lnTo>
                    <a:lnTo>
                      <a:pt x="4" y="2"/>
                    </a:lnTo>
                    <a:lnTo>
                      <a:pt x="4" y="2"/>
                    </a:lnTo>
                    <a:lnTo>
                      <a:pt x="6" y="2"/>
                    </a:lnTo>
                    <a:lnTo>
                      <a:pt x="6" y="2"/>
                    </a:lnTo>
                    <a:lnTo>
                      <a:pt x="6" y="6"/>
                    </a:lnTo>
                    <a:lnTo>
                      <a:pt x="6" y="6"/>
                    </a:lnTo>
                    <a:lnTo>
                      <a:pt x="6" y="6"/>
                    </a:lnTo>
                    <a:lnTo>
                      <a:pt x="6" y="6"/>
                    </a:lnTo>
                    <a:lnTo>
                      <a:pt x="10" y="6"/>
                    </a:lnTo>
                    <a:lnTo>
                      <a:pt x="10" y="6"/>
                    </a:lnTo>
                    <a:lnTo>
                      <a:pt x="10" y="6"/>
                    </a:lnTo>
                    <a:lnTo>
                      <a:pt x="10" y="6"/>
                    </a:lnTo>
                    <a:lnTo>
                      <a:pt x="6" y="10"/>
                    </a:lnTo>
                    <a:lnTo>
                      <a:pt x="6" y="10"/>
                    </a:lnTo>
                    <a:lnTo>
                      <a:pt x="6" y="10"/>
                    </a:lnTo>
                    <a:lnTo>
                      <a:pt x="6"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19" name="Freeform 113"/>
              <p:cNvSpPr>
                <a:spLocks/>
              </p:cNvSpPr>
              <p:nvPr/>
            </p:nvSpPr>
            <p:spPr bwMode="gray">
              <a:xfrm>
                <a:off x="5304341" y="3197856"/>
                <a:ext cx="59135" cy="52178"/>
              </a:xfrm>
              <a:custGeom>
                <a:avLst/>
                <a:gdLst>
                  <a:gd name="T0" fmla="*/ 0 w 34"/>
                  <a:gd name="T1" fmla="*/ 12 h 30"/>
                  <a:gd name="T2" fmla="*/ 4 w 34"/>
                  <a:gd name="T3" fmla="*/ 12 h 30"/>
                  <a:gd name="T4" fmla="*/ 4 w 34"/>
                  <a:gd name="T5" fmla="*/ 8 h 30"/>
                  <a:gd name="T6" fmla="*/ 4 w 34"/>
                  <a:gd name="T7" fmla="*/ 8 h 30"/>
                  <a:gd name="T8" fmla="*/ 4 w 34"/>
                  <a:gd name="T9" fmla="*/ 4 h 30"/>
                  <a:gd name="T10" fmla="*/ 8 w 34"/>
                  <a:gd name="T11" fmla="*/ 4 h 30"/>
                  <a:gd name="T12" fmla="*/ 12 w 34"/>
                  <a:gd name="T13" fmla="*/ 4 h 30"/>
                  <a:gd name="T14" fmla="*/ 12 w 34"/>
                  <a:gd name="T15" fmla="*/ 4 h 30"/>
                  <a:gd name="T16" fmla="*/ 16 w 34"/>
                  <a:gd name="T17" fmla="*/ 4 h 30"/>
                  <a:gd name="T18" fmla="*/ 16 w 34"/>
                  <a:gd name="T19" fmla="*/ 4 h 30"/>
                  <a:gd name="T20" fmla="*/ 20 w 34"/>
                  <a:gd name="T21" fmla="*/ 0 h 30"/>
                  <a:gd name="T22" fmla="*/ 22 w 34"/>
                  <a:gd name="T23" fmla="*/ 0 h 30"/>
                  <a:gd name="T24" fmla="*/ 22 w 34"/>
                  <a:gd name="T25" fmla="*/ 0 h 30"/>
                  <a:gd name="T26" fmla="*/ 26 w 34"/>
                  <a:gd name="T27" fmla="*/ 0 h 30"/>
                  <a:gd name="T28" fmla="*/ 26 w 34"/>
                  <a:gd name="T29" fmla="*/ 4 h 30"/>
                  <a:gd name="T30" fmla="*/ 30 w 34"/>
                  <a:gd name="T31" fmla="*/ 4 h 30"/>
                  <a:gd name="T32" fmla="*/ 34 w 34"/>
                  <a:gd name="T33" fmla="*/ 8 h 30"/>
                  <a:gd name="T34" fmla="*/ 34 w 34"/>
                  <a:gd name="T35" fmla="*/ 12 h 30"/>
                  <a:gd name="T36" fmla="*/ 34 w 34"/>
                  <a:gd name="T37" fmla="*/ 12 h 30"/>
                  <a:gd name="T38" fmla="*/ 34 w 34"/>
                  <a:gd name="T39" fmla="*/ 12 h 30"/>
                  <a:gd name="T40" fmla="*/ 34 w 34"/>
                  <a:gd name="T41" fmla="*/ 16 h 30"/>
                  <a:gd name="T42" fmla="*/ 34 w 34"/>
                  <a:gd name="T43" fmla="*/ 16 h 30"/>
                  <a:gd name="T44" fmla="*/ 34 w 34"/>
                  <a:gd name="T45" fmla="*/ 20 h 30"/>
                  <a:gd name="T46" fmla="*/ 34 w 34"/>
                  <a:gd name="T47" fmla="*/ 20 h 30"/>
                  <a:gd name="T48" fmla="*/ 34 w 34"/>
                  <a:gd name="T49" fmla="*/ 20 h 30"/>
                  <a:gd name="T50" fmla="*/ 30 w 34"/>
                  <a:gd name="T51" fmla="*/ 24 h 30"/>
                  <a:gd name="T52" fmla="*/ 30 w 34"/>
                  <a:gd name="T53" fmla="*/ 24 h 30"/>
                  <a:gd name="T54" fmla="*/ 30 w 34"/>
                  <a:gd name="T55" fmla="*/ 26 h 30"/>
                  <a:gd name="T56" fmla="*/ 26 w 34"/>
                  <a:gd name="T57" fmla="*/ 26 h 30"/>
                  <a:gd name="T58" fmla="*/ 26 w 34"/>
                  <a:gd name="T59" fmla="*/ 24 h 30"/>
                  <a:gd name="T60" fmla="*/ 22 w 34"/>
                  <a:gd name="T61" fmla="*/ 24 h 30"/>
                  <a:gd name="T62" fmla="*/ 20 w 34"/>
                  <a:gd name="T63" fmla="*/ 26 h 30"/>
                  <a:gd name="T64" fmla="*/ 20 w 34"/>
                  <a:gd name="T65" fmla="*/ 30 h 30"/>
                  <a:gd name="T66" fmla="*/ 16 w 34"/>
                  <a:gd name="T67" fmla="*/ 30 h 30"/>
                  <a:gd name="T68" fmla="*/ 16 w 34"/>
                  <a:gd name="T69" fmla="*/ 30 h 30"/>
                  <a:gd name="T70" fmla="*/ 12 w 34"/>
                  <a:gd name="T71" fmla="*/ 30 h 30"/>
                  <a:gd name="T72" fmla="*/ 12 w 34"/>
                  <a:gd name="T73" fmla="*/ 30 h 30"/>
                  <a:gd name="T74" fmla="*/ 8 w 34"/>
                  <a:gd name="T75" fmla="*/ 30 h 30"/>
                  <a:gd name="T76" fmla="*/ 8 w 34"/>
                  <a:gd name="T77" fmla="*/ 30 h 30"/>
                  <a:gd name="T78" fmla="*/ 4 w 34"/>
                  <a:gd name="T79" fmla="*/ 30 h 30"/>
                  <a:gd name="T80" fmla="*/ 4 w 34"/>
                  <a:gd name="T81" fmla="*/ 30 h 30"/>
                  <a:gd name="T82" fmla="*/ 4 w 34"/>
                  <a:gd name="T83" fmla="*/ 30 h 30"/>
                  <a:gd name="T84" fmla="*/ 0 w 34"/>
                  <a:gd name="T85" fmla="*/ 26 h 30"/>
                  <a:gd name="T86" fmla="*/ 0 w 34"/>
                  <a:gd name="T87" fmla="*/ 24 h 30"/>
                  <a:gd name="T88" fmla="*/ 0 w 34"/>
                  <a:gd name="T89" fmla="*/ 20 h 30"/>
                  <a:gd name="T90" fmla="*/ 0 w 34"/>
                  <a:gd name="T91" fmla="*/ 20 h 30"/>
                  <a:gd name="T92" fmla="*/ 0 w 34"/>
                  <a:gd name="T93" fmla="*/ 20 h 30"/>
                  <a:gd name="T94" fmla="*/ 0 w 34"/>
                  <a:gd name="T95" fmla="*/ 20 h 30"/>
                  <a:gd name="T96" fmla="*/ 0 w 34"/>
                  <a:gd name="T97" fmla="*/ 16 h 30"/>
                  <a:gd name="T98" fmla="*/ 0 w 34"/>
                  <a:gd name="T99" fmla="*/ 12 h 30"/>
                  <a:gd name="T100" fmla="*/ 0 w 34"/>
                  <a:gd name="T101" fmla="*/ 12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 h="30">
                    <a:moveTo>
                      <a:pt x="0" y="12"/>
                    </a:moveTo>
                    <a:lnTo>
                      <a:pt x="0" y="12"/>
                    </a:lnTo>
                    <a:lnTo>
                      <a:pt x="0" y="12"/>
                    </a:lnTo>
                    <a:lnTo>
                      <a:pt x="4" y="12"/>
                    </a:lnTo>
                    <a:lnTo>
                      <a:pt x="4" y="12"/>
                    </a:lnTo>
                    <a:lnTo>
                      <a:pt x="4" y="8"/>
                    </a:lnTo>
                    <a:lnTo>
                      <a:pt x="4" y="8"/>
                    </a:lnTo>
                    <a:lnTo>
                      <a:pt x="4" y="8"/>
                    </a:lnTo>
                    <a:lnTo>
                      <a:pt x="4" y="8"/>
                    </a:lnTo>
                    <a:lnTo>
                      <a:pt x="4" y="4"/>
                    </a:lnTo>
                    <a:lnTo>
                      <a:pt x="8" y="4"/>
                    </a:lnTo>
                    <a:lnTo>
                      <a:pt x="8" y="4"/>
                    </a:lnTo>
                    <a:lnTo>
                      <a:pt x="12" y="4"/>
                    </a:lnTo>
                    <a:lnTo>
                      <a:pt x="12" y="4"/>
                    </a:lnTo>
                    <a:lnTo>
                      <a:pt x="12" y="4"/>
                    </a:lnTo>
                    <a:lnTo>
                      <a:pt x="12" y="4"/>
                    </a:lnTo>
                    <a:lnTo>
                      <a:pt x="16" y="4"/>
                    </a:lnTo>
                    <a:lnTo>
                      <a:pt x="16" y="4"/>
                    </a:lnTo>
                    <a:lnTo>
                      <a:pt x="16" y="4"/>
                    </a:lnTo>
                    <a:lnTo>
                      <a:pt x="16" y="4"/>
                    </a:lnTo>
                    <a:lnTo>
                      <a:pt x="20" y="4"/>
                    </a:lnTo>
                    <a:lnTo>
                      <a:pt x="20" y="0"/>
                    </a:lnTo>
                    <a:lnTo>
                      <a:pt x="20" y="0"/>
                    </a:lnTo>
                    <a:lnTo>
                      <a:pt x="22" y="0"/>
                    </a:lnTo>
                    <a:lnTo>
                      <a:pt x="22" y="0"/>
                    </a:lnTo>
                    <a:lnTo>
                      <a:pt x="22" y="0"/>
                    </a:lnTo>
                    <a:lnTo>
                      <a:pt x="22" y="0"/>
                    </a:lnTo>
                    <a:lnTo>
                      <a:pt x="26" y="0"/>
                    </a:lnTo>
                    <a:lnTo>
                      <a:pt x="26" y="0"/>
                    </a:lnTo>
                    <a:lnTo>
                      <a:pt x="26" y="4"/>
                    </a:lnTo>
                    <a:lnTo>
                      <a:pt x="26" y="4"/>
                    </a:lnTo>
                    <a:lnTo>
                      <a:pt x="30" y="4"/>
                    </a:lnTo>
                    <a:lnTo>
                      <a:pt x="30" y="8"/>
                    </a:lnTo>
                    <a:lnTo>
                      <a:pt x="34" y="8"/>
                    </a:lnTo>
                    <a:lnTo>
                      <a:pt x="34" y="8"/>
                    </a:lnTo>
                    <a:lnTo>
                      <a:pt x="34" y="12"/>
                    </a:lnTo>
                    <a:lnTo>
                      <a:pt x="34" y="12"/>
                    </a:lnTo>
                    <a:lnTo>
                      <a:pt x="34" y="12"/>
                    </a:lnTo>
                    <a:lnTo>
                      <a:pt x="34" y="12"/>
                    </a:lnTo>
                    <a:lnTo>
                      <a:pt x="34" y="12"/>
                    </a:lnTo>
                    <a:lnTo>
                      <a:pt x="34" y="16"/>
                    </a:lnTo>
                    <a:lnTo>
                      <a:pt x="34" y="16"/>
                    </a:lnTo>
                    <a:lnTo>
                      <a:pt x="34" y="16"/>
                    </a:lnTo>
                    <a:lnTo>
                      <a:pt x="34" y="16"/>
                    </a:lnTo>
                    <a:lnTo>
                      <a:pt x="34" y="20"/>
                    </a:lnTo>
                    <a:lnTo>
                      <a:pt x="34" y="20"/>
                    </a:lnTo>
                    <a:lnTo>
                      <a:pt x="34" y="20"/>
                    </a:lnTo>
                    <a:lnTo>
                      <a:pt x="34" y="20"/>
                    </a:lnTo>
                    <a:lnTo>
                      <a:pt x="34" y="20"/>
                    </a:lnTo>
                    <a:lnTo>
                      <a:pt x="34" y="20"/>
                    </a:lnTo>
                    <a:lnTo>
                      <a:pt x="30" y="24"/>
                    </a:lnTo>
                    <a:lnTo>
                      <a:pt x="30" y="24"/>
                    </a:lnTo>
                    <a:lnTo>
                      <a:pt x="30" y="24"/>
                    </a:lnTo>
                    <a:lnTo>
                      <a:pt x="30" y="24"/>
                    </a:lnTo>
                    <a:lnTo>
                      <a:pt x="30" y="24"/>
                    </a:lnTo>
                    <a:lnTo>
                      <a:pt x="30" y="26"/>
                    </a:lnTo>
                    <a:lnTo>
                      <a:pt x="26" y="26"/>
                    </a:lnTo>
                    <a:lnTo>
                      <a:pt x="26" y="26"/>
                    </a:lnTo>
                    <a:lnTo>
                      <a:pt x="26" y="26"/>
                    </a:lnTo>
                    <a:lnTo>
                      <a:pt x="26" y="24"/>
                    </a:lnTo>
                    <a:lnTo>
                      <a:pt x="22" y="24"/>
                    </a:lnTo>
                    <a:lnTo>
                      <a:pt x="22" y="24"/>
                    </a:lnTo>
                    <a:lnTo>
                      <a:pt x="20" y="26"/>
                    </a:lnTo>
                    <a:lnTo>
                      <a:pt x="20" y="26"/>
                    </a:lnTo>
                    <a:lnTo>
                      <a:pt x="20" y="26"/>
                    </a:lnTo>
                    <a:lnTo>
                      <a:pt x="20" y="30"/>
                    </a:lnTo>
                    <a:lnTo>
                      <a:pt x="16" y="30"/>
                    </a:lnTo>
                    <a:lnTo>
                      <a:pt x="16" y="30"/>
                    </a:lnTo>
                    <a:lnTo>
                      <a:pt x="16" y="30"/>
                    </a:lnTo>
                    <a:lnTo>
                      <a:pt x="16" y="30"/>
                    </a:lnTo>
                    <a:lnTo>
                      <a:pt x="12" y="30"/>
                    </a:lnTo>
                    <a:lnTo>
                      <a:pt x="12" y="30"/>
                    </a:lnTo>
                    <a:lnTo>
                      <a:pt x="12" y="30"/>
                    </a:lnTo>
                    <a:lnTo>
                      <a:pt x="12" y="30"/>
                    </a:lnTo>
                    <a:lnTo>
                      <a:pt x="8" y="30"/>
                    </a:lnTo>
                    <a:lnTo>
                      <a:pt x="8" y="30"/>
                    </a:lnTo>
                    <a:lnTo>
                      <a:pt x="8" y="30"/>
                    </a:lnTo>
                    <a:lnTo>
                      <a:pt x="8" y="30"/>
                    </a:lnTo>
                    <a:lnTo>
                      <a:pt x="8" y="30"/>
                    </a:lnTo>
                    <a:lnTo>
                      <a:pt x="4" y="30"/>
                    </a:lnTo>
                    <a:lnTo>
                      <a:pt x="4" y="30"/>
                    </a:lnTo>
                    <a:lnTo>
                      <a:pt x="4" y="30"/>
                    </a:lnTo>
                    <a:lnTo>
                      <a:pt x="4" y="30"/>
                    </a:lnTo>
                    <a:lnTo>
                      <a:pt x="4" y="30"/>
                    </a:lnTo>
                    <a:lnTo>
                      <a:pt x="0" y="26"/>
                    </a:lnTo>
                    <a:lnTo>
                      <a:pt x="0" y="26"/>
                    </a:lnTo>
                    <a:lnTo>
                      <a:pt x="0" y="24"/>
                    </a:lnTo>
                    <a:lnTo>
                      <a:pt x="0" y="24"/>
                    </a:lnTo>
                    <a:lnTo>
                      <a:pt x="0" y="24"/>
                    </a:lnTo>
                    <a:lnTo>
                      <a:pt x="0" y="20"/>
                    </a:lnTo>
                    <a:lnTo>
                      <a:pt x="0" y="20"/>
                    </a:lnTo>
                    <a:lnTo>
                      <a:pt x="0" y="20"/>
                    </a:lnTo>
                    <a:lnTo>
                      <a:pt x="0" y="20"/>
                    </a:lnTo>
                    <a:lnTo>
                      <a:pt x="0" y="20"/>
                    </a:lnTo>
                    <a:lnTo>
                      <a:pt x="0" y="20"/>
                    </a:lnTo>
                    <a:lnTo>
                      <a:pt x="0" y="20"/>
                    </a:lnTo>
                    <a:lnTo>
                      <a:pt x="0" y="16"/>
                    </a:lnTo>
                    <a:lnTo>
                      <a:pt x="0" y="16"/>
                    </a:lnTo>
                    <a:lnTo>
                      <a:pt x="0" y="12"/>
                    </a:lnTo>
                    <a:lnTo>
                      <a:pt x="0" y="12"/>
                    </a:lnTo>
                    <a:lnTo>
                      <a:pt x="0" y="12"/>
                    </a:lnTo>
                    <a:lnTo>
                      <a:pt x="0" y="12"/>
                    </a:lnTo>
                    <a:lnTo>
                      <a:pt x="0"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0" name="Freeform 114"/>
              <p:cNvSpPr>
                <a:spLocks/>
              </p:cNvSpPr>
              <p:nvPr/>
            </p:nvSpPr>
            <p:spPr bwMode="gray">
              <a:xfrm>
                <a:off x="5453918" y="2985668"/>
                <a:ext cx="83485" cy="111313"/>
              </a:xfrm>
              <a:custGeom>
                <a:avLst/>
                <a:gdLst>
                  <a:gd name="T0" fmla="*/ 22 w 48"/>
                  <a:gd name="T1" fmla="*/ 42 h 64"/>
                  <a:gd name="T2" fmla="*/ 22 w 48"/>
                  <a:gd name="T3" fmla="*/ 38 h 64"/>
                  <a:gd name="T4" fmla="*/ 22 w 48"/>
                  <a:gd name="T5" fmla="*/ 34 h 64"/>
                  <a:gd name="T6" fmla="*/ 20 w 48"/>
                  <a:gd name="T7" fmla="*/ 30 h 64"/>
                  <a:gd name="T8" fmla="*/ 16 w 48"/>
                  <a:gd name="T9" fmla="*/ 26 h 64"/>
                  <a:gd name="T10" fmla="*/ 16 w 48"/>
                  <a:gd name="T11" fmla="*/ 24 h 64"/>
                  <a:gd name="T12" fmla="*/ 12 w 48"/>
                  <a:gd name="T13" fmla="*/ 20 h 64"/>
                  <a:gd name="T14" fmla="*/ 8 w 48"/>
                  <a:gd name="T15" fmla="*/ 16 h 64"/>
                  <a:gd name="T16" fmla="*/ 4 w 48"/>
                  <a:gd name="T17" fmla="*/ 8 h 64"/>
                  <a:gd name="T18" fmla="*/ 0 w 48"/>
                  <a:gd name="T19" fmla="*/ 4 h 64"/>
                  <a:gd name="T20" fmla="*/ 4 w 48"/>
                  <a:gd name="T21" fmla="*/ 4 h 64"/>
                  <a:gd name="T22" fmla="*/ 16 w 48"/>
                  <a:gd name="T23" fmla="*/ 0 h 64"/>
                  <a:gd name="T24" fmla="*/ 20 w 48"/>
                  <a:gd name="T25" fmla="*/ 4 h 64"/>
                  <a:gd name="T26" fmla="*/ 20 w 48"/>
                  <a:gd name="T27" fmla="*/ 4 h 64"/>
                  <a:gd name="T28" fmla="*/ 22 w 48"/>
                  <a:gd name="T29" fmla="*/ 8 h 64"/>
                  <a:gd name="T30" fmla="*/ 26 w 48"/>
                  <a:gd name="T31" fmla="*/ 4 h 64"/>
                  <a:gd name="T32" fmla="*/ 26 w 48"/>
                  <a:gd name="T33" fmla="*/ 8 h 64"/>
                  <a:gd name="T34" fmla="*/ 30 w 48"/>
                  <a:gd name="T35" fmla="*/ 8 h 64"/>
                  <a:gd name="T36" fmla="*/ 34 w 48"/>
                  <a:gd name="T37" fmla="*/ 12 h 64"/>
                  <a:gd name="T38" fmla="*/ 34 w 48"/>
                  <a:gd name="T39" fmla="*/ 12 h 64"/>
                  <a:gd name="T40" fmla="*/ 34 w 48"/>
                  <a:gd name="T41" fmla="*/ 12 h 64"/>
                  <a:gd name="T42" fmla="*/ 36 w 48"/>
                  <a:gd name="T43" fmla="*/ 20 h 64"/>
                  <a:gd name="T44" fmla="*/ 36 w 48"/>
                  <a:gd name="T45" fmla="*/ 24 h 64"/>
                  <a:gd name="T46" fmla="*/ 36 w 48"/>
                  <a:gd name="T47" fmla="*/ 24 h 64"/>
                  <a:gd name="T48" fmla="*/ 40 w 48"/>
                  <a:gd name="T49" fmla="*/ 26 h 64"/>
                  <a:gd name="T50" fmla="*/ 40 w 48"/>
                  <a:gd name="T51" fmla="*/ 26 h 64"/>
                  <a:gd name="T52" fmla="*/ 40 w 48"/>
                  <a:gd name="T53" fmla="*/ 34 h 64"/>
                  <a:gd name="T54" fmla="*/ 48 w 48"/>
                  <a:gd name="T55" fmla="*/ 38 h 64"/>
                  <a:gd name="T56" fmla="*/ 48 w 48"/>
                  <a:gd name="T57" fmla="*/ 42 h 64"/>
                  <a:gd name="T58" fmla="*/ 48 w 48"/>
                  <a:gd name="T59" fmla="*/ 42 h 64"/>
                  <a:gd name="T60" fmla="*/ 48 w 48"/>
                  <a:gd name="T61" fmla="*/ 46 h 64"/>
                  <a:gd name="T62" fmla="*/ 44 w 48"/>
                  <a:gd name="T63" fmla="*/ 46 h 64"/>
                  <a:gd name="T64" fmla="*/ 40 w 48"/>
                  <a:gd name="T65" fmla="*/ 46 h 64"/>
                  <a:gd name="T66" fmla="*/ 36 w 48"/>
                  <a:gd name="T67" fmla="*/ 42 h 64"/>
                  <a:gd name="T68" fmla="*/ 36 w 48"/>
                  <a:gd name="T69" fmla="*/ 46 h 64"/>
                  <a:gd name="T70" fmla="*/ 36 w 48"/>
                  <a:gd name="T71" fmla="*/ 42 h 64"/>
                  <a:gd name="T72" fmla="*/ 34 w 48"/>
                  <a:gd name="T73" fmla="*/ 42 h 64"/>
                  <a:gd name="T74" fmla="*/ 34 w 48"/>
                  <a:gd name="T75" fmla="*/ 50 h 64"/>
                  <a:gd name="T76" fmla="*/ 30 w 48"/>
                  <a:gd name="T77" fmla="*/ 54 h 64"/>
                  <a:gd name="T78" fmla="*/ 30 w 48"/>
                  <a:gd name="T79" fmla="*/ 54 h 64"/>
                  <a:gd name="T80" fmla="*/ 26 w 48"/>
                  <a:gd name="T81" fmla="*/ 56 h 64"/>
                  <a:gd name="T82" fmla="*/ 26 w 48"/>
                  <a:gd name="T83" fmla="*/ 60 h 64"/>
                  <a:gd name="T84" fmla="*/ 22 w 48"/>
                  <a:gd name="T85" fmla="*/ 60 h 64"/>
                  <a:gd name="T86" fmla="*/ 22 w 48"/>
                  <a:gd name="T87" fmla="*/ 60 h 64"/>
                  <a:gd name="T88" fmla="*/ 22 w 48"/>
                  <a:gd name="T89" fmla="*/ 64 h 64"/>
                  <a:gd name="T90" fmla="*/ 22 w 48"/>
                  <a:gd name="T91" fmla="*/ 56 h 64"/>
                  <a:gd name="T92" fmla="*/ 22 w 48"/>
                  <a:gd name="T93" fmla="*/ 54 h 64"/>
                  <a:gd name="T94" fmla="*/ 22 w 48"/>
                  <a:gd name="T95" fmla="*/ 50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8" h="64">
                    <a:moveTo>
                      <a:pt x="22" y="50"/>
                    </a:moveTo>
                    <a:lnTo>
                      <a:pt x="22" y="50"/>
                    </a:lnTo>
                    <a:lnTo>
                      <a:pt x="22" y="46"/>
                    </a:lnTo>
                    <a:lnTo>
                      <a:pt x="22" y="42"/>
                    </a:lnTo>
                    <a:lnTo>
                      <a:pt x="22" y="38"/>
                    </a:lnTo>
                    <a:lnTo>
                      <a:pt x="22" y="38"/>
                    </a:lnTo>
                    <a:lnTo>
                      <a:pt x="22" y="38"/>
                    </a:lnTo>
                    <a:lnTo>
                      <a:pt x="22" y="38"/>
                    </a:lnTo>
                    <a:lnTo>
                      <a:pt x="22" y="34"/>
                    </a:lnTo>
                    <a:lnTo>
                      <a:pt x="22" y="34"/>
                    </a:lnTo>
                    <a:lnTo>
                      <a:pt x="22" y="34"/>
                    </a:lnTo>
                    <a:lnTo>
                      <a:pt x="22" y="34"/>
                    </a:lnTo>
                    <a:lnTo>
                      <a:pt x="22" y="30"/>
                    </a:lnTo>
                    <a:lnTo>
                      <a:pt x="20" y="30"/>
                    </a:lnTo>
                    <a:lnTo>
                      <a:pt x="20" y="30"/>
                    </a:lnTo>
                    <a:lnTo>
                      <a:pt x="20" y="30"/>
                    </a:lnTo>
                    <a:lnTo>
                      <a:pt x="20" y="30"/>
                    </a:lnTo>
                    <a:lnTo>
                      <a:pt x="16" y="26"/>
                    </a:lnTo>
                    <a:lnTo>
                      <a:pt x="16" y="26"/>
                    </a:lnTo>
                    <a:lnTo>
                      <a:pt x="16" y="26"/>
                    </a:lnTo>
                    <a:lnTo>
                      <a:pt x="16" y="26"/>
                    </a:lnTo>
                    <a:lnTo>
                      <a:pt x="16" y="26"/>
                    </a:lnTo>
                    <a:lnTo>
                      <a:pt x="16" y="26"/>
                    </a:lnTo>
                    <a:lnTo>
                      <a:pt x="16" y="24"/>
                    </a:lnTo>
                    <a:lnTo>
                      <a:pt x="12" y="24"/>
                    </a:lnTo>
                    <a:lnTo>
                      <a:pt x="12" y="20"/>
                    </a:lnTo>
                    <a:lnTo>
                      <a:pt x="12" y="20"/>
                    </a:lnTo>
                    <a:lnTo>
                      <a:pt x="12" y="20"/>
                    </a:lnTo>
                    <a:lnTo>
                      <a:pt x="12" y="20"/>
                    </a:lnTo>
                    <a:lnTo>
                      <a:pt x="12" y="16"/>
                    </a:lnTo>
                    <a:lnTo>
                      <a:pt x="8" y="16"/>
                    </a:lnTo>
                    <a:lnTo>
                      <a:pt x="8" y="16"/>
                    </a:lnTo>
                    <a:lnTo>
                      <a:pt x="8" y="12"/>
                    </a:lnTo>
                    <a:lnTo>
                      <a:pt x="8" y="12"/>
                    </a:lnTo>
                    <a:lnTo>
                      <a:pt x="4" y="8"/>
                    </a:lnTo>
                    <a:lnTo>
                      <a:pt x="4" y="8"/>
                    </a:lnTo>
                    <a:lnTo>
                      <a:pt x="4" y="4"/>
                    </a:lnTo>
                    <a:lnTo>
                      <a:pt x="0" y="4"/>
                    </a:lnTo>
                    <a:lnTo>
                      <a:pt x="0" y="4"/>
                    </a:lnTo>
                    <a:lnTo>
                      <a:pt x="0" y="4"/>
                    </a:lnTo>
                    <a:lnTo>
                      <a:pt x="0" y="4"/>
                    </a:lnTo>
                    <a:lnTo>
                      <a:pt x="0" y="4"/>
                    </a:lnTo>
                    <a:lnTo>
                      <a:pt x="4" y="4"/>
                    </a:lnTo>
                    <a:lnTo>
                      <a:pt x="4" y="4"/>
                    </a:lnTo>
                    <a:lnTo>
                      <a:pt x="8" y="4"/>
                    </a:lnTo>
                    <a:lnTo>
                      <a:pt x="12" y="0"/>
                    </a:lnTo>
                    <a:lnTo>
                      <a:pt x="12" y="0"/>
                    </a:lnTo>
                    <a:lnTo>
                      <a:pt x="16" y="0"/>
                    </a:lnTo>
                    <a:lnTo>
                      <a:pt x="16" y="0"/>
                    </a:lnTo>
                    <a:lnTo>
                      <a:pt x="20" y="4"/>
                    </a:lnTo>
                    <a:lnTo>
                      <a:pt x="20" y="4"/>
                    </a:lnTo>
                    <a:lnTo>
                      <a:pt x="20" y="4"/>
                    </a:lnTo>
                    <a:lnTo>
                      <a:pt x="20" y="4"/>
                    </a:lnTo>
                    <a:lnTo>
                      <a:pt x="20" y="4"/>
                    </a:lnTo>
                    <a:lnTo>
                      <a:pt x="20" y="4"/>
                    </a:lnTo>
                    <a:lnTo>
                      <a:pt x="20" y="4"/>
                    </a:lnTo>
                    <a:lnTo>
                      <a:pt x="22" y="4"/>
                    </a:lnTo>
                    <a:lnTo>
                      <a:pt x="22" y="4"/>
                    </a:lnTo>
                    <a:lnTo>
                      <a:pt x="22" y="4"/>
                    </a:lnTo>
                    <a:lnTo>
                      <a:pt x="22" y="8"/>
                    </a:lnTo>
                    <a:lnTo>
                      <a:pt x="22" y="8"/>
                    </a:lnTo>
                    <a:lnTo>
                      <a:pt x="22" y="8"/>
                    </a:lnTo>
                    <a:lnTo>
                      <a:pt x="22" y="4"/>
                    </a:lnTo>
                    <a:lnTo>
                      <a:pt x="26" y="4"/>
                    </a:lnTo>
                    <a:lnTo>
                      <a:pt x="26" y="8"/>
                    </a:lnTo>
                    <a:lnTo>
                      <a:pt x="26" y="8"/>
                    </a:lnTo>
                    <a:lnTo>
                      <a:pt x="26" y="8"/>
                    </a:lnTo>
                    <a:lnTo>
                      <a:pt x="26" y="8"/>
                    </a:lnTo>
                    <a:lnTo>
                      <a:pt x="26" y="8"/>
                    </a:lnTo>
                    <a:lnTo>
                      <a:pt x="26" y="8"/>
                    </a:lnTo>
                    <a:lnTo>
                      <a:pt x="30" y="8"/>
                    </a:lnTo>
                    <a:lnTo>
                      <a:pt x="30" y="8"/>
                    </a:lnTo>
                    <a:lnTo>
                      <a:pt x="30" y="8"/>
                    </a:lnTo>
                    <a:lnTo>
                      <a:pt x="30" y="8"/>
                    </a:lnTo>
                    <a:lnTo>
                      <a:pt x="34" y="12"/>
                    </a:lnTo>
                    <a:lnTo>
                      <a:pt x="34" y="12"/>
                    </a:lnTo>
                    <a:lnTo>
                      <a:pt x="34" y="12"/>
                    </a:lnTo>
                    <a:lnTo>
                      <a:pt x="34" y="12"/>
                    </a:lnTo>
                    <a:lnTo>
                      <a:pt x="34" y="12"/>
                    </a:lnTo>
                    <a:lnTo>
                      <a:pt x="34" y="12"/>
                    </a:lnTo>
                    <a:lnTo>
                      <a:pt x="34" y="12"/>
                    </a:lnTo>
                    <a:lnTo>
                      <a:pt x="34" y="12"/>
                    </a:lnTo>
                    <a:lnTo>
                      <a:pt x="34" y="12"/>
                    </a:lnTo>
                    <a:lnTo>
                      <a:pt x="34" y="12"/>
                    </a:lnTo>
                    <a:lnTo>
                      <a:pt x="36" y="12"/>
                    </a:lnTo>
                    <a:lnTo>
                      <a:pt x="36" y="12"/>
                    </a:lnTo>
                    <a:lnTo>
                      <a:pt x="36" y="16"/>
                    </a:lnTo>
                    <a:lnTo>
                      <a:pt x="36" y="20"/>
                    </a:lnTo>
                    <a:lnTo>
                      <a:pt x="36" y="20"/>
                    </a:lnTo>
                    <a:lnTo>
                      <a:pt x="36" y="20"/>
                    </a:lnTo>
                    <a:lnTo>
                      <a:pt x="36" y="20"/>
                    </a:lnTo>
                    <a:lnTo>
                      <a:pt x="36" y="24"/>
                    </a:lnTo>
                    <a:lnTo>
                      <a:pt x="36" y="24"/>
                    </a:lnTo>
                    <a:lnTo>
                      <a:pt x="36" y="24"/>
                    </a:lnTo>
                    <a:lnTo>
                      <a:pt x="36" y="24"/>
                    </a:lnTo>
                    <a:lnTo>
                      <a:pt x="36" y="24"/>
                    </a:lnTo>
                    <a:lnTo>
                      <a:pt x="40" y="24"/>
                    </a:lnTo>
                    <a:lnTo>
                      <a:pt x="36" y="24"/>
                    </a:lnTo>
                    <a:lnTo>
                      <a:pt x="40" y="26"/>
                    </a:lnTo>
                    <a:lnTo>
                      <a:pt x="40" y="26"/>
                    </a:lnTo>
                    <a:lnTo>
                      <a:pt x="40" y="24"/>
                    </a:lnTo>
                    <a:lnTo>
                      <a:pt x="40" y="24"/>
                    </a:lnTo>
                    <a:lnTo>
                      <a:pt x="40" y="24"/>
                    </a:lnTo>
                    <a:lnTo>
                      <a:pt x="40" y="26"/>
                    </a:lnTo>
                    <a:lnTo>
                      <a:pt x="40" y="26"/>
                    </a:lnTo>
                    <a:lnTo>
                      <a:pt x="40" y="26"/>
                    </a:lnTo>
                    <a:lnTo>
                      <a:pt x="40" y="30"/>
                    </a:lnTo>
                    <a:lnTo>
                      <a:pt x="40" y="34"/>
                    </a:lnTo>
                    <a:lnTo>
                      <a:pt x="44" y="34"/>
                    </a:lnTo>
                    <a:lnTo>
                      <a:pt x="44" y="34"/>
                    </a:lnTo>
                    <a:lnTo>
                      <a:pt x="48" y="34"/>
                    </a:lnTo>
                    <a:lnTo>
                      <a:pt x="48" y="38"/>
                    </a:lnTo>
                    <a:lnTo>
                      <a:pt x="48" y="42"/>
                    </a:lnTo>
                    <a:lnTo>
                      <a:pt x="48" y="42"/>
                    </a:lnTo>
                    <a:lnTo>
                      <a:pt x="44" y="42"/>
                    </a:lnTo>
                    <a:lnTo>
                      <a:pt x="48" y="42"/>
                    </a:lnTo>
                    <a:lnTo>
                      <a:pt x="48" y="42"/>
                    </a:lnTo>
                    <a:lnTo>
                      <a:pt x="48" y="42"/>
                    </a:lnTo>
                    <a:lnTo>
                      <a:pt x="48" y="42"/>
                    </a:lnTo>
                    <a:lnTo>
                      <a:pt x="48" y="42"/>
                    </a:lnTo>
                    <a:lnTo>
                      <a:pt x="48" y="42"/>
                    </a:lnTo>
                    <a:lnTo>
                      <a:pt x="48" y="42"/>
                    </a:lnTo>
                    <a:lnTo>
                      <a:pt x="48" y="46"/>
                    </a:lnTo>
                    <a:lnTo>
                      <a:pt x="48" y="46"/>
                    </a:lnTo>
                    <a:lnTo>
                      <a:pt x="48" y="46"/>
                    </a:lnTo>
                    <a:lnTo>
                      <a:pt x="48" y="46"/>
                    </a:lnTo>
                    <a:lnTo>
                      <a:pt x="48" y="46"/>
                    </a:lnTo>
                    <a:lnTo>
                      <a:pt x="44" y="46"/>
                    </a:lnTo>
                    <a:lnTo>
                      <a:pt x="44" y="46"/>
                    </a:lnTo>
                    <a:lnTo>
                      <a:pt x="44" y="42"/>
                    </a:lnTo>
                    <a:lnTo>
                      <a:pt x="44" y="46"/>
                    </a:lnTo>
                    <a:lnTo>
                      <a:pt x="40" y="46"/>
                    </a:lnTo>
                    <a:lnTo>
                      <a:pt x="40" y="46"/>
                    </a:lnTo>
                    <a:lnTo>
                      <a:pt x="40" y="42"/>
                    </a:lnTo>
                    <a:lnTo>
                      <a:pt x="40" y="42"/>
                    </a:lnTo>
                    <a:lnTo>
                      <a:pt x="36" y="42"/>
                    </a:lnTo>
                    <a:lnTo>
                      <a:pt x="36" y="42"/>
                    </a:lnTo>
                    <a:lnTo>
                      <a:pt x="36" y="42"/>
                    </a:lnTo>
                    <a:lnTo>
                      <a:pt x="36" y="46"/>
                    </a:lnTo>
                    <a:lnTo>
                      <a:pt x="36" y="46"/>
                    </a:lnTo>
                    <a:lnTo>
                      <a:pt x="36" y="46"/>
                    </a:lnTo>
                    <a:lnTo>
                      <a:pt x="36" y="42"/>
                    </a:lnTo>
                    <a:lnTo>
                      <a:pt x="36" y="42"/>
                    </a:lnTo>
                    <a:lnTo>
                      <a:pt x="36" y="42"/>
                    </a:lnTo>
                    <a:lnTo>
                      <a:pt x="36" y="42"/>
                    </a:lnTo>
                    <a:lnTo>
                      <a:pt x="36" y="42"/>
                    </a:lnTo>
                    <a:lnTo>
                      <a:pt x="34" y="42"/>
                    </a:lnTo>
                    <a:lnTo>
                      <a:pt x="34" y="42"/>
                    </a:lnTo>
                    <a:lnTo>
                      <a:pt x="34" y="42"/>
                    </a:lnTo>
                    <a:lnTo>
                      <a:pt x="34" y="42"/>
                    </a:lnTo>
                    <a:lnTo>
                      <a:pt x="34" y="46"/>
                    </a:lnTo>
                    <a:lnTo>
                      <a:pt x="34" y="50"/>
                    </a:lnTo>
                    <a:lnTo>
                      <a:pt x="34" y="50"/>
                    </a:lnTo>
                    <a:lnTo>
                      <a:pt x="34" y="54"/>
                    </a:lnTo>
                    <a:lnTo>
                      <a:pt x="34" y="54"/>
                    </a:lnTo>
                    <a:lnTo>
                      <a:pt x="30" y="54"/>
                    </a:lnTo>
                    <a:lnTo>
                      <a:pt x="30" y="54"/>
                    </a:lnTo>
                    <a:lnTo>
                      <a:pt x="30" y="54"/>
                    </a:lnTo>
                    <a:lnTo>
                      <a:pt x="30" y="54"/>
                    </a:lnTo>
                    <a:lnTo>
                      <a:pt x="30" y="54"/>
                    </a:lnTo>
                    <a:lnTo>
                      <a:pt x="30" y="56"/>
                    </a:lnTo>
                    <a:lnTo>
                      <a:pt x="30" y="56"/>
                    </a:lnTo>
                    <a:lnTo>
                      <a:pt x="26" y="56"/>
                    </a:lnTo>
                    <a:lnTo>
                      <a:pt x="26" y="56"/>
                    </a:lnTo>
                    <a:lnTo>
                      <a:pt x="26" y="60"/>
                    </a:lnTo>
                    <a:lnTo>
                      <a:pt x="26" y="60"/>
                    </a:lnTo>
                    <a:lnTo>
                      <a:pt x="26" y="60"/>
                    </a:lnTo>
                    <a:lnTo>
                      <a:pt x="26" y="60"/>
                    </a:lnTo>
                    <a:lnTo>
                      <a:pt x="26" y="60"/>
                    </a:lnTo>
                    <a:lnTo>
                      <a:pt x="26" y="60"/>
                    </a:lnTo>
                    <a:lnTo>
                      <a:pt x="26" y="60"/>
                    </a:lnTo>
                    <a:lnTo>
                      <a:pt x="22" y="60"/>
                    </a:lnTo>
                    <a:lnTo>
                      <a:pt x="22" y="60"/>
                    </a:lnTo>
                    <a:lnTo>
                      <a:pt x="22" y="60"/>
                    </a:lnTo>
                    <a:lnTo>
                      <a:pt x="22" y="60"/>
                    </a:lnTo>
                    <a:lnTo>
                      <a:pt x="22" y="60"/>
                    </a:lnTo>
                    <a:lnTo>
                      <a:pt x="22" y="64"/>
                    </a:lnTo>
                    <a:lnTo>
                      <a:pt x="22" y="64"/>
                    </a:lnTo>
                    <a:lnTo>
                      <a:pt x="22" y="64"/>
                    </a:lnTo>
                    <a:lnTo>
                      <a:pt x="22" y="64"/>
                    </a:lnTo>
                    <a:lnTo>
                      <a:pt x="22" y="60"/>
                    </a:lnTo>
                    <a:lnTo>
                      <a:pt x="22" y="60"/>
                    </a:lnTo>
                    <a:lnTo>
                      <a:pt x="22" y="60"/>
                    </a:lnTo>
                    <a:lnTo>
                      <a:pt x="22" y="56"/>
                    </a:lnTo>
                    <a:lnTo>
                      <a:pt x="22" y="56"/>
                    </a:lnTo>
                    <a:lnTo>
                      <a:pt x="22" y="54"/>
                    </a:lnTo>
                    <a:lnTo>
                      <a:pt x="22" y="54"/>
                    </a:lnTo>
                    <a:lnTo>
                      <a:pt x="22" y="54"/>
                    </a:lnTo>
                    <a:lnTo>
                      <a:pt x="22" y="50"/>
                    </a:lnTo>
                    <a:lnTo>
                      <a:pt x="22" y="50"/>
                    </a:lnTo>
                    <a:lnTo>
                      <a:pt x="22" y="50"/>
                    </a:lnTo>
                    <a:lnTo>
                      <a:pt x="22"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1" name="Freeform 115"/>
              <p:cNvSpPr>
                <a:spLocks noEditPoints="1"/>
              </p:cNvSpPr>
              <p:nvPr/>
            </p:nvSpPr>
            <p:spPr bwMode="gray">
              <a:xfrm>
                <a:off x="4883438" y="2804783"/>
                <a:ext cx="90442" cy="104356"/>
              </a:xfrm>
              <a:custGeom>
                <a:avLst/>
                <a:gdLst>
                  <a:gd name="T0" fmla="*/ 30 w 52"/>
                  <a:gd name="T1" fmla="*/ 26 h 60"/>
                  <a:gd name="T2" fmla="*/ 34 w 52"/>
                  <a:gd name="T3" fmla="*/ 22 h 60"/>
                  <a:gd name="T4" fmla="*/ 34 w 52"/>
                  <a:gd name="T5" fmla="*/ 16 h 60"/>
                  <a:gd name="T6" fmla="*/ 26 w 52"/>
                  <a:gd name="T7" fmla="*/ 8 h 60"/>
                  <a:gd name="T8" fmla="*/ 26 w 52"/>
                  <a:gd name="T9" fmla="*/ 16 h 60"/>
                  <a:gd name="T10" fmla="*/ 22 w 52"/>
                  <a:gd name="T11" fmla="*/ 18 h 60"/>
                  <a:gd name="T12" fmla="*/ 22 w 52"/>
                  <a:gd name="T13" fmla="*/ 22 h 60"/>
                  <a:gd name="T14" fmla="*/ 20 w 52"/>
                  <a:gd name="T15" fmla="*/ 18 h 60"/>
                  <a:gd name="T16" fmla="*/ 22 w 52"/>
                  <a:gd name="T17" fmla="*/ 12 h 60"/>
                  <a:gd name="T18" fmla="*/ 26 w 52"/>
                  <a:gd name="T19" fmla="*/ 8 h 60"/>
                  <a:gd name="T20" fmla="*/ 38 w 52"/>
                  <a:gd name="T21" fmla="*/ 0 h 60"/>
                  <a:gd name="T22" fmla="*/ 48 w 52"/>
                  <a:gd name="T23" fmla="*/ 0 h 60"/>
                  <a:gd name="T24" fmla="*/ 52 w 52"/>
                  <a:gd name="T25" fmla="*/ 12 h 60"/>
                  <a:gd name="T26" fmla="*/ 52 w 52"/>
                  <a:gd name="T27" fmla="*/ 18 h 60"/>
                  <a:gd name="T28" fmla="*/ 44 w 52"/>
                  <a:gd name="T29" fmla="*/ 18 h 60"/>
                  <a:gd name="T30" fmla="*/ 52 w 52"/>
                  <a:gd name="T31" fmla="*/ 26 h 60"/>
                  <a:gd name="T32" fmla="*/ 48 w 52"/>
                  <a:gd name="T33" fmla="*/ 30 h 60"/>
                  <a:gd name="T34" fmla="*/ 44 w 52"/>
                  <a:gd name="T35" fmla="*/ 34 h 60"/>
                  <a:gd name="T36" fmla="*/ 38 w 52"/>
                  <a:gd name="T37" fmla="*/ 42 h 60"/>
                  <a:gd name="T38" fmla="*/ 38 w 52"/>
                  <a:gd name="T39" fmla="*/ 48 h 60"/>
                  <a:gd name="T40" fmla="*/ 38 w 52"/>
                  <a:gd name="T41" fmla="*/ 56 h 60"/>
                  <a:gd name="T42" fmla="*/ 34 w 52"/>
                  <a:gd name="T43" fmla="*/ 56 h 60"/>
                  <a:gd name="T44" fmla="*/ 30 w 52"/>
                  <a:gd name="T45" fmla="*/ 56 h 60"/>
                  <a:gd name="T46" fmla="*/ 30 w 52"/>
                  <a:gd name="T47" fmla="*/ 48 h 60"/>
                  <a:gd name="T48" fmla="*/ 26 w 52"/>
                  <a:gd name="T49" fmla="*/ 44 h 60"/>
                  <a:gd name="T50" fmla="*/ 20 w 52"/>
                  <a:gd name="T51" fmla="*/ 44 h 60"/>
                  <a:gd name="T52" fmla="*/ 16 w 52"/>
                  <a:gd name="T53" fmla="*/ 44 h 60"/>
                  <a:gd name="T54" fmla="*/ 16 w 52"/>
                  <a:gd name="T55" fmla="*/ 44 h 60"/>
                  <a:gd name="T56" fmla="*/ 4 w 52"/>
                  <a:gd name="T57" fmla="*/ 44 h 60"/>
                  <a:gd name="T58" fmla="*/ 8 w 52"/>
                  <a:gd name="T59" fmla="*/ 42 h 60"/>
                  <a:gd name="T60" fmla="*/ 8 w 52"/>
                  <a:gd name="T61" fmla="*/ 42 h 60"/>
                  <a:gd name="T62" fmla="*/ 12 w 52"/>
                  <a:gd name="T63" fmla="*/ 42 h 60"/>
                  <a:gd name="T64" fmla="*/ 12 w 52"/>
                  <a:gd name="T65" fmla="*/ 42 h 60"/>
                  <a:gd name="T66" fmla="*/ 12 w 52"/>
                  <a:gd name="T67" fmla="*/ 38 h 60"/>
                  <a:gd name="T68" fmla="*/ 8 w 52"/>
                  <a:gd name="T69" fmla="*/ 38 h 60"/>
                  <a:gd name="T70" fmla="*/ 12 w 52"/>
                  <a:gd name="T71" fmla="*/ 34 h 60"/>
                  <a:gd name="T72" fmla="*/ 16 w 52"/>
                  <a:gd name="T73" fmla="*/ 22 h 60"/>
                  <a:gd name="T74" fmla="*/ 22 w 52"/>
                  <a:gd name="T75" fmla="*/ 26 h 60"/>
                  <a:gd name="T76" fmla="*/ 22 w 52"/>
                  <a:gd name="T77" fmla="*/ 18 h 60"/>
                  <a:gd name="T78" fmla="*/ 26 w 52"/>
                  <a:gd name="T79" fmla="*/ 18 h 60"/>
                  <a:gd name="T80" fmla="*/ 30 w 52"/>
                  <a:gd name="T81" fmla="*/ 22 h 60"/>
                  <a:gd name="T82" fmla="*/ 22 w 52"/>
                  <a:gd name="T83" fmla="*/ 22 h 60"/>
                  <a:gd name="T84" fmla="*/ 30 w 52"/>
                  <a:gd name="T85" fmla="*/ 26 h 60"/>
                  <a:gd name="T86" fmla="*/ 26 w 52"/>
                  <a:gd name="T87" fmla="*/ 26 h 60"/>
                  <a:gd name="T88" fmla="*/ 30 w 52"/>
                  <a:gd name="T89" fmla="*/ 22 h 60"/>
                  <a:gd name="T90" fmla="*/ 34 w 52"/>
                  <a:gd name="T91" fmla="*/ 22 h 60"/>
                  <a:gd name="T92" fmla="*/ 8 w 52"/>
                  <a:gd name="T93" fmla="*/ 38 h 60"/>
                  <a:gd name="T94" fmla="*/ 8 w 52"/>
                  <a:gd name="T95" fmla="*/ 42 h 60"/>
                  <a:gd name="T96" fmla="*/ 8 w 52"/>
                  <a:gd name="T97" fmla="*/ 38 h 60"/>
                  <a:gd name="T98" fmla="*/ 8 w 52"/>
                  <a:gd name="T99" fmla="*/ 44 h 60"/>
                  <a:gd name="T100" fmla="*/ 8 w 52"/>
                  <a:gd name="T101" fmla="*/ 48 h 60"/>
                  <a:gd name="T102" fmla="*/ 0 w 52"/>
                  <a:gd name="T103" fmla="*/ 48 h 60"/>
                  <a:gd name="T104" fmla="*/ 26 w 52"/>
                  <a:gd name="T105" fmla="*/ 4 h 60"/>
                  <a:gd name="T106" fmla="*/ 26 w 52"/>
                  <a:gd name="T107" fmla="*/ 4 h 60"/>
                  <a:gd name="T108" fmla="*/ 20 w 52"/>
                  <a:gd name="T109" fmla="*/ 12 h 60"/>
                  <a:gd name="T110" fmla="*/ 22 w 52"/>
                  <a:gd name="T111" fmla="*/ 8 h 60"/>
                  <a:gd name="T112" fmla="*/ 20 w 52"/>
                  <a:gd name="T113" fmla="*/ 12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2" h="60">
                    <a:moveTo>
                      <a:pt x="26" y="26"/>
                    </a:moveTo>
                    <a:lnTo>
                      <a:pt x="26" y="26"/>
                    </a:lnTo>
                    <a:lnTo>
                      <a:pt x="26" y="26"/>
                    </a:lnTo>
                    <a:lnTo>
                      <a:pt x="30" y="26"/>
                    </a:lnTo>
                    <a:lnTo>
                      <a:pt x="30" y="26"/>
                    </a:lnTo>
                    <a:lnTo>
                      <a:pt x="30" y="26"/>
                    </a:lnTo>
                    <a:lnTo>
                      <a:pt x="30" y="26"/>
                    </a:lnTo>
                    <a:lnTo>
                      <a:pt x="30" y="26"/>
                    </a:lnTo>
                    <a:lnTo>
                      <a:pt x="30" y="26"/>
                    </a:lnTo>
                    <a:lnTo>
                      <a:pt x="30" y="22"/>
                    </a:lnTo>
                    <a:lnTo>
                      <a:pt x="34" y="22"/>
                    </a:lnTo>
                    <a:lnTo>
                      <a:pt x="34" y="22"/>
                    </a:lnTo>
                    <a:lnTo>
                      <a:pt x="34" y="22"/>
                    </a:lnTo>
                    <a:lnTo>
                      <a:pt x="34" y="22"/>
                    </a:lnTo>
                    <a:lnTo>
                      <a:pt x="34" y="22"/>
                    </a:lnTo>
                    <a:lnTo>
                      <a:pt x="34" y="22"/>
                    </a:lnTo>
                    <a:lnTo>
                      <a:pt x="34" y="22"/>
                    </a:lnTo>
                    <a:lnTo>
                      <a:pt x="34" y="22"/>
                    </a:lnTo>
                    <a:lnTo>
                      <a:pt x="34" y="18"/>
                    </a:lnTo>
                    <a:lnTo>
                      <a:pt x="34" y="18"/>
                    </a:lnTo>
                    <a:lnTo>
                      <a:pt x="34" y="18"/>
                    </a:lnTo>
                    <a:lnTo>
                      <a:pt x="34" y="18"/>
                    </a:lnTo>
                    <a:lnTo>
                      <a:pt x="30" y="18"/>
                    </a:lnTo>
                    <a:lnTo>
                      <a:pt x="30" y="16"/>
                    </a:lnTo>
                    <a:lnTo>
                      <a:pt x="30" y="16"/>
                    </a:lnTo>
                    <a:lnTo>
                      <a:pt x="34" y="16"/>
                    </a:lnTo>
                    <a:lnTo>
                      <a:pt x="34" y="16"/>
                    </a:lnTo>
                    <a:lnTo>
                      <a:pt x="34" y="16"/>
                    </a:lnTo>
                    <a:lnTo>
                      <a:pt x="30" y="16"/>
                    </a:lnTo>
                    <a:lnTo>
                      <a:pt x="30" y="16"/>
                    </a:lnTo>
                    <a:lnTo>
                      <a:pt x="30" y="16"/>
                    </a:lnTo>
                    <a:lnTo>
                      <a:pt x="26" y="12"/>
                    </a:lnTo>
                    <a:lnTo>
                      <a:pt x="30" y="12"/>
                    </a:lnTo>
                    <a:lnTo>
                      <a:pt x="30" y="12"/>
                    </a:lnTo>
                    <a:lnTo>
                      <a:pt x="30" y="12"/>
                    </a:lnTo>
                    <a:lnTo>
                      <a:pt x="26" y="8"/>
                    </a:lnTo>
                    <a:lnTo>
                      <a:pt x="26" y="8"/>
                    </a:lnTo>
                    <a:lnTo>
                      <a:pt x="26" y="8"/>
                    </a:lnTo>
                    <a:lnTo>
                      <a:pt x="26" y="12"/>
                    </a:lnTo>
                    <a:lnTo>
                      <a:pt x="26" y="12"/>
                    </a:lnTo>
                    <a:lnTo>
                      <a:pt x="22" y="12"/>
                    </a:lnTo>
                    <a:lnTo>
                      <a:pt x="22" y="12"/>
                    </a:lnTo>
                    <a:lnTo>
                      <a:pt x="22" y="16"/>
                    </a:lnTo>
                    <a:lnTo>
                      <a:pt x="26" y="16"/>
                    </a:lnTo>
                    <a:lnTo>
                      <a:pt x="26" y="16"/>
                    </a:lnTo>
                    <a:lnTo>
                      <a:pt x="26" y="16"/>
                    </a:lnTo>
                    <a:lnTo>
                      <a:pt x="26" y="16"/>
                    </a:lnTo>
                    <a:lnTo>
                      <a:pt x="26" y="18"/>
                    </a:lnTo>
                    <a:lnTo>
                      <a:pt x="26" y="18"/>
                    </a:lnTo>
                    <a:lnTo>
                      <a:pt x="26" y="18"/>
                    </a:lnTo>
                    <a:lnTo>
                      <a:pt x="26" y="18"/>
                    </a:lnTo>
                    <a:lnTo>
                      <a:pt x="26" y="18"/>
                    </a:lnTo>
                    <a:lnTo>
                      <a:pt x="22" y="18"/>
                    </a:lnTo>
                    <a:lnTo>
                      <a:pt x="22" y="18"/>
                    </a:lnTo>
                    <a:lnTo>
                      <a:pt x="22" y="18"/>
                    </a:lnTo>
                    <a:lnTo>
                      <a:pt x="22" y="18"/>
                    </a:lnTo>
                    <a:lnTo>
                      <a:pt x="22" y="18"/>
                    </a:lnTo>
                    <a:lnTo>
                      <a:pt x="22" y="22"/>
                    </a:lnTo>
                    <a:lnTo>
                      <a:pt x="22" y="22"/>
                    </a:lnTo>
                    <a:lnTo>
                      <a:pt x="22" y="22"/>
                    </a:lnTo>
                    <a:lnTo>
                      <a:pt x="22" y="22"/>
                    </a:lnTo>
                    <a:lnTo>
                      <a:pt x="22" y="22"/>
                    </a:lnTo>
                    <a:lnTo>
                      <a:pt x="22" y="22"/>
                    </a:lnTo>
                    <a:lnTo>
                      <a:pt x="22" y="22"/>
                    </a:lnTo>
                    <a:lnTo>
                      <a:pt x="20" y="22"/>
                    </a:lnTo>
                    <a:lnTo>
                      <a:pt x="20" y="22"/>
                    </a:lnTo>
                    <a:lnTo>
                      <a:pt x="20" y="22"/>
                    </a:lnTo>
                    <a:lnTo>
                      <a:pt x="16" y="22"/>
                    </a:lnTo>
                    <a:lnTo>
                      <a:pt x="16" y="22"/>
                    </a:lnTo>
                    <a:lnTo>
                      <a:pt x="20" y="18"/>
                    </a:lnTo>
                    <a:lnTo>
                      <a:pt x="20" y="18"/>
                    </a:lnTo>
                    <a:lnTo>
                      <a:pt x="20" y="18"/>
                    </a:lnTo>
                    <a:lnTo>
                      <a:pt x="20" y="16"/>
                    </a:lnTo>
                    <a:lnTo>
                      <a:pt x="20" y="12"/>
                    </a:lnTo>
                    <a:lnTo>
                      <a:pt x="20" y="12"/>
                    </a:lnTo>
                    <a:lnTo>
                      <a:pt x="20" y="12"/>
                    </a:lnTo>
                    <a:lnTo>
                      <a:pt x="20" y="12"/>
                    </a:lnTo>
                    <a:lnTo>
                      <a:pt x="20" y="12"/>
                    </a:lnTo>
                    <a:lnTo>
                      <a:pt x="20" y="12"/>
                    </a:lnTo>
                    <a:lnTo>
                      <a:pt x="22" y="12"/>
                    </a:lnTo>
                    <a:lnTo>
                      <a:pt x="22" y="12"/>
                    </a:lnTo>
                    <a:lnTo>
                      <a:pt x="22" y="12"/>
                    </a:lnTo>
                    <a:lnTo>
                      <a:pt x="26" y="12"/>
                    </a:lnTo>
                    <a:lnTo>
                      <a:pt x="26" y="12"/>
                    </a:lnTo>
                    <a:lnTo>
                      <a:pt x="26" y="12"/>
                    </a:lnTo>
                    <a:lnTo>
                      <a:pt x="26" y="12"/>
                    </a:lnTo>
                    <a:lnTo>
                      <a:pt x="26" y="8"/>
                    </a:lnTo>
                    <a:lnTo>
                      <a:pt x="26" y="8"/>
                    </a:lnTo>
                    <a:lnTo>
                      <a:pt x="26" y="8"/>
                    </a:lnTo>
                    <a:lnTo>
                      <a:pt x="26" y="8"/>
                    </a:lnTo>
                    <a:lnTo>
                      <a:pt x="30" y="8"/>
                    </a:lnTo>
                    <a:lnTo>
                      <a:pt x="30" y="8"/>
                    </a:lnTo>
                    <a:lnTo>
                      <a:pt x="30" y="8"/>
                    </a:lnTo>
                    <a:lnTo>
                      <a:pt x="30" y="8"/>
                    </a:lnTo>
                    <a:lnTo>
                      <a:pt x="30" y="4"/>
                    </a:lnTo>
                    <a:lnTo>
                      <a:pt x="30" y="4"/>
                    </a:lnTo>
                    <a:lnTo>
                      <a:pt x="30" y="4"/>
                    </a:lnTo>
                    <a:lnTo>
                      <a:pt x="34" y="4"/>
                    </a:lnTo>
                    <a:lnTo>
                      <a:pt x="38" y="0"/>
                    </a:lnTo>
                    <a:lnTo>
                      <a:pt x="38" y="0"/>
                    </a:lnTo>
                    <a:lnTo>
                      <a:pt x="38" y="0"/>
                    </a:lnTo>
                    <a:lnTo>
                      <a:pt x="38" y="0"/>
                    </a:lnTo>
                    <a:lnTo>
                      <a:pt x="42" y="0"/>
                    </a:lnTo>
                    <a:lnTo>
                      <a:pt x="42" y="0"/>
                    </a:lnTo>
                    <a:lnTo>
                      <a:pt x="42" y="0"/>
                    </a:lnTo>
                    <a:lnTo>
                      <a:pt x="44" y="0"/>
                    </a:lnTo>
                    <a:lnTo>
                      <a:pt x="48" y="0"/>
                    </a:lnTo>
                    <a:lnTo>
                      <a:pt x="48" y="0"/>
                    </a:lnTo>
                    <a:lnTo>
                      <a:pt x="48" y="0"/>
                    </a:lnTo>
                    <a:lnTo>
                      <a:pt x="48" y="0"/>
                    </a:lnTo>
                    <a:lnTo>
                      <a:pt x="48" y="4"/>
                    </a:lnTo>
                    <a:lnTo>
                      <a:pt x="48" y="4"/>
                    </a:lnTo>
                    <a:lnTo>
                      <a:pt x="52" y="4"/>
                    </a:lnTo>
                    <a:lnTo>
                      <a:pt x="52" y="4"/>
                    </a:lnTo>
                    <a:lnTo>
                      <a:pt x="52" y="4"/>
                    </a:lnTo>
                    <a:lnTo>
                      <a:pt x="52" y="8"/>
                    </a:lnTo>
                    <a:lnTo>
                      <a:pt x="52" y="12"/>
                    </a:lnTo>
                    <a:lnTo>
                      <a:pt x="52" y="12"/>
                    </a:lnTo>
                    <a:lnTo>
                      <a:pt x="52" y="12"/>
                    </a:lnTo>
                    <a:lnTo>
                      <a:pt x="52" y="12"/>
                    </a:lnTo>
                    <a:lnTo>
                      <a:pt x="52" y="16"/>
                    </a:lnTo>
                    <a:lnTo>
                      <a:pt x="52" y="16"/>
                    </a:lnTo>
                    <a:lnTo>
                      <a:pt x="52" y="16"/>
                    </a:lnTo>
                    <a:lnTo>
                      <a:pt x="52" y="16"/>
                    </a:lnTo>
                    <a:lnTo>
                      <a:pt x="52" y="16"/>
                    </a:lnTo>
                    <a:lnTo>
                      <a:pt x="52" y="18"/>
                    </a:lnTo>
                    <a:lnTo>
                      <a:pt x="52" y="18"/>
                    </a:lnTo>
                    <a:lnTo>
                      <a:pt x="48" y="18"/>
                    </a:lnTo>
                    <a:lnTo>
                      <a:pt x="48" y="18"/>
                    </a:lnTo>
                    <a:lnTo>
                      <a:pt x="48" y="18"/>
                    </a:lnTo>
                    <a:lnTo>
                      <a:pt x="48" y="18"/>
                    </a:lnTo>
                    <a:lnTo>
                      <a:pt x="48" y="18"/>
                    </a:lnTo>
                    <a:lnTo>
                      <a:pt x="48" y="18"/>
                    </a:lnTo>
                    <a:lnTo>
                      <a:pt x="48" y="18"/>
                    </a:lnTo>
                    <a:lnTo>
                      <a:pt x="44" y="18"/>
                    </a:lnTo>
                    <a:lnTo>
                      <a:pt x="44" y="22"/>
                    </a:lnTo>
                    <a:lnTo>
                      <a:pt x="48" y="22"/>
                    </a:lnTo>
                    <a:lnTo>
                      <a:pt x="48" y="22"/>
                    </a:lnTo>
                    <a:lnTo>
                      <a:pt x="52" y="22"/>
                    </a:lnTo>
                    <a:lnTo>
                      <a:pt x="52" y="22"/>
                    </a:lnTo>
                    <a:lnTo>
                      <a:pt x="52" y="22"/>
                    </a:lnTo>
                    <a:lnTo>
                      <a:pt x="52" y="26"/>
                    </a:lnTo>
                    <a:lnTo>
                      <a:pt x="52" y="26"/>
                    </a:lnTo>
                    <a:lnTo>
                      <a:pt x="52" y="26"/>
                    </a:lnTo>
                    <a:lnTo>
                      <a:pt x="52" y="26"/>
                    </a:lnTo>
                    <a:lnTo>
                      <a:pt x="52" y="26"/>
                    </a:lnTo>
                    <a:lnTo>
                      <a:pt x="48" y="26"/>
                    </a:lnTo>
                    <a:lnTo>
                      <a:pt x="48" y="30"/>
                    </a:lnTo>
                    <a:lnTo>
                      <a:pt x="48" y="30"/>
                    </a:lnTo>
                    <a:lnTo>
                      <a:pt x="48" y="30"/>
                    </a:lnTo>
                    <a:lnTo>
                      <a:pt x="48" y="30"/>
                    </a:lnTo>
                    <a:lnTo>
                      <a:pt x="48" y="30"/>
                    </a:lnTo>
                    <a:lnTo>
                      <a:pt x="48" y="30"/>
                    </a:lnTo>
                    <a:lnTo>
                      <a:pt x="48" y="30"/>
                    </a:lnTo>
                    <a:lnTo>
                      <a:pt x="48" y="34"/>
                    </a:lnTo>
                    <a:lnTo>
                      <a:pt x="48" y="34"/>
                    </a:lnTo>
                    <a:lnTo>
                      <a:pt x="48" y="34"/>
                    </a:lnTo>
                    <a:lnTo>
                      <a:pt x="48" y="34"/>
                    </a:lnTo>
                    <a:lnTo>
                      <a:pt x="44" y="34"/>
                    </a:lnTo>
                    <a:lnTo>
                      <a:pt x="44" y="34"/>
                    </a:lnTo>
                    <a:lnTo>
                      <a:pt x="44" y="34"/>
                    </a:lnTo>
                    <a:lnTo>
                      <a:pt x="44" y="34"/>
                    </a:lnTo>
                    <a:lnTo>
                      <a:pt x="42" y="34"/>
                    </a:lnTo>
                    <a:lnTo>
                      <a:pt x="38" y="34"/>
                    </a:lnTo>
                    <a:lnTo>
                      <a:pt x="38" y="34"/>
                    </a:lnTo>
                    <a:lnTo>
                      <a:pt x="38" y="34"/>
                    </a:lnTo>
                    <a:lnTo>
                      <a:pt x="38" y="38"/>
                    </a:lnTo>
                    <a:lnTo>
                      <a:pt x="38" y="38"/>
                    </a:lnTo>
                    <a:lnTo>
                      <a:pt x="38" y="38"/>
                    </a:lnTo>
                    <a:lnTo>
                      <a:pt x="38" y="38"/>
                    </a:lnTo>
                    <a:lnTo>
                      <a:pt x="38" y="42"/>
                    </a:lnTo>
                    <a:lnTo>
                      <a:pt x="38" y="42"/>
                    </a:lnTo>
                    <a:lnTo>
                      <a:pt x="38" y="42"/>
                    </a:lnTo>
                    <a:lnTo>
                      <a:pt x="42" y="42"/>
                    </a:lnTo>
                    <a:lnTo>
                      <a:pt x="42" y="42"/>
                    </a:lnTo>
                    <a:lnTo>
                      <a:pt x="42" y="44"/>
                    </a:lnTo>
                    <a:lnTo>
                      <a:pt x="38" y="44"/>
                    </a:lnTo>
                    <a:lnTo>
                      <a:pt x="38" y="48"/>
                    </a:lnTo>
                    <a:lnTo>
                      <a:pt x="38" y="48"/>
                    </a:lnTo>
                    <a:lnTo>
                      <a:pt x="38" y="48"/>
                    </a:lnTo>
                    <a:lnTo>
                      <a:pt x="38" y="48"/>
                    </a:lnTo>
                    <a:lnTo>
                      <a:pt x="38" y="52"/>
                    </a:lnTo>
                    <a:lnTo>
                      <a:pt x="34" y="52"/>
                    </a:lnTo>
                    <a:lnTo>
                      <a:pt x="34" y="52"/>
                    </a:lnTo>
                    <a:lnTo>
                      <a:pt x="34" y="52"/>
                    </a:lnTo>
                    <a:lnTo>
                      <a:pt x="34" y="52"/>
                    </a:lnTo>
                    <a:lnTo>
                      <a:pt x="38" y="52"/>
                    </a:lnTo>
                    <a:lnTo>
                      <a:pt x="38" y="52"/>
                    </a:lnTo>
                    <a:lnTo>
                      <a:pt x="38" y="56"/>
                    </a:lnTo>
                    <a:lnTo>
                      <a:pt x="38" y="56"/>
                    </a:lnTo>
                    <a:lnTo>
                      <a:pt x="38" y="56"/>
                    </a:lnTo>
                    <a:lnTo>
                      <a:pt x="38" y="56"/>
                    </a:lnTo>
                    <a:lnTo>
                      <a:pt x="38" y="56"/>
                    </a:lnTo>
                    <a:lnTo>
                      <a:pt x="38" y="56"/>
                    </a:lnTo>
                    <a:lnTo>
                      <a:pt x="34" y="56"/>
                    </a:lnTo>
                    <a:lnTo>
                      <a:pt x="34" y="60"/>
                    </a:lnTo>
                    <a:lnTo>
                      <a:pt x="34" y="56"/>
                    </a:lnTo>
                    <a:lnTo>
                      <a:pt x="34" y="56"/>
                    </a:lnTo>
                    <a:lnTo>
                      <a:pt x="34" y="56"/>
                    </a:lnTo>
                    <a:lnTo>
                      <a:pt x="34" y="56"/>
                    </a:lnTo>
                    <a:lnTo>
                      <a:pt x="34" y="56"/>
                    </a:lnTo>
                    <a:lnTo>
                      <a:pt x="34" y="56"/>
                    </a:lnTo>
                    <a:lnTo>
                      <a:pt x="34" y="56"/>
                    </a:lnTo>
                    <a:lnTo>
                      <a:pt x="34" y="56"/>
                    </a:lnTo>
                    <a:lnTo>
                      <a:pt x="34" y="56"/>
                    </a:lnTo>
                    <a:lnTo>
                      <a:pt x="30" y="56"/>
                    </a:lnTo>
                    <a:lnTo>
                      <a:pt x="30" y="56"/>
                    </a:lnTo>
                    <a:lnTo>
                      <a:pt x="30" y="56"/>
                    </a:lnTo>
                    <a:lnTo>
                      <a:pt x="34" y="52"/>
                    </a:lnTo>
                    <a:lnTo>
                      <a:pt x="34" y="52"/>
                    </a:lnTo>
                    <a:lnTo>
                      <a:pt x="34" y="52"/>
                    </a:lnTo>
                    <a:lnTo>
                      <a:pt x="34" y="48"/>
                    </a:lnTo>
                    <a:lnTo>
                      <a:pt x="34" y="48"/>
                    </a:lnTo>
                    <a:lnTo>
                      <a:pt x="34" y="48"/>
                    </a:lnTo>
                    <a:lnTo>
                      <a:pt x="30" y="48"/>
                    </a:lnTo>
                    <a:lnTo>
                      <a:pt x="30" y="48"/>
                    </a:lnTo>
                    <a:lnTo>
                      <a:pt x="30" y="48"/>
                    </a:lnTo>
                    <a:lnTo>
                      <a:pt x="30" y="44"/>
                    </a:lnTo>
                    <a:lnTo>
                      <a:pt x="30" y="48"/>
                    </a:lnTo>
                    <a:lnTo>
                      <a:pt x="30" y="48"/>
                    </a:lnTo>
                    <a:lnTo>
                      <a:pt x="26" y="48"/>
                    </a:lnTo>
                    <a:lnTo>
                      <a:pt x="26" y="48"/>
                    </a:lnTo>
                    <a:lnTo>
                      <a:pt x="26" y="44"/>
                    </a:lnTo>
                    <a:lnTo>
                      <a:pt x="26" y="44"/>
                    </a:lnTo>
                    <a:lnTo>
                      <a:pt x="26" y="44"/>
                    </a:lnTo>
                    <a:lnTo>
                      <a:pt x="26" y="44"/>
                    </a:lnTo>
                    <a:lnTo>
                      <a:pt x="22" y="44"/>
                    </a:lnTo>
                    <a:lnTo>
                      <a:pt x="22" y="44"/>
                    </a:lnTo>
                    <a:lnTo>
                      <a:pt x="22" y="42"/>
                    </a:lnTo>
                    <a:lnTo>
                      <a:pt x="22" y="42"/>
                    </a:lnTo>
                    <a:lnTo>
                      <a:pt x="22" y="42"/>
                    </a:lnTo>
                    <a:lnTo>
                      <a:pt x="22" y="44"/>
                    </a:lnTo>
                    <a:lnTo>
                      <a:pt x="22" y="44"/>
                    </a:lnTo>
                    <a:lnTo>
                      <a:pt x="20" y="44"/>
                    </a:lnTo>
                    <a:lnTo>
                      <a:pt x="20" y="44"/>
                    </a:lnTo>
                    <a:lnTo>
                      <a:pt x="20" y="42"/>
                    </a:lnTo>
                    <a:lnTo>
                      <a:pt x="20" y="42"/>
                    </a:lnTo>
                    <a:lnTo>
                      <a:pt x="20" y="42"/>
                    </a:lnTo>
                    <a:lnTo>
                      <a:pt x="20" y="42"/>
                    </a:lnTo>
                    <a:lnTo>
                      <a:pt x="20" y="42"/>
                    </a:lnTo>
                    <a:lnTo>
                      <a:pt x="20" y="44"/>
                    </a:lnTo>
                    <a:lnTo>
                      <a:pt x="20" y="44"/>
                    </a:lnTo>
                    <a:lnTo>
                      <a:pt x="16" y="44"/>
                    </a:lnTo>
                    <a:lnTo>
                      <a:pt x="16" y="44"/>
                    </a:lnTo>
                    <a:lnTo>
                      <a:pt x="16" y="42"/>
                    </a:lnTo>
                    <a:lnTo>
                      <a:pt x="16" y="42"/>
                    </a:lnTo>
                    <a:lnTo>
                      <a:pt x="16" y="44"/>
                    </a:lnTo>
                    <a:lnTo>
                      <a:pt x="16" y="44"/>
                    </a:lnTo>
                    <a:lnTo>
                      <a:pt x="16" y="44"/>
                    </a:lnTo>
                    <a:lnTo>
                      <a:pt x="16" y="44"/>
                    </a:lnTo>
                    <a:lnTo>
                      <a:pt x="16" y="44"/>
                    </a:lnTo>
                    <a:lnTo>
                      <a:pt x="16" y="44"/>
                    </a:lnTo>
                    <a:lnTo>
                      <a:pt x="16" y="44"/>
                    </a:lnTo>
                    <a:lnTo>
                      <a:pt x="12" y="44"/>
                    </a:lnTo>
                    <a:lnTo>
                      <a:pt x="12" y="44"/>
                    </a:lnTo>
                    <a:lnTo>
                      <a:pt x="12" y="44"/>
                    </a:lnTo>
                    <a:lnTo>
                      <a:pt x="8" y="44"/>
                    </a:lnTo>
                    <a:lnTo>
                      <a:pt x="8" y="44"/>
                    </a:lnTo>
                    <a:lnTo>
                      <a:pt x="8" y="44"/>
                    </a:lnTo>
                    <a:lnTo>
                      <a:pt x="8" y="44"/>
                    </a:lnTo>
                    <a:lnTo>
                      <a:pt x="4" y="44"/>
                    </a:lnTo>
                    <a:lnTo>
                      <a:pt x="0" y="44"/>
                    </a:lnTo>
                    <a:lnTo>
                      <a:pt x="0" y="42"/>
                    </a:lnTo>
                    <a:lnTo>
                      <a:pt x="0" y="42"/>
                    </a:lnTo>
                    <a:lnTo>
                      <a:pt x="0" y="42"/>
                    </a:lnTo>
                    <a:lnTo>
                      <a:pt x="0" y="42"/>
                    </a:lnTo>
                    <a:lnTo>
                      <a:pt x="4" y="42"/>
                    </a:lnTo>
                    <a:lnTo>
                      <a:pt x="4" y="42"/>
                    </a:lnTo>
                    <a:lnTo>
                      <a:pt x="8" y="42"/>
                    </a:lnTo>
                    <a:lnTo>
                      <a:pt x="8" y="42"/>
                    </a:lnTo>
                    <a:lnTo>
                      <a:pt x="8" y="42"/>
                    </a:lnTo>
                    <a:lnTo>
                      <a:pt x="8" y="42"/>
                    </a:lnTo>
                    <a:lnTo>
                      <a:pt x="8" y="42"/>
                    </a:lnTo>
                    <a:lnTo>
                      <a:pt x="8" y="42"/>
                    </a:lnTo>
                    <a:lnTo>
                      <a:pt x="8" y="42"/>
                    </a:lnTo>
                    <a:lnTo>
                      <a:pt x="8" y="42"/>
                    </a:lnTo>
                    <a:lnTo>
                      <a:pt x="8" y="42"/>
                    </a:lnTo>
                    <a:lnTo>
                      <a:pt x="8" y="42"/>
                    </a:lnTo>
                    <a:lnTo>
                      <a:pt x="8" y="42"/>
                    </a:lnTo>
                    <a:lnTo>
                      <a:pt x="8" y="42"/>
                    </a:lnTo>
                    <a:lnTo>
                      <a:pt x="8" y="42"/>
                    </a:lnTo>
                    <a:lnTo>
                      <a:pt x="12" y="44"/>
                    </a:lnTo>
                    <a:lnTo>
                      <a:pt x="12" y="44"/>
                    </a:lnTo>
                    <a:lnTo>
                      <a:pt x="12" y="44"/>
                    </a:lnTo>
                    <a:lnTo>
                      <a:pt x="12" y="44"/>
                    </a:lnTo>
                    <a:lnTo>
                      <a:pt x="12" y="44"/>
                    </a:lnTo>
                    <a:lnTo>
                      <a:pt x="12" y="44"/>
                    </a:lnTo>
                    <a:lnTo>
                      <a:pt x="12" y="42"/>
                    </a:lnTo>
                    <a:lnTo>
                      <a:pt x="12" y="42"/>
                    </a:lnTo>
                    <a:lnTo>
                      <a:pt x="12" y="42"/>
                    </a:lnTo>
                    <a:lnTo>
                      <a:pt x="12" y="42"/>
                    </a:lnTo>
                    <a:lnTo>
                      <a:pt x="12" y="42"/>
                    </a:lnTo>
                    <a:lnTo>
                      <a:pt x="8" y="42"/>
                    </a:lnTo>
                    <a:lnTo>
                      <a:pt x="8" y="42"/>
                    </a:lnTo>
                    <a:lnTo>
                      <a:pt x="8" y="42"/>
                    </a:lnTo>
                    <a:lnTo>
                      <a:pt x="8" y="42"/>
                    </a:lnTo>
                    <a:lnTo>
                      <a:pt x="12" y="42"/>
                    </a:lnTo>
                    <a:lnTo>
                      <a:pt x="12" y="42"/>
                    </a:lnTo>
                    <a:lnTo>
                      <a:pt x="12" y="42"/>
                    </a:lnTo>
                    <a:lnTo>
                      <a:pt x="12" y="42"/>
                    </a:lnTo>
                    <a:lnTo>
                      <a:pt x="12" y="42"/>
                    </a:lnTo>
                    <a:lnTo>
                      <a:pt x="12" y="42"/>
                    </a:lnTo>
                    <a:lnTo>
                      <a:pt x="12" y="42"/>
                    </a:lnTo>
                    <a:lnTo>
                      <a:pt x="12" y="42"/>
                    </a:lnTo>
                    <a:lnTo>
                      <a:pt x="12" y="38"/>
                    </a:lnTo>
                    <a:lnTo>
                      <a:pt x="12" y="38"/>
                    </a:lnTo>
                    <a:lnTo>
                      <a:pt x="12" y="38"/>
                    </a:lnTo>
                    <a:lnTo>
                      <a:pt x="12" y="38"/>
                    </a:lnTo>
                    <a:lnTo>
                      <a:pt x="12" y="38"/>
                    </a:lnTo>
                    <a:lnTo>
                      <a:pt x="12" y="38"/>
                    </a:lnTo>
                    <a:lnTo>
                      <a:pt x="12" y="38"/>
                    </a:lnTo>
                    <a:lnTo>
                      <a:pt x="8" y="38"/>
                    </a:lnTo>
                    <a:lnTo>
                      <a:pt x="8" y="38"/>
                    </a:lnTo>
                    <a:lnTo>
                      <a:pt x="8" y="38"/>
                    </a:lnTo>
                    <a:lnTo>
                      <a:pt x="8" y="38"/>
                    </a:lnTo>
                    <a:lnTo>
                      <a:pt x="8" y="38"/>
                    </a:lnTo>
                    <a:lnTo>
                      <a:pt x="8" y="38"/>
                    </a:lnTo>
                    <a:lnTo>
                      <a:pt x="8" y="34"/>
                    </a:lnTo>
                    <a:lnTo>
                      <a:pt x="8" y="34"/>
                    </a:lnTo>
                    <a:lnTo>
                      <a:pt x="8" y="34"/>
                    </a:lnTo>
                    <a:lnTo>
                      <a:pt x="8" y="34"/>
                    </a:lnTo>
                    <a:lnTo>
                      <a:pt x="8" y="34"/>
                    </a:lnTo>
                    <a:lnTo>
                      <a:pt x="12" y="34"/>
                    </a:lnTo>
                    <a:lnTo>
                      <a:pt x="12" y="34"/>
                    </a:lnTo>
                    <a:lnTo>
                      <a:pt x="12" y="30"/>
                    </a:lnTo>
                    <a:lnTo>
                      <a:pt x="16" y="26"/>
                    </a:lnTo>
                    <a:lnTo>
                      <a:pt x="16" y="26"/>
                    </a:lnTo>
                    <a:lnTo>
                      <a:pt x="16" y="26"/>
                    </a:lnTo>
                    <a:lnTo>
                      <a:pt x="16" y="26"/>
                    </a:lnTo>
                    <a:lnTo>
                      <a:pt x="16" y="26"/>
                    </a:lnTo>
                    <a:lnTo>
                      <a:pt x="16" y="22"/>
                    </a:lnTo>
                    <a:lnTo>
                      <a:pt x="16" y="22"/>
                    </a:lnTo>
                    <a:lnTo>
                      <a:pt x="16" y="22"/>
                    </a:lnTo>
                    <a:lnTo>
                      <a:pt x="16" y="22"/>
                    </a:lnTo>
                    <a:lnTo>
                      <a:pt x="20" y="22"/>
                    </a:lnTo>
                    <a:lnTo>
                      <a:pt x="20" y="22"/>
                    </a:lnTo>
                    <a:lnTo>
                      <a:pt x="20" y="22"/>
                    </a:lnTo>
                    <a:lnTo>
                      <a:pt x="22" y="22"/>
                    </a:lnTo>
                    <a:lnTo>
                      <a:pt x="22" y="22"/>
                    </a:lnTo>
                    <a:lnTo>
                      <a:pt x="22" y="22"/>
                    </a:lnTo>
                    <a:lnTo>
                      <a:pt x="22" y="22"/>
                    </a:lnTo>
                    <a:lnTo>
                      <a:pt x="22" y="26"/>
                    </a:lnTo>
                    <a:lnTo>
                      <a:pt x="26" y="26"/>
                    </a:lnTo>
                    <a:lnTo>
                      <a:pt x="26" y="26"/>
                    </a:lnTo>
                    <a:lnTo>
                      <a:pt x="26" y="26"/>
                    </a:lnTo>
                    <a:lnTo>
                      <a:pt x="26" y="26"/>
                    </a:lnTo>
                    <a:lnTo>
                      <a:pt x="26" y="26"/>
                    </a:lnTo>
                    <a:close/>
                    <a:moveTo>
                      <a:pt x="22" y="22"/>
                    </a:moveTo>
                    <a:lnTo>
                      <a:pt x="22" y="22"/>
                    </a:lnTo>
                    <a:lnTo>
                      <a:pt x="22" y="18"/>
                    </a:lnTo>
                    <a:lnTo>
                      <a:pt x="22" y="18"/>
                    </a:lnTo>
                    <a:lnTo>
                      <a:pt x="22" y="18"/>
                    </a:lnTo>
                    <a:lnTo>
                      <a:pt x="22" y="18"/>
                    </a:lnTo>
                    <a:lnTo>
                      <a:pt x="22" y="18"/>
                    </a:lnTo>
                    <a:lnTo>
                      <a:pt x="22" y="18"/>
                    </a:lnTo>
                    <a:lnTo>
                      <a:pt x="26" y="18"/>
                    </a:lnTo>
                    <a:lnTo>
                      <a:pt x="26" y="18"/>
                    </a:lnTo>
                    <a:lnTo>
                      <a:pt x="26" y="18"/>
                    </a:lnTo>
                    <a:lnTo>
                      <a:pt x="26" y="18"/>
                    </a:lnTo>
                    <a:lnTo>
                      <a:pt x="26" y="18"/>
                    </a:lnTo>
                    <a:lnTo>
                      <a:pt x="26" y="18"/>
                    </a:lnTo>
                    <a:lnTo>
                      <a:pt x="26" y="18"/>
                    </a:lnTo>
                    <a:lnTo>
                      <a:pt x="30" y="18"/>
                    </a:lnTo>
                    <a:lnTo>
                      <a:pt x="30" y="18"/>
                    </a:lnTo>
                    <a:lnTo>
                      <a:pt x="30" y="18"/>
                    </a:lnTo>
                    <a:lnTo>
                      <a:pt x="30" y="18"/>
                    </a:lnTo>
                    <a:lnTo>
                      <a:pt x="30" y="18"/>
                    </a:lnTo>
                    <a:lnTo>
                      <a:pt x="30" y="22"/>
                    </a:lnTo>
                    <a:lnTo>
                      <a:pt x="30" y="22"/>
                    </a:lnTo>
                    <a:lnTo>
                      <a:pt x="26" y="22"/>
                    </a:lnTo>
                    <a:lnTo>
                      <a:pt x="26" y="22"/>
                    </a:lnTo>
                    <a:lnTo>
                      <a:pt x="26" y="22"/>
                    </a:lnTo>
                    <a:lnTo>
                      <a:pt x="26" y="22"/>
                    </a:lnTo>
                    <a:lnTo>
                      <a:pt x="22" y="22"/>
                    </a:lnTo>
                    <a:lnTo>
                      <a:pt x="22" y="22"/>
                    </a:lnTo>
                    <a:lnTo>
                      <a:pt x="22" y="22"/>
                    </a:lnTo>
                    <a:lnTo>
                      <a:pt x="22" y="22"/>
                    </a:lnTo>
                    <a:lnTo>
                      <a:pt x="22" y="22"/>
                    </a:lnTo>
                    <a:lnTo>
                      <a:pt x="22" y="22"/>
                    </a:lnTo>
                    <a:lnTo>
                      <a:pt x="22" y="22"/>
                    </a:lnTo>
                    <a:lnTo>
                      <a:pt x="22" y="22"/>
                    </a:lnTo>
                    <a:lnTo>
                      <a:pt x="22" y="22"/>
                    </a:lnTo>
                    <a:close/>
                    <a:moveTo>
                      <a:pt x="30" y="22"/>
                    </a:moveTo>
                    <a:lnTo>
                      <a:pt x="30" y="22"/>
                    </a:lnTo>
                    <a:lnTo>
                      <a:pt x="30" y="26"/>
                    </a:lnTo>
                    <a:lnTo>
                      <a:pt x="30" y="26"/>
                    </a:lnTo>
                    <a:lnTo>
                      <a:pt x="30" y="26"/>
                    </a:lnTo>
                    <a:lnTo>
                      <a:pt x="30" y="26"/>
                    </a:lnTo>
                    <a:lnTo>
                      <a:pt x="26" y="26"/>
                    </a:lnTo>
                    <a:lnTo>
                      <a:pt x="26" y="26"/>
                    </a:lnTo>
                    <a:lnTo>
                      <a:pt x="26" y="26"/>
                    </a:lnTo>
                    <a:lnTo>
                      <a:pt x="26" y="26"/>
                    </a:lnTo>
                    <a:lnTo>
                      <a:pt x="26" y="26"/>
                    </a:lnTo>
                    <a:lnTo>
                      <a:pt x="26" y="26"/>
                    </a:lnTo>
                    <a:lnTo>
                      <a:pt x="26" y="26"/>
                    </a:lnTo>
                    <a:lnTo>
                      <a:pt x="26" y="26"/>
                    </a:lnTo>
                    <a:lnTo>
                      <a:pt x="26" y="26"/>
                    </a:lnTo>
                    <a:lnTo>
                      <a:pt x="22" y="22"/>
                    </a:lnTo>
                    <a:lnTo>
                      <a:pt x="26" y="22"/>
                    </a:lnTo>
                    <a:lnTo>
                      <a:pt x="26" y="22"/>
                    </a:lnTo>
                    <a:lnTo>
                      <a:pt x="26" y="22"/>
                    </a:lnTo>
                    <a:lnTo>
                      <a:pt x="26" y="22"/>
                    </a:lnTo>
                    <a:lnTo>
                      <a:pt x="30" y="22"/>
                    </a:lnTo>
                    <a:lnTo>
                      <a:pt x="30" y="22"/>
                    </a:lnTo>
                    <a:lnTo>
                      <a:pt x="30" y="22"/>
                    </a:lnTo>
                    <a:lnTo>
                      <a:pt x="30" y="18"/>
                    </a:lnTo>
                    <a:lnTo>
                      <a:pt x="30" y="18"/>
                    </a:lnTo>
                    <a:lnTo>
                      <a:pt x="30" y="18"/>
                    </a:lnTo>
                    <a:lnTo>
                      <a:pt x="34" y="18"/>
                    </a:lnTo>
                    <a:lnTo>
                      <a:pt x="34" y="18"/>
                    </a:lnTo>
                    <a:lnTo>
                      <a:pt x="34" y="22"/>
                    </a:lnTo>
                    <a:lnTo>
                      <a:pt x="34" y="22"/>
                    </a:lnTo>
                    <a:lnTo>
                      <a:pt x="34" y="22"/>
                    </a:lnTo>
                    <a:lnTo>
                      <a:pt x="34" y="22"/>
                    </a:lnTo>
                    <a:lnTo>
                      <a:pt x="34" y="22"/>
                    </a:lnTo>
                    <a:lnTo>
                      <a:pt x="34" y="22"/>
                    </a:lnTo>
                    <a:lnTo>
                      <a:pt x="30" y="22"/>
                    </a:lnTo>
                    <a:lnTo>
                      <a:pt x="30" y="22"/>
                    </a:lnTo>
                    <a:lnTo>
                      <a:pt x="30" y="22"/>
                    </a:lnTo>
                    <a:lnTo>
                      <a:pt x="30" y="22"/>
                    </a:lnTo>
                    <a:close/>
                    <a:moveTo>
                      <a:pt x="8" y="38"/>
                    </a:moveTo>
                    <a:lnTo>
                      <a:pt x="8" y="38"/>
                    </a:lnTo>
                    <a:lnTo>
                      <a:pt x="8" y="38"/>
                    </a:lnTo>
                    <a:lnTo>
                      <a:pt x="8" y="38"/>
                    </a:lnTo>
                    <a:lnTo>
                      <a:pt x="8" y="38"/>
                    </a:lnTo>
                    <a:lnTo>
                      <a:pt x="12" y="38"/>
                    </a:lnTo>
                    <a:lnTo>
                      <a:pt x="12" y="38"/>
                    </a:lnTo>
                    <a:lnTo>
                      <a:pt x="12" y="42"/>
                    </a:lnTo>
                    <a:lnTo>
                      <a:pt x="8" y="42"/>
                    </a:lnTo>
                    <a:lnTo>
                      <a:pt x="8" y="42"/>
                    </a:lnTo>
                    <a:lnTo>
                      <a:pt x="8" y="42"/>
                    </a:lnTo>
                    <a:lnTo>
                      <a:pt x="8" y="42"/>
                    </a:lnTo>
                    <a:lnTo>
                      <a:pt x="4" y="38"/>
                    </a:lnTo>
                    <a:lnTo>
                      <a:pt x="4" y="38"/>
                    </a:lnTo>
                    <a:lnTo>
                      <a:pt x="4" y="38"/>
                    </a:lnTo>
                    <a:lnTo>
                      <a:pt x="4" y="38"/>
                    </a:lnTo>
                    <a:lnTo>
                      <a:pt x="4" y="38"/>
                    </a:lnTo>
                    <a:lnTo>
                      <a:pt x="4" y="38"/>
                    </a:lnTo>
                    <a:lnTo>
                      <a:pt x="4" y="38"/>
                    </a:lnTo>
                    <a:lnTo>
                      <a:pt x="8" y="38"/>
                    </a:lnTo>
                    <a:lnTo>
                      <a:pt x="8" y="38"/>
                    </a:lnTo>
                    <a:lnTo>
                      <a:pt x="8" y="38"/>
                    </a:lnTo>
                    <a:close/>
                    <a:moveTo>
                      <a:pt x="0" y="44"/>
                    </a:moveTo>
                    <a:lnTo>
                      <a:pt x="0" y="44"/>
                    </a:lnTo>
                    <a:lnTo>
                      <a:pt x="0" y="44"/>
                    </a:lnTo>
                    <a:lnTo>
                      <a:pt x="0" y="44"/>
                    </a:lnTo>
                    <a:lnTo>
                      <a:pt x="4" y="44"/>
                    </a:lnTo>
                    <a:lnTo>
                      <a:pt x="4" y="44"/>
                    </a:lnTo>
                    <a:lnTo>
                      <a:pt x="4" y="44"/>
                    </a:lnTo>
                    <a:lnTo>
                      <a:pt x="8" y="44"/>
                    </a:lnTo>
                    <a:lnTo>
                      <a:pt x="8" y="44"/>
                    </a:lnTo>
                    <a:lnTo>
                      <a:pt x="12" y="44"/>
                    </a:lnTo>
                    <a:lnTo>
                      <a:pt x="12" y="44"/>
                    </a:lnTo>
                    <a:lnTo>
                      <a:pt x="12" y="44"/>
                    </a:lnTo>
                    <a:lnTo>
                      <a:pt x="12" y="44"/>
                    </a:lnTo>
                    <a:lnTo>
                      <a:pt x="12" y="48"/>
                    </a:lnTo>
                    <a:lnTo>
                      <a:pt x="8" y="48"/>
                    </a:lnTo>
                    <a:lnTo>
                      <a:pt x="8" y="48"/>
                    </a:lnTo>
                    <a:lnTo>
                      <a:pt x="8" y="48"/>
                    </a:lnTo>
                    <a:lnTo>
                      <a:pt x="4" y="48"/>
                    </a:lnTo>
                    <a:lnTo>
                      <a:pt x="4" y="48"/>
                    </a:lnTo>
                    <a:lnTo>
                      <a:pt x="4" y="44"/>
                    </a:lnTo>
                    <a:lnTo>
                      <a:pt x="4" y="44"/>
                    </a:lnTo>
                    <a:lnTo>
                      <a:pt x="0" y="48"/>
                    </a:lnTo>
                    <a:lnTo>
                      <a:pt x="0" y="48"/>
                    </a:lnTo>
                    <a:lnTo>
                      <a:pt x="0" y="48"/>
                    </a:lnTo>
                    <a:lnTo>
                      <a:pt x="0" y="48"/>
                    </a:lnTo>
                    <a:lnTo>
                      <a:pt x="0" y="48"/>
                    </a:lnTo>
                    <a:lnTo>
                      <a:pt x="0" y="48"/>
                    </a:lnTo>
                    <a:lnTo>
                      <a:pt x="0" y="44"/>
                    </a:lnTo>
                    <a:lnTo>
                      <a:pt x="0" y="44"/>
                    </a:lnTo>
                    <a:lnTo>
                      <a:pt x="0" y="44"/>
                    </a:lnTo>
                    <a:lnTo>
                      <a:pt x="0" y="44"/>
                    </a:lnTo>
                    <a:close/>
                    <a:moveTo>
                      <a:pt x="26" y="4"/>
                    </a:moveTo>
                    <a:lnTo>
                      <a:pt x="26" y="4"/>
                    </a:lnTo>
                    <a:lnTo>
                      <a:pt x="26" y="4"/>
                    </a:lnTo>
                    <a:lnTo>
                      <a:pt x="26" y="4"/>
                    </a:lnTo>
                    <a:lnTo>
                      <a:pt x="26" y="4"/>
                    </a:lnTo>
                    <a:lnTo>
                      <a:pt x="26" y="4"/>
                    </a:lnTo>
                    <a:lnTo>
                      <a:pt x="26" y="4"/>
                    </a:lnTo>
                    <a:lnTo>
                      <a:pt x="30" y="0"/>
                    </a:lnTo>
                    <a:lnTo>
                      <a:pt x="30" y="0"/>
                    </a:lnTo>
                    <a:lnTo>
                      <a:pt x="30" y="0"/>
                    </a:lnTo>
                    <a:lnTo>
                      <a:pt x="30" y="0"/>
                    </a:lnTo>
                    <a:lnTo>
                      <a:pt x="30" y="0"/>
                    </a:lnTo>
                    <a:lnTo>
                      <a:pt x="26" y="4"/>
                    </a:lnTo>
                    <a:lnTo>
                      <a:pt x="26" y="4"/>
                    </a:lnTo>
                    <a:lnTo>
                      <a:pt x="26" y="4"/>
                    </a:lnTo>
                    <a:lnTo>
                      <a:pt x="26" y="4"/>
                    </a:lnTo>
                    <a:lnTo>
                      <a:pt x="26" y="4"/>
                    </a:lnTo>
                    <a:lnTo>
                      <a:pt x="26" y="4"/>
                    </a:lnTo>
                    <a:close/>
                    <a:moveTo>
                      <a:pt x="20" y="12"/>
                    </a:moveTo>
                    <a:lnTo>
                      <a:pt x="20" y="12"/>
                    </a:lnTo>
                    <a:lnTo>
                      <a:pt x="20" y="12"/>
                    </a:lnTo>
                    <a:lnTo>
                      <a:pt x="20" y="12"/>
                    </a:lnTo>
                    <a:lnTo>
                      <a:pt x="20" y="12"/>
                    </a:lnTo>
                    <a:lnTo>
                      <a:pt x="20" y="12"/>
                    </a:lnTo>
                    <a:lnTo>
                      <a:pt x="20" y="8"/>
                    </a:lnTo>
                    <a:lnTo>
                      <a:pt x="20" y="8"/>
                    </a:lnTo>
                    <a:lnTo>
                      <a:pt x="20" y="8"/>
                    </a:lnTo>
                    <a:lnTo>
                      <a:pt x="20" y="8"/>
                    </a:lnTo>
                    <a:lnTo>
                      <a:pt x="20" y="8"/>
                    </a:lnTo>
                    <a:lnTo>
                      <a:pt x="22" y="8"/>
                    </a:lnTo>
                    <a:lnTo>
                      <a:pt x="22" y="8"/>
                    </a:lnTo>
                    <a:lnTo>
                      <a:pt x="22" y="8"/>
                    </a:lnTo>
                    <a:lnTo>
                      <a:pt x="22" y="8"/>
                    </a:lnTo>
                    <a:lnTo>
                      <a:pt x="22" y="8"/>
                    </a:lnTo>
                    <a:lnTo>
                      <a:pt x="20" y="12"/>
                    </a:lnTo>
                    <a:lnTo>
                      <a:pt x="20" y="12"/>
                    </a:lnTo>
                    <a:lnTo>
                      <a:pt x="20" y="12"/>
                    </a:lnTo>
                    <a:lnTo>
                      <a:pt x="20" y="12"/>
                    </a:lnTo>
                    <a:lnTo>
                      <a:pt x="20" y="12"/>
                    </a:lnTo>
                    <a:lnTo>
                      <a:pt x="20" y="12"/>
                    </a:lnTo>
                    <a:lnTo>
                      <a:pt x="20"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2" name="Freeform 116"/>
              <p:cNvSpPr>
                <a:spLocks noEditPoints="1"/>
              </p:cNvSpPr>
              <p:nvPr/>
            </p:nvSpPr>
            <p:spPr bwMode="gray">
              <a:xfrm>
                <a:off x="4914745" y="2084731"/>
                <a:ext cx="650486" cy="553084"/>
              </a:xfrm>
              <a:custGeom>
                <a:avLst/>
                <a:gdLst>
                  <a:gd name="T0" fmla="*/ 104 w 374"/>
                  <a:gd name="T1" fmla="*/ 154 h 318"/>
                  <a:gd name="T2" fmla="*/ 120 w 374"/>
                  <a:gd name="T3" fmla="*/ 132 h 318"/>
                  <a:gd name="T4" fmla="*/ 120 w 374"/>
                  <a:gd name="T5" fmla="*/ 116 h 318"/>
                  <a:gd name="T6" fmla="*/ 142 w 374"/>
                  <a:gd name="T7" fmla="*/ 102 h 318"/>
                  <a:gd name="T8" fmla="*/ 150 w 374"/>
                  <a:gd name="T9" fmla="*/ 94 h 318"/>
                  <a:gd name="T10" fmla="*/ 146 w 374"/>
                  <a:gd name="T11" fmla="*/ 82 h 318"/>
                  <a:gd name="T12" fmla="*/ 164 w 374"/>
                  <a:gd name="T13" fmla="*/ 82 h 318"/>
                  <a:gd name="T14" fmla="*/ 184 w 374"/>
                  <a:gd name="T15" fmla="*/ 72 h 318"/>
                  <a:gd name="T16" fmla="*/ 180 w 374"/>
                  <a:gd name="T17" fmla="*/ 56 h 318"/>
                  <a:gd name="T18" fmla="*/ 202 w 374"/>
                  <a:gd name="T19" fmla="*/ 42 h 318"/>
                  <a:gd name="T20" fmla="*/ 232 w 374"/>
                  <a:gd name="T21" fmla="*/ 30 h 318"/>
                  <a:gd name="T22" fmla="*/ 254 w 374"/>
                  <a:gd name="T23" fmla="*/ 22 h 318"/>
                  <a:gd name="T24" fmla="*/ 276 w 374"/>
                  <a:gd name="T25" fmla="*/ 8 h 318"/>
                  <a:gd name="T26" fmla="*/ 296 w 374"/>
                  <a:gd name="T27" fmla="*/ 22 h 318"/>
                  <a:gd name="T28" fmla="*/ 318 w 374"/>
                  <a:gd name="T29" fmla="*/ 8 h 318"/>
                  <a:gd name="T30" fmla="*/ 332 w 374"/>
                  <a:gd name="T31" fmla="*/ 22 h 318"/>
                  <a:gd name="T32" fmla="*/ 374 w 374"/>
                  <a:gd name="T33" fmla="*/ 22 h 318"/>
                  <a:gd name="T34" fmla="*/ 358 w 374"/>
                  <a:gd name="T35" fmla="*/ 34 h 318"/>
                  <a:gd name="T36" fmla="*/ 348 w 374"/>
                  <a:gd name="T37" fmla="*/ 38 h 318"/>
                  <a:gd name="T38" fmla="*/ 296 w 374"/>
                  <a:gd name="T39" fmla="*/ 56 h 318"/>
                  <a:gd name="T40" fmla="*/ 232 w 374"/>
                  <a:gd name="T41" fmla="*/ 52 h 318"/>
                  <a:gd name="T42" fmla="*/ 168 w 374"/>
                  <a:gd name="T43" fmla="*/ 90 h 318"/>
                  <a:gd name="T44" fmla="*/ 128 w 374"/>
                  <a:gd name="T45" fmla="*/ 162 h 318"/>
                  <a:gd name="T46" fmla="*/ 112 w 374"/>
                  <a:gd name="T47" fmla="*/ 236 h 318"/>
                  <a:gd name="T48" fmla="*/ 90 w 374"/>
                  <a:gd name="T49" fmla="*/ 292 h 318"/>
                  <a:gd name="T50" fmla="*/ 72 w 374"/>
                  <a:gd name="T51" fmla="*/ 294 h 318"/>
                  <a:gd name="T52" fmla="*/ 12 w 374"/>
                  <a:gd name="T53" fmla="*/ 292 h 318"/>
                  <a:gd name="T54" fmla="*/ 14 w 374"/>
                  <a:gd name="T55" fmla="*/ 284 h 318"/>
                  <a:gd name="T56" fmla="*/ 30 w 374"/>
                  <a:gd name="T57" fmla="*/ 262 h 318"/>
                  <a:gd name="T58" fmla="*/ 14 w 374"/>
                  <a:gd name="T59" fmla="*/ 258 h 318"/>
                  <a:gd name="T60" fmla="*/ 34 w 374"/>
                  <a:gd name="T61" fmla="*/ 246 h 318"/>
                  <a:gd name="T62" fmla="*/ 8 w 374"/>
                  <a:gd name="T63" fmla="*/ 238 h 318"/>
                  <a:gd name="T64" fmla="*/ 8 w 374"/>
                  <a:gd name="T65" fmla="*/ 228 h 318"/>
                  <a:gd name="T66" fmla="*/ 30 w 374"/>
                  <a:gd name="T67" fmla="*/ 224 h 318"/>
                  <a:gd name="T68" fmla="*/ 44 w 374"/>
                  <a:gd name="T69" fmla="*/ 210 h 318"/>
                  <a:gd name="T70" fmla="*/ 52 w 374"/>
                  <a:gd name="T71" fmla="*/ 206 h 318"/>
                  <a:gd name="T72" fmla="*/ 64 w 374"/>
                  <a:gd name="T73" fmla="*/ 192 h 318"/>
                  <a:gd name="T74" fmla="*/ 86 w 374"/>
                  <a:gd name="T75" fmla="*/ 180 h 318"/>
                  <a:gd name="T76" fmla="*/ 284 w 374"/>
                  <a:gd name="T77" fmla="*/ 4 h 318"/>
                  <a:gd name="T78" fmla="*/ 206 w 374"/>
                  <a:gd name="T79" fmla="*/ 26 h 318"/>
                  <a:gd name="T80" fmla="*/ 354 w 374"/>
                  <a:gd name="T81" fmla="*/ 38 h 318"/>
                  <a:gd name="T82" fmla="*/ 176 w 374"/>
                  <a:gd name="T83" fmla="*/ 60 h 318"/>
                  <a:gd name="T84" fmla="*/ 124 w 374"/>
                  <a:gd name="T85" fmla="*/ 76 h 318"/>
                  <a:gd name="T86" fmla="*/ 130 w 374"/>
                  <a:gd name="T87" fmla="*/ 106 h 318"/>
                  <a:gd name="T88" fmla="*/ 104 w 374"/>
                  <a:gd name="T89" fmla="*/ 154 h 318"/>
                  <a:gd name="T90" fmla="*/ 52 w 374"/>
                  <a:gd name="T91" fmla="*/ 194 h 318"/>
                  <a:gd name="T92" fmla="*/ 42 w 374"/>
                  <a:gd name="T93" fmla="*/ 202 h 318"/>
                  <a:gd name="T94" fmla="*/ 12 w 374"/>
                  <a:gd name="T95" fmla="*/ 222 h 318"/>
                  <a:gd name="T96" fmla="*/ 12 w 374"/>
                  <a:gd name="T97" fmla="*/ 262 h 318"/>
                  <a:gd name="T98" fmla="*/ 248 w 374"/>
                  <a:gd name="T99" fmla="*/ 16 h 318"/>
                  <a:gd name="T100" fmla="*/ 270 w 374"/>
                  <a:gd name="T101" fmla="*/ 16 h 318"/>
                  <a:gd name="T102" fmla="*/ 228 w 374"/>
                  <a:gd name="T103" fmla="*/ 30 h 318"/>
                  <a:gd name="T104" fmla="*/ 194 w 374"/>
                  <a:gd name="T105" fmla="*/ 38 h 318"/>
                  <a:gd name="T106" fmla="*/ 176 w 374"/>
                  <a:gd name="T107" fmla="*/ 42 h 318"/>
                  <a:gd name="T108" fmla="*/ 154 w 374"/>
                  <a:gd name="T109" fmla="*/ 56 h 318"/>
                  <a:gd name="T110" fmla="*/ 146 w 374"/>
                  <a:gd name="T111" fmla="*/ 60 h 318"/>
                  <a:gd name="T112" fmla="*/ 158 w 374"/>
                  <a:gd name="T113" fmla="*/ 56 h 318"/>
                  <a:gd name="T114" fmla="*/ 134 w 374"/>
                  <a:gd name="T115" fmla="*/ 76 h 318"/>
                  <a:gd name="T116" fmla="*/ 108 w 374"/>
                  <a:gd name="T117" fmla="*/ 132 h 318"/>
                  <a:gd name="T118" fmla="*/ 44 w 374"/>
                  <a:gd name="T119" fmla="*/ 194 h 318"/>
                  <a:gd name="T120" fmla="*/ 8 w 374"/>
                  <a:gd name="T121" fmla="*/ 262 h 318"/>
                  <a:gd name="T122" fmla="*/ 8 w 374"/>
                  <a:gd name="T123" fmla="*/ 280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74" h="318">
                    <a:moveTo>
                      <a:pt x="82" y="168"/>
                    </a:moveTo>
                    <a:lnTo>
                      <a:pt x="86" y="168"/>
                    </a:lnTo>
                    <a:lnTo>
                      <a:pt x="82" y="168"/>
                    </a:lnTo>
                    <a:lnTo>
                      <a:pt x="86" y="164"/>
                    </a:lnTo>
                    <a:lnTo>
                      <a:pt x="90" y="164"/>
                    </a:lnTo>
                    <a:lnTo>
                      <a:pt x="94" y="168"/>
                    </a:lnTo>
                    <a:lnTo>
                      <a:pt x="94" y="164"/>
                    </a:lnTo>
                    <a:lnTo>
                      <a:pt x="98" y="164"/>
                    </a:lnTo>
                    <a:lnTo>
                      <a:pt x="102" y="164"/>
                    </a:lnTo>
                    <a:lnTo>
                      <a:pt x="98" y="164"/>
                    </a:lnTo>
                    <a:lnTo>
                      <a:pt x="94" y="164"/>
                    </a:lnTo>
                    <a:lnTo>
                      <a:pt x="94" y="162"/>
                    </a:lnTo>
                    <a:lnTo>
                      <a:pt x="98" y="162"/>
                    </a:lnTo>
                    <a:lnTo>
                      <a:pt x="102" y="162"/>
                    </a:lnTo>
                    <a:lnTo>
                      <a:pt x="102" y="158"/>
                    </a:lnTo>
                    <a:lnTo>
                      <a:pt x="98" y="158"/>
                    </a:lnTo>
                    <a:lnTo>
                      <a:pt x="102" y="158"/>
                    </a:lnTo>
                    <a:lnTo>
                      <a:pt x="104" y="154"/>
                    </a:lnTo>
                    <a:lnTo>
                      <a:pt x="102" y="154"/>
                    </a:lnTo>
                    <a:lnTo>
                      <a:pt x="102" y="158"/>
                    </a:lnTo>
                    <a:lnTo>
                      <a:pt x="94" y="162"/>
                    </a:lnTo>
                    <a:lnTo>
                      <a:pt x="94" y="158"/>
                    </a:lnTo>
                    <a:lnTo>
                      <a:pt x="98" y="158"/>
                    </a:lnTo>
                    <a:lnTo>
                      <a:pt x="94" y="158"/>
                    </a:lnTo>
                    <a:lnTo>
                      <a:pt x="98" y="154"/>
                    </a:lnTo>
                    <a:lnTo>
                      <a:pt x="102" y="154"/>
                    </a:lnTo>
                    <a:lnTo>
                      <a:pt x="104" y="154"/>
                    </a:lnTo>
                    <a:lnTo>
                      <a:pt x="108" y="154"/>
                    </a:lnTo>
                    <a:lnTo>
                      <a:pt x="112" y="150"/>
                    </a:lnTo>
                    <a:lnTo>
                      <a:pt x="116" y="146"/>
                    </a:lnTo>
                    <a:lnTo>
                      <a:pt x="112" y="150"/>
                    </a:lnTo>
                    <a:lnTo>
                      <a:pt x="108" y="150"/>
                    </a:lnTo>
                    <a:lnTo>
                      <a:pt x="112" y="150"/>
                    </a:lnTo>
                    <a:lnTo>
                      <a:pt x="112" y="146"/>
                    </a:lnTo>
                    <a:lnTo>
                      <a:pt x="108" y="146"/>
                    </a:lnTo>
                    <a:lnTo>
                      <a:pt x="108" y="150"/>
                    </a:lnTo>
                    <a:lnTo>
                      <a:pt x="104" y="150"/>
                    </a:lnTo>
                    <a:lnTo>
                      <a:pt x="108" y="146"/>
                    </a:lnTo>
                    <a:lnTo>
                      <a:pt x="112" y="146"/>
                    </a:lnTo>
                    <a:lnTo>
                      <a:pt x="108" y="142"/>
                    </a:lnTo>
                    <a:lnTo>
                      <a:pt x="112" y="142"/>
                    </a:lnTo>
                    <a:lnTo>
                      <a:pt x="108" y="142"/>
                    </a:lnTo>
                    <a:lnTo>
                      <a:pt x="108" y="138"/>
                    </a:lnTo>
                    <a:lnTo>
                      <a:pt x="108" y="136"/>
                    </a:lnTo>
                    <a:lnTo>
                      <a:pt x="112" y="136"/>
                    </a:lnTo>
                    <a:lnTo>
                      <a:pt x="112" y="138"/>
                    </a:lnTo>
                    <a:lnTo>
                      <a:pt x="116" y="138"/>
                    </a:lnTo>
                    <a:lnTo>
                      <a:pt x="112" y="138"/>
                    </a:lnTo>
                    <a:lnTo>
                      <a:pt x="112" y="136"/>
                    </a:lnTo>
                    <a:lnTo>
                      <a:pt x="112" y="132"/>
                    </a:lnTo>
                    <a:lnTo>
                      <a:pt x="116" y="132"/>
                    </a:lnTo>
                    <a:lnTo>
                      <a:pt x="120" y="132"/>
                    </a:lnTo>
                    <a:lnTo>
                      <a:pt x="120" y="136"/>
                    </a:lnTo>
                    <a:lnTo>
                      <a:pt x="120" y="132"/>
                    </a:lnTo>
                    <a:lnTo>
                      <a:pt x="116" y="132"/>
                    </a:lnTo>
                    <a:lnTo>
                      <a:pt x="116" y="128"/>
                    </a:lnTo>
                    <a:lnTo>
                      <a:pt x="112" y="128"/>
                    </a:lnTo>
                    <a:lnTo>
                      <a:pt x="116" y="128"/>
                    </a:lnTo>
                    <a:lnTo>
                      <a:pt x="120" y="128"/>
                    </a:lnTo>
                    <a:lnTo>
                      <a:pt x="120" y="124"/>
                    </a:lnTo>
                    <a:lnTo>
                      <a:pt x="124" y="124"/>
                    </a:lnTo>
                    <a:lnTo>
                      <a:pt x="128" y="124"/>
                    </a:lnTo>
                    <a:lnTo>
                      <a:pt x="124" y="124"/>
                    </a:lnTo>
                    <a:lnTo>
                      <a:pt x="124" y="128"/>
                    </a:lnTo>
                    <a:lnTo>
                      <a:pt x="128" y="124"/>
                    </a:lnTo>
                    <a:lnTo>
                      <a:pt x="130" y="124"/>
                    </a:lnTo>
                    <a:lnTo>
                      <a:pt x="134" y="124"/>
                    </a:lnTo>
                    <a:lnTo>
                      <a:pt x="134" y="120"/>
                    </a:lnTo>
                    <a:lnTo>
                      <a:pt x="130" y="124"/>
                    </a:lnTo>
                    <a:lnTo>
                      <a:pt x="128" y="124"/>
                    </a:lnTo>
                    <a:lnTo>
                      <a:pt x="124" y="124"/>
                    </a:lnTo>
                    <a:lnTo>
                      <a:pt x="120" y="124"/>
                    </a:lnTo>
                    <a:lnTo>
                      <a:pt x="116" y="124"/>
                    </a:lnTo>
                    <a:lnTo>
                      <a:pt x="120" y="124"/>
                    </a:lnTo>
                    <a:lnTo>
                      <a:pt x="124" y="124"/>
                    </a:lnTo>
                    <a:lnTo>
                      <a:pt x="120" y="124"/>
                    </a:lnTo>
                    <a:lnTo>
                      <a:pt x="116" y="120"/>
                    </a:lnTo>
                    <a:lnTo>
                      <a:pt x="120" y="120"/>
                    </a:lnTo>
                    <a:lnTo>
                      <a:pt x="120" y="116"/>
                    </a:lnTo>
                    <a:lnTo>
                      <a:pt x="116" y="116"/>
                    </a:lnTo>
                    <a:lnTo>
                      <a:pt x="120" y="116"/>
                    </a:lnTo>
                    <a:lnTo>
                      <a:pt x="124" y="116"/>
                    </a:lnTo>
                    <a:lnTo>
                      <a:pt x="128" y="116"/>
                    </a:lnTo>
                    <a:lnTo>
                      <a:pt x="124" y="116"/>
                    </a:lnTo>
                    <a:lnTo>
                      <a:pt x="120" y="116"/>
                    </a:lnTo>
                    <a:lnTo>
                      <a:pt x="120" y="112"/>
                    </a:lnTo>
                    <a:lnTo>
                      <a:pt x="124" y="112"/>
                    </a:lnTo>
                    <a:lnTo>
                      <a:pt x="120" y="112"/>
                    </a:lnTo>
                    <a:lnTo>
                      <a:pt x="124" y="112"/>
                    </a:lnTo>
                    <a:lnTo>
                      <a:pt x="128" y="112"/>
                    </a:lnTo>
                    <a:lnTo>
                      <a:pt x="130" y="112"/>
                    </a:lnTo>
                    <a:lnTo>
                      <a:pt x="128" y="112"/>
                    </a:lnTo>
                    <a:lnTo>
                      <a:pt x="124" y="112"/>
                    </a:lnTo>
                    <a:lnTo>
                      <a:pt x="128" y="112"/>
                    </a:lnTo>
                    <a:lnTo>
                      <a:pt x="124" y="112"/>
                    </a:lnTo>
                    <a:lnTo>
                      <a:pt x="124" y="108"/>
                    </a:lnTo>
                    <a:lnTo>
                      <a:pt x="128" y="108"/>
                    </a:lnTo>
                    <a:lnTo>
                      <a:pt x="130" y="108"/>
                    </a:lnTo>
                    <a:lnTo>
                      <a:pt x="128" y="108"/>
                    </a:lnTo>
                    <a:lnTo>
                      <a:pt x="124" y="108"/>
                    </a:lnTo>
                    <a:lnTo>
                      <a:pt x="128" y="106"/>
                    </a:lnTo>
                    <a:lnTo>
                      <a:pt x="130" y="108"/>
                    </a:lnTo>
                    <a:lnTo>
                      <a:pt x="134" y="106"/>
                    </a:lnTo>
                    <a:lnTo>
                      <a:pt x="138" y="106"/>
                    </a:lnTo>
                    <a:lnTo>
                      <a:pt x="134" y="106"/>
                    </a:lnTo>
                    <a:lnTo>
                      <a:pt x="134" y="102"/>
                    </a:lnTo>
                    <a:lnTo>
                      <a:pt x="138" y="102"/>
                    </a:lnTo>
                    <a:lnTo>
                      <a:pt x="142" y="102"/>
                    </a:lnTo>
                    <a:lnTo>
                      <a:pt x="138" y="102"/>
                    </a:lnTo>
                    <a:lnTo>
                      <a:pt x="142" y="102"/>
                    </a:lnTo>
                    <a:lnTo>
                      <a:pt x="146" y="102"/>
                    </a:lnTo>
                    <a:lnTo>
                      <a:pt x="150" y="102"/>
                    </a:lnTo>
                    <a:lnTo>
                      <a:pt x="154" y="106"/>
                    </a:lnTo>
                    <a:lnTo>
                      <a:pt x="154" y="102"/>
                    </a:lnTo>
                    <a:lnTo>
                      <a:pt x="150" y="102"/>
                    </a:lnTo>
                    <a:lnTo>
                      <a:pt x="154" y="102"/>
                    </a:lnTo>
                    <a:lnTo>
                      <a:pt x="158" y="102"/>
                    </a:lnTo>
                    <a:lnTo>
                      <a:pt x="150" y="102"/>
                    </a:lnTo>
                    <a:lnTo>
                      <a:pt x="150" y="98"/>
                    </a:lnTo>
                    <a:lnTo>
                      <a:pt x="150" y="102"/>
                    </a:lnTo>
                    <a:lnTo>
                      <a:pt x="146" y="98"/>
                    </a:lnTo>
                    <a:lnTo>
                      <a:pt x="150" y="98"/>
                    </a:lnTo>
                    <a:lnTo>
                      <a:pt x="146" y="98"/>
                    </a:lnTo>
                    <a:lnTo>
                      <a:pt x="142" y="98"/>
                    </a:lnTo>
                    <a:lnTo>
                      <a:pt x="142" y="102"/>
                    </a:lnTo>
                    <a:lnTo>
                      <a:pt x="138" y="98"/>
                    </a:lnTo>
                    <a:lnTo>
                      <a:pt x="134" y="98"/>
                    </a:lnTo>
                    <a:lnTo>
                      <a:pt x="138" y="98"/>
                    </a:lnTo>
                    <a:lnTo>
                      <a:pt x="138" y="94"/>
                    </a:lnTo>
                    <a:lnTo>
                      <a:pt x="142" y="94"/>
                    </a:lnTo>
                    <a:lnTo>
                      <a:pt x="146" y="94"/>
                    </a:lnTo>
                    <a:lnTo>
                      <a:pt x="142" y="94"/>
                    </a:lnTo>
                    <a:lnTo>
                      <a:pt x="146" y="90"/>
                    </a:lnTo>
                    <a:lnTo>
                      <a:pt x="146" y="94"/>
                    </a:lnTo>
                    <a:lnTo>
                      <a:pt x="150" y="94"/>
                    </a:lnTo>
                    <a:lnTo>
                      <a:pt x="154" y="94"/>
                    </a:lnTo>
                    <a:lnTo>
                      <a:pt x="154" y="98"/>
                    </a:lnTo>
                    <a:lnTo>
                      <a:pt x="158" y="98"/>
                    </a:lnTo>
                    <a:lnTo>
                      <a:pt x="154" y="98"/>
                    </a:lnTo>
                    <a:lnTo>
                      <a:pt x="154" y="94"/>
                    </a:lnTo>
                    <a:lnTo>
                      <a:pt x="158" y="94"/>
                    </a:lnTo>
                    <a:lnTo>
                      <a:pt x="158" y="90"/>
                    </a:lnTo>
                    <a:lnTo>
                      <a:pt x="154" y="90"/>
                    </a:lnTo>
                    <a:lnTo>
                      <a:pt x="154" y="94"/>
                    </a:lnTo>
                    <a:lnTo>
                      <a:pt x="150" y="94"/>
                    </a:lnTo>
                    <a:lnTo>
                      <a:pt x="150" y="90"/>
                    </a:lnTo>
                    <a:lnTo>
                      <a:pt x="150" y="86"/>
                    </a:lnTo>
                    <a:lnTo>
                      <a:pt x="154" y="90"/>
                    </a:lnTo>
                    <a:lnTo>
                      <a:pt x="154" y="86"/>
                    </a:lnTo>
                    <a:lnTo>
                      <a:pt x="150" y="86"/>
                    </a:lnTo>
                    <a:lnTo>
                      <a:pt x="154" y="86"/>
                    </a:lnTo>
                    <a:lnTo>
                      <a:pt x="158" y="90"/>
                    </a:lnTo>
                    <a:lnTo>
                      <a:pt x="158" y="86"/>
                    </a:lnTo>
                    <a:lnTo>
                      <a:pt x="154" y="86"/>
                    </a:lnTo>
                    <a:lnTo>
                      <a:pt x="150" y="86"/>
                    </a:lnTo>
                    <a:lnTo>
                      <a:pt x="146" y="90"/>
                    </a:lnTo>
                    <a:lnTo>
                      <a:pt x="142" y="90"/>
                    </a:lnTo>
                    <a:lnTo>
                      <a:pt x="142" y="86"/>
                    </a:lnTo>
                    <a:lnTo>
                      <a:pt x="146" y="86"/>
                    </a:lnTo>
                    <a:lnTo>
                      <a:pt x="142" y="86"/>
                    </a:lnTo>
                    <a:lnTo>
                      <a:pt x="146" y="86"/>
                    </a:lnTo>
                    <a:lnTo>
                      <a:pt x="146" y="82"/>
                    </a:lnTo>
                    <a:lnTo>
                      <a:pt x="142" y="86"/>
                    </a:lnTo>
                    <a:lnTo>
                      <a:pt x="142" y="82"/>
                    </a:lnTo>
                    <a:lnTo>
                      <a:pt x="146" y="82"/>
                    </a:lnTo>
                    <a:lnTo>
                      <a:pt x="150" y="82"/>
                    </a:lnTo>
                    <a:lnTo>
                      <a:pt x="154" y="82"/>
                    </a:lnTo>
                    <a:lnTo>
                      <a:pt x="158" y="82"/>
                    </a:lnTo>
                    <a:lnTo>
                      <a:pt x="160" y="78"/>
                    </a:lnTo>
                    <a:lnTo>
                      <a:pt x="158" y="78"/>
                    </a:lnTo>
                    <a:lnTo>
                      <a:pt x="154" y="78"/>
                    </a:lnTo>
                    <a:lnTo>
                      <a:pt x="150" y="82"/>
                    </a:lnTo>
                    <a:lnTo>
                      <a:pt x="150" y="78"/>
                    </a:lnTo>
                    <a:lnTo>
                      <a:pt x="154" y="78"/>
                    </a:lnTo>
                    <a:lnTo>
                      <a:pt x="154" y="76"/>
                    </a:lnTo>
                    <a:lnTo>
                      <a:pt x="158" y="76"/>
                    </a:lnTo>
                    <a:lnTo>
                      <a:pt x="158" y="78"/>
                    </a:lnTo>
                    <a:lnTo>
                      <a:pt x="154" y="78"/>
                    </a:lnTo>
                    <a:lnTo>
                      <a:pt x="158" y="78"/>
                    </a:lnTo>
                    <a:lnTo>
                      <a:pt x="158" y="76"/>
                    </a:lnTo>
                    <a:lnTo>
                      <a:pt x="160" y="76"/>
                    </a:lnTo>
                    <a:lnTo>
                      <a:pt x="160" y="78"/>
                    </a:lnTo>
                    <a:lnTo>
                      <a:pt x="160" y="82"/>
                    </a:lnTo>
                    <a:lnTo>
                      <a:pt x="164" y="82"/>
                    </a:lnTo>
                    <a:lnTo>
                      <a:pt x="164" y="86"/>
                    </a:lnTo>
                    <a:lnTo>
                      <a:pt x="168" y="86"/>
                    </a:lnTo>
                    <a:lnTo>
                      <a:pt x="164" y="82"/>
                    </a:lnTo>
                    <a:lnTo>
                      <a:pt x="164" y="78"/>
                    </a:lnTo>
                    <a:lnTo>
                      <a:pt x="164" y="82"/>
                    </a:lnTo>
                    <a:lnTo>
                      <a:pt x="168" y="82"/>
                    </a:lnTo>
                    <a:lnTo>
                      <a:pt x="168" y="78"/>
                    </a:lnTo>
                    <a:lnTo>
                      <a:pt x="164" y="78"/>
                    </a:lnTo>
                    <a:lnTo>
                      <a:pt x="168" y="78"/>
                    </a:lnTo>
                    <a:lnTo>
                      <a:pt x="164" y="78"/>
                    </a:lnTo>
                    <a:lnTo>
                      <a:pt x="164" y="76"/>
                    </a:lnTo>
                    <a:lnTo>
                      <a:pt x="168" y="76"/>
                    </a:lnTo>
                    <a:lnTo>
                      <a:pt x="164" y="76"/>
                    </a:lnTo>
                    <a:lnTo>
                      <a:pt x="160" y="76"/>
                    </a:lnTo>
                    <a:lnTo>
                      <a:pt x="164" y="76"/>
                    </a:lnTo>
                    <a:lnTo>
                      <a:pt x="160" y="76"/>
                    </a:lnTo>
                    <a:lnTo>
                      <a:pt x="160" y="72"/>
                    </a:lnTo>
                    <a:lnTo>
                      <a:pt x="168" y="76"/>
                    </a:lnTo>
                    <a:lnTo>
                      <a:pt x="172" y="78"/>
                    </a:lnTo>
                    <a:lnTo>
                      <a:pt x="172" y="76"/>
                    </a:lnTo>
                    <a:lnTo>
                      <a:pt x="168" y="76"/>
                    </a:lnTo>
                    <a:lnTo>
                      <a:pt x="164" y="72"/>
                    </a:lnTo>
                    <a:lnTo>
                      <a:pt x="168" y="72"/>
                    </a:lnTo>
                    <a:lnTo>
                      <a:pt x="172" y="72"/>
                    </a:lnTo>
                    <a:lnTo>
                      <a:pt x="176" y="72"/>
                    </a:lnTo>
                    <a:lnTo>
                      <a:pt x="180" y="76"/>
                    </a:lnTo>
                    <a:lnTo>
                      <a:pt x="180" y="72"/>
                    </a:lnTo>
                    <a:lnTo>
                      <a:pt x="176" y="72"/>
                    </a:lnTo>
                    <a:lnTo>
                      <a:pt x="180" y="72"/>
                    </a:lnTo>
                    <a:lnTo>
                      <a:pt x="184" y="72"/>
                    </a:lnTo>
                    <a:lnTo>
                      <a:pt x="180" y="72"/>
                    </a:lnTo>
                    <a:lnTo>
                      <a:pt x="184" y="72"/>
                    </a:lnTo>
                    <a:lnTo>
                      <a:pt x="184" y="68"/>
                    </a:lnTo>
                    <a:lnTo>
                      <a:pt x="180" y="68"/>
                    </a:lnTo>
                    <a:lnTo>
                      <a:pt x="176" y="68"/>
                    </a:lnTo>
                    <a:lnTo>
                      <a:pt x="176" y="72"/>
                    </a:lnTo>
                    <a:lnTo>
                      <a:pt x="176" y="68"/>
                    </a:lnTo>
                    <a:lnTo>
                      <a:pt x="172" y="68"/>
                    </a:lnTo>
                    <a:lnTo>
                      <a:pt x="168" y="72"/>
                    </a:lnTo>
                    <a:lnTo>
                      <a:pt x="164" y="68"/>
                    </a:lnTo>
                    <a:lnTo>
                      <a:pt x="168" y="68"/>
                    </a:lnTo>
                    <a:lnTo>
                      <a:pt x="168" y="64"/>
                    </a:lnTo>
                    <a:lnTo>
                      <a:pt x="172" y="64"/>
                    </a:lnTo>
                    <a:lnTo>
                      <a:pt x="176" y="64"/>
                    </a:lnTo>
                    <a:lnTo>
                      <a:pt x="180" y="64"/>
                    </a:lnTo>
                    <a:lnTo>
                      <a:pt x="184" y="64"/>
                    </a:lnTo>
                    <a:lnTo>
                      <a:pt x="180" y="64"/>
                    </a:lnTo>
                    <a:lnTo>
                      <a:pt x="176" y="60"/>
                    </a:lnTo>
                    <a:lnTo>
                      <a:pt x="180" y="60"/>
                    </a:lnTo>
                    <a:lnTo>
                      <a:pt x="184" y="60"/>
                    </a:lnTo>
                    <a:lnTo>
                      <a:pt x="188" y="60"/>
                    </a:lnTo>
                    <a:lnTo>
                      <a:pt x="184" y="60"/>
                    </a:lnTo>
                    <a:lnTo>
                      <a:pt x="180" y="60"/>
                    </a:lnTo>
                    <a:lnTo>
                      <a:pt x="184" y="60"/>
                    </a:lnTo>
                    <a:lnTo>
                      <a:pt x="184" y="56"/>
                    </a:lnTo>
                    <a:lnTo>
                      <a:pt x="184" y="60"/>
                    </a:lnTo>
                    <a:lnTo>
                      <a:pt x="188" y="60"/>
                    </a:lnTo>
                    <a:lnTo>
                      <a:pt x="184" y="56"/>
                    </a:lnTo>
                    <a:lnTo>
                      <a:pt x="180" y="56"/>
                    </a:lnTo>
                    <a:lnTo>
                      <a:pt x="184" y="52"/>
                    </a:lnTo>
                    <a:lnTo>
                      <a:pt x="188" y="52"/>
                    </a:lnTo>
                    <a:lnTo>
                      <a:pt x="190" y="52"/>
                    </a:lnTo>
                    <a:lnTo>
                      <a:pt x="188" y="50"/>
                    </a:lnTo>
                    <a:lnTo>
                      <a:pt x="190" y="50"/>
                    </a:lnTo>
                    <a:lnTo>
                      <a:pt x="190" y="46"/>
                    </a:lnTo>
                    <a:lnTo>
                      <a:pt x="190" y="42"/>
                    </a:lnTo>
                    <a:lnTo>
                      <a:pt x="194" y="46"/>
                    </a:lnTo>
                    <a:lnTo>
                      <a:pt x="194" y="50"/>
                    </a:lnTo>
                    <a:lnTo>
                      <a:pt x="198" y="50"/>
                    </a:lnTo>
                    <a:lnTo>
                      <a:pt x="202" y="50"/>
                    </a:lnTo>
                    <a:lnTo>
                      <a:pt x="198" y="46"/>
                    </a:lnTo>
                    <a:lnTo>
                      <a:pt x="194" y="46"/>
                    </a:lnTo>
                    <a:lnTo>
                      <a:pt x="194" y="42"/>
                    </a:lnTo>
                    <a:lnTo>
                      <a:pt x="198" y="42"/>
                    </a:lnTo>
                    <a:lnTo>
                      <a:pt x="202" y="42"/>
                    </a:lnTo>
                    <a:lnTo>
                      <a:pt x="202" y="46"/>
                    </a:lnTo>
                    <a:lnTo>
                      <a:pt x="206" y="46"/>
                    </a:lnTo>
                    <a:lnTo>
                      <a:pt x="210" y="50"/>
                    </a:lnTo>
                    <a:lnTo>
                      <a:pt x="206" y="50"/>
                    </a:lnTo>
                    <a:lnTo>
                      <a:pt x="210" y="50"/>
                    </a:lnTo>
                    <a:lnTo>
                      <a:pt x="210" y="46"/>
                    </a:lnTo>
                    <a:lnTo>
                      <a:pt x="206" y="46"/>
                    </a:lnTo>
                    <a:lnTo>
                      <a:pt x="202" y="46"/>
                    </a:lnTo>
                    <a:lnTo>
                      <a:pt x="202" y="42"/>
                    </a:lnTo>
                    <a:lnTo>
                      <a:pt x="206" y="42"/>
                    </a:lnTo>
                    <a:lnTo>
                      <a:pt x="202" y="42"/>
                    </a:lnTo>
                    <a:lnTo>
                      <a:pt x="202" y="38"/>
                    </a:lnTo>
                    <a:lnTo>
                      <a:pt x="206" y="38"/>
                    </a:lnTo>
                    <a:lnTo>
                      <a:pt x="206" y="34"/>
                    </a:lnTo>
                    <a:lnTo>
                      <a:pt x="214" y="34"/>
                    </a:lnTo>
                    <a:lnTo>
                      <a:pt x="214" y="38"/>
                    </a:lnTo>
                    <a:lnTo>
                      <a:pt x="214" y="42"/>
                    </a:lnTo>
                    <a:lnTo>
                      <a:pt x="210" y="42"/>
                    </a:lnTo>
                    <a:lnTo>
                      <a:pt x="210" y="46"/>
                    </a:lnTo>
                    <a:lnTo>
                      <a:pt x="214" y="46"/>
                    </a:lnTo>
                    <a:lnTo>
                      <a:pt x="214" y="42"/>
                    </a:lnTo>
                    <a:lnTo>
                      <a:pt x="214" y="38"/>
                    </a:lnTo>
                    <a:lnTo>
                      <a:pt x="218" y="34"/>
                    </a:lnTo>
                    <a:lnTo>
                      <a:pt x="218" y="30"/>
                    </a:lnTo>
                    <a:lnTo>
                      <a:pt x="220" y="30"/>
                    </a:lnTo>
                    <a:lnTo>
                      <a:pt x="220" y="34"/>
                    </a:lnTo>
                    <a:lnTo>
                      <a:pt x="220" y="38"/>
                    </a:lnTo>
                    <a:lnTo>
                      <a:pt x="220" y="42"/>
                    </a:lnTo>
                    <a:lnTo>
                      <a:pt x="220" y="46"/>
                    </a:lnTo>
                    <a:lnTo>
                      <a:pt x="218" y="46"/>
                    </a:lnTo>
                    <a:lnTo>
                      <a:pt x="218" y="50"/>
                    </a:lnTo>
                    <a:lnTo>
                      <a:pt x="220" y="46"/>
                    </a:lnTo>
                    <a:lnTo>
                      <a:pt x="224" y="42"/>
                    </a:lnTo>
                    <a:lnTo>
                      <a:pt x="228" y="42"/>
                    </a:lnTo>
                    <a:lnTo>
                      <a:pt x="224" y="42"/>
                    </a:lnTo>
                    <a:lnTo>
                      <a:pt x="224" y="38"/>
                    </a:lnTo>
                    <a:lnTo>
                      <a:pt x="228" y="34"/>
                    </a:lnTo>
                    <a:lnTo>
                      <a:pt x="232" y="30"/>
                    </a:lnTo>
                    <a:lnTo>
                      <a:pt x="232" y="34"/>
                    </a:lnTo>
                    <a:lnTo>
                      <a:pt x="228" y="34"/>
                    </a:lnTo>
                    <a:lnTo>
                      <a:pt x="232" y="34"/>
                    </a:lnTo>
                    <a:lnTo>
                      <a:pt x="236" y="30"/>
                    </a:lnTo>
                    <a:lnTo>
                      <a:pt x="240" y="30"/>
                    </a:lnTo>
                    <a:lnTo>
                      <a:pt x="240" y="34"/>
                    </a:lnTo>
                    <a:lnTo>
                      <a:pt x="244" y="34"/>
                    </a:lnTo>
                    <a:lnTo>
                      <a:pt x="244" y="38"/>
                    </a:lnTo>
                    <a:lnTo>
                      <a:pt x="248" y="38"/>
                    </a:lnTo>
                    <a:lnTo>
                      <a:pt x="248" y="34"/>
                    </a:lnTo>
                    <a:lnTo>
                      <a:pt x="244" y="30"/>
                    </a:lnTo>
                    <a:lnTo>
                      <a:pt x="248" y="30"/>
                    </a:lnTo>
                    <a:lnTo>
                      <a:pt x="248" y="26"/>
                    </a:lnTo>
                    <a:lnTo>
                      <a:pt x="244" y="26"/>
                    </a:lnTo>
                    <a:lnTo>
                      <a:pt x="244" y="30"/>
                    </a:lnTo>
                    <a:lnTo>
                      <a:pt x="240" y="30"/>
                    </a:lnTo>
                    <a:lnTo>
                      <a:pt x="236" y="26"/>
                    </a:lnTo>
                    <a:lnTo>
                      <a:pt x="236" y="22"/>
                    </a:lnTo>
                    <a:lnTo>
                      <a:pt x="240" y="22"/>
                    </a:lnTo>
                    <a:lnTo>
                      <a:pt x="244" y="22"/>
                    </a:lnTo>
                    <a:lnTo>
                      <a:pt x="248" y="22"/>
                    </a:lnTo>
                    <a:lnTo>
                      <a:pt x="250" y="22"/>
                    </a:lnTo>
                    <a:lnTo>
                      <a:pt x="250" y="26"/>
                    </a:lnTo>
                    <a:lnTo>
                      <a:pt x="254" y="26"/>
                    </a:lnTo>
                    <a:lnTo>
                      <a:pt x="250" y="26"/>
                    </a:lnTo>
                    <a:lnTo>
                      <a:pt x="250" y="22"/>
                    </a:lnTo>
                    <a:lnTo>
                      <a:pt x="254" y="22"/>
                    </a:lnTo>
                    <a:lnTo>
                      <a:pt x="258" y="26"/>
                    </a:lnTo>
                    <a:lnTo>
                      <a:pt x="254" y="26"/>
                    </a:lnTo>
                    <a:lnTo>
                      <a:pt x="250" y="26"/>
                    </a:lnTo>
                    <a:lnTo>
                      <a:pt x="250" y="30"/>
                    </a:lnTo>
                    <a:lnTo>
                      <a:pt x="250" y="26"/>
                    </a:lnTo>
                    <a:lnTo>
                      <a:pt x="254" y="26"/>
                    </a:lnTo>
                    <a:lnTo>
                      <a:pt x="258" y="26"/>
                    </a:lnTo>
                    <a:lnTo>
                      <a:pt x="258" y="30"/>
                    </a:lnTo>
                    <a:lnTo>
                      <a:pt x="262" y="30"/>
                    </a:lnTo>
                    <a:lnTo>
                      <a:pt x="266" y="30"/>
                    </a:lnTo>
                    <a:lnTo>
                      <a:pt x="262" y="30"/>
                    </a:lnTo>
                    <a:lnTo>
                      <a:pt x="262" y="26"/>
                    </a:lnTo>
                    <a:lnTo>
                      <a:pt x="266" y="26"/>
                    </a:lnTo>
                    <a:lnTo>
                      <a:pt x="266" y="22"/>
                    </a:lnTo>
                    <a:lnTo>
                      <a:pt x="270" y="20"/>
                    </a:lnTo>
                    <a:lnTo>
                      <a:pt x="274" y="20"/>
                    </a:lnTo>
                    <a:lnTo>
                      <a:pt x="274" y="16"/>
                    </a:lnTo>
                    <a:lnTo>
                      <a:pt x="276" y="20"/>
                    </a:lnTo>
                    <a:lnTo>
                      <a:pt x="276" y="16"/>
                    </a:lnTo>
                    <a:lnTo>
                      <a:pt x="276" y="12"/>
                    </a:lnTo>
                    <a:lnTo>
                      <a:pt x="280" y="12"/>
                    </a:lnTo>
                    <a:lnTo>
                      <a:pt x="280" y="16"/>
                    </a:lnTo>
                    <a:lnTo>
                      <a:pt x="284" y="16"/>
                    </a:lnTo>
                    <a:lnTo>
                      <a:pt x="284" y="12"/>
                    </a:lnTo>
                    <a:lnTo>
                      <a:pt x="280" y="12"/>
                    </a:lnTo>
                    <a:lnTo>
                      <a:pt x="276" y="12"/>
                    </a:lnTo>
                    <a:lnTo>
                      <a:pt x="276" y="8"/>
                    </a:lnTo>
                    <a:lnTo>
                      <a:pt x="280" y="8"/>
                    </a:lnTo>
                    <a:lnTo>
                      <a:pt x="280" y="12"/>
                    </a:lnTo>
                    <a:lnTo>
                      <a:pt x="284" y="8"/>
                    </a:lnTo>
                    <a:lnTo>
                      <a:pt x="280" y="8"/>
                    </a:lnTo>
                    <a:lnTo>
                      <a:pt x="280" y="4"/>
                    </a:lnTo>
                    <a:lnTo>
                      <a:pt x="284" y="4"/>
                    </a:lnTo>
                    <a:lnTo>
                      <a:pt x="284" y="8"/>
                    </a:lnTo>
                    <a:lnTo>
                      <a:pt x="288" y="8"/>
                    </a:lnTo>
                    <a:lnTo>
                      <a:pt x="288" y="4"/>
                    </a:lnTo>
                    <a:lnTo>
                      <a:pt x="288" y="8"/>
                    </a:lnTo>
                    <a:lnTo>
                      <a:pt x="292" y="8"/>
                    </a:lnTo>
                    <a:lnTo>
                      <a:pt x="292" y="4"/>
                    </a:lnTo>
                    <a:lnTo>
                      <a:pt x="296" y="4"/>
                    </a:lnTo>
                    <a:lnTo>
                      <a:pt x="296" y="8"/>
                    </a:lnTo>
                    <a:lnTo>
                      <a:pt x="300" y="8"/>
                    </a:lnTo>
                    <a:lnTo>
                      <a:pt x="296" y="12"/>
                    </a:lnTo>
                    <a:lnTo>
                      <a:pt x="292" y="16"/>
                    </a:lnTo>
                    <a:lnTo>
                      <a:pt x="288" y="16"/>
                    </a:lnTo>
                    <a:lnTo>
                      <a:pt x="292" y="16"/>
                    </a:lnTo>
                    <a:lnTo>
                      <a:pt x="292" y="20"/>
                    </a:lnTo>
                    <a:lnTo>
                      <a:pt x="288" y="20"/>
                    </a:lnTo>
                    <a:lnTo>
                      <a:pt x="288" y="22"/>
                    </a:lnTo>
                    <a:lnTo>
                      <a:pt x="288" y="26"/>
                    </a:lnTo>
                    <a:lnTo>
                      <a:pt x="288" y="30"/>
                    </a:lnTo>
                    <a:lnTo>
                      <a:pt x="288" y="26"/>
                    </a:lnTo>
                    <a:lnTo>
                      <a:pt x="292" y="26"/>
                    </a:lnTo>
                    <a:lnTo>
                      <a:pt x="296" y="22"/>
                    </a:lnTo>
                    <a:lnTo>
                      <a:pt x="296" y="20"/>
                    </a:lnTo>
                    <a:lnTo>
                      <a:pt x="300" y="16"/>
                    </a:lnTo>
                    <a:lnTo>
                      <a:pt x="304" y="16"/>
                    </a:lnTo>
                    <a:lnTo>
                      <a:pt x="306" y="12"/>
                    </a:lnTo>
                    <a:lnTo>
                      <a:pt x="306" y="8"/>
                    </a:lnTo>
                    <a:lnTo>
                      <a:pt x="310" y="8"/>
                    </a:lnTo>
                    <a:lnTo>
                      <a:pt x="310" y="4"/>
                    </a:lnTo>
                    <a:lnTo>
                      <a:pt x="310" y="8"/>
                    </a:lnTo>
                    <a:lnTo>
                      <a:pt x="310" y="12"/>
                    </a:lnTo>
                    <a:lnTo>
                      <a:pt x="306" y="12"/>
                    </a:lnTo>
                    <a:lnTo>
                      <a:pt x="306" y="16"/>
                    </a:lnTo>
                    <a:lnTo>
                      <a:pt x="306" y="12"/>
                    </a:lnTo>
                    <a:lnTo>
                      <a:pt x="310" y="12"/>
                    </a:lnTo>
                    <a:lnTo>
                      <a:pt x="310" y="16"/>
                    </a:lnTo>
                    <a:lnTo>
                      <a:pt x="310" y="20"/>
                    </a:lnTo>
                    <a:lnTo>
                      <a:pt x="310" y="22"/>
                    </a:lnTo>
                    <a:lnTo>
                      <a:pt x="310" y="20"/>
                    </a:lnTo>
                    <a:lnTo>
                      <a:pt x="314" y="20"/>
                    </a:lnTo>
                    <a:lnTo>
                      <a:pt x="318" y="20"/>
                    </a:lnTo>
                    <a:lnTo>
                      <a:pt x="314" y="16"/>
                    </a:lnTo>
                    <a:lnTo>
                      <a:pt x="318" y="16"/>
                    </a:lnTo>
                    <a:lnTo>
                      <a:pt x="318" y="12"/>
                    </a:lnTo>
                    <a:lnTo>
                      <a:pt x="322" y="12"/>
                    </a:lnTo>
                    <a:lnTo>
                      <a:pt x="322" y="8"/>
                    </a:lnTo>
                    <a:lnTo>
                      <a:pt x="326" y="8"/>
                    </a:lnTo>
                    <a:lnTo>
                      <a:pt x="322" y="8"/>
                    </a:lnTo>
                    <a:lnTo>
                      <a:pt x="318" y="8"/>
                    </a:lnTo>
                    <a:lnTo>
                      <a:pt x="318" y="4"/>
                    </a:lnTo>
                    <a:lnTo>
                      <a:pt x="322" y="4"/>
                    </a:lnTo>
                    <a:lnTo>
                      <a:pt x="326" y="0"/>
                    </a:lnTo>
                    <a:lnTo>
                      <a:pt x="326" y="4"/>
                    </a:lnTo>
                    <a:lnTo>
                      <a:pt x="330" y="4"/>
                    </a:lnTo>
                    <a:lnTo>
                      <a:pt x="332" y="4"/>
                    </a:lnTo>
                    <a:lnTo>
                      <a:pt x="336" y="4"/>
                    </a:lnTo>
                    <a:lnTo>
                      <a:pt x="336" y="8"/>
                    </a:lnTo>
                    <a:lnTo>
                      <a:pt x="332" y="12"/>
                    </a:lnTo>
                    <a:lnTo>
                      <a:pt x="330" y="12"/>
                    </a:lnTo>
                    <a:lnTo>
                      <a:pt x="326" y="12"/>
                    </a:lnTo>
                    <a:lnTo>
                      <a:pt x="330" y="12"/>
                    </a:lnTo>
                    <a:lnTo>
                      <a:pt x="332" y="12"/>
                    </a:lnTo>
                    <a:lnTo>
                      <a:pt x="330" y="12"/>
                    </a:lnTo>
                    <a:lnTo>
                      <a:pt x="326" y="16"/>
                    </a:lnTo>
                    <a:lnTo>
                      <a:pt x="330" y="16"/>
                    </a:lnTo>
                    <a:lnTo>
                      <a:pt x="332" y="12"/>
                    </a:lnTo>
                    <a:lnTo>
                      <a:pt x="332" y="16"/>
                    </a:lnTo>
                    <a:lnTo>
                      <a:pt x="330" y="16"/>
                    </a:lnTo>
                    <a:lnTo>
                      <a:pt x="330" y="20"/>
                    </a:lnTo>
                    <a:lnTo>
                      <a:pt x="332" y="20"/>
                    </a:lnTo>
                    <a:lnTo>
                      <a:pt x="330" y="20"/>
                    </a:lnTo>
                    <a:lnTo>
                      <a:pt x="332" y="20"/>
                    </a:lnTo>
                    <a:lnTo>
                      <a:pt x="332" y="16"/>
                    </a:lnTo>
                    <a:lnTo>
                      <a:pt x="336" y="20"/>
                    </a:lnTo>
                    <a:lnTo>
                      <a:pt x="332" y="20"/>
                    </a:lnTo>
                    <a:lnTo>
                      <a:pt x="332" y="22"/>
                    </a:lnTo>
                    <a:lnTo>
                      <a:pt x="332" y="26"/>
                    </a:lnTo>
                    <a:lnTo>
                      <a:pt x="330" y="30"/>
                    </a:lnTo>
                    <a:lnTo>
                      <a:pt x="332" y="30"/>
                    </a:lnTo>
                    <a:lnTo>
                      <a:pt x="332" y="26"/>
                    </a:lnTo>
                    <a:lnTo>
                      <a:pt x="332" y="22"/>
                    </a:lnTo>
                    <a:lnTo>
                      <a:pt x="332" y="20"/>
                    </a:lnTo>
                    <a:lnTo>
                      <a:pt x="336" y="20"/>
                    </a:lnTo>
                    <a:lnTo>
                      <a:pt x="336" y="16"/>
                    </a:lnTo>
                    <a:lnTo>
                      <a:pt x="336" y="12"/>
                    </a:lnTo>
                    <a:lnTo>
                      <a:pt x="340" y="8"/>
                    </a:lnTo>
                    <a:lnTo>
                      <a:pt x="344" y="8"/>
                    </a:lnTo>
                    <a:lnTo>
                      <a:pt x="348" y="8"/>
                    </a:lnTo>
                    <a:lnTo>
                      <a:pt x="348" y="12"/>
                    </a:lnTo>
                    <a:lnTo>
                      <a:pt x="350" y="12"/>
                    </a:lnTo>
                    <a:lnTo>
                      <a:pt x="354" y="12"/>
                    </a:lnTo>
                    <a:lnTo>
                      <a:pt x="354" y="16"/>
                    </a:lnTo>
                    <a:lnTo>
                      <a:pt x="354" y="12"/>
                    </a:lnTo>
                    <a:lnTo>
                      <a:pt x="358" y="12"/>
                    </a:lnTo>
                    <a:lnTo>
                      <a:pt x="362" y="12"/>
                    </a:lnTo>
                    <a:lnTo>
                      <a:pt x="362" y="16"/>
                    </a:lnTo>
                    <a:lnTo>
                      <a:pt x="358" y="16"/>
                    </a:lnTo>
                    <a:lnTo>
                      <a:pt x="362" y="16"/>
                    </a:lnTo>
                    <a:lnTo>
                      <a:pt x="366" y="16"/>
                    </a:lnTo>
                    <a:lnTo>
                      <a:pt x="366" y="20"/>
                    </a:lnTo>
                    <a:lnTo>
                      <a:pt x="370" y="20"/>
                    </a:lnTo>
                    <a:lnTo>
                      <a:pt x="374" y="20"/>
                    </a:lnTo>
                    <a:lnTo>
                      <a:pt x="374" y="22"/>
                    </a:lnTo>
                    <a:lnTo>
                      <a:pt x="370" y="22"/>
                    </a:lnTo>
                    <a:lnTo>
                      <a:pt x="366" y="22"/>
                    </a:lnTo>
                    <a:lnTo>
                      <a:pt x="362" y="26"/>
                    </a:lnTo>
                    <a:lnTo>
                      <a:pt x="358" y="26"/>
                    </a:lnTo>
                    <a:lnTo>
                      <a:pt x="358" y="30"/>
                    </a:lnTo>
                    <a:lnTo>
                      <a:pt x="354" y="30"/>
                    </a:lnTo>
                    <a:lnTo>
                      <a:pt x="354" y="26"/>
                    </a:lnTo>
                    <a:lnTo>
                      <a:pt x="350" y="26"/>
                    </a:lnTo>
                    <a:lnTo>
                      <a:pt x="348" y="26"/>
                    </a:lnTo>
                    <a:lnTo>
                      <a:pt x="344" y="26"/>
                    </a:lnTo>
                    <a:lnTo>
                      <a:pt x="340" y="26"/>
                    </a:lnTo>
                    <a:lnTo>
                      <a:pt x="344" y="30"/>
                    </a:lnTo>
                    <a:lnTo>
                      <a:pt x="348" y="30"/>
                    </a:lnTo>
                    <a:lnTo>
                      <a:pt x="350" y="30"/>
                    </a:lnTo>
                    <a:lnTo>
                      <a:pt x="354" y="30"/>
                    </a:lnTo>
                    <a:lnTo>
                      <a:pt x="350" y="30"/>
                    </a:lnTo>
                    <a:lnTo>
                      <a:pt x="350" y="34"/>
                    </a:lnTo>
                    <a:lnTo>
                      <a:pt x="348" y="34"/>
                    </a:lnTo>
                    <a:lnTo>
                      <a:pt x="350" y="34"/>
                    </a:lnTo>
                    <a:lnTo>
                      <a:pt x="354" y="34"/>
                    </a:lnTo>
                    <a:lnTo>
                      <a:pt x="350" y="38"/>
                    </a:lnTo>
                    <a:lnTo>
                      <a:pt x="354" y="38"/>
                    </a:lnTo>
                    <a:lnTo>
                      <a:pt x="358" y="38"/>
                    </a:lnTo>
                    <a:lnTo>
                      <a:pt x="362" y="38"/>
                    </a:lnTo>
                    <a:lnTo>
                      <a:pt x="358" y="38"/>
                    </a:lnTo>
                    <a:lnTo>
                      <a:pt x="362" y="38"/>
                    </a:lnTo>
                    <a:lnTo>
                      <a:pt x="358" y="34"/>
                    </a:lnTo>
                    <a:lnTo>
                      <a:pt x="362" y="34"/>
                    </a:lnTo>
                    <a:lnTo>
                      <a:pt x="362" y="38"/>
                    </a:lnTo>
                    <a:lnTo>
                      <a:pt x="366" y="38"/>
                    </a:lnTo>
                    <a:lnTo>
                      <a:pt x="366" y="34"/>
                    </a:lnTo>
                    <a:lnTo>
                      <a:pt x="370" y="34"/>
                    </a:lnTo>
                    <a:lnTo>
                      <a:pt x="370" y="38"/>
                    </a:lnTo>
                    <a:lnTo>
                      <a:pt x="370" y="42"/>
                    </a:lnTo>
                    <a:lnTo>
                      <a:pt x="366" y="42"/>
                    </a:lnTo>
                    <a:lnTo>
                      <a:pt x="362" y="42"/>
                    </a:lnTo>
                    <a:lnTo>
                      <a:pt x="362" y="38"/>
                    </a:lnTo>
                    <a:lnTo>
                      <a:pt x="358" y="38"/>
                    </a:lnTo>
                    <a:lnTo>
                      <a:pt x="362" y="42"/>
                    </a:lnTo>
                    <a:lnTo>
                      <a:pt x="358" y="42"/>
                    </a:lnTo>
                    <a:lnTo>
                      <a:pt x="354" y="46"/>
                    </a:lnTo>
                    <a:lnTo>
                      <a:pt x="350" y="46"/>
                    </a:lnTo>
                    <a:lnTo>
                      <a:pt x="348" y="50"/>
                    </a:lnTo>
                    <a:lnTo>
                      <a:pt x="348" y="52"/>
                    </a:lnTo>
                    <a:lnTo>
                      <a:pt x="344" y="52"/>
                    </a:lnTo>
                    <a:lnTo>
                      <a:pt x="344" y="56"/>
                    </a:lnTo>
                    <a:lnTo>
                      <a:pt x="344" y="52"/>
                    </a:lnTo>
                    <a:lnTo>
                      <a:pt x="340" y="52"/>
                    </a:lnTo>
                    <a:lnTo>
                      <a:pt x="340" y="50"/>
                    </a:lnTo>
                    <a:lnTo>
                      <a:pt x="344" y="50"/>
                    </a:lnTo>
                    <a:lnTo>
                      <a:pt x="344" y="46"/>
                    </a:lnTo>
                    <a:lnTo>
                      <a:pt x="348" y="46"/>
                    </a:lnTo>
                    <a:lnTo>
                      <a:pt x="348" y="42"/>
                    </a:lnTo>
                    <a:lnTo>
                      <a:pt x="348" y="38"/>
                    </a:lnTo>
                    <a:lnTo>
                      <a:pt x="344" y="38"/>
                    </a:lnTo>
                    <a:lnTo>
                      <a:pt x="340" y="38"/>
                    </a:lnTo>
                    <a:lnTo>
                      <a:pt x="336" y="34"/>
                    </a:lnTo>
                    <a:lnTo>
                      <a:pt x="332" y="34"/>
                    </a:lnTo>
                    <a:lnTo>
                      <a:pt x="332" y="30"/>
                    </a:lnTo>
                    <a:lnTo>
                      <a:pt x="330" y="30"/>
                    </a:lnTo>
                    <a:lnTo>
                      <a:pt x="330" y="26"/>
                    </a:lnTo>
                    <a:lnTo>
                      <a:pt x="326" y="26"/>
                    </a:lnTo>
                    <a:lnTo>
                      <a:pt x="322" y="30"/>
                    </a:lnTo>
                    <a:lnTo>
                      <a:pt x="318" y="30"/>
                    </a:lnTo>
                    <a:lnTo>
                      <a:pt x="318" y="34"/>
                    </a:lnTo>
                    <a:lnTo>
                      <a:pt x="314" y="30"/>
                    </a:lnTo>
                    <a:lnTo>
                      <a:pt x="310" y="30"/>
                    </a:lnTo>
                    <a:lnTo>
                      <a:pt x="306" y="30"/>
                    </a:lnTo>
                    <a:lnTo>
                      <a:pt x="306" y="34"/>
                    </a:lnTo>
                    <a:lnTo>
                      <a:pt x="304" y="38"/>
                    </a:lnTo>
                    <a:lnTo>
                      <a:pt x="300" y="38"/>
                    </a:lnTo>
                    <a:lnTo>
                      <a:pt x="304" y="38"/>
                    </a:lnTo>
                    <a:lnTo>
                      <a:pt x="304" y="42"/>
                    </a:lnTo>
                    <a:lnTo>
                      <a:pt x="300" y="42"/>
                    </a:lnTo>
                    <a:lnTo>
                      <a:pt x="300" y="46"/>
                    </a:lnTo>
                    <a:lnTo>
                      <a:pt x="300" y="50"/>
                    </a:lnTo>
                    <a:lnTo>
                      <a:pt x="300" y="52"/>
                    </a:lnTo>
                    <a:lnTo>
                      <a:pt x="300" y="56"/>
                    </a:lnTo>
                    <a:lnTo>
                      <a:pt x="296" y="56"/>
                    </a:lnTo>
                    <a:lnTo>
                      <a:pt x="296" y="60"/>
                    </a:lnTo>
                    <a:lnTo>
                      <a:pt x="296" y="56"/>
                    </a:lnTo>
                    <a:lnTo>
                      <a:pt x="292" y="56"/>
                    </a:lnTo>
                    <a:lnTo>
                      <a:pt x="292" y="60"/>
                    </a:lnTo>
                    <a:lnTo>
                      <a:pt x="288" y="60"/>
                    </a:lnTo>
                    <a:lnTo>
                      <a:pt x="288" y="64"/>
                    </a:lnTo>
                    <a:lnTo>
                      <a:pt x="288" y="68"/>
                    </a:lnTo>
                    <a:lnTo>
                      <a:pt x="284" y="64"/>
                    </a:lnTo>
                    <a:lnTo>
                      <a:pt x="280" y="64"/>
                    </a:lnTo>
                    <a:lnTo>
                      <a:pt x="276" y="64"/>
                    </a:lnTo>
                    <a:lnTo>
                      <a:pt x="276" y="60"/>
                    </a:lnTo>
                    <a:lnTo>
                      <a:pt x="274" y="60"/>
                    </a:lnTo>
                    <a:lnTo>
                      <a:pt x="270" y="60"/>
                    </a:lnTo>
                    <a:lnTo>
                      <a:pt x="270" y="64"/>
                    </a:lnTo>
                    <a:lnTo>
                      <a:pt x="266" y="64"/>
                    </a:lnTo>
                    <a:lnTo>
                      <a:pt x="262" y="64"/>
                    </a:lnTo>
                    <a:lnTo>
                      <a:pt x="258" y="64"/>
                    </a:lnTo>
                    <a:lnTo>
                      <a:pt x="254" y="60"/>
                    </a:lnTo>
                    <a:lnTo>
                      <a:pt x="250" y="64"/>
                    </a:lnTo>
                    <a:lnTo>
                      <a:pt x="250" y="60"/>
                    </a:lnTo>
                    <a:lnTo>
                      <a:pt x="248" y="56"/>
                    </a:lnTo>
                    <a:lnTo>
                      <a:pt x="248" y="52"/>
                    </a:lnTo>
                    <a:lnTo>
                      <a:pt x="244" y="52"/>
                    </a:lnTo>
                    <a:lnTo>
                      <a:pt x="240" y="50"/>
                    </a:lnTo>
                    <a:lnTo>
                      <a:pt x="236" y="50"/>
                    </a:lnTo>
                    <a:lnTo>
                      <a:pt x="232" y="50"/>
                    </a:lnTo>
                    <a:lnTo>
                      <a:pt x="232" y="52"/>
                    </a:lnTo>
                    <a:lnTo>
                      <a:pt x="232" y="56"/>
                    </a:lnTo>
                    <a:lnTo>
                      <a:pt x="232" y="52"/>
                    </a:lnTo>
                    <a:lnTo>
                      <a:pt x="228" y="52"/>
                    </a:lnTo>
                    <a:lnTo>
                      <a:pt x="224" y="52"/>
                    </a:lnTo>
                    <a:lnTo>
                      <a:pt x="218" y="52"/>
                    </a:lnTo>
                    <a:lnTo>
                      <a:pt x="220" y="56"/>
                    </a:lnTo>
                    <a:lnTo>
                      <a:pt x="220" y="60"/>
                    </a:lnTo>
                    <a:lnTo>
                      <a:pt x="220" y="64"/>
                    </a:lnTo>
                    <a:lnTo>
                      <a:pt x="218" y="68"/>
                    </a:lnTo>
                    <a:lnTo>
                      <a:pt x="220" y="68"/>
                    </a:lnTo>
                    <a:lnTo>
                      <a:pt x="218" y="72"/>
                    </a:lnTo>
                    <a:lnTo>
                      <a:pt x="214" y="72"/>
                    </a:lnTo>
                    <a:lnTo>
                      <a:pt x="210" y="72"/>
                    </a:lnTo>
                    <a:lnTo>
                      <a:pt x="202" y="68"/>
                    </a:lnTo>
                    <a:lnTo>
                      <a:pt x="198" y="68"/>
                    </a:lnTo>
                    <a:lnTo>
                      <a:pt x="194" y="68"/>
                    </a:lnTo>
                    <a:lnTo>
                      <a:pt x="190" y="68"/>
                    </a:lnTo>
                    <a:lnTo>
                      <a:pt x="188" y="72"/>
                    </a:lnTo>
                    <a:lnTo>
                      <a:pt x="190" y="72"/>
                    </a:lnTo>
                    <a:lnTo>
                      <a:pt x="190" y="76"/>
                    </a:lnTo>
                    <a:lnTo>
                      <a:pt x="188" y="78"/>
                    </a:lnTo>
                    <a:lnTo>
                      <a:pt x="188" y="82"/>
                    </a:lnTo>
                    <a:lnTo>
                      <a:pt x="184" y="82"/>
                    </a:lnTo>
                    <a:lnTo>
                      <a:pt x="184" y="78"/>
                    </a:lnTo>
                    <a:lnTo>
                      <a:pt x="180" y="78"/>
                    </a:lnTo>
                    <a:lnTo>
                      <a:pt x="176" y="78"/>
                    </a:lnTo>
                    <a:lnTo>
                      <a:pt x="168" y="82"/>
                    </a:lnTo>
                    <a:lnTo>
                      <a:pt x="168" y="86"/>
                    </a:lnTo>
                    <a:lnTo>
                      <a:pt x="168" y="90"/>
                    </a:lnTo>
                    <a:lnTo>
                      <a:pt x="164" y="94"/>
                    </a:lnTo>
                    <a:lnTo>
                      <a:pt x="160" y="94"/>
                    </a:lnTo>
                    <a:lnTo>
                      <a:pt x="160" y="98"/>
                    </a:lnTo>
                    <a:lnTo>
                      <a:pt x="164" y="98"/>
                    </a:lnTo>
                    <a:lnTo>
                      <a:pt x="164" y="102"/>
                    </a:lnTo>
                    <a:lnTo>
                      <a:pt x="164" y="106"/>
                    </a:lnTo>
                    <a:lnTo>
                      <a:pt x="160" y="108"/>
                    </a:lnTo>
                    <a:lnTo>
                      <a:pt x="158" y="112"/>
                    </a:lnTo>
                    <a:lnTo>
                      <a:pt x="154" y="116"/>
                    </a:lnTo>
                    <a:lnTo>
                      <a:pt x="150" y="116"/>
                    </a:lnTo>
                    <a:lnTo>
                      <a:pt x="150" y="120"/>
                    </a:lnTo>
                    <a:lnTo>
                      <a:pt x="154" y="124"/>
                    </a:lnTo>
                    <a:lnTo>
                      <a:pt x="146" y="128"/>
                    </a:lnTo>
                    <a:lnTo>
                      <a:pt x="142" y="128"/>
                    </a:lnTo>
                    <a:lnTo>
                      <a:pt x="138" y="128"/>
                    </a:lnTo>
                    <a:lnTo>
                      <a:pt x="138" y="132"/>
                    </a:lnTo>
                    <a:lnTo>
                      <a:pt x="142" y="136"/>
                    </a:lnTo>
                    <a:lnTo>
                      <a:pt x="138" y="136"/>
                    </a:lnTo>
                    <a:lnTo>
                      <a:pt x="138" y="138"/>
                    </a:lnTo>
                    <a:lnTo>
                      <a:pt x="138" y="142"/>
                    </a:lnTo>
                    <a:lnTo>
                      <a:pt x="138" y="146"/>
                    </a:lnTo>
                    <a:lnTo>
                      <a:pt x="134" y="150"/>
                    </a:lnTo>
                    <a:lnTo>
                      <a:pt x="134" y="154"/>
                    </a:lnTo>
                    <a:lnTo>
                      <a:pt x="130" y="154"/>
                    </a:lnTo>
                    <a:lnTo>
                      <a:pt x="130" y="158"/>
                    </a:lnTo>
                    <a:lnTo>
                      <a:pt x="130" y="162"/>
                    </a:lnTo>
                    <a:lnTo>
                      <a:pt x="128" y="162"/>
                    </a:lnTo>
                    <a:lnTo>
                      <a:pt x="128" y="164"/>
                    </a:lnTo>
                    <a:lnTo>
                      <a:pt x="130" y="164"/>
                    </a:lnTo>
                    <a:lnTo>
                      <a:pt x="134" y="164"/>
                    </a:lnTo>
                    <a:lnTo>
                      <a:pt x="134" y="168"/>
                    </a:lnTo>
                    <a:lnTo>
                      <a:pt x="134" y="172"/>
                    </a:lnTo>
                    <a:lnTo>
                      <a:pt x="130" y="176"/>
                    </a:lnTo>
                    <a:lnTo>
                      <a:pt x="120" y="176"/>
                    </a:lnTo>
                    <a:lnTo>
                      <a:pt x="116" y="176"/>
                    </a:lnTo>
                    <a:lnTo>
                      <a:pt x="112" y="180"/>
                    </a:lnTo>
                    <a:lnTo>
                      <a:pt x="108" y="184"/>
                    </a:lnTo>
                    <a:lnTo>
                      <a:pt x="104" y="188"/>
                    </a:lnTo>
                    <a:lnTo>
                      <a:pt x="104" y="192"/>
                    </a:lnTo>
                    <a:lnTo>
                      <a:pt x="104" y="194"/>
                    </a:lnTo>
                    <a:lnTo>
                      <a:pt x="102" y="194"/>
                    </a:lnTo>
                    <a:lnTo>
                      <a:pt x="104" y="198"/>
                    </a:lnTo>
                    <a:lnTo>
                      <a:pt x="104" y="202"/>
                    </a:lnTo>
                    <a:lnTo>
                      <a:pt x="104" y="206"/>
                    </a:lnTo>
                    <a:lnTo>
                      <a:pt x="104" y="210"/>
                    </a:lnTo>
                    <a:lnTo>
                      <a:pt x="104" y="214"/>
                    </a:lnTo>
                    <a:lnTo>
                      <a:pt x="104" y="218"/>
                    </a:lnTo>
                    <a:lnTo>
                      <a:pt x="108" y="218"/>
                    </a:lnTo>
                    <a:lnTo>
                      <a:pt x="108" y="222"/>
                    </a:lnTo>
                    <a:lnTo>
                      <a:pt x="104" y="224"/>
                    </a:lnTo>
                    <a:lnTo>
                      <a:pt x="104" y="228"/>
                    </a:lnTo>
                    <a:lnTo>
                      <a:pt x="104" y="232"/>
                    </a:lnTo>
                    <a:lnTo>
                      <a:pt x="108" y="236"/>
                    </a:lnTo>
                    <a:lnTo>
                      <a:pt x="112" y="236"/>
                    </a:lnTo>
                    <a:lnTo>
                      <a:pt x="112" y="238"/>
                    </a:lnTo>
                    <a:lnTo>
                      <a:pt x="116" y="238"/>
                    </a:lnTo>
                    <a:lnTo>
                      <a:pt x="116" y="242"/>
                    </a:lnTo>
                    <a:lnTo>
                      <a:pt x="112" y="242"/>
                    </a:lnTo>
                    <a:lnTo>
                      <a:pt x="112" y="246"/>
                    </a:lnTo>
                    <a:lnTo>
                      <a:pt x="108" y="246"/>
                    </a:lnTo>
                    <a:lnTo>
                      <a:pt x="104" y="246"/>
                    </a:lnTo>
                    <a:lnTo>
                      <a:pt x="108" y="250"/>
                    </a:lnTo>
                    <a:lnTo>
                      <a:pt x="108" y="254"/>
                    </a:lnTo>
                    <a:lnTo>
                      <a:pt x="108" y="258"/>
                    </a:lnTo>
                    <a:lnTo>
                      <a:pt x="112" y="258"/>
                    </a:lnTo>
                    <a:lnTo>
                      <a:pt x="112" y="262"/>
                    </a:lnTo>
                    <a:lnTo>
                      <a:pt x="108" y="264"/>
                    </a:lnTo>
                    <a:lnTo>
                      <a:pt x="108" y="268"/>
                    </a:lnTo>
                    <a:lnTo>
                      <a:pt x="108" y="272"/>
                    </a:lnTo>
                    <a:lnTo>
                      <a:pt x="104" y="272"/>
                    </a:lnTo>
                    <a:lnTo>
                      <a:pt x="102" y="272"/>
                    </a:lnTo>
                    <a:lnTo>
                      <a:pt x="102" y="276"/>
                    </a:lnTo>
                    <a:lnTo>
                      <a:pt x="102" y="280"/>
                    </a:lnTo>
                    <a:lnTo>
                      <a:pt x="98" y="280"/>
                    </a:lnTo>
                    <a:lnTo>
                      <a:pt x="102" y="284"/>
                    </a:lnTo>
                    <a:lnTo>
                      <a:pt x="102" y="288"/>
                    </a:lnTo>
                    <a:lnTo>
                      <a:pt x="102" y="292"/>
                    </a:lnTo>
                    <a:lnTo>
                      <a:pt x="98" y="294"/>
                    </a:lnTo>
                    <a:lnTo>
                      <a:pt x="94" y="294"/>
                    </a:lnTo>
                    <a:lnTo>
                      <a:pt x="94" y="292"/>
                    </a:lnTo>
                    <a:lnTo>
                      <a:pt x="90" y="292"/>
                    </a:lnTo>
                    <a:lnTo>
                      <a:pt x="86" y="292"/>
                    </a:lnTo>
                    <a:lnTo>
                      <a:pt x="86" y="288"/>
                    </a:lnTo>
                    <a:lnTo>
                      <a:pt x="82" y="284"/>
                    </a:lnTo>
                    <a:lnTo>
                      <a:pt x="86" y="284"/>
                    </a:lnTo>
                    <a:lnTo>
                      <a:pt x="82" y="280"/>
                    </a:lnTo>
                    <a:lnTo>
                      <a:pt x="82" y="276"/>
                    </a:lnTo>
                    <a:lnTo>
                      <a:pt x="82" y="272"/>
                    </a:lnTo>
                    <a:lnTo>
                      <a:pt x="86" y="276"/>
                    </a:lnTo>
                    <a:lnTo>
                      <a:pt x="86" y="272"/>
                    </a:lnTo>
                    <a:lnTo>
                      <a:pt x="82" y="272"/>
                    </a:lnTo>
                    <a:lnTo>
                      <a:pt x="82" y="276"/>
                    </a:lnTo>
                    <a:lnTo>
                      <a:pt x="82" y="280"/>
                    </a:lnTo>
                    <a:lnTo>
                      <a:pt x="82" y="276"/>
                    </a:lnTo>
                    <a:lnTo>
                      <a:pt x="78" y="276"/>
                    </a:lnTo>
                    <a:lnTo>
                      <a:pt x="78" y="280"/>
                    </a:lnTo>
                    <a:lnTo>
                      <a:pt x="78" y="284"/>
                    </a:lnTo>
                    <a:lnTo>
                      <a:pt x="82" y="284"/>
                    </a:lnTo>
                    <a:lnTo>
                      <a:pt x="82" y="288"/>
                    </a:lnTo>
                    <a:lnTo>
                      <a:pt x="78" y="288"/>
                    </a:lnTo>
                    <a:lnTo>
                      <a:pt x="78" y="292"/>
                    </a:lnTo>
                    <a:lnTo>
                      <a:pt x="74" y="292"/>
                    </a:lnTo>
                    <a:lnTo>
                      <a:pt x="74" y="294"/>
                    </a:lnTo>
                    <a:lnTo>
                      <a:pt x="72" y="294"/>
                    </a:lnTo>
                    <a:lnTo>
                      <a:pt x="72" y="292"/>
                    </a:lnTo>
                    <a:lnTo>
                      <a:pt x="68" y="292"/>
                    </a:lnTo>
                    <a:lnTo>
                      <a:pt x="72" y="292"/>
                    </a:lnTo>
                    <a:lnTo>
                      <a:pt x="72" y="294"/>
                    </a:lnTo>
                    <a:lnTo>
                      <a:pt x="68" y="294"/>
                    </a:lnTo>
                    <a:lnTo>
                      <a:pt x="64" y="298"/>
                    </a:lnTo>
                    <a:lnTo>
                      <a:pt x="64" y="302"/>
                    </a:lnTo>
                    <a:lnTo>
                      <a:pt x="60" y="302"/>
                    </a:lnTo>
                    <a:lnTo>
                      <a:pt x="60" y="306"/>
                    </a:lnTo>
                    <a:lnTo>
                      <a:pt x="56" y="306"/>
                    </a:lnTo>
                    <a:lnTo>
                      <a:pt x="52" y="310"/>
                    </a:lnTo>
                    <a:lnTo>
                      <a:pt x="48" y="310"/>
                    </a:lnTo>
                    <a:lnTo>
                      <a:pt x="48" y="314"/>
                    </a:lnTo>
                    <a:lnTo>
                      <a:pt x="44" y="314"/>
                    </a:lnTo>
                    <a:lnTo>
                      <a:pt x="42" y="314"/>
                    </a:lnTo>
                    <a:lnTo>
                      <a:pt x="38" y="314"/>
                    </a:lnTo>
                    <a:lnTo>
                      <a:pt x="34" y="314"/>
                    </a:lnTo>
                    <a:lnTo>
                      <a:pt x="34" y="318"/>
                    </a:lnTo>
                    <a:lnTo>
                      <a:pt x="30" y="314"/>
                    </a:lnTo>
                    <a:lnTo>
                      <a:pt x="26" y="314"/>
                    </a:lnTo>
                    <a:lnTo>
                      <a:pt x="26" y="310"/>
                    </a:lnTo>
                    <a:lnTo>
                      <a:pt x="30" y="310"/>
                    </a:lnTo>
                    <a:lnTo>
                      <a:pt x="26" y="310"/>
                    </a:lnTo>
                    <a:lnTo>
                      <a:pt x="22" y="310"/>
                    </a:lnTo>
                    <a:lnTo>
                      <a:pt x="18" y="310"/>
                    </a:lnTo>
                    <a:lnTo>
                      <a:pt x="18" y="306"/>
                    </a:lnTo>
                    <a:lnTo>
                      <a:pt x="14" y="306"/>
                    </a:lnTo>
                    <a:lnTo>
                      <a:pt x="12" y="302"/>
                    </a:lnTo>
                    <a:lnTo>
                      <a:pt x="12" y="298"/>
                    </a:lnTo>
                    <a:lnTo>
                      <a:pt x="12" y="294"/>
                    </a:lnTo>
                    <a:lnTo>
                      <a:pt x="12" y="292"/>
                    </a:lnTo>
                    <a:lnTo>
                      <a:pt x="14" y="294"/>
                    </a:lnTo>
                    <a:lnTo>
                      <a:pt x="18" y="294"/>
                    </a:lnTo>
                    <a:lnTo>
                      <a:pt x="18" y="298"/>
                    </a:lnTo>
                    <a:lnTo>
                      <a:pt x="22" y="294"/>
                    </a:lnTo>
                    <a:lnTo>
                      <a:pt x="18" y="294"/>
                    </a:lnTo>
                    <a:lnTo>
                      <a:pt x="22" y="294"/>
                    </a:lnTo>
                    <a:lnTo>
                      <a:pt x="22" y="292"/>
                    </a:lnTo>
                    <a:lnTo>
                      <a:pt x="26" y="292"/>
                    </a:lnTo>
                    <a:lnTo>
                      <a:pt x="22" y="292"/>
                    </a:lnTo>
                    <a:lnTo>
                      <a:pt x="18" y="294"/>
                    </a:lnTo>
                    <a:lnTo>
                      <a:pt x="18" y="292"/>
                    </a:lnTo>
                    <a:lnTo>
                      <a:pt x="14" y="292"/>
                    </a:lnTo>
                    <a:lnTo>
                      <a:pt x="18" y="292"/>
                    </a:lnTo>
                    <a:lnTo>
                      <a:pt x="18" y="288"/>
                    </a:lnTo>
                    <a:lnTo>
                      <a:pt x="22" y="288"/>
                    </a:lnTo>
                    <a:lnTo>
                      <a:pt x="26" y="288"/>
                    </a:lnTo>
                    <a:lnTo>
                      <a:pt x="22" y="288"/>
                    </a:lnTo>
                    <a:lnTo>
                      <a:pt x="18" y="288"/>
                    </a:lnTo>
                    <a:lnTo>
                      <a:pt x="18" y="284"/>
                    </a:lnTo>
                    <a:lnTo>
                      <a:pt x="22" y="284"/>
                    </a:lnTo>
                    <a:lnTo>
                      <a:pt x="22" y="280"/>
                    </a:lnTo>
                    <a:lnTo>
                      <a:pt x="26" y="280"/>
                    </a:lnTo>
                    <a:lnTo>
                      <a:pt x="22" y="280"/>
                    </a:lnTo>
                    <a:lnTo>
                      <a:pt x="18" y="284"/>
                    </a:lnTo>
                    <a:lnTo>
                      <a:pt x="14" y="284"/>
                    </a:lnTo>
                    <a:lnTo>
                      <a:pt x="18" y="284"/>
                    </a:lnTo>
                    <a:lnTo>
                      <a:pt x="14" y="284"/>
                    </a:lnTo>
                    <a:lnTo>
                      <a:pt x="14" y="288"/>
                    </a:lnTo>
                    <a:lnTo>
                      <a:pt x="12" y="288"/>
                    </a:lnTo>
                    <a:lnTo>
                      <a:pt x="12" y="284"/>
                    </a:lnTo>
                    <a:lnTo>
                      <a:pt x="12" y="288"/>
                    </a:lnTo>
                    <a:lnTo>
                      <a:pt x="8" y="288"/>
                    </a:lnTo>
                    <a:lnTo>
                      <a:pt x="8" y="284"/>
                    </a:lnTo>
                    <a:lnTo>
                      <a:pt x="8" y="280"/>
                    </a:lnTo>
                    <a:lnTo>
                      <a:pt x="12" y="276"/>
                    </a:lnTo>
                    <a:lnTo>
                      <a:pt x="12" y="280"/>
                    </a:lnTo>
                    <a:lnTo>
                      <a:pt x="12" y="276"/>
                    </a:lnTo>
                    <a:lnTo>
                      <a:pt x="14" y="276"/>
                    </a:lnTo>
                    <a:lnTo>
                      <a:pt x="18" y="276"/>
                    </a:lnTo>
                    <a:lnTo>
                      <a:pt x="22" y="272"/>
                    </a:lnTo>
                    <a:lnTo>
                      <a:pt x="18" y="276"/>
                    </a:lnTo>
                    <a:lnTo>
                      <a:pt x="14" y="276"/>
                    </a:lnTo>
                    <a:lnTo>
                      <a:pt x="14" y="272"/>
                    </a:lnTo>
                    <a:lnTo>
                      <a:pt x="18" y="272"/>
                    </a:lnTo>
                    <a:lnTo>
                      <a:pt x="18" y="268"/>
                    </a:lnTo>
                    <a:lnTo>
                      <a:pt x="18" y="264"/>
                    </a:lnTo>
                    <a:lnTo>
                      <a:pt x="22" y="264"/>
                    </a:lnTo>
                    <a:lnTo>
                      <a:pt x="22" y="262"/>
                    </a:lnTo>
                    <a:lnTo>
                      <a:pt x="26" y="262"/>
                    </a:lnTo>
                    <a:lnTo>
                      <a:pt x="26" y="264"/>
                    </a:lnTo>
                    <a:lnTo>
                      <a:pt x="26" y="268"/>
                    </a:lnTo>
                    <a:lnTo>
                      <a:pt x="26" y="264"/>
                    </a:lnTo>
                    <a:lnTo>
                      <a:pt x="26" y="262"/>
                    </a:lnTo>
                    <a:lnTo>
                      <a:pt x="30" y="262"/>
                    </a:lnTo>
                    <a:lnTo>
                      <a:pt x="30" y="258"/>
                    </a:lnTo>
                    <a:lnTo>
                      <a:pt x="34" y="262"/>
                    </a:lnTo>
                    <a:lnTo>
                      <a:pt x="34" y="258"/>
                    </a:lnTo>
                    <a:lnTo>
                      <a:pt x="30" y="258"/>
                    </a:lnTo>
                    <a:lnTo>
                      <a:pt x="34" y="258"/>
                    </a:lnTo>
                    <a:lnTo>
                      <a:pt x="30" y="258"/>
                    </a:lnTo>
                    <a:lnTo>
                      <a:pt x="26" y="262"/>
                    </a:lnTo>
                    <a:lnTo>
                      <a:pt x="22" y="262"/>
                    </a:lnTo>
                    <a:lnTo>
                      <a:pt x="18" y="262"/>
                    </a:lnTo>
                    <a:lnTo>
                      <a:pt x="18" y="264"/>
                    </a:lnTo>
                    <a:lnTo>
                      <a:pt x="14" y="268"/>
                    </a:lnTo>
                    <a:lnTo>
                      <a:pt x="14" y="272"/>
                    </a:lnTo>
                    <a:lnTo>
                      <a:pt x="14" y="268"/>
                    </a:lnTo>
                    <a:lnTo>
                      <a:pt x="12" y="268"/>
                    </a:lnTo>
                    <a:lnTo>
                      <a:pt x="12" y="264"/>
                    </a:lnTo>
                    <a:lnTo>
                      <a:pt x="14" y="262"/>
                    </a:lnTo>
                    <a:lnTo>
                      <a:pt x="12" y="262"/>
                    </a:lnTo>
                    <a:lnTo>
                      <a:pt x="12" y="264"/>
                    </a:lnTo>
                    <a:lnTo>
                      <a:pt x="12" y="268"/>
                    </a:lnTo>
                    <a:lnTo>
                      <a:pt x="8" y="268"/>
                    </a:lnTo>
                    <a:lnTo>
                      <a:pt x="8" y="264"/>
                    </a:lnTo>
                    <a:lnTo>
                      <a:pt x="8" y="262"/>
                    </a:lnTo>
                    <a:lnTo>
                      <a:pt x="8" y="258"/>
                    </a:lnTo>
                    <a:lnTo>
                      <a:pt x="8" y="262"/>
                    </a:lnTo>
                    <a:lnTo>
                      <a:pt x="12" y="262"/>
                    </a:lnTo>
                    <a:lnTo>
                      <a:pt x="14" y="262"/>
                    </a:lnTo>
                    <a:lnTo>
                      <a:pt x="14" y="258"/>
                    </a:lnTo>
                    <a:lnTo>
                      <a:pt x="14" y="254"/>
                    </a:lnTo>
                    <a:lnTo>
                      <a:pt x="12" y="254"/>
                    </a:lnTo>
                    <a:lnTo>
                      <a:pt x="12" y="258"/>
                    </a:lnTo>
                    <a:lnTo>
                      <a:pt x="8" y="258"/>
                    </a:lnTo>
                    <a:lnTo>
                      <a:pt x="4" y="254"/>
                    </a:lnTo>
                    <a:lnTo>
                      <a:pt x="8" y="258"/>
                    </a:lnTo>
                    <a:lnTo>
                      <a:pt x="4" y="254"/>
                    </a:lnTo>
                    <a:lnTo>
                      <a:pt x="8" y="254"/>
                    </a:lnTo>
                    <a:lnTo>
                      <a:pt x="8" y="258"/>
                    </a:lnTo>
                    <a:lnTo>
                      <a:pt x="12" y="258"/>
                    </a:lnTo>
                    <a:lnTo>
                      <a:pt x="12" y="254"/>
                    </a:lnTo>
                    <a:lnTo>
                      <a:pt x="8" y="254"/>
                    </a:lnTo>
                    <a:lnTo>
                      <a:pt x="8" y="250"/>
                    </a:lnTo>
                    <a:lnTo>
                      <a:pt x="12" y="250"/>
                    </a:lnTo>
                    <a:lnTo>
                      <a:pt x="8" y="250"/>
                    </a:lnTo>
                    <a:lnTo>
                      <a:pt x="4" y="250"/>
                    </a:lnTo>
                    <a:lnTo>
                      <a:pt x="4" y="246"/>
                    </a:lnTo>
                    <a:lnTo>
                      <a:pt x="8" y="246"/>
                    </a:lnTo>
                    <a:lnTo>
                      <a:pt x="12" y="246"/>
                    </a:lnTo>
                    <a:lnTo>
                      <a:pt x="14" y="246"/>
                    </a:lnTo>
                    <a:lnTo>
                      <a:pt x="18" y="246"/>
                    </a:lnTo>
                    <a:lnTo>
                      <a:pt x="22" y="246"/>
                    </a:lnTo>
                    <a:lnTo>
                      <a:pt x="26" y="246"/>
                    </a:lnTo>
                    <a:lnTo>
                      <a:pt x="26" y="242"/>
                    </a:lnTo>
                    <a:lnTo>
                      <a:pt x="30" y="242"/>
                    </a:lnTo>
                    <a:lnTo>
                      <a:pt x="30" y="246"/>
                    </a:lnTo>
                    <a:lnTo>
                      <a:pt x="34" y="246"/>
                    </a:lnTo>
                    <a:lnTo>
                      <a:pt x="34" y="250"/>
                    </a:lnTo>
                    <a:lnTo>
                      <a:pt x="34" y="246"/>
                    </a:lnTo>
                    <a:lnTo>
                      <a:pt x="38" y="246"/>
                    </a:lnTo>
                    <a:lnTo>
                      <a:pt x="38" y="242"/>
                    </a:lnTo>
                    <a:lnTo>
                      <a:pt x="38" y="238"/>
                    </a:lnTo>
                    <a:lnTo>
                      <a:pt x="42" y="238"/>
                    </a:lnTo>
                    <a:lnTo>
                      <a:pt x="42" y="236"/>
                    </a:lnTo>
                    <a:lnTo>
                      <a:pt x="38" y="238"/>
                    </a:lnTo>
                    <a:lnTo>
                      <a:pt x="38" y="242"/>
                    </a:lnTo>
                    <a:lnTo>
                      <a:pt x="34" y="242"/>
                    </a:lnTo>
                    <a:lnTo>
                      <a:pt x="30" y="246"/>
                    </a:lnTo>
                    <a:lnTo>
                      <a:pt x="30" y="242"/>
                    </a:lnTo>
                    <a:lnTo>
                      <a:pt x="26" y="242"/>
                    </a:lnTo>
                    <a:lnTo>
                      <a:pt x="26" y="238"/>
                    </a:lnTo>
                    <a:lnTo>
                      <a:pt x="26" y="242"/>
                    </a:lnTo>
                    <a:lnTo>
                      <a:pt x="22" y="246"/>
                    </a:lnTo>
                    <a:lnTo>
                      <a:pt x="22" y="242"/>
                    </a:lnTo>
                    <a:lnTo>
                      <a:pt x="18" y="242"/>
                    </a:lnTo>
                    <a:lnTo>
                      <a:pt x="14" y="242"/>
                    </a:lnTo>
                    <a:lnTo>
                      <a:pt x="12" y="242"/>
                    </a:lnTo>
                    <a:lnTo>
                      <a:pt x="12" y="246"/>
                    </a:lnTo>
                    <a:lnTo>
                      <a:pt x="8" y="246"/>
                    </a:lnTo>
                    <a:lnTo>
                      <a:pt x="8" y="242"/>
                    </a:lnTo>
                    <a:lnTo>
                      <a:pt x="4" y="242"/>
                    </a:lnTo>
                    <a:lnTo>
                      <a:pt x="8" y="242"/>
                    </a:lnTo>
                    <a:lnTo>
                      <a:pt x="4" y="242"/>
                    </a:lnTo>
                    <a:lnTo>
                      <a:pt x="8" y="238"/>
                    </a:lnTo>
                    <a:lnTo>
                      <a:pt x="12" y="238"/>
                    </a:lnTo>
                    <a:lnTo>
                      <a:pt x="8" y="238"/>
                    </a:lnTo>
                    <a:lnTo>
                      <a:pt x="4" y="238"/>
                    </a:lnTo>
                    <a:lnTo>
                      <a:pt x="8" y="236"/>
                    </a:lnTo>
                    <a:lnTo>
                      <a:pt x="8" y="238"/>
                    </a:lnTo>
                    <a:lnTo>
                      <a:pt x="12" y="238"/>
                    </a:lnTo>
                    <a:lnTo>
                      <a:pt x="14" y="238"/>
                    </a:lnTo>
                    <a:lnTo>
                      <a:pt x="14" y="236"/>
                    </a:lnTo>
                    <a:lnTo>
                      <a:pt x="12" y="236"/>
                    </a:lnTo>
                    <a:lnTo>
                      <a:pt x="12" y="238"/>
                    </a:lnTo>
                    <a:lnTo>
                      <a:pt x="8" y="236"/>
                    </a:lnTo>
                    <a:lnTo>
                      <a:pt x="4" y="236"/>
                    </a:lnTo>
                    <a:lnTo>
                      <a:pt x="8" y="232"/>
                    </a:lnTo>
                    <a:lnTo>
                      <a:pt x="4" y="232"/>
                    </a:lnTo>
                    <a:lnTo>
                      <a:pt x="8" y="228"/>
                    </a:lnTo>
                    <a:lnTo>
                      <a:pt x="12" y="228"/>
                    </a:lnTo>
                    <a:lnTo>
                      <a:pt x="14" y="228"/>
                    </a:lnTo>
                    <a:lnTo>
                      <a:pt x="18" y="228"/>
                    </a:lnTo>
                    <a:lnTo>
                      <a:pt x="22" y="228"/>
                    </a:lnTo>
                    <a:lnTo>
                      <a:pt x="26" y="228"/>
                    </a:lnTo>
                    <a:lnTo>
                      <a:pt x="30" y="228"/>
                    </a:lnTo>
                    <a:lnTo>
                      <a:pt x="26" y="228"/>
                    </a:lnTo>
                    <a:lnTo>
                      <a:pt x="22" y="228"/>
                    </a:lnTo>
                    <a:lnTo>
                      <a:pt x="18" y="228"/>
                    </a:lnTo>
                    <a:lnTo>
                      <a:pt x="14" y="228"/>
                    </a:lnTo>
                    <a:lnTo>
                      <a:pt x="12" y="228"/>
                    </a:lnTo>
                    <a:lnTo>
                      <a:pt x="8" y="228"/>
                    </a:lnTo>
                    <a:lnTo>
                      <a:pt x="4" y="228"/>
                    </a:lnTo>
                    <a:lnTo>
                      <a:pt x="8" y="224"/>
                    </a:lnTo>
                    <a:lnTo>
                      <a:pt x="8" y="222"/>
                    </a:lnTo>
                    <a:lnTo>
                      <a:pt x="4" y="222"/>
                    </a:lnTo>
                    <a:lnTo>
                      <a:pt x="8" y="222"/>
                    </a:lnTo>
                    <a:lnTo>
                      <a:pt x="12" y="224"/>
                    </a:lnTo>
                    <a:lnTo>
                      <a:pt x="12" y="222"/>
                    </a:lnTo>
                    <a:lnTo>
                      <a:pt x="8" y="222"/>
                    </a:lnTo>
                    <a:lnTo>
                      <a:pt x="12" y="222"/>
                    </a:lnTo>
                    <a:lnTo>
                      <a:pt x="14" y="222"/>
                    </a:lnTo>
                    <a:lnTo>
                      <a:pt x="18" y="222"/>
                    </a:lnTo>
                    <a:lnTo>
                      <a:pt x="22" y="224"/>
                    </a:lnTo>
                    <a:lnTo>
                      <a:pt x="18" y="224"/>
                    </a:lnTo>
                    <a:lnTo>
                      <a:pt x="18" y="222"/>
                    </a:lnTo>
                    <a:lnTo>
                      <a:pt x="14" y="222"/>
                    </a:lnTo>
                    <a:lnTo>
                      <a:pt x="18" y="222"/>
                    </a:lnTo>
                    <a:lnTo>
                      <a:pt x="18" y="218"/>
                    </a:lnTo>
                    <a:lnTo>
                      <a:pt x="22" y="218"/>
                    </a:lnTo>
                    <a:lnTo>
                      <a:pt x="26" y="222"/>
                    </a:lnTo>
                    <a:lnTo>
                      <a:pt x="26" y="218"/>
                    </a:lnTo>
                    <a:lnTo>
                      <a:pt x="22" y="218"/>
                    </a:lnTo>
                    <a:lnTo>
                      <a:pt x="26" y="214"/>
                    </a:lnTo>
                    <a:lnTo>
                      <a:pt x="30" y="218"/>
                    </a:lnTo>
                    <a:lnTo>
                      <a:pt x="34" y="218"/>
                    </a:lnTo>
                    <a:lnTo>
                      <a:pt x="34" y="222"/>
                    </a:lnTo>
                    <a:lnTo>
                      <a:pt x="30" y="222"/>
                    </a:lnTo>
                    <a:lnTo>
                      <a:pt x="30" y="224"/>
                    </a:lnTo>
                    <a:lnTo>
                      <a:pt x="34" y="224"/>
                    </a:lnTo>
                    <a:lnTo>
                      <a:pt x="34" y="222"/>
                    </a:lnTo>
                    <a:lnTo>
                      <a:pt x="30" y="222"/>
                    </a:lnTo>
                    <a:lnTo>
                      <a:pt x="34" y="222"/>
                    </a:lnTo>
                    <a:lnTo>
                      <a:pt x="34" y="218"/>
                    </a:lnTo>
                    <a:lnTo>
                      <a:pt x="38" y="218"/>
                    </a:lnTo>
                    <a:lnTo>
                      <a:pt x="38" y="222"/>
                    </a:lnTo>
                    <a:lnTo>
                      <a:pt x="38" y="218"/>
                    </a:lnTo>
                    <a:lnTo>
                      <a:pt x="34" y="218"/>
                    </a:lnTo>
                    <a:lnTo>
                      <a:pt x="30" y="218"/>
                    </a:lnTo>
                    <a:lnTo>
                      <a:pt x="30" y="214"/>
                    </a:lnTo>
                    <a:lnTo>
                      <a:pt x="26" y="214"/>
                    </a:lnTo>
                    <a:lnTo>
                      <a:pt x="22" y="214"/>
                    </a:lnTo>
                    <a:lnTo>
                      <a:pt x="26" y="214"/>
                    </a:lnTo>
                    <a:lnTo>
                      <a:pt x="22" y="214"/>
                    </a:lnTo>
                    <a:lnTo>
                      <a:pt x="22" y="210"/>
                    </a:lnTo>
                    <a:lnTo>
                      <a:pt x="26" y="210"/>
                    </a:lnTo>
                    <a:lnTo>
                      <a:pt x="30" y="210"/>
                    </a:lnTo>
                    <a:lnTo>
                      <a:pt x="34" y="210"/>
                    </a:lnTo>
                    <a:lnTo>
                      <a:pt x="38" y="210"/>
                    </a:lnTo>
                    <a:lnTo>
                      <a:pt x="42" y="214"/>
                    </a:lnTo>
                    <a:lnTo>
                      <a:pt x="42" y="210"/>
                    </a:lnTo>
                    <a:lnTo>
                      <a:pt x="42" y="214"/>
                    </a:lnTo>
                    <a:lnTo>
                      <a:pt x="38" y="214"/>
                    </a:lnTo>
                    <a:lnTo>
                      <a:pt x="38" y="210"/>
                    </a:lnTo>
                    <a:lnTo>
                      <a:pt x="42" y="210"/>
                    </a:lnTo>
                    <a:lnTo>
                      <a:pt x="44" y="210"/>
                    </a:lnTo>
                    <a:lnTo>
                      <a:pt x="44" y="206"/>
                    </a:lnTo>
                    <a:lnTo>
                      <a:pt x="48" y="210"/>
                    </a:lnTo>
                    <a:lnTo>
                      <a:pt x="48" y="206"/>
                    </a:lnTo>
                    <a:lnTo>
                      <a:pt x="44" y="206"/>
                    </a:lnTo>
                    <a:lnTo>
                      <a:pt x="42" y="210"/>
                    </a:lnTo>
                    <a:lnTo>
                      <a:pt x="38" y="210"/>
                    </a:lnTo>
                    <a:lnTo>
                      <a:pt x="38" y="206"/>
                    </a:lnTo>
                    <a:lnTo>
                      <a:pt x="42" y="206"/>
                    </a:lnTo>
                    <a:lnTo>
                      <a:pt x="38" y="206"/>
                    </a:lnTo>
                    <a:lnTo>
                      <a:pt x="34" y="206"/>
                    </a:lnTo>
                    <a:lnTo>
                      <a:pt x="30" y="210"/>
                    </a:lnTo>
                    <a:lnTo>
                      <a:pt x="30" y="206"/>
                    </a:lnTo>
                    <a:lnTo>
                      <a:pt x="34" y="206"/>
                    </a:lnTo>
                    <a:lnTo>
                      <a:pt x="30" y="202"/>
                    </a:lnTo>
                    <a:lnTo>
                      <a:pt x="34" y="202"/>
                    </a:lnTo>
                    <a:lnTo>
                      <a:pt x="38" y="202"/>
                    </a:lnTo>
                    <a:lnTo>
                      <a:pt x="42" y="202"/>
                    </a:lnTo>
                    <a:lnTo>
                      <a:pt x="44" y="202"/>
                    </a:lnTo>
                    <a:lnTo>
                      <a:pt x="42" y="202"/>
                    </a:lnTo>
                    <a:lnTo>
                      <a:pt x="44" y="202"/>
                    </a:lnTo>
                    <a:lnTo>
                      <a:pt x="48" y="202"/>
                    </a:lnTo>
                    <a:lnTo>
                      <a:pt x="48" y="206"/>
                    </a:lnTo>
                    <a:lnTo>
                      <a:pt x="52" y="206"/>
                    </a:lnTo>
                    <a:lnTo>
                      <a:pt x="52" y="210"/>
                    </a:lnTo>
                    <a:lnTo>
                      <a:pt x="56" y="210"/>
                    </a:lnTo>
                    <a:lnTo>
                      <a:pt x="52" y="210"/>
                    </a:lnTo>
                    <a:lnTo>
                      <a:pt x="52" y="206"/>
                    </a:lnTo>
                    <a:lnTo>
                      <a:pt x="48" y="206"/>
                    </a:lnTo>
                    <a:lnTo>
                      <a:pt x="48" y="202"/>
                    </a:lnTo>
                    <a:lnTo>
                      <a:pt x="44" y="202"/>
                    </a:lnTo>
                    <a:lnTo>
                      <a:pt x="44" y="198"/>
                    </a:lnTo>
                    <a:lnTo>
                      <a:pt x="48" y="198"/>
                    </a:lnTo>
                    <a:lnTo>
                      <a:pt x="48" y="202"/>
                    </a:lnTo>
                    <a:lnTo>
                      <a:pt x="52" y="202"/>
                    </a:lnTo>
                    <a:lnTo>
                      <a:pt x="52" y="206"/>
                    </a:lnTo>
                    <a:lnTo>
                      <a:pt x="52" y="202"/>
                    </a:lnTo>
                    <a:lnTo>
                      <a:pt x="56" y="202"/>
                    </a:lnTo>
                    <a:lnTo>
                      <a:pt x="52" y="202"/>
                    </a:lnTo>
                    <a:lnTo>
                      <a:pt x="48" y="202"/>
                    </a:lnTo>
                    <a:lnTo>
                      <a:pt x="48" y="198"/>
                    </a:lnTo>
                    <a:lnTo>
                      <a:pt x="52" y="198"/>
                    </a:lnTo>
                    <a:lnTo>
                      <a:pt x="56" y="198"/>
                    </a:lnTo>
                    <a:lnTo>
                      <a:pt x="60" y="198"/>
                    </a:lnTo>
                    <a:lnTo>
                      <a:pt x="56" y="198"/>
                    </a:lnTo>
                    <a:lnTo>
                      <a:pt x="52" y="194"/>
                    </a:lnTo>
                    <a:lnTo>
                      <a:pt x="56" y="194"/>
                    </a:lnTo>
                    <a:lnTo>
                      <a:pt x="56" y="192"/>
                    </a:lnTo>
                    <a:lnTo>
                      <a:pt x="60" y="192"/>
                    </a:lnTo>
                    <a:lnTo>
                      <a:pt x="64" y="192"/>
                    </a:lnTo>
                    <a:lnTo>
                      <a:pt x="64" y="194"/>
                    </a:lnTo>
                    <a:lnTo>
                      <a:pt x="68" y="194"/>
                    </a:lnTo>
                    <a:lnTo>
                      <a:pt x="68" y="192"/>
                    </a:lnTo>
                    <a:lnTo>
                      <a:pt x="64" y="194"/>
                    </a:lnTo>
                    <a:lnTo>
                      <a:pt x="64" y="192"/>
                    </a:lnTo>
                    <a:lnTo>
                      <a:pt x="64" y="188"/>
                    </a:lnTo>
                    <a:lnTo>
                      <a:pt x="68" y="188"/>
                    </a:lnTo>
                    <a:lnTo>
                      <a:pt x="72" y="188"/>
                    </a:lnTo>
                    <a:lnTo>
                      <a:pt x="74" y="192"/>
                    </a:lnTo>
                    <a:lnTo>
                      <a:pt x="74" y="194"/>
                    </a:lnTo>
                    <a:lnTo>
                      <a:pt x="78" y="194"/>
                    </a:lnTo>
                    <a:lnTo>
                      <a:pt x="74" y="194"/>
                    </a:lnTo>
                    <a:lnTo>
                      <a:pt x="74" y="192"/>
                    </a:lnTo>
                    <a:lnTo>
                      <a:pt x="78" y="192"/>
                    </a:lnTo>
                    <a:lnTo>
                      <a:pt x="82" y="192"/>
                    </a:lnTo>
                    <a:lnTo>
                      <a:pt x="86" y="192"/>
                    </a:lnTo>
                    <a:lnTo>
                      <a:pt x="86" y="188"/>
                    </a:lnTo>
                    <a:lnTo>
                      <a:pt x="82" y="188"/>
                    </a:lnTo>
                    <a:lnTo>
                      <a:pt x="86" y="188"/>
                    </a:lnTo>
                    <a:lnTo>
                      <a:pt x="86" y="184"/>
                    </a:lnTo>
                    <a:lnTo>
                      <a:pt x="90" y="184"/>
                    </a:lnTo>
                    <a:lnTo>
                      <a:pt x="94" y="184"/>
                    </a:lnTo>
                    <a:lnTo>
                      <a:pt x="94" y="180"/>
                    </a:lnTo>
                    <a:lnTo>
                      <a:pt x="90" y="180"/>
                    </a:lnTo>
                    <a:lnTo>
                      <a:pt x="94" y="180"/>
                    </a:lnTo>
                    <a:lnTo>
                      <a:pt x="98" y="176"/>
                    </a:lnTo>
                    <a:lnTo>
                      <a:pt x="94" y="176"/>
                    </a:lnTo>
                    <a:lnTo>
                      <a:pt x="90" y="176"/>
                    </a:lnTo>
                    <a:lnTo>
                      <a:pt x="90" y="180"/>
                    </a:lnTo>
                    <a:lnTo>
                      <a:pt x="86" y="180"/>
                    </a:lnTo>
                    <a:lnTo>
                      <a:pt x="82" y="184"/>
                    </a:lnTo>
                    <a:lnTo>
                      <a:pt x="86" y="180"/>
                    </a:lnTo>
                    <a:lnTo>
                      <a:pt x="90" y="180"/>
                    </a:lnTo>
                    <a:lnTo>
                      <a:pt x="90" y="184"/>
                    </a:lnTo>
                    <a:lnTo>
                      <a:pt x="86" y="184"/>
                    </a:lnTo>
                    <a:lnTo>
                      <a:pt x="82" y="188"/>
                    </a:lnTo>
                    <a:lnTo>
                      <a:pt x="78" y="188"/>
                    </a:lnTo>
                    <a:lnTo>
                      <a:pt x="74" y="192"/>
                    </a:lnTo>
                    <a:lnTo>
                      <a:pt x="72" y="188"/>
                    </a:lnTo>
                    <a:lnTo>
                      <a:pt x="72" y="184"/>
                    </a:lnTo>
                    <a:lnTo>
                      <a:pt x="74" y="184"/>
                    </a:lnTo>
                    <a:lnTo>
                      <a:pt x="72" y="184"/>
                    </a:lnTo>
                    <a:lnTo>
                      <a:pt x="68" y="188"/>
                    </a:lnTo>
                    <a:lnTo>
                      <a:pt x="68" y="184"/>
                    </a:lnTo>
                    <a:lnTo>
                      <a:pt x="72" y="184"/>
                    </a:lnTo>
                    <a:lnTo>
                      <a:pt x="72" y="180"/>
                    </a:lnTo>
                    <a:lnTo>
                      <a:pt x="74" y="180"/>
                    </a:lnTo>
                    <a:lnTo>
                      <a:pt x="78" y="180"/>
                    </a:lnTo>
                    <a:lnTo>
                      <a:pt x="74" y="180"/>
                    </a:lnTo>
                    <a:lnTo>
                      <a:pt x="74" y="176"/>
                    </a:lnTo>
                    <a:lnTo>
                      <a:pt x="78" y="172"/>
                    </a:lnTo>
                    <a:lnTo>
                      <a:pt x="82" y="168"/>
                    </a:lnTo>
                    <a:lnTo>
                      <a:pt x="82" y="168"/>
                    </a:lnTo>
                    <a:lnTo>
                      <a:pt x="82" y="168"/>
                    </a:lnTo>
                    <a:close/>
                    <a:moveTo>
                      <a:pt x="284" y="4"/>
                    </a:moveTo>
                    <a:lnTo>
                      <a:pt x="284" y="0"/>
                    </a:lnTo>
                    <a:lnTo>
                      <a:pt x="284" y="4"/>
                    </a:lnTo>
                    <a:lnTo>
                      <a:pt x="284" y="4"/>
                    </a:lnTo>
                    <a:lnTo>
                      <a:pt x="284" y="4"/>
                    </a:lnTo>
                    <a:close/>
                    <a:moveTo>
                      <a:pt x="270" y="16"/>
                    </a:moveTo>
                    <a:lnTo>
                      <a:pt x="270" y="12"/>
                    </a:lnTo>
                    <a:lnTo>
                      <a:pt x="274" y="12"/>
                    </a:lnTo>
                    <a:lnTo>
                      <a:pt x="276" y="16"/>
                    </a:lnTo>
                    <a:lnTo>
                      <a:pt x="274" y="16"/>
                    </a:lnTo>
                    <a:lnTo>
                      <a:pt x="270" y="16"/>
                    </a:lnTo>
                    <a:lnTo>
                      <a:pt x="270" y="16"/>
                    </a:lnTo>
                    <a:lnTo>
                      <a:pt x="270" y="16"/>
                    </a:lnTo>
                    <a:close/>
                    <a:moveTo>
                      <a:pt x="258" y="22"/>
                    </a:moveTo>
                    <a:lnTo>
                      <a:pt x="254" y="22"/>
                    </a:lnTo>
                    <a:lnTo>
                      <a:pt x="250" y="22"/>
                    </a:lnTo>
                    <a:lnTo>
                      <a:pt x="250" y="20"/>
                    </a:lnTo>
                    <a:lnTo>
                      <a:pt x="254" y="20"/>
                    </a:lnTo>
                    <a:lnTo>
                      <a:pt x="258" y="22"/>
                    </a:lnTo>
                    <a:lnTo>
                      <a:pt x="258" y="22"/>
                    </a:lnTo>
                    <a:lnTo>
                      <a:pt x="258" y="22"/>
                    </a:lnTo>
                    <a:close/>
                    <a:moveTo>
                      <a:pt x="244" y="22"/>
                    </a:moveTo>
                    <a:lnTo>
                      <a:pt x="240" y="22"/>
                    </a:lnTo>
                    <a:lnTo>
                      <a:pt x="240" y="20"/>
                    </a:lnTo>
                    <a:lnTo>
                      <a:pt x="244" y="20"/>
                    </a:lnTo>
                    <a:lnTo>
                      <a:pt x="244" y="22"/>
                    </a:lnTo>
                    <a:lnTo>
                      <a:pt x="244" y="22"/>
                    </a:lnTo>
                    <a:lnTo>
                      <a:pt x="244" y="22"/>
                    </a:lnTo>
                    <a:close/>
                    <a:moveTo>
                      <a:pt x="206" y="26"/>
                    </a:moveTo>
                    <a:lnTo>
                      <a:pt x="202" y="26"/>
                    </a:lnTo>
                    <a:lnTo>
                      <a:pt x="206" y="22"/>
                    </a:lnTo>
                    <a:lnTo>
                      <a:pt x="206" y="26"/>
                    </a:lnTo>
                    <a:lnTo>
                      <a:pt x="206" y="26"/>
                    </a:lnTo>
                    <a:lnTo>
                      <a:pt x="206" y="26"/>
                    </a:lnTo>
                    <a:close/>
                    <a:moveTo>
                      <a:pt x="198" y="30"/>
                    </a:moveTo>
                    <a:lnTo>
                      <a:pt x="198" y="26"/>
                    </a:lnTo>
                    <a:lnTo>
                      <a:pt x="202" y="26"/>
                    </a:lnTo>
                    <a:lnTo>
                      <a:pt x="202" y="30"/>
                    </a:lnTo>
                    <a:lnTo>
                      <a:pt x="198" y="30"/>
                    </a:lnTo>
                    <a:lnTo>
                      <a:pt x="198" y="30"/>
                    </a:lnTo>
                    <a:lnTo>
                      <a:pt x="198" y="30"/>
                    </a:lnTo>
                    <a:close/>
                    <a:moveTo>
                      <a:pt x="228" y="30"/>
                    </a:moveTo>
                    <a:lnTo>
                      <a:pt x="232" y="30"/>
                    </a:lnTo>
                    <a:lnTo>
                      <a:pt x="228" y="30"/>
                    </a:lnTo>
                    <a:lnTo>
                      <a:pt x="228" y="30"/>
                    </a:lnTo>
                    <a:lnTo>
                      <a:pt x="228" y="30"/>
                    </a:lnTo>
                    <a:close/>
                    <a:moveTo>
                      <a:pt x="210" y="34"/>
                    </a:moveTo>
                    <a:lnTo>
                      <a:pt x="214" y="30"/>
                    </a:lnTo>
                    <a:lnTo>
                      <a:pt x="218" y="30"/>
                    </a:lnTo>
                    <a:lnTo>
                      <a:pt x="214" y="34"/>
                    </a:lnTo>
                    <a:lnTo>
                      <a:pt x="210" y="34"/>
                    </a:lnTo>
                    <a:lnTo>
                      <a:pt x="210" y="34"/>
                    </a:lnTo>
                    <a:lnTo>
                      <a:pt x="210" y="34"/>
                    </a:lnTo>
                    <a:close/>
                    <a:moveTo>
                      <a:pt x="354" y="38"/>
                    </a:moveTo>
                    <a:lnTo>
                      <a:pt x="354" y="34"/>
                    </a:lnTo>
                    <a:lnTo>
                      <a:pt x="358" y="34"/>
                    </a:lnTo>
                    <a:lnTo>
                      <a:pt x="354" y="38"/>
                    </a:lnTo>
                    <a:lnTo>
                      <a:pt x="354" y="38"/>
                    </a:lnTo>
                    <a:lnTo>
                      <a:pt x="354" y="38"/>
                    </a:lnTo>
                    <a:close/>
                    <a:moveTo>
                      <a:pt x="224" y="34"/>
                    </a:moveTo>
                    <a:lnTo>
                      <a:pt x="228" y="34"/>
                    </a:lnTo>
                    <a:lnTo>
                      <a:pt x="224" y="34"/>
                    </a:lnTo>
                    <a:lnTo>
                      <a:pt x="224" y="34"/>
                    </a:lnTo>
                    <a:lnTo>
                      <a:pt x="224" y="34"/>
                    </a:lnTo>
                    <a:close/>
                    <a:moveTo>
                      <a:pt x="202" y="42"/>
                    </a:moveTo>
                    <a:lnTo>
                      <a:pt x="202" y="38"/>
                    </a:lnTo>
                    <a:lnTo>
                      <a:pt x="202" y="42"/>
                    </a:lnTo>
                    <a:lnTo>
                      <a:pt x="202" y="42"/>
                    </a:lnTo>
                    <a:lnTo>
                      <a:pt x="202" y="42"/>
                    </a:lnTo>
                    <a:close/>
                    <a:moveTo>
                      <a:pt x="180" y="56"/>
                    </a:moveTo>
                    <a:lnTo>
                      <a:pt x="180" y="52"/>
                    </a:lnTo>
                    <a:lnTo>
                      <a:pt x="184" y="52"/>
                    </a:lnTo>
                    <a:lnTo>
                      <a:pt x="180" y="56"/>
                    </a:lnTo>
                    <a:lnTo>
                      <a:pt x="180" y="56"/>
                    </a:lnTo>
                    <a:lnTo>
                      <a:pt x="180" y="56"/>
                    </a:lnTo>
                    <a:close/>
                    <a:moveTo>
                      <a:pt x="168" y="60"/>
                    </a:moveTo>
                    <a:lnTo>
                      <a:pt x="164" y="56"/>
                    </a:lnTo>
                    <a:lnTo>
                      <a:pt x="168" y="56"/>
                    </a:lnTo>
                    <a:lnTo>
                      <a:pt x="168" y="60"/>
                    </a:lnTo>
                    <a:lnTo>
                      <a:pt x="168" y="60"/>
                    </a:lnTo>
                    <a:lnTo>
                      <a:pt x="168" y="60"/>
                    </a:lnTo>
                    <a:close/>
                    <a:moveTo>
                      <a:pt x="176" y="60"/>
                    </a:moveTo>
                    <a:lnTo>
                      <a:pt x="176" y="56"/>
                    </a:lnTo>
                    <a:lnTo>
                      <a:pt x="180" y="56"/>
                    </a:lnTo>
                    <a:lnTo>
                      <a:pt x="180" y="60"/>
                    </a:lnTo>
                    <a:lnTo>
                      <a:pt x="176" y="60"/>
                    </a:lnTo>
                    <a:lnTo>
                      <a:pt x="176" y="60"/>
                    </a:lnTo>
                    <a:lnTo>
                      <a:pt x="176" y="60"/>
                    </a:lnTo>
                    <a:close/>
                    <a:moveTo>
                      <a:pt x="172" y="64"/>
                    </a:moveTo>
                    <a:lnTo>
                      <a:pt x="172" y="60"/>
                    </a:lnTo>
                    <a:lnTo>
                      <a:pt x="176" y="60"/>
                    </a:lnTo>
                    <a:lnTo>
                      <a:pt x="172" y="60"/>
                    </a:lnTo>
                    <a:lnTo>
                      <a:pt x="172" y="64"/>
                    </a:lnTo>
                    <a:lnTo>
                      <a:pt x="172" y="64"/>
                    </a:lnTo>
                    <a:lnTo>
                      <a:pt x="172" y="64"/>
                    </a:lnTo>
                    <a:close/>
                    <a:moveTo>
                      <a:pt x="160" y="72"/>
                    </a:moveTo>
                    <a:lnTo>
                      <a:pt x="160" y="68"/>
                    </a:lnTo>
                    <a:lnTo>
                      <a:pt x="164" y="68"/>
                    </a:lnTo>
                    <a:lnTo>
                      <a:pt x="164" y="72"/>
                    </a:lnTo>
                    <a:lnTo>
                      <a:pt x="160" y="72"/>
                    </a:lnTo>
                    <a:lnTo>
                      <a:pt x="160" y="72"/>
                    </a:lnTo>
                    <a:lnTo>
                      <a:pt x="160" y="72"/>
                    </a:lnTo>
                    <a:close/>
                    <a:moveTo>
                      <a:pt x="134" y="76"/>
                    </a:moveTo>
                    <a:lnTo>
                      <a:pt x="130" y="76"/>
                    </a:lnTo>
                    <a:lnTo>
                      <a:pt x="130" y="72"/>
                    </a:lnTo>
                    <a:lnTo>
                      <a:pt x="134" y="72"/>
                    </a:lnTo>
                    <a:lnTo>
                      <a:pt x="134" y="76"/>
                    </a:lnTo>
                    <a:lnTo>
                      <a:pt x="134" y="76"/>
                    </a:lnTo>
                    <a:lnTo>
                      <a:pt x="134" y="76"/>
                    </a:lnTo>
                    <a:close/>
                    <a:moveTo>
                      <a:pt x="120" y="82"/>
                    </a:moveTo>
                    <a:lnTo>
                      <a:pt x="120" y="78"/>
                    </a:lnTo>
                    <a:lnTo>
                      <a:pt x="120" y="76"/>
                    </a:lnTo>
                    <a:lnTo>
                      <a:pt x="124" y="76"/>
                    </a:lnTo>
                    <a:lnTo>
                      <a:pt x="124" y="78"/>
                    </a:lnTo>
                    <a:lnTo>
                      <a:pt x="120" y="82"/>
                    </a:lnTo>
                    <a:lnTo>
                      <a:pt x="120" y="82"/>
                    </a:lnTo>
                    <a:lnTo>
                      <a:pt x="120" y="82"/>
                    </a:lnTo>
                    <a:close/>
                    <a:moveTo>
                      <a:pt x="116" y="86"/>
                    </a:moveTo>
                    <a:lnTo>
                      <a:pt x="116" y="82"/>
                    </a:lnTo>
                    <a:lnTo>
                      <a:pt x="116" y="78"/>
                    </a:lnTo>
                    <a:lnTo>
                      <a:pt x="120" y="78"/>
                    </a:lnTo>
                    <a:lnTo>
                      <a:pt x="120" y="82"/>
                    </a:lnTo>
                    <a:lnTo>
                      <a:pt x="116" y="82"/>
                    </a:lnTo>
                    <a:lnTo>
                      <a:pt x="116" y="86"/>
                    </a:lnTo>
                    <a:lnTo>
                      <a:pt x="116" y="86"/>
                    </a:lnTo>
                    <a:lnTo>
                      <a:pt x="116" y="86"/>
                    </a:lnTo>
                    <a:close/>
                    <a:moveTo>
                      <a:pt x="154" y="82"/>
                    </a:moveTo>
                    <a:lnTo>
                      <a:pt x="154" y="78"/>
                    </a:lnTo>
                    <a:lnTo>
                      <a:pt x="158" y="78"/>
                    </a:lnTo>
                    <a:lnTo>
                      <a:pt x="158" y="82"/>
                    </a:lnTo>
                    <a:lnTo>
                      <a:pt x="154" y="82"/>
                    </a:lnTo>
                    <a:lnTo>
                      <a:pt x="154" y="82"/>
                    </a:lnTo>
                    <a:lnTo>
                      <a:pt x="154" y="82"/>
                    </a:lnTo>
                    <a:close/>
                    <a:moveTo>
                      <a:pt x="146" y="82"/>
                    </a:moveTo>
                    <a:lnTo>
                      <a:pt x="150" y="82"/>
                    </a:lnTo>
                    <a:lnTo>
                      <a:pt x="146" y="82"/>
                    </a:lnTo>
                    <a:lnTo>
                      <a:pt x="146" y="82"/>
                    </a:lnTo>
                    <a:lnTo>
                      <a:pt x="146" y="82"/>
                    </a:lnTo>
                    <a:close/>
                    <a:moveTo>
                      <a:pt x="134" y="106"/>
                    </a:moveTo>
                    <a:lnTo>
                      <a:pt x="130" y="106"/>
                    </a:lnTo>
                    <a:lnTo>
                      <a:pt x="130" y="102"/>
                    </a:lnTo>
                    <a:lnTo>
                      <a:pt x="134" y="102"/>
                    </a:lnTo>
                    <a:lnTo>
                      <a:pt x="134" y="106"/>
                    </a:lnTo>
                    <a:lnTo>
                      <a:pt x="134" y="106"/>
                    </a:lnTo>
                    <a:lnTo>
                      <a:pt x="134" y="106"/>
                    </a:lnTo>
                    <a:close/>
                    <a:moveTo>
                      <a:pt x="102" y="138"/>
                    </a:moveTo>
                    <a:lnTo>
                      <a:pt x="104" y="138"/>
                    </a:lnTo>
                    <a:lnTo>
                      <a:pt x="102" y="138"/>
                    </a:lnTo>
                    <a:lnTo>
                      <a:pt x="102" y="138"/>
                    </a:lnTo>
                    <a:lnTo>
                      <a:pt x="102" y="138"/>
                    </a:lnTo>
                    <a:close/>
                    <a:moveTo>
                      <a:pt x="104" y="150"/>
                    </a:moveTo>
                    <a:lnTo>
                      <a:pt x="104" y="146"/>
                    </a:lnTo>
                    <a:lnTo>
                      <a:pt x="104" y="142"/>
                    </a:lnTo>
                    <a:lnTo>
                      <a:pt x="104" y="138"/>
                    </a:lnTo>
                    <a:lnTo>
                      <a:pt x="108" y="138"/>
                    </a:lnTo>
                    <a:lnTo>
                      <a:pt x="108" y="142"/>
                    </a:lnTo>
                    <a:lnTo>
                      <a:pt x="108" y="146"/>
                    </a:lnTo>
                    <a:lnTo>
                      <a:pt x="104" y="146"/>
                    </a:lnTo>
                    <a:lnTo>
                      <a:pt x="104" y="150"/>
                    </a:lnTo>
                    <a:lnTo>
                      <a:pt x="104" y="150"/>
                    </a:lnTo>
                    <a:lnTo>
                      <a:pt x="104" y="150"/>
                    </a:lnTo>
                    <a:close/>
                    <a:moveTo>
                      <a:pt x="104" y="154"/>
                    </a:moveTo>
                    <a:lnTo>
                      <a:pt x="102" y="154"/>
                    </a:lnTo>
                    <a:lnTo>
                      <a:pt x="104" y="150"/>
                    </a:lnTo>
                    <a:lnTo>
                      <a:pt x="108" y="150"/>
                    </a:lnTo>
                    <a:lnTo>
                      <a:pt x="108" y="154"/>
                    </a:lnTo>
                    <a:lnTo>
                      <a:pt x="104" y="154"/>
                    </a:lnTo>
                    <a:lnTo>
                      <a:pt x="104" y="154"/>
                    </a:lnTo>
                    <a:lnTo>
                      <a:pt x="104" y="154"/>
                    </a:lnTo>
                    <a:close/>
                    <a:moveTo>
                      <a:pt x="86" y="158"/>
                    </a:moveTo>
                    <a:lnTo>
                      <a:pt x="90" y="154"/>
                    </a:lnTo>
                    <a:lnTo>
                      <a:pt x="86" y="158"/>
                    </a:lnTo>
                    <a:lnTo>
                      <a:pt x="86" y="158"/>
                    </a:lnTo>
                    <a:lnTo>
                      <a:pt x="86" y="158"/>
                    </a:lnTo>
                    <a:close/>
                    <a:moveTo>
                      <a:pt x="90" y="158"/>
                    </a:moveTo>
                    <a:lnTo>
                      <a:pt x="86" y="158"/>
                    </a:lnTo>
                    <a:lnTo>
                      <a:pt x="90" y="154"/>
                    </a:lnTo>
                    <a:lnTo>
                      <a:pt x="94" y="158"/>
                    </a:lnTo>
                    <a:lnTo>
                      <a:pt x="90" y="158"/>
                    </a:lnTo>
                    <a:lnTo>
                      <a:pt x="90" y="158"/>
                    </a:lnTo>
                    <a:lnTo>
                      <a:pt x="90" y="158"/>
                    </a:lnTo>
                    <a:close/>
                    <a:moveTo>
                      <a:pt x="94" y="164"/>
                    </a:moveTo>
                    <a:lnTo>
                      <a:pt x="90" y="164"/>
                    </a:lnTo>
                    <a:lnTo>
                      <a:pt x="90" y="162"/>
                    </a:lnTo>
                    <a:lnTo>
                      <a:pt x="94" y="164"/>
                    </a:lnTo>
                    <a:lnTo>
                      <a:pt x="94" y="164"/>
                    </a:lnTo>
                    <a:lnTo>
                      <a:pt x="94" y="164"/>
                    </a:lnTo>
                    <a:close/>
                    <a:moveTo>
                      <a:pt x="52" y="194"/>
                    </a:moveTo>
                    <a:lnTo>
                      <a:pt x="52" y="192"/>
                    </a:lnTo>
                    <a:lnTo>
                      <a:pt x="56" y="192"/>
                    </a:lnTo>
                    <a:lnTo>
                      <a:pt x="56" y="194"/>
                    </a:lnTo>
                    <a:lnTo>
                      <a:pt x="52" y="194"/>
                    </a:lnTo>
                    <a:lnTo>
                      <a:pt x="52" y="194"/>
                    </a:lnTo>
                    <a:lnTo>
                      <a:pt x="52" y="194"/>
                    </a:lnTo>
                    <a:close/>
                    <a:moveTo>
                      <a:pt x="52" y="198"/>
                    </a:moveTo>
                    <a:lnTo>
                      <a:pt x="48" y="194"/>
                    </a:lnTo>
                    <a:lnTo>
                      <a:pt x="52" y="194"/>
                    </a:lnTo>
                    <a:lnTo>
                      <a:pt x="56" y="198"/>
                    </a:lnTo>
                    <a:lnTo>
                      <a:pt x="52" y="198"/>
                    </a:lnTo>
                    <a:lnTo>
                      <a:pt x="52" y="198"/>
                    </a:lnTo>
                    <a:lnTo>
                      <a:pt x="52" y="198"/>
                    </a:lnTo>
                    <a:close/>
                    <a:moveTo>
                      <a:pt x="44" y="198"/>
                    </a:moveTo>
                    <a:lnTo>
                      <a:pt x="48" y="194"/>
                    </a:lnTo>
                    <a:lnTo>
                      <a:pt x="48" y="198"/>
                    </a:lnTo>
                    <a:lnTo>
                      <a:pt x="44" y="198"/>
                    </a:lnTo>
                    <a:lnTo>
                      <a:pt x="44" y="198"/>
                    </a:lnTo>
                    <a:lnTo>
                      <a:pt x="44" y="198"/>
                    </a:lnTo>
                    <a:close/>
                    <a:moveTo>
                      <a:pt x="44" y="202"/>
                    </a:moveTo>
                    <a:lnTo>
                      <a:pt x="42" y="202"/>
                    </a:lnTo>
                    <a:lnTo>
                      <a:pt x="42" y="198"/>
                    </a:lnTo>
                    <a:lnTo>
                      <a:pt x="44" y="198"/>
                    </a:lnTo>
                    <a:lnTo>
                      <a:pt x="44" y="202"/>
                    </a:lnTo>
                    <a:lnTo>
                      <a:pt x="44" y="202"/>
                    </a:lnTo>
                    <a:lnTo>
                      <a:pt x="44" y="202"/>
                    </a:lnTo>
                    <a:close/>
                    <a:moveTo>
                      <a:pt x="42" y="202"/>
                    </a:moveTo>
                    <a:lnTo>
                      <a:pt x="38" y="202"/>
                    </a:lnTo>
                    <a:lnTo>
                      <a:pt x="38" y="198"/>
                    </a:lnTo>
                    <a:lnTo>
                      <a:pt x="42" y="198"/>
                    </a:lnTo>
                    <a:lnTo>
                      <a:pt x="42" y="202"/>
                    </a:lnTo>
                    <a:lnTo>
                      <a:pt x="42" y="202"/>
                    </a:lnTo>
                    <a:lnTo>
                      <a:pt x="42" y="202"/>
                    </a:lnTo>
                    <a:close/>
                    <a:moveTo>
                      <a:pt x="26" y="210"/>
                    </a:moveTo>
                    <a:lnTo>
                      <a:pt x="30" y="206"/>
                    </a:lnTo>
                    <a:lnTo>
                      <a:pt x="30" y="210"/>
                    </a:lnTo>
                    <a:lnTo>
                      <a:pt x="26" y="210"/>
                    </a:lnTo>
                    <a:lnTo>
                      <a:pt x="26" y="210"/>
                    </a:lnTo>
                    <a:lnTo>
                      <a:pt x="26" y="210"/>
                    </a:lnTo>
                    <a:close/>
                    <a:moveTo>
                      <a:pt x="22" y="218"/>
                    </a:moveTo>
                    <a:lnTo>
                      <a:pt x="18" y="218"/>
                    </a:lnTo>
                    <a:lnTo>
                      <a:pt x="18" y="214"/>
                    </a:lnTo>
                    <a:lnTo>
                      <a:pt x="22" y="214"/>
                    </a:lnTo>
                    <a:lnTo>
                      <a:pt x="22" y="218"/>
                    </a:lnTo>
                    <a:lnTo>
                      <a:pt x="22" y="218"/>
                    </a:lnTo>
                    <a:lnTo>
                      <a:pt x="22" y="218"/>
                    </a:lnTo>
                    <a:close/>
                    <a:moveTo>
                      <a:pt x="14" y="222"/>
                    </a:moveTo>
                    <a:lnTo>
                      <a:pt x="14" y="218"/>
                    </a:lnTo>
                    <a:lnTo>
                      <a:pt x="14" y="214"/>
                    </a:lnTo>
                    <a:lnTo>
                      <a:pt x="18" y="214"/>
                    </a:lnTo>
                    <a:lnTo>
                      <a:pt x="18" y="218"/>
                    </a:lnTo>
                    <a:lnTo>
                      <a:pt x="14" y="218"/>
                    </a:lnTo>
                    <a:lnTo>
                      <a:pt x="14" y="222"/>
                    </a:lnTo>
                    <a:lnTo>
                      <a:pt x="14" y="222"/>
                    </a:lnTo>
                    <a:lnTo>
                      <a:pt x="14" y="222"/>
                    </a:lnTo>
                    <a:close/>
                    <a:moveTo>
                      <a:pt x="12" y="222"/>
                    </a:moveTo>
                    <a:lnTo>
                      <a:pt x="12" y="218"/>
                    </a:lnTo>
                    <a:lnTo>
                      <a:pt x="14" y="218"/>
                    </a:lnTo>
                    <a:lnTo>
                      <a:pt x="14" y="222"/>
                    </a:lnTo>
                    <a:lnTo>
                      <a:pt x="12" y="222"/>
                    </a:lnTo>
                    <a:lnTo>
                      <a:pt x="12" y="222"/>
                    </a:lnTo>
                    <a:lnTo>
                      <a:pt x="12" y="222"/>
                    </a:lnTo>
                    <a:close/>
                    <a:moveTo>
                      <a:pt x="4" y="232"/>
                    </a:moveTo>
                    <a:lnTo>
                      <a:pt x="4" y="228"/>
                    </a:lnTo>
                    <a:lnTo>
                      <a:pt x="0" y="228"/>
                    </a:lnTo>
                    <a:lnTo>
                      <a:pt x="4" y="228"/>
                    </a:lnTo>
                    <a:lnTo>
                      <a:pt x="8" y="228"/>
                    </a:lnTo>
                    <a:lnTo>
                      <a:pt x="4" y="228"/>
                    </a:lnTo>
                    <a:lnTo>
                      <a:pt x="4" y="232"/>
                    </a:lnTo>
                    <a:lnTo>
                      <a:pt x="4" y="232"/>
                    </a:lnTo>
                    <a:lnTo>
                      <a:pt x="4" y="232"/>
                    </a:lnTo>
                    <a:close/>
                    <a:moveTo>
                      <a:pt x="0" y="246"/>
                    </a:moveTo>
                    <a:lnTo>
                      <a:pt x="0" y="242"/>
                    </a:lnTo>
                    <a:lnTo>
                      <a:pt x="4" y="242"/>
                    </a:lnTo>
                    <a:lnTo>
                      <a:pt x="4" y="246"/>
                    </a:lnTo>
                    <a:lnTo>
                      <a:pt x="0" y="246"/>
                    </a:lnTo>
                    <a:lnTo>
                      <a:pt x="0" y="246"/>
                    </a:lnTo>
                    <a:lnTo>
                      <a:pt x="0" y="246"/>
                    </a:lnTo>
                    <a:close/>
                    <a:moveTo>
                      <a:pt x="12" y="262"/>
                    </a:moveTo>
                    <a:lnTo>
                      <a:pt x="8" y="258"/>
                    </a:lnTo>
                    <a:lnTo>
                      <a:pt x="12" y="258"/>
                    </a:lnTo>
                    <a:lnTo>
                      <a:pt x="12" y="254"/>
                    </a:lnTo>
                    <a:lnTo>
                      <a:pt x="14" y="254"/>
                    </a:lnTo>
                    <a:lnTo>
                      <a:pt x="14" y="262"/>
                    </a:lnTo>
                    <a:lnTo>
                      <a:pt x="12" y="262"/>
                    </a:lnTo>
                    <a:lnTo>
                      <a:pt x="12" y="262"/>
                    </a:lnTo>
                    <a:lnTo>
                      <a:pt x="12" y="262"/>
                    </a:lnTo>
                    <a:close/>
                    <a:moveTo>
                      <a:pt x="296" y="8"/>
                    </a:moveTo>
                    <a:lnTo>
                      <a:pt x="292" y="4"/>
                    </a:lnTo>
                    <a:lnTo>
                      <a:pt x="296" y="4"/>
                    </a:lnTo>
                    <a:lnTo>
                      <a:pt x="292" y="4"/>
                    </a:lnTo>
                    <a:lnTo>
                      <a:pt x="296" y="0"/>
                    </a:lnTo>
                    <a:lnTo>
                      <a:pt x="300" y="0"/>
                    </a:lnTo>
                    <a:lnTo>
                      <a:pt x="304" y="0"/>
                    </a:lnTo>
                    <a:lnTo>
                      <a:pt x="304" y="4"/>
                    </a:lnTo>
                    <a:lnTo>
                      <a:pt x="300" y="4"/>
                    </a:lnTo>
                    <a:lnTo>
                      <a:pt x="304" y="4"/>
                    </a:lnTo>
                    <a:lnTo>
                      <a:pt x="300" y="4"/>
                    </a:lnTo>
                    <a:lnTo>
                      <a:pt x="296" y="8"/>
                    </a:lnTo>
                    <a:lnTo>
                      <a:pt x="296" y="8"/>
                    </a:lnTo>
                    <a:lnTo>
                      <a:pt x="296" y="8"/>
                    </a:lnTo>
                    <a:close/>
                    <a:moveTo>
                      <a:pt x="274" y="8"/>
                    </a:moveTo>
                    <a:lnTo>
                      <a:pt x="274" y="4"/>
                    </a:lnTo>
                    <a:lnTo>
                      <a:pt x="276" y="4"/>
                    </a:lnTo>
                    <a:lnTo>
                      <a:pt x="276" y="8"/>
                    </a:lnTo>
                    <a:lnTo>
                      <a:pt x="274" y="8"/>
                    </a:lnTo>
                    <a:lnTo>
                      <a:pt x="274" y="8"/>
                    </a:lnTo>
                    <a:lnTo>
                      <a:pt x="274" y="8"/>
                    </a:lnTo>
                    <a:close/>
                    <a:moveTo>
                      <a:pt x="248" y="20"/>
                    </a:moveTo>
                    <a:lnTo>
                      <a:pt x="248" y="16"/>
                    </a:lnTo>
                    <a:lnTo>
                      <a:pt x="244" y="16"/>
                    </a:lnTo>
                    <a:lnTo>
                      <a:pt x="244" y="12"/>
                    </a:lnTo>
                    <a:lnTo>
                      <a:pt x="248" y="12"/>
                    </a:lnTo>
                    <a:lnTo>
                      <a:pt x="248" y="16"/>
                    </a:lnTo>
                    <a:lnTo>
                      <a:pt x="250" y="12"/>
                    </a:lnTo>
                    <a:lnTo>
                      <a:pt x="254" y="12"/>
                    </a:lnTo>
                    <a:lnTo>
                      <a:pt x="254" y="16"/>
                    </a:lnTo>
                    <a:lnTo>
                      <a:pt x="258" y="16"/>
                    </a:lnTo>
                    <a:lnTo>
                      <a:pt x="258" y="12"/>
                    </a:lnTo>
                    <a:lnTo>
                      <a:pt x="254" y="12"/>
                    </a:lnTo>
                    <a:lnTo>
                      <a:pt x="258" y="12"/>
                    </a:lnTo>
                    <a:lnTo>
                      <a:pt x="262" y="12"/>
                    </a:lnTo>
                    <a:lnTo>
                      <a:pt x="266" y="12"/>
                    </a:lnTo>
                    <a:lnTo>
                      <a:pt x="266" y="8"/>
                    </a:lnTo>
                    <a:lnTo>
                      <a:pt x="262" y="8"/>
                    </a:lnTo>
                    <a:lnTo>
                      <a:pt x="266" y="8"/>
                    </a:lnTo>
                    <a:lnTo>
                      <a:pt x="266" y="12"/>
                    </a:lnTo>
                    <a:lnTo>
                      <a:pt x="262" y="12"/>
                    </a:lnTo>
                    <a:lnTo>
                      <a:pt x="262" y="16"/>
                    </a:lnTo>
                    <a:lnTo>
                      <a:pt x="258" y="16"/>
                    </a:lnTo>
                    <a:lnTo>
                      <a:pt x="254" y="16"/>
                    </a:lnTo>
                    <a:lnTo>
                      <a:pt x="250" y="20"/>
                    </a:lnTo>
                    <a:lnTo>
                      <a:pt x="248" y="16"/>
                    </a:lnTo>
                    <a:lnTo>
                      <a:pt x="248" y="20"/>
                    </a:lnTo>
                    <a:lnTo>
                      <a:pt x="248" y="20"/>
                    </a:lnTo>
                    <a:lnTo>
                      <a:pt x="248" y="20"/>
                    </a:lnTo>
                    <a:close/>
                    <a:moveTo>
                      <a:pt x="262" y="22"/>
                    </a:moveTo>
                    <a:lnTo>
                      <a:pt x="258" y="20"/>
                    </a:lnTo>
                    <a:lnTo>
                      <a:pt x="262" y="16"/>
                    </a:lnTo>
                    <a:lnTo>
                      <a:pt x="266" y="16"/>
                    </a:lnTo>
                    <a:lnTo>
                      <a:pt x="270" y="16"/>
                    </a:lnTo>
                    <a:lnTo>
                      <a:pt x="270" y="20"/>
                    </a:lnTo>
                    <a:lnTo>
                      <a:pt x="266" y="20"/>
                    </a:lnTo>
                    <a:lnTo>
                      <a:pt x="266" y="22"/>
                    </a:lnTo>
                    <a:lnTo>
                      <a:pt x="262" y="22"/>
                    </a:lnTo>
                    <a:lnTo>
                      <a:pt x="262" y="22"/>
                    </a:lnTo>
                    <a:lnTo>
                      <a:pt x="262" y="22"/>
                    </a:lnTo>
                    <a:close/>
                    <a:moveTo>
                      <a:pt x="218" y="30"/>
                    </a:moveTo>
                    <a:lnTo>
                      <a:pt x="214" y="30"/>
                    </a:lnTo>
                    <a:lnTo>
                      <a:pt x="214" y="26"/>
                    </a:lnTo>
                    <a:lnTo>
                      <a:pt x="214" y="22"/>
                    </a:lnTo>
                    <a:lnTo>
                      <a:pt x="210" y="22"/>
                    </a:lnTo>
                    <a:lnTo>
                      <a:pt x="214" y="22"/>
                    </a:lnTo>
                    <a:lnTo>
                      <a:pt x="214" y="26"/>
                    </a:lnTo>
                    <a:lnTo>
                      <a:pt x="218" y="26"/>
                    </a:lnTo>
                    <a:lnTo>
                      <a:pt x="218" y="30"/>
                    </a:lnTo>
                    <a:lnTo>
                      <a:pt x="218" y="30"/>
                    </a:lnTo>
                    <a:lnTo>
                      <a:pt x="218" y="30"/>
                    </a:lnTo>
                    <a:close/>
                    <a:moveTo>
                      <a:pt x="224" y="30"/>
                    </a:moveTo>
                    <a:lnTo>
                      <a:pt x="224" y="26"/>
                    </a:lnTo>
                    <a:lnTo>
                      <a:pt x="224" y="30"/>
                    </a:lnTo>
                    <a:lnTo>
                      <a:pt x="224" y="26"/>
                    </a:lnTo>
                    <a:lnTo>
                      <a:pt x="220" y="26"/>
                    </a:lnTo>
                    <a:lnTo>
                      <a:pt x="224" y="26"/>
                    </a:lnTo>
                    <a:lnTo>
                      <a:pt x="224" y="22"/>
                    </a:lnTo>
                    <a:lnTo>
                      <a:pt x="228" y="22"/>
                    </a:lnTo>
                    <a:lnTo>
                      <a:pt x="228" y="26"/>
                    </a:lnTo>
                    <a:lnTo>
                      <a:pt x="228" y="30"/>
                    </a:lnTo>
                    <a:lnTo>
                      <a:pt x="224" y="30"/>
                    </a:lnTo>
                    <a:lnTo>
                      <a:pt x="224" y="30"/>
                    </a:lnTo>
                    <a:lnTo>
                      <a:pt x="224" y="30"/>
                    </a:lnTo>
                    <a:close/>
                    <a:moveTo>
                      <a:pt x="210" y="26"/>
                    </a:moveTo>
                    <a:lnTo>
                      <a:pt x="206" y="26"/>
                    </a:lnTo>
                    <a:lnTo>
                      <a:pt x="210" y="26"/>
                    </a:lnTo>
                    <a:lnTo>
                      <a:pt x="210" y="26"/>
                    </a:lnTo>
                    <a:lnTo>
                      <a:pt x="210" y="26"/>
                    </a:lnTo>
                    <a:close/>
                    <a:moveTo>
                      <a:pt x="206" y="34"/>
                    </a:moveTo>
                    <a:lnTo>
                      <a:pt x="202" y="34"/>
                    </a:lnTo>
                    <a:lnTo>
                      <a:pt x="198" y="34"/>
                    </a:lnTo>
                    <a:lnTo>
                      <a:pt x="198" y="30"/>
                    </a:lnTo>
                    <a:lnTo>
                      <a:pt x="202" y="30"/>
                    </a:lnTo>
                    <a:lnTo>
                      <a:pt x="206" y="30"/>
                    </a:lnTo>
                    <a:lnTo>
                      <a:pt x="206" y="26"/>
                    </a:lnTo>
                    <a:lnTo>
                      <a:pt x="206" y="30"/>
                    </a:lnTo>
                    <a:lnTo>
                      <a:pt x="210" y="30"/>
                    </a:lnTo>
                    <a:lnTo>
                      <a:pt x="214" y="30"/>
                    </a:lnTo>
                    <a:lnTo>
                      <a:pt x="210" y="34"/>
                    </a:lnTo>
                    <a:lnTo>
                      <a:pt x="206" y="34"/>
                    </a:lnTo>
                    <a:lnTo>
                      <a:pt x="206" y="34"/>
                    </a:lnTo>
                    <a:lnTo>
                      <a:pt x="206" y="34"/>
                    </a:lnTo>
                    <a:close/>
                    <a:moveTo>
                      <a:pt x="194" y="38"/>
                    </a:moveTo>
                    <a:lnTo>
                      <a:pt x="198" y="38"/>
                    </a:lnTo>
                    <a:lnTo>
                      <a:pt x="194" y="38"/>
                    </a:lnTo>
                    <a:lnTo>
                      <a:pt x="194" y="34"/>
                    </a:lnTo>
                    <a:lnTo>
                      <a:pt x="194" y="38"/>
                    </a:lnTo>
                    <a:lnTo>
                      <a:pt x="198" y="38"/>
                    </a:lnTo>
                    <a:lnTo>
                      <a:pt x="198" y="34"/>
                    </a:lnTo>
                    <a:lnTo>
                      <a:pt x="202" y="34"/>
                    </a:lnTo>
                    <a:lnTo>
                      <a:pt x="202" y="38"/>
                    </a:lnTo>
                    <a:lnTo>
                      <a:pt x="198" y="38"/>
                    </a:lnTo>
                    <a:lnTo>
                      <a:pt x="198" y="42"/>
                    </a:lnTo>
                    <a:lnTo>
                      <a:pt x="202" y="42"/>
                    </a:lnTo>
                    <a:lnTo>
                      <a:pt x="198" y="42"/>
                    </a:lnTo>
                    <a:lnTo>
                      <a:pt x="194" y="42"/>
                    </a:lnTo>
                    <a:lnTo>
                      <a:pt x="190" y="42"/>
                    </a:lnTo>
                    <a:lnTo>
                      <a:pt x="188" y="42"/>
                    </a:lnTo>
                    <a:lnTo>
                      <a:pt x="190" y="38"/>
                    </a:lnTo>
                    <a:lnTo>
                      <a:pt x="190" y="42"/>
                    </a:lnTo>
                    <a:lnTo>
                      <a:pt x="190" y="38"/>
                    </a:lnTo>
                    <a:lnTo>
                      <a:pt x="194" y="38"/>
                    </a:lnTo>
                    <a:lnTo>
                      <a:pt x="194" y="38"/>
                    </a:lnTo>
                    <a:lnTo>
                      <a:pt x="194" y="38"/>
                    </a:lnTo>
                    <a:close/>
                    <a:moveTo>
                      <a:pt x="172" y="50"/>
                    </a:moveTo>
                    <a:lnTo>
                      <a:pt x="176" y="50"/>
                    </a:lnTo>
                    <a:lnTo>
                      <a:pt x="172" y="50"/>
                    </a:lnTo>
                    <a:lnTo>
                      <a:pt x="176" y="50"/>
                    </a:lnTo>
                    <a:lnTo>
                      <a:pt x="176" y="46"/>
                    </a:lnTo>
                    <a:lnTo>
                      <a:pt x="172" y="46"/>
                    </a:lnTo>
                    <a:lnTo>
                      <a:pt x="176" y="46"/>
                    </a:lnTo>
                    <a:lnTo>
                      <a:pt x="180" y="46"/>
                    </a:lnTo>
                    <a:lnTo>
                      <a:pt x="176" y="46"/>
                    </a:lnTo>
                    <a:lnTo>
                      <a:pt x="176" y="42"/>
                    </a:lnTo>
                    <a:lnTo>
                      <a:pt x="180" y="46"/>
                    </a:lnTo>
                    <a:lnTo>
                      <a:pt x="180" y="42"/>
                    </a:lnTo>
                    <a:lnTo>
                      <a:pt x="184" y="42"/>
                    </a:lnTo>
                    <a:lnTo>
                      <a:pt x="184" y="46"/>
                    </a:lnTo>
                    <a:lnTo>
                      <a:pt x="184" y="42"/>
                    </a:lnTo>
                    <a:lnTo>
                      <a:pt x="180" y="42"/>
                    </a:lnTo>
                    <a:lnTo>
                      <a:pt x="184" y="42"/>
                    </a:lnTo>
                    <a:lnTo>
                      <a:pt x="188" y="42"/>
                    </a:lnTo>
                    <a:lnTo>
                      <a:pt x="190" y="46"/>
                    </a:lnTo>
                    <a:lnTo>
                      <a:pt x="188" y="46"/>
                    </a:lnTo>
                    <a:lnTo>
                      <a:pt x="188" y="50"/>
                    </a:lnTo>
                    <a:lnTo>
                      <a:pt x="188" y="52"/>
                    </a:lnTo>
                    <a:lnTo>
                      <a:pt x="184" y="52"/>
                    </a:lnTo>
                    <a:lnTo>
                      <a:pt x="180" y="50"/>
                    </a:lnTo>
                    <a:lnTo>
                      <a:pt x="180" y="52"/>
                    </a:lnTo>
                    <a:lnTo>
                      <a:pt x="176" y="52"/>
                    </a:lnTo>
                    <a:lnTo>
                      <a:pt x="176" y="56"/>
                    </a:lnTo>
                    <a:lnTo>
                      <a:pt x="176" y="52"/>
                    </a:lnTo>
                    <a:lnTo>
                      <a:pt x="172" y="52"/>
                    </a:lnTo>
                    <a:lnTo>
                      <a:pt x="176" y="52"/>
                    </a:lnTo>
                    <a:lnTo>
                      <a:pt x="176" y="50"/>
                    </a:lnTo>
                    <a:lnTo>
                      <a:pt x="176" y="52"/>
                    </a:lnTo>
                    <a:lnTo>
                      <a:pt x="172" y="50"/>
                    </a:lnTo>
                    <a:lnTo>
                      <a:pt x="172" y="50"/>
                    </a:lnTo>
                    <a:lnTo>
                      <a:pt x="172" y="50"/>
                    </a:lnTo>
                    <a:close/>
                    <a:moveTo>
                      <a:pt x="154" y="60"/>
                    </a:moveTo>
                    <a:lnTo>
                      <a:pt x="154" y="56"/>
                    </a:lnTo>
                    <a:lnTo>
                      <a:pt x="154" y="52"/>
                    </a:lnTo>
                    <a:lnTo>
                      <a:pt x="158" y="52"/>
                    </a:lnTo>
                    <a:lnTo>
                      <a:pt x="158" y="50"/>
                    </a:lnTo>
                    <a:lnTo>
                      <a:pt x="160" y="50"/>
                    </a:lnTo>
                    <a:lnTo>
                      <a:pt x="160" y="52"/>
                    </a:lnTo>
                    <a:lnTo>
                      <a:pt x="158" y="52"/>
                    </a:lnTo>
                    <a:lnTo>
                      <a:pt x="158" y="56"/>
                    </a:lnTo>
                    <a:lnTo>
                      <a:pt x="154" y="56"/>
                    </a:lnTo>
                    <a:lnTo>
                      <a:pt x="154" y="60"/>
                    </a:lnTo>
                    <a:lnTo>
                      <a:pt x="154" y="60"/>
                    </a:lnTo>
                    <a:lnTo>
                      <a:pt x="154" y="60"/>
                    </a:lnTo>
                    <a:close/>
                    <a:moveTo>
                      <a:pt x="138" y="64"/>
                    </a:moveTo>
                    <a:lnTo>
                      <a:pt x="138" y="60"/>
                    </a:lnTo>
                    <a:lnTo>
                      <a:pt x="142" y="60"/>
                    </a:lnTo>
                    <a:lnTo>
                      <a:pt x="146" y="60"/>
                    </a:lnTo>
                    <a:lnTo>
                      <a:pt x="150" y="60"/>
                    </a:lnTo>
                    <a:lnTo>
                      <a:pt x="146" y="60"/>
                    </a:lnTo>
                    <a:lnTo>
                      <a:pt x="146" y="56"/>
                    </a:lnTo>
                    <a:lnTo>
                      <a:pt x="150" y="56"/>
                    </a:lnTo>
                    <a:lnTo>
                      <a:pt x="150" y="60"/>
                    </a:lnTo>
                    <a:lnTo>
                      <a:pt x="150" y="64"/>
                    </a:lnTo>
                    <a:lnTo>
                      <a:pt x="146" y="68"/>
                    </a:lnTo>
                    <a:lnTo>
                      <a:pt x="142" y="68"/>
                    </a:lnTo>
                    <a:lnTo>
                      <a:pt x="142" y="64"/>
                    </a:lnTo>
                    <a:lnTo>
                      <a:pt x="146" y="64"/>
                    </a:lnTo>
                    <a:lnTo>
                      <a:pt x="150" y="64"/>
                    </a:lnTo>
                    <a:lnTo>
                      <a:pt x="146" y="60"/>
                    </a:lnTo>
                    <a:lnTo>
                      <a:pt x="146" y="64"/>
                    </a:lnTo>
                    <a:lnTo>
                      <a:pt x="142" y="64"/>
                    </a:lnTo>
                    <a:lnTo>
                      <a:pt x="138" y="64"/>
                    </a:lnTo>
                    <a:lnTo>
                      <a:pt x="138" y="64"/>
                    </a:lnTo>
                    <a:lnTo>
                      <a:pt x="138" y="64"/>
                    </a:lnTo>
                    <a:close/>
                    <a:moveTo>
                      <a:pt x="168" y="68"/>
                    </a:moveTo>
                    <a:lnTo>
                      <a:pt x="164" y="68"/>
                    </a:lnTo>
                    <a:lnTo>
                      <a:pt x="160" y="68"/>
                    </a:lnTo>
                    <a:lnTo>
                      <a:pt x="160" y="72"/>
                    </a:lnTo>
                    <a:lnTo>
                      <a:pt x="158" y="72"/>
                    </a:lnTo>
                    <a:lnTo>
                      <a:pt x="154" y="72"/>
                    </a:lnTo>
                    <a:lnTo>
                      <a:pt x="150" y="72"/>
                    </a:lnTo>
                    <a:lnTo>
                      <a:pt x="154" y="72"/>
                    </a:lnTo>
                    <a:lnTo>
                      <a:pt x="154" y="68"/>
                    </a:lnTo>
                    <a:lnTo>
                      <a:pt x="154" y="72"/>
                    </a:lnTo>
                    <a:lnTo>
                      <a:pt x="150" y="72"/>
                    </a:lnTo>
                    <a:lnTo>
                      <a:pt x="146" y="76"/>
                    </a:lnTo>
                    <a:lnTo>
                      <a:pt x="146" y="72"/>
                    </a:lnTo>
                    <a:lnTo>
                      <a:pt x="150" y="68"/>
                    </a:lnTo>
                    <a:lnTo>
                      <a:pt x="154" y="64"/>
                    </a:lnTo>
                    <a:lnTo>
                      <a:pt x="158" y="64"/>
                    </a:lnTo>
                    <a:lnTo>
                      <a:pt x="154" y="64"/>
                    </a:lnTo>
                    <a:lnTo>
                      <a:pt x="154" y="60"/>
                    </a:lnTo>
                    <a:lnTo>
                      <a:pt x="154" y="64"/>
                    </a:lnTo>
                    <a:lnTo>
                      <a:pt x="154" y="60"/>
                    </a:lnTo>
                    <a:lnTo>
                      <a:pt x="154" y="56"/>
                    </a:lnTo>
                    <a:lnTo>
                      <a:pt x="158" y="56"/>
                    </a:lnTo>
                    <a:lnTo>
                      <a:pt x="158" y="60"/>
                    </a:lnTo>
                    <a:lnTo>
                      <a:pt x="160" y="60"/>
                    </a:lnTo>
                    <a:lnTo>
                      <a:pt x="160" y="64"/>
                    </a:lnTo>
                    <a:lnTo>
                      <a:pt x="158" y="64"/>
                    </a:lnTo>
                    <a:lnTo>
                      <a:pt x="158" y="68"/>
                    </a:lnTo>
                    <a:lnTo>
                      <a:pt x="158" y="64"/>
                    </a:lnTo>
                    <a:lnTo>
                      <a:pt x="160" y="64"/>
                    </a:lnTo>
                    <a:lnTo>
                      <a:pt x="160" y="60"/>
                    </a:lnTo>
                    <a:lnTo>
                      <a:pt x="164" y="60"/>
                    </a:lnTo>
                    <a:lnTo>
                      <a:pt x="168" y="60"/>
                    </a:lnTo>
                    <a:lnTo>
                      <a:pt x="168" y="64"/>
                    </a:lnTo>
                    <a:lnTo>
                      <a:pt x="168" y="68"/>
                    </a:lnTo>
                    <a:lnTo>
                      <a:pt x="168" y="68"/>
                    </a:lnTo>
                    <a:lnTo>
                      <a:pt x="168" y="68"/>
                    </a:lnTo>
                    <a:close/>
                    <a:moveTo>
                      <a:pt x="134" y="76"/>
                    </a:moveTo>
                    <a:lnTo>
                      <a:pt x="134" y="72"/>
                    </a:lnTo>
                    <a:lnTo>
                      <a:pt x="138" y="72"/>
                    </a:lnTo>
                    <a:lnTo>
                      <a:pt x="142" y="72"/>
                    </a:lnTo>
                    <a:lnTo>
                      <a:pt x="146" y="72"/>
                    </a:lnTo>
                    <a:lnTo>
                      <a:pt x="146" y="68"/>
                    </a:lnTo>
                    <a:lnTo>
                      <a:pt x="150" y="68"/>
                    </a:lnTo>
                    <a:lnTo>
                      <a:pt x="146" y="72"/>
                    </a:lnTo>
                    <a:lnTo>
                      <a:pt x="142" y="76"/>
                    </a:lnTo>
                    <a:lnTo>
                      <a:pt x="138" y="76"/>
                    </a:lnTo>
                    <a:lnTo>
                      <a:pt x="134" y="76"/>
                    </a:lnTo>
                    <a:lnTo>
                      <a:pt x="134" y="76"/>
                    </a:lnTo>
                    <a:lnTo>
                      <a:pt x="134" y="76"/>
                    </a:lnTo>
                    <a:close/>
                    <a:moveTo>
                      <a:pt x="124" y="78"/>
                    </a:moveTo>
                    <a:lnTo>
                      <a:pt x="124" y="76"/>
                    </a:lnTo>
                    <a:lnTo>
                      <a:pt x="128" y="76"/>
                    </a:lnTo>
                    <a:lnTo>
                      <a:pt x="130" y="76"/>
                    </a:lnTo>
                    <a:lnTo>
                      <a:pt x="134" y="76"/>
                    </a:lnTo>
                    <a:lnTo>
                      <a:pt x="130" y="76"/>
                    </a:lnTo>
                    <a:lnTo>
                      <a:pt x="130" y="78"/>
                    </a:lnTo>
                    <a:lnTo>
                      <a:pt x="128" y="78"/>
                    </a:lnTo>
                    <a:lnTo>
                      <a:pt x="124" y="78"/>
                    </a:lnTo>
                    <a:lnTo>
                      <a:pt x="124" y="78"/>
                    </a:lnTo>
                    <a:lnTo>
                      <a:pt x="124" y="78"/>
                    </a:lnTo>
                    <a:close/>
                    <a:moveTo>
                      <a:pt x="108" y="132"/>
                    </a:moveTo>
                    <a:lnTo>
                      <a:pt x="108" y="128"/>
                    </a:lnTo>
                    <a:lnTo>
                      <a:pt x="108" y="124"/>
                    </a:lnTo>
                    <a:lnTo>
                      <a:pt x="112" y="124"/>
                    </a:lnTo>
                    <a:lnTo>
                      <a:pt x="112" y="128"/>
                    </a:lnTo>
                    <a:lnTo>
                      <a:pt x="108" y="128"/>
                    </a:lnTo>
                    <a:lnTo>
                      <a:pt x="108" y="132"/>
                    </a:lnTo>
                    <a:lnTo>
                      <a:pt x="108" y="132"/>
                    </a:lnTo>
                    <a:lnTo>
                      <a:pt x="108" y="132"/>
                    </a:lnTo>
                    <a:close/>
                    <a:moveTo>
                      <a:pt x="108" y="132"/>
                    </a:moveTo>
                    <a:lnTo>
                      <a:pt x="112" y="132"/>
                    </a:lnTo>
                    <a:lnTo>
                      <a:pt x="112" y="128"/>
                    </a:lnTo>
                    <a:lnTo>
                      <a:pt x="116" y="128"/>
                    </a:lnTo>
                    <a:lnTo>
                      <a:pt x="116" y="132"/>
                    </a:lnTo>
                    <a:lnTo>
                      <a:pt x="112" y="132"/>
                    </a:lnTo>
                    <a:lnTo>
                      <a:pt x="108" y="132"/>
                    </a:lnTo>
                    <a:lnTo>
                      <a:pt x="108" y="132"/>
                    </a:lnTo>
                    <a:lnTo>
                      <a:pt x="108" y="132"/>
                    </a:lnTo>
                    <a:close/>
                    <a:moveTo>
                      <a:pt x="52" y="188"/>
                    </a:moveTo>
                    <a:lnTo>
                      <a:pt x="48" y="188"/>
                    </a:lnTo>
                    <a:lnTo>
                      <a:pt x="48" y="184"/>
                    </a:lnTo>
                    <a:lnTo>
                      <a:pt x="52" y="184"/>
                    </a:lnTo>
                    <a:lnTo>
                      <a:pt x="56" y="184"/>
                    </a:lnTo>
                    <a:lnTo>
                      <a:pt x="60" y="184"/>
                    </a:lnTo>
                    <a:lnTo>
                      <a:pt x="56" y="184"/>
                    </a:lnTo>
                    <a:lnTo>
                      <a:pt x="56" y="188"/>
                    </a:lnTo>
                    <a:lnTo>
                      <a:pt x="52" y="188"/>
                    </a:lnTo>
                    <a:lnTo>
                      <a:pt x="52" y="188"/>
                    </a:lnTo>
                    <a:lnTo>
                      <a:pt x="52" y="188"/>
                    </a:lnTo>
                    <a:close/>
                    <a:moveTo>
                      <a:pt x="52" y="192"/>
                    </a:moveTo>
                    <a:lnTo>
                      <a:pt x="48" y="192"/>
                    </a:lnTo>
                    <a:lnTo>
                      <a:pt x="52" y="192"/>
                    </a:lnTo>
                    <a:lnTo>
                      <a:pt x="52" y="188"/>
                    </a:lnTo>
                    <a:lnTo>
                      <a:pt x="56" y="188"/>
                    </a:lnTo>
                    <a:lnTo>
                      <a:pt x="60" y="188"/>
                    </a:lnTo>
                    <a:lnTo>
                      <a:pt x="64" y="188"/>
                    </a:lnTo>
                    <a:lnTo>
                      <a:pt x="60" y="188"/>
                    </a:lnTo>
                    <a:lnTo>
                      <a:pt x="60" y="192"/>
                    </a:lnTo>
                    <a:lnTo>
                      <a:pt x="56" y="192"/>
                    </a:lnTo>
                    <a:lnTo>
                      <a:pt x="52" y="192"/>
                    </a:lnTo>
                    <a:lnTo>
                      <a:pt x="52" y="192"/>
                    </a:lnTo>
                    <a:lnTo>
                      <a:pt x="52" y="192"/>
                    </a:lnTo>
                    <a:close/>
                    <a:moveTo>
                      <a:pt x="44" y="194"/>
                    </a:moveTo>
                    <a:lnTo>
                      <a:pt x="44" y="192"/>
                    </a:lnTo>
                    <a:lnTo>
                      <a:pt x="48" y="192"/>
                    </a:lnTo>
                    <a:lnTo>
                      <a:pt x="48" y="194"/>
                    </a:lnTo>
                    <a:lnTo>
                      <a:pt x="44" y="194"/>
                    </a:lnTo>
                    <a:lnTo>
                      <a:pt x="44" y="194"/>
                    </a:lnTo>
                    <a:lnTo>
                      <a:pt x="44" y="194"/>
                    </a:lnTo>
                    <a:close/>
                    <a:moveTo>
                      <a:pt x="8" y="258"/>
                    </a:moveTo>
                    <a:lnTo>
                      <a:pt x="4" y="258"/>
                    </a:lnTo>
                    <a:lnTo>
                      <a:pt x="4" y="254"/>
                    </a:lnTo>
                    <a:lnTo>
                      <a:pt x="0" y="254"/>
                    </a:lnTo>
                    <a:lnTo>
                      <a:pt x="4" y="254"/>
                    </a:lnTo>
                    <a:lnTo>
                      <a:pt x="4" y="258"/>
                    </a:lnTo>
                    <a:lnTo>
                      <a:pt x="8" y="258"/>
                    </a:lnTo>
                    <a:lnTo>
                      <a:pt x="8" y="258"/>
                    </a:lnTo>
                    <a:lnTo>
                      <a:pt x="8" y="258"/>
                    </a:lnTo>
                    <a:close/>
                    <a:moveTo>
                      <a:pt x="8" y="258"/>
                    </a:moveTo>
                    <a:lnTo>
                      <a:pt x="4" y="258"/>
                    </a:lnTo>
                    <a:lnTo>
                      <a:pt x="8" y="258"/>
                    </a:lnTo>
                    <a:lnTo>
                      <a:pt x="8" y="258"/>
                    </a:lnTo>
                    <a:lnTo>
                      <a:pt x="8" y="258"/>
                    </a:lnTo>
                    <a:close/>
                    <a:moveTo>
                      <a:pt x="8" y="262"/>
                    </a:moveTo>
                    <a:lnTo>
                      <a:pt x="4" y="262"/>
                    </a:lnTo>
                    <a:lnTo>
                      <a:pt x="4" y="258"/>
                    </a:lnTo>
                    <a:lnTo>
                      <a:pt x="8" y="258"/>
                    </a:lnTo>
                    <a:lnTo>
                      <a:pt x="8" y="262"/>
                    </a:lnTo>
                    <a:lnTo>
                      <a:pt x="8" y="262"/>
                    </a:lnTo>
                    <a:lnTo>
                      <a:pt x="8" y="262"/>
                    </a:lnTo>
                    <a:close/>
                    <a:moveTo>
                      <a:pt x="4" y="264"/>
                    </a:moveTo>
                    <a:lnTo>
                      <a:pt x="4" y="262"/>
                    </a:lnTo>
                    <a:lnTo>
                      <a:pt x="4" y="264"/>
                    </a:lnTo>
                    <a:lnTo>
                      <a:pt x="4" y="264"/>
                    </a:lnTo>
                    <a:lnTo>
                      <a:pt x="4" y="264"/>
                    </a:lnTo>
                    <a:close/>
                    <a:moveTo>
                      <a:pt x="12" y="272"/>
                    </a:moveTo>
                    <a:lnTo>
                      <a:pt x="8" y="272"/>
                    </a:lnTo>
                    <a:lnTo>
                      <a:pt x="12" y="268"/>
                    </a:lnTo>
                    <a:lnTo>
                      <a:pt x="12" y="272"/>
                    </a:lnTo>
                    <a:lnTo>
                      <a:pt x="12" y="272"/>
                    </a:lnTo>
                    <a:lnTo>
                      <a:pt x="12" y="272"/>
                    </a:lnTo>
                    <a:close/>
                    <a:moveTo>
                      <a:pt x="8" y="276"/>
                    </a:moveTo>
                    <a:lnTo>
                      <a:pt x="8" y="272"/>
                    </a:lnTo>
                    <a:lnTo>
                      <a:pt x="12" y="272"/>
                    </a:lnTo>
                    <a:lnTo>
                      <a:pt x="12" y="276"/>
                    </a:lnTo>
                    <a:lnTo>
                      <a:pt x="8" y="276"/>
                    </a:lnTo>
                    <a:lnTo>
                      <a:pt x="8" y="276"/>
                    </a:lnTo>
                    <a:lnTo>
                      <a:pt x="8" y="276"/>
                    </a:lnTo>
                    <a:close/>
                    <a:moveTo>
                      <a:pt x="8" y="280"/>
                    </a:moveTo>
                    <a:lnTo>
                      <a:pt x="4" y="280"/>
                    </a:lnTo>
                    <a:lnTo>
                      <a:pt x="4" y="276"/>
                    </a:lnTo>
                    <a:lnTo>
                      <a:pt x="4" y="272"/>
                    </a:lnTo>
                    <a:lnTo>
                      <a:pt x="8" y="272"/>
                    </a:lnTo>
                    <a:lnTo>
                      <a:pt x="8" y="276"/>
                    </a:lnTo>
                    <a:lnTo>
                      <a:pt x="8" y="280"/>
                    </a:lnTo>
                    <a:lnTo>
                      <a:pt x="8" y="280"/>
                    </a:lnTo>
                    <a:lnTo>
                      <a:pt x="8" y="280"/>
                    </a:lnTo>
                    <a:close/>
                    <a:moveTo>
                      <a:pt x="8" y="292"/>
                    </a:moveTo>
                    <a:lnTo>
                      <a:pt x="4" y="288"/>
                    </a:lnTo>
                    <a:lnTo>
                      <a:pt x="8" y="288"/>
                    </a:lnTo>
                    <a:lnTo>
                      <a:pt x="8" y="284"/>
                    </a:lnTo>
                    <a:lnTo>
                      <a:pt x="8" y="288"/>
                    </a:lnTo>
                    <a:lnTo>
                      <a:pt x="8" y="292"/>
                    </a:lnTo>
                    <a:lnTo>
                      <a:pt x="8" y="292"/>
                    </a:lnTo>
                    <a:lnTo>
                      <a:pt x="8" y="29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3" name="Freeform 117"/>
              <p:cNvSpPr>
                <a:spLocks/>
              </p:cNvSpPr>
              <p:nvPr/>
            </p:nvSpPr>
            <p:spPr bwMode="gray">
              <a:xfrm>
                <a:off x="5151286" y="2752606"/>
                <a:ext cx="246975" cy="215668"/>
              </a:xfrm>
              <a:custGeom>
                <a:avLst/>
                <a:gdLst>
                  <a:gd name="T0" fmla="*/ 118 w 142"/>
                  <a:gd name="T1" fmla="*/ 120 h 124"/>
                  <a:gd name="T2" fmla="*/ 116 w 142"/>
                  <a:gd name="T3" fmla="*/ 124 h 124"/>
                  <a:gd name="T4" fmla="*/ 104 w 142"/>
                  <a:gd name="T5" fmla="*/ 116 h 124"/>
                  <a:gd name="T6" fmla="*/ 96 w 142"/>
                  <a:gd name="T7" fmla="*/ 120 h 124"/>
                  <a:gd name="T8" fmla="*/ 90 w 142"/>
                  <a:gd name="T9" fmla="*/ 116 h 124"/>
                  <a:gd name="T10" fmla="*/ 78 w 142"/>
                  <a:gd name="T11" fmla="*/ 120 h 124"/>
                  <a:gd name="T12" fmla="*/ 74 w 142"/>
                  <a:gd name="T13" fmla="*/ 112 h 124"/>
                  <a:gd name="T14" fmla="*/ 66 w 142"/>
                  <a:gd name="T15" fmla="*/ 116 h 124"/>
                  <a:gd name="T16" fmla="*/ 62 w 142"/>
                  <a:gd name="T17" fmla="*/ 108 h 124"/>
                  <a:gd name="T18" fmla="*/ 56 w 142"/>
                  <a:gd name="T19" fmla="*/ 104 h 124"/>
                  <a:gd name="T20" fmla="*/ 48 w 142"/>
                  <a:gd name="T21" fmla="*/ 102 h 124"/>
                  <a:gd name="T22" fmla="*/ 40 w 142"/>
                  <a:gd name="T23" fmla="*/ 98 h 124"/>
                  <a:gd name="T24" fmla="*/ 36 w 142"/>
                  <a:gd name="T25" fmla="*/ 98 h 124"/>
                  <a:gd name="T26" fmla="*/ 36 w 142"/>
                  <a:gd name="T27" fmla="*/ 102 h 124"/>
                  <a:gd name="T28" fmla="*/ 30 w 142"/>
                  <a:gd name="T29" fmla="*/ 98 h 124"/>
                  <a:gd name="T30" fmla="*/ 26 w 142"/>
                  <a:gd name="T31" fmla="*/ 90 h 124"/>
                  <a:gd name="T32" fmla="*/ 14 w 142"/>
                  <a:gd name="T33" fmla="*/ 86 h 124"/>
                  <a:gd name="T34" fmla="*/ 10 w 142"/>
                  <a:gd name="T35" fmla="*/ 86 h 124"/>
                  <a:gd name="T36" fmla="*/ 10 w 142"/>
                  <a:gd name="T37" fmla="*/ 78 h 124"/>
                  <a:gd name="T38" fmla="*/ 6 w 142"/>
                  <a:gd name="T39" fmla="*/ 72 h 124"/>
                  <a:gd name="T40" fmla="*/ 6 w 142"/>
                  <a:gd name="T41" fmla="*/ 64 h 124"/>
                  <a:gd name="T42" fmla="*/ 4 w 142"/>
                  <a:gd name="T43" fmla="*/ 56 h 124"/>
                  <a:gd name="T44" fmla="*/ 6 w 142"/>
                  <a:gd name="T45" fmla="*/ 48 h 124"/>
                  <a:gd name="T46" fmla="*/ 0 w 142"/>
                  <a:gd name="T47" fmla="*/ 46 h 124"/>
                  <a:gd name="T48" fmla="*/ 4 w 142"/>
                  <a:gd name="T49" fmla="*/ 34 h 124"/>
                  <a:gd name="T50" fmla="*/ 4 w 142"/>
                  <a:gd name="T51" fmla="*/ 26 h 124"/>
                  <a:gd name="T52" fmla="*/ 0 w 142"/>
                  <a:gd name="T53" fmla="*/ 20 h 124"/>
                  <a:gd name="T54" fmla="*/ 4 w 142"/>
                  <a:gd name="T55" fmla="*/ 20 h 124"/>
                  <a:gd name="T56" fmla="*/ 14 w 142"/>
                  <a:gd name="T57" fmla="*/ 16 h 124"/>
                  <a:gd name="T58" fmla="*/ 26 w 142"/>
                  <a:gd name="T59" fmla="*/ 16 h 124"/>
                  <a:gd name="T60" fmla="*/ 32 w 142"/>
                  <a:gd name="T61" fmla="*/ 8 h 124"/>
                  <a:gd name="T62" fmla="*/ 44 w 142"/>
                  <a:gd name="T63" fmla="*/ 4 h 124"/>
                  <a:gd name="T64" fmla="*/ 52 w 142"/>
                  <a:gd name="T65" fmla="*/ 0 h 124"/>
                  <a:gd name="T66" fmla="*/ 62 w 142"/>
                  <a:gd name="T67" fmla="*/ 4 h 124"/>
                  <a:gd name="T68" fmla="*/ 60 w 142"/>
                  <a:gd name="T69" fmla="*/ 4 h 124"/>
                  <a:gd name="T70" fmla="*/ 66 w 142"/>
                  <a:gd name="T71" fmla="*/ 12 h 124"/>
                  <a:gd name="T72" fmla="*/ 74 w 142"/>
                  <a:gd name="T73" fmla="*/ 8 h 124"/>
                  <a:gd name="T74" fmla="*/ 74 w 142"/>
                  <a:gd name="T75" fmla="*/ 12 h 124"/>
                  <a:gd name="T76" fmla="*/ 78 w 142"/>
                  <a:gd name="T77" fmla="*/ 12 h 124"/>
                  <a:gd name="T78" fmla="*/ 90 w 142"/>
                  <a:gd name="T79" fmla="*/ 12 h 124"/>
                  <a:gd name="T80" fmla="*/ 100 w 142"/>
                  <a:gd name="T81" fmla="*/ 12 h 124"/>
                  <a:gd name="T82" fmla="*/ 112 w 142"/>
                  <a:gd name="T83" fmla="*/ 12 h 124"/>
                  <a:gd name="T84" fmla="*/ 122 w 142"/>
                  <a:gd name="T85" fmla="*/ 12 h 124"/>
                  <a:gd name="T86" fmla="*/ 130 w 142"/>
                  <a:gd name="T87" fmla="*/ 20 h 124"/>
                  <a:gd name="T88" fmla="*/ 134 w 142"/>
                  <a:gd name="T89" fmla="*/ 26 h 124"/>
                  <a:gd name="T90" fmla="*/ 138 w 142"/>
                  <a:gd name="T91" fmla="*/ 38 h 124"/>
                  <a:gd name="T92" fmla="*/ 138 w 142"/>
                  <a:gd name="T93" fmla="*/ 48 h 124"/>
                  <a:gd name="T94" fmla="*/ 130 w 142"/>
                  <a:gd name="T95" fmla="*/ 52 h 124"/>
                  <a:gd name="T96" fmla="*/ 130 w 142"/>
                  <a:gd name="T97" fmla="*/ 56 h 124"/>
                  <a:gd name="T98" fmla="*/ 130 w 142"/>
                  <a:gd name="T99" fmla="*/ 68 h 124"/>
                  <a:gd name="T100" fmla="*/ 134 w 142"/>
                  <a:gd name="T101" fmla="*/ 74 h 124"/>
                  <a:gd name="T102" fmla="*/ 138 w 142"/>
                  <a:gd name="T103" fmla="*/ 86 h 124"/>
                  <a:gd name="T104" fmla="*/ 138 w 142"/>
                  <a:gd name="T105" fmla="*/ 90 h 124"/>
                  <a:gd name="T106" fmla="*/ 134 w 142"/>
                  <a:gd name="T107" fmla="*/ 94 h 124"/>
                  <a:gd name="T108" fmla="*/ 130 w 142"/>
                  <a:gd name="T109" fmla="*/ 102 h 124"/>
                  <a:gd name="T110" fmla="*/ 118 w 142"/>
                  <a:gd name="T111" fmla="*/ 112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42" h="124">
                    <a:moveTo>
                      <a:pt x="118" y="112"/>
                    </a:moveTo>
                    <a:lnTo>
                      <a:pt x="118" y="116"/>
                    </a:lnTo>
                    <a:lnTo>
                      <a:pt x="118" y="120"/>
                    </a:lnTo>
                    <a:lnTo>
                      <a:pt x="122" y="124"/>
                    </a:lnTo>
                    <a:lnTo>
                      <a:pt x="118" y="124"/>
                    </a:lnTo>
                    <a:lnTo>
                      <a:pt x="116" y="124"/>
                    </a:lnTo>
                    <a:lnTo>
                      <a:pt x="112" y="120"/>
                    </a:lnTo>
                    <a:lnTo>
                      <a:pt x="108" y="116"/>
                    </a:lnTo>
                    <a:lnTo>
                      <a:pt x="104" y="116"/>
                    </a:lnTo>
                    <a:lnTo>
                      <a:pt x="100" y="116"/>
                    </a:lnTo>
                    <a:lnTo>
                      <a:pt x="96" y="116"/>
                    </a:lnTo>
                    <a:lnTo>
                      <a:pt x="96" y="120"/>
                    </a:lnTo>
                    <a:lnTo>
                      <a:pt x="92" y="120"/>
                    </a:lnTo>
                    <a:lnTo>
                      <a:pt x="92" y="116"/>
                    </a:lnTo>
                    <a:lnTo>
                      <a:pt x="90" y="116"/>
                    </a:lnTo>
                    <a:lnTo>
                      <a:pt x="86" y="116"/>
                    </a:lnTo>
                    <a:lnTo>
                      <a:pt x="82" y="120"/>
                    </a:lnTo>
                    <a:lnTo>
                      <a:pt x="78" y="120"/>
                    </a:lnTo>
                    <a:lnTo>
                      <a:pt x="78" y="116"/>
                    </a:lnTo>
                    <a:lnTo>
                      <a:pt x="74" y="116"/>
                    </a:lnTo>
                    <a:lnTo>
                      <a:pt x="74" y="112"/>
                    </a:lnTo>
                    <a:lnTo>
                      <a:pt x="70" y="112"/>
                    </a:lnTo>
                    <a:lnTo>
                      <a:pt x="70" y="116"/>
                    </a:lnTo>
                    <a:lnTo>
                      <a:pt x="66" y="116"/>
                    </a:lnTo>
                    <a:lnTo>
                      <a:pt x="66" y="112"/>
                    </a:lnTo>
                    <a:lnTo>
                      <a:pt x="62" y="112"/>
                    </a:lnTo>
                    <a:lnTo>
                      <a:pt x="62" y="108"/>
                    </a:lnTo>
                    <a:lnTo>
                      <a:pt x="62" y="104"/>
                    </a:lnTo>
                    <a:lnTo>
                      <a:pt x="60" y="104"/>
                    </a:lnTo>
                    <a:lnTo>
                      <a:pt x="56" y="104"/>
                    </a:lnTo>
                    <a:lnTo>
                      <a:pt x="56" y="102"/>
                    </a:lnTo>
                    <a:lnTo>
                      <a:pt x="52" y="104"/>
                    </a:lnTo>
                    <a:lnTo>
                      <a:pt x="48" y="102"/>
                    </a:lnTo>
                    <a:lnTo>
                      <a:pt x="48" y="98"/>
                    </a:lnTo>
                    <a:lnTo>
                      <a:pt x="44" y="98"/>
                    </a:lnTo>
                    <a:lnTo>
                      <a:pt x="40" y="98"/>
                    </a:lnTo>
                    <a:lnTo>
                      <a:pt x="40" y="94"/>
                    </a:lnTo>
                    <a:lnTo>
                      <a:pt x="36" y="94"/>
                    </a:lnTo>
                    <a:lnTo>
                      <a:pt x="36" y="98"/>
                    </a:lnTo>
                    <a:lnTo>
                      <a:pt x="40" y="102"/>
                    </a:lnTo>
                    <a:lnTo>
                      <a:pt x="36" y="98"/>
                    </a:lnTo>
                    <a:lnTo>
                      <a:pt x="36" y="102"/>
                    </a:lnTo>
                    <a:lnTo>
                      <a:pt x="32" y="102"/>
                    </a:lnTo>
                    <a:lnTo>
                      <a:pt x="32" y="98"/>
                    </a:lnTo>
                    <a:lnTo>
                      <a:pt x="30" y="98"/>
                    </a:lnTo>
                    <a:lnTo>
                      <a:pt x="30" y="94"/>
                    </a:lnTo>
                    <a:lnTo>
                      <a:pt x="30" y="90"/>
                    </a:lnTo>
                    <a:lnTo>
                      <a:pt x="26" y="90"/>
                    </a:lnTo>
                    <a:lnTo>
                      <a:pt x="22" y="90"/>
                    </a:lnTo>
                    <a:lnTo>
                      <a:pt x="18" y="86"/>
                    </a:lnTo>
                    <a:lnTo>
                      <a:pt x="14" y="86"/>
                    </a:lnTo>
                    <a:lnTo>
                      <a:pt x="14" y="82"/>
                    </a:lnTo>
                    <a:lnTo>
                      <a:pt x="10" y="82"/>
                    </a:lnTo>
                    <a:lnTo>
                      <a:pt x="10" y="86"/>
                    </a:lnTo>
                    <a:lnTo>
                      <a:pt x="6" y="86"/>
                    </a:lnTo>
                    <a:lnTo>
                      <a:pt x="10" y="82"/>
                    </a:lnTo>
                    <a:lnTo>
                      <a:pt x="10" y="78"/>
                    </a:lnTo>
                    <a:lnTo>
                      <a:pt x="10" y="74"/>
                    </a:lnTo>
                    <a:lnTo>
                      <a:pt x="10" y="72"/>
                    </a:lnTo>
                    <a:lnTo>
                      <a:pt x="6" y="72"/>
                    </a:lnTo>
                    <a:lnTo>
                      <a:pt x="6" y="68"/>
                    </a:lnTo>
                    <a:lnTo>
                      <a:pt x="4" y="64"/>
                    </a:lnTo>
                    <a:lnTo>
                      <a:pt x="6" y="64"/>
                    </a:lnTo>
                    <a:lnTo>
                      <a:pt x="6" y="60"/>
                    </a:lnTo>
                    <a:lnTo>
                      <a:pt x="6" y="56"/>
                    </a:lnTo>
                    <a:lnTo>
                      <a:pt x="4" y="56"/>
                    </a:lnTo>
                    <a:lnTo>
                      <a:pt x="4" y="52"/>
                    </a:lnTo>
                    <a:lnTo>
                      <a:pt x="6" y="52"/>
                    </a:lnTo>
                    <a:lnTo>
                      <a:pt x="6" y="48"/>
                    </a:lnTo>
                    <a:lnTo>
                      <a:pt x="4" y="48"/>
                    </a:lnTo>
                    <a:lnTo>
                      <a:pt x="4" y="46"/>
                    </a:lnTo>
                    <a:lnTo>
                      <a:pt x="0" y="46"/>
                    </a:lnTo>
                    <a:lnTo>
                      <a:pt x="0" y="42"/>
                    </a:lnTo>
                    <a:lnTo>
                      <a:pt x="4" y="38"/>
                    </a:lnTo>
                    <a:lnTo>
                      <a:pt x="4" y="34"/>
                    </a:lnTo>
                    <a:lnTo>
                      <a:pt x="0" y="30"/>
                    </a:lnTo>
                    <a:lnTo>
                      <a:pt x="0" y="26"/>
                    </a:lnTo>
                    <a:lnTo>
                      <a:pt x="4" y="26"/>
                    </a:lnTo>
                    <a:lnTo>
                      <a:pt x="4" y="22"/>
                    </a:lnTo>
                    <a:lnTo>
                      <a:pt x="0" y="22"/>
                    </a:lnTo>
                    <a:lnTo>
                      <a:pt x="0" y="20"/>
                    </a:lnTo>
                    <a:lnTo>
                      <a:pt x="0" y="22"/>
                    </a:lnTo>
                    <a:lnTo>
                      <a:pt x="4" y="22"/>
                    </a:lnTo>
                    <a:lnTo>
                      <a:pt x="4" y="20"/>
                    </a:lnTo>
                    <a:lnTo>
                      <a:pt x="6" y="20"/>
                    </a:lnTo>
                    <a:lnTo>
                      <a:pt x="10" y="20"/>
                    </a:lnTo>
                    <a:lnTo>
                      <a:pt x="14" y="16"/>
                    </a:lnTo>
                    <a:lnTo>
                      <a:pt x="18" y="16"/>
                    </a:lnTo>
                    <a:lnTo>
                      <a:pt x="22" y="16"/>
                    </a:lnTo>
                    <a:lnTo>
                      <a:pt x="26" y="16"/>
                    </a:lnTo>
                    <a:lnTo>
                      <a:pt x="30" y="12"/>
                    </a:lnTo>
                    <a:lnTo>
                      <a:pt x="30" y="8"/>
                    </a:lnTo>
                    <a:lnTo>
                      <a:pt x="32" y="8"/>
                    </a:lnTo>
                    <a:lnTo>
                      <a:pt x="36" y="8"/>
                    </a:lnTo>
                    <a:lnTo>
                      <a:pt x="40" y="4"/>
                    </a:lnTo>
                    <a:lnTo>
                      <a:pt x="44" y="4"/>
                    </a:lnTo>
                    <a:lnTo>
                      <a:pt x="48" y="4"/>
                    </a:lnTo>
                    <a:lnTo>
                      <a:pt x="48" y="0"/>
                    </a:lnTo>
                    <a:lnTo>
                      <a:pt x="52" y="0"/>
                    </a:lnTo>
                    <a:lnTo>
                      <a:pt x="60" y="0"/>
                    </a:lnTo>
                    <a:lnTo>
                      <a:pt x="60" y="4"/>
                    </a:lnTo>
                    <a:lnTo>
                      <a:pt x="62" y="4"/>
                    </a:lnTo>
                    <a:lnTo>
                      <a:pt x="62" y="8"/>
                    </a:lnTo>
                    <a:lnTo>
                      <a:pt x="62" y="4"/>
                    </a:lnTo>
                    <a:lnTo>
                      <a:pt x="60" y="4"/>
                    </a:lnTo>
                    <a:lnTo>
                      <a:pt x="60" y="8"/>
                    </a:lnTo>
                    <a:lnTo>
                      <a:pt x="62" y="12"/>
                    </a:lnTo>
                    <a:lnTo>
                      <a:pt x="66" y="12"/>
                    </a:lnTo>
                    <a:lnTo>
                      <a:pt x="70" y="12"/>
                    </a:lnTo>
                    <a:lnTo>
                      <a:pt x="74" y="12"/>
                    </a:lnTo>
                    <a:lnTo>
                      <a:pt x="74" y="8"/>
                    </a:lnTo>
                    <a:lnTo>
                      <a:pt x="78" y="8"/>
                    </a:lnTo>
                    <a:lnTo>
                      <a:pt x="74" y="8"/>
                    </a:lnTo>
                    <a:lnTo>
                      <a:pt x="74" y="12"/>
                    </a:lnTo>
                    <a:lnTo>
                      <a:pt x="70" y="12"/>
                    </a:lnTo>
                    <a:lnTo>
                      <a:pt x="74" y="12"/>
                    </a:lnTo>
                    <a:lnTo>
                      <a:pt x="78" y="12"/>
                    </a:lnTo>
                    <a:lnTo>
                      <a:pt x="82" y="12"/>
                    </a:lnTo>
                    <a:lnTo>
                      <a:pt x="86" y="12"/>
                    </a:lnTo>
                    <a:lnTo>
                      <a:pt x="90" y="12"/>
                    </a:lnTo>
                    <a:lnTo>
                      <a:pt x="92" y="12"/>
                    </a:lnTo>
                    <a:lnTo>
                      <a:pt x="96" y="12"/>
                    </a:lnTo>
                    <a:lnTo>
                      <a:pt x="100" y="12"/>
                    </a:lnTo>
                    <a:lnTo>
                      <a:pt x="104" y="12"/>
                    </a:lnTo>
                    <a:lnTo>
                      <a:pt x="108" y="12"/>
                    </a:lnTo>
                    <a:lnTo>
                      <a:pt x="112" y="12"/>
                    </a:lnTo>
                    <a:lnTo>
                      <a:pt x="116" y="12"/>
                    </a:lnTo>
                    <a:lnTo>
                      <a:pt x="118" y="12"/>
                    </a:lnTo>
                    <a:lnTo>
                      <a:pt x="122" y="12"/>
                    </a:lnTo>
                    <a:lnTo>
                      <a:pt x="126" y="12"/>
                    </a:lnTo>
                    <a:lnTo>
                      <a:pt x="130" y="16"/>
                    </a:lnTo>
                    <a:lnTo>
                      <a:pt x="130" y="20"/>
                    </a:lnTo>
                    <a:lnTo>
                      <a:pt x="130" y="22"/>
                    </a:lnTo>
                    <a:lnTo>
                      <a:pt x="130" y="26"/>
                    </a:lnTo>
                    <a:lnTo>
                      <a:pt x="134" y="26"/>
                    </a:lnTo>
                    <a:lnTo>
                      <a:pt x="134" y="30"/>
                    </a:lnTo>
                    <a:lnTo>
                      <a:pt x="134" y="34"/>
                    </a:lnTo>
                    <a:lnTo>
                      <a:pt x="138" y="38"/>
                    </a:lnTo>
                    <a:lnTo>
                      <a:pt x="138" y="42"/>
                    </a:lnTo>
                    <a:lnTo>
                      <a:pt x="138" y="46"/>
                    </a:lnTo>
                    <a:lnTo>
                      <a:pt x="138" y="48"/>
                    </a:lnTo>
                    <a:lnTo>
                      <a:pt x="134" y="48"/>
                    </a:lnTo>
                    <a:lnTo>
                      <a:pt x="130" y="48"/>
                    </a:lnTo>
                    <a:lnTo>
                      <a:pt x="130" y="52"/>
                    </a:lnTo>
                    <a:lnTo>
                      <a:pt x="126" y="52"/>
                    </a:lnTo>
                    <a:lnTo>
                      <a:pt x="126" y="56"/>
                    </a:lnTo>
                    <a:lnTo>
                      <a:pt x="130" y="56"/>
                    </a:lnTo>
                    <a:lnTo>
                      <a:pt x="134" y="60"/>
                    </a:lnTo>
                    <a:lnTo>
                      <a:pt x="134" y="64"/>
                    </a:lnTo>
                    <a:lnTo>
                      <a:pt x="130" y="68"/>
                    </a:lnTo>
                    <a:lnTo>
                      <a:pt x="130" y="72"/>
                    </a:lnTo>
                    <a:lnTo>
                      <a:pt x="134" y="72"/>
                    </a:lnTo>
                    <a:lnTo>
                      <a:pt x="134" y="74"/>
                    </a:lnTo>
                    <a:lnTo>
                      <a:pt x="134" y="78"/>
                    </a:lnTo>
                    <a:lnTo>
                      <a:pt x="138" y="82"/>
                    </a:lnTo>
                    <a:lnTo>
                      <a:pt x="138" y="86"/>
                    </a:lnTo>
                    <a:lnTo>
                      <a:pt x="142" y="86"/>
                    </a:lnTo>
                    <a:lnTo>
                      <a:pt x="138" y="86"/>
                    </a:lnTo>
                    <a:lnTo>
                      <a:pt x="138" y="90"/>
                    </a:lnTo>
                    <a:lnTo>
                      <a:pt x="142" y="94"/>
                    </a:lnTo>
                    <a:lnTo>
                      <a:pt x="138" y="94"/>
                    </a:lnTo>
                    <a:lnTo>
                      <a:pt x="134" y="94"/>
                    </a:lnTo>
                    <a:lnTo>
                      <a:pt x="134" y="98"/>
                    </a:lnTo>
                    <a:lnTo>
                      <a:pt x="130" y="98"/>
                    </a:lnTo>
                    <a:lnTo>
                      <a:pt x="130" y="102"/>
                    </a:lnTo>
                    <a:lnTo>
                      <a:pt x="126" y="102"/>
                    </a:lnTo>
                    <a:lnTo>
                      <a:pt x="126" y="104"/>
                    </a:lnTo>
                    <a:lnTo>
                      <a:pt x="118" y="112"/>
                    </a:lnTo>
                    <a:lnTo>
                      <a:pt x="118" y="112"/>
                    </a:lnTo>
                    <a:lnTo>
                      <a:pt x="118"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4" name="Freeform 118"/>
              <p:cNvSpPr>
                <a:spLocks/>
              </p:cNvSpPr>
              <p:nvPr/>
            </p:nvSpPr>
            <p:spPr bwMode="gray">
              <a:xfrm>
                <a:off x="5297383" y="2992624"/>
                <a:ext cx="233061" cy="163491"/>
              </a:xfrm>
              <a:custGeom>
                <a:avLst/>
                <a:gdLst>
                  <a:gd name="T0" fmla="*/ 56 w 134"/>
                  <a:gd name="T1" fmla="*/ 94 h 94"/>
                  <a:gd name="T2" fmla="*/ 46 w 134"/>
                  <a:gd name="T3" fmla="*/ 90 h 94"/>
                  <a:gd name="T4" fmla="*/ 42 w 134"/>
                  <a:gd name="T5" fmla="*/ 90 h 94"/>
                  <a:gd name="T6" fmla="*/ 38 w 134"/>
                  <a:gd name="T7" fmla="*/ 86 h 94"/>
                  <a:gd name="T8" fmla="*/ 38 w 134"/>
                  <a:gd name="T9" fmla="*/ 86 h 94"/>
                  <a:gd name="T10" fmla="*/ 34 w 134"/>
                  <a:gd name="T11" fmla="*/ 82 h 94"/>
                  <a:gd name="T12" fmla="*/ 34 w 134"/>
                  <a:gd name="T13" fmla="*/ 78 h 94"/>
                  <a:gd name="T14" fmla="*/ 34 w 134"/>
                  <a:gd name="T15" fmla="*/ 76 h 94"/>
                  <a:gd name="T16" fmla="*/ 26 w 134"/>
                  <a:gd name="T17" fmla="*/ 76 h 94"/>
                  <a:gd name="T18" fmla="*/ 24 w 134"/>
                  <a:gd name="T19" fmla="*/ 76 h 94"/>
                  <a:gd name="T20" fmla="*/ 20 w 134"/>
                  <a:gd name="T21" fmla="*/ 72 h 94"/>
                  <a:gd name="T22" fmla="*/ 20 w 134"/>
                  <a:gd name="T23" fmla="*/ 72 h 94"/>
                  <a:gd name="T24" fmla="*/ 16 w 134"/>
                  <a:gd name="T25" fmla="*/ 68 h 94"/>
                  <a:gd name="T26" fmla="*/ 16 w 134"/>
                  <a:gd name="T27" fmla="*/ 64 h 94"/>
                  <a:gd name="T28" fmla="*/ 8 w 134"/>
                  <a:gd name="T29" fmla="*/ 52 h 94"/>
                  <a:gd name="T30" fmla="*/ 4 w 134"/>
                  <a:gd name="T31" fmla="*/ 50 h 94"/>
                  <a:gd name="T32" fmla="*/ 4 w 134"/>
                  <a:gd name="T33" fmla="*/ 46 h 94"/>
                  <a:gd name="T34" fmla="*/ 8 w 134"/>
                  <a:gd name="T35" fmla="*/ 42 h 94"/>
                  <a:gd name="T36" fmla="*/ 12 w 134"/>
                  <a:gd name="T37" fmla="*/ 42 h 94"/>
                  <a:gd name="T38" fmla="*/ 16 w 134"/>
                  <a:gd name="T39" fmla="*/ 34 h 94"/>
                  <a:gd name="T40" fmla="*/ 20 w 134"/>
                  <a:gd name="T41" fmla="*/ 30 h 94"/>
                  <a:gd name="T42" fmla="*/ 24 w 134"/>
                  <a:gd name="T43" fmla="*/ 24 h 94"/>
                  <a:gd name="T44" fmla="*/ 26 w 134"/>
                  <a:gd name="T45" fmla="*/ 20 h 94"/>
                  <a:gd name="T46" fmla="*/ 26 w 134"/>
                  <a:gd name="T47" fmla="*/ 16 h 94"/>
                  <a:gd name="T48" fmla="*/ 34 w 134"/>
                  <a:gd name="T49" fmla="*/ 12 h 94"/>
                  <a:gd name="T50" fmla="*/ 42 w 134"/>
                  <a:gd name="T51" fmla="*/ 8 h 94"/>
                  <a:gd name="T52" fmla="*/ 42 w 134"/>
                  <a:gd name="T53" fmla="*/ 8 h 94"/>
                  <a:gd name="T54" fmla="*/ 52 w 134"/>
                  <a:gd name="T55" fmla="*/ 8 h 94"/>
                  <a:gd name="T56" fmla="*/ 60 w 134"/>
                  <a:gd name="T57" fmla="*/ 8 h 94"/>
                  <a:gd name="T58" fmla="*/ 64 w 134"/>
                  <a:gd name="T59" fmla="*/ 12 h 94"/>
                  <a:gd name="T60" fmla="*/ 68 w 134"/>
                  <a:gd name="T61" fmla="*/ 12 h 94"/>
                  <a:gd name="T62" fmla="*/ 72 w 134"/>
                  <a:gd name="T63" fmla="*/ 8 h 94"/>
                  <a:gd name="T64" fmla="*/ 80 w 134"/>
                  <a:gd name="T65" fmla="*/ 8 h 94"/>
                  <a:gd name="T66" fmla="*/ 86 w 134"/>
                  <a:gd name="T67" fmla="*/ 4 h 94"/>
                  <a:gd name="T68" fmla="*/ 94 w 134"/>
                  <a:gd name="T69" fmla="*/ 4 h 94"/>
                  <a:gd name="T70" fmla="*/ 102 w 134"/>
                  <a:gd name="T71" fmla="*/ 16 h 94"/>
                  <a:gd name="T72" fmla="*/ 106 w 134"/>
                  <a:gd name="T73" fmla="*/ 24 h 94"/>
                  <a:gd name="T74" fmla="*/ 112 w 134"/>
                  <a:gd name="T75" fmla="*/ 30 h 94"/>
                  <a:gd name="T76" fmla="*/ 112 w 134"/>
                  <a:gd name="T77" fmla="*/ 38 h 94"/>
                  <a:gd name="T78" fmla="*/ 112 w 134"/>
                  <a:gd name="T79" fmla="*/ 52 h 94"/>
                  <a:gd name="T80" fmla="*/ 112 w 134"/>
                  <a:gd name="T81" fmla="*/ 60 h 94"/>
                  <a:gd name="T82" fmla="*/ 120 w 134"/>
                  <a:gd name="T83" fmla="*/ 64 h 94"/>
                  <a:gd name="T84" fmla="*/ 130 w 134"/>
                  <a:gd name="T85" fmla="*/ 60 h 94"/>
                  <a:gd name="T86" fmla="*/ 130 w 134"/>
                  <a:gd name="T87" fmla="*/ 64 h 94"/>
                  <a:gd name="T88" fmla="*/ 126 w 134"/>
                  <a:gd name="T89" fmla="*/ 72 h 94"/>
                  <a:gd name="T90" fmla="*/ 122 w 134"/>
                  <a:gd name="T91" fmla="*/ 68 h 94"/>
                  <a:gd name="T92" fmla="*/ 122 w 134"/>
                  <a:gd name="T93" fmla="*/ 72 h 94"/>
                  <a:gd name="T94" fmla="*/ 122 w 134"/>
                  <a:gd name="T95" fmla="*/ 76 h 94"/>
                  <a:gd name="T96" fmla="*/ 122 w 134"/>
                  <a:gd name="T97" fmla="*/ 76 h 94"/>
                  <a:gd name="T98" fmla="*/ 122 w 134"/>
                  <a:gd name="T99" fmla="*/ 78 h 94"/>
                  <a:gd name="T100" fmla="*/ 120 w 134"/>
                  <a:gd name="T101" fmla="*/ 86 h 94"/>
                  <a:gd name="T102" fmla="*/ 116 w 134"/>
                  <a:gd name="T103" fmla="*/ 94 h 94"/>
                  <a:gd name="T104" fmla="*/ 108 w 134"/>
                  <a:gd name="T105" fmla="*/ 90 h 94"/>
                  <a:gd name="T106" fmla="*/ 106 w 134"/>
                  <a:gd name="T107" fmla="*/ 86 h 94"/>
                  <a:gd name="T108" fmla="*/ 98 w 134"/>
                  <a:gd name="T109" fmla="*/ 86 h 94"/>
                  <a:gd name="T110" fmla="*/ 94 w 134"/>
                  <a:gd name="T111" fmla="*/ 86 h 94"/>
                  <a:gd name="T112" fmla="*/ 86 w 134"/>
                  <a:gd name="T113" fmla="*/ 86 h 94"/>
                  <a:gd name="T114" fmla="*/ 80 w 134"/>
                  <a:gd name="T115" fmla="*/ 94 h 94"/>
                  <a:gd name="T116" fmla="*/ 72 w 134"/>
                  <a:gd name="T117" fmla="*/ 94 h 94"/>
                  <a:gd name="T118" fmla="*/ 60 w 134"/>
                  <a:gd name="T119" fmla="*/ 94 h 94"/>
                  <a:gd name="T120" fmla="*/ 56 w 134"/>
                  <a:gd name="T121" fmla="*/ 9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4" h="94">
                    <a:moveTo>
                      <a:pt x="56" y="94"/>
                    </a:moveTo>
                    <a:lnTo>
                      <a:pt x="56" y="94"/>
                    </a:lnTo>
                    <a:lnTo>
                      <a:pt x="56" y="94"/>
                    </a:lnTo>
                    <a:lnTo>
                      <a:pt x="56" y="94"/>
                    </a:lnTo>
                    <a:lnTo>
                      <a:pt x="56" y="94"/>
                    </a:lnTo>
                    <a:lnTo>
                      <a:pt x="56" y="94"/>
                    </a:lnTo>
                    <a:lnTo>
                      <a:pt x="56" y="94"/>
                    </a:lnTo>
                    <a:lnTo>
                      <a:pt x="56" y="94"/>
                    </a:lnTo>
                    <a:lnTo>
                      <a:pt x="52" y="94"/>
                    </a:lnTo>
                    <a:lnTo>
                      <a:pt x="52" y="94"/>
                    </a:lnTo>
                    <a:lnTo>
                      <a:pt x="50" y="94"/>
                    </a:lnTo>
                    <a:lnTo>
                      <a:pt x="50" y="94"/>
                    </a:lnTo>
                    <a:lnTo>
                      <a:pt x="50" y="90"/>
                    </a:lnTo>
                    <a:lnTo>
                      <a:pt x="46" y="90"/>
                    </a:lnTo>
                    <a:lnTo>
                      <a:pt x="46" y="90"/>
                    </a:lnTo>
                    <a:lnTo>
                      <a:pt x="46" y="90"/>
                    </a:lnTo>
                    <a:lnTo>
                      <a:pt x="46" y="90"/>
                    </a:lnTo>
                    <a:lnTo>
                      <a:pt x="46" y="90"/>
                    </a:lnTo>
                    <a:lnTo>
                      <a:pt x="42" y="90"/>
                    </a:lnTo>
                    <a:lnTo>
                      <a:pt x="42" y="90"/>
                    </a:lnTo>
                    <a:lnTo>
                      <a:pt x="42" y="90"/>
                    </a:lnTo>
                    <a:lnTo>
                      <a:pt x="42" y="90"/>
                    </a:lnTo>
                    <a:lnTo>
                      <a:pt x="42" y="90"/>
                    </a:lnTo>
                    <a:lnTo>
                      <a:pt x="42" y="90"/>
                    </a:lnTo>
                    <a:lnTo>
                      <a:pt x="42" y="90"/>
                    </a:lnTo>
                    <a:lnTo>
                      <a:pt x="38" y="90"/>
                    </a:lnTo>
                    <a:lnTo>
                      <a:pt x="38" y="90"/>
                    </a:lnTo>
                    <a:lnTo>
                      <a:pt x="38" y="90"/>
                    </a:lnTo>
                    <a:lnTo>
                      <a:pt x="38" y="90"/>
                    </a:lnTo>
                    <a:lnTo>
                      <a:pt x="38" y="90"/>
                    </a:lnTo>
                    <a:lnTo>
                      <a:pt x="38" y="86"/>
                    </a:lnTo>
                    <a:lnTo>
                      <a:pt x="38" y="86"/>
                    </a:lnTo>
                    <a:lnTo>
                      <a:pt x="38" y="86"/>
                    </a:lnTo>
                    <a:lnTo>
                      <a:pt x="38" y="86"/>
                    </a:lnTo>
                    <a:lnTo>
                      <a:pt x="38" y="86"/>
                    </a:lnTo>
                    <a:lnTo>
                      <a:pt x="38" y="86"/>
                    </a:lnTo>
                    <a:lnTo>
                      <a:pt x="38" y="86"/>
                    </a:lnTo>
                    <a:lnTo>
                      <a:pt x="38" y="86"/>
                    </a:lnTo>
                    <a:lnTo>
                      <a:pt x="38" y="86"/>
                    </a:lnTo>
                    <a:lnTo>
                      <a:pt x="38" y="86"/>
                    </a:lnTo>
                    <a:lnTo>
                      <a:pt x="34" y="82"/>
                    </a:lnTo>
                    <a:lnTo>
                      <a:pt x="34" y="82"/>
                    </a:lnTo>
                    <a:lnTo>
                      <a:pt x="34" y="82"/>
                    </a:lnTo>
                    <a:lnTo>
                      <a:pt x="34" y="82"/>
                    </a:lnTo>
                    <a:lnTo>
                      <a:pt x="34" y="82"/>
                    </a:lnTo>
                    <a:lnTo>
                      <a:pt x="34" y="82"/>
                    </a:lnTo>
                    <a:lnTo>
                      <a:pt x="34" y="82"/>
                    </a:lnTo>
                    <a:lnTo>
                      <a:pt x="34" y="82"/>
                    </a:lnTo>
                    <a:lnTo>
                      <a:pt x="34" y="82"/>
                    </a:lnTo>
                    <a:lnTo>
                      <a:pt x="30" y="78"/>
                    </a:lnTo>
                    <a:lnTo>
                      <a:pt x="30" y="78"/>
                    </a:lnTo>
                    <a:lnTo>
                      <a:pt x="34" y="76"/>
                    </a:lnTo>
                    <a:lnTo>
                      <a:pt x="34" y="76"/>
                    </a:lnTo>
                    <a:lnTo>
                      <a:pt x="34" y="78"/>
                    </a:lnTo>
                    <a:lnTo>
                      <a:pt x="34" y="78"/>
                    </a:lnTo>
                    <a:lnTo>
                      <a:pt x="34" y="78"/>
                    </a:lnTo>
                    <a:lnTo>
                      <a:pt x="34" y="78"/>
                    </a:lnTo>
                    <a:lnTo>
                      <a:pt x="34" y="76"/>
                    </a:lnTo>
                    <a:lnTo>
                      <a:pt x="34" y="76"/>
                    </a:lnTo>
                    <a:lnTo>
                      <a:pt x="34" y="76"/>
                    </a:lnTo>
                    <a:lnTo>
                      <a:pt x="34" y="76"/>
                    </a:lnTo>
                    <a:lnTo>
                      <a:pt x="34" y="76"/>
                    </a:lnTo>
                    <a:lnTo>
                      <a:pt x="34" y="76"/>
                    </a:lnTo>
                    <a:lnTo>
                      <a:pt x="34" y="76"/>
                    </a:lnTo>
                    <a:lnTo>
                      <a:pt x="30" y="76"/>
                    </a:lnTo>
                    <a:lnTo>
                      <a:pt x="30" y="76"/>
                    </a:lnTo>
                    <a:lnTo>
                      <a:pt x="30" y="76"/>
                    </a:lnTo>
                    <a:lnTo>
                      <a:pt x="30" y="76"/>
                    </a:lnTo>
                    <a:lnTo>
                      <a:pt x="30" y="76"/>
                    </a:lnTo>
                    <a:lnTo>
                      <a:pt x="30" y="76"/>
                    </a:lnTo>
                    <a:lnTo>
                      <a:pt x="30" y="76"/>
                    </a:lnTo>
                    <a:lnTo>
                      <a:pt x="26" y="76"/>
                    </a:lnTo>
                    <a:lnTo>
                      <a:pt x="26" y="78"/>
                    </a:lnTo>
                    <a:lnTo>
                      <a:pt x="26" y="78"/>
                    </a:lnTo>
                    <a:lnTo>
                      <a:pt x="26" y="78"/>
                    </a:lnTo>
                    <a:lnTo>
                      <a:pt x="26" y="76"/>
                    </a:lnTo>
                    <a:lnTo>
                      <a:pt x="26" y="76"/>
                    </a:lnTo>
                    <a:lnTo>
                      <a:pt x="26" y="76"/>
                    </a:lnTo>
                    <a:lnTo>
                      <a:pt x="24" y="76"/>
                    </a:lnTo>
                    <a:lnTo>
                      <a:pt x="24" y="76"/>
                    </a:lnTo>
                    <a:lnTo>
                      <a:pt x="24" y="76"/>
                    </a:lnTo>
                    <a:lnTo>
                      <a:pt x="20" y="76"/>
                    </a:lnTo>
                    <a:lnTo>
                      <a:pt x="20" y="76"/>
                    </a:lnTo>
                    <a:lnTo>
                      <a:pt x="20" y="76"/>
                    </a:lnTo>
                    <a:lnTo>
                      <a:pt x="20" y="76"/>
                    </a:lnTo>
                    <a:lnTo>
                      <a:pt x="20" y="72"/>
                    </a:lnTo>
                    <a:lnTo>
                      <a:pt x="20" y="72"/>
                    </a:lnTo>
                    <a:lnTo>
                      <a:pt x="20" y="72"/>
                    </a:lnTo>
                    <a:lnTo>
                      <a:pt x="16" y="72"/>
                    </a:lnTo>
                    <a:lnTo>
                      <a:pt x="16" y="72"/>
                    </a:lnTo>
                    <a:lnTo>
                      <a:pt x="16" y="72"/>
                    </a:lnTo>
                    <a:lnTo>
                      <a:pt x="16" y="72"/>
                    </a:lnTo>
                    <a:lnTo>
                      <a:pt x="16" y="72"/>
                    </a:lnTo>
                    <a:lnTo>
                      <a:pt x="16" y="72"/>
                    </a:lnTo>
                    <a:lnTo>
                      <a:pt x="16" y="72"/>
                    </a:lnTo>
                    <a:lnTo>
                      <a:pt x="20" y="72"/>
                    </a:lnTo>
                    <a:lnTo>
                      <a:pt x="20" y="72"/>
                    </a:lnTo>
                    <a:lnTo>
                      <a:pt x="20" y="72"/>
                    </a:lnTo>
                    <a:lnTo>
                      <a:pt x="20" y="72"/>
                    </a:lnTo>
                    <a:lnTo>
                      <a:pt x="20" y="68"/>
                    </a:lnTo>
                    <a:lnTo>
                      <a:pt x="16" y="68"/>
                    </a:lnTo>
                    <a:lnTo>
                      <a:pt x="16" y="68"/>
                    </a:lnTo>
                    <a:lnTo>
                      <a:pt x="16" y="68"/>
                    </a:lnTo>
                    <a:lnTo>
                      <a:pt x="16" y="68"/>
                    </a:lnTo>
                    <a:lnTo>
                      <a:pt x="16" y="68"/>
                    </a:lnTo>
                    <a:lnTo>
                      <a:pt x="16" y="68"/>
                    </a:lnTo>
                    <a:lnTo>
                      <a:pt x="20" y="64"/>
                    </a:lnTo>
                    <a:lnTo>
                      <a:pt x="20" y="64"/>
                    </a:lnTo>
                    <a:lnTo>
                      <a:pt x="16" y="64"/>
                    </a:lnTo>
                    <a:lnTo>
                      <a:pt x="16" y="64"/>
                    </a:lnTo>
                    <a:lnTo>
                      <a:pt x="16" y="64"/>
                    </a:lnTo>
                    <a:lnTo>
                      <a:pt x="16" y="64"/>
                    </a:lnTo>
                    <a:lnTo>
                      <a:pt x="12" y="60"/>
                    </a:lnTo>
                    <a:lnTo>
                      <a:pt x="12" y="60"/>
                    </a:lnTo>
                    <a:lnTo>
                      <a:pt x="8" y="56"/>
                    </a:lnTo>
                    <a:lnTo>
                      <a:pt x="8" y="56"/>
                    </a:lnTo>
                    <a:lnTo>
                      <a:pt x="8" y="56"/>
                    </a:lnTo>
                    <a:lnTo>
                      <a:pt x="8" y="56"/>
                    </a:lnTo>
                    <a:lnTo>
                      <a:pt x="8" y="56"/>
                    </a:lnTo>
                    <a:lnTo>
                      <a:pt x="8" y="52"/>
                    </a:lnTo>
                    <a:lnTo>
                      <a:pt x="8" y="52"/>
                    </a:lnTo>
                    <a:lnTo>
                      <a:pt x="8" y="52"/>
                    </a:lnTo>
                    <a:lnTo>
                      <a:pt x="8" y="52"/>
                    </a:lnTo>
                    <a:lnTo>
                      <a:pt x="4" y="52"/>
                    </a:lnTo>
                    <a:lnTo>
                      <a:pt x="4" y="52"/>
                    </a:lnTo>
                    <a:lnTo>
                      <a:pt x="4" y="50"/>
                    </a:lnTo>
                    <a:lnTo>
                      <a:pt x="4" y="50"/>
                    </a:lnTo>
                    <a:lnTo>
                      <a:pt x="4" y="50"/>
                    </a:lnTo>
                    <a:lnTo>
                      <a:pt x="0" y="50"/>
                    </a:lnTo>
                    <a:lnTo>
                      <a:pt x="0" y="50"/>
                    </a:lnTo>
                    <a:lnTo>
                      <a:pt x="0" y="46"/>
                    </a:lnTo>
                    <a:lnTo>
                      <a:pt x="0" y="46"/>
                    </a:lnTo>
                    <a:lnTo>
                      <a:pt x="0" y="46"/>
                    </a:lnTo>
                    <a:lnTo>
                      <a:pt x="0" y="46"/>
                    </a:lnTo>
                    <a:lnTo>
                      <a:pt x="4" y="46"/>
                    </a:lnTo>
                    <a:lnTo>
                      <a:pt x="4" y="46"/>
                    </a:lnTo>
                    <a:lnTo>
                      <a:pt x="4" y="46"/>
                    </a:lnTo>
                    <a:lnTo>
                      <a:pt x="4" y="46"/>
                    </a:lnTo>
                    <a:lnTo>
                      <a:pt x="4" y="46"/>
                    </a:lnTo>
                    <a:lnTo>
                      <a:pt x="8" y="46"/>
                    </a:lnTo>
                    <a:lnTo>
                      <a:pt x="8" y="46"/>
                    </a:lnTo>
                    <a:lnTo>
                      <a:pt x="8" y="46"/>
                    </a:lnTo>
                    <a:lnTo>
                      <a:pt x="8" y="46"/>
                    </a:lnTo>
                    <a:lnTo>
                      <a:pt x="8" y="42"/>
                    </a:lnTo>
                    <a:lnTo>
                      <a:pt x="8" y="42"/>
                    </a:lnTo>
                    <a:lnTo>
                      <a:pt x="8" y="42"/>
                    </a:lnTo>
                    <a:lnTo>
                      <a:pt x="8" y="42"/>
                    </a:lnTo>
                    <a:lnTo>
                      <a:pt x="8" y="42"/>
                    </a:lnTo>
                    <a:lnTo>
                      <a:pt x="8" y="42"/>
                    </a:lnTo>
                    <a:lnTo>
                      <a:pt x="12" y="42"/>
                    </a:lnTo>
                    <a:lnTo>
                      <a:pt x="12" y="42"/>
                    </a:lnTo>
                    <a:lnTo>
                      <a:pt x="12" y="42"/>
                    </a:lnTo>
                    <a:lnTo>
                      <a:pt x="12" y="42"/>
                    </a:lnTo>
                    <a:lnTo>
                      <a:pt x="12" y="42"/>
                    </a:lnTo>
                    <a:lnTo>
                      <a:pt x="12" y="42"/>
                    </a:lnTo>
                    <a:lnTo>
                      <a:pt x="12" y="42"/>
                    </a:lnTo>
                    <a:lnTo>
                      <a:pt x="16" y="38"/>
                    </a:lnTo>
                    <a:lnTo>
                      <a:pt x="16" y="38"/>
                    </a:lnTo>
                    <a:lnTo>
                      <a:pt x="16" y="38"/>
                    </a:lnTo>
                    <a:lnTo>
                      <a:pt x="16" y="34"/>
                    </a:lnTo>
                    <a:lnTo>
                      <a:pt x="16" y="34"/>
                    </a:lnTo>
                    <a:lnTo>
                      <a:pt x="16" y="34"/>
                    </a:lnTo>
                    <a:lnTo>
                      <a:pt x="20" y="34"/>
                    </a:lnTo>
                    <a:lnTo>
                      <a:pt x="20" y="34"/>
                    </a:lnTo>
                    <a:lnTo>
                      <a:pt x="20" y="34"/>
                    </a:lnTo>
                    <a:lnTo>
                      <a:pt x="20" y="34"/>
                    </a:lnTo>
                    <a:lnTo>
                      <a:pt x="20" y="30"/>
                    </a:lnTo>
                    <a:lnTo>
                      <a:pt x="20" y="30"/>
                    </a:lnTo>
                    <a:lnTo>
                      <a:pt x="20" y="26"/>
                    </a:lnTo>
                    <a:lnTo>
                      <a:pt x="20" y="26"/>
                    </a:lnTo>
                    <a:lnTo>
                      <a:pt x="20" y="26"/>
                    </a:lnTo>
                    <a:lnTo>
                      <a:pt x="20" y="26"/>
                    </a:lnTo>
                    <a:lnTo>
                      <a:pt x="20" y="26"/>
                    </a:lnTo>
                    <a:lnTo>
                      <a:pt x="24" y="26"/>
                    </a:lnTo>
                    <a:lnTo>
                      <a:pt x="24" y="26"/>
                    </a:lnTo>
                    <a:lnTo>
                      <a:pt x="24" y="24"/>
                    </a:lnTo>
                    <a:lnTo>
                      <a:pt x="24" y="24"/>
                    </a:lnTo>
                    <a:lnTo>
                      <a:pt x="24" y="24"/>
                    </a:lnTo>
                    <a:lnTo>
                      <a:pt x="24" y="20"/>
                    </a:lnTo>
                    <a:lnTo>
                      <a:pt x="24" y="20"/>
                    </a:lnTo>
                    <a:lnTo>
                      <a:pt x="24" y="20"/>
                    </a:lnTo>
                    <a:lnTo>
                      <a:pt x="26" y="20"/>
                    </a:lnTo>
                    <a:lnTo>
                      <a:pt x="26" y="20"/>
                    </a:lnTo>
                    <a:lnTo>
                      <a:pt x="26" y="20"/>
                    </a:lnTo>
                    <a:lnTo>
                      <a:pt x="26" y="20"/>
                    </a:lnTo>
                    <a:lnTo>
                      <a:pt x="26" y="16"/>
                    </a:lnTo>
                    <a:lnTo>
                      <a:pt x="26" y="16"/>
                    </a:lnTo>
                    <a:lnTo>
                      <a:pt x="26" y="16"/>
                    </a:lnTo>
                    <a:lnTo>
                      <a:pt x="26" y="16"/>
                    </a:lnTo>
                    <a:lnTo>
                      <a:pt x="26" y="16"/>
                    </a:lnTo>
                    <a:lnTo>
                      <a:pt x="26" y="16"/>
                    </a:lnTo>
                    <a:lnTo>
                      <a:pt x="26" y="16"/>
                    </a:lnTo>
                    <a:lnTo>
                      <a:pt x="26" y="16"/>
                    </a:lnTo>
                    <a:lnTo>
                      <a:pt x="30" y="12"/>
                    </a:lnTo>
                    <a:lnTo>
                      <a:pt x="30" y="12"/>
                    </a:lnTo>
                    <a:lnTo>
                      <a:pt x="30" y="12"/>
                    </a:lnTo>
                    <a:lnTo>
                      <a:pt x="30" y="12"/>
                    </a:lnTo>
                    <a:lnTo>
                      <a:pt x="30" y="12"/>
                    </a:lnTo>
                    <a:lnTo>
                      <a:pt x="34" y="12"/>
                    </a:lnTo>
                    <a:lnTo>
                      <a:pt x="34" y="12"/>
                    </a:lnTo>
                    <a:lnTo>
                      <a:pt x="34" y="12"/>
                    </a:lnTo>
                    <a:lnTo>
                      <a:pt x="34" y="12"/>
                    </a:lnTo>
                    <a:lnTo>
                      <a:pt x="34" y="12"/>
                    </a:lnTo>
                    <a:lnTo>
                      <a:pt x="38" y="8"/>
                    </a:lnTo>
                    <a:lnTo>
                      <a:pt x="38" y="8"/>
                    </a:lnTo>
                    <a:lnTo>
                      <a:pt x="38" y="8"/>
                    </a:lnTo>
                    <a:lnTo>
                      <a:pt x="38" y="8"/>
                    </a:lnTo>
                    <a:lnTo>
                      <a:pt x="42" y="8"/>
                    </a:lnTo>
                    <a:lnTo>
                      <a:pt x="42" y="8"/>
                    </a:lnTo>
                    <a:lnTo>
                      <a:pt x="42" y="4"/>
                    </a:lnTo>
                    <a:lnTo>
                      <a:pt x="42" y="4"/>
                    </a:lnTo>
                    <a:lnTo>
                      <a:pt x="42" y="4"/>
                    </a:lnTo>
                    <a:lnTo>
                      <a:pt x="42" y="4"/>
                    </a:lnTo>
                    <a:lnTo>
                      <a:pt x="42" y="4"/>
                    </a:lnTo>
                    <a:lnTo>
                      <a:pt x="42" y="4"/>
                    </a:lnTo>
                    <a:lnTo>
                      <a:pt x="42" y="8"/>
                    </a:lnTo>
                    <a:lnTo>
                      <a:pt x="46" y="8"/>
                    </a:lnTo>
                    <a:lnTo>
                      <a:pt x="46" y="8"/>
                    </a:lnTo>
                    <a:lnTo>
                      <a:pt x="46" y="8"/>
                    </a:lnTo>
                    <a:lnTo>
                      <a:pt x="46" y="8"/>
                    </a:lnTo>
                    <a:lnTo>
                      <a:pt x="46" y="8"/>
                    </a:lnTo>
                    <a:lnTo>
                      <a:pt x="50" y="8"/>
                    </a:lnTo>
                    <a:lnTo>
                      <a:pt x="52" y="8"/>
                    </a:lnTo>
                    <a:lnTo>
                      <a:pt x="52" y="8"/>
                    </a:lnTo>
                    <a:lnTo>
                      <a:pt x="52" y="8"/>
                    </a:lnTo>
                    <a:lnTo>
                      <a:pt x="56" y="8"/>
                    </a:lnTo>
                    <a:lnTo>
                      <a:pt x="56" y="8"/>
                    </a:lnTo>
                    <a:lnTo>
                      <a:pt x="56" y="8"/>
                    </a:lnTo>
                    <a:lnTo>
                      <a:pt x="60" y="8"/>
                    </a:lnTo>
                    <a:lnTo>
                      <a:pt x="60" y="8"/>
                    </a:lnTo>
                    <a:lnTo>
                      <a:pt x="60" y="8"/>
                    </a:lnTo>
                    <a:lnTo>
                      <a:pt x="60" y="8"/>
                    </a:lnTo>
                    <a:lnTo>
                      <a:pt x="60" y="8"/>
                    </a:lnTo>
                    <a:lnTo>
                      <a:pt x="60" y="8"/>
                    </a:lnTo>
                    <a:lnTo>
                      <a:pt x="64" y="8"/>
                    </a:lnTo>
                    <a:lnTo>
                      <a:pt x="64" y="12"/>
                    </a:lnTo>
                    <a:lnTo>
                      <a:pt x="64" y="12"/>
                    </a:lnTo>
                    <a:lnTo>
                      <a:pt x="64" y="12"/>
                    </a:lnTo>
                    <a:lnTo>
                      <a:pt x="64" y="12"/>
                    </a:lnTo>
                    <a:lnTo>
                      <a:pt x="64" y="12"/>
                    </a:lnTo>
                    <a:lnTo>
                      <a:pt x="64" y="12"/>
                    </a:lnTo>
                    <a:lnTo>
                      <a:pt x="64" y="12"/>
                    </a:lnTo>
                    <a:lnTo>
                      <a:pt x="64" y="12"/>
                    </a:lnTo>
                    <a:lnTo>
                      <a:pt x="68" y="12"/>
                    </a:lnTo>
                    <a:lnTo>
                      <a:pt x="68" y="12"/>
                    </a:lnTo>
                    <a:lnTo>
                      <a:pt x="68" y="12"/>
                    </a:lnTo>
                    <a:lnTo>
                      <a:pt x="68" y="12"/>
                    </a:lnTo>
                    <a:lnTo>
                      <a:pt x="68" y="12"/>
                    </a:lnTo>
                    <a:lnTo>
                      <a:pt x="68" y="12"/>
                    </a:lnTo>
                    <a:lnTo>
                      <a:pt x="68" y="12"/>
                    </a:lnTo>
                    <a:lnTo>
                      <a:pt x="68" y="12"/>
                    </a:lnTo>
                    <a:lnTo>
                      <a:pt x="68" y="12"/>
                    </a:lnTo>
                    <a:lnTo>
                      <a:pt x="72" y="12"/>
                    </a:lnTo>
                    <a:lnTo>
                      <a:pt x="72" y="8"/>
                    </a:lnTo>
                    <a:lnTo>
                      <a:pt x="72" y="8"/>
                    </a:lnTo>
                    <a:lnTo>
                      <a:pt x="72" y="8"/>
                    </a:lnTo>
                    <a:lnTo>
                      <a:pt x="76" y="8"/>
                    </a:lnTo>
                    <a:lnTo>
                      <a:pt x="76" y="8"/>
                    </a:lnTo>
                    <a:lnTo>
                      <a:pt x="76" y="8"/>
                    </a:lnTo>
                    <a:lnTo>
                      <a:pt x="76" y="8"/>
                    </a:lnTo>
                    <a:lnTo>
                      <a:pt x="76" y="8"/>
                    </a:lnTo>
                    <a:lnTo>
                      <a:pt x="80" y="8"/>
                    </a:lnTo>
                    <a:lnTo>
                      <a:pt x="80" y="8"/>
                    </a:lnTo>
                    <a:lnTo>
                      <a:pt x="80" y="8"/>
                    </a:lnTo>
                    <a:lnTo>
                      <a:pt x="80" y="8"/>
                    </a:lnTo>
                    <a:lnTo>
                      <a:pt x="82" y="8"/>
                    </a:lnTo>
                    <a:lnTo>
                      <a:pt x="82" y="8"/>
                    </a:lnTo>
                    <a:lnTo>
                      <a:pt x="82" y="8"/>
                    </a:lnTo>
                    <a:lnTo>
                      <a:pt x="82" y="8"/>
                    </a:lnTo>
                    <a:lnTo>
                      <a:pt x="82" y="8"/>
                    </a:lnTo>
                    <a:lnTo>
                      <a:pt x="86" y="4"/>
                    </a:lnTo>
                    <a:lnTo>
                      <a:pt x="86" y="4"/>
                    </a:lnTo>
                    <a:lnTo>
                      <a:pt x="86" y="4"/>
                    </a:lnTo>
                    <a:lnTo>
                      <a:pt x="90" y="4"/>
                    </a:lnTo>
                    <a:lnTo>
                      <a:pt x="90" y="4"/>
                    </a:lnTo>
                    <a:lnTo>
                      <a:pt x="90" y="4"/>
                    </a:lnTo>
                    <a:lnTo>
                      <a:pt x="90" y="0"/>
                    </a:lnTo>
                    <a:lnTo>
                      <a:pt x="90" y="0"/>
                    </a:lnTo>
                    <a:lnTo>
                      <a:pt x="94" y="0"/>
                    </a:lnTo>
                    <a:lnTo>
                      <a:pt x="94" y="4"/>
                    </a:lnTo>
                    <a:lnTo>
                      <a:pt x="94" y="4"/>
                    </a:lnTo>
                    <a:lnTo>
                      <a:pt x="98" y="8"/>
                    </a:lnTo>
                    <a:lnTo>
                      <a:pt x="98" y="8"/>
                    </a:lnTo>
                    <a:lnTo>
                      <a:pt x="98" y="12"/>
                    </a:lnTo>
                    <a:lnTo>
                      <a:pt x="98" y="12"/>
                    </a:lnTo>
                    <a:lnTo>
                      <a:pt x="102" y="12"/>
                    </a:lnTo>
                    <a:lnTo>
                      <a:pt x="102" y="16"/>
                    </a:lnTo>
                    <a:lnTo>
                      <a:pt x="102" y="16"/>
                    </a:lnTo>
                    <a:lnTo>
                      <a:pt x="102" y="16"/>
                    </a:lnTo>
                    <a:lnTo>
                      <a:pt x="102" y="16"/>
                    </a:lnTo>
                    <a:lnTo>
                      <a:pt x="102" y="20"/>
                    </a:lnTo>
                    <a:lnTo>
                      <a:pt x="106" y="20"/>
                    </a:lnTo>
                    <a:lnTo>
                      <a:pt x="106" y="24"/>
                    </a:lnTo>
                    <a:lnTo>
                      <a:pt x="106" y="24"/>
                    </a:lnTo>
                    <a:lnTo>
                      <a:pt x="106" y="24"/>
                    </a:lnTo>
                    <a:lnTo>
                      <a:pt x="106" y="24"/>
                    </a:lnTo>
                    <a:lnTo>
                      <a:pt x="106" y="24"/>
                    </a:lnTo>
                    <a:lnTo>
                      <a:pt x="106" y="24"/>
                    </a:lnTo>
                    <a:lnTo>
                      <a:pt x="108" y="26"/>
                    </a:lnTo>
                    <a:lnTo>
                      <a:pt x="108" y="26"/>
                    </a:lnTo>
                    <a:lnTo>
                      <a:pt x="108" y="26"/>
                    </a:lnTo>
                    <a:lnTo>
                      <a:pt x="108" y="26"/>
                    </a:lnTo>
                    <a:lnTo>
                      <a:pt x="112" y="26"/>
                    </a:lnTo>
                    <a:lnTo>
                      <a:pt x="112" y="30"/>
                    </a:lnTo>
                    <a:lnTo>
                      <a:pt x="112" y="30"/>
                    </a:lnTo>
                    <a:lnTo>
                      <a:pt x="112" y="30"/>
                    </a:lnTo>
                    <a:lnTo>
                      <a:pt x="112" y="30"/>
                    </a:lnTo>
                    <a:lnTo>
                      <a:pt x="112" y="34"/>
                    </a:lnTo>
                    <a:lnTo>
                      <a:pt x="112" y="34"/>
                    </a:lnTo>
                    <a:lnTo>
                      <a:pt x="112" y="34"/>
                    </a:lnTo>
                    <a:lnTo>
                      <a:pt x="112" y="34"/>
                    </a:lnTo>
                    <a:lnTo>
                      <a:pt x="112" y="38"/>
                    </a:lnTo>
                    <a:lnTo>
                      <a:pt x="112" y="42"/>
                    </a:lnTo>
                    <a:lnTo>
                      <a:pt x="112" y="46"/>
                    </a:lnTo>
                    <a:lnTo>
                      <a:pt x="112" y="46"/>
                    </a:lnTo>
                    <a:lnTo>
                      <a:pt x="112" y="46"/>
                    </a:lnTo>
                    <a:lnTo>
                      <a:pt x="112" y="50"/>
                    </a:lnTo>
                    <a:lnTo>
                      <a:pt x="112" y="50"/>
                    </a:lnTo>
                    <a:lnTo>
                      <a:pt x="112" y="50"/>
                    </a:lnTo>
                    <a:lnTo>
                      <a:pt x="112" y="52"/>
                    </a:lnTo>
                    <a:lnTo>
                      <a:pt x="112" y="52"/>
                    </a:lnTo>
                    <a:lnTo>
                      <a:pt x="112" y="56"/>
                    </a:lnTo>
                    <a:lnTo>
                      <a:pt x="112" y="56"/>
                    </a:lnTo>
                    <a:lnTo>
                      <a:pt x="112" y="56"/>
                    </a:lnTo>
                    <a:lnTo>
                      <a:pt x="112" y="60"/>
                    </a:lnTo>
                    <a:lnTo>
                      <a:pt x="112" y="60"/>
                    </a:lnTo>
                    <a:lnTo>
                      <a:pt x="112" y="60"/>
                    </a:lnTo>
                    <a:lnTo>
                      <a:pt x="112" y="60"/>
                    </a:lnTo>
                    <a:lnTo>
                      <a:pt x="112" y="60"/>
                    </a:lnTo>
                    <a:lnTo>
                      <a:pt x="112" y="60"/>
                    </a:lnTo>
                    <a:lnTo>
                      <a:pt x="112" y="60"/>
                    </a:lnTo>
                    <a:lnTo>
                      <a:pt x="112" y="60"/>
                    </a:lnTo>
                    <a:lnTo>
                      <a:pt x="116" y="60"/>
                    </a:lnTo>
                    <a:lnTo>
                      <a:pt x="116" y="60"/>
                    </a:lnTo>
                    <a:lnTo>
                      <a:pt x="116" y="64"/>
                    </a:lnTo>
                    <a:lnTo>
                      <a:pt x="120" y="64"/>
                    </a:lnTo>
                    <a:lnTo>
                      <a:pt x="120" y="64"/>
                    </a:lnTo>
                    <a:lnTo>
                      <a:pt x="120" y="60"/>
                    </a:lnTo>
                    <a:lnTo>
                      <a:pt x="122" y="60"/>
                    </a:lnTo>
                    <a:lnTo>
                      <a:pt x="126" y="60"/>
                    </a:lnTo>
                    <a:lnTo>
                      <a:pt x="126" y="60"/>
                    </a:lnTo>
                    <a:lnTo>
                      <a:pt x="130" y="60"/>
                    </a:lnTo>
                    <a:lnTo>
                      <a:pt x="130" y="60"/>
                    </a:lnTo>
                    <a:lnTo>
                      <a:pt x="130" y="60"/>
                    </a:lnTo>
                    <a:lnTo>
                      <a:pt x="130" y="60"/>
                    </a:lnTo>
                    <a:lnTo>
                      <a:pt x="130" y="60"/>
                    </a:lnTo>
                    <a:lnTo>
                      <a:pt x="134" y="60"/>
                    </a:lnTo>
                    <a:lnTo>
                      <a:pt x="134" y="60"/>
                    </a:lnTo>
                    <a:lnTo>
                      <a:pt x="134" y="64"/>
                    </a:lnTo>
                    <a:lnTo>
                      <a:pt x="134" y="64"/>
                    </a:lnTo>
                    <a:lnTo>
                      <a:pt x="130" y="64"/>
                    </a:lnTo>
                    <a:lnTo>
                      <a:pt x="130" y="64"/>
                    </a:lnTo>
                    <a:lnTo>
                      <a:pt x="134" y="64"/>
                    </a:lnTo>
                    <a:lnTo>
                      <a:pt x="130" y="68"/>
                    </a:lnTo>
                    <a:lnTo>
                      <a:pt x="130" y="72"/>
                    </a:lnTo>
                    <a:lnTo>
                      <a:pt x="130" y="72"/>
                    </a:lnTo>
                    <a:lnTo>
                      <a:pt x="130" y="72"/>
                    </a:lnTo>
                    <a:lnTo>
                      <a:pt x="130" y="72"/>
                    </a:lnTo>
                    <a:lnTo>
                      <a:pt x="126" y="72"/>
                    </a:lnTo>
                    <a:lnTo>
                      <a:pt x="126" y="72"/>
                    </a:lnTo>
                    <a:lnTo>
                      <a:pt x="126" y="72"/>
                    </a:lnTo>
                    <a:lnTo>
                      <a:pt x="122" y="72"/>
                    </a:lnTo>
                    <a:lnTo>
                      <a:pt x="122" y="72"/>
                    </a:lnTo>
                    <a:lnTo>
                      <a:pt x="122" y="68"/>
                    </a:lnTo>
                    <a:lnTo>
                      <a:pt x="122" y="68"/>
                    </a:lnTo>
                    <a:lnTo>
                      <a:pt x="122" y="68"/>
                    </a:lnTo>
                    <a:lnTo>
                      <a:pt x="122" y="68"/>
                    </a:lnTo>
                    <a:lnTo>
                      <a:pt x="122" y="68"/>
                    </a:lnTo>
                    <a:lnTo>
                      <a:pt x="122" y="68"/>
                    </a:lnTo>
                    <a:lnTo>
                      <a:pt x="122" y="68"/>
                    </a:lnTo>
                    <a:lnTo>
                      <a:pt x="122" y="72"/>
                    </a:lnTo>
                    <a:lnTo>
                      <a:pt x="122" y="72"/>
                    </a:lnTo>
                    <a:lnTo>
                      <a:pt x="122" y="72"/>
                    </a:lnTo>
                    <a:lnTo>
                      <a:pt x="122" y="72"/>
                    </a:lnTo>
                    <a:lnTo>
                      <a:pt x="122" y="72"/>
                    </a:lnTo>
                    <a:lnTo>
                      <a:pt x="122" y="72"/>
                    </a:lnTo>
                    <a:lnTo>
                      <a:pt x="120" y="76"/>
                    </a:lnTo>
                    <a:lnTo>
                      <a:pt x="120" y="76"/>
                    </a:lnTo>
                    <a:lnTo>
                      <a:pt x="120" y="76"/>
                    </a:lnTo>
                    <a:lnTo>
                      <a:pt x="120" y="76"/>
                    </a:lnTo>
                    <a:lnTo>
                      <a:pt x="120" y="76"/>
                    </a:lnTo>
                    <a:lnTo>
                      <a:pt x="120" y="76"/>
                    </a:lnTo>
                    <a:lnTo>
                      <a:pt x="122" y="76"/>
                    </a:lnTo>
                    <a:lnTo>
                      <a:pt x="122" y="76"/>
                    </a:lnTo>
                    <a:lnTo>
                      <a:pt x="122" y="76"/>
                    </a:lnTo>
                    <a:lnTo>
                      <a:pt x="122" y="76"/>
                    </a:lnTo>
                    <a:lnTo>
                      <a:pt x="122" y="76"/>
                    </a:lnTo>
                    <a:lnTo>
                      <a:pt x="122" y="76"/>
                    </a:lnTo>
                    <a:lnTo>
                      <a:pt x="122" y="76"/>
                    </a:lnTo>
                    <a:lnTo>
                      <a:pt x="122" y="76"/>
                    </a:lnTo>
                    <a:lnTo>
                      <a:pt x="122" y="76"/>
                    </a:lnTo>
                    <a:lnTo>
                      <a:pt x="122" y="76"/>
                    </a:lnTo>
                    <a:lnTo>
                      <a:pt x="120" y="76"/>
                    </a:lnTo>
                    <a:lnTo>
                      <a:pt x="120" y="76"/>
                    </a:lnTo>
                    <a:lnTo>
                      <a:pt x="120" y="76"/>
                    </a:lnTo>
                    <a:lnTo>
                      <a:pt x="120" y="78"/>
                    </a:lnTo>
                    <a:lnTo>
                      <a:pt x="120" y="78"/>
                    </a:lnTo>
                    <a:lnTo>
                      <a:pt x="122" y="76"/>
                    </a:lnTo>
                    <a:lnTo>
                      <a:pt x="122" y="76"/>
                    </a:lnTo>
                    <a:lnTo>
                      <a:pt x="122" y="78"/>
                    </a:lnTo>
                    <a:lnTo>
                      <a:pt x="120" y="78"/>
                    </a:lnTo>
                    <a:lnTo>
                      <a:pt x="120" y="78"/>
                    </a:lnTo>
                    <a:lnTo>
                      <a:pt x="120" y="78"/>
                    </a:lnTo>
                    <a:lnTo>
                      <a:pt x="120" y="78"/>
                    </a:lnTo>
                    <a:lnTo>
                      <a:pt x="120" y="82"/>
                    </a:lnTo>
                    <a:lnTo>
                      <a:pt x="120" y="82"/>
                    </a:lnTo>
                    <a:lnTo>
                      <a:pt x="120" y="82"/>
                    </a:lnTo>
                    <a:lnTo>
                      <a:pt x="120" y="86"/>
                    </a:lnTo>
                    <a:lnTo>
                      <a:pt x="120" y="90"/>
                    </a:lnTo>
                    <a:lnTo>
                      <a:pt x="120" y="90"/>
                    </a:lnTo>
                    <a:lnTo>
                      <a:pt x="120" y="90"/>
                    </a:lnTo>
                    <a:lnTo>
                      <a:pt x="120" y="90"/>
                    </a:lnTo>
                    <a:lnTo>
                      <a:pt x="116" y="90"/>
                    </a:lnTo>
                    <a:lnTo>
                      <a:pt x="116" y="94"/>
                    </a:lnTo>
                    <a:lnTo>
                      <a:pt x="116" y="94"/>
                    </a:lnTo>
                    <a:lnTo>
                      <a:pt x="116" y="94"/>
                    </a:lnTo>
                    <a:lnTo>
                      <a:pt x="116" y="94"/>
                    </a:lnTo>
                    <a:lnTo>
                      <a:pt x="112" y="94"/>
                    </a:lnTo>
                    <a:lnTo>
                      <a:pt x="112" y="94"/>
                    </a:lnTo>
                    <a:lnTo>
                      <a:pt x="112" y="94"/>
                    </a:lnTo>
                    <a:lnTo>
                      <a:pt x="112" y="90"/>
                    </a:lnTo>
                    <a:lnTo>
                      <a:pt x="108" y="90"/>
                    </a:lnTo>
                    <a:lnTo>
                      <a:pt x="108" y="90"/>
                    </a:lnTo>
                    <a:lnTo>
                      <a:pt x="108" y="90"/>
                    </a:lnTo>
                    <a:lnTo>
                      <a:pt x="108" y="90"/>
                    </a:lnTo>
                    <a:lnTo>
                      <a:pt x="108" y="86"/>
                    </a:lnTo>
                    <a:lnTo>
                      <a:pt x="108" y="90"/>
                    </a:lnTo>
                    <a:lnTo>
                      <a:pt x="108" y="90"/>
                    </a:lnTo>
                    <a:lnTo>
                      <a:pt x="108" y="90"/>
                    </a:lnTo>
                    <a:lnTo>
                      <a:pt x="106" y="90"/>
                    </a:lnTo>
                    <a:lnTo>
                      <a:pt x="106" y="90"/>
                    </a:lnTo>
                    <a:lnTo>
                      <a:pt x="106" y="86"/>
                    </a:lnTo>
                    <a:lnTo>
                      <a:pt x="106" y="86"/>
                    </a:lnTo>
                    <a:lnTo>
                      <a:pt x="106" y="86"/>
                    </a:lnTo>
                    <a:lnTo>
                      <a:pt x="106" y="86"/>
                    </a:lnTo>
                    <a:lnTo>
                      <a:pt x="102" y="86"/>
                    </a:lnTo>
                    <a:lnTo>
                      <a:pt x="102" y="86"/>
                    </a:lnTo>
                    <a:lnTo>
                      <a:pt x="102" y="86"/>
                    </a:lnTo>
                    <a:lnTo>
                      <a:pt x="102" y="86"/>
                    </a:lnTo>
                    <a:lnTo>
                      <a:pt x="98" y="86"/>
                    </a:lnTo>
                    <a:lnTo>
                      <a:pt x="98" y="86"/>
                    </a:lnTo>
                    <a:lnTo>
                      <a:pt x="98" y="86"/>
                    </a:lnTo>
                    <a:lnTo>
                      <a:pt x="98" y="86"/>
                    </a:lnTo>
                    <a:lnTo>
                      <a:pt x="98" y="86"/>
                    </a:lnTo>
                    <a:lnTo>
                      <a:pt x="98" y="86"/>
                    </a:lnTo>
                    <a:lnTo>
                      <a:pt x="98" y="86"/>
                    </a:lnTo>
                    <a:lnTo>
                      <a:pt x="94" y="86"/>
                    </a:lnTo>
                    <a:lnTo>
                      <a:pt x="94" y="86"/>
                    </a:lnTo>
                    <a:lnTo>
                      <a:pt x="94" y="86"/>
                    </a:lnTo>
                    <a:lnTo>
                      <a:pt x="94" y="86"/>
                    </a:lnTo>
                    <a:lnTo>
                      <a:pt x="90" y="86"/>
                    </a:lnTo>
                    <a:lnTo>
                      <a:pt x="86" y="86"/>
                    </a:lnTo>
                    <a:lnTo>
                      <a:pt x="86" y="86"/>
                    </a:lnTo>
                    <a:lnTo>
                      <a:pt x="86" y="86"/>
                    </a:lnTo>
                    <a:lnTo>
                      <a:pt x="86" y="86"/>
                    </a:lnTo>
                    <a:lnTo>
                      <a:pt x="86" y="86"/>
                    </a:lnTo>
                    <a:lnTo>
                      <a:pt x="82" y="90"/>
                    </a:lnTo>
                    <a:lnTo>
                      <a:pt x="82" y="90"/>
                    </a:lnTo>
                    <a:lnTo>
                      <a:pt x="82" y="90"/>
                    </a:lnTo>
                    <a:lnTo>
                      <a:pt x="80" y="90"/>
                    </a:lnTo>
                    <a:lnTo>
                      <a:pt x="80" y="94"/>
                    </a:lnTo>
                    <a:lnTo>
                      <a:pt x="80" y="94"/>
                    </a:lnTo>
                    <a:lnTo>
                      <a:pt x="80" y="94"/>
                    </a:lnTo>
                    <a:lnTo>
                      <a:pt x="80" y="94"/>
                    </a:lnTo>
                    <a:lnTo>
                      <a:pt x="76" y="94"/>
                    </a:lnTo>
                    <a:lnTo>
                      <a:pt x="76" y="94"/>
                    </a:lnTo>
                    <a:lnTo>
                      <a:pt x="76" y="94"/>
                    </a:lnTo>
                    <a:lnTo>
                      <a:pt x="76" y="94"/>
                    </a:lnTo>
                    <a:lnTo>
                      <a:pt x="76" y="94"/>
                    </a:lnTo>
                    <a:lnTo>
                      <a:pt x="72" y="94"/>
                    </a:lnTo>
                    <a:lnTo>
                      <a:pt x="72" y="94"/>
                    </a:lnTo>
                    <a:lnTo>
                      <a:pt x="72" y="94"/>
                    </a:lnTo>
                    <a:lnTo>
                      <a:pt x="72" y="94"/>
                    </a:lnTo>
                    <a:lnTo>
                      <a:pt x="72" y="94"/>
                    </a:lnTo>
                    <a:lnTo>
                      <a:pt x="68" y="94"/>
                    </a:lnTo>
                    <a:lnTo>
                      <a:pt x="64" y="94"/>
                    </a:lnTo>
                    <a:lnTo>
                      <a:pt x="64" y="94"/>
                    </a:lnTo>
                    <a:lnTo>
                      <a:pt x="64" y="94"/>
                    </a:lnTo>
                    <a:lnTo>
                      <a:pt x="64" y="94"/>
                    </a:lnTo>
                    <a:lnTo>
                      <a:pt x="60" y="94"/>
                    </a:lnTo>
                    <a:lnTo>
                      <a:pt x="60" y="94"/>
                    </a:lnTo>
                    <a:lnTo>
                      <a:pt x="60" y="94"/>
                    </a:lnTo>
                    <a:lnTo>
                      <a:pt x="60" y="94"/>
                    </a:lnTo>
                    <a:lnTo>
                      <a:pt x="60" y="94"/>
                    </a:lnTo>
                    <a:lnTo>
                      <a:pt x="60" y="94"/>
                    </a:lnTo>
                    <a:lnTo>
                      <a:pt x="60" y="94"/>
                    </a:lnTo>
                    <a:lnTo>
                      <a:pt x="56" y="94"/>
                    </a:lnTo>
                    <a:lnTo>
                      <a:pt x="56" y="94"/>
                    </a:lnTo>
                    <a:lnTo>
                      <a:pt x="56" y="94"/>
                    </a:lnTo>
                    <a:lnTo>
                      <a:pt x="56"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5" name="Freeform 119"/>
              <p:cNvSpPr>
                <a:spLocks/>
              </p:cNvSpPr>
              <p:nvPr/>
            </p:nvSpPr>
            <p:spPr bwMode="gray">
              <a:xfrm>
                <a:off x="5252164" y="3069151"/>
                <a:ext cx="111313" cy="149576"/>
              </a:xfrm>
              <a:custGeom>
                <a:avLst/>
                <a:gdLst>
                  <a:gd name="T0" fmla="*/ 0 w 64"/>
                  <a:gd name="T1" fmla="*/ 68 h 86"/>
                  <a:gd name="T2" fmla="*/ 0 w 64"/>
                  <a:gd name="T3" fmla="*/ 64 h 86"/>
                  <a:gd name="T4" fmla="*/ 4 w 64"/>
                  <a:gd name="T5" fmla="*/ 60 h 86"/>
                  <a:gd name="T6" fmla="*/ 8 w 64"/>
                  <a:gd name="T7" fmla="*/ 58 h 86"/>
                  <a:gd name="T8" fmla="*/ 8 w 64"/>
                  <a:gd name="T9" fmla="*/ 54 h 86"/>
                  <a:gd name="T10" fmla="*/ 12 w 64"/>
                  <a:gd name="T11" fmla="*/ 54 h 86"/>
                  <a:gd name="T12" fmla="*/ 16 w 64"/>
                  <a:gd name="T13" fmla="*/ 50 h 86"/>
                  <a:gd name="T14" fmla="*/ 12 w 64"/>
                  <a:gd name="T15" fmla="*/ 46 h 86"/>
                  <a:gd name="T16" fmla="*/ 16 w 64"/>
                  <a:gd name="T17" fmla="*/ 46 h 86"/>
                  <a:gd name="T18" fmla="*/ 12 w 64"/>
                  <a:gd name="T19" fmla="*/ 38 h 86"/>
                  <a:gd name="T20" fmla="*/ 12 w 64"/>
                  <a:gd name="T21" fmla="*/ 30 h 86"/>
                  <a:gd name="T22" fmla="*/ 12 w 64"/>
                  <a:gd name="T23" fmla="*/ 28 h 86"/>
                  <a:gd name="T24" fmla="*/ 8 w 64"/>
                  <a:gd name="T25" fmla="*/ 24 h 86"/>
                  <a:gd name="T26" fmla="*/ 12 w 64"/>
                  <a:gd name="T27" fmla="*/ 20 h 86"/>
                  <a:gd name="T28" fmla="*/ 12 w 64"/>
                  <a:gd name="T29" fmla="*/ 20 h 86"/>
                  <a:gd name="T30" fmla="*/ 12 w 64"/>
                  <a:gd name="T31" fmla="*/ 16 h 86"/>
                  <a:gd name="T32" fmla="*/ 8 w 64"/>
                  <a:gd name="T33" fmla="*/ 12 h 86"/>
                  <a:gd name="T34" fmla="*/ 8 w 64"/>
                  <a:gd name="T35" fmla="*/ 12 h 86"/>
                  <a:gd name="T36" fmla="*/ 4 w 64"/>
                  <a:gd name="T37" fmla="*/ 4 h 86"/>
                  <a:gd name="T38" fmla="*/ 12 w 64"/>
                  <a:gd name="T39" fmla="*/ 4 h 86"/>
                  <a:gd name="T40" fmla="*/ 16 w 64"/>
                  <a:gd name="T41" fmla="*/ 0 h 86"/>
                  <a:gd name="T42" fmla="*/ 24 w 64"/>
                  <a:gd name="T43" fmla="*/ 0 h 86"/>
                  <a:gd name="T44" fmla="*/ 26 w 64"/>
                  <a:gd name="T45" fmla="*/ 4 h 86"/>
                  <a:gd name="T46" fmla="*/ 34 w 64"/>
                  <a:gd name="T47" fmla="*/ 8 h 86"/>
                  <a:gd name="T48" fmla="*/ 34 w 64"/>
                  <a:gd name="T49" fmla="*/ 12 h 86"/>
                  <a:gd name="T50" fmla="*/ 42 w 64"/>
                  <a:gd name="T51" fmla="*/ 20 h 86"/>
                  <a:gd name="T52" fmla="*/ 42 w 64"/>
                  <a:gd name="T53" fmla="*/ 24 h 86"/>
                  <a:gd name="T54" fmla="*/ 46 w 64"/>
                  <a:gd name="T55" fmla="*/ 28 h 86"/>
                  <a:gd name="T56" fmla="*/ 42 w 64"/>
                  <a:gd name="T57" fmla="*/ 28 h 86"/>
                  <a:gd name="T58" fmla="*/ 46 w 64"/>
                  <a:gd name="T59" fmla="*/ 28 h 86"/>
                  <a:gd name="T60" fmla="*/ 50 w 64"/>
                  <a:gd name="T61" fmla="*/ 30 h 86"/>
                  <a:gd name="T62" fmla="*/ 52 w 64"/>
                  <a:gd name="T63" fmla="*/ 34 h 86"/>
                  <a:gd name="T64" fmla="*/ 56 w 64"/>
                  <a:gd name="T65" fmla="*/ 30 h 86"/>
                  <a:gd name="T66" fmla="*/ 60 w 64"/>
                  <a:gd name="T67" fmla="*/ 30 h 86"/>
                  <a:gd name="T68" fmla="*/ 60 w 64"/>
                  <a:gd name="T69" fmla="*/ 34 h 86"/>
                  <a:gd name="T70" fmla="*/ 56 w 64"/>
                  <a:gd name="T71" fmla="*/ 34 h 86"/>
                  <a:gd name="T72" fmla="*/ 60 w 64"/>
                  <a:gd name="T73" fmla="*/ 38 h 86"/>
                  <a:gd name="T74" fmla="*/ 60 w 64"/>
                  <a:gd name="T75" fmla="*/ 42 h 86"/>
                  <a:gd name="T76" fmla="*/ 60 w 64"/>
                  <a:gd name="T77" fmla="*/ 54 h 86"/>
                  <a:gd name="T78" fmla="*/ 64 w 64"/>
                  <a:gd name="T79" fmla="*/ 58 h 86"/>
                  <a:gd name="T80" fmla="*/ 60 w 64"/>
                  <a:gd name="T81" fmla="*/ 64 h 86"/>
                  <a:gd name="T82" fmla="*/ 56 w 64"/>
                  <a:gd name="T83" fmla="*/ 72 h 86"/>
                  <a:gd name="T84" fmla="*/ 56 w 64"/>
                  <a:gd name="T85" fmla="*/ 76 h 86"/>
                  <a:gd name="T86" fmla="*/ 52 w 64"/>
                  <a:gd name="T87" fmla="*/ 76 h 86"/>
                  <a:gd name="T88" fmla="*/ 46 w 64"/>
                  <a:gd name="T89" fmla="*/ 78 h 86"/>
                  <a:gd name="T90" fmla="*/ 42 w 64"/>
                  <a:gd name="T91" fmla="*/ 78 h 86"/>
                  <a:gd name="T92" fmla="*/ 34 w 64"/>
                  <a:gd name="T93" fmla="*/ 82 h 86"/>
                  <a:gd name="T94" fmla="*/ 30 w 64"/>
                  <a:gd name="T95" fmla="*/ 86 h 86"/>
                  <a:gd name="T96" fmla="*/ 30 w 64"/>
                  <a:gd name="T97" fmla="*/ 78 h 86"/>
                  <a:gd name="T98" fmla="*/ 26 w 64"/>
                  <a:gd name="T99" fmla="*/ 76 h 86"/>
                  <a:gd name="T100" fmla="*/ 20 w 64"/>
                  <a:gd name="T101" fmla="*/ 76 h 86"/>
                  <a:gd name="T102" fmla="*/ 20 w 64"/>
                  <a:gd name="T103" fmla="*/ 72 h 86"/>
                  <a:gd name="T104" fmla="*/ 12 w 64"/>
                  <a:gd name="T105" fmla="*/ 78 h 86"/>
                  <a:gd name="T106" fmla="*/ 12 w 64"/>
                  <a:gd name="T107" fmla="*/ 82 h 86"/>
                  <a:gd name="T108" fmla="*/ 12 w 64"/>
                  <a:gd name="T109" fmla="*/ 82 h 86"/>
                  <a:gd name="T110" fmla="*/ 8 w 64"/>
                  <a:gd name="T111" fmla="*/ 78 h 86"/>
                  <a:gd name="T112" fmla="*/ 4 w 64"/>
                  <a:gd name="T113" fmla="*/ 76 h 86"/>
                  <a:gd name="T114" fmla="*/ 4 w 64"/>
                  <a:gd name="T115" fmla="*/ 76 h 86"/>
                  <a:gd name="T116" fmla="*/ 0 w 64"/>
                  <a:gd name="T117" fmla="*/ 72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 h="86">
                    <a:moveTo>
                      <a:pt x="0" y="72"/>
                    </a:moveTo>
                    <a:lnTo>
                      <a:pt x="0" y="72"/>
                    </a:lnTo>
                    <a:lnTo>
                      <a:pt x="0" y="72"/>
                    </a:lnTo>
                    <a:lnTo>
                      <a:pt x="0" y="72"/>
                    </a:lnTo>
                    <a:lnTo>
                      <a:pt x="0" y="72"/>
                    </a:lnTo>
                    <a:lnTo>
                      <a:pt x="0" y="68"/>
                    </a:lnTo>
                    <a:lnTo>
                      <a:pt x="0" y="68"/>
                    </a:lnTo>
                    <a:lnTo>
                      <a:pt x="0" y="68"/>
                    </a:lnTo>
                    <a:lnTo>
                      <a:pt x="0" y="68"/>
                    </a:lnTo>
                    <a:lnTo>
                      <a:pt x="0" y="64"/>
                    </a:lnTo>
                    <a:lnTo>
                      <a:pt x="0" y="64"/>
                    </a:lnTo>
                    <a:lnTo>
                      <a:pt x="0" y="64"/>
                    </a:lnTo>
                    <a:lnTo>
                      <a:pt x="0" y="64"/>
                    </a:lnTo>
                    <a:lnTo>
                      <a:pt x="4" y="64"/>
                    </a:lnTo>
                    <a:lnTo>
                      <a:pt x="4" y="60"/>
                    </a:lnTo>
                    <a:lnTo>
                      <a:pt x="4" y="60"/>
                    </a:lnTo>
                    <a:lnTo>
                      <a:pt x="4" y="60"/>
                    </a:lnTo>
                    <a:lnTo>
                      <a:pt x="4" y="60"/>
                    </a:lnTo>
                    <a:lnTo>
                      <a:pt x="4" y="58"/>
                    </a:lnTo>
                    <a:lnTo>
                      <a:pt x="4" y="58"/>
                    </a:lnTo>
                    <a:lnTo>
                      <a:pt x="8" y="58"/>
                    </a:lnTo>
                    <a:lnTo>
                      <a:pt x="8" y="58"/>
                    </a:lnTo>
                    <a:lnTo>
                      <a:pt x="8" y="58"/>
                    </a:lnTo>
                    <a:lnTo>
                      <a:pt x="8" y="58"/>
                    </a:lnTo>
                    <a:lnTo>
                      <a:pt x="8" y="58"/>
                    </a:lnTo>
                    <a:lnTo>
                      <a:pt x="8" y="58"/>
                    </a:lnTo>
                    <a:lnTo>
                      <a:pt x="8" y="58"/>
                    </a:lnTo>
                    <a:lnTo>
                      <a:pt x="8" y="58"/>
                    </a:lnTo>
                    <a:lnTo>
                      <a:pt x="8" y="54"/>
                    </a:lnTo>
                    <a:lnTo>
                      <a:pt x="8" y="54"/>
                    </a:lnTo>
                    <a:lnTo>
                      <a:pt x="8" y="54"/>
                    </a:lnTo>
                    <a:lnTo>
                      <a:pt x="8" y="54"/>
                    </a:lnTo>
                    <a:lnTo>
                      <a:pt x="8" y="54"/>
                    </a:lnTo>
                    <a:lnTo>
                      <a:pt x="8" y="54"/>
                    </a:lnTo>
                    <a:lnTo>
                      <a:pt x="12" y="54"/>
                    </a:lnTo>
                    <a:lnTo>
                      <a:pt x="12" y="54"/>
                    </a:lnTo>
                    <a:lnTo>
                      <a:pt x="12" y="54"/>
                    </a:lnTo>
                    <a:lnTo>
                      <a:pt x="16" y="54"/>
                    </a:lnTo>
                    <a:lnTo>
                      <a:pt x="16" y="54"/>
                    </a:lnTo>
                    <a:lnTo>
                      <a:pt x="16" y="54"/>
                    </a:lnTo>
                    <a:lnTo>
                      <a:pt x="16" y="50"/>
                    </a:lnTo>
                    <a:lnTo>
                      <a:pt x="16" y="50"/>
                    </a:lnTo>
                    <a:lnTo>
                      <a:pt x="16" y="50"/>
                    </a:lnTo>
                    <a:lnTo>
                      <a:pt x="16" y="50"/>
                    </a:lnTo>
                    <a:lnTo>
                      <a:pt x="16" y="50"/>
                    </a:lnTo>
                    <a:lnTo>
                      <a:pt x="16" y="46"/>
                    </a:lnTo>
                    <a:lnTo>
                      <a:pt x="12" y="46"/>
                    </a:lnTo>
                    <a:lnTo>
                      <a:pt x="12" y="46"/>
                    </a:lnTo>
                    <a:lnTo>
                      <a:pt x="12" y="42"/>
                    </a:lnTo>
                    <a:lnTo>
                      <a:pt x="12" y="42"/>
                    </a:lnTo>
                    <a:lnTo>
                      <a:pt x="12" y="46"/>
                    </a:lnTo>
                    <a:lnTo>
                      <a:pt x="16" y="46"/>
                    </a:lnTo>
                    <a:lnTo>
                      <a:pt x="16" y="46"/>
                    </a:lnTo>
                    <a:lnTo>
                      <a:pt x="16" y="46"/>
                    </a:lnTo>
                    <a:lnTo>
                      <a:pt x="16" y="42"/>
                    </a:lnTo>
                    <a:lnTo>
                      <a:pt x="16" y="42"/>
                    </a:lnTo>
                    <a:lnTo>
                      <a:pt x="16" y="42"/>
                    </a:lnTo>
                    <a:lnTo>
                      <a:pt x="16" y="42"/>
                    </a:lnTo>
                    <a:lnTo>
                      <a:pt x="12" y="38"/>
                    </a:lnTo>
                    <a:lnTo>
                      <a:pt x="12" y="38"/>
                    </a:lnTo>
                    <a:lnTo>
                      <a:pt x="12" y="38"/>
                    </a:lnTo>
                    <a:lnTo>
                      <a:pt x="12" y="38"/>
                    </a:lnTo>
                    <a:lnTo>
                      <a:pt x="12" y="38"/>
                    </a:lnTo>
                    <a:lnTo>
                      <a:pt x="12" y="34"/>
                    </a:lnTo>
                    <a:lnTo>
                      <a:pt x="12" y="34"/>
                    </a:lnTo>
                    <a:lnTo>
                      <a:pt x="12" y="30"/>
                    </a:lnTo>
                    <a:lnTo>
                      <a:pt x="12" y="30"/>
                    </a:lnTo>
                    <a:lnTo>
                      <a:pt x="12" y="28"/>
                    </a:lnTo>
                    <a:lnTo>
                      <a:pt x="12" y="28"/>
                    </a:lnTo>
                    <a:lnTo>
                      <a:pt x="16" y="28"/>
                    </a:lnTo>
                    <a:lnTo>
                      <a:pt x="16" y="28"/>
                    </a:lnTo>
                    <a:lnTo>
                      <a:pt x="12" y="28"/>
                    </a:lnTo>
                    <a:lnTo>
                      <a:pt x="12" y="24"/>
                    </a:lnTo>
                    <a:lnTo>
                      <a:pt x="12" y="28"/>
                    </a:lnTo>
                    <a:lnTo>
                      <a:pt x="8" y="28"/>
                    </a:lnTo>
                    <a:lnTo>
                      <a:pt x="8" y="28"/>
                    </a:lnTo>
                    <a:lnTo>
                      <a:pt x="8" y="28"/>
                    </a:lnTo>
                    <a:lnTo>
                      <a:pt x="8" y="24"/>
                    </a:lnTo>
                    <a:lnTo>
                      <a:pt x="12" y="24"/>
                    </a:lnTo>
                    <a:lnTo>
                      <a:pt x="12" y="24"/>
                    </a:lnTo>
                    <a:lnTo>
                      <a:pt x="12" y="20"/>
                    </a:lnTo>
                    <a:lnTo>
                      <a:pt x="12" y="20"/>
                    </a:lnTo>
                    <a:lnTo>
                      <a:pt x="12" y="20"/>
                    </a:lnTo>
                    <a:lnTo>
                      <a:pt x="12" y="20"/>
                    </a:lnTo>
                    <a:lnTo>
                      <a:pt x="12" y="20"/>
                    </a:lnTo>
                    <a:lnTo>
                      <a:pt x="16" y="20"/>
                    </a:lnTo>
                    <a:lnTo>
                      <a:pt x="16" y="20"/>
                    </a:lnTo>
                    <a:lnTo>
                      <a:pt x="16" y="20"/>
                    </a:lnTo>
                    <a:lnTo>
                      <a:pt x="16" y="20"/>
                    </a:lnTo>
                    <a:lnTo>
                      <a:pt x="12" y="20"/>
                    </a:lnTo>
                    <a:lnTo>
                      <a:pt x="12" y="20"/>
                    </a:lnTo>
                    <a:lnTo>
                      <a:pt x="12" y="20"/>
                    </a:lnTo>
                    <a:lnTo>
                      <a:pt x="12" y="20"/>
                    </a:lnTo>
                    <a:lnTo>
                      <a:pt x="12" y="20"/>
                    </a:lnTo>
                    <a:lnTo>
                      <a:pt x="12" y="20"/>
                    </a:lnTo>
                    <a:lnTo>
                      <a:pt x="12" y="16"/>
                    </a:lnTo>
                    <a:lnTo>
                      <a:pt x="8" y="16"/>
                    </a:lnTo>
                    <a:lnTo>
                      <a:pt x="8" y="12"/>
                    </a:lnTo>
                    <a:lnTo>
                      <a:pt x="8" y="12"/>
                    </a:lnTo>
                    <a:lnTo>
                      <a:pt x="8" y="12"/>
                    </a:lnTo>
                    <a:lnTo>
                      <a:pt x="8" y="12"/>
                    </a:lnTo>
                    <a:lnTo>
                      <a:pt x="8" y="12"/>
                    </a:lnTo>
                    <a:lnTo>
                      <a:pt x="8" y="12"/>
                    </a:lnTo>
                    <a:lnTo>
                      <a:pt x="8" y="12"/>
                    </a:lnTo>
                    <a:lnTo>
                      <a:pt x="8" y="12"/>
                    </a:lnTo>
                    <a:lnTo>
                      <a:pt x="8" y="12"/>
                    </a:lnTo>
                    <a:lnTo>
                      <a:pt x="8" y="12"/>
                    </a:lnTo>
                    <a:lnTo>
                      <a:pt x="8" y="12"/>
                    </a:lnTo>
                    <a:lnTo>
                      <a:pt x="8" y="12"/>
                    </a:lnTo>
                    <a:lnTo>
                      <a:pt x="8" y="8"/>
                    </a:lnTo>
                    <a:lnTo>
                      <a:pt x="8" y="8"/>
                    </a:lnTo>
                    <a:lnTo>
                      <a:pt x="8" y="8"/>
                    </a:lnTo>
                    <a:lnTo>
                      <a:pt x="8" y="8"/>
                    </a:lnTo>
                    <a:lnTo>
                      <a:pt x="4" y="4"/>
                    </a:lnTo>
                    <a:lnTo>
                      <a:pt x="4" y="4"/>
                    </a:lnTo>
                    <a:lnTo>
                      <a:pt x="4" y="4"/>
                    </a:lnTo>
                    <a:lnTo>
                      <a:pt x="8" y="4"/>
                    </a:lnTo>
                    <a:lnTo>
                      <a:pt x="8" y="4"/>
                    </a:lnTo>
                    <a:lnTo>
                      <a:pt x="8" y="4"/>
                    </a:lnTo>
                    <a:lnTo>
                      <a:pt x="12" y="4"/>
                    </a:lnTo>
                    <a:lnTo>
                      <a:pt x="12" y="4"/>
                    </a:lnTo>
                    <a:lnTo>
                      <a:pt x="12" y="4"/>
                    </a:lnTo>
                    <a:lnTo>
                      <a:pt x="16" y="0"/>
                    </a:lnTo>
                    <a:lnTo>
                      <a:pt x="16" y="0"/>
                    </a:lnTo>
                    <a:lnTo>
                      <a:pt x="16" y="0"/>
                    </a:lnTo>
                    <a:lnTo>
                      <a:pt x="16" y="0"/>
                    </a:lnTo>
                    <a:lnTo>
                      <a:pt x="20" y="0"/>
                    </a:lnTo>
                    <a:lnTo>
                      <a:pt x="20" y="0"/>
                    </a:lnTo>
                    <a:lnTo>
                      <a:pt x="20" y="0"/>
                    </a:lnTo>
                    <a:lnTo>
                      <a:pt x="20" y="0"/>
                    </a:lnTo>
                    <a:lnTo>
                      <a:pt x="24" y="0"/>
                    </a:lnTo>
                    <a:lnTo>
                      <a:pt x="24" y="0"/>
                    </a:lnTo>
                    <a:lnTo>
                      <a:pt x="26" y="0"/>
                    </a:lnTo>
                    <a:lnTo>
                      <a:pt x="26" y="0"/>
                    </a:lnTo>
                    <a:lnTo>
                      <a:pt x="26" y="0"/>
                    </a:lnTo>
                    <a:lnTo>
                      <a:pt x="26" y="0"/>
                    </a:lnTo>
                    <a:lnTo>
                      <a:pt x="26" y="4"/>
                    </a:lnTo>
                    <a:lnTo>
                      <a:pt x="26" y="4"/>
                    </a:lnTo>
                    <a:lnTo>
                      <a:pt x="30" y="4"/>
                    </a:lnTo>
                    <a:lnTo>
                      <a:pt x="30" y="4"/>
                    </a:lnTo>
                    <a:lnTo>
                      <a:pt x="30" y="4"/>
                    </a:lnTo>
                    <a:lnTo>
                      <a:pt x="30" y="8"/>
                    </a:lnTo>
                    <a:lnTo>
                      <a:pt x="30" y="8"/>
                    </a:lnTo>
                    <a:lnTo>
                      <a:pt x="34" y="8"/>
                    </a:lnTo>
                    <a:lnTo>
                      <a:pt x="34" y="8"/>
                    </a:lnTo>
                    <a:lnTo>
                      <a:pt x="34" y="8"/>
                    </a:lnTo>
                    <a:lnTo>
                      <a:pt x="34" y="8"/>
                    </a:lnTo>
                    <a:lnTo>
                      <a:pt x="34" y="12"/>
                    </a:lnTo>
                    <a:lnTo>
                      <a:pt x="34" y="12"/>
                    </a:lnTo>
                    <a:lnTo>
                      <a:pt x="34" y="12"/>
                    </a:lnTo>
                    <a:lnTo>
                      <a:pt x="34" y="12"/>
                    </a:lnTo>
                    <a:lnTo>
                      <a:pt x="34" y="12"/>
                    </a:lnTo>
                    <a:lnTo>
                      <a:pt x="38" y="16"/>
                    </a:lnTo>
                    <a:lnTo>
                      <a:pt x="38" y="16"/>
                    </a:lnTo>
                    <a:lnTo>
                      <a:pt x="42" y="20"/>
                    </a:lnTo>
                    <a:lnTo>
                      <a:pt x="42" y="20"/>
                    </a:lnTo>
                    <a:lnTo>
                      <a:pt x="42" y="20"/>
                    </a:lnTo>
                    <a:lnTo>
                      <a:pt x="42" y="20"/>
                    </a:lnTo>
                    <a:lnTo>
                      <a:pt x="46" y="20"/>
                    </a:lnTo>
                    <a:lnTo>
                      <a:pt x="46" y="20"/>
                    </a:lnTo>
                    <a:lnTo>
                      <a:pt x="42" y="24"/>
                    </a:lnTo>
                    <a:lnTo>
                      <a:pt x="42" y="24"/>
                    </a:lnTo>
                    <a:lnTo>
                      <a:pt x="42" y="24"/>
                    </a:lnTo>
                    <a:lnTo>
                      <a:pt x="42" y="24"/>
                    </a:lnTo>
                    <a:lnTo>
                      <a:pt x="42" y="24"/>
                    </a:lnTo>
                    <a:lnTo>
                      <a:pt x="42" y="24"/>
                    </a:lnTo>
                    <a:lnTo>
                      <a:pt x="46" y="24"/>
                    </a:lnTo>
                    <a:lnTo>
                      <a:pt x="46" y="28"/>
                    </a:lnTo>
                    <a:lnTo>
                      <a:pt x="46" y="28"/>
                    </a:lnTo>
                    <a:lnTo>
                      <a:pt x="46" y="28"/>
                    </a:lnTo>
                    <a:lnTo>
                      <a:pt x="46" y="28"/>
                    </a:lnTo>
                    <a:lnTo>
                      <a:pt x="42" y="28"/>
                    </a:lnTo>
                    <a:lnTo>
                      <a:pt x="42" y="28"/>
                    </a:lnTo>
                    <a:lnTo>
                      <a:pt x="42" y="28"/>
                    </a:lnTo>
                    <a:lnTo>
                      <a:pt x="42" y="28"/>
                    </a:lnTo>
                    <a:lnTo>
                      <a:pt x="42" y="28"/>
                    </a:lnTo>
                    <a:lnTo>
                      <a:pt x="42" y="28"/>
                    </a:lnTo>
                    <a:lnTo>
                      <a:pt x="42" y="28"/>
                    </a:lnTo>
                    <a:lnTo>
                      <a:pt x="46" y="28"/>
                    </a:lnTo>
                    <a:lnTo>
                      <a:pt x="46" y="28"/>
                    </a:lnTo>
                    <a:lnTo>
                      <a:pt x="46" y="28"/>
                    </a:lnTo>
                    <a:lnTo>
                      <a:pt x="46" y="30"/>
                    </a:lnTo>
                    <a:lnTo>
                      <a:pt x="46" y="30"/>
                    </a:lnTo>
                    <a:lnTo>
                      <a:pt x="46" y="30"/>
                    </a:lnTo>
                    <a:lnTo>
                      <a:pt x="46" y="30"/>
                    </a:lnTo>
                    <a:lnTo>
                      <a:pt x="50" y="30"/>
                    </a:lnTo>
                    <a:lnTo>
                      <a:pt x="50" y="30"/>
                    </a:lnTo>
                    <a:lnTo>
                      <a:pt x="50" y="30"/>
                    </a:lnTo>
                    <a:lnTo>
                      <a:pt x="52" y="30"/>
                    </a:lnTo>
                    <a:lnTo>
                      <a:pt x="52" y="30"/>
                    </a:lnTo>
                    <a:lnTo>
                      <a:pt x="52" y="30"/>
                    </a:lnTo>
                    <a:lnTo>
                      <a:pt x="52" y="34"/>
                    </a:lnTo>
                    <a:lnTo>
                      <a:pt x="52" y="34"/>
                    </a:lnTo>
                    <a:lnTo>
                      <a:pt x="52" y="34"/>
                    </a:lnTo>
                    <a:lnTo>
                      <a:pt x="52" y="30"/>
                    </a:lnTo>
                    <a:lnTo>
                      <a:pt x="56" y="30"/>
                    </a:lnTo>
                    <a:lnTo>
                      <a:pt x="56" y="30"/>
                    </a:lnTo>
                    <a:lnTo>
                      <a:pt x="56" y="30"/>
                    </a:lnTo>
                    <a:lnTo>
                      <a:pt x="56" y="30"/>
                    </a:lnTo>
                    <a:lnTo>
                      <a:pt x="56" y="30"/>
                    </a:lnTo>
                    <a:lnTo>
                      <a:pt x="56" y="30"/>
                    </a:lnTo>
                    <a:lnTo>
                      <a:pt x="56" y="30"/>
                    </a:lnTo>
                    <a:lnTo>
                      <a:pt x="60" y="30"/>
                    </a:lnTo>
                    <a:lnTo>
                      <a:pt x="60" y="30"/>
                    </a:lnTo>
                    <a:lnTo>
                      <a:pt x="60" y="30"/>
                    </a:lnTo>
                    <a:lnTo>
                      <a:pt x="60" y="30"/>
                    </a:lnTo>
                    <a:lnTo>
                      <a:pt x="60" y="30"/>
                    </a:lnTo>
                    <a:lnTo>
                      <a:pt x="60" y="30"/>
                    </a:lnTo>
                    <a:lnTo>
                      <a:pt x="60" y="30"/>
                    </a:lnTo>
                    <a:lnTo>
                      <a:pt x="60" y="34"/>
                    </a:lnTo>
                    <a:lnTo>
                      <a:pt x="60" y="34"/>
                    </a:lnTo>
                    <a:lnTo>
                      <a:pt x="60" y="34"/>
                    </a:lnTo>
                    <a:lnTo>
                      <a:pt x="60" y="34"/>
                    </a:lnTo>
                    <a:lnTo>
                      <a:pt x="60" y="30"/>
                    </a:lnTo>
                    <a:lnTo>
                      <a:pt x="60" y="30"/>
                    </a:lnTo>
                    <a:lnTo>
                      <a:pt x="56" y="34"/>
                    </a:lnTo>
                    <a:lnTo>
                      <a:pt x="56" y="34"/>
                    </a:lnTo>
                    <a:lnTo>
                      <a:pt x="60" y="38"/>
                    </a:lnTo>
                    <a:lnTo>
                      <a:pt x="60" y="38"/>
                    </a:lnTo>
                    <a:lnTo>
                      <a:pt x="60" y="38"/>
                    </a:lnTo>
                    <a:lnTo>
                      <a:pt x="60" y="38"/>
                    </a:lnTo>
                    <a:lnTo>
                      <a:pt x="60" y="38"/>
                    </a:lnTo>
                    <a:lnTo>
                      <a:pt x="60" y="38"/>
                    </a:lnTo>
                    <a:lnTo>
                      <a:pt x="60" y="38"/>
                    </a:lnTo>
                    <a:lnTo>
                      <a:pt x="60" y="38"/>
                    </a:lnTo>
                    <a:lnTo>
                      <a:pt x="60" y="38"/>
                    </a:lnTo>
                    <a:lnTo>
                      <a:pt x="60" y="38"/>
                    </a:lnTo>
                    <a:lnTo>
                      <a:pt x="60" y="42"/>
                    </a:lnTo>
                    <a:lnTo>
                      <a:pt x="60" y="42"/>
                    </a:lnTo>
                    <a:lnTo>
                      <a:pt x="60" y="42"/>
                    </a:lnTo>
                    <a:lnTo>
                      <a:pt x="56" y="42"/>
                    </a:lnTo>
                    <a:lnTo>
                      <a:pt x="56" y="46"/>
                    </a:lnTo>
                    <a:lnTo>
                      <a:pt x="56" y="50"/>
                    </a:lnTo>
                    <a:lnTo>
                      <a:pt x="60" y="54"/>
                    </a:lnTo>
                    <a:lnTo>
                      <a:pt x="60" y="54"/>
                    </a:lnTo>
                    <a:lnTo>
                      <a:pt x="60" y="58"/>
                    </a:lnTo>
                    <a:lnTo>
                      <a:pt x="60" y="58"/>
                    </a:lnTo>
                    <a:lnTo>
                      <a:pt x="60" y="58"/>
                    </a:lnTo>
                    <a:lnTo>
                      <a:pt x="64" y="58"/>
                    </a:lnTo>
                    <a:lnTo>
                      <a:pt x="64" y="58"/>
                    </a:lnTo>
                    <a:lnTo>
                      <a:pt x="64" y="60"/>
                    </a:lnTo>
                    <a:lnTo>
                      <a:pt x="64" y="60"/>
                    </a:lnTo>
                    <a:lnTo>
                      <a:pt x="64" y="60"/>
                    </a:lnTo>
                    <a:lnTo>
                      <a:pt x="64" y="60"/>
                    </a:lnTo>
                    <a:lnTo>
                      <a:pt x="64" y="60"/>
                    </a:lnTo>
                    <a:lnTo>
                      <a:pt x="60" y="64"/>
                    </a:lnTo>
                    <a:lnTo>
                      <a:pt x="60" y="64"/>
                    </a:lnTo>
                    <a:lnTo>
                      <a:pt x="60" y="64"/>
                    </a:lnTo>
                    <a:lnTo>
                      <a:pt x="60" y="64"/>
                    </a:lnTo>
                    <a:lnTo>
                      <a:pt x="56" y="64"/>
                    </a:lnTo>
                    <a:lnTo>
                      <a:pt x="56" y="68"/>
                    </a:lnTo>
                    <a:lnTo>
                      <a:pt x="56" y="72"/>
                    </a:lnTo>
                    <a:lnTo>
                      <a:pt x="56" y="72"/>
                    </a:lnTo>
                    <a:lnTo>
                      <a:pt x="56" y="72"/>
                    </a:lnTo>
                    <a:lnTo>
                      <a:pt x="60" y="72"/>
                    </a:lnTo>
                    <a:lnTo>
                      <a:pt x="60" y="72"/>
                    </a:lnTo>
                    <a:lnTo>
                      <a:pt x="60" y="76"/>
                    </a:lnTo>
                    <a:lnTo>
                      <a:pt x="56" y="76"/>
                    </a:lnTo>
                    <a:lnTo>
                      <a:pt x="56" y="76"/>
                    </a:lnTo>
                    <a:lnTo>
                      <a:pt x="56" y="76"/>
                    </a:lnTo>
                    <a:lnTo>
                      <a:pt x="56" y="76"/>
                    </a:lnTo>
                    <a:lnTo>
                      <a:pt x="56" y="76"/>
                    </a:lnTo>
                    <a:lnTo>
                      <a:pt x="52" y="76"/>
                    </a:lnTo>
                    <a:lnTo>
                      <a:pt x="52" y="76"/>
                    </a:lnTo>
                    <a:lnTo>
                      <a:pt x="52" y="76"/>
                    </a:lnTo>
                    <a:lnTo>
                      <a:pt x="52" y="76"/>
                    </a:lnTo>
                    <a:lnTo>
                      <a:pt x="50" y="76"/>
                    </a:lnTo>
                    <a:lnTo>
                      <a:pt x="50" y="76"/>
                    </a:lnTo>
                    <a:lnTo>
                      <a:pt x="50" y="78"/>
                    </a:lnTo>
                    <a:lnTo>
                      <a:pt x="46" y="78"/>
                    </a:lnTo>
                    <a:lnTo>
                      <a:pt x="46" y="78"/>
                    </a:lnTo>
                    <a:lnTo>
                      <a:pt x="46" y="78"/>
                    </a:lnTo>
                    <a:lnTo>
                      <a:pt x="46" y="78"/>
                    </a:lnTo>
                    <a:lnTo>
                      <a:pt x="42" y="78"/>
                    </a:lnTo>
                    <a:lnTo>
                      <a:pt x="42" y="78"/>
                    </a:lnTo>
                    <a:lnTo>
                      <a:pt x="42" y="78"/>
                    </a:lnTo>
                    <a:lnTo>
                      <a:pt x="42" y="78"/>
                    </a:lnTo>
                    <a:lnTo>
                      <a:pt x="38" y="78"/>
                    </a:lnTo>
                    <a:lnTo>
                      <a:pt x="38" y="78"/>
                    </a:lnTo>
                    <a:lnTo>
                      <a:pt x="34" y="78"/>
                    </a:lnTo>
                    <a:lnTo>
                      <a:pt x="34" y="82"/>
                    </a:lnTo>
                    <a:lnTo>
                      <a:pt x="34" y="82"/>
                    </a:lnTo>
                    <a:lnTo>
                      <a:pt x="34" y="82"/>
                    </a:lnTo>
                    <a:lnTo>
                      <a:pt x="34" y="82"/>
                    </a:lnTo>
                    <a:lnTo>
                      <a:pt x="34" y="86"/>
                    </a:lnTo>
                    <a:lnTo>
                      <a:pt x="34" y="86"/>
                    </a:lnTo>
                    <a:lnTo>
                      <a:pt x="30" y="86"/>
                    </a:lnTo>
                    <a:lnTo>
                      <a:pt x="30" y="86"/>
                    </a:lnTo>
                    <a:lnTo>
                      <a:pt x="30" y="82"/>
                    </a:lnTo>
                    <a:lnTo>
                      <a:pt x="30" y="82"/>
                    </a:lnTo>
                    <a:lnTo>
                      <a:pt x="30" y="82"/>
                    </a:lnTo>
                    <a:lnTo>
                      <a:pt x="30" y="82"/>
                    </a:lnTo>
                    <a:lnTo>
                      <a:pt x="30" y="78"/>
                    </a:lnTo>
                    <a:lnTo>
                      <a:pt x="30" y="78"/>
                    </a:lnTo>
                    <a:lnTo>
                      <a:pt x="30" y="78"/>
                    </a:lnTo>
                    <a:lnTo>
                      <a:pt x="26" y="76"/>
                    </a:lnTo>
                    <a:lnTo>
                      <a:pt x="26" y="76"/>
                    </a:lnTo>
                    <a:lnTo>
                      <a:pt x="26" y="76"/>
                    </a:lnTo>
                    <a:lnTo>
                      <a:pt x="26" y="76"/>
                    </a:lnTo>
                    <a:lnTo>
                      <a:pt x="26" y="76"/>
                    </a:lnTo>
                    <a:lnTo>
                      <a:pt x="26" y="72"/>
                    </a:lnTo>
                    <a:lnTo>
                      <a:pt x="24" y="72"/>
                    </a:lnTo>
                    <a:lnTo>
                      <a:pt x="24" y="72"/>
                    </a:lnTo>
                    <a:lnTo>
                      <a:pt x="24" y="72"/>
                    </a:lnTo>
                    <a:lnTo>
                      <a:pt x="24" y="72"/>
                    </a:lnTo>
                    <a:lnTo>
                      <a:pt x="20" y="76"/>
                    </a:lnTo>
                    <a:lnTo>
                      <a:pt x="20" y="72"/>
                    </a:lnTo>
                    <a:lnTo>
                      <a:pt x="20" y="72"/>
                    </a:lnTo>
                    <a:lnTo>
                      <a:pt x="20" y="72"/>
                    </a:lnTo>
                    <a:lnTo>
                      <a:pt x="20" y="72"/>
                    </a:lnTo>
                    <a:lnTo>
                      <a:pt x="20" y="72"/>
                    </a:lnTo>
                    <a:lnTo>
                      <a:pt x="20" y="72"/>
                    </a:lnTo>
                    <a:lnTo>
                      <a:pt x="20" y="72"/>
                    </a:lnTo>
                    <a:lnTo>
                      <a:pt x="20" y="72"/>
                    </a:lnTo>
                    <a:lnTo>
                      <a:pt x="16" y="72"/>
                    </a:lnTo>
                    <a:lnTo>
                      <a:pt x="16" y="72"/>
                    </a:lnTo>
                    <a:lnTo>
                      <a:pt x="16" y="76"/>
                    </a:lnTo>
                    <a:lnTo>
                      <a:pt x="12" y="78"/>
                    </a:lnTo>
                    <a:lnTo>
                      <a:pt x="12" y="78"/>
                    </a:lnTo>
                    <a:lnTo>
                      <a:pt x="16" y="78"/>
                    </a:lnTo>
                    <a:lnTo>
                      <a:pt x="16" y="78"/>
                    </a:lnTo>
                    <a:lnTo>
                      <a:pt x="16" y="82"/>
                    </a:lnTo>
                    <a:lnTo>
                      <a:pt x="12" y="82"/>
                    </a:lnTo>
                    <a:lnTo>
                      <a:pt x="12" y="82"/>
                    </a:lnTo>
                    <a:lnTo>
                      <a:pt x="16" y="86"/>
                    </a:lnTo>
                    <a:lnTo>
                      <a:pt x="12" y="86"/>
                    </a:lnTo>
                    <a:lnTo>
                      <a:pt x="12" y="86"/>
                    </a:lnTo>
                    <a:lnTo>
                      <a:pt x="12" y="82"/>
                    </a:lnTo>
                    <a:lnTo>
                      <a:pt x="12" y="82"/>
                    </a:lnTo>
                    <a:lnTo>
                      <a:pt x="12" y="82"/>
                    </a:lnTo>
                    <a:lnTo>
                      <a:pt x="12" y="82"/>
                    </a:lnTo>
                    <a:lnTo>
                      <a:pt x="12" y="82"/>
                    </a:lnTo>
                    <a:lnTo>
                      <a:pt x="12" y="82"/>
                    </a:lnTo>
                    <a:lnTo>
                      <a:pt x="8" y="78"/>
                    </a:lnTo>
                    <a:lnTo>
                      <a:pt x="8" y="78"/>
                    </a:lnTo>
                    <a:lnTo>
                      <a:pt x="8" y="78"/>
                    </a:lnTo>
                    <a:lnTo>
                      <a:pt x="8" y="78"/>
                    </a:lnTo>
                    <a:lnTo>
                      <a:pt x="8" y="78"/>
                    </a:lnTo>
                    <a:lnTo>
                      <a:pt x="8" y="76"/>
                    </a:lnTo>
                    <a:lnTo>
                      <a:pt x="4" y="78"/>
                    </a:lnTo>
                    <a:lnTo>
                      <a:pt x="4" y="76"/>
                    </a:lnTo>
                    <a:lnTo>
                      <a:pt x="4" y="76"/>
                    </a:lnTo>
                    <a:lnTo>
                      <a:pt x="4" y="76"/>
                    </a:lnTo>
                    <a:lnTo>
                      <a:pt x="0" y="76"/>
                    </a:lnTo>
                    <a:lnTo>
                      <a:pt x="4" y="76"/>
                    </a:lnTo>
                    <a:lnTo>
                      <a:pt x="4" y="76"/>
                    </a:lnTo>
                    <a:lnTo>
                      <a:pt x="4" y="76"/>
                    </a:lnTo>
                    <a:lnTo>
                      <a:pt x="4" y="76"/>
                    </a:lnTo>
                    <a:lnTo>
                      <a:pt x="4" y="76"/>
                    </a:lnTo>
                    <a:lnTo>
                      <a:pt x="0" y="76"/>
                    </a:lnTo>
                    <a:lnTo>
                      <a:pt x="0" y="76"/>
                    </a:lnTo>
                    <a:lnTo>
                      <a:pt x="0" y="76"/>
                    </a:lnTo>
                    <a:lnTo>
                      <a:pt x="0" y="76"/>
                    </a:lnTo>
                    <a:lnTo>
                      <a:pt x="0" y="72"/>
                    </a:lnTo>
                    <a:lnTo>
                      <a:pt x="0" y="72"/>
                    </a:lnTo>
                    <a:lnTo>
                      <a:pt x="0" y="72"/>
                    </a:lnTo>
                    <a:lnTo>
                      <a:pt x="0" y="72"/>
                    </a:lnTo>
                    <a:lnTo>
                      <a:pt x="0"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6" name="Freeform 120"/>
              <p:cNvSpPr>
                <a:spLocks/>
              </p:cNvSpPr>
              <p:nvPr/>
            </p:nvSpPr>
            <p:spPr bwMode="gray">
              <a:xfrm>
                <a:off x="5213899" y="2947404"/>
                <a:ext cx="142620" cy="66092"/>
              </a:xfrm>
              <a:custGeom>
                <a:avLst/>
                <a:gdLst>
                  <a:gd name="T0" fmla="*/ 30 w 82"/>
                  <a:gd name="T1" fmla="*/ 30 h 38"/>
                  <a:gd name="T2" fmla="*/ 26 w 82"/>
                  <a:gd name="T3" fmla="*/ 34 h 38"/>
                  <a:gd name="T4" fmla="*/ 30 w 82"/>
                  <a:gd name="T5" fmla="*/ 38 h 38"/>
                  <a:gd name="T6" fmla="*/ 26 w 82"/>
                  <a:gd name="T7" fmla="*/ 38 h 38"/>
                  <a:gd name="T8" fmla="*/ 22 w 82"/>
                  <a:gd name="T9" fmla="*/ 38 h 38"/>
                  <a:gd name="T10" fmla="*/ 22 w 82"/>
                  <a:gd name="T11" fmla="*/ 38 h 38"/>
                  <a:gd name="T12" fmla="*/ 20 w 82"/>
                  <a:gd name="T13" fmla="*/ 38 h 38"/>
                  <a:gd name="T14" fmla="*/ 16 w 82"/>
                  <a:gd name="T15" fmla="*/ 38 h 38"/>
                  <a:gd name="T16" fmla="*/ 8 w 82"/>
                  <a:gd name="T17" fmla="*/ 34 h 38"/>
                  <a:gd name="T18" fmla="*/ 8 w 82"/>
                  <a:gd name="T19" fmla="*/ 34 h 38"/>
                  <a:gd name="T20" fmla="*/ 4 w 82"/>
                  <a:gd name="T21" fmla="*/ 34 h 38"/>
                  <a:gd name="T22" fmla="*/ 4 w 82"/>
                  <a:gd name="T23" fmla="*/ 30 h 38"/>
                  <a:gd name="T24" fmla="*/ 0 w 82"/>
                  <a:gd name="T25" fmla="*/ 26 h 38"/>
                  <a:gd name="T26" fmla="*/ 0 w 82"/>
                  <a:gd name="T27" fmla="*/ 22 h 38"/>
                  <a:gd name="T28" fmla="*/ 0 w 82"/>
                  <a:gd name="T29" fmla="*/ 18 h 38"/>
                  <a:gd name="T30" fmla="*/ 4 w 82"/>
                  <a:gd name="T31" fmla="*/ 14 h 38"/>
                  <a:gd name="T32" fmla="*/ 8 w 82"/>
                  <a:gd name="T33" fmla="*/ 14 h 38"/>
                  <a:gd name="T34" fmla="*/ 12 w 82"/>
                  <a:gd name="T35" fmla="*/ 14 h 38"/>
                  <a:gd name="T36" fmla="*/ 16 w 82"/>
                  <a:gd name="T37" fmla="*/ 12 h 38"/>
                  <a:gd name="T38" fmla="*/ 20 w 82"/>
                  <a:gd name="T39" fmla="*/ 8 h 38"/>
                  <a:gd name="T40" fmla="*/ 20 w 82"/>
                  <a:gd name="T41" fmla="*/ 8 h 38"/>
                  <a:gd name="T42" fmla="*/ 22 w 82"/>
                  <a:gd name="T43" fmla="*/ 4 h 38"/>
                  <a:gd name="T44" fmla="*/ 30 w 82"/>
                  <a:gd name="T45" fmla="*/ 0 h 38"/>
                  <a:gd name="T46" fmla="*/ 30 w 82"/>
                  <a:gd name="T47" fmla="*/ 4 h 38"/>
                  <a:gd name="T48" fmla="*/ 34 w 82"/>
                  <a:gd name="T49" fmla="*/ 0 h 38"/>
                  <a:gd name="T50" fmla="*/ 38 w 82"/>
                  <a:gd name="T51" fmla="*/ 0 h 38"/>
                  <a:gd name="T52" fmla="*/ 42 w 82"/>
                  <a:gd name="T53" fmla="*/ 4 h 38"/>
                  <a:gd name="T54" fmla="*/ 42 w 82"/>
                  <a:gd name="T55" fmla="*/ 8 h 38"/>
                  <a:gd name="T56" fmla="*/ 42 w 82"/>
                  <a:gd name="T57" fmla="*/ 8 h 38"/>
                  <a:gd name="T58" fmla="*/ 46 w 82"/>
                  <a:gd name="T59" fmla="*/ 8 h 38"/>
                  <a:gd name="T60" fmla="*/ 46 w 82"/>
                  <a:gd name="T61" fmla="*/ 8 h 38"/>
                  <a:gd name="T62" fmla="*/ 48 w 82"/>
                  <a:gd name="T63" fmla="*/ 4 h 38"/>
                  <a:gd name="T64" fmla="*/ 56 w 82"/>
                  <a:gd name="T65" fmla="*/ 4 h 38"/>
                  <a:gd name="T66" fmla="*/ 60 w 82"/>
                  <a:gd name="T67" fmla="*/ 8 h 38"/>
                  <a:gd name="T68" fmla="*/ 64 w 82"/>
                  <a:gd name="T69" fmla="*/ 4 h 38"/>
                  <a:gd name="T70" fmla="*/ 68 w 82"/>
                  <a:gd name="T71" fmla="*/ 4 h 38"/>
                  <a:gd name="T72" fmla="*/ 72 w 82"/>
                  <a:gd name="T73" fmla="*/ 4 h 38"/>
                  <a:gd name="T74" fmla="*/ 74 w 82"/>
                  <a:gd name="T75" fmla="*/ 8 h 38"/>
                  <a:gd name="T76" fmla="*/ 82 w 82"/>
                  <a:gd name="T77" fmla="*/ 12 h 38"/>
                  <a:gd name="T78" fmla="*/ 78 w 82"/>
                  <a:gd name="T79" fmla="*/ 14 h 38"/>
                  <a:gd name="T80" fmla="*/ 74 w 82"/>
                  <a:gd name="T81" fmla="*/ 22 h 38"/>
                  <a:gd name="T82" fmla="*/ 74 w 82"/>
                  <a:gd name="T83" fmla="*/ 26 h 38"/>
                  <a:gd name="T84" fmla="*/ 72 w 82"/>
                  <a:gd name="T85" fmla="*/ 26 h 38"/>
                  <a:gd name="T86" fmla="*/ 68 w 82"/>
                  <a:gd name="T87" fmla="*/ 26 h 38"/>
                  <a:gd name="T88" fmla="*/ 64 w 82"/>
                  <a:gd name="T89" fmla="*/ 22 h 38"/>
                  <a:gd name="T90" fmla="*/ 60 w 82"/>
                  <a:gd name="T91" fmla="*/ 22 h 38"/>
                  <a:gd name="T92" fmla="*/ 56 w 82"/>
                  <a:gd name="T93" fmla="*/ 22 h 38"/>
                  <a:gd name="T94" fmla="*/ 52 w 82"/>
                  <a:gd name="T95" fmla="*/ 22 h 38"/>
                  <a:gd name="T96" fmla="*/ 48 w 82"/>
                  <a:gd name="T97" fmla="*/ 26 h 38"/>
                  <a:gd name="T98" fmla="*/ 48 w 82"/>
                  <a:gd name="T99" fmla="*/ 26 h 38"/>
                  <a:gd name="T100" fmla="*/ 46 w 82"/>
                  <a:gd name="T101" fmla="*/ 30 h 38"/>
                  <a:gd name="T102" fmla="*/ 46 w 82"/>
                  <a:gd name="T103" fmla="*/ 30 h 38"/>
                  <a:gd name="T104" fmla="*/ 42 w 82"/>
                  <a:gd name="T105" fmla="*/ 30 h 38"/>
                  <a:gd name="T106" fmla="*/ 38 w 82"/>
                  <a:gd name="T107" fmla="*/ 30 h 38"/>
                  <a:gd name="T108" fmla="*/ 30 w 82"/>
                  <a:gd name="T109" fmla="*/ 30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2" h="38">
                    <a:moveTo>
                      <a:pt x="30" y="30"/>
                    </a:moveTo>
                    <a:lnTo>
                      <a:pt x="30" y="30"/>
                    </a:lnTo>
                    <a:lnTo>
                      <a:pt x="30" y="30"/>
                    </a:lnTo>
                    <a:lnTo>
                      <a:pt x="30" y="30"/>
                    </a:lnTo>
                    <a:lnTo>
                      <a:pt x="30" y="34"/>
                    </a:lnTo>
                    <a:lnTo>
                      <a:pt x="26" y="34"/>
                    </a:lnTo>
                    <a:lnTo>
                      <a:pt x="26" y="34"/>
                    </a:lnTo>
                    <a:lnTo>
                      <a:pt x="26" y="34"/>
                    </a:lnTo>
                    <a:lnTo>
                      <a:pt x="26" y="34"/>
                    </a:lnTo>
                    <a:lnTo>
                      <a:pt x="26" y="38"/>
                    </a:lnTo>
                    <a:lnTo>
                      <a:pt x="30" y="38"/>
                    </a:lnTo>
                    <a:lnTo>
                      <a:pt x="30" y="38"/>
                    </a:lnTo>
                    <a:lnTo>
                      <a:pt x="26" y="38"/>
                    </a:lnTo>
                    <a:lnTo>
                      <a:pt x="26" y="38"/>
                    </a:lnTo>
                    <a:lnTo>
                      <a:pt x="26" y="38"/>
                    </a:lnTo>
                    <a:lnTo>
                      <a:pt x="26" y="38"/>
                    </a:lnTo>
                    <a:lnTo>
                      <a:pt x="26" y="38"/>
                    </a:lnTo>
                    <a:lnTo>
                      <a:pt x="26" y="38"/>
                    </a:lnTo>
                    <a:lnTo>
                      <a:pt x="26" y="38"/>
                    </a:lnTo>
                    <a:lnTo>
                      <a:pt x="22" y="38"/>
                    </a:lnTo>
                    <a:lnTo>
                      <a:pt x="22" y="38"/>
                    </a:lnTo>
                    <a:lnTo>
                      <a:pt x="22" y="38"/>
                    </a:lnTo>
                    <a:lnTo>
                      <a:pt x="22" y="38"/>
                    </a:lnTo>
                    <a:lnTo>
                      <a:pt x="22" y="38"/>
                    </a:lnTo>
                    <a:lnTo>
                      <a:pt x="20" y="38"/>
                    </a:lnTo>
                    <a:lnTo>
                      <a:pt x="20" y="38"/>
                    </a:lnTo>
                    <a:lnTo>
                      <a:pt x="20" y="38"/>
                    </a:lnTo>
                    <a:lnTo>
                      <a:pt x="20" y="38"/>
                    </a:lnTo>
                    <a:lnTo>
                      <a:pt x="16" y="38"/>
                    </a:lnTo>
                    <a:lnTo>
                      <a:pt x="16" y="38"/>
                    </a:lnTo>
                    <a:lnTo>
                      <a:pt x="16" y="38"/>
                    </a:lnTo>
                    <a:lnTo>
                      <a:pt x="16" y="38"/>
                    </a:lnTo>
                    <a:lnTo>
                      <a:pt x="12" y="38"/>
                    </a:lnTo>
                    <a:lnTo>
                      <a:pt x="8" y="34"/>
                    </a:lnTo>
                    <a:lnTo>
                      <a:pt x="8" y="34"/>
                    </a:lnTo>
                    <a:lnTo>
                      <a:pt x="8" y="34"/>
                    </a:lnTo>
                    <a:lnTo>
                      <a:pt x="8" y="34"/>
                    </a:lnTo>
                    <a:lnTo>
                      <a:pt x="8" y="34"/>
                    </a:lnTo>
                    <a:lnTo>
                      <a:pt x="8" y="34"/>
                    </a:lnTo>
                    <a:lnTo>
                      <a:pt x="8" y="34"/>
                    </a:lnTo>
                    <a:lnTo>
                      <a:pt x="4" y="34"/>
                    </a:lnTo>
                    <a:lnTo>
                      <a:pt x="4" y="34"/>
                    </a:lnTo>
                    <a:lnTo>
                      <a:pt x="4" y="34"/>
                    </a:lnTo>
                    <a:lnTo>
                      <a:pt x="4" y="34"/>
                    </a:lnTo>
                    <a:lnTo>
                      <a:pt x="4" y="34"/>
                    </a:lnTo>
                    <a:lnTo>
                      <a:pt x="4" y="30"/>
                    </a:lnTo>
                    <a:lnTo>
                      <a:pt x="4" y="30"/>
                    </a:lnTo>
                    <a:lnTo>
                      <a:pt x="4" y="30"/>
                    </a:lnTo>
                    <a:lnTo>
                      <a:pt x="4" y="30"/>
                    </a:lnTo>
                    <a:lnTo>
                      <a:pt x="0" y="30"/>
                    </a:lnTo>
                    <a:lnTo>
                      <a:pt x="0" y="26"/>
                    </a:lnTo>
                    <a:lnTo>
                      <a:pt x="0" y="26"/>
                    </a:lnTo>
                    <a:lnTo>
                      <a:pt x="0" y="26"/>
                    </a:lnTo>
                    <a:lnTo>
                      <a:pt x="0" y="26"/>
                    </a:lnTo>
                    <a:lnTo>
                      <a:pt x="0" y="22"/>
                    </a:lnTo>
                    <a:lnTo>
                      <a:pt x="0" y="22"/>
                    </a:lnTo>
                    <a:lnTo>
                      <a:pt x="0" y="22"/>
                    </a:lnTo>
                    <a:lnTo>
                      <a:pt x="0" y="22"/>
                    </a:lnTo>
                    <a:lnTo>
                      <a:pt x="0" y="22"/>
                    </a:lnTo>
                    <a:lnTo>
                      <a:pt x="0" y="18"/>
                    </a:lnTo>
                    <a:lnTo>
                      <a:pt x="0" y="18"/>
                    </a:lnTo>
                    <a:lnTo>
                      <a:pt x="4" y="18"/>
                    </a:lnTo>
                    <a:lnTo>
                      <a:pt x="4" y="18"/>
                    </a:lnTo>
                    <a:lnTo>
                      <a:pt x="4" y="14"/>
                    </a:lnTo>
                    <a:lnTo>
                      <a:pt x="4" y="14"/>
                    </a:lnTo>
                    <a:lnTo>
                      <a:pt x="4" y="14"/>
                    </a:lnTo>
                    <a:lnTo>
                      <a:pt x="8" y="14"/>
                    </a:lnTo>
                    <a:lnTo>
                      <a:pt x="8" y="14"/>
                    </a:lnTo>
                    <a:lnTo>
                      <a:pt x="8" y="14"/>
                    </a:lnTo>
                    <a:lnTo>
                      <a:pt x="8" y="14"/>
                    </a:lnTo>
                    <a:lnTo>
                      <a:pt x="12" y="14"/>
                    </a:lnTo>
                    <a:lnTo>
                      <a:pt x="12" y="14"/>
                    </a:lnTo>
                    <a:lnTo>
                      <a:pt x="12" y="14"/>
                    </a:lnTo>
                    <a:lnTo>
                      <a:pt x="12" y="14"/>
                    </a:lnTo>
                    <a:lnTo>
                      <a:pt x="16" y="14"/>
                    </a:lnTo>
                    <a:lnTo>
                      <a:pt x="16" y="12"/>
                    </a:lnTo>
                    <a:lnTo>
                      <a:pt x="20" y="12"/>
                    </a:lnTo>
                    <a:lnTo>
                      <a:pt x="20" y="12"/>
                    </a:lnTo>
                    <a:lnTo>
                      <a:pt x="20" y="12"/>
                    </a:lnTo>
                    <a:lnTo>
                      <a:pt x="20" y="8"/>
                    </a:lnTo>
                    <a:lnTo>
                      <a:pt x="20" y="8"/>
                    </a:lnTo>
                    <a:lnTo>
                      <a:pt x="20" y="8"/>
                    </a:lnTo>
                    <a:lnTo>
                      <a:pt x="20" y="8"/>
                    </a:lnTo>
                    <a:lnTo>
                      <a:pt x="20" y="8"/>
                    </a:lnTo>
                    <a:lnTo>
                      <a:pt x="20" y="8"/>
                    </a:lnTo>
                    <a:lnTo>
                      <a:pt x="20" y="8"/>
                    </a:lnTo>
                    <a:lnTo>
                      <a:pt x="22" y="4"/>
                    </a:lnTo>
                    <a:lnTo>
                      <a:pt x="22" y="4"/>
                    </a:lnTo>
                    <a:lnTo>
                      <a:pt x="22" y="4"/>
                    </a:lnTo>
                    <a:lnTo>
                      <a:pt x="26" y="0"/>
                    </a:lnTo>
                    <a:lnTo>
                      <a:pt x="26" y="0"/>
                    </a:lnTo>
                    <a:lnTo>
                      <a:pt x="30" y="0"/>
                    </a:lnTo>
                    <a:lnTo>
                      <a:pt x="30" y="4"/>
                    </a:lnTo>
                    <a:lnTo>
                      <a:pt x="30" y="4"/>
                    </a:lnTo>
                    <a:lnTo>
                      <a:pt x="30" y="4"/>
                    </a:lnTo>
                    <a:lnTo>
                      <a:pt x="30" y="4"/>
                    </a:lnTo>
                    <a:lnTo>
                      <a:pt x="34" y="4"/>
                    </a:lnTo>
                    <a:lnTo>
                      <a:pt x="34" y="4"/>
                    </a:lnTo>
                    <a:lnTo>
                      <a:pt x="34" y="4"/>
                    </a:lnTo>
                    <a:lnTo>
                      <a:pt x="34" y="0"/>
                    </a:lnTo>
                    <a:lnTo>
                      <a:pt x="34" y="0"/>
                    </a:lnTo>
                    <a:lnTo>
                      <a:pt x="38" y="0"/>
                    </a:lnTo>
                    <a:lnTo>
                      <a:pt x="38" y="0"/>
                    </a:lnTo>
                    <a:lnTo>
                      <a:pt x="38" y="0"/>
                    </a:lnTo>
                    <a:lnTo>
                      <a:pt x="38" y="0"/>
                    </a:lnTo>
                    <a:lnTo>
                      <a:pt x="38" y="4"/>
                    </a:lnTo>
                    <a:lnTo>
                      <a:pt x="42" y="4"/>
                    </a:lnTo>
                    <a:lnTo>
                      <a:pt x="42" y="4"/>
                    </a:lnTo>
                    <a:lnTo>
                      <a:pt x="42" y="4"/>
                    </a:lnTo>
                    <a:lnTo>
                      <a:pt x="42" y="4"/>
                    </a:lnTo>
                    <a:lnTo>
                      <a:pt x="42" y="8"/>
                    </a:lnTo>
                    <a:lnTo>
                      <a:pt x="42" y="8"/>
                    </a:lnTo>
                    <a:lnTo>
                      <a:pt x="42" y="8"/>
                    </a:lnTo>
                    <a:lnTo>
                      <a:pt x="42" y="8"/>
                    </a:lnTo>
                    <a:lnTo>
                      <a:pt x="42" y="8"/>
                    </a:lnTo>
                    <a:lnTo>
                      <a:pt x="42" y="8"/>
                    </a:lnTo>
                    <a:lnTo>
                      <a:pt x="42" y="8"/>
                    </a:lnTo>
                    <a:lnTo>
                      <a:pt x="46" y="8"/>
                    </a:lnTo>
                    <a:lnTo>
                      <a:pt x="46" y="8"/>
                    </a:lnTo>
                    <a:lnTo>
                      <a:pt x="46" y="8"/>
                    </a:lnTo>
                    <a:lnTo>
                      <a:pt x="46" y="8"/>
                    </a:lnTo>
                    <a:lnTo>
                      <a:pt x="46" y="8"/>
                    </a:lnTo>
                    <a:lnTo>
                      <a:pt x="46" y="8"/>
                    </a:lnTo>
                    <a:lnTo>
                      <a:pt x="46" y="8"/>
                    </a:lnTo>
                    <a:lnTo>
                      <a:pt x="46" y="8"/>
                    </a:lnTo>
                    <a:lnTo>
                      <a:pt x="46" y="8"/>
                    </a:lnTo>
                    <a:lnTo>
                      <a:pt x="46" y="8"/>
                    </a:lnTo>
                    <a:lnTo>
                      <a:pt x="48" y="4"/>
                    </a:lnTo>
                    <a:lnTo>
                      <a:pt x="48" y="4"/>
                    </a:lnTo>
                    <a:lnTo>
                      <a:pt x="48" y="4"/>
                    </a:lnTo>
                    <a:lnTo>
                      <a:pt x="52" y="4"/>
                    </a:lnTo>
                    <a:lnTo>
                      <a:pt x="56" y="4"/>
                    </a:lnTo>
                    <a:lnTo>
                      <a:pt x="56" y="4"/>
                    </a:lnTo>
                    <a:lnTo>
                      <a:pt x="56" y="8"/>
                    </a:lnTo>
                    <a:lnTo>
                      <a:pt x="60" y="8"/>
                    </a:lnTo>
                    <a:lnTo>
                      <a:pt x="60" y="8"/>
                    </a:lnTo>
                    <a:lnTo>
                      <a:pt x="60" y="4"/>
                    </a:lnTo>
                    <a:lnTo>
                      <a:pt x="60" y="4"/>
                    </a:lnTo>
                    <a:lnTo>
                      <a:pt x="60" y="4"/>
                    </a:lnTo>
                    <a:lnTo>
                      <a:pt x="64" y="4"/>
                    </a:lnTo>
                    <a:lnTo>
                      <a:pt x="64" y="4"/>
                    </a:lnTo>
                    <a:lnTo>
                      <a:pt x="64" y="4"/>
                    </a:lnTo>
                    <a:lnTo>
                      <a:pt x="64" y="4"/>
                    </a:lnTo>
                    <a:lnTo>
                      <a:pt x="68" y="4"/>
                    </a:lnTo>
                    <a:lnTo>
                      <a:pt x="68" y="4"/>
                    </a:lnTo>
                    <a:lnTo>
                      <a:pt x="68" y="4"/>
                    </a:lnTo>
                    <a:lnTo>
                      <a:pt x="72" y="4"/>
                    </a:lnTo>
                    <a:lnTo>
                      <a:pt x="72" y="4"/>
                    </a:lnTo>
                    <a:lnTo>
                      <a:pt x="74" y="8"/>
                    </a:lnTo>
                    <a:lnTo>
                      <a:pt x="74" y="8"/>
                    </a:lnTo>
                    <a:lnTo>
                      <a:pt x="74" y="8"/>
                    </a:lnTo>
                    <a:lnTo>
                      <a:pt x="74" y="8"/>
                    </a:lnTo>
                    <a:lnTo>
                      <a:pt x="78" y="12"/>
                    </a:lnTo>
                    <a:lnTo>
                      <a:pt x="78" y="12"/>
                    </a:lnTo>
                    <a:lnTo>
                      <a:pt x="82" y="12"/>
                    </a:lnTo>
                    <a:lnTo>
                      <a:pt x="82" y="12"/>
                    </a:lnTo>
                    <a:lnTo>
                      <a:pt x="82" y="12"/>
                    </a:lnTo>
                    <a:lnTo>
                      <a:pt x="82" y="12"/>
                    </a:lnTo>
                    <a:lnTo>
                      <a:pt x="78" y="14"/>
                    </a:lnTo>
                    <a:lnTo>
                      <a:pt x="78" y="14"/>
                    </a:lnTo>
                    <a:lnTo>
                      <a:pt x="78" y="14"/>
                    </a:lnTo>
                    <a:lnTo>
                      <a:pt x="78" y="18"/>
                    </a:lnTo>
                    <a:lnTo>
                      <a:pt x="74" y="18"/>
                    </a:lnTo>
                    <a:lnTo>
                      <a:pt x="74" y="22"/>
                    </a:lnTo>
                    <a:lnTo>
                      <a:pt x="74" y="22"/>
                    </a:lnTo>
                    <a:lnTo>
                      <a:pt x="74" y="26"/>
                    </a:lnTo>
                    <a:lnTo>
                      <a:pt x="74" y="26"/>
                    </a:lnTo>
                    <a:lnTo>
                      <a:pt x="74" y="26"/>
                    </a:lnTo>
                    <a:lnTo>
                      <a:pt x="74" y="26"/>
                    </a:lnTo>
                    <a:lnTo>
                      <a:pt x="74" y="26"/>
                    </a:lnTo>
                    <a:lnTo>
                      <a:pt x="72" y="26"/>
                    </a:lnTo>
                    <a:lnTo>
                      <a:pt x="72" y="26"/>
                    </a:lnTo>
                    <a:lnTo>
                      <a:pt x="72" y="26"/>
                    </a:lnTo>
                    <a:lnTo>
                      <a:pt x="72" y="26"/>
                    </a:lnTo>
                    <a:lnTo>
                      <a:pt x="72" y="26"/>
                    </a:lnTo>
                    <a:lnTo>
                      <a:pt x="68" y="26"/>
                    </a:lnTo>
                    <a:lnTo>
                      <a:pt x="68" y="22"/>
                    </a:lnTo>
                    <a:lnTo>
                      <a:pt x="68" y="22"/>
                    </a:lnTo>
                    <a:lnTo>
                      <a:pt x="68" y="22"/>
                    </a:lnTo>
                    <a:lnTo>
                      <a:pt x="64" y="22"/>
                    </a:lnTo>
                    <a:lnTo>
                      <a:pt x="64" y="22"/>
                    </a:lnTo>
                    <a:lnTo>
                      <a:pt x="64" y="22"/>
                    </a:lnTo>
                    <a:lnTo>
                      <a:pt x="60" y="22"/>
                    </a:lnTo>
                    <a:lnTo>
                      <a:pt x="60" y="22"/>
                    </a:lnTo>
                    <a:lnTo>
                      <a:pt x="56" y="22"/>
                    </a:lnTo>
                    <a:lnTo>
                      <a:pt x="56" y="22"/>
                    </a:lnTo>
                    <a:lnTo>
                      <a:pt x="56" y="22"/>
                    </a:lnTo>
                    <a:lnTo>
                      <a:pt x="56" y="22"/>
                    </a:lnTo>
                    <a:lnTo>
                      <a:pt x="56" y="22"/>
                    </a:lnTo>
                    <a:lnTo>
                      <a:pt x="52" y="22"/>
                    </a:lnTo>
                    <a:lnTo>
                      <a:pt x="52" y="22"/>
                    </a:lnTo>
                    <a:lnTo>
                      <a:pt x="52" y="22"/>
                    </a:lnTo>
                    <a:lnTo>
                      <a:pt x="52" y="22"/>
                    </a:lnTo>
                    <a:lnTo>
                      <a:pt x="52" y="22"/>
                    </a:lnTo>
                    <a:lnTo>
                      <a:pt x="52" y="22"/>
                    </a:lnTo>
                    <a:lnTo>
                      <a:pt x="48" y="26"/>
                    </a:lnTo>
                    <a:lnTo>
                      <a:pt x="48" y="26"/>
                    </a:lnTo>
                    <a:lnTo>
                      <a:pt x="48" y="26"/>
                    </a:lnTo>
                    <a:lnTo>
                      <a:pt x="48" y="26"/>
                    </a:lnTo>
                    <a:lnTo>
                      <a:pt x="48" y="26"/>
                    </a:lnTo>
                    <a:lnTo>
                      <a:pt x="48" y="26"/>
                    </a:lnTo>
                    <a:lnTo>
                      <a:pt x="48" y="26"/>
                    </a:lnTo>
                    <a:lnTo>
                      <a:pt x="46" y="30"/>
                    </a:lnTo>
                    <a:lnTo>
                      <a:pt x="46" y="30"/>
                    </a:lnTo>
                    <a:lnTo>
                      <a:pt x="46" y="30"/>
                    </a:lnTo>
                    <a:lnTo>
                      <a:pt x="46" y="30"/>
                    </a:lnTo>
                    <a:lnTo>
                      <a:pt x="46" y="30"/>
                    </a:lnTo>
                    <a:lnTo>
                      <a:pt x="46" y="30"/>
                    </a:lnTo>
                    <a:lnTo>
                      <a:pt x="46" y="30"/>
                    </a:lnTo>
                    <a:lnTo>
                      <a:pt x="42" y="30"/>
                    </a:lnTo>
                    <a:lnTo>
                      <a:pt x="42" y="30"/>
                    </a:lnTo>
                    <a:lnTo>
                      <a:pt x="42" y="30"/>
                    </a:lnTo>
                    <a:lnTo>
                      <a:pt x="38" y="30"/>
                    </a:lnTo>
                    <a:lnTo>
                      <a:pt x="38" y="30"/>
                    </a:lnTo>
                    <a:lnTo>
                      <a:pt x="38" y="30"/>
                    </a:lnTo>
                    <a:lnTo>
                      <a:pt x="38" y="30"/>
                    </a:lnTo>
                    <a:lnTo>
                      <a:pt x="38" y="30"/>
                    </a:lnTo>
                    <a:lnTo>
                      <a:pt x="34" y="30"/>
                    </a:lnTo>
                    <a:lnTo>
                      <a:pt x="34" y="30"/>
                    </a:lnTo>
                    <a:lnTo>
                      <a:pt x="30" y="30"/>
                    </a:lnTo>
                    <a:lnTo>
                      <a:pt x="30" y="30"/>
                    </a:lnTo>
                    <a:lnTo>
                      <a:pt x="30" y="30"/>
                    </a:lnTo>
                    <a:lnTo>
                      <a:pt x="30"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7" name="Freeform 121"/>
              <p:cNvSpPr>
                <a:spLocks/>
              </p:cNvSpPr>
              <p:nvPr/>
            </p:nvSpPr>
            <p:spPr bwMode="gray">
              <a:xfrm>
                <a:off x="5130414" y="3044801"/>
                <a:ext cx="76528" cy="52178"/>
              </a:xfrm>
              <a:custGeom>
                <a:avLst/>
                <a:gdLst>
                  <a:gd name="T0" fmla="*/ 26 w 44"/>
                  <a:gd name="T1" fmla="*/ 26 h 30"/>
                  <a:gd name="T2" fmla="*/ 26 w 44"/>
                  <a:gd name="T3" fmla="*/ 30 h 30"/>
                  <a:gd name="T4" fmla="*/ 22 w 44"/>
                  <a:gd name="T5" fmla="*/ 26 h 30"/>
                  <a:gd name="T6" fmla="*/ 18 w 44"/>
                  <a:gd name="T7" fmla="*/ 26 h 30"/>
                  <a:gd name="T8" fmla="*/ 14 w 44"/>
                  <a:gd name="T9" fmla="*/ 22 h 30"/>
                  <a:gd name="T10" fmla="*/ 14 w 44"/>
                  <a:gd name="T11" fmla="*/ 26 h 30"/>
                  <a:gd name="T12" fmla="*/ 12 w 44"/>
                  <a:gd name="T13" fmla="*/ 30 h 30"/>
                  <a:gd name="T14" fmla="*/ 8 w 44"/>
                  <a:gd name="T15" fmla="*/ 30 h 30"/>
                  <a:gd name="T16" fmla="*/ 4 w 44"/>
                  <a:gd name="T17" fmla="*/ 30 h 30"/>
                  <a:gd name="T18" fmla="*/ 4 w 44"/>
                  <a:gd name="T19" fmla="*/ 26 h 30"/>
                  <a:gd name="T20" fmla="*/ 4 w 44"/>
                  <a:gd name="T21" fmla="*/ 26 h 30"/>
                  <a:gd name="T22" fmla="*/ 8 w 44"/>
                  <a:gd name="T23" fmla="*/ 26 h 30"/>
                  <a:gd name="T24" fmla="*/ 4 w 44"/>
                  <a:gd name="T25" fmla="*/ 22 h 30"/>
                  <a:gd name="T26" fmla="*/ 4 w 44"/>
                  <a:gd name="T27" fmla="*/ 20 h 30"/>
                  <a:gd name="T28" fmla="*/ 4 w 44"/>
                  <a:gd name="T29" fmla="*/ 20 h 30"/>
                  <a:gd name="T30" fmla="*/ 0 w 44"/>
                  <a:gd name="T31" fmla="*/ 20 h 30"/>
                  <a:gd name="T32" fmla="*/ 0 w 44"/>
                  <a:gd name="T33" fmla="*/ 20 h 30"/>
                  <a:gd name="T34" fmla="*/ 0 w 44"/>
                  <a:gd name="T35" fmla="*/ 16 h 30"/>
                  <a:gd name="T36" fmla="*/ 4 w 44"/>
                  <a:gd name="T37" fmla="*/ 16 h 30"/>
                  <a:gd name="T38" fmla="*/ 0 w 44"/>
                  <a:gd name="T39" fmla="*/ 12 h 30"/>
                  <a:gd name="T40" fmla="*/ 0 w 44"/>
                  <a:gd name="T41" fmla="*/ 12 h 30"/>
                  <a:gd name="T42" fmla="*/ 4 w 44"/>
                  <a:gd name="T43" fmla="*/ 8 h 30"/>
                  <a:gd name="T44" fmla="*/ 4 w 44"/>
                  <a:gd name="T45" fmla="*/ 8 h 30"/>
                  <a:gd name="T46" fmla="*/ 8 w 44"/>
                  <a:gd name="T47" fmla="*/ 8 h 30"/>
                  <a:gd name="T48" fmla="*/ 12 w 44"/>
                  <a:gd name="T49" fmla="*/ 8 h 30"/>
                  <a:gd name="T50" fmla="*/ 14 w 44"/>
                  <a:gd name="T51" fmla="*/ 8 h 30"/>
                  <a:gd name="T52" fmla="*/ 18 w 44"/>
                  <a:gd name="T53" fmla="*/ 8 h 30"/>
                  <a:gd name="T54" fmla="*/ 22 w 44"/>
                  <a:gd name="T55" fmla="*/ 4 h 30"/>
                  <a:gd name="T56" fmla="*/ 26 w 44"/>
                  <a:gd name="T57" fmla="*/ 4 h 30"/>
                  <a:gd name="T58" fmla="*/ 34 w 44"/>
                  <a:gd name="T59" fmla="*/ 4 h 30"/>
                  <a:gd name="T60" fmla="*/ 38 w 44"/>
                  <a:gd name="T61" fmla="*/ 0 h 30"/>
                  <a:gd name="T62" fmla="*/ 38 w 44"/>
                  <a:gd name="T63" fmla="*/ 0 h 30"/>
                  <a:gd name="T64" fmla="*/ 42 w 44"/>
                  <a:gd name="T65" fmla="*/ 0 h 30"/>
                  <a:gd name="T66" fmla="*/ 42 w 44"/>
                  <a:gd name="T67" fmla="*/ 0 h 30"/>
                  <a:gd name="T68" fmla="*/ 42 w 44"/>
                  <a:gd name="T69" fmla="*/ 4 h 30"/>
                  <a:gd name="T70" fmla="*/ 42 w 44"/>
                  <a:gd name="T71" fmla="*/ 4 h 30"/>
                  <a:gd name="T72" fmla="*/ 44 w 44"/>
                  <a:gd name="T73" fmla="*/ 8 h 30"/>
                  <a:gd name="T74" fmla="*/ 44 w 44"/>
                  <a:gd name="T75" fmla="*/ 8 h 30"/>
                  <a:gd name="T76" fmla="*/ 42 w 44"/>
                  <a:gd name="T77" fmla="*/ 8 h 30"/>
                  <a:gd name="T78" fmla="*/ 42 w 44"/>
                  <a:gd name="T79" fmla="*/ 8 h 30"/>
                  <a:gd name="T80" fmla="*/ 38 w 44"/>
                  <a:gd name="T81" fmla="*/ 12 h 30"/>
                  <a:gd name="T82" fmla="*/ 38 w 44"/>
                  <a:gd name="T83" fmla="*/ 12 h 30"/>
                  <a:gd name="T84" fmla="*/ 30 w 44"/>
                  <a:gd name="T85" fmla="*/ 12 h 30"/>
                  <a:gd name="T86" fmla="*/ 30 w 44"/>
                  <a:gd name="T87" fmla="*/ 16 h 30"/>
                  <a:gd name="T88" fmla="*/ 34 w 44"/>
                  <a:gd name="T89" fmla="*/ 16 h 30"/>
                  <a:gd name="T90" fmla="*/ 30 w 44"/>
                  <a:gd name="T91" fmla="*/ 22 h 30"/>
                  <a:gd name="T92" fmla="*/ 30 w 44"/>
                  <a:gd name="T93" fmla="*/ 22 h 30"/>
                  <a:gd name="T94" fmla="*/ 26 w 44"/>
                  <a:gd name="T95" fmla="*/ 22 h 30"/>
                  <a:gd name="T96" fmla="*/ 26 w 44"/>
                  <a:gd name="T97" fmla="*/ 26 h 30"/>
                  <a:gd name="T98" fmla="*/ 26 w 44"/>
                  <a:gd name="T99" fmla="*/ 26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4" h="30">
                    <a:moveTo>
                      <a:pt x="26" y="26"/>
                    </a:moveTo>
                    <a:lnTo>
                      <a:pt x="26" y="26"/>
                    </a:lnTo>
                    <a:lnTo>
                      <a:pt x="26" y="26"/>
                    </a:lnTo>
                    <a:lnTo>
                      <a:pt x="26" y="30"/>
                    </a:lnTo>
                    <a:lnTo>
                      <a:pt x="26" y="30"/>
                    </a:lnTo>
                    <a:lnTo>
                      <a:pt x="26" y="30"/>
                    </a:lnTo>
                    <a:lnTo>
                      <a:pt x="22" y="30"/>
                    </a:lnTo>
                    <a:lnTo>
                      <a:pt x="22" y="26"/>
                    </a:lnTo>
                    <a:lnTo>
                      <a:pt x="22" y="26"/>
                    </a:lnTo>
                    <a:lnTo>
                      <a:pt x="18" y="30"/>
                    </a:lnTo>
                    <a:lnTo>
                      <a:pt x="18" y="30"/>
                    </a:lnTo>
                    <a:lnTo>
                      <a:pt x="18" y="26"/>
                    </a:lnTo>
                    <a:lnTo>
                      <a:pt x="14" y="26"/>
                    </a:lnTo>
                    <a:lnTo>
                      <a:pt x="14" y="26"/>
                    </a:lnTo>
                    <a:lnTo>
                      <a:pt x="14" y="22"/>
                    </a:lnTo>
                    <a:lnTo>
                      <a:pt x="14" y="22"/>
                    </a:lnTo>
                    <a:lnTo>
                      <a:pt x="14" y="26"/>
                    </a:lnTo>
                    <a:lnTo>
                      <a:pt x="14" y="26"/>
                    </a:lnTo>
                    <a:lnTo>
                      <a:pt x="14" y="26"/>
                    </a:lnTo>
                    <a:lnTo>
                      <a:pt x="14" y="26"/>
                    </a:lnTo>
                    <a:lnTo>
                      <a:pt x="12" y="30"/>
                    </a:lnTo>
                    <a:lnTo>
                      <a:pt x="8" y="30"/>
                    </a:lnTo>
                    <a:lnTo>
                      <a:pt x="8" y="30"/>
                    </a:lnTo>
                    <a:lnTo>
                      <a:pt x="8" y="30"/>
                    </a:lnTo>
                    <a:lnTo>
                      <a:pt x="4" y="30"/>
                    </a:lnTo>
                    <a:lnTo>
                      <a:pt x="4" y="30"/>
                    </a:lnTo>
                    <a:lnTo>
                      <a:pt x="4" y="30"/>
                    </a:lnTo>
                    <a:lnTo>
                      <a:pt x="4" y="30"/>
                    </a:lnTo>
                    <a:lnTo>
                      <a:pt x="4" y="26"/>
                    </a:lnTo>
                    <a:lnTo>
                      <a:pt x="4" y="26"/>
                    </a:lnTo>
                    <a:lnTo>
                      <a:pt x="4" y="26"/>
                    </a:lnTo>
                    <a:lnTo>
                      <a:pt x="4" y="26"/>
                    </a:lnTo>
                    <a:lnTo>
                      <a:pt x="4" y="26"/>
                    </a:lnTo>
                    <a:lnTo>
                      <a:pt x="4" y="26"/>
                    </a:lnTo>
                    <a:lnTo>
                      <a:pt x="4" y="26"/>
                    </a:lnTo>
                    <a:lnTo>
                      <a:pt x="8" y="26"/>
                    </a:lnTo>
                    <a:lnTo>
                      <a:pt x="8" y="26"/>
                    </a:lnTo>
                    <a:lnTo>
                      <a:pt x="8" y="22"/>
                    </a:lnTo>
                    <a:lnTo>
                      <a:pt x="4" y="22"/>
                    </a:lnTo>
                    <a:lnTo>
                      <a:pt x="4" y="22"/>
                    </a:lnTo>
                    <a:lnTo>
                      <a:pt x="4" y="22"/>
                    </a:lnTo>
                    <a:lnTo>
                      <a:pt x="4" y="20"/>
                    </a:lnTo>
                    <a:lnTo>
                      <a:pt x="4" y="20"/>
                    </a:lnTo>
                    <a:lnTo>
                      <a:pt x="4" y="20"/>
                    </a:lnTo>
                    <a:lnTo>
                      <a:pt x="4" y="20"/>
                    </a:lnTo>
                    <a:lnTo>
                      <a:pt x="4" y="20"/>
                    </a:lnTo>
                    <a:lnTo>
                      <a:pt x="4" y="20"/>
                    </a:lnTo>
                    <a:lnTo>
                      <a:pt x="0" y="20"/>
                    </a:lnTo>
                    <a:lnTo>
                      <a:pt x="0" y="20"/>
                    </a:lnTo>
                    <a:lnTo>
                      <a:pt x="0" y="20"/>
                    </a:lnTo>
                    <a:lnTo>
                      <a:pt x="0" y="20"/>
                    </a:lnTo>
                    <a:lnTo>
                      <a:pt x="0" y="16"/>
                    </a:lnTo>
                    <a:lnTo>
                      <a:pt x="0" y="16"/>
                    </a:lnTo>
                    <a:lnTo>
                      <a:pt x="0" y="16"/>
                    </a:lnTo>
                    <a:lnTo>
                      <a:pt x="4" y="16"/>
                    </a:lnTo>
                    <a:lnTo>
                      <a:pt x="4" y="16"/>
                    </a:lnTo>
                    <a:lnTo>
                      <a:pt x="4" y="16"/>
                    </a:lnTo>
                    <a:lnTo>
                      <a:pt x="0" y="16"/>
                    </a:lnTo>
                    <a:lnTo>
                      <a:pt x="0" y="12"/>
                    </a:lnTo>
                    <a:lnTo>
                      <a:pt x="0" y="12"/>
                    </a:lnTo>
                    <a:lnTo>
                      <a:pt x="0" y="16"/>
                    </a:lnTo>
                    <a:lnTo>
                      <a:pt x="0" y="12"/>
                    </a:lnTo>
                    <a:lnTo>
                      <a:pt x="0" y="12"/>
                    </a:lnTo>
                    <a:lnTo>
                      <a:pt x="0" y="12"/>
                    </a:lnTo>
                    <a:lnTo>
                      <a:pt x="4" y="8"/>
                    </a:lnTo>
                    <a:lnTo>
                      <a:pt x="4" y="8"/>
                    </a:lnTo>
                    <a:lnTo>
                      <a:pt x="4" y="8"/>
                    </a:lnTo>
                    <a:lnTo>
                      <a:pt x="4" y="8"/>
                    </a:lnTo>
                    <a:lnTo>
                      <a:pt x="4" y="8"/>
                    </a:lnTo>
                    <a:lnTo>
                      <a:pt x="4" y="8"/>
                    </a:lnTo>
                    <a:lnTo>
                      <a:pt x="8" y="8"/>
                    </a:lnTo>
                    <a:lnTo>
                      <a:pt x="8" y="8"/>
                    </a:lnTo>
                    <a:lnTo>
                      <a:pt x="8" y="8"/>
                    </a:lnTo>
                    <a:lnTo>
                      <a:pt x="12" y="8"/>
                    </a:lnTo>
                    <a:lnTo>
                      <a:pt x="12" y="8"/>
                    </a:lnTo>
                    <a:lnTo>
                      <a:pt x="12" y="8"/>
                    </a:lnTo>
                    <a:lnTo>
                      <a:pt x="14" y="8"/>
                    </a:lnTo>
                    <a:lnTo>
                      <a:pt x="14" y="8"/>
                    </a:lnTo>
                    <a:lnTo>
                      <a:pt x="18" y="8"/>
                    </a:lnTo>
                    <a:lnTo>
                      <a:pt x="18" y="8"/>
                    </a:lnTo>
                    <a:lnTo>
                      <a:pt x="18" y="8"/>
                    </a:lnTo>
                    <a:lnTo>
                      <a:pt x="18" y="4"/>
                    </a:lnTo>
                    <a:lnTo>
                      <a:pt x="22" y="4"/>
                    </a:lnTo>
                    <a:lnTo>
                      <a:pt x="22" y="4"/>
                    </a:lnTo>
                    <a:lnTo>
                      <a:pt x="22" y="4"/>
                    </a:lnTo>
                    <a:lnTo>
                      <a:pt x="22" y="4"/>
                    </a:lnTo>
                    <a:lnTo>
                      <a:pt x="26" y="4"/>
                    </a:lnTo>
                    <a:lnTo>
                      <a:pt x="30" y="4"/>
                    </a:lnTo>
                    <a:lnTo>
                      <a:pt x="34" y="4"/>
                    </a:lnTo>
                    <a:lnTo>
                      <a:pt x="34" y="4"/>
                    </a:lnTo>
                    <a:lnTo>
                      <a:pt x="34" y="4"/>
                    </a:lnTo>
                    <a:lnTo>
                      <a:pt x="38" y="4"/>
                    </a:lnTo>
                    <a:lnTo>
                      <a:pt x="38" y="0"/>
                    </a:lnTo>
                    <a:lnTo>
                      <a:pt x="38" y="0"/>
                    </a:lnTo>
                    <a:lnTo>
                      <a:pt x="38" y="0"/>
                    </a:lnTo>
                    <a:lnTo>
                      <a:pt x="38" y="0"/>
                    </a:lnTo>
                    <a:lnTo>
                      <a:pt x="38" y="0"/>
                    </a:lnTo>
                    <a:lnTo>
                      <a:pt x="42" y="0"/>
                    </a:lnTo>
                    <a:lnTo>
                      <a:pt x="42" y="0"/>
                    </a:lnTo>
                    <a:lnTo>
                      <a:pt x="42" y="0"/>
                    </a:lnTo>
                    <a:lnTo>
                      <a:pt x="42" y="0"/>
                    </a:lnTo>
                    <a:lnTo>
                      <a:pt x="42" y="0"/>
                    </a:lnTo>
                    <a:lnTo>
                      <a:pt x="42" y="0"/>
                    </a:lnTo>
                    <a:lnTo>
                      <a:pt x="42" y="4"/>
                    </a:lnTo>
                    <a:lnTo>
                      <a:pt x="42" y="4"/>
                    </a:lnTo>
                    <a:lnTo>
                      <a:pt x="42" y="4"/>
                    </a:lnTo>
                    <a:lnTo>
                      <a:pt x="42" y="4"/>
                    </a:lnTo>
                    <a:lnTo>
                      <a:pt x="42" y="4"/>
                    </a:lnTo>
                    <a:lnTo>
                      <a:pt x="44" y="8"/>
                    </a:lnTo>
                    <a:lnTo>
                      <a:pt x="44" y="8"/>
                    </a:lnTo>
                    <a:lnTo>
                      <a:pt x="44" y="8"/>
                    </a:lnTo>
                    <a:lnTo>
                      <a:pt x="44" y="8"/>
                    </a:lnTo>
                    <a:lnTo>
                      <a:pt x="44" y="8"/>
                    </a:lnTo>
                    <a:lnTo>
                      <a:pt x="44" y="8"/>
                    </a:lnTo>
                    <a:lnTo>
                      <a:pt x="42" y="8"/>
                    </a:lnTo>
                    <a:lnTo>
                      <a:pt x="42" y="8"/>
                    </a:lnTo>
                    <a:lnTo>
                      <a:pt x="42" y="8"/>
                    </a:lnTo>
                    <a:lnTo>
                      <a:pt x="42" y="8"/>
                    </a:lnTo>
                    <a:lnTo>
                      <a:pt x="42" y="8"/>
                    </a:lnTo>
                    <a:lnTo>
                      <a:pt x="42" y="8"/>
                    </a:lnTo>
                    <a:lnTo>
                      <a:pt x="42" y="8"/>
                    </a:lnTo>
                    <a:lnTo>
                      <a:pt x="38" y="8"/>
                    </a:lnTo>
                    <a:lnTo>
                      <a:pt x="38" y="12"/>
                    </a:lnTo>
                    <a:lnTo>
                      <a:pt x="38" y="12"/>
                    </a:lnTo>
                    <a:lnTo>
                      <a:pt x="38" y="12"/>
                    </a:lnTo>
                    <a:lnTo>
                      <a:pt x="38" y="12"/>
                    </a:lnTo>
                    <a:lnTo>
                      <a:pt x="34" y="12"/>
                    </a:lnTo>
                    <a:lnTo>
                      <a:pt x="34" y="12"/>
                    </a:lnTo>
                    <a:lnTo>
                      <a:pt x="30" y="12"/>
                    </a:lnTo>
                    <a:lnTo>
                      <a:pt x="30" y="16"/>
                    </a:lnTo>
                    <a:lnTo>
                      <a:pt x="30" y="16"/>
                    </a:lnTo>
                    <a:lnTo>
                      <a:pt x="30" y="16"/>
                    </a:lnTo>
                    <a:lnTo>
                      <a:pt x="30" y="16"/>
                    </a:lnTo>
                    <a:lnTo>
                      <a:pt x="30" y="16"/>
                    </a:lnTo>
                    <a:lnTo>
                      <a:pt x="34" y="16"/>
                    </a:lnTo>
                    <a:lnTo>
                      <a:pt x="34" y="20"/>
                    </a:lnTo>
                    <a:lnTo>
                      <a:pt x="34" y="22"/>
                    </a:lnTo>
                    <a:lnTo>
                      <a:pt x="30" y="22"/>
                    </a:lnTo>
                    <a:lnTo>
                      <a:pt x="30" y="22"/>
                    </a:lnTo>
                    <a:lnTo>
                      <a:pt x="30" y="22"/>
                    </a:lnTo>
                    <a:lnTo>
                      <a:pt x="30" y="22"/>
                    </a:lnTo>
                    <a:lnTo>
                      <a:pt x="26" y="22"/>
                    </a:lnTo>
                    <a:lnTo>
                      <a:pt x="26" y="22"/>
                    </a:lnTo>
                    <a:lnTo>
                      <a:pt x="26" y="22"/>
                    </a:lnTo>
                    <a:lnTo>
                      <a:pt x="26" y="22"/>
                    </a:lnTo>
                    <a:lnTo>
                      <a:pt x="26" y="22"/>
                    </a:lnTo>
                    <a:lnTo>
                      <a:pt x="26" y="26"/>
                    </a:lnTo>
                    <a:lnTo>
                      <a:pt x="26" y="26"/>
                    </a:lnTo>
                    <a:lnTo>
                      <a:pt x="26" y="26"/>
                    </a:lnTo>
                    <a:lnTo>
                      <a:pt x="26"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8" name="Freeform 122"/>
              <p:cNvSpPr>
                <a:spLocks noEditPoints="1"/>
              </p:cNvSpPr>
              <p:nvPr/>
            </p:nvSpPr>
            <p:spPr bwMode="gray">
              <a:xfrm>
                <a:off x="5057366" y="1625566"/>
                <a:ext cx="570479" cy="309588"/>
              </a:xfrm>
              <a:custGeom>
                <a:avLst/>
                <a:gdLst>
                  <a:gd name="T0" fmla="*/ 154 w 328"/>
                  <a:gd name="T1" fmla="*/ 4 h 178"/>
                  <a:gd name="T2" fmla="*/ 198 w 328"/>
                  <a:gd name="T3" fmla="*/ 10 h 178"/>
                  <a:gd name="T4" fmla="*/ 112 w 328"/>
                  <a:gd name="T5" fmla="*/ 14 h 178"/>
                  <a:gd name="T6" fmla="*/ 328 w 328"/>
                  <a:gd name="T7" fmla="*/ 14 h 178"/>
                  <a:gd name="T8" fmla="*/ 250 w 328"/>
                  <a:gd name="T9" fmla="*/ 18 h 178"/>
                  <a:gd name="T10" fmla="*/ 8 w 328"/>
                  <a:gd name="T11" fmla="*/ 30 h 178"/>
                  <a:gd name="T12" fmla="*/ 136 w 328"/>
                  <a:gd name="T13" fmla="*/ 40 h 178"/>
                  <a:gd name="T14" fmla="*/ 142 w 328"/>
                  <a:gd name="T15" fmla="*/ 52 h 178"/>
                  <a:gd name="T16" fmla="*/ 268 w 328"/>
                  <a:gd name="T17" fmla="*/ 56 h 178"/>
                  <a:gd name="T18" fmla="*/ 228 w 328"/>
                  <a:gd name="T19" fmla="*/ 64 h 178"/>
                  <a:gd name="T20" fmla="*/ 228 w 328"/>
                  <a:gd name="T21" fmla="*/ 64 h 178"/>
                  <a:gd name="T22" fmla="*/ 120 w 328"/>
                  <a:gd name="T23" fmla="*/ 174 h 178"/>
                  <a:gd name="T24" fmla="*/ 222 w 328"/>
                  <a:gd name="T25" fmla="*/ 34 h 178"/>
                  <a:gd name="T26" fmla="*/ 196 w 328"/>
                  <a:gd name="T27" fmla="*/ 44 h 178"/>
                  <a:gd name="T28" fmla="*/ 162 w 328"/>
                  <a:gd name="T29" fmla="*/ 40 h 178"/>
                  <a:gd name="T30" fmla="*/ 138 w 328"/>
                  <a:gd name="T31" fmla="*/ 34 h 178"/>
                  <a:gd name="T32" fmla="*/ 166 w 328"/>
                  <a:gd name="T33" fmla="*/ 30 h 178"/>
                  <a:gd name="T34" fmla="*/ 128 w 328"/>
                  <a:gd name="T35" fmla="*/ 30 h 178"/>
                  <a:gd name="T36" fmla="*/ 108 w 328"/>
                  <a:gd name="T37" fmla="*/ 18 h 178"/>
                  <a:gd name="T38" fmla="*/ 124 w 328"/>
                  <a:gd name="T39" fmla="*/ 10 h 178"/>
                  <a:gd name="T40" fmla="*/ 142 w 328"/>
                  <a:gd name="T41" fmla="*/ 10 h 178"/>
                  <a:gd name="T42" fmla="*/ 168 w 328"/>
                  <a:gd name="T43" fmla="*/ 22 h 178"/>
                  <a:gd name="T44" fmla="*/ 184 w 328"/>
                  <a:gd name="T45" fmla="*/ 10 h 178"/>
                  <a:gd name="T46" fmla="*/ 196 w 328"/>
                  <a:gd name="T47" fmla="*/ 14 h 178"/>
                  <a:gd name="T48" fmla="*/ 218 w 328"/>
                  <a:gd name="T49" fmla="*/ 18 h 178"/>
                  <a:gd name="T50" fmla="*/ 50 w 328"/>
                  <a:gd name="T51" fmla="*/ 96 h 178"/>
                  <a:gd name="T52" fmla="*/ 82 w 328"/>
                  <a:gd name="T53" fmla="*/ 92 h 178"/>
                  <a:gd name="T54" fmla="*/ 82 w 328"/>
                  <a:gd name="T55" fmla="*/ 86 h 178"/>
                  <a:gd name="T56" fmla="*/ 68 w 328"/>
                  <a:gd name="T57" fmla="*/ 82 h 178"/>
                  <a:gd name="T58" fmla="*/ 52 w 328"/>
                  <a:gd name="T59" fmla="*/ 78 h 178"/>
                  <a:gd name="T60" fmla="*/ 76 w 328"/>
                  <a:gd name="T61" fmla="*/ 70 h 178"/>
                  <a:gd name="T62" fmla="*/ 82 w 328"/>
                  <a:gd name="T63" fmla="*/ 66 h 178"/>
                  <a:gd name="T64" fmla="*/ 68 w 328"/>
                  <a:gd name="T65" fmla="*/ 66 h 178"/>
                  <a:gd name="T66" fmla="*/ 56 w 328"/>
                  <a:gd name="T67" fmla="*/ 66 h 178"/>
                  <a:gd name="T68" fmla="*/ 38 w 328"/>
                  <a:gd name="T69" fmla="*/ 74 h 178"/>
                  <a:gd name="T70" fmla="*/ 26 w 328"/>
                  <a:gd name="T71" fmla="*/ 64 h 178"/>
                  <a:gd name="T72" fmla="*/ 26 w 328"/>
                  <a:gd name="T73" fmla="*/ 52 h 178"/>
                  <a:gd name="T74" fmla="*/ 12 w 328"/>
                  <a:gd name="T75" fmla="*/ 48 h 178"/>
                  <a:gd name="T76" fmla="*/ 12 w 328"/>
                  <a:gd name="T77" fmla="*/ 30 h 178"/>
                  <a:gd name="T78" fmla="*/ 22 w 328"/>
                  <a:gd name="T79" fmla="*/ 26 h 178"/>
                  <a:gd name="T80" fmla="*/ 38 w 328"/>
                  <a:gd name="T81" fmla="*/ 30 h 178"/>
                  <a:gd name="T82" fmla="*/ 42 w 328"/>
                  <a:gd name="T83" fmla="*/ 36 h 178"/>
                  <a:gd name="T84" fmla="*/ 64 w 328"/>
                  <a:gd name="T85" fmla="*/ 34 h 178"/>
                  <a:gd name="T86" fmla="*/ 82 w 328"/>
                  <a:gd name="T87" fmla="*/ 52 h 178"/>
                  <a:gd name="T88" fmla="*/ 80 w 328"/>
                  <a:gd name="T89" fmla="*/ 26 h 178"/>
                  <a:gd name="T90" fmla="*/ 108 w 328"/>
                  <a:gd name="T91" fmla="*/ 30 h 178"/>
                  <a:gd name="T92" fmla="*/ 120 w 328"/>
                  <a:gd name="T93" fmla="*/ 40 h 178"/>
                  <a:gd name="T94" fmla="*/ 154 w 328"/>
                  <a:gd name="T95" fmla="*/ 56 h 178"/>
                  <a:gd name="T96" fmla="*/ 128 w 328"/>
                  <a:gd name="T97" fmla="*/ 64 h 178"/>
                  <a:gd name="T98" fmla="*/ 112 w 328"/>
                  <a:gd name="T99" fmla="*/ 86 h 178"/>
                  <a:gd name="T100" fmla="*/ 90 w 328"/>
                  <a:gd name="T101" fmla="*/ 110 h 178"/>
                  <a:gd name="T102" fmla="*/ 76 w 328"/>
                  <a:gd name="T103" fmla="*/ 110 h 178"/>
                  <a:gd name="T104" fmla="*/ 64 w 328"/>
                  <a:gd name="T105" fmla="*/ 104 h 178"/>
                  <a:gd name="T106" fmla="*/ 8 w 328"/>
                  <a:gd name="T107" fmla="*/ 64 h 178"/>
                  <a:gd name="T108" fmla="*/ 22 w 328"/>
                  <a:gd name="T109" fmla="*/ 70 h 178"/>
                  <a:gd name="T110" fmla="*/ 166 w 328"/>
                  <a:gd name="T111" fmla="*/ 64 h 178"/>
                  <a:gd name="T112" fmla="*/ 146 w 328"/>
                  <a:gd name="T113" fmla="*/ 74 h 178"/>
                  <a:gd name="T114" fmla="*/ 168 w 328"/>
                  <a:gd name="T115" fmla="*/ 92 h 178"/>
                  <a:gd name="T116" fmla="*/ 154 w 328"/>
                  <a:gd name="T117" fmla="*/ 86 h 178"/>
                  <a:gd name="T118" fmla="*/ 176 w 328"/>
                  <a:gd name="T119" fmla="*/ 74 h 178"/>
                  <a:gd name="T120" fmla="*/ 192 w 328"/>
                  <a:gd name="T121" fmla="*/ 82 h 178"/>
                  <a:gd name="T122" fmla="*/ 180 w 328"/>
                  <a:gd name="T1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28" h="178">
                    <a:moveTo>
                      <a:pt x="146" y="4"/>
                    </a:moveTo>
                    <a:lnTo>
                      <a:pt x="146" y="0"/>
                    </a:lnTo>
                    <a:lnTo>
                      <a:pt x="142" y="0"/>
                    </a:lnTo>
                    <a:lnTo>
                      <a:pt x="146" y="0"/>
                    </a:lnTo>
                    <a:lnTo>
                      <a:pt x="150" y="0"/>
                    </a:lnTo>
                    <a:lnTo>
                      <a:pt x="150" y="4"/>
                    </a:lnTo>
                    <a:lnTo>
                      <a:pt x="146" y="4"/>
                    </a:lnTo>
                    <a:lnTo>
                      <a:pt x="146" y="4"/>
                    </a:lnTo>
                    <a:lnTo>
                      <a:pt x="146" y="4"/>
                    </a:lnTo>
                    <a:close/>
                    <a:moveTo>
                      <a:pt x="150" y="4"/>
                    </a:moveTo>
                    <a:lnTo>
                      <a:pt x="154" y="0"/>
                    </a:lnTo>
                    <a:lnTo>
                      <a:pt x="154" y="4"/>
                    </a:lnTo>
                    <a:lnTo>
                      <a:pt x="150" y="4"/>
                    </a:lnTo>
                    <a:lnTo>
                      <a:pt x="150" y="4"/>
                    </a:lnTo>
                    <a:lnTo>
                      <a:pt x="150" y="4"/>
                    </a:lnTo>
                    <a:close/>
                    <a:moveTo>
                      <a:pt x="136" y="6"/>
                    </a:moveTo>
                    <a:lnTo>
                      <a:pt x="132" y="6"/>
                    </a:lnTo>
                    <a:lnTo>
                      <a:pt x="136" y="6"/>
                    </a:lnTo>
                    <a:lnTo>
                      <a:pt x="136" y="6"/>
                    </a:lnTo>
                    <a:lnTo>
                      <a:pt x="136" y="6"/>
                    </a:lnTo>
                    <a:close/>
                    <a:moveTo>
                      <a:pt x="196" y="10"/>
                    </a:moveTo>
                    <a:lnTo>
                      <a:pt x="196" y="6"/>
                    </a:lnTo>
                    <a:lnTo>
                      <a:pt x="196" y="10"/>
                    </a:lnTo>
                    <a:lnTo>
                      <a:pt x="198" y="10"/>
                    </a:lnTo>
                    <a:lnTo>
                      <a:pt x="196" y="10"/>
                    </a:lnTo>
                    <a:lnTo>
                      <a:pt x="196" y="10"/>
                    </a:lnTo>
                    <a:lnTo>
                      <a:pt x="196" y="10"/>
                    </a:lnTo>
                    <a:close/>
                    <a:moveTo>
                      <a:pt x="112" y="14"/>
                    </a:moveTo>
                    <a:lnTo>
                      <a:pt x="108" y="14"/>
                    </a:lnTo>
                    <a:lnTo>
                      <a:pt x="108" y="10"/>
                    </a:lnTo>
                    <a:lnTo>
                      <a:pt x="112" y="10"/>
                    </a:lnTo>
                    <a:lnTo>
                      <a:pt x="116" y="10"/>
                    </a:lnTo>
                    <a:lnTo>
                      <a:pt x="116" y="14"/>
                    </a:lnTo>
                    <a:lnTo>
                      <a:pt x="112" y="14"/>
                    </a:lnTo>
                    <a:lnTo>
                      <a:pt x="112" y="14"/>
                    </a:lnTo>
                    <a:lnTo>
                      <a:pt x="112" y="14"/>
                    </a:lnTo>
                    <a:close/>
                    <a:moveTo>
                      <a:pt x="298" y="18"/>
                    </a:moveTo>
                    <a:lnTo>
                      <a:pt x="296" y="18"/>
                    </a:lnTo>
                    <a:lnTo>
                      <a:pt x="298" y="18"/>
                    </a:lnTo>
                    <a:lnTo>
                      <a:pt x="302" y="18"/>
                    </a:lnTo>
                    <a:lnTo>
                      <a:pt x="306" y="18"/>
                    </a:lnTo>
                    <a:lnTo>
                      <a:pt x="310" y="18"/>
                    </a:lnTo>
                    <a:lnTo>
                      <a:pt x="314" y="18"/>
                    </a:lnTo>
                    <a:lnTo>
                      <a:pt x="318" y="18"/>
                    </a:lnTo>
                    <a:lnTo>
                      <a:pt x="318" y="14"/>
                    </a:lnTo>
                    <a:lnTo>
                      <a:pt x="322" y="14"/>
                    </a:lnTo>
                    <a:lnTo>
                      <a:pt x="326" y="14"/>
                    </a:lnTo>
                    <a:lnTo>
                      <a:pt x="328" y="14"/>
                    </a:lnTo>
                    <a:lnTo>
                      <a:pt x="326" y="14"/>
                    </a:lnTo>
                    <a:lnTo>
                      <a:pt x="326" y="18"/>
                    </a:lnTo>
                    <a:lnTo>
                      <a:pt x="322" y="18"/>
                    </a:lnTo>
                    <a:lnTo>
                      <a:pt x="318" y="18"/>
                    </a:lnTo>
                    <a:lnTo>
                      <a:pt x="314" y="18"/>
                    </a:lnTo>
                    <a:lnTo>
                      <a:pt x="310" y="18"/>
                    </a:lnTo>
                    <a:lnTo>
                      <a:pt x="306" y="18"/>
                    </a:lnTo>
                    <a:lnTo>
                      <a:pt x="298" y="18"/>
                    </a:lnTo>
                    <a:lnTo>
                      <a:pt x="298" y="18"/>
                    </a:lnTo>
                    <a:lnTo>
                      <a:pt x="298" y="18"/>
                    </a:lnTo>
                    <a:close/>
                    <a:moveTo>
                      <a:pt x="248" y="18"/>
                    </a:moveTo>
                    <a:lnTo>
                      <a:pt x="250" y="18"/>
                    </a:lnTo>
                    <a:lnTo>
                      <a:pt x="248" y="18"/>
                    </a:lnTo>
                    <a:lnTo>
                      <a:pt x="244" y="18"/>
                    </a:lnTo>
                    <a:lnTo>
                      <a:pt x="248" y="18"/>
                    </a:lnTo>
                    <a:lnTo>
                      <a:pt x="248" y="18"/>
                    </a:lnTo>
                    <a:lnTo>
                      <a:pt x="248" y="18"/>
                    </a:lnTo>
                    <a:close/>
                    <a:moveTo>
                      <a:pt x="8" y="30"/>
                    </a:moveTo>
                    <a:lnTo>
                      <a:pt x="4" y="30"/>
                    </a:lnTo>
                    <a:lnTo>
                      <a:pt x="0" y="30"/>
                    </a:lnTo>
                    <a:lnTo>
                      <a:pt x="4" y="30"/>
                    </a:lnTo>
                    <a:lnTo>
                      <a:pt x="8" y="30"/>
                    </a:lnTo>
                    <a:lnTo>
                      <a:pt x="8" y="30"/>
                    </a:lnTo>
                    <a:lnTo>
                      <a:pt x="8" y="30"/>
                    </a:lnTo>
                    <a:close/>
                    <a:moveTo>
                      <a:pt x="4" y="34"/>
                    </a:moveTo>
                    <a:lnTo>
                      <a:pt x="4" y="30"/>
                    </a:lnTo>
                    <a:lnTo>
                      <a:pt x="8" y="30"/>
                    </a:lnTo>
                    <a:lnTo>
                      <a:pt x="8" y="34"/>
                    </a:lnTo>
                    <a:lnTo>
                      <a:pt x="4" y="34"/>
                    </a:lnTo>
                    <a:lnTo>
                      <a:pt x="4" y="34"/>
                    </a:lnTo>
                    <a:lnTo>
                      <a:pt x="4" y="34"/>
                    </a:lnTo>
                    <a:close/>
                    <a:moveTo>
                      <a:pt x="136" y="40"/>
                    </a:moveTo>
                    <a:lnTo>
                      <a:pt x="132" y="40"/>
                    </a:lnTo>
                    <a:lnTo>
                      <a:pt x="128" y="40"/>
                    </a:lnTo>
                    <a:lnTo>
                      <a:pt x="132" y="40"/>
                    </a:lnTo>
                    <a:lnTo>
                      <a:pt x="136" y="40"/>
                    </a:lnTo>
                    <a:lnTo>
                      <a:pt x="138" y="40"/>
                    </a:lnTo>
                    <a:lnTo>
                      <a:pt x="136" y="40"/>
                    </a:lnTo>
                    <a:lnTo>
                      <a:pt x="136" y="40"/>
                    </a:lnTo>
                    <a:lnTo>
                      <a:pt x="136" y="40"/>
                    </a:lnTo>
                    <a:close/>
                    <a:moveTo>
                      <a:pt x="138" y="52"/>
                    </a:moveTo>
                    <a:lnTo>
                      <a:pt x="136" y="52"/>
                    </a:lnTo>
                    <a:lnTo>
                      <a:pt x="136" y="48"/>
                    </a:lnTo>
                    <a:lnTo>
                      <a:pt x="138" y="48"/>
                    </a:lnTo>
                    <a:lnTo>
                      <a:pt x="142" y="48"/>
                    </a:lnTo>
                    <a:lnTo>
                      <a:pt x="146" y="48"/>
                    </a:lnTo>
                    <a:lnTo>
                      <a:pt x="146" y="52"/>
                    </a:lnTo>
                    <a:lnTo>
                      <a:pt x="142" y="52"/>
                    </a:lnTo>
                    <a:lnTo>
                      <a:pt x="138" y="52"/>
                    </a:lnTo>
                    <a:lnTo>
                      <a:pt x="138" y="52"/>
                    </a:lnTo>
                    <a:lnTo>
                      <a:pt x="138" y="52"/>
                    </a:lnTo>
                    <a:close/>
                    <a:moveTo>
                      <a:pt x="250" y="56"/>
                    </a:moveTo>
                    <a:lnTo>
                      <a:pt x="248" y="56"/>
                    </a:lnTo>
                    <a:lnTo>
                      <a:pt x="250" y="52"/>
                    </a:lnTo>
                    <a:lnTo>
                      <a:pt x="254" y="52"/>
                    </a:lnTo>
                    <a:lnTo>
                      <a:pt x="258" y="52"/>
                    </a:lnTo>
                    <a:lnTo>
                      <a:pt x="262" y="52"/>
                    </a:lnTo>
                    <a:lnTo>
                      <a:pt x="262" y="56"/>
                    </a:lnTo>
                    <a:lnTo>
                      <a:pt x="266" y="56"/>
                    </a:lnTo>
                    <a:lnTo>
                      <a:pt x="268" y="56"/>
                    </a:lnTo>
                    <a:lnTo>
                      <a:pt x="268" y="52"/>
                    </a:lnTo>
                    <a:lnTo>
                      <a:pt x="272" y="52"/>
                    </a:lnTo>
                    <a:lnTo>
                      <a:pt x="272" y="56"/>
                    </a:lnTo>
                    <a:lnTo>
                      <a:pt x="268" y="56"/>
                    </a:lnTo>
                    <a:lnTo>
                      <a:pt x="266" y="56"/>
                    </a:lnTo>
                    <a:lnTo>
                      <a:pt x="262" y="56"/>
                    </a:lnTo>
                    <a:lnTo>
                      <a:pt x="258" y="56"/>
                    </a:lnTo>
                    <a:lnTo>
                      <a:pt x="254" y="56"/>
                    </a:lnTo>
                    <a:lnTo>
                      <a:pt x="250" y="56"/>
                    </a:lnTo>
                    <a:lnTo>
                      <a:pt x="250" y="56"/>
                    </a:lnTo>
                    <a:lnTo>
                      <a:pt x="250" y="56"/>
                    </a:lnTo>
                    <a:close/>
                    <a:moveTo>
                      <a:pt x="228" y="64"/>
                    </a:moveTo>
                    <a:lnTo>
                      <a:pt x="228" y="60"/>
                    </a:lnTo>
                    <a:lnTo>
                      <a:pt x="224" y="60"/>
                    </a:lnTo>
                    <a:lnTo>
                      <a:pt x="224" y="56"/>
                    </a:lnTo>
                    <a:lnTo>
                      <a:pt x="228" y="56"/>
                    </a:lnTo>
                    <a:lnTo>
                      <a:pt x="228" y="60"/>
                    </a:lnTo>
                    <a:lnTo>
                      <a:pt x="232" y="60"/>
                    </a:lnTo>
                    <a:lnTo>
                      <a:pt x="236" y="60"/>
                    </a:lnTo>
                    <a:lnTo>
                      <a:pt x="232" y="60"/>
                    </a:lnTo>
                    <a:lnTo>
                      <a:pt x="232" y="64"/>
                    </a:lnTo>
                    <a:lnTo>
                      <a:pt x="228" y="64"/>
                    </a:lnTo>
                    <a:lnTo>
                      <a:pt x="228" y="64"/>
                    </a:lnTo>
                    <a:lnTo>
                      <a:pt x="228" y="64"/>
                    </a:lnTo>
                    <a:close/>
                    <a:moveTo>
                      <a:pt x="206" y="122"/>
                    </a:moveTo>
                    <a:lnTo>
                      <a:pt x="206" y="118"/>
                    </a:lnTo>
                    <a:lnTo>
                      <a:pt x="210" y="118"/>
                    </a:lnTo>
                    <a:lnTo>
                      <a:pt x="210" y="114"/>
                    </a:lnTo>
                    <a:lnTo>
                      <a:pt x="214" y="114"/>
                    </a:lnTo>
                    <a:lnTo>
                      <a:pt x="210" y="118"/>
                    </a:lnTo>
                    <a:lnTo>
                      <a:pt x="206" y="122"/>
                    </a:lnTo>
                    <a:lnTo>
                      <a:pt x="206" y="122"/>
                    </a:lnTo>
                    <a:lnTo>
                      <a:pt x="206" y="122"/>
                    </a:lnTo>
                    <a:close/>
                    <a:moveTo>
                      <a:pt x="120" y="178"/>
                    </a:moveTo>
                    <a:lnTo>
                      <a:pt x="116" y="174"/>
                    </a:lnTo>
                    <a:lnTo>
                      <a:pt x="120" y="174"/>
                    </a:lnTo>
                    <a:lnTo>
                      <a:pt x="124" y="174"/>
                    </a:lnTo>
                    <a:lnTo>
                      <a:pt x="124" y="178"/>
                    </a:lnTo>
                    <a:lnTo>
                      <a:pt x="120" y="178"/>
                    </a:lnTo>
                    <a:lnTo>
                      <a:pt x="120" y="178"/>
                    </a:lnTo>
                    <a:lnTo>
                      <a:pt x="120" y="178"/>
                    </a:lnTo>
                    <a:close/>
                    <a:moveTo>
                      <a:pt x="236" y="22"/>
                    </a:moveTo>
                    <a:lnTo>
                      <a:pt x="236" y="26"/>
                    </a:lnTo>
                    <a:lnTo>
                      <a:pt x="232" y="26"/>
                    </a:lnTo>
                    <a:lnTo>
                      <a:pt x="232" y="30"/>
                    </a:lnTo>
                    <a:lnTo>
                      <a:pt x="228" y="30"/>
                    </a:lnTo>
                    <a:lnTo>
                      <a:pt x="224" y="30"/>
                    </a:lnTo>
                    <a:lnTo>
                      <a:pt x="222" y="34"/>
                    </a:lnTo>
                    <a:lnTo>
                      <a:pt x="218" y="34"/>
                    </a:lnTo>
                    <a:lnTo>
                      <a:pt x="218" y="36"/>
                    </a:lnTo>
                    <a:lnTo>
                      <a:pt x="222" y="36"/>
                    </a:lnTo>
                    <a:lnTo>
                      <a:pt x="218" y="36"/>
                    </a:lnTo>
                    <a:lnTo>
                      <a:pt x="218" y="40"/>
                    </a:lnTo>
                    <a:lnTo>
                      <a:pt x="214" y="40"/>
                    </a:lnTo>
                    <a:lnTo>
                      <a:pt x="210" y="40"/>
                    </a:lnTo>
                    <a:lnTo>
                      <a:pt x="206" y="40"/>
                    </a:lnTo>
                    <a:lnTo>
                      <a:pt x="202" y="40"/>
                    </a:lnTo>
                    <a:lnTo>
                      <a:pt x="198" y="40"/>
                    </a:lnTo>
                    <a:lnTo>
                      <a:pt x="196" y="40"/>
                    </a:lnTo>
                    <a:lnTo>
                      <a:pt x="196" y="44"/>
                    </a:lnTo>
                    <a:lnTo>
                      <a:pt x="192" y="44"/>
                    </a:lnTo>
                    <a:lnTo>
                      <a:pt x="188" y="44"/>
                    </a:lnTo>
                    <a:lnTo>
                      <a:pt x="184" y="44"/>
                    </a:lnTo>
                    <a:lnTo>
                      <a:pt x="180" y="44"/>
                    </a:lnTo>
                    <a:lnTo>
                      <a:pt x="176" y="44"/>
                    </a:lnTo>
                    <a:lnTo>
                      <a:pt x="172" y="44"/>
                    </a:lnTo>
                    <a:lnTo>
                      <a:pt x="172" y="40"/>
                    </a:lnTo>
                    <a:lnTo>
                      <a:pt x="176" y="40"/>
                    </a:lnTo>
                    <a:lnTo>
                      <a:pt x="172" y="40"/>
                    </a:lnTo>
                    <a:lnTo>
                      <a:pt x="168" y="40"/>
                    </a:lnTo>
                    <a:lnTo>
                      <a:pt x="166" y="40"/>
                    </a:lnTo>
                    <a:lnTo>
                      <a:pt x="162" y="40"/>
                    </a:lnTo>
                    <a:lnTo>
                      <a:pt x="158" y="40"/>
                    </a:lnTo>
                    <a:lnTo>
                      <a:pt x="154" y="40"/>
                    </a:lnTo>
                    <a:lnTo>
                      <a:pt x="150" y="40"/>
                    </a:lnTo>
                    <a:lnTo>
                      <a:pt x="146" y="40"/>
                    </a:lnTo>
                    <a:lnTo>
                      <a:pt x="146" y="36"/>
                    </a:lnTo>
                    <a:lnTo>
                      <a:pt x="142" y="36"/>
                    </a:lnTo>
                    <a:lnTo>
                      <a:pt x="138" y="36"/>
                    </a:lnTo>
                    <a:lnTo>
                      <a:pt x="136" y="36"/>
                    </a:lnTo>
                    <a:lnTo>
                      <a:pt x="132" y="36"/>
                    </a:lnTo>
                    <a:lnTo>
                      <a:pt x="132" y="34"/>
                    </a:lnTo>
                    <a:lnTo>
                      <a:pt x="136" y="34"/>
                    </a:lnTo>
                    <a:lnTo>
                      <a:pt x="138" y="34"/>
                    </a:lnTo>
                    <a:lnTo>
                      <a:pt x="142" y="34"/>
                    </a:lnTo>
                    <a:lnTo>
                      <a:pt x="146" y="34"/>
                    </a:lnTo>
                    <a:lnTo>
                      <a:pt x="150" y="34"/>
                    </a:lnTo>
                    <a:lnTo>
                      <a:pt x="146" y="34"/>
                    </a:lnTo>
                    <a:lnTo>
                      <a:pt x="142" y="34"/>
                    </a:lnTo>
                    <a:lnTo>
                      <a:pt x="150" y="30"/>
                    </a:lnTo>
                    <a:lnTo>
                      <a:pt x="154" y="30"/>
                    </a:lnTo>
                    <a:lnTo>
                      <a:pt x="158" y="30"/>
                    </a:lnTo>
                    <a:lnTo>
                      <a:pt x="162" y="30"/>
                    </a:lnTo>
                    <a:lnTo>
                      <a:pt x="166" y="30"/>
                    </a:lnTo>
                    <a:lnTo>
                      <a:pt x="168" y="30"/>
                    </a:lnTo>
                    <a:lnTo>
                      <a:pt x="166" y="30"/>
                    </a:lnTo>
                    <a:lnTo>
                      <a:pt x="162" y="30"/>
                    </a:lnTo>
                    <a:lnTo>
                      <a:pt x="158" y="30"/>
                    </a:lnTo>
                    <a:lnTo>
                      <a:pt x="162" y="30"/>
                    </a:lnTo>
                    <a:lnTo>
                      <a:pt x="162" y="26"/>
                    </a:lnTo>
                    <a:lnTo>
                      <a:pt x="158" y="26"/>
                    </a:lnTo>
                    <a:lnTo>
                      <a:pt x="154" y="26"/>
                    </a:lnTo>
                    <a:lnTo>
                      <a:pt x="150" y="26"/>
                    </a:lnTo>
                    <a:lnTo>
                      <a:pt x="146" y="30"/>
                    </a:lnTo>
                    <a:lnTo>
                      <a:pt x="142" y="30"/>
                    </a:lnTo>
                    <a:lnTo>
                      <a:pt x="138" y="30"/>
                    </a:lnTo>
                    <a:lnTo>
                      <a:pt x="136" y="30"/>
                    </a:lnTo>
                    <a:lnTo>
                      <a:pt x="128" y="30"/>
                    </a:lnTo>
                    <a:lnTo>
                      <a:pt x="120" y="30"/>
                    </a:lnTo>
                    <a:lnTo>
                      <a:pt x="116" y="30"/>
                    </a:lnTo>
                    <a:lnTo>
                      <a:pt x="112" y="30"/>
                    </a:lnTo>
                    <a:lnTo>
                      <a:pt x="108" y="26"/>
                    </a:lnTo>
                    <a:lnTo>
                      <a:pt x="112" y="22"/>
                    </a:lnTo>
                    <a:lnTo>
                      <a:pt x="116" y="22"/>
                    </a:lnTo>
                    <a:lnTo>
                      <a:pt x="112" y="22"/>
                    </a:lnTo>
                    <a:lnTo>
                      <a:pt x="108" y="22"/>
                    </a:lnTo>
                    <a:lnTo>
                      <a:pt x="108" y="18"/>
                    </a:lnTo>
                    <a:lnTo>
                      <a:pt x="108" y="22"/>
                    </a:lnTo>
                    <a:lnTo>
                      <a:pt x="112" y="18"/>
                    </a:lnTo>
                    <a:lnTo>
                      <a:pt x="108" y="18"/>
                    </a:lnTo>
                    <a:lnTo>
                      <a:pt x="106" y="18"/>
                    </a:lnTo>
                    <a:lnTo>
                      <a:pt x="108" y="18"/>
                    </a:lnTo>
                    <a:lnTo>
                      <a:pt x="112" y="18"/>
                    </a:lnTo>
                    <a:lnTo>
                      <a:pt x="116" y="18"/>
                    </a:lnTo>
                    <a:lnTo>
                      <a:pt x="120" y="18"/>
                    </a:lnTo>
                    <a:lnTo>
                      <a:pt x="124" y="18"/>
                    </a:lnTo>
                    <a:lnTo>
                      <a:pt x="128" y="18"/>
                    </a:lnTo>
                    <a:lnTo>
                      <a:pt x="124" y="18"/>
                    </a:lnTo>
                    <a:lnTo>
                      <a:pt x="124" y="14"/>
                    </a:lnTo>
                    <a:lnTo>
                      <a:pt x="120" y="14"/>
                    </a:lnTo>
                    <a:lnTo>
                      <a:pt x="120" y="10"/>
                    </a:lnTo>
                    <a:lnTo>
                      <a:pt x="124" y="10"/>
                    </a:lnTo>
                    <a:lnTo>
                      <a:pt x="128" y="14"/>
                    </a:lnTo>
                    <a:lnTo>
                      <a:pt x="132" y="14"/>
                    </a:lnTo>
                    <a:lnTo>
                      <a:pt x="132" y="10"/>
                    </a:lnTo>
                    <a:lnTo>
                      <a:pt x="136" y="10"/>
                    </a:lnTo>
                    <a:lnTo>
                      <a:pt x="132" y="10"/>
                    </a:lnTo>
                    <a:lnTo>
                      <a:pt x="128" y="10"/>
                    </a:lnTo>
                    <a:lnTo>
                      <a:pt x="128" y="6"/>
                    </a:lnTo>
                    <a:lnTo>
                      <a:pt x="132" y="6"/>
                    </a:lnTo>
                    <a:lnTo>
                      <a:pt x="136" y="6"/>
                    </a:lnTo>
                    <a:lnTo>
                      <a:pt x="136" y="10"/>
                    </a:lnTo>
                    <a:lnTo>
                      <a:pt x="138" y="10"/>
                    </a:lnTo>
                    <a:lnTo>
                      <a:pt x="142" y="10"/>
                    </a:lnTo>
                    <a:lnTo>
                      <a:pt x="142" y="14"/>
                    </a:lnTo>
                    <a:lnTo>
                      <a:pt x="146" y="14"/>
                    </a:lnTo>
                    <a:lnTo>
                      <a:pt x="150" y="14"/>
                    </a:lnTo>
                    <a:lnTo>
                      <a:pt x="154" y="14"/>
                    </a:lnTo>
                    <a:lnTo>
                      <a:pt x="158" y="14"/>
                    </a:lnTo>
                    <a:lnTo>
                      <a:pt x="162" y="14"/>
                    </a:lnTo>
                    <a:lnTo>
                      <a:pt x="162" y="18"/>
                    </a:lnTo>
                    <a:lnTo>
                      <a:pt x="158" y="18"/>
                    </a:lnTo>
                    <a:lnTo>
                      <a:pt x="162" y="18"/>
                    </a:lnTo>
                    <a:lnTo>
                      <a:pt x="166" y="18"/>
                    </a:lnTo>
                    <a:lnTo>
                      <a:pt x="166" y="22"/>
                    </a:lnTo>
                    <a:lnTo>
                      <a:pt x="168" y="22"/>
                    </a:lnTo>
                    <a:lnTo>
                      <a:pt x="168" y="18"/>
                    </a:lnTo>
                    <a:lnTo>
                      <a:pt x="168" y="14"/>
                    </a:lnTo>
                    <a:lnTo>
                      <a:pt x="172" y="14"/>
                    </a:lnTo>
                    <a:lnTo>
                      <a:pt x="168" y="14"/>
                    </a:lnTo>
                    <a:lnTo>
                      <a:pt x="168" y="10"/>
                    </a:lnTo>
                    <a:lnTo>
                      <a:pt x="172" y="10"/>
                    </a:lnTo>
                    <a:lnTo>
                      <a:pt x="172" y="14"/>
                    </a:lnTo>
                    <a:lnTo>
                      <a:pt x="176" y="10"/>
                    </a:lnTo>
                    <a:lnTo>
                      <a:pt x="176" y="6"/>
                    </a:lnTo>
                    <a:lnTo>
                      <a:pt x="180" y="6"/>
                    </a:lnTo>
                    <a:lnTo>
                      <a:pt x="180" y="10"/>
                    </a:lnTo>
                    <a:lnTo>
                      <a:pt x="184" y="10"/>
                    </a:lnTo>
                    <a:lnTo>
                      <a:pt x="180" y="10"/>
                    </a:lnTo>
                    <a:lnTo>
                      <a:pt x="184" y="10"/>
                    </a:lnTo>
                    <a:lnTo>
                      <a:pt x="180" y="14"/>
                    </a:lnTo>
                    <a:lnTo>
                      <a:pt x="176" y="14"/>
                    </a:lnTo>
                    <a:lnTo>
                      <a:pt x="176" y="18"/>
                    </a:lnTo>
                    <a:lnTo>
                      <a:pt x="180" y="18"/>
                    </a:lnTo>
                    <a:lnTo>
                      <a:pt x="184" y="14"/>
                    </a:lnTo>
                    <a:lnTo>
                      <a:pt x="184" y="18"/>
                    </a:lnTo>
                    <a:lnTo>
                      <a:pt x="188" y="18"/>
                    </a:lnTo>
                    <a:lnTo>
                      <a:pt x="188" y="14"/>
                    </a:lnTo>
                    <a:lnTo>
                      <a:pt x="192" y="14"/>
                    </a:lnTo>
                    <a:lnTo>
                      <a:pt x="196" y="14"/>
                    </a:lnTo>
                    <a:lnTo>
                      <a:pt x="198" y="14"/>
                    </a:lnTo>
                    <a:lnTo>
                      <a:pt x="196" y="10"/>
                    </a:lnTo>
                    <a:lnTo>
                      <a:pt x="198" y="10"/>
                    </a:lnTo>
                    <a:lnTo>
                      <a:pt x="198" y="14"/>
                    </a:lnTo>
                    <a:lnTo>
                      <a:pt x="202" y="14"/>
                    </a:lnTo>
                    <a:lnTo>
                      <a:pt x="202" y="10"/>
                    </a:lnTo>
                    <a:lnTo>
                      <a:pt x="202" y="14"/>
                    </a:lnTo>
                    <a:lnTo>
                      <a:pt x="206" y="14"/>
                    </a:lnTo>
                    <a:lnTo>
                      <a:pt x="210" y="14"/>
                    </a:lnTo>
                    <a:lnTo>
                      <a:pt x="214" y="14"/>
                    </a:lnTo>
                    <a:lnTo>
                      <a:pt x="218" y="14"/>
                    </a:lnTo>
                    <a:lnTo>
                      <a:pt x="218" y="18"/>
                    </a:lnTo>
                    <a:lnTo>
                      <a:pt x="222" y="18"/>
                    </a:lnTo>
                    <a:lnTo>
                      <a:pt x="224" y="18"/>
                    </a:lnTo>
                    <a:lnTo>
                      <a:pt x="228" y="18"/>
                    </a:lnTo>
                    <a:lnTo>
                      <a:pt x="232" y="18"/>
                    </a:lnTo>
                    <a:lnTo>
                      <a:pt x="236" y="18"/>
                    </a:lnTo>
                    <a:lnTo>
                      <a:pt x="236" y="22"/>
                    </a:lnTo>
                    <a:lnTo>
                      <a:pt x="236" y="22"/>
                    </a:lnTo>
                    <a:lnTo>
                      <a:pt x="236" y="22"/>
                    </a:lnTo>
                    <a:close/>
                    <a:moveTo>
                      <a:pt x="56" y="104"/>
                    </a:moveTo>
                    <a:lnTo>
                      <a:pt x="52" y="100"/>
                    </a:lnTo>
                    <a:lnTo>
                      <a:pt x="52" y="96"/>
                    </a:lnTo>
                    <a:lnTo>
                      <a:pt x="50" y="96"/>
                    </a:lnTo>
                    <a:lnTo>
                      <a:pt x="50" y="92"/>
                    </a:lnTo>
                    <a:lnTo>
                      <a:pt x="52" y="92"/>
                    </a:lnTo>
                    <a:lnTo>
                      <a:pt x="56" y="92"/>
                    </a:lnTo>
                    <a:lnTo>
                      <a:pt x="60" y="92"/>
                    </a:lnTo>
                    <a:lnTo>
                      <a:pt x="64" y="92"/>
                    </a:lnTo>
                    <a:lnTo>
                      <a:pt x="68" y="92"/>
                    </a:lnTo>
                    <a:lnTo>
                      <a:pt x="72" y="92"/>
                    </a:lnTo>
                    <a:lnTo>
                      <a:pt x="76" y="92"/>
                    </a:lnTo>
                    <a:lnTo>
                      <a:pt x="80" y="92"/>
                    </a:lnTo>
                    <a:lnTo>
                      <a:pt x="80" y="96"/>
                    </a:lnTo>
                    <a:lnTo>
                      <a:pt x="82" y="96"/>
                    </a:lnTo>
                    <a:lnTo>
                      <a:pt x="82" y="92"/>
                    </a:lnTo>
                    <a:lnTo>
                      <a:pt x="80" y="92"/>
                    </a:lnTo>
                    <a:lnTo>
                      <a:pt x="76" y="92"/>
                    </a:lnTo>
                    <a:lnTo>
                      <a:pt x="72" y="92"/>
                    </a:lnTo>
                    <a:lnTo>
                      <a:pt x="68" y="88"/>
                    </a:lnTo>
                    <a:lnTo>
                      <a:pt x="64" y="88"/>
                    </a:lnTo>
                    <a:lnTo>
                      <a:pt x="60" y="88"/>
                    </a:lnTo>
                    <a:lnTo>
                      <a:pt x="64" y="88"/>
                    </a:lnTo>
                    <a:lnTo>
                      <a:pt x="68" y="88"/>
                    </a:lnTo>
                    <a:lnTo>
                      <a:pt x="72" y="86"/>
                    </a:lnTo>
                    <a:lnTo>
                      <a:pt x="76" y="86"/>
                    </a:lnTo>
                    <a:lnTo>
                      <a:pt x="80" y="86"/>
                    </a:lnTo>
                    <a:lnTo>
                      <a:pt x="82" y="86"/>
                    </a:lnTo>
                    <a:lnTo>
                      <a:pt x="86" y="86"/>
                    </a:lnTo>
                    <a:lnTo>
                      <a:pt x="90" y="86"/>
                    </a:lnTo>
                    <a:lnTo>
                      <a:pt x="90" y="82"/>
                    </a:lnTo>
                    <a:lnTo>
                      <a:pt x="94" y="82"/>
                    </a:lnTo>
                    <a:lnTo>
                      <a:pt x="90" y="82"/>
                    </a:lnTo>
                    <a:lnTo>
                      <a:pt x="86" y="82"/>
                    </a:lnTo>
                    <a:lnTo>
                      <a:pt x="86" y="86"/>
                    </a:lnTo>
                    <a:lnTo>
                      <a:pt x="82" y="86"/>
                    </a:lnTo>
                    <a:lnTo>
                      <a:pt x="80" y="86"/>
                    </a:lnTo>
                    <a:lnTo>
                      <a:pt x="76" y="86"/>
                    </a:lnTo>
                    <a:lnTo>
                      <a:pt x="72" y="82"/>
                    </a:lnTo>
                    <a:lnTo>
                      <a:pt x="68" y="82"/>
                    </a:lnTo>
                    <a:lnTo>
                      <a:pt x="68" y="86"/>
                    </a:lnTo>
                    <a:lnTo>
                      <a:pt x="64" y="86"/>
                    </a:lnTo>
                    <a:lnTo>
                      <a:pt x="60" y="86"/>
                    </a:lnTo>
                    <a:lnTo>
                      <a:pt x="56" y="86"/>
                    </a:lnTo>
                    <a:lnTo>
                      <a:pt x="52" y="86"/>
                    </a:lnTo>
                    <a:lnTo>
                      <a:pt x="50" y="86"/>
                    </a:lnTo>
                    <a:lnTo>
                      <a:pt x="50" y="88"/>
                    </a:lnTo>
                    <a:lnTo>
                      <a:pt x="46" y="86"/>
                    </a:lnTo>
                    <a:lnTo>
                      <a:pt x="46" y="82"/>
                    </a:lnTo>
                    <a:lnTo>
                      <a:pt x="46" y="78"/>
                    </a:lnTo>
                    <a:lnTo>
                      <a:pt x="50" y="78"/>
                    </a:lnTo>
                    <a:lnTo>
                      <a:pt x="52" y="78"/>
                    </a:lnTo>
                    <a:lnTo>
                      <a:pt x="52" y="82"/>
                    </a:lnTo>
                    <a:lnTo>
                      <a:pt x="56" y="82"/>
                    </a:lnTo>
                    <a:lnTo>
                      <a:pt x="52" y="78"/>
                    </a:lnTo>
                    <a:lnTo>
                      <a:pt x="56" y="78"/>
                    </a:lnTo>
                    <a:lnTo>
                      <a:pt x="60" y="78"/>
                    </a:lnTo>
                    <a:lnTo>
                      <a:pt x="64" y="78"/>
                    </a:lnTo>
                    <a:lnTo>
                      <a:pt x="64" y="74"/>
                    </a:lnTo>
                    <a:lnTo>
                      <a:pt x="68" y="74"/>
                    </a:lnTo>
                    <a:lnTo>
                      <a:pt x="72" y="74"/>
                    </a:lnTo>
                    <a:lnTo>
                      <a:pt x="76" y="74"/>
                    </a:lnTo>
                    <a:lnTo>
                      <a:pt x="72" y="70"/>
                    </a:lnTo>
                    <a:lnTo>
                      <a:pt x="76" y="70"/>
                    </a:lnTo>
                    <a:lnTo>
                      <a:pt x="80" y="70"/>
                    </a:lnTo>
                    <a:lnTo>
                      <a:pt x="82" y="70"/>
                    </a:lnTo>
                    <a:lnTo>
                      <a:pt x="86" y="70"/>
                    </a:lnTo>
                    <a:lnTo>
                      <a:pt x="90" y="70"/>
                    </a:lnTo>
                    <a:lnTo>
                      <a:pt x="94" y="70"/>
                    </a:lnTo>
                    <a:lnTo>
                      <a:pt x="98" y="66"/>
                    </a:lnTo>
                    <a:lnTo>
                      <a:pt x="94" y="66"/>
                    </a:lnTo>
                    <a:lnTo>
                      <a:pt x="90" y="66"/>
                    </a:lnTo>
                    <a:lnTo>
                      <a:pt x="90" y="70"/>
                    </a:lnTo>
                    <a:lnTo>
                      <a:pt x="90" y="66"/>
                    </a:lnTo>
                    <a:lnTo>
                      <a:pt x="86" y="66"/>
                    </a:lnTo>
                    <a:lnTo>
                      <a:pt x="82" y="66"/>
                    </a:lnTo>
                    <a:lnTo>
                      <a:pt x="82" y="64"/>
                    </a:lnTo>
                    <a:lnTo>
                      <a:pt x="86" y="64"/>
                    </a:lnTo>
                    <a:lnTo>
                      <a:pt x="90" y="64"/>
                    </a:lnTo>
                    <a:lnTo>
                      <a:pt x="90" y="60"/>
                    </a:lnTo>
                    <a:lnTo>
                      <a:pt x="86" y="60"/>
                    </a:lnTo>
                    <a:lnTo>
                      <a:pt x="82" y="60"/>
                    </a:lnTo>
                    <a:lnTo>
                      <a:pt x="82" y="64"/>
                    </a:lnTo>
                    <a:lnTo>
                      <a:pt x="80" y="64"/>
                    </a:lnTo>
                    <a:lnTo>
                      <a:pt x="80" y="66"/>
                    </a:lnTo>
                    <a:lnTo>
                      <a:pt x="76" y="66"/>
                    </a:lnTo>
                    <a:lnTo>
                      <a:pt x="72" y="66"/>
                    </a:lnTo>
                    <a:lnTo>
                      <a:pt x="68" y="66"/>
                    </a:lnTo>
                    <a:lnTo>
                      <a:pt x="68" y="64"/>
                    </a:lnTo>
                    <a:lnTo>
                      <a:pt x="72" y="64"/>
                    </a:lnTo>
                    <a:lnTo>
                      <a:pt x="72" y="60"/>
                    </a:lnTo>
                    <a:lnTo>
                      <a:pt x="72" y="56"/>
                    </a:lnTo>
                    <a:lnTo>
                      <a:pt x="68" y="56"/>
                    </a:lnTo>
                    <a:lnTo>
                      <a:pt x="68" y="60"/>
                    </a:lnTo>
                    <a:lnTo>
                      <a:pt x="64" y="64"/>
                    </a:lnTo>
                    <a:lnTo>
                      <a:pt x="60" y="64"/>
                    </a:lnTo>
                    <a:lnTo>
                      <a:pt x="60" y="60"/>
                    </a:lnTo>
                    <a:lnTo>
                      <a:pt x="56" y="60"/>
                    </a:lnTo>
                    <a:lnTo>
                      <a:pt x="56" y="64"/>
                    </a:lnTo>
                    <a:lnTo>
                      <a:pt x="56" y="66"/>
                    </a:lnTo>
                    <a:lnTo>
                      <a:pt x="60" y="66"/>
                    </a:lnTo>
                    <a:lnTo>
                      <a:pt x="60" y="70"/>
                    </a:lnTo>
                    <a:lnTo>
                      <a:pt x="56" y="70"/>
                    </a:lnTo>
                    <a:lnTo>
                      <a:pt x="56" y="66"/>
                    </a:lnTo>
                    <a:lnTo>
                      <a:pt x="52" y="70"/>
                    </a:lnTo>
                    <a:lnTo>
                      <a:pt x="50" y="70"/>
                    </a:lnTo>
                    <a:lnTo>
                      <a:pt x="46" y="70"/>
                    </a:lnTo>
                    <a:lnTo>
                      <a:pt x="46" y="74"/>
                    </a:lnTo>
                    <a:lnTo>
                      <a:pt x="50" y="74"/>
                    </a:lnTo>
                    <a:lnTo>
                      <a:pt x="46" y="74"/>
                    </a:lnTo>
                    <a:lnTo>
                      <a:pt x="42" y="74"/>
                    </a:lnTo>
                    <a:lnTo>
                      <a:pt x="38" y="74"/>
                    </a:lnTo>
                    <a:lnTo>
                      <a:pt x="34" y="74"/>
                    </a:lnTo>
                    <a:lnTo>
                      <a:pt x="34" y="70"/>
                    </a:lnTo>
                    <a:lnTo>
                      <a:pt x="30" y="70"/>
                    </a:lnTo>
                    <a:lnTo>
                      <a:pt x="30" y="66"/>
                    </a:lnTo>
                    <a:lnTo>
                      <a:pt x="26" y="66"/>
                    </a:lnTo>
                    <a:lnTo>
                      <a:pt x="30" y="66"/>
                    </a:lnTo>
                    <a:lnTo>
                      <a:pt x="34" y="66"/>
                    </a:lnTo>
                    <a:lnTo>
                      <a:pt x="38" y="66"/>
                    </a:lnTo>
                    <a:lnTo>
                      <a:pt x="38" y="64"/>
                    </a:lnTo>
                    <a:lnTo>
                      <a:pt x="34" y="64"/>
                    </a:lnTo>
                    <a:lnTo>
                      <a:pt x="30" y="64"/>
                    </a:lnTo>
                    <a:lnTo>
                      <a:pt x="26" y="64"/>
                    </a:lnTo>
                    <a:lnTo>
                      <a:pt x="22" y="64"/>
                    </a:lnTo>
                    <a:lnTo>
                      <a:pt x="20" y="64"/>
                    </a:lnTo>
                    <a:lnTo>
                      <a:pt x="16" y="60"/>
                    </a:lnTo>
                    <a:lnTo>
                      <a:pt x="16" y="56"/>
                    </a:lnTo>
                    <a:lnTo>
                      <a:pt x="20" y="56"/>
                    </a:lnTo>
                    <a:lnTo>
                      <a:pt x="16" y="56"/>
                    </a:lnTo>
                    <a:lnTo>
                      <a:pt x="12" y="52"/>
                    </a:lnTo>
                    <a:lnTo>
                      <a:pt x="16" y="52"/>
                    </a:lnTo>
                    <a:lnTo>
                      <a:pt x="20" y="52"/>
                    </a:lnTo>
                    <a:lnTo>
                      <a:pt x="22" y="56"/>
                    </a:lnTo>
                    <a:lnTo>
                      <a:pt x="26" y="56"/>
                    </a:lnTo>
                    <a:lnTo>
                      <a:pt x="26" y="52"/>
                    </a:lnTo>
                    <a:lnTo>
                      <a:pt x="22" y="52"/>
                    </a:lnTo>
                    <a:lnTo>
                      <a:pt x="20" y="52"/>
                    </a:lnTo>
                    <a:lnTo>
                      <a:pt x="20" y="48"/>
                    </a:lnTo>
                    <a:lnTo>
                      <a:pt x="20" y="44"/>
                    </a:lnTo>
                    <a:lnTo>
                      <a:pt x="22" y="44"/>
                    </a:lnTo>
                    <a:lnTo>
                      <a:pt x="22" y="40"/>
                    </a:lnTo>
                    <a:lnTo>
                      <a:pt x="20" y="44"/>
                    </a:lnTo>
                    <a:lnTo>
                      <a:pt x="16" y="44"/>
                    </a:lnTo>
                    <a:lnTo>
                      <a:pt x="16" y="40"/>
                    </a:lnTo>
                    <a:lnTo>
                      <a:pt x="16" y="44"/>
                    </a:lnTo>
                    <a:lnTo>
                      <a:pt x="16" y="48"/>
                    </a:lnTo>
                    <a:lnTo>
                      <a:pt x="12" y="48"/>
                    </a:lnTo>
                    <a:lnTo>
                      <a:pt x="8" y="48"/>
                    </a:lnTo>
                    <a:lnTo>
                      <a:pt x="8" y="44"/>
                    </a:lnTo>
                    <a:lnTo>
                      <a:pt x="4" y="40"/>
                    </a:lnTo>
                    <a:lnTo>
                      <a:pt x="4" y="36"/>
                    </a:lnTo>
                    <a:lnTo>
                      <a:pt x="4" y="34"/>
                    </a:lnTo>
                    <a:lnTo>
                      <a:pt x="8" y="34"/>
                    </a:lnTo>
                    <a:lnTo>
                      <a:pt x="8" y="36"/>
                    </a:lnTo>
                    <a:lnTo>
                      <a:pt x="8" y="34"/>
                    </a:lnTo>
                    <a:lnTo>
                      <a:pt x="4" y="34"/>
                    </a:lnTo>
                    <a:lnTo>
                      <a:pt x="8" y="34"/>
                    </a:lnTo>
                    <a:lnTo>
                      <a:pt x="12" y="34"/>
                    </a:lnTo>
                    <a:lnTo>
                      <a:pt x="12" y="30"/>
                    </a:lnTo>
                    <a:lnTo>
                      <a:pt x="8" y="30"/>
                    </a:lnTo>
                    <a:lnTo>
                      <a:pt x="12" y="30"/>
                    </a:lnTo>
                    <a:lnTo>
                      <a:pt x="16" y="30"/>
                    </a:lnTo>
                    <a:lnTo>
                      <a:pt x="16" y="26"/>
                    </a:lnTo>
                    <a:lnTo>
                      <a:pt x="20" y="26"/>
                    </a:lnTo>
                    <a:lnTo>
                      <a:pt x="20" y="30"/>
                    </a:lnTo>
                    <a:lnTo>
                      <a:pt x="22" y="30"/>
                    </a:lnTo>
                    <a:lnTo>
                      <a:pt x="22" y="34"/>
                    </a:lnTo>
                    <a:lnTo>
                      <a:pt x="26" y="34"/>
                    </a:lnTo>
                    <a:lnTo>
                      <a:pt x="26" y="30"/>
                    </a:lnTo>
                    <a:lnTo>
                      <a:pt x="22" y="30"/>
                    </a:lnTo>
                    <a:lnTo>
                      <a:pt x="22" y="26"/>
                    </a:lnTo>
                    <a:lnTo>
                      <a:pt x="26" y="26"/>
                    </a:lnTo>
                    <a:lnTo>
                      <a:pt x="26" y="30"/>
                    </a:lnTo>
                    <a:lnTo>
                      <a:pt x="30" y="30"/>
                    </a:lnTo>
                    <a:lnTo>
                      <a:pt x="34" y="30"/>
                    </a:lnTo>
                    <a:lnTo>
                      <a:pt x="34" y="26"/>
                    </a:lnTo>
                    <a:lnTo>
                      <a:pt x="42" y="26"/>
                    </a:lnTo>
                    <a:lnTo>
                      <a:pt x="46" y="26"/>
                    </a:lnTo>
                    <a:lnTo>
                      <a:pt x="50" y="26"/>
                    </a:lnTo>
                    <a:lnTo>
                      <a:pt x="50" y="30"/>
                    </a:lnTo>
                    <a:lnTo>
                      <a:pt x="46" y="30"/>
                    </a:lnTo>
                    <a:lnTo>
                      <a:pt x="42" y="30"/>
                    </a:lnTo>
                    <a:lnTo>
                      <a:pt x="38" y="30"/>
                    </a:lnTo>
                    <a:lnTo>
                      <a:pt x="34" y="30"/>
                    </a:lnTo>
                    <a:lnTo>
                      <a:pt x="34" y="34"/>
                    </a:lnTo>
                    <a:lnTo>
                      <a:pt x="30" y="34"/>
                    </a:lnTo>
                    <a:lnTo>
                      <a:pt x="26" y="34"/>
                    </a:lnTo>
                    <a:lnTo>
                      <a:pt x="26" y="36"/>
                    </a:lnTo>
                    <a:lnTo>
                      <a:pt x="30" y="36"/>
                    </a:lnTo>
                    <a:lnTo>
                      <a:pt x="34" y="34"/>
                    </a:lnTo>
                    <a:lnTo>
                      <a:pt x="38" y="34"/>
                    </a:lnTo>
                    <a:lnTo>
                      <a:pt x="42" y="34"/>
                    </a:lnTo>
                    <a:lnTo>
                      <a:pt x="42" y="36"/>
                    </a:lnTo>
                    <a:lnTo>
                      <a:pt x="38" y="36"/>
                    </a:lnTo>
                    <a:lnTo>
                      <a:pt x="42" y="36"/>
                    </a:lnTo>
                    <a:lnTo>
                      <a:pt x="46" y="36"/>
                    </a:lnTo>
                    <a:lnTo>
                      <a:pt x="50" y="40"/>
                    </a:lnTo>
                    <a:lnTo>
                      <a:pt x="50" y="44"/>
                    </a:lnTo>
                    <a:lnTo>
                      <a:pt x="52" y="44"/>
                    </a:lnTo>
                    <a:lnTo>
                      <a:pt x="52" y="40"/>
                    </a:lnTo>
                    <a:lnTo>
                      <a:pt x="50" y="36"/>
                    </a:lnTo>
                    <a:lnTo>
                      <a:pt x="50" y="34"/>
                    </a:lnTo>
                    <a:lnTo>
                      <a:pt x="52" y="34"/>
                    </a:lnTo>
                    <a:lnTo>
                      <a:pt x="56" y="30"/>
                    </a:lnTo>
                    <a:lnTo>
                      <a:pt x="60" y="30"/>
                    </a:lnTo>
                    <a:lnTo>
                      <a:pt x="64" y="30"/>
                    </a:lnTo>
                    <a:lnTo>
                      <a:pt x="64" y="34"/>
                    </a:lnTo>
                    <a:lnTo>
                      <a:pt x="68" y="34"/>
                    </a:lnTo>
                    <a:lnTo>
                      <a:pt x="68" y="36"/>
                    </a:lnTo>
                    <a:lnTo>
                      <a:pt x="72" y="40"/>
                    </a:lnTo>
                    <a:lnTo>
                      <a:pt x="72" y="44"/>
                    </a:lnTo>
                    <a:lnTo>
                      <a:pt x="76" y="44"/>
                    </a:lnTo>
                    <a:lnTo>
                      <a:pt x="76" y="48"/>
                    </a:lnTo>
                    <a:lnTo>
                      <a:pt x="80" y="48"/>
                    </a:lnTo>
                    <a:lnTo>
                      <a:pt x="80" y="52"/>
                    </a:lnTo>
                    <a:lnTo>
                      <a:pt x="82" y="52"/>
                    </a:lnTo>
                    <a:lnTo>
                      <a:pt x="82" y="56"/>
                    </a:lnTo>
                    <a:lnTo>
                      <a:pt x="86" y="52"/>
                    </a:lnTo>
                    <a:lnTo>
                      <a:pt x="82" y="52"/>
                    </a:lnTo>
                    <a:lnTo>
                      <a:pt x="82" y="48"/>
                    </a:lnTo>
                    <a:lnTo>
                      <a:pt x="80" y="48"/>
                    </a:lnTo>
                    <a:lnTo>
                      <a:pt x="80" y="44"/>
                    </a:lnTo>
                    <a:lnTo>
                      <a:pt x="80" y="40"/>
                    </a:lnTo>
                    <a:lnTo>
                      <a:pt x="76" y="40"/>
                    </a:lnTo>
                    <a:lnTo>
                      <a:pt x="76" y="36"/>
                    </a:lnTo>
                    <a:lnTo>
                      <a:pt x="76" y="34"/>
                    </a:lnTo>
                    <a:lnTo>
                      <a:pt x="76" y="30"/>
                    </a:lnTo>
                    <a:lnTo>
                      <a:pt x="72" y="30"/>
                    </a:lnTo>
                    <a:lnTo>
                      <a:pt x="72" y="26"/>
                    </a:lnTo>
                    <a:lnTo>
                      <a:pt x="76" y="26"/>
                    </a:lnTo>
                    <a:lnTo>
                      <a:pt x="80" y="26"/>
                    </a:lnTo>
                    <a:lnTo>
                      <a:pt x="80" y="22"/>
                    </a:lnTo>
                    <a:lnTo>
                      <a:pt x="82" y="22"/>
                    </a:lnTo>
                    <a:lnTo>
                      <a:pt x="86" y="22"/>
                    </a:lnTo>
                    <a:lnTo>
                      <a:pt x="86" y="26"/>
                    </a:lnTo>
                    <a:lnTo>
                      <a:pt x="90" y="26"/>
                    </a:lnTo>
                    <a:lnTo>
                      <a:pt x="90" y="22"/>
                    </a:lnTo>
                    <a:lnTo>
                      <a:pt x="94" y="22"/>
                    </a:lnTo>
                    <a:lnTo>
                      <a:pt x="94" y="26"/>
                    </a:lnTo>
                    <a:lnTo>
                      <a:pt x="98" y="26"/>
                    </a:lnTo>
                    <a:lnTo>
                      <a:pt x="102" y="26"/>
                    </a:lnTo>
                    <a:lnTo>
                      <a:pt x="106" y="30"/>
                    </a:lnTo>
                    <a:lnTo>
                      <a:pt x="108" y="30"/>
                    </a:lnTo>
                    <a:lnTo>
                      <a:pt x="106" y="30"/>
                    </a:lnTo>
                    <a:lnTo>
                      <a:pt x="106" y="34"/>
                    </a:lnTo>
                    <a:lnTo>
                      <a:pt x="102" y="36"/>
                    </a:lnTo>
                    <a:lnTo>
                      <a:pt x="102" y="40"/>
                    </a:lnTo>
                    <a:lnTo>
                      <a:pt x="106" y="40"/>
                    </a:lnTo>
                    <a:lnTo>
                      <a:pt x="106" y="36"/>
                    </a:lnTo>
                    <a:lnTo>
                      <a:pt x="108" y="34"/>
                    </a:lnTo>
                    <a:lnTo>
                      <a:pt x="112" y="34"/>
                    </a:lnTo>
                    <a:lnTo>
                      <a:pt x="116" y="34"/>
                    </a:lnTo>
                    <a:lnTo>
                      <a:pt x="116" y="36"/>
                    </a:lnTo>
                    <a:lnTo>
                      <a:pt x="120" y="36"/>
                    </a:lnTo>
                    <a:lnTo>
                      <a:pt x="120" y="40"/>
                    </a:lnTo>
                    <a:lnTo>
                      <a:pt x="120" y="44"/>
                    </a:lnTo>
                    <a:lnTo>
                      <a:pt x="120" y="48"/>
                    </a:lnTo>
                    <a:lnTo>
                      <a:pt x="124" y="48"/>
                    </a:lnTo>
                    <a:lnTo>
                      <a:pt x="124" y="44"/>
                    </a:lnTo>
                    <a:lnTo>
                      <a:pt x="132" y="48"/>
                    </a:lnTo>
                    <a:lnTo>
                      <a:pt x="136" y="52"/>
                    </a:lnTo>
                    <a:lnTo>
                      <a:pt x="138" y="52"/>
                    </a:lnTo>
                    <a:lnTo>
                      <a:pt x="142" y="52"/>
                    </a:lnTo>
                    <a:lnTo>
                      <a:pt x="146" y="52"/>
                    </a:lnTo>
                    <a:lnTo>
                      <a:pt x="150" y="52"/>
                    </a:lnTo>
                    <a:lnTo>
                      <a:pt x="150" y="56"/>
                    </a:lnTo>
                    <a:lnTo>
                      <a:pt x="154" y="56"/>
                    </a:lnTo>
                    <a:lnTo>
                      <a:pt x="158" y="56"/>
                    </a:lnTo>
                    <a:lnTo>
                      <a:pt x="158" y="60"/>
                    </a:lnTo>
                    <a:lnTo>
                      <a:pt x="154" y="60"/>
                    </a:lnTo>
                    <a:lnTo>
                      <a:pt x="150" y="60"/>
                    </a:lnTo>
                    <a:lnTo>
                      <a:pt x="150" y="64"/>
                    </a:lnTo>
                    <a:lnTo>
                      <a:pt x="146" y="60"/>
                    </a:lnTo>
                    <a:lnTo>
                      <a:pt x="142" y="60"/>
                    </a:lnTo>
                    <a:lnTo>
                      <a:pt x="142" y="64"/>
                    </a:lnTo>
                    <a:lnTo>
                      <a:pt x="138" y="64"/>
                    </a:lnTo>
                    <a:lnTo>
                      <a:pt x="136" y="64"/>
                    </a:lnTo>
                    <a:lnTo>
                      <a:pt x="132" y="64"/>
                    </a:lnTo>
                    <a:lnTo>
                      <a:pt x="128" y="64"/>
                    </a:lnTo>
                    <a:lnTo>
                      <a:pt x="132" y="64"/>
                    </a:lnTo>
                    <a:lnTo>
                      <a:pt x="132" y="66"/>
                    </a:lnTo>
                    <a:lnTo>
                      <a:pt x="128" y="66"/>
                    </a:lnTo>
                    <a:lnTo>
                      <a:pt x="124" y="66"/>
                    </a:lnTo>
                    <a:lnTo>
                      <a:pt x="120" y="66"/>
                    </a:lnTo>
                    <a:lnTo>
                      <a:pt x="120" y="70"/>
                    </a:lnTo>
                    <a:lnTo>
                      <a:pt x="120" y="74"/>
                    </a:lnTo>
                    <a:lnTo>
                      <a:pt x="120" y="78"/>
                    </a:lnTo>
                    <a:lnTo>
                      <a:pt x="116" y="78"/>
                    </a:lnTo>
                    <a:lnTo>
                      <a:pt x="112" y="78"/>
                    </a:lnTo>
                    <a:lnTo>
                      <a:pt x="112" y="82"/>
                    </a:lnTo>
                    <a:lnTo>
                      <a:pt x="112" y="86"/>
                    </a:lnTo>
                    <a:lnTo>
                      <a:pt x="112" y="88"/>
                    </a:lnTo>
                    <a:lnTo>
                      <a:pt x="108" y="92"/>
                    </a:lnTo>
                    <a:lnTo>
                      <a:pt x="106" y="92"/>
                    </a:lnTo>
                    <a:lnTo>
                      <a:pt x="102" y="92"/>
                    </a:lnTo>
                    <a:lnTo>
                      <a:pt x="102" y="96"/>
                    </a:lnTo>
                    <a:lnTo>
                      <a:pt x="98" y="100"/>
                    </a:lnTo>
                    <a:lnTo>
                      <a:pt x="98" y="104"/>
                    </a:lnTo>
                    <a:lnTo>
                      <a:pt x="98" y="108"/>
                    </a:lnTo>
                    <a:lnTo>
                      <a:pt x="94" y="108"/>
                    </a:lnTo>
                    <a:lnTo>
                      <a:pt x="98" y="108"/>
                    </a:lnTo>
                    <a:lnTo>
                      <a:pt x="94" y="110"/>
                    </a:lnTo>
                    <a:lnTo>
                      <a:pt x="90" y="110"/>
                    </a:lnTo>
                    <a:lnTo>
                      <a:pt x="90" y="114"/>
                    </a:lnTo>
                    <a:lnTo>
                      <a:pt x="94" y="114"/>
                    </a:lnTo>
                    <a:lnTo>
                      <a:pt x="94" y="118"/>
                    </a:lnTo>
                    <a:lnTo>
                      <a:pt x="90" y="118"/>
                    </a:lnTo>
                    <a:lnTo>
                      <a:pt x="86" y="118"/>
                    </a:lnTo>
                    <a:lnTo>
                      <a:pt x="82" y="118"/>
                    </a:lnTo>
                    <a:lnTo>
                      <a:pt x="82" y="114"/>
                    </a:lnTo>
                    <a:lnTo>
                      <a:pt x="80" y="114"/>
                    </a:lnTo>
                    <a:lnTo>
                      <a:pt x="76" y="114"/>
                    </a:lnTo>
                    <a:lnTo>
                      <a:pt x="76" y="110"/>
                    </a:lnTo>
                    <a:lnTo>
                      <a:pt x="72" y="110"/>
                    </a:lnTo>
                    <a:lnTo>
                      <a:pt x="76" y="110"/>
                    </a:lnTo>
                    <a:lnTo>
                      <a:pt x="76" y="108"/>
                    </a:lnTo>
                    <a:lnTo>
                      <a:pt x="80" y="108"/>
                    </a:lnTo>
                    <a:lnTo>
                      <a:pt x="82" y="108"/>
                    </a:lnTo>
                    <a:lnTo>
                      <a:pt x="86" y="108"/>
                    </a:lnTo>
                    <a:lnTo>
                      <a:pt x="82" y="108"/>
                    </a:lnTo>
                    <a:lnTo>
                      <a:pt x="80" y="108"/>
                    </a:lnTo>
                    <a:lnTo>
                      <a:pt x="80" y="104"/>
                    </a:lnTo>
                    <a:lnTo>
                      <a:pt x="76" y="108"/>
                    </a:lnTo>
                    <a:lnTo>
                      <a:pt x="72" y="108"/>
                    </a:lnTo>
                    <a:lnTo>
                      <a:pt x="68" y="108"/>
                    </a:lnTo>
                    <a:lnTo>
                      <a:pt x="64" y="108"/>
                    </a:lnTo>
                    <a:lnTo>
                      <a:pt x="64" y="104"/>
                    </a:lnTo>
                    <a:lnTo>
                      <a:pt x="60" y="104"/>
                    </a:lnTo>
                    <a:lnTo>
                      <a:pt x="56" y="104"/>
                    </a:lnTo>
                    <a:lnTo>
                      <a:pt x="56" y="104"/>
                    </a:lnTo>
                    <a:lnTo>
                      <a:pt x="56" y="104"/>
                    </a:lnTo>
                    <a:close/>
                    <a:moveTo>
                      <a:pt x="22" y="74"/>
                    </a:moveTo>
                    <a:lnTo>
                      <a:pt x="20" y="74"/>
                    </a:lnTo>
                    <a:lnTo>
                      <a:pt x="20" y="70"/>
                    </a:lnTo>
                    <a:lnTo>
                      <a:pt x="16" y="70"/>
                    </a:lnTo>
                    <a:lnTo>
                      <a:pt x="16" y="66"/>
                    </a:lnTo>
                    <a:lnTo>
                      <a:pt x="12" y="66"/>
                    </a:lnTo>
                    <a:lnTo>
                      <a:pt x="8" y="66"/>
                    </a:lnTo>
                    <a:lnTo>
                      <a:pt x="8" y="64"/>
                    </a:lnTo>
                    <a:lnTo>
                      <a:pt x="4" y="64"/>
                    </a:lnTo>
                    <a:lnTo>
                      <a:pt x="4" y="60"/>
                    </a:lnTo>
                    <a:lnTo>
                      <a:pt x="0" y="60"/>
                    </a:lnTo>
                    <a:lnTo>
                      <a:pt x="0" y="56"/>
                    </a:lnTo>
                    <a:lnTo>
                      <a:pt x="4" y="56"/>
                    </a:lnTo>
                    <a:lnTo>
                      <a:pt x="8" y="56"/>
                    </a:lnTo>
                    <a:lnTo>
                      <a:pt x="8" y="60"/>
                    </a:lnTo>
                    <a:lnTo>
                      <a:pt x="12" y="64"/>
                    </a:lnTo>
                    <a:lnTo>
                      <a:pt x="16" y="64"/>
                    </a:lnTo>
                    <a:lnTo>
                      <a:pt x="16" y="66"/>
                    </a:lnTo>
                    <a:lnTo>
                      <a:pt x="20" y="66"/>
                    </a:lnTo>
                    <a:lnTo>
                      <a:pt x="22" y="70"/>
                    </a:lnTo>
                    <a:lnTo>
                      <a:pt x="22" y="74"/>
                    </a:lnTo>
                    <a:lnTo>
                      <a:pt x="22" y="74"/>
                    </a:lnTo>
                    <a:lnTo>
                      <a:pt x="22" y="74"/>
                    </a:lnTo>
                    <a:close/>
                    <a:moveTo>
                      <a:pt x="136" y="66"/>
                    </a:moveTo>
                    <a:lnTo>
                      <a:pt x="138" y="66"/>
                    </a:lnTo>
                    <a:lnTo>
                      <a:pt x="142" y="64"/>
                    </a:lnTo>
                    <a:lnTo>
                      <a:pt x="146" y="64"/>
                    </a:lnTo>
                    <a:lnTo>
                      <a:pt x="150" y="64"/>
                    </a:lnTo>
                    <a:lnTo>
                      <a:pt x="154" y="64"/>
                    </a:lnTo>
                    <a:lnTo>
                      <a:pt x="158" y="64"/>
                    </a:lnTo>
                    <a:lnTo>
                      <a:pt x="162" y="64"/>
                    </a:lnTo>
                    <a:lnTo>
                      <a:pt x="166" y="64"/>
                    </a:lnTo>
                    <a:lnTo>
                      <a:pt x="166" y="66"/>
                    </a:lnTo>
                    <a:lnTo>
                      <a:pt x="166" y="70"/>
                    </a:lnTo>
                    <a:lnTo>
                      <a:pt x="168" y="70"/>
                    </a:lnTo>
                    <a:lnTo>
                      <a:pt x="166" y="74"/>
                    </a:lnTo>
                    <a:lnTo>
                      <a:pt x="162" y="74"/>
                    </a:lnTo>
                    <a:lnTo>
                      <a:pt x="162" y="70"/>
                    </a:lnTo>
                    <a:lnTo>
                      <a:pt x="158" y="74"/>
                    </a:lnTo>
                    <a:lnTo>
                      <a:pt x="154" y="74"/>
                    </a:lnTo>
                    <a:lnTo>
                      <a:pt x="150" y="74"/>
                    </a:lnTo>
                    <a:lnTo>
                      <a:pt x="146" y="74"/>
                    </a:lnTo>
                    <a:lnTo>
                      <a:pt x="142" y="74"/>
                    </a:lnTo>
                    <a:lnTo>
                      <a:pt x="146" y="74"/>
                    </a:lnTo>
                    <a:lnTo>
                      <a:pt x="146" y="70"/>
                    </a:lnTo>
                    <a:lnTo>
                      <a:pt x="142" y="70"/>
                    </a:lnTo>
                    <a:lnTo>
                      <a:pt x="142" y="66"/>
                    </a:lnTo>
                    <a:lnTo>
                      <a:pt x="138" y="66"/>
                    </a:lnTo>
                    <a:lnTo>
                      <a:pt x="136" y="66"/>
                    </a:lnTo>
                    <a:lnTo>
                      <a:pt x="136" y="66"/>
                    </a:lnTo>
                    <a:lnTo>
                      <a:pt x="136" y="66"/>
                    </a:lnTo>
                    <a:close/>
                    <a:moveTo>
                      <a:pt x="172" y="100"/>
                    </a:moveTo>
                    <a:lnTo>
                      <a:pt x="168" y="100"/>
                    </a:lnTo>
                    <a:lnTo>
                      <a:pt x="168" y="96"/>
                    </a:lnTo>
                    <a:lnTo>
                      <a:pt x="172" y="92"/>
                    </a:lnTo>
                    <a:lnTo>
                      <a:pt x="168" y="92"/>
                    </a:lnTo>
                    <a:lnTo>
                      <a:pt x="166" y="92"/>
                    </a:lnTo>
                    <a:lnTo>
                      <a:pt x="162" y="92"/>
                    </a:lnTo>
                    <a:lnTo>
                      <a:pt x="158" y="92"/>
                    </a:lnTo>
                    <a:lnTo>
                      <a:pt x="154" y="92"/>
                    </a:lnTo>
                    <a:lnTo>
                      <a:pt x="154" y="96"/>
                    </a:lnTo>
                    <a:lnTo>
                      <a:pt x="150" y="96"/>
                    </a:lnTo>
                    <a:lnTo>
                      <a:pt x="146" y="96"/>
                    </a:lnTo>
                    <a:lnTo>
                      <a:pt x="146" y="92"/>
                    </a:lnTo>
                    <a:lnTo>
                      <a:pt x="150" y="92"/>
                    </a:lnTo>
                    <a:lnTo>
                      <a:pt x="150" y="88"/>
                    </a:lnTo>
                    <a:lnTo>
                      <a:pt x="154" y="88"/>
                    </a:lnTo>
                    <a:lnTo>
                      <a:pt x="154" y="86"/>
                    </a:lnTo>
                    <a:lnTo>
                      <a:pt x="158" y="82"/>
                    </a:lnTo>
                    <a:lnTo>
                      <a:pt x="154" y="82"/>
                    </a:lnTo>
                    <a:lnTo>
                      <a:pt x="150" y="78"/>
                    </a:lnTo>
                    <a:lnTo>
                      <a:pt x="146" y="78"/>
                    </a:lnTo>
                    <a:lnTo>
                      <a:pt x="146" y="74"/>
                    </a:lnTo>
                    <a:lnTo>
                      <a:pt x="150" y="74"/>
                    </a:lnTo>
                    <a:lnTo>
                      <a:pt x="154" y="74"/>
                    </a:lnTo>
                    <a:lnTo>
                      <a:pt x="158" y="74"/>
                    </a:lnTo>
                    <a:lnTo>
                      <a:pt x="162" y="74"/>
                    </a:lnTo>
                    <a:lnTo>
                      <a:pt x="166" y="74"/>
                    </a:lnTo>
                    <a:lnTo>
                      <a:pt x="168" y="74"/>
                    </a:lnTo>
                    <a:lnTo>
                      <a:pt x="176" y="74"/>
                    </a:lnTo>
                    <a:lnTo>
                      <a:pt x="180" y="74"/>
                    </a:lnTo>
                    <a:lnTo>
                      <a:pt x="184" y="74"/>
                    </a:lnTo>
                    <a:lnTo>
                      <a:pt x="184" y="78"/>
                    </a:lnTo>
                    <a:lnTo>
                      <a:pt x="180" y="78"/>
                    </a:lnTo>
                    <a:lnTo>
                      <a:pt x="176" y="78"/>
                    </a:lnTo>
                    <a:lnTo>
                      <a:pt x="180" y="78"/>
                    </a:lnTo>
                    <a:lnTo>
                      <a:pt x="180" y="82"/>
                    </a:lnTo>
                    <a:lnTo>
                      <a:pt x="184" y="82"/>
                    </a:lnTo>
                    <a:lnTo>
                      <a:pt x="188" y="82"/>
                    </a:lnTo>
                    <a:lnTo>
                      <a:pt x="188" y="86"/>
                    </a:lnTo>
                    <a:lnTo>
                      <a:pt x="192" y="86"/>
                    </a:lnTo>
                    <a:lnTo>
                      <a:pt x="192" y="82"/>
                    </a:lnTo>
                    <a:lnTo>
                      <a:pt x="196" y="82"/>
                    </a:lnTo>
                    <a:lnTo>
                      <a:pt x="198" y="86"/>
                    </a:lnTo>
                    <a:lnTo>
                      <a:pt x="202" y="86"/>
                    </a:lnTo>
                    <a:lnTo>
                      <a:pt x="206" y="86"/>
                    </a:lnTo>
                    <a:lnTo>
                      <a:pt x="202" y="86"/>
                    </a:lnTo>
                    <a:lnTo>
                      <a:pt x="198" y="88"/>
                    </a:lnTo>
                    <a:lnTo>
                      <a:pt x="196" y="88"/>
                    </a:lnTo>
                    <a:lnTo>
                      <a:pt x="192" y="88"/>
                    </a:lnTo>
                    <a:lnTo>
                      <a:pt x="192" y="92"/>
                    </a:lnTo>
                    <a:lnTo>
                      <a:pt x="188" y="96"/>
                    </a:lnTo>
                    <a:lnTo>
                      <a:pt x="184" y="96"/>
                    </a:lnTo>
                    <a:lnTo>
                      <a:pt x="180" y="96"/>
                    </a:lnTo>
                    <a:lnTo>
                      <a:pt x="176" y="96"/>
                    </a:lnTo>
                    <a:lnTo>
                      <a:pt x="176" y="100"/>
                    </a:lnTo>
                    <a:lnTo>
                      <a:pt x="172" y="100"/>
                    </a:lnTo>
                    <a:lnTo>
                      <a:pt x="172" y="100"/>
                    </a:lnTo>
                    <a:lnTo>
                      <a:pt x="172" y="1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29" name="Freeform 123"/>
              <p:cNvSpPr>
                <a:spLocks noEditPoints="1"/>
              </p:cNvSpPr>
              <p:nvPr/>
            </p:nvSpPr>
            <p:spPr bwMode="gray">
              <a:xfrm>
                <a:off x="5071280" y="2175172"/>
                <a:ext cx="326982" cy="556562"/>
              </a:xfrm>
              <a:custGeom>
                <a:avLst/>
                <a:gdLst>
                  <a:gd name="T0" fmla="*/ 106 w 188"/>
                  <a:gd name="T1" fmla="*/ 232 h 320"/>
                  <a:gd name="T2" fmla="*/ 98 w 188"/>
                  <a:gd name="T3" fmla="*/ 238 h 320"/>
                  <a:gd name="T4" fmla="*/ 78 w 188"/>
                  <a:gd name="T5" fmla="*/ 250 h 320"/>
                  <a:gd name="T6" fmla="*/ 76 w 188"/>
                  <a:gd name="T7" fmla="*/ 254 h 320"/>
                  <a:gd name="T8" fmla="*/ 82 w 188"/>
                  <a:gd name="T9" fmla="*/ 264 h 320"/>
                  <a:gd name="T10" fmla="*/ 76 w 188"/>
                  <a:gd name="T11" fmla="*/ 280 h 320"/>
                  <a:gd name="T12" fmla="*/ 64 w 188"/>
                  <a:gd name="T13" fmla="*/ 302 h 320"/>
                  <a:gd name="T14" fmla="*/ 46 w 188"/>
                  <a:gd name="T15" fmla="*/ 314 h 320"/>
                  <a:gd name="T16" fmla="*/ 30 w 188"/>
                  <a:gd name="T17" fmla="*/ 320 h 320"/>
                  <a:gd name="T18" fmla="*/ 26 w 188"/>
                  <a:gd name="T19" fmla="*/ 302 h 320"/>
                  <a:gd name="T20" fmla="*/ 18 w 188"/>
                  <a:gd name="T21" fmla="*/ 284 h 320"/>
                  <a:gd name="T22" fmla="*/ 8 w 188"/>
                  <a:gd name="T23" fmla="*/ 264 h 320"/>
                  <a:gd name="T24" fmla="*/ 4 w 188"/>
                  <a:gd name="T25" fmla="*/ 246 h 320"/>
                  <a:gd name="T26" fmla="*/ 8 w 188"/>
                  <a:gd name="T27" fmla="*/ 242 h 320"/>
                  <a:gd name="T28" fmla="*/ 16 w 188"/>
                  <a:gd name="T29" fmla="*/ 220 h 320"/>
                  <a:gd name="T30" fmla="*/ 18 w 188"/>
                  <a:gd name="T31" fmla="*/ 198 h 320"/>
                  <a:gd name="T32" fmla="*/ 22 w 188"/>
                  <a:gd name="T33" fmla="*/ 182 h 320"/>
                  <a:gd name="T34" fmla="*/ 16 w 188"/>
                  <a:gd name="T35" fmla="*/ 162 h 320"/>
                  <a:gd name="T36" fmla="*/ 16 w 188"/>
                  <a:gd name="T37" fmla="*/ 134 h 320"/>
                  <a:gd name="T38" fmla="*/ 46 w 188"/>
                  <a:gd name="T39" fmla="*/ 112 h 320"/>
                  <a:gd name="T40" fmla="*/ 46 w 188"/>
                  <a:gd name="T41" fmla="*/ 98 h 320"/>
                  <a:gd name="T42" fmla="*/ 52 w 188"/>
                  <a:gd name="T43" fmla="*/ 76 h 320"/>
                  <a:gd name="T44" fmla="*/ 76 w 188"/>
                  <a:gd name="T45" fmla="*/ 52 h 320"/>
                  <a:gd name="T46" fmla="*/ 78 w 188"/>
                  <a:gd name="T47" fmla="*/ 30 h 320"/>
                  <a:gd name="T48" fmla="*/ 102 w 188"/>
                  <a:gd name="T49" fmla="*/ 20 h 320"/>
                  <a:gd name="T50" fmla="*/ 128 w 188"/>
                  <a:gd name="T51" fmla="*/ 20 h 320"/>
                  <a:gd name="T52" fmla="*/ 138 w 188"/>
                  <a:gd name="T53" fmla="*/ 4 h 320"/>
                  <a:gd name="T54" fmla="*/ 162 w 188"/>
                  <a:gd name="T55" fmla="*/ 16 h 320"/>
                  <a:gd name="T56" fmla="*/ 176 w 188"/>
                  <a:gd name="T57" fmla="*/ 42 h 320"/>
                  <a:gd name="T58" fmla="*/ 180 w 188"/>
                  <a:gd name="T59" fmla="*/ 64 h 320"/>
                  <a:gd name="T60" fmla="*/ 176 w 188"/>
                  <a:gd name="T61" fmla="*/ 82 h 320"/>
                  <a:gd name="T62" fmla="*/ 158 w 188"/>
                  <a:gd name="T63" fmla="*/ 86 h 320"/>
                  <a:gd name="T64" fmla="*/ 158 w 188"/>
                  <a:gd name="T65" fmla="*/ 90 h 320"/>
                  <a:gd name="T66" fmla="*/ 150 w 188"/>
                  <a:gd name="T67" fmla="*/ 98 h 320"/>
                  <a:gd name="T68" fmla="*/ 142 w 188"/>
                  <a:gd name="T69" fmla="*/ 108 h 320"/>
                  <a:gd name="T70" fmla="*/ 146 w 188"/>
                  <a:gd name="T71" fmla="*/ 120 h 320"/>
                  <a:gd name="T72" fmla="*/ 124 w 188"/>
                  <a:gd name="T73" fmla="*/ 134 h 320"/>
                  <a:gd name="T74" fmla="*/ 116 w 188"/>
                  <a:gd name="T75" fmla="*/ 142 h 320"/>
                  <a:gd name="T76" fmla="*/ 106 w 188"/>
                  <a:gd name="T77" fmla="*/ 150 h 320"/>
                  <a:gd name="T78" fmla="*/ 98 w 188"/>
                  <a:gd name="T79" fmla="*/ 150 h 320"/>
                  <a:gd name="T80" fmla="*/ 90 w 188"/>
                  <a:gd name="T81" fmla="*/ 168 h 320"/>
                  <a:gd name="T82" fmla="*/ 86 w 188"/>
                  <a:gd name="T83" fmla="*/ 178 h 320"/>
                  <a:gd name="T84" fmla="*/ 90 w 188"/>
                  <a:gd name="T85" fmla="*/ 206 h 320"/>
                  <a:gd name="T86" fmla="*/ 108 w 188"/>
                  <a:gd name="T87" fmla="*/ 212 h 320"/>
                  <a:gd name="T88" fmla="*/ 106 w 188"/>
                  <a:gd name="T89" fmla="*/ 232 h 320"/>
                  <a:gd name="T90" fmla="*/ 94 w 188"/>
                  <a:gd name="T91" fmla="*/ 224 h 320"/>
                  <a:gd name="T92" fmla="*/ 94 w 188"/>
                  <a:gd name="T93" fmla="*/ 228 h 320"/>
                  <a:gd name="T94" fmla="*/ 78 w 188"/>
                  <a:gd name="T95" fmla="*/ 228 h 320"/>
                  <a:gd name="T96" fmla="*/ 86 w 188"/>
                  <a:gd name="T97" fmla="*/ 232 h 320"/>
                  <a:gd name="T98" fmla="*/ 90 w 188"/>
                  <a:gd name="T99" fmla="*/ 162 h 320"/>
                  <a:gd name="T100" fmla="*/ 86 w 188"/>
                  <a:gd name="T101" fmla="*/ 232 h 320"/>
                  <a:gd name="T102" fmla="*/ 94 w 188"/>
                  <a:gd name="T103" fmla="*/ 234 h 320"/>
                  <a:gd name="T104" fmla="*/ 106 w 188"/>
                  <a:gd name="T105" fmla="*/ 206 h 320"/>
                  <a:gd name="T106" fmla="*/ 12 w 188"/>
                  <a:gd name="T107" fmla="*/ 258 h 320"/>
                  <a:gd name="T108" fmla="*/ 12 w 188"/>
                  <a:gd name="T109" fmla="*/ 264 h 320"/>
                  <a:gd name="T110" fmla="*/ 108 w 188"/>
                  <a:gd name="T111" fmla="*/ 276 h 320"/>
                  <a:gd name="T112" fmla="*/ 102 w 188"/>
                  <a:gd name="T113" fmla="*/ 272 h 320"/>
                  <a:gd name="T114" fmla="*/ 76 w 188"/>
                  <a:gd name="T115" fmla="*/ 294 h 320"/>
                  <a:gd name="T116" fmla="*/ 86 w 188"/>
                  <a:gd name="T117" fmla="*/ 284 h 320"/>
                  <a:gd name="T118" fmla="*/ 76 w 188"/>
                  <a:gd name="T119" fmla="*/ 302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8" h="320">
                    <a:moveTo>
                      <a:pt x="90" y="234"/>
                    </a:moveTo>
                    <a:lnTo>
                      <a:pt x="94" y="234"/>
                    </a:lnTo>
                    <a:lnTo>
                      <a:pt x="98" y="234"/>
                    </a:lnTo>
                    <a:lnTo>
                      <a:pt x="98" y="232"/>
                    </a:lnTo>
                    <a:lnTo>
                      <a:pt x="98" y="234"/>
                    </a:lnTo>
                    <a:lnTo>
                      <a:pt x="102" y="234"/>
                    </a:lnTo>
                    <a:lnTo>
                      <a:pt x="102" y="232"/>
                    </a:lnTo>
                    <a:lnTo>
                      <a:pt x="106" y="232"/>
                    </a:lnTo>
                    <a:lnTo>
                      <a:pt x="106" y="234"/>
                    </a:lnTo>
                    <a:lnTo>
                      <a:pt x="106" y="232"/>
                    </a:lnTo>
                    <a:lnTo>
                      <a:pt x="108" y="232"/>
                    </a:lnTo>
                    <a:lnTo>
                      <a:pt x="108" y="234"/>
                    </a:lnTo>
                    <a:lnTo>
                      <a:pt x="106" y="234"/>
                    </a:lnTo>
                    <a:lnTo>
                      <a:pt x="102" y="234"/>
                    </a:lnTo>
                    <a:lnTo>
                      <a:pt x="102" y="238"/>
                    </a:lnTo>
                    <a:lnTo>
                      <a:pt x="98" y="238"/>
                    </a:lnTo>
                    <a:lnTo>
                      <a:pt x="98" y="242"/>
                    </a:lnTo>
                    <a:lnTo>
                      <a:pt x="94" y="238"/>
                    </a:lnTo>
                    <a:lnTo>
                      <a:pt x="94" y="242"/>
                    </a:lnTo>
                    <a:lnTo>
                      <a:pt x="90" y="246"/>
                    </a:lnTo>
                    <a:lnTo>
                      <a:pt x="86" y="246"/>
                    </a:lnTo>
                    <a:lnTo>
                      <a:pt x="86" y="250"/>
                    </a:lnTo>
                    <a:lnTo>
                      <a:pt x="82" y="250"/>
                    </a:lnTo>
                    <a:lnTo>
                      <a:pt x="78" y="250"/>
                    </a:lnTo>
                    <a:lnTo>
                      <a:pt x="76" y="250"/>
                    </a:lnTo>
                    <a:lnTo>
                      <a:pt x="72" y="250"/>
                    </a:lnTo>
                    <a:lnTo>
                      <a:pt x="76" y="250"/>
                    </a:lnTo>
                    <a:lnTo>
                      <a:pt x="78" y="250"/>
                    </a:lnTo>
                    <a:lnTo>
                      <a:pt x="82" y="250"/>
                    </a:lnTo>
                    <a:lnTo>
                      <a:pt x="82" y="254"/>
                    </a:lnTo>
                    <a:lnTo>
                      <a:pt x="78" y="254"/>
                    </a:lnTo>
                    <a:lnTo>
                      <a:pt x="76" y="254"/>
                    </a:lnTo>
                    <a:lnTo>
                      <a:pt x="78" y="254"/>
                    </a:lnTo>
                    <a:lnTo>
                      <a:pt x="82" y="254"/>
                    </a:lnTo>
                    <a:lnTo>
                      <a:pt x="82" y="258"/>
                    </a:lnTo>
                    <a:lnTo>
                      <a:pt x="82" y="262"/>
                    </a:lnTo>
                    <a:lnTo>
                      <a:pt x="78" y="262"/>
                    </a:lnTo>
                    <a:lnTo>
                      <a:pt x="82" y="262"/>
                    </a:lnTo>
                    <a:lnTo>
                      <a:pt x="78" y="264"/>
                    </a:lnTo>
                    <a:lnTo>
                      <a:pt x="82" y="264"/>
                    </a:lnTo>
                    <a:lnTo>
                      <a:pt x="78" y="264"/>
                    </a:lnTo>
                    <a:lnTo>
                      <a:pt x="78" y="268"/>
                    </a:lnTo>
                    <a:lnTo>
                      <a:pt x="76" y="264"/>
                    </a:lnTo>
                    <a:lnTo>
                      <a:pt x="78" y="268"/>
                    </a:lnTo>
                    <a:lnTo>
                      <a:pt x="78" y="272"/>
                    </a:lnTo>
                    <a:lnTo>
                      <a:pt x="78" y="276"/>
                    </a:lnTo>
                    <a:lnTo>
                      <a:pt x="78" y="280"/>
                    </a:lnTo>
                    <a:lnTo>
                      <a:pt x="76" y="280"/>
                    </a:lnTo>
                    <a:lnTo>
                      <a:pt x="78" y="284"/>
                    </a:lnTo>
                    <a:lnTo>
                      <a:pt x="76" y="288"/>
                    </a:lnTo>
                    <a:lnTo>
                      <a:pt x="76" y="292"/>
                    </a:lnTo>
                    <a:lnTo>
                      <a:pt x="76" y="294"/>
                    </a:lnTo>
                    <a:lnTo>
                      <a:pt x="72" y="298"/>
                    </a:lnTo>
                    <a:lnTo>
                      <a:pt x="72" y="302"/>
                    </a:lnTo>
                    <a:lnTo>
                      <a:pt x="68" y="306"/>
                    </a:lnTo>
                    <a:lnTo>
                      <a:pt x="64" y="302"/>
                    </a:lnTo>
                    <a:lnTo>
                      <a:pt x="60" y="306"/>
                    </a:lnTo>
                    <a:lnTo>
                      <a:pt x="56" y="302"/>
                    </a:lnTo>
                    <a:lnTo>
                      <a:pt x="52" y="302"/>
                    </a:lnTo>
                    <a:lnTo>
                      <a:pt x="52" y="306"/>
                    </a:lnTo>
                    <a:lnTo>
                      <a:pt x="48" y="306"/>
                    </a:lnTo>
                    <a:lnTo>
                      <a:pt x="48" y="310"/>
                    </a:lnTo>
                    <a:lnTo>
                      <a:pt x="46" y="310"/>
                    </a:lnTo>
                    <a:lnTo>
                      <a:pt x="46" y="314"/>
                    </a:lnTo>
                    <a:lnTo>
                      <a:pt x="46" y="318"/>
                    </a:lnTo>
                    <a:lnTo>
                      <a:pt x="48" y="318"/>
                    </a:lnTo>
                    <a:lnTo>
                      <a:pt x="46" y="318"/>
                    </a:lnTo>
                    <a:lnTo>
                      <a:pt x="46" y="320"/>
                    </a:lnTo>
                    <a:lnTo>
                      <a:pt x="42" y="320"/>
                    </a:lnTo>
                    <a:lnTo>
                      <a:pt x="38" y="320"/>
                    </a:lnTo>
                    <a:lnTo>
                      <a:pt x="34" y="320"/>
                    </a:lnTo>
                    <a:lnTo>
                      <a:pt x="30" y="320"/>
                    </a:lnTo>
                    <a:lnTo>
                      <a:pt x="26" y="320"/>
                    </a:lnTo>
                    <a:lnTo>
                      <a:pt x="26" y="318"/>
                    </a:lnTo>
                    <a:lnTo>
                      <a:pt x="30" y="314"/>
                    </a:lnTo>
                    <a:lnTo>
                      <a:pt x="26" y="310"/>
                    </a:lnTo>
                    <a:lnTo>
                      <a:pt x="22" y="306"/>
                    </a:lnTo>
                    <a:lnTo>
                      <a:pt x="18" y="302"/>
                    </a:lnTo>
                    <a:lnTo>
                      <a:pt x="22" y="302"/>
                    </a:lnTo>
                    <a:lnTo>
                      <a:pt x="26" y="302"/>
                    </a:lnTo>
                    <a:lnTo>
                      <a:pt x="22" y="298"/>
                    </a:lnTo>
                    <a:lnTo>
                      <a:pt x="26" y="298"/>
                    </a:lnTo>
                    <a:lnTo>
                      <a:pt x="26" y="294"/>
                    </a:lnTo>
                    <a:lnTo>
                      <a:pt x="22" y="294"/>
                    </a:lnTo>
                    <a:lnTo>
                      <a:pt x="22" y="292"/>
                    </a:lnTo>
                    <a:lnTo>
                      <a:pt x="22" y="288"/>
                    </a:lnTo>
                    <a:lnTo>
                      <a:pt x="18" y="288"/>
                    </a:lnTo>
                    <a:lnTo>
                      <a:pt x="18" y="284"/>
                    </a:lnTo>
                    <a:lnTo>
                      <a:pt x="16" y="284"/>
                    </a:lnTo>
                    <a:lnTo>
                      <a:pt x="16" y="280"/>
                    </a:lnTo>
                    <a:lnTo>
                      <a:pt x="16" y="276"/>
                    </a:lnTo>
                    <a:lnTo>
                      <a:pt x="12" y="276"/>
                    </a:lnTo>
                    <a:lnTo>
                      <a:pt x="12" y="272"/>
                    </a:lnTo>
                    <a:lnTo>
                      <a:pt x="12" y="268"/>
                    </a:lnTo>
                    <a:lnTo>
                      <a:pt x="8" y="268"/>
                    </a:lnTo>
                    <a:lnTo>
                      <a:pt x="8" y="264"/>
                    </a:lnTo>
                    <a:lnTo>
                      <a:pt x="12" y="264"/>
                    </a:lnTo>
                    <a:lnTo>
                      <a:pt x="12" y="262"/>
                    </a:lnTo>
                    <a:lnTo>
                      <a:pt x="12" y="258"/>
                    </a:lnTo>
                    <a:lnTo>
                      <a:pt x="8" y="258"/>
                    </a:lnTo>
                    <a:lnTo>
                      <a:pt x="4" y="258"/>
                    </a:lnTo>
                    <a:lnTo>
                      <a:pt x="4" y="254"/>
                    </a:lnTo>
                    <a:lnTo>
                      <a:pt x="4" y="250"/>
                    </a:lnTo>
                    <a:lnTo>
                      <a:pt x="4" y="246"/>
                    </a:lnTo>
                    <a:lnTo>
                      <a:pt x="0" y="246"/>
                    </a:lnTo>
                    <a:lnTo>
                      <a:pt x="4" y="246"/>
                    </a:lnTo>
                    <a:lnTo>
                      <a:pt x="4" y="242"/>
                    </a:lnTo>
                    <a:lnTo>
                      <a:pt x="0" y="242"/>
                    </a:lnTo>
                    <a:lnTo>
                      <a:pt x="0" y="238"/>
                    </a:lnTo>
                    <a:lnTo>
                      <a:pt x="4" y="238"/>
                    </a:lnTo>
                    <a:lnTo>
                      <a:pt x="4" y="242"/>
                    </a:lnTo>
                    <a:lnTo>
                      <a:pt x="8" y="242"/>
                    </a:lnTo>
                    <a:lnTo>
                      <a:pt x="12" y="238"/>
                    </a:lnTo>
                    <a:lnTo>
                      <a:pt x="12" y="234"/>
                    </a:lnTo>
                    <a:lnTo>
                      <a:pt x="12" y="232"/>
                    </a:lnTo>
                    <a:lnTo>
                      <a:pt x="8" y="228"/>
                    </a:lnTo>
                    <a:lnTo>
                      <a:pt x="12" y="228"/>
                    </a:lnTo>
                    <a:lnTo>
                      <a:pt x="12" y="224"/>
                    </a:lnTo>
                    <a:lnTo>
                      <a:pt x="12" y="220"/>
                    </a:lnTo>
                    <a:lnTo>
                      <a:pt x="16" y="220"/>
                    </a:lnTo>
                    <a:lnTo>
                      <a:pt x="18" y="220"/>
                    </a:lnTo>
                    <a:lnTo>
                      <a:pt x="18" y="216"/>
                    </a:lnTo>
                    <a:lnTo>
                      <a:pt x="18" y="212"/>
                    </a:lnTo>
                    <a:lnTo>
                      <a:pt x="22" y="208"/>
                    </a:lnTo>
                    <a:lnTo>
                      <a:pt x="22" y="206"/>
                    </a:lnTo>
                    <a:lnTo>
                      <a:pt x="18" y="206"/>
                    </a:lnTo>
                    <a:lnTo>
                      <a:pt x="18" y="202"/>
                    </a:lnTo>
                    <a:lnTo>
                      <a:pt x="18" y="198"/>
                    </a:lnTo>
                    <a:lnTo>
                      <a:pt x="16" y="194"/>
                    </a:lnTo>
                    <a:lnTo>
                      <a:pt x="18" y="194"/>
                    </a:lnTo>
                    <a:lnTo>
                      <a:pt x="22" y="194"/>
                    </a:lnTo>
                    <a:lnTo>
                      <a:pt x="22" y="190"/>
                    </a:lnTo>
                    <a:lnTo>
                      <a:pt x="26" y="190"/>
                    </a:lnTo>
                    <a:lnTo>
                      <a:pt x="26" y="186"/>
                    </a:lnTo>
                    <a:lnTo>
                      <a:pt x="22" y="186"/>
                    </a:lnTo>
                    <a:lnTo>
                      <a:pt x="22" y="182"/>
                    </a:lnTo>
                    <a:lnTo>
                      <a:pt x="18" y="182"/>
                    </a:lnTo>
                    <a:lnTo>
                      <a:pt x="16" y="178"/>
                    </a:lnTo>
                    <a:lnTo>
                      <a:pt x="16" y="176"/>
                    </a:lnTo>
                    <a:lnTo>
                      <a:pt x="16" y="172"/>
                    </a:lnTo>
                    <a:lnTo>
                      <a:pt x="18" y="168"/>
                    </a:lnTo>
                    <a:lnTo>
                      <a:pt x="18" y="164"/>
                    </a:lnTo>
                    <a:lnTo>
                      <a:pt x="16" y="164"/>
                    </a:lnTo>
                    <a:lnTo>
                      <a:pt x="16" y="162"/>
                    </a:lnTo>
                    <a:lnTo>
                      <a:pt x="16" y="158"/>
                    </a:lnTo>
                    <a:lnTo>
                      <a:pt x="16" y="154"/>
                    </a:lnTo>
                    <a:lnTo>
                      <a:pt x="16" y="150"/>
                    </a:lnTo>
                    <a:lnTo>
                      <a:pt x="16" y="146"/>
                    </a:lnTo>
                    <a:lnTo>
                      <a:pt x="12" y="142"/>
                    </a:lnTo>
                    <a:lnTo>
                      <a:pt x="16" y="142"/>
                    </a:lnTo>
                    <a:lnTo>
                      <a:pt x="16" y="138"/>
                    </a:lnTo>
                    <a:lnTo>
                      <a:pt x="16" y="134"/>
                    </a:lnTo>
                    <a:lnTo>
                      <a:pt x="18" y="132"/>
                    </a:lnTo>
                    <a:lnTo>
                      <a:pt x="22" y="128"/>
                    </a:lnTo>
                    <a:lnTo>
                      <a:pt x="26" y="124"/>
                    </a:lnTo>
                    <a:lnTo>
                      <a:pt x="30" y="124"/>
                    </a:lnTo>
                    <a:lnTo>
                      <a:pt x="42" y="124"/>
                    </a:lnTo>
                    <a:lnTo>
                      <a:pt x="46" y="120"/>
                    </a:lnTo>
                    <a:lnTo>
                      <a:pt x="46" y="116"/>
                    </a:lnTo>
                    <a:lnTo>
                      <a:pt x="46" y="112"/>
                    </a:lnTo>
                    <a:lnTo>
                      <a:pt x="42" y="112"/>
                    </a:lnTo>
                    <a:lnTo>
                      <a:pt x="38" y="112"/>
                    </a:lnTo>
                    <a:lnTo>
                      <a:pt x="38" y="108"/>
                    </a:lnTo>
                    <a:lnTo>
                      <a:pt x="42" y="108"/>
                    </a:lnTo>
                    <a:lnTo>
                      <a:pt x="42" y="106"/>
                    </a:lnTo>
                    <a:lnTo>
                      <a:pt x="42" y="102"/>
                    </a:lnTo>
                    <a:lnTo>
                      <a:pt x="46" y="102"/>
                    </a:lnTo>
                    <a:lnTo>
                      <a:pt x="46" y="98"/>
                    </a:lnTo>
                    <a:lnTo>
                      <a:pt x="48" y="94"/>
                    </a:lnTo>
                    <a:lnTo>
                      <a:pt x="48" y="90"/>
                    </a:lnTo>
                    <a:lnTo>
                      <a:pt x="48" y="86"/>
                    </a:lnTo>
                    <a:lnTo>
                      <a:pt x="48" y="82"/>
                    </a:lnTo>
                    <a:lnTo>
                      <a:pt x="52" y="82"/>
                    </a:lnTo>
                    <a:lnTo>
                      <a:pt x="48" y="78"/>
                    </a:lnTo>
                    <a:lnTo>
                      <a:pt x="48" y="76"/>
                    </a:lnTo>
                    <a:lnTo>
                      <a:pt x="52" y="76"/>
                    </a:lnTo>
                    <a:lnTo>
                      <a:pt x="56" y="76"/>
                    </a:lnTo>
                    <a:lnTo>
                      <a:pt x="64" y="72"/>
                    </a:lnTo>
                    <a:lnTo>
                      <a:pt x="60" y="68"/>
                    </a:lnTo>
                    <a:lnTo>
                      <a:pt x="60" y="64"/>
                    </a:lnTo>
                    <a:lnTo>
                      <a:pt x="64" y="64"/>
                    </a:lnTo>
                    <a:lnTo>
                      <a:pt x="68" y="60"/>
                    </a:lnTo>
                    <a:lnTo>
                      <a:pt x="72" y="56"/>
                    </a:lnTo>
                    <a:lnTo>
                      <a:pt x="76" y="52"/>
                    </a:lnTo>
                    <a:lnTo>
                      <a:pt x="76" y="48"/>
                    </a:lnTo>
                    <a:lnTo>
                      <a:pt x="76" y="46"/>
                    </a:lnTo>
                    <a:lnTo>
                      <a:pt x="72" y="46"/>
                    </a:lnTo>
                    <a:lnTo>
                      <a:pt x="72" y="42"/>
                    </a:lnTo>
                    <a:lnTo>
                      <a:pt x="76" y="42"/>
                    </a:lnTo>
                    <a:lnTo>
                      <a:pt x="78" y="38"/>
                    </a:lnTo>
                    <a:lnTo>
                      <a:pt x="78" y="34"/>
                    </a:lnTo>
                    <a:lnTo>
                      <a:pt x="78" y="30"/>
                    </a:lnTo>
                    <a:lnTo>
                      <a:pt x="86" y="26"/>
                    </a:lnTo>
                    <a:lnTo>
                      <a:pt x="90" y="26"/>
                    </a:lnTo>
                    <a:lnTo>
                      <a:pt x="94" y="26"/>
                    </a:lnTo>
                    <a:lnTo>
                      <a:pt x="94" y="30"/>
                    </a:lnTo>
                    <a:lnTo>
                      <a:pt x="98" y="30"/>
                    </a:lnTo>
                    <a:lnTo>
                      <a:pt x="98" y="26"/>
                    </a:lnTo>
                    <a:lnTo>
                      <a:pt x="102" y="22"/>
                    </a:lnTo>
                    <a:lnTo>
                      <a:pt x="102" y="20"/>
                    </a:lnTo>
                    <a:lnTo>
                      <a:pt x="98" y="20"/>
                    </a:lnTo>
                    <a:lnTo>
                      <a:pt x="102" y="16"/>
                    </a:lnTo>
                    <a:lnTo>
                      <a:pt x="106" y="16"/>
                    </a:lnTo>
                    <a:lnTo>
                      <a:pt x="108" y="16"/>
                    </a:lnTo>
                    <a:lnTo>
                      <a:pt x="112" y="16"/>
                    </a:lnTo>
                    <a:lnTo>
                      <a:pt x="120" y="20"/>
                    </a:lnTo>
                    <a:lnTo>
                      <a:pt x="124" y="20"/>
                    </a:lnTo>
                    <a:lnTo>
                      <a:pt x="128" y="20"/>
                    </a:lnTo>
                    <a:lnTo>
                      <a:pt x="132" y="16"/>
                    </a:lnTo>
                    <a:lnTo>
                      <a:pt x="128" y="16"/>
                    </a:lnTo>
                    <a:lnTo>
                      <a:pt x="132" y="12"/>
                    </a:lnTo>
                    <a:lnTo>
                      <a:pt x="132" y="8"/>
                    </a:lnTo>
                    <a:lnTo>
                      <a:pt x="132" y="4"/>
                    </a:lnTo>
                    <a:lnTo>
                      <a:pt x="128" y="0"/>
                    </a:lnTo>
                    <a:lnTo>
                      <a:pt x="134" y="0"/>
                    </a:lnTo>
                    <a:lnTo>
                      <a:pt x="138" y="4"/>
                    </a:lnTo>
                    <a:lnTo>
                      <a:pt x="142" y="8"/>
                    </a:lnTo>
                    <a:lnTo>
                      <a:pt x="146" y="8"/>
                    </a:lnTo>
                    <a:lnTo>
                      <a:pt x="146" y="12"/>
                    </a:lnTo>
                    <a:lnTo>
                      <a:pt x="150" y="12"/>
                    </a:lnTo>
                    <a:lnTo>
                      <a:pt x="150" y="16"/>
                    </a:lnTo>
                    <a:lnTo>
                      <a:pt x="154" y="16"/>
                    </a:lnTo>
                    <a:lnTo>
                      <a:pt x="158" y="16"/>
                    </a:lnTo>
                    <a:lnTo>
                      <a:pt x="162" y="16"/>
                    </a:lnTo>
                    <a:lnTo>
                      <a:pt x="164" y="20"/>
                    </a:lnTo>
                    <a:lnTo>
                      <a:pt x="168" y="20"/>
                    </a:lnTo>
                    <a:lnTo>
                      <a:pt x="176" y="26"/>
                    </a:lnTo>
                    <a:lnTo>
                      <a:pt x="180" y="30"/>
                    </a:lnTo>
                    <a:lnTo>
                      <a:pt x="176" y="30"/>
                    </a:lnTo>
                    <a:lnTo>
                      <a:pt x="176" y="34"/>
                    </a:lnTo>
                    <a:lnTo>
                      <a:pt x="176" y="38"/>
                    </a:lnTo>
                    <a:lnTo>
                      <a:pt x="176" y="42"/>
                    </a:lnTo>
                    <a:lnTo>
                      <a:pt x="180" y="42"/>
                    </a:lnTo>
                    <a:lnTo>
                      <a:pt x="180" y="46"/>
                    </a:lnTo>
                    <a:lnTo>
                      <a:pt x="176" y="48"/>
                    </a:lnTo>
                    <a:lnTo>
                      <a:pt x="180" y="52"/>
                    </a:lnTo>
                    <a:lnTo>
                      <a:pt x="184" y="56"/>
                    </a:lnTo>
                    <a:lnTo>
                      <a:pt x="184" y="60"/>
                    </a:lnTo>
                    <a:lnTo>
                      <a:pt x="184" y="64"/>
                    </a:lnTo>
                    <a:lnTo>
                      <a:pt x="180" y="64"/>
                    </a:lnTo>
                    <a:lnTo>
                      <a:pt x="180" y="68"/>
                    </a:lnTo>
                    <a:lnTo>
                      <a:pt x="180" y="72"/>
                    </a:lnTo>
                    <a:lnTo>
                      <a:pt x="180" y="76"/>
                    </a:lnTo>
                    <a:lnTo>
                      <a:pt x="184" y="76"/>
                    </a:lnTo>
                    <a:lnTo>
                      <a:pt x="188" y="82"/>
                    </a:lnTo>
                    <a:lnTo>
                      <a:pt x="184" y="82"/>
                    </a:lnTo>
                    <a:lnTo>
                      <a:pt x="180" y="82"/>
                    </a:lnTo>
                    <a:lnTo>
                      <a:pt x="176" y="82"/>
                    </a:lnTo>
                    <a:lnTo>
                      <a:pt x="172" y="82"/>
                    </a:lnTo>
                    <a:lnTo>
                      <a:pt x="172" y="86"/>
                    </a:lnTo>
                    <a:lnTo>
                      <a:pt x="168" y="82"/>
                    </a:lnTo>
                    <a:lnTo>
                      <a:pt x="164" y="82"/>
                    </a:lnTo>
                    <a:lnTo>
                      <a:pt x="164" y="78"/>
                    </a:lnTo>
                    <a:lnTo>
                      <a:pt x="164" y="82"/>
                    </a:lnTo>
                    <a:lnTo>
                      <a:pt x="162" y="82"/>
                    </a:lnTo>
                    <a:lnTo>
                      <a:pt x="158" y="86"/>
                    </a:lnTo>
                    <a:lnTo>
                      <a:pt x="162" y="86"/>
                    </a:lnTo>
                    <a:lnTo>
                      <a:pt x="162" y="90"/>
                    </a:lnTo>
                    <a:lnTo>
                      <a:pt x="158" y="86"/>
                    </a:lnTo>
                    <a:lnTo>
                      <a:pt x="154" y="86"/>
                    </a:lnTo>
                    <a:lnTo>
                      <a:pt x="154" y="82"/>
                    </a:lnTo>
                    <a:lnTo>
                      <a:pt x="154" y="86"/>
                    </a:lnTo>
                    <a:lnTo>
                      <a:pt x="158" y="86"/>
                    </a:lnTo>
                    <a:lnTo>
                      <a:pt x="158" y="90"/>
                    </a:lnTo>
                    <a:lnTo>
                      <a:pt x="154" y="90"/>
                    </a:lnTo>
                    <a:lnTo>
                      <a:pt x="158" y="90"/>
                    </a:lnTo>
                    <a:lnTo>
                      <a:pt x="154" y="94"/>
                    </a:lnTo>
                    <a:lnTo>
                      <a:pt x="150" y="94"/>
                    </a:lnTo>
                    <a:lnTo>
                      <a:pt x="150" y="90"/>
                    </a:lnTo>
                    <a:lnTo>
                      <a:pt x="146" y="94"/>
                    </a:lnTo>
                    <a:lnTo>
                      <a:pt x="150" y="94"/>
                    </a:lnTo>
                    <a:lnTo>
                      <a:pt x="150" y="98"/>
                    </a:lnTo>
                    <a:lnTo>
                      <a:pt x="150" y="94"/>
                    </a:lnTo>
                    <a:lnTo>
                      <a:pt x="146" y="94"/>
                    </a:lnTo>
                    <a:lnTo>
                      <a:pt x="150" y="94"/>
                    </a:lnTo>
                    <a:lnTo>
                      <a:pt x="150" y="98"/>
                    </a:lnTo>
                    <a:lnTo>
                      <a:pt x="150" y="102"/>
                    </a:lnTo>
                    <a:lnTo>
                      <a:pt x="146" y="102"/>
                    </a:lnTo>
                    <a:lnTo>
                      <a:pt x="142" y="106"/>
                    </a:lnTo>
                    <a:lnTo>
                      <a:pt x="142" y="108"/>
                    </a:lnTo>
                    <a:lnTo>
                      <a:pt x="146" y="106"/>
                    </a:lnTo>
                    <a:lnTo>
                      <a:pt x="146" y="108"/>
                    </a:lnTo>
                    <a:lnTo>
                      <a:pt x="142" y="108"/>
                    </a:lnTo>
                    <a:lnTo>
                      <a:pt x="146" y="112"/>
                    </a:lnTo>
                    <a:lnTo>
                      <a:pt x="150" y="112"/>
                    </a:lnTo>
                    <a:lnTo>
                      <a:pt x="150" y="116"/>
                    </a:lnTo>
                    <a:lnTo>
                      <a:pt x="146" y="116"/>
                    </a:lnTo>
                    <a:lnTo>
                      <a:pt x="146" y="120"/>
                    </a:lnTo>
                    <a:lnTo>
                      <a:pt x="142" y="124"/>
                    </a:lnTo>
                    <a:lnTo>
                      <a:pt x="138" y="124"/>
                    </a:lnTo>
                    <a:lnTo>
                      <a:pt x="138" y="128"/>
                    </a:lnTo>
                    <a:lnTo>
                      <a:pt x="134" y="132"/>
                    </a:lnTo>
                    <a:lnTo>
                      <a:pt x="132" y="132"/>
                    </a:lnTo>
                    <a:lnTo>
                      <a:pt x="132" y="134"/>
                    </a:lnTo>
                    <a:lnTo>
                      <a:pt x="128" y="134"/>
                    </a:lnTo>
                    <a:lnTo>
                      <a:pt x="124" y="134"/>
                    </a:lnTo>
                    <a:lnTo>
                      <a:pt x="124" y="138"/>
                    </a:lnTo>
                    <a:lnTo>
                      <a:pt x="120" y="138"/>
                    </a:lnTo>
                    <a:lnTo>
                      <a:pt x="120" y="134"/>
                    </a:lnTo>
                    <a:lnTo>
                      <a:pt x="120" y="138"/>
                    </a:lnTo>
                    <a:lnTo>
                      <a:pt x="116" y="138"/>
                    </a:lnTo>
                    <a:lnTo>
                      <a:pt x="116" y="142"/>
                    </a:lnTo>
                    <a:lnTo>
                      <a:pt x="112" y="142"/>
                    </a:lnTo>
                    <a:lnTo>
                      <a:pt x="116" y="142"/>
                    </a:lnTo>
                    <a:lnTo>
                      <a:pt x="112" y="146"/>
                    </a:lnTo>
                    <a:lnTo>
                      <a:pt x="112" y="142"/>
                    </a:lnTo>
                    <a:lnTo>
                      <a:pt x="108" y="142"/>
                    </a:lnTo>
                    <a:lnTo>
                      <a:pt x="112" y="142"/>
                    </a:lnTo>
                    <a:lnTo>
                      <a:pt x="112" y="146"/>
                    </a:lnTo>
                    <a:lnTo>
                      <a:pt x="108" y="146"/>
                    </a:lnTo>
                    <a:lnTo>
                      <a:pt x="106" y="146"/>
                    </a:lnTo>
                    <a:lnTo>
                      <a:pt x="106" y="150"/>
                    </a:lnTo>
                    <a:lnTo>
                      <a:pt x="102" y="150"/>
                    </a:lnTo>
                    <a:lnTo>
                      <a:pt x="106" y="150"/>
                    </a:lnTo>
                    <a:lnTo>
                      <a:pt x="106" y="154"/>
                    </a:lnTo>
                    <a:lnTo>
                      <a:pt x="102" y="154"/>
                    </a:lnTo>
                    <a:lnTo>
                      <a:pt x="98" y="154"/>
                    </a:lnTo>
                    <a:lnTo>
                      <a:pt x="98" y="150"/>
                    </a:lnTo>
                    <a:lnTo>
                      <a:pt x="94" y="150"/>
                    </a:lnTo>
                    <a:lnTo>
                      <a:pt x="98" y="150"/>
                    </a:lnTo>
                    <a:lnTo>
                      <a:pt x="98" y="154"/>
                    </a:lnTo>
                    <a:lnTo>
                      <a:pt x="98" y="158"/>
                    </a:lnTo>
                    <a:lnTo>
                      <a:pt x="98" y="162"/>
                    </a:lnTo>
                    <a:lnTo>
                      <a:pt x="94" y="162"/>
                    </a:lnTo>
                    <a:lnTo>
                      <a:pt x="90" y="162"/>
                    </a:lnTo>
                    <a:lnTo>
                      <a:pt x="90" y="164"/>
                    </a:lnTo>
                    <a:lnTo>
                      <a:pt x="94" y="168"/>
                    </a:lnTo>
                    <a:lnTo>
                      <a:pt x="90" y="168"/>
                    </a:lnTo>
                    <a:lnTo>
                      <a:pt x="90" y="172"/>
                    </a:lnTo>
                    <a:lnTo>
                      <a:pt x="90" y="176"/>
                    </a:lnTo>
                    <a:lnTo>
                      <a:pt x="90" y="178"/>
                    </a:lnTo>
                    <a:lnTo>
                      <a:pt x="94" y="178"/>
                    </a:lnTo>
                    <a:lnTo>
                      <a:pt x="90" y="178"/>
                    </a:lnTo>
                    <a:lnTo>
                      <a:pt x="86" y="178"/>
                    </a:lnTo>
                    <a:lnTo>
                      <a:pt x="90" y="178"/>
                    </a:lnTo>
                    <a:lnTo>
                      <a:pt x="86" y="178"/>
                    </a:lnTo>
                    <a:lnTo>
                      <a:pt x="86" y="182"/>
                    </a:lnTo>
                    <a:lnTo>
                      <a:pt x="86" y="186"/>
                    </a:lnTo>
                    <a:lnTo>
                      <a:pt x="86" y="190"/>
                    </a:lnTo>
                    <a:lnTo>
                      <a:pt x="86" y="194"/>
                    </a:lnTo>
                    <a:lnTo>
                      <a:pt x="86" y="198"/>
                    </a:lnTo>
                    <a:lnTo>
                      <a:pt x="90" y="198"/>
                    </a:lnTo>
                    <a:lnTo>
                      <a:pt x="90" y="202"/>
                    </a:lnTo>
                    <a:lnTo>
                      <a:pt x="90" y="206"/>
                    </a:lnTo>
                    <a:lnTo>
                      <a:pt x="90" y="202"/>
                    </a:lnTo>
                    <a:lnTo>
                      <a:pt x="94" y="202"/>
                    </a:lnTo>
                    <a:lnTo>
                      <a:pt x="94" y="206"/>
                    </a:lnTo>
                    <a:lnTo>
                      <a:pt x="98" y="206"/>
                    </a:lnTo>
                    <a:lnTo>
                      <a:pt x="102" y="208"/>
                    </a:lnTo>
                    <a:lnTo>
                      <a:pt x="106" y="208"/>
                    </a:lnTo>
                    <a:lnTo>
                      <a:pt x="106" y="212"/>
                    </a:lnTo>
                    <a:lnTo>
                      <a:pt x="108" y="212"/>
                    </a:lnTo>
                    <a:lnTo>
                      <a:pt x="106" y="212"/>
                    </a:lnTo>
                    <a:lnTo>
                      <a:pt x="106" y="216"/>
                    </a:lnTo>
                    <a:lnTo>
                      <a:pt x="108" y="216"/>
                    </a:lnTo>
                    <a:lnTo>
                      <a:pt x="112" y="220"/>
                    </a:lnTo>
                    <a:lnTo>
                      <a:pt x="112" y="224"/>
                    </a:lnTo>
                    <a:lnTo>
                      <a:pt x="108" y="224"/>
                    </a:lnTo>
                    <a:lnTo>
                      <a:pt x="108" y="228"/>
                    </a:lnTo>
                    <a:lnTo>
                      <a:pt x="106" y="232"/>
                    </a:lnTo>
                    <a:lnTo>
                      <a:pt x="102" y="232"/>
                    </a:lnTo>
                    <a:lnTo>
                      <a:pt x="106" y="232"/>
                    </a:lnTo>
                    <a:lnTo>
                      <a:pt x="102" y="232"/>
                    </a:lnTo>
                    <a:lnTo>
                      <a:pt x="98" y="232"/>
                    </a:lnTo>
                    <a:lnTo>
                      <a:pt x="94" y="232"/>
                    </a:lnTo>
                    <a:lnTo>
                      <a:pt x="98" y="228"/>
                    </a:lnTo>
                    <a:lnTo>
                      <a:pt x="94" y="228"/>
                    </a:lnTo>
                    <a:lnTo>
                      <a:pt x="94" y="224"/>
                    </a:lnTo>
                    <a:lnTo>
                      <a:pt x="94" y="228"/>
                    </a:lnTo>
                    <a:lnTo>
                      <a:pt x="94" y="224"/>
                    </a:lnTo>
                    <a:lnTo>
                      <a:pt x="90" y="224"/>
                    </a:lnTo>
                    <a:lnTo>
                      <a:pt x="94" y="228"/>
                    </a:lnTo>
                    <a:lnTo>
                      <a:pt x="90" y="228"/>
                    </a:lnTo>
                    <a:lnTo>
                      <a:pt x="90" y="224"/>
                    </a:lnTo>
                    <a:lnTo>
                      <a:pt x="94" y="224"/>
                    </a:lnTo>
                    <a:lnTo>
                      <a:pt x="94" y="228"/>
                    </a:lnTo>
                    <a:lnTo>
                      <a:pt x="94" y="232"/>
                    </a:lnTo>
                    <a:lnTo>
                      <a:pt x="90" y="228"/>
                    </a:lnTo>
                    <a:lnTo>
                      <a:pt x="94" y="228"/>
                    </a:lnTo>
                    <a:lnTo>
                      <a:pt x="90" y="228"/>
                    </a:lnTo>
                    <a:lnTo>
                      <a:pt x="90" y="232"/>
                    </a:lnTo>
                    <a:lnTo>
                      <a:pt x="86" y="228"/>
                    </a:lnTo>
                    <a:lnTo>
                      <a:pt x="82" y="228"/>
                    </a:lnTo>
                    <a:lnTo>
                      <a:pt x="78" y="228"/>
                    </a:lnTo>
                    <a:lnTo>
                      <a:pt x="76" y="232"/>
                    </a:lnTo>
                    <a:lnTo>
                      <a:pt x="72" y="232"/>
                    </a:lnTo>
                    <a:lnTo>
                      <a:pt x="76" y="232"/>
                    </a:lnTo>
                    <a:lnTo>
                      <a:pt x="78" y="232"/>
                    </a:lnTo>
                    <a:lnTo>
                      <a:pt x="82" y="232"/>
                    </a:lnTo>
                    <a:lnTo>
                      <a:pt x="78" y="232"/>
                    </a:lnTo>
                    <a:lnTo>
                      <a:pt x="82" y="232"/>
                    </a:lnTo>
                    <a:lnTo>
                      <a:pt x="86" y="232"/>
                    </a:lnTo>
                    <a:lnTo>
                      <a:pt x="90" y="232"/>
                    </a:lnTo>
                    <a:lnTo>
                      <a:pt x="90" y="234"/>
                    </a:lnTo>
                    <a:lnTo>
                      <a:pt x="86" y="234"/>
                    </a:lnTo>
                    <a:lnTo>
                      <a:pt x="90" y="234"/>
                    </a:lnTo>
                    <a:lnTo>
                      <a:pt x="90" y="234"/>
                    </a:lnTo>
                    <a:lnTo>
                      <a:pt x="90" y="234"/>
                    </a:lnTo>
                    <a:close/>
                    <a:moveTo>
                      <a:pt x="90" y="164"/>
                    </a:moveTo>
                    <a:lnTo>
                      <a:pt x="90" y="162"/>
                    </a:lnTo>
                    <a:lnTo>
                      <a:pt x="90" y="164"/>
                    </a:lnTo>
                    <a:lnTo>
                      <a:pt x="94" y="164"/>
                    </a:lnTo>
                    <a:lnTo>
                      <a:pt x="90" y="164"/>
                    </a:lnTo>
                    <a:lnTo>
                      <a:pt x="90" y="164"/>
                    </a:lnTo>
                    <a:lnTo>
                      <a:pt x="90" y="164"/>
                    </a:lnTo>
                    <a:close/>
                    <a:moveTo>
                      <a:pt x="86" y="232"/>
                    </a:moveTo>
                    <a:lnTo>
                      <a:pt x="90" y="232"/>
                    </a:lnTo>
                    <a:lnTo>
                      <a:pt x="86" y="232"/>
                    </a:lnTo>
                    <a:lnTo>
                      <a:pt x="86" y="232"/>
                    </a:lnTo>
                    <a:lnTo>
                      <a:pt x="86" y="232"/>
                    </a:lnTo>
                    <a:close/>
                    <a:moveTo>
                      <a:pt x="94" y="234"/>
                    </a:moveTo>
                    <a:lnTo>
                      <a:pt x="94" y="232"/>
                    </a:lnTo>
                    <a:lnTo>
                      <a:pt x="98" y="234"/>
                    </a:lnTo>
                    <a:lnTo>
                      <a:pt x="94" y="234"/>
                    </a:lnTo>
                    <a:lnTo>
                      <a:pt x="94" y="234"/>
                    </a:lnTo>
                    <a:lnTo>
                      <a:pt x="94" y="234"/>
                    </a:lnTo>
                    <a:close/>
                    <a:moveTo>
                      <a:pt x="116" y="264"/>
                    </a:moveTo>
                    <a:lnTo>
                      <a:pt x="112" y="264"/>
                    </a:lnTo>
                    <a:lnTo>
                      <a:pt x="116" y="264"/>
                    </a:lnTo>
                    <a:lnTo>
                      <a:pt x="116" y="264"/>
                    </a:lnTo>
                    <a:lnTo>
                      <a:pt x="116" y="264"/>
                    </a:lnTo>
                    <a:close/>
                    <a:moveTo>
                      <a:pt x="106" y="212"/>
                    </a:moveTo>
                    <a:lnTo>
                      <a:pt x="106" y="208"/>
                    </a:lnTo>
                    <a:lnTo>
                      <a:pt x="106" y="206"/>
                    </a:lnTo>
                    <a:lnTo>
                      <a:pt x="106" y="208"/>
                    </a:lnTo>
                    <a:lnTo>
                      <a:pt x="106" y="212"/>
                    </a:lnTo>
                    <a:lnTo>
                      <a:pt x="106" y="212"/>
                    </a:lnTo>
                    <a:lnTo>
                      <a:pt x="106" y="212"/>
                    </a:lnTo>
                    <a:close/>
                    <a:moveTo>
                      <a:pt x="8" y="262"/>
                    </a:moveTo>
                    <a:lnTo>
                      <a:pt x="4" y="262"/>
                    </a:lnTo>
                    <a:lnTo>
                      <a:pt x="8" y="258"/>
                    </a:lnTo>
                    <a:lnTo>
                      <a:pt x="12" y="258"/>
                    </a:lnTo>
                    <a:lnTo>
                      <a:pt x="12" y="262"/>
                    </a:lnTo>
                    <a:lnTo>
                      <a:pt x="8" y="262"/>
                    </a:lnTo>
                    <a:lnTo>
                      <a:pt x="8" y="262"/>
                    </a:lnTo>
                    <a:lnTo>
                      <a:pt x="8" y="262"/>
                    </a:lnTo>
                    <a:close/>
                    <a:moveTo>
                      <a:pt x="8" y="264"/>
                    </a:moveTo>
                    <a:lnTo>
                      <a:pt x="8" y="262"/>
                    </a:lnTo>
                    <a:lnTo>
                      <a:pt x="12" y="262"/>
                    </a:lnTo>
                    <a:lnTo>
                      <a:pt x="12" y="264"/>
                    </a:lnTo>
                    <a:lnTo>
                      <a:pt x="8" y="264"/>
                    </a:lnTo>
                    <a:lnTo>
                      <a:pt x="8" y="264"/>
                    </a:lnTo>
                    <a:lnTo>
                      <a:pt x="8" y="264"/>
                    </a:lnTo>
                    <a:close/>
                    <a:moveTo>
                      <a:pt x="112" y="264"/>
                    </a:moveTo>
                    <a:lnTo>
                      <a:pt x="112" y="268"/>
                    </a:lnTo>
                    <a:lnTo>
                      <a:pt x="108" y="268"/>
                    </a:lnTo>
                    <a:lnTo>
                      <a:pt x="108" y="272"/>
                    </a:lnTo>
                    <a:lnTo>
                      <a:pt x="108" y="276"/>
                    </a:lnTo>
                    <a:lnTo>
                      <a:pt x="108" y="280"/>
                    </a:lnTo>
                    <a:lnTo>
                      <a:pt x="106" y="280"/>
                    </a:lnTo>
                    <a:lnTo>
                      <a:pt x="106" y="284"/>
                    </a:lnTo>
                    <a:lnTo>
                      <a:pt x="102" y="288"/>
                    </a:lnTo>
                    <a:lnTo>
                      <a:pt x="102" y="284"/>
                    </a:lnTo>
                    <a:lnTo>
                      <a:pt x="102" y="280"/>
                    </a:lnTo>
                    <a:lnTo>
                      <a:pt x="102" y="276"/>
                    </a:lnTo>
                    <a:lnTo>
                      <a:pt x="102" y="272"/>
                    </a:lnTo>
                    <a:lnTo>
                      <a:pt x="106" y="268"/>
                    </a:lnTo>
                    <a:lnTo>
                      <a:pt x="108" y="264"/>
                    </a:lnTo>
                    <a:lnTo>
                      <a:pt x="112" y="264"/>
                    </a:lnTo>
                    <a:lnTo>
                      <a:pt x="112" y="264"/>
                    </a:lnTo>
                    <a:lnTo>
                      <a:pt x="112" y="264"/>
                    </a:lnTo>
                    <a:close/>
                    <a:moveTo>
                      <a:pt x="76" y="302"/>
                    </a:moveTo>
                    <a:lnTo>
                      <a:pt x="76" y="298"/>
                    </a:lnTo>
                    <a:lnTo>
                      <a:pt x="76" y="294"/>
                    </a:lnTo>
                    <a:lnTo>
                      <a:pt x="78" y="292"/>
                    </a:lnTo>
                    <a:lnTo>
                      <a:pt x="78" y="288"/>
                    </a:lnTo>
                    <a:lnTo>
                      <a:pt x="82" y="288"/>
                    </a:lnTo>
                    <a:lnTo>
                      <a:pt x="82" y="284"/>
                    </a:lnTo>
                    <a:lnTo>
                      <a:pt x="82" y="280"/>
                    </a:lnTo>
                    <a:lnTo>
                      <a:pt x="86" y="276"/>
                    </a:lnTo>
                    <a:lnTo>
                      <a:pt x="86" y="280"/>
                    </a:lnTo>
                    <a:lnTo>
                      <a:pt x="86" y="284"/>
                    </a:lnTo>
                    <a:lnTo>
                      <a:pt x="82" y="284"/>
                    </a:lnTo>
                    <a:lnTo>
                      <a:pt x="82" y="288"/>
                    </a:lnTo>
                    <a:lnTo>
                      <a:pt x="82" y="292"/>
                    </a:lnTo>
                    <a:lnTo>
                      <a:pt x="78" y="292"/>
                    </a:lnTo>
                    <a:lnTo>
                      <a:pt x="78" y="294"/>
                    </a:lnTo>
                    <a:lnTo>
                      <a:pt x="78" y="298"/>
                    </a:lnTo>
                    <a:lnTo>
                      <a:pt x="78" y="302"/>
                    </a:lnTo>
                    <a:lnTo>
                      <a:pt x="76" y="302"/>
                    </a:lnTo>
                    <a:lnTo>
                      <a:pt x="76" y="302"/>
                    </a:lnTo>
                    <a:lnTo>
                      <a:pt x="76"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0" name="Freeform 124"/>
              <p:cNvSpPr>
                <a:spLocks noEditPoints="1"/>
              </p:cNvSpPr>
              <p:nvPr/>
            </p:nvSpPr>
            <p:spPr bwMode="gray">
              <a:xfrm>
                <a:off x="4949530" y="3013495"/>
                <a:ext cx="107834" cy="69570"/>
              </a:xfrm>
              <a:custGeom>
                <a:avLst/>
                <a:gdLst>
                  <a:gd name="T0" fmla="*/ 6 w 62"/>
                  <a:gd name="T1" fmla="*/ 14 h 40"/>
                  <a:gd name="T2" fmla="*/ 10 w 62"/>
                  <a:gd name="T3" fmla="*/ 10 h 40"/>
                  <a:gd name="T4" fmla="*/ 10 w 62"/>
                  <a:gd name="T5" fmla="*/ 6 h 40"/>
                  <a:gd name="T6" fmla="*/ 18 w 62"/>
                  <a:gd name="T7" fmla="*/ 6 h 40"/>
                  <a:gd name="T8" fmla="*/ 18 w 62"/>
                  <a:gd name="T9" fmla="*/ 6 h 40"/>
                  <a:gd name="T10" fmla="*/ 18 w 62"/>
                  <a:gd name="T11" fmla="*/ 6 h 40"/>
                  <a:gd name="T12" fmla="*/ 22 w 62"/>
                  <a:gd name="T13" fmla="*/ 4 h 40"/>
                  <a:gd name="T14" fmla="*/ 22 w 62"/>
                  <a:gd name="T15" fmla="*/ 4 h 40"/>
                  <a:gd name="T16" fmla="*/ 26 w 62"/>
                  <a:gd name="T17" fmla="*/ 4 h 40"/>
                  <a:gd name="T18" fmla="*/ 28 w 62"/>
                  <a:gd name="T19" fmla="*/ 4 h 40"/>
                  <a:gd name="T20" fmla="*/ 32 w 62"/>
                  <a:gd name="T21" fmla="*/ 4 h 40"/>
                  <a:gd name="T22" fmla="*/ 36 w 62"/>
                  <a:gd name="T23" fmla="*/ 4 h 40"/>
                  <a:gd name="T24" fmla="*/ 32 w 62"/>
                  <a:gd name="T25" fmla="*/ 4 h 40"/>
                  <a:gd name="T26" fmla="*/ 36 w 62"/>
                  <a:gd name="T27" fmla="*/ 0 h 40"/>
                  <a:gd name="T28" fmla="*/ 36 w 62"/>
                  <a:gd name="T29" fmla="*/ 0 h 40"/>
                  <a:gd name="T30" fmla="*/ 40 w 62"/>
                  <a:gd name="T31" fmla="*/ 0 h 40"/>
                  <a:gd name="T32" fmla="*/ 40 w 62"/>
                  <a:gd name="T33" fmla="*/ 4 h 40"/>
                  <a:gd name="T34" fmla="*/ 48 w 62"/>
                  <a:gd name="T35" fmla="*/ 4 h 40"/>
                  <a:gd name="T36" fmla="*/ 52 w 62"/>
                  <a:gd name="T37" fmla="*/ 6 h 40"/>
                  <a:gd name="T38" fmla="*/ 48 w 62"/>
                  <a:gd name="T39" fmla="*/ 10 h 40"/>
                  <a:gd name="T40" fmla="*/ 48 w 62"/>
                  <a:gd name="T41" fmla="*/ 14 h 40"/>
                  <a:gd name="T42" fmla="*/ 52 w 62"/>
                  <a:gd name="T43" fmla="*/ 14 h 40"/>
                  <a:gd name="T44" fmla="*/ 52 w 62"/>
                  <a:gd name="T45" fmla="*/ 18 h 40"/>
                  <a:gd name="T46" fmla="*/ 56 w 62"/>
                  <a:gd name="T47" fmla="*/ 18 h 40"/>
                  <a:gd name="T48" fmla="*/ 58 w 62"/>
                  <a:gd name="T49" fmla="*/ 14 h 40"/>
                  <a:gd name="T50" fmla="*/ 62 w 62"/>
                  <a:gd name="T51" fmla="*/ 22 h 40"/>
                  <a:gd name="T52" fmla="*/ 62 w 62"/>
                  <a:gd name="T53" fmla="*/ 26 h 40"/>
                  <a:gd name="T54" fmla="*/ 58 w 62"/>
                  <a:gd name="T55" fmla="*/ 22 h 40"/>
                  <a:gd name="T56" fmla="*/ 56 w 62"/>
                  <a:gd name="T57" fmla="*/ 26 h 40"/>
                  <a:gd name="T58" fmla="*/ 56 w 62"/>
                  <a:gd name="T59" fmla="*/ 30 h 40"/>
                  <a:gd name="T60" fmla="*/ 56 w 62"/>
                  <a:gd name="T61" fmla="*/ 30 h 40"/>
                  <a:gd name="T62" fmla="*/ 52 w 62"/>
                  <a:gd name="T63" fmla="*/ 30 h 40"/>
                  <a:gd name="T64" fmla="*/ 48 w 62"/>
                  <a:gd name="T65" fmla="*/ 30 h 40"/>
                  <a:gd name="T66" fmla="*/ 44 w 62"/>
                  <a:gd name="T67" fmla="*/ 26 h 40"/>
                  <a:gd name="T68" fmla="*/ 44 w 62"/>
                  <a:gd name="T69" fmla="*/ 30 h 40"/>
                  <a:gd name="T70" fmla="*/ 40 w 62"/>
                  <a:gd name="T71" fmla="*/ 34 h 40"/>
                  <a:gd name="T72" fmla="*/ 40 w 62"/>
                  <a:gd name="T73" fmla="*/ 36 h 40"/>
                  <a:gd name="T74" fmla="*/ 40 w 62"/>
                  <a:gd name="T75" fmla="*/ 36 h 40"/>
                  <a:gd name="T76" fmla="*/ 40 w 62"/>
                  <a:gd name="T77" fmla="*/ 34 h 40"/>
                  <a:gd name="T78" fmla="*/ 36 w 62"/>
                  <a:gd name="T79" fmla="*/ 34 h 40"/>
                  <a:gd name="T80" fmla="*/ 32 w 62"/>
                  <a:gd name="T81" fmla="*/ 30 h 40"/>
                  <a:gd name="T82" fmla="*/ 32 w 62"/>
                  <a:gd name="T83" fmla="*/ 26 h 40"/>
                  <a:gd name="T84" fmla="*/ 26 w 62"/>
                  <a:gd name="T85" fmla="*/ 36 h 40"/>
                  <a:gd name="T86" fmla="*/ 26 w 62"/>
                  <a:gd name="T87" fmla="*/ 36 h 40"/>
                  <a:gd name="T88" fmla="*/ 22 w 62"/>
                  <a:gd name="T89" fmla="*/ 36 h 40"/>
                  <a:gd name="T90" fmla="*/ 18 w 62"/>
                  <a:gd name="T91" fmla="*/ 36 h 40"/>
                  <a:gd name="T92" fmla="*/ 14 w 62"/>
                  <a:gd name="T93" fmla="*/ 36 h 40"/>
                  <a:gd name="T94" fmla="*/ 10 w 62"/>
                  <a:gd name="T95" fmla="*/ 34 h 40"/>
                  <a:gd name="T96" fmla="*/ 10 w 62"/>
                  <a:gd name="T97" fmla="*/ 26 h 40"/>
                  <a:gd name="T98" fmla="*/ 2 w 62"/>
                  <a:gd name="T99" fmla="*/ 26 h 40"/>
                  <a:gd name="T100" fmla="*/ 2 w 62"/>
                  <a:gd name="T101" fmla="*/ 30 h 40"/>
                  <a:gd name="T102" fmla="*/ 0 w 62"/>
                  <a:gd name="T103" fmla="*/ 34 h 40"/>
                  <a:gd name="T104" fmla="*/ 0 w 62"/>
                  <a:gd name="T105" fmla="*/ 30 h 40"/>
                  <a:gd name="T106" fmla="*/ 0 w 62"/>
                  <a:gd name="T107" fmla="*/ 26 h 40"/>
                  <a:gd name="T108" fmla="*/ 2 w 62"/>
                  <a:gd name="T109" fmla="*/ 22 h 40"/>
                  <a:gd name="T110" fmla="*/ 2 w 62"/>
                  <a:gd name="T111" fmla="*/ 18 h 40"/>
                  <a:gd name="T112" fmla="*/ 36 w 62"/>
                  <a:gd name="T113"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2" h="40">
                    <a:moveTo>
                      <a:pt x="2" y="18"/>
                    </a:moveTo>
                    <a:lnTo>
                      <a:pt x="6" y="18"/>
                    </a:lnTo>
                    <a:lnTo>
                      <a:pt x="6" y="14"/>
                    </a:lnTo>
                    <a:lnTo>
                      <a:pt x="6" y="14"/>
                    </a:lnTo>
                    <a:lnTo>
                      <a:pt x="6" y="14"/>
                    </a:lnTo>
                    <a:lnTo>
                      <a:pt x="6" y="14"/>
                    </a:lnTo>
                    <a:lnTo>
                      <a:pt x="6" y="14"/>
                    </a:lnTo>
                    <a:lnTo>
                      <a:pt x="10" y="14"/>
                    </a:lnTo>
                    <a:lnTo>
                      <a:pt x="10" y="10"/>
                    </a:lnTo>
                    <a:lnTo>
                      <a:pt x="10" y="10"/>
                    </a:lnTo>
                    <a:lnTo>
                      <a:pt x="10" y="10"/>
                    </a:lnTo>
                    <a:lnTo>
                      <a:pt x="14" y="6"/>
                    </a:lnTo>
                    <a:lnTo>
                      <a:pt x="10" y="6"/>
                    </a:lnTo>
                    <a:lnTo>
                      <a:pt x="10" y="6"/>
                    </a:lnTo>
                    <a:lnTo>
                      <a:pt x="10" y="6"/>
                    </a:lnTo>
                    <a:lnTo>
                      <a:pt x="14" y="6"/>
                    </a:lnTo>
                    <a:lnTo>
                      <a:pt x="14" y="4"/>
                    </a:lnTo>
                    <a:lnTo>
                      <a:pt x="14" y="6"/>
                    </a:lnTo>
                    <a:lnTo>
                      <a:pt x="14" y="6"/>
                    </a:lnTo>
                    <a:lnTo>
                      <a:pt x="18" y="6"/>
                    </a:lnTo>
                    <a:lnTo>
                      <a:pt x="18" y="6"/>
                    </a:lnTo>
                    <a:lnTo>
                      <a:pt x="18" y="6"/>
                    </a:lnTo>
                    <a:lnTo>
                      <a:pt x="18" y="6"/>
                    </a:lnTo>
                    <a:lnTo>
                      <a:pt x="18" y="6"/>
                    </a:lnTo>
                    <a:lnTo>
                      <a:pt x="18" y="6"/>
                    </a:lnTo>
                    <a:lnTo>
                      <a:pt x="18" y="6"/>
                    </a:lnTo>
                    <a:lnTo>
                      <a:pt x="18" y="6"/>
                    </a:lnTo>
                    <a:lnTo>
                      <a:pt x="18" y="6"/>
                    </a:lnTo>
                    <a:lnTo>
                      <a:pt x="18" y="6"/>
                    </a:lnTo>
                    <a:lnTo>
                      <a:pt x="18" y="6"/>
                    </a:lnTo>
                    <a:lnTo>
                      <a:pt x="18" y="6"/>
                    </a:lnTo>
                    <a:lnTo>
                      <a:pt x="18" y="4"/>
                    </a:lnTo>
                    <a:lnTo>
                      <a:pt x="22" y="4"/>
                    </a:lnTo>
                    <a:lnTo>
                      <a:pt x="22" y="4"/>
                    </a:lnTo>
                    <a:lnTo>
                      <a:pt x="22" y="4"/>
                    </a:lnTo>
                    <a:lnTo>
                      <a:pt x="22" y="4"/>
                    </a:lnTo>
                    <a:lnTo>
                      <a:pt x="22" y="4"/>
                    </a:lnTo>
                    <a:lnTo>
                      <a:pt x="22" y="4"/>
                    </a:lnTo>
                    <a:lnTo>
                      <a:pt x="22" y="4"/>
                    </a:lnTo>
                    <a:lnTo>
                      <a:pt x="22" y="4"/>
                    </a:lnTo>
                    <a:lnTo>
                      <a:pt x="22" y="4"/>
                    </a:lnTo>
                    <a:lnTo>
                      <a:pt x="22" y="4"/>
                    </a:lnTo>
                    <a:lnTo>
                      <a:pt x="22" y="4"/>
                    </a:lnTo>
                    <a:lnTo>
                      <a:pt x="22" y="4"/>
                    </a:lnTo>
                    <a:lnTo>
                      <a:pt x="26" y="4"/>
                    </a:lnTo>
                    <a:lnTo>
                      <a:pt x="26" y="4"/>
                    </a:lnTo>
                    <a:lnTo>
                      <a:pt x="28" y="4"/>
                    </a:lnTo>
                    <a:lnTo>
                      <a:pt x="28" y="4"/>
                    </a:lnTo>
                    <a:lnTo>
                      <a:pt x="28" y="4"/>
                    </a:lnTo>
                    <a:lnTo>
                      <a:pt x="28" y="4"/>
                    </a:lnTo>
                    <a:lnTo>
                      <a:pt x="32" y="4"/>
                    </a:lnTo>
                    <a:lnTo>
                      <a:pt x="32" y="4"/>
                    </a:lnTo>
                    <a:lnTo>
                      <a:pt x="32" y="4"/>
                    </a:lnTo>
                    <a:lnTo>
                      <a:pt x="32" y="4"/>
                    </a:lnTo>
                    <a:lnTo>
                      <a:pt x="32" y="4"/>
                    </a:lnTo>
                    <a:lnTo>
                      <a:pt x="36" y="4"/>
                    </a:lnTo>
                    <a:lnTo>
                      <a:pt x="36" y="4"/>
                    </a:lnTo>
                    <a:lnTo>
                      <a:pt x="36" y="4"/>
                    </a:lnTo>
                    <a:lnTo>
                      <a:pt x="36" y="4"/>
                    </a:lnTo>
                    <a:lnTo>
                      <a:pt x="36" y="4"/>
                    </a:lnTo>
                    <a:lnTo>
                      <a:pt x="36" y="4"/>
                    </a:lnTo>
                    <a:lnTo>
                      <a:pt x="32" y="4"/>
                    </a:lnTo>
                    <a:lnTo>
                      <a:pt x="32" y="4"/>
                    </a:lnTo>
                    <a:lnTo>
                      <a:pt x="32" y="4"/>
                    </a:lnTo>
                    <a:lnTo>
                      <a:pt x="32" y="4"/>
                    </a:lnTo>
                    <a:lnTo>
                      <a:pt x="32" y="0"/>
                    </a:lnTo>
                    <a:lnTo>
                      <a:pt x="32" y="0"/>
                    </a:lnTo>
                    <a:lnTo>
                      <a:pt x="32" y="0"/>
                    </a:lnTo>
                    <a:lnTo>
                      <a:pt x="36" y="0"/>
                    </a:lnTo>
                    <a:lnTo>
                      <a:pt x="36" y="0"/>
                    </a:lnTo>
                    <a:lnTo>
                      <a:pt x="36" y="0"/>
                    </a:lnTo>
                    <a:lnTo>
                      <a:pt x="36" y="0"/>
                    </a:lnTo>
                    <a:lnTo>
                      <a:pt x="36" y="0"/>
                    </a:lnTo>
                    <a:lnTo>
                      <a:pt x="36" y="0"/>
                    </a:lnTo>
                    <a:lnTo>
                      <a:pt x="36" y="0"/>
                    </a:lnTo>
                    <a:lnTo>
                      <a:pt x="36" y="4"/>
                    </a:lnTo>
                    <a:lnTo>
                      <a:pt x="36" y="0"/>
                    </a:lnTo>
                    <a:lnTo>
                      <a:pt x="36" y="0"/>
                    </a:lnTo>
                    <a:lnTo>
                      <a:pt x="40" y="0"/>
                    </a:lnTo>
                    <a:lnTo>
                      <a:pt x="40" y="0"/>
                    </a:lnTo>
                    <a:lnTo>
                      <a:pt x="40" y="4"/>
                    </a:lnTo>
                    <a:lnTo>
                      <a:pt x="40" y="4"/>
                    </a:lnTo>
                    <a:lnTo>
                      <a:pt x="40" y="4"/>
                    </a:lnTo>
                    <a:lnTo>
                      <a:pt x="40" y="4"/>
                    </a:lnTo>
                    <a:lnTo>
                      <a:pt x="40" y="4"/>
                    </a:lnTo>
                    <a:lnTo>
                      <a:pt x="40" y="4"/>
                    </a:lnTo>
                    <a:lnTo>
                      <a:pt x="40" y="0"/>
                    </a:lnTo>
                    <a:lnTo>
                      <a:pt x="40" y="4"/>
                    </a:lnTo>
                    <a:lnTo>
                      <a:pt x="44" y="4"/>
                    </a:lnTo>
                    <a:lnTo>
                      <a:pt x="48" y="4"/>
                    </a:lnTo>
                    <a:lnTo>
                      <a:pt x="48" y="4"/>
                    </a:lnTo>
                    <a:lnTo>
                      <a:pt x="48" y="6"/>
                    </a:lnTo>
                    <a:lnTo>
                      <a:pt x="48" y="6"/>
                    </a:lnTo>
                    <a:lnTo>
                      <a:pt x="52" y="6"/>
                    </a:lnTo>
                    <a:lnTo>
                      <a:pt x="52" y="6"/>
                    </a:lnTo>
                    <a:lnTo>
                      <a:pt x="52" y="6"/>
                    </a:lnTo>
                    <a:lnTo>
                      <a:pt x="48" y="6"/>
                    </a:lnTo>
                    <a:lnTo>
                      <a:pt x="48" y="10"/>
                    </a:lnTo>
                    <a:lnTo>
                      <a:pt x="48" y="10"/>
                    </a:lnTo>
                    <a:lnTo>
                      <a:pt x="48" y="10"/>
                    </a:lnTo>
                    <a:lnTo>
                      <a:pt x="48" y="10"/>
                    </a:lnTo>
                    <a:lnTo>
                      <a:pt x="48" y="10"/>
                    </a:lnTo>
                    <a:lnTo>
                      <a:pt x="48" y="10"/>
                    </a:lnTo>
                    <a:lnTo>
                      <a:pt x="48" y="14"/>
                    </a:lnTo>
                    <a:lnTo>
                      <a:pt x="48" y="14"/>
                    </a:lnTo>
                    <a:lnTo>
                      <a:pt x="48" y="14"/>
                    </a:lnTo>
                    <a:lnTo>
                      <a:pt x="48" y="14"/>
                    </a:lnTo>
                    <a:lnTo>
                      <a:pt x="48" y="14"/>
                    </a:lnTo>
                    <a:lnTo>
                      <a:pt x="48" y="14"/>
                    </a:lnTo>
                    <a:lnTo>
                      <a:pt x="52" y="14"/>
                    </a:lnTo>
                    <a:lnTo>
                      <a:pt x="52" y="14"/>
                    </a:lnTo>
                    <a:lnTo>
                      <a:pt x="52" y="14"/>
                    </a:lnTo>
                    <a:lnTo>
                      <a:pt x="56" y="14"/>
                    </a:lnTo>
                    <a:lnTo>
                      <a:pt x="52" y="14"/>
                    </a:lnTo>
                    <a:lnTo>
                      <a:pt x="52" y="18"/>
                    </a:lnTo>
                    <a:lnTo>
                      <a:pt x="56" y="18"/>
                    </a:lnTo>
                    <a:lnTo>
                      <a:pt x="56" y="18"/>
                    </a:lnTo>
                    <a:lnTo>
                      <a:pt x="56" y="18"/>
                    </a:lnTo>
                    <a:lnTo>
                      <a:pt x="56" y="18"/>
                    </a:lnTo>
                    <a:lnTo>
                      <a:pt x="56" y="18"/>
                    </a:lnTo>
                    <a:lnTo>
                      <a:pt x="58" y="18"/>
                    </a:lnTo>
                    <a:lnTo>
                      <a:pt x="58" y="18"/>
                    </a:lnTo>
                    <a:lnTo>
                      <a:pt x="58" y="18"/>
                    </a:lnTo>
                    <a:lnTo>
                      <a:pt x="58" y="14"/>
                    </a:lnTo>
                    <a:lnTo>
                      <a:pt x="58" y="14"/>
                    </a:lnTo>
                    <a:lnTo>
                      <a:pt x="58" y="14"/>
                    </a:lnTo>
                    <a:lnTo>
                      <a:pt x="62" y="14"/>
                    </a:lnTo>
                    <a:lnTo>
                      <a:pt x="62" y="18"/>
                    </a:lnTo>
                    <a:lnTo>
                      <a:pt x="62" y="18"/>
                    </a:lnTo>
                    <a:lnTo>
                      <a:pt x="62" y="22"/>
                    </a:lnTo>
                    <a:lnTo>
                      <a:pt x="62" y="22"/>
                    </a:lnTo>
                    <a:lnTo>
                      <a:pt x="62" y="22"/>
                    </a:lnTo>
                    <a:lnTo>
                      <a:pt x="62" y="22"/>
                    </a:lnTo>
                    <a:lnTo>
                      <a:pt x="62" y="26"/>
                    </a:lnTo>
                    <a:lnTo>
                      <a:pt x="62" y="26"/>
                    </a:lnTo>
                    <a:lnTo>
                      <a:pt x="62" y="26"/>
                    </a:lnTo>
                    <a:lnTo>
                      <a:pt x="58" y="26"/>
                    </a:lnTo>
                    <a:lnTo>
                      <a:pt x="58" y="26"/>
                    </a:lnTo>
                    <a:lnTo>
                      <a:pt x="58" y="22"/>
                    </a:lnTo>
                    <a:lnTo>
                      <a:pt x="58" y="22"/>
                    </a:lnTo>
                    <a:lnTo>
                      <a:pt x="58" y="22"/>
                    </a:lnTo>
                    <a:lnTo>
                      <a:pt x="58" y="22"/>
                    </a:lnTo>
                    <a:lnTo>
                      <a:pt x="56" y="22"/>
                    </a:lnTo>
                    <a:lnTo>
                      <a:pt x="56" y="26"/>
                    </a:lnTo>
                    <a:lnTo>
                      <a:pt x="56" y="26"/>
                    </a:lnTo>
                    <a:lnTo>
                      <a:pt x="56" y="26"/>
                    </a:lnTo>
                    <a:lnTo>
                      <a:pt x="56" y="26"/>
                    </a:lnTo>
                    <a:lnTo>
                      <a:pt x="58" y="30"/>
                    </a:lnTo>
                    <a:lnTo>
                      <a:pt x="58" y="30"/>
                    </a:lnTo>
                    <a:lnTo>
                      <a:pt x="56" y="30"/>
                    </a:lnTo>
                    <a:lnTo>
                      <a:pt x="56" y="30"/>
                    </a:lnTo>
                    <a:lnTo>
                      <a:pt x="56" y="30"/>
                    </a:lnTo>
                    <a:lnTo>
                      <a:pt x="56" y="30"/>
                    </a:lnTo>
                    <a:lnTo>
                      <a:pt x="56" y="30"/>
                    </a:lnTo>
                    <a:lnTo>
                      <a:pt x="56" y="30"/>
                    </a:lnTo>
                    <a:lnTo>
                      <a:pt x="56" y="30"/>
                    </a:lnTo>
                    <a:lnTo>
                      <a:pt x="52" y="30"/>
                    </a:lnTo>
                    <a:lnTo>
                      <a:pt x="52" y="30"/>
                    </a:lnTo>
                    <a:lnTo>
                      <a:pt x="52" y="30"/>
                    </a:lnTo>
                    <a:lnTo>
                      <a:pt x="52" y="30"/>
                    </a:lnTo>
                    <a:lnTo>
                      <a:pt x="52" y="30"/>
                    </a:lnTo>
                    <a:lnTo>
                      <a:pt x="48" y="30"/>
                    </a:lnTo>
                    <a:lnTo>
                      <a:pt x="48" y="30"/>
                    </a:lnTo>
                    <a:lnTo>
                      <a:pt x="48" y="30"/>
                    </a:lnTo>
                    <a:lnTo>
                      <a:pt x="48" y="30"/>
                    </a:lnTo>
                    <a:lnTo>
                      <a:pt x="48" y="26"/>
                    </a:lnTo>
                    <a:lnTo>
                      <a:pt x="48" y="26"/>
                    </a:lnTo>
                    <a:lnTo>
                      <a:pt x="48" y="26"/>
                    </a:lnTo>
                    <a:lnTo>
                      <a:pt x="44" y="26"/>
                    </a:lnTo>
                    <a:lnTo>
                      <a:pt x="44" y="26"/>
                    </a:lnTo>
                    <a:lnTo>
                      <a:pt x="44" y="26"/>
                    </a:lnTo>
                    <a:lnTo>
                      <a:pt x="44" y="30"/>
                    </a:lnTo>
                    <a:lnTo>
                      <a:pt x="44" y="30"/>
                    </a:lnTo>
                    <a:lnTo>
                      <a:pt x="44" y="30"/>
                    </a:lnTo>
                    <a:lnTo>
                      <a:pt x="44" y="30"/>
                    </a:lnTo>
                    <a:lnTo>
                      <a:pt x="44" y="34"/>
                    </a:lnTo>
                    <a:lnTo>
                      <a:pt x="44" y="34"/>
                    </a:lnTo>
                    <a:lnTo>
                      <a:pt x="44" y="34"/>
                    </a:lnTo>
                    <a:lnTo>
                      <a:pt x="40" y="34"/>
                    </a:lnTo>
                    <a:lnTo>
                      <a:pt x="40" y="34"/>
                    </a:lnTo>
                    <a:lnTo>
                      <a:pt x="40" y="36"/>
                    </a:lnTo>
                    <a:lnTo>
                      <a:pt x="40" y="36"/>
                    </a:lnTo>
                    <a:lnTo>
                      <a:pt x="40" y="36"/>
                    </a:lnTo>
                    <a:lnTo>
                      <a:pt x="40" y="36"/>
                    </a:lnTo>
                    <a:lnTo>
                      <a:pt x="40" y="36"/>
                    </a:lnTo>
                    <a:lnTo>
                      <a:pt x="40" y="40"/>
                    </a:lnTo>
                    <a:lnTo>
                      <a:pt x="40" y="40"/>
                    </a:lnTo>
                    <a:lnTo>
                      <a:pt x="40" y="40"/>
                    </a:lnTo>
                    <a:lnTo>
                      <a:pt x="40" y="36"/>
                    </a:lnTo>
                    <a:lnTo>
                      <a:pt x="40" y="36"/>
                    </a:lnTo>
                    <a:lnTo>
                      <a:pt x="40" y="36"/>
                    </a:lnTo>
                    <a:lnTo>
                      <a:pt x="36" y="36"/>
                    </a:lnTo>
                    <a:lnTo>
                      <a:pt x="36" y="36"/>
                    </a:lnTo>
                    <a:lnTo>
                      <a:pt x="40" y="34"/>
                    </a:lnTo>
                    <a:lnTo>
                      <a:pt x="40" y="34"/>
                    </a:lnTo>
                    <a:lnTo>
                      <a:pt x="36" y="34"/>
                    </a:lnTo>
                    <a:lnTo>
                      <a:pt x="36" y="34"/>
                    </a:lnTo>
                    <a:lnTo>
                      <a:pt x="36" y="34"/>
                    </a:lnTo>
                    <a:lnTo>
                      <a:pt x="36" y="34"/>
                    </a:lnTo>
                    <a:lnTo>
                      <a:pt x="36" y="34"/>
                    </a:lnTo>
                    <a:lnTo>
                      <a:pt x="36" y="34"/>
                    </a:lnTo>
                    <a:lnTo>
                      <a:pt x="32" y="30"/>
                    </a:lnTo>
                    <a:lnTo>
                      <a:pt x="32" y="30"/>
                    </a:lnTo>
                    <a:lnTo>
                      <a:pt x="32" y="30"/>
                    </a:lnTo>
                    <a:lnTo>
                      <a:pt x="32" y="30"/>
                    </a:lnTo>
                    <a:lnTo>
                      <a:pt x="32" y="30"/>
                    </a:lnTo>
                    <a:lnTo>
                      <a:pt x="32" y="26"/>
                    </a:lnTo>
                    <a:lnTo>
                      <a:pt x="32" y="26"/>
                    </a:lnTo>
                    <a:lnTo>
                      <a:pt x="32" y="26"/>
                    </a:lnTo>
                    <a:lnTo>
                      <a:pt x="32" y="26"/>
                    </a:lnTo>
                    <a:lnTo>
                      <a:pt x="32" y="26"/>
                    </a:lnTo>
                    <a:lnTo>
                      <a:pt x="28" y="30"/>
                    </a:lnTo>
                    <a:lnTo>
                      <a:pt x="28" y="34"/>
                    </a:lnTo>
                    <a:lnTo>
                      <a:pt x="28" y="34"/>
                    </a:lnTo>
                    <a:lnTo>
                      <a:pt x="26" y="36"/>
                    </a:lnTo>
                    <a:lnTo>
                      <a:pt x="26" y="36"/>
                    </a:lnTo>
                    <a:lnTo>
                      <a:pt x="26" y="36"/>
                    </a:lnTo>
                    <a:lnTo>
                      <a:pt x="26" y="36"/>
                    </a:lnTo>
                    <a:lnTo>
                      <a:pt x="26" y="36"/>
                    </a:lnTo>
                    <a:lnTo>
                      <a:pt x="26" y="36"/>
                    </a:lnTo>
                    <a:lnTo>
                      <a:pt x="26" y="36"/>
                    </a:lnTo>
                    <a:lnTo>
                      <a:pt x="26" y="36"/>
                    </a:lnTo>
                    <a:lnTo>
                      <a:pt x="22" y="36"/>
                    </a:lnTo>
                    <a:lnTo>
                      <a:pt x="22" y="36"/>
                    </a:lnTo>
                    <a:lnTo>
                      <a:pt x="22" y="36"/>
                    </a:lnTo>
                    <a:lnTo>
                      <a:pt x="22" y="36"/>
                    </a:lnTo>
                    <a:lnTo>
                      <a:pt x="18" y="36"/>
                    </a:lnTo>
                    <a:lnTo>
                      <a:pt x="18" y="36"/>
                    </a:lnTo>
                    <a:lnTo>
                      <a:pt x="18" y="36"/>
                    </a:lnTo>
                    <a:lnTo>
                      <a:pt x="18" y="36"/>
                    </a:lnTo>
                    <a:lnTo>
                      <a:pt x="18" y="36"/>
                    </a:lnTo>
                    <a:lnTo>
                      <a:pt x="14" y="36"/>
                    </a:lnTo>
                    <a:lnTo>
                      <a:pt x="14" y="36"/>
                    </a:lnTo>
                    <a:lnTo>
                      <a:pt x="14" y="36"/>
                    </a:lnTo>
                    <a:lnTo>
                      <a:pt x="14" y="36"/>
                    </a:lnTo>
                    <a:lnTo>
                      <a:pt x="14" y="36"/>
                    </a:lnTo>
                    <a:lnTo>
                      <a:pt x="14" y="36"/>
                    </a:lnTo>
                    <a:lnTo>
                      <a:pt x="14" y="36"/>
                    </a:lnTo>
                    <a:lnTo>
                      <a:pt x="10" y="34"/>
                    </a:lnTo>
                    <a:lnTo>
                      <a:pt x="10" y="34"/>
                    </a:lnTo>
                    <a:lnTo>
                      <a:pt x="10" y="34"/>
                    </a:lnTo>
                    <a:lnTo>
                      <a:pt x="10" y="30"/>
                    </a:lnTo>
                    <a:lnTo>
                      <a:pt x="10" y="26"/>
                    </a:lnTo>
                    <a:lnTo>
                      <a:pt x="10" y="26"/>
                    </a:lnTo>
                    <a:lnTo>
                      <a:pt x="10" y="26"/>
                    </a:lnTo>
                    <a:lnTo>
                      <a:pt x="6" y="26"/>
                    </a:lnTo>
                    <a:lnTo>
                      <a:pt x="6" y="26"/>
                    </a:lnTo>
                    <a:lnTo>
                      <a:pt x="6" y="26"/>
                    </a:lnTo>
                    <a:lnTo>
                      <a:pt x="6" y="26"/>
                    </a:lnTo>
                    <a:lnTo>
                      <a:pt x="2" y="26"/>
                    </a:lnTo>
                    <a:lnTo>
                      <a:pt x="2" y="30"/>
                    </a:lnTo>
                    <a:lnTo>
                      <a:pt x="2" y="30"/>
                    </a:lnTo>
                    <a:lnTo>
                      <a:pt x="2" y="30"/>
                    </a:lnTo>
                    <a:lnTo>
                      <a:pt x="2" y="30"/>
                    </a:lnTo>
                    <a:lnTo>
                      <a:pt x="2" y="30"/>
                    </a:lnTo>
                    <a:lnTo>
                      <a:pt x="2" y="34"/>
                    </a:lnTo>
                    <a:lnTo>
                      <a:pt x="0" y="34"/>
                    </a:lnTo>
                    <a:lnTo>
                      <a:pt x="0" y="34"/>
                    </a:lnTo>
                    <a:lnTo>
                      <a:pt x="0" y="34"/>
                    </a:lnTo>
                    <a:lnTo>
                      <a:pt x="0" y="34"/>
                    </a:lnTo>
                    <a:lnTo>
                      <a:pt x="0" y="30"/>
                    </a:lnTo>
                    <a:lnTo>
                      <a:pt x="0" y="30"/>
                    </a:lnTo>
                    <a:lnTo>
                      <a:pt x="0" y="30"/>
                    </a:lnTo>
                    <a:lnTo>
                      <a:pt x="0" y="30"/>
                    </a:lnTo>
                    <a:lnTo>
                      <a:pt x="0" y="30"/>
                    </a:lnTo>
                    <a:lnTo>
                      <a:pt x="0" y="30"/>
                    </a:lnTo>
                    <a:lnTo>
                      <a:pt x="0" y="30"/>
                    </a:lnTo>
                    <a:lnTo>
                      <a:pt x="0" y="30"/>
                    </a:lnTo>
                    <a:lnTo>
                      <a:pt x="0" y="26"/>
                    </a:lnTo>
                    <a:lnTo>
                      <a:pt x="0" y="26"/>
                    </a:lnTo>
                    <a:lnTo>
                      <a:pt x="0" y="26"/>
                    </a:lnTo>
                    <a:lnTo>
                      <a:pt x="0" y="26"/>
                    </a:lnTo>
                    <a:lnTo>
                      <a:pt x="0" y="22"/>
                    </a:lnTo>
                    <a:lnTo>
                      <a:pt x="2" y="22"/>
                    </a:lnTo>
                    <a:lnTo>
                      <a:pt x="2" y="22"/>
                    </a:lnTo>
                    <a:lnTo>
                      <a:pt x="2" y="22"/>
                    </a:lnTo>
                    <a:lnTo>
                      <a:pt x="6" y="18"/>
                    </a:lnTo>
                    <a:lnTo>
                      <a:pt x="2" y="18"/>
                    </a:lnTo>
                    <a:lnTo>
                      <a:pt x="2" y="18"/>
                    </a:lnTo>
                    <a:lnTo>
                      <a:pt x="2" y="18"/>
                    </a:lnTo>
                    <a:close/>
                    <a:moveTo>
                      <a:pt x="36" y="0"/>
                    </a:moveTo>
                    <a:lnTo>
                      <a:pt x="36" y="0"/>
                    </a:lnTo>
                    <a:lnTo>
                      <a:pt x="36" y="0"/>
                    </a:lnTo>
                    <a:lnTo>
                      <a:pt x="36" y="0"/>
                    </a:lnTo>
                    <a:lnTo>
                      <a:pt x="36" y="0"/>
                    </a:lnTo>
                    <a:lnTo>
                      <a:pt x="36" y="0"/>
                    </a:lnTo>
                    <a:lnTo>
                      <a:pt x="3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1" name="Freeform 125"/>
              <p:cNvSpPr>
                <a:spLocks/>
              </p:cNvSpPr>
              <p:nvPr/>
            </p:nvSpPr>
            <p:spPr bwMode="gray">
              <a:xfrm>
                <a:off x="5342604" y="2843048"/>
                <a:ext cx="441773" cy="285239"/>
              </a:xfrm>
              <a:custGeom>
                <a:avLst/>
                <a:gdLst>
                  <a:gd name="T0" fmla="*/ 96 w 254"/>
                  <a:gd name="T1" fmla="*/ 134 h 164"/>
                  <a:gd name="T2" fmla="*/ 104 w 254"/>
                  <a:gd name="T3" fmla="*/ 124 h 164"/>
                  <a:gd name="T4" fmla="*/ 108 w 254"/>
                  <a:gd name="T5" fmla="*/ 124 h 164"/>
                  <a:gd name="T6" fmla="*/ 104 w 254"/>
                  <a:gd name="T7" fmla="*/ 108 h 164"/>
                  <a:gd name="T8" fmla="*/ 100 w 254"/>
                  <a:gd name="T9" fmla="*/ 98 h 164"/>
                  <a:gd name="T10" fmla="*/ 86 w 254"/>
                  <a:gd name="T11" fmla="*/ 90 h 164"/>
                  <a:gd name="T12" fmla="*/ 64 w 254"/>
                  <a:gd name="T13" fmla="*/ 86 h 164"/>
                  <a:gd name="T14" fmla="*/ 46 w 254"/>
                  <a:gd name="T15" fmla="*/ 98 h 164"/>
                  <a:gd name="T16" fmla="*/ 24 w 254"/>
                  <a:gd name="T17" fmla="*/ 94 h 164"/>
                  <a:gd name="T18" fmla="*/ 8 w 254"/>
                  <a:gd name="T19" fmla="*/ 90 h 164"/>
                  <a:gd name="T20" fmla="*/ 4 w 254"/>
                  <a:gd name="T21" fmla="*/ 74 h 164"/>
                  <a:gd name="T22" fmla="*/ 16 w 254"/>
                  <a:gd name="T23" fmla="*/ 48 h 164"/>
                  <a:gd name="T24" fmla="*/ 26 w 254"/>
                  <a:gd name="T25" fmla="*/ 38 h 164"/>
                  <a:gd name="T26" fmla="*/ 24 w 254"/>
                  <a:gd name="T27" fmla="*/ 18 h 164"/>
                  <a:gd name="T28" fmla="*/ 42 w 254"/>
                  <a:gd name="T29" fmla="*/ 12 h 164"/>
                  <a:gd name="T30" fmla="*/ 64 w 254"/>
                  <a:gd name="T31" fmla="*/ 16 h 164"/>
                  <a:gd name="T32" fmla="*/ 82 w 254"/>
                  <a:gd name="T33" fmla="*/ 18 h 164"/>
                  <a:gd name="T34" fmla="*/ 94 w 254"/>
                  <a:gd name="T35" fmla="*/ 18 h 164"/>
                  <a:gd name="T36" fmla="*/ 108 w 254"/>
                  <a:gd name="T37" fmla="*/ 22 h 164"/>
                  <a:gd name="T38" fmla="*/ 120 w 254"/>
                  <a:gd name="T39" fmla="*/ 18 h 164"/>
                  <a:gd name="T40" fmla="*/ 134 w 254"/>
                  <a:gd name="T41" fmla="*/ 8 h 164"/>
                  <a:gd name="T42" fmla="*/ 156 w 254"/>
                  <a:gd name="T43" fmla="*/ 0 h 164"/>
                  <a:gd name="T44" fmla="*/ 172 w 254"/>
                  <a:gd name="T45" fmla="*/ 12 h 164"/>
                  <a:gd name="T46" fmla="*/ 176 w 254"/>
                  <a:gd name="T47" fmla="*/ 26 h 164"/>
                  <a:gd name="T48" fmla="*/ 190 w 254"/>
                  <a:gd name="T49" fmla="*/ 38 h 164"/>
                  <a:gd name="T50" fmla="*/ 198 w 254"/>
                  <a:gd name="T51" fmla="*/ 42 h 164"/>
                  <a:gd name="T52" fmla="*/ 212 w 254"/>
                  <a:gd name="T53" fmla="*/ 46 h 164"/>
                  <a:gd name="T54" fmla="*/ 232 w 254"/>
                  <a:gd name="T55" fmla="*/ 48 h 164"/>
                  <a:gd name="T56" fmla="*/ 246 w 254"/>
                  <a:gd name="T57" fmla="*/ 56 h 164"/>
                  <a:gd name="T58" fmla="*/ 250 w 254"/>
                  <a:gd name="T59" fmla="*/ 72 h 164"/>
                  <a:gd name="T60" fmla="*/ 254 w 254"/>
                  <a:gd name="T61" fmla="*/ 90 h 164"/>
                  <a:gd name="T62" fmla="*/ 236 w 254"/>
                  <a:gd name="T63" fmla="*/ 98 h 164"/>
                  <a:gd name="T64" fmla="*/ 224 w 254"/>
                  <a:gd name="T65" fmla="*/ 112 h 164"/>
                  <a:gd name="T66" fmla="*/ 206 w 254"/>
                  <a:gd name="T67" fmla="*/ 120 h 164"/>
                  <a:gd name="T68" fmla="*/ 190 w 254"/>
                  <a:gd name="T69" fmla="*/ 124 h 164"/>
                  <a:gd name="T70" fmla="*/ 186 w 254"/>
                  <a:gd name="T71" fmla="*/ 128 h 164"/>
                  <a:gd name="T72" fmla="*/ 172 w 254"/>
                  <a:gd name="T73" fmla="*/ 128 h 164"/>
                  <a:gd name="T74" fmla="*/ 168 w 254"/>
                  <a:gd name="T75" fmla="*/ 130 h 164"/>
                  <a:gd name="T76" fmla="*/ 176 w 254"/>
                  <a:gd name="T77" fmla="*/ 134 h 164"/>
                  <a:gd name="T78" fmla="*/ 186 w 254"/>
                  <a:gd name="T79" fmla="*/ 146 h 164"/>
                  <a:gd name="T80" fmla="*/ 184 w 254"/>
                  <a:gd name="T81" fmla="*/ 138 h 164"/>
                  <a:gd name="T82" fmla="*/ 198 w 254"/>
                  <a:gd name="T83" fmla="*/ 146 h 164"/>
                  <a:gd name="T84" fmla="*/ 194 w 254"/>
                  <a:gd name="T85" fmla="*/ 154 h 164"/>
                  <a:gd name="T86" fmla="*/ 176 w 254"/>
                  <a:gd name="T87" fmla="*/ 160 h 164"/>
                  <a:gd name="T88" fmla="*/ 160 w 254"/>
                  <a:gd name="T89" fmla="*/ 158 h 164"/>
                  <a:gd name="T90" fmla="*/ 150 w 254"/>
                  <a:gd name="T91" fmla="*/ 146 h 164"/>
                  <a:gd name="T92" fmla="*/ 160 w 254"/>
                  <a:gd name="T93" fmla="*/ 134 h 164"/>
                  <a:gd name="T94" fmla="*/ 146 w 254"/>
                  <a:gd name="T95" fmla="*/ 130 h 164"/>
                  <a:gd name="T96" fmla="*/ 138 w 254"/>
                  <a:gd name="T97" fmla="*/ 124 h 164"/>
                  <a:gd name="T98" fmla="*/ 142 w 254"/>
                  <a:gd name="T99" fmla="*/ 124 h 164"/>
                  <a:gd name="T100" fmla="*/ 138 w 254"/>
                  <a:gd name="T101" fmla="*/ 112 h 164"/>
                  <a:gd name="T102" fmla="*/ 134 w 254"/>
                  <a:gd name="T103" fmla="*/ 120 h 164"/>
                  <a:gd name="T104" fmla="*/ 116 w 254"/>
                  <a:gd name="T105" fmla="*/ 134 h 164"/>
                  <a:gd name="T106" fmla="*/ 108 w 254"/>
                  <a:gd name="T107" fmla="*/ 146 h 164"/>
                  <a:gd name="T108" fmla="*/ 94 w 254"/>
                  <a:gd name="T109" fmla="*/ 15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 h="164">
                    <a:moveTo>
                      <a:pt x="86" y="146"/>
                    </a:moveTo>
                    <a:lnTo>
                      <a:pt x="86" y="142"/>
                    </a:lnTo>
                    <a:lnTo>
                      <a:pt x="90" y="142"/>
                    </a:lnTo>
                    <a:lnTo>
                      <a:pt x="90" y="138"/>
                    </a:lnTo>
                    <a:lnTo>
                      <a:pt x="94" y="138"/>
                    </a:lnTo>
                    <a:lnTo>
                      <a:pt x="94" y="134"/>
                    </a:lnTo>
                    <a:lnTo>
                      <a:pt x="96" y="134"/>
                    </a:lnTo>
                    <a:lnTo>
                      <a:pt x="96" y="130"/>
                    </a:lnTo>
                    <a:lnTo>
                      <a:pt x="96" y="128"/>
                    </a:lnTo>
                    <a:lnTo>
                      <a:pt x="96" y="124"/>
                    </a:lnTo>
                    <a:lnTo>
                      <a:pt x="100" y="124"/>
                    </a:lnTo>
                    <a:lnTo>
                      <a:pt x="100" y="128"/>
                    </a:lnTo>
                    <a:lnTo>
                      <a:pt x="100" y="124"/>
                    </a:lnTo>
                    <a:lnTo>
                      <a:pt x="104" y="124"/>
                    </a:lnTo>
                    <a:lnTo>
                      <a:pt x="104" y="128"/>
                    </a:lnTo>
                    <a:lnTo>
                      <a:pt x="108" y="128"/>
                    </a:lnTo>
                    <a:lnTo>
                      <a:pt x="108" y="124"/>
                    </a:lnTo>
                    <a:lnTo>
                      <a:pt x="108" y="128"/>
                    </a:lnTo>
                    <a:lnTo>
                      <a:pt x="112" y="128"/>
                    </a:lnTo>
                    <a:lnTo>
                      <a:pt x="112" y="124"/>
                    </a:lnTo>
                    <a:lnTo>
                      <a:pt x="108" y="124"/>
                    </a:lnTo>
                    <a:lnTo>
                      <a:pt x="112" y="124"/>
                    </a:lnTo>
                    <a:lnTo>
                      <a:pt x="112" y="120"/>
                    </a:lnTo>
                    <a:lnTo>
                      <a:pt x="112" y="116"/>
                    </a:lnTo>
                    <a:lnTo>
                      <a:pt x="108" y="116"/>
                    </a:lnTo>
                    <a:lnTo>
                      <a:pt x="104" y="116"/>
                    </a:lnTo>
                    <a:lnTo>
                      <a:pt x="104" y="112"/>
                    </a:lnTo>
                    <a:lnTo>
                      <a:pt x="104" y="108"/>
                    </a:lnTo>
                    <a:lnTo>
                      <a:pt x="104" y="104"/>
                    </a:lnTo>
                    <a:lnTo>
                      <a:pt x="104" y="108"/>
                    </a:lnTo>
                    <a:lnTo>
                      <a:pt x="100" y="104"/>
                    </a:lnTo>
                    <a:lnTo>
                      <a:pt x="104" y="104"/>
                    </a:lnTo>
                    <a:lnTo>
                      <a:pt x="100" y="104"/>
                    </a:lnTo>
                    <a:lnTo>
                      <a:pt x="100" y="102"/>
                    </a:lnTo>
                    <a:lnTo>
                      <a:pt x="100" y="98"/>
                    </a:lnTo>
                    <a:lnTo>
                      <a:pt x="100" y="94"/>
                    </a:lnTo>
                    <a:lnTo>
                      <a:pt x="96" y="94"/>
                    </a:lnTo>
                    <a:lnTo>
                      <a:pt x="94" y="90"/>
                    </a:lnTo>
                    <a:lnTo>
                      <a:pt x="90" y="90"/>
                    </a:lnTo>
                    <a:lnTo>
                      <a:pt x="90" y="86"/>
                    </a:lnTo>
                    <a:lnTo>
                      <a:pt x="86" y="86"/>
                    </a:lnTo>
                    <a:lnTo>
                      <a:pt x="86" y="90"/>
                    </a:lnTo>
                    <a:lnTo>
                      <a:pt x="86" y="86"/>
                    </a:lnTo>
                    <a:lnTo>
                      <a:pt x="82" y="86"/>
                    </a:lnTo>
                    <a:lnTo>
                      <a:pt x="80" y="82"/>
                    </a:lnTo>
                    <a:lnTo>
                      <a:pt x="76" y="82"/>
                    </a:lnTo>
                    <a:lnTo>
                      <a:pt x="72" y="86"/>
                    </a:lnTo>
                    <a:lnTo>
                      <a:pt x="68" y="86"/>
                    </a:lnTo>
                    <a:lnTo>
                      <a:pt x="64" y="86"/>
                    </a:lnTo>
                    <a:lnTo>
                      <a:pt x="64" y="90"/>
                    </a:lnTo>
                    <a:lnTo>
                      <a:pt x="60" y="90"/>
                    </a:lnTo>
                    <a:lnTo>
                      <a:pt x="56" y="94"/>
                    </a:lnTo>
                    <a:lnTo>
                      <a:pt x="54" y="94"/>
                    </a:lnTo>
                    <a:lnTo>
                      <a:pt x="50" y="94"/>
                    </a:lnTo>
                    <a:lnTo>
                      <a:pt x="46" y="94"/>
                    </a:lnTo>
                    <a:lnTo>
                      <a:pt x="46" y="98"/>
                    </a:lnTo>
                    <a:lnTo>
                      <a:pt x="42" y="98"/>
                    </a:lnTo>
                    <a:lnTo>
                      <a:pt x="38" y="98"/>
                    </a:lnTo>
                    <a:lnTo>
                      <a:pt x="38" y="94"/>
                    </a:lnTo>
                    <a:lnTo>
                      <a:pt x="34" y="94"/>
                    </a:lnTo>
                    <a:lnTo>
                      <a:pt x="30" y="94"/>
                    </a:lnTo>
                    <a:lnTo>
                      <a:pt x="26" y="94"/>
                    </a:lnTo>
                    <a:lnTo>
                      <a:pt x="24" y="94"/>
                    </a:lnTo>
                    <a:lnTo>
                      <a:pt x="20" y="94"/>
                    </a:lnTo>
                    <a:lnTo>
                      <a:pt x="16" y="94"/>
                    </a:lnTo>
                    <a:lnTo>
                      <a:pt x="16" y="90"/>
                    </a:lnTo>
                    <a:lnTo>
                      <a:pt x="16" y="94"/>
                    </a:lnTo>
                    <a:lnTo>
                      <a:pt x="12" y="94"/>
                    </a:lnTo>
                    <a:lnTo>
                      <a:pt x="12" y="90"/>
                    </a:lnTo>
                    <a:lnTo>
                      <a:pt x="8" y="90"/>
                    </a:lnTo>
                    <a:lnTo>
                      <a:pt x="4" y="86"/>
                    </a:lnTo>
                    <a:lnTo>
                      <a:pt x="0" y="82"/>
                    </a:lnTo>
                    <a:lnTo>
                      <a:pt x="0" y="86"/>
                    </a:lnTo>
                    <a:lnTo>
                      <a:pt x="0" y="82"/>
                    </a:lnTo>
                    <a:lnTo>
                      <a:pt x="0" y="78"/>
                    </a:lnTo>
                    <a:lnTo>
                      <a:pt x="4" y="78"/>
                    </a:lnTo>
                    <a:lnTo>
                      <a:pt x="4" y="74"/>
                    </a:lnTo>
                    <a:lnTo>
                      <a:pt x="8" y="72"/>
                    </a:lnTo>
                    <a:lnTo>
                      <a:pt x="12" y="72"/>
                    </a:lnTo>
                    <a:lnTo>
                      <a:pt x="8" y="68"/>
                    </a:lnTo>
                    <a:lnTo>
                      <a:pt x="8" y="64"/>
                    </a:lnTo>
                    <a:lnTo>
                      <a:pt x="8" y="60"/>
                    </a:lnTo>
                    <a:lnTo>
                      <a:pt x="16" y="52"/>
                    </a:lnTo>
                    <a:lnTo>
                      <a:pt x="16" y="48"/>
                    </a:lnTo>
                    <a:lnTo>
                      <a:pt x="20" y="48"/>
                    </a:lnTo>
                    <a:lnTo>
                      <a:pt x="20" y="46"/>
                    </a:lnTo>
                    <a:lnTo>
                      <a:pt x="24" y="46"/>
                    </a:lnTo>
                    <a:lnTo>
                      <a:pt x="24" y="42"/>
                    </a:lnTo>
                    <a:lnTo>
                      <a:pt x="26" y="42"/>
                    </a:lnTo>
                    <a:lnTo>
                      <a:pt x="30" y="42"/>
                    </a:lnTo>
                    <a:lnTo>
                      <a:pt x="26" y="38"/>
                    </a:lnTo>
                    <a:lnTo>
                      <a:pt x="26" y="34"/>
                    </a:lnTo>
                    <a:lnTo>
                      <a:pt x="30" y="34"/>
                    </a:lnTo>
                    <a:lnTo>
                      <a:pt x="26" y="34"/>
                    </a:lnTo>
                    <a:lnTo>
                      <a:pt x="26" y="30"/>
                    </a:lnTo>
                    <a:lnTo>
                      <a:pt x="24" y="26"/>
                    </a:lnTo>
                    <a:lnTo>
                      <a:pt x="24" y="22"/>
                    </a:lnTo>
                    <a:lnTo>
                      <a:pt x="24" y="18"/>
                    </a:lnTo>
                    <a:lnTo>
                      <a:pt x="24" y="16"/>
                    </a:lnTo>
                    <a:lnTo>
                      <a:pt x="26" y="18"/>
                    </a:lnTo>
                    <a:lnTo>
                      <a:pt x="30" y="16"/>
                    </a:lnTo>
                    <a:lnTo>
                      <a:pt x="30" y="12"/>
                    </a:lnTo>
                    <a:lnTo>
                      <a:pt x="34" y="12"/>
                    </a:lnTo>
                    <a:lnTo>
                      <a:pt x="38" y="12"/>
                    </a:lnTo>
                    <a:lnTo>
                      <a:pt x="42" y="12"/>
                    </a:lnTo>
                    <a:lnTo>
                      <a:pt x="46" y="12"/>
                    </a:lnTo>
                    <a:lnTo>
                      <a:pt x="50" y="12"/>
                    </a:lnTo>
                    <a:lnTo>
                      <a:pt x="54" y="12"/>
                    </a:lnTo>
                    <a:lnTo>
                      <a:pt x="56" y="12"/>
                    </a:lnTo>
                    <a:lnTo>
                      <a:pt x="60" y="12"/>
                    </a:lnTo>
                    <a:lnTo>
                      <a:pt x="60" y="16"/>
                    </a:lnTo>
                    <a:lnTo>
                      <a:pt x="64" y="16"/>
                    </a:lnTo>
                    <a:lnTo>
                      <a:pt x="64" y="12"/>
                    </a:lnTo>
                    <a:lnTo>
                      <a:pt x="64" y="16"/>
                    </a:lnTo>
                    <a:lnTo>
                      <a:pt x="68" y="16"/>
                    </a:lnTo>
                    <a:lnTo>
                      <a:pt x="72" y="16"/>
                    </a:lnTo>
                    <a:lnTo>
                      <a:pt x="76" y="18"/>
                    </a:lnTo>
                    <a:lnTo>
                      <a:pt x="80" y="18"/>
                    </a:lnTo>
                    <a:lnTo>
                      <a:pt x="82" y="18"/>
                    </a:lnTo>
                    <a:lnTo>
                      <a:pt x="86" y="18"/>
                    </a:lnTo>
                    <a:lnTo>
                      <a:pt x="86" y="16"/>
                    </a:lnTo>
                    <a:lnTo>
                      <a:pt x="86" y="18"/>
                    </a:lnTo>
                    <a:lnTo>
                      <a:pt x="90" y="18"/>
                    </a:lnTo>
                    <a:lnTo>
                      <a:pt x="94" y="18"/>
                    </a:lnTo>
                    <a:lnTo>
                      <a:pt x="94" y="22"/>
                    </a:lnTo>
                    <a:lnTo>
                      <a:pt x="94" y="18"/>
                    </a:lnTo>
                    <a:lnTo>
                      <a:pt x="96" y="18"/>
                    </a:lnTo>
                    <a:lnTo>
                      <a:pt x="100" y="18"/>
                    </a:lnTo>
                    <a:lnTo>
                      <a:pt x="100" y="22"/>
                    </a:lnTo>
                    <a:lnTo>
                      <a:pt x="104" y="22"/>
                    </a:lnTo>
                    <a:lnTo>
                      <a:pt x="104" y="18"/>
                    </a:lnTo>
                    <a:lnTo>
                      <a:pt x="108" y="18"/>
                    </a:lnTo>
                    <a:lnTo>
                      <a:pt x="108" y="22"/>
                    </a:lnTo>
                    <a:lnTo>
                      <a:pt x="112" y="18"/>
                    </a:lnTo>
                    <a:lnTo>
                      <a:pt x="116" y="18"/>
                    </a:lnTo>
                    <a:lnTo>
                      <a:pt x="116" y="22"/>
                    </a:lnTo>
                    <a:lnTo>
                      <a:pt x="120" y="22"/>
                    </a:lnTo>
                    <a:lnTo>
                      <a:pt x="120" y="26"/>
                    </a:lnTo>
                    <a:lnTo>
                      <a:pt x="120" y="22"/>
                    </a:lnTo>
                    <a:lnTo>
                      <a:pt x="120" y="18"/>
                    </a:lnTo>
                    <a:lnTo>
                      <a:pt x="120" y="16"/>
                    </a:lnTo>
                    <a:lnTo>
                      <a:pt x="120" y="12"/>
                    </a:lnTo>
                    <a:lnTo>
                      <a:pt x="124" y="12"/>
                    </a:lnTo>
                    <a:lnTo>
                      <a:pt x="124" y="8"/>
                    </a:lnTo>
                    <a:lnTo>
                      <a:pt x="126" y="8"/>
                    </a:lnTo>
                    <a:lnTo>
                      <a:pt x="130" y="8"/>
                    </a:lnTo>
                    <a:lnTo>
                      <a:pt x="134" y="8"/>
                    </a:lnTo>
                    <a:lnTo>
                      <a:pt x="138" y="8"/>
                    </a:lnTo>
                    <a:lnTo>
                      <a:pt x="142" y="8"/>
                    </a:lnTo>
                    <a:lnTo>
                      <a:pt x="146" y="8"/>
                    </a:lnTo>
                    <a:lnTo>
                      <a:pt x="146" y="4"/>
                    </a:lnTo>
                    <a:lnTo>
                      <a:pt x="150" y="4"/>
                    </a:lnTo>
                    <a:lnTo>
                      <a:pt x="154" y="4"/>
                    </a:lnTo>
                    <a:lnTo>
                      <a:pt x="156" y="0"/>
                    </a:lnTo>
                    <a:lnTo>
                      <a:pt x="160" y="0"/>
                    </a:lnTo>
                    <a:lnTo>
                      <a:pt x="160" y="4"/>
                    </a:lnTo>
                    <a:lnTo>
                      <a:pt x="164" y="4"/>
                    </a:lnTo>
                    <a:lnTo>
                      <a:pt x="164" y="0"/>
                    </a:lnTo>
                    <a:lnTo>
                      <a:pt x="168" y="4"/>
                    </a:lnTo>
                    <a:lnTo>
                      <a:pt x="168" y="8"/>
                    </a:lnTo>
                    <a:lnTo>
                      <a:pt x="172" y="12"/>
                    </a:lnTo>
                    <a:lnTo>
                      <a:pt x="176" y="16"/>
                    </a:lnTo>
                    <a:lnTo>
                      <a:pt x="172" y="16"/>
                    </a:lnTo>
                    <a:lnTo>
                      <a:pt x="168" y="16"/>
                    </a:lnTo>
                    <a:lnTo>
                      <a:pt x="172" y="18"/>
                    </a:lnTo>
                    <a:lnTo>
                      <a:pt x="172" y="22"/>
                    </a:lnTo>
                    <a:lnTo>
                      <a:pt x="172" y="26"/>
                    </a:lnTo>
                    <a:lnTo>
                      <a:pt x="176" y="26"/>
                    </a:lnTo>
                    <a:lnTo>
                      <a:pt x="180" y="26"/>
                    </a:lnTo>
                    <a:lnTo>
                      <a:pt x="184" y="26"/>
                    </a:lnTo>
                    <a:lnTo>
                      <a:pt x="184" y="30"/>
                    </a:lnTo>
                    <a:lnTo>
                      <a:pt x="186" y="30"/>
                    </a:lnTo>
                    <a:lnTo>
                      <a:pt x="186" y="34"/>
                    </a:lnTo>
                    <a:lnTo>
                      <a:pt x="190" y="34"/>
                    </a:lnTo>
                    <a:lnTo>
                      <a:pt x="190" y="38"/>
                    </a:lnTo>
                    <a:lnTo>
                      <a:pt x="186" y="38"/>
                    </a:lnTo>
                    <a:lnTo>
                      <a:pt x="186" y="42"/>
                    </a:lnTo>
                    <a:lnTo>
                      <a:pt x="190" y="42"/>
                    </a:lnTo>
                    <a:lnTo>
                      <a:pt x="190" y="46"/>
                    </a:lnTo>
                    <a:lnTo>
                      <a:pt x="194" y="46"/>
                    </a:lnTo>
                    <a:lnTo>
                      <a:pt x="194" y="42"/>
                    </a:lnTo>
                    <a:lnTo>
                      <a:pt x="198" y="42"/>
                    </a:lnTo>
                    <a:lnTo>
                      <a:pt x="198" y="46"/>
                    </a:lnTo>
                    <a:lnTo>
                      <a:pt x="202" y="46"/>
                    </a:lnTo>
                    <a:lnTo>
                      <a:pt x="206" y="46"/>
                    </a:lnTo>
                    <a:lnTo>
                      <a:pt x="206" y="48"/>
                    </a:lnTo>
                    <a:lnTo>
                      <a:pt x="206" y="46"/>
                    </a:lnTo>
                    <a:lnTo>
                      <a:pt x="210" y="46"/>
                    </a:lnTo>
                    <a:lnTo>
                      <a:pt x="212" y="46"/>
                    </a:lnTo>
                    <a:lnTo>
                      <a:pt x="216" y="42"/>
                    </a:lnTo>
                    <a:lnTo>
                      <a:pt x="220" y="48"/>
                    </a:lnTo>
                    <a:lnTo>
                      <a:pt x="224" y="48"/>
                    </a:lnTo>
                    <a:lnTo>
                      <a:pt x="224" y="52"/>
                    </a:lnTo>
                    <a:lnTo>
                      <a:pt x="228" y="52"/>
                    </a:lnTo>
                    <a:lnTo>
                      <a:pt x="228" y="48"/>
                    </a:lnTo>
                    <a:lnTo>
                      <a:pt x="232" y="48"/>
                    </a:lnTo>
                    <a:lnTo>
                      <a:pt x="232" y="52"/>
                    </a:lnTo>
                    <a:lnTo>
                      <a:pt x="236" y="52"/>
                    </a:lnTo>
                    <a:lnTo>
                      <a:pt x="240" y="52"/>
                    </a:lnTo>
                    <a:lnTo>
                      <a:pt x="240" y="56"/>
                    </a:lnTo>
                    <a:lnTo>
                      <a:pt x="242" y="52"/>
                    </a:lnTo>
                    <a:lnTo>
                      <a:pt x="242" y="56"/>
                    </a:lnTo>
                    <a:lnTo>
                      <a:pt x="246" y="56"/>
                    </a:lnTo>
                    <a:lnTo>
                      <a:pt x="246" y="60"/>
                    </a:lnTo>
                    <a:lnTo>
                      <a:pt x="250" y="60"/>
                    </a:lnTo>
                    <a:lnTo>
                      <a:pt x="254" y="60"/>
                    </a:lnTo>
                    <a:lnTo>
                      <a:pt x="254" y="64"/>
                    </a:lnTo>
                    <a:lnTo>
                      <a:pt x="254" y="68"/>
                    </a:lnTo>
                    <a:lnTo>
                      <a:pt x="254" y="72"/>
                    </a:lnTo>
                    <a:lnTo>
                      <a:pt x="250" y="72"/>
                    </a:lnTo>
                    <a:lnTo>
                      <a:pt x="250" y="74"/>
                    </a:lnTo>
                    <a:lnTo>
                      <a:pt x="254" y="74"/>
                    </a:lnTo>
                    <a:lnTo>
                      <a:pt x="250" y="74"/>
                    </a:lnTo>
                    <a:lnTo>
                      <a:pt x="250" y="78"/>
                    </a:lnTo>
                    <a:lnTo>
                      <a:pt x="250" y="82"/>
                    </a:lnTo>
                    <a:lnTo>
                      <a:pt x="254" y="86"/>
                    </a:lnTo>
                    <a:lnTo>
                      <a:pt x="254" y="90"/>
                    </a:lnTo>
                    <a:lnTo>
                      <a:pt x="250" y="90"/>
                    </a:lnTo>
                    <a:lnTo>
                      <a:pt x="250" y="94"/>
                    </a:lnTo>
                    <a:lnTo>
                      <a:pt x="250" y="98"/>
                    </a:lnTo>
                    <a:lnTo>
                      <a:pt x="246" y="98"/>
                    </a:lnTo>
                    <a:lnTo>
                      <a:pt x="242" y="98"/>
                    </a:lnTo>
                    <a:lnTo>
                      <a:pt x="240" y="98"/>
                    </a:lnTo>
                    <a:lnTo>
                      <a:pt x="236" y="98"/>
                    </a:lnTo>
                    <a:lnTo>
                      <a:pt x="236" y="102"/>
                    </a:lnTo>
                    <a:lnTo>
                      <a:pt x="232" y="102"/>
                    </a:lnTo>
                    <a:lnTo>
                      <a:pt x="228" y="102"/>
                    </a:lnTo>
                    <a:lnTo>
                      <a:pt x="228" y="104"/>
                    </a:lnTo>
                    <a:lnTo>
                      <a:pt x="228" y="108"/>
                    </a:lnTo>
                    <a:lnTo>
                      <a:pt x="228" y="112"/>
                    </a:lnTo>
                    <a:lnTo>
                      <a:pt x="224" y="112"/>
                    </a:lnTo>
                    <a:lnTo>
                      <a:pt x="220" y="112"/>
                    </a:lnTo>
                    <a:lnTo>
                      <a:pt x="216" y="112"/>
                    </a:lnTo>
                    <a:lnTo>
                      <a:pt x="216" y="116"/>
                    </a:lnTo>
                    <a:lnTo>
                      <a:pt x="212" y="116"/>
                    </a:lnTo>
                    <a:lnTo>
                      <a:pt x="210" y="116"/>
                    </a:lnTo>
                    <a:lnTo>
                      <a:pt x="210" y="120"/>
                    </a:lnTo>
                    <a:lnTo>
                      <a:pt x="206" y="120"/>
                    </a:lnTo>
                    <a:lnTo>
                      <a:pt x="206" y="116"/>
                    </a:lnTo>
                    <a:lnTo>
                      <a:pt x="206" y="120"/>
                    </a:lnTo>
                    <a:lnTo>
                      <a:pt x="202" y="120"/>
                    </a:lnTo>
                    <a:lnTo>
                      <a:pt x="198" y="120"/>
                    </a:lnTo>
                    <a:lnTo>
                      <a:pt x="194" y="120"/>
                    </a:lnTo>
                    <a:lnTo>
                      <a:pt x="194" y="124"/>
                    </a:lnTo>
                    <a:lnTo>
                      <a:pt x="190" y="124"/>
                    </a:lnTo>
                    <a:lnTo>
                      <a:pt x="186" y="128"/>
                    </a:lnTo>
                    <a:lnTo>
                      <a:pt x="186" y="130"/>
                    </a:lnTo>
                    <a:lnTo>
                      <a:pt x="184" y="130"/>
                    </a:lnTo>
                    <a:lnTo>
                      <a:pt x="186" y="130"/>
                    </a:lnTo>
                    <a:lnTo>
                      <a:pt x="186" y="128"/>
                    </a:lnTo>
                    <a:lnTo>
                      <a:pt x="186" y="124"/>
                    </a:lnTo>
                    <a:lnTo>
                      <a:pt x="186" y="128"/>
                    </a:lnTo>
                    <a:lnTo>
                      <a:pt x="184" y="128"/>
                    </a:lnTo>
                    <a:lnTo>
                      <a:pt x="180" y="130"/>
                    </a:lnTo>
                    <a:lnTo>
                      <a:pt x="176" y="130"/>
                    </a:lnTo>
                    <a:lnTo>
                      <a:pt x="176" y="134"/>
                    </a:lnTo>
                    <a:lnTo>
                      <a:pt x="176" y="130"/>
                    </a:lnTo>
                    <a:lnTo>
                      <a:pt x="172" y="130"/>
                    </a:lnTo>
                    <a:lnTo>
                      <a:pt x="172" y="128"/>
                    </a:lnTo>
                    <a:lnTo>
                      <a:pt x="172" y="130"/>
                    </a:lnTo>
                    <a:lnTo>
                      <a:pt x="168" y="130"/>
                    </a:lnTo>
                    <a:lnTo>
                      <a:pt x="172" y="130"/>
                    </a:lnTo>
                    <a:lnTo>
                      <a:pt x="168" y="130"/>
                    </a:lnTo>
                    <a:lnTo>
                      <a:pt x="164" y="128"/>
                    </a:lnTo>
                    <a:lnTo>
                      <a:pt x="164" y="130"/>
                    </a:lnTo>
                    <a:lnTo>
                      <a:pt x="168" y="130"/>
                    </a:lnTo>
                    <a:lnTo>
                      <a:pt x="168" y="134"/>
                    </a:lnTo>
                    <a:lnTo>
                      <a:pt x="168" y="130"/>
                    </a:lnTo>
                    <a:lnTo>
                      <a:pt x="168" y="134"/>
                    </a:lnTo>
                    <a:lnTo>
                      <a:pt x="172" y="134"/>
                    </a:lnTo>
                    <a:lnTo>
                      <a:pt x="176" y="134"/>
                    </a:lnTo>
                    <a:lnTo>
                      <a:pt x="172" y="134"/>
                    </a:lnTo>
                    <a:lnTo>
                      <a:pt x="176" y="134"/>
                    </a:lnTo>
                    <a:lnTo>
                      <a:pt x="176" y="138"/>
                    </a:lnTo>
                    <a:lnTo>
                      <a:pt x="180" y="138"/>
                    </a:lnTo>
                    <a:lnTo>
                      <a:pt x="180" y="142"/>
                    </a:lnTo>
                    <a:lnTo>
                      <a:pt x="184" y="142"/>
                    </a:lnTo>
                    <a:lnTo>
                      <a:pt x="184" y="146"/>
                    </a:lnTo>
                    <a:lnTo>
                      <a:pt x="186" y="150"/>
                    </a:lnTo>
                    <a:lnTo>
                      <a:pt x="186" y="146"/>
                    </a:lnTo>
                    <a:lnTo>
                      <a:pt x="184" y="142"/>
                    </a:lnTo>
                    <a:lnTo>
                      <a:pt x="184" y="138"/>
                    </a:lnTo>
                    <a:lnTo>
                      <a:pt x="180" y="138"/>
                    </a:lnTo>
                    <a:lnTo>
                      <a:pt x="180" y="134"/>
                    </a:lnTo>
                    <a:lnTo>
                      <a:pt x="180" y="130"/>
                    </a:lnTo>
                    <a:lnTo>
                      <a:pt x="180" y="134"/>
                    </a:lnTo>
                    <a:lnTo>
                      <a:pt x="184" y="138"/>
                    </a:lnTo>
                    <a:lnTo>
                      <a:pt x="184" y="142"/>
                    </a:lnTo>
                    <a:lnTo>
                      <a:pt x="186" y="146"/>
                    </a:lnTo>
                    <a:lnTo>
                      <a:pt x="190" y="146"/>
                    </a:lnTo>
                    <a:lnTo>
                      <a:pt x="190" y="150"/>
                    </a:lnTo>
                    <a:lnTo>
                      <a:pt x="190" y="146"/>
                    </a:lnTo>
                    <a:lnTo>
                      <a:pt x="194" y="146"/>
                    </a:lnTo>
                    <a:lnTo>
                      <a:pt x="198" y="146"/>
                    </a:lnTo>
                    <a:lnTo>
                      <a:pt x="202" y="146"/>
                    </a:lnTo>
                    <a:lnTo>
                      <a:pt x="206" y="146"/>
                    </a:lnTo>
                    <a:lnTo>
                      <a:pt x="202" y="146"/>
                    </a:lnTo>
                    <a:lnTo>
                      <a:pt x="202" y="150"/>
                    </a:lnTo>
                    <a:lnTo>
                      <a:pt x="202" y="154"/>
                    </a:lnTo>
                    <a:lnTo>
                      <a:pt x="198" y="154"/>
                    </a:lnTo>
                    <a:lnTo>
                      <a:pt x="194" y="154"/>
                    </a:lnTo>
                    <a:lnTo>
                      <a:pt x="190" y="154"/>
                    </a:lnTo>
                    <a:lnTo>
                      <a:pt x="190" y="150"/>
                    </a:lnTo>
                    <a:lnTo>
                      <a:pt x="186" y="154"/>
                    </a:lnTo>
                    <a:lnTo>
                      <a:pt x="184" y="158"/>
                    </a:lnTo>
                    <a:lnTo>
                      <a:pt x="180" y="158"/>
                    </a:lnTo>
                    <a:lnTo>
                      <a:pt x="176" y="158"/>
                    </a:lnTo>
                    <a:lnTo>
                      <a:pt x="176" y="160"/>
                    </a:lnTo>
                    <a:lnTo>
                      <a:pt x="172" y="160"/>
                    </a:lnTo>
                    <a:lnTo>
                      <a:pt x="172" y="164"/>
                    </a:lnTo>
                    <a:lnTo>
                      <a:pt x="168" y="164"/>
                    </a:lnTo>
                    <a:lnTo>
                      <a:pt x="164" y="164"/>
                    </a:lnTo>
                    <a:lnTo>
                      <a:pt x="160" y="164"/>
                    </a:lnTo>
                    <a:lnTo>
                      <a:pt x="160" y="160"/>
                    </a:lnTo>
                    <a:lnTo>
                      <a:pt x="160" y="158"/>
                    </a:lnTo>
                    <a:lnTo>
                      <a:pt x="164" y="158"/>
                    </a:lnTo>
                    <a:lnTo>
                      <a:pt x="164" y="154"/>
                    </a:lnTo>
                    <a:lnTo>
                      <a:pt x="160" y="154"/>
                    </a:lnTo>
                    <a:lnTo>
                      <a:pt x="160" y="150"/>
                    </a:lnTo>
                    <a:lnTo>
                      <a:pt x="156" y="150"/>
                    </a:lnTo>
                    <a:lnTo>
                      <a:pt x="154" y="146"/>
                    </a:lnTo>
                    <a:lnTo>
                      <a:pt x="150" y="146"/>
                    </a:lnTo>
                    <a:lnTo>
                      <a:pt x="146" y="146"/>
                    </a:lnTo>
                    <a:lnTo>
                      <a:pt x="150" y="142"/>
                    </a:lnTo>
                    <a:lnTo>
                      <a:pt x="154" y="142"/>
                    </a:lnTo>
                    <a:lnTo>
                      <a:pt x="154" y="138"/>
                    </a:lnTo>
                    <a:lnTo>
                      <a:pt x="156" y="138"/>
                    </a:lnTo>
                    <a:lnTo>
                      <a:pt x="160" y="138"/>
                    </a:lnTo>
                    <a:lnTo>
                      <a:pt x="160" y="134"/>
                    </a:lnTo>
                    <a:lnTo>
                      <a:pt x="164" y="134"/>
                    </a:lnTo>
                    <a:lnTo>
                      <a:pt x="164" y="130"/>
                    </a:lnTo>
                    <a:lnTo>
                      <a:pt x="160" y="130"/>
                    </a:lnTo>
                    <a:lnTo>
                      <a:pt x="156" y="130"/>
                    </a:lnTo>
                    <a:lnTo>
                      <a:pt x="154" y="130"/>
                    </a:lnTo>
                    <a:lnTo>
                      <a:pt x="150" y="130"/>
                    </a:lnTo>
                    <a:lnTo>
                      <a:pt x="146" y="130"/>
                    </a:lnTo>
                    <a:lnTo>
                      <a:pt x="142" y="130"/>
                    </a:lnTo>
                    <a:lnTo>
                      <a:pt x="142" y="128"/>
                    </a:lnTo>
                    <a:lnTo>
                      <a:pt x="138" y="128"/>
                    </a:lnTo>
                    <a:lnTo>
                      <a:pt x="142" y="128"/>
                    </a:lnTo>
                    <a:lnTo>
                      <a:pt x="138" y="124"/>
                    </a:lnTo>
                    <a:lnTo>
                      <a:pt x="134" y="124"/>
                    </a:lnTo>
                    <a:lnTo>
                      <a:pt x="138" y="124"/>
                    </a:lnTo>
                    <a:lnTo>
                      <a:pt x="142" y="124"/>
                    </a:lnTo>
                    <a:lnTo>
                      <a:pt x="146" y="124"/>
                    </a:lnTo>
                    <a:lnTo>
                      <a:pt x="150" y="120"/>
                    </a:lnTo>
                    <a:lnTo>
                      <a:pt x="146" y="120"/>
                    </a:lnTo>
                    <a:lnTo>
                      <a:pt x="146" y="124"/>
                    </a:lnTo>
                    <a:lnTo>
                      <a:pt x="142" y="120"/>
                    </a:lnTo>
                    <a:lnTo>
                      <a:pt x="142" y="124"/>
                    </a:lnTo>
                    <a:lnTo>
                      <a:pt x="138" y="120"/>
                    </a:lnTo>
                    <a:lnTo>
                      <a:pt x="138" y="116"/>
                    </a:lnTo>
                    <a:lnTo>
                      <a:pt x="138" y="112"/>
                    </a:lnTo>
                    <a:lnTo>
                      <a:pt x="138" y="108"/>
                    </a:lnTo>
                    <a:lnTo>
                      <a:pt x="134" y="108"/>
                    </a:lnTo>
                    <a:lnTo>
                      <a:pt x="138" y="108"/>
                    </a:lnTo>
                    <a:lnTo>
                      <a:pt x="138" y="112"/>
                    </a:lnTo>
                    <a:lnTo>
                      <a:pt x="138" y="116"/>
                    </a:lnTo>
                    <a:lnTo>
                      <a:pt x="138" y="120"/>
                    </a:lnTo>
                    <a:lnTo>
                      <a:pt x="134" y="120"/>
                    </a:lnTo>
                    <a:lnTo>
                      <a:pt x="130" y="120"/>
                    </a:lnTo>
                    <a:lnTo>
                      <a:pt x="134" y="120"/>
                    </a:lnTo>
                    <a:lnTo>
                      <a:pt x="134" y="116"/>
                    </a:lnTo>
                    <a:lnTo>
                      <a:pt x="134" y="120"/>
                    </a:lnTo>
                    <a:lnTo>
                      <a:pt x="130" y="120"/>
                    </a:lnTo>
                    <a:lnTo>
                      <a:pt x="126" y="120"/>
                    </a:lnTo>
                    <a:lnTo>
                      <a:pt x="124" y="124"/>
                    </a:lnTo>
                    <a:lnTo>
                      <a:pt x="124" y="128"/>
                    </a:lnTo>
                    <a:lnTo>
                      <a:pt x="120" y="128"/>
                    </a:lnTo>
                    <a:lnTo>
                      <a:pt x="120" y="130"/>
                    </a:lnTo>
                    <a:lnTo>
                      <a:pt x="116" y="134"/>
                    </a:lnTo>
                    <a:lnTo>
                      <a:pt x="112" y="138"/>
                    </a:lnTo>
                    <a:lnTo>
                      <a:pt x="108" y="138"/>
                    </a:lnTo>
                    <a:lnTo>
                      <a:pt x="108" y="142"/>
                    </a:lnTo>
                    <a:lnTo>
                      <a:pt x="108" y="138"/>
                    </a:lnTo>
                    <a:lnTo>
                      <a:pt x="104" y="138"/>
                    </a:lnTo>
                    <a:lnTo>
                      <a:pt x="104" y="142"/>
                    </a:lnTo>
                    <a:lnTo>
                      <a:pt x="108" y="146"/>
                    </a:lnTo>
                    <a:lnTo>
                      <a:pt x="108" y="150"/>
                    </a:lnTo>
                    <a:lnTo>
                      <a:pt x="108" y="146"/>
                    </a:lnTo>
                    <a:lnTo>
                      <a:pt x="104" y="146"/>
                    </a:lnTo>
                    <a:lnTo>
                      <a:pt x="100" y="146"/>
                    </a:lnTo>
                    <a:lnTo>
                      <a:pt x="96" y="146"/>
                    </a:lnTo>
                    <a:lnTo>
                      <a:pt x="94" y="146"/>
                    </a:lnTo>
                    <a:lnTo>
                      <a:pt x="94" y="150"/>
                    </a:lnTo>
                    <a:lnTo>
                      <a:pt x="90" y="150"/>
                    </a:lnTo>
                    <a:lnTo>
                      <a:pt x="90" y="146"/>
                    </a:lnTo>
                    <a:lnTo>
                      <a:pt x="86" y="146"/>
                    </a:lnTo>
                    <a:lnTo>
                      <a:pt x="86" y="146"/>
                    </a:lnTo>
                    <a:lnTo>
                      <a:pt x="86" y="1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2" name="Freeform 126"/>
              <p:cNvSpPr>
                <a:spLocks noEditPoints="1"/>
              </p:cNvSpPr>
              <p:nvPr/>
            </p:nvSpPr>
            <p:spPr bwMode="gray">
              <a:xfrm>
                <a:off x="4598199" y="2519546"/>
                <a:ext cx="246975" cy="417422"/>
              </a:xfrm>
              <a:custGeom>
                <a:avLst/>
                <a:gdLst>
                  <a:gd name="T0" fmla="*/ 106 w 142"/>
                  <a:gd name="T1" fmla="*/ 2 h 240"/>
                  <a:gd name="T2" fmla="*/ 98 w 142"/>
                  <a:gd name="T3" fmla="*/ 10 h 240"/>
                  <a:gd name="T4" fmla="*/ 94 w 142"/>
                  <a:gd name="T5" fmla="*/ 14 h 240"/>
                  <a:gd name="T6" fmla="*/ 76 w 142"/>
                  <a:gd name="T7" fmla="*/ 44 h 240"/>
                  <a:gd name="T8" fmla="*/ 72 w 142"/>
                  <a:gd name="T9" fmla="*/ 48 h 240"/>
                  <a:gd name="T10" fmla="*/ 46 w 142"/>
                  <a:gd name="T11" fmla="*/ 130 h 240"/>
                  <a:gd name="T12" fmla="*/ 50 w 142"/>
                  <a:gd name="T13" fmla="*/ 108 h 240"/>
                  <a:gd name="T14" fmla="*/ 38 w 142"/>
                  <a:gd name="T15" fmla="*/ 122 h 240"/>
                  <a:gd name="T16" fmla="*/ 34 w 142"/>
                  <a:gd name="T17" fmla="*/ 108 h 240"/>
                  <a:gd name="T18" fmla="*/ 42 w 142"/>
                  <a:gd name="T19" fmla="*/ 92 h 240"/>
                  <a:gd name="T20" fmla="*/ 34 w 142"/>
                  <a:gd name="T21" fmla="*/ 92 h 240"/>
                  <a:gd name="T22" fmla="*/ 34 w 142"/>
                  <a:gd name="T23" fmla="*/ 78 h 240"/>
                  <a:gd name="T24" fmla="*/ 42 w 142"/>
                  <a:gd name="T25" fmla="*/ 62 h 240"/>
                  <a:gd name="T26" fmla="*/ 56 w 142"/>
                  <a:gd name="T27" fmla="*/ 52 h 240"/>
                  <a:gd name="T28" fmla="*/ 60 w 142"/>
                  <a:gd name="T29" fmla="*/ 62 h 240"/>
                  <a:gd name="T30" fmla="*/ 56 w 142"/>
                  <a:gd name="T31" fmla="*/ 70 h 240"/>
                  <a:gd name="T32" fmla="*/ 72 w 142"/>
                  <a:gd name="T33" fmla="*/ 70 h 240"/>
                  <a:gd name="T34" fmla="*/ 90 w 142"/>
                  <a:gd name="T35" fmla="*/ 82 h 240"/>
                  <a:gd name="T36" fmla="*/ 80 w 142"/>
                  <a:gd name="T37" fmla="*/ 100 h 240"/>
                  <a:gd name="T38" fmla="*/ 82 w 142"/>
                  <a:gd name="T39" fmla="*/ 108 h 240"/>
                  <a:gd name="T40" fmla="*/ 98 w 142"/>
                  <a:gd name="T41" fmla="*/ 134 h 240"/>
                  <a:gd name="T42" fmla="*/ 112 w 142"/>
                  <a:gd name="T43" fmla="*/ 156 h 240"/>
                  <a:gd name="T44" fmla="*/ 108 w 142"/>
                  <a:gd name="T45" fmla="*/ 160 h 240"/>
                  <a:gd name="T46" fmla="*/ 124 w 142"/>
                  <a:gd name="T47" fmla="*/ 176 h 240"/>
                  <a:gd name="T48" fmla="*/ 136 w 142"/>
                  <a:gd name="T49" fmla="*/ 198 h 240"/>
                  <a:gd name="T50" fmla="*/ 124 w 142"/>
                  <a:gd name="T51" fmla="*/ 210 h 240"/>
                  <a:gd name="T52" fmla="*/ 132 w 142"/>
                  <a:gd name="T53" fmla="*/ 220 h 240"/>
                  <a:gd name="T54" fmla="*/ 106 w 142"/>
                  <a:gd name="T55" fmla="*/ 224 h 240"/>
                  <a:gd name="T56" fmla="*/ 82 w 142"/>
                  <a:gd name="T57" fmla="*/ 224 h 240"/>
                  <a:gd name="T58" fmla="*/ 50 w 142"/>
                  <a:gd name="T59" fmla="*/ 232 h 240"/>
                  <a:gd name="T60" fmla="*/ 46 w 142"/>
                  <a:gd name="T61" fmla="*/ 228 h 240"/>
                  <a:gd name="T62" fmla="*/ 76 w 142"/>
                  <a:gd name="T63" fmla="*/ 210 h 240"/>
                  <a:gd name="T64" fmla="*/ 64 w 142"/>
                  <a:gd name="T65" fmla="*/ 210 h 240"/>
                  <a:gd name="T66" fmla="*/ 46 w 142"/>
                  <a:gd name="T67" fmla="*/ 206 h 240"/>
                  <a:gd name="T68" fmla="*/ 56 w 142"/>
                  <a:gd name="T69" fmla="*/ 190 h 240"/>
                  <a:gd name="T70" fmla="*/ 50 w 142"/>
                  <a:gd name="T71" fmla="*/ 176 h 240"/>
                  <a:gd name="T72" fmla="*/ 76 w 142"/>
                  <a:gd name="T73" fmla="*/ 168 h 240"/>
                  <a:gd name="T74" fmla="*/ 68 w 142"/>
                  <a:gd name="T75" fmla="*/ 146 h 240"/>
                  <a:gd name="T76" fmla="*/ 64 w 142"/>
                  <a:gd name="T77" fmla="*/ 134 h 240"/>
                  <a:gd name="T78" fmla="*/ 50 w 142"/>
                  <a:gd name="T79" fmla="*/ 138 h 240"/>
                  <a:gd name="T80" fmla="*/ 16 w 142"/>
                  <a:gd name="T81" fmla="*/ 62 h 240"/>
                  <a:gd name="T82" fmla="*/ 26 w 142"/>
                  <a:gd name="T83" fmla="*/ 60 h 240"/>
                  <a:gd name="T84" fmla="*/ 8 w 142"/>
                  <a:gd name="T85" fmla="*/ 74 h 240"/>
                  <a:gd name="T86" fmla="*/ 26 w 142"/>
                  <a:gd name="T87" fmla="*/ 86 h 240"/>
                  <a:gd name="T88" fmla="*/ 30 w 142"/>
                  <a:gd name="T89" fmla="*/ 74 h 240"/>
                  <a:gd name="T90" fmla="*/ 30 w 142"/>
                  <a:gd name="T91" fmla="*/ 78 h 240"/>
                  <a:gd name="T92" fmla="*/ 12 w 142"/>
                  <a:gd name="T93" fmla="*/ 82 h 240"/>
                  <a:gd name="T94" fmla="*/ 12 w 142"/>
                  <a:gd name="T95" fmla="*/ 90 h 240"/>
                  <a:gd name="T96" fmla="*/ 22 w 142"/>
                  <a:gd name="T97" fmla="*/ 96 h 240"/>
                  <a:gd name="T98" fmla="*/ 34 w 142"/>
                  <a:gd name="T99" fmla="*/ 104 h 240"/>
                  <a:gd name="T100" fmla="*/ 26 w 142"/>
                  <a:gd name="T101" fmla="*/ 96 h 240"/>
                  <a:gd name="T102" fmla="*/ 30 w 142"/>
                  <a:gd name="T103" fmla="*/ 112 h 240"/>
                  <a:gd name="T104" fmla="*/ 26 w 142"/>
                  <a:gd name="T105" fmla="*/ 112 h 240"/>
                  <a:gd name="T106" fmla="*/ 46 w 142"/>
                  <a:gd name="T107" fmla="*/ 116 h 240"/>
                  <a:gd name="T108" fmla="*/ 20 w 142"/>
                  <a:gd name="T109" fmla="*/ 146 h 240"/>
                  <a:gd name="T110" fmla="*/ 4 w 142"/>
                  <a:gd name="T111" fmla="*/ 138 h 240"/>
                  <a:gd name="T112" fmla="*/ 34 w 142"/>
                  <a:gd name="T113" fmla="*/ 138 h 240"/>
                  <a:gd name="T114" fmla="*/ 34 w 142"/>
                  <a:gd name="T115" fmla="*/ 150 h 240"/>
                  <a:gd name="T116" fmla="*/ 56 w 142"/>
                  <a:gd name="T117" fmla="*/ 164 h 240"/>
                  <a:gd name="T118" fmla="*/ 128 w 142"/>
                  <a:gd name="T119" fmla="*/ 21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42" h="240">
                    <a:moveTo>
                      <a:pt x="80" y="36"/>
                    </a:moveTo>
                    <a:lnTo>
                      <a:pt x="82" y="36"/>
                    </a:lnTo>
                    <a:lnTo>
                      <a:pt x="80" y="36"/>
                    </a:lnTo>
                    <a:lnTo>
                      <a:pt x="80" y="36"/>
                    </a:lnTo>
                    <a:lnTo>
                      <a:pt x="80" y="36"/>
                    </a:lnTo>
                    <a:close/>
                    <a:moveTo>
                      <a:pt x="106" y="2"/>
                    </a:moveTo>
                    <a:lnTo>
                      <a:pt x="102" y="2"/>
                    </a:lnTo>
                    <a:lnTo>
                      <a:pt x="106" y="0"/>
                    </a:lnTo>
                    <a:lnTo>
                      <a:pt x="106" y="2"/>
                    </a:lnTo>
                    <a:lnTo>
                      <a:pt x="106" y="2"/>
                    </a:lnTo>
                    <a:lnTo>
                      <a:pt x="106" y="2"/>
                    </a:lnTo>
                    <a:close/>
                    <a:moveTo>
                      <a:pt x="102" y="6"/>
                    </a:moveTo>
                    <a:lnTo>
                      <a:pt x="102" y="2"/>
                    </a:lnTo>
                    <a:lnTo>
                      <a:pt x="102" y="6"/>
                    </a:lnTo>
                    <a:lnTo>
                      <a:pt x="102" y="6"/>
                    </a:lnTo>
                    <a:lnTo>
                      <a:pt x="102" y="6"/>
                    </a:lnTo>
                    <a:close/>
                    <a:moveTo>
                      <a:pt x="94" y="14"/>
                    </a:moveTo>
                    <a:lnTo>
                      <a:pt x="98" y="10"/>
                    </a:lnTo>
                    <a:lnTo>
                      <a:pt x="94" y="10"/>
                    </a:lnTo>
                    <a:lnTo>
                      <a:pt x="94" y="6"/>
                    </a:lnTo>
                    <a:lnTo>
                      <a:pt x="98" y="6"/>
                    </a:lnTo>
                    <a:lnTo>
                      <a:pt x="98" y="10"/>
                    </a:lnTo>
                    <a:lnTo>
                      <a:pt x="102" y="10"/>
                    </a:lnTo>
                    <a:lnTo>
                      <a:pt x="102" y="14"/>
                    </a:lnTo>
                    <a:lnTo>
                      <a:pt x="98" y="14"/>
                    </a:lnTo>
                    <a:lnTo>
                      <a:pt x="102" y="14"/>
                    </a:lnTo>
                    <a:lnTo>
                      <a:pt x="102" y="18"/>
                    </a:lnTo>
                    <a:lnTo>
                      <a:pt x="98" y="18"/>
                    </a:lnTo>
                    <a:lnTo>
                      <a:pt x="98" y="22"/>
                    </a:lnTo>
                    <a:lnTo>
                      <a:pt x="98" y="18"/>
                    </a:lnTo>
                    <a:lnTo>
                      <a:pt x="98" y="14"/>
                    </a:lnTo>
                    <a:lnTo>
                      <a:pt x="94" y="18"/>
                    </a:lnTo>
                    <a:lnTo>
                      <a:pt x="94" y="14"/>
                    </a:lnTo>
                    <a:lnTo>
                      <a:pt x="94" y="14"/>
                    </a:lnTo>
                    <a:lnTo>
                      <a:pt x="94" y="14"/>
                    </a:lnTo>
                    <a:close/>
                    <a:moveTo>
                      <a:pt x="76" y="44"/>
                    </a:moveTo>
                    <a:lnTo>
                      <a:pt x="72" y="44"/>
                    </a:lnTo>
                    <a:lnTo>
                      <a:pt x="68" y="44"/>
                    </a:lnTo>
                    <a:lnTo>
                      <a:pt x="68" y="40"/>
                    </a:lnTo>
                    <a:lnTo>
                      <a:pt x="72" y="40"/>
                    </a:lnTo>
                    <a:lnTo>
                      <a:pt x="76" y="40"/>
                    </a:lnTo>
                    <a:lnTo>
                      <a:pt x="76" y="44"/>
                    </a:lnTo>
                    <a:lnTo>
                      <a:pt x="80" y="44"/>
                    </a:lnTo>
                    <a:lnTo>
                      <a:pt x="76" y="44"/>
                    </a:lnTo>
                    <a:lnTo>
                      <a:pt x="76" y="44"/>
                    </a:lnTo>
                    <a:lnTo>
                      <a:pt x="76" y="44"/>
                    </a:lnTo>
                    <a:close/>
                    <a:moveTo>
                      <a:pt x="72" y="48"/>
                    </a:moveTo>
                    <a:lnTo>
                      <a:pt x="68" y="48"/>
                    </a:lnTo>
                    <a:lnTo>
                      <a:pt x="68" y="44"/>
                    </a:lnTo>
                    <a:lnTo>
                      <a:pt x="72" y="44"/>
                    </a:lnTo>
                    <a:lnTo>
                      <a:pt x="72" y="48"/>
                    </a:lnTo>
                    <a:lnTo>
                      <a:pt x="72" y="48"/>
                    </a:lnTo>
                    <a:lnTo>
                      <a:pt x="72" y="48"/>
                    </a:lnTo>
                    <a:close/>
                    <a:moveTo>
                      <a:pt x="76" y="48"/>
                    </a:moveTo>
                    <a:lnTo>
                      <a:pt x="72" y="48"/>
                    </a:lnTo>
                    <a:lnTo>
                      <a:pt x="76" y="48"/>
                    </a:lnTo>
                    <a:lnTo>
                      <a:pt x="76" y="44"/>
                    </a:lnTo>
                    <a:lnTo>
                      <a:pt x="76" y="48"/>
                    </a:lnTo>
                    <a:lnTo>
                      <a:pt x="76" y="48"/>
                    </a:lnTo>
                    <a:lnTo>
                      <a:pt x="76" y="48"/>
                    </a:lnTo>
                    <a:close/>
                    <a:moveTo>
                      <a:pt x="50" y="138"/>
                    </a:moveTo>
                    <a:lnTo>
                      <a:pt x="46" y="138"/>
                    </a:lnTo>
                    <a:lnTo>
                      <a:pt x="46" y="134"/>
                    </a:lnTo>
                    <a:lnTo>
                      <a:pt x="42" y="134"/>
                    </a:lnTo>
                    <a:lnTo>
                      <a:pt x="42" y="130"/>
                    </a:lnTo>
                    <a:lnTo>
                      <a:pt x="46" y="130"/>
                    </a:lnTo>
                    <a:lnTo>
                      <a:pt x="46" y="126"/>
                    </a:lnTo>
                    <a:lnTo>
                      <a:pt x="50" y="126"/>
                    </a:lnTo>
                    <a:lnTo>
                      <a:pt x="50" y="122"/>
                    </a:lnTo>
                    <a:lnTo>
                      <a:pt x="50" y="120"/>
                    </a:lnTo>
                    <a:lnTo>
                      <a:pt x="50" y="116"/>
                    </a:lnTo>
                    <a:lnTo>
                      <a:pt x="46" y="116"/>
                    </a:lnTo>
                    <a:lnTo>
                      <a:pt x="46" y="112"/>
                    </a:lnTo>
                    <a:lnTo>
                      <a:pt x="50" y="112"/>
                    </a:lnTo>
                    <a:lnTo>
                      <a:pt x="52" y="112"/>
                    </a:lnTo>
                    <a:lnTo>
                      <a:pt x="50" y="112"/>
                    </a:lnTo>
                    <a:lnTo>
                      <a:pt x="50" y="108"/>
                    </a:lnTo>
                    <a:lnTo>
                      <a:pt x="46" y="108"/>
                    </a:lnTo>
                    <a:lnTo>
                      <a:pt x="46" y="112"/>
                    </a:lnTo>
                    <a:lnTo>
                      <a:pt x="42" y="112"/>
                    </a:lnTo>
                    <a:lnTo>
                      <a:pt x="42" y="108"/>
                    </a:lnTo>
                    <a:lnTo>
                      <a:pt x="46" y="104"/>
                    </a:lnTo>
                    <a:lnTo>
                      <a:pt x="42" y="108"/>
                    </a:lnTo>
                    <a:lnTo>
                      <a:pt x="38" y="108"/>
                    </a:lnTo>
                    <a:lnTo>
                      <a:pt x="38" y="112"/>
                    </a:lnTo>
                    <a:lnTo>
                      <a:pt x="42" y="116"/>
                    </a:lnTo>
                    <a:lnTo>
                      <a:pt x="38" y="116"/>
                    </a:lnTo>
                    <a:lnTo>
                      <a:pt x="38" y="122"/>
                    </a:lnTo>
                    <a:lnTo>
                      <a:pt x="34" y="126"/>
                    </a:lnTo>
                    <a:lnTo>
                      <a:pt x="34" y="122"/>
                    </a:lnTo>
                    <a:lnTo>
                      <a:pt x="34" y="120"/>
                    </a:lnTo>
                    <a:lnTo>
                      <a:pt x="34" y="116"/>
                    </a:lnTo>
                    <a:lnTo>
                      <a:pt x="38" y="116"/>
                    </a:lnTo>
                    <a:lnTo>
                      <a:pt x="34" y="116"/>
                    </a:lnTo>
                    <a:lnTo>
                      <a:pt x="34" y="112"/>
                    </a:lnTo>
                    <a:lnTo>
                      <a:pt x="38" y="112"/>
                    </a:lnTo>
                    <a:lnTo>
                      <a:pt x="38" y="108"/>
                    </a:lnTo>
                    <a:lnTo>
                      <a:pt x="34" y="112"/>
                    </a:lnTo>
                    <a:lnTo>
                      <a:pt x="34" y="108"/>
                    </a:lnTo>
                    <a:lnTo>
                      <a:pt x="38" y="108"/>
                    </a:lnTo>
                    <a:lnTo>
                      <a:pt x="38" y="104"/>
                    </a:lnTo>
                    <a:lnTo>
                      <a:pt x="38" y="100"/>
                    </a:lnTo>
                    <a:lnTo>
                      <a:pt x="42" y="100"/>
                    </a:lnTo>
                    <a:lnTo>
                      <a:pt x="46" y="100"/>
                    </a:lnTo>
                    <a:lnTo>
                      <a:pt x="46" y="96"/>
                    </a:lnTo>
                    <a:lnTo>
                      <a:pt x="42" y="100"/>
                    </a:lnTo>
                    <a:lnTo>
                      <a:pt x="42" y="96"/>
                    </a:lnTo>
                    <a:lnTo>
                      <a:pt x="42" y="92"/>
                    </a:lnTo>
                    <a:lnTo>
                      <a:pt x="46" y="92"/>
                    </a:lnTo>
                    <a:lnTo>
                      <a:pt x="42" y="92"/>
                    </a:lnTo>
                    <a:lnTo>
                      <a:pt x="38" y="96"/>
                    </a:lnTo>
                    <a:lnTo>
                      <a:pt x="34" y="96"/>
                    </a:lnTo>
                    <a:lnTo>
                      <a:pt x="30" y="96"/>
                    </a:lnTo>
                    <a:lnTo>
                      <a:pt x="34" y="96"/>
                    </a:lnTo>
                    <a:lnTo>
                      <a:pt x="34" y="92"/>
                    </a:lnTo>
                    <a:lnTo>
                      <a:pt x="38" y="92"/>
                    </a:lnTo>
                    <a:lnTo>
                      <a:pt x="34" y="92"/>
                    </a:lnTo>
                    <a:lnTo>
                      <a:pt x="30" y="92"/>
                    </a:lnTo>
                    <a:lnTo>
                      <a:pt x="26" y="92"/>
                    </a:lnTo>
                    <a:lnTo>
                      <a:pt x="30" y="92"/>
                    </a:lnTo>
                    <a:lnTo>
                      <a:pt x="34" y="92"/>
                    </a:lnTo>
                    <a:lnTo>
                      <a:pt x="34" y="90"/>
                    </a:lnTo>
                    <a:lnTo>
                      <a:pt x="38" y="90"/>
                    </a:lnTo>
                    <a:lnTo>
                      <a:pt x="34" y="90"/>
                    </a:lnTo>
                    <a:lnTo>
                      <a:pt x="34" y="86"/>
                    </a:lnTo>
                    <a:lnTo>
                      <a:pt x="34" y="90"/>
                    </a:lnTo>
                    <a:lnTo>
                      <a:pt x="38" y="90"/>
                    </a:lnTo>
                    <a:lnTo>
                      <a:pt x="34" y="86"/>
                    </a:lnTo>
                    <a:lnTo>
                      <a:pt x="38" y="86"/>
                    </a:lnTo>
                    <a:lnTo>
                      <a:pt x="38" y="82"/>
                    </a:lnTo>
                    <a:lnTo>
                      <a:pt x="38" y="78"/>
                    </a:lnTo>
                    <a:lnTo>
                      <a:pt x="34" y="78"/>
                    </a:lnTo>
                    <a:lnTo>
                      <a:pt x="34" y="74"/>
                    </a:lnTo>
                    <a:lnTo>
                      <a:pt x="38" y="74"/>
                    </a:lnTo>
                    <a:lnTo>
                      <a:pt x="34" y="74"/>
                    </a:lnTo>
                    <a:lnTo>
                      <a:pt x="34" y="70"/>
                    </a:lnTo>
                    <a:lnTo>
                      <a:pt x="34" y="66"/>
                    </a:lnTo>
                    <a:lnTo>
                      <a:pt x="38" y="70"/>
                    </a:lnTo>
                    <a:lnTo>
                      <a:pt x="38" y="66"/>
                    </a:lnTo>
                    <a:lnTo>
                      <a:pt x="42" y="66"/>
                    </a:lnTo>
                    <a:lnTo>
                      <a:pt x="46" y="66"/>
                    </a:lnTo>
                    <a:lnTo>
                      <a:pt x="42" y="66"/>
                    </a:lnTo>
                    <a:lnTo>
                      <a:pt x="42" y="62"/>
                    </a:lnTo>
                    <a:lnTo>
                      <a:pt x="38" y="62"/>
                    </a:lnTo>
                    <a:lnTo>
                      <a:pt x="42" y="62"/>
                    </a:lnTo>
                    <a:lnTo>
                      <a:pt x="42" y="60"/>
                    </a:lnTo>
                    <a:lnTo>
                      <a:pt x="46" y="60"/>
                    </a:lnTo>
                    <a:lnTo>
                      <a:pt x="42" y="60"/>
                    </a:lnTo>
                    <a:lnTo>
                      <a:pt x="42" y="56"/>
                    </a:lnTo>
                    <a:lnTo>
                      <a:pt x="46" y="52"/>
                    </a:lnTo>
                    <a:lnTo>
                      <a:pt x="50" y="52"/>
                    </a:lnTo>
                    <a:lnTo>
                      <a:pt x="50" y="56"/>
                    </a:lnTo>
                    <a:lnTo>
                      <a:pt x="52" y="52"/>
                    </a:lnTo>
                    <a:lnTo>
                      <a:pt x="56" y="52"/>
                    </a:lnTo>
                    <a:lnTo>
                      <a:pt x="60" y="52"/>
                    </a:lnTo>
                    <a:lnTo>
                      <a:pt x="64" y="52"/>
                    </a:lnTo>
                    <a:lnTo>
                      <a:pt x="68" y="52"/>
                    </a:lnTo>
                    <a:lnTo>
                      <a:pt x="72" y="52"/>
                    </a:lnTo>
                    <a:lnTo>
                      <a:pt x="76" y="52"/>
                    </a:lnTo>
                    <a:lnTo>
                      <a:pt x="72" y="56"/>
                    </a:lnTo>
                    <a:lnTo>
                      <a:pt x="72" y="60"/>
                    </a:lnTo>
                    <a:lnTo>
                      <a:pt x="68" y="60"/>
                    </a:lnTo>
                    <a:lnTo>
                      <a:pt x="68" y="62"/>
                    </a:lnTo>
                    <a:lnTo>
                      <a:pt x="64" y="62"/>
                    </a:lnTo>
                    <a:lnTo>
                      <a:pt x="60" y="62"/>
                    </a:lnTo>
                    <a:lnTo>
                      <a:pt x="60" y="66"/>
                    </a:lnTo>
                    <a:lnTo>
                      <a:pt x="56" y="66"/>
                    </a:lnTo>
                    <a:lnTo>
                      <a:pt x="52" y="66"/>
                    </a:lnTo>
                    <a:lnTo>
                      <a:pt x="56" y="66"/>
                    </a:lnTo>
                    <a:lnTo>
                      <a:pt x="56" y="70"/>
                    </a:lnTo>
                    <a:lnTo>
                      <a:pt x="60" y="70"/>
                    </a:lnTo>
                    <a:lnTo>
                      <a:pt x="60" y="66"/>
                    </a:lnTo>
                    <a:lnTo>
                      <a:pt x="64" y="66"/>
                    </a:lnTo>
                    <a:lnTo>
                      <a:pt x="64" y="70"/>
                    </a:lnTo>
                    <a:lnTo>
                      <a:pt x="60" y="70"/>
                    </a:lnTo>
                    <a:lnTo>
                      <a:pt x="56" y="70"/>
                    </a:lnTo>
                    <a:lnTo>
                      <a:pt x="52" y="74"/>
                    </a:lnTo>
                    <a:lnTo>
                      <a:pt x="56" y="74"/>
                    </a:lnTo>
                    <a:lnTo>
                      <a:pt x="56" y="70"/>
                    </a:lnTo>
                    <a:lnTo>
                      <a:pt x="60" y="74"/>
                    </a:lnTo>
                    <a:lnTo>
                      <a:pt x="56" y="74"/>
                    </a:lnTo>
                    <a:lnTo>
                      <a:pt x="56" y="78"/>
                    </a:lnTo>
                    <a:lnTo>
                      <a:pt x="60" y="74"/>
                    </a:lnTo>
                    <a:lnTo>
                      <a:pt x="64" y="74"/>
                    </a:lnTo>
                    <a:lnTo>
                      <a:pt x="68" y="74"/>
                    </a:lnTo>
                    <a:lnTo>
                      <a:pt x="68" y="70"/>
                    </a:lnTo>
                    <a:lnTo>
                      <a:pt x="72" y="70"/>
                    </a:lnTo>
                    <a:lnTo>
                      <a:pt x="72" y="74"/>
                    </a:lnTo>
                    <a:lnTo>
                      <a:pt x="76" y="74"/>
                    </a:lnTo>
                    <a:lnTo>
                      <a:pt x="76" y="70"/>
                    </a:lnTo>
                    <a:lnTo>
                      <a:pt x="80" y="70"/>
                    </a:lnTo>
                    <a:lnTo>
                      <a:pt x="82" y="74"/>
                    </a:lnTo>
                    <a:lnTo>
                      <a:pt x="86" y="74"/>
                    </a:lnTo>
                    <a:lnTo>
                      <a:pt x="86" y="70"/>
                    </a:lnTo>
                    <a:lnTo>
                      <a:pt x="90" y="70"/>
                    </a:lnTo>
                    <a:lnTo>
                      <a:pt x="90" y="74"/>
                    </a:lnTo>
                    <a:lnTo>
                      <a:pt x="90" y="78"/>
                    </a:lnTo>
                    <a:lnTo>
                      <a:pt x="90" y="82"/>
                    </a:lnTo>
                    <a:lnTo>
                      <a:pt x="86" y="82"/>
                    </a:lnTo>
                    <a:lnTo>
                      <a:pt x="86" y="86"/>
                    </a:lnTo>
                    <a:lnTo>
                      <a:pt x="86" y="90"/>
                    </a:lnTo>
                    <a:lnTo>
                      <a:pt x="82" y="92"/>
                    </a:lnTo>
                    <a:lnTo>
                      <a:pt x="82" y="96"/>
                    </a:lnTo>
                    <a:lnTo>
                      <a:pt x="80" y="96"/>
                    </a:lnTo>
                    <a:lnTo>
                      <a:pt x="80" y="100"/>
                    </a:lnTo>
                    <a:lnTo>
                      <a:pt x="76" y="100"/>
                    </a:lnTo>
                    <a:lnTo>
                      <a:pt x="72" y="100"/>
                    </a:lnTo>
                    <a:lnTo>
                      <a:pt x="76" y="100"/>
                    </a:lnTo>
                    <a:lnTo>
                      <a:pt x="80" y="100"/>
                    </a:lnTo>
                    <a:lnTo>
                      <a:pt x="80" y="104"/>
                    </a:lnTo>
                    <a:lnTo>
                      <a:pt x="76" y="104"/>
                    </a:lnTo>
                    <a:lnTo>
                      <a:pt x="72" y="108"/>
                    </a:lnTo>
                    <a:lnTo>
                      <a:pt x="68" y="108"/>
                    </a:lnTo>
                    <a:lnTo>
                      <a:pt x="64" y="108"/>
                    </a:lnTo>
                    <a:lnTo>
                      <a:pt x="68" y="108"/>
                    </a:lnTo>
                    <a:lnTo>
                      <a:pt x="72" y="112"/>
                    </a:lnTo>
                    <a:lnTo>
                      <a:pt x="76" y="112"/>
                    </a:lnTo>
                    <a:lnTo>
                      <a:pt x="76" y="108"/>
                    </a:lnTo>
                    <a:lnTo>
                      <a:pt x="80" y="108"/>
                    </a:lnTo>
                    <a:lnTo>
                      <a:pt x="82" y="108"/>
                    </a:lnTo>
                    <a:lnTo>
                      <a:pt x="82" y="112"/>
                    </a:lnTo>
                    <a:lnTo>
                      <a:pt x="86" y="112"/>
                    </a:lnTo>
                    <a:lnTo>
                      <a:pt x="86" y="116"/>
                    </a:lnTo>
                    <a:lnTo>
                      <a:pt x="90" y="116"/>
                    </a:lnTo>
                    <a:lnTo>
                      <a:pt x="90" y="120"/>
                    </a:lnTo>
                    <a:lnTo>
                      <a:pt x="94" y="120"/>
                    </a:lnTo>
                    <a:lnTo>
                      <a:pt x="94" y="122"/>
                    </a:lnTo>
                    <a:lnTo>
                      <a:pt x="94" y="126"/>
                    </a:lnTo>
                    <a:lnTo>
                      <a:pt x="94" y="130"/>
                    </a:lnTo>
                    <a:lnTo>
                      <a:pt x="98" y="130"/>
                    </a:lnTo>
                    <a:lnTo>
                      <a:pt x="98" y="134"/>
                    </a:lnTo>
                    <a:lnTo>
                      <a:pt x="98" y="138"/>
                    </a:lnTo>
                    <a:lnTo>
                      <a:pt x="102" y="138"/>
                    </a:lnTo>
                    <a:lnTo>
                      <a:pt x="106" y="142"/>
                    </a:lnTo>
                    <a:lnTo>
                      <a:pt x="108" y="142"/>
                    </a:lnTo>
                    <a:lnTo>
                      <a:pt x="108" y="146"/>
                    </a:lnTo>
                    <a:lnTo>
                      <a:pt x="112" y="146"/>
                    </a:lnTo>
                    <a:lnTo>
                      <a:pt x="112" y="150"/>
                    </a:lnTo>
                    <a:lnTo>
                      <a:pt x="116" y="150"/>
                    </a:lnTo>
                    <a:lnTo>
                      <a:pt x="112" y="150"/>
                    </a:lnTo>
                    <a:lnTo>
                      <a:pt x="112" y="152"/>
                    </a:lnTo>
                    <a:lnTo>
                      <a:pt x="112" y="156"/>
                    </a:lnTo>
                    <a:lnTo>
                      <a:pt x="116" y="156"/>
                    </a:lnTo>
                    <a:lnTo>
                      <a:pt x="116" y="160"/>
                    </a:lnTo>
                    <a:lnTo>
                      <a:pt x="120" y="160"/>
                    </a:lnTo>
                    <a:lnTo>
                      <a:pt x="116" y="164"/>
                    </a:lnTo>
                    <a:lnTo>
                      <a:pt x="116" y="160"/>
                    </a:lnTo>
                    <a:lnTo>
                      <a:pt x="120" y="160"/>
                    </a:lnTo>
                    <a:lnTo>
                      <a:pt x="116" y="160"/>
                    </a:lnTo>
                    <a:lnTo>
                      <a:pt x="112" y="160"/>
                    </a:lnTo>
                    <a:lnTo>
                      <a:pt x="108" y="160"/>
                    </a:lnTo>
                    <a:lnTo>
                      <a:pt x="106" y="160"/>
                    </a:lnTo>
                    <a:lnTo>
                      <a:pt x="108" y="160"/>
                    </a:lnTo>
                    <a:lnTo>
                      <a:pt x="112" y="160"/>
                    </a:lnTo>
                    <a:lnTo>
                      <a:pt x="116" y="160"/>
                    </a:lnTo>
                    <a:lnTo>
                      <a:pt x="116" y="164"/>
                    </a:lnTo>
                    <a:lnTo>
                      <a:pt x="120" y="164"/>
                    </a:lnTo>
                    <a:lnTo>
                      <a:pt x="120" y="168"/>
                    </a:lnTo>
                    <a:lnTo>
                      <a:pt x="120" y="172"/>
                    </a:lnTo>
                    <a:lnTo>
                      <a:pt x="120" y="176"/>
                    </a:lnTo>
                    <a:lnTo>
                      <a:pt x="116" y="176"/>
                    </a:lnTo>
                    <a:lnTo>
                      <a:pt x="120" y="180"/>
                    </a:lnTo>
                    <a:lnTo>
                      <a:pt x="124" y="180"/>
                    </a:lnTo>
                    <a:lnTo>
                      <a:pt x="124" y="176"/>
                    </a:lnTo>
                    <a:lnTo>
                      <a:pt x="128" y="176"/>
                    </a:lnTo>
                    <a:lnTo>
                      <a:pt x="132" y="176"/>
                    </a:lnTo>
                    <a:lnTo>
                      <a:pt x="136" y="176"/>
                    </a:lnTo>
                    <a:lnTo>
                      <a:pt x="138" y="180"/>
                    </a:lnTo>
                    <a:lnTo>
                      <a:pt x="142" y="182"/>
                    </a:lnTo>
                    <a:lnTo>
                      <a:pt x="142" y="186"/>
                    </a:lnTo>
                    <a:lnTo>
                      <a:pt x="138" y="190"/>
                    </a:lnTo>
                    <a:lnTo>
                      <a:pt x="138" y="194"/>
                    </a:lnTo>
                    <a:lnTo>
                      <a:pt x="136" y="198"/>
                    </a:lnTo>
                    <a:lnTo>
                      <a:pt x="132" y="194"/>
                    </a:lnTo>
                    <a:lnTo>
                      <a:pt x="136" y="198"/>
                    </a:lnTo>
                    <a:lnTo>
                      <a:pt x="136" y="202"/>
                    </a:lnTo>
                    <a:lnTo>
                      <a:pt x="132" y="202"/>
                    </a:lnTo>
                    <a:lnTo>
                      <a:pt x="132" y="198"/>
                    </a:lnTo>
                    <a:lnTo>
                      <a:pt x="132" y="202"/>
                    </a:lnTo>
                    <a:lnTo>
                      <a:pt x="128" y="202"/>
                    </a:lnTo>
                    <a:lnTo>
                      <a:pt x="132" y="202"/>
                    </a:lnTo>
                    <a:lnTo>
                      <a:pt x="132" y="206"/>
                    </a:lnTo>
                    <a:lnTo>
                      <a:pt x="128" y="206"/>
                    </a:lnTo>
                    <a:lnTo>
                      <a:pt x="124" y="206"/>
                    </a:lnTo>
                    <a:lnTo>
                      <a:pt x="120" y="210"/>
                    </a:lnTo>
                    <a:lnTo>
                      <a:pt x="124" y="210"/>
                    </a:lnTo>
                    <a:lnTo>
                      <a:pt x="124" y="206"/>
                    </a:lnTo>
                    <a:lnTo>
                      <a:pt x="128" y="206"/>
                    </a:lnTo>
                    <a:lnTo>
                      <a:pt x="128" y="210"/>
                    </a:lnTo>
                    <a:lnTo>
                      <a:pt x="124" y="210"/>
                    </a:lnTo>
                    <a:lnTo>
                      <a:pt x="128" y="210"/>
                    </a:lnTo>
                    <a:lnTo>
                      <a:pt x="132" y="210"/>
                    </a:lnTo>
                    <a:lnTo>
                      <a:pt x="136" y="210"/>
                    </a:lnTo>
                    <a:lnTo>
                      <a:pt x="136" y="212"/>
                    </a:lnTo>
                    <a:lnTo>
                      <a:pt x="136" y="216"/>
                    </a:lnTo>
                    <a:lnTo>
                      <a:pt x="132" y="216"/>
                    </a:lnTo>
                    <a:lnTo>
                      <a:pt x="132" y="220"/>
                    </a:lnTo>
                    <a:lnTo>
                      <a:pt x="128" y="220"/>
                    </a:lnTo>
                    <a:lnTo>
                      <a:pt x="128" y="216"/>
                    </a:lnTo>
                    <a:lnTo>
                      <a:pt x="128" y="220"/>
                    </a:lnTo>
                    <a:lnTo>
                      <a:pt x="124" y="220"/>
                    </a:lnTo>
                    <a:lnTo>
                      <a:pt x="120" y="220"/>
                    </a:lnTo>
                    <a:lnTo>
                      <a:pt x="120" y="224"/>
                    </a:lnTo>
                    <a:lnTo>
                      <a:pt x="116" y="220"/>
                    </a:lnTo>
                    <a:lnTo>
                      <a:pt x="112" y="220"/>
                    </a:lnTo>
                    <a:lnTo>
                      <a:pt x="108" y="220"/>
                    </a:lnTo>
                    <a:lnTo>
                      <a:pt x="106" y="220"/>
                    </a:lnTo>
                    <a:lnTo>
                      <a:pt x="106" y="224"/>
                    </a:lnTo>
                    <a:lnTo>
                      <a:pt x="106" y="220"/>
                    </a:lnTo>
                    <a:lnTo>
                      <a:pt x="102" y="220"/>
                    </a:lnTo>
                    <a:lnTo>
                      <a:pt x="98" y="220"/>
                    </a:lnTo>
                    <a:lnTo>
                      <a:pt x="94" y="224"/>
                    </a:lnTo>
                    <a:lnTo>
                      <a:pt x="90" y="224"/>
                    </a:lnTo>
                    <a:lnTo>
                      <a:pt x="86" y="224"/>
                    </a:lnTo>
                    <a:lnTo>
                      <a:pt x="90" y="224"/>
                    </a:lnTo>
                    <a:lnTo>
                      <a:pt x="86" y="224"/>
                    </a:lnTo>
                    <a:lnTo>
                      <a:pt x="82" y="224"/>
                    </a:lnTo>
                    <a:lnTo>
                      <a:pt x="82" y="228"/>
                    </a:lnTo>
                    <a:lnTo>
                      <a:pt x="82" y="224"/>
                    </a:lnTo>
                    <a:lnTo>
                      <a:pt x="80" y="224"/>
                    </a:lnTo>
                    <a:lnTo>
                      <a:pt x="76" y="224"/>
                    </a:lnTo>
                    <a:lnTo>
                      <a:pt x="72" y="224"/>
                    </a:lnTo>
                    <a:lnTo>
                      <a:pt x="68" y="224"/>
                    </a:lnTo>
                    <a:lnTo>
                      <a:pt x="68" y="228"/>
                    </a:lnTo>
                    <a:lnTo>
                      <a:pt x="64" y="232"/>
                    </a:lnTo>
                    <a:lnTo>
                      <a:pt x="64" y="236"/>
                    </a:lnTo>
                    <a:lnTo>
                      <a:pt x="60" y="232"/>
                    </a:lnTo>
                    <a:lnTo>
                      <a:pt x="56" y="232"/>
                    </a:lnTo>
                    <a:lnTo>
                      <a:pt x="52" y="232"/>
                    </a:lnTo>
                    <a:lnTo>
                      <a:pt x="50" y="232"/>
                    </a:lnTo>
                    <a:lnTo>
                      <a:pt x="46" y="236"/>
                    </a:lnTo>
                    <a:lnTo>
                      <a:pt x="46" y="240"/>
                    </a:lnTo>
                    <a:lnTo>
                      <a:pt x="42" y="240"/>
                    </a:lnTo>
                    <a:lnTo>
                      <a:pt x="42" y="236"/>
                    </a:lnTo>
                    <a:lnTo>
                      <a:pt x="38" y="236"/>
                    </a:lnTo>
                    <a:lnTo>
                      <a:pt x="38" y="240"/>
                    </a:lnTo>
                    <a:lnTo>
                      <a:pt x="34" y="240"/>
                    </a:lnTo>
                    <a:lnTo>
                      <a:pt x="34" y="236"/>
                    </a:lnTo>
                    <a:lnTo>
                      <a:pt x="38" y="236"/>
                    </a:lnTo>
                    <a:lnTo>
                      <a:pt x="42" y="232"/>
                    </a:lnTo>
                    <a:lnTo>
                      <a:pt x="46" y="228"/>
                    </a:lnTo>
                    <a:lnTo>
                      <a:pt x="46" y="224"/>
                    </a:lnTo>
                    <a:lnTo>
                      <a:pt x="50" y="224"/>
                    </a:lnTo>
                    <a:lnTo>
                      <a:pt x="52" y="220"/>
                    </a:lnTo>
                    <a:lnTo>
                      <a:pt x="52" y="216"/>
                    </a:lnTo>
                    <a:lnTo>
                      <a:pt x="56" y="216"/>
                    </a:lnTo>
                    <a:lnTo>
                      <a:pt x="56" y="212"/>
                    </a:lnTo>
                    <a:lnTo>
                      <a:pt x="60" y="212"/>
                    </a:lnTo>
                    <a:lnTo>
                      <a:pt x="64" y="212"/>
                    </a:lnTo>
                    <a:lnTo>
                      <a:pt x="68" y="212"/>
                    </a:lnTo>
                    <a:lnTo>
                      <a:pt x="76" y="212"/>
                    </a:lnTo>
                    <a:lnTo>
                      <a:pt x="76" y="210"/>
                    </a:lnTo>
                    <a:lnTo>
                      <a:pt x="76" y="206"/>
                    </a:lnTo>
                    <a:lnTo>
                      <a:pt x="80" y="206"/>
                    </a:lnTo>
                    <a:lnTo>
                      <a:pt x="80" y="202"/>
                    </a:lnTo>
                    <a:lnTo>
                      <a:pt x="82" y="202"/>
                    </a:lnTo>
                    <a:lnTo>
                      <a:pt x="80" y="202"/>
                    </a:lnTo>
                    <a:lnTo>
                      <a:pt x="80" y="206"/>
                    </a:lnTo>
                    <a:lnTo>
                      <a:pt x="76" y="206"/>
                    </a:lnTo>
                    <a:lnTo>
                      <a:pt x="72" y="206"/>
                    </a:lnTo>
                    <a:lnTo>
                      <a:pt x="72" y="210"/>
                    </a:lnTo>
                    <a:lnTo>
                      <a:pt x="68" y="210"/>
                    </a:lnTo>
                    <a:lnTo>
                      <a:pt x="64" y="210"/>
                    </a:lnTo>
                    <a:lnTo>
                      <a:pt x="64" y="206"/>
                    </a:lnTo>
                    <a:lnTo>
                      <a:pt x="60" y="206"/>
                    </a:lnTo>
                    <a:lnTo>
                      <a:pt x="56" y="206"/>
                    </a:lnTo>
                    <a:lnTo>
                      <a:pt x="60" y="202"/>
                    </a:lnTo>
                    <a:lnTo>
                      <a:pt x="56" y="202"/>
                    </a:lnTo>
                    <a:lnTo>
                      <a:pt x="52" y="202"/>
                    </a:lnTo>
                    <a:lnTo>
                      <a:pt x="50" y="202"/>
                    </a:lnTo>
                    <a:lnTo>
                      <a:pt x="50" y="206"/>
                    </a:lnTo>
                    <a:lnTo>
                      <a:pt x="50" y="202"/>
                    </a:lnTo>
                    <a:lnTo>
                      <a:pt x="50" y="206"/>
                    </a:lnTo>
                    <a:lnTo>
                      <a:pt x="46" y="206"/>
                    </a:lnTo>
                    <a:lnTo>
                      <a:pt x="46" y="202"/>
                    </a:lnTo>
                    <a:lnTo>
                      <a:pt x="50" y="202"/>
                    </a:lnTo>
                    <a:lnTo>
                      <a:pt x="46" y="202"/>
                    </a:lnTo>
                    <a:lnTo>
                      <a:pt x="42" y="202"/>
                    </a:lnTo>
                    <a:lnTo>
                      <a:pt x="46" y="202"/>
                    </a:lnTo>
                    <a:lnTo>
                      <a:pt x="46" y="198"/>
                    </a:lnTo>
                    <a:lnTo>
                      <a:pt x="42" y="198"/>
                    </a:lnTo>
                    <a:lnTo>
                      <a:pt x="46" y="198"/>
                    </a:lnTo>
                    <a:lnTo>
                      <a:pt x="50" y="194"/>
                    </a:lnTo>
                    <a:lnTo>
                      <a:pt x="52" y="194"/>
                    </a:lnTo>
                    <a:lnTo>
                      <a:pt x="56" y="190"/>
                    </a:lnTo>
                    <a:lnTo>
                      <a:pt x="56" y="186"/>
                    </a:lnTo>
                    <a:lnTo>
                      <a:pt x="60" y="186"/>
                    </a:lnTo>
                    <a:lnTo>
                      <a:pt x="60" y="182"/>
                    </a:lnTo>
                    <a:lnTo>
                      <a:pt x="56" y="182"/>
                    </a:lnTo>
                    <a:lnTo>
                      <a:pt x="60" y="180"/>
                    </a:lnTo>
                    <a:lnTo>
                      <a:pt x="56" y="180"/>
                    </a:lnTo>
                    <a:lnTo>
                      <a:pt x="56" y="176"/>
                    </a:lnTo>
                    <a:lnTo>
                      <a:pt x="52" y="176"/>
                    </a:lnTo>
                    <a:lnTo>
                      <a:pt x="52" y="180"/>
                    </a:lnTo>
                    <a:lnTo>
                      <a:pt x="50" y="180"/>
                    </a:lnTo>
                    <a:lnTo>
                      <a:pt x="50" y="176"/>
                    </a:lnTo>
                    <a:lnTo>
                      <a:pt x="52" y="176"/>
                    </a:lnTo>
                    <a:lnTo>
                      <a:pt x="56" y="172"/>
                    </a:lnTo>
                    <a:lnTo>
                      <a:pt x="56" y="168"/>
                    </a:lnTo>
                    <a:lnTo>
                      <a:pt x="60" y="168"/>
                    </a:lnTo>
                    <a:lnTo>
                      <a:pt x="64" y="168"/>
                    </a:lnTo>
                    <a:lnTo>
                      <a:pt x="68" y="168"/>
                    </a:lnTo>
                    <a:lnTo>
                      <a:pt x="72" y="168"/>
                    </a:lnTo>
                    <a:lnTo>
                      <a:pt x="72" y="164"/>
                    </a:lnTo>
                    <a:lnTo>
                      <a:pt x="76" y="168"/>
                    </a:lnTo>
                    <a:lnTo>
                      <a:pt x="80" y="168"/>
                    </a:lnTo>
                    <a:lnTo>
                      <a:pt x="76" y="168"/>
                    </a:lnTo>
                    <a:lnTo>
                      <a:pt x="76" y="164"/>
                    </a:lnTo>
                    <a:lnTo>
                      <a:pt x="72" y="164"/>
                    </a:lnTo>
                    <a:lnTo>
                      <a:pt x="72" y="160"/>
                    </a:lnTo>
                    <a:lnTo>
                      <a:pt x="76" y="160"/>
                    </a:lnTo>
                    <a:lnTo>
                      <a:pt x="72" y="156"/>
                    </a:lnTo>
                    <a:lnTo>
                      <a:pt x="76" y="152"/>
                    </a:lnTo>
                    <a:lnTo>
                      <a:pt x="76" y="150"/>
                    </a:lnTo>
                    <a:lnTo>
                      <a:pt x="72" y="152"/>
                    </a:lnTo>
                    <a:lnTo>
                      <a:pt x="72" y="150"/>
                    </a:lnTo>
                    <a:lnTo>
                      <a:pt x="68" y="150"/>
                    </a:lnTo>
                    <a:lnTo>
                      <a:pt x="68" y="146"/>
                    </a:lnTo>
                    <a:lnTo>
                      <a:pt x="68" y="142"/>
                    </a:lnTo>
                    <a:lnTo>
                      <a:pt x="64" y="142"/>
                    </a:lnTo>
                    <a:lnTo>
                      <a:pt x="64" y="138"/>
                    </a:lnTo>
                    <a:lnTo>
                      <a:pt x="68" y="134"/>
                    </a:lnTo>
                    <a:lnTo>
                      <a:pt x="72" y="134"/>
                    </a:lnTo>
                    <a:lnTo>
                      <a:pt x="76" y="134"/>
                    </a:lnTo>
                    <a:lnTo>
                      <a:pt x="76" y="130"/>
                    </a:lnTo>
                    <a:lnTo>
                      <a:pt x="72" y="130"/>
                    </a:lnTo>
                    <a:lnTo>
                      <a:pt x="68" y="130"/>
                    </a:lnTo>
                    <a:lnTo>
                      <a:pt x="64" y="130"/>
                    </a:lnTo>
                    <a:lnTo>
                      <a:pt x="64" y="134"/>
                    </a:lnTo>
                    <a:lnTo>
                      <a:pt x="60" y="134"/>
                    </a:lnTo>
                    <a:lnTo>
                      <a:pt x="60" y="138"/>
                    </a:lnTo>
                    <a:lnTo>
                      <a:pt x="56" y="138"/>
                    </a:lnTo>
                    <a:lnTo>
                      <a:pt x="52" y="134"/>
                    </a:lnTo>
                    <a:lnTo>
                      <a:pt x="52" y="138"/>
                    </a:lnTo>
                    <a:lnTo>
                      <a:pt x="56" y="138"/>
                    </a:lnTo>
                    <a:lnTo>
                      <a:pt x="52" y="138"/>
                    </a:lnTo>
                    <a:lnTo>
                      <a:pt x="50" y="134"/>
                    </a:lnTo>
                    <a:lnTo>
                      <a:pt x="46" y="134"/>
                    </a:lnTo>
                    <a:lnTo>
                      <a:pt x="46" y="138"/>
                    </a:lnTo>
                    <a:lnTo>
                      <a:pt x="50" y="138"/>
                    </a:lnTo>
                    <a:lnTo>
                      <a:pt x="50" y="138"/>
                    </a:lnTo>
                    <a:lnTo>
                      <a:pt x="50" y="138"/>
                    </a:lnTo>
                    <a:close/>
                    <a:moveTo>
                      <a:pt x="22" y="66"/>
                    </a:moveTo>
                    <a:lnTo>
                      <a:pt x="22" y="62"/>
                    </a:lnTo>
                    <a:lnTo>
                      <a:pt x="20" y="66"/>
                    </a:lnTo>
                    <a:lnTo>
                      <a:pt x="22" y="66"/>
                    </a:lnTo>
                    <a:lnTo>
                      <a:pt x="20" y="70"/>
                    </a:lnTo>
                    <a:lnTo>
                      <a:pt x="16" y="70"/>
                    </a:lnTo>
                    <a:lnTo>
                      <a:pt x="20" y="66"/>
                    </a:lnTo>
                    <a:lnTo>
                      <a:pt x="16" y="66"/>
                    </a:lnTo>
                    <a:lnTo>
                      <a:pt x="16" y="62"/>
                    </a:lnTo>
                    <a:lnTo>
                      <a:pt x="16" y="60"/>
                    </a:lnTo>
                    <a:lnTo>
                      <a:pt x="20" y="60"/>
                    </a:lnTo>
                    <a:lnTo>
                      <a:pt x="20" y="62"/>
                    </a:lnTo>
                    <a:lnTo>
                      <a:pt x="20" y="60"/>
                    </a:lnTo>
                    <a:lnTo>
                      <a:pt x="22" y="56"/>
                    </a:lnTo>
                    <a:lnTo>
                      <a:pt x="26" y="56"/>
                    </a:lnTo>
                    <a:lnTo>
                      <a:pt x="26" y="52"/>
                    </a:lnTo>
                    <a:lnTo>
                      <a:pt x="26" y="56"/>
                    </a:lnTo>
                    <a:lnTo>
                      <a:pt x="30" y="56"/>
                    </a:lnTo>
                    <a:lnTo>
                      <a:pt x="26" y="56"/>
                    </a:lnTo>
                    <a:lnTo>
                      <a:pt x="26" y="60"/>
                    </a:lnTo>
                    <a:lnTo>
                      <a:pt x="30" y="60"/>
                    </a:lnTo>
                    <a:lnTo>
                      <a:pt x="26" y="60"/>
                    </a:lnTo>
                    <a:lnTo>
                      <a:pt x="26" y="62"/>
                    </a:lnTo>
                    <a:lnTo>
                      <a:pt x="22" y="62"/>
                    </a:lnTo>
                    <a:lnTo>
                      <a:pt x="26" y="62"/>
                    </a:lnTo>
                    <a:lnTo>
                      <a:pt x="22" y="66"/>
                    </a:lnTo>
                    <a:lnTo>
                      <a:pt x="22" y="66"/>
                    </a:lnTo>
                    <a:lnTo>
                      <a:pt x="22" y="66"/>
                    </a:lnTo>
                    <a:close/>
                    <a:moveTo>
                      <a:pt x="16" y="74"/>
                    </a:moveTo>
                    <a:lnTo>
                      <a:pt x="12" y="74"/>
                    </a:lnTo>
                    <a:lnTo>
                      <a:pt x="8" y="74"/>
                    </a:lnTo>
                    <a:lnTo>
                      <a:pt x="12" y="74"/>
                    </a:lnTo>
                    <a:lnTo>
                      <a:pt x="16" y="70"/>
                    </a:lnTo>
                    <a:lnTo>
                      <a:pt x="16" y="74"/>
                    </a:lnTo>
                    <a:lnTo>
                      <a:pt x="16" y="74"/>
                    </a:lnTo>
                    <a:lnTo>
                      <a:pt x="16" y="74"/>
                    </a:lnTo>
                    <a:close/>
                    <a:moveTo>
                      <a:pt x="34" y="86"/>
                    </a:moveTo>
                    <a:lnTo>
                      <a:pt x="30" y="86"/>
                    </a:lnTo>
                    <a:lnTo>
                      <a:pt x="30" y="82"/>
                    </a:lnTo>
                    <a:lnTo>
                      <a:pt x="30" y="86"/>
                    </a:lnTo>
                    <a:lnTo>
                      <a:pt x="30" y="82"/>
                    </a:lnTo>
                    <a:lnTo>
                      <a:pt x="26" y="86"/>
                    </a:lnTo>
                    <a:lnTo>
                      <a:pt x="26" y="82"/>
                    </a:lnTo>
                    <a:lnTo>
                      <a:pt x="22" y="82"/>
                    </a:lnTo>
                    <a:lnTo>
                      <a:pt x="26" y="82"/>
                    </a:lnTo>
                    <a:lnTo>
                      <a:pt x="22" y="78"/>
                    </a:lnTo>
                    <a:lnTo>
                      <a:pt x="22" y="82"/>
                    </a:lnTo>
                    <a:lnTo>
                      <a:pt x="22" y="78"/>
                    </a:lnTo>
                    <a:lnTo>
                      <a:pt x="20" y="78"/>
                    </a:lnTo>
                    <a:lnTo>
                      <a:pt x="22" y="74"/>
                    </a:lnTo>
                    <a:lnTo>
                      <a:pt x="26" y="74"/>
                    </a:lnTo>
                    <a:lnTo>
                      <a:pt x="26" y="70"/>
                    </a:lnTo>
                    <a:lnTo>
                      <a:pt x="30" y="74"/>
                    </a:lnTo>
                    <a:lnTo>
                      <a:pt x="30" y="78"/>
                    </a:lnTo>
                    <a:lnTo>
                      <a:pt x="30" y="82"/>
                    </a:lnTo>
                    <a:lnTo>
                      <a:pt x="34" y="82"/>
                    </a:lnTo>
                    <a:lnTo>
                      <a:pt x="38" y="82"/>
                    </a:lnTo>
                    <a:lnTo>
                      <a:pt x="34" y="86"/>
                    </a:lnTo>
                    <a:lnTo>
                      <a:pt x="34" y="86"/>
                    </a:lnTo>
                    <a:lnTo>
                      <a:pt x="34" y="86"/>
                    </a:lnTo>
                    <a:close/>
                    <a:moveTo>
                      <a:pt x="30" y="82"/>
                    </a:moveTo>
                    <a:lnTo>
                      <a:pt x="30" y="78"/>
                    </a:lnTo>
                    <a:lnTo>
                      <a:pt x="30" y="74"/>
                    </a:lnTo>
                    <a:lnTo>
                      <a:pt x="30" y="78"/>
                    </a:lnTo>
                    <a:lnTo>
                      <a:pt x="30" y="82"/>
                    </a:lnTo>
                    <a:lnTo>
                      <a:pt x="30" y="82"/>
                    </a:lnTo>
                    <a:lnTo>
                      <a:pt x="30" y="82"/>
                    </a:lnTo>
                    <a:close/>
                    <a:moveTo>
                      <a:pt x="12" y="78"/>
                    </a:moveTo>
                    <a:lnTo>
                      <a:pt x="16" y="78"/>
                    </a:lnTo>
                    <a:lnTo>
                      <a:pt x="12" y="78"/>
                    </a:lnTo>
                    <a:lnTo>
                      <a:pt x="12" y="78"/>
                    </a:lnTo>
                    <a:lnTo>
                      <a:pt x="12" y="78"/>
                    </a:lnTo>
                    <a:close/>
                    <a:moveTo>
                      <a:pt x="16" y="86"/>
                    </a:moveTo>
                    <a:lnTo>
                      <a:pt x="12" y="86"/>
                    </a:lnTo>
                    <a:lnTo>
                      <a:pt x="12" y="82"/>
                    </a:lnTo>
                    <a:lnTo>
                      <a:pt x="12" y="78"/>
                    </a:lnTo>
                    <a:lnTo>
                      <a:pt x="16" y="78"/>
                    </a:lnTo>
                    <a:lnTo>
                      <a:pt x="16" y="82"/>
                    </a:lnTo>
                    <a:lnTo>
                      <a:pt x="12" y="82"/>
                    </a:lnTo>
                    <a:lnTo>
                      <a:pt x="12" y="78"/>
                    </a:lnTo>
                    <a:lnTo>
                      <a:pt x="12" y="82"/>
                    </a:lnTo>
                    <a:lnTo>
                      <a:pt x="12" y="86"/>
                    </a:lnTo>
                    <a:lnTo>
                      <a:pt x="16" y="86"/>
                    </a:lnTo>
                    <a:lnTo>
                      <a:pt x="16" y="86"/>
                    </a:lnTo>
                    <a:lnTo>
                      <a:pt x="16" y="86"/>
                    </a:lnTo>
                    <a:close/>
                    <a:moveTo>
                      <a:pt x="12" y="90"/>
                    </a:moveTo>
                    <a:lnTo>
                      <a:pt x="8" y="90"/>
                    </a:lnTo>
                    <a:lnTo>
                      <a:pt x="12" y="86"/>
                    </a:lnTo>
                    <a:lnTo>
                      <a:pt x="12" y="90"/>
                    </a:lnTo>
                    <a:lnTo>
                      <a:pt x="12" y="90"/>
                    </a:lnTo>
                    <a:lnTo>
                      <a:pt x="12" y="90"/>
                    </a:lnTo>
                    <a:close/>
                    <a:moveTo>
                      <a:pt x="26" y="90"/>
                    </a:moveTo>
                    <a:lnTo>
                      <a:pt x="26" y="86"/>
                    </a:lnTo>
                    <a:lnTo>
                      <a:pt x="26" y="90"/>
                    </a:lnTo>
                    <a:lnTo>
                      <a:pt x="26" y="90"/>
                    </a:lnTo>
                    <a:lnTo>
                      <a:pt x="26" y="90"/>
                    </a:lnTo>
                    <a:close/>
                    <a:moveTo>
                      <a:pt x="22" y="96"/>
                    </a:moveTo>
                    <a:lnTo>
                      <a:pt x="22" y="92"/>
                    </a:lnTo>
                    <a:lnTo>
                      <a:pt x="26" y="92"/>
                    </a:lnTo>
                    <a:lnTo>
                      <a:pt x="22" y="96"/>
                    </a:lnTo>
                    <a:lnTo>
                      <a:pt x="22" y="96"/>
                    </a:lnTo>
                    <a:lnTo>
                      <a:pt x="22" y="96"/>
                    </a:lnTo>
                    <a:close/>
                    <a:moveTo>
                      <a:pt x="30" y="96"/>
                    </a:moveTo>
                    <a:lnTo>
                      <a:pt x="34" y="96"/>
                    </a:lnTo>
                    <a:lnTo>
                      <a:pt x="34" y="100"/>
                    </a:lnTo>
                    <a:lnTo>
                      <a:pt x="38" y="100"/>
                    </a:lnTo>
                    <a:lnTo>
                      <a:pt x="34" y="100"/>
                    </a:lnTo>
                    <a:lnTo>
                      <a:pt x="34" y="104"/>
                    </a:lnTo>
                    <a:lnTo>
                      <a:pt x="34" y="100"/>
                    </a:lnTo>
                    <a:lnTo>
                      <a:pt x="30" y="104"/>
                    </a:lnTo>
                    <a:lnTo>
                      <a:pt x="26" y="104"/>
                    </a:lnTo>
                    <a:lnTo>
                      <a:pt x="26" y="100"/>
                    </a:lnTo>
                    <a:lnTo>
                      <a:pt x="26" y="104"/>
                    </a:lnTo>
                    <a:lnTo>
                      <a:pt x="30" y="100"/>
                    </a:lnTo>
                    <a:lnTo>
                      <a:pt x="26" y="100"/>
                    </a:lnTo>
                    <a:lnTo>
                      <a:pt x="30" y="100"/>
                    </a:lnTo>
                    <a:lnTo>
                      <a:pt x="30" y="96"/>
                    </a:lnTo>
                    <a:lnTo>
                      <a:pt x="30" y="100"/>
                    </a:lnTo>
                    <a:lnTo>
                      <a:pt x="26" y="96"/>
                    </a:lnTo>
                    <a:lnTo>
                      <a:pt x="30" y="96"/>
                    </a:lnTo>
                    <a:lnTo>
                      <a:pt x="30" y="96"/>
                    </a:lnTo>
                    <a:lnTo>
                      <a:pt x="30" y="96"/>
                    </a:lnTo>
                    <a:close/>
                    <a:moveTo>
                      <a:pt x="20" y="100"/>
                    </a:moveTo>
                    <a:lnTo>
                      <a:pt x="16" y="96"/>
                    </a:lnTo>
                    <a:lnTo>
                      <a:pt x="20" y="96"/>
                    </a:lnTo>
                    <a:lnTo>
                      <a:pt x="20" y="100"/>
                    </a:lnTo>
                    <a:lnTo>
                      <a:pt x="20" y="100"/>
                    </a:lnTo>
                    <a:lnTo>
                      <a:pt x="20" y="100"/>
                    </a:lnTo>
                    <a:close/>
                    <a:moveTo>
                      <a:pt x="30" y="116"/>
                    </a:moveTo>
                    <a:lnTo>
                      <a:pt x="30" y="112"/>
                    </a:lnTo>
                    <a:lnTo>
                      <a:pt x="30" y="108"/>
                    </a:lnTo>
                    <a:lnTo>
                      <a:pt x="34" y="108"/>
                    </a:lnTo>
                    <a:lnTo>
                      <a:pt x="34" y="112"/>
                    </a:lnTo>
                    <a:lnTo>
                      <a:pt x="30" y="112"/>
                    </a:lnTo>
                    <a:lnTo>
                      <a:pt x="30" y="116"/>
                    </a:lnTo>
                    <a:lnTo>
                      <a:pt x="30" y="116"/>
                    </a:lnTo>
                    <a:lnTo>
                      <a:pt x="30" y="116"/>
                    </a:lnTo>
                    <a:close/>
                    <a:moveTo>
                      <a:pt x="26" y="120"/>
                    </a:moveTo>
                    <a:lnTo>
                      <a:pt x="26" y="116"/>
                    </a:lnTo>
                    <a:lnTo>
                      <a:pt x="22" y="116"/>
                    </a:lnTo>
                    <a:lnTo>
                      <a:pt x="26" y="112"/>
                    </a:lnTo>
                    <a:lnTo>
                      <a:pt x="30" y="112"/>
                    </a:lnTo>
                    <a:lnTo>
                      <a:pt x="30" y="116"/>
                    </a:lnTo>
                    <a:lnTo>
                      <a:pt x="26" y="120"/>
                    </a:lnTo>
                    <a:lnTo>
                      <a:pt x="26" y="120"/>
                    </a:lnTo>
                    <a:lnTo>
                      <a:pt x="26" y="120"/>
                    </a:lnTo>
                    <a:close/>
                    <a:moveTo>
                      <a:pt x="46" y="116"/>
                    </a:moveTo>
                    <a:lnTo>
                      <a:pt x="42" y="112"/>
                    </a:lnTo>
                    <a:lnTo>
                      <a:pt x="46" y="112"/>
                    </a:lnTo>
                    <a:lnTo>
                      <a:pt x="46" y="116"/>
                    </a:lnTo>
                    <a:lnTo>
                      <a:pt x="46" y="116"/>
                    </a:lnTo>
                    <a:lnTo>
                      <a:pt x="46" y="116"/>
                    </a:lnTo>
                    <a:close/>
                    <a:moveTo>
                      <a:pt x="42" y="122"/>
                    </a:moveTo>
                    <a:lnTo>
                      <a:pt x="42" y="120"/>
                    </a:lnTo>
                    <a:lnTo>
                      <a:pt x="42" y="116"/>
                    </a:lnTo>
                    <a:lnTo>
                      <a:pt x="46" y="120"/>
                    </a:lnTo>
                    <a:lnTo>
                      <a:pt x="46" y="122"/>
                    </a:lnTo>
                    <a:lnTo>
                      <a:pt x="42" y="122"/>
                    </a:lnTo>
                    <a:lnTo>
                      <a:pt x="42" y="122"/>
                    </a:lnTo>
                    <a:lnTo>
                      <a:pt x="42" y="122"/>
                    </a:lnTo>
                    <a:close/>
                    <a:moveTo>
                      <a:pt x="22" y="152"/>
                    </a:moveTo>
                    <a:lnTo>
                      <a:pt x="20" y="150"/>
                    </a:lnTo>
                    <a:lnTo>
                      <a:pt x="20" y="146"/>
                    </a:lnTo>
                    <a:lnTo>
                      <a:pt x="16" y="146"/>
                    </a:lnTo>
                    <a:lnTo>
                      <a:pt x="16" y="150"/>
                    </a:lnTo>
                    <a:lnTo>
                      <a:pt x="12" y="150"/>
                    </a:lnTo>
                    <a:lnTo>
                      <a:pt x="8" y="150"/>
                    </a:lnTo>
                    <a:lnTo>
                      <a:pt x="4" y="150"/>
                    </a:lnTo>
                    <a:lnTo>
                      <a:pt x="4" y="146"/>
                    </a:lnTo>
                    <a:lnTo>
                      <a:pt x="0" y="146"/>
                    </a:lnTo>
                    <a:lnTo>
                      <a:pt x="0" y="142"/>
                    </a:lnTo>
                    <a:lnTo>
                      <a:pt x="4" y="142"/>
                    </a:lnTo>
                    <a:lnTo>
                      <a:pt x="8" y="142"/>
                    </a:lnTo>
                    <a:lnTo>
                      <a:pt x="4" y="138"/>
                    </a:lnTo>
                    <a:lnTo>
                      <a:pt x="8" y="138"/>
                    </a:lnTo>
                    <a:lnTo>
                      <a:pt x="12" y="134"/>
                    </a:lnTo>
                    <a:lnTo>
                      <a:pt x="12" y="130"/>
                    </a:lnTo>
                    <a:lnTo>
                      <a:pt x="16" y="130"/>
                    </a:lnTo>
                    <a:lnTo>
                      <a:pt x="20" y="126"/>
                    </a:lnTo>
                    <a:lnTo>
                      <a:pt x="22" y="126"/>
                    </a:lnTo>
                    <a:lnTo>
                      <a:pt x="26" y="126"/>
                    </a:lnTo>
                    <a:lnTo>
                      <a:pt x="30" y="126"/>
                    </a:lnTo>
                    <a:lnTo>
                      <a:pt x="30" y="130"/>
                    </a:lnTo>
                    <a:lnTo>
                      <a:pt x="34" y="134"/>
                    </a:lnTo>
                    <a:lnTo>
                      <a:pt x="34" y="138"/>
                    </a:lnTo>
                    <a:lnTo>
                      <a:pt x="34" y="142"/>
                    </a:lnTo>
                    <a:lnTo>
                      <a:pt x="34" y="138"/>
                    </a:lnTo>
                    <a:lnTo>
                      <a:pt x="38" y="138"/>
                    </a:lnTo>
                    <a:lnTo>
                      <a:pt x="38" y="142"/>
                    </a:lnTo>
                    <a:lnTo>
                      <a:pt x="38" y="146"/>
                    </a:lnTo>
                    <a:lnTo>
                      <a:pt x="38" y="142"/>
                    </a:lnTo>
                    <a:lnTo>
                      <a:pt x="34" y="142"/>
                    </a:lnTo>
                    <a:lnTo>
                      <a:pt x="38" y="142"/>
                    </a:lnTo>
                    <a:lnTo>
                      <a:pt x="38" y="146"/>
                    </a:lnTo>
                    <a:lnTo>
                      <a:pt x="38" y="150"/>
                    </a:lnTo>
                    <a:lnTo>
                      <a:pt x="34" y="150"/>
                    </a:lnTo>
                    <a:lnTo>
                      <a:pt x="34" y="152"/>
                    </a:lnTo>
                    <a:lnTo>
                      <a:pt x="30" y="152"/>
                    </a:lnTo>
                    <a:lnTo>
                      <a:pt x="26" y="150"/>
                    </a:lnTo>
                    <a:lnTo>
                      <a:pt x="26" y="152"/>
                    </a:lnTo>
                    <a:lnTo>
                      <a:pt x="22" y="152"/>
                    </a:lnTo>
                    <a:lnTo>
                      <a:pt x="22" y="152"/>
                    </a:lnTo>
                    <a:lnTo>
                      <a:pt x="22" y="152"/>
                    </a:lnTo>
                    <a:close/>
                    <a:moveTo>
                      <a:pt x="52" y="172"/>
                    </a:moveTo>
                    <a:lnTo>
                      <a:pt x="52" y="168"/>
                    </a:lnTo>
                    <a:lnTo>
                      <a:pt x="52" y="164"/>
                    </a:lnTo>
                    <a:lnTo>
                      <a:pt x="56" y="164"/>
                    </a:lnTo>
                    <a:lnTo>
                      <a:pt x="56" y="168"/>
                    </a:lnTo>
                    <a:lnTo>
                      <a:pt x="60" y="168"/>
                    </a:lnTo>
                    <a:lnTo>
                      <a:pt x="56" y="168"/>
                    </a:lnTo>
                    <a:lnTo>
                      <a:pt x="56" y="172"/>
                    </a:lnTo>
                    <a:lnTo>
                      <a:pt x="52" y="172"/>
                    </a:lnTo>
                    <a:lnTo>
                      <a:pt x="52" y="172"/>
                    </a:lnTo>
                    <a:lnTo>
                      <a:pt x="52" y="172"/>
                    </a:lnTo>
                    <a:close/>
                    <a:moveTo>
                      <a:pt x="128" y="210"/>
                    </a:moveTo>
                    <a:lnTo>
                      <a:pt x="132" y="210"/>
                    </a:lnTo>
                    <a:lnTo>
                      <a:pt x="128" y="210"/>
                    </a:lnTo>
                    <a:lnTo>
                      <a:pt x="128" y="210"/>
                    </a:lnTo>
                    <a:lnTo>
                      <a:pt x="128" y="210"/>
                    </a:lnTo>
                    <a:close/>
                    <a:moveTo>
                      <a:pt x="98" y="224"/>
                    </a:moveTo>
                    <a:lnTo>
                      <a:pt x="94" y="224"/>
                    </a:lnTo>
                    <a:lnTo>
                      <a:pt x="98" y="220"/>
                    </a:lnTo>
                    <a:lnTo>
                      <a:pt x="102" y="224"/>
                    </a:lnTo>
                    <a:lnTo>
                      <a:pt x="98" y="224"/>
                    </a:lnTo>
                    <a:lnTo>
                      <a:pt x="98" y="224"/>
                    </a:lnTo>
                    <a:lnTo>
                      <a:pt x="98" y="2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3" name="Freeform 127"/>
              <p:cNvSpPr>
                <a:spLocks/>
              </p:cNvSpPr>
              <p:nvPr/>
            </p:nvSpPr>
            <p:spPr bwMode="gray">
              <a:xfrm>
                <a:off x="4584285" y="3375261"/>
                <a:ext cx="507865" cy="577432"/>
              </a:xfrm>
              <a:custGeom>
                <a:avLst/>
                <a:gdLst>
                  <a:gd name="T0" fmla="*/ 202 w 292"/>
                  <a:gd name="T1" fmla="*/ 10 h 332"/>
                  <a:gd name="T2" fmla="*/ 214 w 292"/>
                  <a:gd name="T3" fmla="*/ 4 h 332"/>
                  <a:gd name="T4" fmla="*/ 224 w 292"/>
                  <a:gd name="T5" fmla="*/ 4 h 332"/>
                  <a:gd name="T6" fmla="*/ 228 w 292"/>
                  <a:gd name="T7" fmla="*/ 4 h 332"/>
                  <a:gd name="T8" fmla="*/ 236 w 292"/>
                  <a:gd name="T9" fmla="*/ 8 h 332"/>
                  <a:gd name="T10" fmla="*/ 246 w 292"/>
                  <a:gd name="T11" fmla="*/ 8 h 332"/>
                  <a:gd name="T12" fmla="*/ 240 w 292"/>
                  <a:gd name="T13" fmla="*/ 10 h 332"/>
                  <a:gd name="T14" fmla="*/ 244 w 292"/>
                  <a:gd name="T15" fmla="*/ 26 h 332"/>
                  <a:gd name="T16" fmla="*/ 240 w 292"/>
                  <a:gd name="T17" fmla="*/ 44 h 332"/>
                  <a:gd name="T18" fmla="*/ 232 w 292"/>
                  <a:gd name="T19" fmla="*/ 56 h 332"/>
                  <a:gd name="T20" fmla="*/ 232 w 292"/>
                  <a:gd name="T21" fmla="*/ 66 h 332"/>
                  <a:gd name="T22" fmla="*/ 240 w 292"/>
                  <a:gd name="T23" fmla="*/ 78 h 332"/>
                  <a:gd name="T24" fmla="*/ 246 w 292"/>
                  <a:gd name="T25" fmla="*/ 90 h 332"/>
                  <a:gd name="T26" fmla="*/ 254 w 292"/>
                  <a:gd name="T27" fmla="*/ 112 h 332"/>
                  <a:gd name="T28" fmla="*/ 258 w 292"/>
                  <a:gd name="T29" fmla="*/ 130 h 332"/>
                  <a:gd name="T30" fmla="*/ 262 w 292"/>
                  <a:gd name="T31" fmla="*/ 142 h 332"/>
                  <a:gd name="T32" fmla="*/ 262 w 292"/>
                  <a:gd name="T33" fmla="*/ 160 h 332"/>
                  <a:gd name="T34" fmla="*/ 262 w 292"/>
                  <a:gd name="T35" fmla="*/ 180 h 332"/>
                  <a:gd name="T36" fmla="*/ 266 w 292"/>
                  <a:gd name="T37" fmla="*/ 194 h 332"/>
                  <a:gd name="T38" fmla="*/ 266 w 292"/>
                  <a:gd name="T39" fmla="*/ 216 h 332"/>
                  <a:gd name="T40" fmla="*/ 270 w 292"/>
                  <a:gd name="T41" fmla="*/ 232 h 332"/>
                  <a:gd name="T42" fmla="*/ 284 w 292"/>
                  <a:gd name="T43" fmla="*/ 236 h 332"/>
                  <a:gd name="T44" fmla="*/ 288 w 292"/>
                  <a:gd name="T45" fmla="*/ 254 h 332"/>
                  <a:gd name="T46" fmla="*/ 270 w 292"/>
                  <a:gd name="T47" fmla="*/ 270 h 332"/>
                  <a:gd name="T48" fmla="*/ 246 w 292"/>
                  <a:gd name="T49" fmla="*/ 284 h 332"/>
                  <a:gd name="T50" fmla="*/ 228 w 292"/>
                  <a:gd name="T51" fmla="*/ 300 h 332"/>
                  <a:gd name="T52" fmla="*/ 210 w 292"/>
                  <a:gd name="T53" fmla="*/ 320 h 332"/>
                  <a:gd name="T54" fmla="*/ 188 w 292"/>
                  <a:gd name="T55" fmla="*/ 328 h 332"/>
                  <a:gd name="T56" fmla="*/ 170 w 292"/>
                  <a:gd name="T57" fmla="*/ 328 h 332"/>
                  <a:gd name="T58" fmla="*/ 162 w 292"/>
                  <a:gd name="T59" fmla="*/ 314 h 332"/>
                  <a:gd name="T60" fmla="*/ 150 w 292"/>
                  <a:gd name="T61" fmla="*/ 306 h 332"/>
                  <a:gd name="T62" fmla="*/ 142 w 292"/>
                  <a:gd name="T63" fmla="*/ 300 h 332"/>
                  <a:gd name="T64" fmla="*/ 128 w 292"/>
                  <a:gd name="T65" fmla="*/ 284 h 332"/>
                  <a:gd name="T66" fmla="*/ 106 w 292"/>
                  <a:gd name="T67" fmla="*/ 266 h 332"/>
                  <a:gd name="T68" fmla="*/ 80 w 292"/>
                  <a:gd name="T69" fmla="*/ 242 h 332"/>
                  <a:gd name="T70" fmla="*/ 56 w 292"/>
                  <a:gd name="T71" fmla="*/ 224 h 332"/>
                  <a:gd name="T72" fmla="*/ 34 w 292"/>
                  <a:gd name="T73" fmla="*/ 210 h 332"/>
                  <a:gd name="T74" fmla="*/ 20 w 292"/>
                  <a:gd name="T75" fmla="*/ 198 h 332"/>
                  <a:gd name="T76" fmla="*/ 0 w 292"/>
                  <a:gd name="T77" fmla="*/ 180 h 332"/>
                  <a:gd name="T78" fmla="*/ 4 w 292"/>
                  <a:gd name="T79" fmla="*/ 154 h 332"/>
                  <a:gd name="T80" fmla="*/ 16 w 292"/>
                  <a:gd name="T81" fmla="*/ 146 h 332"/>
                  <a:gd name="T82" fmla="*/ 30 w 292"/>
                  <a:gd name="T83" fmla="*/ 142 h 332"/>
                  <a:gd name="T84" fmla="*/ 42 w 292"/>
                  <a:gd name="T85" fmla="*/ 134 h 332"/>
                  <a:gd name="T86" fmla="*/ 54 w 292"/>
                  <a:gd name="T87" fmla="*/ 126 h 332"/>
                  <a:gd name="T88" fmla="*/ 68 w 292"/>
                  <a:gd name="T89" fmla="*/ 116 h 332"/>
                  <a:gd name="T90" fmla="*/ 68 w 292"/>
                  <a:gd name="T91" fmla="*/ 108 h 332"/>
                  <a:gd name="T92" fmla="*/ 76 w 292"/>
                  <a:gd name="T93" fmla="*/ 100 h 332"/>
                  <a:gd name="T94" fmla="*/ 94 w 292"/>
                  <a:gd name="T95" fmla="*/ 94 h 332"/>
                  <a:gd name="T96" fmla="*/ 110 w 292"/>
                  <a:gd name="T97" fmla="*/ 94 h 332"/>
                  <a:gd name="T98" fmla="*/ 106 w 292"/>
                  <a:gd name="T99" fmla="*/ 86 h 332"/>
                  <a:gd name="T100" fmla="*/ 102 w 292"/>
                  <a:gd name="T101" fmla="*/ 66 h 332"/>
                  <a:gd name="T102" fmla="*/ 98 w 292"/>
                  <a:gd name="T103" fmla="*/ 52 h 332"/>
                  <a:gd name="T104" fmla="*/ 94 w 292"/>
                  <a:gd name="T105" fmla="*/ 40 h 332"/>
                  <a:gd name="T106" fmla="*/ 106 w 292"/>
                  <a:gd name="T107" fmla="*/ 34 h 332"/>
                  <a:gd name="T108" fmla="*/ 120 w 292"/>
                  <a:gd name="T109" fmla="*/ 22 h 332"/>
                  <a:gd name="T110" fmla="*/ 132 w 292"/>
                  <a:gd name="T111" fmla="*/ 18 h 332"/>
                  <a:gd name="T112" fmla="*/ 142 w 292"/>
                  <a:gd name="T113" fmla="*/ 10 h 332"/>
                  <a:gd name="T114" fmla="*/ 162 w 292"/>
                  <a:gd name="T115" fmla="*/ 10 h 332"/>
                  <a:gd name="T116" fmla="*/ 176 w 292"/>
                  <a:gd name="T117" fmla="*/ 8 h 332"/>
                  <a:gd name="T118" fmla="*/ 188 w 292"/>
                  <a:gd name="T119" fmla="*/ 4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92" h="332">
                    <a:moveTo>
                      <a:pt x="188" y="4"/>
                    </a:moveTo>
                    <a:lnTo>
                      <a:pt x="192" y="4"/>
                    </a:lnTo>
                    <a:lnTo>
                      <a:pt x="194" y="8"/>
                    </a:lnTo>
                    <a:lnTo>
                      <a:pt x="198" y="10"/>
                    </a:lnTo>
                    <a:lnTo>
                      <a:pt x="202" y="10"/>
                    </a:lnTo>
                    <a:lnTo>
                      <a:pt x="202" y="8"/>
                    </a:lnTo>
                    <a:lnTo>
                      <a:pt x="206" y="8"/>
                    </a:lnTo>
                    <a:lnTo>
                      <a:pt x="210" y="8"/>
                    </a:lnTo>
                    <a:lnTo>
                      <a:pt x="210" y="4"/>
                    </a:lnTo>
                    <a:lnTo>
                      <a:pt x="214" y="4"/>
                    </a:lnTo>
                    <a:lnTo>
                      <a:pt x="214" y="0"/>
                    </a:lnTo>
                    <a:lnTo>
                      <a:pt x="216" y="0"/>
                    </a:lnTo>
                    <a:lnTo>
                      <a:pt x="216" y="4"/>
                    </a:lnTo>
                    <a:lnTo>
                      <a:pt x="220" y="4"/>
                    </a:lnTo>
                    <a:lnTo>
                      <a:pt x="224" y="4"/>
                    </a:lnTo>
                    <a:lnTo>
                      <a:pt x="228" y="4"/>
                    </a:lnTo>
                    <a:lnTo>
                      <a:pt x="224" y="4"/>
                    </a:lnTo>
                    <a:lnTo>
                      <a:pt x="224" y="0"/>
                    </a:lnTo>
                    <a:lnTo>
                      <a:pt x="228" y="0"/>
                    </a:lnTo>
                    <a:lnTo>
                      <a:pt x="228" y="4"/>
                    </a:lnTo>
                    <a:lnTo>
                      <a:pt x="228" y="0"/>
                    </a:lnTo>
                    <a:lnTo>
                      <a:pt x="228" y="4"/>
                    </a:lnTo>
                    <a:lnTo>
                      <a:pt x="232" y="4"/>
                    </a:lnTo>
                    <a:lnTo>
                      <a:pt x="236" y="4"/>
                    </a:lnTo>
                    <a:lnTo>
                      <a:pt x="236" y="8"/>
                    </a:lnTo>
                    <a:lnTo>
                      <a:pt x="240" y="8"/>
                    </a:lnTo>
                    <a:lnTo>
                      <a:pt x="240" y="4"/>
                    </a:lnTo>
                    <a:lnTo>
                      <a:pt x="244" y="4"/>
                    </a:lnTo>
                    <a:lnTo>
                      <a:pt x="246" y="4"/>
                    </a:lnTo>
                    <a:lnTo>
                      <a:pt x="246" y="8"/>
                    </a:lnTo>
                    <a:lnTo>
                      <a:pt x="244" y="8"/>
                    </a:lnTo>
                    <a:lnTo>
                      <a:pt x="244" y="10"/>
                    </a:lnTo>
                    <a:lnTo>
                      <a:pt x="240" y="10"/>
                    </a:lnTo>
                    <a:lnTo>
                      <a:pt x="240" y="14"/>
                    </a:lnTo>
                    <a:lnTo>
                      <a:pt x="240" y="10"/>
                    </a:lnTo>
                    <a:lnTo>
                      <a:pt x="244" y="14"/>
                    </a:lnTo>
                    <a:lnTo>
                      <a:pt x="244" y="18"/>
                    </a:lnTo>
                    <a:lnTo>
                      <a:pt x="240" y="22"/>
                    </a:lnTo>
                    <a:lnTo>
                      <a:pt x="240" y="26"/>
                    </a:lnTo>
                    <a:lnTo>
                      <a:pt x="244" y="26"/>
                    </a:lnTo>
                    <a:lnTo>
                      <a:pt x="244" y="30"/>
                    </a:lnTo>
                    <a:lnTo>
                      <a:pt x="244" y="34"/>
                    </a:lnTo>
                    <a:lnTo>
                      <a:pt x="244" y="38"/>
                    </a:lnTo>
                    <a:lnTo>
                      <a:pt x="240" y="40"/>
                    </a:lnTo>
                    <a:lnTo>
                      <a:pt x="240" y="44"/>
                    </a:lnTo>
                    <a:lnTo>
                      <a:pt x="240" y="48"/>
                    </a:lnTo>
                    <a:lnTo>
                      <a:pt x="236" y="48"/>
                    </a:lnTo>
                    <a:lnTo>
                      <a:pt x="236" y="52"/>
                    </a:lnTo>
                    <a:lnTo>
                      <a:pt x="236" y="56"/>
                    </a:lnTo>
                    <a:lnTo>
                      <a:pt x="232" y="56"/>
                    </a:lnTo>
                    <a:lnTo>
                      <a:pt x="232" y="60"/>
                    </a:lnTo>
                    <a:lnTo>
                      <a:pt x="228" y="60"/>
                    </a:lnTo>
                    <a:lnTo>
                      <a:pt x="228" y="64"/>
                    </a:lnTo>
                    <a:lnTo>
                      <a:pt x="232" y="64"/>
                    </a:lnTo>
                    <a:lnTo>
                      <a:pt x="232" y="66"/>
                    </a:lnTo>
                    <a:lnTo>
                      <a:pt x="232" y="70"/>
                    </a:lnTo>
                    <a:lnTo>
                      <a:pt x="232" y="74"/>
                    </a:lnTo>
                    <a:lnTo>
                      <a:pt x="236" y="74"/>
                    </a:lnTo>
                    <a:lnTo>
                      <a:pt x="240" y="74"/>
                    </a:lnTo>
                    <a:lnTo>
                      <a:pt x="240" y="78"/>
                    </a:lnTo>
                    <a:lnTo>
                      <a:pt x="240" y="82"/>
                    </a:lnTo>
                    <a:lnTo>
                      <a:pt x="244" y="82"/>
                    </a:lnTo>
                    <a:lnTo>
                      <a:pt x="244" y="86"/>
                    </a:lnTo>
                    <a:lnTo>
                      <a:pt x="244" y="90"/>
                    </a:lnTo>
                    <a:lnTo>
                      <a:pt x="246" y="90"/>
                    </a:lnTo>
                    <a:lnTo>
                      <a:pt x="250" y="94"/>
                    </a:lnTo>
                    <a:lnTo>
                      <a:pt x="250" y="96"/>
                    </a:lnTo>
                    <a:lnTo>
                      <a:pt x="254" y="96"/>
                    </a:lnTo>
                    <a:lnTo>
                      <a:pt x="254" y="104"/>
                    </a:lnTo>
                    <a:lnTo>
                      <a:pt x="254" y="112"/>
                    </a:lnTo>
                    <a:lnTo>
                      <a:pt x="254" y="116"/>
                    </a:lnTo>
                    <a:lnTo>
                      <a:pt x="258" y="120"/>
                    </a:lnTo>
                    <a:lnTo>
                      <a:pt x="258" y="124"/>
                    </a:lnTo>
                    <a:lnTo>
                      <a:pt x="258" y="126"/>
                    </a:lnTo>
                    <a:lnTo>
                      <a:pt x="258" y="130"/>
                    </a:lnTo>
                    <a:lnTo>
                      <a:pt x="254" y="130"/>
                    </a:lnTo>
                    <a:lnTo>
                      <a:pt x="258" y="134"/>
                    </a:lnTo>
                    <a:lnTo>
                      <a:pt x="258" y="138"/>
                    </a:lnTo>
                    <a:lnTo>
                      <a:pt x="262" y="138"/>
                    </a:lnTo>
                    <a:lnTo>
                      <a:pt x="262" y="142"/>
                    </a:lnTo>
                    <a:lnTo>
                      <a:pt x="262" y="146"/>
                    </a:lnTo>
                    <a:lnTo>
                      <a:pt x="262" y="150"/>
                    </a:lnTo>
                    <a:lnTo>
                      <a:pt x="262" y="154"/>
                    </a:lnTo>
                    <a:lnTo>
                      <a:pt x="262" y="156"/>
                    </a:lnTo>
                    <a:lnTo>
                      <a:pt x="262" y="160"/>
                    </a:lnTo>
                    <a:lnTo>
                      <a:pt x="262" y="164"/>
                    </a:lnTo>
                    <a:lnTo>
                      <a:pt x="262" y="168"/>
                    </a:lnTo>
                    <a:lnTo>
                      <a:pt x="266" y="172"/>
                    </a:lnTo>
                    <a:lnTo>
                      <a:pt x="266" y="176"/>
                    </a:lnTo>
                    <a:lnTo>
                      <a:pt x="262" y="180"/>
                    </a:lnTo>
                    <a:lnTo>
                      <a:pt x="262" y="182"/>
                    </a:lnTo>
                    <a:lnTo>
                      <a:pt x="262" y="186"/>
                    </a:lnTo>
                    <a:lnTo>
                      <a:pt x="262" y="190"/>
                    </a:lnTo>
                    <a:lnTo>
                      <a:pt x="266" y="190"/>
                    </a:lnTo>
                    <a:lnTo>
                      <a:pt x="266" y="194"/>
                    </a:lnTo>
                    <a:lnTo>
                      <a:pt x="262" y="198"/>
                    </a:lnTo>
                    <a:lnTo>
                      <a:pt x="258" y="202"/>
                    </a:lnTo>
                    <a:lnTo>
                      <a:pt x="258" y="206"/>
                    </a:lnTo>
                    <a:lnTo>
                      <a:pt x="262" y="212"/>
                    </a:lnTo>
                    <a:lnTo>
                      <a:pt x="266" y="216"/>
                    </a:lnTo>
                    <a:lnTo>
                      <a:pt x="266" y="220"/>
                    </a:lnTo>
                    <a:lnTo>
                      <a:pt x="266" y="224"/>
                    </a:lnTo>
                    <a:lnTo>
                      <a:pt x="266" y="228"/>
                    </a:lnTo>
                    <a:lnTo>
                      <a:pt x="270" y="228"/>
                    </a:lnTo>
                    <a:lnTo>
                      <a:pt x="270" y="232"/>
                    </a:lnTo>
                    <a:lnTo>
                      <a:pt x="272" y="236"/>
                    </a:lnTo>
                    <a:lnTo>
                      <a:pt x="272" y="232"/>
                    </a:lnTo>
                    <a:lnTo>
                      <a:pt x="276" y="232"/>
                    </a:lnTo>
                    <a:lnTo>
                      <a:pt x="280" y="236"/>
                    </a:lnTo>
                    <a:lnTo>
                      <a:pt x="284" y="236"/>
                    </a:lnTo>
                    <a:lnTo>
                      <a:pt x="288" y="236"/>
                    </a:lnTo>
                    <a:lnTo>
                      <a:pt x="292" y="242"/>
                    </a:lnTo>
                    <a:lnTo>
                      <a:pt x="292" y="250"/>
                    </a:lnTo>
                    <a:lnTo>
                      <a:pt x="292" y="254"/>
                    </a:lnTo>
                    <a:lnTo>
                      <a:pt x="288" y="254"/>
                    </a:lnTo>
                    <a:lnTo>
                      <a:pt x="280" y="262"/>
                    </a:lnTo>
                    <a:lnTo>
                      <a:pt x="276" y="262"/>
                    </a:lnTo>
                    <a:lnTo>
                      <a:pt x="276" y="266"/>
                    </a:lnTo>
                    <a:lnTo>
                      <a:pt x="272" y="266"/>
                    </a:lnTo>
                    <a:lnTo>
                      <a:pt x="270" y="270"/>
                    </a:lnTo>
                    <a:lnTo>
                      <a:pt x="266" y="270"/>
                    </a:lnTo>
                    <a:lnTo>
                      <a:pt x="262" y="272"/>
                    </a:lnTo>
                    <a:lnTo>
                      <a:pt x="258" y="276"/>
                    </a:lnTo>
                    <a:lnTo>
                      <a:pt x="250" y="280"/>
                    </a:lnTo>
                    <a:lnTo>
                      <a:pt x="246" y="284"/>
                    </a:lnTo>
                    <a:lnTo>
                      <a:pt x="246" y="288"/>
                    </a:lnTo>
                    <a:lnTo>
                      <a:pt x="240" y="292"/>
                    </a:lnTo>
                    <a:lnTo>
                      <a:pt x="236" y="296"/>
                    </a:lnTo>
                    <a:lnTo>
                      <a:pt x="232" y="296"/>
                    </a:lnTo>
                    <a:lnTo>
                      <a:pt x="228" y="300"/>
                    </a:lnTo>
                    <a:lnTo>
                      <a:pt x="220" y="306"/>
                    </a:lnTo>
                    <a:lnTo>
                      <a:pt x="216" y="310"/>
                    </a:lnTo>
                    <a:lnTo>
                      <a:pt x="216" y="314"/>
                    </a:lnTo>
                    <a:lnTo>
                      <a:pt x="214" y="316"/>
                    </a:lnTo>
                    <a:lnTo>
                      <a:pt x="210" y="320"/>
                    </a:lnTo>
                    <a:lnTo>
                      <a:pt x="206" y="324"/>
                    </a:lnTo>
                    <a:lnTo>
                      <a:pt x="202" y="324"/>
                    </a:lnTo>
                    <a:lnTo>
                      <a:pt x="198" y="324"/>
                    </a:lnTo>
                    <a:lnTo>
                      <a:pt x="194" y="324"/>
                    </a:lnTo>
                    <a:lnTo>
                      <a:pt x="188" y="328"/>
                    </a:lnTo>
                    <a:lnTo>
                      <a:pt x="184" y="328"/>
                    </a:lnTo>
                    <a:lnTo>
                      <a:pt x="180" y="328"/>
                    </a:lnTo>
                    <a:lnTo>
                      <a:pt x="176" y="328"/>
                    </a:lnTo>
                    <a:lnTo>
                      <a:pt x="172" y="332"/>
                    </a:lnTo>
                    <a:lnTo>
                      <a:pt x="170" y="328"/>
                    </a:lnTo>
                    <a:lnTo>
                      <a:pt x="170" y="324"/>
                    </a:lnTo>
                    <a:lnTo>
                      <a:pt x="170" y="320"/>
                    </a:lnTo>
                    <a:lnTo>
                      <a:pt x="170" y="316"/>
                    </a:lnTo>
                    <a:lnTo>
                      <a:pt x="166" y="314"/>
                    </a:lnTo>
                    <a:lnTo>
                      <a:pt x="162" y="314"/>
                    </a:lnTo>
                    <a:lnTo>
                      <a:pt x="158" y="314"/>
                    </a:lnTo>
                    <a:lnTo>
                      <a:pt x="158" y="310"/>
                    </a:lnTo>
                    <a:lnTo>
                      <a:pt x="154" y="310"/>
                    </a:lnTo>
                    <a:lnTo>
                      <a:pt x="150" y="310"/>
                    </a:lnTo>
                    <a:lnTo>
                      <a:pt x="150" y="306"/>
                    </a:lnTo>
                    <a:lnTo>
                      <a:pt x="146" y="306"/>
                    </a:lnTo>
                    <a:lnTo>
                      <a:pt x="146" y="302"/>
                    </a:lnTo>
                    <a:lnTo>
                      <a:pt x="142" y="302"/>
                    </a:lnTo>
                    <a:lnTo>
                      <a:pt x="140" y="300"/>
                    </a:lnTo>
                    <a:lnTo>
                      <a:pt x="142" y="300"/>
                    </a:lnTo>
                    <a:lnTo>
                      <a:pt x="142" y="296"/>
                    </a:lnTo>
                    <a:lnTo>
                      <a:pt x="140" y="296"/>
                    </a:lnTo>
                    <a:lnTo>
                      <a:pt x="136" y="292"/>
                    </a:lnTo>
                    <a:lnTo>
                      <a:pt x="132" y="284"/>
                    </a:lnTo>
                    <a:lnTo>
                      <a:pt x="128" y="284"/>
                    </a:lnTo>
                    <a:lnTo>
                      <a:pt x="124" y="280"/>
                    </a:lnTo>
                    <a:lnTo>
                      <a:pt x="116" y="276"/>
                    </a:lnTo>
                    <a:lnTo>
                      <a:pt x="114" y="272"/>
                    </a:lnTo>
                    <a:lnTo>
                      <a:pt x="110" y="270"/>
                    </a:lnTo>
                    <a:lnTo>
                      <a:pt x="106" y="266"/>
                    </a:lnTo>
                    <a:lnTo>
                      <a:pt x="98" y="262"/>
                    </a:lnTo>
                    <a:lnTo>
                      <a:pt x="94" y="258"/>
                    </a:lnTo>
                    <a:lnTo>
                      <a:pt x="90" y="250"/>
                    </a:lnTo>
                    <a:lnTo>
                      <a:pt x="84" y="246"/>
                    </a:lnTo>
                    <a:lnTo>
                      <a:pt x="80" y="242"/>
                    </a:lnTo>
                    <a:lnTo>
                      <a:pt x="76" y="240"/>
                    </a:lnTo>
                    <a:lnTo>
                      <a:pt x="72" y="236"/>
                    </a:lnTo>
                    <a:lnTo>
                      <a:pt x="64" y="232"/>
                    </a:lnTo>
                    <a:lnTo>
                      <a:pt x="60" y="228"/>
                    </a:lnTo>
                    <a:lnTo>
                      <a:pt x="56" y="224"/>
                    </a:lnTo>
                    <a:lnTo>
                      <a:pt x="54" y="224"/>
                    </a:lnTo>
                    <a:lnTo>
                      <a:pt x="50" y="220"/>
                    </a:lnTo>
                    <a:lnTo>
                      <a:pt x="46" y="216"/>
                    </a:lnTo>
                    <a:lnTo>
                      <a:pt x="42" y="212"/>
                    </a:lnTo>
                    <a:lnTo>
                      <a:pt x="34" y="210"/>
                    </a:lnTo>
                    <a:lnTo>
                      <a:pt x="30" y="206"/>
                    </a:lnTo>
                    <a:lnTo>
                      <a:pt x="28" y="202"/>
                    </a:lnTo>
                    <a:lnTo>
                      <a:pt x="24" y="202"/>
                    </a:lnTo>
                    <a:lnTo>
                      <a:pt x="24" y="198"/>
                    </a:lnTo>
                    <a:lnTo>
                      <a:pt x="20" y="198"/>
                    </a:lnTo>
                    <a:lnTo>
                      <a:pt x="16" y="194"/>
                    </a:lnTo>
                    <a:lnTo>
                      <a:pt x="8" y="190"/>
                    </a:lnTo>
                    <a:lnTo>
                      <a:pt x="8" y="186"/>
                    </a:lnTo>
                    <a:lnTo>
                      <a:pt x="0" y="182"/>
                    </a:lnTo>
                    <a:lnTo>
                      <a:pt x="0" y="180"/>
                    </a:lnTo>
                    <a:lnTo>
                      <a:pt x="0" y="176"/>
                    </a:lnTo>
                    <a:lnTo>
                      <a:pt x="0" y="172"/>
                    </a:lnTo>
                    <a:lnTo>
                      <a:pt x="0" y="156"/>
                    </a:lnTo>
                    <a:lnTo>
                      <a:pt x="4" y="156"/>
                    </a:lnTo>
                    <a:lnTo>
                      <a:pt x="4" y="154"/>
                    </a:lnTo>
                    <a:lnTo>
                      <a:pt x="8" y="154"/>
                    </a:lnTo>
                    <a:lnTo>
                      <a:pt x="8" y="150"/>
                    </a:lnTo>
                    <a:lnTo>
                      <a:pt x="12" y="150"/>
                    </a:lnTo>
                    <a:lnTo>
                      <a:pt x="12" y="146"/>
                    </a:lnTo>
                    <a:lnTo>
                      <a:pt x="16" y="146"/>
                    </a:lnTo>
                    <a:lnTo>
                      <a:pt x="20" y="146"/>
                    </a:lnTo>
                    <a:lnTo>
                      <a:pt x="20" y="142"/>
                    </a:lnTo>
                    <a:lnTo>
                      <a:pt x="24" y="142"/>
                    </a:lnTo>
                    <a:lnTo>
                      <a:pt x="28" y="142"/>
                    </a:lnTo>
                    <a:lnTo>
                      <a:pt x="30" y="142"/>
                    </a:lnTo>
                    <a:lnTo>
                      <a:pt x="30" y="138"/>
                    </a:lnTo>
                    <a:lnTo>
                      <a:pt x="34" y="138"/>
                    </a:lnTo>
                    <a:lnTo>
                      <a:pt x="38" y="138"/>
                    </a:lnTo>
                    <a:lnTo>
                      <a:pt x="42" y="138"/>
                    </a:lnTo>
                    <a:lnTo>
                      <a:pt x="42" y="134"/>
                    </a:lnTo>
                    <a:lnTo>
                      <a:pt x="46" y="134"/>
                    </a:lnTo>
                    <a:lnTo>
                      <a:pt x="50" y="134"/>
                    </a:lnTo>
                    <a:lnTo>
                      <a:pt x="50" y="130"/>
                    </a:lnTo>
                    <a:lnTo>
                      <a:pt x="54" y="130"/>
                    </a:lnTo>
                    <a:lnTo>
                      <a:pt x="54" y="126"/>
                    </a:lnTo>
                    <a:lnTo>
                      <a:pt x="54" y="124"/>
                    </a:lnTo>
                    <a:lnTo>
                      <a:pt x="56" y="124"/>
                    </a:lnTo>
                    <a:lnTo>
                      <a:pt x="60" y="124"/>
                    </a:lnTo>
                    <a:lnTo>
                      <a:pt x="64" y="120"/>
                    </a:lnTo>
                    <a:lnTo>
                      <a:pt x="68" y="116"/>
                    </a:lnTo>
                    <a:lnTo>
                      <a:pt x="72" y="116"/>
                    </a:lnTo>
                    <a:lnTo>
                      <a:pt x="72" y="112"/>
                    </a:lnTo>
                    <a:lnTo>
                      <a:pt x="68" y="112"/>
                    </a:lnTo>
                    <a:lnTo>
                      <a:pt x="72" y="108"/>
                    </a:lnTo>
                    <a:lnTo>
                      <a:pt x="68" y="108"/>
                    </a:lnTo>
                    <a:lnTo>
                      <a:pt x="68" y="104"/>
                    </a:lnTo>
                    <a:lnTo>
                      <a:pt x="72" y="100"/>
                    </a:lnTo>
                    <a:lnTo>
                      <a:pt x="72" y="104"/>
                    </a:lnTo>
                    <a:lnTo>
                      <a:pt x="76" y="104"/>
                    </a:lnTo>
                    <a:lnTo>
                      <a:pt x="76" y="100"/>
                    </a:lnTo>
                    <a:lnTo>
                      <a:pt x="80" y="100"/>
                    </a:lnTo>
                    <a:lnTo>
                      <a:pt x="84" y="100"/>
                    </a:lnTo>
                    <a:lnTo>
                      <a:pt x="84" y="96"/>
                    </a:lnTo>
                    <a:lnTo>
                      <a:pt x="90" y="94"/>
                    </a:lnTo>
                    <a:lnTo>
                      <a:pt x="94" y="94"/>
                    </a:lnTo>
                    <a:lnTo>
                      <a:pt x="98" y="94"/>
                    </a:lnTo>
                    <a:lnTo>
                      <a:pt x="102" y="94"/>
                    </a:lnTo>
                    <a:lnTo>
                      <a:pt x="106" y="94"/>
                    </a:lnTo>
                    <a:lnTo>
                      <a:pt x="106" y="96"/>
                    </a:lnTo>
                    <a:lnTo>
                      <a:pt x="110" y="94"/>
                    </a:lnTo>
                    <a:lnTo>
                      <a:pt x="106" y="94"/>
                    </a:lnTo>
                    <a:lnTo>
                      <a:pt x="106" y="90"/>
                    </a:lnTo>
                    <a:lnTo>
                      <a:pt x="110" y="90"/>
                    </a:lnTo>
                    <a:lnTo>
                      <a:pt x="110" y="86"/>
                    </a:lnTo>
                    <a:lnTo>
                      <a:pt x="106" y="86"/>
                    </a:lnTo>
                    <a:lnTo>
                      <a:pt x="106" y="82"/>
                    </a:lnTo>
                    <a:lnTo>
                      <a:pt x="102" y="78"/>
                    </a:lnTo>
                    <a:lnTo>
                      <a:pt x="102" y="74"/>
                    </a:lnTo>
                    <a:lnTo>
                      <a:pt x="102" y="70"/>
                    </a:lnTo>
                    <a:lnTo>
                      <a:pt x="102" y="66"/>
                    </a:lnTo>
                    <a:lnTo>
                      <a:pt x="98" y="64"/>
                    </a:lnTo>
                    <a:lnTo>
                      <a:pt x="102" y="64"/>
                    </a:lnTo>
                    <a:lnTo>
                      <a:pt x="102" y="60"/>
                    </a:lnTo>
                    <a:lnTo>
                      <a:pt x="98" y="56"/>
                    </a:lnTo>
                    <a:lnTo>
                      <a:pt x="98" y="52"/>
                    </a:lnTo>
                    <a:lnTo>
                      <a:pt x="102" y="52"/>
                    </a:lnTo>
                    <a:lnTo>
                      <a:pt x="98" y="52"/>
                    </a:lnTo>
                    <a:lnTo>
                      <a:pt x="98" y="48"/>
                    </a:lnTo>
                    <a:lnTo>
                      <a:pt x="98" y="44"/>
                    </a:lnTo>
                    <a:lnTo>
                      <a:pt x="94" y="40"/>
                    </a:lnTo>
                    <a:lnTo>
                      <a:pt x="98" y="40"/>
                    </a:lnTo>
                    <a:lnTo>
                      <a:pt x="98" y="38"/>
                    </a:lnTo>
                    <a:lnTo>
                      <a:pt x="102" y="38"/>
                    </a:lnTo>
                    <a:lnTo>
                      <a:pt x="102" y="34"/>
                    </a:lnTo>
                    <a:lnTo>
                      <a:pt x="106" y="34"/>
                    </a:lnTo>
                    <a:lnTo>
                      <a:pt x="106" y="30"/>
                    </a:lnTo>
                    <a:lnTo>
                      <a:pt x="110" y="30"/>
                    </a:lnTo>
                    <a:lnTo>
                      <a:pt x="114" y="26"/>
                    </a:lnTo>
                    <a:lnTo>
                      <a:pt x="116" y="26"/>
                    </a:lnTo>
                    <a:lnTo>
                      <a:pt x="120" y="22"/>
                    </a:lnTo>
                    <a:lnTo>
                      <a:pt x="120" y="26"/>
                    </a:lnTo>
                    <a:lnTo>
                      <a:pt x="124" y="26"/>
                    </a:lnTo>
                    <a:lnTo>
                      <a:pt x="124" y="22"/>
                    </a:lnTo>
                    <a:lnTo>
                      <a:pt x="128" y="18"/>
                    </a:lnTo>
                    <a:lnTo>
                      <a:pt x="132" y="18"/>
                    </a:lnTo>
                    <a:lnTo>
                      <a:pt x="132" y="14"/>
                    </a:lnTo>
                    <a:lnTo>
                      <a:pt x="136" y="14"/>
                    </a:lnTo>
                    <a:lnTo>
                      <a:pt x="140" y="14"/>
                    </a:lnTo>
                    <a:lnTo>
                      <a:pt x="140" y="10"/>
                    </a:lnTo>
                    <a:lnTo>
                      <a:pt x="142" y="10"/>
                    </a:lnTo>
                    <a:lnTo>
                      <a:pt x="146" y="10"/>
                    </a:lnTo>
                    <a:lnTo>
                      <a:pt x="150" y="10"/>
                    </a:lnTo>
                    <a:lnTo>
                      <a:pt x="154" y="10"/>
                    </a:lnTo>
                    <a:lnTo>
                      <a:pt x="158" y="10"/>
                    </a:lnTo>
                    <a:lnTo>
                      <a:pt x="162" y="10"/>
                    </a:lnTo>
                    <a:lnTo>
                      <a:pt x="166" y="10"/>
                    </a:lnTo>
                    <a:lnTo>
                      <a:pt x="166" y="8"/>
                    </a:lnTo>
                    <a:lnTo>
                      <a:pt x="170" y="8"/>
                    </a:lnTo>
                    <a:lnTo>
                      <a:pt x="172" y="8"/>
                    </a:lnTo>
                    <a:lnTo>
                      <a:pt x="176" y="8"/>
                    </a:lnTo>
                    <a:lnTo>
                      <a:pt x="176" y="4"/>
                    </a:lnTo>
                    <a:lnTo>
                      <a:pt x="180" y="4"/>
                    </a:lnTo>
                    <a:lnTo>
                      <a:pt x="184" y="4"/>
                    </a:lnTo>
                    <a:lnTo>
                      <a:pt x="188" y="4"/>
                    </a:lnTo>
                    <a:lnTo>
                      <a:pt x="188" y="4"/>
                    </a:lnTo>
                    <a:lnTo>
                      <a:pt x="18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4" name="Freeform 128"/>
              <p:cNvSpPr>
                <a:spLocks noEditPoints="1"/>
              </p:cNvSpPr>
              <p:nvPr/>
            </p:nvSpPr>
            <p:spPr bwMode="gray">
              <a:xfrm>
                <a:off x="5092150" y="4651874"/>
                <a:ext cx="299153" cy="410463"/>
              </a:xfrm>
              <a:custGeom>
                <a:avLst/>
                <a:gdLst>
                  <a:gd name="T0" fmla="*/ 10 w 172"/>
                  <a:gd name="T1" fmla="*/ 12 h 236"/>
                  <a:gd name="T2" fmla="*/ 4 w 172"/>
                  <a:gd name="T3" fmla="*/ 22 h 236"/>
                  <a:gd name="T4" fmla="*/ 4 w 172"/>
                  <a:gd name="T5" fmla="*/ 8 h 236"/>
                  <a:gd name="T6" fmla="*/ 14 w 172"/>
                  <a:gd name="T7" fmla="*/ 0 h 236"/>
                  <a:gd name="T8" fmla="*/ 18 w 172"/>
                  <a:gd name="T9" fmla="*/ 4 h 236"/>
                  <a:gd name="T10" fmla="*/ 152 w 172"/>
                  <a:gd name="T11" fmla="*/ 232 h 236"/>
                  <a:gd name="T12" fmla="*/ 134 w 172"/>
                  <a:gd name="T13" fmla="*/ 232 h 236"/>
                  <a:gd name="T14" fmla="*/ 122 w 172"/>
                  <a:gd name="T15" fmla="*/ 232 h 236"/>
                  <a:gd name="T16" fmla="*/ 108 w 172"/>
                  <a:gd name="T17" fmla="*/ 232 h 236"/>
                  <a:gd name="T18" fmla="*/ 96 w 172"/>
                  <a:gd name="T19" fmla="*/ 228 h 236"/>
                  <a:gd name="T20" fmla="*/ 82 w 172"/>
                  <a:gd name="T21" fmla="*/ 224 h 236"/>
                  <a:gd name="T22" fmla="*/ 52 w 172"/>
                  <a:gd name="T23" fmla="*/ 224 h 236"/>
                  <a:gd name="T24" fmla="*/ 34 w 172"/>
                  <a:gd name="T25" fmla="*/ 224 h 236"/>
                  <a:gd name="T26" fmla="*/ 22 w 172"/>
                  <a:gd name="T27" fmla="*/ 216 h 236"/>
                  <a:gd name="T28" fmla="*/ 8 w 172"/>
                  <a:gd name="T29" fmla="*/ 220 h 236"/>
                  <a:gd name="T30" fmla="*/ 0 w 172"/>
                  <a:gd name="T31" fmla="*/ 212 h 236"/>
                  <a:gd name="T32" fmla="*/ 0 w 172"/>
                  <a:gd name="T33" fmla="*/ 198 h 236"/>
                  <a:gd name="T34" fmla="*/ 4 w 172"/>
                  <a:gd name="T35" fmla="*/ 182 h 236"/>
                  <a:gd name="T36" fmla="*/ 8 w 172"/>
                  <a:gd name="T37" fmla="*/ 168 h 236"/>
                  <a:gd name="T38" fmla="*/ 8 w 172"/>
                  <a:gd name="T39" fmla="*/ 154 h 236"/>
                  <a:gd name="T40" fmla="*/ 14 w 172"/>
                  <a:gd name="T41" fmla="*/ 146 h 236"/>
                  <a:gd name="T42" fmla="*/ 18 w 172"/>
                  <a:gd name="T43" fmla="*/ 142 h 236"/>
                  <a:gd name="T44" fmla="*/ 26 w 172"/>
                  <a:gd name="T45" fmla="*/ 130 h 236"/>
                  <a:gd name="T46" fmla="*/ 26 w 172"/>
                  <a:gd name="T47" fmla="*/ 116 h 236"/>
                  <a:gd name="T48" fmla="*/ 22 w 172"/>
                  <a:gd name="T49" fmla="*/ 100 h 236"/>
                  <a:gd name="T50" fmla="*/ 18 w 172"/>
                  <a:gd name="T51" fmla="*/ 90 h 236"/>
                  <a:gd name="T52" fmla="*/ 18 w 172"/>
                  <a:gd name="T53" fmla="*/ 74 h 236"/>
                  <a:gd name="T54" fmla="*/ 18 w 172"/>
                  <a:gd name="T55" fmla="*/ 74 h 236"/>
                  <a:gd name="T56" fmla="*/ 22 w 172"/>
                  <a:gd name="T57" fmla="*/ 64 h 236"/>
                  <a:gd name="T58" fmla="*/ 14 w 172"/>
                  <a:gd name="T59" fmla="*/ 52 h 236"/>
                  <a:gd name="T60" fmla="*/ 10 w 172"/>
                  <a:gd name="T61" fmla="*/ 42 h 236"/>
                  <a:gd name="T62" fmla="*/ 4 w 172"/>
                  <a:gd name="T63" fmla="*/ 26 h 236"/>
                  <a:gd name="T64" fmla="*/ 14 w 172"/>
                  <a:gd name="T65" fmla="*/ 22 h 236"/>
                  <a:gd name="T66" fmla="*/ 22 w 172"/>
                  <a:gd name="T67" fmla="*/ 22 h 236"/>
                  <a:gd name="T68" fmla="*/ 34 w 172"/>
                  <a:gd name="T69" fmla="*/ 26 h 236"/>
                  <a:gd name="T70" fmla="*/ 56 w 172"/>
                  <a:gd name="T71" fmla="*/ 22 h 236"/>
                  <a:gd name="T72" fmla="*/ 66 w 172"/>
                  <a:gd name="T73" fmla="*/ 26 h 236"/>
                  <a:gd name="T74" fmla="*/ 70 w 172"/>
                  <a:gd name="T75" fmla="*/ 42 h 236"/>
                  <a:gd name="T76" fmla="*/ 74 w 172"/>
                  <a:gd name="T77" fmla="*/ 52 h 236"/>
                  <a:gd name="T78" fmla="*/ 82 w 172"/>
                  <a:gd name="T79" fmla="*/ 64 h 236"/>
                  <a:gd name="T80" fmla="*/ 90 w 172"/>
                  <a:gd name="T81" fmla="*/ 60 h 236"/>
                  <a:gd name="T82" fmla="*/ 108 w 172"/>
                  <a:gd name="T83" fmla="*/ 60 h 236"/>
                  <a:gd name="T84" fmla="*/ 108 w 172"/>
                  <a:gd name="T85" fmla="*/ 52 h 236"/>
                  <a:gd name="T86" fmla="*/ 120 w 172"/>
                  <a:gd name="T87" fmla="*/ 44 h 236"/>
                  <a:gd name="T88" fmla="*/ 122 w 172"/>
                  <a:gd name="T89" fmla="*/ 48 h 236"/>
                  <a:gd name="T90" fmla="*/ 142 w 172"/>
                  <a:gd name="T91" fmla="*/ 52 h 236"/>
                  <a:gd name="T92" fmla="*/ 142 w 172"/>
                  <a:gd name="T93" fmla="*/ 68 h 236"/>
                  <a:gd name="T94" fmla="*/ 142 w 172"/>
                  <a:gd name="T95" fmla="*/ 82 h 236"/>
                  <a:gd name="T96" fmla="*/ 146 w 172"/>
                  <a:gd name="T97" fmla="*/ 98 h 236"/>
                  <a:gd name="T98" fmla="*/ 146 w 172"/>
                  <a:gd name="T99" fmla="*/ 108 h 236"/>
                  <a:gd name="T100" fmla="*/ 150 w 172"/>
                  <a:gd name="T101" fmla="*/ 112 h 236"/>
                  <a:gd name="T102" fmla="*/ 164 w 172"/>
                  <a:gd name="T103" fmla="*/ 112 h 236"/>
                  <a:gd name="T104" fmla="*/ 172 w 172"/>
                  <a:gd name="T105" fmla="*/ 112 h 236"/>
                  <a:gd name="T106" fmla="*/ 172 w 172"/>
                  <a:gd name="T107" fmla="*/ 126 h 236"/>
                  <a:gd name="T108" fmla="*/ 172 w 172"/>
                  <a:gd name="T109" fmla="*/ 146 h 236"/>
                  <a:gd name="T110" fmla="*/ 156 w 172"/>
                  <a:gd name="T111" fmla="*/ 146 h 236"/>
                  <a:gd name="T112" fmla="*/ 142 w 172"/>
                  <a:gd name="T113" fmla="*/ 160 h 236"/>
                  <a:gd name="T114" fmla="*/ 142 w 172"/>
                  <a:gd name="T115" fmla="*/ 180 h 236"/>
                  <a:gd name="T116" fmla="*/ 146 w 172"/>
                  <a:gd name="T117" fmla="*/ 202 h 236"/>
                  <a:gd name="T118" fmla="*/ 150 w 172"/>
                  <a:gd name="T119" fmla="*/ 212 h 236"/>
                  <a:gd name="T120" fmla="*/ 164 w 172"/>
                  <a:gd name="T121" fmla="*/ 22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2" h="236">
                    <a:moveTo>
                      <a:pt x="18" y="4"/>
                    </a:moveTo>
                    <a:lnTo>
                      <a:pt x="14" y="4"/>
                    </a:lnTo>
                    <a:lnTo>
                      <a:pt x="10" y="8"/>
                    </a:lnTo>
                    <a:lnTo>
                      <a:pt x="10" y="12"/>
                    </a:lnTo>
                    <a:lnTo>
                      <a:pt x="10" y="14"/>
                    </a:lnTo>
                    <a:lnTo>
                      <a:pt x="10" y="22"/>
                    </a:lnTo>
                    <a:lnTo>
                      <a:pt x="8" y="22"/>
                    </a:lnTo>
                    <a:lnTo>
                      <a:pt x="4" y="22"/>
                    </a:lnTo>
                    <a:lnTo>
                      <a:pt x="4" y="18"/>
                    </a:lnTo>
                    <a:lnTo>
                      <a:pt x="4" y="14"/>
                    </a:lnTo>
                    <a:lnTo>
                      <a:pt x="4" y="12"/>
                    </a:lnTo>
                    <a:lnTo>
                      <a:pt x="4" y="8"/>
                    </a:lnTo>
                    <a:lnTo>
                      <a:pt x="4" y="4"/>
                    </a:lnTo>
                    <a:lnTo>
                      <a:pt x="8" y="4"/>
                    </a:lnTo>
                    <a:lnTo>
                      <a:pt x="10" y="0"/>
                    </a:lnTo>
                    <a:lnTo>
                      <a:pt x="14" y="0"/>
                    </a:lnTo>
                    <a:lnTo>
                      <a:pt x="14" y="4"/>
                    </a:lnTo>
                    <a:lnTo>
                      <a:pt x="18" y="4"/>
                    </a:lnTo>
                    <a:lnTo>
                      <a:pt x="18" y="4"/>
                    </a:lnTo>
                    <a:lnTo>
                      <a:pt x="18" y="4"/>
                    </a:lnTo>
                    <a:close/>
                    <a:moveTo>
                      <a:pt x="164" y="228"/>
                    </a:moveTo>
                    <a:lnTo>
                      <a:pt x="160" y="228"/>
                    </a:lnTo>
                    <a:lnTo>
                      <a:pt x="156" y="228"/>
                    </a:lnTo>
                    <a:lnTo>
                      <a:pt x="152" y="232"/>
                    </a:lnTo>
                    <a:lnTo>
                      <a:pt x="150" y="232"/>
                    </a:lnTo>
                    <a:lnTo>
                      <a:pt x="142" y="232"/>
                    </a:lnTo>
                    <a:lnTo>
                      <a:pt x="134" y="236"/>
                    </a:lnTo>
                    <a:lnTo>
                      <a:pt x="134" y="232"/>
                    </a:lnTo>
                    <a:lnTo>
                      <a:pt x="130" y="232"/>
                    </a:lnTo>
                    <a:lnTo>
                      <a:pt x="126" y="236"/>
                    </a:lnTo>
                    <a:lnTo>
                      <a:pt x="122" y="236"/>
                    </a:lnTo>
                    <a:lnTo>
                      <a:pt x="122" y="232"/>
                    </a:lnTo>
                    <a:lnTo>
                      <a:pt x="120" y="232"/>
                    </a:lnTo>
                    <a:lnTo>
                      <a:pt x="116" y="232"/>
                    </a:lnTo>
                    <a:lnTo>
                      <a:pt x="112" y="232"/>
                    </a:lnTo>
                    <a:lnTo>
                      <a:pt x="108" y="232"/>
                    </a:lnTo>
                    <a:lnTo>
                      <a:pt x="104" y="232"/>
                    </a:lnTo>
                    <a:lnTo>
                      <a:pt x="100" y="232"/>
                    </a:lnTo>
                    <a:lnTo>
                      <a:pt x="96" y="232"/>
                    </a:lnTo>
                    <a:lnTo>
                      <a:pt x="96" y="228"/>
                    </a:lnTo>
                    <a:lnTo>
                      <a:pt x="94" y="224"/>
                    </a:lnTo>
                    <a:lnTo>
                      <a:pt x="90" y="224"/>
                    </a:lnTo>
                    <a:lnTo>
                      <a:pt x="86" y="224"/>
                    </a:lnTo>
                    <a:lnTo>
                      <a:pt x="82" y="224"/>
                    </a:lnTo>
                    <a:lnTo>
                      <a:pt x="78" y="224"/>
                    </a:lnTo>
                    <a:lnTo>
                      <a:pt x="66" y="224"/>
                    </a:lnTo>
                    <a:lnTo>
                      <a:pt x="60" y="224"/>
                    </a:lnTo>
                    <a:lnTo>
                      <a:pt x="52" y="224"/>
                    </a:lnTo>
                    <a:lnTo>
                      <a:pt x="44" y="224"/>
                    </a:lnTo>
                    <a:lnTo>
                      <a:pt x="40" y="224"/>
                    </a:lnTo>
                    <a:lnTo>
                      <a:pt x="38" y="224"/>
                    </a:lnTo>
                    <a:lnTo>
                      <a:pt x="34" y="224"/>
                    </a:lnTo>
                    <a:lnTo>
                      <a:pt x="30" y="224"/>
                    </a:lnTo>
                    <a:lnTo>
                      <a:pt x="30" y="220"/>
                    </a:lnTo>
                    <a:lnTo>
                      <a:pt x="26" y="220"/>
                    </a:lnTo>
                    <a:lnTo>
                      <a:pt x="22" y="216"/>
                    </a:lnTo>
                    <a:lnTo>
                      <a:pt x="18" y="216"/>
                    </a:lnTo>
                    <a:lnTo>
                      <a:pt x="14" y="216"/>
                    </a:lnTo>
                    <a:lnTo>
                      <a:pt x="10" y="220"/>
                    </a:lnTo>
                    <a:lnTo>
                      <a:pt x="8" y="220"/>
                    </a:lnTo>
                    <a:lnTo>
                      <a:pt x="4" y="220"/>
                    </a:lnTo>
                    <a:lnTo>
                      <a:pt x="0" y="220"/>
                    </a:lnTo>
                    <a:lnTo>
                      <a:pt x="0" y="216"/>
                    </a:lnTo>
                    <a:lnTo>
                      <a:pt x="0" y="212"/>
                    </a:lnTo>
                    <a:lnTo>
                      <a:pt x="0" y="210"/>
                    </a:lnTo>
                    <a:lnTo>
                      <a:pt x="0" y="206"/>
                    </a:lnTo>
                    <a:lnTo>
                      <a:pt x="0" y="202"/>
                    </a:lnTo>
                    <a:lnTo>
                      <a:pt x="0" y="198"/>
                    </a:lnTo>
                    <a:lnTo>
                      <a:pt x="0" y="194"/>
                    </a:lnTo>
                    <a:lnTo>
                      <a:pt x="4" y="190"/>
                    </a:lnTo>
                    <a:lnTo>
                      <a:pt x="4" y="186"/>
                    </a:lnTo>
                    <a:lnTo>
                      <a:pt x="4" y="182"/>
                    </a:lnTo>
                    <a:lnTo>
                      <a:pt x="4" y="180"/>
                    </a:lnTo>
                    <a:lnTo>
                      <a:pt x="8" y="176"/>
                    </a:lnTo>
                    <a:lnTo>
                      <a:pt x="8" y="172"/>
                    </a:lnTo>
                    <a:lnTo>
                      <a:pt x="8" y="168"/>
                    </a:lnTo>
                    <a:lnTo>
                      <a:pt x="8" y="164"/>
                    </a:lnTo>
                    <a:lnTo>
                      <a:pt x="8" y="160"/>
                    </a:lnTo>
                    <a:lnTo>
                      <a:pt x="10" y="156"/>
                    </a:lnTo>
                    <a:lnTo>
                      <a:pt x="8" y="154"/>
                    </a:lnTo>
                    <a:lnTo>
                      <a:pt x="10" y="154"/>
                    </a:lnTo>
                    <a:lnTo>
                      <a:pt x="10" y="150"/>
                    </a:lnTo>
                    <a:lnTo>
                      <a:pt x="14" y="150"/>
                    </a:lnTo>
                    <a:lnTo>
                      <a:pt x="14" y="146"/>
                    </a:lnTo>
                    <a:lnTo>
                      <a:pt x="14" y="142"/>
                    </a:lnTo>
                    <a:lnTo>
                      <a:pt x="18" y="142"/>
                    </a:lnTo>
                    <a:lnTo>
                      <a:pt x="18" y="138"/>
                    </a:lnTo>
                    <a:lnTo>
                      <a:pt x="18" y="142"/>
                    </a:lnTo>
                    <a:lnTo>
                      <a:pt x="22" y="138"/>
                    </a:lnTo>
                    <a:lnTo>
                      <a:pt x="22" y="134"/>
                    </a:lnTo>
                    <a:lnTo>
                      <a:pt x="26" y="134"/>
                    </a:lnTo>
                    <a:lnTo>
                      <a:pt x="26" y="130"/>
                    </a:lnTo>
                    <a:lnTo>
                      <a:pt x="26" y="126"/>
                    </a:lnTo>
                    <a:lnTo>
                      <a:pt x="26" y="124"/>
                    </a:lnTo>
                    <a:lnTo>
                      <a:pt x="26" y="120"/>
                    </a:lnTo>
                    <a:lnTo>
                      <a:pt x="26" y="116"/>
                    </a:lnTo>
                    <a:lnTo>
                      <a:pt x="30" y="112"/>
                    </a:lnTo>
                    <a:lnTo>
                      <a:pt x="26" y="108"/>
                    </a:lnTo>
                    <a:lnTo>
                      <a:pt x="26" y="104"/>
                    </a:lnTo>
                    <a:lnTo>
                      <a:pt x="22" y="100"/>
                    </a:lnTo>
                    <a:lnTo>
                      <a:pt x="22" y="98"/>
                    </a:lnTo>
                    <a:lnTo>
                      <a:pt x="22" y="94"/>
                    </a:lnTo>
                    <a:lnTo>
                      <a:pt x="18" y="94"/>
                    </a:lnTo>
                    <a:lnTo>
                      <a:pt x="18" y="90"/>
                    </a:lnTo>
                    <a:lnTo>
                      <a:pt x="18" y="86"/>
                    </a:lnTo>
                    <a:lnTo>
                      <a:pt x="18" y="82"/>
                    </a:lnTo>
                    <a:lnTo>
                      <a:pt x="14" y="78"/>
                    </a:lnTo>
                    <a:lnTo>
                      <a:pt x="18" y="74"/>
                    </a:lnTo>
                    <a:lnTo>
                      <a:pt x="18" y="78"/>
                    </a:lnTo>
                    <a:lnTo>
                      <a:pt x="14" y="78"/>
                    </a:lnTo>
                    <a:lnTo>
                      <a:pt x="18" y="78"/>
                    </a:lnTo>
                    <a:lnTo>
                      <a:pt x="18" y="74"/>
                    </a:lnTo>
                    <a:lnTo>
                      <a:pt x="22" y="74"/>
                    </a:lnTo>
                    <a:lnTo>
                      <a:pt x="22" y="70"/>
                    </a:lnTo>
                    <a:lnTo>
                      <a:pt x="22" y="68"/>
                    </a:lnTo>
                    <a:lnTo>
                      <a:pt x="22" y="64"/>
                    </a:lnTo>
                    <a:lnTo>
                      <a:pt x="18" y="64"/>
                    </a:lnTo>
                    <a:lnTo>
                      <a:pt x="18" y="60"/>
                    </a:lnTo>
                    <a:lnTo>
                      <a:pt x="18" y="56"/>
                    </a:lnTo>
                    <a:lnTo>
                      <a:pt x="14" y="52"/>
                    </a:lnTo>
                    <a:lnTo>
                      <a:pt x="14" y="48"/>
                    </a:lnTo>
                    <a:lnTo>
                      <a:pt x="14" y="44"/>
                    </a:lnTo>
                    <a:lnTo>
                      <a:pt x="14" y="42"/>
                    </a:lnTo>
                    <a:lnTo>
                      <a:pt x="10" y="42"/>
                    </a:lnTo>
                    <a:lnTo>
                      <a:pt x="10" y="38"/>
                    </a:lnTo>
                    <a:lnTo>
                      <a:pt x="8" y="34"/>
                    </a:lnTo>
                    <a:lnTo>
                      <a:pt x="8" y="30"/>
                    </a:lnTo>
                    <a:lnTo>
                      <a:pt x="4" y="26"/>
                    </a:lnTo>
                    <a:lnTo>
                      <a:pt x="8" y="26"/>
                    </a:lnTo>
                    <a:lnTo>
                      <a:pt x="10" y="26"/>
                    </a:lnTo>
                    <a:lnTo>
                      <a:pt x="14" y="26"/>
                    </a:lnTo>
                    <a:lnTo>
                      <a:pt x="14" y="22"/>
                    </a:lnTo>
                    <a:lnTo>
                      <a:pt x="18" y="22"/>
                    </a:lnTo>
                    <a:lnTo>
                      <a:pt x="18" y="26"/>
                    </a:lnTo>
                    <a:lnTo>
                      <a:pt x="18" y="22"/>
                    </a:lnTo>
                    <a:lnTo>
                      <a:pt x="22" y="22"/>
                    </a:lnTo>
                    <a:lnTo>
                      <a:pt x="26" y="22"/>
                    </a:lnTo>
                    <a:lnTo>
                      <a:pt x="30" y="22"/>
                    </a:lnTo>
                    <a:lnTo>
                      <a:pt x="34" y="22"/>
                    </a:lnTo>
                    <a:lnTo>
                      <a:pt x="34" y="26"/>
                    </a:lnTo>
                    <a:lnTo>
                      <a:pt x="38" y="26"/>
                    </a:lnTo>
                    <a:lnTo>
                      <a:pt x="40" y="22"/>
                    </a:lnTo>
                    <a:lnTo>
                      <a:pt x="44" y="22"/>
                    </a:lnTo>
                    <a:lnTo>
                      <a:pt x="56" y="22"/>
                    </a:lnTo>
                    <a:lnTo>
                      <a:pt x="60" y="22"/>
                    </a:lnTo>
                    <a:lnTo>
                      <a:pt x="64" y="22"/>
                    </a:lnTo>
                    <a:lnTo>
                      <a:pt x="66" y="22"/>
                    </a:lnTo>
                    <a:lnTo>
                      <a:pt x="66" y="26"/>
                    </a:lnTo>
                    <a:lnTo>
                      <a:pt x="66" y="30"/>
                    </a:lnTo>
                    <a:lnTo>
                      <a:pt x="66" y="34"/>
                    </a:lnTo>
                    <a:lnTo>
                      <a:pt x="70" y="38"/>
                    </a:lnTo>
                    <a:lnTo>
                      <a:pt x="70" y="42"/>
                    </a:lnTo>
                    <a:lnTo>
                      <a:pt x="70" y="44"/>
                    </a:lnTo>
                    <a:lnTo>
                      <a:pt x="70" y="48"/>
                    </a:lnTo>
                    <a:lnTo>
                      <a:pt x="74" y="48"/>
                    </a:lnTo>
                    <a:lnTo>
                      <a:pt x="74" y="52"/>
                    </a:lnTo>
                    <a:lnTo>
                      <a:pt x="78" y="56"/>
                    </a:lnTo>
                    <a:lnTo>
                      <a:pt x="78" y="60"/>
                    </a:lnTo>
                    <a:lnTo>
                      <a:pt x="82" y="60"/>
                    </a:lnTo>
                    <a:lnTo>
                      <a:pt x="82" y="64"/>
                    </a:lnTo>
                    <a:lnTo>
                      <a:pt x="86" y="60"/>
                    </a:lnTo>
                    <a:lnTo>
                      <a:pt x="86" y="64"/>
                    </a:lnTo>
                    <a:lnTo>
                      <a:pt x="90" y="64"/>
                    </a:lnTo>
                    <a:lnTo>
                      <a:pt x="90" y="60"/>
                    </a:lnTo>
                    <a:lnTo>
                      <a:pt x="94" y="60"/>
                    </a:lnTo>
                    <a:lnTo>
                      <a:pt x="96" y="60"/>
                    </a:lnTo>
                    <a:lnTo>
                      <a:pt x="100" y="60"/>
                    </a:lnTo>
                    <a:lnTo>
                      <a:pt x="108" y="60"/>
                    </a:lnTo>
                    <a:lnTo>
                      <a:pt x="104" y="60"/>
                    </a:lnTo>
                    <a:lnTo>
                      <a:pt x="104" y="56"/>
                    </a:lnTo>
                    <a:lnTo>
                      <a:pt x="108" y="56"/>
                    </a:lnTo>
                    <a:lnTo>
                      <a:pt x="108" y="52"/>
                    </a:lnTo>
                    <a:lnTo>
                      <a:pt x="108" y="48"/>
                    </a:lnTo>
                    <a:lnTo>
                      <a:pt x="108" y="44"/>
                    </a:lnTo>
                    <a:lnTo>
                      <a:pt x="116" y="44"/>
                    </a:lnTo>
                    <a:lnTo>
                      <a:pt x="120" y="44"/>
                    </a:lnTo>
                    <a:lnTo>
                      <a:pt x="120" y="42"/>
                    </a:lnTo>
                    <a:lnTo>
                      <a:pt x="122" y="42"/>
                    </a:lnTo>
                    <a:lnTo>
                      <a:pt x="122" y="44"/>
                    </a:lnTo>
                    <a:lnTo>
                      <a:pt x="122" y="48"/>
                    </a:lnTo>
                    <a:lnTo>
                      <a:pt x="130" y="48"/>
                    </a:lnTo>
                    <a:lnTo>
                      <a:pt x="138" y="48"/>
                    </a:lnTo>
                    <a:lnTo>
                      <a:pt x="142" y="48"/>
                    </a:lnTo>
                    <a:lnTo>
                      <a:pt x="142" y="52"/>
                    </a:lnTo>
                    <a:lnTo>
                      <a:pt x="142" y="56"/>
                    </a:lnTo>
                    <a:lnTo>
                      <a:pt x="142" y="60"/>
                    </a:lnTo>
                    <a:lnTo>
                      <a:pt x="142" y="64"/>
                    </a:lnTo>
                    <a:lnTo>
                      <a:pt x="142" y="68"/>
                    </a:lnTo>
                    <a:lnTo>
                      <a:pt x="142" y="70"/>
                    </a:lnTo>
                    <a:lnTo>
                      <a:pt x="142" y="74"/>
                    </a:lnTo>
                    <a:lnTo>
                      <a:pt x="142" y="78"/>
                    </a:lnTo>
                    <a:lnTo>
                      <a:pt x="142" y="82"/>
                    </a:lnTo>
                    <a:lnTo>
                      <a:pt x="142" y="86"/>
                    </a:lnTo>
                    <a:lnTo>
                      <a:pt x="142" y="90"/>
                    </a:lnTo>
                    <a:lnTo>
                      <a:pt x="146" y="94"/>
                    </a:lnTo>
                    <a:lnTo>
                      <a:pt x="146" y="98"/>
                    </a:lnTo>
                    <a:lnTo>
                      <a:pt x="150" y="100"/>
                    </a:lnTo>
                    <a:lnTo>
                      <a:pt x="150" y="104"/>
                    </a:lnTo>
                    <a:lnTo>
                      <a:pt x="150" y="108"/>
                    </a:lnTo>
                    <a:lnTo>
                      <a:pt x="146" y="108"/>
                    </a:lnTo>
                    <a:lnTo>
                      <a:pt x="146" y="112"/>
                    </a:lnTo>
                    <a:lnTo>
                      <a:pt x="146" y="116"/>
                    </a:lnTo>
                    <a:lnTo>
                      <a:pt x="150" y="116"/>
                    </a:lnTo>
                    <a:lnTo>
                      <a:pt x="150" y="112"/>
                    </a:lnTo>
                    <a:lnTo>
                      <a:pt x="152" y="112"/>
                    </a:lnTo>
                    <a:lnTo>
                      <a:pt x="156" y="112"/>
                    </a:lnTo>
                    <a:lnTo>
                      <a:pt x="160" y="112"/>
                    </a:lnTo>
                    <a:lnTo>
                      <a:pt x="164" y="112"/>
                    </a:lnTo>
                    <a:lnTo>
                      <a:pt x="168" y="112"/>
                    </a:lnTo>
                    <a:lnTo>
                      <a:pt x="172" y="112"/>
                    </a:lnTo>
                    <a:lnTo>
                      <a:pt x="172" y="108"/>
                    </a:lnTo>
                    <a:lnTo>
                      <a:pt x="172" y="112"/>
                    </a:lnTo>
                    <a:lnTo>
                      <a:pt x="172" y="116"/>
                    </a:lnTo>
                    <a:lnTo>
                      <a:pt x="172" y="120"/>
                    </a:lnTo>
                    <a:lnTo>
                      <a:pt x="172" y="124"/>
                    </a:lnTo>
                    <a:lnTo>
                      <a:pt x="172" y="126"/>
                    </a:lnTo>
                    <a:lnTo>
                      <a:pt x="172" y="134"/>
                    </a:lnTo>
                    <a:lnTo>
                      <a:pt x="172" y="138"/>
                    </a:lnTo>
                    <a:lnTo>
                      <a:pt x="172" y="142"/>
                    </a:lnTo>
                    <a:lnTo>
                      <a:pt x="172" y="146"/>
                    </a:lnTo>
                    <a:lnTo>
                      <a:pt x="168" y="146"/>
                    </a:lnTo>
                    <a:lnTo>
                      <a:pt x="164" y="146"/>
                    </a:lnTo>
                    <a:lnTo>
                      <a:pt x="160" y="146"/>
                    </a:lnTo>
                    <a:lnTo>
                      <a:pt x="156" y="146"/>
                    </a:lnTo>
                    <a:lnTo>
                      <a:pt x="150" y="146"/>
                    </a:lnTo>
                    <a:lnTo>
                      <a:pt x="142" y="146"/>
                    </a:lnTo>
                    <a:lnTo>
                      <a:pt x="142" y="154"/>
                    </a:lnTo>
                    <a:lnTo>
                      <a:pt x="142" y="160"/>
                    </a:lnTo>
                    <a:lnTo>
                      <a:pt x="142" y="164"/>
                    </a:lnTo>
                    <a:lnTo>
                      <a:pt x="142" y="172"/>
                    </a:lnTo>
                    <a:lnTo>
                      <a:pt x="142" y="176"/>
                    </a:lnTo>
                    <a:lnTo>
                      <a:pt x="142" y="180"/>
                    </a:lnTo>
                    <a:lnTo>
                      <a:pt x="142" y="190"/>
                    </a:lnTo>
                    <a:lnTo>
                      <a:pt x="142" y="198"/>
                    </a:lnTo>
                    <a:lnTo>
                      <a:pt x="142" y="202"/>
                    </a:lnTo>
                    <a:lnTo>
                      <a:pt x="146" y="202"/>
                    </a:lnTo>
                    <a:lnTo>
                      <a:pt x="146" y="206"/>
                    </a:lnTo>
                    <a:lnTo>
                      <a:pt x="146" y="210"/>
                    </a:lnTo>
                    <a:lnTo>
                      <a:pt x="150" y="210"/>
                    </a:lnTo>
                    <a:lnTo>
                      <a:pt x="150" y="212"/>
                    </a:lnTo>
                    <a:lnTo>
                      <a:pt x="152" y="216"/>
                    </a:lnTo>
                    <a:lnTo>
                      <a:pt x="160" y="224"/>
                    </a:lnTo>
                    <a:lnTo>
                      <a:pt x="164" y="228"/>
                    </a:lnTo>
                    <a:lnTo>
                      <a:pt x="164" y="228"/>
                    </a:lnTo>
                    <a:lnTo>
                      <a:pt x="164" y="2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5" name="Freeform 129"/>
              <p:cNvSpPr>
                <a:spLocks/>
              </p:cNvSpPr>
              <p:nvPr/>
            </p:nvSpPr>
            <p:spPr bwMode="gray">
              <a:xfrm>
                <a:off x="4820826" y="4147491"/>
                <a:ext cx="76528" cy="187840"/>
              </a:xfrm>
              <a:custGeom>
                <a:avLst/>
                <a:gdLst>
                  <a:gd name="T0" fmla="*/ 30 w 44"/>
                  <a:gd name="T1" fmla="*/ 90 h 108"/>
                  <a:gd name="T2" fmla="*/ 26 w 44"/>
                  <a:gd name="T3" fmla="*/ 96 h 108"/>
                  <a:gd name="T4" fmla="*/ 26 w 44"/>
                  <a:gd name="T5" fmla="*/ 104 h 108"/>
                  <a:gd name="T6" fmla="*/ 26 w 44"/>
                  <a:gd name="T7" fmla="*/ 104 h 108"/>
                  <a:gd name="T8" fmla="*/ 22 w 44"/>
                  <a:gd name="T9" fmla="*/ 104 h 108"/>
                  <a:gd name="T10" fmla="*/ 18 w 44"/>
                  <a:gd name="T11" fmla="*/ 108 h 108"/>
                  <a:gd name="T12" fmla="*/ 10 w 44"/>
                  <a:gd name="T13" fmla="*/ 108 h 108"/>
                  <a:gd name="T14" fmla="*/ 10 w 44"/>
                  <a:gd name="T15" fmla="*/ 108 h 108"/>
                  <a:gd name="T16" fmla="*/ 14 w 44"/>
                  <a:gd name="T17" fmla="*/ 108 h 108"/>
                  <a:gd name="T18" fmla="*/ 10 w 44"/>
                  <a:gd name="T19" fmla="*/ 100 h 108"/>
                  <a:gd name="T20" fmla="*/ 10 w 44"/>
                  <a:gd name="T21" fmla="*/ 100 h 108"/>
                  <a:gd name="T22" fmla="*/ 10 w 44"/>
                  <a:gd name="T23" fmla="*/ 96 h 108"/>
                  <a:gd name="T24" fmla="*/ 10 w 44"/>
                  <a:gd name="T25" fmla="*/ 90 h 108"/>
                  <a:gd name="T26" fmla="*/ 10 w 44"/>
                  <a:gd name="T27" fmla="*/ 86 h 108"/>
                  <a:gd name="T28" fmla="*/ 10 w 44"/>
                  <a:gd name="T29" fmla="*/ 78 h 108"/>
                  <a:gd name="T30" fmla="*/ 10 w 44"/>
                  <a:gd name="T31" fmla="*/ 66 h 108"/>
                  <a:gd name="T32" fmla="*/ 10 w 44"/>
                  <a:gd name="T33" fmla="*/ 60 h 108"/>
                  <a:gd name="T34" fmla="*/ 10 w 44"/>
                  <a:gd name="T35" fmla="*/ 56 h 108"/>
                  <a:gd name="T36" fmla="*/ 6 w 44"/>
                  <a:gd name="T37" fmla="*/ 56 h 108"/>
                  <a:gd name="T38" fmla="*/ 6 w 44"/>
                  <a:gd name="T39" fmla="*/ 52 h 108"/>
                  <a:gd name="T40" fmla="*/ 6 w 44"/>
                  <a:gd name="T41" fmla="*/ 48 h 108"/>
                  <a:gd name="T42" fmla="*/ 6 w 44"/>
                  <a:gd name="T43" fmla="*/ 40 h 108"/>
                  <a:gd name="T44" fmla="*/ 0 w 44"/>
                  <a:gd name="T45" fmla="*/ 38 h 108"/>
                  <a:gd name="T46" fmla="*/ 0 w 44"/>
                  <a:gd name="T47" fmla="*/ 34 h 108"/>
                  <a:gd name="T48" fmla="*/ 0 w 44"/>
                  <a:gd name="T49" fmla="*/ 30 h 108"/>
                  <a:gd name="T50" fmla="*/ 0 w 44"/>
                  <a:gd name="T51" fmla="*/ 26 h 108"/>
                  <a:gd name="T52" fmla="*/ 2 w 44"/>
                  <a:gd name="T53" fmla="*/ 22 h 108"/>
                  <a:gd name="T54" fmla="*/ 6 w 44"/>
                  <a:gd name="T55" fmla="*/ 18 h 108"/>
                  <a:gd name="T56" fmla="*/ 6 w 44"/>
                  <a:gd name="T57" fmla="*/ 18 h 108"/>
                  <a:gd name="T58" fmla="*/ 10 w 44"/>
                  <a:gd name="T59" fmla="*/ 18 h 108"/>
                  <a:gd name="T60" fmla="*/ 14 w 44"/>
                  <a:gd name="T61" fmla="*/ 18 h 108"/>
                  <a:gd name="T62" fmla="*/ 18 w 44"/>
                  <a:gd name="T63" fmla="*/ 18 h 108"/>
                  <a:gd name="T64" fmla="*/ 18 w 44"/>
                  <a:gd name="T65" fmla="*/ 14 h 108"/>
                  <a:gd name="T66" fmla="*/ 22 w 44"/>
                  <a:gd name="T67" fmla="*/ 12 h 108"/>
                  <a:gd name="T68" fmla="*/ 22 w 44"/>
                  <a:gd name="T69" fmla="*/ 8 h 108"/>
                  <a:gd name="T70" fmla="*/ 26 w 44"/>
                  <a:gd name="T71" fmla="*/ 4 h 108"/>
                  <a:gd name="T72" fmla="*/ 30 w 44"/>
                  <a:gd name="T73" fmla="*/ 0 h 108"/>
                  <a:gd name="T74" fmla="*/ 34 w 44"/>
                  <a:gd name="T75" fmla="*/ 8 h 108"/>
                  <a:gd name="T76" fmla="*/ 36 w 44"/>
                  <a:gd name="T77" fmla="*/ 12 h 108"/>
                  <a:gd name="T78" fmla="*/ 36 w 44"/>
                  <a:gd name="T79" fmla="*/ 12 h 108"/>
                  <a:gd name="T80" fmla="*/ 40 w 44"/>
                  <a:gd name="T81" fmla="*/ 14 h 108"/>
                  <a:gd name="T82" fmla="*/ 40 w 44"/>
                  <a:gd name="T83" fmla="*/ 22 h 108"/>
                  <a:gd name="T84" fmla="*/ 40 w 44"/>
                  <a:gd name="T85" fmla="*/ 26 h 108"/>
                  <a:gd name="T86" fmla="*/ 40 w 44"/>
                  <a:gd name="T87" fmla="*/ 30 h 108"/>
                  <a:gd name="T88" fmla="*/ 44 w 44"/>
                  <a:gd name="T89" fmla="*/ 30 h 108"/>
                  <a:gd name="T90" fmla="*/ 40 w 44"/>
                  <a:gd name="T91" fmla="*/ 38 h 108"/>
                  <a:gd name="T92" fmla="*/ 40 w 44"/>
                  <a:gd name="T93" fmla="*/ 38 h 108"/>
                  <a:gd name="T94" fmla="*/ 40 w 44"/>
                  <a:gd name="T95" fmla="*/ 40 h 108"/>
                  <a:gd name="T96" fmla="*/ 36 w 44"/>
                  <a:gd name="T97" fmla="*/ 44 h 108"/>
                  <a:gd name="T98" fmla="*/ 36 w 44"/>
                  <a:gd name="T99" fmla="*/ 48 h 108"/>
                  <a:gd name="T100" fmla="*/ 34 w 44"/>
                  <a:gd name="T101" fmla="*/ 52 h 108"/>
                  <a:gd name="T102" fmla="*/ 34 w 44"/>
                  <a:gd name="T103" fmla="*/ 56 h 108"/>
                  <a:gd name="T104" fmla="*/ 30 w 44"/>
                  <a:gd name="T105" fmla="*/ 60 h 108"/>
                  <a:gd name="T106" fmla="*/ 30 w 44"/>
                  <a:gd name="T107" fmla="*/ 60 h 108"/>
                  <a:gd name="T108" fmla="*/ 26 w 44"/>
                  <a:gd name="T109" fmla="*/ 66 h 108"/>
                  <a:gd name="T110" fmla="*/ 26 w 44"/>
                  <a:gd name="T111" fmla="*/ 70 h 108"/>
                  <a:gd name="T112" fmla="*/ 26 w 44"/>
                  <a:gd name="T113" fmla="*/ 74 h 108"/>
                  <a:gd name="T114" fmla="*/ 26 w 44"/>
                  <a:gd name="T115" fmla="*/ 78 h 108"/>
                  <a:gd name="T116" fmla="*/ 26 w 44"/>
                  <a:gd name="T117" fmla="*/ 82 h 108"/>
                  <a:gd name="T118" fmla="*/ 26 w 44"/>
                  <a:gd name="T119" fmla="*/ 82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 h="108">
                    <a:moveTo>
                      <a:pt x="26" y="82"/>
                    </a:moveTo>
                    <a:lnTo>
                      <a:pt x="26" y="82"/>
                    </a:lnTo>
                    <a:lnTo>
                      <a:pt x="26" y="86"/>
                    </a:lnTo>
                    <a:lnTo>
                      <a:pt x="30" y="90"/>
                    </a:lnTo>
                    <a:lnTo>
                      <a:pt x="30" y="92"/>
                    </a:lnTo>
                    <a:lnTo>
                      <a:pt x="26" y="92"/>
                    </a:lnTo>
                    <a:lnTo>
                      <a:pt x="26" y="96"/>
                    </a:lnTo>
                    <a:lnTo>
                      <a:pt x="26" y="96"/>
                    </a:lnTo>
                    <a:lnTo>
                      <a:pt x="26" y="96"/>
                    </a:lnTo>
                    <a:lnTo>
                      <a:pt x="26" y="100"/>
                    </a:lnTo>
                    <a:lnTo>
                      <a:pt x="26" y="100"/>
                    </a:lnTo>
                    <a:lnTo>
                      <a:pt x="26" y="104"/>
                    </a:lnTo>
                    <a:lnTo>
                      <a:pt x="26" y="104"/>
                    </a:lnTo>
                    <a:lnTo>
                      <a:pt x="26" y="104"/>
                    </a:lnTo>
                    <a:lnTo>
                      <a:pt x="26" y="104"/>
                    </a:lnTo>
                    <a:lnTo>
                      <a:pt x="26" y="104"/>
                    </a:lnTo>
                    <a:lnTo>
                      <a:pt x="22" y="104"/>
                    </a:lnTo>
                    <a:lnTo>
                      <a:pt x="22" y="104"/>
                    </a:lnTo>
                    <a:lnTo>
                      <a:pt x="22" y="104"/>
                    </a:lnTo>
                    <a:lnTo>
                      <a:pt x="22" y="104"/>
                    </a:lnTo>
                    <a:lnTo>
                      <a:pt x="22" y="104"/>
                    </a:lnTo>
                    <a:lnTo>
                      <a:pt x="22" y="104"/>
                    </a:lnTo>
                    <a:lnTo>
                      <a:pt x="22" y="108"/>
                    </a:lnTo>
                    <a:lnTo>
                      <a:pt x="18" y="108"/>
                    </a:lnTo>
                    <a:lnTo>
                      <a:pt x="18" y="108"/>
                    </a:lnTo>
                    <a:lnTo>
                      <a:pt x="14" y="108"/>
                    </a:lnTo>
                    <a:lnTo>
                      <a:pt x="14" y="108"/>
                    </a:lnTo>
                    <a:lnTo>
                      <a:pt x="10" y="108"/>
                    </a:lnTo>
                    <a:lnTo>
                      <a:pt x="10" y="108"/>
                    </a:lnTo>
                    <a:lnTo>
                      <a:pt x="10" y="108"/>
                    </a:lnTo>
                    <a:lnTo>
                      <a:pt x="10" y="108"/>
                    </a:lnTo>
                    <a:lnTo>
                      <a:pt x="10" y="108"/>
                    </a:lnTo>
                    <a:lnTo>
                      <a:pt x="10" y="108"/>
                    </a:lnTo>
                    <a:lnTo>
                      <a:pt x="14" y="108"/>
                    </a:lnTo>
                    <a:lnTo>
                      <a:pt x="14" y="108"/>
                    </a:lnTo>
                    <a:lnTo>
                      <a:pt x="14" y="108"/>
                    </a:lnTo>
                    <a:lnTo>
                      <a:pt x="14" y="104"/>
                    </a:lnTo>
                    <a:lnTo>
                      <a:pt x="14" y="104"/>
                    </a:lnTo>
                    <a:lnTo>
                      <a:pt x="10" y="100"/>
                    </a:lnTo>
                    <a:lnTo>
                      <a:pt x="10" y="100"/>
                    </a:lnTo>
                    <a:lnTo>
                      <a:pt x="10" y="100"/>
                    </a:lnTo>
                    <a:lnTo>
                      <a:pt x="10" y="100"/>
                    </a:lnTo>
                    <a:lnTo>
                      <a:pt x="10" y="100"/>
                    </a:lnTo>
                    <a:lnTo>
                      <a:pt x="10" y="100"/>
                    </a:lnTo>
                    <a:lnTo>
                      <a:pt x="10" y="100"/>
                    </a:lnTo>
                    <a:lnTo>
                      <a:pt x="10" y="96"/>
                    </a:lnTo>
                    <a:lnTo>
                      <a:pt x="10" y="96"/>
                    </a:lnTo>
                    <a:lnTo>
                      <a:pt x="10" y="96"/>
                    </a:lnTo>
                    <a:lnTo>
                      <a:pt x="10" y="96"/>
                    </a:lnTo>
                    <a:lnTo>
                      <a:pt x="10" y="92"/>
                    </a:lnTo>
                    <a:lnTo>
                      <a:pt x="10" y="92"/>
                    </a:lnTo>
                    <a:lnTo>
                      <a:pt x="10" y="90"/>
                    </a:lnTo>
                    <a:lnTo>
                      <a:pt x="10" y="90"/>
                    </a:lnTo>
                    <a:lnTo>
                      <a:pt x="10" y="86"/>
                    </a:lnTo>
                    <a:lnTo>
                      <a:pt x="10" y="86"/>
                    </a:lnTo>
                    <a:lnTo>
                      <a:pt x="10" y="86"/>
                    </a:lnTo>
                    <a:lnTo>
                      <a:pt x="10" y="86"/>
                    </a:lnTo>
                    <a:lnTo>
                      <a:pt x="10" y="86"/>
                    </a:lnTo>
                    <a:lnTo>
                      <a:pt x="10" y="82"/>
                    </a:lnTo>
                    <a:lnTo>
                      <a:pt x="10" y="78"/>
                    </a:lnTo>
                    <a:lnTo>
                      <a:pt x="10" y="70"/>
                    </a:lnTo>
                    <a:lnTo>
                      <a:pt x="10" y="70"/>
                    </a:lnTo>
                    <a:lnTo>
                      <a:pt x="10" y="70"/>
                    </a:lnTo>
                    <a:lnTo>
                      <a:pt x="10" y="66"/>
                    </a:lnTo>
                    <a:lnTo>
                      <a:pt x="10" y="64"/>
                    </a:lnTo>
                    <a:lnTo>
                      <a:pt x="10" y="64"/>
                    </a:lnTo>
                    <a:lnTo>
                      <a:pt x="10" y="60"/>
                    </a:lnTo>
                    <a:lnTo>
                      <a:pt x="10" y="60"/>
                    </a:lnTo>
                    <a:lnTo>
                      <a:pt x="10" y="56"/>
                    </a:lnTo>
                    <a:lnTo>
                      <a:pt x="10" y="56"/>
                    </a:lnTo>
                    <a:lnTo>
                      <a:pt x="10" y="56"/>
                    </a:lnTo>
                    <a:lnTo>
                      <a:pt x="10" y="56"/>
                    </a:lnTo>
                    <a:lnTo>
                      <a:pt x="10" y="56"/>
                    </a:lnTo>
                    <a:lnTo>
                      <a:pt x="6" y="56"/>
                    </a:lnTo>
                    <a:lnTo>
                      <a:pt x="6" y="56"/>
                    </a:lnTo>
                    <a:lnTo>
                      <a:pt x="6" y="56"/>
                    </a:lnTo>
                    <a:lnTo>
                      <a:pt x="6" y="52"/>
                    </a:lnTo>
                    <a:lnTo>
                      <a:pt x="6" y="52"/>
                    </a:lnTo>
                    <a:lnTo>
                      <a:pt x="6" y="52"/>
                    </a:lnTo>
                    <a:lnTo>
                      <a:pt x="6" y="52"/>
                    </a:lnTo>
                    <a:lnTo>
                      <a:pt x="6" y="52"/>
                    </a:lnTo>
                    <a:lnTo>
                      <a:pt x="6" y="52"/>
                    </a:lnTo>
                    <a:lnTo>
                      <a:pt x="6" y="48"/>
                    </a:lnTo>
                    <a:lnTo>
                      <a:pt x="6" y="48"/>
                    </a:lnTo>
                    <a:lnTo>
                      <a:pt x="6" y="44"/>
                    </a:lnTo>
                    <a:lnTo>
                      <a:pt x="6" y="44"/>
                    </a:lnTo>
                    <a:lnTo>
                      <a:pt x="6" y="40"/>
                    </a:lnTo>
                    <a:lnTo>
                      <a:pt x="6" y="40"/>
                    </a:lnTo>
                    <a:lnTo>
                      <a:pt x="2" y="40"/>
                    </a:lnTo>
                    <a:lnTo>
                      <a:pt x="2" y="40"/>
                    </a:lnTo>
                    <a:lnTo>
                      <a:pt x="2" y="40"/>
                    </a:lnTo>
                    <a:lnTo>
                      <a:pt x="0" y="38"/>
                    </a:lnTo>
                    <a:lnTo>
                      <a:pt x="0" y="34"/>
                    </a:lnTo>
                    <a:lnTo>
                      <a:pt x="0" y="34"/>
                    </a:lnTo>
                    <a:lnTo>
                      <a:pt x="0" y="34"/>
                    </a:lnTo>
                    <a:lnTo>
                      <a:pt x="0" y="34"/>
                    </a:lnTo>
                    <a:lnTo>
                      <a:pt x="0" y="34"/>
                    </a:lnTo>
                    <a:lnTo>
                      <a:pt x="0" y="30"/>
                    </a:lnTo>
                    <a:lnTo>
                      <a:pt x="0" y="30"/>
                    </a:lnTo>
                    <a:lnTo>
                      <a:pt x="0" y="30"/>
                    </a:lnTo>
                    <a:lnTo>
                      <a:pt x="0" y="30"/>
                    </a:lnTo>
                    <a:lnTo>
                      <a:pt x="0" y="30"/>
                    </a:lnTo>
                    <a:lnTo>
                      <a:pt x="0" y="30"/>
                    </a:lnTo>
                    <a:lnTo>
                      <a:pt x="0" y="26"/>
                    </a:lnTo>
                    <a:lnTo>
                      <a:pt x="0" y="26"/>
                    </a:lnTo>
                    <a:lnTo>
                      <a:pt x="2" y="26"/>
                    </a:lnTo>
                    <a:lnTo>
                      <a:pt x="2" y="26"/>
                    </a:lnTo>
                    <a:lnTo>
                      <a:pt x="2" y="22"/>
                    </a:lnTo>
                    <a:lnTo>
                      <a:pt x="2" y="22"/>
                    </a:lnTo>
                    <a:lnTo>
                      <a:pt x="6" y="22"/>
                    </a:lnTo>
                    <a:lnTo>
                      <a:pt x="6" y="22"/>
                    </a:lnTo>
                    <a:lnTo>
                      <a:pt x="6" y="18"/>
                    </a:lnTo>
                    <a:lnTo>
                      <a:pt x="6" y="18"/>
                    </a:lnTo>
                    <a:lnTo>
                      <a:pt x="6" y="18"/>
                    </a:lnTo>
                    <a:lnTo>
                      <a:pt x="6" y="18"/>
                    </a:lnTo>
                    <a:lnTo>
                      <a:pt x="6" y="18"/>
                    </a:lnTo>
                    <a:lnTo>
                      <a:pt x="6" y="18"/>
                    </a:lnTo>
                    <a:lnTo>
                      <a:pt x="10" y="18"/>
                    </a:lnTo>
                    <a:lnTo>
                      <a:pt x="10" y="18"/>
                    </a:lnTo>
                    <a:lnTo>
                      <a:pt x="10" y="18"/>
                    </a:lnTo>
                    <a:lnTo>
                      <a:pt x="10" y="18"/>
                    </a:lnTo>
                    <a:lnTo>
                      <a:pt x="10" y="18"/>
                    </a:lnTo>
                    <a:lnTo>
                      <a:pt x="14" y="18"/>
                    </a:lnTo>
                    <a:lnTo>
                      <a:pt x="14" y="18"/>
                    </a:lnTo>
                    <a:lnTo>
                      <a:pt x="14" y="18"/>
                    </a:lnTo>
                    <a:lnTo>
                      <a:pt x="14" y="18"/>
                    </a:lnTo>
                    <a:lnTo>
                      <a:pt x="18" y="18"/>
                    </a:lnTo>
                    <a:lnTo>
                      <a:pt x="18" y="18"/>
                    </a:lnTo>
                    <a:lnTo>
                      <a:pt x="18" y="18"/>
                    </a:lnTo>
                    <a:lnTo>
                      <a:pt x="18" y="18"/>
                    </a:lnTo>
                    <a:lnTo>
                      <a:pt x="18" y="18"/>
                    </a:lnTo>
                    <a:lnTo>
                      <a:pt x="18" y="14"/>
                    </a:lnTo>
                    <a:lnTo>
                      <a:pt x="22" y="14"/>
                    </a:lnTo>
                    <a:lnTo>
                      <a:pt x="22" y="14"/>
                    </a:lnTo>
                    <a:lnTo>
                      <a:pt x="22" y="12"/>
                    </a:lnTo>
                    <a:lnTo>
                      <a:pt x="22" y="12"/>
                    </a:lnTo>
                    <a:lnTo>
                      <a:pt x="22" y="12"/>
                    </a:lnTo>
                    <a:lnTo>
                      <a:pt x="22" y="12"/>
                    </a:lnTo>
                    <a:lnTo>
                      <a:pt x="22" y="8"/>
                    </a:lnTo>
                    <a:lnTo>
                      <a:pt x="22" y="8"/>
                    </a:lnTo>
                    <a:lnTo>
                      <a:pt x="22" y="4"/>
                    </a:lnTo>
                    <a:lnTo>
                      <a:pt x="22" y="4"/>
                    </a:lnTo>
                    <a:lnTo>
                      <a:pt x="26" y="4"/>
                    </a:lnTo>
                    <a:lnTo>
                      <a:pt x="26" y="4"/>
                    </a:lnTo>
                    <a:lnTo>
                      <a:pt x="26" y="4"/>
                    </a:lnTo>
                    <a:lnTo>
                      <a:pt x="26" y="4"/>
                    </a:lnTo>
                    <a:lnTo>
                      <a:pt x="30" y="4"/>
                    </a:lnTo>
                    <a:lnTo>
                      <a:pt x="30" y="0"/>
                    </a:lnTo>
                    <a:lnTo>
                      <a:pt x="30" y="4"/>
                    </a:lnTo>
                    <a:lnTo>
                      <a:pt x="30" y="4"/>
                    </a:lnTo>
                    <a:lnTo>
                      <a:pt x="34" y="8"/>
                    </a:lnTo>
                    <a:lnTo>
                      <a:pt x="34" y="8"/>
                    </a:lnTo>
                    <a:lnTo>
                      <a:pt x="34" y="8"/>
                    </a:lnTo>
                    <a:lnTo>
                      <a:pt x="34" y="12"/>
                    </a:lnTo>
                    <a:lnTo>
                      <a:pt x="36" y="12"/>
                    </a:lnTo>
                    <a:lnTo>
                      <a:pt x="36" y="12"/>
                    </a:lnTo>
                    <a:lnTo>
                      <a:pt x="36" y="12"/>
                    </a:lnTo>
                    <a:lnTo>
                      <a:pt x="36" y="12"/>
                    </a:lnTo>
                    <a:lnTo>
                      <a:pt x="36" y="12"/>
                    </a:lnTo>
                    <a:lnTo>
                      <a:pt x="36" y="12"/>
                    </a:lnTo>
                    <a:lnTo>
                      <a:pt x="36" y="12"/>
                    </a:lnTo>
                    <a:lnTo>
                      <a:pt x="40" y="14"/>
                    </a:lnTo>
                    <a:lnTo>
                      <a:pt x="40" y="14"/>
                    </a:lnTo>
                    <a:lnTo>
                      <a:pt x="40" y="14"/>
                    </a:lnTo>
                    <a:lnTo>
                      <a:pt x="36" y="14"/>
                    </a:lnTo>
                    <a:lnTo>
                      <a:pt x="36" y="18"/>
                    </a:lnTo>
                    <a:lnTo>
                      <a:pt x="40" y="22"/>
                    </a:lnTo>
                    <a:lnTo>
                      <a:pt x="40" y="22"/>
                    </a:lnTo>
                    <a:lnTo>
                      <a:pt x="40" y="22"/>
                    </a:lnTo>
                    <a:lnTo>
                      <a:pt x="40" y="22"/>
                    </a:lnTo>
                    <a:lnTo>
                      <a:pt x="40" y="26"/>
                    </a:lnTo>
                    <a:lnTo>
                      <a:pt x="40" y="26"/>
                    </a:lnTo>
                    <a:lnTo>
                      <a:pt x="40" y="26"/>
                    </a:lnTo>
                    <a:lnTo>
                      <a:pt x="40" y="26"/>
                    </a:lnTo>
                    <a:lnTo>
                      <a:pt x="40" y="30"/>
                    </a:lnTo>
                    <a:lnTo>
                      <a:pt x="40" y="30"/>
                    </a:lnTo>
                    <a:lnTo>
                      <a:pt x="40" y="30"/>
                    </a:lnTo>
                    <a:lnTo>
                      <a:pt x="40" y="30"/>
                    </a:lnTo>
                    <a:lnTo>
                      <a:pt x="44" y="30"/>
                    </a:lnTo>
                    <a:lnTo>
                      <a:pt x="44" y="30"/>
                    </a:lnTo>
                    <a:lnTo>
                      <a:pt x="44" y="34"/>
                    </a:lnTo>
                    <a:lnTo>
                      <a:pt x="40" y="34"/>
                    </a:lnTo>
                    <a:lnTo>
                      <a:pt x="40" y="38"/>
                    </a:lnTo>
                    <a:lnTo>
                      <a:pt x="40" y="38"/>
                    </a:lnTo>
                    <a:lnTo>
                      <a:pt x="40" y="38"/>
                    </a:lnTo>
                    <a:lnTo>
                      <a:pt x="40" y="38"/>
                    </a:lnTo>
                    <a:lnTo>
                      <a:pt x="40" y="38"/>
                    </a:lnTo>
                    <a:lnTo>
                      <a:pt x="40" y="38"/>
                    </a:lnTo>
                    <a:lnTo>
                      <a:pt x="40" y="40"/>
                    </a:lnTo>
                    <a:lnTo>
                      <a:pt x="40" y="40"/>
                    </a:lnTo>
                    <a:lnTo>
                      <a:pt x="40" y="40"/>
                    </a:lnTo>
                    <a:lnTo>
                      <a:pt x="40" y="40"/>
                    </a:lnTo>
                    <a:lnTo>
                      <a:pt x="40" y="44"/>
                    </a:lnTo>
                    <a:lnTo>
                      <a:pt x="40" y="44"/>
                    </a:lnTo>
                    <a:lnTo>
                      <a:pt x="36" y="44"/>
                    </a:lnTo>
                    <a:lnTo>
                      <a:pt x="36" y="44"/>
                    </a:lnTo>
                    <a:lnTo>
                      <a:pt x="36" y="44"/>
                    </a:lnTo>
                    <a:lnTo>
                      <a:pt x="36" y="48"/>
                    </a:lnTo>
                    <a:lnTo>
                      <a:pt x="36" y="48"/>
                    </a:lnTo>
                    <a:lnTo>
                      <a:pt x="36" y="48"/>
                    </a:lnTo>
                    <a:lnTo>
                      <a:pt x="36" y="48"/>
                    </a:lnTo>
                    <a:lnTo>
                      <a:pt x="36" y="48"/>
                    </a:lnTo>
                    <a:lnTo>
                      <a:pt x="36" y="48"/>
                    </a:lnTo>
                    <a:lnTo>
                      <a:pt x="34" y="52"/>
                    </a:lnTo>
                    <a:lnTo>
                      <a:pt x="34" y="52"/>
                    </a:lnTo>
                    <a:lnTo>
                      <a:pt x="34" y="52"/>
                    </a:lnTo>
                    <a:lnTo>
                      <a:pt x="34" y="52"/>
                    </a:lnTo>
                    <a:lnTo>
                      <a:pt x="34" y="56"/>
                    </a:lnTo>
                    <a:lnTo>
                      <a:pt x="34" y="56"/>
                    </a:lnTo>
                    <a:lnTo>
                      <a:pt x="34" y="60"/>
                    </a:lnTo>
                    <a:lnTo>
                      <a:pt x="30" y="60"/>
                    </a:lnTo>
                    <a:lnTo>
                      <a:pt x="30" y="60"/>
                    </a:lnTo>
                    <a:lnTo>
                      <a:pt x="30" y="60"/>
                    </a:lnTo>
                    <a:lnTo>
                      <a:pt x="30" y="60"/>
                    </a:lnTo>
                    <a:lnTo>
                      <a:pt x="30" y="60"/>
                    </a:lnTo>
                    <a:lnTo>
                      <a:pt x="30" y="60"/>
                    </a:lnTo>
                    <a:lnTo>
                      <a:pt x="26" y="64"/>
                    </a:lnTo>
                    <a:lnTo>
                      <a:pt x="26" y="64"/>
                    </a:lnTo>
                    <a:lnTo>
                      <a:pt x="26" y="64"/>
                    </a:lnTo>
                    <a:lnTo>
                      <a:pt x="26" y="66"/>
                    </a:lnTo>
                    <a:lnTo>
                      <a:pt x="26" y="66"/>
                    </a:lnTo>
                    <a:lnTo>
                      <a:pt x="26" y="66"/>
                    </a:lnTo>
                    <a:lnTo>
                      <a:pt x="26" y="66"/>
                    </a:lnTo>
                    <a:lnTo>
                      <a:pt x="26" y="70"/>
                    </a:lnTo>
                    <a:lnTo>
                      <a:pt x="26" y="70"/>
                    </a:lnTo>
                    <a:lnTo>
                      <a:pt x="26" y="70"/>
                    </a:lnTo>
                    <a:lnTo>
                      <a:pt x="26" y="70"/>
                    </a:lnTo>
                    <a:lnTo>
                      <a:pt x="26" y="74"/>
                    </a:lnTo>
                    <a:lnTo>
                      <a:pt x="26" y="74"/>
                    </a:lnTo>
                    <a:lnTo>
                      <a:pt x="26" y="74"/>
                    </a:lnTo>
                    <a:lnTo>
                      <a:pt x="26" y="74"/>
                    </a:lnTo>
                    <a:lnTo>
                      <a:pt x="26" y="78"/>
                    </a:lnTo>
                    <a:lnTo>
                      <a:pt x="26" y="78"/>
                    </a:lnTo>
                    <a:lnTo>
                      <a:pt x="26" y="78"/>
                    </a:lnTo>
                    <a:lnTo>
                      <a:pt x="26" y="78"/>
                    </a:lnTo>
                    <a:lnTo>
                      <a:pt x="26" y="82"/>
                    </a:lnTo>
                    <a:lnTo>
                      <a:pt x="26" y="82"/>
                    </a:lnTo>
                    <a:lnTo>
                      <a:pt x="26" y="82"/>
                    </a:lnTo>
                    <a:lnTo>
                      <a:pt x="26" y="82"/>
                    </a:lnTo>
                    <a:lnTo>
                      <a:pt x="26" y="82"/>
                    </a:lnTo>
                    <a:lnTo>
                      <a:pt x="26" y="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6" name="Freeform 130"/>
              <p:cNvSpPr>
                <a:spLocks/>
              </p:cNvSpPr>
              <p:nvPr/>
            </p:nvSpPr>
            <p:spPr bwMode="gray">
              <a:xfrm>
                <a:off x="5290427" y="5055381"/>
                <a:ext cx="226105" cy="278281"/>
              </a:xfrm>
              <a:custGeom>
                <a:avLst/>
                <a:gdLst>
                  <a:gd name="T0" fmla="*/ 82 w 130"/>
                  <a:gd name="T1" fmla="*/ 124 h 160"/>
                  <a:gd name="T2" fmla="*/ 80 w 130"/>
                  <a:gd name="T3" fmla="*/ 134 h 160"/>
                  <a:gd name="T4" fmla="*/ 76 w 130"/>
                  <a:gd name="T5" fmla="*/ 142 h 160"/>
                  <a:gd name="T6" fmla="*/ 68 w 130"/>
                  <a:gd name="T7" fmla="*/ 142 h 160"/>
                  <a:gd name="T8" fmla="*/ 64 w 130"/>
                  <a:gd name="T9" fmla="*/ 138 h 160"/>
                  <a:gd name="T10" fmla="*/ 60 w 130"/>
                  <a:gd name="T11" fmla="*/ 138 h 160"/>
                  <a:gd name="T12" fmla="*/ 54 w 130"/>
                  <a:gd name="T13" fmla="*/ 134 h 160"/>
                  <a:gd name="T14" fmla="*/ 46 w 130"/>
                  <a:gd name="T15" fmla="*/ 130 h 160"/>
                  <a:gd name="T16" fmla="*/ 42 w 130"/>
                  <a:gd name="T17" fmla="*/ 138 h 160"/>
                  <a:gd name="T18" fmla="*/ 38 w 130"/>
                  <a:gd name="T19" fmla="*/ 146 h 160"/>
                  <a:gd name="T20" fmla="*/ 30 w 130"/>
                  <a:gd name="T21" fmla="*/ 152 h 160"/>
                  <a:gd name="T22" fmla="*/ 26 w 130"/>
                  <a:gd name="T23" fmla="*/ 156 h 160"/>
                  <a:gd name="T24" fmla="*/ 26 w 130"/>
                  <a:gd name="T25" fmla="*/ 160 h 160"/>
                  <a:gd name="T26" fmla="*/ 20 w 130"/>
                  <a:gd name="T27" fmla="*/ 160 h 160"/>
                  <a:gd name="T28" fmla="*/ 16 w 130"/>
                  <a:gd name="T29" fmla="*/ 160 h 160"/>
                  <a:gd name="T30" fmla="*/ 12 w 130"/>
                  <a:gd name="T31" fmla="*/ 160 h 160"/>
                  <a:gd name="T32" fmla="*/ 8 w 130"/>
                  <a:gd name="T33" fmla="*/ 152 h 160"/>
                  <a:gd name="T34" fmla="*/ 12 w 130"/>
                  <a:gd name="T35" fmla="*/ 150 h 160"/>
                  <a:gd name="T36" fmla="*/ 8 w 130"/>
                  <a:gd name="T37" fmla="*/ 138 h 160"/>
                  <a:gd name="T38" fmla="*/ 4 w 130"/>
                  <a:gd name="T39" fmla="*/ 128 h 160"/>
                  <a:gd name="T40" fmla="*/ 0 w 130"/>
                  <a:gd name="T41" fmla="*/ 124 h 160"/>
                  <a:gd name="T42" fmla="*/ 0 w 130"/>
                  <a:gd name="T43" fmla="*/ 104 h 160"/>
                  <a:gd name="T44" fmla="*/ 0 w 130"/>
                  <a:gd name="T45" fmla="*/ 90 h 160"/>
                  <a:gd name="T46" fmla="*/ 0 w 130"/>
                  <a:gd name="T47" fmla="*/ 74 h 160"/>
                  <a:gd name="T48" fmla="*/ 16 w 130"/>
                  <a:gd name="T49" fmla="*/ 68 h 160"/>
                  <a:gd name="T50" fmla="*/ 16 w 130"/>
                  <a:gd name="T51" fmla="*/ 22 h 160"/>
                  <a:gd name="T52" fmla="*/ 26 w 130"/>
                  <a:gd name="T53" fmla="*/ 8 h 160"/>
                  <a:gd name="T54" fmla="*/ 46 w 130"/>
                  <a:gd name="T55" fmla="*/ 4 h 160"/>
                  <a:gd name="T56" fmla="*/ 50 w 130"/>
                  <a:gd name="T57" fmla="*/ 8 h 160"/>
                  <a:gd name="T58" fmla="*/ 54 w 130"/>
                  <a:gd name="T59" fmla="*/ 12 h 160"/>
                  <a:gd name="T60" fmla="*/ 56 w 130"/>
                  <a:gd name="T61" fmla="*/ 8 h 160"/>
                  <a:gd name="T62" fmla="*/ 64 w 130"/>
                  <a:gd name="T63" fmla="*/ 4 h 160"/>
                  <a:gd name="T64" fmla="*/ 68 w 130"/>
                  <a:gd name="T65" fmla="*/ 0 h 160"/>
                  <a:gd name="T66" fmla="*/ 76 w 130"/>
                  <a:gd name="T67" fmla="*/ 0 h 160"/>
                  <a:gd name="T68" fmla="*/ 76 w 130"/>
                  <a:gd name="T69" fmla="*/ 4 h 160"/>
                  <a:gd name="T70" fmla="*/ 80 w 130"/>
                  <a:gd name="T71" fmla="*/ 8 h 160"/>
                  <a:gd name="T72" fmla="*/ 82 w 130"/>
                  <a:gd name="T73" fmla="*/ 18 h 160"/>
                  <a:gd name="T74" fmla="*/ 86 w 130"/>
                  <a:gd name="T75" fmla="*/ 22 h 160"/>
                  <a:gd name="T76" fmla="*/ 90 w 130"/>
                  <a:gd name="T77" fmla="*/ 30 h 160"/>
                  <a:gd name="T78" fmla="*/ 94 w 130"/>
                  <a:gd name="T79" fmla="*/ 34 h 160"/>
                  <a:gd name="T80" fmla="*/ 102 w 130"/>
                  <a:gd name="T81" fmla="*/ 38 h 160"/>
                  <a:gd name="T82" fmla="*/ 106 w 130"/>
                  <a:gd name="T83" fmla="*/ 46 h 160"/>
                  <a:gd name="T84" fmla="*/ 110 w 130"/>
                  <a:gd name="T85" fmla="*/ 46 h 160"/>
                  <a:gd name="T86" fmla="*/ 110 w 130"/>
                  <a:gd name="T87" fmla="*/ 52 h 160"/>
                  <a:gd name="T88" fmla="*/ 112 w 130"/>
                  <a:gd name="T89" fmla="*/ 64 h 160"/>
                  <a:gd name="T90" fmla="*/ 116 w 130"/>
                  <a:gd name="T91" fmla="*/ 68 h 160"/>
                  <a:gd name="T92" fmla="*/ 120 w 130"/>
                  <a:gd name="T93" fmla="*/ 68 h 160"/>
                  <a:gd name="T94" fmla="*/ 126 w 130"/>
                  <a:gd name="T95" fmla="*/ 68 h 160"/>
                  <a:gd name="T96" fmla="*/ 126 w 130"/>
                  <a:gd name="T97" fmla="*/ 74 h 160"/>
                  <a:gd name="T98" fmla="*/ 130 w 130"/>
                  <a:gd name="T99" fmla="*/ 74 h 160"/>
                  <a:gd name="T100" fmla="*/ 126 w 130"/>
                  <a:gd name="T101" fmla="*/ 78 h 160"/>
                  <a:gd name="T102" fmla="*/ 126 w 130"/>
                  <a:gd name="T103" fmla="*/ 82 h 160"/>
                  <a:gd name="T104" fmla="*/ 116 w 130"/>
                  <a:gd name="T105" fmla="*/ 86 h 160"/>
                  <a:gd name="T106" fmla="*/ 112 w 130"/>
                  <a:gd name="T107" fmla="*/ 90 h 160"/>
                  <a:gd name="T108" fmla="*/ 110 w 130"/>
                  <a:gd name="T109" fmla="*/ 98 h 160"/>
                  <a:gd name="T110" fmla="*/ 102 w 130"/>
                  <a:gd name="T111" fmla="*/ 100 h 160"/>
                  <a:gd name="T112" fmla="*/ 98 w 130"/>
                  <a:gd name="T113" fmla="*/ 108 h 160"/>
                  <a:gd name="T114" fmla="*/ 94 w 130"/>
                  <a:gd name="T115" fmla="*/ 116 h 160"/>
                  <a:gd name="T116" fmla="*/ 90 w 130"/>
                  <a:gd name="T117" fmla="*/ 12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0" h="160">
                    <a:moveTo>
                      <a:pt x="90" y="120"/>
                    </a:moveTo>
                    <a:lnTo>
                      <a:pt x="90" y="120"/>
                    </a:lnTo>
                    <a:lnTo>
                      <a:pt x="90" y="120"/>
                    </a:lnTo>
                    <a:lnTo>
                      <a:pt x="90" y="120"/>
                    </a:lnTo>
                    <a:lnTo>
                      <a:pt x="86" y="120"/>
                    </a:lnTo>
                    <a:lnTo>
                      <a:pt x="86" y="120"/>
                    </a:lnTo>
                    <a:lnTo>
                      <a:pt x="82" y="124"/>
                    </a:lnTo>
                    <a:lnTo>
                      <a:pt x="82" y="124"/>
                    </a:lnTo>
                    <a:lnTo>
                      <a:pt x="82" y="124"/>
                    </a:lnTo>
                    <a:lnTo>
                      <a:pt x="82" y="124"/>
                    </a:lnTo>
                    <a:lnTo>
                      <a:pt x="82" y="128"/>
                    </a:lnTo>
                    <a:lnTo>
                      <a:pt x="82" y="130"/>
                    </a:lnTo>
                    <a:lnTo>
                      <a:pt x="80" y="134"/>
                    </a:lnTo>
                    <a:lnTo>
                      <a:pt x="80" y="134"/>
                    </a:lnTo>
                    <a:lnTo>
                      <a:pt x="80" y="138"/>
                    </a:lnTo>
                    <a:lnTo>
                      <a:pt x="80" y="138"/>
                    </a:lnTo>
                    <a:lnTo>
                      <a:pt x="80" y="138"/>
                    </a:lnTo>
                    <a:lnTo>
                      <a:pt x="80" y="138"/>
                    </a:lnTo>
                    <a:lnTo>
                      <a:pt x="76" y="138"/>
                    </a:lnTo>
                    <a:lnTo>
                      <a:pt x="76" y="142"/>
                    </a:lnTo>
                    <a:lnTo>
                      <a:pt x="76" y="142"/>
                    </a:lnTo>
                    <a:lnTo>
                      <a:pt x="72" y="142"/>
                    </a:lnTo>
                    <a:lnTo>
                      <a:pt x="72" y="138"/>
                    </a:lnTo>
                    <a:lnTo>
                      <a:pt x="72" y="138"/>
                    </a:lnTo>
                    <a:lnTo>
                      <a:pt x="72" y="138"/>
                    </a:lnTo>
                    <a:lnTo>
                      <a:pt x="72" y="138"/>
                    </a:lnTo>
                    <a:lnTo>
                      <a:pt x="72" y="142"/>
                    </a:lnTo>
                    <a:lnTo>
                      <a:pt x="68" y="142"/>
                    </a:lnTo>
                    <a:lnTo>
                      <a:pt x="68" y="142"/>
                    </a:lnTo>
                    <a:lnTo>
                      <a:pt x="68" y="142"/>
                    </a:lnTo>
                    <a:lnTo>
                      <a:pt x="68" y="142"/>
                    </a:lnTo>
                    <a:lnTo>
                      <a:pt x="64" y="142"/>
                    </a:lnTo>
                    <a:lnTo>
                      <a:pt x="64" y="142"/>
                    </a:lnTo>
                    <a:lnTo>
                      <a:pt x="64" y="142"/>
                    </a:lnTo>
                    <a:lnTo>
                      <a:pt x="64" y="138"/>
                    </a:lnTo>
                    <a:lnTo>
                      <a:pt x="64" y="138"/>
                    </a:lnTo>
                    <a:lnTo>
                      <a:pt x="64" y="142"/>
                    </a:lnTo>
                    <a:lnTo>
                      <a:pt x="60" y="142"/>
                    </a:lnTo>
                    <a:lnTo>
                      <a:pt x="60" y="138"/>
                    </a:lnTo>
                    <a:lnTo>
                      <a:pt x="60" y="138"/>
                    </a:lnTo>
                    <a:lnTo>
                      <a:pt x="60" y="138"/>
                    </a:lnTo>
                    <a:lnTo>
                      <a:pt x="60" y="138"/>
                    </a:lnTo>
                    <a:lnTo>
                      <a:pt x="60" y="138"/>
                    </a:lnTo>
                    <a:lnTo>
                      <a:pt x="56" y="138"/>
                    </a:lnTo>
                    <a:lnTo>
                      <a:pt x="56" y="138"/>
                    </a:lnTo>
                    <a:lnTo>
                      <a:pt x="56" y="138"/>
                    </a:lnTo>
                    <a:lnTo>
                      <a:pt x="56" y="138"/>
                    </a:lnTo>
                    <a:lnTo>
                      <a:pt x="56" y="138"/>
                    </a:lnTo>
                    <a:lnTo>
                      <a:pt x="54" y="134"/>
                    </a:lnTo>
                    <a:lnTo>
                      <a:pt x="54" y="134"/>
                    </a:lnTo>
                    <a:lnTo>
                      <a:pt x="54" y="134"/>
                    </a:lnTo>
                    <a:lnTo>
                      <a:pt x="54" y="134"/>
                    </a:lnTo>
                    <a:lnTo>
                      <a:pt x="54" y="134"/>
                    </a:lnTo>
                    <a:lnTo>
                      <a:pt x="50" y="130"/>
                    </a:lnTo>
                    <a:lnTo>
                      <a:pt x="50" y="130"/>
                    </a:lnTo>
                    <a:lnTo>
                      <a:pt x="46" y="130"/>
                    </a:lnTo>
                    <a:lnTo>
                      <a:pt x="46" y="130"/>
                    </a:lnTo>
                    <a:lnTo>
                      <a:pt x="42" y="130"/>
                    </a:lnTo>
                    <a:lnTo>
                      <a:pt x="42" y="130"/>
                    </a:lnTo>
                    <a:lnTo>
                      <a:pt x="42" y="134"/>
                    </a:lnTo>
                    <a:lnTo>
                      <a:pt x="42" y="134"/>
                    </a:lnTo>
                    <a:lnTo>
                      <a:pt x="42" y="138"/>
                    </a:lnTo>
                    <a:lnTo>
                      <a:pt x="42" y="138"/>
                    </a:lnTo>
                    <a:lnTo>
                      <a:pt x="42" y="138"/>
                    </a:lnTo>
                    <a:lnTo>
                      <a:pt x="38" y="138"/>
                    </a:lnTo>
                    <a:lnTo>
                      <a:pt x="38" y="138"/>
                    </a:lnTo>
                    <a:lnTo>
                      <a:pt x="38" y="142"/>
                    </a:lnTo>
                    <a:lnTo>
                      <a:pt x="38" y="142"/>
                    </a:lnTo>
                    <a:lnTo>
                      <a:pt x="38" y="146"/>
                    </a:lnTo>
                    <a:lnTo>
                      <a:pt x="38" y="146"/>
                    </a:lnTo>
                    <a:lnTo>
                      <a:pt x="38" y="146"/>
                    </a:lnTo>
                    <a:lnTo>
                      <a:pt x="38" y="146"/>
                    </a:lnTo>
                    <a:lnTo>
                      <a:pt x="38" y="146"/>
                    </a:lnTo>
                    <a:lnTo>
                      <a:pt x="34" y="150"/>
                    </a:lnTo>
                    <a:lnTo>
                      <a:pt x="34" y="150"/>
                    </a:lnTo>
                    <a:lnTo>
                      <a:pt x="30" y="150"/>
                    </a:lnTo>
                    <a:lnTo>
                      <a:pt x="30" y="152"/>
                    </a:lnTo>
                    <a:lnTo>
                      <a:pt x="30" y="152"/>
                    </a:lnTo>
                    <a:lnTo>
                      <a:pt x="30" y="152"/>
                    </a:lnTo>
                    <a:lnTo>
                      <a:pt x="30" y="152"/>
                    </a:lnTo>
                    <a:lnTo>
                      <a:pt x="30" y="156"/>
                    </a:lnTo>
                    <a:lnTo>
                      <a:pt x="30" y="156"/>
                    </a:lnTo>
                    <a:lnTo>
                      <a:pt x="26" y="156"/>
                    </a:lnTo>
                    <a:lnTo>
                      <a:pt x="26" y="156"/>
                    </a:lnTo>
                    <a:lnTo>
                      <a:pt x="26" y="156"/>
                    </a:lnTo>
                    <a:lnTo>
                      <a:pt x="26" y="156"/>
                    </a:lnTo>
                    <a:lnTo>
                      <a:pt x="26" y="156"/>
                    </a:lnTo>
                    <a:lnTo>
                      <a:pt x="26" y="156"/>
                    </a:lnTo>
                    <a:lnTo>
                      <a:pt x="26" y="156"/>
                    </a:lnTo>
                    <a:lnTo>
                      <a:pt x="26" y="160"/>
                    </a:lnTo>
                    <a:lnTo>
                      <a:pt x="26" y="160"/>
                    </a:lnTo>
                    <a:lnTo>
                      <a:pt x="24" y="160"/>
                    </a:lnTo>
                    <a:lnTo>
                      <a:pt x="24" y="160"/>
                    </a:lnTo>
                    <a:lnTo>
                      <a:pt x="24" y="160"/>
                    </a:lnTo>
                    <a:lnTo>
                      <a:pt x="24" y="160"/>
                    </a:lnTo>
                    <a:lnTo>
                      <a:pt x="24" y="160"/>
                    </a:lnTo>
                    <a:lnTo>
                      <a:pt x="20" y="160"/>
                    </a:lnTo>
                    <a:lnTo>
                      <a:pt x="20" y="160"/>
                    </a:lnTo>
                    <a:lnTo>
                      <a:pt x="20" y="160"/>
                    </a:lnTo>
                    <a:lnTo>
                      <a:pt x="20" y="160"/>
                    </a:lnTo>
                    <a:lnTo>
                      <a:pt x="20" y="160"/>
                    </a:lnTo>
                    <a:lnTo>
                      <a:pt x="20" y="160"/>
                    </a:lnTo>
                    <a:lnTo>
                      <a:pt x="16" y="160"/>
                    </a:lnTo>
                    <a:lnTo>
                      <a:pt x="16" y="160"/>
                    </a:lnTo>
                    <a:lnTo>
                      <a:pt x="16" y="160"/>
                    </a:lnTo>
                    <a:lnTo>
                      <a:pt x="16" y="160"/>
                    </a:lnTo>
                    <a:lnTo>
                      <a:pt x="16" y="160"/>
                    </a:lnTo>
                    <a:lnTo>
                      <a:pt x="16" y="160"/>
                    </a:lnTo>
                    <a:lnTo>
                      <a:pt x="16" y="160"/>
                    </a:lnTo>
                    <a:lnTo>
                      <a:pt x="12" y="160"/>
                    </a:lnTo>
                    <a:lnTo>
                      <a:pt x="12" y="160"/>
                    </a:lnTo>
                    <a:lnTo>
                      <a:pt x="12" y="160"/>
                    </a:lnTo>
                    <a:lnTo>
                      <a:pt x="12" y="160"/>
                    </a:lnTo>
                    <a:lnTo>
                      <a:pt x="12" y="160"/>
                    </a:lnTo>
                    <a:lnTo>
                      <a:pt x="12" y="160"/>
                    </a:lnTo>
                    <a:lnTo>
                      <a:pt x="12" y="160"/>
                    </a:lnTo>
                    <a:lnTo>
                      <a:pt x="8" y="160"/>
                    </a:lnTo>
                    <a:lnTo>
                      <a:pt x="8" y="156"/>
                    </a:lnTo>
                    <a:lnTo>
                      <a:pt x="8" y="152"/>
                    </a:lnTo>
                    <a:lnTo>
                      <a:pt x="8" y="152"/>
                    </a:lnTo>
                    <a:lnTo>
                      <a:pt x="8" y="152"/>
                    </a:lnTo>
                    <a:lnTo>
                      <a:pt x="8" y="152"/>
                    </a:lnTo>
                    <a:lnTo>
                      <a:pt x="8" y="152"/>
                    </a:lnTo>
                    <a:lnTo>
                      <a:pt x="12" y="152"/>
                    </a:lnTo>
                    <a:lnTo>
                      <a:pt x="12" y="150"/>
                    </a:lnTo>
                    <a:lnTo>
                      <a:pt x="12" y="150"/>
                    </a:lnTo>
                    <a:lnTo>
                      <a:pt x="12" y="150"/>
                    </a:lnTo>
                    <a:lnTo>
                      <a:pt x="12" y="146"/>
                    </a:lnTo>
                    <a:lnTo>
                      <a:pt x="12" y="142"/>
                    </a:lnTo>
                    <a:lnTo>
                      <a:pt x="12" y="142"/>
                    </a:lnTo>
                    <a:lnTo>
                      <a:pt x="12" y="142"/>
                    </a:lnTo>
                    <a:lnTo>
                      <a:pt x="8" y="138"/>
                    </a:lnTo>
                    <a:lnTo>
                      <a:pt x="8" y="138"/>
                    </a:lnTo>
                    <a:lnTo>
                      <a:pt x="12" y="138"/>
                    </a:lnTo>
                    <a:lnTo>
                      <a:pt x="8" y="134"/>
                    </a:lnTo>
                    <a:lnTo>
                      <a:pt x="8" y="134"/>
                    </a:lnTo>
                    <a:lnTo>
                      <a:pt x="8" y="134"/>
                    </a:lnTo>
                    <a:lnTo>
                      <a:pt x="8" y="130"/>
                    </a:lnTo>
                    <a:lnTo>
                      <a:pt x="8" y="130"/>
                    </a:lnTo>
                    <a:lnTo>
                      <a:pt x="4" y="128"/>
                    </a:lnTo>
                    <a:lnTo>
                      <a:pt x="4" y="128"/>
                    </a:lnTo>
                    <a:lnTo>
                      <a:pt x="4" y="124"/>
                    </a:lnTo>
                    <a:lnTo>
                      <a:pt x="4" y="124"/>
                    </a:lnTo>
                    <a:lnTo>
                      <a:pt x="0" y="124"/>
                    </a:lnTo>
                    <a:lnTo>
                      <a:pt x="0" y="124"/>
                    </a:lnTo>
                    <a:lnTo>
                      <a:pt x="0" y="124"/>
                    </a:lnTo>
                    <a:lnTo>
                      <a:pt x="0" y="124"/>
                    </a:lnTo>
                    <a:lnTo>
                      <a:pt x="0" y="124"/>
                    </a:lnTo>
                    <a:lnTo>
                      <a:pt x="0" y="124"/>
                    </a:lnTo>
                    <a:lnTo>
                      <a:pt x="0" y="120"/>
                    </a:lnTo>
                    <a:lnTo>
                      <a:pt x="0" y="116"/>
                    </a:lnTo>
                    <a:lnTo>
                      <a:pt x="0" y="112"/>
                    </a:lnTo>
                    <a:lnTo>
                      <a:pt x="0" y="108"/>
                    </a:lnTo>
                    <a:lnTo>
                      <a:pt x="0" y="104"/>
                    </a:lnTo>
                    <a:lnTo>
                      <a:pt x="0" y="104"/>
                    </a:lnTo>
                    <a:lnTo>
                      <a:pt x="0" y="100"/>
                    </a:lnTo>
                    <a:lnTo>
                      <a:pt x="0" y="98"/>
                    </a:lnTo>
                    <a:lnTo>
                      <a:pt x="0" y="98"/>
                    </a:lnTo>
                    <a:lnTo>
                      <a:pt x="0" y="94"/>
                    </a:lnTo>
                    <a:lnTo>
                      <a:pt x="0" y="90"/>
                    </a:lnTo>
                    <a:lnTo>
                      <a:pt x="0" y="90"/>
                    </a:lnTo>
                    <a:lnTo>
                      <a:pt x="0" y="90"/>
                    </a:lnTo>
                    <a:lnTo>
                      <a:pt x="0" y="86"/>
                    </a:lnTo>
                    <a:lnTo>
                      <a:pt x="0" y="82"/>
                    </a:lnTo>
                    <a:lnTo>
                      <a:pt x="0" y="78"/>
                    </a:lnTo>
                    <a:lnTo>
                      <a:pt x="0" y="74"/>
                    </a:lnTo>
                    <a:lnTo>
                      <a:pt x="0" y="74"/>
                    </a:lnTo>
                    <a:lnTo>
                      <a:pt x="0" y="74"/>
                    </a:lnTo>
                    <a:lnTo>
                      <a:pt x="4" y="74"/>
                    </a:lnTo>
                    <a:lnTo>
                      <a:pt x="8" y="74"/>
                    </a:lnTo>
                    <a:lnTo>
                      <a:pt x="12" y="74"/>
                    </a:lnTo>
                    <a:lnTo>
                      <a:pt x="16" y="74"/>
                    </a:lnTo>
                    <a:lnTo>
                      <a:pt x="16" y="72"/>
                    </a:lnTo>
                    <a:lnTo>
                      <a:pt x="16" y="72"/>
                    </a:lnTo>
                    <a:lnTo>
                      <a:pt x="16" y="68"/>
                    </a:lnTo>
                    <a:lnTo>
                      <a:pt x="16" y="60"/>
                    </a:lnTo>
                    <a:lnTo>
                      <a:pt x="16" y="56"/>
                    </a:lnTo>
                    <a:lnTo>
                      <a:pt x="16" y="56"/>
                    </a:lnTo>
                    <a:lnTo>
                      <a:pt x="16" y="52"/>
                    </a:lnTo>
                    <a:lnTo>
                      <a:pt x="16" y="42"/>
                    </a:lnTo>
                    <a:lnTo>
                      <a:pt x="16" y="38"/>
                    </a:lnTo>
                    <a:lnTo>
                      <a:pt x="16" y="22"/>
                    </a:lnTo>
                    <a:lnTo>
                      <a:pt x="16" y="16"/>
                    </a:lnTo>
                    <a:lnTo>
                      <a:pt x="16" y="12"/>
                    </a:lnTo>
                    <a:lnTo>
                      <a:pt x="16" y="8"/>
                    </a:lnTo>
                    <a:lnTo>
                      <a:pt x="16" y="8"/>
                    </a:lnTo>
                    <a:lnTo>
                      <a:pt x="20" y="8"/>
                    </a:lnTo>
                    <a:lnTo>
                      <a:pt x="20" y="8"/>
                    </a:lnTo>
                    <a:lnTo>
                      <a:pt x="26" y="8"/>
                    </a:lnTo>
                    <a:lnTo>
                      <a:pt x="30" y="4"/>
                    </a:lnTo>
                    <a:lnTo>
                      <a:pt x="34" y="4"/>
                    </a:lnTo>
                    <a:lnTo>
                      <a:pt x="38" y="4"/>
                    </a:lnTo>
                    <a:lnTo>
                      <a:pt x="46" y="4"/>
                    </a:lnTo>
                    <a:lnTo>
                      <a:pt x="46" y="4"/>
                    </a:lnTo>
                    <a:lnTo>
                      <a:pt x="46" y="4"/>
                    </a:lnTo>
                    <a:lnTo>
                      <a:pt x="46" y="4"/>
                    </a:lnTo>
                    <a:lnTo>
                      <a:pt x="50" y="4"/>
                    </a:lnTo>
                    <a:lnTo>
                      <a:pt x="50" y="4"/>
                    </a:lnTo>
                    <a:lnTo>
                      <a:pt x="50" y="4"/>
                    </a:lnTo>
                    <a:lnTo>
                      <a:pt x="50" y="4"/>
                    </a:lnTo>
                    <a:lnTo>
                      <a:pt x="50" y="8"/>
                    </a:lnTo>
                    <a:lnTo>
                      <a:pt x="50" y="8"/>
                    </a:lnTo>
                    <a:lnTo>
                      <a:pt x="50" y="8"/>
                    </a:lnTo>
                    <a:lnTo>
                      <a:pt x="50" y="8"/>
                    </a:lnTo>
                    <a:lnTo>
                      <a:pt x="50" y="8"/>
                    </a:lnTo>
                    <a:lnTo>
                      <a:pt x="50" y="8"/>
                    </a:lnTo>
                    <a:lnTo>
                      <a:pt x="50" y="12"/>
                    </a:lnTo>
                    <a:lnTo>
                      <a:pt x="50" y="12"/>
                    </a:lnTo>
                    <a:lnTo>
                      <a:pt x="54" y="12"/>
                    </a:lnTo>
                    <a:lnTo>
                      <a:pt x="54" y="12"/>
                    </a:lnTo>
                    <a:lnTo>
                      <a:pt x="54" y="12"/>
                    </a:lnTo>
                    <a:lnTo>
                      <a:pt x="54" y="8"/>
                    </a:lnTo>
                    <a:lnTo>
                      <a:pt x="54" y="8"/>
                    </a:lnTo>
                    <a:lnTo>
                      <a:pt x="54" y="8"/>
                    </a:lnTo>
                    <a:lnTo>
                      <a:pt x="56" y="8"/>
                    </a:lnTo>
                    <a:lnTo>
                      <a:pt x="56" y="8"/>
                    </a:lnTo>
                    <a:lnTo>
                      <a:pt x="56" y="8"/>
                    </a:lnTo>
                    <a:lnTo>
                      <a:pt x="56" y="8"/>
                    </a:lnTo>
                    <a:lnTo>
                      <a:pt x="56" y="4"/>
                    </a:lnTo>
                    <a:lnTo>
                      <a:pt x="60" y="4"/>
                    </a:lnTo>
                    <a:lnTo>
                      <a:pt x="60" y="0"/>
                    </a:lnTo>
                    <a:lnTo>
                      <a:pt x="64" y="0"/>
                    </a:lnTo>
                    <a:lnTo>
                      <a:pt x="64" y="0"/>
                    </a:lnTo>
                    <a:lnTo>
                      <a:pt x="64" y="4"/>
                    </a:lnTo>
                    <a:lnTo>
                      <a:pt x="64" y="4"/>
                    </a:lnTo>
                    <a:lnTo>
                      <a:pt x="64" y="4"/>
                    </a:lnTo>
                    <a:lnTo>
                      <a:pt x="64" y="4"/>
                    </a:lnTo>
                    <a:lnTo>
                      <a:pt x="64" y="4"/>
                    </a:lnTo>
                    <a:lnTo>
                      <a:pt x="64" y="4"/>
                    </a:lnTo>
                    <a:lnTo>
                      <a:pt x="68" y="0"/>
                    </a:lnTo>
                    <a:lnTo>
                      <a:pt x="68" y="0"/>
                    </a:lnTo>
                    <a:lnTo>
                      <a:pt x="72" y="0"/>
                    </a:lnTo>
                    <a:lnTo>
                      <a:pt x="72" y="0"/>
                    </a:lnTo>
                    <a:lnTo>
                      <a:pt x="72" y="0"/>
                    </a:lnTo>
                    <a:lnTo>
                      <a:pt x="72" y="0"/>
                    </a:lnTo>
                    <a:lnTo>
                      <a:pt x="72" y="0"/>
                    </a:lnTo>
                    <a:lnTo>
                      <a:pt x="72" y="0"/>
                    </a:lnTo>
                    <a:lnTo>
                      <a:pt x="76" y="0"/>
                    </a:lnTo>
                    <a:lnTo>
                      <a:pt x="76" y="0"/>
                    </a:lnTo>
                    <a:lnTo>
                      <a:pt x="76" y="0"/>
                    </a:lnTo>
                    <a:lnTo>
                      <a:pt x="76" y="0"/>
                    </a:lnTo>
                    <a:lnTo>
                      <a:pt x="76" y="0"/>
                    </a:lnTo>
                    <a:lnTo>
                      <a:pt x="76" y="0"/>
                    </a:lnTo>
                    <a:lnTo>
                      <a:pt x="76" y="4"/>
                    </a:lnTo>
                    <a:lnTo>
                      <a:pt x="76" y="4"/>
                    </a:lnTo>
                    <a:lnTo>
                      <a:pt x="76" y="4"/>
                    </a:lnTo>
                    <a:lnTo>
                      <a:pt x="76" y="4"/>
                    </a:lnTo>
                    <a:lnTo>
                      <a:pt x="80" y="8"/>
                    </a:lnTo>
                    <a:lnTo>
                      <a:pt x="80" y="8"/>
                    </a:lnTo>
                    <a:lnTo>
                      <a:pt x="80" y="8"/>
                    </a:lnTo>
                    <a:lnTo>
                      <a:pt x="80" y="8"/>
                    </a:lnTo>
                    <a:lnTo>
                      <a:pt x="80" y="8"/>
                    </a:lnTo>
                    <a:lnTo>
                      <a:pt x="80" y="12"/>
                    </a:lnTo>
                    <a:lnTo>
                      <a:pt x="80" y="12"/>
                    </a:lnTo>
                    <a:lnTo>
                      <a:pt x="80" y="12"/>
                    </a:lnTo>
                    <a:lnTo>
                      <a:pt x="82" y="12"/>
                    </a:lnTo>
                    <a:lnTo>
                      <a:pt x="82" y="16"/>
                    </a:lnTo>
                    <a:lnTo>
                      <a:pt x="82" y="18"/>
                    </a:lnTo>
                    <a:lnTo>
                      <a:pt x="82" y="18"/>
                    </a:lnTo>
                    <a:lnTo>
                      <a:pt x="86" y="18"/>
                    </a:lnTo>
                    <a:lnTo>
                      <a:pt x="86" y="18"/>
                    </a:lnTo>
                    <a:lnTo>
                      <a:pt x="86" y="18"/>
                    </a:lnTo>
                    <a:lnTo>
                      <a:pt x="86" y="18"/>
                    </a:lnTo>
                    <a:lnTo>
                      <a:pt x="86" y="22"/>
                    </a:lnTo>
                    <a:lnTo>
                      <a:pt x="86" y="22"/>
                    </a:lnTo>
                    <a:lnTo>
                      <a:pt x="86" y="22"/>
                    </a:lnTo>
                    <a:lnTo>
                      <a:pt x="86" y="22"/>
                    </a:lnTo>
                    <a:lnTo>
                      <a:pt x="86" y="26"/>
                    </a:lnTo>
                    <a:lnTo>
                      <a:pt x="86" y="26"/>
                    </a:lnTo>
                    <a:lnTo>
                      <a:pt x="86" y="30"/>
                    </a:lnTo>
                    <a:lnTo>
                      <a:pt x="86" y="30"/>
                    </a:lnTo>
                    <a:lnTo>
                      <a:pt x="86" y="30"/>
                    </a:lnTo>
                    <a:lnTo>
                      <a:pt x="90" y="30"/>
                    </a:lnTo>
                    <a:lnTo>
                      <a:pt x="90" y="30"/>
                    </a:lnTo>
                    <a:lnTo>
                      <a:pt x="90" y="30"/>
                    </a:lnTo>
                    <a:lnTo>
                      <a:pt x="90" y="34"/>
                    </a:lnTo>
                    <a:lnTo>
                      <a:pt x="94" y="34"/>
                    </a:lnTo>
                    <a:lnTo>
                      <a:pt x="94" y="34"/>
                    </a:lnTo>
                    <a:lnTo>
                      <a:pt x="94" y="34"/>
                    </a:lnTo>
                    <a:lnTo>
                      <a:pt x="94" y="34"/>
                    </a:lnTo>
                    <a:lnTo>
                      <a:pt x="94" y="34"/>
                    </a:lnTo>
                    <a:lnTo>
                      <a:pt x="94" y="34"/>
                    </a:lnTo>
                    <a:lnTo>
                      <a:pt x="94" y="34"/>
                    </a:lnTo>
                    <a:lnTo>
                      <a:pt x="94" y="38"/>
                    </a:lnTo>
                    <a:lnTo>
                      <a:pt x="98" y="38"/>
                    </a:lnTo>
                    <a:lnTo>
                      <a:pt x="102" y="38"/>
                    </a:lnTo>
                    <a:lnTo>
                      <a:pt x="102" y="38"/>
                    </a:lnTo>
                    <a:lnTo>
                      <a:pt x="102" y="42"/>
                    </a:lnTo>
                    <a:lnTo>
                      <a:pt x="106" y="42"/>
                    </a:lnTo>
                    <a:lnTo>
                      <a:pt x="106" y="42"/>
                    </a:lnTo>
                    <a:lnTo>
                      <a:pt x="106" y="46"/>
                    </a:lnTo>
                    <a:lnTo>
                      <a:pt x="106" y="46"/>
                    </a:lnTo>
                    <a:lnTo>
                      <a:pt x="106" y="46"/>
                    </a:lnTo>
                    <a:lnTo>
                      <a:pt x="106" y="46"/>
                    </a:lnTo>
                    <a:lnTo>
                      <a:pt x="106" y="46"/>
                    </a:lnTo>
                    <a:lnTo>
                      <a:pt x="106" y="46"/>
                    </a:lnTo>
                    <a:lnTo>
                      <a:pt x="106" y="46"/>
                    </a:lnTo>
                    <a:lnTo>
                      <a:pt x="106" y="46"/>
                    </a:lnTo>
                    <a:lnTo>
                      <a:pt x="106" y="46"/>
                    </a:lnTo>
                    <a:lnTo>
                      <a:pt x="110" y="46"/>
                    </a:lnTo>
                    <a:lnTo>
                      <a:pt x="110" y="46"/>
                    </a:lnTo>
                    <a:lnTo>
                      <a:pt x="110" y="46"/>
                    </a:lnTo>
                    <a:lnTo>
                      <a:pt x="110" y="48"/>
                    </a:lnTo>
                    <a:lnTo>
                      <a:pt x="110" y="52"/>
                    </a:lnTo>
                    <a:lnTo>
                      <a:pt x="110" y="52"/>
                    </a:lnTo>
                    <a:lnTo>
                      <a:pt x="110" y="52"/>
                    </a:lnTo>
                    <a:lnTo>
                      <a:pt x="110" y="52"/>
                    </a:lnTo>
                    <a:lnTo>
                      <a:pt x="110" y="52"/>
                    </a:lnTo>
                    <a:lnTo>
                      <a:pt x="110" y="56"/>
                    </a:lnTo>
                    <a:lnTo>
                      <a:pt x="110" y="56"/>
                    </a:lnTo>
                    <a:lnTo>
                      <a:pt x="110" y="60"/>
                    </a:lnTo>
                    <a:lnTo>
                      <a:pt x="110" y="60"/>
                    </a:lnTo>
                    <a:lnTo>
                      <a:pt x="112" y="60"/>
                    </a:lnTo>
                    <a:lnTo>
                      <a:pt x="112" y="60"/>
                    </a:lnTo>
                    <a:lnTo>
                      <a:pt x="112" y="64"/>
                    </a:lnTo>
                    <a:lnTo>
                      <a:pt x="112" y="64"/>
                    </a:lnTo>
                    <a:lnTo>
                      <a:pt x="112" y="64"/>
                    </a:lnTo>
                    <a:lnTo>
                      <a:pt x="112" y="64"/>
                    </a:lnTo>
                    <a:lnTo>
                      <a:pt x="112" y="64"/>
                    </a:lnTo>
                    <a:lnTo>
                      <a:pt x="112" y="68"/>
                    </a:lnTo>
                    <a:lnTo>
                      <a:pt x="116" y="68"/>
                    </a:lnTo>
                    <a:lnTo>
                      <a:pt x="116" y="68"/>
                    </a:lnTo>
                    <a:lnTo>
                      <a:pt x="116" y="68"/>
                    </a:lnTo>
                    <a:lnTo>
                      <a:pt x="116" y="68"/>
                    </a:lnTo>
                    <a:lnTo>
                      <a:pt x="120" y="68"/>
                    </a:lnTo>
                    <a:lnTo>
                      <a:pt x="120" y="68"/>
                    </a:lnTo>
                    <a:lnTo>
                      <a:pt x="120" y="68"/>
                    </a:lnTo>
                    <a:lnTo>
                      <a:pt x="120" y="68"/>
                    </a:lnTo>
                    <a:lnTo>
                      <a:pt x="120" y="68"/>
                    </a:lnTo>
                    <a:lnTo>
                      <a:pt x="120" y="68"/>
                    </a:lnTo>
                    <a:lnTo>
                      <a:pt x="120" y="68"/>
                    </a:lnTo>
                    <a:lnTo>
                      <a:pt x="124" y="68"/>
                    </a:lnTo>
                    <a:lnTo>
                      <a:pt x="126" y="68"/>
                    </a:lnTo>
                    <a:lnTo>
                      <a:pt x="126" y="68"/>
                    </a:lnTo>
                    <a:lnTo>
                      <a:pt x="126" y="68"/>
                    </a:lnTo>
                    <a:lnTo>
                      <a:pt x="126" y="68"/>
                    </a:lnTo>
                    <a:lnTo>
                      <a:pt x="126" y="72"/>
                    </a:lnTo>
                    <a:lnTo>
                      <a:pt x="126" y="72"/>
                    </a:lnTo>
                    <a:lnTo>
                      <a:pt x="126" y="72"/>
                    </a:lnTo>
                    <a:lnTo>
                      <a:pt x="126" y="72"/>
                    </a:lnTo>
                    <a:lnTo>
                      <a:pt x="126" y="72"/>
                    </a:lnTo>
                    <a:lnTo>
                      <a:pt x="126" y="72"/>
                    </a:lnTo>
                    <a:lnTo>
                      <a:pt x="126" y="74"/>
                    </a:lnTo>
                    <a:lnTo>
                      <a:pt x="126" y="74"/>
                    </a:lnTo>
                    <a:lnTo>
                      <a:pt x="126" y="74"/>
                    </a:lnTo>
                    <a:lnTo>
                      <a:pt x="126" y="74"/>
                    </a:lnTo>
                    <a:lnTo>
                      <a:pt x="126" y="74"/>
                    </a:lnTo>
                    <a:lnTo>
                      <a:pt x="130" y="74"/>
                    </a:lnTo>
                    <a:lnTo>
                      <a:pt x="130" y="74"/>
                    </a:lnTo>
                    <a:lnTo>
                      <a:pt x="130" y="74"/>
                    </a:lnTo>
                    <a:lnTo>
                      <a:pt x="130" y="74"/>
                    </a:lnTo>
                    <a:lnTo>
                      <a:pt x="130" y="74"/>
                    </a:lnTo>
                    <a:lnTo>
                      <a:pt x="130" y="74"/>
                    </a:lnTo>
                    <a:lnTo>
                      <a:pt x="130" y="74"/>
                    </a:lnTo>
                    <a:lnTo>
                      <a:pt x="130" y="74"/>
                    </a:lnTo>
                    <a:lnTo>
                      <a:pt x="126" y="78"/>
                    </a:lnTo>
                    <a:lnTo>
                      <a:pt x="126" y="78"/>
                    </a:lnTo>
                    <a:lnTo>
                      <a:pt x="126" y="78"/>
                    </a:lnTo>
                    <a:lnTo>
                      <a:pt x="126" y="78"/>
                    </a:lnTo>
                    <a:lnTo>
                      <a:pt x="126" y="78"/>
                    </a:lnTo>
                    <a:lnTo>
                      <a:pt x="126" y="78"/>
                    </a:lnTo>
                    <a:lnTo>
                      <a:pt x="126" y="78"/>
                    </a:lnTo>
                    <a:lnTo>
                      <a:pt x="126" y="82"/>
                    </a:lnTo>
                    <a:lnTo>
                      <a:pt x="126" y="82"/>
                    </a:lnTo>
                    <a:lnTo>
                      <a:pt x="124" y="82"/>
                    </a:lnTo>
                    <a:lnTo>
                      <a:pt x="124" y="82"/>
                    </a:lnTo>
                    <a:lnTo>
                      <a:pt x="120" y="82"/>
                    </a:lnTo>
                    <a:lnTo>
                      <a:pt x="120" y="82"/>
                    </a:lnTo>
                    <a:lnTo>
                      <a:pt x="116" y="82"/>
                    </a:lnTo>
                    <a:lnTo>
                      <a:pt x="116" y="86"/>
                    </a:lnTo>
                    <a:lnTo>
                      <a:pt x="116" y="86"/>
                    </a:lnTo>
                    <a:lnTo>
                      <a:pt x="116" y="86"/>
                    </a:lnTo>
                    <a:lnTo>
                      <a:pt x="116" y="86"/>
                    </a:lnTo>
                    <a:lnTo>
                      <a:pt x="116" y="86"/>
                    </a:lnTo>
                    <a:lnTo>
                      <a:pt x="116" y="86"/>
                    </a:lnTo>
                    <a:lnTo>
                      <a:pt x="116" y="86"/>
                    </a:lnTo>
                    <a:lnTo>
                      <a:pt x="112" y="90"/>
                    </a:lnTo>
                    <a:lnTo>
                      <a:pt x="112" y="90"/>
                    </a:lnTo>
                    <a:lnTo>
                      <a:pt x="112" y="90"/>
                    </a:lnTo>
                    <a:lnTo>
                      <a:pt x="110" y="94"/>
                    </a:lnTo>
                    <a:lnTo>
                      <a:pt x="110" y="94"/>
                    </a:lnTo>
                    <a:lnTo>
                      <a:pt x="110" y="94"/>
                    </a:lnTo>
                    <a:lnTo>
                      <a:pt x="110" y="98"/>
                    </a:lnTo>
                    <a:lnTo>
                      <a:pt x="110" y="98"/>
                    </a:lnTo>
                    <a:lnTo>
                      <a:pt x="110" y="98"/>
                    </a:lnTo>
                    <a:lnTo>
                      <a:pt x="106" y="98"/>
                    </a:lnTo>
                    <a:lnTo>
                      <a:pt x="106" y="98"/>
                    </a:lnTo>
                    <a:lnTo>
                      <a:pt x="106" y="98"/>
                    </a:lnTo>
                    <a:lnTo>
                      <a:pt x="106" y="98"/>
                    </a:lnTo>
                    <a:lnTo>
                      <a:pt x="106" y="98"/>
                    </a:lnTo>
                    <a:lnTo>
                      <a:pt x="102" y="100"/>
                    </a:lnTo>
                    <a:lnTo>
                      <a:pt x="102" y="100"/>
                    </a:lnTo>
                    <a:lnTo>
                      <a:pt x="102" y="100"/>
                    </a:lnTo>
                    <a:lnTo>
                      <a:pt x="102" y="100"/>
                    </a:lnTo>
                    <a:lnTo>
                      <a:pt x="98" y="100"/>
                    </a:lnTo>
                    <a:lnTo>
                      <a:pt x="98" y="104"/>
                    </a:lnTo>
                    <a:lnTo>
                      <a:pt x="98" y="104"/>
                    </a:lnTo>
                    <a:lnTo>
                      <a:pt x="98" y="104"/>
                    </a:lnTo>
                    <a:lnTo>
                      <a:pt x="98" y="108"/>
                    </a:lnTo>
                    <a:lnTo>
                      <a:pt x="98" y="108"/>
                    </a:lnTo>
                    <a:lnTo>
                      <a:pt x="98" y="112"/>
                    </a:lnTo>
                    <a:lnTo>
                      <a:pt x="98" y="112"/>
                    </a:lnTo>
                    <a:lnTo>
                      <a:pt x="98" y="112"/>
                    </a:lnTo>
                    <a:lnTo>
                      <a:pt x="98" y="116"/>
                    </a:lnTo>
                    <a:lnTo>
                      <a:pt x="94" y="116"/>
                    </a:lnTo>
                    <a:lnTo>
                      <a:pt x="94" y="116"/>
                    </a:lnTo>
                    <a:lnTo>
                      <a:pt x="94" y="116"/>
                    </a:lnTo>
                    <a:lnTo>
                      <a:pt x="94" y="120"/>
                    </a:lnTo>
                    <a:lnTo>
                      <a:pt x="94" y="120"/>
                    </a:lnTo>
                    <a:lnTo>
                      <a:pt x="90" y="120"/>
                    </a:lnTo>
                    <a:lnTo>
                      <a:pt x="90" y="120"/>
                    </a:lnTo>
                    <a:lnTo>
                      <a:pt x="90" y="120"/>
                    </a:lnTo>
                    <a:lnTo>
                      <a:pt x="90" y="120"/>
                    </a:lnTo>
                    <a:lnTo>
                      <a:pt x="90" y="120"/>
                    </a:lnTo>
                    <a:lnTo>
                      <a:pt x="90" y="120"/>
                    </a:lnTo>
                    <a:lnTo>
                      <a:pt x="9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7" name="Freeform 131"/>
              <p:cNvSpPr>
                <a:spLocks/>
              </p:cNvSpPr>
              <p:nvPr/>
            </p:nvSpPr>
            <p:spPr bwMode="gray">
              <a:xfrm>
                <a:off x="4664291" y="4067485"/>
                <a:ext cx="194798" cy="170447"/>
              </a:xfrm>
              <a:custGeom>
                <a:avLst/>
                <a:gdLst>
                  <a:gd name="T0" fmla="*/ 86 w 112"/>
                  <a:gd name="T1" fmla="*/ 72 h 98"/>
                  <a:gd name="T2" fmla="*/ 82 w 112"/>
                  <a:gd name="T3" fmla="*/ 72 h 98"/>
                  <a:gd name="T4" fmla="*/ 74 w 112"/>
                  <a:gd name="T5" fmla="*/ 68 h 98"/>
                  <a:gd name="T6" fmla="*/ 66 w 112"/>
                  <a:gd name="T7" fmla="*/ 72 h 98"/>
                  <a:gd name="T8" fmla="*/ 64 w 112"/>
                  <a:gd name="T9" fmla="*/ 72 h 98"/>
                  <a:gd name="T10" fmla="*/ 56 w 112"/>
                  <a:gd name="T11" fmla="*/ 72 h 98"/>
                  <a:gd name="T12" fmla="*/ 38 w 112"/>
                  <a:gd name="T13" fmla="*/ 72 h 98"/>
                  <a:gd name="T14" fmla="*/ 38 w 112"/>
                  <a:gd name="T15" fmla="*/ 80 h 98"/>
                  <a:gd name="T16" fmla="*/ 38 w 112"/>
                  <a:gd name="T17" fmla="*/ 86 h 98"/>
                  <a:gd name="T18" fmla="*/ 38 w 112"/>
                  <a:gd name="T19" fmla="*/ 94 h 98"/>
                  <a:gd name="T20" fmla="*/ 38 w 112"/>
                  <a:gd name="T21" fmla="*/ 94 h 98"/>
                  <a:gd name="T22" fmla="*/ 40 w 112"/>
                  <a:gd name="T23" fmla="*/ 98 h 98"/>
                  <a:gd name="T24" fmla="*/ 38 w 112"/>
                  <a:gd name="T25" fmla="*/ 98 h 98"/>
                  <a:gd name="T26" fmla="*/ 34 w 112"/>
                  <a:gd name="T27" fmla="*/ 90 h 98"/>
                  <a:gd name="T28" fmla="*/ 26 w 112"/>
                  <a:gd name="T29" fmla="*/ 90 h 98"/>
                  <a:gd name="T30" fmla="*/ 22 w 112"/>
                  <a:gd name="T31" fmla="*/ 90 h 98"/>
                  <a:gd name="T32" fmla="*/ 18 w 112"/>
                  <a:gd name="T33" fmla="*/ 94 h 98"/>
                  <a:gd name="T34" fmla="*/ 14 w 112"/>
                  <a:gd name="T35" fmla="*/ 94 h 98"/>
                  <a:gd name="T36" fmla="*/ 12 w 112"/>
                  <a:gd name="T37" fmla="*/ 94 h 98"/>
                  <a:gd name="T38" fmla="*/ 8 w 112"/>
                  <a:gd name="T39" fmla="*/ 84 h 98"/>
                  <a:gd name="T40" fmla="*/ 4 w 112"/>
                  <a:gd name="T41" fmla="*/ 84 h 98"/>
                  <a:gd name="T42" fmla="*/ 0 w 112"/>
                  <a:gd name="T43" fmla="*/ 80 h 98"/>
                  <a:gd name="T44" fmla="*/ 0 w 112"/>
                  <a:gd name="T45" fmla="*/ 76 h 98"/>
                  <a:gd name="T46" fmla="*/ 0 w 112"/>
                  <a:gd name="T47" fmla="*/ 72 h 98"/>
                  <a:gd name="T48" fmla="*/ 4 w 112"/>
                  <a:gd name="T49" fmla="*/ 68 h 98"/>
                  <a:gd name="T50" fmla="*/ 4 w 112"/>
                  <a:gd name="T51" fmla="*/ 60 h 98"/>
                  <a:gd name="T52" fmla="*/ 8 w 112"/>
                  <a:gd name="T53" fmla="*/ 54 h 98"/>
                  <a:gd name="T54" fmla="*/ 12 w 112"/>
                  <a:gd name="T55" fmla="*/ 54 h 98"/>
                  <a:gd name="T56" fmla="*/ 14 w 112"/>
                  <a:gd name="T57" fmla="*/ 46 h 98"/>
                  <a:gd name="T58" fmla="*/ 14 w 112"/>
                  <a:gd name="T59" fmla="*/ 42 h 98"/>
                  <a:gd name="T60" fmla="*/ 18 w 112"/>
                  <a:gd name="T61" fmla="*/ 42 h 98"/>
                  <a:gd name="T62" fmla="*/ 18 w 112"/>
                  <a:gd name="T63" fmla="*/ 38 h 98"/>
                  <a:gd name="T64" fmla="*/ 18 w 112"/>
                  <a:gd name="T65" fmla="*/ 34 h 98"/>
                  <a:gd name="T66" fmla="*/ 22 w 112"/>
                  <a:gd name="T67" fmla="*/ 28 h 98"/>
                  <a:gd name="T68" fmla="*/ 30 w 112"/>
                  <a:gd name="T69" fmla="*/ 34 h 98"/>
                  <a:gd name="T70" fmla="*/ 30 w 112"/>
                  <a:gd name="T71" fmla="*/ 34 h 98"/>
                  <a:gd name="T72" fmla="*/ 30 w 112"/>
                  <a:gd name="T73" fmla="*/ 30 h 98"/>
                  <a:gd name="T74" fmla="*/ 34 w 112"/>
                  <a:gd name="T75" fmla="*/ 28 h 98"/>
                  <a:gd name="T76" fmla="*/ 38 w 112"/>
                  <a:gd name="T77" fmla="*/ 28 h 98"/>
                  <a:gd name="T78" fmla="*/ 38 w 112"/>
                  <a:gd name="T79" fmla="*/ 20 h 98"/>
                  <a:gd name="T80" fmla="*/ 44 w 112"/>
                  <a:gd name="T81" fmla="*/ 16 h 98"/>
                  <a:gd name="T82" fmla="*/ 48 w 112"/>
                  <a:gd name="T83" fmla="*/ 16 h 98"/>
                  <a:gd name="T84" fmla="*/ 52 w 112"/>
                  <a:gd name="T85" fmla="*/ 12 h 98"/>
                  <a:gd name="T86" fmla="*/ 64 w 112"/>
                  <a:gd name="T87" fmla="*/ 4 h 98"/>
                  <a:gd name="T88" fmla="*/ 70 w 112"/>
                  <a:gd name="T89" fmla="*/ 0 h 98"/>
                  <a:gd name="T90" fmla="*/ 82 w 112"/>
                  <a:gd name="T91" fmla="*/ 4 h 98"/>
                  <a:gd name="T92" fmla="*/ 82 w 112"/>
                  <a:gd name="T93" fmla="*/ 12 h 98"/>
                  <a:gd name="T94" fmla="*/ 82 w 112"/>
                  <a:gd name="T95" fmla="*/ 16 h 98"/>
                  <a:gd name="T96" fmla="*/ 86 w 112"/>
                  <a:gd name="T97" fmla="*/ 24 h 98"/>
                  <a:gd name="T98" fmla="*/ 92 w 112"/>
                  <a:gd name="T99" fmla="*/ 28 h 98"/>
                  <a:gd name="T100" fmla="*/ 96 w 112"/>
                  <a:gd name="T101" fmla="*/ 30 h 98"/>
                  <a:gd name="T102" fmla="*/ 92 w 112"/>
                  <a:gd name="T103" fmla="*/ 30 h 98"/>
                  <a:gd name="T104" fmla="*/ 92 w 112"/>
                  <a:gd name="T105" fmla="*/ 34 h 98"/>
                  <a:gd name="T106" fmla="*/ 100 w 112"/>
                  <a:gd name="T107" fmla="*/ 42 h 98"/>
                  <a:gd name="T108" fmla="*/ 108 w 112"/>
                  <a:gd name="T109" fmla="*/ 42 h 98"/>
                  <a:gd name="T110" fmla="*/ 108 w 112"/>
                  <a:gd name="T111" fmla="*/ 46 h 98"/>
                  <a:gd name="T112" fmla="*/ 112 w 112"/>
                  <a:gd name="T113" fmla="*/ 56 h 98"/>
                  <a:gd name="T114" fmla="*/ 108 w 112"/>
                  <a:gd name="T115" fmla="*/ 60 h 98"/>
                  <a:gd name="T116" fmla="*/ 108 w 112"/>
                  <a:gd name="T117" fmla="*/ 64 h 98"/>
                  <a:gd name="T118" fmla="*/ 100 w 112"/>
                  <a:gd name="T119" fmla="*/ 64 h 98"/>
                  <a:gd name="T120" fmla="*/ 96 w 112"/>
                  <a:gd name="T121" fmla="*/ 64 h 98"/>
                  <a:gd name="T122" fmla="*/ 96 w 112"/>
                  <a:gd name="T123" fmla="*/ 64 h 98"/>
                  <a:gd name="T124" fmla="*/ 92 w 112"/>
                  <a:gd name="T125" fmla="*/ 7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2" h="98">
                    <a:moveTo>
                      <a:pt x="90" y="72"/>
                    </a:moveTo>
                    <a:lnTo>
                      <a:pt x="90" y="72"/>
                    </a:lnTo>
                    <a:lnTo>
                      <a:pt x="90" y="72"/>
                    </a:lnTo>
                    <a:lnTo>
                      <a:pt x="90" y="72"/>
                    </a:lnTo>
                    <a:lnTo>
                      <a:pt x="86" y="72"/>
                    </a:lnTo>
                    <a:lnTo>
                      <a:pt x="86" y="72"/>
                    </a:lnTo>
                    <a:lnTo>
                      <a:pt x="86" y="72"/>
                    </a:lnTo>
                    <a:lnTo>
                      <a:pt x="86" y="72"/>
                    </a:lnTo>
                    <a:lnTo>
                      <a:pt x="86" y="72"/>
                    </a:lnTo>
                    <a:lnTo>
                      <a:pt x="82" y="72"/>
                    </a:lnTo>
                    <a:lnTo>
                      <a:pt x="82" y="72"/>
                    </a:lnTo>
                    <a:lnTo>
                      <a:pt x="78" y="68"/>
                    </a:lnTo>
                    <a:lnTo>
                      <a:pt x="78" y="68"/>
                    </a:lnTo>
                    <a:lnTo>
                      <a:pt x="74" y="68"/>
                    </a:lnTo>
                    <a:lnTo>
                      <a:pt x="74" y="68"/>
                    </a:lnTo>
                    <a:lnTo>
                      <a:pt x="74" y="68"/>
                    </a:lnTo>
                    <a:lnTo>
                      <a:pt x="74" y="68"/>
                    </a:lnTo>
                    <a:lnTo>
                      <a:pt x="74" y="72"/>
                    </a:lnTo>
                    <a:lnTo>
                      <a:pt x="70" y="72"/>
                    </a:lnTo>
                    <a:lnTo>
                      <a:pt x="66" y="72"/>
                    </a:lnTo>
                    <a:lnTo>
                      <a:pt x="66" y="72"/>
                    </a:lnTo>
                    <a:lnTo>
                      <a:pt x="66" y="72"/>
                    </a:lnTo>
                    <a:lnTo>
                      <a:pt x="66" y="72"/>
                    </a:lnTo>
                    <a:lnTo>
                      <a:pt x="66" y="72"/>
                    </a:lnTo>
                    <a:lnTo>
                      <a:pt x="64" y="72"/>
                    </a:lnTo>
                    <a:lnTo>
                      <a:pt x="64" y="72"/>
                    </a:lnTo>
                    <a:lnTo>
                      <a:pt x="60" y="72"/>
                    </a:lnTo>
                    <a:lnTo>
                      <a:pt x="60" y="72"/>
                    </a:lnTo>
                    <a:lnTo>
                      <a:pt x="56" y="72"/>
                    </a:lnTo>
                    <a:lnTo>
                      <a:pt x="56" y="72"/>
                    </a:lnTo>
                    <a:lnTo>
                      <a:pt x="52" y="72"/>
                    </a:lnTo>
                    <a:lnTo>
                      <a:pt x="48" y="72"/>
                    </a:lnTo>
                    <a:lnTo>
                      <a:pt x="44" y="72"/>
                    </a:lnTo>
                    <a:lnTo>
                      <a:pt x="40" y="72"/>
                    </a:lnTo>
                    <a:lnTo>
                      <a:pt x="38" y="72"/>
                    </a:lnTo>
                    <a:lnTo>
                      <a:pt x="38" y="72"/>
                    </a:lnTo>
                    <a:lnTo>
                      <a:pt x="38" y="72"/>
                    </a:lnTo>
                    <a:lnTo>
                      <a:pt x="38" y="76"/>
                    </a:lnTo>
                    <a:lnTo>
                      <a:pt x="38" y="76"/>
                    </a:lnTo>
                    <a:lnTo>
                      <a:pt x="38" y="80"/>
                    </a:lnTo>
                    <a:lnTo>
                      <a:pt x="38" y="80"/>
                    </a:lnTo>
                    <a:lnTo>
                      <a:pt x="38" y="80"/>
                    </a:lnTo>
                    <a:lnTo>
                      <a:pt x="38" y="84"/>
                    </a:lnTo>
                    <a:lnTo>
                      <a:pt x="38" y="84"/>
                    </a:lnTo>
                    <a:lnTo>
                      <a:pt x="38" y="86"/>
                    </a:lnTo>
                    <a:lnTo>
                      <a:pt x="38" y="86"/>
                    </a:lnTo>
                    <a:lnTo>
                      <a:pt x="38" y="86"/>
                    </a:lnTo>
                    <a:lnTo>
                      <a:pt x="38" y="90"/>
                    </a:lnTo>
                    <a:lnTo>
                      <a:pt x="40" y="90"/>
                    </a:lnTo>
                    <a:lnTo>
                      <a:pt x="38" y="94"/>
                    </a:lnTo>
                    <a:lnTo>
                      <a:pt x="38" y="94"/>
                    </a:lnTo>
                    <a:lnTo>
                      <a:pt x="40" y="94"/>
                    </a:lnTo>
                    <a:lnTo>
                      <a:pt x="40" y="94"/>
                    </a:lnTo>
                    <a:lnTo>
                      <a:pt x="40" y="94"/>
                    </a:lnTo>
                    <a:lnTo>
                      <a:pt x="38" y="94"/>
                    </a:lnTo>
                    <a:lnTo>
                      <a:pt x="38" y="98"/>
                    </a:lnTo>
                    <a:lnTo>
                      <a:pt x="40" y="98"/>
                    </a:lnTo>
                    <a:lnTo>
                      <a:pt x="40" y="98"/>
                    </a:lnTo>
                    <a:lnTo>
                      <a:pt x="40" y="98"/>
                    </a:lnTo>
                    <a:lnTo>
                      <a:pt x="40" y="98"/>
                    </a:lnTo>
                    <a:lnTo>
                      <a:pt x="40" y="98"/>
                    </a:lnTo>
                    <a:lnTo>
                      <a:pt x="40" y="98"/>
                    </a:lnTo>
                    <a:lnTo>
                      <a:pt x="38" y="98"/>
                    </a:lnTo>
                    <a:lnTo>
                      <a:pt x="38" y="98"/>
                    </a:lnTo>
                    <a:lnTo>
                      <a:pt x="38" y="98"/>
                    </a:lnTo>
                    <a:lnTo>
                      <a:pt x="38" y="98"/>
                    </a:lnTo>
                    <a:lnTo>
                      <a:pt x="38" y="94"/>
                    </a:lnTo>
                    <a:lnTo>
                      <a:pt x="38" y="94"/>
                    </a:lnTo>
                    <a:lnTo>
                      <a:pt x="38" y="94"/>
                    </a:lnTo>
                    <a:lnTo>
                      <a:pt x="34" y="90"/>
                    </a:lnTo>
                    <a:lnTo>
                      <a:pt x="34" y="90"/>
                    </a:lnTo>
                    <a:lnTo>
                      <a:pt x="30" y="90"/>
                    </a:lnTo>
                    <a:lnTo>
                      <a:pt x="26" y="90"/>
                    </a:lnTo>
                    <a:lnTo>
                      <a:pt x="26" y="90"/>
                    </a:lnTo>
                    <a:lnTo>
                      <a:pt x="26" y="90"/>
                    </a:lnTo>
                    <a:lnTo>
                      <a:pt x="22" y="90"/>
                    </a:lnTo>
                    <a:lnTo>
                      <a:pt x="22" y="90"/>
                    </a:lnTo>
                    <a:lnTo>
                      <a:pt x="22" y="90"/>
                    </a:lnTo>
                    <a:lnTo>
                      <a:pt x="22" y="90"/>
                    </a:lnTo>
                    <a:lnTo>
                      <a:pt x="22" y="90"/>
                    </a:lnTo>
                    <a:lnTo>
                      <a:pt x="18" y="90"/>
                    </a:lnTo>
                    <a:lnTo>
                      <a:pt x="18" y="94"/>
                    </a:lnTo>
                    <a:lnTo>
                      <a:pt x="18" y="94"/>
                    </a:lnTo>
                    <a:lnTo>
                      <a:pt x="18" y="94"/>
                    </a:lnTo>
                    <a:lnTo>
                      <a:pt x="18" y="94"/>
                    </a:lnTo>
                    <a:lnTo>
                      <a:pt x="18" y="94"/>
                    </a:lnTo>
                    <a:lnTo>
                      <a:pt x="18" y="94"/>
                    </a:lnTo>
                    <a:lnTo>
                      <a:pt x="14" y="94"/>
                    </a:lnTo>
                    <a:lnTo>
                      <a:pt x="14" y="94"/>
                    </a:lnTo>
                    <a:lnTo>
                      <a:pt x="14" y="94"/>
                    </a:lnTo>
                    <a:lnTo>
                      <a:pt x="12" y="94"/>
                    </a:lnTo>
                    <a:lnTo>
                      <a:pt x="12" y="94"/>
                    </a:lnTo>
                    <a:lnTo>
                      <a:pt x="12" y="94"/>
                    </a:lnTo>
                    <a:lnTo>
                      <a:pt x="12" y="94"/>
                    </a:lnTo>
                    <a:lnTo>
                      <a:pt x="12" y="94"/>
                    </a:lnTo>
                    <a:lnTo>
                      <a:pt x="12" y="90"/>
                    </a:lnTo>
                    <a:lnTo>
                      <a:pt x="12" y="90"/>
                    </a:lnTo>
                    <a:lnTo>
                      <a:pt x="8" y="90"/>
                    </a:lnTo>
                    <a:lnTo>
                      <a:pt x="8" y="86"/>
                    </a:lnTo>
                    <a:lnTo>
                      <a:pt x="8" y="84"/>
                    </a:lnTo>
                    <a:lnTo>
                      <a:pt x="4" y="84"/>
                    </a:lnTo>
                    <a:lnTo>
                      <a:pt x="4" y="84"/>
                    </a:lnTo>
                    <a:lnTo>
                      <a:pt x="4" y="84"/>
                    </a:lnTo>
                    <a:lnTo>
                      <a:pt x="4" y="84"/>
                    </a:lnTo>
                    <a:lnTo>
                      <a:pt x="4" y="84"/>
                    </a:lnTo>
                    <a:lnTo>
                      <a:pt x="0" y="84"/>
                    </a:lnTo>
                    <a:lnTo>
                      <a:pt x="0" y="84"/>
                    </a:lnTo>
                    <a:lnTo>
                      <a:pt x="0" y="84"/>
                    </a:lnTo>
                    <a:lnTo>
                      <a:pt x="0" y="84"/>
                    </a:lnTo>
                    <a:lnTo>
                      <a:pt x="0" y="80"/>
                    </a:lnTo>
                    <a:lnTo>
                      <a:pt x="0" y="80"/>
                    </a:lnTo>
                    <a:lnTo>
                      <a:pt x="0" y="76"/>
                    </a:lnTo>
                    <a:lnTo>
                      <a:pt x="0" y="76"/>
                    </a:lnTo>
                    <a:lnTo>
                      <a:pt x="0" y="76"/>
                    </a:lnTo>
                    <a:lnTo>
                      <a:pt x="0" y="76"/>
                    </a:lnTo>
                    <a:lnTo>
                      <a:pt x="0" y="76"/>
                    </a:lnTo>
                    <a:lnTo>
                      <a:pt x="0" y="72"/>
                    </a:lnTo>
                    <a:lnTo>
                      <a:pt x="0" y="72"/>
                    </a:lnTo>
                    <a:lnTo>
                      <a:pt x="0" y="72"/>
                    </a:lnTo>
                    <a:lnTo>
                      <a:pt x="0" y="72"/>
                    </a:lnTo>
                    <a:lnTo>
                      <a:pt x="0" y="72"/>
                    </a:lnTo>
                    <a:lnTo>
                      <a:pt x="4" y="72"/>
                    </a:lnTo>
                    <a:lnTo>
                      <a:pt x="4" y="68"/>
                    </a:lnTo>
                    <a:lnTo>
                      <a:pt x="4" y="68"/>
                    </a:lnTo>
                    <a:lnTo>
                      <a:pt x="4" y="68"/>
                    </a:lnTo>
                    <a:lnTo>
                      <a:pt x="4" y="68"/>
                    </a:lnTo>
                    <a:lnTo>
                      <a:pt x="4" y="64"/>
                    </a:lnTo>
                    <a:lnTo>
                      <a:pt x="4" y="60"/>
                    </a:lnTo>
                    <a:lnTo>
                      <a:pt x="4" y="60"/>
                    </a:lnTo>
                    <a:lnTo>
                      <a:pt x="4" y="60"/>
                    </a:lnTo>
                    <a:lnTo>
                      <a:pt x="4" y="56"/>
                    </a:lnTo>
                    <a:lnTo>
                      <a:pt x="4" y="56"/>
                    </a:lnTo>
                    <a:lnTo>
                      <a:pt x="4" y="56"/>
                    </a:lnTo>
                    <a:lnTo>
                      <a:pt x="4" y="56"/>
                    </a:lnTo>
                    <a:lnTo>
                      <a:pt x="8" y="54"/>
                    </a:lnTo>
                    <a:lnTo>
                      <a:pt x="8" y="54"/>
                    </a:lnTo>
                    <a:lnTo>
                      <a:pt x="8" y="54"/>
                    </a:lnTo>
                    <a:lnTo>
                      <a:pt x="12" y="54"/>
                    </a:lnTo>
                    <a:lnTo>
                      <a:pt x="12" y="54"/>
                    </a:lnTo>
                    <a:lnTo>
                      <a:pt x="12" y="54"/>
                    </a:lnTo>
                    <a:lnTo>
                      <a:pt x="12" y="54"/>
                    </a:lnTo>
                    <a:lnTo>
                      <a:pt x="14" y="50"/>
                    </a:lnTo>
                    <a:lnTo>
                      <a:pt x="14" y="50"/>
                    </a:lnTo>
                    <a:lnTo>
                      <a:pt x="14" y="50"/>
                    </a:lnTo>
                    <a:lnTo>
                      <a:pt x="14" y="46"/>
                    </a:lnTo>
                    <a:lnTo>
                      <a:pt x="14" y="46"/>
                    </a:lnTo>
                    <a:lnTo>
                      <a:pt x="14" y="46"/>
                    </a:lnTo>
                    <a:lnTo>
                      <a:pt x="14" y="46"/>
                    </a:lnTo>
                    <a:lnTo>
                      <a:pt x="14" y="42"/>
                    </a:lnTo>
                    <a:lnTo>
                      <a:pt x="14" y="42"/>
                    </a:lnTo>
                    <a:lnTo>
                      <a:pt x="14" y="42"/>
                    </a:lnTo>
                    <a:lnTo>
                      <a:pt x="14" y="42"/>
                    </a:lnTo>
                    <a:lnTo>
                      <a:pt x="14" y="42"/>
                    </a:lnTo>
                    <a:lnTo>
                      <a:pt x="18" y="42"/>
                    </a:lnTo>
                    <a:lnTo>
                      <a:pt x="18" y="42"/>
                    </a:lnTo>
                    <a:lnTo>
                      <a:pt x="18" y="42"/>
                    </a:lnTo>
                    <a:lnTo>
                      <a:pt x="18" y="42"/>
                    </a:lnTo>
                    <a:lnTo>
                      <a:pt x="18" y="38"/>
                    </a:lnTo>
                    <a:lnTo>
                      <a:pt x="18" y="38"/>
                    </a:lnTo>
                    <a:lnTo>
                      <a:pt x="18" y="38"/>
                    </a:lnTo>
                    <a:lnTo>
                      <a:pt x="18" y="38"/>
                    </a:lnTo>
                    <a:lnTo>
                      <a:pt x="18" y="38"/>
                    </a:lnTo>
                    <a:lnTo>
                      <a:pt x="18" y="34"/>
                    </a:lnTo>
                    <a:lnTo>
                      <a:pt x="18" y="34"/>
                    </a:lnTo>
                    <a:lnTo>
                      <a:pt x="18" y="34"/>
                    </a:lnTo>
                    <a:lnTo>
                      <a:pt x="18" y="30"/>
                    </a:lnTo>
                    <a:lnTo>
                      <a:pt x="18" y="30"/>
                    </a:lnTo>
                    <a:lnTo>
                      <a:pt x="22" y="28"/>
                    </a:lnTo>
                    <a:lnTo>
                      <a:pt x="22" y="28"/>
                    </a:lnTo>
                    <a:lnTo>
                      <a:pt x="22" y="28"/>
                    </a:lnTo>
                    <a:lnTo>
                      <a:pt x="22" y="30"/>
                    </a:lnTo>
                    <a:lnTo>
                      <a:pt x="26" y="30"/>
                    </a:lnTo>
                    <a:lnTo>
                      <a:pt x="26" y="34"/>
                    </a:lnTo>
                    <a:lnTo>
                      <a:pt x="26" y="34"/>
                    </a:lnTo>
                    <a:lnTo>
                      <a:pt x="30" y="34"/>
                    </a:lnTo>
                    <a:lnTo>
                      <a:pt x="30" y="34"/>
                    </a:lnTo>
                    <a:lnTo>
                      <a:pt x="30" y="34"/>
                    </a:lnTo>
                    <a:lnTo>
                      <a:pt x="30" y="34"/>
                    </a:lnTo>
                    <a:lnTo>
                      <a:pt x="30" y="34"/>
                    </a:lnTo>
                    <a:lnTo>
                      <a:pt x="30" y="34"/>
                    </a:lnTo>
                    <a:lnTo>
                      <a:pt x="30" y="34"/>
                    </a:lnTo>
                    <a:lnTo>
                      <a:pt x="30" y="30"/>
                    </a:lnTo>
                    <a:lnTo>
                      <a:pt x="30" y="30"/>
                    </a:lnTo>
                    <a:lnTo>
                      <a:pt x="30" y="30"/>
                    </a:lnTo>
                    <a:lnTo>
                      <a:pt x="30" y="30"/>
                    </a:lnTo>
                    <a:lnTo>
                      <a:pt x="34" y="30"/>
                    </a:lnTo>
                    <a:lnTo>
                      <a:pt x="34" y="30"/>
                    </a:lnTo>
                    <a:lnTo>
                      <a:pt x="34" y="30"/>
                    </a:lnTo>
                    <a:lnTo>
                      <a:pt x="34" y="28"/>
                    </a:lnTo>
                    <a:lnTo>
                      <a:pt x="34" y="28"/>
                    </a:lnTo>
                    <a:lnTo>
                      <a:pt x="34" y="24"/>
                    </a:lnTo>
                    <a:lnTo>
                      <a:pt x="34" y="24"/>
                    </a:lnTo>
                    <a:lnTo>
                      <a:pt x="34" y="28"/>
                    </a:lnTo>
                    <a:lnTo>
                      <a:pt x="38" y="28"/>
                    </a:lnTo>
                    <a:lnTo>
                      <a:pt x="38" y="28"/>
                    </a:lnTo>
                    <a:lnTo>
                      <a:pt x="38" y="28"/>
                    </a:lnTo>
                    <a:lnTo>
                      <a:pt x="38" y="24"/>
                    </a:lnTo>
                    <a:lnTo>
                      <a:pt x="38" y="24"/>
                    </a:lnTo>
                    <a:lnTo>
                      <a:pt x="38" y="20"/>
                    </a:lnTo>
                    <a:lnTo>
                      <a:pt x="38" y="20"/>
                    </a:lnTo>
                    <a:lnTo>
                      <a:pt x="40" y="16"/>
                    </a:lnTo>
                    <a:lnTo>
                      <a:pt x="40" y="16"/>
                    </a:lnTo>
                    <a:lnTo>
                      <a:pt x="44" y="16"/>
                    </a:lnTo>
                    <a:lnTo>
                      <a:pt x="44" y="16"/>
                    </a:lnTo>
                    <a:lnTo>
                      <a:pt x="44" y="16"/>
                    </a:lnTo>
                    <a:lnTo>
                      <a:pt x="44" y="16"/>
                    </a:lnTo>
                    <a:lnTo>
                      <a:pt x="48" y="16"/>
                    </a:lnTo>
                    <a:lnTo>
                      <a:pt x="48" y="16"/>
                    </a:lnTo>
                    <a:lnTo>
                      <a:pt x="48" y="16"/>
                    </a:lnTo>
                    <a:lnTo>
                      <a:pt x="48" y="16"/>
                    </a:lnTo>
                    <a:lnTo>
                      <a:pt x="48" y="12"/>
                    </a:lnTo>
                    <a:lnTo>
                      <a:pt x="48" y="12"/>
                    </a:lnTo>
                    <a:lnTo>
                      <a:pt x="48" y="12"/>
                    </a:lnTo>
                    <a:lnTo>
                      <a:pt x="48" y="12"/>
                    </a:lnTo>
                    <a:lnTo>
                      <a:pt x="52" y="12"/>
                    </a:lnTo>
                    <a:lnTo>
                      <a:pt x="52" y="12"/>
                    </a:lnTo>
                    <a:lnTo>
                      <a:pt x="56" y="12"/>
                    </a:lnTo>
                    <a:lnTo>
                      <a:pt x="60" y="8"/>
                    </a:lnTo>
                    <a:lnTo>
                      <a:pt x="60" y="8"/>
                    </a:lnTo>
                    <a:lnTo>
                      <a:pt x="64" y="4"/>
                    </a:lnTo>
                    <a:lnTo>
                      <a:pt x="64" y="4"/>
                    </a:lnTo>
                    <a:lnTo>
                      <a:pt x="64" y="4"/>
                    </a:lnTo>
                    <a:lnTo>
                      <a:pt x="66" y="0"/>
                    </a:lnTo>
                    <a:lnTo>
                      <a:pt x="66" y="0"/>
                    </a:lnTo>
                    <a:lnTo>
                      <a:pt x="70" y="0"/>
                    </a:lnTo>
                    <a:lnTo>
                      <a:pt x="74" y="0"/>
                    </a:lnTo>
                    <a:lnTo>
                      <a:pt x="74" y="0"/>
                    </a:lnTo>
                    <a:lnTo>
                      <a:pt x="78" y="0"/>
                    </a:lnTo>
                    <a:lnTo>
                      <a:pt x="82" y="4"/>
                    </a:lnTo>
                    <a:lnTo>
                      <a:pt x="82" y="4"/>
                    </a:lnTo>
                    <a:lnTo>
                      <a:pt x="82" y="4"/>
                    </a:lnTo>
                    <a:lnTo>
                      <a:pt x="82" y="4"/>
                    </a:lnTo>
                    <a:lnTo>
                      <a:pt x="82" y="8"/>
                    </a:lnTo>
                    <a:lnTo>
                      <a:pt x="82" y="8"/>
                    </a:lnTo>
                    <a:lnTo>
                      <a:pt x="82" y="12"/>
                    </a:lnTo>
                    <a:lnTo>
                      <a:pt x="82" y="12"/>
                    </a:lnTo>
                    <a:lnTo>
                      <a:pt x="82" y="12"/>
                    </a:lnTo>
                    <a:lnTo>
                      <a:pt x="82" y="12"/>
                    </a:lnTo>
                    <a:lnTo>
                      <a:pt x="82" y="12"/>
                    </a:lnTo>
                    <a:lnTo>
                      <a:pt x="82" y="16"/>
                    </a:lnTo>
                    <a:lnTo>
                      <a:pt x="86" y="16"/>
                    </a:lnTo>
                    <a:lnTo>
                      <a:pt x="82" y="16"/>
                    </a:lnTo>
                    <a:lnTo>
                      <a:pt x="82" y="16"/>
                    </a:lnTo>
                    <a:lnTo>
                      <a:pt x="86" y="20"/>
                    </a:lnTo>
                    <a:lnTo>
                      <a:pt x="86" y="24"/>
                    </a:lnTo>
                    <a:lnTo>
                      <a:pt x="86" y="24"/>
                    </a:lnTo>
                    <a:lnTo>
                      <a:pt x="86" y="28"/>
                    </a:lnTo>
                    <a:lnTo>
                      <a:pt x="90" y="28"/>
                    </a:lnTo>
                    <a:lnTo>
                      <a:pt x="92" y="28"/>
                    </a:lnTo>
                    <a:lnTo>
                      <a:pt x="92" y="28"/>
                    </a:lnTo>
                    <a:lnTo>
                      <a:pt x="92" y="28"/>
                    </a:lnTo>
                    <a:lnTo>
                      <a:pt x="92" y="30"/>
                    </a:lnTo>
                    <a:lnTo>
                      <a:pt x="92" y="30"/>
                    </a:lnTo>
                    <a:lnTo>
                      <a:pt x="92" y="30"/>
                    </a:lnTo>
                    <a:lnTo>
                      <a:pt x="96" y="30"/>
                    </a:lnTo>
                    <a:lnTo>
                      <a:pt x="96" y="30"/>
                    </a:lnTo>
                    <a:lnTo>
                      <a:pt x="96" y="30"/>
                    </a:lnTo>
                    <a:lnTo>
                      <a:pt x="92" y="30"/>
                    </a:lnTo>
                    <a:lnTo>
                      <a:pt x="92" y="30"/>
                    </a:lnTo>
                    <a:lnTo>
                      <a:pt x="92" y="30"/>
                    </a:lnTo>
                    <a:lnTo>
                      <a:pt x="92" y="30"/>
                    </a:lnTo>
                    <a:lnTo>
                      <a:pt x="92" y="30"/>
                    </a:lnTo>
                    <a:lnTo>
                      <a:pt x="92" y="30"/>
                    </a:lnTo>
                    <a:lnTo>
                      <a:pt x="92" y="30"/>
                    </a:lnTo>
                    <a:lnTo>
                      <a:pt x="92" y="34"/>
                    </a:lnTo>
                    <a:lnTo>
                      <a:pt x="92" y="34"/>
                    </a:lnTo>
                    <a:lnTo>
                      <a:pt x="92" y="38"/>
                    </a:lnTo>
                    <a:lnTo>
                      <a:pt x="92" y="38"/>
                    </a:lnTo>
                    <a:lnTo>
                      <a:pt x="96" y="38"/>
                    </a:lnTo>
                    <a:lnTo>
                      <a:pt x="100" y="42"/>
                    </a:lnTo>
                    <a:lnTo>
                      <a:pt x="104" y="46"/>
                    </a:lnTo>
                    <a:lnTo>
                      <a:pt x="104" y="42"/>
                    </a:lnTo>
                    <a:lnTo>
                      <a:pt x="108" y="42"/>
                    </a:lnTo>
                    <a:lnTo>
                      <a:pt x="108" y="42"/>
                    </a:lnTo>
                    <a:lnTo>
                      <a:pt x="108" y="42"/>
                    </a:lnTo>
                    <a:lnTo>
                      <a:pt x="108" y="42"/>
                    </a:lnTo>
                    <a:lnTo>
                      <a:pt x="108" y="46"/>
                    </a:lnTo>
                    <a:lnTo>
                      <a:pt x="112" y="46"/>
                    </a:lnTo>
                    <a:lnTo>
                      <a:pt x="108" y="46"/>
                    </a:lnTo>
                    <a:lnTo>
                      <a:pt x="108" y="46"/>
                    </a:lnTo>
                    <a:lnTo>
                      <a:pt x="108" y="50"/>
                    </a:lnTo>
                    <a:lnTo>
                      <a:pt x="108" y="50"/>
                    </a:lnTo>
                    <a:lnTo>
                      <a:pt x="112" y="54"/>
                    </a:lnTo>
                    <a:lnTo>
                      <a:pt x="112" y="56"/>
                    </a:lnTo>
                    <a:lnTo>
                      <a:pt x="112" y="56"/>
                    </a:lnTo>
                    <a:lnTo>
                      <a:pt x="112" y="56"/>
                    </a:lnTo>
                    <a:lnTo>
                      <a:pt x="112" y="56"/>
                    </a:lnTo>
                    <a:lnTo>
                      <a:pt x="112" y="60"/>
                    </a:lnTo>
                    <a:lnTo>
                      <a:pt x="112" y="60"/>
                    </a:lnTo>
                    <a:lnTo>
                      <a:pt x="108" y="60"/>
                    </a:lnTo>
                    <a:lnTo>
                      <a:pt x="108" y="64"/>
                    </a:lnTo>
                    <a:lnTo>
                      <a:pt x="108" y="64"/>
                    </a:lnTo>
                    <a:lnTo>
                      <a:pt x="108" y="64"/>
                    </a:lnTo>
                    <a:lnTo>
                      <a:pt x="108" y="64"/>
                    </a:lnTo>
                    <a:lnTo>
                      <a:pt x="108" y="64"/>
                    </a:lnTo>
                    <a:lnTo>
                      <a:pt x="104" y="64"/>
                    </a:lnTo>
                    <a:lnTo>
                      <a:pt x="104" y="64"/>
                    </a:lnTo>
                    <a:lnTo>
                      <a:pt x="104" y="64"/>
                    </a:lnTo>
                    <a:lnTo>
                      <a:pt x="104" y="64"/>
                    </a:lnTo>
                    <a:lnTo>
                      <a:pt x="100" y="64"/>
                    </a:lnTo>
                    <a:lnTo>
                      <a:pt x="100" y="64"/>
                    </a:lnTo>
                    <a:lnTo>
                      <a:pt x="100" y="64"/>
                    </a:lnTo>
                    <a:lnTo>
                      <a:pt x="100" y="64"/>
                    </a:lnTo>
                    <a:lnTo>
                      <a:pt x="100" y="64"/>
                    </a:lnTo>
                    <a:lnTo>
                      <a:pt x="96" y="64"/>
                    </a:lnTo>
                    <a:lnTo>
                      <a:pt x="96" y="64"/>
                    </a:lnTo>
                    <a:lnTo>
                      <a:pt x="96" y="64"/>
                    </a:lnTo>
                    <a:lnTo>
                      <a:pt x="96" y="64"/>
                    </a:lnTo>
                    <a:lnTo>
                      <a:pt x="96" y="64"/>
                    </a:lnTo>
                    <a:lnTo>
                      <a:pt x="96" y="64"/>
                    </a:lnTo>
                    <a:lnTo>
                      <a:pt x="96" y="68"/>
                    </a:lnTo>
                    <a:lnTo>
                      <a:pt x="96" y="68"/>
                    </a:lnTo>
                    <a:lnTo>
                      <a:pt x="92" y="68"/>
                    </a:lnTo>
                    <a:lnTo>
                      <a:pt x="92" y="68"/>
                    </a:lnTo>
                    <a:lnTo>
                      <a:pt x="92" y="72"/>
                    </a:lnTo>
                    <a:lnTo>
                      <a:pt x="92" y="72"/>
                    </a:lnTo>
                    <a:lnTo>
                      <a:pt x="90" y="72"/>
                    </a:lnTo>
                    <a:lnTo>
                      <a:pt x="90" y="72"/>
                    </a:lnTo>
                    <a:lnTo>
                      <a:pt x="90"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8" name="Freeform 132"/>
              <p:cNvSpPr>
                <a:spLocks/>
              </p:cNvSpPr>
              <p:nvPr/>
            </p:nvSpPr>
            <p:spPr bwMode="gray">
              <a:xfrm>
                <a:off x="5513053" y="4589260"/>
                <a:ext cx="45221" cy="62613"/>
              </a:xfrm>
              <a:custGeom>
                <a:avLst/>
                <a:gdLst>
                  <a:gd name="T0" fmla="*/ 26 w 26"/>
                  <a:gd name="T1" fmla="*/ 14 h 36"/>
                  <a:gd name="T2" fmla="*/ 26 w 26"/>
                  <a:gd name="T3" fmla="*/ 18 h 36"/>
                  <a:gd name="T4" fmla="*/ 22 w 26"/>
                  <a:gd name="T5" fmla="*/ 18 h 36"/>
                  <a:gd name="T6" fmla="*/ 22 w 26"/>
                  <a:gd name="T7" fmla="*/ 18 h 36"/>
                  <a:gd name="T8" fmla="*/ 22 w 26"/>
                  <a:gd name="T9" fmla="*/ 18 h 36"/>
                  <a:gd name="T10" fmla="*/ 22 w 26"/>
                  <a:gd name="T11" fmla="*/ 18 h 36"/>
                  <a:gd name="T12" fmla="*/ 18 w 26"/>
                  <a:gd name="T13" fmla="*/ 22 h 36"/>
                  <a:gd name="T14" fmla="*/ 18 w 26"/>
                  <a:gd name="T15" fmla="*/ 24 h 36"/>
                  <a:gd name="T16" fmla="*/ 18 w 26"/>
                  <a:gd name="T17" fmla="*/ 24 h 36"/>
                  <a:gd name="T18" fmla="*/ 18 w 26"/>
                  <a:gd name="T19" fmla="*/ 28 h 36"/>
                  <a:gd name="T20" fmla="*/ 10 w 26"/>
                  <a:gd name="T21" fmla="*/ 36 h 36"/>
                  <a:gd name="T22" fmla="*/ 8 w 26"/>
                  <a:gd name="T23" fmla="*/ 36 h 36"/>
                  <a:gd name="T24" fmla="*/ 8 w 26"/>
                  <a:gd name="T25" fmla="*/ 32 h 36"/>
                  <a:gd name="T26" fmla="*/ 4 w 26"/>
                  <a:gd name="T27" fmla="*/ 28 h 36"/>
                  <a:gd name="T28" fmla="*/ 4 w 26"/>
                  <a:gd name="T29" fmla="*/ 28 h 36"/>
                  <a:gd name="T30" fmla="*/ 4 w 26"/>
                  <a:gd name="T31" fmla="*/ 28 h 36"/>
                  <a:gd name="T32" fmla="*/ 4 w 26"/>
                  <a:gd name="T33" fmla="*/ 24 h 36"/>
                  <a:gd name="T34" fmla="*/ 4 w 26"/>
                  <a:gd name="T35" fmla="*/ 24 h 36"/>
                  <a:gd name="T36" fmla="*/ 4 w 26"/>
                  <a:gd name="T37" fmla="*/ 22 h 36"/>
                  <a:gd name="T38" fmla="*/ 4 w 26"/>
                  <a:gd name="T39" fmla="*/ 18 h 36"/>
                  <a:gd name="T40" fmla="*/ 4 w 26"/>
                  <a:gd name="T41" fmla="*/ 18 h 36"/>
                  <a:gd name="T42" fmla="*/ 4 w 26"/>
                  <a:gd name="T43" fmla="*/ 14 h 36"/>
                  <a:gd name="T44" fmla="*/ 4 w 26"/>
                  <a:gd name="T45" fmla="*/ 10 h 36"/>
                  <a:gd name="T46" fmla="*/ 0 w 26"/>
                  <a:gd name="T47" fmla="*/ 8 h 36"/>
                  <a:gd name="T48" fmla="*/ 0 w 26"/>
                  <a:gd name="T49" fmla="*/ 8 h 36"/>
                  <a:gd name="T50" fmla="*/ 0 w 26"/>
                  <a:gd name="T51" fmla="*/ 8 h 36"/>
                  <a:gd name="T52" fmla="*/ 4 w 26"/>
                  <a:gd name="T53" fmla="*/ 4 h 36"/>
                  <a:gd name="T54" fmla="*/ 4 w 26"/>
                  <a:gd name="T55" fmla="*/ 8 h 36"/>
                  <a:gd name="T56" fmla="*/ 4 w 26"/>
                  <a:gd name="T57" fmla="*/ 8 h 36"/>
                  <a:gd name="T58" fmla="*/ 8 w 26"/>
                  <a:gd name="T59" fmla="*/ 8 h 36"/>
                  <a:gd name="T60" fmla="*/ 8 w 26"/>
                  <a:gd name="T61" fmla="*/ 8 h 36"/>
                  <a:gd name="T62" fmla="*/ 8 w 26"/>
                  <a:gd name="T63" fmla="*/ 8 h 36"/>
                  <a:gd name="T64" fmla="*/ 10 w 26"/>
                  <a:gd name="T65" fmla="*/ 8 h 36"/>
                  <a:gd name="T66" fmla="*/ 10 w 26"/>
                  <a:gd name="T67" fmla="*/ 8 h 36"/>
                  <a:gd name="T68" fmla="*/ 14 w 26"/>
                  <a:gd name="T69" fmla="*/ 4 h 36"/>
                  <a:gd name="T70" fmla="*/ 14 w 26"/>
                  <a:gd name="T71" fmla="*/ 0 h 36"/>
                  <a:gd name="T72" fmla="*/ 14 w 26"/>
                  <a:gd name="T73" fmla="*/ 4 h 36"/>
                  <a:gd name="T74" fmla="*/ 18 w 26"/>
                  <a:gd name="T75" fmla="*/ 0 h 36"/>
                  <a:gd name="T76" fmla="*/ 22 w 26"/>
                  <a:gd name="T77" fmla="*/ 0 h 36"/>
                  <a:gd name="T78" fmla="*/ 22 w 26"/>
                  <a:gd name="T79" fmla="*/ 0 h 36"/>
                  <a:gd name="T80" fmla="*/ 18 w 26"/>
                  <a:gd name="T81" fmla="*/ 10 h 36"/>
                  <a:gd name="T82" fmla="*/ 22 w 26"/>
                  <a:gd name="T83" fmla="*/ 10 h 36"/>
                  <a:gd name="T84" fmla="*/ 22 w 26"/>
                  <a:gd name="T85" fmla="*/ 10 h 36"/>
                  <a:gd name="T86" fmla="*/ 26 w 26"/>
                  <a:gd name="T87"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 h="36">
                    <a:moveTo>
                      <a:pt x="26" y="10"/>
                    </a:moveTo>
                    <a:lnTo>
                      <a:pt x="26" y="10"/>
                    </a:lnTo>
                    <a:lnTo>
                      <a:pt x="26" y="14"/>
                    </a:lnTo>
                    <a:lnTo>
                      <a:pt x="26" y="14"/>
                    </a:lnTo>
                    <a:lnTo>
                      <a:pt x="26" y="14"/>
                    </a:lnTo>
                    <a:lnTo>
                      <a:pt x="26" y="18"/>
                    </a:lnTo>
                    <a:lnTo>
                      <a:pt x="26" y="18"/>
                    </a:lnTo>
                    <a:lnTo>
                      <a:pt x="26" y="18"/>
                    </a:lnTo>
                    <a:lnTo>
                      <a:pt x="22" y="18"/>
                    </a:lnTo>
                    <a:lnTo>
                      <a:pt x="22" y="18"/>
                    </a:lnTo>
                    <a:lnTo>
                      <a:pt x="22" y="18"/>
                    </a:lnTo>
                    <a:lnTo>
                      <a:pt x="22" y="18"/>
                    </a:lnTo>
                    <a:lnTo>
                      <a:pt x="22" y="18"/>
                    </a:lnTo>
                    <a:lnTo>
                      <a:pt x="22" y="18"/>
                    </a:lnTo>
                    <a:lnTo>
                      <a:pt x="22" y="18"/>
                    </a:lnTo>
                    <a:lnTo>
                      <a:pt x="22" y="18"/>
                    </a:lnTo>
                    <a:lnTo>
                      <a:pt x="22" y="18"/>
                    </a:lnTo>
                    <a:lnTo>
                      <a:pt x="22" y="18"/>
                    </a:lnTo>
                    <a:lnTo>
                      <a:pt x="22" y="22"/>
                    </a:lnTo>
                    <a:lnTo>
                      <a:pt x="22" y="22"/>
                    </a:lnTo>
                    <a:lnTo>
                      <a:pt x="18" y="22"/>
                    </a:lnTo>
                    <a:lnTo>
                      <a:pt x="18" y="24"/>
                    </a:lnTo>
                    <a:lnTo>
                      <a:pt x="18" y="24"/>
                    </a:lnTo>
                    <a:lnTo>
                      <a:pt x="18" y="24"/>
                    </a:lnTo>
                    <a:lnTo>
                      <a:pt x="18" y="24"/>
                    </a:lnTo>
                    <a:lnTo>
                      <a:pt x="18" y="24"/>
                    </a:lnTo>
                    <a:lnTo>
                      <a:pt x="18" y="24"/>
                    </a:lnTo>
                    <a:lnTo>
                      <a:pt x="18" y="28"/>
                    </a:lnTo>
                    <a:lnTo>
                      <a:pt x="18" y="28"/>
                    </a:lnTo>
                    <a:lnTo>
                      <a:pt x="18" y="28"/>
                    </a:lnTo>
                    <a:lnTo>
                      <a:pt x="14" y="32"/>
                    </a:lnTo>
                    <a:lnTo>
                      <a:pt x="14" y="32"/>
                    </a:lnTo>
                    <a:lnTo>
                      <a:pt x="10" y="36"/>
                    </a:lnTo>
                    <a:lnTo>
                      <a:pt x="10" y="36"/>
                    </a:lnTo>
                    <a:lnTo>
                      <a:pt x="8" y="36"/>
                    </a:lnTo>
                    <a:lnTo>
                      <a:pt x="8" y="36"/>
                    </a:lnTo>
                    <a:lnTo>
                      <a:pt x="8" y="36"/>
                    </a:lnTo>
                    <a:lnTo>
                      <a:pt x="8" y="32"/>
                    </a:lnTo>
                    <a:lnTo>
                      <a:pt x="8" y="32"/>
                    </a:lnTo>
                    <a:lnTo>
                      <a:pt x="8" y="32"/>
                    </a:lnTo>
                    <a:lnTo>
                      <a:pt x="8" y="32"/>
                    </a:lnTo>
                    <a:lnTo>
                      <a:pt x="4" y="28"/>
                    </a:lnTo>
                    <a:lnTo>
                      <a:pt x="4" y="28"/>
                    </a:lnTo>
                    <a:lnTo>
                      <a:pt x="4" y="28"/>
                    </a:lnTo>
                    <a:lnTo>
                      <a:pt x="4" y="28"/>
                    </a:lnTo>
                    <a:lnTo>
                      <a:pt x="4" y="28"/>
                    </a:lnTo>
                    <a:lnTo>
                      <a:pt x="4" y="28"/>
                    </a:lnTo>
                    <a:lnTo>
                      <a:pt x="4" y="28"/>
                    </a:lnTo>
                    <a:lnTo>
                      <a:pt x="4" y="24"/>
                    </a:lnTo>
                    <a:lnTo>
                      <a:pt x="4" y="24"/>
                    </a:lnTo>
                    <a:lnTo>
                      <a:pt x="4" y="24"/>
                    </a:lnTo>
                    <a:lnTo>
                      <a:pt x="4" y="24"/>
                    </a:lnTo>
                    <a:lnTo>
                      <a:pt x="4" y="24"/>
                    </a:lnTo>
                    <a:lnTo>
                      <a:pt x="4" y="24"/>
                    </a:lnTo>
                    <a:lnTo>
                      <a:pt x="4" y="22"/>
                    </a:lnTo>
                    <a:lnTo>
                      <a:pt x="4" y="22"/>
                    </a:lnTo>
                    <a:lnTo>
                      <a:pt x="4" y="22"/>
                    </a:lnTo>
                    <a:lnTo>
                      <a:pt x="4" y="18"/>
                    </a:lnTo>
                    <a:lnTo>
                      <a:pt x="4" y="18"/>
                    </a:lnTo>
                    <a:lnTo>
                      <a:pt x="4" y="18"/>
                    </a:lnTo>
                    <a:lnTo>
                      <a:pt x="4" y="18"/>
                    </a:lnTo>
                    <a:lnTo>
                      <a:pt x="4" y="18"/>
                    </a:lnTo>
                    <a:lnTo>
                      <a:pt x="4" y="18"/>
                    </a:lnTo>
                    <a:lnTo>
                      <a:pt x="4" y="14"/>
                    </a:lnTo>
                    <a:lnTo>
                      <a:pt x="4" y="14"/>
                    </a:lnTo>
                    <a:lnTo>
                      <a:pt x="4" y="14"/>
                    </a:lnTo>
                    <a:lnTo>
                      <a:pt x="4" y="14"/>
                    </a:lnTo>
                    <a:lnTo>
                      <a:pt x="4" y="14"/>
                    </a:lnTo>
                    <a:lnTo>
                      <a:pt x="4" y="10"/>
                    </a:lnTo>
                    <a:lnTo>
                      <a:pt x="4" y="10"/>
                    </a:lnTo>
                    <a:lnTo>
                      <a:pt x="4" y="10"/>
                    </a:lnTo>
                    <a:lnTo>
                      <a:pt x="0" y="8"/>
                    </a:lnTo>
                    <a:lnTo>
                      <a:pt x="0" y="8"/>
                    </a:lnTo>
                    <a:lnTo>
                      <a:pt x="0" y="8"/>
                    </a:lnTo>
                    <a:lnTo>
                      <a:pt x="0" y="8"/>
                    </a:lnTo>
                    <a:lnTo>
                      <a:pt x="0" y="8"/>
                    </a:lnTo>
                    <a:lnTo>
                      <a:pt x="0" y="8"/>
                    </a:lnTo>
                    <a:lnTo>
                      <a:pt x="0" y="8"/>
                    </a:lnTo>
                    <a:lnTo>
                      <a:pt x="0" y="4"/>
                    </a:lnTo>
                    <a:lnTo>
                      <a:pt x="0" y="4"/>
                    </a:lnTo>
                    <a:lnTo>
                      <a:pt x="4" y="4"/>
                    </a:lnTo>
                    <a:lnTo>
                      <a:pt x="4" y="8"/>
                    </a:lnTo>
                    <a:lnTo>
                      <a:pt x="4" y="8"/>
                    </a:lnTo>
                    <a:lnTo>
                      <a:pt x="4" y="8"/>
                    </a:lnTo>
                    <a:lnTo>
                      <a:pt x="4" y="8"/>
                    </a:lnTo>
                    <a:lnTo>
                      <a:pt x="4" y="8"/>
                    </a:lnTo>
                    <a:lnTo>
                      <a:pt x="4" y="8"/>
                    </a:lnTo>
                    <a:lnTo>
                      <a:pt x="4" y="8"/>
                    </a:lnTo>
                    <a:lnTo>
                      <a:pt x="4" y="8"/>
                    </a:lnTo>
                    <a:lnTo>
                      <a:pt x="8" y="8"/>
                    </a:lnTo>
                    <a:lnTo>
                      <a:pt x="8" y="8"/>
                    </a:lnTo>
                    <a:lnTo>
                      <a:pt x="8" y="8"/>
                    </a:lnTo>
                    <a:lnTo>
                      <a:pt x="8" y="8"/>
                    </a:lnTo>
                    <a:lnTo>
                      <a:pt x="8" y="8"/>
                    </a:lnTo>
                    <a:lnTo>
                      <a:pt x="8" y="8"/>
                    </a:lnTo>
                    <a:lnTo>
                      <a:pt x="8" y="8"/>
                    </a:lnTo>
                    <a:lnTo>
                      <a:pt x="10" y="8"/>
                    </a:lnTo>
                    <a:lnTo>
                      <a:pt x="10" y="8"/>
                    </a:lnTo>
                    <a:lnTo>
                      <a:pt x="10" y="8"/>
                    </a:lnTo>
                    <a:lnTo>
                      <a:pt x="10" y="8"/>
                    </a:lnTo>
                    <a:lnTo>
                      <a:pt x="10" y="8"/>
                    </a:lnTo>
                    <a:lnTo>
                      <a:pt x="10" y="8"/>
                    </a:lnTo>
                    <a:lnTo>
                      <a:pt x="14" y="8"/>
                    </a:lnTo>
                    <a:lnTo>
                      <a:pt x="14" y="8"/>
                    </a:lnTo>
                    <a:lnTo>
                      <a:pt x="14" y="4"/>
                    </a:lnTo>
                    <a:lnTo>
                      <a:pt x="14" y="0"/>
                    </a:lnTo>
                    <a:lnTo>
                      <a:pt x="14" y="0"/>
                    </a:lnTo>
                    <a:lnTo>
                      <a:pt x="14" y="0"/>
                    </a:lnTo>
                    <a:lnTo>
                      <a:pt x="14" y="0"/>
                    </a:lnTo>
                    <a:lnTo>
                      <a:pt x="14" y="4"/>
                    </a:lnTo>
                    <a:lnTo>
                      <a:pt x="14" y="4"/>
                    </a:lnTo>
                    <a:lnTo>
                      <a:pt x="14" y="4"/>
                    </a:lnTo>
                    <a:lnTo>
                      <a:pt x="18" y="0"/>
                    </a:lnTo>
                    <a:lnTo>
                      <a:pt x="18" y="0"/>
                    </a:lnTo>
                    <a:lnTo>
                      <a:pt x="18" y="0"/>
                    </a:lnTo>
                    <a:lnTo>
                      <a:pt x="22" y="0"/>
                    </a:lnTo>
                    <a:lnTo>
                      <a:pt x="22" y="0"/>
                    </a:lnTo>
                    <a:lnTo>
                      <a:pt x="22" y="0"/>
                    </a:lnTo>
                    <a:lnTo>
                      <a:pt x="22" y="0"/>
                    </a:lnTo>
                    <a:lnTo>
                      <a:pt x="22" y="0"/>
                    </a:lnTo>
                    <a:lnTo>
                      <a:pt x="22" y="4"/>
                    </a:lnTo>
                    <a:lnTo>
                      <a:pt x="22" y="4"/>
                    </a:lnTo>
                    <a:lnTo>
                      <a:pt x="18" y="10"/>
                    </a:lnTo>
                    <a:lnTo>
                      <a:pt x="22" y="10"/>
                    </a:lnTo>
                    <a:lnTo>
                      <a:pt x="22" y="10"/>
                    </a:lnTo>
                    <a:lnTo>
                      <a:pt x="22" y="10"/>
                    </a:lnTo>
                    <a:lnTo>
                      <a:pt x="22" y="10"/>
                    </a:lnTo>
                    <a:lnTo>
                      <a:pt x="22" y="10"/>
                    </a:lnTo>
                    <a:lnTo>
                      <a:pt x="22" y="10"/>
                    </a:lnTo>
                    <a:lnTo>
                      <a:pt x="26" y="10"/>
                    </a:lnTo>
                    <a:lnTo>
                      <a:pt x="26" y="10"/>
                    </a:lnTo>
                    <a:lnTo>
                      <a:pt x="26" y="10"/>
                    </a:lnTo>
                    <a:lnTo>
                      <a:pt x="26"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39" name="Freeform 133"/>
              <p:cNvSpPr>
                <a:spLocks/>
              </p:cNvSpPr>
              <p:nvPr/>
            </p:nvSpPr>
            <p:spPr bwMode="gray">
              <a:xfrm>
                <a:off x="5005187" y="4126620"/>
                <a:ext cx="198277" cy="344373"/>
              </a:xfrm>
              <a:custGeom>
                <a:avLst/>
                <a:gdLst>
                  <a:gd name="T0" fmla="*/ 24 w 114"/>
                  <a:gd name="T1" fmla="*/ 188 h 198"/>
                  <a:gd name="T2" fmla="*/ 20 w 114"/>
                  <a:gd name="T3" fmla="*/ 176 h 198"/>
                  <a:gd name="T4" fmla="*/ 20 w 114"/>
                  <a:gd name="T5" fmla="*/ 168 h 198"/>
                  <a:gd name="T6" fmla="*/ 20 w 114"/>
                  <a:gd name="T7" fmla="*/ 162 h 198"/>
                  <a:gd name="T8" fmla="*/ 12 w 114"/>
                  <a:gd name="T9" fmla="*/ 162 h 198"/>
                  <a:gd name="T10" fmla="*/ 8 w 114"/>
                  <a:gd name="T11" fmla="*/ 154 h 198"/>
                  <a:gd name="T12" fmla="*/ 8 w 114"/>
                  <a:gd name="T13" fmla="*/ 150 h 198"/>
                  <a:gd name="T14" fmla="*/ 4 w 114"/>
                  <a:gd name="T15" fmla="*/ 150 h 198"/>
                  <a:gd name="T16" fmla="*/ 4 w 114"/>
                  <a:gd name="T17" fmla="*/ 142 h 198"/>
                  <a:gd name="T18" fmla="*/ 8 w 114"/>
                  <a:gd name="T19" fmla="*/ 132 h 198"/>
                  <a:gd name="T20" fmla="*/ 12 w 114"/>
                  <a:gd name="T21" fmla="*/ 120 h 198"/>
                  <a:gd name="T22" fmla="*/ 20 w 114"/>
                  <a:gd name="T23" fmla="*/ 112 h 198"/>
                  <a:gd name="T24" fmla="*/ 26 w 114"/>
                  <a:gd name="T25" fmla="*/ 106 h 198"/>
                  <a:gd name="T26" fmla="*/ 30 w 114"/>
                  <a:gd name="T27" fmla="*/ 106 h 198"/>
                  <a:gd name="T28" fmla="*/ 38 w 114"/>
                  <a:gd name="T29" fmla="*/ 108 h 198"/>
                  <a:gd name="T30" fmla="*/ 42 w 114"/>
                  <a:gd name="T31" fmla="*/ 116 h 198"/>
                  <a:gd name="T32" fmla="*/ 46 w 114"/>
                  <a:gd name="T33" fmla="*/ 108 h 198"/>
                  <a:gd name="T34" fmla="*/ 50 w 114"/>
                  <a:gd name="T35" fmla="*/ 98 h 198"/>
                  <a:gd name="T36" fmla="*/ 54 w 114"/>
                  <a:gd name="T37" fmla="*/ 90 h 198"/>
                  <a:gd name="T38" fmla="*/ 54 w 114"/>
                  <a:gd name="T39" fmla="*/ 86 h 198"/>
                  <a:gd name="T40" fmla="*/ 56 w 114"/>
                  <a:gd name="T41" fmla="*/ 78 h 198"/>
                  <a:gd name="T42" fmla="*/ 64 w 114"/>
                  <a:gd name="T43" fmla="*/ 72 h 198"/>
                  <a:gd name="T44" fmla="*/ 68 w 114"/>
                  <a:gd name="T45" fmla="*/ 64 h 198"/>
                  <a:gd name="T46" fmla="*/ 68 w 114"/>
                  <a:gd name="T47" fmla="*/ 52 h 198"/>
                  <a:gd name="T48" fmla="*/ 72 w 114"/>
                  <a:gd name="T49" fmla="*/ 46 h 198"/>
                  <a:gd name="T50" fmla="*/ 80 w 114"/>
                  <a:gd name="T51" fmla="*/ 34 h 198"/>
                  <a:gd name="T52" fmla="*/ 86 w 114"/>
                  <a:gd name="T53" fmla="*/ 30 h 198"/>
                  <a:gd name="T54" fmla="*/ 86 w 114"/>
                  <a:gd name="T55" fmla="*/ 22 h 198"/>
                  <a:gd name="T56" fmla="*/ 86 w 114"/>
                  <a:gd name="T57" fmla="*/ 20 h 198"/>
                  <a:gd name="T58" fmla="*/ 86 w 114"/>
                  <a:gd name="T59" fmla="*/ 16 h 198"/>
                  <a:gd name="T60" fmla="*/ 84 w 114"/>
                  <a:gd name="T61" fmla="*/ 8 h 198"/>
                  <a:gd name="T62" fmla="*/ 84 w 114"/>
                  <a:gd name="T63" fmla="*/ 0 h 198"/>
                  <a:gd name="T64" fmla="*/ 86 w 114"/>
                  <a:gd name="T65" fmla="*/ 8 h 198"/>
                  <a:gd name="T66" fmla="*/ 94 w 114"/>
                  <a:gd name="T67" fmla="*/ 20 h 198"/>
                  <a:gd name="T68" fmla="*/ 94 w 114"/>
                  <a:gd name="T69" fmla="*/ 30 h 198"/>
                  <a:gd name="T70" fmla="*/ 94 w 114"/>
                  <a:gd name="T71" fmla="*/ 42 h 198"/>
                  <a:gd name="T72" fmla="*/ 98 w 114"/>
                  <a:gd name="T73" fmla="*/ 50 h 198"/>
                  <a:gd name="T74" fmla="*/ 98 w 114"/>
                  <a:gd name="T75" fmla="*/ 56 h 198"/>
                  <a:gd name="T76" fmla="*/ 86 w 114"/>
                  <a:gd name="T77" fmla="*/ 56 h 198"/>
                  <a:gd name="T78" fmla="*/ 84 w 114"/>
                  <a:gd name="T79" fmla="*/ 68 h 198"/>
                  <a:gd name="T80" fmla="*/ 94 w 114"/>
                  <a:gd name="T81" fmla="*/ 76 h 198"/>
                  <a:gd name="T82" fmla="*/ 98 w 114"/>
                  <a:gd name="T83" fmla="*/ 86 h 198"/>
                  <a:gd name="T84" fmla="*/ 102 w 114"/>
                  <a:gd name="T85" fmla="*/ 94 h 198"/>
                  <a:gd name="T86" fmla="*/ 98 w 114"/>
                  <a:gd name="T87" fmla="*/ 102 h 198"/>
                  <a:gd name="T88" fmla="*/ 94 w 114"/>
                  <a:gd name="T89" fmla="*/ 108 h 198"/>
                  <a:gd name="T90" fmla="*/ 90 w 114"/>
                  <a:gd name="T91" fmla="*/ 120 h 198"/>
                  <a:gd name="T92" fmla="*/ 86 w 114"/>
                  <a:gd name="T93" fmla="*/ 128 h 198"/>
                  <a:gd name="T94" fmla="*/ 86 w 114"/>
                  <a:gd name="T95" fmla="*/ 134 h 198"/>
                  <a:gd name="T96" fmla="*/ 90 w 114"/>
                  <a:gd name="T97" fmla="*/ 146 h 198"/>
                  <a:gd name="T98" fmla="*/ 94 w 114"/>
                  <a:gd name="T99" fmla="*/ 154 h 198"/>
                  <a:gd name="T100" fmla="*/ 98 w 114"/>
                  <a:gd name="T101" fmla="*/ 162 h 198"/>
                  <a:gd name="T102" fmla="*/ 106 w 114"/>
                  <a:gd name="T103" fmla="*/ 172 h 198"/>
                  <a:gd name="T104" fmla="*/ 110 w 114"/>
                  <a:gd name="T105" fmla="*/ 184 h 198"/>
                  <a:gd name="T106" fmla="*/ 110 w 114"/>
                  <a:gd name="T107" fmla="*/ 188 h 198"/>
                  <a:gd name="T108" fmla="*/ 110 w 114"/>
                  <a:gd name="T109" fmla="*/ 198 h 198"/>
                  <a:gd name="T110" fmla="*/ 102 w 114"/>
                  <a:gd name="T111" fmla="*/ 194 h 198"/>
                  <a:gd name="T112" fmla="*/ 94 w 114"/>
                  <a:gd name="T113" fmla="*/ 190 h 198"/>
                  <a:gd name="T114" fmla="*/ 84 w 114"/>
                  <a:gd name="T115" fmla="*/ 190 h 198"/>
                  <a:gd name="T116" fmla="*/ 68 w 114"/>
                  <a:gd name="T117" fmla="*/ 188 h 198"/>
                  <a:gd name="T118" fmla="*/ 56 w 114"/>
                  <a:gd name="T119" fmla="*/ 188 h 198"/>
                  <a:gd name="T120" fmla="*/ 46 w 114"/>
                  <a:gd name="T121" fmla="*/ 188 h 198"/>
                  <a:gd name="T122" fmla="*/ 38 w 114"/>
                  <a:gd name="T123" fmla="*/ 190 h 198"/>
                  <a:gd name="T124" fmla="*/ 26 w 114"/>
                  <a:gd name="T125" fmla="*/ 19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4" h="198">
                    <a:moveTo>
                      <a:pt x="26" y="190"/>
                    </a:moveTo>
                    <a:lnTo>
                      <a:pt x="24" y="190"/>
                    </a:lnTo>
                    <a:lnTo>
                      <a:pt x="24" y="188"/>
                    </a:lnTo>
                    <a:lnTo>
                      <a:pt x="20" y="188"/>
                    </a:lnTo>
                    <a:lnTo>
                      <a:pt x="20" y="184"/>
                    </a:lnTo>
                    <a:lnTo>
                      <a:pt x="20" y="176"/>
                    </a:lnTo>
                    <a:lnTo>
                      <a:pt x="24" y="176"/>
                    </a:lnTo>
                    <a:lnTo>
                      <a:pt x="24" y="172"/>
                    </a:lnTo>
                    <a:lnTo>
                      <a:pt x="20" y="168"/>
                    </a:lnTo>
                    <a:lnTo>
                      <a:pt x="20" y="164"/>
                    </a:lnTo>
                    <a:lnTo>
                      <a:pt x="16" y="162"/>
                    </a:lnTo>
                    <a:lnTo>
                      <a:pt x="20" y="162"/>
                    </a:lnTo>
                    <a:lnTo>
                      <a:pt x="16" y="158"/>
                    </a:lnTo>
                    <a:lnTo>
                      <a:pt x="16" y="162"/>
                    </a:lnTo>
                    <a:lnTo>
                      <a:pt x="12" y="162"/>
                    </a:lnTo>
                    <a:lnTo>
                      <a:pt x="12" y="158"/>
                    </a:lnTo>
                    <a:lnTo>
                      <a:pt x="8" y="158"/>
                    </a:lnTo>
                    <a:lnTo>
                      <a:pt x="8" y="154"/>
                    </a:lnTo>
                    <a:lnTo>
                      <a:pt x="8" y="150"/>
                    </a:lnTo>
                    <a:lnTo>
                      <a:pt x="8" y="146"/>
                    </a:lnTo>
                    <a:lnTo>
                      <a:pt x="8" y="150"/>
                    </a:lnTo>
                    <a:lnTo>
                      <a:pt x="4" y="150"/>
                    </a:lnTo>
                    <a:lnTo>
                      <a:pt x="4" y="146"/>
                    </a:lnTo>
                    <a:lnTo>
                      <a:pt x="4" y="150"/>
                    </a:lnTo>
                    <a:lnTo>
                      <a:pt x="0" y="150"/>
                    </a:lnTo>
                    <a:lnTo>
                      <a:pt x="0" y="146"/>
                    </a:lnTo>
                    <a:lnTo>
                      <a:pt x="4" y="142"/>
                    </a:lnTo>
                    <a:lnTo>
                      <a:pt x="4" y="138"/>
                    </a:lnTo>
                    <a:lnTo>
                      <a:pt x="8" y="134"/>
                    </a:lnTo>
                    <a:lnTo>
                      <a:pt x="8" y="132"/>
                    </a:lnTo>
                    <a:lnTo>
                      <a:pt x="8" y="128"/>
                    </a:lnTo>
                    <a:lnTo>
                      <a:pt x="8" y="124"/>
                    </a:lnTo>
                    <a:lnTo>
                      <a:pt x="12" y="120"/>
                    </a:lnTo>
                    <a:lnTo>
                      <a:pt x="16" y="116"/>
                    </a:lnTo>
                    <a:lnTo>
                      <a:pt x="20" y="116"/>
                    </a:lnTo>
                    <a:lnTo>
                      <a:pt x="20" y="112"/>
                    </a:lnTo>
                    <a:lnTo>
                      <a:pt x="20" y="108"/>
                    </a:lnTo>
                    <a:lnTo>
                      <a:pt x="24" y="108"/>
                    </a:lnTo>
                    <a:lnTo>
                      <a:pt x="26" y="106"/>
                    </a:lnTo>
                    <a:lnTo>
                      <a:pt x="26" y="108"/>
                    </a:lnTo>
                    <a:lnTo>
                      <a:pt x="30" y="108"/>
                    </a:lnTo>
                    <a:lnTo>
                      <a:pt x="30" y="106"/>
                    </a:lnTo>
                    <a:lnTo>
                      <a:pt x="34" y="106"/>
                    </a:lnTo>
                    <a:lnTo>
                      <a:pt x="34" y="108"/>
                    </a:lnTo>
                    <a:lnTo>
                      <a:pt x="38" y="108"/>
                    </a:lnTo>
                    <a:lnTo>
                      <a:pt x="38" y="112"/>
                    </a:lnTo>
                    <a:lnTo>
                      <a:pt x="38" y="116"/>
                    </a:lnTo>
                    <a:lnTo>
                      <a:pt x="42" y="116"/>
                    </a:lnTo>
                    <a:lnTo>
                      <a:pt x="42" y="112"/>
                    </a:lnTo>
                    <a:lnTo>
                      <a:pt x="46" y="112"/>
                    </a:lnTo>
                    <a:lnTo>
                      <a:pt x="46" y="108"/>
                    </a:lnTo>
                    <a:lnTo>
                      <a:pt x="50" y="106"/>
                    </a:lnTo>
                    <a:lnTo>
                      <a:pt x="50" y="102"/>
                    </a:lnTo>
                    <a:lnTo>
                      <a:pt x="50" y="98"/>
                    </a:lnTo>
                    <a:lnTo>
                      <a:pt x="54" y="98"/>
                    </a:lnTo>
                    <a:lnTo>
                      <a:pt x="54" y="94"/>
                    </a:lnTo>
                    <a:lnTo>
                      <a:pt x="54" y="90"/>
                    </a:lnTo>
                    <a:lnTo>
                      <a:pt x="54" y="86"/>
                    </a:lnTo>
                    <a:lnTo>
                      <a:pt x="56" y="86"/>
                    </a:lnTo>
                    <a:lnTo>
                      <a:pt x="54" y="86"/>
                    </a:lnTo>
                    <a:lnTo>
                      <a:pt x="54" y="82"/>
                    </a:lnTo>
                    <a:lnTo>
                      <a:pt x="56" y="82"/>
                    </a:lnTo>
                    <a:lnTo>
                      <a:pt x="56" y="78"/>
                    </a:lnTo>
                    <a:lnTo>
                      <a:pt x="60" y="78"/>
                    </a:lnTo>
                    <a:lnTo>
                      <a:pt x="64" y="76"/>
                    </a:lnTo>
                    <a:lnTo>
                      <a:pt x="64" y="72"/>
                    </a:lnTo>
                    <a:lnTo>
                      <a:pt x="64" y="68"/>
                    </a:lnTo>
                    <a:lnTo>
                      <a:pt x="64" y="64"/>
                    </a:lnTo>
                    <a:lnTo>
                      <a:pt x="68" y="64"/>
                    </a:lnTo>
                    <a:lnTo>
                      <a:pt x="68" y="60"/>
                    </a:lnTo>
                    <a:lnTo>
                      <a:pt x="68" y="56"/>
                    </a:lnTo>
                    <a:lnTo>
                      <a:pt x="68" y="52"/>
                    </a:lnTo>
                    <a:lnTo>
                      <a:pt x="72" y="52"/>
                    </a:lnTo>
                    <a:lnTo>
                      <a:pt x="72" y="50"/>
                    </a:lnTo>
                    <a:lnTo>
                      <a:pt x="72" y="46"/>
                    </a:lnTo>
                    <a:lnTo>
                      <a:pt x="76" y="42"/>
                    </a:lnTo>
                    <a:lnTo>
                      <a:pt x="76" y="38"/>
                    </a:lnTo>
                    <a:lnTo>
                      <a:pt x="80" y="34"/>
                    </a:lnTo>
                    <a:lnTo>
                      <a:pt x="84" y="34"/>
                    </a:lnTo>
                    <a:lnTo>
                      <a:pt x="84" y="30"/>
                    </a:lnTo>
                    <a:lnTo>
                      <a:pt x="86" y="30"/>
                    </a:lnTo>
                    <a:lnTo>
                      <a:pt x="90" y="26"/>
                    </a:lnTo>
                    <a:lnTo>
                      <a:pt x="86" y="26"/>
                    </a:lnTo>
                    <a:lnTo>
                      <a:pt x="86" y="22"/>
                    </a:lnTo>
                    <a:lnTo>
                      <a:pt x="90" y="22"/>
                    </a:lnTo>
                    <a:lnTo>
                      <a:pt x="90" y="20"/>
                    </a:lnTo>
                    <a:lnTo>
                      <a:pt x="86" y="20"/>
                    </a:lnTo>
                    <a:lnTo>
                      <a:pt x="90" y="20"/>
                    </a:lnTo>
                    <a:lnTo>
                      <a:pt x="90" y="16"/>
                    </a:lnTo>
                    <a:lnTo>
                      <a:pt x="86" y="16"/>
                    </a:lnTo>
                    <a:lnTo>
                      <a:pt x="84" y="16"/>
                    </a:lnTo>
                    <a:lnTo>
                      <a:pt x="84" y="12"/>
                    </a:lnTo>
                    <a:lnTo>
                      <a:pt x="84" y="8"/>
                    </a:lnTo>
                    <a:lnTo>
                      <a:pt x="84" y="4"/>
                    </a:lnTo>
                    <a:lnTo>
                      <a:pt x="80" y="0"/>
                    </a:lnTo>
                    <a:lnTo>
                      <a:pt x="84" y="0"/>
                    </a:lnTo>
                    <a:lnTo>
                      <a:pt x="86" y="0"/>
                    </a:lnTo>
                    <a:lnTo>
                      <a:pt x="86" y="4"/>
                    </a:lnTo>
                    <a:lnTo>
                      <a:pt x="86" y="8"/>
                    </a:lnTo>
                    <a:lnTo>
                      <a:pt x="90" y="8"/>
                    </a:lnTo>
                    <a:lnTo>
                      <a:pt x="94" y="16"/>
                    </a:lnTo>
                    <a:lnTo>
                      <a:pt x="94" y="20"/>
                    </a:lnTo>
                    <a:lnTo>
                      <a:pt x="94" y="22"/>
                    </a:lnTo>
                    <a:lnTo>
                      <a:pt x="94" y="26"/>
                    </a:lnTo>
                    <a:lnTo>
                      <a:pt x="94" y="30"/>
                    </a:lnTo>
                    <a:lnTo>
                      <a:pt x="94" y="34"/>
                    </a:lnTo>
                    <a:lnTo>
                      <a:pt x="94" y="38"/>
                    </a:lnTo>
                    <a:lnTo>
                      <a:pt x="94" y="42"/>
                    </a:lnTo>
                    <a:lnTo>
                      <a:pt x="94" y="46"/>
                    </a:lnTo>
                    <a:lnTo>
                      <a:pt x="98" y="46"/>
                    </a:lnTo>
                    <a:lnTo>
                      <a:pt x="98" y="50"/>
                    </a:lnTo>
                    <a:lnTo>
                      <a:pt x="102" y="52"/>
                    </a:lnTo>
                    <a:lnTo>
                      <a:pt x="102" y="56"/>
                    </a:lnTo>
                    <a:lnTo>
                      <a:pt x="98" y="56"/>
                    </a:lnTo>
                    <a:lnTo>
                      <a:pt x="94" y="56"/>
                    </a:lnTo>
                    <a:lnTo>
                      <a:pt x="90" y="56"/>
                    </a:lnTo>
                    <a:lnTo>
                      <a:pt x="86" y="56"/>
                    </a:lnTo>
                    <a:lnTo>
                      <a:pt x="84" y="56"/>
                    </a:lnTo>
                    <a:lnTo>
                      <a:pt x="80" y="60"/>
                    </a:lnTo>
                    <a:lnTo>
                      <a:pt x="84" y="68"/>
                    </a:lnTo>
                    <a:lnTo>
                      <a:pt x="86" y="72"/>
                    </a:lnTo>
                    <a:lnTo>
                      <a:pt x="90" y="76"/>
                    </a:lnTo>
                    <a:lnTo>
                      <a:pt x="94" y="76"/>
                    </a:lnTo>
                    <a:lnTo>
                      <a:pt x="94" y="78"/>
                    </a:lnTo>
                    <a:lnTo>
                      <a:pt x="98" y="82"/>
                    </a:lnTo>
                    <a:lnTo>
                      <a:pt x="98" y="86"/>
                    </a:lnTo>
                    <a:lnTo>
                      <a:pt x="98" y="90"/>
                    </a:lnTo>
                    <a:lnTo>
                      <a:pt x="102" y="90"/>
                    </a:lnTo>
                    <a:lnTo>
                      <a:pt x="102" y="94"/>
                    </a:lnTo>
                    <a:lnTo>
                      <a:pt x="102" y="98"/>
                    </a:lnTo>
                    <a:lnTo>
                      <a:pt x="102" y="102"/>
                    </a:lnTo>
                    <a:lnTo>
                      <a:pt x="98" y="102"/>
                    </a:lnTo>
                    <a:lnTo>
                      <a:pt x="98" y="106"/>
                    </a:lnTo>
                    <a:lnTo>
                      <a:pt x="94" y="106"/>
                    </a:lnTo>
                    <a:lnTo>
                      <a:pt x="94" y="108"/>
                    </a:lnTo>
                    <a:lnTo>
                      <a:pt x="94" y="112"/>
                    </a:lnTo>
                    <a:lnTo>
                      <a:pt x="90" y="116"/>
                    </a:lnTo>
                    <a:lnTo>
                      <a:pt x="90" y="120"/>
                    </a:lnTo>
                    <a:lnTo>
                      <a:pt x="86" y="120"/>
                    </a:lnTo>
                    <a:lnTo>
                      <a:pt x="86" y="124"/>
                    </a:lnTo>
                    <a:lnTo>
                      <a:pt x="86" y="128"/>
                    </a:lnTo>
                    <a:lnTo>
                      <a:pt x="90" y="128"/>
                    </a:lnTo>
                    <a:lnTo>
                      <a:pt x="86" y="132"/>
                    </a:lnTo>
                    <a:lnTo>
                      <a:pt x="86" y="134"/>
                    </a:lnTo>
                    <a:lnTo>
                      <a:pt x="90" y="138"/>
                    </a:lnTo>
                    <a:lnTo>
                      <a:pt x="90" y="142"/>
                    </a:lnTo>
                    <a:lnTo>
                      <a:pt x="90" y="146"/>
                    </a:lnTo>
                    <a:lnTo>
                      <a:pt x="90" y="150"/>
                    </a:lnTo>
                    <a:lnTo>
                      <a:pt x="94" y="150"/>
                    </a:lnTo>
                    <a:lnTo>
                      <a:pt x="94" y="154"/>
                    </a:lnTo>
                    <a:lnTo>
                      <a:pt x="94" y="158"/>
                    </a:lnTo>
                    <a:lnTo>
                      <a:pt x="94" y="162"/>
                    </a:lnTo>
                    <a:lnTo>
                      <a:pt x="98" y="162"/>
                    </a:lnTo>
                    <a:lnTo>
                      <a:pt x="98" y="164"/>
                    </a:lnTo>
                    <a:lnTo>
                      <a:pt x="102" y="168"/>
                    </a:lnTo>
                    <a:lnTo>
                      <a:pt x="106" y="172"/>
                    </a:lnTo>
                    <a:lnTo>
                      <a:pt x="110" y="176"/>
                    </a:lnTo>
                    <a:lnTo>
                      <a:pt x="110" y="180"/>
                    </a:lnTo>
                    <a:lnTo>
                      <a:pt x="110" y="184"/>
                    </a:lnTo>
                    <a:lnTo>
                      <a:pt x="110" y="188"/>
                    </a:lnTo>
                    <a:lnTo>
                      <a:pt x="114" y="188"/>
                    </a:lnTo>
                    <a:lnTo>
                      <a:pt x="110" y="188"/>
                    </a:lnTo>
                    <a:lnTo>
                      <a:pt x="110" y="190"/>
                    </a:lnTo>
                    <a:lnTo>
                      <a:pt x="110" y="194"/>
                    </a:lnTo>
                    <a:lnTo>
                      <a:pt x="110" y="198"/>
                    </a:lnTo>
                    <a:lnTo>
                      <a:pt x="110" y="194"/>
                    </a:lnTo>
                    <a:lnTo>
                      <a:pt x="106" y="194"/>
                    </a:lnTo>
                    <a:lnTo>
                      <a:pt x="102" y="194"/>
                    </a:lnTo>
                    <a:lnTo>
                      <a:pt x="102" y="190"/>
                    </a:lnTo>
                    <a:lnTo>
                      <a:pt x="98" y="190"/>
                    </a:lnTo>
                    <a:lnTo>
                      <a:pt x="94" y="190"/>
                    </a:lnTo>
                    <a:lnTo>
                      <a:pt x="90" y="190"/>
                    </a:lnTo>
                    <a:lnTo>
                      <a:pt x="86" y="190"/>
                    </a:lnTo>
                    <a:lnTo>
                      <a:pt x="84" y="190"/>
                    </a:lnTo>
                    <a:lnTo>
                      <a:pt x="76" y="190"/>
                    </a:lnTo>
                    <a:lnTo>
                      <a:pt x="68" y="190"/>
                    </a:lnTo>
                    <a:lnTo>
                      <a:pt x="68" y="188"/>
                    </a:lnTo>
                    <a:lnTo>
                      <a:pt x="64" y="188"/>
                    </a:lnTo>
                    <a:lnTo>
                      <a:pt x="60" y="188"/>
                    </a:lnTo>
                    <a:lnTo>
                      <a:pt x="56" y="188"/>
                    </a:lnTo>
                    <a:lnTo>
                      <a:pt x="54" y="188"/>
                    </a:lnTo>
                    <a:lnTo>
                      <a:pt x="50" y="188"/>
                    </a:lnTo>
                    <a:lnTo>
                      <a:pt x="46" y="188"/>
                    </a:lnTo>
                    <a:lnTo>
                      <a:pt x="42" y="188"/>
                    </a:lnTo>
                    <a:lnTo>
                      <a:pt x="42" y="190"/>
                    </a:lnTo>
                    <a:lnTo>
                      <a:pt x="38" y="190"/>
                    </a:lnTo>
                    <a:lnTo>
                      <a:pt x="30" y="190"/>
                    </a:lnTo>
                    <a:lnTo>
                      <a:pt x="26" y="190"/>
                    </a:lnTo>
                    <a:lnTo>
                      <a:pt x="26" y="190"/>
                    </a:lnTo>
                    <a:lnTo>
                      <a:pt x="26" y="1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0" name="Freeform 134"/>
              <p:cNvSpPr>
                <a:spLocks noEditPoints="1"/>
              </p:cNvSpPr>
              <p:nvPr/>
            </p:nvSpPr>
            <p:spPr bwMode="gray">
              <a:xfrm>
                <a:off x="4177296" y="4004870"/>
                <a:ext cx="66092" cy="69570"/>
              </a:xfrm>
              <a:custGeom>
                <a:avLst/>
                <a:gdLst>
                  <a:gd name="T0" fmla="*/ 0 w 38"/>
                  <a:gd name="T1" fmla="*/ 4 h 40"/>
                  <a:gd name="T2" fmla="*/ 0 w 38"/>
                  <a:gd name="T3" fmla="*/ 4 h 40"/>
                  <a:gd name="T4" fmla="*/ 4 w 38"/>
                  <a:gd name="T5" fmla="*/ 0 h 40"/>
                  <a:gd name="T6" fmla="*/ 4 w 38"/>
                  <a:gd name="T7" fmla="*/ 4 h 40"/>
                  <a:gd name="T8" fmla="*/ 4 w 38"/>
                  <a:gd name="T9" fmla="*/ 4 h 40"/>
                  <a:gd name="T10" fmla="*/ 4 w 38"/>
                  <a:gd name="T11" fmla="*/ 4 h 40"/>
                  <a:gd name="T12" fmla="*/ 0 w 38"/>
                  <a:gd name="T13" fmla="*/ 4 h 40"/>
                  <a:gd name="T14" fmla="*/ 0 w 38"/>
                  <a:gd name="T15" fmla="*/ 4 h 40"/>
                  <a:gd name="T16" fmla="*/ 4 w 38"/>
                  <a:gd name="T17" fmla="*/ 8 h 40"/>
                  <a:gd name="T18" fmla="*/ 4 w 38"/>
                  <a:gd name="T19" fmla="*/ 8 h 40"/>
                  <a:gd name="T20" fmla="*/ 4 w 38"/>
                  <a:gd name="T21" fmla="*/ 4 h 40"/>
                  <a:gd name="T22" fmla="*/ 8 w 38"/>
                  <a:gd name="T23" fmla="*/ 8 h 40"/>
                  <a:gd name="T24" fmla="*/ 4 w 38"/>
                  <a:gd name="T25" fmla="*/ 8 h 40"/>
                  <a:gd name="T26" fmla="*/ 34 w 38"/>
                  <a:gd name="T27" fmla="*/ 10 h 40"/>
                  <a:gd name="T28" fmla="*/ 34 w 38"/>
                  <a:gd name="T29" fmla="*/ 8 h 40"/>
                  <a:gd name="T30" fmla="*/ 34 w 38"/>
                  <a:gd name="T31" fmla="*/ 8 h 40"/>
                  <a:gd name="T32" fmla="*/ 34 w 38"/>
                  <a:gd name="T33" fmla="*/ 8 h 40"/>
                  <a:gd name="T34" fmla="*/ 34 w 38"/>
                  <a:gd name="T35" fmla="*/ 10 h 40"/>
                  <a:gd name="T36" fmla="*/ 16 w 38"/>
                  <a:gd name="T37" fmla="*/ 10 h 40"/>
                  <a:gd name="T38" fmla="*/ 12 w 38"/>
                  <a:gd name="T39" fmla="*/ 10 h 40"/>
                  <a:gd name="T40" fmla="*/ 16 w 38"/>
                  <a:gd name="T41" fmla="*/ 10 h 40"/>
                  <a:gd name="T42" fmla="*/ 20 w 38"/>
                  <a:gd name="T43" fmla="*/ 10 h 40"/>
                  <a:gd name="T44" fmla="*/ 20 w 38"/>
                  <a:gd name="T45" fmla="*/ 10 h 40"/>
                  <a:gd name="T46" fmla="*/ 16 w 38"/>
                  <a:gd name="T47" fmla="*/ 10 h 40"/>
                  <a:gd name="T48" fmla="*/ 16 w 38"/>
                  <a:gd name="T49" fmla="*/ 10 h 40"/>
                  <a:gd name="T50" fmla="*/ 16 w 38"/>
                  <a:gd name="T51" fmla="*/ 10 h 40"/>
                  <a:gd name="T52" fmla="*/ 16 w 38"/>
                  <a:gd name="T53" fmla="*/ 10 h 40"/>
                  <a:gd name="T54" fmla="*/ 16 w 38"/>
                  <a:gd name="T55" fmla="*/ 10 h 40"/>
                  <a:gd name="T56" fmla="*/ 34 w 38"/>
                  <a:gd name="T57" fmla="*/ 22 h 40"/>
                  <a:gd name="T58" fmla="*/ 34 w 38"/>
                  <a:gd name="T59" fmla="*/ 22 h 40"/>
                  <a:gd name="T60" fmla="*/ 34 w 38"/>
                  <a:gd name="T61" fmla="*/ 18 h 40"/>
                  <a:gd name="T62" fmla="*/ 38 w 38"/>
                  <a:gd name="T63" fmla="*/ 18 h 40"/>
                  <a:gd name="T64" fmla="*/ 38 w 38"/>
                  <a:gd name="T65" fmla="*/ 18 h 40"/>
                  <a:gd name="T66" fmla="*/ 34 w 38"/>
                  <a:gd name="T67" fmla="*/ 22 h 40"/>
                  <a:gd name="T68" fmla="*/ 30 w 38"/>
                  <a:gd name="T69" fmla="*/ 38 h 40"/>
                  <a:gd name="T70" fmla="*/ 30 w 38"/>
                  <a:gd name="T71" fmla="*/ 38 h 40"/>
                  <a:gd name="T72" fmla="*/ 30 w 38"/>
                  <a:gd name="T73" fmla="*/ 34 h 40"/>
                  <a:gd name="T74" fmla="*/ 30 w 38"/>
                  <a:gd name="T75" fmla="*/ 34 h 40"/>
                  <a:gd name="T76" fmla="*/ 30 w 38"/>
                  <a:gd name="T77" fmla="*/ 38 h 40"/>
                  <a:gd name="T78" fmla="*/ 30 w 38"/>
                  <a:gd name="T79" fmla="*/ 38 h 40"/>
                  <a:gd name="T80" fmla="*/ 24 w 38"/>
                  <a:gd name="T81" fmla="*/ 40 h 40"/>
                  <a:gd name="T82" fmla="*/ 24 w 38"/>
                  <a:gd name="T83" fmla="*/ 38 h 40"/>
                  <a:gd name="T84" fmla="*/ 24 w 38"/>
                  <a:gd name="T85" fmla="*/ 38 h 40"/>
                  <a:gd name="T86" fmla="*/ 24 w 38"/>
                  <a:gd name="T87" fmla="*/ 34 h 40"/>
                  <a:gd name="T88" fmla="*/ 26 w 38"/>
                  <a:gd name="T89" fmla="*/ 38 h 40"/>
                  <a:gd name="T90" fmla="*/ 26 w 38"/>
                  <a:gd name="T91" fmla="*/ 38 h 40"/>
                  <a:gd name="T92" fmla="*/ 26 w 38"/>
                  <a:gd name="T93" fmla="*/ 40 h 40"/>
                  <a:gd name="T94" fmla="*/ 12 w 38"/>
                  <a:gd name="T95" fmla="*/ 40 h 40"/>
                  <a:gd name="T96" fmla="*/ 12 w 38"/>
                  <a:gd name="T97" fmla="*/ 40 h 40"/>
                  <a:gd name="T98" fmla="*/ 12 w 38"/>
                  <a:gd name="T99" fmla="*/ 40 h 40"/>
                  <a:gd name="T100" fmla="*/ 12 w 38"/>
                  <a:gd name="T101" fmla="*/ 38 h 40"/>
                  <a:gd name="T102" fmla="*/ 16 w 38"/>
                  <a:gd name="T103" fmla="*/ 38 h 40"/>
                  <a:gd name="T104" fmla="*/ 16 w 38"/>
                  <a:gd name="T105" fmla="*/ 40 h 40"/>
                  <a:gd name="T106" fmla="*/ 16 w 38"/>
                  <a:gd name="T107" fmla="*/ 40 h 40"/>
                  <a:gd name="T108" fmla="*/ 12 w 38"/>
                  <a:gd name="T109" fmla="*/ 4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8" h="40">
                    <a:moveTo>
                      <a:pt x="0" y="4"/>
                    </a:moveTo>
                    <a:lnTo>
                      <a:pt x="0" y="4"/>
                    </a:lnTo>
                    <a:lnTo>
                      <a:pt x="0" y="4"/>
                    </a:lnTo>
                    <a:lnTo>
                      <a:pt x="0" y="4"/>
                    </a:lnTo>
                    <a:lnTo>
                      <a:pt x="0" y="4"/>
                    </a:lnTo>
                    <a:lnTo>
                      <a:pt x="0" y="4"/>
                    </a:lnTo>
                    <a:lnTo>
                      <a:pt x="0" y="4"/>
                    </a:lnTo>
                    <a:lnTo>
                      <a:pt x="0" y="0"/>
                    </a:lnTo>
                    <a:lnTo>
                      <a:pt x="4" y="0"/>
                    </a:lnTo>
                    <a:lnTo>
                      <a:pt x="4" y="0"/>
                    </a:lnTo>
                    <a:lnTo>
                      <a:pt x="4" y="0"/>
                    </a:lnTo>
                    <a:lnTo>
                      <a:pt x="4" y="4"/>
                    </a:lnTo>
                    <a:lnTo>
                      <a:pt x="4" y="4"/>
                    </a:lnTo>
                    <a:lnTo>
                      <a:pt x="4" y="4"/>
                    </a:lnTo>
                    <a:lnTo>
                      <a:pt x="4" y="4"/>
                    </a:lnTo>
                    <a:lnTo>
                      <a:pt x="4" y="4"/>
                    </a:lnTo>
                    <a:lnTo>
                      <a:pt x="4" y="4"/>
                    </a:lnTo>
                    <a:lnTo>
                      <a:pt x="4" y="4"/>
                    </a:lnTo>
                    <a:lnTo>
                      <a:pt x="4" y="4"/>
                    </a:lnTo>
                    <a:lnTo>
                      <a:pt x="0" y="4"/>
                    </a:lnTo>
                    <a:lnTo>
                      <a:pt x="0" y="4"/>
                    </a:lnTo>
                    <a:lnTo>
                      <a:pt x="0" y="4"/>
                    </a:lnTo>
                    <a:lnTo>
                      <a:pt x="0" y="4"/>
                    </a:lnTo>
                    <a:lnTo>
                      <a:pt x="0" y="4"/>
                    </a:lnTo>
                    <a:lnTo>
                      <a:pt x="0" y="4"/>
                    </a:lnTo>
                    <a:close/>
                    <a:moveTo>
                      <a:pt x="4" y="8"/>
                    </a:moveTo>
                    <a:lnTo>
                      <a:pt x="4" y="8"/>
                    </a:lnTo>
                    <a:lnTo>
                      <a:pt x="4" y="8"/>
                    </a:lnTo>
                    <a:lnTo>
                      <a:pt x="4" y="8"/>
                    </a:lnTo>
                    <a:lnTo>
                      <a:pt x="4" y="8"/>
                    </a:lnTo>
                    <a:lnTo>
                      <a:pt x="4" y="4"/>
                    </a:lnTo>
                    <a:lnTo>
                      <a:pt x="4" y="4"/>
                    </a:lnTo>
                    <a:lnTo>
                      <a:pt x="4" y="4"/>
                    </a:lnTo>
                    <a:lnTo>
                      <a:pt x="8" y="8"/>
                    </a:lnTo>
                    <a:lnTo>
                      <a:pt x="8" y="8"/>
                    </a:lnTo>
                    <a:lnTo>
                      <a:pt x="8" y="8"/>
                    </a:lnTo>
                    <a:lnTo>
                      <a:pt x="8" y="8"/>
                    </a:lnTo>
                    <a:lnTo>
                      <a:pt x="4" y="8"/>
                    </a:lnTo>
                    <a:lnTo>
                      <a:pt x="4" y="8"/>
                    </a:lnTo>
                    <a:lnTo>
                      <a:pt x="4" y="8"/>
                    </a:lnTo>
                    <a:lnTo>
                      <a:pt x="4" y="8"/>
                    </a:lnTo>
                    <a:close/>
                    <a:moveTo>
                      <a:pt x="34" y="10"/>
                    </a:moveTo>
                    <a:lnTo>
                      <a:pt x="34" y="10"/>
                    </a:lnTo>
                    <a:lnTo>
                      <a:pt x="34" y="10"/>
                    </a:lnTo>
                    <a:lnTo>
                      <a:pt x="34" y="8"/>
                    </a:lnTo>
                    <a:lnTo>
                      <a:pt x="34" y="8"/>
                    </a:lnTo>
                    <a:lnTo>
                      <a:pt x="34" y="8"/>
                    </a:lnTo>
                    <a:lnTo>
                      <a:pt x="34" y="8"/>
                    </a:lnTo>
                    <a:lnTo>
                      <a:pt x="34" y="8"/>
                    </a:lnTo>
                    <a:lnTo>
                      <a:pt x="34" y="8"/>
                    </a:lnTo>
                    <a:lnTo>
                      <a:pt x="34" y="8"/>
                    </a:lnTo>
                    <a:lnTo>
                      <a:pt x="34" y="10"/>
                    </a:lnTo>
                    <a:lnTo>
                      <a:pt x="34" y="10"/>
                    </a:lnTo>
                    <a:lnTo>
                      <a:pt x="34" y="10"/>
                    </a:lnTo>
                    <a:lnTo>
                      <a:pt x="34" y="10"/>
                    </a:lnTo>
                    <a:lnTo>
                      <a:pt x="34" y="10"/>
                    </a:lnTo>
                    <a:close/>
                    <a:moveTo>
                      <a:pt x="16" y="10"/>
                    </a:moveTo>
                    <a:lnTo>
                      <a:pt x="12" y="10"/>
                    </a:lnTo>
                    <a:lnTo>
                      <a:pt x="12" y="10"/>
                    </a:lnTo>
                    <a:lnTo>
                      <a:pt x="12" y="10"/>
                    </a:lnTo>
                    <a:lnTo>
                      <a:pt x="12" y="10"/>
                    </a:lnTo>
                    <a:lnTo>
                      <a:pt x="16" y="10"/>
                    </a:lnTo>
                    <a:lnTo>
                      <a:pt x="16" y="10"/>
                    </a:lnTo>
                    <a:lnTo>
                      <a:pt x="16" y="10"/>
                    </a:lnTo>
                    <a:lnTo>
                      <a:pt x="16" y="10"/>
                    </a:lnTo>
                    <a:lnTo>
                      <a:pt x="20" y="10"/>
                    </a:lnTo>
                    <a:lnTo>
                      <a:pt x="20" y="10"/>
                    </a:lnTo>
                    <a:lnTo>
                      <a:pt x="20" y="10"/>
                    </a:lnTo>
                    <a:lnTo>
                      <a:pt x="20" y="10"/>
                    </a:lnTo>
                    <a:lnTo>
                      <a:pt x="20" y="10"/>
                    </a:lnTo>
                    <a:lnTo>
                      <a:pt x="20"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close/>
                    <a:moveTo>
                      <a:pt x="34" y="22"/>
                    </a:moveTo>
                    <a:lnTo>
                      <a:pt x="34" y="22"/>
                    </a:lnTo>
                    <a:lnTo>
                      <a:pt x="34" y="22"/>
                    </a:lnTo>
                    <a:lnTo>
                      <a:pt x="34" y="22"/>
                    </a:lnTo>
                    <a:lnTo>
                      <a:pt x="34" y="18"/>
                    </a:lnTo>
                    <a:lnTo>
                      <a:pt x="34" y="18"/>
                    </a:lnTo>
                    <a:lnTo>
                      <a:pt x="34" y="18"/>
                    </a:lnTo>
                    <a:lnTo>
                      <a:pt x="34" y="18"/>
                    </a:lnTo>
                    <a:lnTo>
                      <a:pt x="38" y="18"/>
                    </a:lnTo>
                    <a:lnTo>
                      <a:pt x="38" y="18"/>
                    </a:lnTo>
                    <a:lnTo>
                      <a:pt x="38" y="18"/>
                    </a:lnTo>
                    <a:lnTo>
                      <a:pt x="38" y="18"/>
                    </a:lnTo>
                    <a:lnTo>
                      <a:pt x="38" y="18"/>
                    </a:lnTo>
                    <a:lnTo>
                      <a:pt x="38" y="18"/>
                    </a:lnTo>
                    <a:lnTo>
                      <a:pt x="38" y="22"/>
                    </a:lnTo>
                    <a:lnTo>
                      <a:pt x="34" y="22"/>
                    </a:lnTo>
                    <a:lnTo>
                      <a:pt x="34" y="22"/>
                    </a:lnTo>
                    <a:lnTo>
                      <a:pt x="34" y="22"/>
                    </a:lnTo>
                    <a:close/>
                    <a:moveTo>
                      <a:pt x="30" y="38"/>
                    </a:moveTo>
                    <a:lnTo>
                      <a:pt x="30" y="38"/>
                    </a:lnTo>
                    <a:lnTo>
                      <a:pt x="30" y="38"/>
                    </a:lnTo>
                    <a:lnTo>
                      <a:pt x="30" y="38"/>
                    </a:lnTo>
                    <a:lnTo>
                      <a:pt x="30" y="38"/>
                    </a:lnTo>
                    <a:lnTo>
                      <a:pt x="30" y="34"/>
                    </a:lnTo>
                    <a:lnTo>
                      <a:pt x="30" y="34"/>
                    </a:lnTo>
                    <a:lnTo>
                      <a:pt x="30" y="34"/>
                    </a:lnTo>
                    <a:lnTo>
                      <a:pt x="30" y="34"/>
                    </a:lnTo>
                    <a:lnTo>
                      <a:pt x="30" y="34"/>
                    </a:lnTo>
                    <a:lnTo>
                      <a:pt x="30" y="38"/>
                    </a:lnTo>
                    <a:lnTo>
                      <a:pt x="30" y="38"/>
                    </a:lnTo>
                    <a:lnTo>
                      <a:pt x="30" y="38"/>
                    </a:lnTo>
                    <a:lnTo>
                      <a:pt x="30" y="38"/>
                    </a:lnTo>
                    <a:lnTo>
                      <a:pt x="30" y="38"/>
                    </a:lnTo>
                    <a:lnTo>
                      <a:pt x="30" y="38"/>
                    </a:lnTo>
                    <a:close/>
                    <a:moveTo>
                      <a:pt x="26" y="40"/>
                    </a:moveTo>
                    <a:lnTo>
                      <a:pt x="24" y="40"/>
                    </a:lnTo>
                    <a:lnTo>
                      <a:pt x="24" y="40"/>
                    </a:lnTo>
                    <a:lnTo>
                      <a:pt x="24" y="40"/>
                    </a:lnTo>
                    <a:lnTo>
                      <a:pt x="24" y="40"/>
                    </a:lnTo>
                    <a:lnTo>
                      <a:pt x="24" y="38"/>
                    </a:lnTo>
                    <a:lnTo>
                      <a:pt x="24" y="38"/>
                    </a:lnTo>
                    <a:lnTo>
                      <a:pt x="24" y="38"/>
                    </a:lnTo>
                    <a:lnTo>
                      <a:pt x="24" y="38"/>
                    </a:lnTo>
                    <a:lnTo>
                      <a:pt x="24" y="34"/>
                    </a:lnTo>
                    <a:lnTo>
                      <a:pt x="24" y="34"/>
                    </a:lnTo>
                    <a:lnTo>
                      <a:pt x="24" y="34"/>
                    </a:lnTo>
                    <a:lnTo>
                      <a:pt x="24" y="38"/>
                    </a:lnTo>
                    <a:lnTo>
                      <a:pt x="26" y="38"/>
                    </a:lnTo>
                    <a:lnTo>
                      <a:pt x="26" y="38"/>
                    </a:lnTo>
                    <a:lnTo>
                      <a:pt x="26" y="38"/>
                    </a:lnTo>
                    <a:lnTo>
                      <a:pt x="26" y="38"/>
                    </a:lnTo>
                    <a:lnTo>
                      <a:pt x="26" y="38"/>
                    </a:lnTo>
                    <a:lnTo>
                      <a:pt x="26" y="40"/>
                    </a:lnTo>
                    <a:lnTo>
                      <a:pt x="26" y="40"/>
                    </a:lnTo>
                    <a:lnTo>
                      <a:pt x="26" y="40"/>
                    </a:lnTo>
                    <a:close/>
                    <a:moveTo>
                      <a:pt x="12" y="40"/>
                    </a:moveTo>
                    <a:lnTo>
                      <a:pt x="12" y="40"/>
                    </a:lnTo>
                    <a:lnTo>
                      <a:pt x="12" y="40"/>
                    </a:lnTo>
                    <a:lnTo>
                      <a:pt x="12" y="40"/>
                    </a:lnTo>
                    <a:lnTo>
                      <a:pt x="12" y="40"/>
                    </a:lnTo>
                    <a:lnTo>
                      <a:pt x="12" y="40"/>
                    </a:lnTo>
                    <a:lnTo>
                      <a:pt x="12" y="40"/>
                    </a:lnTo>
                    <a:lnTo>
                      <a:pt x="12" y="40"/>
                    </a:lnTo>
                    <a:lnTo>
                      <a:pt x="12" y="40"/>
                    </a:lnTo>
                    <a:lnTo>
                      <a:pt x="12" y="38"/>
                    </a:lnTo>
                    <a:lnTo>
                      <a:pt x="12" y="38"/>
                    </a:lnTo>
                    <a:lnTo>
                      <a:pt x="12" y="38"/>
                    </a:lnTo>
                    <a:lnTo>
                      <a:pt x="12" y="38"/>
                    </a:lnTo>
                    <a:lnTo>
                      <a:pt x="16" y="38"/>
                    </a:lnTo>
                    <a:lnTo>
                      <a:pt x="16" y="38"/>
                    </a:lnTo>
                    <a:lnTo>
                      <a:pt x="16" y="38"/>
                    </a:lnTo>
                    <a:lnTo>
                      <a:pt x="16" y="40"/>
                    </a:lnTo>
                    <a:lnTo>
                      <a:pt x="16" y="40"/>
                    </a:lnTo>
                    <a:lnTo>
                      <a:pt x="16" y="40"/>
                    </a:lnTo>
                    <a:lnTo>
                      <a:pt x="16" y="40"/>
                    </a:lnTo>
                    <a:lnTo>
                      <a:pt x="16" y="40"/>
                    </a:lnTo>
                    <a:lnTo>
                      <a:pt x="16" y="40"/>
                    </a:lnTo>
                    <a:lnTo>
                      <a:pt x="16" y="40"/>
                    </a:lnTo>
                    <a:lnTo>
                      <a:pt x="12" y="40"/>
                    </a:lnTo>
                    <a:lnTo>
                      <a:pt x="12" y="40"/>
                    </a:lnTo>
                    <a:lnTo>
                      <a:pt x="12"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1" name="Freeform 135"/>
              <p:cNvSpPr>
                <a:spLocks/>
              </p:cNvSpPr>
              <p:nvPr/>
            </p:nvSpPr>
            <p:spPr bwMode="gray">
              <a:xfrm>
                <a:off x="5158242" y="4192710"/>
                <a:ext cx="316546" cy="260888"/>
              </a:xfrm>
              <a:custGeom>
                <a:avLst/>
                <a:gdLst>
                  <a:gd name="T0" fmla="*/ 82 w 182"/>
                  <a:gd name="T1" fmla="*/ 104 h 150"/>
                  <a:gd name="T2" fmla="*/ 70 w 182"/>
                  <a:gd name="T3" fmla="*/ 102 h 150"/>
                  <a:gd name="T4" fmla="*/ 58 w 182"/>
                  <a:gd name="T5" fmla="*/ 112 h 150"/>
                  <a:gd name="T6" fmla="*/ 58 w 182"/>
                  <a:gd name="T7" fmla="*/ 116 h 150"/>
                  <a:gd name="T8" fmla="*/ 58 w 182"/>
                  <a:gd name="T9" fmla="*/ 132 h 150"/>
                  <a:gd name="T10" fmla="*/ 52 w 182"/>
                  <a:gd name="T11" fmla="*/ 132 h 150"/>
                  <a:gd name="T12" fmla="*/ 40 w 182"/>
                  <a:gd name="T13" fmla="*/ 128 h 150"/>
                  <a:gd name="T14" fmla="*/ 32 w 182"/>
                  <a:gd name="T15" fmla="*/ 128 h 150"/>
                  <a:gd name="T16" fmla="*/ 26 w 182"/>
                  <a:gd name="T17" fmla="*/ 138 h 150"/>
                  <a:gd name="T18" fmla="*/ 26 w 182"/>
                  <a:gd name="T19" fmla="*/ 146 h 150"/>
                  <a:gd name="T20" fmla="*/ 22 w 182"/>
                  <a:gd name="T21" fmla="*/ 142 h 150"/>
                  <a:gd name="T22" fmla="*/ 10 w 182"/>
                  <a:gd name="T23" fmla="*/ 128 h 150"/>
                  <a:gd name="T24" fmla="*/ 6 w 182"/>
                  <a:gd name="T25" fmla="*/ 116 h 150"/>
                  <a:gd name="T26" fmla="*/ 2 w 182"/>
                  <a:gd name="T27" fmla="*/ 104 h 150"/>
                  <a:gd name="T28" fmla="*/ 2 w 182"/>
                  <a:gd name="T29" fmla="*/ 90 h 150"/>
                  <a:gd name="T30" fmla="*/ 2 w 182"/>
                  <a:gd name="T31" fmla="*/ 82 h 150"/>
                  <a:gd name="T32" fmla="*/ 6 w 182"/>
                  <a:gd name="T33" fmla="*/ 68 h 150"/>
                  <a:gd name="T34" fmla="*/ 14 w 182"/>
                  <a:gd name="T35" fmla="*/ 60 h 150"/>
                  <a:gd name="T36" fmla="*/ 26 w 182"/>
                  <a:gd name="T37" fmla="*/ 56 h 150"/>
                  <a:gd name="T38" fmla="*/ 32 w 182"/>
                  <a:gd name="T39" fmla="*/ 56 h 150"/>
                  <a:gd name="T40" fmla="*/ 48 w 182"/>
                  <a:gd name="T41" fmla="*/ 52 h 150"/>
                  <a:gd name="T42" fmla="*/ 58 w 182"/>
                  <a:gd name="T43" fmla="*/ 48 h 150"/>
                  <a:gd name="T44" fmla="*/ 66 w 182"/>
                  <a:gd name="T45" fmla="*/ 42 h 150"/>
                  <a:gd name="T46" fmla="*/ 70 w 182"/>
                  <a:gd name="T47" fmla="*/ 34 h 150"/>
                  <a:gd name="T48" fmla="*/ 84 w 182"/>
                  <a:gd name="T49" fmla="*/ 34 h 150"/>
                  <a:gd name="T50" fmla="*/ 96 w 182"/>
                  <a:gd name="T51" fmla="*/ 18 h 150"/>
                  <a:gd name="T52" fmla="*/ 104 w 182"/>
                  <a:gd name="T53" fmla="*/ 12 h 150"/>
                  <a:gd name="T54" fmla="*/ 108 w 182"/>
                  <a:gd name="T55" fmla="*/ 4 h 150"/>
                  <a:gd name="T56" fmla="*/ 118 w 182"/>
                  <a:gd name="T57" fmla="*/ 0 h 150"/>
                  <a:gd name="T58" fmla="*/ 126 w 182"/>
                  <a:gd name="T59" fmla="*/ 14 h 150"/>
                  <a:gd name="T60" fmla="*/ 130 w 182"/>
                  <a:gd name="T61" fmla="*/ 30 h 150"/>
                  <a:gd name="T62" fmla="*/ 126 w 182"/>
                  <a:gd name="T63" fmla="*/ 42 h 150"/>
                  <a:gd name="T64" fmla="*/ 134 w 182"/>
                  <a:gd name="T65" fmla="*/ 42 h 150"/>
                  <a:gd name="T66" fmla="*/ 140 w 182"/>
                  <a:gd name="T67" fmla="*/ 48 h 150"/>
                  <a:gd name="T68" fmla="*/ 152 w 182"/>
                  <a:gd name="T69" fmla="*/ 52 h 150"/>
                  <a:gd name="T70" fmla="*/ 156 w 182"/>
                  <a:gd name="T71" fmla="*/ 64 h 150"/>
                  <a:gd name="T72" fmla="*/ 166 w 182"/>
                  <a:gd name="T73" fmla="*/ 74 h 150"/>
                  <a:gd name="T74" fmla="*/ 166 w 182"/>
                  <a:gd name="T75" fmla="*/ 82 h 150"/>
                  <a:gd name="T76" fmla="*/ 174 w 182"/>
                  <a:gd name="T77" fmla="*/ 90 h 150"/>
                  <a:gd name="T78" fmla="*/ 178 w 182"/>
                  <a:gd name="T79" fmla="*/ 94 h 150"/>
                  <a:gd name="T80" fmla="*/ 182 w 182"/>
                  <a:gd name="T81" fmla="*/ 104 h 150"/>
                  <a:gd name="T82" fmla="*/ 170 w 182"/>
                  <a:gd name="T83" fmla="*/ 102 h 150"/>
                  <a:gd name="T84" fmla="*/ 162 w 182"/>
                  <a:gd name="T85" fmla="*/ 102 h 150"/>
                  <a:gd name="T86" fmla="*/ 152 w 182"/>
                  <a:gd name="T87" fmla="*/ 98 h 150"/>
                  <a:gd name="T88" fmla="*/ 144 w 182"/>
                  <a:gd name="T89" fmla="*/ 104 h 150"/>
                  <a:gd name="T90" fmla="*/ 136 w 182"/>
                  <a:gd name="T91" fmla="*/ 104 h 150"/>
                  <a:gd name="T92" fmla="*/ 122 w 182"/>
                  <a:gd name="T93" fmla="*/ 108 h 150"/>
                  <a:gd name="T94" fmla="*/ 114 w 182"/>
                  <a:gd name="T95" fmla="*/ 108 h 150"/>
                  <a:gd name="T96" fmla="*/ 110 w 182"/>
                  <a:gd name="T97" fmla="*/ 120 h 150"/>
                  <a:gd name="T98" fmla="*/ 100 w 182"/>
                  <a:gd name="T99" fmla="*/ 116 h 150"/>
                  <a:gd name="T100" fmla="*/ 84 w 182"/>
                  <a:gd name="T101" fmla="*/ 11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82" h="150">
                    <a:moveTo>
                      <a:pt x="84" y="112"/>
                    </a:moveTo>
                    <a:lnTo>
                      <a:pt x="84" y="108"/>
                    </a:lnTo>
                    <a:lnTo>
                      <a:pt x="82" y="108"/>
                    </a:lnTo>
                    <a:lnTo>
                      <a:pt x="82" y="104"/>
                    </a:lnTo>
                    <a:lnTo>
                      <a:pt x="78" y="104"/>
                    </a:lnTo>
                    <a:lnTo>
                      <a:pt x="74" y="104"/>
                    </a:lnTo>
                    <a:lnTo>
                      <a:pt x="74" y="102"/>
                    </a:lnTo>
                    <a:lnTo>
                      <a:pt x="70" y="102"/>
                    </a:lnTo>
                    <a:lnTo>
                      <a:pt x="66" y="104"/>
                    </a:lnTo>
                    <a:lnTo>
                      <a:pt x="62" y="104"/>
                    </a:lnTo>
                    <a:lnTo>
                      <a:pt x="62" y="108"/>
                    </a:lnTo>
                    <a:lnTo>
                      <a:pt x="58" y="112"/>
                    </a:lnTo>
                    <a:lnTo>
                      <a:pt x="58" y="116"/>
                    </a:lnTo>
                    <a:lnTo>
                      <a:pt x="58" y="112"/>
                    </a:lnTo>
                    <a:lnTo>
                      <a:pt x="54" y="116"/>
                    </a:lnTo>
                    <a:lnTo>
                      <a:pt x="58" y="116"/>
                    </a:lnTo>
                    <a:lnTo>
                      <a:pt x="58" y="120"/>
                    </a:lnTo>
                    <a:lnTo>
                      <a:pt x="58" y="124"/>
                    </a:lnTo>
                    <a:lnTo>
                      <a:pt x="58" y="128"/>
                    </a:lnTo>
                    <a:lnTo>
                      <a:pt x="58" y="132"/>
                    </a:lnTo>
                    <a:lnTo>
                      <a:pt x="58" y="128"/>
                    </a:lnTo>
                    <a:lnTo>
                      <a:pt x="54" y="128"/>
                    </a:lnTo>
                    <a:lnTo>
                      <a:pt x="52" y="128"/>
                    </a:lnTo>
                    <a:lnTo>
                      <a:pt x="52" y="132"/>
                    </a:lnTo>
                    <a:lnTo>
                      <a:pt x="52" y="128"/>
                    </a:lnTo>
                    <a:lnTo>
                      <a:pt x="48" y="128"/>
                    </a:lnTo>
                    <a:lnTo>
                      <a:pt x="44" y="128"/>
                    </a:lnTo>
                    <a:lnTo>
                      <a:pt x="40" y="128"/>
                    </a:lnTo>
                    <a:lnTo>
                      <a:pt x="40" y="124"/>
                    </a:lnTo>
                    <a:lnTo>
                      <a:pt x="40" y="128"/>
                    </a:lnTo>
                    <a:lnTo>
                      <a:pt x="36" y="128"/>
                    </a:lnTo>
                    <a:lnTo>
                      <a:pt x="32" y="128"/>
                    </a:lnTo>
                    <a:lnTo>
                      <a:pt x="28" y="128"/>
                    </a:lnTo>
                    <a:lnTo>
                      <a:pt x="28" y="132"/>
                    </a:lnTo>
                    <a:lnTo>
                      <a:pt x="28" y="134"/>
                    </a:lnTo>
                    <a:lnTo>
                      <a:pt x="26" y="138"/>
                    </a:lnTo>
                    <a:lnTo>
                      <a:pt x="28" y="138"/>
                    </a:lnTo>
                    <a:lnTo>
                      <a:pt x="28" y="142"/>
                    </a:lnTo>
                    <a:lnTo>
                      <a:pt x="26" y="142"/>
                    </a:lnTo>
                    <a:lnTo>
                      <a:pt x="26" y="146"/>
                    </a:lnTo>
                    <a:lnTo>
                      <a:pt x="26" y="150"/>
                    </a:lnTo>
                    <a:lnTo>
                      <a:pt x="22" y="150"/>
                    </a:lnTo>
                    <a:lnTo>
                      <a:pt x="22" y="146"/>
                    </a:lnTo>
                    <a:lnTo>
                      <a:pt x="22" y="142"/>
                    </a:lnTo>
                    <a:lnTo>
                      <a:pt x="22" y="138"/>
                    </a:lnTo>
                    <a:lnTo>
                      <a:pt x="18" y="134"/>
                    </a:lnTo>
                    <a:lnTo>
                      <a:pt x="14" y="132"/>
                    </a:lnTo>
                    <a:lnTo>
                      <a:pt x="10" y="128"/>
                    </a:lnTo>
                    <a:lnTo>
                      <a:pt x="10" y="124"/>
                    </a:lnTo>
                    <a:lnTo>
                      <a:pt x="6" y="124"/>
                    </a:lnTo>
                    <a:lnTo>
                      <a:pt x="6" y="120"/>
                    </a:lnTo>
                    <a:lnTo>
                      <a:pt x="6" y="116"/>
                    </a:lnTo>
                    <a:lnTo>
                      <a:pt x="6" y="112"/>
                    </a:lnTo>
                    <a:lnTo>
                      <a:pt x="2" y="112"/>
                    </a:lnTo>
                    <a:lnTo>
                      <a:pt x="2" y="108"/>
                    </a:lnTo>
                    <a:lnTo>
                      <a:pt x="2" y="104"/>
                    </a:lnTo>
                    <a:lnTo>
                      <a:pt x="2" y="102"/>
                    </a:lnTo>
                    <a:lnTo>
                      <a:pt x="0" y="98"/>
                    </a:lnTo>
                    <a:lnTo>
                      <a:pt x="0" y="94"/>
                    </a:lnTo>
                    <a:lnTo>
                      <a:pt x="2" y="90"/>
                    </a:lnTo>
                    <a:lnTo>
                      <a:pt x="0" y="90"/>
                    </a:lnTo>
                    <a:lnTo>
                      <a:pt x="0" y="86"/>
                    </a:lnTo>
                    <a:lnTo>
                      <a:pt x="0" y="82"/>
                    </a:lnTo>
                    <a:lnTo>
                      <a:pt x="2" y="82"/>
                    </a:lnTo>
                    <a:lnTo>
                      <a:pt x="2" y="78"/>
                    </a:lnTo>
                    <a:lnTo>
                      <a:pt x="6" y="74"/>
                    </a:lnTo>
                    <a:lnTo>
                      <a:pt x="6" y="72"/>
                    </a:lnTo>
                    <a:lnTo>
                      <a:pt x="6" y="68"/>
                    </a:lnTo>
                    <a:lnTo>
                      <a:pt x="10" y="68"/>
                    </a:lnTo>
                    <a:lnTo>
                      <a:pt x="10" y="64"/>
                    </a:lnTo>
                    <a:lnTo>
                      <a:pt x="14" y="64"/>
                    </a:lnTo>
                    <a:lnTo>
                      <a:pt x="14" y="60"/>
                    </a:lnTo>
                    <a:lnTo>
                      <a:pt x="18" y="60"/>
                    </a:lnTo>
                    <a:lnTo>
                      <a:pt x="22" y="60"/>
                    </a:lnTo>
                    <a:lnTo>
                      <a:pt x="26" y="60"/>
                    </a:lnTo>
                    <a:lnTo>
                      <a:pt x="26" y="56"/>
                    </a:lnTo>
                    <a:lnTo>
                      <a:pt x="28" y="52"/>
                    </a:lnTo>
                    <a:lnTo>
                      <a:pt x="28" y="56"/>
                    </a:lnTo>
                    <a:lnTo>
                      <a:pt x="32" y="60"/>
                    </a:lnTo>
                    <a:lnTo>
                      <a:pt x="32" y="56"/>
                    </a:lnTo>
                    <a:lnTo>
                      <a:pt x="36" y="56"/>
                    </a:lnTo>
                    <a:lnTo>
                      <a:pt x="40" y="52"/>
                    </a:lnTo>
                    <a:lnTo>
                      <a:pt x="44" y="52"/>
                    </a:lnTo>
                    <a:lnTo>
                      <a:pt x="48" y="52"/>
                    </a:lnTo>
                    <a:lnTo>
                      <a:pt x="52" y="52"/>
                    </a:lnTo>
                    <a:lnTo>
                      <a:pt x="54" y="52"/>
                    </a:lnTo>
                    <a:lnTo>
                      <a:pt x="58" y="52"/>
                    </a:lnTo>
                    <a:lnTo>
                      <a:pt x="58" y="48"/>
                    </a:lnTo>
                    <a:lnTo>
                      <a:pt x="58" y="44"/>
                    </a:lnTo>
                    <a:lnTo>
                      <a:pt x="62" y="44"/>
                    </a:lnTo>
                    <a:lnTo>
                      <a:pt x="62" y="42"/>
                    </a:lnTo>
                    <a:lnTo>
                      <a:pt x="66" y="42"/>
                    </a:lnTo>
                    <a:lnTo>
                      <a:pt x="62" y="38"/>
                    </a:lnTo>
                    <a:lnTo>
                      <a:pt x="62" y="34"/>
                    </a:lnTo>
                    <a:lnTo>
                      <a:pt x="66" y="34"/>
                    </a:lnTo>
                    <a:lnTo>
                      <a:pt x="70" y="34"/>
                    </a:lnTo>
                    <a:lnTo>
                      <a:pt x="74" y="34"/>
                    </a:lnTo>
                    <a:lnTo>
                      <a:pt x="78" y="34"/>
                    </a:lnTo>
                    <a:lnTo>
                      <a:pt x="82" y="34"/>
                    </a:lnTo>
                    <a:lnTo>
                      <a:pt x="84" y="34"/>
                    </a:lnTo>
                    <a:lnTo>
                      <a:pt x="84" y="30"/>
                    </a:lnTo>
                    <a:lnTo>
                      <a:pt x="88" y="26"/>
                    </a:lnTo>
                    <a:lnTo>
                      <a:pt x="92" y="22"/>
                    </a:lnTo>
                    <a:lnTo>
                      <a:pt x="96" y="18"/>
                    </a:lnTo>
                    <a:lnTo>
                      <a:pt x="96" y="14"/>
                    </a:lnTo>
                    <a:lnTo>
                      <a:pt x="100" y="14"/>
                    </a:lnTo>
                    <a:lnTo>
                      <a:pt x="100" y="12"/>
                    </a:lnTo>
                    <a:lnTo>
                      <a:pt x="104" y="12"/>
                    </a:lnTo>
                    <a:lnTo>
                      <a:pt x="100" y="12"/>
                    </a:lnTo>
                    <a:lnTo>
                      <a:pt x="100" y="8"/>
                    </a:lnTo>
                    <a:lnTo>
                      <a:pt x="104" y="4"/>
                    </a:lnTo>
                    <a:lnTo>
                      <a:pt x="108" y="4"/>
                    </a:lnTo>
                    <a:lnTo>
                      <a:pt x="108" y="0"/>
                    </a:lnTo>
                    <a:lnTo>
                      <a:pt x="110" y="0"/>
                    </a:lnTo>
                    <a:lnTo>
                      <a:pt x="114" y="0"/>
                    </a:lnTo>
                    <a:lnTo>
                      <a:pt x="118" y="0"/>
                    </a:lnTo>
                    <a:lnTo>
                      <a:pt x="118" y="4"/>
                    </a:lnTo>
                    <a:lnTo>
                      <a:pt x="122" y="8"/>
                    </a:lnTo>
                    <a:lnTo>
                      <a:pt x="126" y="12"/>
                    </a:lnTo>
                    <a:lnTo>
                      <a:pt x="126" y="14"/>
                    </a:lnTo>
                    <a:lnTo>
                      <a:pt x="130" y="18"/>
                    </a:lnTo>
                    <a:lnTo>
                      <a:pt x="130" y="22"/>
                    </a:lnTo>
                    <a:lnTo>
                      <a:pt x="130" y="26"/>
                    </a:lnTo>
                    <a:lnTo>
                      <a:pt x="130" y="30"/>
                    </a:lnTo>
                    <a:lnTo>
                      <a:pt x="126" y="30"/>
                    </a:lnTo>
                    <a:lnTo>
                      <a:pt x="126" y="34"/>
                    </a:lnTo>
                    <a:lnTo>
                      <a:pt x="126" y="38"/>
                    </a:lnTo>
                    <a:lnTo>
                      <a:pt x="126" y="42"/>
                    </a:lnTo>
                    <a:lnTo>
                      <a:pt x="130" y="42"/>
                    </a:lnTo>
                    <a:lnTo>
                      <a:pt x="130" y="38"/>
                    </a:lnTo>
                    <a:lnTo>
                      <a:pt x="134" y="38"/>
                    </a:lnTo>
                    <a:lnTo>
                      <a:pt x="134" y="42"/>
                    </a:lnTo>
                    <a:lnTo>
                      <a:pt x="136" y="42"/>
                    </a:lnTo>
                    <a:lnTo>
                      <a:pt x="136" y="44"/>
                    </a:lnTo>
                    <a:lnTo>
                      <a:pt x="136" y="48"/>
                    </a:lnTo>
                    <a:lnTo>
                      <a:pt x="140" y="48"/>
                    </a:lnTo>
                    <a:lnTo>
                      <a:pt x="144" y="48"/>
                    </a:lnTo>
                    <a:lnTo>
                      <a:pt x="148" y="48"/>
                    </a:lnTo>
                    <a:lnTo>
                      <a:pt x="148" y="52"/>
                    </a:lnTo>
                    <a:lnTo>
                      <a:pt x="152" y="52"/>
                    </a:lnTo>
                    <a:lnTo>
                      <a:pt x="152" y="56"/>
                    </a:lnTo>
                    <a:lnTo>
                      <a:pt x="152" y="60"/>
                    </a:lnTo>
                    <a:lnTo>
                      <a:pt x="152" y="64"/>
                    </a:lnTo>
                    <a:lnTo>
                      <a:pt x="156" y="64"/>
                    </a:lnTo>
                    <a:lnTo>
                      <a:pt x="160" y="68"/>
                    </a:lnTo>
                    <a:lnTo>
                      <a:pt x="162" y="68"/>
                    </a:lnTo>
                    <a:lnTo>
                      <a:pt x="162" y="72"/>
                    </a:lnTo>
                    <a:lnTo>
                      <a:pt x="166" y="74"/>
                    </a:lnTo>
                    <a:lnTo>
                      <a:pt x="166" y="78"/>
                    </a:lnTo>
                    <a:lnTo>
                      <a:pt x="166" y="82"/>
                    </a:lnTo>
                    <a:lnTo>
                      <a:pt x="170" y="82"/>
                    </a:lnTo>
                    <a:lnTo>
                      <a:pt x="166" y="82"/>
                    </a:lnTo>
                    <a:lnTo>
                      <a:pt x="166" y="86"/>
                    </a:lnTo>
                    <a:lnTo>
                      <a:pt x="170" y="86"/>
                    </a:lnTo>
                    <a:lnTo>
                      <a:pt x="174" y="86"/>
                    </a:lnTo>
                    <a:lnTo>
                      <a:pt x="174" y="90"/>
                    </a:lnTo>
                    <a:lnTo>
                      <a:pt x="178" y="90"/>
                    </a:lnTo>
                    <a:lnTo>
                      <a:pt x="178" y="94"/>
                    </a:lnTo>
                    <a:lnTo>
                      <a:pt x="182" y="94"/>
                    </a:lnTo>
                    <a:lnTo>
                      <a:pt x="178" y="94"/>
                    </a:lnTo>
                    <a:lnTo>
                      <a:pt x="178" y="98"/>
                    </a:lnTo>
                    <a:lnTo>
                      <a:pt x="182" y="98"/>
                    </a:lnTo>
                    <a:lnTo>
                      <a:pt x="182" y="102"/>
                    </a:lnTo>
                    <a:lnTo>
                      <a:pt x="182" y="104"/>
                    </a:lnTo>
                    <a:lnTo>
                      <a:pt x="182" y="102"/>
                    </a:lnTo>
                    <a:lnTo>
                      <a:pt x="178" y="102"/>
                    </a:lnTo>
                    <a:lnTo>
                      <a:pt x="174" y="102"/>
                    </a:lnTo>
                    <a:lnTo>
                      <a:pt x="170" y="102"/>
                    </a:lnTo>
                    <a:lnTo>
                      <a:pt x="166" y="102"/>
                    </a:lnTo>
                    <a:lnTo>
                      <a:pt x="162" y="102"/>
                    </a:lnTo>
                    <a:lnTo>
                      <a:pt x="162" y="98"/>
                    </a:lnTo>
                    <a:lnTo>
                      <a:pt x="162" y="102"/>
                    </a:lnTo>
                    <a:lnTo>
                      <a:pt x="160" y="102"/>
                    </a:lnTo>
                    <a:lnTo>
                      <a:pt x="160" y="98"/>
                    </a:lnTo>
                    <a:lnTo>
                      <a:pt x="156" y="98"/>
                    </a:lnTo>
                    <a:lnTo>
                      <a:pt x="152" y="98"/>
                    </a:lnTo>
                    <a:lnTo>
                      <a:pt x="152" y="102"/>
                    </a:lnTo>
                    <a:lnTo>
                      <a:pt x="152" y="104"/>
                    </a:lnTo>
                    <a:lnTo>
                      <a:pt x="148" y="104"/>
                    </a:lnTo>
                    <a:lnTo>
                      <a:pt x="144" y="104"/>
                    </a:lnTo>
                    <a:lnTo>
                      <a:pt x="140" y="102"/>
                    </a:lnTo>
                    <a:lnTo>
                      <a:pt x="136" y="102"/>
                    </a:lnTo>
                    <a:lnTo>
                      <a:pt x="140" y="102"/>
                    </a:lnTo>
                    <a:lnTo>
                      <a:pt x="136" y="104"/>
                    </a:lnTo>
                    <a:lnTo>
                      <a:pt x="134" y="104"/>
                    </a:lnTo>
                    <a:lnTo>
                      <a:pt x="130" y="104"/>
                    </a:lnTo>
                    <a:lnTo>
                      <a:pt x="126" y="108"/>
                    </a:lnTo>
                    <a:lnTo>
                      <a:pt x="122" y="108"/>
                    </a:lnTo>
                    <a:lnTo>
                      <a:pt x="118" y="108"/>
                    </a:lnTo>
                    <a:lnTo>
                      <a:pt x="118" y="104"/>
                    </a:lnTo>
                    <a:lnTo>
                      <a:pt x="118" y="108"/>
                    </a:lnTo>
                    <a:lnTo>
                      <a:pt x="114" y="108"/>
                    </a:lnTo>
                    <a:lnTo>
                      <a:pt x="114" y="112"/>
                    </a:lnTo>
                    <a:lnTo>
                      <a:pt x="114" y="116"/>
                    </a:lnTo>
                    <a:lnTo>
                      <a:pt x="110" y="116"/>
                    </a:lnTo>
                    <a:lnTo>
                      <a:pt x="110" y="120"/>
                    </a:lnTo>
                    <a:lnTo>
                      <a:pt x="108" y="120"/>
                    </a:lnTo>
                    <a:lnTo>
                      <a:pt x="108" y="116"/>
                    </a:lnTo>
                    <a:lnTo>
                      <a:pt x="104" y="116"/>
                    </a:lnTo>
                    <a:lnTo>
                      <a:pt x="100" y="116"/>
                    </a:lnTo>
                    <a:lnTo>
                      <a:pt x="92" y="116"/>
                    </a:lnTo>
                    <a:lnTo>
                      <a:pt x="92" y="112"/>
                    </a:lnTo>
                    <a:lnTo>
                      <a:pt x="88" y="112"/>
                    </a:lnTo>
                    <a:lnTo>
                      <a:pt x="84" y="112"/>
                    </a:lnTo>
                    <a:lnTo>
                      <a:pt x="84" y="112"/>
                    </a:lnTo>
                    <a:lnTo>
                      <a:pt x="84"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2" name="Freeform 136"/>
              <p:cNvSpPr>
                <a:spLocks/>
              </p:cNvSpPr>
              <p:nvPr/>
            </p:nvSpPr>
            <p:spPr bwMode="gray">
              <a:xfrm>
                <a:off x="5130414" y="3817031"/>
                <a:ext cx="260890" cy="480035"/>
              </a:xfrm>
              <a:custGeom>
                <a:avLst/>
                <a:gdLst>
                  <a:gd name="T0" fmla="*/ 22 w 150"/>
                  <a:gd name="T1" fmla="*/ 234 h 276"/>
                  <a:gd name="T2" fmla="*/ 30 w 150"/>
                  <a:gd name="T3" fmla="*/ 234 h 276"/>
                  <a:gd name="T4" fmla="*/ 26 w 150"/>
                  <a:gd name="T5" fmla="*/ 226 h 276"/>
                  <a:gd name="T6" fmla="*/ 22 w 150"/>
                  <a:gd name="T7" fmla="*/ 220 h 276"/>
                  <a:gd name="T8" fmla="*/ 22 w 150"/>
                  <a:gd name="T9" fmla="*/ 208 h 276"/>
                  <a:gd name="T10" fmla="*/ 22 w 150"/>
                  <a:gd name="T11" fmla="*/ 198 h 276"/>
                  <a:gd name="T12" fmla="*/ 14 w 150"/>
                  <a:gd name="T13" fmla="*/ 186 h 276"/>
                  <a:gd name="T14" fmla="*/ 14 w 150"/>
                  <a:gd name="T15" fmla="*/ 178 h 276"/>
                  <a:gd name="T16" fmla="*/ 0 w 150"/>
                  <a:gd name="T17" fmla="*/ 164 h 276"/>
                  <a:gd name="T18" fmla="*/ 4 w 150"/>
                  <a:gd name="T19" fmla="*/ 156 h 276"/>
                  <a:gd name="T20" fmla="*/ 4 w 150"/>
                  <a:gd name="T21" fmla="*/ 148 h 276"/>
                  <a:gd name="T22" fmla="*/ 14 w 150"/>
                  <a:gd name="T23" fmla="*/ 130 h 276"/>
                  <a:gd name="T24" fmla="*/ 30 w 150"/>
                  <a:gd name="T25" fmla="*/ 112 h 276"/>
                  <a:gd name="T26" fmla="*/ 34 w 150"/>
                  <a:gd name="T27" fmla="*/ 66 h 276"/>
                  <a:gd name="T28" fmla="*/ 30 w 150"/>
                  <a:gd name="T29" fmla="*/ 48 h 276"/>
                  <a:gd name="T30" fmla="*/ 30 w 150"/>
                  <a:gd name="T31" fmla="*/ 42 h 276"/>
                  <a:gd name="T32" fmla="*/ 26 w 150"/>
                  <a:gd name="T33" fmla="*/ 26 h 276"/>
                  <a:gd name="T34" fmla="*/ 38 w 150"/>
                  <a:gd name="T35" fmla="*/ 0 h 276"/>
                  <a:gd name="T36" fmla="*/ 78 w 150"/>
                  <a:gd name="T37" fmla="*/ 22 h 276"/>
                  <a:gd name="T38" fmla="*/ 134 w 150"/>
                  <a:gd name="T39" fmla="*/ 58 h 276"/>
                  <a:gd name="T40" fmla="*/ 150 w 150"/>
                  <a:gd name="T41" fmla="*/ 88 h 276"/>
                  <a:gd name="T42" fmla="*/ 146 w 150"/>
                  <a:gd name="T43" fmla="*/ 134 h 276"/>
                  <a:gd name="T44" fmla="*/ 142 w 150"/>
                  <a:gd name="T45" fmla="*/ 134 h 276"/>
                  <a:gd name="T46" fmla="*/ 138 w 150"/>
                  <a:gd name="T47" fmla="*/ 134 h 276"/>
                  <a:gd name="T48" fmla="*/ 134 w 150"/>
                  <a:gd name="T49" fmla="*/ 142 h 276"/>
                  <a:gd name="T50" fmla="*/ 134 w 150"/>
                  <a:gd name="T51" fmla="*/ 144 h 276"/>
                  <a:gd name="T52" fmla="*/ 128 w 150"/>
                  <a:gd name="T53" fmla="*/ 152 h 276"/>
                  <a:gd name="T54" fmla="*/ 128 w 150"/>
                  <a:gd name="T55" fmla="*/ 160 h 276"/>
                  <a:gd name="T56" fmla="*/ 124 w 150"/>
                  <a:gd name="T57" fmla="*/ 164 h 276"/>
                  <a:gd name="T58" fmla="*/ 124 w 150"/>
                  <a:gd name="T59" fmla="*/ 178 h 276"/>
                  <a:gd name="T60" fmla="*/ 120 w 150"/>
                  <a:gd name="T61" fmla="*/ 186 h 276"/>
                  <a:gd name="T62" fmla="*/ 124 w 150"/>
                  <a:gd name="T63" fmla="*/ 186 h 276"/>
                  <a:gd name="T64" fmla="*/ 130 w 150"/>
                  <a:gd name="T65" fmla="*/ 198 h 276"/>
                  <a:gd name="T66" fmla="*/ 130 w 150"/>
                  <a:gd name="T67" fmla="*/ 204 h 276"/>
                  <a:gd name="T68" fmla="*/ 134 w 150"/>
                  <a:gd name="T69" fmla="*/ 216 h 276"/>
                  <a:gd name="T70" fmla="*/ 124 w 150"/>
                  <a:gd name="T71" fmla="*/ 220 h 276"/>
                  <a:gd name="T72" fmla="*/ 116 w 150"/>
                  <a:gd name="T73" fmla="*/ 224 h 276"/>
                  <a:gd name="T74" fmla="*/ 116 w 150"/>
                  <a:gd name="T75" fmla="*/ 230 h 276"/>
                  <a:gd name="T76" fmla="*/ 112 w 150"/>
                  <a:gd name="T77" fmla="*/ 234 h 276"/>
                  <a:gd name="T78" fmla="*/ 104 w 150"/>
                  <a:gd name="T79" fmla="*/ 242 h 276"/>
                  <a:gd name="T80" fmla="*/ 100 w 150"/>
                  <a:gd name="T81" fmla="*/ 246 h 276"/>
                  <a:gd name="T82" fmla="*/ 94 w 150"/>
                  <a:gd name="T83" fmla="*/ 250 h 276"/>
                  <a:gd name="T84" fmla="*/ 78 w 150"/>
                  <a:gd name="T85" fmla="*/ 250 h 276"/>
                  <a:gd name="T86" fmla="*/ 78 w 150"/>
                  <a:gd name="T87" fmla="*/ 254 h 276"/>
                  <a:gd name="T88" fmla="*/ 78 w 150"/>
                  <a:gd name="T89" fmla="*/ 260 h 276"/>
                  <a:gd name="T90" fmla="*/ 74 w 150"/>
                  <a:gd name="T91" fmla="*/ 264 h 276"/>
                  <a:gd name="T92" fmla="*/ 64 w 150"/>
                  <a:gd name="T93" fmla="*/ 268 h 276"/>
                  <a:gd name="T94" fmla="*/ 56 w 150"/>
                  <a:gd name="T95" fmla="*/ 268 h 276"/>
                  <a:gd name="T96" fmla="*/ 48 w 150"/>
                  <a:gd name="T97" fmla="*/ 276 h 276"/>
                  <a:gd name="T98" fmla="*/ 44 w 150"/>
                  <a:gd name="T99" fmla="*/ 268 h 276"/>
                  <a:gd name="T100" fmla="*/ 38 w 150"/>
                  <a:gd name="T101" fmla="*/ 276 h 276"/>
                  <a:gd name="T102" fmla="*/ 34 w 150"/>
                  <a:gd name="T103" fmla="*/ 276 h 276"/>
                  <a:gd name="T104" fmla="*/ 30 w 150"/>
                  <a:gd name="T105" fmla="*/ 276 h 276"/>
                  <a:gd name="T106" fmla="*/ 30 w 150"/>
                  <a:gd name="T107" fmla="*/ 272 h 276"/>
                  <a:gd name="T108" fmla="*/ 26 w 150"/>
                  <a:gd name="T109" fmla="*/ 264 h 276"/>
                  <a:gd name="T110" fmla="*/ 18 w 150"/>
                  <a:gd name="T111" fmla="*/ 254 h 276"/>
                  <a:gd name="T112" fmla="*/ 8 w 150"/>
                  <a:gd name="T113" fmla="*/ 238 h 276"/>
                  <a:gd name="T114" fmla="*/ 12 w 150"/>
                  <a:gd name="T115" fmla="*/ 234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0" h="276">
                    <a:moveTo>
                      <a:pt x="12" y="234"/>
                    </a:moveTo>
                    <a:lnTo>
                      <a:pt x="14" y="234"/>
                    </a:lnTo>
                    <a:lnTo>
                      <a:pt x="14" y="234"/>
                    </a:lnTo>
                    <a:lnTo>
                      <a:pt x="18" y="234"/>
                    </a:lnTo>
                    <a:lnTo>
                      <a:pt x="18" y="234"/>
                    </a:lnTo>
                    <a:lnTo>
                      <a:pt x="22" y="234"/>
                    </a:lnTo>
                    <a:lnTo>
                      <a:pt x="22" y="234"/>
                    </a:lnTo>
                    <a:lnTo>
                      <a:pt x="22" y="234"/>
                    </a:lnTo>
                    <a:lnTo>
                      <a:pt x="22" y="234"/>
                    </a:lnTo>
                    <a:lnTo>
                      <a:pt x="22" y="234"/>
                    </a:lnTo>
                    <a:lnTo>
                      <a:pt x="22" y="234"/>
                    </a:lnTo>
                    <a:lnTo>
                      <a:pt x="26" y="234"/>
                    </a:lnTo>
                    <a:lnTo>
                      <a:pt x="26" y="234"/>
                    </a:lnTo>
                    <a:lnTo>
                      <a:pt x="26" y="234"/>
                    </a:lnTo>
                    <a:lnTo>
                      <a:pt x="30" y="234"/>
                    </a:lnTo>
                    <a:lnTo>
                      <a:pt x="30" y="234"/>
                    </a:lnTo>
                    <a:lnTo>
                      <a:pt x="30" y="234"/>
                    </a:lnTo>
                    <a:lnTo>
                      <a:pt x="30" y="234"/>
                    </a:lnTo>
                    <a:lnTo>
                      <a:pt x="30" y="234"/>
                    </a:lnTo>
                    <a:lnTo>
                      <a:pt x="30" y="230"/>
                    </a:lnTo>
                    <a:lnTo>
                      <a:pt x="30" y="230"/>
                    </a:lnTo>
                    <a:lnTo>
                      <a:pt x="30" y="230"/>
                    </a:lnTo>
                    <a:lnTo>
                      <a:pt x="30" y="230"/>
                    </a:lnTo>
                    <a:lnTo>
                      <a:pt x="26" y="226"/>
                    </a:lnTo>
                    <a:lnTo>
                      <a:pt x="26" y="226"/>
                    </a:lnTo>
                    <a:lnTo>
                      <a:pt x="26" y="224"/>
                    </a:lnTo>
                    <a:lnTo>
                      <a:pt x="22" y="224"/>
                    </a:lnTo>
                    <a:lnTo>
                      <a:pt x="22" y="224"/>
                    </a:lnTo>
                    <a:lnTo>
                      <a:pt x="22" y="220"/>
                    </a:lnTo>
                    <a:lnTo>
                      <a:pt x="22" y="220"/>
                    </a:lnTo>
                    <a:lnTo>
                      <a:pt x="22" y="220"/>
                    </a:lnTo>
                    <a:lnTo>
                      <a:pt x="22" y="220"/>
                    </a:lnTo>
                    <a:lnTo>
                      <a:pt x="22" y="220"/>
                    </a:lnTo>
                    <a:lnTo>
                      <a:pt x="22" y="220"/>
                    </a:lnTo>
                    <a:lnTo>
                      <a:pt x="22" y="216"/>
                    </a:lnTo>
                    <a:lnTo>
                      <a:pt x="22" y="216"/>
                    </a:lnTo>
                    <a:lnTo>
                      <a:pt x="22" y="212"/>
                    </a:lnTo>
                    <a:lnTo>
                      <a:pt x="22" y="212"/>
                    </a:lnTo>
                    <a:lnTo>
                      <a:pt x="22" y="208"/>
                    </a:lnTo>
                    <a:lnTo>
                      <a:pt x="22" y="208"/>
                    </a:lnTo>
                    <a:lnTo>
                      <a:pt x="22" y="208"/>
                    </a:lnTo>
                    <a:lnTo>
                      <a:pt x="22" y="204"/>
                    </a:lnTo>
                    <a:lnTo>
                      <a:pt x="22" y="204"/>
                    </a:lnTo>
                    <a:lnTo>
                      <a:pt x="22" y="200"/>
                    </a:lnTo>
                    <a:lnTo>
                      <a:pt x="22" y="198"/>
                    </a:lnTo>
                    <a:lnTo>
                      <a:pt x="22" y="198"/>
                    </a:lnTo>
                    <a:lnTo>
                      <a:pt x="22" y="198"/>
                    </a:lnTo>
                    <a:lnTo>
                      <a:pt x="22" y="198"/>
                    </a:lnTo>
                    <a:lnTo>
                      <a:pt x="22" y="194"/>
                    </a:lnTo>
                    <a:lnTo>
                      <a:pt x="22" y="194"/>
                    </a:lnTo>
                    <a:lnTo>
                      <a:pt x="22" y="194"/>
                    </a:lnTo>
                    <a:lnTo>
                      <a:pt x="22" y="194"/>
                    </a:lnTo>
                    <a:lnTo>
                      <a:pt x="18" y="186"/>
                    </a:lnTo>
                    <a:lnTo>
                      <a:pt x="18" y="186"/>
                    </a:lnTo>
                    <a:lnTo>
                      <a:pt x="18" y="186"/>
                    </a:lnTo>
                    <a:lnTo>
                      <a:pt x="14" y="186"/>
                    </a:lnTo>
                    <a:lnTo>
                      <a:pt x="14" y="186"/>
                    </a:lnTo>
                    <a:lnTo>
                      <a:pt x="14" y="182"/>
                    </a:lnTo>
                    <a:lnTo>
                      <a:pt x="14" y="182"/>
                    </a:lnTo>
                    <a:lnTo>
                      <a:pt x="14" y="182"/>
                    </a:lnTo>
                    <a:lnTo>
                      <a:pt x="14" y="182"/>
                    </a:lnTo>
                    <a:lnTo>
                      <a:pt x="14" y="182"/>
                    </a:lnTo>
                    <a:lnTo>
                      <a:pt x="14" y="178"/>
                    </a:lnTo>
                    <a:lnTo>
                      <a:pt x="14" y="178"/>
                    </a:lnTo>
                    <a:lnTo>
                      <a:pt x="12" y="178"/>
                    </a:lnTo>
                    <a:lnTo>
                      <a:pt x="8" y="178"/>
                    </a:lnTo>
                    <a:lnTo>
                      <a:pt x="8" y="174"/>
                    </a:lnTo>
                    <a:lnTo>
                      <a:pt x="4" y="170"/>
                    </a:lnTo>
                    <a:lnTo>
                      <a:pt x="4" y="168"/>
                    </a:lnTo>
                    <a:lnTo>
                      <a:pt x="4" y="168"/>
                    </a:lnTo>
                    <a:lnTo>
                      <a:pt x="4" y="168"/>
                    </a:lnTo>
                    <a:lnTo>
                      <a:pt x="0" y="164"/>
                    </a:lnTo>
                    <a:lnTo>
                      <a:pt x="0" y="156"/>
                    </a:lnTo>
                    <a:lnTo>
                      <a:pt x="0" y="156"/>
                    </a:lnTo>
                    <a:lnTo>
                      <a:pt x="0" y="156"/>
                    </a:lnTo>
                    <a:lnTo>
                      <a:pt x="0" y="156"/>
                    </a:lnTo>
                    <a:lnTo>
                      <a:pt x="0" y="156"/>
                    </a:lnTo>
                    <a:lnTo>
                      <a:pt x="0" y="156"/>
                    </a:lnTo>
                    <a:lnTo>
                      <a:pt x="4" y="156"/>
                    </a:lnTo>
                    <a:lnTo>
                      <a:pt x="4" y="156"/>
                    </a:lnTo>
                    <a:lnTo>
                      <a:pt x="4" y="156"/>
                    </a:lnTo>
                    <a:lnTo>
                      <a:pt x="4" y="152"/>
                    </a:lnTo>
                    <a:lnTo>
                      <a:pt x="4" y="152"/>
                    </a:lnTo>
                    <a:lnTo>
                      <a:pt x="4" y="152"/>
                    </a:lnTo>
                    <a:lnTo>
                      <a:pt x="4" y="152"/>
                    </a:lnTo>
                    <a:lnTo>
                      <a:pt x="4" y="152"/>
                    </a:lnTo>
                    <a:lnTo>
                      <a:pt x="4" y="148"/>
                    </a:lnTo>
                    <a:lnTo>
                      <a:pt x="4" y="148"/>
                    </a:lnTo>
                    <a:lnTo>
                      <a:pt x="4" y="148"/>
                    </a:lnTo>
                    <a:lnTo>
                      <a:pt x="8" y="144"/>
                    </a:lnTo>
                    <a:lnTo>
                      <a:pt x="8" y="142"/>
                    </a:lnTo>
                    <a:lnTo>
                      <a:pt x="8" y="142"/>
                    </a:lnTo>
                    <a:lnTo>
                      <a:pt x="12" y="138"/>
                    </a:lnTo>
                    <a:lnTo>
                      <a:pt x="12" y="138"/>
                    </a:lnTo>
                    <a:lnTo>
                      <a:pt x="14" y="134"/>
                    </a:lnTo>
                    <a:lnTo>
                      <a:pt x="14" y="130"/>
                    </a:lnTo>
                    <a:lnTo>
                      <a:pt x="22" y="122"/>
                    </a:lnTo>
                    <a:lnTo>
                      <a:pt x="22" y="118"/>
                    </a:lnTo>
                    <a:lnTo>
                      <a:pt x="26" y="118"/>
                    </a:lnTo>
                    <a:lnTo>
                      <a:pt x="26" y="114"/>
                    </a:lnTo>
                    <a:lnTo>
                      <a:pt x="30" y="114"/>
                    </a:lnTo>
                    <a:lnTo>
                      <a:pt x="30" y="114"/>
                    </a:lnTo>
                    <a:lnTo>
                      <a:pt x="30" y="114"/>
                    </a:lnTo>
                    <a:lnTo>
                      <a:pt x="30" y="112"/>
                    </a:lnTo>
                    <a:lnTo>
                      <a:pt x="30" y="104"/>
                    </a:lnTo>
                    <a:lnTo>
                      <a:pt x="30" y="92"/>
                    </a:lnTo>
                    <a:lnTo>
                      <a:pt x="30" y="88"/>
                    </a:lnTo>
                    <a:lnTo>
                      <a:pt x="30" y="88"/>
                    </a:lnTo>
                    <a:lnTo>
                      <a:pt x="30" y="82"/>
                    </a:lnTo>
                    <a:lnTo>
                      <a:pt x="30" y="78"/>
                    </a:lnTo>
                    <a:lnTo>
                      <a:pt x="30" y="78"/>
                    </a:lnTo>
                    <a:lnTo>
                      <a:pt x="34" y="66"/>
                    </a:lnTo>
                    <a:lnTo>
                      <a:pt x="34" y="62"/>
                    </a:lnTo>
                    <a:lnTo>
                      <a:pt x="34" y="58"/>
                    </a:lnTo>
                    <a:lnTo>
                      <a:pt x="34" y="58"/>
                    </a:lnTo>
                    <a:lnTo>
                      <a:pt x="34" y="56"/>
                    </a:lnTo>
                    <a:lnTo>
                      <a:pt x="38" y="52"/>
                    </a:lnTo>
                    <a:lnTo>
                      <a:pt x="38" y="52"/>
                    </a:lnTo>
                    <a:lnTo>
                      <a:pt x="30" y="48"/>
                    </a:lnTo>
                    <a:lnTo>
                      <a:pt x="30" y="48"/>
                    </a:lnTo>
                    <a:lnTo>
                      <a:pt x="30" y="44"/>
                    </a:lnTo>
                    <a:lnTo>
                      <a:pt x="30" y="44"/>
                    </a:lnTo>
                    <a:lnTo>
                      <a:pt x="30" y="44"/>
                    </a:lnTo>
                    <a:lnTo>
                      <a:pt x="30" y="44"/>
                    </a:lnTo>
                    <a:lnTo>
                      <a:pt x="30" y="44"/>
                    </a:lnTo>
                    <a:lnTo>
                      <a:pt x="30" y="44"/>
                    </a:lnTo>
                    <a:lnTo>
                      <a:pt x="30" y="44"/>
                    </a:lnTo>
                    <a:lnTo>
                      <a:pt x="30" y="42"/>
                    </a:lnTo>
                    <a:lnTo>
                      <a:pt x="30" y="42"/>
                    </a:lnTo>
                    <a:lnTo>
                      <a:pt x="30" y="42"/>
                    </a:lnTo>
                    <a:lnTo>
                      <a:pt x="26" y="34"/>
                    </a:lnTo>
                    <a:lnTo>
                      <a:pt x="26" y="34"/>
                    </a:lnTo>
                    <a:lnTo>
                      <a:pt x="26" y="34"/>
                    </a:lnTo>
                    <a:lnTo>
                      <a:pt x="26" y="30"/>
                    </a:lnTo>
                    <a:lnTo>
                      <a:pt x="26" y="30"/>
                    </a:lnTo>
                    <a:lnTo>
                      <a:pt x="26" y="26"/>
                    </a:lnTo>
                    <a:lnTo>
                      <a:pt x="26" y="22"/>
                    </a:lnTo>
                    <a:lnTo>
                      <a:pt x="26" y="22"/>
                    </a:lnTo>
                    <a:lnTo>
                      <a:pt x="22" y="12"/>
                    </a:lnTo>
                    <a:lnTo>
                      <a:pt x="22" y="8"/>
                    </a:lnTo>
                    <a:lnTo>
                      <a:pt x="22" y="8"/>
                    </a:lnTo>
                    <a:lnTo>
                      <a:pt x="22" y="4"/>
                    </a:lnTo>
                    <a:lnTo>
                      <a:pt x="26" y="4"/>
                    </a:lnTo>
                    <a:lnTo>
                      <a:pt x="38" y="0"/>
                    </a:lnTo>
                    <a:lnTo>
                      <a:pt x="40" y="0"/>
                    </a:lnTo>
                    <a:lnTo>
                      <a:pt x="48" y="8"/>
                    </a:lnTo>
                    <a:lnTo>
                      <a:pt x="60" y="12"/>
                    </a:lnTo>
                    <a:lnTo>
                      <a:pt x="60" y="12"/>
                    </a:lnTo>
                    <a:lnTo>
                      <a:pt x="64" y="14"/>
                    </a:lnTo>
                    <a:lnTo>
                      <a:pt x="70" y="18"/>
                    </a:lnTo>
                    <a:lnTo>
                      <a:pt x="74" y="22"/>
                    </a:lnTo>
                    <a:lnTo>
                      <a:pt x="78" y="22"/>
                    </a:lnTo>
                    <a:lnTo>
                      <a:pt x="82" y="26"/>
                    </a:lnTo>
                    <a:lnTo>
                      <a:pt x="90" y="30"/>
                    </a:lnTo>
                    <a:lnTo>
                      <a:pt x="98" y="38"/>
                    </a:lnTo>
                    <a:lnTo>
                      <a:pt x="108" y="42"/>
                    </a:lnTo>
                    <a:lnTo>
                      <a:pt x="112" y="44"/>
                    </a:lnTo>
                    <a:lnTo>
                      <a:pt x="120" y="48"/>
                    </a:lnTo>
                    <a:lnTo>
                      <a:pt x="128" y="52"/>
                    </a:lnTo>
                    <a:lnTo>
                      <a:pt x="134" y="58"/>
                    </a:lnTo>
                    <a:lnTo>
                      <a:pt x="142" y="62"/>
                    </a:lnTo>
                    <a:lnTo>
                      <a:pt x="150" y="66"/>
                    </a:lnTo>
                    <a:lnTo>
                      <a:pt x="150" y="66"/>
                    </a:lnTo>
                    <a:lnTo>
                      <a:pt x="150" y="70"/>
                    </a:lnTo>
                    <a:lnTo>
                      <a:pt x="150" y="78"/>
                    </a:lnTo>
                    <a:lnTo>
                      <a:pt x="150" y="82"/>
                    </a:lnTo>
                    <a:lnTo>
                      <a:pt x="150" y="84"/>
                    </a:lnTo>
                    <a:lnTo>
                      <a:pt x="150" y="88"/>
                    </a:lnTo>
                    <a:lnTo>
                      <a:pt x="150" y="122"/>
                    </a:lnTo>
                    <a:lnTo>
                      <a:pt x="150" y="126"/>
                    </a:lnTo>
                    <a:lnTo>
                      <a:pt x="150" y="134"/>
                    </a:lnTo>
                    <a:lnTo>
                      <a:pt x="150" y="134"/>
                    </a:lnTo>
                    <a:lnTo>
                      <a:pt x="150" y="134"/>
                    </a:lnTo>
                    <a:lnTo>
                      <a:pt x="150" y="134"/>
                    </a:lnTo>
                    <a:lnTo>
                      <a:pt x="150" y="134"/>
                    </a:lnTo>
                    <a:lnTo>
                      <a:pt x="146" y="134"/>
                    </a:lnTo>
                    <a:lnTo>
                      <a:pt x="146" y="134"/>
                    </a:lnTo>
                    <a:lnTo>
                      <a:pt x="146" y="134"/>
                    </a:lnTo>
                    <a:lnTo>
                      <a:pt x="142" y="134"/>
                    </a:lnTo>
                    <a:lnTo>
                      <a:pt x="142" y="134"/>
                    </a:lnTo>
                    <a:lnTo>
                      <a:pt x="142" y="134"/>
                    </a:lnTo>
                    <a:lnTo>
                      <a:pt x="142" y="134"/>
                    </a:lnTo>
                    <a:lnTo>
                      <a:pt x="142" y="134"/>
                    </a:lnTo>
                    <a:lnTo>
                      <a:pt x="142" y="134"/>
                    </a:lnTo>
                    <a:lnTo>
                      <a:pt x="142" y="134"/>
                    </a:lnTo>
                    <a:lnTo>
                      <a:pt x="142" y="134"/>
                    </a:lnTo>
                    <a:lnTo>
                      <a:pt x="142" y="134"/>
                    </a:lnTo>
                    <a:lnTo>
                      <a:pt x="138" y="134"/>
                    </a:lnTo>
                    <a:lnTo>
                      <a:pt x="138" y="134"/>
                    </a:lnTo>
                    <a:lnTo>
                      <a:pt x="138" y="134"/>
                    </a:lnTo>
                    <a:lnTo>
                      <a:pt x="138" y="134"/>
                    </a:lnTo>
                    <a:lnTo>
                      <a:pt x="138" y="134"/>
                    </a:lnTo>
                    <a:lnTo>
                      <a:pt x="138" y="134"/>
                    </a:lnTo>
                    <a:lnTo>
                      <a:pt x="134" y="138"/>
                    </a:lnTo>
                    <a:lnTo>
                      <a:pt x="134" y="138"/>
                    </a:lnTo>
                    <a:lnTo>
                      <a:pt x="134" y="138"/>
                    </a:lnTo>
                    <a:lnTo>
                      <a:pt x="134" y="138"/>
                    </a:lnTo>
                    <a:lnTo>
                      <a:pt x="134" y="138"/>
                    </a:lnTo>
                    <a:lnTo>
                      <a:pt x="134" y="138"/>
                    </a:lnTo>
                    <a:lnTo>
                      <a:pt x="134" y="142"/>
                    </a:lnTo>
                    <a:lnTo>
                      <a:pt x="134" y="142"/>
                    </a:lnTo>
                    <a:lnTo>
                      <a:pt x="134" y="142"/>
                    </a:lnTo>
                    <a:lnTo>
                      <a:pt x="134" y="142"/>
                    </a:lnTo>
                    <a:lnTo>
                      <a:pt x="134" y="142"/>
                    </a:lnTo>
                    <a:lnTo>
                      <a:pt x="134" y="144"/>
                    </a:lnTo>
                    <a:lnTo>
                      <a:pt x="134" y="144"/>
                    </a:lnTo>
                    <a:lnTo>
                      <a:pt x="134" y="144"/>
                    </a:lnTo>
                    <a:lnTo>
                      <a:pt x="134" y="144"/>
                    </a:lnTo>
                    <a:lnTo>
                      <a:pt x="130" y="144"/>
                    </a:lnTo>
                    <a:lnTo>
                      <a:pt x="130" y="148"/>
                    </a:lnTo>
                    <a:lnTo>
                      <a:pt x="130" y="148"/>
                    </a:lnTo>
                    <a:lnTo>
                      <a:pt x="130" y="148"/>
                    </a:lnTo>
                    <a:lnTo>
                      <a:pt x="130" y="152"/>
                    </a:lnTo>
                    <a:lnTo>
                      <a:pt x="130" y="152"/>
                    </a:lnTo>
                    <a:lnTo>
                      <a:pt x="128" y="152"/>
                    </a:lnTo>
                    <a:lnTo>
                      <a:pt x="128" y="152"/>
                    </a:lnTo>
                    <a:lnTo>
                      <a:pt x="128" y="152"/>
                    </a:lnTo>
                    <a:lnTo>
                      <a:pt x="128" y="152"/>
                    </a:lnTo>
                    <a:lnTo>
                      <a:pt x="128" y="152"/>
                    </a:lnTo>
                    <a:lnTo>
                      <a:pt x="128" y="156"/>
                    </a:lnTo>
                    <a:lnTo>
                      <a:pt x="128" y="156"/>
                    </a:lnTo>
                    <a:lnTo>
                      <a:pt x="128" y="156"/>
                    </a:lnTo>
                    <a:lnTo>
                      <a:pt x="128" y="156"/>
                    </a:lnTo>
                    <a:lnTo>
                      <a:pt x="128" y="160"/>
                    </a:lnTo>
                    <a:lnTo>
                      <a:pt x="128" y="160"/>
                    </a:lnTo>
                    <a:lnTo>
                      <a:pt x="130" y="160"/>
                    </a:lnTo>
                    <a:lnTo>
                      <a:pt x="130" y="160"/>
                    </a:lnTo>
                    <a:lnTo>
                      <a:pt x="130" y="160"/>
                    </a:lnTo>
                    <a:lnTo>
                      <a:pt x="128" y="164"/>
                    </a:lnTo>
                    <a:lnTo>
                      <a:pt x="128" y="164"/>
                    </a:lnTo>
                    <a:lnTo>
                      <a:pt x="128" y="164"/>
                    </a:lnTo>
                    <a:lnTo>
                      <a:pt x="124" y="164"/>
                    </a:lnTo>
                    <a:lnTo>
                      <a:pt x="124" y="164"/>
                    </a:lnTo>
                    <a:lnTo>
                      <a:pt x="124" y="168"/>
                    </a:lnTo>
                    <a:lnTo>
                      <a:pt x="124" y="170"/>
                    </a:lnTo>
                    <a:lnTo>
                      <a:pt x="124" y="170"/>
                    </a:lnTo>
                    <a:lnTo>
                      <a:pt x="128" y="174"/>
                    </a:lnTo>
                    <a:lnTo>
                      <a:pt x="128" y="174"/>
                    </a:lnTo>
                    <a:lnTo>
                      <a:pt x="128" y="174"/>
                    </a:lnTo>
                    <a:lnTo>
                      <a:pt x="124" y="178"/>
                    </a:lnTo>
                    <a:lnTo>
                      <a:pt x="124" y="178"/>
                    </a:lnTo>
                    <a:lnTo>
                      <a:pt x="124" y="178"/>
                    </a:lnTo>
                    <a:lnTo>
                      <a:pt x="120" y="178"/>
                    </a:lnTo>
                    <a:lnTo>
                      <a:pt x="120" y="182"/>
                    </a:lnTo>
                    <a:lnTo>
                      <a:pt x="120" y="186"/>
                    </a:lnTo>
                    <a:lnTo>
                      <a:pt x="120" y="186"/>
                    </a:lnTo>
                    <a:lnTo>
                      <a:pt x="120" y="186"/>
                    </a:lnTo>
                    <a:lnTo>
                      <a:pt x="120" y="186"/>
                    </a:lnTo>
                    <a:lnTo>
                      <a:pt x="120" y="186"/>
                    </a:lnTo>
                    <a:lnTo>
                      <a:pt x="120" y="186"/>
                    </a:lnTo>
                    <a:lnTo>
                      <a:pt x="124" y="186"/>
                    </a:lnTo>
                    <a:lnTo>
                      <a:pt x="124" y="186"/>
                    </a:lnTo>
                    <a:lnTo>
                      <a:pt x="124" y="186"/>
                    </a:lnTo>
                    <a:lnTo>
                      <a:pt x="124" y="186"/>
                    </a:lnTo>
                    <a:lnTo>
                      <a:pt x="124" y="186"/>
                    </a:lnTo>
                    <a:lnTo>
                      <a:pt x="124" y="186"/>
                    </a:lnTo>
                    <a:lnTo>
                      <a:pt x="124" y="186"/>
                    </a:lnTo>
                    <a:lnTo>
                      <a:pt x="124" y="186"/>
                    </a:lnTo>
                    <a:lnTo>
                      <a:pt x="128" y="186"/>
                    </a:lnTo>
                    <a:lnTo>
                      <a:pt x="128" y="186"/>
                    </a:lnTo>
                    <a:lnTo>
                      <a:pt x="128" y="190"/>
                    </a:lnTo>
                    <a:lnTo>
                      <a:pt x="128" y="194"/>
                    </a:lnTo>
                    <a:lnTo>
                      <a:pt x="128" y="198"/>
                    </a:lnTo>
                    <a:lnTo>
                      <a:pt x="130" y="198"/>
                    </a:lnTo>
                    <a:lnTo>
                      <a:pt x="130" y="198"/>
                    </a:lnTo>
                    <a:lnTo>
                      <a:pt x="130" y="200"/>
                    </a:lnTo>
                    <a:lnTo>
                      <a:pt x="130" y="200"/>
                    </a:lnTo>
                    <a:lnTo>
                      <a:pt x="130" y="204"/>
                    </a:lnTo>
                    <a:lnTo>
                      <a:pt x="130" y="204"/>
                    </a:lnTo>
                    <a:lnTo>
                      <a:pt x="130" y="204"/>
                    </a:lnTo>
                    <a:lnTo>
                      <a:pt x="130" y="204"/>
                    </a:lnTo>
                    <a:lnTo>
                      <a:pt x="130" y="204"/>
                    </a:lnTo>
                    <a:lnTo>
                      <a:pt x="130" y="208"/>
                    </a:lnTo>
                    <a:lnTo>
                      <a:pt x="130" y="208"/>
                    </a:lnTo>
                    <a:lnTo>
                      <a:pt x="134" y="208"/>
                    </a:lnTo>
                    <a:lnTo>
                      <a:pt x="134" y="212"/>
                    </a:lnTo>
                    <a:lnTo>
                      <a:pt x="134" y="212"/>
                    </a:lnTo>
                    <a:lnTo>
                      <a:pt x="134" y="216"/>
                    </a:lnTo>
                    <a:lnTo>
                      <a:pt x="134" y="216"/>
                    </a:lnTo>
                    <a:lnTo>
                      <a:pt x="134" y="216"/>
                    </a:lnTo>
                    <a:lnTo>
                      <a:pt x="130" y="216"/>
                    </a:lnTo>
                    <a:lnTo>
                      <a:pt x="128" y="216"/>
                    </a:lnTo>
                    <a:lnTo>
                      <a:pt x="128" y="216"/>
                    </a:lnTo>
                    <a:lnTo>
                      <a:pt x="128" y="216"/>
                    </a:lnTo>
                    <a:lnTo>
                      <a:pt x="128" y="216"/>
                    </a:lnTo>
                    <a:lnTo>
                      <a:pt x="128" y="216"/>
                    </a:lnTo>
                    <a:lnTo>
                      <a:pt x="124" y="216"/>
                    </a:lnTo>
                    <a:lnTo>
                      <a:pt x="124" y="220"/>
                    </a:lnTo>
                    <a:lnTo>
                      <a:pt x="120" y="220"/>
                    </a:lnTo>
                    <a:lnTo>
                      <a:pt x="120" y="220"/>
                    </a:lnTo>
                    <a:lnTo>
                      <a:pt x="120" y="220"/>
                    </a:lnTo>
                    <a:lnTo>
                      <a:pt x="120" y="220"/>
                    </a:lnTo>
                    <a:lnTo>
                      <a:pt x="116" y="224"/>
                    </a:lnTo>
                    <a:lnTo>
                      <a:pt x="116" y="224"/>
                    </a:lnTo>
                    <a:lnTo>
                      <a:pt x="116" y="224"/>
                    </a:lnTo>
                    <a:lnTo>
                      <a:pt x="116" y="224"/>
                    </a:lnTo>
                    <a:lnTo>
                      <a:pt x="116" y="224"/>
                    </a:lnTo>
                    <a:lnTo>
                      <a:pt x="116" y="226"/>
                    </a:lnTo>
                    <a:lnTo>
                      <a:pt x="120" y="226"/>
                    </a:lnTo>
                    <a:lnTo>
                      <a:pt x="116" y="226"/>
                    </a:lnTo>
                    <a:lnTo>
                      <a:pt x="116" y="226"/>
                    </a:lnTo>
                    <a:lnTo>
                      <a:pt x="116" y="230"/>
                    </a:lnTo>
                    <a:lnTo>
                      <a:pt x="116" y="230"/>
                    </a:lnTo>
                    <a:lnTo>
                      <a:pt x="116" y="230"/>
                    </a:lnTo>
                    <a:lnTo>
                      <a:pt x="116" y="230"/>
                    </a:lnTo>
                    <a:lnTo>
                      <a:pt x="116" y="230"/>
                    </a:lnTo>
                    <a:lnTo>
                      <a:pt x="116" y="230"/>
                    </a:lnTo>
                    <a:lnTo>
                      <a:pt x="112" y="230"/>
                    </a:lnTo>
                    <a:lnTo>
                      <a:pt x="112" y="230"/>
                    </a:lnTo>
                    <a:lnTo>
                      <a:pt x="112" y="230"/>
                    </a:lnTo>
                    <a:lnTo>
                      <a:pt x="112" y="230"/>
                    </a:lnTo>
                    <a:lnTo>
                      <a:pt x="112" y="234"/>
                    </a:lnTo>
                    <a:lnTo>
                      <a:pt x="112" y="234"/>
                    </a:lnTo>
                    <a:lnTo>
                      <a:pt x="112" y="234"/>
                    </a:lnTo>
                    <a:lnTo>
                      <a:pt x="112" y="234"/>
                    </a:lnTo>
                    <a:lnTo>
                      <a:pt x="112" y="234"/>
                    </a:lnTo>
                    <a:lnTo>
                      <a:pt x="112" y="234"/>
                    </a:lnTo>
                    <a:lnTo>
                      <a:pt x="108" y="238"/>
                    </a:lnTo>
                    <a:lnTo>
                      <a:pt x="108" y="238"/>
                    </a:lnTo>
                    <a:lnTo>
                      <a:pt x="104" y="242"/>
                    </a:lnTo>
                    <a:lnTo>
                      <a:pt x="104" y="242"/>
                    </a:lnTo>
                    <a:lnTo>
                      <a:pt x="104" y="242"/>
                    </a:lnTo>
                    <a:lnTo>
                      <a:pt x="104" y="242"/>
                    </a:lnTo>
                    <a:lnTo>
                      <a:pt x="104" y="242"/>
                    </a:lnTo>
                    <a:lnTo>
                      <a:pt x="104" y="242"/>
                    </a:lnTo>
                    <a:lnTo>
                      <a:pt x="100" y="246"/>
                    </a:lnTo>
                    <a:lnTo>
                      <a:pt x="100" y="246"/>
                    </a:lnTo>
                    <a:lnTo>
                      <a:pt x="100" y="246"/>
                    </a:lnTo>
                    <a:lnTo>
                      <a:pt x="100" y="246"/>
                    </a:lnTo>
                    <a:lnTo>
                      <a:pt x="100" y="250"/>
                    </a:lnTo>
                    <a:lnTo>
                      <a:pt x="98" y="250"/>
                    </a:lnTo>
                    <a:lnTo>
                      <a:pt x="98" y="250"/>
                    </a:lnTo>
                    <a:lnTo>
                      <a:pt x="98" y="250"/>
                    </a:lnTo>
                    <a:lnTo>
                      <a:pt x="98" y="250"/>
                    </a:lnTo>
                    <a:lnTo>
                      <a:pt x="94" y="250"/>
                    </a:lnTo>
                    <a:lnTo>
                      <a:pt x="94" y="250"/>
                    </a:lnTo>
                    <a:lnTo>
                      <a:pt x="94" y="250"/>
                    </a:lnTo>
                    <a:lnTo>
                      <a:pt x="94" y="250"/>
                    </a:lnTo>
                    <a:lnTo>
                      <a:pt x="90" y="250"/>
                    </a:lnTo>
                    <a:lnTo>
                      <a:pt x="86" y="250"/>
                    </a:lnTo>
                    <a:lnTo>
                      <a:pt x="86" y="250"/>
                    </a:lnTo>
                    <a:lnTo>
                      <a:pt x="82" y="250"/>
                    </a:lnTo>
                    <a:lnTo>
                      <a:pt x="82" y="250"/>
                    </a:lnTo>
                    <a:lnTo>
                      <a:pt x="78" y="250"/>
                    </a:lnTo>
                    <a:lnTo>
                      <a:pt x="78" y="250"/>
                    </a:lnTo>
                    <a:lnTo>
                      <a:pt x="78" y="250"/>
                    </a:lnTo>
                    <a:lnTo>
                      <a:pt x="78" y="254"/>
                    </a:lnTo>
                    <a:lnTo>
                      <a:pt x="78" y="254"/>
                    </a:lnTo>
                    <a:lnTo>
                      <a:pt x="78" y="254"/>
                    </a:lnTo>
                    <a:lnTo>
                      <a:pt x="78" y="254"/>
                    </a:lnTo>
                    <a:lnTo>
                      <a:pt x="78" y="254"/>
                    </a:lnTo>
                    <a:lnTo>
                      <a:pt x="78" y="254"/>
                    </a:lnTo>
                    <a:lnTo>
                      <a:pt x="78" y="254"/>
                    </a:lnTo>
                    <a:lnTo>
                      <a:pt x="82" y="256"/>
                    </a:lnTo>
                    <a:lnTo>
                      <a:pt x="82" y="256"/>
                    </a:lnTo>
                    <a:lnTo>
                      <a:pt x="78" y="256"/>
                    </a:lnTo>
                    <a:lnTo>
                      <a:pt x="78" y="256"/>
                    </a:lnTo>
                    <a:lnTo>
                      <a:pt x="78" y="260"/>
                    </a:lnTo>
                    <a:lnTo>
                      <a:pt x="78" y="260"/>
                    </a:lnTo>
                    <a:lnTo>
                      <a:pt x="78" y="260"/>
                    </a:lnTo>
                    <a:lnTo>
                      <a:pt x="78" y="260"/>
                    </a:lnTo>
                    <a:lnTo>
                      <a:pt x="74" y="260"/>
                    </a:lnTo>
                    <a:lnTo>
                      <a:pt x="74" y="264"/>
                    </a:lnTo>
                    <a:lnTo>
                      <a:pt x="74" y="264"/>
                    </a:lnTo>
                    <a:lnTo>
                      <a:pt x="74" y="264"/>
                    </a:lnTo>
                    <a:lnTo>
                      <a:pt x="74" y="264"/>
                    </a:lnTo>
                    <a:lnTo>
                      <a:pt x="74" y="264"/>
                    </a:lnTo>
                    <a:lnTo>
                      <a:pt x="74" y="264"/>
                    </a:lnTo>
                    <a:lnTo>
                      <a:pt x="74" y="264"/>
                    </a:lnTo>
                    <a:lnTo>
                      <a:pt x="74" y="264"/>
                    </a:lnTo>
                    <a:lnTo>
                      <a:pt x="74" y="268"/>
                    </a:lnTo>
                    <a:lnTo>
                      <a:pt x="74" y="268"/>
                    </a:lnTo>
                    <a:lnTo>
                      <a:pt x="70" y="268"/>
                    </a:lnTo>
                    <a:lnTo>
                      <a:pt x="70" y="268"/>
                    </a:lnTo>
                    <a:lnTo>
                      <a:pt x="68" y="268"/>
                    </a:lnTo>
                    <a:lnTo>
                      <a:pt x="64" y="268"/>
                    </a:lnTo>
                    <a:lnTo>
                      <a:pt x="64" y="268"/>
                    </a:lnTo>
                    <a:lnTo>
                      <a:pt x="60" y="268"/>
                    </a:lnTo>
                    <a:lnTo>
                      <a:pt x="60" y="268"/>
                    </a:lnTo>
                    <a:lnTo>
                      <a:pt x="60" y="268"/>
                    </a:lnTo>
                    <a:lnTo>
                      <a:pt x="60" y="268"/>
                    </a:lnTo>
                    <a:lnTo>
                      <a:pt x="56" y="268"/>
                    </a:lnTo>
                    <a:lnTo>
                      <a:pt x="56" y="268"/>
                    </a:lnTo>
                    <a:lnTo>
                      <a:pt x="56" y="268"/>
                    </a:lnTo>
                    <a:lnTo>
                      <a:pt x="52" y="272"/>
                    </a:lnTo>
                    <a:lnTo>
                      <a:pt x="52" y="272"/>
                    </a:lnTo>
                    <a:lnTo>
                      <a:pt x="52" y="272"/>
                    </a:lnTo>
                    <a:lnTo>
                      <a:pt x="52" y="272"/>
                    </a:lnTo>
                    <a:lnTo>
                      <a:pt x="52" y="272"/>
                    </a:lnTo>
                    <a:lnTo>
                      <a:pt x="48" y="272"/>
                    </a:lnTo>
                    <a:lnTo>
                      <a:pt x="48" y="272"/>
                    </a:lnTo>
                    <a:lnTo>
                      <a:pt x="48" y="276"/>
                    </a:lnTo>
                    <a:lnTo>
                      <a:pt x="48" y="276"/>
                    </a:lnTo>
                    <a:lnTo>
                      <a:pt x="48" y="276"/>
                    </a:lnTo>
                    <a:lnTo>
                      <a:pt x="48" y="276"/>
                    </a:lnTo>
                    <a:lnTo>
                      <a:pt x="48" y="276"/>
                    </a:lnTo>
                    <a:lnTo>
                      <a:pt x="48" y="276"/>
                    </a:lnTo>
                    <a:lnTo>
                      <a:pt x="44" y="272"/>
                    </a:lnTo>
                    <a:lnTo>
                      <a:pt x="44" y="272"/>
                    </a:lnTo>
                    <a:lnTo>
                      <a:pt x="44" y="268"/>
                    </a:lnTo>
                    <a:lnTo>
                      <a:pt x="44" y="268"/>
                    </a:lnTo>
                    <a:lnTo>
                      <a:pt x="44" y="268"/>
                    </a:lnTo>
                    <a:lnTo>
                      <a:pt x="40" y="272"/>
                    </a:lnTo>
                    <a:lnTo>
                      <a:pt x="40" y="272"/>
                    </a:lnTo>
                    <a:lnTo>
                      <a:pt x="40" y="272"/>
                    </a:lnTo>
                    <a:lnTo>
                      <a:pt x="40" y="272"/>
                    </a:lnTo>
                    <a:lnTo>
                      <a:pt x="40" y="276"/>
                    </a:lnTo>
                    <a:lnTo>
                      <a:pt x="38" y="276"/>
                    </a:lnTo>
                    <a:lnTo>
                      <a:pt x="38" y="276"/>
                    </a:lnTo>
                    <a:lnTo>
                      <a:pt x="38" y="276"/>
                    </a:lnTo>
                    <a:lnTo>
                      <a:pt x="38" y="276"/>
                    </a:lnTo>
                    <a:lnTo>
                      <a:pt x="38" y="276"/>
                    </a:lnTo>
                    <a:lnTo>
                      <a:pt x="38" y="276"/>
                    </a:lnTo>
                    <a:lnTo>
                      <a:pt x="34" y="276"/>
                    </a:lnTo>
                    <a:lnTo>
                      <a:pt x="34" y="276"/>
                    </a:lnTo>
                    <a:lnTo>
                      <a:pt x="34" y="276"/>
                    </a:lnTo>
                    <a:lnTo>
                      <a:pt x="34" y="276"/>
                    </a:lnTo>
                    <a:lnTo>
                      <a:pt x="34" y="276"/>
                    </a:lnTo>
                    <a:lnTo>
                      <a:pt x="30" y="276"/>
                    </a:lnTo>
                    <a:lnTo>
                      <a:pt x="30" y="276"/>
                    </a:lnTo>
                    <a:lnTo>
                      <a:pt x="30" y="276"/>
                    </a:lnTo>
                    <a:lnTo>
                      <a:pt x="30" y="276"/>
                    </a:lnTo>
                    <a:lnTo>
                      <a:pt x="30" y="276"/>
                    </a:lnTo>
                    <a:lnTo>
                      <a:pt x="30" y="276"/>
                    </a:lnTo>
                    <a:lnTo>
                      <a:pt x="30" y="276"/>
                    </a:lnTo>
                    <a:lnTo>
                      <a:pt x="30" y="276"/>
                    </a:lnTo>
                    <a:lnTo>
                      <a:pt x="30" y="272"/>
                    </a:lnTo>
                    <a:lnTo>
                      <a:pt x="30" y="272"/>
                    </a:lnTo>
                    <a:lnTo>
                      <a:pt x="30" y="272"/>
                    </a:lnTo>
                    <a:lnTo>
                      <a:pt x="30" y="272"/>
                    </a:lnTo>
                    <a:lnTo>
                      <a:pt x="30" y="272"/>
                    </a:lnTo>
                    <a:lnTo>
                      <a:pt x="30" y="272"/>
                    </a:lnTo>
                    <a:lnTo>
                      <a:pt x="30" y="272"/>
                    </a:lnTo>
                    <a:lnTo>
                      <a:pt x="30" y="268"/>
                    </a:lnTo>
                    <a:lnTo>
                      <a:pt x="30" y="268"/>
                    </a:lnTo>
                    <a:lnTo>
                      <a:pt x="26" y="268"/>
                    </a:lnTo>
                    <a:lnTo>
                      <a:pt x="26" y="264"/>
                    </a:lnTo>
                    <a:lnTo>
                      <a:pt x="26" y="264"/>
                    </a:lnTo>
                    <a:lnTo>
                      <a:pt x="26" y="264"/>
                    </a:lnTo>
                    <a:lnTo>
                      <a:pt x="26" y="264"/>
                    </a:lnTo>
                    <a:lnTo>
                      <a:pt x="26" y="260"/>
                    </a:lnTo>
                    <a:lnTo>
                      <a:pt x="26" y="260"/>
                    </a:lnTo>
                    <a:lnTo>
                      <a:pt x="26" y="260"/>
                    </a:lnTo>
                    <a:lnTo>
                      <a:pt x="22" y="256"/>
                    </a:lnTo>
                    <a:lnTo>
                      <a:pt x="22" y="254"/>
                    </a:lnTo>
                    <a:lnTo>
                      <a:pt x="18" y="254"/>
                    </a:lnTo>
                    <a:lnTo>
                      <a:pt x="18" y="254"/>
                    </a:lnTo>
                    <a:lnTo>
                      <a:pt x="18" y="254"/>
                    </a:lnTo>
                    <a:lnTo>
                      <a:pt x="14" y="250"/>
                    </a:lnTo>
                    <a:lnTo>
                      <a:pt x="14" y="250"/>
                    </a:lnTo>
                    <a:lnTo>
                      <a:pt x="12" y="246"/>
                    </a:lnTo>
                    <a:lnTo>
                      <a:pt x="12" y="246"/>
                    </a:lnTo>
                    <a:lnTo>
                      <a:pt x="12" y="246"/>
                    </a:lnTo>
                    <a:lnTo>
                      <a:pt x="8" y="238"/>
                    </a:lnTo>
                    <a:lnTo>
                      <a:pt x="8" y="238"/>
                    </a:lnTo>
                    <a:lnTo>
                      <a:pt x="8" y="238"/>
                    </a:lnTo>
                    <a:lnTo>
                      <a:pt x="8" y="238"/>
                    </a:lnTo>
                    <a:lnTo>
                      <a:pt x="8" y="238"/>
                    </a:lnTo>
                    <a:lnTo>
                      <a:pt x="8" y="238"/>
                    </a:lnTo>
                    <a:lnTo>
                      <a:pt x="8" y="238"/>
                    </a:lnTo>
                    <a:lnTo>
                      <a:pt x="12" y="234"/>
                    </a:lnTo>
                    <a:lnTo>
                      <a:pt x="12" y="234"/>
                    </a:lnTo>
                    <a:lnTo>
                      <a:pt x="12" y="234"/>
                    </a:lnTo>
                    <a:lnTo>
                      <a:pt x="12" y="234"/>
                    </a:lnTo>
                    <a:lnTo>
                      <a:pt x="12" y="234"/>
                    </a:lnTo>
                    <a:lnTo>
                      <a:pt x="12" y="234"/>
                    </a:lnTo>
                    <a:lnTo>
                      <a:pt x="12" y="2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3" name="Freeform 137"/>
              <p:cNvSpPr>
                <a:spLocks noEditPoints="1"/>
              </p:cNvSpPr>
              <p:nvPr/>
            </p:nvSpPr>
            <p:spPr bwMode="gray">
              <a:xfrm>
                <a:off x="5864384" y="4860586"/>
                <a:ext cx="31307" cy="24350"/>
              </a:xfrm>
              <a:custGeom>
                <a:avLst/>
                <a:gdLst>
                  <a:gd name="T0" fmla="*/ 2 w 18"/>
                  <a:gd name="T1" fmla="*/ 8 h 14"/>
                  <a:gd name="T2" fmla="*/ 0 w 18"/>
                  <a:gd name="T3" fmla="*/ 8 h 14"/>
                  <a:gd name="T4" fmla="*/ 0 w 18"/>
                  <a:gd name="T5" fmla="*/ 8 h 14"/>
                  <a:gd name="T6" fmla="*/ 0 w 18"/>
                  <a:gd name="T7" fmla="*/ 4 h 14"/>
                  <a:gd name="T8" fmla="*/ 0 w 18"/>
                  <a:gd name="T9" fmla="*/ 4 h 14"/>
                  <a:gd name="T10" fmla="*/ 0 w 18"/>
                  <a:gd name="T11" fmla="*/ 4 h 14"/>
                  <a:gd name="T12" fmla="*/ 0 w 18"/>
                  <a:gd name="T13" fmla="*/ 0 h 14"/>
                  <a:gd name="T14" fmla="*/ 0 w 18"/>
                  <a:gd name="T15" fmla="*/ 0 h 14"/>
                  <a:gd name="T16" fmla="*/ 0 w 18"/>
                  <a:gd name="T17" fmla="*/ 0 h 14"/>
                  <a:gd name="T18" fmla="*/ 0 w 18"/>
                  <a:gd name="T19" fmla="*/ 0 h 14"/>
                  <a:gd name="T20" fmla="*/ 2 w 18"/>
                  <a:gd name="T21" fmla="*/ 0 h 14"/>
                  <a:gd name="T22" fmla="*/ 2 w 18"/>
                  <a:gd name="T23" fmla="*/ 0 h 14"/>
                  <a:gd name="T24" fmla="*/ 2 w 18"/>
                  <a:gd name="T25" fmla="*/ 0 h 14"/>
                  <a:gd name="T26" fmla="*/ 2 w 18"/>
                  <a:gd name="T27" fmla="*/ 4 h 14"/>
                  <a:gd name="T28" fmla="*/ 2 w 18"/>
                  <a:gd name="T29" fmla="*/ 4 h 14"/>
                  <a:gd name="T30" fmla="*/ 2 w 18"/>
                  <a:gd name="T31" fmla="*/ 8 h 14"/>
                  <a:gd name="T32" fmla="*/ 2 w 18"/>
                  <a:gd name="T33" fmla="*/ 8 h 14"/>
                  <a:gd name="T34" fmla="*/ 2 w 18"/>
                  <a:gd name="T35" fmla="*/ 8 h 14"/>
                  <a:gd name="T36" fmla="*/ 18 w 18"/>
                  <a:gd name="T37" fmla="*/ 14 h 14"/>
                  <a:gd name="T38" fmla="*/ 18 w 18"/>
                  <a:gd name="T39" fmla="*/ 14 h 14"/>
                  <a:gd name="T40" fmla="*/ 14 w 18"/>
                  <a:gd name="T41" fmla="*/ 14 h 14"/>
                  <a:gd name="T42" fmla="*/ 14 w 18"/>
                  <a:gd name="T43" fmla="*/ 14 h 14"/>
                  <a:gd name="T44" fmla="*/ 14 w 18"/>
                  <a:gd name="T45" fmla="*/ 14 h 14"/>
                  <a:gd name="T46" fmla="*/ 14 w 18"/>
                  <a:gd name="T47" fmla="*/ 10 h 14"/>
                  <a:gd name="T48" fmla="*/ 14 w 18"/>
                  <a:gd name="T49" fmla="*/ 10 h 14"/>
                  <a:gd name="T50" fmla="*/ 14 w 18"/>
                  <a:gd name="T51" fmla="*/ 14 h 14"/>
                  <a:gd name="T52" fmla="*/ 14 w 18"/>
                  <a:gd name="T53" fmla="*/ 10 h 14"/>
                  <a:gd name="T54" fmla="*/ 18 w 18"/>
                  <a:gd name="T55" fmla="*/ 10 h 14"/>
                  <a:gd name="T56" fmla="*/ 18 w 18"/>
                  <a:gd name="T57" fmla="*/ 10 h 14"/>
                  <a:gd name="T58" fmla="*/ 18 w 18"/>
                  <a:gd name="T59" fmla="*/ 10 h 14"/>
                  <a:gd name="T60" fmla="*/ 18 w 18"/>
                  <a:gd name="T61" fmla="*/ 10 h 14"/>
                  <a:gd name="T62" fmla="*/ 18 w 18"/>
                  <a:gd name="T63" fmla="*/ 10 h 14"/>
                  <a:gd name="T64" fmla="*/ 18 w 18"/>
                  <a:gd name="T65" fmla="*/ 14 h 14"/>
                  <a:gd name="T66" fmla="*/ 18 w 18"/>
                  <a:gd name="T67" fmla="*/ 14 h 14"/>
                  <a:gd name="T68" fmla="*/ 18 w 18"/>
                  <a:gd name="T69" fmla="*/ 14 h 14"/>
                  <a:gd name="T70" fmla="*/ 6 w 18"/>
                  <a:gd name="T71" fmla="*/ 14 h 14"/>
                  <a:gd name="T72" fmla="*/ 6 w 18"/>
                  <a:gd name="T73" fmla="*/ 14 h 14"/>
                  <a:gd name="T74" fmla="*/ 6 w 18"/>
                  <a:gd name="T75" fmla="*/ 14 h 14"/>
                  <a:gd name="T76" fmla="*/ 6 w 18"/>
                  <a:gd name="T77" fmla="*/ 14 h 14"/>
                  <a:gd name="T78" fmla="*/ 6 w 18"/>
                  <a:gd name="T79" fmla="*/ 14 h 14"/>
                  <a:gd name="T80" fmla="*/ 6 w 18"/>
                  <a:gd name="T81" fmla="*/ 14 h 14"/>
                  <a:gd name="T82" fmla="*/ 6 w 18"/>
                  <a:gd name="T83" fmla="*/ 14 h 14"/>
                  <a:gd name="T84" fmla="*/ 6 w 18"/>
                  <a:gd name="T85" fmla="*/ 14 h 14"/>
                  <a:gd name="T86" fmla="*/ 6 w 18"/>
                  <a:gd name="T87" fmla="*/ 14 h 14"/>
                  <a:gd name="T88" fmla="*/ 6 w 18"/>
                  <a:gd name="T89" fmla="*/ 14 h 14"/>
                  <a:gd name="T90" fmla="*/ 6 w 18"/>
                  <a:gd name="T91"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8" h="14">
                    <a:moveTo>
                      <a:pt x="2" y="8"/>
                    </a:moveTo>
                    <a:lnTo>
                      <a:pt x="2" y="8"/>
                    </a:lnTo>
                    <a:lnTo>
                      <a:pt x="0" y="8"/>
                    </a:lnTo>
                    <a:lnTo>
                      <a:pt x="0" y="8"/>
                    </a:lnTo>
                    <a:lnTo>
                      <a:pt x="0" y="8"/>
                    </a:lnTo>
                    <a:lnTo>
                      <a:pt x="0" y="8"/>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2" y="0"/>
                    </a:lnTo>
                    <a:lnTo>
                      <a:pt x="2" y="0"/>
                    </a:lnTo>
                    <a:lnTo>
                      <a:pt x="2" y="0"/>
                    </a:lnTo>
                    <a:lnTo>
                      <a:pt x="2" y="0"/>
                    </a:lnTo>
                    <a:lnTo>
                      <a:pt x="2" y="0"/>
                    </a:lnTo>
                    <a:lnTo>
                      <a:pt x="2" y="4"/>
                    </a:lnTo>
                    <a:lnTo>
                      <a:pt x="2" y="4"/>
                    </a:lnTo>
                    <a:lnTo>
                      <a:pt x="2" y="4"/>
                    </a:lnTo>
                    <a:lnTo>
                      <a:pt x="2" y="4"/>
                    </a:lnTo>
                    <a:lnTo>
                      <a:pt x="2" y="4"/>
                    </a:lnTo>
                    <a:lnTo>
                      <a:pt x="2" y="8"/>
                    </a:lnTo>
                    <a:lnTo>
                      <a:pt x="2" y="8"/>
                    </a:lnTo>
                    <a:lnTo>
                      <a:pt x="2" y="8"/>
                    </a:lnTo>
                    <a:lnTo>
                      <a:pt x="2" y="8"/>
                    </a:lnTo>
                    <a:lnTo>
                      <a:pt x="2" y="8"/>
                    </a:lnTo>
                    <a:lnTo>
                      <a:pt x="2" y="8"/>
                    </a:lnTo>
                    <a:close/>
                    <a:moveTo>
                      <a:pt x="18" y="14"/>
                    </a:moveTo>
                    <a:lnTo>
                      <a:pt x="18" y="14"/>
                    </a:lnTo>
                    <a:lnTo>
                      <a:pt x="18" y="14"/>
                    </a:lnTo>
                    <a:lnTo>
                      <a:pt x="18" y="14"/>
                    </a:lnTo>
                    <a:lnTo>
                      <a:pt x="14" y="14"/>
                    </a:lnTo>
                    <a:lnTo>
                      <a:pt x="14" y="14"/>
                    </a:lnTo>
                    <a:lnTo>
                      <a:pt x="14" y="14"/>
                    </a:lnTo>
                    <a:lnTo>
                      <a:pt x="14" y="14"/>
                    </a:lnTo>
                    <a:lnTo>
                      <a:pt x="14" y="14"/>
                    </a:lnTo>
                    <a:lnTo>
                      <a:pt x="14" y="14"/>
                    </a:lnTo>
                    <a:lnTo>
                      <a:pt x="14" y="10"/>
                    </a:lnTo>
                    <a:lnTo>
                      <a:pt x="14" y="10"/>
                    </a:lnTo>
                    <a:lnTo>
                      <a:pt x="14" y="10"/>
                    </a:lnTo>
                    <a:lnTo>
                      <a:pt x="14" y="14"/>
                    </a:lnTo>
                    <a:lnTo>
                      <a:pt x="14" y="14"/>
                    </a:lnTo>
                    <a:lnTo>
                      <a:pt x="14" y="14"/>
                    </a:lnTo>
                    <a:lnTo>
                      <a:pt x="14" y="10"/>
                    </a:lnTo>
                    <a:lnTo>
                      <a:pt x="14" y="10"/>
                    </a:lnTo>
                    <a:lnTo>
                      <a:pt x="18" y="10"/>
                    </a:lnTo>
                    <a:lnTo>
                      <a:pt x="18" y="10"/>
                    </a:lnTo>
                    <a:lnTo>
                      <a:pt x="18" y="10"/>
                    </a:lnTo>
                    <a:lnTo>
                      <a:pt x="18" y="10"/>
                    </a:lnTo>
                    <a:lnTo>
                      <a:pt x="18" y="10"/>
                    </a:lnTo>
                    <a:lnTo>
                      <a:pt x="18" y="10"/>
                    </a:lnTo>
                    <a:lnTo>
                      <a:pt x="18" y="10"/>
                    </a:lnTo>
                    <a:lnTo>
                      <a:pt x="18" y="10"/>
                    </a:lnTo>
                    <a:lnTo>
                      <a:pt x="18" y="10"/>
                    </a:lnTo>
                    <a:lnTo>
                      <a:pt x="18" y="14"/>
                    </a:lnTo>
                    <a:lnTo>
                      <a:pt x="18" y="14"/>
                    </a:lnTo>
                    <a:lnTo>
                      <a:pt x="18" y="14"/>
                    </a:lnTo>
                    <a:lnTo>
                      <a:pt x="18" y="14"/>
                    </a:lnTo>
                    <a:lnTo>
                      <a:pt x="18" y="14"/>
                    </a:lnTo>
                    <a:lnTo>
                      <a:pt x="18" y="14"/>
                    </a:lnTo>
                    <a:lnTo>
                      <a:pt x="18" y="14"/>
                    </a:lnTo>
                    <a:close/>
                    <a:moveTo>
                      <a:pt x="6" y="14"/>
                    </a:move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4" name="Freeform 138"/>
              <p:cNvSpPr>
                <a:spLocks/>
              </p:cNvSpPr>
              <p:nvPr/>
            </p:nvSpPr>
            <p:spPr bwMode="gray">
              <a:xfrm>
                <a:off x="5071280" y="4404900"/>
                <a:ext cx="187840" cy="260888"/>
              </a:xfrm>
              <a:custGeom>
                <a:avLst/>
                <a:gdLst>
                  <a:gd name="T0" fmla="*/ 64 w 108"/>
                  <a:gd name="T1" fmla="*/ 138 h 150"/>
                  <a:gd name="T2" fmla="*/ 56 w 108"/>
                  <a:gd name="T3" fmla="*/ 146 h 150"/>
                  <a:gd name="T4" fmla="*/ 48 w 108"/>
                  <a:gd name="T5" fmla="*/ 150 h 150"/>
                  <a:gd name="T6" fmla="*/ 48 w 108"/>
                  <a:gd name="T7" fmla="*/ 138 h 150"/>
                  <a:gd name="T8" fmla="*/ 38 w 108"/>
                  <a:gd name="T9" fmla="*/ 142 h 150"/>
                  <a:gd name="T10" fmla="*/ 34 w 108"/>
                  <a:gd name="T11" fmla="*/ 150 h 150"/>
                  <a:gd name="T12" fmla="*/ 30 w 108"/>
                  <a:gd name="T13" fmla="*/ 146 h 150"/>
                  <a:gd name="T14" fmla="*/ 22 w 108"/>
                  <a:gd name="T15" fmla="*/ 142 h 150"/>
                  <a:gd name="T16" fmla="*/ 16 w 108"/>
                  <a:gd name="T17" fmla="*/ 150 h 150"/>
                  <a:gd name="T18" fmla="*/ 12 w 108"/>
                  <a:gd name="T19" fmla="*/ 142 h 150"/>
                  <a:gd name="T20" fmla="*/ 4 w 108"/>
                  <a:gd name="T21" fmla="*/ 138 h 150"/>
                  <a:gd name="T22" fmla="*/ 0 w 108"/>
                  <a:gd name="T23" fmla="*/ 130 h 150"/>
                  <a:gd name="T24" fmla="*/ 12 w 108"/>
                  <a:gd name="T25" fmla="*/ 128 h 150"/>
                  <a:gd name="T26" fmla="*/ 8 w 108"/>
                  <a:gd name="T27" fmla="*/ 120 h 150"/>
                  <a:gd name="T28" fmla="*/ 8 w 108"/>
                  <a:gd name="T29" fmla="*/ 116 h 150"/>
                  <a:gd name="T30" fmla="*/ 8 w 108"/>
                  <a:gd name="T31" fmla="*/ 106 h 150"/>
                  <a:gd name="T32" fmla="*/ 16 w 108"/>
                  <a:gd name="T33" fmla="*/ 106 h 150"/>
                  <a:gd name="T34" fmla="*/ 18 w 108"/>
                  <a:gd name="T35" fmla="*/ 102 h 150"/>
                  <a:gd name="T36" fmla="*/ 26 w 108"/>
                  <a:gd name="T37" fmla="*/ 98 h 150"/>
                  <a:gd name="T38" fmla="*/ 30 w 108"/>
                  <a:gd name="T39" fmla="*/ 106 h 150"/>
                  <a:gd name="T40" fmla="*/ 38 w 108"/>
                  <a:gd name="T41" fmla="*/ 106 h 150"/>
                  <a:gd name="T42" fmla="*/ 42 w 108"/>
                  <a:gd name="T43" fmla="*/ 110 h 150"/>
                  <a:gd name="T44" fmla="*/ 46 w 108"/>
                  <a:gd name="T45" fmla="*/ 102 h 150"/>
                  <a:gd name="T46" fmla="*/ 48 w 108"/>
                  <a:gd name="T47" fmla="*/ 94 h 150"/>
                  <a:gd name="T48" fmla="*/ 48 w 108"/>
                  <a:gd name="T49" fmla="*/ 84 h 150"/>
                  <a:gd name="T50" fmla="*/ 46 w 108"/>
                  <a:gd name="T51" fmla="*/ 76 h 150"/>
                  <a:gd name="T52" fmla="*/ 42 w 108"/>
                  <a:gd name="T53" fmla="*/ 68 h 150"/>
                  <a:gd name="T54" fmla="*/ 42 w 108"/>
                  <a:gd name="T55" fmla="*/ 58 h 150"/>
                  <a:gd name="T56" fmla="*/ 48 w 108"/>
                  <a:gd name="T57" fmla="*/ 50 h 150"/>
                  <a:gd name="T58" fmla="*/ 42 w 108"/>
                  <a:gd name="T59" fmla="*/ 42 h 150"/>
                  <a:gd name="T60" fmla="*/ 34 w 108"/>
                  <a:gd name="T61" fmla="*/ 46 h 150"/>
                  <a:gd name="T62" fmla="*/ 30 w 108"/>
                  <a:gd name="T63" fmla="*/ 38 h 150"/>
                  <a:gd name="T64" fmla="*/ 38 w 108"/>
                  <a:gd name="T65" fmla="*/ 30 h 150"/>
                  <a:gd name="T66" fmla="*/ 52 w 108"/>
                  <a:gd name="T67" fmla="*/ 30 h 150"/>
                  <a:gd name="T68" fmla="*/ 64 w 108"/>
                  <a:gd name="T69" fmla="*/ 30 h 150"/>
                  <a:gd name="T70" fmla="*/ 72 w 108"/>
                  <a:gd name="T71" fmla="*/ 34 h 150"/>
                  <a:gd name="T72" fmla="*/ 72 w 108"/>
                  <a:gd name="T73" fmla="*/ 30 h 150"/>
                  <a:gd name="T74" fmla="*/ 74 w 108"/>
                  <a:gd name="T75" fmla="*/ 24 h 150"/>
                  <a:gd name="T76" fmla="*/ 78 w 108"/>
                  <a:gd name="T77" fmla="*/ 16 h 150"/>
                  <a:gd name="T78" fmla="*/ 78 w 108"/>
                  <a:gd name="T79" fmla="*/ 8 h 150"/>
                  <a:gd name="T80" fmla="*/ 86 w 108"/>
                  <a:gd name="T81" fmla="*/ 4 h 150"/>
                  <a:gd name="T82" fmla="*/ 90 w 108"/>
                  <a:gd name="T83" fmla="*/ 4 h 150"/>
                  <a:gd name="T84" fmla="*/ 102 w 108"/>
                  <a:gd name="T85" fmla="*/ 4 h 150"/>
                  <a:gd name="T86" fmla="*/ 104 w 108"/>
                  <a:gd name="T87" fmla="*/ 4 h 150"/>
                  <a:gd name="T88" fmla="*/ 108 w 108"/>
                  <a:gd name="T89" fmla="*/ 12 h 150"/>
                  <a:gd name="T90" fmla="*/ 104 w 108"/>
                  <a:gd name="T91" fmla="*/ 20 h 150"/>
                  <a:gd name="T92" fmla="*/ 102 w 108"/>
                  <a:gd name="T93" fmla="*/ 28 h 150"/>
                  <a:gd name="T94" fmla="*/ 102 w 108"/>
                  <a:gd name="T95" fmla="*/ 38 h 150"/>
                  <a:gd name="T96" fmla="*/ 98 w 108"/>
                  <a:gd name="T97" fmla="*/ 54 h 150"/>
                  <a:gd name="T98" fmla="*/ 98 w 108"/>
                  <a:gd name="T99" fmla="*/ 64 h 150"/>
                  <a:gd name="T100" fmla="*/ 94 w 108"/>
                  <a:gd name="T101" fmla="*/ 72 h 150"/>
                  <a:gd name="T102" fmla="*/ 90 w 108"/>
                  <a:gd name="T103" fmla="*/ 84 h 150"/>
                  <a:gd name="T104" fmla="*/ 82 w 108"/>
                  <a:gd name="T105" fmla="*/ 90 h 150"/>
                  <a:gd name="T106" fmla="*/ 78 w 108"/>
                  <a:gd name="T107" fmla="*/ 98 h 150"/>
                  <a:gd name="T108" fmla="*/ 72 w 108"/>
                  <a:gd name="T109" fmla="*/ 102 h 150"/>
                  <a:gd name="T110" fmla="*/ 74 w 108"/>
                  <a:gd name="T111" fmla="*/ 114 h 150"/>
                  <a:gd name="T112" fmla="*/ 72 w 108"/>
                  <a:gd name="T113" fmla="*/ 120 h 150"/>
                  <a:gd name="T114" fmla="*/ 72 w 108"/>
                  <a:gd name="T115" fmla="*/ 128 h 150"/>
                  <a:gd name="T116" fmla="*/ 68 w 108"/>
                  <a:gd name="T117" fmla="*/ 13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8" h="150">
                    <a:moveTo>
                      <a:pt x="68" y="134"/>
                    </a:moveTo>
                    <a:lnTo>
                      <a:pt x="64" y="134"/>
                    </a:lnTo>
                    <a:lnTo>
                      <a:pt x="64" y="138"/>
                    </a:lnTo>
                    <a:lnTo>
                      <a:pt x="60" y="138"/>
                    </a:lnTo>
                    <a:lnTo>
                      <a:pt x="56" y="142"/>
                    </a:lnTo>
                    <a:lnTo>
                      <a:pt x="56" y="146"/>
                    </a:lnTo>
                    <a:lnTo>
                      <a:pt x="52" y="146"/>
                    </a:lnTo>
                    <a:lnTo>
                      <a:pt x="52" y="150"/>
                    </a:lnTo>
                    <a:lnTo>
                      <a:pt x="48" y="150"/>
                    </a:lnTo>
                    <a:lnTo>
                      <a:pt x="48" y="146"/>
                    </a:lnTo>
                    <a:lnTo>
                      <a:pt x="48" y="142"/>
                    </a:lnTo>
                    <a:lnTo>
                      <a:pt x="48" y="138"/>
                    </a:lnTo>
                    <a:lnTo>
                      <a:pt x="46" y="138"/>
                    </a:lnTo>
                    <a:lnTo>
                      <a:pt x="42" y="142"/>
                    </a:lnTo>
                    <a:lnTo>
                      <a:pt x="38" y="142"/>
                    </a:lnTo>
                    <a:lnTo>
                      <a:pt x="38" y="146"/>
                    </a:lnTo>
                    <a:lnTo>
                      <a:pt x="34" y="146"/>
                    </a:lnTo>
                    <a:lnTo>
                      <a:pt x="34" y="150"/>
                    </a:lnTo>
                    <a:lnTo>
                      <a:pt x="30" y="146"/>
                    </a:lnTo>
                    <a:lnTo>
                      <a:pt x="30" y="142"/>
                    </a:lnTo>
                    <a:lnTo>
                      <a:pt x="30" y="146"/>
                    </a:lnTo>
                    <a:lnTo>
                      <a:pt x="26" y="146"/>
                    </a:lnTo>
                    <a:lnTo>
                      <a:pt x="26" y="142"/>
                    </a:lnTo>
                    <a:lnTo>
                      <a:pt x="22" y="142"/>
                    </a:lnTo>
                    <a:lnTo>
                      <a:pt x="18" y="146"/>
                    </a:lnTo>
                    <a:lnTo>
                      <a:pt x="16" y="146"/>
                    </a:lnTo>
                    <a:lnTo>
                      <a:pt x="16" y="150"/>
                    </a:lnTo>
                    <a:lnTo>
                      <a:pt x="12" y="150"/>
                    </a:lnTo>
                    <a:lnTo>
                      <a:pt x="12" y="146"/>
                    </a:lnTo>
                    <a:lnTo>
                      <a:pt x="12" y="142"/>
                    </a:lnTo>
                    <a:lnTo>
                      <a:pt x="8" y="142"/>
                    </a:lnTo>
                    <a:lnTo>
                      <a:pt x="8" y="138"/>
                    </a:lnTo>
                    <a:lnTo>
                      <a:pt x="4" y="138"/>
                    </a:lnTo>
                    <a:lnTo>
                      <a:pt x="4" y="134"/>
                    </a:lnTo>
                    <a:lnTo>
                      <a:pt x="0" y="134"/>
                    </a:lnTo>
                    <a:lnTo>
                      <a:pt x="0" y="130"/>
                    </a:lnTo>
                    <a:lnTo>
                      <a:pt x="4" y="128"/>
                    </a:lnTo>
                    <a:lnTo>
                      <a:pt x="8" y="128"/>
                    </a:lnTo>
                    <a:lnTo>
                      <a:pt x="12" y="128"/>
                    </a:lnTo>
                    <a:lnTo>
                      <a:pt x="12" y="124"/>
                    </a:lnTo>
                    <a:lnTo>
                      <a:pt x="12" y="120"/>
                    </a:lnTo>
                    <a:lnTo>
                      <a:pt x="8" y="120"/>
                    </a:lnTo>
                    <a:lnTo>
                      <a:pt x="12" y="116"/>
                    </a:lnTo>
                    <a:lnTo>
                      <a:pt x="8" y="114"/>
                    </a:lnTo>
                    <a:lnTo>
                      <a:pt x="8" y="116"/>
                    </a:lnTo>
                    <a:lnTo>
                      <a:pt x="8" y="114"/>
                    </a:lnTo>
                    <a:lnTo>
                      <a:pt x="8" y="110"/>
                    </a:lnTo>
                    <a:lnTo>
                      <a:pt x="8" y="106"/>
                    </a:lnTo>
                    <a:lnTo>
                      <a:pt x="12" y="110"/>
                    </a:lnTo>
                    <a:lnTo>
                      <a:pt x="12" y="106"/>
                    </a:lnTo>
                    <a:lnTo>
                      <a:pt x="16" y="106"/>
                    </a:lnTo>
                    <a:lnTo>
                      <a:pt x="16" y="110"/>
                    </a:lnTo>
                    <a:lnTo>
                      <a:pt x="18" y="106"/>
                    </a:lnTo>
                    <a:lnTo>
                      <a:pt x="18" y="102"/>
                    </a:lnTo>
                    <a:lnTo>
                      <a:pt x="18" y="98"/>
                    </a:lnTo>
                    <a:lnTo>
                      <a:pt x="22" y="98"/>
                    </a:lnTo>
                    <a:lnTo>
                      <a:pt x="26" y="98"/>
                    </a:lnTo>
                    <a:lnTo>
                      <a:pt x="26" y="102"/>
                    </a:lnTo>
                    <a:lnTo>
                      <a:pt x="26" y="106"/>
                    </a:lnTo>
                    <a:lnTo>
                      <a:pt x="30" y="106"/>
                    </a:lnTo>
                    <a:lnTo>
                      <a:pt x="34" y="110"/>
                    </a:lnTo>
                    <a:lnTo>
                      <a:pt x="34" y="106"/>
                    </a:lnTo>
                    <a:lnTo>
                      <a:pt x="38" y="106"/>
                    </a:lnTo>
                    <a:lnTo>
                      <a:pt x="38" y="102"/>
                    </a:lnTo>
                    <a:lnTo>
                      <a:pt x="42" y="106"/>
                    </a:lnTo>
                    <a:lnTo>
                      <a:pt x="42" y="110"/>
                    </a:lnTo>
                    <a:lnTo>
                      <a:pt x="46" y="110"/>
                    </a:lnTo>
                    <a:lnTo>
                      <a:pt x="46" y="106"/>
                    </a:lnTo>
                    <a:lnTo>
                      <a:pt x="46" y="102"/>
                    </a:lnTo>
                    <a:lnTo>
                      <a:pt x="46" y="98"/>
                    </a:lnTo>
                    <a:lnTo>
                      <a:pt x="48" y="98"/>
                    </a:lnTo>
                    <a:lnTo>
                      <a:pt x="48" y="94"/>
                    </a:lnTo>
                    <a:lnTo>
                      <a:pt x="48" y="90"/>
                    </a:lnTo>
                    <a:lnTo>
                      <a:pt x="48" y="86"/>
                    </a:lnTo>
                    <a:lnTo>
                      <a:pt x="48" y="84"/>
                    </a:lnTo>
                    <a:lnTo>
                      <a:pt x="48" y="80"/>
                    </a:lnTo>
                    <a:lnTo>
                      <a:pt x="48" y="76"/>
                    </a:lnTo>
                    <a:lnTo>
                      <a:pt x="46" y="76"/>
                    </a:lnTo>
                    <a:lnTo>
                      <a:pt x="46" y="72"/>
                    </a:lnTo>
                    <a:lnTo>
                      <a:pt x="42" y="72"/>
                    </a:lnTo>
                    <a:lnTo>
                      <a:pt x="42" y="68"/>
                    </a:lnTo>
                    <a:lnTo>
                      <a:pt x="42" y="64"/>
                    </a:lnTo>
                    <a:lnTo>
                      <a:pt x="42" y="60"/>
                    </a:lnTo>
                    <a:lnTo>
                      <a:pt x="42" y="58"/>
                    </a:lnTo>
                    <a:lnTo>
                      <a:pt x="46" y="58"/>
                    </a:lnTo>
                    <a:lnTo>
                      <a:pt x="48" y="54"/>
                    </a:lnTo>
                    <a:lnTo>
                      <a:pt x="48" y="50"/>
                    </a:lnTo>
                    <a:lnTo>
                      <a:pt x="46" y="46"/>
                    </a:lnTo>
                    <a:lnTo>
                      <a:pt x="46" y="42"/>
                    </a:lnTo>
                    <a:lnTo>
                      <a:pt x="42" y="42"/>
                    </a:lnTo>
                    <a:lnTo>
                      <a:pt x="38" y="42"/>
                    </a:lnTo>
                    <a:lnTo>
                      <a:pt x="38" y="46"/>
                    </a:lnTo>
                    <a:lnTo>
                      <a:pt x="34" y="46"/>
                    </a:lnTo>
                    <a:lnTo>
                      <a:pt x="30" y="46"/>
                    </a:lnTo>
                    <a:lnTo>
                      <a:pt x="30" y="42"/>
                    </a:lnTo>
                    <a:lnTo>
                      <a:pt x="30" y="38"/>
                    </a:lnTo>
                    <a:lnTo>
                      <a:pt x="30" y="34"/>
                    </a:lnTo>
                    <a:lnTo>
                      <a:pt x="30" y="30"/>
                    </a:lnTo>
                    <a:lnTo>
                      <a:pt x="38" y="30"/>
                    </a:lnTo>
                    <a:lnTo>
                      <a:pt x="46" y="30"/>
                    </a:lnTo>
                    <a:lnTo>
                      <a:pt x="48" y="30"/>
                    </a:lnTo>
                    <a:lnTo>
                      <a:pt x="52" y="30"/>
                    </a:lnTo>
                    <a:lnTo>
                      <a:pt x="56" y="30"/>
                    </a:lnTo>
                    <a:lnTo>
                      <a:pt x="60" y="30"/>
                    </a:lnTo>
                    <a:lnTo>
                      <a:pt x="64" y="30"/>
                    </a:lnTo>
                    <a:lnTo>
                      <a:pt x="64" y="34"/>
                    </a:lnTo>
                    <a:lnTo>
                      <a:pt x="68" y="34"/>
                    </a:lnTo>
                    <a:lnTo>
                      <a:pt x="72" y="34"/>
                    </a:lnTo>
                    <a:lnTo>
                      <a:pt x="72" y="38"/>
                    </a:lnTo>
                    <a:lnTo>
                      <a:pt x="72" y="34"/>
                    </a:lnTo>
                    <a:lnTo>
                      <a:pt x="72" y="30"/>
                    </a:lnTo>
                    <a:lnTo>
                      <a:pt x="72" y="28"/>
                    </a:lnTo>
                    <a:lnTo>
                      <a:pt x="74" y="28"/>
                    </a:lnTo>
                    <a:lnTo>
                      <a:pt x="74" y="24"/>
                    </a:lnTo>
                    <a:lnTo>
                      <a:pt x="74" y="20"/>
                    </a:lnTo>
                    <a:lnTo>
                      <a:pt x="78" y="20"/>
                    </a:lnTo>
                    <a:lnTo>
                      <a:pt x="78" y="16"/>
                    </a:lnTo>
                    <a:lnTo>
                      <a:pt x="74" y="16"/>
                    </a:lnTo>
                    <a:lnTo>
                      <a:pt x="78" y="12"/>
                    </a:lnTo>
                    <a:lnTo>
                      <a:pt x="78" y="8"/>
                    </a:lnTo>
                    <a:lnTo>
                      <a:pt x="78" y="4"/>
                    </a:lnTo>
                    <a:lnTo>
                      <a:pt x="82" y="4"/>
                    </a:lnTo>
                    <a:lnTo>
                      <a:pt x="86" y="4"/>
                    </a:lnTo>
                    <a:lnTo>
                      <a:pt x="90" y="4"/>
                    </a:lnTo>
                    <a:lnTo>
                      <a:pt x="90" y="0"/>
                    </a:lnTo>
                    <a:lnTo>
                      <a:pt x="90" y="4"/>
                    </a:lnTo>
                    <a:lnTo>
                      <a:pt x="94" y="4"/>
                    </a:lnTo>
                    <a:lnTo>
                      <a:pt x="98" y="4"/>
                    </a:lnTo>
                    <a:lnTo>
                      <a:pt x="102" y="4"/>
                    </a:lnTo>
                    <a:lnTo>
                      <a:pt x="102" y="8"/>
                    </a:lnTo>
                    <a:lnTo>
                      <a:pt x="102" y="4"/>
                    </a:lnTo>
                    <a:lnTo>
                      <a:pt x="104" y="4"/>
                    </a:lnTo>
                    <a:lnTo>
                      <a:pt x="108" y="4"/>
                    </a:lnTo>
                    <a:lnTo>
                      <a:pt x="108" y="8"/>
                    </a:lnTo>
                    <a:lnTo>
                      <a:pt x="108" y="12"/>
                    </a:lnTo>
                    <a:lnTo>
                      <a:pt x="104" y="12"/>
                    </a:lnTo>
                    <a:lnTo>
                      <a:pt x="104" y="16"/>
                    </a:lnTo>
                    <a:lnTo>
                      <a:pt x="104" y="20"/>
                    </a:lnTo>
                    <a:lnTo>
                      <a:pt x="104" y="24"/>
                    </a:lnTo>
                    <a:lnTo>
                      <a:pt x="102" y="24"/>
                    </a:lnTo>
                    <a:lnTo>
                      <a:pt x="102" y="28"/>
                    </a:lnTo>
                    <a:lnTo>
                      <a:pt x="102" y="30"/>
                    </a:lnTo>
                    <a:lnTo>
                      <a:pt x="102" y="34"/>
                    </a:lnTo>
                    <a:lnTo>
                      <a:pt x="102" y="38"/>
                    </a:lnTo>
                    <a:lnTo>
                      <a:pt x="98" y="46"/>
                    </a:lnTo>
                    <a:lnTo>
                      <a:pt x="98" y="50"/>
                    </a:lnTo>
                    <a:lnTo>
                      <a:pt x="98" y="54"/>
                    </a:lnTo>
                    <a:lnTo>
                      <a:pt x="98" y="58"/>
                    </a:lnTo>
                    <a:lnTo>
                      <a:pt x="98" y="60"/>
                    </a:lnTo>
                    <a:lnTo>
                      <a:pt x="98" y="64"/>
                    </a:lnTo>
                    <a:lnTo>
                      <a:pt x="94" y="64"/>
                    </a:lnTo>
                    <a:lnTo>
                      <a:pt x="94" y="68"/>
                    </a:lnTo>
                    <a:lnTo>
                      <a:pt x="94" y="72"/>
                    </a:lnTo>
                    <a:lnTo>
                      <a:pt x="94" y="76"/>
                    </a:lnTo>
                    <a:lnTo>
                      <a:pt x="94" y="80"/>
                    </a:lnTo>
                    <a:lnTo>
                      <a:pt x="90" y="84"/>
                    </a:lnTo>
                    <a:lnTo>
                      <a:pt x="86" y="84"/>
                    </a:lnTo>
                    <a:lnTo>
                      <a:pt x="82" y="86"/>
                    </a:lnTo>
                    <a:lnTo>
                      <a:pt x="82" y="90"/>
                    </a:lnTo>
                    <a:lnTo>
                      <a:pt x="78" y="90"/>
                    </a:lnTo>
                    <a:lnTo>
                      <a:pt x="78" y="94"/>
                    </a:lnTo>
                    <a:lnTo>
                      <a:pt x="78" y="98"/>
                    </a:lnTo>
                    <a:lnTo>
                      <a:pt x="74" y="98"/>
                    </a:lnTo>
                    <a:lnTo>
                      <a:pt x="74" y="102"/>
                    </a:lnTo>
                    <a:lnTo>
                      <a:pt x="72" y="102"/>
                    </a:lnTo>
                    <a:lnTo>
                      <a:pt x="72" y="106"/>
                    </a:lnTo>
                    <a:lnTo>
                      <a:pt x="74" y="110"/>
                    </a:lnTo>
                    <a:lnTo>
                      <a:pt x="74" y="114"/>
                    </a:lnTo>
                    <a:lnTo>
                      <a:pt x="72" y="114"/>
                    </a:lnTo>
                    <a:lnTo>
                      <a:pt x="72" y="116"/>
                    </a:lnTo>
                    <a:lnTo>
                      <a:pt x="72" y="120"/>
                    </a:lnTo>
                    <a:lnTo>
                      <a:pt x="74" y="124"/>
                    </a:lnTo>
                    <a:lnTo>
                      <a:pt x="72" y="124"/>
                    </a:lnTo>
                    <a:lnTo>
                      <a:pt x="72" y="128"/>
                    </a:lnTo>
                    <a:lnTo>
                      <a:pt x="72" y="130"/>
                    </a:lnTo>
                    <a:lnTo>
                      <a:pt x="68" y="130"/>
                    </a:lnTo>
                    <a:lnTo>
                      <a:pt x="68" y="134"/>
                    </a:lnTo>
                    <a:lnTo>
                      <a:pt x="68" y="134"/>
                    </a:lnTo>
                    <a:lnTo>
                      <a:pt x="68" y="1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5" name="Freeform 139"/>
              <p:cNvSpPr>
                <a:spLocks/>
              </p:cNvSpPr>
              <p:nvPr/>
            </p:nvSpPr>
            <p:spPr bwMode="gray">
              <a:xfrm>
                <a:off x="5095629" y="4359679"/>
                <a:ext cx="476559" cy="560041"/>
              </a:xfrm>
              <a:custGeom>
                <a:avLst/>
                <a:gdLst>
                  <a:gd name="T0" fmla="*/ 30 w 274"/>
                  <a:gd name="T1" fmla="*/ 194 h 322"/>
                  <a:gd name="T2" fmla="*/ 12 w 274"/>
                  <a:gd name="T3" fmla="*/ 190 h 322"/>
                  <a:gd name="T4" fmla="*/ 4 w 274"/>
                  <a:gd name="T5" fmla="*/ 190 h 322"/>
                  <a:gd name="T6" fmla="*/ 16 w 274"/>
                  <a:gd name="T7" fmla="*/ 172 h 322"/>
                  <a:gd name="T8" fmla="*/ 24 w 274"/>
                  <a:gd name="T9" fmla="*/ 168 h 322"/>
                  <a:gd name="T10" fmla="*/ 34 w 274"/>
                  <a:gd name="T11" fmla="*/ 176 h 322"/>
                  <a:gd name="T12" fmla="*/ 50 w 274"/>
                  <a:gd name="T13" fmla="*/ 164 h 322"/>
                  <a:gd name="T14" fmla="*/ 56 w 274"/>
                  <a:gd name="T15" fmla="*/ 150 h 322"/>
                  <a:gd name="T16" fmla="*/ 60 w 274"/>
                  <a:gd name="T17" fmla="*/ 136 h 322"/>
                  <a:gd name="T18" fmla="*/ 64 w 274"/>
                  <a:gd name="T19" fmla="*/ 120 h 322"/>
                  <a:gd name="T20" fmla="*/ 80 w 274"/>
                  <a:gd name="T21" fmla="*/ 106 h 322"/>
                  <a:gd name="T22" fmla="*/ 84 w 274"/>
                  <a:gd name="T23" fmla="*/ 86 h 322"/>
                  <a:gd name="T24" fmla="*/ 86 w 274"/>
                  <a:gd name="T25" fmla="*/ 60 h 322"/>
                  <a:gd name="T26" fmla="*/ 90 w 274"/>
                  <a:gd name="T27" fmla="*/ 42 h 322"/>
                  <a:gd name="T28" fmla="*/ 94 w 274"/>
                  <a:gd name="T29" fmla="*/ 24 h 322"/>
                  <a:gd name="T30" fmla="*/ 98 w 274"/>
                  <a:gd name="T31" fmla="*/ 12 h 322"/>
                  <a:gd name="T32" fmla="*/ 114 w 274"/>
                  <a:gd name="T33" fmla="*/ 8 h 322"/>
                  <a:gd name="T34" fmla="*/ 128 w 274"/>
                  <a:gd name="T35" fmla="*/ 16 h 322"/>
                  <a:gd name="T36" fmla="*/ 146 w 274"/>
                  <a:gd name="T37" fmla="*/ 24 h 322"/>
                  <a:gd name="T38" fmla="*/ 154 w 274"/>
                  <a:gd name="T39" fmla="*/ 8 h 322"/>
                  <a:gd name="T40" fmla="*/ 172 w 274"/>
                  <a:gd name="T41" fmla="*/ 8 h 322"/>
                  <a:gd name="T42" fmla="*/ 188 w 274"/>
                  <a:gd name="T43" fmla="*/ 8 h 322"/>
                  <a:gd name="T44" fmla="*/ 200 w 274"/>
                  <a:gd name="T45" fmla="*/ 4 h 322"/>
                  <a:gd name="T46" fmla="*/ 214 w 274"/>
                  <a:gd name="T47" fmla="*/ 4 h 322"/>
                  <a:gd name="T48" fmla="*/ 228 w 274"/>
                  <a:gd name="T49" fmla="*/ 16 h 322"/>
                  <a:gd name="T50" fmla="*/ 244 w 274"/>
                  <a:gd name="T51" fmla="*/ 16 h 322"/>
                  <a:gd name="T52" fmla="*/ 250 w 274"/>
                  <a:gd name="T53" fmla="*/ 16 h 322"/>
                  <a:gd name="T54" fmla="*/ 262 w 274"/>
                  <a:gd name="T55" fmla="*/ 28 h 322"/>
                  <a:gd name="T56" fmla="*/ 266 w 274"/>
                  <a:gd name="T57" fmla="*/ 46 h 322"/>
                  <a:gd name="T58" fmla="*/ 270 w 274"/>
                  <a:gd name="T59" fmla="*/ 58 h 322"/>
                  <a:gd name="T60" fmla="*/ 258 w 274"/>
                  <a:gd name="T61" fmla="*/ 76 h 322"/>
                  <a:gd name="T62" fmla="*/ 250 w 274"/>
                  <a:gd name="T63" fmla="*/ 90 h 322"/>
                  <a:gd name="T64" fmla="*/ 246 w 274"/>
                  <a:gd name="T65" fmla="*/ 110 h 322"/>
                  <a:gd name="T66" fmla="*/ 244 w 274"/>
                  <a:gd name="T67" fmla="*/ 128 h 322"/>
                  <a:gd name="T68" fmla="*/ 244 w 274"/>
                  <a:gd name="T69" fmla="*/ 146 h 322"/>
                  <a:gd name="T70" fmla="*/ 246 w 274"/>
                  <a:gd name="T71" fmla="*/ 168 h 322"/>
                  <a:gd name="T72" fmla="*/ 246 w 274"/>
                  <a:gd name="T73" fmla="*/ 184 h 322"/>
                  <a:gd name="T74" fmla="*/ 250 w 274"/>
                  <a:gd name="T75" fmla="*/ 206 h 322"/>
                  <a:gd name="T76" fmla="*/ 262 w 274"/>
                  <a:gd name="T77" fmla="*/ 220 h 322"/>
                  <a:gd name="T78" fmla="*/ 258 w 274"/>
                  <a:gd name="T79" fmla="*/ 232 h 322"/>
                  <a:gd name="T80" fmla="*/ 240 w 274"/>
                  <a:gd name="T81" fmla="*/ 244 h 322"/>
                  <a:gd name="T82" fmla="*/ 236 w 274"/>
                  <a:gd name="T83" fmla="*/ 262 h 322"/>
                  <a:gd name="T84" fmla="*/ 232 w 274"/>
                  <a:gd name="T85" fmla="*/ 280 h 322"/>
                  <a:gd name="T86" fmla="*/ 236 w 274"/>
                  <a:gd name="T87" fmla="*/ 300 h 322"/>
                  <a:gd name="T88" fmla="*/ 250 w 274"/>
                  <a:gd name="T89" fmla="*/ 302 h 322"/>
                  <a:gd name="T90" fmla="*/ 250 w 274"/>
                  <a:gd name="T91" fmla="*/ 322 h 322"/>
                  <a:gd name="T92" fmla="*/ 236 w 274"/>
                  <a:gd name="T93" fmla="*/ 314 h 322"/>
                  <a:gd name="T94" fmla="*/ 222 w 274"/>
                  <a:gd name="T95" fmla="*/ 302 h 322"/>
                  <a:gd name="T96" fmla="*/ 210 w 274"/>
                  <a:gd name="T97" fmla="*/ 300 h 322"/>
                  <a:gd name="T98" fmla="*/ 188 w 274"/>
                  <a:gd name="T99" fmla="*/ 292 h 322"/>
                  <a:gd name="T100" fmla="*/ 172 w 274"/>
                  <a:gd name="T101" fmla="*/ 288 h 322"/>
                  <a:gd name="T102" fmla="*/ 170 w 274"/>
                  <a:gd name="T103" fmla="*/ 280 h 322"/>
                  <a:gd name="T104" fmla="*/ 146 w 274"/>
                  <a:gd name="T105" fmla="*/ 280 h 322"/>
                  <a:gd name="T106" fmla="*/ 146 w 274"/>
                  <a:gd name="T107" fmla="*/ 272 h 322"/>
                  <a:gd name="T108" fmla="*/ 140 w 274"/>
                  <a:gd name="T109" fmla="*/ 250 h 322"/>
                  <a:gd name="T110" fmla="*/ 140 w 274"/>
                  <a:gd name="T111" fmla="*/ 228 h 322"/>
                  <a:gd name="T112" fmla="*/ 120 w 274"/>
                  <a:gd name="T113" fmla="*/ 216 h 322"/>
                  <a:gd name="T114" fmla="*/ 106 w 274"/>
                  <a:gd name="T115" fmla="*/ 214 h 322"/>
                  <a:gd name="T116" fmla="*/ 106 w 274"/>
                  <a:gd name="T117" fmla="*/ 228 h 322"/>
                  <a:gd name="T118" fmla="*/ 84 w 274"/>
                  <a:gd name="T119" fmla="*/ 232 h 322"/>
                  <a:gd name="T120" fmla="*/ 72 w 274"/>
                  <a:gd name="T121" fmla="*/ 220 h 322"/>
                  <a:gd name="T122" fmla="*/ 64 w 274"/>
                  <a:gd name="T123" fmla="*/ 202 h 322"/>
                  <a:gd name="T124" fmla="*/ 56 w 274"/>
                  <a:gd name="T125" fmla="*/ 190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74" h="322">
                    <a:moveTo>
                      <a:pt x="56" y="190"/>
                    </a:moveTo>
                    <a:lnTo>
                      <a:pt x="54" y="190"/>
                    </a:lnTo>
                    <a:lnTo>
                      <a:pt x="42" y="190"/>
                    </a:lnTo>
                    <a:lnTo>
                      <a:pt x="38" y="190"/>
                    </a:lnTo>
                    <a:lnTo>
                      <a:pt x="34" y="194"/>
                    </a:lnTo>
                    <a:lnTo>
                      <a:pt x="30" y="194"/>
                    </a:lnTo>
                    <a:lnTo>
                      <a:pt x="30" y="190"/>
                    </a:lnTo>
                    <a:lnTo>
                      <a:pt x="26" y="190"/>
                    </a:lnTo>
                    <a:lnTo>
                      <a:pt x="24" y="190"/>
                    </a:lnTo>
                    <a:lnTo>
                      <a:pt x="20" y="190"/>
                    </a:lnTo>
                    <a:lnTo>
                      <a:pt x="16" y="190"/>
                    </a:lnTo>
                    <a:lnTo>
                      <a:pt x="12" y="190"/>
                    </a:lnTo>
                    <a:lnTo>
                      <a:pt x="8" y="190"/>
                    </a:lnTo>
                    <a:lnTo>
                      <a:pt x="8" y="194"/>
                    </a:lnTo>
                    <a:lnTo>
                      <a:pt x="4" y="194"/>
                    </a:lnTo>
                    <a:lnTo>
                      <a:pt x="4" y="190"/>
                    </a:lnTo>
                    <a:lnTo>
                      <a:pt x="0" y="190"/>
                    </a:lnTo>
                    <a:lnTo>
                      <a:pt x="4" y="190"/>
                    </a:lnTo>
                    <a:lnTo>
                      <a:pt x="8" y="190"/>
                    </a:lnTo>
                    <a:lnTo>
                      <a:pt x="8" y="184"/>
                    </a:lnTo>
                    <a:lnTo>
                      <a:pt x="8" y="180"/>
                    </a:lnTo>
                    <a:lnTo>
                      <a:pt x="8" y="176"/>
                    </a:lnTo>
                    <a:lnTo>
                      <a:pt x="12" y="172"/>
                    </a:lnTo>
                    <a:lnTo>
                      <a:pt x="16" y="172"/>
                    </a:lnTo>
                    <a:lnTo>
                      <a:pt x="16" y="168"/>
                    </a:lnTo>
                    <a:lnTo>
                      <a:pt x="16" y="172"/>
                    </a:lnTo>
                    <a:lnTo>
                      <a:pt x="20" y="176"/>
                    </a:lnTo>
                    <a:lnTo>
                      <a:pt x="20" y="172"/>
                    </a:lnTo>
                    <a:lnTo>
                      <a:pt x="24" y="172"/>
                    </a:lnTo>
                    <a:lnTo>
                      <a:pt x="24" y="168"/>
                    </a:lnTo>
                    <a:lnTo>
                      <a:pt x="26" y="168"/>
                    </a:lnTo>
                    <a:lnTo>
                      <a:pt x="30" y="164"/>
                    </a:lnTo>
                    <a:lnTo>
                      <a:pt x="34" y="164"/>
                    </a:lnTo>
                    <a:lnTo>
                      <a:pt x="34" y="168"/>
                    </a:lnTo>
                    <a:lnTo>
                      <a:pt x="34" y="172"/>
                    </a:lnTo>
                    <a:lnTo>
                      <a:pt x="34" y="176"/>
                    </a:lnTo>
                    <a:lnTo>
                      <a:pt x="38" y="176"/>
                    </a:lnTo>
                    <a:lnTo>
                      <a:pt x="38" y="172"/>
                    </a:lnTo>
                    <a:lnTo>
                      <a:pt x="42" y="172"/>
                    </a:lnTo>
                    <a:lnTo>
                      <a:pt x="42" y="168"/>
                    </a:lnTo>
                    <a:lnTo>
                      <a:pt x="46" y="164"/>
                    </a:lnTo>
                    <a:lnTo>
                      <a:pt x="50" y="164"/>
                    </a:lnTo>
                    <a:lnTo>
                      <a:pt x="50" y="160"/>
                    </a:lnTo>
                    <a:lnTo>
                      <a:pt x="54" y="160"/>
                    </a:lnTo>
                    <a:lnTo>
                      <a:pt x="54" y="158"/>
                    </a:lnTo>
                    <a:lnTo>
                      <a:pt x="56" y="158"/>
                    </a:lnTo>
                    <a:lnTo>
                      <a:pt x="56" y="154"/>
                    </a:lnTo>
                    <a:lnTo>
                      <a:pt x="56" y="150"/>
                    </a:lnTo>
                    <a:lnTo>
                      <a:pt x="60" y="150"/>
                    </a:lnTo>
                    <a:lnTo>
                      <a:pt x="56" y="146"/>
                    </a:lnTo>
                    <a:lnTo>
                      <a:pt x="56" y="144"/>
                    </a:lnTo>
                    <a:lnTo>
                      <a:pt x="56" y="140"/>
                    </a:lnTo>
                    <a:lnTo>
                      <a:pt x="60" y="140"/>
                    </a:lnTo>
                    <a:lnTo>
                      <a:pt x="60" y="136"/>
                    </a:lnTo>
                    <a:lnTo>
                      <a:pt x="56" y="132"/>
                    </a:lnTo>
                    <a:lnTo>
                      <a:pt x="56" y="128"/>
                    </a:lnTo>
                    <a:lnTo>
                      <a:pt x="60" y="128"/>
                    </a:lnTo>
                    <a:lnTo>
                      <a:pt x="60" y="124"/>
                    </a:lnTo>
                    <a:lnTo>
                      <a:pt x="64" y="124"/>
                    </a:lnTo>
                    <a:lnTo>
                      <a:pt x="64" y="120"/>
                    </a:lnTo>
                    <a:lnTo>
                      <a:pt x="64" y="116"/>
                    </a:lnTo>
                    <a:lnTo>
                      <a:pt x="68" y="116"/>
                    </a:lnTo>
                    <a:lnTo>
                      <a:pt x="68" y="114"/>
                    </a:lnTo>
                    <a:lnTo>
                      <a:pt x="72" y="110"/>
                    </a:lnTo>
                    <a:lnTo>
                      <a:pt x="76" y="110"/>
                    </a:lnTo>
                    <a:lnTo>
                      <a:pt x="80" y="106"/>
                    </a:lnTo>
                    <a:lnTo>
                      <a:pt x="80" y="102"/>
                    </a:lnTo>
                    <a:lnTo>
                      <a:pt x="80" y="98"/>
                    </a:lnTo>
                    <a:lnTo>
                      <a:pt x="80" y="94"/>
                    </a:lnTo>
                    <a:lnTo>
                      <a:pt x="80" y="90"/>
                    </a:lnTo>
                    <a:lnTo>
                      <a:pt x="84" y="90"/>
                    </a:lnTo>
                    <a:lnTo>
                      <a:pt x="84" y="86"/>
                    </a:lnTo>
                    <a:lnTo>
                      <a:pt x="84" y="84"/>
                    </a:lnTo>
                    <a:lnTo>
                      <a:pt x="84" y="80"/>
                    </a:lnTo>
                    <a:lnTo>
                      <a:pt x="84" y="76"/>
                    </a:lnTo>
                    <a:lnTo>
                      <a:pt x="84" y="72"/>
                    </a:lnTo>
                    <a:lnTo>
                      <a:pt x="86" y="64"/>
                    </a:lnTo>
                    <a:lnTo>
                      <a:pt x="86" y="60"/>
                    </a:lnTo>
                    <a:lnTo>
                      <a:pt x="86" y="58"/>
                    </a:lnTo>
                    <a:lnTo>
                      <a:pt x="86" y="54"/>
                    </a:lnTo>
                    <a:lnTo>
                      <a:pt x="86" y="50"/>
                    </a:lnTo>
                    <a:lnTo>
                      <a:pt x="90" y="50"/>
                    </a:lnTo>
                    <a:lnTo>
                      <a:pt x="90" y="46"/>
                    </a:lnTo>
                    <a:lnTo>
                      <a:pt x="90" y="42"/>
                    </a:lnTo>
                    <a:lnTo>
                      <a:pt x="90" y="38"/>
                    </a:lnTo>
                    <a:lnTo>
                      <a:pt x="94" y="38"/>
                    </a:lnTo>
                    <a:lnTo>
                      <a:pt x="94" y="34"/>
                    </a:lnTo>
                    <a:lnTo>
                      <a:pt x="94" y="30"/>
                    </a:lnTo>
                    <a:lnTo>
                      <a:pt x="94" y="28"/>
                    </a:lnTo>
                    <a:lnTo>
                      <a:pt x="94" y="24"/>
                    </a:lnTo>
                    <a:lnTo>
                      <a:pt x="94" y="20"/>
                    </a:lnTo>
                    <a:lnTo>
                      <a:pt x="90" y="20"/>
                    </a:lnTo>
                    <a:lnTo>
                      <a:pt x="94" y="16"/>
                    </a:lnTo>
                    <a:lnTo>
                      <a:pt x="94" y="20"/>
                    </a:lnTo>
                    <a:lnTo>
                      <a:pt x="94" y="16"/>
                    </a:lnTo>
                    <a:lnTo>
                      <a:pt x="98" y="12"/>
                    </a:lnTo>
                    <a:lnTo>
                      <a:pt x="98" y="8"/>
                    </a:lnTo>
                    <a:lnTo>
                      <a:pt x="102" y="8"/>
                    </a:lnTo>
                    <a:lnTo>
                      <a:pt x="106" y="4"/>
                    </a:lnTo>
                    <a:lnTo>
                      <a:pt x="110" y="4"/>
                    </a:lnTo>
                    <a:lnTo>
                      <a:pt x="110" y="8"/>
                    </a:lnTo>
                    <a:lnTo>
                      <a:pt x="114" y="8"/>
                    </a:lnTo>
                    <a:lnTo>
                      <a:pt x="116" y="8"/>
                    </a:lnTo>
                    <a:lnTo>
                      <a:pt x="116" y="12"/>
                    </a:lnTo>
                    <a:lnTo>
                      <a:pt x="120" y="12"/>
                    </a:lnTo>
                    <a:lnTo>
                      <a:pt x="120" y="16"/>
                    </a:lnTo>
                    <a:lnTo>
                      <a:pt x="124" y="16"/>
                    </a:lnTo>
                    <a:lnTo>
                      <a:pt x="128" y="16"/>
                    </a:lnTo>
                    <a:lnTo>
                      <a:pt x="128" y="20"/>
                    </a:lnTo>
                    <a:lnTo>
                      <a:pt x="136" y="20"/>
                    </a:lnTo>
                    <a:lnTo>
                      <a:pt x="140" y="20"/>
                    </a:lnTo>
                    <a:lnTo>
                      <a:pt x="142" y="20"/>
                    </a:lnTo>
                    <a:lnTo>
                      <a:pt x="142" y="24"/>
                    </a:lnTo>
                    <a:lnTo>
                      <a:pt x="146" y="24"/>
                    </a:lnTo>
                    <a:lnTo>
                      <a:pt x="146" y="20"/>
                    </a:lnTo>
                    <a:lnTo>
                      <a:pt x="150" y="20"/>
                    </a:lnTo>
                    <a:lnTo>
                      <a:pt x="150" y="16"/>
                    </a:lnTo>
                    <a:lnTo>
                      <a:pt x="150" y="12"/>
                    </a:lnTo>
                    <a:lnTo>
                      <a:pt x="154" y="12"/>
                    </a:lnTo>
                    <a:lnTo>
                      <a:pt x="154" y="8"/>
                    </a:lnTo>
                    <a:lnTo>
                      <a:pt x="154" y="12"/>
                    </a:lnTo>
                    <a:lnTo>
                      <a:pt x="158" y="12"/>
                    </a:lnTo>
                    <a:lnTo>
                      <a:pt x="162" y="12"/>
                    </a:lnTo>
                    <a:lnTo>
                      <a:pt x="166" y="8"/>
                    </a:lnTo>
                    <a:lnTo>
                      <a:pt x="170" y="8"/>
                    </a:lnTo>
                    <a:lnTo>
                      <a:pt x="172" y="8"/>
                    </a:lnTo>
                    <a:lnTo>
                      <a:pt x="176" y="4"/>
                    </a:lnTo>
                    <a:lnTo>
                      <a:pt x="172" y="4"/>
                    </a:lnTo>
                    <a:lnTo>
                      <a:pt x="176" y="4"/>
                    </a:lnTo>
                    <a:lnTo>
                      <a:pt x="180" y="8"/>
                    </a:lnTo>
                    <a:lnTo>
                      <a:pt x="184" y="8"/>
                    </a:lnTo>
                    <a:lnTo>
                      <a:pt x="188" y="8"/>
                    </a:lnTo>
                    <a:lnTo>
                      <a:pt x="188" y="4"/>
                    </a:lnTo>
                    <a:lnTo>
                      <a:pt x="188" y="0"/>
                    </a:lnTo>
                    <a:lnTo>
                      <a:pt x="192" y="0"/>
                    </a:lnTo>
                    <a:lnTo>
                      <a:pt x="196" y="0"/>
                    </a:lnTo>
                    <a:lnTo>
                      <a:pt x="196" y="4"/>
                    </a:lnTo>
                    <a:lnTo>
                      <a:pt x="200" y="4"/>
                    </a:lnTo>
                    <a:lnTo>
                      <a:pt x="200" y="0"/>
                    </a:lnTo>
                    <a:lnTo>
                      <a:pt x="200" y="4"/>
                    </a:lnTo>
                    <a:lnTo>
                      <a:pt x="202" y="4"/>
                    </a:lnTo>
                    <a:lnTo>
                      <a:pt x="206" y="4"/>
                    </a:lnTo>
                    <a:lnTo>
                      <a:pt x="210" y="4"/>
                    </a:lnTo>
                    <a:lnTo>
                      <a:pt x="214" y="4"/>
                    </a:lnTo>
                    <a:lnTo>
                      <a:pt x="218" y="4"/>
                    </a:lnTo>
                    <a:lnTo>
                      <a:pt x="218" y="8"/>
                    </a:lnTo>
                    <a:lnTo>
                      <a:pt x="222" y="8"/>
                    </a:lnTo>
                    <a:lnTo>
                      <a:pt x="222" y="12"/>
                    </a:lnTo>
                    <a:lnTo>
                      <a:pt x="226" y="16"/>
                    </a:lnTo>
                    <a:lnTo>
                      <a:pt x="228" y="16"/>
                    </a:lnTo>
                    <a:lnTo>
                      <a:pt x="228" y="20"/>
                    </a:lnTo>
                    <a:lnTo>
                      <a:pt x="232" y="20"/>
                    </a:lnTo>
                    <a:lnTo>
                      <a:pt x="232" y="16"/>
                    </a:lnTo>
                    <a:lnTo>
                      <a:pt x="236" y="16"/>
                    </a:lnTo>
                    <a:lnTo>
                      <a:pt x="240" y="16"/>
                    </a:lnTo>
                    <a:lnTo>
                      <a:pt x="244" y="16"/>
                    </a:lnTo>
                    <a:lnTo>
                      <a:pt x="244" y="20"/>
                    </a:lnTo>
                    <a:lnTo>
                      <a:pt x="244" y="16"/>
                    </a:lnTo>
                    <a:lnTo>
                      <a:pt x="246" y="16"/>
                    </a:lnTo>
                    <a:lnTo>
                      <a:pt x="246" y="12"/>
                    </a:lnTo>
                    <a:lnTo>
                      <a:pt x="250" y="12"/>
                    </a:lnTo>
                    <a:lnTo>
                      <a:pt x="250" y="16"/>
                    </a:lnTo>
                    <a:lnTo>
                      <a:pt x="250" y="20"/>
                    </a:lnTo>
                    <a:lnTo>
                      <a:pt x="254" y="20"/>
                    </a:lnTo>
                    <a:lnTo>
                      <a:pt x="254" y="24"/>
                    </a:lnTo>
                    <a:lnTo>
                      <a:pt x="258" y="24"/>
                    </a:lnTo>
                    <a:lnTo>
                      <a:pt x="258" y="28"/>
                    </a:lnTo>
                    <a:lnTo>
                      <a:pt x="262" y="28"/>
                    </a:lnTo>
                    <a:lnTo>
                      <a:pt x="262" y="30"/>
                    </a:lnTo>
                    <a:lnTo>
                      <a:pt x="266" y="30"/>
                    </a:lnTo>
                    <a:lnTo>
                      <a:pt x="266" y="34"/>
                    </a:lnTo>
                    <a:lnTo>
                      <a:pt x="266" y="38"/>
                    </a:lnTo>
                    <a:lnTo>
                      <a:pt x="266" y="42"/>
                    </a:lnTo>
                    <a:lnTo>
                      <a:pt x="266" y="46"/>
                    </a:lnTo>
                    <a:lnTo>
                      <a:pt x="266" y="50"/>
                    </a:lnTo>
                    <a:lnTo>
                      <a:pt x="266" y="54"/>
                    </a:lnTo>
                    <a:lnTo>
                      <a:pt x="270" y="50"/>
                    </a:lnTo>
                    <a:lnTo>
                      <a:pt x="270" y="54"/>
                    </a:lnTo>
                    <a:lnTo>
                      <a:pt x="274" y="58"/>
                    </a:lnTo>
                    <a:lnTo>
                      <a:pt x="270" y="58"/>
                    </a:lnTo>
                    <a:lnTo>
                      <a:pt x="270" y="60"/>
                    </a:lnTo>
                    <a:lnTo>
                      <a:pt x="266" y="64"/>
                    </a:lnTo>
                    <a:lnTo>
                      <a:pt x="262" y="68"/>
                    </a:lnTo>
                    <a:lnTo>
                      <a:pt x="262" y="72"/>
                    </a:lnTo>
                    <a:lnTo>
                      <a:pt x="258" y="72"/>
                    </a:lnTo>
                    <a:lnTo>
                      <a:pt x="258" y="76"/>
                    </a:lnTo>
                    <a:lnTo>
                      <a:pt x="254" y="76"/>
                    </a:lnTo>
                    <a:lnTo>
                      <a:pt x="254" y="80"/>
                    </a:lnTo>
                    <a:lnTo>
                      <a:pt x="254" y="84"/>
                    </a:lnTo>
                    <a:lnTo>
                      <a:pt x="254" y="86"/>
                    </a:lnTo>
                    <a:lnTo>
                      <a:pt x="250" y="86"/>
                    </a:lnTo>
                    <a:lnTo>
                      <a:pt x="250" y="90"/>
                    </a:lnTo>
                    <a:lnTo>
                      <a:pt x="250" y="94"/>
                    </a:lnTo>
                    <a:lnTo>
                      <a:pt x="250" y="98"/>
                    </a:lnTo>
                    <a:lnTo>
                      <a:pt x="250" y="102"/>
                    </a:lnTo>
                    <a:lnTo>
                      <a:pt x="246" y="102"/>
                    </a:lnTo>
                    <a:lnTo>
                      <a:pt x="246" y="106"/>
                    </a:lnTo>
                    <a:lnTo>
                      <a:pt x="246" y="110"/>
                    </a:lnTo>
                    <a:lnTo>
                      <a:pt x="246" y="114"/>
                    </a:lnTo>
                    <a:lnTo>
                      <a:pt x="246" y="116"/>
                    </a:lnTo>
                    <a:lnTo>
                      <a:pt x="244" y="116"/>
                    </a:lnTo>
                    <a:lnTo>
                      <a:pt x="244" y="120"/>
                    </a:lnTo>
                    <a:lnTo>
                      <a:pt x="244" y="124"/>
                    </a:lnTo>
                    <a:lnTo>
                      <a:pt x="244" y="128"/>
                    </a:lnTo>
                    <a:lnTo>
                      <a:pt x="244" y="132"/>
                    </a:lnTo>
                    <a:lnTo>
                      <a:pt x="240" y="132"/>
                    </a:lnTo>
                    <a:lnTo>
                      <a:pt x="240" y="136"/>
                    </a:lnTo>
                    <a:lnTo>
                      <a:pt x="240" y="140"/>
                    </a:lnTo>
                    <a:lnTo>
                      <a:pt x="244" y="144"/>
                    </a:lnTo>
                    <a:lnTo>
                      <a:pt x="244" y="146"/>
                    </a:lnTo>
                    <a:lnTo>
                      <a:pt x="244" y="150"/>
                    </a:lnTo>
                    <a:lnTo>
                      <a:pt x="244" y="154"/>
                    </a:lnTo>
                    <a:lnTo>
                      <a:pt x="244" y="158"/>
                    </a:lnTo>
                    <a:lnTo>
                      <a:pt x="244" y="160"/>
                    </a:lnTo>
                    <a:lnTo>
                      <a:pt x="246" y="164"/>
                    </a:lnTo>
                    <a:lnTo>
                      <a:pt x="246" y="168"/>
                    </a:lnTo>
                    <a:lnTo>
                      <a:pt x="246" y="172"/>
                    </a:lnTo>
                    <a:lnTo>
                      <a:pt x="244" y="172"/>
                    </a:lnTo>
                    <a:lnTo>
                      <a:pt x="244" y="176"/>
                    </a:lnTo>
                    <a:lnTo>
                      <a:pt x="244" y="180"/>
                    </a:lnTo>
                    <a:lnTo>
                      <a:pt x="246" y="180"/>
                    </a:lnTo>
                    <a:lnTo>
                      <a:pt x="246" y="184"/>
                    </a:lnTo>
                    <a:lnTo>
                      <a:pt x="246" y="186"/>
                    </a:lnTo>
                    <a:lnTo>
                      <a:pt x="246" y="190"/>
                    </a:lnTo>
                    <a:lnTo>
                      <a:pt x="246" y="194"/>
                    </a:lnTo>
                    <a:lnTo>
                      <a:pt x="246" y="198"/>
                    </a:lnTo>
                    <a:lnTo>
                      <a:pt x="246" y="202"/>
                    </a:lnTo>
                    <a:lnTo>
                      <a:pt x="250" y="206"/>
                    </a:lnTo>
                    <a:lnTo>
                      <a:pt x="254" y="210"/>
                    </a:lnTo>
                    <a:lnTo>
                      <a:pt x="258" y="210"/>
                    </a:lnTo>
                    <a:lnTo>
                      <a:pt x="258" y="214"/>
                    </a:lnTo>
                    <a:lnTo>
                      <a:pt x="258" y="216"/>
                    </a:lnTo>
                    <a:lnTo>
                      <a:pt x="258" y="220"/>
                    </a:lnTo>
                    <a:lnTo>
                      <a:pt x="262" y="220"/>
                    </a:lnTo>
                    <a:lnTo>
                      <a:pt x="262" y="224"/>
                    </a:lnTo>
                    <a:lnTo>
                      <a:pt x="262" y="228"/>
                    </a:lnTo>
                    <a:lnTo>
                      <a:pt x="266" y="228"/>
                    </a:lnTo>
                    <a:lnTo>
                      <a:pt x="266" y="232"/>
                    </a:lnTo>
                    <a:lnTo>
                      <a:pt x="262" y="232"/>
                    </a:lnTo>
                    <a:lnTo>
                      <a:pt x="258" y="232"/>
                    </a:lnTo>
                    <a:lnTo>
                      <a:pt x="254" y="236"/>
                    </a:lnTo>
                    <a:lnTo>
                      <a:pt x="246" y="236"/>
                    </a:lnTo>
                    <a:lnTo>
                      <a:pt x="244" y="236"/>
                    </a:lnTo>
                    <a:lnTo>
                      <a:pt x="240" y="236"/>
                    </a:lnTo>
                    <a:lnTo>
                      <a:pt x="240" y="240"/>
                    </a:lnTo>
                    <a:lnTo>
                      <a:pt x="240" y="244"/>
                    </a:lnTo>
                    <a:lnTo>
                      <a:pt x="236" y="244"/>
                    </a:lnTo>
                    <a:lnTo>
                      <a:pt x="236" y="246"/>
                    </a:lnTo>
                    <a:lnTo>
                      <a:pt x="232" y="250"/>
                    </a:lnTo>
                    <a:lnTo>
                      <a:pt x="232" y="254"/>
                    </a:lnTo>
                    <a:lnTo>
                      <a:pt x="236" y="258"/>
                    </a:lnTo>
                    <a:lnTo>
                      <a:pt x="236" y="262"/>
                    </a:lnTo>
                    <a:lnTo>
                      <a:pt x="236" y="266"/>
                    </a:lnTo>
                    <a:lnTo>
                      <a:pt x="236" y="270"/>
                    </a:lnTo>
                    <a:lnTo>
                      <a:pt x="236" y="272"/>
                    </a:lnTo>
                    <a:lnTo>
                      <a:pt x="236" y="276"/>
                    </a:lnTo>
                    <a:lnTo>
                      <a:pt x="232" y="276"/>
                    </a:lnTo>
                    <a:lnTo>
                      <a:pt x="232" y="280"/>
                    </a:lnTo>
                    <a:lnTo>
                      <a:pt x="232" y="284"/>
                    </a:lnTo>
                    <a:lnTo>
                      <a:pt x="232" y="288"/>
                    </a:lnTo>
                    <a:lnTo>
                      <a:pt x="232" y="292"/>
                    </a:lnTo>
                    <a:lnTo>
                      <a:pt x="232" y="296"/>
                    </a:lnTo>
                    <a:lnTo>
                      <a:pt x="236" y="296"/>
                    </a:lnTo>
                    <a:lnTo>
                      <a:pt x="236" y="300"/>
                    </a:lnTo>
                    <a:lnTo>
                      <a:pt x="240" y="302"/>
                    </a:lnTo>
                    <a:lnTo>
                      <a:pt x="244" y="302"/>
                    </a:lnTo>
                    <a:lnTo>
                      <a:pt x="246" y="306"/>
                    </a:lnTo>
                    <a:lnTo>
                      <a:pt x="246" y="302"/>
                    </a:lnTo>
                    <a:lnTo>
                      <a:pt x="250" y="300"/>
                    </a:lnTo>
                    <a:lnTo>
                      <a:pt x="250" y="302"/>
                    </a:lnTo>
                    <a:lnTo>
                      <a:pt x="250" y="306"/>
                    </a:lnTo>
                    <a:lnTo>
                      <a:pt x="250" y="310"/>
                    </a:lnTo>
                    <a:lnTo>
                      <a:pt x="250" y="318"/>
                    </a:lnTo>
                    <a:lnTo>
                      <a:pt x="250" y="322"/>
                    </a:lnTo>
                    <a:lnTo>
                      <a:pt x="246" y="322"/>
                    </a:lnTo>
                    <a:lnTo>
                      <a:pt x="250" y="322"/>
                    </a:lnTo>
                    <a:lnTo>
                      <a:pt x="246" y="318"/>
                    </a:lnTo>
                    <a:lnTo>
                      <a:pt x="246" y="322"/>
                    </a:lnTo>
                    <a:lnTo>
                      <a:pt x="244" y="322"/>
                    </a:lnTo>
                    <a:lnTo>
                      <a:pt x="240" y="322"/>
                    </a:lnTo>
                    <a:lnTo>
                      <a:pt x="240" y="318"/>
                    </a:lnTo>
                    <a:lnTo>
                      <a:pt x="236" y="314"/>
                    </a:lnTo>
                    <a:lnTo>
                      <a:pt x="232" y="314"/>
                    </a:lnTo>
                    <a:lnTo>
                      <a:pt x="232" y="310"/>
                    </a:lnTo>
                    <a:lnTo>
                      <a:pt x="232" y="306"/>
                    </a:lnTo>
                    <a:lnTo>
                      <a:pt x="228" y="306"/>
                    </a:lnTo>
                    <a:lnTo>
                      <a:pt x="226" y="302"/>
                    </a:lnTo>
                    <a:lnTo>
                      <a:pt x="222" y="302"/>
                    </a:lnTo>
                    <a:lnTo>
                      <a:pt x="218" y="300"/>
                    </a:lnTo>
                    <a:lnTo>
                      <a:pt x="218" y="296"/>
                    </a:lnTo>
                    <a:lnTo>
                      <a:pt x="214" y="296"/>
                    </a:lnTo>
                    <a:lnTo>
                      <a:pt x="214" y="292"/>
                    </a:lnTo>
                    <a:lnTo>
                      <a:pt x="210" y="296"/>
                    </a:lnTo>
                    <a:lnTo>
                      <a:pt x="210" y="300"/>
                    </a:lnTo>
                    <a:lnTo>
                      <a:pt x="206" y="300"/>
                    </a:lnTo>
                    <a:lnTo>
                      <a:pt x="202" y="296"/>
                    </a:lnTo>
                    <a:lnTo>
                      <a:pt x="200" y="296"/>
                    </a:lnTo>
                    <a:lnTo>
                      <a:pt x="196" y="296"/>
                    </a:lnTo>
                    <a:lnTo>
                      <a:pt x="192" y="292"/>
                    </a:lnTo>
                    <a:lnTo>
                      <a:pt x="188" y="292"/>
                    </a:lnTo>
                    <a:lnTo>
                      <a:pt x="188" y="288"/>
                    </a:lnTo>
                    <a:lnTo>
                      <a:pt x="188" y="284"/>
                    </a:lnTo>
                    <a:lnTo>
                      <a:pt x="184" y="284"/>
                    </a:lnTo>
                    <a:lnTo>
                      <a:pt x="180" y="288"/>
                    </a:lnTo>
                    <a:lnTo>
                      <a:pt x="176" y="288"/>
                    </a:lnTo>
                    <a:lnTo>
                      <a:pt x="172" y="288"/>
                    </a:lnTo>
                    <a:lnTo>
                      <a:pt x="176" y="284"/>
                    </a:lnTo>
                    <a:lnTo>
                      <a:pt x="176" y="280"/>
                    </a:lnTo>
                    <a:lnTo>
                      <a:pt x="172" y="280"/>
                    </a:lnTo>
                    <a:lnTo>
                      <a:pt x="170" y="280"/>
                    </a:lnTo>
                    <a:lnTo>
                      <a:pt x="170" y="276"/>
                    </a:lnTo>
                    <a:lnTo>
                      <a:pt x="170" y="280"/>
                    </a:lnTo>
                    <a:lnTo>
                      <a:pt x="166" y="280"/>
                    </a:lnTo>
                    <a:lnTo>
                      <a:pt x="162" y="280"/>
                    </a:lnTo>
                    <a:lnTo>
                      <a:pt x="158" y="280"/>
                    </a:lnTo>
                    <a:lnTo>
                      <a:pt x="154" y="280"/>
                    </a:lnTo>
                    <a:lnTo>
                      <a:pt x="150" y="280"/>
                    </a:lnTo>
                    <a:lnTo>
                      <a:pt x="146" y="280"/>
                    </a:lnTo>
                    <a:lnTo>
                      <a:pt x="146" y="284"/>
                    </a:lnTo>
                    <a:lnTo>
                      <a:pt x="142" y="284"/>
                    </a:lnTo>
                    <a:lnTo>
                      <a:pt x="142" y="280"/>
                    </a:lnTo>
                    <a:lnTo>
                      <a:pt x="142" y="276"/>
                    </a:lnTo>
                    <a:lnTo>
                      <a:pt x="146" y="276"/>
                    </a:lnTo>
                    <a:lnTo>
                      <a:pt x="146" y="272"/>
                    </a:lnTo>
                    <a:lnTo>
                      <a:pt x="146" y="270"/>
                    </a:lnTo>
                    <a:lnTo>
                      <a:pt x="142" y="266"/>
                    </a:lnTo>
                    <a:lnTo>
                      <a:pt x="142" y="262"/>
                    </a:lnTo>
                    <a:lnTo>
                      <a:pt x="140" y="258"/>
                    </a:lnTo>
                    <a:lnTo>
                      <a:pt x="140" y="254"/>
                    </a:lnTo>
                    <a:lnTo>
                      <a:pt x="140" y="250"/>
                    </a:lnTo>
                    <a:lnTo>
                      <a:pt x="140" y="246"/>
                    </a:lnTo>
                    <a:lnTo>
                      <a:pt x="140" y="244"/>
                    </a:lnTo>
                    <a:lnTo>
                      <a:pt x="140" y="240"/>
                    </a:lnTo>
                    <a:lnTo>
                      <a:pt x="140" y="236"/>
                    </a:lnTo>
                    <a:lnTo>
                      <a:pt x="140" y="232"/>
                    </a:lnTo>
                    <a:lnTo>
                      <a:pt x="140" y="228"/>
                    </a:lnTo>
                    <a:lnTo>
                      <a:pt x="140" y="224"/>
                    </a:lnTo>
                    <a:lnTo>
                      <a:pt x="140" y="220"/>
                    </a:lnTo>
                    <a:lnTo>
                      <a:pt x="140" y="216"/>
                    </a:lnTo>
                    <a:lnTo>
                      <a:pt x="136" y="216"/>
                    </a:lnTo>
                    <a:lnTo>
                      <a:pt x="128" y="216"/>
                    </a:lnTo>
                    <a:lnTo>
                      <a:pt x="120" y="216"/>
                    </a:lnTo>
                    <a:lnTo>
                      <a:pt x="120" y="214"/>
                    </a:lnTo>
                    <a:lnTo>
                      <a:pt x="120" y="210"/>
                    </a:lnTo>
                    <a:lnTo>
                      <a:pt x="116" y="210"/>
                    </a:lnTo>
                    <a:lnTo>
                      <a:pt x="116" y="214"/>
                    </a:lnTo>
                    <a:lnTo>
                      <a:pt x="114" y="214"/>
                    </a:lnTo>
                    <a:lnTo>
                      <a:pt x="106" y="214"/>
                    </a:lnTo>
                    <a:lnTo>
                      <a:pt x="106" y="216"/>
                    </a:lnTo>
                    <a:lnTo>
                      <a:pt x="106" y="220"/>
                    </a:lnTo>
                    <a:lnTo>
                      <a:pt x="106" y="224"/>
                    </a:lnTo>
                    <a:lnTo>
                      <a:pt x="102" y="224"/>
                    </a:lnTo>
                    <a:lnTo>
                      <a:pt x="102" y="228"/>
                    </a:lnTo>
                    <a:lnTo>
                      <a:pt x="106" y="228"/>
                    </a:lnTo>
                    <a:lnTo>
                      <a:pt x="98" y="228"/>
                    </a:lnTo>
                    <a:lnTo>
                      <a:pt x="94" y="228"/>
                    </a:lnTo>
                    <a:lnTo>
                      <a:pt x="90" y="228"/>
                    </a:lnTo>
                    <a:lnTo>
                      <a:pt x="86" y="228"/>
                    </a:lnTo>
                    <a:lnTo>
                      <a:pt x="86" y="232"/>
                    </a:lnTo>
                    <a:lnTo>
                      <a:pt x="84" y="232"/>
                    </a:lnTo>
                    <a:lnTo>
                      <a:pt x="84" y="228"/>
                    </a:lnTo>
                    <a:lnTo>
                      <a:pt x="80" y="232"/>
                    </a:lnTo>
                    <a:lnTo>
                      <a:pt x="80" y="228"/>
                    </a:lnTo>
                    <a:lnTo>
                      <a:pt x="76" y="228"/>
                    </a:lnTo>
                    <a:lnTo>
                      <a:pt x="76" y="224"/>
                    </a:lnTo>
                    <a:lnTo>
                      <a:pt x="72" y="220"/>
                    </a:lnTo>
                    <a:lnTo>
                      <a:pt x="72" y="216"/>
                    </a:lnTo>
                    <a:lnTo>
                      <a:pt x="68" y="216"/>
                    </a:lnTo>
                    <a:lnTo>
                      <a:pt x="68" y="214"/>
                    </a:lnTo>
                    <a:lnTo>
                      <a:pt x="68" y="210"/>
                    </a:lnTo>
                    <a:lnTo>
                      <a:pt x="68" y="206"/>
                    </a:lnTo>
                    <a:lnTo>
                      <a:pt x="64" y="202"/>
                    </a:lnTo>
                    <a:lnTo>
                      <a:pt x="64" y="198"/>
                    </a:lnTo>
                    <a:lnTo>
                      <a:pt x="64" y="194"/>
                    </a:lnTo>
                    <a:lnTo>
                      <a:pt x="64" y="190"/>
                    </a:lnTo>
                    <a:lnTo>
                      <a:pt x="60" y="190"/>
                    </a:lnTo>
                    <a:lnTo>
                      <a:pt x="56" y="190"/>
                    </a:lnTo>
                    <a:lnTo>
                      <a:pt x="56" y="190"/>
                    </a:lnTo>
                    <a:lnTo>
                      <a:pt x="56" y="1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6" name="Freeform 140"/>
              <p:cNvSpPr>
                <a:spLocks noEditPoints="1"/>
              </p:cNvSpPr>
              <p:nvPr/>
            </p:nvSpPr>
            <p:spPr bwMode="gray">
              <a:xfrm>
                <a:off x="4584285" y="4199668"/>
                <a:ext cx="156534" cy="194796"/>
              </a:xfrm>
              <a:custGeom>
                <a:avLst/>
                <a:gdLst>
                  <a:gd name="T0" fmla="*/ 46 w 90"/>
                  <a:gd name="T1" fmla="*/ 96 h 112"/>
                  <a:gd name="T2" fmla="*/ 52 w 90"/>
                  <a:gd name="T3" fmla="*/ 96 h 112"/>
                  <a:gd name="T4" fmla="*/ 46 w 90"/>
                  <a:gd name="T5" fmla="*/ 96 h 112"/>
                  <a:gd name="T6" fmla="*/ 34 w 90"/>
                  <a:gd name="T7" fmla="*/ 100 h 112"/>
                  <a:gd name="T8" fmla="*/ 30 w 90"/>
                  <a:gd name="T9" fmla="*/ 104 h 112"/>
                  <a:gd name="T10" fmla="*/ 24 w 90"/>
                  <a:gd name="T11" fmla="*/ 108 h 112"/>
                  <a:gd name="T12" fmla="*/ 20 w 90"/>
                  <a:gd name="T13" fmla="*/ 112 h 112"/>
                  <a:gd name="T14" fmla="*/ 16 w 90"/>
                  <a:gd name="T15" fmla="*/ 104 h 112"/>
                  <a:gd name="T16" fmla="*/ 20 w 90"/>
                  <a:gd name="T17" fmla="*/ 92 h 112"/>
                  <a:gd name="T18" fmla="*/ 20 w 90"/>
                  <a:gd name="T19" fmla="*/ 86 h 112"/>
                  <a:gd name="T20" fmla="*/ 16 w 90"/>
                  <a:gd name="T21" fmla="*/ 82 h 112"/>
                  <a:gd name="T22" fmla="*/ 12 w 90"/>
                  <a:gd name="T23" fmla="*/ 78 h 112"/>
                  <a:gd name="T24" fmla="*/ 0 w 90"/>
                  <a:gd name="T25" fmla="*/ 74 h 112"/>
                  <a:gd name="T26" fmla="*/ 4 w 90"/>
                  <a:gd name="T27" fmla="*/ 70 h 112"/>
                  <a:gd name="T28" fmla="*/ 4 w 90"/>
                  <a:gd name="T29" fmla="*/ 66 h 112"/>
                  <a:gd name="T30" fmla="*/ 4 w 90"/>
                  <a:gd name="T31" fmla="*/ 56 h 112"/>
                  <a:gd name="T32" fmla="*/ 8 w 90"/>
                  <a:gd name="T33" fmla="*/ 56 h 112"/>
                  <a:gd name="T34" fmla="*/ 8 w 90"/>
                  <a:gd name="T35" fmla="*/ 48 h 112"/>
                  <a:gd name="T36" fmla="*/ 8 w 90"/>
                  <a:gd name="T37" fmla="*/ 44 h 112"/>
                  <a:gd name="T38" fmla="*/ 12 w 90"/>
                  <a:gd name="T39" fmla="*/ 36 h 112"/>
                  <a:gd name="T40" fmla="*/ 16 w 90"/>
                  <a:gd name="T41" fmla="*/ 40 h 112"/>
                  <a:gd name="T42" fmla="*/ 12 w 90"/>
                  <a:gd name="T43" fmla="*/ 34 h 112"/>
                  <a:gd name="T44" fmla="*/ 16 w 90"/>
                  <a:gd name="T45" fmla="*/ 30 h 112"/>
                  <a:gd name="T46" fmla="*/ 8 w 90"/>
                  <a:gd name="T47" fmla="*/ 22 h 112"/>
                  <a:gd name="T48" fmla="*/ 8 w 90"/>
                  <a:gd name="T49" fmla="*/ 14 h 112"/>
                  <a:gd name="T50" fmla="*/ 8 w 90"/>
                  <a:gd name="T51" fmla="*/ 10 h 112"/>
                  <a:gd name="T52" fmla="*/ 12 w 90"/>
                  <a:gd name="T53" fmla="*/ 8 h 112"/>
                  <a:gd name="T54" fmla="*/ 20 w 90"/>
                  <a:gd name="T55" fmla="*/ 8 h 112"/>
                  <a:gd name="T56" fmla="*/ 24 w 90"/>
                  <a:gd name="T57" fmla="*/ 10 h 112"/>
                  <a:gd name="T58" fmla="*/ 30 w 90"/>
                  <a:gd name="T59" fmla="*/ 8 h 112"/>
                  <a:gd name="T60" fmla="*/ 30 w 90"/>
                  <a:gd name="T61" fmla="*/ 4 h 112"/>
                  <a:gd name="T62" fmla="*/ 34 w 90"/>
                  <a:gd name="T63" fmla="*/ 4 h 112"/>
                  <a:gd name="T64" fmla="*/ 38 w 90"/>
                  <a:gd name="T65" fmla="*/ 8 h 112"/>
                  <a:gd name="T66" fmla="*/ 38 w 90"/>
                  <a:gd name="T67" fmla="*/ 10 h 112"/>
                  <a:gd name="T68" fmla="*/ 42 w 90"/>
                  <a:gd name="T69" fmla="*/ 8 h 112"/>
                  <a:gd name="T70" fmla="*/ 50 w 90"/>
                  <a:gd name="T71" fmla="*/ 8 h 112"/>
                  <a:gd name="T72" fmla="*/ 56 w 90"/>
                  <a:gd name="T73" fmla="*/ 14 h 112"/>
                  <a:gd name="T74" fmla="*/ 60 w 90"/>
                  <a:gd name="T75" fmla="*/ 18 h 112"/>
                  <a:gd name="T76" fmla="*/ 68 w 90"/>
                  <a:gd name="T77" fmla="*/ 14 h 112"/>
                  <a:gd name="T78" fmla="*/ 76 w 90"/>
                  <a:gd name="T79" fmla="*/ 14 h 112"/>
                  <a:gd name="T80" fmla="*/ 82 w 90"/>
                  <a:gd name="T81" fmla="*/ 22 h 112"/>
                  <a:gd name="T82" fmla="*/ 86 w 90"/>
                  <a:gd name="T83" fmla="*/ 26 h 112"/>
                  <a:gd name="T84" fmla="*/ 86 w 90"/>
                  <a:gd name="T85" fmla="*/ 34 h 112"/>
                  <a:gd name="T86" fmla="*/ 86 w 90"/>
                  <a:gd name="T87" fmla="*/ 44 h 112"/>
                  <a:gd name="T88" fmla="*/ 82 w 90"/>
                  <a:gd name="T89" fmla="*/ 60 h 112"/>
                  <a:gd name="T90" fmla="*/ 78 w 90"/>
                  <a:gd name="T91" fmla="*/ 70 h 112"/>
                  <a:gd name="T92" fmla="*/ 78 w 90"/>
                  <a:gd name="T93" fmla="*/ 78 h 112"/>
                  <a:gd name="T94" fmla="*/ 82 w 90"/>
                  <a:gd name="T95" fmla="*/ 88 h 112"/>
                  <a:gd name="T96" fmla="*/ 86 w 90"/>
                  <a:gd name="T97" fmla="*/ 96 h 112"/>
                  <a:gd name="T98" fmla="*/ 82 w 90"/>
                  <a:gd name="T99" fmla="*/ 96 h 112"/>
                  <a:gd name="T100" fmla="*/ 78 w 90"/>
                  <a:gd name="T101" fmla="*/ 92 h 112"/>
                  <a:gd name="T102" fmla="*/ 76 w 90"/>
                  <a:gd name="T103" fmla="*/ 96 h 112"/>
                  <a:gd name="T104" fmla="*/ 72 w 90"/>
                  <a:gd name="T105" fmla="*/ 96 h 112"/>
                  <a:gd name="T106" fmla="*/ 72 w 90"/>
                  <a:gd name="T107" fmla="*/ 92 h 112"/>
                  <a:gd name="T108" fmla="*/ 72 w 90"/>
                  <a:gd name="T109" fmla="*/ 92 h 112"/>
                  <a:gd name="T110" fmla="*/ 60 w 90"/>
                  <a:gd name="T111" fmla="*/ 92 h 112"/>
                  <a:gd name="T112" fmla="*/ 60 w 90"/>
                  <a:gd name="T113" fmla="*/ 96 h 112"/>
                  <a:gd name="T114" fmla="*/ 64 w 90"/>
                  <a:gd name="T115" fmla="*/ 92 h 112"/>
                  <a:gd name="T116" fmla="*/ 56 w 90"/>
                  <a:gd name="T117" fmla="*/ 96 h 112"/>
                  <a:gd name="T118" fmla="*/ 52 w 90"/>
                  <a:gd name="T119" fmla="*/ 96 h 112"/>
                  <a:gd name="T120" fmla="*/ 50 w 90"/>
                  <a:gd name="T121" fmla="*/ 96 h 112"/>
                  <a:gd name="T122" fmla="*/ 50 w 90"/>
                  <a:gd name="T123" fmla="*/ 96 h 112"/>
                  <a:gd name="T124" fmla="*/ 78 w 90"/>
                  <a:gd name="T125" fmla="*/ 96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0" h="112">
                    <a:moveTo>
                      <a:pt x="50" y="96"/>
                    </a:moveTo>
                    <a:lnTo>
                      <a:pt x="50" y="96"/>
                    </a:lnTo>
                    <a:lnTo>
                      <a:pt x="50" y="96"/>
                    </a:lnTo>
                    <a:lnTo>
                      <a:pt x="50" y="96"/>
                    </a:lnTo>
                    <a:lnTo>
                      <a:pt x="50" y="96"/>
                    </a:lnTo>
                    <a:lnTo>
                      <a:pt x="50" y="96"/>
                    </a:lnTo>
                    <a:lnTo>
                      <a:pt x="50" y="96"/>
                    </a:lnTo>
                    <a:lnTo>
                      <a:pt x="46" y="96"/>
                    </a:lnTo>
                    <a:lnTo>
                      <a:pt x="50" y="96"/>
                    </a:lnTo>
                    <a:lnTo>
                      <a:pt x="50" y="96"/>
                    </a:lnTo>
                    <a:lnTo>
                      <a:pt x="50" y="96"/>
                    </a:lnTo>
                    <a:lnTo>
                      <a:pt x="50" y="96"/>
                    </a:lnTo>
                    <a:lnTo>
                      <a:pt x="50" y="96"/>
                    </a:lnTo>
                    <a:lnTo>
                      <a:pt x="52" y="96"/>
                    </a:lnTo>
                    <a:lnTo>
                      <a:pt x="52" y="96"/>
                    </a:lnTo>
                    <a:lnTo>
                      <a:pt x="52" y="96"/>
                    </a:lnTo>
                    <a:lnTo>
                      <a:pt x="52" y="96"/>
                    </a:lnTo>
                    <a:lnTo>
                      <a:pt x="52" y="96"/>
                    </a:lnTo>
                    <a:lnTo>
                      <a:pt x="52" y="96"/>
                    </a:lnTo>
                    <a:lnTo>
                      <a:pt x="50" y="96"/>
                    </a:lnTo>
                    <a:lnTo>
                      <a:pt x="50" y="96"/>
                    </a:lnTo>
                    <a:lnTo>
                      <a:pt x="50" y="96"/>
                    </a:lnTo>
                    <a:lnTo>
                      <a:pt x="46" y="96"/>
                    </a:lnTo>
                    <a:lnTo>
                      <a:pt x="46" y="96"/>
                    </a:lnTo>
                    <a:lnTo>
                      <a:pt x="42" y="96"/>
                    </a:lnTo>
                    <a:lnTo>
                      <a:pt x="42" y="96"/>
                    </a:lnTo>
                    <a:lnTo>
                      <a:pt x="42" y="96"/>
                    </a:lnTo>
                    <a:lnTo>
                      <a:pt x="38" y="100"/>
                    </a:lnTo>
                    <a:lnTo>
                      <a:pt x="38" y="100"/>
                    </a:lnTo>
                    <a:lnTo>
                      <a:pt x="38" y="100"/>
                    </a:lnTo>
                    <a:lnTo>
                      <a:pt x="34" y="100"/>
                    </a:lnTo>
                    <a:lnTo>
                      <a:pt x="34" y="100"/>
                    </a:lnTo>
                    <a:lnTo>
                      <a:pt x="34" y="100"/>
                    </a:lnTo>
                    <a:lnTo>
                      <a:pt x="34" y="100"/>
                    </a:lnTo>
                    <a:lnTo>
                      <a:pt x="34" y="100"/>
                    </a:lnTo>
                    <a:lnTo>
                      <a:pt x="30" y="104"/>
                    </a:lnTo>
                    <a:lnTo>
                      <a:pt x="30" y="104"/>
                    </a:lnTo>
                    <a:lnTo>
                      <a:pt x="30" y="104"/>
                    </a:lnTo>
                    <a:lnTo>
                      <a:pt x="30" y="104"/>
                    </a:lnTo>
                    <a:lnTo>
                      <a:pt x="30" y="104"/>
                    </a:lnTo>
                    <a:lnTo>
                      <a:pt x="26" y="104"/>
                    </a:lnTo>
                    <a:lnTo>
                      <a:pt x="26" y="104"/>
                    </a:lnTo>
                    <a:lnTo>
                      <a:pt x="26" y="104"/>
                    </a:lnTo>
                    <a:lnTo>
                      <a:pt x="26" y="104"/>
                    </a:lnTo>
                    <a:lnTo>
                      <a:pt x="26" y="104"/>
                    </a:lnTo>
                    <a:lnTo>
                      <a:pt x="26" y="104"/>
                    </a:lnTo>
                    <a:lnTo>
                      <a:pt x="24" y="108"/>
                    </a:lnTo>
                    <a:lnTo>
                      <a:pt x="24" y="108"/>
                    </a:lnTo>
                    <a:lnTo>
                      <a:pt x="24" y="108"/>
                    </a:lnTo>
                    <a:lnTo>
                      <a:pt x="24" y="108"/>
                    </a:lnTo>
                    <a:lnTo>
                      <a:pt x="24" y="108"/>
                    </a:lnTo>
                    <a:lnTo>
                      <a:pt x="20" y="108"/>
                    </a:lnTo>
                    <a:lnTo>
                      <a:pt x="20" y="108"/>
                    </a:lnTo>
                    <a:lnTo>
                      <a:pt x="20" y="112"/>
                    </a:lnTo>
                    <a:lnTo>
                      <a:pt x="20" y="112"/>
                    </a:lnTo>
                    <a:lnTo>
                      <a:pt x="20" y="112"/>
                    </a:lnTo>
                    <a:lnTo>
                      <a:pt x="20" y="112"/>
                    </a:lnTo>
                    <a:lnTo>
                      <a:pt x="16" y="112"/>
                    </a:lnTo>
                    <a:lnTo>
                      <a:pt x="16" y="108"/>
                    </a:lnTo>
                    <a:lnTo>
                      <a:pt x="16" y="108"/>
                    </a:lnTo>
                    <a:lnTo>
                      <a:pt x="16" y="108"/>
                    </a:lnTo>
                    <a:lnTo>
                      <a:pt x="16" y="104"/>
                    </a:lnTo>
                    <a:lnTo>
                      <a:pt x="16" y="104"/>
                    </a:lnTo>
                    <a:lnTo>
                      <a:pt x="16" y="104"/>
                    </a:lnTo>
                    <a:lnTo>
                      <a:pt x="16" y="100"/>
                    </a:lnTo>
                    <a:lnTo>
                      <a:pt x="16" y="100"/>
                    </a:lnTo>
                    <a:lnTo>
                      <a:pt x="16" y="100"/>
                    </a:lnTo>
                    <a:lnTo>
                      <a:pt x="16" y="96"/>
                    </a:lnTo>
                    <a:lnTo>
                      <a:pt x="20" y="96"/>
                    </a:lnTo>
                    <a:lnTo>
                      <a:pt x="20" y="92"/>
                    </a:lnTo>
                    <a:lnTo>
                      <a:pt x="20" y="92"/>
                    </a:lnTo>
                    <a:lnTo>
                      <a:pt x="20" y="92"/>
                    </a:lnTo>
                    <a:lnTo>
                      <a:pt x="20" y="92"/>
                    </a:lnTo>
                    <a:lnTo>
                      <a:pt x="20" y="88"/>
                    </a:lnTo>
                    <a:lnTo>
                      <a:pt x="20" y="88"/>
                    </a:lnTo>
                    <a:lnTo>
                      <a:pt x="20" y="88"/>
                    </a:lnTo>
                    <a:lnTo>
                      <a:pt x="20" y="88"/>
                    </a:lnTo>
                    <a:lnTo>
                      <a:pt x="20" y="88"/>
                    </a:lnTo>
                    <a:lnTo>
                      <a:pt x="20" y="86"/>
                    </a:lnTo>
                    <a:lnTo>
                      <a:pt x="20" y="86"/>
                    </a:lnTo>
                    <a:lnTo>
                      <a:pt x="20" y="86"/>
                    </a:lnTo>
                    <a:lnTo>
                      <a:pt x="20" y="86"/>
                    </a:lnTo>
                    <a:lnTo>
                      <a:pt x="20" y="86"/>
                    </a:lnTo>
                    <a:lnTo>
                      <a:pt x="20" y="86"/>
                    </a:lnTo>
                    <a:lnTo>
                      <a:pt x="20" y="86"/>
                    </a:lnTo>
                    <a:lnTo>
                      <a:pt x="16" y="86"/>
                    </a:lnTo>
                    <a:lnTo>
                      <a:pt x="16" y="82"/>
                    </a:lnTo>
                    <a:lnTo>
                      <a:pt x="16" y="82"/>
                    </a:lnTo>
                    <a:lnTo>
                      <a:pt x="16" y="82"/>
                    </a:lnTo>
                    <a:lnTo>
                      <a:pt x="12" y="82"/>
                    </a:lnTo>
                    <a:lnTo>
                      <a:pt x="12" y="82"/>
                    </a:lnTo>
                    <a:lnTo>
                      <a:pt x="12" y="82"/>
                    </a:lnTo>
                    <a:lnTo>
                      <a:pt x="12" y="78"/>
                    </a:lnTo>
                    <a:lnTo>
                      <a:pt x="12" y="78"/>
                    </a:lnTo>
                    <a:lnTo>
                      <a:pt x="12" y="78"/>
                    </a:lnTo>
                    <a:lnTo>
                      <a:pt x="12" y="78"/>
                    </a:lnTo>
                    <a:lnTo>
                      <a:pt x="8" y="78"/>
                    </a:lnTo>
                    <a:lnTo>
                      <a:pt x="8" y="78"/>
                    </a:lnTo>
                    <a:lnTo>
                      <a:pt x="8" y="78"/>
                    </a:lnTo>
                    <a:lnTo>
                      <a:pt x="8" y="78"/>
                    </a:lnTo>
                    <a:lnTo>
                      <a:pt x="4" y="74"/>
                    </a:lnTo>
                    <a:lnTo>
                      <a:pt x="4" y="74"/>
                    </a:lnTo>
                    <a:lnTo>
                      <a:pt x="4" y="74"/>
                    </a:lnTo>
                    <a:lnTo>
                      <a:pt x="0" y="74"/>
                    </a:lnTo>
                    <a:lnTo>
                      <a:pt x="0" y="74"/>
                    </a:lnTo>
                    <a:lnTo>
                      <a:pt x="0" y="74"/>
                    </a:lnTo>
                    <a:lnTo>
                      <a:pt x="0" y="70"/>
                    </a:lnTo>
                    <a:lnTo>
                      <a:pt x="4" y="70"/>
                    </a:lnTo>
                    <a:lnTo>
                      <a:pt x="4" y="70"/>
                    </a:lnTo>
                    <a:lnTo>
                      <a:pt x="4" y="70"/>
                    </a:lnTo>
                    <a:lnTo>
                      <a:pt x="4" y="70"/>
                    </a:lnTo>
                    <a:lnTo>
                      <a:pt x="4" y="70"/>
                    </a:lnTo>
                    <a:lnTo>
                      <a:pt x="4" y="70"/>
                    </a:lnTo>
                    <a:lnTo>
                      <a:pt x="4" y="70"/>
                    </a:lnTo>
                    <a:lnTo>
                      <a:pt x="4" y="70"/>
                    </a:lnTo>
                    <a:lnTo>
                      <a:pt x="4" y="70"/>
                    </a:lnTo>
                    <a:lnTo>
                      <a:pt x="4" y="70"/>
                    </a:lnTo>
                    <a:lnTo>
                      <a:pt x="4" y="66"/>
                    </a:lnTo>
                    <a:lnTo>
                      <a:pt x="4" y="66"/>
                    </a:lnTo>
                    <a:lnTo>
                      <a:pt x="4" y="66"/>
                    </a:lnTo>
                    <a:lnTo>
                      <a:pt x="8" y="62"/>
                    </a:lnTo>
                    <a:lnTo>
                      <a:pt x="8" y="62"/>
                    </a:lnTo>
                    <a:lnTo>
                      <a:pt x="4" y="60"/>
                    </a:lnTo>
                    <a:lnTo>
                      <a:pt x="4" y="60"/>
                    </a:lnTo>
                    <a:lnTo>
                      <a:pt x="4" y="60"/>
                    </a:lnTo>
                    <a:lnTo>
                      <a:pt x="4" y="60"/>
                    </a:lnTo>
                    <a:lnTo>
                      <a:pt x="4" y="56"/>
                    </a:lnTo>
                    <a:lnTo>
                      <a:pt x="4" y="56"/>
                    </a:lnTo>
                    <a:lnTo>
                      <a:pt x="4" y="56"/>
                    </a:lnTo>
                    <a:lnTo>
                      <a:pt x="4" y="56"/>
                    </a:lnTo>
                    <a:lnTo>
                      <a:pt x="4" y="56"/>
                    </a:lnTo>
                    <a:lnTo>
                      <a:pt x="4" y="56"/>
                    </a:lnTo>
                    <a:lnTo>
                      <a:pt x="4" y="56"/>
                    </a:lnTo>
                    <a:lnTo>
                      <a:pt x="8" y="56"/>
                    </a:lnTo>
                    <a:lnTo>
                      <a:pt x="8" y="56"/>
                    </a:lnTo>
                    <a:lnTo>
                      <a:pt x="8" y="56"/>
                    </a:lnTo>
                    <a:lnTo>
                      <a:pt x="8" y="56"/>
                    </a:lnTo>
                    <a:lnTo>
                      <a:pt x="8" y="56"/>
                    </a:lnTo>
                    <a:lnTo>
                      <a:pt x="8" y="52"/>
                    </a:lnTo>
                    <a:lnTo>
                      <a:pt x="8" y="52"/>
                    </a:lnTo>
                    <a:lnTo>
                      <a:pt x="8" y="52"/>
                    </a:lnTo>
                    <a:lnTo>
                      <a:pt x="8" y="48"/>
                    </a:lnTo>
                    <a:lnTo>
                      <a:pt x="8" y="48"/>
                    </a:lnTo>
                    <a:lnTo>
                      <a:pt x="8" y="48"/>
                    </a:lnTo>
                    <a:lnTo>
                      <a:pt x="8" y="48"/>
                    </a:lnTo>
                    <a:lnTo>
                      <a:pt x="8" y="48"/>
                    </a:lnTo>
                    <a:lnTo>
                      <a:pt x="12" y="48"/>
                    </a:lnTo>
                    <a:lnTo>
                      <a:pt x="12" y="48"/>
                    </a:lnTo>
                    <a:lnTo>
                      <a:pt x="12" y="48"/>
                    </a:lnTo>
                    <a:lnTo>
                      <a:pt x="12" y="44"/>
                    </a:lnTo>
                    <a:lnTo>
                      <a:pt x="12" y="44"/>
                    </a:lnTo>
                    <a:lnTo>
                      <a:pt x="8" y="44"/>
                    </a:lnTo>
                    <a:lnTo>
                      <a:pt x="8" y="44"/>
                    </a:lnTo>
                    <a:lnTo>
                      <a:pt x="8" y="44"/>
                    </a:lnTo>
                    <a:lnTo>
                      <a:pt x="8" y="44"/>
                    </a:lnTo>
                    <a:lnTo>
                      <a:pt x="8" y="44"/>
                    </a:lnTo>
                    <a:lnTo>
                      <a:pt x="8" y="40"/>
                    </a:lnTo>
                    <a:lnTo>
                      <a:pt x="8" y="40"/>
                    </a:lnTo>
                    <a:lnTo>
                      <a:pt x="8" y="36"/>
                    </a:lnTo>
                    <a:lnTo>
                      <a:pt x="12" y="36"/>
                    </a:lnTo>
                    <a:lnTo>
                      <a:pt x="12" y="40"/>
                    </a:lnTo>
                    <a:lnTo>
                      <a:pt x="12" y="40"/>
                    </a:lnTo>
                    <a:lnTo>
                      <a:pt x="16" y="40"/>
                    </a:lnTo>
                    <a:lnTo>
                      <a:pt x="16" y="40"/>
                    </a:lnTo>
                    <a:lnTo>
                      <a:pt x="16" y="40"/>
                    </a:lnTo>
                    <a:lnTo>
                      <a:pt x="16" y="40"/>
                    </a:lnTo>
                    <a:lnTo>
                      <a:pt x="16" y="40"/>
                    </a:lnTo>
                    <a:lnTo>
                      <a:pt x="16" y="40"/>
                    </a:lnTo>
                    <a:lnTo>
                      <a:pt x="16" y="36"/>
                    </a:lnTo>
                    <a:lnTo>
                      <a:pt x="16" y="36"/>
                    </a:lnTo>
                    <a:lnTo>
                      <a:pt x="16" y="34"/>
                    </a:lnTo>
                    <a:lnTo>
                      <a:pt x="12" y="34"/>
                    </a:lnTo>
                    <a:lnTo>
                      <a:pt x="12" y="34"/>
                    </a:lnTo>
                    <a:lnTo>
                      <a:pt x="12" y="34"/>
                    </a:lnTo>
                    <a:lnTo>
                      <a:pt x="12" y="34"/>
                    </a:lnTo>
                    <a:lnTo>
                      <a:pt x="12" y="34"/>
                    </a:lnTo>
                    <a:lnTo>
                      <a:pt x="12" y="34"/>
                    </a:lnTo>
                    <a:lnTo>
                      <a:pt x="12" y="30"/>
                    </a:lnTo>
                    <a:lnTo>
                      <a:pt x="12" y="30"/>
                    </a:lnTo>
                    <a:lnTo>
                      <a:pt x="12" y="30"/>
                    </a:lnTo>
                    <a:lnTo>
                      <a:pt x="12" y="30"/>
                    </a:lnTo>
                    <a:lnTo>
                      <a:pt x="12" y="30"/>
                    </a:lnTo>
                    <a:lnTo>
                      <a:pt x="16" y="30"/>
                    </a:lnTo>
                    <a:lnTo>
                      <a:pt x="16" y="30"/>
                    </a:lnTo>
                    <a:lnTo>
                      <a:pt x="12" y="30"/>
                    </a:lnTo>
                    <a:lnTo>
                      <a:pt x="12" y="26"/>
                    </a:lnTo>
                    <a:lnTo>
                      <a:pt x="12" y="26"/>
                    </a:lnTo>
                    <a:lnTo>
                      <a:pt x="12" y="26"/>
                    </a:lnTo>
                    <a:lnTo>
                      <a:pt x="12" y="26"/>
                    </a:lnTo>
                    <a:lnTo>
                      <a:pt x="12" y="22"/>
                    </a:lnTo>
                    <a:lnTo>
                      <a:pt x="12" y="22"/>
                    </a:lnTo>
                    <a:lnTo>
                      <a:pt x="8" y="22"/>
                    </a:lnTo>
                    <a:lnTo>
                      <a:pt x="8" y="22"/>
                    </a:lnTo>
                    <a:lnTo>
                      <a:pt x="8" y="22"/>
                    </a:lnTo>
                    <a:lnTo>
                      <a:pt x="8" y="22"/>
                    </a:lnTo>
                    <a:lnTo>
                      <a:pt x="8" y="22"/>
                    </a:lnTo>
                    <a:lnTo>
                      <a:pt x="8" y="22"/>
                    </a:lnTo>
                    <a:lnTo>
                      <a:pt x="8" y="18"/>
                    </a:lnTo>
                    <a:lnTo>
                      <a:pt x="8" y="14"/>
                    </a:lnTo>
                    <a:lnTo>
                      <a:pt x="8" y="14"/>
                    </a:lnTo>
                    <a:lnTo>
                      <a:pt x="8" y="14"/>
                    </a:lnTo>
                    <a:lnTo>
                      <a:pt x="8" y="14"/>
                    </a:lnTo>
                    <a:lnTo>
                      <a:pt x="8" y="14"/>
                    </a:lnTo>
                    <a:lnTo>
                      <a:pt x="8" y="14"/>
                    </a:lnTo>
                    <a:lnTo>
                      <a:pt x="8" y="14"/>
                    </a:lnTo>
                    <a:lnTo>
                      <a:pt x="8" y="10"/>
                    </a:lnTo>
                    <a:lnTo>
                      <a:pt x="8" y="10"/>
                    </a:lnTo>
                    <a:lnTo>
                      <a:pt x="8" y="10"/>
                    </a:lnTo>
                    <a:lnTo>
                      <a:pt x="12" y="10"/>
                    </a:lnTo>
                    <a:lnTo>
                      <a:pt x="12" y="10"/>
                    </a:lnTo>
                    <a:lnTo>
                      <a:pt x="12" y="10"/>
                    </a:lnTo>
                    <a:lnTo>
                      <a:pt x="12" y="10"/>
                    </a:lnTo>
                    <a:lnTo>
                      <a:pt x="12" y="10"/>
                    </a:lnTo>
                    <a:lnTo>
                      <a:pt x="12" y="10"/>
                    </a:lnTo>
                    <a:lnTo>
                      <a:pt x="12" y="10"/>
                    </a:lnTo>
                    <a:lnTo>
                      <a:pt x="12" y="8"/>
                    </a:lnTo>
                    <a:lnTo>
                      <a:pt x="16" y="8"/>
                    </a:lnTo>
                    <a:lnTo>
                      <a:pt x="16" y="8"/>
                    </a:lnTo>
                    <a:lnTo>
                      <a:pt x="16" y="8"/>
                    </a:lnTo>
                    <a:lnTo>
                      <a:pt x="16" y="8"/>
                    </a:lnTo>
                    <a:lnTo>
                      <a:pt x="16" y="8"/>
                    </a:lnTo>
                    <a:lnTo>
                      <a:pt x="20" y="8"/>
                    </a:lnTo>
                    <a:lnTo>
                      <a:pt x="20" y="8"/>
                    </a:lnTo>
                    <a:lnTo>
                      <a:pt x="20" y="8"/>
                    </a:lnTo>
                    <a:lnTo>
                      <a:pt x="20" y="8"/>
                    </a:lnTo>
                    <a:lnTo>
                      <a:pt x="24" y="8"/>
                    </a:lnTo>
                    <a:lnTo>
                      <a:pt x="24" y="10"/>
                    </a:lnTo>
                    <a:lnTo>
                      <a:pt x="24" y="10"/>
                    </a:lnTo>
                    <a:lnTo>
                      <a:pt x="24" y="10"/>
                    </a:lnTo>
                    <a:lnTo>
                      <a:pt x="24" y="10"/>
                    </a:lnTo>
                    <a:lnTo>
                      <a:pt x="24" y="10"/>
                    </a:lnTo>
                    <a:lnTo>
                      <a:pt x="24" y="10"/>
                    </a:lnTo>
                    <a:lnTo>
                      <a:pt x="26" y="10"/>
                    </a:lnTo>
                    <a:lnTo>
                      <a:pt x="26" y="10"/>
                    </a:lnTo>
                    <a:lnTo>
                      <a:pt x="26" y="10"/>
                    </a:lnTo>
                    <a:lnTo>
                      <a:pt x="26" y="10"/>
                    </a:lnTo>
                    <a:lnTo>
                      <a:pt x="26" y="8"/>
                    </a:lnTo>
                    <a:lnTo>
                      <a:pt x="26" y="8"/>
                    </a:lnTo>
                    <a:lnTo>
                      <a:pt x="26" y="8"/>
                    </a:lnTo>
                    <a:lnTo>
                      <a:pt x="30" y="8"/>
                    </a:lnTo>
                    <a:lnTo>
                      <a:pt x="30" y="8"/>
                    </a:lnTo>
                    <a:lnTo>
                      <a:pt x="30" y="8"/>
                    </a:lnTo>
                    <a:lnTo>
                      <a:pt x="30" y="8"/>
                    </a:lnTo>
                    <a:lnTo>
                      <a:pt x="30" y="4"/>
                    </a:lnTo>
                    <a:lnTo>
                      <a:pt x="30" y="4"/>
                    </a:lnTo>
                    <a:lnTo>
                      <a:pt x="30" y="4"/>
                    </a:lnTo>
                    <a:lnTo>
                      <a:pt x="30" y="4"/>
                    </a:lnTo>
                    <a:lnTo>
                      <a:pt x="30" y="4"/>
                    </a:lnTo>
                    <a:lnTo>
                      <a:pt x="30" y="4"/>
                    </a:lnTo>
                    <a:lnTo>
                      <a:pt x="30" y="4"/>
                    </a:lnTo>
                    <a:lnTo>
                      <a:pt x="30" y="4"/>
                    </a:lnTo>
                    <a:lnTo>
                      <a:pt x="30" y="4"/>
                    </a:lnTo>
                    <a:lnTo>
                      <a:pt x="30" y="4"/>
                    </a:lnTo>
                    <a:lnTo>
                      <a:pt x="34" y="4"/>
                    </a:lnTo>
                    <a:lnTo>
                      <a:pt x="34" y="4"/>
                    </a:lnTo>
                    <a:lnTo>
                      <a:pt x="34" y="4"/>
                    </a:lnTo>
                    <a:lnTo>
                      <a:pt x="34" y="0"/>
                    </a:lnTo>
                    <a:lnTo>
                      <a:pt x="34" y="0"/>
                    </a:lnTo>
                    <a:lnTo>
                      <a:pt x="34" y="0"/>
                    </a:lnTo>
                    <a:lnTo>
                      <a:pt x="38" y="4"/>
                    </a:lnTo>
                    <a:lnTo>
                      <a:pt x="34" y="4"/>
                    </a:lnTo>
                    <a:lnTo>
                      <a:pt x="38" y="4"/>
                    </a:lnTo>
                    <a:lnTo>
                      <a:pt x="38" y="8"/>
                    </a:lnTo>
                    <a:lnTo>
                      <a:pt x="38" y="8"/>
                    </a:lnTo>
                    <a:lnTo>
                      <a:pt x="38" y="8"/>
                    </a:lnTo>
                    <a:lnTo>
                      <a:pt x="34" y="8"/>
                    </a:lnTo>
                    <a:lnTo>
                      <a:pt x="38" y="10"/>
                    </a:lnTo>
                    <a:lnTo>
                      <a:pt x="38" y="10"/>
                    </a:lnTo>
                    <a:lnTo>
                      <a:pt x="38" y="10"/>
                    </a:lnTo>
                    <a:lnTo>
                      <a:pt x="38" y="10"/>
                    </a:lnTo>
                    <a:lnTo>
                      <a:pt x="38" y="10"/>
                    </a:lnTo>
                    <a:lnTo>
                      <a:pt x="38" y="10"/>
                    </a:lnTo>
                    <a:lnTo>
                      <a:pt x="38" y="8"/>
                    </a:lnTo>
                    <a:lnTo>
                      <a:pt x="38" y="8"/>
                    </a:lnTo>
                    <a:lnTo>
                      <a:pt x="42" y="8"/>
                    </a:lnTo>
                    <a:lnTo>
                      <a:pt x="42" y="8"/>
                    </a:lnTo>
                    <a:lnTo>
                      <a:pt x="42" y="8"/>
                    </a:lnTo>
                    <a:lnTo>
                      <a:pt x="42" y="8"/>
                    </a:lnTo>
                    <a:lnTo>
                      <a:pt x="42" y="8"/>
                    </a:lnTo>
                    <a:lnTo>
                      <a:pt x="42" y="8"/>
                    </a:lnTo>
                    <a:lnTo>
                      <a:pt x="42" y="8"/>
                    </a:lnTo>
                    <a:lnTo>
                      <a:pt x="46" y="4"/>
                    </a:lnTo>
                    <a:lnTo>
                      <a:pt x="46" y="8"/>
                    </a:lnTo>
                    <a:lnTo>
                      <a:pt x="46" y="8"/>
                    </a:lnTo>
                    <a:lnTo>
                      <a:pt x="46" y="8"/>
                    </a:lnTo>
                    <a:lnTo>
                      <a:pt x="46" y="8"/>
                    </a:lnTo>
                    <a:lnTo>
                      <a:pt x="50" y="8"/>
                    </a:lnTo>
                    <a:lnTo>
                      <a:pt x="50" y="8"/>
                    </a:lnTo>
                    <a:lnTo>
                      <a:pt x="50" y="8"/>
                    </a:lnTo>
                    <a:lnTo>
                      <a:pt x="50" y="8"/>
                    </a:lnTo>
                    <a:lnTo>
                      <a:pt x="50" y="8"/>
                    </a:lnTo>
                    <a:lnTo>
                      <a:pt x="52" y="8"/>
                    </a:lnTo>
                    <a:lnTo>
                      <a:pt x="52" y="10"/>
                    </a:lnTo>
                    <a:lnTo>
                      <a:pt x="52" y="14"/>
                    </a:lnTo>
                    <a:lnTo>
                      <a:pt x="56" y="14"/>
                    </a:lnTo>
                    <a:lnTo>
                      <a:pt x="56" y="14"/>
                    </a:lnTo>
                    <a:lnTo>
                      <a:pt x="56" y="18"/>
                    </a:lnTo>
                    <a:lnTo>
                      <a:pt x="56" y="18"/>
                    </a:lnTo>
                    <a:lnTo>
                      <a:pt x="56" y="18"/>
                    </a:lnTo>
                    <a:lnTo>
                      <a:pt x="56" y="18"/>
                    </a:lnTo>
                    <a:lnTo>
                      <a:pt x="56" y="18"/>
                    </a:lnTo>
                    <a:lnTo>
                      <a:pt x="60" y="18"/>
                    </a:lnTo>
                    <a:lnTo>
                      <a:pt x="60" y="18"/>
                    </a:lnTo>
                    <a:lnTo>
                      <a:pt x="60" y="18"/>
                    </a:lnTo>
                    <a:lnTo>
                      <a:pt x="64" y="18"/>
                    </a:lnTo>
                    <a:lnTo>
                      <a:pt x="64" y="18"/>
                    </a:lnTo>
                    <a:lnTo>
                      <a:pt x="64" y="18"/>
                    </a:lnTo>
                    <a:lnTo>
                      <a:pt x="64" y="18"/>
                    </a:lnTo>
                    <a:lnTo>
                      <a:pt x="64" y="18"/>
                    </a:lnTo>
                    <a:lnTo>
                      <a:pt x="64" y="18"/>
                    </a:lnTo>
                    <a:lnTo>
                      <a:pt x="64" y="14"/>
                    </a:lnTo>
                    <a:lnTo>
                      <a:pt x="68" y="14"/>
                    </a:lnTo>
                    <a:lnTo>
                      <a:pt x="68" y="14"/>
                    </a:lnTo>
                    <a:lnTo>
                      <a:pt x="68" y="14"/>
                    </a:lnTo>
                    <a:lnTo>
                      <a:pt x="68" y="14"/>
                    </a:lnTo>
                    <a:lnTo>
                      <a:pt x="68" y="14"/>
                    </a:lnTo>
                    <a:lnTo>
                      <a:pt x="72" y="14"/>
                    </a:lnTo>
                    <a:lnTo>
                      <a:pt x="72" y="14"/>
                    </a:lnTo>
                    <a:lnTo>
                      <a:pt x="72" y="14"/>
                    </a:lnTo>
                    <a:lnTo>
                      <a:pt x="76" y="14"/>
                    </a:lnTo>
                    <a:lnTo>
                      <a:pt x="78" y="14"/>
                    </a:lnTo>
                    <a:lnTo>
                      <a:pt x="78" y="14"/>
                    </a:lnTo>
                    <a:lnTo>
                      <a:pt x="82" y="18"/>
                    </a:lnTo>
                    <a:lnTo>
                      <a:pt x="82" y="18"/>
                    </a:lnTo>
                    <a:lnTo>
                      <a:pt x="82" y="18"/>
                    </a:lnTo>
                    <a:lnTo>
                      <a:pt x="82" y="22"/>
                    </a:lnTo>
                    <a:lnTo>
                      <a:pt x="82" y="22"/>
                    </a:lnTo>
                    <a:lnTo>
                      <a:pt x="82" y="22"/>
                    </a:lnTo>
                    <a:lnTo>
                      <a:pt x="82" y="22"/>
                    </a:lnTo>
                    <a:lnTo>
                      <a:pt x="86" y="22"/>
                    </a:lnTo>
                    <a:lnTo>
                      <a:pt x="86" y="22"/>
                    </a:lnTo>
                    <a:lnTo>
                      <a:pt x="86" y="22"/>
                    </a:lnTo>
                    <a:lnTo>
                      <a:pt x="86" y="22"/>
                    </a:lnTo>
                    <a:lnTo>
                      <a:pt x="86" y="22"/>
                    </a:lnTo>
                    <a:lnTo>
                      <a:pt x="86" y="26"/>
                    </a:lnTo>
                    <a:lnTo>
                      <a:pt x="86" y="26"/>
                    </a:lnTo>
                    <a:lnTo>
                      <a:pt x="86" y="30"/>
                    </a:lnTo>
                    <a:lnTo>
                      <a:pt x="86" y="30"/>
                    </a:lnTo>
                    <a:lnTo>
                      <a:pt x="86" y="30"/>
                    </a:lnTo>
                    <a:lnTo>
                      <a:pt x="86" y="30"/>
                    </a:lnTo>
                    <a:lnTo>
                      <a:pt x="86" y="34"/>
                    </a:lnTo>
                    <a:lnTo>
                      <a:pt x="86" y="34"/>
                    </a:lnTo>
                    <a:lnTo>
                      <a:pt x="86" y="34"/>
                    </a:lnTo>
                    <a:lnTo>
                      <a:pt x="86" y="34"/>
                    </a:lnTo>
                    <a:lnTo>
                      <a:pt x="86" y="34"/>
                    </a:lnTo>
                    <a:lnTo>
                      <a:pt x="86" y="34"/>
                    </a:lnTo>
                    <a:lnTo>
                      <a:pt x="86" y="36"/>
                    </a:lnTo>
                    <a:lnTo>
                      <a:pt x="86" y="36"/>
                    </a:lnTo>
                    <a:lnTo>
                      <a:pt x="90" y="44"/>
                    </a:lnTo>
                    <a:lnTo>
                      <a:pt x="90" y="44"/>
                    </a:lnTo>
                    <a:lnTo>
                      <a:pt x="86" y="44"/>
                    </a:lnTo>
                    <a:lnTo>
                      <a:pt x="86" y="44"/>
                    </a:lnTo>
                    <a:lnTo>
                      <a:pt x="86" y="48"/>
                    </a:lnTo>
                    <a:lnTo>
                      <a:pt x="82" y="48"/>
                    </a:lnTo>
                    <a:lnTo>
                      <a:pt x="82" y="48"/>
                    </a:lnTo>
                    <a:lnTo>
                      <a:pt x="82" y="52"/>
                    </a:lnTo>
                    <a:lnTo>
                      <a:pt x="82" y="52"/>
                    </a:lnTo>
                    <a:lnTo>
                      <a:pt x="82" y="56"/>
                    </a:lnTo>
                    <a:lnTo>
                      <a:pt x="82" y="56"/>
                    </a:lnTo>
                    <a:lnTo>
                      <a:pt x="82" y="60"/>
                    </a:lnTo>
                    <a:lnTo>
                      <a:pt x="82" y="62"/>
                    </a:lnTo>
                    <a:lnTo>
                      <a:pt x="78" y="62"/>
                    </a:lnTo>
                    <a:lnTo>
                      <a:pt x="78" y="62"/>
                    </a:lnTo>
                    <a:lnTo>
                      <a:pt x="78" y="66"/>
                    </a:lnTo>
                    <a:lnTo>
                      <a:pt x="78" y="70"/>
                    </a:lnTo>
                    <a:lnTo>
                      <a:pt x="78" y="70"/>
                    </a:lnTo>
                    <a:lnTo>
                      <a:pt x="78" y="70"/>
                    </a:lnTo>
                    <a:lnTo>
                      <a:pt x="78" y="70"/>
                    </a:lnTo>
                    <a:lnTo>
                      <a:pt x="78" y="70"/>
                    </a:lnTo>
                    <a:lnTo>
                      <a:pt x="78" y="74"/>
                    </a:lnTo>
                    <a:lnTo>
                      <a:pt x="78" y="78"/>
                    </a:lnTo>
                    <a:lnTo>
                      <a:pt x="78" y="78"/>
                    </a:lnTo>
                    <a:lnTo>
                      <a:pt x="78" y="78"/>
                    </a:lnTo>
                    <a:lnTo>
                      <a:pt x="78" y="78"/>
                    </a:lnTo>
                    <a:lnTo>
                      <a:pt x="78" y="78"/>
                    </a:lnTo>
                    <a:lnTo>
                      <a:pt x="78" y="78"/>
                    </a:lnTo>
                    <a:lnTo>
                      <a:pt x="78" y="82"/>
                    </a:lnTo>
                    <a:lnTo>
                      <a:pt x="82" y="86"/>
                    </a:lnTo>
                    <a:lnTo>
                      <a:pt x="82" y="86"/>
                    </a:lnTo>
                    <a:lnTo>
                      <a:pt x="82" y="88"/>
                    </a:lnTo>
                    <a:lnTo>
                      <a:pt x="82" y="88"/>
                    </a:lnTo>
                    <a:lnTo>
                      <a:pt x="82" y="88"/>
                    </a:lnTo>
                    <a:lnTo>
                      <a:pt x="82" y="88"/>
                    </a:lnTo>
                    <a:lnTo>
                      <a:pt x="82" y="88"/>
                    </a:lnTo>
                    <a:lnTo>
                      <a:pt x="82" y="88"/>
                    </a:lnTo>
                    <a:lnTo>
                      <a:pt x="86" y="88"/>
                    </a:lnTo>
                    <a:lnTo>
                      <a:pt x="86" y="92"/>
                    </a:lnTo>
                    <a:lnTo>
                      <a:pt x="82" y="92"/>
                    </a:lnTo>
                    <a:lnTo>
                      <a:pt x="82" y="92"/>
                    </a:lnTo>
                    <a:lnTo>
                      <a:pt x="86" y="96"/>
                    </a:lnTo>
                    <a:lnTo>
                      <a:pt x="86" y="96"/>
                    </a:lnTo>
                    <a:lnTo>
                      <a:pt x="86" y="96"/>
                    </a:lnTo>
                    <a:lnTo>
                      <a:pt x="86" y="96"/>
                    </a:lnTo>
                    <a:lnTo>
                      <a:pt x="86" y="96"/>
                    </a:lnTo>
                    <a:lnTo>
                      <a:pt x="82" y="96"/>
                    </a:lnTo>
                    <a:lnTo>
                      <a:pt x="82" y="96"/>
                    </a:lnTo>
                    <a:lnTo>
                      <a:pt x="82" y="96"/>
                    </a:lnTo>
                    <a:lnTo>
                      <a:pt x="82" y="96"/>
                    </a:lnTo>
                    <a:lnTo>
                      <a:pt x="82" y="96"/>
                    </a:lnTo>
                    <a:lnTo>
                      <a:pt x="82" y="96"/>
                    </a:lnTo>
                    <a:lnTo>
                      <a:pt x="82" y="96"/>
                    </a:lnTo>
                    <a:lnTo>
                      <a:pt x="82" y="96"/>
                    </a:lnTo>
                    <a:lnTo>
                      <a:pt x="78" y="96"/>
                    </a:lnTo>
                    <a:lnTo>
                      <a:pt x="78" y="96"/>
                    </a:lnTo>
                    <a:lnTo>
                      <a:pt x="78" y="96"/>
                    </a:lnTo>
                    <a:lnTo>
                      <a:pt x="78" y="92"/>
                    </a:lnTo>
                    <a:lnTo>
                      <a:pt x="78" y="92"/>
                    </a:lnTo>
                    <a:lnTo>
                      <a:pt x="78" y="92"/>
                    </a:lnTo>
                    <a:lnTo>
                      <a:pt x="78" y="92"/>
                    </a:lnTo>
                    <a:lnTo>
                      <a:pt x="78" y="92"/>
                    </a:lnTo>
                    <a:lnTo>
                      <a:pt x="78" y="92"/>
                    </a:lnTo>
                    <a:lnTo>
                      <a:pt x="78" y="92"/>
                    </a:lnTo>
                    <a:lnTo>
                      <a:pt x="78" y="96"/>
                    </a:lnTo>
                    <a:lnTo>
                      <a:pt x="78" y="96"/>
                    </a:lnTo>
                    <a:lnTo>
                      <a:pt x="76" y="96"/>
                    </a:lnTo>
                    <a:lnTo>
                      <a:pt x="76" y="96"/>
                    </a:lnTo>
                    <a:lnTo>
                      <a:pt x="76" y="96"/>
                    </a:lnTo>
                    <a:lnTo>
                      <a:pt x="76" y="96"/>
                    </a:lnTo>
                    <a:lnTo>
                      <a:pt x="76" y="96"/>
                    </a:lnTo>
                    <a:lnTo>
                      <a:pt x="76" y="96"/>
                    </a:lnTo>
                    <a:lnTo>
                      <a:pt x="76" y="96"/>
                    </a:lnTo>
                    <a:lnTo>
                      <a:pt x="72" y="96"/>
                    </a:lnTo>
                    <a:lnTo>
                      <a:pt x="72" y="96"/>
                    </a:lnTo>
                    <a:lnTo>
                      <a:pt x="72" y="96"/>
                    </a:lnTo>
                    <a:lnTo>
                      <a:pt x="68" y="96"/>
                    </a:lnTo>
                    <a:lnTo>
                      <a:pt x="68" y="92"/>
                    </a:lnTo>
                    <a:lnTo>
                      <a:pt x="68" y="92"/>
                    </a:lnTo>
                    <a:lnTo>
                      <a:pt x="68" y="92"/>
                    </a:lnTo>
                    <a:lnTo>
                      <a:pt x="68" y="92"/>
                    </a:lnTo>
                    <a:lnTo>
                      <a:pt x="68" y="92"/>
                    </a:lnTo>
                    <a:lnTo>
                      <a:pt x="72" y="92"/>
                    </a:lnTo>
                    <a:lnTo>
                      <a:pt x="72" y="92"/>
                    </a:lnTo>
                    <a:lnTo>
                      <a:pt x="72" y="92"/>
                    </a:lnTo>
                    <a:lnTo>
                      <a:pt x="72" y="92"/>
                    </a:lnTo>
                    <a:lnTo>
                      <a:pt x="72" y="92"/>
                    </a:lnTo>
                    <a:lnTo>
                      <a:pt x="72" y="92"/>
                    </a:lnTo>
                    <a:lnTo>
                      <a:pt x="72" y="92"/>
                    </a:lnTo>
                    <a:lnTo>
                      <a:pt x="72" y="92"/>
                    </a:lnTo>
                    <a:lnTo>
                      <a:pt x="72" y="92"/>
                    </a:lnTo>
                    <a:lnTo>
                      <a:pt x="72" y="92"/>
                    </a:lnTo>
                    <a:lnTo>
                      <a:pt x="68" y="92"/>
                    </a:lnTo>
                    <a:lnTo>
                      <a:pt x="68" y="92"/>
                    </a:lnTo>
                    <a:lnTo>
                      <a:pt x="68" y="92"/>
                    </a:lnTo>
                    <a:lnTo>
                      <a:pt x="64" y="92"/>
                    </a:lnTo>
                    <a:lnTo>
                      <a:pt x="60" y="92"/>
                    </a:lnTo>
                    <a:lnTo>
                      <a:pt x="60" y="92"/>
                    </a:lnTo>
                    <a:lnTo>
                      <a:pt x="60" y="92"/>
                    </a:lnTo>
                    <a:lnTo>
                      <a:pt x="60" y="92"/>
                    </a:lnTo>
                    <a:lnTo>
                      <a:pt x="56" y="96"/>
                    </a:lnTo>
                    <a:lnTo>
                      <a:pt x="56" y="96"/>
                    </a:lnTo>
                    <a:lnTo>
                      <a:pt x="56" y="96"/>
                    </a:lnTo>
                    <a:lnTo>
                      <a:pt x="56" y="96"/>
                    </a:lnTo>
                    <a:lnTo>
                      <a:pt x="56" y="96"/>
                    </a:lnTo>
                    <a:lnTo>
                      <a:pt x="56" y="96"/>
                    </a:lnTo>
                    <a:lnTo>
                      <a:pt x="56" y="96"/>
                    </a:lnTo>
                    <a:lnTo>
                      <a:pt x="60" y="96"/>
                    </a:lnTo>
                    <a:lnTo>
                      <a:pt x="60" y="96"/>
                    </a:lnTo>
                    <a:lnTo>
                      <a:pt x="60" y="96"/>
                    </a:lnTo>
                    <a:lnTo>
                      <a:pt x="60" y="96"/>
                    </a:lnTo>
                    <a:lnTo>
                      <a:pt x="60" y="96"/>
                    </a:lnTo>
                    <a:lnTo>
                      <a:pt x="64" y="92"/>
                    </a:lnTo>
                    <a:lnTo>
                      <a:pt x="64" y="92"/>
                    </a:lnTo>
                    <a:lnTo>
                      <a:pt x="64" y="92"/>
                    </a:lnTo>
                    <a:lnTo>
                      <a:pt x="64" y="92"/>
                    </a:lnTo>
                    <a:lnTo>
                      <a:pt x="64" y="92"/>
                    </a:lnTo>
                    <a:lnTo>
                      <a:pt x="68" y="92"/>
                    </a:lnTo>
                    <a:lnTo>
                      <a:pt x="68" y="96"/>
                    </a:lnTo>
                    <a:lnTo>
                      <a:pt x="64" y="96"/>
                    </a:lnTo>
                    <a:lnTo>
                      <a:pt x="64" y="96"/>
                    </a:lnTo>
                    <a:lnTo>
                      <a:pt x="64" y="96"/>
                    </a:lnTo>
                    <a:lnTo>
                      <a:pt x="60" y="96"/>
                    </a:lnTo>
                    <a:lnTo>
                      <a:pt x="56" y="96"/>
                    </a:lnTo>
                    <a:lnTo>
                      <a:pt x="56" y="96"/>
                    </a:lnTo>
                    <a:lnTo>
                      <a:pt x="56" y="96"/>
                    </a:lnTo>
                    <a:lnTo>
                      <a:pt x="56" y="96"/>
                    </a:lnTo>
                    <a:lnTo>
                      <a:pt x="56" y="96"/>
                    </a:lnTo>
                    <a:lnTo>
                      <a:pt x="56" y="96"/>
                    </a:lnTo>
                    <a:lnTo>
                      <a:pt x="56" y="96"/>
                    </a:lnTo>
                    <a:lnTo>
                      <a:pt x="56" y="96"/>
                    </a:lnTo>
                    <a:lnTo>
                      <a:pt x="52" y="96"/>
                    </a:lnTo>
                    <a:lnTo>
                      <a:pt x="52" y="96"/>
                    </a:lnTo>
                    <a:lnTo>
                      <a:pt x="52" y="96"/>
                    </a:lnTo>
                    <a:lnTo>
                      <a:pt x="52" y="96"/>
                    </a:lnTo>
                    <a:lnTo>
                      <a:pt x="52" y="96"/>
                    </a:lnTo>
                    <a:lnTo>
                      <a:pt x="52" y="96"/>
                    </a:lnTo>
                    <a:lnTo>
                      <a:pt x="52" y="96"/>
                    </a:lnTo>
                    <a:lnTo>
                      <a:pt x="52" y="96"/>
                    </a:lnTo>
                    <a:lnTo>
                      <a:pt x="50" y="96"/>
                    </a:lnTo>
                    <a:lnTo>
                      <a:pt x="50" y="96"/>
                    </a:lnTo>
                    <a:lnTo>
                      <a:pt x="50" y="96"/>
                    </a:lnTo>
                    <a:lnTo>
                      <a:pt x="50" y="96"/>
                    </a:lnTo>
                    <a:lnTo>
                      <a:pt x="50" y="96"/>
                    </a:lnTo>
                    <a:lnTo>
                      <a:pt x="50" y="96"/>
                    </a:lnTo>
                    <a:lnTo>
                      <a:pt x="50" y="96"/>
                    </a:lnTo>
                    <a:lnTo>
                      <a:pt x="50" y="96"/>
                    </a:lnTo>
                    <a:lnTo>
                      <a:pt x="50" y="96"/>
                    </a:lnTo>
                    <a:lnTo>
                      <a:pt x="50" y="96"/>
                    </a:lnTo>
                    <a:close/>
                    <a:moveTo>
                      <a:pt x="78" y="96"/>
                    </a:moveTo>
                    <a:lnTo>
                      <a:pt x="78" y="96"/>
                    </a:lnTo>
                    <a:lnTo>
                      <a:pt x="78" y="96"/>
                    </a:lnTo>
                    <a:lnTo>
                      <a:pt x="78" y="96"/>
                    </a:lnTo>
                    <a:lnTo>
                      <a:pt x="78" y="96"/>
                    </a:lnTo>
                    <a:lnTo>
                      <a:pt x="78" y="96"/>
                    </a:lnTo>
                    <a:lnTo>
                      <a:pt x="78" y="9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7" name="Freeform 141"/>
              <p:cNvSpPr>
                <a:spLocks/>
              </p:cNvSpPr>
              <p:nvPr/>
            </p:nvSpPr>
            <p:spPr bwMode="gray">
              <a:xfrm>
                <a:off x="5822642" y="4140533"/>
                <a:ext cx="48699" cy="52178"/>
              </a:xfrm>
              <a:custGeom>
                <a:avLst/>
                <a:gdLst>
                  <a:gd name="T0" fmla="*/ 24 w 28"/>
                  <a:gd name="T1" fmla="*/ 4 h 30"/>
                  <a:gd name="T2" fmla="*/ 28 w 28"/>
                  <a:gd name="T3" fmla="*/ 8 h 30"/>
                  <a:gd name="T4" fmla="*/ 28 w 28"/>
                  <a:gd name="T5" fmla="*/ 12 h 30"/>
                  <a:gd name="T6" fmla="*/ 28 w 28"/>
                  <a:gd name="T7" fmla="*/ 12 h 30"/>
                  <a:gd name="T8" fmla="*/ 24 w 28"/>
                  <a:gd name="T9" fmla="*/ 12 h 30"/>
                  <a:gd name="T10" fmla="*/ 24 w 28"/>
                  <a:gd name="T11" fmla="*/ 16 h 30"/>
                  <a:gd name="T12" fmla="*/ 24 w 28"/>
                  <a:gd name="T13" fmla="*/ 16 h 30"/>
                  <a:gd name="T14" fmla="*/ 20 w 28"/>
                  <a:gd name="T15" fmla="*/ 16 h 30"/>
                  <a:gd name="T16" fmla="*/ 20 w 28"/>
                  <a:gd name="T17" fmla="*/ 16 h 30"/>
                  <a:gd name="T18" fmla="*/ 20 w 28"/>
                  <a:gd name="T19" fmla="*/ 16 h 30"/>
                  <a:gd name="T20" fmla="*/ 16 w 28"/>
                  <a:gd name="T21" fmla="*/ 18 h 30"/>
                  <a:gd name="T22" fmla="*/ 16 w 28"/>
                  <a:gd name="T23" fmla="*/ 18 h 30"/>
                  <a:gd name="T24" fmla="*/ 16 w 28"/>
                  <a:gd name="T25" fmla="*/ 18 h 30"/>
                  <a:gd name="T26" fmla="*/ 12 w 28"/>
                  <a:gd name="T27" fmla="*/ 18 h 30"/>
                  <a:gd name="T28" fmla="*/ 12 w 28"/>
                  <a:gd name="T29" fmla="*/ 18 h 30"/>
                  <a:gd name="T30" fmla="*/ 16 w 28"/>
                  <a:gd name="T31" fmla="*/ 22 h 30"/>
                  <a:gd name="T32" fmla="*/ 16 w 28"/>
                  <a:gd name="T33" fmla="*/ 22 h 30"/>
                  <a:gd name="T34" fmla="*/ 16 w 28"/>
                  <a:gd name="T35" fmla="*/ 18 h 30"/>
                  <a:gd name="T36" fmla="*/ 20 w 28"/>
                  <a:gd name="T37" fmla="*/ 18 h 30"/>
                  <a:gd name="T38" fmla="*/ 20 w 28"/>
                  <a:gd name="T39" fmla="*/ 18 h 30"/>
                  <a:gd name="T40" fmla="*/ 20 w 28"/>
                  <a:gd name="T41" fmla="*/ 18 h 30"/>
                  <a:gd name="T42" fmla="*/ 20 w 28"/>
                  <a:gd name="T43" fmla="*/ 18 h 30"/>
                  <a:gd name="T44" fmla="*/ 24 w 28"/>
                  <a:gd name="T45" fmla="*/ 18 h 30"/>
                  <a:gd name="T46" fmla="*/ 24 w 28"/>
                  <a:gd name="T47" fmla="*/ 22 h 30"/>
                  <a:gd name="T48" fmla="*/ 24 w 28"/>
                  <a:gd name="T49" fmla="*/ 22 h 30"/>
                  <a:gd name="T50" fmla="*/ 24 w 28"/>
                  <a:gd name="T51" fmla="*/ 26 h 30"/>
                  <a:gd name="T52" fmla="*/ 20 w 28"/>
                  <a:gd name="T53" fmla="*/ 30 h 30"/>
                  <a:gd name="T54" fmla="*/ 20 w 28"/>
                  <a:gd name="T55" fmla="*/ 30 h 30"/>
                  <a:gd name="T56" fmla="*/ 16 w 28"/>
                  <a:gd name="T57" fmla="*/ 30 h 30"/>
                  <a:gd name="T58" fmla="*/ 16 w 28"/>
                  <a:gd name="T59" fmla="*/ 30 h 30"/>
                  <a:gd name="T60" fmla="*/ 16 w 28"/>
                  <a:gd name="T61" fmla="*/ 30 h 30"/>
                  <a:gd name="T62" fmla="*/ 16 w 28"/>
                  <a:gd name="T63" fmla="*/ 30 h 30"/>
                  <a:gd name="T64" fmla="*/ 12 w 28"/>
                  <a:gd name="T65" fmla="*/ 30 h 30"/>
                  <a:gd name="T66" fmla="*/ 8 w 28"/>
                  <a:gd name="T67" fmla="*/ 30 h 30"/>
                  <a:gd name="T68" fmla="*/ 8 w 28"/>
                  <a:gd name="T69" fmla="*/ 30 h 30"/>
                  <a:gd name="T70" fmla="*/ 4 w 28"/>
                  <a:gd name="T71" fmla="*/ 30 h 30"/>
                  <a:gd name="T72" fmla="*/ 4 w 28"/>
                  <a:gd name="T73" fmla="*/ 30 h 30"/>
                  <a:gd name="T74" fmla="*/ 4 w 28"/>
                  <a:gd name="T75" fmla="*/ 30 h 30"/>
                  <a:gd name="T76" fmla="*/ 4 w 28"/>
                  <a:gd name="T77" fmla="*/ 30 h 30"/>
                  <a:gd name="T78" fmla="*/ 4 w 28"/>
                  <a:gd name="T79" fmla="*/ 26 h 30"/>
                  <a:gd name="T80" fmla="*/ 4 w 28"/>
                  <a:gd name="T81" fmla="*/ 26 h 30"/>
                  <a:gd name="T82" fmla="*/ 0 w 28"/>
                  <a:gd name="T83" fmla="*/ 22 h 30"/>
                  <a:gd name="T84" fmla="*/ 4 w 28"/>
                  <a:gd name="T85" fmla="*/ 18 h 30"/>
                  <a:gd name="T86" fmla="*/ 4 w 28"/>
                  <a:gd name="T87" fmla="*/ 16 h 30"/>
                  <a:gd name="T88" fmla="*/ 8 w 28"/>
                  <a:gd name="T89" fmla="*/ 12 h 30"/>
                  <a:gd name="T90" fmla="*/ 8 w 28"/>
                  <a:gd name="T91" fmla="*/ 12 h 30"/>
                  <a:gd name="T92" fmla="*/ 8 w 28"/>
                  <a:gd name="T93" fmla="*/ 8 h 30"/>
                  <a:gd name="T94" fmla="*/ 12 w 28"/>
                  <a:gd name="T95" fmla="*/ 8 h 30"/>
                  <a:gd name="T96" fmla="*/ 12 w 28"/>
                  <a:gd name="T97" fmla="*/ 4 h 30"/>
                  <a:gd name="T98" fmla="*/ 12 w 28"/>
                  <a:gd name="T99" fmla="*/ 4 h 30"/>
                  <a:gd name="T100" fmla="*/ 12 w 28"/>
                  <a:gd name="T101" fmla="*/ 4 h 30"/>
                  <a:gd name="T102" fmla="*/ 16 w 28"/>
                  <a:gd name="T103" fmla="*/ 4 h 30"/>
                  <a:gd name="T104" fmla="*/ 16 w 28"/>
                  <a:gd name="T105" fmla="*/ 4 h 30"/>
                  <a:gd name="T106" fmla="*/ 16 w 28"/>
                  <a:gd name="T107" fmla="*/ 8 h 30"/>
                  <a:gd name="T108" fmla="*/ 16 w 28"/>
                  <a:gd name="T109" fmla="*/ 4 h 30"/>
                  <a:gd name="T110" fmla="*/ 20 w 28"/>
                  <a:gd name="T111" fmla="*/ 0 h 30"/>
                  <a:gd name="T112" fmla="*/ 24 w 28"/>
                  <a:gd name="T113" fmla="*/ 0 h 30"/>
                  <a:gd name="T114" fmla="*/ 24 w 28"/>
                  <a:gd name="T115" fmla="*/ 4 h 30"/>
                  <a:gd name="T116" fmla="*/ 24 w 28"/>
                  <a:gd name="T117" fmla="*/ 4 h 30"/>
                  <a:gd name="T118" fmla="*/ 24 w 28"/>
                  <a:gd name="T119" fmla="*/ 4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8" h="30">
                    <a:moveTo>
                      <a:pt x="24" y="4"/>
                    </a:moveTo>
                    <a:lnTo>
                      <a:pt x="24" y="4"/>
                    </a:lnTo>
                    <a:lnTo>
                      <a:pt x="28" y="8"/>
                    </a:lnTo>
                    <a:lnTo>
                      <a:pt x="28" y="8"/>
                    </a:lnTo>
                    <a:lnTo>
                      <a:pt x="28" y="8"/>
                    </a:lnTo>
                    <a:lnTo>
                      <a:pt x="28" y="12"/>
                    </a:lnTo>
                    <a:lnTo>
                      <a:pt x="28" y="12"/>
                    </a:lnTo>
                    <a:lnTo>
                      <a:pt x="28" y="12"/>
                    </a:lnTo>
                    <a:lnTo>
                      <a:pt x="28" y="12"/>
                    </a:lnTo>
                    <a:lnTo>
                      <a:pt x="24" y="12"/>
                    </a:lnTo>
                    <a:lnTo>
                      <a:pt x="24" y="16"/>
                    </a:lnTo>
                    <a:lnTo>
                      <a:pt x="24" y="16"/>
                    </a:lnTo>
                    <a:lnTo>
                      <a:pt x="24" y="16"/>
                    </a:lnTo>
                    <a:lnTo>
                      <a:pt x="24" y="16"/>
                    </a:lnTo>
                    <a:lnTo>
                      <a:pt x="24" y="16"/>
                    </a:lnTo>
                    <a:lnTo>
                      <a:pt x="20" y="16"/>
                    </a:lnTo>
                    <a:lnTo>
                      <a:pt x="20" y="16"/>
                    </a:lnTo>
                    <a:lnTo>
                      <a:pt x="20" y="16"/>
                    </a:lnTo>
                    <a:lnTo>
                      <a:pt x="20" y="16"/>
                    </a:lnTo>
                    <a:lnTo>
                      <a:pt x="20" y="16"/>
                    </a:lnTo>
                    <a:lnTo>
                      <a:pt x="16" y="18"/>
                    </a:lnTo>
                    <a:lnTo>
                      <a:pt x="16" y="18"/>
                    </a:lnTo>
                    <a:lnTo>
                      <a:pt x="16" y="18"/>
                    </a:lnTo>
                    <a:lnTo>
                      <a:pt x="16" y="18"/>
                    </a:lnTo>
                    <a:lnTo>
                      <a:pt x="16" y="18"/>
                    </a:lnTo>
                    <a:lnTo>
                      <a:pt x="16" y="18"/>
                    </a:lnTo>
                    <a:lnTo>
                      <a:pt x="16" y="18"/>
                    </a:lnTo>
                    <a:lnTo>
                      <a:pt x="12" y="18"/>
                    </a:lnTo>
                    <a:lnTo>
                      <a:pt x="12" y="18"/>
                    </a:lnTo>
                    <a:lnTo>
                      <a:pt x="12" y="18"/>
                    </a:lnTo>
                    <a:lnTo>
                      <a:pt x="12" y="22"/>
                    </a:lnTo>
                    <a:lnTo>
                      <a:pt x="16" y="22"/>
                    </a:lnTo>
                    <a:lnTo>
                      <a:pt x="16" y="22"/>
                    </a:lnTo>
                    <a:lnTo>
                      <a:pt x="16" y="22"/>
                    </a:lnTo>
                    <a:lnTo>
                      <a:pt x="16" y="22"/>
                    </a:lnTo>
                    <a:lnTo>
                      <a:pt x="16" y="18"/>
                    </a:lnTo>
                    <a:lnTo>
                      <a:pt x="16" y="18"/>
                    </a:lnTo>
                    <a:lnTo>
                      <a:pt x="20" y="18"/>
                    </a:lnTo>
                    <a:lnTo>
                      <a:pt x="20" y="18"/>
                    </a:lnTo>
                    <a:lnTo>
                      <a:pt x="20" y="18"/>
                    </a:lnTo>
                    <a:lnTo>
                      <a:pt x="20" y="18"/>
                    </a:lnTo>
                    <a:lnTo>
                      <a:pt x="20" y="18"/>
                    </a:lnTo>
                    <a:lnTo>
                      <a:pt x="20" y="18"/>
                    </a:lnTo>
                    <a:lnTo>
                      <a:pt x="20" y="18"/>
                    </a:lnTo>
                    <a:lnTo>
                      <a:pt x="24" y="18"/>
                    </a:lnTo>
                    <a:lnTo>
                      <a:pt x="24" y="18"/>
                    </a:lnTo>
                    <a:lnTo>
                      <a:pt x="24" y="22"/>
                    </a:lnTo>
                    <a:lnTo>
                      <a:pt x="24" y="22"/>
                    </a:lnTo>
                    <a:lnTo>
                      <a:pt x="24" y="22"/>
                    </a:lnTo>
                    <a:lnTo>
                      <a:pt x="24" y="22"/>
                    </a:lnTo>
                    <a:lnTo>
                      <a:pt x="24" y="22"/>
                    </a:lnTo>
                    <a:lnTo>
                      <a:pt x="24" y="26"/>
                    </a:lnTo>
                    <a:lnTo>
                      <a:pt x="20" y="26"/>
                    </a:lnTo>
                    <a:lnTo>
                      <a:pt x="20" y="30"/>
                    </a:lnTo>
                    <a:lnTo>
                      <a:pt x="20" y="30"/>
                    </a:lnTo>
                    <a:lnTo>
                      <a:pt x="20" y="30"/>
                    </a:lnTo>
                    <a:lnTo>
                      <a:pt x="20" y="30"/>
                    </a:lnTo>
                    <a:lnTo>
                      <a:pt x="16" y="30"/>
                    </a:lnTo>
                    <a:lnTo>
                      <a:pt x="16" y="30"/>
                    </a:lnTo>
                    <a:lnTo>
                      <a:pt x="16" y="30"/>
                    </a:lnTo>
                    <a:lnTo>
                      <a:pt x="16" y="30"/>
                    </a:lnTo>
                    <a:lnTo>
                      <a:pt x="16" y="30"/>
                    </a:lnTo>
                    <a:lnTo>
                      <a:pt x="16" y="30"/>
                    </a:lnTo>
                    <a:lnTo>
                      <a:pt x="16" y="30"/>
                    </a:lnTo>
                    <a:lnTo>
                      <a:pt x="12" y="30"/>
                    </a:lnTo>
                    <a:lnTo>
                      <a:pt x="12" y="30"/>
                    </a:lnTo>
                    <a:lnTo>
                      <a:pt x="12" y="30"/>
                    </a:lnTo>
                    <a:lnTo>
                      <a:pt x="8" y="30"/>
                    </a:lnTo>
                    <a:lnTo>
                      <a:pt x="8" y="30"/>
                    </a:lnTo>
                    <a:lnTo>
                      <a:pt x="8" y="30"/>
                    </a:lnTo>
                    <a:lnTo>
                      <a:pt x="4" y="30"/>
                    </a:lnTo>
                    <a:lnTo>
                      <a:pt x="4" y="30"/>
                    </a:lnTo>
                    <a:lnTo>
                      <a:pt x="4" y="30"/>
                    </a:lnTo>
                    <a:lnTo>
                      <a:pt x="4" y="30"/>
                    </a:lnTo>
                    <a:lnTo>
                      <a:pt x="4" y="30"/>
                    </a:lnTo>
                    <a:lnTo>
                      <a:pt x="4" y="30"/>
                    </a:lnTo>
                    <a:lnTo>
                      <a:pt x="4" y="30"/>
                    </a:lnTo>
                    <a:lnTo>
                      <a:pt x="4" y="30"/>
                    </a:lnTo>
                    <a:lnTo>
                      <a:pt x="4" y="30"/>
                    </a:lnTo>
                    <a:lnTo>
                      <a:pt x="4" y="26"/>
                    </a:lnTo>
                    <a:lnTo>
                      <a:pt x="4" y="26"/>
                    </a:lnTo>
                    <a:lnTo>
                      <a:pt x="4" y="26"/>
                    </a:lnTo>
                    <a:lnTo>
                      <a:pt x="4" y="22"/>
                    </a:lnTo>
                    <a:lnTo>
                      <a:pt x="0" y="22"/>
                    </a:lnTo>
                    <a:lnTo>
                      <a:pt x="4" y="18"/>
                    </a:lnTo>
                    <a:lnTo>
                      <a:pt x="4" y="18"/>
                    </a:lnTo>
                    <a:lnTo>
                      <a:pt x="4" y="16"/>
                    </a:lnTo>
                    <a:lnTo>
                      <a:pt x="4" y="16"/>
                    </a:lnTo>
                    <a:lnTo>
                      <a:pt x="4" y="16"/>
                    </a:lnTo>
                    <a:lnTo>
                      <a:pt x="8" y="12"/>
                    </a:lnTo>
                    <a:lnTo>
                      <a:pt x="8" y="12"/>
                    </a:lnTo>
                    <a:lnTo>
                      <a:pt x="8" y="12"/>
                    </a:lnTo>
                    <a:lnTo>
                      <a:pt x="8" y="8"/>
                    </a:lnTo>
                    <a:lnTo>
                      <a:pt x="8" y="8"/>
                    </a:lnTo>
                    <a:lnTo>
                      <a:pt x="12" y="8"/>
                    </a:lnTo>
                    <a:lnTo>
                      <a:pt x="12" y="8"/>
                    </a:lnTo>
                    <a:lnTo>
                      <a:pt x="12" y="4"/>
                    </a:lnTo>
                    <a:lnTo>
                      <a:pt x="12" y="4"/>
                    </a:lnTo>
                    <a:lnTo>
                      <a:pt x="12" y="4"/>
                    </a:lnTo>
                    <a:lnTo>
                      <a:pt x="12" y="4"/>
                    </a:lnTo>
                    <a:lnTo>
                      <a:pt x="12" y="4"/>
                    </a:lnTo>
                    <a:lnTo>
                      <a:pt x="12" y="4"/>
                    </a:lnTo>
                    <a:lnTo>
                      <a:pt x="12" y="4"/>
                    </a:lnTo>
                    <a:lnTo>
                      <a:pt x="16" y="4"/>
                    </a:lnTo>
                    <a:lnTo>
                      <a:pt x="16" y="4"/>
                    </a:lnTo>
                    <a:lnTo>
                      <a:pt x="16" y="4"/>
                    </a:lnTo>
                    <a:lnTo>
                      <a:pt x="16" y="8"/>
                    </a:lnTo>
                    <a:lnTo>
                      <a:pt x="16" y="8"/>
                    </a:lnTo>
                    <a:lnTo>
                      <a:pt x="16" y="4"/>
                    </a:lnTo>
                    <a:lnTo>
                      <a:pt x="16" y="4"/>
                    </a:lnTo>
                    <a:lnTo>
                      <a:pt x="16" y="4"/>
                    </a:lnTo>
                    <a:lnTo>
                      <a:pt x="20" y="0"/>
                    </a:lnTo>
                    <a:lnTo>
                      <a:pt x="24" y="0"/>
                    </a:lnTo>
                    <a:lnTo>
                      <a:pt x="24" y="0"/>
                    </a:lnTo>
                    <a:lnTo>
                      <a:pt x="24" y="0"/>
                    </a:lnTo>
                    <a:lnTo>
                      <a:pt x="24" y="4"/>
                    </a:lnTo>
                    <a:lnTo>
                      <a:pt x="24" y="4"/>
                    </a:lnTo>
                    <a:lnTo>
                      <a:pt x="24" y="4"/>
                    </a:lnTo>
                    <a:lnTo>
                      <a:pt x="24" y="4"/>
                    </a:lnTo>
                    <a:lnTo>
                      <a:pt x="24" y="4"/>
                    </a:lnTo>
                    <a:lnTo>
                      <a:pt x="2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8" name="Freeform 142"/>
              <p:cNvSpPr>
                <a:spLocks/>
              </p:cNvSpPr>
              <p:nvPr/>
            </p:nvSpPr>
            <p:spPr bwMode="gray">
              <a:xfrm>
                <a:off x="5408696" y="3556141"/>
                <a:ext cx="295676" cy="299152"/>
              </a:xfrm>
              <a:custGeom>
                <a:avLst/>
                <a:gdLst>
                  <a:gd name="T0" fmla="*/ 108 w 170"/>
                  <a:gd name="T1" fmla="*/ 8 h 172"/>
                  <a:gd name="T2" fmla="*/ 118 w 170"/>
                  <a:gd name="T3" fmla="*/ 12 h 172"/>
                  <a:gd name="T4" fmla="*/ 130 w 170"/>
                  <a:gd name="T5" fmla="*/ 8 h 172"/>
                  <a:gd name="T6" fmla="*/ 138 w 170"/>
                  <a:gd name="T7" fmla="*/ 18 h 172"/>
                  <a:gd name="T8" fmla="*/ 142 w 170"/>
                  <a:gd name="T9" fmla="*/ 34 h 172"/>
                  <a:gd name="T10" fmla="*/ 142 w 170"/>
                  <a:gd name="T11" fmla="*/ 48 h 172"/>
                  <a:gd name="T12" fmla="*/ 138 w 170"/>
                  <a:gd name="T13" fmla="*/ 64 h 172"/>
                  <a:gd name="T14" fmla="*/ 130 w 170"/>
                  <a:gd name="T15" fmla="*/ 68 h 172"/>
                  <a:gd name="T16" fmla="*/ 122 w 170"/>
                  <a:gd name="T17" fmla="*/ 60 h 172"/>
                  <a:gd name="T18" fmla="*/ 114 w 170"/>
                  <a:gd name="T19" fmla="*/ 46 h 172"/>
                  <a:gd name="T20" fmla="*/ 112 w 170"/>
                  <a:gd name="T21" fmla="*/ 30 h 172"/>
                  <a:gd name="T22" fmla="*/ 112 w 170"/>
                  <a:gd name="T23" fmla="*/ 42 h 172"/>
                  <a:gd name="T24" fmla="*/ 114 w 170"/>
                  <a:gd name="T25" fmla="*/ 52 h 172"/>
                  <a:gd name="T26" fmla="*/ 122 w 170"/>
                  <a:gd name="T27" fmla="*/ 64 h 172"/>
                  <a:gd name="T28" fmla="*/ 122 w 170"/>
                  <a:gd name="T29" fmla="*/ 72 h 172"/>
                  <a:gd name="T30" fmla="*/ 126 w 170"/>
                  <a:gd name="T31" fmla="*/ 82 h 172"/>
                  <a:gd name="T32" fmla="*/ 134 w 170"/>
                  <a:gd name="T33" fmla="*/ 98 h 172"/>
                  <a:gd name="T34" fmla="*/ 142 w 170"/>
                  <a:gd name="T35" fmla="*/ 112 h 172"/>
                  <a:gd name="T36" fmla="*/ 144 w 170"/>
                  <a:gd name="T37" fmla="*/ 124 h 172"/>
                  <a:gd name="T38" fmla="*/ 152 w 170"/>
                  <a:gd name="T39" fmla="*/ 134 h 172"/>
                  <a:gd name="T40" fmla="*/ 152 w 170"/>
                  <a:gd name="T41" fmla="*/ 142 h 172"/>
                  <a:gd name="T42" fmla="*/ 152 w 170"/>
                  <a:gd name="T43" fmla="*/ 158 h 172"/>
                  <a:gd name="T44" fmla="*/ 164 w 170"/>
                  <a:gd name="T45" fmla="*/ 164 h 172"/>
                  <a:gd name="T46" fmla="*/ 170 w 170"/>
                  <a:gd name="T47" fmla="*/ 172 h 172"/>
                  <a:gd name="T48" fmla="*/ 156 w 170"/>
                  <a:gd name="T49" fmla="*/ 172 h 172"/>
                  <a:gd name="T50" fmla="*/ 142 w 170"/>
                  <a:gd name="T51" fmla="*/ 172 h 172"/>
                  <a:gd name="T52" fmla="*/ 122 w 170"/>
                  <a:gd name="T53" fmla="*/ 172 h 172"/>
                  <a:gd name="T54" fmla="*/ 100 w 170"/>
                  <a:gd name="T55" fmla="*/ 172 h 172"/>
                  <a:gd name="T56" fmla="*/ 92 w 170"/>
                  <a:gd name="T57" fmla="*/ 168 h 172"/>
                  <a:gd name="T58" fmla="*/ 82 w 170"/>
                  <a:gd name="T59" fmla="*/ 172 h 172"/>
                  <a:gd name="T60" fmla="*/ 62 w 170"/>
                  <a:gd name="T61" fmla="*/ 172 h 172"/>
                  <a:gd name="T62" fmla="*/ 42 w 170"/>
                  <a:gd name="T63" fmla="*/ 172 h 172"/>
                  <a:gd name="T64" fmla="*/ 26 w 170"/>
                  <a:gd name="T65" fmla="*/ 172 h 172"/>
                  <a:gd name="T66" fmla="*/ 4 w 170"/>
                  <a:gd name="T67" fmla="*/ 172 h 172"/>
                  <a:gd name="T68" fmla="*/ 4 w 170"/>
                  <a:gd name="T69" fmla="*/ 130 h 172"/>
                  <a:gd name="T70" fmla="*/ 4 w 170"/>
                  <a:gd name="T71" fmla="*/ 102 h 172"/>
                  <a:gd name="T72" fmla="*/ 4 w 170"/>
                  <a:gd name="T73" fmla="*/ 82 h 172"/>
                  <a:gd name="T74" fmla="*/ 4 w 170"/>
                  <a:gd name="T75" fmla="*/ 64 h 172"/>
                  <a:gd name="T76" fmla="*/ 4 w 170"/>
                  <a:gd name="T77" fmla="*/ 42 h 172"/>
                  <a:gd name="T78" fmla="*/ 0 w 170"/>
                  <a:gd name="T79" fmla="*/ 26 h 172"/>
                  <a:gd name="T80" fmla="*/ 4 w 170"/>
                  <a:gd name="T81" fmla="*/ 12 h 172"/>
                  <a:gd name="T82" fmla="*/ 4 w 170"/>
                  <a:gd name="T83" fmla="*/ 0 h 172"/>
                  <a:gd name="T84" fmla="*/ 18 w 170"/>
                  <a:gd name="T85" fmla="*/ 0 h 172"/>
                  <a:gd name="T86" fmla="*/ 30 w 170"/>
                  <a:gd name="T87" fmla="*/ 4 h 172"/>
                  <a:gd name="T88" fmla="*/ 42 w 170"/>
                  <a:gd name="T89" fmla="*/ 8 h 172"/>
                  <a:gd name="T90" fmla="*/ 56 w 170"/>
                  <a:gd name="T91" fmla="*/ 12 h 172"/>
                  <a:gd name="T92" fmla="*/ 70 w 170"/>
                  <a:gd name="T93" fmla="*/ 12 h 172"/>
                  <a:gd name="T94" fmla="*/ 74 w 170"/>
                  <a:gd name="T95" fmla="*/ 8 h 172"/>
                  <a:gd name="T96" fmla="*/ 78 w 170"/>
                  <a:gd name="T97" fmla="*/ 4 h 172"/>
                  <a:gd name="T98" fmla="*/ 86 w 170"/>
                  <a:gd name="T99" fmla="*/ 4 h 172"/>
                  <a:gd name="T100" fmla="*/ 88 w 170"/>
                  <a:gd name="T101" fmla="*/ 0 h 172"/>
                  <a:gd name="T102" fmla="*/ 100 w 170"/>
                  <a:gd name="T103" fmla="*/ 4 h 172"/>
                  <a:gd name="T104" fmla="*/ 100 w 170"/>
                  <a:gd name="T105" fmla="*/ 4 h 172"/>
                  <a:gd name="T106" fmla="*/ 104 w 170"/>
                  <a:gd name="T107" fmla="*/ 12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0" h="172">
                    <a:moveTo>
                      <a:pt x="104" y="8"/>
                    </a:moveTo>
                    <a:lnTo>
                      <a:pt x="108" y="8"/>
                    </a:lnTo>
                    <a:lnTo>
                      <a:pt x="104" y="8"/>
                    </a:lnTo>
                    <a:lnTo>
                      <a:pt x="108" y="8"/>
                    </a:lnTo>
                    <a:lnTo>
                      <a:pt x="112" y="12"/>
                    </a:lnTo>
                    <a:lnTo>
                      <a:pt x="114" y="8"/>
                    </a:lnTo>
                    <a:lnTo>
                      <a:pt x="118" y="8"/>
                    </a:lnTo>
                    <a:lnTo>
                      <a:pt x="118" y="12"/>
                    </a:lnTo>
                    <a:lnTo>
                      <a:pt x="118" y="8"/>
                    </a:lnTo>
                    <a:lnTo>
                      <a:pt x="122" y="8"/>
                    </a:lnTo>
                    <a:lnTo>
                      <a:pt x="126" y="8"/>
                    </a:lnTo>
                    <a:lnTo>
                      <a:pt x="130" y="8"/>
                    </a:lnTo>
                    <a:lnTo>
                      <a:pt x="134" y="4"/>
                    </a:lnTo>
                    <a:lnTo>
                      <a:pt x="134" y="8"/>
                    </a:lnTo>
                    <a:lnTo>
                      <a:pt x="138" y="16"/>
                    </a:lnTo>
                    <a:lnTo>
                      <a:pt x="138" y="18"/>
                    </a:lnTo>
                    <a:lnTo>
                      <a:pt x="138" y="22"/>
                    </a:lnTo>
                    <a:lnTo>
                      <a:pt x="142" y="26"/>
                    </a:lnTo>
                    <a:lnTo>
                      <a:pt x="142" y="30"/>
                    </a:lnTo>
                    <a:lnTo>
                      <a:pt x="142" y="34"/>
                    </a:lnTo>
                    <a:lnTo>
                      <a:pt x="142" y="38"/>
                    </a:lnTo>
                    <a:lnTo>
                      <a:pt x="142" y="42"/>
                    </a:lnTo>
                    <a:lnTo>
                      <a:pt x="142" y="46"/>
                    </a:lnTo>
                    <a:lnTo>
                      <a:pt x="142" y="48"/>
                    </a:lnTo>
                    <a:lnTo>
                      <a:pt x="138" y="52"/>
                    </a:lnTo>
                    <a:lnTo>
                      <a:pt x="138" y="56"/>
                    </a:lnTo>
                    <a:lnTo>
                      <a:pt x="138" y="60"/>
                    </a:lnTo>
                    <a:lnTo>
                      <a:pt x="138" y="64"/>
                    </a:lnTo>
                    <a:lnTo>
                      <a:pt x="138" y="68"/>
                    </a:lnTo>
                    <a:lnTo>
                      <a:pt x="134" y="68"/>
                    </a:lnTo>
                    <a:lnTo>
                      <a:pt x="134" y="72"/>
                    </a:lnTo>
                    <a:lnTo>
                      <a:pt x="130" y="68"/>
                    </a:lnTo>
                    <a:lnTo>
                      <a:pt x="126" y="68"/>
                    </a:lnTo>
                    <a:lnTo>
                      <a:pt x="126" y="64"/>
                    </a:lnTo>
                    <a:lnTo>
                      <a:pt x="126" y="60"/>
                    </a:lnTo>
                    <a:lnTo>
                      <a:pt x="122" y="60"/>
                    </a:lnTo>
                    <a:lnTo>
                      <a:pt x="118" y="56"/>
                    </a:lnTo>
                    <a:lnTo>
                      <a:pt x="118" y="52"/>
                    </a:lnTo>
                    <a:lnTo>
                      <a:pt x="118" y="48"/>
                    </a:lnTo>
                    <a:lnTo>
                      <a:pt x="114" y="46"/>
                    </a:lnTo>
                    <a:lnTo>
                      <a:pt x="112" y="42"/>
                    </a:lnTo>
                    <a:lnTo>
                      <a:pt x="112" y="38"/>
                    </a:lnTo>
                    <a:lnTo>
                      <a:pt x="112" y="34"/>
                    </a:lnTo>
                    <a:lnTo>
                      <a:pt x="112" y="30"/>
                    </a:lnTo>
                    <a:lnTo>
                      <a:pt x="108" y="30"/>
                    </a:lnTo>
                    <a:lnTo>
                      <a:pt x="108" y="34"/>
                    </a:lnTo>
                    <a:lnTo>
                      <a:pt x="108" y="38"/>
                    </a:lnTo>
                    <a:lnTo>
                      <a:pt x="112" y="42"/>
                    </a:lnTo>
                    <a:lnTo>
                      <a:pt x="112" y="46"/>
                    </a:lnTo>
                    <a:lnTo>
                      <a:pt x="112" y="48"/>
                    </a:lnTo>
                    <a:lnTo>
                      <a:pt x="112" y="52"/>
                    </a:lnTo>
                    <a:lnTo>
                      <a:pt x="114" y="52"/>
                    </a:lnTo>
                    <a:lnTo>
                      <a:pt x="114" y="56"/>
                    </a:lnTo>
                    <a:lnTo>
                      <a:pt x="118" y="60"/>
                    </a:lnTo>
                    <a:lnTo>
                      <a:pt x="118" y="64"/>
                    </a:lnTo>
                    <a:lnTo>
                      <a:pt x="122" y="64"/>
                    </a:lnTo>
                    <a:lnTo>
                      <a:pt x="122" y="68"/>
                    </a:lnTo>
                    <a:lnTo>
                      <a:pt x="122" y="72"/>
                    </a:lnTo>
                    <a:lnTo>
                      <a:pt x="122" y="68"/>
                    </a:lnTo>
                    <a:lnTo>
                      <a:pt x="122" y="72"/>
                    </a:lnTo>
                    <a:lnTo>
                      <a:pt x="122" y="74"/>
                    </a:lnTo>
                    <a:lnTo>
                      <a:pt x="126" y="74"/>
                    </a:lnTo>
                    <a:lnTo>
                      <a:pt x="126" y="78"/>
                    </a:lnTo>
                    <a:lnTo>
                      <a:pt x="126" y="82"/>
                    </a:lnTo>
                    <a:lnTo>
                      <a:pt x="130" y="86"/>
                    </a:lnTo>
                    <a:lnTo>
                      <a:pt x="130" y="90"/>
                    </a:lnTo>
                    <a:lnTo>
                      <a:pt x="130" y="94"/>
                    </a:lnTo>
                    <a:lnTo>
                      <a:pt x="134" y="98"/>
                    </a:lnTo>
                    <a:lnTo>
                      <a:pt x="134" y="102"/>
                    </a:lnTo>
                    <a:lnTo>
                      <a:pt x="138" y="104"/>
                    </a:lnTo>
                    <a:lnTo>
                      <a:pt x="138" y="108"/>
                    </a:lnTo>
                    <a:lnTo>
                      <a:pt x="142" y="112"/>
                    </a:lnTo>
                    <a:lnTo>
                      <a:pt x="142" y="116"/>
                    </a:lnTo>
                    <a:lnTo>
                      <a:pt x="142" y="120"/>
                    </a:lnTo>
                    <a:lnTo>
                      <a:pt x="144" y="120"/>
                    </a:lnTo>
                    <a:lnTo>
                      <a:pt x="144" y="124"/>
                    </a:lnTo>
                    <a:lnTo>
                      <a:pt x="144" y="128"/>
                    </a:lnTo>
                    <a:lnTo>
                      <a:pt x="148" y="130"/>
                    </a:lnTo>
                    <a:lnTo>
                      <a:pt x="148" y="134"/>
                    </a:lnTo>
                    <a:lnTo>
                      <a:pt x="152" y="134"/>
                    </a:lnTo>
                    <a:lnTo>
                      <a:pt x="152" y="138"/>
                    </a:lnTo>
                    <a:lnTo>
                      <a:pt x="156" y="138"/>
                    </a:lnTo>
                    <a:lnTo>
                      <a:pt x="152" y="138"/>
                    </a:lnTo>
                    <a:lnTo>
                      <a:pt x="152" y="142"/>
                    </a:lnTo>
                    <a:lnTo>
                      <a:pt x="152" y="146"/>
                    </a:lnTo>
                    <a:lnTo>
                      <a:pt x="152" y="150"/>
                    </a:lnTo>
                    <a:lnTo>
                      <a:pt x="152" y="154"/>
                    </a:lnTo>
                    <a:lnTo>
                      <a:pt x="152" y="158"/>
                    </a:lnTo>
                    <a:lnTo>
                      <a:pt x="156" y="158"/>
                    </a:lnTo>
                    <a:lnTo>
                      <a:pt x="156" y="160"/>
                    </a:lnTo>
                    <a:lnTo>
                      <a:pt x="160" y="160"/>
                    </a:lnTo>
                    <a:lnTo>
                      <a:pt x="164" y="164"/>
                    </a:lnTo>
                    <a:lnTo>
                      <a:pt x="164" y="168"/>
                    </a:lnTo>
                    <a:lnTo>
                      <a:pt x="168" y="168"/>
                    </a:lnTo>
                    <a:lnTo>
                      <a:pt x="168" y="172"/>
                    </a:lnTo>
                    <a:lnTo>
                      <a:pt x="170" y="172"/>
                    </a:lnTo>
                    <a:lnTo>
                      <a:pt x="168" y="172"/>
                    </a:lnTo>
                    <a:lnTo>
                      <a:pt x="164" y="172"/>
                    </a:lnTo>
                    <a:lnTo>
                      <a:pt x="160" y="172"/>
                    </a:lnTo>
                    <a:lnTo>
                      <a:pt x="156" y="172"/>
                    </a:lnTo>
                    <a:lnTo>
                      <a:pt x="152" y="172"/>
                    </a:lnTo>
                    <a:lnTo>
                      <a:pt x="148" y="172"/>
                    </a:lnTo>
                    <a:lnTo>
                      <a:pt x="144" y="172"/>
                    </a:lnTo>
                    <a:lnTo>
                      <a:pt x="142" y="172"/>
                    </a:lnTo>
                    <a:lnTo>
                      <a:pt x="134" y="172"/>
                    </a:lnTo>
                    <a:lnTo>
                      <a:pt x="130" y="172"/>
                    </a:lnTo>
                    <a:lnTo>
                      <a:pt x="126" y="172"/>
                    </a:lnTo>
                    <a:lnTo>
                      <a:pt x="122" y="172"/>
                    </a:lnTo>
                    <a:lnTo>
                      <a:pt x="118" y="172"/>
                    </a:lnTo>
                    <a:lnTo>
                      <a:pt x="112" y="172"/>
                    </a:lnTo>
                    <a:lnTo>
                      <a:pt x="108" y="172"/>
                    </a:lnTo>
                    <a:lnTo>
                      <a:pt x="100" y="172"/>
                    </a:lnTo>
                    <a:lnTo>
                      <a:pt x="96" y="172"/>
                    </a:lnTo>
                    <a:lnTo>
                      <a:pt x="92" y="172"/>
                    </a:lnTo>
                    <a:lnTo>
                      <a:pt x="96" y="172"/>
                    </a:lnTo>
                    <a:lnTo>
                      <a:pt x="92" y="168"/>
                    </a:lnTo>
                    <a:lnTo>
                      <a:pt x="92" y="172"/>
                    </a:lnTo>
                    <a:lnTo>
                      <a:pt x="88" y="172"/>
                    </a:lnTo>
                    <a:lnTo>
                      <a:pt x="86" y="172"/>
                    </a:lnTo>
                    <a:lnTo>
                      <a:pt x="82" y="172"/>
                    </a:lnTo>
                    <a:lnTo>
                      <a:pt x="78" y="172"/>
                    </a:lnTo>
                    <a:lnTo>
                      <a:pt x="74" y="172"/>
                    </a:lnTo>
                    <a:lnTo>
                      <a:pt x="66" y="172"/>
                    </a:lnTo>
                    <a:lnTo>
                      <a:pt x="62" y="172"/>
                    </a:lnTo>
                    <a:lnTo>
                      <a:pt x="58" y="172"/>
                    </a:lnTo>
                    <a:lnTo>
                      <a:pt x="56" y="172"/>
                    </a:lnTo>
                    <a:lnTo>
                      <a:pt x="48" y="172"/>
                    </a:lnTo>
                    <a:lnTo>
                      <a:pt x="42" y="172"/>
                    </a:lnTo>
                    <a:lnTo>
                      <a:pt x="38" y="172"/>
                    </a:lnTo>
                    <a:lnTo>
                      <a:pt x="34" y="172"/>
                    </a:lnTo>
                    <a:lnTo>
                      <a:pt x="30" y="172"/>
                    </a:lnTo>
                    <a:lnTo>
                      <a:pt x="26" y="172"/>
                    </a:lnTo>
                    <a:lnTo>
                      <a:pt x="22" y="172"/>
                    </a:lnTo>
                    <a:lnTo>
                      <a:pt x="16" y="172"/>
                    </a:lnTo>
                    <a:lnTo>
                      <a:pt x="8" y="172"/>
                    </a:lnTo>
                    <a:lnTo>
                      <a:pt x="4" y="172"/>
                    </a:lnTo>
                    <a:lnTo>
                      <a:pt x="4" y="168"/>
                    </a:lnTo>
                    <a:lnTo>
                      <a:pt x="4" y="146"/>
                    </a:lnTo>
                    <a:lnTo>
                      <a:pt x="4" y="138"/>
                    </a:lnTo>
                    <a:lnTo>
                      <a:pt x="4" y="130"/>
                    </a:lnTo>
                    <a:lnTo>
                      <a:pt x="4" y="124"/>
                    </a:lnTo>
                    <a:lnTo>
                      <a:pt x="4" y="120"/>
                    </a:lnTo>
                    <a:lnTo>
                      <a:pt x="4" y="112"/>
                    </a:lnTo>
                    <a:lnTo>
                      <a:pt x="4" y="102"/>
                    </a:lnTo>
                    <a:lnTo>
                      <a:pt x="4" y="94"/>
                    </a:lnTo>
                    <a:lnTo>
                      <a:pt x="4" y="90"/>
                    </a:lnTo>
                    <a:lnTo>
                      <a:pt x="4" y="86"/>
                    </a:lnTo>
                    <a:lnTo>
                      <a:pt x="4" y="82"/>
                    </a:lnTo>
                    <a:lnTo>
                      <a:pt x="4" y="74"/>
                    </a:lnTo>
                    <a:lnTo>
                      <a:pt x="4" y="72"/>
                    </a:lnTo>
                    <a:lnTo>
                      <a:pt x="4" y="68"/>
                    </a:lnTo>
                    <a:lnTo>
                      <a:pt x="4" y="64"/>
                    </a:lnTo>
                    <a:lnTo>
                      <a:pt x="4" y="60"/>
                    </a:lnTo>
                    <a:lnTo>
                      <a:pt x="4" y="48"/>
                    </a:lnTo>
                    <a:lnTo>
                      <a:pt x="4" y="46"/>
                    </a:lnTo>
                    <a:lnTo>
                      <a:pt x="4" y="42"/>
                    </a:lnTo>
                    <a:lnTo>
                      <a:pt x="0" y="38"/>
                    </a:lnTo>
                    <a:lnTo>
                      <a:pt x="0" y="34"/>
                    </a:lnTo>
                    <a:lnTo>
                      <a:pt x="0" y="30"/>
                    </a:lnTo>
                    <a:lnTo>
                      <a:pt x="0" y="26"/>
                    </a:lnTo>
                    <a:lnTo>
                      <a:pt x="0" y="22"/>
                    </a:lnTo>
                    <a:lnTo>
                      <a:pt x="4" y="18"/>
                    </a:lnTo>
                    <a:lnTo>
                      <a:pt x="4" y="16"/>
                    </a:lnTo>
                    <a:lnTo>
                      <a:pt x="4" y="12"/>
                    </a:lnTo>
                    <a:lnTo>
                      <a:pt x="0" y="8"/>
                    </a:lnTo>
                    <a:lnTo>
                      <a:pt x="0" y="4"/>
                    </a:lnTo>
                    <a:lnTo>
                      <a:pt x="4" y="4"/>
                    </a:lnTo>
                    <a:lnTo>
                      <a:pt x="4" y="0"/>
                    </a:lnTo>
                    <a:lnTo>
                      <a:pt x="8" y="0"/>
                    </a:lnTo>
                    <a:lnTo>
                      <a:pt x="12" y="0"/>
                    </a:lnTo>
                    <a:lnTo>
                      <a:pt x="16" y="0"/>
                    </a:lnTo>
                    <a:lnTo>
                      <a:pt x="18" y="0"/>
                    </a:lnTo>
                    <a:lnTo>
                      <a:pt x="22" y="0"/>
                    </a:lnTo>
                    <a:lnTo>
                      <a:pt x="26" y="0"/>
                    </a:lnTo>
                    <a:lnTo>
                      <a:pt x="26" y="4"/>
                    </a:lnTo>
                    <a:lnTo>
                      <a:pt x="30" y="4"/>
                    </a:lnTo>
                    <a:lnTo>
                      <a:pt x="34" y="4"/>
                    </a:lnTo>
                    <a:lnTo>
                      <a:pt x="38" y="4"/>
                    </a:lnTo>
                    <a:lnTo>
                      <a:pt x="38" y="8"/>
                    </a:lnTo>
                    <a:lnTo>
                      <a:pt x="42" y="8"/>
                    </a:lnTo>
                    <a:lnTo>
                      <a:pt x="44" y="8"/>
                    </a:lnTo>
                    <a:lnTo>
                      <a:pt x="48" y="12"/>
                    </a:lnTo>
                    <a:lnTo>
                      <a:pt x="52" y="12"/>
                    </a:lnTo>
                    <a:lnTo>
                      <a:pt x="56" y="12"/>
                    </a:lnTo>
                    <a:lnTo>
                      <a:pt x="58" y="16"/>
                    </a:lnTo>
                    <a:lnTo>
                      <a:pt x="62" y="16"/>
                    </a:lnTo>
                    <a:lnTo>
                      <a:pt x="66" y="12"/>
                    </a:lnTo>
                    <a:lnTo>
                      <a:pt x="70" y="12"/>
                    </a:lnTo>
                    <a:lnTo>
                      <a:pt x="70" y="8"/>
                    </a:lnTo>
                    <a:lnTo>
                      <a:pt x="74" y="8"/>
                    </a:lnTo>
                    <a:lnTo>
                      <a:pt x="74" y="4"/>
                    </a:lnTo>
                    <a:lnTo>
                      <a:pt x="74" y="8"/>
                    </a:lnTo>
                    <a:lnTo>
                      <a:pt x="78" y="8"/>
                    </a:lnTo>
                    <a:lnTo>
                      <a:pt x="78" y="4"/>
                    </a:lnTo>
                    <a:lnTo>
                      <a:pt x="78" y="0"/>
                    </a:lnTo>
                    <a:lnTo>
                      <a:pt x="78" y="4"/>
                    </a:lnTo>
                    <a:lnTo>
                      <a:pt x="82" y="4"/>
                    </a:lnTo>
                    <a:lnTo>
                      <a:pt x="82" y="0"/>
                    </a:lnTo>
                    <a:lnTo>
                      <a:pt x="86" y="0"/>
                    </a:lnTo>
                    <a:lnTo>
                      <a:pt x="86" y="4"/>
                    </a:lnTo>
                    <a:lnTo>
                      <a:pt x="82" y="4"/>
                    </a:lnTo>
                    <a:lnTo>
                      <a:pt x="86" y="4"/>
                    </a:lnTo>
                    <a:lnTo>
                      <a:pt x="88" y="4"/>
                    </a:lnTo>
                    <a:lnTo>
                      <a:pt x="88" y="0"/>
                    </a:lnTo>
                    <a:lnTo>
                      <a:pt x="92" y="0"/>
                    </a:lnTo>
                    <a:lnTo>
                      <a:pt x="92" y="4"/>
                    </a:lnTo>
                    <a:lnTo>
                      <a:pt x="96" y="4"/>
                    </a:lnTo>
                    <a:lnTo>
                      <a:pt x="100" y="4"/>
                    </a:lnTo>
                    <a:lnTo>
                      <a:pt x="100" y="0"/>
                    </a:lnTo>
                    <a:lnTo>
                      <a:pt x="100" y="4"/>
                    </a:lnTo>
                    <a:lnTo>
                      <a:pt x="104" y="4"/>
                    </a:lnTo>
                    <a:lnTo>
                      <a:pt x="100" y="4"/>
                    </a:lnTo>
                    <a:lnTo>
                      <a:pt x="100" y="0"/>
                    </a:lnTo>
                    <a:lnTo>
                      <a:pt x="100" y="8"/>
                    </a:lnTo>
                    <a:lnTo>
                      <a:pt x="104" y="8"/>
                    </a:lnTo>
                    <a:lnTo>
                      <a:pt x="104" y="12"/>
                    </a:lnTo>
                    <a:lnTo>
                      <a:pt x="104" y="8"/>
                    </a:lnTo>
                    <a:lnTo>
                      <a:pt x="104" y="8"/>
                    </a:lnTo>
                    <a:lnTo>
                      <a:pt x="104"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49" name="Freeform 143"/>
              <p:cNvSpPr>
                <a:spLocks noEditPoints="1"/>
              </p:cNvSpPr>
              <p:nvPr/>
            </p:nvSpPr>
            <p:spPr bwMode="gray">
              <a:xfrm>
                <a:off x="5005187" y="4404900"/>
                <a:ext cx="73049" cy="86962"/>
              </a:xfrm>
              <a:custGeom>
                <a:avLst/>
                <a:gdLst>
                  <a:gd name="T0" fmla="*/ 28 w 42"/>
                  <a:gd name="T1" fmla="*/ 50 h 50"/>
                  <a:gd name="T2" fmla="*/ 24 w 42"/>
                  <a:gd name="T3" fmla="*/ 50 h 50"/>
                  <a:gd name="T4" fmla="*/ 24 w 42"/>
                  <a:gd name="T5" fmla="*/ 50 h 50"/>
                  <a:gd name="T6" fmla="*/ 20 w 42"/>
                  <a:gd name="T7" fmla="*/ 50 h 50"/>
                  <a:gd name="T8" fmla="*/ 20 w 42"/>
                  <a:gd name="T9" fmla="*/ 50 h 50"/>
                  <a:gd name="T10" fmla="*/ 20 w 42"/>
                  <a:gd name="T11" fmla="*/ 46 h 50"/>
                  <a:gd name="T12" fmla="*/ 16 w 42"/>
                  <a:gd name="T13" fmla="*/ 50 h 50"/>
                  <a:gd name="T14" fmla="*/ 16 w 42"/>
                  <a:gd name="T15" fmla="*/ 46 h 50"/>
                  <a:gd name="T16" fmla="*/ 16 w 42"/>
                  <a:gd name="T17" fmla="*/ 46 h 50"/>
                  <a:gd name="T18" fmla="*/ 16 w 42"/>
                  <a:gd name="T19" fmla="*/ 42 h 50"/>
                  <a:gd name="T20" fmla="*/ 16 w 42"/>
                  <a:gd name="T21" fmla="*/ 38 h 50"/>
                  <a:gd name="T22" fmla="*/ 20 w 42"/>
                  <a:gd name="T23" fmla="*/ 38 h 50"/>
                  <a:gd name="T24" fmla="*/ 20 w 42"/>
                  <a:gd name="T25" fmla="*/ 34 h 50"/>
                  <a:gd name="T26" fmla="*/ 20 w 42"/>
                  <a:gd name="T27" fmla="*/ 28 h 50"/>
                  <a:gd name="T28" fmla="*/ 20 w 42"/>
                  <a:gd name="T29" fmla="*/ 28 h 50"/>
                  <a:gd name="T30" fmla="*/ 24 w 42"/>
                  <a:gd name="T31" fmla="*/ 32 h 50"/>
                  <a:gd name="T32" fmla="*/ 28 w 42"/>
                  <a:gd name="T33" fmla="*/ 32 h 50"/>
                  <a:gd name="T34" fmla="*/ 30 w 42"/>
                  <a:gd name="T35" fmla="*/ 32 h 50"/>
                  <a:gd name="T36" fmla="*/ 30 w 42"/>
                  <a:gd name="T37" fmla="*/ 32 h 50"/>
                  <a:gd name="T38" fmla="*/ 38 w 42"/>
                  <a:gd name="T39" fmla="*/ 32 h 50"/>
                  <a:gd name="T40" fmla="*/ 42 w 42"/>
                  <a:gd name="T41" fmla="*/ 32 h 50"/>
                  <a:gd name="T42" fmla="*/ 42 w 42"/>
                  <a:gd name="T43" fmla="*/ 34 h 50"/>
                  <a:gd name="T44" fmla="*/ 42 w 42"/>
                  <a:gd name="T45" fmla="*/ 38 h 50"/>
                  <a:gd name="T46" fmla="*/ 42 w 42"/>
                  <a:gd name="T47" fmla="*/ 50 h 50"/>
                  <a:gd name="T48" fmla="*/ 34 w 42"/>
                  <a:gd name="T49" fmla="*/ 50 h 50"/>
                  <a:gd name="T50" fmla="*/ 30 w 42"/>
                  <a:gd name="T51" fmla="*/ 50 h 50"/>
                  <a:gd name="T52" fmla="*/ 30 w 42"/>
                  <a:gd name="T53" fmla="*/ 50 h 50"/>
                  <a:gd name="T54" fmla="*/ 4 w 42"/>
                  <a:gd name="T55" fmla="*/ 8 h 50"/>
                  <a:gd name="T56" fmla="*/ 4 w 42"/>
                  <a:gd name="T57" fmla="*/ 8 h 50"/>
                  <a:gd name="T58" fmla="*/ 0 w 42"/>
                  <a:gd name="T59" fmla="*/ 12 h 50"/>
                  <a:gd name="T60" fmla="*/ 0 w 42"/>
                  <a:gd name="T61" fmla="*/ 8 h 50"/>
                  <a:gd name="T62" fmla="*/ 0 w 42"/>
                  <a:gd name="T63" fmla="*/ 8 h 50"/>
                  <a:gd name="T64" fmla="*/ 0 w 42"/>
                  <a:gd name="T65" fmla="*/ 8 h 50"/>
                  <a:gd name="T66" fmla="*/ 0 w 42"/>
                  <a:gd name="T67" fmla="*/ 8 h 50"/>
                  <a:gd name="T68" fmla="*/ 0 w 42"/>
                  <a:gd name="T69" fmla="*/ 8 h 50"/>
                  <a:gd name="T70" fmla="*/ 4 w 42"/>
                  <a:gd name="T71" fmla="*/ 8 h 50"/>
                  <a:gd name="T72" fmla="*/ 4 w 42"/>
                  <a:gd name="T73" fmla="*/ 4 h 50"/>
                  <a:gd name="T74" fmla="*/ 4 w 42"/>
                  <a:gd name="T75" fmla="*/ 4 h 50"/>
                  <a:gd name="T76" fmla="*/ 8 w 42"/>
                  <a:gd name="T77" fmla="*/ 0 h 50"/>
                  <a:gd name="T78" fmla="*/ 8 w 42"/>
                  <a:gd name="T79" fmla="*/ 4 h 50"/>
                  <a:gd name="T80" fmla="*/ 8 w 42"/>
                  <a:gd name="T81" fmla="*/ 4 h 50"/>
                  <a:gd name="T82" fmla="*/ 8 w 42"/>
                  <a:gd name="T83" fmla="*/ 4 h 50"/>
                  <a:gd name="T84" fmla="*/ 8 w 42"/>
                  <a:gd name="T85" fmla="*/ 4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2" h="50">
                    <a:moveTo>
                      <a:pt x="30" y="50"/>
                    </a:moveTo>
                    <a:lnTo>
                      <a:pt x="28" y="50"/>
                    </a:lnTo>
                    <a:lnTo>
                      <a:pt x="28" y="50"/>
                    </a:lnTo>
                    <a:lnTo>
                      <a:pt x="28" y="50"/>
                    </a:lnTo>
                    <a:lnTo>
                      <a:pt x="28" y="50"/>
                    </a:lnTo>
                    <a:lnTo>
                      <a:pt x="24" y="50"/>
                    </a:lnTo>
                    <a:lnTo>
                      <a:pt x="24" y="50"/>
                    </a:lnTo>
                    <a:lnTo>
                      <a:pt x="24" y="50"/>
                    </a:lnTo>
                    <a:lnTo>
                      <a:pt x="24" y="50"/>
                    </a:lnTo>
                    <a:lnTo>
                      <a:pt x="24" y="50"/>
                    </a:lnTo>
                    <a:lnTo>
                      <a:pt x="24" y="50"/>
                    </a:lnTo>
                    <a:lnTo>
                      <a:pt x="20" y="50"/>
                    </a:lnTo>
                    <a:lnTo>
                      <a:pt x="20" y="50"/>
                    </a:lnTo>
                    <a:lnTo>
                      <a:pt x="20" y="50"/>
                    </a:lnTo>
                    <a:lnTo>
                      <a:pt x="20" y="50"/>
                    </a:lnTo>
                    <a:lnTo>
                      <a:pt x="20" y="50"/>
                    </a:lnTo>
                    <a:lnTo>
                      <a:pt x="20" y="46"/>
                    </a:lnTo>
                    <a:lnTo>
                      <a:pt x="20" y="46"/>
                    </a:lnTo>
                    <a:lnTo>
                      <a:pt x="20" y="46"/>
                    </a:lnTo>
                    <a:lnTo>
                      <a:pt x="20" y="50"/>
                    </a:lnTo>
                    <a:lnTo>
                      <a:pt x="16" y="50"/>
                    </a:lnTo>
                    <a:lnTo>
                      <a:pt x="16" y="46"/>
                    </a:lnTo>
                    <a:lnTo>
                      <a:pt x="16" y="46"/>
                    </a:lnTo>
                    <a:lnTo>
                      <a:pt x="16" y="46"/>
                    </a:lnTo>
                    <a:lnTo>
                      <a:pt x="16" y="46"/>
                    </a:lnTo>
                    <a:lnTo>
                      <a:pt x="16" y="46"/>
                    </a:lnTo>
                    <a:lnTo>
                      <a:pt x="16" y="46"/>
                    </a:lnTo>
                    <a:lnTo>
                      <a:pt x="16" y="46"/>
                    </a:lnTo>
                    <a:lnTo>
                      <a:pt x="16" y="42"/>
                    </a:lnTo>
                    <a:lnTo>
                      <a:pt x="16" y="42"/>
                    </a:lnTo>
                    <a:lnTo>
                      <a:pt x="16" y="42"/>
                    </a:lnTo>
                    <a:lnTo>
                      <a:pt x="20" y="38"/>
                    </a:lnTo>
                    <a:lnTo>
                      <a:pt x="16" y="38"/>
                    </a:lnTo>
                    <a:lnTo>
                      <a:pt x="16" y="38"/>
                    </a:lnTo>
                    <a:lnTo>
                      <a:pt x="20" y="38"/>
                    </a:lnTo>
                    <a:lnTo>
                      <a:pt x="20" y="38"/>
                    </a:lnTo>
                    <a:lnTo>
                      <a:pt x="20" y="34"/>
                    </a:lnTo>
                    <a:lnTo>
                      <a:pt x="20" y="34"/>
                    </a:lnTo>
                    <a:lnTo>
                      <a:pt x="20" y="34"/>
                    </a:lnTo>
                    <a:lnTo>
                      <a:pt x="20" y="32"/>
                    </a:lnTo>
                    <a:lnTo>
                      <a:pt x="20" y="32"/>
                    </a:lnTo>
                    <a:lnTo>
                      <a:pt x="20" y="28"/>
                    </a:lnTo>
                    <a:lnTo>
                      <a:pt x="20" y="28"/>
                    </a:lnTo>
                    <a:lnTo>
                      <a:pt x="20" y="28"/>
                    </a:lnTo>
                    <a:lnTo>
                      <a:pt x="20" y="28"/>
                    </a:lnTo>
                    <a:lnTo>
                      <a:pt x="24" y="28"/>
                    </a:lnTo>
                    <a:lnTo>
                      <a:pt x="24" y="28"/>
                    </a:lnTo>
                    <a:lnTo>
                      <a:pt x="24" y="32"/>
                    </a:lnTo>
                    <a:lnTo>
                      <a:pt x="24" y="32"/>
                    </a:lnTo>
                    <a:lnTo>
                      <a:pt x="24" y="32"/>
                    </a:lnTo>
                    <a:lnTo>
                      <a:pt x="28" y="32"/>
                    </a:lnTo>
                    <a:lnTo>
                      <a:pt x="28" y="32"/>
                    </a:lnTo>
                    <a:lnTo>
                      <a:pt x="28" y="32"/>
                    </a:lnTo>
                    <a:lnTo>
                      <a:pt x="30" y="32"/>
                    </a:lnTo>
                    <a:lnTo>
                      <a:pt x="30" y="32"/>
                    </a:lnTo>
                    <a:lnTo>
                      <a:pt x="30" y="32"/>
                    </a:lnTo>
                    <a:lnTo>
                      <a:pt x="30" y="32"/>
                    </a:lnTo>
                    <a:lnTo>
                      <a:pt x="30" y="32"/>
                    </a:lnTo>
                    <a:lnTo>
                      <a:pt x="30" y="32"/>
                    </a:lnTo>
                    <a:lnTo>
                      <a:pt x="38" y="32"/>
                    </a:lnTo>
                    <a:lnTo>
                      <a:pt x="42" y="32"/>
                    </a:lnTo>
                    <a:lnTo>
                      <a:pt x="42" y="32"/>
                    </a:lnTo>
                    <a:lnTo>
                      <a:pt x="42" y="32"/>
                    </a:lnTo>
                    <a:lnTo>
                      <a:pt x="42" y="32"/>
                    </a:lnTo>
                    <a:lnTo>
                      <a:pt x="42" y="32"/>
                    </a:lnTo>
                    <a:lnTo>
                      <a:pt x="42" y="34"/>
                    </a:lnTo>
                    <a:lnTo>
                      <a:pt x="42" y="34"/>
                    </a:lnTo>
                    <a:lnTo>
                      <a:pt x="42" y="38"/>
                    </a:lnTo>
                    <a:lnTo>
                      <a:pt x="42" y="38"/>
                    </a:lnTo>
                    <a:lnTo>
                      <a:pt x="42" y="38"/>
                    </a:lnTo>
                    <a:lnTo>
                      <a:pt x="42" y="42"/>
                    </a:lnTo>
                    <a:lnTo>
                      <a:pt x="42" y="50"/>
                    </a:lnTo>
                    <a:lnTo>
                      <a:pt x="42" y="50"/>
                    </a:lnTo>
                    <a:lnTo>
                      <a:pt x="38" y="50"/>
                    </a:lnTo>
                    <a:lnTo>
                      <a:pt x="34" y="50"/>
                    </a:lnTo>
                    <a:lnTo>
                      <a:pt x="34" y="50"/>
                    </a:lnTo>
                    <a:lnTo>
                      <a:pt x="30" y="50"/>
                    </a:lnTo>
                    <a:lnTo>
                      <a:pt x="30" y="50"/>
                    </a:lnTo>
                    <a:lnTo>
                      <a:pt x="30" y="50"/>
                    </a:lnTo>
                    <a:lnTo>
                      <a:pt x="30" y="50"/>
                    </a:lnTo>
                    <a:lnTo>
                      <a:pt x="30" y="50"/>
                    </a:lnTo>
                    <a:close/>
                    <a:moveTo>
                      <a:pt x="8" y="4"/>
                    </a:moveTo>
                    <a:lnTo>
                      <a:pt x="8" y="4"/>
                    </a:lnTo>
                    <a:lnTo>
                      <a:pt x="4" y="8"/>
                    </a:lnTo>
                    <a:lnTo>
                      <a:pt x="4" y="8"/>
                    </a:lnTo>
                    <a:lnTo>
                      <a:pt x="4" y="8"/>
                    </a:lnTo>
                    <a:lnTo>
                      <a:pt x="4" y="8"/>
                    </a:lnTo>
                    <a:lnTo>
                      <a:pt x="4" y="12"/>
                    </a:lnTo>
                    <a:lnTo>
                      <a:pt x="4" y="12"/>
                    </a:lnTo>
                    <a:lnTo>
                      <a:pt x="0" y="12"/>
                    </a:lnTo>
                    <a:lnTo>
                      <a:pt x="0" y="12"/>
                    </a:lnTo>
                    <a:lnTo>
                      <a:pt x="0" y="12"/>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4" y="8"/>
                    </a:lnTo>
                    <a:lnTo>
                      <a:pt x="4" y="8"/>
                    </a:lnTo>
                    <a:lnTo>
                      <a:pt x="4" y="8"/>
                    </a:lnTo>
                    <a:lnTo>
                      <a:pt x="4" y="4"/>
                    </a:lnTo>
                    <a:lnTo>
                      <a:pt x="4" y="4"/>
                    </a:lnTo>
                    <a:lnTo>
                      <a:pt x="4" y="4"/>
                    </a:lnTo>
                    <a:lnTo>
                      <a:pt x="4" y="4"/>
                    </a:lnTo>
                    <a:lnTo>
                      <a:pt x="4" y="4"/>
                    </a:lnTo>
                    <a:lnTo>
                      <a:pt x="4" y="0"/>
                    </a:lnTo>
                    <a:lnTo>
                      <a:pt x="4" y="0"/>
                    </a:lnTo>
                    <a:lnTo>
                      <a:pt x="8" y="0"/>
                    </a:lnTo>
                    <a:lnTo>
                      <a:pt x="8" y="0"/>
                    </a:lnTo>
                    <a:lnTo>
                      <a:pt x="8" y="0"/>
                    </a:lnTo>
                    <a:lnTo>
                      <a:pt x="8" y="4"/>
                    </a:lnTo>
                    <a:lnTo>
                      <a:pt x="8" y="4"/>
                    </a:lnTo>
                    <a:lnTo>
                      <a:pt x="8" y="4"/>
                    </a:lnTo>
                    <a:lnTo>
                      <a:pt x="8" y="4"/>
                    </a:lnTo>
                    <a:lnTo>
                      <a:pt x="8" y="4"/>
                    </a:lnTo>
                    <a:lnTo>
                      <a:pt x="8" y="4"/>
                    </a:lnTo>
                    <a:lnTo>
                      <a:pt x="8" y="4"/>
                    </a:lnTo>
                    <a:lnTo>
                      <a:pt x="8" y="4"/>
                    </a:lnTo>
                    <a:lnTo>
                      <a:pt x="8" y="4"/>
                    </a:lnTo>
                    <a:lnTo>
                      <a:pt x="8" y="4"/>
                    </a:lnTo>
                    <a:lnTo>
                      <a:pt x="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0" name="Freeform 144"/>
              <p:cNvSpPr>
                <a:spLocks noEditPoints="1"/>
              </p:cNvSpPr>
              <p:nvPr/>
            </p:nvSpPr>
            <p:spPr bwMode="gray">
              <a:xfrm>
                <a:off x="5693937" y="3977041"/>
                <a:ext cx="170449" cy="173926"/>
              </a:xfrm>
              <a:custGeom>
                <a:avLst/>
                <a:gdLst>
                  <a:gd name="T0" fmla="*/ 42 w 98"/>
                  <a:gd name="T1" fmla="*/ 34 h 100"/>
                  <a:gd name="T2" fmla="*/ 46 w 98"/>
                  <a:gd name="T3" fmla="*/ 44 h 100"/>
                  <a:gd name="T4" fmla="*/ 46 w 98"/>
                  <a:gd name="T5" fmla="*/ 44 h 100"/>
                  <a:gd name="T6" fmla="*/ 48 w 98"/>
                  <a:gd name="T7" fmla="*/ 52 h 100"/>
                  <a:gd name="T8" fmla="*/ 48 w 98"/>
                  <a:gd name="T9" fmla="*/ 48 h 100"/>
                  <a:gd name="T10" fmla="*/ 48 w 98"/>
                  <a:gd name="T11" fmla="*/ 44 h 100"/>
                  <a:gd name="T12" fmla="*/ 52 w 98"/>
                  <a:gd name="T13" fmla="*/ 52 h 100"/>
                  <a:gd name="T14" fmla="*/ 56 w 98"/>
                  <a:gd name="T15" fmla="*/ 52 h 100"/>
                  <a:gd name="T16" fmla="*/ 64 w 98"/>
                  <a:gd name="T17" fmla="*/ 60 h 100"/>
                  <a:gd name="T18" fmla="*/ 72 w 98"/>
                  <a:gd name="T19" fmla="*/ 68 h 100"/>
                  <a:gd name="T20" fmla="*/ 74 w 98"/>
                  <a:gd name="T21" fmla="*/ 72 h 100"/>
                  <a:gd name="T22" fmla="*/ 82 w 98"/>
                  <a:gd name="T23" fmla="*/ 74 h 100"/>
                  <a:gd name="T24" fmla="*/ 82 w 98"/>
                  <a:gd name="T25" fmla="*/ 78 h 100"/>
                  <a:gd name="T26" fmla="*/ 86 w 98"/>
                  <a:gd name="T27" fmla="*/ 82 h 100"/>
                  <a:gd name="T28" fmla="*/ 90 w 98"/>
                  <a:gd name="T29" fmla="*/ 86 h 100"/>
                  <a:gd name="T30" fmla="*/ 94 w 98"/>
                  <a:gd name="T31" fmla="*/ 94 h 100"/>
                  <a:gd name="T32" fmla="*/ 98 w 98"/>
                  <a:gd name="T33" fmla="*/ 94 h 100"/>
                  <a:gd name="T34" fmla="*/ 90 w 98"/>
                  <a:gd name="T35" fmla="*/ 100 h 100"/>
                  <a:gd name="T36" fmla="*/ 86 w 98"/>
                  <a:gd name="T37" fmla="*/ 98 h 100"/>
                  <a:gd name="T38" fmla="*/ 86 w 98"/>
                  <a:gd name="T39" fmla="*/ 98 h 100"/>
                  <a:gd name="T40" fmla="*/ 82 w 98"/>
                  <a:gd name="T41" fmla="*/ 94 h 100"/>
                  <a:gd name="T42" fmla="*/ 78 w 98"/>
                  <a:gd name="T43" fmla="*/ 90 h 100"/>
                  <a:gd name="T44" fmla="*/ 78 w 98"/>
                  <a:gd name="T45" fmla="*/ 86 h 100"/>
                  <a:gd name="T46" fmla="*/ 74 w 98"/>
                  <a:gd name="T47" fmla="*/ 82 h 100"/>
                  <a:gd name="T48" fmla="*/ 68 w 98"/>
                  <a:gd name="T49" fmla="*/ 78 h 100"/>
                  <a:gd name="T50" fmla="*/ 68 w 98"/>
                  <a:gd name="T51" fmla="*/ 74 h 100"/>
                  <a:gd name="T52" fmla="*/ 64 w 98"/>
                  <a:gd name="T53" fmla="*/ 68 h 100"/>
                  <a:gd name="T54" fmla="*/ 60 w 98"/>
                  <a:gd name="T55" fmla="*/ 68 h 100"/>
                  <a:gd name="T56" fmla="*/ 56 w 98"/>
                  <a:gd name="T57" fmla="*/ 64 h 100"/>
                  <a:gd name="T58" fmla="*/ 52 w 98"/>
                  <a:gd name="T59" fmla="*/ 64 h 100"/>
                  <a:gd name="T60" fmla="*/ 48 w 98"/>
                  <a:gd name="T61" fmla="*/ 64 h 100"/>
                  <a:gd name="T62" fmla="*/ 42 w 98"/>
                  <a:gd name="T63" fmla="*/ 64 h 100"/>
                  <a:gd name="T64" fmla="*/ 38 w 98"/>
                  <a:gd name="T65" fmla="*/ 60 h 100"/>
                  <a:gd name="T66" fmla="*/ 34 w 98"/>
                  <a:gd name="T67" fmla="*/ 64 h 100"/>
                  <a:gd name="T68" fmla="*/ 26 w 98"/>
                  <a:gd name="T69" fmla="*/ 60 h 100"/>
                  <a:gd name="T70" fmla="*/ 22 w 98"/>
                  <a:gd name="T71" fmla="*/ 56 h 100"/>
                  <a:gd name="T72" fmla="*/ 18 w 98"/>
                  <a:gd name="T73" fmla="*/ 72 h 100"/>
                  <a:gd name="T74" fmla="*/ 12 w 98"/>
                  <a:gd name="T75" fmla="*/ 64 h 100"/>
                  <a:gd name="T76" fmla="*/ 12 w 98"/>
                  <a:gd name="T77" fmla="*/ 68 h 100"/>
                  <a:gd name="T78" fmla="*/ 4 w 98"/>
                  <a:gd name="T79" fmla="*/ 68 h 100"/>
                  <a:gd name="T80" fmla="*/ 0 w 98"/>
                  <a:gd name="T81" fmla="*/ 52 h 100"/>
                  <a:gd name="T82" fmla="*/ 4 w 98"/>
                  <a:gd name="T83" fmla="*/ 42 h 100"/>
                  <a:gd name="T84" fmla="*/ 8 w 98"/>
                  <a:gd name="T85" fmla="*/ 34 h 100"/>
                  <a:gd name="T86" fmla="*/ 8 w 98"/>
                  <a:gd name="T87" fmla="*/ 26 h 100"/>
                  <a:gd name="T88" fmla="*/ 8 w 98"/>
                  <a:gd name="T89" fmla="*/ 18 h 100"/>
                  <a:gd name="T90" fmla="*/ 16 w 98"/>
                  <a:gd name="T91" fmla="*/ 18 h 100"/>
                  <a:gd name="T92" fmla="*/ 16 w 98"/>
                  <a:gd name="T93" fmla="*/ 16 h 100"/>
                  <a:gd name="T94" fmla="*/ 22 w 98"/>
                  <a:gd name="T95" fmla="*/ 12 h 100"/>
                  <a:gd name="T96" fmla="*/ 30 w 98"/>
                  <a:gd name="T97" fmla="*/ 8 h 100"/>
                  <a:gd name="T98" fmla="*/ 34 w 98"/>
                  <a:gd name="T99" fmla="*/ 4 h 100"/>
                  <a:gd name="T100" fmla="*/ 38 w 98"/>
                  <a:gd name="T101" fmla="*/ 16 h 100"/>
                  <a:gd name="T102" fmla="*/ 42 w 98"/>
                  <a:gd name="T103" fmla="*/ 26 h 100"/>
                  <a:gd name="T104" fmla="*/ 42 w 98"/>
                  <a:gd name="T105" fmla="*/ 30 h 100"/>
                  <a:gd name="T106" fmla="*/ 52 w 98"/>
                  <a:gd name="T107" fmla="*/ 42 h 100"/>
                  <a:gd name="T108" fmla="*/ 52 w 98"/>
                  <a:gd name="T109" fmla="*/ 42 h 100"/>
                  <a:gd name="T110" fmla="*/ 56 w 98"/>
                  <a:gd name="T111" fmla="*/ 42 h 100"/>
                  <a:gd name="T112" fmla="*/ 56 w 98"/>
                  <a:gd name="T113" fmla="*/ 42 h 100"/>
                  <a:gd name="T114" fmla="*/ 56 w 98"/>
                  <a:gd name="T115" fmla="*/ 44 h 100"/>
                  <a:gd name="T116" fmla="*/ 52 w 98"/>
                  <a:gd name="T117" fmla="*/ 42 h 100"/>
                  <a:gd name="T118" fmla="*/ 52 w 98"/>
                  <a:gd name="T119" fmla="*/ 42 h 100"/>
                  <a:gd name="T120" fmla="*/ 52 w 98"/>
                  <a:gd name="T121" fmla="*/ 42 h 100"/>
                  <a:gd name="T122" fmla="*/ 52 w 98"/>
                  <a:gd name="T123" fmla="*/ 38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98" h="100">
                    <a:moveTo>
                      <a:pt x="42" y="30"/>
                    </a:moveTo>
                    <a:lnTo>
                      <a:pt x="42" y="30"/>
                    </a:lnTo>
                    <a:lnTo>
                      <a:pt x="42" y="30"/>
                    </a:lnTo>
                    <a:lnTo>
                      <a:pt x="42" y="34"/>
                    </a:lnTo>
                    <a:lnTo>
                      <a:pt x="42" y="34"/>
                    </a:lnTo>
                    <a:lnTo>
                      <a:pt x="42" y="34"/>
                    </a:lnTo>
                    <a:lnTo>
                      <a:pt x="42" y="38"/>
                    </a:lnTo>
                    <a:lnTo>
                      <a:pt x="42" y="38"/>
                    </a:lnTo>
                    <a:lnTo>
                      <a:pt x="42" y="38"/>
                    </a:lnTo>
                    <a:lnTo>
                      <a:pt x="46" y="42"/>
                    </a:lnTo>
                    <a:lnTo>
                      <a:pt x="46" y="42"/>
                    </a:lnTo>
                    <a:lnTo>
                      <a:pt x="46" y="44"/>
                    </a:lnTo>
                    <a:lnTo>
                      <a:pt x="46" y="44"/>
                    </a:lnTo>
                    <a:lnTo>
                      <a:pt x="46" y="44"/>
                    </a:lnTo>
                    <a:lnTo>
                      <a:pt x="46" y="44"/>
                    </a:lnTo>
                    <a:lnTo>
                      <a:pt x="46" y="44"/>
                    </a:lnTo>
                    <a:lnTo>
                      <a:pt x="46" y="44"/>
                    </a:lnTo>
                    <a:lnTo>
                      <a:pt x="46" y="44"/>
                    </a:lnTo>
                    <a:lnTo>
                      <a:pt x="46" y="44"/>
                    </a:lnTo>
                    <a:lnTo>
                      <a:pt x="48" y="48"/>
                    </a:lnTo>
                    <a:lnTo>
                      <a:pt x="48" y="48"/>
                    </a:lnTo>
                    <a:lnTo>
                      <a:pt x="48" y="48"/>
                    </a:lnTo>
                    <a:lnTo>
                      <a:pt x="48" y="52"/>
                    </a:lnTo>
                    <a:lnTo>
                      <a:pt x="48" y="52"/>
                    </a:lnTo>
                    <a:lnTo>
                      <a:pt x="48" y="52"/>
                    </a:lnTo>
                    <a:lnTo>
                      <a:pt x="48" y="52"/>
                    </a:lnTo>
                    <a:lnTo>
                      <a:pt x="48" y="52"/>
                    </a:lnTo>
                    <a:lnTo>
                      <a:pt x="48" y="52"/>
                    </a:lnTo>
                    <a:lnTo>
                      <a:pt x="48" y="52"/>
                    </a:lnTo>
                    <a:lnTo>
                      <a:pt x="48" y="48"/>
                    </a:lnTo>
                    <a:lnTo>
                      <a:pt x="48" y="48"/>
                    </a:lnTo>
                    <a:lnTo>
                      <a:pt x="48" y="48"/>
                    </a:lnTo>
                    <a:lnTo>
                      <a:pt x="48" y="48"/>
                    </a:lnTo>
                    <a:lnTo>
                      <a:pt x="48" y="44"/>
                    </a:lnTo>
                    <a:lnTo>
                      <a:pt x="48" y="44"/>
                    </a:lnTo>
                    <a:lnTo>
                      <a:pt x="48" y="44"/>
                    </a:lnTo>
                    <a:lnTo>
                      <a:pt x="52" y="48"/>
                    </a:lnTo>
                    <a:lnTo>
                      <a:pt x="52" y="48"/>
                    </a:lnTo>
                    <a:lnTo>
                      <a:pt x="52" y="48"/>
                    </a:lnTo>
                    <a:lnTo>
                      <a:pt x="52" y="48"/>
                    </a:lnTo>
                    <a:lnTo>
                      <a:pt x="52" y="52"/>
                    </a:lnTo>
                    <a:lnTo>
                      <a:pt x="52" y="52"/>
                    </a:lnTo>
                    <a:lnTo>
                      <a:pt x="52" y="52"/>
                    </a:lnTo>
                    <a:lnTo>
                      <a:pt x="52" y="56"/>
                    </a:lnTo>
                    <a:lnTo>
                      <a:pt x="56" y="56"/>
                    </a:lnTo>
                    <a:lnTo>
                      <a:pt x="56" y="56"/>
                    </a:lnTo>
                    <a:lnTo>
                      <a:pt x="56" y="56"/>
                    </a:lnTo>
                    <a:lnTo>
                      <a:pt x="56" y="52"/>
                    </a:lnTo>
                    <a:lnTo>
                      <a:pt x="60" y="52"/>
                    </a:lnTo>
                    <a:lnTo>
                      <a:pt x="60" y="56"/>
                    </a:lnTo>
                    <a:lnTo>
                      <a:pt x="60" y="56"/>
                    </a:lnTo>
                    <a:lnTo>
                      <a:pt x="64" y="56"/>
                    </a:lnTo>
                    <a:lnTo>
                      <a:pt x="64" y="56"/>
                    </a:lnTo>
                    <a:lnTo>
                      <a:pt x="64" y="60"/>
                    </a:lnTo>
                    <a:lnTo>
                      <a:pt x="64" y="60"/>
                    </a:lnTo>
                    <a:lnTo>
                      <a:pt x="64" y="60"/>
                    </a:lnTo>
                    <a:lnTo>
                      <a:pt x="68" y="60"/>
                    </a:lnTo>
                    <a:lnTo>
                      <a:pt x="72" y="64"/>
                    </a:lnTo>
                    <a:lnTo>
                      <a:pt x="72" y="64"/>
                    </a:lnTo>
                    <a:lnTo>
                      <a:pt x="72" y="68"/>
                    </a:lnTo>
                    <a:lnTo>
                      <a:pt x="74" y="68"/>
                    </a:lnTo>
                    <a:lnTo>
                      <a:pt x="74" y="72"/>
                    </a:lnTo>
                    <a:lnTo>
                      <a:pt x="74" y="72"/>
                    </a:lnTo>
                    <a:lnTo>
                      <a:pt x="74" y="72"/>
                    </a:lnTo>
                    <a:lnTo>
                      <a:pt x="74" y="72"/>
                    </a:lnTo>
                    <a:lnTo>
                      <a:pt x="74" y="72"/>
                    </a:lnTo>
                    <a:lnTo>
                      <a:pt x="78" y="74"/>
                    </a:lnTo>
                    <a:lnTo>
                      <a:pt x="78" y="74"/>
                    </a:lnTo>
                    <a:lnTo>
                      <a:pt x="78" y="74"/>
                    </a:lnTo>
                    <a:lnTo>
                      <a:pt x="78" y="74"/>
                    </a:lnTo>
                    <a:lnTo>
                      <a:pt x="82" y="74"/>
                    </a:lnTo>
                    <a:lnTo>
                      <a:pt x="82" y="74"/>
                    </a:lnTo>
                    <a:lnTo>
                      <a:pt x="82" y="78"/>
                    </a:lnTo>
                    <a:lnTo>
                      <a:pt x="82" y="78"/>
                    </a:lnTo>
                    <a:lnTo>
                      <a:pt x="82" y="78"/>
                    </a:lnTo>
                    <a:lnTo>
                      <a:pt x="82" y="78"/>
                    </a:lnTo>
                    <a:lnTo>
                      <a:pt x="82" y="78"/>
                    </a:lnTo>
                    <a:lnTo>
                      <a:pt x="82" y="78"/>
                    </a:lnTo>
                    <a:lnTo>
                      <a:pt x="82" y="78"/>
                    </a:lnTo>
                    <a:lnTo>
                      <a:pt x="82" y="78"/>
                    </a:lnTo>
                    <a:lnTo>
                      <a:pt x="82" y="78"/>
                    </a:lnTo>
                    <a:lnTo>
                      <a:pt x="86" y="78"/>
                    </a:lnTo>
                    <a:lnTo>
                      <a:pt x="86" y="82"/>
                    </a:lnTo>
                    <a:lnTo>
                      <a:pt x="86" y="82"/>
                    </a:lnTo>
                    <a:lnTo>
                      <a:pt x="86" y="82"/>
                    </a:lnTo>
                    <a:lnTo>
                      <a:pt x="86" y="86"/>
                    </a:lnTo>
                    <a:lnTo>
                      <a:pt x="86" y="86"/>
                    </a:lnTo>
                    <a:lnTo>
                      <a:pt x="86" y="86"/>
                    </a:lnTo>
                    <a:lnTo>
                      <a:pt x="90" y="86"/>
                    </a:lnTo>
                    <a:lnTo>
                      <a:pt x="90" y="86"/>
                    </a:lnTo>
                    <a:lnTo>
                      <a:pt x="90" y="90"/>
                    </a:lnTo>
                    <a:lnTo>
                      <a:pt x="90" y="90"/>
                    </a:lnTo>
                    <a:lnTo>
                      <a:pt x="90" y="90"/>
                    </a:lnTo>
                    <a:lnTo>
                      <a:pt x="90" y="90"/>
                    </a:lnTo>
                    <a:lnTo>
                      <a:pt x="94" y="94"/>
                    </a:lnTo>
                    <a:lnTo>
                      <a:pt x="94" y="94"/>
                    </a:lnTo>
                    <a:lnTo>
                      <a:pt x="94" y="94"/>
                    </a:lnTo>
                    <a:lnTo>
                      <a:pt x="94" y="90"/>
                    </a:lnTo>
                    <a:lnTo>
                      <a:pt x="94" y="90"/>
                    </a:lnTo>
                    <a:lnTo>
                      <a:pt x="94" y="90"/>
                    </a:lnTo>
                    <a:lnTo>
                      <a:pt x="98" y="94"/>
                    </a:lnTo>
                    <a:lnTo>
                      <a:pt x="98" y="94"/>
                    </a:lnTo>
                    <a:lnTo>
                      <a:pt x="98" y="94"/>
                    </a:lnTo>
                    <a:lnTo>
                      <a:pt x="94" y="94"/>
                    </a:lnTo>
                    <a:lnTo>
                      <a:pt x="90" y="98"/>
                    </a:lnTo>
                    <a:lnTo>
                      <a:pt x="90" y="98"/>
                    </a:lnTo>
                    <a:lnTo>
                      <a:pt x="90" y="98"/>
                    </a:lnTo>
                    <a:lnTo>
                      <a:pt x="90" y="100"/>
                    </a:lnTo>
                    <a:lnTo>
                      <a:pt x="90" y="100"/>
                    </a:lnTo>
                    <a:lnTo>
                      <a:pt x="90" y="98"/>
                    </a:lnTo>
                    <a:lnTo>
                      <a:pt x="90" y="98"/>
                    </a:lnTo>
                    <a:lnTo>
                      <a:pt x="90" y="98"/>
                    </a:lnTo>
                    <a:lnTo>
                      <a:pt x="86" y="98"/>
                    </a:lnTo>
                    <a:lnTo>
                      <a:pt x="86" y="98"/>
                    </a:lnTo>
                    <a:lnTo>
                      <a:pt x="86" y="98"/>
                    </a:lnTo>
                    <a:lnTo>
                      <a:pt x="86" y="98"/>
                    </a:lnTo>
                    <a:lnTo>
                      <a:pt x="86" y="98"/>
                    </a:lnTo>
                    <a:lnTo>
                      <a:pt x="86" y="98"/>
                    </a:lnTo>
                    <a:lnTo>
                      <a:pt x="86" y="98"/>
                    </a:lnTo>
                    <a:lnTo>
                      <a:pt x="86" y="98"/>
                    </a:lnTo>
                    <a:lnTo>
                      <a:pt x="86" y="98"/>
                    </a:lnTo>
                    <a:lnTo>
                      <a:pt x="82" y="98"/>
                    </a:lnTo>
                    <a:lnTo>
                      <a:pt x="82" y="94"/>
                    </a:lnTo>
                    <a:lnTo>
                      <a:pt x="82" y="94"/>
                    </a:lnTo>
                    <a:lnTo>
                      <a:pt x="82" y="94"/>
                    </a:lnTo>
                    <a:lnTo>
                      <a:pt x="82" y="94"/>
                    </a:lnTo>
                    <a:lnTo>
                      <a:pt x="82" y="94"/>
                    </a:lnTo>
                    <a:lnTo>
                      <a:pt x="82" y="94"/>
                    </a:lnTo>
                    <a:lnTo>
                      <a:pt x="82" y="94"/>
                    </a:lnTo>
                    <a:lnTo>
                      <a:pt x="82" y="90"/>
                    </a:lnTo>
                    <a:lnTo>
                      <a:pt x="78" y="90"/>
                    </a:lnTo>
                    <a:lnTo>
                      <a:pt x="78" y="90"/>
                    </a:lnTo>
                    <a:lnTo>
                      <a:pt x="78" y="90"/>
                    </a:lnTo>
                    <a:lnTo>
                      <a:pt x="78" y="90"/>
                    </a:lnTo>
                    <a:lnTo>
                      <a:pt x="78" y="90"/>
                    </a:lnTo>
                    <a:lnTo>
                      <a:pt x="78" y="90"/>
                    </a:lnTo>
                    <a:lnTo>
                      <a:pt x="78" y="86"/>
                    </a:lnTo>
                    <a:lnTo>
                      <a:pt x="78" y="86"/>
                    </a:lnTo>
                    <a:lnTo>
                      <a:pt x="78" y="86"/>
                    </a:lnTo>
                    <a:lnTo>
                      <a:pt x="78" y="86"/>
                    </a:lnTo>
                    <a:lnTo>
                      <a:pt x="78" y="86"/>
                    </a:lnTo>
                    <a:lnTo>
                      <a:pt x="74" y="86"/>
                    </a:lnTo>
                    <a:lnTo>
                      <a:pt x="74" y="82"/>
                    </a:lnTo>
                    <a:lnTo>
                      <a:pt x="74" y="82"/>
                    </a:lnTo>
                    <a:lnTo>
                      <a:pt x="74" y="82"/>
                    </a:lnTo>
                    <a:lnTo>
                      <a:pt x="74" y="82"/>
                    </a:lnTo>
                    <a:lnTo>
                      <a:pt x="74" y="82"/>
                    </a:lnTo>
                    <a:lnTo>
                      <a:pt x="72" y="82"/>
                    </a:lnTo>
                    <a:lnTo>
                      <a:pt x="68" y="78"/>
                    </a:lnTo>
                    <a:lnTo>
                      <a:pt x="68" y="78"/>
                    </a:lnTo>
                    <a:lnTo>
                      <a:pt x="68" y="78"/>
                    </a:lnTo>
                    <a:lnTo>
                      <a:pt x="68" y="74"/>
                    </a:lnTo>
                    <a:lnTo>
                      <a:pt x="68" y="74"/>
                    </a:lnTo>
                    <a:lnTo>
                      <a:pt x="68" y="74"/>
                    </a:lnTo>
                    <a:lnTo>
                      <a:pt x="68" y="74"/>
                    </a:lnTo>
                    <a:lnTo>
                      <a:pt x="68" y="74"/>
                    </a:lnTo>
                    <a:lnTo>
                      <a:pt x="68" y="72"/>
                    </a:lnTo>
                    <a:lnTo>
                      <a:pt x="64" y="72"/>
                    </a:lnTo>
                    <a:lnTo>
                      <a:pt x="64" y="72"/>
                    </a:lnTo>
                    <a:lnTo>
                      <a:pt x="64" y="68"/>
                    </a:lnTo>
                    <a:lnTo>
                      <a:pt x="64" y="68"/>
                    </a:lnTo>
                    <a:lnTo>
                      <a:pt x="64" y="68"/>
                    </a:lnTo>
                    <a:lnTo>
                      <a:pt x="60" y="68"/>
                    </a:lnTo>
                    <a:lnTo>
                      <a:pt x="60" y="68"/>
                    </a:lnTo>
                    <a:lnTo>
                      <a:pt x="60" y="68"/>
                    </a:lnTo>
                    <a:lnTo>
                      <a:pt x="60" y="68"/>
                    </a:lnTo>
                    <a:lnTo>
                      <a:pt x="60" y="68"/>
                    </a:lnTo>
                    <a:lnTo>
                      <a:pt x="60" y="68"/>
                    </a:lnTo>
                    <a:lnTo>
                      <a:pt x="56" y="68"/>
                    </a:lnTo>
                    <a:lnTo>
                      <a:pt x="56" y="68"/>
                    </a:lnTo>
                    <a:lnTo>
                      <a:pt x="56" y="64"/>
                    </a:lnTo>
                    <a:lnTo>
                      <a:pt x="56" y="64"/>
                    </a:lnTo>
                    <a:lnTo>
                      <a:pt x="56" y="64"/>
                    </a:lnTo>
                    <a:lnTo>
                      <a:pt x="56" y="64"/>
                    </a:lnTo>
                    <a:lnTo>
                      <a:pt x="56" y="64"/>
                    </a:lnTo>
                    <a:lnTo>
                      <a:pt x="52" y="64"/>
                    </a:lnTo>
                    <a:lnTo>
                      <a:pt x="52" y="64"/>
                    </a:lnTo>
                    <a:lnTo>
                      <a:pt x="52" y="64"/>
                    </a:lnTo>
                    <a:lnTo>
                      <a:pt x="52" y="64"/>
                    </a:lnTo>
                    <a:lnTo>
                      <a:pt x="52" y="64"/>
                    </a:lnTo>
                    <a:lnTo>
                      <a:pt x="48" y="64"/>
                    </a:lnTo>
                    <a:lnTo>
                      <a:pt x="48" y="64"/>
                    </a:lnTo>
                    <a:lnTo>
                      <a:pt x="48" y="64"/>
                    </a:lnTo>
                    <a:lnTo>
                      <a:pt x="48" y="64"/>
                    </a:lnTo>
                    <a:lnTo>
                      <a:pt x="48" y="64"/>
                    </a:lnTo>
                    <a:lnTo>
                      <a:pt x="48" y="64"/>
                    </a:lnTo>
                    <a:lnTo>
                      <a:pt x="48" y="64"/>
                    </a:lnTo>
                    <a:lnTo>
                      <a:pt x="46" y="64"/>
                    </a:lnTo>
                    <a:lnTo>
                      <a:pt x="46" y="60"/>
                    </a:lnTo>
                    <a:lnTo>
                      <a:pt x="46" y="64"/>
                    </a:lnTo>
                    <a:lnTo>
                      <a:pt x="42" y="64"/>
                    </a:lnTo>
                    <a:lnTo>
                      <a:pt x="42" y="64"/>
                    </a:lnTo>
                    <a:lnTo>
                      <a:pt x="42" y="64"/>
                    </a:lnTo>
                    <a:lnTo>
                      <a:pt x="42" y="64"/>
                    </a:lnTo>
                    <a:lnTo>
                      <a:pt x="42" y="60"/>
                    </a:lnTo>
                    <a:lnTo>
                      <a:pt x="42" y="60"/>
                    </a:lnTo>
                    <a:lnTo>
                      <a:pt x="42" y="60"/>
                    </a:lnTo>
                    <a:lnTo>
                      <a:pt x="38" y="60"/>
                    </a:lnTo>
                    <a:lnTo>
                      <a:pt x="38" y="60"/>
                    </a:lnTo>
                    <a:lnTo>
                      <a:pt x="38" y="60"/>
                    </a:lnTo>
                    <a:lnTo>
                      <a:pt x="38" y="60"/>
                    </a:lnTo>
                    <a:lnTo>
                      <a:pt x="38" y="64"/>
                    </a:lnTo>
                    <a:lnTo>
                      <a:pt x="38" y="64"/>
                    </a:lnTo>
                    <a:lnTo>
                      <a:pt x="34" y="64"/>
                    </a:lnTo>
                    <a:lnTo>
                      <a:pt x="30" y="64"/>
                    </a:lnTo>
                    <a:lnTo>
                      <a:pt x="30" y="64"/>
                    </a:lnTo>
                    <a:lnTo>
                      <a:pt x="26" y="64"/>
                    </a:lnTo>
                    <a:lnTo>
                      <a:pt x="26" y="60"/>
                    </a:lnTo>
                    <a:lnTo>
                      <a:pt x="26" y="60"/>
                    </a:lnTo>
                    <a:lnTo>
                      <a:pt x="26" y="60"/>
                    </a:lnTo>
                    <a:lnTo>
                      <a:pt x="26" y="60"/>
                    </a:lnTo>
                    <a:lnTo>
                      <a:pt x="26" y="60"/>
                    </a:lnTo>
                    <a:lnTo>
                      <a:pt x="22" y="60"/>
                    </a:lnTo>
                    <a:lnTo>
                      <a:pt x="22" y="60"/>
                    </a:lnTo>
                    <a:lnTo>
                      <a:pt x="22" y="56"/>
                    </a:lnTo>
                    <a:lnTo>
                      <a:pt x="22" y="56"/>
                    </a:lnTo>
                    <a:lnTo>
                      <a:pt x="22" y="56"/>
                    </a:lnTo>
                    <a:lnTo>
                      <a:pt x="22" y="56"/>
                    </a:lnTo>
                    <a:lnTo>
                      <a:pt x="22" y="56"/>
                    </a:lnTo>
                    <a:lnTo>
                      <a:pt x="22" y="60"/>
                    </a:lnTo>
                    <a:lnTo>
                      <a:pt x="18" y="64"/>
                    </a:lnTo>
                    <a:lnTo>
                      <a:pt x="18" y="72"/>
                    </a:lnTo>
                    <a:lnTo>
                      <a:pt x="16" y="72"/>
                    </a:lnTo>
                    <a:lnTo>
                      <a:pt x="16" y="68"/>
                    </a:lnTo>
                    <a:lnTo>
                      <a:pt x="16" y="64"/>
                    </a:lnTo>
                    <a:lnTo>
                      <a:pt x="16" y="64"/>
                    </a:lnTo>
                    <a:lnTo>
                      <a:pt x="16" y="64"/>
                    </a:lnTo>
                    <a:lnTo>
                      <a:pt x="12" y="64"/>
                    </a:lnTo>
                    <a:lnTo>
                      <a:pt x="12" y="64"/>
                    </a:lnTo>
                    <a:lnTo>
                      <a:pt x="12" y="64"/>
                    </a:lnTo>
                    <a:lnTo>
                      <a:pt x="12" y="64"/>
                    </a:lnTo>
                    <a:lnTo>
                      <a:pt x="12" y="64"/>
                    </a:lnTo>
                    <a:lnTo>
                      <a:pt x="12" y="68"/>
                    </a:lnTo>
                    <a:lnTo>
                      <a:pt x="12" y="68"/>
                    </a:lnTo>
                    <a:lnTo>
                      <a:pt x="8" y="68"/>
                    </a:lnTo>
                    <a:lnTo>
                      <a:pt x="8" y="68"/>
                    </a:lnTo>
                    <a:lnTo>
                      <a:pt x="8" y="68"/>
                    </a:lnTo>
                    <a:lnTo>
                      <a:pt x="8" y="68"/>
                    </a:lnTo>
                    <a:lnTo>
                      <a:pt x="4" y="68"/>
                    </a:lnTo>
                    <a:lnTo>
                      <a:pt x="4" y="68"/>
                    </a:lnTo>
                    <a:lnTo>
                      <a:pt x="4" y="68"/>
                    </a:lnTo>
                    <a:lnTo>
                      <a:pt x="4" y="68"/>
                    </a:lnTo>
                    <a:lnTo>
                      <a:pt x="4" y="68"/>
                    </a:lnTo>
                    <a:lnTo>
                      <a:pt x="4" y="64"/>
                    </a:lnTo>
                    <a:lnTo>
                      <a:pt x="0" y="52"/>
                    </a:lnTo>
                    <a:lnTo>
                      <a:pt x="0" y="52"/>
                    </a:lnTo>
                    <a:lnTo>
                      <a:pt x="0" y="52"/>
                    </a:lnTo>
                    <a:lnTo>
                      <a:pt x="4" y="48"/>
                    </a:lnTo>
                    <a:lnTo>
                      <a:pt x="4" y="48"/>
                    </a:lnTo>
                    <a:lnTo>
                      <a:pt x="4" y="44"/>
                    </a:lnTo>
                    <a:lnTo>
                      <a:pt x="4" y="44"/>
                    </a:lnTo>
                    <a:lnTo>
                      <a:pt x="4" y="42"/>
                    </a:lnTo>
                    <a:lnTo>
                      <a:pt x="4" y="42"/>
                    </a:lnTo>
                    <a:lnTo>
                      <a:pt x="8" y="42"/>
                    </a:lnTo>
                    <a:lnTo>
                      <a:pt x="8" y="38"/>
                    </a:lnTo>
                    <a:lnTo>
                      <a:pt x="8" y="34"/>
                    </a:lnTo>
                    <a:lnTo>
                      <a:pt x="8" y="34"/>
                    </a:lnTo>
                    <a:lnTo>
                      <a:pt x="8" y="34"/>
                    </a:lnTo>
                    <a:lnTo>
                      <a:pt x="8" y="30"/>
                    </a:lnTo>
                    <a:lnTo>
                      <a:pt x="8" y="30"/>
                    </a:lnTo>
                    <a:lnTo>
                      <a:pt x="8" y="30"/>
                    </a:lnTo>
                    <a:lnTo>
                      <a:pt x="8" y="26"/>
                    </a:lnTo>
                    <a:lnTo>
                      <a:pt x="8" y="26"/>
                    </a:lnTo>
                    <a:lnTo>
                      <a:pt x="8" y="26"/>
                    </a:lnTo>
                    <a:lnTo>
                      <a:pt x="8" y="26"/>
                    </a:lnTo>
                    <a:lnTo>
                      <a:pt x="8" y="26"/>
                    </a:lnTo>
                    <a:lnTo>
                      <a:pt x="8" y="22"/>
                    </a:lnTo>
                    <a:lnTo>
                      <a:pt x="8" y="22"/>
                    </a:lnTo>
                    <a:lnTo>
                      <a:pt x="8" y="22"/>
                    </a:lnTo>
                    <a:lnTo>
                      <a:pt x="8" y="18"/>
                    </a:lnTo>
                    <a:lnTo>
                      <a:pt x="8" y="18"/>
                    </a:lnTo>
                    <a:lnTo>
                      <a:pt x="12" y="18"/>
                    </a:lnTo>
                    <a:lnTo>
                      <a:pt x="12" y="18"/>
                    </a:lnTo>
                    <a:lnTo>
                      <a:pt x="12" y="18"/>
                    </a:lnTo>
                    <a:lnTo>
                      <a:pt x="12" y="18"/>
                    </a:lnTo>
                    <a:lnTo>
                      <a:pt x="16" y="18"/>
                    </a:lnTo>
                    <a:lnTo>
                      <a:pt x="16" y="18"/>
                    </a:lnTo>
                    <a:lnTo>
                      <a:pt x="16" y="18"/>
                    </a:lnTo>
                    <a:lnTo>
                      <a:pt x="16" y="16"/>
                    </a:lnTo>
                    <a:lnTo>
                      <a:pt x="16" y="16"/>
                    </a:lnTo>
                    <a:lnTo>
                      <a:pt x="16" y="16"/>
                    </a:lnTo>
                    <a:lnTo>
                      <a:pt x="16" y="16"/>
                    </a:lnTo>
                    <a:lnTo>
                      <a:pt x="18" y="12"/>
                    </a:lnTo>
                    <a:lnTo>
                      <a:pt x="18" y="12"/>
                    </a:lnTo>
                    <a:lnTo>
                      <a:pt x="18" y="12"/>
                    </a:lnTo>
                    <a:lnTo>
                      <a:pt x="22" y="12"/>
                    </a:lnTo>
                    <a:lnTo>
                      <a:pt x="22" y="12"/>
                    </a:lnTo>
                    <a:lnTo>
                      <a:pt x="22" y="12"/>
                    </a:lnTo>
                    <a:lnTo>
                      <a:pt x="22" y="12"/>
                    </a:lnTo>
                    <a:lnTo>
                      <a:pt x="22" y="8"/>
                    </a:lnTo>
                    <a:lnTo>
                      <a:pt x="26" y="12"/>
                    </a:lnTo>
                    <a:lnTo>
                      <a:pt x="26" y="12"/>
                    </a:lnTo>
                    <a:lnTo>
                      <a:pt x="26" y="12"/>
                    </a:lnTo>
                    <a:lnTo>
                      <a:pt x="30" y="8"/>
                    </a:lnTo>
                    <a:lnTo>
                      <a:pt x="30" y="4"/>
                    </a:lnTo>
                    <a:lnTo>
                      <a:pt x="30" y="4"/>
                    </a:lnTo>
                    <a:lnTo>
                      <a:pt x="30" y="4"/>
                    </a:lnTo>
                    <a:lnTo>
                      <a:pt x="30" y="0"/>
                    </a:lnTo>
                    <a:lnTo>
                      <a:pt x="34" y="4"/>
                    </a:lnTo>
                    <a:lnTo>
                      <a:pt x="34" y="4"/>
                    </a:lnTo>
                    <a:lnTo>
                      <a:pt x="34" y="4"/>
                    </a:lnTo>
                    <a:lnTo>
                      <a:pt x="34" y="8"/>
                    </a:lnTo>
                    <a:lnTo>
                      <a:pt x="34" y="8"/>
                    </a:lnTo>
                    <a:lnTo>
                      <a:pt x="38" y="12"/>
                    </a:lnTo>
                    <a:lnTo>
                      <a:pt x="38" y="12"/>
                    </a:lnTo>
                    <a:lnTo>
                      <a:pt x="38" y="16"/>
                    </a:lnTo>
                    <a:lnTo>
                      <a:pt x="38" y="18"/>
                    </a:lnTo>
                    <a:lnTo>
                      <a:pt x="38" y="22"/>
                    </a:lnTo>
                    <a:lnTo>
                      <a:pt x="38" y="22"/>
                    </a:lnTo>
                    <a:lnTo>
                      <a:pt x="42" y="22"/>
                    </a:lnTo>
                    <a:lnTo>
                      <a:pt x="42" y="26"/>
                    </a:lnTo>
                    <a:lnTo>
                      <a:pt x="42" y="26"/>
                    </a:lnTo>
                    <a:lnTo>
                      <a:pt x="42" y="26"/>
                    </a:lnTo>
                    <a:lnTo>
                      <a:pt x="42" y="26"/>
                    </a:lnTo>
                    <a:lnTo>
                      <a:pt x="42" y="26"/>
                    </a:lnTo>
                    <a:lnTo>
                      <a:pt x="42" y="30"/>
                    </a:lnTo>
                    <a:lnTo>
                      <a:pt x="42" y="30"/>
                    </a:lnTo>
                    <a:lnTo>
                      <a:pt x="42" y="30"/>
                    </a:lnTo>
                    <a:lnTo>
                      <a:pt x="42" y="30"/>
                    </a:lnTo>
                    <a:lnTo>
                      <a:pt x="42" y="30"/>
                    </a:lnTo>
                    <a:close/>
                    <a:moveTo>
                      <a:pt x="52" y="38"/>
                    </a:moveTo>
                    <a:lnTo>
                      <a:pt x="52" y="38"/>
                    </a:lnTo>
                    <a:lnTo>
                      <a:pt x="52" y="38"/>
                    </a:lnTo>
                    <a:lnTo>
                      <a:pt x="52" y="42"/>
                    </a:lnTo>
                    <a:lnTo>
                      <a:pt x="52" y="42"/>
                    </a:lnTo>
                    <a:lnTo>
                      <a:pt x="52" y="42"/>
                    </a:lnTo>
                    <a:lnTo>
                      <a:pt x="52" y="42"/>
                    </a:lnTo>
                    <a:lnTo>
                      <a:pt x="52" y="42"/>
                    </a:lnTo>
                    <a:lnTo>
                      <a:pt x="52" y="42"/>
                    </a:lnTo>
                    <a:lnTo>
                      <a:pt x="52" y="42"/>
                    </a:lnTo>
                    <a:lnTo>
                      <a:pt x="52" y="42"/>
                    </a:lnTo>
                    <a:lnTo>
                      <a:pt x="56" y="42"/>
                    </a:lnTo>
                    <a:lnTo>
                      <a:pt x="56" y="42"/>
                    </a:lnTo>
                    <a:lnTo>
                      <a:pt x="56" y="42"/>
                    </a:lnTo>
                    <a:lnTo>
                      <a:pt x="56" y="42"/>
                    </a:lnTo>
                    <a:lnTo>
                      <a:pt x="56" y="42"/>
                    </a:lnTo>
                    <a:lnTo>
                      <a:pt x="56" y="42"/>
                    </a:lnTo>
                    <a:lnTo>
                      <a:pt x="56" y="42"/>
                    </a:lnTo>
                    <a:lnTo>
                      <a:pt x="56" y="42"/>
                    </a:lnTo>
                    <a:lnTo>
                      <a:pt x="56" y="42"/>
                    </a:lnTo>
                    <a:lnTo>
                      <a:pt x="56" y="42"/>
                    </a:lnTo>
                    <a:lnTo>
                      <a:pt x="56" y="42"/>
                    </a:lnTo>
                    <a:lnTo>
                      <a:pt x="56" y="42"/>
                    </a:lnTo>
                    <a:lnTo>
                      <a:pt x="56" y="44"/>
                    </a:lnTo>
                    <a:lnTo>
                      <a:pt x="56" y="44"/>
                    </a:lnTo>
                    <a:lnTo>
                      <a:pt x="56" y="44"/>
                    </a:lnTo>
                    <a:lnTo>
                      <a:pt x="56" y="44"/>
                    </a:lnTo>
                    <a:lnTo>
                      <a:pt x="56" y="44"/>
                    </a:lnTo>
                    <a:lnTo>
                      <a:pt x="52" y="44"/>
                    </a:lnTo>
                    <a:lnTo>
                      <a:pt x="52" y="44"/>
                    </a:lnTo>
                    <a:lnTo>
                      <a:pt x="52" y="44"/>
                    </a:lnTo>
                    <a:lnTo>
                      <a:pt x="52" y="44"/>
                    </a:lnTo>
                    <a:lnTo>
                      <a:pt x="52" y="44"/>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38"/>
                    </a:lnTo>
                    <a:lnTo>
                      <a:pt x="52" y="38"/>
                    </a:lnTo>
                    <a:lnTo>
                      <a:pt x="52" y="38"/>
                    </a:lnTo>
                    <a:lnTo>
                      <a:pt x="52"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1" name="Freeform 145"/>
              <p:cNvSpPr>
                <a:spLocks/>
              </p:cNvSpPr>
              <p:nvPr/>
            </p:nvSpPr>
            <p:spPr bwMode="gray">
              <a:xfrm>
                <a:off x="5610452" y="4074441"/>
                <a:ext cx="368724" cy="344373"/>
              </a:xfrm>
              <a:custGeom>
                <a:avLst/>
                <a:gdLst>
                  <a:gd name="T0" fmla="*/ 172 w 212"/>
                  <a:gd name="T1" fmla="*/ 172 h 198"/>
                  <a:gd name="T2" fmla="*/ 152 w 212"/>
                  <a:gd name="T3" fmla="*/ 172 h 198"/>
                  <a:gd name="T4" fmla="*/ 142 w 212"/>
                  <a:gd name="T5" fmla="*/ 176 h 198"/>
                  <a:gd name="T6" fmla="*/ 134 w 212"/>
                  <a:gd name="T7" fmla="*/ 184 h 198"/>
                  <a:gd name="T8" fmla="*/ 122 w 212"/>
                  <a:gd name="T9" fmla="*/ 188 h 198"/>
                  <a:gd name="T10" fmla="*/ 108 w 212"/>
                  <a:gd name="T11" fmla="*/ 184 h 198"/>
                  <a:gd name="T12" fmla="*/ 96 w 212"/>
                  <a:gd name="T13" fmla="*/ 194 h 198"/>
                  <a:gd name="T14" fmla="*/ 90 w 212"/>
                  <a:gd name="T15" fmla="*/ 194 h 198"/>
                  <a:gd name="T16" fmla="*/ 78 w 212"/>
                  <a:gd name="T17" fmla="*/ 194 h 198"/>
                  <a:gd name="T18" fmla="*/ 60 w 212"/>
                  <a:gd name="T19" fmla="*/ 184 h 198"/>
                  <a:gd name="T20" fmla="*/ 48 w 212"/>
                  <a:gd name="T21" fmla="*/ 180 h 198"/>
                  <a:gd name="T22" fmla="*/ 40 w 212"/>
                  <a:gd name="T23" fmla="*/ 168 h 198"/>
                  <a:gd name="T24" fmla="*/ 32 w 212"/>
                  <a:gd name="T25" fmla="*/ 162 h 198"/>
                  <a:gd name="T26" fmla="*/ 30 w 212"/>
                  <a:gd name="T27" fmla="*/ 150 h 198"/>
                  <a:gd name="T28" fmla="*/ 22 w 212"/>
                  <a:gd name="T29" fmla="*/ 142 h 198"/>
                  <a:gd name="T30" fmla="*/ 14 w 212"/>
                  <a:gd name="T31" fmla="*/ 132 h 198"/>
                  <a:gd name="T32" fmla="*/ 4 w 212"/>
                  <a:gd name="T33" fmla="*/ 124 h 198"/>
                  <a:gd name="T34" fmla="*/ 4 w 212"/>
                  <a:gd name="T35" fmla="*/ 112 h 198"/>
                  <a:gd name="T36" fmla="*/ 14 w 212"/>
                  <a:gd name="T37" fmla="*/ 110 h 198"/>
                  <a:gd name="T38" fmla="*/ 18 w 212"/>
                  <a:gd name="T39" fmla="*/ 90 h 198"/>
                  <a:gd name="T40" fmla="*/ 18 w 212"/>
                  <a:gd name="T41" fmla="*/ 76 h 198"/>
                  <a:gd name="T42" fmla="*/ 30 w 212"/>
                  <a:gd name="T43" fmla="*/ 72 h 198"/>
                  <a:gd name="T44" fmla="*/ 30 w 212"/>
                  <a:gd name="T45" fmla="*/ 56 h 198"/>
                  <a:gd name="T46" fmla="*/ 36 w 212"/>
                  <a:gd name="T47" fmla="*/ 42 h 198"/>
                  <a:gd name="T48" fmla="*/ 44 w 212"/>
                  <a:gd name="T49" fmla="*/ 34 h 198"/>
                  <a:gd name="T50" fmla="*/ 48 w 212"/>
                  <a:gd name="T51" fmla="*/ 16 h 198"/>
                  <a:gd name="T52" fmla="*/ 60 w 212"/>
                  <a:gd name="T53" fmla="*/ 8 h 198"/>
                  <a:gd name="T54" fmla="*/ 66 w 212"/>
                  <a:gd name="T55" fmla="*/ 16 h 198"/>
                  <a:gd name="T56" fmla="*/ 70 w 212"/>
                  <a:gd name="T57" fmla="*/ 4 h 198"/>
                  <a:gd name="T58" fmla="*/ 82 w 212"/>
                  <a:gd name="T59" fmla="*/ 8 h 198"/>
                  <a:gd name="T60" fmla="*/ 90 w 212"/>
                  <a:gd name="T61" fmla="*/ 8 h 198"/>
                  <a:gd name="T62" fmla="*/ 96 w 212"/>
                  <a:gd name="T63" fmla="*/ 8 h 198"/>
                  <a:gd name="T64" fmla="*/ 108 w 212"/>
                  <a:gd name="T65" fmla="*/ 12 h 198"/>
                  <a:gd name="T66" fmla="*/ 116 w 212"/>
                  <a:gd name="T67" fmla="*/ 20 h 198"/>
                  <a:gd name="T68" fmla="*/ 122 w 212"/>
                  <a:gd name="T69" fmla="*/ 30 h 198"/>
                  <a:gd name="T70" fmla="*/ 130 w 212"/>
                  <a:gd name="T71" fmla="*/ 38 h 198"/>
                  <a:gd name="T72" fmla="*/ 130 w 212"/>
                  <a:gd name="T73" fmla="*/ 46 h 198"/>
                  <a:gd name="T74" fmla="*/ 122 w 212"/>
                  <a:gd name="T75" fmla="*/ 60 h 198"/>
                  <a:gd name="T76" fmla="*/ 130 w 212"/>
                  <a:gd name="T77" fmla="*/ 68 h 198"/>
                  <a:gd name="T78" fmla="*/ 142 w 212"/>
                  <a:gd name="T79" fmla="*/ 72 h 198"/>
                  <a:gd name="T80" fmla="*/ 142 w 212"/>
                  <a:gd name="T81" fmla="*/ 82 h 198"/>
                  <a:gd name="T82" fmla="*/ 148 w 212"/>
                  <a:gd name="T83" fmla="*/ 94 h 198"/>
                  <a:gd name="T84" fmla="*/ 164 w 212"/>
                  <a:gd name="T85" fmla="*/ 106 h 198"/>
                  <a:gd name="T86" fmla="*/ 186 w 212"/>
                  <a:gd name="T87" fmla="*/ 112 h 198"/>
                  <a:gd name="T88" fmla="*/ 198 w 212"/>
                  <a:gd name="T89" fmla="*/ 120 h 198"/>
                  <a:gd name="T90" fmla="*/ 208 w 212"/>
                  <a:gd name="T91" fmla="*/ 124 h 198"/>
                  <a:gd name="T92" fmla="*/ 186 w 212"/>
                  <a:gd name="T93" fmla="*/ 150 h 198"/>
                  <a:gd name="T94" fmla="*/ 178 w 212"/>
                  <a:gd name="T95" fmla="*/ 162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12" h="198">
                    <a:moveTo>
                      <a:pt x="178" y="162"/>
                    </a:moveTo>
                    <a:lnTo>
                      <a:pt x="176" y="164"/>
                    </a:lnTo>
                    <a:lnTo>
                      <a:pt x="172" y="168"/>
                    </a:lnTo>
                    <a:lnTo>
                      <a:pt x="172" y="172"/>
                    </a:lnTo>
                    <a:lnTo>
                      <a:pt x="164" y="172"/>
                    </a:lnTo>
                    <a:lnTo>
                      <a:pt x="160" y="172"/>
                    </a:lnTo>
                    <a:lnTo>
                      <a:pt x="156" y="172"/>
                    </a:lnTo>
                    <a:lnTo>
                      <a:pt x="152" y="172"/>
                    </a:lnTo>
                    <a:lnTo>
                      <a:pt x="148" y="172"/>
                    </a:lnTo>
                    <a:lnTo>
                      <a:pt x="148" y="176"/>
                    </a:lnTo>
                    <a:lnTo>
                      <a:pt x="146" y="176"/>
                    </a:lnTo>
                    <a:lnTo>
                      <a:pt x="142" y="176"/>
                    </a:lnTo>
                    <a:lnTo>
                      <a:pt x="142" y="180"/>
                    </a:lnTo>
                    <a:lnTo>
                      <a:pt x="142" y="184"/>
                    </a:lnTo>
                    <a:lnTo>
                      <a:pt x="138" y="184"/>
                    </a:lnTo>
                    <a:lnTo>
                      <a:pt x="134" y="184"/>
                    </a:lnTo>
                    <a:lnTo>
                      <a:pt x="130" y="184"/>
                    </a:lnTo>
                    <a:lnTo>
                      <a:pt x="130" y="188"/>
                    </a:lnTo>
                    <a:lnTo>
                      <a:pt x="126" y="188"/>
                    </a:lnTo>
                    <a:lnTo>
                      <a:pt x="122" y="188"/>
                    </a:lnTo>
                    <a:lnTo>
                      <a:pt x="118" y="188"/>
                    </a:lnTo>
                    <a:lnTo>
                      <a:pt x="116" y="188"/>
                    </a:lnTo>
                    <a:lnTo>
                      <a:pt x="112" y="184"/>
                    </a:lnTo>
                    <a:lnTo>
                      <a:pt x="108" y="184"/>
                    </a:lnTo>
                    <a:lnTo>
                      <a:pt x="104" y="188"/>
                    </a:lnTo>
                    <a:lnTo>
                      <a:pt x="100" y="188"/>
                    </a:lnTo>
                    <a:lnTo>
                      <a:pt x="96" y="192"/>
                    </a:lnTo>
                    <a:lnTo>
                      <a:pt x="96" y="194"/>
                    </a:lnTo>
                    <a:lnTo>
                      <a:pt x="92" y="194"/>
                    </a:lnTo>
                    <a:lnTo>
                      <a:pt x="92" y="198"/>
                    </a:lnTo>
                    <a:lnTo>
                      <a:pt x="90" y="198"/>
                    </a:lnTo>
                    <a:lnTo>
                      <a:pt x="90" y="194"/>
                    </a:lnTo>
                    <a:lnTo>
                      <a:pt x="90" y="198"/>
                    </a:lnTo>
                    <a:lnTo>
                      <a:pt x="86" y="194"/>
                    </a:lnTo>
                    <a:lnTo>
                      <a:pt x="82" y="194"/>
                    </a:lnTo>
                    <a:lnTo>
                      <a:pt x="78" y="194"/>
                    </a:lnTo>
                    <a:lnTo>
                      <a:pt x="74" y="194"/>
                    </a:lnTo>
                    <a:lnTo>
                      <a:pt x="70" y="194"/>
                    </a:lnTo>
                    <a:lnTo>
                      <a:pt x="70" y="192"/>
                    </a:lnTo>
                    <a:lnTo>
                      <a:pt x="60" y="184"/>
                    </a:lnTo>
                    <a:lnTo>
                      <a:pt x="60" y="180"/>
                    </a:lnTo>
                    <a:lnTo>
                      <a:pt x="56" y="180"/>
                    </a:lnTo>
                    <a:lnTo>
                      <a:pt x="52" y="180"/>
                    </a:lnTo>
                    <a:lnTo>
                      <a:pt x="48" y="180"/>
                    </a:lnTo>
                    <a:lnTo>
                      <a:pt x="44" y="180"/>
                    </a:lnTo>
                    <a:lnTo>
                      <a:pt x="40" y="180"/>
                    </a:lnTo>
                    <a:lnTo>
                      <a:pt x="40" y="176"/>
                    </a:lnTo>
                    <a:lnTo>
                      <a:pt x="40" y="168"/>
                    </a:lnTo>
                    <a:lnTo>
                      <a:pt x="40" y="164"/>
                    </a:lnTo>
                    <a:lnTo>
                      <a:pt x="36" y="164"/>
                    </a:lnTo>
                    <a:lnTo>
                      <a:pt x="32" y="164"/>
                    </a:lnTo>
                    <a:lnTo>
                      <a:pt x="32" y="162"/>
                    </a:lnTo>
                    <a:lnTo>
                      <a:pt x="30" y="162"/>
                    </a:lnTo>
                    <a:lnTo>
                      <a:pt x="30" y="158"/>
                    </a:lnTo>
                    <a:lnTo>
                      <a:pt x="30" y="154"/>
                    </a:lnTo>
                    <a:lnTo>
                      <a:pt x="30" y="150"/>
                    </a:lnTo>
                    <a:lnTo>
                      <a:pt x="26" y="150"/>
                    </a:lnTo>
                    <a:lnTo>
                      <a:pt x="26" y="146"/>
                    </a:lnTo>
                    <a:lnTo>
                      <a:pt x="26" y="142"/>
                    </a:lnTo>
                    <a:lnTo>
                      <a:pt x="22" y="142"/>
                    </a:lnTo>
                    <a:lnTo>
                      <a:pt x="22" y="138"/>
                    </a:lnTo>
                    <a:lnTo>
                      <a:pt x="18" y="138"/>
                    </a:lnTo>
                    <a:lnTo>
                      <a:pt x="18" y="136"/>
                    </a:lnTo>
                    <a:lnTo>
                      <a:pt x="14" y="132"/>
                    </a:lnTo>
                    <a:lnTo>
                      <a:pt x="14" y="128"/>
                    </a:lnTo>
                    <a:lnTo>
                      <a:pt x="10" y="124"/>
                    </a:lnTo>
                    <a:lnTo>
                      <a:pt x="6" y="124"/>
                    </a:lnTo>
                    <a:lnTo>
                      <a:pt x="4" y="124"/>
                    </a:lnTo>
                    <a:lnTo>
                      <a:pt x="0" y="124"/>
                    </a:lnTo>
                    <a:lnTo>
                      <a:pt x="0" y="120"/>
                    </a:lnTo>
                    <a:lnTo>
                      <a:pt x="4" y="116"/>
                    </a:lnTo>
                    <a:lnTo>
                      <a:pt x="4" y="112"/>
                    </a:lnTo>
                    <a:lnTo>
                      <a:pt x="6" y="112"/>
                    </a:lnTo>
                    <a:lnTo>
                      <a:pt x="10" y="112"/>
                    </a:lnTo>
                    <a:lnTo>
                      <a:pt x="14" y="112"/>
                    </a:lnTo>
                    <a:lnTo>
                      <a:pt x="14" y="110"/>
                    </a:lnTo>
                    <a:lnTo>
                      <a:pt x="18" y="106"/>
                    </a:lnTo>
                    <a:lnTo>
                      <a:pt x="18" y="102"/>
                    </a:lnTo>
                    <a:lnTo>
                      <a:pt x="14" y="94"/>
                    </a:lnTo>
                    <a:lnTo>
                      <a:pt x="18" y="90"/>
                    </a:lnTo>
                    <a:lnTo>
                      <a:pt x="18" y="86"/>
                    </a:lnTo>
                    <a:lnTo>
                      <a:pt x="18" y="82"/>
                    </a:lnTo>
                    <a:lnTo>
                      <a:pt x="18" y="80"/>
                    </a:lnTo>
                    <a:lnTo>
                      <a:pt x="18" y="76"/>
                    </a:lnTo>
                    <a:lnTo>
                      <a:pt x="22" y="72"/>
                    </a:lnTo>
                    <a:lnTo>
                      <a:pt x="22" y="68"/>
                    </a:lnTo>
                    <a:lnTo>
                      <a:pt x="26" y="72"/>
                    </a:lnTo>
                    <a:lnTo>
                      <a:pt x="30" y="72"/>
                    </a:lnTo>
                    <a:lnTo>
                      <a:pt x="30" y="68"/>
                    </a:lnTo>
                    <a:lnTo>
                      <a:pt x="30" y="64"/>
                    </a:lnTo>
                    <a:lnTo>
                      <a:pt x="30" y="60"/>
                    </a:lnTo>
                    <a:lnTo>
                      <a:pt x="30" y="56"/>
                    </a:lnTo>
                    <a:lnTo>
                      <a:pt x="30" y="54"/>
                    </a:lnTo>
                    <a:lnTo>
                      <a:pt x="32" y="54"/>
                    </a:lnTo>
                    <a:lnTo>
                      <a:pt x="32" y="50"/>
                    </a:lnTo>
                    <a:lnTo>
                      <a:pt x="36" y="42"/>
                    </a:lnTo>
                    <a:lnTo>
                      <a:pt x="36" y="38"/>
                    </a:lnTo>
                    <a:lnTo>
                      <a:pt x="40" y="38"/>
                    </a:lnTo>
                    <a:lnTo>
                      <a:pt x="44" y="38"/>
                    </a:lnTo>
                    <a:lnTo>
                      <a:pt x="44" y="34"/>
                    </a:lnTo>
                    <a:lnTo>
                      <a:pt x="48" y="26"/>
                    </a:lnTo>
                    <a:lnTo>
                      <a:pt x="48" y="24"/>
                    </a:lnTo>
                    <a:lnTo>
                      <a:pt x="48" y="20"/>
                    </a:lnTo>
                    <a:lnTo>
                      <a:pt x="48" y="16"/>
                    </a:lnTo>
                    <a:lnTo>
                      <a:pt x="52" y="12"/>
                    </a:lnTo>
                    <a:lnTo>
                      <a:pt x="56" y="12"/>
                    </a:lnTo>
                    <a:lnTo>
                      <a:pt x="60" y="12"/>
                    </a:lnTo>
                    <a:lnTo>
                      <a:pt x="60" y="8"/>
                    </a:lnTo>
                    <a:lnTo>
                      <a:pt x="62" y="8"/>
                    </a:lnTo>
                    <a:lnTo>
                      <a:pt x="62" y="12"/>
                    </a:lnTo>
                    <a:lnTo>
                      <a:pt x="62" y="16"/>
                    </a:lnTo>
                    <a:lnTo>
                      <a:pt x="66" y="16"/>
                    </a:lnTo>
                    <a:lnTo>
                      <a:pt x="66" y="8"/>
                    </a:lnTo>
                    <a:lnTo>
                      <a:pt x="70" y="4"/>
                    </a:lnTo>
                    <a:lnTo>
                      <a:pt x="70" y="0"/>
                    </a:lnTo>
                    <a:lnTo>
                      <a:pt x="70" y="4"/>
                    </a:lnTo>
                    <a:lnTo>
                      <a:pt x="74" y="4"/>
                    </a:lnTo>
                    <a:lnTo>
                      <a:pt x="74" y="8"/>
                    </a:lnTo>
                    <a:lnTo>
                      <a:pt x="78" y="8"/>
                    </a:lnTo>
                    <a:lnTo>
                      <a:pt x="82" y="8"/>
                    </a:lnTo>
                    <a:lnTo>
                      <a:pt x="86" y="8"/>
                    </a:lnTo>
                    <a:lnTo>
                      <a:pt x="86" y="4"/>
                    </a:lnTo>
                    <a:lnTo>
                      <a:pt x="90" y="4"/>
                    </a:lnTo>
                    <a:lnTo>
                      <a:pt x="90" y="8"/>
                    </a:lnTo>
                    <a:lnTo>
                      <a:pt x="92" y="8"/>
                    </a:lnTo>
                    <a:lnTo>
                      <a:pt x="92" y="4"/>
                    </a:lnTo>
                    <a:lnTo>
                      <a:pt x="92" y="8"/>
                    </a:lnTo>
                    <a:lnTo>
                      <a:pt x="96" y="8"/>
                    </a:lnTo>
                    <a:lnTo>
                      <a:pt x="100" y="8"/>
                    </a:lnTo>
                    <a:lnTo>
                      <a:pt x="104" y="8"/>
                    </a:lnTo>
                    <a:lnTo>
                      <a:pt x="104" y="12"/>
                    </a:lnTo>
                    <a:lnTo>
                      <a:pt x="108" y="12"/>
                    </a:lnTo>
                    <a:lnTo>
                      <a:pt x="112" y="12"/>
                    </a:lnTo>
                    <a:lnTo>
                      <a:pt x="112" y="16"/>
                    </a:lnTo>
                    <a:lnTo>
                      <a:pt x="116" y="16"/>
                    </a:lnTo>
                    <a:lnTo>
                      <a:pt x="116" y="20"/>
                    </a:lnTo>
                    <a:lnTo>
                      <a:pt x="116" y="24"/>
                    </a:lnTo>
                    <a:lnTo>
                      <a:pt x="118" y="26"/>
                    </a:lnTo>
                    <a:lnTo>
                      <a:pt x="122" y="26"/>
                    </a:lnTo>
                    <a:lnTo>
                      <a:pt x="122" y="30"/>
                    </a:lnTo>
                    <a:lnTo>
                      <a:pt x="126" y="30"/>
                    </a:lnTo>
                    <a:lnTo>
                      <a:pt x="126" y="34"/>
                    </a:lnTo>
                    <a:lnTo>
                      <a:pt x="130" y="34"/>
                    </a:lnTo>
                    <a:lnTo>
                      <a:pt x="130" y="38"/>
                    </a:lnTo>
                    <a:lnTo>
                      <a:pt x="130" y="42"/>
                    </a:lnTo>
                    <a:lnTo>
                      <a:pt x="134" y="42"/>
                    </a:lnTo>
                    <a:lnTo>
                      <a:pt x="134" y="46"/>
                    </a:lnTo>
                    <a:lnTo>
                      <a:pt x="130" y="46"/>
                    </a:lnTo>
                    <a:lnTo>
                      <a:pt x="130" y="50"/>
                    </a:lnTo>
                    <a:lnTo>
                      <a:pt x="126" y="54"/>
                    </a:lnTo>
                    <a:lnTo>
                      <a:pt x="126" y="56"/>
                    </a:lnTo>
                    <a:lnTo>
                      <a:pt x="122" y="60"/>
                    </a:lnTo>
                    <a:lnTo>
                      <a:pt x="126" y="60"/>
                    </a:lnTo>
                    <a:lnTo>
                      <a:pt x="126" y="64"/>
                    </a:lnTo>
                    <a:lnTo>
                      <a:pt x="126" y="68"/>
                    </a:lnTo>
                    <a:lnTo>
                      <a:pt x="130" y="68"/>
                    </a:lnTo>
                    <a:lnTo>
                      <a:pt x="134" y="68"/>
                    </a:lnTo>
                    <a:lnTo>
                      <a:pt x="138" y="68"/>
                    </a:lnTo>
                    <a:lnTo>
                      <a:pt x="142" y="68"/>
                    </a:lnTo>
                    <a:lnTo>
                      <a:pt x="142" y="72"/>
                    </a:lnTo>
                    <a:lnTo>
                      <a:pt x="138" y="72"/>
                    </a:lnTo>
                    <a:lnTo>
                      <a:pt x="138" y="76"/>
                    </a:lnTo>
                    <a:lnTo>
                      <a:pt x="138" y="80"/>
                    </a:lnTo>
                    <a:lnTo>
                      <a:pt x="142" y="82"/>
                    </a:lnTo>
                    <a:lnTo>
                      <a:pt x="142" y="86"/>
                    </a:lnTo>
                    <a:lnTo>
                      <a:pt x="146" y="86"/>
                    </a:lnTo>
                    <a:lnTo>
                      <a:pt x="146" y="90"/>
                    </a:lnTo>
                    <a:lnTo>
                      <a:pt x="148" y="94"/>
                    </a:lnTo>
                    <a:lnTo>
                      <a:pt x="148" y="98"/>
                    </a:lnTo>
                    <a:lnTo>
                      <a:pt x="152" y="98"/>
                    </a:lnTo>
                    <a:lnTo>
                      <a:pt x="156" y="102"/>
                    </a:lnTo>
                    <a:lnTo>
                      <a:pt x="164" y="106"/>
                    </a:lnTo>
                    <a:lnTo>
                      <a:pt x="172" y="110"/>
                    </a:lnTo>
                    <a:lnTo>
                      <a:pt x="176" y="110"/>
                    </a:lnTo>
                    <a:lnTo>
                      <a:pt x="178" y="112"/>
                    </a:lnTo>
                    <a:lnTo>
                      <a:pt x="186" y="112"/>
                    </a:lnTo>
                    <a:lnTo>
                      <a:pt x="190" y="116"/>
                    </a:lnTo>
                    <a:lnTo>
                      <a:pt x="194" y="116"/>
                    </a:lnTo>
                    <a:lnTo>
                      <a:pt x="198" y="116"/>
                    </a:lnTo>
                    <a:lnTo>
                      <a:pt x="198" y="120"/>
                    </a:lnTo>
                    <a:lnTo>
                      <a:pt x="202" y="120"/>
                    </a:lnTo>
                    <a:lnTo>
                      <a:pt x="208" y="120"/>
                    </a:lnTo>
                    <a:lnTo>
                      <a:pt x="212" y="120"/>
                    </a:lnTo>
                    <a:lnTo>
                      <a:pt x="208" y="124"/>
                    </a:lnTo>
                    <a:lnTo>
                      <a:pt x="204" y="128"/>
                    </a:lnTo>
                    <a:lnTo>
                      <a:pt x="198" y="136"/>
                    </a:lnTo>
                    <a:lnTo>
                      <a:pt x="194" y="142"/>
                    </a:lnTo>
                    <a:lnTo>
                      <a:pt x="186" y="150"/>
                    </a:lnTo>
                    <a:lnTo>
                      <a:pt x="186" y="154"/>
                    </a:lnTo>
                    <a:lnTo>
                      <a:pt x="182" y="154"/>
                    </a:lnTo>
                    <a:lnTo>
                      <a:pt x="178" y="158"/>
                    </a:lnTo>
                    <a:lnTo>
                      <a:pt x="178" y="162"/>
                    </a:lnTo>
                    <a:lnTo>
                      <a:pt x="178" y="162"/>
                    </a:lnTo>
                    <a:lnTo>
                      <a:pt x="178" y="16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2" name="Freeform 146"/>
              <p:cNvSpPr>
                <a:spLocks noEditPoints="1"/>
              </p:cNvSpPr>
              <p:nvPr/>
            </p:nvSpPr>
            <p:spPr bwMode="gray">
              <a:xfrm>
                <a:off x="5012145" y="4453600"/>
                <a:ext cx="146098" cy="180882"/>
              </a:xfrm>
              <a:custGeom>
                <a:avLst/>
                <a:gdLst>
                  <a:gd name="T0" fmla="*/ 46 w 84"/>
                  <a:gd name="T1" fmla="*/ 90 h 104"/>
                  <a:gd name="T2" fmla="*/ 46 w 84"/>
                  <a:gd name="T3" fmla="*/ 96 h 104"/>
                  <a:gd name="T4" fmla="*/ 46 w 84"/>
                  <a:gd name="T5" fmla="*/ 100 h 104"/>
                  <a:gd name="T6" fmla="*/ 42 w 84"/>
                  <a:gd name="T7" fmla="*/ 100 h 104"/>
                  <a:gd name="T8" fmla="*/ 34 w 84"/>
                  <a:gd name="T9" fmla="*/ 104 h 104"/>
                  <a:gd name="T10" fmla="*/ 30 w 84"/>
                  <a:gd name="T11" fmla="*/ 100 h 104"/>
                  <a:gd name="T12" fmla="*/ 26 w 84"/>
                  <a:gd name="T13" fmla="*/ 92 h 104"/>
                  <a:gd name="T14" fmla="*/ 20 w 84"/>
                  <a:gd name="T15" fmla="*/ 86 h 104"/>
                  <a:gd name="T16" fmla="*/ 16 w 84"/>
                  <a:gd name="T17" fmla="*/ 82 h 104"/>
                  <a:gd name="T18" fmla="*/ 20 w 84"/>
                  <a:gd name="T19" fmla="*/ 82 h 104"/>
                  <a:gd name="T20" fmla="*/ 16 w 84"/>
                  <a:gd name="T21" fmla="*/ 82 h 104"/>
                  <a:gd name="T22" fmla="*/ 12 w 84"/>
                  <a:gd name="T23" fmla="*/ 74 h 104"/>
                  <a:gd name="T24" fmla="*/ 12 w 84"/>
                  <a:gd name="T25" fmla="*/ 74 h 104"/>
                  <a:gd name="T26" fmla="*/ 8 w 84"/>
                  <a:gd name="T27" fmla="*/ 70 h 104"/>
                  <a:gd name="T28" fmla="*/ 8 w 84"/>
                  <a:gd name="T29" fmla="*/ 68 h 104"/>
                  <a:gd name="T30" fmla="*/ 4 w 84"/>
                  <a:gd name="T31" fmla="*/ 60 h 104"/>
                  <a:gd name="T32" fmla="*/ 12 w 84"/>
                  <a:gd name="T33" fmla="*/ 68 h 104"/>
                  <a:gd name="T34" fmla="*/ 12 w 84"/>
                  <a:gd name="T35" fmla="*/ 68 h 104"/>
                  <a:gd name="T36" fmla="*/ 8 w 84"/>
                  <a:gd name="T37" fmla="*/ 64 h 104"/>
                  <a:gd name="T38" fmla="*/ 4 w 84"/>
                  <a:gd name="T39" fmla="*/ 64 h 104"/>
                  <a:gd name="T40" fmla="*/ 0 w 84"/>
                  <a:gd name="T41" fmla="*/ 48 h 104"/>
                  <a:gd name="T42" fmla="*/ 4 w 84"/>
                  <a:gd name="T43" fmla="*/ 52 h 104"/>
                  <a:gd name="T44" fmla="*/ 8 w 84"/>
                  <a:gd name="T45" fmla="*/ 44 h 104"/>
                  <a:gd name="T46" fmla="*/ 8 w 84"/>
                  <a:gd name="T47" fmla="*/ 40 h 104"/>
                  <a:gd name="T48" fmla="*/ 8 w 84"/>
                  <a:gd name="T49" fmla="*/ 38 h 104"/>
                  <a:gd name="T50" fmla="*/ 12 w 84"/>
                  <a:gd name="T51" fmla="*/ 38 h 104"/>
                  <a:gd name="T52" fmla="*/ 16 w 84"/>
                  <a:gd name="T53" fmla="*/ 38 h 104"/>
                  <a:gd name="T54" fmla="*/ 12 w 84"/>
                  <a:gd name="T55" fmla="*/ 30 h 104"/>
                  <a:gd name="T56" fmla="*/ 12 w 84"/>
                  <a:gd name="T57" fmla="*/ 30 h 104"/>
                  <a:gd name="T58" fmla="*/ 16 w 84"/>
                  <a:gd name="T59" fmla="*/ 26 h 104"/>
                  <a:gd name="T60" fmla="*/ 16 w 84"/>
                  <a:gd name="T61" fmla="*/ 22 h 104"/>
                  <a:gd name="T62" fmla="*/ 20 w 84"/>
                  <a:gd name="T63" fmla="*/ 22 h 104"/>
                  <a:gd name="T64" fmla="*/ 26 w 84"/>
                  <a:gd name="T65" fmla="*/ 22 h 104"/>
                  <a:gd name="T66" fmla="*/ 38 w 84"/>
                  <a:gd name="T67" fmla="*/ 10 h 104"/>
                  <a:gd name="T68" fmla="*/ 38 w 84"/>
                  <a:gd name="T69" fmla="*/ 0 h 104"/>
                  <a:gd name="T70" fmla="*/ 54 w 84"/>
                  <a:gd name="T71" fmla="*/ 0 h 104"/>
                  <a:gd name="T72" fmla="*/ 64 w 84"/>
                  <a:gd name="T73" fmla="*/ 0 h 104"/>
                  <a:gd name="T74" fmla="*/ 64 w 84"/>
                  <a:gd name="T75" fmla="*/ 4 h 104"/>
                  <a:gd name="T76" fmla="*/ 64 w 84"/>
                  <a:gd name="T77" fmla="*/ 10 h 104"/>
                  <a:gd name="T78" fmla="*/ 64 w 84"/>
                  <a:gd name="T79" fmla="*/ 18 h 104"/>
                  <a:gd name="T80" fmla="*/ 72 w 84"/>
                  <a:gd name="T81" fmla="*/ 14 h 104"/>
                  <a:gd name="T82" fmla="*/ 80 w 84"/>
                  <a:gd name="T83" fmla="*/ 14 h 104"/>
                  <a:gd name="T84" fmla="*/ 84 w 84"/>
                  <a:gd name="T85" fmla="*/ 22 h 104"/>
                  <a:gd name="T86" fmla="*/ 76 w 84"/>
                  <a:gd name="T87" fmla="*/ 30 h 104"/>
                  <a:gd name="T88" fmla="*/ 76 w 84"/>
                  <a:gd name="T89" fmla="*/ 40 h 104"/>
                  <a:gd name="T90" fmla="*/ 80 w 84"/>
                  <a:gd name="T91" fmla="*/ 44 h 104"/>
                  <a:gd name="T92" fmla="*/ 84 w 84"/>
                  <a:gd name="T93" fmla="*/ 48 h 104"/>
                  <a:gd name="T94" fmla="*/ 84 w 84"/>
                  <a:gd name="T95" fmla="*/ 60 h 104"/>
                  <a:gd name="T96" fmla="*/ 84 w 84"/>
                  <a:gd name="T97" fmla="*/ 70 h 104"/>
                  <a:gd name="T98" fmla="*/ 80 w 84"/>
                  <a:gd name="T99" fmla="*/ 74 h 104"/>
                  <a:gd name="T100" fmla="*/ 76 w 84"/>
                  <a:gd name="T101" fmla="*/ 82 h 104"/>
                  <a:gd name="T102" fmla="*/ 72 w 84"/>
                  <a:gd name="T103" fmla="*/ 78 h 104"/>
                  <a:gd name="T104" fmla="*/ 64 w 84"/>
                  <a:gd name="T105" fmla="*/ 78 h 104"/>
                  <a:gd name="T106" fmla="*/ 60 w 84"/>
                  <a:gd name="T107" fmla="*/ 78 h 104"/>
                  <a:gd name="T108" fmla="*/ 56 w 84"/>
                  <a:gd name="T109" fmla="*/ 70 h 104"/>
                  <a:gd name="T110" fmla="*/ 54 w 84"/>
                  <a:gd name="T111" fmla="*/ 74 h 104"/>
                  <a:gd name="T112" fmla="*/ 50 w 84"/>
                  <a:gd name="T113" fmla="*/ 78 h 104"/>
                  <a:gd name="T114" fmla="*/ 42 w 84"/>
                  <a:gd name="T115" fmla="*/ 78 h 104"/>
                  <a:gd name="T116" fmla="*/ 42 w 84"/>
                  <a:gd name="T117" fmla="*/ 86 h 104"/>
                  <a:gd name="T118" fmla="*/ 4 w 84"/>
                  <a:gd name="T119" fmla="*/ 52 h 104"/>
                  <a:gd name="T120" fmla="*/ 4 w 84"/>
                  <a:gd name="T121" fmla="*/ 52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84" h="104">
                    <a:moveTo>
                      <a:pt x="42" y="86"/>
                    </a:moveTo>
                    <a:lnTo>
                      <a:pt x="42" y="86"/>
                    </a:lnTo>
                    <a:lnTo>
                      <a:pt x="42" y="90"/>
                    </a:lnTo>
                    <a:lnTo>
                      <a:pt x="42" y="90"/>
                    </a:lnTo>
                    <a:lnTo>
                      <a:pt x="42" y="86"/>
                    </a:lnTo>
                    <a:lnTo>
                      <a:pt x="46" y="90"/>
                    </a:lnTo>
                    <a:lnTo>
                      <a:pt x="46" y="90"/>
                    </a:lnTo>
                    <a:lnTo>
                      <a:pt x="46" y="90"/>
                    </a:lnTo>
                    <a:lnTo>
                      <a:pt x="46" y="90"/>
                    </a:lnTo>
                    <a:lnTo>
                      <a:pt x="42" y="92"/>
                    </a:lnTo>
                    <a:lnTo>
                      <a:pt x="42" y="92"/>
                    </a:lnTo>
                    <a:lnTo>
                      <a:pt x="42" y="92"/>
                    </a:lnTo>
                    <a:lnTo>
                      <a:pt x="46" y="92"/>
                    </a:lnTo>
                    <a:lnTo>
                      <a:pt x="46" y="92"/>
                    </a:lnTo>
                    <a:lnTo>
                      <a:pt x="46" y="92"/>
                    </a:lnTo>
                    <a:lnTo>
                      <a:pt x="46" y="96"/>
                    </a:lnTo>
                    <a:lnTo>
                      <a:pt x="46" y="96"/>
                    </a:lnTo>
                    <a:lnTo>
                      <a:pt x="46" y="96"/>
                    </a:lnTo>
                    <a:lnTo>
                      <a:pt x="46" y="96"/>
                    </a:lnTo>
                    <a:lnTo>
                      <a:pt x="46" y="96"/>
                    </a:lnTo>
                    <a:lnTo>
                      <a:pt x="46" y="96"/>
                    </a:lnTo>
                    <a:lnTo>
                      <a:pt x="46" y="100"/>
                    </a:lnTo>
                    <a:lnTo>
                      <a:pt x="46" y="100"/>
                    </a:lnTo>
                    <a:lnTo>
                      <a:pt x="46" y="100"/>
                    </a:lnTo>
                    <a:lnTo>
                      <a:pt x="46" y="100"/>
                    </a:lnTo>
                    <a:lnTo>
                      <a:pt x="46" y="100"/>
                    </a:lnTo>
                    <a:lnTo>
                      <a:pt x="46" y="100"/>
                    </a:lnTo>
                    <a:lnTo>
                      <a:pt x="46" y="100"/>
                    </a:lnTo>
                    <a:lnTo>
                      <a:pt x="46" y="100"/>
                    </a:lnTo>
                    <a:lnTo>
                      <a:pt x="46" y="100"/>
                    </a:lnTo>
                    <a:lnTo>
                      <a:pt x="42" y="100"/>
                    </a:lnTo>
                    <a:lnTo>
                      <a:pt x="42" y="100"/>
                    </a:lnTo>
                    <a:lnTo>
                      <a:pt x="42" y="100"/>
                    </a:lnTo>
                    <a:lnTo>
                      <a:pt x="42" y="100"/>
                    </a:lnTo>
                    <a:lnTo>
                      <a:pt x="42" y="100"/>
                    </a:lnTo>
                    <a:lnTo>
                      <a:pt x="42" y="100"/>
                    </a:lnTo>
                    <a:lnTo>
                      <a:pt x="38" y="100"/>
                    </a:lnTo>
                    <a:lnTo>
                      <a:pt x="38" y="100"/>
                    </a:lnTo>
                    <a:lnTo>
                      <a:pt x="34" y="104"/>
                    </a:lnTo>
                    <a:lnTo>
                      <a:pt x="34" y="104"/>
                    </a:lnTo>
                    <a:lnTo>
                      <a:pt x="34" y="104"/>
                    </a:lnTo>
                    <a:lnTo>
                      <a:pt x="34" y="104"/>
                    </a:lnTo>
                    <a:lnTo>
                      <a:pt x="34" y="104"/>
                    </a:lnTo>
                    <a:lnTo>
                      <a:pt x="34" y="104"/>
                    </a:lnTo>
                    <a:lnTo>
                      <a:pt x="34" y="104"/>
                    </a:lnTo>
                    <a:lnTo>
                      <a:pt x="34" y="100"/>
                    </a:lnTo>
                    <a:lnTo>
                      <a:pt x="34" y="100"/>
                    </a:lnTo>
                    <a:lnTo>
                      <a:pt x="30" y="100"/>
                    </a:lnTo>
                    <a:lnTo>
                      <a:pt x="30" y="100"/>
                    </a:lnTo>
                    <a:lnTo>
                      <a:pt x="30" y="100"/>
                    </a:lnTo>
                    <a:lnTo>
                      <a:pt x="30" y="100"/>
                    </a:lnTo>
                    <a:lnTo>
                      <a:pt x="30" y="96"/>
                    </a:lnTo>
                    <a:lnTo>
                      <a:pt x="26" y="96"/>
                    </a:lnTo>
                    <a:lnTo>
                      <a:pt x="26" y="96"/>
                    </a:lnTo>
                    <a:lnTo>
                      <a:pt x="26" y="96"/>
                    </a:lnTo>
                    <a:lnTo>
                      <a:pt x="26" y="92"/>
                    </a:lnTo>
                    <a:lnTo>
                      <a:pt x="26" y="92"/>
                    </a:lnTo>
                    <a:lnTo>
                      <a:pt x="24" y="90"/>
                    </a:lnTo>
                    <a:lnTo>
                      <a:pt x="24" y="90"/>
                    </a:lnTo>
                    <a:lnTo>
                      <a:pt x="24" y="90"/>
                    </a:lnTo>
                    <a:lnTo>
                      <a:pt x="20" y="86"/>
                    </a:lnTo>
                    <a:lnTo>
                      <a:pt x="20" y="86"/>
                    </a:lnTo>
                    <a:lnTo>
                      <a:pt x="20" y="86"/>
                    </a:lnTo>
                    <a:lnTo>
                      <a:pt x="20" y="86"/>
                    </a:lnTo>
                    <a:lnTo>
                      <a:pt x="20" y="86"/>
                    </a:lnTo>
                    <a:lnTo>
                      <a:pt x="20" y="86"/>
                    </a:lnTo>
                    <a:lnTo>
                      <a:pt x="16" y="82"/>
                    </a:lnTo>
                    <a:lnTo>
                      <a:pt x="16" y="82"/>
                    </a:lnTo>
                    <a:lnTo>
                      <a:pt x="16" y="82"/>
                    </a:lnTo>
                    <a:lnTo>
                      <a:pt x="16" y="82"/>
                    </a:lnTo>
                    <a:lnTo>
                      <a:pt x="16" y="82"/>
                    </a:lnTo>
                    <a:lnTo>
                      <a:pt x="16" y="82"/>
                    </a:lnTo>
                    <a:lnTo>
                      <a:pt x="20" y="82"/>
                    </a:lnTo>
                    <a:lnTo>
                      <a:pt x="20" y="82"/>
                    </a:lnTo>
                    <a:lnTo>
                      <a:pt x="20" y="86"/>
                    </a:lnTo>
                    <a:lnTo>
                      <a:pt x="24" y="82"/>
                    </a:lnTo>
                    <a:lnTo>
                      <a:pt x="20" y="82"/>
                    </a:lnTo>
                    <a:lnTo>
                      <a:pt x="20" y="82"/>
                    </a:lnTo>
                    <a:lnTo>
                      <a:pt x="20" y="82"/>
                    </a:lnTo>
                    <a:lnTo>
                      <a:pt x="20" y="82"/>
                    </a:lnTo>
                    <a:lnTo>
                      <a:pt x="20" y="82"/>
                    </a:lnTo>
                    <a:lnTo>
                      <a:pt x="20" y="82"/>
                    </a:lnTo>
                    <a:lnTo>
                      <a:pt x="16" y="82"/>
                    </a:lnTo>
                    <a:lnTo>
                      <a:pt x="16" y="82"/>
                    </a:lnTo>
                    <a:lnTo>
                      <a:pt x="16" y="82"/>
                    </a:lnTo>
                    <a:lnTo>
                      <a:pt x="16" y="82"/>
                    </a:lnTo>
                    <a:lnTo>
                      <a:pt x="16" y="82"/>
                    </a:lnTo>
                    <a:lnTo>
                      <a:pt x="16" y="82"/>
                    </a:lnTo>
                    <a:lnTo>
                      <a:pt x="16" y="78"/>
                    </a:lnTo>
                    <a:lnTo>
                      <a:pt x="12" y="78"/>
                    </a:lnTo>
                    <a:lnTo>
                      <a:pt x="12" y="78"/>
                    </a:lnTo>
                    <a:lnTo>
                      <a:pt x="12" y="78"/>
                    </a:lnTo>
                    <a:lnTo>
                      <a:pt x="12" y="78"/>
                    </a:lnTo>
                    <a:lnTo>
                      <a:pt x="12" y="78"/>
                    </a:lnTo>
                    <a:lnTo>
                      <a:pt x="12" y="78"/>
                    </a:lnTo>
                    <a:lnTo>
                      <a:pt x="12" y="74"/>
                    </a:lnTo>
                    <a:lnTo>
                      <a:pt x="12" y="74"/>
                    </a:lnTo>
                    <a:lnTo>
                      <a:pt x="12" y="74"/>
                    </a:lnTo>
                    <a:lnTo>
                      <a:pt x="12" y="74"/>
                    </a:lnTo>
                    <a:lnTo>
                      <a:pt x="12" y="74"/>
                    </a:lnTo>
                    <a:lnTo>
                      <a:pt x="8" y="70"/>
                    </a:lnTo>
                    <a:lnTo>
                      <a:pt x="8" y="70"/>
                    </a:lnTo>
                    <a:lnTo>
                      <a:pt x="12" y="70"/>
                    </a:lnTo>
                    <a:lnTo>
                      <a:pt x="12" y="74"/>
                    </a:lnTo>
                    <a:lnTo>
                      <a:pt x="12" y="74"/>
                    </a:lnTo>
                    <a:lnTo>
                      <a:pt x="12" y="74"/>
                    </a:lnTo>
                    <a:lnTo>
                      <a:pt x="12" y="74"/>
                    </a:lnTo>
                    <a:lnTo>
                      <a:pt x="12" y="74"/>
                    </a:lnTo>
                    <a:lnTo>
                      <a:pt x="12" y="70"/>
                    </a:lnTo>
                    <a:lnTo>
                      <a:pt x="12" y="70"/>
                    </a:lnTo>
                    <a:lnTo>
                      <a:pt x="12" y="70"/>
                    </a:lnTo>
                    <a:lnTo>
                      <a:pt x="8" y="70"/>
                    </a:lnTo>
                    <a:lnTo>
                      <a:pt x="8" y="70"/>
                    </a:lnTo>
                    <a:lnTo>
                      <a:pt x="8" y="70"/>
                    </a:lnTo>
                    <a:lnTo>
                      <a:pt x="8" y="70"/>
                    </a:lnTo>
                    <a:lnTo>
                      <a:pt x="8" y="70"/>
                    </a:lnTo>
                    <a:lnTo>
                      <a:pt x="8" y="68"/>
                    </a:lnTo>
                    <a:lnTo>
                      <a:pt x="8" y="68"/>
                    </a:lnTo>
                    <a:lnTo>
                      <a:pt x="8" y="68"/>
                    </a:lnTo>
                    <a:lnTo>
                      <a:pt x="8" y="68"/>
                    </a:lnTo>
                    <a:lnTo>
                      <a:pt x="8" y="68"/>
                    </a:lnTo>
                    <a:lnTo>
                      <a:pt x="8" y="64"/>
                    </a:lnTo>
                    <a:lnTo>
                      <a:pt x="4" y="64"/>
                    </a:lnTo>
                    <a:lnTo>
                      <a:pt x="4" y="64"/>
                    </a:lnTo>
                    <a:lnTo>
                      <a:pt x="4" y="64"/>
                    </a:lnTo>
                    <a:lnTo>
                      <a:pt x="4" y="60"/>
                    </a:lnTo>
                    <a:lnTo>
                      <a:pt x="4" y="60"/>
                    </a:lnTo>
                    <a:lnTo>
                      <a:pt x="4" y="60"/>
                    </a:lnTo>
                    <a:lnTo>
                      <a:pt x="4" y="60"/>
                    </a:lnTo>
                    <a:lnTo>
                      <a:pt x="4" y="64"/>
                    </a:lnTo>
                    <a:lnTo>
                      <a:pt x="4" y="64"/>
                    </a:lnTo>
                    <a:lnTo>
                      <a:pt x="8" y="64"/>
                    </a:lnTo>
                    <a:lnTo>
                      <a:pt x="8" y="68"/>
                    </a:lnTo>
                    <a:lnTo>
                      <a:pt x="8" y="68"/>
                    </a:lnTo>
                    <a:lnTo>
                      <a:pt x="12" y="68"/>
                    </a:lnTo>
                    <a:lnTo>
                      <a:pt x="12" y="68"/>
                    </a:lnTo>
                    <a:lnTo>
                      <a:pt x="12" y="68"/>
                    </a:lnTo>
                    <a:lnTo>
                      <a:pt x="12" y="68"/>
                    </a:lnTo>
                    <a:lnTo>
                      <a:pt x="12" y="68"/>
                    </a:lnTo>
                    <a:lnTo>
                      <a:pt x="12" y="68"/>
                    </a:lnTo>
                    <a:lnTo>
                      <a:pt x="12" y="68"/>
                    </a:lnTo>
                    <a:lnTo>
                      <a:pt x="12" y="68"/>
                    </a:lnTo>
                    <a:lnTo>
                      <a:pt x="12" y="64"/>
                    </a:lnTo>
                    <a:lnTo>
                      <a:pt x="12" y="68"/>
                    </a:lnTo>
                    <a:lnTo>
                      <a:pt x="8" y="68"/>
                    </a:lnTo>
                    <a:lnTo>
                      <a:pt x="8" y="68"/>
                    </a:lnTo>
                    <a:lnTo>
                      <a:pt x="8" y="68"/>
                    </a:lnTo>
                    <a:lnTo>
                      <a:pt x="8" y="64"/>
                    </a:lnTo>
                    <a:lnTo>
                      <a:pt x="8" y="64"/>
                    </a:lnTo>
                    <a:lnTo>
                      <a:pt x="8" y="64"/>
                    </a:lnTo>
                    <a:lnTo>
                      <a:pt x="8" y="64"/>
                    </a:lnTo>
                    <a:lnTo>
                      <a:pt x="8" y="64"/>
                    </a:lnTo>
                    <a:lnTo>
                      <a:pt x="8" y="60"/>
                    </a:lnTo>
                    <a:lnTo>
                      <a:pt x="8" y="60"/>
                    </a:lnTo>
                    <a:lnTo>
                      <a:pt x="8" y="64"/>
                    </a:lnTo>
                    <a:lnTo>
                      <a:pt x="8" y="64"/>
                    </a:lnTo>
                    <a:lnTo>
                      <a:pt x="8" y="64"/>
                    </a:lnTo>
                    <a:lnTo>
                      <a:pt x="8" y="64"/>
                    </a:lnTo>
                    <a:lnTo>
                      <a:pt x="8" y="64"/>
                    </a:lnTo>
                    <a:lnTo>
                      <a:pt x="4" y="64"/>
                    </a:lnTo>
                    <a:lnTo>
                      <a:pt x="4" y="60"/>
                    </a:lnTo>
                    <a:lnTo>
                      <a:pt x="4" y="60"/>
                    </a:lnTo>
                    <a:lnTo>
                      <a:pt x="4" y="60"/>
                    </a:lnTo>
                    <a:lnTo>
                      <a:pt x="4" y="60"/>
                    </a:lnTo>
                    <a:lnTo>
                      <a:pt x="4" y="56"/>
                    </a:lnTo>
                    <a:lnTo>
                      <a:pt x="0" y="52"/>
                    </a:lnTo>
                    <a:lnTo>
                      <a:pt x="0" y="52"/>
                    </a:lnTo>
                    <a:lnTo>
                      <a:pt x="0" y="48"/>
                    </a:lnTo>
                    <a:lnTo>
                      <a:pt x="0" y="48"/>
                    </a:lnTo>
                    <a:lnTo>
                      <a:pt x="0" y="48"/>
                    </a:lnTo>
                    <a:lnTo>
                      <a:pt x="0" y="48"/>
                    </a:lnTo>
                    <a:lnTo>
                      <a:pt x="0" y="48"/>
                    </a:lnTo>
                    <a:lnTo>
                      <a:pt x="0" y="52"/>
                    </a:lnTo>
                    <a:lnTo>
                      <a:pt x="4" y="52"/>
                    </a:lnTo>
                    <a:lnTo>
                      <a:pt x="4" y="52"/>
                    </a:lnTo>
                    <a:lnTo>
                      <a:pt x="4" y="52"/>
                    </a:lnTo>
                    <a:lnTo>
                      <a:pt x="4" y="52"/>
                    </a:lnTo>
                    <a:lnTo>
                      <a:pt x="4" y="48"/>
                    </a:lnTo>
                    <a:lnTo>
                      <a:pt x="8" y="48"/>
                    </a:lnTo>
                    <a:lnTo>
                      <a:pt x="8" y="48"/>
                    </a:lnTo>
                    <a:lnTo>
                      <a:pt x="8" y="48"/>
                    </a:lnTo>
                    <a:lnTo>
                      <a:pt x="8" y="48"/>
                    </a:lnTo>
                    <a:lnTo>
                      <a:pt x="8" y="48"/>
                    </a:lnTo>
                    <a:lnTo>
                      <a:pt x="8" y="44"/>
                    </a:lnTo>
                    <a:lnTo>
                      <a:pt x="8" y="44"/>
                    </a:lnTo>
                    <a:lnTo>
                      <a:pt x="8" y="44"/>
                    </a:lnTo>
                    <a:lnTo>
                      <a:pt x="8" y="44"/>
                    </a:lnTo>
                    <a:lnTo>
                      <a:pt x="8" y="44"/>
                    </a:lnTo>
                    <a:lnTo>
                      <a:pt x="8" y="44"/>
                    </a:lnTo>
                    <a:lnTo>
                      <a:pt x="8" y="40"/>
                    </a:lnTo>
                    <a:lnTo>
                      <a:pt x="8" y="40"/>
                    </a:lnTo>
                    <a:lnTo>
                      <a:pt x="8" y="40"/>
                    </a:lnTo>
                    <a:lnTo>
                      <a:pt x="8" y="40"/>
                    </a:lnTo>
                    <a:lnTo>
                      <a:pt x="8" y="40"/>
                    </a:lnTo>
                    <a:lnTo>
                      <a:pt x="8" y="40"/>
                    </a:lnTo>
                    <a:lnTo>
                      <a:pt x="8" y="40"/>
                    </a:lnTo>
                    <a:lnTo>
                      <a:pt x="8" y="38"/>
                    </a:lnTo>
                    <a:lnTo>
                      <a:pt x="8" y="38"/>
                    </a:lnTo>
                    <a:lnTo>
                      <a:pt x="8" y="38"/>
                    </a:lnTo>
                    <a:lnTo>
                      <a:pt x="8" y="38"/>
                    </a:lnTo>
                    <a:lnTo>
                      <a:pt x="8" y="34"/>
                    </a:lnTo>
                    <a:lnTo>
                      <a:pt x="8" y="34"/>
                    </a:lnTo>
                    <a:lnTo>
                      <a:pt x="8" y="34"/>
                    </a:lnTo>
                    <a:lnTo>
                      <a:pt x="12" y="34"/>
                    </a:lnTo>
                    <a:lnTo>
                      <a:pt x="12" y="38"/>
                    </a:lnTo>
                    <a:lnTo>
                      <a:pt x="12" y="38"/>
                    </a:lnTo>
                    <a:lnTo>
                      <a:pt x="12" y="38"/>
                    </a:lnTo>
                    <a:lnTo>
                      <a:pt x="12" y="38"/>
                    </a:lnTo>
                    <a:lnTo>
                      <a:pt x="16" y="38"/>
                    </a:lnTo>
                    <a:lnTo>
                      <a:pt x="16" y="38"/>
                    </a:lnTo>
                    <a:lnTo>
                      <a:pt x="16" y="38"/>
                    </a:lnTo>
                    <a:lnTo>
                      <a:pt x="20" y="38"/>
                    </a:lnTo>
                    <a:lnTo>
                      <a:pt x="16" y="38"/>
                    </a:lnTo>
                    <a:lnTo>
                      <a:pt x="16" y="38"/>
                    </a:lnTo>
                    <a:lnTo>
                      <a:pt x="16" y="38"/>
                    </a:lnTo>
                    <a:lnTo>
                      <a:pt x="16" y="38"/>
                    </a:lnTo>
                    <a:lnTo>
                      <a:pt x="16" y="34"/>
                    </a:lnTo>
                    <a:lnTo>
                      <a:pt x="12" y="34"/>
                    </a:lnTo>
                    <a:lnTo>
                      <a:pt x="12" y="34"/>
                    </a:lnTo>
                    <a:lnTo>
                      <a:pt x="12" y="34"/>
                    </a:lnTo>
                    <a:lnTo>
                      <a:pt x="12" y="34"/>
                    </a:lnTo>
                    <a:lnTo>
                      <a:pt x="12" y="34"/>
                    </a:lnTo>
                    <a:lnTo>
                      <a:pt x="12" y="30"/>
                    </a:lnTo>
                    <a:lnTo>
                      <a:pt x="12" y="30"/>
                    </a:lnTo>
                    <a:lnTo>
                      <a:pt x="8" y="30"/>
                    </a:lnTo>
                    <a:lnTo>
                      <a:pt x="8" y="30"/>
                    </a:lnTo>
                    <a:lnTo>
                      <a:pt x="8" y="30"/>
                    </a:lnTo>
                    <a:lnTo>
                      <a:pt x="8" y="30"/>
                    </a:lnTo>
                    <a:lnTo>
                      <a:pt x="8" y="30"/>
                    </a:lnTo>
                    <a:lnTo>
                      <a:pt x="12" y="26"/>
                    </a:lnTo>
                    <a:lnTo>
                      <a:pt x="12" y="26"/>
                    </a:lnTo>
                    <a:lnTo>
                      <a:pt x="12" y="30"/>
                    </a:lnTo>
                    <a:lnTo>
                      <a:pt x="12" y="30"/>
                    </a:lnTo>
                    <a:lnTo>
                      <a:pt x="12" y="30"/>
                    </a:lnTo>
                    <a:lnTo>
                      <a:pt x="12" y="30"/>
                    </a:lnTo>
                    <a:lnTo>
                      <a:pt x="12" y="30"/>
                    </a:lnTo>
                    <a:lnTo>
                      <a:pt x="12" y="30"/>
                    </a:lnTo>
                    <a:lnTo>
                      <a:pt x="16" y="30"/>
                    </a:lnTo>
                    <a:lnTo>
                      <a:pt x="16" y="30"/>
                    </a:lnTo>
                    <a:lnTo>
                      <a:pt x="16" y="26"/>
                    </a:lnTo>
                    <a:lnTo>
                      <a:pt x="12" y="26"/>
                    </a:lnTo>
                    <a:lnTo>
                      <a:pt x="12" y="26"/>
                    </a:lnTo>
                    <a:lnTo>
                      <a:pt x="12" y="22"/>
                    </a:lnTo>
                    <a:lnTo>
                      <a:pt x="12" y="22"/>
                    </a:lnTo>
                    <a:lnTo>
                      <a:pt x="12" y="22"/>
                    </a:lnTo>
                    <a:lnTo>
                      <a:pt x="16" y="22"/>
                    </a:lnTo>
                    <a:lnTo>
                      <a:pt x="16" y="22"/>
                    </a:lnTo>
                    <a:lnTo>
                      <a:pt x="16" y="22"/>
                    </a:lnTo>
                    <a:lnTo>
                      <a:pt x="16" y="22"/>
                    </a:lnTo>
                    <a:lnTo>
                      <a:pt x="16" y="22"/>
                    </a:lnTo>
                    <a:lnTo>
                      <a:pt x="16" y="22"/>
                    </a:lnTo>
                    <a:lnTo>
                      <a:pt x="20" y="22"/>
                    </a:lnTo>
                    <a:lnTo>
                      <a:pt x="20" y="22"/>
                    </a:lnTo>
                    <a:lnTo>
                      <a:pt x="20" y="22"/>
                    </a:lnTo>
                    <a:lnTo>
                      <a:pt x="20" y="22"/>
                    </a:lnTo>
                    <a:lnTo>
                      <a:pt x="20" y="22"/>
                    </a:lnTo>
                    <a:lnTo>
                      <a:pt x="20" y="22"/>
                    </a:lnTo>
                    <a:lnTo>
                      <a:pt x="24" y="22"/>
                    </a:lnTo>
                    <a:lnTo>
                      <a:pt x="24" y="22"/>
                    </a:lnTo>
                    <a:lnTo>
                      <a:pt x="24" y="22"/>
                    </a:lnTo>
                    <a:lnTo>
                      <a:pt x="24" y="22"/>
                    </a:lnTo>
                    <a:lnTo>
                      <a:pt x="26" y="22"/>
                    </a:lnTo>
                    <a:lnTo>
                      <a:pt x="26" y="22"/>
                    </a:lnTo>
                    <a:lnTo>
                      <a:pt x="26" y="22"/>
                    </a:lnTo>
                    <a:lnTo>
                      <a:pt x="30" y="22"/>
                    </a:lnTo>
                    <a:lnTo>
                      <a:pt x="30" y="22"/>
                    </a:lnTo>
                    <a:lnTo>
                      <a:pt x="34" y="22"/>
                    </a:lnTo>
                    <a:lnTo>
                      <a:pt x="38" y="22"/>
                    </a:lnTo>
                    <a:lnTo>
                      <a:pt x="38" y="22"/>
                    </a:lnTo>
                    <a:lnTo>
                      <a:pt x="38" y="14"/>
                    </a:lnTo>
                    <a:lnTo>
                      <a:pt x="38" y="10"/>
                    </a:lnTo>
                    <a:lnTo>
                      <a:pt x="38" y="10"/>
                    </a:lnTo>
                    <a:lnTo>
                      <a:pt x="38" y="10"/>
                    </a:lnTo>
                    <a:lnTo>
                      <a:pt x="38" y="8"/>
                    </a:lnTo>
                    <a:lnTo>
                      <a:pt x="38" y="8"/>
                    </a:lnTo>
                    <a:lnTo>
                      <a:pt x="38" y="4"/>
                    </a:lnTo>
                    <a:lnTo>
                      <a:pt x="38" y="4"/>
                    </a:lnTo>
                    <a:lnTo>
                      <a:pt x="38" y="4"/>
                    </a:lnTo>
                    <a:lnTo>
                      <a:pt x="38" y="4"/>
                    </a:lnTo>
                    <a:lnTo>
                      <a:pt x="38" y="0"/>
                    </a:lnTo>
                    <a:lnTo>
                      <a:pt x="38" y="0"/>
                    </a:lnTo>
                    <a:lnTo>
                      <a:pt x="42" y="0"/>
                    </a:lnTo>
                    <a:lnTo>
                      <a:pt x="42" y="0"/>
                    </a:lnTo>
                    <a:lnTo>
                      <a:pt x="46" y="0"/>
                    </a:lnTo>
                    <a:lnTo>
                      <a:pt x="50" y="0"/>
                    </a:lnTo>
                    <a:lnTo>
                      <a:pt x="54" y="0"/>
                    </a:lnTo>
                    <a:lnTo>
                      <a:pt x="54" y="0"/>
                    </a:lnTo>
                    <a:lnTo>
                      <a:pt x="54" y="0"/>
                    </a:lnTo>
                    <a:lnTo>
                      <a:pt x="54" y="0"/>
                    </a:lnTo>
                    <a:lnTo>
                      <a:pt x="56" y="0"/>
                    </a:lnTo>
                    <a:lnTo>
                      <a:pt x="56" y="0"/>
                    </a:lnTo>
                    <a:lnTo>
                      <a:pt x="56" y="0"/>
                    </a:lnTo>
                    <a:lnTo>
                      <a:pt x="56" y="0"/>
                    </a:lnTo>
                    <a:lnTo>
                      <a:pt x="60" y="0"/>
                    </a:lnTo>
                    <a:lnTo>
                      <a:pt x="60" y="0"/>
                    </a:lnTo>
                    <a:lnTo>
                      <a:pt x="64" y="0"/>
                    </a:lnTo>
                    <a:lnTo>
                      <a:pt x="64" y="0"/>
                    </a:lnTo>
                    <a:lnTo>
                      <a:pt x="64" y="0"/>
                    </a:lnTo>
                    <a:lnTo>
                      <a:pt x="64" y="0"/>
                    </a:lnTo>
                    <a:lnTo>
                      <a:pt x="64" y="4"/>
                    </a:lnTo>
                    <a:lnTo>
                      <a:pt x="64" y="4"/>
                    </a:lnTo>
                    <a:lnTo>
                      <a:pt x="64" y="4"/>
                    </a:lnTo>
                    <a:lnTo>
                      <a:pt x="64" y="4"/>
                    </a:lnTo>
                    <a:lnTo>
                      <a:pt x="64" y="4"/>
                    </a:lnTo>
                    <a:lnTo>
                      <a:pt x="64" y="8"/>
                    </a:lnTo>
                    <a:lnTo>
                      <a:pt x="64" y="8"/>
                    </a:lnTo>
                    <a:lnTo>
                      <a:pt x="64" y="8"/>
                    </a:lnTo>
                    <a:lnTo>
                      <a:pt x="64" y="8"/>
                    </a:lnTo>
                    <a:lnTo>
                      <a:pt x="64" y="8"/>
                    </a:lnTo>
                    <a:lnTo>
                      <a:pt x="64" y="10"/>
                    </a:lnTo>
                    <a:lnTo>
                      <a:pt x="64" y="10"/>
                    </a:lnTo>
                    <a:lnTo>
                      <a:pt x="64" y="10"/>
                    </a:lnTo>
                    <a:lnTo>
                      <a:pt x="64" y="14"/>
                    </a:lnTo>
                    <a:lnTo>
                      <a:pt x="64" y="14"/>
                    </a:lnTo>
                    <a:lnTo>
                      <a:pt x="64" y="14"/>
                    </a:lnTo>
                    <a:lnTo>
                      <a:pt x="64" y="14"/>
                    </a:lnTo>
                    <a:lnTo>
                      <a:pt x="64" y="14"/>
                    </a:lnTo>
                    <a:lnTo>
                      <a:pt x="64" y="18"/>
                    </a:lnTo>
                    <a:lnTo>
                      <a:pt x="64" y="18"/>
                    </a:lnTo>
                    <a:lnTo>
                      <a:pt x="64" y="18"/>
                    </a:lnTo>
                    <a:lnTo>
                      <a:pt x="64" y="18"/>
                    </a:lnTo>
                    <a:lnTo>
                      <a:pt x="64" y="18"/>
                    </a:lnTo>
                    <a:lnTo>
                      <a:pt x="64" y="18"/>
                    </a:lnTo>
                    <a:lnTo>
                      <a:pt x="64" y="18"/>
                    </a:lnTo>
                    <a:lnTo>
                      <a:pt x="68" y="18"/>
                    </a:lnTo>
                    <a:lnTo>
                      <a:pt x="68" y="18"/>
                    </a:lnTo>
                    <a:lnTo>
                      <a:pt x="72" y="18"/>
                    </a:lnTo>
                    <a:lnTo>
                      <a:pt x="72" y="14"/>
                    </a:lnTo>
                    <a:lnTo>
                      <a:pt x="72" y="14"/>
                    </a:lnTo>
                    <a:lnTo>
                      <a:pt x="76" y="14"/>
                    </a:lnTo>
                    <a:lnTo>
                      <a:pt x="76" y="14"/>
                    </a:lnTo>
                    <a:lnTo>
                      <a:pt x="76" y="14"/>
                    </a:lnTo>
                    <a:lnTo>
                      <a:pt x="80" y="14"/>
                    </a:lnTo>
                    <a:lnTo>
                      <a:pt x="80" y="14"/>
                    </a:lnTo>
                    <a:lnTo>
                      <a:pt x="80" y="14"/>
                    </a:lnTo>
                    <a:lnTo>
                      <a:pt x="80" y="14"/>
                    </a:lnTo>
                    <a:lnTo>
                      <a:pt x="80" y="14"/>
                    </a:lnTo>
                    <a:lnTo>
                      <a:pt x="80" y="14"/>
                    </a:lnTo>
                    <a:lnTo>
                      <a:pt x="80" y="18"/>
                    </a:lnTo>
                    <a:lnTo>
                      <a:pt x="80" y="18"/>
                    </a:lnTo>
                    <a:lnTo>
                      <a:pt x="80" y="18"/>
                    </a:lnTo>
                    <a:lnTo>
                      <a:pt x="84" y="22"/>
                    </a:lnTo>
                    <a:lnTo>
                      <a:pt x="84" y="22"/>
                    </a:lnTo>
                    <a:lnTo>
                      <a:pt x="84" y="22"/>
                    </a:lnTo>
                    <a:lnTo>
                      <a:pt x="84" y="26"/>
                    </a:lnTo>
                    <a:lnTo>
                      <a:pt x="80" y="30"/>
                    </a:lnTo>
                    <a:lnTo>
                      <a:pt x="80" y="30"/>
                    </a:lnTo>
                    <a:lnTo>
                      <a:pt x="80" y="30"/>
                    </a:lnTo>
                    <a:lnTo>
                      <a:pt x="80" y="30"/>
                    </a:lnTo>
                    <a:lnTo>
                      <a:pt x="80" y="30"/>
                    </a:lnTo>
                    <a:lnTo>
                      <a:pt x="80" y="30"/>
                    </a:lnTo>
                    <a:lnTo>
                      <a:pt x="76" y="30"/>
                    </a:lnTo>
                    <a:lnTo>
                      <a:pt x="76" y="34"/>
                    </a:lnTo>
                    <a:lnTo>
                      <a:pt x="76" y="34"/>
                    </a:lnTo>
                    <a:lnTo>
                      <a:pt x="76" y="38"/>
                    </a:lnTo>
                    <a:lnTo>
                      <a:pt x="76" y="38"/>
                    </a:lnTo>
                    <a:lnTo>
                      <a:pt x="76" y="38"/>
                    </a:lnTo>
                    <a:lnTo>
                      <a:pt x="76" y="40"/>
                    </a:lnTo>
                    <a:lnTo>
                      <a:pt x="76" y="40"/>
                    </a:lnTo>
                    <a:lnTo>
                      <a:pt x="76" y="40"/>
                    </a:lnTo>
                    <a:lnTo>
                      <a:pt x="76" y="40"/>
                    </a:lnTo>
                    <a:lnTo>
                      <a:pt x="76" y="40"/>
                    </a:lnTo>
                    <a:lnTo>
                      <a:pt x="76" y="44"/>
                    </a:lnTo>
                    <a:lnTo>
                      <a:pt x="76" y="44"/>
                    </a:lnTo>
                    <a:lnTo>
                      <a:pt x="76" y="44"/>
                    </a:lnTo>
                    <a:lnTo>
                      <a:pt x="76" y="44"/>
                    </a:lnTo>
                    <a:lnTo>
                      <a:pt x="80" y="44"/>
                    </a:lnTo>
                    <a:lnTo>
                      <a:pt x="80" y="44"/>
                    </a:lnTo>
                    <a:lnTo>
                      <a:pt x="80" y="44"/>
                    </a:lnTo>
                    <a:lnTo>
                      <a:pt x="80" y="44"/>
                    </a:lnTo>
                    <a:lnTo>
                      <a:pt x="80" y="48"/>
                    </a:lnTo>
                    <a:lnTo>
                      <a:pt x="80" y="48"/>
                    </a:lnTo>
                    <a:lnTo>
                      <a:pt x="80" y="48"/>
                    </a:lnTo>
                    <a:lnTo>
                      <a:pt x="84" y="48"/>
                    </a:lnTo>
                    <a:lnTo>
                      <a:pt x="84" y="48"/>
                    </a:lnTo>
                    <a:lnTo>
                      <a:pt x="84" y="48"/>
                    </a:lnTo>
                    <a:lnTo>
                      <a:pt x="84" y="48"/>
                    </a:lnTo>
                    <a:lnTo>
                      <a:pt x="84" y="52"/>
                    </a:lnTo>
                    <a:lnTo>
                      <a:pt x="84" y="52"/>
                    </a:lnTo>
                    <a:lnTo>
                      <a:pt x="84" y="52"/>
                    </a:lnTo>
                    <a:lnTo>
                      <a:pt x="84" y="56"/>
                    </a:lnTo>
                    <a:lnTo>
                      <a:pt x="84" y="56"/>
                    </a:lnTo>
                    <a:lnTo>
                      <a:pt x="84" y="56"/>
                    </a:lnTo>
                    <a:lnTo>
                      <a:pt x="84" y="60"/>
                    </a:lnTo>
                    <a:lnTo>
                      <a:pt x="84" y="60"/>
                    </a:lnTo>
                    <a:lnTo>
                      <a:pt x="84" y="60"/>
                    </a:lnTo>
                    <a:lnTo>
                      <a:pt x="84" y="64"/>
                    </a:lnTo>
                    <a:lnTo>
                      <a:pt x="84" y="68"/>
                    </a:lnTo>
                    <a:lnTo>
                      <a:pt x="84" y="68"/>
                    </a:lnTo>
                    <a:lnTo>
                      <a:pt x="84" y="68"/>
                    </a:lnTo>
                    <a:lnTo>
                      <a:pt x="84" y="70"/>
                    </a:lnTo>
                    <a:lnTo>
                      <a:pt x="84" y="70"/>
                    </a:lnTo>
                    <a:lnTo>
                      <a:pt x="84" y="70"/>
                    </a:lnTo>
                    <a:lnTo>
                      <a:pt x="84" y="70"/>
                    </a:lnTo>
                    <a:lnTo>
                      <a:pt x="84" y="70"/>
                    </a:lnTo>
                    <a:lnTo>
                      <a:pt x="80" y="70"/>
                    </a:lnTo>
                    <a:lnTo>
                      <a:pt x="80" y="70"/>
                    </a:lnTo>
                    <a:lnTo>
                      <a:pt x="80" y="74"/>
                    </a:lnTo>
                    <a:lnTo>
                      <a:pt x="80" y="74"/>
                    </a:lnTo>
                    <a:lnTo>
                      <a:pt x="80" y="74"/>
                    </a:lnTo>
                    <a:lnTo>
                      <a:pt x="80" y="74"/>
                    </a:lnTo>
                    <a:lnTo>
                      <a:pt x="80" y="78"/>
                    </a:lnTo>
                    <a:lnTo>
                      <a:pt x="80" y="78"/>
                    </a:lnTo>
                    <a:lnTo>
                      <a:pt x="80" y="78"/>
                    </a:lnTo>
                    <a:lnTo>
                      <a:pt x="80" y="78"/>
                    </a:lnTo>
                    <a:lnTo>
                      <a:pt x="80" y="82"/>
                    </a:lnTo>
                    <a:lnTo>
                      <a:pt x="80" y="82"/>
                    </a:lnTo>
                    <a:lnTo>
                      <a:pt x="76" y="82"/>
                    </a:lnTo>
                    <a:lnTo>
                      <a:pt x="76" y="82"/>
                    </a:lnTo>
                    <a:lnTo>
                      <a:pt x="76" y="82"/>
                    </a:lnTo>
                    <a:lnTo>
                      <a:pt x="76" y="82"/>
                    </a:lnTo>
                    <a:lnTo>
                      <a:pt x="76" y="78"/>
                    </a:lnTo>
                    <a:lnTo>
                      <a:pt x="72" y="74"/>
                    </a:lnTo>
                    <a:lnTo>
                      <a:pt x="72" y="74"/>
                    </a:lnTo>
                    <a:lnTo>
                      <a:pt x="72" y="74"/>
                    </a:lnTo>
                    <a:lnTo>
                      <a:pt x="72" y="78"/>
                    </a:lnTo>
                    <a:lnTo>
                      <a:pt x="72" y="78"/>
                    </a:lnTo>
                    <a:lnTo>
                      <a:pt x="72" y="78"/>
                    </a:lnTo>
                    <a:lnTo>
                      <a:pt x="68" y="78"/>
                    </a:lnTo>
                    <a:lnTo>
                      <a:pt x="68" y="78"/>
                    </a:lnTo>
                    <a:lnTo>
                      <a:pt x="68" y="82"/>
                    </a:lnTo>
                    <a:lnTo>
                      <a:pt x="68" y="82"/>
                    </a:lnTo>
                    <a:lnTo>
                      <a:pt x="68" y="82"/>
                    </a:lnTo>
                    <a:lnTo>
                      <a:pt x="64" y="78"/>
                    </a:lnTo>
                    <a:lnTo>
                      <a:pt x="64" y="78"/>
                    </a:lnTo>
                    <a:lnTo>
                      <a:pt x="60" y="78"/>
                    </a:lnTo>
                    <a:lnTo>
                      <a:pt x="60" y="78"/>
                    </a:lnTo>
                    <a:lnTo>
                      <a:pt x="60" y="78"/>
                    </a:lnTo>
                    <a:lnTo>
                      <a:pt x="60" y="78"/>
                    </a:lnTo>
                    <a:lnTo>
                      <a:pt x="60" y="78"/>
                    </a:lnTo>
                    <a:lnTo>
                      <a:pt x="60" y="78"/>
                    </a:lnTo>
                    <a:lnTo>
                      <a:pt x="60" y="78"/>
                    </a:lnTo>
                    <a:lnTo>
                      <a:pt x="60" y="74"/>
                    </a:lnTo>
                    <a:lnTo>
                      <a:pt x="60" y="74"/>
                    </a:lnTo>
                    <a:lnTo>
                      <a:pt x="60" y="70"/>
                    </a:lnTo>
                    <a:lnTo>
                      <a:pt x="60" y="70"/>
                    </a:lnTo>
                    <a:lnTo>
                      <a:pt x="60" y="70"/>
                    </a:lnTo>
                    <a:lnTo>
                      <a:pt x="56" y="70"/>
                    </a:lnTo>
                    <a:lnTo>
                      <a:pt x="56" y="70"/>
                    </a:lnTo>
                    <a:lnTo>
                      <a:pt x="56" y="70"/>
                    </a:lnTo>
                    <a:lnTo>
                      <a:pt x="56" y="70"/>
                    </a:lnTo>
                    <a:lnTo>
                      <a:pt x="56" y="70"/>
                    </a:lnTo>
                    <a:lnTo>
                      <a:pt x="54" y="70"/>
                    </a:lnTo>
                    <a:lnTo>
                      <a:pt x="54" y="70"/>
                    </a:lnTo>
                    <a:lnTo>
                      <a:pt x="54" y="70"/>
                    </a:lnTo>
                    <a:lnTo>
                      <a:pt x="54" y="70"/>
                    </a:lnTo>
                    <a:lnTo>
                      <a:pt x="54" y="70"/>
                    </a:lnTo>
                    <a:lnTo>
                      <a:pt x="54" y="74"/>
                    </a:lnTo>
                    <a:lnTo>
                      <a:pt x="54" y="74"/>
                    </a:lnTo>
                    <a:lnTo>
                      <a:pt x="54" y="74"/>
                    </a:lnTo>
                    <a:lnTo>
                      <a:pt x="54" y="78"/>
                    </a:lnTo>
                    <a:lnTo>
                      <a:pt x="54" y="78"/>
                    </a:lnTo>
                    <a:lnTo>
                      <a:pt x="50" y="82"/>
                    </a:lnTo>
                    <a:lnTo>
                      <a:pt x="50" y="82"/>
                    </a:lnTo>
                    <a:lnTo>
                      <a:pt x="50" y="78"/>
                    </a:lnTo>
                    <a:lnTo>
                      <a:pt x="50" y="78"/>
                    </a:lnTo>
                    <a:lnTo>
                      <a:pt x="46" y="78"/>
                    </a:lnTo>
                    <a:lnTo>
                      <a:pt x="46" y="78"/>
                    </a:lnTo>
                    <a:lnTo>
                      <a:pt x="46" y="78"/>
                    </a:lnTo>
                    <a:lnTo>
                      <a:pt x="46" y="82"/>
                    </a:lnTo>
                    <a:lnTo>
                      <a:pt x="46" y="82"/>
                    </a:lnTo>
                    <a:lnTo>
                      <a:pt x="42" y="78"/>
                    </a:lnTo>
                    <a:lnTo>
                      <a:pt x="42" y="78"/>
                    </a:lnTo>
                    <a:lnTo>
                      <a:pt x="42" y="78"/>
                    </a:lnTo>
                    <a:lnTo>
                      <a:pt x="42" y="78"/>
                    </a:lnTo>
                    <a:lnTo>
                      <a:pt x="42" y="82"/>
                    </a:lnTo>
                    <a:lnTo>
                      <a:pt x="42" y="82"/>
                    </a:lnTo>
                    <a:lnTo>
                      <a:pt x="42" y="82"/>
                    </a:lnTo>
                    <a:lnTo>
                      <a:pt x="42" y="86"/>
                    </a:lnTo>
                    <a:lnTo>
                      <a:pt x="42" y="86"/>
                    </a:lnTo>
                    <a:lnTo>
                      <a:pt x="42" y="86"/>
                    </a:lnTo>
                    <a:lnTo>
                      <a:pt x="42" y="86"/>
                    </a:lnTo>
                    <a:lnTo>
                      <a:pt x="42" y="86"/>
                    </a:lnTo>
                    <a:lnTo>
                      <a:pt x="42" y="86"/>
                    </a:lnTo>
                    <a:lnTo>
                      <a:pt x="42" y="86"/>
                    </a:lnTo>
                    <a:lnTo>
                      <a:pt x="42" y="86"/>
                    </a:lnTo>
                    <a:close/>
                    <a:moveTo>
                      <a:pt x="4" y="52"/>
                    </a:moveTo>
                    <a:lnTo>
                      <a:pt x="4" y="52"/>
                    </a:lnTo>
                    <a:lnTo>
                      <a:pt x="4" y="52"/>
                    </a:lnTo>
                    <a:lnTo>
                      <a:pt x="4" y="52"/>
                    </a:lnTo>
                    <a:lnTo>
                      <a:pt x="4" y="52"/>
                    </a:lnTo>
                    <a:lnTo>
                      <a:pt x="4" y="52"/>
                    </a:lnTo>
                    <a:lnTo>
                      <a:pt x="4" y="52"/>
                    </a:lnTo>
                    <a:lnTo>
                      <a:pt x="4" y="48"/>
                    </a:lnTo>
                    <a:lnTo>
                      <a:pt x="4" y="48"/>
                    </a:lnTo>
                    <a:lnTo>
                      <a:pt x="4" y="48"/>
                    </a:lnTo>
                    <a:lnTo>
                      <a:pt x="4" y="52"/>
                    </a:lnTo>
                    <a:lnTo>
                      <a:pt x="4" y="52"/>
                    </a:lnTo>
                    <a:lnTo>
                      <a:pt x="4" y="52"/>
                    </a:lnTo>
                    <a:lnTo>
                      <a:pt x="4" y="52"/>
                    </a:lnTo>
                    <a:lnTo>
                      <a:pt x="4" y="52"/>
                    </a:lnTo>
                    <a:lnTo>
                      <a:pt x="4" y="52"/>
                    </a:lnTo>
                    <a:lnTo>
                      <a:pt x="4" y="52"/>
                    </a:lnTo>
                    <a:lnTo>
                      <a:pt x="4"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3" name="Freeform 147"/>
              <p:cNvSpPr>
                <a:spLocks/>
              </p:cNvSpPr>
              <p:nvPr/>
            </p:nvSpPr>
            <p:spPr bwMode="gray">
              <a:xfrm>
                <a:off x="4723426" y="4185754"/>
                <a:ext cx="107834" cy="194796"/>
              </a:xfrm>
              <a:custGeom>
                <a:avLst/>
                <a:gdLst>
                  <a:gd name="T0" fmla="*/ 0 w 62"/>
                  <a:gd name="T1" fmla="*/ 78 h 112"/>
                  <a:gd name="T2" fmla="*/ 0 w 62"/>
                  <a:gd name="T3" fmla="*/ 72 h 112"/>
                  <a:gd name="T4" fmla="*/ 4 w 62"/>
                  <a:gd name="T5" fmla="*/ 60 h 112"/>
                  <a:gd name="T6" fmla="*/ 10 w 62"/>
                  <a:gd name="T7" fmla="*/ 52 h 112"/>
                  <a:gd name="T8" fmla="*/ 6 w 62"/>
                  <a:gd name="T9" fmla="*/ 42 h 112"/>
                  <a:gd name="T10" fmla="*/ 6 w 62"/>
                  <a:gd name="T11" fmla="*/ 38 h 112"/>
                  <a:gd name="T12" fmla="*/ 6 w 62"/>
                  <a:gd name="T13" fmla="*/ 30 h 112"/>
                  <a:gd name="T14" fmla="*/ 6 w 62"/>
                  <a:gd name="T15" fmla="*/ 26 h 112"/>
                  <a:gd name="T16" fmla="*/ 4 w 62"/>
                  <a:gd name="T17" fmla="*/ 22 h 112"/>
                  <a:gd name="T18" fmla="*/ 4 w 62"/>
                  <a:gd name="T19" fmla="*/ 12 h 112"/>
                  <a:gd name="T20" fmla="*/ 4 w 62"/>
                  <a:gd name="T21" fmla="*/ 4 h 112"/>
                  <a:gd name="T22" fmla="*/ 22 w 62"/>
                  <a:gd name="T23" fmla="*/ 4 h 112"/>
                  <a:gd name="T24" fmla="*/ 34 w 62"/>
                  <a:gd name="T25" fmla="*/ 4 h 112"/>
                  <a:gd name="T26" fmla="*/ 40 w 62"/>
                  <a:gd name="T27" fmla="*/ 4 h 112"/>
                  <a:gd name="T28" fmla="*/ 44 w 62"/>
                  <a:gd name="T29" fmla="*/ 4 h 112"/>
                  <a:gd name="T30" fmla="*/ 44 w 62"/>
                  <a:gd name="T31" fmla="*/ 8 h 112"/>
                  <a:gd name="T32" fmla="*/ 44 w 62"/>
                  <a:gd name="T33" fmla="*/ 12 h 112"/>
                  <a:gd name="T34" fmla="*/ 48 w 62"/>
                  <a:gd name="T35" fmla="*/ 16 h 112"/>
                  <a:gd name="T36" fmla="*/ 52 w 62"/>
                  <a:gd name="T37" fmla="*/ 18 h 112"/>
                  <a:gd name="T38" fmla="*/ 48 w 62"/>
                  <a:gd name="T39" fmla="*/ 30 h 112"/>
                  <a:gd name="T40" fmla="*/ 52 w 62"/>
                  <a:gd name="T41" fmla="*/ 30 h 112"/>
                  <a:gd name="T42" fmla="*/ 52 w 62"/>
                  <a:gd name="T43" fmla="*/ 34 h 112"/>
                  <a:gd name="T44" fmla="*/ 52 w 62"/>
                  <a:gd name="T45" fmla="*/ 42 h 112"/>
                  <a:gd name="T46" fmla="*/ 52 w 62"/>
                  <a:gd name="T47" fmla="*/ 46 h 112"/>
                  <a:gd name="T48" fmla="*/ 56 w 62"/>
                  <a:gd name="T49" fmla="*/ 52 h 112"/>
                  <a:gd name="T50" fmla="*/ 52 w 62"/>
                  <a:gd name="T51" fmla="*/ 60 h 112"/>
                  <a:gd name="T52" fmla="*/ 52 w 62"/>
                  <a:gd name="T53" fmla="*/ 68 h 112"/>
                  <a:gd name="T54" fmla="*/ 52 w 62"/>
                  <a:gd name="T55" fmla="*/ 72 h 112"/>
                  <a:gd name="T56" fmla="*/ 52 w 62"/>
                  <a:gd name="T57" fmla="*/ 78 h 112"/>
                  <a:gd name="T58" fmla="*/ 56 w 62"/>
                  <a:gd name="T59" fmla="*/ 82 h 112"/>
                  <a:gd name="T60" fmla="*/ 60 w 62"/>
                  <a:gd name="T61" fmla="*/ 82 h 112"/>
                  <a:gd name="T62" fmla="*/ 62 w 62"/>
                  <a:gd name="T63" fmla="*/ 90 h 112"/>
                  <a:gd name="T64" fmla="*/ 60 w 62"/>
                  <a:gd name="T65" fmla="*/ 90 h 112"/>
                  <a:gd name="T66" fmla="*/ 56 w 62"/>
                  <a:gd name="T67" fmla="*/ 94 h 112"/>
                  <a:gd name="T68" fmla="*/ 52 w 62"/>
                  <a:gd name="T69" fmla="*/ 94 h 112"/>
                  <a:gd name="T70" fmla="*/ 52 w 62"/>
                  <a:gd name="T71" fmla="*/ 90 h 112"/>
                  <a:gd name="T72" fmla="*/ 48 w 62"/>
                  <a:gd name="T73" fmla="*/ 90 h 112"/>
                  <a:gd name="T74" fmla="*/ 48 w 62"/>
                  <a:gd name="T75" fmla="*/ 90 h 112"/>
                  <a:gd name="T76" fmla="*/ 52 w 62"/>
                  <a:gd name="T77" fmla="*/ 90 h 112"/>
                  <a:gd name="T78" fmla="*/ 52 w 62"/>
                  <a:gd name="T79" fmla="*/ 94 h 112"/>
                  <a:gd name="T80" fmla="*/ 48 w 62"/>
                  <a:gd name="T81" fmla="*/ 94 h 112"/>
                  <a:gd name="T82" fmla="*/ 40 w 62"/>
                  <a:gd name="T83" fmla="*/ 98 h 112"/>
                  <a:gd name="T84" fmla="*/ 36 w 62"/>
                  <a:gd name="T85" fmla="*/ 102 h 112"/>
                  <a:gd name="T86" fmla="*/ 34 w 62"/>
                  <a:gd name="T87" fmla="*/ 104 h 112"/>
                  <a:gd name="T88" fmla="*/ 30 w 62"/>
                  <a:gd name="T89" fmla="*/ 104 h 112"/>
                  <a:gd name="T90" fmla="*/ 22 w 62"/>
                  <a:gd name="T91" fmla="*/ 104 h 112"/>
                  <a:gd name="T92" fmla="*/ 18 w 62"/>
                  <a:gd name="T93" fmla="*/ 112 h 112"/>
                  <a:gd name="T94" fmla="*/ 10 w 62"/>
                  <a:gd name="T95" fmla="*/ 108 h 112"/>
                  <a:gd name="T96" fmla="*/ 6 w 62"/>
                  <a:gd name="T97" fmla="*/ 108 h 112"/>
                  <a:gd name="T98" fmla="*/ 0 w 62"/>
                  <a:gd name="T99" fmla="*/ 104 h 112"/>
                  <a:gd name="T100" fmla="*/ 6 w 62"/>
                  <a:gd name="T101" fmla="*/ 104 h 112"/>
                  <a:gd name="T102" fmla="*/ 4 w 62"/>
                  <a:gd name="T103" fmla="*/ 102 h 112"/>
                  <a:gd name="T104" fmla="*/ 4 w 62"/>
                  <a:gd name="T105" fmla="*/ 98 h 112"/>
                  <a:gd name="T106" fmla="*/ 0 w 62"/>
                  <a:gd name="T107" fmla="*/ 86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2" h="112">
                    <a:moveTo>
                      <a:pt x="0" y="86"/>
                    </a:moveTo>
                    <a:lnTo>
                      <a:pt x="0" y="86"/>
                    </a:lnTo>
                    <a:lnTo>
                      <a:pt x="0" y="86"/>
                    </a:lnTo>
                    <a:lnTo>
                      <a:pt x="0" y="82"/>
                    </a:lnTo>
                    <a:lnTo>
                      <a:pt x="0" y="78"/>
                    </a:lnTo>
                    <a:lnTo>
                      <a:pt x="0" y="78"/>
                    </a:lnTo>
                    <a:lnTo>
                      <a:pt x="0" y="78"/>
                    </a:lnTo>
                    <a:lnTo>
                      <a:pt x="0" y="78"/>
                    </a:lnTo>
                    <a:lnTo>
                      <a:pt x="0" y="78"/>
                    </a:lnTo>
                    <a:lnTo>
                      <a:pt x="0" y="76"/>
                    </a:lnTo>
                    <a:lnTo>
                      <a:pt x="0" y="72"/>
                    </a:lnTo>
                    <a:lnTo>
                      <a:pt x="0" y="72"/>
                    </a:lnTo>
                    <a:lnTo>
                      <a:pt x="4" y="72"/>
                    </a:lnTo>
                    <a:lnTo>
                      <a:pt x="4" y="68"/>
                    </a:lnTo>
                    <a:lnTo>
                      <a:pt x="4" y="64"/>
                    </a:lnTo>
                    <a:lnTo>
                      <a:pt x="4" y="64"/>
                    </a:lnTo>
                    <a:lnTo>
                      <a:pt x="4" y="60"/>
                    </a:lnTo>
                    <a:lnTo>
                      <a:pt x="4" y="60"/>
                    </a:lnTo>
                    <a:lnTo>
                      <a:pt x="4" y="56"/>
                    </a:lnTo>
                    <a:lnTo>
                      <a:pt x="4" y="56"/>
                    </a:lnTo>
                    <a:lnTo>
                      <a:pt x="6" y="56"/>
                    </a:lnTo>
                    <a:lnTo>
                      <a:pt x="6" y="52"/>
                    </a:lnTo>
                    <a:lnTo>
                      <a:pt x="6" y="52"/>
                    </a:lnTo>
                    <a:lnTo>
                      <a:pt x="10" y="52"/>
                    </a:lnTo>
                    <a:lnTo>
                      <a:pt x="10" y="52"/>
                    </a:lnTo>
                    <a:lnTo>
                      <a:pt x="6" y="46"/>
                    </a:lnTo>
                    <a:lnTo>
                      <a:pt x="6" y="46"/>
                    </a:lnTo>
                    <a:lnTo>
                      <a:pt x="6" y="42"/>
                    </a:lnTo>
                    <a:lnTo>
                      <a:pt x="6" y="42"/>
                    </a:lnTo>
                    <a:lnTo>
                      <a:pt x="6" y="42"/>
                    </a:lnTo>
                    <a:lnTo>
                      <a:pt x="6" y="42"/>
                    </a:lnTo>
                    <a:lnTo>
                      <a:pt x="6" y="42"/>
                    </a:lnTo>
                    <a:lnTo>
                      <a:pt x="6" y="42"/>
                    </a:lnTo>
                    <a:lnTo>
                      <a:pt x="6" y="38"/>
                    </a:lnTo>
                    <a:lnTo>
                      <a:pt x="6" y="38"/>
                    </a:lnTo>
                    <a:lnTo>
                      <a:pt x="6" y="38"/>
                    </a:lnTo>
                    <a:lnTo>
                      <a:pt x="6" y="38"/>
                    </a:lnTo>
                    <a:lnTo>
                      <a:pt x="6" y="34"/>
                    </a:lnTo>
                    <a:lnTo>
                      <a:pt x="6" y="34"/>
                    </a:lnTo>
                    <a:lnTo>
                      <a:pt x="6" y="30"/>
                    </a:lnTo>
                    <a:lnTo>
                      <a:pt x="6" y="30"/>
                    </a:lnTo>
                    <a:lnTo>
                      <a:pt x="6" y="30"/>
                    </a:lnTo>
                    <a:lnTo>
                      <a:pt x="6" y="30"/>
                    </a:lnTo>
                    <a:lnTo>
                      <a:pt x="6" y="30"/>
                    </a:lnTo>
                    <a:lnTo>
                      <a:pt x="6" y="30"/>
                    </a:lnTo>
                    <a:lnTo>
                      <a:pt x="4" y="30"/>
                    </a:lnTo>
                    <a:lnTo>
                      <a:pt x="4" y="26"/>
                    </a:lnTo>
                    <a:lnTo>
                      <a:pt x="6" y="26"/>
                    </a:lnTo>
                    <a:lnTo>
                      <a:pt x="6" y="26"/>
                    </a:lnTo>
                    <a:lnTo>
                      <a:pt x="6" y="26"/>
                    </a:lnTo>
                    <a:lnTo>
                      <a:pt x="4" y="26"/>
                    </a:lnTo>
                    <a:lnTo>
                      <a:pt x="4" y="26"/>
                    </a:lnTo>
                    <a:lnTo>
                      <a:pt x="6" y="22"/>
                    </a:lnTo>
                    <a:lnTo>
                      <a:pt x="4" y="22"/>
                    </a:lnTo>
                    <a:lnTo>
                      <a:pt x="4" y="18"/>
                    </a:lnTo>
                    <a:lnTo>
                      <a:pt x="4" y="18"/>
                    </a:lnTo>
                    <a:lnTo>
                      <a:pt x="4" y="18"/>
                    </a:lnTo>
                    <a:lnTo>
                      <a:pt x="4" y="16"/>
                    </a:lnTo>
                    <a:lnTo>
                      <a:pt x="4" y="16"/>
                    </a:lnTo>
                    <a:lnTo>
                      <a:pt x="4" y="12"/>
                    </a:lnTo>
                    <a:lnTo>
                      <a:pt x="4" y="12"/>
                    </a:lnTo>
                    <a:lnTo>
                      <a:pt x="4" y="12"/>
                    </a:lnTo>
                    <a:lnTo>
                      <a:pt x="4" y="8"/>
                    </a:lnTo>
                    <a:lnTo>
                      <a:pt x="4" y="8"/>
                    </a:lnTo>
                    <a:lnTo>
                      <a:pt x="4" y="4"/>
                    </a:lnTo>
                    <a:lnTo>
                      <a:pt x="4" y="4"/>
                    </a:lnTo>
                    <a:lnTo>
                      <a:pt x="4" y="4"/>
                    </a:lnTo>
                    <a:lnTo>
                      <a:pt x="6" y="4"/>
                    </a:lnTo>
                    <a:lnTo>
                      <a:pt x="10" y="4"/>
                    </a:lnTo>
                    <a:lnTo>
                      <a:pt x="14" y="4"/>
                    </a:lnTo>
                    <a:lnTo>
                      <a:pt x="18" y="4"/>
                    </a:lnTo>
                    <a:lnTo>
                      <a:pt x="22" y="4"/>
                    </a:lnTo>
                    <a:lnTo>
                      <a:pt x="22" y="4"/>
                    </a:lnTo>
                    <a:lnTo>
                      <a:pt x="26" y="4"/>
                    </a:lnTo>
                    <a:lnTo>
                      <a:pt x="26" y="4"/>
                    </a:lnTo>
                    <a:lnTo>
                      <a:pt x="30" y="4"/>
                    </a:lnTo>
                    <a:lnTo>
                      <a:pt x="30" y="4"/>
                    </a:lnTo>
                    <a:lnTo>
                      <a:pt x="34" y="4"/>
                    </a:lnTo>
                    <a:lnTo>
                      <a:pt x="34" y="4"/>
                    </a:lnTo>
                    <a:lnTo>
                      <a:pt x="34" y="4"/>
                    </a:lnTo>
                    <a:lnTo>
                      <a:pt x="34" y="4"/>
                    </a:lnTo>
                    <a:lnTo>
                      <a:pt x="34" y="4"/>
                    </a:lnTo>
                    <a:lnTo>
                      <a:pt x="36" y="4"/>
                    </a:lnTo>
                    <a:lnTo>
                      <a:pt x="40" y="4"/>
                    </a:lnTo>
                    <a:lnTo>
                      <a:pt x="40" y="0"/>
                    </a:lnTo>
                    <a:lnTo>
                      <a:pt x="40" y="0"/>
                    </a:lnTo>
                    <a:lnTo>
                      <a:pt x="40" y="0"/>
                    </a:lnTo>
                    <a:lnTo>
                      <a:pt x="40" y="0"/>
                    </a:lnTo>
                    <a:lnTo>
                      <a:pt x="44" y="4"/>
                    </a:lnTo>
                    <a:lnTo>
                      <a:pt x="44" y="4"/>
                    </a:lnTo>
                    <a:lnTo>
                      <a:pt x="44" y="0"/>
                    </a:lnTo>
                    <a:lnTo>
                      <a:pt x="44" y="0"/>
                    </a:lnTo>
                    <a:lnTo>
                      <a:pt x="44" y="4"/>
                    </a:lnTo>
                    <a:lnTo>
                      <a:pt x="44" y="4"/>
                    </a:lnTo>
                    <a:lnTo>
                      <a:pt x="44" y="4"/>
                    </a:lnTo>
                    <a:lnTo>
                      <a:pt x="44" y="8"/>
                    </a:lnTo>
                    <a:lnTo>
                      <a:pt x="44" y="8"/>
                    </a:lnTo>
                    <a:lnTo>
                      <a:pt x="44" y="8"/>
                    </a:lnTo>
                    <a:lnTo>
                      <a:pt x="44" y="8"/>
                    </a:lnTo>
                    <a:lnTo>
                      <a:pt x="44" y="12"/>
                    </a:lnTo>
                    <a:lnTo>
                      <a:pt x="44" y="12"/>
                    </a:lnTo>
                    <a:lnTo>
                      <a:pt x="44" y="12"/>
                    </a:lnTo>
                    <a:lnTo>
                      <a:pt x="44" y="12"/>
                    </a:lnTo>
                    <a:lnTo>
                      <a:pt x="44" y="12"/>
                    </a:lnTo>
                    <a:lnTo>
                      <a:pt x="48" y="16"/>
                    </a:lnTo>
                    <a:lnTo>
                      <a:pt x="48" y="16"/>
                    </a:lnTo>
                    <a:lnTo>
                      <a:pt x="48" y="16"/>
                    </a:lnTo>
                    <a:lnTo>
                      <a:pt x="48" y="16"/>
                    </a:lnTo>
                    <a:lnTo>
                      <a:pt x="48" y="18"/>
                    </a:lnTo>
                    <a:lnTo>
                      <a:pt x="48" y="18"/>
                    </a:lnTo>
                    <a:lnTo>
                      <a:pt x="48" y="18"/>
                    </a:lnTo>
                    <a:lnTo>
                      <a:pt x="48" y="18"/>
                    </a:lnTo>
                    <a:lnTo>
                      <a:pt x="52" y="18"/>
                    </a:lnTo>
                    <a:lnTo>
                      <a:pt x="52" y="18"/>
                    </a:lnTo>
                    <a:lnTo>
                      <a:pt x="48" y="18"/>
                    </a:lnTo>
                    <a:lnTo>
                      <a:pt x="48" y="26"/>
                    </a:lnTo>
                    <a:lnTo>
                      <a:pt x="48" y="26"/>
                    </a:lnTo>
                    <a:lnTo>
                      <a:pt x="48" y="30"/>
                    </a:lnTo>
                    <a:lnTo>
                      <a:pt x="48" y="30"/>
                    </a:lnTo>
                    <a:lnTo>
                      <a:pt x="48" y="30"/>
                    </a:lnTo>
                    <a:lnTo>
                      <a:pt x="48" y="30"/>
                    </a:lnTo>
                    <a:lnTo>
                      <a:pt x="48" y="30"/>
                    </a:lnTo>
                    <a:lnTo>
                      <a:pt x="48" y="30"/>
                    </a:lnTo>
                    <a:lnTo>
                      <a:pt x="48" y="30"/>
                    </a:lnTo>
                    <a:lnTo>
                      <a:pt x="52" y="30"/>
                    </a:lnTo>
                    <a:lnTo>
                      <a:pt x="52" y="30"/>
                    </a:lnTo>
                    <a:lnTo>
                      <a:pt x="52" y="30"/>
                    </a:lnTo>
                    <a:lnTo>
                      <a:pt x="52" y="30"/>
                    </a:lnTo>
                    <a:lnTo>
                      <a:pt x="52" y="30"/>
                    </a:lnTo>
                    <a:lnTo>
                      <a:pt x="52" y="34"/>
                    </a:lnTo>
                    <a:lnTo>
                      <a:pt x="52" y="34"/>
                    </a:lnTo>
                    <a:lnTo>
                      <a:pt x="52" y="34"/>
                    </a:lnTo>
                    <a:lnTo>
                      <a:pt x="52" y="38"/>
                    </a:lnTo>
                    <a:lnTo>
                      <a:pt x="52" y="38"/>
                    </a:lnTo>
                    <a:lnTo>
                      <a:pt x="52" y="42"/>
                    </a:lnTo>
                    <a:lnTo>
                      <a:pt x="52" y="42"/>
                    </a:lnTo>
                    <a:lnTo>
                      <a:pt x="52" y="42"/>
                    </a:lnTo>
                    <a:lnTo>
                      <a:pt x="52" y="42"/>
                    </a:lnTo>
                    <a:lnTo>
                      <a:pt x="52" y="42"/>
                    </a:lnTo>
                    <a:lnTo>
                      <a:pt x="48" y="42"/>
                    </a:lnTo>
                    <a:lnTo>
                      <a:pt x="48" y="42"/>
                    </a:lnTo>
                    <a:lnTo>
                      <a:pt x="52" y="46"/>
                    </a:lnTo>
                    <a:lnTo>
                      <a:pt x="52" y="46"/>
                    </a:lnTo>
                    <a:lnTo>
                      <a:pt x="52" y="46"/>
                    </a:lnTo>
                    <a:lnTo>
                      <a:pt x="52" y="48"/>
                    </a:lnTo>
                    <a:lnTo>
                      <a:pt x="52" y="48"/>
                    </a:lnTo>
                    <a:lnTo>
                      <a:pt x="56" y="48"/>
                    </a:lnTo>
                    <a:lnTo>
                      <a:pt x="56" y="48"/>
                    </a:lnTo>
                    <a:lnTo>
                      <a:pt x="56" y="48"/>
                    </a:lnTo>
                    <a:lnTo>
                      <a:pt x="56" y="52"/>
                    </a:lnTo>
                    <a:lnTo>
                      <a:pt x="56" y="52"/>
                    </a:lnTo>
                    <a:lnTo>
                      <a:pt x="52" y="52"/>
                    </a:lnTo>
                    <a:lnTo>
                      <a:pt x="52" y="52"/>
                    </a:lnTo>
                    <a:lnTo>
                      <a:pt x="52" y="52"/>
                    </a:lnTo>
                    <a:lnTo>
                      <a:pt x="52" y="56"/>
                    </a:lnTo>
                    <a:lnTo>
                      <a:pt x="52" y="60"/>
                    </a:lnTo>
                    <a:lnTo>
                      <a:pt x="52" y="64"/>
                    </a:lnTo>
                    <a:lnTo>
                      <a:pt x="52" y="64"/>
                    </a:lnTo>
                    <a:lnTo>
                      <a:pt x="52" y="64"/>
                    </a:lnTo>
                    <a:lnTo>
                      <a:pt x="52" y="64"/>
                    </a:lnTo>
                    <a:lnTo>
                      <a:pt x="52" y="64"/>
                    </a:lnTo>
                    <a:lnTo>
                      <a:pt x="52" y="68"/>
                    </a:lnTo>
                    <a:lnTo>
                      <a:pt x="52" y="68"/>
                    </a:lnTo>
                    <a:lnTo>
                      <a:pt x="52" y="68"/>
                    </a:lnTo>
                    <a:lnTo>
                      <a:pt x="52" y="68"/>
                    </a:lnTo>
                    <a:lnTo>
                      <a:pt x="52" y="68"/>
                    </a:lnTo>
                    <a:lnTo>
                      <a:pt x="52" y="68"/>
                    </a:lnTo>
                    <a:lnTo>
                      <a:pt x="52" y="72"/>
                    </a:lnTo>
                    <a:lnTo>
                      <a:pt x="52" y="72"/>
                    </a:lnTo>
                    <a:lnTo>
                      <a:pt x="52" y="76"/>
                    </a:lnTo>
                    <a:lnTo>
                      <a:pt x="52" y="76"/>
                    </a:lnTo>
                    <a:lnTo>
                      <a:pt x="52" y="78"/>
                    </a:lnTo>
                    <a:lnTo>
                      <a:pt x="52" y="78"/>
                    </a:lnTo>
                    <a:lnTo>
                      <a:pt x="52" y="78"/>
                    </a:lnTo>
                    <a:lnTo>
                      <a:pt x="52" y="78"/>
                    </a:lnTo>
                    <a:lnTo>
                      <a:pt x="56" y="78"/>
                    </a:lnTo>
                    <a:lnTo>
                      <a:pt x="56" y="78"/>
                    </a:lnTo>
                    <a:lnTo>
                      <a:pt x="56" y="78"/>
                    </a:lnTo>
                    <a:lnTo>
                      <a:pt x="56" y="78"/>
                    </a:lnTo>
                    <a:lnTo>
                      <a:pt x="56" y="82"/>
                    </a:lnTo>
                    <a:lnTo>
                      <a:pt x="56" y="82"/>
                    </a:lnTo>
                    <a:lnTo>
                      <a:pt x="56" y="82"/>
                    </a:lnTo>
                    <a:lnTo>
                      <a:pt x="56" y="82"/>
                    </a:lnTo>
                    <a:lnTo>
                      <a:pt x="56" y="82"/>
                    </a:lnTo>
                    <a:lnTo>
                      <a:pt x="56" y="82"/>
                    </a:lnTo>
                    <a:lnTo>
                      <a:pt x="60" y="82"/>
                    </a:lnTo>
                    <a:lnTo>
                      <a:pt x="60" y="86"/>
                    </a:lnTo>
                    <a:lnTo>
                      <a:pt x="60" y="86"/>
                    </a:lnTo>
                    <a:lnTo>
                      <a:pt x="60" y="86"/>
                    </a:lnTo>
                    <a:lnTo>
                      <a:pt x="62" y="86"/>
                    </a:lnTo>
                    <a:lnTo>
                      <a:pt x="62" y="86"/>
                    </a:lnTo>
                    <a:lnTo>
                      <a:pt x="62" y="90"/>
                    </a:lnTo>
                    <a:lnTo>
                      <a:pt x="60" y="90"/>
                    </a:lnTo>
                    <a:lnTo>
                      <a:pt x="60" y="90"/>
                    </a:lnTo>
                    <a:lnTo>
                      <a:pt x="60" y="90"/>
                    </a:lnTo>
                    <a:lnTo>
                      <a:pt x="60" y="90"/>
                    </a:lnTo>
                    <a:lnTo>
                      <a:pt x="60" y="90"/>
                    </a:lnTo>
                    <a:lnTo>
                      <a:pt x="60" y="90"/>
                    </a:lnTo>
                    <a:lnTo>
                      <a:pt x="60" y="94"/>
                    </a:lnTo>
                    <a:lnTo>
                      <a:pt x="60" y="94"/>
                    </a:lnTo>
                    <a:lnTo>
                      <a:pt x="60" y="94"/>
                    </a:lnTo>
                    <a:lnTo>
                      <a:pt x="60" y="94"/>
                    </a:lnTo>
                    <a:lnTo>
                      <a:pt x="60" y="94"/>
                    </a:lnTo>
                    <a:lnTo>
                      <a:pt x="56" y="94"/>
                    </a:lnTo>
                    <a:lnTo>
                      <a:pt x="56" y="94"/>
                    </a:lnTo>
                    <a:lnTo>
                      <a:pt x="56" y="94"/>
                    </a:lnTo>
                    <a:lnTo>
                      <a:pt x="56" y="94"/>
                    </a:lnTo>
                    <a:lnTo>
                      <a:pt x="56" y="94"/>
                    </a:lnTo>
                    <a:lnTo>
                      <a:pt x="52" y="94"/>
                    </a:lnTo>
                    <a:lnTo>
                      <a:pt x="52" y="94"/>
                    </a:lnTo>
                    <a:lnTo>
                      <a:pt x="52" y="94"/>
                    </a:lnTo>
                    <a:lnTo>
                      <a:pt x="52" y="90"/>
                    </a:lnTo>
                    <a:lnTo>
                      <a:pt x="52" y="90"/>
                    </a:lnTo>
                    <a:lnTo>
                      <a:pt x="52" y="90"/>
                    </a:lnTo>
                    <a:lnTo>
                      <a:pt x="52" y="90"/>
                    </a:lnTo>
                    <a:lnTo>
                      <a:pt x="52" y="90"/>
                    </a:lnTo>
                    <a:lnTo>
                      <a:pt x="52"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52" y="90"/>
                    </a:lnTo>
                    <a:lnTo>
                      <a:pt x="52" y="90"/>
                    </a:lnTo>
                    <a:lnTo>
                      <a:pt x="52" y="90"/>
                    </a:lnTo>
                    <a:lnTo>
                      <a:pt x="52" y="90"/>
                    </a:lnTo>
                    <a:lnTo>
                      <a:pt x="52" y="90"/>
                    </a:lnTo>
                    <a:lnTo>
                      <a:pt x="52" y="90"/>
                    </a:lnTo>
                    <a:lnTo>
                      <a:pt x="52" y="90"/>
                    </a:lnTo>
                    <a:lnTo>
                      <a:pt x="52" y="94"/>
                    </a:lnTo>
                    <a:lnTo>
                      <a:pt x="52" y="94"/>
                    </a:lnTo>
                    <a:lnTo>
                      <a:pt x="56" y="94"/>
                    </a:lnTo>
                    <a:lnTo>
                      <a:pt x="52" y="94"/>
                    </a:lnTo>
                    <a:lnTo>
                      <a:pt x="52" y="94"/>
                    </a:lnTo>
                    <a:lnTo>
                      <a:pt x="48" y="94"/>
                    </a:lnTo>
                    <a:lnTo>
                      <a:pt x="48" y="94"/>
                    </a:lnTo>
                    <a:lnTo>
                      <a:pt x="48" y="94"/>
                    </a:lnTo>
                    <a:lnTo>
                      <a:pt x="48" y="94"/>
                    </a:lnTo>
                    <a:lnTo>
                      <a:pt x="48" y="94"/>
                    </a:lnTo>
                    <a:lnTo>
                      <a:pt x="44" y="98"/>
                    </a:lnTo>
                    <a:lnTo>
                      <a:pt x="44" y="98"/>
                    </a:lnTo>
                    <a:lnTo>
                      <a:pt x="44" y="98"/>
                    </a:lnTo>
                    <a:lnTo>
                      <a:pt x="40" y="98"/>
                    </a:lnTo>
                    <a:lnTo>
                      <a:pt x="40" y="98"/>
                    </a:lnTo>
                    <a:lnTo>
                      <a:pt x="40" y="98"/>
                    </a:lnTo>
                    <a:lnTo>
                      <a:pt x="40" y="98"/>
                    </a:lnTo>
                    <a:lnTo>
                      <a:pt x="36" y="102"/>
                    </a:lnTo>
                    <a:lnTo>
                      <a:pt x="36" y="102"/>
                    </a:lnTo>
                    <a:lnTo>
                      <a:pt x="36" y="102"/>
                    </a:lnTo>
                    <a:lnTo>
                      <a:pt x="36" y="102"/>
                    </a:lnTo>
                    <a:lnTo>
                      <a:pt x="36" y="102"/>
                    </a:lnTo>
                    <a:lnTo>
                      <a:pt x="34" y="102"/>
                    </a:lnTo>
                    <a:lnTo>
                      <a:pt x="34" y="102"/>
                    </a:lnTo>
                    <a:lnTo>
                      <a:pt x="34" y="102"/>
                    </a:lnTo>
                    <a:lnTo>
                      <a:pt x="34" y="104"/>
                    </a:lnTo>
                    <a:lnTo>
                      <a:pt x="34" y="104"/>
                    </a:lnTo>
                    <a:lnTo>
                      <a:pt x="30" y="104"/>
                    </a:lnTo>
                    <a:lnTo>
                      <a:pt x="30" y="104"/>
                    </a:lnTo>
                    <a:lnTo>
                      <a:pt x="30" y="104"/>
                    </a:lnTo>
                    <a:lnTo>
                      <a:pt x="30" y="104"/>
                    </a:lnTo>
                    <a:lnTo>
                      <a:pt x="30" y="104"/>
                    </a:lnTo>
                    <a:lnTo>
                      <a:pt x="30" y="104"/>
                    </a:lnTo>
                    <a:lnTo>
                      <a:pt x="26" y="104"/>
                    </a:lnTo>
                    <a:lnTo>
                      <a:pt x="26" y="104"/>
                    </a:lnTo>
                    <a:lnTo>
                      <a:pt x="26" y="104"/>
                    </a:lnTo>
                    <a:lnTo>
                      <a:pt x="26" y="104"/>
                    </a:lnTo>
                    <a:lnTo>
                      <a:pt x="22" y="104"/>
                    </a:lnTo>
                    <a:lnTo>
                      <a:pt x="22" y="104"/>
                    </a:lnTo>
                    <a:lnTo>
                      <a:pt x="22" y="104"/>
                    </a:lnTo>
                    <a:lnTo>
                      <a:pt x="22" y="108"/>
                    </a:lnTo>
                    <a:lnTo>
                      <a:pt x="22" y="108"/>
                    </a:lnTo>
                    <a:lnTo>
                      <a:pt x="18" y="108"/>
                    </a:lnTo>
                    <a:lnTo>
                      <a:pt x="18" y="112"/>
                    </a:lnTo>
                    <a:lnTo>
                      <a:pt x="14" y="112"/>
                    </a:lnTo>
                    <a:lnTo>
                      <a:pt x="14" y="112"/>
                    </a:lnTo>
                    <a:lnTo>
                      <a:pt x="14" y="112"/>
                    </a:lnTo>
                    <a:lnTo>
                      <a:pt x="10" y="108"/>
                    </a:lnTo>
                    <a:lnTo>
                      <a:pt x="10" y="108"/>
                    </a:lnTo>
                    <a:lnTo>
                      <a:pt x="10" y="108"/>
                    </a:lnTo>
                    <a:lnTo>
                      <a:pt x="10" y="108"/>
                    </a:lnTo>
                    <a:lnTo>
                      <a:pt x="10" y="108"/>
                    </a:lnTo>
                    <a:lnTo>
                      <a:pt x="10" y="108"/>
                    </a:lnTo>
                    <a:lnTo>
                      <a:pt x="10" y="108"/>
                    </a:lnTo>
                    <a:lnTo>
                      <a:pt x="6" y="108"/>
                    </a:lnTo>
                    <a:lnTo>
                      <a:pt x="6" y="108"/>
                    </a:lnTo>
                    <a:lnTo>
                      <a:pt x="6" y="108"/>
                    </a:lnTo>
                    <a:lnTo>
                      <a:pt x="4" y="104"/>
                    </a:lnTo>
                    <a:lnTo>
                      <a:pt x="4" y="104"/>
                    </a:lnTo>
                    <a:lnTo>
                      <a:pt x="4" y="104"/>
                    </a:lnTo>
                    <a:lnTo>
                      <a:pt x="0" y="104"/>
                    </a:lnTo>
                    <a:lnTo>
                      <a:pt x="0" y="104"/>
                    </a:lnTo>
                    <a:lnTo>
                      <a:pt x="0" y="104"/>
                    </a:lnTo>
                    <a:lnTo>
                      <a:pt x="0" y="104"/>
                    </a:lnTo>
                    <a:lnTo>
                      <a:pt x="0" y="104"/>
                    </a:lnTo>
                    <a:lnTo>
                      <a:pt x="4" y="104"/>
                    </a:lnTo>
                    <a:lnTo>
                      <a:pt x="4" y="104"/>
                    </a:lnTo>
                    <a:lnTo>
                      <a:pt x="6" y="104"/>
                    </a:lnTo>
                    <a:lnTo>
                      <a:pt x="6" y="104"/>
                    </a:lnTo>
                    <a:lnTo>
                      <a:pt x="6" y="104"/>
                    </a:lnTo>
                    <a:lnTo>
                      <a:pt x="6" y="104"/>
                    </a:lnTo>
                    <a:lnTo>
                      <a:pt x="6" y="104"/>
                    </a:lnTo>
                    <a:lnTo>
                      <a:pt x="4" y="102"/>
                    </a:lnTo>
                    <a:lnTo>
                      <a:pt x="4" y="102"/>
                    </a:lnTo>
                    <a:lnTo>
                      <a:pt x="6" y="102"/>
                    </a:lnTo>
                    <a:lnTo>
                      <a:pt x="6" y="98"/>
                    </a:lnTo>
                    <a:lnTo>
                      <a:pt x="4" y="98"/>
                    </a:lnTo>
                    <a:lnTo>
                      <a:pt x="4" y="98"/>
                    </a:lnTo>
                    <a:lnTo>
                      <a:pt x="4" y="98"/>
                    </a:lnTo>
                    <a:lnTo>
                      <a:pt x="4" y="98"/>
                    </a:lnTo>
                    <a:lnTo>
                      <a:pt x="4" y="98"/>
                    </a:lnTo>
                    <a:lnTo>
                      <a:pt x="4" y="98"/>
                    </a:lnTo>
                    <a:lnTo>
                      <a:pt x="4" y="94"/>
                    </a:lnTo>
                    <a:lnTo>
                      <a:pt x="4" y="94"/>
                    </a:lnTo>
                    <a:lnTo>
                      <a:pt x="0" y="90"/>
                    </a:lnTo>
                    <a:lnTo>
                      <a:pt x="0" y="86"/>
                    </a:lnTo>
                    <a:lnTo>
                      <a:pt x="0" y="86"/>
                    </a:lnTo>
                    <a:lnTo>
                      <a:pt x="0" y="86"/>
                    </a:lnTo>
                    <a:lnTo>
                      <a:pt x="0" y="86"/>
                    </a:lnTo>
                    <a:lnTo>
                      <a:pt x="0" y="86"/>
                    </a:lnTo>
                    <a:lnTo>
                      <a:pt x="0" y="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4" name="Freeform 148"/>
              <p:cNvSpPr>
                <a:spLocks/>
              </p:cNvSpPr>
              <p:nvPr/>
            </p:nvSpPr>
            <p:spPr bwMode="gray">
              <a:xfrm>
                <a:off x="4431230" y="4140533"/>
                <a:ext cx="180883" cy="170447"/>
              </a:xfrm>
              <a:custGeom>
                <a:avLst/>
                <a:gdLst>
                  <a:gd name="T0" fmla="*/ 96 w 104"/>
                  <a:gd name="T1" fmla="*/ 86 h 98"/>
                  <a:gd name="T2" fmla="*/ 92 w 104"/>
                  <a:gd name="T3" fmla="*/ 90 h 98"/>
                  <a:gd name="T4" fmla="*/ 90 w 104"/>
                  <a:gd name="T5" fmla="*/ 86 h 98"/>
                  <a:gd name="T6" fmla="*/ 86 w 104"/>
                  <a:gd name="T7" fmla="*/ 94 h 98"/>
                  <a:gd name="T8" fmla="*/ 82 w 104"/>
                  <a:gd name="T9" fmla="*/ 94 h 98"/>
                  <a:gd name="T10" fmla="*/ 78 w 104"/>
                  <a:gd name="T11" fmla="*/ 90 h 98"/>
                  <a:gd name="T12" fmla="*/ 78 w 104"/>
                  <a:gd name="T13" fmla="*/ 86 h 98"/>
                  <a:gd name="T14" fmla="*/ 74 w 104"/>
                  <a:gd name="T15" fmla="*/ 74 h 98"/>
                  <a:gd name="T16" fmla="*/ 66 w 104"/>
                  <a:gd name="T17" fmla="*/ 74 h 98"/>
                  <a:gd name="T18" fmla="*/ 60 w 104"/>
                  <a:gd name="T19" fmla="*/ 74 h 98"/>
                  <a:gd name="T20" fmla="*/ 64 w 104"/>
                  <a:gd name="T21" fmla="*/ 64 h 98"/>
                  <a:gd name="T22" fmla="*/ 60 w 104"/>
                  <a:gd name="T23" fmla="*/ 60 h 98"/>
                  <a:gd name="T24" fmla="*/ 56 w 104"/>
                  <a:gd name="T25" fmla="*/ 52 h 98"/>
                  <a:gd name="T26" fmla="*/ 48 w 104"/>
                  <a:gd name="T27" fmla="*/ 48 h 98"/>
                  <a:gd name="T28" fmla="*/ 40 w 104"/>
                  <a:gd name="T29" fmla="*/ 48 h 98"/>
                  <a:gd name="T30" fmla="*/ 34 w 104"/>
                  <a:gd name="T31" fmla="*/ 52 h 98"/>
                  <a:gd name="T32" fmla="*/ 30 w 104"/>
                  <a:gd name="T33" fmla="*/ 60 h 98"/>
                  <a:gd name="T34" fmla="*/ 26 w 104"/>
                  <a:gd name="T35" fmla="*/ 64 h 98"/>
                  <a:gd name="T36" fmla="*/ 22 w 104"/>
                  <a:gd name="T37" fmla="*/ 60 h 98"/>
                  <a:gd name="T38" fmla="*/ 18 w 104"/>
                  <a:gd name="T39" fmla="*/ 56 h 98"/>
                  <a:gd name="T40" fmla="*/ 18 w 104"/>
                  <a:gd name="T41" fmla="*/ 52 h 98"/>
                  <a:gd name="T42" fmla="*/ 18 w 104"/>
                  <a:gd name="T43" fmla="*/ 48 h 98"/>
                  <a:gd name="T44" fmla="*/ 14 w 104"/>
                  <a:gd name="T45" fmla="*/ 44 h 98"/>
                  <a:gd name="T46" fmla="*/ 8 w 104"/>
                  <a:gd name="T47" fmla="*/ 38 h 98"/>
                  <a:gd name="T48" fmla="*/ 8 w 104"/>
                  <a:gd name="T49" fmla="*/ 34 h 98"/>
                  <a:gd name="T50" fmla="*/ 4 w 104"/>
                  <a:gd name="T51" fmla="*/ 30 h 98"/>
                  <a:gd name="T52" fmla="*/ 0 w 104"/>
                  <a:gd name="T53" fmla="*/ 30 h 98"/>
                  <a:gd name="T54" fmla="*/ 0 w 104"/>
                  <a:gd name="T55" fmla="*/ 30 h 98"/>
                  <a:gd name="T56" fmla="*/ 4 w 104"/>
                  <a:gd name="T57" fmla="*/ 22 h 98"/>
                  <a:gd name="T58" fmla="*/ 8 w 104"/>
                  <a:gd name="T59" fmla="*/ 22 h 98"/>
                  <a:gd name="T60" fmla="*/ 14 w 104"/>
                  <a:gd name="T61" fmla="*/ 18 h 98"/>
                  <a:gd name="T62" fmla="*/ 14 w 104"/>
                  <a:gd name="T63" fmla="*/ 12 h 98"/>
                  <a:gd name="T64" fmla="*/ 18 w 104"/>
                  <a:gd name="T65" fmla="*/ 8 h 98"/>
                  <a:gd name="T66" fmla="*/ 18 w 104"/>
                  <a:gd name="T67" fmla="*/ 4 h 98"/>
                  <a:gd name="T68" fmla="*/ 26 w 104"/>
                  <a:gd name="T69" fmla="*/ 0 h 98"/>
                  <a:gd name="T70" fmla="*/ 30 w 104"/>
                  <a:gd name="T71" fmla="*/ 4 h 98"/>
                  <a:gd name="T72" fmla="*/ 36 w 104"/>
                  <a:gd name="T73" fmla="*/ 4 h 98"/>
                  <a:gd name="T74" fmla="*/ 40 w 104"/>
                  <a:gd name="T75" fmla="*/ 8 h 98"/>
                  <a:gd name="T76" fmla="*/ 48 w 104"/>
                  <a:gd name="T77" fmla="*/ 4 h 98"/>
                  <a:gd name="T78" fmla="*/ 48 w 104"/>
                  <a:gd name="T79" fmla="*/ 8 h 98"/>
                  <a:gd name="T80" fmla="*/ 52 w 104"/>
                  <a:gd name="T81" fmla="*/ 12 h 98"/>
                  <a:gd name="T82" fmla="*/ 60 w 104"/>
                  <a:gd name="T83" fmla="*/ 8 h 98"/>
                  <a:gd name="T84" fmla="*/ 64 w 104"/>
                  <a:gd name="T85" fmla="*/ 12 h 98"/>
                  <a:gd name="T86" fmla="*/ 74 w 104"/>
                  <a:gd name="T87" fmla="*/ 12 h 98"/>
                  <a:gd name="T88" fmla="*/ 78 w 104"/>
                  <a:gd name="T89" fmla="*/ 8 h 98"/>
                  <a:gd name="T90" fmla="*/ 82 w 104"/>
                  <a:gd name="T91" fmla="*/ 4 h 98"/>
                  <a:gd name="T92" fmla="*/ 86 w 104"/>
                  <a:gd name="T93" fmla="*/ 8 h 98"/>
                  <a:gd name="T94" fmla="*/ 86 w 104"/>
                  <a:gd name="T95" fmla="*/ 18 h 98"/>
                  <a:gd name="T96" fmla="*/ 90 w 104"/>
                  <a:gd name="T97" fmla="*/ 22 h 98"/>
                  <a:gd name="T98" fmla="*/ 92 w 104"/>
                  <a:gd name="T99" fmla="*/ 22 h 98"/>
                  <a:gd name="T100" fmla="*/ 90 w 104"/>
                  <a:gd name="T101" fmla="*/ 26 h 98"/>
                  <a:gd name="T102" fmla="*/ 96 w 104"/>
                  <a:gd name="T103" fmla="*/ 34 h 98"/>
                  <a:gd name="T104" fmla="*/ 100 w 104"/>
                  <a:gd name="T105" fmla="*/ 42 h 98"/>
                  <a:gd name="T106" fmla="*/ 96 w 104"/>
                  <a:gd name="T107" fmla="*/ 48 h 98"/>
                  <a:gd name="T108" fmla="*/ 96 w 104"/>
                  <a:gd name="T109" fmla="*/ 56 h 98"/>
                  <a:gd name="T110" fmla="*/ 100 w 104"/>
                  <a:gd name="T111" fmla="*/ 60 h 98"/>
                  <a:gd name="T112" fmla="*/ 100 w 104"/>
                  <a:gd name="T113" fmla="*/ 64 h 98"/>
                  <a:gd name="T114" fmla="*/ 100 w 104"/>
                  <a:gd name="T115" fmla="*/ 68 h 98"/>
                  <a:gd name="T116" fmla="*/ 104 w 104"/>
                  <a:gd name="T117" fmla="*/ 74 h 98"/>
                  <a:gd name="T118" fmla="*/ 96 w 104"/>
                  <a:gd name="T119" fmla="*/ 78 h 98"/>
                  <a:gd name="T120" fmla="*/ 100 w 104"/>
                  <a:gd name="T121" fmla="*/ 8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04" h="98">
                    <a:moveTo>
                      <a:pt x="100" y="82"/>
                    </a:moveTo>
                    <a:lnTo>
                      <a:pt x="100" y="82"/>
                    </a:lnTo>
                    <a:lnTo>
                      <a:pt x="96" y="82"/>
                    </a:lnTo>
                    <a:lnTo>
                      <a:pt x="96" y="82"/>
                    </a:lnTo>
                    <a:lnTo>
                      <a:pt x="96" y="82"/>
                    </a:lnTo>
                    <a:lnTo>
                      <a:pt x="96" y="82"/>
                    </a:lnTo>
                    <a:lnTo>
                      <a:pt x="96" y="82"/>
                    </a:lnTo>
                    <a:lnTo>
                      <a:pt x="96" y="86"/>
                    </a:lnTo>
                    <a:lnTo>
                      <a:pt x="96" y="86"/>
                    </a:lnTo>
                    <a:lnTo>
                      <a:pt x="96" y="86"/>
                    </a:lnTo>
                    <a:lnTo>
                      <a:pt x="96" y="90"/>
                    </a:lnTo>
                    <a:lnTo>
                      <a:pt x="96" y="90"/>
                    </a:lnTo>
                    <a:lnTo>
                      <a:pt x="96" y="90"/>
                    </a:lnTo>
                    <a:lnTo>
                      <a:pt x="96" y="90"/>
                    </a:lnTo>
                    <a:lnTo>
                      <a:pt x="96" y="90"/>
                    </a:lnTo>
                    <a:lnTo>
                      <a:pt x="92" y="90"/>
                    </a:lnTo>
                    <a:lnTo>
                      <a:pt x="92" y="90"/>
                    </a:lnTo>
                    <a:lnTo>
                      <a:pt x="92" y="90"/>
                    </a:lnTo>
                    <a:lnTo>
                      <a:pt x="92" y="90"/>
                    </a:lnTo>
                    <a:lnTo>
                      <a:pt x="92" y="90"/>
                    </a:lnTo>
                    <a:lnTo>
                      <a:pt x="92" y="86"/>
                    </a:lnTo>
                    <a:lnTo>
                      <a:pt x="92" y="86"/>
                    </a:lnTo>
                    <a:lnTo>
                      <a:pt x="90" y="86"/>
                    </a:lnTo>
                    <a:lnTo>
                      <a:pt x="90" y="86"/>
                    </a:lnTo>
                    <a:lnTo>
                      <a:pt x="90" y="86"/>
                    </a:lnTo>
                    <a:lnTo>
                      <a:pt x="90" y="86"/>
                    </a:lnTo>
                    <a:lnTo>
                      <a:pt x="90" y="90"/>
                    </a:lnTo>
                    <a:lnTo>
                      <a:pt x="90" y="90"/>
                    </a:lnTo>
                    <a:lnTo>
                      <a:pt x="90" y="90"/>
                    </a:lnTo>
                    <a:lnTo>
                      <a:pt x="90" y="90"/>
                    </a:lnTo>
                    <a:lnTo>
                      <a:pt x="90" y="94"/>
                    </a:lnTo>
                    <a:lnTo>
                      <a:pt x="86" y="94"/>
                    </a:lnTo>
                    <a:lnTo>
                      <a:pt x="86" y="94"/>
                    </a:lnTo>
                    <a:lnTo>
                      <a:pt x="86" y="94"/>
                    </a:lnTo>
                    <a:lnTo>
                      <a:pt x="86" y="94"/>
                    </a:lnTo>
                    <a:lnTo>
                      <a:pt x="86" y="94"/>
                    </a:lnTo>
                    <a:lnTo>
                      <a:pt x="82" y="94"/>
                    </a:lnTo>
                    <a:lnTo>
                      <a:pt x="82" y="98"/>
                    </a:lnTo>
                    <a:lnTo>
                      <a:pt x="82" y="94"/>
                    </a:lnTo>
                    <a:lnTo>
                      <a:pt x="82" y="94"/>
                    </a:lnTo>
                    <a:lnTo>
                      <a:pt x="82" y="94"/>
                    </a:lnTo>
                    <a:lnTo>
                      <a:pt x="82" y="90"/>
                    </a:lnTo>
                    <a:lnTo>
                      <a:pt x="78" y="90"/>
                    </a:lnTo>
                    <a:lnTo>
                      <a:pt x="78" y="94"/>
                    </a:lnTo>
                    <a:lnTo>
                      <a:pt x="78" y="94"/>
                    </a:lnTo>
                    <a:lnTo>
                      <a:pt x="78" y="94"/>
                    </a:lnTo>
                    <a:lnTo>
                      <a:pt x="78" y="90"/>
                    </a:lnTo>
                    <a:lnTo>
                      <a:pt x="78" y="90"/>
                    </a:lnTo>
                    <a:lnTo>
                      <a:pt x="78" y="90"/>
                    </a:lnTo>
                    <a:lnTo>
                      <a:pt x="78" y="90"/>
                    </a:lnTo>
                    <a:lnTo>
                      <a:pt x="78" y="86"/>
                    </a:lnTo>
                    <a:lnTo>
                      <a:pt x="78" y="86"/>
                    </a:lnTo>
                    <a:lnTo>
                      <a:pt x="78" y="86"/>
                    </a:lnTo>
                    <a:lnTo>
                      <a:pt x="82" y="86"/>
                    </a:lnTo>
                    <a:lnTo>
                      <a:pt x="78" y="86"/>
                    </a:lnTo>
                    <a:lnTo>
                      <a:pt x="78" y="86"/>
                    </a:lnTo>
                    <a:lnTo>
                      <a:pt x="78" y="82"/>
                    </a:lnTo>
                    <a:lnTo>
                      <a:pt x="78" y="82"/>
                    </a:lnTo>
                    <a:lnTo>
                      <a:pt x="78" y="82"/>
                    </a:lnTo>
                    <a:lnTo>
                      <a:pt x="78" y="82"/>
                    </a:lnTo>
                    <a:lnTo>
                      <a:pt x="78" y="78"/>
                    </a:lnTo>
                    <a:lnTo>
                      <a:pt x="78" y="74"/>
                    </a:lnTo>
                    <a:lnTo>
                      <a:pt x="74" y="74"/>
                    </a:lnTo>
                    <a:lnTo>
                      <a:pt x="74" y="74"/>
                    </a:lnTo>
                    <a:lnTo>
                      <a:pt x="74" y="72"/>
                    </a:lnTo>
                    <a:lnTo>
                      <a:pt x="74" y="74"/>
                    </a:lnTo>
                    <a:lnTo>
                      <a:pt x="74" y="72"/>
                    </a:lnTo>
                    <a:lnTo>
                      <a:pt x="70" y="72"/>
                    </a:lnTo>
                    <a:lnTo>
                      <a:pt x="70" y="74"/>
                    </a:lnTo>
                    <a:lnTo>
                      <a:pt x="66" y="72"/>
                    </a:lnTo>
                    <a:lnTo>
                      <a:pt x="66" y="74"/>
                    </a:lnTo>
                    <a:lnTo>
                      <a:pt x="66" y="74"/>
                    </a:lnTo>
                    <a:lnTo>
                      <a:pt x="66" y="72"/>
                    </a:lnTo>
                    <a:lnTo>
                      <a:pt x="66" y="74"/>
                    </a:lnTo>
                    <a:lnTo>
                      <a:pt x="64" y="74"/>
                    </a:lnTo>
                    <a:lnTo>
                      <a:pt x="64" y="74"/>
                    </a:lnTo>
                    <a:lnTo>
                      <a:pt x="64" y="74"/>
                    </a:lnTo>
                    <a:lnTo>
                      <a:pt x="64" y="74"/>
                    </a:lnTo>
                    <a:lnTo>
                      <a:pt x="64" y="74"/>
                    </a:lnTo>
                    <a:lnTo>
                      <a:pt x="60" y="74"/>
                    </a:lnTo>
                    <a:lnTo>
                      <a:pt x="60" y="74"/>
                    </a:lnTo>
                    <a:lnTo>
                      <a:pt x="64" y="72"/>
                    </a:lnTo>
                    <a:lnTo>
                      <a:pt x="64" y="72"/>
                    </a:lnTo>
                    <a:lnTo>
                      <a:pt x="64" y="72"/>
                    </a:lnTo>
                    <a:lnTo>
                      <a:pt x="64" y="68"/>
                    </a:lnTo>
                    <a:lnTo>
                      <a:pt x="64" y="68"/>
                    </a:lnTo>
                    <a:lnTo>
                      <a:pt x="64" y="68"/>
                    </a:lnTo>
                    <a:lnTo>
                      <a:pt x="64" y="64"/>
                    </a:lnTo>
                    <a:lnTo>
                      <a:pt x="64" y="64"/>
                    </a:lnTo>
                    <a:lnTo>
                      <a:pt x="64" y="64"/>
                    </a:lnTo>
                    <a:lnTo>
                      <a:pt x="64" y="64"/>
                    </a:lnTo>
                    <a:lnTo>
                      <a:pt x="64" y="64"/>
                    </a:lnTo>
                    <a:lnTo>
                      <a:pt x="60" y="64"/>
                    </a:lnTo>
                    <a:lnTo>
                      <a:pt x="60" y="64"/>
                    </a:lnTo>
                    <a:lnTo>
                      <a:pt x="60" y="64"/>
                    </a:lnTo>
                    <a:lnTo>
                      <a:pt x="60" y="60"/>
                    </a:lnTo>
                    <a:lnTo>
                      <a:pt x="60" y="60"/>
                    </a:lnTo>
                    <a:lnTo>
                      <a:pt x="64" y="60"/>
                    </a:lnTo>
                    <a:lnTo>
                      <a:pt x="64" y="60"/>
                    </a:lnTo>
                    <a:lnTo>
                      <a:pt x="60" y="60"/>
                    </a:lnTo>
                    <a:lnTo>
                      <a:pt x="60" y="56"/>
                    </a:lnTo>
                    <a:lnTo>
                      <a:pt x="60" y="56"/>
                    </a:lnTo>
                    <a:lnTo>
                      <a:pt x="60" y="52"/>
                    </a:lnTo>
                    <a:lnTo>
                      <a:pt x="56" y="52"/>
                    </a:lnTo>
                    <a:lnTo>
                      <a:pt x="56" y="52"/>
                    </a:lnTo>
                    <a:lnTo>
                      <a:pt x="56" y="52"/>
                    </a:lnTo>
                    <a:lnTo>
                      <a:pt x="56" y="48"/>
                    </a:lnTo>
                    <a:lnTo>
                      <a:pt x="56" y="48"/>
                    </a:lnTo>
                    <a:lnTo>
                      <a:pt x="56" y="48"/>
                    </a:lnTo>
                    <a:lnTo>
                      <a:pt x="52" y="48"/>
                    </a:lnTo>
                    <a:lnTo>
                      <a:pt x="52" y="48"/>
                    </a:lnTo>
                    <a:lnTo>
                      <a:pt x="48" y="48"/>
                    </a:lnTo>
                    <a:lnTo>
                      <a:pt x="48" y="48"/>
                    </a:lnTo>
                    <a:lnTo>
                      <a:pt x="48" y="48"/>
                    </a:lnTo>
                    <a:lnTo>
                      <a:pt x="44" y="48"/>
                    </a:lnTo>
                    <a:lnTo>
                      <a:pt x="44" y="48"/>
                    </a:lnTo>
                    <a:lnTo>
                      <a:pt x="44" y="48"/>
                    </a:lnTo>
                    <a:lnTo>
                      <a:pt x="40" y="48"/>
                    </a:lnTo>
                    <a:lnTo>
                      <a:pt x="40" y="48"/>
                    </a:lnTo>
                    <a:lnTo>
                      <a:pt x="40" y="48"/>
                    </a:lnTo>
                    <a:lnTo>
                      <a:pt x="40" y="48"/>
                    </a:lnTo>
                    <a:lnTo>
                      <a:pt x="40" y="48"/>
                    </a:lnTo>
                    <a:lnTo>
                      <a:pt x="40" y="48"/>
                    </a:lnTo>
                    <a:lnTo>
                      <a:pt x="36" y="48"/>
                    </a:lnTo>
                    <a:lnTo>
                      <a:pt x="36" y="48"/>
                    </a:lnTo>
                    <a:lnTo>
                      <a:pt x="34" y="52"/>
                    </a:lnTo>
                    <a:lnTo>
                      <a:pt x="34" y="52"/>
                    </a:lnTo>
                    <a:lnTo>
                      <a:pt x="34" y="52"/>
                    </a:lnTo>
                    <a:lnTo>
                      <a:pt x="34" y="56"/>
                    </a:lnTo>
                    <a:lnTo>
                      <a:pt x="34" y="56"/>
                    </a:lnTo>
                    <a:lnTo>
                      <a:pt x="34" y="56"/>
                    </a:lnTo>
                    <a:lnTo>
                      <a:pt x="30" y="60"/>
                    </a:lnTo>
                    <a:lnTo>
                      <a:pt x="30" y="60"/>
                    </a:lnTo>
                    <a:lnTo>
                      <a:pt x="30" y="60"/>
                    </a:lnTo>
                    <a:lnTo>
                      <a:pt x="30" y="60"/>
                    </a:lnTo>
                    <a:lnTo>
                      <a:pt x="30" y="60"/>
                    </a:lnTo>
                    <a:lnTo>
                      <a:pt x="30" y="60"/>
                    </a:lnTo>
                    <a:lnTo>
                      <a:pt x="30" y="60"/>
                    </a:lnTo>
                    <a:lnTo>
                      <a:pt x="30" y="64"/>
                    </a:lnTo>
                    <a:lnTo>
                      <a:pt x="30" y="64"/>
                    </a:lnTo>
                    <a:lnTo>
                      <a:pt x="26" y="64"/>
                    </a:lnTo>
                    <a:lnTo>
                      <a:pt x="26" y="64"/>
                    </a:lnTo>
                    <a:lnTo>
                      <a:pt x="26" y="64"/>
                    </a:lnTo>
                    <a:lnTo>
                      <a:pt x="26" y="64"/>
                    </a:lnTo>
                    <a:lnTo>
                      <a:pt x="26" y="64"/>
                    </a:lnTo>
                    <a:lnTo>
                      <a:pt x="26" y="64"/>
                    </a:lnTo>
                    <a:lnTo>
                      <a:pt x="26" y="64"/>
                    </a:lnTo>
                    <a:lnTo>
                      <a:pt x="22" y="64"/>
                    </a:lnTo>
                    <a:lnTo>
                      <a:pt x="22" y="64"/>
                    </a:lnTo>
                    <a:lnTo>
                      <a:pt x="26" y="64"/>
                    </a:lnTo>
                    <a:lnTo>
                      <a:pt x="26" y="60"/>
                    </a:lnTo>
                    <a:lnTo>
                      <a:pt x="22" y="60"/>
                    </a:lnTo>
                    <a:lnTo>
                      <a:pt x="22" y="60"/>
                    </a:lnTo>
                    <a:lnTo>
                      <a:pt x="22" y="56"/>
                    </a:lnTo>
                    <a:lnTo>
                      <a:pt x="22" y="56"/>
                    </a:lnTo>
                    <a:lnTo>
                      <a:pt x="22" y="56"/>
                    </a:lnTo>
                    <a:lnTo>
                      <a:pt x="22" y="56"/>
                    </a:lnTo>
                    <a:lnTo>
                      <a:pt x="22" y="56"/>
                    </a:lnTo>
                    <a:lnTo>
                      <a:pt x="22" y="56"/>
                    </a:lnTo>
                    <a:lnTo>
                      <a:pt x="18" y="56"/>
                    </a:lnTo>
                    <a:lnTo>
                      <a:pt x="18" y="56"/>
                    </a:lnTo>
                    <a:lnTo>
                      <a:pt x="18" y="52"/>
                    </a:lnTo>
                    <a:lnTo>
                      <a:pt x="18" y="52"/>
                    </a:lnTo>
                    <a:lnTo>
                      <a:pt x="18" y="48"/>
                    </a:lnTo>
                    <a:lnTo>
                      <a:pt x="18" y="48"/>
                    </a:lnTo>
                    <a:lnTo>
                      <a:pt x="18" y="52"/>
                    </a:lnTo>
                    <a:lnTo>
                      <a:pt x="18" y="52"/>
                    </a:lnTo>
                    <a:lnTo>
                      <a:pt x="18" y="52"/>
                    </a:lnTo>
                    <a:lnTo>
                      <a:pt x="18" y="52"/>
                    </a:lnTo>
                    <a:lnTo>
                      <a:pt x="18" y="52"/>
                    </a:lnTo>
                    <a:lnTo>
                      <a:pt x="18" y="52"/>
                    </a:lnTo>
                    <a:lnTo>
                      <a:pt x="18" y="48"/>
                    </a:lnTo>
                    <a:lnTo>
                      <a:pt x="18" y="48"/>
                    </a:lnTo>
                    <a:lnTo>
                      <a:pt x="18" y="48"/>
                    </a:lnTo>
                    <a:lnTo>
                      <a:pt x="18" y="48"/>
                    </a:lnTo>
                    <a:lnTo>
                      <a:pt x="18" y="48"/>
                    </a:lnTo>
                    <a:lnTo>
                      <a:pt x="18" y="48"/>
                    </a:lnTo>
                    <a:lnTo>
                      <a:pt x="18" y="48"/>
                    </a:lnTo>
                    <a:lnTo>
                      <a:pt x="18" y="48"/>
                    </a:lnTo>
                    <a:lnTo>
                      <a:pt x="18" y="48"/>
                    </a:lnTo>
                    <a:lnTo>
                      <a:pt x="14" y="48"/>
                    </a:lnTo>
                    <a:lnTo>
                      <a:pt x="14" y="48"/>
                    </a:lnTo>
                    <a:lnTo>
                      <a:pt x="14" y="48"/>
                    </a:lnTo>
                    <a:lnTo>
                      <a:pt x="14" y="44"/>
                    </a:lnTo>
                    <a:lnTo>
                      <a:pt x="10" y="44"/>
                    </a:lnTo>
                    <a:lnTo>
                      <a:pt x="10" y="44"/>
                    </a:lnTo>
                    <a:lnTo>
                      <a:pt x="8" y="42"/>
                    </a:lnTo>
                    <a:lnTo>
                      <a:pt x="8" y="42"/>
                    </a:lnTo>
                    <a:lnTo>
                      <a:pt x="8" y="38"/>
                    </a:lnTo>
                    <a:lnTo>
                      <a:pt x="8" y="38"/>
                    </a:lnTo>
                    <a:lnTo>
                      <a:pt x="8" y="38"/>
                    </a:lnTo>
                    <a:lnTo>
                      <a:pt x="8" y="38"/>
                    </a:lnTo>
                    <a:lnTo>
                      <a:pt x="4" y="38"/>
                    </a:lnTo>
                    <a:lnTo>
                      <a:pt x="4" y="38"/>
                    </a:lnTo>
                    <a:lnTo>
                      <a:pt x="8" y="34"/>
                    </a:lnTo>
                    <a:lnTo>
                      <a:pt x="8" y="34"/>
                    </a:lnTo>
                    <a:lnTo>
                      <a:pt x="8" y="34"/>
                    </a:lnTo>
                    <a:lnTo>
                      <a:pt x="8" y="34"/>
                    </a:lnTo>
                    <a:lnTo>
                      <a:pt x="8" y="34"/>
                    </a:lnTo>
                    <a:lnTo>
                      <a:pt x="8" y="34"/>
                    </a:lnTo>
                    <a:lnTo>
                      <a:pt x="4" y="34"/>
                    </a:lnTo>
                    <a:lnTo>
                      <a:pt x="4" y="38"/>
                    </a:lnTo>
                    <a:lnTo>
                      <a:pt x="4" y="34"/>
                    </a:lnTo>
                    <a:lnTo>
                      <a:pt x="4" y="34"/>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34"/>
                    </a:lnTo>
                    <a:lnTo>
                      <a:pt x="0" y="34"/>
                    </a:lnTo>
                    <a:lnTo>
                      <a:pt x="0" y="34"/>
                    </a:lnTo>
                    <a:lnTo>
                      <a:pt x="0" y="34"/>
                    </a:lnTo>
                    <a:lnTo>
                      <a:pt x="0" y="34"/>
                    </a:lnTo>
                    <a:lnTo>
                      <a:pt x="0" y="34"/>
                    </a:lnTo>
                    <a:lnTo>
                      <a:pt x="0" y="30"/>
                    </a:lnTo>
                    <a:lnTo>
                      <a:pt x="0" y="30"/>
                    </a:lnTo>
                    <a:lnTo>
                      <a:pt x="0" y="30"/>
                    </a:lnTo>
                    <a:lnTo>
                      <a:pt x="0" y="30"/>
                    </a:lnTo>
                    <a:lnTo>
                      <a:pt x="0" y="30"/>
                    </a:lnTo>
                    <a:lnTo>
                      <a:pt x="4" y="26"/>
                    </a:lnTo>
                    <a:lnTo>
                      <a:pt x="4" y="26"/>
                    </a:lnTo>
                    <a:lnTo>
                      <a:pt x="4" y="26"/>
                    </a:lnTo>
                    <a:lnTo>
                      <a:pt x="4" y="26"/>
                    </a:lnTo>
                    <a:lnTo>
                      <a:pt x="4" y="22"/>
                    </a:lnTo>
                    <a:lnTo>
                      <a:pt x="4" y="22"/>
                    </a:lnTo>
                    <a:lnTo>
                      <a:pt x="4" y="22"/>
                    </a:lnTo>
                    <a:lnTo>
                      <a:pt x="4" y="22"/>
                    </a:lnTo>
                    <a:lnTo>
                      <a:pt x="4" y="22"/>
                    </a:lnTo>
                    <a:lnTo>
                      <a:pt x="8" y="22"/>
                    </a:lnTo>
                    <a:lnTo>
                      <a:pt x="8" y="22"/>
                    </a:lnTo>
                    <a:lnTo>
                      <a:pt x="8" y="22"/>
                    </a:lnTo>
                    <a:lnTo>
                      <a:pt x="8" y="22"/>
                    </a:lnTo>
                    <a:lnTo>
                      <a:pt x="8" y="18"/>
                    </a:lnTo>
                    <a:lnTo>
                      <a:pt x="8" y="18"/>
                    </a:lnTo>
                    <a:lnTo>
                      <a:pt x="10" y="18"/>
                    </a:lnTo>
                    <a:lnTo>
                      <a:pt x="10" y="18"/>
                    </a:lnTo>
                    <a:lnTo>
                      <a:pt x="10" y="18"/>
                    </a:lnTo>
                    <a:lnTo>
                      <a:pt x="10" y="18"/>
                    </a:lnTo>
                    <a:lnTo>
                      <a:pt x="14" y="18"/>
                    </a:lnTo>
                    <a:lnTo>
                      <a:pt x="14" y="18"/>
                    </a:lnTo>
                    <a:lnTo>
                      <a:pt x="14" y="18"/>
                    </a:lnTo>
                    <a:lnTo>
                      <a:pt x="18" y="18"/>
                    </a:lnTo>
                    <a:lnTo>
                      <a:pt x="18" y="18"/>
                    </a:lnTo>
                    <a:lnTo>
                      <a:pt x="18" y="16"/>
                    </a:lnTo>
                    <a:lnTo>
                      <a:pt x="18" y="12"/>
                    </a:lnTo>
                    <a:lnTo>
                      <a:pt x="18" y="12"/>
                    </a:lnTo>
                    <a:lnTo>
                      <a:pt x="18" y="12"/>
                    </a:lnTo>
                    <a:lnTo>
                      <a:pt x="14" y="12"/>
                    </a:lnTo>
                    <a:lnTo>
                      <a:pt x="14" y="12"/>
                    </a:lnTo>
                    <a:lnTo>
                      <a:pt x="14" y="12"/>
                    </a:lnTo>
                    <a:lnTo>
                      <a:pt x="14" y="8"/>
                    </a:lnTo>
                    <a:lnTo>
                      <a:pt x="14" y="8"/>
                    </a:lnTo>
                    <a:lnTo>
                      <a:pt x="18" y="8"/>
                    </a:lnTo>
                    <a:lnTo>
                      <a:pt x="18" y="8"/>
                    </a:lnTo>
                    <a:lnTo>
                      <a:pt x="18" y="8"/>
                    </a:lnTo>
                    <a:lnTo>
                      <a:pt x="18" y="8"/>
                    </a:lnTo>
                    <a:lnTo>
                      <a:pt x="18" y="8"/>
                    </a:lnTo>
                    <a:lnTo>
                      <a:pt x="18" y="8"/>
                    </a:lnTo>
                    <a:lnTo>
                      <a:pt x="18" y="4"/>
                    </a:lnTo>
                    <a:lnTo>
                      <a:pt x="18" y="4"/>
                    </a:lnTo>
                    <a:lnTo>
                      <a:pt x="18" y="4"/>
                    </a:lnTo>
                    <a:lnTo>
                      <a:pt x="18" y="4"/>
                    </a:lnTo>
                    <a:lnTo>
                      <a:pt x="18" y="4"/>
                    </a:lnTo>
                    <a:lnTo>
                      <a:pt x="18" y="4"/>
                    </a:lnTo>
                    <a:lnTo>
                      <a:pt x="18" y="0"/>
                    </a:lnTo>
                    <a:lnTo>
                      <a:pt x="18" y="0"/>
                    </a:lnTo>
                    <a:lnTo>
                      <a:pt x="18" y="0"/>
                    </a:lnTo>
                    <a:lnTo>
                      <a:pt x="18" y="0"/>
                    </a:lnTo>
                    <a:lnTo>
                      <a:pt x="22" y="0"/>
                    </a:lnTo>
                    <a:lnTo>
                      <a:pt x="22" y="0"/>
                    </a:lnTo>
                    <a:lnTo>
                      <a:pt x="26" y="0"/>
                    </a:lnTo>
                    <a:lnTo>
                      <a:pt x="26" y="0"/>
                    </a:lnTo>
                    <a:lnTo>
                      <a:pt x="30" y="4"/>
                    </a:lnTo>
                    <a:lnTo>
                      <a:pt x="26" y="4"/>
                    </a:lnTo>
                    <a:lnTo>
                      <a:pt x="26" y="4"/>
                    </a:lnTo>
                    <a:lnTo>
                      <a:pt x="26" y="4"/>
                    </a:lnTo>
                    <a:lnTo>
                      <a:pt x="26" y="4"/>
                    </a:lnTo>
                    <a:lnTo>
                      <a:pt x="30" y="4"/>
                    </a:lnTo>
                    <a:lnTo>
                      <a:pt x="30" y="4"/>
                    </a:lnTo>
                    <a:lnTo>
                      <a:pt x="30" y="4"/>
                    </a:lnTo>
                    <a:lnTo>
                      <a:pt x="30" y="4"/>
                    </a:lnTo>
                    <a:lnTo>
                      <a:pt x="30" y="4"/>
                    </a:lnTo>
                    <a:lnTo>
                      <a:pt x="30" y="4"/>
                    </a:lnTo>
                    <a:lnTo>
                      <a:pt x="34" y="4"/>
                    </a:lnTo>
                    <a:lnTo>
                      <a:pt x="34" y="8"/>
                    </a:lnTo>
                    <a:lnTo>
                      <a:pt x="34" y="8"/>
                    </a:lnTo>
                    <a:lnTo>
                      <a:pt x="36" y="4"/>
                    </a:lnTo>
                    <a:lnTo>
                      <a:pt x="36" y="4"/>
                    </a:lnTo>
                    <a:lnTo>
                      <a:pt x="36" y="8"/>
                    </a:lnTo>
                    <a:lnTo>
                      <a:pt x="36" y="8"/>
                    </a:lnTo>
                    <a:lnTo>
                      <a:pt x="36" y="8"/>
                    </a:lnTo>
                    <a:lnTo>
                      <a:pt x="36" y="8"/>
                    </a:lnTo>
                    <a:lnTo>
                      <a:pt x="40" y="8"/>
                    </a:lnTo>
                    <a:lnTo>
                      <a:pt x="40" y="8"/>
                    </a:lnTo>
                    <a:lnTo>
                      <a:pt x="40" y="8"/>
                    </a:lnTo>
                    <a:lnTo>
                      <a:pt x="40" y="8"/>
                    </a:lnTo>
                    <a:lnTo>
                      <a:pt x="40" y="4"/>
                    </a:lnTo>
                    <a:lnTo>
                      <a:pt x="44" y="4"/>
                    </a:lnTo>
                    <a:lnTo>
                      <a:pt x="44" y="8"/>
                    </a:lnTo>
                    <a:lnTo>
                      <a:pt x="44" y="8"/>
                    </a:lnTo>
                    <a:lnTo>
                      <a:pt x="44" y="8"/>
                    </a:lnTo>
                    <a:lnTo>
                      <a:pt x="48" y="8"/>
                    </a:lnTo>
                    <a:lnTo>
                      <a:pt x="48" y="4"/>
                    </a:lnTo>
                    <a:lnTo>
                      <a:pt x="48" y="4"/>
                    </a:lnTo>
                    <a:lnTo>
                      <a:pt x="48" y="4"/>
                    </a:lnTo>
                    <a:lnTo>
                      <a:pt x="48" y="4"/>
                    </a:lnTo>
                    <a:lnTo>
                      <a:pt x="52" y="4"/>
                    </a:lnTo>
                    <a:lnTo>
                      <a:pt x="52" y="4"/>
                    </a:lnTo>
                    <a:lnTo>
                      <a:pt x="52" y="8"/>
                    </a:lnTo>
                    <a:lnTo>
                      <a:pt x="52" y="8"/>
                    </a:lnTo>
                    <a:lnTo>
                      <a:pt x="48" y="8"/>
                    </a:lnTo>
                    <a:lnTo>
                      <a:pt x="48" y="8"/>
                    </a:lnTo>
                    <a:lnTo>
                      <a:pt x="48" y="12"/>
                    </a:lnTo>
                    <a:lnTo>
                      <a:pt x="52" y="12"/>
                    </a:lnTo>
                    <a:lnTo>
                      <a:pt x="52" y="12"/>
                    </a:lnTo>
                    <a:lnTo>
                      <a:pt x="52" y="12"/>
                    </a:lnTo>
                    <a:lnTo>
                      <a:pt x="52" y="12"/>
                    </a:lnTo>
                    <a:lnTo>
                      <a:pt x="52" y="12"/>
                    </a:lnTo>
                    <a:lnTo>
                      <a:pt x="52" y="12"/>
                    </a:lnTo>
                    <a:lnTo>
                      <a:pt x="52" y="12"/>
                    </a:lnTo>
                    <a:lnTo>
                      <a:pt x="56" y="12"/>
                    </a:lnTo>
                    <a:lnTo>
                      <a:pt x="56" y="12"/>
                    </a:lnTo>
                    <a:lnTo>
                      <a:pt x="56" y="12"/>
                    </a:lnTo>
                    <a:lnTo>
                      <a:pt x="56" y="12"/>
                    </a:lnTo>
                    <a:lnTo>
                      <a:pt x="56" y="8"/>
                    </a:lnTo>
                    <a:lnTo>
                      <a:pt x="56" y="8"/>
                    </a:lnTo>
                    <a:lnTo>
                      <a:pt x="60" y="8"/>
                    </a:lnTo>
                    <a:lnTo>
                      <a:pt x="60" y="8"/>
                    </a:lnTo>
                    <a:lnTo>
                      <a:pt x="60" y="8"/>
                    </a:lnTo>
                    <a:lnTo>
                      <a:pt x="60" y="12"/>
                    </a:lnTo>
                    <a:lnTo>
                      <a:pt x="60" y="12"/>
                    </a:lnTo>
                    <a:lnTo>
                      <a:pt x="60" y="16"/>
                    </a:lnTo>
                    <a:lnTo>
                      <a:pt x="60" y="16"/>
                    </a:lnTo>
                    <a:lnTo>
                      <a:pt x="64" y="16"/>
                    </a:lnTo>
                    <a:lnTo>
                      <a:pt x="64" y="12"/>
                    </a:lnTo>
                    <a:lnTo>
                      <a:pt x="64" y="12"/>
                    </a:lnTo>
                    <a:lnTo>
                      <a:pt x="66" y="12"/>
                    </a:lnTo>
                    <a:lnTo>
                      <a:pt x="66" y="8"/>
                    </a:lnTo>
                    <a:lnTo>
                      <a:pt x="66" y="8"/>
                    </a:lnTo>
                    <a:lnTo>
                      <a:pt x="70" y="8"/>
                    </a:lnTo>
                    <a:lnTo>
                      <a:pt x="70" y="12"/>
                    </a:lnTo>
                    <a:lnTo>
                      <a:pt x="74" y="12"/>
                    </a:lnTo>
                    <a:lnTo>
                      <a:pt x="74" y="12"/>
                    </a:lnTo>
                    <a:lnTo>
                      <a:pt x="74" y="12"/>
                    </a:lnTo>
                    <a:lnTo>
                      <a:pt x="74" y="12"/>
                    </a:lnTo>
                    <a:lnTo>
                      <a:pt x="74" y="12"/>
                    </a:lnTo>
                    <a:lnTo>
                      <a:pt x="74" y="12"/>
                    </a:lnTo>
                    <a:lnTo>
                      <a:pt x="74" y="12"/>
                    </a:lnTo>
                    <a:lnTo>
                      <a:pt x="74" y="12"/>
                    </a:lnTo>
                    <a:lnTo>
                      <a:pt x="78" y="8"/>
                    </a:lnTo>
                    <a:lnTo>
                      <a:pt x="78" y="8"/>
                    </a:lnTo>
                    <a:lnTo>
                      <a:pt x="78" y="8"/>
                    </a:lnTo>
                    <a:lnTo>
                      <a:pt x="82" y="8"/>
                    </a:lnTo>
                    <a:lnTo>
                      <a:pt x="82" y="8"/>
                    </a:lnTo>
                    <a:lnTo>
                      <a:pt x="82" y="8"/>
                    </a:lnTo>
                    <a:lnTo>
                      <a:pt x="82" y="8"/>
                    </a:lnTo>
                    <a:lnTo>
                      <a:pt x="82" y="4"/>
                    </a:lnTo>
                    <a:lnTo>
                      <a:pt x="78" y="4"/>
                    </a:lnTo>
                    <a:lnTo>
                      <a:pt x="78" y="4"/>
                    </a:lnTo>
                    <a:lnTo>
                      <a:pt x="82" y="4"/>
                    </a:lnTo>
                    <a:lnTo>
                      <a:pt x="82" y="4"/>
                    </a:lnTo>
                    <a:lnTo>
                      <a:pt x="82" y="4"/>
                    </a:lnTo>
                    <a:lnTo>
                      <a:pt x="86" y="4"/>
                    </a:lnTo>
                    <a:lnTo>
                      <a:pt x="86" y="4"/>
                    </a:lnTo>
                    <a:lnTo>
                      <a:pt x="86" y="8"/>
                    </a:lnTo>
                    <a:lnTo>
                      <a:pt x="86" y="8"/>
                    </a:lnTo>
                    <a:lnTo>
                      <a:pt x="86" y="8"/>
                    </a:lnTo>
                    <a:lnTo>
                      <a:pt x="86" y="8"/>
                    </a:lnTo>
                    <a:lnTo>
                      <a:pt x="86" y="8"/>
                    </a:lnTo>
                    <a:lnTo>
                      <a:pt x="86" y="8"/>
                    </a:lnTo>
                    <a:lnTo>
                      <a:pt x="86" y="8"/>
                    </a:lnTo>
                    <a:lnTo>
                      <a:pt x="86" y="8"/>
                    </a:lnTo>
                    <a:lnTo>
                      <a:pt x="90" y="12"/>
                    </a:lnTo>
                    <a:lnTo>
                      <a:pt x="90" y="16"/>
                    </a:lnTo>
                    <a:lnTo>
                      <a:pt x="90" y="16"/>
                    </a:lnTo>
                    <a:lnTo>
                      <a:pt x="86" y="18"/>
                    </a:lnTo>
                    <a:lnTo>
                      <a:pt x="90" y="18"/>
                    </a:lnTo>
                    <a:lnTo>
                      <a:pt x="90" y="18"/>
                    </a:lnTo>
                    <a:lnTo>
                      <a:pt x="90" y="18"/>
                    </a:lnTo>
                    <a:lnTo>
                      <a:pt x="90" y="18"/>
                    </a:lnTo>
                    <a:lnTo>
                      <a:pt x="90" y="18"/>
                    </a:lnTo>
                    <a:lnTo>
                      <a:pt x="90" y="18"/>
                    </a:lnTo>
                    <a:lnTo>
                      <a:pt x="90" y="22"/>
                    </a:lnTo>
                    <a:lnTo>
                      <a:pt x="90" y="22"/>
                    </a:lnTo>
                    <a:lnTo>
                      <a:pt x="90" y="22"/>
                    </a:lnTo>
                    <a:lnTo>
                      <a:pt x="90" y="22"/>
                    </a:lnTo>
                    <a:lnTo>
                      <a:pt x="92" y="22"/>
                    </a:lnTo>
                    <a:lnTo>
                      <a:pt x="92" y="22"/>
                    </a:lnTo>
                    <a:lnTo>
                      <a:pt x="92" y="22"/>
                    </a:lnTo>
                    <a:lnTo>
                      <a:pt x="92" y="22"/>
                    </a:lnTo>
                    <a:lnTo>
                      <a:pt x="92" y="22"/>
                    </a:lnTo>
                    <a:lnTo>
                      <a:pt x="92" y="22"/>
                    </a:lnTo>
                    <a:lnTo>
                      <a:pt x="92" y="22"/>
                    </a:lnTo>
                    <a:lnTo>
                      <a:pt x="92" y="26"/>
                    </a:lnTo>
                    <a:lnTo>
                      <a:pt x="92" y="26"/>
                    </a:lnTo>
                    <a:lnTo>
                      <a:pt x="92" y="26"/>
                    </a:lnTo>
                    <a:lnTo>
                      <a:pt x="92" y="26"/>
                    </a:lnTo>
                    <a:lnTo>
                      <a:pt x="92" y="26"/>
                    </a:lnTo>
                    <a:lnTo>
                      <a:pt x="92" y="26"/>
                    </a:lnTo>
                    <a:lnTo>
                      <a:pt x="90" y="26"/>
                    </a:lnTo>
                    <a:lnTo>
                      <a:pt x="90" y="30"/>
                    </a:lnTo>
                    <a:lnTo>
                      <a:pt x="90" y="30"/>
                    </a:lnTo>
                    <a:lnTo>
                      <a:pt x="90" y="30"/>
                    </a:lnTo>
                    <a:lnTo>
                      <a:pt x="92" y="30"/>
                    </a:lnTo>
                    <a:lnTo>
                      <a:pt x="92" y="30"/>
                    </a:lnTo>
                    <a:lnTo>
                      <a:pt x="92" y="30"/>
                    </a:lnTo>
                    <a:lnTo>
                      <a:pt x="96" y="30"/>
                    </a:lnTo>
                    <a:lnTo>
                      <a:pt x="96" y="34"/>
                    </a:lnTo>
                    <a:lnTo>
                      <a:pt x="92" y="34"/>
                    </a:lnTo>
                    <a:lnTo>
                      <a:pt x="96" y="38"/>
                    </a:lnTo>
                    <a:lnTo>
                      <a:pt x="96" y="38"/>
                    </a:lnTo>
                    <a:lnTo>
                      <a:pt x="96" y="42"/>
                    </a:lnTo>
                    <a:lnTo>
                      <a:pt x="96" y="42"/>
                    </a:lnTo>
                    <a:lnTo>
                      <a:pt x="96" y="42"/>
                    </a:lnTo>
                    <a:lnTo>
                      <a:pt x="100" y="42"/>
                    </a:lnTo>
                    <a:lnTo>
                      <a:pt x="100" y="42"/>
                    </a:lnTo>
                    <a:lnTo>
                      <a:pt x="100" y="44"/>
                    </a:lnTo>
                    <a:lnTo>
                      <a:pt x="100" y="44"/>
                    </a:lnTo>
                    <a:lnTo>
                      <a:pt x="100" y="44"/>
                    </a:lnTo>
                    <a:lnTo>
                      <a:pt x="96" y="44"/>
                    </a:lnTo>
                    <a:lnTo>
                      <a:pt x="96" y="44"/>
                    </a:lnTo>
                    <a:lnTo>
                      <a:pt x="96" y="44"/>
                    </a:lnTo>
                    <a:lnTo>
                      <a:pt x="96" y="48"/>
                    </a:lnTo>
                    <a:lnTo>
                      <a:pt x="96" y="48"/>
                    </a:lnTo>
                    <a:lnTo>
                      <a:pt x="96" y="48"/>
                    </a:lnTo>
                    <a:lnTo>
                      <a:pt x="96" y="48"/>
                    </a:lnTo>
                    <a:lnTo>
                      <a:pt x="96" y="48"/>
                    </a:lnTo>
                    <a:lnTo>
                      <a:pt x="96" y="48"/>
                    </a:lnTo>
                    <a:lnTo>
                      <a:pt x="96" y="48"/>
                    </a:lnTo>
                    <a:lnTo>
                      <a:pt x="96" y="52"/>
                    </a:lnTo>
                    <a:lnTo>
                      <a:pt x="96" y="56"/>
                    </a:lnTo>
                    <a:lnTo>
                      <a:pt x="96" y="56"/>
                    </a:lnTo>
                    <a:lnTo>
                      <a:pt x="96" y="56"/>
                    </a:lnTo>
                    <a:lnTo>
                      <a:pt x="96" y="56"/>
                    </a:lnTo>
                    <a:lnTo>
                      <a:pt x="96" y="56"/>
                    </a:lnTo>
                    <a:lnTo>
                      <a:pt x="96" y="56"/>
                    </a:lnTo>
                    <a:lnTo>
                      <a:pt x="100" y="56"/>
                    </a:lnTo>
                    <a:lnTo>
                      <a:pt x="100" y="56"/>
                    </a:lnTo>
                    <a:lnTo>
                      <a:pt x="100" y="60"/>
                    </a:lnTo>
                    <a:lnTo>
                      <a:pt x="100" y="60"/>
                    </a:lnTo>
                    <a:lnTo>
                      <a:pt x="100" y="60"/>
                    </a:lnTo>
                    <a:lnTo>
                      <a:pt x="100" y="60"/>
                    </a:lnTo>
                    <a:lnTo>
                      <a:pt x="100" y="64"/>
                    </a:lnTo>
                    <a:lnTo>
                      <a:pt x="104" y="64"/>
                    </a:lnTo>
                    <a:lnTo>
                      <a:pt x="104" y="64"/>
                    </a:lnTo>
                    <a:lnTo>
                      <a:pt x="100" y="64"/>
                    </a:lnTo>
                    <a:lnTo>
                      <a:pt x="100" y="64"/>
                    </a:lnTo>
                    <a:lnTo>
                      <a:pt x="100" y="64"/>
                    </a:lnTo>
                    <a:lnTo>
                      <a:pt x="100" y="64"/>
                    </a:lnTo>
                    <a:lnTo>
                      <a:pt x="100" y="64"/>
                    </a:lnTo>
                    <a:lnTo>
                      <a:pt x="100" y="68"/>
                    </a:lnTo>
                    <a:lnTo>
                      <a:pt x="100" y="68"/>
                    </a:lnTo>
                    <a:lnTo>
                      <a:pt x="100" y="68"/>
                    </a:lnTo>
                    <a:lnTo>
                      <a:pt x="100" y="68"/>
                    </a:lnTo>
                    <a:lnTo>
                      <a:pt x="100" y="68"/>
                    </a:lnTo>
                    <a:lnTo>
                      <a:pt x="100" y="68"/>
                    </a:lnTo>
                    <a:lnTo>
                      <a:pt x="104" y="68"/>
                    </a:lnTo>
                    <a:lnTo>
                      <a:pt x="104" y="72"/>
                    </a:lnTo>
                    <a:lnTo>
                      <a:pt x="104" y="72"/>
                    </a:lnTo>
                    <a:lnTo>
                      <a:pt x="104" y="74"/>
                    </a:lnTo>
                    <a:lnTo>
                      <a:pt x="104" y="74"/>
                    </a:lnTo>
                    <a:lnTo>
                      <a:pt x="104" y="74"/>
                    </a:lnTo>
                    <a:lnTo>
                      <a:pt x="104" y="74"/>
                    </a:lnTo>
                    <a:lnTo>
                      <a:pt x="104" y="74"/>
                    </a:lnTo>
                    <a:lnTo>
                      <a:pt x="104" y="74"/>
                    </a:lnTo>
                    <a:lnTo>
                      <a:pt x="100" y="74"/>
                    </a:lnTo>
                    <a:lnTo>
                      <a:pt x="100" y="74"/>
                    </a:lnTo>
                    <a:lnTo>
                      <a:pt x="100" y="72"/>
                    </a:lnTo>
                    <a:lnTo>
                      <a:pt x="96" y="72"/>
                    </a:lnTo>
                    <a:lnTo>
                      <a:pt x="96" y="74"/>
                    </a:lnTo>
                    <a:lnTo>
                      <a:pt x="96" y="74"/>
                    </a:lnTo>
                    <a:lnTo>
                      <a:pt x="96" y="78"/>
                    </a:lnTo>
                    <a:lnTo>
                      <a:pt x="96" y="78"/>
                    </a:lnTo>
                    <a:lnTo>
                      <a:pt x="96" y="78"/>
                    </a:lnTo>
                    <a:lnTo>
                      <a:pt x="96" y="78"/>
                    </a:lnTo>
                    <a:lnTo>
                      <a:pt x="96" y="78"/>
                    </a:lnTo>
                    <a:lnTo>
                      <a:pt x="100" y="78"/>
                    </a:lnTo>
                    <a:lnTo>
                      <a:pt x="100" y="78"/>
                    </a:lnTo>
                    <a:lnTo>
                      <a:pt x="100" y="82"/>
                    </a:lnTo>
                    <a:lnTo>
                      <a:pt x="100" y="82"/>
                    </a:lnTo>
                    <a:lnTo>
                      <a:pt x="100" y="82"/>
                    </a:lnTo>
                    <a:lnTo>
                      <a:pt x="100" y="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5" name="Freeform 149"/>
              <p:cNvSpPr>
                <a:spLocks noEditPoints="1"/>
              </p:cNvSpPr>
              <p:nvPr/>
            </p:nvSpPr>
            <p:spPr bwMode="gray">
              <a:xfrm>
                <a:off x="4389488" y="4140533"/>
                <a:ext cx="73049" cy="52178"/>
              </a:xfrm>
              <a:custGeom>
                <a:avLst/>
                <a:gdLst>
                  <a:gd name="T0" fmla="*/ 12 w 42"/>
                  <a:gd name="T1" fmla="*/ 16 h 30"/>
                  <a:gd name="T2" fmla="*/ 12 w 42"/>
                  <a:gd name="T3" fmla="*/ 12 h 30"/>
                  <a:gd name="T4" fmla="*/ 12 w 42"/>
                  <a:gd name="T5" fmla="*/ 12 h 30"/>
                  <a:gd name="T6" fmla="*/ 8 w 42"/>
                  <a:gd name="T7" fmla="*/ 16 h 30"/>
                  <a:gd name="T8" fmla="*/ 4 w 42"/>
                  <a:gd name="T9" fmla="*/ 12 h 30"/>
                  <a:gd name="T10" fmla="*/ 4 w 42"/>
                  <a:gd name="T11" fmla="*/ 8 h 30"/>
                  <a:gd name="T12" fmla="*/ 0 w 42"/>
                  <a:gd name="T13" fmla="*/ 8 h 30"/>
                  <a:gd name="T14" fmla="*/ 0 w 42"/>
                  <a:gd name="T15" fmla="*/ 8 h 30"/>
                  <a:gd name="T16" fmla="*/ 8 w 42"/>
                  <a:gd name="T17" fmla="*/ 4 h 30"/>
                  <a:gd name="T18" fmla="*/ 12 w 42"/>
                  <a:gd name="T19" fmla="*/ 4 h 30"/>
                  <a:gd name="T20" fmla="*/ 20 w 42"/>
                  <a:gd name="T21" fmla="*/ 0 h 30"/>
                  <a:gd name="T22" fmla="*/ 34 w 42"/>
                  <a:gd name="T23" fmla="*/ 0 h 30"/>
                  <a:gd name="T24" fmla="*/ 42 w 42"/>
                  <a:gd name="T25" fmla="*/ 0 h 30"/>
                  <a:gd name="T26" fmla="*/ 42 w 42"/>
                  <a:gd name="T27" fmla="*/ 4 h 30"/>
                  <a:gd name="T28" fmla="*/ 42 w 42"/>
                  <a:gd name="T29" fmla="*/ 8 h 30"/>
                  <a:gd name="T30" fmla="*/ 42 w 42"/>
                  <a:gd name="T31" fmla="*/ 12 h 30"/>
                  <a:gd name="T32" fmla="*/ 38 w 42"/>
                  <a:gd name="T33" fmla="*/ 18 h 30"/>
                  <a:gd name="T34" fmla="*/ 34 w 42"/>
                  <a:gd name="T35" fmla="*/ 18 h 30"/>
                  <a:gd name="T36" fmla="*/ 30 w 42"/>
                  <a:gd name="T37" fmla="*/ 22 h 30"/>
                  <a:gd name="T38" fmla="*/ 26 w 42"/>
                  <a:gd name="T39" fmla="*/ 26 h 30"/>
                  <a:gd name="T40" fmla="*/ 24 w 42"/>
                  <a:gd name="T41" fmla="*/ 30 h 30"/>
                  <a:gd name="T42" fmla="*/ 24 w 42"/>
                  <a:gd name="T43" fmla="*/ 26 h 30"/>
                  <a:gd name="T44" fmla="*/ 20 w 42"/>
                  <a:gd name="T45" fmla="*/ 30 h 30"/>
                  <a:gd name="T46" fmla="*/ 20 w 42"/>
                  <a:gd name="T47" fmla="*/ 26 h 30"/>
                  <a:gd name="T48" fmla="*/ 20 w 42"/>
                  <a:gd name="T49" fmla="*/ 26 h 30"/>
                  <a:gd name="T50" fmla="*/ 20 w 42"/>
                  <a:gd name="T51" fmla="*/ 22 h 30"/>
                  <a:gd name="T52" fmla="*/ 20 w 42"/>
                  <a:gd name="T53" fmla="*/ 22 h 30"/>
                  <a:gd name="T54" fmla="*/ 16 w 42"/>
                  <a:gd name="T55" fmla="*/ 22 h 30"/>
                  <a:gd name="T56" fmla="*/ 24 w 42"/>
                  <a:gd name="T57" fmla="*/ 18 h 30"/>
                  <a:gd name="T58" fmla="*/ 20 w 42"/>
                  <a:gd name="T59" fmla="*/ 18 h 30"/>
                  <a:gd name="T60" fmla="*/ 16 w 42"/>
                  <a:gd name="T61" fmla="*/ 18 h 30"/>
                  <a:gd name="T62" fmla="*/ 16 w 42"/>
                  <a:gd name="T63" fmla="*/ 18 h 30"/>
                  <a:gd name="T64" fmla="*/ 16 w 42"/>
                  <a:gd name="T65" fmla="*/ 16 h 30"/>
                  <a:gd name="T66" fmla="*/ 20 w 42"/>
                  <a:gd name="T67" fmla="*/ 16 h 30"/>
                  <a:gd name="T68" fmla="*/ 24 w 42"/>
                  <a:gd name="T69" fmla="*/ 16 h 30"/>
                  <a:gd name="T70" fmla="*/ 24 w 42"/>
                  <a:gd name="T71" fmla="*/ 16 h 30"/>
                  <a:gd name="T72" fmla="*/ 20 w 42"/>
                  <a:gd name="T73" fmla="*/ 16 h 30"/>
                  <a:gd name="T74" fmla="*/ 20 w 42"/>
                  <a:gd name="T75" fmla="*/ 12 h 30"/>
                  <a:gd name="T76" fmla="*/ 12 w 42"/>
                  <a:gd name="T77" fmla="*/ 16 h 30"/>
                  <a:gd name="T78" fmla="*/ 12 w 42"/>
                  <a:gd name="T79" fmla="*/ 26 h 30"/>
                  <a:gd name="T80" fmla="*/ 16 w 42"/>
                  <a:gd name="T81" fmla="*/ 26 h 30"/>
                  <a:gd name="T82" fmla="*/ 8 w 42"/>
                  <a:gd name="T83" fmla="*/ 16 h 30"/>
                  <a:gd name="T84" fmla="*/ 8 w 42"/>
                  <a:gd name="T85" fmla="*/ 16 h 30"/>
                  <a:gd name="T86" fmla="*/ 16 w 42"/>
                  <a:gd name="T87" fmla="*/ 18 h 30"/>
                  <a:gd name="T88" fmla="*/ 16 w 42"/>
                  <a:gd name="T89" fmla="*/ 18 h 30"/>
                  <a:gd name="T90" fmla="*/ 8 w 42"/>
                  <a:gd name="T91" fmla="*/ 18 h 30"/>
                  <a:gd name="T92" fmla="*/ 12 w 42"/>
                  <a:gd name="T93" fmla="*/ 22 h 30"/>
                  <a:gd name="T94" fmla="*/ 4 w 42"/>
                  <a:gd name="T95" fmla="*/ 22 h 30"/>
                  <a:gd name="T96" fmla="*/ 4 w 42"/>
                  <a:gd name="T97" fmla="*/ 18 h 30"/>
                  <a:gd name="T98" fmla="*/ 4 w 42"/>
                  <a:gd name="T99" fmla="*/ 18 h 30"/>
                  <a:gd name="T100" fmla="*/ 8 w 42"/>
                  <a:gd name="T101" fmla="*/ 30 h 30"/>
                  <a:gd name="T102" fmla="*/ 4 w 42"/>
                  <a:gd name="T103" fmla="*/ 26 h 30"/>
                  <a:gd name="T104" fmla="*/ 8 w 42"/>
                  <a:gd name="T105" fmla="*/ 26 h 30"/>
                  <a:gd name="T106" fmla="*/ 8 w 42"/>
                  <a:gd name="T107"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2" h="30">
                    <a:moveTo>
                      <a:pt x="12" y="16"/>
                    </a:moveTo>
                    <a:lnTo>
                      <a:pt x="12" y="16"/>
                    </a:lnTo>
                    <a:lnTo>
                      <a:pt x="12" y="16"/>
                    </a:lnTo>
                    <a:lnTo>
                      <a:pt x="8" y="18"/>
                    </a:lnTo>
                    <a:lnTo>
                      <a:pt x="8" y="16"/>
                    </a:lnTo>
                    <a:lnTo>
                      <a:pt x="12" y="16"/>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6"/>
                    </a:lnTo>
                    <a:lnTo>
                      <a:pt x="8" y="16"/>
                    </a:lnTo>
                    <a:lnTo>
                      <a:pt x="8" y="16"/>
                    </a:lnTo>
                    <a:lnTo>
                      <a:pt x="8" y="16"/>
                    </a:lnTo>
                    <a:lnTo>
                      <a:pt x="8" y="16"/>
                    </a:lnTo>
                    <a:lnTo>
                      <a:pt x="4" y="16"/>
                    </a:lnTo>
                    <a:lnTo>
                      <a:pt x="4" y="12"/>
                    </a:lnTo>
                    <a:lnTo>
                      <a:pt x="4" y="12"/>
                    </a:lnTo>
                    <a:lnTo>
                      <a:pt x="4" y="12"/>
                    </a:lnTo>
                    <a:lnTo>
                      <a:pt x="4" y="12"/>
                    </a:lnTo>
                    <a:lnTo>
                      <a:pt x="4" y="12"/>
                    </a:lnTo>
                    <a:lnTo>
                      <a:pt x="4" y="8"/>
                    </a:lnTo>
                    <a:lnTo>
                      <a:pt x="4" y="8"/>
                    </a:lnTo>
                    <a:lnTo>
                      <a:pt x="8" y="8"/>
                    </a:lnTo>
                    <a:lnTo>
                      <a:pt x="8" y="8"/>
                    </a:lnTo>
                    <a:lnTo>
                      <a:pt x="8" y="8"/>
                    </a:lnTo>
                    <a:lnTo>
                      <a:pt x="4" y="8"/>
                    </a:lnTo>
                    <a:lnTo>
                      <a:pt x="4" y="8"/>
                    </a:lnTo>
                    <a:lnTo>
                      <a:pt x="4" y="8"/>
                    </a:lnTo>
                    <a:lnTo>
                      <a:pt x="4" y="12"/>
                    </a:lnTo>
                    <a:lnTo>
                      <a:pt x="0" y="8"/>
                    </a:lnTo>
                    <a:lnTo>
                      <a:pt x="0" y="8"/>
                    </a:lnTo>
                    <a:lnTo>
                      <a:pt x="0" y="8"/>
                    </a:lnTo>
                    <a:lnTo>
                      <a:pt x="0" y="8"/>
                    </a:lnTo>
                    <a:lnTo>
                      <a:pt x="0" y="8"/>
                    </a:lnTo>
                    <a:lnTo>
                      <a:pt x="0" y="8"/>
                    </a:lnTo>
                    <a:lnTo>
                      <a:pt x="0" y="8"/>
                    </a:lnTo>
                    <a:lnTo>
                      <a:pt x="0" y="8"/>
                    </a:lnTo>
                    <a:lnTo>
                      <a:pt x="0" y="8"/>
                    </a:lnTo>
                    <a:lnTo>
                      <a:pt x="0" y="8"/>
                    </a:lnTo>
                    <a:lnTo>
                      <a:pt x="0" y="8"/>
                    </a:lnTo>
                    <a:lnTo>
                      <a:pt x="4" y="8"/>
                    </a:lnTo>
                    <a:lnTo>
                      <a:pt x="4" y="4"/>
                    </a:lnTo>
                    <a:lnTo>
                      <a:pt x="8" y="4"/>
                    </a:lnTo>
                    <a:lnTo>
                      <a:pt x="8" y="4"/>
                    </a:lnTo>
                    <a:lnTo>
                      <a:pt x="8" y="4"/>
                    </a:lnTo>
                    <a:lnTo>
                      <a:pt x="8" y="4"/>
                    </a:lnTo>
                    <a:lnTo>
                      <a:pt x="8" y="4"/>
                    </a:lnTo>
                    <a:lnTo>
                      <a:pt x="8" y="4"/>
                    </a:lnTo>
                    <a:lnTo>
                      <a:pt x="12" y="4"/>
                    </a:lnTo>
                    <a:lnTo>
                      <a:pt x="12" y="4"/>
                    </a:lnTo>
                    <a:lnTo>
                      <a:pt x="12" y="4"/>
                    </a:lnTo>
                    <a:lnTo>
                      <a:pt x="16" y="4"/>
                    </a:lnTo>
                    <a:lnTo>
                      <a:pt x="16" y="4"/>
                    </a:lnTo>
                    <a:lnTo>
                      <a:pt x="20" y="4"/>
                    </a:lnTo>
                    <a:lnTo>
                      <a:pt x="20" y="0"/>
                    </a:lnTo>
                    <a:lnTo>
                      <a:pt x="20" y="0"/>
                    </a:lnTo>
                    <a:lnTo>
                      <a:pt x="24" y="0"/>
                    </a:lnTo>
                    <a:lnTo>
                      <a:pt x="26" y="0"/>
                    </a:lnTo>
                    <a:lnTo>
                      <a:pt x="26" y="0"/>
                    </a:lnTo>
                    <a:lnTo>
                      <a:pt x="30" y="0"/>
                    </a:lnTo>
                    <a:lnTo>
                      <a:pt x="30" y="0"/>
                    </a:lnTo>
                    <a:lnTo>
                      <a:pt x="34" y="0"/>
                    </a:lnTo>
                    <a:lnTo>
                      <a:pt x="34" y="0"/>
                    </a:lnTo>
                    <a:lnTo>
                      <a:pt x="38" y="0"/>
                    </a:lnTo>
                    <a:lnTo>
                      <a:pt x="38" y="0"/>
                    </a:lnTo>
                    <a:lnTo>
                      <a:pt x="42" y="0"/>
                    </a:lnTo>
                    <a:lnTo>
                      <a:pt x="42" y="0"/>
                    </a:lnTo>
                    <a:lnTo>
                      <a:pt x="42" y="0"/>
                    </a:lnTo>
                    <a:lnTo>
                      <a:pt x="42" y="4"/>
                    </a:lnTo>
                    <a:lnTo>
                      <a:pt x="42" y="4"/>
                    </a:lnTo>
                    <a:lnTo>
                      <a:pt x="42" y="4"/>
                    </a:lnTo>
                    <a:lnTo>
                      <a:pt x="42" y="4"/>
                    </a:lnTo>
                    <a:lnTo>
                      <a:pt x="42" y="4"/>
                    </a:lnTo>
                    <a:lnTo>
                      <a:pt x="42" y="4"/>
                    </a:lnTo>
                    <a:lnTo>
                      <a:pt x="42" y="8"/>
                    </a:lnTo>
                    <a:lnTo>
                      <a:pt x="42" y="8"/>
                    </a:lnTo>
                    <a:lnTo>
                      <a:pt x="42" y="8"/>
                    </a:lnTo>
                    <a:lnTo>
                      <a:pt x="42" y="8"/>
                    </a:lnTo>
                    <a:lnTo>
                      <a:pt x="42" y="8"/>
                    </a:lnTo>
                    <a:lnTo>
                      <a:pt x="42" y="8"/>
                    </a:lnTo>
                    <a:lnTo>
                      <a:pt x="38" y="8"/>
                    </a:lnTo>
                    <a:lnTo>
                      <a:pt x="38" y="8"/>
                    </a:lnTo>
                    <a:lnTo>
                      <a:pt x="38" y="12"/>
                    </a:lnTo>
                    <a:lnTo>
                      <a:pt x="38" y="12"/>
                    </a:lnTo>
                    <a:lnTo>
                      <a:pt x="38" y="12"/>
                    </a:lnTo>
                    <a:lnTo>
                      <a:pt x="42" y="12"/>
                    </a:lnTo>
                    <a:lnTo>
                      <a:pt x="42" y="12"/>
                    </a:lnTo>
                    <a:lnTo>
                      <a:pt x="42" y="12"/>
                    </a:lnTo>
                    <a:lnTo>
                      <a:pt x="42" y="16"/>
                    </a:lnTo>
                    <a:lnTo>
                      <a:pt x="42" y="18"/>
                    </a:lnTo>
                    <a:lnTo>
                      <a:pt x="42" y="18"/>
                    </a:lnTo>
                    <a:lnTo>
                      <a:pt x="38" y="18"/>
                    </a:lnTo>
                    <a:lnTo>
                      <a:pt x="38" y="18"/>
                    </a:lnTo>
                    <a:lnTo>
                      <a:pt x="38" y="18"/>
                    </a:lnTo>
                    <a:lnTo>
                      <a:pt x="34" y="18"/>
                    </a:lnTo>
                    <a:lnTo>
                      <a:pt x="34" y="18"/>
                    </a:lnTo>
                    <a:lnTo>
                      <a:pt x="34" y="18"/>
                    </a:lnTo>
                    <a:lnTo>
                      <a:pt x="34" y="18"/>
                    </a:lnTo>
                    <a:lnTo>
                      <a:pt x="30" y="18"/>
                    </a:lnTo>
                    <a:lnTo>
                      <a:pt x="30" y="18"/>
                    </a:lnTo>
                    <a:lnTo>
                      <a:pt x="30" y="22"/>
                    </a:lnTo>
                    <a:lnTo>
                      <a:pt x="30" y="22"/>
                    </a:lnTo>
                    <a:lnTo>
                      <a:pt x="30" y="22"/>
                    </a:lnTo>
                    <a:lnTo>
                      <a:pt x="30" y="22"/>
                    </a:lnTo>
                    <a:lnTo>
                      <a:pt x="26" y="22"/>
                    </a:lnTo>
                    <a:lnTo>
                      <a:pt x="26" y="22"/>
                    </a:lnTo>
                    <a:lnTo>
                      <a:pt x="26" y="22"/>
                    </a:lnTo>
                    <a:lnTo>
                      <a:pt x="26" y="22"/>
                    </a:lnTo>
                    <a:lnTo>
                      <a:pt x="26" y="22"/>
                    </a:lnTo>
                    <a:lnTo>
                      <a:pt x="26" y="26"/>
                    </a:lnTo>
                    <a:lnTo>
                      <a:pt x="26" y="26"/>
                    </a:lnTo>
                    <a:lnTo>
                      <a:pt x="26" y="26"/>
                    </a:lnTo>
                    <a:lnTo>
                      <a:pt x="26" y="26"/>
                    </a:lnTo>
                    <a:lnTo>
                      <a:pt x="24" y="30"/>
                    </a:lnTo>
                    <a:lnTo>
                      <a:pt x="24" y="30"/>
                    </a:lnTo>
                    <a:lnTo>
                      <a:pt x="24" y="30"/>
                    </a:lnTo>
                    <a:lnTo>
                      <a:pt x="24" y="30"/>
                    </a:lnTo>
                    <a:lnTo>
                      <a:pt x="24" y="30"/>
                    </a:lnTo>
                    <a:lnTo>
                      <a:pt x="24" y="30"/>
                    </a:lnTo>
                    <a:lnTo>
                      <a:pt x="24" y="30"/>
                    </a:lnTo>
                    <a:lnTo>
                      <a:pt x="24" y="30"/>
                    </a:lnTo>
                    <a:lnTo>
                      <a:pt x="24" y="26"/>
                    </a:lnTo>
                    <a:lnTo>
                      <a:pt x="24" y="26"/>
                    </a:lnTo>
                    <a:lnTo>
                      <a:pt x="24" y="26"/>
                    </a:lnTo>
                    <a:lnTo>
                      <a:pt x="24" y="26"/>
                    </a:lnTo>
                    <a:lnTo>
                      <a:pt x="24" y="30"/>
                    </a:lnTo>
                    <a:lnTo>
                      <a:pt x="20" y="30"/>
                    </a:lnTo>
                    <a:lnTo>
                      <a:pt x="20" y="30"/>
                    </a:lnTo>
                    <a:lnTo>
                      <a:pt x="20" y="30"/>
                    </a:lnTo>
                    <a:lnTo>
                      <a:pt x="20" y="30"/>
                    </a:lnTo>
                    <a:lnTo>
                      <a:pt x="20" y="30"/>
                    </a:lnTo>
                    <a:lnTo>
                      <a:pt x="20" y="30"/>
                    </a:lnTo>
                    <a:lnTo>
                      <a:pt x="20" y="30"/>
                    </a:lnTo>
                    <a:lnTo>
                      <a:pt x="20" y="26"/>
                    </a:lnTo>
                    <a:lnTo>
                      <a:pt x="20" y="26"/>
                    </a:lnTo>
                    <a:lnTo>
                      <a:pt x="20" y="26"/>
                    </a:lnTo>
                    <a:lnTo>
                      <a:pt x="20" y="26"/>
                    </a:lnTo>
                    <a:lnTo>
                      <a:pt x="20" y="26"/>
                    </a:lnTo>
                    <a:lnTo>
                      <a:pt x="20" y="26"/>
                    </a:lnTo>
                    <a:lnTo>
                      <a:pt x="20" y="26"/>
                    </a:lnTo>
                    <a:lnTo>
                      <a:pt x="20" y="26"/>
                    </a:lnTo>
                    <a:lnTo>
                      <a:pt x="20" y="26"/>
                    </a:lnTo>
                    <a:lnTo>
                      <a:pt x="20" y="26"/>
                    </a:lnTo>
                    <a:lnTo>
                      <a:pt x="16" y="26"/>
                    </a:lnTo>
                    <a:lnTo>
                      <a:pt x="20" y="22"/>
                    </a:lnTo>
                    <a:lnTo>
                      <a:pt x="20" y="22"/>
                    </a:lnTo>
                    <a:lnTo>
                      <a:pt x="20" y="22"/>
                    </a:lnTo>
                    <a:lnTo>
                      <a:pt x="20" y="22"/>
                    </a:lnTo>
                    <a:lnTo>
                      <a:pt x="20" y="22"/>
                    </a:lnTo>
                    <a:lnTo>
                      <a:pt x="20" y="22"/>
                    </a:lnTo>
                    <a:lnTo>
                      <a:pt x="20" y="22"/>
                    </a:lnTo>
                    <a:lnTo>
                      <a:pt x="20" y="22"/>
                    </a:lnTo>
                    <a:lnTo>
                      <a:pt x="20" y="22"/>
                    </a:lnTo>
                    <a:lnTo>
                      <a:pt x="20" y="22"/>
                    </a:lnTo>
                    <a:lnTo>
                      <a:pt x="20" y="22"/>
                    </a:lnTo>
                    <a:lnTo>
                      <a:pt x="16" y="22"/>
                    </a:lnTo>
                    <a:lnTo>
                      <a:pt x="16" y="22"/>
                    </a:lnTo>
                    <a:lnTo>
                      <a:pt x="16" y="22"/>
                    </a:lnTo>
                    <a:lnTo>
                      <a:pt x="16" y="22"/>
                    </a:lnTo>
                    <a:lnTo>
                      <a:pt x="20" y="18"/>
                    </a:lnTo>
                    <a:lnTo>
                      <a:pt x="20" y="18"/>
                    </a:lnTo>
                    <a:lnTo>
                      <a:pt x="20" y="18"/>
                    </a:lnTo>
                    <a:lnTo>
                      <a:pt x="24" y="18"/>
                    </a:lnTo>
                    <a:lnTo>
                      <a:pt x="24" y="18"/>
                    </a:lnTo>
                    <a:lnTo>
                      <a:pt x="24" y="18"/>
                    </a:lnTo>
                    <a:lnTo>
                      <a:pt x="24" y="18"/>
                    </a:lnTo>
                    <a:lnTo>
                      <a:pt x="24" y="18"/>
                    </a:lnTo>
                    <a:lnTo>
                      <a:pt x="20" y="18"/>
                    </a:lnTo>
                    <a:lnTo>
                      <a:pt x="20" y="18"/>
                    </a:lnTo>
                    <a:lnTo>
                      <a:pt x="20" y="18"/>
                    </a:lnTo>
                    <a:lnTo>
                      <a:pt x="20" y="18"/>
                    </a:lnTo>
                    <a:lnTo>
                      <a:pt x="20" y="18"/>
                    </a:lnTo>
                    <a:lnTo>
                      <a:pt x="20" y="18"/>
                    </a:lnTo>
                    <a:lnTo>
                      <a:pt x="20" y="18"/>
                    </a:lnTo>
                    <a:lnTo>
                      <a:pt x="20" y="18"/>
                    </a:lnTo>
                    <a:lnTo>
                      <a:pt x="16" y="18"/>
                    </a:lnTo>
                    <a:lnTo>
                      <a:pt x="16" y="18"/>
                    </a:lnTo>
                    <a:lnTo>
                      <a:pt x="16" y="18"/>
                    </a:lnTo>
                    <a:lnTo>
                      <a:pt x="16" y="18"/>
                    </a:lnTo>
                    <a:lnTo>
                      <a:pt x="16" y="18"/>
                    </a:lnTo>
                    <a:lnTo>
                      <a:pt x="16" y="18"/>
                    </a:lnTo>
                    <a:lnTo>
                      <a:pt x="16" y="18"/>
                    </a:lnTo>
                    <a:lnTo>
                      <a:pt x="16" y="18"/>
                    </a:lnTo>
                    <a:lnTo>
                      <a:pt x="16" y="18"/>
                    </a:lnTo>
                    <a:lnTo>
                      <a:pt x="16" y="18"/>
                    </a:lnTo>
                    <a:lnTo>
                      <a:pt x="16" y="16"/>
                    </a:lnTo>
                    <a:lnTo>
                      <a:pt x="16" y="16"/>
                    </a:lnTo>
                    <a:lnTo>
                      <a:pt x="16" y="16"/>
                    </a:lnTo>
                    <a:lnTo>
                      <a:pt x="20" y="16"/>
                    </a:lnTo>
                    <a:lnTo>
                      <a:pt x="20" y="16"/>
                    </a:lnTo>
                    <a:lnTo>
                      <a:pt x="20" y="16"/>
                    </a:lnTo>
                    <a:lnTo>
                      <a:pt x="20" y="16"/>
                    </a:lnTo>
                    <a:lnTo>
                      <a:pt x="20" y="16"/>
                    </a:lnTo>
                    <a:lnTo>
                      <a:pt x="20" y="16"/>
                    </a:lnTo>
                    <a:lnTo>
                      <a:pt x="24" y="16"/>
                    </a:lnTo>
                    <a:lnTo>
                      <a:pt x="24" y="16"/>
                    </a:lnTo>
                    <a:lnTo>
                      <a:pt x="24" y="16"/>
                    </a:lnTo>
                    <a:lnTo>
                      <a:pt x="24" y="16"/>
                    </a:lnTo>
                    <a:lnTo>
                      <a:pt x="24" y="18"/>
                    </a:lnTo>
                    <a:lnTo>
                      <a:pt x="24" y="16"/>
                    </a:lnTo>
                    <a:lnTo>
                      <a:pt x="24" y="16"/>
                    </a:lnTo>
                    <a:lnTo>
                      <a:pt x="24" y="16"/>
                    </a:lnTo>
                    <a:lnTo>
                      <a:pt x="24" y="16"/>
                    </a:lnTo>
                    <a:lnTo>
                      <a:pt x="24" y="16"/>
                    </a:lnTo>
                    <a:lnTo>
                      <a:pt x="24" y="16"/>
                    </a:lnTo>
                    <a:lnTo>
                      <a:pt x="24" y="16"/>
                    </a:lnTo>
                    <a:lnTo>
                      <a:pt x="24" y="16"/>
                    </a:lnTo>
                    <a:lnTo>
                      <a:pt x="24" y="16"/>
                    </a:lnTo>
                    <a:lnTo>
                      <a:pt x="24" y="12"/>
                    </a:lnTo>
                    <a:lnTo>
                      <a:pt x="24" y="12"/>
                    </a:lnTo>
                    <a:lnTo>
                      <a:pt x="24" y="16"/>
                    </a:lnTo>
                    <a:lnTo>
                      <a:pt x="20" y="16"/>
                    </a:lnTo>
                    <a:lnTo>
                      <a:pt x="20" y="16"/>
                    </a:lnTo>
                    <a:lnTo>
                      <a:pt x="20" y="16"/>
                    </a:lnTo>
                    <a:lnTo>
                      <a:pt x="20" y="16"/>
                    </a:lnTo>
                    <a:lnTo>
                      <a:pt x="20" y="16"/>
                    </a:lnTo>
                    <a:lnTo>
                      <a:pt x="20" y="12"/>
                    </a:lnTo>
                    <a:lnTo>
                      <a:pt x="20" y="12"/>
                    </a:lnTo>
                    <a:lnTo>
                      <a:pt x="16" y="16"/>
                    </a:lnTo>
                    <a:lnTo>
                      <a:pt x="16" y="16"/>
                    </a:lnTo>
                    <a:lnTo>
                      <a:pt x="16" y="16"/>
                    </a:lnTo>
                    <a:lnTo>
                      <a:pt x="16" y="16"/>
                    </a:lnTo>
                    <a:lnTo>
                      <a:pt x="16" y="16"/>
                    </a:lnTo>
                    <a:lnTo>
                      <a:pt x="12" y="16"/>
                    </a:lnTo>
                    <a:lnTo>
                      <a:pt x="12" y="16"/>
                    </a:lnTo>
                    <a:lnTo>
                      <a:pt x="12" y="16"/>
                    </a:lnTo>
                    <a:close/>
                    <a:moveTo>
                      <a:pt x="12" y="26"/>
                    </a:moveTo>
                    <a:lnTo>
                      <a:pt x="12" y="26"/>
                    </a:lnTo>
                    <a:lnTo>
                      <a:pt x="12" y="26"/>
                    </a:lnTo>
                    <a:lnTo>
                      <a:pt x="12" y="26"/>
                    </a:lnTo>
                    <a:lnTo>
                      <a:pt x="12" y="26"/>
                    </a:lnTo>
                    <a:lnTo>
                      <a:pt x="12" y="26"/>
                    </a:lnTo>
                    <a:lnTo>
                      <a:pt x="12" y="26"/>
                    </a:lnTo>
                    <a:lnTo>
                      <a:pt x="16" y="26"/>
                    </a:lnTo>
                    <a:lnTo>
                      <a:pt x="16" y="26"/>
                    </a:lnTo>
                    <a:lnTo>
                      <a:pt x="16" y="26"/>
                    </a:lnTo>
                    <a:lnTo>
                      <a:pt x="12" y="26"/>
                    </a:lnTo>
                    <a:lnTo>
                      <a:pt x="12" y="26"/>
                    </a:lnTo>
                    <a:lnTo>
                      <a:pt x="12" y="26"/>
                    </a:lnTo>
                    <a:lnTo>
                      <a:pt x="12" y="26"/>
                    </a:lnTo>
                    <a:close/>
                    <a:moveTo>
                      <a:pt x="8" y="16"/>
                    </a:moveTo>
                    <a:lnTo>
                      <a:pt x="8" y="16"/>
                    </a:lnTo>
                    <a:lnTo>
                      <a:pt x="8" y="16"/>
                    </a:lnTo>
                    <a:lnTo>
                      <a:pt x="8" y="16"/>
                    </a:lnTo>
                    <a:lnTo>
                      <a:pt x="8" y="16"/>
                    </a:lnTo>
                    <a:lnTo>
                      <a:pt x="8" y="16"/>
                    </a:lnTo>
                    <a:lnTo>
                      <a:pt x="8" y="16"/>
                    </a:lnTo>
                    <a:lnTo>
                      <a:pt x="8" y="16"/>
                    </a:lnTo>
                    <a:lnTo>
                      <a:pt x="8" y="16"/>
                    </a:lnTo>
                    <a:lnTo>
                      <a:pt x="8" y="16"/>
                    </a:lnTo>
                    <a:lnTo>
                      <a:pt x="8" y="16"/>
                    </a:lnTo>
                    <a:lnTo>
                      <a:pt x="8" y="16"/>
                    </a:lnTo>
                    <a:close/>
                    <a:moveTo>
                      <a:pt x="16" y="18"/>
                    </a:moveTo>
                    <a:lnTo>
                      <a:pt x="16" y="18"/>
                    </a:lnTo>
                    <a:lnTo>
                      <a:pt x="16" y="22"/>
                    </a:lnTo>
                    <a:lnTo>
                      <a:pt x="16" y="22"/>
                    </a:lnTo>
                    <a:lnTo>
                      <a:pt x="16" y="18"/>
                    </a:lnTo>
                    <a:lnTo>
                      <a:pt x="16" y="18"/>
                    </a:lnTo>
                    <a:lnTo>
                      <a:pt x="16" y="18"/>
                    </a:lnTo>
                    <a:lnTo>
                      <a:pt x="16" y="18"/>
                    </a:lnTo>
                    <a:lnTo>
                      <a:pt x="16" y="18"/>
                    </a:lnTo>
                    <a:lnTo>
                      <a:pt x="16" y="18"/>
                    </a:lnTo>
                    <a:close/>
                    <a:moveTo>
                      <a:pt x="8" y="22"/>
                    </a:moveTo>
                    <a:lnTo>
                      <a:pt x="8" y="22"/>
                    </a:lnTo>
                    <a:lnTo>
                      <a:pt x="8" y="18"/>
                    </a:lnTo>
                    <a:lnTo>
                      <a:pt x="8" y="18"/>
                    </a:lnTo>
                    <a:lnTo>
                      <a:pt x="8" y="18"/>
                    </a:lnTo>
                    <a:lnTo>
                      <a:pt x="12" y="18"/>
                    </a:lnTo>
                    <a:lnTo>
                      <a:pt x="12" y="18"/>
                    </a:lnTo>
                    <a:lnTo>
                      <a:pt x="12" y="18"/>
                    </a:lnTo>
                    <a:lnTo>
                      <a:pt x="12" y="22"/>
                    </a:lnTo>
                    <a:lnTo>
                      <a:pt x="12" y="22"/>
                    </a:lnTo>
                    <a:lnTo>
                      <a:pt x="8" y="22"/>
                    </a:lnTo>
                    <a:lnTo>
                      <a:pt x="8" y="22"/>
                    </a:lnTo>
                    <a:lnTo>
                      <a:pt x="8" y="22"/>
                    </a:lnTo>
                    <a:lnTo>
                      <a:pt x="8" y="22"/>
                    </a:lnTo>
                    <a:close/>
                    <a:moveTo>
                      <a:pt x="4" y="22"/>
                    </a:moveTo>
                    <a:lnTo>
                      <a:pt x="4" y="22"/>
                    </a:lnTo>
                    <a:lnTo>
                      <a:pt x="4" y="22"/>
                    </a:lnTo>
                    <a:lnTo>
                      <a:pt x="4" y="22"/>
                    </a:lnTo>
                    <a:lnTo>
                      <a:pt x="4" y="22"/>
                    </a:lnTo>
                    <a:lnTo>
                      <a:pt x="4" y="22"/>
                    </a:lnTo>
                    <a:lnTo>
                      <a:pt x="4" y="22"/>
                    </a:lnTo>
                    <a:lnTo>
                      <a:pt x="4" y="18"/>
                    </a:lnTo>
                    <a:lnTo>
                      <a:pt x="4" y="18"/>
                    </a:lnTo>
                    <a:lnTo>
                      <a:pt x="4" y="18"/>
                    </a:lnTo>
                    <a:lnTo>
                      <a:pt x="4" y="18"/>
                    </a:lnTo>
                    <a:lnTo>
                      <a:pt x="4" y="18"/>
                    </a:lnTo>
                    <a:lnTo>
                      <a:pt x="4" y="18"/>
                    </a:lnTo>
                    <a:lnTo>
                      <a:pt x="4" y="18"/>
                    </a:lnTo>
                    <a:lnTo>
                      <a:pt x="4" y="22"/>
                    </a:lnTo>
                    <a:lnTo>
                      <a:pt x="4" y="22"/>
                    </a:lnTo>
                    <a:lnTo>
                      <a:pt x="4" y="22"/>
                    </a:lnTo>
                    <a:lnTo>
                      <a:pt x="4" y="22"/>
                    </a:lnTo>
                    <a:lnTo>
                      <a:pt x="4" y="22"/>
                    </a:lnTo>
                    <a:close/>
                    <a:moveTo>
                      <a:pt x="8" y="30"/>
                    </a:moveTo>
                    <a:lnTo>
                      <a:pt x="8" y="30"/>
                    </a:lnTo>
                    <a:lnTo>
                      <a:pt x="8" y="30"/>
                    </a:lnTo>
                    <a:lnTo>
                      <a:pt x="4" y="30"/>
                    </a:lnTo>
                    <a:lnTo>
                      <a:pt x="4" y="30"/>
                    </a:lnTo>
                    <a:lnTo>
                      <a:pt x="4" y="30"/>
                    </a:lnTo>
                    <a:lnTo>
                      <a:pt x="4" y="26"/>
                    </a:lnTo>
                    <a:lnTo>
                      <a:pt x="4" y="26"/>
                    </a:lnTo>
                    <a:lnTo>
                      <a:pt x="8" y="26"/>
                    </a:lnTo>
                    <a:lnTo>
                      <a:pt x="8" y="26"/>
                    </a:lnTo>
                    <a:lnTo>
                      <a:pt x="8" y="26"/>
                    </a:lnTo>
                    <a:lnTo>
                      <a:pt x="8" y="26"/>
                    </a:lnTo>
                    <a:lnTo>
                      <a:pt x="8" y="26"/>
                    </a:lnTo>
                    <a:lnTo>
                      <a:pt x="8" y="26"/>
                    </a:lnTo>
                    <a:lnTo>
                      <a:pt x="8" y="26"/>
                    </a:lnTo>
                    <a:lnTo>
                      <a:pt x="8" y="26"/>
                    </a:lnTo>
                    <a:lnTo>
                      <a:pt x="8" y="26"/>
                    </a:lnTo>
                    <a:lnTo>
                      <a:pt x="8" y="30"/>
                    </a:lnTo>
                    <a:lnTo>
                      <a:pt x="8" y="30"/>
                    </a:lnTo>
                    <a:lnTo>
                      <a:pt x="8" y="30"/>
                    </a:lnTo>
                    <a:lnTo>
                      <a:pt x="8" y="30"/>
                    </a:lnTo>
                    <a:lnTo>
                      <a:pt x="8" y="30"/>
                    </a:lnTo>
                    <a:lnTo>
                      <a:pt x="8"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6" name="Freeform 150"/>
              <p:cNvSpPr>
                <a:spLocks noEditPoints="1"/>
              </p:cNvSpPr>
              <p:nvPr/>
            </p:nvSpPr>
            <p:spPr bwMode="gray">
              <a:xfrm>
                <a:off x="5634800" y="4380551"/>
                <a:ext cx="194798" cy="278281"/>
              </a:xfrm>
              <a:custGeom>
                <a:avLst/>
                <a:gdLst>
                  <a:gd name="T0" fmla="*/ 0 w 112"/>
                  <a:gd name="T1" fmla="*/ 82 h 160"/>
                  <a:gd name="T2" fmla="*/ 0 w 112"/>
                  <a:gd name="T3" fmla="*/ 78 h 160"/>
                  <a:gd name="T4" fmla="*/ 4 w 112"/>
                  <a:gd name="T5" fmla="*/ 72 h 160"/>
                  <a:gd name="T6" fmla="*/ 8 w 112"/>
                  <a:gd name="T7" fmla="*/ 64 h 160"/>
                  <a:gd name="T8" fmla="*/ 12 w 112"/>
                  <a:gd name="T9" fmla="*/ 60 h 160"/>
                  <a:gd name="T10" fmla="*/ 12 w 112"/>
                  <a:gd name="T11" fmla="*/ 56 h 160"/>
                  <a:gd name="T12" fmla="*/ 12 w 112"/>
                  <a:gd name="T13" fmla="*/ 56 h 160"/>
                  <a:gd name="T14" fmla="*/ 16 w 112"/>
                  <a:gd name="T15" fmla="*/ 52 h 160"/>
                  <a:gd name="T16" fmla="*/ 12 w 112"/>
                  <a:gd name="T17" fmla="*/ 42 h 160"/>
                  <a:gd name="T18" fmla="*/ 12 w 112"/>
                  <a:gd name="T19" fmla="*/ 34 h 160"/>
                  <a:gd name="T20" fmla="*/ 8 w 112"/>
                  <a:gd name="T21" fmla="*/ 30 h 160"/>
                  <a:gd name="T22" fmla="*/ 8 w 112"/>
                  <a:gd name="T23" fmla="*/ 22 h 160"/>
                  <a:gd name="T24" fmla="*/ 4 w 112"/>
                  <a:gd name="T25" fmla="*/ 16 h 160"/>
                  <a:gd name="T26" fmla="*/ 0 w 112"/>
                  <a:gd name="T27" fmla="*/ 8 h 160"/>
                  <a:gd name="T28" fmla="*/ 8 w 112"/>
                  <a:gd name="T29" fmla="*/ 0 h 160"/>
                  <a:gd name="T30" fmla="*/ 16 w 112"/>
                  <a:gd name="T31" fmla="*/ 0 h 160"/>
                  <a:gd name="T32" fmla="*/ 22 w 112"/>
                  <a:gd name="T33" fmla="*/ 0 h 160"/>
                  <a:gd name="T34" fmla="*/ 26 w 112"/>
                  <a:gd name="T35" fmla="*/ 0 h 160"/>
                  <a:gd name="T36" fmla="*/ 38 w 112"/>
                  <a:gd name="T37" fmla="*/ 4 h 160"/>
                  <a:gd name="T38" fmla="*/ 46 w 112"/>
                  <a:gd name="T39" fmla="*/ 8 h 160"/>
                  <a:gd name="T40" fmla="*/ 60 w 112"/>
                  <a:gd name="T41" fmla="*/ 20 h 160"/>
                  <a:gd name="T42" fmla="*/ 72 w 112"/>
                  <a:gd name="T43" fmla="*/ 20 h 160"/>
                  <a:gd name="T44" fmla="*/ 74 w 112"/>
                  <a:gd name="T45" fmla="*/ 22 h 160"/>
                  <a:gd name="T46" fmla="*/ 78 w 112"/>
                  <a:gd name="T47" fmla="*/ 22 h 160"/>
                  <a:gd name="T48" fmla="*/ 82 w 112"/>
                  <a:gd name="T49" fmla="*/ 20 h 160"/>
                  <a:gd name="T50" fmla="*/ 94 w 112"/>
                  <a:gd name="T51" fmla="*/ 8 h 160"/>
                  <a:gd name="T52" fmla="*/ 100 w 112"/>
                  <a:gd name="T53" fmla="*/ 12 h 160"/>
                  <a:gd name="T54" fmla="*/ 104 w 112"/>
                  <a:gd name="T55" fmla="*/ 12 h 160"/>
                  <a:gd name="T56" fmla="*/ 112 w 112"/>
                  <a:gd name="T57" fmla="*/ 12 h 160"/>
                  <a:gd name="T58" fmla="*/ 112 w 112"/>
                  <a:gd name="T59" fmla="*/ 16 h 160"/>
                  <a:gd name="T60" fmla="*/ 100 w 112"/>
                  <a:gd name="T61" fmla="*/ 56 h 160"/>
                  <a:gd name="T62" fmla="*/ 108 w 112"/>
                  <a:gd name="T63" fmla="*/ 108 h 160"/>
                  <a:gd name="T64" fmla="*/ 104 w 112"/>
                  <a:gd name="T65" fmla="*/ 112 h 160"/>
                  <a:gd name="T66" fmla="*/ 98 w 112"/>
                  <a:gd name="T67" fmla="*/ 116 h 160"/>
                  <a:gd name="T68" fmla="*/ 98 w 112"/>
                  <a:gd name="T69" fmla="*/ 120 h 160"/>
                  <a:gd name="T70" fmla="*/ 98 w 112"/>
                  <a:gd name="T71" fmla="*/ 120 h 160"/>
                  <a:gd name="T72" fmla="*/ 94 w 112"/>
                  <a:gd name="T73" fmla="*/ 124 h 160"/>
                  <a:gd name="T74" fmla="*/ 90 w 112"/>
                  <a:gd name="T75" fmla="*/ 124 h 160"/>
                  <a:gd name="T76" fmla="*/ 86 w 112"/>
                  <a:gd name="T77" fmla="*/ 130 h 160"/>
                  <a:gd name="T78" fmla="*/ 86 w 112"/>
                  <a:gd name="T79" fmla="*/ 138 h 160"/>
                  <a:gd name="T80" fmla="*/ 82 w 112"/>
                  <a:gd name="T81" fmla="*/ 142 h 160"/>
                  <a:gd name="T82" fmla="*/ 82 w 112"/>
                  <a:gd name="T83" fmla="*/ 144 h 160"/>
                  <a:gd name="T84" fmla="*/ 74 w 112"/>
                  <a:gd name="T85" fmla="*/ 160 h 160"/>
                  <a:gd name="T86" fmla="*/ 68 w 112"/>
                  <a:gd name="T87" fmla="*/ 152 h 160"/>
                  <a:gd name="T88" fmla="*/ 52 w 112"/>
                  <a:gd name="T89" fmla="*/ 142 h 160"/>
                  <a:gd name="T90" fmla="*/ 52 w 112"/>
                  <a:gd name="T91" fmla="*/ 138 h 160"/>
                  <a:gd name="T92" fmla="*/ 52 w 112"/>
                  <a:gd name="T93" fmla="*/ 134 h 160"/>
                  <a:gd name="T94" fmla="*/ 46 w 112"/>
                  <a:gd name="T95" fmla="*/ 128 h 160"/>
                  <a:gd name="T96" fmla="*/ 30 w 112"/>
                  <a:gd name="T97" fmla="*/ 116 h 160"/>
                  <a:gd name="T98" fmla="*/ 8 w 112"/>
                  <a:gd name="T99" fmla="*/ 102 h 160"/>
                  <a:gd name="T100" fmla="*/ 0 w 112"/>
                  <a:gd name="T101" fmla="*/ 98 h 160"/>
                  <a:gd name="T102" fmla="*/ 100 w 112"/>
                  <a:gd name="T103" fmla="*/ 116 h 160"/>
                  <a:gd name="T104" fmla="*/ 100 w 112"/>
                  <a:gd name="T105" fmla="*/ 116 h 160"/>
                  <a:gd name="T106" fmla="*/ 100 w 112"/>
                  <a:gd name="T107" fmla="*/ 12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2" h="160">
                    <a:moveTo>
                      <a:pt x="0" y="98"/>
                    </a:moveTo>
                    <a:lnTo>
                      <a:pt x="0" y="98"/>
                    </a:lnTo>
                    <a:lnTo>
                      <a:pt x="0" y="90"/>
                    </a:lnTo>
                    <a:lnTo>
                      <a:pt x="0" y="86"/>
                    </a:lnTo>
                    <a:lnTo>
                      <a:pt x="0" y="82"/>
                    </a:lnTo>
                    <a:lnTo>
                      <a:pt x="0" y="82"/>
                    </a:lnTo>
                    <a:lnTo>
                      <a:pt x="0" y="82"/>
                    </a:lnTo>
                    <a:lnTo>
                      <a:pt x="0" y="78"/>
                    </a:lnTo>
                    <a:lnTo>
                      <a:pt x="0" y="78"/>
                    </a:lnTo>
                    <a:lnTo>
                      <a:pt x="0" y="78"/>
                    </a:lnTo>
                    <a:lnTo>
                      <a:pt x="0" y="78"/>
                    </a:lnTo>
                    <a:lnTo>
                      <a:pt x="0" y="78"/>
                    </a:lnTo>
                    <a:lnTo>
                      <a:pt x="0" y="76"/>
                    </a:lnTo>
                    <a:lnTo>
                      <a:pt x="0" y="76"/>
                    </a:lnTo>
                    <a:lnTo>
                      <a:pt x="4" y="72"/>
                    </a:lnTo>
                    <a:lnTo>
                      <a:pt x="4" y="72"/>
                    </a:lnTo>
                    <a:lnTo>
                      <a:pt x="4" y="72"/>
                    </a:lnTo>
                    <a:lnTo>
                      <a:pt x="4" y="72"/>
                    </a:lnTo>
                    <a:lnTo>
                      <a:pt x="8" y="68"/>
                    </a:lnTo>
                    <a:lnTo>
                      <a:pt x="8" y="68"/>
                    </a:lnTo>
                    <a:lnTo>
                      <a:pt x="8" y="64"/>
                    </a:lnTo>
                    <a:lnTo>
                      <a:pt x="8" y="64"/>
                    </a:lnTo>
                    <a:lnTo>
                      <a:pt x="8" y="64"/>
                    </a:lnTo>
                    <a:lnTo>
                      <a:pt x="8" y="64"/>
                    </a:lnTo>
                    <a:lnTo>
                      <a:pt x="8" y="64"/>
                    </a:lnTo>
                    <a:lnTo>
                      <a:pt x="8" y="60"/>
                    </a:lnTo>
                    <a:lnTo>
                      <a:pt x="8" y="60"/>
                    </a:lnTo>
                    <a:lnTo>
                      <a:pt x="8" y="60"/>
                    </a:lnTo>
                    <a:lnTo>
                      <a:pt x="12" y="60"/>
                    </a:lnTo>
                    <a:lnTo>
                      <a:pt x="12" y="60"/>
                    </a:lnTo>
                    <a:lnTo>
                      <a:pt x="12" y="60"/>
                    </a:lnTo>
                    <a:lnTo>
                      <a:pt x="12" y="60"/>
                    </a:lnTo>
                    <a:lnTo>
                      <a:pt x="12" y="60"/>
                    </a:lnTo>
                    <a:lnTo>
                      <a:pt x="12" y="60"/>
                    </a:lnTo>
                    <a:lnTo>
                      <a:pt x="12" y="60"/>
                    </a:lnTo>
                    <a:lnTo>
                      <a:pt x="12" y="56"/>
                    </a:lnTo>
                    <a:lnTo>
                      <a:pt x="12" y="56"/>
                    </a:lnTo>
                    <a:lnTo>
                      <a:pt x="12" y="56"/>
                    </a:lnTo>
                    <a:lnTo>
                      <a:pt x="12" y="56"/>
                    </a:lnTo>
                    <a:lnTo>
                      <a:pt x="12" y="56"/>
                    </a:lnTo>
                    <a:lnTo>
                      <a:pt x="12" y="56"/>
                    </a:lnTo>
                    <a:lnTo>
                      <a:pt x="12" y="56"/>
                    </a:lnTo>
                    <a:lnTo>
                      <a:pt x="12" y="52"/>
                    </a:lnTo>
                    <a:lnTo>
                      <a:pt x="12" y="52"/>
                    </a:lnTo>
                    <a:lnTo>
                      <a:pt x="16" y="52"/>
                    </a:lnTo>
                    <a:lnTo>
                      <a:pt x="16" y="52"/>
                    </a:lnTo>
                    <a:lnTo>
                      <a:pt x="16" y="52"/>
                    </a:lnTo>
                    <a:lnTo>
                      <a:pt x="16" y="52"/>
                    </a:lnTo>
                    <a:lnTo>
                      <a:pt x="16" y="48"/>
                    </a:lnTo>
                    <a:lnTo>
                      <a:pt x="16" y="46"/>
                    </a:lnTo>
                    <a:lnTo>
                      <a:pt x="16" y="42"/>
                    </a:lnTo>
                    <a:lnTo>
                      <a:pt x="16" y="42"/>
                    </a:lnTo>
                    <a:lnTo>
                      <a:pt x="12" y="42"/>
                    </a:lnTo>
                    <a:lnTo>
                      <a:pt x="12" y="42"/>
                    </a:lnTo>
                    <a:lnTo>
                      <a:pt x="12" y="38"/>
                    </a:lnTo>
                    <a:lnTo>
                      <a:pt x="12" y="38"/>
                    </a:lnTo>
                    <a:lnTo>
                      <a:pt x="12" y="38"/>
                    </a:lnTo>
                    <a:lnTo>
                      <a:pt x="12" y="34"/>
                    </a:lnTo>
                    <a:lnTo>
                      <a:pt x="12" y="34"/>
                    </a:lnTo>
                    <a:lnTo>
                      <a:pt x="12" y="34"/>
                    </a:lnTo>
                    <a:lnTo>
                      <a:pt x="12" y="30"/>
                    </a:lnTo>
                    <a:lnTo>
                      <a:pt x="12" y="30"/>
                    </a:lnTo>
                    <a:lnTo>
                      <a:pt x="12" y="30"/>
                    </a:lnTo>
                    <a:lnTo>
                      <a:pt x="12" y="30"/>
                    </a:lnTo>
                    <a:lnTo>
                      <a:pt x="8" y="30"/>
                    </a:lnTo>
                    <a:lnTo>
                      <a:pt x="8" y="30"/>
                    </a:lnTo>
                    <a:lnTo>
                      <a:pt x="8" y="26"/>
                    </a:lnTo>
                    <a:lnTo>
                      <a:pt x="8" y="26"/>
                    </a:lnTo>
                    <a:lnTo>
                      <a:pt x="8" y="26"/>
                    </a:lnTo>
                    <a:lnTo>
                      <a:pt x="8" y="26"/>
                    </a:lnTo>
                    <a:lnTo>
                      <a:pt x="8" y="26"/>
                    </a:lnTo>
                    <a:lnTo>
                      <a:pt x="8" y="22"/>
                    </a:lnTo>
                    <a:lnTo>
                      <a:pt x="8" y="22"/>
                    </a:lnTo>
                    <a:lnTo>
                      <a:pt x="8" y="20"/>
                    </a:lnTo>
                    <a:lnTo>
                      <a:pt x="8" y="20"/>
                    </a:lnTo>
                    <a:lnTo>
                      <a:pt x="8" y="20"/>
                    </a:lnTo>
                    <a:lnTo>
                      <a:pt x="8" y="20"/>
                    </a:lnTo>
                    <a:lnTo>
                      <a:pt x="4" y="16"/>
                    </a:lnTo>
                    <a:lnTo>
                      <a:pt x="4" y="16"/>
                    </a:lnTo>
                    <a:lnTo>
                      <a:pt x="4" y="16"/>
                    </a:lnTo>
                    <a:lnTo>
                      <a:pt x="4" y="16"/>
                    </a:lnTo>
                    <a:lnTo>
                      <a:pt x="4" y="12"/>
                    </a:lnTo>
                    <a:lnTo>
                      <a:pt x="0" y="12"/>
                    </a:lnTo>
                    <a:lnTo>
                      <a:pt x="0" y="8"/>
                    </a:lnTo>
                    <a:lnTo>
                      <a:pt x="0" y="8"/>
                    </a:lnTo>
                    <a:lnTo>
                      <a:pt x="0" y="8"/>
                    </a:lnTo>
                    <a:lnTo>
                      <a:pt x="0" y="8"/>
                    </a:lnTo>
                    <a:lnTo>
                      <a:pt x="0" y="8"/>
                    </a:lnTo>
                    <a:lnTo>
                      <a:pt x="4" y="0"/>
                    </a:lnTo>
                    <a:lnTo>
                      <a:pt x="8" y="0"/>
                    </a:lnTo>
                    <a:lnTo>
                      <a:pt x="8" y="0"/>
                    </a:lnTo>
                    <a:lnTo>
                      <a:pt x="8" y="0"/>
                    </a:lnTo>
                    <a:lnTo>
                      <a:pt x="12" y="0"/>
                    </a:lnTo>
                    <a:lnTo>
                      <a:pt x="12" y="0"/>
                    </a:lnTo>
                    <a:lnTo>
                      <a:pt x="12" y="0"/>
                    </a:lnTo>
                    <a:lnTo>
                      <a:pt x="16" y="0"/>
                    </a:lnTo>
                    <a:lnTo>
                      <a:pt x="16" y="0"/>
                    </a:lnTo>
                    <a:lnTo>
                      <a:pt x="22" y="0"/>
                    </a:lnTo>
                    <a:lnTo>
                      <a:pt x="22" y="0"/>
                    </a:lnTo>
                    <a:lnTo>
                      <a:pt x="22" y="0"/>
                    </a:lnTo>
                    <a:lnTo>
                      <a:pt x="22" y="0"/>
                    </a:lnTo>
                    <a:lnTo>
                      <a:pt x="22" y="0"/>
                    </a:lnTo>
                    <a:lnTo>
                      <a:pt x="22" y="0"/>
                    </a:lnTo>
                    <a:lnTo>
                      <a:pt x="22" y="0"/>
                    </a:lnTo>
                    <a:lnTo>
                      <a:pt x="22" y="0"/>
                    </a:lnTo>
                    <a:lnTo>
                      <a:pt x="26" y="0"/>
                    </a:lnTo>
                    <a:lnTo>
                      <a:pt x="26" y="0"/>
                    </a:lnTo>
                    <a:lnTo>
                      <a:pt x="26" y="0"/>
                    </a:lnTo>
                    <a:lnTo>
                      <a:pt x="26" y="4"/>
                    </a:lnTo>
                    <a:lnTo>
                      <a:pt x="30" y="4"/>
                    </a:lnTo>
                    <a:lnTo>
                      <a:pt x="30" y="4"/>
                    </a:lnTo>
                    <a:lnTo>
                      <a:pt x="34" y="4"/>
                    </a:lnTo>
                    <a:lnTo>
                      <a:pt x="34" y="4"/>
                    </a:lnTo>
                    <a:lnTo>
                      <a:pt x="38" y="4"/>
                    </a:lnTo>
                    <a:lnTo>
                      <a:pt x="38" y="4"/>
                    </a:lnTo>
                    <a:lnTo>
                      <a:pt x="38" y="4"/>
                    </a:lnTo>
                    <a:lnTo>
                      <a:pt x="42" y="4"/>
                    </a:lnTo>
                    <a:lnTo>
                      <a:pt x="46" y="4"/>
                    </a:lnTo>
                    <a:lnTo>
                      <a:pt x="46" y="8"/>
                    </a:lnTo>
                    <a:lnTo>
                      <a:pt x="46" y="8"/>
                    </a:lnTo>
                    <a:lnTo>
                      <a:pt x="46" y="8"/>
                    </a:lnTo>
                    <a:lnTo>
                      <a:pt x="56" y="16"/>
                    </a:lnTo>
                    <a:lnTo>
                      <a:pt x="56" y="20"/>
                    </a:lnTo>
                    <a:lnTo>
                      <a:pt x="56" y="20"/>
                    </a:lnTo>
                    <a:lnTo>
                      <a:pt x="60" y="20"/>
                    </a:lnTo>
                    <a:lnTo>
                      <a:pt x="60" y="20"/>
                    </a:lnTo>
                    <a:lnTo>
                      <a:pt x="64" y="20"/>
                    </a:lnTo>
                    <a:lnTo>
                      <a:pt x="64" y="20"/>
                    </a:lnTo>
                    <a:lnTo>
                      <a:pt x="68" y="20"/>
                    </a:lnTo>
                    <a:lnTo>
                      <a:pt x="68" y="20"/>
                    </a:lnTo>
                    <a:lnTo>
                      <a:pt x="68" y="20"/>
                    </a:lnTo>
                    <a:lnTo>
                      <a:pt x="72" y="20"/>
                    </a:lnTo>
                    <a:lnTo>
                      <a:pt x="72" y="20"/>
                    </a:lnTo>
                    <a:lnTo>
                      <a:pt x="72" y="20"/>
                    </a:lnTo>
                    <a:lnTo>
                      <a:pt x="72" y="20"/>
                    </a:lnTo>
                    <a:lnTo>
                      <a:pt x="72" y="20"/>
                    </a:lnTo>
                    <a:lnTo>
                      <a:pt x="74" y="22"/>
                    </a:lnTo>
                    <a:lnTo>
                      <a:pt x="74" y="22"/>
                    </a:lnTo>
                    <a:lnTo>
                      <a:pt x="74" y="22"/>
                    </a:lnTo>
                    <a:lnTo>
                      <a:pt x="74" y="22"/>
                    </a:lnTo>
                    <a:lnTo>
                      <a:pt x="74" y="20"/>
                    </a:lnTo>
                    <a:lnTo>
                      <a:pt x="74" y="22"/>
                    </a:lnTo>
                    <a:lnTo>
                      <a:pt x="78" y="22"/>
                    </a:lnTo>
                    <a:lnTo>
                      <a:pt x="78" y="22"/>
                    </a:lnTo>
                    <a:lnTo>
                      <a:pt x="78" y="22"/>
                    </a:lnTo>
                    <a:lnTo>
                      <a:pt x="78" y="22"/>
                    </a:lnTo>
                    <a:lnTo>
                      <a:pt x="78" y="22"/>
                    </a:lnTo>
                    <a:lnTo>
                      <a:pt x="78" y="22"/>
                    </a:lnTo>
                    <a:lnTo>
                      <a:pt x="78" y="20"/>
                    </a:lnTo>
                    <a:lnTo>
                      <a:pt x="82" y="20"/>
                    </a:lnTo>
                    <a:lnTo>
                      <a:pt x="82" y="16"/>
                    </a:lnTo>
                    <a:lnTo>
                      <a:pt x="86" y="12"/>
                    </a:lnTo>
                    <a:lnTo>
                      <a:pt x="86" y="12"/>
                    </a:lnTo>
                    <a:lnTo>
                      <a:pt x="90" y="12"/>
                    </a:lnTo>
                    <a:lnTo>
                      <a:pt x="90" y="12"/>
                    </a:lnTo>
                    <a:lnTo>
                      <a:pt x="94" y="8"/>
                    </a:lnTo>
                    <a:lnTo>
                      <a:pt x="98" y="8"/>
                    </a:lnTo>
                    <a:lnTo>
                      <a:pt x="98" y="8"/>
                    </a:lnTo>
                    <a:lnTo>
                      <a:pt x="98" y="8"/>
                    </a:lnTo>
                    <a:lnTo>
                      <a:pt x="100" y="12"/>
                    </a:lnTo>
                    <a:lnTo>
                      <a:pt x="100" y="12"/>
                    </a:lnTo>
                    <a:lnTo>
                      <a:pt x="100" y="12"/>
                    </a:lnTo>
                    <a:lnTo>
                      <a:pt x="100" y="12"/>
                    </a:lnTo>
                    <a:lnTo>
                      <a:pt x="100" y="12"/>
                    </a:lnTo>
                    <a:lnTo>
                      <a:pt x="100" y="12"/>
                    </a:lnTo>
                    <a:lnTo>
                      <a:pt x="100" y="12"/>
                    </a:lnTo>
                    <a:lnTo>
                      <a:pt x="100" y="12"/>
                    </a:lnTo>
                    <a:lnTo>
                      <a:pt x="104" y="12"/>
                    </a:lnTo>
                    <a:lnTo>
                      <a:pt x="104" y="12"/>
                    </a:lnTo>
                    <a:lnTo>
                      <a:pt x="104" y="12"/>
                    </a:lnTo>
                    <a:lnTo>
                      <a:pt x="108" y="12"/>
                    </a:lnTo>
                    <a:lnTo>
                      <a:pt x="108" y="12"/>
                    </a:lnTo>
                    <a:lnTo>
                      <a:pt x="108" y="12"/>
                    </a:lnTo>
                    <a:lnTo>
                      <a:pt x="112" y="12"/>
                    </a:lnTo>
                    <a:lnTo>
                      <a:pt x="112" y="12"/>
                    </a:lnTo>
                    <a:lnTo>
                      <a:pt x="112" y="12"/>
                    </a:lnTo>
                    <a:lnTo>
                      <a:pt x="112" y="12"/>
                    </a:lnTo>
                    <a:lnTo>
                      <a:pt x="112" y="12"/>
                    </a:lnTo>
                    <a:lnTo>
                      <a:pt x="112" y="12"/>
                    </a:lnTo>
                    <a:lnTo>
                      <a:pt x="112" y="16"/>
                    </a:lnTo>
                    <a:lnTo>
                      <a:pt x="104" y="26"/>
                    </a:lnTo>
                    <a:lnTo>
                      <a:pt x="104" y="26"/>
                    </a:lnTo>
                    <a:lnTo>
                      <a:pt x="100" y="34"/>
                    </a:lnTo>
                    <a:lnTo>
                      <a:pt x="100" y="34"/>
                    </a:lnTo>
                    <a:lnTo>
                      <a:pt x="100" y="42"/>
                    </a:lnTo>
                    <a:lnTo>
                      <a:pt x="100" y="56"/>
                    </a:lnTo>
                    <a:lnTo>
                      <a:pt x="100" y="78"/>
                    </a:lnTo>
                    <a:lnTo>
                      <a:pt x="100" y="94"/>
                    </a:lnTo>
                    <a:lnTo>
                      <a:pt x="100" y="98"/>
                    </a:lnTo>
                    <a:lnTo>
                      <a:pt x="104" y="104"/>
                    </a:lnTo>
                    <a:lnTo>
                      <a:pt x="108" y="108"/>
                    </a:lnTo>
                    <a:lnTo>
                      <a:pt x="108" y="108"/>
                    </a:lnTo>
                    <a:lnTo>
                      <a:pt x="108" y="108"/>
                    </a:lnTo>
                    <a:lnTo>
                      <a:pt x="104" y="112"/>
                    </a:lnTo>
                    <a:lnTo>
                      <a:pt x="104" y="112"/>
                    </a:lnTo>
                    <a:lnTo>
                      <a:pt x="104" y="112"/>
                    </a:lnTo>
                    <a:lnTo>
                      <a:pt x="104" y="112"/>
                    </a:lnTo>
                    <a:lnTo>
                      <a:pt x="104" y="112"/>
                    </a:lnTo>
                    <a:lnTo>
                      <a:pt x="104" y="112"/>
                    </a:lnTo>
                    <a:lnTo>
                      <a:pt x="104" y="116"/>
                    </a:lnTo>
                    <a:lnTo>
                      <a:pt x="100" y="116"/>
                    </a:lnTo>
                    <a:lnTo>
                      <a:pt x="100" y="116"/>
                    </a:lnTo>
                    <a:lnTo>
                      <a:pt x="100" y="116"/>
                    </a:lnTo>
                    <a:lnTo>
                      <a:pt x="98" y="116"/>
                    </a:lnTo>
                    <a:lnTo>
                      <a:pt x="98" y="116"/>
                    </a:lnTo>
                    <a:lnTo>
                      <a:pt x="98" y="120"/>
                    </a:lnTo>
                    <a:lnTo>
                      <a:pt x="98" y="120"/>
                    </a:lnTo>
                    <a:lnTo>
                      <a:pt x="100" y="120"/>
                    </a:lnTo>
                    <a:lnTo>
                      <a:pt x="98" y="120"/>
                    </a:lnTo>
                    <a:lnTo>
                      <a:pt x="98" y="120"/>
                    </a:lnTo>
                    <a:lnTo>
                      <a:pt x="98" y="120"/>
                    </a:lnTo>
                    <a:lnTo>
                      <a:pt x="98" y="120"/>
                    </a:lnTo>
                    <a:lnTo>
                      <a:pt x="98" y="120"/>
                    </a:lnTo>
                    <a:lnTo>
                      <a:pt x="98" y="120"/>
                    </a:lnTo>
                    <a:lnTo>
                      <a:pt x="98" y="120"/>
                    </a:lnTo>
                    <a:lnTo>
                      <a:pt x="98" y="120"/>
                    </a:lnTo>
                    <a:lnTo>
                      <a:pt x="98" y="120"/>
                    </a:lnTo>
                    <a:lnTo>
                      <a:pt x="98" y="120"/>
                    </a:lnTo>
                    <a:lnTo>
                      <a:pt x="98" y="120"/>
                    </a:lnTo>
                    <a:lnTo>
                      <a:pt x="94" y="124"/>
                    </a:lnTo>
                    <a:lnTo>
                      <a:pt x="94" y="124"/>
                    </a:lnTo>
                    <a:lnTo>
                      <a:pt x="94" y="124"/>
                    </a:lnTo>
                    <a:lnTo>
                      <a:pt x="94" y="124"/>
                    </a:lnTo>
                    <a:lnTo>
                      <a:pt x="94" y="124"/>
                    </a:lnTo>
                    <a:lnTo>
                      <a:pt x="90" y="124"/>
                    </a:lnTo>
                    <a:lnTo>
                      <a:pt x="90" y="124"/>
                    </a:lnTo>
                    <a:lnTo>
                      <a:pt x="90" y="124"/>
                    </a:lnTo>
                    <a:lnTo>
                      <a:pt x="90" y="124"/>
                    </a:lnTo>
                    <a:lnTo>
                      <a:pt x="90" y="128"/>
                    </a:lnTo>
                    <a:lnTo>
                      <a:pt x="90" y="128"/>
                    </a:lnTo>
                    <a:lnTo>
                      <a:pt x="90" y="128"/>
                    </a:lnTo>
                    <a:lnTo>
                      <a:pt x="86" y="128"/>
                    </a:lnTo>
                    <a:lnTo>
                      <a:pt x="86" y="130"/>
                    </a:lnTo>
                    <a:lnTo>
                      <a:pt x="86" y="130"/>
                    </a:lnTo>
                    <a:lnTo>
                      <a:pt x="86" y="130"/>
                    </a:lnTo>
                    <a:lnTo>
                      <a:pt x="86" y="134"/>
                    </a:lnTo>
                    <a:lnTo>
                      <a:pt x="86" y="134"/>
                    </a:lnTo>
                    <a:lnTo>
                      <a:pt x="86" y="134"/>
                    </a:lnTo>
                    <a:lnTo>
                      <a:pt x="86" y="134"/>
                    </a:lnTo>
                    <a:lnTo>
                      <a:pt x="86" y="138"/>
                    </a:lnTo>
                    <a:lnTo>
                      <a:pt x="86" y="138"/>
                    </a:lnTo>
                    <a:lnTo>
                      <a:pt x="86" y="138"/>
                    </a:lnTo>
                    <a:lnTo>
                      <a:pt x="86" y="138"/>
                    </a:lnTo>
                    <a:lnTo>
                      <a:pt x="86" y="138"/>
                    </a:lnTo>
                    <a:lnTo>
                      <a:pt x="82" y="142"/>
                    </a:lnTo>
                    <a:lnTo>
                      <a:pt x="82" y="142"/>
                    </a:lnTo>
                    <a:lnTo>
                      <a:pt x="82" y="142"/>
                    </a:lnTo>
                    <a:lnTo>
                      <a:pt x="82" y="142"/>
                    </a:lnTo>
                    <a:lnTo>
                      <a:pt x="82" y="144"/>
                    </a:lnTo>
                    <a:lnTo>
                      <a:pt x="82" y="144"/>
                    </a:lnTo>
                    <a:lnTo>
                      <a:pt x="82" y="144"/>
                    </a:lnTo>
                    <a:lnTo>
                      <a:pt x="82" y="144"/>
                    </a:lnTo>
                    <a:lnTo>
                      <a:pt x="82" y="148"/>
                    </a:lnTo>
                    <a:lnTo>
                      <a:pt x="82" y="148"/>
                    </a:lnTo>
                    <a:lnTo>
                      <a:pt x="82" y="148"/>
                    </a:lnTo>
                    <a:lnTo>
                      <a:pt x="78" y="156"/>
                    </a:lnTo>
                    <a:lnTo>
                      <a:pt x="78" y="160"/>
                    </a:lnTo>
                    <a:lnTo>
                      <a:pt x="74" y="160"/>
                    </a:lnTo>
                    <a:lnTo>
                      <a:pt x="74" y="160"/>
                    </a:lnTo>
                    <a:lnTo>
                      <a:pt x="74" y="160"/>
                    </a:lnTo>
                    <a:lnTo>
                      <a:pt x="74" y="160"/>
                    </a:lnTo>
                    <a:lnTo>
                      <a:pt x="74" y="160"/>
                    </a:lnTo>
                    <a:lnTo>
                      <a:pt x="72" y="156"/>
                    </a:lnTo>
                    <a:lnTo>
                      <a:pt x="68" y="152"/>
                    </a:lnTo>
                    <a:lnTo>
                      <a:pt x="68" y="152"/>
                    </a:lnTo>
                    <a:lnTo>
                      <a:pt x="64" y="152"/>
                    </a:lnTo>
                    <a:lnTo>
                      <a:pt x="64" y="148"/>
                    </a:lnTo>
                    <a:lnTo>
                      <a:pt x="56" y="142"/>
                    </a:lnTo>
                    <a:lnTo>
                      <a:pt x="52" y="142"/>
                    </a:lnTo>
                    <a:lnTo>
                      <a:pt x="52" y="142"/>
                    </a:lnTo>
                    <a:lnTo>
                      <a:pt x="52" y="142"/>
                    </a:lnTo>
                    <a:lnTo>
                      <a:pt x="52" y="142"/>
                    </a:lnTo>
                    <a:lnTo>
                      <a:pt x="52" y="142"/>
                    </a:lnTo>
                    <a:lnTo>
                      <a:pt x="52" y="142"/>
                    </a:lnTo>
                    <a:lnTo>
                      <a:pt x="52" y="142"/>
                    </a:lnTo>
                    <a:lnTo>
                      <a:pt x="52" y="138"/>
                    </a:lnTo>
                    <a:lnTo>
                      <a:pt x="52" y="138"/>
                    </a:lnTo>
                    <a:lnTo>
                      <a:pt x="52" y="138"/>
                    </a:lnTo>
                    <a:lnTo>
                      <a:pt x="52" y="138"/>
                    </a:lnTo>
                    <a:lnTo>
                      <a:pt x="52" y="138"/>
                    </a:lnTo>
                    <a:lnTo>
                      <a:pt x="52" y="134"/>
                    </a:lnTo>
                    <a:lnTo>
                      <a:pt x="52" y="134"/>
                    </a:lnTo>
                    <a:lnTo>
                      <a:pt x="52" y="130"/>
                    </a:lnTo>
                    <a:lnTo>
                      <a:pt x="52" y="130"/>
                    </a:lnTo>
                    <a:lnTo>
                      <a:pt x="48" y="130"/>
                    </a:lnTo>
                    <a:lnTo>
                      <a:pt x="48" y="130"/>
                    </a:lnTo>
                    <a:lnTo>
                      <a:pt x="48" y="130"/>
                    </a:lnTo>
                    <a:lnTo>
                      <a:pt x="46" y="128"/>
                    </a:lnTo>
                    <a:lnTo>
                      <a:pt x="46" y="128"/>
                    </a:lnTo>
                    <a:lnTo>
                      <a:pt x="46" y="128"/>
                    </a:lnTo>
                    <a:lnTo>
                      <a:pt x="38" y="124"/>
                    </a:lnTo>
                    <a:lnTo>
                      <a:pt x="34" y="120"/>
                    </a:lnTo>
                    <a:lnTo>
                      <a:pt x="30" y="120"/>
                    </a:lnTo>
                    <a:lnTo>
                      <a:pt x="30" y="116"/>
                    </a:lnTo>
                    <a:lnTo>
                      <a:pt x="26" y="116"/>
                    </a:lnTo>
                    <a:lnTo>
                      <a:pt x="22" y="112"/>
                    </a:lnTo>
                    <a:lnTo>
                      <a:pt x="20" y="108"/>
                    </a:lnTo>
                    <a:lnTo>
                      <a:pt x="12" y="104"/>
                    </a:lnTo>
                    <a:lnTo>
                      <a:pt x="8" y="102"/>
                    </a:lnTo>
                    <a:lnTo>
                      <a:pt x="8" y="102"/>
                    </a:lnTo>
                    <a:lnTo>
                      <a:pt x="0" y="98"/>
                    </a:lnTo>
                    <a:lnTo>
                      <a:pt x="0" y="98"/>
                    </a:lnTo>
                    <a:lnTo>
                      <a:pt x="0" y="98"/>
                    </a:lnTo>
                    <a:lnTo>
                      <a:pt x="0" y="98"/>
                    </a:lnTo>
                    <a:lnTo>
                      <a:pt x="0" y="98"/>
                    </a:lnTo>
                    <a:lnTo>
                      <a:pt x="0" y="98"/>
                    </a:lnTo>
                    <a:close/>
                    <a:moveTo>
                      <a:pt x="100" y="120"/>
                    </a:moveTo>
                    <a:lnTo>
                      <a:pt x="100" y="120"/>
                    </a:lnTo>
                    <a:lnTo>
                      <a:pt x="98" y="116"/>
                    </a:lnTo>
                    <a:lnTo>
                      <a:pt x="98"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20"/>
                    </a:lnTo>
                    <a:lnTo>
                      <a:pt x="100" y="120"/>
                    </a:lnTo>
                    <a:lnTo>
                      <a:pt x="10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7" name="Freeform 151"/>
              <p:cNvSpPr>
                <a:spLocks/>
              </p:cNvSpPr>
              <p:nvPr/>
            </p:nvSpPr>
            <p:spPr bwMode="gray">
              <a:xfrm>
                <a:off x="5467831" y="5385840"/>
                <a:ext cx="55656" cy="62613"/>
              </a:xfrm>
              <a:custGeom>
                <a:avLst/>
                <a:gdLst>
                  <a:gd name="T0" fmla="*/ 24 w 32"/>
                  <a:gd name="T1" fmla="*/ 26 h 36"/>
                  <a:gd name="T2" fmla="*/ 22 w 32"/>
                  <a:gd name="T3" fmla="*/ 30 h 36"/>
                  <a:gd name="T4" fmla="*/ 22 w 32"/>
                  <a:gd name="T5" fmla="*/ 30 h 36"/>
                  <a:gd name="T6" fmla="*/ 18 w 32"/>
                  <a:gd name="T7" fmla="*/ 30 h 36"/>
                  <a:gd name="T8" fmla="*/ 18 w 32"/>
                  <a:gd name="T9" fmla="*/ 30 h 36"/>
                  <a:gd name="T10" fmla="*/ 14 w 32"/>
                  <a:gd name="T11" fmla="*/ 34 h 36"/>
                  <a:gd name="T12" fmla="*/ 14 w 32"/>
                  <a:gd name="T13" fmla="*/ 36 h 36"/>
                  <a:gd name="T14" fmla="*/ 10 w 32"/>
                  <a:gd name="T15" fmla="*/ 36 h 36"/>
                  <a:gd name="T16" fmla="*/ 10 w 32"/>
                  <a:gd name="T17" fmla="*/ 36 h 36"/>
                  <a:gd name="T18" fmla="*/ 8 w 32"/>
                  <a:gd name="T19" fmla="*/ 36 h 36"/>
                  <a:gd name="T20" fmla="*/ 8 w 32"/>
                  <a:gd name="T21" fmla="*/ 34 h 36"/>
                  <a:gd name="T22" fmla="*/ 4 w 32"/>
                  <a:gd name="T23" fmla="*/ 34 h 36"/>
                  <a:gd name="T24" fmla="*/ 4 w 32"/>
                  <a:gd name="T25" fmla="*/ 30 h 36"/>
                  <a:gd name="T26" fmla="*/ 0 w 32"/>
                  <a:gd name="T27" fmla="*/ 26 h 36"/>
                  <a:gd name="T28" fmla="*/ 0 w 32"/>
                  <a:gd name="T29" fmla="*/ 26 h 36"/>
                  <a:gd name="T30" fmla="*/ 0 w 32"/>
                  <a:gd name="T31" fmla="*/ 22 h 36"/>
                  <a:gd name="T32" fmla="*/ 0 w 32"/>
                  <a:gd name="T33" fmla="*/ 22 h 36"/>
                  <a:gd name="T34" fmla="*/ 0 w 32"/>
                  <a:gd name="T35" fmla="*/ 18 h 36"/>
                  <a:gd name="T36" fmla="*/ 0 w 32"/>
                  <a:gd name="T37" fmla="*/ 18 h 36"/>
                  <a:gd name="T38" fmla="*/ 4 w 32"/>
                  <a:gd name="T39" fmla="*/ 18 h 36"/>
                  <a:gd name="T40" fmla="*/ 4 w 32"/>
                  <a:gd name="T41" fmla="*/ 14 h 36"/>
                  <a:gd name="T42" fmla="*/ 4 w 32"/>
                  <a:gd name="T43" fmla="*/ 14 h 36"/>
                  <a:gd name="T44" fmla="*/ 8 w 32"/>
                  <a:gd name="T45" fmla="*/ 10 h 36"/>
                  <a:gd name="T46" fmla="*/ 8 w 32"/>
                  <a:gd name="T47" fmla="*/ 10 h 36"/>
                  <a:gd name="T48" fmla="*/ 8 w 32"/>
                  <a:gd name="T49" fmla="*/ 6 h 36"/>
                  <a:gd name="T50" fmla="*/ 10 w 32"/>
                  <a:gd name="T51" fmla="*/ 6 h 36"/>
                  <a:gd name="T52" fmla="*/ 14 w 32"/>
                  <a:gd name="T53" fmla="*/ 4 h 36"/>
                  <a:gd name="T54" fmla="*/ 14 w 32"/>
                  <a:gd name="T55" fmla="*/ 4 h 36"/>
                  <a:gd name="T56" fmla="*/ 18 w 32"/>
                  <a:gd name="T57" fmla="*/ 4 h 36"/>
                  <a:gd name="T58" fmla="*/ 18 w 32"/>
                  <a:gd name="T59" fmla="*/ 0 h 36"/>
                  <a:gd name="T60" fmla="*/ 18 w 32"/>
                  <a:gd name="T61" fmla="*/ 0 h 36"/>
                  <a:gd name="T62" fmla="*/ 18 w 32"/>
                  <a:gd name="T63" fmla="*/ 0 h 36"/>
                  <a:gd name="T64" fmla="*/ 22 w 32"/>
                  <a:gd name="T65" fmla="*/ 0 h 36"/>
                  <a:gd name="T66" fmla="*/ 22 w 32"/>
                  <a:gd name="T67" fmla="*/ 4 h 36"/>
                  <a:gd name="T68" fmla="*/ 24 w 32"/>
                  <a:gd name="T69" fmla="*/ 4 h 36"/>
                  <a:gd name="T70" fmla="*/ 24 w 32"/>
                  <a:gd name="T71" fmla="*/ 4 h 36"/>
                  <a:gd name="T72" fmla="*/ 24 w 32"/>
                  <a:gd name="T73" fmla="*/ 6 h 36"/>
                  <a:gd name="T74" fmla="*/ 28 w 32"/>
                  <a:gd name="T75" fmla="*/ 6 h 36"/>
                  <a:gd name="T76" fmla="*/ 28 w 32"/>
                  <a:gd name="T77" fmla="*/ 10 h 36"/>
                  <a:gd name="T78" fmla="*/ 32 w 32"/>
                  <a:gd name="T79" fmla="*/ 14 h 36"/>
                  <a:gd name="T80" fmla="*/ 32 w 32"/>
                  <a:gd name="T81" fmla="*/ 14 h 36"/>
                  <a:gd name="T82" fmla="*/ 28 w 32"/>
                  <a:gd name="T83" fmla="*/ 14 h 36"/>
                  <a:gd name="T84" fmla="*/ 28 w 32"/>
                  <a:gd name="T85" fmla="*/ 18 h 36"/>
                  <a:gd name="T86" fmla="*/ 28 w 32"/>
                  <a:gd name="T87" fmla="*/ 18 h 36"/>
                  <a:gd name="T88" fmla="*/ 28 w 32"/>
                  <a:gd name="T89" fmla="*/ 18 h 36"/>
                  <a:gd name="T90" fmla="*/ 28 w 32"/>
                  <a:gd name="T91" fmla="*/ 22 h 36"/>
                  <a:gd name="T92" fmla="*/ 28 w 32"/>
                  <a:gd name="T93" fmla="*/ 22 h 36"/>
                  <a:gd name="T94" fmla="*/ 28 w 32"/>
                  <a:gd name="T95" fmla="*/ 22 h 36"/>
                  <a:gd name="T96" fmla="*/ 28 w 32"/>
                  <a:gd name="T97" fmla="*/ 22 h 36"/>
                  <a:gd name="T98" fmla="*/ 24 w 32"/>
                  <a:gd name="T99" fmla="*/ 26 h 36"/>
                  <a:gd name="T100" fmla="*/ 24 w 32"/>
                  <a:gd name="T101" fmla="*/ 26 h 36"/>
                  <a:gd name="T102" fmla="*/ 24 w 32"/>
                  <a:gd name="T103" fmla="*/ 26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2" h="36">
                    <a:moveTo>
                      <a:pt x="24" y="26"/>
                    </a:moveTo>
                    <a:lnTo>
                      <a:pt x="24" y="26"/>
                    </a:lnTo>
                    <a:lnTo>
                      <a:pt x="24" y="26"/>
                    </a:lnTo>
                    <a:lnTo>
                      <a:pt x="22" y="30"/>
                    </a:lnTo>
                    <a:lnTo>
                      <a:pt x="22" y="30"/>
                    </a:lnTo>
                    <a:lnTo>
                      <a:pt x="22" y="30"/>
                    </a:lnTo>
                    <a:lnTo>
                      <a:pt x="18" y="30"/>
                    </a:lnTo>
                    <a:lnTo>
                      <a:pt x="18" y="30"/>
                    </a:lnTo>
                    <a:lnTo>
                      <a:pt x="18" y="30"/>
                    </a:lnTo>
                    <a:lnTo>
                      <a:pt x="18" y="30"/>
                    </a:lnTo>
                    <a:lnTo>
                      <a:pt x="14" y="30"/>
                    </a:lnTo>
                    <a:lnTo>
                      <a:pt x="14" y="34"/>
                    </a:lnTo>
                    <a:lnTo>
                      <a:pt x="14" y="36"/>
                    </a:lnTo>
                    <a:lnTo>
                      <a:pt x="14" y="36"/>
                    </a:lnTo>
                    <a:lnTo>
                      <a:pt x="14" y="36"/>
                    </a:lnTo>
                    <a:lnTo>
                      <a:pt x="10" y="36"/>
                    </a:lnTo>
                    <a:lnTo>
                      <a:pt x="10" y="36"/>
                    </a:lnTo>
                    <a:lnTo>
                      <a:pt x="10" y="36"/>
                    </a:lnTo>
                    <a:lnTo>
                      <a:pt x="8" y="36"/>
                    </a:lnTo>
                    <a:lnTo>
                      <a:pt x="8" y="36"/>
                    </a:lnTo>
                    <a:lnTo>
                      <a:pt x="8" y="34"/>
                    </a:lnTo>
                    <a:lnTo>
                      <a:pt x="8" y="34"/>
                    </a:lnTo>
                    <a:lnTo>
                      <a:pt x="4" y="34"/>
                    </a:lnTo>
                    <a:lnTo>
                      <a:pt x="4" y="34"/>
                    </a:lnTo>
                    <a:lnTo>
                      <a:pt x="4" y="34"/>
                    </a:lnTo>
                    <a:lnTo>
                      <a:pt x="4" y="30"/>
                    </a:lnTo>
                    <a:lnTo>
                      <a:pt x="4" y="26"/>
                    </a:lnTo>
                    <a:lnTo>
                      <a:pt x="0" y="26"/>
                    </a:lnTo>
                    <a:lnTo>
                      <a:pt x="0" y="26"/>
                    </a:lnTo>
                    <a:lnTo>
                      <a:pt x="0" y="26"/>
                    </a:lnTo>
                    <a:lnTo>
                      <a:pt x="0" y="22"/>
                    </a:lnTo>
                    <a:lnTo>
                      <a:pt x="0" y="22"/>
                    </a:lnTo>
                    <a:lnTo>
                      <a:pt x="0" y="22"/>
                    </a:lnTo>
                    <a:lnTo>
                      <a:pt x="0" y="22"/>
                    </a:lnTo>
                    <a:lnTo>
                      <a:pt x="0" y="18"/>
                    </a:lnTo>
                    <a:lnTo>
                      <a:pt x="0" y="18"/>
                    </a:lnTo>
                    <a:lnTo>
                      <a:pt x="0" y="18"/>
                    </a:lnTo>
                    <a:lnTo>
                      <a:pt x="0" y="18"/>
                    </a:lnTo>
                    <a:lnTo>
                      <a:pt x="4" y="18"/>
                    </a:lnTo>
                    <a:lnTo>
                      <a:pt x="4" y="18"/>
                    </a:lnTo>
                    <a:lnTo>
                      <a:pt x="4" y="18"/>
                    </a:lnTo>
                    <a:lnTo>
                      <a:pt x="4" y="14"/>
                    </a:lnTo>
                    <a:lnTo>
                      <a:pt x="4" y="14"/>
                    </a:lnTo>
                    <a:lnTo>
                      <a:pt x="4" y="14"/>
                    </a:lnTo>
                    <a:lnTo>
                      <a:pt x="8" y="10"/>
                    </a:lnTo>
                    <a:lnTo>
                      <a:pt x="8" y="10"/>
                    </a:lnTo>
                    <a:lnTo>
                      <a:pt x="8" y="10"/>
                    </a:lnTo>
                    <a:lnTo>
                      <a:pt x="8" y="10"/>
                    </a:lnTo>
                    <a:lnTo>
                      <a:pt x="8" y="6"/>
                    </a:lnTo>
                    <a:lnTo>
                      <a:pt x="8" y="6"/>
                    </a:lnTo>
                    <a:lnTo>
                      <a:pt x="10" y="6"/>
                    </a:lnTo>
                    <a:lnTo>
                      <a:pt x="10" y="6"/>
                    </a:lnTo>
                    <a:lnTo>
                      <a:pt x="14" y="4"/>
                    </a:lnTo>
                    <a:lnTo>
                      <a:pt x="14" y="4"/>
                    </a:lnTo>
                    <a:lnTo>
                      <a:pt x="14" y="4"/>
                    </a:lnTo>
                    <a:lnTo>
                      <a:pt x="14" y="4"/>
                    </a:lnTo>
                    <a:lnTo>
                      <a:pt x="14" y="4"/>
                    </a:lnTo>
                    <a:lnTo>
                      <a:pt x="18" y="4"/>
                    </a:lnTo>
                    <a:lnTo>
                      <a:pt x="18" y="4"/>
                    </a:lnTo>
                    <a:lnTo>
                      <a:pt x="18" y="0"/>
                    </a:lnTo>
                    <a:lnTo>
                      <a:pt x="18" y="0"/>
                    </a:lnTo>
                    <a:lnTo>
                      <a:pt x="18" y="0"/>
                    </a:lnTo>
                    <a:lnTo>
                      <a:pt x="18" y="0"/>
                    </a:lnTo>
                    <a:lnTo>
                      <a:pt x="18" y="0"/>
                    </a:lnTo>
                    <a:lnTo>
                      <a:pt x="22" y="0"/>
                    </a:lnTo>
                    <a:lnTo>
                      <a:pt x="22" y="0"/>
                    </a:lnTo>
                    <a:lnTo>
                      <a:pt x="22" y="0"/>
                    </a:lnTo>
                    <a:lnTo>
                      <a:pt x="22" y="4"/>
                    </a:lnTo>
                    <a:lnTo>
                      <a:pt x="22" y="4"/>
                    </a:lnTo>
                    <a:lnTo>
                      <a:pt x="24" y="4"/>
                    </a:lnTo>
                    <a:lnTo>
                      <a:pt x="24" y="4"/>
                    </a:lnTo>
                    <a:lnTo>
                      <a:pt x="24" y="4"/>
                    </a:lnTo>
                    <a:lnTo>
                      <a:pt x="24" y="4"/>
                    </a:lnTo>
                    <a:lnTo>
                      <a:pt x="24" y="6"/>
                    </a:lnTo>
                    <a:lnTo>
                      <a:pt x="24" y="6"/>
                    </a:lnTo>
                    <a:lnTo>
                      <a:pt x="28" y="6"/>
                    </a:lnTo>
                    <a:lnTo>
                      <a:pt x="28" y="10"/>
                    </a:lnTo>
                    <a:lnTo>
                      <a:pt x="28" y="10"/>
                    </a:lnTo>
                    <a:lnTo>
                      <a:pt x="32" y="14"/>
                    </a:lnTo>
                    <a:lnTo>
                      <a:pt x="32" y="14"/>
                    </a:lnTo>
                    <a:lnTo>
                      <a:pt x="32" y="14"/>
                    </a:lnTo>
                    <a:lnTo>
                      <a:pt x="32" y="14"/>
                    </a:lnTo>
                    <a:lnTo>
                      <a:pt x="28" y="14"/>
                    </a:lnTo>
                    <a:lnTo>
                      <a:pt x="28" y="14"/>
                    </a:lnTo>
                    <a:lnTo>
                      <a:pt x="28" y="18"/>
                    </a:lnTo>
                    <a:lnTo>
                      <a:pt x="28" y="18"/>
                    </a:lnTo>
                    <a:lnTo>
                      <a:pt x="28" y="18"/>
                    </a:lnTo>
                    <a:lnTo>
                      <a:pt x="28" y="18"/>
                    </a:lnTo>
                    <a:lnTo>
                      <a:pt x="28" y="18"/>
                    </a:lnTo>
                    <a:lnTo>
                      <a:pt x="28" y="18"/>
                    </a:lnTo>
                    <a:lnTo>
                      <a:pt x="28" y="18"/>
                    </a:lnTo>
                    <a:lnTo>
                      <a:pt x="28" y="22"/>
                    </a:lnTo>
                    <a:lnTo>
                      <a:pt x="28" y="22"/>
                    </a:lnTo>
                    <a:lnTo>
                      <a:pt x="28" y="22"/>
                    </a:lnTo>
                    <a:lnTo>
                      <a:pt x="28" y="22"/>
                    </a:lnTo>
                    <a:lnTo>
                      <a:pt x="28" y="22"/>
                    </a:lnTo>
                    <a:lnTo>
                      <a:pt x="28" y="22"/>
                    </a:lnTo>
                    <a:lnTo>
                      <a:pt x="28" y="22"/>
                    </a:lnTo>
                    <a:lnTo>
                      <a:pt x="28" y="26"/>
                    </a:lnTo>
                    <a:lnTo>
                      <a:pt x="24" y="26"/>
                    </a:lnTo>
                    <a:lnTo>
                      <a:pt x="24" y="26"/>
                    </a:lnTo>
                    <a:lnTo>
                      <a:pt x="24" y="26"/>
                    </a:lnTo>
                    <a:lnTo>
                      <a:pt x="24" y="26"/>
                    </a:lnTo>
                    <a:lnTo>
                      <a:pt x="2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8" name="Freeform 152"/>
              <p:cNvSpPr>
                <a:spLocks/>
              </p:cNvSpPr>
              <p:nvPr/>
            </p:nvSpPr>
            <p:spPr bwMode="gray">
              <a:xfrm>
                <a:off x="4514715" y="4265759"/>
                <a:ext cx="104356" cy="128704"/>
              </a:xfrm>
              <a:custGeom>
                <a:avLst/>
                <a:gdLst>
                  <a:gd name="T0" fmla="*/ 4 w 60"/>
                  <a:gd name="T1" fmla="*/ 26 h 74"/>
                  <a:gd name="T2" fmla="*/ 4 w 60"/>
                  <a:gd name="T3" fmla="*/ 22 h 74"/>
                  <a:gd name="T4" fmla="*/ 6 w 60"/>
                  <a:gd name="T5" fmla="*/ 22 h 74"/>
                  <a:gd name="T6" fmla="*/ 10 w 60"/>
                  <a:gd name="T7" fmla="*/ 18 h 74"/>
                  <a:gd name="T8" fmla="*/ 10 w 60"/>
                  <a:gd name="T9" fmla="*/ 18 h 74"/>
                  <a:gd name="T10" fmla="*/ 10 w 60"/>
                  <a:gd name="T11" fmla="*/ 14 h 74"/>
                  <a:gd name="T12" fmla="*/ 14 w 60"/>
                  <a:gd name="T13" fmla="*/ 10 h 74"/>
                  <a:gd name="T14" fmla="*/ 14 w 60"/>
                  <a:gd name="T15" fmla="*/ 6 h 74"/>
                  <a:gd name="T16" fmla="*/ 18 w 60"/>
                  <a:gd name="T17" fmla="*/ 2 h 74"/>
                  <a:gd name="T18" fmla="*/ 22 w 60"/>
                  <a:gd name="T19" fmla="*/ 2 h 74"/>
                  <a:gd name="T20" fmla="*/ 26 w 60"/>
                  <a:gd name="T21" fmla="*/ 0 h 74"/>
                  <a:gd name="T22" fmla="*/ 30 w 60"/>
                  <a:gd name="T23" fmla="*/ 6 h 74"/>
                  <a:gd name="T24" fmla="*/ 30 w 60"/>
                  <a:gd name="T25" fmla="*/ 10 h 74"/>
                  <a:gd name="T26" fmla="*/ 30 w 60"/>
                  <a:gd name="T27" fmla="*/ 14 h 74"/>
                  <a:gd name="T28" fmla="*/ 30 w 60"/>
                  <a:gd name="T29" fmla="*/ 18 h 74"/>
                  <a:gd name="T30" fmla="*/ 30 w 60"/>
                  <a:gd name="T31" fmla="*/ 22 h 74"/>
                  <a:gd name="T32" fmla="*/ 34 w 60"/>
                  <a:gd name="T33" fmla="*/ 22 h 74"/>
                  <a:gd name="T34" fmla="*/ 34 w 60"/>
                  <a:gd name="T35" fmla="*/ 22 h 74"/>
                  <a:gd name="T36" fmla="*/ 36 w 60"/>
                  <a:gd name="T37" fmla="*/ 22 h 74"/>
                  <a:gd name="T38" fmla="*/ 40 w 60"/>
                  <a:gd name="T39" fmla="*/ 18 h 74"/>
                  <a:gd name="T40" fmla="*/ 40 w 60"/>
                  <a:gd name="T41" fmla="*/ 14 h 74"/>
                  <a:gd name="T42" fmla="*/ 44 w 60"/>
                  <a:gd name="T43" fmla="*/ 14 h 74"/>
                  <a:gd name="T44" fmla="*/ 44 w 60"/>
                  <a:gd name="T45" fmla="*/ 18 h 74"/>
                  <a:gd name="T46" fmla="*/ 44 w 60"/>
                  <a:gd name="T47" fmla="*/ 22 h 74"/>
                  <a:gd name="T48" fmla="*/ 48 w 60"/>
                  <a:gd name="T49" fmla="*/ 26 h 74"/>
                  <a:gd name="T50" fmla="*/ 44 w 60"/>
                  <a:gd name="T51" fmla="*/ 28 h 74"/>
                  <a:gd name="T52" fmla="*/ 44 w 60"/>
                  <a:gd name="T53" fmla="*/ 32 h 74"/>
                  <a:gd name="T54" fmla="*/ 44 w 60"/>
                  <a:gd name="T55" fmla="*/ 32 h 74"/>
                  <a:gd name="T56" fmla="*/ 40 w 60"/>
                  <a:gd name="T57" fmla="*/ 36 h 74"/>
                  <a:gd name="T58" fmla="*/ 44 w 60"/>
                  <a:gd name="T59" fmla="*/ 36 h 74"/>
                  <a:gd name="T60" fmla="*/ 48 w 60"/>
                  <a:gd name="T61" fmla="*/ 40 h 74"/>
                  <a:gd name="T62" fmla="*/ 52 w 60"/>
                  <a:gd name="T63" fmla="*/ 40 h 74"/>
                  <a:gd name="T64" fmla="*/ 52 w 60"/>
                  <a:gd name="T65" fmla="*/ 44 h 74"/>
                  <a:gd name="T66" fmla="*/ 56 w 60"/>
                  <a:gd name="T67" fmla="*/ 48 h 74"/>
                  <a:gd name="T68" fmla="*/ 60 w 60"/>
                  <a:gd name="T69" fmla="*/ 48 h 74"/>
                  <a:gd name="T70" fmla="*/ 60 w 60"/>
                  <a:gd name="T71" fmla="*/ 52 h 74"/>
                  <a:gd name="T72" fmla="*/ 60 w 60"/>
                  <a:gd name="T73" fmla="*/ 52 h 74"/>
                  <a:gd name="T74" fmla="*/ 60 w 60"/>
                  <a:gd name="T75" fmla="*/ 54 h 74"/>
                  <a:gd name="T76" fmla="*/ 56 w 60"/>
                  <a:gd name="T77" fmla="*/ 62 h 74"/>
                  <a:gd name="T78" fmla="*/ 56 w 60"/>
                  <a:gd name="T79" fmla="*/ 66 h 74"/>
                  <a:gd name="T80" fmla="*/ 56 w 60"/>
                  <a:gd name="T81" fmla="*/ 74 h 74"/>
                  <a:gd name="T82" fmla="*/ 52 w 60"/>
                  <a:gd name="T83" fmla="*/ 70 h 74"/>
                  <a:gd name="T84" fmla="*/ 52 w 60"/>
                  <a:gd name="T85" fmla="*/ 70 h 74"/>
                  <a:gd name="T86" fmla="*/ 44 w 60"/>
                  <a:gd name="T87" fmla="*/ 66 h 74"/>
                  <a:gd name="T88" fmla="*/ 40 w 60"/>
                  <a:gd name="T89" fmla="*/ 62 h 74"/>
                  <a:gd name="T90" fmla="*/ 36 w 60"/>
                  <a:gd name="T91" fmla="*/ 62 h 74"/>
                  <a:gd name="T92" fmla="*/ 34 w 60"/>
                  <a:gd name="T93" fmla="*/ 58 h 74"/>
                  <a:gd name="T94" fmla="*/ 30 w 60"/>
                  <a:gd name="T95" fmla="*/ 54 h 74"/>
                  <a:gd name="T96" fmla="*/ 26 w 60"/>
                  <a:gd name="T97" fmla="*/ 52 h 74"/>
                  <a:gd name="T98" fmla="*/ 18 w 60"/>
                  <a:gd name="T99" fmla="*/ 44 h 74"/>
                  <a:gd name="T100" fmla="*/ 18 w 60"/>
                  <a:gd name="T101" fmla="*/ 40 h 74"/>
                  <a:gd name="T102" fmla="*/ 14 w 60"/>
                  <a:gd name="T103" fmla="*/ 40 h 74"/>
                  <a:gd name="T104" fmla="*/ 10 w 60"/>
                  <a:gd name="T105" fmla="*/ 40 h 74"/>
                  <a:gd name="T106" fmla="*/ 10 w 60"/>
                  <a:gd name="T107" fmla="*/ 36 h 74"/>
                  <a:gd name="T108" fmla="*/ 10 w 60"/>
                  <a:gd name="T109" fmla="*/ 36 h 74"/>
                  <a:gd name="T110" fmla="*/ 4 w 60"/>
                  <a:gd name="T111" fmla="*/ 32 h 74"/>
                  <a:gd name="T112" fmla="*/ 4 w 60"/>
                  <a:gd name="T113" fmla="*/ 28 h 74"/>
                  <a:gd name="T114" fmla="*/ 0 w 60"/>
                  <a:gd name="T115" fmla="*/ 2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0" h="74">
                    <a:moveTo>
                      <a:pt x="0" y="28"/>
                    </a:moveTo>
                    <a:lnTo>
                      <a:pt x="0" y="28"/>
                    </a:lnTo>
                    <a:lnTo>
                      <a:pt x="4" y="28"/>
                    </a:lnTo>
                    <a:lnTo>
                      <a:pt x="4" y="26"/>
                    </a:lnTo>
                    <a:lnTo>
                      <a:pt x="4" y="26"/>
                    </a:lnTo>
                    <a:lnTo>
                      <a:pt x="4" y="26"/>
                    </a:lnTo>
                    <a:lnTo>
                      <a:pt x="4" y="26"/>
                    </a:lnTo>
                    <a:lnTo>
                      <a:pt x="4" y="22"/>
                    </a:lnTo>
                    <a:lnTo>
                      <a:pt x="4" y="22"/>
                    </a:lnTo>
                    <a:lnTo>
                      <a:pt x="4" y="22"/>
                    </a:lnTo>
                    <a:lnTo>
                      <a:pt x="6" y="22"/>
                    </a:lnTo>
                    <a:lnTo>
                      <a:pt x="6" y="22"/>
                    </a:lnTo>
                    <a:lnTo>
                      <a:pt x="6" y="22"/>
                    </a:lnTo>
                    <a:lnTo>
                      <a:pt x="6" y="22"/>
                    </a:lnTo>
                    <a:lnTo>
                      <a:pt x="6" y="22"/>
                    </a:lnTo>
                    <a:lnTo>
                      <a:pt x="10" y="18"/>
                    </a:lnTo>
                    <a:lnTo>
                      <a:pt x="10" y="18"/>
                    </a:lnTo>
                    <a:lnTo>
                      <a:pt x="10" y="18"/>
                    </a:lnTo>
                    <a:lnTo>
                      <a:pt x="10" y="18"/>
                    </a:lnTo>
                    <a:lnTo>
                      <a:pt x="10" y="18"/>
                    </a:lnTo>
                    <a:lnTo>
                      <a:pt x="10" y="14"/>
                    </a:lnTo>
                    <a:lnTo>
                      <a:pt x="10" y="14"/>
                    </a:lnTo>
                    <a:lnTo>
                      <a:pt x="10" y="14"/>
                    </a:lnTo>
                    <a:lnTo>
                      <a:pt x="10" y="14"/>
                    </a:lnTo>
                    <a:lnTo>
                      <a:pt x="14" y="14"/>
                    </a:lnTo>
                    <a:lnTo>
                      <a:pt x="14" y="14"/>
                    </a:lnTo>
                    <a:lnTo>
                      <a:pt x="14" y="10"/>
                    </a:lnTo>
                    <a:lnTo>
                      <a:pt x="14" y="10"/>
                    </a:lnTo>
                    <a:lnTo>
                      <a:pt x="14" y="6"/>
                    </a:lnTo>
                    <a:lnTo>
                      <a:pt x="14" y="6"/>
                    </a:lnTo>
                    <a:lnTo>
                      <a:pt x="14" y="6"/>
                    </a:lnTo>
                    <a:lnTo>
                      <a:pt x="14" y="6"/>
                    </a:lnTo>
                    <a:lnTo>
                      <a:pt x="18" y="6"/>
                    </a:lnTo>
                    <a:lnTo>
                      <a:pt x="18" y="6"/>
                    </a:lnTo>
                    <a:lnTo>
                      <a:pt x="18" y="6"/>
                    </a:lnTo>
                    <a:lnTo>
                      <a:pt x="18" y="2"/>
                    </a:lnTo>
                    <a:lnTo>
                      <a:pt x="18" y="2"/>
                    </a:lnTo>
                    <a:lnTo>
                      <a:pt x="18" y="2"/>
                    </a:lnTo>
                    <a:lnTo>
                      <a:pt x="18" y="0"/>
                    </a:lnTo>
                    <a:lnTo>
                      <a:pt x="22" y="2"/>
                    </a:lnTo>
                    <a:lnTo>
                      <a:pt x="22" y="0"/>
                    </a:lnTo>
                    <a:lnTo>
                      <a:pt x="26" y="0"/>
                    </a:lnTo>
                    <a:lnTo>
                      <a:pt x="26" y="2"/>
                    </a:lnTo>
                    <a:lnTo>
                      <a:pt x="26" y="0"/>
                    </a:lnTo>
                    <a:lnTo>
                      <a:pt x="26" y="2"/>
                    </a:lnTo>
                    <a:lnTo>
                      <a:pt x="26" y="2"/>
                    </a:lnTo>
                    <a:lnTo>
                      <a:pt x="30" y="2"/>
                    </a:lnTo>
                    <a:lnTo>
                      <a:pt x="30" y="6"/>
                    </a:lnTo>
                    <a:lnTo>
                      <a:pt x="30" y="10"/>
                    </a:lnTo>
                    <a:lnTo>
                      <a:pt x="30" y="10"/>
                    </a:lnTo>
                    <a:lnTo>
                      <a:pt x="30" y="10"/>
                    </a:lnTo>
                    <a:lnTo>
                      <a:pt x="30" y="10"/>
                    </a:lnTo>
                    <a:lnTo>
                      <a:pt x="30" y="14"/>
                    </a:lnTo>
                    <a:lnTo>
                      <a:pt x="30" y="14"/>
                    </a:lnTo>
                    <a:lnTo>
                      <a:pt x="34" y="14"/>
                    </a:lnTo>
                    <a:lnTo>
                      <a:pt x="30" y="14"/>
                    </a:lnTo>
                    <a:lnTo>
                      <a:pt x="30" y="14"/>
                    </a:lnTo>
                    <a:lnTo>
                      <a:pt x="30" y="14"/>
                    </a:lnTo>
                    <a:lnTo>
                      <a:pt x="30" y="18"/>
                    </a:lnTo>
                    <a:lnTo>
                      <a:pt x="30" y="18"/>
                    </a:lnTo>
                    <a:lnTo>
                      <a:pt x="30" y="18"/>
                    </a:lnTo>
                    <a:lnTo>
                      <a:pt x="30" y="18"/>
                    </a:lnTo>
                    <a:lnTo>
                      <a:pt x="30" y="22"/>
                    </a:lnTo>
                    <a:lnTo>
                      <a:pt x="30" y="22"/>
                    </a:lnTo>
                    <a:lnTo>
                      <a:pt x="30" y="22"/>
                    </a:lnTo>
                    <a:lnTo>
                      <a:pt x="30" y="18"/>
                    </a:lnTo>
                    <a:lnTo>
                      <a:pt x="34" y="18"/>
                    </a:lnTo>
                    <a:lnTo>
                      <a:pt x="34" y="22"/>
                    </a:lnTo>
                    <a:lnTo>
                      <a:pt x="34" y="22"/>
                    </a:lnTo>
                    <a:lnTo>
                      <a:pt x="34" y="22"/>
                    </a:lnTo>
                    <a:lnTo>
                      <a:pt x="34" y="26"/>
                    </a:lnTo>
                    <a:lnTo>
                      <a:pt x="34" y="22"/>
                    </a:lnTo>
                    <a:lnTo>
                      <a:pt x="36" y="22"/>
                    </a:lnTo>
                    <a:lnTo>
                      <a:pt x="36" y="22"/>
                    </a:lnTo>
                    <a:lnTo>
                      <a:pt x="36" y="22"/>
                    </a:lnTo>
                    <a:lnTo>
                      <a:pt x="36" y="22"/>
                    </a:lnTo>
                    <a:lnTo>
                      <a:pt x="36" y="22"/>
                    </a:lnTo>
                    <a:lnTo>
                      <a:pt x="40" y="22"/>
                    </a:lnTo>
                    <a:lnTo>
                      <a:pt x="40" y="18"/>
                    </a:lnTo>
                    <a:lnTo>
                      <a:pt x="40" y="18"/>
                    </a:lnTo>
                    <a:lnTo>
                      <a:pt x="40" y="18"/>
                    </a:lnTo>
                    <a:lnTo>
                      <a:pt x="40" y="18"/>
                    </a:lnTo>
                    <a:lnTo>
                      <a:pt x="40" y="14"/>
                    </a:lnTo>
                    <a:lnTo>
                      <a:pt x="40" y="14"/>
                    </a:lnTo>
                    <a:lnTo>
                      <a:pt x="40" y="14"/>
                    </a:lnTo>
                    <a:lnTo>
                      <a:pt x="40" y="14"/>
                    </a:lnTo>
                    <a:lnTo>
                      <a:pt x="44" y="14"/>
                    </a:lnTo>
                    <a:lnTo>
                      <a:pt x="44" y="14"/>
                    </a:lnTo>
                    <a:lnTo>
                      <a:pt x="44" y="18"/>
                    </a:lnTo>
                    <a:lnTo>
                      <a:pt x="44" y="18"/>
                    </a:lnTo>
                    <a:lnTo>
                      <a:pt x="44" y="18"/>
                    </a:lnTo>
                    <a:lnTo>
                      <a:pt x="44" y="18"/>
                    </a:lnTo>
                    <a:lnTo>
                      <a:pt x="44" y="18"/>
                    </a:lnTo>
                    <a:lnTo>
                      <a:pt x="44" y="18"/>
                    </a:lnTo>
                    <a:lnTo>
                      <a:pt x="44" y="18"/>
                    </a:lnTo>
                    <a:lnTo>
                      <a:pt x="44" y="22"/>
                    </a:lnTo>
                    <a:lnTo>
                      <a:pt x="44" y="22"/>
                    </a:lnTo>
                    <a:lnTo>
                      <a:pt x="44" y="22"/>
                    </a:lnTo>
                    <a:lnTo>
                      <a:pt x="44" y="22"/>
                    </a:lnTo>
                    <a:lnTo>
                      <a:pt x="48" y="26"/>
                    </a:lnTo>
                    <a:lnTo>
                      <a:pt x="48" y="26"/>
                    </a:lnTo>
                    <a:lnTo>
                      <a:pt x="44" y="28"/>
                    </a:lnTo>
                    <a:lnTo>
                      <a:pt x="44" y="28"/>
                    </a:lnTo>
                    <a:lnTo>
                      <a:pt x="44" y="28"/>
                    </a:lnTo>
                    <a:lnTo>
                      <a:pt x="44" y="32"/>
                    </a:lnTo>
                    <a:lnTo>
                      <a:pt x="44" y="32"/>
                    </a:lnTo>
                    <a:lnTo>
                      <a:pt x="44" y="32"/>
                    </a:lnTo>
                    <a:lnTo>
                      <a:pt x="44" y="32"/>
                    </a:lnTo>
                    <a:lnTo>
                      <a:pt x="44" y="32"/>
                    </a:lnTo>
                    <a:lnTo>
                      <a:pt x="44" y="32"/>
                    </a:lnTo>
                    <a:lnTo>
                      <a:pt x="44" y="32"/>
                    </a:lnTo>
                    <a:lnTo>
                      <a:pt x="44" y="32"/>
                    </a:lnTo>
                    <a:lnTo>
                      <a:pt x="44" y="32"/>
                    </a:lnTo>
                    <a:lnTo>
                      <a:pt x="44" y="32"/>
                    </a:lnTo>
                    <a:lnTo>
                      <a:pt x="40" y="32"/>
                    </a:lnTo>
                    <a:lnTo>
                      <a:pt x="40" y="36"/>
                    </a:lnTo>
                    <a:lnTo>
                      <a:pt x="40" y="36"/>
                    </a:lnTo>
                    <a:lnTo>
                      <a:pt x="40" y="36"/>
                    </a:lnTo>
                    <a:lnTo>
                      <a:pt x="44" y="36"/>
                    </a:lnTo>
                    <a:lnTo>
                      <a:pt x="44" y="36"/>
                    </a:lnTo>
                    <a:lnTo>
                      <a:pt x="44" y="36"/>
                    </a:lnTo>
                    <a:lnTo>
                      <a:pt x="48" y="40"/>
                    </a:lnTo>
                    <a:lnTo>
                      <a:pt x="48" y="40"/>
                    </a:lnTo>
                    <a:lnTo>
                      <a:pt x="48" y="40"/>
                    </a:lnTo>
                    <a:lnTo>
                      <a:pt x="48" y="40"/>
                    </a:lnTo>
                    <a:lnTo>
                      <a:pt x="52" y="40"/>
                    </a:lnTo>
                    <a:lnTo>
                      <a:pt x="52" y="40"/>
                    </a:lnTo>
                    <a:lnTo>
                      <a:pt x="52" y="40"/>
                    </a:lnTo>
                    <a:lnTo>
                      <a:pt x="52" y="40"/>
                    </a:lnTo>
                    <a:lnTo>
                      <a:pt x="52" y="44"/>
                    </a:lnTo>
                    <a:lnTo>
                      <a:pt x="52" y="44"/>
                    </a:lnTo>
                    <a:lnTo>
                      <a:pt x="52" y="44"/>
                    </a:lnTo>
                    <a:lnTo>
                      <a:pt x="56" y="44"/>
                    </a:lnTo>
                    <a:lnTo>
                      <a:pt x="56" y="44"/>
                    </a:lnTo>
                    <a:lnTo>
                      <a:pt x="56" y="44"/>
                    </a:lnTo>
                    <a:lnTo>
                      <a:pt x="56" y="48"/>
                    </a:lnTo>
                    <a:lnTo>
                      <a:pt x="60" y="48"/>
                    </a:lnTo>
                    <a:lnTo>
                      <a:pt x="60" y="48"/>
                    </a:lnTo>
                    <a:lnTo>
                      <a:pt x="60" y="48"/>
                    </a:lnTo>
                    <a:lnTo>
                      <a:pt x="60" y="48"/>
                    </a:lnTo>
                    <a:lnTo>
                      <a:pt x="60" y="48"/>
                    </a:lnTo>
                    <a:lnTo>
                      <a:pt x="60" y="48"/>
                    </a:lnTo>
                    <a:lnTo>
                      <a:pt x="60" y="48"/>
                    </a:lnTo>
                    <a:lnTo>
                      <a:pt x="60" y="52"/>
                    </a:lnTo>
                    <a:lnTo>
                      <a:pt x="60" y="52"/>
                    </a:lnTo>
                    <a:lnTo>
                      <a:pt x="60" y="52"/>
                    </a:lnTo>
                    <a:lnTo>
                      <a:pt x="60" y="52"/>
                    </a:lnTo>
                    <a:lnTo>
                      <a:pt x="60" y="52"/>
                    </a:lnTo>
                    <a:lnTo>
                      <a:pt x="60" y="54"/>
                    </a:lnTo>
                    <a:lnTo>
                      <a:pt x="60" y="54"/>
                    </a:lnTo>
                    <a:lnTo>
                      <a:pt x="60" y="54"/>
                    </a:lnTo>
                    <a:lnTo>
                      <a:pt x="60" y="54"/>
                    </a:lnTo>
                    <a:lnTo>
                      <a:pt x="60" y="58"/>
                    </a:lnTo>
                    <a:lnTo>
                      <a:pt x="56" y="58"/>
                    </a:lnTo>
                    <a:lnTo>
                      <a:pt x="56" y="62"/>
                    </a:lnTo>
                    <a:lnTo>
                      <a:pt x="56" y="62"/>
                    </a:lnTo>
                    <a:lnTo>
                      <a:pt x="56" y="62"/>
                    </a:lnTo>
                    <a:lnTo>
                      <a:pt x="56" y="66"/>
                    </a:lnTo>
                    <a:lnTo>
                      <a:pt x="56" y="66"/>
                    </a:lnTo>
                    <a:lnTo>
                      <a:pt x="56" y="66"/>
                    </a:lnTo>
                    <a:lnTo>
                      <a:pt x="56" y="70"/>
                    </a:lnTo>
                    <a:lnTo>
                      <a:pt x="56" y="70"/>
                    </a:lnTo>
                    <a:lnTo>
                      <a:pt x="56" y="70"/>
                    </a:lnTo>
                    <a:lnTo>
                      <a:pt x="56" y="74"/>
                    </a:lnTo>
                    <a:lnTo>
                      <a:pt x="56" y="74"/>
                    </a:lnTo>
                    <a:lnTo>
                      <a:pt x="56" y="74"/>
                    </a:lnTo>
                    <a:lnTo>
                      <a:pt x="56" y="74"/>
                    </a:lnTo>
                    <a:lnTo>
                      <a:pt x="52" y="70"/>
                    </a:lnTo>
                    <a:lnTo>
                      <a:pt x="52" y="70"/>
                    </a:lnTo>
                    <a:lnTo>
                      <a:pt x="52" y="70"/>
                    </a:lnTo>
                    <a:lnTo>
                      <a:pt x="52" y="70"/>
                    </a:lnTo>
                    <a:lnTo>
                      <a:pt x="52" y="70"/>
                    </a:lnTo>
                    <a:lnTo>
                      <a:pt x="48" y="70"/>
                    </a:lnTo>
                    <a:lnTo>
                      <a:pt x="48" y="70"/>
                    </a:lnTo>
                    <a:lnTo>
                      <a:pt x="48" y="70"/>
                    </a:lnTo>
                    <a:lnTo>
                      <a:pt x="44" y="66"/>
                    </a:lnTo>
                    <a:lnTo>
                      <a:pt x="44" y="66"/>
                    </a:lnTo>
                    <a:lnTo>
                      <a:pt x="40" y="66"/>
                    </a:lnTo>
                    <a:lnTo>
                      <a:pt x="40" y="62"/>
                    </a:lnTo>
                    <a:lnTo>
                      <a:pt x="40" y="62"/>
                    </a:lnTo>
                    <a:lnTo>
                      <a:pt x="40" y="62"/>
                    </a:lnTo>
                    <a:lnTo>
                      <a:pt x="36" y="62"/>
                    </a:lnTo>
                    <a:lnTo>
                      <a:pt x="36" y="62"/>
                    </a:lnTo>
                    <a:lnTo>
                      <a:pt x="36" y="62"/>
                    </a:lnTo>
                    <a:lnTo>
                      <a:pt x="36" y="62"/>
                    </a:lnTo>
                    <a:lnTo>
                      <a:pt x="34" y="58"/>
                    </a:lnTo>
                    <a:lnTo>
                      <a:pt x="34" y="58"/>
                    </a:lnTo>
                    <a:lnTo>
                      <a:pt x="34" y="58"/>
                    </a:lnTo>
                    <a:lnTo>
                      <a:pt x="30" y="54"/>
                    </a:lnTo>
                    <a:lnTo>
                      <a:pt x="30" y="54"/>
                    </a:lnTo>
                    <a:lnTo>
                      <a:pt x="30" y="54"/>
                    </a:lnTo>
                    <a:lnTo>
                      <a:pt x="30" y="54"/>
                    </a:lnTo>
                    <a:lnTo>
                      <a:pt x="30" y="54"/>
                    </a:lnTo>
                    <a:lnTo>
                      <a:pt x="30" y="54"/>
                    </a:lnTo>
                    <a:lnTo>
                      <a:pt x="30" y="52"/>
                    </a:lnTo>
                    <a:lnTo>
                      <a:pt x="26" y="52"/>
                    </a:lnTo>
                    <a:lnTo>
                      <a:pt x="26" y="52"/>
                    </a:lnTo>
                    <a:lnTo>
                      <a:pt x="22" y="48"/>
                    </a:lnTo>
                    <a:lnTo>
                      <a:pt x="22" y="44"/>
                    </a:lnTo>
                    <a:lnTo>
                      <a:pt x="18" y="44"/>
                    </a:lnTo>
                    <a:lnTo>
                      <a:pt x="18" y="44"/>
                    </a:lnTo>
                    <a:lnTo>
                      <a:pt x="18" y="44"/>
                    </a:lnTo>
                    <a:lnTo>
                      <a:pt x="18" y="44"/>
                    </a:lnTo>
                    <a:lnTo>
                      <a:pt x="18" y="40"/>
                    </a:lnTo>
                    <a:lnTo>
                      <a:pt x="18" y="40"/>
                    </a:lnTo>
                    <a:lnTo>
                      <a:pt x="18" y="40"/>
                    </a:lnTo>
                    <a:lnTo>
                      <a:pt x="14" y="40"/>
                    </a:lnTo>
                    <a:lnTo>
                      <a:pt x="14" y="40"/>
                    </a:lnTo>
                    <a:lnTo>
                      <a:pt x="14" y="40"/>
                    </a:lnTo>
                    <a:lnTo>
                      <a:pt x="14" y="40"/>
                    </a:lnTo>
                    <a:lnTo>
                      <a:pt x="14" y="40"/>
                    </a:lnTo>
                    <a:lnTo>
                      <a:pt x="10" y="40"/>
                    </a:lnTo>
                    <a:lnTo>
                      <a:pt x="10" y="40"/>
                    </a:lnTo>
                    <a:lnTo>
                      <a:pt x="10" y="40"/>
                    </a:lnTo>
                    <a:lnTo>
                      <a:pt x="10" y="36"/>
                    </a:lnTo>
                    <a:lnTo>
                      <a:pt x="10" y="36"/>
                    </a:lnTo>
                    <a:lnTo>
                      <a:pt x="10" y="36"/>
                    </a:lnTo>
                    <a:lnTo>
                      <a:pt x="10" y="36"/>
                    </a:lnTo>
                    <a:lnTo>
                      <a:pt x="10" y="36"/>
                    </a:lnTo>
                    <a:lnTo>
                      <a:pt x="10" y="36"/>
                    </a:lnTo>
                    <a:lnTo>
                      <a:pt x="10" y="36"/>
                    </a:lnTo>
                    <a:lnTo>
                      <a:pt x="6" y="36"/>
                    </a:lnTo>
                    <a:lnTo>
                      <a:pt x="6" y="32"/>
                    </a:lnTo>
                    <a:lnTo>
                      <a:pt x="4" y="32"/>
                    </a:lnTo>
                    <a:lnTo>
                      <a:pt x="4" y="32"/>
                    </a:lnTo>
                    <a:lnTo>
                      <a:pt x="4" y="28"/>
                    </a:lnTo>
                    <a:lnTo>
                      <a:pt x="4" y="28"/>
                    </a:lnTo>
                    <a:lnTo>
                      <a:pt x="4" y="28"/>
                    </a:lnTo>
                    <a:lnTo>
                      <a:pt x="4" y="28"/>
                    </a:lnTo>
                    <a:lnTo>
                      <a:pt x="0" y="28"/>
                    </a:lnTo>
                    <a:lnTo>
                      <a:pt x="0" y="28"/>
                    </a:lnTo>
                    <a:lnTo>
                      <a:pt x="0" y="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59" name="Freeform 153"/>
              <p:cNvSpPr>
                <a:spLocks/>
              </p:cNvSpPr>
              <p:nvPr/>
            </p:nvSpPr>
            <p:spPr bwMode="gray">
              <a:xfrm>
                <a:off x="5026058" y="3503965"/>
                <a:ext cx="389596" cy="427857"/>
              </a:xfrm>
              <a:custGeom>
                <a:avLst/>
                <a:gdLst>
                  <a:gd name="T0" fmla="*/ 74 w 224"/>
                  <a:gd name="T1" fmla="*/ 12 h 246"/>
                  <a:gd name="T2" fmla="*/ 86 w 224"/>
                  <a:gd name="T3" fmla="*/ 20 h 246"/>
                  <a:gd name="T4" fmla="*/ 90 w 224"/>
                  <a:gd name="T5" fmla="*/ 34 h 246"/>
                  <a:gd name="T6" fmla="*/ 100 w 224"/>
                  <a:gd name="T7" fmla="*/ 38 h 246"/>
                  <a:gd name="T8" fmla="*/ 116 w 224"/>
                  <a:gd name="T9" fmla="*/ 38 h 246"/>
                  <a:gd name="T10" fmla="*/ 124 w 224"/>
                  <a:gd name="T11" fmla="*/ 46 h 246"/>
                  <a:gd name="T12" fmla="*/ 134 w 224"/>
                  <a:gd name="T13" fmla="*/ 52 h 246"/>
                  <a:gd name="T14" fmla="*/ 142 w 224"/>
                  <a:gd name="T15" fmla="*/ 52 h 246"/>
                  <a:gd name="T16" fmla="*/ 154 w 224"/>
                  <a:gd name="T17" fmla="*/ 42 h 246"/>
                  <a:gd name="T18" fmla="*/ 154 w 224"/>
                  <a:gd name="T19" fmla="*/ 26 h 246"/>
                  <a:gd name="T20" fmla="*/ 160 w 224"/>
                  <a:gd name="T21" fmla="*/ 12 h 246"/>
                  <a:gd name="T22" fmla="*/ 172 w 224"/>
                  <a:gd name="T23" fmla="*/ 8 h 246"/>
                  <a:gd name="T24" fmla="*/ 182 w 224"/>
                  <a:gd name="T25" fmla="*/ 4 h 246"/>
                  <a:gd name="T26" fmla="*/ 194 w 224"/>
                  <a:gd name="T27" fmla="*/ 8 h 246"/>
                  <a:gd name="T28" fmla="*/ 198 w 224"/>
                  <a:gd name="T29" fmla="*/ 20 h 246"/>
                  <a:gd name="T30" fmla="*/ 210 w 224"/>
                  <a:gd name="T31" fmla="*/ 22 h 246"/>
                  <a:gd name="T32" fmla="*/ 224 w 224"/>
                  <a:gd name="T33" fmla="*/ 22 h 246"/>
                  <a:gd name="T34" fmla="*/ 220 w 224"/>
                  <a:gd name="T35" fmla="*/ 34 h 246"/>
                  <a:gd name="T36" fmla="*/ 224 w 224"/>
                  <a:gd name="T37" fmla="*/ 50 h 246"/>
                  <a:gd name="T38" fmla="*/ 220 w 224"/>
                  <a:gd name="T39" fmla="*/ 64 h 246"/>
                  <a:gd name="T40" fmla="*/ 224 w 224"/>
                  <a:gd name="T41" fmla="*/ 78 h 246"/>
                  <a:gd name="T42" fmla="*/ 224 w 224"/>
                  <a:gd name="T43" fmla="*/ 102 h 246"/>
                  <a:gd name="T44" fmla="*/ 224 w 224"/>
                  <a:gd name="T45" fmla="*/ 120 h 246"/>
                  <a:gd name="T46" fmla="*/ 224 w 224"/>
                  <a:gd name="T47" fmla="*/ 150 h 246"/>
                  <a:gd name="T48" fmla="*/ 224 w 224"/>
                  <a:gd name="T49" fmla="*/ 176 h 246"/>
                  <a:gd name="T50" fmla="*/ 224 w 224"/>
                  <a:gd name="T51" fmla="*/ 238 h 246"/>
                  <a:gd name="T52" fmla="*/ 210 w 224"/>
                  <a:gd name="T53" fmla="*/ 238 h 246"/>
                  <a:gd name="T54" fmla="*/ 186 w 224"/>
                  <a:gd name="T55" fmla="*/ 232 h 246"/>
                  <a:gd name="T56" fmla="*/ 156 w 224"/>
                  <a:gd name="T57" fmla="*/ 218 h 246"/>
                  <a:gd name="T58" fmla="*/ 134 w 224"/>
                  <a:gd name="T59" fmla="*/ 202 h 246"/>
                  <a:gd name="T60" fmla="*/ 108 w 224"/>
                  <a:gd name="T61" fmla="*/ 188 h 246"/>
                  <a:gd name="T62" fmla="*/ 82 w 224"/>
                  <a:gd name="T63" fmla="*/ 184 h 246"/>
                  <a:gd name="T64" fmla="*/ 72 w 224"/>
                  <a:gd name="T65" fmla="*/ 192 h 246"/>
                  <a:gd name="T66" fmla="*/ 60 w 224"/>
                  <a:gd name="T67" fmla="*/ 184 h 246"/>
                  <a:gd name="T68" fmla="*/ 44 w 224"/>
                  <a:gd name="T69" fmla="*/ 180 h 246"/>
                  <a:gd name="T70" fmla="*/ 34 w 224"/>
                  <a:gd name="T71" fmla="*/ 162 h 246"/>
                  <a:gd name="T72" fmla="*/ 18 w 224"/>
                  <a:gd name="T73" fmla="*/ 158 h 246"/>
                  <a:gd name="T74" fmla="*/ 12 w 224"/>
                  <a:gd name="T75" fmla="*/ 154 h 246"/>
                  <a:gd name="T76" fmla="*/ 8 w 224"/>
                  <a:gd name="T77" fmla="*/ 138 h 246"/>
                  <a:gd name="T78" fmla="*/ 12 w 224"/>
                  <a:gd name="T79" fmla="*/ 120 h 246"/>
                  <a:gd name="T80" fmla="*/ 8 w 224"/>
                  <a:gd name="T81" fmla="*/ 108 h 246"/>
                  <a:gd name="T82" fmla="*/ 8 w 224"/>
                  <a:gd name="T83" fmla="*/ 94 h 246"/>
                  <a:gd name="T84" fmla="*/ 8 w 224"/>
                  <a:gd name="T85" fmla="*/ 78 h 246"/>
                  <a:gd name="T86" fmla="*/ 8 w 224"/>
                  <a:gd name="T87" fmla="*/ 64 h 246"/>
                  <a:gd name="T88" fmla="*/ 4 w 224"/>
                  <a:gd name="T89" fmla="*/ 56 h 246"/>
                  <a:gd name="T90" fmla="*/ 16 w 224"/>
                  <a:gd name="T91" fmla="*/ 46 h 246"/>
                  <a:gd name="T92" fmla="*/ 12 w 224"/>
                  <a:gd name="T93" fmla="*/ 34 h 246"/>
                  <a:gd name="T94" fmla="*/ 22 w 224"/>
                  <a:gd name="T95" fmla="*/ 22 h 246"/>
                  <a:gd name="T96" fmla="*/ 34 w 224"/>
                  <a:gd name="T97" fmla="*/ 16 h 246"/>
                  <a:gd name="T98" fmla="*/ 34 w 224"/>
                  <a:gd name="T99" fmla="*/ 0 h 246"/>
                  <a:gd name="T100" fmla="*/ 42 w 224"/>
                  <a:gd name="T101" fmla="*/ 8 h 246"/>
                  <a:gd name="T102" fmla="*/ 56 w 224"/>
                  <a:gd name="T103" fmla="*/ 8 h 246"/>
                  <a:gd name="T104" fmla="*/ 64 w 224"/>
                  <a:gd name="T105" fmla="*/ 8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24" h="246">
                    <a:moveTo>
                      <a:pt x="68" y="8"/>
                    </a:moveTo>
                    <a:lnTo>
                      <a:pt x="72" y="8"/>
                    </a:lnTo>
                    <a:lnTo>
                      <a:pt x="72" y="12"/>
                    </a:lnTo>
                    <a:lnTo>
                      <a:pt x="74" y="12"/>
                    </a:lnTo>
                    <a:lnTo>
                      <a:pt x="78" y="16"/>
                    </a:lnTo>
                    <a:lnTo>
                      <a:pt x="82" y="16"/>
                    </a:lnTo>
                    <a:lnTo>
                      <a:pt x="86" y="16"/>
                    </a:lnTo>
                    <a:lnTo>
                      <a:pt x="86" y="20"/>
                    </a:lnTo>
                    <a:lnTo>
                      <a:pt x="86" y="22"/>
                    </a:lnTo>
                    <a:lnTo>
                      <a:pt x="86" y="26"/>
                    </a:lnTo>
                    <a:lnTo>
                      <a:pt x="90" y="30"/>
                    </a:lnTo>
                    <a:lnTo>
                      <a:pt x="90" y="34"/>
                    </a:lnTo>
                    <a:lnTo>
                      <a:pt x="94" y="34"/>
                    </a:lnTo>
                    <a:lnTo>
                      <a:pt x="98" y="34"/>
                    </a:lnTo>
                    <a:lnTo>
                      <a:pt x="98" y="38"/>
                    </a:lnTo>
                    <a:lnTo>
                      <a:pt x="100" y="38"/>
                    </a:lnTo>
                    <a:lnTo>
                      <a:pt x="104" y="38"/>
                    </a:lnTo>
                    <a:lnTo>
                      <a:pt x="108" y="38"/>
                    </a:lnTo>
                    <a:lnTo>
                      <a:pt x="112" y="38"/>
                    </a:lnTo>
                    <a:lnTo>
                      <a:pt x="116" y="38"/>
                    </a:lnTo>
                    <a:lnTo>
                      <a:pt x="116" y="42"/>
                    </a:lnTo>
                    <a:lnTo>
                      <a:pt x="120" y="42"/>
                    </a:lnTo>
                    <a:lnTo>
                      <a:pt x="124" y="42"/>
                    </a:lnTo>
                    <a:lnTo>
                      <a:pt x="124" y="46"/>
                    </a:lnTo>
                    <a:lnTo>
                      <a:pt x="128" y="46"/>
                    </a:lnTo>
                    <a:lnTo>
                      <a:pt x="128" y="50"/>
                    </a:lnTo>
                    <a:lnTo>
                      <a:pt x="130" y="50"/>
                    </a:lnTo>
                    <a:lnTo>
                      <a:pt x="134" y="52"/>
                    </a:lnTo>
                    <a:lnTo>
                      <a:pt x="138" y="52"/>
                    </a:lnTo>
                    <a:lnTo>
                      <a:pt x="138" y="56"/>
                    </a:lnTo>
                    <a:lnTo>
                      <a:pt x="142" y="56"/>
                    </a:lnTo>
                    <a:lnTo>
                      <a:pt x="142" y="52"/>
                    </a:lnTo>
                    <a:lnTo>
                      <a:pt x="146" y="52"/>
                    </a:lnTo>
                    <a:lnTo>
                      <a:pt x="150" y="50"/>
                    </a:lnTo>
                    <a:lnTo>
                      <a:pt x="154" y="46"/>
                    </a:lnTo>
                    <a:lnTo>
                      <a:pt x="154" y="42"/>
                    </a:lnTo>
                    <a:lnTo>
                      <a:pt x="154" y="38"/>
                    </a:lnTo>
                    <a:lnTo>
                      <a:pt x="154" y="34"/>
                    </a:lnTo>
                    <a:lnTo>
                      <a:pt x="154" y="30"/>
                    </a:lnTo>
                    <a:lnTo>
                      <a:pt x="154" y="26"/>
                    </a:lnTo>
                    <a:lnTo>
                      <a:pt x="154" y="22"/>
                    </a:lnTo>
                    <a:lnTo>
                      <a:pt x="154" y="20"/>
                    </a:lnTo>
                    <a:lnTo>
                      <a:pt x="156" y="16"/>
                    </a:lnTo>
                    <a:lnTo>
                      <a:pt x="160" y="12"/>
                    </a:lnTo>
                    <a:lnTo>
                      <a:pt x="164" y="12"/>
                    </a:lnTo>
                    <a:lnTo>
                      <a:pt x="164" y="8"/>
                    </a:lnTo>
                    <a:lnTo>
                      <a:pt x="168" y="8"/>
                    </a:lnTo>
                    <a:lnTo>
                      <a:pt x="172" y="8"/>
                    </a:lnTo>
                    <a:lnTo>
                      <a:pt x="176" y="8"/>
                    </a:lnTo>
                    <a:lnTo>
                      <a:pt x="176" y="4"/>
                    </a:lnTo>
                    <a:lnTo>
                      <a:pt x="180" y="4"/>
                    </a:lnTo>
                    <a:lnTo>
                      <a:pt x="182" y="4"/>
                    </a:lnTo>
                    <a:lnTo>
                      <a:pt x="182" y="8"/>
                    </a:lnTo>
                    <a:lnTo>
                      <a:pt x="186" y="8"/>
                    </a:lnTo>
                    <a:lnTo>
                      <a:pt x="190" y="8"/>
                    </a:lnTo>
                    <a:lnTo>
                      <a:pt x="194" y="8"/>
                    </a:lnTo>
                    <a:lnTo>
                      <a:pt x="194" y="12"/>
                    </a:lnTo>
                    <a:lnTo>
                      <a:pt x="198" y="12"/>
                    </a:lnTo>
                    <a:lnTo>
                      <a:pt x="198" y="16"/>
                    </a:lnTo>
                    <a:lnTo>
                      <a:pt x="198" y="20"/>
                    </a:lnTo>
                    <a:lnTo>
                      <a:pt x="202" y="20"/>
                    </a:lnTo>
                    <a:lnTo>
                      <a:pt x="206" y="20"/>
                    </a:lnTo>
                    <a:lnTo>
                      <a:pt x="210" y="20"/>
                    </a:lnTo>
                    <a:lnTo>
                      <a:pt x="210" y="22"/>
                    </a:lnTo>
                    <a:lnTo>
                      <a:pt x="212" y="22"/>
                    </a:lnTo>
                    <a:lnTo>
                      <a:pt x="216" y="22"/>
                    </a:lnTo>
                    <a:lnTo>
                      <a:pt x="220" y="22"/>
                    </a:lnTo>
                    <a:lnTo>
                      <a:pt x="224" y="22"/>
                    </a:lnTo>
                    <a:lnTo>
                      <a:pt x="224" y="26"/>
                    </a:lnTo>
                    <a:lnTo>
                      <a:pt x="224" y="30"/>
                    </a:lnTo>
                    <a:lnTo>
                      <a:pt x="224" y="34"/>
                    </a:lnTo>
                    <a:lnTo>
                      <a:pt x="220" y="34"/>
                    </a:lnTo>
                    <a:lnTo>
                      <a:pt x="220" y="38"/>
                    </a:lnTo>
                    <a:lnTo>
                      <a:pt x="224" y="42"/>
                    </a:lnTo>
                    <a:lnTo>
                      <a:pt x="224" y="46"/>
                    </a:lnTo>
                    <a:lnTo>
                      <a:pt x="224" y="50"/>
                    </a:lnTo>
                    <a:lnTo>
                      <a:pt x="220" y="52"/>
                    </a:lnTo>
                    <a:lnTo>
                      <a:pt x="220" y="56"/>
                    </a:lnTo>
                    <a:lnTo>
                      <a:pt x="220" y="60"/>
                    </a:lnTo>
                    <a:lnTo>
                      <a:pt x="220" y="64"/>
                    </a:lnTo>
                    <a:lnTo>
                      <a:pt x="220" y="68"/>
                    </a:lnTo>
                    <a:lnTo>
                      <a:pt x="224" y="72"/>
                    </a:lnTo>
                    <a:lnTo>
                      <a:pt x="224" y="76"/>
                    </a:lnTo>
                    <a:lnTo>
                      <a:pt x="224" y="78"/>
                    </a:lnTo>
                    <a:lnTo>
                      <a:pt x="224" y="90"/>
                    </a:lnTo>
                    <a:lnTo>
                      <a:pt x="224" y="94"/>
                    </a:lnTo>
                    <a:lnTo>
                      <a:pt x="224" y="98"/>
                    </a:lnTo>
                    <a:lnTo>
                      <a:pt x="224" y="102"/>
                    </a:lnTo>
                    <a:lnTo>
                      <a:pt x="224" y="106"/>
                    </a:lnTo>
                    <a:lnTo>
                      <a:pt x="224" y="112"/>
                    </a:lnTo>
                    <a:lnTo>
                      <a:pt x="224" y="116"/>
                    </a:lnTo>
                    <a:lnTo>
                      <a:pt x="224" y="120"/>
                    </a:lnTo>
                    <a:lnTo>
                      <a:pt x="224" y="124"/>
                    </a:lnTo>
                    <a:lnTo>
                      <a:pt x="224" y="132"/>
                    </a:lnTo>
                    <a:lnTo>
                      <a:pt x="224" y="142"/>
                    </a:lnTo>
                    <a:lnTo>
                      <a:pt x="224" y="150"/>
                    </a:lnTo>
                    <a:lnTo>
                      <a:pt x="224" y="154"/>
                    </a:lnTo>
                    <a:lnTo>
                      <a:pt x="224" y="162"/>
                    </a:lnTo>
                    <a:lnTo>
                      <a:pt x="224" y="168"/>
                    </a:lnTo>
                    <a:lnTo>
                      <a:pt x="224" y="176"/>
                    </a:lnTo>
                    <a:lnTo>
                      <a:pt x="224" y="198"/>
                    </a:lnTo>
                    <a:lnTo>
                      <a:pt x="224" y="202"/>
                    </a:lnTo>
                    <a:lnTo>
                      <a:pt x="224" y="222"/>
                    </a:lnTo>
                    <a:lnTo>
                      <a:pt x="224" y="238"/>
                    </a:lnTo>
                    <a:lnTo>
                      <a:pt x="220" y="238"/>
                    </a:lnTo>
                    <a:lnTo>
                      <a:pt x="216" y="238"/>
                    </a:lnTo>
                    <a:lnTo>
                      <a:pt x="212" y="238"/>
                    </a:lnTo>
                    <a:lnTo>
                      <a:pt x="210" y="238"/>
                    </a:lnTo>
                    <a:lnTo>
                      <a:pt x="210" y="246"/>
                    </a:lnTo>
                    <a:lnTo>
                      <a:pt x="202" y="242"/>
                    </a:lnTo>
                    <a:lnTo>
                      <a:pt x="194" y="238"/>
                    </a:lnTo>
                    <a:lnTo>
                      <a:pt x="186" y="232"/>
                    </a:lnTo>
                    <a:lnTo>
                      <a:pt x="180" y="228"/>
                    </a:lnTo>
                    <a:lnTo>
                      <a:pt x="172" y="224"/>
                    </a:lnTo>
                    <a:lnTo>
                      <a:pt x="168" y="222"/>
                    </a:lnTo>
                    <a:lnTo>
                      <a:pt x="156" y="218"/>
                    </a:lnTo>
                    <a:lnTo>
                      <a:pt x="150" y="210"/>
                    </a:lnTo>
                    <a:lnTo>
                      <a:pt x="142" y="206"/>
                    </a:lnTo>
                    <a:lnTo>
                      <a:pt x="138" y="202"/>
                    </a:lnTo>
                    <a:lnTo>
                      <a:pt x="134" y="202"/>
                    </a:lnTo>
                    <a:lnTo>
                      <a:pt x="130" y="198"/>
                    </a:lnTo>
                    <a:lnTo>
                      <a:pt x="124" y="194"/>
                    </a:lnTo>
                    <a:lnTo>
                      <a:pt x="120" y="192"/>
                    </a:lnTo>
                    <a:lnTo>
                      <a:pt x="108" y="188"/>
                    </a:lnTo>
                    <a:lnTo>
                      <a:pt x="100" y="180"/>
                    </a:lnTo>
                    <a:lnTo>
                      <a:pt x="98" y="180"/>
                    </a:lnTo>
                    <a:lnTo>
                      <a:pt x="86" y="184"/>
                    </a:lnTo>
                    <a:lnTo>
                      <a:pt x="82" y="184"/>
                    </a:lnTo>
                    <a:lnTo>
                      <a:pt x="82" y="188"/>
                    </a:lnTo>
                    <a:lnTo>
                      <a:pt x="78" y="188"/>
                    </a:lnTo>
                    <a:lnTo>
                      <a:pt x="74" y="192"/>
                    </a:lnTo>
                    <a:lnTo>
                      <a:pt x="72" y="192"/>
                    </a:lnTo>
                    <a:lnTo>
                      <a:pt x="72" y="194"/>
                    </a:lnTo>
                    <a:lnTo>
                      <a:pt x="68" y="188"/>
                    </a:lnTo>
                    <a:lnTo>
                      <a:pt x="64" y="184"/>
                    </a:lnTo>
                    <a:lnTo>
                      <a:pt x="60" y="184"/>
                    </a:lnTo>
                    <a:lnTo>
                      <a:pt x="56" y="180"/>
                    </a:lnTo>
                    <a:lnTo>
                      <a:pt x="52" y="180"/>
                    </a:lnTo>
                    <a:lnTo>
                      <a:pt x="48" y="180"/>
                    </a:lnTo>
                    <a:lnTo>
                      <a:pt x="44" y="180"/>
                    </a:lnTo>
                    <a:lnTo>
                      <a:pt x="42" y="176"/>
                    </a:lnTo>
                    <a:lnTo>
                      <a:pt x="38" y="176"/>
                    </a:lnTo>
                    <a:lnTo>
                      <a:pt x="38" y="168"/>
                    </a:lnTo>
                    <a:lnTo>
                      <a:pt x="34" y="162"/>
                    </a:lnTo>
                    <a:lnTo>
                      <a:pt x="30" y="162"/>
                    </a:lnTo>
                    <a:lnTo>
                      <a:pt x="26" y="162"/>
                    </a:lnTo>
                    <a:lnTo>
                      <a:pt x="22" y="158"/>
                    </a:lnTo>
                    <a:lnTo>
                      <a:pt x="18" y="158"/>
                    </a:lnTo>
                    <a:lnTo>
                      <a:pt x="18" y="162"/>
                    </a:lnTo>
                    <a:lnTo>
                      <a:pt x="16" y="158"/>
                    </a:lnTo>
                    <a:lnTo>
                      <a:pt x="16" y="154"/>
                    </a:lnTo>
                    <a:lnTo>
                      <a:pt x="12" y="154"/>
                    </a:lnTo>
                    <a:lnTo>
                      <a:pt x="12" y="150"/>
                    </a:lnTo>
                    <a:lnTo>
                      <a:pt x="12" y="146"/>
                    </a:lnTo>
                    <a:lnTo>
                      <a:pt x="12" y="142"/>
                    </a:lnTo>
                    <a:lnTo>
                      <a:pt x="8" y="138"/>
                    </a:lnTo>
                    <a:lnTo>
                      <a:pt x="4" y="132"/>
                    </a:lnTo>
                    <a:lnTo>
                      <a:pt x="4" y="128"/>
                    </a:lnTo>
                    <a:lnTo>
                      <a:pt x="8" y="124"/>
                    </a:lnTo>
                    <a:lnTo>
                      <a:pt x="12" y="120"/>
                    </a:lnTo>
                    <a:lnTo>
                      <a:pt x="12" y="116"/>
                    </a:lnTo>
                    <a:lnTo>
                      <a:pt x="8" y="116"/>
                    </a:lnTo>
                    <a:lnTo>
                      <a:pt x="8" y="112"/>
                    </a:lnTo>
                    <a:lnTo>
                      <a:pt x="8" y="108"/>
                    </a:lnTo>
                    <a:lnTo>
                      <a:pt x="8" y="106"/>
                    </a:lnTo>
                    <a:lnTo>
                      <a:pt x="12" y="102"/>
                    </a:lnTo>
                    <a:lnTo>
                      <a:pt x="12" y="98"/>
                    </a:lnTo>
                    <a:lnTo>
                      <a:pt x="8" y="94"/>
                    </a:lnTo>
                    <a:lnTo>
                      <a:pt x="8" y="90"/>
                    </a:lnTo>
                    <a:lnTo>
                      <a:pt x="8" y="86"/>
                    </a:lnTo>
                    <a:lnTo>
                      <a:pt x="8" y="82"/>
                    </a:lnTo>
                    <a:lnTo>
                      <a:pt x="8" y="78"/>
                    </a:lnTo>
                    <a:lnTo>
                      <a:pt x="8" y="76"/>
                    </a:lnTo>
                    <a:lnTo>
                      <a:pt x="8" y="72"/>
                    </a:lnTo>
                    <a:lnTo>
                      <a:pt x="8" y="68"/>
                    </a:lnTo>
                    <a:lnTo>
                      <a:pt x="8" y="64"/>
                    </a:lnTo>
                    <a:lnTo>
                      <a:pt x="4" y="64"/>
                    </a:lnTo>
                    <a:lnTo>
                      <a:pt x="4" y="60"/>
                    </a:lnTo>
                    <a:lnTo>
                      <a:pt x="0" y="56"/>
                    </a:lnTo>
                    <a:lnTo>
                      <a:pt x="4" y="56"/>
                    </a:lnTo>
                    <a:lnTo>
                      <a:pt x="8" y="52"/>
                    </a:lnTo>
                    <a:lnTo>
                      <a:pt x="12" y="52"/>
                    </a:lnTo>
                    <a:lnTo>
                      <a:pt x="12" y="50"/>
                    </a:lnTo>
                    <a:lnTo>
                      <a:pt x="16" y="46"/>
                    </a:lnTo>
                    <a:lnTo>
                      <a:pt x="16" y="42"/>
                    </a:lnTo>
                    <a:lnTo>
                      <a:pt x="16" y="38"/>
                    </a:lnTo>
                    <a:lnTo>
                      <a:pt x="16" y="34"/>
                    </a:lnTo>
                    <a:lnTo>
                      <a:pt x="12" y="34"/>
                    </a:lnTo>
                    <a:lnTo>
                      <a:pt x="12" y="30"/>
                    </a:lnTo>
                    <a:lnTo>
                      <a:pt x="16" y="26"/>
                    </a:lnTo>
                    <a:lnTo>
                      <a:pt x="18" y="26"/>
                    </a:lnTo>
                    <a:lnTo>
                      <a:pt x="22" y="22"/>
                    </a:lnTo>
                    <a:lnTo>
                      <a:pt x="22" y="20"/>
                    </a:lnTo>
                    <a:lnTo>
                      <a:pt x="26" y="20"/>
                    </a:lnTo>
                    <a:lnTo>
                      <a:pt x="30" y="16"/>
                    </a:lnTo>
                    <a:lnTo>
                      <a:pt x="34" y="16"/>
                    </a:lnTo>
                    <a:lnTo>
                      <a:pt x="34" y="12"/>
                    </a:lnTo>
                    <a:lnTo>
                      <a:pt x="34" y="8"/>
                    </a:lnTo>
                    <a:lnTo>
                      <a:pt x="34" y="4"/>
                    </a:lnTo>
                    <a:lnTo>
                      <a:pt x="34" y="0"/>
                    </a:lnTo>
                    <a:lnTo>
                      <a:pt x="34" y="4"/>
                    </a:lnTo>
                    <a:lnTo>
                      <a:pt x="38" y="4"/>
                    </a:lnTo>
                    <a:lnTo>
                      <a:pt x="42" y="4"/>
                    </a:lnTo>
                    <a:lnTo>
                      <a:pt x="42" y="8"/>
                    </a:lnTo>
                    <a:lnTo>
                      <a:pt x="44" y="8"/>
                    </a:lnTo>
                    <a:lnTo>
                      <a:pt x="48" y="8"/>
                    </a:lnTo>
                    <a:lnTo>
                      <a:pt x="52" y="8"/>
                    </a:lnTo>
                    <a:lnTo>
                      <a:pt x="56" y="8"/>
                    </a:lnTo>
                    <a:lnTo>
                      <a:pt x="56" y="4"/>
                    </a:lnTo>
                    <a:lnTo>
                      <a:pt x="60" y="4"/>
                    </a:lnTo>
                    <a:lnTo>
                      <a:pt x="60" y="8"/>
                    </a:lnTo>
                    <a:lnTo>
                      <a:pt x="64" y="8"/>
                    </a:lnTo>
                    <a:lnTo>
                      <a:pt x="68" y="8"/>
                    </a:lnTo>
                    <a:lnTo>
                      <a:pt x="68" y="8"/>
                    </a:lnTo>
                    <a:lnTo>
                      <a:pt x="68"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0" name="Freeform 154"/>
              <p:cNvSpPr>
                <a:spLocks noEditPoints="1"/>
              </p:cNvSpPr>
              <p:nvPr/>
            </p:nvSpPr>
            <p:spPr bwMode="gray">
              <a:xfrm>
                <a:off x="5864384" y="4874499"/>
                <a:ext cx="180883" cy="420900"/>
              </a:xfrm>
              <a:custGeom>
                <a:avLst/>
                <a:gdLst>
                  <a:gd name="T0" fmla="*/ 70 w 104"/>
                  <a:gd name="T1" fmla="*/ 26 h 242"/>
                  <a:gd name="T2" fmla="*/ 74 w 104"/>
                  <a:gd name="T3" fmla="*/ 152 h 242"/>
                  <a:gd name="T4" fmla="*/ 70 w 104"/>
                  <a:gd name="T5" fmla="*/ 168 h 242"/>
                  <a:gd name="T6" fmla="*/ 66 w 104"/>
                  <a:gd name="T7" fmla="*/ 182 h 242"/>
                  <a:gd name="T8" fmla="*/ 62 w 104"/>
                  <a:gd name="T9" fmla="*/ 194 h 242"/>
                  <a:gd name="T10" fmla="*/ 62 w 104"/>
                  <a:gd name="T11" fmla="*/ 208 h 242"/>
                  <a:gd name="T12" fmla="*/ 60 w 104"/>
                  <a:gd name="T13" fmla="*/ 220 h 242"/>
                  <a:gd name="T14" fmla="*/ 52 w 104"/>
                  <a:gd name="T15" fmla="*/ 232 h 242"/>
                  <a:gd name="T16" fmla="*/ 36 w 104"/>
                  <a:gd name="T17" fmla="*/ 236 h 242"/>
                  <a:gd name="T18" fmla="*/ 30 w 104"/>
                  <a:gd name="T19" fmla="*/ 242 h 242"/>
                  <a:gd name="T20" fmla="*/ 22 w 104"/>
                  <a:gd name="T21" fmla="*/ 236 h 242"/>
                  <a:gd name="T22" fmla="*/ 14 w 104"/>
                  <a:gd name="T23" fmla="*/ 236 h 242"/>
                  <a:gd name="T24" fmla="*/ 10 w 104"/>
                  <a:gd name="T25" fmla="*/ 224 h 242"/>
                  <a:gd name="T26" fmla="*/ 6 w 104"/>
                  <a:gd name="T27" fmla="*/ 208 h 242"/>
                  <a:gd name="T28" fmla="*/ 2 w 104"/>
                  <a:gd name="T29" fmla="*/ 198 h 242"/>
                  <a:gd name="T30" fmla="*/ 0 w 104"/>
                  <a:gd name="T31" fmla="*/ 186 h 242"/>
                  <a:gd name="T32" fmla="*/ 0 w 104"/>
                  <a:gd name="T33" fmla="*/ 172 h 242"/>
                  <a:gd name="T34" fmla="*/ 6 w 104"/>
                  <a:gd name="T35" fmla="*/ 164 h 242"/>
                  <a:gd name="T36" fmla="*/ 10 w 104"/>
                  <a:gd name="T37" fmla="*/ 152 h 242"/>
                  <a:gd name="T38" fmla="*/ 18 w 104"/>
                  <a:gd name="T39" fmla="*/ 138 h 242"/>
                  <a:gd name="T40" fmla="*/ 14 w 104"/>
                  <a:gd name="T41" fmla="*/ 130 h 242"/>
                  <a:gd name="T42" fmla="*/ 14 w 104"/>
                  <a:gd name="T43" fmla="*/ 116 h 242"/>
                  <a:gd name="T44" fmla="*/ 10 w 104"/>
                  <a:gd name="T45" fmla="*/ 104 h 242"/>
                  <a:gd name="T46" fmla="*/ 14 w 104"/>
                  <a:gd name="T47" fmla="*/ 94 h 242"/>
                  <a:gd name="T48" fmla="*/ 18 w 104"/>
                  <a:gd name="T49" fmla="*/ 82 h 242"/>
                  <a:gd name="T50" fmla="*/ 22 w 104"/>
                  <a:gd name="T51" fmla="*/ 74 h 242"/>
                  <a:gd name="T52" fmla="*/ 30 w 104"/>
                  <a:gd name="T53" fmla="*/ 74 h 242"/>
                  <a:gd name="T54" fmla="*/ 32 w 104"/>
                  <a:gd name="T55" fmla="*/ 70 h 242"/>
                  <a:gd name="T56" fmla="*/ 40 w 104"/>
                  <a:gd name="T57" fmla="*/ 70 h 242"/>
                  <a:gd name="T58" fmla="*/ 44 w 104"/>
                  <a:gd name="T59" fmla="*/ 70 h 242"/>
                  <a:gd name="T60" fmla="*/ 48 w 104"/>
                  <a:gd name="T61" fmla="*/ 60 h 242"/>
                  <a:gd name="T62" fmla="*/ 52 w 104"/>
                  <a:gd name="T63" fmla="*/ 64 h 242"/>
                  <a:gd name="T64" fmla="*/ 60 w 104"/>
                  <a:gd name="T65" fmla="*/ 52 h 242"/>
                  <a:gd name="T66" fmla="*/ 60 w 104"/>
                  <a:gd name="T67" fmla="*/ 52 h 242"/>
                  <a:gd name="T68" fmla="*/ 66 w 104"/>
                  <a:gd name="T69" fmla="*/ 48 h 242"/>
                  <a:gd name="T70" fmla="*/ 62 w 104"/>
                  <a:gd name="T71" fmla="*/ 44 h 242"/>
                  <a:gd name="T72" fmla="*/ 66 w 104"/>
                  <a:gd name="T73" fmla="*/ 40 h 242"/>
                  <a:gd name="T74" fmla="*/ 70 w 104"/>
                  <a:gd name="T75" fmla="*/ 30 h 242"/>
                  <a:gd name="T76" fmla="*/ 74 w 104"/>
                  <a:gd name="T77" fmla="*/ 30 h 242"/>
                  <a:gd name="T78" fmla="*/ 78 w 104"/>
                  <a:gd name="T79" fmla="*/ 18 h 242"/>
                  <a:gd name="T80" fmla="*/ 82 w 104"/>
                  <a:gd name="T81" fmla="*/ 10 h 242"/>
                  <a:gd name="T82" fmla="*/ 82 w 104"/>
                  <a:gd name="T83" fmla="*/ 4 h 242"/>
                  <a:gd name="T84" fmla="*/ 86 w 104"/>
                  <a:gd name="T85" fmla="*/ 8 h 242"/>
                  <a:gd name="T86" fmla="*/ 88 w 104"/>
                  <a:gd name="T87" fmla="*/ 10 h 242"/>
                  <a:gd name="T88" fmla="*/ 96 w 104"/>
                  <a:gd name="T89" fmla="*/ 18 h 242"/>
                  <a:gd name="T90" fmla="*/ 96 w 104"/>
                  <a:gd name="T91" fmla="*/ 26 h 242"/>
                  <a:gd name="T92" fmla="*/ 96 w 104"/>
                  <a:gd name="T93" fmla="*/ 40 h 242"/>
                  <a:gd name="T94" fmla="*/ 100 w 104"/>
                  <a:gd name="T95" fmla="*/ 48 h 242"/>
                  <a:gd name="T96" fmla="*/ 100 w 104"/>
                  <a:gd name="T97" fmla="*/ 64 h 242"/>
                  <a:gd name="T98" fmla="*/ 96 w 104"/>
                  <a:gd name="T99" fmla="*/ 66 h 242"/>
                  <a:gd name="T100" fmla="*/ 92 w 104"/>
                  <a:gd name="T101" fmla="*/ 66 h 242"/>
                  <a:gd name="T102" fmla="*/ 92 w 104"/>
                  <a:gd name="T103" fmla="*/ 82 h 242"/>
                  <a:gd name="T104" fmla="*/ 88 w 104"/>
                  <a:gd name="T105" fmla="*/ 94 h 242"/>
                  <a:gd name="T106" fmla="*/ 88 w 104"/>
                  <a:gd name="T107" fmla="*/ 108 h 242"/>
                  <a:gd name="T108" fmla="*/ 86 w 104"/>
                  <a:gd name="T109" fmla="*/ 122 h 242"/>
                  <a:gd name="T110" fmla="*/ 82 w 104"/>
                  <a:gd name="T111" fmla="*/ 134 h 242"/>
                  <a:gd name="T112" fmla="*/ 78 w 104"/>
                  <a:gd name="T113" fmla="*/ 146 h 242"/>
                  <a:gd name="T114" fmla="*/ 74 w 104"/>
                  <a:gd name="T115" fmla="*/ 150 h 242"/>
                  <a:gd name="T116" fmla="*/ 96 w 104"/>
                  <a:gd name="T117" fmla="*/ 90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4" h="242">
                    <a:moveTo>
                      <a:pt x="70" y="26"/>
                    </a:moveTo>
                    <a:lnTo>
                      <a:pt x="70" y="22"/>
                    </a:lnTo>
                    <a:lnTo>
                      <a:pt x="74" y="26"/>
                    </a:lnTo>
                    <a:lnTo>
                      <a:pt x="70" y="26"/>
                    </a:lnTo>
                    <a:lnTo>
                      <a:pt x="70" y="26"/>
                    </a:lnTo>
                    <a:lnTo>
                      <a:pt x="70" y="26"/>
                    </a:lnTo>
                    <a:close/>
                    <a:moveTo>
                      <a:pt x="74" y="150"/>
                    </a:moveTo>
                    <a:lnTo>
                      <a:pt x="74" y="152"/>
                    </a:lnTo>
                    <a:lnTo>
                      <a:pt x="74" y="156"/>
                    </a:lnTo>
                    <a:lnTo>
                      <a:pt x="74" y="160"/>
                    </a:lnTo>
                    <a:lnTo>
                      <a:pt x="74" y="164"/>
                    </a:lnTo>
                    <a:lnTo>
                      <a:pt x="70" y="168"/>
                    </a:lnTo>
                    <a:lnTo>
                      <a:pt x="70" y="172"/>
                    </a:lnTo>
                    <a:lnTo>
                      <a:pt x="70" y="176"/>
                    </a:lnTo>
                    <a:lnTo>
                      <a:pt x="66" y="180"/>
                    </a:lnTo>
                    <a:lnTo>
                      <a:pt x="66" y="182"/>
                    </a:lnTo>
                    <a:lnTo>
                      <a:pt x="66" y="186"/>
                    </a:lnTo>
                    <a:lnTo>
                      <a:pt x="66" y="190"/>
                    </a:lnTo>
                    <a:lnTo>
                      <a:pt x="66" y="194"/>
                    </a:lnTo>
                    <a:lnTo>
                      <a:pt x="62" y="194"/>
                    </a:lnTo>
                    <a:lnTo>
                      <a:pt x="62" y="198"/>
                    </a:lnTo>
                    <a:lnTo>
                      <a:pt x="62" y="202"/>
                    </a:lnTo>
                    <a:lnTo>
                      <a:pt x="62" y="206"/>
                    </a:lnTo>
                    <a:lnTo>
                      <a:pt x="62" y="208"/>
                    </a:lnTo>
                    <a:lnTo>
                      <a:pt x="60" y="208"/>
                    </a:lnTo>
                    <a:lnTo>
                      <a:pt x="60" y="212"/>
                    </a:lnTo>
                    <a:lnTo>
                      <a:pt x="60" y="216"/>
                    </a:lnTo>
                    <a:lnTo>
                      <a:pt x="60" y="220"/>
                    </a:lnTo>
                    <a:lnTo>
                      <a:pt x="56" y="224"/>
                    </a:lnTo>
                    <a:lnTo>
                      <a:pt x="56" y="228"/>
                    </a:lnTo>
                    <a:lnTo>
                      <a:pt x="56" y="232"/>
                    </a:lnTo>
                    <a:lnTo>
                      <a:pt x="52" y="232"/>
                    </a:lnTo>
                    <a:lnTo>
                      <a:pt x="48" y="236"/>
                    </a:lnTo>
                    <a:lnTo>
                      <a:pt x="44" y="236"/>
                    </a:lnTo>
                    <a:lnTo>
                      <a:pt x="40" y="236"/>
                    </a:lnTo>
                    <a:lnTo>
                      <a:pt x="36" y="236"/>
                    </a:lnTo>
                    <a:lnTo>
                      <a:pt x="36" y="238"/>
                    </a:lnTo>
                    <a:lnTo>
                      <a:pt x="32" y="238"/>
                    </a:lnTo>
                    <a:lnTo>
                      <a:pt x="32" y="242"/>
                    </a:lnTo>
                    <a:lnTo>
                      <a:pt x="30" y="242"/>
                    </a:lnTo>
                    <a:lnTo>
                      <a:pt x="26" y="242"/>
                    </a:lnTo>
                    <a:lnTo>
                      <a:pt x="26" y="238"/>
                    </a:lnTo>
                    <a:lnTo>
                      <a:pt x="22" y="238"/>
                    </a:lnTo>
                    <a:lnTo>
                      <a:pt x="22" y="236"/>
                    </a:lnTo>
                    <a:lnTo>
                      <a:pt x="18" y="236"/>
                    </a:lnTo>
                    <a:lnTo>
                      <a:pt x="14" y="236"/>
                    </a:lnTo>
                    <a:lnTo>
                      <a:pt x="18" y="236"/>
                    </a:lnTo>
                    <a:lnTo>
                      <a:pt x="14" y="236"/>
                    </a:lnTo>
                    <a:lnTo>
                      <a:pt x="14" y="232"/>
                    </a:lnTo>
                    <a:lnTo>
                      <a:pt x="10" y="232"/>
                    </a:lnTo>
                    <a:lnTo>
                      <a:pt x="10" y="228"/>
                    </a:lnTo>
                    <a:lnTo>
                      <a:pt x="10" y="224"/>
                    </a:lnTo>
                    <a:lnTo>
                      <a:pt x="6" y="220"/>
                    </a:lnTo>
                    <a:lnTo>
                      <a:pt x="6" y="216"/>
                    </a:lnTo>
                    <a:lnTo>
                      <a:pt x="6" y="212"/>
                    </a:lnTo>
                    <a:lnTo>
                      <a:pt x="6" y="208"/>
                    </a:lnTo>
                    <a:lnTo>
                      <a:pt x="6" y="206"/>
                    </a:lnTo>
                    <a:lnTo>
                      <a:pt x="6" y="202"/>
                    </a:lnTo>
                    <a:lnTo>
                      <a:pt x="2" y="202"/>
                    </a:lnTo>
                    <a:lnTo>
                      <a:pt x="2" y="198"/>
                    </a:lnTo>
                    <a:lnTo>
                      <a:pt x="2" y="194"/>
                    </a:lnTo>
                    <a:lnTo>
                      <a:pt x="2" y="190"/>
                    </a:lnTo>
                    <a:lnTo>
                      <a:pt x="0" y="190"/>
                    </a:lnTo>
                    <a:lnTo>
                      <a:pt x="0" y="186"/>
                    </a:lnTo>
                    <a:lnTo>
                      <a:pt x="0" y="182"/>
                    </a:lnTo>
                    <a:lnTo>
                      <a:pt x="0" y="180"/>
                    </a:lnTo>
                    <a:lnTo>
                      <a:pt x="0" y="176"/>
                    </a:lnTo>
                    <a:lnTo>
                      <a:pt x="0" y="172"/>
                    </a:lnTo>
                    <a:lnTo>
                      <a:pt x="2" y="172"/>
                    </a:lnTo>
                    <a:lnTo>
                      <a:pt x="2" y="168"/>
                    </a:lnTo>
                    <a:lnTo>
                      <a:pt x="2" y="164"/>
                    </a:lnTo>
                    <a:lnTo>
                      <a:pt x="6" y="164"/>
                    </a:lnTo>
                    <a:lnTo>
                      <a:pt x="6" y="160"/>
                    </a:lnTo>
                    <a:lnTo>
                      <a:pt x="10" y="160"/>
                    </a:lnTo>
                    <a:lnTo>
                      <a:pt x="10" y="156"/>
                    </a:lnTo>
                    <a:lnTo>
                      <a:pt x="10" y="152"/>
                    </a:lnTo>
                    <a:lnTo>
                      <a:pt x="14" y="150"/>
                    </a:lnTo>
                    <a:lnTo>
                      <a:pt x="14" y="146"/>
                    </a:lnTo>
                    <a:lnTo>
                      <a:pt x="18" y="142"/>
                    </a:lnTo>
                    <a:lnTo>
                      <a:pt x="18" y="138"/>
                    </a:lnTo>
                    <a:lnTo>
                      <a:pt x="14" y="138"/>
                    </a:lnTo>
                    <a:lnTo>
                      <a:pt x="18" y="134"/>
                    </a:lnTo>
                    <a:lnTo>
                      <a:pt x="18" y="130"/>
                    </a:lnTo>
                    <a:lnTo>
                      <a:pt x="14" y="130"/>
                    </a:lnTo>
                    <a:lnTo>
                      <a:pt x="14" y="126"/>
                    </a:lnTo>
                    <a:lnTo>
                      <a:pt x="14" y="122"/>
                    </a:lnTo>
                    <a:lnTo>
                      <a:pt x="14" y="120"/>
                    </a:lnTo>
                    <a:lnTo>
                      <a:pt x="14" y="116"/>
                    </a:lnTo>
                    <a:lnTo>
                      <a:pt x="10" y="116"/>
                    </a:lnTo>
                    <a:lnTo>
                      <a:pt x="10" y="112"/>
                    </a:lnTo>
                    <a:lnTo>
                      <a:pt x="10" y="108"/>
                    </a:lnTo>
                    <a:lnTo>
                      <a:pt x="10" y="104"/>
                    </a:lnTo>
                    <a:lnTo>
                      <a:pt x="10" y="100"/>
                    </a:lnTo>
                    <a:lnTo>
                      <a:pt x="10" y="96"/>
                    </a:lnTo>
                    <a:lnTo>
                      <a:pt x="10" y="94"/>
                    </a:lnTo>
                    <a:lnTo>
                      <a:pt x="14" y="94"/>
                    </a:lnTo>
                    <a:lnTo>
                      <a:pt x="14" y="90"/>
                    </a:lnTo>
                    <a:lnTo>
                      <a:pt x="14" y="86"/>
                    </a:lnTo>
                    <a:lnTo>
                      <a:pt x="18" y="86"/>
                    </a:lnTo>
                    <a:lnTo>
                      <a:pt x="18" y="82"/>
                    </a:lnTo>
                    <a:lnTo>
                      <a:pt x="18" y="78"/>
                    </a:lnTo>
                    <a:lnTo>
                      <a:pt x="14" y="78"/>
                    </a:lnTo>
                    <a:lnTo>
                      <a:pt x="18" y="74"/>
                    </a:lnTo>
                    <a:lnTo>
                      <a:pt x="22" y="74"/>
                    </a:lnTo>
                    <a:lnTo>
                      <a:pt x="26" y="74"/>
                    </a:lnTo>
                    <a:lnTo>
                      <a:pt x="26" y="70"/>
                    </a:lnTo>
                    <a:lnTo>
                      <a:pt x="30" y="70"/>
                    </a:lnTo>
                    <a:lnTo>
                      <a:pt x="30" y="74"/>
                    </a:lnTo>
                    <a:lnTo>
                      <a:pt x="30" y="70"/>
                    </a:lnTo>
                    <a:lnTo>
                      <a:pt x="32" y="70"/>
                    </a:lnTo>
                    <a:lnTo>
                      <a:pt x="32" y="74"/>
                    </a:lnTo>
                    <a:lnTo>
                      <a:pt x="32" y="70"/>
                    </a:lnTo>
                    <a:lnTo>
                      <a:pt x="32" y="66"/>
                    </a:lnTo>
                    <a:lnTo>
                      <a:pt x="36" y="66"/>
                    </a:lnTo>
                    <a:lnTo>
                      <a:pt x="36" y="70"/>
                    </a:lnTo>
                    <a:lnTo>
                      <a:pt x="40" y="70"/>
                    </a:lnTo>
                    <a:lnTo>
                      <a:pt x="40" y="66"/>
                    </a:lnTo>
                    <a:lnTo>
                      <a:pt x="44" y="66"/>
                    </a:lnTo>
                    <a:lnTo>
                      <a:pt x="40" y="66"/>
                    </a:lnTo>
                    <a:lnTo>
                      <a:pt x="44" y="70"/>
                    </a:lnTo>
                    <a:lnTo>
                      <a:pt x="44" y="66"/>
                    </a:lnTo>
                    <a:lnTo>
                      <a:pt x="44" y="64"/>
                    </a:lnTo>
                    <a:lnTo>
                      <a:pt x="48" y="64"/>
                    </a:lnTo>
                    <a:lnTo>
                      <a:pt x="48" y="60"/>
                    </a:lnTo>
                    <a:lnTo>
                      <a:pt x="52" y="60"/>
                    </a:lnTo>
                    <a:lnTo>
                      <a:pt x="56" y="60"/>
                    </a:lnTo>
                    <a:lnTo>
                      <a:pt x="52" y="60"/>
                    </a:lnTo>
                    <a:lnTo>
                      <a:pt x="52" y="64"/>
                    </a:lnTo>
                    <a:lnTo>
                      <a:pt x="56" y="64"/>
                    </a:lnTo>
                    <a:lnTo>
                      <a:pt x="56" y="60"/>
                    </a:lnTo>
                    <a:lnTo>
                      <a:pt x="56" y="56"/>
                    </a:lnTo>
                    <a:lnTo>
                      <a:pt x="60" y="52"/>
                    </a:lnTo>
                    <a:lnTo>
                      <a:pt x="56" y="52"/>
                    </a:lnTo>
                    <a:lnTo>
                      <a:pt x="60" y="52"/>
                    </a:lnTo>
                    <a:lnTo>
                      <a:pt x="60" y="48"/>
                    </a:lnTo>
                    <a:lnTo>
                      <a:pt x="60" y="52"/>
                    </a:lnTo>
                    <a:lnTo>
                      <a:pt x="60" y="56"/>
                    </a:lnTo>
                    <a:lnTo>
                      <a:pt x="62" y="52"/>
                    </a:lnTo>
                    <a:lnTo>
                      <a:pt x="62" y="48"/>
                    </a:lnTo>
                    <a:lnTo>
                      <a:pt x="66" y="48"/>
                    </a:lnTo>
                    <a:lnTo>
                      <a:pt x="66" y="52"/>
                    </a:lnTo>
                    <a:lnTo>
                      <a:pt x="66" y="48"/>
                    </a:lnTo>
                    <a:lnTo>
                      <a:pt x="62" y="48"/>
                    </a:lnTo>
                    <a:lnTo>
                      <a:pt x="62" y="44"/>
                    </a:lnTo>
                    <a:lnTo>
                      <a:pt x="62" y="40"/>
                    </a:lnTo>
                    <a:lnTo>
                      <a:pt x="66" y="40"/>
                    </a:lnTo>
                    <a:lnTo>
                      <a:pt x="66" y="38"/>
                    </a:lnTo>
                    <a:lnTo>
                      <a:pt x="66" y="40"/>
                    </a:lnTo>
                    <a:lnTo>
                      <a:pt x="66" y="38"/>
                    </a:lnTo>
                    <a:lnTo>
                      <a:pt x="66" y="34"/>
                    </a:lnTo>
                    <a:lnTo>
                      <a:pt x="66" y="30"/>
                    </a:lnTo>
                    <a:lnTo>
                      <a:pt x="70" y="30"/>
                    </a:lnTo>
                    <a:lnTo>
                      <a:pt x="70" y="34"/>
                    </a:lnTo>
                    <a:lnTo>
                      <a:pt x="74" y="30"/>
                    </a:lnTo>
                    <a:lnTo>
                      <a:pt x="70" y="30"/>
                    </a:lnTo>
                    <a:lnTo>
                      <a:pt x="74" y="30"/>
                    </a:lnTo>
                    <a:lnTo>
                      <a:pt x="74" y="26"/>
                    </a:lnTo>
                    <a:lnTo>
                      <a:pt x="78" y="26"/>
                    </a:lnTo>
                    <a:lnTo>
                      <a:pt x="78" y="22"/>
                    </a:lnTo>
                    <a:lnTo>
                      <a:pt x="78" y="18"/>
                    </a:lnTo>
                    <a:lnTo>
                      <a:pt x="82" y="18"/>
                    </a:lnTo>
                    <a:lnTo>
                      <a:pt x="82" y="14"/>
                    </a:lnTo>
                    <a:lnTo>
                      <a:pt x="78" y="10"/>
                    </a:lnTo>
                    <a:lnTo>
                      <a:pt x="82" y="10"/>
                    </a:lnTo>
                    <a:lnTo>
                      <a:pt x="82" y="8"/>
                    </a:lnTo>
                    <a:lnTo>
                      <a:pt x="86" y="8"/>
                    </a:lnTo>
                    <a:lnTo>
                      <a:pt x="86" y="4"/>
                    </a:lnTo>
                    <a:lnTo>
                      <a:pt x="82" y="4"/>
                    </a:lnTo>
                    <a:lnTo>
                      <a:pt x="86" y="4"/>
                    </a:lnTo>
                    <a:lnTo>
                      <a:pt x="86" y="0"/>
                    </a:lnTo>
                    <a:lnTo>
                      <a:pt x="86" y="4"/>
                    </a:lnTo>
                    <a:lnTo>
                      <a:pt x="86" y="8"/>
                    </a:lnTo>
                    <a:lnTo>
                      <a:pt x="86" y="4"/>
                    </a:lnTo>
                    <a:lnTo>
                      <a:pt x="86" y="8"/>
                    </a:lnTo>
                    <a:lnTo>
                      <a:pt x="88" y="8"/>
                    </a:lnTo>
                    <a:lnTo>
                      <a:pt x="88" y="10"/>
                    </a:lnTo>
                    <a:lnTo>
                      <a:pt x="88" y="14"/>
                    </a:lnTo>
                    <a:lnTo>
                      <a:pt x="92" y="14"/>
                    </a:lnTo>
                    <a:lnTo>
                      <a:pt x="92" y="18"/>
                    </a:lnTo>
                    <a:lnTo>
                      <a:pt x="96" y="18"/>
                    </a:lnTo>
                    <a:lnTo>
                      <a:pt x="96" y="22"/>
                    </a:lnTo>
                    <a:lnTo>
                      <a:pt x="92" y="22"/>
                    </a:lnTo>
                    <a:lnTo>
                      <a:pt x="96" y="22"/>
                    </a:lnTo>
                    <a:lnTo>
                      <a:pt x="96" y="26"/>
                    </a:lnTo>
                    <a:lnTo>
                      <a:pt x="96" y="30"/>
                    </a:lnTo>
                    <a:lnTo>
                      <a:pt x="96" y="34"/>
                    </a:lnTo>
                    <a:lnTo>
                      <a:pt x="96" y="38"/>
                    </a:lnTo>
                    <a:lnTo>
                      <a:pt x="96" y="40"/>
                    </a:lnTo>
                    <a:lnTo>
                      <a:pt x="100" y="40"/>
                    </a:lnTo>
                    <a:lnTo>
                      <a:pt x="100" y="44"/>
                    </a:lnTo>
                    <a:lnTo>
                      <a:pt x="96" y="44"/>
                    </a:lnTo>
                    <a:lnTo>
                      <a:pt x="100" y="48"/>
                    </a:lnTo>
                    <a:lnTo>
                      <a:pt x="100" y="52"/>
                    </a:lnTo>
                    <a:lnTo>
                      <a:pt x="100" y="56"/>
                    </a:lnTo>
                    <a:lnTo>
                      <a:pt x="104" y="60"/>
                    </a:lnTo>
                    <a:lnTo>
                      <a:pt x="100" y="64"/>
                    </a:lnTo>
                    <a:lnTo>
                      <a:pt x="100" y="66"/>
                    </a:lnTo>
                    <a:lnTo>
                      <a:pt x="100" y="70"/>
                    </a:lnTo>
                    <a:lnTo>
                      <a:pt x="96" y="70"/>
                    </a:lnTo>
                    <a:lnTo>
                      <a:pt x="96" y="66"/>
                    </a:lnTo>
                    <a:lnTo>
                      <a:pt x="92" y="64"/>
                    </a:lnTo>
                    <a:lnTo>
                      <a:pt x="88" y="64"/>
                    </a:lnTo>
                    <a:lnTo>
                      <a:pt x="88" y="66"/>
                    </a:lnTo>
                    <a:lnTo>
                      <a:pt x="92" y="66"/>
                    </a:lnTo>
                    <a:lnTo>
                      <a:pt x="92" y="70"/>
                    </a:lnTo>
                    <a:lnTo>
                      <a:pt x="92" y="74"/>
                    </a:lnTo>
                    <a:lnTo>
                      <a:pt x="92" y="78"/>
                    </a:lnTo>
                    <a:lnTo>
                      <a:pt x="92" y="82"/>
                    </a:lnTo>
                    <a:lnTo>
                      <a:pt x="92" y="86"/>
                    </a:lnTo>
                    <a:lnTo>
                      <a:pt x="88" y="86"/>
                    </a:lnTo>
                    <a:lnTo>
                      <a:pt x="88" y="90"/>
                    </a:lnTo>
                    <a:lnTo>
                      <a:pt x="88" y="94"/>
                    </a:lnTo>
                    <a:lnTo>
                      <a:pt x="88" y="96"/>
                    </a:lnTo>
                    <a:lnTo>
                      <a:pt x="88" y="100"/>
                    </a:lnTo>
                    <a:lnTo>
                      <a:pt x="88" y="104"/>
                    </a:lnTo>
                    <a:lnTo>
                      <a:pt x="88" y="108"/>
                    </a:lnTo>
                    <a:lnTo>
                      <a:pt x="86" y="112"/>
                    </a:lnTo>
                    <a:lnTo>
                      <a:pt x="86" y="116"/>
                    </a:lnTo>
                    <a:lnTo>
                      <a:pt x="86" y="120"/>
                    </a:lnTo>
                    <a:lnTo>
                      <a:pt x="86" y="122"/>
                    </a:lnTo>
                    <a:lnTo>
                      <a:pt x="82" y="122"/>
                    </a:lnTo>
                    <a:lnTo>
                      <a:pt x="82" y="126"/>
                    </a:lnTo>
                    <a:lnTo>
                      <a:pt x="82" y="130"/>
                    </a:lnTo>
                    <a:lnTo>
                      <a:pt x="82" y="134"/>
                    </a:lnTo>
                    <a:lnTo>
                      <a:pt x="78" y="134"/>
                    </a:lnTo>
                    <a:lnTo>
                      <a:pt x="78" y="138"/>
                    </a:lnTo>
                    <a:lnTo>
                      <a:pt x="78" y="142"/>
                    </a:lnTo>
                    <a:lnTo>
                      <a:pt x="78" y="146"/>
                    </a:lnTo>
                    <a:lnTo>
                      <a:pt x="78" y="150"/>
                    </a:lnTo>
                    <a:lnTo>
                      <a:pt x="74" y="150"/>
                    </a:lnTo>
                    <a:lnTo>
                      <a:pt x="74" y="150"/>
                    </a:lnTo>
                    <a:lnTo>
                      <a:pt x="74" y="150"/>
                    </a:lnTo>
                    <a:close/>
                    <a:moveTo>
                      <a:pt x="92" y="90"/>
                    </a:moveTo>
                    <a:lnTo>
                      <a:pt x="92" y="86"/>
                    </a:lnTo>
                    <a:lnTo>
                      <a:pt x="96" y="86"/>
                    </a:lnTo>
                    <a:lnTo>
                      <a:pt x="96" y="90"/>
                    </a:lnTo>
                    <a:lnTo>
                      <a:pt x="92" y="90"/>
                    </a:lnTo>
                    <a:lnTo>
                      <a:pt x="92" y="90"/>
                    </a:lnTo>
                    <a:lnTo>
                      <a:pt x="92" y="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1" name="Freeform 155"/>
              <p:cNvSpPr>
                <a:spLocks noEditPoints="1"/>
              </p:cNvSpPr>
              <p:nvPr/>
            </p:nvSpPr>
            <p:spPr bwMode="gray">
              <a:xfrm>
                <a:off x="5603495" y="4801450"/>
                <a:ext cx="76528" cy="233060"/>
              </a:xfrm>
              <a:custGeom>
                <a:avLst/>
                <a:gdLst>
                  <a:gd name="T0" fmla="*/ 4 w 44"/>
                  <a:gd name="T1" fmla="*/ 78 h 134"/>
                  <a:gd name="T2" fmla="*/ 0 w 44"/>
                  <a:gd name="T3" fmla="*/ 72 h 134"/>
                  <a:gd name="T4" fmla="*/ 4 w 44"/>
                  <a:gd name="T5" fmla="*/ 68 h 134"/>
                  <a:gd name="T6" fmla="*/ 4 w 44"/>
                  <a:gd name="T7" fmla="*/ 60 h 134"/>
                  <a:gd name="T8" fmla="*/ 4 w 44"/>
                  <a:gd name="T9" fmla="*/ 56 h 134"/>
                  <a:gd name="T10" fmla="*/ 10 w 44"/>
                  <a:gd name="T11" fmla="*/ 52 h 134"/>
                  <a:gd name="T12" fmla="*/ 10 w 44"/>
                  <a:gd name="T13" fmla="*/ 48 h 134"/>
                  <a:gd name="T14" fmla="*/ 10 w 44"/>
                  <a:gd name="T15" fmla="*/ 48 h 134"/>
                  <a:gd name="T16" fmla="*/ 6 w 44"/>
                  <a:gd name="T17" fmla="*/ 38 h 134"/>
                  <a:gd name="T18" fmla="*/ 10 w 44"/>
                  <a:gd name="T19" fmla="*/ 30 h 134"/>
                  <a:gd name="T20" fmla="*/ 6 w 44"/>
                  <a:gd name="T21" fmla="*/ 26 h 134"/>
                  <a:gd name="T22" fmla="*/ 10 w 44"/>
                  <a:gd name="T23" fmla="*/ 22 h 134"/>
                  <a:gd name="T24" fmla="*/ 14 w 44"/>
                  <a:gd name="T25" fmla="*/ 20 h 134"/>
                  <a:gd name="T26" fmla="*/ 10 w 44"/>
                  <a:gd name="T27" fmla="*/ 16 h 134"/>
                  <a:gd name="T28" fmla="*/ 6 w 44"/>
                  <a:gd name="T29" fmla="*/ 12 h 134"/>
                  <a:gd name="T30" fmla="*/ 6 w 44"/>
                  <a:gd name="T31" fmla="*/ 4 h 134"/>
                  <a:gd name="T32" fmla="*/ 6 w 44"/>
                  <a:gd name="T33" fmla="*/ 4 h 134"/>
                  <a:gd name="T34" fmla="*/ 4 w 44"/>
                  <a:gd name="T35" fmla="*/ 0 h 134"/>
                  <a:gd name="T36" fmla="*/ 4 w 44"/>
                  <a:gd name="T37" fmla="*/ 0 h 134"/>
                  <a:gd name="T38" fmla="*/ 10 w 44"/>
                  <a:gd name="T39" fmla="*/ 0 h 134"/>
                  <a:gd name="T40" fmla="*/ 14 w 44"/>
                  <a:gd name="T41" fmla="*/ 4 h 134"/>
                  <a:gd name="T42" fmla="*/ 18 w 44"/>
                  <a:gd name="T43" fmla="*/ 4 h 134"/>
                  <a:gd name="T44" fmla="*/ 18 w 44"/>
                  <a:gd name="T45" fmla="*/ 0 h 134"/>
                  <a:gd name="T46" fmla="*/ 26 w 44"/>
                  <a:gd name="T47" fmla="*/ 8 h 134"/>
                  <a:gd name="T48" fmla="*/ 26 w 44"/>
                  <a:gd name="T49" fmla="*/ 16 h 134"/>
                  <a:gd name="T50" fmla="*/ 26 w 44"/>
                  <a:gd name="T51" fmla="*/ 20 h 134"/>
                  <a:gd name="T52" fmla="*/ 26 w 44"/>
                  <a:gd name="T53" fmla="*/ 26 h 134"/>
                  <a:gd name="T54" fmla="*/ 30 w 44"/>
                  <a:gd name="T55" fmla="*/ 30 h 134"/>
                  <a:gd name="T56" fmla="*/ 34 w 44"/>
                  <a:gd name="T57" fmla="*/ 38 h 134"/>
                  <a:gd name="T58" fmla="*/ 26 w 44"/>
                  <a:gd name="T59" fmla="*/ 38 h 134"/>
                  <a:gd name="T60" fmla="*/ 26 w 44"/>
                  <a:gd name="T61" fmla="*/ 42 h 134"/>
                  <a:gd name="T62" fmla="*/ 22 w 44"/>
                  <a:gd name="T63" fmla="*/ 48 h 134"/>
                  <a:gd name="T64" fmla="*/ 26 w 44"/>
                  <a:gd name="T65" fmla="*/ 52 h 134"/>
                  <a:gd name="T66" fmla="*/ 26 w 44"/>
                  <a:gd name="T67" fmla="*/ 56 h 134"/>
                  <a:gd name="T68" fmla="*/ 26 w 44"/>
                  <a:gd name="T69" fmla="*/ 68 h 134"/>
                  <a:gd name="T70" fmla="*/ 30 w 44"/>
                  <a:gd name="T71" fmla="*/ 72 h 134"/>
                  <a:gd name="T72" fmla="*/ 40 w 44"/>
                  <a:gd name="T73" fmla="*/ 82 h 134"/>
                  <a:gd name="T74" fmla="*/ 44 w 44"/>
                  <a:gd name="T75" fmla="*/ 94 h 134"/>
                  <a:gd name="T76" fmla="*/ 44 w 44"/>
                  <a:gd name="T77" fmla="*/ 102 h 134"/>
                  <a:gd name="T78" fmla="*/ 44 w 44"/>
                  <a:gd name="T79" fmla="*/ 112 h 134"/>
                  <a:gd name="T80" fmla="*/ 40 w 44"/>
                  <a:gd name="T81" fmla="*/ 116 h 134"/>
                  <a:gd name="T82" fmla="*/ 38 w 44"/>
                  <a:gd name="T83" fmla="*/ 124 h 134"/>
                  <a:gd name="T84" fmla="*/ 38 w 44"/>
                  <a:gd name="T85" fmla="*/ 124 h 134"/>
                  <a:gd name="T86" fmla="*/ 38 w 44"/>
                  <a:gd name="T87" fmla="*/ 132 h 134"/>
                  <a:gd name="T88" fmla="*/ 34 w 44"/>
                  <a:gd name="T89" fmla="*/ 132 h 134"/>
                  <a:gd name="T90" fmla="*/ 34 w 44"/>
                  <a:gd name="T91" fmla="*/ 128 h 134"/>
                  <a:gd name="T92" fmla="*/ 30 w 44"/>
                  <a:gd name="T93" fmla="*/ 124 h 134"/>
                  <a:gd name="T94" fmla="*/ 26 w 44"/>
                  <a:gd name="T95" fmla="*/ 120 h 134"/>
                  <a:gd name="T96" fmla="*/ 26 w 44"/>
                  <a:gd name="T97" fmla="*/ 116 h 134"/>
                  <a:gd name="T98" fmla="*/ 22 w 44"/>
                  <a:gd name="T99" fmla="*/ 112 h 134"/>
                  <a:gd name="T100" fmla="*/ 22 w 44"/>
                  <a:gd name="T101" fmla="*/ 108 h 134"/>
                  <a:gd name="T102" fmla="*/ 26 w 44"/>
                  <a:gd name="T103" fmla="*/ 104 h 134"/>
                  <a:gd name="T104" fmla="*/ 26 w 44"/>
                  <a:gd name="T105" fmla="*/ 102 h 134"/>
                  <a:gd name="T106" fmla="*/ 26 w 44"/>
                  <a:gd name="T107" fmla="*/ 98 h 134"/>
                  <a:gd name="T108" fmla="*/ 26 w 44"/>
                  <a:gd name="T109" fmla="*/ 90 h 134"/>
                  <a:gd name="T110" fmla="*/ 22 w 44"/>
                  <a:gd name="T111" fmla="*/ 86 h 134"/>
                  <a:gd name="T112" fmla="*/ 14 w 44"/>
                  <a:gd name="T113" fmla="*/ 86 h 134"/>
                  <a:gd name="T114" fmla="*/ 6 w 44"/>
                  <a:gd name="T115" fmla="*/ 78 h 134"/>
                  <a:gd name="T116" fmla="*/ 26 w 44"/>
                  <a:gd name="T117" fmla="*/ 46 h 134"/>
                  <a:gd name="T118" fmla="*/ 30 w 44"/>
                  <a:gd name="T119" fmla="*/ 46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 h="134">
                    <a:moveTo>
                      <a:pt x="6" y="78"/>
                    </a:moveTo>
                    <a:lnTo>
                      <a:pt x="6" y="78"/>
                    </a:lnTo>
                    <a:lnTo>
                      <a:pt x="6" y="78"/>
                    </a:lnTo>
                    <a:lnTo>
                      <a:pt x="6" y="78"/>
                    </a:lnTo>
                    <a:lnTo>
                      <a:pt x="6" y="78"/>
                    </a:lnTo>
                    <a:lnTo>
                      <a:pt x="4" y="78"/>
                    </a:lnTo>
                    <a:lnTo>
                      <a:pt x="4" y="76"/>
                    </a:lnTo>
                    <a:lnTo>
                      <a:pt x="4" y="76"/>
                    </a:lnTo>
                    <a:lnTo>
                      <a:pt x="0" y="72"/>
                    </a:lnTo>
                    <a:lnTo>
                      <a:pt x="0" y="72"/>
                    </a:lnTo>
                    <a:lnTo>
                      <a:pt x="0" y="72"/>
                    </a:lnTo>
                    <a:lnTo>
                      <a:pt x="0" y="72"/>
                    </a:lnTo>
                    <a:lnTo>
                      <a:pt x="0" y="72"/>
                    </a:lnTo>
                    <a:lnTo>
                      <a:pt x="0" y="72"/>
                    </a:lnTo>
                    <a:lnTo>
                      <a:pt x="4" y="72"/>
                    </a:lnTo>
                    <a:lnTo>
                      <a:pt x="4" y="72"/>
                    </a:lnTo>
                    <a:lnTo>
                      <a:pt x="4" y="68"/>
                    </a:lnTo>
                    <a:lnTo>
                      <a:pt x="4" y="68"/>
                    </a:lnTo>
                    <a:lnTo>
                      <a:pt x="4" y="64"/>
                    </a:lnTo>
                    <a:lnTo>
                      <a:pt x="4" y="64"/>
                    </a:lnTo>
                    <a:lnTo>
                      <a:pt x="4" y="64"/>
                    </a:lnTo>
                    <a:lnTo>
                      <a:pt x="4" y="60"/>
                    </a:lnTo>
                    <a:lnTo>
                      <a:pt x="4" y="60"/>
                    </a:lnTo>
                    <a:lnTo>
                      <a:pt x="4" y="60"/>
                    </a:lnTo>
                    <a:lnTo>
                      <a:pt x="4" y="60"/>
                    </a:lnTo>
                    <a:lnTo>
                      <a:pt x="4" y="60"/>
                    </a:lnTo>
                    <a:lnTo>
                      <a:pt x="4" y="60"/>
                    </a:lnTo>
                    <a:lnTo>
                      <a:pt x="4" y="60"/>
                    </a:lnTo>
                    <a:lnTo>
                      <a:pt x="4" y="60"/>
                    </a:lnTo>
                    <a:lnTo>
                      <a:pt x="4" y="56"/>
                    </a:lnTo>
                    <a:lnTo>
                      <a:pt x="4" y="52"/>
                    </a:lnTo>
                    <a:lnTo>
                      <a:pt x="4" y="52"/>
                    </a:lnTo>
                    <a:lnTo>
                      <a:pt x="6" y="52"/>
                    </a:lnTo>
                    <a:lnTo>
                      <a:pt x="6" y="52"/>
                    </a:lnTo>
                    <a:lnTo>
                      <a:pt x="6" y="52"/>
                    </a:lnTo>
                    <a:lnTo>
                      <a:pt x="10" y="52"/>
                    </a:lnTo>
                    <a:lnTo>
                      <a:pt x="10" y="52"/>
                    </a:lnTo>
                    <a:lnTo>
                      <a:pt x="10" y="52"/>
                    </a:lnTo>
                    <a:lnTo>
                      <a:pt x="10" y="48"/>
                    </a:lnTo>
                    <a:lnTo>
                      <a:pt x="10" y="48"/>
                    </a:lnTo>
                    <a:lnTo>
                      <a:pt x="10" y="48"/>
                    </a:lnTo>
                    <a:lnTo>
                      <a:pt x="10" y="48"/>
                    </a:lnTo>
                    <a:lnTo>
                      <a:pt x="10" y="48"/>
                    </a:lnTo>
                    <a:lnTo>
                      <a:pt x="10" y="48"/>
                    </a:lnTo>
                    <a:lnTo>
                      <a:pt x="10" y="48"/>
                    </a:lnTo>
                    <a:lnTo>
                      <a:pt x="10" y="48"/>
                    </a:lnTo>
                    <a:lnTo>
                      <a:pt x="10" y="48"/>
                    </a:lnTo>
                    <a:lnTo>
                      <a:pt x="10" y="48"/>
                    </a:lnTo>
                    <a:lnTo>
                      <a:pt x="6" y="46"/>
                    </a:lnTo>
                    <a:lnTo>
                      <a:pt x="6" y="46"/>
                    </a:lnTo>
                    <a:lnTo>
                      <a:pt x="6" y="46"/>
                    </a:lnTo>
                    <a:lnTo>
                      <a:pt x="6" y="42"/>
                    </a:lnTo>
                    <a:lnTo>
                      <a:pt x="6" y="38"/>
                    </a:lnTo>
                    <a:lnTo>
                      <a:pt x="6" y="38"/>
                    </a:lnTo>
                    <a:lnTo>
                      <a:pt x="6" y="38"/>
                    </a:lnTo>
                    <a:lnTo>
                      <a:pt x="6" y="38"/>
                    </a:lnTo>
                    <a:lnTo>
                      <a:pt x="6" y="34"/>
                    </a:lnTo>
                    <a:lnTo>
                      <a:pt x="6" y="34"/>
                    </a:lnTo>
                    <a:lnTo>
                      <a:pt x="6" y="34"/>
                    </a:lnTo>
                    <a:lnTo>
                      <a:pt x="10" y="30"/>
                    </a:lnTo>
                    <a:lnTo>
                      <a:pt x="10" y="30"/>
                    </a:lnTo>
                    <a:lnTo>
                      <a:pt x="10" y="30"/>
                    </a:lnTo>
                    <a:lnTo>
                      <a:pt x="10" y="30"/>
                    </a:lnTo>
                    <a:lnTo>
                      <a:pt x="10" y="30"/>
                    </a:lnTo>
                    <a:lnTo>
                      <a:pt x="10" y="26"/>
                    </a:lnTo>
                    <a:lnTo>
                      <a:pt x="6" y="26"/>
                    </a:lnTo>
                    <a:lnTo>
                      <a:pt x="6" y="22"/>
                    </a:lnTo>
                    <a:lnTo>
                      <a:pt x="10" y="22"/>
                    </a:lnTo>
                    <a:lnTo>
                      <a:pt x="10" y="22"/>
                    </a:lnTo>
                    <a:lnTo>
                      <a:pt x="10" y="22"/>
                    </a:lnTo>
                    <a:lnTo>
                      <a:pt x="10" y="22"/>
                    </a:lnTo>
                    <a:lnTo>
                      <a:pt x="10" y="22"/>
                    </a:lnTo>
                    <a:lnTo>
                      <a:pt x="10" y="22"/>
                    </a:lnTo>
                    <a:lnTo>
                      <a:pt x="10" y="22"/>
                    </a:lnTo>
                    <a:lnTo>
                      <a:pt x="14" y="20"/>
                    </a:lnTo>
                    <a:lnTo>
                      <a:pt x="14" y="20"/>
                    </a:lnTo>
                    <a:lnTo>
                      <a:pt x="14" y="20"/>
                    </a:lnTo>
                    <a:lnTo>
                      <a:pt x="14" y="20"/>
                    </a:lnTo>
                    <a:lnTo>
                      <a:pt x="14" y="20"/>
                    </a:lnTo>
                    <a:lnTo>
                      <a:pt x="14" y="20"/>
                    </a:lnTo>
                    <a:lnTo>
                      <a:pt x="14" y="20"/>
                    </a:lnTo>
                    <a:lnTo>
                      <a:pt x="10" y="16"/>
                    </a:lnTo>
                    <a:lnTo>
                      <a:pt x="10" y="16"/>
                    </a:lnTo>
                    <a:lnTo>
                      <a:pt x="10" y="16"/>
                    </a:lnTo>
                    <a:lnTo>
                      <a:pt x="10" y="16"/>
                    </a:lnTo>
                    <a:lnTo>
                      <a:pt x="10" y="16"/>
                    </a:lnTo>
                    <a:lnTo>
                      <a:pt x="10" y="12"/>
                    </a:lnTo>
                    <a:lnTo>
                      <a:pt x="10" y="12"/>
                    </a:lnTo>
                    <a:lnTo>
                      <a:pt x="10" y="12"/>
                    </a:lnTo>
                    <a:lnTo>
                      <a:pt x="6" y="12"/>
                    </a:lnTo>
                    <a:lnTo>
                      <a:pt x="6" y="8"/>
                    </a:lnTo>
                    <a:lnTo>
                      <a:pt x="10" y="8"/>
                    </a:lnTo>
                    <a:lnTo>
                      <a:pt x="6" y="8"/>
                    </a:lnTo>
                    <a:lnTo>
                      <a:pt x="6" y="4"/>
                    </a:lnTo>
                    <a:lnTo>
                      <a:pt x="6" y="4"/>
                    </a:lnTo>
                    <a:lnTo>
                      <a:pt x="6" y="4"/>
                    </a:lnTo>
                    <a:lnTo>
                      <a:pt x="6" y="4"/>
                    </a:lnTo>
                    <a:lnTo>
                      <a:pt x="6" y="4"/>
                    </a:lnTo>
                    <a:lnTo>
                      <a:pt x="6" y="4"/>
                    </a:lnTo>
                    <a:lnTo>
                      <a:pt x="6" y="4"/>
                    </a:lnTo>
                    <a:lnTo>
                      <a:pt x="6" y="4"/>
                    </a:lnTo>
                    <a:lnTo>
                      <a:pt x="6" y="4"/>
                    </a:lnTo>
                    <a:lnTo>
                      <a:pt x="6" y="4"/>
                    </a:lnTo>
                    <a:lnTo>
                      <a:pt x="4" y="4"/>
                    </a:lnTo>
                    <a:lnTo>
                      <a:pt x="4" y="4"/>
                    </a:lnTo>
                    <a:lnTo>
                      <a:pt x="4" y="0"/>
                    </a:lnTo>
                    <a:lnTo>
                      <a:pt x="4" y="0"/>
                    </a:lnTo>
                    <a:lnTo>
                      <a:pt x="4" y="0"/>
                    </a:lnTo>
                    <a:lnTo>
                      <a:pt x="4" y="0"/>
                    </a:lnTo>
                    <a:lnTo>
                      <a:pt x="4" y="0"/>
                    </a:lnTo>
                    <a:lnTo>
                      <a:pt x="4" y="0"/>
                    </a:lnTo>
                    <a:lnTo>
                      <a:pt x="4" y="0"/>
                    </a:lnTo>
                    <a:lnTo>
                      <a:pt x="4" y="0"/>
                    </a:lnTo>
                    <a:lnTo>
                      <a:pt x="4" y="0"/>
                    </a:lnTo>
                    <a:lnTo>
                      <a:pt x="6" y="0"/>
                    </a:lnTo>
                    <a:lnTo>
                      <a:pt x="6" y="0"/>
                    </a:lnTo>
                    <a:lnTo>
                      <a:pt x="6" y="0"/>
                    </a:lnTo>
                    <a:lnTo>
                      <a:pt x="6" y="0"/>
                    </a:lnTo>
                    <a:lnTo>
                      <a:pt x="10" y="0"/>
                    </a:lnTo>
                    <a:lnTo>
                      <a:pt x="10" y="0"/>
                    </a:lnTo>
                    <a:lnTo>
                      <a:pt x="10" y="4"/>
                    </a:lnTo>
                    <a:lnTo>
                      <a:pt x="10" y="4"/>
                    </a:lnTo>
                    <a:lnTo>
                      <a:pt x="10" y="4"/>
                    </a:lnTo>
                    <a:lnTo>
                      <a:pt x="10" y="4"/>
                    </a:lnTo>
                    <a:lnTo>
                      <a:pt x="10" y="4"/>
                    </a:lnTo>
                    <a:lnTo>
                      <a:pt x="14" y="4"/>
                    </a:lnTo>
                    <a:lnTo>
                      <a:pt x="18" y="4"/>
                    </a:lnTo>
                    <a:lnTo>
                      <a:pt x="18" y="4"/>
                    </a:lnTo>
                    <a:lnTo>
                      <a:pt x="18" y="4"/>
                    </a:lnTo>
                    <a:lnTo>
                      <a:pt x="18" y="4"/>
                    </a:lnTo>
                    <a:lnTo>
                      <a:pt x="18" y="4"/>
                    </a:lnTo>
                    <a:lnTo>
                      <a:pt x="18" y="4"/>
                    </a:lnTo>
                    <a:lnTo>
                      <a:pt x="18" y="0"/>
                    </a:lnTo>
                    <a:lnTo>
                      <a:pt x="18" y="0"/>
                    </a:lnTo>
                    <a:lnTo>
                      <a:pt x="18" y="0"/>
                    </a:lnTo>
                    <a:lnTo>
                      <a:pt x="18" y="0"/>
                    </a:lnTo>
                    <a:lnTo>
                      <a:pt x="18" y="0"/>
                    </a:lnTo>
                    <a:lnTo>
                      <a:pt x="18" y="0"/>
                    </a:lnTo>
                    <a:lnTo>
                      <a:pt x="22" y="0"/>
                    </a:lnTo>
                    <a:lnTo>
                      <a:pt x="22" y="4"/>
                    </a:lnTo>
                    <a:lnTo>
                      <a:pt x="22" y="4"/>
                    </a:lnTo>
                    <a:lnTo>
                      <a:pt x="22" y="4"/>
                    </a:lnTo>
                    <a:lnTo>
                      <a:pt x="22" y="8"/>
                    </a:lnTo>
                    <a:lnTo>
                      <a:pt x="26" y="8"/>
                    </a:lnTo>
                    <a:lnTo>
                      <a:pt x="26" y="8"/>
                    </a:lnTo>
                    <a:lnTo>
                      <a:pt x="26" y="8"/>
                    </a:lnTo>
                    <a:lnTo>
                      <a:pt x="26" y="8"/>
                    </a:lnTo>
                    <a:lnTo>
                      <a:pt x="26" y="12"/>
                    </a:lnTo>
                    <a:lnTo>
                      <a:pt x="26" y="16"/>
                    </a:lnTo>
                    <a:lnTo>
                      <a:pt x="26" y="16"/>
                    </a:lnTo>
                    <a:lnTo>
                      <a:pt x="26" y="16"/>
                    </a:lnTo>
                    <a:lnTo>
                      <a:pt x="26" y="20"/>
                    </a:lnTo>
                    <a:lnTo>
                      <a:pt x="26" y="20"/>
                    </a:lnTo>
                    <a:lnTo>
                      <a:pt x="26" y="20"/>
                    </a:lnTo>
                    <a:lnTo>
                      <a:pt x="26" y="20"/>
                    </a:lnTo>
                    <a:lnTo>
                      <a:pt x="26" y="20"/>
                    </a:lnTo>
                    <a:lnTo>
                      <a:pt x="30" y="20"/>
                    </a:lnTo>
                    <a:lnTo>
                      <a:pt x="30" y="20"/>
                    </a:lnTo>
                    <a:lnTo>
                      <a:pt x="30" y="22"/>
                    </a:lnTo>
                    <a:lnTo>
                      <a:pt x="30" y="22"/>
                    </a:lnTo>
                    <a:lnTo>
                      <a:pt x="26" y="26"/>
                    </a:lnTo>
                    <a:lnTo>
                      <a:pt x="26" y="26"/>
                    </a:lnTo>
                    <a:lnTo>
                      <a:pt x="26" y="26"/>
                    </a:lnTo>
                    <a:lnTo>
                      <a:pt x="26" y="26"/>
                    </a:lnTo>
                    <a:lnTo>
                      <a:pt x="26" y="26"/>
                    </a:lnTo>
                    <a:lnTo>
                      <a:pt x="26" y="30"/>
                    </a:lnTo>
                    <a:lnTo>
                      <a:pt x="26" y="30"/>
                    </a:lnTo>
                    <a:lnTo>
                      <a:pt x="30" y="30"/>
                    </a:lnTo>
                    <a:lnTo>
                      <a:pt x="30" y="34"/>
                    </a:lnTo>
                    <a:lnTo>
                      <a:pt x="30" y="34"/>
                    </a:lnTo>
                    <a:lnTo>
                      <a:pt x="30" y="34"/>
                    </a:lnTo>
                    <a:lnTo>
                      <a:pt x="34" y="34"/>
                    </a:lnTo>
                    <a:lnTo>
                      <a:pt x="34" y="34"/>
                    </a:lnTo>
                    <a:lnTo>
                      <a:pt x="34" y="38"/>
                    </a:lnTo>
                    <a:lnTo>
                      <a:pt x="34" y="38"/>
                    </a:lnTo>
                    <a:lnTo>
                      <a:pt x="30" y="38"/>
                    </a:lnTo>
                    <a:lnTo>
                      <a:pt x="30" y="38"/>
                    </a:lnTo>
                    <a:lnTo>
                      <a:pt x="26" y="38"/>
                    </a:lnTo>
                    <a:lnTo>
                      <a:pt x="26" y="38"/>
                    </a:lnTo>
                    <a:lnTo>
                      <a:pt x="26" y="38"/>
                    </a:lnTo>
                    <a:lnTo>
                      <a:pt x="26" y="38"/>
                    </a:lnTo>
                    <a:lnTo>
                      <a:pt x="26" y="38"/>
                    </a:lnTo>
                    <a:lnTo>
                      <a:pt x="26" y="38"/>
                    </a:lnTo>
                    <a:lnTo>
                      <a:pt x="26" y="42"/>
                    </a:lnTo>
                    <a:lnTo>
                      <a:pt x="26" y="42"/>
                    </a:lnTo>
                    <a:lnTo>
                      <a:pt x="26" y="42"/>
                    </a:lnTo>
                    <a:lnTo>
                      <a:pt x="26" y="42"/>
                    </a:lnTo>
                    <a:lnTo>
                      <a:pt x="26" y="46"/>
                    </a:lnTo>
                    <a:lnTo>
                      <a:pt x="26" y="46"/>
                    </a:lnTo>
                    <a:lnTo>
                      <a:pt x="22" y="46"/>
                    </a:lnTo>
                    <a:lnTo>
                      <a:pt x="22" y="46"/>
                    </a:lnTo>
                    <a:lnTo>
                      <a:pt x="22" y="48"/>
                    </a:lnTo>
                    <a:lnTo>
                      <a:pt x="22" y="48"/>
                    </a:lnTo>
                    <a:lnTo>
                      <a:pt x="22" y="48"/>
                    </a:lnTo>
                    <a:lnTo>
                      <a:pt x="26" y="48"/>
                    </a:lnTo>
                    <a:lnTo>
                      <a:pt x="26" y="52"/>
                    </a:lnTo>
                    <a:lnTo>
                      <a:pt x="26" y="52"/>
                    </a:lnTo>
                    <a:lnTo>
                      <a:pt x="26" y="52"/>
                    </a:lnTo>
                    <a:lnTo>
                      <a:pt x="26" y="52"/>
                    </a:lnTo>
                    <a:lnTo>
                      <a:pt x="26" y="56"/>
                    </a:lnTo>
                    <a:lnTo>
                      <a:pt x="26" y="56"/>
                    </a:lnTo>
                    <a:lnTo>
                      <a:pt x="26" y="56"/>
                    </a:lnTo>
                    <a:lnTo>
                      <a:pt x="26" y="56"/>
                    </a:lnTo>
                    <a:lnTo>
                      <a:pt x="26" y="56"/>
                    </a:lnTo>
                    <a:lnTo>
                      <a:pt x="26" y="60"/>
                    </a:lnTo>
                    <a:lnTo>
                      <a:pt x="26" y="60"/>
                    </a:lnTo>
                    <a:lnTo>
                      <a:pt x="26" y="60"/>
                    </a:lnTo>
                    <a:lnTo>
                      <a:pt x="26" y="60"/>
                    </a:lnTo>
                    <a:lnTo>
                      <a:pt x="26" y="64"/>
                    </a:lnTo>
                    <a:lnTo>
                      <a:pt x="26" y="68"/>
                    </a:lnTo>
                    <a:lnTo>
                      <a:pt x="26" y="68"/>
                    </a:lnTo>
                    <a:lnTo>
                      <a:pt x="26" y="68"/>
                    </a:lnTo>
                    <a:lnTo>
                      <a:pt x="26" y="68"/>
                    </a:lnTo>
                    <a:lnTo>
                      <a:pt x="30" y="72"/>
                    </a:lnTo>
                    <a:lnTo>
                      <a:pt x="30" y="72"/>
                    </a:lnTo>
                    <a:lnTo>
                      <a:pt x="30" y="72"/>
                    </a:lnTo>
                    <a:lnTo>
                      <a:pt x="30" y="72"/>
                    </a:lnTo>
                    <a:lnTo>
                      <a:pt x="34" y="72"/>
                    </a:lnTo>
                    <a:lnTo>
                      <a:pt x="34" y="76"/>
                    </a:lnTo>
                    <a:lnTo>
                      <a:pt x="38" y="76"/>
                    </a:lnTo>
                    <a:lnTo>
                      <a:pt x="40" y="82"/>
                    </a:lnTo>
                    <a:lnTo>
                      <a:pt x="40" y="82"/>
                    </a:lnTo>
                    <a:lnTo>
                      <a:pt x="40" y="82"/>
                    </a:lnTo>
                    <a:lnTo>
                      <a:pt x="40" y="82"/>
                    </a:lnTo>
                    <a:lnTo>
                      <a:pt x="44" y="90"/>
                    </a:lnTo>
                    <a:lnTo>
                      <a:pt x="44" y="90"/>
                    </a:lnTo>
                    <a:lnTo>
                      <a:pt x="44" y="90"/>
                    </a:lnTo>
                    <a:lnTo>
                      <a:pt x="44" y="94"/>
                    </a:lnTo>
                    <a:lnTo>
                      <a:pt x="44" y="94"/>
                    </a:lnTo>
                    <a:lnTo>
                      <a:pt x="44" y="94"/>
                    </a:lnTo>
                    <a:lnTo>
                      <a:pt x="44" y="98"/>
                    </a:lnTo>
                    <a:lnTo>
                      <a:pt x="44" y="98"/>
                    </a:lnTo>
                    <a:lnTo>
                      <a:pt x="44" y="102"/>
                    </a:lnTo>
                    <a:lnTo>
                      <a:pt x="44" y="102"/>
                    </a:lnTo>
                    <a:lnTo>
                      <a:pt x="44" y="104"/>
                    </a:lnTo>
                    <a:lnTo>
                      <a:pt x="44" y="104"/>
                    </a:lnTo>
                    <a:lnTo>
                      <a:pt x="44" y="104"/>
                    </a:lnTo>
                    <a:lnTo>
                      <a:pt x="44" y="104"/>
                    </a:lnTo>
                    <a:lnTo>
                      <a:pt x="44" y="112"/>
                    </a:lnTo>
                    <a:lnTo>
                      <a:pt x="44" y="112"/>
                    </a:lnTo>
                    <a:lnTo>
                      <a:pt x="44" y="116"/>
                    </a:lnTo>
                    <a:lnTo>
                      <a:pt x="44" y="116"/>
                    </a:lnTo>
                    <a:lnTo>
                      <a:pt x="44" y="116"/>
                    </a:lnTo>
                    <a:lnTo>
                      <a:pt x="40" y="116"/>
                    </a:lnTo>
                    <a:lnTo>
                      <a:pt x="40" y="116"/>
                    </a:lnTo>
                    <a:lnTo>
                      <a:pt x="40" y="116"/>
                    </a:lnTo>
                    <a:lnTo>
                      <a:pt x="38" y="116"/>
                    </a:lnTo>
                    <a:lnTo>
                      <a:pt x="38" y="116"/>
                    </a:lnTo>
                    <a:lnTo>
                      <a:pt x="38" y="120"/>
                    </a:lnTo>
                    <a:lnTo>
                      <a:pt x="38" y="120"/>
                    </a:lnTo>
                    <a:lnTo>
                      <a:pt x="38" y="120"/>
                    </a:lnTo>
                    <a:lnTo>
                      <a:pt x="38" y="124"/>
                    </a:lnTo>
                    <a:lnTo>
                      <a:pt x="34" y="124"/>
                    </a:lnTo>
                    <a:lnTo>
                      <a:pt x="34" y="124"/>
                    </a:lnTo>
                    <a:lnTo>
                      <a:pt x="34" y="124"/>
                    </a:lnTo>
                    <a:lnTo>
                      <a:pt x="38" y="124"/>
                    </a:lnTo>
                    <a:lnTo>
                      <a:pt x="38" y="124"/>
                    </a:lnTo>
                    <a:lnTo>
                      <a:pt x="38" y="124"/>
                    </a:lnTo>
                    <a:lnTo>
                      <a:pt x="38" y="128"/>
                    </a:lnTo>
                    <a:lnTo>
                      <a:pt x="38" y="128"/>
                    </a:lnTo>
                    <a:lnTo>
                      <a:pt x="38" y="128"/>
                    </a:lnTo>
                    <a:lnTo>
                      <a:pt x="38" y="132"/>
                    </a:lnTo>
                    <a:lnTo>
                      <a:pt x="38" y="132"/>
                    </a:lnTo>
                    <a:lnTo>
                      <a:pt x="38" y="132"/>
                    </a:lnTo>
                    <a:lnTo>
                      <a:pt x="38" y="132"/>
                    </a:lnTo>
                    <a:lnTo>
                      <a:pt x="38" y="134"/>
                    </a:lnTo>
                    <a:lnTo>
                      <a:pt x="38" y="134"/>
                    </a:lnTo>
                    <a:lnTo>
                      <a:pt x="34" y="134"/>
                    </a:lnTo>
                    <a:lnTo>
                      <a:pt x="34" y="134"/>
                    </a:lnTo>
                    <a:lnTo>
                      <a:pt x="34" y="132"/>
                    </a:lnTo>
                    <a:lnTo>
                      <a:pt x="34" y="132"/>
                    </a:lnTo>
                    <a:lnTo>
                      <a:pt x="34" y="132"/>
                    </a:lnTo>
                    <a:lnTo>
                      <a:pt x="34" y="132"/>
                    </a:lnTo>
                    <a:lnTo>
                      <a:pt x="34" y="132"/>
                    </a:lnTo>
                    <a:lnTo>
                      <a:pt x="34" y="128"/>
                    </a:lnTo>
                    <a:lnTo>
                      <a:pt x="34" y="128"/>
                    </a:lnTo>
                    <a:lnTo>
                      <a:pt x="34" y="128"/>
                    </a:lnTo>
                    <a:lnTo>
                      <a:pt x="34" y="128"/>
                    </a:lnTo>
                    <a:lnTo>
                      <a:pt x="34" y="128"/>
                    </a:lnTo>
                    <a:lnTo>
                      <a:pt x="34" y="128"/>
                    </a:lnTo>
                    <a:lnTo>
                      <a:pt x="30" y="124"/>
                    </a:lnTo>
                    <a:lnTo>
                      <a:pt x="30" y="124"/>
                    </a:lnTo>
                    <a:lnTo>
                      <a:pt x="30" y="124"/>
                    </a:lnTo>
                    <a:lnTo>
                      <a:pt x="30" y="120"/>
                    </a:lnTo>
                    <a:lnTo>
                      <a:pt x="26" y="120"/>
                    </a:lnTo>
                    <a:lnTo>
                      <a:pt x="26" y="120"/>
                    </a:lnTo>
                    <a:lnTo>
                      <a:pt x="26" y="120"/>
                    </a:lnTo>
                    <a:lnTo>
                      <a:pt x="26" y="120"/>
                    </a:lnTo>
                    <a:lnTo>
                      <a:pt x="26" y="120"/>
                    </a:lnTo>
                    <a:lnTo>
                      <a:pt x="26" y="120"/>
                    </a:lnTo>
                    <a:lnTo>
                      <a:pt x="26" y="120"/>
                    </a:lnTo>
                    <a:lnTo>
                      <a:pt x="26" y="120"/>
                    </a:lnTo>
                    <a:lnTo>
                      <a:pt x="26" y="116"/>
                    </a:lnTo>
                    <a:lnTo>
                      <a:pt x="26" y="116"/>
                    </a:lnTo>
                    <a:lnTo>
                      <a:pt x="26" y="116"/>
                    </a:lnTo>
                    <a:lnTo>
                      <a:pt x="26" y="116"/>
                    </a:lnTo>
                    <a:lnTo>
                      <a:pt x="26" y="116"/>
                    </a:lnTo>
                    <a:lnTo>
                      <a:pt x="22" y="112"/>
                    </a:lnTo>
                    <a:lnTo>
                      <a:pt x="22" y="112"/>
                    </a:lnTo>
                    <a:lnTo>
                      <a:pt x="22" y="112"/>
                    </a:lnTo>
                    <a:lnTo>
                      <a:pt x="22" y="112"/>
                    </a:lnTo>
                    <a:lnTo>
                      <a:pt x="22" y="112"/>
                    </a:lnTo>
                    <a:lnTo>
                      <a:pt x="22" y="112"/>
                    </a:lnTo>
                    <a:lnTo>
                      <a:pt x="22" y="108"/>
                    </a:lnTo>
                    <a:lnTo>
                      <a:pt x="22" y="108"/>
                    </a:lnTo>
                    <a:lnTo>
                      <a:pt x="22" y="108"/>
                    </a:lnTo>
                    <a:lnTo>
                      <a:pt x="22" y="108"/>
                    </a:lnTo>
                    <a:lnTo>
                      <a:pt x="22" y="108"/>
                    </a:lnTo>
                    <a:lnTo>
                      <a:pt x="22" y="108"/>
                    </a:lnTo>
                    <a:lnTo>
                      <a:pt x="26" y="108"/>
                    </a:lnTo>
                    <a:lnTo>
                      <a:pt x="26" y="104"/>
                    </a:lnTo>
                    <a:lnTo>
                      <a:pt x="26" y="104"/>
                    </a:lnTo>
                    <a:lnTo>
                      <a:pt x="26" y="104"/>
                    </a:lnTo>
                    <a:lnTo>
                      <a:pt x="26" y="104"/>
                    </a:lnTo>
                    <a:lnTo>
                      <a:pt x="26" y="104"/>
                    </a:lnTo>
                    <a:lnTo>
                      <a:pt x="26" y="102"/>
                    </a:lnTo>
                    <a:lnTo>
                      <a:pt x="26" y="102"/>
                    </a:lnTo>
                    <a:lnTo>
                      <a:pt x="26" y="102"/>
                    </a:lnTo>
                    <a:lnTo>
                      <a:pt x="26" y="102"/>
                    </a:lnTo>
                    <a:lnTo>
                      <a:pt x="26" y="102"/>
                    </a:lnTo>
                    <a:lnTo>
                      <a:pt x="26" y="102"/>
                    </a:lnTo>
                    <a:lnTo>
                      <a:pt x="26" y="102"/>
                    </a:lnTo>
                    <a:lnTo>
                      <a:pt x="26" y="102"/>
                    </a:lnTo>
                    <a:lnTo>
                      <a:pt x="26" y="98"/>
                    </a:lnTo>
                    <a:lnTo>
                      <a:pt x="26" y="98"/>
                    </a:lnTo>
                    <a:lnTo>
                      <a:pt x="26" y="94"/>
                    </a:lnTo>
                    <a:lnTo>
                      <a:pt x="26" y="94"/>
                    </a:lnTo>
                    <a:lnTo>
                      <a:pt x="26" y="90"/>
                    </a:lnTo>
                    <a:lnTo>
                      <a:pt x="26" y="90"/>
                    </a:lnTo>
                    <a:lnTo>
                      <a:pt x="26" y="90"/>
                    </a:lnTo>
                    <a:lnTo>
                      <a:pt x="26" y="90"/>
                    </a:lnTo>
                    <a:lnTo>
                      <a:pt x="26" y="86"/>
                    </a:lnTo>
                    <a:lnTo>
                      <a:pt x="26" y="86"/>
                    </a:lnTo>
                    <a:lnTo>
                      <a:pt x="26" y="86"/>
                    </a:lnTo>
                    <a:lnTo>
                      <a:pt x="26" y="86"/>
                    </a:lnTo>
                    <a:lnTo>
                      <a:pt x="22" y="86"/>
                    </a:lnTo>
                    <a:lnTo>
                      <a:pt x="22" y="86"/>
                    </a:lnTo>
                    <a:lnTo>
                      <a:pt x="22" y="86"/>
                    </a:lnTo>
                    <a:lnTo>
                      <a:pt x="18" y="86"/>
                    </a:lnTo>
                    <a:lnTo>
                      <a:pt x="14" y="86"/>
                    </a:lnTo>
                    <a:lnTo>
                      <a:pt x="14" y="86"/>
                    </a:lnTo>
                    <a:lnTo>
                      <a:pt x="14" y="86"/>
                    </a:lnTo>
                    <a:lnTo>
                      <a:pt x="10" y="86"/>
                    </a:lnTo>
                    <a:lnTo>
                      <a:pt x="10" y="82"/>
                    </a:lnTo>
                    <a:lnTo>
                      <a:pt x="10" y="82"/>
                    </a:lnTo>
                    <a:lnTo>
                      <a:pt x="6" y="82"/>
                    </a:lnTo>
                    <a:lnTo>
                      <a:pt x="6" y="78"/>
                    </a:lnTo>
                    <a:lnTo>
                      <a:pt x="6" y="78"/>
                    </a:lnTo>
                    <a:lnTo>
                      <a:pt x="6" y="78"/>
                    </a:lnTo>
                    <a:lnTo>
                      <a:pt x="6" y="78"/>
                    </a:lnTo>
                    <a:close/>
                    <a:moveTo>
                      <a:pt x="26" y="46"/>
                    </a:moveTo>
                    <a:lnTo>
                      <a:pt x="26" y="46"/>
                    </a:lnTo>
                    <a:lnTo>
                      <a:pt x="26" y="46"/>
                    </a:lnTo>
                    <a:lnTo>
                      <a:pt x="26" y="46"/>
                    </a:lnTo>
                    <a:lnTo>
                      <a:pt x="26" y="46"/>
                    </a:lnTo>
                    <a:lnTo>
                      <a:pt x="26" y="46"/>
                    </a:lnTo>
                    <a:close/>
                    <a:moveTo>
                      <a:pt x="30" y="46"/>
                    </a:moveTo>
                    <a:lnTo>
                      <a:pt x="30" y="46"/>
                    </a:lnTo>
                    <a:lnTo>
                      <a:pt x="30" y="46"/>
                    </a:lnTo>
                    <a:lnTo>
                      <a:pt x="30" y="46"/>
                    </a:lnTo>
                    <a:lnTo>
                      <a:pt x="30" y="46"/>
                    </a:lnTo>
                    <a:lnTo>
                      <a:pt x="30" y="46"/>
                    </a:lnTo>
                    <a:lnTo>
                      <a:pt x="30" y="46"/>
                    </a:lnTo>
                    <a:lnTo>
                      <a:pt x="30" y="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2" name="Freeform 156"/>
              <p:cNvSpPr>
                <a:spLocks/>
              </p:cNvSpPr>
              <p:nvPr/>
            </p:nvSpPr>
            <p:spPr bwMode="gray">
              <a:xfrm>
                <a:off x="4500800" y="3764853"/>
                <a:ext cx="403510" cy="452207"/>
              </a:xfrm>
              <a:custGeom>
                <a:avLst/>
                <a:gdLst>
                  <a:gd name="T0" fmla="*/ 26 w 232"/>
                  <a:gd name="T1" fmla="*/ 226 h 260"/>
                  <a:gd name="T2" fmla="*/ 18 w 232"/>
                  <a:gd name="T3" fmla="*/ 224 h 260"/>
                  <a:gd name="T4" fmla="*/ 8 w 232"/>
                  <a:gd name="T5" fmla="*/ 224 h 260"/>
                  <a:gd name="T6" fmla="*/ 12 w 232"/>
                  <a:gd name="T7" fmla="*/ 208 h 260"/>
                  <a:gd name="T8" fmla="*/ 0 w 232"/>
                  <a:gd name="T9" fmla="*/ 200 h 260"/>
                  <a:gd name="T10" fmla="*/ 4 w 232"/>
                  <a:gd name="T11" fmla="*/ 190 h 260"/>
                  <a:gd name="T12" fmla="*/ 0 w 232"/>
                  <a:gd name="T13" fmla="*/ 182 h 260"/>
                  <a:gd name="T14" fmla="*/ 8 w 232"/>
                  <a:gd name="T15" fmla="*/ 168 h 260"/>
                  <a:gd name="T16" fmla="*/ 18 w 232"/>
                  <a:gd name="T17" fmla="*/ 174 h 260"/>
                  <a:gd name="T18" fmla="*/ 30 w 232"/>
                  <a:gd name="T19" fmla="*/ 170 h 260"/>
                  <a:gd name="T20" fmla="*/ 42 w 232"/>
                  <a:gd name="T21" fmla="*/ 168 h 260"/>
                  <a:gd name="T22" fmla="*/ 60 w 232"/>
                  <a:gd name="T23" fmla="*/ 168 h 260"/>
                  <a:gd name="T24" fmla="*/ 82 w 232"/>
                  <a:gd name="T25" fmla="*/ 168 h 260"/>
                  <a:gd name="T26" fmla="*/ 98 w 232"/>
                  <a:gd name="T27" fmla="*/ 152 h 260"/>
                  <a:gd name="T28" fmla="*/ 90 w 232"/>
                  <a:gd name="T29" fmla="*/ 122 h 260"/>
                  <a:gd name="T30" fmla="*/ 86 w 232"/>
                  <a:gd name="T31" fmla="*/ 92 h 260"/>
                  <a:gd name="T32" fmla="*/ 86 w 232"/>
                  <a:gd name="T33" fmla="*/ 68 h 260"/>
                  <a:gd name="T34" fmla="*/ 82 w 232"/>
                  <a:gd name="T35" fmla="*/ 42 h 260"/>
                  <a:gd name="T36" fmla="*/ 78 w 232"/>
                  <a:gd name="T37" fmla="*/ 12 h 260"/>
                  <a:gd name="T38" fmla="*/ 90 w 232"/>
                  <a:gd name="T39" fmla="*/ 0 h 260"/>
                  <a:gd name="T40" fmla="*/ 120 w 232"/>
                  <a:gd name="T41" fmla="*/ 12 h 260"/>
                  <a:gd name="T42" fmla="*/ 142 w 232"/>
                  <a:gd name="T43" fmla="*/ 34 h 260"/>
                  <a:gd name="T44" fmla="*/ 164 w 232"/>
                  <a:gd name="T45" fmla="*/ 52 h 260"/>
                  <a:gd name="T46" fmla="*/ 188 w 232"/>
                  <a:gd name="T47" fmla="*/ 72 h 260"/>
                  <a:gd name="T48" fmla="*/ 194 w 232"/>
                  <a:gd name="T49" fmla="*/ 78 h 260"/>
                  <a:gd name="T50" fmla="*/ 206 w 232"/>
                  <a:gd name="T51" fmla="*/ 86 h 260"/>
                  <a:gd name="T52" fmla="*/ 218 w 232"/>
                  <a:gd name="T53" fmla="*/ 96 h 260"/>
                  <a:gd name="T54" fmla="*/ 228 w 232"/>
                  <a:gd name="T55" fmla="*/ 104 h 260"/>
                  <a:gd name="T56" fmla="*/ 232 w 232"/>
                  <a:gd name="T57" fmla="*/ 130 h 260"/>
                  <a:gd name="T58" fmla="*/ 232 w 232"/>
                  <a:gd name="T59" fmla="*/ 152 h 260"/>
                  <a:gd name="T60" fmla="*/ 224 w 232"/>
                  <a:gd name="T61" fmla="*/ 164 h 260"/>
                  <a:gd name="T62" fmla="*/ 214 w 232"/>
                  <a:gd name="T63" fmla="*/ 168 h 260"/>
                  <a:gd name="T64" fmla="*/ 188 w 232"/>
                  <a:gd name="T65" fmla="*/ 174 h 260"/>
                  <a:gd name="T66" fmla="*/ 176 w 232"/>
                  <a:gd name="T67" fmla="*/ 178 h 260"/>
                  <a:gd name="T68" fmla="*/ 164 w 232"/>
                  <a:gd name="T69" fmla="*/ 174 h 260"/>
                  <a:gd name="T70" fmla="*/ 146 w 232"/>
                  <a:gd name="T71" fmla="*/ 186 h 260"/>
                  <a:gd name="T72" fmla="*/ 132 w 232"/>
                  <a:gd name="T73" fmla="*/ 194 h 260"/>
                  <a:gd name="T74" fmla="*/ 128 w 232"/>
                  <a:gd name="T75" fmla="*/ 200 h 260"/>
                  <a:gd name="T76" fmla="*/ 120 w 232"/>
                  <a:gd name="T77" fmla="*/ 204 h 260"/>
                  <a:gd name="T78" fmla="*/ 112 w 232"/>
                  <a:gd name="T79" fmla="*/ 212 h 260"/>
                  <a:gd name="T80" fmla="*/ 104 w 232"/>
                  <a:gd name="T81" fmla="*/ 226 h 260"/>
                  <a:gd name="T82" fmla="*/ 98 w 232"/>
                  <a:gd name="T83" fmla="*/ 242 h 260"/>
                  <a:gd name="T84" fmla="*/ 94 w 232"/>
                  <a:gd name="T85" fmla="*/ 256 h 260"/>
                  <a:gd name="T86" fmla="*/ 82 w 232"/>
                  <a:gd name="T87" fmla="*/ 256 h 260"/>
                  <a:gd name="T88" fmla="*/ 82 w 232"/>
                  <a:gd name="T89" fmla="*/ 250 h 260"/>
                  <a:gd name="T90" fmla="*/ 74 w 232"/>
                  <a:gd name="T91" fmla="*/ 260 h 260"/>
                  <a:gd name="T92" fmla="*/ 60 w 232"/>
                  <a:gd name="T93" fmla="*/ 256 h 260"/>
                  <a:gd name="T94" fmla="*/ 52 w 232"/>
                  <a:gd name="T95" fmla="*/ 250 h 260"/>
                  <a:gd name="T96" fmla="*/ 48 w 232"/>
                  <a:gd name="T97" fmla="*/ 242 h 260"/>
                  <a:gd name="T98" fmla="*/ 44 w 232"/>
                  <a:gd name="T99" fmla="*/ 234 h 260"/>
                  <a:gd name="T100" fmla="*/ 42 w 232"/>
                  <a:gd name="T101" fmla="*/ 220 h 260"/>
                  <a:gd name="T102" fmla="*/ 34 w 232"/>
                  <a:gd name="T103" fmla="*/ 226 h 2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32" h="260">
                    <a:moveTo>
                      <a:pt x="34" y="226"/>
                    </a:moveTo>
                    <a:lnTo>
                      <a:pt x="30" y="226"/>
                    </a:lnTo>
                    <a:lnTo>
                      <a:pt x="30" y="224"/>
                    </a:lnTo>
                    <a:lnTo>
                      <a:pt x="26" y="224"/>
                    </a:lnTo>
                    <a:lnTo>
                      <a:pt x="26" y="226"/>
                    </a:lnTo>
                    <a:lnTo>
                      <a:pt x="22" y="226"/>
                    </a:lnTo>
                    <a:lnTo>
                      <a:pt x="22" y="230"/>
                    </a:lnTo>
                    <a:lnTo>
                      <a:pt x="18" y="230"/>
                    </a:lnTo>
                    <a:lnTo>
                      <a:pt x="18" y="226"/>
                    </a:lnTo>
                    <a:lnTo>
                      <a:pt x="18" y="224"/>
                    </a:lnTo>
                    <a:lnTo>
                      <a:pt x="14" y="224"/>
                    </a:lnTo>
                    <a:lnTo>
                      <a:pt x="14" y="226"/>
                    </a:lnTo>
                    <a:lnTo>
                      <a:pt x="12" y="226"/>
                    </a:lnTo>
                    <a:lnTo>
                      <a:pt x="8" y="226"/>
                    </a:lnTo>
                    <a:lnTo>
                      <a:pt x="8" y="224"/>
                    </a:lnTo>
                    <a:lnTo>
                      <a:pt x="12" y="224"/>
                    </a:lnTo>
                    <a:lnTo>
                      <a:pt x="12" y="220"/>
                    </a:lnTo>
                    <a:lnTo>
                      <a:pt x="12" y="216"/>
                    </a:lnTo>
                    <a:lnTo>
                      <a:pt x="12" y="212"/>
                    </a:lnTo>
                    <a:lnTo>
                      <a:pt x="12" y="208"/>
                    </a:lnTo>
                    <a:lnTo>
                      <a:pt x="8" y="208"/>
                    </a:lnTo>
                    <a:lnTo>
                      <a:pt x="8" y="204"/>
                    </a:lnTo>
                    <a:lnTo>
                      <a:pt x="4" y="204"/>
                    </a:lnTo>
                    <a:lnTo>
                      <a:pt x="4" y="200"/>
                    </a:lnTo>
                    <a:lnTo>
                      <a:pt x="0" y="200"/>
                    </a:lnTo>
                    <a:lnTo>
                      <a:pt x="0" y="196"/>
                    </a:lnTo>
                    <a:lnTo>
                      <a:pt x="4" y="196"/>
                    </a:lnTo>
                    <a:lnTo>
                      <a:pt x="4" y="194"/>
                    </a:lnTo>
                    <a:lnTo>
                      <a:pt x="0" y="194"/>
                    </a:lnTo>
                    <a:lnTo>
                      <a:pt x="4" y="190"/>
                    </a:lnTo>
                    <a:lnTo>
                      <a:pt x="0" y="190"/>
                    </a:lnTo>
                    <a:lnTo>
                      <a:pt x="0" y="186"/>
                    </a:lnTo>
                    <a:lnTo>
                      <a:pt x="0" y="182"/>
                    </a:lnTo>
                    <a:lnTo>
                      <a:pt x="0" y="178"/>
                    </a:lnTo>
                    <a:lnTo>
                      <a:pt x="0" y="182"/>
                    </a:lnTo>
                    <a:lnTo>
                      <a:pt x="4" y="178"/>
                    </a:lnTo>
                    <a:lnTo>
                      <a:pt x="4" y="174"/>
                    </a:lnTo>
                    <a:lnTo>
                      <a:pt x="4" y="170"/>
                    </a:lnTo>
                    <a:lnTo>
                      <a:pt x="4" y="168"/>
                    </a:lnTo>
                    <a:lnTo>
                      <a:pt x="8" y="168"/>
                    </a:lnTo>
                    <a:lnTo>
                      <a:pt x="8" y="164"/>
                    </a:lnTo>
                    <a:lnTo>
                      <a:pt x="12" y="164"/>
                    </a:lnTo>
                    <a:lnTo>
                      <a:pt x="12" y="168"/>
                    </a:lnTo>
                    <a:lnTo>
                      <a:pt x="14" y="170"/>
                    </a:lnTo>
                    <a:lnTo>
                      <a:pt x="18" y="174"/>
                    </a:lnTo>
                    <a:lnTo>
                      <a:pt x="18" y="170"/>
                    </a:lnTo>
                    <a:lnTo>
                      <a:pt x="18" y="168"/>
                    </a:lnTo>
                    <a:lnTo>
                      <a:pt x="22" y="168"/>
                    </a:lnTo>
                    <a:lnTo>
                      <a:pt x="26" y="168"/>
                    </a:lnTo>
                    <a:lnTo>
                      <a:pt x="30" y="170"/>
                    </a:lnTo>
                    <a:lnTo>
                      <a:pt x="34" y="170"/>
                    </a:lnTo>
                    <a:lnTo>
                      <a:pt x="34" y="168"/>
                    </a:lnTo>
                    <a:lnTo>
                      <a:pt x="38" y="168"/>
                    </a:lnTo>
                    <a:lnTo>
                      <a:pt x="42" y="164"/>
                    </a:lnTo>
                    <a:lnTo>
                      <a:pt x="42" y="168"/>
                    </a:lnTo>
                    <a:lnTo>
                      <a:pt x="44" y="168"/>
                    </a:lnTo>
                    <a:lnTo>
                      <a:pt x="48" y="168"/>
                    </a:lnTo>
                    <a:lnTo>
                      <a:pt x="52" y="168"/>
                    </a:lnTo>
                    <a:lnTo>
                      <a:pt x="56" y="168"/>
                    </a:lnTo>
                    <a:lnTo>
                      <a:pt x="60" y="168"/>
                    </a:lnTo>
                    <a:lnTo>
                      <a:pt x="64" y="168"/>
                    </a:lnTo>
                    <a:lnTo>
                      <a:pt x="68" y="168"/>
                    </a:lnTo>
                    <a:lnTo>
                      <a:pt x="72" y="168"/>
                    </a:lnTo>
                    <a:lnTo>
                      <a:pt x="78" y="168"/>
                    </a:lnTo>
                    <a:lnTo>
                      <a:pt x="82" y="168"/>
                    </a:lnTo>
                    <a:lnTo>
                      <a:pt x="86" y="168"/>
                    </a:lnTo>
                    <a:lnTo>
                      <a:pt x="94" y="168"/>
                    </a:lnTo>
                    <a:lnTo>
                      <a:pt x="94" y="160"/>
                    </a:lnTo>
                    <a:lnTo>
                      <a:pt x="98" y="156"/>
                    </a:lnTo>
                    <a:lnTo>
                      <a:pt x="98" y="152"/>
                    </a:lnTo>
                    <a:lnTo>
                      <a:pt x="94" y="148"/>
                    </a:lnTo>
                    <a:lnTo>
                      <a:pt x="94" y="144"/>
                    </a:lnTo>
                    <a:lnTo>
                      <a:pt x="90" y="134"/>
                    </a:lnTo>
                    <a:lnTo>
                      <a:pt x="90" y="126"/>
                    </a:lnTo>
                    <a:lnTo>
                      <a:pt x="90" y="122"/>
                    </a:lnTo>
                    <a:lnTo>
                      <a:pt x="90" y="118"/>
                    </a:lnTo>
                    <a:lnTo>
                      <a:pt x="90" y="112"/>
                    </a:lnTo>
                    <a:lnTo>
                      <a:pt x="90" y="104"/>
                    </a:lnTo>
                    <a:lnTo>
                      <a:pt x="90" y="100"/>
                    </a:lnTo>
                    <a:lnTo>
                      <a:pt x="86" y="92"/>
                    </a:lnTo>
                    <a:lnTo>
                      <a:pt x="86" y="86"/>
                    </a:lnTo>
                    <a:lnTo>
                      <a:pt x="86" y="78"/>
                    </a:lnTo>
                    <a:lnTo>
                      <a:pt x="86" y="74"/>
                    </a:lnTo>
                    <a:lnTo>
                      <a:pt x="86" y="72"/>
                    </a:lnTo>
                    <a:lnTo>
                      <a:pt x="86" y="68"/>
                    </a:lnTo>
                    <a:lnTo>
                      <a:pt x="86" y="64"/>
                    </a:lnTo>
                    <a:lnTo>
                      <a:pt x="86" y="60"/>
                    </a:lnTo>
                    <a:lnTo>
                      <a:pt x="82" y="56"/>
                    </a:lnTo>
                    <a:lnTo>
                      <a:pt x="82" y="52"/>
                    </a:lnTo>
                    <a:lnTo>
                      <a:pt x="82" y="42"/>
                    </a:lnTo>
                    <a:lnTo>
                      <a:pt x="82" y="38"/>
                    </a:lnTo>
                    <a:lnTo>
                      <a:pt x="82" y="30"/>
                    </a:lnTo>
                    <a:lnTo>
                      <a:pt x="82" y="22"/>
                    </a:lnTo>
                    <a:lnTo>
                      <a:pt x="78" y="16"/>
                    </a:lnTo>
                    <a:lnTo>
                      <a:pt x="78" y="12"/>
                    </a:lnTo>
                    <a:lnTo>
                      <a:pt x="78" y="8"/>
                    </a:lnTo>
                    <a:lnTo>
                      <a:pt x="78" y="0"/>
                    </a:lnTo>
                    <a:lnTo>
                      <a:pt x="82" y="0"/>
                    </a:lnTo>
                    <a:lnTo>
                      <a:pt x="86" y="0"/>
                    </a:lnTo>
                    <a:lnTo>
                      <a:pt x="90" y="0"/>
                    </a:lnTo>
                    <a:lnTo>
                      <a:pt x="102" y="0"/>
                    </a:lnTo>
                    <a:lnTo>
                      <a:pt x="104" y="0"/>
                    </a:lnTo>
                    <a:lnTo>
                      <a:pt x="108" y="4"/>
                    </a:lnTo>
                    <a:lnTo>
                      <a:pt x="112" y="8"/>
                    </a:lnTo>
                    <a:lnTo>
                      <a:pt x="120" y="12"/>
                    </a:lnTo>
                    <a:lnTo>
                      <a:pt x="124" y="16"/>
                    </a:lnTo>
                    <a:lnTo>
                      <a:pt x="128" y="18"/>
                    </a:lnTo>
                    <a:lnTo>
                      <a:pt x="132" y="22"/>
                    </a:lnTo>
                    <a:lnTo>
                      <a:pt x="138" y="26"/>
                    </a:lnTo>
                    <a:lnTo>
                      <a:pt x="142" y="34"/>
                    </a:lnTo>
                    <a:lnTo>
                      <a:pt x="146" y="38"/>
                    </a:lnTo>
                    <a:lnTo>
                      <a:pt x="154" y="42"/>
                    </a:lnTo>
                    <a:lnTo>
                      <a:pt x="158" y="44"/>
                    </a:lnTo>
                    <a:lnTo>
                      <a:pt x="160" y="48"/>
                    </a:lnTo>
                    <a:lnTo>
                      <a:pt x="164" y="52"/>
                    </a:lnTo>
                    <a:lnTo>
                      <a:pt x="172" y="56"/>
                    </a:lnTo>
                    <a:lnTo>
                      <a:pt x="176" y="60"/>
                    </a:lnTo>
                    <a:lnTo>
                      <a:pt x="180" y="60"/>
                    </a:lnTo>
                    <a:lnTo>
                      <a:pt x="184" y="68"/>
                    </a:lnTo>
                    <a:lnTo>
                      <a:pt x="188" y="72"/>
                    </a:lnTo>
                    <a:lnTo>
                      <a:pt x="190" y="72"/>
                    </a:lnTo>
                    <a:lnTo>
                      <a:pt x="190" y="74"/>
                    </a:lnTo>
                    <a:lnTo>
                      <a:pt x="188" y="74"/>
                    </a:lnTo>
                    <a:lnTo>
                      <a:pt x="190" y="78"/>
                    </a:lnTo>
                    <a:lnTo>
                      <a:pt x="194" y="78"/>
                    </a:lnTo>
                    <a:lnTo>
                      <a:pt x="194" y="82"/>
                    </a:lnTo>
                    <a:lnTo>
                      <a:pt x="198" y="82"/>
                    </a:lnTo>
                    <a:lnTo>
                      <a:pt x="198" y="86"/>
                    </a:lnTo>
                    <a:lnTo>
                      <a:pt x="202" y="86"/>
                    </a:lnTo>
                    <a:lnTo>
                      <a:pt x="206" y="86"/>
                    </a:lnTo>
                    <a:lnTo>
                      <a:pt x="206" y="88"/>
                    </a:lnTo>
                    <a:lnTo>
                      <a:pt x="210" y="88"/>
                    </a:lnTo>
                    <a:lnTo>
                      <a:pt x="214" y="88"/>
                    </a:lnTo>
                    <a:lnTo>
                      <a:pt x="218" y="92"/>
                    </a:lnTo>
                    <a:lnTo>
                      <a:pt x="218" y="96"/>
                    </a:lnTo>
                    <a:lnTo>
                      <a:pt x="218" y="100"/>
                    </a:lnTo>
                    <a:lnTo>
                      <a:pt x="218" y="104"/>
                    </a:lnTo>
                    <a:lnTo>
                      <a:pt x="220" y="108"/>
                    </a:lnTo>
                    <a:lnTo>
                      <a:pt x="224" y="104"/>
                    </a:lnTo>
                    <a:lnTo>
                      <a:pt x="228" y="104"/>
                    </a:lnTo>
                    <a:lnTo>
                      <a:pt x="232" y="104"/>
                    </a:lnTo>
                    <a:lnTo>
                      <a:pt x="232" y="108"/>
                    </a:lnTo>
                    <a:lnTo>
                      <a:pt x="232" y="112"/>
                    </a:lnTo>
                    <a:lnTo>
                      <a:pt x="232" y="122"/>
                    </a:lnTo>
                    <a:lnTo>
                      <a:pt x="232" y="130"/>
                    </a:lnTo>
                    <a:lnTo>
                      <a:pt x="232" y="134"/>
                    </a:lnTo>
                    <a:lnTo>
                      <a:pt x="232" y="138"/>
                    </a:lnTo>
                    <a:lnTo>
                      <a:pt x="232" y="142"/>
                    </a:lnTo>
                    <a:lnTo>
                      <a:pt x="232" y="144"/>
                    </a:lnTo>
                    <a:lnTo>
                      <a:pt x="232" y="152"/>
                    </a:lnTo>
                    <a:lnTo>
                      <a:pt x="228" y="152"/>
                    </a:lnTo>
                    <a:lnTo>
                      <a:pt x="228" y="156"/>
                    </a:lnTo>
                    <a:lnTo>
                      <a:pt x="228" y="160"/>
                    </a:lnTo>
                    <a:lnTo>
                      <a:pt x="228" y="164"/>
                    </a:lnTo>
                    <a:lnTo>
                      <a:pt x="224" y="164"/>
                    </a:lnTo>
                    <a:lnTo>
                      <a:pt x="224" y="168"/>
                    </a:lnTo>
                    <a:lnTo>
                      <a:pt x="220" y="168"/>
                    </a:lnTo>
                    <a:lnTo>
                      <a:pt x="220" y="170"/>
                    </a:lnTo>
                    <a:lnTo>
                      <a:pt x="218" y="168"/>
                    </a:lnTo>
                    <a:lnTo>
                      <a:pt x="214" y="168"/>
                    </a:lnTo>
                    <a:lnTo>
                      <a:pt x="214" y="170"/>
                    </a:lnTo>
                    <a:lnTo>
                      <a:pt x="210" y="170"/>
                    </a:lnTo>
                    <a:lnTo>
                      <a:pt x="198" y="170"/>
                    </a:lnTo>
                    <a:lnTo>
                      <a:pt x="190" y="170"/>
                    </a:lnTo>
                    <a:lnTo>
                      <a:pt x="188" y="174"/>
                    </a:lnTo>
                    <a:lnTo>
                      <a:pt x="184" y="178"/>
                    </a:lnTo>
                    <a:lnTo>
                      <a:pt x="180" y="178"/>
                    </a:lnTo>
                    <a:lnTo>
                      <a:pt x="180" y="174"/>
                    </a:lnTo>
                    <a:lnTo>
                      <a:pt x="180" y="178"/>
                    </a:lnTo>
                    <a:lnTo>
                      <a:pt x="176" y="178"/>
                    </a:lnTo>
                    <a:lnTo>
                      <a:pt x="176" y="174"/>
                    </a:lnTo>
                    <a:lnTo>
                      <a:pt x="176" y="178"/>
                    </a:lnTo>
                    <a:lnTo>
                      <a:pt x="172" y="174"/>
                    </a:lnTo>
                    <a:lnTo>
                      <a:pt x="168" y="174"/>
                    </a:lnTo>
                    <a:lnTo>
                      <a:pt x="164" y="174"/>
                    </a:lnTo>
                    <a:lnTo>
                      <a:pt x="160" y="174"/>
                    </a:lnTo>
                    <a:lnTo>
                      <a:pt x="158" y="178"/>
                    </a:lnTo>
                    <a:lnTo>
                      <a:pt x="154" y="182"/>
                    </a:lnTo>
                    <a:lnTo>
                      <a:pt x="150" y="186"/>
                    </a:lnTo>
                    <a:lnTo>
                      <a:pt x="146" y="186"/>
                    </a:lnTo>
                    <a:lnTo>
                      <a:pt x="142" y="186"/>
                    </a:lnTo>
                    <a:lnTo>
                      <a:pt x="142" y="190"/>
                    </a:lnTo>
                    <a:lnTo>
                      <a:pt x="138" y="190"/>
                    </a:lnTo>
                    <a:lnTo>
                      <a:pt x="134" y="190"/>
                    </a:lnTo>
                    <a:lnTo>
                      <a:pt x="132" y="194"/>
                    </a:lnTo>
                    <a:lnTo>
                      <a:pt x="132" y="196"/>
                    </a:lnTo>
                    <a:lnTo>
                      <a:pt x="132" y="200"/>
                    </a:lnTo>
                    <a:lnTo>
                      <a:pt x="128" y="200"/>
                    </a:lnTo>
                    <a:lnTo>
                      <a:pt x="128" y="196"/>
                    </a:lnTo>
                    <a:lnTo>
                      <a:pt x="128" y="200"/>
                    </a:lnTo>
                    <a:lnTo>
                      <a:pt x="128" y="204"/>
                    </a:lnTo>
                    <a:lnTo>
                      <a:pt x="124" y="204"/>
                    </a:lnTo>
                    <a:lnTo>
                      <a:pt x="124" y="208"/>
                    </a:lnTo>
                    <a:lnTo>
                      <a:pt x="120" y="208"/>
                    </a:lnTo>
                    <a:lnTo>
                      <a:pt x="120" y="204"/>
                    </a:lnTo>
                    <a:lnTo>
                      <a:pt x="116" y="204"/>
                    </a:lnTo>
                    <a:lnTo>
                      <a:pt x="116" y="200"/>
                    </a:lnTo>
                    <a:lnTo>
                      <a:pt x="112" y="204"/>
                    </a:lnTo>
                    <a:lnTo>
                      <a:pt x="112" y="208"/>
                    </a:lnTo>
                    <a:lnTo>
                      <a:pt x="112" y="212"/>
                    </a:lnTo>
                    <a:lnTo>
                      <a:pt x="112" y="216"/>
                    </a:lnTo>
                    <a:lnTo>
                      <a:pt x="108" y="216"/>
                    </a:lnTo>
                    <a:lnTo>
                      <a:pt x="108" y="220"/>
                    </a:lnTo>
                    <a:lnTo>
                      <a:pt x="108" y="224"/>
                    </a:lnTo>
                    <a:lnTo>
                      <a:pt x="104" y="226"/>
                    </a:lnTo>
                    <a:lnTo>
                      <a:pt x="102" y="226"/>
                    </a:lnTo>
                    <a:lnTo>
                      <a:pt x="98" y="230"/>
                    </a:lnTo>
                    <a:lnTo>
                      <a:pt x="98" y="234"/>
                    </a:lnTo>
                    <a:lnTo>
                      <a:pt x="98" y="238"/>
                    </a:lnTo>
                    <a:lnTo>
                      <a:pt x="98" y="242"/>
                    </a:lnTo>
                    <a:lnTo>
                      <a:pt x="98" y="246"/>
                    </a:lnTo>
                    <a:lnTo>
                      <a:pt x="94" y="246"/>
                    </a:lnTo>
                    <a:lnTo>
                      <a:pt x="94" y="250"/>
                    </a:lnTo>
                    <a:lnTo>
                      <a:pt x="94" y="252"/>
                    </a:lnTo>
                    <a:lnTo>
                      <a:pt x="94" y="256"/>
                    </a:lnTo>
                    <a:lnTo>
                      <a:pt x="94" y="252"/>
                    </a:lnTo>
                    <a:lnTo>
                      <a:pt x="90" y="256"/>
                    </a:lnTo>
                    <a:lnTo>
                      <a:pt x="86" y="256"/>
                    </a:lnTo>
                    <a:lnTo>
                      <a:pt x="86" y="260"/>
                    </a:lnTo>
                    <a:lnTo>
                      <a:pt x="82" y="256"/>
                    </a:lnTo>
                    <a:lnTo>
                      <a:pt x="86" y="256"/>
                    </a:lnTo>
                    <a:lnTo>
                      <a:pt x="86" y="252"/>
                    </a:lnTo>
                    <a:lnTo>
                      <a:pt x="82" y="252"/>
                    </a:lnTo>
                    <a:lnTo>
                      <a:pt x="86" y="252"/>
                    </a:lnTo>
                    <a:lnTo>
                      <a:pt x="82" y="250"/>
                    </a:lnTo>
                    <a:lnTo>
                      <a:pt x="82" y="252"/>
                    </a:lnTo>
                    <a:lnTo>
                      <a:pt x="78" y="252"/>
                    </a:lnTo>
                    <a:lnTo>
                      <a:pt x="78" y="256"/>
                    </a:lnTo>
                    <a:lnTo>
                      <a:pt x="74" y="256"/>
                    </a:lnTo>
                    <a:lnTo>
                      <a:pt x="74" y="260"/>
                    </a:lnTo>
                    <a:lnTo>
                      <a:pt x="72" y="260"/>
                    </a:lnTo>
                    <a:lnTo>
                      <a:pt x="72" y="256"/>
                    </a:lnTo>
                    <a:lnTo>
                      <a:pt x="68" y="256"/>
                    </a:lnTo>
                    <a:lnTo>
                      <a:pt x="64" y="256"/>
                    </a:lnTo>
                    <a:lnTo>
                      <a:pt x="60" y="256"/>
                    </a:lnTo>
                    <a:lnTo>
                      <a:pt x="60" y="260"/>
                    </a:lnTo>
                    <a:lnTo>
                      <a:pt x="60" y="256"/>
                    </a:lnTo>
                    <a:lnTo>
                      <a:pt x="56" y="256"/>
                    </a:lnTo>
                    <a:lnTo>
                      <a:pt x="56" y="252"/>
                    </a:lnTo>
                    <a:lnTo>
                      <a:pt x="52" y="250"/>
                    </a:lnTo>
                    <a:lnTo>
                      <a:pt x="56" y="250"/>
                    </a:lnTo>
                    <a:lnTo>
                      <a:pt x="56" y="246"/>
                    </a:lnTo>
                    <a:lnTo>
                      <a:pt x="52" y="246"/>
                    </a:lnTo>
                    <a:lnTo>
                      <a:pt x="48" y="246"/>
                    </a:lnTo>
                    <a:lnTo>
                      <a:pt x="48" y="242"/>
                    </a:lnTo>
                    <a:lnTo>
                      <a:pt x="52" y="242"/>
                    </a:lnTo>
                    <a:lnTo>
                      <a:pt x="52" y="238"/>
                    </a:lnTo>
                    <a:lnTo>
                      <a:pt x="48" y="238"/>
                    </a:lnTo>
                    <a:lnTo>
                      <a:pt x="48" y="234"/>
                    </a:lnTo>
                    <a:lnTo>
                      <a:pt x="44" y="234"/>
                    </a:lnTo>
                    <a:lnTo>
                      <a:pt x="48" y="230"/>
                    </a:lnTo>
                    <a:lnTo>
                      <a:pt x="48" y="226"/>
                    </a:lnTo>
                    <a:lnTo>
                      <a:pt x="44" y="224"/>
                    </a:lnTo>
                    <a:lnTo>
                      <a:pt x="44" y="220"/>
                    </a:lnTo>
                    <a:lnTo>
                      <a:pt x="42" y="220"/>
                    </a:lnTo>
                    <a:lnTo>
                      <a:pt x="38" y="220"/>
                    </a:lnTo>
                    <a:lnTo>
                      <a:pt x="42" y="220"/>
                    </a:lnTo>
                    <a:lnTo>
                      <a:pt x="42" y="224"/>
                    </a:lnTo>
                    <a:lnTo>
                      <a:pt x="38" y="224"/>
                    </a:lnTo>
                    <a:lnTo>
                      <a:pt x="34" y="226"/>
                    </a:lnTo>
                    <a:lnTo>
                      <a:pt x="34" y="226"/>
                    </a:lnTo>
                    <a:lnTo>
                      <a:pt x="34" y="2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3" name="Freeform 157"/>
              <p:cNvSpPr>
                <a:spLocks noEditPoints="1"/>
              </p:cNvSpPr>
              <p:nvPr/>
            </p:nvSpPr>
            <p:spPr bwMode="gray">
              <a:xfrm>
                <a:off x="4375573" y="3691804"/>
                <a:ext cx="306110" cy="389594"/>
              </a:xfrm>
              <a:custGeom>
                <a:avLst/>
                <a:gdLst>
                  <a:gd name="T0" fmla="*/ 90 w 176"/>
                  <a:gd name="T1" fmla="*/ 218 h 224"/>
                  <a:gd name="T2" fmla="*/ 84 w 176"/>
                  <a:gd name="T3" fmla="*/ 210 h 224"/>
                  <a:gd name="T4" fmla="*/ 80 w 176"/>
                  <a:gd name="T5" fmla="*/ 206 h 224"/>
                  <a:gd name="T6" fmla="*/ 76 w 176"/>
                  <a:gd name="T7" fmla="*/ 210 h 224"/>
                  <a:gd name="T8" fmla="*/ 76 w 176"/>
                  <a:gd name="T9" fmla="*/ 218 h 224"/>
                  <a:gd name="T10" fmla="*/ 72 w 176"/>
                  <a:gd name="T11" fmla="*/ 220 h 224"/>
                  <a:gd name="T12" fmla="*/ 64 w 176"/>
                  <a:gd name="T13" fmla="*/ 218 h 224"/>
                  <a:gd name="T14" fmla="*/ 60 w 176"/>
                  <a:gd name="T15" fmla="*/ 214 h 224"/>
                  <a:gd name="T16" fmla="*/ 60 w 176"/>
                  <a:gd name="T17" fmla="*/ 210 h 224"/>
                  <a:gd name="T18" fmla="*/ 54 w 176"/>
                  <a:gd name="T19" fmla="*/ 198 h 224"/>
                  <a:gd name="T20" fmla="*/ 50 w 176"/>
                  <a:gd name="T21" fmla="*/ 198 h 224"/>
                  <a:gd name="T22" fmla="*/ 38 w 176"/>
                  <a:gd name="T23" fmla="*/ 190 h 224"/>
                  <a:gd name="T24" fmla="*/ 30 w 176"/>
                  <a:gd name="T25" fmla="*/ 190 h 224"/>
                  <a:gd name="T26" fmla="*/ 26 w 176"/>
                  <a:gd name="T27" fmla="*/ 190 h 224"/>
                  <a:gd name="T28" fmla="*/ 20 w 176"/>
                  <a:gd name="T29" fmla="*/ 190 h 224"/>
                  <a:gd name="T30" fmla="*/ 16 w 176"/>
                  <a:gd name="T31" fmla="*/ 190 h 224"/>
                  <a:gd name="T32" fmla="*/ 12 w 176"/>
                  <a:gd name="T33" fmla="*/ 194 h 224"/>
                  <a:gd name="T34" fmla="*/ 8 w 176"/>
                  <a:gd name="T35" fmla="*/ 194 h 224"/>
                  <a:gd name="T36" fmla="*/ 12 w 176"/>
                  <a:gd name="T37" fmla="*/ 190 h 224"/>
                  <a:gd name="T38" fmla="*/ 16 w 176"/>
                  <a:gd name="T39" fmla="*/ 180 h 224"/>
                  <a:gd name="T40" fmla="*/ 16 w 176"/>
                  <a:gd name="T41" fmla="*/ 172 h 224"/>
                  <a:gd name="T42" fmla="*/ 16 w 176"/>
                  <a:gd name="T43" fmla="*/ 158 h 224"/>
                  <a:gd name="T44" fmla="*/ 16 w 176"/>
                  <a:gd name="T45" fmla="*/ 154 h 224"/>
                  <a:gd name="T46" fmla="*/ 12 w 176"/>
                  <a:gd name="T47" fmla="*/ 146 h 224"/>
                  <a:gd name="T48" fmla="*/ 12 w 176"/>
                  <a:gd name="T49" fmla="*/ 142 h 224"/>
                  <a:gd name="T50" fmla="*/ 12 w 176"/>
                  <a:gd name="T51" fmla="*/ 138 h 224"/>
                  <a:gd name="T52" fmla="*/ 12 w 176"/>
                  <a:gd name="T53" fmla="*/ 138 h 224"/>
                  <a:gd name="T54" fmla="*/ 12 w 176"/>
                  <a:gd name="T55" fmla="*/ 124 h 224"/>
                  <a:gd name="T56" fmla="*/ 8 w 176"/>
                  <a:gd name="T57" fmla="*/ 120 h 224"/>
                  <a:gd name="T58" fmla="*/ 4 w 176"/>
                  <a:gd name="T59" fmla="*/ 114 h 224"/>
                  <a:gd name="T60" fmla="*/ 0 w 176"/>
                  <a:gd name="T61" fmla="*/ 118 h 224"/>
                  <a:gd name="T62" fmla="*/ 4 w 176"/>
                  <a:gd name="T63" fmla="*/ 110 h 224"/>
                  <a:gd name="T64" fmla="*/ 30 w 176"/>
                  <a:gd name="T65" fmla="*/ 110 h 224"/>
                  <a:gd name="T66" fmla="*/ 60 w 176"/>
                  <a:gd name="T67" fmla="*/ 110 h 224"/>
                  <a:gd name="T68" fmla="*/ 56 w 176"/>
                  <a:gd name="T69" fmla="*/ 88 h 224"/>
                  <a:gd name="T70" fmla="*/ 60 w 176"/>
                  <a:gd name="T71" fmla="*/ 80 h 224"/>
                  <a:gd name="T72" fmla="*/ 72 w 176"/>
                  <a:gd name="T73" fmla="*/ 72 h 224"/>
                  <a:gd name="T74" fmla="*/ 72 w 176"/>
                  <a:gd name="T75" fmla="*/ 46 h 224"/>
                  <a:gd name="T76" fmla="*/ 72 w 176"/>
                  <a:gd name="T77" fmla="*/ 30 h 224"/>
                  <a:gd name="T78" fmla="*/ 102 w 176"/>
                  <a:gd name="T79" fmla="*/ 24 h 224"/>
                  <a:gd name="T80" fmla="*/ 120 w 176"/>
                  <a:gd name="T81" fmla="*/ 24 h 224"/>
                  <a:gd name="T82" fmla="*/ 120 w 176"/>
                  <a:gd name="T83" fmla="*/ 0 h 224"/>
                  <a:gd name="T84" fmla="*/ 142 w 176"/>
                  <a:gd name="T85" fmla="*/ 20 h 224"/>
                  <a:gd name="T86" fmla="*/ 166 w 176"/>
                  <a:gd name="T87" fmla="*/ 34 h 224"/>
                  <a:gd name="T88" fmla="*/ 172 w 176"/>
                  <a:gd name="T89" fmla="*/ 42 h 224"/>
                  <a:gd name="T90" fmla="*/ 150 w 176"/>
                  <a:gd name="T91" fmla="*/ 50 h 224"/>
                  <a:gd name="T92" fmla="*/ 154 w 176"/>
                  <a:gd name="T93" fmla="*/ 80 h 224"/>
                  <a:gd name="T94" fmla="*/ 158 w 176"/>
                  <a:gd name="T95" fmla="*/ 110 h 224"/>
                  <a:gd name="T96" fmla="*/ 162 w 176"/>
                  <a:gd name="T97" fmla="*/ 142 h 224"/>
                  <a:gd name="T98" fmla="*/ 162 w 176"/>
                  <a:gd name="T99" fmla="*/ 168 h 224"/>
                  <a:gd name="T100" fmla="*/ 166 w 176"/>
                  <a:gd name="T101" fmla="*/ 202 h 224"/>
                  <a:gd name="T102" fmla="*/ 154 w 176"/>
                  <a:gd name="T103" fmla="*/ 210 h 224"/>
                  <a:gd name="T104" fmla="*/ 132 w 176"/>
                  <a:gd name="T105" fmla="*/ 210 h 224"/>
                  <a:gd name="T106" fmla="*/ 116 w 176"/>
                  <a:gd name="T107" fmla="*/ 210 h 224"/>
                  <a:gd name="T108" fmla="*/ 110 w 176"/>
                  <a:gd name="T109" fmla="*/ 210 h 224"/>
                  <a:gd name="T110" fmla="*/ 106 w 176"/>
                  <a:gd name="T111" fmla="*/ 214 h 224"/>
                  <a:gd name="T112" fmla="*/ 98 w 176"/>
                  <a:gd name="T113" fmla="*/ 210 h 224"/>
                  <a:gd name="T114" fmla="*/ 90 w 176"/>
                  <a:gd name="T115" fmla="*/ 210 h 224"/>
                  <a:gd name="T116" fmla="*/ 12 w 176"/>
                  <a:gd name="T117" fmla="*/ 134 h 224"/>
                  <a:gd name="T118" fmla="*/ 12 w 176"/>
                  <a:gd name="T119" fmla="*/ 138 h 224"/>
                  <a:gd name="T120" fmla="*/ 12 w 176"/>
                  <a:gd name="T121" fmla="*/ 138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6" h="224">
                    <a:moveTo>
                      <a:pt x="90" y="210"/>
                    </a:moveTo>
                    <a:lnTo>
                      <a:pt x="90" y="214"/>
                    </a:lnTo>
                    <a:lnTo>
                      <a:pt x="90" y="214"/>
                    </a:lnTo>
                    <a:lnTo>
                      <a:pt x="90" y="214"/>
                    </a:lnTo>
                    <a:lnTo>
                      <a:pt x="90" y="214"/>
                    </a:lnTo>
                    <a:lnTo>
                      <a:pt x="90" y="218"/>
                    </a:lnTo>
                    <a:lnTo>
                      <a:pt x="90" y="218"/>
                    </a:lnTo>
                    <a:lnTo>
                      <a:pt x="86" y="214"/>
                    </a:lnTo>
                    <a:lnTo>
                      <a:pt x="86" y="214"/>
                    </a:lnTo>
                    <a:lnTo>
                      <a:pt x="86" y="214"/>
                    </a:lnTo>
                    <a:lnTo>
                      <a:pt x="86" y="214"/>
                    </a:lnTo>
                    <a:lnTo>
                      <a:pt x="86" y="214"/>
                    </a:lnTo>
                    <a:lnTo>
                      <a:pt x="84" y="210"/>
                    </a:lnTo>
                    <a:lnTo>
                      <a:pt x="84" y="210"/>
                    </a:lnTo>
                    <a:lnTo>
                      <a:pt x="84" y="210"/>
                    </a:lnTo>
                    <a:lnTo>
                      <a:pt x="84" y="210"/>
                    </a:lnTo>
                    <a:lnTo>
                      <a:pt x="84" y="210"/>
                    </a:lnTo>
                    <a:lnTo>
                      <a:pt x="84" y="210"/>
                    </a:lnTo>
                    <a:lnTo>
                      <a:pt x="84" y="206"/>
                    </a:lnTo>
                    <a:lnTo>
                      <a:pt x="84" y="206"/>
                    </a:lnTo>
                    <a:lnTo>
                      <a:pt x="80" y="206"/>
                    </a:lnTo>
                    <a:lnTo>
                      <a:pt x="80" y="210"/>
                    </a:lnTo>
                    <a:lnTo>
                      <a:pt x="80" y="210"/>
                    </a:lnTo>
                    <a:lnTo>
                      <a:pt x="80" y="210"/>
                    </a:lnTo>
                    <a:lnTo>
                      <a:pt x="80" y="210"/>
                    </a:lnTo>
                    <a:lnTo>
                      <a:pt x="80" y="210"/>
                    </a:lnTo>
                    <a:lnTo>
                      <a:pt x="80" y="210"/>
                    </a:lnTo>
                    <a:lnTo>
                      <a:pt x="76" y="210"/>
                    </a:lnTo>
                    <a:lnTo>
                      <a:pt x="76" y="210"/>
                    </a:lnTo>
                    <a:lnTo>
                      <a:pt x="76" y="214"/>
                    </a:lnTo>
                    <a:lnTo>
                      <a:pt x="76" y="214"/>
                    </a:lnTo>
                    <a:lnTo>
                      <a:pt x="76" y="218"/>
                    </a:lnTo>
                    <a:lnTo>
                      <a:pt x="76" y="218"/>
                    </a:lnTo>
                    <a:lnTo>
                      <a:pt x="76" y="218"/>
                    </a:lnTo>
                    <a:lnTo>
                      <a:pt x="76" y="218"/>
                    </a:lnTo>
                    <a:lnTo>
                      <a:pt x="76" y="220"/>
                    </a:lnTo>
                    <a:lnTo>
                      <a:pt x="76" y="220"/>
                    </a:lnTo>
                    <a:lnTo>
                      <a:pt x="76" y="220"/>
                    </a:lnTo>
                    <a:lnTo>
                      <a:pt x="76" y="220"/>
                    </a:lnTo>
                    <a:lnTo>
                      <a:pt x="72" y="224"/>
                    </a:lnTo>
                    <a:lnTo>
                      <a:pt x="72" y="224"/>
                    </a:lnTo>
                    <a:lnTo>
                      <a:pt x="72" y="220"/>
                    </a:lnTo>
                    <a:lnTo>
                      <a:pt x="72" y="220"/>
                    </a:lnTo>
                    <a:lnTo>
                      <a:pt x="68" y="220"/>
                    </a:lnTo>
                    <a:lnTo>
                      <a:pt x="68" y="220"/>
                    </a:lnTo>
                    <a:lnTo>
                      <a:pt x="68" y="220"/>
                    </a:lnTo>
                    <a:lnTo>
                      <a:pt x="68" y="220"/>
                    </a:lnTo>
                    <a:lnTo>
                      <a:pt x="68" y="218"/>
                    </a:lnTo>
                    <a:lnTo>
                      <a:pt x="64" y="218"/>
                    </a:lnTo>
                    <a:lnTo>
                      <a:pt x="64" y="218"/>
                    </a:lnTo>
                    <a:lnTo>
                      <a:pt x="64" y="218"/>
                    </a:lnTo>
                    <a:lnTo>
                      <a:pt x="64" y="218"/>
                    </a:lnTo>
                    <a:lnTo>
                      <a:pt x="60" y="218"/>
                    </a:lnTo>
                    <a:lnTo>
                      <a:pt x="60" y="214"/>
                    </a:lnTo>
                    <a:lnTo>
                      <a:pt x="60" y="214"/>
                    </a:lnTo>
                    <a:lnTo>
                      <a:pt x="60" y="214"/>
                    </a:lnTo>
                    <a:lnTo>
                      <a:pt x="60" y="214"/>
                    </a:lnTo>
                    <a:lnTo>
                      <a:pt x="60" y="214"/>
                    </a:lnTo>
                    <a:lnTo>
                      <a:pt x="60" y="214"/>
                    </a:lnTo>
                    <a:lnTo>
                      <a:pt x="60" y="214"/>
                    </a:lnTo>
                    <a:lnTo>
                      <a:pt x="60" y="214"/>
                    </a:lnTo>
                    <a:lnTo>
                      <a:pt x="60" y="214"/>
                    </a:lnTo>
                    <a:lnTo>
                      <a:pt x="60" y="210"/>
                    </a:lnTo>
                    <a:lnTo>
                      <a:pt x="56" y="210"/>
                    </a:lnTo>
                    <a:lnTo>
                      <a:pt x="56" y="210"/>
                    </a:lnTo>
                    <a:lnTo>
                      <a:pt x="56" y="210"/>
                    </a:lnTo>
                    <a:lnTo>
                      <a:pt x="56" y="206"/>
                    </a:lnTo>
                    <a:lnTo>
                      <a:pt x="56" y="206"/>
                    </a:lnTo>
                    <a:lnTo>
                      <a:pt x="54" y="202"/>
                    </a:lnTo>
                    <a:lnTo>
                      <a:pt x="54" y="198"/>
                    </a:lnTo>
                    <a:lnTo>
                      <a:pt x="54" y="198"/>
                    </a:lnTo>
                    <a:lnTo>
                      <a:pt x="50" y="198"/>
                    </a:lnTo>
                    <a:lnTo>
                      <a:pt x="50" y="198"/>
                    </a:lnTo>
                    <a:lnTo>
                      <a:pt x="50" y="198"/>
                    </a:lnTo>
                    <a:lnTo>
                      <a:pt x="50" y="198"/>
                    </a:lnTo>
                    <a:lnTo>
                      <a:pt x="50" y="198"/>
                    </a:lnTo>
                    <a:lnTo>
                      <a:pt x="50" y="198"/>
                    </a:lnTo>
                    <a:lnTo>
                      <a:pt x="50" y="198"/>
                    </a:lnTo>
                    <a:lnTo>
                      <a:pt x="46" y="198"/>
                    </a:lnTo>
                    <a:lnTo>
                      <a:pt x="46" y="194"/>
                    </a:lnTo>
                    <a:lnTo>
                      <a:pt x="46" y="194"/>
                    </a:lnTo>
                    <a:lnTo>
                      <a:pt x="42" y="190"/>
                    </a:lnTo>
                    <a:lnTo>
                      <a:pt x="42" y="190"/>
                    </a:lnTo>
                    <a:lnTo>
                      <a:pt x="38" y="190"/>
                    </a:lnTo>
                    <a:lnTo>
                      <a:pt x="38" y="190"/>
                    </a:lnTo>
                    <a:lnTo>
                      <a:pt x="38" y="190"/>
                    </a:lnTo>
                    <a:lnTo>
                      <a:pt x="34" y="190"/>
                    </a:lnTo>
                    <a:lnTo>
                      <a:pt x="34" y="190"/>
                    </a:lnTo>
                    <a:lnTo>
                      <a:pt x="34" y="190"/>
                    </a:lnTo>
                    <a:lnTo>
                      <a:pt x="30" y="190"/>
                    </a:lnTo>
                    <a:lnTo>
                      <a:pt x="30" y="190"/>
                    </a:lnTo>
                    <a:lnTo>
                      <a:pt x="30" y="190"/>
                    </a:lnTo>
                    <a:lnTo>
                      <a:pt x="30" y="190"/>
                    </a:lnTo>
                    <a:lnTo>
                      <a:pt x="30" y="188"/>
                    </a:lnTo>
                    <a:lnTo>
                      <a:pt x="30" y="190"/>
                    </a:lnTo>
                    <a:lnTo>
                      <a:pt x="30" y="190"/>
                    </a:lnTo>
                    <a:lnTo>
                      <a:pt x="30" y="190"/>
                    </a:lnTo>
                    <a:lnTo>
                      <a:pt x="26" y="190"/>
                    </a:lnTo>
                    <a:lnTo>
                      <a:pt x="26" y="190"/>
                    </a:lnTo>
                    <a:lnTo>
                      <a:pt x="24" y="190"/>
                    </a:lnTo>
                    <a:lnTo>
                      <a:pt x="24" y="190"/>
                    </a:lnTo>
                    <a:lnTo>
                      <a:pt x="24" y="190"/>
                    </a:lnTo>
                    <a:lnTo>
                      <a:pt x="24" y="190"/>
                    </a:lnTo>
                    <a:lnTo>
                      <a:pt x="20" y="190"/>
                    </a:lnTo>
                    <a:lnTo>
                      <a:pt x="20" y="190"/>
                    </a:lnTo>
                    <a:lnTo>
                      <a:pt x="20" y="190"/>
                    </a:lnTo>
                    <a:lnTo>
                      <a:pt x="20" y="190"/>
                    </a:lnTo>
                    <a:lnTo>
                      <a:pt x="20" y="190"/>
                    </a:lnTo>
                    <a:lnTo>
                      <a:pt x="16" y="190"/>
                    </a:lnTo>
                    <a:lnTo>
                      <a:pt x="16" y="190"/>
                    </a:lnTo>
                    <a:lnTo>
                      <a:pt x="16" y="190"/>
                    </a:lnTo>
                    <a:lnTo>
                      <a:pt x="16" y="190"/>
                    </a:lnTo>
                    <a:lnTo>
                      <a:pt x="16" y="190"/>
                    </a:lnTo>
                    <a:lnTo>
                      <a:pt x="12" y="190"/>
                    </a:lnTo>
                    <a:lnTo>
                      <a:pt x="12" y="190"/>
                    </a:lnTo>
                    <a:lnTo>
                      <a:pt x="12" y="194"/>
                    </a:lnTo>
                    <a:lnTo>
                      <a:pt x="12" y="194"/>
                    </a:lnTo>
                    <a:lnTo>
                      <a:pt x="12" y="194"/>
                    </a:lnTo>
                    <a:lnTo>
                      <a:pt x="12" y="194"/>
                    </a:lnTo>
                    <a:lnTo>
                      <a:pt x="12" y="198"/>
                    </a:lnTo>
                    <a:lnTo>
                      <a:pt x="8" y="198"/>
                    </a:lnTo>
                    <a:lnTo>
                      <a:pt x="8" y="198"/>
                    </a:lnTo>
                    <a:lnTo>
                      <a:pt x="8" y="198"/>
                    </a:lnTo>
                    <a:lnTo>
                      <a:pt x="8" y="194"/>
                    </a:lnTo>
                    <a:lnTo>
                      <a:pt x="8" y="194"/>
                    </a:lnTo>
                    <a:lnTo>
                      <a:pt x="8" y="194"/>
                    </a:lnTo>
                    <a:lnTo>
                      <a:pt x="8" y="194"/>
                    </a:lnTo>
                    <a:lnTo>
                      <a:pt x="8" y="194"/>
                    </a:lnTo>
                    <a:lnTo>
                      <a:pt x="12" y="190"/>
                    </a:lnTo>
                    <a:lnTo>
                      <a:pt x="12" y="190"/>
                    </a:lnTo>
                    <a:lnTo>
                      <a:pt x="12" y="190"/>
                    </a:lnTo>
                    <a:lnTo>
                      <a:pt x="12" y="190"/>
                    </a:lnTo>
                    <a:lnTo>
                      <a:pt x="12" y="190"/>
                    </a:lnTo>
                    <a:lnTo>
                      <a:pt x="12" y="188"/>
                    </a:lnTo>
                    <a:lnTo>
                      <a:pt x="12" y="188"/>
                    </a:lnTo>
                    <a:lnTo>
                      <a:pt x="12" y="184"/>
                    </a:lnTo>
                    <a:lnTo>
                      <a:pt x="12" y="184"/>
                    </a:lnTo>
                    <a:lnTo>
                      <a:pt x="12" y="184"/>
                    </a:lnTo>
                    <a:lnTo>
                      <a:pt x="12" y="184"/>
                    </a:lnTo>
                    <a:lnTo>
                      <a:pt x="16" y="180"/>
                    </a:lnTo>
                    <a:lnTo>
                      <a:pt x="16" y="180"/>
                    </a:lnTo>
                    <a:lnTo>
                      <a:pt x="16" y="176"/>
                    </a:lnTo>
                    <a:lnTo>
                      <a:pt x="16" y="176"/>
                    </a:lnTo>
                    <a:lnTo>
                      <a:pt x="16" y="176"/>
                    </a:lnTo>
                    <a:lnTo>
                      <a:pt x="16" y="172"/>
                    </a:lnTo>
                    <a:lnTo>
                      <a:pt x="16" y="172"/>
                    </a:lnTo>
                    <a:lnTo>
                      <a:pt x="16" y="172"/>
                    </a:lnTo>
                    <a:lnTo>
                      <a:pt x="16" y="168"/>
                    </a:lnTo>
                    <a:lnTo>
                      <a:pt x="16" y="164"/>
                    </a:lnTo>
                    <a:lnTo>
                      <a:pt x="16" y="164"/>
                    </a:lnTo>
                    <a:lnTo>
                      <a:pt x="16" y="160"/>
                    </a:lnTo>
                    <a:lnTo>
                      <a:pt x="16" y="160"/>
                    </a:lnTo>
                    <a:lnTo>
                      <a:pt x="16" y="160"/>
                    </a:lnTo>
                    <a:lnTo>
                      <a:pt x="16" y="158"/>
                    </a:lnTo>
                    <a:lnTo>
                      <a:pt x="16" y="158"/>
                    </a:lnTo>
                    <a:lnTo>
                      <a:pt x="16" y="158"/>
                    </a:lnTo>
                    <a:lnTo>
                      <a:pt x="16" y="158"/>
                    </a:lnTo>
                    <a:lnTo>
                      <a:pt x="16" y="158"/>
                    </a:lnTo>
                    <a:lnTo>
                      <a:pt x="16" y="158"/>
                    </a:lnTo>
                    <a:lnTo>
                      <a:pt x="16" y="154"/>
                    </a:lnTo>
                    <a:lnTo>
                      <a:pt x="16" y="154"/>
                    </a:lnTo>
                    <a:lnTo>
                      <a:pt x="16" y="150"/>
                    </a:lnTo>
                    <a:lnTo>
                      <a:pt x="16" y="150"/>
                    </a:lnTo>
                    <a:lnTo>
                      <a:pt x="16" y="150"/>
                    </a:lnTo>
                    <a:lnTo>
                      <a:pt x="12" y="150"/>
                    </a:lnTo>
                    <a:lnTo>
                      <a:pt x="12" y="146"/>
                    </a:lnTo>
                    <a:lnTo>
                      <a:pt x="12" y="146"/>
                    </a:lnTo>
                    <a:lnTo>
                      <a:pt x="12" y="146"/>
                    </a:lnTo>
                    <a:lnTo>
                      <a:pt x="12" y="146"/>
                    </a:lnTo>
                    <a:lnTo>
                      <a:pt x="12" y="146"/>
                    </a:lnTo>
                    <a:lnTo>
                      <a:pt x="12" y="146"/>
                    </a:lnTo>
                    <a:lnTo>
                      <a:pt x="12" y="142"/>
                    </a:lnTo>
                    <a:lnTo>
                      <a:pt x="8" y="142"/>
                    </a:lnTo>
                    <a:lnTo>
                      <a:pt x="8" y="142"/>
                    </a:lnTo>
                    <a:lnTo>
                      <a:pt x="12" y="142"/>
                    </a:lnTo>
                    <a:lnTo>
                      <a:pt x="12" y="142"/>
                    </a:lnTo>
                    <a:lnTo>
                      <a:pt x="12" y="142"/>
                    </a:lnTo>
                    <a:lnTo>
                      <a:pt x="12" y="142"/>
                    </a:lnTo>
                    <a:lnTo>
                      <a:pt x="12" y="138"/>
                    </a:lnTo>
                    <a:lnTo>
                      <a:pt x="12" y="138"/>
                    </a:lnTo>
                    <a:lnTo>
                      <a:pt x="12" y="138"/>
                    </a:lnTo>
                    <a:lnTo>
                      <a:pt x="12" y="138"/>
                    </a:lnTo>
                    <a:lnTo>
                      <a:pt x="12" y="142"/>
                    </a:lnTo>
                    <a:lnTo>
                      <a:pt x="12" y="142"/>
                    </a:lnTo>
                    <a:lnTo>
                      <a:pt x="12" y="142"/>
                    </a:lnTo>
                    <a:lnTo>
                      <a:pt x="12" y="142"/>
                    </a:lnTo>
                    <a:lnTo>
                      <a:pt x="12" y="138"/>
                    </a:lnTo>
                    <a:lnTo>
                      <a:pt x="12" y="138"/>
                    </a:lnTo>
                    <a:lnTo>
                      <a:pt x="12" y="138"/>
                    </a:lnTo>
                    <a:lnTo>
                      <a:pt x="12" y="138"/>
                    </a:lnTo>
                    <a:lnTo>
                      <a:pt x="12" y="134"/>
                    </a:lnTo>
                    <a:lnTo>
                      <a:pt x="12" y="132"/>
                    </a:lnTo>
                    <a:lnTo>
                      <a:pt x="12" y="132"/>
                    </a:lnTo>
                    <a:lnTo>
                      <a:pt x="16" y="128"/>
                    </a:lnTo>
                    <a:lnTo>
                      <a:pt x="12" y="128"/>
                    </a:lnTo>
                    <a:lnTo>
                      <a:pt x="12" y="124"/>
                    </a:lnTo>
                    <a:lnTo>
                      <a:pt x="12" y="124"/>
                    </a:lnTo>
                    <a:lnTo>
                      <a:pt x="12" y="120"/>
                    </a:lnTo>
                    <a:lnTo>
                      <a:pt x="12" y="120"/>
                    </a:lnTo>
                    <a:lnTo>
                      <a:pt x="12" y="120"/>
                    </a:lnTo>
                    <a:lnTo>
                      <a:pt x="8" y="120"/>
                    </a:lnTo>
                    <a:lnTo>
                      <a:pt x="8" y="118"/>
                    </a:lnTo>
                    <a:lnTo>
                      <a:pt x="8" y="120"/>
                    </a:lnTo>
                    <a:lnTo>
                      <a:pt x="8" y="120"/>
                    </a:lnTo>
                    <a:lnTo>
                      <a:pt x="8" y="120"/>
                    </a:lnTo>
                    <a:lnTo>
                      <a:pt x="8" y="120"/>
                    </a:lnTo>
                    <a:lnTo>
                      <a:pt x="8" y="120"/>
                    </a:lnTo>
                    <a:lnTo>
                      <a:pt x="8" y="120"/>
                    </a:lnTo>
                    <a:lnTo>
                      <a:pt x="4" y="114"/>
                    </a:lnTo>
                    <a:lnTo>
                      <a:pt x="4" y="114"/>
                    </a:lnTo>
                    <a:lnTo>
                      <a:pt x="4" y="110"/>
                    </a:lnTo>
                    <a:lnTo>
                      <a:pt x="4" y="114"/>
                    </a:lnTo>
                    <a:lnTo>
                      <a:pt x="0" y="114"/>
                    </a:lnTo>
                    <a:lnTo>
                      <a:pt x="4" y="114"/>
                    </a:lnTo>
                    <a:lnTo>
                      <a:pt x="0" y="118"/>
                    </a:lnTo>
                    <a:lnTo>
                      <a:pt x="0" y="118"/>
                    </a:lnTo>
                    <a:lnTo>
                      <a:pt x="0" y="118"/>
                    </a:lnTo>
                    <a:lnTo>
                      <a:pt x="0" y="118"/>
                    </a:lnTo>
                    <a:lnTo>
                      <a:pt x="0" y="118"/>
                    </a:lnTo>
                    <a:lnTo>
                      <a:pt x="0" y="114"/>
                    </a:lnTo>
                    <a:lnTo>
                      <a:pt x="0" y="114"/>
                    </a:lnTo>
                    <a:lnTo>
                      <a:pt x="4" y="114"/>
                    </a:lnTo>
                    <a:lnTo>
                      <a:pt x="4" y="110"/>
                    </a:lnTo>
                    <a:lnTo>
                      <a:pt x="4" y="110"/>
                    </a:lnTo>
                    <a:lnTo>
                      <a:pt x="8" y="110"/>
                    </a:lnTo>
                    <a:lnTo>
                      <a:pt x="16" y="110"/>
                    </a:lnTo>
                    <a:lnTo>
                      <a:pt x="16" y="110"/>
                    </a:lnTo>
                    <a:lnTo>
                      <a:pt x="20" y="110"/>
                    </a:lnTo>
                    <a:lnTo>
                      <a:pt x="20" y="110"/>
                    </a:lnTo>
                    <a:lnTo>
                      <a:pt x="26" y="110"/>
                    </a:lnTo>
                    <a:lnTo>
                      <a:pt x="30" y="110"/>
                    </a:lnTo>
                    <a:lnTo>
                      <a:pt x="34" y="110"/>
                    </a:lnTo>
                    <a:lnTo>
                      <a:pt x="38" y="110"/>
                    </a:lnTo>
                    <a:lnTo>
                      <a:pt x="42" y="110"/>
                    </a:lnTo>
                    <a:lnTo>
                      <a:pt x="42" y="110"/>
                    </a:lnTo>
                    <a:lnTo>
                      <a:pt x="46" y="110"/>
                    </a:lnTo>
                    <a:lnTo>
                      <a:pt x="54" y="110"/>
                    </a:lnTo>
                    <a:lnTo>
                      <a:pt x="60" y="110"/>
                    </a:lnTo>
                    <a:lnTo>
                      <a:pt x="60" y="106"/>
                    </a:lnTo>
                    <a:lnTo>
                      <a:pt x="60" y="98"/>
                    </a:lnTo>
                    <a:lnTo>
                      <a:pt x="56" y="94"/>
                    </a:lnTo>
                    <a:lnTo>
                      <a:pt x="56" y="94"/>
                    </a:lnTo>
                    <a:lnTo>
                      <a:pt x="56" y="90"/>
                    </a:lnTo>
                    <a:lnTo>
                      <a:pt x="56" y="90"/>
                    </a:lnTo>
                    <a:lnTo>
                      <a:pt x="56" y="88"/>
                    </a:lnTo>
                    <a:lnTo>
                      <a:pt x="56" y="88"/>
                    </a:lnTo>
                    <a:lnTo>
                      <a:pt x="56" y="88"/>
                    </a:lnTo>
                    <a:lnTo>
                      <a:pt x="56" y="84"/>
                    </a:lnTo>
                    <a:lnTo>
                      <a:pt x="56" y="84"/>
                    </a:lnTo>
                    <a:lnTo>
                      <a:pt x="56" y="80"/>
                    </a:lnTo>
                    <a:lnTo>
                      <a:pt x="56" y="80"/>
                    </a:lnTo>
                    <a:lnTo>
                      <a:pt x="60" y="80"/>
                    </a:lnTo>
                    <a:lnTo>
                      <a:pt x="64" y="76"/>
                    </a:lnTo>
                    <a:lnTo>
                      <a:pt x="64" y="76"/>
                    </a:lnTo>
                    <a:lnTo>
                      <a:pt x="64" y="72"/>
                    </a:lnTo>
                    <a:lnTo>
                      <a:pt x="64" y="72"/>
                    </a:lnTo>
                    <a:lnTo>
                      <a:pt x="68" y="72"/>
                    </a:lnTo>
                    <a:lnTo>
                      <a:pt x="72" y="72"/>
                    </a:lnTo>
                    <a:lnTo>
                      <a:pt x="72" y="72"/>
                    </a:lnTo>
                    <a:lnTo>
                      <a:pt x="72" y="72"/>
                    </a:lnTo>
                    <a:lnTo>
                      <a:pt x="72" y="64"/>
                    </a:lnTo>
                    <a:lnTo>
                      <a:pt x="72" y="60"/>
                    </a:lnTo>
                    <a:lnTo>
                      <a:pt x="72" y="54"/>
                    </a:lnTo>
                    <a:lnTo>
                      <a:pt x="72" y="54"/>
                    </a:lnTo>
                    <a:lnTo>
                      <a:pt x="72" y="46"/>
                    </a:lnTo>
                    <a:lnTo>
                      <a:pt x="72" y="46"/>
                    </a:lnTo>
                    <a:lnTo>
                      <a:pt x="72" y="46"/>
                    </a:lnTo>
                    <a:lnTo>
                      <a:pt x="72" y="38"/>
                    </a:lnTo>
                    <a:lnTo>
                      <a:pt x="72" y="38"/>
                    </a:lnTo>
                    <a:lnTo>
                      <a:pt x="72" y="38"/>
                    </a:lnTo>
                    <a:lnTo>
                      <a:pt x="72" y="30"/>
                    </a:lnTo>
                    <a:lnTo>
                      <a:pt x="72" y="30"/>
                    </a:lnTo>
                    <a:lnTo>
                      <a:pt x="72" y="30"/>
                    </a:lnTo>
                    <a:lnTo>
                      <a:pt x="72" y="24"/>
                    </a:lnTo>
                    <a:lnTo>
                      <a:pt x="80" y="24"/>
                    </a:lnTo>
                    <a:lnTo>
                      <a:pt x="84" y="24"/>
                    </a:lnTo>
                    <a:lnTo>
                      <a:pt x="90" y="24"/>
                    </a:lnTo>
                    <a:lnTo>
                      <a:pt x="94" y="24"/>
                    </a:lnTo>
                    <a:lnTo>
                      <a:pt x="102" y="24"/>
                    </a:lnTo>
                    <a:lnTo>
                      <a:pt x="102" y="24"/>
                    </a:lnTo>
                    <a:lnTo>
                      <a:pt x="102" y="24"/>
                    </a:lnTo>
                    <a:lnTo>
                      <a:pt x="102" y="24"/>
                    </a:lnTo>
                    <a:lnTo>
                      <a:pt x="106" y="24"/>
                    </a:lnTo>
                    <a:lnTo>
                      <a:pt x="106" y="24"/>
                    </a:lnTo>
                    <a:lnTo>
                      <a:pt x="110" y="24"/>
                    </a:lnTo>
                    <a:lnTo>
                      <a:pt x="110" y="24"/>
                    </a:lnTo>
                    <a:lnTo>
                      <a:pt x="120" y="24"/>
                    </a:lnTo>
                    <a:lnTo>
                      <a:pt x="120" y="24"/>
                    </a:lnTo>
                    <a:lnTo>
                      <a:pt x="120" y="24"/>
                    </a:lnTo>
                    <a:lnTo>
                      <a:pt x="120" y="16"/>
                    </a:lnTo>
                    <a:lnTo>
                      <a:pt x="120" y="8"/>
                    </a:lnTo>
                    <a:lnTo>
                      <a:pt x="120" y="8"/>
                    </a:lnTo>
                    <a:lnTo>
                      <a:pt x="120" y="0"/>
                    </a:lnTo>
                    <a:lnTo>
                      <a:pt x="120" y="0"/>
                    </a:lnTo>
                    <a:lnTo>
                      <a:pt x="128" y="4"/>
                    </a:lnTo>
                    <a:lnTo>
                      <a:pt x="128" y="8"/>
                    </a:lnTo>
                    <a:lnTo>
                      <a:pt x="136" y="12"/>
                    </a:lnTo>
                    <a:lnTo>
                      <a:pt x="136" y="12"/>
                    </a:lnTo>
                    <a:lnTo>
                      <a:pt x="140" y="16"/>
                    </a:lnTo>
                    <a:lnTo>
                      <a:pt x="142" y="16"/>
                    </a:lnTo>
                    <a:lnTo>
                      <a:pt x="142" y="20"/>
                    </a:lnTo>
                    <a:lnTo>
                      <a:pt x="146" y="20"/>
                    </a:lnTo>
                    <a:lnTo>
                      <a:pt x="150" y="24"/>
                    </a:lnTo>
                    <a:lnTo>
                      <a:pt x="154" y="28"/>
                    </a:lnTo>
                    <a:lnTo>
                      <a:pt x="154" y="28"/>
                    </a:lnTo>
                    <a:lnTo>
                      <a:pt x="162" y="30"/>
                    </a:lnTo>
                    <a:lnTo>
                      <a:pt x="162" y="30"/>
                    </a:lnTo>
                    <a:lnTo>
                      <a:pt x="166" y="34"/>
                    </a:lnTo>
                    <a:lnTo>
                      <a:pt x="170" y="38"/>
                    </a:lnTo>
                    <a:lnTo>
                      <a:pt x="172" y="42"/>
                    </a:lnTo>
                    <a:lnTo>
                      <a:pt x="172" y="42"/>
                    </a:lnTo>
                    <a:lnTo>
                      <a:pt x="176" y="42"/>
                    </a:lnTo>
                    <a:lnTo>
                      <a:pt x="176" y="42"/>
                    </a:lnTo>
                    <a:lnTo>
                      <a:pt x="176" y="42"/>
                    </a:lnTo>
                    <a:lnTo>
                      <a:pt x="172" y="42"/>
                    </a:lnTo>
                    <a:lnTo>
                      <a:pt x="162" y="42"/>
                    </a:lnTo>
                    <a:lnTo>
                      <a:pt x="158" y="42"/>
                    </a:lnTo>
                    <a:lnTo>
                      <a:pt x="154" y="42"/>
                    </a:lnTo>
                    <a:lnTo>
                      <a:pt x="154" y="42"/>
                    </a:lnTo>
                    <a:lnTo>
                      <a:pt x="150" y="42"/>
                    </a:lnTo>
                    <a:lnTo>
                      <a:pt x="150" y="42"/>
                    </a:lnTo>
                    <a:lnTo>
                      <a:pt x="150" y="50"/>
                    </a:lnTo>
                    <a:lnTo>
                      <a:pt x="150" y="50"/>
                    </a:lnTo>
                    <a:lnTo>
                      <a:pt x="150" y="54"/>
                    </a:lnTo>
                    <a:lnTo>
                      <a:pt x="150" y="58"/>
                    </a:lnTo>
                    <a:lnTo>
                      <a:pt x="154" y="64"/>
                    </a:lnTo>
                    <a:lnTo>
                      <a:pt x="154" y="72"/>
                    </a:lnTo>
                    <a:lnTo>
                      <a:pt x="154" y="80"/>
                    </a:lnTo>
                    <a:lnTo>
                      <a:pt x="154" y="80"/>
                    </a:lnTo>
                    <a:lnTo>
                      <a:pt x="154" y="80"/>
                    </a:lnTo>
                    <a:lnTo>
                      <a:pt x="154" y="84"/>
                    </a:lnTo>
                    <a:lnTo>
                      <a:pt x="154" y="94"/>
                    </a:lnTo>
                    <a:lnTo>
                      <a:pt x="154" y="98"/>
                    </a:lnTo>
                    <a:lnTo>
                      <a:pt x="158" y="102"/>
                    </a:lnTo>
                    <a:lnTo>
                      <a:pt x="158" y="106"/>
                    </a:lnTo>
                    <a:lnTo>
                      <a:pt x="158" y="110"/>
                    </a:lnTo>
                    <a:lnTo>
                      <a:pt x="158" y="114"/>
                    </a:lnTo>
                    <a:lnTo>
                      <a:pt x="158" y="118"/>
                    </a:lnTo>
                    <a:lnTo>
                      <a:pt x="158" y="120"/>
                    </a:lnTo>
                    <a:lnTo>
                      <a:pt x="158" y="128"/>
                    </a:lnTo>
                    <a:lnTo>
                      <a:pt x="158" y="134"/>
                    </a:lnTo>
                    <a:lnTo>
                      <a:pt x="158" y="134"/>
                    </a:lnTo>
                    <a:lnTo>
                      <a:pt x="162" y="142"/>
                    </a:lnTo>
                    <a:lnTo>
                      <a:pt x="162" y="146"/>
                    </a:lnTo>
                    <a:lnTo>
                      <a:pt x="162" y="146"/>
                    </a:lnTo>
                    <a:lnTo>
                      <a:pt x="162" y="154"/>
                    </a:lnTo>
                    <a:lnTo>
                      <a:pt x="162" y="154"/>
                    </a:lnTo>
                    <a:lnTo>
                      <a:pt x="162" y="160"/>
                    </a:lnTo>
                    <a:lnTo>
                      <a:pt x="162" y="164"/>
                    </a:lnTo>
                    <a:lnTo>
                      <a:pt x="162" y="168"/>
                    </a:lnTo>
                    <a:lnTo>
                      <a:pt x="162" y="176"/>
                    </a:lnTo>
                    <a:lnTo>
                      <a:pt x="166" y="188"/>
                    </a:lnTo>
                    <a:lnTo>
                      <a:pt x="166" y="190"/>
                    </a:lnTo>
                    <a:lnTo>
                      <a:pt x="170" y="194"/>
                    </a:lnTo>
                    <a:lnTo>
                      <a:pt x="170" y="198"/>
                    </a:lnTo>
                    <a:lnTo>
                      <a:pt x="170" y="198"/>
                    </a:lnTo>
                    <a:lnTo>
                      <a:pt x="166" y="202"/>
                    </a:lnTo>
                    <a:lnTo>
                      <a:pt x="166" y="210"/>
                    </a:lnTo>
                    <a:lnTo>
                      <a:pt x="166" y="210"/>
                    </a:lnTo>
                    <a:lnTo>
                      <a:pt x="166" y="210"/>
                    </a:lnTo>
                    <a:lnTo>
                      <a:pt x="166" y="210"/>
                    </a:lnTo>
                    <a:lnTo>
                      <a:pt x="158" y="210"/>
                    </a:lnTo>
                    <a:lnTo>
                      <a:pt x="154" y="210"/>
                    </a:lnTo>
                    <a:lnTo>
                      <a:pt x="154" y="210"/>
                    </a:lnTo>
                    <a:lnTo>
                      <a:pt x="154" y="210"/>
                    </a:lnTo>
                    <a:lnTo>
                      <a:pt x="150" y="210"/>
                    </a:lnTo>
                    <a:lnTo>
                      <a:pt x="142" y="210"/>
                    </a:lnTo>
                    <a:lnTo>
                      <a:pt x="140" y="210"/>
                    </a:lnTo>
                    <a:lnTo>
                      <a:pt x="140" y="210"/>
                    </a:lnTo>
                    <a:lnTo>
                      <a:pt x="136" y="210"/>
                    </a:lnTo>
                    <a:lnTo>
                      <a:pt x="132" y="210"/>
                    </a:lnTo>
                    <a:lnTo>
                      <a:pt x="128" y="210"/>
                    </a:lnTo>
                    <a:lnTo>
                      <a:pt x="124" y="210"/>
                    </a:lnTo>
                    <a:lnTo>
                      <a:pt x="124" y="210"/>
                    </a:lnTo>
                    <a:lnTo>
                      <a:pt x="120" y="210"/>
                    </a:lnTo>
                    <a:lnTo>
                      <a:pt x="116" y="210"/>
                    </a:lnTo>
                    <a:lnTo>
                      <a:pt x="116" y="210"/>
                    </a:lnTo>
                    <a:lnTo>
                      <a:pt x="116" y="210"/>
                    </a:lnTo>
                    <a:lnTo>
                      <a:pt x="112" y="210"/>
                    </a:lnTo>
                    <a:lnTo>
                      <a:pt x="112" y="210"/>
                    </a:lnTo>
                    <a:lnTo>
                      <a:pt x="112" y="210"/>
                    </a:lnTo>
                    <a:lnTo>
                      <a:pt x="112" y="210"/>
                    </a:lnTo>
                    <a:lnTo>
                      <a:pt x="112" y="206"/>
                    </a:lnTo>
                    <a:lnTo>
                      <a:pt x="112" y="206"/>
                    </a:lnTo>
                    <a:lnTo>
                      <a:pt x="110" y="210"/>
                    </a:lnTo>
                    <a:lnTo>
                      <a:pt x="110" y="210"/>
                    </a:lnTo>
                    <a:lnTo>
                      <a:pt x="110" y="210"/>
                    </a:lnTo>
                    <a:lnTo>
                      <a:pt x="106" y="210"/>
                    </a:lnTo>
                    <a:lnTo>
                      <a:pt x="106" y="210"/>
                    </a:lnTo>
                    <a:lnTo>
                      <a:pt x="106" y="214"/>
                    </a:lnTo>
                    <a:lnTo>
                      <a:pt x="106" y="214"/>
                    </a:lnTo>
                    <a:lnTo>
                      <a:pt x="106" y="214"/>
                    </a:lnTo>
                    <a:lnTo>
                      <a:pt x="102" y="214"/>
                    </a:lnTo>
                    <a:lnTo>
                      <a:pt x="102" y="214"/>
                    </a:lnTo>
                    <a:lnTo>
                      <a:pt x="102" y="214"/>
                    </a:lnTo>
                    <a:lnTo>
                      <a:pt x="102" y="214"/>
                    </a:lnTo>
                    <a:lnTo>
                      <a:pt x="98" y="210"/>
                    </a:lnTo>
                    <a:lnTo>
                      <a:pt x="98" y="210"/>
                    </a:lnTo>
                    <a:lnTo>
                      <a:pt x="98" y="210"/>
                    </a:lnTo>
                    <a:lnTo>
                      <a:pt x="94" y="210"/>
                    </a:lnTo>
                    <a:lnTo>
                      <a:pt x="94" y="210"/>
                    </a:lnTo>
                    <a:lnTo>
                      <a:pt x="94" y="210"/>
                    </a:lnTo>
                    <a:lnTo>
                      <a:pt x="94" y="210"/>
                    </a:lnTo>
                    <a:lnTo>
                      <a:pt x="90" y="210"/>
                    </a:lnTo>
                    <a:lnTo>
                      <a:pt x="90" y="210"/>
                    </a:lnTo>
                    <a:lnTo>
                      <a:pt x="90" y="210"/>
                    </a:lnTo>
                    <a:lnTo>
                      <a:pt x="90" y="210"/>
                    </a:lnTo>
                    <a:close/>
                    <a:moveTo>
                      <a:pt x="12" y="138"/>
                    </a:moveTo>
                    <a:lnTo>
                      <a:pt x="12" y="138"/>
                    </a:lnTo>
                    <a:lnTo>
                      <a:pt x="12" y="138"/>
                    </a:lnTo>
                    <a:lnTo>
                      <a:pt x="12" y="134"/>
                    </a:lnTo>
                    <a:lnTo>
                      <a:pt x="12" y="134"/>
                    </a:lnTo>
                    <a:lnTo>
                      <a:pt x="12" y="134"/>
                    </a:lnTo>
                    <a:lnTo>
                      <a:pt x="12" y="134"/>
                    </a:lnTo>
                    <a:lnTo>
                      <a:pt x="12" y="134"/>
                    </a:lnTo>
                    <a:lnTo>
                      <a:pt x="12" y="134"/>
                    </a:lnTo>
                    <a:lnTo>
                      <a:pt x="12" y="134"/>
                    </a:lnTo>
                    <a:lnTo>
                      <a:pt x="12" y="134"/>
                    </a:lnTo>
                    <a:lnTo>
                      <a:pt x="12" y="134"/>
                    </a:lnTo>
                    <a:lnTo>
                      <a:pt x="12" y="138"/>
                    </a:lnTo>
                    <a:lnTo>
                      <a:pt x="12" y="138"/>
                    </a:lnTo>
                    <a:lnTo>
                      <a:pt x="12" y="138"/>
                    </a:lnTo>
                    <a:lnTo>
                      <a:pt x="12" y="138"/>
                    </a:lnTo>
                    <a:lnTo>
                      <a:pt x="12" y="138"/>
                    </a:lnTo>
                    <a:lnTo>
                      <a:pt x="12" y="138"/>
                    </a:lnTo>
                    <a:lnTo>
                      <a:pt x="12" y="138"/>
                    </a:lnTo>
                    <a:lnTo>
                      <a:pt x="12" y="1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4" name="Freeform 158"/>
              <p:cNvSpPr>
                <a:spLocks/>
              </p:cNvSpPr>
              <p:nvPr/>
            </p:nvSpPr>
            <p:spPr bwMode="gray">
              <a:xfrm>
                <a:off x="4476451" y="3413524"/>
                <a:ext cx="299153" cy="267846"/>
              </a:xfrm>
              <a:custGeom>
                <a:avLst/>
                <a:gdLst>
                  <a:gd name="T0" fmla="*/ 126 w 172"/>
                  <a:gd name="T1" fmla="*/ 16 h 154"/>
                  <a:gd name="T2" fmla="*/ 134 w 172"/>
                  <a:gd name="T3" fmla="*/ 16 h 154"/>
                  <a:gd name="T4" fmla="*/ 142 w 172"/>
                  <a:gd name="T5" fmla="*/ 16 h 154"/>
                  <a:gd name="T6" fmla="*/ 146 w 172"/>
                  <a:gd name="T7" fmla="*/ 16 h 154"/>
                  <a:gd name="T8" fmla="*/ 146 w 172"/>
                  <a:gd name="T9" fmla="*/ 16 h 154"/>
                  <a:gd name="T10" fmla="*/ 148 w 172"/>
                  <a:gd name="T11" fmla="*/ 16 h 154"/>
                  <a:gd name="T12" fmla="*/ 156 w 172"/>
                  <a:gd name="T13" fmla="*/ 20 h 154"/>
                  <a:gd name="T14" fmla="*/ 160 w 172"/>
                  <a:gd name="T15" fmla="*/ 26 h 154"/>
                  <a:gd name="T16" fmla="*/ 164 w 172"/>
                  <a:gd name="T17" fmla="*/ 38 h 154"/>
                  <a:gd name="T18" fmla="*/ 164 w 172"/>
                  <a:gd name="T19" fmla="*/ 46 h 154"/>
                  <a:gd name="T20" fmla="*/ 164 w 172"/>
                  <a:gd name="T21" fmla="*/ 56 h 154"/>
                  <a:gd name="T22" fmla="*/ 172 w 172"/>
                  <a:gd name="T23" fmla="*/ 64 h 154"/>
                  <a:gd name="T24" fmla="*/ 168 w 172"/>
                  <a:gd name="T25" fmla="*/ 72 h 154"/>
                  <a:gd name="T26" fmla="*/ 168 w 172"/>
                  <a:gd name="T27" fmla="*/ 76 h 154"/>
                  <a:gd name="T28" fmla="*/ 160 w 172"/>
                  <a:gd name="T29" fmla="*/ 72 h 154"/>
                  <a:gd name="T30" fmla="*/ 152 w 172"/>
                  <a:gd name="T31" fmla="*/ 72 h 154"/>
                  <a:gd name="T32" fmla="*/ 146 w 172"/>
                  <a:gd name="T33" fmla="*/ 76 h 154"/>
                  <a:gd name="T34" fmla="*/ 142 w 172"/>
                  <a:gd name="T35" fmla="*/ 78 h 154"/>
                  <a:gd name="T36" fmla="*/ 134 w 172"/>
                  <a:gd name="T37" fmla="*/ 78 h 154"/>
                  <a:gd name="T38" fmla="*/ 130 w 172"/>
                  <a:gd name="T39" fmla="*/ 86 h 154"/>
                  <a:gd name="T40" fmla="*/ 134 w 172"/>
                  <a:gd name="T41" fmla="*/ 94 h 154"/>
                  <a:gd name="T42" fmla="*/ 130 w 172"/>
                  <a:gd name="T43" fmla="*/ 94 h 154"/>
                  <a:gd name="T44" fmla="*/ 126 w 172"/>
                  <a:gd name="T45" fmla="*/ 98 h 154"/>
                  <a:gd name="T46" fmla="*/ 118 w 172"/>
                  <a:gd name="T47" fmla="*/ 102 h 154"/>
                  <a:gd name="T48" fmla="*/ 116 w 172"/>
                  <a:gd name="T49" fmla="*/ 108 h 154"/>
                  <a:gd name="T50" fmla="*/ 112 w 172"/>
                  <a:gd name="T51" fmla="*/ 112 h 154"/>
                  <a:gd name="T52" fmla="*/ 100 w 172"/>
                  <a:gd name="T53" fmla="*/ 116 h 154"/>
                  <a:gd name="T54" fmla="*/ 96 w 172"/>
                  <a:gd name="T55" fmla="*/ 116 h 154"/>
                  <a:gd name="T56" fmla="*/ 92 w 172"/>
                  <a:gd name="T57" fmla="*/ 120 h 154"/>
                  <a:gd name="T58" fmla="*/ 86 w 172"/>
                  <a:gd name="T59" fmla="*/ 120 h 154"/>
                  <a:gd name="T60" fmla="*/ 78 w 172"/>
                  <a:gd name="T61" fmla="*/ 124 h 154"/>
                  <a:gd name="T62" fmla="*/ 74 w 172"/>
                  <a:gd name="T63" fmla="*/ 124 h 154"/>
                  <a:gd name="T64" fmla="*/ 66 w 172"/>
                  <a:gd name="T65" fmla="*/ 130 h 154"/>
                  <a:gd name="T66" fmla="*/ 62 w 172"/>
                  <a:gd name="T67" fmla="*/ 154 h 154"/>
                  <a:gd name="T68" fmla="*/ 44 w 172"/>
                  <a:gd name="T69" fmla="*/ 154 h 154"/>
                  <a:gd name="T70" fmla="*/ 0 w 172"/>
                  <a:gd name="T71" fmla="*/ 154 h 154"/>
                  <a:gd name="T72" fmla="*/ 4 w 172"/>
                  <a:gd name="T73" fmla="*/ 150 h 154"/>
                  <a:gd name="T74" fmla="*/ 18 w 172"/>
                  <a:gd name="T75" fmla="*/ 146 h 154"/>
                  <a:gd name="T76" fmla="*/ 30 w 172"/>
                  <a:gd name="T77" fmla="*/ 134 h 154"/>
                  <a:gd name="T78" fmla="*/ 36 w 172"/>
                  <a:gd name="T79" fmla="*/ 130 h 154"/>
                  <a:gd name="T80" fmla="*/ 40 w 172"/>
                  <a:gd name="T81" fmla="*/ 124 h 154"/>
                  <a:gd name="T82" fmla="*/ 48 w 172"/>
                  <a:gd name="T83" fmla="*/ 116 h 154"/>
                  <a:gd name="T84" fmla="*/ 52 w 172"/>
                  <a:gd name="T85" fmla="*/ 104 h 154"/>
                  <a:gd name="T86" fmla="*/ 48 w 172"/>
                  <a:gd name="T87" fmla="*/ 98 h 154"/>
                  <a:gd name="T88" fmla="*/ 48 w 172"/>
                  <a:gd name="T89" fmla="*/ 86 h 154"/>
                  <a:gd name="T90" fmla="*/ 48 w 172"/>
                  <a:gd name="T91" fmla="*/ 78 h 154"/>
                  <a:gd name="T92" fmla="*/ 56 w 172"/>
                  <a:gd name="T93" fmla="*/ 64 h 154"/>
                  <a:gd name="T94" fmla="*/ 60 w 172"/>
                  <a:gd name="T95" fmla="*/ 60 h 154"/>
                  <a:gd name="T96" fmla="*/ 66 w 172"/>
                  <a:gd name="T97" fmla="*/ 52 h 154"/>
                  <a:gd name="T98" fmla="*/ 70 w 172"/>
                  <a:gd name="T99" fmla="*/ 50 h 154"/>
                  <a:gd name="T100" fmla="*/ 82 w 172"/>
                  <a:gd name="T101" fmla="*/ 42 h 154"/>
                  <a:gd name="T102" fmla="*/ 90 w 172"/>
                  <a:gd name="T103" fmla="*/ 38 h 154"/>
                  <a:gd name="T104" fmla="*/ 96 w 172"/>
                  <a:gd name="T105" fmla="*/ 22 h 154"/>
                  <a:gd name="T106" fmla="*/ 100 w 172"/>
                  <a:gd name="T107" fmla="*/ 12 h 154"/>
                  <a:gd name="T108" fmla="*/ 108 w 172"/>
                  <a:gd name="T109" fmla="*/ 4 h 154"/>
                  <a:gd name="T110" fmla="*/ 112 w 172"/>
                  <a:gd name="T111" fmla="*/ 4 h 154"/>
                  <a:gd name="T112" fmla="*/ 112 w 172"/>
                  <a:gd name="T113" fmla="*/ 8 h 154"/>
                  <a:gd name="T114" fmla="*/ 122 w 172"/>
                  <a:gd name="T115" fmla="*/ 16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72" h="154">
                    <a:moveTo>
                      <a:pt x="122" y="16"/>
                    </a:moveTo>
                    <a:lnTo>
                      <a:pt x="122" y="16"/>
                    </a:lnTo>
                    <a:lnTo>
                      <a:pt x="122" y="16"/>
                    </a:lnTo>
                    <a:lnTo>
                      <a:pt x="126" y="16"/>
                    </a:lnTo>
                    <a:lnTo>
                      <a:pt x="126" y="16"/>
                    </a:lnTo>
                    <a:lnTo>
                      <a:pt x="126" y="16"/>
                    </a:lnTo>
                    <a:lnTo>
                      <a:pt x="126" y="16"/>
                    </a:lnTo>
                    <a:lnTo>
                      <a:pt x="126" y="16"/>
                    </a:lnTo>
                    <a:lnTo>
                      <a:pt x="130" y="16"/>
                    </a:lnTo>
                    <a:lnTo>
                      <a:pt x="130" y="16"/>
                    </a:lnTo>
                    <a:lnTo>
                      <a:pt x="130" y="16"/>
                    </a:lnTo>
                    <a:lnTo>
                      <a:pt x="130" y="16"/>
                    </a:lnTo>
                    <a:lnTo>
                      <a:pt x="130" y="16"/>
                    </a:lnTo>
                    <a:lnTo>
                      <a:pt x="134" y="16"/>
                    </a:lnTo>
                    <a:lnTo>
                      <a:pt x="134" y="16"/>
                    </a:lnTo>
                    <a:lnTo>
                      <a:pt x="134" y="16"/>
                    </a:lnTo>
                    <a:lnTo>
                      <a:pt x="134" y="16"/>
                    </a:lnTo>
                    <a:lnTo>
                      <a:pt x="134" y="16"/>
                    </a:lnTo>
                    <a:lnTo>
                      <a:pt x="138" y="16"/>
                    </a:lnTo>
                    <a:lnTo>
                      <a:pt x="138" y="16"/>
                    </a:lnTo>
                    <a:lnTo>
                      <a:pt x="138" y="16"/>
                    </a:lnTo>
                    <a:lnTo>
                      <a:pt x="138" y="16"/>
                    </a:lnTo>
                    <a:lnTo>
                      <a:pt x="142" y="16"/>
                    </a:lnTo>
                    <a:lnTo>
                      <a:pt x="142" y="16"/>
                    </a:lnTo>
                    <a:lnTo>
                      <a:pt x="146" y="12"/>
                    </a:lnTo>
                    <a:lnTo>
                      <a:pt x="146" y="12"/>
                    </a:lnTo>
                    <a:lnTo>
                      <a:pt x="146" y="12"/>
                    </a:lnTo>
                    <a:lnTo>
                      <a:pt x="146" y="12"/>
                    </a:lnTo>
                    <a:lnTo>
                      <a:pt x="146" y="12"/>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8" y="16"/>
                    </a:lnTo>
                    <a:lnTo>
                      <a:pt x="148" y="16"/>
                    </a:lnTo>
                    <a:lnTo>
                      <a:pt x="148" y="16"/>
                    </a:lnTo>
                    <a:lnTo>
                      <a:pt x="148" y="20"/>
                    </a:lnTo>
                    <a:lnTo>
                      <a:pt x="148" y="20"/>
                    </a:lnTo>
                    <a:lnTo>
                      <a:pt x="152" y="16"/>
                    </a:lnTo>
                    <a:lnTo>
                      <a:pt x="152" y="16"/>
                    </a:lnTo>
                    <a:lnTo>
                      <a:pt x="152" y="20"/>
                    </a:lnTo>
                    <a:lnTo>
                      <a:pt x="156" y="20"/>
                    </a:lnTo>
                    <a:lnTo>
                      <a:pt x="156" y="20"/>
                    </a:lnTo>
                    <a:lnTo>
                      <a:pt x="156" y="20"/>
                    </a:lnTo>
                    <a:lnTo>
                      <a:pt x="156" y="20"/>
                    </a:lnTo>
                    <a:lnTo>
                      <a:pt x="156" y="20"/>
                    </a:lnTo>
                    <a:lnTo>
                      <a:pt x="160" y="22"/>
                    </a:lnTo>
                    <a:lnTo>
                      <a:pt x="160" y="22"/>
                    </a:lnTo>
                    <a:lnTo>
                      <a:pt x="160" y="22"/>
                    </a:lnTo>
                    <a:lnTo>
                      <a:pt x="160" y="26"/>
                    </a:lnTo>
                    <a:lnTo>
                      <a:pt x="160" y="26"/>
                    </a:lnTo>
                    <a:lnTo>
                      <a:pt x="160" y="26"/>
                    </a:lnTo>
                    <a:lnTo>
                      <a:pt x="160" y="30"/>
                    </a:lnTo>
                    <a:lnTo>
                      <a:pt x="164" y="30"/>
                    </a:lnTo>
                    <a:lnTo>
                      <a:pt x="160" y="30"/>
                    </a:lnTo>
                    <a:lnTo>
                      <a:pt x="160" y="30"/>
                    </a:lnTo>
                    <a:lnTo>
                      <a:pt x="160" y="30"/>
                    </a:lnTo>
                    <a:lnTo>
                      <a:pt x="160" y="34"/>
                    </a:lnTo>
                    <a:lnTo>
                      <a:pt x="164" y="38"/>
                    </a:lnTo>
                    <a:lnTo>
                      <a:pt x="164" y="38"/>
                    </a:lnTo>
                    <a:lnTo>
                      <a:pt x="164" y="38"/>
                    </a:lnTo>
                    <a:lnTo>
                      <a:pt x="164" y="42"/>
                    </a:lnTo>
                    <a:lnTo>
                      <a:pt x="160" y="42"/>
                    </a:lnTo>
                    <a:lnTo>
                      <a:pt x="164" y="46"/>
                    </a:lnTo>
                    <a:lnTo>
                      <a:pt x="164" y="46"/>
                    </a:lnTo>
                    <a:lnTo>
                      <a:pt x="164" y="46"/>
                    </a:lnTo>
                    <a:lnTo>
                      <a:pt x="164" y="46"/>
                    </a:lnTo>
                    <a:lnTo>
                      <a:pt x="164" y="46"/>
                    </a:lnTo>
                    <a:lnTo>
                      <a:pt x="164" y="50"/>
                    </a:lnTo>
                    <a:lnTo>
                      <a:pt x="164" y="50"/>
                    </a:lnTo>
                    <a:lnTo>
                      <a:pt x="164" y="50"/>
                    </a:lnTo>
                    <a:lnTo>
                      <a:pt x="164" y="52"/>
                    </a:lnTo>
                    <a:lnTo>
                      <a:pt x="164" y="52"/>
                    </a:lnTo>
                    <a:lnTo>
                      <a:pt x="164" y="52"/>
                    </a:lnTo>
                    <a:lnTo>
                      <a:pt x="164" y="52"/>
                    </a:lnTo>
                    <a:lnTo>
                      <a:pt x="164" y="56"/>
                    </a:lnTo>
                    <a:lnTo>
                      <a:pt x="164" y="56"/>
                    </a:lnTo>
                    <a:lnTo>
                      <a:pt x="164" y="56"/>
                    </a:lnTo>
                    <a:lnTo>
                      <a:pt x="164" y="56"/>
                    </a:lnTo>
                    <a:lnTo>
                      <a:pt x="164" y="56"/>
                    </a:lnTo>
                    <a:lnTo>
                      <a:pt x="164" y="56"/>
                    </a:lnTo>
                    <a:lnTo>
                      <a:pt x="168" y="60"/>
                    </a:lnTo>
                    <a:lnTo>
                      <a:pt x="168" y="64"/>
                    </a:lnTo>
                    <a:lnTo>
                      <a:pt x="172" y="64"/>
                    </a:lnTo>
                    <a:lnTo>
                      <a:pt x="172" y="68"/>
                    </a:lnTo>
                    <a:lnTo>
                      <a:pt x="172" y="68"/>
                    </a:lnTo>
                    <a:lnTo>
                      <a:pt x="172" y="68"/>
                    </a:lnTo>
                    <a:lnTo>
                      <a:pt x="172" y="68"/>
                    </a:lnTo>
                    <a:lnTo>
                      <a:pt x="168" y="68"/>
                    </a:lnTo>
                    <a:lnTo>
                      <a:pt x="168" y="68"/>
                    </a:lnTo>
                    <a:lnTo>
                      <a:pt x="168" y="68"/>
                    </a:lnTo>
                    <a:lnTo>
                      <a:pt x="168" y="72"/>
                    </a:lnTo>
                    <a:lnTo>
                      <a:pt x="168" y="72"/>
                    </a:lnTo>
                    <a:lnTo>
                      <a:pt x="168" y="72"/>
                    </a:lnTo>
                    <a:lnTo>
                      <a:pt x="168" y="72"/>
                    </a:lnTo>
                    <a:lnTo>
                      <a:pt x="168" y="72"/>
                    </a:lnTo>
                    <a:lnTo>
                      <a:pt x="168" y="72"/>
                    </a:lnTo>
                    <a:lnTo>
                      <a:pt x="172" y="72"/>
                    </a:lnTo>
                    <a:lnTo>
                      <a:pt x="172" y="72"/>
                    </a:lnTo>
                    <a:lnTo>
                      <a:pt x="168" y="76"/>
                    </a:lnTo>
                    <a:lnTo>
                      <a:pt x="168" y="76"/>
                    </a:lnTo>
                    <a:lnTo>
                      <a:pt x="168" y="76"/>
                    </a:lnTo>
                    <a:lnTo>
                      <a:pt x="168" y="76"/>
                    </a:lnTo>
                    <a:lnTo>
                      <a:pt x="168" y="72"/>
                    </a:lnTo>
                    <a:lnTo>
                      <a:pt x="164" y="72"/>
                    </a:lnTo>
                    <a:lnTo>
                      <a:pt x="164" y="72"/>
                    </a:lnTo>
                    <a:lnTo>
                      <a:pt x="164" y="72"/>
                    </a:lnTo>
                    <a:lnTo>
                      <a:pt x="160" y="72"/>
                    </a:lnTo>
                    <a:lnTo>
                      <a:pt x="160" y="72"/>
                    </a:lnTo>
                    <a:lnTo>
                      <a:pt x="156" y="72"/>
                    </a:lnTo>
                    <a:lnTo>
                      <a:pt x="156" y="72"/>
                    </a:lnTo>
                    <a:lnTo>
                      <a:pt x="156" y="72"/>
                    </a:lnTo>
                    <a:lnTo>
                      <a:pt x="156" y="72"/>
                    </a:lnTo>
                    <a:lnTo>
                      <a:pt x="152" y="72"/>
                    </a:lnTo>
                    <a:lnTo>
                      <a:pt x="152" y="72"/>
                    </a:lnTo>
                    <a:lnTo>
                      <a:pt x="152" y="72"/>
                    </a:lnTo>
                    <a:lnTo>
                      <a:pt x="152" y="72"/>
                    </a:lnTo>
                    <a:lnTo>
                      <a:pt x="152" y="72"/>
                    </a:lnTo>
                    <a:lnTo>
                      <a:pt x="146" y="76"/>
                    </a:lnTo>
                    <a:lnTo>
                      <a:pt x="146" y="76"/>
                    </a:lnTo>
                    <a:lnTo>
                      <a:pt x="146" y="76"/>
                    </a:lnTo>
                    <a:lnTo>
                      <a:pt x="146" y="76"/>
                    </a:lnTo>
                    <a:lnTo>
                      <a:pt x="146" y="76"/>
                    </a:lnTo>
                    <a:lnTo>
                      <a:pt x="146" y="76"/>
                    </a:lnTo>
                    <a:lnTo>
                      <a:pt x="146" y="76"/>
                    </a:lnTo>
                    <a:lnTo>
                      <a:pt x="146" y="78"/>
                    </a:lnTo>
                    <a:lnTo>
                      <a:pt x="146" y="78"/>
                    </a:lnTo>
                    <a:lnTo>
                      <a:pt x="146" y="78"/>
                    </a:lnTo>
                    <a:lnTo>
                      <a:pt x="142" y="78"/>
                    </a:lnTo>
                    <a:lnTo>
                      <a:pt x="142" y="78"/>
                    </a:lnTo>
                    <a:lnTo>
                      <a:pt x="142" y="78"/>
                    </a:lnTo>
                    <a:lnTo>
                      <a:pt x="142" y="78"/>
                    </a:lnTo>
                    <a:lnTo>
                      <a:pt x="138" y="78"/>
                    </a:lnTo>
                    <a:lnTo>
                      <a:pt x="138" y="78"/>
                    </a:lnTo>
                    <a:lnTo>
                      <a:pt x="138" y="82"/>
                    </a:lnTo>
                    <a:lnTo>
                      <a:pt x="138" y="82"/>
                    </a:lnTo>
                    <a:lnTo>
                      <a:pt x="138" y="82"/>
                    </a:lnTo>
                    <a:lnTo>
                      <a:pt x="134" y="82"/>
                    </a:lnTo>
                    <a:lnTo>
                      <a:pt x="134" y="78"/>
                    </a:lnTo>
                    <a:lnTo>
                      <a:pt x="134" y="78"/>
                    </a:lnTo>
                    <a:lnTo>
                      <a:pt x="134" y="78"/>
                    </a:lnTo>
                    <a:lnTo>
                      <a:pt x="134" y="78"/>
                    </a:lnTo>
                    <a:lnTo>
                      <a:pt x="134" y="78"/>
                    </a:lnTo>
                    <a:lnTo>
                      <a:pt x="134" y="78"/>
                    </a:lnTo>
                    <a:lnTo>
                      <a:pt x="130" y="82"/>
                    </a:lnTo>
                    <a:lnTo>
                      <a:pt x="130" y="82"/>
                    </a:lnTo>
                    <a:lnTo>
                      <a:pt x="130" y="86"/>
                    </a:lnTo>
                    <a:lnTo>
                      <a:pt x="130" y="86"/>
                    </a:lnTo>
                    <a:lnTo>
                      <a:pt x="134" y="86"/>
                    </a:lnTo>
                    <a:lnTo>
                      <a:pt x="130" y="90"/>
                    </a:lnTo>
                    <a:lnTo>
                      <a:pt x="130" y="90"/>
                    </a:lnTo>
                    <a:lnTo>
                      <a:pt x="134" y="90"/>
                    </a:lnTo>
                    <a:lnTo>
                      <a:pt x="134" y="90"/>
                    </a:lnTo>
                    <a:lnTo>
                      <a:pt x="134" y="90"/>
                    </a:lnTo>
                    <a:lnTo>
                      <a:pt x="134" y="90"/>
                    </a:lnTo>
                    <a:lnTo>
                      <a:pt x="134" y="94"/>
                    </a:lnTo>
                    <a:lnTo>
                      <a:pt x="134" y="94"/>
                    </a:lnTo>
                    <a:lnTo>
                      <a:pt x="134" y="94"/>
                    </a:lnTo>
                    <a:lnTo>
                      <a:pt x="134" y="94"/>
                    </a:lnTo>
                    <a:lnTo>
                      <a:pt x="134" y="94"/>
                    </a:lnTo>
                    <a:lnTo>
                      <a:pt x="134" y="94"/>
                    </a:lnTo>
                    <a:lnTo>
                      <a:pt x="134" y="94"/>
                    </a:lnTo>
                    <a:lnTo>
                      <a:pt x="130" y="94"/>
                    </a:lnTo>
                    <a:lnTo>
                      <a:pt x="130" y="94"/>
                    </a:lnTo>
                    <a:lnTo>
                      <a:pt x="130" y="94"/>
                    </a:lnTo>
                    <a:lnTo>
                      <a:pt x="130" y="94"/>
                    </a:lnTo>
                    <a:lnTo>
                      <a:pt x="130" y="94"/>
                    </a:lnTo>
                    <a:lnTo>
                      <a:pt x="130" y="94"/>
                    </a:lnTo>
                    <a:lnTo>
                      <a:pt x="126" y="98"/>
                    </a:lnTo>
                    <a:lnTo>
                      <a:pt x="126" y="98"/>
                    </a:lnTo>
                    <a:lnTo>
                      <a:pt x="126" y="98"/>
                    </a:lnTo>
                    <a:lnTo>
                      <a:pt x="126" y="98"/>
                    </a:lnTo>
                    <a:lnTo>
                      <a:pt x="126" y="98"/>
                    </a:lnTo>
                    <a:lnTo>
                      <a:pt x="126" y="98"/>
                    </a:lnTo>
                    <a:lnTo>
                      <a:pt x="122" y="102"/>
                    </a:lnTo>
                    <a:lnTo>
                      <a:pt x="122" y="102"/>
                    </a:lnTo>
                    <a:lnTo>
                      <a:pt x="122" y="102"/>
                    </a:lnTo>
                    <a:lnTo>
                      <a:pt x="122" y="102"/>
                    </a:lnTo>
                    <a:lnTo>
                      <a:pt x="122" y="102"/>
                    </a:lnTo>
                    <a:lnTo>
                      <a:pt x="118" y="102"/>
                    </a:lnTo>
                    <a:lnTo>
                      <a:pt x="116" y="102"/>
                    </a:lnTo>
                    <a:lnTo>
                      <a:pt x="116" y="102"/>
                    </a:lnTo>
                    <a:lnTo>
                      <a:pt x="116" y="104"/>
                    </a:lnTo>
                    <a:lnTo>
                      <a:pt x="116" y="104"/>
                    </a:lnTo>
                    <a:lnTo>
                      <a:pt x="116" y="104"/>
                    </a:lnTo>
                    <a:lnTo>
                      <a:pt x="116" y="104"/>
                    </a:lnTo>
                    <a:lnTo>
                      <a:pt x="116" y="104"/>
                    </a:lnTo>
                    <a:lnTo>
                      <a:pt x="116" y="108"/>
                    </a:lnTo>
                    <a:lnTo>
                      <a:pt x="116" y="108"/>
                    </a:lnTo>
                    <a:lnTo>
                      <a:pt x="112" y="108"/>
                    </a:lnTo>
                    <a:lnTo>
                      <a:pt x="112" y="108"/>
                    </a:lnTo>
                    <a:lnTo>
                      <a:pt x="112" y="108"/>
                    </a:lnTo>
                    <a:lnTo>
                      <a:pt x="112" y="112"/>
                    </a:lnTo>
                    <a:lnTo>
                      <a:pt x="112" y="112"/>
                    </a:lnTo>
                    <a:lnTo>
                      <a:pt x="112" y="112"/>
                    </a:lnTo>
                    <a:lnTo>
                      <a:pt x="112" y="112"/>
                    </a:lnTo>
                    <a:lnTo>
                      <a:pt x="108" y="112"/>
                    </a:lnTo>
                    <a:lnTo>
                      <a:pt x="108" y="112"/>
                    </a:lnTo>
                    <a:lnTo>
                      <a:pt x="108" y="112"/>
                    </a:lnTo>
                    <a:lnTo>
                      <a:pt x="104" y="112"/>
                    </a:lnTo>
                    <a:lnTo>
                      <a:pt x="104" y="112"/>
                    </a:lnTo>
                    <a:lnTo>
                      <a:pt x="104" y="112"/>
                    </a:lnTo>
                    <a:lnTo>
                      <a:pt x="104" y="116"/>
                    </a:lnTo>
                    <a:lnTo>
                      <a:pt x="100" y="116"/>
                    </a:lnTo>
                    <a:lnTo>
                      <a:pt x="100" y="116"/>
                    </a:lnTo>
                    <a:lnTo>
                      <a:pt x="100" y="116"/>
                    </a:lnTo>
                    <a:lnTo>
                      <a:pt x="100" y="116"/>
                    </a:lnTo>
                    <a:lnTo>
                      <a:pt x="100" y="116"/>
                    </a:lnTo>
                    <a:lnTo>
                      <a:pt x="100" y="116"/>
                    </a:lnTo>
                    <a:lnTo>
                      <a:pt x="100" y="116"/>
                    </a:lnTo>
                    <a:lnTo>
                      <a:pt x="100" y="116"/>
                    </a:lnTo>
                    <a:lnTo>
                      <a:pt x="96" y="116"/>
                    </a:lnTo>
                    <a:lnTo>
                      <a:pt x="96" y="116"/>
                    </a:lnTo>
                    <a:lnTo>
                      <a:pt x="96" y="116"/>
                    </a:lnTo>
                    <a:lnTo>
                      <a:pt x="92" y="116"/>
                    </a:lnTo>
                    <a:lnTo>
                      <a:pt x="92" y="116"/>
                    </a:lnTo>
                    <a:lnTo>
                      <a:pt x="92" y="120"/>
                    </a:lnTo>
                    <a:lnTo>
                      <a:pt x="92" y="120"/>
                    </a:lnTo>
                    <a:lnTo>
                      <a:pt x="92" y="120"/>
                    </a:lnTo>
                    <a:lnTo>
                      <a:pt x="92" y="120"/>
                    </a:lnTo>
                    <a:lnTo>
                      <a:pt x="92" y="120"/>
                    </a:lnTo>
                    <a:lnTo>
                      <a:pt x="92" y="120"/>
                    </a:lnTo>
                    <a:lnTo>
                      <a:pt x="90" y="120"/>
                    </a:lnTo>
                    <a:lnTo>
                      <a:pt x="90" y="120"/>
                    </a:lnTo>
                    <a:lnTo>
                      <a:pt x="90" y="120"/>
                    </a:lnTo>
                    <a:lnTo>
                      <a:pt x="86" y="120"/>
                    </a:lnTo>
                    <a:lnTo>
                      <a:pt x="86" y="120"/>
                    </a:lnTo>
                    <a:lnTo>
                      <a:pt x="86" y="120"/>
                    </a:lnTo>
                    <a:lnTo>
                      <a:pt x="82" y="120"/>
                    </a:lnTo>
                    <a:lnTo>
                      <a:pt x="82" y="120"/>
                    </a:lnTo>
                    <a:lnTo>
                      <a:pt x="82" y="120"/>
                    </a:lnTo>
                    <a:lnTo>
                      <a:pt x="82" y="120"/>
                    </a:lnTo>
                    <a:lnTo>
                      <a:pt x="82" y="124"/>
                    </a:lnTo>
                    <a:lnTo>
                      <a:pt x="82" y="124"/>
                    </a:lnTo>
                    <a:lnTo>
                      <a:pt x="82" y="124"/>
                    </a:lnTo>
                    <a:lnTo>
                      <a:pt x="78" y="124"/>
                    </a:lnTo>
                    <a:lnTo>
                      <a:pt x="78" y="124"/>
                    </a:lnTo>
                    <a:lnTo>
                      <a:pt x="78" y="124"/>
                    </a:lnTo>
                    <a:lnTo>
                      <a:pt x="78" y="124"/>
                    </a:lnTo>
                    <a:lnTo>
                      <a:pt x="78" y="124"/>
                    </a:lnTo>
                    <a:lnTo>
                      <a:pt x="78" y="124"/>
                    </a:lnTo>
                    <a:lnTo>
                      <a:pt x="78" y="124"/>
                    </a:lnTo>
                    <a:lnTo>
                      <a:pt x="78" y="124"/>
                    </a:lnTo>
                    <a:lnTo>
                      <a:pt x="74" y="124"/>
                    </a:lnTo>
                    <a:lnTo>
                      <a:pt x="74" y="128"/>
                    </a:lnTo>
                    <a:lnTo>
                      <a:pt x="70" y="128"/>
                    </a:lnTo>
                    <a:lnTo>
                      <a:pt x="70" y="130"/>
                    </a:lnTo>
                    <a:lnTo>
                      <a:pt x="70" y="130"/>
                    </a:lnTo>
                    <a:lnTo>
                      <a:pt x="66" y="130"/>
                    </a:lnTo>
                    <a:lnTo>
                      <a:pt x="66" y="130"/>
                    </a:lnTo>
                    <a:lnTo>
                      <a:pt x="66" y="130"/>
                    </a:lnTo>
                    <a:lnTo>
                      <a:pt x="66" y="130"/>
                    </a:lnTo>
                    <a:lnTo>
                      <a:pt x="66" y="134"/>
                    </a:lnTo>
                    <a:lnTo>
                      <a:pt x="66" y="134"/>
                    </a:lnTo>
                    <a:lnTo>
                      <a:pt x="66" y="134"/>
                    </a:lnTo>
                    <a:lnTo>
                      <a:pt x="62" y="134"/>
                    </a:lnTo>
                    <a:lnTo>
                      <a:pt x="62" y="134"/>
                    </a:lnTo>
                    <a:lnTo>
                      <a:pt x="62" y="134"/>
                    </a:lnTo>
                    <a:lnTo>
                      <a:pt x="62" y="150"/>
                    </a:lnTo>
                    <a:lnTo>
                      <a:pt x="62" y="154"/>
                    </a:lnTo>
                    <a:lnTo>
                      <a:pt x="56" y="154"/>
                    </a:lnTo>
                    <a:lnTo>
                      <a:pt x="56" y="154"/>
                    </a:lnTo>
                    <a:lnTo>
                      <a:pt x="48" y="154"/>
                    </a:lnTo>
                    <a:lnTo>
                      <a:pt x="48" y="154"/>
                    </a:lnTo>
                    <a:lnTo>
                      <a:pt x="44" y="154"/>
                    </a:lnTo>
                    <a:lnTo>
                      <a:pt x="44" y="154"/>
                    </a:lnTo>
                    <a:lnTo>
                      <a:pt x="44" y="154"/>
                    </a:lnTo>
                    <a:lnTo>
                      <a:pt x="44" y="154"/>
                    </a:lnTo>
                    <a:lnTo>
                      <a:pt x="44" y="154"/>
                    </a:lnTo>
                    <a:lnTo>
                      <a:pt x="40" y="154"/>
                    </a:lnTo>
                    <a:lnTo>
                      <a:pt x="4" y="154"/>
                    </a:lnTo>
                    <a:lnTo>
                      <a:pt x="0" y="154"/>
                    </a:lnTo>
                    <a:lnTo>
                      <a:pt x="0" y="154"/>
                    </a:lnTo>
                    <a:lnTo>
                      <a:pt x="0" y="154"/>
                    </a:lnTo>
                    <a:lnTo>
                      <a:pt x="0" y="154"/>
                    </a:lnTo>
                    <a:lnTo>
                      <a:pt x="0" y="154"/>
                    </a:lnTo>
                    <a:lnTo>
                      <a:pt x="0" y="154"/>
                    </a:lnTo>
                    <a:lnTo>
                      <a:pt x="0" y="154"/>
                    </a:lnTo>
                    <a:lnTo>
                      <a:pt x="4" y="154"/>
                    </a:lnTo>
                    <a:lnTo>
                      <a:pt x="4" y="154"/>
                    </a:lnTo>
                    <a:lnTo>
                      <a:pt x="4" y="150"/>
                    </a:lnTo>
                    <a:lnTo>
                      <a:pt x="4" y="150"/>
                    </a:lnTo>
                    <a:lnTo>
                      <a:pt x="4" y="150"/>
                    </a:lnTo>
                    <a:lnTo>
                      <a:pt x="4" y="150"/>
                    </a:lnTo>
                    <a:lnTo>
                      <a:pt x="4" y="150"/>
                    </a:lnTo>
                    <a:lnTo>
                      <a:pt x="4" y="150"/>
                    </a:lnTo>
                    <a:lnTo>
                      <a:pt x="6" y="150"/>
                    </a:lnTo>
                    <a:lnTo>
                      <a:pt x="6" y="150"/>
                    </a:lnTo>
                    <a:lnTo>
                      <a:pt x="6" y="150"/>
                    </a:lnTo>
                    <a:lnTo>
                      <a:pt x="10" y="146"/>
                    </a:lnTo>
                    <a:lnTo>
                      <a:pt x="14" y="146"/>
                    </a:lnTo>
                    <a:lnTo>
                      <a:pt x="18" y="146"/>
                    </a:lnTo>
                    <a:lnTo>
                      <a:pt x="18" y="146"/>
                    </a:lnTo>
                    <a:lnTo>
                      <a:pt x="22" y="142"/>
                    </a:lnTo>
                    <a:lnTo>
                      <a:pt x="22" y="142"/>
                    </a:lnTo>
                    <a:lnTo>
                      <a:pt x="22" y="142"/>
                    </a:lnTo>
                    <a:lnTo>
                      <a:pt x="26" y="142"/>
                    </a:lnTo>
                    <a:lnTo>
                      <a:pt x="26" y="138"/>
                    </a:lnTo>
                    <a:lnTo>
                      <a:pt x="26" y="138"/>
                    </a:lnTo>
                    <a:lnTo>
                      <a:pt x="30" y="134"/>
                    </a:lnTo>
                    <a:lnTo>
                      <a:pt x="30" y="134"/>
                    </a:lnTo>
                    <a:lnTo>
                      <a:pt x="30" y="134"/>
                    </a:lnTo>
                    <a:lnTo>
                      <a:pt x="30" y="134"/>
                    </a:lnTo>
                    <a:lnTo>
                      <a:pt x="34" y="134"/>
                    </a:lnTo>
                    <a:lnTo>
                      <a:pt x="34" y="130"/>
                    </a:lnTo>
                    <a:lnTo>
                      <a:pt x="36" y="130"/>
                    </a:lnTo>
                    <a:lnTo>
                      <a:pt x="36" y="130"/>
                    </a:lnTo>
                    <a:lnTo>
                      <a:pt x="36" y="130"/>
                    </a:lnTo>
                    <a:lnTo>
                      <a:pt x="36" y="130"/>
                    </a:lnTo>
                    <a:lnTo>
                      <a:pt x="36" y="130"/>
                    </a:lnTo>
                    <a:lnTo>
                      <a:pt x="36" y="128"/>
                    </a:lnTo>
                    <a:lnTo>
                      <a:pt x="36" y="128"/>
                    </a:lnTo>
                    <a:lnTo>
                      <a:pt x="40" y="128"/>
                    </a:lnTo>
                    <a:lnTo>
                      <a:pt x="40" y="128"/>
                    </a:lnTo>
                    <a:lnTo>
                      <a:pt x="40" y="124"/>
                    </a:lnTo>
                    <a:lnTo>
                      <a:pt x="40" y="124"/>
                    </a:lnTo>
                    <a:lnTo>
                      <a:pt x="40" y="124"/>
                    </a:lnTo>
                    <a:lnTo>
                      <a:pt x="40" y="124"/>
                    </a:lnTo>
                    <a:lnTo>
                      <a:pt x="44" y="124"/>
                    </a:lnTo>
                    <a:lnTo>
                      <a:pt x="44" y="120"/>
                    </a:lnTo>
                    <a:lnTo>
                      <a:pt x="44" y="120"/>
                    </a:lnTo>
                    <a:lnTo>
                      <a:pt x="44" y="120"/>
                    </a:lnTo>
                    <a:lnTo>
                      <a:pt x="44" y="120"/>
                    </a:lnTo>
                    <a:lnTo>
                      <a:pt x="48" y="116"/>
                    </a:lnTo>
                    <a:lnTo>
                      <a:pt x="48" y="116"/>
                    </a:lnTo>
                    <a:lnTo>
                      <a:pt x="48" y="116"/>
                    </a:lnTo>
                    <a:lnTo>
                      <a:pt x="48" y="112"/>
                    </a:lnTo>
                    <a:lnTo>
                      <a:pt x="48" y="112"/>
                    </a:lnTo>
                    <a:lnTo>
                      <a:pt x="48" y="112"/>
                    </a:lnTo>
                    <a:lnTo>
                      <a:pt x="48" y="108"/>
                    </a:lnTo>
                    <a:lnTo>
                      <a:pt x="48" y="108"/>
                    </a:lnTo>
                    <a:lnTo>
                      <a:pt x="52" y="104"/>
                    </a:lnTo>
                    <a:lnTo>
                      <a:pt x="52" y="104"/>
                    </a:lnTo>
                    <a:lnTo>
                      <a:pt x="48" y="102"/>
                    </a:lnTo>
                    <a:lnTo>
                      <a:pt x="48" y="102"/>
                    </a:lnTo>
                    <a:lnTo>
                      <a:pt x="48" y="102"/>
                    </a:lnTo>
                    <a:lnTo>
                      <a:pt x="48" y="98"/>
                    </a:lnTo>
                    <a:lnTo>
                      <a:pt x="48" y="98"/>
                    </a:lnTo>
                    <a:lnTo>
                      <a:pt x="48" y="98"/>
                    </a:lnTo>
                    <a:lnTo>
                      <a:pt x="48" y="98"/>
                    </a:lnTo>
                    <a:lnTo>
                      <a:pt x="48" y="98"/>
                    </a:lnTo>
                    <a:lnTo>
                      <a:pt x="48" y="94"/>
                    </a:lnTo>
                    <a:lnTo>
                      <a:pt x="48" y="90"/>
                    </a:lnTo>
                    <a:lnTo>
                      <a:pt x="48" y="90"/>
                    </a:lnTo>
                    <a:lnTo>
                      <a:pt x="48" y="90"/>
                    </a:lnTo>
                    <a:lnTo>
                      <a:pt x="48" y="90"/>
                    </a:lnTo>
                    <a:lnTo>
                      <a:pt x="48" y="90"/>
                    </a:lnTo>
                    <a:lnTo>
                      <a:pt x="48" y="86"/>
                    </a:lnTo>
                    <a:lnTo>
                      <a:pt x="48" y="86"/>
                    </a:lnTo>
                    <a:lnTo>
                      <a:pt x="48" y="86"/>
                    </a:lnTo>
                    <a:lnTo>
                      <a:pt x="48" y="82"/>
                    </a:lnTo>
                    <a:lnTo>
                      <a:pt x="48" y="82"/>
                    </a:lnTo>
                    <a:lnTo>
                      <a:pt x="48" y="82"/>
                    </a:lnTo>
                    <a:lnTo>
                      <a:pt x="48" y="82"/>
                    </a:lnTo>
                    <a:lnTo>
                      <a:pt x="48" y="78"/>
                    </a:lnTo>
                    <a:lnTo>
                      <a:pt x="48" y="78"/>
                    </a:lnTo>
                    <a:lnTo>
                      <a:pt x="48" y="78"/>
                    </a:lnTo>
                    <a:lnTo>
                      <a:pt x="52" y="76"/>
                    </a:lnTo>
                    <a:lnTo>
                      <a:pt x="52" y="76"/>
                    </a:lnTo>
                    <a:lnTo>
                      <a:pt x="52" y="76"/>
                    </a:lnTo>
                    <a:lnTo>
                      <a:pt x="56" y="72"/>
                    </a:lnTo>
                    <a:lnTo>
                      <a:pt x="56" y="72"/>
                    </a:lnTo>
                    <a:lnTo>
                      <a:pt x="56" y="68"/>
                    </a:lnTo>
                    <a:lnTo>
                      <a:pt x="56" y="64"/>
                    </a:lnTo>
                    <a:lnTo>
                      <a:pt x="56" y="64"/>
                    </a:lnTo>
                    <a:lnTo>
                      <a:pt x="56" y="64"/>
                    </a:lnTo>
                    <a:lnTo>
                      <a:pt x="56" y="64"/>
                    </a:lnTo>
                    <a:lnTo>
                      <a:pt x="56" y="64"/>
                    </a:lnTo>
                    <a:lnTo>
                      <a:pt x="60" y="60"/>
                    </a:lnTo>
                    <a:lnTo>
                      <a:pt x="60" y="60"/>
                    </a:lnTo>
                    <a:lnTo>
                      <a:pt x="60" y="60"/>
                    </a:lnTo>
                    <a:lnTo>
                      <a:pt x="60" y="60"/>
                    </a:lnTo>
                    <a:lnTo>
                      <a:pt x="60" y="56"/>
                    </a:lnTo>
                    <a:lnTo>
                      <a:pt x="62" y="56"/>
                    </a:lnTo>
                    <a:lnTo>
                      <a:pt x="62" y="52"/>
                    </a:lnTo>
                    <a:lnTo>
                      <a:pt x="62" y="52"/>
                    </a:lnTo>
                    <a:lnTo>
                      <a:pt x="62" y="52"/>
                    </a:lnTo>
                    <a:lnTo>
                      <a:pt x="66" y="52"/>
                    </a:lnTo>
                    <a:lnTo>
                      <a:pt x="66" y="52"/>
                    </a:lnTo>
                    <a:lnTo>
                      <a:pt x="66" y="52"/>
                    </a:lnTo>
                    <a:lnTo>
                      <a:pt x="66" y="52"/>
                    </a:lnTo>
                    <a:lnTo>
                      <a:pt x="66" y="52"/>
                    </a:lnTo>
                    <a:lnTo>
                      <a:pt x="66" y="50"/>
                    </a:lnTo>
                    <a:lnTo>
                      <a:pt x="66" y="50"/>
                    </a:lnTo>
                    <a:lnTo>
                      <a:pt x="66" y="50"/>
                    </a:lnTo>
                    <a:lnTo>
                      <a:pt x="70" y="50"/>
                    </a:lnTo>
                    <a:lnTo>
                      <a:pt x="70" y="50"/>
                    </a:lnTo>
                    <a:lnTo>
                      <a:pt x="70" y="50"/>
                    </a:lnTo>
                    <a:lnTo>
                      <a:pt x="74" y="50"/>
                    </a:lnTo>
                    <a:lnTo>
                      <a:pt x="74" y="46"/>
                    </a:lnTo>
                    <a:lnTo>
                      <a:pt x="74" y="46"/>
                    </a:lnTo>
                    <a:lnTo>
                      <a:pt x="78" y="46"/>
                    </a:lnTo>
                    <a:lnTo>
                      <a:pt x="78" y="46"/>
                    </a:lnTo>
                    <a:lnTo>
                      <a:pt x="78" y="46"/>
                    </a:lnTo>
                    <a:lnTo>
                      <a:pt x="82" y="46"/>
                    </a:lnTo>
                    <a:lnTo>
                      <a:pt x="82" y="42"/>
                    </a:lnTo>
                    <a:lnTo>
                      <a:pt x="86" y="42"/>
                    </a:lnTo>
                    <a:lnTo>
                      <a:pt x="86" y="42"/>
                    </a:lnTo>
                    <a:lnTo>
                      <a:pt x="86" y="42"/>
                    </a:lnTo>
                    <a:lnTo>
                      <a:pt x="86" y="42"/>
                    </a:lnTo>
                    <a:lnTo>
                      <a:pt x="86" y="42"/>
                    </a:lnTo>
                    <a:lnTo>
                      <a:pt x="90" y="38"/>
                    </a:lnTo>
                    <a:lnTo>
                      <a:pt x="90" y="38"/>
                    </a:lnTo>
                    <a:lnTo>
                      <a:pt x="90" y="38"/>
                    </a:lnTo>
                    <a:lnTo>
                      <a:pt x="90" y="38"/>
                    </a:lnTo>
                    <a:lnTo>
                      <a:pt x="92" y="34"/>
                    </a:lnTo>
                    <a:lnTo>
                      <a:pt x="92" y="34"/>
                    </a:lnTo>
                    <a:lnTo>
                      <a:pt x="92" y="30"/>
                    </a:lnTo>
                    <a:lnTo>
                      <a:pt x="92" y="30"/>
                    </a:lnTo>
                    <a:lnTo>
                      <a:pt x="92" y="30"/>
                    </a:lnTo>
                    <a:lnTo>
                      <a:pt x="92" y="26"/>
                    </a:lnTo>
                    <a:lnTo>
                      <a:pt x="96" y="22"/>
                    </a:lnTo>
                    <a:lnTo>
                      <a:pt x="96" y="22"/>
                    </a:lnTo>
                    <a:lnTo>
                      <a:pt x="96" y="22"/>
                    </a:lnTo>
                    <a:lnTo>
                      <a:pt x="96" y="22"/>
                    </a:lnTo>
                    <a:lnTo>
                      <a:pt x="96" y="20"/>
                    </a:lnTo>
                    <a:lnTo>
                      <a:pt x="96" y="20"/>
                    </a:lnTo>
                    <a:lnTo>
                      <a:pt x="96" y="20"/>
                    </a:lnTo>
                    <a:lnTo>
                      <a:pt x="100" y="16"/>
                    </a:lnTo>
                    <a:lnTo>
                      <a:pt x="100" y="12"/>
                    </a:lnTo>
                    <a:lnTo>
                      <a:pt x="100" y="12"/>
                    </a:lnTo>
                    <a:lnTo>
                      <a:pt x="100" y="8"/>
                    </a:lnTo>
                    <a:lnTo>
                      <a:pt x="100" y="8"/>
                    </a:lnTo>
                    <a:lnTo>
                      <a:pt x="100" y="4"/>
                    </a:lnTo>
                    <a:lnTo>
                      <a:pt x="104" y="4"/>
                    </a:lnTo>
                    <a:lnTo>
                      <a:pt x="104" y="4"/>
                    </a:lnTo>
                    <a:lnTo>
                      <a:pt x="104" y="4"/>
                    </a:lnTo>
                    <a:lnTo>
                      <a:pt x="108" y="4"/>
                    </a:lnTo>
                    <a:lnTo>
                      <a:pt x="108" y="4"/>
                    </a:lnTo>
                    <a:lnTo>
                      <a:pt x="108" y="4"/>
                    </a:lnTo>
                    <a:lnTo>
                      <a:pt x="108" y="0"/>
                    </a:lnTo>
                    <a:lnTo>
                      <a:pt x="108" y="0"/>
                    </a:lnTo>
                    <a:lnTo>
                      <a:pt x="108" y="0"/>
                    </a:lnTo>
                    <a:lnTo>
                      <a:pt x="112" y="0"/>
                    </a:lnTo>
                    <a:lnTo>
                      <a:pt x="112" y="0"/>
                    </a:lnTo>
                    <a:lnTo>
                      <a:pt x="112" y="4"/>
                    </a:lnTo>
                    <a:lnTo>
                      <a:pt x="112" y="4"/>
                    </a:lnTo>
                    <a:lnTo>
                      <a:pt x="112" y="4"/>
                    </a:lnTo>
                    <a:lnTo>
                      <a:pt x="112" y="4"/>
                    </a:lnTo>
                    <a:lnTo>
                      <a:pt x="112" y="4"/>
                    </a:lnTo>
                    <a:lnTo>
                      <a:pt x="112" y="4"/>
                    </a:lnTo>
                    <a:lnTo>
                      <a:pt x="112" y="4"/>
                    </a:lnTo>
                    <a:lnTo>
                      <a:pt x="112" y="8"/>
                    </a:lnTo>
                    <a:lnTo>
                      <a:pt x="112" y="8"/>
                    </a:lnTo>
                    <a:lnTo>
                      <a:pt x="116" y="12"/>
                    </a:lnTo>
                    <a:lnTo>
                      <a:pt x="116" y="12"/>
                    </a:lnTo>
                    <a:lnTo>
                      <a:pt x="118" y="16"/>
                    </a:lnTo>
                    <a:lnTo>
                      <a:pt x="118" y="16"/>
                    </a:lnTo>
                    <a:lnTo>
                      <a:pt x="118" y="16"/>
                    </a:lnTo>
                    <a:lnTo>
                      <a:pt x="122" y="16"/>
                    </a:lnTo>
                    <a:lnTo>
                      <a:pt x="122" y="16"/>
                    </a:lnTo>
                    <a:lnTo>
                      <a:pt x="122" y="16"/>
                    </a:lnTo>
                    <a:lnTo>
                      <a:pt x="122"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5" name="Freeform 159"/>
              <p:cNvSpPr>
                <a:spLocks noEditPoints="1"/>
              </p:cNvSpPr>
              <p:nvPr/>
            </p:nvSpPr>
            <p:spPr bwMode="gray">
              <a:xfrm>
                <a:off x="5544359" y="4832757"/>
                <a:ext cx="260890" cy="500906"/>
              </a:xfrm>
              <a:custGeom>
                <a:avLst/>
                <a:gdLst>
                  <a:gd name="T0" fmla="*/ 22 w 150"/>
                  <a:gd name="T1" fmla="*/ 274 h 288"/>
                  <a:gd name="T2" fmla="*/ 22 w 150"/>
                  <a:gd name="T3" fmla="*/ 254 h 288"/>
                  <a:gd name="T4" fmla="*/ 22 w 150"/>
                  <a:gd name="T5" fmla="*/ 240 h 288"/>
                  <a:gd name="T6" fmla="*/ 18 w 150"/>
                  <a:gd name="T7" fmla="*/ 226 h 288"/>
                  <a:gd name="T8" fmla="*/ 22 w 150"/>
                  <a:gd name="T9" fmla="*/ 198 h 288"/>
                  <a:gd name="T10" fmla="*/ 34 w 150"/>
                  <a:gd name="T11" fmla="*/ 176 h 288"/>
                  <a:gd name="T12" fmla="*/ 38 w 150"/>
                  <a:gd name="T13" fmla="*/ 158 h 288"/>
                  <a:gd name="T14" fmla="*/ 38 w 150"/>
                  <a:gd name="T15" fmla="*/ 146 h 288"/>
                  <a:gd name="T16" fmla="*/ 42 w 150"/>
                  <a:gd name="T17" fmla="*/ 136 h 288"/>
                  <a:gd name="T18" fmla="*/ 38 w 150"/>
                  <a:gd name="T19" fmla="*/ 120 h 288"/>
                  <a:gd name="T20" fmla="*/ 34 w 150"/>
                  <a:gd name="T21" fmla="*/ 106 h 288"/>
                  <a:gd name="T22" fmla="*/ 22 w 150"/>
                  <a:gd name="T23" fmla="*/ 98 h 288"/>
                  <a:gd name="T24" fmla="*/ 8 w 150"/>
                  <a:gd name="T25" fmla="*/ 94 h 288"/>
                  <a:gd name="T26" fmla="*/ 0 w 150"/>
                  <a:gd name="T27" fmla="*/ 80 h 288"/>
                  <a:gd name="T28" fmla="*/ 12 w 150"/>
                  <a:gd name="T29" fmla="*/ 72 h 288"/>
                  <a:gd name="T30" fmla="*/ 26 w 150"/>
                  <a:gd name="T31" fmla="*/ 68 h 288"/>
                  <a:gd name="T32" fmla="*/ 44 w 150"/>
                  <a:gd name="T33" fmla="*/ 64 h 288"/>
                  <a:gd name="T34" fmla="*/ 60 w 150"/>
                  <a:gd name="T35" fmla="*/ 68 h 288"/>
                  <a:gd name="T36" fmla="*/ 60 w 150"/>
                  <a:gd name="T37" fmla="*/ 86 h 288"/>
                  <a:gd name="T38" fmla="*/ 60 w 150"/>
                  <a:gd name="T39" fmla="*/ 102 h 288"/>
                  <a:gd name="T40" fmla="*/ 68 w 150"/>
                  <a:gd name="T41" fmla="*/ 116 h 288"/>
                  <a:gd name="T42" fmla="*/ 68 w 150"/>
                  <a:gd name="T43" fmla="*/ 106 h 288"/>
                  <a:gd name="T44" fmla="*/ 78 w 150"/>
                  <a:gd name="T45" fmla="*/ 98 h 288"/>
                  <a:gd name="T46" fmla="*/ 78 w 150"/>
                  <a:gd name="T47" fmla="*/ 76 h 288"/>
                  <a:gd name="T48" fmla="*/ 68 w 150"/>
                  <a:gd name="T49" fmla="*/ 52 h 288"/>
                  <a:gd name="T50" fmla="*/ 60 w 150"/>
                  <a:gd name="T51" fmla="*/ 38 h 288"/>
                  <a:gd name="T52" fmla="*/ 60 w 150"/>
                  <a:gd name="T53" fmla="*/ 26 h 288"/>
                  <a:gd name="T54" fmla="*/ 70 w 150"/>
                  <a:gd name="T55" fmla="*/ 20 h 288"/>
                  <a:gd name="T56" fmla="*/ 90 w 150"/>
                  <a:gd name="T57" fmla="*/ 20 h 288"/>
                  <a:gd name="T58" fmla="*/ 108 w 150"/>
                  <a:gd name="T59" fmla="*/ 20 h 288"/>
                  <a:gd name="T60" fmla="*/ 112 w 150"/>
                  <a:gd name="T61" fmla="*/ 12 h 288"/>
                  <a:gd name="T62" fmla="*/ 128 w 150"/>
                  <a:gd name="T63" fmla="*/ 12 h 288"/>
                  <a:gd name="T64" fmla="*/ 138 w 150"/>
                  <a:gd name="T65" fmla="*/ 4 h 288"/>
                  <a:gd name="T66" fmla="*/ 146 w 150"/>
                  <a:gd name="T67" fmla="*/ 12 h 288"/>
                  <a:gd name="T68" fmla="*/ 146 w 150"/>
                  <a:gd name="T69" fmla="*/ 24 h 288"/>
                  <a:gd name="T70" fmla="*/ 142 w 150"/>
                  <a:gd name="T71" fmla="*/ 42 h 288"/>
                  <a:gd name="T72" fmla="*/ 146 w 150"/>
                  <a:gd name="T73" fmla="*/ 56 h 288"/>
                  <a:gd name="T74" fmla="*/ 146 w 150"/>
                  <a:gd name="T75" fmla="*/ 68 h 288"/>
                  <a:gd name="T76" fmla="*/ 146 w 150"/>
                  <a:gd name="T77" fmla="*/ 80 h 288"/>
                  <a:gd name="T78" fmla="*/ 142 w 150"/>
                  <a:gd name="T79" fmla="*/ 86 h 288"/>
                  <a:gd name="T80" fmla="*/ 134 w 150"/>
                  <a:gd name="T81" fmla="*/ 102 h 288"/>
                  <a:gd name="T82" fmla="*/ 124 w 150"/>
                  <a:gd name="T83" fmla="*/ 112 h 288"/>
                  <a:gd name="T84" fmla="*/ 108 w 150"/>
                  <a:gd name="T85" fmla="*/ 120 h 288"/>
                  <a:gd name="T86" fmla="*/ 94 w 150"/>
                  <a:gd name="T87" fmla="*/ 132 h 288"/>
                  <a:gd name="T88" fmla="*/ 86 w 150"/>
                  <a:gd name="T89" fmla="*/ 140 h 288"/>
                  <a:gd name="T90" fmla="*/ 82 w 150"/>
                  <a:gd name="T91" fmla="*/ 146 h 288"/>
                  <a:gd name="T92" fmla="*/ 70 w 150"/>
                  <a:gd name="T93" fmla="*/ 158 h 288"/>
                  <a:gd name="T94" fmla="*/ 64 w 150"/>
                  <a:gd name="T95" fmla="*/ 162 h 288"/>
                  <a:gd name="T96" fmla="*/ 68 w 150"/>
                  <a:gd name="T97" fmla="*/ 176 h 288"/>
                  <a:gd name="T98" fmla="*/ 70 w 150"/>
                  <a:gd name="T99" fmla="*/ 192 h 288"/>
                  <a:gd name="T100" fmla="*/ 70 w 150"/>
                  <a:gd name="T101" fmla="*/ 210 h 288"/>
                  <a:gd name="T102" fmla="*/ 74 w 150"/>
                  <a:gd name="T103" fmla="*/ 210 h 288"/>
                  <a:gd name="T104" fmla="*/ 70 w 150"/>
                  <a:gd name="T105" fmla="*/ 228 h 288"/>
                  <a:gd name="T106" fmla="*/ 74 w 150"/>
                  <a:gd name="T107" fmla="*/ 236 h 288"/>
                  <a:gd name="T108" fmla="*/ 68 w 150"/>
                  <a:gd name="T109" fmla="*/ 248 h 288"/>
                  <a:gd name="T110" fmla="*/ 52 w 150"/>
                  <a:gd name="T111" fmla="*/ 254 h 288"/>
                  <a:gd name="T112" fmla="*/ 38 w 150"/>
                  <a:gd name="T113" fmla="*/ 262 h 288"/>
                  <a:gd name="T114" fmla="*/ 34 w 150"/>
                  <a:gd name="T115" fmla="*/ 278 h 288"/>
                  <a:gd name="T116" fmla="*/ 38 w 150"/>
                  <a:gd name="T117" fmla="*/ 288 h 288"/>
                  <a:gd name="T118" fmla="*/ 26 w 150"/>
                  <a:gd name="T119" fmla="*/ 288 h 288"/>
                  <a:gd name="T120" fmla="*/ 74 w 150"/>
                  <a:gd name="T121" fmla="*/ 196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288">
                    <a:moveTo>
                      <a:pt x="26" y="288"/>
                    </a:moveTo>
                    <a:lnTo>
                      <a:pt x="26" y="280"/>
                    </a:lnTo>
                    <a:lnTo>
                      <a:pt x="26" y="278"/>
                    </a:lnTo>
                    <a:lnTo>
                      <a:pt x="26" y="274"/>
                    </a:lnTo>
                    <a:lnTo>
                      <a:pt x="22" y="274"/>
                    </a:lnTo>
                    <a:lnTo>
                      <a:pt x="22" y="270"/>
                    </a:lnTo>
                    <a:lnTo>
                      <a:pt x="22" y="266"/>
                    </a:lnTo>
                    <a:lnTo>
                      <a:pt x="22" y="262"/>
                    </a:lnTo>
                    <a:lnTo>
                      <a:pt x="26" y="254"/>
                    </a:lnTo>
                    <a:lnTo>
                      <a:pt x="22" y="254"/>
                    </a:lnTo>
                    <a:lnTo>
                      <a:pt x="22" y="252"/>
                    </a:lnTo>
                    <a:lnTo>
                      <a:pt x="22" y="248"/>
                    </a:lnTo>
                    <a:lnTo>
                      <a:pt x="26" y="244"/>
                    </a:lnTo>
                    <a:lnTo>
                      <a:pt x="22" y="244"/>
                    </a:lnTo>
                    <a:lnTo>
                      <a:pt x="22" y="240"/>
                    </a:lnTo>
                    <a:lnTo>
                      <a:pt x="22" y="236"/>
                    </a:lnTo>
                    <a:lnTo>
                      <a:pt x="22" y="232"/>
                    </a:lnTo>
                    <a:lnTo>
                      <a:pt x="18" y="232"/>
                    </a:lnTo>
                    <a:lnTo>
                      <a:pt x="18" y="228"/>
                    </a:lnTo>
                    <a:lnTo>
                      <a:pt x="18" y="226"/>
                    </a:lnTo>
                    <a:lnTo>
                      <a:pt x="18" y="222"/>
                    </a:lnTo>
                    <a:lnTo>
                      <a:pt x="14" y="210"/>
                    </a:lnTo>
                    <a:lnTo>
                      <a:pt x="14" y="206"/>
                    </a:lnTo>
                    <a:lnTo>
                      <a:pt x="18" y="202"/>
                    </a:lnTo>
                    <a:lnTo>
                      <a:pt x="22" y="198"/>
                    </a:lnTo>
                    <a:lnTo>
                      <a:pt x="30" y="188"/>
                    </a:lnTo>
                    <a:lnTo>
                      <a:pt x="30" y="184"/>
                    </a:lnTo>
                    <a:lnTo>
                      <a:pt x="30" y="180"/>
                    </a:lnTo>
                    <a:lnTo>
                      <a:pt x="30" y="176"/>
                    </a:lnTo>
                    <a:lnTo>
                      <a:pt x="34" y="176"/>
                    </a:lnTo>
                    <a:lnTo>
                      <a:pt x="34" y="172"/>
                    </a:lnTo>
                    <a:lnTo>
                      <a:pt x="38" y="168"/>
                    </a:lnTo>
                    <a:lnTo>
                      <a:pt x="38" y="166"/>
                    </a:lnTo>
                    <a:lnTo>
                      <a:pt x="38" y="162"/>
                    </a:lnTo>
                    <a:lnTo>
                      <a:pt x="38" y="158"/>
                    </a:lnTo>
                    <a:lnTo>
                      <a:pt x="34" y="158"/>
                    </a:lnTo>
                    <a:lnTo>
                      <a:pt x="34" y="154"/>
                    </a:lnTo>
                    <a:lnTo>
                      <a:pt x="38" y="154"/>
                    </a:lnTo>
                    <a:lnTo>
                      <a:pt x="38" y="150"/>
                    </a:lnTo>
                    <a:lnTo>
                      <a:pt x="38" y="146"/>
                    </a:lnTo>
                    <a:lnTo>
                      <a:pt x="34" y="146"/>
                    </a:lnTo>
                    <a:lnTo>
                      <a:pt x="34" y="142"/>
                    </a:lnTo>
                    <a:lnTo>
                      <a:pt x="38" y="142"/>
                    </a:lnTo>
                    <a:lnTo>
                      <a:pt x="38" y="140"/>
                    </a:lnTo>
                    <a:lnTo>
                      <a:pt x="42" y="136"/>
                    </a:lnTo>
                    <a:lnTo>
                      <a:pt x="38" y="136"/>
                    </a:lnTo>
                    <a:lnTo>
                      <a:pt x="38" y="132"/>
                    </a:lnTo>
                    <a:lnTo>
                      <a:pt x="38" y="128"/>
                    </a:lnTo>
                    <a:lnTo>
                      <a:pt x="38" y="124"/>
                    </a:lnTo>
                    <a:lnTo>
                      <a:pt x="38" y="120"/>
                    </a:lnTo>
                    <a:lnTo>
                      <a:pt x="38" y="116"/>
                    </a:lnTo>
                    <a:lnTo>
                      <a:pt x="38" y="112"/>
                    </a:lnTo>
                    <a:lnTo>
                      <a:pt x="38" y="110"/>
                    </a:lnTo>
                    <a:lnTo>
                      <a:pt x="34" y="110"/>
                    </a:lnTo>
                    <a:lnTo>
                      <a:pt x="34" y="106"/>
                    </a:lnTo>
                    <a:lnTo>
                      <a:pt x="30" y="106"/>
                    </a:lnTo>
                    <a:lnTo>
                      <a:pt x="30" y="102"/>
                    </a:lnTo>
                    <a:lnTo>
                      <a:pt x="26" y="102"/>
                    </a:lnTo>
                    <a:lnTo>
                      <a:pt x="22" y="102"/>
                    </a:lnTo>
                    <a:lnTo>
                      <a:pt x="22" y="98"/>
                    </a:lnTo>
                    <a:lnTo>
                      <a:pt x="18" y="98"/>
                    </a:lnTo>
                    <a:lnTo>
                      <a:pt x="14" y="98"/>
                    </a:lnTo>
                    <a:lnTo>
                      <a:pt x="14" y="94"/>
                    </a:lnTo>
                    <a:lnTo>
                      <a:pt x="12" y="94"/>
                    </a:lnTo>
                    <a:lnTo>
                      <a:pt x="8" y="94"/>
                    </a:lnTo>
                    <a:lnTo>
                      <a:pt x="0" y="94"/>
                    </a:lnTo>
                    <a:lnTo>
                      <a:pt x="0" y="90"/>
                    </a:lnTo>
                    <a:lnTo>
                      <a:pt x="0" y="86"/>
                    </a:lnTo>
                    <a:lnTo>
                      <a:pt x="0" y="82"/>
                    </a:lnTo>
                    <a:lnTo>
                      <a:pt x="0" y="80"/>
                    </a:lnTo>
                    <a:lnTo>
                      <a:pt x="0" y="76"/>
                    </a:lnTo>
                    <a:lnTo>
                      <a:pt x="4" y="76"/>
                    </a:lnTo>
                    <a:lnTo>
                      <a:pt x="8" y="76"/>
                    </a:lnTo>
                    <a:lnTo>
                      <a:pt x="8" y="72"/>
                    </a:lnTo>
                    <a:lnTo>
                      <a:pt x="12" y="72"/>
                    </a:lnTo>
                    <a:lnTo>
                      <a:pt x="14" y="72"/>
                    </a:lnTo>
                    <a:lnTo>
                      <a:pt x="18" y="72"/>
                    </a:lnTo>
                    <a:lnTo>
                      <a:pt x="18" y="68"/>
                    </a:lnTo>
                    <a:lnTo>
                      <a:pt x="22" y="68"/>
                    </a:lnTo>
                    <a:lnTo>
                      <a:pt x="26" y="68"/>
                    </a:lnTo>
                    <a:lnTo>
                      <a:pt x="30" y="64"/>
                    </a:lnTo>
                    <a:lnTo>
                      <a:pt x="38" y="60"/>
                    </a:lnTo>
                    <a:lnTo>
                      <a:pt x="42" y="60"/>
                    </a:lnTo>
                    <a:lnTo>
                      <a:pt x="42" y="64"/>
                    </a:lnTo>
                    <a:lnTo>
                      <a:pt x="44" y="64"/>
                    </a:lnTo>
                    <a:lnTo>
                      <a:pt x="44" y="68"/>
                    </a:lnTo>
                    <a:lnTo>
                      <a:pt x="48" y="68"/>
                    </a:lnTo>
                    <a:lnTo>
                      <a:pt x="52" y="68"/>
                    </a:lnTo>
                    <a:lnTo>
                      <a:pt x="56" y="68"/>
                    </a:lnTo>
                    <a:lnTo>
                      <a:pt x="60" y="68"/>
                    </a:lnTo>
                    <a:lnTo>
                      <a:pt x="60" y="72"/>
                    </a:lnTo>
                    <a:lnTo>
                      <a:pt x="60" y="76"/>
                    </a:lnTo>
                    <a:lnTo>
                      <a:pt x="60" y="80"/>
                    </a:lnTo>
                    <a:lnTo>
                      <a:pt x="60" y="82"/>
                    </a:lnTo>
                    <a:lnTo>
                      <a:pt x="60" y="86"/>
                    </a:lnTo>
                    <a:lnTo>
                      <a:pt x="60" y="90"/>
                    </a:lnTo>
                    <a:lnTo>
                      <a:pt x="56" y="90"/>
                    </a:lnTo>
                    <a:lnTo>
                      <a:pt x="56" y="94"/>
                    </a:lnTo>
                    <a:lnTo>
                      <a:pt x="60" y="98"/>
                    </a:lnTo>
                    <a:lnTo>
                      <a:pt x="60" y="102"/>
                    </a:lnTo>
                    <a:lnTo>
                      <a:pt x="64" y="102"/>
                    </a:lnTo>
                    <a:lnTo>
                      <a:pt x="64" y="106"/>
                    </a:lnTo>
                    <a:lnTo>
                      <a:pt x="68" y="110"/>
                    </a:lnTo>
                    <a:lnTo>
                      <a:pt x="68" y="112"/>
                    </a:lnTo>
                    <a:lnTo>
                      <a:pt x="68" y="116"/>
                    </a:lnTo>
                    <a:lnTo>
                      <a:pt x="70" y="116"/>
                    </a:lnTo>
                    <a:lnTo>
                      <a:pt x="70" y="112"/>
                    </a:lnTo>
                    <a:lnTo>
                      <a:pt x="70" y="110"/>
                    </a:lnTo>
                    <a:lnTo>
                      <a:pt x="70" y="106"/>
                    </a:lnTo>
                    <a:lnTo>
                      <a:pt x="68" y="106"/>
                    </a:lnTo>
                    <a:lnTo>
                      <a:pt x="70" y="106"/>
                    </a:lnTo>
                    <a:lnTo>
                      <a:pt x="70" y="102"/>
                    </a:lnTo>
                    <a:lnTo>
                      <a:pt x="70" y="98"/>
                    </a:lnTo>
                    <a:lnTo>
                      <a:pt x="74" y="98"/>
                    </a:lnTo>
                    <a:lnTo>
                      <a:pt x="78" y="98"/>
                    </a:lnTo>
                    <a:lnTo>
                      <a:pt x="78" y="94"/>
                    </a:lnTo>
                    <a:lnTo>
                      <a:pt x="78" y="86"/>
                    </a:lnTo>
                    <a:lnTo>
                      <a:pt x="78" y="82"/>
                    </a:lnTo>
                    <a:lnTo>
                      <a:pt x="78" y="80"/>
                    </a:lnTo>
                    <a:lnTo>
                      <a:pt x="78" y="76"/>
                    </a:lnTo>
                    <a:lnTo>
                      <a:pt x="78" y="72"/>
                    </a:lnTo>
                    <a:lnTo>
                      <a:pt x="74" y="64"/>
                    </a:lnTo>
                    <a:lnTo>
                      <a:pt x="70" y="56"/>
                    </a:lnTo>
                    <a:lnTo>
                      <a:pt x="68" y="56"/>
                    </a:lnTo>
                    <a:lnTo>
                      <a:pt x="68" y="52"/>
                    </a:lnTo>
                    <a:lnTo>
                      <a:pt x="64" y="52"/>
                    </a:lnTo>
                    <a:lnTo>
                      <a:pt x="60" y="50"/>
                    </a:lnTo>
                    <a:lnTo>
                      <a:pt x="60" y="46"/>
                    </a:lnTo>
                    <a:lnTo>
                      <a:pt x="60" y="42"/>
                    </a:lnTo>
                    <a:lnTo>
                      <a:pt x="60" y="38"/>
                    </a:lnTo>
                    <a:lnTo>
                      <a:pt x="60" y="34"/>
                    </a:lnTo>
                    <a:lnTo>
                      <a:pt x="60" y="30"/>
                    </a:lnTo>
                    <a:lnTo>
                      <a:pt x="56" y="30"/>
                    </a:lnTo>
                    <a:lnTo>
                      <a:pt x="56" y="26"/>
                    </a:lnTo>
                    <a:lnTo>
                      <a:pt x="60" y="26"/>
                    </a:lnTo>
                    <a:lnTo>
                      <a:pt x="60" y="24"/>
                    </a:lnTo>
                    <a:lnTo>
                      <a:pt x="60" y="20"/>
                    </a:lnTo>
                    <a:lnTo>
                      <a:pt x="64" y="20"/>
                    </a:lnTo>
                    <a:lnTo>
                      <a:pt x="68" y="20"/>
                    </a:lnTo>
                    <a:lnTo>
                      <a:pt x="70" y="20"/>
                    </a:lnTo>
                    <a:lnTo>
                      <a:pt x="74" y="20"/>
                    </a:lnTo>
                    <a:lnTo>
                      <a:pt x="78" y="16"/>
                    </a:lnTo>
                    <a:lnTo>
                      <a:pt x="82" y="20"/>
                    </a:lnTo>
                    <a:lnTo>
                      <a:pt x="86" y="20"/>
                    </a:lnTo>
                    <a:lnTo>
                      <a:pt x="90" y="20"/>
                    </a:lnTo>
                    <a:lnTo>
                      <a:pt x="94" y="20"/>
                    </a:lnTo>
                    <a:lnTo>
                      <a:pt x="98" y="20"/>
                    </a:lnTo>
                    <a:lnTo>
                      <a:pt x="100" y="20"/>
                    </a:lnTo>
                    <a:lnTo>
                      <a:pt x="104" y="20"/>
                    </a:lnTo>
                    <a:lnTo>
                      <a:pt x="108" y="20"/>
                    </a:lnTo>
                    <a:lnTo>
                      <a:pt x="108" y="16"/>
                    </a:lnTo>
                    <a:lnTo>
                      <a:pt x="104" y="16"/>
                    </a:lnTo>
                    <a:lnTo>
                      <a:pt x="108" y="16"/>
                    </a:lnTo>
                    <a:lnTo>
                      <a:pt x="108" y="12"/>
                    </a:lnTo>
                    <a:lnTo>
                      <a:pt x="112" y="12"/>
                    </a:lnTo>
                    <a:lnTo>
                      <a:pt x="112" y="16"/>
                    </a:lnTo>
                    <a:lnTo>
                      <a:pt x="116" y="16"/>
                    </a:lnTo>
                    <a:lnTo>
                      <a:pt x="120" y="12"/>
                    </a:lnTo>
                    <a:lnTo>
                      <a:pt x="124" y="12"/>
                    </a:lnTo>
                    <a:lnTo>
                      <a:pt x="128" y="12"/>
                    </a:lnTo>
                    <a:lnTo>
                      <a:pt x="128" y="8"/>
                    </a:lnTo>
                    <a:lnTo>
                      <a:pt x="130" y="8"/>
                    </a:lnTo>
                    <a:lnTo>
                      <a:pt x="134" y="8"/>
                    </a:lnTo>
                    <a:lnTo>
                      <a:pt x="134" y="4"/>
                    </a:lnTo>
                    <a:lnTo>
                      <a:pt x="138" y="4"/>
                    </a:lnTo>
                    <a:lnTo>
                      <a:pt x="142" y="0"/>
                    </a:lnTo>
                    <a:lnTo>
                      <a:pt x="146" y="0"/>
                    </a:lnTo>
                    <a:lnTo>
                      <a:pt x="146" y="4"/>
                    </a:lnTo>
                    <a:lnTo>
                      <a:pt x="146" y="8"/>
                    </a:lnTo>
                    <a:lnTo>
                      <a:pt x="146" y="12"/>
                    </a:lnTo>
                    <a:lnTo>
                      <a:pt x="142" y="12"/>
                    </a:lnTo>
                    <a:lnTo>
                      <a:pt x="142" y="16"/>
                    </a:lnTo>
                    <a:lnTo>
                      <a:pt x="146" y="16"/>
                    </a:lnTo>
                    <a:lnTo>
                      <a:pt x="142" y="20"/>
                    </a:lnTo>
                    <a:lnTo>
                      <a:pt x="146" y="24"/>
                    </a:lnTo>
                    <a:lnTo>
                      <a:pt x="146" y="30"/>
                    </a:lnTo>
                    <a:lnTo>
                      <a:pt x="146" y="34"/>
                    </a:lnTo>
                    <a:lnTo>
                      <a:pt x="146" y="38"/>
                    </a:lnTo>
                    <a:lnTo>
                      <a:pt x="146" y="42"/>
                    </a:lnTo>
                    <a:lnTo>
                      <a:pt x="142" y="42"/>
                    </a:lnTo>
                    <a:lnTo>
                      <a:pt x="146" y="42"/>
                    </a:lnTo>
                    <a:lnTo>
                      <a:pt x="146" y="46"/>
                    </a:lnTo>
                    <a:lnTo>
                      <a:pt x="146" y="50"/>
                    </a:lnTo>
                    <a:lnTo>
                      <a:pt x="146" y="52"/>
                    </a:lnTo>
                    <a:lnTo>
                      <a:pt x="146" y="56"/>
                    </a:lnTo>
                    <a:lnTo>
                      <a:pt x="146" y="60"/>
                    </a:lnTo>
                    <a:lnTo>
                      <a:pt x="146" y="64"/>
                    </a:lnTo>
                    <a:lnTo>
                      <a:pt x="150" y="64"/>
                    </a:lnTo>
                    <a:lnTo>
                      <a:pt x="150" y="68"/>
                    </a:lnTo>
                    <a:lnTo>
                      <a:pt x="146" y="68"/>
                    </a:lnTo>
                    <a:lnTo>
                      <a:pt x="150" y="68"/>
                    </a:lnTo>
                    <a:lnTo>
                      <a:pt x="150" y="72"/>
                    </a:lnTo>
                    <a:lnTo>
                      <a:pt x="150" y="76"/>
                    </a:lnTo>
                    <a:lnTo>
                      <a:pt x="150" y="80"/>
                    </a:lnTo>
                    <a:lnTo>
                      <a:pt x="146" y="80"/>
                    </a:lnTo>
                    <a:lnTo>
                      <a:pt x="146" y="82"/>
                    </a:lnTo>
                    <a:lnTo>
                      <a:pt x="146" y="80"/>
                    </a:lnTo>
                    <a:lnTo>
                      <a:pt x="146" y="82"/>
                    </a:lnTo>
                    <a:lnTo>
                      <a:pt x="146" y="86"/>
                    </a:lnTo>
                    <a:lnTo>
                      <a:pt x="142" y="86"/>
                    </a:lnTo>
                    <a:lnTo>
                      <a:pt x="142" y="90"/>
                    </a:lnTo>
                    <a:lnTo>
                      <a:pt x="138" y="94"/>
                    </a:lnTo>
                    <a:lnTo>
                      <a:pt x="138" y="98"/>
                    </a:lnTo>
                    <a:lnTo>
                      <a:pt x="134" y="98"/>
                    </a:lnTo>
                    <a:lnTo>
                      <a:pt x="134" y="102"/>
                    </a:lnTo>
                    <a:lnTo>
                      <a:pt x="134" y="106"/>
                    </a:lnTo>
                    <a:lnTo>
                      <a:pt x="130" y="106"/>
                    </a:lnTo>
                    <a:lnTo>
                      <a:pt x="128" y="110"/>
                    </a:lnTo>
                    <a:lnTo>
                      <a:pt x="124" y="110"/>
                    </a:lnTo>
                    <a:lnTo>
                      <a:pt x="124" y="112"/>
                    </a:lnTo>
                    <a:lnTo>
                      <a:pt x="120" y="112"/>
                    </a:lnTo>
                    <a:lnTo>
                      <a:pt x="116" y="116"/>
                    </a:lnTo>
                    <a:lnTo>
                      <a:pt x="112" y="116"/>
                    </a:lnTo>
                    <a:lnTo>
                      <a:pt x="108" y="116"/>
                    </a:lnTo>
                    <a:lnTo>
                      <a:pt x="108" y="120"/>
                    </a:lnTo>
                    <a:lnTo>
                      <a:pt x="104" y="120"/>
                    </a:lnTo>
                    <a:lnTo>
                      <a:pt x="100" y="124"/>
                    </a:lnTo>
                    <a:lnTo>
                      <a:pt x="98" y="124"/>
                    </a:lnTo>
                    <a:lnTo>
                      <a:pt x="98" y="128"/>
                    </a:lnTo>
                    <a:lnTo>
                      <a:pt x="94" y="132"/>
                    </a:lnTo>
                    <a:lnTo>
                      <a:pt x="94" y="128"/>
                    </a:lnTo>
                    <a:lnTo>
                      <a:pt x="94" y="132"/>
                    </a:lnTo>
                    <a:lnTo>
                      <a:pt x="94" y="136"/>
                    </a:lnTo>
                    <a:lnTo>
                      <a:pt x="90" y="140"/>
                    </a:lnTo>
                    <a:lnTo>
                      <a:pt x="86" y="140"/>
                    </a:lnTo>
                    <a:lnTo>
                      <a:pt x="86" y="142"/>
                    </a:lnTo>
                    <a:lnTo>
                      <a:pt x="86" y="146"/>
                    </a:lnTo>
                    <a:lnTo>
                      <a:pt x="82" y="146"/>
                    </a:lnTo>
                    <a:lnTo>
                      <a:pt x="82" y="142"/>
                    </a:lnTo>
                    <a:lnTo>
                      <a:pt x="82" y="146"/>
                    </a:lnTo>
                    <a:lnTo>
                      <a:pt x="78" y="146"/>
                    </a:lnTo>
                    <a:lnTo>
                      <a:pt x="78" y="150"/>
                    </a:lnTo>
                    <a:lnTo>
                      <a:pt x="74" y="150"/>
                    </a:lnTo>
                    <a:lnTo>
                      <a:pt x="74" y="154"/>
                    </a:lnTo>
                    <a:lnTo>
                      <a:pt x="70" y="158"/>
                    </a:lnTo>
                    <a:lnTo>
                      <a:pt x="68" y="162"/>
                    </a:lnTo>
                    <a:lnTo>
                      <a:pt x="64" y="162"/>
                    </a:lnTo>
                    <a:lnTo>
                      <a:pt x="60" y="158"/>
                    </a:lnTo>
                    <a:lnTo>
                      <a:pt x="60" y="162"/>
                    </a:lnTo>
                    <a:lnTo>
                      <a:pt x="64" y="162"/>
                    </a:lnTo>
                    <a:lnTo>
                      <a:pt x="64" y="166"/>
                    </a:lnTo>
                    <a:lnTo>
                      <a:pt x="64" y="168"/>
                    </a:lnTo>
                    <a:lnTo>
                      <a:pt x="64" y="172"/>
                    </a:lnTo>
                    <a:lnTo>
                      <a:pt x="64" y="176"/>
                    </a:lnTo>
                    <a:lnTo>
                      <a:pt x="68" y="176"/>
                    </a:lnTo>
                    <a:lnTo>
                      <a:pt x="68" y="180"/>
                    </a:lnTo>
                    <a:lnTo>
                      <a:pt x="68" y="184"/>
                    </a:lnTo>
                    <a:lnTo>
                      <a:pt x="68" y="188"/>
                    </a:lnTo>
                    <a:lnTo>
                      <a:pt x="68" y="192"/>
                    </a:lnTo>
                    <a:lnTo>
                      <a:pt x="70" y="192"/>
                    </a:lnTo>
                    <a:lnTo>
                      <a:pt x="70" y="196"/>
                    </a:lnTo>
                    <a:lnTo>
                      <a:pt x="70" y="198"/>
                    </a:lnTo>
                    <a:lnTo>
                      <a:pt x="70" y="202"/>
                    </a:lnTo>
                    <a:lnTo>
                      <a:pt x="70" y="206"/>
                    </a:lnTo>
                    <a:lnTo>
                      <a:pt x="70" y="210"/>
                    </a:lnTo>
                    <a:lnTo>
                      <a:pt x="70" y="206"/>
                    </a:lnTo>
                    <a:lnTo>
                      <a:pt x="70" y="202"/>
                    </a:lnTo>
                    <a:lnTo>
                      <a:pt x="74" y="202"/>
                    </a:lnTo>
                    <a:lnTo>
                      <a:pt x="74" y="206"/>
                    </a:lnTo>
                    <a:lnTo>
                      <a:pt x="74" y="210"/>
                    </a:lnTo>
                    <a:lnTo>
                      <a:pt x="74" y="214"/>
                    </a:lnTo>
                    <a:lnTo>
                      <a:pt x="74" y="218"/>
                    </a:lnTo>
                    <a:lnTo>
                      <a:pt x="74" y="222"/>
                    </a:lnTo>
                    <a:lnTo>
                      <a:pt x="74" y="226"/>
                    </a:lnTo>
                    <a:lnTo>
                      <a:pt x="70" y="228"/>
                    </a:lnTo>
                    <a:lnTo>
                      <a:pt x="70" y="232"/>
                    </a:lnTo>
                    <a:lnTo>
                      <a:pt x="70" y="236"/>
                    </a:lnTo>
                    <a:lnTo>
                      <a:pt x="70" y="232"/>
                    </a:lnTo>
                    <a:lnTo>
                      <a:pt x="74" y="232"/>
                    </a:lnTo>
                    <a:lnTo>
                      <a:pt x="74" y="236"/>
                    </a:lnTo>
                    <a:lnTo>
                      <a:pt x="74" y="240"/>
                    </a:lnTo>
                    <a:lnTo>
                      <a:pt x="70" y="240"/>
                    </a:lnTo>
                    <a:lnTo>
                      <a:pt x="70" y="244"/>
                    </a:lnTo>
                    <a:lnTo>
                      <a:pt x="70" y="248"/>
                    </a:lnTo>
                    <a:lnTo>
                      <a:pt x="68" y="248"/>
                    </a:lnTo>
                    <a:lnTo>
                      <a:pt x="64" y="252"/>
                    </a:lnTo>
                    <a:lnTo>
                      <a:pt x="60" y="252"/>
                    </a:lnTo>
                    <a:lnTo>
                      <a:pt x="56" y="252"/>
                    </a:lnTo>
                    <a:lnTo>
                      <a:pt x="56" y="254"/>
                    </a:lnTo>
                    <a:lnTo>
                      <a:pt x="52" y="254"/>
                    </a:lnTo>
                    <a:lnTo>
                      <a:pt x="48" y="254"/>
                    </a:lnTo>
                    <a:lnTo>
                      <a:pt x="44" y="258"/>
                    </a:lnTo>
                    <a:lnTo>
                      <a:pt x="42" y="258"/>
                    </a:lnTo>
                    <a:lnTo>
                      <a:pt x="42" y="262"/>
                    </a:lnTo>
                    <a:lnTo>
                      <a:pt x="38" y="262"/>
                    </a:lnTo>
                    <a:lnTo>
                      <a:pt x="38" y="266"/>
                    </a:lnTo>
                    <a:lnTo>
                      <a:pt x="34" y="266"/>
                    </a:lnTo>
                    <a:lnTo>
                      <a:pt x="34" y="270"/>
                    </a:lnTo>
                    <a:lnTo>
                      <a:pt x="34" y="274"/>
                    </a:lnTo>
                    <a:lnTo>
                      <a:pt x="34" y="278"/>
                    </a:lnTo>
                    <a:lnTo>
                      <a:pt x="38" y="278"/>
                    </a:lnTo>
                    <a:lnTo>
                      <a:pt x="38" y="274"/>
                    </a:lnTo>
                    <a:lnTo>
                      <a:pt x="38" y="278"/>
                    </a:lnTo>
                    <a:lnTo>
                      <a:pt x="38" y="284"/>
                    </a:lnTo>
                    <a:lnTo>
                      <a:pt x="38" y="288"/>
                    </a:lnTo>
                    <a:lnTo>
                      <a:pt x="34" y="288"/>
                    </a:lnTo>
                    <a:lnTo>
                      <a:pt x="30" y="288"/>
                    </a:lnTo>
                    <a:lnTo>
                      <a:pt x="26" y="288"/>
                    </a:lnTo>
                    <a:lnTo>
                      <a:pt x="26" y="288"/>
                    </a:lnTo>
                    <a:lnTo>
                      <a:pt x="26" y="288"/>
                    </a:lnTo>
                    <a:close/>
                    <a:moveTo>
                      <a:pt x="74" y="198"/>
                    </a:moveTo>
                    <a:lnTo>
                      <a:pt x="70" y="198"/>
                    </a:lnTo>
                    <a:lnTo>
                      <a:pt x="70" y="196"/>
                    </a:lnTo>
                    <a:lnTo>
                      <a:pt x="74" y="192"/>
                    </a:lnTo>
                    <a:lnTo>
                      <a:pt x="74" y="196"/>
                    </a:lnTo>
                    <a:lnTo>
                      <a:pt x="74" y="198"/>
                    </a:lnTo>
                    <a:lnTo>
                      <a:pt x="74" y="198"/>
                    </a:lnTo>
                    <a:lnTo>
                      <a:pt x="74" y="1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6" name="Freeform 160"/>
              <p:cNvSpPr>
                <a:spLocks/>
              </p:cNvSpPr>
              <p:nvPr/>
            </p:nvSpPr>
            <p:spPr bwMode="gray">
              <a:xfrm>
                <a:off x="5085193" y="5027554"/>
                <a:ext cx="337418" cy="372201"/>
              </a:xfrm>
              <a:custGeom>
                <a:avLst/>
                <a:gdLst>
                  <a:gd name="T0" fmla="*/ 120 w 194"/>
                  <a:gd name="T1" fmla="*/ 124 h 214"/>
                  <a:gd name="T2" fmla="*/ 120 w 194"/>
                  <a:gd name="T3" fmla="*/ 140 h 214"/>
                  <a:gd name="T4" fmla="*/ 120 w 194"/>
                  <a:gd name="T5" fmla="*/ 154 h 214"/>
                  <a:gd name="T6" fmla="*/ 120 w 194"/>
                  <a:gd name="T7" fmla="*/ 184 h 214"/>
                  <a:gd name="T8" fmla="*/ 120 w 194"/>
                  <a:gd name="T9" fmla="*/ 202 h 214"/>
                  <a:gd name="T10" fmla="*/ 108 w 194"/>
                  <a:gd name="T11" fmla="*/ 210 h 214"/>
                  <a:gd name="T12" fmla="*/ 96 w 194"/>
                  <a:gd name="T13" fmla="*/ 214 h 214"/>
                  <a:gd name="T14" fmla="*/ 86 w 194"/>
                  <a:gd name="T15" fmla="*/ 210 h 214"/>
                  <a:gd name="T16" fmla="*/ 82 w 194"/>
                  <a:gd name="T17" fmla="*/ 198 h 214"/>
                  <a:gd name="T18" fmla="*/ 74 w 194"/>
                  <a:gd name="T19" fmla="*/ 198 h 214"/>
                  <a:gd name="T20" fmla="*/ 66 w 194"/>
                  <a:gd name="T21" fmla="*/ 206 h 214"/>
                  <a:gd name="T22" fmla="*/ 60 w 194"/>
                  <a:gd name="T23" fmla="*/ 194 h 214"/>
                  <a:gd name="T24" fmla="*/ 56 w 194"/>
                  <a:gd name="T25" fmla="*/ 190 h 214"/>
                  <a:gd name="T26" fmla="*/ 52 w 194"/>
                  <a:gd name="T27" fmla="*/ 176 h 214"/>
                  <a:gd name="T28" fmla="*/ 48 w 194"/>
                  <a:gd name="T29" fmla="*/ 166 h 214"/>
                  <a:gd name="T30" fmla="*/ 44 w 194"/>
                  <a:gd name="T31" fmla="*/ 154 h 214"/>
                  <a:gd name="T32" fmla="*/ 44 w 194"/>
                  <a:gd name="T33" fmla="*/ 140 h 214"/>
                  <a:gd name="T34" fmla="*/ 40 w 194"/>
                  <a:gd name="T35" fmla="*/ 128 h 214"/>
                  <a:gd name="T36" fmla="*/ 40 w 194"/>
                  <a:gd name="T37" fmla="*/ 114 h 214"/>
                  <a:gd name="T38" fmla="*/ 40 w 194"/>
                  <a:gd name="T39" fmla="*/ 98 h 214"/>
                  <a:gd name="T40" fmla="*/ 34 w 194"/>
                  <a:gd name="T41" fmla="*/ 86 h 214"/>
                  <a:gd name="T42" fmla="*/ 30 w 194"/>
                  <a:gd name="T43" fmla="*/ 76 h 214"/>
                  <a:gd name="T44" fmla="*/ 22 w 194"/>
                  <a:gd name="T45" fmla="*/ 64 h 214"/>
                  <a:gd name="T46" fmla="*/ 18 w 194"/>
                  <a:gd name="T47" fmla="*/ 54 h 214"/>
                  <a:gd name="T48" fmla="*/ 14 w 194"/>
                  <a:gd name="T49" fmla="*/ 42 h 214"/>
                  <a:gd name="T50" fmla="*/ 8 w 194"/>
                  <a:gd name="T51" fmla="*/ 30 h 214"/>
                  <a:gd name="T52" fmla="*/ 4 w 194"/>
                  <a:gd name="T53" fmla="*/ 20 h 214"/>
                  <a:gd name="T54" fmla="*/ 4 w 194"/>
                  <a:gd name="T55" fmla="*/ 8 h 214"/>
                  <a:gd name="T56" fmla="*/ 14 w 194"/>
                  <a:gd name="T57" fmla="*/ 4 h 214"/>
                  <a:gd name="T58" fmla="*/ 30 w 194"/>
                  <a:gd name="T59" fmla="*/ 4 h 214"/>
                  <a:gd name="T60" fmla="*/ 40 w 194"/>
                  <a:gd name="T61" fmla="*/ 8 h 214"/>
                  <a:gd name="T62" fmla="*/ 64 w 194"/>
                  <a:gd name="T63" fmla="*/ 8 h 214"/>
                  <a:gd name="T64" fmla="*/ 90 w 194"/>
                  <a:gd name="T65" fmla="*/ 8 h 214"/>
                  <a:gd name="T66" fmla="*/ 100 w 194"/>
                  <a:gd name="T67" fmla="*/ 16 h 214"/>
                  <a:gd name="T68" fmla="*/ 116 w 194"/>
                  <a:gd name="T69" fmla="*/ 16 h 214"/>
                  <a:gd name="T70" fmla="*/ 126 w 194"/>
                  <a:gd name="T71" fmla="*/ 20 h 214"/>
                  <a:gd name="T72" fmla="*/ 138 w 194"/>
                  <a:gd name="T73" fmla="*/ 20 h 214"/>
                  <a:gd name="T74" fmla="*/ 160 w 194"/>
                  <a:gd name="T75" fmla="*/ 12 h 214"/>
                  <a:gd name="T76" fmla="*/ 176 w 194"/>
                  <a:gd name="T77" fmla="*/ 8 h 214"/>
                  <a:gd name="T78" fmla="*/ 190 w 194"/>
                  <a:gd name="T79" fmla="*/ 8 h 214"/>
                  <a:gd name="T80" fmla="*/ 186 w 194"/>
                  <a:gd name="T81" fmla="*/ 16 h 214"/>
                  <a:gd name="T82" fmla="*/ 178 w 194"/>
                  <a:gd name="T83" fmla="*/ 20 h 214"/>
                  <a:gd name="T84" fmla="*/ 172 w 194"/>
                  <a:gd name="T85" fmla="*/ 28 h 214"/>
                  <a:gd name="T86" fmla="*/ 164 w 194"/>
                  <a:gd name="T87" fmla="*/ 20 h 214"/>
                  <a:gd name="T88" fmla="*/ 146 w 194"/>
                  <a:gd name="T89" fmla="*/ 24 h 214"/>
                  <a:gd name="T90" fmla="*/ 134 w 194"/>
                  <a:gd name="T91" fmla="*/ 30 h 214"/>
                  <a:gd name="T92" fmla="*/ 134 w 194"/>
                  <a:gd name="T93" fmla="*/ 68 h 214"/>
                  <a:gd name="T94" fmla="*/ 134 w 194"/>
                  <a:gd name="T95" fmla="*/ 86 h 214"/>
                  <a:gd name="T96" fmla="*/ 122 w 194"/>
                  <a:gd name="T97" fmla="*/ 90 h 214"/>
                  <a:gd name="T98" fmla="*/ 120 w 194"/>
                  <a:gd name="T99" fmla="*/ 102 h 214"/>
                  <a:gd name="T100" fmla="*/ 120 w 194"/>
                  <a:gd name="T101" fmla="*/ 114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94" h="214">
                    <a:moveTo>
                      <a:pt x="120" y="114"/>
                    </a:moveTo>
                    <a:lnTo>
                      <a:pt x="120" y="116"/>
                    </a:lnTo>
                    <a:lnTo>
                      <a:pt x="120" y="120"/>
                    </a:lnTo>
                    <a:lnTo>
                      <a:pt x="120" y="124"/>
                    </a:lnTo>
                    <a:lnTo>
                      <a:pt x="120" y="128"/>
                    </a:lnTo>
                    <a:lnTo>
                      <a:pt x="120" y="132"/>
                    </a:lnTo>
                    <a:lnTo>
                      <a:pt x="120" y="136"/>
                    </a:lnTo>
                    <a:lnTo>
                      <a:pt x="120" y="140"/>
                    </a:lnTo>
                    <a:lnTo>
                      <a:pt x="120" y="144"/>
                    </a:lnTo>
                    <a:lnTo>
                      <a:pt x="120" y="146"/>
                    </a:lnTo>
                    <a:lnTo>
                      <a:pt x="120" y="150"/>
                    </a:lnTo>
                    <a:lnTo>
                      <a:pt x="120" y="154"/>
                    </a:lnTo>
                    <a:lnTo>
                      <a:pt x="120" y="158"/>
                    </a:lnTo>
                    <a:lnTo>
                      <a:pt x="120" y="168"/>
                    </a:lnTo>
                    <a:lnTo>
                      <a:pt x="120" y="180"/>
                    </a:lnTo>
                    <a:lnTo>
                      <a:pt x="120" y="184"/>
                    </a:lnTo>
                    <a:lnTo>
                      <a:pt x="120" y="186"/>
                    </a:lnTo>
                    <a:lnTo>
                      <a:pt x="120" y="194"/>
                    </a:lnTo>
                    <a:lnTo>
                      <a:pt x="120" y="198"/>
                    </a:lnTo>
                    <a:lnTo>
                      <a:pt x="120" y="202"/>
                    </a:lnTo>
                    <a:lnTo>
                      <a:pt x="116" y="206"/>
                    </a:lnTo>
                    <a:lnTo>
                      <a:pt x="112" y="206"/>
                    </a:lnTo>
                    <a:lnTo>
                      <a:pt x="112" y="210"/>
                    </a:lnTo>
                    <a:lnTo>
                      <a:pt x="108" y="210"/>
                    </a:lnTo>
                    <a:lnTo>
                      <a:pt x="108" y="214"/>
                    </a:lnTo>
                    <a:lnTo>
                      <a:pt x="104" y="214"/>
                    </a:lnTo>
                    <a:lnTo>
                      <a:pt x="100" y="210"/>
                    </a:lnTo>
                    <a:lnTo>
                      <a:pt x="96" y="214"/>
                    </a:lnTo>
                    <a:lnTo>
                      <a:pt x="94" y="214"/>
                    </a:lnTo>
                    <a:lnTo>
                      <a:pt x="90" y="214"/>
                    </a:lnTo>
                    <a:lnTo>
                      <a:pt x="90" y="210"/>
                    </a:lnTo>
                    <a:lnTo>
                      <a:pt x="86" y="210"/>
                    </a:lnTo>
                    <a:lnTo>
                      <a:pt x="82" y="210"/>
                    </a:lnTo>
                    <a:lnTo>
                      <a:pt x="82" y="206"/>
                    </a:lnTo>
                    <a:lnTo>
                      <a:pt x="82" y="202"/>
                    </a:lnTo>
                    <a:lnTo>
                      <a:pt x="82" y="198"/>
                    </a:lnTo>
                    <a:lnTo>
                      <a:pt x="82" y="202"/>
                    </a:lnTo>
                    <a:lnTo>
                      <a:pt x="78" y="202"/>
                    </a:lnTo>
                    <a:lnTo>
                      <a:pt x="78" y="198"/>
                    </a:lnTo>
                    <a:lnTo>
                      <a:pt x="74" y="198"/>
                    </a:lnTo>
                    <a:lnTo>
                      <a:pt x="74" y="202"/>
                    </a:lnTo>
                    <a:lnTo>
                      <a:pt x="74" y="206"/>
                    </a:lnTo>
                    <a:lnTo>
                      <a:pt x="70" y="206"/>
                    </a:lnTo>
                    <a:lnTo>
                      <a:pt x="66" y="206"/>
                    </a:lnTo>
                    <a:lnTo>
                      <a:pt x="64" y="202"/>
                    </a:lnTo>
                    <a:lnTo>
                      <a:pt x="64" y="198"/>
                    </a:lnTo>
                    <a:lnTo>
                      <a:pt x="60" y="198"/>
                    </a:lnTo>
                    <a:lnTo>
                      <a:pt x="60" y="194"/>
                    </a:lnTo>
                    <a:lnTo>
                      <a:pt x="56" y="194"/>
                    </a:lnTo>
                    <a:lnTo>
                      <a:pt x="60" y="194"/>
                    </a:lnTo>
                    <a:lnTo>
                      <a:pt x="56" y="194"/>
                    </a:lnTo>
                    <a:lnTo>
                      <a:pt x="56" y="190"/>
                    </a:lnTo>
                    <a:lnTo>
                      <a:pt x="52" y="186"/>
                    </a:lnTo>
                    <a:lnTo>
                      <a:pt x="52" y="184"/>
                    </a:lnTo>
                    <a:lnTo>
                      <a:pt x="52" y="180"/>
                    </a:lnTo>
                    <a:lnTo>
                      <a:pt x="52" y="176"/>
                    </a:lnTo>
                    <a:lnTo>
                      <a:pt x="48" y="172"/>
                    </a:lnTo>
                    <a:lnTo>
                      <a:pt x="52" y="172"/>
                    </a:lnTo>
                    <a:lnTo>
                      <a:pt x="48" y="168"/>
                    </a:lnTo>
                    <a:lnTo>
                      <a:pt x="48" y="166"/>
                    </a:lnTo>
                    <a:lnTo>
                      <a:pt x="48" y="162"/>
                    </a:lnTo>
                    <a:lnTo>
                      <a:pt x="48" y="158"/>
                    </a:lnTo>
                    <a:lnTo>
                      <a:pt x="44" y="158"/>
                    </a:lnTo>
                    <a:lnTo>
                      <a:pt x="44" y="154"/>
                    </a:lnTo>
                    <a:lnTo>
                      <a:pt x="44" y="150"/>
                    </a:lnTo>
                    <a:lnTo>
                      <a:pt x="44" y="146"/>
                    </a:lnTo>
                    <a:lnTo>
                      <a:pt x="44" y="144"/>
                    </a:lnTo>
                    <a:lnTo>
                      <a:pt x="44" y="140"/>
                    </a:lnTo>
                    <a:lnTo>
                      <a:pt x="44" y="136"/>
                    </a:lnTo>
                    <a:lnTo>
                      <a:pt x="40" y="136"/>
                    </a:lnTo>
                    <a:lnTo>
                      <a:pt x="40" y="132"/>
                    </a:lnTo>
                    <a:lnTo>
                      <a:pt x="40" y="128"/>
                    </a:lnTo>
                    <a:lnTo>
                      <a:pt x="40" y="124"/>
                    </a:lnTo>
                    <a:lnTo>
                      <a:pt x="40" y="120"/>
                    </a:lnTo>
                    <a:lnTo>
                      <a:pt x="40" y="116"/>
                    </a:lnTo>
                    <a:lnTo>
                      <a:pt x="40" y="114"/>
                    </a:lnTo>
                    <a:lnTo>
                      <a:pt x="40" y="110"/>
                    </a:lnTo>
                    <a:lnTo>
                      <a:pt x="40" y="106"/>
                    </a:lnTo>
                    <a:lnTo>
                      <a:pt x="40" y="102"/>
                    </a:lnTo>
                    <a:lnTo>
                      <a:pt x="40" y="98"/>
                    </a:lnTo>
                    <a:lnTo>
                      <a:pt x="40" y="94"/>
                    </a:lnTo>
                    <a:lnTo>
                      <a:pt x="38" y="90"/>
                    </a:lnTo>
                    <a:lnTo>
                      <a:pt x="38" y="86"/>
                    </a:lnTo>
                    <a:lnTo>
                      <a:pt x="34" y="86"/>
                    </a:lnTo>
                    <a:lnTo>
                      <a:pt x="34" y="84"/>
                    </a:lnTo>
                    <a:lnTo>
                      <a:pt x="34" y="80"/>
                    </a:lnTo>
                    <a:lnTo>
                      <a:pt x="30" y="80"/>
                    </a:lnTo>
                    <a:lnTo>
                      <a:pt x="30" y="76"/>
                    </a:lnTo>
                    <a:lnTo>
                      <a:pt x="30" y="72"/>
                    </a:lnTo>
                    <a:lnTo>
                      <a:pt x="26" y="68"/>
                    </a:lnTo>
                    <a:lnTo>
                      <a:pt x="26" y="64"/>
                    </a:lnTo>
                    <a:lnTo>
                      <a:pt x="22" y="64"/>
                    </a:lnTo>
                    <a:lnTo>
                      <a:pt x="22" y="60"/>
                    </a:lnTo>
                    <a:lnTo>
                      <a:pt x="22" y="58"/>
                    </a:lnTo>
                    <a:lnTo>
                      <a:pt x="22" y="54"/>
                    </a:lnTo>
                    <a:lnTo>
                      <a:pt x="18" y="54"/>
                    </a:lnTo>
                    <a:lnTo>
                      <a:pt x="18" y="50"/>
                    </a:lnTo>
                    <a:lnTo>
                      <a:pt x="18" y="46"/>
                    </a:lnTo>
                    <a:lnTo>
                      <a:pt x="14" y="46"/>
                    </a:lnTo>
                    <a:lnTo>
                      <a:pt x="14" y="42"/>
                    </a:lnTo>
                    <a:lnTo>
                      <a:pt x="14" y="38"/>
                    </a:lnTo>
                    <a:lnTo>
                      <a:pt x="12" y="34"/>
                    </a:lnTo>
                    <a:lnTo>
                      <a:pt x="12" y="30"/>
                    </a:lnTo>
                    <a:lnTo>
                      <a:pt x="8" y="30"/>
                    </a:lnTo>
                    <a:lnTo>
                      <a:pt x="8" y="28"/>
                    </a:lnTo>
                    <a:lnTo>
                      <a:pt x="8" y="24"/>
                    </a:lnTo>
                    <a:lnTo>
                      <a:pt x="4" y="24"/>
                    </a:lnTo>
                    <a:lnTo>
                      <a:pt x="4" y="20"/>
                    </a:lnTo>
                    <a:lnTo>
                      <a:pt x="4" y="16"/>
                    </a:lnTo>
                    <a:lnTo>
                      <a:pt x="0" y="12"/>
                    </a:lnTo>
                    <a:lnTo>
                      <a:pt x="0" y="8"/>
                    </a:lnTo>
                    <a:lnTo>
                      <a:pt x="4" y="8"/>
                    </a:lnTo>
                    <a:lnTo>
                      <a:pt x="4" y="4"/>
                    </a:lnTo>
                    <a:lnTo>
                      <a:pt x="8" y="4"/>
                    </a:lnTo>
                    <a:lnTo>
                      <a:pt x="12" y="4"/>
                    </a:lnTo>
                    <a:lnTo>
                      <a:pt x="14" y="4"/>
                    </a:lnTo>
                    <a:lnTo>
                      <a:pt x="18" y="0"/>
                    </a:lnTo>
                    <a:lnTo>
                      <a:pt x="22" y="0"/>
                    </a:lnTo>
                    <a:lnTo>
                      <a:pt x="26" y="0"/>
                    </a:lnTo>
                    <a:lnTo>
                      <a:pt x="30" y="4"/>
                    </a:lnTo>
                    <a:lnTo>
                      <a:pt x="34" y="4"/>
                    </a:lnTo>
                    <a:lnTo>
                      <a:pt x="34" y="8"/>
                    </a:lnTo>
                    <a:lnTo>
                      <a:pt x="38" y="8"/>
                    </a:lnTo>
                    <a:lnTo>
                      <a:pt x="40" y="8"/>
                    </a:lnTo>
                    <a:lnTo>
                      <a:pt x="44" y="8"/>
                    </a:lnTo>
                    <a:lnTo>
                      <a:pt x="48" y="8"/>
                    </a:lnTo>
                    <a:lnTo>
                      <a:pt x="56" y="8"/>
                    </a:lnTo>
                    <a:lnTo>
                      <a:pt x="64" y="8"/>
                    </a:lnTo>
                    <a:lnTo>
                      <a:pt x="70" y="8"/>
                    </a:lnTo>
                    <a:lnTo>
                      <a:pt x="82" y="8"/>
                    </a:lnTo>
                    <a:lnTo>
                      <a:pt x="86" y="8"/>
                    </a:lnTo>
                    <a:lnTo>
                      <a:pt x="90" y="8"/>
                    </a:lnTo>
                    <a:lnTo>
                      <a:pt x="94" y="8"/>
                    </a:lnTo>
                    <a:lnTo>
                      <a:pt x="96" y="8"/>
                    </a:lnTo>
                    <a:lnTo>
                      <a:pt x="100" y="12"/>
                    </a:lnTo>
                    <a:lnTo>
                      <a:pt x="100" y="16"/>
                    </a:lnTo>
                    <a:lnTo>
                      <a:pt x="104" y="16"/>
                    </a:lnTo>
                    <a:lnTo>
                      <a:pt x="108" y="16"/>
                    </a:lnTo>
                    <a:lnTo>
                      <a:pt x="112" y="16"/>
                    </a:lnTo>
                    <a:lnTo>
                      <a:pt x="116" y="16"/>
                    </a:lnTo>
                    <a:lnTo>
                      <a:pt x="120" y="16"/>
                    </a:lnTo>
                    <a:lnTo>
                      <a:pt x="122" y="16"/>
                    </a:lnTo>
                    <a:lnTo>
                      <a:pt x="126" y="16"/>
                    </a:lnTo>
                    <a:lnTo>
                      <a:pt x="126" y="20"/>
                    </a:lnTo>
                    <a:lnTo>
                      <a:pt x="130" y="20"/>
                    </a:lnTo>
                    <a:lnTo>
                      <a:pt x="134" y="16"/>
                    </a:lnTo>
                    <a:lnTo>
                      <a:pt x="138" y="16"/>
                    </a:lnTo>
                    <a:lnTo>
                      <a:pt x="138" y="20"/>
                    </a:lnTo>
                    <a:lnTo>
                      <a:pt x="146" y="16"/>
                    </a:lnTo>
                    <a:lnTo>
                      <a:pt x="152" y="16"/>
                    </a:lnTo>
                    <a:lnTo>
                      <a:pt x="156" y="16"/>
                    </a:lnTo>
                    <a:lnTo>
                      <a:pt x="160" y="12"/>
                    </a:lnTo>
                    <a:lnTo>
                      <a:pt x="164" y="12"/>
                    </a:lnTo>
                    <a:lnTo>
                      <a:pt x="168" y="12"/>
                    </a:lnTo>
                    <a:lnTo>
                      <a:pt x="172" y="12"/>
                    </a:lnTo>
                    <a:lnTo>
                      <a:pt x="176" y="8"/>
                    </a:lnTo>
                    <a:lnTo>
                      <a:pt x="178" y="8"/>
                    </a:lnTo>
                    <a:lnTo>
                      <a:pt x="182" y="8"/>
                    </a:lnTo>
                    <a:lnTo>
                      <a:pt x="186" y="8"/>
                    </a:lnTo>
                    <a:lnTo>
                      <a:pt x="190" y="8"/>
                    </a:lnTo>
                    <a:lnTo>
                      <a:pt x="190" y="12"/>
                    </a:lnTo>
                    <a:lnTo>
                      <a:pt x="194" y="16"/>
                    </a:lnTo>
                    <a:lnTo>
                      <a:pt x="190" y="16"/>
                    </a:lnTo>
                    <a:lnTo>
                      <a:pt x="186" y="16"/>
                    </a:lnTo>
                    <a:lnTo>
                      <a:pt x="182" y="20"/>
                    </a:lnTo>
                    <a:lnTo>
                      <a:pt x="182" y="16"/>
                    </a:lnTo>
                    <a:lnTo>
                      <a:pt x="178" y="16"/>
                    </a:lnTo>
                    <a:lnTo>
                      <a:pt x="178" y="20"/>
                    </a:lnTo>
                    <a:lnTo>
                      <a:pt x="176" y="20"/>
                    </a:lnTo>
                    <a:lnTo>
                      <a:pt x="176" y="24"/>
                    </a:lnTo>
                    <a:lnTo>
                      <a:pt x="172" y="24"/>
                    </a:lnTo>
                    <a:lnTo>
                      <a:pt x="172" y="28"/>
                    </a:lnTo>
                    <a:lnTo>
                      <a:pt x="168" y="28"/>
                    </a:lnTo>
                    <a:lnTo>
                      <a:pt x="168" y="24"/>
                    </a:lnTo>
                    <a:lnTo>
                      <a:pt x="168" y="20"/>
                    </a:lnTo>
                    <a:lnTo>
                      <a:pt x="164" y="20"/>
                    </a:lnTo>
                    <a:lnTo>
                      <a:pt x="156" y="20"/>
                    </a:lnTo>
                    <a:lnTo>
                      <a:pt x="152" y="20"/>
                    </a:lnTo>
                    <a:lnTo>
                      <a:pt x="150" y="20"/>
                    </a:lnTo>
                    <a:lnTo>
                      <a:pt x="146" y="24"/>
                    </a:lnTo>
                    <a:lnTo>
                      <a:pt x="138" y="24"/>
                    </a:lnTo>
                    <a:lnTo>
                      <a:pt x="134" y="24"/>
                    </a:lnTo>
                    <a:lnTo>
                      <a:pt x="134" y="28"/>
                    </a:lnTo>
                    <a:lnTo>
                      <a:pt x="134" y="30"/>
                    </a:lnTo>
                    <a:lnTo>
                      <a:pt x="134" y="38"/>
                    </a:lnTo>
                    <a:lnTo>
                      <a:pt x="134" y="54"/>
                    </a:lnTo>
                    <a:lnTo>
                      <a:pt x="134" y="58"/>
                    </a:lnTo>
                    <a:lnTo>
                      <a:pt x="134" y="68"/>
                    </a:lnTo>
                    <a:lnTo>
                      <a:pt x="134" y="72"/>
                    </a:lnTo>
                    <a:lnTo>
                      <a:pt x="134" y="76"/>
                    </a:lnTo>
                    <a:lnTo>
                      <a:pt x="134" y="84"/>
                    </a:lnTo>
                    <a:lnTo>
                      <a:pt x="134" y="86"/>
                    </a:lnTo>
                    <a:lnTo>
                      <a:pt x="134" y="90"/>
                    </a:lnTo>
                    <a:lnTo>
                      <a:pt x="130" y="90"/>
                    </a:lnTo>
                    <a:lnTo>
                      <a:pt x="126" y="90"/>
                    </a:lnTo>
                    <a:lnTo>
                      <a:pt x="122" y="90"/>
                    </a:lnTo>
                    <a:lnTo>
                      <a:pt x="120" y="90"/>
                    </a:lnTo>
                    <a:lnTo>
                      <a:pt x="120" y="94"/>
                    </a:lnTo>
                    <a:lnTo>
                      <a:pt x="120" y="98"/>
                    </a:lnTo>
                    <a:lnTo>
                      <a:pt x="120" y="102"/>
                    </a:lnTo>
                    <a:lnTo>
                      <a:pt x="120" y="106"/>
                    </a:lnTo>
                    <a:lnTo>
                      <a:pt x="120" y="110"/>
                    </a:lnTo>
                    <a:lnTo>
                      <a:pt x="120" y="114"/>
                    </a:lnTo>
                    <a:lnTo>
                      <a:pt x="120" y="114"/>
                    </a:lnTo>
                    <a:lnTo>
                      <a:pt x="120" y="1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7" name="Freeform 161"/>
              <p:cNvSpPr>
                <a:spLocks/>
              </p:cNvSpPr>
              <p:nvPr/>
            </p:nvSpPr>
            <p:spPr bwMode="gray">
              <a:xfrm>
                <a:off x="4806911" y="3810074"/>
                <a:ext cx="389596" cy="361765"/>
              </a:xfrm>
              <a:custGeom>
                <a:avLst/>
                <a:gdLst>
                  <a:gd name="T0" fmla="*/ 84 w 224"/>
                  <a:gd name="T1" fmla="*/ 174 h 208"/>
                  <a:gd name="T2" fmla="*/ 80 w 224"/>
                  <a:gd name="T3" fmla="*/ 172 h 208"/>
                  <a:gd name="T4" fmla="*/ 70 w 224"/>
                  <a:gd name="T5" fmla="*/ 172 h 208"/>
                  <a:gd name="T6" fmla="*/ 60 w 224"/>
                  <a:gd name="T7" fmla="*/ 172 h 208"/>
                  <a:gd name="T8" fmla="*/ 52 w 224"/>
                  <a:gd name="T9" fmla="*/ 186 h 208"/>
                  <a:gd name="T10" fmla="*/ 48 w 224"/>
                  <a:gd name="T11" fmla="*/ 202 h 208"/>
                  <a:gd name="T12" fmla="*/ 48 w 224"/>
                  <a:gd name="T13" fmla="*/ 208 h 208"/>
                  <a:gd name="T14" fmla="*/ 44 w 224"/>
                  <a:gd name="T15" fmla="*/ 204 h 208"/>
                  <a:gd name="T16" fmla="*/ 36 w 224"/>
                  <a:gd name="T17" fmla="*/ 198 h 208"/>
                  <a:gd name="T18" fmla="*/ 30 w 224"/>
                  <a:gd name="T19" fmla="*/ 198 h 208"/>
                  <a:gd name="T20" fmla="*/ 30 w 224"/>
                  <a:gd name="T21" fmla="*/ 202 h 208"/>
                  <a:gd name="T22" fmla="*/ 26 w 224"/>
                  <a:gd name="T23" fmla="*/ 190 h 208"/>
                  <a:gd name="T24" fmla="*/ 14 w 224"/>
                  <a:gd name="T25" fmla="*/ 186 h 208"/>
                  <a:gd name="T26" fmla="*/ 10 w 224"/>
                  <a:gd name="T27" fmla="*/ 178 h 208"/>
                  <a:gd name="T28" fmla="*/ 14 w 224"/>
                  <a:gd name="T29" fmla="*/ 178 h 208"/>
                  <a:gd name="T30" fmla="*/ 8 w 224"/>
                  <a:gd name="T31" fmla="*/ 174 h 208"/>
                  <a:gd name="T32" fmla="*/ 4 w 224"/>
                  <a:gd name="T33" fmla="*/ 164 h 208"/>
                  <a:gd name="T34" fmla="*/ 0 w 224"/>
                  <a:gd name="T35" fmla="*/ 156 h 208"/>
                  <a:gd name="T36" fmla="*/ 0 w 224"/>
                  <a:gd name="T37" fmla="*/ 148 h 208"/>
                  <a:gd name="T38" fmla="*/ 4 w 224"/>
                  <a:gd name="T39" fmla="*/ 152 h 208"/>
                  <a:gd name="T40" fmla="*/ 10 w 224"/>
                  <a:gd name="T41" fmla="*/ 148 h 208"/>
                  <a:gd name="T42" fmla="*/ 36 w 224"/>
                  <a:gd name="T43" fmla="*/ 144 h 208"/>
                  <a:gd name="T44" fmla="*/ 48 w 224"/>
                  <a:gd name="T45" fmla="*/ 142 h 208"/>
                  <a:gd name="T46" fmla="*/ 52 w 224"/>
                  <a:gd name="T47" fmla="*/ 138 h 208"/>
                  <a:gd name="T48" fmla="*/ 56 w 224"/>
                  <a:gd name="T49" fmla="*/ 126 h 208"/>
                  <a:gd name="T50" fmla="*/ 56 w 224"/>
                  <a:gd name="T51" fmla="*/ 112 h 208"/>
                  <a:gd name="T52" fmla="*/ 56 w 224"/>
                  <a:gd name="T53" fmla="*/ 78 h 208"/>
                  <a:gd name="T54" fmla="*/ 74 w 224"/>
                  <a:gd name="T55" fmla="*/ 74 h 208"/>
                  <a:gd name="T56" fmla="*/ 88 w 224"/>
                  <a:gd name="T57" fmla="*/ 60 h 208"/>
                  <a:gd name="T58" fmla="*/ 118 w 224"/>
                  <a:gd name="T59" fmla="*/ 38 h 208"/>
                  <a:gd name="T60" fmla="*/ 144 w 224"/>
                  <a:gd name="T61" fmla="*/ 16 h 208"/>
                  <a:gd name="T62" fmla="*/ 168 w 224"/>
                  <a:gd name="T63" fmla="*/ 0 h 208"/>
                  <a:gd name="T64" fmla="*/ 182 w 224"/>
                  <a:gd name="T65" fmla="*/ 4 h 208"/>
                  <a:gd name="T66" fmla="*/ 190 w 224"/>
                  <a:gd name="T67" fmla="*/ 8 h 208"/>
                  <a:gd name="T68" fmla="*/ 204 w 224"/>
                  <a:gd name="T69" fmla="*/ 12 h 208"/>
                  <a:gd name="T70" fmla="*/ 212 w 224"/>
                  <a:gd name="T71" fmla="*/ 26 h 208"/>
                  <a:gd name="T72" fmla="*/ 216 w 224"/>
                  <a:gd name="T73" fmla="*/ 44 h 208"/>
                  <a:gd name="T74" fmla="*/ 216 w 224"/>
                  <a:gd name="T75" fmla="*/ 48 h 208"/>
                  <a:gd name="T76" fmla="*/ 220 w 224"/>
                  <a:gd name="T77" fmla="*/ 60 h 208"/>
                  <a:gd name="T78" fmla="*/ 216 w 224"/>
                  <a:gd name="T79" fmla="*/ 86 h 208"/>
                  <a:gd name="T80" fmla="*/ 216 w 224"/>
                  <a:gd name="T81" fmla="*/ 118 h 208"/>
                  <a:gd name="T82" fmla="*/ 200 w 224"/>
                  <a:gd name="T83" fmla="*/ 138 h 208"/>
                  <a:gd name="T84" fmla="*/ 190 w 224"/>
                  <a:gd name="T85" fmla="*/ 152 h 208"/>
                  <a:gd name="T86" fmla="*/ 190 w 224"/>
                  <a:gd name="T87" fmla="*/ 160 h 208"/>
                  <a:gd name="T88" fmla="*/ 186 w 224"/>
                  <a:gd name="T89" fmla="*/ 160 h 208"/>
                  <a:gd name="T90" fmla="*/ 182 w 224"/>
                  <a:gd name="T91" fmla="*/ 174 h 208"/>
                  <a:gd name="T92" fmla="*/ 174 w 224"/>
                  <a:gd name="T93" fmla="*/ 178 h 208"/>
                  <a:gd name="T94" fmla="*/ 174 w 224"/>
                  <a:gd name="T95" fmla="*/ 182 h 208"/>
                  <a:gd name="T96" fmla="*/ 164 w 224"/>
                  <a:gd name="T97" fmla="*/ 182 h 208"/>
                  <a:gd name="T98" fmla="*/ 156 w 224"/>
                  <a:gd name="T99" fmla="*/ 178 h 208"/>
                  <a:gd name="T100" fmla="*/ 152 w 224"/>
                  <a:gd name="T101" fmla="*/ 178 h 208"/>
                  <a:gd name="T102" fmla="*/ 148 w 224"/>
                  <a:gd name="T103" fmla="*/ 178 h 208"/>
                  <a:gd name="T104" fmla="*/ 144 w 224"/>
                  <a:gd name="T105" fmla="*/ 178 h 208"/>
                  <a:gd name="T106" fmla="*/ 138 w 224"/>
                  <a:gd name="T107" fmla="*/ 182 h 208"/>
                  <a:gd name="T108" fmla="*/ 134 w 224"/>
                  <a:gd name="T109" fmla="*/ 190 h 208"/>
                  <a:gd name="T110" fmla="*/ 122 w 224"/>
                  <a:gd name="T111" fmla="*/ 186 h 208"/>
                  <a:gd name="T112" fmla="*/ 114 w 224"/>
                  <a:gd name="T113" fmla="*/ 182 h 208"/>
                  <a:gd name="T114" fmla="*/ 110 w 224"/>
                  <a:gd name="T115" fmla="*/ 182 h 208"/>
                  <a:gd name="T116" fmla="*/ 100 w 224"/>
                  <a:gd name="T117" fmla="*/ 18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24" h="208">
                    <a:moveTo>
                      <a:pt x="96" y="186"/>
                    </a:moveTo>
                    <a:lnTo>
                      <a:pt x="92" y="186"/>
                    </a:lnTo>
                    <a:lnTo>
                      <a:pt x="92" y="182"/>
                    </a:lnTo>
                    <a:lnTo>
                      <a:pt x="92" y="182"/>
                    </a:lnTo>
                    <a:lnTo>
                      <a:pt x="88" y="178"/>
                    </a:lnTo>
                    <a:lnTo>
                      <a:pt x="88" y="178"/>
                    </a:lnTo>
                    <a:lnTo>
                      <a:pt x="84" y="174"/>
                    </a:lnTo>
                    <a:lnTo>
                      <a:pt x="84" y="174"/>
                    </a:lnTo>
                    <a:lnTo>
                      <a:pt x="84" y="174"/>
                    </a:lnTo>
                    <a:lnTo>
                      <a:pt x="84" y="174"/>
                    </a:lnTo>
                    <a:lnTo>
                      <a:pt x="84" y="174"/>
                    </a:lnTo>
                    <a:lnTo>
                      <a:pt x="80" y="174"/>
                    </a:lnTo>
                    <a:lnTo>
                      <a:pt x="80" y="172"/>
                    </a:lnTo>
                    <a:lnTo>
                      <a:pt x="80" y="172"/>
                    </a:lnTo>
                    <a:lnTo>
                      <a:pt x="78" y="172"/>
                    </a:lnTo>
                    <a:lnTo>
                      <a:pt x="78" y="172"/>
                    </a:lnTo>
                    <a:lnTo>
                      <a:pt x="74" y="172"/>
                    </a:lnTo>
                    <a:lnTo>
                      <a:pt x="74" y="172"/>
                    </a:lnTo>
                    <a:lnTo>
                      <a:pt x="74" y="172"/>
                    </a:lnTo>
                    <a:lnTo>
                      <a:pt x="70" y="172"/>
                    </a:lnTo>
                    <a:lnTo>
                      <a:pt x="70" y="172"/>
                    </a:lnTo>
                    <a:lnTo>
                      <a:pt x="70" y="172"/>
                    </a:lnTo>
                    <a:lnTo>
                      <a:pt x="70" y="172"/>
                    </a:lnTo>
                    <a:lnTo>
                      <a:pt x="66" y="172"/>
                    </a:lnTo>
                    <a:lnTo>
                      <a:pt x="66" y="172"/>
                    </a:lnTo>
                    <a:lnTo>
                      <a:pt x="66" y="172"/>
                    </a:lnTo>
                    <a:lnTo>
                      <a:pt x="64" y="172"/>
                    </a:lnTo>
                    <a:lnTo>
                      <a:pt x="60" y="172"/>
                    </a:lnTo>
                    <a:lnTo>
                      <a:pt x="56" y="174"/>
                    </a:lnTo>
                    <a:lnTo>
                      <a:pt x="56" y="174"/>
                    </a:lnTo>
                    <a:lnTo>
                      <a:pt x="56" y="178"/>
                    </a:lnTo>
                    <a:lnTo>
                      <a:pt x="56" y="178"/>
                    </a:lnTo>
                    <a:lnTo>
                      <a:pt x="56" y="182"/>
                    </a:lnTo>
                    <a:lnTo>
                      <a:pt x="56" y="186"/>
                    </a:lnTo>
                    <a:lnTo>
                      <a:pt x="52" y="186"/>
                    </a:lnTo>
                    <a:lnTo>
                      <a:pt x="52" y="190"/>
                    </a:lnTo>
                    <a:lnTo>
                      <a:pt x="52" y="190"/>
                    </a:lnTo>
                    <a:lnTo>
                      <a:pt x="48" y="194"/>
                    </a:lnTo>
                    <a:lnTo>
                      <a:pt x="48" y="194"/>
                    </a:lnTo>
                    <a:lnTo>
                      <a:pt x="48" y="198"/>
                    </a:lnTo>
                    <a:lnTo>
                      <a:pt x="48" y="198"/>
                    </a:lnTo>
                    <a:lnTo>
                      <a:pt x="48" y="202"/>
                    </a:lnTo>
                    <a:lnTo>
                      <a:pt x="48" y="202"/>
                    </a:lnTo>
                    <a:lnTo>
                      <a:pt x="48" y="202"/>
                    </a:lnTo>
                    <a:lnTo>
                      <a:pt x="48" y="204"/>
                    </a:lnTo>
                    <a:lnTo>
                      <a:pt x="48" y="204"/>
                    </a:lnTo>
                    <a:lnTo>
                      <a:pt x="48" y="204"/>
                    </a:lnTo>
                    <a:lnTo>
                      <a:pt x="48" y="204"/>
                    </a:lnTo>
                    <a:lnTo>
                      <a:pt x="48" y="208"/>
                    </a:lnTo>
                    <a:lnTo>
                      <a:pt x="48" y="208"/>
                    </a:lnTo>
                    <a:lnTo>
                      <a:pt x="44" y="204"/>
                    </a:lnTo>
                    <a:lnTo>
                      <a:pt x="44" y="204"/>
                    </a:lnTo>
                    <a:lnTo>
                      <a:pt x="44" y="204"/>
                    </a:lnTo>
                    <a:lnTo>
                      <a:pt x="44" y="204"/>
                    </a:lnTo>
                    <a:lnTo>
                      <a:pt x="44" y="204"/>
                    </a:lnTo>
                    <a:lnTo>
                      <a:pt x="44" y="204"/>
                    </a:lnTo>
                    <a:lnTo>
                      <a:pt x="44" y="204"/>
                    </a:lnTo>
                    <a:lnTo>
                      <a:pt x="40" y="204"/>
                    </a:lnTo>
                    <a:lnTo>
                      <a:pt x="40" y="202"/>
                    </a:lnTo>
                    <a:lnTo>
                      <a:pt x="40" y="202"/>
                    </a:lnTo>
                    <a:lnTo>
                      <a:pt x="40" y="202"/>
                    </a:lnTo>
                    <a:lnTo>
                      <a:pt x="36" y="198"/>
                    </a:lnTo>
                    <a:lnTo>
                      <a:pt x="36" y="198"/>
                    </a:lnTo>
                    <a:lnTo>
                      <a:pt x="36" y="194"/>
                    </a:lnTo>
                    <a:lnTo>
                      <a:pt x="36" y="198"/>
                    </a:lnTo>
                    <a:lnTo>
                      <a:pt x="34" y="198"/>
                    </a:lnTo>
                    <a:lnTo>
                      <a:pt x="34" y="198"/>
                    </a:lnTo>
                    <a:lnTo>
                      <a:pt x="34" y="198"/>
                    </a:lnTo>
                    <a:lnTo>
                      <a:pt x="34" y="198"/>
                    </a:lnTo>
                    <a:lnTo>
                      <a:pt x="30" y="198"/>
                    </a:lnTo>
                    <a:lnTo>
                      <a:pt x="30" y="198"/>
                    </a:lnTo>
                    <a:lnTo>
                      <a:pt x="30" y="202"/>
                    </a:lnTo>
                    <a:lnTo>
                      <a:pt x="30" y="202"/>
                    </a:lnTo>
                    <a:lnTo>
                      <a:pt x="30" y="204"/>
                    </a:lnTo>
                    <a:lnTo>
                      <a:pt x="30" y="204"/>
                    </a:lnTo>
                    <a:lnTo>
                      <a:pt x="30" y="204"/>
                    </a:lnTo>
                    <a:lnTo>
                      <a:pt x="30" y="202"/>
                    </a:lnTo>
                    <a:lnTo>
                      <a:pt x="26" y="198"/>
                    </a:lnTo>
                    <a:lnTo>
                      <a:pt x="26" y="198"/>
                    </a:lnTo>
                    <a:lnTo>
                      <a:pt x="26" y="194"/>
                    </a:lnTo>
                    <a:lnTo>
                      <a:pt x="26" y="194"/>
                    </a:lnTo>
                    <a:lnTo>
                      <a:pt x="30" y="194"/>
                    </a:lnTo>
                    <a:lnTo>
                      <a:pt x="26" y="194"/>
                    </a:lnTo>
                    <a:lnTo>
                      <a:pt x="26" y="190"/>
                    </a:lnTo>
                    <a:lnTo>
                      <a:pt x="26" y="190"/>
                    </a:lnTo>
                    <a:lnTo>
                      <a:pt x="26" y="190"/>
                    </a:lnTo>
                    <a:lnTo>
                      <a:pt x="26" y="190"/>
                    </a:lnTo>
                    <a:lnTo>
                      <a:pt x="22" y="190"/>
                    </a:lnTo>
                    <a:lnTo>
                      <a:pt x="22" y="194"/>
                    </a:lnTo>
                    <a:lnTo>
                      <a:pt x="18" y="190"/>
                    </a:lnTo>
                    <a:lnTo>
                      <a:pt x="14" y="186"/>
                    </a:lnTo>
                    <a:lnTo>
                      <a:pt x="10" y="186"/>
                    </a:lnTo>
                    <a:lnTo>
                      <a:pt x="10" y="186"/>
                    </a:lnTo>
                    <a:lnTo>
                      <a:pt x="10" y="182"/>
                    </a:lnTo>
                    <a:lnTo>
                      <a:pt x="10" y="182"/>
                    </a:lnTo>
                    <a:lnTo>
                      <a:pt x="10" y="178"/>
                    </a:lnTo>
                    <a:lnTo>
                      <a:pt x="10" y="178"/>
                    </a:lnTo>
                    <a:lnTo>
                      <a:pt x="10" y="178"/>
                    </a:lnTo>
                    <a:lnTo>
                      <a:pt x="10" y="178"/>
                    </a:lnTo>
                    <a:lnTo>
                      <a:pt x="10" y="178"/>
                    </a:lnTo>
                    <a:lnTo>
                      <a:pt x="10" y="178"/>
                    </a:lnTo>
                    <a:lnTo>
                      <a:pt x="10" y="178"/>
                    </a:lnTo>
                    <a:lnTo>
                      <a:pt x="14" y="178"/>
                    </a:lnTo>
                    <a:lnTo>
                      <a:pt x="14" y="178"/>
                    </a:lnTo>
                    <a:lnTo>
                      <a:pt x="14" y="178"/>
                    </a:lnTo>
                    <a:lnTo>
                      <a:pt x="10" y="178"/>
                    </a:lnTo>
                    <a:lnTo>
                      <a:pt x="10" y="178"/>
                    </a:lnTo>
                    <a:lnTo>
                      <a:pt x="10" y="178"/>
                    </a:lnTo>
                    <a:lnTo>
                      <a:pt x="10" y="174"/>
                    </a:lnTo>
                    <a:lnTo>
                      <a:pt x="10" y="174"/>
                    </a:lnTo>
                    <a:lnTo>
                      <a:pt x="10" y="174"/>
                    </a:lnTo>
                    <a:lnTo>
                      <a:pt x="8" y="174"/>
                    </a:lnTo>
                    <a:lnTo>
                      <a:pt x="4" y="174"/>
                    </a:lnTo>
                    <a:lnTo>
                      <a:pt x="4" y="172"/>
                    </a:lnTo>
                    <a:lnTo>
                      <a:pt x="4" y="172"/>
                    </a:lnTo>
                    <a:lnTo>
                      <a:pt x="4" y="168"/>
                    </a:lnTo>
                    <a:lnTo>
                      <a:pt x="0" y="164"/>
                    </a:lnTo>
                    <a:lnTo>
                      <a:pt x="0" y="164"/>
                    </a:lnTo>
                    <a:lnTo>
                      <a:pt x="4" y="164"/>
                    </a:lnTo>
                    <a:lnTo>
                      <a:pt x="0" y="164"/>
                    </a:lnTo>
                    <a:lnTo>
                      <a:pt x="0" y="160"/>
                    </a:lnTo>
                    <a:lnTo>
                      <a:pt x="0" y="160"/>
                    </a:lnTo>
                    <a:lnTo>
                      <a:pt x="0" y="160"/>
                    </a:lnTo>
                    <a:lnTo>
                      <a:pt x="0" y="160"/>
                    </a:lnTo>
                    <a:lnTo>
                      <a:pt x="0" y="160"/>
                    </a:lnTo>
                    <a:lnTo>
                      <a:pt x="0" y="156"/>
                    </a:lnTo>
                    <a:lnTo>
                      <a:pt x="0" y="156"/>
                    </a:lnTo>
                    <a:lnTo>
                      <a:pt x="0" y="152"/>
                    </a:lnTo>
                    <a:lnTo>
                      <a:pt x="0" y="152"/>
                    </a:lnTo>
                    <a:lnTo>
                      <a:pt x="0" y="152"/>
                    </a:lnTo>
                    <a:lnTo>
                      <a:pt x="0" y="152"/>
                    </a:lnTo>
                    <a:lnTo>
                      <a:pt x="0" y="152"/>
                    </a:lnTo>
                    <a:lnTo>
                      <a:pt x="0" y="148"/>
                    </a:lnTo>
                    <a:lnTo>
                      <a:pt x="0" y="148"/>
                    </a:lnTo>
                    <a:lnTo>
                      <a:pt x="0" y="152"/>
                    </a:lnTo>
                    <a:lnTo>
                      <a:pt x="4" y="152"/>
                    </a:lnTo>
                    <a:lnTo>
                      <a:pt x="4" y="148"/>
                    </a:lnTo>
                    <a:lnTo>
                      <a:pt x="4" y="148"/>
                    </a:lnTo>
                    <a:lnTo>
                      <a:pt x="4" y="152"/>
                    </a:lnTo>
                    <a:lnTo>
                      <a:pt x="4" y="152"/>
                    </a:lnTo>
                    <a:lnTo>
                      <a:pt x="8" y="152"/>
                    </a:lnTo>
                    <a:lnTo>
                      <a:pt x="8" y="152"/>
                    </a:lnTo>
                    <a:lnTo>
                      <a:pt x="8" y="152"/>
                    </a:lnTo>
                    <a:lnTo>
                      <a:pt x="10" y="148"/>
                    </a:lnTo>
                    <a:lnTo>
                      <a:pt x="10" y="148"/>
                    </a:lnTo>
                    <a:lnTo>
                      <a:pt x="10" y="148"/>
                    </a:lnTo>
                    <a:lnTo>
                      <a:pt x="10" y="148"/>
                    </a:lnTo>
                    <a:lnTo>
                      <a:pt x="14" y="144"/>
                    </a:lnTo>
                    <a:lnTo>
                      <a:pt x="22" y="144"/>
                    </a:lnTo>
                    <a:lnTo>
                      <a:pt x="22" y="144"/>
                    </a:lnTo>
                    <a:lnTo>
                      <a:pt x="34" y="144"/>
                    </a:lnTo>
                    <a:lnTo>
                      <a:pt x="34" y="144"/>
                    </a:lnTo>
                    <a:lnTo>
                      <a:pt x="36" y="144"/>
                    </a:lnTo>
                    <a:lnTo>
                      <a:pt x="36" y="144"/>
                    </a:lnTo>
                    <a:lnTo>
                      <a:pt x="36" y="142"/>
                    </a:lnTo>
                    <a:lnTo>
                      <a:pt x="40" y="142"/>
                    </a:lnTo>
                    <a:lnTo>
                      <a:pt x="44" y="144"/>
                    </a:lnTo>
                    <a:lnTo>
                      <a:pt x="44" y="144"/>
                    </a:lnTo>
                    <a:lnTo>
                      <a:pt x="44" y="144"/>
                    </a:lnTo>
                    <a:lnTo>
                      <a:pt x="44" y="142"/>
                    </a:lnTo>
                    <a:lnTo>
                      <a:pt x="48" y="142"/>
                    </a:lnTo>
                    <a:lnTo>
                      <a:pt x="48" y="138"/>
                    </a:lnTo>
                    <a:lnTo>
                      <a:pt x="48" y="138"/>
                    </a:lnTo>
                    <a:lnTo>
                      <a:pt x="48" y="138"/>
                    </a:lnTo>
                    <a:lnTo>
                      <a:pt x="52" y="138"/>
                    </a:lnTo>
                    <a:lnTo>
                      <a:pt x="52" y="138"/>
                    </a:lnTo>
                    <a:lnTo>
                      <a:pt x="52" y="138"/>
                    </a:lnTo>
                    <a:lnTo>
                      <a:pt x="52" y="138"/>
                    </a:lnTo>
                    <a:lnTo>
                      <a:pt x="52" y="138"/>
                    </a:lnTo>
                    <a:lnTo>
                      <a:pt x="52" y="134"/>
                    </a:lnTo>
                    <a:lnTo>
                      <a:pt x="52" y="130"/>
                    </a:lnTo>
                    <a:lnTo>
                      <a:pt x="52" y="126"/>
                    </a:lnTo>
                    <a:lnTo>
                      <a:pt x="56" y="126"/>
                    </a:lnTo>
                    <a:lnTo>
                      <a:pt x="56" y="126"/>
                    </a:lnTo>
                    <a:lnTo>
                      <a:pt x="56" y="126"/>
                    </a:lnTo>
                    <a:lnTo>
                      <a:pt x="56" y="126"/>
                    </a:lnTo>
                    <a:lnTo>
                      <a:pt x="56" y="126"/>
                    </a:lnTo>
                    <a:lnTo>
                      <a:pt x="56" y="118"/>
                    </a:lnTo>
                    <a:lnTo>
                      <a:pt x="56" y="118"/>
                    </a:lnTo>
                    <a:lnTo>
                      <a:pt x="56" y="116"/>
                    </a:lnTo>
                    <a:lnTo>
                      <a:pt x="56" y="116"/>
                    </a:lnTo>
                    <a:lnTo>
                      <a:pt x="56" y="112"/>
                    </a:lnTo>
                    <a:lnTo>
                      <a:pt x="56" y="108"/>
                    </a:lnTo>
                    <a:lnTo>
                      <a:pt x="56" y="104"/>
                    </a:lnTo>
                    <a:lnTo>
                      <a:pt x="56" y="96"/>
                    </a:lnTo>
                    <a:lnTo>
                      <a:pt x="56" y="86"/>
                    </a:lnTo>
                    <a:lnTo>
                      <a:pt x="56" y="86"/>
                    </a:lnTo>
                    <a:lnTo>
                      <a:pt x="56" y="82"/>
                    </a:lnTo>
                    <a:lnTo>
                      <a:pt x="56" y="78"/>
                    </a:lnTo>
                    <a:lnTo>
                      <a:pt x="56" y="78"/>
                    </a:lnTo>
                    <a:lnTo>
                      <a:pt x="60" y="78"/>
                    </a:lnTo>
                    <a:lnTo>
                      <a:pt x="60" y="78"/>
                    </a:lnTo>
                    <a:lnTo>
                      <a:pt x="66" y="74"/>
                    </a:lnTo>
                    <a:lnTo>
                      <a:pt x="70" y="74"/>
                    </a:lnTo>
                    <a:lnTo>
                      <a:pt x="74" y="74"/>
                    </a:lnTo>
                    <a:lnTo>
                      <a:pt x="74" y="74"/>
                    </a:lnTo>
                    <a:lnTo>
                      <a:pt x="78" y="74"/>
                    </a:lnTo>
                    <a:lnTo>
                      <a:pt x="78" y="74"/>
                    </a:lnTo>
                    <a:lnTo>
                      <a:pt x="80" y="70"/>
                    </a:lnTo>
                    <a:lnTo>
                      <a:pt x="80" y="70"/>
                    </a:lnTo>
                    <a:lnTo>
                      <a:pt x="84" y="66"/>
                    </a:lnTo>
                    <a:lnTo>
                      <a:pt x="88" y="62"/>
                    </a:lnTo>
                    <a:lnTo>
                      <a:pt x="88" y="60"/>
                    </a:lnTo>
                    <a:lnTo>
                      <a:pt x="92" y="56"/>
                    </a:lnTo>
                    <a:lnTo>
                      <a:pt x="100" y="48"/>
                    </a:lnTo>
                    <a:lnTo>
                      <a:pt x="104" y="44"/>
                    </a:lnTo>
                    <a:lnTo>
                      <a:pt x="104" y="44"/>
                    </a:lnTo>
                    <a:lnTo>
                      <a:pt x="108" y="44"/>
                    </a:lnTo>
                    <a:lnTo>
                      <a:pt x="110" y="42"/>
                    </a:lnTo>
                    <a:lnTo>
                      <a:pt x="118" y="38"/>
                    </a:lnTo>
                    <a:lnTo>
                      <a:pt x="118" y="34"/>
                    </a:lnTo>
                    <a:lnTo>
                      <a:pt x="122" y="30"/>
                    </a:lnTo>
                    <a:lnTo>
                      <a:pt x="130" y="26"/>
                    </a:lnTo>
                    <a:lnTo>
                      <a:pt x="134" y="22"/>
                    </a:lnTo>
                    <a:lnTo>
                      <a:pt x="138" y="18"/>
                    </a:lnTo>
                    <a:lnTo>
                      <a:pt x="140" y="18"/>
                    </a:lnTo>
                    <a:lnTo>
                      <a:pt x="144" y="16"/>
                    </a:lnTo>
                    <a:lnTo>
                      <a:pt x="148" y="16"/>
                    </a:lnTo>
                    <a:lnTo>
                      <a:pt x="148" y="12"/>
                    </a:lnTo>
                    <a:lnTo>
                      <a:pt x="152" y="12"/>
                    </a:lnTo>
                    <a:lnTo>
                      <a:pt x="160" y="4"/>
                    </a:lnTo>
                    <a:lnTo>
                      <a:pt x="164" y="4"/>
                    </a:lnTo>
                    <a:lnTo>
                      <a:pt x="164" y="0"/>
                    </a:lnTo>
                    <a:lnTo>
                      <a:pt x="168" y="0"/>
                    </a:lnTo>
                    <a:lnTo>
                      <a:pt x="170" y="4"/>
                    </a:lnTo>
                    <a:lnTo>
                      <a:pt x="170" y="4"/>
                    </a:lnTo>
                    <a:lnTo>
                      <a:pt x="170" y="4"/>
                    </a:lnTo>
                    <a:lnTo>
                      <a:pt x="170" y="4"/>
                    </a:lnTo>
                    <a:lnTo>
                      <a:pt x="174" y="4"/>
                    </a:lnTo>
                    <a:lnTo>
                      <a:pt x="178" y="4"/>
                    </a:lnTo>
                    <a:lnTo>
                      <a:pt x="182" y="4"/>
                    </a:lnTo>
                    <a:lnTo>
                      <a:pt x="186" y="8"/>
                    </a:lnTo>
                    <a:lnTo>
                      <a:pt x="186" y="8"/>
                    </a:lnTo>
                    <a:lnTo>
                      <a:pt x="186" y="8"/>
                    </a:lnTo>
                    <a:lnTo>
                      <a:pt x="186" y="8"/>
                    </a:lnTo>
                    <a:lnTo>
                      <a:pt x="186" y="8"/>
                    </a:lnTo>
                    <a:lnTo>
                      <a:pt x="186" y="8"/>
                    </a:lnTo>
                    <a:lnTo>
                      <a:pt x="190" y="8"/>
                    </a:lnTo>
                    <a:lnTo>
                      <a:pt x="190" y="8"/>
                    </a:lnTo>
                    <a:lnTo>
                      <a:pt x="194" y="12"/>
                    </a:lnTo>
                    <a:lnTo>
                      <a:pt x="198" y="18"/>
                    </a:lnTo>
                    <a:lnTo>
                      <a:pt x="198" y="16"/>
                    </a:lnTo>
                    <a:lnTo>
                      <a:pt x="200" y="16"/>
                    </a:lnTo>
                    <a:lnTo>
                      <a:pt x="200" y="16"/>
                    </a:lnTo>
                    <a:lnTo>
                      <a:pt x="204" y="12"/>
                    </a:lnTo>
                    <a:lnTo>
                      <a:pt x="204" y="12"/>
                    </a:lnTo>
                    <a:lnTo>
                      <a:pt x="208" y="12"/>
                    </a:lnTo>
                    <a:lnTo>
                      <a:pt x="208" y="12"/>
                    </a:lnTo>
                    <a:lnTo>
                      <a:pt x="208" y="12"/>
                    </a:lnTo>
                    <a:lnTo>
                      <a:pt x="208" y="16"/>
                    </a:lnTo>
                    <a:lnTo>
                      <a:pt x="212" y="26"/>
                    </a:lnTo>
                    <a:lnTo>
                      <a:pt x="212" y="26"/>
                    </a:lnTo>
                    <a:lnTo>
                      <a:pt x="212" y="30"/>
                    </a:lnTo>
                    <a:lnTo>
                      <a:pt x="212" y="34"/>
                    </a:lnTo>
                    <a:lnTo>
                      <a:pt x="212" y="34"/>
                    </a:lnTo>
                    <a:lnTo>
                      <a:pt x="212" y="38"/>
                    </a:lnTo>
                    <a:lnTo>
                      <a:pt x="212" y="38"/>
                    </a:lnTo>
                    <a:lnTo>
                      <a:pt x="212" y="38"/>
                    </a:lnTo>
                    <a:lnTo>
                      <a:pt x="216" y="44"/>
                    </a:lnTo>
                    <a:lnTo>
                      <a:pt x="216" y="44"/>
                    </a:lnTo>
                    <a:lnTo>
                      <a:pt x="216" y="44"/>
                    </a:lnTo>
                    <a:lnTo>
                      <a:pt x="216" y="48"/>
                    </a:lnTo>
                    <a:lnTo>
                      <a:pt x="216" y="48"/>
                    </a:lnTo>
                    <a:lnTo>
                      <a:pt x="216" y="48"/>
                    </a:lnTo>
                    <a:lnTo>
                      <a:pt x="216" y="48"/>
                    </a:lnTo>
                    <a:lnTo>
                      <a:pt x="216" y="48"/>
                    </a:lnTo>
                    <a:lnTo>
                      <a:pt x="216" y="48"/>
                    </a:lnTo>
                    <a:lnTo>
                      <a:pt x="216" y="48"/>
                    </a:lnTo>
                    <a:lnTo>
                      <a:pt x="216" y="52"/>
                    </a:lnTo>
                    <a:lnTo>
                      <a:pt x="216" y="52"/>
                    </a:lnTo>
                    <a:lnTo>
                      <a:pt x="224" y="56"/>
                    </a:lnTo>
                    <a:lnTo>
                      <a:pt x="224" y="56"/>
                    </a:lnTo>
                    <a:lnTo>
                      <a:pt x="220" y="60"/>
                    </a:lnTo>
                    <a:lnTo>
                      <a:pt x="220" y="62"/>
                    </a:lnTo>
                    <a:lnTo>
                      <a:pt x="220" y="62"/>
                    </a:lnTo>
                    <a:lnTo>
                      <a:pt x="220" y="66"/>
                    </a:lnTo>
                    <a:lnTo>
                      <a:pt x="220" y="70"/>
                    </a:lnTo>
                    <a:lnTo>
                      <a:pt x="216" y="82"/>
                    </a:lnTo>
                    <a:lnTo>
                      <a:pt x="216" y="82"/>
                    </a:lnTo>
                    <a:lnTo>
                      <a:pt x="216" y="86"/>
                    </a:lnTo>
                    <a:lnTo>
                      <a:pt x="216" y="92"/>
                    </a:lnTo>
                    <a:lnTo>
                      <a:pt x="216" y="92"/>
                    </a:lnTo>
                    <a:lnTo>
                      <a:pt x="216" y="96"/>
                    </a:lnTo>
                    <a:lnTo>
                      <a:pt x="216" y="108"/>
                    </a:lnTo>
                    <a:lnTo>
                      <a:pt x="216" y="116"/>
                    </a:lnTo>
                    <a:lnTo>
                      <a:pt x="216" y="118"/>
                    </a:lnTo>
                    <a:lnTo>
                      <a:pt x="216" y="118"/>
                    </a:lnTo>
                    <a:lnTo>
                      <a:pt x="216" y="118"/>
                    </a:lnTo>
                    <a:lnTo>
                      <a:pt x="212" y="118"/>
                    </a:lnTo>
                    <a:lnTo>
                      <a:pt x="212" y="122"/>
                    </a:lnTo>
                    <a:lnTo>
                      <a:pt x="208" y="122"/>
                    </a:lnTo>
                    <a:lnTo>
                      <a:pt x="208" y="126"/>
                    </a:lnTo>
                    <a:lnTo>
                      <a:pt x="200" y="134"/>
                    </a:lnTo>
                    <a:lnTo>
                      <a:pt x="200" y="138"/>
                    </a:lnTo>
                    <a:lnTo>
                      <a:pt x="198" y="142"/>
                    </a:lnTo>
                    <a:lnTo>
                      <a:pt x="198" y="142"/>
                    </a:lnTo>
                    <a:lnTo>
                      <a:pt x="194" y="144"/>
                    </a:lnTo>
                    <a:lnTo>
                      <a:pt x="194" y="144"/>
                    </a:lnTo>
                    <a:lnTo>
                      <a:pt x="194" y="148"/>
                    </a:lnTo>
                    <a:lnTo>
                      <a:pt x="190" y="152"/>
                    </a:lnTo>
                    <a:lnTo>
                      <a:pt x="190" y="152"/>
                    </a:lnTo>
                    <a:lnTo>
                      <a:pt x="190" y="152"/>
                    </a:lnTo>
                    <a:lnTo>
                      <a:pt x="190" y="156"/>
                    </a:lnTo>
                    <a:lnTo>
                      <a:pt x="190" y="156"/>
                    </a:lnTo>
                    <a:lnTo>
                      <a:pt x="190" y="156"/>
                    </a:lnTo>
                    <a:lnTo>
                      <a:pt x="190" y="156"/>
                    </a:lnTo>
                    <a:lnTo>
                      <a:pt x="190" y="156"/>
                    </a:lnTo>
                    <a:lnTo>
                      <a:pt x="190" y="160"/>
                    </a:lnTo>
                    <a:lnTo>
                      <a:pt x="190" y="160"/>
                    </a:lnTo>
                    <a:lnTo>
                      <a:pt x="190" y="160"/>
                    </a:lnTo>
                    <a:lnTo>
                      <a:pt x="186" y="160"/>
                    </a:lnTo>
                    <a:lnTo>
                      <a:pt x="186" y="160"/>
                    </a:lnTo>
                    <a:lnTo>
                      <a:pt x="186" y="160"/>
                    </a:lnTo>
                    <a:lnTo>
                      <a:pt x="186" y="160"/>
                    </a:lnTo>
                    <a:lnTo>
                      <a:pt x="186" y="160"/>
                    </a:lnTo>
                    <a:lnTo>
                      <a:pt x="186" y="160"/>
                    </a:lnTo>
                    <a:lnTo>
                      <a:pt x="186" y="168"/>
                    </a:lnTo>
                    <a:lnTo>
                      <a:pt x="190" y="172"/>
                    </a:lnTo>
                    <a:lnTo>
                      <a:pt x="190" y="172"/>
                    </a:lnTo>
                    <a:lnTo>
                      <a:pt x="186" y="172"/>
                    </a:lnTo>
                    <a:lnTo>
                      <a:pt x="182" y="174"/>
                    </a:lnTo>
                    <a:lnTo>
                      <a:pt x="182" y="174"/>
                    </a:lnTo>
                    <a:lnTo>
                      <a:pt x="182" y="174"/>
                    </a:lnTo>
                    <a:lnTo>
                      <a:pt x="182" y="174"/>
                    </a:lnTo>
                    <a:lnTo>
                      <a:pt x="182" y="174"/>
                    </a:lnTo>
                    <a:lnTo>
                      <a:pt x="178" y="174"/>
                    </a:lnTo>
                    <a:lnTo>
                      <a:pt x="178" y="174"/>
                    </a:lnTo>
                    <a:lnTo>
                      <a:pt x="178" y="174"/>
                    </a:lnTo>
                    <a:lnTo>
                      <a:pt x="174" y="178"/>
                    </a:lnTo>
                    <a:lnTo>
                      <a:pt x="174" y="178"/>
                    </a:lnTo>
                    <a:lnTo>
                      <a:pt x="174" y="178"/>
                    </a:lnTo>
                    <a:lnTo>
                      <a:pt x="174" y="178"/>
                    </a:lnTo>
                    <a:lnTo>
                      <a:pt x="174" y="178"/>
                    </a:lnTo>
                    <a:lnTo>
                      <a:pt x="174" y="182"/>
                    </a:lnTo>
                    <a:lnTo>
                      <a:pt x="174" y="182"/>
                    </a:lnTo>
                    <a:lnTo>
                      <a:pt x="174" y="182"/>
                    </a:lnTo>
                    <a:lnTo>
                      <a:pt x="170" y="182"/>
                    </a:lnTo>
                    <a:lnTo>
                      <a:pt x="170" y="182"/>
                    </a:lnTo>
                    <a:lnTo>
                      <a:pt x="170" y="182"/>
                    </a:lnTo>
                    <a:lnTo>
                      <a:pt x="170" y="182"/>
                    </a:lnTo>
                    <a:lnTo>
                      <a:pt x="168" y="182"/>
                    </a:lnTo>
                    <a:lnTo>
                      <a:pt x="168" y="182"/>
                    </a:lnTo>
                    <a:lnTo>
                      <a:pt x="164" y="182"/>
                    </a:lnTo>
                    <a:lnTo>
                      <a:pt x="164" y="178"/>
                    </a:lnTo>
                    <a:lnTo>
                      <a:pt x="160" y="178"/>
                    </a:lnTo>
                    <a:lnTo>
                      <a:pt x="160" y="178"/>
                    </a:lnTo>
                    <a:lnTo>
                      <a:pt x="160" y="178"/>
                    </a:lnTo>
                    <a:lnTo>
                      <a:pt x="156" y="178"/>
                    </a:lnTo>
                    <a:lnTo>
                      <a:pt x="156" y="178"/>
                    </a:lnTo>
                    <a:lnTo>
                      <a:pt x="156" y="178"/>
                    </a:lnTo>
                    <a:lnTo>
                      <a:pt x="156" y="178"/>
                    </a:lnTo>
                    <a:lnTo>
                      <a:pt x="156" y="178"/>
                    </a:lnTo>
                    <a:lnTo>
                      <a:pt x="156" y="178"/>
                    </a:lnTo>
                    <a:lnTo>
                      <a:pt x="152" y="178"/>
                    </a:lnTo>
                    <a:lnTo>
                      <a:pt x="152" y="178"/>
                    </a:lnTo>
                    <a:lnTo>
                      <a:pt x="152" y="178"/>
                    </a:lnTo>
                    <a:lnTo>
                      <a:pt x="152" y="178"/>
                    </a:lnTo>
                    <a:lnTo>
                      <a:pt x="152" y="178"/>
                    </a:lnTo>
                    <a:lnTo>
                      <a:pt x="152" y="178"/>
                    </a:lnTo>
                    <a:lnTo>
                      <a:pt x="152" y="178"/>
                    </a:lnTo>
                    <a:lnTo>
                      <a:pt x="152" y="178"/>
                    </a:lnTo>
                    <a:lnTo>
                      <a:pt x="148" y="178"/>
                    </a:lnTo>
                    <a:lnTo>
                      <a:pt x="148" y="178"/>
                    </a:lnTo>
                    <a:lnTo>
                      <a:pt x="148" y="178"/>
                    </a:lnTo>
                    <a:lnTo>
                      <a:pt x="148" y="178"/>
                    </a:lnTo>
                    <a:lnTo>
                      <a:pt x="148" y="178"/>
                    </a:lnTo>
                    <a:lnTo>
                      <a:pt x="148" y="178"/>
                    </a:lnTo>
                    <a:lnTo>
                      <a:pt x="144" y="178"/>
                    </a:lnTo>
                    <a:lnTo>
                      <a:pt x="144" y="178"/>
                    </a:lnTo>
                    <a:lnTo>
                      <a:pt x="144" y="178"/>
                    </a:lnTo>
                    <a:lnTo>
                      <a:pt x="144" y="178"/>
                    </a:lnTo>
                    <a:lnTo>
                      <a:pt x="144" y="178"/>
                    </a:lnTo>
                    <a:lnTo>
                      <a:pt x="144" y="178"/>
                    </a:lnTo>
                    <a:lnTo>
                      <a:pt x="140" y="178"/>
                    </a:lnTo>
                    <a:lnTo>
                      <a:pt x="140" y="178"/>
                    </a:lnTo>
                    <a:lnTo>
                      <a:pt x="140" y="178"/>
                    </a:lnTo>
                    <a:lnTo>
                      <a:pt x="140" y="178"/>
                    </a:lnTo>
                    <a:lnTo>
                      <a:pt x="138" y="182"/>
                    </a:lnTo>
                    <a:lnTo>
                      <a:pt x="138" y="182"/>
                    </a:lnTo>
                    <a:lnTo>
                      <a:pt x="138" y="182"/>
                    </a:lnTo>
                    <a:lnTo>
                      <a:pt x="138" y="182"/>
                    </a:lnTo>
                    <a:lnTo>
                      <a:pt x="134" y="182"/>
                    </a:lnTo>
                    <a:lnTo>
                      <a:pt x="134" y="186"/>
                    </a:lnTo>
                    <a:lnTo>
                      <a:pt x="134" y="190"/>
                    </a:lnTo>
                    <a:lnTo>
                      <a:pt x="134" y="190"/>
                    </a:lnTo>
                    <a:lnTo>
                      <a:pt x="130" y="190"/>
                    </a:lnTo>
                    <a:lnTo>
                      <a:pt x="126" y="186"/>
                    </a:lnTo>
                    <a:lnTo>
                      <a:pt x="126" y="186"/>
                    </a:lnTo>
                    <a:lnTo>
                      <a:pt x="122" y="186"/>
                    </a:lnTo>
                    <a:lnTo>
                      <a:pt x="122" y="186"/>
                    </a:lnTo>
                    <a:lnTo>
                      <a:pt x="122" y="186"/>
                    </a:lnTo>
                    <a:lnTo>
                      <a:pt x="122" y="186"/>
                    </a:lnTo>
                    <a:lnTo>
                      <a:pt x="118" y="186"/>
                    </a:lnTo>
                    <a:lnTo>
                      <a:pt x="118" y="186"/>
                    </a:lnTo>
                    <a:lnTo>
                      <a:pt x="118" y="186"/>
                    </a:lnTo>
                    <a:lnTo>
                      <a:pt x="118" y="186"/>
                    </a:lnTo>
                    <a:lnTo>
                      <a:pt x="118" y="186"/>
                    </a:lnTo>
                    <a:lnTo>
                      <a:pt x="114" y="182"/>
                    </a:lnTo>
                    <a:lnTo>
                      <a:pt x="114" y="182"/>
                    </a:lnTo>
                    <a:lnTo>
                      <a:pt x="114" y="182"/>
                    </a:lnTo>
                    <a:lnTo>
                      <a:pt x="114" y="182"/>
                    </a:lnTo>
                    <a:lnTo>
                      <a:pt x="114" y="182"/>
                    </a:lnTo>
                    <a:lnTo>
                      <a:pt x="114" y="182"/>
                    </a:lnTo>
                    <a:lnTo>
                      <a:pt x="114" y="182"/>
                    </a:lnTo>
                    <a:lnTo>
                      <a:pt x="110" y="182"/>
                    </a:lnTo>
                    <a:lnTo>
                      <a:pt x="110" y="182"/>
                    </a:lnTo>
                    <a:lnTo>
                      <a:pt x="110" y="182"/>
                    </a:lnTo>
                    <a:lnTo>
                      <a:pt x="110" y="178"/>
                    </a:lnTo>
                    <a:lnTo>
                      <a:pt x="110" y="178"/>
                    </a:lnTo>
                    <a:lnTo>
                      <a:pt x="110" y="178"/>
                    </a:lnTo>
                    <a:lnTo>
                      <a:pt x="108" y="178"/>
                    </a:lnTo>
                    <a:lnTo>
                      <a:pt x="100" y="182"/>
                    </a:lnTo>
                    <a:lnTo>
                      <a:pt x="100" y="182"/>
                    </a:lnTo>
                    <a:lnTo>
                      <a:pt x="96" y="182"/>
                    </a:lnTo>
                    <a:lnTo>
                      <a:pt x="96" y="182"/>
                    </a:lnTo>
                    <a:lnTo>
                      <a:pt x="96" y="186"/>
                    </a:lnTo>
                    <a:lnTo>
                      <a:pt x="96" y="186"/>
                    </a:lnTo>
                    <a:lnTo>
                      <a:pt x="96" y="186"/>
                    </a:lnTo>
                    <a:lnTo>
                      <a:pt x="96" y="1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8" name="Freeform 162"/>
              <p:cNvSpPr>
                <a:spLocks noEditPoints="1"/>
              </p:cNvSpPr>
              <p:nvPr/>
            </p:nvSpPr>
            <p:spPr bwMode="gray">
              <a:xfrm>
                <a:off x="4866046" y="4109226"/>
                <a:ext cx="295676" cy="285239"/>
              </a:xfrm>
              <a:custGeom>
                <a:avLst/>
                <a:gdLst>
                  <a:gd name="T0" fmla="*/ 126 w 170"/>
                  <a:gd name="T1" fmla="*/ 122 h 164"/>
                  <a:gd name="T2" fmla="*/ 118 w 170"/>
                  <a:gd name="T3" fmla="*/ 122 h 164"/>
                  <a:gd name="T4" fmla="*/ 110 w 170"/>
                  <a:gd name="T5" fmla="*/ 114 h 164"/>
                  <a:gd name="T6" fmla="*/ 102 w 170"/>
                  <a:gd name="T7" fmla="*/ 118 h 164"/>
                  <a:gd name="T8" fmla="*/ 96 w 170"/>
                  <a:gd name="T9" fmla="*/ 126 h 164"/>
                  <a:gd name="T10" fmla="*/ 88 w 170"/>
                  <a:gd name="T11" fmla="*/ 140 h 164"/>
                  <a:gd name="T12" fmla="*/ 80 w 170"/>
                  <a:gd name="T13" fmla="*/ 152 h 164"/>
                  <a:gd name="T14" fmla="*/ 76 w 170"/>
                  <a:gd name="T15" fmla="*/ 156 h 164"/>
                  <a:gd name="T16" fmla="*/ 70 w 170"/>
                  <a:gd name="T17" fmla="*/ 160 h 164"/>
                  <a:gd name="T18" fmla="*/ 62 w 170"/>
                  <a:gd name="T19" fmla="*/ 156 h 164"/>
                  <a:gd name="T20" fmla="*/ 58 w 170"/>
                  <a:gd name="T21" fmla="*/ 160 h 164"/>
                  <a:gd name="T22" fmla="*/ 58 w 170"/>
                  <a:gd name="T23" fmla="*/ 160 h 164"/>
                  <a:gd name="T24" fmla="*/ 58 w 170"/>
                  <a:gd name="T25" fmla="*/ 156 h 164"/>
                  <a:gd name="T26" fmla="*/ 50 w 170"/>
                  <a:gd name="T27" fmla="*/ 160 h 164"/>
                  <a:gd name="T28" fmla="*/ 40 w 170"/>
                  <a:gd name="T29" fmla="*/ 156 h 164"/>
                  <a:gd name="T30" fmla="*/ 36 w 170"/>
                  <a:gd name="T31" fmla="*/ 148 h 164"/>
                  <a:gd name="T32" fmla="*/ 40 w 170"/>
                  <a:gd name="T33" fmla="*/ 144 h 164"/>
                  <a:gd name="T34" fmla="*/ 36 w 170"/>
                  <a:gd name="T35" fmla="*/ 140 h 164"/>
                  <a:gd name="T36" fmla="*/ 30 w 170"/>
                  <a:gd name="T37" fmla="*/ 130 h 164"/>
                  <a:gd name="T38" fmla="*/ 18 w 170"/>
                  <a:gd name="T39" fmla="*/ 126 h 164"/>
                  <a:gd name="T40" fmla="*/ 18 w 170"/>
                  <a:gd name="T41" fmla="*/ 122 h 164"/>
                  <a:gd name="T42" fmla="*/ 10 w 170"/>
                  <a:gd name="T43" fmla="*/ 126 h 164"/>
                  <a:gd name="T44" fmla="*/ 0 w 170"/>
                  <a:gd name="T45" fmla="*/ 122 h 164"/>
                  <a:gd name="T46" fmla="*/ 2 w 170"/>
                  <a:gd name="T47" fmla="*/ 110 h 164"/>
                  <a:gd name="T48" fmla="*/ 0 w 170"/>
                  <a:gd name="T49" fmla="*/ 96 h 164"/>
                  <a:gd name="T50" fmla="*/ 2 w 170"/>
                  <a:gd name="T51" fmla="*/ 82 h 164"/>
                  <a:gd name="T52" fmla="*/ 10 w 170"/>
                  <a:gd name="T53" fmla="*/ 70 h 164"/>
                  <a:gd name="T54" fmla="*/ 14 w 170"/>
                  <a:gd name="T55" fmla="*/ 58 h 164"/>
                  <a:gd name="T56" fmla="*/ 14 w 170"/>
                  <a:gd name="T57" fmla="*/ 52 h 164"/>
                  <a:gd name="T58" fmla="*/ 10 w 170"/>
                  <a:gd name="T59" fmla="*/ 36 h 164"/>
                  <a:gd name="T60" fmla="*/ 14 w 170"/>
                  <a:gd name="T61" fmla="*/ 26 h 164"/>
                  <a:gd name="T62" fmla="*/ 22 w 170"/>
                  <a:gd name="T63" fmla="*/ 14 h 164"/>
                  <a:gd name="T64" fmla="*/ 26 w 170"/>
                  <a:gd name="T65" fmla="*/ 0 h 164"/>
                  <a:gd name="T66" fmla="*/ 40 w 170"/>
                  <a:gd name="T67" fmla="*/ 0 h 164"/>
                  <a:gd name="T68" fmla="*/ 50 w 170"/>
                  <a:gd name="T69" fmla="*/ 2 h 164"/>
                  <a:gd name="T70" fmla="*/ 62 w 170"/>
                  <a:gd name="T71" fmla="*/ 14 h 164"/>
                  <a:gd name="T72" fmla="*/ 76 w 170"/>
                  <a:gd name="T73" fmla="*/ 6 h 164"/>
                  <a:gd name="T74" fmla="*/ 88 w 170"/>
                  <a:gd name="T75" fmla="*/ 14 h 164"/>
                  <a:gd name="T76" fmla="*/ 100 w 170"/>
                  <a:gd name="T77" fmla="*/ 14 h 164"/>
                  <a:gd name="T78" fmla="*/ 110 w 170"/>
                  <a:gd name="T79" fmla="*/ 6 h 164"/>
                  <a:gd name="T80" fmla="*/ 126 w 170"/>
                  <a:gd name="T81" fmla="*/ 6 h 164"/>
                  <a:gd name="T82" fmla="*/ 136 w 170"/>
                  <a:gd name="T83" fmla="*/ 10 h 164"/>
                  <a:gd name="T84" fmla="*/ 148 w 170"/>
                  <a:gd name="T85" fmla="*/ 2 h 164"/>
                  <a:gd name="T86" fmla="*/ 158 w 170"/>
                  <a:gd name="T87" fmla="*/ 6 h 164"/>
                  <a:gd name="T88" fmla="*/ 162 w 170"/>
                  <a:gd name="T89" fmla="*/ 22 h 164"/>
                  <a:gd name="T90" fmla="*/ 170 w 170"/>
                  <a:gd name="T91" fmla="*/ 28 h 164"/>
                  <a:gd name="T92" fmla="*/ 166 w 170"/>
                  <a:gd name="T93" fmla="*/ 32 h 164"/>
                  <a:gd name="T94" fmla="*/ 162 w 170"/>
                  <a:gd name="T95" fmla="*/ 40 h 164"/>
                  <a:gd name="T96" fmla="*/ 156 w 170"/>
                  <a:gd name="T97" fmla="*/ 52 h 164"/>
                  <a:gd name="T98" fmla="*/ 148 w 170"/>
                  <a:gd name="T99" fmla="*/ 62 h 164"/>
                  <a:gd name="T100" fmla="*/ 144 w 170"/>
                  <a:gd name="T101" fmla="*/ 74 h 164"/>
                  <a:gd name="T102" fmla="*/ 140 w 170"/>
                  <a:gd name="T103" fmla="*/ 88 h 164"/>
                  <a:gd name="T104" fmla="*/ 132 w 170"/>
                  <a:gd name="T105" fmla="*/ 96 h 164"/>
                  <a:gd name="T106" fmla="*/ 132 w 170"/>
                  <a:gd name="T107" fmla="*/ 104 h 164"/>
                  <a:gd name="T108" fmla="*/ 128 w 170"/>
                  <a:gd name="T109" fmla="*/ 110 h 164"/>
                  <a:gd name="T110" fmla="*/ 62 w 170"/>
                  <a:gd name="T111" fmla="*/ 16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70" h="164">
                    <a:moveTo>
                      <a:pt x="128" y="110"/>
                    </a:moveTo>
                    <a:lnTo>
                      <a:pt x="128" y="114"/>
                    </a:lnTo>
                    <a:lnTo>
                      <a:pt x="126" y="118"/>
                    </a:lnTo>
                    <a:lnTo>
                      <a:pt x="126" y="122"/>
                    </a:lnTo>
                    <a:lnTo>
                      <a:pt x="122" y="122"/>
                    </a:lnTo>
                    <a:lnTo>
                      <a:pt x="122" y="126"/>
                    </a:lnTo>
                    <a:lnTo>
                      <a:pt x="118" y="126"/>
                    </a:lnTo>
                    <a:lnTo>
                      <a:pt x="118" y="122"/>
                    </a:lnTo>
                    <a:lnTo>
                      <a:pt x="118" y="118"/>
                    </a:lnTo>
                    <a:lnTo>
                      <a:pt x="114" y="118"/>
                    </a:lnTo>
                    <a:lnTo>
                      <a:pt x="114" y="114"/>
                    </a:lnTo>
                    <a:lnTo>
                      <a:pt x="110" y="114"/>
                    </a:lnTo>
                    <a:lnTo>
                      <a:pt x="110" y="118"/>
                    </a:lnTo>
                    <a:lnTo>
                      <a:pt x="106" y="118"/>
                    </a:lnTo>
                    <a:lnTo>
                      <a:pt x="106" y="114"/>
                    </a:lnTo>
                    <a:lnTo>
                      <a:pt x="102" y="118"/>
                    </a:lnTo>
                    <a:lnTo>
                      <a:pt x="100" y="118"/>
                    </a:lnTo>
                    <a:lnTo>
                      <a:pt x="100" y="122"/>
                    </a:lnTo>
                    <a:lnTo>
                      <a:pt x="100" y="126"/>
                    </a:lnTo>
                    <a:lnTo>
                      <a:pt x="96" y="126"/>
                    </a:lnTo>
                    <a:lnTo>
                      <a:pt x="92" y="130"/>
                    </a:lnTo>
                    <a:lnTo>
                      <a:pt x="88" y="134"/>
                    </a:lnTo>
                    <a:lnTo>
                      <a:pt x="88" y="138"/>
                    </a:lnTo>
                    <a:lnTo>
                      <a:pt x="88" y="140"/>
                    </a:lnTo>
                    <a:lnTo>
                      <a:pt x="88" y="144"/>
                    </a:lnTo>
                    <a:lnTo>
                      <a:pt x="84" y="148"/>
                    </a:lnTo>
                    <a:lnTo>
                      <a:pt x="84" y="152"/>
                    </a:lnTo>
                    <a:lnTo>
                      <a:pt x="80" y="152"/>
                    </a:lnTo>
                    <a:lnTo>
                      <a:pt x="80" y="156"/>
                    </a:lnTo>
                    <a:lnTo>
                      <a:pt x="80" y="152"/>
                    </a:lnTo>
                    <a:lnTo>
                      <a:pt x="76" y="152"/>
                    </a:lnTo>
                    <a:lnTo>
                      <a:pt x="76" y="156"/>
                    </a:lnTo>
                    <a:lnTo>
                      <a:pt x="80" y="156"/>
                    </a:lnTo>
                    <a:lnTo>
                      <a:pt x="76" y="160"/>
                    </a:lnTo>
                    <a:lnTo>
                      <a:pt x="72" y="160"/>
                    </a:lnTo>
                    <a:lnTo>
                      <a:pt x="70" y="160"/>
                    </a:lnTo>
                    <a:lnTo>
                      <a:pt x="70" y="156"/>
                    </a:lnTo>
                    <a:lnTo>
                      <a:pt x="66" y="160"/>
                    </a:lnTo>
                    <a:lnTo>
                      <a:pt x="62" y="160"/>
                    </a:lnTo>
                    <a:lnTo>
                      <a:pt x="62" y="156"/>
                    </a:lnTo>
                    <a:lnTo>
                      <a:pt x="62" y="160"/>
                    </a:lnTo>
                    <a:lnTo>
                      <a:pt x="62" y="156"/>
                    </a:lnTo>
                    <a:lnTo>
                      <a:pt x="58" y="156"/>
                    </a:lnTo>
                    <a:lnTo>
                      <a:pt x="58" y="160"/>
                    </a:lnTo>
                    <a:lnTo>
                      <a:pt x="62" y="160"/>
                    </a:lnTo>
                    <a:lnTo>
                      <a:pt x="58" y="160"/>
                    </a:lnTo>
                    <a:lnTo>
                      <a:pt x="58" y="156"/>
                    </a:lnTo>
                    <a:lnTo>
                      <a:pt x="58" y="160"/>
                    </a:lnTo>
                    <a:lnTo>
                      <a:pt x="58" y="164"/>
                    </a:lnTo>
                    <a:lnTo>
                      <a:pt x="54" y="160"/>
                    </a:lnTo>
                    <a:lnTo>
                      <a:pt x="58" y="160"/>
                    </a:lnTo>
                    <a:lnTo>
                      <a:pt x="58" y="156"/>
                    </a:lnTo>
                    <a:lnTo>
                      <a:pt x="54" y="160"/>
                    </a:lnTo>
                    <a:lnTo>
                      <a:pt x="54" y="164"/>
                    </a:lnTo>
                    <a:lnTo>
                      <a:pt x="50" y="164"/>
                    </a:lnTo>
                    <a:lnTo>
                      <a:pt x="50" y="160"/>
                    </a:lnTo>
                    <a:lnTo>
                      <a:pt x="50" y="164"/>
                    </a:lnTo>
                    <a:lnTo>
                      <a:pt x="46" y="164"/>
                    </a:lnTo>
                    <a:lnTo>
                      <a:pt x="44" y="160"/>
                    </a:lnTo>
                    <a:lnTo>
                      <a:pt x="40" y="156"/>
                    </a:lnTo>
                    <a:lnTo>
                      <a:pt x="40" y="152"/>
                    </a:lnTo>
                    <a:lnTo>
                      <a:pt x="36" y="148"/>
                    </a:lnTo>
                    <a:lnTo>
                      <a:pt x="40" y="148"/>
                    </a:lnTo>
                    <a:lnTo>
                      <a:pt x="36" y="148"/>
                    </a:lnTo>
                    <a:lnTo>
                      <a:pt x="36" y="144"/>
                    </a:lnTo>
                    <a:lnTo>
                      <a:pt x="40" y="144"/>
                    </a:lnTo>
                    <a:lnTo>
                      <a:pt x="40" y="140"/>
                    </a:lnTo>
                    <a:lnTo>
                      <a:pt x="40" y="144"/>
                    </a:lnTo>
                    <a:lnTo>
                      <a:pt x="36" y="144"/>
                    </a:lnTo>
                    <a:lnTo>
                      <a:pt x="36" y="140"/>
                    </a:lnTo>
                    <a:lnTo>
                      <a:pt x="40" y="140"/>
                    </a:lnTo>
                    <a:lnTo>
                      <a:pt x="36" y="140"/>
                    </a:lnTo>
                    <a:lnTo>
                      <a:pt x="32" y="138"/>
                    </a:lnTo>
                    <a:lnTo>
                      <a:pt x="32" y="134"/>
                    </a:lnTo>
                    <a:lnTo>
                      <a:pt x="30" y="134"/>
                    </a:lnTo>
                    <a:lnTo>
                      <a:pt x="30" y="130"/>
                    </a:lnTo>
                    <a:lnTo>
                      <a:pt x="26" y="130"/>
                    </a:lnTo>
                    <a:lnTo>
                      <a:pt x="26" y="126"/>
                    </a:lnTo>
                    <a:lnTo>
                      <a:pt x="22" y="126"/>
                    </a:lnTo>
                    <a:lnTo>
                      <a:pt x="18" y="126"/>
                    </a:lnTo>
                    <a:lnTo>
                      <a:pt x="14" y="126"/>
                    </a:lnTo>
                    <a:lnTo>
                      <a:pt x="10" y="126"/>
                    </a:lnTo>
                    <a:lnTo>
                      <a:pt x="14" y="126"/>
                    </a:lnTo>
                    <a:lnTo>
                      <a:pt x="18" y="122"/>
                    </a:lnTo>
                    <a:lnTo>
                      <a:pt x="14" y="122"/>
                    </a:lnTo>
                    <a:lnTo>
                      <a:pt x="10" y="126"/>
                    </a:lnTo>
                    <a:lnTo>
                      <a:pt x="10" y="122"/>
                    </a:lnTo>
                    <a:lnTo>
                      <a:pt x="10" y="126"/>
                    </a:lnTo>
                    <a:lnTo>
                      <a:pt x="6" y="126"/>
                    </a:lnTo>
                    <a:lnTo>
                      <a:pt x="2" y="126"/>
                    </a:lnTo>
                    <a:lnTo>
                      <a:pt x="0" y="126"/>
                    </a:lnTo>
                    <a:lnTo>
                      <a:pt x="0" y="122"/>
                    </a:lnTo>
                    <a:lnTo>
                      <a:pt x="0" y="118"/>
                    </a:lnTo>
                    <a:lnTo>
                      <a:pt x="0" y="114"/>
                    </a:lnTo>
                    <a:lnTo>
                      <a:pt x="2" y="114"/>
                    </a:lnTo>
                    <a:lnTo>
                      <a:pt x="2" y="110"/>
                    </a:lnTo>
                    <a:lnTo>
                      <a:pt x="0" y="108"/>
                    </a:lnTo>
                    <a:lnTo>
                      <a:pt x="0" y="104"/>
                    </a:lnTo>
                    <a:lnTo>
                      <a:pt x="0" y="100"/>
                    </a:lnTo>
                    <a:lnTo>
                      <a:pt x="0" y="96"/>
                    </a:lnTo>
                    <a:lnTo>
                      <a:pt x="0" y="92"/>
                    </a:lnTo>
                    <a:lnTo>
                      <a:pt x="0" y="88"/>
                    </a:lnTo>
                    <a:lnTo>
                      <a:pt x="0" y="84"/>
                    </a:lnTo>
                    <a:lnTo>
                      <a:pt x="2" y="82"/>
                    </a:lnTo>
                    <a:lnTo>
                      <a:pt x="6" y="82"/>
                    </a:lnTo>
                    <a:lnTo>
                      <a:pt x="6" y="78"/>
                    </a:lnTo>
                    <a:lnTo>
                      <a:pt x="6" y="74"/>
                    </a:lnTo>
                    <a:lnTo>
                      <a:pt x="10" y="70"/>
                    </a:lnTo>
                    <a:lnTo>
                      <a:pt x="10" y="66"/>
                    </a:lnTo>
                    <a:lnTo>
                      <a:pt x="14" y="66"/>
                    </a:lnTo>
                    <a:lnTo>
                      <a:pt x="14" y="62"/>
                    </a:lnTo>
                    <a:lnTo>
                      <a:pt x="14" y="58"/>
                    </a:lnTo>
                    <a:lnTo>
                      <a:pt x="14" y="56"/>
                    </a:lnTo>
                    <a:lnTo>
                      <a:pt x="18" y="56"/>
                    </a:lnTo>
                    <a:lnTo>
                      <a:pt x="18" y="52"/>
                    </a:lnTo>
                    <a:lnTo>
                      <a:pt x="14" y="52"/>
                    </a:lnTo>
                    <a:lnTo>
                      <a:pt x="14" y="48"/>
                    </a:lnTo>
                    <a:lnTo>
                      <a:pt x="14" y="44"/>
                    </a:lnTo>
                    <a:lnTo>
                      <a:pt x="10" y="40"/>
                    </a:lnTo>
                    <a:lnTo>
                      <a:pt x="10" y="36"/>
                    </a:lnTo>
                    <a:lnTo>
                      <a:pt x="14" y="36"/>
                    </a:lnTo>
                    <a:lnTo>
                      <a:pt x="14" y="32"/>
                    </a:lnTo>
                    <a:lnTo>
                      <a:pt x="14" y="28"/>
                    </a:lnTo>
                    <a:lnTo>
                      <a:pt x="14" y="26"/>
                    </a:lnTo>
                    <a:lnTo>
                      <a:pt x="14" y="22"/>
                    </a:lnTo>
                    <a:lnTo>
                      <a:pt x="18" y="18"/>
                    </a:lnTo>
                    <a:lnTo>
                      <a:pt x="18" y="14"/>
                    </a:lnTo>
                    <a:lnTo>
                      <a:pt x="22" y="14"/>
                    </a:lnTo>
                    <a:lnTo>
                      <a:pt x="22" y="10"/>
                    </a:lnTo>
                    <a:lnTo>
                      <a:pt x="22" y="6"/>
                    </a:lnTo>
                    <a:lnTo>
                      <a:pt x="22" y="2"/>
                    </a:lnTo>
                    <a:lnTo>
                      <a:pt x="26" y="0"/>
                    </a:lnTo>
                    <a:lnTo>
                      <a:pt x="30" y="0"/>
                    </a:lnTo>
                    <a:lnTo>
                      <a:pt x="32" y="0"/>
                    </a:lnTo>
                    <a:lnTo>
                      <a:pt x="36" y="0"/>
                    </a:lnTo>
                    <a:lnTo>
                      <a:pt x="40" y="0"/>
                    </a:lnTo>
                    <a:lnTo>
                      <a:pt x="44" y="0"/>
                    </a:lnTo>
                    <a:lnTo>
                      <a:pt x="46" y="0"/>
                    </a:lnTo>
                    <a:lnTo>
                      <a:pt x="46" y="2"/>
                    </a:lnTo>
                    <a:lnTo>
                      <a:pt x="50" y="2"/>
                    </a:lnTo>
                    <a:lnTo>
                      <a:pt x="54" y="6"/>
                    </a:lnTo>
                    <a:lnTo>
                      <a:pt x="58" y="10"/>
                    </a:lnTo>
                    <a:lnTo>
                      <a:pt x="58" y="14"/>
                    </a:lnTo>
                    <a:lnTo>
                      <a:pt x="62" y="14"/>
                    </a:lnTo>
                    <a:lnTo>
                      <a:pt x="62" y="10"/>
                    </a:lnTo>
                    <a:lnTo>
                      <a:pt x="66" y="10"/>
                    </a:lnTo>
                    <a:lnTo>
                      <a:pt x="72" y="6"/>
                    </a:lnTo>
                    <a:lnTo>
                      <a:pt x="76" y="6"/>
                    </a:lnTo>
                    <a:lnTo>
                      <a:pt x="76" y="10"/>
                    </a:lnTo>
                    <a:lnTo>
                      <a:pt x="80" y="10"/>
                    </a:lnTo>
                    <a:lnTo>
                      <a:pt x="84" y="14"/>
                    </a:lnTo>
                    <a:lnTo>
                      <a:pt x="88" y="14"/>
                    </a:lnTo>
                    <a:lnTo>
                      <a:pt x="92" y="14"/>
                    </a:lnTo>
                    <a:lnTo>
                      <a:pt x="96" y="18"/>
                    </a:lnTo>
                    <a:lnTo>
                      <a:pt x="100" y="18"/>
                    </a:lnTo>
                    <a:lnTo>
                      <a:pt x="100" y="14"/>
                    </a:lnTo>
                    <a:lnTo>
                      <a:pt x="100" y="10"/>
                    </a:lnTo>
                    <a:lnTo>
                      <a:pt x="102" y="10"/>
                    </a:lnTo>
                    <a:lnTo>
                      <a:pt x="106" y="6"/>
                    </a:lnTo>
                    <a:lnTo>
                      <a:pt x="110" y="6"/>
                    </a:lnTo>
                    <a:lnTo>
                      <a:pt x="114" y="6"/>
                    </a:lnTo>
                    <a:lnTo>
                      <a:pt x="118" y="6"/>
                    </a:lnTo>
                    <a:lnTo>
                      <a:pt x="122" y="6"/>
                    </a:lnTo>
                    <a:lnTo>
                      <a:pt x="126" y="6"/>
                    </a:lnTo>
                    <a:lnTo>
                      <a:pt x="128" y="6"/>
                    </a:lnTo>
                    <a:lnTo>
                      <a:pt x="128" y="10"/>
                    </a:lnTo>
                    <a:lnTo>
                      <a:pt x="132" y="10"/>
                    </a:lnTo>
                    <a:lnTo>
                      <a:pt x="136" y="10"/>
                    </a:lnTo>
                    <a:lnTo>
                      <a:pt x="140" y="10"/>
                    </a:lnTo>
                    <a:lnTo>
                      <a:pt x="140" y="6"/>
                    </a:lnTo>
                    <a:lnTo>
                      <a:pt x="144" y="2"/>
                    </a:lnTo>
                    <a:lnTo>
                      <a:pt x="148" y="2"/>
                    </a:lnTo>
                    <a:lnTo>
                      <a:pt x="152" y="0"/>
                    </a:lnTo>
                    <a:lnTo>
                      <a:pt x="156" y="0"/>
                    </a:lnTo>
                    <a:lnTo>
                      <a:pt x="156" y="2"/>
                    </a:lnTo>
                    <a:lnTo>
                      <a:pt x="158" y="6"/>
                    </a:lnTo>
                    <a:lnTo>
                      <a:pt x="158" y="10"/>
                    </a:lnTo>
                    <a:lnTo>
                      <a:pt x="162" y="14"/>
                    </a:lnTo>
                    <a:lnTo>
                      <a:pt x="162" y="18"/>
                    </a:lnTo>
                    <a:lnTo>
                      <a:pt x="162" y="22"/>
                    </a:lnTo>
                    <a:lnTo>
                      <a:pt x="162" y="26"/>
                    </a:lnTo>
                    <a:lnTo>
                      <a:pt x="166" y="26"/>
                    </a:lnTo>
                    <a:lnTo>
                      <a:pt x="170" y="26"/>
                    </a:lnTo>
                    <a:lnTo>
                      <a:pt x="170" y="28"/>
                    </a:lnTo>
                    <a:lnTo>
                      <a:pt x="166" y="28"/>
                    </a:lnTo>
                    <a:lnTo>
                      <a:pt x="170" y="28"/>
                    </a:lnTo>
                    <a:lnTo>
                      <a:pt x="170" y="32"/>
                    </a:lnTo>
                    <a:lnTo>
                      <a:pt x="166" y="32"/>
                    </a:lnTo>
                    <a:lnTo>
                      <a:pt x="166" y="36"/>
                    </a:lnTo>
                    <a:lnTo>
                      <a:pt x="170" y="36"/>
                    </a:lnTo>
                    <a:lnTo>
                      <a:pt x="166" y="40"/>
                    </a:lnTo>
                    <a:lnTo>
                      <a:pt x="162" y="40"/>
                    </a:lnTo>
                    <a:lnTo>
                      <a:pt x="162" y="44"/>
                    </a:lnTo>
                    <a:lnTo>
                      <a:pt x="158" y="44"/>
                    </a:lnTo>
                    <a:lnTo>
                      <a:pt x="156" y="48"/>
                    </a:lnTo>
                    <a:lnTo>
                      <a:pt x="156" y="52"/>
                    </a:lnTo>
                    <a:lnTo>
                      <a:pt x="152" y="56"/>
                    </a:lnTo>
                    <a:lnTo>
                      <a:pt x="152" y="58"/>
                    </a:lnTo>
                    <a:lnTo>
                      <a:pt x="152" y="62"/>
                    </a:lnTo>
                    <a:lnTo>
                      <a:pt x="148" y="62"/>
                    </a:lnTo>
                    <a:lnTo>
                      <a:pt x="148" y="66"/>
                    </a:lnTo>
                    <a:lnTo>
                      <a:pt x="148" y="70"/>
                    </a:lnTo>
                    <a:lnTo>
                      <a:pt x="148" y="74"/>
                    </a:lnTo>
                    <a:lnTo>
                      <a:pt x="144" y="74"/>
                    </a:lnTo>
                    <a:lnTo>
                      <a:pt x="144" y="78"/>
                    </a:lnTo>
                    <a:lnTo>
                      <a:pt x="144" y="82"/>
                    </a:lnTo>
                    <a:lnTo>
                      <a:pt x="144" y="84"/>
                    </a:lnTo>
                    <a:lnTo>
                      <a:pt x="140" y="88"/>
                    </a:lnTo>
                    <a:lnTo>
                      <a:pt x="136" y="88"/>
                    </a:lnTo>
                    <a:lnTo>
                      <a:pt x="136" y="92"/>
                    </a:lnTo>
                    <a:lnTo>
                      <a:pt x="132" y="92"/>
                    </a:lnTo>
                    <a:lnTo>
                      <a:pt x="132" y="96"/>
                    </a:lnTo>
                    <a:lnTo>
                      <a:pt x="136" y="96"/>
                    </a:lnTo>
                    <a:lnTo>
                      <a:pt x="132" y="96"/>
                    </a:lnTo>
                    <a:lnTo>
                      <a:pt x="132" y="100"/>
                    </a:lnTo>
                    <a:lnTo>
                      <a:pt x="132" y="104"/>
                    </a:lnTo>
                    <a:lnTo>
                      <a:pt x="132" y="108"/>
                    </a:lnTo>
                    <a:lnTo>
                      <a:pt x="128" y="108"/>
                    </a:lnTo>
                    <a:lnTo>
                      <a:pt x="128" y="110"/>
                    </a:lnTo>
                    <a:lnTo>
                      <a:pt x="128" y="110"/>
                    </a:lnTo>
                    <a:lnTo>
                      <a:pt x="128" y="110"/>
                    </a:lnTo>
                    <a:close/>
                    <a:moveTo>
                      <a:pt x="62" y="160"/>
                    </a:moveTo>
                    <a:lnTo>
                      <a:pt x="66" y="160"/>
                    </a:lnTo>
                    <a:lnTo>
                      <a:pt x="62" y="160"/>
                    </a:lnTo>
                    <a:lnTo>
                      <a:pt x="62" y="160"/>
                    </a:lnTo>
                    <a:lnTo>
                      <a:pt x="62" y="1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69" name="Freeform 163"/>
              <p:cNvSpPr>
                <a:spLocks/>
              </p:cNvSpPr>
              <p:nvPr/>
            </p:nvSpPr>
            <p:spPr bwMode="gray">
              <a:xfrm>
                <a:off x="5513053" y="4550996"/>
                <a:ext cx="45221" cy="52178"/>
              </a:xfrm>
              <a:custGeom>
                <a:avLst/>
                <a:gdLst>
                  <a:gd name="T0" fmla="*/ 0 w 26"/>
                  <a:gd name="T1" fmla="*/ 30 h 30"/>
                  <a:gd name="T2" fmla="*/ 0 w 26"/>
                  <a:gd name="T3" fmla="*/ 30 h 30"/>
                  <a:gd name="T4" fmla="*/ 0 w 26"/>
                  <a:gd name="T5" fmla="*/ 22 h 30"/>
                  <a:gd name="T6" fmla="*/ 4 w 26"/>
                  <a:gd name="T7" fmla="*/ 22 h 30"/>
                  <a:gd name="T8" fmla="*/ 4 w 26"/>
                  <a:gd name="T9" fmla="*/ 18 h 30"/>
                  <a:gd name="T10" fmla="*/ 4 w 26"/>
                  <a:gd name="T11" fmla="*/ 18 h 30"/>
                  <a:gd name="T12" fmla="*/ 4 w 26"/>
                  <a:gd name="T13" fmla="*/ 14 h 30"/>
                  <a:gd name="T14" fmla="*/ 4 w 26"/>
                  <a:gd name="T15" fmla="*/ 14 h 30"/>
                  <a:gd name="T16" fmla="*/ 4 w 26"/>
                  <a:gd name="T17" fmla="*/ 6 h 30"/>
                  <a:gd name="T18" fmla="*/ 8 w 26"/>
                  <a:gd name="T19" fmla="*/ 6 h 30"/>
                  <a:gd name="T20" fmla="*/ 8 w 26"/>
                  <a:gd name="T21" fmla="*/ 6 h 30"/>
                  <a:gd name="T22" fmla="*/ 8 w 26"/>
                  <a:gd name="T23" fmla="*/ 6 h 30"/>
                  <a:gd name="T24" fmla="*/ 10 w 26"/>
                  <a:gd name="T25" fmla="*/ 6 h 30"/>
                  <a:gd name="T26" fmla="*/ 10 w 26"/>
                  <a:gd name="T27" fmla="*/ 6 h 30"/>
                  <a:gd name="T28" fmla="*/ 14 w 26"/>
                  <a:gd name="T29" fmla="*/ 6 h 30"/>
                  <a:gd name="T30" fmla="*/ 14 w 26"/>
                  <a:gd name="T31" fmla="*/ 6 h 30"/>
                  <a:gd name="T32" fmla="*/ 18 w 26"/>
                  <a:gd name="T33" fmla="*/ 4 h 30"/>
                  <a:gd name="T34" fmla="*/ 18 w 26"/>
                  <a:gd name="T35" fmla="*/ 4 h 30"/>
                  <a:gd name="T36" fmla="*/ 22 w 26"/>
                  <a:gd name="T37" fmla="*/ 0 h 30"/>
                  <a:gd name="T38" fmla="*/ 22 w 26"/>
                  <a:gd name="T39" fmla="*/ 4 h 30"/>
                  <a:gd name="T40" fmla="*/ 22 w 26"/>
                  <a:gd name="T41" fmla="*/ 6 h 30"/>
                  <a:gd name="T42" fmla="*/ 26 w 26"/>
                  <a:gd name="T43" fmla="*/ 6 h 30"/>
                  <a:gd name="T44" fmla="*/ 26 w 26"/>
                  <a:gd name="T45" fmla="*/ 10 h 30"/>
                  <a:gd name="T46" fmla="*/ 26 w 26"/>
                  <a:gd name="T47" fmla="*/ 14 h 30"/>
                  <a:gd name="T48" fmla="*/ 26 w 26"/>
                  <a:gd name="T49" fmla="*/ 18 h 30"/>
                  <a:gd name="T50" fmla="*/ 26 w 26"/>
                  <a:gd name="T51" fmla="*/ 22 h 30"/>
                  <a:gd name="T52" fmla="*/ 26 w 26"/>
                  <a:gd name="T53" fmla="*/ 22 h 30"/>
                  <a:gd name="T54" fmla="*/ 26 w 26"/>
                  <a:gd name="T55" fmla="*/ 22 h 30"/>
                  <a:gd name="T56" fmla="*/ 22 w 26"/>
                  <a:gd name="T57" fmla="*/ 22 h 30"/>
                  <a:gd name="T58" fmla="*/ 22 w 26"/>
                  <a:gd name="T59" fmla="*/ 22 h 30"/>
                  <a:gd name="T60" fmla="*/ 18 w 26"/>
                  <a:gd name="T61" fmla="*/ 22 h 30"/>
                  <a:gd name="T62" fmla="*/ 14 w 26"/>
                  <a:gd name="T63" fmla="*/ 26 h 30"/>
                  <a:gd name="T64" fmla="*/ 14 w 26"/>
                  <a:gd name="T65" fmla="*/ 22 h 30"/>
                  <a:gd name="T66" fmla="*/ 14 w 26"/>
                  <a:gd name="T67" fmla="*/ 30 h 30"/>
                  <a:gd name="T68" fmla="*/ 10 w 26"/>
                  <a:gd name="T69" fmla="*/ 30 h 30"/>
                  <a:gd name="T70" fmla="*/ 10 w 26"/>
                  <a:gd name="T71" fmla="*/ 30 h 30"/>
                  <a:gd name="T72" fmla="*/ 8 w 26"/>
                  <a:gd name="T73" fmla="*/ 30 h 30"/>
                  <a:gd name="T74" fmla="*/ 8 w 26"/>
                  <a:gd name="T75" fmla="*/ 30 h 30"/>
                  <a:gd name="T76" fmla="*/ 4 w 26"/>
                  <a:gd name="T77" fmla="*/ 30 h 30"/>
                  <a:gd name="T78" fmla="*/ 4 w 26"/>
                  <a:gd name="T79" fmla="*/ 30 h 30"/>
                  <a:gd name="T80" fmla="*/ 4 w 26"/>
                  <a:gd name="T81" fmla="*/ 30 h 30"/>
                  <a:gd name="T82" fmla="*/ 0 w 26"/>
                  <a:gd name="T83" fmla="*/ 26 h 30"/>
                  <a:gd name="T84" fmla="*/ 0 w 26"/>
                  <a:gd name="T85" fmla="*/ 30 h 30"/>
                  <a:gd name="T86" fmla="*/ 0 w 26"/>
                  <a:gd name="T87"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 h="30">
                    <a:moveTo>
                      <a:pt x="0" y="30"/>
                    </a:moveTo>
                    <a:lnTo>
                      <a:pt x="0" y="30"/>
                    </a:lnTo>
                    <a:lnTo>
                      <a:pt x="0" y="30"/>
                    </a:lnTo>
                    <a:lnTo>
                      <a:pt x="0" y="30"/>
                    </a:lnTo>
                    <a:lnTo>
                      <a:pt x="0" y="30"/>
                    </a:lnTo>
                    <a:lnTo>
                      <a:pt x="0" y="30"/>
                    </a:lnTo>
                    <a:lnTo>
                      <a:pt x="0" y="26"/>
                    </a:lnTo>
                    <a:lnTo>
                      <a:pt x="0" y="22"/>
                    </a:lnTo>
                    <a:lnTo>
                      <a:pt x="0" y="22"/>
                    </a:lnTo>
                    <a:lnTo>
                      <a:pt x="0" y="22"/>
                    </a:lnTo>
                    <a:lnTo>
                      <a:pt x="0" y="22"/>
                    </a:lnTo>
                    <a:lnTo>
                      <a:pt x="4" y="22"/>
                    </a:lnTo>
                    <a:lnTo>
                      <a:pt x="4" y="22"/>
                    </a:lnTo>
                    <a:lnTo>
                      <a:pt x="4" y="22"/>
                    </a:lnTo>
                    <a:lnTo>
                      <a:pt x="4" y="18"/>
                    </a:lnTo>
                    <a:lnTo>
                      <a:pt x="4" y="18"/>
                    </a:lnTo>
                    <a:lnTo>
                      <a:pt x="4" y="18"/>
                    </a:lnTo>
                    <a:lnTo>
                      <a:pt x="4" y="18"/>
                    </a:lnTo>
                    <a:lnTo>
                      <a:pt x="4" y="18"/>
                    </a:lnTo>
                    <a:lnTo>
                      <a:pt x="4" y="18"/>
                    </a:lnTo>
                    <a:lnTo>
                      <a:pt x="4" y="14"/>
                    </a:lnTo>
                    <a:lnTo>
                      <a:pt x="4" y="14"/>
                    </a:lnTo>
                    <a:lnTo>
                      <a:pt x="4" y="14"/>
                    </a:lnTo>
                    <a:lnTo>
                      <a:pt x="4" y="14"/>
                    </a:lnTo>
                    <a:lnTo>
                      <a:pt x="4" y="10"/>
                    </a:lnTo>
                    <a:lnTo>
                      <a:pt x="4" y="10"/>
                    </a:lnTo>
                    <a:lnTo>
                      <a:pt x="4" y="6"/>
                    </a:lnTo>
                    <a:lnTo>
                      <a:pt x="8" y="6"/>
                    </a:lnTo>
                    <a:lnTo>
                      <a:pt x="8" y="6"/>
                    </a:lnTo>
                    <a:lnTo>
                      <a:pt x="8" y="6"/>
                    </a:lnTo>
                    <a:lnTo>
                      <a:pt x="8" y="6"/>
                    </a:lnTo>
                    <a:lnTo>
                      <a:pt x="8" y="6"/>
                    </a:lnTo>
                    <a:lnTo>
                      <a:pt x="8" y="6"/>
                    </a:lnTo>
                    <a:lnTo>
                      <a:pt x="8" y="6"/>
                    </a:lnTo>
                    <a:lnTo>
                      <a:pt x="8" y="6"/>
                    </a:lnTo>
                    <a:lnTo>
                      <a:pt x="8" y="6"/>
                    </a:lnTo>
                    <a:lnTo>
                      <a:pt x="10" y="6"/>
                    </a:lnTo>
                    <a:lnTo>
                      <a:pt x="10" y="6"/>
                    </a:lnTo>
                    <a:lnTo>
                      <a:pt x="10" y="6"/>
                    </a:lnTo>
                    <a:lnTo>
                      <a:pt x="10" y="6"/>
                    </a:lnTo>
                    <a:lnTo>
                      <a:pt x="10" y="6"/>
                    </a:lnTo>
                    <a:lnTo>
                      <a:pt x="10" y="6"/>
                    </a:lnTo>
                    <a:lnTo>
                      <a:pt x="10" y="6"/>
                    </a:lnTo>
                    <a:lnTo>
                      <a:pt x="10" y="6"/>
                    </a:lnTo>
                    <a:lnTo>
                      <a:pt x="14" y="6"/>
                    </a:lnTo>
                    <a:lnTo>
                      <a:pt x="14" y="6"/>
                    </a:lnTo>
                    <a:lnTo>
                      <a:pt x="14" y="6"/>
                    </a:lnTo>
                    <a:lnTo>
                      <a:pt x="14" y="6"/>
                    </a:lnTo>
                    <a:lnTo>
                      <a:pt x="14" y="6"/>
                    </a:lnTo>
                    <a:lnTo>
                      <a:pt x="18" y="6"/>
                    </a:lnTo>
                    <a:lnTo>
                      <a:pt x="18" y="4"/>
                    </a:lnTo>
                    <a:lnTo>
                      <a:pt x="18" y="4"/>
                    </a:lnTo>
                    <a:lnTo>
                      <a:pt x="18" y="4"/>
                    </a:lnTo>
                    <a:lnTo>
                      <a:pt x="18" y="4"/>
                    </a:lnTo>
                    <a:lnTo>
                      <a:pt x="18" y="0"/>
                    </a:lnTo>
                    <a:lnTo>
                      <a:pt x="22" y="0"/>
                    </a:lnTo>
                    <a:lnTo>
                      <a:pt x="22" y="0"/>
                    </a:lnTo>
                    <a:lnTo>
                      <a:pt x="22" y="0"/>
                    </a:lnTo>
                    <a:lnTo>
                      <a:pt x="22" y="0"/>
                    </a:lnTo>
                    <a:lnTo>
                      <a:pt x="22" y="4"/>
                    </a:lnTo>
                    <a:lnTo>
                      <a:pt x="22" y="4"/>
                    </a:lnTo>
                    <a:lnTo>
                      <a:pt x="22" y="6"/>
                    </a:lnTo>
                    <a:lnTo>
                      <a:pt x="22" y="6"/>
                    </a:lnTo>
                    <a:lnTo>
                      <a:pt x="22" y="6"/>
                    </a:lnTo>
                    <a:lnTo>
                      <a:pt x="26" y="6"/>
                    </a:lnTo>
                    <a:lnTo>
                      <a:pt x="26" y="6"/>
                    </a:lnTo>
                    <a:lnTo>
                      <a:pt x="26" y="10"/>
                    </a:lnTo>
                    <a:lnTo>
                      <a:pt x="26" y="10"/>
                    </a:lnTo>
                    <a:lnTo>
                      <a:pt x="26" y="10"/>
                    </a:lnTo>
                    <a:lnTo>
                      <a:pt x="26" y="14"/>
                    </a:lnTo>
                    <a:lnTo>
                      <a:pt x="26" y="14"/>
                    </a:lnTo>
                    <a:lnTo>
                      <a:pt x="26" y="14"/>
                    </a:lnTo>
                    <a:lnTo>
                      <a:pt x="26" y="18"/>
                    </a:lnTo>
                    <a:lnTo>
                      <a:pt x="26" y="18"/>
                    </a:lnTo>
                    <a:lnTo>
                      <a:pt x="26" y="18"/>
                    </a:lnTo>
                    <a:lnTo>
                      <a:pt x="26" y="22"/>
                    </a:lnTo>
                    <a:lnTo>
                      <a:pt x="26" y="22"/>
                    </a:lnTo>
                    <a:lnTo>
                      <a:pt x="26" y="22"/>
                    </a:lnTo>
                    <a:lnTo>
                      <a:pt x="26" y="22"/>
                    </a:lnTo>
                    <a:lnTo>
                      <a:pt x="26" y="22"/>
                    </a:lnTo>
                    <a:lnTo>
                      <a:pt x="26" y="22"/>
                    </a:lnTo>
                    <a:lnTo>
                      <a:pt x="26" y="22"/>
                    </a:lnTo>
                    <a:lnTo>
                      <a:pt x="26" y="22"/>
                    </a:lnTo>
                    <a:lnTo>
                      <a:pt x="26" y="22"/>
                    </a:lnTo>
                    <a:lnTo>
                      <a:pt x="22" y="22"/>
                    </a:lnTo>
                    <a:lnTo>
                      <a:pt x="22" y="22"/>
                    </a:lnTo>
                    <a:lnTo>
                      <a:pt x="22" y="22"/>
                    </a:lnTo>
                    <a:lnTo>
                      <a:pt x="22" y="22"/>
                    </a:lnTo>
                    <a:lnTo>
                      <a:pt x="22" y="22"/>
                    </a:lnTo>
                    <a:lnTo>
                      <a:pt x="22" y="22"/>
                    </a:lnTo>
                    <a:lnTo>
                      <a:pt x="18" y="22"/>
                    </a:lnTo>
                    <a:lnTo>
                      <a:pt x="18" y="22"/>
                    </a:lnTo>
                    <a:lnTo>
                      <a:pt x="18" y="22"/>
                    </a:lnTo>
                    <a:lnTo>
                      <a:pt x="14" y="26"/>
                    </a:lnTo>
                    <a:lnTo>
                      <a:pt x="14" y="26"/>
                    </a:lnTo>
                    <a:lnTo>
                      <a:pt x="14" y="26"/>
                    </a:lnTo>
                    <a:lnTo>
                      <a:pt x="14" y="22"/>
                    </a:lnTo>
                    <a:lnTo>
                      <a:pt x="14" y="22"/>
                    </a:lnTo>
                    <a:lnTo>
                      <a:pt x="14" y="22"/>
                    </a:lnTo>
                    <a:lnTo>
                      <a:pt x="14" y="22"/>
                    </a:lnTo>
                    <a:lnTo>
                      <a:pt x="14" y="26"/>
                    </a:lnTo>
                    <a:lnTo>
                      <a:pt x="14" y="30"/>
                    </a:lnTo>
                    <a:lnTo>
                      <a:pt x="14" y="30"/>
                    </a:lnTo>
                    <a:lnTo>
                      <a:pt x="10" y="30"/>
                    </a:lnTo>
                    <a:lnTo>
                      <a:pt x="10" y="30"/>
                    </a:lnTo>
                    <a:lnTo>
                      <a:pt x="10" y="30"/>
                    </a:lnTo>
                    <a:lnTo>
                      <a:pt x="10" y="30"/>
                    </a:lnTo>
                    <a:lnTo>
                      <a:pt x="10" y="30"/>
                    </a:lnTo>
                    <a:lnTo>
                      <a:pt x="10" y="30"/>
                    </a:lnTo>
                    <a:lnTo>
                      <a:pt x="8" y="30"/>
                    </a:lnTo>
                    <a:lnTo>
                      <a:pt x="8" y="30"/>
                    </a:lnTo>
                    <a:lnTo>
                      <a:pt x="8" y="30"/>
                    </a:lnTo>
                    <a:lnTo>
                      <a:pt x="8" y="30"/>
                    </a:lnTo>
                    <a:lnTo>
                      <a:pt x="8" y="30"/>
                    </a:lnTo>
                    <a:lnTo>
                      <a:pt x="8" y="30"/>
                    </a:lnTo>
                    <a:lnTo>
                      <a:pt x="8" y="30"/>
                    </a:lnTo>
                    <a:lnTo>
                      <a:pt x="4" y="30"/>
                    </a:lnTo>
                    <a:lnTo>
                      <a:pt x="4" y="30"/>
                    </a:lnTo>
                    <a:lnTo>
                      <a:pt x="4" y="30"/>
                    </a:lnTo>
                    <a:lnTo>
                      <a:pt x="4" y="30"/>
                    </a:lnTo>
                    <a:lnTo>
                      <a:pt x="4" y="30"/>
                    </a:lnTo>
                    <a:lnTo>
                      <a:pt x="4" y="30"/>
                    </a:lnTo>
                    <a:lnTo>
                      <a:pt x="4" y="30"/>
                    </a:lnTo>
                    <a:lnTo>
                      <a:pt x="4" y="30"/>
                    </a:lnTo>
                    <a:lnTo>
                      <a:pt x="4" y="26"/>
                    </a:lnTo>
                    <a:lnTo>
                      <a:pt x="0" y="26"/>
                    </a:lnTo>
                    <a:lnTo>
                      <a:pt x="0" y="26"/>
                    </a:lnTo>
                    <a:lnTo>
                      <a:pt x="0" y="30"/>
                    </a:lnTo>
                    <a:lnTo>
                      <a:pt x="0" y="30"/>
                    </a:lnTo>
                    <a:lnTo>
                      <a:pt x="0" y="30"/>
                    </a:lnTo>
                    <a:lnTo>
                      <a:pt x="0" y="30"/>
                    </a:lnTo>
                    <a:lnTo>
                      <a:pt x="0" y="30"/>
                    </a:lnTo>
                    <a:lnTo>
                      <a:pt x="0"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0" name="Freeform 164"/>
              <p:cNvSpPr>
                <a:spLocks noEditPoints="1"/>
              </p:cNvSpPr>
              <p:nvPr/>
            </p:nvSpPr>
            <p:spPr bwMode="gray">
              <a:xfrm>
                <a:off x="4959966" y="4470991"/>
                <a:ext cx="20871" cy="45221"/>
              </a:xfrm>
              <a:custGeom>
                <a:avLst/>
                <a:gdLst>
                  <a:gd name="T0" fmla="*/ 12 w 12"/>
                  <a:gd name="T1" fmla="*/ 0 h 26"/>
                  <a:gd name="T2" fmla="*/ 12 w 12"/>
                  <a:gd name="T3" fmla="*/ 0 h 26"/>
                  <a:gd name="T4" fmla="*/ 12 w 12"/>
                  <a:gd name="T5" fmla="*/ 0 h 26"/>
                  <a:gd name="T6" fmla="*/ 12 w 12"/>
                  <a:gd name="T7" fmla="*/ 0 h 26"/>
                  <a:gd name="T8" fmla="*/ 12 w 12"/>
                  <a:gd name="T9" fmla="*/ 0 h 26"/>
                  <a:gd name="T10" fmla="*/ 12 w 12"/>
                  <a:gd name="T11" fmla="*/ 0 h 26"/>
                  <a:gd name="T12" fmla="*/ 12 w 12"/>
                  <a:gd name="T13" fmla="*/ 0 h 26"/>
                  <a:gd name="T14" fmla="*/ 12 w 12"/>
                  <a:gd name="T15" fmla="*/ 0 h 26"/>
                  <a:gd name="T16" fmla="*/ 12 w 12"/>
                  <a:gd name="T17" fmla="*/ 0 h 26"/>
                  <a:gd name="T18" fmla="*/ 12 w 12"/>
                  <a:gd name="T19" fmla="*/ 0 h 26"/>
                  <a:gd name="T20" fmla="*/ 12 w 12"/>
                  <a:gd name="T21" fmla="*/ 0 h 26"/>
                  <a:gd name="T22" fmla="*/ 12 w 12"/>
                  <a:gd name="T23" fmla="*/ 0 h 26"/>
                  <a:gd name="T24" fmla="*/ 12 w 12"/>
                  <a:gd name="T25" fmla="*/ 0 h 26"/>
                  <a:gd name="T26" fmla="*/ 0 w 12"/>
                  <a:gd name="T27" fmla="*/ 26 h 26"/>
                  <a:gd name="T28" fmla="*/ 0 w 12"/>
                  <a:gd name="T29" fmla="*/ 26 h 26"/>
                  <a:gd name="T30" fmla="*/ 0 w 12"/>
                  <a:gd name="T31" fmla="*/ 26 h 26"/>
                  <a:gd name="T32" fmla="*/ 0 w 12"/>
                  <a:gd name="T33" fmla="*/ 26 h 26"/>
                  <a:gd name="T34" fmla="*/ 0 w 12"/>
                  <a:gd name="T35" fmla="*/ 22 h 26"/>
                  <a:gd name="T36" fmla="*/ 0 w 12"/>
                  <a:gd name="T37" fmla="*/ 22 h 26"/>
                  <a:gd name="T38" fmla="*/ 0 w 12"/>
                  <a:gd name="T39" fmla="*/ 22 h 26"/>
                  <a:gd name="T40" fmla="*/ 0 w 12"/>
                  <a:gd name="T41" fmla="*/ 22 h 26"/>
                  <a:gd name="T42" fmla="*/ 0 w 12"/>
                  <a:gd name="T43" fmla="*/ 22 h 26"/>
                  <a:gd name="T44" fmla="*/ 0 w 12"/>
                  <a:gd name="T45" fmla="*/ 22 h 26"/>
                  <a:gd name="T46" fmla="*/ 0 w 12"/>
                  <a:gd name="T47" fmla="*/ 22 h 26"/>
                  <a:gd name="T48" fmla="*/ 4 w 12"/>
                  <a:gd name="T49" fmla="*/ 22 h 26"/>
                  <a:gd name="T50" fmla="*/ 4 w 12"/>
                  <a:gd name="T51" fmla="*/ 22 h 26"/>
                  <a:gd name="T52" fmla="*/ 4 w 12"/>
                  <a:gd name="T53" fmla="*/ 22 h 26"/>
                  <a:gd name="T54" fmla="*/ 4 w 12"/>
                  <a:gd name="T55" fmla="*/ 22 h 26"/>
                  <a:gd name="T56" fmla="*/ 4 w 12"/>
                  <a:gd name="T57" fmla="*/ 26 h 26"/>
                  <a:gd name="T58" fmla="*/ 0 w 12"/>
                  <a:gd name="T59" fmla="*/ 26 h 26"/>
                  <a:gd name="T60" fmla="*/ 0 w 12"/>
                  <a:gd name="T61" fmla="*/ 26 h 26"/>
                  <a:gd name="T62" fmla="*/ 0 w 12"/>
                  <a:gd name="T63" fmla="*/ 26 h 26"/>
                  <a:gd name="T64" fmla="*/ 0 w 12"/>
                  <a:gd name="T65" fmla="*/ 26 h 26"/>
                  <a:gd name="T66" fmla="*/ 0 w 12"/>
                  <a:gd name="T67" fmla="*/ 26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2" h="26">
                    <a:moveTo>
                      <a:pt x="12" y="0"/>
                    </a:moveTo>
                    <a:lnTo>
                      <a:pt x="12" y="0"/>
                    </a:lnTo>
                    <a:lnTo>
                      <a:pt x="12" y="0"/>
                    </a:lnTo>
                    <a:lnTo>
                      <a:pt x="12" y="0"/>
                    </a:lnTo>
                    <a:lnTo>
                      <a:pt x="12" y="0"/>
                    </a:lnTo>
                    <a:lnTo>
                      <a:pt x="12" y="0"/>
                    </a:lnTo>
                    <a:lnTo>
                      <a:pt x="12" y="0"/>
                    </a:lnTo>
                    <a:lnTo>
                      <a:pt x="12" y="0"/>
                    </a:lnTo>
                    <a:lnTo>
                      <a:pt x="12" y="0"/>
                    </a:lnTo>
                    <a:lnTo>
                      <a:pt x="12" y="0"/>
                    </a:lnTo>
                    <a:lnTo>
                      <a:pt x="12" y="0"/>
                    </a:lnTo>
                    <a:lnTo>
                      <a:pt x="12" y="0"/>
                    </a:lnTo>
                    <a:lnTo>
                      <a:pt x="12" y="0"/>
                    </a:lnTo>
                    <a:close/>
                    <a:moveTo>
                      <a:pt x="0" y="26"/>
                    </a:moveTo>
                    <a:lnTo>
                      <a:pt x="0" y="26"/>
                    </a:lnTo>
                    <a:lnTo>
                      <a:pt x="0" y="26"/>
                    </a:lnTo>
                    <a:lnTo>
                      <a:pt x="0" y="26"/>
                    </a:lnTo>
                    <a:lnTo>
                      <a:pt x="0" y="22"/>
                    </a:lnTo>
                    <a:lnTo>
                      <a:pt x="0" y="22"/>
                    </a:lnTo>
                    <a:lnTo>
                      <a:pt x="0" y="22"/>
                    </a:lnTo>
                    <a:lnTo>
                      <a:pt x="0" y="22"/>
                    </a:lnTo>
                    <a:lnTo>
                      <a:pt x="0" y="22"/>
                    </a:lnTo>
                    <a:lnTo>
                      <a:pt x="0" y="22"/>
                    </a:lnTo>
                    <a:lnTo>
                      <a:pt x="0" y="22"/>
                    </a:lnTo>
                    <a:lnTo>
                      <a:pt x="4" y="22"/>
                    </a:lnTo>
                    <a:lnTo>
                      <a:pt x="4" y="22"/>
                    </a:lnTo>
                    <a:lnTo>
                      <a:pt x="4" y="22"/>
                    </a:lnTo>
                    <a:lnTo>
                      <a:pt x="4" y="22"/>
                    </a:lnTo>
                    <a:lnTo>
                      <a:pt x="4" y="26"/>
                    </a:lnTo>
                    <a:lnTo>
                      <a:pt x="0" y="26"/>
                    </a:lnTo>
                    <a:lnTo>
                      <a:pt x="0" y="26"/>
                    </a:lnTo>
                    <a:lnTo>
                      <a:pt x="0" y="26"/>
                    </a:lnTo>
                    <a:lnTo>
                      <a:pt x="0" y="26"/>
                    </a:lnTo>
                    <a:lnTo>
                      <a:pt x="0"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1" name="Freeform 165"/>
              <p:cNvSpPr>
                <a:spLocks/>
              </p:cNvSpPr>
              <p:nvPr/>
            </p:nvSpPr>
            <p:spPr bwMode="gray">
              <a:xfrm>
                <a:off x="4365138" y="4018784"/>
                <a:ext cx="156534" cy="132184"/>
              </a:xfrm>
              <a:custGeom>
                <a:avLst/>
                <a:gdLst>
                  <a:gd name="T0" fmla="*/ 82 w 90"/>
                  <a:gd name="T1" fmla="*/ 76 h 76"/>
                  <a:gd name="T2" fmla="*/ 78 w 90"/>
                  <a:gd name="T3" fmla="*/ 76 h 76"/>
                  <a:gd name="T4" fmla="*/ 70 w 90"/>
                  <a:gd name="T5" fmla="*/ 76 h 76"/>
                  <a:gd name="T6" fmla="*/ 64 w 90"/>
                  <a:gd name="T7" fmla="*/ 74 h 76"/>
                  <a:gd name="T8" fmla="*/ 60 w 90"/>
                  <a:gd name="T9" fmla="*/ 70 h 76"/>
                  <a:gd name="T10" fmla="*/ 44 w 90"/>
                  <a:gd name="T11" fmla="*/ 70 h 76"/>
                  <a:gd name="T12" fmla="*/ 30 w 90"/>
                  <a:gd name="T13" fmla="*/ 74 h 76"/>
                  <a:gd name="T14" fmla="*/ 22 w 90"/>
                  <a:gd name="T15" fmla="*/ 74 h 76"/>
                  <a:gd name="T16" fmla="*/ 14 w 90"/>
                  <a:gd name="T17" fmla="*/ 76 h 76"/>
                  <a:gd name="T18" fmla="*/ 14 w 90"/>
                  <a:gd name="T19" fmla="*/ 70 h 76"/>
                  <a:gd name="T20" fmla="*/ 22 w 90"/>
                  <a:gd name="T21" fmla="*/ 74 h 76"/>
                  <a:gd name="T22" fmla="*/ 26 w 90"/>
                  <a:gd name="T23" fmla="*/ 74 h 76"/>
                  <a:gd name="T24" fmla="*/ 30 w 90"/>
                  <a:gd name="T25" fmla="*/ 70 h 76"/>
                  <a:gd name="T26" fmla="*/ 30 w 90"/>
                  <a:gd name="T27" fmla="*/ 70 h 76"/>
                  <a:gd name="T28" fmla="*/ 26 w 90"/>
                  <a:gd name="T29" fmla="*/ 70 h 76"/>
                  <a:gd name="T30" fmla="*/ 22 w 90"/>
                  <a:gd name="T31" fmla="*/ 70 h 76"/>
                  <a:gd name="T32" fmla="*/ 14 w 90"/>
                  <a:gd name="T33" fmla="*/ 70 h 76"/>
                  <a:gd name="T34" fmla="*/ 12 w 90"/>
                  <a:gd name="T35" fmla="*/ 74 h 76"/>
                  <a:gd name="T36" fmla="*/ 12 w 90"/>
                  <a:gd name="T37" fmla="*/ 66 h 76"/>
                  <a:gd name="T38" fmla="*/ 26 w 90"/>
                  <a:gd name="T39" fmla="*/ 62 h 76"/>
                  <a:gd name="T40" fmla="*/ 34 w 90"/>
                  <a:gd name="T41" fmla="*/ 58 h 76"/>
                  <a:gd name="T42" fmla="*/ 38 w 90"/>
                  <a:gd name="T43" fmla="*/ 54 h 76"/>
                  <a:gd name="T44" fmla="*/ 42 w 90"/>
                  <a:gd name="T45" fmla="*/ 58 h 76"/>
                  <a:gd name="T46" fmla="*/ 44 w 90"/>
                  <a:gd name="T47" fmla="*/ 62 h 76"/>
                  <a:gd name="T48" fmla="*/ 52 w 90"/>
                  <a:gd name="T49" fmla="*/ 58 h 76"/>
                  <a:gd name="T50" fmla="*/ 56 w 90"/>
                  <a:gd name="T51" fmla="*/ 54 h 76"/>
                  <a:gd name="T52" fmla="*/ 48 w 90"/>
                  <a:gd name="T53" fmla="*/ 54 h 76"/>
                  <a:gd name="T54" fmla="*/ 44 w 90"/>
                  <a:gd name="T55" fmla="*/ 54 h 76"/>
                  <a:gd name="T56" fmla="*/ 42 w 90"/>
                  <a:gd name="T57" fmla="*/ 54 h 76"/>
                  <a:gd name="T58" fmla="*/ 42 w 90"/>
                  <a:gd name="T59" fmla="*/ 52 h 76"/>
                  <a:gd name="T60" fmla="*/ 34 w 90"/>
                  <a:gd name="T61" fmla="*/ 52 h 76"/>
                  <a:gd name="T62" fmla="*/ 30 w 90"/>
                  <a:gd name="T63" fmla="*/ 54 h 76"/>
                  <a:gd name="T64" fmla="*/ 14 w 90"/>
                  <a:gd name="T65" fmla="*/ 54 h 76"/>
                  <a:gd name="T66" fmla="*/ 14 w 90"/>
                  <a:gd name="T67" fmla="*/ 52 h 76"/>
                  <a:gd name="T68" fmla="*/ 14 w 90"/>
                  <a:gd name="T69" fmla="*/ 48 h 76"/>
                  <a:gd name="T70" fmla="*/ 18 w 90"/>
                  <a:gd name="T71" fmla="*/ 44 h 76"/>
                  <a:gd name="T72" fmla="*/ 14 w 90"/>
                  <a:gd name="T73" fmla="*/ 48 h 76"/>
                  <a:gd name="T74" fmla="*/ 12 w 90"/>
                  <a:gd name="T75" fmla="*/ 40 h 76"/>
                  <a:gd name="T76" fmla="*/ 8 w 90"/>
                  <a:gd name="T77" fmla="*/ 36 h 76"/>
                  <a:gd name="T78" fmla="*/ 4 w 90"/>
                  <a:gd name="T79" fmla="*/ 36 h 76"/>
                  <a:gd name="T80" fmla="*/ 8 w 90"/>
                  <a:gd name="T81" fmla="*/ 32 h 76"/>
                  <a:gd name="T82" fmla="*/ 12 w 90"/>
                  <a:gd name="T83" fmla="*/ 22 h 76"/>
                  <a:gd name="T84" fmla="*/ 14 w 90"/>
                  <a:gd name="T85" fmla="*/ 18 h 76"/>
                  <a:gd name="T86" fmla="*/ 18 w 90"/>
                  <a:gd name="T87" fmla="*/ 6 h 76"/>
                  <a:gd name="T88" fmla="*/ 22 w 90"/>
                  <a:gd name="T89" fmla="*/ 2 h 76"/>
                  <a:gd name="T90" fmla="*/ 30 w 90"/>
                  <a:gd name="T91" fmla="*/ 2 h 76"/>
                  <a:gd name="T92" fmla="*/ 38 w 90"/>
                  <a:gd name="T93" fmla="*/ 2 h 76"/>
                  <a:gd name="T94" fmla="*/ 44 w 90"/>
                  <a:gd name="T95" fmla="*/ 2 h 76"/>
                  <a:gd name="T96" fmla="*/ 56 w 90"/>
                  <a:gd name="T97" fmla="*/ 10 h 76"/>
                  <a:gd name="T98" fmla="*/ 60 w 90"/>
                  <a:gd name="T99" fmla="*/ 14 h 76"/>
                  <a:gd name="T100" fmla="*/ 68 w 90"/>
                  <a:gd name="T101" fmla="*/ 26 h 76"/>
                  <a:gd name="T102" fmla="*/ 68 w 90"/>
                  <a:gd name="T103" fmla="*/ 28 h 76"/>
                  <a:gd name="T104" fmla="*/ 74 w 90"/>
                  <a:gd name="T105" fmla="*/ 32 h 76"/>
                  <a:gd name="T106" fmla="*/ 78 w 90"/>
                  <a:gd name="T107" fmla="*/ 40 h 76"/>
                  <a:gd name="T108" fmla="*/ 82 w 90"/>
                  <a:gd name="T109" fmla="*/ 48 h 76"/>
                  <a:gd name="T110" fmla="*/ 78 w 90"/>
                  <a:gd name="T111" fmla="*/ 52 h 76"/>
                  <a:gd name="T112" fmla="*/ 82 w 90"/>
                  <a:gd name="T113" fmla="*/ 58 h 76"/>
                  <a:gd name="T114" fmla="*/ 86 w 90"/>
                  <a:gd name="T115" fmla="*/ 62 h 76"/>
                  <a:gd name="T116" fmla="*/ 90 w 90"/>
                  <a:gd name="T117" fmla="*/ 7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0" h="76">
                    <a:moveTo>
                      <a:pt x="90" y="74"/>
                    </a:moveTo>
                    <a:lnTo>
                      <a:pt x="90" y="74"/>
                    </a:lnTo>
                    <a:lnTo>
                      <a:pt x="86" y="74"/>
                    </a:lnTo>
                    <a:lnTo>
                      <a:pt x="86" y="74"/>
                    </a:lnTo>
                    <a:lnTo>
                      <a:pt x="86" y="74"/>
                    </a:lnTo>
                    <a:lnTo>
                      <a:pt x="86" y="74"/>
                    </a:lnTo>
                    <a:lnTo>
                      <a:pt x="86" y="76"/>
                    </a:lnTo>
                    <a:lnTo>
                      <a:pt x="82" y="76"/>
                    </a:lnTo>
                    <a:lnTo>
                      <a:pt x="82" y="76"/>
                    </a:lnTo>
                    <a:lnTo>
                      <a:pt x="82" y="76"/>
                    </a:lnTo>
                    <a:lnTo>
                      <a:pt x="82" y="74"/>
                    </a:lnTo>
                    <a:lnTo>
                      <a:pt x="78" y="74"/>
                    </a:lnTo>
                    <a:lnTo>
                      <a:pt x="78" y="76"/>
                    </a:lnTo>
                    <a:lnTo>
                      <a:pt x="78" y="76"/>
                    </a:lnTo>
                    <a:lnTo>
                      <a:pt x="78" y="76"/>
                    </a:lnTo>
                    <a:lnTo>
                      <a:pt x="78" y="76"/>
                    </a:lnTo>
                    <a:lnTo>
                      <a:pt x="74" y="76"/>
                    </a:lnTo>
                    <a:lnTo>
                      <a:pt x="74" y="76"/>
                    </a:lnTo>
                    <a:lnTo>
                      <a:pt x="74" y="76"/>
                    </a:lnTo>
                    <a:lnTo>
                      <a:pt x="74" y="76"/>
                    </a:lnTo>
                    <a:lnTo>
                      <a:pt x="74" y="74"/>
                    </a:lnTo>
                    <a:lnTo>
                      <a:pt x="74" y="74"/>
                    </a:lnTo>
                    <a:lnTo>
                      <a:pt x="70" y="76"/>
                    </a:lnTo>
                    <a:lnTo>
                      <a:pt x="70" y="76"/>
                    </a:lnTo>
                    <a:lnTo>
                      <a:pt x="70" y="74"/>
                    </a:lnTo>
                    <a:lnTo>
                      <a:pt x="68" y="74"/>
                    </a:lnTo>
                    <a:lnTo>
                      <a:pt x="68" y="74"/>
                    </a:lnTo>
                    <a:lnTo>
                      <a:pt x="68" y="74"/>
                    </a:lnTo>
                    <a:lnTo>
                      <a:pt x="68" y="74"/>
                    </a:lnTo>
                    <a:lnTo>
                      <a:pt x="68" y="74"/>
                    </a:lnTo>
                    <a:lnTo>
                      <a:pt x="68" y="74"/>
                    </a:lnTo>
                    <a:lnTo>
                      <a:pt x="64" y="74"/>
                    </a:lnTo>
                    <a:lnTo>
                      <a:pt x="64" y="74"/>
                    </a:lnTo>
                    <a:lnTo>
                      <a:pt x="64" y="74"/>
                    </a:lnTo>
                    <a:lnTo>
                      <a:pt x="64" y="74"/>
                    </a:lnTo>
                    <a:lnTo>
                      <a:pt x="68" y="74"/>
                    </a:lnTo>
                    <a:lnTo>
                      <a:pt x="64" y="70"/>
                    </a:lnTo>
                    <a:lnTo>
                      <a:pt x="64" y="70"/>
                    </a:lnTo>
                    <a:lnTo>
                      <a:pt x="60" y="70"/>
                    </a:lnTo>
                    <a:lnTo>
                      <a:pt x="60" y="70"/>
                    </a:lnTo>
                    <a:lnTo>
                      <a:pt x="56" y="70"/>
                    </a:lnTo>
                    <a:lnTo>
                      <a:pt x="56" y="70"/>
                    </a:lnTo>
                    <a:lnTo>
                      <a:pt x="52" y="70"/>
                    </a:lnTo>
                    <a:lnTo>
                      <a:pt x="52" y="70"/>
                    </a:lnTo>
                    <a:lnTo>
                      <a:pt x="48" y="70"/>
                    </a:lnTo>
                    <a:lnTo>
                      <a:pt x="48" y="70"/>
                    </a:lnTo>
                    <a:lnTo>
                      <a:pt x="44" y="70"/>
                    </a:lnTo>
                    <a:lnTo>
                      <a:pt x="44" y="70"/>
                    </a:lnTo>
                    <a:lnTo>
                      <a:pt x="42" y="70"/>
                    </a:lnTo>
                    <a:lnTo>
                      <a:pt x="42" y="70"/>
                    </a:lnTo>
                    <a:lnTo>
                      <a:pt x="38" y="70"/>
                    </a:lnTo>
                    <a:lnTo>
                      <a:pt x="34" y="70"/>
                    </a:lnTo>
                    <a:lnTo>
                      <a:pt x="34" y="70"/>
                    </a:lnTo>
                    <a:lnTo>
                      <a:pt x="34" y="74"/>
                    </a:lnTo>
                    <a:lnTo>
                      <a:pt x="30" y="74"/>
                    </a:lnTo>
                    <a:lnTo>
                      <a:pt x="30" y="74"/>
                    </a:lnTo>
                    <a:lnTo>
                      <a:pt x="26" y="74"/>
                    </a:lnTo>
                    <a:lnTo>
                      <a:pt x="26" y="74"/>
                    </a:lnTo>
                    <a:lnTo>
                      <a:pt x="26" y="74"/>
                    </a:lnTo>
                    <a:lnTo>
                      <a:pt x="22" y="74"/>
                    </a:lnTo>
                    <a:lnTo>
                      <a:pt x="22" y="74"/>
                    </a:lnTo>
                    <a:lnTo>
                      <a:pt x="22" y="74"/>
                    </a:lnTo>
                    <a:lnTo>
                      <a:pt x="22" y="74"/>
                    </a:lnTo>
                    <a:lnTo>
                      <a:pt x="22" y="74"/>
                    </a:lnTo>
                    <a:lnTo>
                      <a:pt x="22" y="74"/>
                    </a:lnTo>
                    <a:lnTo>
                      <a:pt x="18" y="74"/>
                    </a:lnTo>
                    <a:lnTo>
                      <a:pt x="18" y="76"/>
                    </a:lnTo>
                    <a:lnTo>
                      <a:pt x="14" y="76"/>
                    </a:lnTo>
                    <a:lnTo>
                      <a:pt x="14" y="76"/>
                    </a:lnTo>
                    <a:lnTo>
                      <a:pt x="14" y="76"/>
                    </a:lnTo>
                    <a:lnTo>
                      <a:pt x="14" y="76"/>
                    </a:lnTo>
                    <a:lnTo>
                      <a:pt x="14" y="76"/>
                    </a:lnTo>
                    <a:lnTo>
                      <a:pt x="14" y="76"/>
                    </a:lnTo>
                    <a:lnTo>
                      <a:pt x="14" y="76"/>
                    </a:lnTo>
                    <a:lnTo>
                      <a:pt x="12" y="74"/>
                    </a:lnTo>
                    <a:lnTo>
                      <a:pt x="12" y="74"/>
                    </a:lnTo>
                    <a:lnTo>
                      <a:pt x="12" y="74"/>
                    </a:lnTo>
                    <a:lnTo>
                      <a:pt x="12" y="74"/>
                    </a:lnTo>
                    <a:lnTo>
                      <a:pt x="12" y="74"/>
                    </a:lnTo>
                    <a:lnTo>
                      <a:pt x="14" y="70"/>
                    </a:lnTo>
                    <a:lnTo>
                      <a:pt x="14" y="74"/>
                    </a:lnTo>
                    <a:lnTo>
                      <a:pt x="18" y="74"/>
                    </a:lnTo>
                    <a:lnTo>
                      <a:pt x="18" y="74"/>
                    </a:lnTo>
                    <a:lnTo>
                      <a:pt x="18" y="74"/>
                    </a:lnTo>
                    <a:lnTo>
                      <a:pt x="18" y="74"/>
                    </a:lnTo>
                    <a:lnTo>
                      <a:pt x="18" y="74"/>
                    </a:lnTo>
                    <a:lnTo>
                      <a:pt x="22" y="74"/>
                    </a:lnTo>
                    <a:lnTo>
                      <a:pt x="22" y="74"/>
                    </a:lnTo>
                    <a:lnTo>
                      <a:pt x="22" y="70"/>
                    </a:lnTo>
                    <a:lnTo>
                      <a:pt x="22" y="70"/>
                    </a:lnTo>
                    <a:lnTo>
                      <a:pt x="22" y="74"/>
                    </a:lnTo>
                    <a:lnTo>
                      <a:pt x="26" y="74"/>
                    </a:lnTo>
                    <a:lnTo>
                      <a:pt x="26" y="74"/>
                    </a:lnTo>
                    <a:lnTo>
                      <a:pt x="26" y="74"/>
                    </a:lnTo>
                    <a:lnTo>
                      <a:pt x="26" y="74"/>
                    </a:lnTo>
                    <a:lnTo>
                      <a:pt x="26" y="74"/>
                    </a:lnTo>
                    <a:lnTo>
                      <a:pt x="26" y="74"/>
                    </a:lnTo>
                    <a:lnTo>
                      <a:pt x="30" y="74"/>
                    </a:lnTo>
                    <a:lnTo>
                      <a:pt x="30" y="74"/>
                    </a:lnTo>
                    <a:lnTo>
                      <a:pt x="30" y="74"/>
                    </a:lnTo>
                    <a:lnTo>
                      <a:pt x="30" y="70"/>
                    </a:lnTo>
                    <a:lnTo>
                      <a:pt x="30" y="70"/>
                    </a:lnTo>
                    <a:lnTo>
                      <a:pt x="30" y="70"/>
                    </a:lnTo>
                    <a:lnTo>
                      <a:pt x="30" y="70"/>
                    </a:lnTo>
                    <a:lnTo>
                      <a:pt x="30" y="70"/>
                    </a:lnTo>
                    <a:lnTo>
                      <a:pt x="34" y="70"/>
                    </a:lnTo>
                    <a:lnTo>
                      <a:pt x="34" y="66"/>
                    </a:lnTo>
                    <a:lnTo>
                      <a:pt x="30" y="66"/>
                    </a:lnTo>
                    <a:lnTo>
                      <a:pt x="30" y="70"/>
                    </a:lnTo>
                    <a:lnTo>
                      <a:pt x="30" y="70"/>
                    </a:lnTo>
                    <a:lnTo>
                      <a:pt x="30" y="70"/>
                    </a:lnTo>
                    <a:lnTo>
                      <a:pt x="30" y="70"/>
                    </a:lnTo>
                    <a:lnTo>
                      <a:pt x="30" y="70"/>
                    </a:lnTo>
                    <a:lnTo>
                      <a:pt x="30" y="70"/>
                    </a:lnTo>
                    <a:lnTo>
                      <a:pt x="30" y="74"/>
                    </a:lnTo>
                    <a:lnTo>
                      <a:pt x="30" y="74"/>
                    </a:lnTo>
                    <a:lnTo>
                      <a:pt x="30" y="74"/>
                    </a:lnTo>
                    <a:lnTo>
                      <a:pt x="30" y="74"/>
                    </a:lnTo>
                    <a:lnTo>
                      <a:pt x="26" y="70"/>
                    </a:lnTo>
                    <a:lnTo>
                      <a:pt x="26" y="70"/>
                    </a:lnTo>
                    <a:lnTo>
                      <a:pt x="26" y="74"/>
                    </a:lnTo>
                    <a:lnTo>
                      <a:pt x="26" y="74"/>
                    </a:lnTo>
                    <a:lnTo>
                      <a:pt x="22" y="70"/>
                    </a:lnTo>
                    <a:lnTo>
                      <a:pt x="22" y="70"/>
                    </a:lnTo>
                    <a:lnTo>
                      <a:pt x="22" y="70"/>
                    </a:lnTo>
                    <a:lnTo>
                      <a:pt x="22" y="70"/>
                    </a:lnTo>
                    <a:lnTo>
                      <a:pt x="22" y="70"/>
                    </a:lnTo>
                    <a:lnTo>
                      <a:pt x="22" y="70"/>
                    </a:lnTo>
                    <a:lnTo>
                      <a:pt x="22" y="74"/>
                    </a:lnTo>
                    <a:lnTo>
                      <a:pt x="22" y="70"/>
                    </a:lnTo>
                    <a:lnTo>
                      <a:pt x="18" y="74"/>
                    </a:lnTo>
                    <a:lnTo>
                      <a:pt x="18" y="74"/>
                    </a:lnTo>
                    <a:lnTo>
                      <a:pt x="18" y="74"/>
                    </a:lnTo>
                    <a:lnTo>
                      <a:pt x="18" y="74"/>
                    </a:lnTo>
                    <a:lnTo>
                      <a:pt x="18" y="74"/>
                    </a:lnTo>
                    <a:lnTo>
                      <a:pt x="14" y="70"/>
                    </a:lnTo>
                    <a:lnTo>
                      <a:pt x="14" y="70"/>
                    </a:lnTo>
                    <a:lnTo>
                      <a:pt x="14" y="70"/>
                    </a:lnTo>
                    <a:lnTo>
                      <a:pt x="14" y="70"/>
                    </a:lnTo>
                    <a:lnTo>
                      <a:pt x="14" y="70"/>
                    </a:lnTo>
                    <a:lnTo>
                      <a:pt x="14" y="70"/>
                    </a:lnTo>
                    <a:lnTo>
                      <a:pt x="14" y="70"/>
                    </a:lnTo>
                    <a:lnTo>
                      <a:pt x="14" y="74"/>
                    </a:lnTo>
                    <a:lnTo>
                      <a:pt x="12" y="74"/>
                    </a:lnTo>
                    <a:lnTo>
                      <a:pt x="12" y="74"/>
                    </a:lnTo>
                    <a:lnTo>
                      <a:pt x="12" y="70"/>
                    </a:lnTo>
                    <a:lnTo>
                      <a:pt x="12" y="70"/>
                    </a:lnTo>
                    <a:lnTo>
                      <a:pt x="12" y="66"/>
                    </a:lnTo>
                    <a:lnTo>
                      <a:pt x="12" y="66"/>
                    </a:lnTo>
                    <a:lnTo>
                      <a:pt x="12" y="66"/>
                    </a:lnTo>
                    <a:lnTo>
                      <a:pt x="12" y="66"/>
                    </a:lnTo>
                    <a:lnTo>
                      <a:pt x="12" y="66"/>
                    </a:lnTo>
                    <a:lnTo>
                      <a:pt x="12" y="62"/>
                    </a:lnTo>
                    <a:lnTo>
                      <a:pt x="12" y="62"/>
                    </a:lnTo>
                    <a:lnTo>
                      <a:pt x="14" y="62"/>
                    </a:lnTo>
                    <a:lnTo>
                      <a:pt x="14" y="62"/>
                    </a:lnTo>
                    <a:lnTo>
                      <a:pt x="22" y="62"/>
                    </a:lnTo>
                    <a:lnTo>
                      <a:pt x="26" y="62"/>
                    </a:lnTo>
                    <a:lnTo>
                      <a:pt x="26" y="62"/>
                    </a:lnTo>
                    <a:lnTo>
                      <a:pt x="26" y="62"/>
                    </a:lnTo>
                    <a:lnTo>
                      <a:pt x="26" y="62"/>
                    </a:lnTo>
                    <a:lnTo>
                      <a:pt x="26" y="58"/>
                    </a:lnTo>
                    <a:lnTo>
                      <a:pt x="30" y="58"/>
                    </a:lnTo>
                    <a:lnTo>
                      <a:pt x="34" y="58"/>
                    </a:lnTo>
                    <a:lnTo>
                      <a:pt x="34" y="58"/>
                    </a:lnTo>
                    <a:lnTo>
                      <a:pt x="34" y="58"/>
                    </a:lnTo>
                    <a:lnTo>
                      <a:pt x="34" y="58"/>
                    </a:lnTo>
                    <a:lnTo>
                      <a:pt x="34" y="58"/>
                    </a:lnTo>
                    <a:lnTo>
                      <a:pt x="34" y="58"/>
                    </a:lnTo>
                    <a:lnTo>
                      <a:pt x="34" y="58"/>
                    </a:lnTo>
                    <a:lnTo>
                      <a:pt x="34" y="58"/>
                    </a:lnTo>
                    <a:lnTo>
                      <a:pt x="34" y="54"/>
                    </a:lnTo>
                    <a:lnTo>
                      <a:pt x="34" y="54"/>
                    </a:lnTo>
                    <a:lnTo>
                      <a:pt x="34" y="54"/>
                    </a:lnTo>
                    <a:lnTo>
                      <a:pt x="38" y="54"/>
                    </a:lnTo>
                    <a:lnTo>
                      <a:pt x="38" y="54"/>
                    </a:lnTo>
                    <a:lnTo>
                      <a:pt x="38" y="54"/>
                    </a:lnTo>
                    <a:lnTo>
                      <a:pt x="38" y="54"/>
                    </a:lnTo>
                    <a:lnTo>
                      <a:pt x="38" y="54"/>
                    </a:lnTo>
                    <a:lnTo>
                      <a:pt x="38" y="54"/>
                    </a:lnTo>
                    <a:lnTo>
                      <a:pt x="38" y="58"/>
                    </a:lnTo>
                    <a:lnTo>
                      <a:pt x="38" y="58"/>
                    </a:lnTo>
                    <a:lnTo>
                      <a:pt x="42" y="58"/>
                    </a:lnTo>
                    <a:lnTo>
                      <a:pt x="42" y="58"/>
                    </a:lnTo>
                    <a:lnTo>
                      <a:pt x="42" y="58"/>
                    </a:lnTo>
                    <a:lnTo>
                      <a:pt x="42" y="58"/>
                    </a:lnTo>
                    <a:lnTo>
                      <a:pt x="42" y="58"/>
                    </a:lnTo>
                    <a:lnTo>
                      <a:pt x="42" y="58"/>
                    </a:lnTo>
                    <a:lnTo>
                      <a:pt x="42" y="58"/>
                    </a:lnTo>
                    <a:lnTo>
                      <a:pt x="44" y="58"/>
                    </a:lnTo>
                    <a:lnTo>
                      <a:pt x="44" y="58"/>
                    </a:lnTo>
                    <a:lnTo>
                      <a:pt x="44" y="62"/>
                    </a:lnTo>
                    <a:lnTo>
                      <a:pt x="48" y="62"/>
                    </a:lnTo>
                    <a:lnTo>
                      <a:pt x="48" y="62"/>
                    </a:lnTo>
                    <a:lnTo>
                      <a:pt x="48" y="62"/>
                    </a:lnTo>
                    <a:lnTo>
                      <a:pt x="48" y="62"/>
                    </a:lnTo>
                    <a:lnTo>
                      <a:pt x="48" y="58"/>
                    </a:lnTo>
                    <a:lnTo>
                      <a:pt x="52" y="58"/>
                    </a:lnTo>
                    <a:lnTo>
                      <a:pt x="52" y="58"/>
                    </a:lnTo>
                    <a:lnTo>
                      <a:pt x="52" y="58"/>
                    </a:lnTo>
                    <a:lnTo>
                      <a:pt x="52" y="58"/>
                    </a:lnTo>
                    <a:lnTo>
                      <a:pt x="52" y="58"/>
                    </a:lnTo>
                    <a:lnTo>
                      <a:pt x="52" y="58"/>
                    </a:lnTo>
                    <a:lnTo>
                      <a:pt x="56" y="58"/>
                    </a:lnTo>
                    <a:lnTo>
                      <a:pt x="56" y="58"/>
                    </a:lnTo>
                    <a:lnTo>
                      <a:pt x="56" y="58"/>
                    </a:lnTo>
                    <a:lnTo>
                      <a:pt x="56" y="58"/>
                    </a:lnTo>
                    <a:lnTo>
                      <a:pt x="56" y="54"/>
                    </a:lnTo>
                    <a:lnTo>
                      <a:pt x="52" y="54"/>
                    </a:lnTo>
                    <a:lnTo>
                      <a:pt x="52" y="54"/>
                    </a:lnTo>
                    <a:lnTo>
                      <a:pt x="52" y="54"/>
                    </a:lnTo>
                    <a:lnTo>
                      <a:pt x="52" y="54"/>
                    </a:lnTo>
                    <a:lnTo>
                      <a:pt x="52" y="54"/>
                    </a:lnTo>
                    <a:lnTo>
                      <a:pt x="52" y="54"/>
                    </a:lnTo>
                    <a:lnTo>
                      <a:pt x="48" y="54"/>
                    </a:lnTo>
                    <a:lnTo>
                      <a:pt x="48" y="54"/>
                    </a:lnTo>
                    <a:lnTo>
                      <a:pt x="48" y="54"/>
                    </a:lnTo>
                    <a:lnTo>
                      <a:pt x="48" y="54"/>
                    </a:lnTo>
                    <a:lnTo>
                      <a:pt x="48" y="58"/>
                    </a:lnTo>
                    <a:lnTo>
                      <a:pt x="44" y="58"/>
                    </a:lnTo>
                    <a:lnTo>
                      <a:pt x="44" y="54"/>
                    </a:lnTo>
                    <a:lnTo>
                      <a:pt x="44" y="54"/>
                    </a:lnTo>
                    <a:lnTo>
                      <a:pt x="44" y="54"/>
                    </a:lnTo>
                    <a:lnTo>
                      <a:pt x="44" y="54"/>
                    </a:lnTo>
                    <a:lnTo>
                      <a:pt x="44" y="54"/>
                    </a:lnTo>
                    <a:lnTo>
                      <a:pt x="44" y="54"/>
                    </a:lnTo>
                    <a:lnTo>
                      <a:pt x="44" y="54"/>
                    </a:lnTo>
                    <a:lnTo>
                      <a:pt x="44" y="54"/>
                    </a:lnTo>
                    <a:lnTo>
                      <a:pt x="44" y="54"/>
                    </a:lnTo>
                    <a:lnTo>
                      <a:pt x="44" y="54"/>
                    </a:lnTo>
                    <a:lnTo>
                      <a:pt x="44" y="54"/>
                    </a:lnTo>
                    <a:lnTo>
                      <a:pt x="42" y="54"/>
                    </a:lnTo>
                    <a:lnTo>
                      <a:pt x="42" y="54"/>
                    </a:lnTo>
                    <a:lnTo>
                      <a:pt x="42" y="54"/>
                    </a:lnTo>
                    <a:lnTo>
                      <a:pt x="42" y="54"/>
                    </a:lnTo>
                    <a:lnTo>
                      <a:pt x="42" y="54"/>
                    </a:lnTo>
                    <a:lnTo>
                      <a:pt x="42" y="54"/>
                    </a:lnTo>
                    <a:lnTo>
                      <a:pt x="42" y="52"/>
                    </a:lnTo>
                    <a:lnTo>
                      <a:pt x="42" y="52"/>
                    </a:lnTo>
                    <a:lnTo>
                      <a:pt x="42" y="52"/>
                    </a:lnTo>
                    <a:lnTo>
                      <a:pt x="42" y="52"/>
                    </a:lnTo>
                    <a:lnTo>
                      <a:pt x="42" y="52"/>
                    </a:lnTo>
                    <a:lnTo>
                      <a:pt x="42" y="52"/>
                    </a:lnTo>
                    <a:lnTo>
                      <a:pt x="38" y="52"/>
                    </a:lnTo>
                    <a:lnTo>
                      <a:pt x="38" y="52"/>
                    </a:lnTo>
                    <a:lnTo>
                      <a:pt x="34" y="52"/>
                    </a:lnTo>
                    <a:lnTo>
                      <a:pt x="34" y="52"/>
                    </a:lnTo>
                    <a:lnTo>
                      <a:pt x="34" y="52"/>
                    </a:lnTo>
                    <a:lnTo>
                      <a:pt x="34" y="52"/>
                    </a:lnTo>
                    <a:lnTo>
                      <a:pt x="34" y="52"/>
                    </a:lnTo>
                    <a:lnTo>
                      <a:pt x="34" y="52"/>
                    </a:lnTo>
                    <a:lnTo>
                      <a:pt x="34" y="52"/>
                    </a:lnTo>
                    <a:lnTo>
                      <a:pt x="30" y="52"/>
                    </a:lnTo>
                    <a:lnTo>
                      <a:pt x="30" y="52"/>
                    </a:lnTo>
                    <a:lnTo>
                      <a:pt x="30" y="52"/>
                    </a:lnTo>
                    <a:lnTo>
                      <a:pt x="30" y="54"/>
                    </a:lnTo>
                    <a:lnTo>
                      <a:pt x="30" y="54"/>
                    </a:lnTo>
                    <a:lnTo>
                      <a:pt x="30" y="54"/>
                    </a:lnTo>
                    <a:lnTo>
                      <a:pt x="30" y="54"/>
                    </a:lnTo>
                    <a:lnTo>
                      <a:pt x="30" y="54"/>
                    </a:lnTo>
                    <a:lnTo>
                      <a:pt x="26" y="54"/>
                    </a:lnTo>
                    <a:lnTo>
                      <a:pt x="22" y="54"/>
                    </a:lnTo>
                    <a:lnTo>
                      <a:pt x="22" y="54"/>
                    </a:lnTo>
                    <a:lnTo>
                      <a:pt x="14" y="54"/>
                    </a:lnTo>
                    <a:lnTo>
                      <a:pt x="14" y="54"/>
                    </a:lnTo>
                    <a:lnTo>
                      <a:pt x="14" y="52"/>
                    </a:lnTo>
                    <a:lnTo>
                      <a:pt x="14" y="52"/>
                    </a:lnTo>
                    <a:lnTo>
                      <a:pt x="14" y="52"/>
                    </a:lnTo>
                    <a:lnTo>
                      <a:pt x="14" y="52"/>
                    </a:lnTo>
                    <a:lnTo>
                      <a:pt x="14" y="52"/>
                    </a:lnTo>
                    <a:lnTo>
                      <a:pt x="14" y="52"/>
                    </a:lnTo>
                    <a:lnTo>
                      <a:pt x="14" y="52"/>
                    </a:lnTo>
                    <a:lnTo>
                      <a:pt x="14" y="52"/>
                    </a:lnTo>
                    <a:lnTo>
                      <a:pt x="14" y="48"/>
                    </a:lnTo>
                    <a:lnTo>
                      <a:pt x="14" y="52"/>
                    </a:lnTo>
                    <a:lnTo>
                      <a:pt x="14" y="52"/>
                    </a:lnTo>
                    <a:lnTo>
                      <a:pt x="12" y="52"/>
                    </a:lnTo>
                    <a:lnTo>
                      <a:pt x="12" y="52"/>
                    </a:lnTo>
                    <a:lnTo>
                      <a:pt x="12" y="48"/>
                    </a:lnTo>
                    <a:lnTo>
                      <a:pt x="14" y="48"/>
                    </a:lnTo>
                    <a:lnTo>
                      <a:pt x="14" y="48"/>
                    </a:lnTo>
                    <a:lnTo>
                      <a:pt x="14" y="48"/>
                    </a:lnTo>
                    <a:lnTo>
                      <a:pt x="14" y="48"/>
                    </a:lnTo>
                    <a:lnTo>
                      <a:pt x="14" y="48"/>
                    </a:lnTo>
                    <a:lnTo>
                      <a:pt x="14" y="48"/>
                    </a:lnTo>
                    <a:lnTo>
                      <a:pt x="14" y="48"/>
                    </a:lnTo>
                    <a:lnTo>
                      <a:pt x="14" y="48"/>
                    </a:lnTo>
                    <a:lnTo>
                      <a:pt x="18" y="44"/>
                    </a:lnTo>
                    <a:lnTo>
                      <a:pt x="18" y="44"/>
                    </a:lnTo>
                    <a:lnTo>
                      <a:pt x="18" y="44"/>
                    </a:lnTo>
                    <a:lnTo>
                      <a:pt x="18" y="44"/>
                    </a:lnTo>
                    <a:lnTo>
                      <a:pt x="18" y="44"/>
                    </a:lnTo>
                    <a:lnTo>
                      <a:pt x="14" y="44"/>
                    </a:lnTo>
                    <a:lnTo>
                      <a:pt x="14" y="48"/>
                    </a:lnTo>
                    <a:lnTo>
                      <a:pt x="14" y="48"/>
                    </a:lnTo>
                    <a:lnTo>
                      <a:pt x="14" y="48"/>
                    </a:lnTo>
                    <a:lnTo>
                      <a:pt x="14" y="48"/>
                    </a:lnTo>
                    <a:lnTo>
                      <a:pt x="12" y="48"/>
                    </a:lnTo>
                    <a:lnTo>
                      <a:pt x="12" y="48"/>
                    </a:lnTo>
                    <a:lnTo>
                      <a:pt x="12" y="44"/>
                    </a:lnTo>
                    <a:lnTo>
                      <a:pt x="12" y="44"/>
                    </a:lnTo>
                    <a:lnTo>
                      <a:pt x="12" y="44"/>
                    </a:lnTo>
                    <a:lnTo>
                      <a:pt x="12" y="44"/>
                    </a:lnTo>
                    <a:lnTo>
                      <a:pt x="12" y="40"/>
                    </a:lnTo>
                    <a:lnTo>
                      <a:pt x="12" y="40"/>
                    </a:lnTo>
                    <a:lnTo>
                      <a:pt x="8" y="40"/>
                    </a:lnTo>
                    <a:lnTo>
                      <a:pt x="8" y="40"/>
                    </a:lnTo>
                    <a:lnTo>
                      <a:pt x="8" y="40"/>
                    </a:lnTo>
                    <a:lnTo>
                      <a:pt x="8" y="40"/>
                    </a:lnTo>
                    <a:lnTo>
                      <a:pt x="8" y="40"/>
                    </a:lnTo>
                    <a:lnTo>
                      <a:pt x="8" y="36"/>
                    </a:lnTo>
                    <a:lnTo>
                      <a:pt x="8" y="36"/>
                    </a:lnTo>
                    <a:lnTo>
                      <a:pt x="8" y="36"/>
                    </a:lnTo>
                    <a:lnTo>
                      <a:pt x="8" y="36"/>
                    </a:lnTo>
                    <a:lnTo>
                      <a:pt x="8" y="36"/>
                    </a:lnTo>
                    <a:lnTo>
                      <a:pt x="4" y="36"/>
                    </a:lnTo>
                    <a:lnTo>
                      <a:pt x="4" y="36"/>
                    </a:lnTo>
                    <a:lnTo>
                      <a:pt x="4" y="36"/>
                    </a:lnTo>
                    <a:lnTo>
                      <a:pt x="4" y="36"/>
                    </a:lnTo>
                    <a:lnTo>
                      <a:pt x="4" y="36"/>
                    </a:lnTo>
                    <a:lnTo>
                      <a:pt x="4" y="36"/>
                    </a:lnTo>
                    <a:lnTo>
                      <a:pt x="0" y="36"/>
                    </a:lnTo>
                    <a:lnTo>
                      <a:pt x="4" y="32"/>
                    </a:lnTo>
                    <a:lnTo>
                      <a:pt x="4" y="32"/>
                    </a:lnTo>
                    <a:lnTo>
                      <a:pt x="4" y="32"/>
                    </a:lnTo>
                    <a:lnTo>
                      <a:pt x="4" y="32"/>
                    </a:lnTo>
                    <a:lnTo>
                      <a:pt x="8" y="32"/>
                    </a:lnTo>
                    <a:lnTo>
                      <a:pt x="8" y="32"/>
                    </a:lnTo>
                    <a:lnTo>
                      <a:pt x="8" y="32"/>
                    </a:lnTo>
                    <a:lnTo>
                      <a:pt x="8" y="32"/>
                    </a:lnTo>
                    <a:lnTo>
                      <a:pt x="8" y="32"/>
                    </a:lnTo>
                    <a:lnTo>
                      <a:pt x="12" y="28"/>
                    </a:lnTo>
                    <a:lnTo>
                      <a:pt x="12" y="26"/>
                    </a:lnTo>
                    <a:lnTo>
                      <a:pt x="12" y="26"/>
                    </a:lnTo>
                    <a:lnTo>
                      <a:pt x="12" y="26"/>
                    </a:lnTo>
                    <a:lnTo>
                      <a:pt x="12" y="22"/>
                    </a:lnTo>
                    <a:lnTo>
                      <a:pt x="12" y="22"/>
                    </a:lnTo>
                    <a:lnTo>
                      <a:pt x="14" y="22"/>
                    </a:lnTo>
                    <a:lnTo>
                      <a:pt x="14" y="22"/>
                    </a:lnTo>
                    <a:lnTo>
                      <a:pt x="14" y="22"/>
                    </a:lnTo>
                    <a:lnTo>
                      <a:pt x="14" y="22"/>
                    </a:lnTo>
                    <a:lnTo>
                      <a:pt x="14" y="18"/>
                    </a:lnTo>
                    <a:lnTo>
                      <a:pt x="14" y="18"/>
                    </a:lnTo>
                    <a:lnTo>
                      <a:pt x="14" y="18"/>
                    </a:lnTo>
                    <a:lnTo>
                      <a:pt x="14" y="18"/>
                    </a:lnTo>
                    <a:lnTo>
                      <a:pt x="14" y="14"/>
                    </a:lnTo>
                    <a:lnTo>
                      <a:pt x="14" y="10"/>
                    </a:lnTo>
                    <a:lnTo>
                      <a:pt x="14" y="10"/>
                    </a:lnTo>
                    <a:lnTo>
                      <a:pt x="18" y="10"/>
                    </a:lnTo>
                    <a:lnTo>
                      <a:pt x="18" y="6"/>
                    </a:lnTo>
                    <a:lnTo>
                      <a:pt x="18" y="6"/>
                    </a:lnTo>
                    <a:lnTo>
                      <a:pt x="18" y="6"/>
                    </a:lnTo>
                    <a:lnTo>
                      <a:pt x="18" y="6"/>
                    </a:lnTo>
                    <a:lnTo>
                      <a:pt x="18" y="2"/>
                    </a:lnTo>
                    <a:lnTo>
                      <a:pt x="18" y="2"/>
                    </a:lnTo>
                    <a:lnTo>
                      <a:pt x="22" y="2"/>
                    </a:lnTo>
                    <a:lnTo>
                      <a:pt x="22" y="2"/>
                    </a:lnTo>
                    <a:lnTo>
                      <a:pt x="22" y="2"/>
                    </a:lnTo>
                    <a:lnTo>
                      <a:pt x="22" y="2"/>
                    </a:lnTo>
                    <a:lnTo>
                      <a:pt x="22" y="2"/>
                    </a:lnTo>
                    <a:lnTo>
                      <a:pt x="26" y="2"/>
                    </a:lnTo>
                    <a:lnTo>
                      <a:pt x="26" y="2"/>
                    </a:lnTo>
                    <a:lnTo>
                      <a:pt x="26" y="2"/>
                    </a:lnTo>
                    <a:lnTo>
                      <a:pt x="26" y="2"/>
                    </a:lnTo>
                    <a:lnTo>
                      <a:pt x="26" y="2"/>
                    </a:lnTo>
                    <a:lnTo>
                      <a:pt x="30" y="2"/>
                    </a:lnTo>
                    <a:lnTo>
                      <a:pt x="30" y="2"/>
                    </a:lnTo>
                    <a:lnTo>
                      <a:pt x="30" y="2"/>
                    </a:lnTo>
                    <a:lnTo>
                      <a:pt x="30" y="2"/>
                    </a:lnTo>
                    <a:lnTo>
                      <a:pt x="34" y="2"/>
                    </a:lnTo>
                    <a:lnTo>
                      <a:pt x="34" y="2"/>
                    </a:lnTo>
                    <a:lnTo>
                      <a:pt x="38" y="2"/>
                    </a:lnTo>
                    <a:lnTo>
                      <a:pt x="38" y="2"/>
                    </a:lnTo>
                    <a:lnTo>
                      <a:pt x="38" y="2"/>
                    </a:lnTo>
                    <a:lnTo>
                      <a:pt x="38" y="0"/>
                    </a:lnTo>
                    <a:lnTo>
                      <a:pt x="38" y="2"/>
                    </a:lnTo>
                    <a:lnTo>
                      <a:pt x="38" y="2"/>
                    </a:lnTo>
                    <a:lnTo>
                      <a:pt x="38" y="2"/>
                    </a:lnTo>
                    <a:lnTo>
                      <a:pt x="38" y="2"/>
                    </a:lnTo>
                    <a:lnTo>
                      <a:pt x="42" y="2"/>
                    </a:lnTo>
                    <a:lnTo>
                      <a:pt x="42" y="2"/>
                    </a:lnTo>
                    <a:lnTo>
                      <a:pt x="42" y="2"/>
                    </a:lnTo>
                    <a:lnTo>
                      <a:pt x="44" y="2"/>
                    </a:lnTo>
                    <a:lnTo>
                      <a:pt x="44" y="2"/>
                    </a:lnTo>
                    <a:lnTo>
                      <a:pt x="44" y="2"/>
                    </a:lnTo>
                    <a:lnTo>
                      <a:pt x="48" y="2"/>
                    </a:lnTo>
                    <a:lnTo>
                      <a:pt x="48" y="2"/>
                    </a:lnTo>
                    <a:lnTo>
                      <a:pt x="52" y="6"/>
                    </a:lnTo>
                    <a:lnTo>
                      <a:pt x="52" y="6"/>
                    </a:lnTo>
                    <a:lnTo>
                      <a:pt x="52" y="10"/>
                    </a:lnTo>
                    <a:lnTo>
                      <a:pt x="56" y="10"/>
                    </a:lnTo>
                    <a:lnTo>
                      <a:pt x="56" y="10"/>
                    </a:lnTo>
                    <a:lnTo>
                      <a:pt x="56" y="10"/>
                    </a:lnTo>
                    <a:lnTo>
                      <a:pt x="56" y="10"/>
                    </a:lnTo>
                    <a:lnTo>
                      <a:pt x="56" y="10"/>
                    </a:lnTo>
                    <a:lnTo>
                      <a:pt x="56" y="10"/>
                    </a:lnTo>
                    <a:lnTo>
                      <a:pt x="56" y="10"/>
                    </a:lnTo>
                    <a:lnTo>
                      <a:pt x="60" y="10"/>
                    </a:lnTo>
                    <a:lnTo>
                      <a:pt x="60" y="10"/>
                    </a:lnTo>
                    <a:lnTo>
                      <a:pt x="60" y="14"/>
                    </a:lnTo>
                    <a:lnTo>
                      <a:pt x="64" y="18"/>
                    </a:lnTo>
                    <a:lnTo>
                      <a:pt x="64" y="18"/>
                    </a:lnTo>
                    <a:lnTo>
                      <a:pt x="64" y="22"/>
                    </a:lnTo>
                    <a:lnTo>
                      <a:pt x="64" y="22"/>
                    </a:lnTo>
                    <a:lnTo>
                      <a:pt x="64" y="22"/>
                    </a:lnTo>
                    <a:lnTo>
                      <a:pt x="68" y="22"/>
                    </a:lnTo>
                    <a:lnTo>
                      <a:pt x="68" y="26"/>
                    </a:lnTo>
                    <a:lnTo>
                      <a:pt x="68" y="26"/>
                    </a:lnTo>
                    <a:lnTo>
                      <a:pt x="68" y="26"/>
                    </a:lnTo>
                    <a:lnTo>
                      <a:pt x="68" y="26"/>
                    </a:lnTo>
                    <a:lnTo>
                      <a:pt x="68" y="26"/>
                    </a:lnTo>
                    <a:lnTo>
                      <a:pt x="68" y="26"/>
                    </a:lnTo>
                    <a:lnTo>
                      <a:pt x="68" y="26"/>
                    </a:lnTo>
                    <a:lnTo>
                      <a:pt x="68" y="26"/>
                    </a:lnTo>
                    <a:lnTo>
                      <a:pt x="68" y="26"/>
                    </a:lnTo>
                    <a:lnTo>
                      <a:pt x="68" y="28"/>
                    </a:lnTo>
                    <a:lnTo>
                      <a:pt x="70" y="28"/>
                    </a:lnTo>
                    <a:lnTo>
                      <a:pt x="70" y="28"/>
                    </a:lnTo>
                    <a:lnTo>
                      <a:pt x="70" y="28"/>
                    </a:lnTo>
                    <a:lnTo>
                      <a:pt x="70" y="28"/>
                    </a:lnTo>
                    <a:lnTo>
                      <a:pt x="74" y="28"/>
                    </a:lnTo>
                    <a:lnTo>
                      <a:pt x="74" y="32"/>
                    </a:lnTo>
                    <a:lnTo>
                      <a:pt x="74" y="32"/>
                    </a:lnTo>
                    <a:lnTo>
                      <a:pt x="74" y="32"/>
                    </a:lnTo>
                    <a:lnTo>
                      <a:pt x="74" y="32"/>
                    </a:lnTo>
                    <a:lnTo>
                      <a:pt x="78" y="32"/>
                    </a:lnTo>
                    <a:lnTo>
                      <a:pt x="78" y="36"/>
                    </a:lnTo>
                    <a:lnTo>
                      <a:pt x="78" y="36"/>
                    </a:lnTo>
                    <a:lnTo>
                      <a:pt x="78" y="40"/>
                    </a:lnTo>
                    <a:lnTo>
                      <a:pt x="78" y="40"/>
                    </a:lnTo>
                    <a:lnTo>
                      <a:pt x="78" y="40"/>
                    </a:lnTo>
                    <a:lnTo>
                      <a:pt x="78" y="40"/>
                    </a:lnTo>
                    <a:lnTo>
                      <a:pt x="78" y="44"/>
                    </a:lnTo>
                    <a:lnTo>
                      <a:pt x="82" y="44"/>
                    </a:lnTo>
                    <a:lnTo>
                      <a:pt x="82" y="44"/>
                    </a:lnTo>
                    <a:lnTo>
                      <a:pt x="78" y="48"/>
                    </a:lnTo>
                    <a:lnTo>
                      <a:pt x="78" y="48"/>
                    </a:lnTo>
                    <a:lnTo>
                      <a:pt x="78" y="48"/>
                    </a:lnTo>
                    <a:lnTo>
                      <a:pt x="82" y="48"/>
                    </a:lnTo>
                    <a:lnTo>
                      <a:pt x="82" y="48"/>
                    </a:lnTo>
                    <a:lnTo>
                      <a:pt x="82" y="48"/>
                    </a:lnTo>
                    <a:lnTo>
                      <a:pt x="82" y="52"/>
                    </a:lnTo>
                    <a:lnTo>
                      <a:pt x="82" y="52"/>
                    </a:lnTo>
                    <a:lnTo>
                      <a:pt x="82" y="52"/>
                    </a:lnTo>
                    <a:lnTo>
                      <a:pt x="82" y="52"/>
                    </a:lnTo>
                    <a:lnTo>
                      <a:pt x="82" y="52"/>
                    </a:lnTo>
                    <a:lnTo>
                      <a:pt x="82" y="52"/>
                    </a:lnTo>
                    <a:lnTo>
                      <a:pt x="78" y="52"/>
                    </a:lnTo>
                    <a:lnTo>
                      <a:pt x="78" y="52"/>
                    </a:lnTo>
                    <a:lnTo>
                      <a:pt x="78" y="52"/>
                    </a:lnTo>
                    <a:lnTo>
                      <a:pt x="78" y="54"/>
                    </a:lnTo>
                    <a:lnTo>
                      <a:pt x="78" y="54"/>
                    </a:lnTo>
                    <a:lnTo>
                      <a:pt x="78" y="54"/>
                    </a:lnTo>
                    <a:lnTo>
                      <a:pt x="82" y="54"/>
                    </a:lnTo>
                    <a:lnTo>
                      <a:pt x="82" y="58"/>
                    </a:lnTo>
                    <a:lnTo>
                      <a:pt x="82" y="58"/>
                    </a:lnTo>
                    <a:lnTo>
                      <a:pt x="82" y="58"/>
                    </a:lnTo>
                    <a:lnTo>
                      <a:pt x="82" y="58"/>
                    </a:lnTo>
                    <a:lnTo>
                      <a:pt x="82" y="58"/>
                    </a:lnTo>
                    <a:lnTo>
                      <a:pt x="86" y="58"/>
                    </a:lnTo>
                    <a:lnTo>
                      <a:pt x="86" y="58"/>
                    </a:lnTo>
                    <a:lnTo>
                      <a:pt x="86" y="58"/>
                    </a:lnTo>
                    <a:lnTo>
                      <a:pt x="86" y="58"/>
                    </a:lnTo>
                    <a:lnTo>
                      <a:pt x="86" y="62"/>
                    </a:lnTo>
                    <a:lnTo>
                      <a:pt x="86" y="62"/>
                    </a:lnTo>
                    <a:lnTo>
                      <a:pt x="86" y="62"/>
                    </a:lnTo>
                    <a:lnTo>
                      <a:pt x="86" y="62"/>
                    </a:lnTo>
                    <a:lnTo>
                      <a:pt x="90" y="62"/>
                    </a:lnTo>
                    <a:lnTo>
                      <a:pt x="90" y="66"/>
                    </a:lnTo>
                    <a:lnTo>
                      <a:pt x="90" y="66"/>
                    </a:lnTo>
                    <a:lnTo>
                      <a:pt x="90" y="66"/>
                    </a:lnTo>
                    <a:lnTo>
                      <a:pt x="90" y="70"/>
                    </a:lnTo>
                    <a:lnTo>
                      <a:pt x="90" y="74"/>
                    </a:lnTo>
                    <a:lnTo>
                      <a:pt x="90" y="74"/>
                    </a:lnTo>
                    <a:lnTo>
                      <a:pt x="90" y="74"/>
                    </a:lnTo>
                    <a:lnTo>
                      <a:pt x="90" y="74"/>
                    </a:lnTo>
                    <a:lnTo>
                      <a:pt x="90" y="74"/>
                    </a:lnTo>
                    <a:lnTo>
                      <a:pt x="90"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2" name="Freeform 166"/>
              <p:cNvSpPr>
                <a:spLocks noEditPoints="1"/>
              </p:cNvSpPr>
              <p:nvPr/>
            </p:nvSpPr>
            <p:spPr bwMode="gray">
              <a:xfrm>
                <a:off x="5933955" y="4651874"/>
                <a:ext cx="233061" cy="149576"/>
              </a:xfrm>
              <a:custGeom>
                <a:avLst/>
                <a:gdLst>
                  <a:gd name="T0" fmla="*/ 4 w 134"/>
                  <a:gd name="T1" fmla="*/ 86 h 86"/>
                  <a:gd name="T2" fmla="*/ 4 w 134"/>
                  <a:gd name="T3" fmla="*/ 86 h 86"/>
                  <a:gd name="T4" fmla="*/ 0 w 134"/>
                  <a:gd name="T5" fmla="*/ 86 h 86"/>
                  <a:gd name="T6" fmla="*/ 0 w 134"/>
                  <a:gd name="T7" fmla="*/ 86 h 86"/>
                  <a:gd name="T8" fmla="*/ 0 w 134"/>
                  <a:gd name="T9" fmla="*/ 86 h 86"/>
                  <a:gd name="T10" fmla="*/ 0 w 134"/>
                  <a:gd name="T11" fmla="*/ 86 h 86"/>
                  <a:gd name="T12" fmla="*/ 0 w 134"/>
                  <a:gd name="T13" fmla="*/ 86 h 86"/>
                  <a:gd name="T14" fmla="*/ 0 w 134"/>
                  <a:gd name="T15" fmla="*/ 86 h 86"/>
                  <a:gd name="T16" fmla="*/ 0 w 134"/>
                  <a:gd name="T17" fmla="*/ 86 h 86"/>
                  <a:gd name="T18" fmla="*/ 4 w 134"/>
                  <a:gd name="T19" fmla="*/ 86 h 86"/>
                  <a:gd name="T20" fmla="*/ 4 w 134"/>
                  <a:gd name="T21" fmla="*/ 86 h 86"/>
                  <a:gd name="T22" fmla="*/ 4 w 134"/>
                  <a:gd name="T23" fmla="*/ 86 h 86"/>
                  <a:gd name="T24" fmla="*/ 4 w 134"/>
                  <a:gd name="T25" fmla="*/ 86 h 86"/>
                  <a:gd name="T26" fmla="*/ 4 w 134"/>
                  <a:gd name="T27" fmla="*/ 82 h 86"/>
                  <a:gd name="T28" fmla="*/ 4 w 134"/>
                  <a:gd name="T29" fmla="*/ 82 h 86"/>
                  <a:gd name="T30" fmla="*/ 4 w 134"/>
                  <a:gd name="T31" fmla="*/ 82 h 86"/>
                  <a:gd name="T32" fmla="*/ 8 w 134"/>
                  <a:gd name="T33" fmla="*/ 82 h 86"/>
                  <a:gd name="T34" fmla="*/ 8 w 134"/>
                  <a:gd name="T35" fmla="*/ 86 h 86"/>
                  <a:gd name="T36" fmla="*/ 8 w 134"/>
                  <a:gd name="T37" fmla="*/ 86 h 86"/>
                  <a:gd name="T38" fmla="*/ 4 w 134"/>
                  <a:gd name="T39" fmla="*/ 86 h 86"/>
                  <a:gd name="T40" fmla="*/ 4 w 134"/>
                  <a:gd name="T41" fmla="*/ 86 h 86"/>
                  <a:gd name="T42" fmla="*/ 4 w 134"/>
                  <a:gd name="T43" fmla="*/ 86 h 86"/>
                  <a:gd name="T44" fmla="*/ 4 w 134"/>
                  <a:gd name="T45" fmla="*/ 86 h 86"/>
                  <a:gd name="T46" fmla="*/ 4 w 134"/>
                  <a:gd name="T47" fmla="*/ 86 h 86"/>
                  <a:gd name="T48" fmla="*/ 4 w 134"/>
                  <a:gd name="T49" fmla="*/ 86 h 86"/>
                  <a:gd name="T50" fmla="*/ 4 w 134"/>
                  <a:gd name="T51" fmla="*/ 86 h 86"/>
                  <a:gd name="T52" fmla="*/ 4 w 134"/>
                  <a:gd name="T53" fmla="*/ 86 h 86"/>
                  <a:gd name="T54" fmla="*/ 4 w 134"/>
                  <a:gd name="T55" fmla="*/ 86 h 86"/>
                  <a:gd name="T56" fmla="*/ 4 w 134"/>
                  <a:gd name="T57" fmla="*/ 86 h 86"/>
                  <a:gd name="T58" fmla="*/ 4 w 134"/>
                  <a:gd name="T59" fmla="*/ 86 h 86"/>
                  <a:gd name="T60" fmla="*/ 134 w 134"/>
                  <a:gd name="T61" fmla="*/ 4 h 86"/>
                  <a:gd name="T62" fmla="*/ 134 w 134"/>
                  <a:gd name="T63" fmla="*/ 4 h 86"/>
                  <a:gd name="T64" fmla="*/ 134 w 134"/>
                  <a:gd name="T65" fmla="*/ 4 h 86"/>
                  <a:gd name="T66" fmla="*/ 134 w 134"/>
                  <a:gd name="T67" fmla="*/ 4 h 86"/>
                  <a:gd name="T68" fmla="*/ 130 w 134"/>
                  <a:gd name="T69" fmla="*/ 4 h 86"/>
                  <a:gd name="T70" fmla="*/ 130 w 134"/>
                  <a:gd name="T71" fmla="*/ 0 h 86"/>
                  <a:gd name="T72" fmla="*/ 130 w 134"/>
                  <a:gd name="T73" fmla="*/ 0 h 86"/>
                  <a:gd name="T74" fmla="*/ 134 w 134"/>
                  <a:gd name="T75" fmla="*/ 0 h 86"/>
                  <a:gd name="T76" fmla="*/ 134 w 134"/>
                  <a:gd name="T77" fmla="*/ 4 h 86"/>
                  <a:gd name="T78" fmla="*/ 134 w 134"/>
                  <a:gd name="T79" fmla="*/ 4 h 86"/>
                  <a:gd name="T80" fmla="*/ 134 w 134"/>
                  <a:gd name="T81" fmla="*/ 4 h 86"/>
                  <a:gd name="T82" fmla="*/ 134 w 134"/>
                  <a:gd name="T83" fmla="*/ 4 h 86"/>
                  <a:gd name="T84" fmla="*/ 134 w 134"/>
                  <a:gd name="T85" fmla="*/ 4 h 86"/>
                  <a:gd name="T86" fmla="*/ 134 w 134"/>
                  <a:gd name="T87" fmla="*/ 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4" h="86">
                    <a:moveTo>
                      <a:pt x="4" y="86"/>
                    </a:moveTo>
                    <a:lnTo>
                      <a:pt x="4" y="86"/>
                    </a:lnTo>
                    <a:lnTo>
                      <a:pt x="0" y="86"/>
                    </a:lnTo>
                    <a:lnTo>
                      <a:pt x="0" y="86"/>
                    </a:lnTo>
                    <a:lnTo>
                      <a:pt x="0" y="86"/>
                    </a:lnTo>
                    <a:lnTo>
                      <a:pt x="0" y="86"/>
                    </a:lnTo>
                    <a:lnTo>
                      <a:pt x="0" y="86"/>
                    </a:lnTo>
                    <a:lnTo>
                      <a:pt x="0" y="86"/>
                    </a:lnTo>
                    <a:lnTo>
                      <a:pt x="0" y="86"/>
                    </a:lnTo>
                    <a:lnTo>
                      <a:pt x="4" y="86"/>
                    </a:lnTo>
                    <a:lnTo>
                      <a:pt x="4" y="86"/>
                    </a:lnTo>
                    <a:lnTo>
                      <a:pt x="4" y="86"/>
                    </a:lnTo>
                    <a:lnTo>
                      <a:pt x="4" y="86"/>
                    </a:lnTo>
                    <a:lnTo>
                      <a:pt x="4" y="82"/>
                    </a:lnTo>
                    <a:lnTo>
                      <a:pt x="4" y="82"/>
                    </a:lnTo>
                    <a:lnTo>
                      <a:pt x="4" y="82"/>
                    </a:lnTo>
                    <a:lnTo>
                      <a:pt x="8" y="82"/>
                    </a:lnTo>
                    <a:lnTo>
                      <a:pt x="8" y="86"/>
                    </a:lnTo>
                    <a:lnTo>
                      <a:pt x="8" y="86"/>
                    </a:lnTo>
                    <a:lnTo>
                      <a:pt x="4" y="86"/>
                    </a:lnTo>
                    <a:lnTo>
                      <a:pt x="4" y="86"/>
                    </a:lnTo>
                    <a:lnTo>
                      <a:pt x="4" y="86"/>
                    </a:lnTo>
                    <a:lnTo>
                      <a:pt x="4" y="86"/>
                    </a:lnTo>
                    <a:lnTo>
                      <a:pt x="4" y="86"/>
                    </a:lnTo>
                    <a:lnTo>
                      <a:pt x="4" y="86"/>
                    </a:lnTo>
                    <a:lnTo>
                      <a:pt x="4" y="86"/>
                    </a:lnTo>
                    <a:lnTo>
                      <a:pt x="4" y="86"/>
                    </a:lnTo>
                    <a:lnTo>
                      <a:pt x="4" y="86"/>
                    </a:lnTo>
                    <a:lnTo>
                      <a:pt x="4" y="86"/>
                    </a:lnTo>
                    <a:lnTo>
                      <a:pt x="4" y="86"/>
                    </a:lnTo>
                    <a:close/>
                    <a:moveTo>
                      <a:pt x="134" y="4"/>
                    </a:moveTo>
                    <a:lnTo>
                      <a:pt x="134" y="4"/>
                    </a:lnTo>
                    <a:lnTo>
                      <a:pt x="134" y="4"/>
                    </a:lnTo>
                    <a:lnTo>
                      <a:pt x="134" y="4"/>
                    </a:lnTo>
                    <a:lnTo>
                      <a:pt x="130" y="4"/>
                    </a:lnTo>
                    <a:lnTo>
                      <a:pt x="130" y="0"/>
                    </a:lnTo>
                    <a:lnTo>
                      <a:pt x="130" y="0"/>
                    </a:lnTo>
                    <a:lnTo>
                      <a:pt x="134" y="0"/>
                    </a:lnTo>
                    <a:lnTo>
                      <a:pt x="134" y="4"/>
                    </a:lnTo>
                    <a:lnTo>
                      <a:pt x="134" y="4"/>
                    </a:lnTo>
                    <a:lnTo>
                      <a:pt x="134" y="4"/>
                    </a:lnTo>
                    <a:lnTo>
                      <a:pt x="134" y="4"/>
                    </a:lnTo>
                    <a:lnTo>
                      <a:pt x="134" y="4"/>
                    </a:lnTo>
                    <a:lnTo>
                      <a:pt x="13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3" name="Freeform 167"/>
              <p:cNvSpPr>
                <a:spLocks noEditPoints="1"/>
              </p:cNvSpPr>
              <p:nvPr/>
            </p:nvSpPr>
            <p:spPr bwMode="gray">
              <a:xfrm>
                <a:off x="4476451" y="4224016"/>
                <a:ext cx="69571" cy="93920"/>
              </a:xfrm>
              <a:custGeom>
                <a:avLst/>
                <a:gdLst>
                  <a:gd name="T0" fmla="*/ 22 w 40"/>
                  <a:gd name="T1" fmla="*/ 50 h 54"/>
                  <a:gd name="T2" fmla="*/ 18 w 40"/>
                  <a:gd name="T3" fmla="*/ 50 h 54"/>
                  <a:gd name="T4" fmla="*/ 10 w 40"/>
                  <a:gd name="T5" fmla="*/ 46 h 54"/>
                  <a:gd name="T6" fmla="*/ 10 w 40"/>
                  <a:gd name="T7" fmla="*/ 42 h 54"/>
                  <a:gd name="T8" fmla="*/ 10 w 40"/>
                  <a:gd name="T9" fmla="*/ 42 h 54"/>
                  <a:gd name="T10" fmla="*/ 14 w 40"/>
                  <a:gd name="T11" fmla="*/ 42 h 54"/>
                  <a:gd name="T12" fmla="*/ 10 w 40"/>
                  <a:gd name="T13" fmla="*/ 42 h 54"/>
                  <a:gd name="T14" fmla="*/ 6 w 40"/>
                  <a:gd name="T15" fmla="*/ 38 h 54"/>
                  <a:gd name="T16" fmla="*/ 4 w 40"/>
                  <a:gd name="T17" fmla="*/ 34 h 54"/>
                  <a:gd name="T18" fmla="*/ 4 w 40"/>
                  <a:gd name="T19" fmla="*/ 30 h 54"/>
                  <a:gd name="T20" fmla="*/ 4 w 40"/>
                  <a:gd name="T21" fmla="*/ 30 h 54"/>
                  <a:gd name="T22" fmla="*/ 0 w 40"/>
                  <a:gd name="T23" fmla="*/ 26 h 54"/>
                  <a:gd name="T24" fmla="*/ 0 w 40"/>
                  <a:gd name="T25" fmla="*/ 26 h 54"/>
                  <a:gd name="T26" fmla="*/ 0 w 40"/>
                  <a:gd name="T27" fmla="*/ 26 h 54"/>
                  <a:gd name="T28" fmla="*/ 4 w 40"/>
                  <a:gd name="T29" fmla="*/ 22 h 54"/>
                  <a:gd name="T30" fmla="*/ 4 w 40"/>
                  <a:gd name="T31" fmla="*/ 22 h 54"/>
                  <a:gd name="T32" fmla="*/ 0 w 40"/>
                  <a:gd name="T33" fmla="*/ 22 h 54"/>
                  <a:gd name="T34" fmla="*/ 0 w 40"/>
                  <a:gd name="T35" fmla="*/ 20 h 54"/>
                  <a:gd name="T36" fmla="*/ 0 w 40"/>
                  <a:gd name="T37" fmla="*/ 16 h 54"/>
                  <a:gd name="T38" fmla="*/ 0 w 40"/>
                  <a:gd name="T39" fmla="*/ 16 h 54"/>
                  <a:gd name="T40" fmla="*/ 0 w 40"/>
                  <a:gd name="T41" fmla="*/ 16 h 54"/>
                  <a:gd name="T42" fmla="*/ 4 w 40"/>
                  <a:gd name="T43" fmla="*/ 12 h 54"/>
                  <a:gd name="T44" fmla="*/ 4 w 40"/>
                  <a:gd name="T45" fmla="*/ 12 h 54"/>
                  <a:gd name="T46" fmla="*/ 6 w 40"/>
                  <a:gd name="T47" fmla="*/ 8 h 54"/>
                  <a:gd name="T48" fmla="*/ 6 w 40"/>
                  <a:gd name="T49" fmla="*/ 4 h 54"/>
                  <a:gd name="T50" fmla="*/ 14 w 40"/>
                  <a:gd name="T51" fmla="*/ 0 h 54"/>
                  <a:gd name="T52" fmla="*/ 14 w 40"/>
                  <a:gd name="T53" fmla="*/ 0 h 54"/>
                  <a:gd name="T54" fmla="*/ 22 w 40"/>
                  <a:gd name="T55" fmla="*/ 0 h 54"/>
                  <a:gd name="T56" fmla="*/ 26 w 40"/>
                  <a:gd name="T57" fmla="*/ 0 h 54"/>
                  <a:gd name="T58" fmla="*/ 30 w 40"/>
                  <a:gd name="T59" fmla="*/ 4 h 54"/>
                  <a:gd name="T60" fmla="*/ 34 w 40"/>
                  <a:gd name="T61" fmla="*/ 8 h 54"/>
                  <a:gd name="T62" fmla="*/ 36 w 40"/>
                  <a:gd name="T63" fmla="*/ 12 h 54"/>
                  <a:gd name="T64" fmla="*/ 34 w 40"/>
                  <a:gd name="T65" fmla="*/ 16 h 54"/>
                  <a:gd name="T66" fmla="*/ 36 w 40"/>
                  <a:gd name="T67" fmla="*/ 16 h 54"/>
                  <a:gd name="T68" fmla="*/ 36 w 40"/>
                  <a:gd name="T69" fmla="*/ 20 h 54"/>
                  <a:gd name="T70" fmla="*/ 36 w 40"/>
                  <a:gd name="T71" fmla="*/ 22 h 54"/>
                  <a:gd name="T72" fmla="*/ 36 w 40"/>
                  <a:gd name="T73" fmla="*/ 26 h 54"/>
                  <a:gd name="T74" fmla="*/ 40 w 40"/>
                  <a:gd name="T75" fmla="*/ 26 h 54"/>
                  <a:gd name="T76" fmla="*/ 40 w 40"/>
                  <a:gd name="T77" fmla="*/ 30 h 54"/>
                  <a:gd name="T78" fmla="*/ 36 w 40"/>
                  <a:gd name="T79" fmla="*/ 30 h 54"/>
                  <a:gd name="T80" fmla="*/ 36 w 40"/>
                  <a:gd name="T81" fmla="*/ 34 h 54"/>
                  <a:gd name="T82" fmla="*/ 34 w 40"/>
                  <a:gd name="T83" fmla="*/ 38 h 54"/>
                  <a:gd name="T84" fmla="*/ 34 w 40"/>
                  <a:gd name="T85" fmla="*/ 42 h 54"/>
                  <a:gd name="T86" fmla="*/ 30 w 40"/>
                  <a:gd name="T87" fmla="*/ 46 h 54"/>
                  <a:gd name="T88" fmla="*/ 30 w 40"/>
                  <a:gd name="T89" fmla="*/ 46 h 54"/>
                  <a:gd name="T90" fmla="*/ 26 w 40"/>
                  <a:gd name="T91" fmla="*/ 50 h 54"/>
                  <a:gd name="T92" fmla="*/ 26 w 40"/>
                  <a:gd name="T93" fmla="*/ 54 h 54"/>
                  <a:gd name="T94" fmla="*/ 22 w 40"/>
                  <a:gd name="T95" fmla="*/ 54 h 54"/>
                  <a:gd name="T96" fmla="*/ 6 w 40"/>
                  <a:gd name="T97" fmla="*/ 38 h 54"/>
                  <a:gd name="T98" fmla="*/ 10 w 40"/>
                  <a:gd name="T99" fmla="*/ 42 h 54"/>
                  <a:gd name="T100" fmla="*/ 6 w 40"/>
                  <a:gd name="T101" fmla="*/ 42 h 54"/>
                  <a:gd name="T102" fmla="*/ 6 w 40"/>
                  <a:gd name="T103" fmla="*/ 42 h 54"/>
                  <a:gd name="T104" fmla="*/ 6 w 40"/>
                  <a:gd name="T105" fmla="*/ 42 h 54"/>
                  <a:gd name="T106" fmla="*/ 4 w 40"/>
                  <a:gd name="T107" fmla="*/ 4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0" h="54">
                    <a:moveTo>
                      <a:pt x="22" y="54"/>
                    </a:moveTo>
                    <a:lnTo>
                      <a:pt x="22" y="54"/>
                    </a:lnTo>
                    <a:lnTo>
                      <a:pt x="22" y="54"/>
                    </a:lnTo>
                    <a:lnTo>
                      <a:pt x="22" y="50"/>
                    </a:lnTo>
                    <a:lnTo>
                      <a:pt x="22" y="50"/>
                    </a:lnTo>
                    <a:lnTo>
                      <a:pt x="18" y="50"/>
                    </a:lnTo>
                    <a:lnTo>
                      <a:pt x="18" y="50"/>
                    </a:lnTo>
                    <a:lnTo>
                      <a:pt x="18" y="50"/>
                    </a:lnTo>
                    <a:lnTo>
                      <a:pt x="18" y="50"/>
                    </a:lnTo>
                    <a:lnTo>
                      <a:pt x="10" y="46"/>
                    </a:lnTo>
                    <a:lnTo>
                      <a:pt x="10" y="46"/>
                    </a:lnTo>
                    <a:lnTo>
                      <a:pt x="10" y="46"/>
                    </a:lnTo>
                    <a:lnTo>
                      <a:pt x="10" y="46"/>
                    </a:lnTo>
                    <a:lnTo>
                      <a:pt x="10" y="46"/>
                    </a:lnTo>
                    <a:lnTo>
                      <a:pt x="10" y="42"/>
                    </a:lnTo>
                    <a:lnTo>
                      <a:pt x="10" y="42"/>
                    </a:lnTo>
                    <a:lnTo>
                      <a:pt x="10" y="42"/>
                    </a:lnTo>
                    <a:lnTo>
                      <a:pt x="10" y="42"/>
                    </a:lnTo>
                    <a:lnTo>
                      <a:pt x="10" y="42"/>
                    </a:lnTo>
                    <a:lnTo>
                      <a:pt x="10" y="42"/>
                    </a:lnTo>
                    <a:lnTo>
                      <a:pt x="14" y="42"/>
                    </a:lnTo>
                    <a:lnTo>
                      <a:pt x="14" y="42"/>
                    </a:lnTo>
                    <a:lnTo>
                      <a:pt x="14" y="42"/>
                    </a:lnTo>
                    <a:lnTo>
                      <a:pt x="14" y="42"/>
                    </a:lnTo>
                    <a:lnTo>
                      <a:pt x="10" y="42"/>
                    </a:lnTo>
                    <a:lnTo>
                      <a:pt x="10" y="42"/>
                    </a:lnTo>
                    <a:lnTo>
                      <a:pt x="10" y="42"/>
                    </a:lnTo>
                    <a:lnTo>
                      <a:pt x="10" y="42"/>
                    </a:lnTo>
                    <a:lnTo>
                      <a:pt x="10" y="42"/>
                    </a:lnTo>
                    <a:lnTo>
                      <a:pt x="6" y="38"/>
                    </a:lnTo>
                    <a:lnTo>
                      <a:pt x="6" y="38"/>
                    </a:lnTo>
                    <a:lnTo>
                      <a:pt x="6" y="38"/>
                    </a:lnTo>
                    <a:lnTo>
                      <a:pt x="6" y="38"/>
                    </a:lnTo>
                    <a:lnTo>
                      <a:pt x="4" y="38"/>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26"/>
                    </a:lnTo>
                    <a:lnTo>
                      <a:pt x="0" y="26"/>
                    </a:lnTo>
                    <a:lnTo>
                      <a:pt x="0" y="26"/>
                    </a:lnTo>
                    <a:lnTo>
                      <a:pt x="0" y="26"/>
                    </a:lnTo>
                    <a:lnTo>
                      <a:pt x="0" y="26"/>
                    </a:lnTo>
                    <a:lnTo>
                      <a:pt x="0" y="26"/>
                    </a:lnTo>
                    <a:lnTo>
                      <a:pt x="0" y="26"/>
                    </a:lnTo>
                    <a:lnTo>
                      <a:pt x="4" y="26"/>
                    </a:lnTo>
                    <a:lnTo>
                      <a:pt x="4" y="26"/>
                    </a:lnTo>
                    <a:lnTo>
                      <a:pt x="0" y="26"/>
                    </a:lnTo>
                    <a:lnTo>
                      <a:pt x="0" y="26"/>
                    </a:lnTo>
                    <a:lnTo>
                      <a:pt x="0" y="26"/>
                    </a:lnTo>
                    <a:lnTo>
                      <a:pt x="0" y="26"/>
                    </a:lnTo>
                    <a:lnTo>
                      <a:pt x="4" y="22"/>
                    </a:lnTo>
                    <a:lnTo>
                      <a:pt x="4" y="22"/>
                    </a:lnTo>
                    <a:lnTo>
                      <a:pt x="4" y="22"/>
                    </a:lnTo>
                    <a:lnTo>
                      <a:pt x="4" y="22"/>
                    </a:lnTo>
                    <a:lnTo>
                      <a:pt x="4" y="22"/>
                    </a:lnTo>
                    <a:lnTo>
                      <a:pt x="4" y="22"/>
                    </a:lnTo>
                    <a:lnTo>
                      <a:pt x="0" y="22"/>
                    </a:lnTo>
                    <a:lnTo>
                      <a:pt x="0" y="22"/>
                    </a:lnTo>
                    <a:lnTo>
                      <a:pt x="0" y="22"/>
                    </a:lnTo>
                    <a:lnTo>
                      <a:pt x="0" y="22"/>
                    </a:lnTo>
                    <a:lnTo>
                      <a:pt x="0" y="22"/>
                    </a:lnTo>
                    <a:lnTo>
                      <a:pt x="0" y="20"/>
                    </a:lnTo>
                    <a:lnTo>
                      <a:pt x="0" y="20"/>
                    </a:lnTo>
                    <a:lnTo>
                      <a:pt x="0" y="20"/>
                    </a:lnTo>
                    <a:lnTo>
                      <a:pt x="0" y="20"/>
                    </a:lnTo>
                    <a:lnTo>
                      <a:pt x="0" y="20"/>
                    </a:lnTo>
                    <a:lnTo>
                      <a:pt x="0" y="16"/>
                    </a:lnTo>
                    <a:lnTo>
                      <a:pt x="0" y="16"/>
                    </a:lnTo>
                    <a:lnTo>
                      <a:pt x="0" y="16"/>
                    </a:lnTo>
                    <a:lnTo>
                      <a:pt x="0" y="16"/>
                    </a:lnTo>
                    <a:lnTo>
                      <a:pt x="0" y="16"/>
                    </a:lnTo>
                    <a:lnTo>
                      <a:pt x="0" y="16"/>
                    </a:lnTo>
                    <a:lnTo>
                      <a:pt x="0" y="16"/>
                    </a:lnTo>
                    <a:lnTo>
                      <a:pt x="0" y="16"/>
                    </a:lnTo>
                    <a:lnTo>
                      <a:pt x="0" y="16"/>
                    </a:lnTo>
                    <a:lnTo>
                      <a:pt x="0" y="16"/>
                    </a:lnTo>
                    <a:lnTo>
                      <a:pt x="4" y="16"/>
                    </a:lnTo>
                    <a:lnTo>
                      <a:pt x="4" y="16"/>
                    </a:lnTo>
                    <a:lnTo>
                      <a:pt x="4" y="12"/>
                    </a:lnTo>
                    <a:lnTo>
                      <a:pt x="4" y="12"/>
                    </a:lnTo>
                    <a:lnTo>
                      <a:pt x="4" y="12"/>
                    </a:lnTo>
                    <a:lnTo>
                      <a:pt x="4" y="12"/>
                    </a:lnTo>
                    <a:lnTo>
                      <a:pt x="4" y="12"/>
                    </a:lnTo>
                    <a:lnTo>
                      <a:pt x="4" y="12"/>
                    </a:lnTo>
                    <a:lnTo>
                      <a:pt x="4" y="12"/>
                    </a:lnTo>
                    <a:lnTo>
                      <a:pt x="6" y="8"/>
                    </a:lnTo>
                    <a:lnTo>
                      <a:pt x="6" y="8"/>
                    </a:lnTo>
                    <a:lnTo>
                      <a:pt x="6" y="8"/>
                    </a:lnTo>
                    <a:lnTo>
                      <a:pt x="6" y="4"/>
                    </a:lnTo>
                    <a:lnTo>
                      <a:pt x="6" y="4"/>
                    </a:lnTo>
                    <a:lnTo>
                      <a:pt x="6" y="4"/>
                    </a:lnTo>
                    <a:lnTo>
                      <a:pt x="10" y="0"/>
                    </a:lnTo>
                    <a:lnTo>
                      <a:pt x="10" y="0"/>
                    </a:lnTo>
                    <a:lnTo>
                      <a:pt x="14" y="0"/>
                    </a:lnTo>
                    <a:lnTo>
                      <a:pt x="14" y="0"/>
                    </a:lnTo>
                    <a:lnTo>
                      <a:pt x="14" y="0"/>
                    </a:lnTo>
                    <a:lnTo>
                      <a:pt x="14" y="0"/>
                    </a:lnTo>
                    <a:lnTo>
                      <a:pt x="14" y="0"/>
                    </a:lnTo>
                    <a:lnTo>
                      <a:pt x="14" y="0"/>
                    </a:lnTo>
                    <a:lnTo>
                      <a:pt x="18" y="0"/>
                    </a:lnTo>
                    <a:lnTo>
                      <a:pt x="18" y="0"/>
                    </a:lnTo>
                    <a:lnTo>
                      <a:pt x="18" y="0"/>
                    </a:lnTo>
                    <a:lnTo>
                      <a:pt x="22" y="0"/>
                    </a:lnTo>
                    <a:lnTo>
                      <a:pt x="22" y="0"/>
                    </a:lnTo>
                    <a:lnTo>
                      <a:pt x="22" y="0"/>
                    </a:lnTo>
                    <a:lnTo>
                      <a:pt x="26" y="0"/>
                    </a:lnTo>
                    <a:lnTo>
                      <a:pt x="26" y="0"/>
                    </a:lnTo>
                    <a:lnTo>
                      <a:pt x="30" y="0"/>
                    </a:lnTo>
                    <a:lnTo>
                      <a:pt x="30" y="0"/>
                    </a:lnTo>
                    <a:lnTo>
                      <a:pt x="30" y="0"/>
                    </a:lnTo>
                    <a:lnTo>
                      <a:pt x="30" y="4"/>
                    </a:lnTo>
                    <a:lnTo>
                      <a:pt x="30" y="4"/>
                    </a:lnTo>
                    <a:lnTo>
                      <a:pt x="30" y="4"/>
                    </a:lnTo>
                    <a:lnTo>
                      <a:pt x="34" y="4"/>
                    </a:lnTo>
                    <a:lnTo>
                      <a:pt x="34" y="8"/>
                    </a:lnTo>
                    <a:lnTo>
                      <a:pt x="34" y="8"/>
                    </a:lnTo>
                    <a:lnTo>
                      <a:pt x="34" y="12"/>
                    </a:lnTo>
                    <a:lnTo>
                      <a:pt x="36" y="12"/>
                    </a:lnTo>
                    <a:lnTo>
                      <a:pt x="36" y="12"/>
                    </a:lnTo>
                    <a:lnTo>
                      <a:pt x="34" y="12"/>
                    </a:lnTo>
                    <a:lnTo>
                      <a:pt x="34" y="12"/>
                    </a:lnTo>
                    <a:lnTo>
                      <a:pt x="34" y="16"/>
                    </a:lnTo>
                    <a:lnTo>
                      <a:pt x="34" y="16"/>
                    </a:lnTo>
                    <a:lnTo>
                      <a:pt x="34" y="16"/>
                    </a:lnTo>
                    <a:lnTo>
                      <a:pt x="36" y="16"/>
                    </a:lnTo>
                    <a:lnTo>
                      <a:pt x="36" y="16"/>
                    </a:lnTo>
                    <a:lnTo>
                      <a:pt x="36" y="16"/>
                    </a:lnTo>
                    <a:lnTo>
                      <a:pt x="36" y="16"/>
                    </a:lnTo>
                    <a:lnTo>
                      <a:pt x="36" y="16"/>
                    </a:lnTo>
                    <a:lnTo>
                      <a:pt x="36" y="20"/>
                    </a:lnTo>
                    <a:lnTo>
                      <a:pt x="36" y="20"/>
                    </a:lnTo>
                    <a:lnTo>
                      <a:pt x="36" y="20"/>
                    </a:lnTo>
                    <a:lnTo>
                      <a:pt x="36" y="22"/>
                    </a:lnTo>
                    <a:lnTo>
                      <a:pt x="36" y="22"/>
                    </a:lnTo>
                    <a:lnTo>
                      <a:pt x="36" y="22"/>
                    </a:lnTo>
                    <a:lnTo>
                      <a:pt x="34" y="26"/>
                    </a:lnTo>
                    <a:lnTo>
                      <a:pt x="34" y="26"/>
                    </a:lnTo>
                    <a:lnTo>
                      <a:pt x="36" y="26"/>
                    </a:lnTo>
                    <a:lnTo>
                      <a:pt x="36" y="26"/>
                    </a:lnTo>
                    <a:lnTo>
                      <a:pt x="36" y="26"/>
                    </a:lnTo>
                    <a:lnTo>
                      <a:pt x="36" y="26"/>
                    </a:lnTo>
                    <a:lnTo>
                      <a:pt x="36" y="26"/>
                    </a:lnTo>
                    <a:lnTo>
                      <a:pt x="40" y="26"/>
                    </a:lnTo>
                    <a:lnTo>
                      <a:pt x="40" y="22"/>
                    </a:lnTo>
                    <a:lnTo>
                      <a:pt x="40" y="26"/>
                    </a:lnTo>
                    <a:lnTo>
                      <a:pt x="40" y="26"/>
                    </a:lnTo>
                    <a:lnTo>
                      <a:pt x="40" y="30"/>
                    </a:lnTo>
                    <a:lnTo>
                      <a:pt x="40" y="30"/>
                    </a:lnTo>
                    <a:lnTo>
                      <a:pt x="40" y="30"/>
                    </a:lnTo>
                    <a:lnTo>
                      <a:pt x="36" y="30"/>
                    </a:lnTo>
                    <a:lnTo>
                      <a:pt x="36" y="30"/>
                    </a:lnTo>
                    <a:lnTo>
                      <a:pt x="36" y="30"/>
                    </a:lnTo>
                    <a:lnTo>
                      <a:pt x="36" y="30"/>
                    </a:lnTo>
                    <a:lnTo>
                      <a:pt x="36" y="34"/>
                    </a:lnTo>
                    <a:lnTo>
                      <a:pt x="36" y="34"/>
                    </a:lnTo>
                    <a:lnTo>
                      <a:pt x="36" y="38"/>
                    </a:lnTo>
                    <a:lnTo>
                      <a:pt x="36" y="38"/>
                    </a:lnTo>
                    <a:lnTo>
                      <a:pt x="34" y="38"/>
                    </a:lnTo>
                    <a:lnTo>
                      <a:pt x="34" y="38"/>
                    </a:lnTo>
                    <a:lnTo>
                      <a:pt x="34" y="38"/>
                    </a:lnTo>
                    <a:lnTo>
                      <a:pt x="34" y="38"/>
                    </a:lnTo>
                    <a:lnTo>
                      <a:pt x="34" y="42"/>
                    </a:lnTo>
                    <a:lnTo>
                      <a:pt x="34" y="42"/>
                    </a:lnTo>
                    <a:lnTo>
                      <a:pt x="34" y="42"/>
                    </a:lnTo>
                    <a:lnTo>
                      <a:pt x="34" y="42"/>
                    </a:lnTo>
                    <a:lnTo>
                      <a:pt x="34" y="42"/>
                    </a:lnTo>
                    <a:lnTo>
                      <a:pt x="30" y="46"/>
                    </a:lnTo>
                    <a:lnTo>
                      <a:pt x="30" y="46"/>
                    </a:lnTo>
                    <a:lnTo>
                      <a:pt x="30" y="46"/>
                    </a:lnTo>
                    <a:lnTo>
                      <a:pt x="30" y="46"/>
                    </a:lnTo>
                    <a:lnTo>
                      <a:pt x="30" y="46"/>
                    </a:lnTo>
                    <a:lnTo>
                      <a:pt x="26" y="46"/>
                    </a:lnTo>
                    <a:lnTo>
                      <a:pt x="26" y="46"/>
                    </a:lnTo>
                    <a:lnTo>
                      <a:pt x="26" y="46"/>
                    </a:lnTo>
                    <a:lnTo>
                      <a:pt x="26" y="50"/>
                    </a:lnTo>
                    <a:lnTo>
                      <a:pt x="26" y="50"/>
                    </a:lnTo>
                    <a:lnTo>
                      <a:pt x="26" y="50"/>
                    </a:lnTo>
                    <a:lnTo>
                      <a:pt x="26" y="50"/>
                    </a:lnTo>
                    <a:lnTo>
                      <a:pt x="26" y="54"/>
                    </a:lnTo>
                    <a:lnTo>
                      <a:pt x="22" y="54"/>
                    </a:lnTo>
                    <a:lnTo>
                      <a:pt x="22" y="54"/>
                    </a:lnTo>
                    <a:lnTo>
                      <a:pt x="22" y="54"/>
                    </a:lnTo>
                    <a:lnTo>
                      <a:pt x="22" y="54"/>
                    </a:lnTo>
                    <a:close/>
                    <a:moveTo>
                      <a:pt x="4" y="42"/>
                    </a:moveTo>
                    <a:lnTo>
                      <a:pt x="6" y="38"/>
                    </a:lnTo>
                    <a:lnTo>
                      <a:pt x="6" y="38"/>
                    </a:lnTo>
                    <a:lnTo>
                      <a:pt x="6" y="38"/>
                    </a:lnTo>
                    <a:lnTo>
                      <a:pt x="6" y="38"/>
                    </a:lnTo>
                    <a:lnTo>
                      <a:pt x="6" y="38"/>
                    </a:lnTo>
                    <a:lnTo>
                      <a:pt x="6" y="42"/>
                    </a:lnTo>
                    <a:lnTo>
                      <a:pt x="10" y="42"/>
                    </a:lnTo>
                    <a:lnTo>
                      <a:pt x="10" y="42"/>
                    </a:lnTo>
                    <a:lnTo>
                      <a:pt x="6" y="42"/>
                    </a:lnTo>
                    <a:lnTo>
                      <a:pt x="6" y="42"/>
                    </a:lnTo>
                    <a:lnTo>
                      <a:pt x="6" y="42"/>
                    </a:lnTo>
                    <a:lnTo>
                      <a:pt x="6" y="42"/>
                    </a:lnTo>
                    <a:lnTo>
                      <a:pt x="6" y="42"/>
                    </a:lnTo>
                    <a:lnTo>
                      <a:pt x="6" y="42"/>
                    </a:lnTo>
                    <a:lnTo>
                      <a:pt x="6" y="42"/>
                    </a:lnTo>
                    <a:lnTo>
                      <a:pt x="6" y="42"/>
                    </a:lnTo>
                    <a:lnTo>
                      <a:pt x="6" y="42"/>
                    </a:lnTo>
                    <a:lnTo>
                      <a:pt x="6" y="42"/>
                    </a:lnTo>
                    <a:lnTo>
                      <a:pt x="6" y="42"/>
                    </a:lnTo>
                    <a:lnTo>
                      <a:pt x="4" y="42"/>
                    </a:lnTo>
                    <a:lnTo>
                      <a:pt x="4" y="42"/>
                    </a:lnTo>
                    <a:lnTo>
                      <a:pt x="4" y="42"/>
                    </a:lnTo>
                    <a:lnTo>
                      <a:pt x="4" y="42"/>
                    </a:lnTo>
                    <a:lnTo>
                      <a:pt x="4" y="42"/>
                    </a:lnTo>
                    <a:lnTo>
                      <a:pt x="4" y="4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4" name="Freeform 168"/>
              <p:cNvSpPr>
                <a:spLocks/>
              </p:cNvSpPr>
              <p:nvPr/>
            </p:nvSpPr>
            <p:spPr bwMode="gray">
              <a:xfrm>
                <a:off x="5812206" y="4157926"/>
                <a:ext cx="250454" cy="410463"/>
              </a:xfrm>
              <a:custGeom>
                <a:avLst/>
                <a:gdLst>
                  <a:gd name="T0" fmla="*/ 78 w 144"/>
                  <a:gd name="T1" fmla="*/ 24 h 236"/>
                  <a:gd name="T2" fmla="*/ 92 w 144"/>
                  <a:gd name="T3" fmla="*/ 16 h 236"/>
                  <a:gd name="T4" fmla="*/ 108 w 144"/>
                  <a:gd name="T5" fmla="*/ 12 h 236"/>
                  <a:gd name="T6" fmla="*/ 118 w 144"/>
                  <a:gd name="T7" fmla="*/ 12 h 236"/>
                  <a:gd name="T8" fmla="*/ 134 w 144"/>
                  <a:gd name="T9" fmla="*/ 8 h 236"/>
                  <a:gd name="T10" fmla="*/ 140 w 144"/>
                  <a:gd name="T11" fmla="*/ 4 h 236"/>
                  <a:gd name="T12" fmla="*/ 140 w 144"/>
                  <a:gd name="T13" fmla="*/ 16 h 236"/>
                  <a:gd name="T14" fmla="*/ 140 w 144"/>
                  <a:gd name="T15" fmla="*/ 30 h 236"/>
                  <a:gd name="T16" fmla="*/ 140 w 144"/>
                  <a:gd name="T17" fmla="*/ 30 h 236"/>
                  <a:gd name="T18" fmla="*/ 136 w 144"/>
                  <a:gd name="T19" fmla="*/ 46 h 236"/>
                  <a:gd name="T20" fmla="*/ 130 w 144"/>
                  <a:gd name="T21" fmla="*/ 58 h 236"/>
                  <a:gd name="T22" fmla="*/ 126 w 144"/>
                  <a:gd name="T23" fmla="*/ 68 h 236"/>
                  <a:gd name="T24" fmla="*/ 122 w 144"/>
                  <a:gd name="T25" fmla="*/ 80 h 236"/>
                  <a:gd name="T26" fmla="*/ 114 w 144"/>
                  <a:gd name="T27" fmla="*/ 88 h 236"/>
                  <a:gd name="T28" fmla="*/ 110 w 144"/>
                  <a:gd name="T29" fmla="*/ 102 h 236"/>
                  <a:gd name="T30" fmla="*/ 104 w 144"/>
                  <a:gd name="T31" fmla="*/ 120 h 236"/>
                  <a:gd name="T32" fmla="*/ 96 w 144"/>
                  <a:gd name="T33" fmla="*/ 128 h 236"/>
                  <a:gd name="T34" fmla="*/ 88 w 144"/>
                  <a:gd name="T35" fmla="*/ 140 h 236"/>
                  <a:gd name="T36" fmla="*/ 82 w 144"/>
                  <a:gd name="T37" fmla="*/ 150 h 236"/>
                  <a:gd name="T38" fmla="*/ 74 w 144"/>
                  <a:gd name="T39" fmla="*/ 162 h 236"/>
                  <a:gd name="T40" fmla="*/ 62 w 144"/>
                  <a:gd name="T41" fmla="*/ 170 h 236"/>
                  <a:gd name="T42" fmla="*/ 56 w 144"/>
                  <a:gd name="T43" fmla="*/ 176 h 236"/>
                  <a:gd name="T44" fmla="*/ 44 w 144"/>
                  <a:gd name="T45" fmla="*/ 188 h 236"/>
                  <a:gd name="T46" fmla="*/ 36 w 144"/>
                  <a:gd name="T47" fmla="*/ 196 h 236"/>
                  <a:gd name="T48" fmla="*/ 26 w 144"/>
                  <a:gd name="T49" fmla="*/ 206 h 236"/>
                  <a:gd name="T50" fmla="*/ 18 w 144"/>
                  <a:gd name="T51" fmla="*/ 214 h 236"/>
                  <a:gd name="T52" fmla="*/ 10 w 144"/>
                  <a:gd name="T53" fmla="*/ 226 h 236"/>
                  <a:gd name="T54" fmla="*/ 6 w 144"/>
                  <a:gd name="T55" fmla="*/ 236 h 236"/>
                  <a:gd name="T56" fmla="*/ 0 w 144"/>
                  <a:gd name="T57" fmla="*/ 206 h 236"/>
                  <a:gd name="T58" fmla="*/ 4 w 144"/>
                  <a:gd name="T59" fmla="*/ 154 h 236"/>
                  <a:gd name="T60" fmla="*/ 14 w 144"/>
                  <a:gd name="T61" fmla="*/ 136 h 236"/>
                  <a:gd name="T62" fmla="*/ 26 w 144"/>
                  <a:gd name="T63" fmla="*/ 132 h 236"/>
                  <a:gd name="T64" fmla="*/ 32 w 144"/>
                  <a:gd name="T65" fmla="*/ 124 h 236"/>
                  <a:gd name="T66" fmla="*/ 48 w 144"/>
                  <a:gd name="T67" fmla="*/ 124 h 236"/>
                  <a:gd name="T68" fmla="*/ 62 w 144"/>
                  <a:gd name="T69" fmla="*/ 114 h 236"/>
                  <a:gd name="T70" fmla="*/ 70 w 144"/>
                  <a:gd name="T71" fmla="*/ 102 h 236"/>
                  <a:gd name="T72" fmla="*/ 92 w 144"/>
                  <a:gd name="T73" fmla="*/ 76 h 236"/>
                  <a:gd name="T74" fmla="*/ 82 w 144"/>
                  <a:gd name="T75" fmla="*/ 72 h 236"/>
                  <a:gd name="T76" fmla="*/ 70 w 144"/>
                  <a:gd name="T77" fmla="*/ 64 h 236"/>
                  <a:gd name="T78" fmla="*/ 48 w 144"/>
                  <a:gd name="T79" fmla="*/ 58 h 236"/>
                  <a:gd name="T80" fmla="*/ 32 w 144"/>
                  <a:gd name="T81" fmla="*/ 46 h 236"/>
                  <a:gd name="T82" fmla="*/ 26 w 144"/>
                  <a:gd name="T83" fmla="*/ 34 h 236"/>
                  <a:gd name="T84" fmla="*/ 26 w 144"/>
                  <a:gd name="T85" fmla="*/ 24 h 236"/>
                  <a:gd name="T86" fmla="*/ 30 w 144"/>
                  <a:gd name="T87" fmla="*/ 12 h 236"/>
                  <a:gd name="T88" fmla="*/ 36 w 144"/>
                  <a:gd name="T89" fmla="*/ 24 h 236"/>
                  <a:gd name="T90" fmla="*/ 48 w 144"/>
                  <a:gd name="T91" fmla="*/ 30 h 236"/>
                  <a:gd name="T92" fmla="*/ 56 w 144"/>
                  <a:gd name="T93" fmla="*/ 28 h 236"/>
                  <a:gd name="T94" fmla="*/ 62 w 144"/>
                  <a:gd name="T95" fmla="*/ 24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4" h="236">
                    <a:moveTo>
                      <a:pt x="66" y="24"/>
                    </a:moveTo>
                    <a:lnTo>
                      <a:pt x="70" y="24"/>
                    </a:lnTo>
                    <a:lnTo>
                      <a:pt x="74" y="24"/>
                    </a:lnTo>
                    <a:lnTo>
                      <a:pt x="78" y="24"/>
                    </a:lnTo>
                    <a:lnTo>
                      <a:pt x="82" y="20"/>
                    </a:lnTo>
                    <a:lnTo>
                      <a:pt x="84" y="20"/>
                    </a:lnTo>
                    <a:lnTo>
                      <a:pt x="88" y="16"/>
                    </a:lnTo>
                    <a:lnTo>
                      <a:pt x="92" y="16"/>
                    </a:lnTo>
                    <a:lnTo>
                      <a:pt x="96" y="16"/>
                    </a:lnTo>
                    <a:lnTo>
                      <a:pt x="100" y="16"/>
                    </a:lnTo>
                    <a:lnTo>
                      <a:pt x="104" y="12"/>
                    </a:lnTo>
                    <a:lnTo>
                      <a:pt x="108" y="12"/>
                    </a:lnTo>
                    <a:lnTo>
                      <a:pt x="108" y="16"/>
                    </a:lnTo>
                    <a:lnTo>
                      <a:pt x="110" y="16"/>
                    </a:lnTo>
                    <a:lnTo>
                      <a:pt x="114" y="16"/>
                    </a:lnTo>
                    <a:lnTo>
                      <a:pt x="118" y="12"/>
                    </a:lnTo>
                    <a:lnTo>
                      <a:pt x="122" y="12"/>
                    </a:lnTo>
                    <a:lnTo>
                      <a:pt x="126" y="12"/>
                    </a:lnTo>
                    <a:lnTo>
                      <a:pt x="130" y="8"/>
                    </a:lnTo>
                    <a:lnTo>
                      <a:pt x="134" y="8"/>
                    </a:lnTo>
                    <a:lnTo>
                      <a:pt x="134" y="4"/>
                    </a:lnTo>
                    <a:lnTo>
                      <a:pt x="136" y="0"/>
                    </a:lnTo>
                    <a:lnTo>
                      <a:pt x="136" y="4"/>
                    </a:lnTo>
                    <a:lnTo>
                      <a:pt x="140" y="4"/>
                    </a:lnTo>
                    <a:lnTo>
                      <a:pt x="144" y="4"/>
                    </a:lnTo>
                    <a:lnTo>
                      <a:pt x="140" y="8"/>
                    </a:lnTo>
                    <a:lnTo>
                      <a:pt x="140" y="12"/>
                    </a:lnTo>
                    <a:lnTo>
                      <a:pt x="140" y="16"/>
                    </a:lnTo>
                    <a:lnTo>
                      <a:pt x="140" y="20"/>
                    </a:lnTo>
                    <a:lnTo>
                      <a:pt x="140" y="24"/>
                    </a:lnTo>
                    <a:lnTo>
                      <a:pt x="140" y="28"/>
                    </a:lnTo>
                    <a:lnTo>
                      <a:pt x="140" y="30"/>
                    </a:lnTo>
                    <a:lnTo>
                      <a:pt x="140" y="28"/>
                    </a:lnTo>
                    <a:lnTo>
                      <a:pt x="144" y="28"/>
                    </a:lnTo>
                    <a:lnTo>
                      <a:pt x="144" y="30"/>
                    </a:lnTo>
                    <a:lnTo>
                      <a:pt x="140" y="30"/>
                    </a:lnTo>
                    <a:lnTo>
                      <a:pt x="136" y="30"/>
                    </a:lnTo>
                    <a:lnTo>
                      <a:pt x="136" y="34"/>
                    </a:lnTo>
                    <a:lnTo>
                      <a:pt x="136" y="42"/>
                    </a:lnTo>
                    <a:lnTo>
                      <a:pt x="136" y="46"/>
                    </a:lnTo>
                    <a:lnTo>
                      <a:pt x="136" y="50"/>
                    </a:lnTo>
                    <a:lnTo>
                      <a:pt x="134" y="50"/>
                    </a:lnTo>
                    <a:lnTo>
                      <a:pt x="134" y="54"/>
                    </a:lnTo>
                    <a:lnTo>
                      <a:pt x="130" y="58"/>
                    </a:lnTo>
                    <a:lnTo>
                      <a:pt x="130" y="60"/>
                    </a:lnTo>
                    <a:lnTo>
                      <a:pt x="130" y="64"/>
                    </a:lnTo>
                    <a:lnTo>
                      <a:pt x="126" y="64"/>
                    </a:lnTo>
                    <a:lnTo>
                      <a:pt x="126" y="68"/>
                    </a:lnTo>
                    <a:lnTo>
                      <a:pt x="126" y="72"/>
                    </a:lnTo>
                    <a:lnTo>
                      <a:pt x="122" y="72"/>
                    </a:lnTo>
                    <a:lnTo>
                      <a:pt x="122" y="76"/>
                    </a:lnTo>
                    <a:lnTo>
                      <a:pt x="122" y="80"/>
                    </a:lnTo>
                    <a:lnTo>
                      <a:pt x="118" y="80"/>
                    </a:lnTo>
                    <a:lnTo>
                      <a:pt x="118" y="84"/>
                    </a:lnTo>
                    <a:lnTo>
                      <a:pt x="118" y="88"/>
                    </a:lnTo>
                    <a:lnTo>
                      <a:pt x="114" y="88"/>
                    </a:lnTo>
                    <a:lnTo>
                      <a:pt x="114" y="90"/>
                    </a:lnTo>
                    <a:lnTo>
                      <a:pt x="114" y="94"/>
                    </a:lnTo>
                    <a:lnTo>
                      <a:pt x="110" y="98"/>
                    </a:lnTo>
                    <a:lnTo>
                      <a:pt x="110" y="102"/>
                    </a:lnTo>
                    <a:lnTo>
                      <a:pt x="108" y="110"/>
                    </a:lnTo>
                    <a:lnTo>
                      <a:pt x="108" y="114"/>
                    </a:lnTo>
                    <a:lnTo>
                      <a:pt x="104" y="118"/>
                    </a:lnTo>
                    <a:lnTo>
                      <a:pt x="104" y="120"/>
                    </a:lnTo>
                    <a:lnTo>
                      <a:pt x="100" y="120"/>
                    </a:lnTo>
                    <a:lnTo>
                      <a:pt x="100" y="124"/>
                    </a:lnTo>
                    <a:lnTo>
                      <a:pt x="100" y="128"/>
                    </a:lnTo>
                    <a:lnTo>
                      <a:pt x="96" y="128"/>
                    </a:lnTo>
                    <a:lnTo>
                      <a:pt x="96" y="132"/>
                    </a:lnTo>
                    <a:lnTo>
                      <a:pt x="92" y="136"/>
                    </a:lnTo>
                    <a:lnTo>
                      <a:pt x="92" y="140"/>
                    </a:lnTo>
                    <a:lnTo>
                      <a:pt x="88" y="140"/>
                    </a:lnTo>
                    <a:lnTo>
                      <a:pt x="88" y="144"/>
                    </a:lnTo>
                    <a:lnTo>
                      <a:pt x="84" y="146"/>
                    </a:lnTo>
                    <a:lnTo>
                      <a:pt x="84" y="150"/>
                    </a:lnTo>
                    <a:lnTo>
                      <a:pt x="82" y="150"/>
                    </a:lnTo>
                    <a:lnTo>
                      <a:pt x="78" y="154"/>
                    </a:lnTo>
                    <a:lnTo>
                      <a:pt x="78" y="158"/>
                    </a:lnTo>
                    <a:lnTo>
                      <a:pt x="74" y="158"/>
                    </a:lnTo>
                    <a:lnTo>
                      <a:pt x="74" y="162"/>
                    </a:lnTo>
                    <a:lnTo>
                      <a:pt x="70" y="162"/>
                    </a:lnTo>
                    <a:lnTo>
                      <a:pt x="70" y="166"/>
                    </a:lnTo>
                    <a:lnTo>
                      <a:pt x="66" y="170"/>
                    </a:lnTo>
                    <a:lnTo>
                      <a:pt x="62" y="170"/>
                    </a:lnTo>
                    <a:lnTo>
                      <a:pt x="62" y="174"/>
                    </a:lnTo>
                    <a:lnTo>
                      <a:pt x="58" y="174"/>
                    </a:lnTo>
                    <a:lnTo>
                      <a:pt x="58" y="176"/>
                    </a:lnTo>
                    <a:lnTo>
                      <a:pt x="56" y="176"/>
                    </a:lnTo>
                    <a:lnTo>
                      <a:pt x="52" y="176"/>
                    </a:lnTo>
                    <a:lnTo>
                      <a:pt x="48" y="180"/>
                    </a:lnTo>
                    <a:lnTo>
                      <a:pt x="44" y="184"/>
                    </a:lnTo>
                    <a:lnTo>
                      <a:pt x="44" y="188"/>
                    </a:lnTo>
                    <a:lnTo>
                      <a:pt x="40" y="188"/>
                    </a:lnTo>
                    <a:lnTo>
                      <a:pt x="40" y="192"/>
                    </a:lnTo>
                    <a:lnTo>
                      <a:pt x="36" y="192"/>
                    </a:lnTo>
                    <a:lnTo>
                      <a:pt x="36" y="196"/>
                    </a:lnTo>
                    <a:lnTo>
                      <a:pt x="32" y="200"/>
                    </a:lnTo>
                    <a:lnTo>
                      <a:pt x="30" y="200"/>
                    </a:lnTo>
                    <a:lnTo>
                      <a:pt x="30" y="204"/>
                    </a:lnTo>
                    <a:lnTo>
                      <a:pt x="26" y="206"/>
                    </a:lnTo>
                    <a:lnTo>
                      <a:pt x="26" y="210"/>
                    </a:lnTo>
                    <a:lnTo>
                      <a:pt x="22" y="210"/>
                    </a:lnTo>
                    <a:lnTo>
                      <a:pt x="22" y="214"/>
                    </a:lnTo>
                    <a:lnTo>
                      <a:pt x="18" y="214"/>
                    </a:lnTo>
                    <a:lnTo>
                      <a:pt x="18" y="218"/>
                    </a:lnTo>
                    <a:lnTo>
                      <a:pt x="14" y="222"/>
                    </a:lnTo>
                    <a:lnTo>
                      <a:pt x="14" y="226"/>
                    </a:lnTo>
                    <a:lnTo>
                      <a:pt x="10" y="226"/>
                    </a:lnTo>
                    <a:lnTo>
                      <a:pt x="10" y="230"/>
                    </a:lnTo>
                    <a:lnTo>
                      <a:pt x="10" y="234"/>
                    </a:lnTo>
                    <a:lnTo>
                      <a:pt x="6" y="234"/>
                    </a:lnTo>
                    <a:lnTo>
                      <a:pt x="6" y="236"/>
                    </a:lnTo>
                    <a:lnTo>
                      <a:pt x="4" y="234"/>
                    </a:lnTo>
                    <a:lnTo>
                      <a:pt x="0" y="226"/>
                    </a:lnTo>
                    <a:lnTo>
                      <a:pt x="0" y="222"/>
                    </a:lnTo>
                    <a:lnTo>
                      <a:pt x="0" y="206"/>
                    </a:lnTo>
                    <a:lnTo>
                      <a:pt x="0" y="184"/>
                    </a:lnTo>
                    <a:lnTo>
                      <a:pt x="0" y="170"/>
                    </a:lnTo>
                    <a:lnTo>
                      <a:pt x="0" y="162"/>
                    </a:lnTo>
                    <a:lnTo>
                      <a:pt x="4" y="154"/>
                    </a:lnTo>
                    <a:lnTo>
                      <a:pt x="10" y="144"/>
                    </a:lnTo>
                    <a:lnTo>
                      <a:pt x="10" y="140"/>
                    </a:lnTo>
                    <a:lnTo>
                      <a:pt x="14" y="140"/>
                    </a:lnTo>
                    <a:lnTo>
                      <a:pt x="14" y="136"/>
                    </a:lnTo>
                    <a:lnTo>
                      <a:pt x="18" y="136"/>
                    </a:lnTo>
                    <a:lnTo>
                      <a:pt x="22" y="136"/>
                    </a:lnTo>
                    <a:lnTo>
                      <a:pt x="26" y="136"/>
                    </a:lnTo>
                    <a:lnTo>
                      <a:pt x="26" y="132"/>
                    </a:lnTo>
                    <a:lnTo>
                      <a:pt x="26" y="128"/>
                    </a:lnTo>
                    <a:lnTo>
                      <a:pt x="30" y="128"/>
                    </a:lnTo>
                    <a:lnTo>
                      <a:pt x="32" y="128"/>
                    </a:lnTo>
                    <a:lnTo>
                      <a:pt x="32" y="124"/>
                    </a:lnTo>
                    <a:lnTo>
                      <a:pt x="36" y="124"/>
                    </a:lnTo>
                    <a:lnTo>
                      <a:pt x="40" y="124"/>
                    </a:lnTo>
                    <a:lnTo>
                      <a:pt x="44" y="124"/>
                    </a:lnTo>
                    <a:lnTo>
                      <a:pt x="48" y="124"/>
                    </a:lnTo>
                    <a:lnTo>
                      <a:pt x="56" y="124"/>
                    </a:lnTo>
                    <a:lnTo>
                      <a:pt x="56" y="120"/>
                    </a:lnTo>
                    <a:lnTo>
                      <a:pt x="58" y="118"/>
                    </a:lnTo>
                    <a:lnTo>
                      <a:pt x="62" y="114"/>
                    </a:lnTo>
                    <a:lnTo>
                      <a:pt x="62" y="110"/>
                    </a:lnTo>
                    <a:lnTo>
                      <a:pt x="66" y="106"/>
                    </a:lnTo>
                    <a:lnTo>
                      <a:pt x="70" y="106"/>
                    </a:lnTo>
                    <a:lnTo>
                      <a:pt x="70" y="102"/>
                    </a:lnTo>
                    <a:lnTo>
                      <a:pt x="78" y="94"/>
                    </a:lnTo>
                    <a:lnTo>
                      <a:pt x="82" y="88"/>
                    </a:lnTo>
                    <a:lnTo>
                      <a:pt x="88" y="80"/>
                    </a:lnTo>
                    <a:lnTo>
                      <a:pt x="92" y="76"/>
                    </a:lnTo>
                    <a:lnTo>
                      <a:pt x="96" y="72"/>
                    </a:lnTo>
                    <a:lnTo>
                      <a:pt x="92" y="72"/>
                    </a:lnTo>
                    <a:lnTo>
                      <a:pt x="84" y="72"/>
                    </a:lnTo>
                    <a:lnTo>
                      <a:pt x="82" y="72"/>
                    </a:lnTo>
                    <a:lnTo>
                      <a:pt x="82" y="68"/>
                    </a:lnTo>
                    <a:lnTo>
                      <a:pt x="78" y="68"/>
                    </a:lnTo>
                    <a:lnTo>
                      <a:pt x="74" y="68"/>
                    </a:lnTo>
                    <a:lnTo>
                      <a:pt x="70" y="64"/>
                    </a:lnTo>
                    <a:lnTo>
                      <a:pt x="62" y="64"/>
                    </a:lnTo>
                    <a:lnTo>
                      <a:pt x="58" y="60"/>
                    </a:lnTo>
                    <a:lnTo>
                      <a:pt x="56" y="60"/>
                    </a:lnTo>
                    <a:lnTo>
                      <a:pt x="48" y="58"/>
                    </a:lnTo>
                    <a:lnTo>
                      <a:pt x="40" y="54"/>
                    </a:lnTo>
                    <a:lnTo>
                      <a:pt x="36" y="50"/>
                    </a:lnTo>
                    <a:lnTo>
                      <a:pt x="32" y="50"/>
                    </a:lnTo>
                    <a:lnTo>
                      <a:pt x="32" y="46"/>
                    </a:lnTo>
                    <a:lnTo>
                      <a:pt x="30" y="42"/>
                    </a:lnTo>
                    <a:lnTo>
                      <a:pt x="30" y="38"/>
                    </a:lnTo>
                    <a:lnTo>
                      <a:pt x="26" y="38"/>
                    </a:lnTo>
                    <a:lnTo>
                      <a:pt x="26" y="34"/>
                    </a:lnTo>
                    <a:lnTo>
                      <a:pt x="22" y="30"/>
                    </a:lnTo>
                    <a:lnTo>
                      <a:pt x="22" y="28"/>
                    </a:lnTo>
                    <a:lnTo>
                      <a:pt x="22" y="24"/>
                    </a:lnTo>
                    <a:lnTo>
                      <a:pt x="26" y="24"/>
                    </a:lnTo>
                    <a:lnTo>
                      <a:pt x="26" y="20"/>
                    </a:lnTo>
                    <a:lnTo>
                      <a:pt x="26" y="16"/>
                    </a:lnTo>
                    <a:lnTo>
                      <a:pt x="30" y="16"/>
                    </a:lnTo>
                    <a:lnTo>
                      <a:pt x="30" y="12"/>
                    </a:lnTo>
                    <a:lnTo>
                      <a:pt x="32" y="12"/>
                    </a:lnTo>
                    <a:lnTo>
                      <a:pt x="32" y="16"/>
                    </a:lnTo>
                    <a:lnTo>
                      <a:pt x="36" y="20"/>
                    </a:lnTo>
                    <a:lnTo>
                      <a:pt x="36" y="24"/>
                    </a:lnTo>
                    <a:lnTo>
                      <a:pt x="40" y="24"/>
                    </a:lnTo>
                    <a:lnTo>
                      <a:pt x="44" y="28"/>
                    </a:lnTo>
                    <a:lnTo>
                      <a:pt x="44" y="30"/>
                    </a:lnTo>
                    <a:lnTo>
                      <a:pt x="48" y="30"/>
                    </a:lnTo>
                    <a:lnTo>
                      <a:pt x="52" y="28"/>
                    </a:lnTo>
                    <a:lnTo>
                      <a:pt x="52" y="30"/>
                    </a:lnTo>
                    <a:lnTo>
                      <a:pt x="56" y="30"/>
                    </a:lnTo>
                    <a:lnTo>
                      <a:pt x="56" y="28"/>
                    </a:lnTo>
                    <a:lnTo>
                      <a:pt x="58" y="28"/>
                    </a:lnTo>
                    <a:lnTo>
                      <a:pt x="58" y="24"/>
                    </a:lnTo>
                    <a:lnTo>
                      <a:pt x="58" y="28"/>
                    </a:lnTo>
                    <a:lnTo>
                      <a:pt x="62" y="24"/>
                    </a:lnTo>
                    <a:lnTo>
                      <a:pt x="66" y="24"/>
                    </a:lnTo>
                    <a:lnTo>
                      <a:pt x="66" y="24"/>
                    </a:lnTo>
                    <a:lnTo>
                      <a:pt x="66"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5" name="Freeform 169"/>
              <p:cNvSpPr>
                <a:spLocks/>
              </p:cNvSpPr>
              <p:nvPr/>
            </p:nvSpPr>
            <p:spPr bwMode="gray">
              <a:xfrm>
                <a:off x="5558273" y="5295399"/>
                <a:ext cx="31307" cy="52178"/>
              </a:xfrm>
              <a:custGeom>
                <a:avLst/>
                <a:gdLst>
                  <a:gd name="T0" fmla="*/ 0 w 18"/>
                  <a:gd name="T1" fmla="*/ 18 h 30"/>
                  <a:gd name="T2" fmla="*/ 0 w 18"/>
                  <a:gd name="T3" fmla="*/ 22 h 30"/>
                  <a:gd name="T4" fmla="*/ 0 w 18"/>
                  <a:gd name="T5" fmla="*/ 22 h 30"/>
                  <a:gd name="T6" fmla="*/ 0 w 18"/>
                  <a:gd name="T7" fmla="*/ 18 h 30"/>
                  <a:gd name="T8" fmla="*/ 0 w 18"/>
                  <a:gd name="T9" fmla="*/ 18 h 30"/>
                  <a:gd name="T10" fmla="*/ 0 w 18"/>
                  <a:gd name="T11" fmla="*/ 18 h 30"/>
                  <a:gd name="T12" fmla="*/ 0 w 18"/>
                  <a:gd name="T13" fmla="*/ 18 h 30"/>
                  <a:gd name="T14" fmla="*/ 0 w 18"/>
                  <a:gd name="T15" fmla="*/ 14 h 30"/>
                  <a:gd name="T16" fmla="*/ 0 w 18"/>
                  <a:gd name="T17" fmla="*/ 14 h 30"/>
                  <a:gd name="T18" fmla="*/ 0 w 18"/>
                  <a:gd name="T19" fmla="*/ 14 h 30"/>
                  <a:gd name="T20" fmla="*/ 0 w 18"/>
                  <a:gd name="T21" fmla="*/ 14 h 30"/>
                  <a:gd name="T22" fmla="*/ 0 w 18"/>
                  <a:gd name="T23" fmla="*/ 12 h 30"/>
                  <a:gd name="T24" fmla="*/ 4 w 18"/>
                  <a:gd name="T25" fmla="*/ 12 h 30"/>
                  <a:gd name="T26" fmla="*/ 4 w 18"/>
                  <a:gd name="T27" fmla="*/ 12 h 30"/>
                  <a:gd name="T28" fmla="*/ 4 w 18"/>
                  <a:gd name="T29" fmla="*/ 8 h 30"/>
                  <a:gd name="T30" fmla="*/ 4 w 18"/>
                  <a:gd name="T31" fmla="*/ 8 h 30"/>
                  <a:gd name="T32" fmla="*/ 4 w 18"/>
                  <a:gd name="T33" fmla="*/ 8 h 30"/>
                  <a:gd name="T34" fmla="*/ 4 w 18"/>
                  <a:gd name="T35" fmla="*/ 8 h 30"/>
                  <a:gd name="T36" fmla="*/ 4 w 18"/>
                  <a:gd name="T37" fmla="*/ 8 h 30"/>
                  <a:gd name="T38" fmla="*/ 4 w 18"/>
                  <a:gd name="T39" fmla="*/ 4 h 30"/>
                  <a:gd name="T40" fmla="*/ 6 w 18"/>
                  <a:gd name="T41" fmla="*/ 0 h 30"/>
                  <a:gd name="T42" fmla="*/ 6 w 18"/>
                  <a:gd name="T43" fmla="*/ 0 h 30"/>
                  <a:gd name="T44" fmla="*/ 10 w 18"/>
                  <a:gd name="T45" fmla="*/ 4 h 30"/>
                  <a:gd name="T46" fmla="*/ 10 w 18"/>
                  <a:gd name="T47" fmla="*/ 4 h 30"/>
                  <a:gd name="T48" fmla="*/ 14 w 18"/>
                  <a:gd name="T49" fmla="*/ 4 h 30"/>
                  <a:gd name="T50" fmla="*/ 14 w 18"/>
                  <a:gd name="T51" fmla="*/ 4 h 30"/>
                  <a:gd name="T52" fmla="*/ 14 w 18"/>
                  <a:gd name="T53" fmla="*/ 8 h 30"/>
                  <a:gd name="T54" fmla="*/ 14 w 18"/>
                  <a:gd name="T55" fmla="*/ 4 h 30"/>
                  <a:gd name="T56" fmla="*/ 14 w 18"/>
                  <a:gd name="T57" fmla="*/ 8 h 30"/>
                  <a:gd name="T58" fmla="*/ 18 w 18"/>
                  <a:gd name="T59" fmla="*/ 8 h 30"/>
                  <a:gd name="T60" fmla="*/ 18 w 18"/>
                  <a:gd name="T61" fmla="*/ 8 h 30"/>
                  <a:gd name="T62" fmla="*/ 18 w 18"/>
                  <a:gd name="T63" fmla="*/ 12 h 30"/>
                  <a:gd name="T64" fmla="*/ 18 w 18"/>
                  <a:gd name="T65" fmla="*/ 14 h 30"/>
                  <a:gd name="T66" fmla="*/ 18 w 18"/>
                  <a:gd name="T67" fmla="*/ 14 h 30"/>
                  <a:gd name="T68" fmla="*/ 18 w 18"/>
                  <a:gd name="T69" fmla="*/ 14 h 30"/>
                  <a:gd name="T70" fmla="*/ 18 w 18"/>
                  <a:gd name="T71" fmla="*/ 22 h 30"/>
                  <a:gd name="T72" fmla="*/ 18 w 18"/>
                  <a:gd name="T73" fmla="*/ 22 h 30"/>
                  <a:gd name="T74" fmla="*/ 18 w 18"/>
                  <a:gd name="T75" fmla="*/ 22 h 30"/>
                  <a:gd name="T76" fmla="*/ 14 w 18"/>
                  <a:gd name="T77" fmla="*/ 22 h 30"/>
                  <a:gd name="T78" fmla="*/ 14 w 18"/>
                  <a:gd name="T79" fmla="*/ 26 h 30"/>
                  <a:gd name="T80" fmla="*/ 14 w 18"/>
                  <a:gd name="T81" fmla="*/ 26 h 30"/>
                  <a:gd name="T82" fmla="*/ 14 w 18"/>
                  <a:gd name="T83" fmla="*/ 26 h 30"/>
                  <a:gd name="T84" fmla="*/ 14 w 18"/>
                  <a:gd name="T85" fmla="*/ 30 h 30"/>
                  <a:gd name="T86" fmla="*/ 14 w 18"/>
                  <a:gd name="T87" fmla="*/ 30 h 30"/>
                  <a:gd name="T88" fmla="*/ 14 w 18"/>
                  <a:gd name="T89" fmla="*/ 30 h 30"/>
                  <a:gd name="T90" fmla="*/ 14 w 18"/>
                  <a:gd name="T91" fmla="*/ 30 h 30"/>
                  <a:gd name="T92" fmla="*/ 14 w 18"/>
                  <a:gd name="T93" fmla="*/ 30 h 30"/>
                  <a:gd name="T94" fmla="*/ 14 w 18"/>
                  <a:gd name="T95" fmla="*/ 30 h 30"/>
                  <a:gd name="T96" fmla="*/ 10 w 18"/>
                  <a:gd name="T97" fmla="*/ 30 h 30"/>
                  <a:gd name="T98" fmla="*/ 10 w 18"/>
                  <a:gd name="T99" fmla="*/ 30 h 30"/>
                  <a:gd name="T100" fmla="*/ 6 w 18"/>
                  <a:gd name="T101" fmla="*/ 30 h 30"/>
                  <a:gd name="T102" fmla="*/ 6 w 18"/>
                  <a:gd name="T103" fmla="*/ 30 h 30"/>
                  <a:gd name="T104" fmla="*/ 4 w 18"/>
                  <a:gd name="T105" fmla="*/ 30 h 30"/>
                  <a:gd name="T106" fmla="*/ 4 w 18"/>
                  <a:gd name="T107" fmla="*/ 30 h 30"/>
                  <a:gd name="T108" fmla="*/ 4 w 18"/>
                  <a:gd name="T109" fmla="*/ 26 h 30"/>
                  <a:gd name="T110" fmla="*/ 4 w 18"/>
                  <a:gd name="T111" fmla="*/ 22 h 30"/>
                  <a:gd name="T112" fmla="*/ 0 w 18"/>
                  <a:gd name="T113" fmla="*/ 22 h 30"/>
                  <a:gd name="T114" fmla="*/ 0 w 18"/>
                  <a:gd name="T115" fmla="*/ 18 h 30"/>
                  <a:gd name="T116" fmla="*/ 0 w 18"/>
                  <a:gd name="T117" fmla="*/ 18 h 30"/>
                  <a:gd name="T118" fmla="*/ 0 w 18"/>
                  <a:gd name="T119" fmla="*/ 18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 h="30">
                    <a:moveTo>
                      <a:pt x="0" y="18"/>
                    </a:moveTo>
                    <a:lnTo>
                      <a:pt x="0" y="22"/>
                    </a:lnTo>
                    <a:lnTo>
                      <a:pt x="0" y="22"/>
                    </a:lnTo>
                    <a:lnTo>
                      <a:pt x="0" y="18"/>
                    </a:lnTo>
                    <a:lnTo>
                      <a:pt x="0" y="18"/>
                    </a:lnTo>
                    <a:lnTo>
                      <a:pt x="0" y="18"/>
                    </a:lnTo>
                    <a:lnTo>
                      <a:pt x="0" y="18"/>
                    </a:lnTo>
                    <a:lnTo>
                      <a:pt x="0" y="14"/>
                    </a:lnTo>
                    <a:lnTo>
                      <a:pt x="0" y="14"/>
                    </a:lnTo>
                    <a:lnTo>
                      <a:pt x="0" y="14"/>
                    </a:lnTo>
                    <a:lnTo>
                      <a:pt x="0" y="14"/>
                    </a:lnTo>
                    <a:lnTo>
                      <a:pt x="0" y="12"/>
                    </a:lnTo>
                    <a:lnTo>
                      <a:pt x="4" y="12"/>
                    </a:lnTo>
                    <a:lnTo>
                      <a:pt x="4" y="12"/>
                    </a:lnTo>
                    <a:lnTo>
                      <a:pt x="4" y="8"/>
                    </a:lnTo>
                    <a:lnTo>
                      <a:pt x="4" y="8"/>
                    </a:lnTo>
                    <a:lnTo>
                      <a:pt x="4" y="8"/>
                    </a:lnTo>
                    <a:lnTo>
                      <a:pt x="4" y="8"/>
                    </a:lnTo>
                    <a:lnTo>
                      <a:pt x="4" y="8"/>
                    </a:lnTo>
                    <a:lnTo>
                      <a:pt x="4" y="4"/>
                    </a:lnTo>
                    <a:lnTo>
                      <a:pt x="6" y="0"/>
                    </a:lnTo>
                    <a:lnTo>
                      <a:pt x="6" y="0"/>
                    </a:lnTo>
                    <a:lnTo>
                      <a:pt x="10" y="4"/>
                    </a:lnTo>
                    <a:lnTo>
                      <a:pt x="10" y="4"/>
                    </a:lnTo>
                    <a:lnTo>
                      <a:pt x="14" y="4"/>
                    </a:lnTo>
                    <a:lnTo>
                      <a:pt x="14" y="4"/>
                    </a:lnTo>
                    <a:lnTo>
                      <a:pt x="14" y="8"/>
                    </a:lnTo>
                    <a:lnTo>
                      <a:pt x="14" y="4"/>
                    </a:lnTo>
                    <a:lnTo>
                      <a:pt x="14" y="8"/>
                    </a:lnTo>
                    <a:lnTo>
                      <a:pt x="18" y="8"/>
                    </a:lnTo>
                    <a:lnTo>
                      <a:pt x="18" y="8"/>
                    </a:lnTo>
                    <a:lnTo>
                      <a:pt x="18" y="12"/>
                    </a:lnTo>
                    <a:lnTo>
                      <a:pt x="18" y="14"/>
                    </a:lnTo>
                    <a:lnTo>
                      <a:pt x="18" y="14"/>
                    </a:lnTo>
                    <a:lnTo>
                      <a:pt x="18" y="14"/>
                    </a:lnTo>
                    <a:lnTo>
                      <a:pt x="18" y="22"/>
                    </a:lnTo>
                    <a:lnTo>
                      <a:pt x="18" y="22"/>
                    </a:lnTo>
                    <a:lnTo>
                      <a:pt x="18" y="22"/>
                    </a:lnTo>
                    <a:lnTo>
                      <a:pt x="14" y="22"/>
                    </a:lnTo>
                    <a:lnTo>
                      <a:pt x="14" y="26"/>
                    </a:lnTo>
                    <a:lnTo>
                      <a:pt x="14" y="26"/>
                    </a:lnTo>
                    <a:lnTo>
                      <a:pt x="14" y="26"/>
                    </a:lnTo>
                    <a:lnTo>
                      <a:pt x="14" y="30"/>
                    </a:lnTo>
                    <a:lnTo>
                      <a:pt x="14" y="30"/>
                    </a:lnTo>
                    <a:lnTo>
                      <a:pt x="14" y="30"/>
                    </a:lnTo>
                    <a:lnTo>
                      <a:pt x="14" y="30"/>
                    </a:lnTo>
                    <a:lnTo>
                      <a:pt x="14" y="30"/>
                    </a:lnTo>
                    <a:lnTo>
                      <a:pt x="14" y="30"/>
                    </a:lnTo>
                    <a:lnTo>
                      <a:pt x="10" y="30"/>
                    </a:lnTo>
                    <a:lnTo>
                      <a:pt x="10" y="30"/>
                    </a:lnTo>
                    <a:lnTo>
                      <a:pt x="6" y="30"/>
                    </a:lnTo>
                    <a:lnTo>
                      <a:pt x="6" y="30"/>
                    </a:lnTo>
                    <a:lnTo>
                      <a:pt x="4" y="30"/>
                    </a:lnTo>
                    <a:lnTo>
                      <a:pt x="4" y="30"/>
                    </a:lnTo>
                    <a:lnTo>
                      <a:pt x="4" y="26"/>
                    </a:lnTo>
                    <a:lnTo>
                      <a:pt x="4" y="22"/>
                    </a:lnTo>
                    <a:lnTo>
                      <a:pt x="0" y="22"/>
                    </a:lnTo>
                    <a:lnTo>
                      <a:pt x="0" y="18"/>
                    </a:lnTo>
                    <a:lnTo>
                      <a:pt x="0" y="18"/>
                    </a:lnTo>
                    <a:lnTo>
                      <a:pt x="0"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6" name="Freeform 170"/>
              <p:cNvSpPr>
                <a:spLocks noEditPoints="1"/>
              </p:cNvSpPr>
              <p:nvPr/>
            </p:nvSpPr>
            <p:spPr bwMode="gray">
              <a:xfrm>
                <a:off x="5516530" y="4550996"/>
                <a:ext cx="274804" cy="316544"/>
              </a:xfrm>
              <a:custGeom>
                <a:avLst/>
                <a:gdLst>
                  <a:gd name="T0" fmla="*/ 64 w 158"/>
                  <a:gd name="T1" fmla="*/ 148 h 182"/>
                  <a:gd name="T2" fmla="*/ 52 w 158"/>
                  <a:gd name="T3" fmla="*/ 144 h 182"/>
                  <a:gd name="T4" fmla="*/ 42 w 158"/>
                  <a:gd name="T5" fmla="*/ 136 h 182"/>
                  <a:gd name="T6" fmla="*/ 30 w 158"/>
                  <a:gd name="T7" fmla="*/ 130 h 182"/>
                  <a:gd name="T8" fmla="*/ 22 w 158"/>
                  <a:gd name="T9" fmla="*/ 122 h 182"/>
                  <a:gd name="T10" fmla="*/ 20 w 158"/>
                  <a:gd name="T11" fmla="*/ 110 h 182"/>
                  <a:gd name="T12" fmla="*/ 16 w 158"/>
                  <a:gd name="T13" fmla="*/ 100 h 182"/>
                  <a:gd name="T14" fmla="*/ 4 w 158"/>
                  <a:gd name="T15" fmla="*/ 88 h 182"/>
                  <a:gd name="T16" fmla="*/ 4 w 158"/>
                  <a:gd name="T17" fmla="*/ 74 h 182"/>
                  <a:gd name="T18" fmla="*/ 0 w 158"/>
                  <a:gd name="T19" fmla="*/ 62 h 182"/>
                  <a:gd name="T20" fmla="*/ 12 w 158"/>
                  <a:gd name="T21" fmla="*/ 54 h 182"/>
                  <a:gd name="T22" fmla="*/ 20 w 158"/>
                  <a:gd name="T23" fmla="*/ 44 h 182"/>
                  <a:gd name="T24" fmla="*/ 22 w 158"/>
                  <a:gd name="T25" fmla="*/ 34 h 182"/>
                  <a:gd name="T26" fmla="*/ 20 w 158"/>
                  <a:gd name="T27" fmla="*/ 22 h 182"/>
                  <a:gd name="T28" fmla="*/ 22 w 158"/>
                  <a:gd name="T29" fmla="*/ 10 h 182"/>
                  <a:gd name="T30" fmla="*/ 20 w 158"/>
                  <a:gd name="T31" fmla="*/ 0 h 182"/>
                  <a:gd name="T32" fmla="*/ 34 w 158"/>
                  <a:gd name="T33" fmla="*/ 0 h 182"/>
                  <a:gd name="T34" fmla="*/ 56 w 158"/>
                  <a:gd name="T35" fmla="*/ 0 h 182"/>
                  <a:gd name="T36" fmla="*/ 80 w 158"/>
                  <a:gd name="T37" fmla="*/ 6 h 182"/>
                  <a:gd name="T38" fmla="*/ 98 w 158"/>
                  <a:gd name="T39" fmla="*/ 18 h 182"/>
                  <a:gd name="T40" fmla="*/ 112 w 158"/>
                  <a:gd name="T41" fmla="*/ 30 h 182"/>
                  <a:gd name="T42" fmla="*/ 120 w 158"/>
                  <a:gd name="T43" fmla="*/ 40 h 182"/>
                  <a:gd name="T44" fmla="*/ 132 w 158"/>
                  <a:gd name="T45" fmla="*/ 54 h 182"/>
                  <a:gd name="T46" fmla="*/ 142 w 158"/>
                  <a:gd name="T47" fmla="*/ 66 h 182"/>
                  <a:gd name="T48" fmla="*/ 136 w 158"/>
                  <a:gd name="T49" fmla="*/ 80 h 182"/>
                  <a:gd name="T50" fmla="*/ 140 w 158"/>
                  <a:gd name="T51" fmla="*/ 92 h 182"/>
                  <a:gd name="T52" fmla="*/ 146 w 158"/>
                  <a:gd name="T53" fmla="*/ 104 h 182"/>
                  <a:gd name="T54" fmla="*/ 142 w 158"/>
                  <a:gd name="T55" fmla="*/ 114 h 182"/>
                  <a:gd name="T56" fmla="*/ 142 w 158"/>
                  <a:gd name="T57" fmla="*/ 126 h 182"/>
                  <a:gd name="T58" fmla="*/ 142 w 158"/>
                  <a:gd name="T59" fmla="*/ 134 h 182"/>
                  <a:gd name="T60" fmla="*/ 146 w 158"/>
                  <a:gd name="T61" fmla="*/ 140 h 182"/>
                  <a:gd name="T62" fmla="*/ 150 w 158"/>
                  <a:gd name="T63" fmla="*/ 156 h 182"/>
                  <a:gd name="T64" fmla="*/ 158 w 158"/>
                  <a:gd name="T65" fmla="*/ 156 h 182"/>
                  <a:gd name="T66" fmla="*/ 150 w 158"/>
                  <a:gd name="T67" fmla="*/ 166 h 182"/>
                  <a:gd name="T68" fmla="*/ 142 w 158"/>
                  <a:gd name="T69" fmla="*/ 174 h 182"/>
                  <a:gd name="T70" fmla="*/ 128 w 158"/>
                  <a:gd name="T71" fmla="*/ 178 h 182"/>
                  <a:gd name="T72" fmla="*/ 120 w 158"/>
                  <a:gd name="T73" fmla="*/ 178 h 182"/>
                  <a:gd name="T74" fmla="*/ 116 w 158"/>
                  <a:gd name="T75" fmla="*/ 182 h 182"/>
                  <a:gd name="T76" fmla="*/ 102 w 158"/>
                  <a:gd name="T77" fmla="*/ 182 h 182"/>
                  <a:gd name="T78" fmla="*/ 86 w 158"/>
                  <a:gd name="T79" fmla="*/ 182 h 182"/>
                  <a:gd name="T80" fmla="*/ 80 w 158"/>
                  <a:gd name="T81" fmla="*/ 174 h 182"/>
                  <a:gd name="T82" fmla="*/ 80 w 158"/>
                  <a:gd name="T83" fmla="*/ 164 h 182"/>
                  <a:gd name="T84" fmla="*/ 76 w 158"/>
                  <a:gd name="T85" fmla="*/ 152 h 182"/>
                  <a:gd name="T86" fmla="*/ 72 w 158"/>
                  <a:gd name="T87" fmla="*/ 144 h 182"/>
                  <a:gd name="T88" fmla="*/ 150 w 158"/>
                  <a:gd name="T89" fmla="*/ 70 h 182"/>
                  <a:gd name="T90" fmla="*/ 150 w 158"/>
                  <a:gd name="T91" fmla="*/ 74 h 182"/>
                  <a:gd name="T92" fmla="*/ 142 w 158"/>
                  <a:gd name="T93" fmla="*/ 84 h 182"/>
                  <a:gd name="T94" fmla="*/ 146 w 158"/>
                  <a:gd name="T95" fmla="*/ 88 h 182"/>
                  <a:gd name="T96" fmla="*/ 142 w 158"/>
                  <a:gd name="T97" fmla="*/ 84 h 182"/>
                  <a:gd name="T98" fmla="*/ 150 w 158"/>
                  <a:gd name="T99" fmla="*/ 114 h 182"/>
                  <a:gd name="T100" fmla="*/ 146 w 158"/>
                  <a:gd name="T101" fmla="*/ 118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8" h="182">
                    <a:moveTo>
                      <a:pt x="72" y="144"/>
                    </a:moveTo>
                    <a:lnTo>
                      <a:pt x="68" y="144"/>
                    </a:lnTo>
                    <a:lnTo>
                      <a:pt x="68" y="148"/>
                    </a:lnTo>
                    <a:lnTo>
                      <a:pt x="64" y="148"/>
                    </a:lnTo>
                    <a:lnTo>
                      <a:pt x="60" y="148"/>
                    </a:lnTo>
                    <a:lnTo>
                      <a:pt x="60" y="144"/>
                    </a:lnTo>
                    <a:lnTo>
                      <a:pt x="56" y="144"/>
                    </a:lnTo>
                    <a:lnTo>
                      <a:pt x="52" y="144"/>
                    </a:lnTo>
                    <a:lnTo>
                      <a:pt x="50" y="140"/>
                    </a:lnTo>
                    <a:lnTo>
                      <a:pt x="46" y="140"/>
                    </a:lnTo>
                    <a:lnTo>
                      <a:pt x="46" y="136"/>
                    </a:lnTo>
                    <a:lnTo>
                      <a:pt x="42" y="136"/>
                    </a:lnTo>
                    <a:lnTo>
                      <a:pt x="38" y="136"/>
                    </a:lnTo>
                    <a:lnTo>
                      <a:pt x="38" y="134"/>
                    </a:lnTo>
                    <a:lnTo>
                      <a:pt x="34" y="134"/>
                    </a:lnTo>
                    <a:lnTo>
                      <a:pt x="30" y="130"/>
                    </a:lnTo>
                    <a:lnTo>
                      <a:pt x="26" y="130"/>
                    </a:lnTo>
                    <a:lnTo>
                      <a:pt x="22" y="130"/>
                    </a:lnTo>
                    <a:lnTo>
                      <a:pt x="22" y="126"/>
                    </a:lnTo>
                    <a:lnTo>
                      <a:pt x="22" y="122"/>
                    </a:lnTo>
                    <a:lnTo>
                      <a:pt x="22" y="118"/>
                    </a:lnTo>
                    <a:lnTo>
                      <a:pt x="20" y="118"/>
                    </a:lnTo>
                    <a:lnTo>
                      <a:pt x="20" y="114"/>
                    </a:lnTo>
                    <a:lnTo>
                      <a:pt x="20" y="110"/>
                    </a:lnTo>
                    <a:lnTo>
                      <a:pt x="16" y="110"/>
                    </a:lnTo>
                    <a:lnTo>
                      <a:pt x="16" y="108"/>
                    </a:lnTo>
                    <a:lnTo>
                      <a:pt x="16" y="104"/>
                    </a:lnTo>
                    <a:lnTo>
                      <a:pt x="16" y="100"/>
                    </a:lnTo>
                    <a:lnTo>
                      <a:pt x="12" y="100"/>
                    </a:lnTo>
                    <a:lnTo>
                      <a:pt x="8" y="96"/>
                    </a:lnTo>
                    <a:lnTo>
                      <a:pt x="4" y="92"/>
                    </a:lnTo>
                    <a:lnTo>
                      <a:pt x="4" y="88"/>
                    </a:lnTo>
                    <a:lnTo>
                      <a:pt x="4" y="84"/>
                    </a:lnTo>
                    <a:lnTo>
                      <a:pt x="4" y="80"/>
                    </a:lnTo>
                    <a:lnTo>
                      <a:pt x="4" y="78"/>
                    </a:lnTo>
                    <a:lnTo>
                      <a:pt x="4" y="74"/>
                    </a:lnTo>
                    <a:lnTo>
                      <a:pt x="4" y="70"/>
                    </a:lnTo>
                    <a:lnTo>
                      <a:pt x="0" y="70"/>
                    </a:lnTo>
                    <a:lnTo>
                      <a:pt x="0" y="66"/>
                    </a:lnTo>
                    <a:lnTo>
                      <a:pt x="0" y="62"/>
                    </a:lnTo>
                    <a:lnTo>
                      <a:pt x="4" y="62"/>
                    </a:lnTo>
                    <a:lnTo>
                      <a:pt x="4" y="58"/>
                    </a:lnTo>
                    <a:lnTo>
                      <a:pt x="8" y="58"/>
                    </a:lnTo>
                    <a:lnTo>
                      <a:pt x="12" y="54"/>
                    </a:lnTo>
                    <a:lnTo>
                      <a:pt x="16" y="50"/>
                    </a:lnTo>
                    <a:lnTo>
                      <a:pt x="16" y="48"/>
                    </a:lnTo>
                    <a:lnTo>
                      <a:pt x="16" y="44"/>
                    </a:lnTo>
                    <a:lnTo>
                      <a:pt x="20" y="44"/>
                    </a:lnTo>
                    <a:lnTo>
                      <a:pt x="20" y="40"/>
                    </a:lnTo>
                    <a:lnTo>
                      <a:pt x="22" y="40"/>
                    </a:lnTo>
                    <a:lnTo>
                      <a:pt x="22" y="36"/>
                    </a:lnTo>
                    <a:lnTo>
                      <a:pt x="22" y="34"/>
                    </a:lnTo>
                    <a:lnTo>
                      <a:pt x="20" y="34"/>
                    </a:lnTo>
                    <a:lnTo>
                      <a:pt x="16" y="34"/>
                    </a:lnTo>
                    <a:lnTo>
                      <a:pt x="20" y="26"/>
                    </a:lnTo>
                    <a:lnTo>
                      <a:pt x="20" y="22"/>
                    </a:lnTo>
                    <a:lnTo>
                      <a:pt x="22" y="22"/>
                    </a:lnTo>
                    <a:lnTo>
                      <a:pt x="22" y="18"/>
                    </a:lnTo>
                    <a:lnTo>
                      <a:pt x="22" y="14"/>
                    </a:lnTo>
                    <a:lnTo>
                      <a:pt x="22" y="10"/>
                    </a:lnTo>
                    <a:lnTo>
                      <a:pt x="22" y="6"/>
                    </a:lnTo>
                    <a:lnTo>
                      <a:pt x="20" y="6"/>
                    </a:lnTo>
                    <a:lnTo>
                      <a:pt x="20" y="4"/>
                    </a:lnTo>
                    <a:lnTo>
                      <a:pt x="20" y="0"/>
                    </a:lnTo>
                    <a:lnTo>
                      <a:pt x="22" y="0"/>
                    </a:lnTo>
                    <a:lnTo>
                      <a:pt x="26" y="0"/>
                    </a:lnTo>
                    <a:lnTo>
                      <a:pt x="30" y="0"/>
                    </a:lnTo>
                    <a:lnTo>
                      <a:pt x="34" y="0"/>
                    </a:lnTo>
                    <a:lnTo>
                      <a:pt x="46" y="0"/>
                    </a:lnTo>
                    <a:lnTo>
                      <a:pt x="50" y="0"/>
                    </a:lnTo>
                    <a:lnTo>
                      <a:pt x="52" y="0"/>
                    </a:lnTo>
                    <a:lnTo>
                      <a:pt x="56" y="0"/>
                    </a:lnTo>
                    <a:lnTo>
                      <a:pt x="60" y="0"/>
                    </a:lnTo>
                    <a:lnTo>
                      <a:pt x="68" y="0"/>
                    </a:lnTo>
                    <a:lnTo>
                      <a:pt x="76" y="4"/>
                    </a:lnTo>
                    <a:lnTo>
                      <a:pt x="80" y="6"/>
                    </a:lnTo>
                    <a:lnTo>
                      <a:pt x="86" y="10"/>
                    </a:lnTo>
                    <a:lnTo>
                      <a:pt x="90" y="14"/>
                    </a:lnTo>
                    <a:lnTo>
                      <a:pt x="94" y="18"/>
                    </a:lnTo>
                    <a:lnTo>
                      <a:pt x="98" y="18"/>
                    </a:lnTo>
                    <a:lnTo>
                      <a:pt x="98" y="22"/>
                    </a:lnTo>
                    <a:lnTo>
                      <a:pt x="102" y="22"/>
                    </a:lnTo>
                    <a:lnTo>
                      <a:pt x="106" y="26"/>
                    </a:lnTo>
                    <a:lnTo>
                      <a:pt x="112" y="30"/>
                    </a:lnTo>
                    <a:lnTo>
                      <a:pt x="116" y="34"/>
                    </a:lnTo>
                    <a:lnTo>
                      <a:pt x="120" y="34"/>
                    </a:lnTo>
                    <a:lnTo>
                      <a:pt x="120" y="36"/>
                    </a:lnTo>
                    <a:lnTo>
                      <a:pt x="120" y="40"/>
                    </a:lnTo>
                    <a:lnTo>
                      <a:pt x="120" y="44"/>
                    </a:lnTo>
                    <a:lnTo>
                      <a:pt x="124" y="44"/>
                    </a:lnTo>
                    <a:lnTo>
                      <a:pt x="132" y="50"/>
                    </a:lnTo>
                    <a:lnTo>
                      <a:pt x="132" y="54"/>
                    </a:lnTo>
                    <a:lnTo>
                      <a:pt x="136" y="54"/>
                    </a:lnTo>
                    <a:lnTo>
                      <a:pt x="140" y="58"/>
                    </a:lnTo>
                    <a:lnTo>
                      <a:pt x="142" y="62"/>
                    </a:lnTo>
                    <a:lnTo>
                      <a:pt x="142" y="66"/>
                    </a:lnTo>
                    <a:lnTo>
                      <a:pt x="140" y="70"/>
                    </a:lnTo>
                    <a:lnTo>
                      <a:pt x="140" y="74"/>
                    </a:lnTo>
                    <a:lnTo>
                      <a:pt x="140" y="78"/>
                    </a:lnTo>
                    <a:lnTo>
                      <a:pt x="136" y="80"/>
                    </a:lnTo>
                    <a:lnTo>
                      <a:pt x="136" y="84"/>
                    </a:lnTo>
                    <a:lnTo>
                      <a:pt x="136" y="88"/>
                    </a:lnTo>
                    <a:lnTo>
                      <a:pt x="136" y="92"/>
                    </a:lnTo>
                    <a:lnTo>
                      <a:pt x="140" y="92"/>
                    </a:lnTo>
                    <a:lnTo>
                      <a:pt x="142" y="96"/>
                    </a:lnTo>
                    <a:lnTo>
                      <a:pt x="142" y="100"/>
                    </a:lnTo>
                    <a:lnTo>
                      <a:pt x="146" y="100"/>
                    </a:lnTo>
                    <a:lnTo>
                      <a:pt x="146" y="104"/>
                    </a:lnTo>
                    <a:lnTo>
                      <a:pt x="146" y="108"/>
                    </a:lnTo>
                    <a:lnTo>
                      <a:pt x="142" y="108"/>
                    </a:lnTo>
                    <a:lnTo>
                      <a:pt x="142" y="110"/>
                    </a:lnTo>
                    <a:lnTo>
                      <a:pt x="142" y="114"/>
                    </a:lnTo>
                    <a:lnTo>
                      <a:pt x="146" y="114"/>
                    </a:lnTo>
                    <a:lnTo>
                      <a:pt x="146" y="118"/>
                    </a:lnTo>
                    <a:lnTo>
                      <a:pt x="142" y="122"/>
                    </a:lnTo>
                    <a:lnTo>
                      <a:pt x="142" y="126"/>
                    </a:lnTo>
                    <a:lnTo>
                      <a:pt x="142" y="122"/>
                    </a:lnTo>
                    <a:lnTo>
                      <a:pt x="142" y="126"/>
                    </a:lnTo>
                    <a:lnTo>
                      <a:pt x="142" y="130"/>
                    </a:lnTo>
                    <a:lnTo>
                      <a:pt x="142" y="134"/>
                    </a:lnTo>
                    <a:lnTo>
                      <a:pt x="146" y="134"/>
                    </a:lnTo>
                    <a:lnTo>
                      <a:pt x="142" y="134"/>
                    </a:lnTo>
                    <a:lnTo>
                      <a:pt x="146" y="136"/>
                    </a:lnTo>
                    <a:lnTo>
                      <a:pt x="146" y="140"/>
                    </a:lnTo>
                    <a:lnTo>
                      <a:pt x="150" y="144"/>
                    </a:lnTo>
                    <a:lnTo>
                      <a:pt x="150" y="148"/>
                    </a:lnTo>
                    <a:lnTo>
                      <a:pt x="150" y="152"/>
                    </a:lnTo>
                    <a:lnTo>
                      <a:pt x="150" y="156"/>
                    </a:lnTo>
                    <a:lnTo>
                      <a:pt x="154" y="156"/>
                    </a:lnTo>
                    <a:lnTo>
                      <a:pt x="154" y="160"/>
                    </a:lnTo>
                    <a:lnTo>
                      <a:pt x="158" y="160"/>
                    </a:lnTo>
                    <a:lnTo>
                      <a:pt x="158" y="156"/>
                    </a:lnTo>
                    <a:lnTo>
                      <a:pt x="158" y="160"/>
                    </a:lnTo>
                    <a:lnTo>
                      <a:pt x="158" y="164"/>
                    </a:lnTo>
                    <a:lnTo>
                      <a:pt x="154" y="166"/>
                    </a:lnTo>
                    <a:lnTo>
                      <a:pt x="150" y="166"/>
                    </a:lnTo>
                    <a:lnTo>
                      <a:pt x="150" y="170"/>
                    </a:lnTo>
                    <a:lnTo>
                      <a:pt x="146" y="170"/>
                    </a:lnTo>
                    <a:lnTo>
                      <a:pt x="142" y="170"/>
                    </a:lnTo>
                    <a:lnTo>
                      <a:pt x="142" y="174"/>
                    </a:lnTo>
                    <a:lnTo>
                      <a:pt x="140" y="174"/>
                    </a:lnTo>
                    <a:lnTo>
                      <a:pt x="136" y="174"/>
                    </a:lnTo>
                    <a:lnTo>
                      <a:pt x="132" y="178"/>
                    </a:lnTo>
                    <a:lnTo>
                      <a:pt x="128" y="178"/>
                    </a:lnTo>
                    <a:lnTo>
                      <a:pt x="128" y="174"/>
                    </a:lnTo>
                    <a:lnTo>
                      <a:pt x="124" y="174"/>
                    </a:lnTo>
                    <a:lnTo>
                      <a:pt x="124" y="178"/>
                    </a:lnTo>
                    <a:lnTo>
                      <a:pt x="120" y="178"/>
                    </a:lnTo>
                    <a:lnTo>
                      <a:pt x="124" y="178"/>
                    </a:lnTo>
                    <a:lnTo>
                      <a:pt x="124" y="182"/>
                    </a:lnTo>
                    <a:lnTo>
                      <a:pt x="120" y="182"/>
                    </a:lnTo>
                    <a:lnTo>
                      <a:pt x="116" y="182"/>
                    </a:lnTo>
                    <a:lnTo>
                      <a:pt x="112" y="182"/>
                    </a:lnTo>
                    <a:lnTo>
                      <a:pt x="110" y="182"/>
                    </a:lnTo>
                    <a:lnTo>
                      <a:pt x="106" y="182"/>
                    </a:lnTo>
                    <a:lnTo>
                      <a:pt x="102" y="182"/>
                    </a:lnTo>
                    <a:lnTo>
                      <a:pt x="98" y="182"/>
                    </a:lnTo>
                    <a:lnTo>
                      <a:pt x="94" y="178"/>
                    </a:lnTo>
                    <a:lnTo>
                      <a:pt x="90" y="182"/>
                    </a:lnTo>
                    <a:lnTo>
                      <a:pt x="86" y="182"/>
                    </a:lnTo>
                    <a:lnTo>
                      <a:pt x="82" y="182"/>
                    </a:lnTo>
                    <a:lnTo>
                      <a:pt x="82" y="178"/>
                    </a:lnTo>
                    <a:lnTo>
                      <a:pt x="80" y="178"/>
                    </a:lnTo>
                    <a:lnTo>
                      <a:pt x="80" y="174"/>
                    </a:lnTo>
                    <a:lnTo>
                      <a:pt x="76" y="174"/>
                    </a:lnTo>
                    <a:lnTo>
                      <a:pt x="76" y="170"/>
                    </a:lnTo>
                    <a:lnTo>
                      <a:pt x="80" y="166"/>
                    </a:lnTo>
                    <a:lnTo>
                      <a:pt x="80" y="164"/>
                    </a:lnTo>
                    <a:lnTo>
                      <a:pt x="76" y="164"/>
                    </a:lnTo>
                    <a:lnTo>
                      <a:pt x="76" y="160"/>
                    </a:lnTo>
                    <a:lnTo>
                      <a:pt x="76" y="156"/>
                    </a:lnTo>
                    <a:lnTo>
                      <a:pt x="76" y="152"/>
                    </a:lnTo>
                    <a:lnTo>
                      <a:pt x="72" y="152"/>
                    </a:lnTo>
                    <a:lnTo>
                      <a:pt x="72" y="148"/>
                    </a:lnTo>
                    <a:lnTo>
                      <a:pt x="72" y="144"/>
                    </a:lnTo>
                    <a:lnTo>
                      <a:pt x="72" y="144"/>
                    </a:lnTo>
                    <a:lnTo>
                      <a:pt x="72" y="144"/>
                    </a:lnTo>
                    <a:close/>
                    <a:moveTo>
                      <a:pt x="150" y="70"/>
                    </a:moveTo>
                    <a:lnTo>
                      <a:pt x="150" y="66"/>
                    </a:lnTo>
                    <a:lnTo>
                      <a:pt x="150" y="70"/>
                    </a:lnTo>
                    <a:lnTo>
                      <a:pt x="150" y="74"/>
                    </a:lnTo>
                    <a:lnTo>
                      <a:pt x="150" y="78"/>
                    </a:lnTo>
                    <a:lnTo>
                      <a:pt x="146" y="74"/>
                    </a:lnTo>
                    <a:lnTo>
                      <a:pt x="150" y="74"/>
                    </a:lnTo>
                    <a:lnTo>
                      <a:pt x="150" y="70"/>
                    </a:lnTo>
                    <a:lnTo>
                      <a:pt x="150" y="70"/>
                    </a:lnTo>
                    <a:lnTo>
                      <a:pt x="150" y="70"/>
                    </a:lnTo>
                    <a:close/>
                    <a:moveTo>
                      <a:pt x="142" y="84"/>
                    </a:moveTo>
                    <a:lnTo>
                      <a:pt x="142" y="80"/>
                    </a:lnTo>
                    <a:lnTo>
                      <a:pt x="142" y="84"/>
                    </a:lnTo>
                    <a:lnTo>
                      <a:pt x="146" y="84"/>
                    </a:lnTo>
                    <a:lnTo>
                      <a:pt x="146" y="88"/>
                    </a:lnTo>
                    <a:lnTo>
                      <a:pt x="146" y="92"/>
                    </a:lnTo>
                    <a:lnTo>
                      <a:pt x="146" y="88"/>
                    </a:lnTo>
                    <a:lnTo>
                      <a:pt x="142" y="88"/>
                    </a:lnTo>
                    <a:lnTo>
                      <a:pt x="142" y="84"/>
                    </a:lnTo>
                    <a:lnTo>
                      <a:pt x="142" y="84"/>
                    </a:lnTo>
                    <a:lnTo>
                      <a:pt x="142" y="84"/>
                    </a:lnTo>
                    <a:close/>
                    <a:moveTo>
                      <a:pt x="146" y="118"/>
                    </a:moveTo>
                    <a:lnTo>
                      <a:pt x="150" y="114"/>
                    </a:lnTo>
                    <a:lnTo>
                      <a:pt x="150" y="118"/>
                    </a:lnTo>
                    <a:lnTo>
                      <a:pt x="146" y="118"/>
                    </a:lnTo>
                    <a:lnTo>
                      <a:pt x="146" y="118"/>
                    </a:lnTo>
                    <a:lnTo>
                      <a:pt x="146" y="1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7" name="Freeform 171"/>
              <p:cNvSpPr>
                <a:spLocks/>
              </p:cNvSpPr>
              <p:nvPr/>
            </p:nvSpPr>
            <p:spPr bwMode="gray">
              <a:xfrm>
                <a:off x="4382529" y="4109226"/>
                <a:ext cx="80006" cy="17393"/>
              </a:xfrm>
              <a:custGeom>
                <a:avLst/>
                <a:gdLst>
                  <a:gd name="T0" fmla="*/ 4 w 46"/>
                  <a:gd name="T1" fmla="*/ 6 h 10"/>
                  <a:gd name="T2" fmla="*/ 4 w 46"/>
                  <a:gd name="T3" fmla="*/ 6 h 10"/>
                  <a:gd name="T4" fmla="*/ 4 w 46"/>
                  <a:gd name="T5" fmla="*/ 6 h 10"/>
                  <a:gd name="T6" fmla="*/ 8 w 46"/>
                  <a:gd name="T7" fmla="*/ 10 h 10"/>
                  <a:gd name="T8" fmla="*/ 8 w 46"/>
                  <a:gd name="T9" fmla="*/ 6 h 10"/>
                  <a:gd name="T10" fmla="*/ 12 w 46"/>
                  <a:gd name="T11" fmla="*/ 6 h 10"/>
                  <a:gd name="T12" fmla="*/ 12 w 46"/>
                  <a:gd name="T13" fmla="*/ 6 h 10"/>
                  <a:gd name="T14" fmla="*/ 8 w 46"/>
                  <a:gd name="T15" fmla="*/ 6 h 10"/>
                  <a:gd name="T16" fmla="*/ 12 w 46"/>
                  <a:gd name="T17" fmla="*/ 6 h 10"/>
                  <a:gd name="T18" fmla="*/ 20 w 46"/>
                  <a:gd name="T19" fmla="*/ 6 h 10"/>
                  <a:gd name="T20" fmla="*/ 24 w 46"/>
                  <a:gd name="T21" fmla="*/ 6 h 10"/>
                  <a:gd name="T22" fmla="*/ 24 w 46"/>
                  <a:gd name="T23" fmla="*/ 6 h 10"/>
                  <a:gd name="T24" fmla="*/ 24 w 46"/>
                  <a:gd name="T25" fmla="*/ 2 h 10"/>
                  <a:gd name="T26" fmla="*/ 24 w 46"/>
                  <a:gd name="T27" fmla="*/ 6 h 10"/>
                  <a:gd name="T28" fmla="*/ 20 w 46"/>
                  <a:gd name="T29" fmla="*/ 2 h 10"/>
                  <a:gd name="T30" fmla="*/ 12 w 46"/>
                  <a:gd name="T31" fmla="*/ 6 h 10"/>
                  <a:gd name="T32" fmla="*/ 12 w 46"/>
                  <a:gd name="T33" fmla="*/ 6 h 10"/>
                  <a:gd name="T34" fmla="*/ 8 w 46"/>
                  <a:gd name="T35" fmla="*/ 6 h 10"/>
                  <a:gd name="T36" fmla="*/ 4 w 46"/>
                  <a:gd name="T37" fmla="*/ 6 h 10"/>
                  <a:gd name="T38" fmla="*/ 4 w 46"/>
                  <a:gd name="T39" fmla="*/ 2 h 10"/>
                  <a:gd name="T40" fmla="*/ 12 w 46"/>
                  <a:gd name="T41" fmla="*/ 2 h 10"/>
                  <a:gd name="T42" fmla="*/ 20 w 46"/>
                  <a:gd name="T43" fmla="*/ 2 h 10"/>
                  <a:gd name="T44" fmla="*/ 20 w 46"/>
                  <a:gd name="T45" fmla="*/ 2 h 10"/>
                  <a:gd name="T46" fmla="*/ 20 w 46"/>
                  <a:gd name="T47" fmla="*/ 0 h 10"/>
                  <a:gd name="T48" fmla="*/ 24 w 46"/>
                  <a:gd name="T49" fmla="*/ 0 h 10"/>
                  <a:gd name="T50" fmla="*/ 24 w 46"/>
                  <a:gd name="T51" fmla="*/ 0 h 10"/>
                  <a:gd name="T52" fmla="*/ 26 w 46"/>
                  <a:gd name="T53" fmla="*/ 0 h 10"/>
                  <a:gd name="T54" fmla="*/ 30 w 46"/>
                  <a:gd name="T55" fmla="*/ 0 h 10"/>
                  <a:gd name="T56" fmla="*/ 30 w 46"/>
                  <a:gd name="T57" fmla="*/ 0 h 10"/>
                  <a:gd name="T58" fmla="*/ 30 w 46"/>
                  <a:gd name="T59" fmla="*/ 2 h 10"/>
                  <a:gd name="T60" fmla="*/ 30 w 46"/>
                  <a:gd name="T61" fmla="*/ 2 h 10"/>
                  <a:gd name="T62" fmla="*/ 34 w 46"/>
                  <a:gd name="T63" fmla="*/ 2 h 10"/>
                  <a:gd name="T64" fmla="*/ 34 w 46"/>
                  <a:gd name="T65" fmla="*/ 2 h 10"/>
                  <a:gd name="T66" fmla="*/ 34 w 46"/>
                  <a:gd name="T67" fmla="*/ 2 h 10"/>
                  <a:gd name="T68" fmla="*/ 34 w 46"/>
                  <a:gd name="T69" fmla="*/ 6 h 10"/>
                  <a:gd name="T70" fmla="*/ 38 w 46"/>
                  <a:gd name="T71" fmla="*/ 2 h 10"/>
                  <a:gd name="T72" fmla="*/ 42 w 46"/>
                  <a:gd name="T73" fmla="*/ 2 h 10"/>
                  <a:gd name="T74" fmla="*/ 42 w 46"/>
                  <a:gd name="T75" fmla="*/ 2 h 10"/>
                  <a:gd name="T76" fmla="*/ 46 w 46"/>
                  <a:gd name="T77" fmla="*/ 2 h 10"/>
                  <a:gd name="T78" fmla="*/ 46 w 46"/>
                  <a:gd name="T79" fmla="*/ 6 h 10"/>
                  <a:gd name="T80" fmla="*/ 42 w 46"/>
                  <a:gd name="T81" fmla="*/ 6 h 10"/>
                  <a:gd name="T82" fmla="*/ 42 w 46"/>
                  <a:gd name="T83" fmla="*/ 6 h 10"/>
                  <a:gd name="T84" fmla="*/ 38 w 46"/>
                  <a:gd name="T85" fmla="*/ 10 h 10"/>
                  <a:gd name="T86" fmla="*/ 38 w 46"/>
                  <a:gd name="T87" fmla="*/ 10 h 10"/>
                  <a:gd name="T88" fmla="*/ 34 w 46"/>
                  <a:gd name="T89" fmla="*/ 6 h 10"/>
                  <a:gd name="T90" fmla="*/ 30 w 46"/>
                  <a:gd name="T91" fmla="*/ 6 h 10"/>
                  <a:gd name="T92" fmla="*/ 30 w 46"/>
                  <a:gd name="T93" fmla="*/ 6 h 10"/>
                  <a:gd name="T94" fmla="*/ 26 w 46"/>
                  <a:gd name="T95" fmla="*/ 6 h 10"/>
                  <a:gd name="T96" fmla="*/ 26 w 46"/>
                  <a:gd name="T97" fmla="*/ 2 h 10"/>
                  <a:gd name="T98" fmla="*/ 26 w 46"/>
                  <a:gd name="T99" fmla="*/ 2 h 10"/>
                  <a:gd name="T100" fmla="*/ 24 w 46"/>
                  <a:gd name="T101" fmla="*/ 2 h 10"/>
                  <a:gd name="T102" fmla="*/ 24 w 46"/>
                  <a:gd name="T103" fmla="*/ 6 h 10"/>
                  <a:gd name="T104" fmla="*/ 24 w 46"/>
                  <a:gd name="T105" fmla="*/ 6 h 10"/>
                  <a:gd name="T106" fmla="*/ 20 w 46"/>
                  <a:gd name="T107" fmla="*/ 6 h 10"/>
                  <a:gd name="T108" fmla="*/ 16 w 46"/>
                  <a:gd name="T109" fmla="*/ 10 h 10"/>
                  <a:gd name="T110" fmla="*/ 12 w 46"/>
                  <a:gd name="T111" fmla="*/ 10 h 10"/>
                  <a:gd name="T112" fmla="*/ 0 w 46"/>
                  <a:gd name="T113" fmla="*/ 10 h 10"/>
                  <a:gd name="T114" fmla="*/ 0 w 46"/>
                  <a:gd name="T115" fmla="*/ 6 h 10"/>
                  <a:gd name="T116" fmla="*/ 0 w 46"/>
                  <a:gd name="T117" fmla="*/ 6 h 10"/>
                  <a:gd name="T118" fmla="*/ 4 w 46"/>
                  <a:gd name="T119" fmla="*/ 2 h 10"/>
                  <a:gd name="T120" fmla="*/ 4 w 46"/>
                  <a:gd name="T121" fmla="*/ 6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6" h="10">
                    <a:moveTo>
                      <a:pt x="4" y="6"/>
                    </a:moveTo>
                    <a:lnTo>
                      <a:pt x="4" y="6"/>
                    </a:lnTo>
                    <a:lnTo>
                      <a:pt x="4" y="6"/>
                    </a:lnTo>
                    <a:lnTo>
                      <a:pt x="4" y="6"/>
                    </a:lnTo>
                    <a:lnTo>
                      <a:pt x="4" y="6"/>
                    </a:lnTo>
                    <a:lnTo>
                      <a:pt x="4" y="6"/>
                    </a:lnTo>
                    <a:lnTo>
                      <a:pt x="4" y="6"/>
                    </a:lnTo>
                    <a:lnTo>
                      <a:pt x="4" y="6"/>
                    </a:lnTo>
                    <a:lnTo>
                      <a:pt x="4" y="6"/>
                    </a:lnTo>
                    <a:lnTo>
                      <a:pt x="4" y="6"/>
                    </a:lnTo>
                    <a:lnTo>
                      <a:pt x="4" y="6"/>
                    </a:lnTo>
                    <a:lnTo>
                      <a:pt x="8" y="10"/>
                    </a:lnTo>
                    <a:lnTo>
                      <a:pt x="8" y="6"/>
                    </a:lnTo>
                    <a:lnTo>
                      <a:pt x="8" y="6"/>
                    </a:lnTo>
                    <a:lnTo>
                      <a:pt x="8" y="6"/>
                    </a:lnTo>
                    <a:lnTo>
                      <a:pt x="8" y="6"/>
                    </a:lnTo>
                    <a:lnTo>
                      <a:pt x="12" y="10"/>
                    </a:lnTo>
                    <a:lnTo>
                      <a:pt x="12" y="6"/>
                    </a:lnTo>
                    <a:lnTo>
                      <a:pt x="12" y="6"/>
                    </a:lnTo>
                    <a:lnTo>
                      <a:pt x="12" y="6"/>
                    </a:lnTo>
                    <a:lnTo>
                      <a:pt x="12" y="6"/>
                    </a:lnTo>
                    <a:lnTo>
                      <a:pt x="8" y="6"/>
                    </a:lnTo>
                    <a:lnTo>
                      <a:pt x="8" y="6"/>
                    </a:lnTo>
                    <a:lnTo>
                      <a:pt x="8" y="6"/>
                    </a:lnTo>
                    <a:lnTo>
                      <a:pt x="12" y="6"/>
                    </a:lnTo>
                    <a:lnTo>
                      <a:pt x="12" y="6"/>
                    </a:lnTo>
                    <a:lnTo>
                      <a:pt x="12" y="6"/>
                    </a:lnTo>
                    <a:lnTo>
                      <a:pt x="12" y="6"/>
                    </a:lnTo>
                    <a:lnTo>
                      <a:pt x="16" y="6"/>
                    </a:lnTo>
                    <a:lnTo>
                      <a:pt x="20" y="6"/>
                    </a:lnTo>
                    <a:lnTo>
                      <a:pt x="20" y="2"/>
                    </a:lnTo>
                    <a:lnTo>
                      <a:pt x="20" y="2"/>
                    </a:lnTo>
                    <a:lnTo>
                      <a:pt x="24" y="6"/>
                    </a:lnTo>
                    <a:lnTo>
                      <a:pt x="24" y="6"/>
                    </a:lnTo>
                    <a:lnTo>
                      <a:pt x="24" y="6"/>
                    </a:lnTo>
                    <a:lnTo>
                      <a:pt x="24" y="6"/>
                    </a:lnTo>
                    <a:lnTo>
                      <a:pt x="24" y="2"/>
                    </a:lnTo>
                    <a:lnTo>
                      <a:pt x="24" y="2"/>
                    </a:lnTo>
                    <a:lnTo>
                      <a:pt x="24" y="2"/>
                    </a:lnTo>
                    <a:lnTo>
                      <a:pt x="24" y="6"/>
                    </a:lnTo>
                    <a:lnTo>
                      <a:pt x="24" y="6"/>
                    </a:lnTo>
                    <a:lnTo>
                      <a:pt x="24" y="6"/>
                    </a:lnTo>
                    <a:lnTo>
                      <a:pt x="20" y="2"/>
                    </a:lnTo>
                    <a:lnTo>
                      <a:pt x="20" y="2"/>
                    </a:lnTo>
                    <a:lnTo>
                      <a:pt x="20" y="2"/>
                    </a:lnTo>
                    <a:lnTo>
                      <a:pt x="16" y="2"/>
                    </a:lnTo>
                    <a:lnTo>
                      <a:pt x="16" y="6"/>
                    </a:lnTo>
                    <a:lnTo>
                      <a:pt x="12" y="6"/>
                    </a:lnTo>
                    <a:lnTo>
                      <a:pt x="12" y="6"/>
                    </a:lnTo>
                    <a:lnTo>
                      <a:pt x="12" y="6"/>
                    </a:lnTo>
                    <a:lnTo>
                      <a:pt x="12" y="6"/>
                    </a:lnTo>
                    <a:lnTo>
                      <a:pt x="8" y="6"/>
                    </a:lnTo>
                    <a:lnTo>
                      <a:pt x="8" y="6"/>
                    </a:lnTo>
                    <a:lnTo>
                      <a:pt x="8" y="6"/>
                    </a:lnTo>
                    <a:lnTo>
                      <a:pt x="8" y="6"/>
                    </a:lnTo>
                    <a:lnTo>
                      <a:pt x="4" y="6"/>
                    </a:lnTo>
                    <a:lnTo>
                      <a:pt x="4" y="6"/>
                    </a:lnTo>
                    <a:lnTo>
                      <a:pt x="4" y="6"/>
                    </a:lnTo>
                    <a:lnTo>
                      <a:pt x="4" y="6"/>
                    </a:lnTo>
                    <a:lnTo>
                      <a:pt x="4" y="2"/>
                    </a:lnTo>
                    <a:lnTo>
                      <a:pt x="4" y="2"/>
                    </a:lnTo>
                    <a:lnTo>
                      <a:pt x="12" y="2"/>
                    </a:lnTo>
                    <a:lnTo>
                      <a:pt x="12" y="2"/>
                    </a:lnTo>
                    <a:lnTo>
                      <a:pt x="16" y="2"/>
                    </a:lnTo>
                    <a:lnTo>
                      <a:pt x="20" y="2"/>
                    </a:lnTo>
                    <a:lnTo>
                      <a:pt x="20" y="2"/>
                    </a:lnTo>
                    <a:lnTo>
                      <a:pt x="20" y="2"/>
                    </a:lnTo>
                    <a:lnTo>
                      <a:pt x="20" y="2"/>
                    </a:lnTo>
                    <a:lnTo>
                      <a:pt x="20" y="2"/>
                    </a:lnTo>
                    <a:lnTo>
                      <a:pt x="20" y="0"/>
                    </a:lnTo>
                    <a:lnTo>
                      <a:pt x="20" y="0"/>
                    </a:lnTo>
                    <a:lnTo>
                      <a:pt x="20" y="0"/>
                    </a:lnTo>
                    <a:lnTo>
                      <a:pt x="24" y="0"/>
                    </a:lnTo>
                    <a:lnTo>
                      <a:pt x="24" y="0"/>
                    </a:lnTo>
                    <a:lnTo>
                      <a:pt x="24" y="0"/>
                    </a:lnTo>
                    <a:lnTo>
                      <a:pt x="24" y="0"/>
                    </a:lnTo>
                    <a:lnTo>
                      <a:pt x="24" y="0"/>
                    </a:lnTo>
                    <a:lnTo>
                      <a:pt x="24" y="0"/>
                    </a:lnTo>
                    <a:lnTo>
                      <a:pt x="24" y="0"/>
                    </a:lnTo>
                    <a:lnTo>
                      <a:pt x="26" y="0"/>
                    </a:lnTo>
                    <a:lnTo>
                      <a:pt x="26" y="0"/>
                    </a:lnTo>
                    <a:lnTo>
                      <a:pt x="30" y="0"/>
                    </a:lnTo>
                    <a:lnTo>
                      <a:pt x="30" y="0"/>
                    </a:lnTo>
                    <a:lnTo>
                      <a:pt x="30" y="0"/>
                    </a:lnTo>
                    <a:lnTo>
                      <a:pt x="30" y="0"/>
                    </a:lnTo>
                    <a:lnTo>
                      <a:pt x="30" y="0"/>
                    </a:lnTo>
                    <a:lnTo>
                      <a:pt x="30" y="0"/>
                    </a:lnTo>
                    <a:lnTo>
                      <a:pt x="30" y="2"/>
                    </a:lnTo>
                    <a:lnTo>
                      <a:pt x="30" y="2"/>
                    </a:lnTo>
                    <a:lnTo>
                      <a:pt x="30" y="2"/>
                    </a:lnTo>
                    <a:lnTo>
                      <a:pt x="30" y="2"/>
                    </a:lnTo>
                    <a:lnTo>
                      <a:pt x="30" y="2"/>
                    </a:lnTo>
                    <a:lnTo>
                      <a:pt x="30" y="2"/>
                    </a:lnTo>
                    <a:lnTo>
                      <a:pt x="34" y="2"/>
                    </a:lnTo>
                    <a:lnTo>
                      <a:pt x="34" y="2"/>
                    </a:lnTo>
                    <a:lnTo>
                      <a:pt x="34" y="2"/>
                    </a:lnTo>
                    <a:lnTo>
                      <a:pt x="34" y="2"/>
                    </a:lnTo>
                    <a:lnTo>
                      <a:pt x="34" y="2"/>
                    </a:lnTo>
                    <a:lnTo>
                      <a:pt x="34" y="2"/>
                    </a:lnTo>
                    <a:lnTo>
                      <a:pt x="34" y="2"/>
                    </a:lnTo>
                    <a:lnTo>
                      <a:pt x="34" y="2"/>
                    </a:lnTo>
                    <a:lnTo>
                      <a:pt x="34" y="2"/>
                    </a:lnTo>
                    <a:lnTo>
                      <a:pt x="34" y="2"/>
                    </a:lnTo>
                    <a:lnTo>
                      <a:pt x="34" y="2"/>
                    </a:lnTo>
                    <a:lnTo>
                      <a:pt x="34" y="6"/>
                    </a:lnTo>
                    <a:lnTo>
                      <a:pt x="38" y="6"/>
                    </a:lnTo>
                    <a:lnTo>
                      <a:pt x="38" y="2"/>
                    </a:lnTo>
                    <a:lnTo>
                      <a:pt x="38" y="2"/>
                    </a:lnTo>
                    <a:lnTo>
                      <a:pt x="38" y="2"/>
                    </a:lnTo>
                    <a:lnTo>
                      <a:pt x="38" y="2"/>
                    </a:lnTo>
                    <a:lnTo>
                      <a:pt x="42" y="2"/>
                    </a:lnTo>
                    <a:lnTo>
                      <a:pt x="42" y="2"/>
                    </a:lnTo>
                    <a:lnTo>
                      <a:pt x="42" y="2"/>
                    </a:lnTo>
                    <a:lnTo>
                      <a:pt x="42" y="2"/>
                    </a:lnTo>
                    <a:lnTo>
                      <a:pt x="42" y="2"/>
                    </a:lnTo>
                    <a:lnTo>
                      <a:pt x="42" y="2"/>
                    </a:lnTo>
                    <a:lnTo>
                      <a:pt x="46" y="2"/>
                    </a:lnTo>
                    <a:lnTo>
                      <a:pt x="46" y="6"/>
                    </a:lnTo>
                    <a:lnTo>
                      <a:pt x="46" y="6"/>
                    </a:lnTo>
                    <a:lnTo>
                      <a:pt x="46" y="6"/>
                    </a:lnTo>
                    <a:lnTo>
                      <a:pt x="46" y="6"/>
                    </a:lnTo>
                    <a:lnTo>
                      <a:pt x="42" y="6"/>
                    </a:lnTo>
                    <a:lnTo>
                      <a:pt x="42" y="6"/>
                    </a:lnTo>
                    <a:lnTo>
                      <a:pt x="42" y="6"/>
                    </a:lnTo>
                    <a:lnTo>
                      <a:pt x="42" y="6"/>
                    </a:lnTo>
                    <a:lnTo>
                      <a:pt x="42" y="6"/>
                    </a:lnTo>
                    <a:lnTo>
                      <a:pt x="42" y="6"/>
                    </a:lnTo>
                    <a:lnTo>
                      <a:pt x="38" y="6"/>
                    </a:lnTo>
                    <a:lnTo>
                      <a:pt x="38" y="10"/>
                    </a:lnTo>
                    <a:lnTo>
                      <a:pt x="38" y="10"/>
                    </a:lnTo>
                    <a:lnTo>
                      <a:pt x="38" y="10"/>
                    </a:lnTo>
                    <a:lnTo>
                      <a:pt x="38" y="10"/>
                    </a:lnTo>
                    <a:lnTo>
                      <a:pt x="34" y="10"/>
                    </a:lnTo>
                    <a:lnTo>
                      <a:pt x="34" y="6"/>
                    </a:lnTo>
                    <a:lnTo>
                      <a:pt x="34" y="6"/>
                    </a:lnTo>
                    <a:lnTo>
                      <a:pt x="30" y="6"/>
                    </a:lnTo>
                    <a:lnTo>
                      <a:pt x="30" y="6"/>
                    </a:lnTo>
                    <a:lnTo>
                      <a:pt x="30" y="6"/>
                    </a:lnTo>
                    <a:lnTo>
                      <a:pt x="30" y="6"/>
                    </a:lnTo>
                    <a:lnTo>
                      <a:pt x="30" y="6"/>
                    </a:lnTo>
                    <a:lnTo>
                      <a:pt x="30" y="6"/>
                    </a:lnTo>
                    <a:lnTo>
                      <a:pt x="30" y="6"/>
                    </a:lnTo>
                    <a:lnTo>
                      <a:pt x="26" y="6"/>
                    </a:lnTo>
                    <a:lnTo>
                      <a:pt x="26" y="6"/>
                    </a:lnTo>
                    <a:lnTo>
                      <a:pt x="26" y="2"/>
                    </a:lnTo>
                    <a:lnTo>
                      <a:pt x="26" y="2"/>
                    </a:lnTo>
                    <a:lnTo>
                      <a:pt x="26" y="2"/>
                    </a:lnTo>
                    <a:lnTo>
                      <a:pt x="26" y="2"/>
                    </a:lnTo>
                    <a:lnTo>
                      <a:pt x="26" y="2"/>
                    </a:lnTo>
                    <a:lnTo>
                      <a:pt x="26" y="2"/>
                    </a:lnTo>
                    <a:lnTo>
                      <a:pt x="24" y="2"/>
                    </a:lnTo>
                    <a:lnTo>
                      <a:pt x="24" y="2"/>
                    </a:lnTo>
                    <a:lnTo>
                      <a:pt x="24" y="2"/>
                    </a:lnTo>
                    <a:lnTo>
                      <a:pt x="24" y="6"/>
                    </a:lnTo>
                    <a:lnTo>
                      <a:pt x="24" y="6"/>
                    </a:lnTo>
                    <a:lnTo>
                      <a:pt x="24" y="6"/>
                    </a:lnTo>
                    <a:lnTo>
                      <a:pt x="24" y="6"/>
                    </a:lnTo>
                    <a:lnTo>
                      <a:pt x="24" y="6"/>
                    </a:lnTo>
                    <a:lnTo>
                      <a:pt x="24" y="6"/>
                    </a:lnTo>
                    <a:lnTo>
                      <a:pt x="24" y="6"/>
                    </a:lnTo>
                    <a:lnTo>
                      <a:pt x="24" y="6"/>
                    </a:lnTo>
                    <a:lnTo>
                      <a:pt x="20" y="6"/>
                    </a:lnTo>
                    <a:lnTo>
                      <a:pt x="16" y="6"/>
                    </a:lnTo>
                    <a:lnTo>
                      <a:pt x="16" y="10"/>
                    </a:lnTo>
                    <a:lnTo>
                      <a:pt x="16" y="10"/>
                    </a:lnTo>
                    <a:lnTo>
                      <a:pt x="16" y="10"/>
                    </a:lnTo>
                    <a:lnTo>
                      <a:pt x="16" y="10"/>
                    </a:lnTo>
                    <a:lnTo>
                      <a:pt x="12" y="10"/>
                    </a:lnTo>
                    <a:lnTo>
                      <a:pt x="4" y="10"/>
                    </a:lnTo>
                    <a:lnTo>
                      <a:pt x="4" y="10"/>
                    </a:lnTo>
                    <a:lnTo>
                      <a:pt x="0" y="10"/>
                    </a:lnTo>
                    <a:lnTo>
                      <a:pt x="0" y="10"/>
                    </a:lnTo>
                    <a:lnTo>
                      <a:pt x="0" y="6"/>
                    </a:lnTo>
                    <a:lnTo>
                      <a:pt x="0" y="6"/>
                    </a:lnTo>
                    <a:lnTo>
                      <a:pt x="0" y="6"/>
                    </a:lnTo>
                    <a:lnTo>
                      <a:pt x="0" y="6"/>
                    </a:lnTo>
                    <a:lnTo>
                      <a:pt x="0" y="6"/>
                    </a:lnTo>
                    <a:lnTo>
                      <a:pt x="4" y="6"/>
                    </a:lnTo>
                    <a:lnTo>
                      <a:pt x="4" y="6"/>
                    </a:lnTo>
                    <a:lnTo>
                      <a:pt x="4" y="2"/>
                    </a:lnTo>
                    <a:lnTo>
                      <a:pt x="4" y="2"/>
                    </a:lnTo>
                    <a:lnTo>
                      <a:pt x="4" y="6"/>
                    </a:lnTo>
                    <a:lnTo>
                      <a:pt x="4" y="6"/>
                    </a:lnTo>
                    <a:lnTo>
                      <a:pt x="4"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8" name="Freeform 172"/>
              <p:cNvSpPr>
                <a:spLocks/>
              </p:cNvSpPr>
              <p:nvPr/>
            </p:nvSpPr>
            <p:spPr bwMode="gray">
              <a:xfrm>
                <a:off x="4792997" y="4185754"/>
                <a:ext cx="52178" cy="156532"/>
              </a:xfrm>
              <a:custGeom>
                <a:avLst/>
                <a:gdLst>
                  <a:gd name="T0" fmla="*/ 26 w 30"/>
                  <a:gd name="T1" fmla="*/ 68 h 90"/>
                  <a:gd name="T2" fmla="*/ 26 w 30"/>
                  <a:gd name="T3" fmla="*/ 74 h 90"/>
                  <a:gd name="T4" fmla="*/ 26 w 30"/>
                  <a:gd name="T5" fmla="*/ 78 h 90"/>
                  <a:gd name="T6" fmla="*/ 26 w 30"/>
                  <a:gd name="T7" fmla="*/ 78 h 90"/>
                  <a:gd name="T8" fmla="*/ 30 w 30"/>
                  <a:gd name="T9" fmla="*/ 82 h 90"/>
                  <a:gd name="T10" fmla="*/ 26 w 30"/>
                  <a:gd name="T11" fmla="*/ 86 h 90"/>
                  <a:gd name="T12" fmla="*/ 26 w 30"/>
                  <a:gd name="T13" fmla="*/ 86 h 90"/>
                  <a:gd name="T14" fmla="*/ 24 w 30"/>
                  <a:gd name="T15" fmla="*/ 86 h 90"/>
                  <a:gd name="T16" fmla="*/ 20 w 30"/>
                  <a:gd name="T17" fmla="*/ 86 h 90"/>
                  <a:gd name="T18" fmla="*/ 16 w 30"/>
                  <a:gd name="T19" fmla="*/ 82 h 90"/>
                  <a:gd name="T20" fmla="*/ 16 w 30"/>
                  <a:gd name="T21" fmla="*/ 82 h 90"/>
                  <a:gd name="T22" fmla="*/ 16 w 30"/>
                  <a:gd name="T23" fmla="*/ 78 h 90"/>
                  <a:gd name="T24" fmla="*/ 12 w 30"/>
                  <a:gd name="T25" fmla="*/ 78 h 90"/>
                  <a:gd name="T26" fmla="*/ 12 w 30"/>
                  <a:gd name="T27" fmla="*/ 70 h 90"/>
                  <a:gd name="T28" fmla="*/ 12 w 30"/>
                  <a:gd name="T29" fmla="*/ 68 h 90"/>
                  <a:gd name="T30" fmla="*/ 12 w 30"/>
                  <a:gd name="T31" fmla="*/ 64 h 90"/>
                  <a:gd name="T32" fmla="*/ 12 w 30"/>
                  <a:gd name="T33" fmla="*/ 64 h 90"/>
                  <a:gd name="T34" fmla="*/ 12 w 30"/>
                  <a:gd name="T35" fmla="*/ 52 h 90"/>
                  <a:gd name="T36" fmla="*/ 16 w 30"/>
                  <a:gd name="T37" fmla="*/ 48 h 90"/>
                  <a:gd name="T38" fmla="*/ 12 w 30"/>
                  <a:gd name="T39" fmla="*/ 48 h 90"/>
                  <a:gd name="T40" fmla="*/ 8 w 30"/>
                  <a:gd name="T41" fmla="*/ 42 h 90"/>
                  <a:gd name="T42" fmla="*/ 12 w 30"/>
                  <a:gd name="T43" fmla="*/ 42 h 90"/>
                  <a:gd name="T44" fmla="*/ 12 w 30"/>
                  <a:gd name="T45" fmla="*/ 38 h 90"/>
                  <a:gd name="T46" fmla="*/ 12 w 30"/>
                  <a:gd name="T47" fmla="*/ 30 h 90"/>
                  <a:gd name="T48" fmla="*/ 12 w 30"/>
                  <a:gd name="T49" fmla="*/ 30 h 90"/>
                  <a:gd name="T50" fmla="*/ 8 w 30"/>
                  <a:gd name="T51" fmla="*/ 30 h 90"/>
                  <a:gd name="T52" fmla="*/ 8 w 30"/>
                  <a:gd name="T53" fmla="*/ 26 h 90"/>
                  <a:gd name="T54" fmla="*/ 12 w 30"/>
                  <a:gd name="T55" fmla="*/ 18 h 90"/>
                  <a:gd name="T56" fmla="*/ 8 w 30"/>
                  <a:gd name="T57" fmla="*/ 18 h 90"/>
                  <a:gd name="T58" fmla="*/ 8 w 30"/>
                  <a:gd name="T59" fmla="*/ 16 h 90"/>
                  <a:gd name="T60" fmla="*/ 4 w 30"/>
                  <a:gd name="T61" fmla="*/ 12 h 90"/>
                  <a:gd name="T62" fmla="*/ 4 w 30"/>
                  <a:gd name="T63" fmla="*/ 8 h 90"/>
                  <a:gd name="T64" fmla="*/ 4 w 30"/>
                  <a:gd name="T65" fmla="*/ 4 h 90"/>
                  <a:gd name="T66" fmla="*/ 4 w 30"/>
                  <a:gd name="T67" fmla="*/ 4 h 90"/>
                  <a:gd name="T68" fmla="*/ 4 w 30"/>
                  <a:gd name="T69" fmla="*/ 0 h 90"/>
                  <a:gd name="T70" fmla="*/ 12 w 30"/>
                  <a:gd name="T71" fmla="*/ 4 h 90"/>
                  <a:gd name="T72" fmla="*/ 12 w 30"/>
                  <a:gd name="T73" fmla="*/ 4 h 90"/>
                  <a:gd name="T74" fmla="*/ 16 w 30"/>
                  <a:gd name="T75" fmla="*/ 4 h 90"/>
                  <a:gd name="T76" fmla="*/ 16 w 30"/>
                  <a:gd name="T77" fmla="*/ 8 h 90"/>
                  <a:gd name="T78" fmla="*/ 16 w 30"/>
                  <a:gd name="T79" fmla="*/ 12 h 90"/>
                  <a:gd name="T80" fmla="*/ 16 w 30"/>
                  <a:gd name="T81" fmla="*/ 12 h 90"/>
                  <a:gd name="T82" fmla="*/ 20 w 30"/>
                  <a:gd name="T83" fmla="*/ 18 h 90"/>
                  <a:gd name="T84" fmla="*/ 24 w 30"/>
                  <a:gd name="T85" fmla="*/ 22 h 90"/>
                  <a:gd name="T86" fmla="*/ 24 w 30"/>
                  <a:gd name="T87" fmla="*/ 30 h 90"/>
                  <a:gd name="T88" fmla="*/ 24 w 30"/>
                  <a:gd name="T89" fmla="*/ 30 h 90"/>
                  <a:gd name="T90" fmla="*/ 26 w 30"/>
                  <a:gd name="T91" fmla="*/ 34 h 90"/>
                  <a:gd name="T92" fmla="*/ 26 w 30"/>
                  <a:gd name="T93" fmla="*/ 34 h 90"/>
                  <a:gd name="T94" fmla="*/ 26 w 30"/>
                  <a:gd name="T95" fmla="*/ 42 h 90"/>
                  <a:gd name="T96" fmla="*/ 26 w 30"/>
                  <a:gd name="T97" fmla="*/ 48 h 90"/>
                  <a:gd name="T98" fmla="*/ 26 w 30"/>
                  <a:gd name="T99" fmla="*/ 64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0" h="90">
                    <a:moveTo>
                      <a:pt x="26" y="64"/>
                    </a:moveTo>
                    <a:lnTo>
                      <a:pt x="26" y="64"/>
                    </a:lnTo>
                    <a:lnTo>
                      <a:pt x="26" y="64"/>
                    </a:lnTo>
                    <a:lnTo>
                      <a:pt x="26" y="68"/>
                    </a:lnTo>
                    <a:lnTo>
                      <a:pt x="26" y="68"/>
                    </a:lnTo>
                    <a:lnTo>
                      <a:pt x="26" y="70"/>
                    </a:lnTo>
                    <a:lnTo>
                      <a:pt x="26" y="70"/>
                    </a:lnTo>
                    <a:lnTo>
                      <a:pt x="26" y="74"/>
                    </a:lnTo>
                    <a:lnTo>
                      <a:pt x="26" y="74"/>
                    </a:lnTo>
                    <a:lnTo>
                      <a:pt x="26" y="74"/>
                    </a:lnTo>
                    <a:lnTo>
                      <a:pt x="26" y="74"/>
                    </a:lnTo>
                    <a:lnTo>
                      <a:pt x="26" y="78"/>
                    </a:lnTo>
                    <a:lnTo>
                      <a:pt x="26" y="78"/>
                    </a:lnTo>
                    <a:lnTo>
                      <a:pt x="26" y="78"/>
                    </a:lnTo>
                    <a:lnTo>
                      <a:pt x="26" y="78"/>
                    </a:lnTo>
                    <a:lnTo>
                      <a:pt x="26" y="78"/>
                    </a:lnTo>
                    <a:lnTo>
                      <a:pt x="26" y="78"/>
                    </a:lnTo>
                    <a:lnTo>
                      <a:pt x="26" y="78"/>
                    </a:lnTo>
                    <a:lnTo>
                      <a:pt x="30" y="82"/>
                    </a:lnTo>
                    <a:lnTo>
                      <a:pt x="30" y="82"/>
                    </a:lnTo>
                    <a:lnTo>
                      <a:pt x="30" y="86"/>
                    </a:lnTo>
                    <a:lnTo>
                      <a:pt x="30" y="86"/>
                    </a:lnTo>
                    <a:lnTo>
                      <a:pt x="30" y="86"/>
                    </a:lnTo>
                    <a:lnTo>
                      <a:pt x="26" y="86"/>
                    </a:lnTo>
                    <a:lnTo>
                      <a:pt x="26" y="86"/>
                    </a:lnTo>
                    <a:lnTo>
                      <a:pt x="26" y="86"/>
                    </a:lnTo>
                    <a:lnTo>
                      <a:pt x="26" y="86"/>
                    </a:lnTo>
                    <a:lnTo>
                      <a:pt x="26" y="86"/>
                    </a:lnTo>
                    <a:lnTo>
                      <a:pt x="26" y="86"/>
                    </a:lnTo>
                    <a:lnTo>
                      <a:pt x="24" y="86"/>
                    </a:lnTo>
                    <a:lnTo>
                      <a:pt x="24" y="86"/>
                    </a:lnTo>
                    <a:lnTo>
                      <a:pt x="24" y="86"/>
                    </a:lnTo>
                    <a:lnTo>
                      <a:pt x="24" y="90"/>
                    </a:lnTo>
                    <a:lnTo>
                      <a:pt x="24" y="86"/>
                    </a:lnTo>
                    <a:lnTo>
                      <a:pt x="24" y="86"/>
                    </a:lnTo>
                    <a:lnTo>
                      <a:pt x="20" y="86"/>
                    </a:lnTo>
                    <a:lnTo>
                      <a:pt x="20" y="86"/>
                    </a:lnTo>
                    <a:lnTo>
                      <a:pt x="20" y="86"/>
                    </a:lnTo>
                    <a:lnTo>
                      <a:pt x="20" y="82"/>
                    </a:lnTo>
                    <a:lnTo>
                      <a:pt x="16" y="82"/>
                    </a:lnTo>
                    <a:lnTo>
                      <a:pt x="16" y="82"/>
                    </a:lnTo>
                    <a:lnTo>
                      <a:pt x="16" y="82"/>
                    </a:lnTo>
                    <a:lnTo>
                      <a:pt x="16" y="82"/>
                    </a:lnTo>
                    <a:lnTo>
                      <a:pt x="16" y="82"/>
                    </a:lnTo>
                    <a:lnTo>
                      <a:pt x="16" y="82"/>
                    </a:lnTo>
                    <a:lnTo>
                      <a:pt x="16" y="78"/>
                    </a:lnTo>
                    <a:lnTo>
                      <a:pt x="16" y="78"/>
                    </a:lnTo>
                    <a:lnTo>
                      <a:pt x="16" y="78"/>
                    </a:lnTo>
                    <a:lnTo>
                      <a:pt x="16" y="78"/>
                    </a:lnTo>
                    <a:lnTo>
                      <a:pt x="12" y="78"/>
                    </a:lnTo>
                    <a:lnTo>
                      <a:pt x="12" y="78"/>
                    </a:lnTo>
                    <a:lnTo>
                      <a:pt x="12" y="78"/>
                    </a:lnTo>
                    <a:lnTo>
                      <a:pt x="12" y="78"/>
                    </a:lnTo>
                    <a:lnTo>
                      <a:pt x="12" y="74"/>
                    </a:lnTo>
                    <a:lnTo>
                      <a:pt x="12" y="74"/>
                    </a:lnTo>
                    <a:lnTo>
                      <a:pt x="12" y="70"/>
                    </a:lnTo>
                    <a:lnTo>
                      <a:pt x="12" y="70"/>
                    </a:lnTo>
                    <a:lnTo>
                      <a:pt x="12" y="68"/>
                    </a:lnTo>
                    <a:lnTo>
                      <a:pt x="12" y="68"/>
                    </a:lnTo>
                    <a:lnTo>
                      <a:pt x="12" y="68"/>
                    </a:lnTo>
                    <a:lnTo>
                      <a:pt x="12" y="68"/>
                    </a:lnTo>
                    <a:lnTo>
                      <a:pt x="12" y="68"/>
                    </a:lnTo>
                    <a:lnTo>
                      <a:pt x="12" y="68"/>
                    </a:lnTo>
                    <a:lnTo>
                      <a:pt x="12" y="64"/>
                    </a:lnTo>
                    <a:lnTo>
                      <a:pt x="12" y="64"/>
                    </a:lnTo>
                    <a:lnTo>
                      <a:pt x="12" y="64"/>
                    </a:lnTo>
                    <a:lnTo>
                      <a:pt x="12" y="64"/>
                    </a:lnTo>
                    <a:lnTo>
                      <a:pt x="12" y="64"/>
                    </a:lnTo>
                    <a:lnTo>
                      <a:pt x="12" y="60"/>
                    </a:lnTo>
                    <a:lnTo>
                      <a:pt x="12" y="56"/>
                    </a:lnTo>
                    <a:lnTo>
                      <a:pt x="12" y="52"/>
                    </a:lnTo>
                    <a:lnTo>
                      <a:pt x="12" y="52"/>
                    </a:lnTo>
                    <a:lnTo>
                      <a:pt x="12" y="52"/>
                    </a:lnTo>
                    <a:lnTo>
                      <a:pt x="16" y="52"/>
                    </a:lnTo>
                    <a:lnTo>
                      <a:pt x="16" y="52"/>
                    </a:lnTo>
                    <a:lnTo>
                      <a:pt x="16" y="48"/>
                    </a:lnTo>
                    <a:lnTo>
                      <a:pt x="16" y="48"/>
                    </a:lnTo>
                    <a:lnTo>
                      <a:pt x="16" y="48"/>
                    </a:lnTo>
                    <a:lnTo>
                      <a:pt x="12" y="48"/>
                    </a:lnTo>
                    <a:lnTo>
                      <a:pt x="12" y="48"/>
                    </a:lnTo>
                    <a:lnTo>
                      <a:pt x="12" y="44"/>
                    </a:lnTo>
                    <a:lnTo>
                      <a:pt x="12" y="44"/>
                    </a:lnTo>
                    <a:lnTo>
                      <a:pt x="12" y="44"/>
                    </a:lnTo>
                    <a:lnTo>
                      <a:pt x="8" y="42"/>
                    </a:lnTo>
                    <a:lnTo>
                      <a:pt x="8" y="42"/>
                    </a:lnTo>
                    <a:lnTo>
                      <a:pt x="12" y="42"/>
                    </a:lnTo>
                    <a:lnTo>
                      <a:pt x="12" y="42"/>
                    </a:lnTo>
                    <a:lnTo>
                      <a:pt x="12" y="42"/>
                    </a:lnTo>
                    <a:lnTo>
                      <a:pt x="12" y="42"/>
                    </a:lnTo>
                    <a:lnTo>
                      <a:pt x="12" y="42"/>
                    </a:lnTo>
                    <a:lnTo>
                      <a:pt x="12" y="38"/>
                    </a:lnTo>
                    <a:lnTo>
                      <a:pt x="12" y="38"/>
                    </a:lnTo>
                    <a:lnTo>
                      <a:pt x="12" y="34"/>
                    </a:lnTo>
                    <a:lnTo>
                      <a:pt x="12" y="34"/>
                    </a:lnTo>
                    <a:lnTo>
                      <a:pt x="12" y="34"/>
                    </a:lnTo>
                    <a:lnTo>
                      <a:pt x="12" y="30"/>
                    </a:lnTo>
                    <a:lnTo>
                      <a:pt x="12" y="30"/>
                    </a:lnTo>
                    <a:lnTo>
                      <a:pt x="12" y="30"/>
                    </a:lnTo>
                    <a:lnTo>
                      <a:pt x="12" y="30"/>
                    </a:lnTo>
                    <a:lnTo>
                      <a:pt x="12" y="30"/>
                    </a:lnTo>
                    <a:lnTo>
                      <a:pt x="8" y="30"/>
                    </a:lnTo>
                    <a:lnTo>
                      <a:pt x="8" y="30"/>
                    </a:lnTo>
                    <a:lnTo>
                      <a:pt x="8" y="30"/>
                    </a:lnTo>
                    <a:lnTo>
                      <a:pt x="8" y="30"/>
                    </a:lnTo>
                    <a:lnTo>
                      <a:pt x="8" y="30"/>
                    </a:lnTo>
                    <a:lnTo>
                      <a:pt x="8" y="30"/>
                    </a:lnTo>
                    <a:lnTo>
                      <a:pt x="8" y="30"/>
                    </a:lnTo>
                    <a:lnTo>
                      <a:pt x="8" y="26"/>
                    </a:lnTo>
                    <a:lnTo>
                      <a:pt x="8" y="26"/>
                    </a:lnTo>
                    <a:lnTo>
                      <a:pt x="8" y="18"/>
                    </a:lnTo>
                    <a:lnTo>
                      <a:pt x="12" y="18"/>
                    </a:lnTo>
                    <a:lnTo>
                      <a:pt x="12" y="18"/>
                    </a:lnTo>
                    <a:lnTo>
                      <a:pt x="8" y="18"/>
                    </a:lnTo>
                    <a:lnTo>
                      <a:pt x="8" y="18"/>
                    </a:lnTo>
                    <a:lnTo>
                      <a:pt x="8" y="18"/>
                    </a:lnTo>
                    <a:lnTo>
                      <a:pt x="8" y="18"/>
                    </a:lnTo>
                    <a:lnTo>
                      <a:pt x="8" y="16"/>
                    </a:lnTo>
                    <a:lnTo>
                      <a:pt x="8" y="16"/>
                    </a:lnTo>
                    <a:lnTo>
                      <a:pt x="8" y="16"/>
                    </a:lnTo>
                    <a:lnTo>
                      <a:pt x="8" y="16"/>
                    </a:lnTo>
                    <a:lnTo>
                      <a:pt x="4" y="12"/>
                    </a:lnTo>
                    <a:lnTo>
                      <a:pt x="4" y="12"/>
                    </a:lnTo>
                    <a:lnTo>
                      <a:pt x="4" y="12"/>
                    </a:lnTo>
                    <a:lnTo>
                      <a:pt x="4" y="12"/>
                    </a:lnTo>
                    <a:lnTo>
                      <a:pt x="4" y="12"/>
                    </a:lnTo>
                    <a:lnTo>
                      <a:pt x="4" y="8"/>
                    </a:lnTo>
                    <a:lnTo>
                      <a:pt x="4" y="8"/>
                    </a:lnTo>
                    <a:lnTo>
                      <a:pt x="4" y="8"/>
                    </a:lnTo>
                    <a:lnTo>
                      <a:pt x="4" y="8"/>
                    </a:lnTo>
                    <a:lnTo>
                      <a:pt x="4" y="4"/>
                    </a:lnTo>
                    <a:lnTo>
                      <a:pt x="4" y="4"/>
                    </a:lnTo>
                    <a:lnTo>
                      <a:pt x="4" y="4"/>
                    </a:lnTo>
                    <a:lnTo>
                      <a:pt x="4" y="0"/>
                    </a:lnTo>
                    <a:lnTo>
                      <a:pt x="4" y="0"/>
                    </a:lnTo>
                    <a:lnTo>
                      <a:pt x="4" y="4"/>
                    </a:lnTo>
                    <a:lnTo>
                      <a:pt x="4" y="4"/>
                    </a:lnTo>
                    <a:lnTo>
                      <a:pt x="0" y="0"/>
                    </a:lnTo>
                    <a:lnTo>
                      <a:pt x="0" y="0"/>
                    </a:lnTo>
                    <a:lnTo>
                      <a:pt x="0" y="0"/>
                    </a:lnTo>
                    <a:lnTo>
                      <a:pt x="4" y="0"/>
                    </a:lnTo>
                    <a:lnTo>
                      <a:pt x="4" y="0"/>
                    </a:lnTo>
                    <a:lnTo>
                      <a:pt x="8" y="4"/>
                    </a:lnTo>
                    <a:lnTo>
                      <a:pt x="8" y="4"/>
                    </a:lnTo>
                    <a:lnTo>
                      <a:pt x="12" y="4"/>
                    </a:lnTo>
                    <a:lnTo>
                      <a:pt x="12" y="4"/>
                    </a:lnTo>
                    <a:lnTo>
                      <a:pt x="12" y="4"/>
                    </a:lnTo>
                    <a:lnTo>
                      <a:pt x="12" y="4"/>
                    </a:lnTo>
                    <a:lnTo>
                      <a:pt x="12" y="4"/>
                    </a:lnTo>
                    <a:lnTo>
                      <a:pt x="16" y="4"/>
                    </a:lnTo>
                    <a:lnTo>
                      <a:pt x="16" y="4"/>
                    </a:lnTo>
                    <a:lnTo>
                      <a:pt x="16" y="4"/>
                    </a:lnTo>
                    <a:lnTo>
                      <a:pt x="16" y="4"/>
                    </a:lnTo>
                    <a:lnTo>
                      <a:pt x="16" y="4"/>
                    </a:lnTo>
                    <a:lnTo>
                      <a:pt x="16" y="8"/>
                    </a:lnTo>
                    <a:lnTo>
                      <a:pt x="16" y="8"/>
                    </a:lnTo>
                    <a:lnTo>
                      <a:pt x="16" y="8"/>
                    </a:lnTo>
                    <a:lnTo>
                      <a:pt x="16" y="8"/>
                    </a:lnTo>
                    <a:lnTo>
                      <a:pt x="16" y="8"/>
                    </a:lnTo>
                    <a:lnTo>
                      <a:pt x="16" y="8"/>
                    </a:lnTo>
                    <a:lnTo>
                      <a:pt x="16" y="12"/>
                    </a:lnTo>
                    <a:lnTo>
                      <a:pt x="16" y="12"/>
                    </a:lnTo>
                    <a:lnTo>
                      <a:pt x="16" y="12"/>
                    </a:lnTo>
                    <a:lnTo>
                      <a:pt x="16" y="12"/>
                    </a:lnTo>
                    <a:lnTo>
                      <a:pt x="16" y="12"/>
                    </a:lnTo>
                    <a:lnTo>
                      <a:pt x="16" y="16"/>
                    </a:lnTo>
                    <a:lnTo>
                      <a:pt x="20" y="18"/>
                    </a:lnTo>
                    <a:lnTo>
                      <a:pt x="20" y="18"/>
                    </a:lnTo>
                    <a:lnTo>
                      <a:pt x="20" y="18"/>
                    </a:lnTo>
                    <a:lnTo>
                      <a:pt x="24" y="18"/>
                    </a:lnTo>
                    <a:lnTo>
                      <a:pt x="24" y="18"/>
                    </a:lnTo>
                    <a:lnTo>
                      <a:pt x="24" y="22"/>
                    </a:lnTo>
                    <a:lnTo>
                      <a:pt x="24" y="22"/>
                    </a:lnTo>
                    <a:lnTo>
                      <a:pt x="24" y="26"/>
                    </a:lnTo>
                    <a:lnTo>
                      <a:pt x="24" y="26"/>
                    </a:lnTo>
                    <a:lnTo>
                      <a:pt x="24" y="30"/>
                    </a:lnTo>
                    <a:lnTo>
                      <a:pt x="24" y="30"/>
                    </a:lnTo>
                    <a:lnTo>
                      <a:pt x="24" y="30"/>
                    </a:lnTo>
                    <a:lnTo>
                      <a:pt x="24" y="30"/>
                    </a:lnTo>
                    <a:lnTo>
                      <a:pt x="24" y="30"/>
                    </a:lnTo>
                    <a:lnTo>
                      <a:pt x="24" y="30"/>
                    </a:lnTo>
                    <a:lnTo>
                      <a:pt x="24" y="34"/>
                    </a:lnTo>
                    <a:lnTo>
                      <a:pt x="24" y="34"/>
                    </a:lnTo>
                    <a:lnTo>
                      <a:pt x="24" y="34"/>
                    </a:lnTo>
                    <a:lnTo>
                      <a:pt x="26" y="34"/>
                    </a:lnTo>
                    <a:lnTo>
                      <a:pt x="26" y="34"/>
                    </a:lnTo>
                    <a:lnTo>
                      <a:pt x="26" y="34"/>
                    </a:lnTo>
                    <a:lnTo>
                      <a:pt x="26" y="34"/>
                    </a:lnTo>
                    <a:lnTo>
                      <a:pt x="26" y="34"/>
                    </a:lnTo>
                    <a:lnTo>
                      <a:pt x="26" y="38"/>
                    </a:lnTo>
                    <a:lnTo>
                      <a:pt x="26" y="38"/>
                    </a:lnTo>
                    <a:lnTo>
                      <a:pt x="26" y="42"/>
                    </a:lnTo>
                    <a:lnTo>
                      <a:pt x="26" y="42"/>
                    </a:lnTo>
                    <a:lnTo>
                      <a:pt x="26" y="44"/>
                    </a:lnTo>
                    <a:lnTo>
                      <a:pt x="26" y="48"/>
                    </a:lnTo>
                    <a:lnTo>
                      <a:pt x="26" y="48"/>
                    </a:lnTo>
                    <a:lnTo>
                      <a:pt x="26" y="48"/>
                    </a:lnTo>
                    <a:lnTo>
                      <a:pt x="26" y="56"/>
                    </a:lnTo>
                    <a:lnTo>
                      <a:pt x="26" y="60"/>
                    </a:lnTo>
                    <a:lnTo>
                      <a:pt x="26" y="64"/>
                    </a:lnTo>
                    <a:lnTo>
                      <a:pt x="26" y="64"/>
                    </a:lnTo>
                    <a:lnTo>
                      <a:pt x="26" y="64"/>
                    </a:lnTo>
                    <a:lnTo>
                      <a:pt x="26" y="64"/>
                    </a:lnTo>
                    <a:lnTo>
                      <a:pt x="26"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79" name="Freeform 173"/>
              <p:cNvSpPr>
                <a:spLocks noEditPoints="1"/>
              </p:cNvSpPr>
              <p:nvPr/>
            </p:nvSpPr>
            <p:spPr bwMode="gray">
              <a:xfrm>
                <a:off x="4980837" y="3368302"/>
                <a:ext cx="104356" cy="236538"/>
              </a:xfrm>
              <a:custGeom>
                <a:avLst/>
                <a:gdLst>
                  <a:gd name="T0" fmla="*/ 40 w 60"/>
                  <a:gd name="T1" fmla="*/ 12 h 136"/>
                  <a:gd name="T2" fmla="*/ 44 w 60"/>
                  <a:gd name="T3" fmla="*/ 12 h 136"/>
                  <a:gd name="T4" fmla="*/ 44 w 60"/>
                  <a:gd name="T5" fmla="*/ 8 h 136"/>
                  <a:gd name="T6" fmla="*/ 48 w 60"/>
                  <a:gd name="T7" fmla="*/ 8 h 136"/>
                  <a:gd name="T8" fmla="*/ 48 w 60"/>
                  <a:gd name="T9" fmla="*/ 14 h 136"/>
                  <a:gd name="T10" fmla="*/ 48 w 60"/>
                  <a:gd name="T11" fmla="*/ 18 h 136"/>
                  <a:gd name="T12" fmla="*/ 44 w 60"/>
                  <a:gd name="T13" fmla="*/ 18 h 136"/>
                  <a:gd name="T14" fmla="*/ 44 w 60"/>
                  <a:gd name="T15" fmla="*/ 30 h 136"/>
                  <a:gd name="T16" fmla="*/ 48 w 60"/>
                  <a:gd name="T17" fmla="*/ 34 h 136"/>
                  <a:gd name="T18" fmla="*/ 52 w 60"/>
                  <a:gd name="T19" fmla="*/ 34 h 136"/>
                  <a:gd name="T20" fmla="*/ 52 w 60"/>
                  <a:gd name="T21" fmla="*/ 42 h 136"/>
                  <a:gd name="T22" fmla="*/ 48 w 60"/>
                  <a:gd name="T23" fmla="*/ 52 h 136"/>
                  <a:gd name="T24" fmla="*/ 44 w 60"/>
                  <a:gd name="T25" fmla="*/ 56 h 136"/>
                  <a:gd name="T26" fmla="*/ 38 w 60"/>
                  <a:gd name="T27" fmla="*/ 60 h 136"/>
                  <a:gd name="T28" fmla="*/ 38 w 60"/>
                  <a:gd name="T29" fmla="*/ 64 h 136"/>
                  <a:gd name="T30" fmla="*/ 40 w 60"/>
                  <a:gd name="T31" fmla="*/ 72 h 136"/>
                  <a:gd name="T32" fmla="*/ 44 w 60"/>
                  <a:gd name="T33" fmla="*/ 72 h 136"/>
                  <a:gd name="T34" fmla="*/ 48 w 60"/>
                  <a:gd name="T35" fmla="*/ 74 h 136"/>
                  <a:gd name="T36" fmla="*/ 52 w 60"/>
                  <a:gd name="T37" fmla="*/ 72 h 136"/>
                  <a:gd name="T38" fmla="*/ 52 w 60"/>
                  <a:gd name="T39" fmla="*/ 74 h 136"/>
                  <a:gd name="T40" fmla="*/ 56 w 60"/>
                  <a:gd name="T41" fmla="*/ 78 h 136"/>
                  <a:gd name="T42" fmla="*/ 60 w 60"/>
                  <a:gd name="T43" fmla="*/ 82 h 136"/>
                  <a:gd name="T44" fmla="*/ 60 w 60"/>
                  <a:gd name="T45" fmla="*/ 90 h 136"/>
                  <a:gd name="T46" fmla="*/ 60 w 60"/>
                  <a:gd name="T47" fmla="*/ 94 h 136"/>
                  <a:gd name="T48" fmla="*/ 48 w 60"/>
                  <a:gd name="T49" fmla="*/ 102 h 136"/>
                  <a:gd name="T50" fmla="*/ 44 w 60"/>
                  <a:gd name="T51" fmla="*/ 106 h 136"/>
                  <a:gd name="T52" fmla="*/ 38 w 60"/>
                  <a:gd name="T53" fmla="*/ 108 h 136"/>
                  <a:gd name="T54" fmla="*/ 40 w 60"/>
                  <a:gd name="T55" fmla="*/ 124 h 136"/>
                  <a:gd name="T56" fmla="*/ 34 w 60"/>
                  <a:gd name="T57" fmla="*/ 132 h 136"/>
                  <a:gd name="T58" fmla="*/ 30 w 60"/>
                  <a:gd name="T59" fmla="*/ 124 h 136"/>
                  <a:gd name="T60" fmla="*/ 22 w 60"/>
                  <a:gd name="T61" fmla="*/ 102 h 136"/>
                  <a:gd name="T62" fmla="*/ 14 w 60"/>
                  <a:gd name="T63" fmla="*/ 90 h 136"/>
                  <a:gd name="T64" fmla="*/ 10 w 60"/>
                  <a:gd name="T65" fmla="*/ 82 h 136"/>
                  <a:gd name="T66" fmla="*/ 4 w 60"/>
                  <a:gd name="T67" fmla="*/ 78 h 136"/>
                  <a:gd name="T68" fmla="*/ 4 w 60"/>
                  <a:gd name="T69" fmla="*/ 68 h 136"/>
                  <a:gd name="T70" fmla="*/ 4 w 60"/>
                  <a:gd name="T71" fmla="*/ 64 h 136"/>
                  <a:gd name="T72" fmla="*/ 4 w 60"/>
                  <a:gd name="T73" fmla="*/ 60 h 136"/>
                  <a:gd name="T74" fmla="*/ 10 w 60"/>
                  <a:gd name="T75" fmla="*/ 52 h 136"/>
                  <a:gd name="T76" fmla="*/ 10 w 60"/>
                  <a:gd name="T77" fmla="*/ 48 h 136"/>
                  <a:gd name="T78" fmla="*/ 14 w 60"/>
                  <a:gd name="T79" fmla="*/ 42 h 136"/>
                  <a:gd name="T80" fmla="*/ 14 w 60"/>
                  <a:gd name="T81" fmla="*/ 34 h 136"/>
                  <a:gd name="T82" fmla="*/ 10 w 60"/>
                  <a:gd name="T83" fmla="*/ 30 h 136"/>
                  <a:gd name="T84" fmla="*/ 14 w 60"/>
                  <a:gd name="T85" fmla="*/ 22 h 136"/>
                  <a:gd name="T86" fmla="*/ 10 w 60"/>
                  <a:gd name="T87" fmla="*/ 14 h 136"/>
                  <a:gd name="T88" fmla="*/ 10 w 60"/>
                  <a:gd name="T89" fmla="*/ 14 h 136"/>
                  <a:gd name="T90" fmla="*/ 18 w 60"/>
                  <a:gd name="T91" fmla="*/ 8 h 136"/>
                  <a:gd name="T92" fmla="*/ 22 w 60"/>
                  <a:gd name="T93" fmla="*/ 8 h 136"/>
                  <a:gd name="T94" fmla="*/ 22 w 60"/>
                  <a:gd name="T95" fmla="*/ 4 h 136"/>
                  <a:gd name="T96" fmla="*/ 34 w 60"/>
                  <a:gd name="T97" fmla="*/ 0 h 136"/>
                  <a:gd name="T98" fmla="*/ 34 w 60"/>
                  <a:gd name="T99" fmla="*/ 4 h 136"/>
                  <a:gd name="T100" fmla="*/ 40 w 60"/>
                  <a:gd name="T101" fmla="*/ 4 h 136"/>
                  <a:gd name="T102" fmla="*/ 40 w 60"/>
                  <a:gd name="T103" fmla="*/ 8 h 136"/>
                  <a:gd name="T104" fmla="*/ 52 w 60"/>
                  <a:gd name="T105" fmla="*/ 52 h 136"/>
                  <a:gd name="T106" fmla="*/ 56 w 60"/>
                  <a:gd name="T107" fmla="*/ 48 h 136"/>
                  <a:gd name="T108" fmla="*/ 52 w 60"/>
                  <a:gd name="T109" fmla="*/ 52 h 136"/>
                  <a:gd name="T110" fmla="*/ 48 w 60"/>
                  <a:gd name="T111" fmla="*/ 68 h 136"/>
                  <a:gd name="T112" fmla="*/ 48 w 60"/>
                  <a:gd name="T113" fmla="*/ 68 h 136"/>
                  <a:gd name="T114" fmla="*/ 48 w 60"/>
                  <a:gd name="T115" fmla="*/ 68 h 136"/>
                  <a:gd name="T116" fmla="*/ 52 w 60"/>
                  <a:gd name="T117" fmla="*/ 68 h 136"/>
                  <a:gd name="T118" fmla="*/ 48 w 60"/>
                  <a:gd name="T119" fmla="*/ 72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0" h="136">
                    <a:moveTo>
                      <a:pt x="40" y="8"/>
                    </a:moveTo>
                    <a:lnTo>
                      <a:pt x="40" y="8"/>
                    </a:lnTo>
                    <a:lnTo>
                      <a:pt x="40" y="12"/>
                    </a:lnTo>
                    <a:lnTo>
                      <a:pt x="40" y="12"/>
                    </a:lnTo>
                    <a:lnTo>
                      <a:pt x="40" y="12"/>
                    </a:lnTo>
                    <a:lnTo>
                      <a:pt x="40" y="12"/>
                    </a:lnTo>
                    <a:lnTo>
                      <a:pt x="40" y="12"/>
                    </a:lnTo>
                    <a:lnTo>
                      <a:pt x="40" y="12"/>
                    </a:lnTo>
                    <a:lnTo>
                      <a:pt x="40" y="12"/>
                    </a:lnTo>
                    <a:lnTo>
                      <a:pt x="40" y="12"/>
                    </a:lnTo>
                    <a:lnTo>
                      <a:pt x="40" y="12"/>
                    </a:lnTo>
                    <a:lnTo>
                      <a:pt x="40" y="12"/>
                    </a:lnTo>
                    <a:lnTo>
                      <a:pt x="40" y="12"/>
                    </a:lnTo>
                    <a:lnTo>
                      <a:pt x="44" y="12"/>
                    </a:lnTo>
                    <a:lnTo>
                      <a:pt x="44" y="12"/>
                    </a:lnTo>
                    <a:lnTo>
                      <a:pt x="44" y="12"/>
                    </a:lnTo>
                    <a:lnTo>
                      <a:pt x="44" y="12"/>
                    </a:lnTo>
                    <a:lnTo>
                      <a:pt x="44" y="12"/>
                    </a:lnTo>
                    <a:lnTo>
                      <a:pt x="44" y="12"/>
                    </a:lnTo>
                    <a:lnTo>
                      <a:pt x="44" y="12"/>
                    </a:lnTo>
                    <a:lnTo>
                      <a:pt x="44" y="8"/>
                    </a:lnTo>
                    <a:lnTo>
                      <a:pt x="44" y="8"/>
                    </a:lnTo>
                    <a:lnTo>
                      <a:pt x="44" y="8"/>
                    </a:lnTo>
                    <a:lnTo>
                      <a:pt x="48" y="8"/>
                    </a:lnTo>
                    <a:lnTo>
                      <a:pt x="48" y="8"/>
                    </a:lnTo>
                    <a:lnTo>
                      <a:pt x="48" y="8"/>
                    </a:lnTo>
                    <a:lnTo>
                      <a:pt x="48" y="8"/>
                    </a:lnTo>
                    <a:lnTo>
                      <a:pt x="48" y="8"/>
                    </a:lnTo>
                    <a:lnTo>
                      <a:pt x="52" y="4"/>
                    </a:lnTo>
                    <a:lnTo>
                      <a:pt x="52" y="8"/>
                    </a:lnTo>
                    <a:lnTo>
                      <a:pt x="52" y="8"/>
                    </a:lnTo>
                    <a:lnTo>
                      <a:pt x="52" y="12"/>
                    </a:lnTo>
                    <a:lnTo>
                      <a:pt x="52" y="12"/>
                    </a:lnTo>
                    <a:lnTo>
                      <a:pt x="52" y="12"/>
                    </a:lnTo>
                    <a:lnTo>
                      <a:pt x="48" y="14"/>
                    </a:lnTo>
                    <a:lnTo>
                      <a:pt x="48" y="14"/>
                    </a:lnTo>
                    <a:lnTo>
                      <a:pt x="48" y="14"/>
                    </a:lnTo>
                    <a:lnTo>
                      <a:pt x="48" y="14"/>
                    </a:lnTo>
                    <a:lnTo>
                      <a:pt x="48" y="14"/>
                    </a:lnTo>
                    <a:lnTo>
                      <a:pt x="48" y="18"/>
                    </a:lnTo>
                    <a:lnTo>
                      <a:pt x="48" y="18"/>
                    </a:lnTo>
                    <a:lnTo>
                      <a:pt x="48" y="18"/>
                    </a:lnTo>
                    <a:lnTo>
                      <a:pt x="44" y="18"/>
                    </a:lnTo>
                    <a:lnTo>
                      <a:pt x="44" y="18"/>
                    </a:lnTo>
                    <a:lnTo>
                      <a:pt x="44" y="18"/>
                    </a:lnTo>
                    <a:lnTo>
                      <a:pt x="44" y="18"/>
                    </a:lnTo>
                    <a:lnTo>
                      <a:pt x="44" y="18"/>
                    </a:lnTo>
                    <a:lnTo>
                      <a:pt x="44" y="18"/>
                    </a:lnTo>
                    <a:lnTo>
                      <a:pt x="44" y="18"/>
                    </a:lnTo>
                    <a:lnTo>
                      <a:pt x="44" y="22"/>
                    </a:lnTo>
                    <a:lnTo>
                      <a:pt x="44" y="22"/>
                    </a:lnTo>
                    <a:lnTo>
                      <a:pt x="44" y="22"/>
                    </a:lnTo>
                    <a:lnTo>
                      <a:pt x="44" y="26"/>
                    </a:lnTo>
                    <a:lnTo>
                      <a:pt x="44" y="26"/>
                    </a:lnTo>
                    <a:lnTo>
                      <a:pt x="44" y="30"/>
                    </a:lnTo>
                    <a:lnTo>
                      <a:pt x="44" y="30"/>
                    </a:lnTo>
                    <a:lnTo>
                      <a:pt x="48" y="30"/>
                    </a:lnTo>
                    <a:lnTo>
                      <a:pt x="48" y="30"/>
                    </a:lnTo>
                    <a:lnTo>
                      <a:pt x="48" y="30"/>
                    </a:lnTo>
                    <a:lnTo>
                      <a:pt x="48" y="30"/>
                    </a:lnTo>
                    <a:lnTo>
                      <a:pt x="48" y="30"/>
                    </a:lnTo>
                    <a:lnTo>
                      <a:pt x="48" y="34"/>
                    </a:lnTo>
                    <a:lnTo>
                      <a:pt x="48" y="34"/>
                    </a:lnTo>
                    <a:lnTo>
                      <a:pt x="48" y="34"/>
                    </a:lnTo>
                    <a:lnTo>
                      <a:pt x="52" y="34"/>
                    </a:lnTo>
                    <a:lnTo>
                      <a:pt x="52" y="34"/>
                    </a:lnTo>
                    <a:lnTo>
                      <a:pt x="52" y="34"/>
                    </a:lnTo>
                    <a:lnTo>
                      <a:pt x="52" y="34"/>
                    </a:lnTo>
                    <a:lnTo>
                      <a:pt x="52" y="34"/>
                    </a:lnTo>
                    <a:lnTo>
                      <a:pt x="52" y="34"/>
                    </a:lnTo>
                    <a:lnTo>
                      <a:pt x="52" y="38"/>
                    </a:lnTo>
                    <a:lnTo>
                      <a:pt x="52" y="38"/>
                    </a:lnTo>
                    <a:lnTo>
                      <a:pt x="52" y="38"/>
                    </a:lnTo>
                    <a:lnTo>
                      <a:pt x="52" y="42"/>
                    </a:lnTo>
                    <a:lnTo>
                      <a:pt x="52" y="42"/>
                    </a:lnTo>
                    <a:lnTo>
                      <a:pt x="52" y="42"/>
                    </a:lnTo>
                    <a:lnTo>
                      <a:pt x="52" y="42"/>
                    </a:lnTo>
                    <a:lnTo>
                      <a:pt x="52" y="42"/>
                    </a:lnTo>
                    <a:lnTo>
                      <a:pt x="52" y="42"/>
                    </a:lnTo>
                    <a:lnTo>
                      <a:pt x="52" y="44"/>
                    </a:lnTo>
                    <a:lnTo>
                      <a:pt x="52" y="44"/>
                    </a:lnTo>
                    <a:lnTo>
                      <a:pt x="48" y="48"/>
                    </a:lnTo>
                    <a:lnTo>
                      <a:pt x="48" y="48"/>
                    </a:lnTo>
                    <a:lnTo>
                      <a:pt x="48" y="52"/>
                    </a:lnTo>
                    <a:lnTo>
                      <a:pt x="48" y="52"/>
                    </a:lnTo>
                    <a:lnTo>
                      <a:pt x="48" y="52"/>
                    </a:lnTo>
                    <a:lnTo>
                      <a:pt x="44" y="52"/>
                    </a:lnTo>
                    <a:lnTo>
                      <a:pt x="44" y="52"/>
                    </a:lnTo>
                    <a:lnTo>
                      <a:pt x="44" y="52"/>
                    </a:lnTo>
                    <a:lnTo>
                      <a:pt x="44" y="52"/>
                    </a:lnTo>
                    <a:lnTo>
                      <a:pt x="44" y="56"/>
                    </a:lnTo>
                    <a:lnTo>
                      <a:pt x="40" y="56"/>
                    </a:lnTo>
                    <a:lnTo>
                      <a:pt x="40" y="56"/>
                    </a:lnTo>
                    <a:lnTo>
                      <a:pt x="40" y="56"/>
                    </a:lnTo>
                    <a:lnTo>
                      <a:pt x="40" y="56"/>
                    </a:lnTo>
                    <a:lnTo>
                      <a:pt x="38" y="56"/>
                    </a:lnTo>
                    <a:lnTo>
                      <a:pt x="38" y="60"/>
                    </a:lnTo>
                    <a:lnTo>
                      <a:pt x="38" y="60"/>
                    </a:lnTo>
                    <a:lnTo>
                      <a:pt x="38" y="60"/>
                    </a:lnTo>
                    <a:lnTo>
                      <a:pt x="38" y="60"/>
                    </a:lnTo>
                    <a:lnTo>
                      <a:pt x="38" y="60"/>
                    </a:lnTo>
                    <a:lnTo>
                      <a:pt x="38" y="64"/>
                    </a:lnTo>
                    <a:lnTo>
                      <a:pt x="38" y="64"/>
                    </a:lnTo>
                    <a:lnTo>
                      <a:pt x="38" y="64"/>
                    </a:lnTo>
                    <a:lnTo>
                      <a:pt x="38" y="64"/>
                    </a:lnTo>
                    <a:lnTo>
                      <a:pt x="38" y="64"/>
                    </a:lnTo>
                    <a:lnTo>
                      <a:pt x="38" y="64"/>
                    </a:lnTo>
                    <a:lnTo>
                      <a:pt x="40" y="68"/>
                    </a:lnTo>
                    <a:lnTo>
                      <a:pt x="40" y="68"/>
                    </a:lnTo>
                    <a:lnTo>
                      <a:pt x="40" y="68"/>
                    </a:lnTo>
                    <a:lnTo>
                      <a:pt x="40" y="72"/>
                    </a:lnTo>
                    <a:lnTo>
                      <a:pt x="40" y="72"/>
                    </a:lnTo>
                    <a:lnTo>
                      <a:pt x="40" y="72"/>
                    </a:lnTo>
                    <a:lnTo>
                      <a:pt x="44" y="72"/>
                    </a:lnTo>
                    <a:lnTo>
                      <a:pt x="44" y="72"/>
                    </a:lnTo>
                    <a:lnTo>
                      <a:pt x="44" y="72"/>
                    </a:lnTo>
                    <a:lnTo>
                      <a:pt x="44" y="72"/>
                    </a:lnTo>
                    <a:lnTo>
                      <a:pt x="44" y="72"/>
                    </a:lnTo>
                    <a:lnTo>
                      <a:pt x="44" y="72"/>
                    </a:lnTo>
                    <a:lnTo>
                      <a:pt x="48" y="68"/>
                    </a:lnTo>
                    <a:lnTo>
                      <a:pt x="48" y="68"/>
                    </a:lnTo>
                    <a:lnTo>
                      <a:pt x="48" y="72"/>
                    </a:lnTo>
                    <a:lnTo>
                      <a:pt x="48" y="72"/>
                    </a:lnTo>
                    <a:lnTo>
                      <a:pt x="48" y="72"/>
                    </a:lnTo>
                    <a:lnTo>
                      <a:pt x="48" y="72"/>
                    </a:lnTo>
                    <a:lnTo>
                      <a:pt x="48" y="74"/>
                    </a:lnTo>
                    <a:lnTo>
                      <a:pt x="48" y="74"/>
                    </a:lnTo>
                    <a:lnTo>
                      <a:pt x="48" y="72"/>
                    </a:lnTo>
                    <a:lnTo>
                      <a:pt x="48" y="72"/>
                    </a:lnTo>
                    <a:lnTo>
                      <a:pt x="48" y="72"/>
                    </a:lnTo>
                    <a:lnTo>
                      <a:pt x="48" y="72"/>
                    </a:lnTo>
                    <a:lnTo>
                      <a:pt x="48" y="72"/>
                    </a:lnTo>
                    <a:lnTo>
                      <a:pt x="52" y="72"/>
                    </a:lnTo>
                    <a:lnTo>
                      <a:pt x="52" y="72"/>
                    </a:lnTo>
                    <a:lnTo>
                      <a:pt x="52" y="72"/>
                    </a:lnTo>
                    <a:lnTo>
                      <a:pt x="52" y="72"/>
                    </a:lnTo>
                    <a:lnTo>
                      <a:pt x="52" y="72"/>
                    </a:lnTo>
                    <a:lnTo>
                      <a:pt x="52" y="72"/>
                    </a:lnTo>
                    <a:lnTo>
                      <a:pt x="52" y="72"/>
                    </a:lnTo>
                    <a:lnTo>
                      <a:pt x="52" y="74"/>
                    </a:lnTo>
                    <a:lnTo>
                      <a:pt x="52" y="74"/>
                    </a:lnTo>
                    <a:lnTo>
                      <a:pt x="52" y="74"/>
                    </a:lnTo>
                    <a:lnTo>
                      <a:pt x="52" y="78"/>
                    </a:lnTo>
                    <a:lnTo>
                      <a:pt x="52" y="78"/>
                    </a:lnTo>
                    <a:lnTo>
                      <a:pt x="56" y="78"/>
                    </a:lnTo>
                    <a:lnTo>
                      <a:pt x="56" y="78"/>
                    </a:lnTo>
                    <a:lnTo>
                      <a:pt x="56" y="78"/>
                    </a:lnTo>
                    <a:lnTo>
                      <a:pt x="60" y="78"/>
                    </a:lnTo>
                    <a:lnTo>
                      <a:pt x="60" y="78"/>
                    </a:lnTo>
                    <a:lnTo>
                      <a:pt x="60" y="78"/>
                    </a:lnTo>
                    <a:lnTo>
                      <a:pt x="60" y="78"/>
                    </a:lnTo>
                    <a:lnTo>
                      <a:pt x="60" y="82"/>
                    </a:lnTo>
                    <a:lnTo>
                      <a:pt x="60" y="82"/>
                    </a:lnTo>
                    <a:lnTo>
                      <a:pt x="60" y="82"/>
                    </a:lnTo>
                    <a:lnTo>
                      <a:pt x="60" y="82"/>
                    </a:lnTo>
                    <a:lnTo>
                      <a:pt x="60" y="86"/>
                    </a:lnTo>
                    <a:lnTo>
                      <a:pt x="60" y="90"/>
                    </a:lnTo>
                    <a:lnTo>
                      <a:pt x="60" y="90"/>
                    </a:lnTo>
                    <a:lnTo>
                      <a:pt x="60" y="90"/>
                    </a:lnTo>
                    <a:lnTo>
                      <a:pt x="60" y="90"/>
                    </a:lnTo>
                    <a:lnTo>
                      <a:pt x="60" y="90"/>
                    </a:lnTo>
                    <a:lnTo>
                      <a:pt x="60" y="90"/>
                    </a:lnTo>
                    <a:lnTo>
                      <a:pt x="60" y="90"/>
                    </a:lnTo>
                    <a:lnTo>
                      <a:pt x="60" y="94"/>
                    </a:lnTo>
                    <a:lnTo>
                      <a:pt x="60" y="94"/>
                    </a:lnTo>
                    <a:lnTo>
                      <a:pt x="60" y="94"/>
                    </a:lnTo>
                    <a:lnTo>
                      <a:pt x="60" y="94"/>
                    </a:lnTo>
                    <a:lnTo>
                      <a:pt x="60" y="94"/>
                    </a:lnTo>
                    <a:lnTo>
                      <a:pt x="56" y="94"/>
                    </a:lnTo>
                    <a:lnTo>
                      <a:pt x="56" y="94"/>
                    </a:lnTo>
                    <a:lnTo>
                      <a:pt x="52" y="98"/>
                    </a:lnTo>
                    <a:lnTo>
                      <a:pt x="52" y="98"/>
                    </a:lnTo>
                    <a:lnTo>
                      <a:pt x="52" y="98"/>
                    </a:lnTo>
                    <a:lnTo>
                      <a:pt x="48" y="98"/>
                    </a:lnTo>
                    <a:lnTo>
                      <a:pt x="48" y="102"/>
                    </a:lnTo>
                    <a:lnTo>
                      <a:pt x="48" y="102"/>
                    </a:lnTo>
                    <a:lnTo>
                      <a:pt x="48" y="102"/>
                    </a:lnTo>
                    <a:lnTo>
                      <a:pt x="48" y="102"/>
                    </a:lnTo>
                    <a:lnTo>
                      <a:pt x="44" y="106"/>
                    </a:lnTo>
                    <a:lnTo>
                      <a:pt x="44" y="106"/>
                    </a:lnTo>
                    <a:lnTo>
                      <a:pt x="44" y="106"/>
                    </a:lnTo>
                    <a:lnTo>
                      <a:pt x="44" y="106"/>
                    </a:lnTo>
                    <a:lnTo>
                      <a:pt x="44" y="106"/>
                    </a:lnTo>
                    <a:lnTo>
                      <a:pt x="44" y="106"/>
                    </a:lnTo>
                    <a:lnTo>
                      <a:pt x="40" y="106"/>
                    </a:lnTo>
                    <a:lnTo>
                      <a:pt x="40" y="106"/>
                    </a:lnTo>
                    <a:lnTo>
                      <a:pt x="40" y="106"/>
                    </a:lnTo>
                    <a:lnTo>
                      <a:pt x="40" y="106"/>
                    </a:lnTo>
                    <a:lnTo>
                      <a:pt x="38" y="108"/>
                    </a:lnTo>
                    <a:lnTo>
                      <a:pt x="38" y="112"/>
                    </a:lnTo>
                    <a:lnTo>
                      <a:pt x="40" y="112"/>
                    </a:lnTo>
                    <a:lnTo>
                      <a:pt x="40" y="116"/>
                    </a:lnTo>
                    <a:lnTo>
                      <a:pt x="40" y="120"/>
                    </a:lnTo>
                    <a:lnTo>
                      <a:pt x="40" y="120"/>
                    </a:lnTo>
                    <a:lnTo>
                      <a:pt x="40" y="124"/>
                    </a:lnTo>
                    <a:lnTo>
                      <a:pt x="40" y="124"/>
                    </a:lnTo>
                    <a:lnTo>
                      <a:pt x="40" y="124"/>
                    </a:lnTo>
                    <a:lnTo>
                      <a:pt x="38" y="128"/>
                    </a:lnTo>
                    <a:lnTo>
                      <a:pt x="38" y="132"/>
                    </a:lnTo>
                    <a:lnTo>
                      <a:pt x="38" y="132"/>
                    </a:lnTo>
                    <a:lnTo>
                      <a:pt x="34" y="132"/>
                    </a:lnTo>
                    <a:lnTo>
                      <a:pt x="34" y="132"/>
                    </a:lnTo>
                    <a:lnTo>
                      <a:pt x="34" y="132"/>
                    </a:lnTo>
                    <a:lnTo>
                      <a:pt x="34" y="132"/>
                    </a:lnTo>
                    <a:lnTo>
                      <a:pt x="30" y="136"/>
                    </a:lnTo>
                    <a:lnTo>
                      <a:pt x="30" y="136"/>
                    </a:lnTo>
                    <a:lnTo>
                      <a:pt x="30" y="132"/>
                    </a:lnTo>
                    <a:lnTo>
                      <a:pt x="30" y="128"/>
                    </a:lnTo>
                    <a:lnTo>
                      <a:pt x="30" y="128"/>
                    </a:lnTo>
                    <a:lnTo>
                      <a:pt x="30" y="124"/>
                    </a:lnTo>
                    <a:lnTo>
                      <a:pt x="26" y="120"/>
                    </a:lnTo>
                    <a:lnTo>
                      <a:pt x="26" y="116"/>
                    </a:lnTo>
                    <a:lnTo>
                      <a:pt x="26" y="108"/>
                    </a:lnTo>
                    <a:lnTo>
                      <a:pt x="26" y="108"/>
                    </a:lnTo>
                    <a:lnTo>
                      <a:pt x="26" y="102"/>
                    </a:lnTo>
                    <a:lnTo>
                      <a:pt x="22" y="102"/>
                    </a:lnTo>
                    <a:lnTo>
                      <a:pt x="22" y="102"/>
                    </a:lnTo>
                    <a:lnTo>
                      <a:pt x="22" y="98"/>
                    </a:lnTo>
                    <a:lnTo>
                      <a:pt x="22" y="98"/>
                    </a:lnTo>
                    <a:lnTo>
                      <a:pt x="18" y="94"/>
                    </a:lnTo>
                    <a:lnTo>
                      <a:pt x="14" y="94"/>
                    </a:lnTo>
                    <a:lnTo>
                      <a:pt x="14" y="94"/>
                    </a:lnTo>
                    <a:lnTo>
                      <a:pt x="14" y="90"/>
                    </a:lnTo>
                    <a:lnTo>
                      <a:pt x="14" y="90"/>
                    </a:lnTo>
                    <a:lnTo>
                      <a:pt x="14" y="90"/>
                    </a:lnTo>
                    <a:lnTo>
                      <a:pt x="14" y="86"/>
                    </a:lnTo>
                    <a:lnTo>
                      <a:pt x="14" y="86"/>
                    </a:lnTo>
                    <a:lnTo>
                      <a:pt x="14" y="86"/>
                    </a:lnTo>
                    <a:lnTo>
                      <a:pt x="14" y="86"/>
                    </a:lnTo>
                    <a:lnTo>
                      <a:pt x="10" y="86"/>
                    </a:lnTo>
                    <a:lnTo>
                      <a:pt x="10" y="82"/>
                    </a:lnTo>
                    <a:lnTo>
                      <a:pt x="10" y="78"/>
                    </a:lnTo>
                    <a:lnTo>
                      <a:pt x="10" y="78"/>
                    </a:lnTo>
                    <a:lnTo>
                      <a:pt x="6" y="78"/>
                    </a:lnTo>
                    <a:lnTo>
                      <a:pt x="4" y="78"/>
                    </a:lnTo>
                    <a:lnTo>
                      <a:pt x="4" y="78"/>
                    </a:lnTo>
                    <a:lnTo>
                      <a:pt x="4" y="78"/>
                    </a:lnTo>
                    <a:lnTo>
                      <a:pt x="4" y="78"/>
                    </a:lnTo>
                    <a:lnTo>
                      <a:pt x="4" y="74"/>
                    </a:lnTo>
                    <a:lnTo>
                      <a:pt x="4" y="74"/>
                    </a:lnTo>
                    <a:lnTo>
                      <a:pt x="4" y="74"/>
                    </a:lnTo>
                    <a:lnTo>
                      <a:pt x="4" y="74"/>
                    </a:lnTo>
                    <a:lnTo>
                      <a:pt x="4" y="72"/>
                    </a:lnTo>
                    <a:lnTo>
                      <a:pt x="4" y="72"/>
                    </a:lnTo>
                    <a:lnTo>
                      <a:pt x="4" y="68"/>
                    </a:lnTo>
                    <a:lnTo>
                      <a:pt x="0" y="68"/>
                    </a:lnTo>
                    <a:lnTo>
                      <a:pt x="0" y="64"/>
                    </a:lnTo>
                    <a:lnTo>
                      <a:pt x="0" y="64"/>
                    </a:lnTo>
                    <a:lnTo>
                      <a:pt x="0" y="64"/>
                    </a:lnTo>
                    <a:lnTo>
                      <a:pt x="4" y="64"/>
                    </a:lnTo>
                    <a:lnTo>
                      <a:pt x="4" y="64"/>
                    </a:lnTo>
                    <a:lnTo>
                      <a:pt x="4" y="64"/>
                    </a:lnTo>
                    <a:lnTo>
                      <a:pt x="4" y="60"/>
                    </a:lnTo>
                    <a:lnTo>
                      <a:pt x="4" y="60"/>
                    </a:lnTo>
                    <a:lnTo>
                      <a:pt x="4" y="60"/>
                    </a:lnTo>
                    <a:lnTo>
                      <a:pt x="4" y="60"/>
                    </a:lnTo>
                    <a:lnTo>
                      <a:pt x="4" y="60"/>
                    </a:lnTo>
                    <a:lnTo>
                      <a:pt x="4" y="60"/>
                    </a:lnTo>
                    <a:lnTo>
                      <a:pt x="4" y="60"/>
                    </a:lnTo>
                    <a:lnTo>
                      <a:pt x="6" y="60"/>
                    </a:lnTo>
                    <a:lnTo>
                      <a:pt x="6" y="56"/>
                    </a:lnTo>
                    <a:lnTo>
                      <a:pt x="6" y="56"/>
                    </a:lnTo>
                    <a:lnTo>
                      <a:pt x="6" y="56"/>
                    </a:lnTo>
                    <a:lnTo>
                      <a:pt x="6" y="56"/>
                    </a:lnTo>
                    <a:lnTo>
                      <a:pt x="6" y="52"/>
                    </a:lnTo>
                    <a:lnTo>
                      <a:pt x="10" y="52"/>
                    </a:lnTo>
                    <a:lnTo>
                      <a:pt x="10" y="52"/>
                    </a:lnTo>
                    <a:lnTo>
                      <a:pt x="10" y="52"/>
                    </a:lnTo>
                    <a:lnTo>
                      <a:pt x="10" y="52"/>
                    </a:lnTo>
                    <a:lnTo>
                      <a:pt x="10" y="52"/>
                    </a:lnTo>
                    <a:lnTo>
                      <a:pt x="10" y="52"/>
                    </a:lnTo>
                    <a:lnTo>
                      <a:pt x="10" y="48"/>
                    </a:lnTo>
                    <a:lnTo>
                      <a:pt x="10" y="48"/>
                    </a:lnTo>
                    <a:lnTo>
                      <a:pt x="10" y="48"/>
                    </a:lnTo>
                    <a:lnTo>
                      <a:pt x="10" y="48"/>
                    </a:lnTo>
                    <a:lnTo>
                      <a:pt x="10" y="48"/>
                    </a:lnTo>
                    <a:lnTo>
                      <a:pt x="10" y="44"/>
                    </a:lnTo>
                    <a:lnTo>
                      <a:pt x="14" y="42"/>
                    </a:lnTo>
                    <a:lnTo>
                      <a:pt x="14" y="42"/>
                    </a:lnTo>
                    <a:lnTo>
                      <a:pt x="14" y="42"/>
                    </a:lnTo>
                    <a:lnTo>
                      <a:pt x="14" y="38"/>
                    </a:lnTo>
                    <a:lnTo>
                      <a:pt x="14" y="38"/>
                    </a:lnTo>
                    <a:lnTo>
                      <a:pt x="14" y="38"/>
                    </a:lnTo>
                    <a:lnTo>
                      <a:pt x="14" y="38"/>
                    </a:lnTo>
                    <a:lnTo>
                      <a:pt x="14" y="38"/>
                    </a:lnTo>
                    <a:lnTo>
                      <a:pt x="14" y="38"/>
                    </a:lnTo>
                    <a:lnTo>
                      <a:pt x="14" y="34"/>
                    </a:lnTo>
                    <a:lnTo>
                      <a:pt x="14" y="34"/>
                    </a:lnTo>
                    <a:lnTo>
                      <a:pt x="14" y="34"/>
                    </a:lnTo>
                    <a:lnTo>
                      <a:pt x="14" y="34"/>
                    </a:lnTo>
                    <a:lnTo>
                      <a:pt x="14" y="30"/>
                    </a:lnTo>
                    <a:lnTo>
                      <a:pt x="10" y="30"/>
                    </a:lnTo>
                    <a:lnTo>
                      <a:pt x="10" y="30"/>
                    </a:lnTo>
                    <a:lnTo>
                      <a:pt x="10" y="30"/>
                    </a:lnTo>
                    <a:lnTo>
                      <a:pt x="10" y="30"/>
                    </a:lnTo>
                    <a:lnTo>
                      <a:pt x="10" y="30"/>
                    </a:lnTo>
                    <a:lnTo>
                      <a:pt x="10" y="26"/>
                    </a:lnTo>
                    <a:lnTo>
                      <a:pt x="10" y="26"/>
                    </a:lnTo>
                    <a:lnTo>
                      <a:pt x="10" y="26"/>
                    </a:lnTo>
                    <a:lnTo>
                      <a:pt x="10" y="26"/>
                    </a:lnTo>
                    <a:lnTo>
                      <a:pt x="14" y="22"/>
                    </a:lnTo>
                    <a:lnTo>
                      <a:pt x="14" y="22"/>
                    </a:lnTo>
                    <a:lnTo>
                      <a:pt x="14" y="18"/>
                    </a:lnTo>
                    <a:lnTo>
                      <a:pt x="14" y="18"/>
                    </a:lnTo>
                    <a:lnTo>
                      <a:pt x="14" y="18"/>
                    </a:lnTo>
                    <a:lnTo>
                      <a:pt x="14" y="18"/>
                    </a:lnTo>
                    <a:lnTo>
                      <a:pt x="14" y="18"/>
                    </a:lnTo>
                    <a:lnTo>
                      <a:pt x="10" y="14"/>
                    </a:lnTo>
                    <a:lnTo>
                      <a:pt x="10" y="18"/>
                    </a:lnTo>
                    <a:lnTo>
                      <a:pt x="10" y="14"/>
                    </a:lnTo>
                    <a:lnTo>
                      <a:pt x="10" y="14"/>
                    </a:lnTo>
                    <a:lnTo>
                      <a:pt x="10" y="14"/>
                    </a:lnTo>
                    <a:lnTo>
                      <a:pt x="10" y="14"/>
                    </a:lnTo>
                    <a:lnTo>
                      <a:pt x="10" y="14"/>
                    </a:lnTo>
                    <a:lnTo>
                      <a:pt x="10" y="14"/>
                    </a:lnTo>
                    <a:lnTo>
                      <a:pt x="14" y="14"/>
                    </a:lnTo>
                    <a:lnTo>
                      <a:pt x="14" y="14"/>
                    </a:lnTo>
                    <a:lnTo>
                      <a:pt x="14" y="12"/>
                    </a:lnTo>
                    <a:lnTo>
                      <a:pt x="14" y="12"/>
                    </a:lnTo>
                    <a:lnTo>
                      <a:pt x="18" y="12"/>
                    </a:lnTo>
                    <a:lnTo>
                      <a:pt x="18" y="8"/>
                    </a:lnTo>
                    <a:lnTo>
                      <a:pt x="18" y="8"/>
                    </a:lnTo>
                    <a:lnTo>
                      <a:pt x="18" y="8"/>
                    </a:lnTo>
                    <a:lnTo>
                      <a:pt x="18" y="8"/>
                    </a:lnTo>
                    <a:lnTo>
                      <a:pt x="22" y="8"/>
                    </a:lnTo>
                    <a:lnTo>
                      <a:pt x="22" y="8"/>
                    </a:lnTo>
                    <a:lnTo>
                      <a:pt x="22" y="8"/>
                    </a:lnTo>
                    <a:lnTo>
                      <a:pt x="22" y="8"/>
                    </a:lnTo>
                    <a:lnTo>
                      <a:pt x="22" y="8"/>
                    </a:lnTo>
                    <a:lnTo>
                      <a:pt x="22" y="8"/>
                    </a:lnTo>
                    <a:lnTo>
                      <a:pt x="22" y="8"/>
                    </a:lnTo>
                    <a:lnTo>
                      <a:pt x="22" y="4"/>
                    </a:lnTo>
                    <a:lnTo>
                      <a:pt x="22" y="4"/>
                    </a:lnTo>
                    <a:lnTo>
                      <a:pt x="22" y="4"/>
                    </a:lnTo>
                    <a:lnTo>
                      <a:pt x="22" y="4"/>
                    </a:lnTo>
                    <a:lnTo>
                      <a:pt x="22" y="4"/>
                    </a:lnTo>
                    <a:lnTo>
                      <a:pt x="26" y="4"/>
                    </a:lnTo>
                    <a:lnTo>
                      <a:pt x="26" y="4"/>
                    </a:lnTo>
                    <a:lnTo>
                      <a:pt x="30" y="0"/>
                    </a:lnTo>
                    <a:lnTo>
                      <a:pt x="34" y="0"/>
                    </a:lnTo>
                    <a:lnTo>
                      <a:pt x="34" y="0"/>
                    </a:lnTo>
                    <a:lnTo>
                      <a:pt x="34" y="0"/>
                    </a:lnTo>
                    <a:lnTo>
                      <a:pt x="34" y="0"/>
                    </a:lnTo>
                    <a:lnTo>
                      <a:pt x="34" y="4"/>
                    </a:lnTo>
                    <a:lnTo>
                      <a:pt x="34" y="4"/>
                    </a:lnTo>
                    <a:lnTo>
                      <a:pt x="34" y="4"/>
                    </a:lnTo>
                    <a:lnTo>
                      <a:pt x="34" y="4"/>
                    </a:lnTo>
                    <a:lnTo>
                      <a:pt x="34" y="4"/>
                    </a:lnTo>
                    <a:lnTo>
                      <a:pt x="34" y="4"/>
                    </a:lnTo>
                    <a:lnTo>
                      <a:pt x="34" y="4"/>
                    </a:lnTo>
                    <a:lnTo>
                      <a:pt x="38" y="4"/>
                    </a:lnTo>
                    <a:lnTo>
                      <a:pt x="38" y="4"/>
                    </a:lnTo>
                    <a:lnTo>
                      <a:pt x="38" y="4"/>
                    </a:lnTo>
                    <a:lnTo>
                      <a:pt x="34" y="4"/>
                    </a:lnTo>
                    <a:lnTo>
                      <a:pt x="38" y="4"/>
                    </a:lnTo>
                    <a:lnTo>
                      <a:pt x="38" y="4"/>
                    </a:lnTo>
                    <a:lnTo>
                      <a:pt x="40" y="4"/>
                    </a:lnTo>
                    <a:lnTo>
                      <a:pt x="40" y="4"/>
                    </a:lnTo>
                    <a:lnTo>
                      <a:pt x="40" y="4"/>
                    </a:lnTo>
                    <a:lnTo>
                      <a:pt x="40" y="4"/>
                    </a:lnTo>
                    <a:lnTo>
                      <a:pt x="38" y="4"/>
                    </a:lnTo>
                    <a:lnTo>
                      <a:pt x="40" y="4"/>
                    </a:lnTo>
                    <a:lnTo>
                      <a:pt x="40" y="4"/>
                    </a:lnTo>
                    <a:lnTo>
                      <a:pt x="40" y="8"/>
                    </a:lnTo>
                    <a:lnTo>
                      <a:pt x="40" y="8"/>
                    </a:lnTo>
                    <a:lnTo>
                      <a:pt x="40" y="8"/>
                    </a:lnTo>
                    <a:lnTo>
                      <a:pt x="40" y="8"/>
                    </a:lnTo>
                    <a:lnTo>
                      <a:pt x="40" y="8"/>
                    </a:lnTo>
                    <a:lnTo>
                      <a:pt x="40" y="8"/>
                    </a:lnTo>
                    <a:close/>
                    <a:moveTo>
                      <a:pt x="52" y="52"/>
                    </a:moveTo>
                    <a:lnTo>
                      <a:pt x="52" y="52"/>
                    </a:lnTo>
                    <a:lnTo>
                      <a:pt x="52" y="52"/>
                    </a:lnTo>
                    <a:lnTo>
                      <a:pt x="52" y="48"/>
                    </a:lnTo>
                    <a:lnTo>
                      <a:pt x="56" y="48"/>
                    </a:lnTo>
                    <a:lnTo>
                      <a:pt x="56" y="48"/>
                    </a:lnTo>
                    <a:lnTo>
                      <a:pt x="56" y="48"/>
                    </a:lnTo>
                    <a:lnTo>
                      <a:pt x="56" y="48"/>
                    </a:lnTo>
                    <a:lnTo>
                      <a:pt x="56" y="48"/>
                    </a:lnTo>
                    <a:lnTo>
                      <a:pt x="56" y="48"/>
                    </a:lnTo>
                    <a:lnTo>
                      <a:pt x="56" y="48"/>
                    </a:lnTo>
                    <a:lnTo>
                      <a:pt x="52" y="48"/>
                    </a:lnTo>
                    <a:lnTo>
                      <a:pt x="52" y="48"/>
                    </a:lnTo>
                    <a:lnTo>
                      <a:pt x="52" y="52"/>
                    </a:lnTo>
                    <a:lnTo>
                      <a:pt x="52" y="52"/>
                    </a:lnTo>
                    <a:lnTo>
                      <a:pt x="52" y="52"/>
                    </a:lnTo>
                    <a:lnTo>
                      <a:pt x="52" y="52"/>
                    </a:lnTo>
                    <a:close/>
                    <a:moveTo>
                      <a:pt x="48" y="72"/>
                    </a:moveTo>
                    <a:lnTo>
                      <a:pt x="48" y="72"/>
                    </a:lnTo>
                    <a:lnTo>
                      <a:pt x="48" y="72"/>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52" y="68"/>
                    </a:lnTo>
                    <a:lnTo>
                      <a:pt x="52" y="68"/>
                    </a:lnTo>
                    <a:lnTo>
                      <a:pt x="52" y="68"/>
                    </a:lnTo>
                    <a:lnTo>
                      <a:pt x="52" y="68"/>
                    </a:lnTo>
                    <a:lnTo>
                      <a:pt x="52" y="68"/>
                    </a:lnTo>
                    <a:lnTo>
                      <a:pt x="52" y="68"/>
                    </a:lnTo>
                    <a:lnTo>
                      <a:pt x="52" y="68"/>
                    </a:lnTo>
                    <a:lnTo>
                      <a:pt x="52" y="68"/>
                    </a:lnTo>
                    <a:lnTo>
                      <a:pt x="48" y="72"/>
                    </a:lnTo>
                    <a:lnTo>
                      <a:pt x="48" y="72"/>
                    </a:lnTo>
                    <a:lnTo>
                      <a:pt x="48" y="72"/>
                    </a:lnTo>
                    <a:lnTo>
                      <a:pt x="48" y="72"/>
                    </a:lnTo>
                    <a:lnTo>
                      <a:pt x="48"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0" name="Freeform 174"/>
              <p:cNvSpPr>
                <a:spLocks/>
              </p:cNvSpPr>
              <p:nvPr/>
            </p:nvSpPr>
            <p:spPr bwMode="gray">
              <a:xfrm>
                <a:off x="5523489" y="4394464"/>
                <a:ext cx="139141" cy="170447"/>
              </a:xfrm>
              <a:custGeom>
                <a:avLst/>
                <a:gdLst>
                  <a:gd name="T0" fmla="*/ 42 w 80"/>
                  <a:gd name="T1" fmla="*/ 90 h 98"/>
                  <a:gd name="T2" fmla="*/ 22 w 80"/>
                  <a:gd name="T3" fmla="*/ 90 h 98"/>
                  <a:gd name="T4" fmla="*/ 16 w 80"/>
                  <a:gd name="T5" fmla="*/ 90 h 98"/>
                  <a:gd name="T6" fmla="*/ 12 w 80"/>
                  <a:gd name="T7" fmla="*/ 94 h 98"/>
                  <a:gd name="T8" fmla="*/ 8 w 80"/>
                  <a:gd name="T9" fmla="*/ 98 h 98"/>
                  <a:gd name="T10" fmla="*/ 4 w 80"/>
                  <a:gd name="T11" fmla="*/ 98 h 98"/>
                  <a:gd name="T12" fmla="*/ 4 w 80"/>
                  <a:gd name="T13" fmla="*/ 98 h 98"/>
                  <a:gd name="T14" fmla="*/ 0 w 80"/>
                  <a:gd name="T15" fmla="*/ 98 h 98"/>
                  <a:gd name="T16" fmla="*/ 0 w 80"/>
                  <a:gd name="T17" fmla="*/ 90 h 98"/>
                  <a:gd name="T18" fmla="*/ 4 w 80"/>
                  <a:gd name="T19" fmla="*/ 82 h 98"/>
                  <a:gd name="T20" fmla="*/ 4 w 80"/>
                  <a:gd name="T21" fmla="*/ 74 h 98"/>
                  <a:gd name="T22" fmla="*/ 4 w 80"/>
                  <a:gd name="T23" fmla="*/ 70 h 98"/>
                  <a:gd name="T24" fmla="*/ 8 w 80"/>
                  <a:gd name="T25" fmla="*/ 64 h 98"/>
                  <a:gd name="T26" fmla="*/ 8 w 80"/>
                  <a:gd name="T27" fmla="*/ 60 h 98"/>
                  <a:gd name="T28" fmla="*/ 8 w 80"/>
                  <a:gd name="T29" fmla="*/ 56 h 98"/>
                  <a:gd name="T30" fmla="*/ 12 w 80"/>
                  <a:gd name="T31" fmla="*/ 52 h 98"/>
                  <a:gd name="T32" fmla="*/ 16 w 80"/>
                  <a:gd name="T33" fmla="*/ 52 h 98"/>
                  <a:gd name="T34" fmla="*/ 22 w 80"/>
                  <a:gd name="T35" fmla="*/ 40 h 98"/>
                  <a:gd name="T36" fmla="*/ 22 w 80"/>
                  <a:gd name="T37" fmla="*/ 34 h 98"/>
                  <a:gd name="T38" fmla="*/ 20 w 80"/>
                  <a:gd name="T39" fmla="*/ 34 h 98"/>
                  <a:gd name="T40" fmla="*/ 20 w 80"/>
                  <a:gd name="T41" fmla="*/ 30 h 98"/>
                  <a:gd name="T42" fmla="*/ 20 w 80"/>
                  <a:gd name="T43" fmla="*/ 22 h 98"/>
                  <a:gd name="T44" fmla="*/ 20 w 80"/>
                  <a:gd name="T45" fmla="*/ 18 h 98"/>
                  <a:gd name="T46" fmla="*/ 20 w 80"/>
                  <a:gd name="T47" fmla="*/ 10 h 98"/>
                  <a:gd name="T48" fmla="*/ 20 w 80"/>
                  <a:gd name="T49" fmla="*/ 10 h 98"/>
                  <a:gd name="T50" fmla="*/ 26 w 80"/>
                  <a:gd name="T51" fmla="*/ 6 h 98"/>
                  <a:gd name="T52" fmla="*/ 34 w 80"/>
                  <a:gd name="T53" fmla="*/ 6 h 98"/>
                  <a:gd name="T54" fmla="*/ 34 w 80"/>
                  <a:gd name="T55" fmla="*/ 10 h 98"/>
                  <a:gd name="T56" fmla="*/ 38 w 80"/>
                  <a:gd name="T57" fmla="*/ 10 h 98"/>
                  <a:gd name="T58" fmla="*/ 42 w 80"/>
                  <a:gd name="T59" fmla="*/ 6 h 98"/>
                  <a:gd name="T60" fmla="*/ 46 w 80"/>
                  <a:gd name="T61" fmla="*/ 6 h 98"/>
                  <a:gd name="T62" fmla="*/ 50 w 80"/>
                  <a:gd name="T63" fmla="*/ 6 h 98"/>
                  <a:gd name="T64" fmla="*/ 56 w 80"/>
                  <a:gd name="T65" fmla="*/ 6 h 98"/>
                  <a:gd name="T66" fmla="*/ 64 w 80"/>
                  <a:gd name="T67" fmla="*/ 0 h 98"/>
                  <a:gd name="T68" fmla="*/ 68 w 80"/>
                  <a:gd name="T69" fmla="*/ 6 h 98"/>
                  <a:gd name="T70" fmla="*/ 72 w 80"/>
                  <a:gd name="T71" fmla="*/ 10 h 98"/>
                  <a:gd name="T72" fmla="*/ 72 w 80"/>
                  <a:gd name="T73" fmla="*/ 18 h 98"/>
                  <a:gd name="T74" fmla="*/ 76 w 80"/>
                  <a:gd name="T75" fmla="*/ 22 h 98"/>
                  <a:gd name="T76" fmla="*/ 76 w 80"/>
                  <a:gd name="T77" fmla="*/ 26 h 98"/>
                  <a:gd name="T78" fmla="*/ 76 w 80"/>
                  <a:gd name="T79" fmla="*/ 34 h 98"/>
                  <a:gd name="T80" fmla="*/ 80 w 80"/>
                  <a:gd name="T81" fmla="*/ 40 h 98"/>
                  <a:gd name="T82" fmla="*/ 76 w 80"/>
                  <a:gd name="T83" fmla="*/ 44 h 98"/>
                  <a:gd name="T84" fmla="*/ 76 w 80"/>
                  <a:gd name="T85" fmla="*/ 48 h 98"/>
                  <a:gd name="T86" fmla="*/ 76 w 80"/>
                  <a:gd name="T87" fmla="*/ 52 h 98"/>
                  <a:gd name="T88" fmla="*/ 76 w 80"/>
                  <a:gd name="T89" fmla="*/ 52 h 98"/>
                  <a:gd name="T90" fmla="*/ 72 w 80"/>
                  <a:gd name="T91" fmla="*/ 56 h 98"/>
                  <a:gd name="T92" fmla="*/ 72 w 80"/>
                  <a:gd name="T93" fmla="*/ 60 h 98"/>
                  <a:gd name="T94" fmla="*/ 64 w 80"/>
                  <a:gd name="T95" fmla="*/ 66 h 98"/>
                  <a:gd name="T96" fmla="*/ 64 w 80"/>
                  <a:gd name="T97" fmla="*/ 70 h 98"/>
                  <a:gd name="T98" fmla="*/ 64 w 80"/>
                  <a:gd name="T99" fmla="*/ 78 h 98"/>
                  <a:gd name="T100" fmla="*/ 56 w 80"/>
                  <a:gd name="T101" fmla="*/ 90 h 98"/>
                  <a:gd name="T102" fmla="*/ 52 w 80"/>
                  <a:gd name="T103" fmla="*/ 9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80" h="98">
                    <a:moveTo>
                      <a:pt x="50" y="90"/>
                    </a:moveTo>
                    <a:lnTo>
                      <a:pt x="46" y="90"/>
                    </a:lnTo>
                    <a:lnTo>
                      <a:pt x="46" y="90"/>
                    </a:lnTo>
                    <a:lnTo>
                      <a:pt x="46" y="90"/>
                    </a:lnTo>
                    <a:lnTo>
                      <a:pt x="42" y="90"/>
                    </a:lnTo>
                    <a:lnTo>
                      <a:pt x="30" y="90"/>
                    </a:lnTo>
                    <a:lnTo>
                      <a:pt x="30" y="90"/>
                    </a:lnTo>
                    <a:lnTo>
                      <a:pt x="26" y="90"/>
                    </a:lnTo>
                    <a:lnTo>
                      <a:pt x="26" y="90"/>
                    </a:lnTo>
                    <a:lnTo>
                      <a:pt x="22" y="90"/>
                    </a:lnTo>
                    <a:lnTo>
                      <a:pt x="20" y="90"/>
                    </a:lnTo>
                    <a:lnTo>
                      <a:pt x="20" y="90"/>
                    </a:lnTo>
                    <a:lnTo>
                      <a:pt x="16" y="90"/>
                    </a:lnTo>
                    <a:lnTo>
                      <a:pt x="16" y="90"/>
                    </a:lnTo>
                    <a:lnTo>
                      <a:pt x="16" y="90"/>
                    </a:lnTo>
                    <a:lnTo>
                      <a:pt x="16" y="90"/>
                    </a:lnTo>
                    <a:lnTo>
                      <a:pt x="16" y="90"/>
                    </a:lnTo>
                    <a:lnTo>
                      <a:pt x="12" y="90"/>
                    </a:lnTo>
                    <a:lnTo>
                      <a:pt x="12" y="94"/>
                    </a:lnTo>
                    <a:lnTo>
                      <a:pt x="12" y="94"/>
                    </a:lnTo>
                    <a:lnTo>
                      <a:pt x="12" y="94"/>
                    </a:lnTo>
                    <a:lnTo>
                      <a:pt x="12" y="94"/>
                    </a:lnTo>
                    <a:lnTo>
                      <a:pt x="12" y="98"/>
                    </a:lnTo>
                    <a:lnTo>
                      <a:pt x="8" y="98"/>
                    </a:lnTo>
                    <a:lnTo>
                      <a:pt x="8" y="98"/>
                    </a:lnTo>
                    <a:lnTo>
                      <a:pt x="8" y="98"/>
                    </a:lnTo>
                    <a:lnTo>
                      <a:pt x="8" y="98"/>
                    </a:lnTo>
                    <a:lnTo>
                      <a:pt x="8" y="98"/>
                    </a:lnTo>
                    <a:lnTo>
                      <a:pt x="4" y="98"/>
                    </a:lnTo>
                    <a:lnTo>
                      <a:pt x="4" y="98"/>
                    </a:lnTo>
                    <a:lnTo>
                      <a:pt x="4" y="98"/>
                    </a:lnTo>
                    <a:lnTo>
                      <a:pt x="4" y="98"/>
                    </a:lnTo>
                    <a:lnTo>
                      <a:pt x="4" y="98"/>
                    </a:lnTo>
                    <a:lnTo>
                      <a:pt x="4" y="98"/>
                    </a:lnTo>
                    <a:lnTo>
                      <a:pt x="4" y="98"/>
                    </a:lnTo>
                    <a:lnTo>
                      <a:pt x="4" y="98"/>
                    </a:lnTo>
                    <a:lnTo>
                      <a:pt x="0" y="98"/>
                    </a:lnTo>
                    <a:lnTo>
                      <a:pt x="0" y="98"/>
                    </a:lnTo>
                    <a:lnTo>
                      <a:pt x="0" y="98"/>
                    </a:lnTo>
                    <a:lnTo>
                      <a:pt x="0" y="98"/>
                    </a:lnTo>
                    <a:lnTo>
                      <a:pt x="0" y="94"/>
                    </a:lnTo>
                    <a:lnTo>
                      <a:pt x="0" y="94"/>
                    </a:lnTo>
                    <a:lnTo>
                      <a:pt x="0" y="90"/>
                    </a:lnTo>
                    <a:lnTo>
                      <a:pt x="0" y="90"/>
                    </a:lnTo>
                    <a:lnTo>
                      <a:pt x="0" y="90"/>
                    </a:lnTo>
                    <a:lnTo>
                      <a:pt x="0" y="86"/>
                    </a:lnTo>
                    <a:lnTo>
                      <a:pt x="0" y="86"/>
                    </a:lnTo>
                    <a:lnTo>
                      <a:pt x="0" y="82"/>
                    </a:lnTo>
                    <a:lnTo>
                      <a:pt x="4" y="82"/>
                    </a:lnTo>
                    <a:lnTo>
                      <a:pt x="4" y="82"/>
                    </a:lnTo>
                    <a:lnTo>
                      <a:pt x="4" y="82"/>
                    </a:lnTo>
                    <a:lnTo>
                      <a:pt x="4" y="78"/>
                    </a:lnTo>
                    <a:lnTo>
                      <a:pt x="4" y="74"/>
                    </a:lnTo>
                    <a:lnTo>
                      <a:pt x="4" y="74"/>
                    </a:lnTo>
                    <a:lnTo>
                      <a:pt x="4" y="74"/>
                    </a:lnTo>
                    <a:lnTo>
                      <a:pt x="4" y="70"/>
                    </a:lnTo>
                    <a:lnTo>
                      <a:pt x="4" y="70"/>
                    </a:lnTo>
                    <a:lnTo>
                      <a:pt x="4" y="70"/>
                    </a:lnTo>
                    <a:lnTo>
                      <a:pt x="4" y="70"/>
                    </a:lnTo>
                    <a:lnTo>
                      <a:pt x="4" y="70"/>
                    </a:lnTo>
                    <a:lnTo>
                      <a:pt x="4" y="66"/>
                    </a:lnTo>
                    <a:lnTo>
                      <a:pt x="4" y="66"/>
                    </a:lnTo>
                    <a:lnTo>
                      <a:pt x="8" y="66"/>
                    </a:lnTo>
                    <a:lnTo>
                      <a:pt x="8" y="64"/>
                    </a:lnTo>
                    <a:lnTo>
                      <a:pt x="8" y="64"/>
                    </a:lnTo>
                    <a:lnTo>
                      <a:pt x="8" y="64"/>
                    </a:lnTo>
                    <a:lnTo>
                      <a:pt x="8" y="60"/>
                    </a:lnTo>
                    <a:lnTo>
                      <a:pt x="8" y="60"/>
                    </a:lnTo>
                    <a:lnTo>
                      <a:pt x="8" y="60"/>
                    </a:lnTo>
                    <a:lnTo>
                      <a:pt x="8" y="60"/>
                    </a:lnTo>
                    <a:lnTo>
                      <a:pt x="8" y="60"/>
                    </a:lnTo>
                    <a:lnTo>
                      <a:pt x="8" y="60"/>
                    </a:lnTo>
                    <a:lnTo>
                      <a:pt x="8" y="56"/>
                    </a:lnTo>
                    <a:lnTo>
                      <a:pt x="8" y="56"/>
                    </a:lnTo>
                    <a:lnTo>
                      <a:pt x="8" y="56"/>
                    </a:lnTo>
                    <a:lnTo>
                      <a:pt x="8" y="56"/>
                    </a:lnTo>
                    <a:lnTo>
                      <a:pt x="12" y="56"/>
                    </a:lnTo>
                    <a:lnTo>
                      <a:pt x="12" y="56"/>
                    </a:lnTo>
                    <a:lnTo>
                      <a:pt x="12" y="56"/>
                    </a:lnTo>
                    <a:lnTo>
                      <a:pt x="12" y="52"/>
                    </a:lnTo>
                    <a:lnTo>
                      <a:pt x="12" y="52"/>
                    </a:lnTo>
                    <a:lnTo>
                      <a:pt x="12" y="52"/>
                    </a:lnTo>
                    <a:lnTo>
                      <a:pt x="16" y="52"/>
                    </a:lnTo>
                    <a:lnTo>
                      <a:pt x="16" y="52"/>
                    </a:lnTo>
                    <a:lnTo>
                      <a:pt x="16" y="52"/>
                    </a:lnTo>
                    <a:lnTo>
                      <a:pt x="16" y="48"/>
                    </a:lnTo>
                    <a:lnTo>
                      <a:pt x="16" y="48"/>
                    </a:lnTo>
                    <a:lnTo>
                      <a:pt x="16" y="48"/>
                    </a:lnTo>
                    <a:lnTo>
                      <a:pt x="20" y="44"/>
                    </a:lnTo>
                    <a:lnTo>
                      <a:pt x="22" y="40"/>
                    </a:lnTo>
                    <a:lnTo>
                      <a:pt x="22" y="36"/>
                    </a:lnTo>
                    <a:lnTo>
                      <a:pt x="26" y="36"/>
                    </a:lnTo>
                    <a:lnTo>
                      <a:pt x="26" y="36"/>
                    </a:lnTo>
                    <a:lnTo>
                      <a:pt x="22" y="34"/>
                    </a:lnTo>
                    <a:lnTo>
                      <a:pt x="22" y="34"/>
                    </a:lnTo>
                    <a:lnTo>
                      <a:pt x="22" y="34"/>
                    </a:lnTo>
                    <a:lnTo>
                      <a:pt x="22" y="30"/>
                    </a:lnTo>
                    <a:lnTo>
                      <a:pt x="22" y="30"/>
                    </a:lnTo>
                    <a:lnTo>
                      <a:pt x="20" y="34"/>
                    </a:lnTo>
                    <a:lnTo>
                      <a:pt x="20" y="34"/>
                    </a:lnTo>
                    <a:lnTo>
                      <a:pt x="20" y="34"/>
                    </a:lnTo>
                    <a:lnTo>
                      <a:pt x="20" y="34"/>
                    </a:lnTo>
                    <a:lnTo>
                      <a:pt x="20" y="30"/>
                    </a:lnTo>
                    <a:lnTo>
                      <a:pt x="20" y="30"/>
                    </a:lnTo>
                    <a:lnTo>
                      <a:pt x="20" y="30"/>
                    </a:lnTo>
                    <a:lnTo>
                      <a:pt x="20" y="26"/>
                    </a:lnTo>
                    <a:lnTo>
                      <a:pt x="20" y="26"/>
                    </a:lnTo>
                    <a:lnTo>
                      <a:pt x="20" y="26"/>
                    </a:lnTo>
                    <a:lnTo>
                      <a:pt x="20" y="22"/>
                    </a:lnTo>
                    <a:lnTo>
                      <a:pt x="20" y="22"/>
                    </a:lnTo>
                    <a:lnTo>
                      <a:pt x="20" y="22"/>
                    </a:lnTo>
                    <a:lnTo>
                      <a:pt x="20" y="22"/>
                    </a:lnTo>
                    <a:lnTo>
                      <a:pt x="20" y="22"/>
                    </a:lnTo>
                    <a:lnTo>
                      <a:pt x="20" y="22"/>
                    </a:lnTo>
                    <a:lnTo>
                      <a:pt x="20" y="18"/>
                    </a:lnTo>
                    <a:lnTo>
                      <a:pt x="20" y="18"/>
                    </a:lnTo>
                    <a:lnTo>
                      <a:pt x="20" y="14"/>
                    </a:lnTo>
                    <a:lnTo>
                      <a:pt x="20" y="14"/>
                    </a:lnTo>
                    <a:lnTo>
                      <a:pt x="20" y="14"/>
                    </a:lnTo>
                    <a:lnTo>
                      <a:pt x="20" y="10"/>
                    </a:lnTo>
                    <a:lnTo>
                      <a:pt x="20" y="10"/>
                    </a:lnTo>
                    <a:lnTo>
                      <a:pt x="20" y="10"/>
                    </a:lnTo>
                    <a:lnTo>
                      <a:pt x="20" y="10"/>
                    </a:lnTo>
                    <a:lnTo>
                      <a:pt x="20" y="10"/>
                    </a:lnTo>
                    <a:lnTo>
                      <a:pt x="20" y="10"/>
                    </a:lnTo>
                    <a:lnTo>
                      <a:pt x="22" y="10"/>
                    </a:lnTo>
                    <a:lnTo>
                      <a:pt x="22" y="6"/>
                    </a:lnTo>
                    <a:lnTo>
                      <a:pt x="22" y="6"/>
                    </a:lnTo>
                    <a:lnTo>
                      <a:pt x="26" y="6"/>
                    </a:lnTo>
                    <a:lnTo>
                      <a:pt x="26" y="6"/>
                    </a:lnTo>
                    <a:lnTo>
                      <a:pt x="26" y="10"/>
                    </a:lnTo>
                    <a:lnTo>
                      <a:pt x="30" y="10"/>
                    </a:lnTo>
                    <a:lnTo>
                      <a:pt x="30" y="6"/>
                    </a:lnTo>
                    <a:lnTo>
                      <a:pt x="30" y="6"/>
                    </a:lnTo>
                    <a:lnTo>
                      <a:pt x="34" y="6"/>
                    </a:lnTo>
                    <a:lnTo>
                      <a:pt x="34" y="6"/>
                    </a:lnTo>
                    <a:lnTo>
                      <a:pt x="34" y="6"/>
                    </a:lnTo>
                    <a:lnTo>
                      <a:pt x="34" y="10"/>
                    </a:lnTo>
                    <a:lnTo>
                      <a:pt x="34" y="10"/>
                    </a:lnTo>
                    <a:lnTo>
                      <a:pt x="34" y="10"/>
                    </a:lnTo>
                    <a:lnTo>
                      <a:pt x="38" y="10"/>
                    </a:lnTo>
                    <a:lnTo>
                      <a:pt x="38" y="10"/>
                    </a:lnTo>
                    <a:lnTo>
                      <a:pt x="38" y="10"/>
                    </a:lnTo>
                    <a:lnTo>
                      <a:pt x="38" y="10"/>
                    </a:lnTo>
                    <a:lnTo>
                      <a:pt x="38" y="10"/>
                    </a:lnTo>
                    <a:lnTo>
                      <a:pt x="38" y="10"/>
                    </a:lnTo>
                    <a:lnTo>
                      <a:pt x="38" y="10"/>
                    </a:lnTo>
                    <a:lnTo>
                      <a:pt x="38" y="10"/>
                    </a:lnTo>
                    <a:lnTo>
                      <a:pt x="38" y="10"/>
                    </a:lnTo>
                    <a:lnTo>
                      <a:pt x="42" y="6"/>
                    </a:lnTo>
                    <a:lnTo>
                      <a:pt x="42" y="6"/>
                    </a:lnTo>
                    <a:lnTo>
                      <a:pt x="46" y="6"/>
                    </a:lnTo>
                    <a:lnTo>
                      <a:pt x="46" y="6"/>
                    </a:lnTo>
                    <a:lnTo>
                      <a:pt x="46" y="6"/>
                    </a:lnTo>
                    <a:lnTo>
                      <a:pt x="46" y="6"/>
                    </a:lnTo>
                    <a:lnTo>
                      <a:pt x="50" y="6"/>
                    </a:lnTo>
                    <a:lnTo>
                      <a:pt x="50" y="6"/>
                    </a:lnTo>
                    <a:lnTo>
                      <a:pt x="50" y="6"/>
                    </a:lnTo>
                    <a:lnTo>
                      <a:pt x="50" y="6"/>
                    </a:lnTo>
                    <a:lnTo>
                      <a:pt x="50" y="6"/>
                    </a:lnTo>
                    <a:lnTo>
                      <a:pt x="52" y="6"/>
                    </a:lnTo>
                    <a:lnTo>
                      <a:pt x="52" y="6"/>
                    </a:lnTo>
                    <a:lnTo>
                      <a:pt x="52" y="6"/>
                    </a:lnTo>
                    <a:lnTo>
                      <a:pt x="56" y="6"/>
                    </a:lnTo>
                    <a:lnTo>
                      <a:pt x="56" y="6"/>
                    </a:lnTo>
                    <a:lnTo>
                      <a:pt x="56" y="6"/>
                    </a:lnTo>
                    <a:lnTo>
                      <a:pt x="64" y="0"/>
                    </a:lnTo>
                    <a:lnTo>
                      <a:pt x="64" y="0"/>
                    </a:lnTo>
                    <a:lnTo>
                      <a:pt x="64" y="0"/>
                    </a:lnTo>
                    <a:lnTo>
                      <a:pt x="64" y="0"/>
                    </a:lnTo>
                    <a:lnTo>
                      <a:pt x="64" y="2"/>
                    </a:lnTo>
                    <a:lnTo>
                      <a:pt x="68" y="2"/>
                    </a:lnTo>
                    <a:lnTo>
                      <a:pt x="68" y="6"/>
                    </a:lnTo>
                    <a:lnTo>
                      <a:pt x="68" y="6"/>
                    </a:lnTo>
                    <a:lnTo>
                      <a:pt x="68" y="6"/>
                    </a:lnTo>
                    <a:lnTo>
                      <a:pt x="68" y="6"/>
                    </a:lnTo>
                    <a:lnTo>
                      <a:pt x="72" y="10"/>
                    </a:lnTo>
                    <a:lnTo>
                      <a:pt x="72" y="10"/>
                    </a:lnTo>
                    <a:lnTo>
                      <a:pt x="72" y="10"/>
                    </a:lnTo>
                    <a:lnTo>
                      <a:pt x="72" y="10"/>
                    </a:lnTo>
                    <a:lnTo>
                      <a:pt x="72" y="14"/>
                    </a:lnTo>
                    <a:lnTo>
                      <a:pt x="72" y="14"/>
                    </a:lnTo>
                    <a:lnTo>
                      <a:pt x="72" y="18"/>
                    </a:lnTo>
                    <a:lnTo>
                      <a:pt x="72" y="18"/>
                    </a:lnTo>
                    <a:lnTo>
                      <a:pt x="72" y="18"/>
                    </a:lnTo>
                    <a:lnTo>
                      <a:pt x="72" y="18"/>
                    </a:lnTo>
                    <a:lnTo>
                      <a:pt x="72" y="18"/>
                    </a:lnTo>
                    <a:lnTo>
                      <a:pt x="72" y="22"/>
                    </a:lnTo>
                    <a:lnTo>
                      <a:pt x="72" y="22"/>
                    </a:lnTo>
                    <a:lnTo>
                      <a:pt x="76" y="22"/>
                    </a:lnTo>
                    <a:lnTo>
                      <a:pt x="76" y="22"/>
                    </a:lnTo>
                    <a:lnTo>
                      <a:pt x="76" y="22"/>
                    </a:lnTo>
                    <a:lnTo>
                      <a:pt x="76" y="22"/>
                    </a:lnTo>
                    <a:lnTo>
                      <a:pt x="76" y="26"/>
                    </a:lnTo>
                    <a:lnTo>
                      <a:pt x="76" y="26"/>
                    </a:lnTo>
                    <a:lnTo>
                      <a:pt x="76" y="26"/>
                    </a:lnTo>
                    <a:lnTo>
                      <a:pt x="76" y="30"/>
                    </a:lnTo>
                    <a:lnTo>
                      <a:pt x="76" y="30"/>
                    </a:lnTo>
                    <a:lnTo>
                      <a:pt x="76" y="30"/>
                    </a:lnTo>
                    <a:lnTo>
                      <a:pt x="76" y="34"/>
                    </a:lnTo>
                    <a:lnTo>
                      <a:pt x="76" y="34"/>
                    </a:lnTo>
                    <a:lnTo>
                      <a:pt x="80" y="34"/>
                    </a:lnTo>
                    <a:lnTo>
                      <a:pt x="80" y="34"/>
                    </a:lnTo>
                    <a:lnTo>
                      <a:pt x="80" y="36"/>
                    </a:lnTo>
                    <a:lnTo>
                      <a:pt x="80" y="40"/>
                    </a:lnTo>
                    <a:lnTo>
                      <a:pt x="80" y="44"/>
                    </a:lnTo>
                    <a:lnTo>
                      <a:pt x="80" y="44"/>
                    </a:lnTo>
                    <a:lnTo>
                      <a:pt x="80" y="44"/>
                    </a:lnTo>
                    <a:lnTo>
                      <a:pt x="80" y="44"/>
                    </a:lnTo>
                    <a:lnTo>
                      <a:pt x="76" y="44"/>
                    </a:lnTo>
                    <a:lnTo>
                      <a:pt x="76" y="44"/>
                    </a:lnTo>
                    <a:lnTo>
                      <a:pt x="76" y="48"/>
                    </a:lnTo>
                    <a:lnTo>
                      <a:pt x="76" y="48"/>
                    </a:lnTo>
                    <a:lnTo>
                      <a:pt x="76" y="48"/>
                    </a:lnTo>
                    <a:lnTo>
                      <a:pt x="76" y="48"/>
                    </a:lnTo>
                    <a:lnTo>
                      <a:pt x="76" y="48"/>
                    </a:lnTo>
                    <a:lnTo>
                      <a:pt x="76" y="48"/>
                    </a:lnTo>
                    <a:lnTo>
                      <a:pt x="76" y="48"/>
                    </a:lnTo>
                    <a:lnTo>
                      <a:pt x="76" y="52"/>
                    </a:lnTo>
                    <a:lnTo>
                      <a:pt x="76" y="52"/>
                    </a:lnTo>
                    <a:lnTo>
                      <a:pt x="76" y="52"/>
                    </a:lnTo>
                    <a:lnTo>
                      <a:pt x="76" y="52"/>
                    </a:lnTo>
                    <a:lnTo>
                      <a:pt x="76" y="52"/>
                    </a:lnTo>
                    <a:lnTo>
                      <a:pt x="76" y="52"/>
                    </a:lnTo>
                    <a:lnTo>
                      <a:pt x="76" y="52"/>
                    </a:lnTo>
                    <a:lnTo>
                      <a:pt x="72" y="52"/>
                    </a:lnTo>
                    <a:lnTo>
                      <a:pt x="72" y="52"/>
                    </a:lnTo>
                    <a:lnTo>
                      <a:pt x="72" y="52"/>
                    </a:lnTo>
                    <a:lnTo>
                      <a:pt x="72" y="56"/>
                    </a:lnTo>
                    <a:lnTo>
                      <a:pt x="72" y="56"/>
                    </a:lnTo>
                    <a:lnTo>
                      <a:pt x="72" y="56"/>
                    </a:lnTo>
                    <a:lnTo>
                      <a:pt x="72" y="56"/>
                    </a:lnTo>
                    <a:lnTo>
                      <a:pt x="72" y="56"/>
                    </a:lnTo>
                    <a:lnTo>
                      <a:pt x="72" y="60"/>
                    </a:lnTo>
                    <a:lnTo>
                      <a:pt x="72" y="60"/>
                    </a:lnTo>
                    <a:lnTo>
                      <a:pt x="68" y="64"/>
                    </a:lnTo>
                    <a:lnTo>
                      <a:pt x="68" y="64"/>
                    </a:lnTo>
                    <a:lnTo>
                      <a:pt x="68" y="64"/>
                    </a:lnTo>
                    <a:lnTo>
                      <a:pt x="68" y="64"/>
                    </a:lnTo>
                    <a:lnTo>
                      <a:pt x="64" y="66"/>
                    </a:lnTo>
                    <a:lnTo>
                      <a:pt x="64" y="66"/>
                    </a:lnTo>
                    <a:lnTo>
                      <a:pt x="64" y="70"/>
                    </a:lnTo>
                    <a:lnTo>
                      <a:pt x="64" y="70"/>
                    </a:lnTo>
                    <a:lnTo>
                      <a:pt x="64" y="70"/>
                    </a:lnTo>
                    <a:lnTo>
                      <a:pt x="64" y="70"/>
                    </a:lnTo>
                    <a:lnTo>
                      <a:pt x="64" y="70"/>
                    </a:lnTo>
                    <a:lnTo>
                      <a:pt x="64" y="74"/>
                    </a:lnTo>
                    <a:lnTo>
                      <a:pt x="64" y="74"/>
                    </a:lnTo>
                    <a:lnTo>
                      <a:pt x="64" y="74"/>
                    </a:lnTo>
                    <a:lnTo>
                      <a:pt x="64" y="78"/>
                    </a:lnTo>
                    <a:lnTo>
                      <a:pt x="64" y="82"/>
                    </a:lnTo>
                    <a:lnTo>
                      <a:pt x="64" y="90"/>
                    </a:lnTo>
                    <a:lnTo>
                      <a:pt x="64" y="90"/>
                    </a:lnTo>
                    <a:lnTo>
                      <a:pt x="64" y="90"/>
                    </a:lnTo>
                    <a:lnTo>
                      <a:pt x="56" y="90"/>
                    </a:lnTo>
                    <a:lnTo>
                      <a:pt x="56" y="90"/>
                    </a:lnTo>
                    <a:lnTo>
                      <a:pt x="56" y="90"/>
                    </a:lnTo>
                    <a:lnTo>
                      <a:pt x="52" y="90"/>
                    </a:lnTo>
                    <a:lnTo>
                      <a:pt x="52" y="90"/>
                    </a:lnTo>
                    <a:lnTo>
                      <a:pt x="52" y="90"/>
                    </a:lnTo>
                    <a:lnTo>
                      <a:pt x="50" y="90"/>
                    </a:lnTo>
                    <a:lnTo>
                      <a:pt x="50" y="90"/>
                    </a:lnTo>
                    <a:lnTo>
                      <a:pt x="50" y="90"/>
                    </a:lnTo>
                    <a:lnTo>
                      <a:pt x="50" y="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1" name="Freeform 175"/>
              <p:cNvSpPr>
                <a:spLocks/>
              </p:cNvSpPr>
              <p:nvPr/>
            </p:nvSpPr>
            <p:spPr bwMode="gray">
              <a:xfrm>
                <a:off x="4375573" y="3681369"/>
                <a:ext cx="208712" cy="215668"/>
              </a:xfrm>
              <a:custGeom>
                <a:avLst/>
                <a:gdLst>
                  <a:gd name="T0" fmla="*/ 0 w 120"/>
                  <a:gd name="T1" fmla="*/ 120 h 124"/>
                  <a:gd name="T2" fmla="*/ 0 w 120"/>
                  <a:gd name="T3" fmla="*/ 112 h 124"/>
                  <a:gd name="T4" fmla="*/ 4 w 120"/>
                  <a:gd name="T5" fmla="*/ 108 h 124"/>
                  <a:gd name="T6" fmla="*/ 4 w 120"/>
                  <a:gd name="T7" fmla="*/ 104 h 124"/>
                  <a:gd name="T8" fmla="*/ 8 w 120"/>
                  <a:gd name="T9" fmla="*/ 96 h 124"/>
                  <a:gd name="T10" fmla="*/ 12 w 120"/>
                  <a:gd name="T11" fmla="*/ 96 h 124"/>
                  <a:gd name="T12" fmla="*/ 12 w 120"/>
                  <a:gd name="T13" fmla="*/ 94 h 124"/>
                  <a:gd name="T14" fmla="*/ 12 w 120"/>
                  <a:gd name="T15" fmla="*/ 90 h 124"/>
                  <a:gd name="T16" fmla="*/ 16 w 120"/>
                  <a:gd name="T17" fmla="*/ 86 h 124"/>
                  <a:gd name="T18" fmla="*/ 16 w 120"/>
                  <a:gd name="T19" fmla="*/ 82 h 124"/>
                  <a:gd name="T20" fmla="*/ 16 w 120"/>
                  <a:gd name="T21" fmla="*/ 78 h 124"/>
                  <a:gd name="T22" fmla="*/ 16 w 120"/>
                  <a:gd name="T23" fmla="*/ 78 h 124"/>
                  <a:gd name="T24" fmla="*/ 20 w 120"/>
                  <a:gd name="T25" fmla="*/ 74 h 124"/>
                  <a:gd name="T26" fmla="*/ 20 w 120"/>
                  <a:gd name="T27" fmla="*/ 70 h 124"/>
                  <a:gd name="T28" fmla="*/ 20 w 120"/>
                  <a:gd name="T29" fmla="*/ 70 h 124"/>
                  <a:gd name="T30" fmla="*/ 20 w 120"/>
                  <a:gd name="T31" fmla="*/ 70 h 124"/>
                  <a:gd name="T32" fmla="*/ 20 w 120"/>
                  <a:gd name="T33" fmla="*/ 66 h 124"/>
                  <a:gd name="T34" fmla="*/ 28 w 120"/>
                  <a:gd name="T35" fmla="*/ 64 h 124"/>
                  <a:gd name="T36" fmla="*/ 28 w 120"/>
                  <a:gd name="T37" fmla="*/ 60 h 124"/>
                  <a:gd name="T38" fmla="*/ 30 w 120"/>
                  <a:gd name="T39" fmla="*/ 56 h 124"/>
                  <a:gd name="T40" fmla="*/ 34 w 120"/>
                  <a:gd name="T41" fmla="*/ 52 h 124"/>
                  <a:gd name="T42" fmla="*/ 34 w 120"/>
                  <a:gd name="T43" fmla="*/ 48 h 124"/>
                  <a:gd name="T44" fmla="*/ 34 w 120"/>
                  <a:gd name="T45" fmla="*/ 40 h 124"/>
                  <a:gd name="T46" fmla="*/ 34 w 120"/>
                  <a:gd name="T47" fmla="*/ 34 h 124"/>
                  <a:gd name="T48" fmla="*/ 38 w 120"/>
                  <a:gd name="T49" fmla="*/ 34 h 124"/>
                  <a:gd name="T50" fmla="*/ 38 w 120"/>
                  <a:gd name="T51" fmla="*/ 30 h 124"/>
                  <a:gd name="T52" fmla="*/ 38 w 120"/>
                  <a:gd name="T53" fmla="*/ 30 h 124"/>
                  <a:gd name="T54" fmla="*/ 42 w 120"/>
                  <a:gd name="T55" fmla="*/ 26 h 124"/>
                  <a:gd name="T56" fmla="*/ 42 w 120"/>
                  <a:gd name="T57" fmla="*/ 26 h 124"/>
                  <a:gd name="T58" fmla="*/ 46 w 120"/>
                  <a:gd name="T59" fmla="*/ 22 h 124"/>
                  <a:gd name="T60" fmla="*/ 50 w 120"/>
                  <a:gd name="T61" fmla="*/ 18 h 124"/>
                  <a:gd name="T62" fmla="*/ 54 w 120"/>
                  <a:gd name="T63" fmla="*/ 14 h 124"/>
                  <a:gd name="T64" fmla="*/ 54 w 120"/>
                  <a:gd name="T65" fmla="*/ 10 h 124"/>
                  <a:gd name="T66" fmla="*/ 54 w 120"/>
                  <a:gd name="T67" fmla="*/ 6 h 124"/>
                  <a:gd name="T68" fmla="*/ 58 w 120"/>
                  <a:gd name="T69" fmla="*/ 4 h 124"/>
                  <a:gd name="T70" fmla="*/ 58 w 120"/>
                  <a:gd name="T71" fmla="*/ 0 h 124"/>
                  <a:gd name="T72" fmla="*/ 102 w 120"/>
                  <a:gd name="T73" fmla="*/ 0 h 124"/>
                  <a:gd name="T74" fmla="*/ 106 w 120"/>
                  <a:gd name="T75" fmla="*/ 0 h 124"/>
                  <a:gd name="T76" fmla="*/ 120 w 120"/>
                  <a:gd name="T77" fmla="*/ 0 h 124"/>
                  <a:gd name="T78" fmla="*/ 120 w 120"/>
                  <a:gd name="T79" fmla="*/ 14 h 124"/>
                  <a:gd name="T80" fmla="*/ 120 w 120"/>
                  <a:gd name="T81" fmla="*/ 30 h 124"/>
                  <a:gd name="T82" fmla="*/ 106 w 120"/>
                  <a:gd name="T83" fmla="*/ 30 h 124"/>
                  <a:gd name="T84" fmla="*/ 102 w 120"/>
                  <a:gd name="T85" fmla="*/ 30 h 124"/>
                  <a:gd name="T86" fmla="*/ 84 w 120"/>
                  <a:gd name="T87" fmla="*/ 30 h 124"/>
                  <a:gd name="T88" fmla="*/ 72 w 120"/>
                  <a:gd name="T89" fmla="*/ 36 h 124"/>
                  <a:gd name="T90" fmla="*/ 72 w 120"/>
                  <a:gd name="T91" fmla="*/ 44 h 124"/>
                  <a:gd name="T92" fmla="*/ 72 w 120"/>
                  <a:gd name="T93" fmla="*/ 60 h 124"/>
                  <a:gd name="T94" fmla="*/ 72 w 120"/>
                  <a:gd name="T95" fmla="*/ 78 h 124"/>
                  <a:gd name="T96" fmla="*/ 64 w 120"/>
                  <a:gd name="T97" fmla="*/ 78 h 124"/>
                  <a:gd name="T98" fmla="*/ 60 w 120"/>
                  <a:gd name="T99" fmla="*/ 86 h 124"/>
                  <a:gd name="T100" fmla="*/ 58 w 120"/>
                  <a:gd name="T101" fmla="*/ 90 h 124"/>
                  <a:gd name="T102" fmla="*/ 58 w 120"/>
                  <a:gd name="T103" fmla="*/ 96 h 124"/>
                  <a:gd name="T104" fmla="*/ 60 w 120"/>
                  <a:gd name="T105" fmla="*/ 104 h 124"/>
                  <a:gd name="T106" fmla="*/ 46 w 120"/>
                  <a:gd name="T107" fmla="*/ 116 h 124"/>
                  <a:gd name="T108" fmla="*/ 34 w 120"/>
                  <a:gd name="T109" fmla="*/ 116 h 124"/>
                  <a:gd name="T110" fmla="*/ 20 w 120"/>
                  <a:gd name="T111" fmla="*/ 116 h 124"/>
                  <a:gd name="T112" fmla="*/ 4 w 120"/>
                  <a:gd name="T113" fmla="*/ 116 h 124"/>
                  <a:gd name="T114" fmla="*/ 0 w 120"/>
                  <a:gd name="T115" fmla="*/ 120 h 124"/>
                  <a:gd name="T116" fmla="*/ 0 w 120"/>
                  <a:gd name="T117"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20" h="124">
                    <a:moveTo>
                      <a:pt x="0" y="124"/>
                    </a:moveTo>
                    <a:lnTo>
                      <a:pt x="0" y="124"/>
                    </a:lnTo>
                    <a:lnTo>
                      <a:pt x="0" y="124"/>
                    </a:lnTo>
                    <a:lnTo>
                      <a:pt x="0" y="120"/>
                    </a:lnTo>
                    <a:lnTo>
                      <a:pt x="0" y="120"/>
                    </a:lnTo>
                    <a:lnTo>
                      <a:pt x="0" y="116"/>
                    </a:lnTo>
                    <a:lnTo>
                      <a:pt x="0" y="112"/>
                    </a:lnTo>
                    <a:lnTo>
                      <a:pt x="0" y="112"/>
                    </a:lnTo>
                    <a:lnTo>
                      <a:pt x="0" y="112"/>
                    </a:lnTo>
                    <a:lnTo>
                      <a:pt x="4" y="112"/>
                    </a:lnTo>
                    <a:lnTo>
                      <a:pt x="4" y="108"/>
                    </a:lnTo>
                    <a:lnTo>
                      <a:pt x="4" y="108"/>
                    </a:lnTo>
                    <a:lnTo>
                      <a:pt x="4" y="108"/>
                    </a:lnTo>
                    <a:lnTo>
                      <a:pt x="4" y="104"/>
                    </a:lnTo>
                    <a:lnTo>
                      <a:pt x="4" y="104"/>
                    </a:lnTo>
                    <a:lnTo>
                      <a:pt x="4" y="104"/>
                    </a:lnTo>
                    <a:lnTo>
                      <a:pt x="4" y="100"/>
                    </a:lnTo>
                    <a:lnTo>
                      <a:pt x="8" y="96"/>
                    </a:lnTo>
                    <a:lnTo>
                      <a:pt x="8" y="96"/>
                    </a:lnTo>
                    <a:lnTo>
                      <a:pt x="8" y="96"/>
                    </a:lnTo>
                    <a:lnTo>
                      <a:pt x="8" y="96"/>
                    </a:lnTo>
                    <a:lnTo>
                      <a:pt x="8" y="96"/>
                    </a:lnTo>
                    <a:lnTo>
                      <a:pt x="8" y="96"/>
                    </a:lnTo>
                    <a:lnTo>
                      <a:pt x="12" y="96"/>
                    </a:lnTo>
                    <a:lnTo>
                      <a:pt x="12" y="96"/>
                    </a:lnTo>
                    <a:lnTo>
                      <a:pt x="12" y="94"/>
                    </a:lnTo>
                    <a:lnTo>
                      <a:pt x="12" y="94"/>
                    </a:lnTo>
                    <a:lnTo>
                      <a:pt x="12" y="94"/>
                    </a:lnTo>
                    <a:lnTo>
                      <a:pt x="12" y="90"/>
                    </a:lnTo>
                    <a:lnTo>
                      <a:pt x="12" y="90"/>
                    </a:lnTo>
                    <a:lnTo>
                      <a:pt x="12" y="90"/>
                    </a:lnTo>
                    <a:lnTo>
                      <a:pt x="12" y="90"/>
                    </a:lnTo>
                    <a:lnTo>
                      <a:pt x="12" y="90"/>
                    </a:lnTo>
                    <a:lnTo>
                      <a:pt x="12" y="86"/>
                    </a:lnTo>
                    <a:lnTo>
                      <a:pt x="12" y="86"/>
                    </a:lnTo>
                    <a:lnTo>
                      <a:pt x="16" y="86"/>
                    </a:lnTo>
                    <a:lnTo>
                      <a:pt x="16" y="86"/>
                    </a:lnTo>
                    <a:lnTo>
                      <a:pt x="16" y="86"/>
                    </a:lnTo>
                    <a:lnTo>
                      <a:pt x="16" y="86"/>
                    </a:lnTo>
                    <a:lnTo>
                      <a:pt x="16" y="82"/>
                    </a:lnTo>
                    <a:lnTo>
                      <a:pt x="16" y="82"/>
                    </a:lnTo>
                    <a:lnTo>
                      <a:pt x="16" y="82"/>
                    </a:lnTo>
                    <a:lnTo>
                      <a:pt x="16" y="78"/>
                    </a:lnTo>
                    <a:lnTo>
                      <a:pt x="16" y="78"/>
                    </a:lnTo>
                    <a:lnTo>
                      <a:pt x="16" y="78"/>
                    </a:lnTo>
                    <a:lnTo>
                      <a:pt x="16" y="78"/>
                    </a:lnTo>
                    <a:lnTo>
                      <a:pt x="16" y="78"/>
                    </a:lnTo>
                    <a:lnTo>
                      <a:pt x="16" y="78"/>
                    </a:lnTo>
                    <a:lnTo>
                      <a:pt x="16" y="74"/>
                    </a:lnTo>
                    <a:lnTo>
                      <a:pt x="16" y="74"/>
                    </a:lnTo>
                    <a:lnTo>
                      <a:pt x="20" y="74"/>
                    </a:lnTo>
                    <a:lnTo>
                      <a:pt x="20" y="74"/>
                    </a:lnTo>
                    <a:lnTo>
                      <a:pt x="20" y="74"/>
                    </a:lnTo>
                    <a:lnTo>
                      <a:pt x="20" y="70"/>
                    </a:lnTo>
                    <a:lnTo>
                      <a:pt x="20" y="70"/>
                    </a:lnTo>
                    <a:lnTo>
                      <a:pt x="20" y="70"/>
                    </a:lnTo>
                    <a:lnTo>
                      <a:pt x="20" y="66"/>
                    </a:lnTo>
                    <a:lnTo>
                      <a:pt x="20" y="70"/>
                    </a:lnTo>
                    <a:lnTo>
                      <a:pt x="20" y="70"/>
                    </a:lnTo>
                    <a:lnTo>
                      <a:pt x="20" y="70"/>
                    </a:lnTo>
                    <a:lnTo>
                      <a:pt x="20" y="70"/>
                    </a:lnTo>
                    <a:lnTo>
                      <a:pt x="20" y="70"/>
                    </a:lnTo>
                    <a:lnTo>
                      <a:pt x="16" y="74"/>
                    </a:lnTo>
                    <a:lnTo>
                      <a:pt x="20" y="70"/>
                    </a:lnTo>
                    <a:lnTo>
                      <a:pt x="20" y="70"/>
                    </a:lnTo>
                    <a:lnTo>
                      <a:pt x="20" y="70"/>
                    </a:lnTo>
                    <a:lnTo>
                      <a:pt x="20" y="66"/>
                    </a:lnTo>
                    <a:lnTo>
                      <a:pt x="20" y="66"/>
                    </a:lnTo>
                    <a:lnTo>
                      <a:pt x="24" y="66"/>
                    </a:lnTo>
                    <a:lnTo>
                      <a:pt x="24" y="64"/>
                    </a:lnTo>
                    <a:lnTo>
                      <a:pt x="24" y="64"/>
                    </a:lnTo>
                    <a:lnTo>
                      <a:pt x="28" y="64"/>
                    </a:lnTo>
                    <a:lnTo>
                      <a:pt x="28" y="60"/>
                    </a:lnTo>
                    <a:lnTo>
                      <a:pt x="28" y="60"/>
                    </a:lnTo>
                    <a:lnTo>
                      <a:pt x="28" y="60"/>
                    </a:lnTo>
                    <a:lnTo>
                      <a:pt x="28" y="60"/>
                    </a:lnTo>
                    <a:lnTo>
                      <a:pt x="28" y="60"/>
                    </a:lnTo>
                    <a:lnTo>
                      <a:pt x="28" y="60"/>
                    </a:lnTo>
                    <a:lnTo>
                      <a:pt x="30" y="56"/>
                    </a:lnTo>
                    <a:lnTo>
                      <a:pt x="30" y="56"/>
                    </a:lnTo>
                    <a:lnTo>
                      <a:pt x="30" y="56"/>
                    </a:lnTo>
                    <a:lnTo>
                      <a:pt x="30" y="56"/>
                    </a:lnTo>
                    <a:lnTo>
                      <a:pt x="30" y="56"/>
                    </a:lnTo>
                    <a:lnTo>
                      <a:pt x="34" y="52"/>
                    </a:lnTo>
                    <a:lnTo>
                      <a:pt x="34" y="48"/>
                    </a:lnTo>
                    <a:lnTo>
                      <a:pt x="34" y="48"/>
                    </a:lnTo>
                    <a:lnTo>
                      <a:pt x="34" y="48"/>
                    </a:lnTo>
                    <a:lnTo>
                      <a:pt x="34" y="48"/>
                    </a:lnTo>
                    <a:lnTo>
                      <a:pt x="34" y="44"/>
                    </a:lnTo>
                    <a:lnTo>
                      <a:pt x="34" y="44"/>
                    </a:lnTo>
                    <a:lnTo>
                      <a:pt x="34" y="40"/>
                    </a:lnTo>
                    <a:lnTo>
                      <a:pt x="34" y="40"/>
                    </a:lnTo>
                    <a:lnTo>
                      <a:pt x="34" y="40"/>
                    </a:lnTo>
                    <a:lnTo>
                      <a:pt x="34" y="36"/>
                    </a:lnTo>
                    <a:lnTo>
                      <a:pt x="34" y="36"/>
                    </a:lnTo>
                    <a:lnTo>
                      <a:pt x="34" y="34"/>
                    </a:lnTo>
                    <a:lnTo>
                      <a:pt x="38" y="34"/>
                    </a:lnTo>
                    <a:lnTo>
                      <a:pt x="38" y="34"/>
                    </a:lnTo>
                    <a:lnTo>
                      <a:pt x="38" y="34"/>
                    </a:lnTo>
                    <a:lnTo>
                      <a:pt x="38" y="34"/>
                    </a:lnTo>
                    <a:lnTo>
                      <a:pt x="38" y="34"/>
                    </a:lnTo>
                    <a:lnTo>
                      <a:pt x="38" y="30"/>
                    </a:lnTo>
                    <a:lnTo>
                      <a:pt x="38" y="30"/>
                    </a:lnTo>
                    <a:lnTo>
                      <a:pt x="38" y="30"/>
                    </a:lnTo>
                    <a:lnTo>
                      <a:pt x="38" y="30"/>
                    </a:lnTo>
                    <a:lnTo>
                      <a:pt x="38" y="30"/>
                    </a:lnTo>
                    <a:lnTo>
                      <a:pt x="38" y="30"/>
                    </a:lnTo>
                    <a:lnTo>
                      <a:pt x="38" y="30"/>
                    </a:lnTo>
                    <a:lnTo>
                      <a:pt x="38" y="26"/>
                    </a:lnTo>
                    <a:lnTo>
                      <a:pt x="38" y="26"/>
                    </a:lnTo>
                    <a:lnTo>
                      <a:pt x="38" y="26"/>
                    </a:lnTo>
                    <a:lnTo>
                      <a:pt x="42" y="26"/>
                    </a:lnTo>
                    <a:lnTo>
                      <a:pt x="42" y="26"/>
                    </a:lnTo>
                    <a:lnTo>
                      <a:pt x="42" y="26"/>
                    </a:lnTo>
                    <a:lnTo>
                      <a:pt x="42" y="26"/>
                    </a:lnTo>
                    <a:lnTo>
                      <a:pt x="42" y="26"/>
                    </a:lnTo>
                    <a:lnTo>
                      <a:pt x="42" y="22"/>
                    </a:lnTo>
                    <a:lnTo>
                      <a:pt x="42" y="22"/>
                    </a:lnTo>
                    <a:lnTo>
                      <a:pt x="46" y="22"/>
                    </a:lnTo>
                    <a:lnTo>
                      <a:pt x="46" y="22"/>
                    </a:lnTo>
                    <a:lnTo>
                      <a:pt x="46" y="22"/>
                    </a:lnTo>
                    <a:lnTo>
                      <a:pt x="50" y="18"/>
                    </a:lnTo>
                    <a:lnTo>
                      <a:pt x="50" y="18"/>
                    </a:lnTo>
                    <a:lnTo>
                      <a:pt x="50" y="18"/>
                    </a:lnTo>
                    <a:lnTo>
                      <a:pt x="50" y="18"/>
                    </a:lnTo>
                    <a:lnTo>
                      <a:pt x="54" y="18"/>
                    </a:lnTo>
                    <a:lnTo>
                      <a:pt x="54" y="14"/>
                    </a:lnTo>
                    <a:lnTo>
                      <a:pt x="54" y="14"/>
                    </a:lnTo>
                    <a:lnTo>
                      <a:pt x="54" y="14"/>
                    </a:lnTo>
                    <a:lnTo>
                      <a:pt x="54" y="10"/>
                    </a:lnTo>
                    <a:lnTo>
                      <a:pt x="54" y="10"/>
                    </a:lnTo>
                    <a:lnTo>
                      <a:pt x="54" y="10"/>
                    </a:lnTo>
                    <a:lnTo>
                      <a:pt x="54" y="10"/>
                    </a:lnTo>
                    <a:lnTo>
                      <a:pt x="54" y="10"/>
                    </a:lnTo>
                    <a:lnTo>
                      <a:pt x="54" y="10"/>
                    </a:lnTo>
                    <a:lnTo>
                      <a:pt x="54" y="6"/>
                    </a:lnTo>
                    <a:lnTo>
                      <a:pt x="54" y="6"/>
                    </a:lnTo>
                    <a:lnTo>
                      <a:pt x="54" y="6"/>
                    </a:lnTo>
                    <a:lnTo>
                      <a:pt x="58" y="6"/>
                    </a:lnTo>
                    <a:lnTo>
                      <a:pt x="58" y="4"/>
                    </a:lnTo>
                    <a:lnTo>
                      <a:pt x="58" y="4"/>
                    </a:lnTo>
                    <a:lnTo>
                      <a:pt x="58" y="0"/>
                    </a:lnTo>
                    <a:lnTo>
                      <a:pt x="58" y="0"/>
                    </a:lnTo>
                    <a:lnTo>
                      <a:pt x="58" y="0"/>
                    </a:lnTo>
                    <a:lnTo>
                      <a:pt x="60" y="0"/>
                    </a:lnTo>
                    <a:lnTo>
                      <a:pt x="98" y="0"/>
                    </a:lnTo>
                    <a:lnTo>
                      <a:pt x="102" y="0"/>
                    </a:lnTo>
                    <a:lnTo>
                      <a:pt x="102" y="0"/>
                    </a:lnTo>
                    <a:lnTo>
                      <a:pt x="102" y="0"/>
                    </a:lnTo>
                    <a:lnTo>
                      <a:pt x="102" y="0"/>
                    </a:lnTo>
                    <a:lnTo>
                      <a:pt x="102" y="0"/>
                    </a:lnTo>
                    <a:lnTo>
                      <a:pt x="106" y="0"/>
                    </a:lnTo>
                    <a:lnTo>
                      <a:pt x="106" y="0"/>
                    </a:lnTo>
                    <a:lnTo>
                      <a:pt x="114" y="0"/>
                    </a:lnTo>
                    <a:lnTo>
                      <a:pt x="114" y="0"/>
                    </a:lnTo>
                    <a:lnTo>
                      <a:pt x="120" y="0"/>
                    </a:lnTo>
                    <a:lnTo>
                      <a:pt x="120" y="4"/>
                    </a:lnTo>
                    <a:lnTo>
                      <a:pt x="120" y="4"/>
                    </a:lnTo>
                    <a:lnTo>
                      <a:pt x="120" y="6"/>
                    </a:lnTo>
                    <a:lnTo>
                      <a:pt x="120" y="14"/>
                    </a:lnTo>
                    <a:lnTo>
                      <a:pt x="120" y="14"/>
                    </a:lnTo>
                    <a:lnTo>
                      <a:pt x="120" y="22"/>
                    </a:lnTo>
                    <a:lnTo>
                      <a:pt x="120" y="30"/>
                    </a:lnTo>
                    <a:lnTo>
                      <a:pt x="120" y="30"/>
                    </a:lnTo>
                    <a:lnTo>
                      <a:pt x="120" y="30"/>
                    </a:lnTo>
                    <a:lnTo>
                      <a:pt x="110" y="30"/>
                    </a:lnTo>
                    <a:lnTo>
                      <a:pt x="110" y="30"/>
                    </a:lnTo>
                    <a:lnTo>
                      <a:pt x="106" y="30"/>
                    </a:lnTo>
                    <a:lnTo>
                      <a:pt x="106" y="30"/>
                    </a:lnTo>
                    <a:lnTo>
                      <a:pt x="102" y="30"/>
                    </a:lnTo>
                    <a:lnTo>
                      <a:pt x="102" y="30"/>
                    </a:lnTo>
                    <a:lnTo>
                      <a:pt x="102" y="30"/>
                    </a:lnTo>
                    <a:lnTo>
                      <a:pt x="102" y="30"/>
                    </a:lnTo>
                    <a:lnTo>
                      <a:pt x="94" y="30"/>
                    </a:lnTo>
                    <a:lnTo>
                      <a:pt x="90" y="30"/>
                    </a:lnTo>
                    <a:lnTo>
                      <a:pt x="84" y="30"/>
                    </a:lnTo>
                    <a:lnTo>
                      <a:pt x="80" y="30"/>
                    </a:lnTo>
                    <a:lnTo>
                      <a:pt x="72" y="30"/>
                    </a:lnTo>
                    <a:lnTo>
                      <a:pt x="72" y="36"/>
                    </a:lnTo>
                    <a:lnTo>
                      <a:pt x="72" y="36"/>
                    </a:lnTo>
                    <a:lnTo>
                      <a:pt x="72" y="36"/>
                    </a:lnTo>
                    <a:lnTo>
                      <a:pt x="72" y="44"/>
                    </a:lnTo>
                    <a:lnTo>
                      <a:pt x="72" y="44"/>
                    </a:lnTo>
                    <a:lnTo>
                      <a:pt x="72" y="44"/>
                    </a:lnTo>
                    <a:lnTo>
                      <a:pt x="72" y="52"/>
                    </a:lnTo>
                    <a:lnTo>
                      <a:pt x="72" y="52"/>
                    </a:lnTo>
                    <a:lnTo>
                      <a:pt x="72" y="52"/>
                    </a:lnTo>
                    <a:lnTo>
                      <a:pt x="72" y="60"/>
                    </a:lnTo>
                    <a:lnTo>
                      <a:pt x="72" y="60"/>
                    </a:lnTo>
                    <a:lnTo>
                      <a:pt x="72" y="66"/>
                    </a:lnTo>
                    <a:lnTo>
                      <a:pt x="72" y="70"/>
                    </a:lnTo>
                    <a:lnTo>
                      <a:pt x="72" y="78"/>
                    </a:lnTo>
                    <a:lnTo>
                      <a:pt x="72" y="78"/>
                    </a:lnTo>
                    <a:lnTo>
                      <a:pt x="72" y="78"/>
                    </a:lnTo>
                    <a:lnTo>
                      <a:pt x="68" y="78"/>
                    </a:lnTo>
                    <a:lnTo>
                      <a:pt x="64" y="78"/>
                    </a:lnTo>
                    <a:lnTo>
                      <a:pt x="64" y="78"/>
                    </a:lnTo>
                    <a:lnTo>
                      <a:pt x="64" y="82"/>
                    </a:lnTo>
                    <a:lnTo>
                      <a:pt x="64" y="82"/>
                    </a:lnTo>
                    <a:lnTo>
                      <a:pt x="60" y="86"/>
                    </a:lnTo>
                    <a:lnTo>
                      <a:pt x="58" y="86"/>
                    </a:lnTo>
                    <a:lnTo>
                      <a:pt x="58" y="86"/>
                    </a:lnTo>
                    <a:lnTo>
                      <a:pt x="58" y="90"/>
                    </a:lnTo>
                    <a:lnTo>
                      <a:pt x="58" y="90"/>
                    </a:lnTo>
                    <a:lnTo>
                      <a:pt x="58" y="94"/>
                    </a:lnTo>
                    <a:lnTo>
                      <a:pt x="58" y="94"/>
                    </a:lnTo>
                    <a:lnTo>
                      <a:pt x="58" y="94"/>
                    </a:lnTo>
                    <a:lnTo>
                      <a:pt x="58" y="96"/>
                    </a:lnTo>
                    <a:lnTo>
                      <a:pt x="58" y="96"/>
                    </a:lnTo>
                    <a:lnTo>
                      <a:pt x="58" y="100"/>
                    </a:lnTo>
                    <a:lnTo>
                      <a:pt x="58" y="100"/>
                    </a:lnTo>
                    <a:lnTo>
                      <a:pt x="60" y="104"/>
                    </a:lnTo>
                    <a:lnTo>
                      <a:pt x="60" y="112"/>
                    </a:lnTo>
                    <a:lnTo>
                      <a:pt x="60" y="116"/>
                    </a:lnTo>
                    <a:lnTo>
                      <a:pt x="54" y="116"/>
                    </a:lnTo>
                    <a:lnTo>
                      <a:pt x="46" y="116"/>
                    </a:lnTo>
                    <a:lnTo>
                      <a:pt x="42" y="116"/>
                    </a:lnTo>
                    <a:lnTo>
                      <a:pt x="42" y="116"/>
                    </a:lnTo>
                    <a:lnTo>
                      <a:pt x="38" y="116"/>
                    </a:lnTo>
                    <a:lnTo>
                      <a:pt x="34" y="116"/>
                    </a:lnTo>
                    <a:lnTo>
                      <a:pt x="30" y="116"/>
                    </a:lnTo>
                    <a:lnTo>
                      <a:pt x="28" y="116"/>
                    </a:lnTo>
                    <a:lnTo>
                      <a:pt x="20" y="116"/>
                    </a:lnTo>
                    <a:lnTo>
                      <a:pt x="20" y="116"/>
                    </a:lnTo>
                    <a:lnTo>
                      <a:pt x="16" y="116"/>
                    </a:lnTo>
                    <a:lnTo>
                      <a:pt x="16" y="116"/>
                    </a:lnTo>
                    <a:lnTo>
                      <a:pt x="8" y="116"/>
                    </a:lnTo>
                    <a:lnTo>
                      <a:pt x="4" y="116"/>
                    </a:lnTo>
                    <a:lnTo>
                      <a:pt x="4" y="116"/>
                    </a:lnTo>
                    <a:lnTo>
                      <a:pt x="4" y="120"/>
                    </a:lnTo>
                    <a:lnTo>
                      <a:pt x="0" y="120"/>
                    </a:lnTo>
                    <a:lnTo>
                      <a:pt x="0" y="120"/>
                    </a:lnTo>
                    <a:lnTo>
                      <a:pt x="0" y="124"/>
                    </a:lnTo>
                    <a:lnTo>
                      <a:pt x="0" y="124"/>
                    </a:lnTo>
                    <a:lnTo>
                      <a:pt x="0" y="124"/>
                    </a:lnTo>
                    <a:lnTo>
                      <a:pt x="0" y="124"/>
                    </a:lnTo>
                    <a:lnTo>
                      <a:pt x="0" y="1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2" name="Freeform 176"/>
              <p:cNvSpPr>
                <a:spLocks/>
              </p:cNvSpPr>
              <p:nvPr/>
            </p:nvSpPr>
            <p:spPr bwMode="gray">
              <a:xfrm>
                <a:off x="5335648" y="4763187"/>
                <a:ext cx="292196" cy="299152"/>
              </a:xfrm>
              <a:custGeom>
                <a:avLst/>
                <a:gdLst>
                  <a:gd name="T0" fmla="*/ 120 w 168"/>
                  <a:gd name="T1" fmla="*/ 130 h 172"/>
                  <a:gd name="T2" fmla="*/ 108 w 168"/>
                  <a:gd name="T3" fmla="*/ 130 h 172"/>
                  <a:gd name="T4" fmla="*/ 98 w 168"/>
                  <a:gd name="T5" fmla="*/ 138 h 172"/>
                  <a:gd name="T6" fmla="*/ 90 w 168"/>
                  <a:gd name="T7" fmla="*/ 148 h 172"/>
                  <a:gd name="T8" fmla="*/ 84 w 168"/>
                  <a:gd name="T9" fmla="*/ 160 h 172"/>
                  <a:gd name="T10" fmla="*/ 72 w 168"/>
                  <a:gd name="T11" fmla="*/ 168 h 172"/>
                  <a:gd name="T12" fmla="*/ 60 w 168"/>
                  <a:gd name="T13" fmla="*/ 168 h 172"/>
                  <a:gd name="T14" fmla="*/ 54 w 168"/>
                  <a:gd name="T15" fmla="*/ 168 h 172"/>
                  <a:gd name="T16" fmla="*/ 42 w 168"/>
                  <a:gd name="T17" fmla="*/ 160 h 172"/>
                  <a:gd name="T18" fmla="*/ 28 w 168"/>
                  <a:gd name="T19" fmla="*/ 164 h 172"/>
                  <a:gd name="T20" fmla="*/ 8 w 168"/>
                  <a:gd name="T21" fmla="*/ 148 h 172"/>
                  <a:gd name="T22" fmla="*/ 4 w 168"/>
                  <a:gd name="T23" fmla="*/ 138 h 172"/>
                  <a:gd name="T24" fmla="*/ 0 w 168"/>
                  <a:gd name="T25" fmla="*/ 116 h 172"/>
                  <a:gd name="T26" fmla="*/ 0 w 168"/>
                  <a:gd name="T27" fmla="*/ 96 h 172"/>
                  <a:gd name="T28" fmla="*/ 16 w 168"/>
                  <a:gd name="T29" fmla="*/ 82 h 172"/>
                  <a:gd name="T30" fmla="*/ 30 w 168"/>
                  <a:gd name="T31" fmla="*/ 82 h 172"/>
                  <a:gd name="T32" fmla="*/ 30 w 168"/>
                  <a:gd name="T33" fmla="*/ 62 h 172"/>
                  <a:gd name="T34" fmla="*/ 30 w 168"/>
                  <a:gd name="T35" fmla="*/ 48 h 172"/>
                  <a:gd name="T36" fmla="*/ 38 w 168"/>
                  <a:gd name="T37" fmla="*/ 48 h 172"/>
                  <a:gd name="T38" fmla="*/ 42 w 168"/>
                  <a:gd name="T39" fmla="*/ 56 h 172"/>
                  <a:gd name="T40" fmla="*/ 50 w 168"/>
                  <a:gd name="T41" fmla="*/ 60 h 172"/>
                  <a:gd name="T42" fmla="*/ 64 w 168"/>
                  <a:gd name="T43" fmla="*/ 62 h 172"/>
                  <a:gd name="T44" fmla="*/ 76 w 168"/>
                  <a:gd name="T45" fmla="*/ 60 h 172"/>
                  <a:gd name="T46" fmla="*/ 84 w 168"/>
                  <a:gd name="T47" fmla="*/ 70 h 172"/>
                  <a:gd name="T48" fmla="*/ 94 w 168"/>
                  <a:gd name="T49" fmla="*/ 78 h 172"/>
                  <a:gd name="T50" fmla="*/ 102 w 168"/>
                  <a:gd name="T51" fmla="*/ 90 h 172"/>
                  <a:gd name="T52" fmla="*/ 112 w 168"/>
                  <a:gd name="T53" fmla="*/ 90 h 172"/>
                  <a:gd name="T54" fmla="*/ 112 w 168"/>
                  <a:gd name="T55" fmla="*/ 78 h 172"/>
                  <a:gd name="T56" fmla="*/ 108 w 168"/>
                  <a:gd name="T57" fmla="*/ 70 h 172"/>
                  <a:gd name="T58" fmla="*/ 98 w 168"/>
                  <a:gd name="T59" fmla="*/ 66 h 172"/>
                  <a:gd name="T60" fmla="*/ 94 w 168"/>
                  <a:gd name="T61" fmla="*/ 56 h 172"/>
                  <a:gd name="T62" fmla="*/ 98 w 168"/>
                  <a:gd name="T63" fmla="*/ 44 h 172"/>
                  <a:gd name="T64" fmla="*/ 98 w 168"/>
                  <a:gd name="T65" fmla="*/ 30 h 172"/>
                  <a:gd name="T66" fmla="*/ 98 w 168"/>
                  <a:gd name="T67" fmla="*/ 14 h 172"/>
                  <a:gd name="T68" fmla="*/ 102 w 168"/>
                  <a:gd name="T69" fmla="*/ 4 h 172"/>
                  <a:gd name="T70" fmla="*/ 120 w 168"/>
                  <a:gd name="T71" fmla="*/ 0 h 172"/>
                  <a:gd name="T72" fmla="*/ 128 w 168"/>
                  <a:gd name="T73" fmla="*/ 6 h 172"/>
                  <a:gd name="T74" fmla="*/ 142 w 168"/>
                  <a:gd name="T75" fmla="*/ 10 h 172"/>
                  <a:gd name="T76" fmla="*/ 150 w 168"/>
                  <a:gd name="T77" fmla="*/ 18 h 172"/>
                  <a:gd name="T78" fmla="*/ 162 w 168"/>
                  <a:gd name="T79" fmla="*/ 26 h 172"/>
                  <a:gd name="T80" fmla="*/ 162 w 168"/>
                  <a:gd name="T81" fmla="*/ 32 h 172"/>
                  <a:gd name="T82" fmla="*/ 166 w 168"/>
                  <a:gd name="T83" fmla="*/ 44 h 172"/>
                  <a:gd name="T84" fmla="*/ 166 w 168"/>
                  <a:gd name="T85" fmla="*/ 52 h 172"/>
                  <a:gd name="T86" fmla="*/ 162 w 168"/>
                  <a:gd name="T87" fmla="*/ 66 h 172"/>
                  <a:gd name="T88" fmla="*/ 158 w 168"/>
                  <a:gd name="T89" fmla="*/ 74 h 172"/>
                  <a:gd name="T90" fmla="*/ 158 w 168"/>
                  <a:gd name="T91" fmla="*/ 90 h 172"/>
                  <a:gd name="T92" fmla="*/ 158 w 168"/>
                  <a:gd name="T93" fmla="*/ 100 h 172"/>
                  <a:gd name="T94" fmla="*/ 146 w 168"/>
                  <a:gd name="T95" fmla="*/ 108 h 172"/>
                  <a:gd name="T96" fmla="*/ 136 w 168"/>
                  <a:gd name="T97" fmla="*/ 112 h 172"/>
                  <a:gd name="T98" fmla="*/ 124 w 168"/>
                  <a:gd name="T99" fmla="*/ 116 h 172"/>
                  <a:gd name="T100" fmla="*/ 120 w 168"/>
                  <a:gd name="T101" fmla="*/ 118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68" h="172">
                    <a:moveTo>
                      <a:pt x="120" y="118"/>
                    </a:moveTo>
                    <a:lnTo>
                      <a:pt x="120" y="122"/>
                    </a:lnTo>
                    <a:lnTo>
                      <a:pt x="120" y="126"/>
                    </a:lnTo>
                    <a:lnTo>
                      <a:pt x="120" y="130"/>
                    </a:lnTo>
                    <a:lnTo>
                      <a:pt x="116" y="130"/>
                    </a:lnTo>
                    <a:lnTo>
                      <a:pt x="112" y="126"/>
                    </a:lnTo>
                    <a:lnTo>
                      <a:pt x="112" y="130"/>
                    </a:lnTo>
                    <a:lnTo>
                      <a:pt x="108" y="130"/>
                    </a:lnTo>
                    <a:lnTo>
                      <a:pt x="104" y="130"/>
                    </a:lnTo>
                    <a:lnTo>
                      <a:pt x="102" y="134"/>
                    </a:lnTo>
                    <a:lnTo>
                      <a:pt x="102" y="138"/>
                    </a:lnTo>
                    <a:lnTo>
                      <a:pt x="98" y="138"/>
                    </a:lnTo>
                    <a:lnTo>
                      <a:pt x="98" y="142"/>
                    </a:lnTo>
                    <a:lnTo>
                      <a:pt x="98" y="146"/>
                    </a:lnTo>
                    <a:lnTo>
                      <a:pt x="94" y="146"/>
                    </a:lnTo>
                    <a:lnTo>
                      <a:pt x="90" y="148"/>
                    </a:lnTo>
                    <a:lnTo>
                      <a:pt x="88" y="148"/>
                    </a:lnTo>
                    <a:lnTo>
                      <a:pt x="88" y="152"/>
                    </a:lnTo>
                    <a:lnTo>
                      <a:pt x="84" y="156"/>
                    </a:lnTo>
                    <a:lnTo>
                      <a:pt x="84" y="160"/>
                    </a:lnTo>
                    <a:lnTo>
                      <a:pt x="80" y="160"/>
                    </a:lnTo>
                    <a:lnTo>
                      <a:pt x="80" y="164"/>
                    </a:lnTo>
                    <a:lnTo>
                      <a:pt x="76" y="168"/>
                    </a:lnTo>
                    <a:lnTo>
                      <a:pt x="72" y="168"/>
                    </a:lnTo>
                    <a:lnTo>
                      <a:pt x="72" y="172"/>
                    </a:lnTo>
                    <a:lnTo>
                      <a:pt x="68" y="172"/>
                    </a:lnTo>
                    <a:lnTo>
                      <a:pt x="64" y="168"/>
                    </a:lnTo>
                    <a:lnTo>
                      <a:pt x="60" y="168"/>
                    </a:lnTo>
                    <a:lnTo>
                      <a:pt x="60" y="172"/>
                    </a:lnTo>
                    <a:lnTo>
                      <a:pt x="58" y="172"/>
                    </a:lnTo>
                    <a:lnTo>
                      <a:pt x="58" y="168"/>
                    </a:lnTo>
                    <a:lnTo>
                      <a:pt x="54" y="168"/>
                    </a:lnTo>
                    <a:lnTo>
                      <a:pt x="50" y="168"/>
                    </a:lnTo>
                    <a:lnTo>
                      <a:pt x="46" y="164"/>
                    </a:lnTo>
                    <a:lnTo>
                      <a:pt x="46" y="160"/>
                    </a:lnTo>
                    <a:lnTo>
                      <a:pt x="42" y="160"/>
                    </a:lnTo>
                    <a:lnTo>
                      <a:pt x="38" y="160"/>
                    </a:lnTo>
                    <a:lnTo>
                      <a:pt x="34" y="160"/>
                    </a:lnTo>
                    <a:lnTo>
                      <a:pt x="30" y="160"/>
                    </a:lnTo>
                    <a:lnTo>
                      <a:pt x="28" y="164"/>
                    </a:lnTo>
                    <a:lnTo>
                      <a:pt x="24" y="164"/>
                    </a:lnTo>
                    <a:lnTo>
                      <a:pt x="20" y="160"/>
                    </a:lnTo>
                    <a:lnTo>
                      <a:pt x="12" y="152"/>
                    </a:lnTo>
                    <a:lnTo>
                      <a:pt x="8" y="148"/>
                    </a:lnTo>
                    <a:lnTo>
                      <a:pt x="8" y="146"/>
                    </a:lnTo>
                    <a:lnTo>
                      <a:pt x="4" y="146"/>
                    </a:lnTo>
                    <a:lnTo>
                      <a:pt x="4" y="142"/>
                    </a:lnTo>
                    <a:lnTo>
                      <a:pt x="4" y="138"/>
                    </a:lnTo>
                    <a:lnTo>
                      <a:pt x="0" y="138"/>
                    </a:lnTo>
                    <a:lnTo>
                      <a:pt x="0" y="134"/>
                    </a:lnTo>
                    <a:lnTo>
                      <a:pt x="0" y="126"/>
                    </a:lnTo>
                    <a:lnTo>
                      <a:pt x="0" y="116"/>
                    </a:lnTo>
                    <a:lnTo>
                      <a:pt x="0" y="112"/>
                    </a:lnTo>
                    <a:lnTo>
                      <a:pt x="0" y="108"/>
                    </a:lnTo>
                    <a:lnTo>
                      <a:pt x="0" y="100"/>
                    </a:lnTo>
                    <a:lnTo>
                      <a:pt x="0" y="96"/>
                    </a:lnTo>
                    <a:lnTo>
                      <a:pt x="0" y="90"/>
                    </a:lnTo>
                    <a:lnTo>
                      <a:pt x="0" y="82"/>
                    </a:lnTo>
                    <a:lnTo>
                      <a:pt x="8" y="82"/>
                    </a:lnTo>
                    <a:lnTo>
                      <a:pt x="16" y="82"/>
                    </a:lnTo>
                    <a:lnTo>
                      <a:pt x="20" y="82"/>
                    </a:lnTo>
                    <a:lnTo>
                      <a:pt x="24" y="82"/>
                    </a:lnTo>
                    <a:lnTo>
                      <a:pt x="28" y="82"/>
                    </a:lnTo>
                    <a:lnTo>
                      <a:pt x="30" y="82"/>
                    </a:lnTo>
                    <a:lnTo>
                      <a:pt x="30" y="78"/>
                    </a:lnTo>
                    <a:lnTo>
                      <a:pt x="30" y="74"/>
                    </a:lnTo>
                    <a:lnTo>
                      <a:pt x="30" y="70"/>
                    </a:lnTo>
                    <a:lnTo>
                      <a:pt x="30" y="62"/>
                    </a:lnTo>
                    <a:lnTo>
                      <a:pt x="30" y="60"/>
                    </a:lnTo>
                    <a:lnTo>
                      <a:pt x="30" y="56"/>
                    </a:lnTo>
                    <a:lnTo>
                      <a:pt x="30" y="52"/>
                    </a:lnTo>
                    <a:lnTo>
                      <a:pt x="30" y="48"/>
                    </a:lnTo>
                    <a:lnTo>
                      <a:pt x="30" y="44"/>
                    </a:lnTo>
                    <a:lnTo>
                      <a:pt x="30" y="48"/>
                    </a:lnTo>
                    <a:lnTo>
                      <a:pt x="34" y="48"/>
                    </a:lnTo>
                    <a:lnTo>
                      <a:pt x="38" y="48"/>
                    </a:lnTo>
                    <a:lnTo>
                      <a:pt x="38" y="52"/>
                    </a:lnTo>
                    <a:lnTo>
                      <a:pt x="34" y="56"/>
                    </a:lnTo>
                    <a:lnTo>
                      <a:pt x="38" y="56"/>
                    </a:lnTo>
                    <a:lnTo>
                      <a:pt x="42" y="56"/>
                    </a:lnTo>
                    <a:lnTo>
                      <a:pt x="46" y="52"/>
                    </a:lnTo>
                    <a:lnTo>
                      <a:pt x="50" y="52"/>
                    </a:lnTo>
                    <a:lnTo>
                      <a:pt x="50" y="56"/>
                    </a:lnTo>
                    <a:lnTo>
                      <a:pt x="50" y="60"/>
                    </a:lnTo>
                    <a:lnTo>
                      <a:pt x="54" y="60"/>
                    </a:lnTo>
                    <a:lnTo>
                      <a:pt x="58" y="62"/>
                    </a:lnTo>
                    <a:lnTo>
                      <a:pt x="60" y="62"/>
                    </a:lnTo>
                    <a:lnTo>
                      <a:pt x="64" y="62"/>
                    </a:lnTo>
                    <a:lnTo>
                      <a:pt x="68" y="66"/>
                    </a:lnTo>
                    <a:lnTo>
                      <a:pt x="72" y="66"/>
                    </a:lnTo>
                    <a:lnTo>
                      <a:pt x="72" y="62"/>
                    </a:lnTo>
                    <a:lnTo>
                      <a:pt x="76" y="60"/>
                    </a:lnTo>
                    <a:lnTo>
                      <a:pt x="76" y="62"/>
                    </a:lnTo>
                    <a:lnTo>
                      <a:pt x="80" y="62"/>
                    </a:lnTo>
                    <a:lnTo>
                      <a:pt x="80" y="66"/>
                    </a:lnTo>
                    <a:lnTo>
                      <a:pt x="84" y="70"/>
                    </a:lnTo>
                    <a:lnTo>
                      <a:pt x="88" y="70"/>
                    </a:lnTo>
                    <a:lnTo>
                      <a:pt x="90" y="74"/>
                    </a:lnTo>
                    <a:lnTo>
                      <a:pt x="94" y="74"/>
                    </a:lnTo>
                    <a:lnTo>
                      <a:pt x="94" y="78"/>
                    </a:lnTo>
                    <a:lnTo>
                      <a:pt x="94" y="82"/>
                    </a:lnTo>
                    <a:lnTo>
                      <a:pt x="98" y="82"/>
                    </a:lnTo>
                    <a:lnTo>
                      <a:pt x="102" y="86"/>
                    </a:lnTo>
                    <a:lnTo>
                      <a:pt x="102" y="90"/>
                    </a:lnTo>
                    <a:lnTo>
                      <a:pt x="104" y="90"/>
                    </a:lnTo>
                    <a:lnTo>
                      <a:pt x="108" y="90"/>
                    </a:lnTo>
                    <a:lnTo>
                      <a:pt x="108" y="86"/>
                    </a:lnTo>
                    <a:lnTo>
                      <a:pt x="112" y="90"/>
                    </a:lnTo>
                    <a:lnTo>
                      <a:pt x="108" y="90"/>
                    </a:lnTo>
                    <a:lnTo>
                      <a:pt x="112" y="90"/>
                    </a:lnTo>
                    <a:lnTo>
                      <a:pt x="112" y="86"/>
                    </a:lnTo>
                    <a:lnTo>
                      <a:pt x="112" y="78"/>
                    </a:lnTo>
                    <a:lnTo>
                      <a:pt x="112" y="74"/>
                    </a:lnTo>
                    <a:lnTo>
                      <a:pt x="112" y="70"/>
                    </a:lnTo>
                    <a:lnTo>
                      <a:pt x="112" y="66"/>
                    </a:lnTo>
                    <a:lnTo>
                      <a:pt x="108" y="70"/>
                    </a:lnTo>
                    <a:lnTo>
                      <a:pt x="108" y="74"/>
                    </a:lnTo>
                    <a:lnTo>
                      <a:pt x="104" y="70"/>
                    </a:lnTo>
                    <a:lnTo>
                      <a:pt x="102" y="70"/>
                    </a:lnTo>
                    <a:lnTo>
                      <a:pt x="98" y="66"/>
                    </a:lnTo>
                    <a:lnTo>
                      <a:pt x="98" y="62"/>
                    </a:lnTo>
                    <a:lnTo>
                      <a:pt x="94" y="62"/>
                    </a:lnTo>
                    <a:lnTo>
                      <a:pt x="94" y="60"/>
                    </a:lnTo>
                    <a:lnTo>
                      <a:pt x="94" y="56"/>
                    </a:lnTo>
                    <a:lnTo>
                      <a:pt x="94" y="52"/>
                    </a:lnTo>
                    <a:lnTo>
                      <a:pt x="94" y="48"/>
                    </a:lnTo>
                    <a:lnTo>
                      <a:pt x="94" y="44"/>
                    </a:lnTo>
                    <a:lnTo>
                      <a:pt x="98" y="44"/>
                    </a:lnTo>
                    <a:lnTo>
                      <a:pt x="98" y="40"/>
                    </a:lnTo>
                    <a:lnTo>
                      <a:pt x="98" y="36"/>
                    </a:lnTo>
                    <a:lnTo>
                      <a:pt x="98" y="32"/>
                    </a:lnTo>
                    <a:lnTo>
                      <a:pt x="98" y="30"/>
                    </a:lnTo>
                    <a:lnTo>
                      <a:pt x="98" y="26"/>
                    </a:lnTo>
                    <a:lnTo>
                      <a:pt x="94" y="22"/>
                    </a:lnTo>
                    <a:lnTo>
                      <a:pt x="94" y="18"/>
                    </a:lnTo>
                    <a:lnTo>
                      <a:pt x="98" y="14"/>
                    </a:lnTo>
                    <a:lnTo>
                      <a:pt x="98" y="10"/>
                    </a:lnTo>
                    <a:lnTo>
                      <a:pt x="102" y="10"/>
                    </a:lnTo>
                    <a:lnTo>
                      <a:pt x="102" y="6"/>
                    </a:lnTo>
                    <a:lnTo>
                      <a:pt x="102" y="4"/>
                    </a:lnTo>
                    <a:lnTo>
                      <a:pt x="104" y="4"/>
                    </a:lnTo>
                    <a:lnTo>
                      <a:pt x="108" y="4"/>
                    </a:lnTo>
                    <a:lnTo>
                      <a:pt x="116" y="4"/>
                    </a:lnTo>
                    <a:lnTo>
                      <a:pt x="120" y="0"/>
                    </a:lnTo>
                    <a:lnTo>
                      <a:pt x="124" y="0"/>
                    </a:lnTo>
                    <a:lnTo>
                      <a:pt x="128" y="0"/>
                    </a:lnTo>
                    <a:lnTo>
                      <a:pt x="128" y="4"/>
                    </a:lnTo>
                    <a:lnTo>
                      <a:pt x="128" y="6"/>
                    </a:lnTo>
                    <a:lnTo>
                      <a:pt x="132" y="6"/>
                    </a:lnTo>
                    <a:lnTo>
                      <a:pt x="136" y="6"/>
                    </a:lnTo>
                    <a:lnTo>
                      <a:pt x="138" y="10"/>
                    </a:lnTo>
                    <a:lnTo>
                      <a:pt x="142" y="10"/>
                    </a:lnTo>
                    <a:lnTo>
                      <a:pt x="142" y="14"/>
                    </a:lnTo>
                    <a:lnTo>
                      <a:pt x="146" y="14"/>
                    </a:lnTo>
                    <a:lnTo>
                      <a:pt x="150" y="14"/>
                    </a:lnTo>
                    <a:lnTo>
                      <a:pt x="150" y="18"/>
                    </a:lnTo>
                    <a:lnTo>
                      <a:pt x="154" y="18"/>
                    </a:lnTo>
                    <a:lnTo>
                      <a:pt x="158" y="22"/>
                    </a:lnTo>
                    <a:lnTo>
                      <a:pt x="158" y="26"/>
                    </a:lnTo>
                    <a:lnTo>
                      <a:pt x="162" y="26"/>
                    </a:lnTo>
                    <a:lnTo>
                      <a:pt x="162" y="30"/>
                    </a:lnTo>
                    <a:lnTo>
                      <a:pt x="166" y="30"/>
                    </a:lnTo>
                    <a:lnTo>
                      <a:pt x="162" y="30"/>
                    </a:lnTo>
                    <a:lnTo>
                      <a:pt x="162" y="32"/>
                    </a:lnTo>
                    <a:lnTo>
                      <a:pt x="166" y="32"/>
                    </a:lnTo>
                    <a:lnTo>
                      <a:pt x="166" y="36"/>
                    </a:lnTo>
                    <a:lnTo>
                      <a:pt x="168" y="40"/>
                    </a:lnTo>
                    <a:lnTo>
                      <a:pt x="166" y="44"/>
                    </a:lnTo>
                    <a:lnTo>
                      <a:pt x="162" y="44"/>
                    </a:lnTo>
                    <a:lnTo>
                      <a:pt x="162" y="48"/>
                    </a:lnTo>
                    <a:lnTo>
                      <a:pt x="166" y="48"/>
                    </a:lnTo>
                    <a:lnTo>
                      <a:pt x="166" y="52"/>
                    </a:lnTo>
                    <a:lnTo>
                      <a:pt x="162" y="56"/>
                    </a:lnTo>
                    <a:lnTo>
                      <a:pt x="162" y="60"/>
                    </a:lnTo>
                    <a:lnTo>
                      <a:pt x="162" y="62"/>
                    </a:lnTo>
                    <a:lnTo>
                      <a:pt x="162" y="66"/>
                    </a:lnTo>
                    <a:lnTo>
                      <a:pt x="166" y="70"/>
                    </a:lnTo>
                    <a:lnTo>
                      <a:pt x="166" y="74"/>
                    </a:lnTo>
                    <a:lnTo>
                      <a:pt x="162" y="74"/>
                    </a:lnTo>
                    <a:lnTo>
                      <a:pt x="158" y="74"/>
                    </a:lnTo>
                    <a:lnTo>
                      <a:pt x="158" y="78"/>
                    </a:lnTo>
                    <a:lnTo>
                      <a:pt x="158" y="82"/>
                    </a:lnTo>
                    <a:lnTo>
                      <a:pt x="158" y="86"/>
                    </a:lnTo>
                    <a:lnTo>
                      <a:pt x="158" y="90"/>
                    </a:lnTo>
                    <a:lnTo>
                      <a:pt x="158" y="92"/>
                    </a:lnTo>
                    <a:lnTo>
                      <a:pt x="154" y="92"/>
                    </a:lnTo>
                    <a:lnTo>
                      <a:pt x="158" y="96"/>
                    </a:lnTo>
                    <a:lnTo>
                      <a:pt x="158" y="100"/>
                    </a:lnTo>
                    <a:lnTo>
                      <a:pt x="162" y="100"/>
                    </a:lnTo>
                    <a:lnTo>
                      <a:pt x="158" y="100"/>
                    </a:lnTo>
                    <a:lnTo>
                      <a:pt x="150" y="104"/>
                    </a:lnTo>
                    <a:lnTo>
                      <a:pt x="146" y="108"/>
                    </a:lnTo>
                    <a:lnTo>
                      <a:pt x="142" y="108"/>
                    </a:lnTo>
                    <a:lnTo>
                      <a:pt x="138" y="108"/>
                    </a:lnTo>
                    <a:lnTo>
                      <a:pt x="138" y="112"/>
                    </a:lnTo>
                    <a:lnTo>
                      <a:pt x="136" y="112"/>
                    </a:lnTo>
                    <a:lnTo>
                      <a:pt x="132" y="112"/>
                    </a:lnTo>
                    <a:lnTo>
                      <a:pt x="128" y="112"/>
                    </a:lnTo>
                    <a:lnTo>
                      <a:pt x="128" y="116"/>
                    </a:lnTo>
                    <a:lnTo>
                      <a:pt x="124" y="116"/>
                    </a:lnTo>
                    <a:lnTo>
                      <a:pt x="120" y="116"/>
                    </a:lnTo>
                    <a:lnTo>
                      <a:pt x="120" y="118"/>
                    </a:lnTo>
                    <a:lnTo>
                      <a:pt x="120" y="118"/>
                    </a:lnTo>
                    <a:lnTo>
                      <a:pt x="120" y="1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83" name="Freeform 177"/>
              <p:cNvSpPr>
                <a:spLocks/>
              </p:cNvSpPr>
              <p:nvPr/>
            </p:nvSpPr>
            <p:spPr bwMode="gray">
              <a:xfrm>
                <a:off x="5422610" y="4985810"/>
                <a:ext cx="194798" cy="212190"/>
              </a:xfrm>
              <a:custGeom>
                <a:avLst/>
                <a:gdLst>
                  <a:gd name="T0" fmla="*/ 88 w 112"/>
                  <a:gd name="T1" fmla="*/ 114 h 122"/>
                  <a:gd name="T2" fmla="*/ 84 w 112"/>
                  <a:gd name="T3" fmla="*/ 118 h 122"/>
                  <a:gd name="T4" fmla="*/ 82 w 112"/>
                  <a:gd name="T5" fmla="*/ 118 h 122"/>
                  <a:gd name="T6" fmla="*/ 74 w 112"/>
                  <a:gd name="T7" fmla="*/ 118 h 122"/>
                  <a:gd name="T8" fmla="*/ 70 w 112"/>
                  <a:gd name="T9" fmla="*/ 118 h 122"/>
                  <a:gd name="T10" fmla="*/ 62 w 112"/>
                  <a:gd name="T11" fmla="*/ 114 h 122"/>
                  <a:gd name="T12" fmla="*/ 54 w 112"/>
                  <a:gd name="T13" fmla="*/ 114 h 122"/>
                  <a:gd name="T14" fmla="*/ 52 w 112"/>
                  <a:gd name="T15" fmla="*/ 114 h 122"/>
                  <a:gd name="T16" fmla="*/ 52 w 112"/>
                  <a:gd name="T17" fmla="*/ 110 h 122"/>
                  <a:gd name="T18" fmla="*/ 52 w 112"/>
                  <a:gd name="T19" fmla="*/ 108 h 122"/>
                  <a:gd name="T20" fmla="*/ 44 w 112"/>
                  <a:gd name="T21" fmla="*/ 108 h 122"/>
                  <a:gd name="T22" fmla="*/ 40 w 112"/>
                  <a:gd name="T23" fmla="*/ 108 h 122"/>
                  <a:gd name="T24" fmla="*/ 38 w 112"/>
                  <a:gd name="T25" fmla="*/ 104 h 122"/>
                  <a:gd name="T26" fmla="*/ 34 w 112"/>
                  <a:gd name="T27" fmla="*/ 96 h 122"/>
                  <a:gd name="T28" fmla="*/ 34 w 112"/>
                  <a:gd name="T29" fmla="*/ 92 h 122"/>
                  <a:gd name="T30" fmla="*/ 30 w 112"/>
                  <a:gd name="T31" fmla="*/ 84 h 122"/>
                  <a:gd name="T32" fmla="*/ 30 w 112"/>
                  <a:gd name="T33" fmla="*/ 84 h 122"/>
                  <a:gd name="T34" fmla="*/ 26 w 112"/>
                  <a:gd name="T35" fmla="*/ 78 h 122"/>
                  <a:gd name="T36" fmla="*/ 18 w 112"/>
                  <a:gd name="T37" fmla="*/ 74 h 122"/>
                  <a:gd name="T38" fmla="*/ 14 w 112"/>
                  <a:gd name="T39" fmla="*/ 70 h 122"/>
                  <a:gd name="T40" fmla="*/ 12 w 112"/>
                  <a:gd name="T41" fmla="*/ 66 h 122"/>
                  <a:gd name="T42" fmla="*/ 12 w 112"/>
                  <a:gd name="T43" fmla="*/ 58 h 122"/>
                  <a:gd name="T44" fmla="*/ 8 w 112"/>
                  <a:gd name="T45" fmla="*/ 52 h 122"/>
                  <a:gd name="T46" fmla="*/ 4 w 112"/>
                  <a:gd name="T47" fmla="*/ 48 h 122"/>
                  <a:gd name="T48" fmla="*/ 0 w 112"/>
                  <a:gd name="T49" fmla="*/ 44 h 122"/>
                  <a:gd name="T50" fmla="*/ 0 w 112"/>
                  <a:gd name="T51" fmla="*/ 40 h 122"/>
                  <a:gd name="T52" fmla="*/ 4 w 112"/>
                  <a:gd name="T53" fmla="*/ 40 h 122"/>
                  <a:gd name="T54" fmla="*/ 12 w 112"/>
                  <a:gd name="T55" fmla="*/ 44 h 122"/>
                  <a:gd name="T56" fmla="*/ 14 w 112"/>
                  <a:gd name="T57" fmla="*/ 40 h 122"/>
                  <a:gd name="T58" fmla="*/ 22 w 112"/>
                  <a:gd name="T59" fmla="*/ 44 h 122"/>
                  <a:gd name="T60" fmla="*/ 26 w 112"/>
                  <a:gd name="T61" fmla="*/ 40 h 122"/>
                  <a:gd name="T62" fmla="*/ 38 w 112"/>
                  <a:gd name="T63" fmla="*/ 26 h 122"/>
                  <a:gd name="T64" fmla="*/ 48 w 112"/>
                  <a:gd name="T65" fmla="*/ 18 h 122"/>
                  <a:gd name="T66" fmla="*/ 48 w 112"/>
                  <a:gd name="T67" fmla="*/ 10 h 122"/>
                  <a:gd name="T68" fmla="*/ 52 w 112"/>
                  <a:gd name="T69" fmla="*/ 6 h 122"/>
                  <a:gd name="T70" fmla="*/ 62 w 112"/>
                  <a:gd name="T71" fmla="*/ 2 h 122"/>
                  <a:gd name="T72" fmla="*/ 70 w 112"/>
                  <a:gd name="T73" fmla="*/ 2 h 122"/>
                  <a:gd name="T74" fmla="*/ 78 w 112"/>
                  <a:gd name="T75" fmla="*/ 6 h 122"/>
                  <a:gd name="T76" fmla="*/ 84 w 112"/>
                  <a:gd name="T77" fmla="*/ 10 h 122"/>
                  <a:gd name="T78" fmla="*/ 88 w 112"/>
                  <a:gd name="T79" fmla="*/ 10 h 122"/>
                  <a:gd name="T80" fmla="*/ 96 w 112"/>
                  <a:gd name="T81" fmla="*/ 14 h 122"/>
                  <a:gd name="T82" fmla="*/ 100 w 112"/>
                  <a:gd name="T83" fmla="*/ 14 h 122"/>
                  <a:gd name="T84" fmla="*/ 104 w 112"/>
                  <a:gd name="T85" fmla="*/ 22 h 122"/>
                  <a:gd name="T86" fmla="*/ 108 w 112"/>
                  <a:gd name="T87" fmla="*/ 22 h 122"/>
                  <a:gd name="T88" fmla="*/ 108 w 112"/>
                  <a:gd name="T89" fmla="*/ 26 h 122"/>
                  <a:gd name="T90" fmla="*/ 108 w 112"/>
                  <a:gd name="T91" fmla="*/ 28 h 122"/>
                  <a:gd name="T92" fmla="*/ 108 w 112"/>
                  <a:gd name="T93" fmla="*/ 32 h 122"/>
                  <a:gd name="T94" fmla="*/ 108 w 112"/>
                  <a:gd name="T95" fmla="*/ 40 h 122"/>
                  <a:gd name="T96" fmla="*/ 108 w 112"/>
                  <a:gd name="T97" fmla="*/ 44 h 122"/>
                  <a:gd name="T98" fmla="*/ 108 w 112"/>
                  <a:gd name="T99" fmla="*/ 52 h 122"/>
                  <a:gd name="T100" fmla="*/ 108 w 112"/>
                  <a:gd name="T101" fmla="*/ 54 h 122"/>
                  <a:gd name="T102" fmla="*/ 104 w 112"/>
                  <a:gd name="T103" fmla="*/ 54 h 122"/>
                  <a:gd name="T104" fmla="*/ 108 w 112"/>
                  <a:gd name="T105" fmla="*/ 58 h 122"/>
                  <a:gd name="T106" fmla="*/ 108 w 112"/>
                  <a:gd name="T107" fmla="*/ 70 h 122"/>
                  <a:gd name="T108" fmla="*/ 108 w 112"/>
                  <a:gd name="T109" fmla="*/ 78 h 122"/>
                  <a:gd name="T110" fmla="*/ 104 w 112"/>
                  <a:gd name="T111" fmla="*/ 84 h 122"/>
                  <a:gd name="T112" fmla="*/ 100 w 112"/>
                  <a:gd name="T113" fmla="*/ 92 h 122"/>
                  <a:gd name="T114" fmla="*/ 100 w 112"/>
                  <a:gd name="T115" fmla="*/ 10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2" h="122">
                    <a:moveTo>
                      <a:pt x="100" y="100"/>
                    </a:moveTo>
                    <a:lnTo>
                      <a:pt x="100" y="100"/>
                    </a:lnTo>
                    <a:lnTo>
                      <a:pt x="100" y="100"/>
                    </a:lnTo>
                    <a:lnTo>
                      <a:pt x="100" y="100"/>
                    </a:lnTo>
                    <a:lnTo>
                      <a:pt x="92" y="110"/>
                    </a:lnTo>
                    <a:lnTo>
                      <a:pt x="88" y="114"/>
                    </a:lnTo>
                    <a:lnTo>
                      <a:pt x="84" y="118"/>
                    </a:lnTo>
                    <a:lnTo>
                      <a:pt x="84" y="118"/>
                    </a:lnTo>
                    <a:lnTo>
                      <a:pt x="84" y="118"/>
                    </a:lnTo>
                    <a:lnTo>
                      <a:pt x="84" y="122"/>
                    </a:lnTo>
                    <a:lnTo>
                      <a:pt x="84" y="118"/>
                    </a:lnTo>
                    <a:lnTo>
                      <a:pt x="84" y="118"/>
                    </a:lnTo>
                    <a:lnTo>
                      <a:pt x="82" y="118"/>
                    </a:lnTo>
                    <a:lnTo>
                      <a:pt x="82" y="118"/>
                    </a:lnTo>
                    <a:lnTo>
                      <a:pt x="82" y="118"/>
                    </a:lnTo>
                    <a:lnTo>
                      <a:pt x="82" y="118"/>
                    </a:lnTo>
                    <a:lnTo>
                      <a:pt x="82" y="118"/>
                    </a:lnTo>
                    <a:lnTo>
                      <a:pt x="82" y="118"/>
                    </a:lnTo>
                    <a:lnTo>
                      <a:pt x="78" y="118"/>
                    </a:lnTo>
                    <a:lnTo>
                      <a:pt x="78" y="118"/>
                    </a:lnTo>
                    <a:lnTo>
                      <a:pt x="78" y="118"/>
                    </a:lnTo>
                    <a:lnTo>
                      <a:pt x="78" y="118"/>
                    </a:lnTo>
                    <a:lnTo>
                      <a:pt x="78" y="118"/>
                    </a:lnTo>
                    <a:lnTo>
                      <a:pt x="74" y="118"/>
                    </a:lnTo>
                    <a:lnTo>
                      <a:pt x="74" y="118"/>
                    </a:lnTo>
                    <a:lnTo>
                      <a:pt x="74" y="118"/>
                    </a:lnTo>
                    <a:lnTo>
                      <a:pt x="74" y="118"/>
                    </a:lnTo>
                    <a:lnTo>
                      <a:pt x="74" y="118"/>
                    </a:lnTo>
                    <a:lnTo>
                      <a:pt x="70" y="118"/>
                    </a:lnTo>
                    <a:lnTo>
                      <a:pt x="70" y="118"/>
                    </a:lnTo>
                    <a:lnTo>
                      <a:pt x="70" y="118"/>
                    </a:lnTo>
                    <a:lnTo>
                      <a:pt x="66" y="118"/>
                    </a:lnTo>
                    <a:lnTo>
                      <a:pt x="66" y="114"/>
                    </a:lnTo>
                    <a:lnTo>
                      <a:pt x="62" y="114"/>
                    </a:lnTo>
                    <a:lnTo>
                      <a:pt x="62" y="114"/>
                    </a:lnTo>
                    <a:lnTo>
                      <a:pt x="62" y="114"/>
                    </a:lnTo>
                    <a:lnTo>
                      <a:pt x="62" y="114"/>
                    </a:lnTo>
                    <a:lnTo>
                      <a:pt x="62" y="114"/>
                    </a:lnTo>
                    <a:lnTo>
                      <a:pt x="58" y="114"/>
                    </a:lnTo>
                    <a:lnTo>
                      <a:pt x="54" y="114"/>
                    </a:lnTo>
                    <a:lnTo>
                      <a:pt x="54" y="114"/>
                    </a:lnTo>
                    <a:lnTo>
                      <a:pt x="54" y="114"/>
                    </a:lnTo>
                    <a:lnTo>
                      <a:pt x="54" y="114"/>
                    </a:lnTo>
                    <a:lnTo>
                      <a:pt x="54" y="114"/>
                    </a:lnTo>
                    <a:lnTo>
                      <a:pt x="54" y="114"/>
                    </a:lnTo>
                    <a:lnTo>
                      <a:pt x="54" y="114"/>
                    </a:lnTo>
                    <a:lnTo>
                      <a:pt x="52" y="114"/>
                    </a:lnTo>
                    <a:lnTo>
                      <a:pt x="52" y="114"/>
                    </a:lnTo>
                    <a:lnTo>
                      <a:pt x="52" y="114"/>
                    </a:lnTo>
                    <a:lnTo>
                      <a:pt x="52" y="114"/>
                    </a:lnTo>
                    <a:lnTo>
                      <a:pt x="52" y="114"/>
                    </a:lnTo>
                    <a:lnTo>
                      <a:pt x="52" y="110"/>
                    </a:lnTo>
                    <a:lnTo>
                      <a:pt x="52" y="110"/>
                    </a:lnTo>
                    <a:lnTo>
                      <a:pt x="52" y="110"/>
                    </a:lnTo>
                    <a:lnTo>
                      <a:pt x="52" y="110"/>
                    </a:lnTo>
                    <a:lnTo>
                      <a:pt x="52" y="110"/>
                    </a:lnTo>
                    <a:lnTo>
                      <a:pt x="52" y="110"/>
                    </a:lnTo>
                    <a:lnTo>
                      <a:pt x="52" y="108"/>
                    </a:lnTo>
                    <a:lnTo>
                      <a:pt x="52" y="108"/>
                    </a:lnTo>
                    <a:lnTo>
                      <a:pt x="52" y="108"/>
                    </a:lnTo>
                    <a:lnTo>
                      <a:pt x="52" y="108"/>
                    </a:lnTo>
                    <a:lnTo>
                      <a:pt x="48" y="108"/>
                    </a:lnTo>
                    <a:lnTo>
                      <a:pt x="44" y="108"/>
                    </a:lnTo>
                    <a:lnTo>
                      <a:pt x="44" y="108"/>
                    </a:lnTo>
                    <a:lnTo>
                      <a:pt x="44" y="108"/>
                    </a:lnTo>
                    <a:lnTo>
                      <a:pt x="44" y="108"/>
                    </a:lnTo>
                    <a:lnTo>
                      <a:pt x="44" y="108"/>
                    </a:lnTo>
                    <a:lnTo>
                      <a:pt x="44" y="108"/>
                    </a:lnTo>
                    <a:lnTo>
                      <a:pt x="44" y="108"/>
                    </a:lnTo>
                    <a:lnTo>
                      <a:pt x="40" y="108"/>
                    </a:lnTo>
                    <a:lnTo>
                      <a:pt x="40" y="108"/>
                    </a:lnTo>
                    <a:lnTo>
                      <a:pt x="40" y="108"/>
                    </a:lnTo>
                    <a:lnTo>
                      <a:pt x="40" y="108"/>
                    </a:lnTo>
                    <a:lnTo>
                      <a:pt x="38" y="108"/>
                    </a:lnTo>
                    <a:lnTo>
                      <a:pt x="38" y="104"/>
                    </a:lnTo>
                    <a:lnTo>
                      <a:pt x="38" y="104"/>
                    </a:lnTo>
                    <a:lnTo>
                      <a:pt x="38" y="104"/>
                    </a:lnTo>
                    <a:lnTo>
                      <a:pt x="38" y="104"/>
                    </a:lnTo>
                    <a:lnTo>
                      <a:pt x="38" y="104"/>
                    </a:lnTo>
                    <a:lnTo>
                      <a:pt x="38" y="100"/>
                    </a:lnTo>
                    <a:lnTo>
                      <a:pt x="38" y="100"/>
                    </a:lnTo>
                    <a:lnTo>
                      <a:pt x="34" y="100"/>
                    </a:lnTo>
                    <a:lnTo>
                      <a:pt x="34" y="100"/>
                    </a:lnTo>
                    <a:lnTo>
                      <a:pt x="34" y="96"/>
                    </a:lnTo>
                    <a:lnTo>
                      <a:pt x="34" y="96"/>
                    </a:lnTo>
                    <a:lnTo>
                      <a:pt x="34" y="92"/>
                    </a:lnTo>
                    <a:lnTo>
                      <a:pt x="34" y="92"/>
                    </a:lnTo>
                    <a:lnTo>
                      <a:pt x="34" y="92"/>
                    </a:lnTo>
                    <a:lnTo>
                      <a:pt x="34" y="92"/>
                    </a:lnTo>
                    <a:lnTo>
                      <a:pt x="34" y="92"/>
                    </a:lnTo>
                    <a:lnTo>
                      <a:pt x="34" y="88"/>
                    </a:lnTo>
                    <a:lnTo>
                      <a:pt x="34" y="84"/>
                    </a:lnTo>
                    <a:lnTo>
                      <a:pt x="34" y="84"/>
                    </a:lnTo>
                    <a:lnTo>
                      <a:pt x="34" y="84"/>
                    </a:lnTo>
                    <a:lnTo>
                      <a:pt x="30" y="84"/>
                    </a:lnTo>
                    <a:lnTo>
                      <a:pt x="30" y="84"/>
                    </a:lnTo>
                    <a:lnTo>
                      <a:pt x="30" y="84"/>
                    </a:lnTo>
                    <a:lnTo>
                      <a:pt x="30" y="84"/>
                    </a:lnTo>
                    <a:lnTo>
                      <a:pt x="30" y="84"/>
                    </a:lnTo>
                    <a:lnTo>
                      <a:pt x="30" y="84"/>
                    </a:lnTo>
                    <a:lnTo>
                      <a:pt x="30" y="84"/>
                    </a:lnTo>
                    <a:lnTo>
                      <a:pt x="30" y="84"/>
                    </a:lnTo>
                    <a:lnTo>
                      <a:pt x="30" y="84"/>
                    </a:lnTo>
                    <a:lnTo>
                      <a:pt x="30" y="80"/>
                    </a:lnTo>
                    <a:lnTo>
                      <a:pt x="30" y="80"/>
                    </a:lnTo>
                    <a:lnTo>
                      <a:pt x="26" y="80"/>
                    </a:lnTo>
                    <a:lnTo>
                      <a:pt x="26" y="78"/>
                    </a:lnTo>
                    <a:lnTo>
                      <a:pt x="26" y="78"/>
                    </a:lnTo>
                    <a:lnTo>
                      <a:pt x="22" y="78"/>
                    </a:lnTo>
                    <a:lnTo>
                      <a:pt x="18" y="78"/>
                    </a:lnTo>
                    <a:lnTo>
                      <a:pt x="18" y="74"/>
                    </a:lnTo>
                    <a:lnTo>
                      <a:pt x="18" y="74"/>
                    </a:lnTo>
                    <a:lnTo>
                      <a:pt x="18" y="74"/>
                    </a:lnTo>
                    <a:lnTo>
                      <a:pt x="18" y="74"/>
                    </a:lnTo>
                    <a:lnTo>
                      <a:pt x="18" y="74"/>
                    </a:lnTo>
                    <a:lnTo>
                      <a:pt x="18" y="74"/>
                    </a:lnTo>
                    <a:lnTo>
                      <a:pt x="18" y="74"/>
                    </a:lnTo>
                    <a:lnTo>
                      <a:pt x="14" y="74"/>
                    </a:lnTo>
                    <a:lnTo>
                      <a:pt x="14" y="70"/>
                    </a:lnTo>
                    <a:lnTo>
                      <a:pt x="14" y="70"/>
                    </a:lnTo>
                    <a:lnTo>
                      <a:pt x="14" y="70"/>
                    </a:lnTo>
                    <a:lnTo>
                      <a:pt x="12" y="70"/>
                    </a:lnTo>
                    <a:lnTo>
                      <a:pt x="12" y="70"/>
                    </a:lnTo>
                    <a:lnTo>
                      <a:pt x="12" y="70"/>
                    </a:lnTo>
                    <a:lnTo>
                      <a:pt x="12" y="66"/>
                    </a:lnTo>
                    <a:lnTo>
                      <a:pt x="12" y="66"/>
                    </a:lnTo>
                    <a:lnTo>
                      <a:pt x="12" y="62"/>
                    </a:lnTo>
                    <a:lnTo>
                      <a:pt x="12" y="62"/>
                    </a:lnTo>
                    <a:lnTo>
                      <a:pt x="12" y="62"/>
                    </a:lnTo>
                    <a:lnTo>
                      <a:pt x="12" y="62"/>
                    </a:lnTo>
                    <a:lnTo>
                      <a:pt x="12" y="58"/>
                    </a:lnTo>
                    <a:lnTo>
                      <a:pt x="12" y="58"/>
                    </a:lnTo>
                    <a:lnTo>
                      <a:pt x="12" y="58"/>
                    </a:lnTo>
                    <a:lnTo>
                      <a:pt x="12" y="58"/>
                    </a:lnTo>
                    <a:lnTo>
                      <a:pt x="8" y="58"/>
                    </a:lnTo>
                    <a:lnTo>
                      <a:pt x="8" y="58"/>
                    </a:lnTo>
                    <a:lnTo>
                      <a:pt x="8" y="54"/>
                    </a:lnTo>
                    <a:lnTo>
                      <a:pt x="8" y="52"/>
                    </a:lnTo>
                    <a:lnTo>
                      <a:pt x="4" y="52"/>
                    </a:lnTo>
                    <a:lnTo>
                      <a:pt x="4" y="52"/>
                    </a:lnTo>
                    <a:lnTo>
                      <a:pt x="4" y="52"/>
                    </a:lnTo>
                    <a:lnTo>
                      <a:pt x="4" y="48"/>
                    </a:lnTo>
                    <a:lnTo>
                      <a:pt x="4" y="48"/>
                    </a:lnTo>
                    <a:lnTo>
                      <a:pt x="4" y="48"/>
                    </a:lnTo>
                    <a:lnTo>
                      <a:pt x="4" y="48"/>
                    </a:lnTo>
                    <a:lnTo>
                      <a:pt x="4" y="48"/>
                    </a:lnTo>
                    <a:lnTo>
                      <a:pt x="0" y="44"/>
                    </a:lnTo>
                    <a:lnTo>
                      <a:pt x="0" y="44"/>
                    </a:lnTo>
                    <a:lnTo>
                      <a:pt x="0" y="44"/>
                    </a:lnTo>
                    <a:lnTo>
                      <a:pt x="0" y="44"/>
                    </a:lnTo>
                    <a:lnTo>
                      <a:pt x="0" y="40"/>
                    </a:lnTo>
                    <a:lnTo>
                      <a:pt x="0" y="40"/>
                    </a:lnTo>
                    <a:lnTo>
                      <a:pt x="0" y="40"/>
                    </a:lnTo>
                    <a:lnTo>
                      <a:pt x="0" y="40"/>
                    </a:lnTo>
                    <a:lnTo>
                      <a:pt x="0" y="40"/>
                    </a:lnTo>
                    <a:lnTo>
                      <a:pt x="0" y="40"/>
                    </a:lnTo>
                    <a:lnTo>
                      <a:pt x="0" y="40"/>
                    </a:lnTo>
                    <a:lnTo>
                      <a:pt x="4" y="40"/>
                    </a:lnTo>
                    <a:lnTo>
                      <a:pt x="4" y="40"/>
                    </a:lnTo>
                    <a:lnTo>
                      <a:pt x="4" y="40"/>
                    </a:lnTo>
                    <a:lnTo>
                      <a:pt x="4" y="40"/>
                    </a:lnTo>
                    <a:lnTo>
                      <a:pt x="4" y="40"/>
                    </a:lnTo>
                    <a:lnTo>
                      <a:pt x="8" y="40"/>
                    </a:lnTo>
                    <a:lnTo>
                      <a:pt x="8" y="40"/>
                    </a:lnTo>
                    <a:lnTo>
                      <a:pt x="8" y="40"/>
                    </a:lnTo>
                    <a:lnTo>
                      <a:pt x="8" y="44"/>
                    </a:lnTo>
                    <a:lnTo>
                      <a:pt x="8" y="44"/>
                    </a:lnTo>
                    <a:lnTo>
                      <a:pt x="12" y="44"/>
                    </a:lnTo>
                    <a:lnTo>
                      <a:pt x="12" y="40"/>
                    </a:lnTo>
                    <a:lnTo>
                      <a:pt x="12" y="40"/>
                    </a:lnTo>
                    <a:lnTo>
                      <a:pt x="12" y="40"/>
                    </a:lnTo>
                    <a:lnTo>
                      <a:pt x="14" y="40"/>
                    </a:lnTo>
                    <a:lnTo>
                      <a:pt x="14" y="40"/>
                    </a:lnTo>
                    <a:lnTo>
                      <a:pt x="14" y="40"/>
                    </a:lnTo>
                    <a:lnTo>
                      <a:pt x="18" y="44"/>
                    </a:lnTo>
                    <a:lnTo>
                      <a:pt x="18" y="44"/>
                    </a:lnTo>
                    <a:lnTo>
                      <a:pt x="18" y="44"/>
                    </a:lnTo>
                    <a:lnTo>
                      <a:pt x="18" y="44"/>
                    </a:lnTo>
                    <a:lnTo>
                      <a:pt x="18" y="44"/>
                    </a:lnTo>
                    <a:lnTo>
                      <a:pt x="22" y="44"/>
                    </a:lnTo>
                    <a:lnTo>
                      <a:pt x="22" y="44"/>
                    </a:lnTo>
                    <a:lnTo>
                      <a:pt x="22" y="44"/>
                    </a:lnTo>
                    <a:lnTo>
                      <a:pt x="22" y="40"/>
                    </a:lnTo>
                    <a:lnTo>
                      <a:pt x="26" y="40"/>
                    </a:lnTo>
                    <a:lnTo>
                      <a:pt x="26" y="40"/>
                    </a:lnTo>
                    <a:lnTo>
                      <a:pt x="26" y="40"/>
                    </a:lnTo>
                    <a:lnTo>
                      <a:pt x="30" y="36"/>
                    </a:lnTo>
                    <a:lnTo>
                      <a:pt x="30" y="32"/>
                    </a:lnTo>
                    <a:lnTo>
                      <a:pt x="34" y="32"/>
                    </a:lnTo>
                    <a:lnTo>
                      <a:pt x="34" y="28"/>
                    </a:lnTo>
                    <a:lnTo>
                      <a:pt x="34" y="28"/>
                    </a:lnTo>
                    <a:lnTo>
                      <a:pt x="38" y="26"/>
                    </a:lnTo>
                    <a:lnTo>
                      <a:pt x="38" y="26"/>
                    </a:lnTo>
                    <a:lnTo>
                      <a:pt x="38" y="22"/>
                    </a:lnTo>
                    <a:lnTo>
                      <a:pt x="40" y="22"/>
                    </a:lnTo>
                    <a:lnTo>
                      <a:pt x="40" y="22"/>
                    </a:lnTo>
                    <a:lnTo>
                      <a:pt x="44" y="18"/>
                    </a:lnTo>
                    <a:lnTo>
                      <a:pt x="48" y="18"/>
                    </a:lnTo>
                    <a:lnTo>
                      <a:pt x="48" y="14"/>
                    </a:lnTo>
                    <a:lnTo>
                      <a:pt x="48" y="14"/>
                    </a:lnTo>
                    <a:lnTo>
                      <a:pt x="48" y="14"/>
                    </a:lnTo>
                    <a:lnTo>
                      <a:pt x="48" y="14"/>
                    </a:lnTo>
                    <a:lnTo>
                      <a:pt x="48" y="14"/>
                    </a:lnTo>
                    <a:lnTo>
                      <a:pt x="48" y="10"/>
                    </a:lnTo>
                    <a:lnTo>
                      <a:pt x="52" y="10"/>
                    </a:lnTo>
                    <a:lnTo>
                      <a:pt x="52" y="6"/>
                    </a:lnTo>
                    <a:lnTo>
                      <a:pt x="52" y="6"/>
                    </a:lnTo>
                    <a:lnTo>
                      <a:pt x="52" y="6"/>
                    </a:lnTo>
                    <a:lnTo>
                      <a:pt x="52" y="6"/>
                    </a:lnTo>
                    <a:lnTo>
                      <a:pt x="52" y="6"/>
                    </a:lnTo>
                    <a:lnTo>
                      <a:pt x="54" y="2"/>
                    </a:lnTo>
                    <a:lnTo>
                      <a:pt x="54" y="2"/>
                    </a:lnTo>
                    <a:lnTo>
                      <a:pt x="58" y="2"/>
                    </a:lnTo>
                    <a:lnTo>
                      <a:pt x="58" y="2"/>
                    </a:lnTo>
                    <a:lnTo>
                      <a:pt x="58" y="2"/>
                    </a:lnTo>
                    <a:lnTo>
                      <a:pt x="62" y="2"/>
                    </a:lnTo>
                    <a:lnTo>
                      <a:pt x="62" y="2"/>
                    </a:lnTo>
                    <a:lnTo>
                      <a:pt x="62" y="2"/>
                    </a:lnTo>
                    <a:lnTo>
                      <a:pt x="62" y="0"/>
                    </a:lnTo>
                    <a:lnTo>
                      <a:pt x="66" y="2"/>
                    </a:lnTo>
                    <a:lnTo>
                      <a:pt x="70" y="2"/>
                    </a:lnTo>
                    <a:lnTo>
                      <a:pt x="70" y="2"/>
                    </a:lnTo>
                    <a:lnTo>
                      <a:pt x="70" y="2"/>
                    </a:lnTo>
                    <a:lnTo>
                      <a:pt x="70" y="2"/>
                    </a:lnTo>
                    <a:lnTo>
                      <a:pt x="70" y="2"/>
                    </a:lnTo>
                    <a:lnTo>
                      <a:pt x="70" y="2"/>
                    </a:lnTo>
                    <a:lnTo>
                      <a:pt x="70" y="6"/>
                    </a:lnTo>
                    <a:lnTo>
                      <a:pt x="78" y="6"/>
                    </a:lnTo>
                    <a:lnTo>
                      <a:pt x="82" y="6"/>
                    </a:lnTo>
                    <a:lnTo>
                      <a:pt x="82" y="6"/>
                    </a:lnTo>
                    <a:lnTo>
                      <a:pt x="84" y="6"/>
                    </a:lnTo>
                    <a:lnTo>
                      <a:pt x="84" y="6"/>
                    </a:lnTo>
                    <a:lnTo>
                      <a:pt x="84" y="10"/>
                    </a:lnTo>
                    <a:lnTo>
                      <a:pt x="84" y="10"/>
                    </a:lnTo>
                    <a:lnTo>
                      <a:pt x="84" y="10"/>
                    </a:lnTo>
                    <a:lnTo>
                      <a:pt x="84" y="10"/>
                    </a:lnTo>
                    <a:lnTo>
                      <a:pt x="88" y="10"/>
                    </a:lnTo>
                    <a:lnTo>
                      <a:pt x="88" y="10"/>
                    </a:lnTo>
                    <a:lnTo>
                      <a:pt x="88" y="10"/>
                    </a:lnTo>
                    <a:lnTo>
                      <a:pt x="88" y="10"/>
                    </a:lnTo>
                    <a:lnTo>
                      <a:pt x="88" y="10"/>
                    </a:lnTo>
                    <a:lnTo>
                      <a:pt x="92" y="10"/>
                    </a:lnTo>
                    <a:lnTo>
                      <a:pt x="92" y="14"/>
                    </a:lnTo>
                    <a:lnTo>
                      <a:pt x="92" y="14"/>
                    </a:lnTo>
                    <a:lnTo>
                      <a:pt x="92" y="14"/>
                    </a:lnTo>
                    <a:lnTo>
                      <a:pt x="96" y="14"/>
                    </a:lnTo>
                    <a:lnTo>
                      <a:pt x="96" y="14"/>
                    </a:lnTo>
                    <a:lnTo>
                      <a:pt x="96" y="14"/>
                    </a:lnTo>
                    <a:lnTo>
                      <a:pt x="96" y="14"/>
                    </a:lnTo>
                    <a:lnTo>
                      <a:pt x="96" y="14"/>
                    </a:lnTo>
                    <a:lnTo>
                      <a:pt x="100" y="14"/>
                    </a:lnTo>
                    <a:lnTo>
                      <a:pt x="100" y="14"/>
                    </a:lnTo>
                    <a:lnTo>
                      <a:pt x="100" y="14"/>
                    </a:lnTo>
                    <a:lnTo>
                      <a:pt x="100" y="18"/>
                    </a:lnTo>
                    <a:lnTo>
                      <a:pt x="104" y="18"/>
                    </a:lnTo>
                    <a:lnTo>
                      <a:pt x="104" y="18"/>
                    </a:lnTo>
                    <a:lnTo>
                      <a:pt x="104" y="22"/>
                    </a:lnTo>
                    <a:lnTo>
                      <a:pt x="104" y="22"/>
                    </a:lnTo>
                    <a:lnTo>
                      <a:pt x="104" y="22"/>
                    </a:lnTo>
                    <a:lnTo>
                      <a:pt x="108" y="22"/>
                    </a:lnTo>
                    <a:lnTo>
                      <a:pt x="108" y="22"/>
                    </a:lnTo>
                    <a:lnTo>
                      <a:pt x="108" y="22"/>
                    </a:lnTo>
                    <a:lnTo>
                      <a:pt x="108" y="22"/>
                    </a:lnTo>
                    <a:lnTo>
                      <a:pt x="108" y="22"/>
                    </a:lnTo>
                    <a:lnTo>
                      <a:pt x="108" y="22"/>
                    </a:lnTo>
                    <a:lnTo>
                      <a:pt x="108" y="22"/>
                    </a:lnTo>
                    <a:lnTo>
                      <a:pt x="108" y="22"/>
                    </a:lnTo>
                    <a:lnTo>
                      <a:pt x="108" y="22"/>
                    </a:lnTo>
                    <a:lnTo>
                      <a:pt x="108" y="22"/>
                    </a:lnTo>
                    <a:lnTo>
                      <a:pt x="108" y="26"/>
                    </a:lnTo>
                    <a:lnTo>
                      <a:pt x="108" y="26"/>
                    </a:lnTo>
                    <a:lnTo>
                      <a:pt x="108" y="26"/>
                    </a:lnTo>
                    <a:lnTo>
                      <a:pt x="108" y="28"/>
                    </a:lnTo>
                    <a:lnTo>
                      <a:pt x="108" y="28"/>
                    </a:lnTo>
                    <a:lnTo>
                      <a:pt x="108" y="28"/>
                    </a:lnTo>
                    <a:lnTo>
                      <a:pt x="108" y="28"/>
                    </a:lnTo>
                    <a:lnTo>
                      <a:pt x="108" y="28"/>
                    </a:lnTo>
                    <a:lnTo>
                      <a:pt x="108" y="28"/>
                    </a:lnTo>
                    <a:lnTo>
                      <a:pt x="108" y="28"/>
                    </a:lnTo>
                    <a:lnTo>
                      <a:pt x="108" y="32"/>
                    </a:lnTo>
                    <a:lnTo>
                      <a:pt x="108" y="32"/>
                    </a:lnTo>
                    <a:lnTo>
                      <a:pt x="108" y="32"/>
                    </a:lnTo>
                    <a:lnTo>
                      <a:pt x="108" y="36"/>
                    </a:lnTo>
                    <a:lnTo>
                      <a:pt x="108" y="36"/>
                    </a:lnTo>
                    <a:lnTo>
                      <a:pt x="108" y="36"/>
                    </a:lnTo>
                    <a:lnTo>
                      <a:pt x="108" y="36"/>
                    </a:lnTo>
                    <a:lnTo>
                      <a:pt x="108" y="36"/>
                    </a:lnTo>
                    <a:lnTo>
                      <a:pt x="108" y="40"/>
                    </a:lnTo>
                    <a:lnTo>
                      <a:pt x="108" y="40"/>
                    </a:lnTo>
                    <a:lnTo>
                      <a:pt x="108" y="44"/>
                    </a:lnTo>
                    <a:lnTo>
                      <a:pt x="108" y="44"/>
                    </a:lnTo>
                    <a:lnTo>
                      <a:pt x="108" y="44"/>
                    </a:lnTo>
                    <a:lnTo>
                      <a:pt x="108" y="44"/>
                    </a:lnTo>
                    <a:lnTo>
                      <a:pt x="108" y="44"/>
                    </a:lnTo>
                    <a:lnTo>
                      <a:pt x="108" y="48"/>
                    </a:lnTo>
                    <a:lnTo>
                      <a:pt x="108" y="48"/>
                    </a:lnTo>
                    <a:lnTo>
                      <a:pt x="108" y="48"/>
                    </a:lnTo>
                    <a:lnTo>
                      <a:pt x="108" y="48"/>
                    </a:lnTo>
                    <a:lnTo>
                      <a:pt x="112" y="48"/>
                    </a:lnTo>
                    <a:lnTo>
                      <a:pt x="108" y="52"/>
                    </a:lnTo>
                    <a:lnTo>
                      <a:pt x="108" y="52"/>
                    </a:lnTo>
                    <a:lnTo>
                      <a:pt x="108" y="52"/>
                    </a:lnTo>
                    <a:lnTo>
                      <a:pt x="108" y="52"/>
                    </a:lnTo>
                    <a:lnTo>
                      <a:pt x="108" y="52"/>
                    </a:lnTo>
                    <a:lnTo>
                      <a:pt x="108" y="52"/>
                    </a:lnTo>
                    <a:lnTo>
                      <a:pt x="108" y="54"/>
                    </a:lnTo>
                    <a:lnTo>
                      <a:pt x="108" y="54"/>
                    </a:lnTo>
                    <a:lnTo>
                      <a:pt x="108" y="54"/>
                    </a:lnTo>
                    <a:lnTo>
                      <a:pt x="108" y="54"/>
                    </a:lnTo>
                    <a:lnTo>
                      <a:pt x="108" y="54"/>
                    </a:lnTo>
                    <a:lnTo>
                      <a:pt x="108" y="54"/>
                    </a:lnTo>
                    <a:lnTo>
                      <a:pt x="104" y="54"/>
                    </a:lnTo>
                    <a:lnTo>
                      <a:pt x="104" y="58"/>
                    </a:lnTo>
                    <a:lnTo>
                      <a:pt x="104" y="58"/>
                    </a:lnTo>
                    <a:lnTo>
                      <a:pt x="104" y="58"/>
                    </a:lnTo>
                    <a:lnTo>
                      <a:pt x="104" y="58"/>
                    </a:lnTo>
                    <a:lnTo>
                      <a:pt x="104" y="58"/>
                    </a:lnTo>
                    <a:lnTo>
                      <a:pt x="108" y="58"/>
                    </a:lnTo>
                    <a:lnTo>
                      <a:pt x="108" y="62"/>
                    </a:lnTo>
                    <a:lnTo>
                      <a:pt x="108" y="66"/>
                    </a:lnTo>
                    <a:lnTo>
                      <a:pt x="108" y="66"/>
                    </a:lnTo>
                    <a:lnTo>
                      <a:pt x="104" y="66"/>
                    </a:lnTo>
                    <a:lnTo>
                      <a:pt x="104" y="70"/>
                    </a:lnTo>
                    <a:lnTo>
                      <a:pt x="108" y="70"/>
                    </a:lnTo>
                    <a:lnTo>
                      <a:pt x="108" y="70"/>
                    </a:lnTo>
                    <a:lnTo>
                      <a:pt x="108" y="70"/>
                    </a:lnTo>
                    <a:lnTo>
                      <a:pt x="108" y="70"/>
                    </a:lnTo>
                    <a:lnTo>
                      <a:pt x="108" y="74"/>
                    </a:lnTo>
                    <a:lnTo>
                      <a:pt x="108" y="74"/>
                    </a:lnTo>
                    <a:lnTo>
                      <a:pt x="108" y="78"/>
                    </a:lnTo>
                    <a:lnTo>
                      <a:pt x="108" y="78"/>
                    </a:lnTo>
                    <a:lnTo>
                      <a:pt x="108" y="80"/>
                    </a:lnTo>
                    <a:lnTo>
                      <a:pt x="108" y="80"/>
                    </a:lnTo>
                    <a:lnTo>
                      <a:pt x="108" y="80"/>
                    </a:lnTo>
                    <a:lnTo>
                      <a:pt x="108" y="80"/>
                    </a:lnTo>
                    <a:lnTo>
                      <a:pt x="104" y="84"/>
                    </a:lnTo>
                    <a:lnTo>
                      <a:pt x="104" y="88"/>
                    </a:lnTo>
                    <a:lnTo>
                      <a:pt x="104" y="88"/>
                    </a:lnTo>
                    <a:lnTo>
                      <a:pt x="100" y="88"/>
                    </a:lnTo>
                    <a:lnTo>
                      <a:pt x="100" y="88"/>
                    </a:lnTo>
                    <a:lnTo>
                      <a:pt x="100" y="92"/>
                    </a:lnTo>
                    <a:lnTo>
                      <a:pt x="100" y="92"/>
                    </a:lnTo>
                    <a:lnTo>
                      <a:pt x="100" y="92"/>
                    </a:lnTo>
                    <a:lnTo>
                      <a:pt x="100" y="96"/>
                    </a:lnTo>
                    <a:lnTo>
                      <a:pt x="100" y="96"/>
                    </a:lnTo>
                    <a:lnTo>
                      <a:pt x="100" y="96"/>
                    </a:lnTo>
                    <a:lnTo>
                      <a:pt x="100" y="100"/>
                    </a:lnTo>
                    <a:lnTo>
                      <a:pt x="100" y="100"/>
                    </a:lnTo>
                    <a:lnTo>
                      <a:pt x="100" y="100"/>
                    </a:lnTo>
                    <a:lnTo>
                      <a:pt x="100" y="100"/>
                    </a:lnTo>
                    <a:lnTo>
                      <a:pt x="100" y="1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6" name="Freeform 190"/>
              <p:cNvSpPr>
                <a:spLocks noEditPoints="1"/>
              </p:cNvSpPr>
              <p:nvPr/>
            </p:nvSpPr>
            <p:spPr bwMode="gray">
              <a:xfrm>
                <a:off x="7572344" y="4818842"/>
                <a:ext cx="1134001" cy="1460975"/>
              </a:xfrm>
              <a:custGeom>
                <a:avLst/>
                <a:gdLst>
                  <a:gd name="T0" fmla="*/ 570 w 652"/>
                  <a:gd name="T1" fmla="*/ 288 h 840"/>
                  <a:gd name="T2" fmla="*/ 570 w 652"/>
                  <a:gd name="T3" fmla="*/ 362 h 840"/>
                  <a:gd name="T4" fmla="*/ 540 w 652"/>
                  <a:gd name="T5" fmla="*/ 426 h 840"/>
                  <a:gd name="T6" fmla="*/ 526 w 652"/>
                  <a:gd name="T7" fmla="*/ 482 h 840"/>
                  <a:gd name="T8" fmla="*/ 472 w 652"/>
                  <a:gd name="T9" fmla="*/ 516 h 840"/>
                  <a:gd name="T10" fmla="*/ 454 w 652"/>
                  <a:gd name="T11" fmla="*/ 500 h 840"/>
                  <a:gd name="T12" fmla="*/ 410 w 652"/>
                  <a:gd name="T13" fmla="*/ 508 h 840"/>
                  <a:gd name="T14" fmla="*/ 372 w 652"/>
                  <a:gd name="T15" fmla="*/ 456 h 840"/>
                  <a:gd name="T16" fmla="*/ 362 w 652"/>
                  <a:gd name="T17" fmla="*/ 448 h 840"/>
                  <a:gd name="T18" fmla="*/ 350 w 652"/>
                  <a:gd name="T19" fmla="*/ 442 h 840"/>
                  <a:gd name="T20" fmla="*/ 342 w 652"/>
                  <a:gd name="T21" fmla="*/ 418 h 840"/>
                  <a:gd name="T22" fmla="*/ 320 w 652"/>
                  <a:gd name="T23" fmla="*/ 438 h 840"/>
                  <a:gd name="T24" fmla="*/ 294 w 652"/>
                  <a:gd name="T25" fmla="*/ 392 h 840"/>
                  <a:gd name="T26" fmla="*/ 228 w 652"/>
                  <a:gd name="T27" fmla="*/ 384 h 840"/>
                  <a:gd name="T28" fmla="*/ 160 w 652"/>
                  <a:gd name="T29" fmla="*/ 408 h 840"/>
                  <a:gd name="T30" fmla="*/ 120 w 652"/>
                  <a:gd name="T31" fmla="*/ 422 h 840"/>
                  <a:gd name="T32" fmla="*/ 74 w 652"/>
                  <a:gd name="T33" fmla="*/ 448 h 840"/>
                  <a:gd name="T34" fmla="*/ 30 w 652"/>
                  <a:gd name="T35" fmla="*/ 422 h 840"/>
                  <a:gd name="T36" fmla="*/ 34 w 652"/>
                  <a:gd name="T37" fmla="*/ 366 h 840"/>
                  <a:gd name="T38" fmla="*/ 16 w 652"/>
                  <a:gd name="T39" fmla="*/ 296 h 840"/>
                  <a:gd name="T40" fmla="*/ 12 w 652"/>
                  <a:gd name="T41" fmla="*/ 278 h 840"/>
                  <a:gd name="T42" fmla="*/ 12 w 652"/>
                  <a:gd name="T43" fmla="*/ 244 h 840"/>
                  <a:gd name="T44" fmla="*/ 26 w 652"/>
                  <a:gd name="T45" fmla="*/ 210 h 840"/>
                  <a:gd name="T46" fmla="*/ 78 w 652"/>
                  <a:gd name="T47" fmla="*/ 180 h 840"/>
                  <a:gd name="T48" fmla="*/ 134 w 652"/>
                  <a:gd name="T49" fmla="*/ 132 h 840"/>
                  <a:gd name="T50" fmla="*/ 152 w 652"/>
                  <a:gd name="T51" fmla="*/ 120 h 840"/>
                  <a:gd name="T52" fmla="*/ 164 w 652"/>
                  <a:gd name="T53" fmla="*/ 106 h 840"/>
                  <a:gd name="T54" fmla="*/ 174 w 652"/>
                  <a:gd name="T55" fmla="*/ 86 h 840"/>
                  <a:gd name="T56" fmla="*/ 194 w 652"/>
                  <a:gd name="T57" fmla="*/ 72 h 840"/>
                  <a:gd name="T58" fmla="*/ 216 w 652"/>
                  <a:gd name="T59" fmla="*/ 86 h 840"/>
                  <a:gd name="T60" fmla="*/ 238 w 652"/>
                  <a:gd name="T61" fmla="*/ 80 h 840"/>
                  <a:gd name="T62" fmla="*/ 258 w 652"/>
                  <a:gd name="T63" fmla="*/ 46 h 840"/>
                  <a:gd name="T64" fmla="*/ 280 w 652"/>
                  <a:gd name="T65" fmla="*/ 24 h 840"/>
                  <a:gd name="T66" fmla="*/ 298 w 652"/>
                  <a:gd name="T67" fmla="*/ 30 h 840"/>
                  <a:gd name="T68" fmla="*/ 332 w 652"/>
                  <a:gd name="T69" fmla="*/ 34 h 840"/>
                  <a:gd name="T70" fmla="*/ 324 w 652"/>
                  <a:gd name="T71" fmla="*/ 76 h 840"/>
                  <a:gd name="T72" fmla="*/ 362 w 652"/>
                  <a:gd name="T73" fmla="*/ 116 h 840"/>
                  <a:gd name="T74" fmla="*/ 402 w 652"/>
                  <a:gd name="T75" fmla="*/ 110 h 840"/>
                  <a:gd name="T76" fmla="*/ 410 w 652"/>
                  <a:gd name="T77" fmla="*/ 46 h 840"/>
                  <a:gd name="T78" fmla="*/ 426 w 652"/>
                  <a:gd name="T79" fmla="*/ 20 h 840"/>
                  <a:gd name="T80" fmla="*/ 452 w 652"/>
                  <a:gd name="T81" fmla="*/ 72 h 840"/>
                  <a:gd name="T82" fmla="*/ 470 w 652"/>
                  <a:gd name="T83" fmla="*/ 132 h 840"/>
                  <a:gd name="T84" fmla="*/ 502 w 652"/>
                  <a:gd name="T85" fmla="*/ 172 h 840"/>
                  <a:gd name="T86" fmla="*/ 522 w 652"/>
                  <a:gd name="T87" fmla="*/ 218 h 840"/>
                  <a:gd name="T88" fmla="*/ 548 w 652"/>
                  <a:gd name="T89" fmla="*/ 244 h 840"/>
                  <a:gd name="T90" fmla="*/ 574 w 652"/>
                  <a:gd name="T91" fmla="*/ 266 h 840"/>
                  <a:gd name="T92" fmla="*/ 498 w 652"/>
                  <a:gd name="T93" fmla="*/ 594 h 840"/>
                  <a:gd name="T94" fmla="*/ 652 w 652"/>
                  <a:gd name="T95" fmla="*/ 840 h 840"/>
                  <a:gd name="T96" fmla="*/ 336 w 652"/>
                  <a:gd name="T97" fmla="*/ 24 h 840"/>
                  <a:gd name="T98" fmla="*/ 260 w 652"/>
                  <a:gd name="T99" fmla="*/ 24 h 840"/>
                  <a:gd name="T100" fmla="*/ 250 w 652"/>
                  <a:gd name="T101" fmla="*/ 30 h 840"/>
                  <a:gd name="T102" fmla="*/ 332 w 652"/>
                  <a:gd name="T103" fmla="*/ 64 h 840"/>
                  <a:gd name="T104" fmla="*/ 372 w 652"/>
                  <a:gd name="T105" fmla="*/ 114 h 840"/>
                  <a:gd name="T106" fmla="*/ 0 w 652"/>
                  <a:gd name="T107" fmla="*/ 274 h 840"/>
                  <a:gd name="T108" fmla="*/ 574 w 652"/>
                  <a:gd name="T109" fmla="*/ 310 h 840"/>
                  <a:gd name="T110" fmla="*/ 462 w 652"/>
                  <a:gd name="T111" fmla="*/ 508 h 840"/>
                  <a:gd name="T112" fmla="*/ 502 w 652"/>
                  <a:gd name="T113" fmla="*/ 550 h 840"/>
                  <a:gd name="T114" fmla="*/ 458 w 652"/>
                  <a:gd name="T115" fmla="*/ 586 h 840"/>
                  <a:gd name="T116" fmla="*/ 480 w 652"/>
                  <a:gd name="T117" fmla="*/ 560 h 840"/>
                  <a:gd name="T118" fmla="*/ 498 w 652"/>
                  <a:gd name="T119" fmla="*/ 580 h 840"/>
                  <a:gd name="T120" fmla="*/ 488 w 652"/>
                  <a:gd name="T121" fmla="*/ 598 h 8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52" h="840">
                    <a:moveTo>
                      <a:pt x="548" y="244"/>
                    </a:moveTo>
                    <a:lnTo>
                      <a:pt x="548" y="248"/>
                    </a:lnTo>
                    <a:lnTo>
                      <a:pt x="548" y="244"/>
                    </a:lnTo>
                    <a:lnTo>
                      <a:pt x="552" y="244"/>
                    </a:lnTo>
                    <a:lnTo>
                      <a:pt x="552" y="248"/>
                    </a:lnTo>
                    <a:lnTo>
                      <a:pt x="554" y="248"/>
                    </a:lnTo>
                    <a:lnTo>
                      <a:pt x="554" y="252"/>
                    </a:lnTo>
                    <a:lnTo>
                      <a:pt x="554" y="256"/>
                    </a:lnTo>
                    <a:lnTo>
                      <a:pt x="558" y="256"/>
                    </a:lnTo>
                    <a:lnTo>
                      <a:pt x="558" y="258"/>
                    </a:lnTo>
                    <a:lnTo>
                      <a:pt x="562" y="258"/>
                    </a:lnTo>
                    <a:lnTo>
                      <a:pt x="562" y="262"/>
                    </a:lnTo>
                    <a:lnTo>
                      <a:pt x="562" y="266"/>
                    </a:lnTo>
                    <a:lnTo>
                      <a:pt x="566" y="266"/>
                    </a:lnTo>
                    <a:lnTo>
                      <a:pt x="566" y="270"/>
                    </a:lnTo>
                    <a:lnTo>
                      <a:pt x="566" y="274"/>
                    </a:lnTo>
                    <a:lnTo>
                      <a:pt x="566" y="278"/>
                    </a:lnTo>
                    <a:lnTo>
                      <a:pt x="570" y="278"/>
                    </a:lnTo>
                    <a:lnTo>
                      <a:pt x="570" y="282"/>
                    </a:lnTo>
                    <a:lnTo>
                      <a:pt x="570" y="286"/>
                    </a:lnTo>
                    <a:lnTo>
                      <a:pt x="570" y="288"/>
                    </a:lnTo>
                    <a:lnTo>
                      <a:pt x="570" y="292"/>
                    </a:lnTo>
                    <a:lnTo>
                      <a:pt x="570" y="296"/>
                    </a:lnTo>
                    <a:lnTo>
                      <a:pt x="570" y="300"/>
                    </a:lnTo>
                    <a:lnTo>
                      <a:pt x="570" y="302"/>
                    </a:lnTo>
                    <a:lnTo>
                      <a:pt x="574" y="306"/>
                    </a:lnTo>
                    <a:lnTo>
                      <a:pt x="574" y="310"/>
                    </a:lnTo>
                    <a:lnTo>
                      <a:pt x="574" y="314"/>
                    </a:lnTo>
                    <a:lnTo>
                      <a:pt x="574" y="318"/>
                    </a:lnTo>
                    <a:lnTo>
                      <a:pt x="578" y="318"/>
                    </a:lnTo>
                    <a:lnTo>
                      <a:pt x="578" y="322"/>
                    </a:lnTo>
                    <a:lnTo>
                      <a:pt x="578" y="326"/>
                    </a:lnTo>
                    <a:lnTo>
                      <a:pt x="578" y="328"/>
                    </a:lnTo>
                    <a:lnTo>
                      <a:pt x="578" y="332"/>
                    </a:lnTo>
                    <a:lnTo>
                      <a:pt x="574" y="332"/>
                    </a:lnTo>
                    <a:lnTo>
                      <a:pt x="574" y="336"/>
                    </a:lnTo>
                    <a:lnTo>
                      <a:pt x="574" y="340"/>
                    </a:lnTo>
                    <a:lnTo>
                      <a:pt x="574" y="344"/>
                    </a:lnTo>
                    <a:lnTo>
                      <a:pt x="574" y="348"/>
                    </a:lnTo>
                    <a:lnTo>
                      <a:pt x="574" y="352"/>
                    </a:lnTo>
                    <a:lnTo>
                      <a:pt x="570" y="356"/>
                    </a:lnTo>
                    <a:lnTo>
                      <a:pt x="570" y="362"/>
                    </a:lnTo>
                    <a:lnTo>
                      <a:pt x="570" y="366"/>
                    </a:lnTo>
                    <a:lnTo>
                      <a:pt x="570" y="370"/>
                    </a:lnTo>
                    <a:lnTo>
                      <a:pt x="570" y="374"/>
                    </a:lnTo>
                    <a:lnTo>
                      <a:pt x="566" y="378"/>
                    </a:lnTo>
                    <a:lnTo>
                      <a:pt x="566" y="382"/>
                    </a:lnTo>
                    <a:lnTo>
                      <a:pt x="566" y="384"/>
                    </a:lnTo>
                    <a:lnTo>
                      <a:pt x="562" y="384"/>
                    </a:lnTo>
                    <a:lnTo>
                      <a:pt x="562" y="388"/>
                    </a:lnTo>
                    <a:lnTo>
                      <a:pt x="562" y="392"/>
                    </a:lnTo>
                    <a:lnTo>
                      <a:pt x="562" y="396"/>
                    </a:lnTo>
                    <a:lnTo>
                      <a:pt x="558" y="400"/>
                    </a:lnTo>
                    <a:lnTo>
                      <a:pt x="554" y="400"/>
                    </a:lnTo>
                    <a:lnTo>
                      <a:pt x="554" y="404"/>
                    </a:lnTo>
                    <a:lnTo>
                      <a:pt x="552" y="404"/>
                    </a:lnTo>
                    <a:lnTo>
                      <a:pt x="552" y="408"/>
                    </a:lnTo>
                    <a:lnTo>
                      <a:pt x="548" y="412"/>
                    </a:lnTo>
                    <a:lnTo>
                      <a:pt x="548" y="414"/>
                    </a:lnTo>
                    <a:lnTo>
                      <a:pt x="544" y="418"/>
                    </a:lnTo>
                    <a:lnTo>
                      <a:pt x="544" y="422"/>
                    </a:lnTo>
                    <a:lnTo>
                      <a:pt x="544" y="426"/>
                    </a:lnTo>
                    <a:lnTo>
                      <a:pt x="540" y="426"/>
                    </a:lnTo>
                    <a:lnTo>
                      <a:pt x="544" y="426"/>
                    </a:lnTo>
                    <a:lnTo>
                      <a:pt x="540" y="430"/>
                    </a:lnTo>
                    <a:lnTo>
                      <a:pt x="540" y="434"/>
                    </a:lnTo>
                    <a:lnTo>
                      <a:pt x="536" y="438"/>
                    </a:lnTo>
                    <a:lnTo>
                      <a:pt x="540" y="438"/>
                    </a:lnTo>
                    <a:lnTo>
                      <a:pt x="536" y="442"/>
                    </a:lnTo>
                    <a:lnTo>
                      <a:pt x="536" y="444"/>
                    </a:lnTo>
                    <a:lnTo>
                      <a:pt x="536" y="448"/>
                    </a:lnTo>
                    <a:lnTo>
                      <a:pt x="536" y="444"/>
                    </a:lnTo>
                    <a:lnTo>
                      <a:pt x="536" y="448"/>
                    </a:lnTo>
                    <a:lnTo>
                      <a:pt x="532" y="448"/>
                    </a:lnTo>
                    <a:lnTo>
                      <a:pt x="532" y="452"/>
                    </a:lnTo>
                    <a:lnTo>
                      <a:pt x="532" y="456"/>
                    </a:lnTo>
                    <a:lnTo>
                      <a:pt x="528" y="460"/>
                    </a:lnTo>
                    <a:lnTo>
                      <a:pt x="528" y="464"/>
                    </a:lnTo>
                    <a:lnTo>
                      <a:pt x="528" y="468"/>
                    </a:lnTo>
                    <a:lnTo>
                      <a:pt x="528" y="470"/>
                    </a:lnTo>
                    <a:lnTo>
                      <a:pt x="526" y="470"/>
                    </a:lnTo>
                    <a:lnTo>
                      <a:pt x="526" y="474"/>
                    </a:lnTo>
                    <a:lnTo>
                      <a:pt x="526" y="478"/>
                    </a:lnTo>
                    <a:lnTo>
                      <a:pt x="526" y="482"/>
                    </a:lnTo>
                    <a:lnTo>
                      <a:pt x="526" y="486"/>
                    </a:lnTo>
                    <a:lnTo>
                      <a:pt x="526" y="490"/>
                    </a:lnTo>
                    <a:lnTo>
                      <a:pt x="526" y="494"/>
                    </a:lnTo>
                    <a:lnTo>
                      <a:pt x="522" y="494"/>
                    </a:lnTo>
                    <a:lnTo>
                      <a:pt x="522" y="498"/>
                    </a:lnTo>
                    <a:lnTo>
                      <a:pt x="518" y="498"/>
                    </a:lnTo>
                    <a:lnTo>
                      <a:pt x="514" y="498"/>
                    </a:lnTo>
                    <a:lnTo>
                      <a:pt x="510" y="498"/>
                    </a:lnTo>
                    <a:lnTo>
                      <a:pt x="506" y="498"/>
                    </a:lnTo>
                    <a:lnTo>
                      <a:pt x="502" y="498"/>
                    </a:lnTo>
                    <a:lnTo>
                      <a:pt x="498" y="498"/>
                    </a:lnTo>
                    <a:lnTo>
                      <a:pt x="498" y="500"/>
                    </a:lnTo>
                    <a:lnTo>
                      <a:pt x="496" y="500"/>
                    </a:lnTo>
                    <a:lnTo>
                      <a:pt x="492" y="500"/>
                    </a:lnTo>
                    <a:lnTo>
                      <a:pt x="492" y="504"/>
                    </a:lnTo>
                    <a:lnTo>
                      <a:pt x="488" y="504"/>
                    </a:lnTo>
                    <a:lnTo>
                      <a:pt x="488" y="508"/>
                    </a:lnTo>
                    <a:lnTo>
                      <a:pt x="484" y="512"/>
                    </a:lnTo>
                    <a:lnTo>
                      <a:pt x="480" y="516"/>
                    </a:lnTo>
                    <a:lnTo>
                      <a:pt x="476" y="516"/>
                    </a:lnTo>
                    <a:lnTo>
                      <a:pt x="472" y="516"/>
                    </a:lnTo>
                    <a:lnTo>
                      <a:pt x="472" y="520"/>
                    </a:lnTo>
                    <a:lnTo>
                      <a:pt x="476" y="520"/>
                    </a:lnTo>
                    <a:lnTo>
                      <a:pt x="476" y="516"/>
                    </a:lnTo>
                    <a:lnTo>
                      <a:pt x="476" y="524"/>
                    </a:lnTo>
                    <a:lnTo>
                      <a:pt x="472" y="524"/>
                    </a:lnTo>
                    <a:lnTo>
                      <a:pt x="472" y="520"/>
                    </a:lnTo>
                    <a:lnTo>
                      <a:pt x="470" y="516"/>
                    </a:lnTo>
                    <a:lnTo>
                      <a:pt x="470" y="520"/>
                    </a:lnTo>
                    <a:lnTo>
                      <a:pt x="466" y="516"/>
                    </a:lnTo>
                    <a:lnTo>
                      <a:pt x="462" y="516"/>
                    </a:lnTo>
                    <a:lnTo>
                      <a:pt x="462" y="512"/>
                    </a:lnTo>
                    <a:lnTo>
                      <a:pt x="462" y="508"/>
                    </a:lnTo>
                    <a:lnTo>
                      <a:pt x="462" y="504"/>
                    </a:lnTo>
                    <a:lnTo>
                      <a:pt x="458" y="504"/>
                    </a:lnTo>
                    <a:lnTo>
                      <a:pt x="458" y="508"/>
                    </a:lnTo>
                    <a:lnTo>
                      <a:pt x="454" y="512"/>
                    </a:lnTo>
                    <a:lnTo>
                      <a:pt x="452" y="508"/>
                    </a:lnTo>
                    <a:lnTo>
                      <a:pt x="454" y="508"/>
                    </a:lnTo>
                    <a:lnTo>
                      <a:pt x="458" y="504"/>
                    </a:lnTo>
                    <a:lnTo>
                      <a:pt x="458" y="500"/>
                    </a:lnTo>
                    <a:lnTo>
                      <a:pt x="454" y="500"/>
                    </a:lnTo>
                    <a:lnTo>
                      <a:pt x="452" y="500"/>
                    </a:lnTo>
                    <a:lnTo>
                      <a:pt x="448" y="504"/>
                    </a:lnTo>
                    <a:lnTo>
                      <a:pt x="452" y="504"/>
                    </a:lnTo>
                    <a:lnTo>
                      <a:pt x="452" y="508"/>
                    </a:lnTo>
                    <a:lnTo>
                      <a:pt x="448" y="508"/>
                    </a:lnTo>
                    <a:lnTo>
                      <a:pt x="444" y="512"/>
                    </a:lnTo>
                    <a:lnTo>
                      <a:pt x="440" y="512"/>
                    </a:lnTo>
                    <a:lnTo>
                      <a:pt x="440" y="516"/>
                    </a:lnTo>
                    <a:lnTo>
                      <a:pt x="436" y="516"/>
                    </a:lnTo>
                    <a:lnTo>
                      <a:pt x="436" y="520"/>
                    </a:lnTo>
                    <a:lnTo>
                      <a:pt x="432" y="516"/>
                    </a:lnTo>
                    <a:lnTo>
                      <a:pt x="428" y="516"/>
                    </a:lnTo>
                    <a:lnTo>
                      <a:pt x="428" y="512"/>
                    </a:lnTo>
                    <a:lnTo>
                      <a:pt x="426" y="512"/>
                    </a:lnTo>
                    <a:lnTo>
                      <a:pt x="422" y="512"/>
                    </a:lnTo>
                    <a:lnTo>
                      <a:pt x="422" y="508"/>
                    </a:lnTo>
                    <a:lnTo>
                      <a:pt x="418" y="508"/>
                    </a:lnTo>
                    <a:lnTo>
                      <a:pt x="414" y="508"/>
                    </a:lnTo>
                    <a:lnTo>
                      <a:pt x="410" y="508"/>
                    </a:lnTo>
                    <a:lnTo>
                      <a:pt x="406" y="508"/>
                    </a:lnTo>
                    <a:lnTo>
                      <a:pt x="410" y="508"/>
                    </a:lnTo>
                    <a:lnTo>
                      <a:pt x="406" y="508"/>
                    </a:lnTo>
                    <a:lnTo>
                      <a:pt x="402" y="508"/>
                    </a:lnTo>
                    <a:lnTo>
                      <a:pt x="402" y="504"/>
                    </a:lnTo>
                    <a:lnTo>
                      <a:pt x="400" y="504"/>
                    </a:lnTo>
                    <a:lnTo>
                      <a:pt x="396" y="504"/>
                    </a:lnTo>
                    <a:lnTo>
                      <a:pt x="396" y="500"/>
                    </a:lnTo>
                    <a:lnTo>
                      <a:pt x="392" y="500"/>
                    </a:lnTo>
                    <a:lnTo>
                      <a:pt x="392" y="498"/>
                    </a:lnTo>
                    <a:lnTo>
                      <a:pt x="388" y="498"/>
                    </a:lnTo>
                    <a:lnTo>
                      <a:pt x="388" y="494"/>
                    </a:lnTo>
                    <a:lnTo>
                      <a:pt x="384" y="494"/>
                    </a:lnTo>
                    <a:lnTo>
                      <a:pt x="384" y="490"/>
                    </a:lnTo>
                    <a:lnTo>
                      <a:pt x="380" y="486"/>
                    </a:lnTo>
                    <a:lnTo>
                      <a:pt x="380" y="482"/>
                    </a:lnTo>
                    <a:lnTo>
                      <a:pt x="384" y="478"/>
                    </a:lnTo>
                    <a:lnTo>
                      <a:pt x="384" y="474"/>
                    </a:lnTo>
                    <a:lnTo>
                      <a:pt x="380" y="468"/>
                    </a:lnTo>
                    <a:lnTo>
                      <a:pt x="376" y="464"/>
                    </a:lnTo>
                    <a:lnTo>
                      <a:pt x="376" y="460"/>
                    </a:lnTo>
                    <a:lnTo>
                      <a:pt x="372" y="460"/>
                    </a:lnTo>
                    <a:lnTo>
                      <a:pt x="372" y="456"/>
                    </a:lnTo>
                    <a:lnTo>
                      <a:pt x="372" y="460"/>
                    </a:lnTo>
                    <a:lnTo>
                      <a:pt x="376" y="460"/>
                    </a:lnTo>
                    <a:lnTo>
                      <a:pt x="376" y="464"/>
                    </a:lnTo>
                    <a:lnTo>
                      <a:pt x="380" y="468"/>
                    </a:lnTo>
                    <a:lnTo>
                      <a:pt x="380" y="464"/>
                    </a:lnTo>
                    <a:lnTo>
                      <a:pt x="376" y="464"/>
                    </a:lnTo>
                    <a:lnTo>
                      <a:pt x="376" y="460"/>
                    </a:lnTo>
                    <a:lnTo>
                      <a:pt x="372" y="456"/>
                    </a:lnTo>
                    <a:lnTo>
                      <a:pt x="372" y="460"/>
                    </a:lnTo>
                    <a:lnTo>
                      <a:pt x="376" y="456"/>
                    </a:lnTo>
                    <a:lnTo>
                      <a:pt x="376" y="452"/>
                    </a:lnTo>
                    <a:lnTo>
                      <a:pt x="372" y="452"/>
                    </a:lnTo>
                    <a:lnTo>
                      <a:pt x="370" y="452"/>
                    </a:lnTo>
                    <a:lnTo>
                      <a:pt x="372" y="452"/>
                    </a:lnTo>
                    <a:lnTo>
                      <a:pt x="372" y="456"/>
                    </a:lnTo>
                    <a:lnTo>
                      <a:pt x="370" y="456"/>
                    </a:lnTo>
                    <a:lnTo>
                      <a:pt x="366" y="456"/>
                    </a:lnTo>
                    <a:lnTo>
                      <a:pt x="358" y="456"/>
                    </a:lnTo>
                    <a:lnTo>
                      <a:pt x="362" y="456"/>
                    </a:lnTo>
                    <a:lnTo>
                      <a:pt x="362" y="452"/>
                    </a:lnTo>
                    <a:lnTo>
                      <a:pt x="362" y="448"/>
                    </a:lnTo>
                    <a:lnTo>
                      <a:pt x="366" y="444"/>
                    </a:lnTo>
                    <a:lnTo>
                      <a:pt x="366" y="442"/>
                    </a:lnTo>
                    <a:lnTo>
                      <a:pt x="362" y="438"/>
                    </a:lnTo>
                    <a:lnTo>
                      <a:pt x="362" y="434"/>
                    </a:lnTo>
                    <a:lnTo>
                      <a:pt x="358" y="430"/>
                    </a:lnTo>
                    <a:lnTo>
                      <a:pt x="358" y="434"/>
                    </a:lnTo>
                    <a:lnTo>
                      <a:pt x="354" y="434"/>
                    </a:lnTo>
                    <a:lnTo>
                      <a:pt x="354" y="438"/>
                    </a:lnTo>
                    <a:lnTo>
                      <a:pt x="354" y="442"/>
                    </a:lnTo>
                    <a:lnTo>
                      <a:pt x="354" y="444"/>
                    </a:lnTo>
                    <a:lnTo>
                      <a:pt x="354" y="448"/>
                    </a:lnTo>
                    <a:lnTo>
                      <a:pt x="350" y="448"/>
                    </a:lnTo>
                    <a:lnTo>
                      <a:pt x="346" y="448"/>
                    </a:lnTo>
                    <a:lnTo>
                      <a:pt x="342" y="448"/>
                    </a:lnTo>
                    <a:lnTo>
                      <a:pt x="340" y="452"/>
                    </a:lnTo>
                    <a:lnTo>
                      <a:pt x="340" y="448"/>
                    </a:lnTo>
                    <a:lnTo>
                      <a:pt x="342" y="448"/>
                    </a:lnTo>
                    <a:lnTo>
                      <a:pt x="342" y="444"/>
                    </a:lnTo>
                    <a:lnTo>
                      <a:pt x="346" y="444"/>
                    </a:lnTo>
                    <a:lnTo>
                      <a:pt x="350" y="444"/>
                    </a:lnTo>
                    <a:lnTo>
                      <a:pt x="350" y="442"/>
                    </a:lnTo>
                    <a:lnTo>
                      <a:pt x="350" y="438"/>
                    </a:lnTo>
                    <a:lnTo>
                      <a:pt x="350" y="434"/>
                    </a:lnTo>
                    <a:lnTo>
                      <a:pt x="350" y="430"/>
                    </a:lnTo>
                    <a:lnTo>
                      <a:pt x="350" y="426"/>
                    </a:lnTo>
                    <a:lnTo>
                      <a:pt x="350" y="422"/>
                    </a:lnTo>
                    <a:lnTo>
                      <a:pt x="354" y="418"/>
                    </a:lnTo>
                    <a:lnTo>
                      <a:pt x="354" y="414"/>
                    </a:lnTo>
                    <a:lnTo>
                      <a:pt x="354" y="412"/>
                    </a:lnTo>
                    <a:lnTo>
                      <a:pt x="358" y="412"/>
                    </a:lnTo>
                    <a:lnTo>
                      <a:pt x="358" y="408"/>
                    </a:lnTo>
                    <a:lnTo>
                      <a:pt x="354" y="404"/>
                    </a:lnTo>
                    <a:lnTo>
                      <a:pt x="354" y="400"/>
                    </a:lnTo>
                    <a:lnTo>
                      <a:pt x="354" y="404"/>
                    </a:lnTo>
                    <a:lnTo>
                      <a:pt x="354" y="408"/>
                    </a:lnTo>
                    <a:lnTo>
                      <a:pt x="350" y="408"/>
                    </a:lnTo>
                    <a:lnTo>
                      <a:pt x="350" y="412"/>
                    </a:lnTo>
                    <a:lnTo>
                      <a:pt x="346" y="412"/>
                    </a:lnTo>
                    <a:lnTo>
                      <a:pt x="346" y="414"/>
                    </a:lnTo>
                    <a:lnTo>
                      <a:pt x="346" y="418"/>
                    </a:lnTo>
                    <a:lnTo>
                      <a:pt x="342" y="422"/>
                    </a:lnTo>
                    <a:lnTo>
                      <a:pt x="342" y="418"/>
                    </a:lnTo>
                    <a:lnTo>
                      <a:pt x="340" y="422"/>
                    </a:lnTo>
                    <a:lnTo>
                      <a:pt x="342" y="422"/>
                    </a:lnTo>
                    <a:lnTo>
                      <a:pt x="340" y="422"/>
                    </a:lnTo>
                    <a:lnTo>
                      <a:pt x="336" y="426"/>
                    </a:lnTo>
                    <a:lnTo>
                      <a:pt x="332" y="426"/>
                    </a:lnTo>
                    <a:lnTo>
                      <a:pt x="332" y="430"/>
                    </a:lnTo>
                    <a:lnTo>
                      <a:pt x="332" y="434"/>
                    </a:lnTo>
                    <a:lnTo>
                      <a:pt x="328" y="434"/>
                    </a:lnTo>
                    <a:lnTo>
                      <a:pt x="328" y="438"/>
                    </a:lnTo>
                    <a:lnTo>
                      <a:pt x="324" y="442"/>
                    </a:lnTo>
                    <a:lnTo>
                      <a:pt x="328" y="442"/>
                    </a:lnTo>
                    <a:lnTo>
                      <a:pt x="328" y="444"/>
                    </a:lnTo>
                    <a:lnTo>
                      <a:pt x="328" y="442"/>
                    </a:lnTo>
                    <a:lnTo>
                      <a:pt x="324" y="442"/>
                    </a:lnTo>
                    <a:lnTo>
                      <a:pt x="324" y="444"/>
                    </a:lnTo>
                    <a:lnTo>
                      <a:pt x="324" y="442"/>
                    </a:lnTo>
                    <a:lnTo>
                      <a:pt x="320" y="442"/>
                    </a:lnTo>
                    <a:lnTo>
                      <a:pt x="320" y="438"/>
                    </a:lnTo>
                    <a:lnTo>
                      <a:pt x="316" y="438"/>
                    </a:lnTo>
                    <a:lnTo>
                      <a:pt x="316" y="434"/>
                    </a:lnTo>
                    <a:lnTo>
                      <a:pt x="320" y="438"/>
                    </a:lnTo>
                    <a:lnTo>
                      <a:pt x="320" y="434"/>
                    </a:lnTo>
                    <a:lnTo>
                      <a:pt x="320" y="430"/>
                    </a:lnTo>
                    <a:lnTo>
                      <a:pt x="316" y="430"/>
                    </a:lnTo>
                    <a:lnTo>
                      <a:pt x="316" y="426"/>
                    </a:lnTo>
                    <a:lnTo>
                      <a:pt x="316" y="422"/>
                    </a:lnTo>
                    <a:lnTo>
                      <a:pt x="314" y="422"/>
                    </a:lnTo>
                    <a:lnTo>
                      <a:pt x="314" y="418"/>
                    </a:lnTo>
                    <a:lnTo>
                      <a:pt x="314" y="414"/>
                    </a:lnTo>
                    <a:lnTo>
                      <a:pt x="310" y="412"/>
                    </a:lnTo>
                    <a:lnTo>
                      <a:pt x="306" y="412"/>
                    </a:lnTo>
                    <a:lnTo>
                      <a:pt x="302" y="408"/>
                    </a:lnTo>
                    <a:lnTo>
                      <a:pt x="302" y="404"/>
                    </a:lnTo>
                    <a:lnTo>
                      <a:pt x="306" y="404"/>
                    </a:lnTo>
                    <a:lnTo>
                      <a:pt x="306" y="400"/>
                    </a:lnTo>
                    <a:lnTo>
                      <a:pt x="302" y="400"/>
                    </a:lnTo>
                    <a:lnTo>
                      <a:pt x="302" y="396"/>
                    </a:lnTo>
                    <a:lnTo>
                      <a:pt x="298" y="396"/>
                    </a:lnTo>
                    <a:lnTo>
                      <a:pt x="298" y="400"/>
                    </a:lnTo>
                    <a:lnTo>
                      <a:pt x="298" y="396"/>
                    </a:lnTo>
                    <a:lnTo>
                      <a:pt x="298" y="392"/>
                    </a:lnTo>
                    <a:lnTo>
                      <a:pt x="294" y="392"/>
                    </a:lnTo>
                    <a:lnTo>
                      <a:pt x="290" y="392"/>
                    </a:lnTo>
                    <a:lnTo>
                      <a:pt x="286" y="392"/>
                    </a:lnTo>
                    <a:lnTo>
                      <a:pt x="286" y="388"/>
                    </a:lnTo>
                    <a:lnTo>
                      <a:pt x="284" y="388"/>
                    </a:lnTo>
                    <a:lnTo>
                      <a:pt x="280" y="388"/>
                    </a:lnTo>
                    <a:lnTo>
                      <a:pt x="276" y="388"/>
                    </a:lnTo>
                    <a:lnTo>
                      <a:pt x="272" y="388"/>
                    </a:lnTo>
                    <a:lnTo>
                      <a:pt x="272" y="384"/>
                    </a:lnTo>
                    <a:lnTo>
                      <a:pt x="268" y="384"/>
                    </a:lnTo>
                    <a:lnTo>
                      <a:pt x="268" y="382"/>
                    </a:lnTo>
                    <a:lnTo>
                      <a:pt x="264" y="382"/>
                    </a:lnTo>
                    <a:lnTo>
                      <a:pt x="260" y="382"/>
                    </a:lnTo>
                    <a:lnTo>
                      <a:pt x="260" y="378"/>
                    </a:lnTo>
                    <a:lnTo>
                      <a:pt x="258" y="382"/>
                    </a:lnTo>
                    <a:lnTo>
                      <a:pt x="254" y="382"/>
                    </a:lnTo>
                    <a:lnTo>
                      <a:pt x="246" y="382"/>
                    </a:lnTo>
                    <a:lnTo>
                      <a:pt x="242" y="382"/>
                    </a:lnTo>
                    <a:lnTo>
                      <a:pt x="238" y="382"/>
                    </a:lnTo>
                    <a:lnTo>
                      <a:pt x="234" y="382"/>
                    </a:lnTo>
                    <a:lnTo>
                      <a:pt x="230" y="382"/>
                    </a:lnTo>
                    <a:lnTo>
                      <a:pt x="228" y="384"/>
                    </a:lnTo>
                    <a:lnTo>
                      <a:pt x="224" y="384"/>
                    </a:lnTo>
                    <a:lnTo>
                      <a:pt x="216" y="388"/>
                    </a:lnTo>
                    <a:lnTo>
                      <a:pt x="216" y="392"/>
                    </a:lnTo>
                    <a:lnTo>
                      <a:pt x="212" y="392"/>
                    </a:lnTo>
                    <a:lnTo>
                      <a:pt x="208" y="392"/>
                    </a:lnTo>
                    <a:lnTo>
                      <a:pt x="204" y="392"/>
                    </a:lnTo>
                    <a:lnTo>
                      <a:pt x="202" y="392"/>
                    </a:lnTo>
                    <a:lnTo>
                      <a:pt x="202" y="396"/>
                    </a:lnTo>
                    <a:lnTo>
                      <a:pt x="198" y="396"/>
                    </a:lnTo>
                    <a:lnTo>
                      <a:pt x="194" y="396"/>
                    </a:lnTo>
                    <a:lnTo>
                      <a:pt x="194" y="392"/>
                    </a:lnTo>
                    <a:lnTo>
                      <a:pt x="190" y="392"/>
                    </a:lnTo>
                    <a:lnTo>
                      <a:pt x="186" y="392"/>
                    </a:lnTo>
                    <a:lnTo>
                      <a:pt x="182" y="396"/>
                    </a:lnTo>
                    <a:lnTo>
                      <a:pt x="178" y="400"/>
                    </a:lnTo>
                    <a:lnTo>
                      <a:pt x="174" y="400"/>
                    </a:lnTo>
                    <a:lnTo>
                      <a:pt x="172" y="404"/>
                    </a:lnTo>
                    <a:lnTo>
                      <a:pt x="168" y="404"/>
                    </a:lnTo>
                    <a:lnTo>
                      <a:pt x="168" y="408"/>
                    </a:lnTo>
                    <a:lnTo>
                      <a:pt x="164" y="408"/>
                    </a:lnTo>
                    <a:lnTo>
                      <a:pt x="160" y="408"/>
                    </a:lnTo>
                    <a:lnTo>
                      <a:pt x="160" y="412"/>
                    </a:lnTo>
                    <a:lnTo>
                      <a:pt x="160" y="414"/>
                    </a:lnTo>
                    <a:lnTo>
                      <a:pt x="156" y="418"/>
                    </a:lnTo>
                    <a:lnTo>
                      <a:pt x="156" y="422"/>
                    </a:lnTo>
                    <a:lnTo>
                      <a:pt x="152" y="422"/>
                    </a:lnTo>
                    <a:lnTo>
                      <a:pt x="152" y="426"/>
                    </a:lnTo>
                    <a:lnTo>
                      <a:pt x="148" y="422"/>
                    </a:lnTo>
                    <a:lnTo>
                      <a:pt x="148" y="426"/>
                    </a:lnTo>
                    <a:lnTo>
                      <a:pt x="146" y="426"/>
                    </a:lnTo>
                    <a:lnTo>
                      <a:pt x="146" y="422"/>
                    </a:lnTo>
                    <a:lnTo>
                      <a:pt x="142" y="422"/>
                    </a:lnTo>
                    <a:lnTo>
                      <a:pt x="142" y="426"/>
                    </a:lnTo>
                    <a:lnTo>
                      <a:pt x="142" y="422"/>
                    </a:lnTo>
                    <a:lnTo>
                      <a:pt x="138" y="422"/>
                    </a:lnTo>
                    <a:lnTo>
                      <a:pt x="138" y="426"/>
                    </a:lnTo>
                    <a:lnTo>
                      <a:pt x="134" y="426"/>
                    </a:lnTo>
                    <a:lnTo>
                      <a:pt x="130" y="426"/>
                    </a:lnTo>
                    <a:lnTo>
                      <a:pt x="130" y="422"/>
                    </a:lnTo>
                    <a:lnTo>
                      <a:pt x="126" y="422"/>
                    </a:lnTo>
                    <a:lnTo>
                      <a:pt x="122" y="422"/>
                    </a:lnTo>
                    <a:lnTo>
                      <a:pt x="120" y="422"/>
                    </a:lnTo>
                    <a:lnTo>
                      <a:pt x="116" y="422"/>
                    </a:lnTo>
                    <a:lnTo>
                      <a:pt x="112" y="422"/>
                    </a:lnTo>
                    <a:lnTo>
                      <a:pt x="108" y="426"/>
                    </a:lnTo>
                    <a:lnTo>
                      <a:pt x="104" y="426"/>
                    </a:lnTo>
                    <a:lnTo>
                      <a:pt x="102" y="426"/>
                    </a:lnTo>
                    <a:lnTo>
                      <a:pt x="98" y="426"/>
                    </a:lnTo>
                    <a:lnTo>
                      <a:pt x="98" y="430"/>
                    </a:lnTo>
                    <a:lnTo>
                      <a:pt x="94" y="430"/>
                    </a:lnTo>
                    <a:lnTo>
                      <a:pt x="94" y="434"/>
                    </a:lnTo>
                    <a:lnTo>
                      <a:pt x="90" y="438"/>
                    </a:lnTo>
                    <a:lnTo>
                      <a:pt x="90" y="434"/>
                    </a:lnTo>
                    <a:lnTo>
                      <a:pt x="86" y="434"/>
                    </a:lnTo>
                    <a:lnTo>
                      <a:pt x="86" y="438"/>
                    </a:lnTo>
                    <a:lnTo>
                      <a:pt x="82" y="438"/>
                    </a:lnTo>
                    <a:lnTo>
                      <a:pt x="82" y="442"/>
                    </a:lnTo>
                    <a:lnTo>
                      <a:pt x="78" y="442"/>
                    </a:lnTo>
                    <a:lnTo>
                      <a:pt x="78" y="444"/>
                    </a:lnTo>
                    <a:lnTo>
                      <a:pt x="74" y="444"/>
                    </a:lnTo>
                    <a:lnTo>
                      <a:pt x="72" y="444"/>
                    </a:lnTo>
                    <a:lnTo>
                      <a:pt x="74" y="444"/>
                    </a:lnTo>
                    <a:lnTo>
                      <a:pt x="74" y="448"/>
                    </a:lnTo>
                    <a:lnTo>
                      <a:pt x="72" y="448"/>
                    </a:lnTo>
                    <a:lnTo>
                      <a:pt x="72" y="444"/>
                    </a:lnTo>
                    <a:lnTo>
                      <a:pt x="68" y="444"/>
                    </a:lnTo>
                    <a:lnTo>
                      <a:pt x="68" y="448"/>
                    </a:lnTo>
                    <a:lnTo>
                      <a:pt x="68" y="444"/>
                    </a:lnTo>
                    <a:lnTo>
                      <a:pt x="64" y="444"/>
                    </a:lnTo>
                    <a:lnTo>
                      <a:pt x="60" y="444"/>
                    </a:lnTo>
                    <a:lnTo>
                      <a:pt x="56" y="444"/>
                    </a:lnTo>
                    <a:lnTo>
                      <a:pt x="52" y="444"/>
                    </a:lnTo>
                    <a:lnTo>
                      <a:pt x="48" y="444"/>
                    </a:lnTo>
                    <a:lnTo>
                      <a:pt x="48" y="442"/>
                    </a:lnTo>
                    <a:lnTo>
                      <a:pt x="46" y="442"/>
                    </a:lnTo>
                    <a:lnTo>
                      <a:pt x="46" y="438"/>
                    </a:lnTo>
                    <a:lnTo>
                      <a:pt x="42" y="438"/>
                    </a:lnTo>
                    <a:lnTo>
                      <a:pt x="42" y="434"/>
                    </a:lnTo>
                    <a:lnTo>
                      <a:pt x="38" y="434"/>
                    </a:lnTo>
                    <a:lnTo>
                      <a:pt x="34" y="430"/>
                    </a:lnTo>
                    <a:lnTo>
                      <a:pt x="34" y="434"/>
                    </a:lnTo>
                    <a:lnTo>
                      <a:pt x="30" y="430"/>
                    </a:lnTo>
                    <a:lnTo>
                      <a:pt x="30" y="426"/>
                    </a:lnTo>
                    <a:lnTo>
                      <a:pt x="30" y="422"/>
                    </a:lnTo>
                    <a:lnTo>
                      <a:pt x="30" y="418"/>
                    </a:lnTo>
                    <a:lnTo>
                      <a:pt x="34" y="418"/>
                    </a:lnTo>
                    <a:lnTo>
                      <a:pt x="38" y="418"/>
                    </a:lnTo>
                    <a:lnTo>
                      <a:pt x="42" y="414"/>
                    </a:lnTo>
                    <a:lnTo>
                      <a:pt x="42" y="412"/>
                    </a:lnTo>
                    <a:lnTo>
                      <a:pt x="42" y="408"/>
                    </a:lnTo>
                    <a:lnTo>
                      <a:pt x="42" y="404"/>
                    </a:lnTo>
                    <a:lnTo>
                      <a:pt x="42" y="400"/>
                    </a:lnTo>
                    <a:lnTo>
                      <a:pt x="42" y="404"/>
                    </a:lnTo>
                    <a:lnTo>
                      <a:pt x="42" y="400"/>
                    </a:lnTo>
                    <a:lnTo>
                      <a:pt x="42" y="396"/>
                    </a:lnTo>
                    <a:lnTo>
                      <a:pt x="42" y="392"/>
                    </a:lnTo>
                    <a:lnTo>
                      <a:pt x="42" y="388"/>
                    </a:lnTo>
                    <a:lnTo>
                      <a:pt x="42" y="384"/>
                    </a:lnTo>
                    <a:lnTo>
                      <a:pt x="42" y="382"/>
                    </a:lnTo>
                    <a:lnTo>
                      <a:pt x="42" y="378"/>
                    </a:lnTo>
                    <a:lnTo>
                      <a:pt x="38" y="378"/>
                    </a:lnTo>
                    <a:lnTo>
                      <a:pt x="38" y="374"/>
                    </a:lnTo>
                    <a:lnTo>
                      <a:pt x="38" y="370"/>
                    </a:lnTo>
                    <a:lnTo>
                      <a:pt x="34" y="370"/>
                    </a:lnTo>
                    <a:lnTo>
                      <a:pt x="34" y="366"/>
                    </a:lnTo>
                    <a:lnTo>
                      <a:pt x="34" y="362"/>
                    </a:lnTo>
                    <a:lnTo>
                      <a:pt x="34" y="358"/>
                    </a:lnTo>
                    <a:lnTo>
                      <a:pt x="34" y="356"/>
                    </a:lnTo>
                    <a:lnTo>
                      <a:pt x="30" y="356"/>
                    </a:lnTo>
                    <a:lnTo>
                      <a:pt x="30" y="352"/>
                    </a:lnTo>
                    <a:lnTo>
                      <a:pt x="30" y="348"/>
                    </a:lnTo>
                    <a:lnTo>
                      <a:pt x="30" y="344"/>
                    </a:lnTo>
                    <a:lnTo>
                      <a:pt x="30" y="340"/>
                    </a:lnTo>
                    <a:lnTo>
                      <a:pt x="30" y="336"/>
                    </a:lnTo>
                    <a:lnTo>
                      <a:pt x="26" y="332"/>
                    </a:lnTo>
                    <a:lnTo>
                      <a:pt x="26" y="328"/>
                    </a:lnTo>
                    <a:lnTo>
                      <a:pt x="26" y="326"/>
                    </a:lnTo>
                    <a:lnTo>
                      <a:pt x="22" y="322"/>
                    </a:lnTo>
                    <a:lnTo>
                      <a:pt x="22" y="318"/>
                    </a:lnTo>
                    <a:lnTo>
                      <a:pt x="18" y="318"/>
                    </a:lnTo>
                    <a:lnTo>
                      <a:pt x="18" y="314"/>
                    </a:lnTo>
                    <a:lnTo>
                      <a:pt x="18" y="310"/>
                    </a:lnTo>
                    <a:lnTo>
                      <a:pt x="18" y="306"/>
                    </a:lnTo>
                    <a:lnTo>
                      <a:pt x="18" y="302"/>
                    </a:lnTo>
                    <a:lnTo>
                      <a:pt x="16" y="300"/>
                    </a:lnTo>
                    <a:lnTo>
                      <a:pt x="16" y="296"/>
                    </a:lnTo>
                    <a:lnTo>
                      <a:pt x="12" y="296"/>
                    </a:lnTo>
                    <a:lnTo>
                      <a:pt x="12" y="292"/>
                    </a:lnTo>
                    <a:lnTo>
                      <a:pt x="12" y="288"/>
                    </a:lnTo>
                    <a:lnTo>
                      <a:pt x="8" y="288"/>
                    </a:lnTo>
                    <a:lnTo>
                      <a:pt x="8" y="286"/>
                    </a:lnTo>
                    <a:lnTo>
                      <a:pt x="8" y="282"/>
                    </a:lnTo>
                    <a:lnTo>
                      <a:pt x="8" y="286"/>
                    </a:lnTo>
                    <a:lnTo>
                      <a:pt x="8" y="282"/>
                    </a:lnTo>
                    <a:lnTo>
                      <a:pt x="12" y="286"/>
                    </a:lnTo>
                    <a:lnTo>
                      <a:pt x="12" y="288"/>
                    </a:lnTo>
                    <a:lnTo>
                      <a:pt x="12" y="292"/>
                    </a:lnTo>
                    <a:lnTo>
                      <a:pt x="16" y="292"/>
                    </a:lnTo>
                    <a:lnTo>
                      <a:pt x="16" y="288"/>
                    </a:lnTo>
                    <a:lnTo>
                      <a:pt x="16" y="286"/>
                    </a:lnTo>
                    <a:lnTo>
                      <a:pt x="12" y="286"/>
                    </a:lnTo>
                    <a:lnTo>
                      <a:pt x="12" y="282"/>
                    </a:lnTo>
                    <a:lnTo>
                      <a:pt x="12" y="278"/>
                    </a:lnTo>
                    <a:lnTo>
                      <a:pt x="8" y="274"/>
                    </a:lnTo>
                    <a:lnTo>
                      <a:pt x="12" y="270"/>
                    </a:lnTo>
                    <a:lnTo>
                      <a:pt x="12" y="274"/>
                    </a:lnTo>
                    <a:lnTo>
                      <a:pt x="12" y="278"/>
                    </a:lnTo>
                    <a:lnTo>
                      <a:pt x="16" y="278"/>
                    </a:lnTo>
                    <a:lnTo>
                      <a:pt x="16" y="282"/>
                    </a:lnTo>
                    <a:lnTo>
                      <a:pt x="12" y="282"/>
                    </a:lnTo>
                    <a:lnTo>
                      <a:pt x="16" y="286"/>
                    </a:lnTo>
                    <a:lnTo>
                      <a:pt x="16" y="282"/>
                    </a:lnTo>
                    <a:lnTo>
                      <a:pt x="16" y="286"/>
                    </a:lnTo>
                    <a:lnTo>
                      <a:pt x="18" y="288"/>
                    </a:lnTo>
                    <a:lnTo>
                      <a:pt x="18" y="286"/>
                    </a:lnTo>
                    <a:lnTo>
                      <a:pt x="18" y="282"/>
                    </a:lnTo>
                    <a:lnTo>
                      <a:pt x="22" y="282"/>
                    </a:lnTo>
                    <a:lnTo>
                      <a:pt x="22" y="278"/>
                    </a:lnTo>
                    <a:lnTo>
                      <a:pt x="18" y="274"/>
                    </a:lnTo>
                    <a:lnTo>
                      <a:pt x="16" y="270"/>
                    </a:lnTo>
                    <a:lnTo>
                      <a:pt x="16" y="266"/>
                    </a:lnTo>
                    <a:lnTo>
                      <a:pt x="12" y="262"/>
                    </a:lnTo>
                    <a:lnTo>
                      <a:pt x="12" y="258"/>
                    </a:lnTo>
                    <a:lnTo>
                      <a:pt x="12" y="256"/>
                    </a:lnTo>
                    <a:lnTo>
                      <a:pt x="8" y="256"/>
                    </a:lnTo>
                    <a:lnTo>
                      <a:pt x="8" y="252"/>
                    </a:lnTo>
                    <a:lnTo>
                      <a:pt x="8" y="248"/>
                    </a:lnTo>
                    <a:lnTo>
                      <a:pt x="12" y="244"/>
                    </a:lnTo>
                    <a:lnTo>
                      <a:pt x="12" y="240"/>
                    </a:lnTo>
                    <a:lnTo>
                      <a:pt x="12" y="236"/>
                    </a:lnTo>
                    <a:lnTo>
                      <a:pt x="16" y="236"/>
                    </a:lnTo>
                    <a:lnTo>
                      <a:pt x="16" y="232"/>
                    </a:lnTo>
                    <a:lnTo>
                      <a:pt x="16" y="228"/>
                    </a:lnTo>
                    <a:lnTo>
                      <a:pt x="16" y="226"/>
                    </a:lnTo>
                    <a:lnTo>
                      <a:pt x="16" y="222"/>
                    </a:lnTo>
                    <a:lnTo>
                      <a:pt x="12" y="222"/>
                    </a:lnTo>
                    <a:lnTo>
                      <a:pt x="12" y="218"/>
                    </a:lnTo>
                    <a:lnTo>
                      <a:pt x="16" y="218"/>
                    </a:lnTo>
                    <a:lnTo>
                      <a:pt x="16" y="214"/>
                    </a:lnTo>
                    <a:lnTo>
                      <a:pt x="16" y="210"/>
                    </a:lnTo>
                    <a:lnTo>
                      <a:pt x="16" y="206"/>
                    </a:lnTo>
                    <a:lnTo>
                      <a:pt x="18" y="206"/>
                    </a:lnTo>
                    <a:lnTo>
                      <a:pt x="18" y="210"/>
                    </a:lnTo>
                    <a:lnTo>
                      <a:pt x="18" y="214"/>
                    </a:lnTo>
                    <a:lnTo>
                      <a:pt x="18" y="218"/>
                    </a:lnTo>
                    <a:lnTo>
                      <a:pt x="22" y="218"/>
                    </a:lnTo>
                    <a:lnTo>
                      <a:pt x="22" y="214"/>
                    </a:lnTo>
                    <a:lnTo>
                      <a:pt x="22" y="210"/>
                    </a:lnTo>
                    <a:lnTo>
                      <a:pt x="26" y="210"/>
                    </a:lnTo>
                    <a:lnTo>
                      <a:pt x="26" y="206"/>
                    </a:lnTo>
                    <a:lnTo>
                      <a:pt x="30" y="202"/>
                    </a:lnTo>
                    <a:lnTo>
                      <a:pt x="34" y="202"/>
                    </a:lnTo>
                    <a:lnTo>
                      <a:pt x="38" y="200"/>
                    </a:lnTo>
                    <a:lnTo>
                      <a:pt x="42" y="196"/>
                    </a:lnTo>
                    <a:lnTo>
                      <a:pt x="46" y="196"/>
                    </a:lnTo>
                    <a:lnTo>
                      <a:pt x="46" y="192"/>
                    </a:lnTo>
                    <a:lnTo>
                      <a:pt x="48" y="192"/>
                    </a:lnTo>
                    <a:lnTo>
                      <a:pt x="48" y="188"/>
                    </a:lnTo>
                    <a:lnTo>
                      <a:pt x="52" y="188"/>
                    </a:lnTo>
                    <a:lnTo>
                      <a:pt x="56" y="188"/>
                    </a:lnTo>
                    <a:lnTo>
                      <a:pt x="56" y="184"/>
                    </a:lnTo>
                    <a:lnTo>
                      <a:pt x="60" y="184"/>
                    </a:lnTo>
                    <a:lnTo>
                      <a:pt x="64" y="184"/>
                    </a:lnTo>
                    <a:lnTo>
                      <a:pt x="64" y="188"/>
                    </a:lnTo>
                    <a:lnTo>
                      <a:pt x="68" y="188"/>
                    </a:lnTo>
                    <a:lnTo>
                      <a:pt x="68" y="184"/>
                    </a:lnTo>
                    <a:lnTo>
                      <a:pt x="72" y="184"/>
                    </a:lnTo>
                    <a:lnTo>
                      <a:pt x="74" y="184"/>
                    </a:lnTo>
                    <a:lnTo>
                      <a:pt x="74" y="180"/>
                    </a:lnTo>
                    <a:lnTo>
                      <a:pt x="78" y="180"/>
                    </a:lnTo>
                    <a:lnTo>
                      <a:pt x="82" y="180"/>
                    </a:lnTo>
                    <a:lnTo>
                      <a:pt x="86" y="176"/>
                    </a:lnTo>
                    <a:lnTo>
                      <a:pt x="90" y="172"/>
                    </a:lnTo>
                    <a:lnTo>
                      <a:pt x="94" y="172"/>
                    </a:lnTo>
                    <a:lnTo>
                      <a:pt x="98" y="172"/>
                    </a:lnTo>
                    <a:lnTo>
                      <a:pt x="102" y="172"/>
                    </a:lnTo>
                    <a:lnTo>
                      <a:pt x="104" y="172"/>
                    </a:lnTo>
                    <a:lnTo>
                      <a:pt x="108" y="170"/>
                    </a:lnTo>
                    <a:lnTo>
                      <a:pt x="112" y="170"/>
                    </a:lnTo>
                    <a:lnTo>
                      <a:pt x="116" y="166"/>
                    </a:lnTo>
                    <a:lnTo>
                      <a:pt x="120" y="166"/>
                    </a:lnTo>
                    <a:lnTo>
                      <a:pt x="120" y="162"/>
                    </a:lnTo>
                    <a:lnTo>
                      <a:pt x="122" y="158"/>
                    </a:lnTo>
                    <a:lnTo>
                      <a:pt x="122" y="154"/>
                    </a:lnTo>
                    <a:lnTo>
                      <a:pt x="126" y="150"/>
                    </a:lnTo>
                    <a:lnTo>
                      <a:pt x="126" y="146"/>
                    </a:lnTo>
                    <a:lnTo>
                      <a:pt x="130" y="146"/>
                    </a:lnTo>
                    <a:lnTo>
                      <a:pt x="130" y="142"/>
                    </a:lnTo>
                    <a:lnTo>
                      <a:pt x="134" y="140"/>
                    </a:lnTo>
                    <a:lnTo>
                      <a:pt x="134" y="136"/>
                    </a:lnTo>
                    <a:lnTo>
                      <a:pt x="134" y="132"/>
                    </a:lnTo>
                    <a:lnTo>
                      <a:pt x="134" y="128"/>
                    </a:lnTo>
                    <a:lnTo>
                      <a:pt x="134" y="124"/>
                    </a:lnTo>
                    <a:lnTo>
                      <a:pt x="134" y="120"/>
                    </a:lnTo>
                    <a:lnTo>
                      <a:pt x="138" y="120"/>
                    </a:lnTo>
                    <a:lnTo>
                      <a:pt x="138" y="116"/>
                    </a:lnTo>
                    <a:lnTo>
                      <a:pt x="142" y="116"/>
                    </a:lnTo>
                    <a:lnTo>
                      <a:pt x="142" y="114"/>
                    </a:lnTo>
                    <a:lnTo>
                      <a:pt x="142" y="110"/>
                    </a:lnTo>
                    <a:lnTo>
                      <a:pt x="146" y="110"/>
                    </a:lnTo>
                    <a:lnTo>
                      <a:pt x="146" y="114"/>
                    </a:lnTo>
                    <a:lnTo>
                      <a:pt x="146" y="110"/>
                    </a:lnTo>
                    <a:lnTo>
                      <a:pt x="146" y="114"/>
                    </a:lnTo>
                    <a:lnTo>
                      <a:pt x="146" y="116"/>
                    </a:lnTo>
                    <a:lnTo>
                      <a:pt x="148" y="120"/>
                    </a:lnTo>
                    <a:lnTo>
                      <a:pt x="148" y="124"/>
                    </a:lnTo>
                    <a:lnTo>
                      <a:pt x="148" y="128"/>
                    </a:lnTo>
                    <a:lnTo>
                      <a:pt x="152" y="128"/>
                    </a:lnTo>
                    <a:lnTo>
                      <a:pt x="152" y="132"/>
                    </a:lnTo>
                    <a:lnTo>
                      <a:pt x="152" y="128"/>
                    </a:lnTo>
                    <a:lnTo>
                      <a:pt x="152" y="124"/>
                    </a:lnTo>
                    <a:lnTo>
                      <a:pt x="152" y="120"/>
                    </a:lnTo>
                    <a:lnTo>
                      <a:pt x="156" y="120"/>
                    </a:lnTo>
                    <a:lnTo>
                      <a:pt x="156" y="124"/>
                    </a:lnTo>
                    <a:lnTo>
                      <a:pt x="156" y="120"/>
                    </a:lnTo>
                    <a:lnTo>
                      <a:pt x="156" y="116"/>
                    </a:lnTo>
                    <a:lnTo>
                      <a:pt x="152" y="116"/>
                    </a:lnTo>
                    <a:lnTo>
                      <a:pt x="152" y="114"/>
                    </a:lnTo>
                    <a:lnTo>
                      <a:pt x="148" y="114"/>
                    </a:lnTo>
                    <a:lnTo>
                      <a:pt x="152" y="114"/>
                    </a:lnTo>
                    <a:lnTo>
                      <a:pt x="152" y="110"/>
                    </a:lnTo>
                    <a:lnTo>
                      <a:pt x="152" y="106"/>
                    </a:lnTo>
                    <a:lnTo>
                      <a:pt x="156" y="106"/>
                    </a:lnTo>
                    <a:lnTo>
                      <a:pt x="156" y="110"/>
                    </a:lnTo>
                    <a:lnTo>
                      <a:pt x="156" y="106"/>
                    </a:lnTo>
                    <a:lnTo>
                      <a:pt x="160" y="106"/>
                    </a:lnTo>
                    <a:lnTo>
                      <a:pt x="160" y="110"/>
                    </a:lnTo>
                    <a:lnTo>
                      <a:pt x="164" y="110"/>
                    </a:lnTo>
                    <a:lnTo>
                      <a:pt x="168" y="110"/>
                    </a:lnTo>
                    <a:lnTo>
                      <a:pt x="172" y="110"/>
                    </a:lnTo>
                    <a:lnTo>
                      <a:pt x="168" y="110"/>
                    </a:lnTo>
                    <a:lnTo>
                      <a:pt x="164" y="110"/>
                    </a:lnTo>
                    <a:lnTo>
                      <a:pt x="164" y="106"/>
                    </a:lnTo>
                    <a:lnTo>
                      <a:pt x="168" y="106"/>
                    </a:lnTo>
                    <a:lnTo>
                      <a:pt x="168" y="102"/>
                    </a:lnTo>
                    <a:lnTo>
                      <a:pt x="168" y="98"/>
                    </a:lnTo>
                    <a:lnTo>
                      <a:pt x="168" y="102"/>
                    </a:lnTo>
                    <a:lnTo>
                      <a:pt x="164" y="102"/>
                    </a:lnTo>
                    <a:lnTo>
                      <a:pt x="164" y="98"/>
                    </a:lnTo>
                    <a:lnTo>
                      <a:pt x="164" y="94"/>
                    </a:lnTo>
                    <a:lnTo>
                      <a:pt x="168" y="94"/>
                    </a:lnTo>
                    <a:lnTo>
                      <a:pt x="168" y="90"/>
                    </a:lnTo>
                    <a:lnTo>
                      <a:pt x="172" y="90"/>
                    </a:lnTo>
                    <a:lnTo>
                      <a:pt x="172" y="94"/>
                    </a:lnTo>
                    <a:lnTo>
                      <a:pt x="174" y="94"/>
                    </a:lnTo>
                    <a:lnTo>
                      <a:pt x="174" y="90"/>
                    </a:lnTo>
                    <a:lnTo>
                      <a:pt x="172" y="90"/>
                    </a:lnTo>
                    <a:lnTo>
                      <a:pt x="174" y="86"/>
                    </a:lnTo>
                    <a:lnTo>
                      <a:pt x="172" y="86"/>
                    </a:lnTo>
                    <a:lnTo>
                      <a:pt x="172" y="90"/>
                    </a:lnTo>
                    <a:lnTo>
                      <a:pt x="172" y="86"/>
                    </a:lnTo>
                    <a:lnTo>
                      <a:pt x="174" y="86"/>
                    </a:lnTo>
                    <a:lnTo>
                      <a:pt x="178" y="86"/>
                    </a:lnTo>
                    <a:lnTo>
                      <a:pt x="174" y="86"/>
                    </a:lnTo>
                    <a:lnTo>
                      <a:pt x="174" y="84"/>
                    </a:lnTo>
                    <a:lnTo>
                      <a:pt x="174" y="80"/>
                    </a:lnTo>
                    <a:lnTo>
                      <a:pt x="178" y="76"/>
                    </a:lnTo>
                    <a:lnTo>
                      <a:pt x="178" y="80"/>
                    </a:lnTo>
                    <a:lnTo>
                      <a:pt x="182" y="80"/>
                    </a:lnTo>
                    <a:lnTo>
                      <a:pt x="182" y="76"/>
                    </a:lnTo>
                    <a:lnTo>
                      <a:pt x="182" y="72"/>
                    </a:lnTo>
                    <a:lnTo>
                      <a:pt x="182" y="76"/>
                    </a:lnTo>
                    <a:lnTo>
                      <a:pt x="182" y="80"/>
                    </a:lnTo>
                    <a:lnTo>
                      <a:pt x="182" y="76"/>
                    </a:lnTo>
                    <a:lnTo>
                      <a:pt x="186" y="76"/>
                    </a:lnTo>
                    <a:lnTo>
                      <a:pt x="182" y="80"/>
                    </a:lnTo>
                    <a:lnTo>
                      <a:pt x="186" y="80"/>
                    </a:lnTo>
                    <a:lnTo>
                      <a:pt x="186" y="76"/>
                    </a:lnTo>
                    <a:lnTo>
                      <a:pt x="190" y="72"/>
                    </a:lnTo>
                    <a:lnTo>
                      <a:pt x="186" y="68"/>
                    </a:lnTo>
                    <a:lnTo>
                      <a:pt x="190" y="68"/>
                    </a:lnTo>
                    <a:lnTo>
                      <a:pt x="190" y="72"/>
                    </a:lnTo>
                    <a:lnTo>
                      <a:pt x="190" y="68"/>
                    </a:lnTo>
                    <a:lnTo>
                      <a:pt x="194" y="68"/>
                    </a:lnTo>
                    <a:lnTo>
                      <a:pt x="194" y="72"/>
                    </a:lnTo>
                    <a:lnTo>
                      <a:pt x="198" y="72"/>
                    </a:lnTo>
                    <a:lnTo>
                      <a:pt x="198" y="68"/>
                    </a:lnTo>
                    <a:lnTo>
                      <a:pt x="198" y="64"/>
                    </a:lnTo>
                    <a:lnTo>
                      <a:pt x="202" y="64"/>
                    </a:lnTo>
                    <a:lnTo>
                      <a:pt x="202" y="68"/>
                    </a:lnTo>
                    <a:lnTo>
                      <a:pt x="204" y="68"/>
                    </a:lnTo>
                    <a:lnTo>
                      <a:pt x="204" y="64"/>
                    </a:lnTo>
                    <a:lnTo>
                      <a:pt x="204" y="68"/>
                    </a:lnTo>
                    <a:lnTo>
                      <a:pt x="208" y="68"/>
                    </a:lnTo>
                    <a:lnTo>
                      <a:pt x="208" y="72"/>
                    </a:lnTo>
                    <a:lnTo>
                      <a:pt x="212" y="72"/>
                    </a:lnTo>
                    <a:lnTo>
                      <a:pt x="212" y="76"/>
                    </a:lnTo>
                    <a:lnTo>
                      <a:pt x="216" y="80"/>
                    </a:lnTo>
                    <a:lnTo>
                      <a:pt x="216" y="84"/>
                    </a:lnTo>
                    <a:lnTo>
                      <a:pt x="216" y="86"/>
                    </a:lnTo>
                    <a:lnTo>
                      <a:pt x="216" y="90"/>
                    </a:lnTo>
                    <a:lnTo>
                      <a:pt x="216" y="94"/>
                    </a:lnTo>
                    <a:lnTo>
                      <a:pt x="216" y="90"/>
                    </a:lnTo>
                    <a:lnTo>
                      <a:pt x="220" y="90"/>
                    </a:lnTo>
                    <a:lnTo>
                      <a:pt x="220" y="86"/>
                    </a:lnTo>
                    <a:lnTo>
                      <a:pt x="216" y="86"/>
                    </a:lnTo>
                    <a:lnTo>
                      <a:pt x="220" y="86"/>
                    </a:lnTo>
                    <a:lnTo>
                      <a:pt x="220" y="84"/>
                    </a:lnTo>
                    <a:lnTo>
                      <a:pt x="220" y="86"/>
                    </a:lnTo>
                    <a:lnTo>
                      <a:pt x="220" y="84"/>
                    </a:lnTo>
                    <a:lnTo>
                      <a:pt x="224" y="84"/>
                    </a:lnTo>
                    <a:lnTo>
                      <a:pt x="224" y="80"/>
                    </a:lnTo>
                    <a:lnTo>
                      <a:pt x="224" y="84"/>
                    </a:lnTo>
                    <a:lnTo>
                      <a:pt x="228" y="84"/>
                    </a:lnTo>
                    <a:lnTo>
                      <a:pt x="230" y="84"/>
                    </a:lnTo>
                    <a:lnTo>
                      <a:pt x="230" y="86"/>
                    </a:lnTo>
                    <a:lnTo>
                      <a:pt x="234" y="86"/>
                    </a:lnTo>
                    <a:lnTo>
                      <a:pt x="230" y="86"/>
                    </a:lnTo>
                    <a:lnTo>
                      <a:pt x="230" y="84"/>
                    </a:lnTo>
                    <a:lnTo>
                      <a:pt x="234" y="84"/>
                    </a:lnTo>
                    <a:lnTo>
                      <a:pt x="238" y="86"/>
                    </a:lnTo>
                    <a:lnTo>
                      <a:pt x="238" y="90"/>
                    </a:lnTo>
                    <a:lnTo>
                      <a:pt x="238" y="86"/>
                    </a:lnTo>
                    <a:lnTo>
                      <a:pt x="238" y="84"/>
                    </a:lnTo>
                    <a:lnTo>
                      <a:pt x="242" y="84"/>
                    </a:lnTo>
                    <a:lnTo>
                      <a:pt x="238" y="84"/>
                    </a:lnTo>
                    <a:lnTo>
                      <a:pt x="238" y="80"/>
                    </a:lnTo>
                    <a:lnTo>
                      <a:pt x="238" y="76"/>
                    </a:lnTo>
                    <a:lnTo>
                      <a:pt x="238" y="80"/>
                    </a:lnTo>
                    <a:lnTo>
                      <a:pt x="234" y="76"/>
                    </a:lnTo>
                    <a:lnTo>
                      <a:pt x="234" y="72"/>
                    </a:lnTo>
                    <a:lnTo>
                      <a:pt x="238" y="68"/>
                    </a:lnTo>
                    <a:lnTo>
                      <a:pt x="242" y="64"/>
                    </a:lnTo>
                    <a:lnTo>
                      <a:pt x="242" y="60"/>
                    </a:lnTo>
                    <a:lnTo>
                      <a:pt x="242" y="58"/>
                    </a:lnTo>
                    <a:lnTo>
                      <a:pt x="242" y="60"/>
                    </a:lnTo>
                    <a:lnTo>
                      <a:pt x="246" y="58"/>
                    </a:lnTo>
                    <a:lnTo>
                      <a:pt x="246" y="54"/>
                    </a:lnTo>
                    <a:lnTo>
                      <a:pt x="246" y="50"/>
                    </a:lnTo>
                    <a:lnTo>
                      <a:pt x="250" y="50"/>
                    </a:lnTo>
                    <a:lnTo>
                      <a:pt x="250" y="46"/>
                    </a:lnTo>
                    <a:lnTo>
                      <a:pt x="250" y="42"/>
                    </a:lnTo>
                    <a:lnTo>
                      <a:pt x="250" y="46"/>
                    </a:lnTo>
                    <a:lnTo>
                      <a:pt x="254" y="46"/>
                    </a:lnTo>
                    <a:lnTo>
                      <a:pt x="254" y="42"/>
                    </a:lnTo>
                    <a:lnTo>
                      <a:pt x="254" y="38"/>
                    </a:lnTo>
                    <a:lnTo>
                      <a:pt x="254" y="42"/>
                    </a:lnTo>
                    <a:lnTo>
                      <a:pt x="258" y="46"/>
                    </a:lnTo>
                    <a:lnTo>
                      <a:pt x="258" y="42"/>
                    </a:lnTo>
                    <a:lnTo>
                      <a:pt x="254" y="42"/>
                    </a:lnTo>
                    <a:lnTo>
                      <a:pt x="258" y="38"/>
                    </a:lnTo>
                    <a:lnTo>
                      <a:pt x="258" y="34"/>
                    </a:lnTo>
                    <a:lnTo>
                      <a:pt x="260" y="34"/>
                    </a:lnTo>
                    <a:lnTo>
                      <a:pt x="260" y="38"/>
                    </a:lnTo>
                    <a:lnTo>
                      <a:pt x="264" y="38"/>
                    </a:lnTo>
                    <a:lnTo>
                      <a:pt x="268" y="38"/>
                    </a:lnTo>
                    <a:lnTo>
                      <a:pt x="272" y="38"/>
                    </a:lnTo>
                    <a:lnTo>
                      <a:pt x="276" y="38"/>
                    </a:lnTo>
                    <a:lnTo>
                      <a:pt x="280" y="38"/>
                    </a:lnTo>
                    <a:lnTo>
                      <a:pt x="276" y="38"/>
                    </a:lnTo>
                    <a:lnTo>
                      <a:pt x="280" y="38"/>
                    </a:lnTo>
                    <a:lnTo>
                      <a:pt x="280" y="34"/>
                    </a:lnTo>
                    <a:lnTo>
                      <a:pt x="284" y="34"/>
                    </a:lnTo>
                    <a:lnTo>
                      <a:pt x="280" y="34"/>
                    </a:lnTo>
                    <a:lnTo>
                      <a:pt x="280" y="30"/>
                    </a:lnTo>
                    <a:lnTo>
                      <a:pt x="280" y="28"/>
                    </a:lnTo>
                    <a:lnTo>
                      <a:pt x="284" y="28"/>
                    </a:lnTo>
                    <a:lnTo>
                      <a:pt x="280" y="28"/>
                    </a:lnTo>
                    <a:lnTo>
                      <a:pt x="280" y="24"/>
                    </a:lnTo>
                    <a:lnTo>
                      <a:pt x="276" y="24"/>
                    </a:lnTo>
                    <a:lnTo>
                      <a:pt x="272" y="24"/>
                    </a:lnTo>
                    <a:lnTo>
                      <a:pt x="268" y="20"/>
                    </a:lnTo>
                    <a:lnTo>
                      <a:pt x="268" y="24"/>
                    </a:lnTo>
                    <a:lnTo>
                      <a:pt x="268" y="20"/>
                    </a:lnTo>
                    <a:lnTo>
                      <a:pt x="272" y="20"/>
                    </a:lnTo>
                    <a:lnTo>
                      <a:pt x="276" y="24"/>
                    </a:lnTo>
                    <a:lnTo>
                      <a:pt x="276" y="20"/>
                    </a:lnTo>
                    <a:lnTo>
                      <a:pt x="272" y="20"/>
                    </a:lnTo>
                    <a:lnTo>
                      <a:pt x="276" y="20"/>
                    </a:lnTo>
                    <a:lnTo>
                      <a:pt x="280" y="20"/>
                    </a:lnTo>
                    <a:lnTo>
                      <a:pt x="280" y="24"/>
                    </a:lnTo>
                    <a:lnTo>
                      <a:pt x="284" y="24"/>
                    </a:lnTo>
                    <a:lnTo>
                      <a:pt x="286" y="24"/>
                    </a:lnTo>
                    <a:lnTo>
                      <a:pt x="286" y="28"/>
                    </a:lnTo>
                    <a:lnTo>
                      <a:pt x="290" y="28"/>
                    </a:lnTo>
                    <a:lnTo>
                      <a:pt x="290" y="30"/>
                    </a:lnTo>
                    <a:lnTo>
                      <a:pt x="294" y="30"/>
                    </a:lnTo>
                    <a:lnTo>
                      <a:pt x="298" y="30"/>
                    </a:lnTo>
                    <a:lnTo>
                      <a:pt x="298" y="28"/>
                    </a:lnTo>
                    <a:lnTo>
                      <a:pt x="298" y="30"/>
                    </a:lnTo>
                    <a:lnTo>
                      <a:pt x="302" y="30"/>
                    </a:lnTo>
                    <a:lnTo>
                      <a:pt x="302" y="34"/>
                    </a:lnTo>
                    <a:lnTo>
                      <a:pt x="306" y="34"/>
                    </a:lnTo>
                    <a:lnTo>
                      <a:pt x="310" y="34"/>
                    </a:lnTo>
                    <a:lnTo>
                      <a:pt x="314" y="34"/>
                    </a:lnTo>
                    <a:lnTo>
                      <a:pt x="314" y="38"/>
                    </a:lnTo>
                    <a:lnTo>
                      <a:pt x="316" y="38"/>
                    </a:lnTo>
                    <a:lnTo>
                      <a:pt x="316" y="34"/>
                    </a:lnTo>
                    <a:lnTo>
                      <a:pt x="320" y="34"/>
                    </a:lnTo>
                    <a:lnTo>
                      <a:pt x="324" y="34"/>
                    </a:lnTo>
                    <a:lnTo>
                      <a:pt x="320" y="34"/>
                    </a:lnTo>
                    <a:lnTo>
                      <a:pt x="324" y="30"/>
                    </a:lnTo>
                    <a:lnTo>
                      <a:pt x="328" y="30"/>
                    </a:lnTo>
                    <a:lnTo>
                      <a:pt x="324" y="34"/>
                    </a:lnTo>
                    <a:lnTo>
                      <a:pt x="324" y="38"/>
                    </a:lnTo>
                    <a:lnTo>
                      <a:pt x="328" y="34"/>
                    </a:lnTo>
                    <a:lnTo>
                      <a:pt x="328" y="38"/>
                    </a:lnTo>
                    <a:lnTo>
                      <a:pt x="328" y="42"/>
                    </a:lnTo>
                    <a:lnTo>
                      <a:pt x="332" y="42"/>
                    </a:lnTo>
                    <a:lnTo>
                      <a:pt x="332" y="38"/>
                    </a:lnTo>
                    <a:lnTo>
                      <a:pt x="332" y="34"/>
                    </a:lnTo>
                    <a:lnTo>
                      <a:pt x="336" y="30"/>
                    </a:lnTo>
                    <a:lnTo>
                      <a:pt x="336" y="34"/>
                    </a:lnTo>
                    <a:lnTo>
                      <a:pt x="336" y="38"/>
                    </a:lnTo>
                    <a:lnTo>
                      <a:pt x="340" y="38"/>
                    </a:lnTo>
                    <a:lnTo>
                      <a:pt x="340" y="34"/>
                    </a:lnTo>
                    <a:lnTo>
                      <a:pt x="340" y="38"/>
                    </a:lnTo>
                    <a:lnTo>
                      <a:pt x="342" y="38"/>
                    </a:lnTo>
                    <a:lnTo>
                      <a:pt x="340" y="42"/>
                    </a:lnTo>
                    <a:lnTo>
                      <a:pt x="340" y="46"/>
                    </a:lnTo>
                    <a:lnTo>
                      <a:pt x="336" y="46"/>
                    </a:lnTo>
                    <a:lnTo>
                      <a:pt x="336" y="50"/>
                    </a:lnTo>
                    <a:lnTo>
                      <a:pt x="336" y="54"/>
                    </a:lnTo>
                    <a:lnTo>
                      <a:pt x="332" y="54"/>
                    </a:lnTo>
                    <a:lnTo>
                      <a:pt x="328" y="54"/>
                    </a:lnTo>
                    <a:lnTo>
                      <a:pt x="328" y="58"/>
                    </a:lnTo>
                    <a:lnTo>
                      <a:pt x="328" y="60"/>
                    </a:lnTo>
                    <a:lnTo>
                      <a:pt x="328" y="64"/>
                    </a:lnTo>
                    <a:lnTo>
                      <a:pt x="328" y="68"/>
                    </a:lnTo>
                    <a:lnTo>
                      <a:pt x="328" y="72"/>
                    </a:lnTo>
                    <a:lnTo>
                      <a:pt x="324" y="72"/>
                    </a:lnTo>
                    <a:lnTo>
                      <a:pt x="324" y="76"/>
                    </a:lnTo>
                    <a:lnTo>
                      <a:pt x="320" y="76"/>
                    </a:lnTo>
                    <a:lnTo>
                      <a:pt x="320" y="80"/>
                    </a:lnTo>
                    <a:lnTo>
                      <a:pt x="320" y="84"/>
                    </a:lnTo>
                    <a:lnTo>
                      <a:pt x="320" y="86"/>
                    </a:lnTo>
                    <a:lnTo>
                      <a:pt x="324" y="86"/>
                    </a:lnTo>
                    <a:lnTo>
                      <a:pt x="328" y="86"/>
                    </a:lnTo>
                    <a:lnTo>
                      <a:pt x="328" y="90"/>
                    </a:lnTo>
                    <a:lnTo>
                      <a:pt x="332" y="90"/>
                    </a:lnTo>
                    <a:lnTo>
                      <a:pt x="332" y="94"/>
                    </a:lnTo>
                    <a:lnTo>
                      <a:pt x="336" y="98"/>
                    </a:lnTo>
                    <a:lnTo>
                      <a:pt x="340" y="98"/>
                    </a:lnTo>
                    <a:lnTo>
                      <a:pt x="340" y="102"/>
                    </a:lnTo>
                    <a:lnTo>
                      <a:pt x="342" y="102"/>
                    </a:lnTo>
                    <a:lnTo>
                      <a:pt x="346" y="106"/>
                    </a:lnTo>
                    <a:lnTo>
                      <a:pt x="350" y="106"/>
                    </a:lnTo>
                    <a:lnTo>
                      <a:pt x="354" y="106"/>
                    </a:lnTo>
                    <a:lnTo>
                      <a:pt x="354" y="110"/>
                    </a:lnTo>
                    <a:lnTo>
                      <a:pt x="354" y="114"/>
                    </a:lnTo>
                    <a:lnTo>
                      <a:pt x="358" y="114"/>
                    </a:lnTo>
                    <a:lnTo>
                      <a:pt x="358" y="116"/>
                    </a:lnTo>
                    <a:lnTo>
                      <a:pt x="362" y="116"/>
                    </a:lnTo>
                    <a:lnTo>
                      <a:pt x="366" y="116"/>
                    </a:lnTo>
                    <a:lnTo>
                      <a:pt x="370" y="116"/>
                    </a:lnTo>
                    <a:lnTo>
                      <a:pt x="372" y="116"/>
                    </a:lnTo>
                    <a:lnTo>
                      <a:pt x="372" y="120"/>
                    </a:lnTo>
                    <a:lnTo>
                      <a:pt x="372" y="124"/>
                    </a:lnTo>
                    <a:lnTo>
                      <a:pt x="372" y="128"/>
                    </a:lnTo>
                    <a:lnTo>
                      <a:pt x="376" y="128"/>
                    </a:lnTo>
                    <a:lnTo>
                      <a:pt x="380" y="128"/>
                    </a:lnTo>
                    <a:lnTo>
                      <a:pt x="380" y="132"/>
                    </a:lnTo>
                    <a:lnTo>
                      <a:pt x="384" y="132"/>
                    </a:lnTo>
                    <a:lnTo>
                      <a:pt x="388" y="132"/>
                    </a:lnTo>
                    <a:lnTo>
                      <a:pt x="392" y="132"/>
                    </a:lnTo>
                    <a:lnTo>
                      <a:pt x="396" y="132"/>
                    </a:lnTo>
                    <a:lnTo>
                      <a:pt x="396" y="128"/>
                    </a:lnTo>
                    <a:lnTo>
                      <a:pt x="400" y="128"/>
                    </a:lnTo>
                    <a:lnTo>
                      <a:pt x="400" y="124"/>
                    </a:lnTo>
                    <a:lnTo>
                      <a:pt x="400" y="120"/>
                    </a:lnTo>
                    <a:lnTo>
                      <a:pt x="400" y="116"/>
                    </a:lnTo>
                    <a:lnTo>
                      <a:pt x="402" y="116"/>
                    </a:lnTo>
                    <a:lnTo>
                      <a:pt x="402" y="114"/>
                    </a:lnTo>
                    <a:lnTo>
                      <a:pt x="402" y="110"/>
                    </a:lnTo>
                    <a:lnTo>
                      <a:pt x="402" y="106"/>
                    </a:lnTo>
                    <a:lnTo>
                      <a:pt x="406" y="106"/>
                    </a:lnTo>
                    <a:lnTo>
                      <a:pt x="406" y="102"/>
                    </a:lnTo>
                    <a:lnTo>
                      <a:pt x="406" y="98"/>
                    </a:lnTo>
                    <a:lnTo>
                      <a:pt x="406" y="94"/>
                    </a:lnTo>
                    <a:lnTo>
                      <a:pt x="406" y="90"/>
                    </a:lnTo>
                    <a:lnTo>
                      <a:pt x="406" y="86"/>
                    </a:lnTo>
                    <a:lnTo>
                      <a:pt x="410" y="86"/>
                    </a:lnTo>
                    <a:lnTo>
                      <a:pt x="406" y="84"/>
                    </a:lnTo>
                    <a:lnTo>
                      <a:pt x="406" y="76"/>
                    </a:lnTo>
                    <a:lnTo>
                      <a:pt x="406" y="72"/>
                    </a:lnTo>
                    <a:lnTo>
                      <a:pt x="406" y="68"/>
                    </a:lnTo>
                    <a:lnTo>
                      <a:pt x="406" y="64"/>
                    </a:lnTo>
                    <a:lnTo>
                      <a:pt x="406" y="60"/>
                    </a:lnTo>
                    <a:lnTo>
                      <a:pt x="406" y="58"/>
                    </a:lnTo>
                    <a:lnTo>
                      <a:pt x="410" y="58"/>
                    </a:lnTo>
                    <a:lnTo>
                      <a:pt x="410" y="54"/>
                    </a:lnTo>
                    <a:lnTo>
                      <a:pt x="406" y="54"/>
                    </a:lnTo>
                    <a:lnTo>
                      <a:pt x="406" y="50"/>
                    </a:lnTo>
                    <a:lnTo>
                      <a:pt x="410" y="50"/>
                    </a:lnTo>
                    <a:lnTo>
                      <a:pt x="410" y="46"/>
                    </a:lnTo>
                    <a:lnTo>
                      <a:pt x="410" y="50"/>
                    </a:lnTo>
                    <a:lnTo>
                      <a:pt x="414" y="50"/>
                    </a:lnTo>
                    <a:lnTo>
                      <a:pt x="410" y="46"/>
                    </a:lnTo>
                    <a:lnTo>
                      <a:pt x="410" y="42"/>
                    </a:lnTo>
                    <a:lnTo>
                      <a:pt x="406" y="42"/>
                    </a:lnTo>
                    <a:lnTo>
                      <a:pt x="410" y="42"/>
                    </a:lnTo>
                    <a:lnTo>
                      <a:pt x="410" y="38"/>
                    </a:lnTo>
                    <a:lnTo>
                      <a:pt x="410" y="34"/>
                    </a:lnTo>
                    <a:lnTo>
                      <a:pt x="414" y="34"/>
                    </a:lnTo>
                    <a:lnTo>
                      <a:pt x="414" y="30"/>
                    </a:lnTo>
                    <a:lnTo>
                      <a:pt x="414" y="28"/>
                    </a:lnTo>
                    <a:lnTo>
                      <a:pt x="414" y="24"/>
                    </a:lnTo>
                    <a:lnTo>
                      <a:pt x="414" y="20"/>
                    </a:lnTo>
                    <a:lnTo>
                      <a:pt x="414" y="16"/>
                    </a:lnTo>
                    <a:lnTo>
                      <a:pt x="418" y="16"/>
                    </a:lnTo>
                    <a:lnTo>
                      <a:pt x="418" y="12"/>
                    </a:lnTo>
                    <a:lnTo>
                      <a:pt x="422" y="12"/>
                    </a:lnTo>
                    <a:lnTo>
                      <a:pt x="422" y="16"/>
                    </a:lnTo>
                    <a:lnTo>
                      <a:pt x="422" y="12"/>
                    </a:lnTo>
                    <a:lnTo>
                      <a:pt x="426" y="16"/>
                    </a:lnTo>
                    <a:lnTo>
                      <a:pt x="426" y="20"/>
                    </a:lnTo>
                    <a:lnTo>
                      <a:pt x="426" y="24"/>
                    </a:lnTo>
                    <a:lnTo>
                      <a:pt x="426" y="28"/>
                    </a:lnTo>
                    <a:lnTo>
                      <a:pt x="426" y="30"/>
                    </a:lnTo>
                    <a:lnTo>
                      <a:pt x="428" y="30"/>
                    </a:lnTo>
                    <a:lnTo>
                      <a:pt x="428" y="34"/>
                    </a:lnTo>
                    <a:lnTo>
                      <a:pt x="428" y="38"/>
                    </a:lnTo>
                    <a:lnTo>
                      <a:pt x="432" y="38"/>
                    </a:lnTo>
                    <a:lnTo>
                      <a:pt x="432" y="42"/>
                    </a:lnTo>
                    <a:lnTo>
                      <a:pt x="432" y="46"/>
                    </a:lnTo>
                    <a:lnTo>
                      <a:pt x="432" y="50"/>
                    </a:lnTo>
                    <a:lnTo>
                      <a:pt x="436" y="50"/>
                    </a:lnTo>
                    <a:lnTo>
                      <a:pt x="436" y="54"/>
                    </a:lnTo>
                    <a:lnTo>
                      <a:pt x="436" y="58"/>
                    </a:lnTo>
                    <a:lnTo>
                      <a:pt x="436" y="60"/>
                    </a:lnTo>
                    <a:lnTo>
                      <a:pt x="436" y="64"/>
                    </a:lnTo>
                    <a:lnTo>
                      <a:pt x="436" y="68"/>
                    </a:lnTo>
                    <a:lnTo>
                      <a:pt x="436" y="72"/>
                    </a:lnTo>
                    <a:lnTo>
                      <a:pt x="440" y="76"/>
                    </a:lnTo>
                    <a:lnTo>
                      <a:pt x="444" y="76"/>
                    </a:lnTo>
                    <a:lnTo>
                      <a:pt x="448" y="72"/>
                    </a:lnTo>
                    <a:lnTo>
                      <a:pt x="452" y="72"/>
                    </a:lnTo>
                    <a:lnTo>
                      <a:pt x="452" y="76"/>
                    </a:lnTo>
                    <a:lnTo>
                      <a:pt x="452" y="80"/>
                    </a:lnTo>
                    <a:lnTo>
                      <a:pt x="454" y="80"/>
                    </a:lnTo>
                    <a:lnTo>
                      <a:pt x="454" y="84"/>
                    </a:lnTo>
                    <a:lnTo>
                      <a:pt x="458" y="84"/>
                    </a:lnTo>
                    <a:lnTo>
                      <a:pt x="458" y="86"/>
                    </a:lnTo>
                    <a:lnTo>
                      <a:pt x="458" y="90"/>
                    </a:lnTo>
                    <a:lnTo>
                      <a:pt x="458" y="94"/>
                    </a:lnTo>
                    <a:lnTo>
                      <a:pt x="462" y="98"/>
                    </a:lnTo>
                    <a:lnTo>
                      <a:pt x="462" y="102"/>
                    </a:lnTo>
                    <a:lnTo>
                      <a:pt x="462" y="106"/>
                    </a:lnTo>
                    <a:lnTo>
                      <a:pt x="462" y="110"/>
                    </a:lnTo>
                    <a:lnTo>
                      <a:pt x="462" y="114"/>
                    </a:lnTo>
                    <a:lnTo>
                      <a:pt x="466" y="116"/>
                    </a:lnTo>
                    <a:lnTo>
                      <a:pt x="466" y="120"/>
                    </a:lnTo>
                    <a:lnTo>
                      <a:pt x="466" y="116"/>
                    </a:lnTo>
                    <a:lnTo>
                      <a:pt x="470" y="116"/>
                    </a:lnTo>
                    <a:lnTo>
                      <a:pt x="470" y="120"/>
                    </a:lnTo>
                    <a:lnTo>
                      <a:pt x="470" y="124"/>
                    </a:lnTo>
                    <a:lnTo>
                      <a:pt x="470" y="128"/>
                    </a:lnTo>
                    <a:lnTo>
                      <a:pt x="470" y="132"/>
                    </a:lnTo>
                    <a:lnTo>
                      <a:pt x="470" y="136"/>
                    </a:lnTo>
                    <a:lnTo>
                      <a:pt x="470" y="140"/>
                    </a:lnTo>
                    <a:lnTo>
                      <a:pt x="470" y="142"/>
                    </a:lnTo>
                    <a:lnTo>
                      <a:pt x="472" y="146"/>
                    </a:lnTo>
                    <a:lnTo>
                      <a:pt x="472" y="150"/>
                    </a:lnTo>
                    <a:lnTo>
                      <a:pt x="472" y="154"/>
                    </a:lnTo>
                    <a:lnTo>
                      <a:pt x="476" y="154"/>
                    </a:lnTo>
                    <a:lnTo>
                      <a:pt x="476" y="158"/>
                    </a:lnTo>
                    <a:lnTo>
                      <a:pt x="480" y="158"/>
                    </a:lnTo>
                    <a:lnTo>
                      <a:pt x="480" y="162"/>
                    </a:lnTo>
                    <a:lnTo>
                      <a:pt x="484" y="162"/>
                    </a:lnTo>
                    <a:lnTo>
                      <a:pt x="488" y="162"/>
                    </a:lnTo>
                    <a:lnTo>
                      <a:pt x="492" y="162"/>
                    </a:lnTo>
                    <a:lnTo>
                      <a:pt x="488" y="162"/>
                    </a:lnTo>
                    <a:lnTo>
                      <a:pt x="492" y="162"/>
                    </a:lnTo>
                    <a:lnTo>
                      <a:pt x="492" y="166"/>
                    </a:lnTo>
                    <a:lnTo>
                      <a:pt x="492" y="170"/>
                    </a:lnTo>
                    <a:lnTo>
                      <a:pt x="496" y="170"/>
                    </a:lnTo>
                    <a:lnTo>
                      <a:pt x="496" y="172"/>
                    </a:lnTo>
                    <a:lnTo>
                      <a:pt x="498" y="172"/>
                    </a:lnTo>
                    <a:lnTo>
                      <a:pt x="502" y="172"/>
                    </a:lnTo>
                    <a:lnTo>
                      <a:pt x="502" y="176"/>
                    </a:lnTo>
                    <a:lnTo>
                      <a:pt x="502" y="172"/>
                    </a:lnTo>
                    <a:lnTo>
                      <a:pt x="506" y="172"/>
                    </a:lnTo>
                    <a:lnTo>
                      <a:pt x="506" y="176"/>
                    </a:lnTo>
                    <a:lnTo>
                      <a:pt x="510" y="176"/>
                    </a:lnTo>
                    <a:lnTo>
                      <a:pt x="510" y="180"/>
                    </a:lnTo>
                    <a:lnTo>
                      <a:pt x="510" y="184"/>
                    </a:lnTo>
                    <a:lnTo>
                      <a:pt x="510" y="180"/>
                    </a:lnTo>
                    <a:lnTo>
                      <a:pt x="506" y="180"/>
                    </a:lnTo>
                    <a:lnTo>
                      <a:pt x="506" y="184"/>
                    </a:lnTo>
                    <a:lnTo>
                      <a:pt x="510" y="188"/>
                    </a:lnTo>
                    <a:lnTo>
                      <a:pt x="514" y="188"/>
                    </a:lnTo>
                    <a:lnTo>
                      <a:pt x="514" y="192"/>
                    </a:lnTo>
                    <a:lnTo>
                      <a:pt x="514" y="196"/>
                    </a:lnTo>
                    <a:lnTo>
                      <a:pt x="518" y="196"/>
                    </a:lnTo>
                    <a:lnTo>
                      <a:pt x="518" y="200"/>
                    </a:lnTo>
                    <a:lnTo>
                      <a:pt x="518" y="202"/>
                    </a:lnTo>
                    <a:lnTo>
                      <a:pt x="518" y="206"/>
                    </a:lnTo>
                    <a:lnTo>
                      <a:pt x="518" y="210"/>
                    </a:lnTo>
                    <a:lnTo>
                      <a:pt x="522" y="214"/>
                    </a:lnTo>
                    <a:lnTo>
                      <a:pt x="522" y="218"/>
                    </a:lnTo>
                    <a:lnTo>
                      <a:pt x="526" y="214"/>
                    </a:lnTo>
                    <a:lnTo>
                      <a:pt x="526" y="218"/>
                    </a:lnTo>
                    <a:lnTo>
                      <a:pt x="526" y="222"/>
                    </a:lnTo>
                    <a:lnTo>
                      <a:pt x="526" y="218"/>
                    </a:lnTo>
                    <a:lnTo>
                      <a:pt x="526" y="214"/>
                    </a:lnTo>
                    <a:lnTo>
                      <a:pt x="526" y="210"/>
                    </a:lnTo>
                    <a:lnTo>
                      <a:pt x="528" y="210"/>
                    </a:lnTo>
                    <a:lnTo>
                      <a:pt x="528" y="214"/>
                    </a:lnTo>
                    <a:lnTo>
                      <a:pt x="528" y="218"/>
                    </a:lnTo>
                    <a:lnTo>
                      <a:pt x="532" y="218"/>
                    </a:lnTo>
                    <a:lnTo>
                      <a:pt x="532" y="214"/>
                    </a:lnTo>
                    <a:lnTo>
                      <a:pt x="536" y="214"/>
                    </a:lnTo>
                    <a:lnTo>
                      <a:pt x="536" y="218"/>
                    </a:lnTo>
                    <a:lnTo>
                      <a:pt x="536" y="222"/>
                    </a:lnTo>
                    <a:lnTo>
                      <a:pt x="536" y="226"/>
                    </a:lnTo>
                    <a:lnTo>
                      <a:pt x="536" y="228"/>
                    </a:lnTo>
                    <a:lnTo>
                      <a:pt x="536" y="232"/>
                    </a:lnTo>
                    <a:lnTo>
                      <a:pt x="540" y="236"/>
                    </a:lnTo>
                    <a:lnTo>
                      <a:pt x="544" y="240"/>
                    </a:lnTo>
                    <a:lnTo>
                      <a:pt x="548" y="244"/>
                    </a:lnTo>
                    <a:lnTo>
                      <a:pt x="548" y="244"/>
                    </a:lnTo>
                    <a:lnTo>
                      <a:pt x="548" y="244"/>
                    </a:lnTo>
                    <a:close/>
                    <a:moveTo>
                      <a:pt x="168" y="94"/>
                    </a:moveTo>
                    <a:lnTo>
                      <a:pt x="164" y="90"/>
                    </a:lnTo>
                    <a:lnTo>
                      <a:pt x="168" y="90"/>
                    </a:lnTo>
                    <a:lnTo>
                      <a:pt x="168" y="94"/>
                    </a:lnTo>
                    <a:lnTo>
                      <a:pt x="168" y="94"/>
                    </a:lnTo>
                    <a:lnTo>
                      <a:pt x="168" y="94"/>
                    </a:lnTo>
                    <a:close/>
                    <a:moveTo>
                      <a:pt x="570" y="278"/>
                    </a:moveTo>
                    <a:lnTo>
                      <a:pt x="570" y="274"/>
                    </a:lnTo>
                    <a:lnTo>
                      <a:pt x="566" y="274"/>
                    </a:lnTo>
                    <a:lnTo>
                      <a:pt x="570" y="270"/>
                    </a:lnTo>
                    <a:lnTo>
                      <a:pt x="570" y="266"/>
                    </a:lnTo>
                    <a:lnTo>
                      <a:pt x="570" y="262"/>
                    </a:lnTo>
                    <a:lnTo>
                      <a:pt x="574" y="262"/>
                    </a:lnTo>
                    <a:lnTo>
                      <a:pt x="574" y="258"/>
                    </a:lnTo>
                    <a:lnTo>
                      <a:pt x="570" y="258"/>
                    </a:lnTo>
                    <a:lnTo>
                      <a:pt x="574" y="258"/>
                    </a:lnTo>
                    <a:lnTo>
                      <a:pt x="574" y="256"/>
                    </a:lnTo>
                    <a:lnTo>
                      <a:pt x="574" y="258"/>
                    </a:lnTo>
                    <a:lnTo>
                      <a:pt x="574" y="262"/>
                    </a:lnTo>
                    <a:lnTo>
                      <a:pt x="574" y="266"/>
                    </a:lnTo>
                    <a:lnTo>
                      <a:pt x="570" y="270"/>
                    </a:lnTo>
                    <a:lnTo>
                      <a:pt x="570" y="274"/>
                    </a:lnTo>
                    <a:lnTo>
                      <a:pt x="570" y="278"/>
                    </a:lnTo>
                    <a:lnTo>
                      <a:pt x="570" y="278"/>
                    </a:lnTo>
                    <a:lnTo>
                      <a:pt x="570" y="278"/>
                    </a:lnTo>
                    <a:close/>
                    <a:moveTo>
                      <a:pt x="498" y="546"/>
                    </a:moveTo>
                    <a:lnTo>
                      <a:pt x="498" y="542"/>
                    </a:lnTo>
                    <a:lnTo>
                      <a:pt x="496" y="538"/>
                    </a:lnTo>
                    <a:lnTo>
                      <a:pt x="496" y="534"/>
                    </a:lnTo>
                    <a:lnTo>
                      <a:pt x="498" y="534"/>
                    </a:lnTo>
                    <a:lnTo>
                      <a:pt x="498" y="538"/>
                    </a:lnTo>
                    <a:lnTo>
                      <a:pt x="502" y="538"/>
                    </a:lnTo>
                    <a:lnTo>
                      <a:pt x="502" y="542"/>
                    </a:lnTo>
                    <a:lnTo>
                      <a:pt x="502" y="546"/>
                    </a:lnTo>
                    <a:lnTo>
                      <a:pt x="498" y="546"/>
                    </a:lnTo>
                    <a:lnTo>
                      <a:pt x="498" y="546"/>
                    </a:lnTo>
                    <a:lnTo>
                      <a:pt x="498" y="546"/>
                    </a:lnTo>
                    <a:close/>
                    <a:moveTo>
                      <a:pt x="498" y="594"/>
                    </a:moveTo>
                    <a:lnTo>
                      <a:pt x="498" y="590"/>
                    </a:lnTo>
                    <a:lnTo>
                      <a:pt x="498" y="594"/>
                    </a:lnTo>
                    <a:lnTo>
                      <a:pt x="498" y="594"/>
                    </a:lnTo>
                    <a:lnTo>
                      <a:pt x="498" y="594"/>
                    </a:lnTo>
                    <a:close/>
                    <a:moveTo>
                      <a:pt x="376" y="124"/>
                    </a:moveTo>
                    <a:lnTo>
                      <a:pt x="376" y="120"/>
                    </a:lnTo>
                    <a:lnTo>
                      <a:pt x="380" y="120"/>
                    </a:lnTo>
                    <a:lnTo>
                      <a:pt x="376" y="120"/>
                    </a:lnTo>
                    <a:lnTo>
                      <a:pt x="376" y="124"/>
                    </a:lnTo>
                    <a:lnTo>
                      <a:pt x="376" y="124"/>
                    </a:lnTo>
                    <a:lnTo>
                      <a:pt x="376" y="124"/>
                    </a:lnTo>
                    <a:close/>
                    <a:moveTo>
                      <a:pt x="472" y="146"/>
                    </a:moveTo>
                    <a:lnTo>
                      <a:pt x="472" y="142"/>
                    </a:lnTo>
                    <a:lnTo>
                      <a:pt x="470" y="142"/>
                    </a:lnTo>
                    <a:lnTo>
                      <a:pt x="472" y="142"/>
                    </a:lnTo>
                    <a:lnTo>
                      <a:pt x="472" y="146"/>
                    </a:lnTo>
                    <a:lnTo>
                      <a:pt x="472" y="146"/>
                    </a:lnTo>
                    <a:lnTo>
                      <a:pt x="472" y="146"/>
                    </a:lnTo>
                    <a:close/>
                    <a:moveTo>
                      <a:pt x="38" y="188"/>
                    </a:moveTo>
                    <a:lnTo>
                      <a:pt x="38" y="184"/>
                    </a:lnTo>
                    <a:lnTo>
                      <a:pt x="38" y="188"/>
                    </a:lnTo>
                    <a:lnTo>
                      <a:pt x="38" y="188"/>
                    </a:lnTo>
                    <a:lnTo>
                      <a:pt x="38" y="188"/>
                    </a:lnTo>
                    <a:close/>
                    <a:moveTo>
                      <a:pt x="652" y="840"/>
                    </a:moveTo>
                    <a:lnTo>
                      <a:pt x="652" y="836"/>
                    </a:lnTo>
                    <a:lnTo>
                      <a:pt x="652" y="840"/>
                    </a:lnTo>
                    <a:lnTo>
                      <a:pt x="652" y="840"/>
                    </a:lnTo>
                    <a:lnTo>
                      <a:pt x="652" y="840"/>
                    </a:lnTo>
                    <a:close/>
                    <a:moveTo>
                      <a:pt x="418" y="4"/>
                    </a:moveTo>
                    <a:lnTo>
                      <a:pt x="418" y="0"/>
                    </a:lnTo>
                    <a:lnTo>
                      <a:pt x="418" y="4"/>
                    </a:lnTo>
                    <a:lnTo>
                      <a:pt x="418" y="4"/>
                    </a:lnTo>
                    <a:lnTo>
                      <a:pt x="418" y="4"/>
                    </a:lnTo>
                    <a:close/>
                    <a:moveTo>
                      <a:pt x="418" y="12"/>
                    </a:moveTo>
                    <a:lnTo>
                      <a:pt x="414" y="12"/>
                    </a:lnTo>
                    <a:lnTo>
                      <a:pt x="414" y="8"/>
                    </a:lnTo>
                    <a:lnTo>
                      <a:pt x="418" y="8"/>
                    </a:lnTo>
                    <a:lnTo>
                      <a:pt x="418" y="12"/>
                    </a:lnTo>
                    <a:lnTo>
                      <a:pt x="418" y="12"/>
                    </a:lnTo>
                    <a:lnTo>
                      <a:pt x="418" y="12"/>
                    </a:lnTo>
                    <a:close/>
                    <a:moveTo>
                      <a:pt x="336" y="24"/>
                    </a:moveTo>
                    <a:lnTo>
                      <a:pt x="340" y="20"/>
                    </a:lnTo>
                    <a:lnTo>
                      <a:pt x="340" y="16"/>
                    </a:lnTo>
                    <a:lnTo>
                      <a:pt x="340" y="20"/>
                    </a:lnTo>
                    <a:lnTo>
                      <a:pt x="336" y="24"/>
                    </a:lnTo>
                    <a:lnTo>
                      <a:pt x="336" y="24"/>
                    </a:lnTo>
                    <a:lnTo>
                      <a:pt x="336" y="24"/>
                    </a:lnTo>
                    <a:close/>
                    <a:moveTo>
                      <a:pt x="280" y="24"/>
                    </a:moveTo>
                    <a:lnTo>
                      <a:pt x="280" y="20"/>
                    </a:lnTo>
                    <a:lnTo>
                      <a:pt x="280" y="16"/>
                    </a:lnTo>
                    <a:lnTo>
                      <a:pt x="280" y="20"/>
                    </a:lnTo>
                    <a:lnTo>
                      <a:pt x="280" y="24"/>
                    </a:lnTo>
                    <a:lnTo>
                      <a:pt x="280" y="24"/>
                    </a:lnTo>
                    <a:lnTo>
                      <a:pt x="280" y="24"/>
                    </a:lnTo>
                    <a:close/>
                    <a:moveTo>
                      <a:pt x="258" y="30"/>
                    </a:moveTo>
                    <a:lnTo>
                      <a:pt x="254" y="30"/>
                    </a:lnTo>
                    <a:lnTo>
                      <a:pt x="250" y="28"/>
                    </a:lnTo>
                    <a:lnTo>
                      <a:pt x="250" y="24"/>
                    </a:lnTo>
                    <a:lnTo>
                      <a:pt x="250" y="20"/>
                    </a:lnTo>
                    <a:lnTo>
                      <a:pt x="254" y="24"/>
                    </a:lnTo>
                    <a:lnTo>
                      <a:pt x="258" y="24"/>
                    </a:lnTo>
                    <a:lnTo>
                      <a:pt x="258" y="20"/>
                    </a:lnTo>
                    <a:lnTo>
                      <a:pt x="258" y="24"/>
                    </a:lnTo>
                    <a:lnTo>
                      <a:pt x="258" y="20"/>
                    </a:lnTo>
                    <a:lnTo>
                      <a:pt x="260" y="20"/>
                    </a:lnTo>
                    <a:lnTo>
                      <a:pt x="260" y="24"/>
                    </a:lnTo>
                    <a:lnTo>
                      <a:pt x="260" y="20"/>
                    </a:lnTo>
                    <a:lnTo>
                      <a:pt x="264" y="20"/>
                    </a:lnTo>
                    <a:lnTo>
                      <a:pt x="264" y="24"/>
                    </a:lnTo>
                    <a:lnTo>
                      <a:pt x="264" y="28"/>
                    </a:lnTo>
                    <a:lnTo>
                      <a:pt x="260" y="28"/>
                    </a:lnTo>
                    <a:lnTo>
                      <a:pt x="260" y="30"/>
                    </a:lnTo>
                    <a:lnTo>
                      <a:pt x="258" y="30"/>
                    </a:lnTo>
                    <a:lnTo>
                      <a:pt x="258" y="30"/>
                    </a:lnTo>
                    <a:lnTo>
                      <a:pt x="258" y="30"/>
                    </a:lnTo>
                    <a:close/>
                    <a:moveTo>
                      <a:pt x="250" y="30"/>
                    </a:moveTo>
                    <a:lnTo>
                      <a:pt x="246" y="30"/>
                    </a:lnTo>
                    <a:lnTo>
                      <a:pt x="242" y="30"/>
                    </a:lnTo>
                    <a:lnTo>
                      <a:pt x="246" y="28"/>
                    </a:lnTo>
                    <a:lnTo>
                      <a:pt x="246" y="24"/>
                    </a:lnTo>
                    <a:lnTo>
                      <a:pt x="250" y="24"/>
                    </a:lnTo>
                    <a:lnTo>
                      <a:pt x="250" y="28"/>
                    </a:lnTo>
                    <a:lnTo>
                      <a:pt x="254" y="28"/>
                    </a:lnTo>
                    <a:lnTo>
                      <a:pt x="254" y="30"/>
                    </a:lnTo>
                    <a:lnTo>
                      <a:pt x="250" y="30"/>
                    </a:lnTo>
                    <a:lnTo>
                      <a:pt x="250" y="30"/>
                    </a:lnTo>
                    <a:lnTo>
                      <a:pt x="250" y="30"/>
                    </a:lnTo>
                    <a:close/>
                    <a:moveTo>
                      <a:pt x="332" y="28"/>
                    </a:moveTo>
                    <a:lnTo>
                      <a:pt x="336" y="24"/>
                    </a:lnTo>
                    <a:lnTo>
                      <a:pt x="336" y="28"/>
                    </a:lnTo>
                    <a:lnTo>
                      <a:pt x="332" y="28"/>
                    </a:lnTo>
                    <a:lnTo>
                      <a:pt x="332" y="28"/>
                    </a:lnTo>
                    <a:lnTo>
                      <a:pt x="332" y="28"/>
                    </a:lnTo>
                    <a:close/>
                    <a:moveTo>
                      <a:pt x="342" y="72"/>
                    </a:moveTo>
                    <a:lnTo>
                      <a:pt x="340" y="72"/>
                    </a:lnTo>
                    <a:lnTo>
                      <a:pt x="336" y="72"/>
                    </a:lnTo>
                    <a:lnTo>
                      <a:pt x="336" y="68"/>
                    </a:lnTo>
                    <a:lnTo>
                      <a:pt x="336" y="64"/>
                    </a:lnTo>
                    <a:lnTo>
                      <a:pt x="340" y="60"/>
                    </a:lnTo>
                    <a:lnTo>
                      <a:pt x="340" y="64"/>
                    </a:lnTo>
                    <a:lnTo>
                      <a:pt x="342" y="64"/>
                    </a:lnTo>
                    <a:lnTo>
                      <a:pt x="340" y="64"/>
                    </a:lnTo>
                    <a:lnTo>
                      <a:pt x="340" y="68"/>
                    </a:lnTo>
                    <a:lnTo>
                      <a:pt x="340" y="72"/>
                    </a:lnTo>
                    <a:lnTo>
                      <a:pt x="342" y="72"/>
                    </a:lnTo>
                    <a:lnTo>
                      <a:pt x="342" y="72"/>
                    </a:lnTo>
                    <a:lnTo>
                      <a:pt x="342" y="72"/>
                    </a:lnTo>
                    <a:close/>
                    <a:moveTo>
                      <a:pt x="332" y="64"/>
                    </a:moveTo>
                    <a:lnTo>
                      <a:pt x="332" y="60"/>
                    </a:lnTo>
                    <a:lnTo>
                      <a:pt x="332" y="64"/>
                    </a:lnTo>
                    <a:lnTo>
                      <a:pt x="332" y="64"/>
                    </a:lnTo>
                    <a:lnTo>
                      <a:pt x="332" y="64"/>
                    </a:lnTo>
                    <a:close/>
                    <a:moveTo>
                      <a:pt x="174" y="80"/>
                    </a:moveTo>
                    <a:lnTo>
                      <a:pt x="174" y="76"/>
                    </a:lnTo>
                    <a:lnTo>
                      <a:pt x="174" y="80"/>
                    </a:lnTo>
                    <a:lnTo>
                      <a:pt x="174" y="80"/>
                    </a:lnTo>
                    <a:lnTo>
                      <a:pt x="174" y="80"/>
                    </a:lnTo>
                    <a:close/>
                    <a:moveTo>
                      <a:pt x="336" y="98"/>
                    </a:moveTo>
                    <a:lnTo>
                      <a:pt x="336" y="94"/>
                    </a:lnTo>
                    <a:lnTo>
                      <a:pt x="336" y="98"/>
                    </a:lnTo>
                    <a:lnTo>
                      <a:pt x="336" y="98"/>
                    </a:lnTo>
                    <a:lnTo>
                      <a:pt x="336" y="98"/>
                    </a:lnTo>
                    <a:close/>
                    <a:moveTo>
                      <a:pt x="342" y="98"/>
                    </a:moveTo>
                    <a:lnTo>
                      <a:pt x="342" y="94"/>
                    </a:lnTo>
                    <a:lnTo>
                      <a:pt x="342" y="98"/>
                    </a:lnTo>
                    <a:lnTo>
                      <a:pt x="342" y="98"/>
                    </a:lnTo>
                    <a:lnTo>
                      <a:pt x="342" y="98"/>
                    </a:lnTo>
                    <a:close/>
                    <a:moveTo>
                      <a:pt x="372" y="116"/>
                    </a:moveTo>
                    <a:lnTo>
                      <a:pt x="372" y="114"/>
                    </a:lnTo>
                    <a:lnTo>
                      <a:pt x="376" y="114"/>
                    </a:lnTo>
                    <a:lnTo>
                      <a:pt x="376" y="110"/>
                    </a:lnTo>
                    <a:lnTo>
                      <a:pt x="380" y="110"/>
                    </a:lnTo>
                    <a:lnTo>
                      <a:pt x="380" y="114"/>
                    </a:lnTo>
                    <a:lnTo>
                      <a:pt x="376" y="114"/>
                    </a:lnTo>
                    <a:lnTo>
                      <a:pt x="376" y="116"/>
                    </a:lnTo>
                    <a:lnTo>
                      <a:pt x="372" y="116"/>
                    </a:lnTo>
                    <a:lnTo>
                      <a:pt x="372" y="116"/>
                    </a:lnTo>
                    <a:lnTo>
                      <a:pt x="372" y="116"/>
                    </a:lnTo>
                    <a:close/>
                    <a:moveTo>
                      <a:pt x="544" y="240"/>
                    </a:moveTo>
                    <a:lnTo>
                      <a:pt x="544" y="236"/>
                    </a:lnTo>
                    <a:lnTo>
                      <a:pt x="540" y="236"/>
                    </a:lnTo>
                    <a:lnTo>
                      <a:pt x="540" y="232"/>
                    </a:lnTo>
                    <a:lnTo>
                      <a:pt x="544" y="236"/>
                    </a:lnTo>
                    <a:lnTo>
                      <a:pt x="544" y="240"/>
                    </a:lnTo>
                    <a:lnTo>
                      <a:pt x="544" y="240"/>
                    </a:lnTo>
                    <a:lnTo>
                      <a:pt x="544" y="240"/>
                    </a:lnTo>
                    <a:close/>
                    <a:moveTo>
                      <a:pt x="8" y="282"/>
                    </a:moveTo>
                    <a:lnTo>
                      <a:pt x="4" y="282"/>
                    </a:lnTo>
                    <a:lnTo>
                      <a:pt x="4" y="278"/>
                    </a:lnTo>
                    <a:lnTo>
                      <a:pt x="0" y="274"/>
                    </a:lnTo>
                    <a:lnTo>
                      <a:pt x="0" y="270"/>
                    </a:lnTo>
                    <a:lnTo>
                      <a:pt x="4" y="270"/>
                    </a:lnTo>
                    <a:lnTo>
                      <a:pt x="4" y="274"/>
                    </a:lnTo>
                    <a:lnTo>
                      <a:pt x="4" y="278"/>
                    </a:lnTo>
                    <a:lnTo>
                      <a:pt x="4" y="282"/>
                    </a:lnTo>
                    <a:lnTo>
                      <a:pt x="8" y="282"/>
                    </a:lnTo>
                    <a:lnTo>
                      <a:pt x="8" y="282"/>
                    </a:lnTo>
                    <a:lnTo>
                      <a:pt x="8" y="282"/>
                    </a:lnTo>
                    <a:close/>
                    <a:moveTo>
                      <a:pt x="574" y="302"/>
                    </a:moveTo>
                    <a:lnTo>
                      <a:pt x="574" y="300"/>
                    </a:lnTo>
                    <a:lnTo>
                      <a:pt x="574" y="302"/>
                    </a:lnTo>
                    <a:lnTo>
                      <a:pt x="574" y="302"/>
                    </a:lnTo>
                    <a:lnTo>
                      <a:pt x="574" y="302"/>
                    </a:lnTo>
                    <a:close/>
                    <a:moveTo>
                      <a:pt x="574" y="310"/>
                    </a:moveTo>
                    <a:lnTo>
                      <a:pt x="574" y="306"/>
                    </a:lnTo>
                    <a:lnTo>
                      <a:pt x="574" y="302"/>
                    </a:lnTo>
                    <a:lnTo>
                      <a:pt x="578" y="306"/>
                    </a:lnTo>
                    <a:lnTo>
                      <a:pt x="574" y="306"/>
                    </a:lnTo>
                    <a:lnTo>
                      <a:pt x="574" y="310"/>
                    </a:lnTo>
                    <a:lnTo>
                      <a:pt x="574" y="310"/>
                    </a:lnTo>
                    <a:lnTo>
                      <a:pt x="574" y="310"/>
                    </a:lnTo>
                    <a:close/>
                    <a:moveTo>
                      <a:pt x="354" y="460"/>
                    </a:moveTo>
                    <a:lnTo>
                      <a:pt x="358" y="460"/>
                    </a:lnTo>
                    <a:lnTo>
                      <a:pt x="358" y="464"/>
                    </a:lnTo>
                    <a:lnTo>
                      <a:pt x="354" y="460"/>
                    </a:lnTo>
                    <a:lnTo>
                      <a:pt x="350" y="464"/>
                    </a:lnTo>
                    <a:lnTo>
                      <a:pt x="346" y="464"/>
                    </a:lnTo>
                    <a:lnTo>
                      <a:pt x="342" y="464"/>
                    </a:lnTo>
                    <a:lnTo>
                      <a:pt x="340" y="464"/>
                    </a:lnTo>
                    <a:lnTo>
                      <a:pt x="336" y="464"/>
                    </a:lnTo>
                    <a:lnTo>
                      <a:pt x="336" y="460"/>
                    </a:lnTo>
                    <a:lnTo>
                      <a:pt x="342" y="456"/>
                    </a:lnTo>
                    <a:lnTo>
                      <a:pt x="346" y="456"/>
                    </a:lnTo>
                    <a:lnTo>
                      <a:pt x="350" y="456"/>
                    </a:lnTo>
                    <a:lnTo>
                      <a:pt x="350" y="460"/>
                    </a:lnTo>
                    <a:lnTo>
                      <a:pt x="354" y="460"/>
                    </a:lnTo>
                    <a:lnTo>
                      <a:pt x="354" y="460"/>
                    </a:lnTo>
                    <a:lnTo>
                      <a:pt x="354" y="460"/>
                    </a:lnTo>
                    <a:close/>
                    <a:moveTo>
                      <a:pt x="462" y="508"/>
                    </a:moveTo>
                    <a:lnTo>
                      <a:pt x="458" y="508"/>
                    </a:lnTo>
                    <a:lnTo>
                      <a:pt x="462" y="508"/>
                    </a:lnTo>
                    <a:lnTo>
                      <a:pt x="462" y="508"/>
                    </a:lnTo>
                    <a:lnTo>
                      <a:pt x="462" y="508"/>
                    </a:lnTo>
                    <a:close/>
                    <a:moveTo>
                      <a:pt x="462" y="512"/>
                    </a:moveTo>
                    <a:lnTo>
                      <a:pt x="458" y="512"/>
                    </a:lnTo>
                    <a:lnTo>
                      <a:pt x="462" y="512"/>
                    </a:lnTo>
                    <a:lnTo>
                      <a:pt x="462" y="512"/>
                    </a:lnTo>
                    <a:lnTo>
                      <a:pt x="462" y="512"/>
                    </a:lnTo>
                    <a:close/>
                    <a:moveTo>
                      <a:pt x="440" y="542"/>
                    </a:moveTo>
                    <a:lnTo>
                      <a:pt x="440" y="538"/>
                    </a:lnTo>
                    <a:lnTo>
                      <a:pt x="440" y="534"/>
                    </a:lnTo>
                    <a:lnTo>
                      <a:pt x="440" y="530"/>
                    </a:lnTo>
                    <a:lnTo>
                      <a:pt x="444" y="534"/>
                    </a:lnTo>
                    <a:lnTo>
                      <a:pt x="444" y="538"/>
                    </a:lnTo>
                    <a:lnTo>
                      <a:pt x="444" y="542"/>
                    </a:lnTo>
                    <a:lnTo>
                      <a:pt x="440" y="542"/>
                    </a:lnTo>
                    <a:lnTo>
                      <a:pt x="440" y="542"/>
                    </a:lnTo>
                    <a:lnTo>
                      <a:pt x="440" y="542"/>
                    </a:lnTo>
                    <a:close/>
                    <a:moveTo>
                      <a:pt x="502" y="550"/>
                    </a:moveTo>
                    <a:lnTo>
                      <a:pt x="498" y="550"/>
                    </a:lnTo>
                    <a:lnTo>
                      <a:pt x="498" y="546"/>
                    </a:lnTo>
                    <a:lnTo>
                      <a:pt x="502" y="546"/>
                    </a:lnTo>
                    <a:lnTo>
                      <a:pt x="502" y="550"/>
                    </a:lnTo>
                    <a:lnTo>
                      <a:pt x="502" y="550"/>
                    </a:lnTo>
                    <a:lnTo>
                      <a:pt x="502" y="550"/>
                    </a:lnTo>
                    <a:close/>
                    <a:moveTo>
                      <a:pt x="484" y="612"/>
                    </a:moveTo>
                    <a:lnTo>
                      <a:pt x="480" y="612"/>
                    </a:lnTo>
                    <a:lnTo>
                      <a:pt x="480" y="610"/>
                    </a:lnTo>
                    <a:lnTo>
                      <a:pt x="476" y="610"/>
                    </a:lnTo>
                    <a:lnTo>
                      <a:pt x="472" y="610"/>
                    </a:lnTo>
                    <a:lnTo>
                      <a:pt x="470" y="610"/>
                    </a:lnTo>
                    <a:lnTo>
                      <a:pt x="470" y="606"/>
                    </a:lnTo>
                    <a:lnTo>
                      <a:pt x="472" y="606"/>
                    </a:lnTo>
                    <a:lnTo>
                      <a:pt x="470" y="606"/>
                    </a:lnTo>
                    <a:lnTo>
                      <a:pt x="466" y="606"/>
                    </a:lnTo>
                    <a:lnTo>
                      <a:pt x="466" y="602"/>
                    </a:lnTo>
                    <a:lnTo>
                      <a:pt x="466" y="598"/>
                    </a:lnTo>
                    <a:lnTo>
                      <a:pt x="462" y="598"/>
                    </a:lnTo>
                    <a:lnTo>
                      <a:pt x="462" y="594"/>
                    </a:lnTo>
                    <a:lnTo>
                      <a:pt x="462" y="590"/>
                    </a:lnTo>
                    <a:lnTo>
                      <a:pt x="458" y="590"/>
                    </a:lnTo>
                    <a:lnTo>
                      <a:pt x="458" y="586"/>
                    </a:lnTo>
                    <a:lnTo>
                      <a:pt x="458" y="584"/>
                    </a:lnTo>
                    <a:lnTo>
                      <a:pt x="458" y="586"/>
                    </a:lnTo>
                    <a:lnTo>
                      <a:pt x="462" y="586"/>
                    </a:lnTo>
                    <a:lnTo>
                      <a:pt x="462" y="590"/>
                    </a:lnTo>
                    <a:lnTo>
                      <a:pt x="462" y="586"/>
                    </a:lnTo>
                    <a:lnTo>
                      <a:pt x="458" y="584"/>
                    </a:lnTo>
                    <a:lnTo>
                      <a:pt x="458" y="580"/>
                    </a:lnTo>
                    <a:lnTo>
                      <a:pt x="454" y="576"/>
                    </a:lnTo>
                    <a:lnTo>
                      <a:pt x="454" y="572"/>
                    </a:lnTo>
                    <a:lnTo>
                      <a:pt x="452" y="568"/>
                    </a:lnTo>
                    <a:lnTo>
                      <a:pt x="452" y="564"/>
                    </a:lnTo>
                    <a:lnTo>
                      <a:pt x="452" y="560"/>
                    </a:lnTo>
                    <a:lnTo>
                      <a:pt x="452" y="556"/>
                    </a:lnTo>
                    <a:lnTo>
                      <a:pt x="452" y="554"/>
                    </a:lnTo>
                    <a:lnTo>
                      <a:pt x="454" y="554"/>
                    </a:lnTo>
                    <a:lnTo>
                      <a:pt x="454" y="556"/>
                    </a:lnTo>
                    <a:lnTo>
                      <a:pt x="458" y="556"/>
                    </a:lnTo>
                    <a:lnTo>
                      <a:pt x="462" y="556"/>
                    </a:lnTo>
                    <a:lnTo>
                      <a:pt x="466" y="560"/>
                    </a:lnTo>
                    <a:lnTo>
                      <a:pt x="470" y="560"/>
                    </a:lnTo>
                    <a:lnTo>
                      <a:pt x="472" y="564"/>
                    </a:lnTo>
                    <a:lnTo>
                      <a:pt x="476" y="564"/>
                    </a:lnTo>
                    <a:lnTo>
                      <a:pt x="480" y="560"/>
                    </a:lnTo>
                    <a:lnTo>
                      <a:pt x="480" y="564"/>
                    </a:lnTo>
                    <a:lnTo>
                      <a:pt x="484" y="564"/>
                    </a:lnTo>
                    <a:lnTo>
                      <a:pt x="484" y="560"/>
                    </a:lnTo>
                    <a:lnTo>
                      <a:pt x="480" y="560"/>
                    </a:lnTo>
                    <a:lnTo>
                      <a:pt x="484" y="560"/>
                    </a:lnTo>
                    <a:lnTo>
                      <a:pt x="488" y="560"/>
                    </a:lnTo>
                    <a:lnTo>
                      <a:pt x="492" y="560"/>
                    </a:lnTo>
                    <a:lnTo>
                      <a:pt x="492" y="556"/>
                    </a:lnTo>
                    <a:lnTo>
                      <a:pt x="496" y="556"/>
                    </a:lnTo>
                    <a:lnTo>
                      <a:pt x="498" y="554"/>
                    </a:lnTo>
                    <a:lnTo>
                      <a:pt x="498" y="556"/>
                    </a:lnTo>
                    <a:lnTo>
                      <a:pt x="502" y="556"/>
                    </a:lnTo>
                    <a:lnTo>
                      <a:pt x="502" y="560"/>
                    </a:lnTo>
                    <a:lnTo>
                      <a:pt x="502" y="564"/>
                    </a:lnTo>
                    <a:lnTo>
                      <a:pt x="502" y="568"/>
                    </a:lnTo>
                    <a:lnTo>
                      <a:pt x="502" y="572"/>
                    </a:lnTo>
                    <a:lnTo>
                      <a:pt x="502" y="576"/>
                    </a:lnTo>
                    <a:lnTo>
                      <a:pt x="502" y="580"/>
                    </a:lnTo>
                    <a:lnTo>
                      <a:pt x="502" y="584"/>
                    </a:lnTo>
                    <a:lnTo>
                      <a:pt x="502" y="580"/>
                    </a:lnTo>
                    <a:lnTo>
                      <a:pt x="498" y="580"/>
                    </a:lnTo>
                    <a:lnTo>
                      <a:pt x="498" y="584"/>
                    </a:lnTo>
                    <a:lnTo>
                      <a:pt x="498" y="590"/>
                    </a:lnTo>
                    <a:lnTo>
                      <a:pt x="496" y="590"/>
                    </a:lnTo>
                    <a:lnTo>
                      <a:pt x="496" y="594"/>
                    </a:lnTo>
                    <a:lnTo>
                      <a:pt x="496" y="598"/>
                    </a:lnTo>
                    <a:lnTo>
                      <a:pt x="496" y="594"/>
                    </a:lnTo>
                    <a:lnTo>
                      <a:pt x="498" y="598"/>
                    </a:lnTo>
                    <a:lnTo>
                      <a:pt x="496" y="602"/>
                    </a:lnTo>
                    <a:lnTo>
                      <a:pt x="498" y="602"/>
                    </a:lnTo>
                    <a:lnTo>
                      <a:pt x="496" y="602"/>
                    </a:lnTo>
                    <a:lnTo>
                      <a:pt x="496" y="606"/>
                    </a:lnTo>
                    <a:lnTo>
                      <a:pt x="492" y="602"/>
                    </a:lnTo>
                    <a:lnTo>
                      <a:pt x="492" y="598"/>
                    </a:lnTo>
                    <a:lnTo>
                      <a:pt x="496" y="598"/>
                    </a:lnTo>
                    <a:lnTo>
                      <a:pt x="496" y="602"/>
                    </a:lnTo>
                    <a:lnTo>
                      <a:pt x="496" y="598"/>
                    </a:lnTo>
                    <a:lnTo>
                      <a:pt x="492" y="594"/>
                    </a:lnTo>
                    <a:lnTo>
                      <a:pt x="492" y="598"/>
                    </a:lnTo>
                    <a:lnTo>
                      <a:pt x="488" y="598"/>
                    </a:lnTo>
                    <a:lnTo>
                      <a:pt x="488" y="594"/>
                    </a:lnTo>
                    <a:lnTo>
                      <a:pt x="488" y="598"/>
                    </a:lnTo>
                    <a:lnTo>
                      <a:pt x="488" y="602"/>
                    </a:lnTo>
                    <a:lnTo>
                      <a:pt x="488" y="606"/>
                    </a:lnTo>
                    <a:lnTo>
                      <a:pt x="484" y="606"/>
                    </a:lnTo>
                    <a:lnTo>
                      <a:pt x="484" y="602"/>
                    </a:lnTo>
                    <a:lnTo>
                      <a:pt x="484" y="606"/>
                    </a:lnTo>
                    <a:lnTo>
                      <a:pt x="484" y="610"/>
                    </a:lnTo>
                    <a:lnTo>
                      <a:pt x="484" y="612"/>
                    </a:lnTo>
                    <a:lnTo>
                      <a:pt x="484" y="612"/>
                    </a:lnTo>
                    <a:lnTo>
                      <a:pt x="484" y="612"/>
                    </a:lnTo>
                    <a:close/>
                    <a:moveTo>
                      <a:pt x="488" y="606"/>
                    </a:moveTo>
                    <a:lnTo>
                      <a:pt x="488" y="602"/>
                    </a:lnTo>
                    <a:lnTo>
                      <a:pt x="488" y="606"/>
                    </a:lnTo>
                    <a:lnTo>
                      <a:pt x="488" y="606"/>
                    </a:lnTo>
                    <a:lnTo>
                      <a:pt x="488" y="606"/>
                    </a:lnTo>
                    <a:close/>
                    <a:moveTo>
                      <a:pt x="488" y="610"/>
                    </a:moveTo>
                    <a:lnTo>
                      <a:pt x="484" y="610"/>
                    </a:lnTo>
                    <a:lnTo>
                      <a:pt x="488" y="606"/>
                    </a:lnTo>
                    <a:lnTo>
                      <a:pt x="488" y="610"/>
                    </a:lnTo>
                    <a:lnTo>
                      <a:pt x="488" y="610"/>
                    </a:lnTo>
                    <a:lnTo>
                      <a:pt x="488" y="6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8" name="Freeform 192"/>
              <p:cNvSpPr>
                <a:spLocks noEditPoints="1"/>
              </p:cNvSpPr>
              <p:nvPr/>
            </p:nvSpPr>
            <p:spPr bwMode="gray">
              <a:xfrm>
                <a:off x="8268051" y="4564910"/>
                <a:ext cx="368724" cy="302630"/>
              </a:xfrm>
              <a:custGeom>
                <a:avLst/>
                <a:gdLst>
                  <a:gd name="T0" fmla="*/ 88 w 212"/>
                  <a:gd name="T1" fmla="*/ 6 h 174"/>
                  <a:gd name="T2" fmla="*/ 78 w 212"/>
                  <a:gd name="T3" fmla="*/ 14 h 174"/>
                  <a:gd name="T4" fmla="*/ 134 w 212"/>
                  <a:gd name="T5" fmla="*/ 22 h 174"/>
                  <a:gd name="T6" fmla="*/ 134 w 212"/>
                  <a:gd name="T7" fmla="*/ 22 h 174"/>
                  <a:gd name="T8" fmla="*/ 166 w 212"/>
                  <a:gd name="T9" fmla="*/ 58 h 174"/>
                  <a:gd name="T10" fmla="*/ 156 w 212"/>
                  <a:gd name="T11" fmla="*/ 32 h 174"/>
                  <a:gd name="T12" fmla="*/ 138 w 212"/>
                  <a:gd name="T13" fmla="*/ 22 h 174"/>
                  <a:gd name="T14" fmla="*/ 152 w 212"/>
                  <a:gd name="T15" fmla="*/ 28 h 174"/>
                  <a:gd name="T16" fmla="*/ 164 w 212"/>
                  <a:gd name="T17" fmla="*/ 40 h 174"/>
                  <a:gd name="T18" fmla="*/ 58 w 212"/>
                  <a:gd name="T19" fmla="*/ 110 h 174"/>
                  <a:gd name="T20" fmla="*/ 48 w 212"/>
                  <a:gd name="T21" fmla="*/ 106 h 174"/>
                  <a:gd name="T22" fmla="*/ 40 w 212"/>
                  <a:gd name="T23" fmla="*/ 110 h 174"/>
                  <a:gd name="T24" fmla="*/ 26 w 212"/>
                  <a:gd name="T25" fmla="*/ 114 h 174"/>
                  <a:gd name="T26" fmla="*/ 22 w 212"/>
                  <a:gd name="T27" fmla="*/ 118 h 174"/>
                  <a:gd name="T28" fmla="*/ 26 w 212"/>
                  <a:gd name="T29" fmla="*/ 132 h 174"/>
                  <a:gd name="T30" fmla="*/ 0 w 212"/>
                  <a:gd name="T31" fmla="*/ 132 h 174"/>
                  <a:gd name="T32" fmla="*/ 4 w 212"/>
                  <a:gd name="T33" fmla="*/ 18 h 174"/>
                  <a:gd name="T34" fmla="*/ 26 w 212"/>
                  <a:gd name="T35" fmla="*/ 32 h 174"/>
                  <a:gd name="T36" fmla="*/ 48 w 212"/>
                  <a:gd name="T37" fmla="*/ 40 h 174"/>
                  <a:gd name="T38" fmla="*/ 66 w 212"/>
                  <a:gd name="T39" fmla="*/ 54 h 174"/>
                  <a:gd name="T40" fmla="*/ 78 w 212"/>
                  <a:gd name="T41" fmla="*/ 72 h 174"/>
                  <a:gd name="T42" fmla="*/ 96 w 212"/>
                  <a:gd name="T43" fmla="*/ 84 h 174"/>
                  <a:gd name="T44" fmla="*/ 88 w 212"/>
                  <a:gd name="T45" fmla="*/ 102 h 174"/>
                  <a:gd name="T46" fmla="*/ 100 w 212"/>
                  <a:gd name="T47" fmla="*/ 118 h 174"/>
                  <a:gd name="T48" fmla="*/ 118 w 212"/>
                  <a:gd name="T49" fmla="*/ 128 h 174"/>
                  <a:gd name="T50" fmla="*/ 122 w 212"/>
                  <a:gd name="T51" fmla="*/ 140 h 174"/>
                  <a:gd name="T52" fmla="*/ 140 w 212"/>
                  <a:gd name="T53" fmla="*/ 148 h 174"/>
                  <a:gd name="T54" fmla="*/ 130 w 212"/>
                  <a:gd name="T55" fmla="*/ 158 h 174"/>
                  <a:gd name="T56" fmla="*/ 114 w 212"/>
                  <a:gd name="T57" fmla="*/ 152 h 174"/>
                  <a:gd name="T58" fmla="*/ 88 w 212"/>
                  <a:gd name="T59" fmla="*/ 140 h 174"/>
                  <a:gd name="T60" fmla="*/ 78 w 212"/>
                  <a:gd name="T61" fmla="*/ 128 h 174"/>
                  <a:gd name="T62" fmla="*/ 138 w 212"/>
                  <a:gd name="T63" fmla="*/ 26 h 174"/>
                  <a:gd name="T64" fmla="*/ 114 w 212"/>
                  <a:gd name="T65" fmla="*/ 70 h 174"/>
                  <a:gd name="T66" fmla="*/ 126 w 212"/>
                  <a:gd name="T67" fmla="*/ 62 h 174"/>
                  <a:gd name="T68" fmla="*/ 140 w 212"/>
                  <a:gd name="T69" fmla="*/ 66 h 174"/>
                  <a:gd name="T70" fmla="*/ 152 w 212"/>
                  <a:gd name="T71" fmla="*/ 46 h 174"/>
                  <a:gd name="T72" fmla="*/ 156 w 212"/>
                  <a:gd name="T73" fmla="*/ 58 h 174"/>
                  <a:gd name="T74" fmla="*/ 144 w 212"/>
                  <a:gd name="T75" fmla="*/ 76 h 174"/>
                  <a:gd name="T76" fmla="*/ 118 w 212"/>
                  <a:gd name="T77" fmla="*/ 80 h 174"/>
                  <a:gd name="T78" fmla="*/ 104 w 212"/>
                  <a:gd name="T79" fmla="*/ 70 h 174"/>
                  <a:gd name="T80" fmla="*/ 70 w 212"/>
                  <a:gd name="T81" fmla="*/ 54 h 174"/>
                  <a:gd name="T82" fmla="*/ 194 w 212"/>
                  <a:gd name="T83" fmla="*/ 62 h 174"/>
                  <a:gd name="T84" fmla="*/ 84 w 212"/>
                  <a:gd name="T85" fmla="*/ 62 h 174"/>
                  <a:gd name="T86" fmla="*/ 208 w 212"/>
                  <a:gd name="T87" fmla="*/ 84 h 174"/>
                  <a:gd name="T88" fmla="*/ 200 w 212"/>
                  <a:gd name="T89" fmla="*/ 80 h 174"/>
                  <a:gd name="T90" fmla="*/ 204 w 212"/>
                  <a:gd name="T91" fmla="*/ 76 h 174"/>
                  <a:gd name="T92" fmla="*/ 100 w 212"/>
                  <a:gd name="T93" fmla="*/ 72 h 174"/>
                  <a:gd name="T94" fmla="*/ 36 w 212"/>
                  <a:gd name="T95" fmla="*/ 122 h 174"/>
                  <a:gd name="T96" fmla="*/ 36 w 212"/>
                  <a:gd name="T97" fmla="*/ 126 h 174"/>
                  <a:gd name="T98" fmla="*/ 144 w 212"/>
                  <a:gd name="T99" fmla="*/ 126 h 174"/>
                  <a:gd name="T100" fmla="*/ 166 w 212"/>
                  <a:gd name="T101" fmla="*/ 132 h 174"/>
                  <a:gd name="T102" fmla="*/ 34 w 212"/>
                  <a:gd name="T103" fmla="*/ 128 h 174"/>
                  <a:gd name="T104" fmla="*/ 134 w 212"/>
                  <a:gd name="T105" fmla="*/ 140 h 174"/>
                  <a:gd name="T106" fmla="*/ 138 w 212"/>
                  <a:gd name="T107" fmla="*/ 140 h 174"/>
                  <a:gd name="T108" fmla="*/ 140 w 212"/>
                  <a:gd name="T109" fmla="*/ 148 h 174"/>
                  <a:gd name="T110" fmla="*/ 140 w 212"/>
                  <a:gd name="T111" fmla="*/ 156 h 174"/>
                  <a:gd name="T112" fmla="*/ 166 w 212"/>
                  <a:gd name="T113" fmla="*/ 158 h 174"/>
                  <a:gd name="T114" fmla="*/ 186 w 212"/>
                  <a:gd name="T115" fmla="*/ 170 h 174"/>
                  <a:gd name="T116" fmla="*/ 178 w 212"/>
                  <a:gd name="T117" fmla="*/ 170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12" h="174">
                    <a:moveTo>
                      <a:pt x="122" y="2"/>
                    </a:moveTo>
                    <a:lnTo>
                      <a:pt x="122" y="0"/>
                    </a:lnTo>
                    <a:lnTo>
                      <a:pt x="118" y="0"/>
                    </a:lnTo>
                    <a:lnTo>
                      <a:pt x="122" y="0"/>
                    </a:lnTo>
                    <a:lnTo>
                      <a:pt x="122" y="2"/>
                    </a:lnTo>
                    <a:lnTo>
                      <a:pt x="122" y="2"/>
                    </a:lnTo>
                    <a:lnTo>
                      <a:pt x="122" y="2"/>
                    </a:lnTo>
                    <a:close/>
                    <a:moveTo>
                      <a:pt x="88" y="6"/>
                    </a:moveTo>
                    <a:lnTo>
                      <a:pt x="88" y="10"/>
                    </a:lnTo>
                    <a:lnTo>
                      <a:pt x="92" y="10"/>
                    </a:lnTo>
                    <a:lnTo>
                      <a:pt x="88" y="10"/>
                    </a:lnTo>
                    <a:lnTo>
                      <a:pt x="88" y="14"/>
                    </a:lnTo>
                    <a:lnTo>
                      <a:pt x="84" y="14"/>
                    </a:lnTo>
                    <a:lnTo>
                      <a:pt x="80" y="14"/>
                    </a:lnTo>
                    <a:lnTo>
                      <a:pt x="80" y="10"/>
                    </a:lnTo>
                    <a:lnTo>
                      <a:pt x="78" y="14"/>
                    </a:lnTo>
                    <a:lnTo>
                      <a:pt x="78" y="10"/>
                    </a:lnTo>
                    <a:lnTo>
                      <a:pt x="80" y="6"/>
                    </a:lnTo>
                    <a:lnTo>
                      <a:pt x="84" y="10"/>
                    </a:lnTo>
                    <a:lnTo>
                      <a:pt x="88" y="10"/>
                    </a:lnTo>
                    <a:lnTo>
                      <a:pt x="88" y="6"/>
                    </a:lnTo>
                    <a:lnTo>
                      <a:pt x="88" y="6"/>
                    </a:lnTo>
                    <a:lnTo>
                      <a:pt x="88" y="6"/>
                    </a:lnTo>
                    <a:close/>
                    <a:moveTo>
                      <a:pt x="134" y="22"/>
                    </a:moveTo>
                    <a:lnTo>
                      <a:pt x="130" y="22"/>
                    </a:lnTo>
                    <a:lnTo>
                      <a:pt x="126" y="18"/>
                    </a:lnTo>
                    <a:lnTo>
                      <a:pt x="130" y="18"/>
                    </a:lnTo>
                    <a:lnTo>
                      <a:pt x="130" y="14"/>
                    </a:lnTo>
                    <a:lnTo>
                      <a:pt x="134" y="18"/>
                    </a:lnTo>
                    <a:lnTo>
                      <a:pt x="134" y="22"/>
                    </a:lnTo>
                    <a:lnTo>
                      <a:pt x="134" y="22"/>
                    </a:lnTo>
                    <a:lnTo>
                      <a:pt x="134" y="22"/>
                    </a:lnTo>
                    <a:close/>
                    <a:moveTo>
                      <a:pt x="164" y="40"/>
                    </a:moveTo>
                    <a:lnTo>
                      <a:pt x="166" y="40"/>
                    </a:lnTo>
                    <a:lnTo>
                      <a:pt x="166" y="44"/>
                    </a:lnTo>
                    <a:lnTo>
                      <a:pt x="170" y="44"/>
                    </a:lnTo>
                    <a:lnTo>
                      <a:pt x="170" y="46"/>
                    </a:lnTo>
                    <a:lnTo>
                      <a:pt x="170" y="50"/>
                    </a:lnTo>
                    <a:lnTo>
                      <a:pt x="170" y="54"/>
                    </a:lnTo>
                    <a:lnTo>
                      <a:pt x="166" y="58"/>
                    </a:lnTo>
                    <a:lnTo>
                      <a:pt x="166" y="54"/>
                    </a:lnTo>
                    <a:lnTo>
                      <a:pt x="164" y="50"/>
                    </a:lnTo>
                    <a:lnTo>
                      <a:pt x="164" y="46"/>
                    </a:lnTo>
                    <a:lnTo>
                      <a:pt x="164" y="44"/>
                    </a:lnTo>
                    <a:lnTo>
                      <a:pt x="164" y="40"/>
                    </a:lnTo>
                    <a:lnTo>
                      <a:pt x="160" y="40"/>
                    </a:lnTo>
                    <a:lnTo>
                      <a:pt x="160" y="36"/>
                    </a:lnTo>
                    <a:lnTo>
                      <a:pt x="156" y="32"/>
                    </a:lnTo>
                    <a:lnTo>
                      <a:pt x="152" y="32"/>
                    </a:lnTo>
                    <a:lnTo>
                      <a:pt x="152" y="28"/>
                    </a:lnTo>
                    <a:lnTo>
                      <a:pt x="148" y="28"/>
                    </a:lnTo>
                    <a:lnTo>
                      <a:pt x="148" y="26"/>
                    </a:lnTo>
                    <a:lnTo>
                      <a:pt x="144" y="26"/>
                    </a:lnTo>
                    <a:lnTo>
                      <a:pt x="140" y="26"/>
                    </a:lnTo>
                    <a:lnTo>
                      <a:pt x="140" y="22"/>
                    </a:lnTo>
                    <a:lnTo>
                      <a:pt x="138" y="22"/>
                    </a:lnTo>
                    <a:lnTo>
                      <a:pt x="140" y="22"/>
                    </a:lnTo>
                    <a:lnTo>
                      <a:pt x="138" y="22"/>
                    </a:lnTo>
                    <a:lnTo>
                      <a:pt x="138" y="18"/>
                    </a:lnTo>
                    <a:lnTo>
                      <a:pt x="140" y="22"/>
                    </a:lnTo>
                    <a:lnTo>
                      <a:pt x="144" y="22"/>
                    </a:lnTo>
                    <a:lnTo>
                      <a:pt x="144" y="26"/>
                    </a:lnTo>
                    <a:lnTo>
                      <a:pt x="148" y="26"/>
                    </a:lnTo>
                    <a:lnTo>
                      <a:pt x="152" y="28"/>
                    </a:lnTo>
                    <a:lnTo>
                      <a:pt x="156" y="28"/>
                    </a:lnTo>
                    <a:lnTo>
                      <a:pt x="156" y="32"/>
                    </a:lnTo>
                    <a:lnTo>
                      <a:pt x="160" y="32"/>
                    </a:lnTo>
                    <a:lnTo>
                      <a:pt x="160" y="36"/>
                    </a:lnTo>
                    <a:lnTo>
                      <a:pt x="164" y="36"/>
                    </a:lnTo>
                    <a:lnTo>
                      <a:pt x="164" y="40"/>
                    </a:lnTo>
                    <a:lnTo>
                      <a:pt x="164" y="40"/>
                    </a:lnTo>
                    <a:lnTo>
                      <a:pt x="164" y="40"/>
                    </a:lnTo>
                    <a:close/>
                    <a:moveTo>
                      <a:pt x="74" y="122"/>
                    </a:moveTo>
                    <a:lnTo>
                      <a:pt x="74" y="118"/>
                    </a:lnTo>
                    <a:lnTo>
                      <a:pt x="74" y="114"/>
                    </a:lnTo>
                    <a:lnTo>
                      <a:pt x="70" y="114"/>
                    </a:lnTo>
                    <a:lnTo>
                      <a:pt x="70" y="110"/>
                    </a:lnTo>
                    <a:lnTo>
                      <a:pt x="66" y="110"/>
                    </a:lnTo>
                    <a:lnTo>
                      <a:pt x="62" y="110"/>
                    </a:lnTo>
                    <a:lnTo>
                      <a:pt x="58" y="110"/>
                    </a:lnTo>
                    <a:lnTo>
                      <a:pt x="58" y="106"/>
                    </a:lnTo>
                    <a:lnTo>
                      <a:pt x="54" y="106"/>
                    </a:lnTo>
                    <a:lnTo>
                      <a:pt x="54" y="102"/>
                    </a:lnTo>
                    <a:lnTo>
                      <a:pt x="54" y="106"/>
                    </a:lnTo>
                    <a:lnTo>
                      <a:pt x="52" y="106"/>
                    </a:lnTo>
                    <a:lnTo>
                      <a:pt x="52" y="102"/>
                    </a:lnTo>
                    <a:lnTo>
                      <a:pt x="48" y="102"/>
                    </a:lnTo>
                    <a:lnTo>
                      <a:pt x="48" y="106"/>
                    </a:lnTo>
                    <a:lnTo>
                      <a:pt x="48" y="102"/>
                    </a:lnTo>
                    <a:lnTo>
                      <a:pt x="44" y="106"/>
                    </a:lnTo>
                    <a:lnTo>
                      <a:pt x="40" y="106"/>
                    </a:lnTo>
                    <a:lnTo>
                      <a:pt x="40" y="102"/>
                    </a:lnTo>
                    <a:lnTo>
                      <a:pt x="36" y="102"/>
                    </a:lnTo>
                    <a:lnTo>
                      <a:pt x="40" y="102"/>
                    </a:lnTo>
                    <a:lnTo>
                      <a:pt x="40" y="106"/>
                    </a:lnTo>
                    <a:lnTo>
                      <a:pt x="40" y="110"/>
                    </a:lnTo>
                    <a:lnTo>
                      <a:pt x="36" y="110"/>
                    </a:lnTo>
                    <a:lnTo>
                      <a:pt x="34" y="110"/>
                    </a:lnTo>
                    <a:lnTo>
                      <a:pt x="36" y="110"/>
                    </a:lnTo>
                    <a:lnTo>
                      <a:pt x="36" y="114"/>
                    </a:lnTo>
                    <a:lnTo>
                      <a:pt x="34" y="114"/>
                    </a:lnTo>
                    <a:lnTo>
                      <a:pt x="30" y="118"/>
                    </a:lnTo>
                    <a:lnTo>
                      <a:pt x="26" y="118"/>
                    </a:lnTo>
                    <a:lnTo>
                      <a:pt x="26" y="114"/>
                    </a:lnTo>
                    <a:lnTo>
                      <a:pt x="22" y="114"/>
                    </a:lnTo>
                    <a:lnTo>
                      <a:pt x="22" y="118"/>
                    </a:lnTo>
                    <a:lnTo>
                      <a:pt x="18" y="118"/>
                    </a:lnTo>
                    <a:lnTo>
                      <a:pt x="18" y="114"/>
                    </a:lnTo>
                    <a:lnTo>
                      <a:pt x="14" y="114"/>
                    </a:lnTo>
                    <a:lnTo>
                      <a:pt x="18" y="114"/>
                    </a:lnTo>
                    <a:lnTo>
                      <a:pt x="18" y="118"/>
                    </a:lnTo>
                    <a:lnTo>
                      <a:pt x="22" y="118"/>
                    </a:lnTo>
                    <a:lnTo>
                      <a:pt x="26" y="118"/>
                    </a:lnTo>
                    <a:lnTo>
                      <a:pt x="30" y="118"/>
                    </a:lnTo>
                    <a:lnTo>
                      <a:pt x="30" y="122"/>
                    </a:lnTo>
                    <a:lnTo>
                      <a:pt x="34" y="122"/>
                    </a:lnTo>
                    <a:lnTo>
                      <a:pt x="34" y="126"/>
                    </a:lnTo>
                    <a:lnTo>
                      <a:pt x="34" y="128"/>
                    </a:lnTo>
                    <a:lnTo>
                      <a:pt x="30" y="128"/>
                    </a:lnTo>
                    <a:lnTo>
                      <a:pt x="26" y="132"/>
                    </a:lnTo>
                    <a:lnTo>
                      <a:pt x="22" y="132"/>
                    </a:lnTo>
                    <a:lnTo>
                      <a:pt x="18" y="132"/>
                    </a:lnTo>
                    <a:lnTo>
                      <a:pt x="14" y="132"/>
                    </a:lnTo>
                    <a:lnTo>
                      <a:pt x="10" y="132"/>
                    </a:lnTo>
                    <a:lnTo>
                      <a:pt x="8" y="132"/>
                    </a:lnTo>
                    <a:lnTo>
                      <a:pt x="8" y="128"/>
                    </a:lnTo>
                    <a:lnTo>
                      <a:pt x="4" y="132"/>
                    </a:lnTo>
                    <a:lnTo>
                      <a:pt x="0" y="132"/>
                    </a:lnTo>
                    <a:lnTo>
                      <a:pt x="0" y="128"/>
                    </a:lnTo>
                    <a:lnTo>
                      <a:pt x="0" y="92"/>
                    </a:lnTo>
                    <a:lnTo>
                      <a:pt x="0" y="88"/>
                    </a:lnTo>
                    <a:lnTo>
                      <a:pt x="0" y="84"/>
                    </a:lnTo>
                    <a:lnTo>
                      <a:pt x="0" y="76"/>
                    </a:lnTo>
                    <a:lnTo>
                      <a:pt x="0" y="58"/>
                    </a:lnTo>
                    <a:lnTo>
                      <a:pt x="0" y="18"/>
                    </a:lnTo>
                    <a:lnTo>
                      <a:pt x="4" y="18"/>
                    </a:lnTo>
                    <a:lnTo>
                      <a:pt x="4" y="22"/>
                    </a:lnTo>
                    <a:lnTo>
                      <a:pt x="8" y="22"/>
                    </a:lnTo>
                    <a:lnTo>
                      <a:pt x="10" y="26"/>
                    </a:lnTo>
                    <a:lnTo>
                      <a:pt x="14" y="26"/>
                    </a:lnTo>
                    <a:lnTo>
                      <a:pt x="14" y="28"/>
                    </a:lnTo>
                    <a:lnTo>
                      <a:pt x="18" y="28"/>
                    </a:lnTo>
                    <a:lnTo>
                      <a:pt x="22" y="28"/>
                    </a:lnTo>
                    <a:lnTo>
                      <a:pt x="26" y="32"/>
                    </a:lnTo>
                    <a:lnTo>
                      <a:pt x="30" y="32"/>
                    </a:lnTo>
                    <a:lnTo>
                      <a:pt x="34" y="32"/>
                    </a:lnTo>
                    <a:lnTo>
                      <a:pt x="36" y="32"/>
                    </a:lnTo>
                    <a:lnTo>
                      <a:pt x="36" y="36"/>
                    </a:lnTo>
                    <a:lnTo>
                      <a:pt x="40" y="36"/>
                    </a:lnTo>
                    <a:lnTo>
                      <a:pt x="40" y="40"/>
                    </a:lnTo>
                    <a:lnTo>
                      <a:pt x="44" y="40"/>
                    </a:lnTo>
                    <a:lnTo>
                      <a:pt x="48" y="40"/>
                    </a:lnTo>
                    <a:lnTo>
                      <a:pt x="52" y="40"/>
                    </a:lnTo>
                    <a:lnTo>
                      <a:pt x="52" y="44"/>
                    </a:lnTo>
                    <a:lnTo>
                      <a:pt x="54" y="44"/>
                    </a:lnTo>
                    <a:lnTo>
                      <a:pt x="54" y="46"/>
                    </a:lnTo>
                    <a:lnTo>
                      <a:pt x="58" y="50"/>
                    </a:lnTo>
                    <a:lnTo>
                      <a:pt x="62" y="50"/>
                    </a:lnTo>
                    <a:lnTo>
                      <a:pt x="62" y="54"/>
                    </a:lnTo>
                    <a:lnTo>
                      <a:pt x="66" y="54"/>
                    </a:lnTo>
                    <a:lnTo>
                      <a:pt x="66" y="58"/>
                    </a:lnTo>
                    <a:lnTo>
                      <a:pt x="66" y="62"/>
                    </a:lnTo>
                    <a:lnTo>
                      <a:pt x="66" y="66"/>
                    </a:lnTo>
                    <a:lnTo>
                      <a:pt x="66" y="70"/>
                    </a:lnTo>
                    <a:lnTo>
                      <a:pt x="70" y="70"/>
                    </a:lnTo>
                    <a:lnTo>
                      <a:pt x="74" y="70"/>
                    </a:lnTo>
                    <a:lnTo>
                      <a:pt x="78" y="70"/>
                    </a:lnTo>
                    <a:lnTo>
                      <a:pt x="78" y="72"/>
                    </a:lnTo>
                    <a:lnTo>
                      <a:pt x="80" y="72"/>
                    </a:lnTo>
                    <a:lnTo>
                      <a:pt x="84" y="72"/>
                    </a:lnTo>
                    <a:lnTo>
                      <a:pt x="84" y="76"/>
                    </a:lnTo>
                    <a:lnTo>
                      <a:pt x="88" y="76"/>
                    </a:lnTo>
                    <a:lnTo>
                      <a:pt x="92" y="76"/>
                    </a:lnTo>
                    <a:lnTo>
                      <a:pt x="92" y="80"/>
                    </a:lnTo>
                    <a:lnTo>
                      <a:pt x="96" y="80"/>
                    </a:lnTo>
                    <a:lnTo>
                      <a:pt x="96" y="84"/>
                    </a:lnTo>
                    <a:lnTo>
                      <a:pt x="96" y="88"/>
                    </a:lnTo>
                    <a:lnTo>
                      <a:pt x="92" y="88"/>
                    </a:lnTo>
                    <a:lnTo>
                      <a:pt x="88" y="88"/>
                    </a:lnTo>
                    <a:lnTo>
                      <a:pt x="84" y="88"/>
                    </a:lnTo>
                    <a:lnTo>
                      <a:pt x="84" y="92"/>
                    </a:lnTo>
                    <a:lnTo>
                      <a:pt x="84" y="96"/>
                    </a:lnTo>
                    <a:lnTo>
                      <a:pt x="84" y="100"/>
                    </a:lnTo>
                    <a:lnTo>
                      <a:pt x="88" y="102"/>
                    </a:lnTo>
                    <a:lnTo>
                      <a:pt x="92" y="102"/>
                    </a:lnTo>
                    <a:lnTo>
                      <a:pt x="92" y="106"/>
                    </a:lnTo>
                    <a:lnTo>
                      <a:pt x="96" y="110"/>
                    </a:lnTo>
                    <a:lnTo>
                      <a:pt x="100" y="110"/>
                    </a:lnTo>
                    <a:lnTo>
                      <a:pt x="100" y="114"/>
                    </a:lnTo>
                    <a:lnTo>
                      <a:pt x="100" y="110"/>
                    </a:lnTo>
                    <a:lnTo>
                      <a:pt x="100" y="114"/>
                    </a:lnTo>
                    <a:lnTo>
                      <a:pt x="100" y="118"/>
                    </a:lnTo>
                    <a:lnTo>
                      <a:pt x="100" y="122"/>
                    </a:lnTo>
                    <a:lnTo>
                      <a:pt x="104" y="122"/>
                    </a:lnTo>
                    <a:lnTo>
                      <a:pt x="104" y="126"/>
                    </a:lnTo>
                    <a:lnTo>
                      <a:pt x="108" y="126"/>
                    </a:lnTo>
                    <a:lnTo>
                      <a:pt x="108" y="128"/>
                    </a:lnTo>
                    <a:lnTo>
                      <a:pt x="110" y="128"/>
                    </a:lnTo>
                    <a:lnTo>
                      <a:pt x="114" y="128"/>
                    </a:lnTo>
                    <a:lnTo>
                      <a:pt x="118" y="128"/>
                    </a:lnTo>
                    <a:lnTo>
                      <a:pt x="118" y="132"/>
                    </a:lnTo>
                    <a:lnTo>
                      <a:pt x="114" y="132"/>
                    </a:lnTo>
                    <a:lnTo>
                      <a:pt x="114" y="136"/>
                    </a:lnTo>
                    <a:lnTo>
                      <a:pt x="118" y="136"/>
                    </a:lnTo>
                    <a:lnTo>
                      <a:pt x="118" y="140"/>
                    </a:lnTo>
                    <a:lnTo>
                      <a:pt x="122" y="140"/>
                    </a:lnTo>
                    <a:lnTo>
                      <a:pt x="126" y="140"/>
                    </a:lnTo>
                    <a:lnTo>
                      <a:pt x="122" y="140"/>
                    </a:lnTo>
                    <a:lnTo>
                      <a:pt x="122" y="144"/>
                    </a:lnTo>
                    <a:lnTo>
                      <a:pt x="126" y="148"/>
                    </a:lnTo>
                    <a:lnTo>
                      <a:pt x="130" y="148"/>
                    </a:lnTo>
                    <a:lnTo>
                      <a:pt x="134" y="148"/>
                    </a:lnTo>
                    <a:lnTo>
                      <a:pt x="134" y="152"/>
                    </a:lnTo>
                    <a:lnTo>
                      <a:pt x="138" y="152"/>
                    </a:lnTo>
                    <a:lnTo>
                      <a:pt x="138" y="148"/>
                    </a:lnTo>
                    <a:lnTo>
                      <a:pt x="140" y="148"/>
                    </a:lnTo>
                    <a:lnTo>
                      <a:pt x="140" y="152"/>
                    </a:lnTo>
                    <a:lnTo>
                      <a:pt x="138" y="152"/>
                    </a:lnTo>
                    <a:lnTo>
                      <a:pt x="134" y="152"/>
                    </a:lnTo>
                    <a:lnTo>
                      <a:pt x="134" y="156"/>
                    </a:lnTo>
                    <a:lnTo>
                      <a:pt x="138" y="156"/>
                    </a:lnTo>
                    <a:lnTo>
                      <a:pt x="134" y="156"/>
                    </a:lnTo>
                    <a:lnTo>
                      <a:pt x="134" y="158"/>
                    </a:lnTo>
                    <a:lnTo>
                      <a:pt x="130" y="158"/>
                    </a:lnTo>
                    <a:lnTo>
                      <a:pt x="130" y="156"/>
                    </a:lnTo>
                    <a:lnTo>
                      <a:pt x="126" y="156"/>
                    </a:lnTo>
                    <a:lnTo>
                      <a:pt x="130" y="156"/>
                    </a:lnTo>
                    <a:lnTo>
                      <a:pt x="126" y="156"/>
                    </a:lnTo>
                    <a:lnTo>
                      <a:pt x="126" y="152"/>
                    </a:lnTo>
                    <a:lnTo>
                      <a:pt x="122" y="152"/>
                    </a:lnTo>
                    <a:lnTo>
                      <a:pt x="118" y="152"/>
                    </a:lnTo>
                    <a:lnTo>
                      <a:pt x="114" y="152"/>
                    </a:lnTo>
                    <a:lnTo>
                      <a:pt x="110" y="152"/>
                    </a:lnTo>
                    <a:lnTo>
                      <a:pt x="108" y="148"/>
                    </a:lnTo>
                    <a:lnTo>
                      <a:pt x="104" y="148"/>
                    </a:lnTo>
                    <a:lnTo>
                      <a:pt x="100" y="148"/>
                    </a:lnTo>
                    <a:lnTo>
                      <a:pt x="96" y="148"/>
                    </a:lnTo>
                    <a:lnTo>
                      <a:pt x="92" y="144"/>
                    </a:lnTo>
                    <a:lnTo>
                      <a:pt x="92" y="140"/>
                    </a:lnTo>
                    <a:lnTo>
                      <a:pt x="88" y="140"/>
                    </a:lnTo>
                    <a:lnTo>
                      <a:pt x="88" y="136"/>
                    </a:lnTo>
                    <a:lnTo>
                      <a:pt x="84" y="136"/>
                    </a:lnTo>
                    <a:lnTo>
                      <a:pt x="84" y="132"/>
                    </a:lnTo>
                    <a:lnTo>
                      <a:pt x="80" y="132"/>
                    </a:lnTo>
                    <a:lnTo>
                      <a:pt x="80" y="128"/>
                    </a:lnTo>
                    <a:lnTo>
                      <a:pt x="84" y="128"/>
                    </a:lnTo>
                    <a:lnTo>
                      <a:pt x="80" y="128"/>
                    </a:lnTo>
                    <a:lnTo>
                      <a:pt x="78" y="128"/>
                    </a:lnTo>
                    <a:lnTo>
                      <a:pt x="78" y="126"/>
                    </a:lnTo>
                    <a:lnTo>
                      <a:pt x="78" y="122"/>
                    </a:lnTo>
                    <a:lnTo>
                      <a:pt x="74" y="122"/>
                    </a:lnTo>
                    <a:lnTo>
                      <a:pt x="74" y="122"/>
                    </a:lnTo>
                    <a:lnTo>
                      <a:pt x="74" y="122"/>
                    </a:lnTo>
                    <a:close/>
                    <a:moveTo>
                      <a:pt x="138" y="26"/>
                    </a:moveTo>
                    <a:lnTo>
                      <a:pt x="140" y="26"/>
                    </a:lnTo>
                    <a:lnTo>
                      <a:pt x="138" y="26"/>
                    </a:lnTo>
                    <a:lnTo>
                      <a:pt x="138" y="26"/>
                    </a:lnTo>
                    <a:lnTo>
                      <a:pt x="138" y="26"/>
                    </a:lnTo>
                    <a:close/>
                    <a:moveTo>
                      <a:pt x="164" y="28"/>
                    </a:moveTo>
                    <a:lnTo>
                      <a:pt x="164" y="26"/>
                    </a:lnTo>
                    <a:lnTo>
                      <a:pt x="164" y="28"/>
                    </a:lnTo>
                    <a:lnTo>
                      <a:pt x="164" y="28"/>
                    </a:lnTo>
                    <a:lnTo>
                      <a:pt x="164" y="28"/>
                    </a:lnTo>
                    <a:close/>
                    <a:moveTo>
                      <a:pt x="114" y="70"/>
                    </a:moveTo>
                    <a:lnTo>
                      <a:pt x="118" y="70"/>
                    </a:lnTo>
                    <a:lnTo>
                      <a:pt x="122" y="70"/>
                    </a:lnTo>
                    <a:lnTo>
                      <a:pt x="126" y="70"/>
                    </a:lnTo>
                    <a:lnTo>
                      <a:pt x="126" y="66"/>
                    </a:lnTo>
                    <a:lnTo>
                      <a:pt x="126" y="62"/>
                    </a:lnTo>
                    <a:lnTo>
                      <a:pt x="130" y="58"/>
                    </a:lnTo>
                    <a:lnTo>
                      <a:pt x="130" y="62"/>
                    </a:lnTo>
                    <a:lnTo>
                      <a:pt x="126" y="62"/>
                    </a:lnTo>
                    <a:lnTo>
                      <a:pt x="126" y="66"/>
                    </a:lnTo>
                    <a:lnTo>
                      <a:pt x="130" y="70"/>
                    </a:lnTo>
                    <a:lnTo>
                      <a:pt x="134" y="70"/>
                    </a:lnTo>
                    <a:lnTo>
                      <a:pt x="134" y="66"/>
                    </a:lnTo>
                    <a:lnTo>
                      <a:pt x="134" y="70"/>
                    </a:lnTo>
                    <a:lnTo>
                      <a:pt x="138" y="70"/>
                    </a:lnTo>
                    <a:lnTo>
                      <a:pt x="140" y="70"/>
                    </a:lnTo>
                    <a:lnTo>
                      <a:pt x="140" y="66"/>
                    </a:lnTo>
                    <a:lnTo>
                      <a:pt x="140" y="62"/>
                    </a:lnTo>
                    <a:lnTo>
                      <a:pt x="144" y="58"/>
                    </a:lnTo>
                    <a:lnTo>
                      <a:pt x="148" y="58"/>
                    </a:lnTo>
                    <a:lnTo>
                      <a:pt x="152" y="58"/>
                    </a:lnTo>
                    <a:lnTo>
                      <a:pt x="152" y="54"/>
                    </a:lnTo>
                    <a:lnTo>
                      <a:pt x="148" y="50"/>
                    </a:lnTo>
                    <a:lnTo>
                      <a:pt x="148" y="46"/>
                    </a:lnTo>
                    <a:lnTo>
                      <a:pt x="152" y="46"/>
                    </a:lnTo>
                    <a:lnTo>
                      <a:pt x="156" y="46"/>
                    </a:lnTo>
                    <a:lnTo>
                      <a:pt x="156" y="44"/>
                    </a:lnTo>
                    <a:lnTo>
                      <a:pt x="160" y="46"/>
                    </a:lnTo>
                    <a:lnTo>
                      <a:pt x="156" y="46"/>
                    </a:lnTo>
                    <a:lnTo>
                      <a:pt x="160" y="46"/>
                    </a:lnTo>
                    <a:lnTo>
                      <a:pt x="160" y="54"/>
                    </a:lnTo>
                    <a:lnTo>
                      <a:pt x="160" y="58"/>
                    </a:lnTo>
                    <a:lnTo>
                      <a:pt x="156" y="58"/>
                    </a:lnTo>
                    <a:lnTo>
                      <a:pt x="156" y="62"/>
                    </a:lnTo>
                    <a:lnTo>
                      <a:pt x="156" y="66"/>
                    </a:lnTo>
                    <a:lnTo>
                      <a:pt x="156" y="70"/>
                    </a:lnTo>
                    <a:lnTo>
                      <a:pt x="152" y="70"/>
                    </a:lnTo>
                    <a:lnTo>
                      <a:pt x="148" y="70"/>
                    </a:lnTo>
                    <a:lnTo>
                      <a:pt x="148" y="72"/>
                    </a:lnTo>
                    <a:lnTo>
                      <a:pt x="144" y="72"/>
                    </a:lnTo>
                    <a:lnTo>
                      <a:pt x="144" y="76"/>
                    </a:lnTo>
                    <a:lnTo>
                      <a:pt x="140" y="76"/>
                    </a:lnTo>
                    <a:lnTo>
                      <a:pt x="138" y="76"/>
                    </a:lnTo>
                    <a:lnTo>
                      <a:pt x="138" y="80"/>
                    </a:lnTo>
                    <a:lnTo>
                      <a:pt x="134" y="80"/>
                    </a:lnTo>
                    <a:lnTo>
                      <a:pt x="130" y="80"/>
                    </a:lnTo>
                    <a:lnTo>
                      <a:pt x="126" y="80"/>
                    </a:lnTo>
                    <a:lnTo>
                      <a:pt x="122" y="80"/>
                    </a:lnTo>
                    <a:lnTo>
                      <a:pt x="118" y="80"/>
                    </a:lnTo>
                    <a:lnTo>
                      <a:pt x="118" y="76"/>
                    </a:lnTo>
                    <a:lnTo>
                      <a:pt x="114" y="80"/>
                    </a:lnTo>
                    <a:lnTo>
                      <a:pt x="114" y="76"/>
                    </a:lnTo>
                    <a:lnTo>
                      <a:pt x="110" y="76"/>
                    </a:lnTo>
                    <a:lnTo>
                      <a:pt x="110" y="72"/>
                    </a:lnTo>
                    <a:lnTo>
                      <a:pt x="108" y="72"/>
                    </a:lnTo>
                    <a:lnTo>
                      <a:pt x="104" y="72"/>
                    </a:lnTo>
                    <a:lnTo>
                      <a:pt x="104" y="70"/>
                    </a:lnTo>
                    <a:lnTo>
                      <a:pt x="104" y="66"/>
                    </a:lnTo>
                    <a:lnTo>
                      <a:pt x="104" y="70"/>
                    </a:lnTo>
                    <a:lnTo>
                      <a:pt x="108" y="70"/>
                    </a:lnTo>
                    <a:lnTo>
                      <a:pt x="110" y="70"/>
                    </a:lnTo>
                    <a:lnTo>
                      <a:pt x="114" y="70"/>
                    </a:lnTo>
                    <a:lnTo>
                      <a:pt x="114" y="70"/>
                    </a:lnTo>
                    <a:lnTo>
                      <a:pt x="114" y="70"/>
                    </a:lnTo>
                    <a:close/>
                    <a:moveTo>
                      <a:pt x="70" y="54"/>
                    </a:moveTo>
                    <a:lnTo>
                      <a:pt x="70" y="50"/>
                    </a:lnTo>
                    <a:lnTo>
                      <a:pt x="70" y="54"/>
                    </a:lnTo>
                    <a:lnTo>
                      <a:pt x="70" y="54"/>
                    </a:lnTo>
                    <a:lnTo>
                      <a:pt x="70" y="54"/>
                    </a:lnTo>
                    <a:close/>
                    <a:moveTo>
                      <a:pt x="194" y="70"/>
                    </a:moveTo>
                    <a:lnTo>
                      <a:pt x="194" y="66"/>
                    </a:lnTo>
                    <a:lnTo>
                      <a:pt x="190" y="62"/>
                    </a:lnTo>
                    <a:lnTo>
                      <a:pt x="194" y="62"/>
                    </a:lnTo>
                    <a:lnTo>
                      <a:pt x="194" y="58"/>
                    </a:lnTo>
                    <a:lnTo>
                      <a:pt x="194" y="62"/>
                    </a:lnTo>
                    <a:lnTo>
                      <a:pt x="194" y="66"/>
                    </a:lnTo>
                    <a:lnTo>
                      <a:pt x="194" y="70"/>
                    </a:lnTo>
                    <a:lnTo>
                      <a:pt x="194" y="70"/>
                    </a:lnTo>
                    <a:lnTo>
                      <a:pt x="194" y="70"/>
                    </a:lnTo>
                    <a:close/>
                    <a:moveTo>
                      <a:pt x="84" y="66"/>
                    </a:moveTo>
                    <a:lnTo>
                      <a:pt x="84" y="62"/>
                    </a:lnTo>
                    <a:lnTo>
                      <a:pt x="88" y="66"/>
                    </a:lnTo>
                    <a:lnTo>
                      <a:pt x="84" y="66"/>
                    </a:lnTo>
                    <a:lnTo>
                      <a:pt x="84" y="66"/>
                    </a:lnTo>
                    <a:lnTo>
                      <a:pt x="84" y="66"/>
                    </a:lnTo>
                    <a:close/>
                    <a:moveTo>
                      <a:pt x="204" y="76"/>
                    </a:moveTo>
                    <a:lnTo>
                      <a:pt x="204" y="80"/>
                    </a:lnTo>
                    <a:lnTo>
                      <a:pt x="208" y="80"/>
                    </a:lnTo>
                    <a:lnTo>
                      <a:pt x="208" y="84"/>
                    </a:lnTo>
                    <a:lnTo>
                      <a:pt x="212" y="84"/>
                    </a:lnTo>
                    <a:lnTo>
                      <a:pt x="212" y="88"/>
                    </a:lnTo>
                    <a:lnTo>
                      <a:pt x="212" y="92"/>
                    </a:lnTo>
                    <a:lnTo>
                      <a:pt x="208" y="92"/>
                    </a:lnTo>
                    <a:lnTo>
                      <a:pt x="204" y="92"/>
                    </a:lnTo>
                    <a:lnTo>
                      <a:pt x="200" y="88"/>
                    </a:lnTo>
                    <a:lnTo>
                      <a:pt x="200" y="84"/>
                    </a:lnTo>
                    <a:lnTo>
                      <a:pt x="200" y="80"/>
                    </a:lnTo>
                    <a:lnTo>
                      <a:pt x="196" y="80"/>
                    </a:lnTo>
                    <a:lnTo>
                      <a:pt x="196" y="76"/>
                    </a:lnTo>
                    <a:lnTo>
                      <a:pt x="194" y="76"/>
                    </a:lnTo>
                    <a:lnTo>
                      <a:pt x="194" y="72"/>
                    </a:lnTo>
                    <a:lnTo>
                      <a:pt x="194" y="70"/>
                    </a:lnTo>
                    <a:lnTo>
                      <a:pt x="196" y="70"/>
                    </a:lnTo>
                    <a:lnTo>
                      <a:pt x="200" y="72"/>
                    </a:lnTo>
                    <a:lnTo>
                      <a:pt x="204" y="76"/>
                    </a:lnTo>
                    <a:lnTo>
                      <a:pt x="204" y="76"/>
                    </a:lnTo>
                    <a:lnTo>
                      <a:pt x="204" y="76"/>
                    </a:lnTo>
                    <a:close/>
                    <a:moveTo>
                      <a:pt x="100" y="72"/>
                    </a:moveTo>
                    <a:lnTo>
                      <a:pt x="96" y="72"/>
                    </a:lnTo>
                    <a:lnTo>
                      <a:pt x="96" y="70"/>
                    </a:lnTo>
                    <a:lnTo>
                      <a:pt x="100" y="70"/>
                    </a:lnTo>
                    <a:lnTo>
                      <a:pt x="100" y="72"/>
                    </a:lnTo>
                    <a:lnTo>
                      <a:pt x="100" y="72"/>
                    </a:lnTo>
                    <a:lnTo>
                      <a:pt x="100" y="72"/>
                    </a:lnTo>
                    <a:close/>
                    <a:moveTo>
                      <a:pt x="36" y="118"/>
                    </a:moveTo>
                    <a:lnTo>
                      <a:pt x="34" y="118"/>
                    </a:lnTo>
                    <a:lnTo>
                      <a:pt x="36" y="118"/>
                    </a:lnTo>
                    <a:lnTo>
                      <a:pt x="36" y="118"/>
                    </a:lnTo>
                    <a:lnTo>
                      <a:pt x="36" y="118"/>
                    </a:lnTo>
                    <a:close/>
                    <a:moveTo>
                      <a:pt x="36" y="126"/>
                    </a:moveTo>
                    <a:lnTo>
                      <a:pt x="36" y="122"/>
                    </a:lnTo>
                    <a:lnTo>
                      <a:pt x="34" y="122"/>
                    </a:lnTo>
                    <a:lnTo>
                      <a:pt x="34" y="118"/>
                    </a:lnTo>
                    <a:lnTo>
                      <a:pt x="30" y="118"/>
                    </a:lnTo>
                    <a:lnTo>
                      <a:pt x="34" y="118"/>
                    </a:lnTo>
                    <a:lnTo>
                      <a:pt x="34" y="122"/>
                    </a:lnTo>
                    <a:lnTo>
                      <a:pt x="36" y="122"/>
                    </a:lnTo>
                    <a:lnTo>
                      <a:pt x="36" y="126"/>
                    </a:lnTo>
                    <a:lnTo>
                      <a:pt x="36" y="126"/>
                    </a:lnTo>
                    <a:lnTo>
                      <a:pt x="36" y="126"/>
                    </a:lnTo>
                    <a:close/>
                    <a:moveTo>
                      <a:pt x="144" y="126"/>
                    </a:moveTo>
                    <a:lnTo>
                      <a:pt x="140" y="126"/>
                    </a:lnTo>
                    <a:lnTo>
                      <a:pt x="140" y="122"/>
                    </a:lnTo>
                    <a:lnTo>
                      <a:pt x="140" y="118"/>
                    </a:lnTo>
                    <a:lnTo>
                      <a:pt x="140" y="122"/>
                    </a:lnTo>
                    <a:lnTo>
                      <a:pt x="140" y="126"/>
                    </a:lnTo>
                    <a:lnTo>
                      <a:pt x="144" y="126"/>
                    </a:lnTo>
                    <a:lnTo>
                      <a:pt x="144" y="126"/>
                    </a:lnTo>
                    <a:lnTo>
                      <a:pt x="144" y="126"/>
                    </a:lnTo>
                    <a:close/>
                    <a:moveTo>
                      <a:pt x="166" y="132"/>
                    </a:moveTo>
                    <a:lnTo>
                      <a:pt x="164" y="128"/>
                    </a:lnTo>
                    <a:lnTo>
                      <a:pt x="166" y="128"/>
                    </a:lnTo>
                    <a:lnTo>
                      <a:pt x="170" y="128"/>
                    </a:lnTo>
                    <a:lnTo>
                      <a:pt x="170" y="132"/>
                    </a:lnTo>
                    <a:lnTo>
                      <a:pt x="166" y="132"/>
                    </a:lnTo>
                    <a:lnTo>
                      <a:pt x="166" y="132"/>
                    </a:lnTo>
                    <a:lnTo>
                      <a:pt x="166" y="132"/>
                    </a:lnTo>
                    <a:close/>
                    <a:moveTo>
                      <a:pt x="34" y="128"/>
                    </a:moveTo>
                    <a:lnTo>
                      <a:pt x="34" y="132"/>
                    </a:lnTo>
                    <a:lnTo>
                      <a:pt x="30" y="128"/>
                    </a:lnTo>
                    <a:lnTo>
                      <a:pt x="34" y="128"/>
                    </a:lnTo>
                    <a:lnTo>
                      <a:pt x="34" y="128"/>
                    </a:lnTo>
                    <a:lnTo>
                      <a:pt x="34" y="128"/>
                    </a:lnTo>
                    <a:close/>
                    <a:moveTo>
                      <a:pt x="134" y="136"/>
                    </a:moveTo>
                    <a:lnTo>
                      <a:pt x="130" y="136"/>
                    </a:lnTo>
                    <a:lnTo>
                      <a:pt x="130" y="132"/>
                    </a:lnTo>
                    <a:lnTo>
                      <a:pt x="134" y="136"/>
                    </a:lnTo>
                    <a:lnTo>
                      <a:pt x="134" y="136"/>
                    </a:lnTo>
                    <a:lnTo>
                      <a:pt x="134" y="136"/>
                    </a:lnTo>
                    <a:close/>
                    <a:moveTo>
                      <a:pt x="138" y="140"/>
                    </a:moveTo>
                    <a:lnTo>
                      <a:pt x="134" y="140"/>
                    </a:lnTo>
                    <a:lnTo>
                      <a:pt x="134" y="136"/>
                    </a:lnTo>
                    <a:lnTo>
                      <a:pt x="134" y="132"/>
                    </a:lnTo>
                    <a:lnTo>
                      <a:pt x="134" y="136"/>
                    </a:lnTo>
                    <a:lnTo>
                      <a:pt x="138" y="136"/>
                    </a:lnTo>
                    <a:lnTo>
                      <a:pt x="140" y="136"/>
                    </a:lnTo>
                    <a:lnTo>
                      <a:pt x="140" y="140"/>
                    </a:lnTo>
                    <a:lnTo>
                      <a:pt x="138" y="140"/>
                    </a:lnTo>
                    <a:lnTo>
                      <a:pt x="138" y="140"/>
                    </a:lnTo>
                    <a:lnTo>
                      <a:pt x="138" y="140"/>
                    </a:lnTo>
                    <a:close/>
                    <a:moveTo>
                      <a:pt x="144" y="148"/>
                    </a:moveTo>
                    <a:lnTo>
                      <a:pt x="140" y="148"/>
                    </a:lnTo>
                    <a:lnTo>
                      <a:pt x="140" y="144"/>
                    </a:lnTo>
                    <a:lnTo>
                      <a:pt x="138" y="144"/>
                    </a:lnTo>
                    <a:lnTo>
                      <a:pt x="138" y="140"/>
                    </a:lnTo>
                    <a:lnTo>
                      <a:pt x="140" y="144"/>
                    </a:lnTo>
                    <a:lnTo>
                      <a:pt x="140" y="148"/>
                    </a:lnTo>
                    <a:lnTo>
                      <a:pt x="144" y="148"/>
                    </a:lnTo>
                    <a:lnTo>
                      <a:pt x="144" y="144"/>
                    </a:lnTo>
                    <a:lnTo>
                      <a:pt x="144" y="148"/>
                    </a:lnTo>
                    <a:lnTo>
                      <a:pt x="144" y="148"/>
                    </a:lnTo>
                    <a:lnTo>
                      <a:pt x="144" y="148"/>
                    </a:lnTo>
                    <a:close/>
                    <a:moveTo>
                      <a:pt x="140" y="156"/>
                    </a:moveTo>
                    <a:lnTo>
                      <a:pt x="138" y="156"/>
                    </a:lnTo>
                    <a:lnTo>
                      <a:pt x="140" y="156"/>
                    </a:lnTo>
                    <a:lnTo>
                      <a:pt x="140" y="156"/>
                    </a:lnTo>
                    <a:lnTo>
                      <a:pt x="140" y="156"/>
                    </a:lnTo>
                    <a:close/>
                    <a:moveTo>
                      <a:pt x="166" y="158"/>
                    </a:moveTo>
                    <a:lnTo>
                      <a:pt x="164" y="158"/>
                    </a:lnTo>
                    <a:lnTo>
                      <a:pt x="164" y="156"/>
                    </a:lnTo>
                    <a:lnTo>
                      <a:pt x="166" y="156"/>
                    </a:lnTo>
                    <a:lnTo>
                      <a:pt x="166" y="158"/>
                    </a:lnTo>
                    <a:lnTo>
                      <a:pt x="166" y="158"/>
                    </a:lnTo>
                    <a:lnTo>
                      <a:pt x="166" y="158"/>
                    </a:lnTo>
                    <a:close/>
                    <a:moveTo>
                      <a:pt x="186" y="170"/>
                    </a:moveTo>
                    <a:lnTo>
                      <a:pt x="182" y="170"/>
                    </a:lnTo>
                    <a:lnTo>
                      <a:pt x="186" y="170"/>
                    </a:lnTo>
                    <a:lnTo>
                      <a:pt x="186" y="166"/>
                    </a:lnTo>
                    <a:lnTo>
                      <a:pt x="186" y="170"/>
                    </a:lnTo>
                    <a:lnTo>
                      <a:pt x="190" y="170"/>
                    </a:lnTo>
                    <a:lnTo>
                      <a:pt x="186" y="170"/>
                    </a:lnTo>
                    <a:lnTo>
                      <a:pt x="186" y="170"/>
                    </a:lnTo>
                    <a:lnTo>
                      <a:pt x="186" y="170"/>
                    </a:lnTo>
                    <a:close/>
                    <a:moveTo>
                      <a:pt x="178" y="174"/>
                    </a:moveTo>
                    <a:lnTo>
                      <a:pt x="174" y="174"/>
                    </a:lnTo>
                    <a:lnTo>
                      <a:pt x="174" y="170"/>
                    </a:lnTo>
                    <a:lnTo>
                      <a:pt x="170" y="170"/>
                    </a:lnTo>
                    <a:lnTo>
                      <a:pt x="174" y="170"/>
                    </a:lnTo>
                    <a:lnTo>
                      <a:pt x="178" y="170"/>
                    </a:lnTo>
                    <a:lnTo>
                      <a:pt x="178" y="174"/>
                    </a:lnTo>
                    <a:lnTo>
                      <a:pt x="182" y="174"/>
                    </a:lnTo>
                    <a:lnTo>
                      <a:pt x="178" y="174"/>
                    </a:lnTo>
                    <a:lnTo>
                      <a:pt x="178" y="174"/>
                    </a:lnTo>
                    <a:lnTo>
                      <a:pt x="178" y="1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99" name="Freeform 193"/>
              <p:cNvSpPr>
                <a:spLocks noEditPoints="1"/>
              </p:cNvSpPr>
              <p:nvPr/>
            </p:nvSpPr>
            <p:spPr bwMode="gray">
              <a:xfrm>
                <a:off x="4027720" y="3204813"/>
                <a:ext cx="622657" cy="320023"/>
              </a:xfrm>
              <a:custGeom>
                <a:avLst/>
                <a:gdLst>
                  <a:gd name="T0" fmla="*/ 320 w 358"/>
                  <a:gd name="T1" fmla="*/ 16 h 184"/>
                  <a:gd name="T2" fmla="*/ 320 w 358"/>
                  <a:gd name="T3" fmla="*/ 8 h 184"/>
                  <a:gd name="T4" fmla="*/ 324 w 358"/>
                  <a:gd name="T5" fmla="*/ 0 h 184"/>
                  <a:gd name="T6" fmla="*/ 328 w 358"/>
                  <a:gd name="T7" fmla="*/ 8 h 184"/>
                  <a:gd name="T8" fmla="*/ 340 w 358"/>
                  <a:gd name="T9" fmla="*/ 8 h 184"/>
                  <a:gd name="T10" fmla="*/ 348 w 358"/>
                  <a:gd name="T11" fmla="*/ 4 h 184"/>
                  <a:gd name="T12" fmla="*/ 350 w 358"/>
                  <a:gd name="T13" fmla="*/ 12 h 184"/>
                  <a:gd name="T14" fmla="*/ 354 w 358"/>
                  <a:gd name="T15" fmla="*/ 12 h 184"/>
                  <a:gd name="T16" fmla="*/ 350 w 358"/>
                  <a:gd name="T17" fmla="*/ 20 h 184"/>
                  <a:gd name="T18" fmla="*/ 348 w 358"/>
                  <a:gd name="T19" fmla="*/ 30 h 184"/>
                  <a:gd name="T20" fmla="*/ 344 w 358"/>
                  <a:gd name="T21" fmla="*/ 38 h 184"/>
                  <a:gd name="T22" fmla="*/ 344 w 358"/>
                  <a:gd name="T23" fmla="*/ 50 h 184"/>
                  <a:gd name="T24" fmla="*/ 340 w 358"/>
                  <a:gd name="T25" fmla="*/ 54 h 184"/>
                  <a:gd name="T26" fmla="*/ 348 w 358"/>
                  <a:gd name="T27" fmla="*/ 60 h 184"/>
                  <a:gd name="T28" fmla="*/ 340 w 358"/>
                  <a:gd name="T29" fmla="*/ 68 h 184"/>
                  <a:gd name="T30" fmla="*/ 344 w 358"/>
                  <a:gd name="T31" fmla="*/ 76 h 184"/>
                  <a:gd name="T32" fmla="*/ 344 w 358"/>
                  <a:gd name="T33" fmla="*/ 82 h 184"/>
                  <a:gd name="T34" fmla="*/ 336 w 358"/>
                  <a:gd name="T35" fmla="*/ 90 h 184"/>
                  <a:gd name="T36" fmla="*/ 340 w 358"/>
                  <a:gd name="T37" fmla="*/ 98 h 184"/>
                  <a:gd name="T38" fmla="*/ 332 w 358"/>
                  <a:gd name="T39" fmla="*/ 102 h 184"/>
                  <a:gd name="T40" fmla="*/ 324 w 358"/>
                  <a:gd name="T41" fmla="*/ 98 h 184"/>
                  <a:gd name="T42" fmla="*/ 318 w 358"/>
                  <a:gd name="T43" fmla="*/ 102 h 184"/>
                  <a:gd name="T44" fmla="*/ 320 w 358"/>
                  <a:gd name="T45" fmla="*/ 94 h 184"/>
                  <a:gd name="T46" fmla="*/ 320 w 358"/>
                  <a:gd name="T47" fmla="*/ 82 h 184"/>
                  <a:gd name="T48" fmla="*/ 320 w 358"/>
                  <a:gd name="T49" fmla="*/ 76 h 184"/>
                  <a:gd name="T50" fmla="*/ 318 w 358"/>
                  <a:gd name="T51" fmla="*/ 76 h 184"/>
                  <a:gd name="T52" fmla="*/ 314 w 358"/>
                  <a:gd name="T53" fmla="*/ 68 h 184"/>
                  <a:gd name="T54" fmla="*/ 318 w 358"/>
                  <a:gd name="T55" fmla="*/ 64 h 184"/>
                  <a:gd name="T56" fmla="*/ 310 w 358"/>
                  <a:gd name="T57" fmla="*/ 68 h 184"/>
                  <a:gd name="T58" fmla="*/ 314 w 358"/>
                  <a:gd name="T59" fmla="*/ 56 h 184"/>
                  <a:gd name="T60" fmla="*/ 314 w 358"/>
                  <a:gd name="T61" fmla="*/ 54 h 184"/>
                  <a:gd name="T62" fmla="*/ 318 w 358"/>
                  <a:gd name="T63" fmla="*/ 42 h 184"/>
                  <a:gd name="T64" fmla="*/ 320 w 358"/>
                  <a:gd name="T65" fmla="*/ 30 h 184"/>
                  <a:gd name="T66" fmla="*/ 320 w 358"/>
                  <a:gd name="T67" fmla="*/ 26 h 184"/>
                  <a:gd name="T68" fmla="*/ 320 w 358"/>
                  <a:gd name="T69" fmla="*/ 24 h 184"/>
                  <a:gd name="T70" fmla="*/ 0 w 358"/>
                  <a:gd name="T71" fmla="*/ 54 h 184"/>
                  <a:gd name="T72" fmla="*/ 4 w 358"/>
                  <a:gd name="T73" fmla="*/ 56 h 184"/>
                  <a:gd name="T74" fmla="*/ 60 w 358"/>
                  <a:gd name="T75" fmla="*/ 68 h 184"/>
                  <a:gd name="T76" fmla="*/ 60 w 358"/>
                  <a:gd name="T77" fmla="*/ 72 h 184"/>
                  <a:gd name="T78" fmla="*/ 48 w 358"/>
                  <a:gd name="T79" fmla="*/ 72 h 184"/>
                  <a:gd name="T80" fmla="*/ 52 w 358"/>
                  <a:gd name="T81" fmla="*/ 72 h 184"/>
                  <a:gd name="T82" fmla="*/ 48 w 358"/>
                  <a:gd name="T83" fmla="*/ 72 h 184"/>
                  <a:gd name="T84" fmla="*/ 38 w 358"/>
                  <a:gd name="T85" fmla="*/ 72 h 184"/>
                  <a:gd name="T86" fmla="*/ 46 w 358"/>
                  <a:gd name="T87" fmla="*/ 76 h 184"/>
                  <a:gd name="T88" fmla="*/ 46 w 358"/>
                  <a:gd name="T89" fmla="*/ 72 h 184"/>
                  <a:gd name="T90" fmla="*/ 46 w 358"/>
                  <a:gd name="T91" fmla="*/ 76 h 184"/>
                  <a:gd name="T92" fmla="*/ 78 w 358"/>
                  <a:gd name="T93" fmla="*/ 86 h 184"/>
                  <a:gd name="T94" fmla="*/ 86 w 358"/>
                  <a:gd name="T95" fmla="*/ 86 h 184"/>
                  <a:gd name="T96" fmla="*/ 90 w 358"/>
                  <a:gd name="T97" fmla="*/ 86 h 184"/>
                  <a:gd name="T98" fmla="*/ 82 w 358"/>
                  <a:gd name="T99" fmla="*/ 86 h 184"/>
                  <a:gd name="T100" fmla="*/ 86 w 358"/>
                  <a:gd name="T101" fmla="*/ 102 h 184"/>
                  <a:gd name="T102" fmla="*/ 90 w 358"/>
                  <a:gd name="T103" fmla="*/ 102 h 184"/>
                  <a:gd name="T104" fmla="*/ 202 w 358"/>
                  <a:gd name="T105" fmla="*/ 180 h 184"/>
                  <a:gd name="T106" fmla="*/ 204 w 358"/>
                  <a:gd name="T107" fmla="*/ 184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184">
                    <a:moveTo>
                      <a:pt x="320" y="24"/>
                    </a:moveTo>
                    <a:lnTo>
                      <a:pt x="320" y="20"/>
                    </a:lnTo>
                    <a:lnTo>
                      <a:pt x="320" y="16"/>
                    </a:lnTo>
                    <a:lnTo>
                      <a:pt x="320" y="12"/>
                    </a:lnTo>
                    <a:lnTo>
                      <a:pt x="318" y="8"/>
                    </a:lnTo>
                    <a:lnTo>
                      <a:pt x="320" y="8"/>
                    </a:lnTo>
                    <a:lnTo>
                      <a:pt x="320" y="4"/>
                    </a:lnTo>
                    <a:lnTo>
                      <a:pt x="324" y="4"/>
                    </a:lnTo>
                    <a:lnTo>
                      <a:pt x="324" y="0"/>
                    </a:lnTo>
                    <a:lnTo>
                      <a:pt x="328" y="0"/>
                    </a:lnTo>
                    <a:lnTo>
                      <a:pt x="328" y="4"/>
                    </a:lnTo>
                    <a:lnTo>
                      <a:pt x="328" y="8"/>
                    </a:lnTo>
                    <a:lnTo>
                      <a:pt x="332" y="8"/>
                    </a:lnTo>
                    <a:lnTo>
                      <a:pt x="336" y="8"/>
                    </a:lnTo>
                    <a:lnTo>
                      <a:pt x="340" y="8"/>
                    </a:lnTo>
                    <a:lnTo>
                      <a:pt x="344" y="8"/>
                    </a:lnTo>
                    <a:lnTo>
                      <a:pt x="344" y="4"/>
                    </a:lnTo>
                    <a:lnTo>
                      <a:pt x="348" y="4"/>
                    </a:lnTo>
                    <a:lnTo>
                      <a:pt x="350" y="4"/>
                    </a:lnTo>
                    <a:lnTo>
                      <a:pt x="350" y="8"/>
                    </a:lnTo>
                    <a:lnTo>
                      <a:pt x="350" y="12"/>
                    </a:lnTo>
                    <a:lnTo>
                      <a:pt x="354" y="12"/>
                    </a:lnTo>
                    <a:lnTo>
                      <a:pt x="358" y="12"/>
                    </a:lnTo>
                    <a:lnTo>
                      <a:pt x="354" y="12"/>
                    </a:lnTo>
                    <a:lnTo>
                      <a:pt x="354" y="16"/>
                    </a:lnTo>
                    <a:lnTo>
                      <a:pt x="354" y="20"/>
                    </a:lnTo>
                    <a:lnTo>
                      <a:pt x="350" y="20"/>
                    </a:lnTo>
                    <a:lnTo>
                      <a:pt x="348" y="24"/>
                    </a:lnTo>
                    <a:lnTo>
                      <a:pt x="348" y="26"/>
                    </a:lnTo>
                    <a:lnTo>
                      <a:pt x="348" y="30"/>
                    </a:lnTo>
                    <a:lnTo>
                      <a:pt x="348" y="34"/>
                    </a:lnTo>
                    <a:lnTo>
                      <a:pt x="348" y="38"/>
                    </a:lnTo>
                    <a:lnTo>
                      <a:pt x="344" y="38"/>
                    </a:lnTo>
                    <a:lnTo>
                      <a:pt x="344" y="42"/>
                    </a:lnTo>
                    <a:lnTo>
                      <a:pt x="348" y="42"/>
                    </a:lnTo>
                    <a:lnTo>
                      <a:pt x="344" y="50"/>
                    </a:lnTo>
                    <a:lnTo>
                      <a:pt x="340" y="50"/>
                    </a:lnTo>
                    <a:lnTo>
                      <a:pt x="336" y="50"/>
                    </a:lnTo>
                    <a:lnTo>
                      <a:pt x="340" y="54"/>
                    </a:lnTo>
                    <a:lnTo>
                      <a:pt x="340" y="56"/>
                    </a:lnTo>
                    <a:lnTo>
                      <a:pt x="344" y="60"/>
                    </a:lnTo>
                    <a:lnTo>
                      <a:pt x="348" y="60"/>
                    </a:lnTo>
                    <a:lnTo>
                      <a:pt x="344" y="64"/>
                    </a:lnTo>
                    <a:lnTo>
                      <a:pt x="344" y="68"/>
                    </a:lnTo>
                    <a:lnTo>
                      <a:pt x="340" y="68"/>
                    </a:lnTo>
                    <a:lnTo>
                      <a:pt x="340" y="72"/>
                    </a:lnTo>
                    <a:lnTo>
                      <a:pt x="340" y="76"/>
                    </a:lnTo>
                    <a:lnTo>
                      <a:pt x="344" y="76"/>
                    </a:lnTo>
                    <a:lnTo>
                      <a:pt x="344" y="80"/>
                    </a:lnTo>
                    <a:lnTo>
                      <a:pt x="348" y="80"/>
                    </a:lnTo>
                    <a:lnTo>
                      <a:pt x="344" y="82"/>
                    </a:lnTo>
                    <a:lnTo>
                      <a:pt x="340" y="82"/>
                    </a:lnTo>
                    <a:lnTo>
                      <a:pt x="340" y="86"/>
                    </a:lnTo>
                    <a:lnTo>
                      <a:pt x="336" y="90"/>
                    </a:lnTo>
                    <a:lnTo>
                      <a:pt x="340" y="90"/>
                    </a:lnTo>
                    <a:lnTo>
                      <a:pt x="340" y="94"/>
                    </a:lnTo>
                    <a:lnTo>
                      <a:pt x="340" y="98"/>
                    </a:lnTo>
                    <a:lnTo>
                      <a:pt x="336" y="98"/>
                    </a:lnTo>
                    <a:lnTo>
                      <a:pt x="336" y="102"/>
                    </a:lnTo>
                    <a:lnTo>
                      <a:pt x="332" y="102"/>
                    </a:lnTo>
                    <a:lnTo>
                      <a:pt x="328" y="102"/>
                    </a:lnTo>
                    <a:lnTo>
                      <a:pt x="328" y="98"/>
                    </a:lnTo>
                    <a:lnTo>
                      <a:pt x="324" y="98"/>
                    </a:lnTo>
                    <a:lnTo>
                      <a:pt x="320" y="98"/>
                    </a:lnTo>
                    <a:lnTo>
                      <a:pt x="320" y="102"/>
                    </a:lnTo>
                    <a:lnTo>
                      <a:pt x="318" y="102"/>
                    </a:lnTo>
                    <a:lnTo>
                      <a:pt x="318" y="98"/>
                    </a:lnTo>
                    <a:lnTo>
                      <a:pt x="318" y="94"/>
                    </a:lnTo>
                    <a:lnTo>
                      <a:pt x="320" y="94"/>
                    </a:lnTo>
                    <a:lnTo>
                      <a:pt x="320" y="90"/>
                    </a:lnTo>
                    <a:lnTo>
                      <a:pt x="320" y="86"/>
                    </a:lnTo>
                    <a:lnTo>
                      <a:pt x="320" y="82"/>
                    </a:lnTo>
                    <a:lnTo>
                      <a:pt x="318" y="82"/>
                    </a:lnTo>
                    <a:lnTo>
                      <a:pt x="320" y="80"/>
                    </a:lnTo>
                    <a:lnTo>
                      <a:pt x="320" y="76"/>
                    </a:lnTo>
                    <a:lnTo>
                      <a:pt x="320" y="72"/>
                    </a:lnTo>
                    <a:lnTo>
                      <a:pt x="318" y="72"/>
                    </a:lnTo>
                    <a:lnTo>
                      <a:pt x="318" y="76"/>
                    </a:lnTo>
                    <a:lnTo>
                      <a:pt x="314" y="76"/>
                    </a:lnTo>
                    <a:lnTo>
                      <a:pt x="314" y="72"/>
                    </a:lnTo>
                    <a:lnTo>
                      <a:pt x="314" y="68"/>
                    </a:lnTo>
                    <a:lnTo>
                      <a:pt x="318" y="72"/>
                    </a:lnTo>
                    <a:lnTo>
                      <a:pt x="318" y="68"/>
                    </a:lnTo>
                    <a:lnTo>
                      <a:pt x="318" y="64"/>
                    </a:lnTo>
                    <a:lnTo>
                      <a:pt x="318" y="68"/>
                    </a:lnTo>
                    <a:lnTo>
                      <a:pt x="314" y="68"/>
                    </a:lnTo>
                    <a:lnTo>
                      <a:pt x="310" y="68"/>
                    </a:lnTo>
                    <a:lnTo>
                      <a:pt x="310" y="64"/>
                    </a:lnTo>
                    <a:lnTo>
                      <a:pt x="310" y="60"/>
                    </a:lnTo>
                    <a:lnTo>
                      <a:pt x="314" y="56"/>
                    </a:lnTo>
                    <a:lnTo>
                      <a:pt x="310" y="56"/>
                    </a:lnTo>
                    <a:lnTo>
                      <a:pt x="314" y="56"/>
                    </a:lnTo>
                    <a:lnTo>
                      <a:pt x="314" y="54"/>
                    </a:lnTo>
                    <a:lnTo>
                      <a:pt x="318" y="50"/>
                    </a:lnTo>
                    <a:lnTo>
                      <a:pt x="318" y="46"/>
                    </a:lnTo>
                    <a:lnTo>
                      <a:pt x="318" y="42"/>
                    </a:lnTo>
                    <a:lnTo>
                      <a:pt x="318" y="38"/>
                    </a:lnTo>
                    <a:lnTo>
                      <a:pt x="320" y="34"/>
                    </a:lnTo>
                    <a:lnTo>
                      <a:pt x="320" y="30"/>
                    </a:lnTo>
                    <a:lnTo>
                      <a:pt x="320" y="26"/>
                    </a:lnTo>
                    <a:lnTo>
                      <a:pt x="320" y="30"/>
                    </a:lnTo>
                    <a:lnTo>
                      <a:pt x="320" y="26"/>
                    </a:lnTo>
                    <a:lnTo>
                      <a:pt x="320" y="24"/>
                    </a:lnTo>
                    <a:lnTo>
                      <a:pt x="320" y="24"/>
                    </a:lnTo>
                    <a:lnTo>
                      <a:pt x="320" y="24"/>
                    </a:lnTo>
                    <a:close/>
                    <a:moveTo>
                      <a:pt x="4" y="56"/>
                    </a:moveTo>
                    <a:lnTo>
                      <a:pt x="0" y="56"/>
                    </a:lnTo>
                    <a:lnTo>
                      <a:pt x="0" y="54"/>
                    </a:lnTo>
                    <a:lnTo>
                      <a:pt x="4" y="54"/>
                    </a:lnTo>
                    <a:lnTo>
                      <a:pt x="4" y="56"/>
                    </a:lnTo>
                    <a:lnTo>
                      <a:pt x="4" y="56"/>
                    </a:lnTo>
                    <a:lnTo>
                      <a:pt x="4" y="56"/>
                    </a:lnTo>
                    <a:close/>
                    <a:moveTo>
                      <a:pt x="60" y="72"/>
                    </a:moveTo>
                    <a:lnTo>
                      <a:pt x="60" y="68"/>
                    </a:lnTo>
                    <a:lnTo>
                      <a:pt x="56" y="68"/>
                    </a:lnTo>
                    <a:lnTo>
                      <a:pt x="60" y="68"/>
                    </a:lnTo>
                    <a:lnTo>
                      <a:pt x="60" y="72"/>
                    </a:lnTo>
                    <a:lnTo>
                      <a:pt x="60" y="72"/>
                    </a:lnTo>
                    <a:lnTo>
                      <a:pt x="60" y="72"/>
                    </a:lnTo>
                    <a:close/>
                    <a:moveTo>
                      <a:pt x="48" y="72"/>
                    </a:moveTo>
                    <a:lnTo>
                      <a:pt x="46" y="68"/>
                    </a:lnTo>
                    <a:lnTo>
                      <a:pt x="48" y="68"/>
                    </a:lnTo>
                    <a:lnTo>
                      <a:pt x="52" y="72"/>
                    </a:lnTo>
                    <a:lnTo>
                      <a:pt x="48" y="72"/>
                    </a:lnTo>
                    <a:lnTo>
                      <a:pt x="48" y="72"/>
                    </a:lnTo>
                    <a:lnTo>
                      <a:pt x="48" y="72"/>
                    </a:lnTo>
                    <a:close/>
                    <a:moveTo>
                      <a:pt x="38" y="72"/>
                    </a:moveTo>
                    <a:lnTo>
                      <a:pt x="38" y="68"/>
                    </a:lnTo>
                    <a:lnTo>
                      <a:pt x="38" y="72"/>
                    </a:lnTo>
                    <a:lnTo>
                      <a:pt x="38" y="72"/>
                    </a:lnTo>
                    <a:lnTo>
                      <a:pt x="38" y="72"/>
                    </a:lnTo>
                    <a:close/>
                    <a:moveTo>
                      <a:pt x="46" y="76"/>
                    </a:moveTo>
                    <a:lnTo>
                      <a:pt x="42" y="76"/>
                    </a:lnTo>
                    <a:lnTo>
                      <a:pt x="42" y="72"/>
                    </a:lnTo>
                    <a:lnTo>
                      <a:pt x="46" y="72"/>
                    </a:lnTo>
                    <a:lnTo>
                      <a:pt x="48" y="76"/>
                    </a:lnTo>
                    <a:lnTo>
                      <a:pt x="46" y="76"/>
                    </a:lnTo>
                    <a:lnTo>
                      <a:pt x="46" y="76"/>
                    </a:lnTo>
                    <a:lnTo>
                      <a:pt x="46" y="76"/>
                    </a:lnTo>
                    <a:close/>
                    <a:moveTo>
                      <a:pt x="82" y="86"/>
                    </a:moveTo>
                    <a:lnTo>
                      <a:pt x="78" y="86"/>
                    </a:lnTo>
                    <a:lnTo>
                      <a:pt x="78" y="82"/>
                    </a:lnTo>
                    <a:lnTo>
                      <a:pt x="82" y="86"/>
                    </a:lnTo>
                    <a:lnTo>
                      <a:pt x="86" y="86"/>
                    </a:lnTo>
                    <a:lnTo>
                      <a:pt x="86" y="82"/>
                    </a:lnTo>
                    <a:lnTo>
                      <a:pt x="90" y="82"/>
                    </a:lnTo>
                    <a:lnTo>
                      <a:pt x="90" y="86"/>
                    </a:lnTo>
                    <a:lnTo>
                      <a:pt x="86" y="86"/>
                    </a:lnTo>
                    <a:lnTo>
                      <a:pt x="82" y="86"/>
                    </a:lnTo>
                    <a:lnTo>
                      <a:pt x="82" y="86"/>
                    </a:lnTo>
                    <a:lnTo>
                      <a:pt x="82" y="86"/>
                    </a:lnTo>
                    <a:close/>
                    <a:moveTo>
                      <a:pt x="90" y="102"/>
                    </a:moveTo>
                    <a:lnTo>
                      <a:pt x="86" y="102"/>
                    </a:lnTo>
                    <a:lnTo>
                      <a:pt x="90" y="102"/>
                    </a:lnTo>
                    <a:lnTo>
                      <a:pt x="90" y="102"/>
                    </a:lnTo>
                    <a:lnTo>
                      <a:pt x="90" y="102"/>
                    </a:lnTo>
                    <a:close/>
                    <a:moveTo>
                      <a:pt x="204" y="184"/>
                    </a:moveTo>
                    <a:lnTo>
                      <a:pt x="202" y="184"/>
                    </a:lnTo>
                    <a:lnTo>
                      <a:pt x="202" y="180"/>
                    </a:lnTo>
                    <a:lnTo>
                      <a:pt x="204" y="180"/>
                    </a:lnTo>
                    <a:lnTo>
                      <a:pt x="208" y="180"/>
                    </a:lnTo>
                    <a:lnTo>
                      <a:pt x="204" y="184"/>
                    </a:lnTo>
                    <a:lnTo>
                      <a:pt x="204" y="184"/>
                    </a:lnTo>
                    <a:lnTo>
                      <a:pt x="204" y="18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0" name="Freeform 194"/>
              <p:cNvSpPr>
                <a:spLocks noEditPoints="1"/>
              </p:cNvSpPr>
              <p:nvPr/>
            </p:nvSpPr>
            <p:spPr bwMode="gray">
              <a:xfrm>
                <a:off x="5206943" y="5184087"/>
                <a:ext cx="525259" cy="817449"/>
              </a:xfrm>
              <a:custGeom>
                <a:avLst/>
                <a:gdLst>
                  <a:gd name="T0" fmla="*/ 12 w 302"/>
                  <a:gd name="T1" fmla="*/ 116 h 470"/>
                  <a:gd name="T2" fmla="*/ 28 w 302"/>
                  <a:gd name="T3" fmla="*/ 122 h 470"/>
                  <a:gd name="T4" fmla="*/ 42 w 302"/>
                  <a:gd name="T5" fmla="*/ 116 h 470"/>
                  <a:gd name="T6" fmla="*/ 50 w 302"/>
                  <a:gd name="T7" fmla="*/ 92 h 470"/>
                  <a:gd name="T8" fmla="*/ 50 w 302"/>
                  <a:gd name="T9" fmla="*/ 56 h 470"/>
                  <a:gd name="T10" fmla="*/ 56 w 302"/>
                  <a:gd name="T11" fmla="*/ 60 h 470"/>
                  <a:gd name="T12" fmla="*/ 60 w 302"/>
                  <a:gd name="T13" fmla="*/ 78 h 470"/>
                  <a:gd name="T14" fmla="*/ 68 w 302"/>
                  <a:gd name="T15" fmla="*/ 86 h 470"/>
                  <a:gd name="T16" fmla="*/ 80 w 302"/>
                  <a:gd name="T17" fmla="*/ 76 h 470"/>
                  <a:gd name="T18" fmla="*/ 90 w 302"/>
                  <a:gd name="T19" fmla="*/ 60 h 470"/>
                  <a:gd name="T20" fmla="*/ 110 w 302"/>
                  <a:gd name="T21" fmla="*/ 64 h 470"/>
                  <a:gd name="T22" fmla="*/ 120 w 302"/>
                  <a:gd name="T23" fmla="*/ 68 h 470"/>
                  <a:gd name="T24" fmla="*/ 128 w 302"/>
                  <a:gd name="T25" fmla="*/ 60 h 470"/>
                  <a:gd name="T26" fmla="*/ 142 w 302"/>
                  <a:gd name="T27" fmla="*/ 46 h 470"/>
                  <a:gd name="T28" fmla="*/ 146 w 302"/>
                  <a:gd name="T29" fmla="*/ 26 h 470"/>
                  <a:gd name="T30" fmla="*/ 164 w 302"/>
                  <a:gd name="T31" fmla="*/ 12 h 470"/>
                  <a:gd name="T32" fmla="*/ 180 w 302"/>
                  <a:gd name="T33" fmla="*/ 0 h 470"/>
                  <a:gd name="T34" fmla="*/ 198 w 302"/>
                  <a:gd name="T35" fmla="*/ 4 h 470"/>
                  <a:gd name="T36" fmla="*/ 212 w 302"/>
                  <a:gd name="T37" fmla="*/ 22 h 470"/>
                  <a:gd name="T38" fmla="*/ 216 w 302"/>
                  <a:gd name="T39" fmla="*/ 42 h 470"/>
                  <a:gd name="T40" fmla="*/ 216 w 302"/>
                  <a:gd name="T41" fmla="*/ 60 h 470"/>
                  <a:gd name="T42" fmla="*/ 210 w 302"/>
                  <a:gd name="T43" fmla="*/ 64 h 470"/>
                  <a:gd name="T44" fmla="*/ 202 w 302"/>
                  <a:gd name="T45" fmla="*/ 82 h 470"/>
                  <a:gd name="T46" fmla="*/ 206 w 302"/>
                  <a:gd name="T47" fmla="*/ 92 h 470"/>
                  <a:gd name="T48" fmla="*/ 220 w 302"/>
                  <a:gd name="T49" fmla="*/ 86 h 470"/>
                  <a:gd name="T50" fmla="*/ 228 w 302"/>
                  <a:gd name="T51" fmla="*/ 96 h 470"/>
                  <a:gd name="T52" fmla="*/ 224 w 302"/>
                  <a:gd name="T53" fmla="*/ 116 h 470"/>
                  <a:gd name="T54" fmla="*/ 210 w 302"/>
                  <a:gd name="T55" fmla="*/ 130 h 470"/>
                  <a:gd name="T56" fmla="*/ 202 w 302"/>
                  <a:gd name="T57" fmla="*/ 148 h 470"/>
                  <a:gd name="T58" fmla="*/ 190 w 302"/>
                  <a:gd name="T59" fmla="*/ 168 h 470"/>
                  <a:gd name="T60" fmla="*/ 180 w 302"/>
                  <a:gd name="T61" fmla="*/ 178 h 470"/>
                  <a:gd name="T62" fmla="*/ 164 w 302"/>
                  <a:gd name="T63" fmla="*/ 194 h 470"/>
                  <a:gd name="T64" fmla="*/ 150 w 302"/>
                  <a:gd name="T65" fmla="*/ 206 h 470"/>
                  <a:gd name="T66" fmla="*/ 136 w 302"/>
                  <a:gd name="T67" fmla="*/ 212 h 470"/>
                  <a:gd name="T68" fmla="*/ 124 w 302"/>
                  <a:gd name="T69" fmla="*/ 216 h 470"/>
                  <a:gd name="T70" fmla="*/ 98 w 302"/>
                  <a:gd name="T71" fmla="*/ 216 h 470"/>
                  <a:gd name="T72" fmla="*/ 80 w 302"/>
                  <a:gd name="T73" fmla="*/ 220 h 470"/>
                  <a:gd name="T74" fmla="*/ 60 w 302"/>
                  <a:gd name="T75" fmla="*/ 224 h 470"/>
                  <a:gd name="T76" fmla="*/ 42 w 302"/>
                  <a:gd name="T77" fmla="*/ 232 h 470"/>
                  <a:gd name="T78" fmla="*/ 30 w 302"/>
                  <a:gd name="T79" fmla="*/ 220 h 470"/>
                  <a:gd name="T80" fmla="*/ 28 w 302"/>
                  <a:gd name="T81" fmla="*/ 224 h 470"/>
                  <a:gd name="T82" fmla="*/ 28 w 302"/>
                  <a:gd name="T83" fmla="*/ 212 h 470"/>
                  <a:gd name="T84" fmla="*/ 24 w 302"/>
                  <a:gd name="T85" fmla="*/ 194 h 470"/>
                  <a:gd name="T86" fmla="*/ 24 w 302"/>
                  <a:gd name="T87" fmla="*/ 178 h 470"/>
                  <a:gd name="T88" fmla="*/ 16 w 302"/>
                  <a:gd name="T89" fmla="*/ 164 h 470"/>
                  <a:gd name="T90" fmla="*/ 8 w 302"/>
                  <a:gd name="T91" fmla="*/ 142 h 470"/>
                  <a:gd name="T92" fmla="*/ 0 w 302"/>
                  <a:gd name="T93" fmla="*/ 120 h 470"/>
                  <a:gd name="T94" fmla="*/ 8 w 302"/>
                  <a:gd name="T95" fmla="*/ 108 h 470"/>
                  <a:gd name="T96" fmla="*/ 180 w 302"/>
                  <a:gd name="T97" fmla="*/ 122 h 470"/>
                  <a:gd name="T98" fmla="*/ 168 w 302"/>
                  <a:gd name="T99" fmla="*/ 120 h 470"/>
                  <a:gd name="T100" fmla="*/ 154 w 302"/>
                  <a:gd name="T101" fmla="*/ 134 h 470"/>
                  <a:gd name="T102" fmla="*/ 154 w 302"/>
                  <a:gd name="T103" fmla="*/ 148 h 470"/>
                  <a:gd name="T104" fmla="*/ 164 w 302"/>
                  <a:gd name="T105" fmla="*/ 146 h 470"/>
                  <a:gd name="T106" fmla="*/ 180 w 302"/>
                  <a:gd name="T107" fmla="*/ 134 h 470"/>
                  <a:gd name="T108" fmla="*/ 302 w 302"/>
                  <a:gd name="T109" fmla="*/ 466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02" h="470">
                    <a:moveTo>
                      <a:pt x="8" y="108"/>
                    </a:moveTo>
                    <a:lnTo>
                      <a:pt x="8" y="112"/>
                    </a:lnTo>
                    <a:lnTo>
                      <a:pt x="12" y="112"/>
                    </a:lnTo>
                    <a:lnTo>
                      <a:pt x="12" y="108"/>
                    </a:lnTo>
                    <a:lnTo>
                      <a:pt x="12" y="112"/>
                    </a:lnTo>
                    <a:lnTo>
                      <a:pt x="12" y="116"/>
                    </a:lnTo>
                    <a:lnTo>
                      <a:pt x="12" y="120"/>
                    </a:lnTo>
                    <a:lnTo>
                      <a:pt x="16" y="120"/>
                    </a:lnTo>
                    <a:lnTo>
                      <a:pt x="20" y="120"/>
                    </a:lnTo>
                    <a:lnTo>
                      <a:pt x="20" y="122"/>
                    </a:lnTo>
                    <a:lnTo>
                      <a:pt x="24" y="122"/>
                    </a:lnTo>
                    <a:lnTo>
                      <a:pt x="28" y="122"/>
                    </a:lnTo>
                    <a:lnTo>
                      <a:pt x="30" y="120"/>
                    </a:lnTo>
                    <a:lnTo>
                      <a:pt x="34" y="122"/>
                    </a:lnTo>
                    <a:lnTo>
                      <a:pt x="38" y="122"/>
                    </a:lnTo>
                    <a:lnTo>
                      <a:pt x="38" y="120"/>
                    </a:lnTo>
                    <a:lnTo>
                      <a:pt x="42" y="120"/>
                    </a:lnTo>
                    <a:lnTo>
                      <a:pt x="42" y="116"/>
                    </a:lnTo>
                    <a:lnTo>
                      <a:pt x="46" y="116"/>
                    </a:lnTo>
                    <a:lnTo>
                      <a:pt x="50" y="112"/>
                    </a:lnTo>
                    <a:lnTo>
                      <a:pt x="50" y="108"/>
                    </a:lnTo>
                    <a:lnTo>
                      <a:pt x="50" y="104"/>
                    </a:lnTo>
                    <a:lnTo>
                      <a:pt x="50" y="96"/>
                    </a:lnTo>
                    <a:lnTo>
                      <a:pt x="50" y="92"/>
                    </a:lnTo>
                    <a:lnTo>
                      <a:pt x="50" y="90"/>
                    </a:lnTo>
                    <a:lnTo>
                      <a:pt x="50" y="78"/>
                    </a:lnTo>
                    <a:lnTo>
                      <a:pt x="50" y="68"/>
                    </a:lnTo>
                    <a:lnTo>
                      <a:pt x="50" y="64"/>
                    </a:lnTo>
                    <a:lnTo>
                      <a:pt x="50" y="60"/>
                    </a:lnTo>
                    <a:lnTo>
                      <a:pt x="50" y="56"/>
                    </a:lnTo>
                    <a:lnTo>
                      <a:pt x="50" y="52"/>
                    </a:lnTo>
                    <a:lnTo>
                      <a:pt x="50" y="48"/>
                    </a:lnTo>
                    <a:lnTo>
                      <a:pt x="54" y="48"/>
                    </a:lnTo>
                    <a:lnTo>
                      <a:pt x="54" y="52"/>
                    </a:lnTo>
                    <a:lnTo>
                      <a:pt x="56" y="56"/>
                    </a:lnTo>
                    <a:lnTo>
                      <a:pt x="56" y="60"/>
                    </a:lnTo>
                    <a:lnTo>
                      <a:pt x="60" y="64"/>
                    </a:lnTo>
                    <a:lnTo>
                      <a:pt x="56" y="64"/>
                    </a:lnTo>
                    <a:lnTo>
                      <a:pt x="60" y="68"/>
                    </a:lnTo>
                    <a:lnTo>
                      <a:pt x="60" y="72"/>
                    </a:lnTo>
                    <a:lnTo>
                      <a:pt x="60" y="76"/>
                    </a:lnTo>
                    <a:lnTo>
                      <a:pt x="60" y="78"/>
                    </a:lnTo>
                    <a:lnTo>
                      <a:pt x="56" y="78"/>
                    </a:lnTo>
                    <a:lnTo>
                      <a:pt x="56" y="82"/>
                    </a:lnTo>
                    <a:lnTo>
                      <a:pt x="56" y="86"/>
                    </a:lnTo>
                    <a:lnTo>
                      <a:pt x="60" y="86"/>
                    </a:lnTo>
                    <a:lnTo>
                      <a:pt x="64" y="86"/>
                    </a:lnTo>
                    <a:lnTo>
                      <a:pt x="68" y="86"/>
                    </a:lnTo>
                    <a:lnTo>
                      <a:pt x="72" y="86"/>
                    </a:lnTo>
                    <a:lnTo>
                      <a:pt x="76" y="86"/>
                    </a:lnTo>
                    <a:lnTo>
                      <a:pt x="76" y="82"/>
                    </a:lnTo>
                    <a:lnTo>
                      <a:pt x="80" y="82"/>
                    </a:lnTo>
                    <a:lnTo>
                      <a:pt x="80" y="78"/>
                    </a:lnTo>
                    <a:lnTo>
                      <a:pt x="80" y="76"/>
                    </a:lnTo>
                    <a:lnTo>
                      <a:pt x="84" y="76"/>
                    </a:lnTo>
                    <a:lnTo>
                      <a:pt x="86" y="72"/>
                    </a:lnTo>
                    <a:lnTo>
                      <a:pt x="86" y="68"/>
                    </a:lnTo>
                    <a:lnTo>
                      <a:pt x="86" y="64"/>
                    </a:lnTo>
                    <a:lnTo>
                      <a:pt x="90" y="64"/>
                    </a:lnTo>
                    <a:lnTo>
                      <a:pt x="90" y="60"/>
                    </a:lnTo>
                    <a:lnTo>
                      <a:pt x="90" y="56"/>
                    </a:lnTo>
                    <a:lnTo>
                      <a:pt x="94" y="56"/>
                    </a:lnTo>
                    <a:lnTo>
                      <a:pt x="98" y="56"/>
                    </a:lnTo>
                    <a:lnTo>
                      <a:pt x="102" y="60"/>
                    </a:lnTo>
                    <a:lnTo>
                      <a:pt x="106" y="64"/>
                    </a:lnTo>
                    <a:lnTo>
                      <a:pt x="110" y="64"/>
                    </a:lnTo>
                    <a:lnTo>
                      <a:pt x="110" y="68"/>
                    </a:lnTo>
                    <a:lnTo>
                      <a:pt x="112" y="68"/>
                    </a:lnTo>
                    <a:lnTo>
                      <a:pt x="112" y="64"/>
                    </a:lnTo>
                    <a:lnTo>
                      <a:pt x="112" y="68"/>
                    </a:lnTo>
                    <a:lnTo>
                      <a:pt x="116" y="68"/>
                    </a:lnTo>
                    <a:lnTo>
                      <a:pt x="120" y="68"/>
                    </a:lnTo>
                    <a:lnTo>
                      <a:pt x="120" y="64"/>
                    </a:lnTo>
                    <a:lnTo>
                      <a:pt x="120" y="68"/>
                    </a:lnTo>
                    <a:lnTo>
                      <a:pt x="124" y="68"/>
                    </a:lnTo>
                    <a:lnTo>
                      <a:pt x="124" y="64"/>
                    </a:lnTo>
                    <a:lnTo>
                      <a:pt x="128" y="64"/>
                    </a:lnTo>
                    <a:lnTo>
                      <a:pt x="128" y="60"/>
                    </a:lnTo>
                    <a:lnTo>
                      <a:pt x="132" y="56"/>
                    </a:lnTo>
                    <a:lnTo>
                      <a:pt x="132" y="52"/>
                    </a:lnTo>
                    <a:lnTo>
                      <a:pt x="132" y="48"/>
                    </a:lnTo>
                    <a:lnTo>
                      <a:pt x="136" y="46"/>
                    </a:lnTo>
                    <a:lnTo>
                      <a:pt x="140" y="46"/>
                    </a:lnTo>
                    <a:lnTo>
                      <a:pt x="142" y="46"/>
                    </a:lnTo>
                    <a:lnTo>
                      <a:pt x="142" y="42"/>
                    </a:lnTo>
                    <a:lnTo>
                      <a:pt x="146" y="42"/>
                    </a:lnTo>
                    <a:lnTo>
                      <a:pt x="146" y="38"/>
                    </a:lnTo>
                    <a:lnTo>
                      <a:pt x="146" y="34"/>
                    </a:lnTo>
                    <a:lnTo>
                      <a:pt x="146" y="30"/>
                    </a:lnTo>
                    <a:lnTo>
                      <a:pt x="146" y="26"/>
                    </a:lnTo>
                    <a:lnTo>
                      <a:pt x="150" y="26"/>
                    </a:lnTo>
                    <a:lnTo>
                      <a:pt x="154" y="22"/>
                    </a:lnTo>
                    <a:lnTo>
                      <a:pt x="158" y="22"/>
                    </a:lnTo>
                    <a:lnTo>
                      <a:pt x="158" y="18"/>
                    </a:lnTo>
                    <a:lnTo>
                      <a:pt x="162" y="16"/>
                    </a:lnTo>
                    <a:lnTo>
                      <a:pt x="164" y="12"/>
                    </a:lnTo>
                    <a:lnTo>
                      <a:pt x="164" y="8"/>
                    </a:lnTo>
                    <a:lnTo>
                      <a:pt x="168" y="8"/>
                    </a:lnTo>
                    <a:lnTo>
                      <a:pt x="172" y="8"/>
                    </a:lnTo>
                    <a:lnTo>
                      <a:pt x="176" y="8"/>
                    </a:lnTo>
                    <a:lnTo>
                      <a:pt x="176" y="4"/>
                    </a:lnTo>
                    <a:lnTo>
                      <a:pt x="180" y="0"/>
                    </a:lnTo>
                    <a:lnTo>
                      <a:pt x="182" y="0"/>
                    </a:lnTo>
                    <a:lnTo>
                      <a:pt x="186" y="0"/>
                    </a:lnTo>
                    <a:lnTo>
                      <a:pt x="190" y="0"/>
                    </a:lnTo>
                    <a:lnTo>
                      <a:pt x="190" y="4"/>
                    </a:lnTo>
                    <a:lnTo>
                      <a:pt x="194" y="4"/>
                    </a:lnTo>
                    <a:lnTo>
                      <a:pt x="198" y="4"/>
                    </a:lnTo>
                    <a:lnTo>
                      <a:pt x="202" y="4"/>
                    </a:lnTo>
                    <a:lnTo>
                      <a:pt x="206" y="4"/>
                    </a:lnTo>
                    <a:lnTo>
                      <a:pt x="210" y="4"/>
                    </a:lnTo>
                    <a:lnTo>
                      <a:pt x="210" y="8"/>
                    </a:lnTo>
                    <a:lnTo>
                      <a:pt x="212" y="18"/>
                    </a:lnTo>
                    <a:lnTo>
                      <a:pt x="212" y="22"/>
                    </a:lnTo>
                    <a:lnTo>
                      <a:pt x="212" y="26"/>
                    </a:lnTo>
                    <a:lnTo>
                      <a:pt x="212" y="30"/>
                    </a:lnTo>
                    <a:lnTo>
                      <a:pt x="216" y="30"/>
                    </a:lnTo>
                    <a:lnTo>
                      <a:pt x="216" y="34"/>
                    </a:lnTo>
                    <a:lnTo>
                      <a:pt x="216" y="38"/>
                    </a:lnTo>
                    <a:lnTo>
                      <a:pt x="216" y="42"/>
                    </a:lnTo>
                    <a:lnTo>
                      <a:pt x="220" y="42"/>
                    </a:lnTo>
                    <a:lnTo>
                      <a:pt x="216" y="46"/>
                    </a:lnTo>
                    <a:lnTo>
                      <a:pt x="216" y="48"/>
                    </a:lnTo>
                    <a:lnTo>
                      <a:pt x="216" y="52"/>
                    </a:lnTo>
                    <a:lnTo>
                      <a:pt x="220" y="52"/>
                    </a:lnTo>
                    <a:lnTo>
                      <a:pt x="216" y="60"/>
                    </a:lnTo>
                    <a:lnTo>
                      <a:pt x="216" y="64"/>
                    </a:lnTo>
                    <a:lnTo>
                      <a:pt x="216" y="68"/>
                    </a:lnTo>
                    <a:lnTo>
                      <a:pt x="216" y="72"/>
                    </a:lnTo>
                    <a:lnTo>
                      <a:pt x="216" y="68"/>
                    </a:lnTo>
                    <a:lnTo>
                      <a:pt x="212" y="68"/>
                    </a:lnTo>
                    <a:lnTo>
                      <a:pt x="210" y="64"/>
                    </a:lnTo>
                    <a:lnTo>
                      <a:pt x="206" y="68"/>
                    </a:lnTo>
                    <a:lnTo>
                      <a:pt x="206" y="72"/>
                    </a:lnTo>
                    <a:lnTo>
                      <a:pt x="206" y="76"/>
                    </a:lnTo>
                    <a:lnTo>
                      <a:pt x="202" y="76"/>
                    </a:lnTo>
                    <a:lnTo>
                      <a:pt x="202" y="78"/>
                    </a:lnTo>
                    <a:lnTo>
                      <a:pt x="202" y="82"/>
                    </a:lnTo>
                    <a:lnTo>
                      <a:pt x="202" y="86"/>
                    </a:lnTo>
                    <a:lnTo>
                      <a:pt x="202" y="82"/>
                    </a:lnTo>
                    <a:lnTo>
                      <a:pt x="202" y="86"/>
                    </a:lnTo>
                    <a:lnTo>
                      <a:pt x="206" y="86"/>
                    </a:lnTo>
                    <a:lnTo>
                      <a:pt x="206" y="90"/>
                    </a:lnTo>
                    <a:lnTo>
                      <a:pt x="206" y="92"/>
                    </a:lnTo>
                    <a:lnTo>
                      <a:pt x="210" y="92"/>
                    </a:lnTo>
                    <a:lnTo>
                      <a:pt x="212" y="92"/>
                    </a:lnTo>
                    <a:lnTo>
                      <a:pt x="216" y="92"/>
                    </a:lnTo>
                    <a:lnTo>
                      <a:pt x="216" y="90"/>
                    </a:lnTo>
                    <a:lnTo>
                      <a:pt x="216" y="86"/>
                    </a:lnTo>
                    <a:lnTo>
                      <a:pt x="220" y="86"/>
                    </a:lnTo>
                    <a:lnTo>
                      <a:pt x="224" y="86"/>
                    </a:lnTo>
                    <a:lnTo>
                      <a:pt x="228" y="86"/>
                    </a:lnTo>
                    <a:lnTo>
                      <a:pt x="232" y="86"/>
                    </a:lnTo>
                    <a:lnTo>
                      <a:pt x="232" y="90"/>
                    </a:lnTo>
                    <a:lnTo>
                      <a:pt x="228" y="92"/>
                    </a:lnTo>
                    <a:lnTo>
                      <a:pt x="228" y="96"/>
                    </a:lnTo>
                    <a:lnTo>
                      <a:pt x="228" y="100"/>
                    </a:lnTo>
                    <a:lnTo>
                      <a:pt x="228" y="104"/>
                    </a:lnTo>
                    <a:lnTo>
                      <a:pt x="228" y="108"/>
                    </a:lnTo>
                    <a:lnTo>
                      <a:pt x="224" y="108"/>
                    </a:lnTo>
                    <a:lnTo>
                      <a:pt x="224" y="112"/>
                    </a:lnTo>
                    <a:lnTo>
                      <a:pt x="224" y="116"/>
                    </a:lnTo>
                    <a:lnTo>
                      <a:pt x="220" y="120"/>
                    </a:lnTo>
                    <a:lnTo>
                      <a:pt x="220" y="122"/>
                    </a:lnTo>
                    <a:lnTo>
                      <a:pt x="216" y="122"/>
                    </a:lnTo>
                    <a:lnTo>
                      <a:pt x="212" y="122"/>
                    </a:lnTo>
                    <a:lnTo>
                      <a:pt x="212" y="126"/>
                    </a:lnTo>
                    <a:lnTo>
                      <a:pt x="210" y="130"/>
                    </a:lnTo>
                    <a:lnTo>
                      <a:pt x="206" y="134"/>
                    </a:lnTo>
                    <a:lnTo>
                      <a:pt x="206" y="138"/>
                    </a:lnTo>
                    <a:lnTo>
                      <a:pt x="206" y="142"/>
                    </a:lnTo>
                    <a:lnTo>
                      <a:pt x="202" y="142"/>
                    </a:lnTo>
                    <a:lnTo>
                      <a:pt x="202" y="146"/>
                    </a:lnTo>
                    <a:lnTo>
                      <a:pt x="202" y="148"/>
                    </a:lnTo>
                    <a:lnTo>
                      <a:pt x="198" y="148"/>
                    </a:lnTo>
                    <a:lnTo>
                      <a:pt x="198" y="156"/>
                    </a:lnTo>
                    <a:lnTo>
                      <a:pt x="194" y="156"/>
                    </a:lnTo>
                    <a:lnTo>
                      <a:pt x="194" y="160"/>
                    </a:lnTo>
                    <a:lnTo>
                      <a:pt x="190" y="164"/>
                    </a:lnTo>
                    <a:lnTo>
                      <a:pt x="190" y="168"/>
                    </a:lnTo>
                    <a:lnTo>
                      <a:pt x="186" y="168"/>
                    </a:lnTo>
                    <a:lnTo>
                      <a:pt x="186" y="172"/>
                    </a:lnTo>
                    <a:lnTo>
                      <a:pt x="182" y="172"/>
                    </a:lnTo>
                    <a:lnTo>
                      <a:pt x="182" y="176"/>
                    </a:lnTo>
                    <a:lnTo>
                      <a:pt x="180" y="176"/>
                    </a:lnTo>
                    <a:lnTo>
                      <a:pt x="180" y="178"/>
                    </a:lnTo>
                    <a:lnTo>
                      <a:pt x="176" y="178"/>
                    </a:lnTo>
                    <a:lnTo>
                      <a:pt x="176" y="182"/>
                    </a:lnTo>
                    <a:lnTo>
                      <a:pt x="172" y="186"/>
                    </a:lnTo>
                    <a:lnTo>
                      <a:pt x="168" y="190"/>
                    </a:lnTo>
                    <a:lnTo>
                      <a:pt x="168" y="194"/>
                    </a:lnTo>
                    <a:lnTo>
                      <a:pt x="164" y="194"/>
                    </a:lnTo>
                    <a:lnTo>
                      <a:pt x="164" y="198"/>
                    </a:lnTo>
                    <a:lnTo>
                      <a:pt x="162" y="198"/>
                    </a:lnTo>
                    <a:lnTo>
                      <a:pt x="158" y="198"/>
                    </a:lnTo>
                    <a:lnTo>
                      <a:pt x="158" y="202"/>
                    </a:lnTo>
                    <a:lnTo>
                      <a:pt x="154" y="206"/>
                    </a:lnTo>
                    <a:lnTo>
                      <a:pt x="150" y="206"/>
                    </a:lnTo>
                    <a:lnTo>
                      <a:pt x="150" y="208"/>
                    </a:lnTo>
                    <a:lnTo>
                      <a:pt x="146" y="208"/>
                    </a:lnTo>
                    <a:lnTo>
                      <a:pt x="142" y="208"/>
                    </a:lnTo>
                    <a:lnTo>
                      <a:pt x="142" y="212"/>
                    </a:lnTo>
                    <a:lnTo>
                      <a:pt x="140" y="212"/>
                    </a:lnTo>
                    <a:lnTo>
                      <a:pt x="136" y="212"/>
                    </a:lnTo>
                    <a:lnTo>
                      <a:pt x="132" y="212"/>
                    </a:lnTo>
                    <a:lnTo>
                      <a:pt x="128" y="212"/>
                    </a:lnTo>
                    <a:lnTo>
                      <a:pt x="128" y="216"/>
                    </a:lnTo>
                    <a:lnTo>
                      <a:pt x="132" y="216"/>
                    </a:lnTo>
                    <a:lnTo>
                      <a:pt x="128" y="216"/>
                    </a:lnTo>
                    <a:lnTo>
                      <a:pt x="124" y="216"/>
                    </a:lnTo>
                    <a:lnTo>
                      <a:pt x="120" y="216"/>
                    </a:lnTo>
                    <a:lnTo>
                      <a:pt x="116" y="220"/>
                    </a:lnTo>
                    <a:lnTo>
                      <a:pt x="112" y="220"/>
                    </a:lnTo>
                    <a:lnTo>
                      <a:pt x="106" y="216"/>
                    </a:lnTo>
                    <a:lnTo>
                      <a:pt x="102" y="216"/>
                    </a:lnTo>
                    <a:lnTo>
                      <a:pt x="98" y="216"/>
                    </a:lnTo>
                    <a:lnTo>
                      <a:pt x="94" y="216"/>
                    </a:lnTo>
                    <a:lnTo>
                      <a:pt x="90" y="216"/>
                    </a:lnTo>
                    <a:lnTo>
                      <a:pt x="86" y="216"/>
                    </a:lnTo>
                    <a:lnTo>
                      <a:pt x="84" y="216"/>
                    </a:lnTo>
                    <a:lnTo>
                      <a:pt x="80" y="216"/>
                    </a:lnTo>
                    <a:lnTo>
                      <a:pt x="80" y="220"/>
                    </a:lnTo>
                    <a:lnTo>
                      <a:pt x="76" y="220"/>
                    </a:lnTo>
                    <a:lnTo>
                      <a:pt x="76" y="224"/>
                    </a:lnTo>
                    <a:lnTo>
                      <a:pt x="72" y="224"/>
                    </a:lnTo>
                    <a:lnTo>
                      <a:pt x="68" y="224"/>
                    </a:lnTo>
                    <a:lnTo>
                      <a:pt x="64" y="224"/>
                    </a:lnTo>
                    <a:lnTo>
                      <a:pt x="60" y="224"/>
                    </a:lnTo>
                    <a:lnTo>
                      <a:pt x="56" y="224"/>
                    </a:lnTo>
                    <a:lnTo>
                      <a:pt x="56" y="228"/>
                    </a:lnTo>
                    <a:lnTo>
                      <a:pt x="54" y="228"/>
                    </a:lnTo>
                    <a:lnTo>
                      <a:pt x="50" y="232"/>
                    </a:lnTo>
                    <a:lnTo>
                      <a:pt x="46" y="232"/>
                    </a:lnTo>
                    <a:lnTo>
                      <a:pt x="42" y="232"/>
                    </a:lnTo>
                    <a:lnTo>
                      <a:pt x="42" y="228"/>
                    </a:lnTo>
                    <a:lnTo>
                      <a:pt x="38" y="228"/>
                    </a:lnTo>
                    <a:lnTo>
                      <a:pt x="38" y="224"/>
                    </a:lnTo>
                    <a:lnTo>
                      <a:pt x="34" y="224"/>
                    </a:lnTo>
                    <a:lnTo>
                      <a:pt x="30" y="224"/>
                    </a:lnTo>
                    <a:lnTo>
                      <a:pt x="30" y="220"/>
                    </a:lnTo>
                    <a:lnTo>
                      <a:pt x="34" y="220"/>
                    </a:lnTo>
                    <a:lnTo>
                      <a:pt x="30" y="220"/>
                    </a:lnTo>
                    <a:lnTo>
                      <a:pt x="30" y="216"/>
                    </a:lnTo>
                    <a:lnTo>
                      <a:pt x="28" y="216"/>
                    </a:lnTo>
                    <a:lnTo>
                      <a:pt x="28" y="220"/>
                    </a:lnTo>
                    <a:lnTo>
                      <a:pt x="28" y="224"/>
                    </a:lnTo>
                    <a:lnTo>
                      <a:pt x="28" y="220"/>
                    </a:lnTo>
                    <a:lnTo>
                      <a:pt x="24" y="216"/>
                    </a:lnTo>
                    <a:lnTo>
                      <a:pt x="28" y="216"/>
                    </a:lnTo>
                    <a:lnTo>
                      <a:pt x="28" y="212"/>
                    </a:lnTo>
                    <a:lnTo>
                      <a:pt x="28" y="216"/>
                    </a:lnTo>
                    <a:lnTo>
                      <a:pt x="28" y="212"/>
                    </a:lnTo>
                    <a:lnTo>
                      <a:pt x="28" y="208"/>
                    </a:lnTo>
                    <a:lnTo>
                      <a:pt x="24" y="206"/>
                    </a:lnTo>
                    <a:lnTo>
                      <a:pt x="24" y="202"/>
                    </a:lnTo>
                    <a:lnTo>
                      <a:pt x="20" y="198"/>
                    </a:lnTo>
                    <a:lnTo>
                      <a:pt x="20" y="194"/>
                    </a:lnTo>
                    <a:lnTo>
                      <a:pt x="24" y="194"/>
                    </a:lnTo>
                    <a:lnTo>
                      <a:pt x="24" y="190"/>
                    </a:lnTo>
                    <a:lnTo>
                      <a:pt x="28" y="190"/>
                    </a:lnTo>
                    <a:lnTo>
                      <a:pt x="28" y="186"/>
                    </a:lnTo>
                    <a:lnTo>
                      <a:pt x="28" y="182"/>
                    </a:lnTo>
                    <a:lnTo>
                      <a:pt x="24" y="182"/>
                    </a:lnTo>
                    <a:lnTo>
                      <a:pt x="24" y="178"/>
                    </a:lnTo>
                    <a:lnTo>
                      <a:pt x="24" y="176"/>
                    </a:lnTo>
                    <a:lnTo>
                      <a:pt x="24" y="172"/>
                    </a:lnTo>
                    <a:lnTo>
                      <a:pt x="20" y="172"/>
                    </a:lnTo>
                    <a:lnTo>
                      <a:pt x="20" y="168"/>
                    </a:lnTo>
                    <a:lnTo>
                      <a:pt x="20" y="164"/>
                    </a:lnTo>
                    <a:lnTo>
                      <a:pt x="16" y="164"/>
                    </a:lnTo>
                    <a:lnTo>
                      <a:pt x="16" y="160"/>
                    </a:lnTo>
                    <a:lnTo>
                      <a:pt x="12" y="156"/>
                    </a:lnTo>
                    <a:lnTo>
                      <a:pt x="12" y="152"/>
                    </a:lnTo>
                    <a:lnTo>
                      <a:pt x="12" y="148"/>
                    </a:lnTo>
                    <a:lnTo>
                      <a:pt x="8" y="146"/>
                    </a:lnTo>
                    <a:lnTo>
                      <a:pt x="8" y="142"/>
                    </a:lnTo>
                    <a:lnTo>
                      <a:pt x="8" y="138"/>
                    </a:lnTo>
                    <a:lnTo>
                      <a:pt x="8" y="134"/>
                    </a:lnTo>
                    <a:lnTo>
                      <a:pt x="4" y="130"/>
                    </a:lnTo>
                    <a:lnTo>
                      <a:pt x="4" y="126"/>
                    </a:lnTo>
                    <a:lnTo>
                      <a:pt x="0" y="122"/>
                    </a:lnTo>
                    <a:lnTo>
                      <a:pt x="0" y="120"/>
                    </a:lnTo>
                    <a:lnTo>
                      <a:pt x="0" y="116"/>
                    </a:lnTo>
                    <a:lnTo>
                      <a:pt x="4" y="116"/>
                    </a:lnTo>
                    <a:lnTo>
                      <a:pt x="4" y="112"/>
                    </a:lnTo>
                    <a:lnTo>
                      <a:pt x="4" y="108"/>
                    </a:lnTo>
                    <a:lnTo>
                      <a:pt x="8" y="108"/>
                    </a:lnTo>
                    <a:lnTo>
                      <a:pt x="8" y="108"/>
                    </a:lnTo>
                    <a:lnTo>
                      <a:pt x="8" y="108"/>
                    </a:lnTo>
                    <a:close/>
                    <a:moveTo>
                      <a:pt x="180" y="134"/>
                    </a:moveTo>
                    <a:lnTo>
                      <a:pt x="180" y="130"/>
                    </a:lnTo>
                    <a:lnTo>
                      <a:pt x="182" y="130"/>
                    </a:lnTo>
                    <a:lnTo>
                      <a:pt x="180" y="126"/>
                    </a:lnTo>
                    <a:lnTo>
                      <a:pt x="180" y="122"/>
                    </a:lnTo>
                    <a:lnTo>
                      <a:pt x="176" y="122"/>
                    </a:lnTo>
                    <a:lnTo>
                      <a:pt x="176" y="120"/>
                    </a:lnTo>
                    <a:lnTo>
                      <a:pt x="172" y="120"/>
                    </a:lnTo>
                    <a:lnTo>
                      <a:pt x="172" y="116"/>
                    </a:lnTo>
                    <a:lnTo>
                      <a:pt x="168" y="116"/>
                    </a:lnTo>
                    <a:lnTo>
                      <a:pt x="168" y="120"/>
                    </a:lnTo>
                    <a:lnTo>
                      <a:pt x="164" y="120"/>
                    </a:lnTo>
                    <a:lnTo>
                      <a:pt x="162" y="122"/>
                    </a:lnTo>
                    <a:lnTo>
                      <a:pt x="158" y="122"/>
                    </a:lnTo>
                    <a:lnTo>
                      <a:pt x="158" y="126"/>
                    </a:lnTo>
                    <a:lnTo>
                      <a:pt x="154" y="130"/>
                    </a:lnTo>
                    <a:lnTo>
                      <a:pt x="154" y="134"/>
                    </a:lnTo>
                    <a:lnTo>
                      <a:pt x="150" y="134"/>
                    </a:lnTo>
                    <a:lnTo>
                      <a:pt x="150" y="138"/>
                    </a:lnTo>
                    <a:lnTo>
                      <a:pt x="150" y="142"/>
                    </a:lnTo>
                    <a:lnTo>
                      <a:pt x="154" y="142"/>
                    </a:lnTo>
                    <a:lnTo>
                      <a:pt x="154" y="146"/>
                    </a:lnTo>
                    <a:lnTo>
                      <a:pt x="154" y="148"/>
                    </a:lnTo>
                    <a:lnTo>
                      <a:pt x="158" y="148"/>
                    </a:lnTo>
                    <a:lnTo>
                      <a:pt x="158" y="152"/>
                    </a:lnTo>
                    <a:lnTo>
                      <a:pt x="162" y="152"/>
                    </a:lnTo>
                    <a:lnTo>
                      <a:pt x="164" y="152"/>
                    </a:lnTo>
                    <a:lnTo>
                      <a:pt x="164" y="148"/>
                    </a:lnTo>
                    <a:lnTo>
                      <a:pt x="164" y="146"/>
                    </a:lnTo>
                    <a:lnTo>
                      <a:pt x="168" y="146"/>
                    </a:lnTo>
                    <a:lnTo>
                      <a:pt x="172" y="146"/>
                    </a:lnTo>
                    <a:lnTo>
                      <a:pt x="176" y="142"/>
                    </a:lnTo>
                    <a:lnTo>
                      <a:pt x="180" y="142"/>
                    </a:lnTo>
                    <a:lnTo>
                      <a:pt x="180" y="138"/>
                    </a:lnTo>
                    <a:lnTo>
                      <a:pt x="180" y="134"/>
                    </a:lnTo>
                    <a:lnTo>
                      <a:pt x="180" y="134"/>
                    </a:lnTo>
                    <a:lnTo>
                      <a:pt x="180" y="134"/>
                    </a:lnTo>
                    <a:close/>
                    <a:moveTo>
                      <a:pt x="302" y="470"/>
                    </a:moveTo>
                    <a:lnTo>
                      <a:pt x="298" y="470"/>
                    </a:lnTo>
                    <a:lnTo>
                      <a:pt x="298" y="466"/>
                    </a:lnTo>
                    <a:lnTo>
                      <a:pt x="302" y="466"/>
                    </a:lnTo>
                    <a:lnTo>
                      <a:pt x="302" y="470"/>
                    </a:lnTo>
                    <a:lnTo>
                      <a:pt x="302" y="470"/>
                    </a:lnTo>
                    <a:lnTo>
                      <a:pt x="302" y="4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1" name="Freeform 195"/>
              <p:cNvSpPr>
                <a:spLocks noEditPoints="1"/>
              </p:cNvSpPr>
              <p:nvPr/>
            </p:nvSpPr>
            <p:spPr bwMode="gray">
              <a:xfrm>
                <a:off x="4351224" y="3156114"/>
                <a:ext cx="553087" cy="525255"/>
              </a:xfrm>
              <a:custGeom>
                <a:avLst/>
                <a:gdLst>
                  <a:gd name="T0" fmla="*/ 210 w 318"/>
                  <a:gd name="T1" fmla="*/ 8 h 302"/>
                  <a:gd name="T2" fmla="*/ 224 w 318"/>
                  <a:gd name="T3" fmla="*/ 8 h 302"/>
                  <a:gd name="T4" fmla="*/ 236 w 318"/>
                  <a:gd name="T5" fmla="*/ 12 h 302"/>
                  <a:gd name="T6" fmla="*/ 250 w 318"/>
                  <a:gd name="T7" fmla="*/ 18 h 302"/>
                  <a:gd name="T8" fmla="*/ 266 w 318"/>
                  <a:gd name="T9" fmla="*/ 18 h 302"/>
                  <a:gd name="T10" fmla="*/ 278 w 318"/>
                  <a:gd name="T11" fmla="*/ 22 h 302"/>
                  <a:gd name="T12" fmla="*/ 296 w 318"/>
                  <a:gd name="T13" fmla="*/ 26 h 302"/>
                  <a:gd name="T14" fmla="*/ 304 w 318"/>
                  <a:gd name="T15" fmla="*/ 36 h 302"/>
                  <a:gd name="T16" fmla="*/ 284 w 318"/>
                  <a:gd name="T17" fmla="*/ 48 h 302"/>
                  <a:gd name="T18" fmla="*/ 270 w 318"/>
                  <a:gd name="T19" fmla="*/ 58 h 302"/>
                  <a:gd name="T20" fmla="*/ 266 w 318"/>
                  <a:gd name="T21" fmla="*/ 62 h 302"/>
                  <a:gd name="T22" fmla="*/ 254 w 318"/>
                  <a:gd name="T23" fmla="*/ 88 h 302"/>
                  <a:gd name="T24" fmla="*/ 258 w 318"/>
                  <a:gd name="T25" fmla="*/ 100 h 302"/>
                  <a:gd name="T26" fmla="*/ 248 w 318"/>
                  <a:gd name="T27" fmla="*/ 110 h 302"/>
                  <a:gd name="T28" fmla="*/ 236 w 318"/>
                  <a:gd name="T29" fmla="*/ 122 h 302"/>
                  <a:gd name="T30" fmla="*/ 220 w 318"/>
                  <a:gd name="T31" fmla="*/ 134 h 302"/>
                  <a:gd name="T32" fmla="*/ 202 w 318"/>
                  <a:gd name="T33" fmla="*/ 134 h 302"/>
                  <a:gd name="T34" fmla="*/ 188 w 318"/>
                  <a:gd name="T35" fmla="*/ 140 h 302"/>
                  <a:gd name="T36" fmla="*/ 176 w 318"/>
                  <a:gd name="T37" fmla="*/ 144 h 302"/>
                  <a:gd name="T38" fmla="*/ 168 w 318"/>
                  <a:gd name="T39" fmla="*/ 134 h 302"/>
                  <a:gd name="T40" fmla="*/ 154 w 318"/>
                  <a:gd name="T41" fmla="*/ 118 h 302"/>
                  <a:gd name="T42" fmla="*/ 158 w 318"/>
                  <a:gd name="T43" fmla="*/ 108 h 302"/>
                  <a:gd name="T44" fmla="*/ 158 w 318"/>
                  <a:gd name="T45" fmla="*/ 92 h 302"/>
                  <a:gd name="T46" fmla="*/ 154 w 318"/>
                  <a:gd name="T47" fmla="*/ 78 h 302"/>
                  <a:gd name="T48" fmla="*/ 162 w 318"/>
                  <a:gd name="T49" fmla="*/ 62 h 302"/>
                  <a:gd name="T50" fmla="*/ 168 w 318"/>
                  <a:gd name="T51" fmla="*/ 44 h 302"/>
                  <a:gd name="T52" fmla="*/ 164 w 318"/>
                  <a:gd name="T53" fmla="*/ 32 h 302"/>
                  <a:gd name="T54" fmla="*/ 146 w 318"/>
                  <a:gd name="T55" fmla="*/ 36 h 302"/>
                  <a:gd name="T56" fmla="*/ 134 w 318"/>
                  <a:gd name="T57" fmla="*/ 32 h 302"/>
                  <a:gd name="T58" fmla="*/ 134 w 318"/>
                  <a:gd name="T59" fmla="*/ 28 h 302"/>
                  <a:gd name="T60" fmla="*/ 132 w 318"/>
                  <a:gd name="T61" fmla="*/ 26 h 302"/>
                  <a:gd name="T62" fmla="*/ 132 w 318"/>
                  <a:gd name="T63" fmla="*/ 18 h 302"/>
                  <a:gd name="T64" fmla="*/ 134 w 318"/>
                  <a:gd name="T65" fmla="*/ 8 h 302"/>
                  <a:gd name="T66" fmla="*/ 154 w 318"/>
                  <a:gd name="T67" fmla="*/ 4 h 302"/>
                  <a:gd name="T68" fmla="*/ 176 w 318"/>
                  <a:gd name="T69" fmla="*/ 0 h 302"/>
                  <a:gd name="T70" fmla="*/ 192 w 318"/>
                  <a:gd name="T71" fmla="*/ 8 h 302"/>
                  <a:gd name="T72" fmla="*/ 184 w 318"/>
                  <a:gd name="T73" fmla="*/ 152 h 302"/>
                  <a:gd name="T74" fmla="*/ 218 w 318"/>
                  <a:gd name="T75" fmla="*/ 164 h 302"/>
                  <a:gd name="T76" fmla="*/ 318 w 318"/>
                  <a:gd name="T77" fmla="*/ 70 h 302"/>
                  <a:gd name="T78" fmla="*/ 296 w 318"/>
                  <a:gd name="T79" fmla="*/ 78 h 302"/>
                  <a:gd name="T80" fmla="*/ 304 w 318"/>
                  <a:gd name="T81" fmla="*/ 82 h 302"/>
                  <a:gd name="T82" fmla="*/ 292 w 318"/>
                  <a:gd name="T83" fmla="*/ 82 h 302"/>
                  <a:gd name="T84" fmla="*/ 278 w 318"/>
                  <a:gd name="T85" fmla="*/ 92 h 302"/>
                  <a:gd name="T86" fmla="*/ 278 w 318"/>
                  <a:gd name="T87" fmla="*/ 96 h 302"/>
                  <a:gd name="T88" fmla="*/ 64 w 318"/>
                  <a:gd name="T89" fmla="*/ 276 h 302"/>
                  <a:gd name="T90" fmla="*/ 64 w 318"/>
                  <a:gd name="T91" fmla="*/ 282 h 302"/>
                  <a:gd name="T92" fmla="*/ 8 w 318"/>
                  <a:gd name="T93" fmla="*/ 282 h 302"/>
                  <a:gd name="T94" fmla="*/ 56 w 318"/>
                  <a:gd name="T95" fmla="*/ 294 h 302"/>
                  <a:gd name="T96" fmla="*/ 60 w 318"/>
                  <a:gd name="T97" fmla="*/ 290 h 302"/>
                  <a:gd name="T98" fmla="*/ 22 w 318"/>
                  <a:gd name="T99" fmla="*/ 294 h 302"/>
                  <a:gd name="T100" fmla="*/ 26 w 318"/>
                  <a:gd name="T101" fmla="*/ 286 h 302"/>
                  <a:gd name="T102" fmla="*/ 22 w 318"/>
                  <a:gd name="T103" fmla="*/ 298 h 302"/>
                  <a:gd name="T104" fmla="*/ 16 w 318"/>
                  <a:gd name="T105" fmla="*/ 298 h 302"/>
                  <a:gd name="T106" fmla="*/ 42 w 318"/>
                  <a:gd name="T107" fmla="*/ 298 h 302"/>
                  <a:gd name="T108" fmla="*/ 4 w 318"/>
                  <a:gd name="T109" fmla="*/ 302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18" h="302">
                    <a:moveTo>
                      <a:pt x="194" y="8"/>
                    </a:moveTo>
                    <a:lnTo>
                      <a:pt x="198" y="8"/>
                    </a:lnTo>
                    <a:lnTo>
                      <a:pt x="202" y="4"/>
                    </a:lnTo>
                    <a:lnTo>
                      <a:pt x="206" y="4"/>
                    </a:lnTo>
                    <a:lnTo>
                      <a:pt x="210" y="4"/>
                    </a:lnTo>
                    <a:lnTo>
                      <a:pt x="210" y="8"/>
                    </a:lnTo>
                    <a:lnTo>
                      <a:pt x="214" y="8"/>
                    </a:lnTo>
                    <a:lnTo>
                      <a:pt x="218" y="8"/>
                    </a:lnTo>
                    <a:lnTo>
                      <a:pt x="218" y="4"/>
                    </a:lnTo>
                    <a:lnTo>
                      <a:pt x="220" y="4"/>
                    </a:lnTo>
                    <a:lnTo>
                      <a:pt x="220" y="8"/>
                    </a:lnTo>
                    <a:lnTo>
                      <a:pt x="224" y="8"/>
                    </a:lnTo>
                    <a:lnTo>
                      <a:pt x="228" y="8"/>
                    </a:lnTo>
                    <a:lnTo>
                      <a:pt x="232" y="8"/>
                    </a:lnTo>
                    <a:lnTo>
                      <a:pt x="236" y="8"/>
                    </a:lnTo>
                    <a:lnTo>
                      <a:pt x="240" y="8"/>
                    </a:lnTo>
                    <a:lnTo>
                      <a:pt x="240" y="12"/>
                    </a:lnTo>
                    <a:lnTo>
                      <a:pt x="236" y="12"/>
                    </a:lnTo>
                    <a:lnTo>
                      <a:pt x="240" y="12"/>
                    </a:lnTo>
                    <a:lnTo>
                      <a:pt x="240" y="14"/>
                    </a:lnTo>
                    <a:lnTo>
                      <a:pt x="240" y="12"/>
                    </a:lnTo>
                    <a:lnTo>
                      <a:pt x="244" y="14"/>
                    </a:lnTo>
                    <a:lnTo>
                      <a:pt x="248" y="14"/>
                    </a:lnTo>
                    <a:lnTo>
                      <a:pt x="250" y="18"/>
                    </a:lnTo>
                    <a:lnTo>
                      <a:pt x="254" y="18"/>
                    </a:lnTo>
                    <a:lnTo>
                      <a:pt x="258" y="18"/>
                    </a:lnTo>
                    <a:lnTo>
                      <a:pt x="262" y="18"/>
                    </a:lnTo>
                    <a:lnTo>
                      <a:pt x="266" y="18"/>
                    </a:lnTo>
                    <a:lnTo>
                      <a:pt x="270" y="18"/>
                    </a:lnTo>
                    <a:lnTo>
                      <a:pt x="266" y="18"/>
                    </a:lnTo>
                    <a:lnTo>
                      <a:pt x="270" y="18"/>
                    </a:lnTo>
                    <a:lnTo>
                      <a:pt x="270" y="14"/>
                    </a:lnTo>
                    <a:lnTo>
                      <a:pt x="270" y="18"/>
                    </a:lnTo>
                    <a:lnTo>
                      <a:pt x="274" y="18"/>
                    </a:lnTo>
                    <a:lnTo>
                      <a:pt x="278" y="18"/>
                    </a:lnTo>
                    <a:lnTo>
                      <a:pt x="278" y="22"/>
                    </a:lnTo>
                    <a:lnTo>
                      <a:pt x="280" y="26"/>
                    </a:lnTo>
                    <a:lnTo>
                      <a:pt x="284" y="22"/>
                    </a:lnTo>
                    <a:lnTo>
                      <a:pt x="284" y="26"/>
                    </a:lnTo>
                    <a:lnTo>
                      <a:pt x="288" y="26"/>
                    </a:lnTo>
                    <a:lnTo>
                      <a:pt x="292" y="26"/>
                    </a:lnTo>
                    <a:lnTo>
                      <a:pt x="296" y="26"/>
                    </a:lnTo>
                    <a:lnTo>
                      <a:pt x="300" y="22"/>
                    </a:lnTo>
                    <a:lnTo>
                      <a:pt x="304" y="26"/>
                    </a:lnTo>
                    <a:lnTo>
                      <a:pt x="306" y="26"/>
                    </a:lnTo>
                    <a:lnTo>
                      <a:pt x="304" y="28"/>
                    </a:lnTo>
                    <a:lnTo>
                      <a:pt x="304" y="32"/>
                    </a:lnTo>
                    <a:lnTo>
                      <a:pt x="304" y="36"/>
                    </a:lnTo>
                    <a:lnTo>
                      <a:pt x="300" y="36"/>
                    </a:lnTo>
                    <a:lnTo>
                      <a:pt x="296" y="40"/>
                    </a:lnTo>
                    <a:lnTo>
                      <a:pt x="292" y="44"/>
                    </a:lnTo>
                    <a:lnTo>
                      <a:pt x="288" y="44"/>
                    </a:lnTo>
                    <a:lnTo>
                      <a:pt x="288" y="48"/>
                    </a:lnTo>
                    <a:lnTo>
                      <a:pt x="284" y="48"/>
                    </a:lnTo>
                    <a:lnTo>
                      <a:pt x="280" y="48"/>
                    </a:lnTo>
                    <a:lnTo>
                      <a:pt x="278" y="52"/>
                    </a:lnTo>
                    <a:lnTo>
                      <a:pt x="274" y="52"/>
                    </a:lnTo>
                    <a:lnTo>
                      <a:pt x="270" y="52"/>
                    </a:lnTo>
                    <a:lnTo>
                      <a:pt x="270" y="54"/>
                    </a:lnTo>
                    <a:lnTo>
                      <a:pt x="270" y="58"/>
                    </a:lnTo>
                    <a:lnTo>
                      <a:pt x="270" y="62"/>
                    </a:lnTo>
                    <a:lnTo>
                      <a:pt x="266" y="62"/>
                    </a:lnTo>
                    <a:lnTo>
                      <a:pt x="266" y="58"/>
                    </a:lnTo>
                    <a:lnTo>
                      <a:pt x="270" y="58"/>
                    </a:lnTo>
                    <a:lnTo>
                      <a:pt x="266" y="58"/>
                    </a:lnTo>
                    <a:lnTo>
                      <a:pt x="266" y="62"/>
                    </a:lnTo>
                    <a:lnTo>
                      <a:pt x="262" y="66"/>
                    </a:lnTo>
                    <a:lnTo>
                      <a:pt x="258" y="70"/>
                    </a:lnTo>
                    <a:lnTo>
                      <a:pt x="258" y="74"/>
                    </a:lnTo>
                    <a:lnTo>
                      <a:pt x="254" y="78"/>
                    </a:lnTo>
                    <a:lnTo>
                      <a:pt x="254" y="82"/>
                    </a:lnTo>
                    <a:lnTo>
                      <a:pt x="254" y="88"/>
                    </a:lnTo>
                    <a:lnTo>
                      <a:pt x="254" y="92"/>
                    </a:lnTo>
                    <a:lnTo>
                      <a:pt x="258" y="92"/>
                    </a:lnTo>
                    <a:lnTo>
                      <a:pt x="262" y="92"/>
                    </a:lnTo>
                    <a:lnTo>
                      <a:pt x="262" y="96"/>
                    </a:lnTo>
                    <a:lnTo>
                      <a:pt x="258" y="96"/>
                    </a:lnTo>
                    <a:lnTo>
                      <a:pt x="258" y="100"/>
                    </a:lnTo>
                    <a:lnTo>
                      <a:pt x="254" y="100"/>
                    </a:lnTo>
                    <a:lnTo>
                      <a:pt x="254" y="104"/>
                    </a:lnTo>
                    <a:lnTo>
                      <a:pt x="250" y="104"/>
                    </a:lnTo>
                    <a:lnTo>
                      <a:pt x="250" y="108"/>
                    </a:lnTo>
                    <a:lnTo>
                      <a:pt x="250" y="110"/>
                    </a:lnTo>
                    <a:lnTo>
                      <a:pt x="248" y="110"/>
                    </a:lnTo>
                    <a:lnTo>
                      <a:pt x="248" y="114"/>
                    </a:lnTo>
                    <a:lnTo>
                      <a:pt x="248" y="118"/>
                    </a:lnTo>
                    <a:lnTo>
                      <a:pt x="244" y="118"/>
                    </a:lnTo>
                    <a:lnTo>
                      <a:pt x="240" y="118"/>
                    </a:lnTo>
                    <a:lnTo>
                      <a:pt x="236" y="118"/>
                    </a:lnTo>
                    <a:lnTo>
                      <a:pt x="236" y="122"/>
                    </a:lnTo>
                    <a:lnTo>
                      <a:pt x="232" y="126"/>
                    </a:lnTo>
                    <a:lnTo>
                      <a:pt x="232" y="130"/>
                    </a:lnTo>
                    <a:lnTo>
                      <a:pt x="228" y="130"/>
                    </a:lnTo>
                    <a:lnTo>
                      <a:pt x="228" y="134"/>
                    </a:lnTo>
                    <a:lnTo>
                      <a:pt x="224" y="134"/>
                    </a:lnTo>
                    <a:lnTo>
                      <a:pt x="220" y="134"/>
                    </a:lnTo>
                    <a:lnTo>
                      <a:pt x="218" y="138"/>
                    </a:lnTo>
                    <a:lnTo>
                      <a:pt x="218" y="134"/>
                    </a:lnTo>
                    <a:lnTo>
                      <a:pt x="214" y="134"/>
                    </a:lnTo>
                    <a:lnTo>
                      <a:pt x="210" y="134"/>
                    </a:lnTo>
                    <a:lnTo>
                      <a:pt x="206" y="134"/>
                    </a:lnTo>
                    <a:lnTo>
                      <a:pt x="202" y="134"/>
                    </a:lnTo>
                    <a:lnTo>
                      <a:pt x="198" y="134"/>
                    </a:lnTo>
                    <a:lnTo>
                      <a:pt x="194" y="134"/>
                    </a:lnTo>
                    <a:lnTo>
                      <a:pt x="194" y="138"/>
                    </a:lnTo>
                    <a:lnTo>
                      <a:pt x="192" y="138"/>
                    </a:lnTo>
                    <a:lnTo>
                      <a:pt x="188" y="138"/>
                    </a:lnTo>
                    <a:lnTo>
                      <a:pt x="188" y="140"/>
                    </a:lnTo>
                    <a:lnTo>
                      <a:pt x="184" y="140"/>
                    </a:lnTo>
                    <a:lnTo>
                      <a:pt x="184" y="144"/>
                    </a:lnTo>
                    <a:lnTo>
                      <a:pt x="180" y="144"/>
                    </a:lnTo>
                    <a:lnTo>
                      <a:pt x="180" y="148"/>
                    </a:lnTo>
                    <a:lnTo>
                      <a:pt x="176" y="148"/>
                    </a:lnTo>
                    <a:lnTo>
                      <a:pt x="176" y="144"/>
                    </a:lnTo>
                    <a:lnTo>
                      <a:pt x="172" y="144"/>
                    </a:lnTo>
                    <a:lnTo>
                      <a:pt x="172" y="140"/>
                    </a:lnTo>
                    <a:lnTo>
                      <a:pt x="168" y="140"/>
                    </a:lnTo>
                    <a:lnTo>
                      <a:pt x="172" y="138"/>
                    </a:lnTo>
                    <a:lnTo>
                      <a:pt x="168" y="138"/>
                    </a:lnTo>
                    <a:lnTo>
                      <a:pt x="168" y="134"/>
                    </a:lnTo>
                    <a:lnTo>
                      <a:pt x="164" y="130"/>
                    </a:lnTo>
                    <a:lnTo>
                      <a:pt x="162" y="126"/>
                    </a:lnTo>
                    <a:lnTo>
                      <a:pt x="158" y="126"/>
                    </a:lnTo>
                    <a:lnTo>
                      <a:pt x="154" y="126"/>
                    </a:lnTo>
                    <a:lnTo>
                      <a:pt x="154" y="122"/>
                    </a:lnTo>
                    <a:lnTo>
                      <a:pt x="154" y="118"/>
                    </a:lnTo>
                    <a:lnTo>
                      <a:pt x="150" y="118"/>
                    </a:lnTo>
                    <a:lnTo>
                      <a:pt x="154" y="114"/>
                    </a:lnTo>
                    <a:lnTo>
                      <a:pt x="154" y="110"/>
                    </a:lnTo>
                    <a:lnTo>
                      <a:pt x="158" y="110"/>
                    </a:lnTo>
                    <a:lnTo>
                      <a:pt x="162" y="108"/>
                    </a:lnTo>
                    <a:lnTo>
                      <a:pt x="158" y="108"/>
                    </a:lnTo>
                    <a:lnTo>
                      <a:pt x="158" y="104"/>
                    </a:lnTo>
                    <a:lnTo>
                      <a:pt x="154" y="104"/>
                    </a:lnTo>
                    <a:lnTo>
                      <a:pt x="154" y="100"/>
                    </a:lnTo>
                    <a:lnTo>
                      <a:pt x="154" y="96"/>
                    </a:lnTo>
                    <a:lnTo>
                      <a:pt x="158" y="96"/>
                    </a:lnTo>
                    <a:lnTo>
                      <a:pt x="158" y="92"/>
                    </a:lnTo>
                    <a:lnTo>
                      <a:pt x="162" y="88"/>
                    </a:lnTo>
                    <a:lnTo>
                      <a:pt x="158" y="88"/>
                    </a:lnTo>
                    <a:lnTo>
                      <a:pt x="154" y="84"/>
                    </a:lnTo>
                    <a:lnTo>
                      <a:pt x="154" y="82"/>
                    </a:lnTo>
                    <a:lnTo>
                      <a:pt x="150" y="78"/>
                    </a:lnTo>
                    <a:lnTo>
                      <a:pt x="154" y="78"/>
                    </a:lnTo>
                    <a:lnTo>
                      <a:pt x="158" y="78"/>
                    </a:lnTo>
                    <a:lnTo>
                      <a:pt x="162" y="70"/>
                    </a:lnTo>
                    <a:lnTo>
                      <a:pt x="158" y="70"/>
                    </a:lnTo>
                    <a:lnTo>
                      <a:pt x="158" y="66"/>
                    </a:lnTo>
                    <a:lnTo>
                      <a:pt x="162" y="66"/>
                    </a:lnTo>
                    <a:lnTo>
                      <a:pt x="162" y="62"/>
                    </a:lnTo>
                    <a:lnTo>
                      <a:pt x="162" y="58"/>
                    </a:lnTo>
                    <a:lnTo>
                      <a:pt x="162" y="54"/>
                    </a:lnTo>
                    <a:lnTo>
                      <a:pt x="162" y="52"/>
                    </a:lnTo>
                    <a:lnTo>
                      <a:pt x="164" y="48"/>
                    </a:lnTo>
                    <a:lnTo>
                      <a:pt x="168" y="48"/>
                    </a:lnTo>
                    <a:lnTo>
                      <a:pt x="168" y="44"/>
                    </a:lnTo>
                    <a:lnTo>
                      <a:pt x="168" y="40"/>
                    </a:lnTo>
                    <a:lnTo>
                      <a:pt x="172" y="40"/>
                    </a:lnTo>
                    <a:lnTo>
                      <a:pt x="168" y="40"/>
                    </a:lnTo>
                    <a:lnTo>
                      <a:pt x="164" y="40"/>
                    </a:lnTo>
                    <a:lnTo>
                      <a:pt x="164" y="36"/>
                    </a:lnTo>
                    <a:lnTo>
                      <a:pt x="164" y="32"/>
                    </a:lnTo>
                    <a:lnTo>
                      <a:pt x="162" y="32"/>
                    </a:lnTo>
                    <a:lnTo>
                      <a:pt x="158" y="32"/>
                    </a:lnTo>
                    <a:lnTo>
                      <a:pt x="158" y="36"/>
                    </a:lnTo>
                    <a:lnTo>
                      <a:pt x="154" y="36"/>
                    </a:lnTo>
                    <a:lnTo>
                      <a:pt x="150" y="36"/>
                    </a:lnTo>
                    <a:lnTo>
                      <a:pt x="146" y="36"/>
                    </a:lnTo>
                    <a:lnTo>
                      <a:pt x="142" y="36"/>
                    </a:lnTo>
                    <a:lnTo>
                      <a:pt x="142" y="32"/>
                    </a:lnTo>
                    <a:lnTo>
                      <a:pt x="142" y="28"/>
                    </a:lnTo>
                    <a:lnTo>
                      <a:pt x="138" y="28"/>
                    </a:lnTo>
                    <a:lnTo>
                      <a:pt x="138" y="32"/>
                    </a:lnTo>
                    <a:lnTo>
                      <a:pt x="134" y="32"/>
                    </a:lnTo>
                    <a:lnTo>
                      <a:pt x="132" y="36"/>
                    </a:lnTo>
                    <a:lnTo>
                      <a:pt x="132" y="32"/>
                    </a:lnTo>
                    <a:lnTo>
                      <a:pt x="132" y="28"/>
                    </a:lnTo>
                    <a:lnTo>
                      <a:pt x="134" y="28"/>
                    </a:lnTo>
                    <a:lnTo>
                      <a:pt x="134" y="26"/>
                    </a:lnTo>
                    <a:lnTo>
                      <a:pt x="134" y="28"/>
                    </a:lnTo>
                    <a:lnTo>
                      <a:pt x="132" y="28"/>
                    </a:lnTo>
                    <a:lnTo>
                      <a:pt x="132" y="26"/>
                    </a:lnTo>
                    <a:lnTo>
                      <a:pt x="134" y="26"/>
                    </a:lnTo>
                    <a:lnTo>
                      <a:pt x="132" y="26"/>
                    </a:lnTo>
                    <a:lnTo>
                      <a:pt x="132" y="22"/>
                    </a:lnTo>
                    <a:lnTo>
                      <a:pt x="132" y="26"/>
                    </a:lnTo>
                    <a:lnTo>
                      <a:pt x="134" y="22"/>
                    </a:lnTo>
                    <a:lnTo>
                      <a:pt x="132" y="22"/>
                    </a:lnTo>
                    <a:lnTo>
                      <a:pt x="134" y="22"/>
                    </a:lnTo>
                    <a:lnTo>
                      <a:pt x="134" y="18"/>
                    </a:lnTo>
                    <a:lnTo>
                      <a:pt x="132" y="22"/>
                    </a:lnTo>
                    <a:lnTo>
                      <a:pt x="132" y="18"/>
                    </a:lnTo>
                    <a:lnTo>
                      <a:pt x="128" y="18"/>
                    </a:lnTo>
                    <a:lnTo>
                      <a:pt x="128" y="14"/>
                    </a:lnTo>
                    <a:lnTo>
                      <a:pt x="128" y="12"/>
                    </a:lnTo>
                    <a:lnTo>
                      <a:pt x="132" y="12"/>
                    </a:lnTo>
                    <a:lnTo>
                      <a:pt x="132" y="8"/>
                    </a:lnTo>
                    <a:lnTo>
                      <a:pt x="134" y="8"/>
                    </a:lnTo>
                    <a:lnTo>
                      <a:pt x="138" y="8"/>
                    </a:lnTo>
                    <a:lnTo>
                      <a:pt x="142" y="4"/>
                    </a:lnTo>
                    <a:lnTo>
                      <a:pt x="146" y="0"/>
                    </a:lnTo>
                    <a:lnTo>
                      <a:pt x="150" y="0"/>
                    </a:lnTo>
                    <a:lnTo>
                      <a:pt x="154" y="0"/>
                    </a:lnTo>
                    <a:lnTo>
                      <a:pt x="154" y="4"/>
                    </a:lnTo>
                    <a:lnTo>
                      <a:pt x="158" y="4"/>
                    </a:lnTo>
                    <a:lnTo>
                      <a:pt x="162" y="4"/>
                    </a:lnTo>
                    <a:lnTo>
                      <a:pt x="164" y="4"/>
                    </a:lnTo>
                    <a:lnTo>
                      <a:pt x="168" y="4"/>
                    </a:lnTo>
                    <a:lnTo>
                      <a:pt x="172" y="4"/>
                    </a:lnTo>
                    <a:lnTo>
                      <a:pt x="176" y="0"/>
                    </a:lnTo>
                    <a:lnTo>
                      <a:pt x="176" y="4"/>
                    </a:lnTo>
                    <a:lnTo>
                      <a:pt x="180" y="4"/>
                    </a:lnTo>
                    <a:lnTo>
                      <a:pt x="184" y="4"/>
                    </a:lnTo>
                    <a:lnTo>
                      <a:pt x="188" y="4"/>
                    </a:lnTo>
                    <a:lnTo>
                      <a:pt x="192" y="4"/>
                    </a:lnTo>
                    <a:lnTo>
                      <a:pt x="192" y="8"/>
                    </a:lnTo>
                    <a:lnTo>
                      <a:pt x="194" y="8"/>
                    </a:lnTo>
                    <a:lnTo>
                      <a:pt x="194" y="8"/>
                    </a:lnTo>
                    <a:lnTo>
                      <a:pt x="194" y="8"/>
                    </a:lnTo>
                    <a:close/>
                    <a:moveTo>
                      <a:pt x="184" y="152"/>
                    </a:moveTo>
                    <a:lnTo>
                      <a:pt x="184" y="148"/>
                    </a:lnTo>
                    <a:lnTo>
                      <a:pt x="184" y="152"/>
                    </a:lnTo>
                    <a:lnTo>
                      <a:pt x="184" y="152"/>
                    </a:lnTo>
                    <a:lnTo>
                      <a:pt x="184" y="152"/>
                    </a:lnTo>
                    <a:close/>
                    <a:moveTo>
                      <a:pt x="218" y="164"/>
                    </a:moveTo>
                    <a:lnTo>
                      <a:pt x="218" y="160"/>
                    </a:lnTo>
                    <a:lnTo>
                      <a:pt x="218" y="164"/>
                    </a:lnTo>
                    <a:lnTo>
                      <a:pt x="218" y="164"/>
                    </a:lnTo>
                    <a:lnTo>
                      <a:pt x="218" y="164"/>
                    </a:lnTo>
                    <a:close/>
                    <a:moveTo>
                      <a:pt x="318" y="74"/>
                    </a:moveTo>
                    <a:lnTo>
                      <a:pt x="314" y="74"/>
                    </a:lnTo>
                    <a:lnTo>
                      <a:pt x="310" y="70"/>
                    </a:lnTo>
                    <a:lnTo>
                      <a:pt x="314" y="70"/>
                    </a:lnTo>
                    <a:lnTo>
                      <a:pt x="318" y="70"/>
                    </a:lnTo>
                    <a:lnTo>
                      <a:pt x="318" y="74"/>
                    </a:lnTo>
                    <a:lnTo>
                      <a:pt x="318" y="74"/>
                    </a:lnTo>
                    <a:lnTo>
                      <a:pt x="318" y="74"/>
                    </a:lnTo>
                    <a:close/>
                    <a:moveTo>
                      <a:pt x="292" y="82"/>
                    </a:moveTo>
                    <a:lnTo>
                      <a:pt x="292" y="78"/>
                    </a:lnTo>
                    <a:lnTo>
                      <a:pt x="296" y="78"/>
                    </a:lnTo>
                    <a:lnTo>
                      <a:pt x="300" y="74"/>
                    </a:lnTo>
                    <a:lnTo>
                      <a:pt x="304" y="74"/>
                    </a:lnTo>
                    <a:lnTo>
                      <a:pt x="304" y="78"/>
                    </a:lnTo>
                    <a:lnTo>
                      <a:pt x="306" y="78"/>
                    </a:lnTo>
                    <a:lnTo>
                      <a:pt x="306" y="82"/>
                    </a:lnTo>
                    <a:lnTo>
                      <a:pt x="304" y="82"/>
                    </a:lnTo>
                    <a:lnTo>
                      <a:pt x="304" y="84"/>
                    </a:lnTo>
                    <a:lnTo>
                      <a:pt x="300" y="84"/>
                    </a:lnTo>
                    <a:lnTo>
                      <a:pt x="296" y="84"/>
                    </a:lnTo>
                    <a:lnTo>
                      <a:pt x="296" y="82"/>
                    </a:lnTo>
                    <a:lnTo>
                      <a:pt x="292" y="82"/>
                    </a:lnTo>
                    <a:lnTo>
                      <a:pt x="292" y="82"/>
                    </a:lnTo>
                    <a:lnTo>
                      <a:pt x="292" y="82"/>
                    </a:lnTo>
                    <a:close/>
                    <a:moveTo>
                      <a:pt x="278" y="92"/>
                    </a:moveTo>
                    <a:lnTo>
                      <a:pt x="278" y="88"/>
                    </a:lnTo>
                    <a:lnTo>
                      <a:pt x="280" y="88"/>
                    </a:lnTo>
                    <a:lnTo>
                      <a:pt x="280" y="92"/>
                    </a:lnTo>
                    <a:lnTo>
                      <a:pt x="278" y="92"/>
                    </a:lnTo>
                    <a:lnTo>
                      <a:pt x="278" y="92"/>
                    </a:lnTo>
                    <a:lnTo>
                      <a:pt x="278" y="92"/>
                    </a:lnTo>
                    <a:close/>
                    <a:moveTo>
                      <a:pt x="278" y="96"/>
                    </a:moveTo>
                    <a:lnTo>
                      <a:pt x="280" y="96"/>
                    </a:lnTo>
                    <a:lnTo>
                      <a:pt x="278" y="96"/>
                    </a:lnTo>
                    <a:lnTo>
                      <a:pt x="278" y="96"/>
                    </a:lnTo>
                    <a:lnTo>
                      <a:pt x="278" y="96"/>
                    </a:lnTo>
                    <a:close/>
                    <a:moveTo>
                      <a:pt x="64" y="282"/>
                    </a:moveTo>
                    <a:lnTo>
                      <a:pt x="64" y="278"/>
                    </a:lnTo>
                    <a:lnTo>
                      <a:pt x="60" y="278"/>
                    </a:lnTo>
                    <a:lnTo>
                      <a:pt x="64" y="278"/>
                    </a:lnTo>
                    <a:lnTo>
                      <a:pt x="64" y="276"/>
                    </a:lnTo>
                    <a:lnTo>
                      <a:pt x="68" y="276"/>
                    </a:lnTo>
                    <a:lnTo>
                      <a:pt x="68" y="278"/>
                    </a:lnTo>
                    <a:lnTo>
                      <a:pt x="64" y="278"/>
                    </a:lnTo>
                    <a:lnTo>
                      <a:pt x="64" y="282"/>
                    </a:lnTo>
                    <a:lnTo>
                      <a:pt x="64" y="282"/>
                    </a:lnTo>
                    <a:lnTo>
                      <a:pt x="64" y="282"/>
                    </a:lnTo>
                    <a:close/>
                    <a:moveTo>
                      <a:pt x="8" y="286"/>
                    </a:moveTo>
                    <a:lnTo>
                      <a:pt x="4" y="286"/>
                    </a:lnTo>
                    <a:lnTo>
                      <a:pt x="4" y="282"/>
                    </a:lnTo>
                    <a:lnTo>
                      <a:pt x="4" y="278"/>
                    </a:lnTo>
                    <a:lnTo>
                      <a:pt x="4" y="282"/>
                    </a:lnTo>
                    <a:lnTo>
                      <a:pt x="8" y="282"/>
                    </a:lnTo>
                    <a:lnTo>
                      <a:pt x="8" y="286"/>
                    </a:lnTo>
                    <a:lnTo>
                      <a:pt x="8" y="286"/>
                    </a:lnTo>
                    <a:lnTo>
                      <a:pt x="8" y="286"/>
                    </a:lnTo>
                    <a:close/>
                    <a:moveTo>
                      <a:pt x="56" y="294"/>
                    </a:moveTo>
                    <a:lnTo>
                      <a:pt x="52" y="294"/>
                    </a:lnTo>
                    <a:lnTo>
                      <a:pt x="56" y="294"/>
                    </a:lnTo>
                    <a:lnTo>
                      <a:pt x="56" y="290"/>
                    </a:lnTo>
                    <a:lnTo>
                      <a:pt x="60" y="286"/>
                    </a:lnTo>
                    <a:lnTo>
                      <a:pt x="60" y="282"/>
                    </a:lnTo>
                    <a:lnTo>
                      <a:pt x="64" y="282"/>
                    </a:lnTo>
                    <a:lnTo>
                      <a:pt x="64" y="286"/>
                    </a:lnTo>
                    <a:lnTo>
                      <a:pt x="60" y="290"/>
                    </a:lnTo>
                    <a:lnTo>
                      <a:pt x="60" y="294"/>
                    </a:lnTo>
                    <a:lnTo>
                      <a:pt x="56" y="294"/>
                    </a:lnTo>
                    <a:lnTo>
                      <a:pt x="56" y="294"/>
                    </a:lnTo>
                    <a:lnTo>
                      <a:pt x="56" y="294"/>
                    </a:lnTo>
                    <a:close/>
                    <a:moveTo>
                      <a:pt x="22" y="298"/>
                    </a:moveTo>
                    <a:lnTo>
                      <a:pt x="22" y="294"/>
                    </a:lnTo>
                    <a:lnTo>
                      <a:pt x="20" y="294"/>
                    </a:lnTo>
                    <a:lnTo>
                      <a:pt x="20" y="290"/>
                    </a:lnTo>
                    <a:lnTo>
                      <a:pt x="22" y="290"/>
                    </a:lnTo>
                    <a:lnTo>
                      <a:pt x="26" y="286"/>
                    </a:lnTo>
                    <a:lnTo>
                      <a:pt x="30" y="286"/>
                    </a:lnTo>
                    <a:lnTo>
                      <a:pt x="26" y="286"/>
                    </a:lnTo>
                    <a:lnTo>
                      <a:pt x="26" y="290"/>
                    </a:lnTo>
                    <a:lnTo>
                      <a:pt x="26" y="294"/>
                    </a:lnTo>
                    <a:lnTo>
                      <a:pt x="22" y="294"/>
                    </a:lnTo>
                    <a:lnTo>
                      <a:pt x="22" y="298"/>
                    </a:lnTo>
                    <a:lnTo>
                      <a:pt x="22" y="298"/>
                    </a:lnTo>
                    <a:lnTo>
                      <a:pt x="22" y="298"/>
                    </a:lnTo>
                    <a:close/>
                    <a:moveTo>
                      <a:pt x="16" y="298"/>
                    </a:moveTo>
                    <a:lnTo>
                      <a:pt x="12" y="294"/>
                    </a:lnTo>
                    <a:lnTo>
                      <a:pt x="16" y="294"/>
                    </a:lnTo>
                    <a:lnTo>
                      <a:pt x="16" y="298"/>
                    </a:lnTo>
                    <a:lnTo>
                      <a:pt x="16" y="298"/>
                    </a:lnTo>
                    <a:lnTo>
                      <a:pt x="16" y="298"/>
                    </a:lnTo>
                    <a:close/>
                    <a:moveTo>
                      <a:pt x="38" y="302"/>
                    </a:moveTo>
                    <a:lnTo>
                      <a:pt x="34" y="298"/>
                    </a:lnTo>
                    <a:lnTo>
                      <a:pt x="34" y="294"/>
                    </a:lnTo>
                    <a:lnTo>
                      <a:pt x="38" y="294"/>
                    </a:lnTo>
                    <a:lnTo>
                      <a:pt x="42" y="294"/>
                    </a:lnTo>
                    <a:lnTo>
                      <a:pt x="42" y="298"/>
                    </a:lnTo>
                    <a:lnTo>
                      <a:pt x="38" y="302"/>
                    </a:lnTo>
                    <a:lnTo>
                      <a:pt x="38" y="302"/>
                    </a:lnTo>
                    <a:lnTo>
                      <a:pt x="38" y="302"/>
                    </a:lnTo>
                    <a:close/>
                    <a:moveTo>
                      <a:pt x="4" y="302"/>
                    </a:moveTo>
                    <a:lnTo>
                      <a:pt x="0" y="302"/>
                    </a:lnTo>
                    <a:lnTo>
                      <a:pt x="4" y="302"/>
                    </a:lnTo>
                    <a:lnTo>
                      <a:pt x="4" y="298"/>
                    </a:lnTo>
                    <a:lnTo>
                      <a:pt x="4" y="302"/>
                    </a:lnTo>
                    <a:lnTo>
                      <a:pt x="4" y="302"/>
                    </a:lnTo>
                    <a:lnTo>
                      <a:pt x="4"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6" name="Freeform 200"/>
              <p:cNvSpPr>
                <a:spLocks/>
              </p:cNvSpPr>
              <p:nvPr/>
            </p:nvSpPr>
            <p:spPr bwMode="gray">
              <a:xfrm>
                <a:off x="9047241" y="5577159"/>
                <a:ext cx="149577" cy="243497"/>
              </a:xfrm>
              <a:custGeom>
                <a:avLst/>
                <a:gdLst>
                  <a:gd name="T0" fmla="*/ 52 w 86"/>
                  <a:gd name="T1" fmla="*/ 124 h 140"/>
                  <a:gd name="T2" fmla="*/ 44 w 86"/>
                  <a:gd name="T3" fmla="*/ 136 h 140"/>
                  <a:gd name="T4" fmla="*/ 38 w 86"/>
                  <a:gd name="T5" fmla="*/ 136 h 140"/>
                  <a:gd name="T6" fmla="*/ 30 w 86"/>
                  <a:gd name="T7" fmla="*/ 136 h 140"/>
                  <a:gd name="T8" fmla="*/ 34 w 86"/>
                  <a:gd name="T9" fmla="*/ 124 h 140"/>
                  <a:gd name="T10" fmla="*/ 38 w 86"/>
                  <a:gd name="T11" fmla="*/ 112 h 140"/>
                  <a:gd name="T12" fmla="*/ 30 w 86"/>
                  <a:gd name="T13" fmla="*/ 106 h 140"/>
                  <a:gd name="T14" fmla="*/ 22 w 86"/>
                  <a:gd name="T15" fmla="*/ 98 h 140"/>
                  <a:gd name="T16" fmla="*/ 18 w 86"/>
                  <a:gd name="T17" fmla="*/ 90 h 140"/>
                  <a:gd name="T18" fmla="*/ 30 w 86"/>
                  <a:gd name="T19" fmla="*/ 86 h 140"/>
                  <a:gd name="T20" fmla="*/ 30 w 86"/>
                  <a:gd name="T21" fmla="*/ 72 h 140"/>
                  <a:gd name="T22" fmla="*/ 30 w 86"/>
                  <a:gd name="T23" fmla="*/ 64 h 140"/>
                  <a:gd name="T24" fmla="*/ 30 w 86"/>
                  <a:gd name="T25" fmla="*/ 56 h 140"/>
                  <a:gd name="T26" fmla="*/ 26 w 86"/>
                  <a:gd name="T27" fmla="*/ 54 h 140"/>
                  <a:gd name="T28" fmla="*/ 34 w 86"/>
                  <a:gd name="T29" fmla="*/ 54 h 140"/>
                  <a:gd name="T30" fmla="*/ 26 w 86"/>
                  <a:gd name="T31" fmla="*/ 46 h 140"/>
                  <a:gd name="T32" fmla="*/ 26 w 86"/>
                  <a:gd name="T33" fmla="*/ 42 h 140"/>
                  <a:gd name="T34" fmla="*/ 26 w 86"/>
                  <a:gd name="T35" fmla="*/ 34 h 140"/>
                  <a:gd name="T36" fmla="*/ 22 w 86"/>
                  <a:gd name="T37" fmla="*/ 34 h 140"/>
                  <a:gd name="T38" fmla="*/ 18 w 86"/>
                  <a:gd name="T39" fmla="*/ 30 h 140"/>
                  <a:gd name="T40" fmla="*/ 18 w 86"/>
                  <a:gd name="T41" fmla="*/ 38 h 140"/>
                  <a:gd name="T42" fmla="*/ 14 w 86"/>
                  <a:gd name="T43" fmla="*/ 26 h 140"/>
                  <a:gd name="T44" fmla="*/ 14 w 86"/>
                  <a:gd name="T45" fmla="*/ 16 h 140"/>
                  <a:gd name="T46" fmla="*/ 12 w 86"/>
                  <a:gd name="T47" fmla="*/ 20 h 140"/>
                  <a:gd name="T48" fmla="*/ 4 w 86"/>
                  <a:gd name="T49" fmla="*/ 8 h 140"/>
                  <a:gd name="T50" fmla="*/ 8 w 86"/>
                  <a:gd name="T51" fmla="*/ 0 h 140"/>
                  <a:gd name="T52" fmla="*/ 4 w 86"/>
                  <a:gd name="T53" fmla="*/ 4 h 140"/>
                  <a:gd name="T54" fmla="*/ 8 w 86"/>
                  <a:gd name="T55" fmla="*/ 12 h 140"/>
                  <a:gd name="T56" fmla="*/ 14 w 86"/>
                  <a:gd name="T57" fmla="*/ 12 h 140"/>
                  <a:gd name="T58" fmla="*/ 22 w 86"/>
                  <a:gd name="T59" fmla="*/ 16 h 140"/>
                  <a:gd name="T60" fmla="*/ 26 w 86"/>
                  <a:gd name="T61" fmla="*/ 20 h 140"/>
                  <a:gd name="T62" fmla="*/ 26 w 86"/>
                  <a:gd name="T63" fmla="*/ 26 h 140"/>
                  <a:gd name="T64" fmla="*/ 30 w 86"/>
                  <a:gd name="T65" fmla="*/ 30 h 140"/>
                  <a:gd name="T66" fmla="*/ 30 w 86"/>
                  <a:gd name="T67" fmla="*/ 46 h 140"/>
                  <a:gd name="T68" fmla="*/ 34 w 86"/>
                  <a:gd name="T69" fmla="*/ 50 h 140"/>
                  <a:gd name="T70" fmla="*/ 40 w 86"/>
                  <a:gd name="T71" fmla="*/ 50 h 140"/>
                  <a:gd name="T72" fmla="*/ 38 w 86"/>
                  <a:gd name="T73" fmla="*/ 38 h 140"/>
                  <a:gd name="T74" fmla="*/ 44 w 86"/>
                  <a:gd name="T75" fmla="*/ 50 h 140"/>
                  <a:gd name="T76" fmla="*/ 48 w 86"/>
                  <a:gd name="T77" fmla="*/ 54 h 140"/>
                  <a:gd name="T78" fmla="*/ 48 w 86"/>
                  <a:gd name="T79" fmla="*/ 60 h 140"/>
                  <a:gd name="T80" fmla="*/ 52 w 86"/>
                  <a:gd name="T81" fmla="*/ 64 h 140"/>
                  <a:gd name="T82" fmla="*/ 64 w 86"/>
                  <a:gd name="T83" fmla="*/ 68 h 140"/>
                  <a:gd name="T84" fmla="*/ 74 w 86"/>
                  <a:gd name="T85" fmla="*/ 64 h 140"/>
                  <a:gd name="T86" fmla="*/ 86 w 86"/>
                  <a:gd name="T87" fmla="*/ 64 h 140"/>
                  <a:gd name="T88" fmla="*/ 82 w 86"/>
                  <a:gd name="T89" fmla="*/ 76 h 140"/>
                  <a:gd name="T90" fmla="*/ 74 w 86"/>
                  <a:gd name="T91" fmla="*/ 86 h 140"/>
                  <a:gd name="T92" fmla="*/ 70 w 86"/>
                  <a:gd name="T93" fmla="*/ 90 h 140"/>
                  <a:gd name="T94" fmla="*/ 60 w 86"/>
                  <a:gd name="T95" fmla="*/ 98 h 140"/>
                  <a:gd name="T96" fmla="*/ 60 w 86"/>
                  <a:gd name="T97" fmla="*/ 112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6" h="140">
                    <a:moveTo>
                      <a:pt x="56" y="116"/>
                    </a:moveTo>
                    <a:lnTo>
                      <a:pt x="56" y="120"/>
                    </a:lnTo>
                    <a:lnTo>
                      <a:pt x="52" y="120"/>
                    </a:lnTo>
                    <a:lnTo>
                      <a:pt x="52" y="124"/>
                    </a:lnTo>
                    <a:lnTo>
                      <a:pt x="52" y="128"/>
                    </a:lnTo>
                    <a:lnTo>
                      <a:pt x="48" y="128"/>
                    </a:lnTo>
                    <a:lnTo>
                      <a:pt x="48" y="132"/>
                    </a:lnTo>
                    <a:lnTo>
                      <a:pt x="44" y="136"/>
                    </a:lnTo>
                    <a:lnTo>
                      <a:pt x="40" y="136"/>
                    </a:lnTo>
                    <a:lnTo>
                      <a:pt x="40" y="140"/>
                    </a:lnTo>
                    <a:lnTo>
                      <a:pt x="38" y="140"/>
                    </a:lnTo>
                    <a:lnTo>
                      <a:pt x="38" y="136"/>
                    </a:lnTo>
                    <a:lnTo>
                      <a:pt x="34" y="136"/>
                    </a:lnTo>
                    <a:lnTo>
                      <a:pt x="34" y="132"/>
                    </a:lnTo>
                    <a:lnTo>
                      <a:pt x="30" y="132"/>
                    </a:lnTo>
                    <a:lnTo>
                      <a:pt x="30" y="136"/>
                    </a:lnTo>
                    <a:lnTo>
                      <a:pt x="30" y="132"/>
                    </a:lnTo>
                    <a:lnTo>
                      <a:pt x="30" y="128"/>
                    </a:lnTo>
                    <a:lnTo>
                      <a:pt x="34" y="128"/>
                    </a:lnTo>
                    <a:lnTo>
                      <a:pt x="34" y="124"/>
                    </a:lnTo>
                    <a:lnTo>
                      <a:pt x="34" y="120"/>
                    </a:lnTo>
                    <a:lnTo>
                      <a:pt x="38" y="120"/>
                    </a:lnTo>
                    <a:lnTo>
                      <a:pt x="38" y="116"/>
                    </a:lnTo>
                    <a:lnTo>
                      <a:pt x="38" y="112"/>
                    </a:lnTo>
                    <a:lnTo>
                      <a:pt x="38" y="110"/>
                    </a:lnTo>
                    <a:lnTo>
                      <a:pt x="34" y="110"/>
                    </a:lnTo>
                    <a:lnTo>
                      <a:pt x="34" y="106"/>
                    </a:lnTo>
                    <a:lnTo>
                      <a:pt x="30" y="106"/>
                    </a:lnTo>
                    <a:lnTo>
                      <a:pt x="26" y="106"/>
                    </a:lnTo>
                    <a:lnTo>
                      <a:pt x="26" y="102"/>
                    </a:lnTo>
                    <a:lnTo>
                      <a:pt x="22" y="102"/>
                    </a:lnTo>
                    <a:lnTo>
                      <a:pt x="22" y="98"/>
                    </a:lnTo>
                    <a:lnTo>
                      <a:pt x="18" y="98"/>
                    </a:lnTo>
                    <a:lnTo>
                      <a:pt x="14" y="94"/>
                    </a:lnTo>
                    <a:lnTo>
                      <a:pt x="14" y="90"/>
                    </a:lnTo>
                    <a:lnTo>
                      <a:pt x="18" y="90"/>
                    </a:lnTo>
                    <a:lnTo>
                      <a:pt x="22" y="90"/>
                    </a:lnTo>
                    <a:lnTo>
                      <a:pt x="22" y="86"/>
                    </a:lnTo>
                    <a:lnTo>
                      <a:pt x="26" y="86"/>
                    </a:lnTo>
                    <a:lnTo>
                      <a:pt x="30" y="86"/>
                    </a:lnTo>
                    <a:lnTo>
                      <a:pt x="30" y="82"/>
                    </a:lnTo>
                    <a:lnTo>
                      <a:pt x="30" y="80"/>
                    </a:lnTo>
                    <a:lnTo>
                      <a:pt x="30" y="76"/>
                    </a:lnTo>
                    <a:lnTo>
                      <a:pt x="30" y="72"/>
                    </a:lnTo>
                    <a:lnTo>
                      <a:pt x="34" y="72"/>
                    </a:lnTo>
                    <a:lnTo>
                      <a:pt x="34" y="68"/>
                    </a:lnTo>
                    <a:lnTo>
                      <a:pt x="30" y="68"/>
                    </a:lnTo>
                    <a:lnTo>
                      <a:pt x="30" y="64"/>
                    </a:lnTo>
                    <a:lnTo>
                      <a:pt x="34" y="64"/>
                    </a:lnTo>
                    <a:lnTo>
                      <a:pt x="30" y="64"/>
                    </a:lnTo>
                    <a:lnTo>
                      <a:pt x="30" y="60"/>
                    </a:lnTo>
                    <a:lnTo>
                      <a:pt x="30" y="56"/>
                    </a:lnTo>
                    <a:lnTo>
                      <a:pt x="34" y="56"/>
                    </a:lnTo>
                    <a:lnTo>
                      <a:pt x="30" y="56"/>
                    </a:lnTo>
                    <a:lnTo>
                      <a:pt x="30" y="54"/>
                    </a:lnTo>
                    <a:lnTo>
                      <a:pt x="26" y="54"/>
                    </a:lnTo>
                    <a:lnTo>
                      <a:pt x="26" y="50"/>
                    </a:lnTo>
                    <a:lnTo>
                      <a:pt x="30" y="50"/>
                    </a:lnTo>
                    <a:lnTo>
                      <a:pt x="30" y="54"/>
                    </a:lnTo>
                    <a:lnTo>
                      <a:pt x="34" y="54"/>
                    </a:lnTo>
                    <a:lnTo>
                      <a:pt x="34" y="50"/>
                    </a:lnTo>
                    <a:lnTo>
                      <a:pt x="30" y="50"/>
                    </a:lnTo>
                    <a:lnTo>
                      <a:pt x="26" y="50"/>
                    </a:lnTo>
                    <a:lnTo>
                      <a:pt x="26" y="46"/>
                    </a:lnTo>
                    <a:lnTo>
                      <a:pt x="22" y="42"/>
                    </a:lnTo>
                    <a:lnTo>
                      <a:pt x="22" y="38"/>
                    </a:lnTo>
                    <a:lnTo>
                      <a:pt x="22" y="42"/>
                    </a:lnTo>
                    <a:lnTo>
                      <a:pt x="26" y="42"/>
                    </a:lnTo>
                    <a:lnTo>
                      <a:pt x="26" y="38"/>
                    </a:lnTo>
                    <a:lnTo>
                      <a:pt x="22" y="38"/>
                    </a:lnTo>
                    <a:lnTo>
                      <a:pt x="26" y="38"/>
                    </a:lnTo>
                    <a:lnTo>
                      <a:pt x="26" y="34"/>
                    </a:lnTo>
                    <a:lnTo>
                      <a:pt x="26" y="38"/>
                    </a:lnTo>
                    <a:lnTo>
                      <a:pt x="22" y="38"/>
                    </a:lnTo>
                    <a:lnTo>
                      <a:pt x="26" y="34"/>
                    </a:lnTo>
                    <a:lnTo>
                      <a:pt x="22" y="34"/>
                    </a:lnTo>
                    <a:lnTo>
                      <a:pt x="18" y="34"/>
                    </a:lnTo>
                    <a:lnTo>
                      <a:pt x="18" y="30"/>
                    </a:lnTo>
                    <a:lnTo>
                      <a:pt x="18" y="26"/>
                    </a:lnTo>
                    <a:lnTo>
                      <a:pt x="18" y="30"/>
                    </a:lnTo>
                    <a:lnTo>
                      <a:pt x="18" y="34"/>
                    </a:lnTo>
                    <a:lnTo>
                      <a:pt x="22" y="34"/>
                    </a:lnTo>
                    <a:lnTo>
                      <a:pt x="22" y="38"/>
                    </a:lnTo>
                    <a:lnTo>
                      <a:pt x="18" y="38"/>
                    </a:lnTo>
                    <a:lnTo>
                      <a:pt x="18" y="34"/>
                    </a:lnTo>
                    <a:lnTo>
                      <a:pt x="18" y="30"/>
                    </a:lnTo>
                    <a:lnTo>
                      <a:pt x="14" y="30"/>
                    </a:lnTo>
                    <a:lnTo>
                      <a:pt x="14" y="26"/>
                    </a:lnTo>
                    <a:lnTo>
                      <a:pt x="12" y="24"/>
                    </a:lnTo>
                    <a:lnTo>
                      <a:pt x="12" y="20"/>
                    </a:lnTo>
                    <a:lnTo>
                      <a:pt x="14" y="20"/>
                    </a:lnTo>
                    <a:lnTo>
                      <a:pt x="14" y="16"/>
                    </a:lnTo>
                    <a:lnTo>
                      <a:pt x="14" y="20"/>
                    </a:lnTo>
                    <a:lnTo>
                      <a:pt x="12" y="20"/>
                    </a:lnTo>
                    <a:lnTo>
                      <a:pt x="12" y="24"/>
                    </a:lnTo>
                    <a:lnTo>
                      <a:pt x="12" y="20"/>
                    </a:lnTo>
                    <a:lnTo>
                      <a:pt x="8" y="20"/>
                    </a:lnTo>
                    <a:lnTo>
                      <a:pt x="8" y="16"/>
                    </a:lnTo>
                    <a:lnTo>
                      <a:pt x="8" y="12"/>
                    </a:lnTo>
                    <a:lnTo>
                      <a:pt x="4" y="8"/>
                    </a:lnTo>
                    <a:lnTo>
                      <a:pt x="4" y="4"/>
                    </a:lnTo>
                    <a:lnTo>
                      <a:pt x="0" y="0"/>
                    </a:lnTo>
                    <a:lnTo>
                      <a:pt x="4" y="0"/>
                    </a:lnTo>
                    <a:lnTo>
                      <a:pt x="8" y="0"/>
                    </a:lnTo>
                    <a:lnTo>
                      <a:pt x="8" y="4"/>
                    </a:lnTo>
                    <a:lnTo>
                      <a:pt x="8" y="0"/>
                    </a:lnTo>
                    <a:lnTo>
                      <a:pt x="4" y="0"/>
                    </a:lnTo>
                    <a:lnTo>
                      <a:pt x="4" y="4"/>
                    </a:lnTo>
                    <a:lnTo>
                      <a:pt x="8" y="4"/>
                    </a:lnTo>
                    <a:lnTo>
                      <a:pt x="8" y="8"/>
                    </a:lnTo>
                    <a:lnTo>
                      <a:pt x="12" y="12"/>
                    </a:lnTo>
                    <a:lnTo>
                      <a:pt x="8" y="12"/>
                    </a:lnTo>
                    <a:lnTo>
                      <a:pt x="12" y="12"/>
                    </a:lnTo>
                    <a:lnTo>
                      <a:pt x="12" y="8"/>
                    </a:lnTo>
                    <a:lnTo>
                      <a:pt x="12" y="12"/>
                    </a:lnTo>
                    <a:lnTo>
                      <a:pt x="14" y="12"/>
                    </a:lnTo>
                    <a:lnTo>
                      <a:pt x="18" y="12"/>
                    </a:lnTo>
                    <a:lnTo>
                      <a:pt x="22" y="16"/>
                    </a:lnTo>
                    <a:lnTo>
                      <a:pt x="18" y="16"/>
                    </a:lnTo>
                    <a:lnTo>
                      <a:pt x="22" y="16"/>
                    </a:lnTo>
                    <a:lnTo>
                      <a:pt x="22" y="20"/>
                    </a:lnTo>
                    <a:lnTo>
                      <a:pt x="22" y="16"/>
                    </a:lnTo>
                    <a:lnTo>
                      <a:pt x="26" y="16"/>
                    </a:lnTo>
                    <a:lnTo>
                      <a:pt x="26" y="20"/>
                    </a:lnTo>
                    <a:lnTo>
                      <a:pt x="26" y="24"/>
                    </a:lnTo>
                    <a:lnTo>
                      <a:pt x="30" y="24"/>
                    </a:lnTo>
                    <a:lnTo>
                      <a:pt x="26" y="24"/>
                    </a:lnTo>
                    <a:lnTo>
                      <a:pt x="26" y="26"/>
                    </a:lnTo>
                    <a:lnTo>
                      <a:pt x="30" y="26"/>
                    </a:lnTo>
                    <a:lnTo>
                      <a:pt x="26" y="26"/>
                    </a:lnTo>
                    <a:lnTo>
                      <a:pt x="26" y="30"/>
                    </a:lnTo>
                    <a:lnTo>
                      <a:pt x="30" y="30"/>
                    </a:lnTo>
                    <a:lnTo>
                      <a:pt x="30" y="34"/>
                    </a:lnTo>
                    <a:lnTo>
                      <a:pt x="30" y="38"/>
                    </a:lnTo>
                    <a:lnTo>
                      <a:pt x="30" y="42"/>
                    </a:lnTo>
                    <a:lnTo>
                      <a:pt x="30" y="46"/>
                    </a:lnTo>
                    <a:lnTo>
                      <a:pt x="34" y="46"/>
                    </a:lnTo>
                    <a:lnTo>
                      <a:pt x="34" y="50"/>
                    </a:lnTo>
                    <a:lnTo>
                      <a:pt x="34" y="46"/>
                    </a:lnTo>
                    <a:lnTo>
                      <a:pt x="34" y="50"/>
                    </a:lnTo>
                    <a:lnTo>
                      <a:pt x="38" y="50"/>
                    </a:lnTo>
                    <a:lnTo>
                      <a:pt x="38" y="54"/>
                    </a:lnTo>
                    <a:lnTo>
                      <a:pt x="40" y="54"/>
                    </a:lnTo>
                    <a:lnTo>
                      <a:pt x="40" y="50"/>
                    </a:lnTo>
                    <a:lnTo>
                      <a:pt x="40" y="46"/>
                    </a:lnTo>
                    <a:lnTo>
                      <a:pt x="40" y="42"/>
                    </a:lnTo>
                    <a:lnTo>
                      <a:pt x="38" y="42"/>
                    </a:lnTo>
                    <a:lnTo>
                      <a:pt x="38" y="38"/>
                    </a:lnTo>
                    <a:lnTo>
                      <a:pt x="40" y="42"/>
                    </a:lnTo>
                    <a:lnTo>
                      <a:pt x="40" y="46"/>
                    </a:lnTo>
                    <a:lnTo>
                      <a:pt x="44" y="46"/>
                    </a:lnTo>
                    <a:lnTo>
                      <a:pt x="44" y="50"/>
                    </a:lnTo>
                    <a:lnTo>
                      <a:pt x="44" y="46"/>
                    </a:lnTo>
                    <a:lnTo>
                      <a:pt x="44" y="50"/>
                    </a:lnTo>
                    <a:lnTo>
                      <a:pt x="48" y="50"/>
                    </a:lnTo>
                    <a:lnTo>
                      <a:pt x="48" y="54"/>
                    </a:lnTo>
                    <a:lnTo>
                      <a:pt x="44" y="54"/>
                    </a:lnTo>
                    <a:lnTo>
                      <a:pt x="48" y="54"/>
                    </a:lnTo>
                    <a:lnTo>
                      <a:pt x="48" y="56"/>
                    </a:lnTo>
                    <a:lnTo>
                      <a:pt x="48" y="60"/>
                    </a:lnTo>
                    <a:lnTo>
                      <a:pt x="52" y="60"/>
                    </a:lnTo>
                    <a:lnTo>
                      <a:pt x="48" y="60"/>
                    </a:lnTo>
                    <a:lnTo>
                      <a:pt x="48" y="64"/>
                    </a:lnTo>
                    <a:lnTo>
                      <a:pt x="52" y="64"/>
                    </a:lnTo>
                    <a:lnTo>
                      <a:pt x="56" y="64"/>
                    </a:lnTo>
                    <a:lnTo>
                      <a:pt x="56" y="68"/>
                    </a:lnTo>
                    <a:lnTo>
                      <a:pt x="60" y="68"/>
                    </a:lnTo>
                    <a:lnTo>
                      <a:pt x="64" y="68"/>
                    </a:lnTo>
                    <a:lnTo>
                      <a:pt x="66" y="68"/>
                    </a:lnTo>
                    <a:lnTo>
                      <a:pt x="70" y="68"/>
                    </a:lnTo>
                    <a:lnTo>
                      <a:pt x="70" y="64"/>
                    </a:lnTo>
                    <a:lnTo>
                      <a:pt x="74" y="64"/>
                    </a:lnTo>
                    <a:lnTo>
                      <a:pt x="74" y="60"/>
                    </a:lnTo>
                    <a:lnTo>
                      <a:pt x="78" y="60"/>
                    </a:lnTo>
                    <a:lnTo>
                      <a:pt x="82" y="60"/>
                    </a:lnTo>
                    <a:lnTo>
                      <a:pt x="86" y="64"/>
                    </a:lnTo>
                    <a:lnTo>
                      <a:pt x="82" y="64"/>
                    </a:lnTo>
                    <a:lnTo>
                      <a:pt x="82" y="68"/>
                    </a:lnTo>
                    <a:lnTo>
                      <a:pt x="82" y="72"/>
                    </a:lnTo>
                    <a:lnTo>
                      <a:pt x="82" y="76"/>
                    </a:lnTo>
                    <a:lnTo>
                      <a:pt x="82" y="80"/>
                    </a:lnTo>
                    <a:lnTo>
                      <a:pt x="78" y="82"/>
                    </a:lnTo>
                    <a:lnTo>
                      <a:pt x="74" y="82"/>
                    </a:lnTo>
                    <a:lnTo>
                      <a:pt x="74" y="86"/>
                    </a:lnTo>
                    <a:lnTo>
                      <a:pt x="74" y="90"/>
                    </a:lnTo>
                    <a:lnTo>
                      <a:pt x="74" y="94"/>
                    </a:lnTo>
                    <a:lnTo>
                      <a:pt x="74" y="90"/>
                    </a:lnTo>
                    <a:lnTo>
                      <a:pt x="70" y="90"/>
                    </a:lnTo>
                    <a:lnTo>
                      <a:pt x="66" y="90"/>
                    </a:lnTo>
                    <a:lnTo>
                      <a:pt x="64" y="90"/>
                    </a:lnTo>
                    <a:lnTo>
                      <a:pt x="60" y="94"/>
                    </a:lnTo>
                    <a:lnTo>
                      <a:pt x="60" y="98"/>
                    </a:lnTo>
                    <a:lnTo>
                      <a:pt x="60" y="102"/>
                    </a:lnTo>
                    <a:lnTo>
                      <a:pt x="64" y="102"/>
                    </a:lnTo>
                    <a:lnTo>
                      <a:pt x="60" y="110"/>
                    </a:lnTo>
                    <a:lnTo>
                      <a:pt x="60" y="112"/>
                    </a:lnTo>
                    <a:lnTo>
                      <a:pt x="56" y="1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08" name="Freeform 202"/>
              <p:cNvSpPr>
                <a:spLocks/>
              </p:cNvSpPr>
              <p:nvPr/>
            </p:nvSpPr>
            <p:spPr bwMode="gray">
              <a:xfrm>
                <a:off x="8897664" y="5778913"/>
                <a:ext cx="194798" cy="212190"/>
              </a:xfrm>
              <a:custGeom>
                <a:avLst/>
                <a:gdLst>
                  <a:gd name="T0" fmla="*/ 12 w 112"/>
                  <a:gd name="T1" fmla="*/ 96 h 122"/>
                  <a:gd name="T2" fmla="*/ 12 w 112"/>
                  <a:gd name="T3" fmla="*/ 90 h 122"/>
                  <a:gd name="T4" fmla="*/ 16 w 112"/>
                  <a:gd name="T5" fmla="*/ 90 h 122"/>
                  <a:gd name="T6" fmla="*/ 16 w 112"/>
                  <a:gd name="T7" fmla="*/ 82 h 122"/>
                  <a:gd name="T8" fmla="*/ 22 w 112"/>
                  <a:gd name="T9" fmla="*/ 74 h 122"/>
                  <a:gd name="T10" fmla="*/ 34 w 112"/>
                  <a:gd name="T11" fmla="*/ 70 h 122"/>
                  <a:gd name="T12" fmla="*/ 36 w 112"/>
                  <a:gd name="T13" fmla="*/ 64 h 122"/>
                  <a:gd name="T14" fmla="*/ 44 w 112"/>
                  <a:gd name="T15" fmla="*/ 60 h 122"/>
                  <a:gd name="T16" fmla="*/ 52 w 112"/>
                  <a:gd name="T17" fmla="*/ 52 h 122"/>
                  <a:gd name="T18" fmla="*/ 60 w 112"/>
                  <a:gd name="T19" fmla="*/ 50 h 122"/>
                  <a:gd name="T20" fmla="*/ 66 w 112"/>
                  <a:gd name="T21" fmla="*/ 38 h 122"/>
                  <a:gd name="T22" fmla="*/ 70 w 112"/>
                  <a:gd name="T23" fmla="*/ 28 h 122"/>
                  <a:gd name="T24" fmla="*/ 78 w 112"/>
                  <a:gd name="T25" fmla="*/ 24 h 122"/>
                  <a:gd name="T26" fmla="*/ 78 w 112"/>
                  <a:gd name="T27" fmla="*/ 8 h 122"/>
                  <a:gd name="T28" fmla="*/ 86 w 112"/>
                  <a:gd name="T29" fmla="*/ 4 h 122"/>
                  <a:gd name="T30" fmla="*/ 86 w 112"/>
                  <a:gd name="T31" fmla="*/ 4 h 122"/>
                  <a:gd name="T32" fmla="*/ 94 w 112"/>
                  <a:gd name="T33" fmla="*/ 12 h 122"/>
                  <a:gd name="T34" fmla="*/ 100 w 112"/>
                  <a:gd name="T35" fmla="*/ 12 h 122"/>
                  <a:gd name="T36" fmla="*/ 104 w 112"/>
                  <a:gd name="T37" fmla="*/ 12 h 122"/>
                  <a:gd name="T38" fmla="*/ 104 w 112"/>
                  <a:gd name="T39" fmla="*/ 16 h 122"/>
                  <a:gd name="T40" fmla="*/ 108 w 112"/>
                  <a:gd name="T41" fmla="*/ 16 h 122"/>
                  <a:gd name="T42" fmla="*/ 108 w 112"/>
                  <a:gd name="T43" fmla="*/ 12 h 122"/>
                  <a:gd name="T44" fmla="*/ 104 w 112"/>
                  <a:gd name="T45" fmla="*/ 16 h 122"/>
                  <a:gd name="T46" fmla="*/ 108 w 112"/>
                  <a:gd name="T47" fmla="*/ 16 h 122"/>
                  <a:gd name="T48" fmla="*/ 108 w 112"/>
                  <a:gd name="T49" fmla="*/ 20 h 122"/>
                  <a:gd name="T50" fmla="*/ 108 w 112"/>
                  <a:gd name="T51" fmla="*/ 24 h 122"/>
                  <a:gd name="T52" fmla="*/ 104 w 112"/>
                  <a:gd name="T53" fmla="*/ 30 h 122"/>
                  <a:gd name="T54" fmla="*/ 100 w 112"/>
                  <a:gd name="T55" fmla="*/ 40 h 122"/>
                  <a:gd name="T56" fmla="*/ 96 w 112"/>
                  <a:gd name="T57" fmla="*/ 50 h 122"/>
                  <a:gd name="T58" fmla="*/ 90 w 112"/>
                  <a:gd name="T59" fmla="*/ 56 h 122"/>
                  <a:gd name="T60" fmla="*/ 94 w 112"/>
                  <a:gd name="T61" fmla="*/ 64 h 122"/>
                  <a:gd name="T62" fmla="*/ 90 w 112"/>
                  <a:gd name="T63" fmla="*/ 64 h 122"/>
                  <a:gd name="T64" fmla="*/ 86 w 112"/>
                  <a:gd name="T65" fmla="*/ 64 h 122"/>
                  <a:gd name="T66" fmla="*/ 78 w 112"/>
                  <a:gd name="T67" fmla="*/ 68 h 122"/>
                  <a:gd name="T68" fmla="*/ 70 w 112"/>
                  <a:gd name="T69" fmla="*/ 70 h 122"/>
                  <a:gd name="T70" fmla="*/ 66 w 112"/>
                  <a:gd name="T71" fmla="*/ 78 h 122"/>
                  <a:gd name="T72" fmla="*/ 66 w 112"/>
                  <a:gd name="T73" fmla="*/ 90 h 122"/>
                  <a:gd name="T74" fmla="*/ 60 w 112"/>
                  <a:gd name="T75" fmla="*/ 96 h 122"/>
                  <a:gd name="T76" fmla="*/ 56 w 112"/>
                  <a:gd name="T77" fmla="*/ 104 h 122"/>
                  <a:gd name="T78" fmla="*/ 60 w 112"/>
                  <a:gd name="T79" fmla="*/ 104 h 122"/>
                  <a:gd name="T80" fmla="*/ 52 w 112"/>
                  <a:gd name="T81" fmla="*/ 108 h 122"/>
                  <a:gd name="T82" fmla="*/ 48 w 112"/>
                  <a:gd name="T83" fmla="*/ 120 h 122"/>
                  <a:gd name="T84" fmla="*/ 36 w 112"/>
                  <a:gd name="T85" fmla="*/ 122 h 122"/>
                  <a:gd name="T86" fmla="*/ 30 w 112"/>
                  <a:gd name="T87" fmla="*/ 120 h 122"/>
                  <a:gd name="T88" fmla="*/ 26 w 112"/>
                  <a:gd name="T89" fmla="*/ 120 h 122"/>
                  <a:gd name="T90" fmla="*/ 26 w 112"/>
                  <a:gd name="T91" fmla="*/ 120 h 122"/>
                  <a:gd name="T92" fmla="*/ 22 w 112"/>
                  <a:gd name="T93" fmla="*/ 116 h 122"/>
                  <a:gd name="T94" fmla="*/ 12 w 112"/>
                  <a:gd name="T95" fmla="*/ 112 h 122"/>
                  <a:gd name="T96" fmla="*/ 4 w 112"/>
                  <a:gd name="T97" fmla="*/ 116 h 122"/>
                  <a:gd name="T98" fmla="*/ 4 w 112"/>
                  <a:gd name="T99" fmla="*/ 112 h 122"/>
                  <a:gd name="T100" fmla="*/ 4 w 112"/>
                  <a:gd name="T101" fmla="*/ 108 h 122"/>
                  <a:gd name="T102" fmla="*/ 0 w 112"/>
                  <a:gd name="T103" fmla="*/ 108 h 122"/>
                  <a:gd name="T104" fmla="*/ 8 w 112"/>
                  <a:gd name="T105" fmla="*/ 104 h 122"/>
                  <a:gd name="T106" fmla="*/ 8 w 112"/>
                  <a:gd name="T107" fmla="*/ 100 h 122"/>
                  <a:gd name="T108" fmla="*/ 4 w 112"/>
                  <a:gd name="T109" fmla="*/ 9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12" h="122">
                    <a:moveTo>
                      <a:pt x="12" y="96"/>
                    </a:moveTo>
                    <a:lnTo>
                      <a:pt x="8" y="96"/>
                    </a:lnTo>
                    <a:lnTo>
                      <a:pt x="12" y="96"/>
                    </a:lnTo>
                    <a:lnTo>
                      <a:pt x="8" y="94"/>
                    </a:lnTo>
                    <a:lnTo>
                      <a:pt x="8" y="90"/>
                    </a:lnTo>
                    <a:lnTo>
                      <a:pt x="12" y="90"/>
                    </a:lnTo>
                    <a:lnTo>
                      <a:pt x="12" y="86"/>
                    </a:lnTo>
                    <a:lnTo>
                      <a:pt x="12" y="90"/>
                    </a:lnTo>
                    <a:lnTo>
                      <a:pt x="16" y="90"/>
                    </a:lnTo>
                    <a:lnTo>
                      <a:pt x="16" y="86"/>
                    </a:lnTo>
                    <a:lnTo>
                      <a:pt x="12" y="86"/>
                    </a:lnTo>
                    <a:lnTo>
                      <a:pt x="16" y="82"/>
                    </a:lnTo>
                    <a:lnTo>
                      <a:pt x="20" y="82"/>
                    </a:lnTo>
                    <a:lnTo>
                      <a:pt x="20" y="78"/>
                    </a:lnTo>
                    <a:lnTo>
                      <a:pt x="22" y="74"/>
                    </a:lnTo>
                    <a:lnTo>
                      <a:pt x="26" y="70"/>
                    </a:lnTo>
                    <a:lnTo>
                      <a:pt x="30" y="70"/>
                    </a:lnTo>
                    <a:lnTo>
                      <a:pt x="34" y="70"/>
                    </a:lnTo>
                    <a:lnTo>
                      <a:pt x="34" y="68"/>
                    </a:lnTo>
                    <a:lnTo>
                      <a:pt x="36" y="68"/>
                    </a:lnTo>
                    <a:lnTo>
                      <a:pt x="36" y="64"/>
                    </a:lnTo>
                    <a:lnTo>
                      <a:pt x="40" y="64"/>
                    </a:lnTo>
                    <a:lnTo>
                      <a:pt x="44" y="64"/>
                    </a:lnTo>
                    <a:lnTo>
                      <a:pt x="44" y="60"/>
                    </a:lnTo>
                    <a:lnTo>
                      <a:pt x="48" y="56"/>
                    </a:lnTo>
                    <a:lnTo>
                      <a:pt x="52" y="56"/>
                    </a:lnTo>
                    <a:lnTo>
                      <a:pt x="52" y="52"/>
                    </a:lnTo>
                    <a:lnTo>
                      <a:pt x="56" y="52"/>
                    </a:lnTo>
                    <a:lnTo>
                      <a:pt x="56" y="50"/>
                    </a:lnTo>
                    <a:lnTo>
                      <a:pt x="60" y="50"/>
                    </a:lnTo>
                    <a:lnTo>
                      <a:pt x="64" y="40"/>
                    </a:lnTo>
                    <a:lnTo>
                      <a:pt x="66" y="40"/>
                    </a:lnTo>
                    <a:lnTo>
                      <a:pt x="66" y="38"/>
                    </a:lnTo>
                    <a:lnTo>
                      <a:pt x="66" y="34"/>
                    </a:lnTo>
                    <a:lnTo>
                      <a:pt x="66" y="30"/>
                    </a:lnTo>
                    <a:lnTo>
                      <a:pt x="70" y="28"/>
                    </a:lnTo>
                    <a:lnTo>
                      <a:pt x="74" y="28"/>
                    </a:lnTo>
                    <a:lnTo>
                      <a:pt x="74" y="24"/>
                    </a:lnTo>
                    <a:lnTo>
                      <a:pt x="78" y="24"/>
                    </a:lnTo>
                    <a:lnTo>
                      <a:pt x="78" y="20"/>
                    </a:lnTo>
                    <a:lnTo>
                      <a:pt x="78" y="16"/>
                    </a:lnTo>
                    <a:lnTo>
                      <a:pt x="78" y="8"/>
                    </a:lnTo>
                    <a:lnTo>
                      <a:pt x="82" y="8"/>
                    </a:lnTo>
                    <a:lnTo>
                      <a:pt x="82" y="4"/>
                    </a:lnTo>
                    <a:lnTo>
                      <a:pt x="86" y="4"/>
                    </a:lnTo>
                    <a:lnTo>
                      <a:pt x="86" y="0"/>
                    </a:lnTo>
                    <a:lnTo>
                      <a:pt x="90" y="0"/>
                    </a:lnTo>
                    <a:lnTo>
                      <a:pt x="86" y="4"/>
                    </a:lnTo>
                    <a:lnTo>
                      <a:pt x="90" y="8"/>
                    </a:lnTo>
                    <a:lnTo>
                      <a:pt x="94" y="8"/>
                    </a:lnTo>
                    <a:lnTo>
                      <a:pt x="94" y="12"/>
                    </a:lnTo>
                    <a:lnTo>
                      <a:pt x="94" y="16"/>
                    </a:lnTo>
                    <a:lnTo>
                      <a:pt x="96" y="16"/>
                    </a:lnTo>
                    <a:lnTo>
                      <a:pt x="100" y="12"/>
                    </a:lnTo>
                    <a:lnTo>
                      <a:pt x="104" y="12"/>
                    </a:lnTo>
                    <a:lnTo>
                      <a:pt x="104" y="8"/>
                    </a:lnTo>
                    <a:lnTo>
                      <a:pt x="104" y="12"/>
                    </a:lnTo>
                    <a:lnTo>
                      <a:pt x="100" y="12"/>
                    </a:lnTo>
                    <a:lnTo>
                      <a:pt x="104" y="12"/>
                    </a:lnTo>
                    <a:lnTo>
                      <a:pt x="104" y="16"/>
                    </a:lnTo>
                    <a:lnTo>
                      <a:pt x="100" y="16"/>
                    </a:lnTo>
                    <a:lnTo>
                      <a:pt x="104" y="16"/>
                    </a:lnTo>
                    <a:lnTo>
                      <a:pt x="108" y="16"/>
                    </a:lnTo>
                    <a:lnTo>
                      <a:pt x="104" y="16"/>
                    </a:lnTo>
                    <a:lnTo>
                      <a:pt x="104" y="12"/>
                    </a:lnTo>
                    <a:lnTo>
                      <a:pt x="108" y="12"/>
                    </a:lnTo>
                    <a:lnTo>
                      <a:pt x="112" y="12"/>
                    </a:lnTo>
                    <a:lnTo>
                      <a:pt x="108" y="16"/>
                    </a:lnTo>
                    <a:lnTo>
                      <a:pt x="104" y="16"/>
                    </a:lnTo>
                    <a:lnTo>
                      <a:pt x="108" y="16"/>
                    </a:lnTo>
                    <a:lnTo>
                      <a:pt x="112" y="16"/>
                    </a:lnTo>
                    <a:lnTo>
                      <a:pt x="108" y="16"/>
                    </a:lnTo>
                    <a:lnTo>
                      <a:pt x="108" y="20"/>
                    </a:lnTo>
                    <a:lnTo>
                      <a:pt x="104" y="20"/>
                    </a:lnTo>
                    <a:lnTo>
                      <a:pt x="108" y="20"/>
                    </a:lnTo>
                    <a:lnTo>
                      <a:pt x="108" y="24"/>
                    </a:lnTo>
                    <a:lnTo>
                      <a:pt x="108" y="20"/>
                    </a:lnTo>
                    <a:lnTo>
                      <a:pt x="108" y="24"/>
                    </a:lnTo>
                    <a:lnTo>
                      <a:pt x="108" y="28"/>
                    </a:lnTo>
                    <a:lnTo>
                      <a:pt x="108" y="30"/>
                    </a:lnTo>
                    <a:lnTo>
                      <a:pt x="104" y="30"/>
                    </a:lnTo>
                    <a:lnTo>
                      <a:pt x="104" y="34"/>
                    </a:lnTo>
                    <a:lnTo>
                      <a:pt x="104" y="38"/>
                    </a:lnTo>
                    <a:lnTo>
                      <a:pt x="100" y="40"/>
                    </a:lnTo>
                    <a:lnTo>
                      <a:pt x="96" y="40"/>
                    </a:lnTo>
                    <a:lnTo>
                      <a:pt x="96" y="46"/>
                    </a:lnTo>
                    <a:lnTo>
                      <a:pt x="96" y="50"/>
                    </a:lnTo>
                    <a:lnTo>
                      <a:pt x="94" y="52"/>
                    </a:lnTo>
                    <a:lnTo>
                      <a:pt x="90" y="52"/>
                    </a:lnTo>
                    <a:lnTo>
                      <a:pt x="90" y="56"/>
                    </a:lnTo>
                    <a:lnTo>
                      <a:pt x="86" y="56"/>
                    </a:lnTo>
                    <a:lnTo>
                      <a:pt x="90" y="64"/>
                    </a:lnTo>
                    <a:lnTo>
                      <a:pt x="94" y="64"/>
                    </a:lnTo>
                    <a:lnTo>
                      <a:pt x="94" y="68"/>
                    </a:lnTo>
                    <a:lnTo>
                      <a:pt x="90" y="68"/>
                    </a:lnTo>
                    <a:lnTo>
                      <a:pt x="90" y="64"/>
                    </a:lnTo>
                    <a:lnTo>
                      <a:pt x="90" y="68"/>
                    </a:lnTo>
                    <a:lnTo>
                      <a:pt x="86" y="68"/>
                    </a:lnTo>
                    <a:lnTo>
                      <a:pt x="86" y="64"/>
                    </a:lnTo>
                    <a:lnTo>
                      <a:pt x="82" y="64"/>
                    </a:lnTo>
                    <a:lnTo>
                      <a:pt x="82" y="68"/>
                    </a:lnTo>
                    <a:lnTo>
                      <a:pt x="78" y="68"/>
                    </a:lnTo>
                    <a:lnTo>
                      <a:pt x="78" y="70"/>
                    </a:lnTo>
                    <a:lnTo>
                      <a:pt x="74" y="70"/>
                    </a:lnTo>
                    <a:lnTo>
                      <a:pt x="70" y="70"/>
                    </a:lnTo>
                    <a:lnTo>
                      <a:pt x="70" y="74"/>
                    </a:lnTo>
                    <a:lnTo>
                      <a:pt x="66" y="74"/>
                    </a:lnTo>
                    <a:lnTo>
                      <a:pt x="66" y="78"/>
                    </a:lnTo>
                    <a:lnTo>
                      <a:pt x="66" y="82"/>
                    </a:lnTo>
                    <a:lnTo>
                      <a:pt x="66" y="86"/>
                    </a:lnTo>
                    <a:lnTo>
                      <a:pt x="66" y="90"/>
                    </a:lnTo>
                    <a:lnTo>
                      <a:pt x="64" y="90"/>
                    </a:lnTo>
                    <a:lnTo>
                      <a:pt x="64" y="94"/>
                    </a:lnTo>
                    <a:lnTo>
                      <a:pt x="60" y="96"/>
                    </a:lnTo>
                    <a:lnTo>
                      <a:pt x="60" y="100"/>
                    </a:lnTo>
                    <a:lnTo>
                      <a:pt x="60" y="104"/>
                    </a:lnTo>
                    <a:lnTo>
                      <a:pt x="56" y="104"/>
                    </a:lnTo>
                    <a:lnTo>
                      <a:pt x="56" y="108"/>
                    </a:lnTo>
                    <a:lnTo>
                      <a:pt x="60" y="108"/>
                    </a:lnTo>
                    <a:lnTo>
                      <a:pt x="60" y="104"/>
                    </a:lnTo>
                    <a:lnTo>
                      <a:pt x="60" y="108"/>
                    </a:lnTo>
                    <a:lnTo>
                      <a:pt x="56" y="108"/>
                    </a:lnTo>
                    <a:lnTo>
                      <a:pt x="52" y="108"/>
                    </a:lnTo>
                    <a:lnTo>
                      <a:pt x="52" y="112"/>
                    </a:lnTo>
                    <a:lnTo>
                      <a:pt x="48" y="116"/>
                    </a:lnTo>
                    <a:lnTo>
                      <a:pt x="48" y="120"/>
                    </a:lnTo>
                    <a:lnTo>
                      <a:pt x="44" y="120"/>
                    </a:lnTo>
                    <a:lnTo>
                      <a:pt x="40" y="122"/>
                    </a:lnTo>
                    <a:lnTo>
                      <a:pt x="36" y="122"/>
                    </a:lnTo>
                    <a:lnTo>
                      <a:pt x="34" y="122"/>
                    </a:lnTo>
                    <a:lnTo>
                      <a:pt x="34" y="120"/>
                    </a:lnTo>
                    <a:lnTo>
                      <a:pt x="30" y="120"/>
                    </a:lnTo>
                    <a:lnTo>
                      <a:pt x="30" y="122"/>
                    </a:lnTo>
                    <a:lnTo>
                      <a:pt x="26" y="122"/>
                    </a:lnTo>
                    <a:lnTo>
                      <a:pt x="26" y="120"/>
                    </a:lnTo>
                    <a:lnTo>
                      <a:pt x="30" y="122"/>
                    </a:lnTo>
                    <a:lnTo>
                      <a:pt x="30" y="120"/>
                    </a:lnTo>
                    <a:lnTo>
                      <a:pt x="26" y="120"/>
                    </a:lnTo>
                    <a:lnTo>
                      <a:pt x="26" y="122"/>
                    </a:lnTo>
                    <a:lnTo>
                      <a:pt x="26" y="120"/>
                    </a:lnTo>
                    <a:lnTo>
                      <a:pt x="22" y="116"/>
                    </a:lnTo>
                    <a:lnTo>
                      <a:pt x="20" y="116"/>
                    </a:lnTo>
                    <a:lnTo>
                      <a:pt x="16" y="112"/>
                    </a:lnTo>
                    <a:lnTo>
                      <a:pt x="12" y="112"/>
                    </a:lnTo>
                    <a:lnTo>
                      <a:pt x="12" y="116"/>
                    </a:lnTo>
                    <a:lnTo>
                      <a:pt x="8" y="116"/>
                    </a:lnTo>
                    <a:lnTo>
                      <a:pt x="4" y="116"/>
                    </a:lnTo>
                    <a:lnTo>
                      <a:pt x="4" y="112"/>
                    </a:lnTo>
                    <a:lnTo>
                      <a:pt x="0" y="112"/>
                    </a:lnTo>
                    <a:lnTo>
                      <a:pt x="4" y="112"/>
                    </a:lnTo>
                    <a:lnTo>
                      <a:pt x="4" y="108"/>
                    </a:lnTo>
                    <a:lnTo>
                      <a:pt x="8" y="108"/>
                    </a:lnTo>
                    <a:lnTo>
                      <a:pt x="4" y="108"/>
                    </a:lnTo>
                    <a:lnTo>
                      <a:pt x="4" y="112"/>
                    </a:lnTo>
                    <a:lnTo>
                      <a:pt x="0" y="112"/>
                    </a:lnTo>
                    <a:lnTo>
                      <a:pt x="0" y="108"/>
                    </a:lnTo>
                    <a:lnTo>
                      <a:pt x="0" y="104"/>
                    </a:lnTo>
                    <a:lnTo>
                      <a:pt x="4" y="104"/>
                    </a:lnTo>
                    <a:lnTo>
                      <a:pt x="8" y="104"/>
                    </a:lnTo>
                    <a:lnTo>
                      <a:pt x="4" y="104"/>
                    </a:lnTo>
                    <a:lnTo>
                      <a:pt x="4" y="100"/>
                    </a:lnTo>
                    <a:lnTo>
                      <a:pt x="8" y="100"/>
                    </a:lnTo>
                    <a:lnTo>
                      <a:pt x="4" y="100"/>
                    </a:lnTo>
                    <a:lnTo>
                      <a:pt x="4" y="96"/>
                    </a:lnTo>
                    <a:lnTo>
                      <a:pt x="4" y="94"/>
                    </a:lnTo>
                    <a:lnTo>
                      <a:pt x="8" y="96"/>
                    </a:lnTo>
                    <a:lnTo>
                      <a:pt x="12" y="9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0" name="Freeform 204"/>
              <p:cNvSpPr>
                <a:spLocks noEditPoints="1"/>
              </p:cNvSpPr>
              <p:nvPr/>
            </p:nvSpPr>
            <p:spPr bwMode="gray">
              <a:xfrm>
                <a:off x="8650688" y="4728401"/>
                <a:ext cx="236540" cy="128704"/>
              </a:xfrm>
              <a:custGeom>
                <a:avLst/>
                <a:gdLst>
                  <a:gd name="T0" fmla="*/ 6 w 136"/>
                  <a:gd name="T1" fmla="*/ 8 h 74"/>
                  <a:gd name="T2" fmla="*/ 8 w 136"/>
                  <a:gd name="T3" fmla="*/ 4 h 74"/>
                  <a:gd name="T4" fmla="*/ 14 w 136"/>
                  <a:gd name="T5" fmla="*/ 10 h 74"/>
                  <a:gd name="T6" fmla="*/ 14 w 136"/>
                  <a:gd name="T7" fmla="*/ 12 h 74"/>
                  <a:gd name="T8" fmla="*/ 48 w 136"/>
                  <a:gd name="T9" fmla="*/ 26 h 74"/>
                  <a:gd name="T10" fmla="*/ 30 w 136"/>
                  <a:gd name="T11" fmla="*/ 12 h 74"/>
                  <a:gd name="T12" fmla="*/ 48 w 136"/>
                  <a:gd name="T13" fmla="*/ 26 h 74"/>
                  <a:gd name="T14" fmla="*/ 48 w 136"/>
                  <a:gd name="T15" fmla="*/ 26 h 74"/>
                  <a:gd name="T16" fmla="*/ 0 w 136"/>
                  <a:gd name="T17" fmla="*/ 14 h 74"/>
                  <a:gd name="T18" fmla="*/ 2 w 136"/>
                  <a:gd name="T19" fmla="*/ 18 h 74"/>
                  <a:gd name="T20" fmla="*/ 2 w 136"/>
                  <a:gd name="T21" fmla="*/ 18 h 74"/>
                  <a:gd name="T22" fmla="*/ 6 w 136"/>
                  <a:gd name="T23" fmla="*/ 20 h 74"/>
                  <a:gd name="T24" fmla="*/ 10 w 136"/>
                  <a:gd name="T25" fmla="*/ 16 h 74"/>
                  <a:gd name="T26" fmla="*/ 10 w 136"/>
                  <a:gd name="T27" fmla="*/ 22 h 74"/>
                  <a:gd name="T28" fmla="*/ 18 w 136"/>
                  <a:gd name="T29" fmla="*/ 28 h 74"/>
                  <a:gd name="T30" fmla="*/ 12 w 136"/>
                  <a:gd name="T31" fmla="*/ 22 h 74"/>
                  <a:gd name="T32" fmla="*/ 18 w 136"/>
                  <a:gd name="T33" fmla="*/ 22 h 74"/>
                  <a:gd name="T34" fmla="*/ 18 w 136"/>
                  <a:gd name="T35" fmla="*/ 28 h 74"/>
                  <a:gd name="T36" fmla="*/ 18 w 136"/>
                  <a:gd name="T37" fmla="*/ 28 h 74"/>
                  <a:gd name="T38" fmla="*/ 12 w 136"/>
                  <a:gd name="T39" fmla="*/ 28 h 74"/>
                  <a:gd name="T40" fmla="*/ 12 w 136"/>
                  <a:gd name="T41" fmla="*/ 28 h 74"/>
                  <a:gd name="T42" fmla="*/ 12 w 136"/>
                  <a:gd name="T43" fmla="*/ 28 h 74"/>
                  <a:gd name="T44" fmla="*/ 20 w 136"/>
                  <a:gd name="T45" fmla="*/ 28 h 74"/>
                  <a:gd name="T46" fmla="*/ 22 w 136"/>
                  <a:gd name="T47" fmla="*/ 28 h 74"/>
                  <a:gd name="T48" fmla="*/ 22 w 136"/>
                  <a:gd name="T49" fmla="*/ 28 h 74"/>
                  <a:gd name="T50" fmla="*/ 132 w 136"/>
                  <a:gd name="T51" fmla="*/ 56 h 74"/>
                  <a:gd name="T52" fmla="*/ 134 w 136"/>
                  <a:gd name="T53" fmla="*/ 60 h 74"/>
                  <a:gd name="T54" fmla="*/ 134 w 136"/>
                  <a:gd name="T55" fmla="*/ 60 h 74"/>
                  <a:gd name="T56" fmla="*/ 48 w 136"/>
                  <a:gd name="T57" fmla="*/ 68 h 74"/>
                  <a:gd name="T58" fmla="*/ 58 w 136"/>
                  <a:gd name="T59" fmla="*/ 74 h 74"/>
                  <a:gd name="T60" fmla="*/ 58 w 136"/>
                  <a:gd name="T61" fmla="*/ 74 h 74"/>
                  <a:gd name="T62" fmla="*/ 70 w 136"/>
                  <a:gd name="T63" fmla="*/ 42 h 74"/>
                  <a:gd name="T64" fmla="*/ 58 w 136"/>
                  <a:gd name="T65" fmla="*/ 22 h 74"/>
                  <a:gd name="T66" fmla="*/ 64 w 136"/>
                  <a:gd name="T67" fmla="*/ 28 h 74"/>
                  <a:gd name="T68" fmla="*/ 68 w 136"/>
                  <a:gd name="T69" fmla="*/ 34 h 74"/>
                  <a:gd name="T70" fmla="*/ 68 w 136"/>
                  <a:gd name="T71" fmla="*/ 34 h 74"/>
                  <a:gd name="T72" fmla="*/ 60 w 136"/>
                  <a:gd name="T73" fmla="*/ 46 h 74"/>
                  <a:gd name="T74" fmla="*/ 44 w 136"/>
                  <a:gd name="T75" fmla="*/ 38 h 74"/>
                  <a:gd name="T76" fmla="*/ 62 w 136"/>
                  <a:gd name="T77" fmla="*/ 46 h 74"/>
                  <a:gd name="T78" fmla="*/ 62 w 136"/>
                  <a:gd name="T79" fmla="*/ 46 h 74"/>
                  <a:gd name="T80" fmla="*/ 84 w 136"/>
                  <a:gd name="T81" fmla="*/ 60 h 74"/>
                  <a:gd name="T82" fmla="*/ 68 w 136"/>
                  <a:gd name="T83" fmla="*/ 50 h 74"/>
                  <a:gd name="T84" fmla="*/ 84 w 136"/>
                  <a:gd name="T85" fmla="*/ 56 h 74"/>
                  <a:gd name="T86" fmla="*/ 84 w 136"/>
                  <a:gd name="T87" fmla="*/ 56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6" h="74">
                    <a:moveTo>
                      <a:pt x="14" y="12"/>
                    </a:moveTo>
                    <a:lnTo>
                      <a:pt x="6" y="8"/>
                    </a:lnTo>
                    <a:lnTo>
                      <a:pt x="0" y="0"/>
                    </a:lnTo>
                    <a:lnTo>
                      <a:pt x="8" y="4"/>
                    </a:lnTo>
                    <a:lnTo>
                      <a:pt x="10" y="6"/>
                    </a:lnTo>
                    <a:lnTo>
                      <a:pt x="14" y="10"/>
                    </a:lnTo>
                    <a:lnTo>
                      <a:pt x="14" y="12"/>
                    </a:lnTo>
                    <a:lnTo>
                      <a:pt x="14" y="12"/>
                    </a:lnTo>
                    <a:lnTo>
                      <a:pt x="14" y="12"/>
                    </a:lnTo>
                    <a:close/>
                    <a:moveTo>
                      <a:pt x="48" y="26"/>
                    </a:moveTo>
                    <a:lnTo>
                      <a:pt x="34" y="18"/>
                    </a:lnTo>
                    <a:lnTo>
                      <a:pt x="30" y="12"/>
                    </a:lnTo>
                    <a:lnTo>
                      <a:pt x="48" y="22"/>
                    </a:lnTo>
                    <a:lnTo>
                      <a:pt x="48" y="26"/>
                    </a:lnTo>
                    <a:lnTo>
                      <a:pt x="48" y="26"/>
                    </a:lnTo>
                    <a:lnTo>
                      <a:pt x="48" y="26"/>
                    </a:lnTo>
                    <a:close/>
                    <a:moveTo>
                      <a:pt x="2" y="18"/>
                    </a:moveTo>
                    <a:lnTo>
                      <a:pt x="0" y="14"/>
                    </a:lnTo>
                    <a:lnTo>
                      <a:pt x="6" y="16"/>
                    </a:lnTo>
                    <a:lnTo>
                      <a:pt x="2" y="18"/>
                    </a:lnTo>
                    <a:lnTo>
                      <a:pt x="2" y="18"/>
                    </a:lnTo>
                    <a:lnTo>
                      <a:pt x="2" y="18"/>
                    </a:lnTo>
                    <a:close/>
                    <a:moveTo>
                      <a:pt x="10" y="22"/>
                    </a:moveTo>
                    <a:lnTo>
                      <a:pt x="6" y="20"/>
                    </a:lnTo>
                    <a:lnTo>
                      <a:pt x="8" y="16"/>
                    </a:lnTo>
                    <a:lnTo>
                      <a:pt x="10" y="16"/>
                    </a:lnTo>
                    <a:lnTo>
                      <a:pt x="10" y="22"/>
                    </a:lnTo>
                    <a:lnTo>
                      <a:pt x="10" y="22"/>
                    </a:lnTo>
                    <a:lnTo>
                      <a:pt x="10" y="22"/>
                    </a:lnTo>
                    <a:close/>
                    <a:moveTo>
                      <a:pt x="18" y="28"/>
                    </a:moveTo>
                    <a:lnTo>
                      <a:pt x="14" y="22"/>
                    </a:lnTo>
                    <a:lnTo>
                      <a:pt x="12" y="22"/>
                    </a:lnTo>
                    <a:lnTo>
                      <a:pt x="12" y="18"/>
                    </a:lnTo>
                    <a:lnTo>
                      <a:pt x="18" y="22"/>
                    </a:lnTo>
                    <a:lnTo>
                      <a:pt x="20" y="26"/>
                    </a:lnTo>
                    <a:lnTo>
                      <a:pt x="18" y="28"/>
                    </a:lnTo>
                    <a:lnTo>
                      <a:pt x="18" y="28"/>
                    </a:lnTo>
                    <a:lnTo>
                      <a:pt x="18" y="28"/>
                    </a:lnTo>
                    <a:close/>
                    <a:moveTo>
                      <a:pt x="12" y="28"/>
                    </a:moveTo>
                    <a:lnTo>
                      <a:pt x="12" y="28"/>
                    </a:lnTo>
                    <a:lnTo>
                      <a:pt x="12" y="24"/>
                    </a:lnTo>
                    <a:lnTo>
                      <a:pt x="12" y="28"/>
                    </a:lnTo>
                    <a:lnTo>
                      <a:pt x="12" y="28"/>
                    </a:lnTo>
                    <a:lnTo>
                      <a:pt x="12" y="28"/>
                    </a:lnTo>
                    <a:close/>
                    <a:moveTo>
                      <a:pt x="22" y="28"/>
                    </a:moveTo>
                    <a:lnTo>
                      <a:pt x="20" y="28"/>
                    </a:lnTo>
                    <a:lnTo>
                      <a:pt x="24" y="26"/>
                    </a:lnTo>
                    <a:lnTo>
                      <a:pt x="22" y="28"/>
                    </a:lnTo>
                    <a:lnTo>
                      <a:pt x="22" y="28"/>
                    </a:lnTo>
                    <a:lnTo>
                      <a:pt x="22" y="28"/>
                    </a:lnTo>
                    <a:close/>
                    <a:moveTo>
                      <a:pt x="134" y="60"/>
                    </a:moveTo>
                    <a:lnTo>
                      <a:pt x="132" y="56"/>
                    </a:lnTo>
                    <a:lnTo>
                      <a:pt x="136" y="56"/>
                    </a:lnTo>
                    <a:lnTo>
                      <a:pt x="134" y="60"/>
                    </a:lnTo>
                    <a:lnTo>
                      <a:pt x="134" y="60"/>
                    </a:lnTo>
                    <a:lnTo>
                      <a:pt x="134" y="60"/>
                    </a:lnTo>
                    <a:close/>
                    <a:moveTo>
                      <a:pt x="58" y="74"/>
                    </a:moveTo>
                    <a:lnTo>
                      <a:pt x="48" y="68"/>
                    </a:lnTo>
                    <a:lnTo>
                      <a:pt x="56" y="72"/>
                    </a:lnTo>
                    <a:lnTo>
                      <a:pt x="58" y="74"/>
                    </a:lnTo>
                    <a:lnTo>
                      <a:pt x="58" y="74"/>
                    </a:lnTo>
                    <a:lnTo>
                      <a:pt x="58" y="74"/>
                    </a:lnTo>
                    <a:close/>
                    <a:moveTo>
                      <a:pt x="68" y="34"/>
                    </a:moveTo>
                    <a:lnTo>
                      <a:pt x="70" y="42"/>
                    </a:lnTo>
                    <a:lnTo>
                      <a:pt x="62" y="34"/>
                    </a:lnTo>
                    <a:lnTo>
                      <a:pt x="58" y="22"/>
                    </a:lnTo>
                    <a:lnTo>
                      <a:pt x="62" y="24"/>
                    </a:lnTo>
                    <a:lnTo>
                      <a:pt x="64" y="28"/>
                    </a:lnTo>
                    <a:lnTo>
                      <a:pt x="64" y="30"/>
                    </a:lnTo>
                    <a:lnTo>
                      <a:pt x="68" y="34"/>
                    </a:lnTo>
                    <a:lnTo>
                      <a:pt x="68" y="34"/>
                    </a:lnTo>
                    <a:lnTo>
                      <a:pt x="68" y="34"/>
                    </a:lnTo>
                    <a:close/>
                    <a:moveTo>
                      <a:pt x="62" y="46"/>
                    </a:moveTo>
                    <a:lnTo>
                      <a:pt x="60" y="46"/>
                    </a:lnTo>
                    <a:lnTo>
                      <a:pt x="48" y="44"/>
                    </a:lnTo>
                    <a:lnTo>
                      <a:pt x="44" y="38"/>
                    </a:lnTo>
                    <a:lnTo>
                      <a:pt x="56" y="40"/>
                    </a:lnTo>
                    <a:lnTo>
                      <a:pt x="62" y="46"/>
                    </a:lnTo>
                    <a:lnTo>
                      <a:pt x="62" y="46"/>
                    </a:lnTo>
                    <a:lnTo>
                      <a:pt x="62" y="46"/>
                    </a:lnTo>
                    <a:close/>
                    <a:moveTo>
                      <a:pt x="84" y="56"/>
                    </a:moveTo>
                    <a:lnTo>
                      <a:pt x="84" y="60"/>
                    </a:lnTo>
                    <a:lnTo>
                      <a:pt x="76" y="56"/>
                    </a:lnTo>
                    <a:lnTo>
                      <a:pt x="68" y="50"/>
                    </a:lnTo>
                    <a:lnTo>
                      <a:pt x="80" y="54"/>
                    </a:lnTo>
                    <a:lnTo>
                      <a:pt x="84" y="56"/>
                    </a:lnTo>
                    <a:lnTo>
                      <a:pt x="84" y="56"/>
                    </a:lnTo>
                    <a:lnTo>
                      <a:pt x="84"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1" name="Freeform 205"/>
              <p:cNvSpPr>
                <a:spLocks noEditPoints="1"/>
              </p:cNvSpPr>
              <p:nvPr/>
            </p:nvSpPr>
            <p:spPr bwMode="gray">
              <a:xfrm>
                <a:off x="9165512" y="4964941"/>
                <a:ext cx="66092" cy="76527"/>
              </a:xfrm>
              <a:custGeom>
                <a:avLst/>
                <a:gdLst>
                  <a:gd name="T0" fmla="*/ 38 w 38"/>
                  <a:gd name="T1" fmla="*/ 0 h 44"/>
                  <a:gd name="T2" fmla="*/ 30 w 38"/>
                  <a:gd name="T3" fmla="*/ 8 h 44"/>
                  <a:gd name="T4" fmla="*/ 36 w 38"/>
                  <a:gd name="T5" fmla="*/ 4 h 44"/>
                  <a:gd name="T6" fmla="*/ 36 w 38"/>
                  <a:gd name="T7" fmla="*/ 8 h 44"/>
                  <a:gd name="T8" fmla="*/ 28 w 38"/>
                  <a:gd name="T9" fmla="*/ 8 h 44"/>
                  <a:gd name="T10" fmla="*/ 28 w 38"/>
                  <a:gd name="T11" fmla="*/ 8 h 44"/>
                  <a:gd name="T12" fmla="*/ 20 w 38"/>
                  <a:gd name="T13" fmla="*/ 14 h 44"/>
                  <a:gd name="T14" fmla="*/ 16 w 38"/>
                  <a:gd name="T15" fmla="*/ 8 h 44"/>
                  <a:gd name="T16" fmla="*/ 22 w 38"/>
                  <a:gd name="T17" fmla="*/ 4 h 44"/>
                  <a:gd name="T18" fmla="*/ 38 w 38"/>
                  <a:gd name="T19" fmla="*/ 0 h 44"/>
                  <a:gd name="T20" fmla="*/ 38 w 38"/>
                  <a:gd name="T21" fmla="*/ 0 h 44"/>
                  <a:gd name="T22" fmla="*/ 38 w 38"/>
                  <a:gd name="T23" fmla="*/ 0 h 44"/>
                  <a:gd name="T24" fmla="*/ 38 w 38"/>
                  <a:gd name="T25" fmla="*/ 0 h 44"/>
                  <a:gd name="T26" fmla="*/ 2 w 38"/>
                  <a:gd name="T27" fmla="*/ 30 h 44"/>
                  <a:gd name="T28" fmla="*/ 0 w 38"/>
                  <a:gd name="T29" fmla="*/ 26 h 44"/>
                  <a:gd name="T30" fmla="*/ 4 w 38"/>
                  <a:gd name="T31" fmla="*/ 20 h 44"/>
                  <a:gd name="T32" fmla="*/ 12 w 38"/>
                  <a:gd name="T33" fmla="*/ 16 h 44"/>
                  <a:gd name="T34" fmla="*/ 16 w 38"/>
                  <a:gd name="T35" fmla="*/ 22 h 44"/>
                  <a:gd name="T36" fmla="*/ 18 w 38"/>
                  <a:gd name="T37" fmla="*/ 28 h 44"/>
                  <a:gd name="T38" fmla="*/ 16 w 38"/>
                  <a:gd name="T39" fmla="*/ 28 h 44"/>
                  <a:gd name="T40" fmla="*/ 10 w 38"/>
                  <a:gd name="T41" fmla="*/ 32 h 44"/>
                  <a:gd name="T42" fmla="*/ 2 w 38"/>
                  <a:gd name="T43" fmla="*/ 30 h 44"/>
                  <a:gd name="T44" fmla="*/ 2 w 38"/>
                  <a:gd name="T45" fmla="*/ 30 h 44"/>
                  <a:gd name="T46" fmla="*/ 2 w 38"/>
                  <a:gd name="T47" fmla="*/ 30 h 44"/>
                  <a:gd name="T48" fmla="*/ 10 w 38"/>
                  <a:gd name="T49" fmla="*/ 44 h 44"/>
                  <a:gd name="T50" fmla="*/ 10 w 38"/>
                  <a:gd name="T51" fmla="*/ 44 h 44"/>
                  <a:gd name="T52" fmla="*/ 10 w 38"/>
                  <a:gd name="T53" fmla="*/ 42 h 44"/>
                  <a:gd name="T54" fmla="*/ 16 w 38"/>
                  <a:gd name="T55" fmla="*/ 42 h 44"/>
                  <a:gd name="T56" fmla="*/ 10 w 38"/>
                  <a:gd name="T57" fmla="*/ 44 h 44"/>
                  <a:gd name="T58" fmla="*/ 10 w 38"/>
                  <a:gd name="T59" fmla="*/ 44 h 44"/>
                  <a:gd name="T60" fmla="*/ 10 w 38"/>
                  <a:gd name="T61"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 h="44">
                    <a:moveTo>
                      <a:pt x="38" y="0"/>
                    </a:moveTo>
                    <a:lnTo>
                      <a:pt x="30" y="8"/>
                    </a:lnTo>
                    <a:lnTo>
                      <a:pt x="36" y="4"/>
                    </a:lnTo>
                    <a:lnTo>
                      <a:pt x="36" y="8"/>
                    </a:lnTo>
                    <a:lnTo>
                      <a:pt x="28" y="8"/>
                    </a:lnTo>
                    <a:lnTo>
                      <a:pt x="28" y="8"/>
                    </a:lnTo>
                    <a:lnTo>
                      <a:pt x="20" y="14"/>
                    </a:lnTo>
                    <a:lnTo>
                      <a:pt x="16" y="8"/>
                    </a:lnTo>
                    <a:lnTo>
                      <a:pt x="22" y="4"/>
                    </a:lnTo>
                    <a:lnTo>
                      <a:pt x="38" y="0"/>
                    </a:lnTo>
                    <a:lnTo>
                      <a:pt x="38" y="0"/>
                    </a:lnTo>
                    <a:lnTo>
                      <a:pt x="38" y="0"/>
                    </a:lnTo>
                    <a:lnTo>
                      <a:pt x="38" y="0"/>
                    </a:lnTo>
                    <a:close/>
                    <a:moveTo>
                      <a:pt x="2" y="30"/>
                    </a:moveTo>
                    <a:lnTo>
                      <a:pt x="0" y="26"/>
                    </a:lnTo>
                    <a:lnTo>
                      <a:pt x="4" y="20"/>
                    </a:lnTo>
                    <a:lnTo>
                      <a:pt x="12" y="16"/>
                    </a:lnTo>
                    <a:lnTo>
                      <a:pt x="16" y="22"/>
                    </a:lnTo>
                    <a:lnTo>
                      <a:pt x="18" y="28"/>
                    </a:lnTo>
                    <a:lnTo>
                      <a:pt x="16" y="28"/>
                    </a:lnTo>
                    <a:lnTo>
                      <a:pt x="10" y="32"/>
                    </a:lnTo>
                    <a:lnTo>
                      <a:pt x="2" y="30"/>
                    </a:lnTo>
                    <a:lnTo>
                      <a:pt x="2" y="30"/>
                    </a:lnTo>
                    <a:lnTo>
                      <a:pt x="2" y="30"/>
                    </a:lnTo>
                    <a:close/>
                    <a:moveTo>
                      <a:pt x="10" y="44"/>
                    </a:moveTo>
                    <a:lnTo>
                      <a:pt x="10" y="44"/>
                    </a:lnTo>
                    <a:lnTo>
                      <a:pt x="10" y="42"/>
                    </a:lnTo>
                    <a:lnTo>
                      <a:pt x="16" y="42"/>
                    </a:lnTo>
                    <a:lnTo>
                      <a:pt x="10" y="44"/>
                    </a:lnTo>
                    <a:lnTo>
                      <a:pt x="10" y="44"/>
                    </a:lnTo>
                    <a:lnTo>
                      <a:pt x="10"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2" name="Freeform 206"/>
              <p:cNvSpPr>
                <a:spLocks noEditPoints="1"/>
              </p:cNvSpPr>
              <p:nvPr/>
            </p:nvSpPr>
            <p:spPr bwMode="gray">
              <a:xfrm>
                <a:off x="8897664" y="4926677"/>
                <a:ext cx="73049" cy="128704"/>
              </a:xfrm>
              <a:custGeom>
                <a:avLst/>
                <a:gdLst>
                  <a:gd name="T0" fmla="*/ 8 w 42"/>
                  <a:gd name="T1" fmla="*/ 6 h 74"/>
                  <a:gd name="T2" fmla="*/ 12 w 42"/>
                  <a:gd name="T3" fmla="*/ 12 h 74"/>
                  <a:gd name="T4" fmla="*/ 4 w 42"/>
                  <a:gd name="T5" fmla="*/ 14 h 74"/>
                  <a:gd name="T6" fmla="*/ 0 w 42"/>
                  <a:gd name="T7" fmla="*/ 0 h 74"/>
                  <a:gd name="T8" fmla="*/ 6 w 42"/>
                  <a:gd name="T9" fmla="*/ 6 h 74"/>
                  <a:gd name="T10" fmla="*/ 6 w 42"/>
                  <a:gd name="T11" fmla="*/ 4 h 74"/>
                  <a:gd name="T12" fmla="*/ 8 w 42"/>
                  <a:gd name="T13" fmla="*/ 6 h 74"/>
                  <a:gd name="T14" fmla="*/ 8 w 42"/>
                  <a:gd name="T15" fmla="*/ 6 h 74"/>
                  <a:gd name="T16" fmla="*/ 8 w 42"/>
                  <a:gd name="T17" fmla="*/ 6 h 74"/>
                  <a:gd name="T18" fmla="*/ 28 w 42"/>
                  <a:gd name="T19" fmla="*/ 48 h 74"/>
                  <a:gd name="T20" fmla="*/ 24 w 42"/>
                  <a:gd name="T21" fmla="*/ 44 h 74"/>
                  <a:gd name="T22" fmla="*/ 26 w 42"/>
                  <a:gd name="T23" fmla="*/ 42 h 74"/>
                  <a:gd name="T24" fmla="*/ 30 w 42"/>
                  <a:gd name="T25" fmla="*/ 44 h 74"/>
                  <a:gd name="T26" fmla="*/ 28 w 42"/>
                  <a:gd name="T27" fmla="*/ 48 h 74"/>
                  <a:gd name="T28" fmla="*/ 28 w 42"/>
                  <a:gd name="T29" fmla="*/ 48 h 74"/>
                  <a:gd name="T30" fmla="*/ 28 w 42"/>
                  <a:gd name="T31" fmla="*/ 48 h 74"/>
                  <a:gd name="T32" fmla="*/ 40 w 42"/>
                  <a:gd name="T33" fmla="*/ 64 h 74"/>
                  <a:gd name="T34" fmla="*/ 36 w 42"/>
                  <a:gd name="T35" fmla="*/ 62 h 74"/>
                  <a:gd name="T36" fmla="*/ 36 w 42"/>
                  <a:gd name="T37" fmla="*/ 60 h 74"/>
                  <a:gd name="T38" fmla="*/ 40 w 42"/>
                  <a:gd name="T39" fmla="*/ 62 h 74"/>
                  <a:gd name="T40" fmla="*/ 40 w 42"/>
                  <a:gd name="T41" fmla="*/ 64 h 74"/>
                  <a:gd name="T42" fmla="*/ 40 w 42"/>
                  <a:gd name="T43" fmla="*/ 64 h 74"/>
                  <a:gd name="T44" fmla="*/ 40 w 42"/>
                  <a:gd name="T45" fmla="*/ 64 h 74"/>
                  <a:gd name="T46" fmla="*/ 42 w 42"/>
                  <a:gd name="T47" fmla="*/ 74 h 74"/>
                  <a:gd name="T48" fmla="*/ 40 w 42"/>
                  <a:gd name="T49" fmla="*/ 72 h 74"/>
                  <a:gd name="T50" fmla="*/ 40 w 42"/>
                  <a:gd name="T51" fmla="*/ 70 h 74"/>
                  <a:gd name="T52" fmla="*/ 42 w 42"/>
                  <a:gd name="T53" fmla="*/ 72 h 74"/>
                  <a:gd name="T54" fmla="*/ 42 w 42"/>
                  <a:gd name="T55" fmla="*/ 74 h 74"/>
                  <a:gd name="T56" fmla="*/ 42 w 42"/>
                  <a:gd name="T57" fmla="*/ 74 h 74"/>
                  <a:gd name="T58" fmla="*/ 42 w 42"/>
                  <a:gd name="T59" fmla="*/ 74 h 74"/>
                  <a:gd name="T60" fmla="*/ 18 w 42"/>
                  <a:gd name="T61" fmla="*/ 12 h 74"/>
                  <a:gd name="T62" fmla="*/ 18 w 42"/>
                  <a:gd name="T63" fmla="*/ 12 h 74"/>
                  <a:gd name="T64" fmla="*/ 22 w 42"/>
                  <a:gd name="T65" fmla="*/ 10 h 74"/>
                  <a:gd name="T66" fmla="*/ 18 w 42"/>
                  <a:gd name="T67" fmla="*/ 12 h 74"/>
                  <a:gd name="T68" fmla="*/ 18 w 42"/>
                  <a:gd name="T69" fmla="*/ 12 h 74"/>
                  <a:gd name="T70" fmla="*/ 18 w 42"/>
                  <a:gd name="T71" fmla="*/ 12 h 74"/>
                  <a:gd name="T72" fmla="*/ 14 w 42"/>
                  <a:gd name="T73" fmla="*/ 28 h 74"/>
                  <a:gd name="T74" fmla="*/ 12 w 42"/>
                  <a:gd name="T75" fmla="*/ 22 h 74"/>
                  <a:gd name="T76" fmla="*/ 10 w 42"/>
                  <a:gd name="T77" fmla="*/ 20 h 74"/>
                  <a:gd name="T78" fmla="*/ 12 w 42"/>
                  <a:gd name="T79" fmla="*/ 18 h 74"/>
                  <a:gd name="T80" fmla="*/ 18 w 42"/>
                  <a:gd name="T81" fmla="*/ 26 h 74"/>
                  <a:gd name="T82" fmla="*/ 14 w 42"/>
                  <a:gd name="T83" fmla="*/ 28 h 74"/>
                  <a:gd name="T84" fmla="*/ 14 w 42"/>
                  <a:gd name="T85" fmla="*/ 28 h 74"/>
                  <a:gd name="T86" fmla="*/ 14 w 42"/>
                  <a:gd name="T87" fmla="*/ 28 h 74"/>
                  <a:gd name="T88" fmla="*/ 24 w 42"/>
                  <a:gd name="T89" fmla="*/ 24 h 74"/>
                  <a:gd name="T90" fmla="*/ 20 w 42"/>
                  <a:gd name="T91" fmla="*/ 24 h 74"/>
                  <a:gd name="T92" fmla="*/ 24 w 42"/>
                  <a:gd name="T93" fmla="*/ 20 h 74"/>
                  <a:gd name="T94" fmla="*/ 26 w 42"/>
                  <a:gd name="T95" fmla="*/ 24 h 74"/>
                  <a:gd name="T96" fmla="*/ 24 w 42"/>
                  <a:gd name="T97" fmla="*/ 24 h 74"/>
                  <a:gd name="T98" fmla="*/ 24 w 42"/>
                  <a:gd name="T99" fmla="*/ 24 h 74"/>
                  <a:gd name="T100" fmla="*/ 24 w 42"/>
                  <a:gd name="T101" fmla="*/ 24 h 74"/>
                  <a:gd name="T102" fmla="*/ 28 w 42"/>
                  <a:gd name="T103" fmla="*/ 32 h 74"/>
                  <a:gd name="T104" fmla="*/ 24 w 42"/>
                  <a:gd name="T105" fmla="*/ 30 h 74"/>
                  <a:gd name="T106" fmla="*/ 24 w 42"/>
                  <a:gd name="T107" fmla="*/ 28 h 74"/>
                  <a:gd name="T108" fmla="*/ 28 w 42"/>
                  <a:gd name="T109" fmla="*/ 32 h 74"/>
                  <a:gd name="T110" fmla="*/ 28 w 42"/>
                  <a:gd name="T111" fmla="*/ 32 h 74"/>
                  <a:gd name="T112" fmla="*/ 28 w 42"/>
                  <a:gd name="T113" fmla="*/ 32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2" h="74">
                    <a:moveTo>
                      <a:pt x="8" y="6"/>
                    </a:moveTo>
                    <a:lnTo>
                      <a:pt x="12" y="12"/>
                    </a:lnTo>
                    <a:lnTo>
                      <a:pt x="4" y="14"/>
                    </a:lnTo>
                    <a:lnTo>
                      <a:pt x="0" y="0"/>
                    </a:lnTo>
                    <a:lnTo>
                      <a:pt x="6" y="6"/>
                    </a:lnTo>
                    <a:lnTo>
                      <a:pt x="6" y="4"/>
                    </a:lnTo>
                    <a:lnTo>
                      <a:pt x="8" y="6"/>
                    </a:lnTo>
                    <a:lnTo>
                      <a:pt x="8" y="6"/>
                    </a:lnTo>
                    <a:lnTo>
                      <a:pt x="8" y="6"/>
                    </a:lnTo>
                    <a:close/>
                    <a:moveTo>
                      <a:pt x="28" y="48"/>
                    </a:moveTo>
                    <a:lnTo>
                      <a:pt x="24" y="44"/>
                    </a:lnTo>
                    <a:lnTo>
                      <a:pt x="26" y="42"/>
                    </a:lnTo>
                    <a:lnTo>
                      <a:pt x="30" y="44"/>
                    </a:lnTo>
                    <a:lnTo>
                      <a:pt x="28" y="48"/>
                    </a:lnTo>
                    <a:lnTo>
                      <a:pt x="28" y="48"/>
                    </a:lnTo>
                    <a:lnTo>
                      <a:pt x="28" y="48"/>
                    </a:lnTo>
                    <a:close/>
                    <a:moveTo>
                      <a:pt x="40" y="64"/>
                    </a:moveTo>
                    <a:lnTo>
                      <a:pt x="36" y="62"/>
                    </a:lnTo>
                    <a:lnTo>
                      <a:pt x="36" y="60"/>
                    </a:lnTo>
                    <a:lnTo>
                      <a:pt x="40" y="62"/>
                    </a:lnTo>
                    <a:lnTo>
                      <a:pt x="40" y="64"/>
                    </a:lnTo>
                    <a:lnTo>
                      <a:pt x="40" y="64"/>
                    </a:lnTo>
                    <a:lnTo>
                      <a:pt x="40" y="64"/>
                    </a:lnTo>
                    <a:close/>
                    <a:moveTo>
                      <a:pt x="42" y="74"/>
                    </a:moveTo>
                    <a:lnTo>
                      <a:pt x="40" y="72"/>
                    </a:lnTo>
                    <a:lnTo>
                      <a:pt x="40" y="70"/>
                    </a:lnTo>
                    <a:lnTo>
                      <a:pt x="42" y="72"/>
                    </a:lnTo>
                    <a:lnTo>
                      <a:pt x="42" y="74"/>
                    </a:lnTo>
                    <a:lnTo>
                      <a:pt x="42" y="74"/>
                    </a:lnTo>
                    <a:lnTo>
                      <a:pt x="42" y="74"/>
                    </a:lnTo>
                    <a:close/>
                    <a:moveTo>
                      <a:pt x="18" y="12"/>
                    </a:moveTo>
                    <a:lnTo>
                      <a:pt x="18" y="12"/>
                    </a:lnTo>
                    <a:lnTo>
                      <a:pt x="22" y="10"/>
                    </a:lnTo>
                    <a:lnTo>
                      <a:pt x="18" y="12"/>
                    </a:lnTo>
                    <a:lnTo>
                      <a:pt x="18" y="12"/>
                    </a:lnTo>
                    <a:lnTo>
                      <a:pt x="18" y="12"/>
                    </a:lnTo>
                    <a:close/>
                    <a:moveTo>
                      <a:pt x="14" y="28"/>
                    </a:moveTo>
                    <a:lnTo>
                      <a:pt x="12" y="22"/>
                    </a:lnTo>
                    <a:lnTo>
                      <a:pt x="10" y="20"/>
                    </a:lnTo>
                    <a:lnTo>
                      <a:pt x="12" y="18"/>
                    </a:lnTo>
                    <a:lnTo>
                      <a:pt x="18" y="26"/>
                    </a:lnTo>
                    <a:lnTo>
                      <a:pt x="14" y="28"/>
                    </a:lnTo>
                    <a:lnTo>
                      <a:pt x="14" y="28"/>
                    </a:lnTo>
                    <a:lnTo>
                      <a:pt x="14" y="28"/>
                    </a:lnTo>
                    <a:close/>
                    <a:moveTo>
                      <a:pt x="24" y="24"/>
                    </a:moveTo>
                    <a:lnTo>
                      <a:pt x="20" y="24"/>
                    </a:lnTo>
                    <a:lnTo>
                      <a:pt x="24" y="20"/>
                    </a:lnTo>
                    <a:lnTo>
                      <a:pt x="26" y="24"/>
                    </a:lnTo>
                    <a:lnTo>
                      <a:pt x="24" y="24"/>
                    </a:lnTo>
                    <a:lnTo>
                      <a:pt x="24" y="24"/>
                    </a:lnTo>
                    <a:lnTo>
                      <a:pt x="24" y="24"/>
                    </a:lnTo>
                    <a:close/>
                    <a:moveTo>
                      <a:pt x="28" y="32"/>
                    </a:moveTo>
                    <a:lnTo>
                      <a:pt x="24" y="30"/>
                    </a:lnTo>
                    <a:lnTo>
                      <a:pt x="24" y="28"/>
                    </a:lnTo>
                    <a:lnTo>
                      <a:pt x="28" y="32"/>
                    </a:lnTo>
                    <a:lnTo>
                      <a:pt x="28" y="32"/>
                    </a:lnTo>
                    <a:lnTo>
                      <a:pt x="28"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3" name="Freeform 207"/>
              <p:cNvSpPr>
                <a:spLocks noEditPoints="1"/>
              </p:cNvSpPr>
              <p:nvPr/>
            </p:nvSpPr>
            <p:spPr bwMode="gray">
              <a:xfrm>
                <a:off x="8835053" y="5065818"/>
                <a:ext cx="104356" cy="59135"/>
              </a:xfrm>
              <a:custGeom>
                <a:avLst/>
                <a:gdLst>
                  <a:gd name="T0" fmla="*/ 22 w 60"/>
                  <a:gd name="T1" fmla="*/ 14 h 34"/>
                  <a:gd name="T2" fmla="*/ 42 w 60"/>
                  <a:gd name="T3" fmla="*/ 30 h 34"/>
                  <a:gd name="T4" fmla="*/ 42 w 60"/>
                  <a:gd name="T5" fmla="*/ 34 h 34"/>
                  <a:gd name="T6" fmla="*/ 36 w 60"/>
                  <a:gd name="T7" fmla="*/ 34 h 34"/>
                  <a:gd name="T8" fmla="*/ 30 w 60"/>
                  <a:gd name="T9" fmla="*/ 28 h 34"/>
                  <a:gd name="T10" fmla="*/ 18 w 60"/>
                  <a:gd name="T11" fmla="*/ 22 h 34"/>
                  <a:gd name="T12" fmla="*/ 6 w 60"/>
                  <a:gd name="T13" fmla="*/ 10 h 34"/>
                  <a:gd name="T14" fmla="*/ 0 w 60"/>
                  <a:gd name="T15" fmla="*/ 0 h 34"/>
                  <a:gd name="T16" fmla="*/ 18 w 60"/>
                  <a:gd name="T17" fmla="*/ 10 h 34"/>
                  <a:gd name="T18" fmla="*/ 22 w 60"/>
                  <a:gd name="T19" fmla="*/ 14 h 34"/>
                  <a:gd name="T20" fmla="*/ 22 w 60"/>
                  <a:gd name="T21" fmla="*/ 14 h 34"/>
                  <a:gd name="T22" fmla="*/ 22 w 60"/>
                  <a:gd name="T23" fmla="*/ 14 h 34"/>
                  <a:gd name="T24" fmla="*/ 48 w 60"/>
                  <a:gd name="T25" fmla="*/ 16 h 34"/>
                  <a:gd name="T26" fmla="*/ 44 w 60"/>
                  <a:gd name="T27" fmla="*/ 12 h 34"/>
                  <a:gd name="T28" fmla="*/ 46 w 60"/>
                  <a:gd name="T29" fmla="*/ 12 h 34"/>
                  <a:gd name="T30" fmla="*/ 44 w 60"/>
                  <a:gd name="T31" fmla="*/ 8 h 34"/>
                  <a:gd name="T32" fmla="*/ 48 w 60"/>
                  <a:gd name="T33" fmla="*/ 8 h 34"/>
                  <a:gd name="T34" fmla="*/ 48 w 60"/>
                  <a:gd name="T35" fmla="*/ 12 h 34"/>
                  <a:gd name="T36" fmla="*/ 50 w 60"/>
                  <a:gd name="T37" fmla="*/ 14 h 34"/>
                  <a:gd name="T38" fmla="*/ 48 w 60"/>
                  <a:gd name="T39" fmla="*/ 16 h 34"/>
                  <a:gd name="T40" fmla="*/ 48 w 60"/>
                  <a:gd name="T41" fmla="*/ 16 h 34"/>
                  <a:gd name="T42" fmla="*/ 48 w 60"/>
                  <a:gd name="T43" fmla="*/ 16 h 34"/>
                  <a:gd name="T44" fmla="*/ 58 w 60"/>
                  <a:gd name="T45" fmla="*/ 24 h 34"/>
                  <a:gd name="T46" fmla="*/ 54 w 60"/>
                  <a:gd name="T47" fmla="*/ 18 h 34"/>
                  <a:gd name="T48" fmla="*/ 60 w 60"/>
                  <a:gd name="T49" fmla="*/ 20 h 34"/>
                  <a:gd name="T50" fmla="*/ 60 w 60"/>
                  <a:gd name="T51" fmla="*/ 24 h 34"/>
                  <a:gd name="T52" fmla="*/ 58 w 60"/>
                  <a:gd name="T53" fmla="*/ 24 h 34"/>
                  <a:gd name="T54" fmla="*/ 58 w 60"/>
                  <a:gd name="T55" fmla="*/ 24 h 34"/>
                  <a:gd name="T56" fmla="*/ 58 w 60"/>
                  <a:gd name="T57" fmla="*/ 2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0" h="34">
                    <a:moveTo>
                      <a:pt x="22" y="14"/>
                    </a:moveTo>
                    <a:lnTo>
                      <a:pt x="42" y="30"/>
                    </a:lnTo>
                    <a:lnTo>
                      <a:pt x="42" y="34"/>
                    </a:lnTo>
                    <a:lnTo>
                      <a:pt x="36" y="34"/>
                    </a:lnTo>
                    <a:lnTo>
                      <a:pt x="30" y="28"/>
                    </a:lnTo>
                    <a:lnTo>
                      <a:pt x="18" y="22"/>
                    </a:lnTo>
                    <a:lnTo>
                      <a:pt x="6" y="10"/>
                    </a:lnTo>
                    <a:lnTo>
                      <a:pt x="0" y="0"/>
                    </a:lnTo>
                    <a:lnTo>
                      <a:pt x="18" y="10"/>
                    </a:lnTo>
                    <a:lnTo>
                      <a:pt x="22" y="14"/>
                    </a:lnTo>
                    <a:lnTo>
                      <a:pt x="22" y="14"/>
                    </a:lnTo>
                    <a:lnTo>
                      <a:pt x="22" y="14"/>
                    </a:lnTo>
                    <a:close/>
                    <a:moveTo>
                      <a:pt x="48" y="16"/>
                    </a:moveTo>
                    <a:lnTo>
                      <a:pt x="44" y="12"/>
                    </a:lnTo>
                    <a:lnTo>
                      <a:pt x="46" y="12"/>
                    </a:lnTo>
                    <a:lnTo>
                      <a:pt x="44" y="8"/>
                    </a:lnTo>
                    <a:lnTo>
                      <a:pt x="48" y="8"/>
                    </a:lnTo>
                    <a:lnTo>
                      <a:pt x="48" y="12"/>
                    </a:lnTo>
                    <a:lnTo>
                      <a:pt x="50" y="14"/>
                    </a:lnTo>
                    <a:lnTo>
                      <a:pt x="48" y="16"/>
                    </a:lnTo>
                    <a:lnTo>
                      <a:pt x="48" y="16"/>
                    </a:lnTo>
                    <a:lnTo>
                      <a:pt x="48" y="16"/>
                    </a:lnTo>
                    <a:close/>
                    <a:moveTo>
                      <a:pt x="58" y="24"/>
                    </a:moveTo>
                    <a:lnTo>
                      <a:pt x="54" y="18"/>
                    </a:lnTo>
                    <a:lnTo>
                      <a:pt x="60" y="20"/>
                    </a:lnTo>
                    <a:lnTo>
                      <a:pt x="60" y="24"/>
                    </a:lnTo>
                    <a:lnTo>
                      <a:pt x="58" y="24"/>
                    </a:lnTo>
                    <a:lnTo>
                      <a:pt x="58" y="24"/>
                    </a:lnTo>
                    <a:lnTo>
                      <a:pt x="58"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5" name="Freeform 209"/>
              <p:cNvSpPr>
                <a:spLocks/>
              </p:cNvSpPr>
              <p:nvPr/>
            </p:nvSpPr>
            <p:spPr bwMode="gray">
              <a:xfrm>
                <a:off x="7433202" y="4829279"/>
                <a:ext cx="3479" cy="3479"/>
              </a:xfrm>
              <a:custGeom>
                <a:avLst/>
                <a:gdLst>
                  <a:gd name="T0" fmla="*/ 2 w 2"/>
                  <a:gd name="T1" fmla="*/ 0 h 2"/>
                  <a:gd name="T2" fmla="*/ 2 w 2"/>
                  <a:gd name="T3" fmla="*/ 2 h 2"/>
                  <a:gd name="T4" fmla="*/ 2 w 2"/>
                  <a:gd name="T5" fmla="*/ 2 h 2"/>
                  <a:gd name="T6" fmla="*/ 0 w 2"/>
                  <a:gd name="T7" fmla="*/ 2 h 2"/>
                  <a:gd name="T8" fmla="*/ 2 w 2"/>
                  <a:gd name="T9" fmla="*/ 0 h 2"/>
                  <a:gd name="T10" fmla="*/ 2 w 2"/>
                  <a:gd name="T11" fmla="*/ 0 h 2"/>
                  <a:gd name="T12" fmla="*/ 2 w 2"/>
                  <a:gd name="T13" fmla="*/ 0 h 2"/>
                </a:gdLst>
                <a:ahLst/>
                <a:cxnLst>
                  <a:cxn ang="0">
                    <a:pos x="T0" y="T1"/>
                  </a:cxn>
                  <a:cxn ang="0">
                    <a:pos x="T2" y="T3"/>
                  </a:cxn>
                  <a:cxn ang="0">
                    <a:pos x="T4" y="T5"/>
                  </a:cxn>
                  <a:cxn ang="0">
                    <a:pos x="T6" y="T7"/>
                  </a:cxn>
                  <a:cxn ang="0">
                    <a:pos x="T8" y="T9"/>
                  </a:cxn>
                  <a:cxn ang="0">
                    <a:pos x="T10" y="T11"/>
                  </a:cxn>
                  <a:cxn ang="0">
                    <a:pos x="T12" y="T13"/>
                  </a:cxn>
                </a:cxnLst>
                <a:rect l="0" t="0" r="r" b="b"/>
                <a:pathLst>
                  <a:path w="2" h="2">
                    <a:moveTo>
                      <a:pt x="2" y="0"/>
                    </a:moveTo>
                    <a:lnTo>
                      <a:pt x="2" y="2"/>
                    </a:lnTo>
                    <a:lnTo>
                      <a:pt x="2" y="2"/>
                    </a:lnTo>
                    <a:lnTo>
                      <a:pt x="0" y="2"/>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6" name="Freeform 210"/>
              <p:cNvSpPr>
                <a:spLocks/>
              </p:cNvSpPr>
              <p:nvPr/>
            </p:nvSpPr>
            <p:spPr bwMode="gray">
              <a:xfrm>
                <a:off x="8414149" y="4070963"/>
                <a:ext cx="6958" cy="13914"/>
              </a:xfrm>
              <a:custGeom>
                <a:avLst/>
                <a:gdLst>
                  <a:gd name="T0" fmla="*/ 0 w 4"/>
                  <a:gd name="T1" fmla="*/ 8 h 8"/>
                  <a:gd name="T2" fmla="*/ 0 w 4"/>
                  <a:gd name="T3" fmla="*/ 6 h 8"/>
                  <a:gd name="T4" fmla="*/ 4 w 4"/>
                  <a:gd name="T5" fmla="*/ 0 h 8"/>
                  <a:gd name="T6" fmla="*/ 0 w 4"/>
                  <a:gd name="T7" fmla="*/ 8 h 8"/>
                  <a:gd name="T8" fmla="*/ 0 w 4"/>
                  <a:gd name="T9" fmla="*/ 8 h 8"/>
                  <a:gd name="T10" fmla="*/ 0 w 4"/>
                  <a:gd name="T11" fmla="*/ 8 h 8"/>
                </a:gdLst>
                <a:ahLst/>
                <a:cxnLst>
                  <a:cxn ang="0">
                    <a:pos x="T0" y="T1"/>
                  </a:cxn>
                  <a:cxn ang="0">
                    <a:pos x="T2" y="T3"/>
                  </a:cxn>
                  <a:cxn ang="0">
                    <a:pos x="T4" y="T5"/>
                  </a:cxn>
                  <a:cxn ang="0">
                    <a:pos x="T6" y="T7"/>
                  </a:cxn>
                  <a:cxn ang="0">
                    <a:pos x="T8" y="T9"/>
                  </a:cxn>
                  <a:cxn ang="0">
                    <a:pos x="T10" y="T11"/>
                  </a:cxn>
                </a:cxnLst>
                <a:rect l="0" t="0" r="r" b="b"/>
                <a:pathLst>
                  <a:path w="4" h="8">
                    <a:moveTo>
                      <a:pt x="0" y="8"/>
                    </a:moveTo>
                    <a:lnTo>
                      <a:pt x="0" y="6"/>
                    </a:lnTo>
                    <a:lnTo>
                      <a:pt x="4" y="0"/>
                    </a:lnTo>
                    <a:lnTo>
                      <a:pt x="0" y="8"/>
                    </a:lnTo>
                    <a:lnTo>
                      <a:pt x="0" y="8"/>
                    </a:lnTo>
                    <a:lnTo>
                      <a:pt x="0"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7" name="Freeform 211"/>
              <p:cNvSpPr>
                <a:spLocks/>
              </p:cNvSpPr>
              <p:nvPr/>
            </p:nvSpPr>
            <p:spPr bwMode="gray">
              <a:xfrm>
                <a:off x="8438499" y="4032698"/>
                <a:ext cx="3479" cy="6957"/>
              </a:xfrm>
              <a:custGeom>
                <a:avLst/>
                <a:gdLst>
                  <a:gd name="T0" fmla="*/ 2 w 2"/>
                  <a:gd name="T1" fmla="*/ 0 h 4"/>
                  <a:gd name="T2" fmla="*/ 2 w 2"/>
                  <a:gd name="T3" fmla="*/ 4 h 4"/>
                  <a:gd name="T4" fmla="*/ 0 w 2"/>
                  <a:gd name="T5" fmla="*/ 2 h 4"/>
                  <a:gd name="T6" fmla="*/ 2 w 2"/>
                  <a:gd name="T7" fmla="*/ 0 h 4"/>
                  <a:gd name="T8" fmla="*/ 2 w 2"/>
                  <a:gd name="T9" fmla="*/ 0 h 4"/>
                  <a:gd name="T10" fmla="*/ 2 w 2"/>
                  <a:gd name="T11" fmla="*/ 0 h 4"/>
                </a:gdLst>
                <a:ahLst/>
                <a:cxnLst>
                  <a:cxn ang="0">
                    <a:pos x="T0" y="T1"/>
                  </a:cxn>
                  <a:cxn ang="0">
                    <a:pos x="T2" y="T3"/>
                  </a:cxn>
                  <a:cxn ang="0">
                    <a:pos x="T4" y="T5"/>
                  </a:cxn>
                  <a:cxn ang="0">
                    <a:pos x="T6" y="T7"/>
                  </a:cxn>
                  <a:cxn ang="0">
                    <a:pos x="T8" y="T9"/>
                  </a:cxn>
                  <a:cxn ang="0">
                    <a:pos x="T10" y="T11"/>
                  </a:cxn>
                </a:cxnLst>
                <a:rect l="0" t="0" r="r" b="b"/>
                <a:pathLst>
                  <a:path w="2" h="4">
                    <a:moveTo>
                      <a:pt x="2" y="0"/>
                    </a:moveTo>
                    <a:lnTo>
                      <a:pt x="2" y="4"/>
                    </a:lnTo>
                    <a:lnTo>
                      <a:pt x="0" y="2"/>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8" name="Freeform 212"/>
              <p:cNvSpPr>
                <a:spLocks/>
              </p:cNvSpPr>
              <p:nvPr/>
            </p:nvSpPr>
            <p:spPr bwMode="gray">
              <a:xfrm>
                <a:off x="8146301" y="4283151"/>
                <a:ext cx="3479" cy="3479"/>
              </a:xfrm>
              <a:custGeom>
                <a:avLst/>
                <a:gdLst>
                  <a:gd name="T0" fmla="*/ 2 w 2"/>
                  <a:gd name="T1" fmla="*/ 0 h 2"/>
                  <a:gd name="T2" fmla="*/ 0 w 2"/>
                  <a:gd name="T3" fmla="*/ 2 h 2"/>
                  <a:gd name="T4" fmla="*/ 0 w 2"/>
                  <a:gd name="T5" fmla="*/ 2 h 2"/>
                  <a:gd name="T6" fmla="*/ 0 w 2"/>
                  <a:gd name="T7" fmla="*/ 0 h 2"/>
                  <a:gd name="T8" fmla="*/ 2 w 2"/>
                  <a:gd name="T9" fmla="*/ 0 h 2"/>
                  <a:gd name="T10" fmla="*/ 2 w 2"/>
                  <a:gd name="T11" fmla="*/ 0 h 2"/>
                  <a:gd name="T12" fmla="*/ 2 w 2"/>
                  <a:gd name="T13" fmla="*/ 0 h 2"/>
                </a:gdLst>
                <a:ahLst/>
                <a:cxnLst>
                  <a:cxn ang="0">
                    <a:pos x="T0" y="T1"/>
                  </a:cxn>
                  <a:cxn ang="0">
                    <a:pos x="T2" y="T3"/>
                  </a:cxn>
                  <a:cxn ang="0">
                    <a:pos x="T4" y="T5"/>
                  </a:cxn>
                  <a:cxn ang="0">
                    <a:pos x="T6" y="T7"/>
                  </a:cxn>
                  <a:cxn ang="0">
                    <a:pos x="T8" y="T9"/>
                  </a:cxn>
                  <a:cxn ang="0">
                    <a:pos x="T10" y="T11"/>
                  </a:cxn>
                  <a:cxn ang="0">
                    <a:pos x="T12" y="T13"/>
                  </a:cxn>
                </a:cxnLst>
                <a:rect l="0" t="0" r="r" b="b"/>
                <a:pathLst>
                  <a:path w="2" h="2">
                    <a:moveTo>
                      <a:pt x="2" y="0"/>
                    </a:moveTo>
                    <a:lnTo>
                      <a:pt x="0" y="2"/>
                    </a:lnTo>
                    <a:lnTo>
                      <a:pt x="0" y="2"/>
                    </a:lnTo>
                    <a:lnTo>
                      <a:pt x="0" y="0"/>
                    </a:lnTo>
                    <a:lnTo>
                      <a:pt x="2" y="0"/>
                    </a:lnTo>
                    <a:lnTo>
                      <a:pt x="2" y="0"/>
                    </a:lnTo>
                    <a:lnTo>
                      <a:pt x="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9" name="Freeform 214"/>
              <p:cNvSpPr>
                <a:spLocks/>
              </p:cNvSpPr>
              <p:nvPr/>
            </p:nvSpPr>
            <p:spPr bwMode="gray">
              <a:xfrm>
                <a:off x="8699388" y="4262281"/>
                <a:ext cx="3479" cy="3479"/>
              </a:xfrm>
              <a:custGeom>
                <a:avLst/>
                <a:gdLst>
                  <a:gd name="T0" fmla="*/ 0 w 2"/>
                  <a:gd name="T1" fmla="*/ 2 h 2"/>
                  <a:gd name="T2" fmla="*/ 0 w 2"/>
                  <a:gd name="T3" fmla="*/ 0 h 2"/>
                  <a:gd name="T4" fmla="*/ 2 w 2"/>
                  <a:gd name="T5" fmla="*/ 0 h 2"/>
                  <a:gd name="T6" fmla="*/ 0 w 2"/>
                  <a:gd name="T7" fmla="*/ 2 h 2"/>
                  <a:gd name="T8" fmla="*/ 0 w 2"/>
                  <a:gd name="T9" fmla="*/ 2 h 2"/>
                  <a:gd name="T10" fmla="*/ 0 w 2"/>
                  <a:gd name="T11" fmla="*/ 2 h 2"/>
                </a:gdLst>
                <a:ahLst/>
                <a:cxnLst>
                  <a:cxn ang="0">
                    <a:pos x="T0" y="T1"/>
                  </a:cxn>
                  <a:cxn ang="0">
                    <a:pos x="T2" y="T3"/>
                  </a:cxn>
                  <a:cxn ang="0">
                    <a:pos x="T4" y="T5"/>
                  </a:cxn>
                  <a:cxn ang="0">
                    <a:pos x="T6" y="T7"/>
                  </a:cxn>
                  <a:cxn ang="0">
                    <a:pos x="T8" y="T9"/>
                  </a:cxn>
                  <a:cxn ang="0">
                    <a:pos x="T10" y="T11"/>
                  </a:cxn>
                </a:cxnLst>
                <a:rect l="0" t="0" r="r" b="b"/>
                <a:pathLst>
                  <a:path w="2" h="2">
                    <a:moveTo>
                      <a:pt x="0" y="2"/>
                    </a:moveTo>
                    <a:lnTo>
                      <a:pt x="0" y="0"/>
                    </a:lnTo>
                    <a:lnTo>
                      <a:pt x="2" y="0"/>
                    </a:lnTo>
                    <a:lnTo>
                      <a:pt x="0" y="2"/>
                    </a:lnTo>
                    <a:lnTo>
                      <a:pt x="0" y="2"/>
                    </a:lnTo>
                    <a:lnTo>
                      <a:pt x="0" y="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2" name="Freeform 217"/>
              <p:cNvSpPr>
                <a:spLocks/>
              </p:cNvSpPr>
              <p:nvPr/>
            </p:nvSpPr>
            <p:spPr bwMode="gray">
              <a:xfrm>
                <a:off x="5116501" y="4088355"/>
                <a:ext cx="59135" cy="59135"/>
              </a:xfrm>
              <a:custGeom>
                <a:avLst/>
                <a:gdLst>
                  <a:gd name="T0" fmla="*/ 4 w 34"/>
                  <a:gd name="T1" fmla="*/ 8 h 34"/>
                  <a:gd name="T2" fmla="*/ 4 w 34"/>
                  <a:gd name="T3" fmla="*/ 8 h 34"/>
                  <a:gd name="T4" fmla="*/ 0 w 34"/>
                  <a:gd name="T5" fmla="*/ 8 h 34"/>
                  <a:gd name="T6" fmla="*/ 4 w 34"/>
                  <a:gd name="T7" fmla="*/ 4 h 34"/>
                  <a:gd name="T8" fmla="*/ 8 w 34"/>
                  <a:gd name="T9" fmla="*/ 0 h 34"/>
                  <a:gd name="T10" fmla="*/ 12 w 34"/>
                  <a:gd name="T11" fmla="*/ 0 h 34"/>
                  <a:gd name="T12" fmla="*/ 12 w 34"/>
                  <a:gd name="T13" fmla="*/ 4 h 34"/>
                  <a:gd name="T14" fmla="*/ 16 w 34"/>
                  <a:gd name="T15" fmla="*/ 4 h 34"/>
                  <a:gd name="T16" fmla="*/ 18 w 34"/>
                  <a:gd name="T17" fmla="*/ 8 h 34"/>
                  <a:gd name="T18" fmla="*/ 18 w 34"/>
                  <a:gd name="T19" fmla="*/ 8 h 34"/>
                  <a:gd name="T20" fmla="*/ 18 w 34"/>
                  <a:gd name="T21" fmla="*/ 8 h 34"/>
                  <a:gd name="T22" fmla="*/ 18 w 34"/>
                  <a:gd name="T23" fmla="*/ 12 h 34"/>
                  <a:gd name="T24" fmla="*/ 18 w 34"/>
                  <a:gd name="T25" fmla="*/ 16 h 34"/>
                  <a:gd name="T26" fmla="*/ 18 w 34"/>
                  <a:gd name="T27" fmla="*/ 16 h 34"/>
                  <a:gd name="T28" fmla="*/ 22 w 34"/>
                  <a:gd name="T29" fmla="*/ 16 h 34"/>
                  <a:gd name="T30" fmla="*/ 22 w 34"/>
                  <a:gd name="T31" fmla="*/ 16 h 34"/>
                  <a:gd name="T32" fmla="*/ 26 w 34"/>
                  <a:gd name="T33" fmla="*/ 16 h 34"/>
                  <a:gd name="T34" fmla="*/ 30 w 34"/>
                  <a:gd name="T35" fmla="*/ 20 h 34"/>
                  <a:gd name="T36" fmla="*/ 34 w 34"/>
                  <a:gd name="T37" fmla="*/ 20 h 34"/>
                  <a:gd name="T38" fmla="*/ 34 w 34"/>
                  <a:gd name="T39" fmla="*/ 20 h 34"/>
                  <a:gd name="T40" fmla="*/ 34 w 34"/>
                  <a:gd name="T41" fmla="*/ 20 h 34"/>
                  <a:gd name="T42" fmla="*/ 34 w 34"/>
                  <a:gd name="T43" fmla="*/ 22 h 34"/>
                  <a:gd name="T44" fmla="*/ 34 w 34"/>
                  <a:gd name="T45" fmla="*/ 22 h 34"/>
                  <a:gd name="T46" fmla="*/ 34 w 34"/>
                  <a:gd name="T47" fmla="*/ 22 h 34"/>
                  <a:gd name="T48" fmla="*/ 34 w 34"/>
                  <a:gd name="T49" fmla="*/ 22 h 34"/>
                  <a:gd name="T50" fmla="*/ 30 w 34"/>
                  <a:gd name="T51" fmla="*/ 26 h 34"/>
                  <a:gd name="T52" fmla="*/ 30 w 34"/>
                  <a:gd name="T53" fmla="*/ 26 h 34"/>
                  <a:gd name="T54" fmla="*/ 26 w 34"/>
                  <a:gd name="T55" fmla="*/ 26 h 34"/>
                  <a:gd name="T56" fmla="*/ 22 w 34"/>
                  <a:gd name="T57" fmla="*/ 26 h 34"/>
                  <a:gd name="T58" fmla="*/ 22 w 34"/>
                  <a:gd name="T59" fmla="*/ 26 h 34"/>
                  <a:gd name="T60" fmla="*/ 22 w 34"/>
                  <a:gd name="T61" fmla="*/ 26 h 34"/>
                  <a:gd name="T62" fmla="*/ 22 w 34"/>
                  <a:gd name="T63" fmla="*/ 26 h 34"/>
                  <a:gd name="T64" fmla="*/ 22 w 34"/>
                  <a:gd name="T65" fmla="*/ 30 h 34"/>
                  <a:gd name="T66" fmla="*/ 22 w 34"/>
                  <a:gd name="T67" fmla="*/ 30 h 34"/>
                  <a:gd name="T68" fmla="*/ 18 w 34"/>
                  <a:gd name="T69" fmla="*/ 30 h 34"/>
                  <a:gd name="T70" fmla="*/ 18 w 34"/>
                  <a:gd name="T71" fmla="*/ 30 h 34"/>
                  <a:gd name="T72" fmla="*/ 18 w 34"/>
                  <a:gd name="T73" fmla="*/ 30 h 34"/>
                  <a:gd name="T74" fmla="*/ 18 w 34"/>
                  <a:gd name="T75" fmla="*/ 34 h 34"/>
                  <a:gd name="T76" fmla="*/ 18 w 34"/>
                  <a:gd name="T77" fmla="*/ 34 h 34"/>
                  <a:gd name="T78" fmla="*/ 18 w 34"/>
                  <a:gd name="T79" fmla="*/ 34 h 34"/>
                  <a:gd name="T80" fmla="*/ 18 w 34"/>
                  <a:gd name="T81" fmla="*/ 34 h 34"/>
                  <a:gd name="T82" fmla="*/ 18 w 34"/>
                  <a:gd name="T83" fmla="*/ 34 h 34"/>
                  <a:gd name="T84" fmla="*/ 16 w 34"/>
                  <a:gd name="T85" fmla="*/ 34 h 34"/>
                  <a:gd name="T86" fmla="*/ 16 w 34"/>
                  <a:gd name="T87" fmla="*/ 34 h 34"/>
                  <a:gd name="T88" fmla="*/ 16 w 34"/>
                  <a:gd name="T89" fmla="*/ 30 h 34"/>
                  <a:gd name="T90" fmla="*/ 12 w 34"/>
                  <a:gd name="T91" fmla="*/ 22 h 34"/>
                  <a:gd name="T92" fmla="*/ 8 w 34"/>
                  <a:gd name="T93" fmla="*/ 20 h 34"/>
                  <a:gd name="T94" fmla="*/ 8 w 34"/>
                  <a:gd name="T95" fmla="*/ 20 h 34"/>
                  <a:gd name="T96" fmla="*/ 8 w 34"/>
                  <a:gd name="T97" fmla="*/ 20 h 34"/>
                  <a:gd name="T98" fmla="*/ 8 w 34"/>
                  <a:gd name="T99" fmla="*/ 12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 h="34">
                    <a:moveTo>
                      <a:pt x="8" y="12"/>
                    </a:moveTo>
                    <a:lnTo>
                      <a:pt x="8" y="12"/>
                    </a:lnTo>
                    <a:lnTo>
                      <a:pt x="4" y="12"/>
                    </a:lnTo>
                    <a:lnTo>
                      <a:pt x="4" y="8"/>
                    </a:lnTo>
                    <a:lnTo>
                      <a:pt x="4" y="8"/>
                    </a:lnTo>
                    <a:lnTo>
                      <a:pt x="4" y="8"/>
                    </a:lnTo>
                    <a:lnTo>
                      <a:pt x="4" y="8"/>
                    </a:lnTo>
                    <a:lnTo>
                      <a:pt x="4" y="8"/>
                    </a:lnTo>
                    <a:lnTo>
                      <a:pt x="4" y="8"/>
                    </a:lnTo>
                    <a:lnTo>
                      <a:pt x="4" y="8"/>
                    </a:lnTo>
                    <a:lnTo>
                      <a:pt x="4" y="8"/>
                    </a:lnTo>
                    <a:lnTo>
                      <a:pt x="0" y="8"/>
                    </a:lnTo>
                    <a:lnTo>
                      <a:pt x="0" y="4"/>
                    </a:lnTo>
                    <a:lnTo>
                      <a:pt x="0" y="4"/>
                    </a:lnTo>
                    <a:lnTo>
                      <a:pt x="4" y="4"/>
                    </a:lnTo>
                    <a:lnTo>
                      <a:pt x="4" y="4"/>
                    </a:lnTo>
                    <a:lnTo>
                      <a:pt x="4" y="4"/>
                    </a:lnTo>
                    <a:lnTo>
                      <a:pt x="4" y="4"/>
                    </a:lnTo>
                    <a:lnTo>
                      <a:pt x="8" y="4"/>
                    </a:lnTo>
                    <a:lnTo>
                      <a:pt x="8" y="0"/>
                    </a:lnTo>
                    <a:lnTo>
                      <a:pt x="8" y="0"/>
                    </a:lnTo>
                    <a:lnTo>
                      <a:pt x="8" y="0"/>
                    </a:lnTo>
                    <a:lnTo>
                      <a:pt x="12" y="0"/>
                    </a:lnTo>
                    <a:lnTo>
                      <a:pt x="12" y="0"/>
                    </a:lnTo>
                    <a:lnTo>
                      <a:pt x="12" y="0"/>
                    </a:lnTo>
                    <a:lnTo>
                      <a:pt x="12" y="0"/>
                    </a:lnTo>
                    <a:lnTo>
                      <a:pt x="12" y="0"/>
                    </a:lnTo>
                    <a:lnTo>
                      <a:pt x="12" y="4"/>
                    </a:lnTo>
                    <a:lnTo>
                      <a:pt x="16" y="4"/>
                    </a:lnTo>
                    <a:lnTo>
                      <a:pt x="16" y="4"/>
                    </a:lnTo>
                    <a:lnTo>
                      <a:pt x="16" y="4"/>
                    </a:lnTo>
                    <a:lnTo>
                      <a:pt x="16" y="4"/>
                    </a:lnTo>
                    <a:lnTo>
                      <a:pt x="16" y="4"/>
                    </a:lnTo>
                    <a:lnTo>
                      <a:pt x="16" y="4"/>
                    </a:lnTo>
                    <a:lnTo>
                      <a:pt x="16" y="4"/>
                    </a:lnTo>
                    <a:lnTo>
                      <a:pt x="18" y="8"/>
                    </a:lnTo>
                    <a:lnTo>
                      <a:pt x="18" y="8"/>
                    </a:lnTo>
                    <a:lnTo>
                      <a:pt x="18" y="8"/>
                    </a:lnTo>
                    <a:lnTo>
                      <a:pt x="18" y="8"/>
                    </a:lnTo>
                    <a:lnTo>
                      <a:pt x="18" y="8"/>
                    </a:lnTo>
                    <a:lnTo>
                      <a:pt x="18" y="8"/>
                    </a:lnTo>
                    <a:lnTo>
                      <a:pt x="18" y="8"/>
                    </a:lnTo>
                    <a:lnTo>
                      <a:pt x="18" y="8"/>
                    </a:lnTo>
                    <a:lnTo>
                      <a:pt x="18" y="8"/>
                    </a:lnTo>
                    <a:lnTo>
                      <a:pt x="18" y="8"/>
                    </a:lnTo>
                    <a:lnTo>
                      <a:pt x="18" y="12"/>
                    </a:lnTo>
                    <a:lnTo>
                      <a:pt x="18" y="12"/>
                    </a:lnTo>
                    <a:lnTo>
                      <a:pt x="18" y="12"/>
                    </a:lnTo>
                    <a:lnTo>
                      <a:pt x="18" y="12"/>
                    </a:lnTo>
                    <a:lnTo>
                      <a:pt x="18" y="16"/>
                    </a:lnTo>
                    <a:lnTo>
                      <a:pt x="18" y="16"/>
                    </a:lnTo>
                    <a:lnTo>
                      <a:pt x="18" y="16"/>
                    </a:lnTo>
                    <a:lnTo>
                      <a:pt x="18" y="16"/>
                    </a:lnTo>
                    <a:lnTo>
                      <a:pt x="18" y="16"/>
                    </a:lnTo>
                    <a:lnTo>
                      <a:pt x="18" y="16"/>
                    </a:lnTo>
                    <a:lnTo>
                      <a:pt x="18" y="16"/>
                    </a:lnTo>
                    <a:lnTo>
                      <a:pt x="22" y="16"/>
                    </a:lnTo>
                    <a:lnTo>
                      <a:pt x="22" y="16"/>
                    </a:lnTo>
                    <a:lnTo>
                      <a:pt x="22" y="16"/>
                    </a:lnTo>
                    <a:lnTo>
                      <a:pt x="22" y="16"/>
                    </a:lnTo>
                    <a:lnTo>
                      <a:pt x="22" y="16"/>
                    </a:lnTo>
                    <a:lnTo>
                      <a:pt x="22" y="16"/>
                    </a:lnTo>
                    <a:lnTo>
                      <a:pt x="22" y="16"/>
                    </a:lnTo>
                    <a:lnTo>
                      <a:pt x="22" y="16"/>
                    </a:lnTo>
                    <a:lnTo>
                      <a:pt x="26" y="16"/>
                    </a:lnTo>
                    <a:lnTo>
                      <a:pt x="26" y="16"/>
                    </a:lnTo>
                    <a:lnTo>
                      <a:pt x="26" y="16"/>
                    </a:lnTo>
                    <a:lnTo>
                      <a:pt x="26" y="16"/>
                    </a:lnTo>
                    <a:lnTo>
                      <a:pt x="26" y="16"/>
                    </a:lnTo>
                    <a:lnTo>
                      <a:pt x="30" y="16"/>
                    </a:lnTo>
                    <a:lnTo>
                      <a:pt x="30" y="16"/>
                    </a:lnTo>
                    <a:lnTo>
                      <a:pt x="30" y="20"/>
                    </a:lnTo>
                    <a:lnTo>
                      <a:pt x="30" y="20"/>
                    </a:lnTo>
                    <a:lnTo>
                      <a:pt x="30" y="20"/>
                    </a:lnTo>
                    <a:lnTo>
                      <a:pt x="30" y="20"/>
                    </a:lnTo>
                    <a:lnTo>
                      <a:pt x="34" y="20"/>
                    </a:lnTo>
                    <a:lnTo>
                      <a:pt x="34" y="20"/>
                    </a:lnTo>
                    <a:lnTo>
                      <a:pt x="34" y="20"/>
                    </a:lnTo>
                    <a:lnTo>
                      <a:pt x="34" y="20"/>
                    </a:lnTo>
                    <a:lnTo>
                      <a:pt x="34" y="20"/>
                    </a:lnTo>
                    <a:lnTo>
                      <a:pt x="34" y="20"/>
                    </a:lnTo>
                    <a:lnTo>
                      <a:pt x="34" y="20"/>
                    </a:lnTo>
                    <a:lnTo>
                      <a:pt x="34" y="20"/>
                    </a:lnTo>
                    <a:lnTo>
                      <a:pt x="34" y="20"/>
                    </a:lnTo>
                    <a:lnTo>
                      <a:pt x="34" y="20"/>
                    </a:lnTo>
                    <a:lnTo>
                      <a:pt x="34" y="20"/>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6"/>
                    </a:lnTo>
                    <a:lnTo>
                      <a:pt x="30" y="26"/>
                    </a:lnTo>
                    <a:lnTo>
                      <a:pt x="30" y="26"/>
                    </a:lnTo>
                    <a:lnTo>
                      <a:pt x="30" y="26"/>
                    </a:lnTo>
                    <a:lnTo>
                      <a:pt x="30" y="26"/>
                    </a:lnTo>
                    <a:lnTo>
                      <a:pt x="30" y="26"/>
                    </a:lnTo>
                    <a:lnTo>
                      <a:pt x="30" y="26"/>
                    </a:lnTo>
                    <a:lnTo>
                      <a:pt x="30" y="26"/>
                    </a:lnTo>
                    <a:lnTo>
                      <a:pt x="30" y="26"/>
                    </a:lnTo>
                    <a:lnTo>
                      <a:pt x="26" y="26"/>
                    </a:lnTo>
                    <a:lnTo>
                      <a:pt x="26" y="26"/>
                    </a:lnTo>
                    <a:lnTo>
                      <a:pt x="26" y="26"/>
                    </a:lnTo>
                    <a:lnTo>
                      <a:pt x="26" y="26"/>
                    </a:lnTo>
                    <a:lnTo>
                      <a:pt x="26"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30"/>
                    </a:lnTo>
                    <a:lnTo>
                      <a:pt x="22" y="30"/>
                    </a:lnTo>
                    <a:lnTo>
                      <a:pt x="22" y="30"/>
                    </a:lnTo>
                    <a:lnTo>
                      <a:pt x="22" y="30"/>
                    </a:lnTo>
                    <a:lnTo>
                      <a:pt x="22"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8" y="30"/>
                    </a:lnTo>
                    <a:lnTo>
                      <a:pt x="18" y="30"/>
                    </a:lnTo>
                    <a:lnTo>
                      <a:pt x="18" y="30"/>
                    </a:lnTo>
                    <a:lnTo>
                      <a:pt x="18" y="30"/>
                    </a:lnTo>
                    <a:lnTo>
                      <a:pt x="18" y="30"/>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6" y="34"/>
                    </a:lnTo>
                    <a:lnTo>
                      <a:pt x="16" y="34"/>
                    </a:lnTo>
                    <a:lnTo>
                      <a:pt x="16" y="34"/>
                    </a:lnTo>
                    <a:lnTo>
                      <a:pt x="16" y="34"/>
                    </a:lnTo>
                    <a:lnTo>
                      <a:pt x="16" y="34"/>
                    </a:lnTo>
                    <a:lnTo>
                      <a:pt x="16" y="34"/>
                    </a:lnTo>
                    <a:lnTo>
                      <a:pt x="16" y="30"/>
                    </a:lnTo>
                    <a:lnTo>
                      <a:pt x="16" y="30"/>
                    </a:lnTo>
                    <a:lnTo>
                      <a:pt x="16" y="30"/>
                    </a:lnTo>
                    <a:lnTo>
                      <a:pt x="16" y="30"/>
                    </a:lnTo>
                    <a:lnTo>
                      <a:pt x="16" y="26"/>
                    </a:lnTo>
                    <a:lnTo>
                      <a:pt x="12" y="26"/>
                    </a:lnTo>
                    <a:lnTo>
                      <a:pt x="12" y="22"/>
                    </a:lnTo>
                    <a:lnTo>
                      <a:pt x="12" y="22"/>
                    </a:lnTo>
                    <a:lnTo>
                      <a:pt x="12" y="22"/>
                    </a:lnTo>
                    <a:lnTo>
                      <a:pt x="12" y="22"/>
                    </a:lnTo>
                    <a:lnTo>
                      <a:pt x="8" y="22"/>
                    </a:lnTo>
                    <a:lnTo>
                      <a:pt x="8" y="20"/>
                    </a:lnTo>
                    <a:lnTo>
                      <a:pt x="8" y="20"/>
                    </a:lnTo>
                    <a:lnTo>
                      <a:pt x="8" y="20"/>
                    </a:lnTo>
                    <a:lnTo>
                      <a:pt x="8" y="20"/>
                    </a:lnTo>
                    <a:lnTo>
                      <a:pt x="8" y="20"/>
                    </a:lnTo>
                    <a:lnTo>
                      <a:pt x="8" y="20"/>
                    </a:lnTo>
                    <a:lnTo>
                      <a:pt x="8" y="20"/>
                    </a:lnTo>
                    <a:lnTo>
                      <a:pt x="8" y="20"/>
                    </a:lnTo>
                    <a:lnTo>
                      <a:pt x="8" y="20"/>
                    </a:lnTo>
                    <a:lnTo>
                      <a:pt x="8" y="16"/>
                    </a:lnTo>
                    <a:lnTo>
                      <a:pt x="8" y="12"/>
                    </a:lnTo>
                    <a:lnTo>
                      <a:pt x="8" y="12"/>
                    </a:lnTo>
                    <a:lnTo>
                      <a:pt x="8" y="12"/>
                    </a:lnTo>
                    <a:lnTo>
                      <a:pt x="8"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3" name="Freeform 218"/>
              <p:cNvSpPr>
                <a:spLocks/>
              </p:cNvSpPr>
              <p:nvPr/>
            </p:nvSpPr>
            <p:spPr bwMode="gray">
              <a:xfrm>
                <a:off x="5579145" y="4512733"/>
                <a:ext cx="76528" cy="97399"/>
              </a:xfrm>
              <a:custGeom>
                <a:avLst/>
                <a:gdLst>
                  <a:gd name="T0" fmla="*/ 24 w 44"/>
                  <a:gd name="T1" fmla="*/ 0 h 56"/>
                  <a:gd name="T2" fmla="*/ 28 w 44"/>
                  <a:gd name="T3" fmla="*/ 0 h 56"/>
                  <a:gd name="T4" fmla="*/ 32 w 44"/>
                  <a:gd name="T5" fmla="*/ 4 h 56"/>
                  <a:gd name="T6" fmla="*/ 32 w 44"/>
                  <a:gd name="T7" fmla="*/ 4 h 56"/>
                  <a:gd name="T8" fmla="*/ 36 w 44"/>
                  <a:gd name="T9" fmla="*/ 6 h 56"/>
                  <a:gd name="T10" fmla="*/ 36 w 44"/>
                  <a:gd name="T11" fmla="*/ 6 h 56"/>
                  <a:gd name="T12" fmla="*/ 40 w 44"/>
                  <a:gd name="T13" fmla="*/ 10 h 56"/>
                  <a:gd name="T14" fmla="*/ 36 w 44"/>
                  <a:gd name="T15" fmla="*/ 6 h 56"/>
                  <a:gd name="T16" fmla="*/ 44 w 44"/>
                  <a:gd name="T17" fmla="*/ 6 h 56"/>
                  <a:gd name="T18" fmla="*/ 40 w 44"/>
                  <a:gd name="T19" fmla="*/ 10 h 56"/>
                  <a:gd name="T20" fmla="*/ 36 w 44"/>
                  <a:gd name="T21" fmla="*/ 14 h 56"/>
                  <a:gd name="T22" fmla="*/ 32 w 44"/>
                  <a:gd name="T23" fmla="*/ 14 h 56"/>
                  <a:gd name="T24" fmla="*/ 36 w 44"/>
                  <a:gd name="T25" fmla="*/ 22 h 56"/>
                  <a:gd name="T26" fmla="*/ 32 w 44"/>
                  <a:gd name="T27" fmla="*/ 26 h 56"/>
                  <a:gd name="T28" fmla="*/ 32 w 44"/>
                  <a:gd name="T29" fmla="*/ 30 h 56"/>
                  <a:gd name="T30" fmla="*/ 28 w 44"/>
                  <a:gd name="T31" fmla="*/ 30 h 56"/>
                  <a:gd name="T32" fmla="*/ 28 w 44"/>
                  <a:gd name="T33" fmla="*/ 36 h 56"/>
                  <a:gd name="T34" fmla="*/ 22 w 44"/>
                  <a:gd name="T35" fmla="*/ 36 h 56"/>
                  <a:gd name="T36" fmla="*/ 24 w 44"/>
                  <a:gd name="T37" fmla="*/ 40 h 56"/>
                  <a:gd name="T38" fmla="*/ 24 w 44"/>
                  <a:gd name="T39" fmla="*/ 40 h 56"/>
                  <a:gd name="T40" fmla="*/ 28 w 44"/>
                  <a:gd name="T41" fmla="*/ 40 h 56"/>
                  <a:gd name="T42" fmla="*/ 24 w 44"/>
                  <a:gd name="T43" fmla="*/ 44 h 56"/>
                  <a:gd name="T44" fmla="*/ 22 w 44"/>
                  <a:gd name="T45" fmla="*/ 48 h 56"/>
                  <a:gd name="T46" fmla="*/ 18 w 44"/>
                  <a:gd name="T47" fmla="*/ 44 h 56"/>
                  <a:gd name="T48" fmla="*/ 18 w 44"/>
                  <a:gd name="T49" fmla="*/ 52 h 56"/>
                  <a:gd name="T50" fmla="*/ 14 w 44"/>
                  <a:gd name="T51" fmla="*/ 56 h 56"/>
                  <a:gd name="T52" fmla="*/ 18 w 44"/>
                  <a:gd name="T53" fmla="*/ 52 h 56"/>
                  <a:gd name="T54" fmla="*/ 14 w 44"/>
                  <a:gd name="T55" fmla="*/ 48 h 56"/>
                  <a:gd name="T56" fmla="*/ 14 w 44"/>
                  <a:gd name="T57" fmla="*/ 48 h 56"/>
                  <a:gd name="T58" fmla="*/ 10 w 44"/>
                  <a:gd name="T59" fmla="*/ 44 h 56"/>
                  <a:gd name="T60" fmla="*/ 6 w 44"/>
                  <a:gd name="T61" fmla="*/ 48 h 56"/>
                  <a:gd name="T62" fmla="*/ 2 w 44"/>
                  <a:gd name="T63" fmla="*/ 52 h 56"/>
                  <a:gd name="T64" fmla="*/ 2 w 44"/>
                  <a:gd name="T65" fmla="*/ 48 h 56"/>
                  <a:gd name="T66" fmla="*/ 0 w 44"/>
                  <a:gd name="T67" fmla="*/ 44 h 56"/>
                  <a:gd name="T68" fmla="*/ 0 w 44"/>
                  <a:gd name="T69" fmla="*/ 36 h 56"/>
                  <a:gd name="T70" fmla="*/ 0 w 44"/>
                  <a:gd name="T71" fmla="*/ 30 h 56"/>
                  <a:gd name="T72" fmla="*/ 2 w 44"/>
                  <a:gd name="T73" fmla="*/ 26 h 56"/>
                  <a:gd name="T74" fmla="*/ 0 w 44"/>
                  <a:gd name="T75" fmla="*/ 18 h 56"/>
                  <a:gd name="T76" fmla="*/ 2 w 44"/>
                  <a:gd name="T77" fmla="*/ 10 h 56"/>
                  <a:gd name="T78" fmla="*/ 6 w 44"/>
                  <a:gd name="T79" fmla="*/ 6 h 56"/>
                  <a:gd name="T80" fmla="*/ 10 w 44"/>
                  <a:gd name="T81" fmla="*/ 4 h 56"/>
                  <a:gd name="T82" fmla="*/ 14 w 44"/>
                  <a:gd name="T83" fmla="*/ 0 h 56"/>
                  <a:gd name="T84" fmla="*/ 18 w 44"/>
                  <a:gd name="T85" fmla="*/ 4 h 56"/>
                  <a:gd name="T86" fmla="*/ 22 w 44"/>
                  <a:gd name="T87" fmla="*/ 0 h 56"/>
                  <a:gd name="T88" fmla="*/ 22 w 44"/>
                  <a:gd name="T89"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4" h="56">
                    <a:moveTo>
                      <a:pt x="22" y="0"/>
                    </a:moveTo>
                    <a:lnTo>
                      <a:pt x="24" y="0"/>
                    </a:lnTo>
                    <a:lnTo>
                      <a:pt x="24" y="4"/>
                    </a:lnTo>
                    <a:lnTo>
                      <a:pt x="28" y="0"/>
                    </a:lnTo>
                    <a:lnTo>
                      <a:pt x="28" y="4"/>
                    </a:lnTo>
                    <a:lnTo>
                      <a:pt x="32" y="4"/>
                    </a:lnTo>
                    <a:lnTo>
                      <a:pt x="32" y="0"/>
                    </a:lnTo>
                    <a:lnTo>
                      <a:pt x="32" y="4"/>
                    </a:lnTo>
                    <a:lnTo>
                      <a:pt x="32" y="6"/>
                    </a:lnTo>
                    <a:lnTo>
                      <a:pt x="36" y="6"/>
                    </a:lnTo>
                    <a:lnTo>
                      <a:pt x="32" y="6"/>
                    </a:lnTo>
                    <a:lnTo>
                      <a:pt x="36" y="6"/>
                    </a:lnTo>
                    <a:lnTo>
                      <a:pt x="36" y="10"/>
                    </a:lnTo>
                    <a:lnTo>
                      <a:pt x="40" y="10"/>
                    </a:lnTo>
                    <a:lnTo>
                      <a:pt x="36" y="10"/>
                    </a:lnTo>
                    <a:lnTo>
                      <a:pt x="36" y="6"/>
                    </a:lnTo>
                    <a:lnTo>
                      <a:pt x="40" y="6"/>
                    </a:lnTo>
                    <a:lnTo>
                      <a:pt x="44" y="6"/>
                    </a:lnTo>
                    <a:lnTo>
                      <a:pt x="44" y="10"/>
                    </a:lnTo>
                    <a:lnTo>
                      <a:pt x="40" y="10"/>
                    </a:lnTo>
                    <a:lnTo>
                      <a:pt x="40" y="14"/>
                    </a:lnTo>
                    <a:lnTo>
                      <a:pt x="36" y="14"/>
                    </a:lnTo>
                    <a:lnTo>
                      <a:pt x="36" y="10"/>
                    </a:lnTo>
                    <a:lnTo>
                      <a:pt x="32" y="14"/>
                    </a:lnTo>
                    <a:lnTo>
                      <a:pt x="32" y="18"/>
                    </a:lnTo>
                    <a:lnTo>
                      <a:pt x="36" y="22"/>
                    </a:lnTo>
                    <a:lnTo>
                      <a:pt x="32" y="22"/>
                    </a:lnTo>
                    <a:lnTo>
                      <a:pt x="32" y="26"/>
                    </a:lnTo>
                    <a:lnTo>
                      <a:pt x="28" y="30"/>
                    </a:lnTo>
                    <a:lnTo>
                      <a:pt x="32" y="30"/>
                    </a:lnTo>
                    <a:lnTo>
                      <a:pt x="32" y="32"/>
                    </a:lnTo>
                    <a:lnTo>
                      <a:pt x="28" y="30"/>
                    </a:lnTo>
                    <a:lnTo>
                      <a:pt x="28" y="32"/>
                    </a:lnTo>
                    <a:lnTo>
                      <a:pt x="28" y="36"/>
                    </a:lnTo>
                    <a:lnTo>
                      <a:pt x="24" y="36"/>
                    </a:lnTo>
                    <a:lnTo>
                      <a:pt x="22" y="36"/>
                    </a:lnTo>
                    <a:lnTo>
                      <a:pt x="24" y="36"/>
                    </a:lnTo>
                    <a:lnTo>
                      <a:pt x="24" y="40"/>
                    </a:lnTo>
                    <a:lnTo>
                      <a:pt x="22" y="40"/>
                    </a:lnTo>
                    <a:lnTo>
                      <a:pt x="24" y="40"/>
                    </a:lnTo>
                    <a:lnTo>
                      <a:pt x="28" y="44"/>
                    </a:lnTo>
                    <a:lnTo>
                      <a:pt x="28" y="40"/>
                    </a:lnTo>
                    <a:lnTo>
                      <a:pt x="28" y="44"/>
                    </a:lnTo>
                    <a:lnTo>
                      <a:pt x="24" y="44"/>
                    </a:lnTo>
                    <a:lnTo>
                      <a:pt x="24" y="48"/>
                    </a:lnTo>
                    <a:lnTo>
                      <a:pt x="22" y="48"/>
                    </a:lnTo>
                    <a:lnTo>
                      <a:pt x="22" y="44"/>
                    </a:lnTo>
                    <a:lnTo>
                      <a:pt x="18" y="44"/>
                    </a:lnTo>
                    <a:lnTo>
                      <a:pt x="18" y="48"/>
                    </a:lnTo>
                    <a:lnTo>
                      <a:pt x="18" y="52"/>
                    </a:lnTo>
                    <a:lnTo>
                      <a:pt x="18" y="56"/>
                    </a:lnTo>
                    <a:lnTo>
                      <a:pt x="14" y="56"/>
                    </a:lnTo>
                    <a:lnTo>
                      <a:pt x="18" y="56"/>
                    </a:lnTo>
                    <a:lnTo>
                      <a:pt x="18" y="52"/>
                    </a:lnTo>
                    <a:lnTo>
                      <a:pt x="18" y="48"/>
                    </a:lnTo>
                    <a:lnTo>
                      <a:pt x="14" y="48"/>
                    </a:lnTo>
                    <a:lnTo>
                      <a:pt x="14" y="44"/>
                    </a:lnTo>
                    <a:lnTo>
                      <a:pt x="14" y="48"/>
                    </a:lnTo>
                    <a:lnTo>
                      <a:pt x="10" y="48"/>
                    </a:lnTo>
                    <a:lnTo>
                      <a:pt x="10" y="44"/>
                    </a:lnTo>
                    <a:lnTo>
                      <a:pt x="6" y="44"/>
                    </a:lnTo>
                    <a:lnTo>
                      <a:pt x="6" y="48"/>
                    </a:lnTo>
                    <a:lnTo>
                      <a:pt x="2" y="48"/>
                    </a:lnTo>
                    <a:lnTo>
                      <a:pt x="2" y="52"/>
                    </a:lnTo>
                    <a:lnTo>
                      <a:pt x="0" y="48"/>
                    </a:lnTo>
                    <a:lnTo>
                      <a:pt x="2" y="48"/>
                    </a:lnTo>
                    <a:lnTo>
                      <a:pt x="2" y="44"/>
                    </a:lnTo>
                    <a:lnTo>
                      <a:pt x="0" y="44"/>
                    </a:lnTo>
                    <a:lnTo>
                      <a:pt x="0" y="40"/>
                    </a:lnTo>
                    <a:lnTo>
                      <a:pt x="0" y="36"/>
                    </a:lnTo>
                    <a:lnTo>
                      <a:pt x="0" y="32"/>
                    </a:lnTo>
                    <a:lnTo>
                      <a:pt x="0" y="30"/>
                    </a:lnTo>
                    <a:lnTo>
                      <a:pt x="2" y="30"/>
                    </a:lnTo>
                    <a:lnTo>
                      <a:pt x="2" y="26"/>
                    </a:lnTo>
                    <a:lnTo>
                      <a:pt x="2" y="22"/>
                    </a:lnTo>
                    <a:lnTo>
                      <a:pt x="0" y="18"/>
                    </a:lnTo>
                    <a:lnTo>
                      <a:pt x="2" y="14"/>
                    </a:lnTo>
                    <a:lnTo>
                      <a:pt x="2" y="10"/>
                    </a:lnTo>
                    <a:lnTo>
                      <a:pt x="2" y="6"/>
                    </a:lnTo>
                    <a:lnTo>
                      <a:pt x="6" y="6"/>
                    </a:lnTo>
                    <a:lnTo>
                      <a:pt x="10" y="6"/>
                    </a:lnTo>
                    <a:lnTo>
                      <a:pt x="10" y="4"/>
                    </a:lnTo>
                    <a:lnTo>
                      <a:pt x="14" y="4"/>
                    </a:lnTo>
                    <a:lnTo>
                      <a:pt x="14" y="0"/>
                    </a:lnTo>
                    <a:lnTo>
                      <a:pt x="14" y="4"/>
                    </a:lnTo>
                    <a:lnTo>
                      <a:pt x="18" y="4"/>
                    </a:lnTo>
                    <a:lnTo>
                      <a:pt x="22" y="4"/>
                    </a:lnTo>
                    <a:lnTo>
                      <a:pt x="22" y="0"/>
                    </a:lnTo>
                    <a:lnTo>
                      <a:pt x="22" y="0"/>
                    </a:lnTo>
                    <a:lnTo>
                      <a:pt x="2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4" name="Freeform 219"/>
              <p:cNvSpPr>
                <a:spLocks/>
              </p:cNvSpPr>
              <p:nvPr/>
            </p:nvSpPr>
            <p:spPr bwMode="gray">
              <a:xfrm>
                <a:off x="5530446" y="2481282"/>
                <a:ext cx="80006" cy="76527"/>
              </a:xfrm>
              <a:custGeom>
                <a:avLst/>
                <a:gdLst>
                  <a:gd name="T0" fmla="*/ 18 w 46"/>
                  <a:gd name="T1" fmla="*/ 40 h 44"/>
                  <a:gd name="T2" fmla="*/ 18 w 46"/>
                  <a:gd name="T3" fmla="*/ 40 h 44"/>
                  <a:gd name="T4" fmla="*/ 18 w 46"/>
                  <a:gd name="T5" fmla="*/ 36 h 44"/>
                  <a:gd name="T6" fmla="*/ 16 w 46"/>
                  <a:gd name="T7" fmla="*/ 32 h 44"/>
                  <a:gd name="T8" fmla="*/ 16 w 46"/>
                  <a:gd name="T9" fmla="*/ 32 h 44"/>
                  <a:gd name="T10" fmla="*/ 12 w 46"/>
                  <a:gd name="T11" fmla="*/ 30 h 44"/>
                  <a:gd name="T12" fmla="*/ 12 w 46"/>
                  <a:gd name="T13" fmla="*/ 26 h 44"/>
                  <a:gd name="T14" fmla="*/ 12 w 46"/>
                  <a:gd name="T15" fmla="*/ 26 h 44"/>
                  <a:gd name="T16" fmla="*/ 8 w 46"/>
                  <a:gd name="T17" fmla="*/ 18 h 44"/>
                  <a:gd name="T18" fmla="*/ 4 w 46"/>
                  <a:gd name="T19" fmla="*/ 14 h 44"/>
                  <a:gd name="T20" fmla="*/ 0 w 46"/>
                  <a:gd name="T21" fmla="*/ 14 h 44"/>
                  <a:gd name="T22" fmla="*/ 4 w 46"/>
                  <a:gd name="T23" fmla="*/ 14 h 44"/>
                  <a:gd name="T24" fmla="*/ 4 w 46"/>
                  <a:gd name="T25" fmla="*/ 14 h 44"/>
                  <a:gd name="T26" fmla="*/ 0 w 46"/>
                  <a:gd name="T27" fmla="*/ 14 h 44"/>
                  <a:gd name="T28" fmla="*/ 4 w 46"/>
                  <a:gd name="T29" fmla="*/ 10 h 44"/>
                  <a:gd name="T30" fmla="*/ 8 w 46"/>
                  <a:gd name="T31" fmla="*/ 10 h 44"/>
                  <a:gd name="T32" fmla="*/ 8 w 46"/>
                  <a:gd name="T33" fmla="*/ 10 h 44"/>
                  <a:gd name="T34" fmla="*/ 8 w 46"/>
                  <a:gd name="T35" fmla="*/ 6 h 44"/>
                  <a:gd name="T36" fmla="*/ 12 w 46"/>
                  <a:gd name="T37" fmla="*/ 6 h 44"/>
                  <a:gd name="T38" fmla="*/ 16 w 46"/>
                  <a:gd name="T39" fmla="*/ 2 h 44"/>
                  <a:gd name="T40" fmla="*/ 16 w 46"/>
                  <a:gd name="T41" fmla="*/ 2 h 44"/>
                  <a:gd name="T42" fmla="*/ 18 w 46"/>
                  <a:gd name="T43" fmla="*/ 2 h 44"/>
                  <a:gd name="T44" fmla="*/ 18 w 46"/>
                  <a:gd name="T45" fmla="*/ 2 h 44"/>
                  <a:gd name="T46" fmla="*/ 18 w 46"/>
                  <a:gd name="T47" fmla="*/ 2 h 44"/>
                  <a:gd name="T48" fmla="*/ 18 w 46"/>
                  <a:gd name="T49" fmla="*/ 6 h 44"/>
                  <a:gd name="T50" fmla="*/ 18 w 46"/>
                  <a:gd name="T51" fmla="*/ 2 h 44"/>
                  <a:gd name="T52" fmla="*/ 22 w 46"/>
                  <a:gd name="T53" fmla="*/ 2 h 44"/>
                  <a:gd name="T54" fmla="*/ 26 w 46"/>
                  <a:gd name="T55" fmla="*/ 6 h 44"/>
                  <a:gd name="T56" fmla="*/ 26 w 46"/>
                  <a:gd name="T57" fmla="*/ 10 h 44"/>
                  <a:gd name="T58" fmla="*/ 26 w 46"/>
                  <a:gd name="T59" fmla="*/ 10 h 44"/>
                  <a:gd name="T60" fmla="*/ 30 w 46"/>
                  <a:gd name="T61" fmla="*/ 14 h 44"/>
                  <a:gd name="T62" fmla="*/ 38 w 46"/>
                  <a:gd name="T63" fmla="*/ 14 h 44"/>
                  <a:gd name="T64" fmla="*/ 42 w 46"/>
                  <a:gd name="T65" fmla="*/ 18 h 44"/>
                  <a:gd name="T66" fmla="*/ 42 w 46"/>
                  <a:gd name="T67" fmla="*/ 18 h 44"/>
                  <a:gd name="T68" fmla="*/ 42 w 46"/>
                  <a:gd name="T69" fmla="*/ 22 h 44"/>
                  <a:gd name="T70" fmla="*/ 46 w 46"/>
                  <a:gd name="T71" fmla="*/ 22 h 44"/>
                  <a:gd name="T72" fmla="*/ 42 w 46"/>
                  <a:gd name="T73" fmla="*/ 26 h 44"/>
                  <a:gd name="T74" fmla="*/ 46 w 46"/>
                  <a:gd name="T75" fmla="*/ 26 h 44"/>
                  <a:gd name="T76" fmla="*/ 46 w 46"/>
                  <a:gd name="T77" fmla="*/ 30 h 44"/>
                  <a:gd name="T78" fmla="*/ 46 w 46"/>
                  <a:gd name="T79" fmla="*/ 30 h 44"/>
                  <a:gd name="T80" fmla="*/ 42 w 46"/>
                  <a:gd name="T81" fmla="*/ 30 h 44"/>
                  <a:gd name="T82" fmla="*/ 42 w 46"/>
                  <a:gd name="T83" fmla="*/ 30 h 44"/>
                  <a:gd name="T84" fmla="*/ 42 w 46"/>
                  <a:gd name="T85" fmla="*/ 32 h 44"/>
                  <a:gd name="T86" fmla="*/ 42 w 46"/>
                  <a:gd name="T87" fmla="*/ 32 h 44"/>
                  <a:gd name="T88" fmla="*/ 42 w 46"/>
                  <a:gd name="T89" fmla="*/ 36 h 44"/>
                  <a:gd name="T90" fmla="*/ 38 w 46"/>
                  <a:gd name="T91" fmla="*/ 40 h 44"/>
                  <a:gd name="T92" fmla="*/ 34 w 46"/>
                  <a:gd name="T93" fmla="*/ 36 h 44"/>
                  <a:gd name="T94" fmla="*/ 34 w 46"/>
                  <a:gd name="T95" fmla="*/ 36 h 44"/>
                  <a:gd name="T96" fmla="*/ 26 w 46"/>
                  <a:gd name="T97" fmla="*/ 36 h 44"/>
                  <a:gd name="T98" fmla="*/ 26 w 46"/>
                  <a:gd name="T99" fmla="*/ 40 h 44"/>
                  <a:gd name="T100" fmla="*/ 26 w 46"/>
                  <a:gd name="T101" fmla="*/ 40 h 44"/>
                  <a:gd name="T102" fmla="*/ 26 w 46"/>
                  <a:gd name="T103" fmla="*/ 44 h 44"/>
                  <a:gd name="T104" fmla="*/ 22 w 46"/>
                  <a:gd name="T105" fmla="*/ 44 h 44"/>
                  <a:gd name="T106" fmla="*/ 18 w 46"/>
                  <a:gd name="T107" fmla="*/ 44 h 44"/>
                  <a:gd name="T108" fmla="*/ 18 w 46"/>
                  <a:gd name="T109"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6" h="44">
                    <a:moveTo>
                      <a:pt x="18" y="44"/>
                    </a:moveTo>
                    <a:lnTo>
                      <a:pt x="18" y="44"/>
                    </a:lnTo>
                    <a:lnTo>
                      <a:pt x="18" y="44"/>
                    </a:lnTo>
                    <a:lnTo>
                      <a:pt x="18" y="40"/>
                    </a:lnTo>
                    <a:lnTo>
                      <a:pt x="18" y="40"/>
                    </a:lnTo>
                    <a:lnTo>
                      <a:pt x="18" y="40"/>
                    </a:lnTo>
                    <a:lnTo>
                      <a:pt x="18" y="40"/>
                    </a:lnTo>
                    <a:lnTo>
                      <a:pt x="18" y="40"/>
                    </a:lnTo>
                    <a:lnTo>
                      <a:pt x="18" y="36"/>
                    </a:lnTo>
                    <a:lnTo>
                      <a:pt x="18" y="36"/>
                    </a:lnTo>
                    <a:lnTo>
                      <a:pt x="18" y="36"/>
                    </a:lnTo>
                    <a:lnTo>
                      <a:pt x="18" y="36"/>
                    </a:lnTo>
                    <a:lnTo>
                      <a:pt x="18" y="36"/>
                    </a:lnTo>
                    <a:lnTo>
                      <a:pt x="18" y="36"/>
                    </a:lnTo>
                    <a:lnTo>
                      <a:pt x="18" y="36"/>
                    </a:lnTo>
                    <a:lnTo>
                      <a:pt x="16" y="32"/>
                    </a:lnTo>
                    <a:lnTo>
                      <a:pt x="16" y="32"/>
                    </a:lnTo>
                    <a:lnTo>
                      <a:pt x="16" y="32"/>
                    </a:lnTo>
                    <a:lnTo>
                      <a:pt x="16" y="32"/>
                    </a:lnTo>
                    <a:lnTo>
                      <a:pt x="16" y="32"/>
                    </a:lnTo>
                    <a:lnTo>
                      <a:pt x="16" y="30"/>
                    </a:lnTo>
                    <a:lnTo>
                      <a:pt x="12" y="30"/>
                    </a:lnTo>
                    <a:lnTo>
                      <a:pt x="12" y="30"/>
                    </a:lnTo>
                    <a:lnTo>
                      <a:pt x="12" y="30"/>
                    </a:lnTo>
                    <a:lnTo>
                      <a:pt x="12" y="30"/>
                    </a:lnTo>
                    <a:lnTo>
                      <a:pt x="12" y="30"/>
                    </a:lnTo>
                    <a:lnTo>
                      <a:pt x="12" y="26"/>
                    </a:lnTo>
                    <a:lnTo>
                      <a:pt x="12" y="26"/>
                    </a:lnTo>
                    <a:lnTo>
                      <a:pt x="12" y="26"/>
                    </a:lnTo>
                    <a:lnTo>
                      <a:pt x="12" y="26"/>
                    </a:lnTo>
                    <a:lnTo>
                      <a:pt x="12" y="26"/>
                    </a:lnTo>
                    <a:lnTo>
                      <a:pt x="12" y="26"/>
                    </a:lnTo>
                    <a:lnTo>
                      <a:pt x="12" y="22"/>
                    </a:lnTo>
                    <a:lnTo>
                      <a:pt x="12" y="22"/>
                    </a:lnTo>
                    <a:lnTo>
                      <a:pt x="8" y="22"/>
                    </a:lnTo>
                    <a:lnTo>
                      <a:pt x="8" y="18"/>
                    </a:lnTo>
                    <a:lnTo>
                      <a:pt x="4" y="18"/>
                    </a:lnTo>
                    <a:lnTo>
                      <a:pt x="4" y="18"/>
                    </a:lnTo>
                    <a:lnTo>
                      <a:pt x="4" y="14"/>
                    </a:lnTo>
                    <a:lnTo>
                      <a:pt x="4" y="14"/>
                    </a:lnTo>
                    <a:lnTo>
                      <a:pt x="0" y="14"/>
                    </a:lnTo>
                    <a:lnTo>
                      <a:pt x="0" y="14"/>
                    </a:lnTo>
                    <a:lnTo>
                      <a:pt x="0" y="14"/>
                    </a:lnTo>
                    <a:lnTo>
                      <a:pt x="0" y="14"/>
                    </a:lnTo>
                    <a:lnTo>
                      <a:pt x="0" y="14"/>
                    </a:lnTo>
                    <a:lnTo>
                      <a:pt x="4" y="14"/>
                    </a:lnTo>
                    <a:lnTo>
                      <a:pt x="4" y="14"/>
                    </a:lnTo>
                    <a:lnTo>
                      <a:pt x="4" y="14"/>
                    </a:lnTo>
                    <a:lnTo>
                      <a:pt x="4" y="14"/>
                    </a:lnTo>
                    <a:lnTo>
                      <a:pt x="4" y="14"/>
                    </a:lnTo>
                    <a:lnTo>
                      <a:pt x="4" y="14"/>
                    </a:lnTo>
                    <a:lnTo>
                      <a:pt x="4" y="14"/>
                    </a:lnTo>
                    <a:lnTo>
                      <a:pt x="4" y="14"/>
                    </a:lnTo>
                    <a:lnTo>
                      <a:pt x="4" y="14"/>
                    </a:lnTo>
                    <a:lnTo>
                      <a:pt x="0" y="14"/>
                    </a:lnTo>
                    <a:lnTo>
                      <a:pt x="0" y="14"/>
                    </a:lnTo>
                    <a:lnTo>
                      <a:pt x="0" y="14"/>
                    </a:lnTo>
                    <a:lnTo>
                      <a:pt x="0" y="10"/>
                    </a:lnTo>
                    <a:lnTo>
                      <a:pt x="0" y="10"/>
                    </a:lnTo>
                    <a:lnTo>
                      <a:pt x="4" y="10"/>
                    </a:lnTo>
                    <a:lnTo>
                      <a:pt x="4" y="14"/>
                    </a:lnTo>
                    <a:lnTo>
                      <a:pt x="4" y="14"/>
                    </a:lnTo>
                    <a:lnTo>
                      <a:pt x="8" y="10"/>
                    </a:lnTo>
                    <a:lnTo>
                      <a:pt x="8" y="10"/>
                    </a:lnTo>
                    <a:lnTo>
                      <a:pt x="8" y="10"/>
                    </a:lnTo>
                    <a:lnTo>
                      <a:pt x="8" y="10"/>
                    </a:lnTo>
                    <a:lnTo>
                      <a:pt x="8" y="10"/>
                    </a:lnTo>
                    <a:lnTo>
                      <a:pt x="8" y="10"/>
                    </a:lnTo>
                    <a:lnTo>
                      <a:pt x="8" y="10"/>
                    </a:lnTo>
                    <a:lnTo>
                      <a:pt x="8" y="6"/>
                    </a:lnTo>
                    <a:lnTo>
                      <a:pt x="8" y="6"/>
                    </a:lnTo>
                    <a:lnTo>
                      <a:pt x="8" y="6"/>
                    </a:lnTo>
                    <a:lnTo>
                      <a:pt x="8" y="6"/>
                    </a:lnTo>
                    <a:lnTo>
                      <a:pt x="8" y="6"/>
                    </a:lnTo>
                    <a:lnTo>
                      <a:pt x="12" y="6"/>
                    </a:lnTo>
                    <a:lnTo>
                      <a:pt x="12" y="6"/>
                    </a:lnTo>
                    <a:lnTo>
                      <a:pt x="12" y="6"/>
                    </a:lnTo>
                    <a:lnTo>
                      <a:pt x="12" y="6"/>
                    </a:lnTo>
                    <a:lnTo>
                      <a:pt x="12" y="6"/>
                    </a:lnTo>
                    <a:lnTo>
                      <a:pt x="16" y="2"/>
                    </a:lnTo>
                    <a:lnTo>
                      <a:pt x="16" y="2"/>
                    </a:lnTo>
                    <a:lnTo>
                      <a:pt x="16" y="0"/>
                    </a:lnTo>
                    <a:lnTo>
                      <a:pt x="16" y="0"/>
                    </a:lnTo>
                    <a:lnTo>
                      <a:pt x="16" y="2"/>
                    </a:lnTo>
                    <a:lnTo>
                      <a:pt x="16" y="2"/>
                    </a:lnTo>
                    <a:lnTo>
                      <a:pt x="16" y="2"/>
                    </a:lnTo>
                    <a:lnTo>
                      <a:pt x="16" y="2"/>
                    </a:lnTo>
                    <a:lnTo>
                      <a:pt x="18" y="2"/>
                    </a:lnTo>
                    <a:lnTo>
                      <a:pt x="18" y="2"/>
                    </a:lnTo>
                    <a:lnTo>
                      <a:pt x="18" y="2"/>
                    </a:lnTo>
                    <a:lnTo>
                      <a:pt x="18" y="2"/>
                    </a:lnTo>
                    <a:lnTo>
                      <a:pt x="18" y="2"/>
                    </a:lnTo>
                    <a:lnTo>
                      <a:pt x="18" y="2"/>
                    </a:lnTo>
                    <a:lnTo>
                      <a:pt x="18" y="2"/>
                    </a:lnTo>
                    <a:lnTo>
                      <a:pt x="18" y="2"/>
                    </a:lnTo>
                    <a:lnTo>
                      <a:pt x="18" y="2"/>
                    </a:lnTo>
                    <a:lnTo>
                      <a:pt x="18" y="2"/>
                    </a:lnTo>
                    <a:lnTo>
                      <a:pt x="18" y="6"/>
                    </a:lnTo>
                    <a:lnTo>
                      <a:pt x="18" y="6"/>
                    </a:lnTo>
                    <a:lnTo>
                      <a:pt x="18" y="6"/>
                    </a:lnTo>
                    <a:lnTo>
                      <a:pt x="18" y="2"/>
                    </a:lnTo>
                    <a:lnTo>
                      <a:pt x="18" y="2"/>
                    </a:lnTo>
                    <a:lnTo>
                      <a:pt x="18" y="2"/>
                    </a:lnTo>
                    <a:lnTo>
                      <a:pt x="18" y="2"/>
                    </a:lnTo>
                    <a:lnTo>
                      <a:pt x="22" y="2"/>
                    </a:lnTo>
                    <a:lnTo>
                      <a:pt x="22" y="2"/>
                    </a:lnTo>
                    <a:lnTo>
                      <a:pt x="22" y="2"/>
                    </a:lnTo>
                    <a:lnTo>
                      <a:pt x="22" y="2"/>
                    </a:lnTo>
                    <a:lnTo>
                      <a:pt x="22" y="6"/>
                    </a:lnTo>
                    <a:lnTo>
                      <a:pt x="26" y="6"/>
                    </a:lnTo>
                    <a:lnTo>
                      <a:pt x="26" y="6"/>
                    </a:lnTo>
                    <a:lnTo>
                      <a:pt x="26" y="6"/>
                    </a:lnTo>
                    <a:lnTo>
                      <a:pt x="26" y="6"/>
                    </a:lnTo>
                    <a:lnTo>
                      <a:pt x="26" y="6"/>
                    </a:lnTo>
                    <a:lnTo>
                      <a:pt x="26" y="10"/>
                    </a:lnTo>
                    <a:lnTo>
                      <a:pt x="26" y="10"/>
                    </a:lnTo>
                    <a:lnTo>
                      <a:pt x="26" y="10"/>
                    </a:lnTo>
                    <a:lnTo>
                      <a:pt x="26" y="10"/>
                    </a:lnTo>
                    <a:lnTo>
                      <a:pt x="26" y="10"/>
                    </a:lnTo>
                    <a:lnTo>
                      <a:pt x="26" y="10"/>
                    </a:lnTo>
                    <a:lnTo>
                      <a:pt x="26" y="10"/>
                    </a:lnTo>
                    <a:lnTo>
                      <a:pt x="30" y="10"/>
                    </a:lnTo>
                    <a:lnTo>
                      <a:pt x="30" y="10"/>
                    </a:lnTo>
                    <a:lnTo>
                      <a:pt x="30" y="14"/>
                    </a:lnTo>
                    <a:lnTo>
                      <a:pt x="34" y="14"/>
                    </a:lnTo>
                    <a:lnTo>
                      <a:pt x="34" y="14"/>
                    </a:lnTo>
                    <a:lnTo>
                      <a:pt x="38" y="14"/>
                    </a:lnTo>
                    <a:lnTo>
                      <a:pt x="38" y="14"/>
                    </a:lnTo>
                    <a:lnTo>
                      <a:pt x="38" y="14"/>
                    </a:lnTo>
                    <a:lnTo>
                      <a:pt x="38" y="18"/>
                    </a:lnTo>
                    <a:lnTo>
                      <a:pt x="42" y="18"/>
                    </a:lnTo>
                    <a:lnTo>
                      <a:pt x="42" y="18"/>
                    </a:lnTo>
                    <a:lnTo>
                      <a:pt x="42" y="18"/>
                    </a:lnTo>
                    <a:lnTo>
                      <a:pt x="42" y="18"/>
                    </a:lnTo>
                    <a:lnTo>
                      <a:pt x="42" y="18"/>
                    </a:lnTo>
                    <a:lnTo>
                      <a:pt x="42" y="18"/>
                    </a:lnTo>
                    <a:lnTo>
                      <a:pt x="42" y="18"/>
                    </a:lnTo>
                    <a:lnTo>
                      <a:pt x="42" y="18"/>
                    </a:lnTo>
                    <a:lnTo>
                      <a:pt x="42" y="22"/>
                    </a:lnTo>
                    <a:lnTo>
                      <a:pt x="42" y="22"/>
                    </a:lnTo>
                    <a:lnTo>
                      <a:pt x="42" y="22"/>
                    </a:lnTo>
                    <a:lnTo>
                      <a:pt x="46" y="22"/>
                    </a:lnTo>
                    <a:lnTo>
                      <a:pt x="46" y="22"/>
                    </a:lnTo>
                    <a:lnTo>
                      <a:pt x="46" y="22"/>
                    </a:lnTo>
                    <a:lnTo>
                      <a:pt x="46" y="22"/>
                    </a:lnTo>
                    <a:lnTo>
                      <a:pt x="46" y="26"/>
                    </a:lnTo>
                    <a:lnTo>
                      <a:pt x="42" y="26"/>
                    </a:lnTo>
                    <a:lnTo>
                      <a:pt x="42" y="26"/>
                    </a:lnTo>
                    <a:lnTo>
                      <a:pt x="46" y="26"/>
                    </a:lnTo>
                    <a:lnTo>
                      <a:pt x="46" y="26"/>
                    </a:lnTo>
                    <a:lnTo>
                      <a:pt x="46" y="26"/>
                    </a:lnTo>
                    <a:lnTo>
                      <a:pt x="46" y="26"/>
                    </a:lnTo>
                    <a:lnTo>
                      <a:pt x="46" y="26"/>
                    </a:lnTo>
                    <a:lnTo>
                      <a:pt x="46" y="26"/>
                    </a:lnTo>
                    <a:lnTo>
                      <a:pt x="46" y="26"/>
                    </a:lnTo>
                    <a:lnTo>
                      <a:pt x="46" y="30"/>
                    </a:lnTo>
                    <a:lnTo>
                      <a:pt x="46" y="30"/>
                    </a:lnTo>
                    <a:lnTo>
                      <a:pt x="46" y="30"/>
                    </a:lnTo>
                    <a:lnTo>
                      <a:pt x="46" y="30"/>
                    </a:lnTo>
                    <a:lnTo>
                      <a:pt x="46" y="30"/>
                    </a:lnTo>
                    <a:lnTo>
                      <a:pt x="42" y="32"/>
                    </a:lnTo>
                    <a:lnTo>
                      <a:pt x="42" y="30"/>
                    </a:lnTo>
                    <a:lnTo>
                      <a:pt x="42" y="30"/>
                    </a:lnTo>
                    <a:lnTo>
                      <a:pt x="42" y="30"/>
                    </a:lnTo>
                    <a:lnTo>
                      <a:pt x="42" y="30"/>
                    </a:lnTo>
                    <a:lnTo>
                      <a:pt x="42" y="30"/>
                    </a:lnTo>
                    <a:lnTo>
                      <a:pt x="42" y="30"/>
                    </a:lnTo>
                    <a:lnTo>
                      <a:pt x="42" y="30"/>
                    </a:lnTo>
                    <a:lnTo>
                      <a:pt x="42" y="30"/>
                    </a:lnTo>
                    <a:lnTo>
                      <a:pt x="42" y="30"/>
                    </a:lnTo>
                    <a:lnTo>
                      <a:pt x="42" y="32"/>
                    </a:lnTo>
                    <a:lnTo>
                      <a:pt x="42" y="32"/>
                    </a:lnTo>
                    <a:lnTo>
                      <a:pt x="42" y="32"/>
                    </a:lnTo>
                    <a:lnTo>
                      <a:pt x="42" y="32"/>
                    </a:lnTo>
                    <a:lnTo>
                      <a:pt x="42" y="32"/>
                    </a:lnTo>
                    <a:lnTo>
                      <a:pt x="42" y="32"/>
                    </a:lnTo>
                    <a:lnTo>
                      <a:pt x="42" y="36"/>
                    </a:lnTo>
                    <a:lnTo>
                      <a:pt x="42" y="36"/>
                    </a:lnTo>
                    <a:lnTo>
                      <a:pt x="42" y="36"/>
                    </a:lnTo>
                    <a:lnTo>
                      <a:pt x="42" y="36"/>
                    </a:lnTo>
                    <a:lnTo>
                      <a:pt x="38" y="36"/>
                    </a:lnTo>
                    <a:lnTo>
                      <a:pt x="38" y="36"/>
                    </a:lnTo>
                    <a:lnTo>
                      <a:pt x="38" y="40"/>
                    </a:lnTo>
                    <a:lnTo>
                      <a:pt x="38" y="40"/>
                    </a:lnTo>
                    <a:lnTo>
                      <a:pt x="38" y="40"/>
                    </a:lnTo>
                    <a:lnTo>
                      <a:pt x="34" y="40"/>
                    </a:lnTo>
                    <a:lnTo>
                      <a:pt x="34" y="40"/>
                    </a:lnTo>
                    <a:lnTo>
                      <a:pt x="34" y="36"/>
                    </a:lnTo>
                    <a:lnTo>
                      <a:pt x="34" y="36"/>
                    </a:lnTo>
                    <a:lnTo>
                      <a:pt x="34" y="36"/>
                    </a:lnTo>
                    <a:lnTo>
                      <a:pt x="34" y="36"/>
                    </a:lnTo>
                    <a:lnTo>
                      <a:pt x="34" y="36"/>
                    </a:lnTo>
                    <a:lnTo>
                      <a:pt x="30" y="36"/>
                    </a:lnTo>
                    <a:lnTo>
                      <a:pt x="30" y="36"/>
                    </a:lnTo>
                    <a:lnTo>
                      <a:pt x="30" y="36"/>
                    </a:lnTo>
                    <a:lnTo>
                      <a:pt x="26" y="36"/>
                    </a:lnTo>
                    <a:lnTo>
                      <a:pt x="26" y="36"/>
                    </a:lnTo>
                    <a:lnTo>
                      <a:pt x="26" y="36"/>
                    </a:lnTo>
                    <a:lnTo>
                      <a:pt x="26" y="40"/>
                    </a:lnTo>
                    <a:lnTo>
                      <a:pt x="26" y="40"/>
                    </a:lnTo>
                    <a:lnTo>
                      <a:pt x="26" y="40"/>
                    </a:lnTo>
                    <a:lnTo>
                      <a:pt x="26" y="40"/>
                    </a:lnTo>
                    <a:lnTo>
                      <a:pt x="26" y="40"/>
                    </a:lnTo>
                    <a:lnTo>
                      <a:pt x="26" y="40"/>
                    </a:lnTo>
                    <a:lnTo>
                      <a:pt x="26" y="44"/>
                    </a:lnTo>
                    <a:lnTo>
                      <a:pt x="26" y="44"/>
                    </a:lnTo>
                    <a:lnTo>
                      <a:pt x="26" y="44"/>
                    </a:lnTo>
                    <a:lnTo>
                      <a:pt x="26" y="44"/>
                    </a:lnTo>
                    <a:lnTo>
                      <a:pt x="26" y="44"/>
                    </a:lnTo>
                    <a:lnTo>
                      <a:pt x="22" y="44"/>
                    </a:lnTo>
                    <a:lnTo>
                      <a:pt x="22" y="44"/>
                    </a:lnTo>
                    <a:lnTo>
                      <a:pt x="22" y="44"/>
                    </a:lnTo>
                    <a:lnTo>
                      <a:pt x="22" y="44"/>
                    </a:lnTo>
                    <a:lnTo>
                      <a:pt x="18" y="44"/>
                    </a:lnTo>
                    <a:lnTo>
                      <a:pt x="18" y="44"/>
                    </a:lnTo>
                    <a:lnTo>
                      <a:pt x="18" y="44"/>
                    </a:lnTo>
                    <a:lnTo>
                      <a:pt x="18" y="44"/>
                    </a:lnTo>
                    <a:lnTo>
                      <a:pt x="18" y="44"/>
                    </a:lnTo>
                    <a:lnTo>
                      <a:pt x="18" y="44"/>
                    </a:lnTo>
                    <a:lnTo>
                      <a:pt x="18" y="44"/>
                    </a:lnTo>
                    <a:lnTo>
                      <a:pt x="18"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5" name="Freeform 220"/>
              <p:cNvSpPr>
                <a:spLocks/>
              </p:cNvSpPr>
              <p:nvPr/>
            </p:nvSpPr>
            <p:spPr bwMode="gray">
              <a:xfrm>
                <a:off x="5947870" y="3037844"/>
                <a:ext cx="198277" cy="358287"/>
              </a:xfrm>
              <a:custGeom>
                <a:avLst/>
                <a:gdLst>
                  <a:gd name="T0" fmla="*/ 36 w 114"/>
                  <a:gd name="T1" fmla="*/ 146 h 206"/>
                  <a:gd name="T2" fmla="*/ 48 w 114"/>
                  <a:gd name="T3" fmla="*/ 134 h 206"/>
                  <a:gd name="T4" fmla="*/ 44 w 114"/>
                  <a:gd name="T5" fmla="*/ 130 h 206"/>
                  <a:gd name="T6" fmla="*/ 36 w 114"/>
                  <a:gd name="T7" fmla="*/ 120 h 206"/>
                  <a:gd name="T8" fmla="*/ 30 w 114"/>
                  <a:gd name="T9" fmla="*/ 108 h 206"/>
                  <a:gd name="T10" fmla="*/ 22 w 114"/>
                  <a:gd name="T11" fmla="*/ 94 h 206"/>
                  <a:gd name="T12" fmla="*/ 14 w 114"/>
                  <a:gd name="T13" fmla="*/ 82 h 206"/>
                  <a:gd name="T14" fmla="*/ 10 w 114"/>
                  <a:gd name="T15" fmla="*/ 76 h 206"/>
                  <a:gd name="T16" fmla="*/ 10 w 114"/>
                  <a:gd name="T17" fmla="*/ 64 h 206"/>
                  <a:gd name="T18" fmla="*/ 10 w 114"/>
                  <a:gd name="T19" fmla="*/ 68 h 206"/>
                  <a:gd name="T20" fmla="*/ 2 w 114"/>
                  <a:gd name="T21" fmla="*/ 52 h 206"/>
                  <a:gd name="T22" fmla="*/ 6 w 114"/>
                  <a:gd name="T23" fmla="*/ 46 h 206"/>
                  <a:gd name="T24" fmla="*/ 10 w 114"/>
                  <a:gd name="T25" fmla="*/ 30 h 206"/>
                  <a:gd name="T26" fmla="*/ 14 w 114"/>
                  <a:gd name="T27" fmla="*/ 26 h 206"/>
                  <a:gd name="T28" fmla="*/ 30 w 114"/>
                  <a:gd name="T29" fmla="*/ 24 h 206"/>
                  <a:gd name="T30" fmla="*/ 36 w 114"/>
                  <a:gd name="T31" fmla="*/ 16 h 206"/>
                  <a:gd name="T32" fmla="*/ 44 w 114"/>
                  <a:gd name="T33" fmla="*/ 12 h 206"/>
                  <a:gd name="T34" fmla="*/ 60 w 114"/>
                  <a:gd name="T35" fmla="*/ 4 h 206"/>
                  <a:gd name="T36" fmla="*/ 70 w 114"/>
                  <a:gd name="T37" fmla="*/ 4 h 206"/>
                  <a:gd name="T38" fmla="*/ 84 w 114"/>
                  <a:gd name="T39" fmla="*/ 4 h 206"/>
                  <a:gd name="T40" fmla="*/ 92 w 114"/>
                  <a:gd name="T41" fmla="*/ 16 h 206"/>
                  <a:gd name="T42" fmla="*/ 88 w 114"/>
                  <a:gd name="T43" fmla="*/ 34 h 206"/>
                  <a:gd name="T44" fmla="*/ 76 w 114"/>
                  <a:gd name="T45" fmla="*/ 34 h 206"/>
                  <a:gd name="T46" fmla="*/ 62 w 114"/>
                  <a:gd name="T47" fmla="*/ 38 h 206"/>
                  <a:gd name="T48" fmla="*/ 62 w 114"/>
                  <a:gd name="T49" fmla="*/ 50 h 206"/>
                  <a:gd name="T50" fmla="*/ 62 w 114"/>
                  <a:gd name="T51" fmla="*/ 52 h 206"/>
                  <a:gd name="T52" fmla="*/ 52 w 114"/>
                  <a:gd name="T53" fmla="*/ 56 h 206"/>
                  <a:gd name="T54" fmla="*/ 62 w 114"/>
                  <a:gd name="T55" fmla="*/ 68 h 206"/>
                  <a:gd name="T56" fmla="*/ 74 w 114"/>
                  <a:gd name="T57" fmla="*/ 82 h 206"/>
                  <a:gd name="T58" fmla="*/ 84 w 114"/>
                  <a:gd name="T59" fmla="*/ 86 h 206"/>
                  <a:gd name="T60" fmla="*/ 80 w 114"/>
                  <a:gd name="T61" fmla="*/ 100 h 206"/>
                  <a:gd name="T62" fmla="*/ 80 w 114"/>
                  <a:gd name="T63" fmla="*/ 112 h 206"/>
                  <a:gd name="T64" fmla="*/ 84 w 114"/>
                  <a:gd name="T65" fmla="*/ 112 h 206"/>
                  <a:gd name="T66" fmla="*/ 88 w 114"/>
                  <a:gd name="T67" fmla="*/ 100 h 206"/>
                  <a:gd name="T68" fmla="*/ 104 w 114"/>
                  <a:gd name="T69" fmla="*/ 104 h 206"/>
                  <a:gd name="T70" fmla="*/ 110 w 114"/>
                  <a:gd name="T71" fmla="*/ 116 h 206"/>
                  <a:gd name="T72" fmla="*/ 106 w 114"/>
                  <a:gd name="T73" fmla="*/ 126 h 206"/>
                  <a:gd name="T74" fmla="*/ 100 w 114"/>
                  <a:gd name="T75" fmla="*/ 122 h 206"/>
                  <a:gd name="T76" fmla="*/ 88 w 114"/>
                  <a:gd name="T77" fmla="*/ 122 h 206"/>
                  <a:gd name="T78" fmla="*/ 88 w 114"/>
                  <a:gd name="T79" fmla="*/ 126 h 206"/>
                  <a:gd name="T80" fmla="*/ 84 w 114"/>
                  <a:gd name="T81" fmla="*/ 142 h 206"/>
                  <a:gd name="T82" fmla="*/ 88 w 114"/>
                  <a:gd name="T83" fmla="*/ 142 h 206"/>
                  <a:gd name="T84" fmla="*/ 100 w 114"/>
                  <a:gd name="T85" fmla="*/ 146 h 206"/>
                  <a:gd name="T86" fmla="*/ 92 w 114"/>
                  <a:gd name="T87" fmla="*/ 150 h 206"/>
                  <a:gd name="T88" fmla="*/ 100 w 114"/>
                  <a:gd name="T89" fmla="*/ 156 h 206"/>
                  <a:gd name="T90" fmla="*/ 100 w 114"/>
                  <a:gd name="T91" fmla="*/ 172 h 206"/>
                  <a:gd name="T92" fmla="*/ 104 w 114"/>
                  <a:gd name="T93" fmla="*/ 190 h 206"/>
                  <a:gd name="T94" fmla="*/ 96 w 114"/>
                  <a:gd name="T95" fmla="*/ 202 h 206"/>
                  <a:gd name="T96" fmla="*/ 100 w 114"/>
                  <a:gd name="T97" fmla="*/ 198 h 206"/>
                  <a:gd name="T98" fmla="*/ 80 w 114"/>
                  <a:gd name="T99" fmla="*/ 202 h 206"/>
                  <a:gd name="T100" fmla="*/ 66 w 114"/>
                  <a:gd name="T101" fmla="*/ 202 h 206"/>
                  <a:gd name="T102" fmla="*/ 52 w 114"/>
                  <a:gd name="T103" fmla="*/ 190 h 206"/>
                  <a:gd name="T104" fmla="*/ 32 w 114"/>
                  <a:gd name="T105" fmla="*/ 186 h 206"/>
                  <a:gd name="T106" fmla="*/ 30 w 114"/>
                  <a:gd name="T107" fmla="*/ 164 h 206"/>
                  <a:gd name="T108" fmla="*/ 32 w 114"/>
                  <a:gd name="T109" fmla="*/ 16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14" h="206">
                    <a:moveTo>
                      <a:pt x="36" y="156"/>
                    </a:moveTo>
                    <a:lnTo>
                      <a:pt x="36" y="152"/>
                    </a:lnTo>
                    <a:lnTo>
                      <a:pt x="40" y="152"/>
                    </a:lnTo>
                    <a:lnTo>
                      <a:pt x="36" y="150"/>
                    </a:lnTo>
                    <a:lnTo>
                      <a:pt x="36" y="146"/>
                    </a:lnTo>
                    <a:lnTo>
                      <a:pt x="40" y="142"/>
                    </a:lnTo>
                    <a:lnTo>
                      <a:pt x="40" y="138"/>
                    </a:lnTo>
                    <a:lnTo>
                      <a:pt x="40" y="134"/>
                    </a:lnTo>
                    <a:lnTo>
                      <a:pt x="44" y="134"/>
                    </a:lnTo>
                    <a:lnTo>
                      <a:pt x="48" y="134"/>
                    </a:lnTo>
                    <a:lnTo>
                      <a:pt x="52" y="134"/>
                    </a:lnTo>
                    <a:lnTo>
                      <a:pt x="52" y="130"/>
                    </a:lnTo>
                    <a:lnTo>
                      <a:pt x="48" y="126"/>
                    </a:lnTo>
                    <a:lnTo>
                      <a:pt x="44" y="126"/>
                    </a:lnTo>
                    <a:lnTo>
                      <a:pt x="44" y="130"/>
                    </a:lnTo>
                    <a:lnTo>
                      <a:pt x="44" y="126"/>
                    </a:lnTo>
                    <a:lnTo>
                      <a:pt x="40" y="126"/>
                    </a:lnTo>
                    <a:lnTo>
                      <a:pt x="40" y="122"/>
                    </a:lnTo>
                    <a:lnTo>
                      <a:pt x="36" y="122"/>
                    </a:lnTo>
                    <a:lnTo>
                      <a:pt x="36" y="120"/>
                    </a:lnTo>
                    <a:lnTo>
                      <a:pt x="36" y="116"/>
                    </a:lnTo>
                    <a:lnTo>
                      <a:pt x="32" y="116"/>
                    </a:lnTo>
                    <a:lnTo>
                      <a:pt x="32" y="112"/>
                    </a:lnTo>
                    <a:lnTo>
                      <a:pt x="32" y="108"/>
                    </a:lnTo>
                    <a:lnTo>
                      <a:pt x="30" y="108"/>
                    </a:lnTo>
                    <a:lnTo>
                      <a:pt x="30" y="104"/>
                    </a:lnTo>
                    <a:lnTo>
                      <a:pt x="26" y="104"/>
                    </a:lnTo>
                    <a:lnTo>
                      <a:pt x="26" y="100"/>
                    </a:lnTo>
                    <a:lnTo>
                      <a:pt x="22" y="100"/>
                    </a:lnTo>
                    <a:lnTo>
                      <a:pt x="22" y="94"/>
                    </a:lnTo>
                    <a:lnTo>
                      <a:pt x="18" y="94"/>
                    </a:lnTo>
                    <a:lnTo>
                      <a:pt x="18" y="90"/>
                    </a:lnTo>
                    <a:lnTo>
                      <a:pt x="14" y="90"/>
                    </a:lnTo>
                    <a:lnTo>
                      <a:pt x="14" y="86"/>
                    </a:lnTo>
                    <a:lnTo>
                      <a:pt x="14" y="82"/>
                    </a:lnTo>
                    <a:lnTo>
                      <a:pt x="10" y="82"/>
                    </a:lnTo>
                    <a:lnTo>
                      <a:pt x="10" y="80"/>
                    </a:lnTo>
                    <a:lnTo>
                      <a:pt x="10" y="76"/>
                    </a:lnTo>
                    <a:lnTo>
                      <a:pt x="14" y="76"/>
                    </a:lnTo>
                    <a:lnTo>
                      <a:pt x="10" y="76"/>
                    </a:lnTo>
                    <a:lnTo>
                      <a:pt x="10" y="72"/>
                    </a:lnTo>
                    <a:lnTo>
                      <a:pt x="10" y="68"/>
                    </a:lnTo>
                    <a:lnTo>
                      <a:pt x="14" y="68"/>
                    </a:lnTo>
                    <a:lnTo>
                      <a:pt x="14" y="64"/>
                    </a:lnTo>
                    <a:lnTo>
                      <a:pt x="10" y="64"/>
                    </a:lnTo>
                    <a:lnTo>
                      <a:pt x="10" y="68"/>
                    </a:lnTo>
                    <a:lnTo>
                      <a:pt x="10" y="72"/>
                    </a:lnTo>
                    <a:lnTo>
                      <a:pt x="10" y="68"/>
                    </a:lnTo>
                    <a:lnTo>
                      <a:pt x="10" y="72"/>
                    </a:lnTo>
                    <a:lnTo>
                      <a:pt x="10" y="68"/>
                    </a:lnTo>
                    <a:lnTo>
                      <a:pt x="10" y="64"/>
                    </a:lnTo>
                    <a:lnTo>
                      <a:pt x="10" y="60"/>
                    </a:lnTo>
                    <a:lnTo>
                      <a:pt x="6" y="60"/>
                    </a:lnTo>
                    <a:lnTo>
                      <a:pt x="6" y="56"/>
                    </a:lnTo>
                    <a:lnTo>
                      <a:pt x="2" y="52"/>
                    </a:lnTo>
                    <a:lnTo>
                      <a:pt x="0" y="52"/>
                    </a:lnTo>
                    <a:lnTo>
                      <a:pt x="0" y="50"/>
                    </a:lnTo>
                    <a:lnTo>
                      <a:pt x="2" y="50"/>
                    </a:lnTo>
                    <a:lnTo>
                      <a:pt x="2" y="46"/>
                    </a:lnTo>
                    <a:lnTo>
                      <a:pt x="6" y="46"/>
                    </a:lnTo>
                    <a:lnTo>
                      <a:pt x="6" y="42"/>
                    </a:lnTo>
                    <a:lnTo>
                      <a:pt x="10" y="38"/>
                    </a:lnTo>
                    <a:lnTo>
                      <a:pt x="10" y="34"/>
                    </a:lnTo>
                    <a:lnTo>
                      <a:pt x="14" y="30"/>
                    </a:lnTo>
                    <a:lnTo>
                      <a:pt x="10" y="30"/>
                    </a:lnTo>
                    <a:lnTo>
                      <a:pt x="10" y="26"/>
                    </a:lnTo>
                    <a:lnTo>
                      <a:pt x="14" y="30"/>
                    </a:lnTo>
                    <a:lnTo>
                      <a:pt x="14" y="26"/>
                    </a:lnTo>
                    <a:lnTo>
                      <a:pt x="10" y="26"/>
                    </a:lnTo>
                    <a:lnTo>
                      <a:pt x="14" y="26"/>
                    </a:lnTo>
                    <a:lnTo>
                      <a:pt x="18" y="30"/>
                    </a:lnTo>
                    <a:lnTo>
                      <a:pt x="18" y="26"/>
                    </a:lnTo>
                    <a:lnTo>
                      <a:pt x="22" y="26"/>
                    </a:lnTo>
                    <a:lnTo>
                      <a:pt x="26" y="24"/>
                    </a:lnTo>
                    <a:lnTo>
                      <a:pt x="30" y="24"/>
                    </a:lnTo>
                    <a:lnTo>
                      <a:pt x="30" y="26"/>
                    </a:lnTo>
                    <a:lnTo>
                      <a:pt x="30" y="24"/>
                    </a:lnTo>
                    <a:lnTo>
                      <a:pt x="30" y="20"/>
                    </a:lnTo>
                    <a:lnTo>
                      <a:pt x="32" y="20"/>
                    </a:lnTo>
                    <a:lnTo>
                      <a:pt x="36" y="16"/>
                    </a:lnTo>
                    <a:lnTo>
                      <a:pt x="36" y="12"/>
                    </a:lnTo>
                    <a:lnTo>
                      <a:pt x="36" y="16"/>
                    </a:lnTo>
                    <a:lnTo>
                      <a:pt x="36" y="12"/>
                    </a:lnTo>
                    <a:lnTo>
                      <a:pt x="40" y="12"/>
                    </a:lnTo>
                    <a:lnTo>
                      <a:pt x="44" y="12"/>
                    </a:lnTo>
                    <a:lnTo>
                      <a:pt x="48" y="8"/>
                    </a:lnTo>
                    <a:lnTo>
                      <a:pt x="52" y="8"/>
                    </a:lnTo>
                    <a:lnTo>
                      <a:pt x="52" y="4"/>
                    </a:lnTo>
                    <a:lnTo>
                      <a:pt x="56" y="4"/>
                    </a:lnTo>
                    <a:lnTo>
                      <a:pt x="60" y="4"/>
                    </a:lnTo>
                    <a:lnTo>
                      <a:pt x="60" y="0"/>
                    </a:lnTo>
                    <a:lnTo>
                      <a:pt x="62" y="0"/>
                    </a:lnTo>
                    <a:lnTo>
                      <a:pt x="66" y="0"/>
                    </a:lnTo>
                    <a:lnTo>
                      <a:pt x="70" y="0"/>
                    </a:lnTo>
                    <a:lnTo>
                      <a:pt x="70" y="4"/>
                    </a:lnTo>
                    <a:lnTo>
                      <a:pt x="74" y="4"/>
                    </a:lnTo>
                    <a:lnTo>
                      <a:pt x="76" y="4"/>
                    </a:lnTo>
                    <a:lnTo>
                      <a:pt x="80" y="4"/>
                    </a:lnTo>
                    <a:lnTo>
                      <a:pt x="80" y="0"/>
                    </a:lnTo>
                    <a:lnTo>
                      <a:pt x="84" y="4"/>
                    </a:lnTo>
                    <a:lnTo>
                      <a:pt x="88" y="4"/>
                    </a:lnTo>
                    <a:lnTo>
                      <a:pt x="92" y="4"/>
                    </a:lnTo>
                    <a:lnTo>
                      <a:pt x="92" y="8"/>
                    </a:lnTo>
                    <a:lnTo>
                      <a:pt x="88" y="12"/>
                    </a:lnTo>
                    <a:lnTo>
                      <a:pt x="92" y="16"/>
                    </a:lnTo>
                    <a:lnTo>
                      <a:pt x="92" y="20"/>
                    </a:lnTo>
                    <a:lnTo>
                      <a:pt x="88" y="24"/>
                    </a:lnTo>
                    <a:lnTo>
                      <a:pt x="88" y="26"/>
                    </a:lnTo>
                    <a:lnTo>
                      <a:pt x="84" y="30"/>
                    </a:lnTo>
                    <a:lnTo>
                      <a:pt x="88" y="34"/>
                    </a:lnTo>
                    <a:lnTo>
                      <a:pt x="92" y="34"/>
                    </a:lnTo>
                    <a:lnTo>
                      <a:pt x="88" y="34"/>
                    </a:lnTo>
                    <a:lnTo>
                      <a:pt x="84" y="34"/>
                    </a:lnTo>
                    <a:lnTo>
                      <a:pt x="80" y="34"/>
                    </a:lnTo>
                    <a:lnTo>
                      <a:pt x="76" y="34"/>
                    </a:lnTo>
                    <a:lnTo>
                      <a:pt x="74" y="34"/>
                    </a:lnTo>
                    <a:lnTo>
                      <a:pt x="70" y="34"/>
                    </a:lnTo>
                    <a:lnTo>
                      <a:pt x="66" y="34"/>
                    </a:lnTo>
                    <a:lnTo>
                      <a:pt x="66" y="38"/>
                    </a:lnTo>
                    <a:lnTo>
                      <a:pt x="62" y="38"/>
                    </a:lnTo>
                    <a:lnTo>
                      <a:pt x="62" y="42"/>
                    </a:lnTo>
                    <a:lnTo>
                      <a:pt x="60" y="42"/>
                    </a:lnTo>
                    <a:lnTo>
                      <a:pt x="60" y="46"/>
                    </a:lnTo>
                    <a:lnTo>
                      <a:pt x="62" y="46"/>
                    </a:lnTo>
                    <a:lnTo>
                      <a:pt x="62" y="50"/>
                    </a:lnTo>
                    <a:lnTo>
                      <a:pt x="66" y="50"/>
                    </a:lnTo>
                    <a:lnTo>
                      <a:pt x="70" y="50"/>
                    </a:lnTo>
                    <a:lnTo>
                      <a:pt x="70" y="52"/>
                    </a:lnTo>
                    <a:lnTo>
                      <a:pt x="66" y="52"/>
                    </a:lnTo>
                    <a:lnTo>
                      <a:pt x="62" y="52"/>
                    </a:lnTo>
                    <a:lnTo>
                      <a:pt x="60" y="50"/>
                    </a:lnTo>
                    <a:lnTo>
                      <a:pt x="56" y="50"/>
                    </a:lnTo>
                    <a:lnTo>
                      <a:pt x="52" y="50"/>
                    </a:lnTo>
                    <a:lnTo>
                      <a:pt x="52" y="52"/>
                    </a:lnTo>
                    <a:lnTo>
                      <a:pt x="52" y="56"/>
                    </a:lnTo>
                    <a:lnTo>
                      <a:pt x="56" y="56"/>
                    </a:lnTo>
                    <a:lnTo>
                      <a:pt x="60" y="56"/>
                    </a:lnTo>
                    <a:lnTo>
                      <a:pt x="60" y="60"/>
                    </a:lnTo>
                    <a:lnTo>
                      <a:pt x="62" y="64"/>
                    </a:lnTo>
                    <a:lnTo>
                      <a:pt x="62" y="68"/>
                    </a:lnTo>
                    <a:lnTo>
                      <a:pt x="66" y="72"/>
                    </a:lnTo>
                    <a:lnTo>
                      <a:pt x="66" y="76"/>
                    </a:lnTo>
                    <a:lnTo>
                      <a:pt x="66" y="80"/>
                    </a:lnTo>
                    <a:lnTo>
                      <a:pt x="70" y="80"/>
                    </a:lnTo>
                    <a:lnTo>
                      <a:pt x="74" y="82"/>
                    </a:lnTo>
                    <a:lnTo>
                      <a:pt x="74" y="86"/>
                    </a:lnTo>
                    <a:lnTo>
                      <a:pt x="74" y="82"/>
                    </a:lnTo>
                    <a:lnTo>
                      <a:pt x="76" y="82"/>
                    </a:lnTo>
                    <a:lnTo>
                      <a:pt x="80" y="86"/>
                    </a:lnTo>
                    <a:lnTo>
                      <a:pt x="84" y="86"/>
                    </a:lnTo>
                    <a:lnTo>
                      <a:pt x="84" y="90"/>
                    </a:lnTo>
                    <a:lnTo>
                      <a:pt x="84" y="94"/>
                    </a:lnTo>
                    <a:lnTo>
                      <a:pt x="80" y="94"/>
                    </a:lnTo>
                    <a:lnTo>
                      <a:pt x="80" y="96"/>
                    </a:lnTo>
                    <a:lnTo>
                      <a:pt x="80" y="100"/>
                    </a:lnTo>
                    <a:lnTo>
                      <a:pt x="80" y="104"/>
                    </a:lnTo>
                    <a:lnTo>
                      <a:pt x="80" y="108"/>
                    </a:lnTo>
                    <a:lnTo>
                      <a:pt x="84" y="108"/>
                    </a:lnTo>
                    <a:lnTo>
                      <a:pt x="80" y="108"/>
                    </a:lnTo>
                    <a:lnTo>
                      <a:pt x="80" y="112"/>
                    </a:lnTo>
                    <a:lnTo>
                      <a:pt x="84" y="112"/>
                    </a:lnTo>
                    <a:lnTo>
                      <a:pt x="84" y="116"/>
                    </a:lnTo>
                    <a:lnTo>
                      <a:pt x="88" y="120"/>
                    </a:lnTo>
                    <a:lnTo>
                      <a:pt x="88" y="116"/>
                    </a:lnTo>
                    <a:lnTo>
                      <a:pt x="84" y="112"/>
                    </a:lnTo>
                    <a:lnTo>
                      <a:pt x="88" y="112"/>
                    </a:lnTo>
                    <a:lnTo>
                      <a:pt x="88" y="108"/>
                    </a:lnTo>
                    <a:lnTo>
                      <a:pt x="84" y="108"/>
                    </a:lnTo>
                    <a:lnTo>
                      <a:pt x="88" y="104"/>
                    </a:lnTo>
                    <a:lnTo>
                      <a:pt x="88" y="100"/>
                    </a:lnTo>
                    <a:lnTo>
                      <a:pt x="92" y="100"/>
                    </a:lnTo>
                    <a:lnTo>
                      <a:pt x="96" y="96"/>
                    </a:lnTo>
                    <a:lnTo>
                      <a:pt x="100" y="96"/>
                    </a:lnTo>
                    <a:lnTo>
                      <a:pt x="104" y="100"/>
                    </a:lnTo>
                    <a:lnTo>
                      <a:pt x="104" y="104"/>
                    </a:lnTo>
                    <a:lnTo>
                      <a:pt x="104" y="108"/>
                    </a:lnTo>
                    <a:lnTo>
                      <a:pt x="104" y="112"/>
                    </a:lnTo>
                    <a:lnTo>
                      <a:pt x="106" y="112"/>
                    </a:lnTo>
                    <a:lnTo>
                      <a:pt x="106" y="116"/>
                    </a:lnTo>
                    <a:lnTo>
                      <a:pt x="110" y="116"/>
                    </a:lnTo>
                    <a:lnTo>
                      <a:pt x="114" y="120"/>
                    </a:lnTo>
                    <a:lnTo>
                      <a:pt x="114" y="122"/>
                    </a:lnTo>
                    <a:lnTo>
                      <a:pt x="110" y="122"/>
                    </a:lnTo>
                    <a:lnTo>
                      <a:pt x="106" y="122"/>
                    </a:lnTo>
                    <a:lnTo>
                      <a:pt x="106" y="126"/>
                    </a:lnTo>
                    <a:lnTo>
                      <a:pt x="110" y="126"/>
                    </a:lnTo>
                    <a:lnTo>
                      <a:pt x="106" y="126"/>
                    </a:lnTo>
                    <a:lnTo>
                      <a:pt x="104" y="126"/>
                    </a:lnTo>
                    <a:lnTo>
                      <a:pt x="100" y="126"/>
                    </a:lnTo>
                    <a:lnTo>
                      <a:pt x="100" y="122"/>
                    </a:lnTo>
                    <a:lnTo>
                      <a:pt x="96" y="122"/>
                    </a:lnTo>
                    <a:lnTo>
                      <a:pt x="96" y="126"/>
                    </a:lnTo>
                    <a:lnTo>
                      <a:pt x="96" y="122"/>
                    </a:lnTo>
                    <a:lnTo>
                      <a:pt x="92" y="122"/>
                    </a:lnTo>
                    <a:lnTo>
                      <a:pt x="88" y="122"/>
                    </a:lnTo>
                    <a:lnTo>
                      <a:pt x="88" y="120"/>
                    </a:lnTo>
                    <a:lnTo>
                      <a:pt x="88" y="122"/>
                    </a:lnTo>
                    <a:lnTo>
                      <a:pt x="88" y="126"/>
                    </a:lnTo>
                    <a:lnTo>
                      <a:pt x="84" y="126"/>
                    </a:lnTo>
                    <a:lnTo>
                      <a:pt x="88" y="126"/>
                    </a:lnTo>
                    <a:lnTo>
                      <a:pt x="84" y="126"/>
                    </a:lnTo>
                    <a:lnTo>
                      <a:pt x="84" y="130"/>
                    </a:lnTo>
                    <a:lnTo>
                      <a:pt x="84" y="134"/>
                    </a:lnTo>
                    <a:lnTo>
                      <a:pt x="84" y="138"/>
                    </a:lnTo>
                    <a:lnTo>
                      <a:pt x="84" y="142"/>
                    </a:lnTo>
                    <a:lnTo>
                      <a:pt x="88" y="142"/>
                    </a:lnTo>
                    <a:lnTo>
                      <a:pt x="88" y="146"/>
                    </a:lnTo>
                    <a:lnTo>
                      <a:pt x="88" y="142"/>
                    </a:lnTo>
                    <a:lnTo>
                      <a:pt x="88" y="138"/>
                    </a:lnTo>
                    <a:lnTo>
                      <a:pt x="88" y="142"/>
                    </a:lnTo>
                    <a:lnTo>
                      <a:pt x="92" y="142"/>
                    </a:lnTo>
                    <a:lnTo>
                      <a:pt x="96" y="138"/>
                    </a:lnTo>
                    <a:lnTo>
                      <a:pt x="96" y="142"/>
                    </a:lnTo>
                    <a:lnTo>
                      <a:pt x="96" y="146"/>
                    </a:lnTo>
                    <a:lnTo>
                      <a:pt x="100" y="146"/>
                    </a:lnTo>
                    <a:lnTo>
                      <a:pt x="100" y="150"/>
                    </a:lnTo>
                    <a:lnTo>
                      <a:pt x="96" y="150"/>
                    </a:lnTo>
                    <a:lnTo>
                      <a:pt x="92" y="150"/>
                    </a:lnTo>
                    <a:lnTo>
                      <a:pt x="92" y="146"/>
                    </a:lnTo>
                    <a:lnTo>
                      <a:pt x="92" y="150"/>
                    </a:lnTo>
                    <a:lnTo>
                      <a:pt x="92" y="152"/>
                    </a:lnTo>
                    <a:lnTo>
                      <a:pt x="92" y="156"/>
                    </a:lnTo>
                    <a:lnTo>
                      <a:pt x="92" y="152"/>
                    </a:lnTo>
                    <a:lnTo>
                      <a:pt x="96" y="152"/>
                    </a:lnTo>
                    <a:lnTo>
                      <a:pt x="100" y="156"/>
                    </a:lnTo>
                    <a:lnTo>
                      <a:pt x="104" y="160"/>
                    </a:lnTo>
                    <a:lnTo>
                      <a:pt x="104" y="164"/>
                    </a:lnTo>
                    <a:lnTo>
                      <a:pt x="100" y="164"/>
                    </a:lnTo>
                    <a:lnTo>
                      <a:pt x="100" y="168"/>
                    </a:lnTo>
                    <a:lnTo>
                      <a:pt x="100" y="172"/>
                    </a:lnTo>
                    <a:lnTo>
                      <a:pt x="100" y="176"/>
                    </a:lnTo>
                    <a:lnTo>
                      <a:pt x="100" y="178"/>
                    </a:lnTo>
                    <a:lnTo>
                      <a:pt x="100" y="182"/>
                    </a:lnTo>
                    <a:lnTo>
                      <a:pt x="100" y="186"/>
                    </a:lnTo>
                    <a:lnTo>
                      <a:pt x="104" y="190"/>
                    </a:lnTo>
                    <a:lnTo>
                      <a:pt x="104" y="194"/>
                    </a:lnTo>
                    <a:lnTo>
                      <a:pt x="104" y="198"/>
                    </a:lnTo>
                    <a:lnTo>
                      <a:pt x="104" y="202"/>
                    </a:lnTo>
                    <a:lnTo>
                      <a:pt x="100" y="202"/>
                    </a:lnTo>
                    <a:lnTo>
                      <a:pt x="96" y="202"/>
                    </a:lnTo>
                    <a:lnTo>
                      <a:pt x="100" y="198"/>
                    </a:lnTo>
                    <a:lnTo>
                      <a:pt x="100" y="202"/>
                    </a:lnTo>
                    <a:lnTo>
                      <a:pt x="100" y="198"/>
                    </a:lnTo>
                    <a:lnTo>
                      <a:pt x="104" y="198"/>
                    </a:lnTo>
                    <a:lnTo>
                      <a:pt x="100" y="198"/>
                    </a:lnTo>
                    <a:lnTo>
                      <a:pt x="96" y="198"/>
                    </a:lnTo>
                    <a:lnTo>
                      <a:pt x="92" y="202"/>
                    </a:lnTo>
                    <a:lnTo>
                      <a:pt x="88" y="202"/>
                    </a:lnTo>
                    <a:lnTo>
                      <a:pt x="84" y="202"/>
                    </a:lnTo>
                    <a:lnTo>
                      <a:pt x="80" y="202"/>
                    </a:lnTo>
                    <a:lnTo>
                      <a:pt x="76" y="206"/>
                    </a:lnTo>
                    <a:lnTo>
                      <a:pt x="74" y="206"/>
                    </a:lnTo>
                    <a:lnTo>
                      <a:pt x="70" y="206"/>
                    </a:lnTo>
                    <a:lnTo>
                      <a:pt x="66" y="206"/>
                    </a:lnTo>
                    <a:lnTo>
                      <a:pt x="66" y="202"/>
                    </a:lnTo>
                    <a:lnTo>
                      <a:pt x="62" y="202"/>
                    </a:lnTo>
                    <a:lnTo>
                      <a:pt x="60" y="202"/>
                    </a:lnTo>
                    <a:lnTo>
                      <a:pt x="56" y="198"/>
                    </a:lnTo>
                    <a:lnTo>
                      <a:pt x="52" y="194"/>
                    </a:lnTo>
                    <a:lnTo>
                      <a:pt x="52" y="190"/>
                    </a:lnTo>
                    <a:lnTo>
                      <a:pt x="48" y="190"/>
                    </a:lnTo>
                    <a:lnTo>
                      <a:pt x="44" y="190"/>
                    </a:lnTo>
                    <a:lnTo>
                      <a:pt x="40" y="186"/>
                    </a:lnTo>
                    <a:lnTo>
                      <a:pt x="36" y="186"/>
                    </a:lnTo>
                    <a:lnTo>
                      <a:pt x="32" y="186"/>
                    </a:lnTo>
                    <a:lnTo>
                      <a:pt x="32" y="182"/>
                    </a:lnTo>
                    <a:lnTo>
                      <a:pt x="32" y="178"/>
                    </a:lnTo>
                    <a:lnTo>
                      <a:pt x="30" y="172"/>
                    </a:lnTo>
                    <a:lnTo>
                      <a:pt x="30" y="168"/>
                    </a:lnTo>
                    <a:lnTo>
                      <a:pt x="30" y="164"/>
                    </a:lnTo>
                    <a:lnTo>
                      <a:pt x="32" y="160"/>
                    </a:lnTo>
                    <a:lnTo>
                      <a:pt x="32" y="156"/>
                    </a:lnTo>
                    <a:lnTo>
                      <a:pt x="36" y="156"/>
                    </a:lnTo>
                    <a:lnTo>
                      <a:pt x="32" y="156"/>
                    </a:lnTo>
                    <a:lnTo>
                      <a:pt x="32" y="160"/>
                    </a:lnTo>
                    <a:lnTo>
                      <a:pt x="36" y="160"/>
                    </a:lnTo>
                    <a:lnTo>
                      <a:pt x="36" y="156"/>
                    </a:lnTo>
                    <a:lnTo>
                      <a:pt x="36" y="156"/>
                    </a:lnTo>
                    <a:lnTo>
                      <a:pt x="36" y="1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6" name="Freeform 221"/>
              <p:cNvSpPr>
                <a:spLocks/>
              </p:cNvSpPr>
              <p:nvPr/>
            </p:nvSpPr>
            <p:spPr bwMode="gray">
              <a:xfrm>
                <a:off x="6233110" y="3044801"/>
                <a:ext cx="90442" cy="125227"/>
              </a:xfrm>
              <a:custGeom>
                <a:avLst/>
                <a:gdLst>
                  <a:gd name="T0" fmla="*/ 40 w 52"/>
                  <a:gd name="T1" fmla="*/ 20 h 72"/>
                  <a:gd name="T2" fmla="*/ 36 w 52"/>
                  <a:gd name="T3" fmla="*/ 22 h 72"/>
                  <a:gd name="T4" fmla="*/ 40 w 52"/>
                  <a:gd name="T5" fmla="*/ 26 h 72"/>
                  <a:gd name="T6" fmla="*/ 44 w 52"/>
                  <a:gd name="T7" fmla="*/ 22 h 72"/>
                  <a:gd name="T8" fmla="*/ 40 w 52"/>
                  <a:gd name="T9" fmla="*/ 26 h 72"/>
                  <a:gd name="T10" fmla="*/ 44 w 52"/>
                  <a:gd name="T11" fmla="*/ 34 h 72"/>
                  <a:gd name="T12" fmla="*/ 52 w 52"/>
                  <a:gd name="T13" fmla="*/ 34 h 72"/>
                  <a:gd name="T14" fmla="*/ 48 w 52"/>
                  <a:gd name="T15" fmla="*/ 38 h 72"/>
                  <a:gd name="T16" fmla="*/ 48 w 52"/>
                  <a:gd name="T17" fmla="*/ 42 h 72"/>
                  <a:gd name="T18" fmla="*/ 44 w 52"/>
                  <a:gd name="T19" fmla="*/ 46 h 72"/>
                  <a:gd name="T20" fmla="*/ 40 w 52"/>
                  <a:gd name="T21" fmla="*/ 50 h 72"/>
                  <a:gd name="T22" fmla="*/ 40 w 52"/>
                  <a:gd name="T23" fmla="*/ 50 h 72"/>
                  <a:gd name="T24" fmla="*/ 40 w 52"/>
                  <a:gd name="T25" fmla="*/ 56 h 72"/>
                  <a:gd name="T26" fmla="*/ 36 w 52"/>
                  <a:gd name="T27" fmla="*/ 52 h 72"/>
                  <a:gd name="T28" fmla="*/ 32 w 52"/>
                  <a:gd name="T29" fmla="*/ 56 h 72"/>
                  <a:gd name="T30" fmla="*/ 36 w 52"/>
                  <a:gd name="T31" fmla="*/ 60 h 72"/>
                  <a:gd name="T32" fmla="*/ 40 w 52"/>
                  <a:gd name="T33" fmla="*/ 64 h 72"/>
                  <a:gd name="T34" fmla="*/ 32 w 52"/>
                  <a:gd name="T35" fmla="*/ 68 h 72"/>
                  <a:gd name="T36" fmla="*/ 28 w 52"/>
                  <a:gd name="T37" fmla="*/ 64 h 72"/>
                  <a:gd name="T38" fmla="*/ 26 w 52"/>
                  <a:gd name="T39" fmla="*/ 68 h 72"/>
                  <a:gd name="T40" fmla="*/ 22 w 52"/>
                  <a:gd name="T41" fmla="*/ 72 h 72"/>
                  <a:gd name="T42" fmla="*/ 18 w 52"/>
                  <a:gd name="T43" fmla="*/ 68 h 72"/>
                  <a:gd name="T44" fmla="*/ 18 w 52"/>
                  <a:gd name="T45" fmla="*/ 64 h 72"/>
                  <a:gd name="T46" fmla="*/ 14 w 52"/>
                  <a:gd name="T47" fmla="*/ 60 h 72"/>
                  <a:gd name="T48" fmla="*/ 10 w 52"/>
                  <a:gd name="T49" fmla="*/ 64 h 72"/>
                  <a:gd name="T50" fmla="*/ 6 w 52"/>
                  <a:gd name="T51" fmla="*/ 60 h 72"/>
                  <a:gd name="T52" fmla="*/ 6 w 52"/>
                  <a:gd name="T53" fmla="*/ 60 h 72"/>
                  <a:gd name="T54" fmla="*/ 10 w 52"/>
                  <a:gd name="T55" fmla="*/ 64 h 72"/>
                  <a:gd name="T56" fmla="*/ 4 w 52"/>
                  <a:gd name="T57" fmla="*/ 64 h 72"/>
                  <a:gd name="T58" fmla="*/ 0 w 52"/>
                  <a:gd name="T59" fmla="*/ 60 h 72"/>
                  <a:gd name="T60" fmla="*/ 0 w 52"/>
                  <a:gd name="T61" fmla="*/ 52 h 72"/>
                  <a:gd name="T62" fmla="*/ 0 w 52"/>
                  <a:gd name="T63" fmla="*/ 46 h 72"/>
                  <a:gd name="T64" fmla="*/ 0 w 52"/>
                  <a:gd name="T65" fmla="*/ 38 h 72"/>
                  <a:gd name="T66" fmla="*/ 4 w 52"/>
                  <a:gd name="T67" fmla="*/ 30 h 72"/>
                  <a:gd name="T68" fmla="*/ 4 w 52"/>
                  <a:gd name="T69" fmla="*/ 22 h 72"/>
                  <a:gd name="T70" fmla="*/ 6 w 52"/>
                  <a:gd name="T71" fmla="*/ 20 h 72"/>
                  <a:gd name="T72" fmla="*/ 14 w 52"/>
                  <a:gd name="T73" fmla="*/ 20 h 72"/>
                  <a:gd name="T74" fmla="*/ 14 w 52"/>
                  <a:gd name="T75" fmla="*/ 20 h 72"/>
                  <a:gd name="T76" fmla="*/ 14 w 52"/>
                  <a:gd name="T77" fmla="*/ 20 h 72"/>
                  <a:gd name="T78" fmla="*/ 18 w 52"/>
                  <a:gd name="T79" fmla="*/ 22 h 72"/>
                  <a:gd name="T80" fmla="*/ 18 w 52"/>
                  <a:gd name="T81" fmla="*/ 16 h 72"/>
                  <a:gd name="T82" fmla="*/ 22 w 52"/>
                  <a:gd name="T83" fmla="*/ 12 h 72"/>
                  <a:gd name="T84" fmla="*/ 26 w 52"/>
                  <a:gd name="T85" fmla="*/ 16 h 72"/>
                  <a:gd name="T86" fmla="*/ 22 w 52"/>
                  <a:gd name="T87" fmla="*/ 12 h 72"/>
                  <a:gd name="T88" fmla="*/ 22 w 52"/>
                  <a:gd name="T89" fmla="*/ 4 h 72"/>
                  <a:gd name="T90" fmla="*/ 28 w 52"/>
                  <a:gd name="T91" fmla="*/ 4 h 72"/>
                  <a:gd name="T92" fmla="*/ 32 w 52"/>
                  <a:gd name="T93" fmla="*/ 4 h 72"/>
                  <a:gd name="T94" fmla="*/ 32 w 52"/>
                  <a:gd name="T95" fmla="*/ 0 h 72"/>
                  <a:gd name="T96" fmla="*/ 36 w 52"/>
                  <a:gd name="T97" fmla="*/ 4 h 72"/>
                  <a:gd name="T98" fmla="*/ 40 w 52"/>
                  <a:gd name="T99" fmla="*/ 8 h 72"/>
                  <a:gd name="T100" fmla="*/ 44 w 52"/>
                  <a:gd name="T101" fmla="*/ 4 h 72"/>
                  <a:gd name="T102" fmla="*/ 48 w 52"/>
                  <a:gd name="T103" fmla="*/ 0 h 72"/>
                  <a:gd name="T104" fmla="*/ 48 w 52"/>
                  <a:gd name="T105" fmla="*/ 8 h 72"/>
                  <a:gd name="T106" fmla="*/ 40 w 52"/>
                  <a:gd name="T107" fmla="*/ 12 h 72"/>
                  <a:gd name="T108" fmla="*/ 36 w 52"/>
                  <a:gd name="T109" fmla="*/ 16 h 72"/>
                  <a:gd name="T110" fmla="*/ 36 w 52"/>
                  <a:gd name="T111" fmla="*/ 16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2" h="72">
                    <a:moveTo>
                      <a:pt x="36" y="16"/>
                    </a:moveTo>
                    <a:lnTo>
                      <a:pt x="40" y="20"/>
                    </a:lnTo>
                    <a:lnTo>
                      <a:pt x="40" y="22"/>
                    </a:lnTo>
                    <a:lnTo>
                      <a:pt x="36" y="22"/>
                    </a:lnTo>
                    <a:lnTo>
                      <a:pt x="36" y="26"/>
                    </a:lnTo>
                    <a:lnTo>
                      <a:pt x="40" y="26"/>
                    </a:lnTo>
                    <a:lnTo>
                      <a:pt x="40" y="22"/>
                    </a:lnTo>
                    <a:lnTo>
                      <a:pt x="44" y="22"/>
                    </a:lnTo>
                    <a:lnTo>
                      <a:pt x="44" y="26"/>
                    </a:lnTo>
                    <a:lnTo>
                      <a:pt x="40" y="26"/>
                    </a:lnTo>
                    <a:lnTo>
                      <a:pt x="44" y="30"/>
                    </a:lnTo>
                    <a:lnTo>
                      <a:pt x="44" y="34"/>
                    </a:lnTo>
                    <a:lnTo>
                      <a:pt x="48" y="34"/>
                    </a:lnTo>
                    <a:lnTo>
                      <a:pt x="52" y="34"/>
                    </a:lnTo>
                    <a:lnTo>
                      <a:pt x="48" y="34"/>
                    </a:lnTo>
                    <a:lnTo>
                      <a:pt x="48" y="38"/>
                    </a:lnTo>
                    <a:lnTo>
                      <a:pt x="52" y="38"/>
                    </a:lnTo>
                    <a:lnTo>
                      <a:pt x="48" y="42"/>
                    </a:lnTo>
                    <a:lnTo>
                      <a:pt x="44" y="42"/>
                    </a:lnTo>
                    <a:lnTo>
                      <a:pt x="44" y="46"/>
                    </a:lnTo>
                    <a:lnTo>
                      <a:pt x="40" y="46"/>
                    </a:lnTo>
                    <a:lnTo>
                      <a:pt x="40" y="50"/>
                    </a:lnTo>
                    <a:lnTo>
                      <a:pt x="40" y="52"/>
                    </a:lnTo>
                    <a:lnTo>
                      <a:pt x="40" y="50"/>
                    </a:lnTo>
                    <a:lnTo>
                      <a:pt x="40" y="52"/>
                    </a:lnTo>
                    <a:lnTo>
                      <a:pt x="40" y="56"/>
                    </a:lnTo>
                    <a:lnTo>
                      <a:pt x="40" y="52"/>
                    </a:lnTo>
                    <a:lnTo>
                      <a:pt x="36" y="52"/>
                    </a:lnTo>
                    <a:lnTo>
                      <a:pt x="36" y="56"/>
                    </a:lnTo>
                    <a:lnTo>
                      <a:pt x="32" y="56"/>
                    </a:lnTo>
                    <a:lnTo>
                      <a:pt x="32" y="60"/>
                    </a:lnTo>
                    <a:lnTo>
                      <a:pt x="36" y="60"/>
                    </a:lnTo>
                    <a:lnTo>
                      <a:pt x="40" y="60"/>
                    </a:lnTo>
                    <a:lnTo>
                      <a:pt x="40" y="64"/>
                    </a:lnTo>
                    <a:lnTo>
                      <a:pt x="36" y="64"/>
                    </a:lnTo>
                    <a:lnTo>
                      <a:pt x="32" y="68"/>
                    </a:lnTo>
                    <a:lnTo>
                      <a:pt x="32" y="64"/>
                    </a:lnTo>
                    <a:lnTo>
                      <a:pt x="28" y="64"/>
                    </a:lnTo>
                    <a:lnTo>
                      <a:pt x="28" y="68"/>
                    </a:lnTo>
                    <a:lnTo>
                      <a:pt x="26" y="68"/>
                    </a:lnTo>
                    <a:lnTo>
                      <a:pt x="22" y="68"/>
                    </a:lnTo>
                    <a:lnTo>
                      <a:pt x="22" y="72"/>
                    </a:lnTo>
                    <a:lnTo>
                      <a:pt x="22" y="68"/>
                    </a:lnTo>
                    <a:lnTo>
                      <a:pt x="18" y="68"/>
                    </a:lnTo>
                    <a:lnTo>
                      <a:pt x="22" y="64"/>
                    </a:lnTo>
                    <a:lnTo>
                      <a:pt x="18" y="64"/>
                    </a:lnTo>
                    <a:lnTo>
                      <a:pt x="14" y="64"/>
                    </a:lnTo>
                    <a:lnTo>
                      <a:pt x="14" y="60"/>
                    </a:lnTo>
                    <a:lnTo>
                      <a:pt x="14" y="64"/>
                    </a:lnTo>
                    <a:lnTo>
                      <a:pt x="10" y="64"/>
                    </a:lnTo>
                    <a:lnTo>
                      <a:pt x="10" y="60"/>
                    </a:lnTo>
                    <a:lnTo>
                      <a:pt x="6" y="60"/>
                    </a:lnTo>
                    <a:lnTo>
                      <a:pt x="10" y="60"/>
                    </a:lnTo>
                    <a:lnTo>
                      <a:pt x="6" y="60"/>
                    </a:lnTo>
                    <a:lnTo>
                      <a:pt x="10" y="60"/>
                    </a:lnTo>
                    <a:lnTo>
                      <a:pt x="10" y="64"/>
                    </a:lnTo>
                    <a:lnTo>
                      <a:pt x="6" y="64"/>
                    </a:lnTo>
                    <a:lnTo>
                      <a:pt x="4" y="64"/>
                    </a:lnTo>
                    <a:lnTo>
                      <a:pt x="0" y="64"/>
                    </a:lnTo>
                    <a:lnTo>
                      <a:pt x="0" y="60"/>
                    </a:lnTo>
                    <a:lnTo>
                      <a:pt x="4" y="56"/>
                    </a:lnTo>
                    <a:lnTo>
                      <a:pt x="0" y="52"/>
                    </a:lnTo>
                    <a:lnTo>
                      <a:pt x="0" y="50"/>
                    </a:lnTo>
                    <a:lnTo>
                      <a:pt x="0" y="46"/>
                    </a:lnTo>
                    <a:lnTo>
                      <a:pt x="0" y="42"/>
                    </a:lnTo>
                    <a:lnTo>
                      <a:pt x="0" y="38"/>
                    </a:lnTo>
                    <a:lnTo>
                      <a:pt x="0" y="34"/>
                    </a:lnTo>
                    <a:lnTo>
                      <a:pt x="4" y="30"/>
                    </a:lnTo>
                    <a:lnTo>
                      <a:pt x="4" y="26"/>
                    </a:lnTo>
                    <a:lnTo>
                      <a:pt x="4" y="22"/>
                    </a:lnTo>
                    <a:lnTo>
                      <a:pt x="6" y="22"/>
                    </a:lnTo>
                    <a:lnTo>
                      <a:pt x="6" y="20"/>
                    </a:lnTo>
                    <a:lnTo>
                      <a:pt x="10" y="20"/>
                    </a:lnTo>
                    <a:lnTo>
                      <a:pt x="14" y="20"/>
                    </a:lnTo>
                    <a:lnTo>
                      <a:pt x="14" y="16"/>
                    </a:lnTo>
                    <a:lnTo>
                      <a:pt x="14" y="20"/>
                    </a:lnTo>
                    <a:lnTo>
                      <a:pt x="18" y="20"/>
                    </a:lnTo>
                    <a:lnTo>
                      <a:pt x="14" y="20"/>
                    </a:lnTo>
                    <a:lnTo>
                      <a:pt x="14" y="22"/>
                    </a:lnTo>
                    <a:lnTo>
                      <a:pt x="18" y="22"/>
                    </a:lnTo>
                    <a:lnTo>
                      <a:pt x="18" y="20"/>
                    </a:lnTo>
                    <a:lnTo>
                      <a:pt x="18" y="16"/>
                    </a:lnTo>
                    <a:lnTo>
                      <a:pt x="18" y="12"/>
                    </a:lnTo>
                    <a:lnTo>
                      <a:pt x="22" y="12"/>
                    </a:lnTo>
                    <a:lnTo>
                      <a:pt x="22" y="16"/>
                    </a:lnTo>
                    <a:lnTo>
                      <a:pt x="26" y="16"/>
                    </a:lnTo>
                    <a:lnTo>
                      <a:pt x="26" y="12"/>
                    </a:lnTo>
                    <a:lnTo>
                      <a:pt x="22" y="12"/>
                    </a:lnTo>
                    <a:lnTo>
                      <a:pt x="22" y="8"/>
                    </a:lnTo>
                    <a:lnTo>
                      <a:pt x="22" y="4"/>
                    </a:lnTo>
                    <a:lnTo>
                      <a:pt x="26" y="4"/>
                    </a:lnTo>
                    <a:lnTo>
                      <a:pt x="28" y="4"/>
                    </a:lnTo>
                    <a:lnTo>
                      <a:pt x="32" y="8"/>
                    </a:lnTo>
                    <a:lnTo>
                      <a:pt x="32" y="4"/>
                    </a:lnTo>
                    <a:lnTo>
                      <a:pt x="28" y="4"/>
                    </a:lnTo>
                    <a:lnTo>
                      <a:pt x="32" y="0"/>
                    </a:lnTo>
                    <a:lnTo>
                      <a:pt x="36" y="0"/>
                    </a:lnTo>
                    <a:lnTo>
                      <a:pt x="36" y="4"/>
                    </a:lnTo>
                    <a:lnTo>
                      <a:pt x="36" y="8"/>
                    </a:lnTo>
                    <a:lnTo>
                      <a:pt x="40" y="8"/>
                    </a:lnTo>
                    <a:lnTo>
                      <a:pt x="40" y="4"/>
                    </a:lnTo>
                    <a:lnTo>
                      <a:pt x="44" y="4"/>
                    </a:lnTo>
                    <a:lnTo>
                      <a:pt x="44" y="0"/>
                    </a:lnTo>
                    <a:lnTo>
                      <a:pt x="48" y="0"/>
                    </a:lnTo>
                    <a:lnTo>
                      <a:pt x="48" y="4"/>
                    </a:lnTo>
                    <a:lnTo>
                      <a:pt x="48" y="8"/>
                    </a:lnTo>
                    <a:lnTo>
                      <a:pt x="44" y="12"/>
                    </a:lnTo>
                    <a:lnTo>
                      <a:pt x="40" y="12"/>
                    </a:lnTo>
                    <a:lnTo>
                      <a:pt x="40" y="16"/>
                    </a:lnTo>
                    <a:lnTo>
                      <a:pt x="36" y="16"/>
                    </a:lnTo>
                    <a:lnTo>
                      <a:pt x="36" y="16"/>
                    </a:lnTo>
                    <a:lnTo>
                      <a:pt x="36"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2" name="Freeform 227"/>
              <p:cNvSpPr>
                <a:spLocks noEditPoints="1"/>
              </p:cNvSpPr>
              <p:nvPr/>
            </p:nvSpPr>
            <p:spPr bwMode="gray">
              <a:xfrm>
                <a:off x="6480085" y="3392652"/>
                <a:ext cx="720056" cy="928763"/>
              </a:xfrm>
              <a:custGeom>
                <a:avLst/>
                <a:gdLst>
                  <a:gd name="T0" fmla="*/ 34 w 414"/>
                  <a:gd name="T1" fmla="*/ 226 h 534"/>
                  <a:gd name="T2" fmla="*/ 26 w 414"/>
                  <a:gd name="T3" fmla="*/ 198 h 534"/>
                  <a:gd name="T4" fmla="*/ 30 w 414"/>
                  <a:gd name="T5" fmla="*/ 162 h 534"/>
                  <a:gd name="T6" fmla="*/ 60 w 414"/>
                  <a:gd name="T7" fmla="*/ 146 h 534"/>
                  <a:gd name="T8" fmla="*/ 90 w 414"/>
                  <a:gd name="T9" fmla="*/ 106 h 534"/>
                  <a:gd name="T10" fmla="*/ 92 w 414"/>
                  <a:gd name="T11" fmla="*/ 80 h 534"/>
                  <a:gd name="T12" fmla="*/ 76 w 414"/>
                  <a:gd name="T13" fmla="*/ 42 h 534"/>
                  <a:gd name="T14" fmla="*/ 122 w 414"/>
                  <a:gd name="T15" fmla="*/ 20 h 534"/>
                  <a:gd name="T16" fmla="*/ 140 w 414"/>
                  <a:gd name="T17" fmla="*/ 28 h 534"/>
                  <a:gd name="T18" fmla="*/ 156 w 414"/>
                  <a:gd name="T19" fmla="*/ 68 h 534"/>
                  <a:gd name="T20" fmla="*/ 148 w 414"/>
                  <a:gd name="T21" fmla="*/ 94 h 534"/>
                  <a:gd name="T22" fmla="*/ 178 w 414"/>
                  <a:gd name="T23" fmla="*/ 116 h 534"/>
                  <a:gd name="T24" fmla="*/ 170 w 414"/>
                  <a:gd name="T25" fmla="*/ 150 h 534"/>
                  <a:gd name="T26" fmla="*/ 212 w 414"/>
                  <a:gd name="T27" fmla="*/ 170 h 534"/>
                  <a:gd name="T28" fmla="*/ 242 w 414"/>
                  <a:gd name="T29" fmla="*/ 184 h 534"/>
                  <a:gd name="T30" fmla="*/ 278 w 414"/>
                  <a:gd name="T31" fmla="*/ 188 h 534"/>
                  <a:gd name="T32" fmla="*/ 290 w 414"/>
                  <a:gd name="T33" fmla="*/ 162 h 534"/>
                  <a:gd name="T34" fmla="*/ 316 w 414"/>
                  <a:gd name="T35" fmla="*/ 184 h 534"/>
                  <a:gd name="T36" fmla="*/ 334 w 414"/>
                  <a:gd name="T37" fmla="*/ 166 h 534"/>
                  <a:gd name="T38" fmla="*/ 372 w 414"/>
                  <a:gd name="T39" fmla="*/ 140 h 534"/>
                  <a:gd name="T40" fmla="*/ 394 w 414"/>
                  <a:gd name="T41" fmla="*/ 140 h 534"/>
                  <a:gd name="T42" fmla="*/ 410 w 414"/>
                  <a:gd name="T43" fmla="*/ 166 h 534"/>
                  <a:gd name="T44" fmla="*/ 380 w 414"/>
                  <a:gd name="T45" fmla="*/ 188 h 534"/>
                  <a:gd name="T46" fmla="*/ 364 w 414"/>
                  <a:gd name="T47" fmla="*/ 236 h 534"/>
                  <a:gd name="T48" fmla="*/ 350 w 414"/>
                  <a:gd name="T49" fmla="*/ 256 h 534"/>
                  <a:gd name="T50" fmla="*/ 338 w 414"/>
                  <a:gd name="T51" fmla="*/ 248 h 534"/>
                  <a:gd name="T52" fmla="*/ 328 w 414"/>
                  <a:gd name="T53" fmla="*/ 244 h 534"/>
                  <a:gd name="T54" fmla="*/ 342 w 414"/>
                  <a:gd name="T55" fmla="*/ 218 h 534"/>
                  <a:gd name="T56" fmla="*/ 304 w 414"/>
                  <a:gd name="T57" fmla="*/ 198 h 534"/>
                  <a:gd name="T58" fmla="*/ 286 w 414"/>
                  <a:gd name="T59" fmla="*/ 184 h 534"/>
                  <a:gd name="T60" fmla="*/ 286 w 414"/>
                  <a:gd name="T61" fmla="*/ 214 h 534"/>
                  <a:gd name="T62" fmla="*/ 286 w 414"/>
                  <a:gd name="T63" fmla="*/ 236 h 534"/>
                  <a:gd name="T64" fmla="*/ 290 w 414"/>
                  <a:gd name="T65" fmla="*/ 270 h 534"/>
                  <a:gd name="T66" fmla="*/ 282 w 414"/>
                  <a:gd name="T67" fmla="*/ 274 h 534"/>
                  <a:gd name="T68" fmla="*/ 268 w 414"/>
                  <a:gd name="T69" fmla="*/ 278 h 534"/>
                  <a:gd name="T70" fmla="*/ 248 w 414"/>
                  <a:gd name="T71" fmla="*/ 306 h 534"/>
                  <a:gd name="T72" fmla="*/ 230 w 414"/>
                  <a:gd name="T73" fmla="*/ 318 h 534"/>
                  <a:gd name="T74" fmla="*/ 200 w 414"/>
                  <a:gd name="T75" fmla="*/ 352 h 534"/>
                  <a:gd name="T76" fmla="*/ 178 w 414"/>
                  <a:gd name="T77" fmla="*/ 378 h 534"/>
                  <a:gd name="T78" fmla="*/ 170 w 414"/>
                  <a:gd name="T79" fmla="*/ 412 h 534"/>
                  <a:gd name="T80" fmla="*/ 162 w 414"/>
                  <a:gd name="T81" fmla="*/ 442 h 534"/>
                  <a:gd name="T82" fmla="*/ 152 w 414"/>
                  <a:gd name="T83" fmla="*/ 478 h 534"/>
                  <a:gd name="T84" fmla="*/ 126 w 414"/>
                  <a:gd name="T85" fmla="*/ 508 h 534"/>
                  <a:gd name="T86" fmla="*/ 114 w 414"/>
                  <a:gd name="T87" fmla="*/ 486 h 534"/>
                  <a:gd name="T88" fmla="*/ 96 w 414"/>
                  <a:gd name="T89" fmla="*/ 442 h 534"/>
                  <a:gd name="T90" fmla="*/ 86 w 414"/>
                  <a:gd name="T91" fmla="*/ 396 h 534"/>
                  <a:gd name="T92" fmla="*/ 70 w 414"/>
                  <a:gd name="T93" fmla="*/ 358 h 534"/>
                  <a:gd name="T94" fmla="*/ 62 w 414"/>
                  <a:gd name="T95" fmla="*/ 322 h 534"/>
                  <a:gd name="T96" fmla="*/ 62 w 414"/>
                  <a:gd name="T97" fmla="*/ 286 h 534"/>
                  <a:gd name="T98" fmla="*/ 60 w 414"/>
                  <a:gd name="T99" fmla="*/ 270 h 534"/>
                  <a:gd name="T100" fmla="*/ 56 w 414"/>
                  <a:gd name="T101" fmla="*/ 270 h 534"/>
                  <a:gd name="T102" fmla="*/ 22 w 414"/>
                  <a:gd name="T103" fmla="*/ 282 h 534"/>
                  <a:gd name="T104" fmla="*/ 30 w 414"/>
                  <a:gd name="T105" fmla="*/ 256 h 534"/>
                  <a:gd name="T106" fmla="*/ 4 w 414"/>
                  <a:gd name="T107" fmla="*/ 240 h 534"/>
                  <a:gd name="T108" fmla="*/ 346 w 414"/>
                  <a:gd name="T109" fmla="*/ 442 h 534"/>
                  <a:gd name="T110" fmla="*/ 346 w 414"/>
                  <a:gd name="T111" fmla="*/ 490 h 534"/>
                  <a:gd name="T112" fmla="*/ 354 w 414"/>
                  <a:gd name="T113" fmla="*/ 512 h 534"/>
                  <a:gd name="T114" fmla="*/ 350 w 414"/>
                  <a:gd name="T115" fmla="*/ 426 h 534"/>
                  <a:gd name="T116" fmla="*/ 346 w 414"/>
                  <a:gd name="T117" fmla="*/ 438 h 534"/>
                  <a:gd name="T118" fmla="*/ 346 w 414"/>
                  <a:gd name="T119" fmla="*/ 442 h 534"/>
                  <a:gd name="T120" fmla="*/ 360 w 414"/>
                  <a:gd name="T121" fmla="*/ 528 h 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14" h="534">
                    <a:moveTo>
                      <a:pt x="0" y="236"/>
                    </a:moveTo>
                    <a:lnTo>
                      <a:pt x="0" y="232"/>
                    </a:lnTo>
                    <a:lnTo>
                      <a:pt x="4" y="232"/>
                    </a:lnTo>
                    <a:lnTo>
                      <a:pt x="6" y="232"/>
                    </a:lnTo>
                    <a:lnTo>
                      <a:pt x="6" y="228"/>
                    </a:lnTo>
                    <a:lnTo>
                      <a:pt x="6" y="226"/>
                    </a:lnTo>
                    <a:lnTo>
                      <a:pt x="10" y="226"/>
                    </a:lnTo>
                    <a:lnTo>
                      <a:pt x="10" y="228"/>
                    </a:lnTo>
                    <a:lnTo>
                      <a:pt x="14" y="228"/>
                    </a:lnTo>
                    <a:lnTo>
                      <a:pt x="18" y="228"/>
                    </a:lnTo>
                    <a:lnTo>
                      <a:pt x="22" y="228"/>
                    </a:lnTo>
                    <a:lnTo>
                      <a:pt x="26" y="228"/>
                    </a:lnTo>
                    <a:lnTo>
                      <a:pt x="26" y="226"/>
                    </a:lnTo>
                    <a:lnTo>
                      <a:pt x="30" y="226"/>
                    </a:lnTo>
                    <a:lnTo>
                      <a:pt x="34" y="226"/>
                    </a:lnTo>
                    <a:lnTo>
                      <a:pt x="34" y="228"/>
                    </a:lnTo>
                    <a:lnTo>
                      <a:pt x="36" y="228"/>
                    </a:lnTo>
                    <a:lnTo>
                      <a:pt x="36" y="226"/>
                    </a:lnTo>
                    <a:lnTo>
                      <a:pt x="40" y="226"/>
                    </a:lnTo>
                    <a:lnTo>
                      <a:pt x="36" y="226"/>
                    </a:lnTo>
                    <a:lnTo>
                      <a:pt x="36" y="222"/>
                    </a:lnTo>
                    <a:lnTo>
                      <a:pt x="40" y="222"/>
                    </a:lnTo>
                    <a:lnTo>
                      <a:pt x="36" y="218"/>
                    </a:lnTo>
                    <a:lnTo>
                      <a:pt x="36" y="214"/>
                    </a:lnTo>
                    <a:lnTo>
                      <a:pt x="36" y="210"/>
                    </a:lnTo>
                    <a:lnTo>
                      <a:pt x="34" y="210"/>
                    </a:lnTo>
                    <a:lnTo>
                      <a:pt x="34" y="206"/>
                    </a:lnTo>
                    <a:lnTo>
                      <a:pt x="34" y="202"/>
                    </a:lnTo>
                    <a:lnTo>
                      <a:pt x="30" y="202"/>
                    </a:lnTo>
                    <a:lnTo>
                      <a:pt x="26" y="198"/>
                    </a:lnTo>
                    <a:lnTo>
                      <a:pt x="26" y="196"/>
                    </a:lnTo>
                    <a:lnTo>
                      <a:pt x="26" y="192"/>
                    </a:lnTo>
                    <a:lnTo>
                      <a:pt x="26" y="188"/>
                    </a:lnTo>
                    <a:lnTo>
                      <a:pt x="26" y="184"/>
                    </a:lnTo>
                    <a:lnTo>
                      <a:pt x="22" y="184"/>
                    </a:lnTo>
                    <a:lnTo>
                      <a:pt x="18" y="184"/>
                    </a:lnTo>
                    <a:lnTo>
                      <a:pt x="18" y="180"/>
                    </a:lnTo>
                    <a:lnTo>
                      <a:pt x="18" y="176"/>
                    </a:lnTo>
                    <a:lnTo>
                      <a:pt x="18" y="172"/>
                    </a:lnTo>
                    <a:lnTo>
                      <a:pt x="22" y="172"/>
                    </a:lnTo>
                    <a:lnTo>
                      <a:pt x="22" y="170"/>
                    </a:lnTo>
                    <a:lnTo>
                      <a:pt x="26" y="170"/>
                    </a:lnTo>
                    <a:lnTo>
                      <a:pt x="26" y="166"/>
                    </a:lnTo>
                    <a:lnTo>
                      <a:pt x="26" y="162"/>
                    </a:lnTo>
                    <a:lnTo>
                      <a:pt x="30" y="162"/>
                    </a:lnTo>
                    <a:lnTo>
                      <a:pt x="30" y="158"/>
                    </a:lnTo>
                    <a:lnTo>
                      <a:pt x="34" y="158"/>
                    </a:lnTo>
                    <a:lnTo>
                      <a:pt x="34" y="162"/>
                    </a:lnTo>
                    <a:lnTo>
                      <a:pt x="34" y="166"/>
                    </a:lnTo>
                    <a:lnTo>
                      <a:pt x="36" y="166"/>
                    </a:lnTo>
                    <a:lnTo>
                      <a:pt x="40" y="166"/>
                    </a:lnTo>
                    <a:lnTo>
                      <a:pt x="40" y="162"/>
                    </a:lnTo>
                    <a:lnTo>
                      <a:pt x="44" y="162"/>
                    </a:lnTo>
                    <a:lnTo>
                      <a:pt x="48" y="162"/>
                    </a:lnTo>
                    <a:lnTo>
                      <a:pt x="52" y="162"/>
                    </a:lnTo>
                    <a:lnTo>
                      <a:pt x="52" y="158"/>
                    </a:lnTo>
                    <a:lnTo>
                      <a:pt x="56" y="154"/>
                    </a:lnTo>
                    <a:lnTo>
                      <a:pt x="56" y="150"/>
                    </a:lnTo>
                    <a:lnTo>
                      <a:pt x="56" y="146"/>
                    </a:lnTo>
                    <a:lnTo>
                      <a:pt x="60" y="146"/>
                    </a:lnTo>
                    <a:lnTo>
                      <a:pt x="60" y="142"/>
                    </a:lnTo>
                    <a:lnTo>
                      <a:pt x="62" y="142"/>
                    </a:lnTo>
                    <a:lnTo>
                      <a:pt x="66" y="142"/>
                    </a:lnTo>
                    <a:lnTo>
                      <a:pt x="66" y="140"/>
                    </a:lnTo>
                    <a:lnTo>
                      <a:pt x="70" y="132"/>
                    </a:lnTo>
                    <a:lnTo>
                      <a:pt x="70" y="128"/>
                    </a:lnTo>
                    <a:lnTo>
                      <a:pt x="74" y="124"/>
                    </a:lnTo>
                    <a:lnTo>
                      <a:pt x="78" y="124"/>
                    </a:lnTo>
                    <a:lnTo>
                      <a:pt x="82" y="120"/>
                    </a:lnTo>
                    <a:lnTo>
                      <a:pt x="82" y="116"/>
                    </a:lnTo>
                    <a:lnTo>
                      <a:pt x="78" y="116"/>
                    </a:lnTo>
                    <a:lnTo>
                      <a:pt x="82" y="112"/>
                    </a:lnTo>
                    <a:lnTo>
                      <a:pt x="86" y="110"/>
                    </a:lnTo>
                    <a:lnTo>
                      <a:pt x="86" y="106"/>
                    </a:lnTo>
                    <a:lnTo>
                      <a:pt x="90" y="106"/>
                    </a:lnTo>
                    <a:lnTo>
                      <a:pt x="92" y="102"/>
                    </a:lnTo>
                    <a:lnTo>
                      <a:pt x="90" y="102"/>
                    </a:lnTo>
                    <a:lnTo>
                      <a:pt x="90" y="106"/>
                    </a:lnTo>
                    <a:lnTo>
                      <a:pt x="90" y="102"/>
                    </a:lnTo>
                    <a:lnTo>
                      <a:pt x="90" y="98"/>
                    </a:lnTo>
                    <a:lnTo>
                      <a:pt x="90" y="94"/>
                    </a:lnTo>
                    <a:lnTo>
                      <a:pt x="90" y="90"/>
                    </a:lnTo>
                    <a:lnTo>
                      <a:pt x="90" y="86"/>
                    </a:lnTo>
                    <a:lnTo>
                      <a:pt x="92" y="86"/>
                    </a:lnTo>
                    <a:lnTo>
                      <a:pt x="96" y="86"/>
                    </a:lnTo>
                    <a:lnTo>
                      <a:pt x="100" y="86"/>
                    </a:lnTo>
                    <a:lnTo>
                      <a:pt x="100" y="82"/>
                    </a:lnTo>
                    <a:lnTo>
                      <a:pt x="100" y="80"/>
                    </a:lnTo>
                    <a:lnTo>
                      <a:pt x="96" y="80"/>
                    </a:lnTo>
                    <a:lnTo>
                      <a:pt x="92" y="80"/>
                    </a:lnTo>
                    <a:lnTo>
                      <a:pt x="92" y="80"/>
                    </a:lnTo>
                    <a:lnTo>
                      <a:pt x="90" y="80"/>
                    </a:lnTo>
                    <a:lnTo>
                      <a:pt x="88" y="78"/>
                    </a:lnTo>
                    <a:lnTo>
                      <a:pt x="86" y="78"/>
                    </a:lnTo>
                    <a:lnTo>
                      <a:pt x="84" y="76"/>
                    </a:lnTo>
                    <a:lnTo>
                      <a:pt x="82" y="76"/>
                    </a:lnTo>
                    <a:lnTo>
                      <a:pt x="80" y="72"/>
                    </a:lnTo>
                    <a:lnTo>
                      <a:pt x="78" y="72"/>
                    </a:lnTo>
                    <a:lnTo>
                      <a:pt x="76" y="70"/>
                    </a:lnTo>
                    <a:lnTo>
                      <a:pt x="76" y="66"/>
                    </a:lnTo>
                    <a:lnTo>
                      <a:pt x="76" y="62"/>
                    </a:lnTo>
                    <a:lnTo>
                      <a:pt x="76" y="58"/>
                    </a:lnTo>
                    <a:lnTo>
                      <a:pt x="74" y="54"/>
                    </a:lnTo>
                    <a:lnTo>
                      <a:pt x="74" y="48"/>
                    </a:lnTo>
                    <a:lnTo>
                      <a:pt x="76" y="42"/>
                    </a:lnTo>
                    <a:lnTo>
                      <a:pt x="84" y="36"/>
                    </a:lnTo>
                    <a:lnTo>
                      <a:pt x="66" y="22"/>
                    </a:lnTo>
                    <a:lnTo>
                      <a:pt x="62" y="18"/>
                    </a:lnTo>
                    <a:lnTo>
                      <a:pt x="66" y="10"/>
                    </a:lnTo>
                    <a:lnTo>
                      <a:pt x="78" y="4"/>
                    </a:lnTo>
                    <a:lnTo>
                      <a:pt x="88" y="2"/>
                    </a:lnTo>
                    <a:lnTo>
                      <a:pt x="92" y="0"/>
                    </a:lnTo>
                    <a:lnTo>
                      <a:pt x="100" y="0"/>
                    </a:lnTo>
                    <a:lnTo>
                      <a:pt x="104" y="4"/>
                    </a:lnTo>
                    <a:lnTo>
                      <a:pt x="114" y="12"/>
                    </a:lnTo>
                    <a:lnTo>
                      <a:pt x="118" y="18"/>
                    </a:lnTo>
                    <a:lnTo>
                      <a:pt x="118" y="18"/>
                    </a:lnTo>
                    <a:lnTo>
                      <a:pt x="120" y="18"/>
                    </a:lnTo>
                    <a:lnTo>
                      <a:pt x="120" y="18"/>
                    </a:lnTo>
                    <a:lnTo>
                      <a:pt x="122" y="20"/>
                    </a:lnTo>
                    <a:lnTo>
                      <a:pt x="124" y="20"/>
                    </a:lnTo>
                    <a:lnTo>
                      <a:pt x="124" y="20"/>
                    </a:lnTo>
                    <a:lnTo>
                      <a:pt x="128" y="22"/>
                    </a:lnTo>
                    <a:lnTo>
                      <a:pt x="126" y="26"/>
                    </a:lnTo>
                    <a:lnTo>
                      <a:pt x="126" y="26"/>
                    </a:lnTo>
                    <a:lnTo>
                      <a:pt x="130" y="26"/>
                    </a:lnTo>
                    <a:lnTo>
                      <a:pt x="132" y="28"/>
                    </a:lnTo>
                    <a:lnTo>
                      <a:pt x="132" y="28"/>
                    </a:lnTo>
                    <a:lnTo>
                      <a:pt x="132" y="28"/>
                    </a:lnTo>
                    <a:lnTo>
                      <a:pt x="130" y="28"/>
                    </a:lnTo>
                    <a:lnTo>
                      <a:pt x="130" y="28"/>
                    </a:lnTo>
                    <a:lnTo>
                      <a:pt x="132" y="30"/>
                    </a:lnTo>
                    <a:lnTo>
                      <a:pt x="132" y="30"/>
                    </a:lnTo>
                    <a:lnTo>
                      <a:pt x="132" y="30"/>
                    </a:lnTo>
                    <a:lnTo>
                      <a:pt x="140" y="28"/>
                    </a:lnTo>
                    <a:lnTo>
                      <a:pt x="142" y="26"/>
                    </a:lnTo>
                    <a:lnTo>
                      <a:pt x="148" y="24"/>
                    </a:lnTo>
                    <a:lnTo>
                      <a:pt x="152" y="24"/>
                    </a:lnTo>
                    <a:lnTo>
                      <a:pt x="158" y="22"/>
                    </a:lnTo>
                    <a:lnTo>
                      <a:pt x="168" y="30"/>
                    </a:lnTo>
                    <a:lnTo>
                      <a:pt x="168" y="36"/>
                    </a:lnTo>
                    <a:lnTo>
                      <a:pt x="166" y="44"/>
                    </a:lnTo>
                    <a:lnTo>
                      <a:pt x="158" y="52"/>
                    </a:lnTo>
                    <a:lnTo>
                      <a:pt x="156" y="54"/>
                    </a:lnTo>
                    <a:lnTo>
                      <a:pt x="148" y="54"/>
                    </a:lnTo>
                    <a:lnTo>
                      <a:pt x="148" y="60"/>
                    </a:lnTo>
                    <a:lnTo>
                      <a:pt x="152" y="60"/>
                    </a:lnTo>
                    <a:lnTo>
                      <a:pt x="152" y="64"/>
                    </a:lnTo>
                    <a:lnTo>
                      <a:pt x="156" y="64"/>
                    </a:lnTo>
                    <a:lnTo>
                      <a:pt x="156" y="68"/>
                    </a:lnTo>
                    <a:lnTo>
                      <a:pt x="156" y="72"/>
                    </a:lnTo>
                    <a:lnTo>
                      <a:pt x="160" y="72"/>
                    </a:lnTo>
                    <a:lnTo>
                      <a:pt x="160" y="76"/>
                    </a:lnTo>
                    <a:lnTo>
                      <a:pt x="156" y="80"/>
                    </a:lnTo>
                    <a:lnTo>
                      <a:pt x="156" y="76"/>
                    </a:lnTo>
                    <a:lnTo>
                      <a:pt x="152" y="80"/>
                    </a:lnTo>
                    <a:lnTo>
                      <a:pt x="148" y="80"/>
                    </a:lnTo>
                    <a:lnTo>
                      <a:pt x="148" y="76"/>
                    </a:lnTo>
                    <a:lnTo>
                      <a:pt x="144" y="76"/>
                    </a:lnTo>
                    <a:lnTo>
                      <a:pt x="144" y="80"/>
                    </a:lnTo>
                    <a:lnTo>
                      <a:pt x="144" y="82"/>
                    </a:lnTo>
                    <a:lnTo>
                      <a:pt x="144" y="86"/>
                    </a:lnTo>
                    <a:lnTo>
                      <a:pt x="148" y="86"/>
                    </a:lnTo>
                    <a:lnTo>
                      <a:pt x="148" y="90"/>
                    </a:lnTo>
                    <a:lnTo>
                      <a:pt x="148" y="94"/>
                    </a:lnTo>
                    <a:lnTo>
                      <a:pt x="148" y="98"/>
                    </a:lnTo>
                    <a:lnTo>
                      <a:pt x="148" y="102"/>
                    </a:lnTo>
                    <a:lnTo>
                      <a:pt x="148" y="98"/>
                    </a:lnTo>
                    <a:lnTo>
                      <a:pt x="152" y="98"/>
                    </a:lnTo>
                    <a:lnTo>
                      <a:pt x="156" y="98"/>
                    </a:lnTo>
                    <a:lnTo>
                      <a:pt x="156" y="102"/>
                    </a:lnTo>
                    <a:lnTo>
                      <a:pt x="156" y="106"/>
                    </a:lnTo>
                    <a:lnTo>
                      <a:pt x="160" y="106"/>
                    </a:lnTo>
                    <a:lnTo>
                      <a:pt x="162" y="106"/>
                    </a:lnTo>
                    <a:lnTo>
                      <a:pt x="166" y="110"/>
                    </a:lnTo>
                    <a:lnTo>
                      <a:pt x="170" y="110"/>
                    </a:lnTo>
                    <a:lnTo>
                      <a:pt x="166" y="112"/>
                    </a:lnTo>
                    <a:lnTo>
                      <a:pt x="170" y="112"/>
                    </a:lnTo>
                    <a:lnTo>
                      <a:pt x="174" y="116"/>
                    </a:lnTo>
                    <a:lnTo>
                      <a:pt x="178" y="116"/>
                    </a:lnTo>
                    <a:lnTo>
                      <a:pt x="178" y="120"/>
                    </a:lnTo>
                    <a:lnTo>
                      <a:pt x="182" y="120"/>
                    </a:lnTo>
                    <a:lnTo>
                      <a:pt x="178" y="120"/>
                    </a:lnTo>
                    <a:lnTo>
                      <a:pt x="174" y="124"/>
                    </a:lnTo>
                    <a:lnTo>
                      <a:pt x="174" y="128"/>
                    </a:lnTo>
                    <a:lnTo>
                      <a:pt x="170" y="128"/>
                    </a:lnTo>
                    <a:lnTo>
                      <a:pt x="170" y="132"/>
                    </a:lnTo>
                    <a:lnTo>
                      <a:pt x="166" y="136"/>
                    </a:lnTo>
                    <a:lnTo>
                      <a:pt x="170" y="136"/>
                    </a:lnTo>
                    <a:lnTo>
                      <a:pt x="170" y="140"/>
                    </a:lnTo>
                    <a:lnTo>
                      <a:pt x="166" y="140"/>
                    </a:lnTo>
                    <a:lnTo>
                      <a:pt x="166" y="142"/>
                    </a:lnTo>
                    <a:lnTo>
                      <a:pt x="166" y="146"/>
                    </a:lnTo>
                    <a:lnTo>
                      <a:pt x="170" y="146"/>
                    </a:lnTo>
                    <a:lnTo>
                      <a:pt x="170" y="150"/>
                    </a:lnTo>
                    <a:lnTo>
                      <a:pt x="174" y="150"/>
                    </a:lnTo>
                    <a:lnTo>
                      <a:pt x="174" y="146"/>
                    </a:lnTo>
                    <a:lnTo>
                      <a:pt x="174" y="150"/>
                    </a:lnTo>
                    <a:lnTo>
                      <a:pt x="178" y="150"/>
                    </a:lnTo>
                    <a:lnTo>
                      <a:pt x="182" y="154"/>
                    </a:lnTo>
                    <a:lnTo>
                      <a:pt x="186" y="158"/>
                    </a:lnTo>
                    <a:lnTo>
                      <a:pt x="190" y="162"/>
                    </a:lnTo>
                    <a:lnTo>
                      <a:pt x="192" y="162"/>
                    </a:lnTo>
                    <a:lnTo>
                      <a:pt x="196" y="162"/>
                    </a:lnTo>
                    <a:lnTo>
                      <a:pt x="196" y="166"/>
                    </a:lnTo>
                    <a:lnTo>
                      <a:pt x="200" y="166"/>
                    </a:lnTo>
                    <a:lnTo>
                      <a:pt x="204" y="166"/>
                    </a:lnTo>
                    <a:lnTo>
                      <a:pt x="204" y="170"/>
                    </a:lnTo>
                    <a:lnTo>
                      <a:pt x="208" y="170"/>
                    </a:lnTo>
                    <a:lnTo>
                      <a:pt x="212" y="170"/>
                    </a:lnTo>
                    <a:lnTo>
                      <a:pt x="212" y="172"/>
                    </a:lnTo>
                    <a:lnTo>
                      <a:pt x="212" y="170"/>
                    </a:lnTo>
                    <a:lnTo>
                      <a:pt x="216" y="170"/>
                    </a:lnTo>
                    <a:lnTo>
                      <a:pt x="218" y="170"/>
                    </a:lnTo>
                    <a:lnTo>
                      <a:pt x="218" y="172"/>
                    </a:lnTo>
                    <a:lnTo>
                      <a:pt x="218" y="170"/>
                    </a:lnTo>
                    <a:lnTo>
                      <a:pt x="222" y="170"/>
                    </a:lnTo>
                    <a:lnTo>
                      <a:pt x="226" y="172"/>
                    </a:lnTo>
                    <a:lnTo>
                      <a:pt x="230" y="172"/>
                    </a:lnTo>
                    <a:lnTo>
                      <a:pt x="230" y="176"/>
                    </a:lnTo>
                    <a:lnTo>
                      <a:pt x="234" y="176"/>
                    </a:lnTo>
                    <a:lnTo>
                      <a:pt x="234" y="180"/>
                    </a:lnTo>
                    <a:lnTo>
                      <a:pt x="238" y="180"/>
                    </a:lnTo>
                    <a:lnTo>
                      <a:pt x="238" y="184"/>
                    </a:lnTo>
                    <a:lnTo>
                      <a:pt x="242" y="184"/>
                    </a:lnTo>
                    <a:lnTo>
                      <a:pt x="242" y="180"/>
                    </a:lnTo>
                    <a:lnTo>
                      <a:pt x="246" y="180"/>
                    </a:lnTo>
                    <a:lnTo>
                      <a:pt x="246" y="184"/>
                    </a:lnTo>
                    <a:lnTo>
                      <a:pt x="248" y="188"/>
                    </a:lnTo>
                    <a:lnTo>
                      <a:pt x="248" y="184"/>
                    </a:lnTo>
                    <a:lnTo>
                      <a:pt x="252" y="184"/>
                    </a:lnTo>
                    <a:lnTo>
                      <a:pt x="256" y="184"/>
                    </a:lnTo>
                    <a:lnTo>
                      <a:pt x="256" y="188"/>
                    </a:lnTo>
                    <a:lnTo>
                      <a:pt x="260" y="188"/>
                    </a:lnTo>
                    <a:lnTo>
                      <a:pt x="264" y="188"/>
                    </a:lnTo>
                    <a:lnTo>
                      <a:pt x="268" y="188"/>
                    </a:lnTo>
                    <a:lnTo>
                      <a:pt x="268" y="192"/>
                    </a:lnTo>
                    <a:lnTo>
                      <a:pt x="272" y="188"/>
                    </a:lnTo>
                    <a:lnTo>
                      <a:pt x="274" y="188"/>
                    </a:lnTo>
                    <a:lnTo>
                      <a:pt x="278" y="188"/>
                    </a:lnTo>
                    <a:lnTo>
                      <a:pt x="278" y="192"/>
                    </a:lnTo>
                    <a:lnTo>
                      <a:pt x="278" y="188"/>
                    </a:lnTo>
                    <a:lnTo>
                      <a:pt x="282" y="184"/>
                    </a:lnTo>
                    <a:lnTo>
                      <a:pt x="282" y="180"/>
                    </a:lnTo>
                    <a:lnTo>
                      <a:pt x="278" y="180"/>
                    </a:lnTo>
                    <a:lnTo>
                      <a:pt x="278" y="176"/>
                    </a:lnTo>
                    <a:lnTo>
                      <a:pt x="278" y="172"/>
                    </a:lnTo>
                    <a:lnTo>
                      <a:pt x="278" y="170"/>
                    </a:lnTo>
                    <a:lnTo>
                      <a:pt x="282" y="166"/>
                    </a:lnTo>
                    <a:lnTo>
                      <a:pt x="282" y="162"/>
                    </a:lnTo>
                    <a:lnTo>
                      <a:pt x="278" y="162"/>
                    </a:lnTo>
                    <a:lnTo>
                      <a:pt x="282" y="162"/>
                    </a:lnTo>
                    <a:lnTo>
                      <a:pt x="286" y="158"/>
                    </a:lnTo>
                    <a:lnTo>
                      <a:pt x="290" y="158"/>
                    </a:lnTo>
                    <a:lnTo>
                      <a:pt x="290" y="162"/>
                    </a:lnTo>
                    <a:lnTo>
                      <a:pt x="290" y="166"/>
                    </a:lnTo>
                    <a:lnTo>
                      <a:pt x="290" y="170"/>
                    </a:lnTo>
                    <a:lnTo>
                      <a:pt x="290" y="172"/>
                    </a:lnTo>
                    <a:lnTo>
                      <a:pt x="290" y="176"/>
                    </a:lnTo>
                    <a:lnTo>
                      <a:pt x="290" y="180"/>
                    </a:lnTo>
                    <a:lnTo>
                      <a:pt x="294" y="180"/>
                    </a:lnTo>
                    <a:lnTo>
                      <a:pt x="298" y="180"/>
                    </a:lnTo>
                    <a:lnTo>
                      <a:pt x="302" y="180"/>
                    </a:lnTo>
                    <a:lnTo>
                      <a:pt x="302" y="184"/>
                    </a:lnTo>
                    <a:lnTo>
                      <a:pt x="304" y="184"/>
                    </a:lnTo>
                    <a:lnTo>
                      <a:pt x="308" y="184"/>
                    </a:lnTo>
                    <a:lnTo>
                      <a:pt x="308" y="180"/>
                    </a:lnTo>
                    <a:lnTo>
                      <a:pt x="312" y="180"/>
                    </a:lnTo>
                    <a:lnTo>
                      <a:pt x="316" y="180"/>
                    </a:lnTo>
                    <a:lnTo>
                      <a:pt x="316" y="184"/>
                    </a:lnTo>
                    <a:lnTo>
                      <a:pt x="320" y="184"/>
                    </a:lnTo>
                    <a:lnTo>
                      <a:pt x="324" y="180"/>
                    </a:lnTo>
                    <a:lnTo>
                      <a:pt x="324" y="184"/>
                    </a:lnTo>
                    <a:lnTo>
                      <a:pt x="328" y="184"/>
                    </a:lnTo>
                    <a:lnTo>
                      <a:pt x="328" y="180"/>
                    </a:lnTo>
                    <a:lnTo>
                      <a:pt x="332" y="180"/>
                    </a:lnTo>
                    <a:lnTo>
                      <a:pt x="334" y="180"/>
                    </a:lnTo>
                    <a:lnTo>
                      <a:pt x="338" y="180"/>
                    </a:lnTo>
                    <a:lnTo>
                      <a:pt x="334" y="176"/>
                    </a:lnTo>
                    <a:lnTo>
                      <a:pt x="338" y="172"/>
                    </a:lnTo>
                    <a:lnTo>
                      <a:pt x="334" y="172"/>
                    </a:lnTo>
                    <a:lnTo>
                      <a:pt x="334" y="170"/>
                    </a:lnTo>
                    <a:lnTo>
                      <a:pt x="332" y="170"/>
                    </a:lnTo>
                    <a:lnTo>
                      <a:pt x="332" y="166"/>
                    </a:lnTo>
                    <a:lnTo>
                      <a:pt x="334" y="166"/>
                    </a:lnTo>
                    <a:lnTo>
                      <a:pt x="338" y="166"/>
                    </a:lnTo>
                    <a:lnTo>
                      <a:pt x="338" y="162"/>
                    </a:lnTo>
                    <a:lnTo>
                      <a:pt x="338" y="166"/>
                    </a:lnTo>
                    <a:lnTo>
                      <a:pt x="342" y="162"/>
                    </a:lnTo>
                    <a:lnTo>
                      <a:pt x="346" y="162"/>
                    </a:lnTo>
                    <a:lnTo>
                      <a:pt x="346" y="158"/>
                    </a:lnTo>
                    <a:lnTo>
                      <a:pt x="350" y="154"/>
                    </a:lnTo>
                    <a:lnTo>
                      <a:pt x="354" y="154"/>
                    </a:lnTo>
                    <a:lnTo>
                      <a:pt x="354" y="150"/>
                    </a:lnTo>
                    <a:lnTo>
                      <a:pt x="358" y="146"/>
                    </a:lnTo>
                    <a:lnTo>
                      <a:pt x="360" y="146"/>
                    </a:lnTo>
                    <a:lnTo>
                      <a:pt x="364" y="146"/>
                    </a:lnTo>
                    <a:lnTo>
                      <a:pt x="364" y="142"/>
                    </a:lnTo>
                    <a:lnTo>
                      <a:pt x="368" y="140"/>
                    </a:lnTo>
                    <a:lnTo>
                      <a:pt x="372" y="140"/>
                    </a:lnTo>
                    <a:lnTo>
                      <a:pt x="372" y="136"/>
                    </a:lnTo>
                    <a:lnTo>
                      <a:pt x="376" y="136"/>
                    </a:lnTo>
                    <a:lnTo>
                      <a:pt x="376" y="140"/>
                    </a:lnTo>
                    <a:lnTo>
                      <a:pt x="380" y="140"/>
                    </a:lnTo>
                    <a:lnTo>
                      <a:pt x="384" y="142"/>
                    </a:lnTo>
                    <a:lnTo>
                      <a:pt x="384" y="140"/>
                    </a:lnTo>
                    <a:lnTo>
                      <a:pt x="388" y="140"/>
                    </a:lnTo>
                    <a:lnTo>
                      <a:pt x="388" y="136"/>
                    </a:lnTo>
                    <a:lnTo>
                      <a:pt x="390" y="136"/>
                    </a:lnTo>
                    <a:lnTo>
                      <a:pt x="394" y="132"/>
                    </a:lnTo>
                    <a:lnTo>
                      <a:pt x="394" y="136"/>
                    </a:lnTo>
                    <a:lnTo>
                      <a:pt x="394" y="140"/>
                    </a:lnTo>
                    <a:lnTo>
                      <a:pt x="398" y="136"/>
                    </a:lnTo>
                    <a:lnTo>
                      <a:pt x="398" y="140"/>
                    </a:lnTo>
                    <a:lnTo>
                      <a:pt x="394" y="140"/>
                    </a:lnTo>
                    <a:lnTo>
                      <a:pt x="394" y="142"/>
                    </a:lnTo>
                    <a:lnTo>
                      <a:pt x="398" y="142"/>
                    </a:lnTo>
                    <a:lnTo>
                      <a:pt x="398" y="140"/>
                    </a:lnTo>
                    <a:lnTo>
                      <a:pt x="398" y="142"/>
                    </a:lnTo>
                    <a:lnTo>
                      <a:pt x="402" y="146"/>
                    </a:lnTo>
                    <a:lnTo>
                      <a:pt x="398" y="150"/>
                    </a:lnTo>
                    <a:lnTo>
                      <a:pt x="398" y="154"/>
                    </a:lnTo>
                    <a:lnTo>
                      <a:pt x="402" y="150"/>
                    </a:lnTo>
                    <a:lnTo>
                      <a:pt x="402" y="154"/>
                    </a:lnTo>
                    <a:lnTo>
                      <a:pt x="406" y="154"/>
                    </a:lnTo>
                    <a:lnTo>
                      <a:pt x="410" y="154"/>
                    </a:lnTo>
                    <a:lnTo>
                      <a:pt x="410" y="158"/>
                    </a:lnTo>
                    <a:lnTo>
                      <a:pt x="414" y="162"/>
                    </a:lnTo>
                    <a:lnTo>
                      <a:pt x="410" y="162"/>
                    </a:lnTo>
                    <a:lnTo>
                      <a:pt x="410" y="166"/>
                    </a:lnTo>
                    <a:lnTo>
                      <a:pt x="406" y="166"/>
                    </a:lnTo>
                    <a:lnTo>
                      <a:pt x="406" y="170"/>
                    </a:lnTo>
                    <a:lnTo>
                      <a:pt x="406" y="172"/>
                    </a:lnTo>
                    <a:lnTo>
                      <a:pt x="410" y="176"/>
                    </a:lnTo>
                    <a:lnTo>
                      <a:pt x="406" y="176"/>
                    </a:lnTo>
                    <a:lnTo>
                      <a:pt x="406" y="172"/>
                    </a:lnTo>
                    <a:lnTo>
                      <a:pt x="402" y="172"/>
                    </a:lnTo>
                    <a:lnTo>
                      <a:pt x="398" y="172"/>
                    </a:lnTo>
                    <a:lnTo>
                      <a:pt x="394" y="172"/>
                    </a:lnTo>
                    <a:lnTo>
                      <a:pt x="390" y="176"/>
                    </a:lnTo>
                    <a:lnTo>
                      <a:pt x="388" y="180"/>
                    </a:lnTo>
                    <a:lnTo>
                      <a:pt x="384" y="180"/>
                    </a:lnTo>
                    <a:lnTo>
                      <a:pt x="384" y="184"/>
                    </a:lnTo>
                    <a:lnTo>
                      <a:pt x="380" y="184"/>
                    </a:lnTo>
                    <a:lnTo>
                      <a:pt x="380" y="188"/>
                    </a:lnTo>
                    <a:lnTo>
                      <a:pt x="380" y="192"/>
                    </a:lnTo>
                    <a:lnTo>
                      <a:pt x="380" y="196"/>
                    </a:lnTo>
                    <a:lnTo>
                      <a:pt x="380" y="198"/>
                    </a:lnTo>
                    <a:lnTo>
                      <a:pt x="380" y="202"/>
                    </a:lnTo>
                    <a:lnTo>
                      <a:pt x="376" y="202"/>
                    </a:lnTo>
                    <a:lnTo>
                      <a:pt x="376" y="206"/>
                    </a:lnTo>
                    <a:lnTo>
                      <a:pt x="372" y="206"/>
                    </a:lnTo>
                    <a:lnTo>
                      <a:pt x="372" y="210"/>
                    </a:lnTo>
                    <a:lnTo>
                      <a:pt x="376" y="214"/>
                    </a:lnTo>
                    <a:lnTo>
                      <a:pt x="372" y="218"/>
                    </a:lnTo>
                    <a:lnTo>
                      <a:pt x="372" y="222"/>
                    </a:lnTo>
                    <a:lnTo>
                      <a:pt x="368" y="226"/>
                    </a:lnTo>
                    <a:lnTo>
                      <a:pt x="368" y="228"/>
                    </a:lnTo>
                    <a:lnTo>
                      <a:pt x="368" y="232"/>
                    </a:lnTo>
                    <a:lnTo>
                      <a:pt x="364" y="236"/>
                    </a:lnTo>
                    <a:lnTo>
                      <a:pt x="364" y="232"/>
                    </a:lnTo>
                    <a:lnTo>
                      <a:pt x="360" y="232"/>
                    </a:lnTo>
                    <a:lnTo>
                      <a:pt x="358" y="232"/>
                    </a:lnTo>
                    <a:lnTo>
                      <a:pt x="354" y="232"/>
                    </a:lnTo>
                    <a:lnTo>
                      <a:pt x="354" y="228"/>
                    </a:lnTo>
                    <a:lnTo>
                      <a:pt x="354" y="232"/>
                    </a:lnTo>
                    <a:lnTo>
                      <a:pt x="354" y="236"/>
                    </a:lnTo>
                    <a:lnTo>
                      <a:pt x="358" y="240"/>
                    </a:lnTo>
                    <a:lnTo>
                      <a:pt x="354" y="244"/>
                    </a:lnTo>
                    <a:lnTo>
                      <a:pt x="354" y="248"/>
                    </a:lnTo>
                    <a:lnTo>
                      <a:pt x="354" y="252"/>
                    </a:lnTo>
                    <a:lnTo>
                      <a:pt x="354" y="248"/>
                    </a:lnTo>
                    <a:lnTo>
                      <a:pt x="350" y="248"/>
                    </a:lnTo>
                    <a:lnTo>
                      <a:pt x="350" y="252"/>
                    </a:lnTo>
                    <a:lnTo>
                      <a:pt x="350" y="256"/>
                    </a:lnTo>
                    <a:lnTo>
                      <a:pt x="350" y="258"/>
                    </a:lnTo>
                    <a:lnTo>
                      <a:pt x="354" y="258"/>
                    </a:lnTo>
                    <a:lnTo>
                      <a:pt x="354" y="262"/>
                    </a:lnTo>
                    <a:lnTo>
                      <a:pt x="354" y="266"/>
                    </a:lnTo>
                    <a:lnTo>
                      <a:pt x="350" y="266"/>
                    </a:lnTo>
                    <a:lnTo>
                      <a:pt x="350" y="262"/>
                    </a:lnTo>
                    <a:lnTo>
                      <a:pt x="350" y="266"/>
                    </a:lnTo>
                    <a:lnTo>
                      <a:pt x="346" y="266"/>
                    </a:lnTo>
                    <a:lnTo>
                      <a:pt x="342" y="270"/>
                    </a:lnTo>
                    <a:lnTo>
                      <a:pt x="342" y="266"/>
                    </a:lnTo>
                    <a:lnTo>
                      <a:pt x="342" y="262"/>
                    </a:lnTo>
                    <a:lnTo>
                      <a:pt x="342" y="258"/>
                    </a:lnTo>
                    <a:lnTo>
                      <a:pt x="342" y="256"/>
                    </a:lnTo>
                    <a:lnTo>
                      <a:pt x="342" y="252"/>
                    </a:lnTo>
                    <a:lnTo>
                      <a:pt x="338" y="248"/>
                    </a:lnTo>
                    <a:lnTo>
                      <a:pt x="342" y="248"/>
                    </a:lnTo>
                    <a:lnTo>
                      <a:pt x="342" y="244"/>
                    </a:lnTo>
                    <a:lnTo>
                      <a:pt x="338" y="244"/>
                    </a:lnTo>
                    <a:lnTo>
                      <a:pt x="338" y="240"/>
                    </a:lnTo>
                    <a:lnTo>
                      <a:pt x="338" y="236"/>
                    </a:lnTo>
                    <a:lnTo>
                      <a:pt x="334" y="240"/>
                    </a:lnTo>
                    <a:lnTo>
                      <a:pt x="334" y="236"/>
                    </a:lnTo>
                    <a:lnTo>
                      <a:pt x="334" y="240"/>
                    </a:lnTo>
                    <a:lnTo>
                      <a:pt x="334" y="244"/>
                    </a:lnTo>
                    <a:lnTo>
                      <a:pt x="332" y="244"/>
                    </a:lnTo>
                    <a:lnTo>
                      <a:pt x="332" y="248"/>
                    </a:lnTo>
                    <a:lnTo>
                      <a:pt x="332" y="252"/>
                    </a:lnTo>
                    <a:lnTo>
                      <a:pt x="328" y="252"/>
                    </a:lnTo>
                    <a:lnTo>
                      <a:pt x="328" y="248"/>
                    </a:lnTo>
                    <a:lnTo>
                      <a:pt x="328" y="244"/>
                    </a:lnTo>
                    <a:lnTo>
                      <a:pt x="328" y="248"/>
                    </a:lnTo>
                    <a:lnTo>
                      <a:pt x="324" y="244"/>
                    </a:lnTo>
                    <a:lnTo>
                      <a:pt x="324" y="240"/>
                    </a:lnTo>
                    <a:lnTo>
                      <a:pt x="324" y="236"/>
                    </a:lnTo>
                    <a:lnTo>
                      <a:pt x="324" y="232"/>
                    </a:lnTo>
                    <a:lnTo>
                      <a:pt x="328" y="228"/>
                    </a:lnTo>
                    <a:lnTo>
                      <a:pt x="328" y="232"/>
                    </a:lnTo>
                    <a:lnTo>
                      <a:pt x="328" y="228"/>
                    </a:lnTo>
                    <a:lnTo>
                      <a:pt x="332" y="228"/>
                    </a:lnTo>
                    <a:lnTo>
                      <a:pt x="334" y="228"/>
                    </a:lnTo>
                    <a:lnTo>
                      <a:pt x="334" y="226"/>
                    </a:lnTo>
                    <a:lnTo>
                      <a:pt x="338" y="226"/>
                    </a:lnTo>
                    <a:lnTo>
                      <a:pt x="338" y="222"/>
                    </a:lnTo>
                    <a:lnTo>
                      <a:pt x="338" y="218"/>
                    </a:lnTo>
                    <a:lnTo>
                      <a:pt x="342" y="218"/>
                    </a:lnTo>
                    <a:lnTo>
                      <a:pt x="342" y="214"/>
                    </a:lnTo>
                    <a:lnTo>
                      <a:pt x="338" y="214"/>
                    </a:lnTo>
                    <a:lnTo>
                      <a:pt x="338" y="210"/>
                    </a:lnTo>
                    <a:lnTo>
                      <a:pt x="334" y="210"/>
                    </a:lnTo>
                    <a:lnTo>
                      <a:pt x="332" y="210"/>
                    </a:lnTo>
                    <a:lnTo>
                      <a:pt x="328" y="210"/>
                    </a:lnTo>
                    <a:lnTo>
                      <a:pt x="324" y="210"/>
                    </a:lnTo>
                    <a:lnTo>
                      <a:pt x="320" y="210"/>
                    </a:lnTo>
                    <a:lnTo>
                      <a:pt x="316" y="210"/>
                    </a:lnTo>
                    <a:lnTo>
                      <a:pt x="312" y="210"/>
                    </a:lnTo>
                    <a:lnTo>
                      <a:pt x="308" y="210"/>
                    </a:lnTo>
                    <a:lnTo>
                      <a:pt x="304" y="210"/>
                    </a:lnTo>
                    <a:lnTo>
                      <a:pt x="304" y="206"/>
                    </a:lnTo>
                    <a:lnTo>
                      <a:pt x="304" y="202"/>
                    </a:lnTo>
                    <a:lnTo>
                      <a:pt x="304" y="198"/>
                    </a:lnTo>
                    <a:lnTo>
                      <a:pt x="304" y="196"/>
                    </a:lnTo>
                    <a:lnTo>
                      <a:pt x="302" y="196"/>
                    </a:lnTo>
                    <a:lnTo>
                      <a:pt x="302" y="192"/>
                    </a:lnTo>
                    <a:lnTo>
                      <a:pt x="302" y="196"/>
                    </a:lnTo>
                    <a:lnTo>
                      <a:pt x="298" y="196"/>
                    </a:lnTo>
                    <a:lnTo>
                      <a:pt x="294" y="196"/>
                    </a:lnTo>
                    <a:lnTo>
                      <a:pt x="294" y="192"/>
                    </a:lnTo>
                    <a:lnTo>
                      <a:pt x="294" y="188"/>
                    </a:lnTo>
                    <a:lnTo>
                      <a:pt x="290" y="188"/>
                    </a:lnTo>
                    <a:lnTo>
                      <a:pt x="290" y="192"/>
                    </a:lnTo>
                    <a:lnTo>
                      <a:pt x="294" y="192"/>
                    </a:lnTo>
                    <a:lnTo>
                      <a:pt x="290" y="192"/>
                    </a:lnTo>
                    <a:lnTo>
                      <a:pt x="290" y="188"/>
                    </a:lnTo>
                    <a:lnTo>
                      <a:pt x="286" y="188"/>
                    </a:lnTo>
                    <a:lnTo>
                      <a:pt x="286" y="184"/>
                    </a:lnTo>
                    <a:lnTo>
                      <a:pt x="282" y="188"/>
                    </a:lnTo>
                    <a:lnTo>
                      <a:pt x="286" y="188"/>
                    </a:lnTo>
                    <a:lnTo>
                      <a:pt x="286" y="192"/>
                    </a:lnTo>
                    <a:lnTo>
                      <a:pt x="282" y="192"/>
                    </a:lnTo>
                    <a:lnTo>
                      <a:pt x="282" y="196"/>
                    </a:lnTo>
                    <a:lnTo>
                      <a:pt x="278" y="198"/>
                    </a:lnTo>
                    <a:lnTo>
                      <a:pt x="282" y="198"/>
                    </a:lnTo>
                    <a:lnTo>
                      <a:pt x="286" y="202"/>
                    </a:lnTo>
                    <a:lnTo>
                      <a:pt x="286" y="206"/>
                    </a:lnTo>
                    <a:lnTo>
                      <a:pt x="290" y="206"/>
                    </a:lnTo>
                    <a:lnTo>
                      <a:pt x="290" y="210"/>
                    </a:lnTo>
                    <a:lnTo>
                      <a:pt x="294" y="210"/>
                    </a:lnTo>
                    <a:lnTo>
                      <a:pt x="290" y="210"/>
                    </a:lnTo>
                    <a:lnTo>
                      <a:pt x="286" y="210"/>
                    </a:lnTo>
                    <a:lnTo>
                      <a:pt x="286" y="214"/>
                    </a:lnTo>
                    <a:lnTo>
                      <a:pt x="282" y="214"/>
                    </a:lnTo>
                    <a:lnTo>
                      <a:pt x="282" y="218"/>
                    </a:lnTo>
                    <a:lnTo>
                      <a:pt x="282" y="214"/>
                    </a:lnTo>
                    <a:lnTo>
                      <a:pt x="278" y="218"/>
                    </a:lnTo>
                    <a:lnTo>
                      <a:pt x="282" y="218"/>
                    </a:lnTo>
                    <a:lnTo>
                      <a:pt x="278" y="218"/>
                    </a:lnTo>
                    <a:lnTo>
                      <a:pt x="278" y="222"/>
                    </a:lnTo>
                    <a:lnTo>
                      <a:pt x="282" y="226"/>
                    </a:lnTo>
                    <a:lnTo>
                      <a:pt x="286" y="226"/>
                    </a:lnTo>
                    <a:lnTo>
                      <a:pt x="286" y="228"/>
                    </a:lnTo>
                    <a:lnTo>
                      <a:pt x="286" y="226"/>
                    </a:lnTo>
                    <a:lnTo>
                      <a:pt x="290" y="226"/>
                    </a:lnTo>
                    <a:lnTo>
                      <a:pt x="290" y="228"/>
                    </a:lnTo>
                    <a:lnTo>
                      <a:pt x="290" y="232"/>
                    </a:lnTo>
                    <a:lnTo>
                      <a:pt x="286" y="236"/>
                    </a:lnTo>
                    <a:lnTo>
                      <a:pt x="286" y="240"/>
                    </a:lnTo>
                    <a:lnTo>
                      <a:pt x="290" y="240"/>
                    </a:lnTo>
                    <a:lnTo>
                      <a:pt x="290" y="244"/>
                    </a:lnTo>
                    <a:lnTo>
                      <a:pt x="290" y="248"/>
                    </a:lnTo>
                    <a:lnTo>
                      <a:pt x="294" y="248"/>
                    </a:lnTo>
                    <a:lnTo>
                      <a:pt x="290" y="248"/>
                    </a:lnTo>
                    <a:lnTo>
                      <a:pt x="290" y="252"/>
                    </a:lnTo>
                    <a:lnTo>
                      <a:pt x="294" y="262"/>
                    </a:lnTo>
                    <a:lnTo>
                      <a:pt x="294" y="266"/>
                    </a:lnTo>
                    <a:lnTo>
                      <a:pt x="294" y="270"/>
                    </a:lnTo>
                    <a:lnTo>
                      <a:pt x="294" y="274"/>
                    </a:lnTo>
                    <a:lnTo>
                      <a:pt x="290" y="274"/>
                    </a:lnTo>
                    <a:lnTo>
                      <a:pt x="290" y="278"/>
                    </a:lnTo>
                    <a:lnTo>
                      <a:pt x="290" y="274"/>
                    </a:lnTo>
                    <a:lnTo>
                      <a:pt x="290" y="270"/>
                    </a:lnTo>
                    <a:lnTo>
                      <a:pt x="290" y="266"/>
                    </a:lnTo>
                    <a:lnTo>
                      <a:pt x="290" y="270"/>
                    </a:lnTo>
                    <a:lnTo>
                      <a:pt x="286" y="270"/>
                    </a:lnTo>
                    <a:lnTo>
                      <a:pt x="286" y="266"/>
                    </a:lnTo>
                    <a:lnTo>
                      <a:pt x="290" y="266"/>
                    </a:lnTo>
                    <a:lnTo>
                      <a:pt x="286" y="266"/>
                    </a:lnTo>
                    <a:lnTo>
                      <a:pt x="286" y="270"/>
                    </a:lnTo>
                    <a:lnTo>
                      <a:pt x="286" y="274"/>
                    </a:lnTo>
                    <a:lnTo>
                      <a:pt x="286" y="278"/>
                    </a:lnTo>
                    <a:lnTo>
                      <a:pt x="286" y="274"/>
                    </a:lnTo>
                    <a:lnTo>
                      <a:pt x="286" y="270"/>
                    </a:lnTo>
                    <a:lnTo>
                      <a:pt x="286" y="274"/>
                    </a:lnTo>
                    <a:lnTo>
                      <a:pt x="282" y="274"/>
                    </a:lnTo>
                    <a:lnTo>
                      <a:pt x="282" y="270"/>
                    </a:lnTo>
                    <a:lnTo>
                      <a:pt x="282" y="274"/>
                    </a:lnTo>
                    <a:lnTo>
                      <a:pt x="282" y="278"/>
                    </a:lnTo>
                    <a:lnTo>
                      <a:pt x="282" y="274"/>
                    </a:lnTo>
                    <a:lnTo>
                      <a:pt x="282" y="270"/>
                    </a:lnTo>
                    <a:lnTo>
                      <a:pt x="278" y="270"/>
                    </a:lnTo>
                    <a:lnTo>
                      <a:pt x="282" y="266"/>
                    </a:lnTo>
                    <a:lnTo>
                      <a:pt x="278" y="262"/>
                    </a:lnTo>
                    <a:lnTo>
                      <a:pt x="278" y="258"/>
                    </a:lnTo>
                    <a:lnTo>
                      <a:pt x="278" y="262"/>
                    </a:lnTo>
                    <a:lnTo>
                      <a:pt x="278" y="266"/>
                    </a:lnTo>
                    <a:lnTo>
                      <a:pt x="282" y="266"/>
                    </a:lnTo>
                    <a:lnTo>
                      <a:pt x="278" y="266"/>
                    </a:lnTo>
                    <a:lnTo>
                      <a:pt x="278" y="270"/>
                    </a:lnTo>
                    <a:lnTo>
                      <a:pt x="274" y="274"/>
                    </a:lnTo>
                    <a:lnTo>
                      <a:pt x="272" y="274"/>
                    </a:lnTo>
                    <a:lnTo>
                      <a:pt x="268" y="278"/>
                    </a:lnTo>
                    <a:lnTo>
                      <a:pt x="264" y="278"/>
                    </a:lnTo>
                    <a:lnTo>
                      <a:pt x="264" y="282"/>
                    </a:lnTo>
                    <a:lnTo>
                      <a:pt x="264" y="286"/>
                    </a:lnTo>
                    <a:lnTo>
                      <a:pt x="264" y="288"/>
                    </a:lnTo>
                    <a:lnTo>
                      <a:pt x="264" y="292"/>
                    </a:lnTo>
                    <a:lnTo>
                      <a:pt x="260" y="292"/>
                    </a:lnTo>
                    <a:lnTo>
                      <a:pt x="260" y="296"/>
                    </a:lnTo>
                    <a:lnTo>
                      <a:pt x="260" y="300"/>
                    </a:lnTo>
                    <a:lnTo>
                      <a:pt x="256" y="300"/>
                    </a:lnTo>
                    <a:lnTo>
                      <a:pt x="256" y="302"/>
                    </a:lnTo>
                    <a:lnTo>
                      <a:pt x="252" y="302"/>
                    </a:lnTo>
                    <a:lnTo>
                      <a:pt x="256" y="302"/>
                    </a:lnTo>
                    <a:lnTo>
                      <a:pt x="252" y="302"/>
                    </a:lnTo>
                    <a:lnTo>
                      <a:pt x="252" y="306"/>
                    </a:lnTo>
                    <a:lnTo>
                      <a:pt x="248" y="306"/>
                    </a:lnTo>
                    <a:lnTo>
                      <a:pt x="246" y="306"/>
                    </a:lnTo>
                    <a:lnTo>
                      <a:pt x="242" y="310"/>
                    </a:lnTo>
                    <a:lnTo>
                      <a:pt x="242" y="306"/>
                    </a:lnTo>
                    <a:lnTo>
                      <a:pt x="246" y="306"/>
                    </a:lnTo>
                    <a:lnTo>
                      <a:pt x="242" y="302"/>
                    </a:lnTo>
                    <a:lnTo>
                      <a:pt x="242" y="306"/>
                    </a:lnTo>
                    <a:lnTo>
                      <a:pt x="238" y="306"/>
                    </a:lnTo>
                    <a:lnTo>
                      <a:pt x="238" y="310"/>
                    </a:lnTo>
                    <a:lnTo>
                      <a:pt x="242" y="310"/>
                    </a:lnTo>
                    <a:lnTo>
                      <a:pt x="242" y="306"/>
                    </a:lnTo>
                    <a:lnTo>
                      <a:pt x="242" y="310"/>
                    </a:lnTo>
                    <a:lnTo>
                      <a:pt x="238" y="310"/>
                    </a:lnTo>
                    <a:lnTo>
                      <a:pt x="238" y="314"/>
                    </a:lnTo>
                    <a:lnTo>
                      <a:pt x="234" y="318"/>
                    </a:lnTo>
                    <a:lnTo>
                      <a:pt x="230" y="318"/>
                    </a:lnTo>
                    <a:lnTo>
                      <a:pt x="234" y="318"/>
                    </a:lnTo>
                    <a:lnTo>
                      <a:pt x="230" y="322"/>
                    </a:lnTo>
                    <a:lnTo>
                      <a:pt x="230" y="326"/>
                    </a:lnTo>
                    <a:lnTo>
                      <a:pt x="226" y="330"/>
                    </a:lnTo>
                    <a:lnTo>
                      <a:pt x="222" y="332"/>
                    </a:lnTo>
                    <a:lnTo>
                      <a:pt x="218" y="332"/>
                    </a:lnTo>
                    <a:lnTo>
                      <a:pt x="218" y="336"/>
                    </a:lnTo>
                    <a:lnTo>
                      <a:pt x="216" y="336"/>
                    </a:lnTo>
                    <a:lnTo>
                      <a:pt x="216" y="340"/>
                    </a:lnTo>
                    <a:lnTo>
                      <a:pt x="212" y="340"/>
                    </a:lnTo>
                    <a:lnTo>
                      <a:pt x="212" y="344"/>
                    </a:lnTo>
                    <a:lnTo>
                      <a:pt x="208" y="348"/>
                    </a:lnTo>
                    <a:lnTo>
                      <a:pt x="204" y="348"/>
                    </a:lnTo>
                    <a:lnTo>
                      <a:pt x="204" y="352"/>
                    </a:lnTo>
                    <a:lnTo>
                      <a:pt x="200" y="352"/>
                    </a:lnTo>
                    <a:lnTo>
                      <a:pt x="200" y="356"/>
                    </a:lnTo>
                    <a:lnTo>
                      <a:pt x="196" y="356"/>
                    </a:lnTo>
                    <a:lnTo>
                      <a:pt x="196" y="358"/>
                    </a:lnTo>
                    <a:lnTo>
                      <a:pt x="200" y="358"/>
                    </a:lnTo>
                    <a:lnTo>
                      <a:pt x="196" y="358"/>
                    </a:lnTo>
                    <a:lnTo>
                      <a:pt x="196" y="362"/>
                    </a:lnTo>
                    <a:lnTo>
                      <a:pt x="196" y="366"/>
                    </a:lnTo>
                    <a:lnTo>
                      <a:pt x="192" y="366"/>
                    </a:lnTo>
                    <a:lnTo>
                      <a:pt x="190" y="366"/>
                    </a:lnTo>
                    <a:lnTo>
                      <a:pt x="186" y="366"/>
                    </a:lnTo>
                    <a:lnTo>
                      <a:pt x="182" y="366"/>
                    </a:lnTo>
                    <a:lnTo>
                      <a:pt x="182" y="370"/>
                    </a:lnTo>
                    <a:lnTo>
                      <a:pt x="182" y="374"/>
                    </a:lnTo>
                    <a:lnTo>
                      <a:pt x="178" y="374"/>
                    </a:lnTo>
                    <a:lnTo>
                      <a:pt x="178" y="378"/>
                    </a:lnTo>
                    <a:lnTo>
                      <a:pt x="178" y="374"/>
                    </a:lnTo>
                    <a:lnTo>
                      <a:pt x="178" y="378"/>
                    </a:lnTo>
                    <a:lnTo>
                      <a:pt x="178" y="374"/>
                    </a:lnTo>
                    <a:lnTo>
                      <a:pt x="174" y="374"/>
                    </a:lnTo>
                    <a:lnTo>
                      <a:pt x="170" y="378"/>
                    </a:lnTo>
                    <a:lnTo>
                      <a:pt x="166" y="382"/>
                    </a:lnTo>
                    <a:lnTo>
                      <a:pt x="166" y="386"/>
                    </a:lnTo>
                    <a:lnTo>
                      <a:pt x="166" y="388"/>
                    </a:lnTo>
                    <a:lnTo>
                      <a:pt x="166" y="392"/>
                    </a:lnTo>
                    <a:lnTo>
                      <a:pt x="166" y="396"/>
                    </a:lnTo>
                    <a:lnTo>
                      <a:pt x="166" y="400"/>
                    </a:lnTo>
                    <a:lnTo>
                      <a:pt x="166" y="404"/>
                    </a:lnTo>
                    <a:lnTo>
                      <a:pt x="166" y="408"/>
                    </a:lnTo>
                    <a:lnTo>
                      <a:pt x="166" y="412"/>
                    </a:lnTo>
                    <a:lnTo>
                      <a:pt x="170" y="412"/>
                    </a:lnTo>
                    <a:lnTo>
                      <a:pt x="166" y="412"/>
                    </a:lnTo>
                    <a:lnTo>
                      <a:pt x="166" y="416"/>
                    </a:lnTo>
                    <a:lnTo>
                      <a:pt x="170" y="416"/>
                    </a:lnTo>
                    <a:lnTo>
                      <a:pt x="170" y="418"/>
                    </a:lnTo>
                    <a:lnTo>
                      <a:pt x="170" y="416"/>
                    </a:lnTo>
                    <a:lnTo>
                      <a:pt x="166" y="412"/>
                    </a:lnTo>
                    <a:lnTo>
                      <a:pt x="166" y="416"/>
                    </a:lnTo>
                    <a:lnTo>
                      <a:pt x="170" y="418"/>
                    </a:lnTo>
                    <a:lnTo>
                      <a:pt x="170" y="422"/>
                    </a:lnTo>
                    <a:lnTo>
                      <a:pt x="170" y="426"/>
                    </a:lnTo>
                    <a:lnTo>
                      <a:pt x="170" y="430"/>
                    </a:lnTo>
                    <a:lnTo>
                      <a:pt x="166" y="430"/>
                    </a:lnTo>
                    <a:lnTo>
                      <a:pt x="166" y="434"/>
                    </a:lnTo>
                    <a:lnTo>
                      <a:pt x="166" y="438"/>
                    </a:lnTo>
                    <a:lnTo>
                      <a:pt x="162" y="442"/>
                    </a:lnTo>
                    <a:lnTo>
                      <a:pt x="162" y="446"/>
                    </a:lnTo>
                    <a:lnTo>
                      <a:pt x="162" y="448"/>
                    </a:lnTo>
                    <a:lnTo>
                      <a:pt x="162" y="452"/>
                    </a:lnTo>
                    <a:lnTo>
                      <a:pt x="162" y="456"/>
                    </a:lnTo>
                    <a:lnTo>
                      <a:pt x="162" y="460"/>
                    </a:lnTo>
                    <a:lnTo>
                      <a:pt x="162" y="464"/>
                    </a:lnTo>
                    <a:lnTo>
                      <a:pt x="162" y="468"/>
                    </a:lnTo>
                    <a:lnTo>
                      <a:pt x="162" y="472"/>
                    </a:lnTo>
                    <a:lnTo>
                      <a:pt x="160" y="472"/>
                    </a:lnTo>
                    <a:lnTo>
                      <a:pt x="162" y="472"/>
                    </a:lnTo>
                    <a:lnTo>
                      <a:pt x="160" y="472"/>
                    </a:lnTo>
                    <a:lnTo>
                      <a:pt x="156" y="472"/>
                    </a:lnTo>
                    <a:lnTo>
                      <a:pt x="156" y="474"/>
                    </a:lnTo>
                    <a:lnTo>
                      <a:pt x="156" y="478"/>
                    </a:lnTo>
                    <a:lnTo>
                      <a:pt x="152" y="478"/>
                    </a:lnTo>
                    <a:lnTo>
                      <a:pt x="152" y="482"/>
                    </a:lnTo>
                    <a:lnTo>
                      <a:pt x="148" y="486"/>
                    </a:lnTo>
                    <a:lnTo>
                      <a:pt x="152" y="486"/>
                    </a:lnTo>
                    <a:lnTo>
                      <a:pt x="152" y="490"/>
                    </a:lnTo>
                    <a:lnTo>
                      <a:pt x="156" y="490"/>
                    </a:lnTo>
                    <a:lnTo>
                      <a:pt x="152" y="490"/>
                    </a:lnTo>
                    <a:lnTo>
                      <a:pt x="148" y="490"/>
                    </a:lnTo>
                    <a:lnTo>
                      <a:pt x="144" y="494"/>
                    </a:lnTo>
                    <a:lnTo>
                      <a:pt x="140" y="494"/>
                    </a:lnTo>
                    <a:lnTo>
                      <a:pt x="140" y="498"/>
                    </a:lnTo>
                    <a:lnTo>
                      <a:pt x="140" y="502"/>
                    </a:lnTo>
                    <a:lnTo>
                      <a:pt x="136" y="504"/>
                    </a:lnTo>
                    <a:lnTo>
                      <a:pt x="134" y="508"/>
                    </a:lnTo>
                    <a:lnTo>
                      <a:pt x="130" y="508"/>
                    </a:lnTo>
                    <a:lnTo>
                      <a:pt x="126" y="508"/>
                    </a:lnTo>
                    <a:lnTo>
                      <a:pt x="126" y="504"/>
                    </a:lnTo>
                    <a:lnTo>
                      <a:pt x="122" y="504"/>
                    </a:lnTo>
                    <a:lnTo>
                      <a:pt x="122" y="502"/>
                    </a:lnTo>
                    <a:lnTo>
                      <a:pt x="118" y="502"/>
                    </a:lnTo>
                    <a:lnTo>
                      <a:pt x="118" y="498"/>
                    </a:lnTo>
                    <a:lnTo>
                      <a:pt x="118" y="494"/>
                    </a:lnTo>
                    <a:lnTo>
                      <a:pt x="114" y="494"/>
                    </a:lnTo>
                    <a:lnTo>
                      <a:pt x="114" y="490"/>
                    </a:lnTo>
                    <a:lnTo>
                      <a:pt x="114" y="486"/>
                    </a:lnTo>
                    <a:lnTo>
                      <a:pt x="114" y="482"/>
                    </a:lnTo>
                    <a:lnTo>
                      <a:pt x="110" y="478"/>
                    </a:lnTo>
                    <a:lnTo>
                      <a:pt x="114" y="478"/>
                    </a:lnTo>
                    <a:lnTo>
                      <a:pt x="110" y="478"/>
                    </a:lnTo>
                    <a:lnTo>
                      <a:pt x="114" y="482"/>
                    </a:lnTo>
                    <a:lnTo>
                      <a:pt x="114" y="486"/>
                    </a:lnTo>
                    <a:lnTo>
                      <a:pt x="114" y="482"/>
                    </a:lnTo>
                    <a:lnTo>
                      <a:pt x="114" y="478"/>
                    </a:lnTo>
                    <a:lnTo>
                      <a:pt x="110" y="478"/>
                    </a:lnTo>
                    <a:lnTo>
                      <a:pt x="110" y="474"/>
                    </a:lnTo>
                    <a:lnTo>
                      <a:pt x="110" y="478"/>
                    </a:lnTo>
                    <a:lnTo>
                      <a:pt x="110" y="474"/>
                    </a:lnTo>
                    <a:lnTo>
                      <a:pt x="110" y="472"/>
                    </a:lnTo>
                    <a:lnTo>
                      <a:pt x="110" y="468"/>
                    </a:lnTo>
                    <a:lnTo>
                      <a:pt x="106" y="464"/>
                    </a:lnTo>
                    <a:lnTo>
                      <a:pt x="106" y="460"/>
                    </a:lnTo>
                    <a:lnTo>
                      <a:pt x="104" y="452"/>
                    </a:lnTo>
                    <a:lnTo>
                      <a:pt x="104" y="448"/>
                    </a:lnTo>
                    <a:lnTo>
                      <a:pt x="100" y="446"/>
                    </a:lnTo>
                    <a:lnTo>
                      <a:pt x="100" y="442"/>
                    </a:lnTo>
                    <a:lnTo>
                      <a:pt x="96" y="442"/>
                    </a:lnTo>
                    <a:lnTo>
                      <a:pt x="96" y="438"/>
                    </a:lnTo>
                    <a:lnTo>
                      <a:pt x="96" y="434"/>
                    </a:lnTo>
                    <a:lnTo>
                      <a:pt x="92" y="430"/>
                    </a:lnTo>
                    <a:lnTo>
                      <a:pt x="92" y="426"/>
                    </a:lnTo>
                    <a:lnTo>
                      <a:pt x="92" y="422"/>
                    </a:lnTo>
                    <a:lnTo>
                      <a:pt x="92" y="418"/>
                    </a:lnTo>
                    <a:lnTo>
                      <a:pt x="90" y="416"/>
                    </a:lnTo>
                    <a:lnTo>
                      <a:pt x="90" y="412"/>
                    </a:lnTo>
                    <a:lnTo>
                      <a:pt x="90" y="408"/>
                    </a:lnTo>
                    <a:lnTo>
                      <a:pt x="90" y="404"/>
                    </a:lnTo>
                    <a:lnTo>
                      <a:pt x="86" y="404"/>
                    </a:lnTo>
                    <a:lnTo>
                      <a:pt x="86" y="400"/>
                    </a:lnTo>
                    <a:lnTo>
                      <a:pt x="86" y="396"/>
                    </a:lnTo>
                    <a:lnTo>
                      <a:pt x="86" y="400"/>
                    </a:lnTo>
                    <a:lnTo>
                      <a:pt x="86" y="396"/>
                    </a:lnTo>
                    <a:lnTo>
                      <a:pt x="82" y="396"/>
                    </a:lnTo>
                    <a:lnTo>
                      <a:pt x="82" y="392"/>
                    </a:lnTo>
                    <a:lnTo>
                      <a:pt x="82" y="388"/>
                    </a:lnTo>
                    <a:lnTo>
                      <a:pt x="78" y="386"/>
                    </a:lnTo>
                    <a:lnTo>
                      <a:pt x="78" y="382"/>
                    </a:lnTo>
                    <a:lnTo>
                      <a:pt x="82" y="386"/>
                    </a:lnTo>
                    <a:lnTo>
                      <a:pt x="82" y="382"/>
                    </a:lnTo>
                    <a:lnTo>
                      <a:pt x="78" y="382"/>
                    </a:lnTo>
                    <a:lnTo>
                      <a:pt x="78" y="378"/>
                    </a:lnTo>
                    <a:lnTo>
                      <a:pt x="74" y="378"/>
                    </a:lnTo>
                    <a:lnTo>
                      <a:pt x="74" y="374"/>
                    </a:lnTo>
                    <a:lnTo>
                      <a:pt x="74" y="370"/>
                    </a:lnTo>
                    <a:lnTo>
                      <a:pt x="70" y="366"/>
                    </a:lnTo>
                    <a:lnTo>
                      <a:pt x="70" y="362"/>
                    </a:lnTo>
                    <a:lnTo>
                      <a:pt x="70" y="358"/>
                    </a:lnTo>
                    <a:lnTo>
                      <a:pt x="70" y="356"/>
                    </a:lnTo>
                    <a:lnTo>
                      <a:pt x="70" y="352"/>
                    </a:lnTo>
                    <a:lnTo>
                      <a:pt x="70" y="348"/>
                    </a:lnTo>
                    <a:lnTo>
                      <a:pt x="70" y="344"/>
                    </a:lnTo>
                    <a:lnTo>
                      <a:pt x="66" y="344"/>
                    </a:lnTo>
                    <a:lnTo>
                      <a:pt x="66" y="340"/>
                    </a:lnTo>
                    <a:lnTo>
                      <a:pt x="66" y="336"/>
                    </a:lnTo>
                    <a:lnTo>
                      <a:pt x="66" y="332"/>
                    </a:lnTo>
                    <a:lnTo>
                      <a:pt x="66" y="330"/>
                    </a:lnTo>
                    <a:lnTo>
                      <a:pt x="62" y="326"/>
                    </a:lnTo>
                    <a:lnTo>
                      <a:pt x="66" y="326"/>
                    </a:lnTo>
                    <a:lnTo>
                      <a:pt x="66" y="322"/>
                    </a:lnTo>
                    <a:lnTo>
                      <a:pt x="66" y="318"/>
                    </a:lnTo>
                    <a:lnTo>
                      <a:pt x="66" y="322"/>
                    </a:lnTo>
                    <a:lnTo>
                      <a:pt x="62" y="322"/>
                    </a:lnTo>
                    <a:lnTo>
                      <a:pt x="62" y="318"/>
                    </a:lnTo>
                    <a:lnTo>
                      <a:pt x="62" y="314"/>
                    </a:lnTo>
                    <a:lnTo>
                      <a:pt x="66" y="314"/>
                    </a:lnTo>
                    <a:lnTo>
                      <a:pt x="66" y="318"/>
                    </a:lnTo>
                    <a:lnTo>
                      <a:pt x="66" y="314"/>
                    </a:lnTo>
                    <a:lnTo>
                      <a:pt x="62" y="314"/>
                    </a:lnTo>
                    <a:lnTo>
                      <a:pt x="62" y="310"/>
                    </a:lnTo>
                    <a:lnTo>
                      <a:pt x="62" y="306"/>
                    </a:lnTo>
                    <a:lnTo>
                      <a:pt x="62" y="302"/>
                    </a:lnTo>
                    <a:lnTo>
                      <a:pt x="62" y="300"/>
                    </a:lnTo>
                    <a:lnTo>
                      <a:pt x="62" y="296"/>
                    </a:lnTo>
                    <a:lnTo>
                      <a:pt x="66" y="296"/>
                    </a:lnTo>
                    <a:lnTo>
                      <a:pt x="66" y="288"/>
                    </a:lnTo>
                    <a:lnTo>
                      <a:pt x="62" y="288"/>
                    </a:lnTo>
                    <a:lnTo>
                      <a:pt x="62" y="286"/>
                    </a:lnTo>
                    <a:lnTo>
                      <a:pt x="62" y="282"/>
                    </a:lnTo>
                    <a:lnTo>
                      <a:pt x="60" y="282"/>
                    </a:lnTo>
                    <a:lnTo>
                      <a:pt x="60" y="278"/>
                    </a:lnTo>
                    <a:lnTo>
                      <a:pt x="62" y="278"/>
                    </a:lnTo>
                    <a:lnTo>
                      <a:pt x="60" y="278"/>
                    </a:lnTo>
                    <a:lnTo>
                      <a:pt x="62" y="278"/>
                    </a:lnTo>
                    <a:lnTo>
                      <a:pt x="62" y="274"/>
                    </a:lnTo>
                    <a:lnTo>
                      <a:pt x="66" y="274"/>
                    </a:lnTo>
                    <a:lnTo>
                      <a:pt x="70" y="274"/>
                    </a:lnTo>
                    <a:lnTo>
                      <a:pt x="66" y="274"/>
                    </a:lnTo>
                    <a:lnTo>
                      <a:pt x="62" y="274"/>
                    </a:lnTo>
                    <a:lnTo>
                      <a:pt x="60" y="274"/>
                    </a:lnTo>
                    <a:lnTo>
                      <a:pt x="60" y="270"/>
                    </a:lnTo>
                    <a:lnTo>
                      <a:pt x="62" y="270"/>
                    </a:lnTo>
                    <a:lnTo>
                      <a:pt x="60" y="270"/>
                    </a:lnTo>
                    <a:lnTo>
                      <a:pt x="60" y="266"/>
                    </a:lnTo>
                    <a:lnTo>
                      <a:pt x="62" y="262"/>
                    </a:lnTo>
                    <a:lnTo>
                      <a:pt x="62" y="266"/>
                    </a:lnTo>
                    <a:lnTo>
                      <a:pt x="62" y="262"/>
                    </a:lnTo>
                    <a:lnTo>
                      <a:pt x="66" y="262"/>
                    </a:lnTo>
                    <a:lnTo>
                      <a:pt x="62" y="262"/>
                    </a:lnTo>
                    <a:lnTo>
                      <a:pt x="60" y="262"/>
                    </a:lnTo>
                    <a:lnTo>
                      <a:pt x="56" y="262"/>
                    </a:lnTo>
                    <a:lnTo>
                      <a:pt x="56" y="266"/>
                    </a:lnTo>
                    <a:lnTo>
                      <a:pt x="56" y="270"/>
                    </a:lnTo>
                    <a:lnTo>
                      <a:pt x="52" y="270"/>
                    </a:lnTo>
                    <a:lnTo>
                      <a:pt x="56" y="270"/>
                    </a:lnTo>
                    <a:lnTo>
                      <a:pt x="52" y="270"/>
                    </a:lnTo>
                    <a:lnTo>
                      <a:pt x="52" y="274"/>
                    </a:lnTo>
                    <a:lnTo>
                      <a:pt x="56" y="270"/>
                    </a:lnTo>
                    <a:lnTo>
                      <a:pt x="56" y="274"/>
                    </a:lnTo>
                    <a:lnTo>
                      <a:pt x="56" y="278"/>
                    </a:lnTo>
                    <a:lnTo>
                      <a:pt x="56" y="282"/>
                    </a:lnTo>
                    <a:lnTo>
                      <a:pt x="52" y="282"/>
                    </a:lnTo>
                    <a:lnTo>
                      <a:pt x="52" y="286"/>
                    </a:lnTo>
                    <a:lnTo>
                      <a:pt x="48" y="286"/>
                    </a:lnTo>
                    <a:lnTo>
                      <a:pt x="44" y="288"/>
                    </a:lnTo>
                    <a:lnTo>
                      <a:pt x="40" y="288"/>
                    </a:lnTo>
                    <a:lnTo>
                      <a:pt x="36" y="292"/>
                    </a:lnTo>
                    <a:lnTo>
                      <a:pt x="34" y="288"/>
                    </a:lnTo>
                    <a:lnTo>
                      <a:pt x="30" y="288"/>
                    </a:lnTo>
                    <a:lnTo>
                      <a:pt x="30" y="286"/>
                    </a:lnTo>
                    <a:lnTo>
                      <a:pt x="26" y="286"/>
                    </a:lnTo>
                    <a:lnTo>
                      <a:pt x="26" y="282"/>
                    </a:lnTo>
                    <a:lnTo>
                      <a:pt x="22" y="282"/>
                    </a:lnTo>
                    <a:lnTo>
                      <a:pt x="22" y="278"/>
                    </a:lnTo>
                    <a:lnTo>
                      <a:pt x="18" y="274"/>
                    </a:lnTo>
                    <a:lnTo>
                      <a:pt x="14" y="270"/>
                    </a:lnTo>
                    <a:lnTo>
                      <a:pt x="10" y="266"/>
                    </a:lnTo>
                    <a:lnTo>
                      <a:pt x="10" y="262"/>
                    </a:lnTo>
                    <a:lnTo>
                      <a:pt x="10" y="258"/>
                    </a:lnTo>
                    <a:lnTo>
                      <a:pt x="10" y="262"/>
                    </a:lnTo>
                    <a:lnTo>
                      <a:pt x="14" y="262"/>
                    </a:lnTo>
                    <a:lnTo>
                      <a:pt x="10" y="262"/>
                    </a:lnTo>
                    <a:lnTo>
                      <a:pt x="14" y="262"/>
                    </a:lnTo>
                    <a:lnTo>
                      <a:pt x="18" y="262"/>
                    </a:lnTo>
                    <a:lnTo>
                      <a:pt x="22" y="262"/>
                    </a:lnTo>
                    <a:lnTo>
                      <a:pt x="22" y="258"/>
                    </a:lnTo>
                    <a:lnTo>
                      <a:pt x="26" y="258"/>
                    </a:lnTo>
                    <a:lnTo>
                      <a:pt x="30" y="256"/>
                    </a:lnTo>
                    <a:lnTo>
                      <a:pt x="30" y="252"/>
                    </a:lnTo>
                    <a:lnTo>
                      <a:pt x="34" y="252"/>
                    </a:lnTo>
                    <a:lnTo>
                      <a:pt x="34" y="248"/>
                    </a:lnTo>
                    <a:lnTo>
                      <a:pt x="30" y="248"/>
                    </a:lnTo>
                    <a:lnTo>
                      <a:pt x="30" y="252"/>
                    </a:lnTo>
                    <a:lnTo>
                      <a:pt x="22" y="252"/>
                    </a:lnTo>
                    <a:lnTo>
                      <a:pt x="22" y="256"/>
                    </a:lnTo>
                    <a:lnTo>
                      <a:pt x="18" y="256"/>
                    </a:lnTo>
                    <a:lnTo>
                      <a:pt x="14" y="256"/>
                    </a:lnTo>
                    <a:lnTo>
                      <a:pt x="14" y="252"/>
                    </a:lnTo>
                    <a:lnTo>
                      <a:pt x="10" y="252"/>
                    </a:lnTo>
                    <a:lnTo>
                      <a:pt x="6" y="252"/>
                    </a:lnTo>
                    <a:lnTo>
                      <a:pt x="6" y="248"/>
                    </a:lnTo>
                    <a:lnTo>
                      <a:pt x="4" y="244"/>
                    </a:lnTo>
                    <a:lnTo>
                      <a:pt x="4" y="240"/>
                    </a:lnTo>
                    <a:lnTo>
                      <a:pt x="4" y="236"/>
                    </a:lnTo>
                    <a:lnTo>
                      <a:pt x="6" y="236"/>
                    </a:lnTo>
                    <a:lnTo>
                      <a:pt x="4" y="236"/>
                    </a:lnTo>
                    <a:lnTo>
                      <a:pt x="0" y="240"/>
                    </a:lnTo>
                    <a:lnTo>
                      <a:pt x="0" y="236"/>
                    </a:lnTo>
                    <a:lnTo>
                      <a:pt x="0" y="236"/>
                    </a:lnTo>
                    <a:lnTo>
                      <a:pt x="0" y="236"/>
                    </a:lnTo>
                    <a:close/>
                    <a:moveTo>
                      <a:pt x="282" y="270"/>
                    </a:moveTo>
                    <a:lnTo>
                      <a:pt x="282" y="274"/>
                    </a:lnTo>
                    <a:lnTo>
                      <a:pt x="278" y="274"/>
                    </a:lnTo>
                    <a:lnTo>
                      <a:pt x="278" y="270"/>
                    </a:lnTo>
                    <a:lnTo>
                      <a:pt x="282" y="270"/>
                    </a:lnTo>
                    <a:lnTo>
                      <a:pt x="282" y="270"/>
                    </a:lnTo>
                    <a:lnTo>
                      <a:pt x="282" y="270"/>
                    </a:lnTo>
                    <a:close/>
                    <a:moveTo>
                      <a:pt x="346" y="442"/>
                    </a:moveTo>
                    <a:lnTo>
                      <a:pt x="346" y="438"/>
                    </a:lnTo>
                    <a:lnTo>
                      <a:pt x="350" y="438"/>
                    </a:lnTo>
                    <a:lnTo>
                      <a:pt x="346" y="442"/>
                    </a:lnTo>
                    <a:lnTo>
                      <a:pt x="346" y="442"/>
                    </a:lnTo>
                    <a:lnTo>
                      <a:pt x="346" y="442"/>
                    </a:lnTo>
                    <a:close/>
                    <a:moveTo>
                      <a:pt x="346" y="452"/>
                    </a:moveTo>
                    <a:lnTo>
                      <a:pt x="342" y="452"/>
                    </a:lnTo>
                    <a:lnTo>
                      <a:pt x="346" y="452"/>
                    </a:lnTo>
                    <a:lnTo>
                      <a:pt x="346" y="452"/>
                    </a:lnTo>
                    <a:lnTo>
                      <a:pt x="346" y="452"/>
                    </a:lnTo>
                    <a:close/>
                    <a:moveTo>
                      <a:pt x="346" y="490"/>
                    </a:moveTo>
                    <a:lnTo>
                      <a:pt x="346" y="494"/>
                    </a:lnTo>
                    <a:lnTo>
                      <a:pt x="346" y="490"/>
                    </a:lnTo>
                    <a:lnTo>
                      <a:pt x="346" y="490"/>
                    </a:lnTo>
                    <a:lnTo>
                      <a:pt x="346" y="490"/>
                    </a:lnTo>
                    <a:close/>
                    <a:moveTo>
                      <a:pt x="66" y="504"/>
                    </a:moveTo>
                    <a:lnTo>
                      <a:pt x="66" y="508"/>
                    </a:lnTo>
                    <a:lnTo>
                      <a:pt x="66" y="504"/>
                    </a:lnTo>
                    <a:lnTo>
                      <a:pt x="66" y="504"/>
                    </a:lnTo>
                    <a:lnTo>
                      <a:pt x="66" y="504"/>
                    </a:lnTo>
                    <a:close/>
                    <a:moveTo>
                      <a:pt x="358" y="508"/>
                    </a:moveTo>
                    <a:lnTo>
                      <a:pt x="358" y="512"/>
                    </a:lnTo>
                    <a:lnTo>
                      <a:pt x="358" y="508"/>
                    </a:lnTo>
                    <a:lnTo>
                      <a:pt x="358" y="508"/>
                    </a:lnTo>
                    <a:lnTo>
                      <a:pt x="358" y="508"/>
                    </a:lnTo>
                    <a:close/>
                    <a:moveTo>
                      <a:pt x="354" y="512"/>
                    </a:moveTo>
                    <a:lnTo>
                      <a:pt x="358" y="512"/>
                    </a:lnTo>
                    <a:lnTo>
                      <a:pt x="354" y="512"/>
                    </a:lnTo>
                    <a:lnTo>
                      <a:pt x="354" y="512"/>
                    </a:lnTo>
                    <a:lnTo>
                      <a:pt x="354" y="512"/>
                    </a:lnTo>
                    <a:close/>
                    <a:moveTo>
                      <a:pt x="360" y="524"/>
                    </a:moveTo>
                    <a:lnTo>
                      <a:pt x="358" y="524"/>
                    </a:lnTo>
                    <a:lnTo>
                      <a:pt x="360" y="524"/>
                    </a:lnTo>
                    <a:lnTo>
                      <a:pt x="360" y="520"/>
                    </a:lnTo>
                    <a:lnTo>
                      <a:pt x="360" y="524"/>
                    </a:lnTo>
                    <a:lnTo>
                      <a:pt x="360" y="524"/>
                    </a:lnTo>
                    <a:lnTo>
                      <a:pt x="360" y="524"/>
                    </a:lnTo>
                    <a:close/>
                    <a:moveTo>
                      <a:pt x="346" y="426"/>
                    </a:moveTo>
                    <a:lnTo>
                      <a:pt x="346" y="422"/>
                    </a:lnTo>
                    <a:lnTo>
                      <a:pt x="346" y="418"/>
                    </a:lnTo>
                    <a:lnTo>
                      <a:pt x="350" y="418"/>
                    </a:lnTo>
                    <a:lnTo>
                      <a:pt x="350" y="416"/>
                    </a:lnTo>
                    <a:lnTo>
                      <a:pt x="350" y="418"/>
                    </a:lnTo>
                    <a:lnTo>
                      <a:pt x="350" y="422"/>
                    </a:lnTo>
                    <a:lnTo>
                      <a:pt x="350" y="426"/>
                    </a:lnTo>
                    <a:lnTo>
                      <a:pt x="350" y="422"/>
                    </a:lnTo>
                    <a:lnTo>
                      <a:pt x="346" y="426"/>
                    </a:lnTo>
                    <a:lnTo>
                      <a:pt x="346" y="426"/>
                    </a:lnTo>
                    <a:lnTo>
                      <a:pt x="346" y="426"/>
                    </a:lnTo>
                    <a:close/>
                    <a:moveTo>
                      <a:pt x="346" y="438"/>
                    </a:moveTo>
                    <a:lnTo>
                      <a:pt x="346" y="434"/>
                    </a:lnTo>
                    <a:lnTo>
                      <a:pt x="346" y="430"/>
                    </a:lnTo>
                    <a:lnTo>
                      <a:pt x="346" y="426"/>
                    </a:lnTo>
                    <a:lnTo>
                      <a:pt x="350" y="426"/>
                    </a:lnTo>
                    <a:lnTo>
                      <a:pt x="350" y="430"/>
                    </a:lnTo>
                    <a:lnTo>
                      <a:pt x="350" y="434"/>
                    </a:lnTo>
                    <a:lnTo>
                      <a:pt x="346" y="434"/>
                    </a:lnTo>
                    <a:lnTo>
                      <a:pt x="346" y="438"/>
                    </a:lnTo>
                    <a:lnTo>
                      <a:pt x="350" y="438"/>
                    </a:lnTo>
                    <a:lnTo>
                      <a:pt x="346" y="438"/>
                    </a:lnTo>
                    <a:lnTo>
                      <a:pt x="346" y="438"/>
                    </a:lnTo>
                    <a:lnTo>
                      <a:pt x="346" y="438"/>
                    </a:lnTo>
                    <a:close/>
                    <a:moveTo>
                      <a:pt x="346" y="442"/>
                    </a:moveTo>
                    <a:lnTo>
                      <a:pt x="346" y="446"/>
                    </a:lnTo>
                    <a:lnTo>
                      <a:pt x="346" y="448"/>
                    </a:lnTo>
                    <a:lnTo>
                      <a:pt x="346" y="452"/>
                    </a:lnTo>
                    <a:lnTo>
                      <a:pt x="342" y="448"/>
                    </a:lnTo>
                    <a:lnTo>
                      <a:pt x="342" y="446"/>
                    </a:lnTo>
                    <a:lnTo>
                      <a:pt x="346" y="446"/>
                    </a:lnTo>
                    <a:lnTo>
                      <a:pt x="346" y="442"/>
                    </a:lnTo>
                    <a:lnTo>
                      <a:pt x="346" y="438"/>
                    </a:lnTo>
                    <a:lnTo>
                      <a:pt x="346" y="442"/>
                    </a:lnTo>
                    <a:lnTo>
                      <a:pt x="346" y="438"/>
                    </a:lnTo>
                    <a:lnTo>
                      <a:pt x="346" y="442"/>
                    </a:lnTo>
                    <a:lnTo>
                      <a:pt x="346" y="442"/>
                    </a:lnTo>
                    <a:lnTo>
                      <a:pt x="346" y="442"/>
                    </a:lnTo>
                    <a:close/>
                    <a:moveTo>
                      <a:pt x="342" y="464"/>
                    </a:moveTo>
                    <a:lnTo>
                      <a:pt x="342" y="468"/>
                    </a:lnTo>
                    <a:lnTo>
                      <a:pt x="338" y="468"/>
                    </a:lnTo>
                    <a:lnTo>
                      <a:pt x="338" y="464"/>
                    </a:lnTo>
                    <a:lnTo>
                      <a:pt x="342" y="464"/>
                    </a:lnTo>
                    <a:lnTo>
                      <a:pt x="342" y="460"/>
                    </a:lnTo>
                    <a:lnTo>
                      <a:pt x="342" y="464"/>
                    </a:lnTo>
                    <a:lnTo>
                      <a:pt x="342" y="464"/>
                    </a:lnTo>
                    <a:lnTo>
                      <a:pt x="342" y="464"/>
                    </a:lnTo>
                    <a:close/>
                    <a:moveTo>
                      <a:pt x="360" y="528"/>
                    </a:moveTo>
                    <a:lnTo>
                      <a:pt x="360" y="532"/>
                    </a:lnTo>
                    <a:lnTo>
                      <a:pt x="360" y="534"/>
                    </a:lnTo>
                    <a:lnTo>
                      <a:pt x="360" y="532"/>
                    </a:lnTo>
                    <a:lnTo>
                      <a:pt x="360" y="528"/>
                    </a:lnTo>
                    <a:lnTo>
                      <a:pt x="358" y="528"/>
                    </a:lnTo>
                    <a:lnTo>
                      <a:pt x="360" y="524"/>
                    </a:lnTo>
                    <a:lnTo>
                      <a:pt x="360" y="528"/>
                    </a:lnTo>
                    <a:lnTo>
                      <a:pt x="360" y="528"/>
                    </a:lnTo>
                    <a:lnTo>
                      <a:pt x="360" y="5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grpSp>
      </p:grpSp>
      <p:cxnSp>
        <p:nvCxnSpPr>
          <p:cNvPr id="227" name="Straight Connector 444"/>
          <p:cNvCxnSpPr>
            <a:stCxn id="231" idx="0"/>
          </p:cNvCxnSpPr>
          <p:nvPr/>
        </p:nvCxnSpPr>
        <p:spPr bwMode="gray">
          <a:xfrm flipH="1" flipV="1">
            <a:off x="3014844" y="4049420"/>
            <a:ext cx="332" cy="1463811"/>
          </a:xfrm>
          <a:prstGeom prst="line">
            <a:avLst/>
          </a:prstGeom>
          <a:ln w="19050" cap="rnd">
            <a:solidFill>
              <a:schemeClr val="accent5"/>
            </a:solidFill>
            <a:tailEnd type="oval" w="sm" len="sm"/>
          </a:ln>
        </p:spPr>
        <p:style>
          <a:lnRef idx="1">
            <a:schemeClr val="accent1"/>
          </a:lnRef>
          <a:fillRef idx="0">
            <a:schemeClr val="accent1"/>
          </a:fillRef>
          <a:effectRef idx="0">
            <a:schemeClr val="accent1"/>
          </a:effectRef>
          <a:fontRef idx="minor">
            <a:schemeClr val="tx1"/>
          </a:fontRef>
        </p:style>
      </p:cxnSp>
      <p:sp>
        <p:nvSpPr>
          <p:cNvPr id="228" name="TextBox 454"/>
          <p:cNvSpPr txBox="1"/>
          <p:nvPr/>
        </p:nvSpPr>
        <p:spPr bwMode="gray">
          <a:xfrm>
            <a:off x="3218949" y="5632304"/>
            <a:ext cx="551605" cy="338554"/>
          </a:xfrm>
          <a:prstGeom prst="rect">
            <a:avLst/>
          </a:prstGeom>
          <a:noFill/>
        </p:spPr>
        <p:txBody>
          <a:bodyPr wrap="square" lIns="0" tIns="0" rIns="0" bIns="0" rtlCol="0">
            <a:spAutoFit/>
          </a:bodyPr>
          <a:lstStyle/>
          <a:p>
            <a:pPr algn="ctr">
              <a:buSzPct val="100000"/>
            </a:pPr>
            <a:r>
              <a:rPr lang="en-GB" sz="1100" b="1" dirty="0">
                <a:solidFill>
                  <a:schemeClr val="accent5"/>
                </a:solidFill>
              </a:rPr>
              <a:t>India</a:t>
            </a:r>
          </a:p>
          <a:p>
            <a:pPr algn="ctr">
              <a:buSzPct val="100000"/>
            </a:pPr>
            <a:r>
              <a:rPr lang="en-GB" sz="1100" dirty="0">
                <a:solidFill>
                  <a:schemeClr val="accent5"/>
                </a:solidFill>
              </a:rPr>
              <a:t>3,541</a:t>
            </a:r>
          </a:p>
        </p:txBody>
      </p:sp>
      <p:grpSp>
        <p:nvGrpSpPr>
          <p:cNvPr id="229" name="グループ化 228"/>
          <p:cNvGrpSpPr/>
          <p:nvPr/>
        </p:nvGrpSpPr>
        <p:grpSpPr bwMode="gray">
          <a:xfrm>
            <a:off x="2766776" y="5513231"/>
            <a:ext cx="496800" cy="496800"/>
            <a:chOff x="5961854" y="1619560"/>
            <a:chExt cx="496800" cy="496800"/>
          </a:xfrm>
        </p:grpSpPr>
        <p:sp>
          <p:nvSpPr>
            <p:cNvPr id="230" name="Freeform 501"/>
            <p:cNvSpPr>
              <a:spLocks noChangeAspect="1" noEditPoints="1"/>
            </p:cNvSpPr>
            <p:nvPr/>
          </p:nvSpPr>
          <p:spPr bwMode="gray">
            <a:xfrm>
              <a:off x="6078450" y="1736973"/>
              <a:ext cx="263609" cy="261974"/>
            </a:xfrm>
            <a:custGeom>
              <a:avLst/>
              <a:gdLst>
                <a:gd name="T0" fmla="*/ 227 w 242"/>
                <a:gd name="T1" fmla="*/ 9 h 241"/>
                <a:gd name="T2" fmla="*/ 221 w 242"/>
                <a:gd name="T3" fmla="*/ 1 h 241"/>
                <a:gd name="T4" fmla="*/ 210 w 242"/>
                <a:gd name="T5" fmla="*/ 3 h 241"/>
                <a:gd name="T6" fmla="*/ 113 w 242"/>
                <a:gd name="T7" fmla="*/ 35 h 241"/>
                <a:gd name="T8" fmla="*/ 42 w 242"/>
                <a:gd name="T9" fmla="*/ 54 h 241"/>
                <a:gd name="T10" fmla="*/ 4 w 242"/>
                <a:gd name="T11" fmla="*/ 121 h 241"/>
                <a:gd name="T12" fmla="*/ 24 w 242"/>
                <a:gd name="T13" fmla="*/ 188 h 241"/>
                <a:gd name="T14" fmla="*/ 0 w 242"/>
                <a:gd name="T15" fmla="*/ 230 h 241"/>
                <a:gd name="T16" fmla="*/ 11 w 242"/>
                <a:gd name="T17" fmla="*/ 241 h 241"/>
                <a:gd name="T18" fmla="*/ 11 w 242"/>
                <a:gd name="T19" fmla="*/ 241 h 241"/>
                <a:gd name="T20" fmla="*/ 21 w 242"/>
                <a:gd name="T21" fmla="*/ 230 h 241"/>
                <a:gd name="T22" fmla="*/ 39 w 242"/>
                <a:gd name="T23" fmla="*/ 203 h 241"/>
                <a:gd name="T24" fmla="*/ 100 w 242"/>
                <a:gd name="T25" fmla="*/ 225 h 241"/>
                <a:gd name="T26" fmla="*/ 174 w 242"/>
                <a:gd name="T27" fmla="*/ 193 h 241"/>
                <a:gd name="T28" fmla="*/ 227 w 242"/>
                <a:gd name="T29" fmla="*/ 9 h 241"/>
                <a:gd name="T30" fmla="*/ 159 w 242"/>
                <a:gd name="T31" fmla="*/ 178 h 241"/>
                <a:gd name="T32" fmla="*/ 47 w 242"/>
                <a:gd name="T33" fmla="*/ 181 h 241"/>
                <a:gd name="T34" fmla="*/ 25 w 242"/>
                <a:gd name="T35" fmla="*/ 123 h 241"/>
                <a:gd name="T36" fmla="*/ 55 w 242"/>
                <a:gd name="T37" fmla="*/ 71 h 241"/>
                <a:gd name="T38" fmla="*/ 114 w 242"/>
                <a:gd name="T39" fmla="*/ 56 h 241"/>
                <a:gd name="T40" fmla="*/ 209 w 242"/>
                <a:gd name="T41" fmla="*/ 30 h 241"/>
                <a:gd name="T42" fmla="*/ 159 w 242"/>
                <a:gd name="T43" fmla="*/ 178 h 241"/>
                <a:gd name="T44" fmla="*/ 160 w 242"/>
                <a:gd name="T45" fmla="*/ 90 h 241"/>
                <a:gd name="T46" fmla="*/ 151 w 242"/>
                <a:gd name="T47" fmla="*/ 102 h 241"/>
                <a:gd name="T48" fmla="*/ 76 w 242"/>
                <a:gd name="T49" fmla="*/ 163 h 241"/>
                <a:gd name="T50" fmla="*/ 66 w 242"/>
                <a:gd name="T51" fmla="*/ 170 h 241"/>
                <a:gd name="T52" fmla="*/ 62 w 242"/>
                <a:gd name="T53" fmla="*/ 169 h 241"/>
                <a:gd name="T54" fmla="*/ 56 w 242"/>
                <a:gd name="T55" fmla="*/ 156 h 241"/>
                <a:gd name="T56" fmla="*/ 148 w 242"/>
                <a:gd name="T57" fmla="*/ 81 h 241"/>
                <a:gd name="T58" fmla="*/ 160 w 242"/>
                <a:gd name="T59" fmla="*/ 90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42" h="241">
                  <a:moveTo>
                    <a:pt x="227" y="9"/>
                  </a:moveTo>
                  <a:cubicBezTo>
                    <a:pt x="226" y="5"/>
                    <a:pt x="224" y="2"/>
                    <a:pt x="221" y="1"/>
                  </a:cubicBezTo>
                  <a:cubicBezTo>
                    <a:pt x="217" y="0"/>
                    <a:pt x="213" y="0"/>
                    <a:pt x="210" y="3"/>
                  </a:cubicBezTo>
                  <a:cubicBezTo>
                    <a:pt x="171" y="33"/>
                    <a:pt x="141" y="34"/>
                    <a:pt x="113" y="35"/>
                  </a:cubicBezTo>
                  <a:cubicBezTo>
                    <a:pt x="90" y="36"/>
                    <a:pt x="67" y="37"/>
                    <a:pt x="42" y="54"/>
                  </a:cubicBezTo>
                  <a:cubicBezTo>
                    <a:pt x="20" y="69"/>
                    <a:pt x="6" y="94"/>
                    <a:pt x="4" y="121"/>
                  </a:cubicBezTo>
                  <a:cubicBezTo>
                    <a:pt x="2" y="145"/>
                    <a:pt x="9" y="169"/>
                    <a:pt x="24" y="188"/>
                  </a:cubicBezTo>
                  <a:cubicBezTo>
                    <a:pt x="1" y="209"/>
                    <a:pt x="0" y="228"/>
                    <a:pt x="0" y="230"/>
                  </a:cubicBezTo>
                  <a:cubicBezTo>
                    <a:pt x="0" y="236"/>
                    <a:pt x="5" y="241"/>
                    <a:pt x="11" y="241"/>
                  </a:cubicBezTo>
                  <a:cubicBezTo>
                    <a:pt x="11" y="241"/>
                    <a:pt x="11" y="241"/>
                    <a:pt x="11" y="241"/>
                  </a:cubicBezTo>
                  <a:cubicBezTo>
                    <a:pt x="17" y="241"/>
                    <a:pt x="21" y="236"/>
                    <a:pt x="21" y="230"/>
                  </a:cubicBezTo>
                  <a:cubicBezTo>
                    <a:pt x="22" y="230"/>
                    <a:pt x="22" y="218"/>
                    <a:pt x="39" y="203"/>
                  </a:cubicBezTo>
                  <a:cubicBezTo>
                    <a:pt x="57" y="218"/>
                    <a:pt x="78" y="225"/>
                    <a:pt x="100" y="225"/>
                  </a:cubicBezTo>
                  <a:cubicBezTo>
                    <a:pt x="127" y="225"/>
                    <a:pt x="153" y="214"/>
                    <a:pt x="174" y="193"/>
                  </a:cubicBezTo>
                  <a:cubicBezTo>
                    <a:pt x="212" y="156"/>
                    <a:pt x="242" y="80"/>
                    <a:pt x="227" y="9"/>
                  </a:cubicBezTo>
                  <a:close/>
                  <a:moveTo>
                    <a:pt x="159" y="178"/>
                  </a:moveTo>
                  <a:cubicBezTo>
                    <a:pt x="126" y="211"/>
                    <a:pt x="78" y="213"/>
                    <a:pt x="47" y="181"/>
                  </a:cubicBezTo>
                  <a:cubicBezTo>
                    <a:pt x="31" y="166"/>
                    <a:pt x="24" y="145"/>
                    <a:pt x="25" y="123"/>
                  </a:cubicBezTo>
                  <a:cubicBezTo>
                    <a:pt x="27" y="102"/>
                    <a:pt x="38" y="83"/>
                    <a:pt x="55" y="71"/>
                  </a:cubicBezTo>
                  <a:cubicBezTo>
                    <a:pt x="74" y="58"/>
                    <a:pt x="91" y="57"/>
                    <a:pt x="114" y="56"/>
                  </a:cubicBezTo>
                  <a:cubicBezTo>
                    <a:pt x="141" y="56"/>
                    <a:pt x="171" y="54"/>
                    <a:pt x="209" y="30"/>
                  </a:cubicBezTo>
                  <a:cubicBezTo>
                    <a:pt x="215" y="89"/>
                    <a:pt x="190" y="148"/>
                    <a:pt x="159" y="178"/>
                  </a:cubicBezTo>
                  <a:close/>
                  <a:moveTo>
                    <a:pt x="160" y="90"/>
                  </a:moveTo>
                  <a:cubicBezTo>
                    <a:pt x="161" y="95"/>
                    <a:pt x="157" y="101"/>
                    <a:pt x="151" y="102"/>
                  </a:cubicBezTo>
                  <a:cubicBezTo>
                    <a:pt x="97" y="112"/>
                    <a:pt x="76" y="163"/>
                    <a:pt x="76" y="163"/>
                  </a:cubicBezTo>
                  <a:cubicBezTo>
                    <a:pt x="75" y="168"/>
                    <a:pt x="71" y="170"/>
                    <a:pt x="66" y="170"/>
                  </a:cubicBezTo>
                  <a:cubicBezTo>
                    <a:pt x="65" y="170"/>
                    <a:pt x="64" y="170"/>
                    <a:pt x="62" y="169"/>
                  </a:cubicBezTo>
                  <a:cubicBezTo>
                    <a:pt x="57" y="167"/>
                    <a:pt x="54" y="161"/>
                    <a:pt x="56" y="156"/>
                  </a:cubicBezTo>
                  <a:cubicBezTo>
                    <a:pt x="57" y="153"/>
                    <a:pt x="81" y="93"/>
                    <a:pt x="148" y="81"/>
                  </a:cubicBezTo>
                  <a:cubicBezTo>
                    <a:pt x="154" y="80"/>
                    <a:pt x="159" y="84"/>
                    <a:pt x="160" y="90"/>
                  </a:cubicBezTo>
                  <a:close/>
                </a:path>
              </a:pathLst>
            </a:custGeom>
            <a:solidFill>
              <a:schemeClr val="accent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1" name="円/楕円 230"/>
            <p:cNvSpPr>
              <a:spLocks noChangeAspect="1"/>
            </p:cNvSpPr>
            <p:nvPr/>
          </p:nvSpPr>
          <p:spPr bwMode="gray">
            <a:xfrm>
              <a:off x="5961854" y="1619560"/>
              <a:ext cx="496800" cy="496800"/>
            </a:xfrm>
            <a:prstGeom prst="ellipse">
              <a:avLst/>
            </a:prstGeom>
            <a:noFill/>
            <a:ln w="19050" algn="ctr">
              <a:solidFill>
                <a:schemeClr val="accent5"/>
              </a:solidFill>
              <a:miter lim="800000"/>
              <a:headEnd/>
              <a:tailEnd/>
            </a:ln>
          </p:spPr>
          <p:txBody>
            <a:bodyPr wrap="square" lIns="36000" tIns="36000" rIns="36000" bIns="36000" rtlCol="0" anchor="ctr"/>
            <a:lstStyle/>
            <a:p>
              <a:pPr algn="ctr">
                <a:buFont typeface="Wingdings 2" pitchFamily="18" charset="2"/>
                <a:buNone/>
              </a:pPr>
              <a:endParaRPr kumimoji="1" lang="ja-JP" altLang="en-US" sz="1200" dirty="0"/>
            </a:p>
          </p:txBody>
        </p:sp>
      </p:grpSp>
      <p:cxnSp>
        <p:nvCxnSpPr>
          <p:cNvPr id="236" name="Straight Connector 445"/>
          <p:cNvCxnSpPr>
            <a:stCxn id="240" idx="4"/>
            <a:endCxn id="507" idx="37"/>
          </p:cNvCxnSpPr>
          <p:nvPr/>
        </p:nvCxnSpPr>
        <p:spPr bwMode="gray">
          <a:xfrm>
            <a:off x="1374489" y="2297419"/>
            <a:ext cx="48239" cy="625089"/>
          </a:xfrm>
          <a:prstGeom prst="line">
            <a:avLst/>
          </a:prstGeom>
          <a:ln w="19050" cap="rnd">
            <a:solidFill>
              <a:schemeClr val="accent3"/>
            </a:solidFill>
            <a:tailEnd type="oval" w="med" len="med"/>
          </a:ln>
        </p:spPr>
        <p:style>
          <a:lnRef idx="1">
            <a:schemeClr val="accent1"/>
          </a:lnRef>
          <a:fillRef idx="0">
            <a:schemeClr val="accent1"/>
          </a:fillRef>
          <a:effectRef idx="0">
            <a:schemeClr val="accent1"/>
          </a:effectRef>
          <a:fontRef idx="minor">
            <a:schemeClr val="tx1"/>
          </a:fontRef>
        </p:style>
      </p:cxnSp>
      <p:sp>
        <p:nvSpPr>
          <p:cNvPr id="237" name="TextBox 455"/>
          <p:cNvSpPr txBox="1"/>
          <p:nvPr/>
        </p:nvSpPr>
        <p:spPr bwMode="gray">
          <a:xfrm>
            <a:off x="396409" y="1844959"/>
            <a:ext cx="730055" cy="338554"/>
          </a:xfrm>
          <a:prstGeom prst="rect">
            <a:avLst/>
          </a:prstGeom>
          <a:noFill/>
        </p:spPr>
        <p:txBody>
          <a:bodyPr wrap="square" lIns="0" tIns="0" rIns="0" bIns="0" rtlCol="0">
            <a:spAutoFit/>
          </a:bodyPr>
          <a:lstStyle/>
          <a:p>
            <a:pPr algn="ctr">
              <a:buSzPct val="100000"/>
            </a:pPr>
            <a:r>
              <a:rPr lang="en-GB" sz="1100" b="1" dirty="0">
                <a:solidFill>
                  <a:schemeClr val="accent3"/>
                </a:solidFill>
              </a:rPr>
              <a:t>Germany</a:t>
            </a:r>
          </a:p>
          <a:p>
            <a:pPr algn="ctr">
              <a:buSzPct val="100000"/>
            </a:pPr>
            <a:r>
              <a:rPr lang="en-GB" sz="1100" dirty="0">
                <a:solidFill>
                  <a:schemeClr val="accent3"/>
                </a:solidFill>
              </a:rPr>
              <a:t>12,895</a:t>
            </a:r>
          </a:p>
        </p:txBody>
      </p:sp>
      <p:grpSp>
        <p:nvGrpSpPr>
          <p:cNvPr id="238" name="グループ化 237"/>
          <p:cNvGrpSpPr/>
          <p:nvPr/>
        </p:nvGrpSpPr>
        <p:grpSpPr bwMode="gray">
          <a:xfrm>
            <a:off x="1126089" y="1800619"/>
            <a:ext cx="496800" cy="496800"/>
            <a:chOff x="4453778" y="1494246"/>
            <a:chExt cx="496800" cy="496800"/>
          </a:xfrm>
        </p:grpSpPr>
        <p:sp>
          <p:nvSpPr>
            <p:cNvPr id="239" name="Freeform 818"/>
            <p:cNvSpPr>
              <a:spLocks noEditPoints="1"/>
            </p:cNvSpPr>
            <p:nvPr/>
          </p:nvSpPr>
          <p:spPr bwMode="gray">
            <a:xfrm>
              <a:off x="4547760" y="1623919"/>
              <a:ext cx="308837" cy="237455"/>
            </a:xfrm>
            <a:custGeom>
              <a:avLst/>
              <a:gdLst>
                <a:gd name="T0" fmla="*/ 309 w 320"/>
                <a:gd name="T1" fmla="*/ 32 h 245"/>
                <a:gd name="T2" fmla="*/ 259 w 320"/>
                <a:gd name="T3" fmla="*/ 32 h 245"/>
                <a:gd name="T4" fmla="*/ 244 w 320"/>
                <a:gd name="T5" fmla="*/ 5 h 245"/>
                <a:gd name="T6" fmla="*/ 234 w 320"/>
                <a:gd name="T7" fmla="*/ 0 h 245"/>
                <a:gd name="T8" fmla="*/ 85 w 320"/>
                <a:gd name="T9" fmla="*/ 0 h 245"/>
                <a:gd name="T10" fmla="*/ 77 w 320"/>
                <a:gd name="T11" fmla="*/ 4 h 245"/>
                <a:gd name="T12" fmla="*/ 55 w 320"/>
                <a:gd name="T13" fmla="*/ 32 h 245"/>
                <a:gd name="T14" fmla="*/ 10 w 320"/>
                <a:gd name="T15" fmla="*/ 32 h 245"/>
                <a:gd name="T16" fmla="*/ 0 w 320"/>
                <a:gd name="T17" fmla="*/ 42 h 245"/>
                <a:gd name="T18" fmla="*/ 0 w 320"/>
                <a:gd name="T19" fmla="*/ 234 h 245"/>
                <a:gd name="T20" fmla="*/ 10 w 320"/>
                <a:gd name="T21" fmla="*/ 245 h 245"/>
                <a:gd name="T22" fmla="*/ 309 w 320"/>
                <a:gd name="T23" fmla="*/ 245 h 245"/>
                <a:gd name="T24" fmla="*/ 320 w 320"/>
                <a:gd name="T25" fmla="*/ 234 h 245"/>
                <a:gd name="T26" fmla="*/ 320 w 320"/>
                <a:gd name="T27" fmla="*/ 42 h 245"/>
                <a:gd name="T28" fmla="*/ 309 w 320"/>
                <a:gd name="T29" fmla="*/ 32 h 245"/>
                <a:gd name="T30" fmla="*/ 298 w 320"/>
                <a:gd name="T31" fmla="*/ 224 h 245"/>
                <a:gd name="T32" fmla="*/ 21 w 320"/>
                <a:gd name="T33" fmla="*/ 224 h 245"/>
                <a:gd name="T34" fmla="*/ 21 w 320"/>
                <a:gd name="T35" fmla="*/ 53 h 245"/>
                <a:gd name="T36" fmla="*/ 61 w 320"/>
                <a:gd name="T37" fmla="*/ 53 h 245"/>
                <a:gd name="T38" fmla="*/ 69 w 320"/>
                <a:gd name="T39" fmla="*/ 49 h 245"/>
                <a:gd name="T40" fmla="*/ 90 w 320"/>
                <a:gd name="T41" fmla="*/ 21 h 245"/>
                <a:gd name="T42" fmla="*/ 228 w 320"/>
                <a:gd name="T43" fmla="*/ 21 h 245"/>
                <a:gd name="T44" fmla="*/ 243 w 320"/>
                <a:gd name="T45" fmla="*/ 48 h 245"/>
                <a:gd name="T46" fmla="*/ 253 w 320"/>
                <a:gd name="T47" fmla="*/ 53 h 245"/>
                <a:gd name="T48" fmla="*/ 298 w 320"/>
                <a:gd name="T49" fmla="*/ 53 h 245"/>
                <a:gd name="T50" fmla="*/ 298 w 320"/>
                <a:gd name="T51" fmla="*/ 224 h 245"/>
                <a:gd name="T52" fmla="*/ 160 w 320"/>
                <a:gd name="T53" fmla="*/ 53 h 245"/>
                <a:gd name="T54" fmla="*/ 85 w 320"/>
                <a:gd name="T55" fmla="*/ 128 h 245"/>
                <a:gd name="T56" fmla="*/ 160 w 320"/>
                <a:gd name="T57" fmla="*/ 202 h 245"/>
                <a:gd name="T58" fmla="*/ 234 w 320"/>
                <a:gd name="T59" fmla="*/ 128 h 245"/>
                <a:gd name="T60" fmla="*/ 160 w 320"/>
                <a:gd name="T61" fmla="*/ 53 h 245"/>
                <a:gd name="T62" fmla="*/ 160 w 320"/>
                <a:gd name="T63" fmla="*/ 181 h 245"/>
                <a:gd name="T64" fmla="*/ 106 w 320"/>
                <a:gd name="T65" fmla="*/ 128 h 245"/>
                <a:gd name="T66" fmla="*/ 160 w 320"/>
                <a:gd name="T67" fmla="*/ 74 h 245"/>
                <a:gd name="T68" fmla="*/ 213 w 320"/>
                <a:gd name="T69" fmla="*/ 128 h 245"/>
                <a:gd name="T70" fmla="*/ 160 w 320"/>
                <a:gd name="T71" fmla="*/ 181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0" h="245">
                  <a:moveTo>
                    <a:pt x="309" y="32"/>
                  </a:moveTo>
                  <a:cubicBezTo>
                    <a:pt x="259" y="32"/>
                    <a:pt x="259" y="32"/>
                    <a:pt x="259" y="32"/>
                  </a:cubicBezTo>
                  <a:cubicBezTo>
                    <a:pt x="244" y="5"/>
                    <a:pt x="244" y="5"/>
                    <a:pt x="244" y="5"/>
                  </a:cubicBezTo>
                  <a:cubicBezTo>
                    <a:pt x="242" y="2"/>
                    <a:pt x="238" y="0"/>
                    <a:pt x="234" y="0"/>
                  </a:cubicBezTo>
                  <a:cubicBezTo>
                    <a:pt x="85" y="0"/>
                    <a:pt x="85" y="0"/>
                    <a:pt x="85" y="0"/>
                  </a:cubicBezTo>
                  <a:cubicBezTo>
                    <a:pt x="82" y="0"/>
                    <a:pt x="79" y="1"/>
                    <a:pt x="77" y="4"/>
                  </a:cubicBezTo>
                  <a:cubicBezTo>
                    <a:pt x="55" y="32"/>
                    <a:pt x="55" y="32"/>
                    <a:pt x="55" y="32"/>
                  </a:cubicBezTo>
                  <a:cubicBezTo>
                    <a:pt x="10" y="32"/>
                    <a:pt x="10" y="32"/>
                    <a:pt x="10" y="32"/>
                  </a:cubicBezTo>
                  <a:cubicBezTo>
                    <a:pt x="4" y="32"/>
                    <a:pt x="0" y="36"/>
                    <a:pt x="0" y="42"/>
                  </a:cubicBezTo>
                  <a:cubicBezTo>
                    <a:pt x="0" y="234"/>
                    <a:pt x="0" y="234"/>
                    <a:pt x="0" y="234"/>
                  </a:cubicBezTo>
                  <a:cubicBezTo>
                    <a:pt x="0" y="240"/>
                    <a:pt x="4" y="245"/>
                    <a:pt x="10" y="245"/>
                  </a:cubicBezTo>
                  <a:cubicBezTo>
                    <a:pt x="309" y="245"/>
                    <a:pt x="309" y="245"/>
                    <a:pt x="309" y="245"/>
                  </a:cubicBezTo>
                  <a:cubicBezTo>
                    <a:pt x="315" y="245"/>
                    <a:pt x="320" y="240"/>
                    <a:pt x="320" y="234"/>
                  </a:cubicBezTo>
                  <a:cubicBezTo>
                    <a:pt x="320" y="42"/>
                    <a:pt x="320" y="42"/>
                    <a:pt x="320" y="42"/>
                  </a:cubicBezTo>
                  <a:cubicBezTo>
                    <a:pt x="320" y="36"/>
                    <a:pt x="315" y="32"/>
                    <a:pt x="309" y="32"/>
                  </a:cubicBezTo>
                  <a:close/>
                  <a:moveTo>
                    <a:pt x="298" y="224"/>
                  </a:moveTo>
                  <a:cubicBezTo>
                    <a:pt x="21" y="224"/>
                    <a:pt x="21" y="224"/>
                    <a:pt x="21" y="224"/>
                  </a:cubicBezTo>
                  <a:cubicBezTo>
                    <a:pt x="21" y="53"/>
                    <a:pt x="21" y="53"/>
                    <a:pt x="21" y="53"/>
                  </a:cubicBezTo>
                  <a:cubicBezTo>
                    <a:pt x="61" y="53"/>
                    <a:pt x="61" y="53"/>
                    <a:pt x="61" y="53"/>
                  </a:cubicBezTo>
                  <a:cubicBezTo>
                    <a:pt x="64" y="53"/>
                    <a:pt x="67" y="51"/>
                    <a:pt x="69" y="49"/>
                  </a:cubicBezTo>
                  <a:cubicBezTo>
                    <a:pt x="90" y="21"/>
                    <a:pt x="90" y="21"/>
                    <a:pt x="90" y="21"/>
                  </a:cubicBezTo>
                  <a:cubicBezTo>
                    <a:pt x="228" y="21"/>
                    <a:pt x="228" y="21"/>
                    <a:pt x="228" y="21"/>
                  </a:cubicBezTo>
                  <a:cubicBezTo>
                    <a:pt x="243" y="48"/>
                    <a:pt x="243" y="48"/>
                    <a:pt x="243" y="48"/>
                  </a:cubicBezTo>
                  <a:cubicBezTo>
                    <a:pt x="245" y="51"/>
                    <a:pt x="249" y="53"/>
                    <a:pt x="253" y="53"/>
                  </a:cubicBezTo>
                  <a:cubicBezTo>
                    <a:pt x="298" y="53"/>
                    <a:pt x="298" y="53"/>
                    <a:pt x="298" y="53"/>
                  </a:cubicBezTo>
                  <a:lnTo>
                    <a:pt x="298" y="224"/>
                  </a:lnTo>
                  <a:close/>
                  <a:moveTo>
                    <a:pt x="160" y="53"/>
                  </a:moveTo>
                  <a:cubicBezTo>
                    <a:pt x="118" y="53"/>
                    <a:pt x="85" y="86"/>
                    <a:pt x="85" y="128"/>
                  </a:cubicBezTo>
                  <a:cubicBezTo>
                    <a:pt x="85" y="169"/>
                    <a:pt x="118" y="202"/>
                    <a:pt x="160" y="202"/>
                  </a:cubicBezTo>
                  <a:cubicBezTo>
                    <a:pt x="201" y="202"/>
                    <a:pt x="234" y="169"/>
                    <a:pt x="234" y="128"/>
                  </a:cubicBezTo>
                  <a:cubicBezTo>
                    <a:pt x="234" y="86"/>
                    <a:pt x="201" y="53"/>
                    <a:pt x="160" y="53"/>
                  </a:cubicBezTo>
                  <a:close/>
                  <a:moveTo>
                    <a:pt x="160" y="181"/>
                  </a:moveTo>
                  <a:cubicBezTo>
                    <a:pt x="130" y="181"/>
                    <a:pt x="106" y="157"/>
                    <a:pt x="106" y="128"/>
                  </a:cubicBezTo>
                  <a:cubicBezTo>
                    <a:pt x="106" y="98"/>
                    <a:pt x="130" y="74"/>
                    <a:pt x="160" y="74"/>
                  </a:cubicBezTo>
                  <a:cubicBezTo>
                    <a:pt x="189" y="74"/>
                    <a:pt x="213" y="98"/>
                    <a:pt x="213" y="128"/>
                  </a:cubicBezTo>
                  <a:cubicBezTo>
                    <a:pt x="213" y="157"/>
                    <a:pt x="189" y="181"/>
                    <a:pt x="160" y="181"/>
                  </a:cubicBez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40" name="円/楕円 239"/>
            <p:cNvSpPr>
              <a:spLocks noChangeAspect="1"/>
            </p:cNvSpPr>
            <p:nvPr/>
          </p:nvSpPr>
          <p:spPr bwMode="gray">
            <a:xfrm>
              <a:off x="4453778" y="1494246"/>
              <a:ext cx="496800" cy="496800"/>
            </a:xfrm>
            <a:prstGeom prst="ellipse">
              <a:avLst/>
            </a:prstGeom>
            <a:noFill/>
            <a:ln w="19050" algn="ctr">
              <a:solidFill>
                <a:schemeClr val="accent3"/>
              </a:solidFill>
              <a:miter lim="800000"/>
              <a:headEnd/>
              <a:tailEnd/>
            </a:ln>
          </p:spPr>
          <p:txBody>
            <a:bodyPr wrap="square" lIns="36000" tIns="36000" rIns="36000" bIns="36000" rtlCol="0" anchor="ctr"/>
            <a:lstStyle/>
            <a:p>
              <a:pPr algn="ctr">
                <a:buFont typeface="Wingdings 2" pitchFamily="18" charset="2"/>
                <a:buNone/>
              </a:pPr>
              <a:endParaRPr kumimoji="1" lang="ja-JP" altLang="en-US" sz="1200" dirty="0"/>
            </a:p>
          </p:txBody>
        </p:sp>
      </p:grpSp>
      <p:cxnSp>
        <p:nvCxnSpPr>
          <p:cNvPr id="243" name="Straight Connector 452"/>
          <p:cNvCxnSpPr>
            <a:stCxn id="247" idx="0"/>
          </p:cNvCxnSpPr>
          <p:nvPr/>
        </p:nvCxnSpPr>
        <p:spPr bwMode="gray">
          <a:xfrm flipV="1">
            <a:off x="1055248" y="2807854"/>
            <a:ext cx="0" cy="2668042"/>
          </a:xfrm>
          <a:prstGeom prst="line">
            <a:avLst/>
          </a:prstGeom>
          <a:ln w="19050">
            <a:solidFill>
              <a:schemeClr val="accent2"/>
            </a:solidFill>
            <a:tailEnd type="oval" w="lg" len="lg"/>
          </a:ln>
        </p:spPr>
        <p:style>
          <a:lnRef idx="1">
            <a:schemeClr val="accent1"/>
          </a:lnRef>
          <a:fillRef idx="0">
            <a:schemeClr val="accent1"/>
          </a:fillRef>
          <a:effectRef idx="0">
            <a:schemeClr val="accent1"/>
          </a:effectRef>
          <a:fontRef idx="minor">
            <a:schemeClr val="tx1"/>
          </a:fontRef>
        </p:style>
      </p:cxnSp>
      <p:sp>
        <p:nvSpPr>
          <p:cNvPr id="244" name="TextBox 453"/>
          <p:cNvSpPr txBox="1"/>
          <p:nvPr/>
        </p:nvSpPr>
        <p:spPr bwMode="gray">
          <a:xfrm>
            <a:off x="1324346" y="5558013"/>
            <a:ext cx="466332" cy="338554"/>
          </a:xfrm>
          <a:prstGeom prst="rect">
            <a:avLst/>
          </a:prstGeom>
          <a:noFill/>
        </p:spPr>
        <p:txBody>
          <a:bodyPr wrap="square" lIns="0" tIns="0" rIns="0" bIns="0" rtlCol="0">
            <a:spAutoFit/>
          </a:bodyPr>
          <a:lstStyle/>
          <a:p>
            <a:pPr algn="ctr">
              <a:buSzPct val="100000"/>
            </a:pPr>
            <a:r>
              <a:rPr lang="en-GB" sz="1100" b="1" dirty="0">
                <a:solidFill>
                  <a:schemeClr val="accent2"/>
                </a:solidFill>
              </a:rPr>
              <a:t>UK</a:t>
            </a:r>
          </a:p>
          <a:p>
            <a:pPr algn="ctr">
              <a:buSzPct val="100000"/>
            </a:pPr>
            <a:r>
              <a:rPr lang="en-GB" sz="1100" dirty="0">
                <a:solidFill>
                  <a:schemeClr val="accent2"/>
                </a:solidFill>
              </a:rPr>
              <a:t>71,895</a:t>
            </a:r>
          </a:p>
        </p:txBody>
      </p:sp>
      <p:grpSp>
        <p:nvGrpSpPr>
          <p:cNvPr id="245" name="グループ化 244"/>
          <p:cNvGrpSpPr/>
          <p:nvPr/>
        </p:nvGrpSpPr>
        <p:grpSpPr bwMode="gray">
          <a:xfrm>
            <a:off x="806848" y="5475896"/>
            <a:ext cx="496800" cy="496800"/>
            <a:chOff x="4153653" y="5808836"/>
            <a:chExt cx="496800" cy="496800"/>
          </a:xfrm>
        </p:grpSpPr>
        <p:sp>
          <p:nvSpPr>
            <p:cNvPr id="246" name="Freeform 511"/>
            <p:cNvSpPr>
              <a:spLocks noEditPoints="1"/>
            </p:cNvSpPr>
            <p:nvPr/>
          </p:nvSpPr>
          <p:spPr bwMode="gray">
            <a:xfrm>
              <a:off x="4298622" y="5902070"/>
              <a:ext cx="206862" cy="308837"/>
            </a:xfrm>
            <a:custGeom>
              <a:avLst/>
              <a:gdLst>
                <a:gd name="T0" fmla="*/ 11 w 213"/>
                <a:gd name="T1" fmla="*/ 64 h 320"/>
                <a:gd name="T2" fmla="*/ 203 w 213"/>
                <a:gd name="T3" fmla="*/ 64 h 320"/>
                <a:gd name="T4" fmla="*/ 213 w 213"/>
                <a:gd name="T5" fmla="*/ 53 h 320"/>
                <a:gd name="T6" fmla="*/ 203 w 213"/>
                <a:gd name="T7" fmla="*/ 42 h 320"/>
                <a:gd name="T8" fmla="*/ 167 w 213"/>
                <a:gd name="T9" fmla="*/ 42 h 320"/>
                <a:gd name="T10" fmla="*/ 107 w 213"/>
                <a:gd name="T11" fmla="*/ 0 h 320"/>
                <a:gd name="T12" fmla="*/ 48 w 213"/>
                <a:gd name="T13" fmla="*/ 38 h 320"/>
                <a:gd name="T14" fmla="*/ 48 w 213"/>
                <a:gd name="T15" fmla="*/ 38 h 320"/>
                <a:gd name="T16" fmla="*/ 46 w 213"/>
                <a:gd name="T17" fmla="*/ 42 h 320"/>
                <a:gd name="T18" fmla="*/ 11 w 213"/>
                <a:gd name="T19" fmla="*/ 42 h 320"/>
                <a:gd name="T20" fmla="*/ 0 w 213"/>
                <a:gd name="T21" fmla="*/ 53 h 320"/>
                <a:gd name="T22" fmla="*/ 11 w 213"/>
                <a:gd name="T23" fmla="*/ 64 h 320"/>
                <a:gd name="T24" fmla="*/ 107 w 213"/>
                <a:gd name="T25" fmla="*/ 21 h 320"/>
                <a:gd name="T26" fmla="*/ 144 w 213"/>
                <a:gd name="T27" fmla="*/ 42 h 320"/>
                <a:gd name="T28" fmla="*/ 70 w 213"/>
                <a:gd name="T29" fmla="*/ 42 h 320"/>
                <a:gd name="T30" fmla="*/ 107 w 213"/>
                <a:gd name="T31" fmla="*/ 21 h 320"/>
                <a:gd name="T32" fmla="*/ 203 w 213"/>
                <a:gd name="T33" fmla="*/ 85 h 320"/>
                <a:gd name="T34" fmla="*/ 192 w 213"/>
                <a:gd name="T35" fmla="*/ 85 h 320"/>
                <a:gd name="T36" fmla="*/ 21 w 213"/>
                <a:gd name="T37" fmla="*/ 85 h 320"/>
                <a:gd name="T38" fmla="*/ 11 w 213"/>
                <a:gd name="T39" fmla="*/ 85 h 320"/>
                <a:gd name="T40" fmla="*/ 0 w 213"/>
                <a:gd name="T41" fmla="*/ 96 h 320"/>
                <a:gd name="T42" fmla="*/ 11 w 213"/>
                <a:gd name="T43" fmla="*/ 106 h 320"/>
                <a:gd name="T44" fmla="*/ 11 w 213"/>
                <a:gd name="T45" fmla="*/ 309 h 320"/>
                <a:gd name="T46" fmla="*/ 21 w 213"/>
                <a:gd name="T47" fmla="*/ 320 h 320"/>
                <a:gd name="T48" fmla="*/ 192 w 213"/>
                <a:gd name="T49" fmla="*/ 320 h 320"/>
                <a:gd name="T50" fmla="*/ 203 w 213"/>
                <a:gd name="T51" fmla="*/ 309 h 320"/>
                <a:gd name="T52" fmla="*/ 203 w 213"/>
                <a:gd name="T53" fmla="*/ 106 h 320"/>
                <a:gd name="T54" fmla="*/ 213 w 213"/>
                <a:gd name="T55" fmla="*/ 96 h 320"/>
                <a:gd name="T56" fmla="*/ 203 w 213"/>
                <a:gd name="T57" fmla="*/ 85 h 320"/>
                <a:gd name="T58" fmla="*/ 181 w 213"/>
                <a:gd name="T59" fmla="*/ 298 h 320"/>
                <a:gd name="T60" fmla="*/ 32 w 213"/>
                <a:gd name="T61" fmla="*/ 298 h 320"/>
                <a:gd name="T62" fmla="*/ 32 w 213"/>
                <a:gd name="T63" fmla="*/ 106 h 320"/>
                <a:gd name="T64" fmla="*/ 181 w 213"/>
                <a:gd name="T65" fmla="*/ 106 h 320"/>
                <a:gd name="T66" fmla="*/ 181 w 213"/>
                <a:gd name="T67" fmla="*/ 298 h 320"/>
                <a:gd name="T68" fmla="*/ 53 w 213"/>
                <a:gd name="T69" fmla="*/ 266 h 320"/>
                <a:gd name="T70" fmla="*/ 53 w 213"/>
                <a:gd name="T71" fmla="*/ 138 h 320"/>
                <a:gd name="T72" fmla="*/ 64 w 213"/>
                <a:gd name="T73" fmla="*/ 128 h 320"/>
                <a:gd name="T74" fmla="*/ 75 w 213"/>
                <a:gd name="T75" fmla="*/ 138 h 320"/>
                <a:gd name="T76" fmla="*/ 75 w 213"/>
                <a:gd name="T77" fmla="*/ 266 h 320"/>
                <a:gd name="T78" fmla="*/ 64 w 213"/>
                <a:gd name="T79" fmla="*/ 277 h 320"/>
                <a:gd name="T80" fmla="*/ 53 w 213"/>
                <a:gd name="T81" fmla="*/ 266 h 320"/>
                <a:gd name="T82" fmla="*/ 96 w 213"/>
                <a:gd name="T83" fmla="*/ 266 h 320"/>
                <a:gd name="T84" fmla="*/ 96 w 213"/>
                <a:gd name="T85" fmla="*/ 138 h 320"/>
                <a:gd name="T86" fmla="*/ 107 w 213"/>
                <a:gd name="T87" fmla="*/ 128 h 320"/>
                <a:gd name="T88" fmla="*/ 117 w 213"/>
                <a:gd name="T89" fmla="*/ 138 h 320"/>
                <a:gd name="T90" fmla="*/ 117 w 213"/>
                <a:gd name="T91" fmla="*/ 266 h 320"/>
                <a:gd name="T92" fmla="*/ 107 w 213"/>
                <a:gd name="T93" fmla="*/ 277 h 320"/>
                <a:gd name="T94" fmla="*/ 96 w 213"/>
                <a:gd name="T95" fmla="*/ 266 h 320"/>
                <a:gd name="T96" fmla="*/ 139 w 213"/>
                <a:gd name="T97" fmla="*/ 266 h 320"/>
                <a:gd name="T98" fmla="*/ 139 w 213"/>
                <a:gd name="T99" fmla="*/ 138 h 320"/>
                <a:gd name="T100" fmla="*/ 149 w 213"/>
                <a:gd name="T101" fmla="*/ 128 h 320"/>
                <a:gd name="T102" fmla="*/ 160 w 213"/>
                <a:gd name="T103" fmla="*/ 138 h 320"/>
                <a:gd name="T104" fmla="*/ 160 w 213"/>
                <a:gd name="T105" fmla="*/ 266 h 320"/>
                <a:gd name="T106" fmla="*/ 149 w 213"/>
                <a:gd name="T107" fmla="*/ 277 h 320"/>
                <a:gd name="T108" fmla="*/ 139 w 213"/>
                <a:gd name="T109" fmla="*/ 266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13" h="320">
                  <a:moveTo>
                    <a:pt x="11" y="64"/>
                  </a:moveTo>
                  <a:cubicBezTo>
                    <a:pt x="203" y="64"/>
                    <a:pt x="203" y="64"/>
                    <a:pt x="203" y="64"/>
                  </a:cubicBezTo>
                  <a:cubicBezTo>
                    <a:pt x="209" y="64"/>
                    <a:pt x="213" y="59"/>
                    <a:pt x="213" y="53"/>
                  </a:cubicBezTo>
                  <a:cubicBezTo>
                    <a:pt x="213" y="47"/>
                    <a:pt x="209" y="42"/>
                    <a:pt x="203" y="42"/>
                  </a:cubicBezTo>
                  <a:cubicBezTo>
                    <a:pt x="167" y="42"/>
                    <a:pt x="167" y="42"/>
                    <a:pt x="167" y="42"/>
                  </a:cubicBezTo>
                  <a:cubicBezTo>
                    <a:pt x="158" y="17"/>
                    <a:pt x="134" y="0"/>
                    <a:pt x="107" y="0"/>
                  </a:cubicBezTo>
                  <a:cubicBezTo>
                    <a:pt x="81" y="0"/>
                    <a:pt x="58" y="15"/>
                    <a:pt x="48" y="38"/>
                  </a:cubicBezTo>
                  <a:cubicBezTo>
                    <a:pt x="48" y="38"/>
                    <a:pt x="48" y="38"/>
                    <a:pt x="48" y="38"/>
                  </a:cubicBezTo>
                  <a:cubicBezTo>
                    <a:pt x="47" y="39"/>
                    <a:pt x="47" y="41"/>
                    <a:pt x="46" y="42"/>
                  </a:cubicBezTo>
                  <a:cubicBezTo>
                    <a:pt x="11" y="42"/>
                    <a:pt x="11" y="42"/>
                    <a:pt x="11" y="42"/>
                  </a:cubicBezTo>
                  <a:cubicBezTo>
                    <a:pt x="5" y="42"/>
                    <a:pt x="0" y="47"/>
                    <a:pt x="0" y="53"/>
                  </a:cubicBezTo>
                  <a:cubicBezTo>
                    <a:pt x="0" y="59"/>
                    <a:pt x="5" y="64"/>
                    <a:pt x="11" y="64"/>
                  </a:cubicBezTo>
                  <a:close/>
                  <a:moveTo>
                    <a:pt x="107" y="21"/>
                  </a:moveTo>
                  <a:cubicBezTo>
                    <a:pt x="122" y="21"/>
                    <a:pt x="136" y="29"/>
                    <a:pt x="144" y="42"/>
                  </a:cubicBezTo>
                  <a:cubicBezTo>
                    <a:pt x="70" y="42"/>
                    <a:pt x="70" y="42"/>
                    <a:pt x="70" y="42"/>
                  </a:cubicBezTo>
                  <a:cubicBezTo>
                    <a:pt x="77" y="29"/>
                    <a:pt x="91" y="21"/>
                    <a:pt x="107" y="21"/>
                  </a:cubicBezTo>
                  <a:close/>
                  <a:moveTo>
                    <a:pt x="203" y="85"/>
                  </a:moveTo>
                  <a:cubicBezTo>
                    <a:pt x="192" y="85"/>
                    <a:pt x="192" y="85"/>
                    <a:pt x="192" y="85"/>
                  </a:cubicBezTo>
                  <a:cubicBezTo>
                    <a:pt x="21" y="85"/>
                    <a:pt x="21" y="85"/>
                    <a:pt x="21" y="85"/>
                  </a:cubicBezTo>
                  <a:cubicBezTo>
                    <a:pt x="11" y="85"/>
                    <a:pt x="11" y="85"/>
                    <a:pt x="11" y="85"/>
                  </a:cubicBezTo>
                  <a:cubicBezTo>
                    <a:pt x="5" y="85"/>
                    <a:pt x="0" y="90"/>
                    <a:pt x="0" y="96"/>
                  </a:cubicBezTo>
                  <a:cubicBezTo>
                    <a:pt x="0" y="102"/>
                    <a:pt x="5" y="106"/>
                    <a:pt x="11" y="106"/>
                  </a:cubicBezTo>
                  <a:cubicBezTo>
                    <a:pt x="11" y="309"/>
                    <a:pt x="11" y="309"/>
                    <a:pt x="11" y="309"/>
                  </a:cubicBezTo>
                  <a:cubicBezTo>
                    <a:pt x="11" y="315"/>
                    <a:pt x="15" y="320"/>
                    <a:pt x="21" y="320"/>
                  </a:cubicBezTo>
                  <a:cubicBezTo>
                    <a:pt x="192" y="320"/>
                    <a:pt x="192" y="320"/>
                    <a:pt x="192" y="320"/>
                  </a:cubicBezTo>
                  <a:cubicBezTo>
                    <a:pt x="198" y="320"/>
                    <a:pt x="203" y="315"/>
                    <a:pt x="203" y="309"/>
                  </a:cubicBezTo>
                  <a:cubicBezTo>
                    <a:pt x="203" y="106"/>
                    <a:pt x="203" y="106"/>
                    <a:pt x="203" y="106"/>
                  </a:cubicBezTo>
                  <a:cubicBezTo>
                    <a:pt x="209" y="106"/>
                    <a:pt x="213" y="102"/>
                    <a:pt x="213" y="96"/>
                  </a:cubicBezTo>
                  <a:cubicBezTo>
                    <a:pt x="213" y="90"/>
                    <a:pt x="209" y="85"/>
                    <a:pt x="203" y="85"/>
                  </a:cubicBezTo>
                  <a:close/>
                  <a:moveTo>
                    <a:pt x="181" y="298"/>
                  </a:moveTo>
                  <a:cubicBezTo>
                    <a:pt x="32" y="298"/>
                    <a:pt x="32" y="298"/>
                    <a:pt x="32" y="298"/>
                  </a:cubicBezTo>
                  <a:cubicBezTo>
                    <a:pt x="32" y="106"/>
                    <a:pt x="32" y="106"/>
                    <a:pt x="32" y="106"/>
                  </a:cubicBezTo>
                  <a:cubicBezTo>
                    <a:pt x="181" y="106"/>
                    <a:pt x="181" y="106"/>
                    <a:pt x="181" y="106"/>
                  </a:cubicBezTo>
                  <a:lnTo>
                    <a:pt x="181" y="298"/>
                  </a:lnTo>
                  <a:close/>
                  <a:moveTo>
                    <a:pt x="53" y="266"/>
                  </a:moveTo>
                  <a:cubicBezTo>
                    <a:pt x="53" y="138"/>
                    <a:pt x="53" y="138"/>
                    <a:pt x="53" y="138"/>
                  </a:cubicBezTo>
                  <a:cubicBezTo>
                    <a:pt x="53" y="132"/>
                    <a:pt x="58" y="128"/>
                    <a:pt x="64" y="128"/>
                  </a:cubicBezTo>
                  <a:cubicBezTo>
                    <a:pt x="70" y="128"/>
                    <a:pt x="75" y="132"/>
                    <a:pt x="75" y="138"/>
                  </a:cubicBezTo>
                  <a:cubicBezTo>
                    <a:pt x="75" y="266"/>
                    <a:pt x="75" y="266"/>
                    <a:pt x="75" y="266"/>
                  </a:cubicBezTo>
                  <a:cubicBezTo>
                    <a:pt x="75" y="272"/>
                    <a:pt x="70" y="277"/>
                    <a:pt x="64" y="277"/>
                  </a:cubicBezTo>
                  <a:cubicBezTo>
                    <a:pt x="58" y="277"/>
                    <a:pt x="53" y="272"/>
                    <a:pt x="53" y="266"/>
                  </a:cubicBezTo>
                  <a:close/>
                  <a:moveTo>
                    <a:pt x="96" y="266"/>
                  </a:moveTo>
                  <a:cubicBezTo>
                    <a:pt x="96" y="138"/>
                    <a:pt x="96" y="138"/>
                    <a:pt x="96" y="138"/>
                  </a:cubicBezTo>
                  <a:cubicBezTo>
                    <a:pt x="96" y="132"/>
                    <a:pt x="101" y="128"/>
                    <a:pt x="107" y="128"/>
                  </a:cubicBezTo>
                  <a:cubicBezTo>
                    <a:pt x="113" y="128"/>
                    <a:pt x="117" y="132"/>
                    <a:pt x="117" y="138"/>
                  </a:cubicBezTo>
                  <a:cubicBezTo>
                    <a:pt x="117" y="266"/>
                    <a:pt x="117" y="266"/>
                    <a:pt x="117" y="266"/>
                  </a:cubicBezTo>
                  <a:cubicBezTo>
                    <a:pt x="117" y="272"/>
                    <a:pt x="113" y="277"/>
                    <a:pt x="107" y="277"/>
                  </a:cubicBezTo>
                  <a:cubicBezTo>
                    <a:pt x="101" y="277"/>
                    <a:pt x="96" y="272"/>
                    <a:pt x="96" y="266"/>
                  </a:cubicBezTo>
                  <a:close/>
                  <a:moveTo>
                    <a:pt x="139" y="266"/>
                  </a:moveTo>
                  <a:cubicBezTo>
                    <a:pt x="139" y="138"/>
                    <a:pt x="139" y="138"/>
                    <a:pt x="139" y="138"/>
                  </a:cubicBezTo>
                  <a:cubicBezTo>
                    <a:pt x="139" y="132"/>
                    <a:pt x="143" y="128"/>
                    <a:pt x="149" y="128"/>
                  </a:cubicBezTo>
                  <a:cubicBezTo>
                    <a:pt x="155" y="128"/>
                    <a:pt x="160" y="132"/>
                    <a:pt x="160" y="138"/>
                  </a:cubicBezTo>
                  <a:cubicBezTo>
                    <a:pt x="160" y="266"/>
                    <a:pt x="160" y="266"/>
                    <a:pt x="160" y="266"/>
                  </a:cubicBezTo>
                  <a:cubicBezTo>
                    <a:pt x="160" y="272"/>
                    <a:pt x="155" y="277"/>
                    <a:pt x="149" y="277"/>
                  </a:cubicBezTo>
                  <a:cubicBezTo>
                    <a:pt x="143" y="277"/>
                    <a:pt x="139" y="272"/>
                    <a:pt x="139" y="266"/>
                  </a:cubicBezTo>
                  <a:close/>
                </a:path>
              </a:pathLst>
            </a:custGeom>
            <a:solidFill>
              <a:schemeClr val="accent2"/>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47" name="円/楕円 246"/>
            <p:cNvSpPr>
              <a:spLocks noChangeAspect="1"/>
            </p:cNvSpPr>
            <p:nvPr/>
          </p:nvSpPr>
          <p:spPr bwMode="gray">
            <a:xfrm>
              <a:off x="4153653" y="5808836"/>
              <a:ext cx="496800" cy="496800"/>
            </a:xfrm>
            <a:prstGeom prst="ellipse">
              <a:avLst/>
            </a:prstGeom>
            <a:noFill/>
            <a:ln w="19050" algn="ctr">
              <a:solidFill>
                <a:schemeClr val="accent2"/>
              </a:solidFill>
              <a:miter lim="800000"/>
              <a:headEnd/>
              <a:tailEnd/>
            </a:ln>
          </p:spPr>
          <p:txBody>
            <a:bodyPr wrap="square" lIns="36000" tIns="36000" rIns="36000" bIns="36000" rtlCol="0" anchor="ctr"/>
            <a:lstStyle/>
            <a:p>
              <a:pPr algn="ctr">
                <a:buFont typeface="Wingdings 2" pitchFamily="18" charset="2"/>
                <a:buNone/>
              </a:pPr>
              <a:endParaRPr kumimoji="1" lang="ja-JP" altLang="en-US" sz="1200" dirty="0"/>
            </a:p>
          </p:txBody>
        </p:sp>
      </p:grpSp>
      <p:cxnSp>
        <p:nvCxnSpPr>
          <p:cNvPr id="248" name="Straight Connector 447"/>
          <p:cNvCxnSpPr>
            <a:stCxn id="252" idx="0"/>
          </p:cNvCxnSpPr>
          <p:nvPr/>
        </p:nvCxnSpPr>
        <p:spPr bwMode="gray">
          <a:xfrm flipH="1" flipV="1">
            <a:off x="6630883" y="2406087"/>
            <a:ext cx="0" cy="1522834"/>
          </a:xfrm>
          <a:prstGeom prst="line">
            <a:avLst/>
          </a:prstGeom>
          <a:ln w="19050" cap="rnd">
            <a:solidFill>
              <a:schemeClr val="tx2"/>
            </a:solidFill>
            <a:tailEnd type="oval" w="lg" len="lg"/>
          </a:ln>
        </p:spPr>
        <p:style>
          <a:lnRef idx="1">
            <a:schemeClr val="accent1"/>
          </a:lnRef>
          <a:fillRef idx="0">
            <a:schemeClr val="accent1"/>
          </a:fillRef>
          <a:effectRef idx="0">
            <a:schemeClr val="accent1"/>
          </a:effectRef>
          <a:fontRef idx="minor">
            <a:schemeClr val="tx1"/>
          </a:fontRef>
        </p:style>
      </p:cxnSp>
      <p:sp>
        <p:nvSpPr>
          <p:cNvPr id="249" name="TextBox 456"/>
          <p:cNvSpPr txBox="1"/>
          <p:nvPr/>
        </p:nvSpPr>
        <p:spPr bwMode="gray">
          <a:xfrm>
            <a:off x="6379044" y="4462618"/>
            <a:ext cx="534460" cy="338554"/>
          </a:xfrm>
          <a:prstGeom prst="rect">
            <a:avLst/>
          </a:prstGeom>
          <a:noFill/>
        </p:spPr>
        <p:txBody>
          <a:bodyPr wrap="square" lIns="0" tIns="0" rIns="0" bIns="0" rtlCol="0">
            <a:spAutoFit/>
          </a:bodyPr>
          <a:lstStyle/>
          <a:p>
            <a:pPr algn="ctr">
              <a:buSzPct val="100000"/>
            </a:pPr>
            <a:r>
              <a:rPr lang="en-GB" sz="1100" b="1" dirty="0">
                <a:solidFill>
                  <a:schemeClr val="accent6"/>
                </a:solidFill>
              </a:rPr>
              <a:t>Canada</a:t>
            </a:r>
          </a:p>
          <a:p>
            <a:pPr algn="ctr">
              <a:buSzPct val="100000"/>
            </a:pPr>
            <a:r>
              <a:rPr lang="en-GB" sz="1100" dirty="0">
                <a:solidFill>
                  <a:schemeClr val="accent6"/>
                </a:solidFill>
              </a:rPr>
              <a:t>84,584</a:t>
            </a:r>
          </a:p>
        </p:txBody>
      </p:sp>
      <p:grpSp>
        <p:nvGrpSpPr>
          <p:cNvPr id="250" name="グループ化 249"/>
          <p:cNvGrpSpPr/>
          <p:nvPr/>
        </p:nvGrpSpPr>
        <p:grpSpPr bwMode="gray">
          <a:xfrm>
            <a:off x="6397874" y="3928921"/>
            <a:ext cx="496800" cy="496800"/>
            <a:chOff x="1414423" y="1495519"/>
            <a:chExt cx="496800" cy="496800"/>
          </a:xfrm>
        </p:grpSpPr>
        <p:sp>
          <p:nvSpPr>
            <p:cNvPr id="251" name="Freeform 560"/>
            <p:cNvSpPr>
              <a:spLocks noChangeAspect="1" noEditPoints="1"/>
            </p:cNvSpPr>
            <p:nvPr/>
          </p:nvSpPr>
          <p:spPr bwMode="gray">
            <a:xfrm>
              <a:off x="1542050" y="1572080"/>
              <a:ext cx="241547" cy="343679"/>
            </a:xfrm>
            <a:custGeom>
              <a:avLst/>
              <a:gdLst>
                <a:gd name="T0" fmla="*/ 33 w 225"/>
                <a:gd name="T1" fmla="*/ 320 h 320"/>
                <a:gd name="T2" fmla="*/ 28 w 225"/>
                <a:gd name="T3" fmla="*/ 318 h 320"/>
                <a:gd name="T4" fmla="*/ 22 w 225"/>
                <a:gd name="T5" fmla="*/ 306 h 320"/>
                <a:gd name="T6" fmla="*/ 61 w 225"/>
                <a:gd name="T7" fmla="*/ 170 h 320"/>
                <a:gd name="T8" fmla="*/ 11 w 225"/>
                <a:gd name="T9" fmla="*/ 170 h 320"/>
                <a:gd name="T10" fmla="*/ 2 w 225"/>
                <a:gd name="T11" fmla="*/ 166 h 320"/>
                <a:gd name="T12" fmla="*/ 2 w 225"/>
                <a:gd name="T13" fmla="*/ 155 h 320"/>
                <a:gd name="T14" fmla="*/ 66 w 225"/>
                <a:gd name="T15" fmla="*/ 6 h 320"/>
                <a:gd name="T16" fmla="*/ 75 w 225"/>
                <a:gd name="T17" fmla="*/ 0 h 320"/>
                <a:gd name="T18" fmla="*/ 182 w 225"/>
                <a:gd name="T19" fmla="*/ 0 h 320"/>
                <a:gd name="T20" fmla="*/ 191 w 225"/>
                <a:gd name="T21" fmla="*/ 5 h 320"/>
                <a:gd name="T22" fmla="*/ 192 w 225"/>
                <a:gd name="T23" fmla="*/ 15 h 320"/>
                <a:gd name="T24" fmla="*/ 156 w 225"/>
                <a:gd name="T25" fmla="*/ 96 h 320"/>
                <a:gd name="T26" fmla="*/ 214 w 225"/>
                <a:gd name="T27" fmla="*/ 96 h 320"/>
                <a:gd name="T28" fmla="*/ 224 w 225"/>
                <a:gd name="T29" fmla="*/ 102 h 320"/>
                <a:gd name="T30" fmla="*/ 222 w 225"/>
                <a:gd name="T31" fmla="*/ 113 h 320"/>
                <a:gd name="T32" fmla="*/ 41 w 225"/>
                <a:gd name="T33" fmla="*/ 316 h 320"/>
                <a:gd name="T34" fmla="*/ 33 w 225"/>
                <a:gd name="T35" fmla="*/ 320 h 320"/>
                <a:gd name="T36" fmla="*/ 28 w 225"/>
                <a:gd name="T37" fmla="*/ 149 h 320"/>
                <a:gd name="T38" fmla="*/ 75 w 225"/>
                <a:gd name="T39" fmla="*/ 149 h 320"/>
                <a:gd name="T40" fmla="*/ 84 w 225"/>
                <a:gd name="T41" fmla="*/ 153 h 320"/>
                <a:gd name="T42" fmla="*/ 86 w 225"/>
                <a:gd name="T43" fmla="*/ 163 h 320"/>
                <a:gd name="T44" fmla="*/ 56 w 225"/>
                <a:gd name="T45" fmla="*/ 267 h 320"/>
                <a:gd name="T46" fmla="*/ 190 w 225"/>
                <a:gd name="T47" fmla="*/ 117 h 320"/>
                <a:gd name="T48" fmla="*/ 139 w 225"/>
                <a:gd name="T49" fmla="*/ 117 h 320"/>
                <a:gd name="T50" fmla="*/ 130 w 225"/>
                <a:gd name="T51" fmla="*/ 112 h 320"/>
                <a:gd name="T52" fmla="*/ 130 w 225"/>
                <a:gd name="T53" fmla="*/ 102 h 320"/>
                <a:gd name="T54" fmla="*/ 166 w 225"/>
                <a:gd name="T55" fmla="*/ 21 h 320"/>
                <a:gd name="T56" fmla="*/ 82 w 225"/>
                <a:gd name="T57" fmla="*/ 21 h 320"/>
                <a:gd name="T58" fmla="*/ 28 w 225"/>
                <a:gd name="T59" fmla="*/ 149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25" h="320">
                  <a:moveTo>
                    <a:pt x="33" y="320"/>
                  </a:moveTo>
                  <a:cubicBezTo>
                    <a:pt x="31" y="320"/>
                    <a:pt x="29" y="319"/>
                    <a:pt x="28" y="318"/>
                  </a:cubicBezTo>
                  <a:cubicBezTo>
                    <a:pt x="23" y="316"/>
                    <a:pt x="21" y="311"/>
                    <a:pt x="22" y="306"/>
                  </a:cubicBezTo>
                  <a:cubicBezTo>
                    <a:pt x="61" y="170"/>
                    <a:pt x="61" y="170"/>
                    <a:pt x="61" y="170"/>
                  </a:cubicBezTo>
                  <a:cubicBezTo>
                    <a:pt x="11" y="170"/>
                    <a:pt x="11" y="170"/>
                    <a:pt x="11" y="170"/>
                  </a:cubicBezTo>
                  <a:cubicBezTo>
                    <a:pt x="8" y="170"/>
                    <a:pt x="4" y="169"/>
                    <a:pt x="2" y="166"/>
                  </a:cubicBezTo>
                  <a:cubicBezTo>
                    <a:pt x="0" y="163"/>
                    <a:pt x="0" y="159"/>
                    <a:pt x="2" y="155"/>
                  </a:cubicBezTo>
                  <a:cubicBezTo>
                    <a:pt x="66" y="6"/>
                    <a:pt x="66" y="6"/>
                    <a:pt x="66" y="6"/>
                  </a:cubicBezTo>
                  <a:cubicBezTo>
                    <a:pt x="67" y="2"/>
                    <a:pt x="71" y="0"/>
                    <a:pt x="75" y="0"/>
                  </a:cubicBezTo>
                  <a:cubicBezTo>
                    <a:pt x="182" y="0"/>
                    <a:pt x="182" y="0"/>
                    <a:pt x="182" y="0"/>
                  </a:cubicBezTo>
                  <a:cubicBezTo>
                    <a:pt x="186" y="0"/>
                    <a:pt x="189" y="1"/>
                    <a:pt x="191" y="5"/>
                  </a:cubicBezTo>
                  <a:cubicBezTo>
                    <a:pt x="193" y="8"/>
                    <a:pt x="193" y="11"/>
                    <a:pt x="192" y="15"/>
                  </a:cubicBezTo>
                  <a:cubicBezTo>
                    <a:pt x="156" y="96"/>
                    <a:pt x="156" y="96"/>
                    <a:pt x="156" y="96"/>
                  </a:cubicBezTo>
                  <a:cubicBezTo>
                    <a:pt x="214" y="96"/>
                    <a:pt x="214" y="96"/>
                    <a:pt x="214" y="96"/>
                  </a:cubicBezTo>
                  <a:cubicBezTo>
                    <a:pt x="218" y="96"/>
                    <a:pt x="222" y="98"/>
                    <a:pt x="224" y="102"/>
                  </a:cubicBezTo>
                  <a:cubicBezTo>
                    <a:pt x="225" y="106"/>
                    <a:pt x="225" y="110"/>
                    <a:pt x="222" y="113"/>
                  </a:cubicBezTo>
                  <a:cubicBezTo>
                    <a:pt x="41" y="316"/>
                    <a:pt x="41" y="316"/>
                    <a:pt x="41" y="316"/>
                  </a:cubicBezTo>
                  <a:cubicBezTo>
                    <a:pt x="39" y="318"/>
                    <a:pt x="36" y="320"/>
                    <a:pt x="33" y="320"/>
                  </a:cubicBezTo>
                  <a:close/>
                  <a:moveTo>
                    <a:pt x="28" y="149"/>
                  </a:moveTo>
                  <a:cubicBezTo>
                    <a:pt x="75" y="149"/>
                    <a:pt x="75" y="149"/>
                    <a:pt x="75" y="149"/>
                  </a:cubicBezTo>
                  <a:cubicBezTo>
                    <a:pt x="79" y="149"/>
                    <a:pt x="82" y="151"/>
                    <a:pt x="84" y="153"/>
                  </a:cubicBezTo>
                  <a:cubicBezTo>
                    <a:pt x="86" y="156"/>
                    <a:pt x="87" y="159"/>
                    <a:pt x="86" y="163"/>
                  </a:cubicBezTo>
                  <a:cubicBezTo>
                    <a:pt x="56" y="267"/>
                    <a:pt x="56" y="267"/>
                    <a:pt x="56" y="267"/>
                  </a:cubicBezTo>
                  <a:cubicBezTo>
                    <a:pt x="190" y="117"/>
                    <a:pt x="190" y="117"/>
                    <a:pt x="190" y="117"/>
                  </a:cubicBezTo>
                  <a:cubicBezTo>
                    <a:pt x="139" y="117"/>
                    <a:pt x="139" y="117"/>
                    <a:pt x="139" y="117"/>
                  </a:cubicBezTo>
                  <a:cubicBezTo>
                    <a:pt x="136" y="117"/>
                    <a:pt x="132" y="115"/>
                    <a:pt x="130" y="112"/>
                  </a:cubicBezTo>
                  <a:cubicBezTo>
                    <a:pt x="128" y="109"/>
                    <a:pt x="128" y="105"/>
                    <a:pt x="130" y="102"/>
                  </a:cubicBezTo>
                  <a:cubicBezTo>
                    <a:pt x="166" y="21"/>
                    <a:pt x="166" y="21"/>
                    <a:pt x="166" y="21"/>
                  </a:cubicBezTo>
                  <a:cubicBezTo>
                    <a:pt x="82" y="21"/>
                    <a:pt x="82" y="21"/>
                    <a:pt x="82" y="21"/>
                  </a:cubicBezTo>
                  <a:lnTo>
                    <a:pt x="28" y="149"/>
                  </a:lnTo>
                  <a:close/>
                </a:path>
              </a:pathLst>
            </a:custGeom>
            <a:solidFill>
              <a:schemeClr val="tx2"/>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52" name="円/楕円 251"/>
            <p:cNvSpPr>
              <a:spLocks noChangeAspect="1"/>
            </p:cNvSpPr>
            <p:nvPr/>
          </p:nvSpPr>
          <p:spPr bwMode="gray">
            <a:xfrm>
              <a:off x="1414423" y="1495519"/>
              <a:ext cx="496800" cy="496800"/>
            </a:xfrm>
            <a:prstGeom prst="ellipse">
              <a:avLst/>
            </a:prstGeom>
            <a:noFill/>
            <a:ln w="19050" algn="ctr">
              <a:solidFill>
                <a:schemeClr val="tx2"/>
              </a:solidFill>
              <a:miter lim="800000"/>
              <a:headEnd/>
              <a:tailEnd/>
            </a:ln>
          </p:spPr>
          <p:txBody>
            <a:bodyPr wrap="square" lIns="36000" tIns="36000" rIns="36000" bIns="36000" rtlCol="0" anchor="ctr"/>
            <a:lstStyle/>
            <a:p>
              <a:pPr algn="ctr">
                <a:buFont typeface="Wingdings 2" pitchFamily="18" charset="2"/>
                <a:buNone/>
              </a:pPr>
              <a:endParaRPr kumimoji="1" lang="ja-JP" altLang="en-US" sz="1200" dirty="0"/>
            </a:p>
          </p:txBody>
        </p:sp>
      </p:grpSp>
      <p:cxnSp>
        <p:nvCxnSpPr>
          <p:cNvPr id="256" name="Straight Connector 450"/>
          <p:cNvCxnSpPr>
            <a:stCxn id="261" idx="2"/>
            <a:endCxn id="258" idx="6"/>
          </p:cNvCxnSpPr>
          <p:nvPr/>
        </p:nvCxnSpPr>
        <p:spPr bwMode="gray">
          <a:xfrm flipH="1">
            <a:off x="7577830" y="3340114"/>
            <a:ext cx="845723" cy="0"/>
          </a:xfrm>
          <a:prstGeom prst="line">
            <a:avLst/>
          </a:prstGeom>
          <a:ln w="19050">
            <a:solidFill>
              <a:schemeClr val="accent1"/>
            </a:solidFill>
            <a:tailEnd type="none" w="lg" len="lg"/>
          </a:ln>
        </p:spPr>
        <p:style>
          <a:lnRef idx="1">
            <a:schemeClr val="accent1"/>
          </a:lnRef>
          <a:fillRef idx="0">
            <a:schemeClr val="accent1"/>
          </a:fillRef>
          <a:effectRef idx="0">
            <a:schemeClr val="accent1"/>
          </a:effectRef>
          <a:fontRef idx="minor">
            <a:schemeClr val="tx1"/>
          </a:fontRef>
        </p:style>
      </p:cxnSp>
      <p:sp>
        <p:nvSpPr>
          <p:cNvPr id="257" name="TextBox 457"/>
          <p:cNvSpPr txBox="1"/>
          <p:nvPr/>
        </p:nvSpPr>
        <p:spPr bwMode="gray">
          <a:xfrm>
            <a:off x="8401130" y="3604309"/>
            <a:ext cx="541646" cy="338554"/>
          </a:xfrm>
          <a:prstGeom prst="rect">
            <a:avLst/>
          </a:prstGeom>
          <a:noFill/>
        </p:spPr>
        <p:txBody>
          <a:bodyPr wrap="square" lIns="0" tIns="0" rIns="0" bIns="0" rtlCol="0">
            <a:spAutoFit/>
          </a:bodyPr>
          <a:lstStyle/>
          <a:p>
            <a:pPr algn="ctr">
              <a:buSzPct val="100000"/>
            </a:pPr>
            <a:r>
              <a:rPr lang="en-GB" sz="1100" b="1" dirty="0">
                <a:solidFill>
                  <a:schemeClr val="accent1"/>
                </a:solidFill>
              </a:rPr>
              <a:t>USA</a:t>
            </a:r>
          </a:p>
          <a:p>
            <a:pPr algn="ctr">
              <a:buSzPct val="100000"/>
            </a:pPr>
            <a:r>
              <a:rPr lang="en-GB" sz="1100" dirty="0">
                <a:solidFill>
                  <a:schemeClr val="accent1"/>
                </a:solidFill>
              </a:rPr>
              <a:t>248,543</a:t>
            </a:r>
          </a:p>
        </p:txBody>
      </p:sp>
      <p:sp>
        <p:nvSpPr>
          <p:cNvPr id="258" name="Oval 458"/>
          <p:cNvSpPr/>
          <p:nvPr/>
        </p:nvSpPr>
        <p:spPr bwMode="gray">
          <a:xfrm>
            <a:off x="7265408" y="3183903"/>
            <a:ext cx="312422" cy="312422"/>
          </a:xfrm>
          <a:prstGeom prst="ellipse">
            <a:avLst/>
          </a:prstGeom>
          <a:solidFill>
            <a:schemeClr val="accent1"/>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GB" sz="1600" b="1" dirty="0">
              <a:solidFill>
                <a:schemeClr val="bg1"/>
              </a:solidFill>
            </a:endParaRPr>
          </a:p>
        </p:txBody>
      </p:sp>
      <p:grpSp>
        <p:nvGrpSpPr>
          <p:cNvPr id="259" name="グループ化 258"/>
          <p:cNvGrpSpPr/>
          <p:nvPr/>
        </p:nvGrpSpPr>
        <p:grpSpPr bwMode="gray">
          <a:xfrm>
            <a:off x="8423553" y="3091714"/>
            <a:ext cx="496800" cy="496800"/>
            <a:chOff x="429319" y="3156102"/>
            <a:chExt cx="496800" cy="496800"/>
          </a:xfrm>
        </p:grpSpPr>
        <p:sp>
          <p:nvSpPr>
            <p:cNvPr id="260" name="Freeform 585"/>
            <p:cNvSpPr>
              <a:spLocks noEditPoints="1"/>
            </p:cNvSpPr>
            <p:nvPr/>
          </p:nvSpPr>
          <p:spPr bwMode="gray">
            <a:xfrm>
              <a:off x="564091" y="3250084"/>
              <a:ext cx="227257" cy="308837"/>
            </a:xfrm>
            <a:custGeom>
              <a:avLst/>
              <a:gdLst>
                <a:gd name="T0" fmla="*/ 224 w 235"/>
                <a:gd name="T1" fmla="*/ 53 h 320"/>
                <a:gd name="T2" fmla="*/ 208 w 235"/>
                <a:gd name="T3" fmla="*/ 53 h 320"/>
                <a:gd name="T4" fmla="*/ 203 w 235"/>
                <a:gd name="T5" fmla="*/ 37 h 320"/>
                <a:gd name="T6" fmla="*/ 208 w 235"/>
                <a:gd name="T7" fmla="*/ 21 h 320"/>
                <a:gd name="T8" fmla="*/ 226 w 235"/>
                <a:gd name="T9" fmla="*/ 21 h 320"/>
                <a:gd name="T10" fmla="*/ 235 w 235"/>
                <a:gd name="T11" fmla="*/ 10 h 320"/>
                <a:gd name="T12" fmla="*/ 226 w 235"/>
                <a:gd name="T13" fmla="*/ 0 h 320"/>
                <a:gd name="T14" fmla="*/ 38 w 235"/>
                <a:gd name="T15" fmla="*/ 0 h 320"/>
                <a:gd name="T16" fmla="*/ 0 w 235"/>
                <a:gd name="T17" fmla="*/ 37 h 320"/>
                <a:gd name="T18" fmla="*/ 0 w 235"/>
                <a:gd name="T19" fmla="*/ 282 h 320"/>
                <a:gd name="T20" fmla="*/ 38 w 235"/>
                <a:gd name="T21" fmla="*/ 320 h 320"/>
                <a:gd name="T22" fmla="*/ 224 w 235"/>
                <a:gd name="T23" fmla="*/ 320 h 320"/>
                <a:gd name="T24" fmla="*/ 235 w 235"/>
                <a:gd name="T25" fmla="*/ 309 h 320"/>
                <a:gd name="T26" fmla="*/ 235 w 235"/>
                <a:gd name="T27" fmla="*/ 64 h 320"/>
                <a:gd name="T28" fmla="*/ 224 w 235"/>
                <a:gd name="T29" fmla="*/ 53 h 320"/>
                <a:gd name="T30" fmla="*/ 38 w 235"/>
                <a:gd name="T31" fmla="*/ 21 h 320"/>
                <a:gd name="T32" fmla="*/ 185 w 235"/>
                <a:gd name="T33" fmla="*/ 21 h 320"/>
                <a:gd name="T34" fmla="*/ 182 w 235"/>
                <a:gd name="T35" fmla="*/ 37 h 320"/>
                <a:gd name="T36" fmla="*/ 185 w 235"/>
                <a:gd name="T37" fmla="*/ 53 h 320"/>
                <a:gd name="T38" fmla="*/ 38 w 235"/>
                <a:gd name="T39" fmla="*/ 53 h 320"/>
                <a:gd name="T40" fmla="*/ 22 w 235"/>
                <a:gd name="T41" fmla="*/ 37 h 320"/>
                <a:gd name="T42" fmla="*/ 38 w 235"/>
                <a:gd name="T43" fmla="*/ 21 h 320"/>
                <a:gd name="T44" fmla="*/ 214 w 235"/>
                <a:gd name="T45" fmla="*/ 298 h 320"/>
                <a:gd name="T46" fmla="*/ 38 w 235"/>
                <a:gd name="T47" fmla="*/ 298 h 320"/>
                <a:gd name="T48" fmla="*/ 22 w 235"/>
                <a:gd name="T49" fmla="*/ 282 h 320"/>
                <a:gd name="T50" fmla="*/ 22 w 235"/>
                <a:gd name="T51" fmla="*/ 71 h 320"/>
                <a:gd name="T52" fmla="*/ 38 w 235"/>
                <a:gd name="T53" fmla="*/ 74 h 320"/>
                <a:gd name="T54" fmla="*/ 214 w 235"/>
                <a:gd name="T55" fmla="*/ 74 h 320"/>
                <a:gd name="T56" fmla="*/ 214 w 235"/>
                <a:gd name="T57" fmla="*/ 298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5" h="320">
                  <a:moveTo>
                    <a:pt x="224" y="53"/>
                  </a:moveTo>
                  <a:cubicBezTo>
                    <a:pt x="224" y="53"/>
                    <a:pt x="218" y="53"/>
                    <a:pt x="208" y="53"/>
                  </a:cubicBezTo>
                  <a:cubicBezTo>
                    <a:pt x="205" y="48"/>
                    <a:pt x="203" y="43"/>
                    <a:pt x="203" y="37"/>
                  </a:cubicBezTo>
                  <a:cubicBezTo>
                    <a:pt x="203" y="31"/>
                    <a:pt x="205" y="26"/>
                    <a:pt x="208" y="21"/>
                  </a:cubicBezTo>
                  <a:cubicBezTo>
                    <a:pt x="226" y="21"/>
                    <a:pt x="226" y="21"/>
                    <a:pt x="226" y="21"/>
                  </a:cubicBezTo>
                  <a:cubicBezTo>
                    <a:pt x="231" y="21"/>
                    <a:pt x="235" y="16"/>
                    <a:pt x="235" y="10"/>
                  </a:cubicBezTo>
                  <a:cubicBezTo>
                    <a:pt x="235" y="4"/>
                    <a:pt x="231" y="0"/>
                    <a:pt x="226" y="0"/>
                  </a:cubicBezTo>
                  <a:cubicBezTo>
                    <a:pt x="38" y="0"/>
                    <a:pt x="38" y="0"/>
                    <a:pt x="38" y="0"/>
                  </a:cubicBezTo>
                  <a:cubicBezTo>
                    <a:pt x="17" y="0"/>
                    <a:pt x="0" y="16"/>
                    <a:pt x="0" y="37"/>
                  </a:cubicBezTo>
                  <a:cubicBezTo>
                    <a:pt x="0" y="282"/>
                    <a:pt x="0" y="282"/>
                    <a:pt x="0" y="282"/>
                  </a:cubicBezTo>
                  <a:cubicBezTo>
                    <a:pt x="0" y="303"/>
                    <a:pt x="17" y="320"/>
                    <a:pt x="38" y="320"/>
                  </a:cubicBezTo>
                  <a:cubicBezTo>
                    <a:pt x="224" y="320"/>
                    <a:pt x="224" y="320"/>
                    <a:pt x="224" y="320"/>
                  </a:cubicBezTo>
                  <a:cubicBezTo>
                    <a:pt x="230" y="320"/>
                    <a:pt x="235" y="315"/>
                    <a:pt x="235" y="309"/>
                  </a:cubicBezTo>
                  <a:cubicBezTo>
                    <a:pt x="235" y="64"/>
                    <a:pt x="235" y="64"/>
                    <a:pt x="235" y="64"/>
                  </a:cubicBezTo>
                  <a:cubicBezTo>
                    <a:pt x="235" y="58"/>
                    <a:pt x="230" y="53"/>
                    <a:pt x="224" y="53"/>
                  </a:cubicBezTo>
                  <a:close/>
                  <a:moveTo>
                    <a:pt x="38" y="21"/>
                  </a:moveTo>
                  <a:cubicBezTo>
                    <a:pt x="185" y="21"/>
                    <a:pt x="185" y="21"/>
                    <a:pt x="185" y="21"/>
                  </a:cubicBezTo>
                  <a:cubicBezTo>
                    <a:pt x="183" y="26"/>
                    <a:pt x="182" y="31"/>
                    <a:pt x="182" y="37"/>
                  </a:cubicBezTo>
                  <a:cubicBezTo>
                    <a:pt x="182" y="43"/>
                    <a:pt x="183" y="48"/>
                    <a:pt x="185" y="53"/>
                  </a:cubicBezTo>
                  <a:cubicBezTo>
                    <a:pt x="130" y="53"/>
                    <a:pt x="39" y="53"/>
                    <a:pt x="38" y="53"/>
                  </a:cubicBezTo>
                  <a:cubicBezTo>
                    <a:pt x="29" y="53"/>
                    <a:pt x="22" y="46"/>
                    <a:pt x="22" y="37"/>
                  </a:cubicBezTo>
                  <a:cubicBezTo>
                    <a:pt x="22" y="28"/>
                    <a:pt x="29" y="21"/>
                    <a:pt x="38" y="21"/>
                  </a:cubicBezTo>
                  <a:close/>
                  <a:moveTo>
                    <a:pt x="214" y="298"/>
                  </a:moveTo>
                  <a:cubicBezTo>
                    <a:pt x="38" y="298"/>
                    <a:pt x="38" y="298"/>
                    <a:pt x="38" y="298"/>
                  </a:cubicBezTo>
                  <a:cubicBezTo>
                    <a:pt x="29" y="298"/>
                    <a:pt x="22" y="291"/>
                    <a:pt x="22" y="282"/>
                  </a:cubicBezTo>
                  <a:cubicBezTo>
                    <a:pt x="22" y="71"/>
                    <a:pt x="22" y="71"/>
                    <a:pt x="22" y="71"/>
                  </a:cubicBezTo>
                  <a:cubicBezTo>
                    <a:pt x="27" y="73"/>
                    <a:pt x="32" y="74"/>
                    <a:pt x="38" y="74"/>
                  </a:cubicBezTo>
                  <a:cubicBezTo>
                    <a:pt x="40" y="74"/>
                    <a:pt x="214" y="74"/>
                    <a:pt x="214" y="74"/>
                  </a:cubicBezTo>
                  <a:lnTo>
                    <a:pt x="214" y="298"/>
                  </a:lnTo>
                  <a:close/>
                </a:path>
              </a:pathLst>
            </a:custGeom>
            <a:solidFill>
              <a:schemeClr val="accent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1" name="円/楕円 260"/>
            <p:cNvSpPr>
              <a:spLocks noChangeAspect="1"/>
            </p:cNvSpPr>
            <p:nvPr/>
          </p:nvSpPr>
          <p:spPr bwMode="gray">
            <a:xfrm>
              <a:off x="429319" y="3156102"/>
              <a:ext cx="496800" cy="496800"/>
            </a:xfrm>
            <a:prstGeom prst="ellipse">
              <a:avLst/>
            </a:prstGeom>
            <a:noFill/>
            <a:ln w="19050" algn="ctr">
              <a:solidFill>
                <a:schemeClr val="accent1"/>
              </a:solidFill>
              <a:miter lim="800000"/>
              <a:headEnd/>
              <a:tailEnd/>
            </a:ln>
          </p:spPr>
          <p:txBody>
            <a:bodyPr wrap="square" lIns="36000" tIns="36000" rIns="36000" bIns="36000" rtlCol="0" anchor="ctr"/>
            <a:lstStyle/>
            <a:p>
              <a:pPr algn="ctr">
                <a:buFont typeface="Wingdings 2" pitchFamily="18" charset="2"/>
                <a:buNone/>
              </a:pPr>
              <a:endParaRPr kumimoji="1" lang="ja-JP" altLang="en-US" sz="1200" dirty="0"/>
            </a:p>
          </p:txBody>
        </p:sp>
      </p:grpSp>
    </p:spTree>
    <p:extLst>
      <p:ext uri="{BB962C8B-B14F-4D97-AF65-F5344CB8AC3E}">
        <p14:creationId xmlns:p14="http://schemas.microsoft.com/office/powerpoint/2010/main" val="5138886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テキスト プレースホルダー 3"/>
          <p:cNvSpPr>
            <a:spLocks noGrp="1"/>
          </p:cNvSpPr>
          <p:nvPr>
            <p:ph type="body" sz="quarter" idx="15"/>
          </p:nvPr>
        </p:nvSpPr>
        <p:spPr bwMode="gray"/>
        <p:txBody>
          <a:bodyPr/>
          <a:lstStyle/>
          <a:p>
            <a:r>
              <a:rPr lang="en-US" altLang="ja-JP" dirty="0"/>
              <a:t>Header</a:t>
            </a:r>
          </a:p>
        </p:txBody>
      </p:sp>
      <p:sp>
        <p:nvSpPr>
          <p:cNvPr id="2" name="タイトル 1"/>
          <p:cNvSpPr>
            <a:spLocks noGrp="1"/>
          </p:cNvSpPr>
          <p:nvPr>
            <p:ph type="title"/>
          </p:nvPr>
        </p:nvSpPr>
        <p:spPr bwMode="gray"/>
        <p:txBody>
          <a:bodyPr/>
          <a:lstStyle/>
          <a:p>
            <a:r>
              <a:rPr lang="ja-JP" altLang="en-US"/>
              <a:t>地図 </a:t>
            </a:r>
            <a:r>
              <a:rPr lang="nl-NL" altLang="ja-JP"/>
              <a:t>– </a:t>
            </a:r>
            <a:r>
              <a:rPr lang="ja-JP" altLang="en-US"/>
              <a:t>ヨーロッパ、中東、アフリカ</a:t>
            </a:r>
            <a:endParaRPr lang="ja-JP" altLang="en-US" dirty="0"/>
          </a:p>
        </p:txBody>
      </p:sp>
      <p:grpSp>
        <p:nvGrpSpPr>
          <p:cNvPr id="285" name="グループ化 284"/>
          <p:cNvGrpSpPr>
            <a:grpSpLocks noChangeAspect="1"/>
          </p:cNvGrpSpPr>
          <p:nvPr/>
        </p:nvGrpSpPr>
        <p:grpSpPr>
          <a:xfrm>
            <a:off x="1136161" y="1475998"/>
            <a:ext cx="7633679" cy="5328000"/>
            <a:chOff x="3005025" y="1475998"/>
            <a:chExt cx="6483975" cy="4525554"/>
          </a:xfrm>
          <a:solidFill>
            <a:srgbClr val="BBBCBC"/>
          </a:solidFill>
        </p:grpSpPr>
        <p:sp>
          <p:nvSpPr>
            <p:cNvPr id="286" name="Freeform 13"/>
            <p:cNvSpPr>
              <a:spLocks noChangeAspect="1" noEditPoints="1"/>
            </p:cNvSpPr>
            <p:nvPr/>
          </p:nvSpPr>
          <p:spPr bwMode="gray">
            <a:xfrm>
              <a:off x="5283460" y="1569919"/>
              <a:ext cx="4205540" cy="1666211"/>
            </a:xfrm>
            <a:custGeom>
              <a:avLst/>
              <a:gdLst>
                <a:gd name="T0" fmla="*/ 946 w 2418"/>
                <a:gd name="T1" fmla="*/ 206 h 958"/>
                <a:gd name="T2" fmla="*/ 1986 w 2418"/>
                <a:gd name="T3" fmla="*/ 336 h 958"/>
                <a:gd name="T4" fmla="*/ 1570 w 2418"/>
                <a:gd name="T5" fmla="*/ 302 h 958"/>
                <a:gd name="T6" fmla="*/ 1320 w 2418"/>
                <a:gd name="T7" fmla="*/ 174 h 958"/>
                <a:gd name="T8" fmla="*/ 860 w 2418"/>
                <a:gd name="T9" fmla="*/ 248 h 958"/>
                <a:gd name="T10" fmla="*/ 822 w 2418"/>
                <a:gd name="T11" fmla="*/ 350 h 958"/>
                <a:gd name="T12" fmla="*/ 692 w 2418"/>
                <a:gd name="T13" fmla="*/ 356 h 958"/>
                <a:gd name="T14" fmla="*/ 344 w 2418"/>
                <a:gd name="T15" fmla="*/ 422 h 958"/>
                <a:gd name="T16" fmla="*/ 204 w 2418"/>
                <a:gd name="T17" fmla="*/ 342 h 958"/>
                <a:gd name="T18" fmla="*/ 114 w 2418"/>
                <a:gd name="T19" fmla="*/ 632 h 958"/>
                <a:gd name="T20" fmla="*/ 302 w 2418"/>
                <a:gd name="T21" fmla="*/ 920 h 958"/>
                <a:gd name="T22" fmla="*/ 536 w 2418"/>
                <a:gd name="T23" fmla="*/ 764 h 958"/>
                <a:gd name="T24" fmla="*/ 886 w 2418"/>
                <a:gd name="T25" fmla="*/ 770 h 958"/>
                <a:gd name="T26" fmla="*/ 1412 w 2418"/>
                <a:gd name="T27" fmla="*/ 764 h 958"/>
                <a:gd name="T28" fmla="*/ 1672 w 2418"/>
                <a:gd name="T29" fmla="*/ 856 h 958"/>
                <a:gd name="T30" fmla="*/ 1814 w 2418"/>
                <a:gd name="T31" fmla="*/ 584 h 958"/>
                <a:gd name="T32" fmla="*/ 1982 w 2418"/>
                <a:gd name="T33" fmla="*/ 584 h 958"/>
                <a:gd name="T34" fmla="*/ 2052 w 2418"/>
                <a:gd name="T35" fmla="*/ 574 h 958"/>
                <a:gd name="T36" fmla="*/ 2326 w 2418"/>
                <a:gd name="T37" fmla="*/ 456 h 958"/>
                <a:gd name="T38" fmla="*/ 2284 w 2418"/>
                <a:gd name="T39" fmla="*/ 296 h 958"/>
                <a:gd name="T40" fmla="*/ 1466 w 2418"/>
                <a:gd name="T41" fmla="*/ 248 h 958"/>
                <a:gd name="T42" fmla="*/ 1530 w 2418"/>
                <a:gd name="T43" fmla="*/ 260 h 958"/>
                <a:gd name="T44" fmla="*/ 4 w 2418"/>
                <a:gd name="T45" fmla="*/ 682 h 958"/>
                <a:gd name="T46" fmla="*/ 536 w 2418"/>
                <a:gd name="T47" fmla="*/ 16 h 958"/>
                <a:gd name="T48" fmla="*/ 536 w 2418"/>
                <a:gd name="T49" fmla="*/ 26 h 958"/>
                <a:gd name="T50" fmla="*/ 524 w 2418"/>
                <a:gd name="T51" fmla="*/ 32 h 958"/>
                <a:gd name="T52" fmla="*/ 512 w 2418"/>
                <a:gd name="T53" fmla="*/ 42 h 958"/>
                <a:gd name="T54" fmla="*/ 442 w 2418"/>
                <a:gd name="T55" fmla="*/ 54 h 958"/>
                <a:gd name="T56" fmla="*/ 1710 w 2418"/>
                <a:gd name="T57" fmla="*/ 174 h 958"/>
                <a:gd name="T58" fmla="*/ 800 w 2418"/>
                <a:gd name="T59" fmla="*/ 242 h 958"/>
                <a:gd name="T60" fmla="*/ 1516 w 2418"/>
                <a:gd name="T61" fmla="*/ 270 h 958"/>
                <a:gd name="T62" fmla="*/ 710 w 2418"/>
                <a:gd name="T63" fmla="*/ 406 h 958"/>
                <a:gd name="T64" fmla="*/ 546 w 2418"/>
                <a:gd name="T65" fmla="*/ 12 h 958"/>
                <a:gd name="T66" fmla="*/ 1034 w 2418"/>
                <a:gd name="T67" fmla="*/ 38 h 958"/>
                <a:gd name="T68" fmla="*/ 604 w 2418"/>
                <a:gd name="T69" fmla="*/ 26 h 958"/>
                <a:gd name="T70" fmla="*/ 454 w 2418"/>
                <a:gd name="T71" fmla="*/ 32 h 958"/>
                <a:gd name="T72" fmla="*/ 362 w 2418"/>
                <a:gd name="T73" fmla="*/ 38 h 958"/>
                <a:gd name="T74" fmla="*/ 512 w 2418"/>
                <a:gd name="T75" fmla="*/ 48 h 958"/>
                <a:gd name="T76" fmla="*/ 1104 w 2418"/>
                <a:gd name="T77" fmla="*/ 86 h 958"/>
                <a:gd name="T78" fmla="*/ 806 w 2418"/>
                <a:gd name="T79" fmla="*/ 70 h 958"/>
                <a:gd name="T80" fmla="*/ 1174 w 2418"/>
                <a:gd name="T81" fmla="*/ 86 h 958"/>
                <a:gd name="T82" fmla="*/ 1240 w 2418"/>
                <a:gd name="T83" fmla="*/ 128 h 958"/>
                <a:gd name="T84" fmla="*/ 664 w 2418"/>
                <a:gd name="T85" fmla="*/ 140 h 958"/>
                <a:gd name="T86" fmla="*/ 546 w 2418"/>
                <a:gd name="T87" fmla="*/ 216 h 958"/>
                <a:gd name="T88" fmla="*/ 508 w 2418"/>
                <a:gd name="T89" fmla="*/ 216 h 958"/>
                <a:gd name="T90" fmla="*/ 1104 w 2418"/>
                <a:gd name="T91" fmla="*/ 146 h 958"/>
                <a:gd name="T92" fmla="*/ 1078 w 2418"/>
                <a:gd name="T93" fmla="*/ 162 h 958"/>
                <a:gd name="T94" fmla="*/ 1672 w 2418"/>
                <a:gd name="T95" fmla="*/ 168 h 958"/>
                <a:gd name="T96" fmla="*/ 1748 w 2418"/>
                <a:gd name="T97" fmla="*/ 194 h 958"/>
                <a:gd name="T98" fmla="*/ 1808 w 2418"/>
                <a:gd name="T99" fmla="*/ 180 h 958"/>
                <a:gd name="T100" fmla="*/ 952 w 2418"/>
                <a:gd name="T101" fmla="*/ 194 h 958"/>
                <a:gd name="T102" fmla="*/ 1716 w 2418"/>
                <a:gd name="T103" fmla="*/ 216 h 958"/>
                <a:gd name="T104" fmla="*/ 1728 w 2418"/>
                <a:gd name="T105" fmla="*/ 238 h 958"/>
                <a:gd name="T106" fmla="*/ 464 w 2418"/>
                <a:gd name="T107" fmla="*/ 288 h 958"/>
                <a:gd name="T108" fmla="*/ 502 w 2418"/>
                <a:gd name="T109" fmla="*/ 276 h 958"/>
                <a:gd name="T110" fmla="*/ 838 w 2418"/>
                <a:gd name="T111" fmla="*/ 248 h 958"/>
                <a:gd name="T112" fmla="*/ 2008 w 2418"/>
                <a:gd name="T113" fmla="*/ 308 h 958"/>
                <a:gd name="T114" fmla="*/ 2004 w 2418"/>
                <a:gd name="T115" fmla="*/ 342 h 958"/>
                <a:gd name="T116" fmla="*/ 324 w 2418"/>
                <a:gd name="T117" fmla="*/ 406 h 958"/>
                <a:gd name="T118" fmla="*/ 1662 w 2418"/>
                <a:gd name="T119" fmla="*/ 682 h 958"/>
                <a:gd name="T120" fmla="*/ 1736 w 2418"/>
                <a:gd name="T121" fmla="*/ 704 h 958"/>
                <a:gd name="T122" fmla="*/ 1754 w 2418"/>
                <a:gd name="T123" fmla="*/ 850 h 958"/>
                <a:gd name="T124" fmla="*/ 1842 w 2418"/>
                <a:gd name="T125" fmla="*/ 866 h 9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418" h="958">
                  <a:moveTo>
                    <a:pt x="758" y="710"/>
                  </a:moveTo>
                  <a:lnTo>
                    <a:pt x="764" y="710"/>
                  </a:lnTo>
                  <a:lnTo>
                    <a:pt x="766" y="704"/>
                  </a:lnTo>
                  <a:lnTo>
                    <a:pt x="758" y="704"/>
                  </a:lnTo>
                  <a:lnTo>
                    <a:pt x="758" y="710"/>
                  </a:lnTo>
                  <a:lnTo>
                    <a:pt x="758" y="710"/>
                  </a:lnTo>
                  <a:lnTo>
                    <a:pt x="758" y="710"/>
                  </a:lnTo>
                  <a:close/>
                  <a:moveTo>
                    <a:pt x="1682" y="698"/>
                  </a:moveTo>
                  <a:lnTo>
                    <a:pt x="1678" y="704"/>
                  </a:lnTo>
                  <a:lnTo>
                    <a:pt x="1682" y="704"/>
                  </a:lnTo>
                  <a:lnTo>
                    <a:pt x="1682" y="698"/>
                  </a:lnTo>
                  <a:lnTo>
                    <a:pt x="1682" y="698"/>
                  </a:lnTo>
                  <a:lnTo>
                    <a:pt x="1682" y="698"/>
                  </a:lnTo>
                  <a:close/>
                  <a:moveTo>
                    <a:pt x="242" y="878"/>
                  </a:moveTo>
                  <a:lnTo>
                    <a:pt x="242" y="884"/>
                  </a:lnTo>
                  <a:lnTo>
                    <a:pt x="248" y="884"/>
                  </a:lnTo>
                  <a:lnTo>
                    <a:pt x="248" y="878"/>
                  </a:lnTo>
                  <a:lnTo>
                    <a:pt x="242" y="878"/>
                  </a:lnTo>
                  <a:lnTo>
                    <a:pt x="242" y="878"/>
                  </a:lnTo>
                  <a:lnTo>
                    <a:pt x="242" y="878"/>
                  </a:lnTo>
                  <a:close/>
                  <a:moveTo>
                    <a:pt x="122" y="548"/>
                  </a:moveTo>
                  <a:lnTo>
                    <a:pt x="118" y="548"/>
                  </a:lnTo>
                  <a:lnTo>
                    <a:pt x="118" y="552"/>
                  </a:lnTo>
                  <a:lnTo>
                    <a:pt x="122" y="552"/>
                  </a:lnTo>
                  <a:lnTo>
                    <a:pt x="122" y="548"/>
                  </a:lnTo>
                  <a:lnTo>
                    <a:pt x="122" y="548"/>
                  </a:lnTo>
                  <a:lnTo>
                    <a:pt x="122" y="548"/>
                  </a:lnTo>
                  <a:close/>
                  <a:moveTo>
                    <a:pt x="492" y="774"/>
                  </a:moveTo>
                  <a:lnTo>
                    <a:pt x="496" y="770"/>
                  </a:lnTo>
                  <a:lnTo>
                    <a:pt x="492" y="770"/>
                  </a:lnTo>
                  <a:lnTo>
                    <a:pt x="492" y="774"/>
                  </a:lnTo>
                  <a:lnTo>
                    <a:pt x="492" y="774"/>
                  </a:lnTo>
                  <a:lnTo>
                    <a:pt x="492" y="774"/>
                  </a:lnTo>
                  <a:close/>
                  <a:moveTo>
                    <a:pt x="1554" y="276"/>
                  </a:moveTo>
                  <a:lnTo>
                    <a:pt x="1548" y="276"/>
                  </a:lnTo>
                  <a:lnTo>
                    <a:pt x="1548" y="282"/>
                  </a:lnTo>
                  <a:lnTo>
                    <a:pt x="1554" y="282"/>
                  </a:lnTo>
                  <a:lnTo>
                    <a:pt x="1554" y="276"/>
                  </a:lnTo>
                  <a:lnTo>
                    <a:pt x="1554" y="276"/>
                  </a:lnTo>
                  <a:lnTo>
                    <a:pt x="1554" y="276"/>
                  </a:lnTo>
                  <a:close/>
                  <a:moveTo>
                    <a:pt x="176" y="324"/>
                  </a:moveTo>
                  <a:lnTo>
                    <a:pt x="172" y="324"/>
                  </a:lnTo>
                  <a:lnTo>
                    <a:pt x="172" y="330"/>
                  </a:lnTo>
                  <a:lnTo>
                    <a:pt x="176" y="330"/>
                  </a:lnTo>
                  <a:lnTo>
                    <a:pt x="176" y="324"/>
                  </a:lnTo>
                  <a:lnTo>
                    <a:pt x="176" y="324"/>
                  </a:lnTo>
                  <a:lnTo>
                    <a:pt x="176" y="324"/>
                  </a:lnTo>
                  <a:close/>
                  <a:moveTo>
                    <a:pt x="1982" y="542"/>
                  </a:moveTo>
                  <a:lnTo>
                    <a:pt x="1982" y="548"/>
                  </a:lnTo>
                  <a:lnTo>
                    <a:pt x="1986" y="548"/>
                  </a:lnTo>
                  <a:lnTo>
                    <a:pt x="1986" y="542"/>
                  </a:lnTo>
                  <a:lnTo>
                    <a:pt x="1982" y="542"/>
                  </a:lnTo>
                  <a:lnTo>
                    <a:pt x="1982" y="542"/>
                  </a:lnTo>
                  <a:lnTo>
                    <a:pt x="1982" y="542"/>
                  </a:lnTo>
                  <a:close/>
                  <a:moveTo>
                    <a:pt x="1672" y="698"/>
                  </a:moveTo>
                  <a:lnTo>
                    <a:pt x="1662" y="698"/>
                  </a:lnTo>
                  <a:lnTo>
                    <a:pt x="1662" y="704"/>
                  </a:lnTo>
                  <a:lnTo>
                    <a:pt x="1672" y="704"/>
                  </a:lnTo>
                  <a:lnTo>
                    <a:pt x="1672" y="698"/>
                  </a:lnTo>
                  <a:lnTo>
                    <a:pt x="1672" y="698"/>
                  </a:lnTo>
                  <a:lnTo>
                    <a:pt x="1672" y="698"/>
                  </a:lnTo>
                  <a:close/>
                  <a:moveTo>
                    <a:pt x="596" y="710"/>
                  </a:moveTo>
                  <a:lnTo>
                    <a:pt x="596" y="704"/>
                  </a:lnTo>
                  <a:lnTo>
                    <a:pt x="590" y="704"/>
                  </a:lnTo>
                  <a:lnTo>
                    <a:pt x="590" y="710"/>
                  </a:lnTo>
                  <a:lnTo>
                    <a:pt x="596" y="710"/>
                  </a:lnTo>
                  <a:lnTo>
                    <a:pt x="596" y="710"/>
                  </a:lnTo>
                  <a:lnTo>
                    <a:pt x="596" y="710"/>
                  </a:lnTo>
                  <a:close/>
                  <a:moveTo>
                    <a:pt x="936" y="216"/>
                  </a:moveTo>
                  <a:lnTo>
                    <a:pt x="940" y="216"/>
                  </a:lnTo>
                  <a:lnTo>
                    <a:pt x="940" y="210"/>
                  </a:lnTo>
                  <a:lnTo>
                    <a:pt x="936" y="210"/>
                  </a:lnTo>
                  <a:lnTo>
                    <a:pt x="936" y="216"/>
                  </a:lnTo>
                  <a:lnTo>
                    <a:pt x="936" y="216"/>
                  </a:lnTo>
                  <a:lnTo>
                    <a:pt x="936" y="216"/>
                  </a:lnTo>
                  <a:close/>
                  <a:moveTo>
                    <a:pt x="336" y="356"/>
                  </a:moveTo>
                  <a:lnTo>
                    <a:pt x="336" y="362"/>
                  </a:lnTo>
                  <a:lnTo>
                    <a:pt x="340" y="362"/>
                  </a:lnTo>
                  <a:lnTo>
                    <a:pt x="340" y="356"/>
                  </a:lnTo>
                  <a:lnTo>
                    <a:pt x="336" y="356"/>
                  </a:lnTo>
                  <a:lnTo>
                    <a:pt x="336" y="356"/>
                  </a:lnTo>
                  <a:lnTo>
                    <a:pt x="336" y="356"/>
                  </a:lnTo>
                  <a:close/>
                  <a:moveTo>
                    <a:pt x="940" y="200"/>
                  </a:moveTo>
                  <a:lnTo>
                    <a:pt x="940" y="206"/>
                  </a:lnTo>
                  <a:lnTo>
                    <a:pt x="946" y="206"/>
                  </a:lnTo>
                  <a:lnTo>
                    <a:pt x="946" y="200"/>
                  </a:lnTo>
                  <a:lnTo>
                    <a:pt x="940" y="200"/>
                  </a:lnTo>
                  <a:lnTo>
                    <a:pt x="940" y="200"/>
                  </a:lnTo>
                  <a:lnTo>
                    <a:pt x="940" y="200"/>
                  </a:lnTo>
                  <a:close/>
                  <a:moveTo>
                    <a:pt x="2338" y="390"/>
                  </a:moveTo>
                  <a:lnTo>
                    <a:pt x="2338" y="396"/>
                  </a:lnTo>
                  <a:lnTo>
                    <a:pt x="2344" y="396"/>
                  </a:lnTo>
                  <a:lnTo>
                    <a:pt x="2338" y="390"/>
                  </a:lnTo>
                  <a:lnTo>
                    <a:pt x="2338" y="390"/>
                  </a:lnTo>
                  <a:lnTo>
                    <a:pt x="2338" y="390"/>
                  </a:lnTo>
                  <a:close/>
                  <a:moveTo>
                    <a:pt x="2398" y="410"/>
                  </a:moveTo>
                  <a:lnTo>
                    <a:pt x="2392" y="410"/>
                  </a:lnTo>
                  <a:lnTo>
                    <a:pt x="2392" y="406"/>
                  </a:lnTo>
                  <a:lnTo>
                    <a:pt x="2380" y="406"/>
                  </a:lnTo>
                  <a:lnTo>
                    <a:pt x="2380" y="402"/>
                  </a:lnTo>
                  <a:lnTo>
                    <a:pt x="2378" y="402"/>
                  </a:lnTo>
                  <a:lnTo>
                    <a:pt x="2372" y="406"/>
                  </a:lnTo>
                  <a:lnTo>
                    <a:pt x="2360" y="406"/>
                  </a:lnTo>
                  <a:lnTo>
                    <a:pt x="2360" y="396"/>
                  </a:lnTo>
                  <a:lnTo>
                    <a:pt x="2344" y="396"/>
                  </a:lnTo>
                  <a:lnTo>
                    <a:pt x="2344" y="402"/>
                  </a:lnTo>
                  <a:lnTo>
                    <a:pt x="2350" y="402"/>
                  </a:lnTo>
                  <a:lnTo>
                    <a:pt x="2354" y="406"/>
                  </a:lnTo>
                  <a:lnTo>
                    <a:pt x="2350" y="406"/>
                  </a:lnTo>
                  <a:lnTo>
                    <a:pt x="2350" y="416"/>
                  </a:lnTo>
                  <a:lnTo>
                    <a:pt x="2344" y="416"/>
                  </a:lnTo>
                  <a:lnTo>
                    <a:pt x="2344" y="410"/>
                  </a:lnTo>
                  <a:lnTo>
                    <a:pt x="2338" y="410"/>
                  </a:lnTo>
                  <a:lnTo>
                    <a:pt x="2338" y="406"/>
                  </a:lnTo>
                  <a:lnTo>
                    <a:pt x="2344" y="406"/>
                  </a:lnTo>
                  <a:lnTo>
                    <a:pt x="2344" y="402"/>
                  </a:lnTo>
                  <a:lnTo>
                    <a:pt x="2338" y="402"/>
                  </a:lnTo>
                  <a:lnTo>
                    <a:pt x="2338" y="396"/>
                  </a:lnTo>
                  <a:lnTo>
                    <a:pt x="2332" y="396"/>
                  </a:lnTo>
                  <a:lnTo>
                    <a:pt x="2332" y="384"/>
                  </a:lnTo>
                  <a:lnTo>
                    <a:pt x="2324" y="378"/>
                  </a:lnTo>
                  <a:lnTo>
                    <a:pt x="2318" y="378"/>
                  </a:lnTo>
                  <a:lnTo>
                    <a:pt x="2318" y="374"/>
                  </a:lnTo>
                  <a:lnTo>
                    <a:pt x="2306" y="374"/>
                  </a:lnTo>
                  <a:lnTo>
                    <a:pt x="2306" y="368"/>
                  </a:lnTo>
                  <a:lnTo>
                    <a:pt x="2296" y="368"/>
                  </a:lnTo>
                  <a:lnTo>
                    <a:pt x="2296" y="362"/>
                  </a:lnTo>
                  <a:lnTo>
                    <a:pt x="2284" y="362"/>
                  </a:lnTo>
                  <a:lnTo>
                    <a:pt x="2284" y="356"/>
                  </a:lnTo>
                  <a:lnTo>
                    <a:pt x="2272" y="356"/>
                  </a:lnTo>
                  <a:lnTo>
                    <a:pt x="2272" y="350"/>
                  </a:lnTo>
                  <a:lnTo>
                    <a:pt x="2268" y="350"/>
                  </a:lnTo>
                  <a:lnTo>
                    <a:pt x="2264" y="348"/>
                  </a:lnTo>
                  <a:lnTo>
                    <a:pt x="2258" y="348"/>
                  </a:lnTo>
                  <a:lnTo>
                    <a:pt x="2252" y="342"/>
                  </a:lnTo>
                  <a:lnTo>
                    <a:pt x="2252" y="348"/>
                  </a:lnTo>
                  <a:lnTo>
                    <a:pt x="2246" y="348"/>
                  </a:lnTo>
                  <a:lnTo>
                    <a:pt x="2246" y="342"/>
                  </a:lnTo>
                  <a:lnTo>
                    <a:pt x="2240" y="342"/>
                  </a:lnTo>
                  <a:lnTo>
                    <a:pt x="2236" y="336"/>
                  </a:lnTo>
                  <a:lnTo>
                    <a:pt x="2214" y="336"/>
                  </a:lnTo>
                  <a:lnTo>
                    <a:pt x="2214" y="330"/>
                  </a:lnTo>
                  <a:lnTo>
                    <a:pt x="2176" y="330"/>
                  </a:lnTo>
                  <a:lnTo>
                    <a:pt x="2176" y="324"/>
                  </a:lnTo>
                  <a:lnTo>
                    <a:pt x="2170" y="324"/>
                  </a:lnTo>
                  <a:lnTo>
                    <a:pt x="2170" y="330"/>
                  </a:lnTo>
                  <a:lnTo>
                    <a:pt x="2164" y="330"/>
                  </a:lnTo>
                  <a:lnTo>
                    <a:pt x="2164" y="324"/>
                  </a:lnTo>
                  <a:lnTo>
                    <a:pt x="2144" y="324"/>
                  </a:lnTo>
                  <a:lnTo>
                    <a:pt x="2144" y="320"/>
                  </a:lnTo>
                  <a:lnTo>
                    <a:pt x="2132" y="320"/>
                  </a:lnTo>
                  <a:lnTo>
                    <a:pt x="2132" y="336"/>
                  </a:lnTo>
                  <a:lnTo>
                    <a:pt x="2138" y="336"/>
                  </a:lnTo>
                  <a:lnTo>
                    <a:pt x="2138" y="350"/>
                  </a:lnTo>
                  <a:lnTo>
                    <a:pt x="2132" y="350"/>
                  </a:lnTo>
                  <a:lnTo>
                    <a:pt x="2132" y="356"/>
                  </a:lnTo>
                  <a:lnTo>
                    <a:pt x="2116" y="356"/>
                  </a:lnTo>
                  <a:lnTo>
                    <a:pt x="2116" y="348"/>
                  </a:lnTo>
                  <a:lnTo>
                    <a:pt x="2100" y="348"/>
                  </a:lnTo>
                  <a:lnTo>
                    <a:pt x="2100" y="336"/>
                  </a:lnTo>
                  <a:lnTo>
                    <a:pt x="2008" y="336"/>
                  </a:lnTo>
                  <a:lnTo>
                    <a:pt x="2008" y="356"/>
                  </a:lnTo>
                  <a:lnTo>
                    <a:pt x="2004" y="356"/>
                  </a:lnTo>
                  <a:lnTo>
                    <a:pt x="2004" y="362"/>
                  </a:lnTo>
                  <a:lnTo>
                    <a:pt x="1998" y="362"/>
                  </a:lnTo>
                  <a:lnTo>
                    <a:pt x="2004" y="356"/>
                  </a:lnTo>
                  <a:lnTo>
                    <a:pt x="2004" y="348"/>
                  </a:lnTo>
                  <a:lnTo>
                    <a:pt x="1998" y="348"/>
                  </a:lnTo>
                  <a:lnTo>
                    <a:pt x="1998" y="336"/>
                  </a:lnTo>
                  <a:lnTo>
                    <a:pt x="1986" y="336"/>
                  </a:lnTo>
                  <a:lnTo>
                    <a:pt x="1982" y="330"/>
                  </a:lnTo>
                  <a:lnTo>
                    <a:pt x="1982" y="324"/>
                  </a:lnTo>
                  <a:lnTo>
                    <a:pt x="1986" y="320"/>
                  </a:lnTo>
                  <a:lnTo>
                    <a:pt x="1986" y="308"/>
                  </a:lnTo>
                  <a:lnTo>
                    <a:pt x="1976" y="308"/>
                  </a:lnTo>
                  <a:lnTo>
                    <a:pt x="1970" y="302"/>
                  </a:lnTo>
                  <a:lnTo>
                    <a:pt x="1964" y="302"/>
                  </a:lnTo>
                  <a:lnTo>
                    <a:pt x="1958" y="296"/>
                  </a:lnTo>
                  <a:lnTo>
                    <a:pt x="1898" y="296"/>
                  </a:lnTo>
                  <a:lnTo>
                    <a:pt x="1898" y="302"/>
                  </a:lnTo>
                  <a:lnTo>
                    <a:pt x="1872" y="302"/>
                  </a:lnTo>
                  <a:lnTo>
                    <a:pt x="1872" y="296"/>
                  </a:lnTo>
                  <a:lnTo>
                    <a:pt x="1868" y="296"/>
                  </a:lnTo>
                  <a:lnTo>
                    <a:pt x="1868" y="292"/>
                  </a:lnTo>
                  <a:lnTo>
                    <a:pt x="1862" y="292"/>
                  </a:lnTo>
                  <a:lnTo>
                    <a:pt x="1856" y="288"/>
                  </a:lnTo>
                  <a:lnTo>
                    <a:pt x="1850" y="292"/>
                  </a:lnTo>
                  <a:lnTo>
                    <a:pt x="1850" y="288"/>
                  </a:lnTo>
                  <a:lnTo>
                    <a:pt x="1836" y="288"/>
                  </a:lnTo>
                  <a:lnTo>
                    <a:pt x="1836" y="282"/>
                  </a:lnTo>
                  <a:lnTo>
                    <a:pt x="1830" y="282"/>
                  </a:lnTo>
                  <a:lnTo>
                    <a:pt x="1830" y="276"/>
                  </a:lnTo>
                  <a:lnTo>
                    <a:pt x="1836" y="276"/>
                  </a:lnTo>
                  <a:lnTo>
                    <a:pt x="1842" y="282"/>
                  </a:lnTo>
                  <a:lnTo>
                    <a:pt x="1842" y="270"/>
                  </a:lnTo>
                  <a:lnTo>
                    <a:pt x="1830" y="270"/>
                  </a:lnTo>
                  <a:lnTo>
                    <a:pt x="1830" y="266"/>
                  </a:lnTo>
                  <a:lnTo>
                    <a:pt x="1802" y="266"/>
                  </a:lnTo>
                  <a:lnTo>
                    <a:pt x="1796" y="270"/>
                  </a:lnTo>
                  <a:lnTo>
                    <a:pt x="1786" y="282"/>
                  </a:lnTo>
                  <a:lnTo>
                    <a:pt x="1782" y="282"/>
                  </a:lnTo>
                  <a:lnTo>
                    <a:pt x="1776" y="288"/>
                  </a:lnTo>
                  <a:lnTo>
                    <a:pt x="1776" y="282"/>
                  </a:lnTo>
                  <a:lnTo>
                    <a:pt x="1770" y="282"/>
                  </a:lnTo>
                  <a:lnTo>
                    <a:pt x="1776" y="276"/>
                  </a:lnTo>
                  <a:lnTo>
                    <a:pt x="1782" y="276"/>
                  </a:lnTo>
                  <a:lnTo>
                    <a:pt x="1782" y="270"/>
                  </a:lnTo>
                  <a:lnTo>
                    <a:pt x="1796" y="270"/>
                  </a:lnTo>
                  <a:lnTo>
                    <a:pt x="1796" y="266"/>
                  </a:lnTo>
                  <a:lnTo>
                    <a:pt x="1790" y="260"/>
                  </a:lnTo>
                  <a:lnTo>
                    <a:pt x="1776" y="260"/>
                  </a:lnTo>
                  <a:lnTo>
                    <a:pt x="1776" y="266"/>
                  </a:lnTo>
                  <a:lnTo>
                    <a:pt x="1770" y="266"/>
                  </a:lnTo>
                  <a:lnTo>
                    <a:pt x="1770" y="270"/>
                  </a:lnTo>
                  <a:lnTo>
                    <a:pt x="1764" y="270"/>
                  </a:lnTo>
                  <a:lnTo>
                    <a:pt x="1758" y="270"/>
                  </a:lnTo>
                  <a:lnTo>
                    <a:pt x="1758" y="266"/>
                  </a:lnTo>
                  <a:lnTo>
                    <a:pt x="1764" y="266"/>
                  </a:lnTo>
                  <a:lnTo>
                    <a:pt x="1764" y="270"/>
                  </a:lnTo>
                  <a:lnTo>
                    <a:pt x="1770" y="266"/>
                  </a:lnTo>
                  <a:lnTo>
                    <a:pt x="1770" y="260"/>
                  </a:lnTo>
                  <a:lnTo>
                    <a:pt x="1758" y="260"/>
                  </a:lnTo>
                  <a:lnTo>
                    <a:pt x="1754" y="254"/>
                  </a:lnTo>
                  <a:lnTo>
                    <a:pt x="1722" y="254"/>
                  </a:lnTo>
                  <a:lnTo>
                    <a:pt x="1722" y="248"/>
                  </a:lnTo>
                  <a:lnTo>
                    <a:pt x="1710" y="248"/>
                  </a:lnTo>
                  <a:lnTo>
                    <a:pt x="1710" y="254"/>
                  </a:lnTo>
                  <a:lnTo>
                    <a:pt x="1716" y="254"/>
                  </a:lnTo>
                  <a:lnTo>
                    <a:pt x="1716" y="260"/>
                  </a:lnTo>
                  <a:lnTo>
                    <a:pt x="1694" y="260"/>
                  </a:lnTo>
                  <a:lnTo>
                    <a:pt x="1688" y="266"/>
                  </a:lnTo>
                  <a:lnTo>
                    <a:pt x="1688" y="270"/>
                  </a:lnTo>
                  <a:lnTo>
                    <a:pt x="1694" y="270"/>
                  </a:lnTo>
                  <a:lnTo>
                    <a:pt x="1700" y="266"/>
                  </a:lnTo>
                  <a:lnTo>
                    <a:pt x="1704" y="270"/>
                  </a:lnTo>
                  <a:lnTo>
                    <a:pt x="1700" y="270"/>
                  </a:lnTo>
                  <a:lnTo>
                    <a:pt x="1700" y="288"/>
                  </a:lnTo>
                  <a:lnTo>
                    <a:pt x="1672" y="288"/>
                  </a:lnTo>
                  <a:lnTo>
                    <a:pt x="1672" y="296"/>
                  </a:lnTo>
                  <a:lnTo>
                    <a:pt x="1668" y="292"/>
                  </a:lnTo>
                  <a:lnTo>
                    <a:pt x="1662" y="288"/>
                  </a:lnTo>
                  <a:lnTo>
                    <a:pt x="1624" y="288"/>
                  </a:lnTo>
                  <a:lnTo>
                    <a:pt x="1624" y="292"/>
                  </a:lnTo>
                  <a:lnTo>
                    <a:pt x="1618" y="288"/>
                  </a:lnTo>
                  <a:lnTo>
                    <a:pt x="1602" y="288"/>
                  </a:lnTo>
                  <a:lnTo>
                    <a:pt x="1602" y="276"/>
                  </a:lnTo>
                  <a:lnTo>
                    <a:pt x="1596" y="276"/>
                  </a:lnTo>
                  <a:lnTo>
                    <a:pt x="1590" y="282"/>
                  </a:lnTo>
                  <a:lnTo>
                    <a:pt x="1590" y="296"/>
                  </a:lnTo>
                  <a:lnTo>
                    <a:pt x="1586" y="296"/>
                  </a:lnTo>
                  <a:lnTo>
                    <a:pt x="1580" y="302"/>
                  </a:lnTo>
                  <a:lnTo>
                    <a:pt x="1574" y="308"/>
                  </a:lnTo>
                  <a:lnTo>
                    <a:pt x="1574" y="302"/>
                  </a:lnTo>
                  <a:lnTo>
                    <a:pt x="1570" y="296"/>
                  </a:lnTo>
                  <a:lnTo>
                    <a:pt x="1570" y="302"/>
                  </a:lnTo>
                  <a:lnTo>
                    <a:pt x="1564" y="302"/>
                  </a:lnTo>
                  <a:lnTo>
                    <a:pt x="1564" y="296"/>
                  </a:lnTo>
                  <a:lnTo>
                    <a:pt x="1554" y="296"/>
                  </a:lnTo>
                  <a:lnTo>
                    <a:pt x="1554" y="288"/>
                  </a:lnTo>
                  <a:lnTo>
                    <a:pt x="1542" y="288"/>
                  </a:lnTo>
                  <a:lnTo>
                    <a:pt x="1542" y="276"/>
                  </a:lnTo>
                  <a:lnTo>
                    <a:pt x="1536" y="276"/>
                  </a:lnTo>
                  <a:lnTo>
                    <a:pt x="1536" y="270"/>
                  </a:lnTo>
                  <a:lnTo>
                    <a:pt x="1530" y="270"/>
                  </a:lnTo>
                  <a:lnTo>
                    <a:pt x="1530" y="266"/>
                  </a:lnTo>
                  <a:lnTo>
                    <a:pt x="1520" y="266"/>
                  </a:lnTo>
                  <a:lnTo>
                    <a:pt x="1520" y="260"/>
                  </a:lnTo>
                  <a:lnTo>
                    <a:pt x="1516" y="260"/>
                  </a:lnTo>
                  <a:lnTo>
                    <a:pt x="1516" y="270"/>
                  </a:lnTo>
                  <a:lnTo>
                    <a:pt x="1510" y="266"/>
                  </a:lnTo>
                  <a:lnTo>
                    <a:pt x="1494" y="266"/>
                  </a:lnTo>
                  <a:lnTo>
                    <a:pt x="1494" y="260"/>
                  </a:lnTo>
                  <a:lnTo>
                    <a:pt x="1482" y="260"/>
                  </a:lnTo>
                  <a:lnTo>
                    <a:pt x="1476" y="254"/>
                  </a:lnTo>
                  <a:lnTo>
                    <a:pt x="1456" y="254"/>
                  </a:lnTo>
                  <a:lnTo>
                    <a:pt x="1456" y="248"/>
                  </a:lnTo>
                  <a:lnTo>
                    <a:pt x="1412" y="248"/>
                  </a:lnTo>
                  <a:lnTo>
                    <a:pt x="1408" y="242"/>
                  </a:lnTo>
                  <a:lnTo>
                    <a:pt x="1402" y="242"/>
                  </a:lnTo>
                  <a:lnTo>
                    <a:pt x="1396" y="238"/>
                  </a:lnTo>
                  <a:lnTo>
                    <a:pt x="1408" y="238"/>
                  </a:lnTo>
                  <a:lnTo>
                    <a:pt x="1402" y="234"/>
                  </a:lnTo>
                  <a:lnTo>
                    <a:pt x="1374" y="234"/>
                  </a:lnTo>
                  <a:lnTo>
                    <a:pt x="1374" y="228"/>
                  </a:lnTo>
                  <a:lnTo>
                    <a:pt x="1348" y="228"/>
                  </a:lnTo>
                  <a:lnTo>
                    <a:pt x="1348" y="234"/>
                  </a:lnTo>
                  <a:lnTo>
                    <a:pt x="1326" y="234"/>
                  </a:lnTo>
                  <a:lnTo>
                    <a:pt x="1326" y="238"/>
                  </a:lnTo>
                  <a:lnTo>
                    <a:pt x="1320" y="238"/>
                  </a:lnTo>
                  <a:lnTo>
                    <a:pt x="1326" y="234"/>
                  </a:lnTo>
                  <a:lnTo>
                    <a:pt x="1326" y="228"/>
                  </a:lnTo>
                  <a:lnTo>
                    <a:pt x="1294" y="228"/>
                  </a:lnTo>
                  <a:lnTo>
                    <a:pt x="1288" y="222"/>
                  </a:lnTo>
                  <a:lnTo>
                    <a:pt x="1276" y="222"/>
                  </a:lnTo>
                  <a:lnTo>
                    <a:pt x="1276" y="228"/>
                  </a:lnTo>
                  <a:lnTo>
                    <a:pt x="1282" y="228"/>
                  </a:lnTo>
                  <a:lnTo>
                    <a:pt x="1282" y="234"/>
                  </a:lnTo>
                  <a:lnTo>
                    <a:pt x="1276" y="234"/>
                  </a:lnTo>
                  <a:lnTo>
                    <a:pt x="1276" y="238"/>
                  </a:lnTo>
                  <a:lnTo>
                    <a:pt x="1250" y="238"/>
                  </a:lnTo>
                  <a:lnTo>
                    <a:pt x="1250" y="242"/>
                  </a:lnTo>
                  <a:lnTo>
                    <a:pt x="1222" y="242"/>
                  </a:lnTo>
                  <a:lnTo>
                    <a:pt x="1222" y="248"/>
                  </a:lnTo>
                  <a:lnTo>
                    <a:pt x="1218" y="248"/>
                  </a:lnTo>
                  <a:lnTo>
                    <a:pt x="1212" y="254"/>
                  </a:lnTo>
                  <a:lnTo>
                    <a:pt x="1206" y="254"/>
                  </a:lnTo>
                  <a:lnTo>
                    <a:pt x="1212" y="248"/>
                  </a:lnTo>
                  <a:lnTo>
                    <a:pt x="1218" y="248"/>
                  </a:lnTo>
                  <a:lnTo>
                    <a:pt x="1218" y="238"/>
                  </a:lnTo>
                  <a:lnTo>
                    <a:pt x="1234" y="238"/>
                  </a:lnTo>
                  <a:lnTo>
                    <a:pt x="1240" y="234"/>
                  </a:lnTo>
                  <a:lnTo>
                    <a:pt x="1246" y="234"/>
                  </a:lnTo>
                  <a:lnTo>
                    <a:pt x="1250" y="228"/>
                  </a:lnTo>
                  <a:lnTo>
                    <a:pt x="1260" y="228"/>
                  </a:lnTo>
                  <a:lnTo>
                    <a:pt x="1260" y="222"/>
                  </a:lnTo>
                  <a:lnTo>
                    <a:pt x="1266" y="222"/>
                  </a:lnTo>
                  <a:lnTo>
                    <a:pt x="1266" y="216"/>
                  </a:lnTo>
                  <a:lnTo>
                    <a:pt x="1276" y="216"/>
                  </a:lnTo>
                  <a:lnTo>
                    <a:pt x="1276" y="210"/>
                  </a:lnTo>
                  <a:lnTo>
                    <a:pt x="1288" y="210"/>
                  </a:lnTo>
                  <a:lnTo>
                    <a:pt x="1288" y="206"/>
                  </a:lnTo>
                  <a:lnTo>
                    <a:pt x="1294" y="206"/>
                  </a:lnTo>
                  <a:lnTo>
                    <a:pt x="1294" y="200"/>
                  </a:lnTo>
                  <a:lnTo>
                    <a:pt x="1308" y="200"/>
                  </a:lnTo>
                  <a:lnTo>
                    <a:pt x="1308" y="194"/>
                  </a:lnTo>
                  <a:lnTo>
                    <a:pt x="1314" y="194"/>
                  </a:lnTo>
                  <a:lnTo>
                    <a:pt x="1320" y="188"/>
                  </a:lnTo>
                  <a:lnTo>
                    <a:pt x="1326" y="188"/>
                  </a:lnTo>
                  <a:lnTo>
                    <a:pt x="1326" y="182"/>
                  </a:lnTo>
                  <a:lnTo>
                    <a:pt x="1332" y="182"/>
                  </a:lnTo>
                  <a:lnTo>
                    <a:pt x="1326" y="180"/>
                  </a:lnTo>
                  <a:lnTo>
                    <a:pt x="1332" y="180"/>
                  </a:lnTo>
                  <a:lnTo>
                    <a:pt x="1332" y="168"/>
                  </a:lnTo>
                  <a:lnTo>
                    <a:pt x="1326" y="168"/>
                  </a:lnTo>
                  <a:lnTo>
                    <a:pt x="1326" y="156"/>
                  </a:lnTo>
                  <a:lnTo>
                    <a:pt x="1320" y="162"/>
                  </a:lnTo>
                  <a:lnTo>
                    <a:pt x="1320" y="168"/>
                  </a:lnTo>
                  <a:lnTo>
                    <a:pt x="1314" y="168"/>
                  </a:lnTo>
                  <a:lnTo>
                    <a:pt x="1314" y="174"/>
                  </a:lnTo>
                  <a:lnTo>
                    <a:pt x="1320" y="174"/>
                  </a:lnTo>
                  <a:lnTo>
                    <a:pt x="1320" y="180"/>
                  </a:lnTo>
                  <a:lnTo>
                    <a:pt x="1314" y="180"/>
                  </a:lnTo>
                  <a:lnTo>
                    <a:pt x="1314" y="174"/>
                  </a:lnTo>
                  <a:lnTo>
                    <a:pt x="1308" y="174"/>
                  </a:lnTo>
                  <a:lnTo>
                    <a:pt x="1308" y="168"/>
                  </a:lnTo>
                  <a:lnTo>
                    <a:pt x="1314" y="168"/>
                  </a:lnTo>
                  <a:lnTo>
                    <a:pt x="1314" y="156"/>
                  </a:lnTo>
                  <a:lnTo>
                    <a:pt x="1308" y="152"/>
                  </a:lnTo>
                  <a:lnTo>
                    <a:pt x="1300" y="152"/>
                  </a:lnTo>
                  <a:lnTo>
                    <a:pt x="1300" y="146"/>
                  </a:lnTo>
                  <a:lnTo>
                    <a:pt x="1250" y="146"/>
                  </a:lnTo>
                  <a:lnTo>
                    <a:pt x="1250" y="152"/>
                  </a:lnTo>
                  <a:lnTo>
                    <a:pt x="1234" y="152"/>
                  </a:lnTo>
                  <a:lnTo>
                    <a:pt x="1234" y="140"/>
                  </a:lnTo>
                  <a:lnTo>
                    <a:pt x="1218" y="140"/>
                  </a:lnTo>
                  <a:lnTo>
                    <a:pt x="1218" y="134"/>
                  </a:lnTo>
                  <a:lnTo>
                    <a:pt x="1206" y="134"/>
                  </a:lnTo>
                  <a:lnTo>
                    <a:pt x="1206" y="128"/>
                  </a:lnTo>
                  <a:lnTo>
                    <a:pt x="1218" y="128"/>
                  </a:lnTo>
                  <a:lnTo>
                    <a:pt x="1218" y="124"/>
                  </a:lnTo>
                  <a:lnTo>
                    <a:pt x="1206" y="124"/>
                  </a:lnTo>
                  <a:lnTo>
                    <a:pt x="1206" y="120"/>
                  </a:lnTo>
                  <a:lnTo>
                    <a:pt x="1180" y="120"/>
                  </a:lnTo>
                  <a:lnTo>
                    <a:pt x="1180" y="124"/>
                  </a:lnTo>
                  <a:lnTo>
                    <a:pt x="1168" y="124"/>
                  </a:lnTo>
                  <a:lnTo>
                    <a:pt x="1168" y="128"/>
                  </a:lnTo>
                  <a:lnTo>
                    <a:pt x="1162" y="128"/>
                  </a:lnTo>
                  <a:lnTo>
                    <a:pt x="1158" y="134"/>
                  </a:lnTo>
                  <a:lnTo>
                    <a:pt x="1152" y="134"/>
                  </a:lnTo>
                  <a:lnTo>
                    <a:pt x="1152" y="140"/>
                  </a:lnTo>
                  <a:lnTo>
                    <a:pt x="1146" y="140"/>
                  </a:lnTo>
                  <a:lnTo>
                    <a:pt x="1146" y="146"/>
                  </a:lnTo>
                  <a:lnTo>
                    <a:pt x="1152" y="146"/>
                  </a:lnTo>
                  <a:lnTo>
                    <a:pt x="1152" y="152"/>
                  </a:lnTo>
                  <a:lnTo>
                    <a:pt x="1120" y="152"/>
                  </a:lnTo>
                  <a:lnTo>
                    <a:pt x="1120" y="156"/>
                  </a:lnTo>
                  <a:lnTo>
                    <a:pt x="1132" y="156"/>
                  </a:lnTo>
                  <a:lnTo>
                    <a:pt x="1132" y="162"/>
                  </a:lnTo>
                  <a:lnTo>
                    <a:pt x="1136" y="162"/>
                  </a:lnTo>
                  <a:lnTo>
                    <a:pt x="1136" y="168"/>
                  </a:lnTo>
                  <a:lnTo>
                    <a:pt x="1132" y="174"/>
                  </a:lnTo>
                  <a:lnTo>
                    <a:pt x="1132" y="162"/>
                  </a:lnTo>
                  <a:lnTo>
                    <a:pt x="1120" y="162"/>
                  </a:lnTo>
                  <a:lnTo>
                    <a:pt x="1120" y="156"/>
                  </a:lnTo>
                  <a:lnTo>
                    <a:pt x="1114" y="162"/>
                  </a:lnTo>
                  <a:lnTo>
                    <a:pt x="1108" y="162"/>
                  </a:lnTo>
                  <a:lnTo>
                    <a:pt x="1108" y="168"/>
                  </a:lnTo>
                  <a:lnTo>
                    <a:pt x="1082" y="168"/>
                  </a:lnTo>
                  <a:lnTo>
                    <a:pt x="1078" y="162"/>
                  </a:lnTo>
                  <a:lnTo>
                    <a:pt x="1060" y="162"/>
                  </a:lnTo>
                  <a:lnTo>
                    <a:pt x="1066" y="168"/>
                  </a:lnTo>
                  <a:lnTo>
                    <a:pt x="1054" y="168"/>
                  </a:lnTo>
                  <a:lnTo>
                    <a:pt x="1050" y="162"/>
                  </a:lnTo>
                  <a:lnTo>
                    <a:pt x="1044" y="162"/>
                  </a:lnTo>
                  <a:lnTo>
                    <a:pt x="1044" y="174"/>
                  </a:lnTo>
                  <a:lnTo>
                    <a:pt x="1018" y="174"/>
                  </a:lnTo>
                  <a:lnTo>
                    <a:pt x="1018" y="180"/>
                  </a:lnTo>
                  <a:lnTo>
                    <a:pt x="990" y="180"/>
                  </a:lnTo>
                  <a:lnTo>
                    <a:pt x="984" y="182"/>
                  </a:lnTo>
                  <a:lnTo>
                    <a:pt x="984" y="180"/>
                  </a:lnTo>
                  <a:lnTo>
                    <a:pt x="980" y="180"/>
                  </a:lnTo>
                  <a:lnTo>
                    <a:pt x="980" y="182"/>
                  </a:lnTo>
                  <a:lnTo>
                    <a:pt x="974" y="182"/>
                  </a:lnTo>
                  <a:lnTo>
                    <a:pt x="968" y="188"/>
                  </a:lnTo>
                  <a:lnTo>
                    <a:pt x="964" y="188"/>
                  </a:lnTo>
                  <a:lnTo>
                    <a:pt x="964" y="194"/>
                  </a:lnTo>
                  <a:lnTo>
                    <a:pt x="958" y="194"/>
                  </a:lnTo>
                  <a:lnTo>
                    <a:pt x="958" y="200"/>
                  </a:lnTo>
                  <a:lnTo>
                    <a:pt x="952" y="200"/>
                  </a:lnTo>
                  <a:lnTo>
                    <a:pt x="952" y="206"/>
                  </a:lnTo>
                  <a:lnTo>
                    <a:pt x="946" y="206"/>
                  </a:lnTo>
                  <a:lnTo>
                    <a:pt x="946" y="210"/>
                  </a:lnTo>
                  <a:lnTo>
                    <a:pt x="940" y="210"/>
                  </a:lnTo>
                  <a:lnTo>
                    <a:pt x="946" y="216"/>
                  </a:lnTo>
                  <a:lnTo>
                    <a:pt x="952" y="210"/>
                  </a:lnTo>
                  <a:lnTo>
                    <a:pt x="958" y="210"/>
                  </a:lnTo>
                  <a:lnTo>
                    <a:pt x="952" y="216"/>
                  </a:lnTo>
                  <a:lnTo>
                    <a:pt x="958" y="216"/>
                  </a:lnTo>
                  <a:lnTo>
                    <a:pt x="958" y="234"/>
                  </a:lnTo>
                  <a:lnTo>
                    <a:pt x="946" y="234"/>
                  </a:lnTo>
                  <a:lnTo>
                    <a:pt x="946" y="228"/>
                  </a:lnTo>
                  <a:lnTo>
                    <a:pt x="876" y="228"/>
                  </a:lnTo>
                  <a:lnTo>
                    <a:pt x="872" y="234"/>
                  </a:lnTo>
                  <a:lnTo>
                    <a:pt x="860" y="234"/>
                  </a:lnTo>
                  <a:lnTo>
                    <a:pt x="860" y="248"/>
                  </a:lnTo>
                  <a:lnTo>
                    <a:pt x="866" y="248"/>
                  </a:lnTo>
                  <a:lnTo>
                    <a:pt x="860" y="254"/>
                  </a:lnTo>
                  <a:lnTo>
                    <a:pt x="860" y="260"/>
                  </a:lnTo>
                  <a:lnTo>
                    <a:pt x="872" y="260"/>
                  </a:lnTo>
                  <a:lnTo>
                    <a:pt x="872" y="266"/>
                  </a:lnTo>
                  <a:lnTo>
                    <a:pt x="880" y="266"/>
                  </a:lnTo>
                  <a:lnTo>
                    <a:pt x="880" y="276"/>
                  </a:lnTo>
                  <a:lnTo>
                    <a:pt x="904" y="276"/>
                  </a:lnTo>
                  <a:lnTo>
                    <a:pt x="904" y="288"/>
                  </a:lnTo>
                  <a:lnTo>
                    <a:pt x="898" y="288"/>
                  </a:lnTo>
                  <a:lnTo>
                    <a:pt x="898" y="296"/>
                  </a:lnTo>
                  <a:lnTo>
                    <a:pt x="904" y="302"/>
                  </a:lnTo>
                  <a:lnTo>
                    <a:pt x="904" y="308"/>
                  </a:lnTo>
                  <a:lnTo>
                    <a:pt x="908" y="308"/>
                  </a:lnTo>
                  <a:lnTo>
                    <a:pt x="908" y="314"/>
                  </a:lnTo>
                  <a:lnTo>
                    <a:pt x="904" y="314"/>
                  </a:lnTo>
                  <a:lnTo>
                    <a:pt x="904" y="320"/>
                  </a:lnTo>
                  <a:lnTo>
                    <a:pt x="892" y="320"/>
                  </a:lnTo>
                  <a:lnTo>
                    <a:pt x="898" y="314"/>
                  </a:lnTo>
                  <a:lnTo>
                    <a:pt x="898" y="296"/>
                  </a:lnTo>
                  <a:lnTo>
                    <a:pt x="892" y="296"/>
                  </a:lnTo>
                  <a:lnTo>
                    <a:pt x="886" y="302"/>
                  </a:lnTo>
                  <a:lnTo>
                    <a:pt x="886" y="308"/>
                  </a:lnTo>
                  <a:lnTo>
                    <a:pt x="880" y="302"/>
                  </a:lnTo>
                  <a:lnTo>
                    <a:pt x="880" y="292"/>
                  </a:lnTo>
                  <a:lnTo>
                    <a:pt x="892" y="292"/>
                  </a:lnTo>
                  <a:lnTo>
                    <a:pt x="892" y="288"/>
                  </a:lnTo>
                  <a:lnTo>
                    <a:pt x="898" y="288"/>
                  </a:lnTo>
                  <a:lnTo>
                    <a:pt x="898" y="282"/>
                  </a:lnTo>
                  <a:lnTo>
                    <a:pt x="872" y="282"/>
                  </a:lnTo>
                  <a:lnTo>
                    <a:pt x="872" y="276"/>
                  </a:lnTo>
                  <a:lnTo>
                    <a:pt x="866" y="276"/>
                  </a:lnTo>
                  <a:lnTo>
                    <a:pt x="866" y="270"/>
                  </a:lnTo>
                  <a:lnTo>
                    <a:pt x="854" y="270"/>
                  </a:lnTo>
                  <a:lnTo>
                    <a:pt x="850" y="266"/>
                  </a:lnTo>
                  <a:lnTo>
                    <a:pt x="844" y="260"/>
                  </a:lnTo>
                  <a:lnTo>
                    <a:pt x="826" y="260"/>
                  </a:lnTo>
                  <a:lnTo>
                    <a:pt x="826" y="266"/>
                  </a:lnTo>
                  <a:lnTo>
                    <a:pt x="822" y="266"/>
                  </a:lnTo>
                  <a:lnTo>
                    <a:pt x="822" y="270"/>
                  </a:lnTo>
                  <a:lnTo>
                    <a:pt x="818" y="270"/>
                  </a:lnTo>
                  <a:lnTo>
                    <a:pt x="818" y="276"/>
                  </a:lnTo>
                  <a:lnTo>
                    <a:pt x="800" y="276"/>
                  </a:lnTo>
                  <a:lnTo>
                    <a:pt x="800" y="288"/>
                  </a:lnTo>
                  <a:lnTo>
                    <a:pt x="812" y="288"/>
                  </a:lnTo>
                  <a:lnTo>
                    <a:pt x="812" y="292"/>
                  </a:lnTo>
                  <a:lnTo>
                    <a:pt x="826" y="292"/>
                  </a:lnTo>
                  <a:lnTo>
                    <a:pt x="826" y="296"/>
                  </a:lnTo>
                  <a:lnTo>
                    <a:pt x="832" y="296"/>
                  </a:lnTo>
                  <a:lnTo>
                    <a:pt x="838" y="302"/>
                  </a:lnTo>
                  <a:lnTo>
                    <a:pt x="826" y="302"/>
                  </a:lnTo>
                  <a:lnTo>
                    <a:pt x="822" y="296"/>
                  </a:lnTo>
                  <a:lnTo>
                    <a:pt x="800" y="296"/>
                  </a:lnTo>
                  <a:lnTo>
                    <a:pt x="794" y="292"/>
                  </a:lnTo>
                  <a:lnTo>
                    <a:pt x="790" y="292"/>
                  </a:lnTo>
                  <a:lnTo>
                    <a:pt x="790" y="282"/>
                  </a:lnTo>
                  <a:lnTo>
                    <a:pt x="784" y="282"/>
                  </a:lnTo>
                  <a:lnTo>
                    <a:pt x="784" y="276"/>
                  </a:lnTo>
                  <a:lnTo>
                    <a:pt x="790" y="276"/>
                  </a:lnTo>
                  <a:lnTo>
                    <a:pt x="790" y="248"/>
                  </a:lnTo>
                  <a:lnTo>
                    <a:pt x="778" y="248"/>
                  </a:lnTo>
                  <a:lnTo>
                    <a:pt x="778" y="254"/>
                  </a:lnTo>
                  <a:lnTo>
                    <a:pt x="784" y="254"/>
                  </a:lnTo>
                  <a:lnTo>
                    <a:pt x="784" y="270"/>
                  </a:lnTo>
                  <a:lnTo>
                    <a:pt x="778" y="270"/>
                  </a:lnTo>
                  <a:lnTo>
                    <a:pt x="778" y="276"/>
                  </a:lnTo>
                  <a:lnTo>
                    <a:pt x="764" y="276"/>
                  </a:lnTo>
                  <a:lnTo>
                    <a:pt x="764" y="288"/>
                  </a:lnTo>
                  <a:lnTo>
                    <a:pt x="758" y="288"/>
                  </a:lnTo>
                  <a:lnTo>
                    <a:pt x="758" y="292"/>
                  </a:lnTo>
                  <a:lnTo>
                    <a:pt x="764" y="292"/>
                  </a:lnTo>
                  <a:lnTo>
                    <a:pt x="764" y="296"/>
                  </a:lnTo>
                  <a:lnTo>
                    <a:pt x="766" y="296"/>
                  </a:lnTo>
                  <a:lnTo>
                    <a:pt x="766" y="308"/>
                  </a:lnTo>
                  <a:lnTo>
                    <a:pt x="772" y="308"/>
                  </a:lnTo>
                  <a:lnTo>
                    <a:pt x="772" y="314"/>
                  </a:lnTo>
                  <a:lnTo>
                    <a:pt x="766" y="314"/>
                  </a:lnTo>
                  <a:lnTo>
                    <a:pt x="766" y="320"/>
                  </a:lnTo>
                  <a:lnTo>
                    <a:pt x="764" y="330"/>
                  </a:lnTo>
                  <a:lnTo>
                    <a:pt x="764" y="336"/>
                  </a:lnTo>
                  <a:lnTo>
                    <a:pt x="766" y="336"/>
                  </a:lnTo>
                  <a:lnTo>
                    <a:pt x="766" y="348"/>
                  </a:lnTo>
                  <a:lnTo>
                    <a:pt x="812" y="348"/>
                  </a:lnTo>
                  <a:lnTo>
                    <a:pt x="812" y="350"/>
                  </a:lnTo>
                  <a:lnTo>
                    <a:pt x="822" y="350"/>
                  </a:lnTo>
                  <a:lnTo>
                    <a:pt x="822" y="368"/>
                  </a:lnTo>
                  <a:lnTo>
                    <a:pt x="818" y="368"/>
                  </a:lnTo>
                  <a:lnTo>
                    <a:pt x="818" y="384"/>
                  </a:lnTo>
                  <a:lnTo>
                    <a:pt x="812" y="384"/>
                  </a:lnTo>
                  <a:lnTo>
                    <a:pt x="812" y="356"/>
                  </a:lnTo>
                  <a:lnTo>
                    <a:pt x="806" y="356"/>
                  </a:lnTo>
                  <a:lnTo>
                    <a:pt x="806" y="350"/>
                  </a:lnTo>
                  <a:lnTo>
                    <a:pt x="790" y="350"/>
                  </a:lnTo>
                  <a:lnTo>
                    <a:pt x="784" y="356"/>
                  </a:lnTo>
                  <a:lnTo>
                    <a:pt x="772" y="356"/>
                  </a:lnTo>
                  <a:lnTo>
                    <a:pt x="772" y="368"/>
                  </a:lnTo>
                  <a:lnTo>
                    <a:pt x="778" y="368"/>
                  </a:lnTo>
                  <a:lnTo>
                    <a:pt x="778" y="384"/>
                  </a:lnTo>
                  <a:lnTo>
                    <a:pt x="772" y="384"/>
                  </a:lnTo>
                  <a:lnTo>
                    <a:pt x="772" y="390"/>
                  </a:lnTo>
                  <a:lnTo>
                    <a:pt x="766" y="390"/>
                  </a:lnTo>
                  <a:lnTo>
                    <a:pt x="766" y="402"/>
                  </a:lnTo>
                  <a:lnTo>
                    <a:pt x="764" y="406"/>
                  </a:lnTo>
                  <a:lnTo>
                    <a:pt x="752" y="406"/>
                  </a:lnTo>
                  <a:lnTo>
                    <a:pt x="752" y="410"/>
                  </a:lnTo>
                  <a:lnTo>
                    <a:pt x="746" y="410"/>
                  </a:lnTo>
                  <a:lnTo>
                    <a:pt x="746" y="416"/>
                  </a:lnTo>
                  <a:lnTo>
                    <a:pt x="710" y="416"/>
                  </a:lnTo>
                  <a:lnTo>
                    <a:pt x="710" y="410"/>
                  </a:lnTo>
                  <a:lnTo>
                    <a:pt x="698" y="410"/>
                  </a:lnTo>
                  <a:lnTo>
                    <a:pt x="698" y="406"/>
                  </a:lnTo>
                  <a:lnTo>
                    <a:pt x="718" y="406"/>
                  </a:lnTo>
                  <a:lnTo>
                    <a:pt x="718" y="410"/>
                  </a:lnTo>
                  <a:lnTo>
                    <a:pt x="730" y="410"/>
                  </a:lnTo>
                  <a:lnTo>
                    <a:pt x="730" y="402"/>
                  </a:lnTo>
                  <a:lnTo>
                    <a:pt x="736" y="406"/>
                  </a:lnTo>
                  <a:lnTo>
                    <a:pt x="736" y="402"/>
                  </a:lnTo>
                  <a:lnTo>
                    <a:pt x="740" y="402"/>
                  </a:lnTo>
                  <a:lnTo>
                    <a:pt x="740" y="396"/>
                  </a:lnTo>
                  <a:lnTo>
                    <a:pt x="746" y="396"/>
                  </a:lnTo>
                  <a:lnTo>
                    <a:pt x="746" y="384"/>
                  </a:lnTo>
                  <a:lnTo>
                    <a:pt x="758" y="384"/>
                  </a:lnTo>
                  <a:lnTo>
                    <a:pt x="758" y="368"/>
                  </a:lnTo>
                  <a:lnTo>
                    <a:pt x="764" y="368"/>
                  </a:lnTo>
                  <a:lnTo>
                    <a:pt x="764" y="356"/>
                  </a:lnTo>
                  <a:lnTo>
                    <a:pt x="752" y="356"/>
                  </a:lnTo>
                  <a:lnTo>
                    <a:pt x="752" y="350"/>
                  </a:lnTo>
                  <a:lnTo>
                    <a:pt x="746" y="350"/>
                  </a:lnTo>
                  <a:lnTo>
                    <a:pt x="746" y="348"/>
                  </a:lnTo>
                  <a:lnTo>
                    <a:pt x="752" y="342"/>
                  </a:lnTo>
                  <a:lnTo>
                    <a:pt x="752" y="330"/>
                  </a:lnTo>
                  <a:lnTo>
                    <a:pt x="746" y="324"/>
                  </a:lnTo>
                  <a:lnTo>
                    <a:pt x="746" y="314"/>
                  </a:lnTo>
                  <a:lnTo>
                    <a:pt x="752" y="314"/>
                  </a:lnTo>
                  <a:lnTo>
                    <a:pt x="752" y="296"/>
                  </a:lnTo>
                  <a:lnTo>
                    <a:pt x="746" y="296"/>
                  </a:lnTo>
                  <a:lnTo>
                    <a:pt x="740" y="292"/>
                  </a:lnTo>
                  <a:lnTo>
                    <a:pt x="740" y="288"/>
                  </a:lnTo>
                  <a:lnTo>
                    <a:pt x="746" y="282"/>
                  </a:lnTo>
                  <a:lnTo>
                    <a:pt x="740" y="282"/>
                  </a:lnTo>
                  <a:lnTo>
                    <a:pt x="740" y="276"/>
                  </a:lnTo>
                  <a:lnTo>
                    <a:pt x="746" y="276"/>
                  </a:lnTo>
                  <a:lnTo>
                    <a:pt x="752" y="270"/>
                  </a:lnTo>
                  <a:lnTo>
                    <a:pt x="752" y="254"/>
                  </a:lnTo>
                  <a:lnTo>
                    <a:pt x="746" y="254"/>
                  </a:lnTo>
                  <a:lnTo>
                    <a:pt x="740" y="248"/>
                  </a:lnTo>
                  <a:lnTo>
                    <a:pt x="704" y="248"/>
                  </a:lnTo>
                  <a:lnTo>
                    <a:pt x="704" y="254"/>
                  </a:lnTo>
                  <a:lnTo>
                    <a:pt x="698" y="254"/>
                  </a:lnTo>
                  <a:lnTo>
                    <a:pt x="698" y="260"/>
                  </a:lnTo>
                  <a:lnTo>
                    <a:pt x="692" y="266"/>
                  </a:lnTo>
                  <a:lnTo>
                    <a:pt x="692" y="276"/>
                  </a:lnTo>
                  <a:lnTo>
                    <a:pt x="686" y="282"/>
                  </a:lnTo>
                  <a:lnTo>
                    <a:pt x="686" y="288"/>
                  </a:lnTo>
                  <a:lnTo>
                    <a:pt x="676" y="288"/>
                  </a:lnTo>
                  <a:lnTo>
                    <a:pt x="676" y="292"/>
                  </a:lnTo>
                  <a:lnTo>
                    <a:pt x="670" y="292"/>
                  </a:lnTo>
                  <a:lnTo>
                    <a:pt x="670" y="296"/>
                  </a:lnTo>
                  <a:lnTo>
                    <a:pt x="664" y="296"/>
                  </a:lnTo>
                  <a:lnTo>
                    <a:pt x="664" y="308"/>
                  </a:lnTo>
                  <a:lnTo>
                    <a:pt x="670" y="302"/>
                  </a:lnTo>
                  <a:lnTo>
                    <a:pt x="670" y="324"/>
                  </a:lnTo>
                  <a:lnTo>
                    <a:pt x="664" y="336"/>
                  </a:lnTo>
                  <a:lnTo>
                    <a:pt x="680" y="336"/>
                  </a:lnTo>
                  <a:lnTo>
                    <a:pt x="680" y="348"/>
                  </a:lnTo>
                  <a:lnTo>
                    <a:pt x="692" y="348"/>
                  </a:lnTo>
                  <a:lnTo>
                    <a:pt x="692" y="350"/>
                  </a:lnTo>
                  <a:lnTo>
                    <a:pt x="698" y="350"/>
                  </a:lnTo>
                  <a:lnTo>
                    <a:pt x="698" y="356"/>
                  </a:lnTo>
                  <a:lnTo>
                    <a:pt x="692" y="356"/>
                  </a:lnTo>
                  <a:lnTo>
                    <a:pt x="692" y="368"/>
                  </a:lnTo>
                  <a:lnTo>
                    <a:pt x="680" y="368"/>
                  </a:lnTo>
                  <a:lnTo>
                    <a:pt x="680" y="362"/>
                  </a:lnTo>
                  <a:lnTo>
                    <a:pt x="676" y="356"/>
                  </a:lnTo>
                  <a:lnTo>
                    <a:pt x="670" y="356"/>
                  </a:lnTo>
                  <a:lnTo>
                    <a:pt x="670" y="350"/>
                  </a:lnTo>
                  <a:lnTo>
                    <a:pt x="658" y="350"/>
                  </a:lnTo>
                  <a:lnTo>
                    <a:pt x="658" y="348"/>
                  </a:lnTo>
                  <a:lnTo>
                    <a:pt x="644" y="348"/>
                  </a:lnTo>
                  <a:lnTo>
                    <a:pt x="638" y="342"/>
                  </a:lnTo>
                  <a:lnTo>
                    <a:pt x="632" y="342"/>
                  </a:lnTo>
                  <a:lnTo>
                    <a:pt x="632" y="336"/>
                  </a:lnTo>
                  <a:lnTo>
                    <a:pt x="596" y="336"/>
                  </a:lnTo>
                  <a:lnTo>
                    <a:pt x="596" y="330"/>
                  </a:lnTo>
                  <a:lnTo>
                    <a:pt x="578" y="330"/>
                  </a:lnTo>
                  <a:lnTo>
                    <a:pt x="578" y="336"/>
                  </a:lnTo>
                  <a:lnTo>
                    <a:pt x="572" y="336"/>
                  </a:lnTo>
                  <a:lnTo>
                    <a:pt x="572" y="342"/>
                  </a:lnTo>
                  <a:lnTo>
                    <a:pt x="578" y="348"/>
                  </a:lnTo>
                  <a:lnTo>
                    <a:pt x="584" y="348"/>
                  </a:lnTo>
                  <a:lnTo>
                    <a:pt x="584" y="356"/>
                  </a:lnTo>
                  <a:lnTo>
                    <a:pt x="568" y="356"/>
                  </a:lnTo>
                  <a:lnTo>
                    <a:pt x="568" y="362"/>
                  </a:lnTo>
                  <a:lnTo>
                    <a:pt x="572" y="362"/>
                  </a:lnTo>
                  <a:lnTo>
                    <a:pt x="568" y="368"/>
                  </a:lnTo>
                  <a:lnTo>
                    <a:pt x="556" y="368"/>
                  </a:lnTo>
                  <a:lnTo>
                    <a:pt x="556" y="356"/>
                  </a:lnTo>
                  <a:lnTo>
                    <a:pt x="562" y="356"/>
                  </a:lnTo>
                  <a:lnTo>
                    <a:pt x="556" y="350"/>
                  </a:lnTo>
                  <a:lnTo>
                    <a:pt x="546" y="350"/>
                  </a:lnTo>
                  <a:lnTo>
                    <a:pt x="546" y="356"/>
                  </a:lnTo>
                  <a:lnTo>
                    <a:pt x="536" y="356"/>
                  </a:lnTo>
                  <a:lnTo>
                    <a:pt x="536" y="362"/>
                  </a:lnTo>
                  <a:lnTo>
                    <a:pt x="524" y="362"/>
                  </a:lnTo>
                  <a:lnTo>
                    <a:pt x="524" y="356"/>
                  </a:lnTo>
                  <a:lnTo>
                    <a:pt x="512" y="356"/>
                  </a:lnTo>
                  <a:lnTo>
                    <a:pt x="508" y="362"/>
                  </a:lnTo>
                  <a:lnTo>
                    <a:pt x="502" y="362"/>
                  </a:lnTo>
                  <a:lnTo>
                    <a:pt x="502" y="368"/>
                  </a:lnTo>
                  <a:lnTo>
                    <a:pt x="486" y="368"/>
                  </a:lnTo>
                  <a:lnTo>
                    <a:pt x="486" y="362"/>
                  </a:lnTo>
                  <a:lnTo>
                    <a:pt x="482" y="362"/>
                  </a:lnTo>
                  <a:lnTo>
                    <a:pt x="482" y="356"/>
                  </a:lnTo>
                  <a:lnTo>
                    <a:pt x="458" y="356"/>
                  </a:lnTo>
                  <a:lnTo>
                    <a:pt x="464" y="362"/>
                  </a:lnTo>
                  <a:lnTo>
                    <a:pt x="464" y="368"/>
                  </a:lnTo>
                  <a:lnTo>
                    <a:pt x="458" y="368"/>
                  </a:lnTo>
                  <a:lnTo>
                    <a:pt x="464" y="362"/>
                  </a:lnTo>
                  <a:lnTo>
                    <a:pt x="454" y="362"/>
                  </a:lnTo>
                  <a:lnTo>
                    <a:pt x="454" y="368"/>
                  </a:lnTo>
                  <a:lnTo>
                    <a:pt x="432" y="368"/>
                  </a:lnTo>
                  <a:lnTo>
                    <a:pt x="432" y="374"/>
                  </a:lnTo>
                  <a:lnTo>
                    <a:pt x="426" y="374"/>
                  </a:lnTo>
                  <a:lnTo>
                    <a:pt x="422" y="378"/>
                  </a:lnTo>
                  <a:lnTo>
                    <a:pt x="410" y="378"/>
                  </a:lnTo>
                  <a:lnTo>
                    <a:pt x="410" y="384"/>
                  </a:lnTo>
                  <a:lnTo>
                    <a:pt x="394" y="384"/>
                  </a:lnTo>
                  <a:lnTo>
                    <a:pt x="398" y="390"/>
                  </a:lnTo>
                  <a:lnTo>
                    <a:pt x="398" y="396"/>
                  </a:lnTo>
                  <a:lnTo>
                    <a:pt x="394" y="396"/>
                  </a:lnTo>
                  <a:lnTo>
                    <a:pt x="394" y="406"/>
                  </a:lnTo>
                  <a:lnTo>
                    <a:pt x="372" y="406"/>
                  </a:lnTo>
                  <a:lnTo>
                    <a:pt x="368" y="402"/>
                  </a:lnTo>
                  <a:lnTo>
                    <a:pt x="368" y="396"/>
                  </a:lnTo>
                  <a:lnTo>
                    <a:pt x="356" y="396"/>
                  </a:lnTo>
                  <a:lnTo>
                    <a:pt x="356" y="390"/>
                  </a:lnTo>
                  <a:lnTo>
                    <a:pt x="362" y="390"/>
                  </a:lnTo>
                  <a:lnTo>
                    <a:pt x="362" y="384"/>
                  </a:lnTo>
                  <a:lnTo>
                    <a:pt x="384" y="384"/>
                  </a:lnTo>
                  <a:lnTo>
                    <a:pt x="384" y="374"/>
                  </a:lnTo>
                  <a:lnTo>
                    <a:pt x="378" y="368"/>
                  </a:lnTo>
                  <a:lnTo>
                    <a:pt x="372" y="368"/>
                  </a:lnTo>
                  <a:lnTo>
                    <a:pt x="372" y="362"/>
                  </a:lnTo>
                  <a:lnTo>
                    <a:pt x="340" y="362"/>
                  </a:lnTo>
                  <a:lnTo>
                    <a:pt x="340" y="368"/>
                  </a:lnTo>
                  <a:lnTo>
                    <a:pt x="344" y="368"/>
                  </a:lnTo>
                  <a:lnTo>
                    <a:pt x="344" y="384"/>
                  </a:lnTo>
                  <a:lnTo>
                    <a:pt x="340" y="390"/>
                  </a:lnTo>
                  <a:lnTo>
                    <a:pt x="340" y="396"/>
                  </a:lnTo>
                  <a:lnTo>
                    <a:pt x="344" y="396"/>
                  </a:lnTo>
                  <a:lnTo>
                    <a:pt x="344" y="402"/>
                  </a:lnTo>
                  <a:lnTo>
                    <a:pt x="350" y="402"/>
                  </a:lnTo>
                  <a:lnTo>
                    <a:pt x="350" y="406"/>
                  </a:lnTo>
                  <a:lnTo>
                    <a:pt x="344" y="410"/>
                  </a:lnTo>
                  <a:lnTo>
                    <a:pt x="344" y="422"/>
                  </a:lnTo>
                  <a:lnTo>
                    <a:pt x="340" y="416"/>
                  </a:lnTo>
                  <a:lnTo>
                    <a:pt x="336" y="422"/>
                  </a:lnTo>
                  <a:lnTo>
                    <a:pt x="336" y="416"/>
                  </a:lnTo>
                  <a:lnTo>
                    <a:pt x="324" y="416"/>
                  </a:lnTo>
                  <a:lnTo>
                    <a:pt x="324" y="410"/>
                  </a:lnTo>
                  <a:lnTo>
                    <a:pt x="318" y="410"/>
                  </a:lnTo>
                  <a:lnTo>
                    <a:pt x="318" y="416"/>
                  </a:lnTo>
                  <a:lnTo>
                    <a:pt x="312" y="416"/>
                  </a:lnTo>
                  <a:lnTo>
                    <a:pt x="308" y="422"/>
                  </a:lnTo>
                  <a:lnTo>
                    <a:pt x="302" y="422"/>
                  </a:lnTo>
                  <a:lnTo>
                    <a:pt x="302" y="428"/>
                  </a:lnTo>
                  <a:lnTo>
                    <a:pt x="296" y="428"/>
                  </a:lnTo>
                  <a:lnTo>
                    <a:pt x="296" y="434"/>
                  </a:lnTo>
                  <a:lnTo>
                    <a:pt x="284" y="434"/>
                  </a:lnTo>
                  <a:lnTo>
                    <a:pt x="284" y="450"/>
                  </a:lnTo>
                  <a:lnTo>
                    <a:pt x="290" y="450"/>
                  </a:lnTo>
                  <a:lnTo>
                    <a:pt x="290" y="456"/>
                  </a:lnTo>
                  <a:lnTo>
                    <a:pt x="296" y="456"/>
                  </a:lnTo>
                  <a:lnTo>
                    <a:pt x="296" y="460"/>
                  </a:lnTo>
                  <a:lnTo>
                    <a:pt x="276" y="460"/>
                  </a:lnTo>
                  <a:lnTo>
                    <a:pt x="276" y="456"/>
                  </a:lnTo>
                  <a:lnTo>
                    <a:pt x="258" y="456"/>
                  </a:lnTo>
                  <a:lnTo>
                    <a:pt x="254" y="450"/>
                  </a:lnTo>
                  <a:lnTo>
                    <a:pt x="254" y="444"/>
                  </a:lnTo>
                  <a:lnTo>
                    <a:pt x="242" y="444"/>
                  </a:lnTo>
                  <a:lnTo>
                    <a:pt x="242" y="450"/>
                  </a:lnTo>
                  <a:lnTo>
                    <a:pt x="236" y="456"/>
                  </a:lnTo>
                  <a:lnTo>
                    <a:pt x="242" y="460"/>
                  </a:lnTo>
                  <a:lnTo>
                    <a:pt x="248" y="464"/>
                  </a:lnTo>
                  <a:lnTo>
                    <a:pt x="258" y="464"/>
                  </a:lnTo>
                  <a:lnTo>
                    <a:pt x="258" y="476"/>
                  </a:lnTo>
                  <a:lnTo>
                    <a:pt x="236" y="476"/>
                  </a:lnTo>
                  <a:lnTo>
                    <a:pt x="236" y="470"/>
                  </a:lnTo>
                  <a:lnTo>
                    <a:pt x="230" y="464"/>
                  </a:lnTo>
                  <a:lnTo>
                    <a:pt x="216" y="464"/>
                  </a:lnTo>
                  <a:lnTo>
                    <a:pt x="216" y="444"/>
                  </a:lnTo>
                  <a:lnTo>
                    <a:pt x="204" y="444"/>
                  </a:lnTo>
                  <a:lnTo>
                    <a:pt x="210" y="438"/>
                  </a:lnTo>
                  <a:lnTo>
                    <a:pt x="216" y="438"/>
                  </a:lnTo>
                  <a:lnTo>
                    <a:pt x="216" y="428"/>
                  </a:lnTo>
                  <a:lnTo>
                    <a:pt x="210" y="422"/>
                  </a:lnTo>
                  <a:lnTo>
                    <a:pt x="204" y="422"/>
                  </a:lnTo>
                  <a:lnTo>
                    <a:pt x="204" y="416"/>
                  </a:lnTo>
                  <a:lnTo>
                    <a:pt x="200" y="416"/>
                  </a:lnTo>
                  <a:lnTo>
                    <a:pt x="200" y="410"/>
                  </a:lnTo>
                  <a:lnTo>
                    <a:pt x="194" y="410"/>
                  </a:lnTo>
                  <a:lnTo>
                    <a:pt x="194" y="416"/>
                  </a:lnTo>
                  <a:lnTo>
                    <a:pt x="188" y="410"/>
                  </a:lnTo>
                  <a:lnTo>
                    <a:pt x="188" y="406"/>
                  </a:lnTo>
                  <a:lnTo>
                    <a:pt x="176" y="406"/>
                  </a:lnTo>
                  <a:lnTo>
                    <a:pt x="176" y="396"/>
                  </a:lnTo>
                  <a:lnTo>
                    <a:pt x="182" y="396"/>
                  </a:lnTo>
                  <a:lnTo>
                    <a:pt x="182" y="402"/>
                  </a:lnTo>
                  <a:lnTo>
                    <a:pt x="188" y="402"/>
                  </a:lnTo>
                  <a:lnTo>
                    <a:pt x="188" y="406"/>
                  </a:lnTo>
                  <a:lnTo>
                    <a:pt x="204" y="406"/>
                  </a:lnTo>
                  <a:lnTo>
                    <a:pt x="204" y="410"/>
                  </a:lnTo>
                  <a:lnTo>
                    <a:pt x="216" y="410"/>
                  </a:lnTo>
                  <a:lnTo>
                    <a:pt x="222" y="416"/>
                  </a:lnTo>
                  <a:lnTo>
                    <a:pt x="254" y="416"/>
                  </a:lnTo>
                  <a:lnTo>
                    <a:pt x="254" y="422"/>
                  </a:lnTo>
                  <a:lnTo>
                    <a:pt x="276" y="422"/>
                  </a:lnTo>
                  <a:lnTo>
                    <a:pt x="282" y="416"/>
                  </a:lnTo>
                  <a:lnTo>
                    <a:pt x="296" y="416"/>
                  </a:lnTo>
                  <a:lnTo>
                    <a:pt x="302" y="410"/>
                  </a:lnTo>
                  <a:lnTo>
                    <a:pt x="302" y="406"/>
                  </a:lnTo>
                  <a:lnTo>
                    <a:pt x="308" y="406"/>
                  </a:lnTo>
                  <a:lnTo>
                    <a:pt x="308" y="396"/>
                  </a:lnTo>
                  <a:lnTo>
                    <a:pt x="302" y="396"/>
                  </a:lnTo>
                  <a:lnTo>
                    <a:pt x="302" y="384"/>
                  </a:lnTo>
                  <a:lnTo>
                    <a:pt x="290" y="384"/>
                  </a:lnTo>
                  <a:lnTo>
                    <a:pt x="290" y="378"/>
                  </a:lnTo>
                  <a:lnTo>
                    <a:pt x="284" y="378"/>
                  </a:lnTo>
                  <a:lnTo>
                    <a:pt x="284" y="374"/>
                  </a:lnTo>
                  <a:lnTo>
                    <a:pt x="282" y="374"/>
                  </a:lnTo>
                  <a:lnTo>
                    <a:pt x="276" y="368"/>
                  </a:lnTo>
                  <a:lnTo>
                    <a:pt x="264" y="368"/>
                  </a:lnTo>
                  <a:lnTo>
                    <a:pt x="258" y="362"/>
                  </a:lnTo>
                  <a:lnTo>
                    <a:pt x="258" y="356"/>
                  </a:lnTo>
                  <a:lnTo>
                    <a:pt x="248" y="356"/>
                  </a:lnTo>
                  <a:lnTo>
                    <a:pt x="242" y="350"/>
                  </a:lnTo>
                  <a:lnTo>
                    <a:pt x="236" y="350"/>
                  </a:lnTo>
                  <a:lnTo>
                    <a:pt x="236" y="348"/>
                  </a:lnTo>
                  <a:lnTo>
                    <a:pt x="204" y="348"/>
                  </a:lnTo>
                  <a:lnTo>
                    <a:pt x="204" y="342"/>
                  </a:lnTo>
                  <a:lnTo>
                    <a:pt x="200" y="342"/>
                  </a:lnTo>
                  <a:lnTo>
                    <a:pt x="200" y="348"/>
                  </a:lnTo>
                  <a:lnTo>
                    <a:pt x="194" y="348"/>
                  </a:lnTo>
                  <a:lnTo>
                    <a:pt x="194" y="342"/>
                  </a:lnTo>
                  <a:lnTo>
                    <a:pt x="188" y="342"/>
                  </a:lnTo>
                  <a:lnTo>
                    <a:pt x="188" y="348"/>
                  </a:lnTo>
                  <a:lnTo>
                    <a:pt x="182" y="348"/>
                  </a:lnTo>
                  <a:lnTo>
                    <a:pt x="188" y="342"/>
                  </a:lnTo>
                  <a:lnTo>
                    <a:pt x="188" y="330"/>
                  </a:lnTo>
                  <a:lnTo>
                    <a:pt x="176" y="330"/>
                  </a:lnTo>
                  <a:lnTo>
                    <a:pt x="176" y="336"/>
                  </a:lnTo>
                  <a:lnTo>
                    <a:pt x="172" y="330"/>
                  </a:lnTo>
                  <a:lnTo>
                    <a:pt x="168" y="330"/>
                  </a:lnTo>
                  <a:lnTo>
                    <a:pt x="168" y="336"/>
                  </a:lnTo>
                  <a:lnTo>
                    <a:pt x="156" y="330"/>
                  </a:lnTo>
                  <a:lnTo>
                    <a:pt x="156" y="336"/>
                  </a:lnTo>
                  <a:lnTo>
                    <a:pt x="144" y="336"/>
                  </a:lnTo>
                  <a:lnTo>
                    <a:pt x="144" y="342"/>
                  </a:lnTo>
                  <a:lnTo>
                    <a:pt x="140" y="342"/>
                  </a:lnTo>
                  <a:lnTo>
                    <a:pt x="134" y="348"/>
                  </a:lnTo>
                  <a:lnTo>
                    <a:pt x="128" y="348"/>
                  </a:lnTo>
                  <a:lnTo>
                    <a:pt x="128" y="350"/>
                  </a:lnTo>
                  <a:lnTo>
                    <a:pt x="122" y="350"/>
                  </a:lnTo>
                  <a:lnTo>
                    <a:pt x="122" y="356"/>
                  </a:lnTo>
                  <a:lnTo>
                    <a:pt x="128" y="356"/>
                  </a:lnTo>
                  <a:lnTo>
                    <a:pt x="122" y="362"/>
                  </a:lnTo>
                  <a:lnTo>
                    <a:pt x="122" y="368"/>
                  </a:lnTo>
                  <a:lnTo>
                    <a:pt x="128" y="368"/>
                  </a:lnTo>
                  <a:lnTo>
                    <a:pt x="134" y="374"/>
                  </a:lnTo>
                  <a:lnTo>
                    <a:pt x="140" y="374"/>
                  </a:lnTo>
                  <a:lnTo>
                    <a:pt x="140" y="378"/>
                  </a:lnTo>
                  <a:lnTo>
                    <a:pt x="144" y="384"/>
                  </a:lnTo>
                  <a:lnTo>
                    <a:pt x="144" y="390"/>
                  </a:lnTo>
                  <a:lnTo>
                    <a:pt x="140" y="396"/>
                  </a:lnTo>
                  <a:lnTo>
                    <a:pt x="134" y="402"/>
                  </a:lnTo>
                  <a:lnTo>
                    <a:pt x="128" y="402"/>
                  </a:lnTo>
                  <a:lnTo>
                    <a:pt x="128" y="406"/>
                  </a:lnTo>
                  <a:lnTo>
                    <a:pt x="134" y="406"/>
                  </a:lnTo>
                  <a:lnTo>
                    <a:pt x="140" y="410"/>
                  </a:lnTo>
                  <a:lnTo>
                    <a:pt x="140" y="416"/>
                  </a:lnTo>
                  <a:lnTo>
                    <a:pt x="144" y="416"/>
                  </a:lnTo>
                  <a:lnTo>
                    <a:pt x="144" y="450"/>
                  </a:lnTo>
                  <a:lnTo>
                    <a:pt x="140" y="450"/>
                  </a:lnTo>
                  <a:lnTo>
                    <a:pt x="140" y="456"/>
                  </a:lnTo>
                  <a:lnTo>
                    <a:pt x="150" y="456"/>
                  </a:lnTo>
                  <a:lnTo>
                    <a:pt x="144" y="460"/>
                  </a:lnTo>
                  <a:lnTo>
                    <a:pt x="144" y="464"/>
                  </a:lnTo>
                  <a:lnTo>
                    <a:pt x="156" y="464"/>
                  </a:lnTo>
                  <a:lnTo>
                    <a:pt x="156" y="476"/>
                  </a:lnTo>
                  <a:lnTo>
                    <a:pt x="144" y="476"/>
                  </a:lnTo>
                  <a:lnTo>
                    <a:pt x="156" y="488"/>
                  </a:lnTo>
                  <a:lnTo>
                    <a:pt x="156" y="492"/>
                  </a:lnTo>
                  <a:lnTo>
                    <a:pt x="168" y="492"/>
                  </a:lnTo>
                  <a:lnTo>
                    <a:pt x="168" y="510"/>
                  </a:lnTo>
                  <a:lnTo>
                    <a:pt x="162" y="514"/>
                  </a:lnTo>
                  <a:lnTo>
                    <a:pt x="156" y="514"/>
                  </a:lnTo>
                  <a:lnTo>
                    <a:pt x="150" y="520"/>
                  </a:lnTo>
                  <a:lnTo>
                    <a:pt x="150" y="524"/>
                  </a:lnTo>
                  <a:lnTo>
                    <a:pt x="144" y="524"/>
                  </a:lnTo>
                  <a:lnTo>
                    <a:pt x="144" y="530"/>
                  </a:lnTo>
                  <a:lnTo>
                    <a:pt x="140" y="536"/>
                  </a:lnTo>
                  <a:lnTo>
                    <a:pt x="128" y="536"/>
                  </a:lnTo>
                  <a:lnTo>
                    <a:pt x="128" y="558"/>
                  </a:lnTo>
                  <a:lnTo>
                    <a:pt x="144" y="558"/>
                  </a:lnTo>
                  <a:lnTo>
                    <a:pt x="144" y="564"/>
                  </a:lnTo>
                  <a:lnTo>
                    <a:pt x="150" y="568"/>
                  </a:lnTo>
                  <a:lnTo>
                    <a:pt x="140" y="568"/>
                  </a:lnTo>
                  <a:lnTo>
                    <a:pt x="134" y="564"/>
                  </a:lnTo>
                  <a:lnTo>
                    <a:pt x="128" y="568"/>
                  </a:lnTo>
                  <a:lnTo>
                    <a:pt x="128" y="574"/>
                  </a:lnTo>
                  <a:lnTo>
                    <a:pt x="122" y="568"/>
                  </a:lnTo>
                  <a:lnTo>
                    <a:pt x="122" y="574"/>
                  </a:lnTo>
                  <a:lnTo>
                    <a:pt x="118" y="574"/>
                  </a:lnTo>
                  <a:lnTo>
                    <a:pt x="118" y="584"/>
                  </a:lnTo>
                  <a:lnTo>
                    <a:pt x="114" y="584"/>
                  </a:lnTo>
                  <a:lnTo>
                    <a:pt x="114" y="590"/>
                  </a:lnTo>
                  <a:lnTo>
                    <a:pt x="108" y="590"/>
                  </a:lnTo>
                  <a:lnTo>
                    <a:pt x="108" y="606"/>
                  </a:lnTo>
                  <a:lnTo>
                    <a:pt x="114" y="606"/>
                  </a:lnTo>
                  <a:lnTo>
                    <a:pt x="114" y="618"/>
                  </a:lnTo>
                  <a:lnTo>
                    <a:pt x="108" y="618"/>
                  </a:lnTo>
                  <a:lnTo>
                    <a:pt x="108" y="622"/>
                  </a:lnTo>
                  <a:lnTo>
                    <a:pt x="114" y="622"/>
                  </a:lnTo>
                  <a:lnTo>
                    <a:pt x="118" y="628"/>
                  </a:lnTo>
                  <a:lnTo>
                    <a:pt x="114" y="632"/>
                  </a:lnTo>
                  <a:lnTo>
                    <a:pt x="118" y="632"/>
                  </a:lnTo>
                  <a:lnTo>
                    <a:pt x="118" y="656"/>
                  </a:lnTo>
                  <a:lnTo>
                    <a:pt x="140" y="656"/>
                  </a:lnTo>
                  <a:lnTo>
                    <a:pt x="134" y="660"/>
                  </a:lnTo>
                  <a:lnTo>
                    <a:pt x="144" y="660"/>
                  </a:lnTo>
                  <a:lnTo>
                    <a:pt x="144" y="656"/>
                  </a:lnTo>
                  <a:lnTo>
                    <a:pt x="150" y="656"/>
                  </a:lnTo>
                  <a:lnTo>
                    <a:pt x="156" y="660"/>
                  </a:lnTo>
                  <a:lnTo>
                    <a:pt x="156" y="672"/>
                  </a:lnTo>
                  <a:lnTo>
                    <a:pt x="162" y="672"/>
                  </a:lnTo>
                  <a:lnTo>
                    <a:pt x="162" y="676"/>
                  </a:lnTo>
                  <a:lnTo>
                    <a:pt x="156" y="676"/>
                  </a:lnTo>
                  <a:lnTo>
                    <a:pt x="156" y="682"/>
                  </a:lnTo>
                  <a:lnTo>
                    <a:pt x="162" y="682"/>
                  </a:lnTo>
                  <a:lnTo>
                    <a:pt x="162" y="688"/>
                  </a:lnTo>
                  <a:lnTo>
                    <a:pt x="168" y="688"/>
                  </a:lnTo>
                  <a:lnTo>
                    <a:pt x="168" y="692"/>
                  </a:lnTo>
                  <a:lnTo>
                    <a:pt x="172" y="692"/>
                  </a:lnTo>
                  <a:lnTo>
                    <a:pt x="172" y="704"/>
                  </a:lnTo>
                  <a:lnTo>
                    <a:pt x="176" y="704"/>
                  </a:lnTo>
                  <a:lnTo>
                    <a:pt x="176" y="710"/>
                  </a:lnTo>
                  <a:lnTo>
                    <a:pt x="182" y="710"/>
                  </a:lnTo>
                  <a:lnTo>
                    <a:pt x="182" y="716"/>
                  </a:lnTo>
                  <a:lnTo>
                    <a:pt x="168" y="716"/>
                  </a:lnTo>
                  <a:lnTo>
                    <a:pt x="168" y="736"/>
                  </a:lnTo>
                  <a:lnTo>
                    <a:pt x="172" y="736"/>
                  </a:lnTo>
                  <a:lnTo>
                    <a:pt x="172" y="742"/>
                  </a:lnTo>
                  <a:lnTo>
                    <a:pt x="176" y="742"/>
                  </a:lnTo>
                  <a:lnTo>
                    <a:pt x="176" y="736"/>
                  </a:lnTo>
                  <a:lnTo>
                    <a:pt x="188" y="736"/>
                  </a:lnTo>
                  <a:lnTo>
                    <a:pt x="188" y="730"/>
                  </a:lnTo>
                  <a:lnTo>
                    <a:pt x="194" y="730"/>
                  </a:lnTo>
                  <a:lnTo>
                    <a:pt x="194" y="736"/>
                  </a:lnTo>
                  <a:lnTo>
                    <a:pt x="200" y="736"/>
                  </a:lnTo>
                  <a:lnTo>
                    <a:pt x="200" y="730"/>
                  </a:lnTo>
                  <a:lnTo>
                    <a:pt x="204" y="736"/>
                  </a:lnTo>
                  <a:lnTo>
                    <a:pt x="204" y="742"/>
                  </a:lnTo>
                  <a:lnTo>
                    <a:pt x="210" y="746"/>
                  </a:lnTo>
                  <a:lnTo>
                    <a:pt x="204" y="746"/>
                  </a:lnTo>
                  <a:lnTo>
                    <a:pt x="204" y="758"/>
                  </a:lnTo>
                  <a:lnTo>
                    <a:pt x="216" y="758"/>
                  </a:lnTo>
                  <a:lnTo>
                    <a:pt x="216" y="764"/>
                  </a:lnTo>
                  <a:lnTo>
                    <a:pt x="228" y="764"/>
                  </a:lnTo>
                  <a:lnTo>
                    <a:pt x="228" y="770"/>
                  </a:lnTo>
                  <a:lnTo>
                    <a:pt x="222" y="770"/>
                  </a:lnTo>
                  <a:lnTo>
                    <a:pt x="222" y="774"/>
                  </a:lnTo>
                  <a:lnTo>
                    <a:pt x="254" y="774"/>
                  </a:lnTo>
                  <a:lnTo>
                    <a:pt x="254" y="780"/>
                  </a:lnTo>
                  <a:lnTo>
                    <a:pt x="258" y="780"/>
                  </a:lnTo>
                  <a:lnTo>
                    <a:pt x="258" y="784"/>
                  </a:lnTo>
                  <a:lnTo>
                    <a:pt x="276" y="784"/>
                  </a:lnTo>
                  <a:lnTo>
                    <a:pt x="276" y="790"/>
                  </a:lnTo>
                  <a:lnTo>
                    <a:pt x="284" y="790"/>
                  </a:lnTo>
                  <a:lnTo>
                    <a:pt x="284" y="830"/>
                  </a:lnTo>
                  <a:lnTo>
                    <a:pt x="270" y="830"/>
                  </a:lnTo>
                  <a:lnTo>
                    <a:pt x="270" y="834"/>
                  </a:lnTo>
                  <a:lnTo>
                    <a:pt x="264" y="834"/>
                  </a:lnTo>
                  <a:lnTo>
                    <a:pt x="264" y="844"/>
                  </a:lnTo>
                  <a:lnTo>
                    <a:pt x="270" y="844"/>
                  </a:lnTo>
                  <a:lnTo>
                    <a:pt x="270" y="838"/>
                  </a:lnTo>
                  <a:lnTo>
                    <a:pt x="276" y="838"/>
                  </a:lnTo>
                  <a:lnTo>
                    <a:pt x="276" y="850"/>
                  </a:lnTo>
                  <a:lnTo>
                    <a:pt x="254" y="850"/>
                  </a:lnTo>
                  <a:lnTo>
                    <a:pt x="258" y="856"/>
                  </a:lnTo>
                  <a:lnTo>
                    <a:pt x="258" y="866"/>
                  </a:lnTo>
                  <a:lnTo>
                    <a:pt x="264" y="860"/>
                  </a:lnTo>
                  <a:lnTo>
                    <a:pt x="264" y="866"/>
                  </a:lnTo>
                  <a:lnTo>
                    <a:pt x="258" y="866"/>
                  </a:lnTo>
                  <a:lnTo>
                    <a:pt x="258" y="872"/>
                  </a:lnTo>
                  <a:lnTo>
                    <a:pt x="254" y="872"/>
                  </a:lnTo>
                  <a:lnTo>
                    <a:pt x="254" y="878"/>
                  </a:lnTo>
                  <a:lnTo>
                    <a:pt x="248" y="878"/>
                  </a:lnTo>
                  <a:lnTo>
                    <a:pt x="254" y="884"/>
                  </a:lnTo>
                  <a:lnTo>
                    <a:pt x="248" y="884"/>
                  </a:lnTo>
                  <a:lnTo>
                    <a:pt x="254" y="888"/>
                  </a:lnTo>
                  <a:lnTo>
                    <a:pt x="254" y="892"/>
                  </a:lnTo>
                  <a:lnTo>
                    <a:pt x="258" y="892"/>
                  </a:lnTo>
                  <a:lnTo>
                    <a:pt x="264" y="898"/>
                  </a:lnTo>
                  <a:lnTo>
                    <a:pt x="270" y="898"/>
                  </a:lnTo>
                  <a:lnTo>
                    <a:pt x="276" y="904"/>
                  </a:lnTo>
                  <a:lnTo>
                    <a:pt x="276" y="910"/>
                  </a:lnTo>
                  <a:lnTo>
                    <a:pt x="282" y="910"/>
                  </a:lnTo>
                  <a:lnTo>
                    <a:pt x="284" y="914"/>
                  </a:lnTo>
                  <a:lnTo>
                    <a:pt x="302" y="914"/>
                  </a:lnTo>
                  <a:lnTo>
                    <a:pt x="302" y="920"/>
                  </a:lnTo>
                  <a:lnTo>
                    <a:pt x="330" y="920"/>
                  </a:lnTo>
                  <a:lnTo>
                    <a:pt x="336" y="926"/>
                  </a:lnTo>
                  <a:lnTo>
                    <a:pt x="336" y="932"/>
                  </a:lnTo>
                  <a:lnTo>
                    <a:pt x="372" y="932"/>
                  </a:lnTo>
                  <a:lnTo>
                    <a:pt x="372" y="938"/>
                  </a:lnTo>
                  <a:lnTo>
                    <a:pt x="368" y="938"/>
                  </a:lnTo>
                  <a:lnTo>
                    <a:pt x="368" y="942"/>
                  </a:lnTo>
                  <a:lnTo>
                    <a:pt x="378" y="942"/>
                  </a:lnTo>
                  <a:lnTo>
                    <a:pt x="378" y="946"/>
                  </a:lnTo>
                  <a:lnTo>
                    <a:pt x="384" y="946"/>
                  </a:lnTo>
                  <a:lnTo>
                    <a:pt x="384" y="952"/>
                  </a:lnTo>
                  <a:lnTo>
                    <a:pt x="390" y="952"/>
                  </a:lnTo>
                  <a:lnTo>
                    <a:pt x="390" y="958"/>
                  </a:lnTo>
                  <a:lnTo>
                    <a:pt x="398" y="958"/>
                  </a:lnTo>
                  <a:lnTo>
                    <a:pt x="398" y="952"/>
                  </a:lnTo>
                  <a:lnTo>
                    <a:pt x="410" y="952"/>
                  </a:lnTo>
                  <a:lnTo>
                    <a:pt x="410" y="942"/>
                  </a:lnTo>
                  <a:lnTo>
                    <a:pt x="416" y="942"/>
                  </a:lnTo>
                  <a:lnTo>
                    <a:pt x="422" y="938"/>
                  </a:lnTo>
                  <a:lnTo>
                    <a:pt x="426" y="932"/>
                  </a:lnTo>
                  <a:lnTo>
                    <a:pt x="422" y="926"/>
                  </a:lnTo>
                  <a:lnTo>
                    <a:pt x="422" y="914"/>
                  </a:lnTo>
                  <a:lnTo>
                    <a:pt x="416" y="910"/>
                  </a:lnTo>
                  <a:lnTo>
                    <a:pt x="416" y="898"/>
                  </a:lnTo>
                  <a:lnTo>
                    <a:pt x="410" y="892"/>
                  </a:lnTo>
                  <a:lnTo>
                    <a:pt x="410" y="884"/>
                  </a:lnTo>
                  <a:lnTo>
                    <a:pt x="416" y="884"/>
                  </a:lnTo>
                  <a:lnTo>
                    <a:pt x="422" y="878"/>
                  </a:lnTo>
                  <a:lnTo>
                    <a:pt x="422" y="872"/>
                  </a:lnTo>
                  <a:lnTo>
                    <a:pt x="432" y="872"/>
                  </a:lnTo>
                  <a:lnTo>
                    <a:pt x="432" y="866"/>
                  </a:lnTo>
                  <a:lnTo>
                    <a:pt x="426" y="866"/>
                  </a:lnTo>
                  <a:lnTo>
                    <a:pt x="416" y="856"/>
                  </a:lnTo>
                  <a:lnTo>
                    <a:pt x="410" y="856"/>
                  </a:lnTo>
                  <a:lnTo>
                    <a:pt x="410" y="850"/>
                  </a:lnTo>
                  <a:lnTo>
                    <a:pt x="416" y="850"/>
                  </a:lnTo>
                  <a:lnTo>
                    <a:pt x="410" y="844"/>
                  </a:lnTo>
                  <a:lnTo>
                    <a:pt x="410" y="838"/>
                  </a:lnTo>
                  <a:lnTo>
                    <a:pt x="404" y="834"/>
                  </a:lnTo>
                  <a:lnTo>
                    <a:pt x="404" y="830"/>
                  </a:lnTo>
                  <a:lnTo>
                    <a:pt x="390" y="830"/>
                  </a:lnTo>
                  <a:lnTo>
                    <a:pt x="390" y="818"/>
                  </a:lnTo>
                  <a:lnTo>
                    <a:pt x="384" y="818"/>
                  </a:lnTo>
                  <a:lnTo>
                    <a:pt x="378" y="812"/>
                  </a:lnTo>
                  <a:lnTo>
                    <a:pt x="384" y="812"/>
                  </a:lnTo>
                  <a:lnTo>
                    <a:pt x="384" y="784"/>
                  </a:lnTo>
                  <a:lnTo>
                    <a:pt x="394" y="784"/>
                  </a:lnTo>
                  <a:lnTo>
                    <a:pt x="394" y="780"/>
                  </a:lnTo>
                  <a:lnTo>
                    <a:pt x="390" y="780"/>
                  </a:lnTo>
                  <a:lnTo>
                    <a:pt x="394" y="774"/>
                  </a:lnTo>
                  <a:lnTo>
                    <a:pt x="398" y="774"/>
                  </a:lnTo>
                  <a:lnTo>
                    <a:pt x="398" y="780"/>
                  </a:lnTo>
                  <a:lnTo>
                    <a:pt x="404" y="780"/>
                  </a:lnTo>
                  <a:lnTo>
                    <a:pt x="404" y="784"/>
                  </a:lnTo>
                  <a:lnTo>
                    <a:pt x="410" y="790"/>
                  </a:lnTo>
                  <a:lnTo>
                    <a:pt x="410" y="784"/>
                  </a:lnTo>
                  <a:lnTo>
                    <a:pt x="416" y="784"/>
                  </a:lnTo>
                  <a:lnTo>
                    <a:pt x="416" y="780"/>
                  </a:lnTo>
                  <a:lnTo>
                    <a:pt x="410" y="780"/>
                  </a:lnTo>
                  <a:lnTo>
                    <a:pt x="410" y="770"/>
                  </a:lnTo>
                  <a:lnTo>
                    <a:pt x="416" y="770"/>
                  </a:lnTo>
                  <a:lnTo>
                    <a:pt x="416" y="764"/>
                  </a:lnTo>
                  <a:lnTo>
                    <a:pt x="422" y="764"/>
                  </a:lnTo>
                  <a:lnTo>
                    <a:pt x="426" y="758"/>
                  </a:lnTo>
                  <a:lnTo>
                    <a:pt x="432" y="758"/>
                  </a:lnTo>
                  <a:lnTo>
                    <a:pt x="432" y="752"/>
                  </a:lnTo>
                  <a:lnTo>
                    <a:pt x="442" y="752"/>
                  </a:lnTo>
                  <a:lnTo>
                    <a:pt x="442" y="746"/>
                  </a:lnTo>
                  <a:lnTo>
                    <a:pt x="448" y="746"/>
                  </a:lnTo>
                  <a:lnTo>
                    <a:pt x="448" y="752"/>
                  </a:lnTo>
                  <a:lnTo>
                    <a:pt x="454" y="752"/>
                  </a:lnTo>
                  <a:lnTo>
                    <a:pt x="454" y="746"/>
                  </a:lnTo>
                  <a:lnTo>
                    <a:pt x="464" y="746"/>
                  </a:lnTo>
                  <a:lnTo>
                    <a:pt x="464" y="752"/>
                  </a:lnTo>
                  <a:lnTo>
                    <a:pt x="476" y="752"/>
                  </a:lnTo>
                  <a:lnTo>
                    <a:pt x="482" y="758"/>
                  </a:lnTo>
                  <a:lnTo>
                    <a:pt x="486" y="758"/>
                  </a:lnTo>
                  <a:lnTo>
                    <a:pt x="486" y="764"/>
                  </a:lnTo>
                  <a:lnTo>
                    <a:pt x="502" y="764"/>
                  </a:lnTo>
                  <a:lnTo>
                    <a:pt x="502" y="770"/>
                  </a:lnTo>
                  <a:lnTo>
                    <a:pt x="508" y="770"/>
                  </a:lnTo>
                  <a:lnTo>
                    <a:pt x="508" y="774"/>
                  </a:lnTo>
                  <a:lnTo>
                    <a:pt x="512" y="770"/>
                  </a:lnTo>
                  <a:lnTo>
                    <a:pt x="512" y="764"/>
                  </a:lnTo>
                  <a:lnTo>
                    <a:pt x="536" y="764"/>
                  </a:lnTo>
                  <a:lnTo>
                    <a:pt x="536" y="758"/>
                  </a:lnTo>
                  <a:lnTo>
                    <a:pt x="540" y="764"/>
                  </a:lnTo>
                  <a:lnTo>
                    <a:pt x="546" y="764"/>
                  </a:lnTo>
                  <a:lnTo>
                    <a:pt x="546" y="758"/>
                  </a:lnTo>
                  <a:lnTo>
                    <a:pt x="550" y="758"/>
                  </a:lnTo>
                  <a:lnTo>
                    <a:pt x="550" y="764"/>
                  </a:lnTo>
                  <a:lnTo>
                    <a:pt x="556" y="770"/>
                  </a:lnTo>
                  <a:lnTo>
                    <a:pt x="562" y="770"/>
                  </a:lnTo>
                  <a:lnTo>
                    <a:pt x="562" y="774"/>
                  </a:lnTo>
                  <a:lnTo>
                    <a:pt x="568" y="774"/>
                  </a:lnTo>
                  <a:lnTo>
                    <a:pt x="568" y="764"/>
                  </a:lnTo>
                  <a:lnTo>
                    <a:pt x="572" y="764"/>
                  </a:lnTo>
                  <a:lnTo>
                    <a:pt x="572" y="770"/>
                  </a:lnTo>
                  <a:lnTo>
                    <a:pt x="584" y="770"/>
                  </a:lnTo>
                  <a:lnTo>
                    <a:pt x="590" y="764"/>
                  </a:lnTo>
                  <a:lnTo>
                    <a:pt x="596" y="758"/>
                  </a:lnTo>
                  <a:lnTo>
                    <a:pt x="596" y="752"/>
                  </a:lnTo>
                  <a:lnTo>
                    <a:pt x="578" y="752"/>
                  </a:lnTo>
                  <a:lnTo>
                    <a:pt x="572" y="746"/>
                  </a:lnTo>
                  <a:lnTo>
                    <a:pt x="572" y="742"/>
                  </a:lnTo>
                  <a:lnTo>
                    <a:pt x="578" y="742"/>
                  </a:lnTo>
                  <a:lnTo>
                    <a:pt x="584" y="736"/>
                  </a:lnTo>
                  <a:lnTo>
                    <a:pt x="584" y="720"/>
                  </a:lnTo>
                  <a:lnTo>
                    <a:pt x="600" y="720"/>
                  </a:lnTo>
                  <a:lnTo>
                    <a:pt x="600" y="716"/>
                  </a:lnTo>
                  <a:lnTo>
                    <a:pt x="584" y="716"/>
                  </a:lnTo>
                  <a:lnTo>
                    <a:pt x="584" y="698"/>
                  </a:lnTo>
                  <a:lnTo>
                    <a:pt x="610" y="698"/>
                  </a:lnTo>
                  <a:lnTo>
                    <a:pt x="610" y="692"/>
                  </a:lnTo>
                  <a:lnTo>
                    <a:pt x="644" y="692"/>
                  </a:lnTo>
                  <a:lnTo>
                    <a:pt x="644" y="682"/>
                  </a:lnTo>
                  <a:lnTo>
                    <a:pt x="650" y="682"/>
                  </a:lnTo>
                  <a:lnTo>
                    <a:pt x="650" y="688"/>
                  </a:lnTo>
                  <a:lnTo>
                    <a:pt x="654" y="688"/>
                  </a:lnTo>
                  <a:lnTo>
                    <a:pt x="654" y="682"/>
                  </a:lnTo>
                  <a:lnTo>
                    <a:pt x="680" y="682"/>
                  </a:lnTo>
                  <a:lnTo>
                    <a:pt x="686" y="676"/>
                  </a:lnTo>
                  <a:lnTo>
                    <a:pt x="686" y="672"/>
                  </a:lnTo>
                  <a:lnTo>
                    <a:pt x="692" y="672"/>
                  </a:lnTo>
                  <a:lnTo>
                    <a:pt x="692" y="666"/>
                  </a:lnTo>
                  <a:lnTo>
                    <a:pt x="698" y="672"/>
                  </a:lnTo>
                  <a:lnTo>
                    <a:pt x="698" y="666"/>
                  </a:lnTo>
                  <a:lnTo>
                    <a:pt x="710" y="666"/>
                  </a:lnTo>
                  <a:lnTo>
                    <a:pt x="710" y="672"/>
                  </a:lnTo>
                  <a:lnTo>
                    <a:pt x="718" y="672"/>
                  </a:lnTo>
                  <a:lnTo>
                    <a:pt x="718" y="666"/>
                  </a:lnTo>
                  <a:lnTo>
                    <a:pt x="724" y="666"/>
                  </a:lnTo>
                  <a:lnTo>
                    <a:pt x="724" y="682"/>
                  </a:lnTo>
                  <a:lnTo>
                    <a:pt x="730" y="682"/>
                  </a:lnTo>
                  <a:lnTo>
                    <a:pt x="730" y="692"/>
                  </a:lnTo>
                  <a:lnTo>
                    <a:pt x="758" y="692"/>
                  </a:lnTo>
                  <a:lnTo>
                    <a:pt x="758" y="698"/>
                  </a:lnTo>
                  <a:lnTo>
                    <a:pt x="766" y="698"/>
                  </a:lnTo>
                  <a:lnTo>
                    <a:pt x="766" y="704"/>
                  </a:lnTo>
                  <a:lnTo>
                    <a:pt x="772" y="704"/>
                  </a:lnTo>
                  <a:lnTo>
                    <a:pt x="772" y="710"/>
                  </a:lnTo>
                  <a:lnTo>
                    <a:pt x="778" y="704"/>
                  </a:lnTo>
                  <a:lnTo>
                    <a:pt x="784" y="704"/>
                  </a:lnTo>
                  <a:lnTo>
                    <a:pt x="790" y="698"/>
                  </a:lnTo>
                  <a:lnTo>
                    <a:pt x="790" y="692"/>
                  </a:lnTo>
                  <a:lnTo>
                    <a:pt x="800" y="692"/>
                  </a:lnTo>
                  <a:lnTo>
                    <a:pt x="800" y="698"/>
                  </a:lnTo>
                  <a:lnTo>
                    <a:pt x="806" y="704"/>
                  </a:lnTo>
                  <a:lnTo>
                    <a:pt x="812" y="704"/>
                  </a:lnTo>
                  <a:lnTo>
                    <a:pt x="818" y="710"/>
                  </a:lnTo>
                  <a:lnTo>
                    <a:pt x="822" y="716"/>
                  </a:lnTo>
                  <a:lnTo>
                    <a:pt x="826" y="726"/>
                  </a:lnTo>
                  <a:lnTo>
                    <a:pt x="832" y="726"/>
                  </a:lnTo>
                  <a:lnTo>
                    <a:pt x="832" y="730"/>
                  </a:lnTo>
                  <a:lnTo>
                    <a:pt x="838" y="730"/>
                  </a:lnTo>
                  <a:lnTo>
                    <a:pt x="838" y="736"/>
                  </a:lnTo>
                  <a:lnTo>
                    <a:pt x="844" y="746"/>
                  </a:lnTo>
                  <a:lnTo>
                    <a:pt x="850" y="752"/>
                  </a:lnTo>
                  <a:lnTo>
                    <a:pt x="850" y="764"/>
                  </a:lnTo>
                  <a:lnTo>
                    <a:pt x="860" y="764"/>
                  </a:lnTo>
                  <a:lnTo>
                    <a:pt x="860" y="752"/>
                  </a:lnTo>
                  <a:lnTo>
                    <a:pt x="866" y="758"/>
                  </a:lnTo>
                  <a:lnTo>
                    <a:pt x="872" y="758"/>
                  </a:lnTo>
                  <a:lnTo>
                    <a:pt x="872" y="770"/>
                  </a:lnTo>
                  <a:lnTo>
                    <a:pt x="876" y="770"/>
                  </a:lnTo>
                  <a:lnTo>
                    <a:pt x="876" y="764"/>
                  </a:lnTo>
                  <a:lnTo>
                    <a:pt x="880" y="764"/>
                  </a:lnTo>
                  <a:lnTo>
                    <a:pt x="880" y="770"/>
                  </a:lnTo>
                  <a:lnTo>
                    <a:pt x="886" y="764"/>
                  </a:lnTo>
                  <a:lnTo>
                    <a:pt x="886" y="770"/>
                  </a:lnTo>
                  <a:lnTo>
                    <a:pt x="892" y="764"/>
                  </a:lnTo>
                  <a:lnTo>
                    <a:pt x="908" y="764"/>
                  </a:lnTo>
                  <a:lnTo>
                    <a:pt x="908" y="770"/>
                  </a:lnTo>
                  <a:lnTo>
                    <a:pt x="914" y="774"/>
                  </a:lnTo>
                  <a:lnTo>
                    <a:pt x="914" y="780"/>
                  </a:lnTo>
                  <a:lnTo>
                    <a:pt x="926" y="780"/>
                  </a:lnTo>
                  <a:lnTo>
                    <a:pt x="926" y="790"/>
                  </a:lnTo>
                  <a:lnTo>
                    <a:pt x="936" y="790"/>
                  </a:lnTo>
                  <a:lnTo>
                    <a:pt x="940" y="796"/>
                  </a:lnTo>
                  <a:lnTo>
                    <a:pt x="940" y="790"/>
                  </a:lnTo>
                  <a:lnTo>
                    <a:pt x="952" y="790"/>
                  </a:lnTo>
                  <a:lnTo>
                    <a:pt x="952" y="802"/>
                  </a:lnTo>
                  <a:lnTo>
                    <a:pt x="968" y="802"/>
                  </a:lnTo>
                  <a:lnTo>
                    <a:pt x="968" y="796"/>
                  </a:lnTo>
                  <a:lnTo>
                    <a:pt x="980" y="796"/>
                  </a:lnTo>
                  <a:lnTo>
                    <a:pt x="980" y="790"/>
                  </a:lnTo>
                  <a:lnTo>
                    <a:pt x="990" y="790"/>
                  </a:lnTo>
                  <a:lnTo>
                    <a:pt x="990" y="784"/>
                  </a:lnTo>
                  <a:lnTo>
                    <a:pt x="994" y="784"/>
                  </a:lnTo>
                  <a:lnTo>
                    <a:pt x="994" y="780"/>
                  </a:lnTo>
                  <a:lnTo>
                    <a:pt x="1000" y="780"/>
                  </a:lnTo>
                  <a:lnTo>
                    <a:pt x="1000" y="774"/>
                  </a:lnTo>
                  <a:lnTo>
                    <a:pt x="1018" y="774"/>
                  </a:lnTo>
                  <a:lnTo>
                    <a:pt x="1018" y="770"/>
                  </a:lnTo>
                  <a:lnTo>
                    <a:pt x="1028" y="770"/>
                  </a:lnTo>
                  <a:lnTo>
                    <a:pt x="1028" y="764"/>
                  </a:lnTo>
                  <a:lnTo>
                    <a:pt x="1034" y="770"/>
                  </a:lnTo>
                  <a:lnTo>
                    <a:pt x="1034" y="764"/>
                  </a:lnTo>
                  <a:lnTo>
                    <a:pt x="1038" y="764"/>
                  </a:lnTo>
                  <a:lnTo>
                    <a:pt x="1038" y="770"/>
                  </a:lnTo>
                  <a:lnTo>
                    <a:pt x="1054" y="770"/>
                  </a:lnTo>
                  <a:lnTo>
                    <a:pt x="1054" y="780"/>
                  </a:lnTo>
                  <a:lnTo>
                    <a:pt x="1060" y="780"/>
                  </a:lnTo>
                  <a:lnTo>
                    <a:pt x="1060" y="784"/>
                  </a:lnTo>
                  <a:lnTo>
                    <a:pt x="1066" y="780"/>
                  </a:lnTo>
                  <a:lnTo>
                    <a:pt x="1066" y="784"/>
                  </a:lnTo>
                  <a:lnTo>
                    <a:pt x="1092" y="784"/>
                  </a:lnTo>
                  <a:lnTo>
                    <a:pt x="1098" y="790"/>
                  </a:lnTo>
                  <a:lnTo>
                    <a:pt x="1104" y="790"/>
                  </a:lnTo>
                  <a:lnTo>
                    <a:pt x="1104" y="784"/>
                  </a:lnTo>
                  <a:lnTo>
                    <a:pt x="1108" y="784"/>
                  </a:lnTo>
                  <a:lnTo>
                    <a:pt x="1108" y="764"/>
                  </a:lnTo>
                  <a:lnTo>
                    <a:pt x="1104" y="764"/>
                  </a:lnTo>
                  <a:lnTo>
                    <a:pt x="1108" y="758"/>
                  </a:lnTo>
                  <a:lnTo>
                    <a:pt x="1108" y="746"/>
                  </a:lnTo>
                  <a:lnTo>
                    <a:pt x="1120" y="746"/>
                  </a:lnTo>
                  <a:lnTo>
                    <a:pt x="1120" y="742"/>
                  </a:lnTo>
                  <a:lnTo>
                    <a:pt x="1136" y="742"/>
                  </a:lnTo>
                  <a:lnTo>
                    <a:pt x="1136" y="746"/>
                  </a:lnTo>
                  <a:lnTo>
                    <a:pt x="1146" y="746"/>
                  </a:lnTo>
                  <a:lnTo>
                    <a:pt x="1146" y="752"/>
                  </a:lnTo>
                  <a:lnTo>
                    <a:pt x="1168" y="752"/>
                  </a:lnTo>
                  <a:lnTo>
                    <a:pt x="1168" y="774"/>
                  </a:lnTo>
                  <a:lnTo>
                    <a:pt x="1186" y="774"/>
                  </a:lnTo>
                  <a:lnTo>
                    <a:pt x="1186" y="780"/>
                  </a:lnTo>
                  <a:lnTo>
                    <a:pt x="1196" y="780"/>
                  </a:lnTo>
                  <a:lnTo>
                    <a:pt x="1196" y="774"/>
                  </a:lnTo>
                  <a:lnTo>
                    <a:pt x="1234" y="774"/>
                  </a:lnTo>
                  <a:lnTo>
                    <a:pt x="1234" y="780"/>
                  </a:lnTo>
                  <a:lnTo>
                    <a:pt x="1240" y="784"/>
                  </a:lnTo>
                  <a:lnTo>
                    <a:pt x="1250" y="784"/>
                  </a:lnTo>
                  <a:lnTo>
                    <a:pt x="1250" y="790"/>
                  </a:lnTo>
                  <a:lnTo>
                    <a:pt x="1254" y="796"/>
                  </a:lnTo>
                  <a:lnTo>
                    <a:pt x="1266" y="796"/>
                  </a:lnTo>
                  <a:lnTo>
                    <a:pt x="1272" y="802"/>
                  </a:lnTo>
                  <a:lnTo>
                    <a:pt x="1294" y="802"/>
                  </a:lnTo>
                  <a:lnTo>
                    <a:pt x="1294" y="796"/>
                  </a:lnTo>
                  <a:lnTo>
                    <a:pt x="1308" y="796"/>
                  </a:lnTo>
                  <a:lnTo>
                    <a:pt x="1314" y="790"/>
                  </a:lnTo>
                  <a:lnTo>
                    <a:pt x="1326" y="790"/>
                  </a:lnTo>
                  <a:lnTo>
                    <a:pt x="1326" y="784"/>
                  </a:lnTo>
                  <a:lnTo>
                    <a:pt x="1332" y="780"/>
                  </a:lnTo>
                  <a:lnTo>
                    <a:pt x="1336" y="780"/>
                  </a:lnTo>
                  <a:lnTo>
                    <a:pt x="1336" y="774"/>
                  </a:lnTo>
                  <a:lnTo>
                    <a:pt x="1348" y="774"/>
                  </a:lnTo>
                  <a:lnTo>
                    <a:pt x="1348" y="780"/>
                  </a:lnTo>
                  <a:lnTo>
                    <a:pt x="1354" y="780"/>
                  </a:lnTo>
                  <a:lnTo>
                    <a:pt x="1354" y="784"/>
                  </a:lnTo>
                  <a:lnTo>
                    <a:pt x="1374" y="784"/>
                  </a:lnTo>
                  <a:lnTo>
                    <a:pt x="1374" y="790"/>
                  </a:lnTo>
                  <a:lnTo>
                    <a:pt x="1402" y="790"/>
                  </a:lnTo>
                  <a:lnTo>
                    <a:pt x="1402" y="784"/>
                  </a:lnTo>
                  <a:lnTo>
                    <a:pt x="1408" y="784"/>
                  </a:lnTo>
                  <a:lnTo>
                    <a:pt x="1412" y="780"/>
                  </a:lnTo>
                  <a:lnTo>
                    <a:pt x="1412" y="764"/>
                  </a:lnTo>
                  <a:lnTo>
                    <a:pt x="1418" y="758"/>
                  </a:lnTo>
                  <a:lnTo>
                    <a:pt x="1418" y="752"/>
                  </a:lnTo>
                  <a:lnTo>
                    <a:pt x="1422" y="752"/>
                  </a:lnTo>
                  <a:lnTo>
                    <a:pt x="1422" y="742"/>
                  </a:lnTo>
                  <a:lnTo>
                    <a:pt x="1428" y="742"/>
                  </a:lnTo>
                  <a:lnTo>
                    <a:pt x="1428" y="726"/>
                  </a:lnTo>
                  <a:lnTo>
                    <a:pt x="1422" y="726"/>
                  </a:lnTo>
                  <a:lnTo>
                    <a:pt x="1422" y="720"/>
                  </a:lnTo>
                  <a:lnTo>
                    <a:pt x="1428" y="716"/>
                  </a:lnTo>
                  <a:lnTo>
                    <a:pt x="1446" y="716"/>
                  </a:lnTo>
                  <a:lnTo>
                    <a:pt x="1446" y="710"/>
                  </a:lnTo>
                  <a:lnTo>
                    <a:pt x="1476" y="710"/>
                  </a:lnTo>
                  <a:lnTo>
                    <a:pt x="1476" y="716"/>
                  </a:lnTo>
                  <a:lnTo>
                    <a:pt x="1500" y="716"/>
                  </a:lnTo>
                  <a:lnTo>
                    <a:pt x="1500" y="720"/>
                  </a:lnTo>
                  <a:lnTo>
                    <a:pt x="1504" y="726"/>
                  </a:lnTo>
                  <a:lnTo>
                    <a:pt x="1504" y="736"/>
                  </a:lnTo>
                  <a:lnTo>
                    <a:pt x="1510" y="736"/>
                  </a:lnTo>
                  <a:lnTo>
                    <a:pt x="1510" y="746"/>
                  </a:lnTo>
                  <a:lnTo>
                    <a:pt x="1516" y="746"/>
                  </a:lnTo>
                  <a:lnTo>
                    <a:pt x="1516" y="764"/>
                  </a:lnTo>
                  <a:lnTo>
                    <a:pt x="1520" y="764"/>
                  </a:lnTo>
                  <a:lnTo>
                    <a:pt x="1520" y="774"/>
                  </a:lnTo>
                  <a:lnTo>
                    <a:pt x="1526" y="774"/>
                  </a:lnTo>
                  <a:lnTo>
                    <a:pt x="1526" y="790"/>
                  </a:lnTo>
                  <a:lnTo>
                    <a:pt x="1542" y="790"/>
                  </a:lnTo>
                  <a:lnTo>
                    <a:pt x="1542" y="796"/>
                  </a:lnTo>
                  <a:lnTo>
                    <a:pt x="1554" y="796"/>
                  </a:lnTo>
                  <a:lnTo>
                    <a:pt x="1554" y="802"/>
                  </a:lnTo>
                  <a:lnTo>
                    <a:pt x="1560" y="802"/>
                  </a:lnTo>
                  <a:lnTo>
                    <a:pt x="1564" y="806"/>
                  </a:lnTo>
                  <a:lnTo>
                    <a:pt x="1570" y="806"/>
                  </a:lnTo>
                  <a:lnTo>
                    <a:pt x="1570" y="824"/>
                  </a:lnTo>
                  <a:lnTo>
                    <a:pt x="1574" y="824"/>
                  </a:lnTo>
                  <a:lnTo>
                    <a:pt x="1574" y="830"/>
                  </a:lnTo>
                  <a:lnTo>
                    <a:pt x="1580" y="830"/>
                  </a:lnTo>
                  <a:lnTo>
                    <a:pt x="1580" y="834"/>
                  </a:lnTo>
                  <a:lnTo>
                    <a:pt x="1590" y="834"/>
                  </a:lnTo>
                  <a:lnTo>
                    <a:pt x="1590" y="830"/>
                  </a:lnTo>
                  <a:lnTo>
                    <a:pt x="1596" y="830"/>
                  </a:lnTo>
                  <a:lnTo>
                    <a:pt x="1596" y="824"/>
                  </a:lnTo>
                  <a:lnTo>
                    <a:pt x="1614" y="824"/>
                  </a:lnTo>
                  <a:lnTo>
                    <a:pt x="1614" y="818"/>
                  </a:lnTo>
                  <a:lnTo>
                    <a:pt x="1624" y="818"/>
                  </a:lnTo>
                  <a:lnTo>
                    <a:pt x="1624" y="838"/>
                  </a:lnTo>
                  <a:lnTo>
                    <a:pt x="1618" y="838"/>
                  </a:lnTo>
                  <a:lnTo>
                    <a:pt x="1618" y="850"/>
                  </a:lnTo>
                  <a:lnTo>
                    <a:pt x="1614" y="850"/>
                  </a:lnTo>
                  <a:lnTo>
                    <a:pt x="1614" y="872"/>
                  </a:lnTo>
                  <a:lnTo>
                    <a:pt x="1602" y="872"/>
                  </a:lnTo>
                  <a:lnTo>
                    <a:pt x="1602" y="884"/>
                  </a:lnTo>
                  <a:lnTo>
                    <a:pt x="1590" y="884"/>
                  </a:lnTo>
                  <a:lnTo>
                    <a:pt x="1590" y="878"/>
                  </a:lnTo>
                  <a:lnTo>
                    <a:pt x="1586" y="878"/>
                  </a:lnTo>
                  <a:lnTo>
                    <a:pt x="1586" y="884"/>
                  </a:lnTo>
                  <a:lnTo>
                    <a:pt x="1574" y="884"/>
                  </a:lnTo>
                  <a:lnTo>
                    <a:pt x="1574" y="926"/>
                  </a:lnTo>
                  <a:lnTo>
                    <a:pt x="1570" y="926"/>
                  </a:lnTo>
                  <a:lnTo>
                    <a:pt x="1570" y="938"/>
                  </a:lnTo>
                  <a:lnTo>
                    <a:pt x="1574" y="932"/>
                  </a:lnTo>
                  <a:lnTo>
                    <a:pt x="1580" y="926"/>
                  </a:lnTo>
                  <a:lnTo>
                    <a:pt x="1580" y="920"/>
                  </a:lnTo>
                  <a:lnTo>
                    <a:pt x="1590" y="920"/>
                  </a:lnTo>
                  <a:lnTo>
                    <a:pt x="1590" y="926"/>
                  </a:lnTo>
                  <a:lnTo>
                    <a:pt x="1596" y="926"/>
                  </a:lnTo>
                  <a:lnTo>
                    <a:pt x="1596" y="932"/>
                  </a:lnTo>
                  <a:lnTo>
                    <a:pt x="1602" y="926"/>
                  </a:lnTo>
                  <a:lnTo>
                    <a:pt x="1602" y="932"/>
                  </a:lnTo>
                  <a:lnTo>
                    <a:pt x="1614" y="932"/>
                  </a:lnTo>
                  <a:lnTo>
                    <a:pt x="1614" y="926"/>
                  </a:lnTo>
                  <a:lnTo>
                    <a:pt x="1618" y="926"/>
                  </a:lnTo>
                  <a:lnTo>
                    <a:pt x="1618" y="920"/>
                  </a:lnTo>
                  <a:lnTo>
                    <a:pt x="1628" y="920"/>
                  </a:lnTo>
                  <a:lnTo>
                    <a:pt x="1628" y="914"/>
                  </a:lnTo>
                  <a:lnTo>
                    <a:pt x="1634" y="914"/>
                  </a:lnTo>
                  <a:lnTo>
                    <a:pt x="1634" y="910"/>
                  </a:lnTo>
                  <a:lnTo>
                    <a:pt x="1640" y="910"/>
                  </a:lnTo>
                  <a:lnTo>
                    <a:pt x="1640" y="898"/>
                  </a:lnTo>
                  <a:lnTo>
                    <a:pt x="1650" y="898"/>
                  </a:lnTo>
                  <a:lnTo>
                    <a:pt x="1650" y="884"/>
                  </a:lnTo>
                  <a:lnTo>
                    <a:pt x="1656" y="884"/>
                  </a:lnTo>
                  <a:lnTo>
                    <a:pt x="1662" y="878"/>
                  </a:lnTo>
                  <a:lnTo>
                    <a:pt x="1662" y="872"/>
                  </a:lnTo>
                  <a:lnTo>
                    <a:pt x="1672" y="872"/>
                  </a:lnTo>
                  <a:lnTo>
                    <a:pt x="1672" y="856"/>
                  </a:lnTo>
                  <a:lnTo>
                    <a:pt x="1678" y="856"/>
                  </a:lnTo>
                  <a:lnTo>
                    <a:pt x="1678" y="850"/>
                  </a:lnTo>
                  <a:lnTo>
                    <a:pt x="1682" y="844"/>
                  </a:lnTo>
                  <a:lnTo>
                    <a:pt x="1682" y="838"/>
                  </a:lnTo>
                  <a:lnTo>
                    <a:pt x="1688" y="838"/>
                  </a:lnTo>
                  <a:lnTo>
                    <a:pt x="1688" y="830"/>
                  </a:lnTo>
                  <a:lnTo>
                    <a:pt x="1694" y="830"/>
                  </a:lnTo>
                  <a:lnTo>
                    <a:pt x="1694" y="824"/>
                  </a:lnTo>
                  <a:lnTo>
                    <a:pt x="1700" y="824"/>
                  </a:lnTo>
                  <a:lnTo>
                    <a:pt x="1700" y="818"/>
                  </a:lnTo>
                  <a:lnTo>
                    <a:pt x="1704" y="812"/>
                  </a:lnTo>
                  <a:lnTo>
                    <a:pt x="1704" y="806"/>
                  </a:lnTo>
                  <a:lnTo>
                    <a:pt x="1710" y="806"/>
                  </a:lnTo>
                  <a:lnTo>
                    <a:pt x="1710" y="752"/>
                  </a:lnTo>
                  <a:lnTo>
                    <a:pt x="1716" y="752"/>
                  </a:lnTo>
                  <a:lnTo>
                    <a:pt x="1716" y="746"/>
                  </a:lnTo>
                  <a:lnTo>
                    <a:pt x="1722" y="746"/>
                  </a:lnTo>
                  <a:lnTo>
                    <a:pt x="1722" y="726"/>
                  </a:lnTo>
                  <a:lnTo>
                    <a:pt x="1716" y="720"/>
                  </a:lnTo>
                  <a:lnTo>
                    <a:pt x="1710" y="716"/>
                  </a:lnTo>
                  <a:lnTo>
                    <a:pt x="1716" y="716"/>
                  </a:lnTo>
                  <a:lnTo>
                    <a:pt x="1722" y="720"/>
                  </a:lnTo>
                  <a:lnTo>
                    <a:pt x="1722" y="716"/>
                  </a:lnTo>
                  <a:lnTo>
                    <a:pt x="1716" y="710"/>
                  </a:lnTo>
                  <a:lnTo>
                    <a:pt x="1710" y="710"/>
                  </a:lnTo>
                  <a:lnTo>
                    <a:pt x="1710" y="704"/>
                  </a:lnTo>
                  <a:lnTo>
                    <a:pt x="1704" y="704"/>
                  </a:lnTo>
                  <a:lnTo>
                    <a:pt x="1704" y="692"/>
                  </a:lnTo>
                  <a:lnTo>
                    <a:pt x="1688" y="692"/>
                  </a:lnTo>
                  <a:lnTo>
                    <a:pt x="1688" y="698"/>
                  </a:lnTo>
                  <a:lnTo>
                    <a:pt x="1682" y="704"/>
                  </a:lnTo>
                  <a:lnTo>
                    <a:pt x="1682" y="710"/>
                  </a:lnTo>
                  <a:lnTo>
                    <a:pt x="1678" y="710"/>
                  </a:lnTo>
                  <a:lnTo>
                    <a:pt x="1678" y="704"/>
                  </a:lnTo>
                  <a:lnTo>
                    <a:pt x="1672" y="704"/>
                  </a:lnTo>
                  <a:lnTo>
                    <a:pt x="1672" y="710"/>
                  </a:lnTo>
                  <a:lnTo>
                    <a:pt x="1662" y="710"/>
                  </a:lnTo>
                  <a:lnTo>
                    <a:pt x="1662" y="704"/>
                  </a:lnTo>
                  <a:lnTo>
                    <a:pt x="1656" y="704"/>
                  </a:lnTo>
                  <a:lnTo>
                    <a:pt x="1656" y="682"/>
                  </a:lnTo>
                  <a:lnTo>
                    <a:pt x="1650" y="688"/>
                  </a:lnTo>
                  <a:lnTo>
                    <a:pt x="1650" y="682"/>
                  </a:lnTo>
                  <a:lnTo>
                    <a:pt x="1644" y="688"/>
                  </a:lnTo>
                  <a:lnTo>
                    <a:pt x="1640" y="688"/>
                  </a:lnTo>
                  <a:lnTo>
                    <a:pt x="1640" y="682"/>
                  </a:lnTo>
                  <a:lnTo>
                    <a:pt x="1634" y="682"/>
                  </a:lnTo>
                  <a:lnTo>
                    <a:pt x="1634" y="676"/>
                  </a:lnTo>
                  <a:lnTo>
                    <a:pt x="1640" y="676"/>
                  </a:lnTo>
                  <a:lnTo>
                    <a:pt x="1640" y="672"/>
                  </a:lnTo>
                  <a:lnTo>
                    <a:pt x="1644" y="672"/>
                  </a:lnTo>
                  <a:lnTo>
                    <a:pt x="1644" y="666"/>
                  </a:lnTo>
                  <a:lnTo>
                    <a:pt x="1650" y="666"/>
                  </a:lnTo>
                  <a:lnTo>
                    <a:pt x="1656" y="660"/>
                  </a:lnTo>
                  <a:lnTo>
                    <a:pt x="1662" y="660"/>
                  </a:lnTo>
                  <a:lnTo>
                    <a:pt x="1662" y="656"/>
                  </a:lnTo>
                  <a:lnTo>
                    <a:pt x="1668" y="656"/>
                  </a:lnTo>
                  <a:lnTo>
                    <a:pt x="1672" y="650"/>
                  </a:lnTo>
                  <a:lnTo>
                    <a:pt x="1672" y="644"/>
                  </a:lnTo>
                  <a:lnTo>
                    <a:pt x="1678" y="644"/>
                  </a:lnTo>
                  <a:lnTo>
                    <a:pt x="1678" y="638"/>
                  </a:lnTo>
                  <a:lnTo>
                    <a:pt x="1682" y="632"/>
                  </a:lnTo>
                  <a:lnTo>
                    <a:pt x="1688" y="632"/>
                  </a:lnTo>
                  <a:lnTo>
                    <a:pt x="1688" y="628"/>
                  </a:lnTo>
                  <a:lnTo>
                    <a:pt x="1694" y="628"/>
                  </a:lnTo>
                  <a:lnTo>
                    <a:pt x="1694" y="622"/>
                  </a:lnTo>
                  <a:lnTo>
                    <a:pt x="1700" y="622"/>
                  </a:lnTo>
                  <a:lnTo>
                    <a:pt x="1700" y="618"/>
                  </a:lnTo>
                  <a:lnTo>
                    <a:pt x="1710" y="618"/>
                  </a:lnTo>
                  <a:lnTo>
                    <a:pt x="1710" y="606"/>
                  </a:lnTo>
                  <a:lnTo>
                    <a:pt x="1716" y="602"/>
                  </a:lnTo>
                  <a:lnTo>
                    <a:pt x="1722" y="602"/>
                  </a:lnTo>
                  <a:lnTo>
                    <a:pt x="1722" y="596"/>
                  </a:lnTo>
                  <a:lnTo>
                    <a:pt x="1728" y="596"/>
                  </a:lnTo>
                  <a:lnTo>
                    <a:pt x="1728" y="590"/>
                  </a:lnTo>
                  <a:lnTo>
                    <a:pt x="1732" y="590"/>
                  </a:lnTo>
                  <a:lnTo>
                    <a:pt x="1732" y="584"/>
                  </a:lnTo>
                  <a:lnTo>
                    <a:pt x="1748" y="584"/>
                  </a:lnTo>
                  <a:lnTo>
                    <a:pt x="1748" y="578"/>
                  </a:lnTo>
                  <a:lnTo>
                    <a:pt x="1786" y="578"/>
                  </a:lnTo>
                  <a:lnTo>
                    <a:pt x="1782" y="584"/>
                  </a:lnTo>
                  <a:lnTo>
                    <a:pt x="1790" y="584"/>
                  </a:lnTo>
                  <a:lnTo>
                    <a:pt x="1790" y="578"/>
                  </a:lnTo>
                  <a:lnTo>
                    <a:pt x="1802" y="578"/>
                  </a:lnTo>
                  <a:lnTo>
                    <a:pt x="1802" y="584"/>
                  </a:lnTo>
                  <a:lnTo>
                    <a:pt x="1814" y="584"/>
                  </a:lnTo>
                  <a:lnTo>
                    <a:pt x="1814" y="578"/>
                  </a:lnTo>
                  <a:lnTo>
                    <a:pt x="1818" y="578"/>
                  </a:lnTo>
                  <a:lnTo>
                    <a:pt x="1818" y="584"/>
                  </a:lnTo>
                  <a:lnTo>
                    <a:pt x="1830" y="584"/>
                  </a:lnTo>
                  <a:lnTo>
                    <a:pt x="1830" y="578"/>
                  </a:lnTo>
                  <a:lnTo>
                    <a:pt x="1824" y="578"/>
                  </a:lnTo>
                  <a:lnTo>
                    <a:pt x="1830" y="574"/>
                  </a:lnTo>
                  <a:lnTo>
                    <a:pt x="1850" y="574"/>
                  </a:lnTo>
                  <a:lnTo>
                    <a:pt x="1850" y="578"/>
                  </a:lnTo>
                  <a:lnTo>
                    <a:pt x="1856" y="578"/>
                  </a:lnTo>
                  <a:lnTo>
                    <a:pt x="1856" y="574"/>
                  </a:lnTo>
                  <a:lnTo>
                    <a:pt x="1862" y="574"/>
                  </a:lnTo>
                  <a:lnTo>
                    <a:pt x="1862" y="578"/>
                  </a:lnTo>
                  <a:lnTo>
                    <a:pt x="1868" y="578"/>
                  </a:lnTo>
                  <a:lnTo>
                    <a:pt x="1868" y="584"/>
                  </a:lnTo>
                  <a:lnTo>
                    <a:pt x="1862" y="584"/>
                  </a:lnTo>
                  <a:lnTo>
                    <a:pt x="1862" y="590"/>
                  </a:lnTo>
                  <a:lnTo>
                    <a:pt x="1872" y="590"/>
                  </a:lnTo>
                  <a:lnTo>
                    <a:pt x="1878" y="584"/>
                  </a:lnTo>
                  <a:lnTo>
                    <a:pt x="1878" y="590"/>
                  </a:lnTo>
                  <a:lnTo>
                    <a:pt x="1884" y="590"/>
                  </a:lnTo>
                  <a:lnTo>
                    <a:pt x="1890" y="584"/>
                  </a:lnTo>
                  <a:lnTo>
                    <a:pt x="1916" y="584"/>
                  </a:lnTo>
                  <a:lnTo>
                    <a:pt x="1916" y="578"/>
                  </a:lnTo>
                  <a:lnTo>
                    <a:pt x="1910" y="578"/>
                  </a:lnTo>
                  <a:lnTo>
                    <a:pt x="1910" y="574"/>
                  </a:lnTo>
                  <a:lnTo>
                    <a:pt x="1904" y="574"/>
                  </a:lnTo>
                  <a:lnTo>
                    <a:pt x="1904" y="578"/>
                  </a:lnTo>
                  <a:lnTo>
                    <a:pt x="1898" y="578"/>
                  </a:lnTo>
                  <a:lnTo>
                    <a:pt x="1898" y="568"/>
                  </a:lnTo>
                  <a:lnTo>
                    <a:pt x="1904" y="568"/>
                  </a:lnTo>
                  <a:lnTo>
                    <a:pt x="1904" y="564"/>
                  </a:lnTo>
                  <a:lnTo>
                    <a:pt x="1910" y="564"/>
                  </a:lnTo>
                  <a:lnTo>
                    <a:pt x="1910" y="558"/>
                  </a:lnTo>
                  <a:lnTo>
                    <a:pt x="1916" y="558"/>
                  </a:lnTo>
                  <a:lnTo>
                    <a:pt x="1922" y="552"/>
                  </a:lnTo>
                  <a:lnTo>
                    <a:pt x="1922" y="548"/>
                  </a:lnTo>
                  <a:lnTo>
                    <a:pt x="1928" y="548"/>
                  </a:lnTo>
                  <a:lnTo>
                    <a:pt x="1928" y="542"/>
                  </a:lnTo>
                  <a:lnTo>
                    <a:pt x="1932" y="536"/>
                  </a:lnTo>
                  <a:lnTo>
                    <a:pt x="1938" y="536"/>
                  </a:lnTo>
                  <a:lnTo>
                    <a:pt x="1938" y="530"/>
                  </a:lnTo>
                  <a:lnTo>
                    <a:pt x="1944" y="530"/>
                  </a:lnTo>
                  <a:lnTo>
                    <a:pt x="1944" y="524"/>
                  </a:lnTo>
                  <a:lnTo>
                    <a:pt x="1986" y="524"/>
                  </a:lnTo>
                  <a:lnTo>
                    <a:pt x="1986" y="520"/>
                  </a:lnTo>
                  <a:lnTo>
                    <a:pt x="1992" y="520"/>
                  </a:lnTo>
                  <a:lnTo>
                    <a:pt x="1992" y="524"/>
                  </a:lnTo>
                  <a:lnTo>
                    <a:pt x="1986" y="530"/>
                  </a:lnTo>
                  <a:lnTo>
                    <a:pt x="1986" y="542"/>
                  </a:lnTo>
                  <a:lnTo>
                    <a:pt x="1992" y="542"/>
                  </a:lnTo>
                  <a:lnTo>
                    <a:pt x="1986" y="548"/>
                  </a:lnTo>
                  <a:lnTo>
                    <a:pt x="1998" y="548"/>
                  </a:lnTo>
                  <a:lnTo>
                    <a:pt x="1998" y="542"/>
                  </a:lnTo>
                  <a:lnTo>
                    <a:pt x="2004" y="542"/>
                  </a:lnTo>
                  <a:lnTo>
                    <a:pt x="2008" y="536"/>
                  </a:lnTo>
                  <a:lnTo>
                    <a:pt x="2012" y="536"/>
                  </a:lnTo>
                  <a:lnTo>
                    <a:pt x="2018" y="530"/>
                  </a:lnTo>
                  <a:lnTo>
                    <a:pt x="2030" y="530"/>
                  </a:lnTo>
                  <a:lnTo>
                    <a:pt x="2030" y="524"/>
                  </a:lnTo>
                  <a:lnTo>
                    <a:pt x="2024" y="524"/>
                  </a:lnTo>
                  <a:lnTo>
                    <a:pt x="2030" y="520"/>
                  </a:lnTo>
                  <a:lnTo>
                    <a:pt x="2030" y="510"/>
                  </a:lnTo>
                  <a:lnTo>
                    <a:pt x="2036" y="510"/>
                  </a:lnTo>
                  <a:lnTo>
                    <a:pt x="2036" y="504"/>
                  </a:lnTo>
                  <a:lnTo>
                    <a:pt x="2052" y="504"/>
                  </a:lnTo>
                  <a:lnTo>
                    <a:pt x="2052" y="510"/>
                  </a:lnTo>
                  <a:lnTo>
                    <a:pt x="2046" y="510"/>
                  </a:lnTo>
                  <a:lnTo>
                    <a:pt x="2046" y="524"/>
                  </a:lnTo>
                  <a:lnTo>
                    <a:pt x="2040" y="524"/>
                  </a:lnTo>
                  <a:lnTo>
                    <a:pt x="2036" y="536"/>
                  </a:lnTo>
                  <a:lnTo>
                    <a:pt x="2036" y="548"/>
                  </a:lnTo>
                  <a:lnTo>
                    <a:pt x="2024" y="548"/>
                  </a:lnTo>
                  <a:lnTo>
                    <a:pt x="2018" y="552"/>
                  </a:lnTo>
                  <a:lnTo>
                    <a:pt x="2012" y="552"/>
                  </a:lnTo>
                  <a:lnTo>
                    <a:pt x="2012" y="558"/>
                  </a:lnTo>
                  <a:lnTo>
                    <a:pt x="2008" y="558"/>
                  </a:lnTo>
                  <a:lnTo>
                    <a:pt x="2008" y="564"/>
                  </a:lnTo>
                  <a:lnTo>
                    <a:pt x="2004" y="568"/>
                  </a:lnTo>
                  <a:lnTo>
                    <a:pt x="1998" y="574"/>
                  </a:lnTo>
                  <a:lnTo>
                    <a:pt x="1992" y="574"/>
                  </a:lnTo>
                  <a:lnTo>
                    <a:pt x="1992" y="578"/>
                  </a:lnTo>
                  <a:lnTo>
                    <a:pt x="1986" y="578"/>
                  </a:lnTo>
                  <a:lnTo>
                    <a:pt x="1986" y="584"/>
                  </a:lnTo>
                  <a:lnTo>
                    <a:pt x="1982" y="584"/>
                  </a:lnTo>
                  <a:lnTo>
                    <a:pt x="1982" y="590"/>
                  </a:lnTo>
                  <a:lnTo>
                    <a:pt x="1976" y="596"/>
                  </a:lnTo>
                  <a:lnTo>
                    <a:pt x="1970" y="596"/>
                  </a:lnTo>
                  <a:lnTo>
                    <a:pt x="1970" y="602"/>
                  </a:lnTo>
                  <a:lnTo>
                    <a:pt x="1964" y="606"/>
                  </a:lnTo>
                  <a:lnTo>
                    <a:pt x="1958" y="606"/>
                  </a:lnTo>
                  <a:lnTo>
                    <a:pt x="1958" y="612"/>
                  </a:lnTo>
                  <a:lnTo>
                    <a:pt x="1950" y="612"/>
                  </a:lnTo>
                  <a:lnTo>
                    <a:pt x="1950" y="618"/>
                  </a:lnTo>
                  <a:lnTo>
                    <a:pt x="1944" y="618"/>
                  </a:lnTo>
                  <a:lnTo>
                    <a:pt x="1944" y="612"/>
                  </a:lnTo>
                  <a:lnTo>
                    <a:pt x="1938" y="618"/>
                  </a:lnTo>
                  <a:lnTo>
                    <a:pt x="1938" y="622"/>
                  </a:lnTo>
                  <a:lnTo>
                    <a:pt x="1944" y="622"/>
                  </a:lnTo>
                  <a:lnTo>
                    <a:pt x="1938" y="628"/>
                  </a:lnTo>
                  <a:lnTo>
                    <a:pt x="1938" y="632"/>
                  </a:lnTo>
                  <a:lnTo>
                    <a:pt x="1932" y="632"/>
                  </a:lnTo>
                  <a:lnTo>
                    <a:pt x="1932" y="638"/>
                  </a:lnTo>
                  <a:lnTo>
                    <a:pt x="1928" y="638"/>
                  </a:lnTo>
                  <a:lnTo>
                    <a:pt x="1928" y="644"/>
                  </a:lnTo>
                  <a:lnTo>
                    <a:pt x="1922" y="644"/>
                  </a:lnTo>
                  <a:lnTo>
                    <a:pt x="1922" y="698"/>
                  </a:lnTo>
                  <a:lnTo>
                    <a:pt x="1928" y="698"/>
                  </a:lnTo>
                  <a:lnTo>
                    <a:pt x="1928" y="726"/>
                  </a:lnTo>
                  <a:lnTo>
                    <a:pt x="1932" y="726"/>
                  </a:lnTo>
                  <a:lnTo>
                    <a:pt x="1932" y="730"/>
                  </a:lnTo>
                  <a:lnTo>
                    <a:pt x="1938" y="726"/>
                  </a:lnTo>
                  <a:lnTo>
                    <a:pt x="1938" y="730"/>
                  </a:lnTo>
                  <a:lnTo>
                    <a:pt x="1932" y="730"/>
                  </a:lnTo>
                  <a:lnTo>
                    <a:pt x="1938" y="736"/>
                  </a:lnTo>
                  <a:lnTo>
                    <a:pt x="1938" y="764"/>
                  </a:lnTo>
                  <a:lnTo>
                    <a:pt x="1944" y="758"/>
                  </a:lnTo>
                  <a:lnTo>
                    <a:pt x="1950" y="758"/>
                  </a:lnTo>
                  <a:lnTo>
                    <a:pt x="1950" y="752"/>
                  </a:lnTo>
                  <a:lnTo>
                    <a:pt x="1954" y="752"/>
                  </a:lnTo>
                  <a:lnTo>
                    <a:pt x="1954" y="746"/>
                  </a:lnTo>
                  <a:lnTo>
                    <a:pt x="1958" y="742"/>
                  </a:lnTo>
                  <a:lnTo>
                    <a:pt x="1958" y="736"/>
                  </a:lnTo>
                  <a:lnTo>
                    <a:pt x="1964" y="736"/>
                  </a:lnTo>
                  <a:lnTo>
                    <a:pt x="1964" y="720"/>
                  </a:lnTo>
                  <a:lnTo>
                    <a:pt x="1958" y="720"/>
                  </a:lnTo>
                  <a:lnTo>
                    <a:pt x="1964" y="716"/>
                  </a:lnTo>
                  <a:lnTo>
                    <a:pt x="1964" y="720"/>
                  </a:lnTo>
                  <a:lnTo>
                    <a:pt x="1970" y="720"/>
                  </a:lnTo>
                  <a:lnTo>
                    <a:pt x="1970" y="716"/>
                  </a:lnTo>
                  <a:lnTo>
                    <a:pt x="1986" y="716"/>
                  </a:lnTo>
                  <a:lnTo>
                    <a:pt x="1986" y="692"/>
                  </a:lnTo>
                  <a:lnTo>
                    <a:pt x="1992" y="692"/>
                  </a:lnTo>
                  <a:lnTo>
                    <a:pt x="1992" y="688"/>
                  </a:lnTo>
                  <a:lnTo>
                    <a:pt x="2008" y="688"/>
                  </a:lnTo>
                  <a:lnTo>
                    <a:pt x="2008" y="682"/>
                  </a:lnTo>
                  <a:lnTo>
                    <a:pt x="2012" y="682"/>
                  </a:lnTo>
                  <a:lnTo>
                    <a:pt x="2012" y="676"/>
                  </a:lnTo>
                  <a:lnTo>
                    <a:pt x="2008" y="676"/>
                  </a:lnTo>
                  <a:lnTo>
                    <a:pt x="2008" y="656"/>
                  </a:lnTo>
                  <a:lnTo>
                    <a:pt x="2012" y="656"/>
                  </a:lnTo>
                  <a:lnTo>
                    <a:pt x="2018" y="650"/>
                  </a:lnTo>
                  <a:lnTo>
                    <a:pt x="2024" y="656"/>
                  </a:lnTo>
                  <a:lnTo>
                    <a:pt x="2030" y="656"/>
                  </a:lnTo>
                  <a:lnTo>
                    <a:pt x="2036" y="650"/>
                  </a:lnTo>
                  <a:lnTo>
                    <a:pt x="2036" y="644"/>
                  </a:lnTo>
                  <a:lnTo>
                    <a:pt x="2030" y="644"/>
                  </a:lnTo>
                  <a:lnTo>
                    <a:pt x="2036" y="638"/>
                  </a:lnTo>
                  <a:lnTo>
                    <a:pt x="2024" y="638"/>
                  </a:lnTo>
                  <a:lnTo>
                    <a:pt x="2024" y="622"/>
                  </a:lnTo>
                  <a:lnTo>
                    <a:pt x="2030" y="622"/>
                  </a:lnTo>
                  <a:lnTo>
                    <a:pt x="2036" y="618"/>
                  </a:lnTo>
                  <a:lnTo>
                    <a:pt x="2030" y="612"/>
                  </a:lnTo>
                  <a:lnTo>
                    <a:pt x="2018" y="612"/>
                  </a:lnTo>
                  <a:lnTo>
                    <a:pt x="2018" y="618"/>
                  </a:lnTo>
                  <a:lnTo>
                    <a:pt x="2012" y="612"/>
                  </a:lnTo>
                  <a:lnTo>
                    <a:pt x="2012" y="602"/>
                  </a:lnTo>
                  <a:lnTo>
                    <a:pt x="2018" y="596"/>
                  </a:lnTo>
                  <a:lnTo>
                    <a:pt x="2024" y="596"/>
                  </a:lnTo>
                  <a:lnTo>
                    <a:pt x="2024" y="590"/>
                  </a:lnTo>
                  <a:lnTo>
                    <a:pt x="2030" y="590"/>
                  </a:lnTo>
                  <a:lnTo>
                    <a:pt x="2030" y="584"/>
                  </a:lnTo>
                  <a:lnTo>
                    <a:pt x="2036" y="584"/>
                  </a:lnTo>
                  <a:lnTo>
                    <a:pt x="2036" y="578"/>
                  </a:lnTo>
                  <a:lnTo>
                    <a:pt x="2030" y="578"/>
                  </a:lnTo>
                  <a:lnTo>
                    <a:pt x="2030" y="574"/>
                  </a:lnTo>
                  <a:lnTo>
                    <a:pt x="2036" y="574"/>
                  </a:lnTo>
                  <a:lnTo>
                    <a:pt x="2036" y="564"/>
                  </a:lnTo>
                  <a:lnTo>
                    <a:pt x="2052" y="564"/>
                  </a:lnTo>
                  <a:lnTo>
                    <a:pt x="2052" y="574"/>
                  </a:lnTo>
                  <a:lnTo>
                    <a:pt x="2058" y="568"/>
                  </a:lnTo>
                  <a:lnTo>
                    <a:pt x="2058" y="564"/>
                  </a:lnTo>
                  <a:lnTo>
                    <a:pt x="2062" y="558"/>
                  </a:lnTo>
                  <a:lnTo>
                    <a:pt x="2068" y="558"/>
                  </a:lnTo>
                  <a:lnTo>
                    <a:pt x="2072" y="552"/>
                  </a:lnTo>
                  <a:lnTo>
                    <a:pt x="2072" y="564"/>
                  </a:lnTo>
                  <a:lnTo>
                    <a:pt x="2068" y="564"/>
                  </a:lnTo>
                  <a:lnTo>
                    <a:pt x="2068" y="574"/>
                  </a:lnTo>
                  <a:lnTo>
                    <a:pt x="2072" y="574"/>
                  </a:lnTo>
                  <a:lnTo>
                    <a:pt x="2072" y="568"/>
                  </a:lnTo>
                  <a:lnTo>
                    <a:pt x="2078" y="568"/>
                  </a:lnTo>
                  <a:lnTo>
                    <a:pt x="2078" y="558"/>
                  </a:lnTo>
                  <a:lnTo>
                    <a:pt x="2096" y="558"/>
                  </a:lnTo>
                  <a:lnTo>
                    <a:pt x="2096" y="552"/>
                  </a:lnTo>
                  <a:lnTo>
                    <a:pt x="2116" y="552"/>
                  </a:lnTo>
                  <a:lnTo>
                    <a:pt x="2116" y="558"/>
                  </a:lnTo>
                  <a:lnTo>
                    <a:pt x="2122" y="558"/>
                  </a:lnTo>
                  <a:lnTo>
                    <a:pt x="2126" y="564"/>
                  </a:lnTo>
                  <a:lnTo>
                    <a:pt x="2126" y="568"/>
                  </a:lnTo>
                  <a:lnTo>
                    <a:pt x="2132" y="568"/>
                  </a:lnTo>
                  <a:lnTo>
                    <a:pt x="2132" y="558"/>
                  </a:lnTo>
                  <a:lnTo>
                    <a:pt x="2138" y="558"/>
                  </a:lnTo>
                  <a:lnTo>
                    <a:pt x="2138" y="552"/>
                  </a:lnTo>
                  <a:lnTo>
                    <a:pt x="2144" y="552"/>
                  </a:lnTo>
                  <a:lnTo>
                    <a:pt x="2144" y="548"/>
                  </a:lnTo>
                  <a:lnTo>
                    <a:pt x="2154" y="548"/>
                  </a:lnTo>
                  <a:lnTo>
                    <a:pt x="2154" y="542"/>
                  </a:lnTo>
                  <a:lnTo>
                    <a:pt x="2160" y="542"/>
                  </a:lnTo>
                  <a:lnTo>
                    <a:pt x="2160" y="536"/>
                  </a:lnTo>
                  <a:lnTo>
                    <a:pt x="2164" y="530"/>
                  </a:lnTo>
                  <a:lnTo>
                    <a:pt x="2164" y="536"/>
                  </a:lnTo>
                  <a:lnTo>
                    <a:pt x="2170" y="536"/>
                  </a:lnTo>
                  <a:lnTo>
                    <a:pt x="2176" y="530"/>
                  </a:lnTo>
                  <a:lnTo>
                    <a:pt x="2176" y="524"/>
                  </a:lnTo>
                  <a:lnTo>
                    <a:pt x="2192" y="524"/>
                  </a:lnTo>
                  <a:lnTo>
                    <a:pt x="2192" y="520"/>
                  </a:lnTo>
                  <a:lnTo>
                    <a:pt x="2198" y="520"/>
                  </a:lnTo>
                  <a:lnTo>
                    <a:pt x="2198" y="514"/>
                  </a:lnTo>
                  <a:lnTo>
                    <a:pt x="2214" y="514"/>
                  </a:lnTo>
                  <a:lnTo>
                    <a:pt x="2218" y="510"/>
                  </a:lnTo>
                  <a:lnTo>
                    <a:pt x="2246" y="510"/>
                  </a:lnTo>
                  <a:lnTo>
                    <a:pt x="2246" y="514"/>
                  </a:lnTo>
                  <a:lnTo>
                    <a:pt x="2258" y="514"/>
                  </a:lnTo>
                  <a:lnTo>
                    <a:pt x="2258" y="492"/>
                  </a:lnTo>
                  <a:lnTo>
                    <a:pt x="2252" y="492"/>
                  </a:lnTo>
                  <a:lnTo>
                    <a:pt x="2252" y="488"/>
                  </a:lnTo>
                  <a:lnTo>
                    <a:pt x="2246" y="482"/>
                  </a:lnTo>
                  <a:lnTo>
                    <a:pt x="2246" y="488"/>
                  </a:lnTo>
                  <a:lnTo>
                    <a:pt x="2240" y="482"/>
                  </a:lnTo>
                  <a:lnTo>
                    <a:pt x="2246" y="482"/>
                  </a:lnTo>
                  <a:lnTo>
                    <a:pt x="2246" y="464"/>
                  </a:lnTo>
                  <a:lnTo>
                    <a:pt x="2230" y="464"/>
                  </a:lnTo>
                  <a:lnTo>
                    <a:pt x="2230" y="456"/>
                  </a:lnTo>
                  <a:lnTo>
                    <a:pt x="2224" y="450"/>
                  </a:lnTo>
                  <a:lnTo>
                    <a:pt x="2230" y="450"/>
                  </a:lnTo>
                  <a:lnTo>
                    <a:pt x="2230" y="456"/>
                  </a:lnTo>
                  <a:lnTo>
                    <a:pt x="2246" y="456"/>
                  </a:lnTo>
                  <a:lnTo>
                    <a:pt x="2246" y="460"/>
                  </a:lnTo>
                  <a:lnTo>
                    <a:pt x="2252" y="456"/>
                  </a:lnTo>
                  <a:lnTo>
                    <a:pt x="2264" y="456"/>
                  </a:lnTo>
                  <a:lnTo>
                    <a:pt x="2264" y="450"/>
                  </a:lnTo>
                  <a:lnTo>
                    <a:pt x="2268" y="450"/>
                  </a:lnTo>
                  <a:lnTo>
                    <a:pt x="2268" y="444"/>
                  </a:lnTo>
                  <a:lnTo>
                    <a:pt x="2272" y="444"/>
                  </a:lnTo>
                  <a:lnTo>
                    <a:pt x="2272" y="438"/>
                  </a:lnTo>
                  <a:lnTo>
                    <a:pt x="2278" y="438"/>
                  </a:lnTo>
                  <a:lnTo>
                    <a:pt x="2272" y="434"/>
                  </a:lnTo>
                  <a:lnTo>
                    <a:pt x="2268" y="434"/>
                  </a:lnTo>
                  <a:lnTo>
                    <a:pt x="2268" y="416"/>
                  </a:lnTo>
                  <a:lnTo>
                    <a:pt x="2272" y="422"/>
                  </a:lnTo>
                  <a:lnTo>
                    <a:pt x="2278" y="422"/>
                  </a:lnTo>
                  <a:lnTo>
                    <a:pt x="2278" y="416"/>
                  </a:lnTo>
                  <a:lnTo>
                    <a:pt x="2290" y="416"/>
                  </a:lnTo>
                  <a:lnTo>
                    <a:pt x="2284" y="422"/>
                  </a:lnTo>
                  <a:lnTo>
                    <a:pt x="2284" y="434"/>
                  </a:lnTo>
                  <a:lnTo>
                    <a:pt x="2290" y="434"/>
                  </a:lnTo>
                  <a:lnTo>
                    <a:pt x="2284" y="438"/>
                  </a:lnTo>
                  <a:lnTo>
                    <a:pt x="2306" y="438"/>
                  </a:lnTo>
                  <a:lnTo>
                    <a:pt x="2306" y="434"/>
                  </a:lnTo>
                  <a:lnTo>
                    <a:pt x="2318" y="434"/>
                  </a:lnTo>
                  <a:lnTo>
                    <a:pt x="2318" y="438"/>
                  </a:lnTo>
                  <a:lnTo>
                    <a:pt x="2324" y="438"/>
                  </a:lnTo>
                  <a:lnTo>
                    <a:pt x="2324" y="444"/>
                  </a:lnTo>
                  <a:lnTo>
                    <a:pt x="2326" y="444"/>
                  </a:lnTo>
                  <a:lnTo>
                    <a:pt x="2326" y="456"/>
                  </a:lnTo>
                  <a:lnTo>
                    <a:pt x="2344" y="456"/>
                  </a:lnTo>
                  <a:lnTo>
                    <a:pt x="2350" y="460"/>
                  </a:lnTo>
                  <a:lnTo>
                    <a:pt x="2350" y="464"/>
                  </a:lnTo>
                  <a:lnTo>
                    <a:pt x="2378" y="464"/>
                  </a:lnTo>
                  <a:lnTo>
                    <a:pt x="2378" y="460"/>
                  </a:lnTo>
                  <a:lnTo>
                    <a:pt x="2366" y="460"/>
                  </a:lnTo>
                  <a:lnTo>
                    <a:pt x="2366" y="456"/>
                  </a:lnTo>
                  <a:lnTo>
                    <a:pt x="2378" y="456"/>
                  </a:lnTo>
                  <a:lnTo>
                    <a:pt x="2378" y="438"/>
                  </a:lnTo>
                  <a:lnTo>
                    <a:pt x="2392" y="438"/>
                  </a:lnTo>
                  <a:lnTo>
                    <a:pt x="2392" y="434"/>
                  </a:lnTo>
                  <a:lnTo>
                    <a:pt x="2404" y="434"/>
                  </a:lnTo>
                  <a:lnTo>
                    <a:pt x="2404" y="416"/>
                  </a:lnTo>
                  <a:lnTo>
                    <a:pt x="2398" y="416"/>
                  </a:lnTo>
                  <a:lnTo>
                    <a:pt x="2398" y="410"/>
                  </a:lnTo>
                  <a:lnTo>
                    <a:pt x="2398" y="410"/>
                  </a:lnTo>
                  <a:lnTo>
                    <a:pt x="2398" y="410"/>
                  </a:lnTo>
                  <a:close/>
                  <a:moveTo>
                    <a:pt x="806" y="692"/>
                  </a:moveTo>
                  <a:lnTo>
                    <a:pt x="806" y="688"/>
                  </a:lnTo>
                  <a:lnTo>
                    <a:pt x="812" y="692"/>
                  </a:lnTo>
                  <a:lnTo>
                    <a:pt x="806" y="692"/>
                  </a:lnTo>
                  <a:lnTo>
                    <a:pt x="806" y="692"/>
                  </a:lnTo>
                  <a:lnTo>
                    <a:pt x="806" y="692"/>
                  </a:lnTo>
                  <a:close/>
                  <a:moveTo>
                    <a:pt x="936" y="238"/>
                  </a:moveTo>
                  <a:lnTo>
                    <a:pt x="936" y="234"/>
                  </a:lnTo>
                  <a:lnTo>
                    <a:pt x="940" y="234"/>
                  </a:lnTo>
                  <a:lnTo>
                    <a:pt x="936" y="238"/>
                  </a:lnTo>
                  <a:lnTo>
                    <a:pt x="936" y="238"/>
                  </a:lnTo>
                  <a:lnTo>
                    <a:pt x="936" y="238"/>
                  </a:lnTo>
                  <a:close/>
                  <a:moveTo>
                    <a:pt x="946" y="242"/>
                  </a:moveTo>
                  <a:lnTo>
                    <a:pt x="940" y="242"/>
                  </a:lnTo>
                  <a:lnTo>
                    <a:pt x="940" y="238"/>
                  </a:lnTo>
                  <a:lnTo>
                    <a:pt x="946" y="238"/>
                  </a:lnTo>
                  <a:lnTo>
                    <a:pt x="946" y="242"/>
                  </a:lnTo>
                  <a:lnTo>
                    <a:pt x="946" y="242"/>
                  </a:lnTo>
                  <a:lnTo>
                    <a:pt x="946" y="242"/>
                  </a:lnTo>
                  <a:close/>
                  <a:moveTo>
                    <a:pt x="1126" y="180"/>
                  </a:moveTo>
                  <a:lnTo>
                    <a:pt x="1120" y="180"/>
                  </a:lnTo>
                  <a:lnTo>
                    <a:pt x="1126" y="174"/>
                  </a:lnTo>
                  <a:lnTo>
                    <a:pt x="1126" y="180"/>
                  </a:lnTo>
                  <a:lnTo>
                    <a:pt x="1126" y="180"/>
                  </a:lnTo>
                  <a:lnTo>
                    <a:pt x="1126" y="180"/>
                  </a:lnTo>
                  <a:close/>
                  <a:moveTo>
                    <a:pt x="1136" y="182"/>
                  </a:moveTo>
                  <a:lnTo>
                    <a:pt x="1132" y="182"/>
                  </a:lnTo>
                  <a:lnTo>
                    <a:pt x="1132" y="180"/>
                  </a:lnTo>
                  <a:lnTo>
                    <a:pt x="1136" y="180"/>
                  </a:lnTo>
                  <a:lnTo>
                    <a:pt x="1136" y="182"/>
                  </a:lnTo>
                  <a:lnTo>
                    <a:pt x="1136" y="182"/>
                  </a:lnTo>
                  <a:lnTo>
                    <a:pt x="1136" y="182"/>
                  </a:lnTo>
                  <a:close/>
                  <a:moveTo>
                    <a:pt x="1168" y="156"/>
                  </a:moveTo>
                  <a:lnTo>
                    <a:pt x="1162" y="152"/>
                  </a:lnTo>
                  <a:lnTo>
                    <a:pt x="1168" y="152"/>
                  </a:lnTo>
                  <a:lnTo>
                    <a:pt x="1168" y="156"/>
                  </a:lnTo>
                  <a:lnTo>
                    <a:pt x="1168" y="156"/>
                  </a:lnTo>
                  <a:lnTo>
                    <a:pt x="1168" y="156"/>
                  </a:lnTo>
                  <a:close/>
                  <a:moveTo>
                    <a:pt x="1520" y="288"/>
                  </a:moveTo>
                  <a:lnTo>
                    <a:pt x="1516" y="282"/>
                  </a:lnTo>
                  <a:lnTo>
                    <a:pt x="1516" y="276"/>
                  </a:lnTo>
                  <a:lnTo>
                    <a:pt x="1520" y="276"/>
                  </a:lnTo>
                  <a:lnTo>
                    <a:pt x="1520" y="288"/>
                  </a:lnTo>
                  <a:lnTo>
                    <a:pt x="1520" y="288"/>
                  </a:lnTo>
                  <a:lnTo>
                    <a:pt x="1520" y="288"/>
                  </a:lnTo>
                  <a:close/>
                  <a:moveTo>
                    <a:pt x="1844" y="296"/>
                  </a:moveTo>
                  <a:lnTo>
                    <a:pt x="1842" y="296"/>
                  </a:lnTo>
                  <a:lnTo>
                    <a:pt x="1844" y="292"/>
                  </a:lnTo>
                  <a:lnTo>
                    <a:pt x="1844" y="296"/>
                  </a:lnTo>
                  <a:lnTo>
                    <a:pt x="1844" y="296"/>
                  </a:lnTo>
                  <a:lnTo>
                    <a:pt x="1844" y="296"/>
                  </a:lnTo>
                  <a:close/>
                  <a:moveTo>
                    <a:pt x="2214" y="460"/>
                  </a:moveTo>
                  <a:lnTo>
                    <a:pt x="2210" y="460"/>
                  </a:lnTo>
                  <a:lnTo>
                    <a:pt x="2210" y="450"/>
                  </a:lnTo>
                  <a:lnTo>
                    <a:pt x="2214" y="456"/>
                  </a:lnTo>
                  <a:lnTo>
                    <a:pt x="2214" y="460"/>
                  </a:lnTo>
                  <a:lnTo>
                    <a:pt x="2214" y="460"/>
                  </a:lnTo>
                  <a:lnTo>
                    <a:pt x="2214" y="460"/>
                  </a:lnTo>
                  <a:close/>
                  <a:moveTo>
                    <a:pt x="2408" y="416"/>
                  </a:moveTo>
                  <a:lnTo>
                    <a:pt x="2408" y="428"/>
                  </a:lnTo>
                  <a:lnTo>
                    <a:pt x="2414" y="428"/>
                  </a:lnTo>
                  <a:lnTo>
                    <a:pt x="2414" y="422"/>
                  </a:lnTo>
                  <a:lnTo>
                    <a:pt x="2408" y="416"/>
                  </a:lnTo>
                  <a:lnTo>
                    <a:pt x="2408" y="416"/>
                  </a:lnTo>
                  <a:lnTo>
                    <a:pt x="2408" y="416"/>
                  </a:lnTo>
                  <a:close/>
                  <a:moveTo>
                    <a:pt x="2306" y="292"/>
                  </a:moveTo>
                  <a:lnTo>
                    <a:pt x="2300" y="296"/>
                  </a:lnTo>
                  <a:lnTo>
                    <a:pt x="2284" y="296"/>
                  </a:lnTo>
                  <a:lnTo>
                    <a:pt x="2278" y="302"/>
                  </a:lnTo>
                  <a:lnTo>
                    <a:pt x="2272" y="302"/>
                  </a:lnTo>
                  <a:lnTo>
                    <a:pt x="2268" y="296"/>
                  </a:lnTo>
                  <a:lnTo>
                    <a:pt x="2264" y="296"/>
                  </a:lnTo>
                  <a:lnTo>
                    <a:pt x="2264" y="302"/>
                  </a:lnTo>
                  <a:lnTo>
                    <a:pt x="2246" y="302"/>
                  </a:lnTo>
                  <a:lnTo>
                    <a:pt x="2246" y="296"/>
                  </a:lnTo>
                  <a:lnTo>
                    <a:pt x="2252" y="296"/>
                  </a:lnTo>
                  <a:lnTo>
                    <a:pt x="2252" y="292"/>
                  </a:lnTo>
                  <a:lnTo>
                    <a:pt x="2258" y="292"/>
                  </a:lnTo>
                  <a:lnTo>
                    <a:pt x="2258" y="288"/>
                  </a:lnTo>
                  <a:lnTo>
                    <a:pt x="2296" y="288"/>
                  </a:lnTo>
                  <a:lnTo>
                    <a:pt x="2296" y="292"/>
                  </a:lnTo>
                  <a:lnTo>
                    <a:pt x="2306" y="292"/>
                  </a:lnTo>
                  <a:lnTo>
                    <a:pt x="2306" y="292"/>
                  </a:lnTo>
                  <a:lnTo>
                    <a:pt x="2306" y="292"/>
                  </a:lnTo>
                  <a:close/>
                  <a:moveTo>
                    <a:pt x="1314" y="152"/>
                  </a:moveTo>
                  <a:lnTo>
                    <a:pt x="1308" y="152"/>
                  </a:lnTo>
                  <a:lnTo>
                    <a:pt x="1308" y="152"/>
                  </a:lnTo>
                  <a:lnTo>
                    <a:pt x="1304" y="152"/>
                  </a:lnTo>
                  <a:lnTo>
                    <a:pt x="1308" y="152"/>
                  </a:lnTo>
                  <a:lnTo>
                    <a:pt x="1314" y="152"/>
                  </a:lnTo>
                  <a:lnTo>
                    <a:pt x="1314" y="152"/>
                  </a:lnTo>
                  <a:lnTo>
                    <a:pt x="1314" y="152"/>
                  </a:lnTo>
                  <a:lnTo>
                    <a:pt x="1314" y="152"/>
                  </a:lnTo>
                  <a:lnTo>
                    <a:pt x="1314" y="152"/>
                  </a:lnTo>
                  <a:lnTo>
                    <a:pt x="1314" y="152"/>
                  </a:lnTo>
                  <a:lnTo>
                    <a:pt x="1314" y="152"/>
                  </a:lnTo>
                  <a:close/>
                  <a:moveTo>
                    <a:pt x="1466" y="242"/>
                  </a:moveTo>
                  <a:lnTo>
                    <a:pt x="1466" y="238"/>
                  </a:lnTo>
                  <a:lnTo>
                    <a:pt x="1466" y="238"/>
                  </a:lnTo>
                  <a:lnTo>
                    <a:pt x="1466" y="234"/>
                  </a:lnTo>
                  <a:lnTo>
                    <a:pt x="1466" y="228"/>
                  </a:lnTo>
                  <a:lnTo>
                    <a:pt x="1466" y="228"/>
                  </a:lnTo>
                  <a:lnTo>
                    <a:pt x="1466" y="234"/>
                  </a:lnTo>
                  <a:lnTo>
                    <a:pt x="1472" y="234"/>
                  </a:lnTo>
                  <a:lnTo>
                    <a:pt x="1476" y="234"/>
                  </a:lnTo>
                  <a:lnTo>
                    <a:pt x="1472" y="228"/>
                  </a:lnTo>
                  <a:lnTo>
                    <a:pt x="1476" y="228"/>
                  </a:lnTo>
                  <a:lnTo>
                    <a:pt x="1482" y="228"/>
                  </a:lnTo>
                  <a:lnTo>
                    <a:pt x="1482" y="228"/>
                  </a:lnTo>
                  <a:lnTo>
                    <a:pt x="1482" y="228"/>
                  </a:lnTo>
                  <a:lnTo>
                    <a:pt x="1488" y="228"/>
                  </a:lnTo>
                  <a:lnTo>
                    <a:pt x="1488" y="234"/>
                  </a:lnTo>
                  <a:lnTo>
                    <a:pt x="1494" y="228"/>
                  </a:lnTo>
                  <a:lnTo>
                    <a:pt x="1494" y="234"/>
                  </a:lnTo>
                  <a:lnTo>
                    <a:pt x="1494" y="234"/>
                  </a:lnTo>
                  <a:lnTo>
                    <a:pt x="1500" y="234"/>
                  </a:lnTo>
                  <a:lnTo>
                    <a:pt x="1500" y="238"/>
                  </a:lnTo>
                  <a:lnTo>
                    <a:pt x="1494" y="238"/>
                  </a:lnTo>
                  <a:lnTo>
                    <a:pt x="1500" y="238"/>
                  </a:lnTo>
                  <a:lnTo>
                    <a:pt x="1504" y="238"/>
                  </a:lnTo>
                  <a:lnTo>
                    <a:pt x="1504" y="234"/>
                  </a:lnTo>
                  <a:lnTo>
                    <a:pt x="1504" y="234"/>
                  </a:lnTo>
                  <a:lnTo>
                    <a:pt x="1510" y="234"/>
                  </a:lnTo>
                  <a:lnTo>
                    <a:pt x="1504" y="238"/>
                  </a:lnTo>
                  <a:lnTo>
                    <a:pt x="1510" y="238"/>
                  </a:lnTo>
                  <a:lnTo>
                    <a:pt x="1510" y="238"/>
                  </a:lnTo>
                  <a:lnTo>
                    <a:pt x="1510" y="242"/>
                  </a:lnTo>
                  <a:lnTo>
                    <a:pt x="1516" y="242"/>
                  </a:lnTo>
                  <a:lnTo>
                    <a:pt x="1516" y="248"/>
                  </a:lnTo>
                  <a:lnTo>
                    <a:pt x="1510" y="248"/>
                  </a:lnTo>
                  <a:lnTo>
                    <a:pt x="1510" y="248"/>
                  </a:lnTo>
                  <a:lnTo>
                    <a:pt x="1504" y="248"/>
                  </a:lnTo>
                  <a:lnTo>
                    <a:pt x="1510" y="248"/>
                  </a:lnTo>
                  <a:lnTo>
                    <a:pt x="1510" y="254"/>
                  </a:lnTo>
                  <a:lnTo>
                    <a:pt x="1504" y="254"/>
                  </a:lnTo>
                  <a:lnTo>
                    <a:pt x="1504" y="260"/>
                  </a:lnTo>
                  <a:lnTo>
                    <a:pt x="1504" y="260"/>
                  </a:lnTo>
                  <a:lnTo>
                    <a:pt x="1504" y="266"/>
                  </a:lnTo>
                  <a:lnTo>
                    <a:pt x="1504" y="266"/>
                  </a:lnTo>
                  <a:lnTo>
                    <a:pt x="1500" y="266"/>
                  </a:lnTo>
                  <a:lnTo>
                    <a:pt x="1500" y="260"/>
                  </a:lnTo>
                  <a:lnTo>
                    <a:pt x="1494" y="260"/>
                  </a:lnTo>
                  <a:lnTo>
                    <a:pt x="1494" y="260"/>
                  </a:lnTo>
                  <a:lnTo>
                    <a:pt x="1494" y="260"/>
                  </a:lnTo>
                  <a:lnTo>
                    <a:pt x="1488" y="260"/>
                  </a:lnTo>
                  <a:lnTo>
                    <a:pt x="1488" y="254"/>
                  </a:lnTo>
                  <a:lnTo>
                    <a:pt x="1482" y="254"/>
                  </a:lnTo>
                  <a:lnTo>
                    <a:pt x="1482" y="254"/>
                  </a:lnTo>
                  <a:lnTo>
                    <a:pt x="1476" y="254"/>
                  </a:lnTo>
                  <a:lnTo>
                    <a:pt x="1472" y="254"/>
                  </a:lnTo>
                  <a:lnTo>
                    <a:pt x="1466" y="254"/>
                  </a:lnTo>
                  <a:lnTo>
                    <a:pt x="1466" y="248"/>
                  </a:lnTo>
                  <a:lnTo>
                    <a:pt x="1466" y="248"/>
                  </a:lnTo>
                  <a:lnTo>
                    <a:pt x="1462" y="248"/>
                  </a:lnTo>
                  <a:lnTo>
                    <a:pt x="1456" y="248"/>
                  </a:lnTo>
                  <a:lnTo>
                    <a:pt x="1456" y="248"/>
                  </a:lnTo>
                  <a:lnTo>
                    <a:pt x="1456" y="248"/>
                  </a:lnTo>
                  <a:lnTo>
                    <a:pt x="1456" y="248"/>
                  </a:lnTo>
                  <a:lnTo>
                    <a:pt x="1462" y="248"/>
                  </a:lnTo>
                  <a:lnTo>
                    <a:pt x="1466" y="248"/>
                  </a:lnTo>
                  <a:lnTo>
                    <a:pt x="1466" y="248"/>
                  </a:lnTo>
                  <a:lnTo>
                    <a:pt x="1466" y="242"/>
                  </a:lnTo>
                  <a:lnTo>
                    <a:pt x="1466" y="242"/>
                  </a:lnTo>
                  <a:lnTo>
                    <a:pt x="1466" y="242"/>
                  </a:lnTo>
                  <a:lnTo>
                    <a:pt x="1466" y="242"/>
                  </a:lnTo>
                  <a:lnTo>
                    <a:pt x="1466" y="242"/>
                  </a:lnTo>
                  <a:close/>
                  <a:moveTo>
                    <a:pt x="1516" y="248"/>
                  </a:moveTo>
                  <a:lnTo>
                    <a:pt x="1516" y="242"/>
                  </a:lnTo>
                  <a:lnTo>
                    <a:pt x="1510" y="238"/>
                  </a:lnTo>
                  <a:lnTo>
                    <a:pt x="1516" y="238"/>
                  </a:lnTo>
                  <a:lnTo>
                    <a:pt x="1516" y="238"/>
                  </a:lnTo>
                  <a:lnTo>
                    <a:pt x="1516" y="234"/>
                  </a:lnTo>
                  <a:lnTo>
                    <a:pt x="1516" y="234"/>
                  </a:lnTo>
                  <a:lnTo>
                    <a:pt x="1516" y="234"/>
                  </a:lnTo>
                  <a:lnTo>
                    <a:pt x="1520" y="234"/>
                  </a:lnTo>
                  <a:lnTo>
                    <a:pt x="1526" y="238"/>
                  </a:lnTo>
                  <a:lnTo>
                    <a:pt x="1530" y="238"/>
                  </a:lnTo>
                  <a:lnTo>
                    <a:pt x="1530" y="238"/>
                  </a:lnTo>
                  <a:lnTo>
                    <a:pt x="1530" y="238"/>
                  </a:lnTo>
                  <a:lnTo>
                    <a:pt x="1536" y="238"/>
                  </a:lnTo>
                  <a:lnTo>
                    <a:pt x="1542" y="238"/>
                  </a:lnTo>
                  <a:lnTo>
                    <a:pt x="1542" y="238"/>
                  </a:lnTo>
                  <a:lnTo>
                    <a:pt x="1542" y="242"/>
                  </a:lnTo>
                  <a:lnTo>
                    <a:pt x="1542" y="248"/>
                  </a:lnTo>
                  <a:lnTo>
                    <a:pt x="1542" y="242"/>
                  </a:lnTo>
                  <a:lnTo>
                    <a:pt x="1548" y="242"/>
                  </a:lnTo>
                  <a:lnTo>
                    <a:pt x="1548" y="248"/>
                  </a:lnTo>
                  <a:lnTo>
                    <a:pt x="1542" y="248"/>
                  </a:lnTo>
                  <a:lnTo>
                    <a:pt x="1542" y="248"/>
                  </a:lnTo>
                  <a:lnTo>
                    <a:pt x="1536" y="248"/>
                  </a:lnTo>
                  <a:lnTo>
                    <a:pt x="1530" y="248"/>
                  </a:lnTo>
                  <a:lnTo>
                    <a:pt x="1530" y="254"/>
                  </a:lnTo>
                  <a:lnTo>
                    <a:pt x="1530" y="254"/>
                  </a:lnTo>
                  <a:lnTo>
                    <a:pt x="1526" y="254"/>
                  </a:lnTo>
                  <a:lnTo>
                    <a:pt x="1520" y="254"/>
                  </a:lnTo>
                  <a:lnTo>
                    <a:pt x="1516" y="260"/>
                  </a:lnTo>
                  <a:lnTo>
                    <a:pt x="1516" y="260"/>
                  </a:lnTo>
                  <a:lnTo>
                    <a:pt x="1510" y="260"/>
                  </a:lnTo>
                  <a:lnTo>
                    <a:pt x="1510" y="260"/>
                  </a:lnTo>
                  <a:lnTo>
                    <a:pt x="1504" y="260"/>
                  </a:lnTo>
                  <a:lnTo>
                    <a:pt x="1504" y="254"/>
                  </a:lnTo>
                  <a:lnTo>
                    <a:pt x="1510" y="254"/>
                  </a:lnTo>
                  <a:lnTo>
                    <a:pt x="1510" y="248"/>
                  </a:lnTo>
                  <a:lnTo>
                    <a:pt x="1504" y="248"/>
                  </a:lnTo>
                  <a:lnTo>
                    <a:pt x="1510" y="248"/>
                  </a:lnTo>
                  <a:lnTo>
                    <a:pt x="1510" y="248"/>
                  </a:lnTo>
                  <a:lnTo>
                    <a:pt x="1516" y="248"/>
                  </a:lnTo>
                  <a:lnTo>
                    <a:pt x="1516" y="248"/>
                  </a:lnTo>
                  <a:lnTo>
                    <a:pt x="1516" y="248"/>
                  </a:lnTo>
                  <a:lnTo>
                    <a:pt x="1516" y="248"/>
                  </a:lnTo>
                  <a:close/>
                  <a:moveTo>
                    <a:pt x="1520" y="260"/>
                  </a:moveTo>
                  <a:lnTo>
                    <a:pt x="1520" y="254"/>
                  </a:lnTo>
                  <a:lnTo>
                    <a:pt x="1526" y="254"/>
                  </a:lnTo>
                  <a:lnTo>
                    <a:pt x="1530" y="254"/>
                  </a:lnTo>
                  <a:lnTo>
                    <a:pt x="1530" y="254"/>
                  </a:lnTo>
                  <a:lnTo>
                    <a:pt x="1536" y="254"/>
                  </a:lnTo>
                  <a:lnTo>
                    <a:pt x="1542" y="254"/>
                  </a:lnTo>
                  <a:lnTo>
                    <a:pt x="1542" y="254"/>
                  </a:lnTo>
                  <a:lnTo>
                    <a:pt x="1548" y="254"/>
                  </a:lnTo>
                  <a:lnTo>
                    <a:pt x="1554" y="254"/>
                  </a:lnTo>
                  <a:lnTo>
                    <a:pt x="1548" y="260"/>
                  </a:lnTo>
                  <a:lnTo>
                    <a:pt x="1542" y="254"/>
                  </a:lnTo>
                  <a:lnTo>
                    <a:pt x="1542" y="254"/>
                  </a:lnTo>
                  <a:lnTo>
                    <a:pt x="1536" y="254"/>
                  </a:lnTo>
                  <a:lnTo>
                    <a:pt x="1530" y="260"/>
                  </a:lnTo>
                  <a:lnTo>
                    <a:pt x="1530" y="254"/>
                  </a:lnTo>
                  <a:lnTo>
                    <a:pt x="1526" y="260"/>
                  </a:lnTo>
                  <a:lnTo>
                    <a:pt x="1520" y="260"/>
                  </a:lnTo>
                  <a:lnTo>
                    <a:pt x="1520" y="260"/>
                  </a:lnTo>
                  <a:lnTo>
                    <a:pt x="1520" y="260"/>
                  </a:lnTo>
                  <a:lnTo>
                    <a:pt x="1520" y="260"/>
                  </a:lnTo>
                  <a:close/>
                  <a:moveTo>
                    <a:pt x="1516" y="260"/>
                  </a:moveTo>
                  <a:lnTo>
                    <a:pt x="1516" y="260"/>
                  </a:lnTo>
                  <a:lnTo>
                    <a:pt x="1516" y="260"/>
                  </a:lnTo>
                  <a:lnTo>
                    <a:pt x="1520" y="260"/>
                  </a:lnTo>
                  <a:lnTo>
                    <a:pt x="1526" y="260"/>
                  </a:lnTo>
                  <a:lnTo>
                    <a:pt x="1530" y="260"/>
                  </a:lnTo>
                  <a:lnTo>
                    <a:pt x="1530" y="260"/>
                  </a:lnTo>
                  <a:lnTo>
                    <a:pt x="1542" y="260"/>
                  </a:lnTo>
                  <a:lnTo>
                    <a:pt x="1542" y="260"/>
                  </a:lnTo>
                  <a:lnTo>
                    <a:pt x="1548" y="260"/>
                  </a:lnTo>
                  <a:lnTo>
                    <a:pt x="1554" y="260"/>
                  </a:lnTo>
                  <a:lnTo>
                    <a:pt x="1554" y="266"/>
                  </a:lnTo>
                  <a:lnTo>
                    <a:pt x="1554" y="266"/>
                  </a:lnTo>
                  <a:lnTo>
                    <a:pt x="1554" y="270"/>
                  </a:lnTo>
                  <a:lnTo>
                    <a:pt x="1554" y="270"/>
                  </a:lnTo>
                  <a:lnTo>
                    <a:pt x="1548" y="270"/>
                  </a:lnTo>
                  <a:lnTo>
                    <a:pt x="1554" y="270"/>
                  </a:lnTo>
                  <a:lnTo>
                    <a:pt x="1548" y="276"/>
                  </a:lnTo>
                  <a:lnTo>
                    <a:pt x="1542" y="276"/>
                  </a:lnTo>
                  <a:lnTo>
                    <a:pt x="1542" y="276"/>
                  </a:lnTo>
                  <a:lnTo>
                    <a:pt x="1542" y="270"/>
                  </a:lnTo>
                  <a:lnTo>
                    <a:pt x="1536" y="270"/>
                  </a:lnTo>
                  <a:lnTo>
                    <a:pt x="1536" y="266"/>
                  </a:lnTo>
                  <a:lnTo>
                    <a:pt x="1530" y="266"/>
                  </a:lnTo>
                  <a:lnTo>
                    <a:pt x="1530" y="266"/>
                  </a:lnTo>
                  <a:lnTo>
                    <a:pt x="1530" y="260"/>
                  </a:lnTo>
                  <a:lnTo>
                    <a:pt x="1526" y="260"/>
                  </a:lnTo>
                  <a:lnTo>
                    <a:pt x="1520" y="260"/>
                  </a:lnTo>
                  <a:lnTo>
                    <a:pt x="1516" y="260"/>
                  </a:lnTo>
                  <a:lnTo>
                    <a:pt x="1516" y="260"/>
                  </a:lnTo>
                  <a:lnTo>
                    <a:pt x="1516" y="260"/>
                  </a:lnTo>
                  <a:lnTo>
                    <a:pt x="1516" y="260"/>
                  </a:lnTo>
                  <a:lnTo>
                    <a:pt x="1516" y="260"/>
                  </a:lnTo>
                  <a:close/>
                  <a:moveTo>
                    <a:pt x="1998" y="302"/>
                  </a:moveTo>
                  <a:lnTo>
                    <a:pt x="1992" y="302"/>
                  </a:lnTo>
                  <a:lnTo>
                    <a:pt x="1998" y="302"/>
                  </a:lnTo>
                  <a:lnTo>
                    <a:pt x="1998" y="302"/>
                  </a:lnTo>
                  <a:lnTo>
                    <a:pt x="1998" y="302"/>
                  </a:lnTo>
                  <a:lnTo>
                    <a:pt x="1998" y="302"/>
                  </a:lnTo>
                  <a:close/>
                  <a:moveTo>
                    <a:pt x="562" y="348"/>
                  </a:moveTo>
                  <a:lnTo>
                    <a:pt x="556" y="348"/>
                  </a:lnTo>
                  <a:lnTo>
                    <a:pt x="550" y="348"/>
                  </a:lnTo>
                  <a:lnTo>
                    <a:pt x="550" y="342"/>
                  </a:lnTo>
                  <a:lnTo>
                    <a:pt x="550" y="348"/>
                  </a:lnTo>
                  <a:lnTo>
                    <a:pt x="556" y="348"/>
                  </a:lnTo>
                  <a:lnTo>
                    <a:pt x="562" y="348"/>
                  </a:lnTo>
                  <a:lnTo>
                    <a:pt x="562" y="348"/>
                  </a:lnTo>
                  <a:lnTo>
                    <a:pt x="562" y="348"/>
                  </a:lnTo>
                  <a:lnTo>
                    <a:pt x="562" y="348"/>
                  </a:lnTo>
                  <a:lnTo>
                    <a:pt x="562" y="348"/>
                  </a:lnTo>
                  <a:close/>
                  <a:moveTo>
                    <a:pt x="14" y="672"/>
                  </a:moveTo>
                  <a:lnTo>
                    <a:pt x="20" y="672"/>
                  </a:lnTo>
                  <a:lnTo>
                    <a:pt x="14" y="672"/>
                  </a:lnTo>
                  <a:lnTo>
                    <a:pt x="14" y="676"/>
                  </a:lnTo>
                  <a:lnTo>
                    <a:pt x="14" y="676"/>
                  </a:lnTo>
                  <a:lnTo>
                    <a:pt x="14" y="682"/>
                  </a:lnTo>
                  <a:lnTo>
                    <a:pt x="14" y="682"/>
                  </a:lnTo>
                  <a:lnTo>
                    <a:pt x="20" y="682"/>
                  </a:lnTo>
                  <a:lnTo>
                    <a:pt x="26" y="682"/>
                  </a:lnTo>
                  <a:lnTo>
                    <a:pt x="26" y="676"/>
                  </a:lnTo>
                  <a:lnTo>
                    <a:pt x="20" y="672"/>
                  </a:lnTo>
                  <a:lnTo>
                    <a:pt x="26" y="672"/>
                  </a:lnTo>
                  <a:lnTo>
                    <a:pt x="26" y="672"/>
                  </a:lnTo>
                  <a:lnTo>
                    <a:pt x="36" y="676"/>
                  </a:lnTo>
                  <a:lnTo>
                    <a:pt x="36" y="676"/>
                  </a:lnTo>
                  <a:lnTo>
                    <a:pt x="42" y="676"/>
                  </a:lnTo>
                  <a:lnTo>
                    <a:pt x="48" y="682"/>
                  </a:lnTo>
                  <a:lnTo>
                    <a:pt x="48" y="682"/>
                  </a:lnTo>
                  <a:lnTo>
                    <a:pt x="42" y="682"/>
                  </a:lnTo>
                  <a:lnTo>
                    <a:pt x="42" y="688"/>
                  </a:lnTo>
                  <a:lnTo>
                    <a:pt x="42" y="692"/>
                  </a:lnTo>
                  <a:lnTo>
                    <a:pt x="36" y="692"/>
                  </a:lnTo>
                  <a:lnTo>
                    <a:pt x="36" y="692"/>
                  </a:lnTo>
                  <a:lnTo>
                    <a:pt x="30" y="692"/>
                  </a:lnTo>
                  <a:lnTo>
                    <a:pt x="26" y="692"/>
                  </a:lnTo>
                  <a:lnTo>
                    <a:pt x="26" y="692"/>
                  </a:lnTo>
                  <a:lnTo>
                    <a:pt x="20" y="692"/>
                  </a:lnTo>
                  <a:lnTo>
                    <a:pt x="14" y="692"/>
                  </a:lnTo>
                  <a:lnTo>
                    <a:pt x="14" y="692"/>
                  </a:lnTo>
                  <a:lnTo>
                    <a:pt x="10" y="692"/>
                  </a:lnTo>
                  <a:lnTo>
                    <a:pt x="4" y="692"/>
                  </a:lnTo>
                  <a:lnTo>
                    <a:pt x="0" y="692"/>
                  </a:lnTo>
                  <a:lnTo>
                    <a:pt x="0" y="688"/>
                  </a:lnTo>
                  <a:lnTo>
                    <a:pt x="4" y="688"/>
                  </a:lnTo>
                  <a:lnTo>
                    <a:pt x="10" y="688"/>
                  </a:lnTo>
                  <a:lnTo>
                    <a:pt x="10" y="682"/>
                  </a:lnTo>
                  <a:lnTo>
                    <a:pt x="4" y="682"/>
                  </a:lnTo>
                  <a:lnTo>
                    <a:pt x="0" y="682"/>
                  </a:lnTo>
                  <a:lnTo>
                    <a:pt x="4" y="682"/>
                  </a:lnTo>
                  <a:lnTo>
                    <a:pt x="4" y="682"/>
                  </a:lnTo>
                  <a:lnTo>
                    <a:pt x="4" y="676"/>
                  </a:lnTo>
                  <a:lnTo>
                    <a:pt x="4" y="682"/>
                  </a:lnTo>
                  <a:lnTo>
                    <a:pt x="10" y="682"/>
                  </a:lnTo>
                  <a:lnTo>
                    <a:pt x="14" y="682"/>
                  </a:lnTo>
                  <a:lnTo>
                    <a:pt x="14" y="676"/>
                  </a:lnTo>
                  <a:lnTo>
                    <a:pt x="14" y="676"/>
                  </a:lnTo>
                  <a:lnTo>
                    <a:pt x="14" y="672"/>
                  </a:lnTo>
                  <a:lnTo>
                    <a:pt x="14" y="672"/>
                  </a:lnTo>
                  <a:lnTo>
                    <a:pt x="14" y="672"/>
                  </a:lnTo>
                  <a:lnTo>
                    <a:pt x="14" y="672"/>
                  </a:lnTo>
                  <a:close/>
                  <a:moveTo>
                    <a:pt x="0" y="688"/>
                  </a:moveTo>
                  <a:lnTo>
                    <a:pt x="0" y="688"/>
                  </a:lnTo>
                  <a:lnTo>
                    <a:pt x="0" y="688"/>
                  </a:lnTo>
                  <a:lnTo>
                    <a:pt x="0" y="688"/>
                  </a:lnTo>
                  <a:lnTo>
                    <a:pt x="0" y="688"/>
                  </a:lnTo>
                  <a:lnTo>
                    <a:pt x="0" y="688"/>
                  </a:lnTo>
                  <a:close/>
                  <a:moveTo>
                    <a:pt x="600" y="6"/>
                  </a:moveTo>
                  <a:lnTo>
                    <a:pt x="604" y="6"/>
                  </a:lnTo>
                  <a:lnTo>
                    <a:pt x="610" y="0"/>
                  </a:lnTo>
                  <a:lnTo>
                    <a:pt x="610" y="6"/>
                  </a:lnTo>
                  <a:lnTo>
                    <a:pt x="610" y="6"/>
                  </a:lnTo>
                  <a:lnTo>
                    <a:pt x="610" y="0"/>
                  </a:lnTo>
                  <a:lnTo>
                    <a:pt x="616" y="0"/>
                  </a:lnTo>
                  <a:lnTo>
                    <a:pt x="622" y="0"/>
                  </a:lnTo>
                  <a:lnTo>
                    <a:pt x="622" y="6"/>
                  </a:lnTo>
                  <a:lnTo>
                    <a:pt x="622" y="6"/>
                  </a:lnTo>
                  <a:lnTo>
                    <a:pt x="622" y="12"/>
                  </a:lnTo>
                  <a:lnTo>
                    <a:pt x="616" y="6"/>
                  </a:lnTo>
                  <a:lnTo>
                    <a:pt x="610" y="6"/>
                  </a:lnTo>
                  <a:lnTo>
                    <a:pt x="610" y="6"/>
                  </a:lnTo>
                  <a:lnTo>
                    <a:pt x="604" y="6"/>
                  </a:lnTo>
                  <a:lnTo>
                    <a:pt x="600" y="6"/>
                  </a:lnTo>
                  <a:lnTo>
                    <a:pt x="600" y="6"/>
                  </a:lnTo>
                  <a:lnTo>
                    <a:pt x="600" y="6"/>
                  </a:lnTo>
                  <a:lnTo>
                    <a:pt x="600" y="6"/>
                  </a:lnTo>
                  <a:close/>
                  <a:moveTo>
                    <a:pt x="546" y="6"/>
                  </a:moveTo>
                  <a:lnTo>
                    <a:pt x="550" y="6"/>
                  </a:lnTo>
                  <a:lnTo>
                    <a:pt x="550" y="6"/>
                  </a:lnTo>
                  <a:lnTo>
                    <a:pt x="550" y="12"/>
                  </a:lnTo>
                  <a:lnTo>
                    <a:pt x="550" y="12"/>
                  </a:lnTo>
                  <a:lnTo>
                    <a:pt x="546" y="12"/>
                  </a:lnTo>
                  <a:lnTo>
                    <a:pt x="546" y="6"/>
                  </a:lnTo>
                  <a:lnTo>
                    <a:pt x="546" y="6"/>
                  </a:lnTo>
                  <a:lnTo>
                    <a:pt x="546" y="6"/>
                  </a:lnTo>
                  <a:lnTo>
                    <a:pt x="546" y="6"/>
                  </a:lnTo>
                  <a:close/>
                  <a:moveTo>
                    <a:pt x="596" y="6"/>
                  </a:moveTo>
                  <a:lnTo>
                    <a:pt x="600" y="6"/>
                  </a:lnTo>
                  <a:lnTo>
                    <a:pt x="600" y="12"/>
                  </a:lnTo>
                  <a:lnTo>
                    <a:pt x="600" y="12"/>
                  </a:lnTo>
                  <a:lnTo>
                    <a:pt x="596" y="6"/>
                  </a:lnTo>
                  <a:lnTo>
                    <a:pt x="596" y="6"/>
                  </a:lnTo>
                  <a:lnTo>
                    <a:pt x="596" y="6"/>
                  </a:lnTo>
                  <a:lnTo>
                    <a:pt x="596" y="6"/>
                  </a:lnTo>
                  <a:close/>
                  <a:moveTo>
                    <a:pt x="550" y="12"/>
                  </a:moveTo>
                  <a:lnTo>
                    <a:pt x="550" y="12"/>
                  </a:lnTo>
                  <a:lnTo>
                    <a:pt x="556" y="12"/>
                  </a:lnTo>
                  <a:lnTo>
                    <a:pt x="562" y="12"/>
                  </a:lnTo>
                  <a:lnTo>
                    <a:pt x="562" y="16"/>
                  </a:lnTo>
                  <a:lnTo>
                    <a:pt x="556" y="16"/>
                  </a:lnTo>
                  <a:lnTo>
                    <a:pt x="550" y="16"/>
                  </a:lnTo>
                  <a:lnTo>
                    <a:pt x="550" y="16"/>
                  </a:lnTo>
                  <a:lnTo>
                    <a:pt x="550" y="12"/>
                  </a:lnTo>
                  <a:lnTo>
                    <a:pt x="550" y="12"/>
                  </a:lnTo>
                  <a:lnTo>
                    <a:pt x="550" y="12"/>
                  </a:lnTo>
                  <a:lnTo>
                    <a:pt x="550" y="12"/>
                  </a:lnTo>
                  <a:close/>
                  <a:moveTo>
                    <a:pt x="492" y="16"/>
                  </a:moveTo>
                  <a:lnTo>
                    <a:pt x="486" y="12"/>
                  </a:lnTo>
                  <a:lnTo>
                    <a:pt x="492" y="12"/>
                  </a:lnTo>
                  <a:lnTo>
                    <a:pt x="492" y="16"/>
                  </a:lnTo>
                  <a:lnTo>
                    <a:pt x="492" y="16"/>
                  </a:lnTo>
                  <a:lnTo>
                    <a:pt x="492" y="16"/>
                  </a:lnTo>
                  <a:lnTo>
                    <a:pt x="492" y="16"/>
                  </a:lnTo>
                  <a:lnTo>
                    <a:pt x="492" y="16"/>
                  </a:lnTo>
                  <a:lnTo>
                    <a:pt x="492" y="16"/>
                  </a:lnTo>
                  <a:close/>
                  <a:moveTo>
                    <a:pt x="568" y="16"/>
                  </a:moveTo>
                  <a:lnTo>
                    <a:pt x="572" y="16"/>
                  </a:lnTo>
                  <a:lnTo>
                    <a:pt x="572" y="16"/>
                  </a:lnTo>
                  <a:lnTo>
                    <a:pt x="578" y="16"/>
                  </a:lnTo>
                  <a:lnTo>
                    <a:pt x="572" y="16"/>
                  </a:lnTo>
                  <a:lnTo>
                    <a:pt x="572" y="16"/>
                  </a:lnTo>
                  <a:lnTo>
                    <a:pt x="568" y="16"/>
                  </a:lnTo>
                  <a:lnTo>
                    <a:pt x="568" y="16"/>
                  </a:lnTo>
                  <a:lnTo>
                    <a:pt x="568" y="16"/>
                  </a:lnTo>
                  <a:lnTo>
                    <a:pt x="568" y="16"/>
                  </a:lnTo>
                  <a:close/>
                  <a:moveTo>
                    <a:pt x="530" y="20"/>
                  </a:moveTo>
                  <a:lnTo>
                    <a:pt x="536" y="16"/>
                  </a:lnTo>
                  <a:lnTo>
                    <a:pt x="536" y="16"/>
                  </a:lnTo>
                  <a:lnTo>
                    <a:pt x="540" y="16"/>
                  </a:lnTo>
                  <a:lnTo>
                    <a:pt x="540" y="20"/>
                  </a:lnTo>
                  <a:lnTo>
                    <a:pt x="536" y="20"/>
                  </a:lnTo>
                  <a:lnTo>
                    <a:pt x="536" y="20"/>
                  </a:lnTo>
                  <a:lnTo>
                    <a:pt x="530" y="20"/>
                  </a:lnTo>
                  <a:lnTo>
                    <a:pt x="524" y="20"/>
                  </a:lnTo>
                  <a:lnTo>
                    <a:pt x="530" y="20"/>
                  </a:lnTo>
                  <a:lnTo>
                    <a:pt x="530" y="20"/>
                  </a:lnTo>
                  <a:lnTo>
                    <a:pt x="530" y="20"/>
                  </a:lnTo>
                  <a:lnTo>
                    <a:pt x="530" y="20"/>
                  </a:lnTo>
                  <a:close/>
                  <a:moveTo>
                    <a:pt x="1006" y="26"/>
                  </a:moveTo>
                  <a:lnTo>
                    <a:pt x="1006" y="26"/>
                  </a:lnTo>
                  <a:lnTo>
                    <a:pt x="994" y="20"/>
                  </a:lnTo>
                  <a:lnTo>
                    <a:pt x="990" y="20"/>
                  </a:lnTo>
                  <a:lnTo>
                    <a:pt x="994" y="20"/>
                  </a:lnTo>
                  <a:lnTo>
                    <a:pt x="994" y="16"/>
                  </a:lnTo>
                  <a:lnTo>
                    <a:pt x="1000" y="16"/>
                  </a:lnTo>
                  <a:lnTo>
                    <a:pt x="1006" y="16"/>
                  </a:lnTo>
                  <a:lnTo>
                    <a:pt x="1006" y="16"/>
                  </a:lnTo>
                  <a:lnTo>
                    <a:pt x="1012" y="16"/>
                  </a:lnTo>
                  <a:lnTo>
                    <a:pt x="1018" y="20"/>
                  </a:lnTo>
                  <a:lnTo>
                    <a:pt x="1018" y="20"/>
                  </a:lnTo>
                  <a:lnTo>
                    <a:pt x="1018" y="20"/>
                  </a:lnTo>
                  <a:lnTo>
                    <a:pt x="1018" y="26"/>
                  </a:lnTo>
                  <a:lnTo>
                    <a:pt x="1012" y="26"/>
                  </a:lnTo>
                  <a:lnTo>
                    <a:pt x="1006" y="26"/>
                  </a:lnTo>
                  <a:lnTo>
                    <a:pt x="1006" y="26"/>
                  </a:lnTo>
                  <a:lnTo>
                    <a:pt x="1006" y="26"/>
                  </a:lnTo>
                  <a:lnTo>
                    <a:pt x="1006" y="26"/>
                  </a:lnTo>
                  <a:close/>
                  <a:moveTo>
                    <a:pt x="556" y="16"/>
                  </a:moveTo>
                  <a:lnTo>
                    <a:pt x="562" y="16"/>
                  </a:lnTo>
                  <a:lnTo>
                    <a:pt x="562" y="16"/>
                  </a:lnTo>
                  <a:lnTo>
                    <a:pt x="562" y="20"/>
                  </a:lnTo>
                  <a:lnTo>
                    <a:pt x="568" y="20"/>
                  </a:lnTo>
                  <a:lnTo>
                    <a:pt x="562" y="20"/>
                  </a:lnTo>
                  <a:lnTo>
                    <a:pt x="556" y="20"/>
                  </a:lnTo>
                  <a:lnTo>
                    <a:pt x="556" y="16"/>
                  </a:lnTo>
                  <a:lnTo>
                    <a:pt x="556" y="16"/>
                  </a:lnTo>
                  <a:lnTo>
                    <a:pt x="556" y="16"/>
                  </a:lnTo>
                  <a:lnTo>
                    <a:pt x="556" y="16"/>
                  </a:lnTo>
                  <a:close/>
                  <a:moveTo>
                    <a:pt x="432" y="26"/>
                  </a:moveTo>
                  <a:lnTo>
                    <a:pt x="438" y="26"/>
                  </a:lnTo>
                  <a:lnTo>
                    <a:pt x="432" y="26"/>
                  </a:lnTo>
                  <a:lnTo>
                    <a:pt x="432" y="20"/>
                  </a:lnTo>
                  <a:lnTo>
                    <a:pt x="438" y="20"/>
                  </a:lnTo>
                  <a:lnTo>
                    <a:pt x="442" y="20"/>
                  </a:lnTo>
                  <a:lnTo>
                    <a:pt x="442" y="26"/>
                  </a:lnTo>
                  <a:lnTo>
                    <a:pt x="438" y="26"/>
                  </a:lnTo>
                  <a:lnTo>
                    <a:pt x="432" y="26"/>
                  </a:lnTo>
                  <a:lnTo>
                    <a:pt x="432" y="26"/>
                  </a:lnTo>
                  <a:lnTo>
                    <a:pt x="432" y="26"/>
                  </a:lnTo>
                  <a:lnTo>
                    <a:pt x="432" y="26"/>
                  </a:lnTo>
                  <a:close/>
                  <a:moveTo>
                    <a:pt x="546" y="20"/>
                  </a:moveTo>
                  <a:lnTo>
                    <a:pt x="550" y="20"/>
                  </a:lnTo>
                  <a:lnTo>
                    <a:pt x="550" y="20"/>
                  </a:lnTo>
                  <a:lnTo>
                    <a:pt x="550" y="20"/>
                  </a:lnTo>
                  <a:lnTo>
                    <a:pt x="546" y="20"/>
                  </a:lnTo>
                  <a:lnTo>
                    <a:pt x="546" y="20"/>
                  </a:lnTo>
                  <a:lnTo>
                    <a:pt x="546" y="20"/>
                  </a:lnTo>
                  <a:lnTo>
                    <a:pt x="546" y="20"/>
                  </a:lnTo>
                  <a:close/>
                  <a:moveTo>
                    <a:pt x="572" y="26"/>
                  </a:moveTo>
                  <a:lnTo>
                    <a:pt x="572" y="26"/>
                  </a:lnTo>
                  <a:lnTo>
                    <a:pt x="578" y="20"/>
                  </a:lnTo>
                  <a:lnTo>
                    <a:pt x="584" y="20"/>
                  </a:lnTo>
                  <a:lnTo>
                    <a:pt x="584" y="20"/>
                  </a:lnTo>
                  <a:lnTo>
                    <a:pt x="590" y="20"/>
                  </a:lnTo>
                  <a:lnTo>
                    <a:pt x="596" y="20"/>
                  </a:lnTo>
                  <a:lnTo>
                    <a:pt x="596" y="26"/>
                  </a:lnTo>
                  <a:lnTo>
                    <a:pt x="590" y="26"/>
                  </a:lnTo>
                  <a:lnTo>
                    <a:pt x="584" y="26"/>
                  </a:lnTo>
                  <a:lnTo>
                    <a:pt x="584" y="26"/>
                  </a:lnTo>
                  <a:lnTo>
                    <a:pt x="578" y="26"/>
                  </a:lnTo>
                  <a:lnTo>
                    <a:pt x="572" y="26"/>
                  </a:lnTo>
                  <a:lnTo>
                    <a:pt x="572" y="26"/>
                  </a:lnTo>
                  <a:lnTo>
                    <a:pt x="572" y="26"/>
                  </a:lnTo>
                  <a:lnTo>
                    <a:pt x="572" y="26"/>
                  </a:lnTo>
                  <a:lnTo>
                    <a:pt x="572" y="26"/>
                  </a:lnTo>
                  <a:close/>
                  <a:moveTo>
                    <a:pt x="512" y="20"/>
                  </a:moveTo>
                  <a:lnTo>
                    <a:pt x="518" y="20"/>
                  </a:lnTo>
                  <a:lnTo>
                    <a:pt x="524" y="20"/>
                  </a:lnTo>
                  <a:lnTo>
                    <a:pt x="524" y="20"/>
                  </a:lnTo>
                  <a:lnTo>
                    <a:pt x="524" y="26"/>
                  </a:lnTo>
                  <a:lnTo>
                    <a:pt x="530" y="26"/>
                  </a:lnTo>
                  <a:lnTo>
                    <a:pt x="536" y="26"/>
                  </a:lnTo>
                  <a:lnTo>
                    <a:pt x="536" y="26"/>
                  </a:lnTo>
                  <a:lnTo>
                    <a:pt x="540" y="26"/>
                  </a:lnTo>
                  <a:lnTo>
                    <a:pt x="546" y="26"/>
                  </a:lnTo>
                  <a:lnTo>
                    <a:pt x="540" y="26"/>
                  </a:lnTo>
                  <a:lnTo>
                    <a:pt x="536" y="26"/>
                  </a:lnTo>
                  <a:lnTo>
                    <a:pt x="536" y="26"/>
                  </a:lnTo>
                  <a:lnTo>
                    <a:pt x="530" y="26"/>
                  </a:lnTo>
                  <a:lnTo>
                    <a:pt x="524" y="26"/>
                  </a:lnTo>
                  <a:lnTo>
                    <a:pt x="524" y="26"/>
                  </a:lnTo>
                  <a:lnTo>
                    <a:pt x="518" y="26"/>
                  </a:lnTo>
                  <a:lnTo>
                    <a:pt x="512" y="26"/>
                  </a:lnTo>
                  <a:lnTo>
                    <a:pt x="512" y="20"/>
                  </a:lnTo>
                  <a:lnTo>
                    <a:pt x="512" y="20"/>
                  </a:lnTo>
                  <a:lnTo>
                    <a:pt x="512" y="20"/>
                  </a:lnTo>
                  <a:lnTo>
                    <a:pt x="512" y="20"/>
                  </a:lnTo>
                  <a:close/>
                  <a:moveTo>
                    <a:pt x="540" y="26"/>
                  </a:moveTo>
                  <a:lnTo>
                    <a:pt x="536" y="26"/>
                  </a:lnTo>
                  <a:lnTo>
                    <a:pt x="540" y="20"/>
                  </a:lnTo>
                  <a:lnTo>
                    <a:pt x="546" y="20"/>
                  </a:lnTo>
                  <a:lnTo>
                    <a:pt x="550" y="20"/>
                  </a:lnTo>
                  <a:lnTo>
                    <a:pt x="550" y="26"/>
                  </a:lnTo>
                  <a:lnTo>
                    <a:pt x="550" y="26"/>
                  </a:lnTo>
                  <a:lnTo>
                    <a:pt x="550" y="26"/>
                  </a:lnTo>
                  <a:lnTo>
                    <a:pt x="546" y="26"/>
                  </a:lnTo>
                  <a:lnTo>
                    <a:pt x="546" y="26"/>
                  </a:lnTo>
                  <a:lnTo>
                    <a:pt x="540" y="26"/>
                  </a:lnTo>
                  <a:lnTo>
                    <a:pt x="540" y="26"/>
                  </a:lnTo>
                  <a:lnTo>
                    <a:pt x="540" y="26"/>
                  </a:lnTo>
                  <a:lnTo>
                    <a:pt x="540" y="26"/>
                  </a:lnTo>
                  <a:close/>
                  <a:moveTo>
                    <a:pt x="844" y="26"/>
                  </a:moveTo>
                  <a:lnTo>
                    <a:pt x="850" y="26"/>
                  </a:lnTo>
                  <a:lnTo>
                    <a:pt x="850" y="26"/>
                  </a:lnTo>
                  <a:lnTo>
                    <a:pt x="850" y="26"/>
                  </a:lnTo>
                  <a:lnTo>
                    <a:pt x="850" y="26"/>
                  </a:lnTo>
                  <a:lnTo>
                    <a:pt x="854" y="26"/>
                  </a:lnTo>
                  <a:lnTo>
                    <a:pt x="860" y="26"/>
                  </a:lnTo>
                  <a:lnTo>
                    <a:pt x="854" y="32"/>
                  </a:lnTo>
                  <a:lnTo>
                    <a:pt x="850" y="32"/>
                  </a:lnTo>
                  <a:lnTo>
                    <a:pt x="844" y="32"/>
                  </a:lnTo>
                  <a:lnTo>
                    <a:pt x="838" y="32"/>
                  </a:lnTo>
                  <a:lnTo>
                    <a:pt x="838" y="26"/>
                  </a:lnTo>
                  <a:lnTo>
                    <a:pt x="844" y="26"/>
                  </a:lnTo>
                  <a:lnTo>
                    <a:pt x="844" y="26"/>
                  </a:lnTo>
                  <a:lnTo>
                    <a:pt x="844" y="26"/>
                  </a:lnTo>
                  <a:lnTo>
                    <a:pt x="844" y="26"/>
                  </a:lnTo>
                  <a:close/>
                  <a:moveTo>
                    <a:pt x="540" y="32"/>
                  </a:moveTo>
                  <a:lnTo>
                    <a:pt x="540" y="26"/>
                  </a:lnTo>
                  <a:lnTo>
                    <a:pt x="546" y="26"/>
                  </a:lnTo>
                  <a:lnTo>
                    <a:pt x="550" y="26"/>
                  </a:lnTo>
                  <a:lnTo>
                    <a:pt x="550" y="26"/>
                  </a:lnTo>
                  <a:lnTo>
                    <a:pt x="556" y="26"/>
                  </a:lnTo>
                  <a:lnTo>
                    <a:pt x="556" y="32"/>
                  </a:lnTo>
                  <a:lnTo>
                    <a:pt x="550" y="32"/>
                  </a:lnTo>
                  <a:lnTo>
                    <a:pt x="550" y="32"/>
                  </a:lnTo>
                  <a:lnTo>
                    <a:pt x="546" y="32"/>
                  </a:lnTo>
                  <a:lnTo>
                    <a:pt x="540" y="32"/>
                  </a:lnTo>
                  <a:lnTo>
                    <a:pt x="536" y="32"/>
                  </a:lnTo>
                  <a:lnTo>
                    <a:pt x="540" y="32"/>
                  </a:lnTo>
                  <a:lnTo>
                    <a:pt x="540" y="32"/>
                  </a:lnTo>
                  <a:lnTo>
                    <a:pt x="540" y="32"/>
                  </a:lnTo>
                  <a:lnTo>
                    <a:pt x="540" y="32"/>
                  </a:lnTo>
                  <a:close/>
                  <a:moveTo>
                    <a:pt x="486" y="32"/>
                  </a:moveTo>
                  <a:lnTo>
                    <a:pt x="486" y="26"/>
                  </a:lnTo>
                  <a:lnTo>
                    <a:pt x="492" y="26"/>
                  </a:lnTo>
                  <a:lnTo>
                    <a:pt x="492" y="26"/>
                  </a:lnTo>
                  <a:lnTo>
                    <a:pt x="496" y="26"/>
                  </a:lnTo>
                  <a:lnTo>
                    <a:pt x="502" y="26"/>
                  </a:lnTo>
                  <a:lnTo>
                    <a:pt x="502" y="26"/>
                  </a:lnTo>
                  <a:lnTo>
                    <a:pt x="508" y="32"/>
                  </a:lnTo>
                  <a:lnTo>
                    <a:pt x="512" y="32"/>
                  </a:lnTo>
                  <a:lnTo>
                    <a:pt x="508" y="32"/>
                  </a:lnTo>
                  <a:lnTo>
                    <a:pt x="502" y="32"/>
                  </a:lnTo>
                  <a:lnTo>
                    <a:pt x="502" y="32"/>
                  </a:lnTo>
                  <a:lnTo>
                    <a:pt x="496" y="32"/>
                  </a:lnTo>
                  <a:lnTo>
                    <a:pt x="492" y="32"/>
                  </a:lnTo>
                  <a:lnTo>
                    <a:pt x="496" y="32"/>
                  </a:lnTo>
                  <a:lnTo>
                    <a:pt x="492" y="32"/>
                  </a:lnTo>
                  <a:lnTo>
                    <a:pt x="492" y="32"/>
                  </a:lnTo>
                  <a:lnTo>
                    <a:pt x="486" y="32"/>
                  </a:lnTo>
                  <a:lnTo>
                    <a:pt x="486" y="32"/>
                  </a:lnTo>
                  <a:lnTo>
                    <a:pt x="486" y="32"/>
                  </a:lnTo>
                  <a:lnTo>
                    <a:pt x="486" y="32"/>
                  </a:lnTo>
                  <a:close/>
                  <a:moveTo>
                    <a:pt x="508" y="32"/>
                  </a:moveTo>
                  <a:lnTo>
                    <a:pt x="512" y="32"/>
                  </a:lnTo>
                  <a:lnTo>
                    <a:pt x="518" y="32"/>
                  </a:lnTo>
                  <a:lnTo>
                    <a:pt x="524" y="32"/>
                  </a:lnTo>
                  <a:lnTo>
                    <a:pt x="524" y="38"/>
                  </a:lnTo>
                  <a:lnTo>
                    <a:pt x="524" y="38"/>
                  </a:lnTo>
                  <a:lnTo>
                    <a:pt x="518" y="38"/>
                  </a:lnTo>
                  <a:lnTo>
                    <a:pt x="512" y="38"/>
                  </a:lnTo>
                  <a:lnTo>
                    <a:pt x="512" y="38"/>
                  </a:lnTo>
                  <a:lnTo>
                    <a:pt x="508" y="38"/>
                  </a:lnTo>
                  <a:lnTo>
                    <a:pt x="502" y="38"/>
                  </a:lnTo>
                  <a:lnTo>
                    <a:pt x="502" y="32"/>
                  </a:lnTo>
                  <a:lnTo>
                    <a:pt x="508" y="32"/>
                  </a:lnTo>
                  <a:lnTo>
                    <a:pt x="508" y="32"/>
                  </a:lnTo>
                  <a:lnTo>
                    <a:pt x="508" y="32"/>
                  </a:lnTo>
                  <a:lnTo>
                    <a:pt x="508" y="32"/>
                  </a:lnTo>
                  <a:close/>
                  <a:moveTo>
                    <a:pt x="476" y="38"/>
                  </a:moveTo>
                  <a:lnTo>
                    <a:pt x="476" y="38"/>
                  </a:lnTo>
                  <a:lnTo>
                    <a:pt x="476" y="38"/>
                  </a:lnTo>
                  <a:lnTo>
                    <a:pt x="476" y="38"/>
                  </a:lnTo>
                  <a:lnTo>
                    <a:pt x="476" y="38"/>
                  </a:lnTo>
                  <a:lnTo>
                    <a:pt x="476" y="38"/>
                  </a:lnTo>
                  <a:lnTo>
                    <a:pt x="476" y="38"/>
                  </a:lnTo>
                  <a:lnTo>
                    <a:pt x="476" y="38"/>
                  </a:lnTo>
                  <a:close/>
                  <a:moveTo>
                    <a:pt x="550" y="38"/>
                  </a:moveTo>
                  <a:lnTo>
                    <a:pt x="550" y="38"/>
                  </a:lnTo>
                  <a:lnTo>
                    <a:pt x="550" y="38"/>
                  </a:lnTo>
                  <a:lnTo>
                    <a:pt x="550" y="38"/>
                  </a:lnTo>
                  <a:lnTo>
                    <a:pt x="550" y="38"/>
                  </a:lnTo>
                  <a:lnTo>
                    <a:pt x="550" y="38"/>
                  </a:lnTo>
                  <a:close/>
                  <a:moveTo>
                    <a:pt x="530" y="38"/>
                  </a:moveTo>
                  <a:lnTo>
                    <a:pt x="536" y="38"/>
                  </a:lnTo>
                  <a:lnTo>
                    <a:pt x="536" y="38"/>
                  </a:lnTo>
                  <a:lnTo>
                    <a:pt x="540" y="38"/>
                  </a:lnTo>
                  <a:lnTo>
                    <a:pt x="540" y="38"/>
                  </a:lnTo>
                  <a:lnTo>
                    <a:pt x="536" y="38"/>
                  </a:lnTo>
                  <a:lnTo>
                    <a:pt x="536" y="38"/>
                  </a:lnTo>
                  <a:lnTo>
                    <a:pt x="530" y="38"/>
                  </a:lnTo>
                  <a:lnTo>
                    <a:pt x="530" y="38"/>
                  </a:lnTo>
                  <a:lnTo>
                    <a:pt x="530" y="38"/>
                  </a:lnTo>
                  <a:lnTo>
                    <a:pt x="530" y="38"/>
                  </a:lnTo>
                  <a:close/>
                  <a:moveTo>
                    <a:pt x="482" y="38"/>
                  </a:moveTo>
                  <a:lnTo>
                    <a:pt x="486" y="38"/>
                  </a:lnTo>
                  <a:lnTo>
                    <a:pt x="482" y="38"/>
                  </a:lnTo>
                  <a:lnTo>
                    <a:pt x="482" y="38"/>
                  </a:lnTo>
                  <a:lnTo>
                    <a:pt x="486" y="38"/>
                  </a:lnTo>
                  <a:lnTo>
                    <a:pt x="492" y="38"/>
                  </a:lnTo>
                  <a:lnTo>
                    <a:pt x="492" y="38"/>
                  </a:lnTo>
                  <a:lnTo>
                    <a:pt x="486" y="38"/>
                  </a:lnTo>
                  <a:lnTo>
                    <a:pt x="492" y="38"/>
                  </a:lnTo>
                  <a:lnTo>
                    <a:pt x="492" y="38"/>
                  </a:lnTo>
                  <a:lnTo>
                    <a:pt x="492" y="42"/>
                  </a:lnTo>
                  <a:lnTo>
                    <a:pt x="486" y="42"/>
                  </a:lnTo>
                  <a:lnTo>
                    <a:pt x="486" y="38"/>
                  </a:lnTo>
                  <a:lnTo>
                    <a:pt x="482" y="38"/>
                  </a:lnTo>
                  <a:lnTo>
                    <a:pt x="482" y="38"/>
                  </a:lnTo>
                  <a:lnTo>
                    <a:pt x="482" y="38"/>
                  </a:lnTo>
                  <a:lnTo>
                    <a:pt x="482" y="38"/>
                  </a:lnTo>
                  <a:close/>
                  <a:moveTo>
                    <a:pt x="492" y="38"/>
                  </a:moveTo>
                  <a:lnTo>
                    <a:pt x="496" y="38"/>
                  </a:lnTo>
                  <a:lnTo>
                    <a:pt x="502" y="38"/>
                  </a:lnTo>
                  <a:lnTo>
                    <a:pt x="496" y="38"/>
                  </a:lnTo>
                  <a:lnTo>
                    <a:pt x="492" y="38"/>
                  </a:lnTo>
                  <a:lnTo>
                    <a:pt x="492" y="38"/>
                  </a:lnTo>
                  <a:lnTo>
                    <a:pt x="492" y="38"/>
                  </a:lnTo>
                  <a:lnTo>
                    <a:pt x="492" y="38"/>
                  </a:lnTo>
                  <a:close/>
                  <a:moveTo>
                    <a:pt x="492" y="42"/>
                  </a:moveTo>
                  <a:lnTo>
                    <a:pt x="492" y="38"/>
                  </a:lnTo>
                  <a:lnTo>
                    <a:pt x="496" y="38"/>
                  </a:lnTo>
                  <a:lnTo>
                    <a:pt x="496" y="42"/>
                  </a:lnTo>
                  <a:lnTo>
                    <a:pt x="492" y="42"/>
                  </a:lnTo>
                  <a:lnTo>
                    <a:pt x="492" y="42"/>
                  </a:lnTo>
                  <a:lnTo>
                    <a:pt x="492" y="42"/>
                  </a:lnTo>
                  <a:lnTo>
                    <a:pt x="492" y="42"/>
                  </a:lnTo>
                  <a:lnTo>
                    <a:pt x="492" y="42"/>
                  </a:lnTo>
                  <a:lnTo>
                    <a:pt x="492" y="42"/>
                  </a:lnTo>
                  <a:close/>
                  <a:moveTo>
                    <a:pt x="502" y="42"/>
                  </a:moveTo>
                  <a:lnTo>
                    <a:pt x="502" y="42"/>
                  </a:lnTo>
                  <a:lnTo>
                    <a:pt x="502" y="42"/>
                  </a:lnTo>
                  <a:lnTo>
                    <a:pt x="502" y="42"/>
                  </a:lnTo>
                  <a:lnTo>
                    <a:pt x="502" y="42"/>
                  </a:lnTo>
                  <a:lnTo>
                    <a:pt x="502" y="42"/>
                  </a:lnTo>
                  <a:close/>
                  <a:moveTo>
                    <a:pt x="512" y="42"/>
                  </a:moveTo>
                  <a:lnTo>
                    <a:pt x="512" y="42"/>
                  </a:lnTo>
                  <a:lnTo>
                    <a:pt x="518" y="42"/>
                  </a:lnTo>
                  <a:lnTo>
                    <a:pt x="512" y="42"/>
                  </a:lnTo>
                  <a:lnTo>
                    <a:pt x="512" y="42"/>
                  </a:lnTo>
                  <a:lnTo>
                    <a:pt x="512" y="42"/>
                  </a:lnTo>
                  <a:lnTo>
                    <a:pt x="512" y="42"/>
                  </a:lnTo>
                  <a:lnTo>
                    <a:pt x="512" y="42"/>
                  </a:lnTo>
                  <a:close/>
                  <a:moveTo>
                    <a:pt x="464" y="48"/>
                  </a:moveTo>
                  <a:lnTo>
                    <a:pt x="458" y="48"/>
                  </a:lnTo>
                  <a:lnTo>
                    <a:pt x="464" y="48"/>
                  </a:lnTo>
                  <a:lnTo>
                    <a:pt x="464" y="48"/>
                  </a:lnTo>
                  <a:lnTo>
                    <a:pt x="464" y="42"/>
                  </a:lnTo>
                  <a:lnTo>
                    <a:pt x="470" y="42"/>
                  </a:lnTo>
                  <a:lnTo>
                    <a:pt x="476" y="42"/>
                  </a:lnTo>
                  <a:lnTo>
                    <a:pt x="476" y="42"/>
                  </a:lnTo>
                  <a:lnTo>
                    <a:pt x="476" y="48"/>
                  </a:lnTo>
                  <a:lnTo>
                    <a:pt x="482" y="48"/>
                  </a:lnTo>
                  <a:lnTo>
                    <a:pt x="476" y="48"/>
                  </a:lnTo>
                  <a:lnTo>
                    <a:pt x="476" y="48"/>
                  </a:lnTo>
                  <a:lnTo>
                    <a:pt x="476" y="48"/>
                  </a:lnTo>
                  <a:lnTo>
                    <a:pt x="470" y="48"/>
                  </a:lnTo>
                  <a:lnTo>
                    <a:pt x="464" y="48"/>
                  </a:lnTo>
                  <a:lnTo>
                    <a:pt x="464" y="48"/>
                  </a:lnTo>
                  <a:lnTo>
                    <a:pt x="464" y="48"/>
                  </a:lnTo>
                  <a:lnTo>
                    <a:pt x="464" y="48"/>
                  </a:lnTo>
                  <a:lnTo>
                    <a:pt x="464" y="48"/>
                  </a:lnTo>
                  <a:lnTo>
                    <a:pt x="464" y="48"/>
                  </a:lnTo>
                  <a:lnTo>
                    <a:pt x="464" y="48"/>
                  </a:lnTo>
                  <a:close/>
                  <a:moveTo>
                    <a:pt x="496" y="48"/>
                  </a:moveTo>
                  <a:lnTo>
                    <a:pt x="502" y="48"/>
                  </a:lnTo>
                  <a:lnTo>
                    <a:pt x="502" y="42"/>
                  </a:lnTo>
                  <a:lnTo>
                    <a:pt x="508" y="48"/>
                  </a:lnTo>
                  <a:lnTo>
                    <a:pt x="502" y="48"/>
                  </a:lnTo>
                  <a:lnTo>
                    <a:pt x="502" y="48"/>
                  </a:lnTo>
                  <a:lnTo>
                    <a:pt x="496" y="48"/>
                  </a:lnTo>
                  <a:lnTo>
                    <a:pt x="496" y="48"/>
                  </a:lnTo>
                  <a:lnTo>
                    <a:pt x="496" y="48"/>
                  </a:lnTo>
                  <a:lnTo>
                    <a:pt x="496" y="48"/>
                  </a:lnTo>
                  <a:close/>
                  <a:moveTo>
                    <a:pt x="492" y="48"/>
                  </a:moveTo>
                  <a:lnTo>
                    <a:pt x="486" y="48"/>
                  </a:lnTo>
                  <a:lnTo>
                    <a:pt x="492" y="48"/>
                  </a:lnTo>
                  <a:lnTo>
                    <a:pt x="492" y="42"/>
                  </a:lnTo>
                  <a:lnTo>
                    <a:pt x="492" y="48"/>
                  </a:lnTo>
                  <a:lnTo>
                    <a:pt x="492" y="48"/>
                  </a:lnTo>
                  <a:lnTo>
                    <a:pt x="492" y="48"/>
                  </a:lnTo>
                  <a:lnTo>
                    <a:pt x="492" y="48"/>
                  </a:lnTo>
                  <a:lnTo>
                    <a:pt x="492" y="48"/>
                  </a:lnTo>
                  <a:lnTo>
                    <a:pt x="492" y="48"/>
                  </a:lnTo>
                  <a:close/>
                  <a:moveTo>
                    <a:pt x="426" y="54"/>
                  </a:moveTo>
                  <a:lnTo>
                    <a:pt x="426" y="48"/>
                  </a:lnTo>
                  <a:lnTo>
                    <a:pt x="422" y="48"/>
                  </a:lnTo>
                  <a:lnTo>
                    <a:pt x="426" y="48"/>
                  </a:lnTo>
                  <a:lnTo>
                    <a:pt x="432" y="48"/>
                  </a:lnTo>
                  <a:lnTo>
                    <a:pt x="432" y="48"/>
                  </a:lnTo>
                  <a:lnTo>
                    <a:pt x="432" y="48"/>
                  </a:lnTo>
                  <a:lnTo>
                    <a:pt x="432" y="48"/>
                  </a:lnTo>
                  <a:lnTo>
                    <a:pt x="432" y="54"/>
                  </a:lnTo>
                  <a:lnTo>
                    <a:pt x="426" y="54"/>
                  </a:lnTo>
                  <a:lnTo>
                    <a:pt x="426" y="54"/>
                  </a:lnTo>
                  <a:lnTo>
                    <a:pt x="426" y="54"/>
                  </a:lnTo>
                  <a:lnTo>
                    <a:pt x="426" y="54"/>
                  </a:lnTo>
                  <a:close/>
                  <a:moveTo>
                    <a:pt x="568" y="48"/>
                  </a:moveTo>
                  <a:lnTo>
                    <a:pt x="568" y="48"/>
                  </a:lnTo>
                  <a:lnTo>
                    <a:pt x="572" y="48"/>
                  </a:lnTo>
                  <a:lnTo>
                    <a:pt x="572" y="48"/>
                  </a:lnTo>
                  <a:lnTo>
                    <a:pt x="572" y="48"/>
                  </a:lnTo>
                  <a:lnTo>
                    <a:pt x="572" y="48"/>
                  </a:lnTo>
                  <a:lnTo>
                    <a:pt x="568" y="48"/>
                  </a:lnTo>
                  <a:lnTo>
                    <a:pt x="568" y="48"/>
                  </a:lnTo>
                  <a:lnTo>
                    <a:pt x="568" y="48"/>
                  </a:lnTo>
                  <a:lnTo>
                    <a:pt x="568" y="48"/>
                  </a:lnTo>
                  <a:close/>
                  <a:moveTo>
                    <a:pt x="550" y="54"/>
                  </a:moveTo>
                  <a:lnTo>
                    <a:pt x="556" y="54"/>
                  </a:lnTo>
                  <a:lnTo>
                    <a:pt x="556" y="48"/>
                  </a:lnTo>
                  <a:lnTo>
                    <a:pt x="562" y="48"/>
                  </a:lnTo>
                  <a:lnTo>
                    <a:pt x="562" y="48"/>
                  </a:lnTo>
                  <a:lnTo>
                    <a:pt x="568" y="48"/>
                  </a:lnTo>
                  <a:lnTo>
                    <a:pt x="568" y="54"/>
                  </a:lnTo>
                  <a:lnTo>
                    <a:pt x="562" y="54"/>
                  </a:lnTo>
                  <a:lnTo>
                    <a:pt x="562" y="60"/>
                  </a:lnTo>
                  <a:lnTo>
                    <a:pt x="562" y="60"/>
                  </a:lnTo>
                  <a:lnTo>
                    <a:pt x="562" y="54"/>
                  </a:lnTo>
                  <a:lnTo>
                    <a:pt x="556" y="54"/>
                  </a:lnTo>
                  <a:lnTo>
                    <a:pt x="550" y="54"/>
                  </a:lnTo>
                  <a:lnTo>
                    <a:pt x="550" y="54"/>
                  </a:lnTo>
                  <a:lnTo>
                    <a:pt x="550" y="54"/>
                  </a:lnTo>
                  <a:lnTo>
                    <a:pt x="550" y="54"/>
                  </a:lnTo>
                  <a:close/>
                  <a:moveTo>
                    <a:pt x="432" y="54"/>
                  </a:moveTo>
                  <a:lnTo>
                    <a:pt x="432" y="54"/>
                  </a:lnTo>
                  <a:lnTo>
                    <a:pt x="438" y="54"/>
                  </a:lnTo>
                  <a:lnTo>
                    <a:pt x="442" y="54"/>
                  </a:lnTo>
                  <a:lnTo>
                    <a:pt x="442" y="48"/>
                  </a:lnTo>
                  <a:lnTo>
                    <a:pt x="442" y="48"/>
                  </a:lnTo>
                  <a:lnTo>
                    <a:pt x="442" y="54"/>
                  </a:lnTo>
                  <a:lnTo>
                    <a:pt x="448" y="54"/>
                  </a:lnTo>
                  <a:lnTo>
                    <a:pt x="448" y="60"/>
                  </a:lnTo>
                  <a:lnTo>
                    <a:pt x="442" y="60"/>
                  </a:lnTo>
                  <a:lnTo>
                    <a:pt x="442" y="60"/>
                  </a:lnTo>
                  <a:lnTo>
                    <a:pt x="442" y="54"/>
                  </a:lnTo>
                  <a:lnTo>
                    <a:pt x="438" y="54"/>
                  </a:lnTo>
                  <a:lnTo>
                    <a:pt x="438" y="60"/>
                  </a:lnTo>
                  <a:lnTo>
                    <a:pt x="432" y="54"/>
                  </a:lnTo>
                  <a:lnTo>
                    <a:pt x="432" y="54"/>
                  </a:lnTo>
                  <a:lnTo>
                    <a:pt x="432" y="54"/>
                  </a:lnTo>
                  <a:lnTo>
                    <a:pt x="432" y="54"/>
                  </a:lnTo>
                  <a:lnTo>
                    <a:pt x="432" y="54"/>
                  </a:lnTo>
                  <a:close/>
                  <a:moveTo>
                    <a:pt x="422" y="54"/>
                  </a:moveTo>
                  <a:lnTo>
                    <a:pt x="422" y="48"/>
                  </a:lnTo>
                  <a:lnTo>
                    <a:pt x="426" y="54"/>
                  </a:lnTo>
                  <a:lnTo>
                    <a:pt x="422" y="54"/>
                  </a:lnTo>
                  <a:lnTo>
                    <a:pt x="422" y="54"/>
                  </a:lnTo>
                  <a:lnTo>
                    <a:pt x="422" y="54"/>
                  </a:lnTo>
                  <a:lnTo>
                    <a:pt x="422" y="54"/>
                  </a:lnTo>
                  <a:lnTo>
                    <a:pt x="422" y="54"/>
                  </a:lnTo>
                  <a:close/>
                  <a:moveTo>
                    <a:pt x="1054" y="54"/>
                  </a:moveTo>
                  <a:lnTo>
                    <a:pt x="1054" y="54"/>
                  </a:lnTo>
                  <a:lnTo>
                    <a:pt x="1054" y="54"/>
                  </a:lnTo>
                  <a:lnTo>
                    <a:pt x="1050" y="54"/>
                  </a:lnTo>
                  <a:lnTo>
                    <a:pt x="1054" y="54"/>
                  </a:lnTo>
                  <a:lnTo>
                    <a:pt x="1054" y="54"/>
                  </a:lnTo>
                  <a:lnTo>
                    <a:pt x="1054" y="54"/>
                  </a:lnTo>
                  <a:lnTo>
                    <a:pt x="1054" y="54"/>
                  </a:lnTo>
                  <a:close/>
                  <a:moveTo>
                    <a:pt x="546" y="60"/>
                  </a:moveTo>
                  <a:lnTo>
                    <a:pt x="550" y="60"/>
                  </a:lnTo>
                  <a:lnTo>
                    <a:pt x="550" y="54"/>
                  </a:lnTo>
                  <a:lnTo>
                    <a:pt x="550" y="54"/>
                  </a:lnTo>
                  <a:lnTo>
                    <a:pt x="550" y="60"/>
                  </a:lnTo>
                  <a:lnTo>
                    <a:pt x="556" y="60"/>
                  </a:lnTo>
                  <a:lnTo>
                    <a:pt x="550" y="60"/>
                  </a:lnTo>
                  <a:lnTo>
                    <a:pt x="550" y="60"/>
                  </a:lnTo>
                  <a:lnTo>
                    <a:pt x="546" y="60"/>
                  </a:lnTo>
                  <a:lnTo>
                    <a:pt x="546" y="60"/>
                  </a:lnTo>
                  <a:lnTo>
                    <a:pt x="546" y="60"/>
                  </a:lnTo>
                  <a:lnTo>
                    <a:pt x="546" y="60"/>
                  </a:lnTo>
                  <a:close/>
                  <a:moveTo>
                    <a:pt x="1018" y="66"/>
                  </a:moveTo>
                  <a:lnTo>
                    <a:pt x="1018" y="66"/>
                  </a:lnTo>
                  <a:lnTo>
                    <a:pt x="1012" y="60"/>
                  </a:lnTo>
                  <a:lnTo>
                    <a:pt x="1018" y="60"/>
                  </a:lnTo>
                  <a:lnTo>
                    <a:pt x="1018" y="60"/>
                  </a:lnTo>
                  <a:lnTo>
                    <a:pt x="1022" y="66"/>
                  </a:lnTo>
                  <a:lnTo>
                    <a:pt x="1018" y="66"/>
                  </a:lnTo>
                  <a:lnTo>
                    <a:pt x="1018" y="66"/>
                  </a:lnTo>
                  <a:lnTo>
                    <a:pt x="1018" y="66"/>
                  </a:lnTo>
                  <a:lnTo>
                    <a:pt x="1018" y="66"/>
                  </a:lnTo>
                  <a:close/>
                  <a:moveTo>
                    <a:pt x="1078" y="146"/>
                  </a:moveTo>
                  <a:lnTo>
                    <a:pt x="1078" y="146"/>
                  </a:lnTo>
                  <a:lnTo>
                    <a:pt x="1078" y="152"/>
                  </a:lnTo>
                  <a:lnTo>
                    <a:pt x="1072" y="152"/>
                  </a:lnTo>
                  <a:lnTo>
                    <a:pt x="1072" y="146"/>
                  </a:lnTo>
                  <a:lnTo>
                    <a:pt x="1078" y="146"/>
                  </a:lnTo>
                  <a:lnTo>
                    <a:pt x="1078" y="146"/>
                  </a:lnTo>
                  <a:lnTo>
                    <a:pt x="1078" y="146"/>
                  </a:lnTo>
                  <a:lnTo>
                    <a:pt x="1078" y="146"/>
                  </a:lnTo>
                  <a:close/>
                  <a:moveTo>
                    <a:pt x="568" y="162"/>
                  </a:moveTo>
                  <a:lnTo>
                    <a:pt x="572" y="162"/>
                  </a:lnTo>
                  <a:lnTo>
                    <a:pt x="572" y="162"/>
                  </a:lnTo>
                  <a:lnTo>
                    <a:pt x="578" y="162"/>
                  </a:lnTo>
                  <a:lnTo>
                    <a:pt x="572" y="162"/>
                  </a:lnTo>
                  <a:lnTo>
                    <a:pt x="572" y="168"/>
                  </a:lnTo>
                  <a:lnTo>
                    <a:pt x="572" y="168"/>
                  </a:lnTo>
                  <a:lnTo>
                    <a:pt x="568" y="168"/>
                  </a:lnTo>
                  <a:lnTo>
                    <a:pt x="568" y="162"/>
                  </a:lnTo>
                  <a:lnTo>
                    <a:pt x="568" y="162"/>
                  </a:lnTo>
                  <a:lnTo>
                    <a:pt x="568" y="162"/>
                  </a:lnTo>
                  <a:lnTo>
                    <a:pt x="568" y="162"/>
                  </a:lnTo>
                  <a:close/>
                  <a:moveTo>
                    <a:pt x="550" y="168"/>
                  </a:moveTo>
                  <a:lnTo>
                    <a:pt x="562" y="168"/>
                  </a:lnTo>
                  <a:lnTo>
                    <a:pt x="562" y="168"/>
                  </a:lnTo>
                  <a:lnTo>
                    <a:pt x="562" y="168"/>
                  </a:lnTo>
                  <a:lnTo>
                    <a:pt x="550" y="168"/>
                  </a:lnTo>
                  <a:lnTo>
                    <a:pt x="550" y="168"/>
                  </a:lnTo>
                  <a:lnTo>
                    <a:pt x="550" y="168"/>
                  </a:lnTo>
                  <a:lnTo>
                    <a:pt x="550" y="168"/>
                  </a:lnTo>
                  <a:close/>
                  <a:moveTo>
                    <a:pt x="1710" y="180"/>
                  </a:moveTo>
                  <a:lnTo>
                    <a:pt x="1710" y="180"/>
                  </a:lnTo>
                  <a:lnTo>
                    <a:pt x="1710" y="174"/>
                  </a:lnTo>
                  <a:lnTo>
                    <a:pt x="1710" y="180"/>
                  </a:lnTo>
                  <a:lnTo>
                    <a:pt x="1710" y="180"/>
                  </a:lnTo>
                  <a:lnTo>
                    <a:pt x="1710" y="180"/>
                  </a:lnTo>
                  <a:lnTo>
                    <a:pt x="1710" y="180"/>
                  </a:lnTo>
                  <a:lnTo>
                    <a:pt x="1710" y="180"/>
                  </a:lnTo>
                  <a:close/>
                  <a:moveTo>
                    <a:pt x="946" y="200"/>
                  </a:moveTo>
                  <a:lnTo>
                    <a:pt x="946" y="200"/>
                  </a:lnTo>
                  <a:lnTo>
                    <a:pt x="946" y="200"/>
                  </a:lnTo>
                  <a:lnTo>
                    <a:pt x="946" y="200"/>
                  </a:lnTo>
                  <a:lnTo>
                    <a:pt x="946" y="200"/>
                  </a:lnTo>
                  <a:lnTo>
                    <a:pt x="946" y="200"/>
                  </a:lnTo>
                  <a:lnTo>
                    <a:pt x="946" y="200"/>
                  </a:lnTo>
                  <a:close/>
                  <a:moveTo>
                    <a:pt x="936" y="210"/>
                  </a:moveTo>
                  <a:lnTo>
                    <a:pt x="930" y="210"/>
                  </a:lnTo>
                  <a:lnTo>
                    <a:pt x="930" y="206"/>
                  </a:lnTo>
                  <a:lnTo>
                    <a:pt x="936" y="206"/>
                  </a:lnTo>
                  <a:lnTo>
                    <a:pt x="940" y="206"/>
                  </a:lnTo>
                  <a:lnTo>
                    <a:pt x="936" y="206"/>
                  </a:lnTo>
                  <a:lnTo>
                    <a:pt x="936" y="210"/>
                  </a:lnTo>
                  <a:lnTo>
                    <a:pt x="936" y="210"/>
                  </a:lnTo>
                  <a:lnTo>
                    <a:pt x="936" y="210"/>
                  </a:lnTo>
                  <a:lnTo>
                    <a:pt x="936" y="210"/>
                  </a:lnTo>
                  <a:close/>
                  <a:moveTo>
                    <a:pt x="926" y="210"/>
                  </a:moveTo>
                  <a:lnTo>
                    <a:pt x="930" y="210"/>
                  </a:lnTo>
                  <a:lnTo>
                    <a:pt x="930" y="210"/>
                  </a:lnTo>
                  <a:lnTo>
                    <a:pt x="930" y="210"/>
                  </a:lnTo>
                  <a:lnTo>
                    <a:pt x="926" y="210"/>
                  </a:lnTo>
                  <a:lnTo>
                    <a:pt x="926" y="210"/>
                  </a:lnTo>
                  <a:lnTo>
                    <a:pt x="926" y="210"/>
                  </a:lnTo>
                  <a:lnTo>
                    <a:pt x="926" y="210"/>
                  </a:lnTo>
                  <a:close/>
                  <a:moveTo>
                    <a:pt x="952" y="234"/>
                  </a:moveTo>
                  <a:lnTo>
                    <a:pt x="952" y="228"/>
                  </a:lnTo>
                  <a:lnTo>
                    <a:pt x="958" y="228"/>
                  </a:lnTo>
                  <a:lnTo>
                    <a:pt x="958" y="228"/>
                  </a:lnTo>
                  <a:lnTo>
                    <a:pt x="958" y="228"/>
                  </a:lnTo>
                  <a:lnTo>
                    <a:pt x="952" y="228"/>
                  </a:lnTo>
                  <a:lnTo>
                    <a:pt x="952" y="234"/>
                  </a:lnTo>
                  <a:lnTo>
                    <a:pt x="952" y="234"/>
                  </a:lnTo>
                  <a:lnTo>
                    <a:pt x="952" y="234"/>
                  </a:lnTo>
                  <a:lnTo>
                    <a:pt x="952" y="234"/>
                  </a:lnTo>
                  <a:close/>
                  <a:moveTo>
                    <a:pt x="952" y="228"/>
                  </a:moveTo>
                  <a:lnTo>
                    <a:pt x="946" y="234"/>
                  </a:lnTo>
                  <a:lnTo>
                    <a:pt x="946" y="234"/>
                  </a:lnTo>
                  <a:lnTo>
                    <a:pt x="946" y="228"/>
                  </a:lnTo>
                  <a:lnTo>
                    <a:pt x="946" y="228"/>
                  </a:lnTo>
                  <a:lnTo>
                    <a:pt x="952" y="228"/>
                  </a:lnTo>
                  <a:lnTo>
                    <a:pt x="952" y="228"/>
                  </a:lnTo>
                  <a:lnTo>
                    <a:pt x="952" y="228"/>
                  </a:lnTo>
                  <a:lnTo>
                    <a:pt x="952" y="228"/>
                  </a:lnTo>
                  <a:close/>
                  <a:moveTo>
                    <a:pt x="790" y="238"/>
                  </a:moveTo>
                  <a:lnTo>
                    <a:pt x="790" y="234"/>
                  </a:lnTo>
                  <a:lnTo>
                    <a:pt x="794" y="234"/>
                  </a:lnTo>
                  <a:lnTo>
                    <a:pt x="800" y="234"/>
                  </a:lnTo>
                  <a:lnTo>
                    <a:pt x="794" y="238"/>
                  </a:lnTo>
                  <a:lnTo>
                    <a:pt x="790" y="238"/>
                  </a:lnTo>
                  <a:lnTo>
                    <a:pt x="790" y="238"/>
                  </a:lnTo>
                  <a:lnTo>
                    <a:pt x="790" y="238"/>
                  </a:lnTo>
                  <a:lnTo>
                    <a:pt x="790" y="238"/>
                  </a:lnTo>
                  <a:lnTo>
                    <a:pt x="790" y="238"/>
                  </a:lnTo>
                  <a:close/>
                  <a:moveTo>
                    <a:pt x="800" y="234"/>
                  </a:moveTo>
                  <a:lnTo>
                    <a:pt x="800" y="234"/>
                  </a:lnTo>
                  <a:lnTo>
                    <a:pt x="800" y="238"/>
                  </a:lnTo>
                  <a:lnTo>
                    <a:pt x="806" y="238"/>
                  </a:lnTo>
                  <a:lnTo>
                    <a:pt x="800" y="238"/>
                  </a:lnTo>
                  <a:lnTo>
                    <a:pt x="800" y="234"/>
                  </a:lnTo>
                  <a:lnTo>
                    <a:pt x="800" y="234"/>
                  </a:lnTo>
                  <a:lnTo>
                    <a:pt x="800" y="234"/>
                  </a:lnTo>
                  <a:lnTo>
                    <a:pt x="800" y="234"/>
                  </a:lnTo>
                  <a:lnTo>
                    <a:pt x="800" y="234"/>
                  </a:lnTo>
                  <a:close/>
                  <a:moveTo>
                    <a:pt x="1510" y="238"/>
                  </a:moveTo>
                  <a:lnTo>
                    <a:pt x="1516" y="238"/>
                  </a:lnTo>
                  <a:lnTo>
                    <a:pt x="1510" y="238"/>
                  </a:lnTo>
                  <a:lnTo>
                    <a:pt x="1510" y="238"/>
                  </a:lnTo>
                  <a:lnTo>
                    <a:pt x="1510" y="238"/>
                  </a:lnTo>
                  <a:lnTo>
                    <a:pt x="1510" y="238"/>
                  </a:lnTo>
                  <a:close/>
                  <a:moveTo>
                    <a:pt x="730" y="238"/>
                  </a:moveTo>
                  <a:lnTo>
                    <a:pt x="730" y="238"/>
                  </a:lnTo>
                  <a:lnTo>
                    <a:pt x="730" y="238"/>
                  </a:lnTo>
                  <a:lnTo>
                    <a:pt x="730" y="238"/>
                  </a:lnTo>
                  <a:lnTo>
                    <a:pt x="730" y="238"/>
                  </a:lnTo>
                  <a:lnTo>
                    <a:pt x="730" y="238"/>
                  </a:lnTo>
                  <a:lnTo>
                    <a:pt x="730" y="238"/>
                  </a:lnTo>
                  <a:lnTo>
                    <a:pt x="730" y="238"/>
                  </a:lnTo>
                  <a:close/>
                  <a:moveTo>
                    <a:pt x="800" y="242"/>
                  </a:moveTo>
                  <a:lnTo>
                    <a:pt x="800" y="242"/>
                  </a:lnTo>
                  <a:lnTo>
                    <a:pt x="806" y="242"/>
                  </a:lnTo>
                  <a:lnTo>
                    <a:pt x="800" y="242"/>
                  </a:lnTo>
                  <a:lnTo>
                    <a:pt x="800" y="242"/>
                  </a:lnTo>
                  <a:lnTo>
                    <a:pt x="800" y="242"/>
                  </a:lnTo>
                  <a:lnTo>
                    <a:pt x="800" y="242"/>
                  </a:lnTo>
                  <a:lnTo>
                    <a:pt x="800" y="242"/>
                  </a:lnTo>
                  <a:close/>
                  <a:moveTo>
                    <a:pt x="766" y="248"/>
                  </a:moveTo>
                  <a:lnTo>
                    <a:pt x="766" y="242"/>
                  </a:lnTo>
                  <a:lnTo>
                    <a:pt x="772" y="242"/>
                  </a:lnTo>
                  <a:lnTo>
                    <a:pt x="778" y="242"/>
                  </a:lnTo>
                  <a:lnTo>
                    <a:pt x="778" y="242"/>
                  </a:lnTo>
                  <a:lnTo>
                    <a:pt x="778" y="248"/>
                  </a:lnTo>
                  <a:lnTo>
                    <a:pt x="778" y="242"/>
                  </a:lnTo>
                  <a:lnTo>
                    <a:pt x="778" y="248"/>
                  </a:lnTo>
                  <a:lnTo>
                    <a:pt x="778" y="248"/>
                  </a:lnTo>
                  <a:lnTo>
                    <a:pt x="778" y="248"/>
                  </a:lnTo>
                  <a:lnTo>
                    <a:pt x="778" y="248"/>
                  </a:lnTo>
                  <a:lnTo>
                    <a:pt x="778" y="248"/>
                  </a:lnTo>
                  <a:lnTo>
                    <a:pt x="772" y="248"/>
                  </a:lnTo>
                  <a:lnTo>
                    <a:pt x="772" y="248"/>
                  </a:lnTo>
                  <a:lnTo>
                    <a:pt x="766" y="248"/>
                  </a:lnTo>
                  <a:lnTo>
                    <a:pt x="766" y="248"/>
                  </a:lnTo>
                  <a:lnTo>
                    <a:pt x="766" y="248"/>
                  </a:lnTo>
                  <a:lnTo>
                    <a:pt x="766" y="248"/>
                  </a:lnTo>
                  <a:close/>
                  <a:moveTo>
                    <a:pt x="1446" y="248"/>
                  </a:moveTo>
                  <a:lnTo>
                    <a:pt x="1446" y="248"/>
                  </a:lnTo>
                  <a:lnTo>
                    <a:pt x="1450" y="248"/>
                  </a:lnTo>
                  <a:lnTo>
                    <a:pt x="1450" y="248"/>
                  </a:lnTo>
                  <a:lnTo>
                    <a:pt x="1446" y="248"/>
                  </a:lnTo>
                  <a:lnTo>
                    <a:pt x="1446" y="248"/>
                  </a:lnTo>
                  <a:lnTo>
                    <a:pt x="1446" y="248"/>
                  </a:lnTo>
                  <a:lnTo>
                    <a:pt x="1446" y="248"/>
                  </a:lnTo>
                  <a:close/>
                  <a:moveTo>
                    <a:pt x="1542" y="248"/>
                  </a:moveTo>
                  <a:lnTo>
                    <a:pt x="1542" y="248"/>
                  </a:lnTo>
                  <a:lnTo>
                    <a:pt x="1548" y="248"/>
                  </a:lnTo>
                  <a:lnTo>
                    <a:pt x="1548" y="248"/>
                  </a:lnTo>
                  <a:lnTo>
                    <a:pt x="1542" y="248"/>
                  </a:lnTo>
                  <a:lnTo>
                    <a:pt x="1542" y="248"/>
                  </a:lnTo>
                  <a:lnTo>
                    <a:pt x="1542" y="248"/>
                  </a:lnTo>
                  <a:lnTo>
                    <a:pt x="1542" y="248"/>
                  </a:lnTo>
                  <a:close/>
                  <a:moveTo>
                    <a:pt x="1450" y="248"/>
                  </a:moveTo>
                  <a:lnTo>
                    <a:pt x="1456" y="248"/>
                  </a:lnTo>
                  <a:lnTo>
                    <a:pt x="1456" y="248"/>
                  </a:lnTo>
                  <a:lnTo>
                    <a:pt x="1462" y="248"/>
                  </a:lnTo>
                  <a:lnTo>
                    <a:pt x="1466" y="248"/>
                  </a:lnTo>
                  <a:lnTo>
                    <a:pt x="1466" y="254"/>
                  </a:lnTo>
                  <a:lnTo>
                    <a:pt x="1466" y="254"/>
                  </a:lnTo>
                  <a:lnTo>
                    <a:pt x="1462" y="248"/>
                  </a:lnTo>
                  <a:lnTo>
                    <a:pt x="1456" y="248"/>
                  </a:lnTo>
                  <a:lnTo>
                    <a:pt x="1450" y="248"/>
                  </a:lnTo>
                  <a:lnTo>
                    <a:pt x="1450" y="248"/>
                  </a:lnTo>
                  <a:lnTo>
                    <a:pt x="1450" y="248"/>
                  </a:lnTo>
                  <a:lnTo>
                    <a:pt x="1450" y="248"/>
                  </a:lnTo>
                  <a:lnTo>
                    <a:pt x="1450" y="248"/>
                  </a:lnTo>
                  <a:close/>
                  <a:moveTo>
                    <a:pt x="1548" y="254"/>
                  </a:moveTo>
                  <a:lnTo>
                    <a:pt x="1542" y="254"/>
                  </a:lnTo>
                  <a:lnTo>
                    <a:pt x="1542" y="248"/>
                  </a:lnTo>
                  <a:lnTo>
                    <a:pt x="1536" y="248"/>
                  </a:lnTo>
                  <a:lnTo>
                    <a:pt x="1542" y="248"/>
                  </a:lnTo>
                  <a:lnTo>
                    <a:pt x="1542" y="248"/>
                  </a:lnTo>
                  <a:lnTo>
                    <a:pt x="1548" y="248"/>
                  </a:lnTo>
                  <a:lnTo>
                    <a:pt x="1554" y="248"/>
                  </a:lnTo>
                  <a:lnTo>
                    <a:pt x="1548" y="254"/>
                  </a:lnTo>
                  <a:lnTo>
                    <a:pt x="1548" y="254"/>
                  </a:lnTo>
                  <a:lnTo>
                    <a:pt x="1548" y="254"/>
                  </a:lnTo>
                  <a:lnTo>
                    <a:pt x="1548" y="254"/>
                  </a:lnTo>
                  <a:close/>
                  <a:moveTo>
                    <a:pt x="1530" y="260"/>
                  </a:moveTo>
                  <a:lnTo>
                    <a:pt x="1536" y="260"/>
                  </a:lnTo>
                  <a:lnTo>
                    <a:pt x="1536" y="254"/>
                  </a:lnTo>
                  <a:lnTo>
                    <a:pt x="1542" y="254"/>
                  </a:lnTo>
                  <a:lnTo>
                    <a:pt x="1542" y="254"/>
                  </a:lnTo>
                  <a:lnTo>
                    <a:pt x="1542" y="260"/>
                  </a:lnTo>
                  <a:lnTo>
                    <a:pt x="1542" y="260"/>
                  </a:lnTo>
                  <a:lnTo>
                    <a:pt x="1536" y="260"/>
                  </a:lnTo>
                  <a:lnTo>
                    <a:pt x="1530" y="260"/>
                  </a:lnTo>
                  <a:lnTo>
                    <a:pt x="1530" y="260"/>
                  </a:lnTo>
                  <a:lnTo>
                    <a:pt x="1530" y="260"/>
                  </a:lnTo>
                  <a:lnTo>
                    <a:pt x="1530" y="260"/>
                  </a:lnTo>
                  <a:close/>
                  <a:moveTo>
                    <a:pt x="1516" y="270"/>
                  </a:moveTo>
                  <a:lnTo>
                    <a:pt x="1516" y="266"/>
                  </a:lnTo>
                  <a:lnTo>
                    <a:pt x="1510" y="266"/>
                  </a:lnTo>
                  <a:lnTo>
                    <a:pt x="1516" y="266"/>
                  </a:lnTo>
                  <a:lnTo>
                    <a:pt x="1516" y="270"/>
                  </a:lnTo>
                  <a:lnTo>
                    <a:pt x="1516" y="270"/>
                  </a:lnTo>
                  <a:lnTo>
                    <a:pt x="1516" y="270"/>
                  </a:lnTo>
                  <a:lnTo>
                    <a:pt x="1516" y="270"/>
                  </a:lnTo>
                  <a:close/>
                  <a:moveTo>
                    <a:pt x="1516" y="276"/>
                  </a:moveTo>
                  <a:lnTo>
                    <a:pt x="1520" y="276"/>
                  </a:lnTo>
                  <a:lnTo>
                    <a:pt x="1520" y="276"/>
                  </a:lnTo>
                  <a:lnTo>
                    <a:pt x="1516" y="276"/>
                  </a:lnTo>
                  <a:lnTo>
                    <a:pt x="1516" y="276"/>
                  </a:lnTo>
                  <a:lnTo>
                    <a:pt x="1516" y="276"/>
                  </a:lnTo>
                  <a:lnTo>
                    <a:pt x="1516" y="276"/>
                  </a:lnTo>
                  <a:lnTo>
                    <a:pt x="1516" y="276"/>
                  </a:lnTo>
                  <a:close/>
                  <a:moveTo>
                    <a:pt x="886" y="302"/>
                  </a:moveTo>
                  <a:lnTo>
                    <a:pt x="880" y="302"/>
                  </a:lnTo>
                  <a:lnTo>
                    <a:pt x="880" y="296"/>
                  </a:lnTo>
                  <a:lnTo>
                    <a:pt x="886" y="296"/>
                  </a:lnTo>
                  <a:lnTo>
                    <a:pt x="886" y="302"/>
                  </a:lnTo>
                  <a:lnTo>
                    <a:pt x="886" y="302"/>
                  </a:lnTo>
                  <a:lnTo>
                    <a:pt x="886" y="302"/>
                  </a:lnTo>
                  <a:lnTo>
                    <a:pt x="886" y="302"/>
                  </a:lnTo>
                  <a:close/>
                  <a:moveTo>
                    <a:pt x="898" y="302"/>
                  </a:moveTo>
                  <a:lnTo>
                    <a:pt x="898" y="302"/>
                  </a:lnTo>
                  <a:lnTo>
                    <a:pt x="898" y="296"/>
                  </a:lnTo>
                  <a:lnTo>
                    <a:pt x="898" y="296"/>
                  </a:lnTo>
                  <a:lnTo>
                    <a:pt x="898" y="302"/>
                  </a:lnTo>
                  <a:lnTo>
                    <a:pt x="898" y="302"/>
                  </a:lnTo>
                  <a:lnTo>
                    <a:pt x="898" y="302"/>
                  </a:lnTo>
                  <a:lnTo>
                    <a:pt x="898" y="302"/>
                  </a:lnTo>
                  <a:close/>
                  <a:moveTo>
                    <a:pt x="898" y="314"/>
                  </a:moveTo>
                  <a:lnTo>
                    <a:pt x="898" y="308"/>
                  </a:lnTo>
                  <a:lnTo>
                    <a:pt x="898" y="308"/>
                  </a:lnTo>
                  <a:lnTo>
                    <a:pt x="898" y="308"/>
                  </a:lnTo>
                  <a:lnTo>
                    <a:pt x="898" y="302"/>
                  </a:lnTo>
                  <a:lnTo>
                    <a:pt x="904" y="308"/>
                  </a:lnTo>
                  <a:lnTo>
                    <a:pt x="898" y="308"/>
                  </a:lnTo>
                  <a:lnTo>
                    <a:pt x="898" y="308"/>
                  </a:lnTo>
                  <a:lnTo>
                    <a:pt x="898" y="314"/>
                  </a:lnTo>
                  <a:lnTo>
                    <a:pt x="898" y="314"/>
                  </a:lnTo>
                  <a:lnTo>
                    <a:pt x="898" y="314"/>
                  </a:lnTo>
                  <a:lnTo>
                    <a:pt x="898" y="314"/>
                  </a:lnTo>
                  <a:lnTo>
                    <a:pt x="898" y="314"/>
                  </a:lnTo>
                  <a:close/>
                  <a:moveTo>
                    <a:pt x="530" y="314"/>
                  </a:moveTo>
                  <a:lnTo>
                    <a:pt x="524" y="308"/>
                  </a:lnTo>
                  <a:lnTo>
                    <a:pt x="530" y="308"/>
                  </a:lnTo>
                  <a:lnTo>
                    <a:pt x="530" y="314"/>
                  </a:lnTo>
                  <a:lnTo>
                    <a:pt x="530" y="314"/>
                  </a:lnTo>
                  <a:lnTo>
                    <a:pt x="530" y="314"/>
                  </a:lnTo>
                  <a:lnTo>
                    <a:pt x="530" y="314"/>
                  </a:lnTo>
                  <a:close/>
                  <a:moveTo>
                    <a:pt x="904" y="308"/>
                  </a:moveTo>
                  <a:lnTo>
                    <a:pt x="898" y="308"/>
                  </a:lnTo>
                  <a:lnTo>
                    <a:pt x="904" y="308"/>
                  </a:lnTo>
                  <a:lnTo>
                    <a:pt x="904" y="314"/>
                  </a:lnTo>
                  <a:lnTo>
                    <a:pt x="904" y="308"/>
                  </a:lnTo>
                  <a:lnTo>
                    <a:pt x="904" y="308"/>
                  </a:lnTo>
                  <a:lnTo>
                    <a:pt x="904" y="308"/>
                  </a:lnTo>
                  <a:lnTo>
                    <a:pt x="904" y="308"/>
                  </a:lnTo>
                  <a:close/>
                  <a:moveTo>
                    <a:pt x="904" y="314"/>
                  </a:moveTo>
                  <a:lnTo>
                    <a:pt x="898" y="314"/>
                  </a:lnTo>
                  <a:lnTo>
                    <a:pt x="904" y="314"/>
                  </a:lnTo>
                  <a:lnTo>
                    <a:pt x="904" y="308"/>
                  </a:lnTo>
                  <a:lnTo>
                    <a:pt x="904" y="314"/>
                  </a:lnTo>
                  <a:lnTo>
                    <a:pt x="904" y="314"/>
                  </a:lnTo>
                  <a:lnTo>
                    <a:pt x="904" y="314"/>
                  </a:lnTo>
                  <a:lnTo>
                    <a:pt x="904" y="314"/>
                  </a:lnTo>
                  <a:close/>
                  <a:moveTo>
                    <a:pt x="892" y="320"/>
                  </a:moveTo>
                  <a:lnTo>
                    <a:pt x="892" y="320"/>
                  </a:lnTo>
                  <a:lnTo>
                    <a:pt x="898" y="320"/>
                  </a:lnTo>
                  <a:lnTo>
                    <a:pt x="898" y="320"/>
                  </a:lnTo>
                  <a:lnTo>
                    <a:pt x="892" y="320"/>
                  </a:lnTo>
                  <a:lnTo>
                    <a:pt x="892" y="320"/>
                  </a:lnTo>
                  <a:lnTo>
                    <a:pt x="892" y="320"/>
                  </a:lnTo>
                  <a:lnTo>
                    <a:pt x="892" y="320"/>
                  </a:lnTo>
                  <a:close/>
                  <a:moveTo>
                    <a:pt x="670" y="342"/>
                  </a:moveTo>
                  <a:lnTo>
                    <a:pt x="670" y="342"/>
                  </a:lnTo>
                  <a:lnTo>
                    <a:pt x="670" y="342"/>
                  </a:lnTo>
                  <a:lnTo>
                    <a:pt x="670" y="342"/>
                  </a:lnTo>
                  <a:lnTo>
                    <a:pt x="670" y="342"/>
                  </a:lnTo>
                  <a:lnTo>
                    <a:pt x="670" y="342"/>
                  </a:lnTo>
                  <a:close/>
                  <a:moveTo>
                    <a:pt x="710" y="410"/>
                  </a:moveTo>
                  <a:lnTo>
                    <a:pt x="710" y="410"/>
                  </a:lnTo>
                  <a:lnTo>
                    <a:pt x="710" y="406"/>
                  </a:lnTo>
                  <a:lnTo>
                    <a:pt x="704" y="406"/>
                  </a:lnTo>
                  <a:lnTo>
                    <a:pt x="698" y="406"/>
                  </a:lnTo>
                  <a:lnTo>
                    <a:pt x="698" y="406"/>
                  </a:lnTo>
                  <a:lnTo>
                    <a:pt x="704" y="406"/>
                  </a:lnTo>
                  <a:lnTo>
                    <a:pt x="710" y="406"/>
                  </a:lnTo>
                  <a:lnTo>
                    <a:pt x="710" y="406"/>
                  </a:lnTo>
                  <a:lnTo>
                    <a:pt x="710" y="406"/>
                  </a:lnTo>
                  <a:lnTo>
                    <a:pt x="712" y="406"/>
                  </a:lnTo>
                  <a:lnTo>
                    <a:pt x="712" y="410"/>
                  </a:lnTo>
                  <a:lnTo>
                    <a:pt x="710" y="416"/>
                  </a:lnTo>
                  <a:lnTo>
                    <a:pt x="710" y="410"/>
                  </a:lnTo>
                  <a:lnTo>
                    <a:pt x="710" y="410"/>
                  </a:lnTo>
                  <a:lnTo>
                    <a:pt x="710" y="410"/>
                  </a:lnTo>
                  <a:lnTo>
                    <a:pt x="710" y="410"/>
                  </a:lnTo>
                  <a:close/>
                  <a:moveTo>
                    <a:pt x="290" y="456"/>
                  </a:moveTo>
                  <a:lnTo>
                    <a:pt x="296" y="460"/>
                  </a:lnTo>
                  <a:lnTo>
                    <a:pt x="290" y="460"/>
                  </a:lnTo>
                  <a:lnTo>
                    <a:pt x="284" y="460"/>
                  </a:lnTo>
                  <a:lnTo>
                    <a:pt x="284" y="456"/>
                  </a:lnTo>
                  <a:lnTo>
                    <a:pt x="290" y="456"/>
                  </a:lnTo>
                  <a:lnTo>
                    <a:pt x="284" y="456"/>
                  </a:lnTo>
                  <a:lnTo>
                    <a:pt x="290" y="456"/>
                  </a:lnTo>
                  <a:lnTo>
                    <a:pt x="290" y="456"/>
                  </a:lnTo>
                  <a:lnTo>
                    <a:pt x="290" y="456"/>
                  </a:lnTo>
                  <a:lnTo>
                    <a:pt x="290" y="456"/>
                  </a:lnTo>
                  <a:close/>
                  <a:moveTo>
                    <a:pt x="1850" y="584"/>
                  </a:moveTo>
                  <a:lnTo>
                    <a:pt x="1850" y="584"/>
                  </a:lnTo>
                  <a:lnTo>
                    <a:pt x="1850" y="584"/>
                  </a:lnTo>
                  <a:lnTo>
                    <a:pt x="1850" y="590"/>
                  </a:lnTo>
                  <a:lnTo>
                    <a:pt x="1850" y="584"/>
                  </a:lnTo>
                  <a:lnTo>
                    <a:pt x="1850" y="584"/>
                  </a:lnTo>
                  <a:lnTo>
                    <a:pt x="1850" y="584"/>
                  </a:lnTo>
                  <a:lnTo>
                    <a:pt x="1850" y="584"/>
                  </a:lnTo>
                  <a:close/>
                  <a:moveTo>
                    <a:pt x="1656" y="682"/>
                  </a:moveTo>
                  <a:lnTo>
                    <a:pt x="1656" y="676"/>
                  </a:lnTo>
                  <a:lnTo>
                    <a:pt x="1662" y="676"/>
                  </a:lnTo>
                  <a:lnTo>
                    <a:pt x="1662" y="676"/>
                  </a:lnTo>
                  <a:lnTo>
                    <a:pt x="1662" y="682"/>
                  </a:lnTo>
                  <a:lnTo>
                    <a:pt x="1662" y="676"/>
                  </a:lnTo>
                  <a:lnTo>
                    <a:pt x="1656" y="676"/>
                  </a:lnTo>
                  <a:lnTo>
                    <a:pt x="1656" y="682"/>
                  </a:lnTo>
                  <a:lnTo>
                    <a:pt x="1656" y="682"/>
                  </a:lnTo>
                  <a:lnTo>
                    <a:pt x="1656" y="682"/>
                  </a:lnTo>
                  <a:lnTo>
                    <a:pt x="1656" y="682"/>
                  </a:lnTo>
                  <a:close/>
                  <a:moveTo>
                    <a:pt x="1668" y="692"/>
                  </a:moveTo>
                  <a:lnTo>
                    <a:pt x="1668" y="688"/>
                  </a:lnTo>
                  <a:lnTo>
                    <a:pt x="1668" y="692"/>
                  </a:lnTo>
                  <a:lnTo>
                    <a:pt x="1668" y="692"/>
                  </a:lnTo>
                  <a:lnTo>
                    <a:pt x="1668" y="692"/>
                  </a:lnTo>
                  <a:lnTo>
                    <a:pt x="1668" y="692"/>
                  </a:lnTo>
                  <a:close/>
                  <a:moveTo>
                    <a:pt x="1672" y="692"/>
                  </a:moveTo>
                  <a:lnTo>
                    <a:pt x="1672" y="688"/>
                  </a:lnTo>
                  <a:lnTo>
                    <a:pt x="1672" y="692"/>
                  </a:lnTo>
                  <a:lnTo>
                    <a:pt x="1672" y="692"/>
                  </a:lnTo>
                  <a:lnTo>
                    <a:pt x="1672" y="692"/>
                  </a:lnTo>
                  <a:lnTo>
                    <a:pt x="1672" y="692"/>
                  </a:lnTo>
                  <a:close/>
                  <a:moveTo>
                    <a:pt x="1590" y="926"/>
                  </a:moveTo>
                  <a:lnTo>
                    <a:pt x="1586" y="926"/>
                  </a:lnTo>
                  <a:lnTo>
                    <a:pt x="1586" y="920"/>
                  </a:lnTo>
                  <a:lnTo>
                    <a:pt x="1590" y="926"/>
                  </a:lnTo>
                  <a:lnTo>
                    <a:pt x="1590" y="926"/>
                  </a:lnTo>
                  <a:lnTo>
                    <a:pt x="1590" y="926"/>
                  </a:lnTo>
                  <a:lnTo>
                    <a:pt x="1590" y="926"/>
                  </a:lnTo>
                  <a:close/>
                  <a:moveTo>
                    <a:pt x="540" y="6"/>
                  </a:moveTo>
                  <a:lnTo>
                    <a:pt x="540" y="0"/>
                  </a:lnTo>
                  <a:lnTo>
                    <a:pt x="546" y="0"/>
                  </a:lnTo>
                  <a:lnTo>
                    <a:pt x="550" y="0"/>
                  </a:lnTo>
                  <a:lnTo>
                    <a:pt x="550" y="0"/>
                  </a:lnTo>
                  <a:lnTo>
                    <a:pt x="556" y="0"/>
                  </a:lnTo>
                  <a:lnTo>
                    <a:pt x="562" y="0"/>
                  </a:lnTo>
                  <a:lnTo>
                    <a:pt x="562" y="0"/>
                  </a:lnTo>
                  <a:lnTo>
                    <a:pt x="562" y="0"/>
                  </a:lnTo>
                  <a:lnTo>
                    <a:pt x="556" y="0"/>
                  </a:lnTo>
                  <a:lnTo>
                    <a:pt x="550" y="0"/>
                  </a:lnTo>
                  <a:lnTo>
                    <a:pt x="550" y="0"/>
                  </a:lnTo>
                  <a:lnTo>
                    <a:pt x="546" y="6"/>
                  </a:lnTo>
                  <a:lnTo>
                    <a:pt x="540" y="6"/>
                  </a:lnTo>
                  <a:lnTo>
                    <a:pt x="540" y="6"/>
                  </a:lnTo>
                  <a:lnTo>
                    <a:pt x="540" y="6"/>
                  </a:lnTo>
                  <a:lnTo>
                    <a:pt x="540" y="6"/>
                  </a:lnTo>
                  <a:close/>
                  <a:moveTo>
                    <a:pt x="540" y="12"/>
                  </a:moveTo>
                  <a:lnTo>
                    <a:pt x="536" y="12"/>
                  </a:lnTo>
                  <a:lnTo>
                    <a:pt x="536" y="12"/>
                  </a:lnTo>
                  <a:lnTo>
                    <a:pt x="530" y="12"/>
                  </a:lnTo>
                  <a:lnTo>
                    <a:pt x="524" y="12"/>
                  </a:lnTo>
                  <a:lnTo>
                    <a:pt x="524" y="12"/>
                  </a:lnTo>
                  <a:lnTo>
                    <a:pt x="524" y="12"/>
                  </a:lnTo>
                  <a:lnTo>
                    <a:pt x="530" y="12"/>
                  </a:lnTo>
                  <a:lnTo>
                    <a:pt x="536" y="12"/>
                  </a:lnTo>
                  <a:lnTo>
                    <a:pt x="536" y="12"/>
                  </a:lnTo>
                  <a:lnTo>
                    <a:pt x="540" y="12"/>
                  </a:lnTo>
                  <a:lnTo>
                    <a:pt x="546" y="12"/>
                  </a:lnTo>
                  <a:lnTo>
                    <a:pt x="550" y="12"/>
                  </a:lnTo>
                  <a:lnTo>
                    <a:pt x="550" y="12"/>
                  </a:lnTo>
                  <a:lnTo>
                    <a:pt x="546" y="12"/>
                  </a:lnTo>
                  <a:lnTo>
                    <a:pt x="540" y="12"/>
                  </a:lnTo>
                  <a:lnTo>
                    <a:pt x="540" y="12"/>
                  </a:lnTo>
                  <a:lnTo>
                    <a:pt x="540" y="12"/>
                  </a:lnTo>
                  <a:lnTo>
                    <a:pt x="540" y="12"/>
                  </a:lnTo>
                  <a:close/>
                  <a:moveTo>
                    <a:pt x="508" y="16"/>
                  </a:moveTo>
                  <a:lnTo>
                    <a:pt x="502" y="16"/>
                  </a:lnTo>
                  <a:lnTo>
                    <a:pt x="508" y="16"/>
                  </a:lnTo>
                  <a:lnTo>
                    <a:pt x="512" y="16"/>
                  </a:lnTo>
                  <a:lnTo>
                    <a:pt x="512" y="16"/>
                  </a:lnTo>
                  <a:lnTo>
                    <a:pt x="518" y="16"/>
                  </a:lnTo>
                  <a:lnTo>
                    <a:pt x="524" y="16"/>
                  </a:lnTo>
                  <a:lnTo>
                    <a:pt x="518" y="16"/>
                  </a:lnTo>
                  <a:lnTo>
                    <a:pt x="518" y="12"/>
                  </a:lnTo>
                  <a:lnTo>
                    <a:pt x="524" y="12"/>
                  </a:lnTo>
                  <a:lnTo>
                    <a:pt x="524" y="12"/>
                  </a:lnTo>
                  <a:lnTo>
                    <a:pt x="530" y="12"/>
                  </a:lnTo>
                  <a:lnTo>
                    <a:pt x="536" y="16"/>
                  </a:lnTo>
                  <a:lnTo>
                    <a:pt x="536" y="16"/>
                  </a:lnTo>
                  <a:lnTo>
                    <a:pt x="540" y="16"/>
                  </a:lnTo>
                  <a:lnTo>
                    <a:pt x="536" y="16"/>
                  </a:lnTo>
                  <a:lnTo>
                    <a:pt x="536" y="16"/>
                  </a:lnTo>
                  <a:lnTo>
                    <a:pt x="530" y="16"/>
                  </a:lnTo>
                  <a:lnTo>
                    <a:pt x="524" y="16"/>
                  </a:lnTo>
                  <a:lnTo>
                    <a:pt x="524" y="20"/>
                  </a:lnTo>
                  <a:lnTo>
                    <a:pt x="518" y="20"/>
                  </a:lnTo>
                  <a:lnTo>
                    <a:pt x="518" y="16"/>
                  </a:lnTo>
                  <a:lnTo>
                    <a:pt x="512" y="16"/>
                  </a:lnTo>
                  <a:lnTo>
                    <a:pt x="512" y="20"/>
                  </a:lnTo>
                  <a:lnTo>
                    <a:pt x="512" y="20"/>
                  </a:lnTo>
                  <a:lnTo>
                    <a:pt x="508" y="20"/>
                  </a:lnTo>
                  <a:lnTo>
                    <a:pt x="508" y="16"/>
                  </a:lnTo>
                  <a:lnTo>
                    <a:pt x="508" y="16"/>
                  </a:lnTo>
                  <a:lnTo>
                    <a:pt x="508" y="16"/>
                  </a:lnTo>
                  <a:lnTo>
                    <a:pt x="508" y="16"/>
                  </a:lnTo>
                  <a:close/>
                  <a:moveTo>
                    <a:pt x="1088" y="48"/>
                  </a:moveTo>
                  <a:lnTo>
                    <a:pt x="1088" y="48"/>
                  </a:lnTo>
                  <a:lnTo>
                    <a:pt x="1082" y="48"/>
                  </a:lnTo>
                  <a:lnTo>
                    <a:pt x="1078" y="48"/>
                  </a:lnTo>
                  <a:lnTo>
                    <a:pt x="1078" y="48"/>
                  </a:lnTo>
                  <a:lnTo>
                    <a:pt x="1072" y="48"/>
                  </a:lnTo>
                  <a:lnTo>
                    <a:pt x="1066" y="48"/>
                  </a:lnTo>
                  <a:lnTo>
                    <a:pt x="1066" y="48"/>
                  </a:lnTo>
                  <a:lnTo>
                    <a:pt x="1060" y="48"/>
                  </a:lnTo>
                  <a:lnTo>
                    <a:pt x="1054" y="48"/>
                  </a:lnTo>
                  <a:lnTo>
                    <a:pt x="1054" y="54"/>
                  </a:lnTo>
                  <a:lnTo>
                    <a:pt x="1054" y="54"/>
                  </a:lnTo>
                  <a:lnTo>
                    <a:pt x="1050" y="54"/>
                  </a:lnTo>
                  <a:lnTo>
                    <a:pt x="1044" y="54"/>
                  </a:lnTo>
                  <a:lnTo>
                    <a:pt x="1038" y="54"/>
                  </a:lnTo>
                  <a:lnTo>
                    <a:pt x="1038" y="54"/>
                  </a:lnTo>
                  <a:lnTo>
                    <a:pt x="1038" y="48"/>
                  </a:lnTo>
                  <a:lnTo>
                    <a:pt x="1034" y="48"/>
                  </a:lnTo>
                  <a:lnTo>
                    <a:pt x="1028" y="48"/>
                  </a:lnTo>
                  <a:lnTo>
                    <a:pt x="1028" y="48"/>
                  </a:lnTo>
                  <a:lnTo>
                    <a:pt x="1022" y="48"/>
                  </a:lnTo>
                  <a:lnTo>
                    <a:pt x="1028" y="48"/>
                  </a:lnTo>
                  <a:lnTo>
                    <a:pt x="1028" y="48"/>
                  </a:lnTo>
                  <a:lnTo>
                    <a:pt x="1034" y="48"/>
                  </a:lnTo>
                  <a:lnTo>
                    <a:pt x="1028" y="48"/>
                  </a:lnTo>
                  <a:lnTo>
                    <a:pt x="1028" y="48"/>
                  </a:lnTo>
                  <a:lnTo>
                    <a:pt x="1028" y="48"/>
                  </a:lnTo>
                  <a:lnTo>
                    <a:pt x="1034" y="48"/>
                  </a:lnTo>
                  <a:lnTo>
                    <a:pt x="1038" y="48"/>
                  </a:lnTo>
                  <a:lnTo>
                    <a:pt x="1038" y="48"/>
                  </a:lnTo>
                  <a:lnTo>
                    <a:pt x="1038" y="48"/>
                  </a:lnTo>
                  <a:lnTo>
                    <a:pt x="1034" y="48"/>
                  </a:lnTo>
                  <a:lnTo>
                    <a:pt x="1028" y="48"/>
                  </a:lnTo>
                  <a:lnTo>
                    <a:pt x="1028" y="48"/>
                  </a:lnTo>
                  <a:lnTo>
                    <a:pt x="1022" y="48"/>
                  </a:lnTo>
                  <a:lnTo>
                    <a:pt x="1018" y="48"/>
                  </a:lnTo>
                  <a:lnTo>
                    <a:pt x="1018" y="48"/>
                  </a:lnTo>
                  <a:lnTo>
                    <a:pt x="1018" y="42"/>
                  </a:lnTo>
                  <a:lnTo>
                    <a:pt x="1018" y="42"/>
                  </a:lnTo>
                  <a:lnTo>
                    <a:pt x="1022" y="42"/>
                  </a:lnTo>
                  <a:lnTo>
                    <a:pt x="1028" y="42"/>
                  </a:lnTo>
                  <a:lnTo>
                    <a:pt x="1028" y="42"/>
                  </a:lnTo>
                  <a:lnTo>
                    <a:pt x="1028" y="42"/>
                  </a:lnTo>
                  <a:lnTo>
                    <a:pt x="1022" y="42"/>
                  </a:lnTo>
                  <a:lnTo>
                    <a:pt x="1022" y="38"/>
                  </a:lnTo>
                  <a:lnTo>
                    <a:pt x="1028" y="38"/>
                  </a:lnTo>
                  <a:lnTo>
                    <a:pt x="1028" y="38"/>
                  </a:lnTo>
                  <a:lnTo>
                    <a:pt x="1034" y="38"/>
                  </a:lnTo>
                  <a:lnTo>
                    <a:pt x="1034" y="38"/>
                  </a:lnTo>
                  <a:lnTo>
                    <a:pt x="1038" y="38"/>
                  </a:lnTo>
                  <a:lnTo>
                    <a:pt x="1038" y="32"/>
                  </a:lnTo>
                  <a:lnTo>
                    <a:pt x="1038" y="32"/>
                  </a:lnTo>
                  <a:lnTo>
                    <a:pt x="1038" y="32"/>
                  </a:lnTo>
                  <a:lnTo>
                    <a:pt x="1034" y="32"/>
                  </a:lnTo>
                  <a:lnTo>
                    <a:pt x="1028" y="32"/>
                  </a:lnTo>
                  <a:lnTo>
                    <a:pt x="1034" y="32"/>
                  </a:lnTo>
                  <a:lnTo>
                    <a:pt x="1034" y="26"/>
                  </a:lnTo>
                  <a:lnTo>
                    <a:pt x="1038" y="26"/>
                  </a:lnTo>
                  <a:lnTo>
                    <a:pt x="1038" y="26"/>
                  </a:lnTo>
                  <a:lnTo>
                    <a:pt x="1038" y="26"/>
                  </a:lnTo>
                  <a:lnTo>
                    <a:pt x="1038" y="26"/>
                  </a:lnTo>
                  <a:lnTo>
                    <a:pt x="1044" y="26"/>
                  </a:lnTo>
                  <a:lnTo>
                    <a:pt x="1050" y="26"/>
                  </a:lnTo>
                  <a:lnTo>
                    <a:pt x="1054" y="26"/>
                  </a:lnTo>
                  <a:lnTo>
                    <a:pt x="1054" y="20"/>
                  </a:lnTo>
                  <a:lnTo>
                    <a:pt x="1054" y="20"/>
                  </a:lnTo>
                  <a:lnTo>
                    <a:pt x="1060" y="20"/>
                  </a:lnTo>
                  <a:lnTo>
                    <a:pt x="1066" y="20"/>
                  </a:lnTo>
                  <a:lnTo>
                    <a:pt x="1066" y="20"/>
                  </a:lnTo>
                  <a:lnTo>
                    <a:pt x="1066" y="16"/>
                  </a:lnTo>
                  <a:lnTo>
                    <a:pt x="1072" y="16"/>
                  </a:lnTo>
                  <a:lnTo>
                    <a:pt x="1078" y="16"/>
                  </a:lnTo>
                  <a:lnTo>
                    <a:pt x="1072" y="16"/>
                  </a:lnTo>
                  <a:lnTo>
                    <a:pt x="1066" y="16"/>
                  </a:lnTo>
                  <a:lnTo>
                    <a:pt x="1072" y="16"/>
                  </a:lnTo>
                  <a:lnTo>
                    <a:pt x="1078" y="16"/>
                  </a:lnTo>
                  <a:lnTo>
                    <a:pt x="1078" y="16"/>
                  </a:lnTo>
                  <a:lnTo>
                    <a:pt x="1082" y="20"/>
                  </a:lnTo>
                  <a:lnTo>
                    <a:pt x="1088" y="26"/>
                  </a:lnTo>
                  <a:lnTo>
                    <a:pt x="1088" y="26"/>
                  </a:lnTo>
                  <a:lnTo>
                    <a:pt x="1088" y="26"/>
                  </a:lnTo>
                  <a:lnTo>
                    <a:pt x="1092" y="26"/>
                  </a:lnTo>
                  <a:lnTo>
                    <a:pt x="1104" y="26"/>
                  </a:lnTo>
                  <a:lnTo>
                    <a:pt x="1104" y="32"/>
                  </a:lnTo>
                  <a:lnTo>
                    <a:pt x="1108" y="32"/>
                  </a:lnTo>
                  <a:lnTo>
                    <a:pt x="1104" y="38"/>
                  </a:lnTo>
                  <a:lnTo>
                    <a:pt x="1104" y="38"/>
                  </a:lnTo>
                  <a:lnTo>
                    <a:pt x="1098" y="38"/>
                  </a:lnTo>
                  <a:lnTo>
                    <a:pt x="1092" y="38"/>
                  </a:lnTo>
                  <a:lnTo>
                    <a:pt x="1092" y="38"/>
                  </a:lnTo>
                  <a:lnTo>
                    <a:pt x="1098" y="38"/>
                  </a:lnTo>
                  <a:lnTo>
                    <a:pt x="1098" y="42"/>
                  </a:lnTo>
                  <a:lnTo>
                    <a:pt x="1104" y="48"/>
                  </a:lnTo>
                  <a:lnTo>
                    <a:pt x="1098" y="48"/>
                  </a:lnTo>
                  <a:lnTo>
                    <a:pt x="1092" y="48"/>
                  </a:lnTo>
                  <a:lnTo>
                    <a:pt x="1088" y="48"/>
                  </a:lnTo>
                  <a:lnTo>
                    <a:pt x="1088" y="48"/>
                  </a:lnTo>
                  <a:lnTo>
                    <a:pt x="1088" y="48"/>
                  </a:lnTo>
                  <a:lnTo>
                    <a:pt x="1088" y="48"/>
                  </a:lnTo>
                  <a:close/>
                  <a:moveTo>
                    <a:pt x="604" y="26"/>
                  </a:moveTo>
                  <a:lnTo>
                    <a:pt x="610" y="26"/>
                  </a:lnTo>
                  <a:lnTo>
                    <a:pt x="610" y="26"/>
                  </a:lnTo>
                  <a:lnTo>
                    <a:pt x="616" y="26"/>
                  </a:lnTo>
                  <a:lnTo>
                    <a:pt x="622" y="26"/>
                  </a:lnTo>
                  <a:lnTo>
                    <a:pt x="622" y="26"/>
                  </a:lnTo>
                  <a:lnTo>
                    <a:pt x="626" y="26"/>
                  </a:lnTo>
                  <a:lnTo>
                    <a:pt x="632" y="26"/>
                  </a:lnTo>
                  <a:lnTo>
                    <a:pt x="626" y="26"/>
                  </a:lnTo>
                  <a:lnTo>
                    <a:pt x="626" y="20"/>
                  </a:lnTo>
                  <a:lnTo>
                    <a:pt x="632" y="20"/>
                  </a:lnTo>
                  <a:lnTo>
                    <a:pt x="632" y="20"/>
                  </a:lnTo>
                  <a:lnTo>
                    <a:pt x="638" y="20"/>
                  </a:lnTo>
                  <a:lnTo>
                    <a:pt x="644" y="20"/>
                  </a:lnTo>
                  <a:lnTo>
                    <a:pt x="644" y="20"/>
                  </a:lnTo>
                  <a:lnTo>
                    <a:pt x="644" y="26"/>
                  </a:lnTo>
                  <a:lnTo>
                    <a:pt x="644" y="26"/>
                  </a:lnTo>
                  <a:lnTo>
                    <a:pt x="644" y="32"/>
                  </a:lnTo>
                  <a:lnTo>
                    <a:pt x="638" y="32"/>
                  </a:lnTo>
                  <a:lnTo>
                    <a:pt x="632" y="32"/>
                  </a:lnTo>
                  <a:lnTo>
                    <a:pt x="632" y="32"/>
                  </a:lnTo>
                  <a:lnTo>
                    <a:pt x="626" y="32"/>
                  </a:lnTo>
                  <a:lnTo>
                    <a:pt x="622" y="32"/>
                  </a:lnTo>
                  <a:lnTo>
                    <a:pt x="622" y="32"/>
                  </a:lnTo>
                  <a:lnTo>
                    <a:pt x="622" y="38"/>
                  </a:lnTo>
                  <a:lnTo>
                    <a:pt x="616" y="38"/>
                  </a:lnTo>
                  <a:lnTo>
                    <a:pt x="610" y="38"/>
                  </a:lnTo>
                  <a:lnTo>
                    <a:pt x="610" y="32"/>
                  </a:lnTo>
                  <a:lnTo>
                    <a:pt x="610" y="32"/>
                  </a:lnTo>
                  <a:lnTo>
                    <a:pt x="604" y="32"/>
                  </a:lnTo>
                  <a:lnTo>
                    <a:pt x="604" y="26"/>
                  </a:lnTo>
                  <a:lnTo>
                    <a:pt x="604" y="26"/>
                  </a:lnTo>
                  <a:lnTo>
                    <a:pt x="604" y="26"/>
                  </a:lnTo>
                  <a:lnTo>
                    <a:pt x="604" y="26"/>
                  </a:lnTo>
                  <a:close/>
                  <a:moveTo>
                    <a:pt x="492" y="26"/>
                  </a:moveTo>
                  <a:lnTo>
                    <a:pt x="492" y="20"/>
                  </a:lnTo>
                  <a:lnTo>
                    <a:pt x="496" y="20"/>
                  </a:lnTo>
                  <a:lnTo>
                    <a:pt x="496" y="26"/>
                  </a:lnTo>
                  <a:lnTo>
                    <a:pt x="502" y="26"/>
                  </a:lnTo>
                  <a:lnTo>
                    <a:pt x="502" y="26"/>
                  </a:lnTo>
                  <a:lnTo>
                    <a:pt x="508" y="26"/>
                  </a:lnTo>
                  <a:lnTo>
                    <a:pt x="512" y="26"/>
                  </a:lnTo>
                  <a:lnTo>
                    <a:pt x="512" y="26"/>
                  </a:lnTo>
                  <a:lnTo>
                    <a:pt x="518" y="26"/>
                  </a:lnTo>
                  <a:lnTo>
                    <a:pt x="524" y="26"/>
                  </a:lnTo>
                  <a:lnTo>
                    <a:pt x="524" y="26"/>
                  </a:lnTo>
                  <a:lnTo>
                    <a:pt x="524" y="26"/>
                  </a:lnTo>
                  <a:lnTo>
                    <a:pt x="530" y="26"/>
                  </a:lnTo>
                  <a:lnTo>
                    <a:pt x="536" y="26"/>
                  </a:lnTo>
                  <a:lnTo>
                    <a:pt x="536" y="32"/>
                  </a:lnTo>
                  <a:lnTo>
                    <a:pt x="536" y="32"/>
                  </a:lnTo>
                  <a:lnTo>
                    <a:pt x="530" y="38"/>
                  </a:lnTo>
                  <a:lnTo>
                    <a:pt x="524" y="38"/>
                  </a:lnTo>
                  <a:lnTo>
                    <a:pt x="524" y="32"/>
                  </a:lnTo>
                  <a:lnTo>
                    <a:pt x="524" y="32"/>
                  </a:lnTo>
                  <a:lnTo>
                    <a:pt x="518" y="32"/>
                  </a:lnTo>
                  <a:lnTo>
                    <a:pt x="512" y="32"/>
                  </a:lnTo>
                  <a:lnTo>
                    <a:pt x="512" y="26"/>
                  </a:lnTo>
                  <a:lnTo>
                    <a:pt x="512" y="26"/>
                  </a:lnTo>
                  <a:lnTo>
                    <a:pt x="508" y="26"/>
                  </a:lnTo>
                  <a:lnTo>
                    <a:pt x="502" y="26"/>
                  </a:lnTo>
                  <a:lnTo>
                    <a:pt x="502" y="26"/>
                  </a:lnTo>
                  <a:lnTo>
                    <a:pt x="502" y="26"/>
                  </a:lnTo>
                  <a:lnTo>
                    <a:pt x="502" y="26"/>
                  </a:lnTo>
                  <a:lnTo>
                    <a:pt x="496" y="26"/>
                  </a:lnTo>
                  <a:lnTo>
                    <a:pt x="492" y="26"/>
                  </a:lnTo>
                  <a:lnTo>
                    <a:pt x="492" y="26"/>
                  </a:lnTo>
                  <a:lnTo>
                    <a:pt x="492" y="26"/>
                  </a:lnTo>
                  <a:lnTo>
                    <a:pt x="492" y="26"/>
                  </a:lnTo>
                  <a:close/>
                  <a:moveTo>
                    <a:pt x="384" y="48"/>
                  </a:moveTo>
                  <a:lnTo>
                    <a:pt x="384" y="42"/>
                  </a:lnTo>
                  <a:lnTo>
                    <a:pt x="390" y="42"/>
                  </a:lnTo>
                  <a:lnTo>
                    <a:pt x="394" y="48"/>
                  </a:lnTo>
                  <a:lnTo>
                    <a:pt x="394" y="48"/>
                  </a:lnTo>
                  <a:lnTo>
                    <a:pt x="398" y="48"/>
                  </a:lnTo>
                  <a:lnTo>
                    <a:pt x="404" y="42"/>
                  </a:lnTo>
                  <a:lnTo>
                    <a:pt x="398" y="42"/>
                  </a:lnTo>
                  <a:lnTo>
                    <a:pt x="394" y="42"/>
                  </a:lnTo>
                  <a:lnTo>
                    <a:pt x="398" y="42"/>
                  </a:lnTo>
                  <a:lnTo>
                    <a:pt x="404" y="42"/>
                  </a:lnTo>
                  <a:lnTo>
                    <a:pt x="404" y="38"/>
                  </a:lnTo>
                  <a:lnTo>
                    <a:pt x="398" y="38"/>
                  </a:lnTo>
                  <a:lnTo>
                    <a:pt x="394" y="38"/>
                  </a:lnTo>
                  <a:lnTo>
                    <a:pt x="394" y="42"/>
                  </a:lnTo>
                  <a:lnTo>
                    <a:pt x="394" y="38"/>
                  </a:lnTo>
                  <a:lnTo>
                    <a:pt x="394" y="38"/>
                  </a:lnTo>
                  <a:lnTo>
                    <a:pt x="398" y="38"/>
                  </a:lnTo>
                  <a:lnTo>
                    <a:pt x="404" y="38"/>
                  </a:lnTo>
                  <a:lnTo>
                    <a:pt x="410" y="38"/>
                  </a:lnTo>
                  <a:lnTo>
                    <a:pt x="410" y="38"/>
                  </a:lnTo>
                  <a:lnTo>
                    <a:pt x="416" y="38"/>
                  </a:lnTo>
                  <a:lnTo>
                    <a:pt x="422" y="38"/>
                  </a:lnTo>
                  <a:lnTo>
                    <a:pt x="422" y="38"/>
                  </a:lnTo>
                  <a:lnTo>
                    <a:pt x="422" y="38"/>
                  </a:lnTo>
                  <a:lnTo>
                    <a:pt x="422" y="38"/>
                  </a:lnTo>
                  <a:lnTo>
                    <a:pt x="422" y="38"/>
                  </a:lnTo>
                  <a:lnTo>
                    <a:pt x="426" y="32"/>
                  </a:lnTo>
                  <a:lnTo>
                    <a:pt x="422" y="32"/>
                  </a:lnTo>
                  <a:lnTo>
                    <a:pt x="422" y="38"/>
                  </a:lnTo>
                  <a:lnTo>
                    <a:pt x="422" y="38"/>
                  </a:lnTo>
                  <a:lnTo>
                    <a:pt x="422" y="32"/>
                  </a:lnTo>
                  <a:lnTo>
                    <a:pt x="416" y="32"/>
                  </a:lnTo>
                  <a:lnTo>
                    <a:pt x="422" y="32"/>
                  </a:lnTo>
                  <a:lnTo>
                    <a:pt x="422" y="32"/>
                  </a:lnTo>
                  <a:lnTo>
                    <a:pt x="422" y="26"/>
                  </a:lnTo>
                  <a:lnTo>
                    <a:pt x="426" y="26"/>
                  </a:lnTo>
                  <a:lnTo>
                    <a:pt x="432" y="26"/>
                  </a:lnTo>
                  <a:lnTo>
                    <a:pt x="432" y="26"/>
                  </a:lnTo>
                  <a:lnTo>
                    <a:pt x="432" y="26"/>
                  </a:lnTo>
                  <a:lnTo>
                    <a:pt x="438" y="26"/>
                  </a:lnTo>
                  <a:lnTo>
                    <a:pt x="442" y="26"/>
                  </a:lnTo>
                  <a:lnTo>
                    <a:pt x="442" y="26"/>
                  </a:lnTo>
                  <a:lnTo>
                    <a:pt x="438" y="32"/>
                  </a:lnTo>
                  <a:lnTo>
                    <a:pt x="432" y="32"/>
                  </a:lnTo>
                  <a:lnTo>
                    <a:pt x="438" y="32"/>
                  </a:lnTo>
                  <a:lnTo>
                    <a:pt x="442" y="32"/>
                  </a:lnTo>
                  <a:lnTo>
                    <a:pt x="442" y="32"/>
                  </a:lnTo>
                  <a:lnTo>
                    <a:pt x="448" y="32"/>
                  </a:lnTo>
                  <a:lnTo>
                    <a:pt x="454" y="32"/>
                  </a:lnTo>
                  <a:lnTo>
                    <a:pt x="454" y="38"/>
                  </a:lnTo>
                  <a:lnTo>
                    <a:pt x="448" y="38"/>
                  </a:lnTo>
                  <a:lnTo>
                    <a:pt x="442" y="38"/>
                  </a:lnTo>
                  <a:lnTo>
                    <a:pt x="442" y="38"/>
                  </a:lnTo>
                  <a:lnTo>
                    <a:pt x="442" y="38"/>
                  </a:lnTo>
                  <a:lnTo>
                    <a:pt x="438" y="38"/>
                  </a:lnTo>
                  <a:lnTo>
                    <a:pt x="432" y="38"/>
                  </a:lnTo>
                  <a:lnTo>
                    <a:pt x="432" y="38"/>
                  </a:lnTo>
                  <a:lnTo>
                    <a:pt x="426" y="38"/>
                  </a:lnTo>
                  <a:lnTo>
                    <a:pt x="426" y="42"/>
                  </a:lnTo>
                  <a:lnTo>
                    <a:pt x="422" y="42"/>
                  </a:lnTo>
                  <a:lnTo>
                    <a:pt x="422" y="42"/>
                  </a:lnTo>
                  <a:lnTo>
                    <a:pt x="416" y="42"/>
                  </a:lnTo>
                  <a:lnTo>
                    <a:pt x="410" y="42"/>
                  </a:lnTo>
                  <a:lnTo>
                    <a:pt x="410" y="48"/>
                  </a:lnTo>
                  <a:lnTo>
                    <a:pt x="416" y="48"/>
                  </a:lnTo>
                  <a:lnTo>
                    <a:pt x="416" y="48"/>
                  </a:lnTo>
                  <a:lnTo>
                    <a:pt x="410" y="48"/>
                  </a:lnTo>
                  <a:lnTo>
                    <a:pt x="410" y="48"/>
                  </a:lnTo>
                  <a:lnTo>
                    <a:pt x="410" y="48"/>
                  </a:lnTo>
                  <a:lnTo>
                    <a:pt x="410" y="48"/>
                  </a:lnTo>
                  <a:lnTo>
                    <a:pt x="404" y="48"/>
                  </a:lnTo>
                  <a:lnTo>
                    <a:pt x="398" y="48"/>
                  </a:lnTo>
                  <a:lnTo>
                    <a:pt x="394" y="48"/>
                  </a:lnTo>
                  <a:lnTo>
                    <a:pt x="394" y="54"/>
                  </a:lnTo>
                  <a:lnTo>
                    <a:pt x="394" y="48"/>
                  </a:lnTo>
                  <a:lnTo>
                    <a:pt x="398" y="48"/>
                  </a:lnTo>
                  <a:lnTo>
                    <a:pt x="398" y="48"/>
                  </a:lnTo>
                  <a:lnTo>
                    <a:pt x="394" y="48"/>
                  </a:lnTo>
                  <a:lnTo>
                    <a:pt x="394" y="48"/>
                  </a:lnTo>
                  <a:lnTo>
                    <a:pt x="390" y="48"/>
                  </a:lnTo>
                  <a:lnTo>
                    <a:pt x="384" y="48"/>
                  </a:lnTo>
                  <a:lnTo>
                    <a:pt x="384" y="48"/>
                  </a:lnTo>
                  <a:lnTo>
                    <a:pt x="384" y="48"/>
                  </a:lnTo>
                  <a:lnTo>
                    <a:pt x="384" y="48"/>
                  </a:lnTo>
                  <a:lnTo>
                    <a:pt x="384" y="48"/>
                  </a:lnTo>
                  <a:lnTo>
                    <a:pt x="384" y="48"/>
                  </a:lnTo>
                  <a:close/>
                  <a:moveTo>
                    <a:pt x="562" y="38"/>
                  </a:moveTo>
                  <a:lnTo>
                    <a:pt x="562" y="38"/>
                  </a:lnTo>
                  <a:lnTo>
                    <a:pt x="562" y="32"/>
                  </a:lnTo>
                  <a:lnTo>
                    <a:pt x="562" y="32"/>
                  </a:lnTo>
                  <a:lnTo>
                    <a:pt x="568" y="32"/>
                  </a:lnTo>
                  <a:lnTo>
                    <a:pt x="568" y="26"/>
                  </a:lnTo>
                  <a:lnTo>
                    <a:pt x="572" y="26"/>
                  </a:lnTo>
                  <a:lnTo>
                    <a:pt x="572" y="26"/>
                  </a:lnTo>
                  <a:lnTo>
                    <a:pt x="572" y="32"/>
                  </a:lnTo>
                  <a:lnTo>
                    <a:pt x="572" y="32"/>
                  </a:lnTo>
                  <a:lnTo>
                    <a:pt x="572" y="32"/>
                  </a:lnTo>
                  <a:lnTo>
                    <a:pt x="578" y="32"/>
                  </a:lnTo>
                  <a:lnTo>
                    <a:pt x="584" y="32"/>
                  </a:lnTo>
                  <a:lnTo>
                    <a:pt x="584" y="26"/>
                  </a:lnTo>
                  <a:lnTo>
                    <a:pt x="590" y="26"/>
                  </a:lnTo>
                  <a:lnTo>
                    <a:pt x="596" y="26"/>
                  </a:lnTo>
                  <a:lnTo>
                    <a:pt x="600" y="26"/>
                  </a:lnTo>
                  <a:lnTo>
                    <a:pt x="600" y="26"/>
                  </a:lnTo>
                  <a:lnTo>
                    <a:pt x="600" y="32"/>
                  </a:lnTo>
                  <a:lnTo>
                    <a:pt x="600" y="38"/>
                  </a:lnTo>
                  <a:lnTo>
                    <a:pt x="600" y="38"/>
                  </a:lnTo>
                  <a:lnTo>
                    <a:pt x="600" y="38"/>
                  </a:lnTo>
                  <a:lnTo>
                    <a:pt x="600" y="38"/>
                  </a:lnTo>
                  <a:lnTo>
                    <a:pt x="596" y="38"/>
                  </a:lnTo>
                  <a:lnTo>
                    <a:pt x="596" y="38"/>
                  </a:lnTo>
                  <a:lnTo>
                    <a:pt x="590" y="38"/>
                  </a:lnTo>
                  <a:lnTo>
                    <a:pt x="584" y="42"/>
                  </a:lnTo>
                  <a:lnTo>
                    <a:pt x="584" y="42"/>
                  </a:lnTo>
                  <a:lnTo>
                    <a:pt x="578" y="42"/>
                  </a:lnTo>
                  <a:lnTo>
                    <a:pt x="578" y="38"/>
                  </a:lnTo>
                  <a:lnTo>
                    <a:pt x="572" y="38"/>
                  </a:lnTo>
                  <a:lnTo>
                    <a:pt x="572" y="38"/>
                  </a:lnTo>
                  <a:lnTo>
                    <a:pt x="568" y="42"/>
                  </a:lnTo>
                  <a:lnTo>
                    <a:pt x="562" y="42"/>
                  </a:lnTo>
                  <a:lnTo>
                    <a:pt x="562" y="38"/>
                  </a:lnTo>
                  <a:lnTo>
                    <a:pt x="562" y="38"/>
                  </a:lnTo>
                  <a:lnTo>
                    <a:pt x="562" y="38"/>
                  </a:lnTo>
                  <a:lnTo>
                    <a:pt x="562" y="38"/>
                  </a:lnTo>
                  <a:lnTo>
                    <a:pt x="562" y="38"/>
                  </a:lnTo>
                  <a:close/>
                  <a:moveTo>
                    <a:pt x="372" y="42"/>
                  </a:moveTo>
                  <a:lnTo>
                    <a:pt x="372" y="38"/>
                  </a:lnTo>
                  <a:lnTo>
                    <a:pt x="372" y="38"/>
                  </a:lnTo>
                  <a:lnTo>
                    <a:pt x="368" y="38"/>
                  </a:lnTo>
                  <a:lnTo>
                    <a:pt x="362" y="38"/>
                  </a:lnTo>
                  <a:lnTo>
                    <a:pt x="362" y="38"/>
                  </a:lnTo>
                  <a:lnTo>
                    <a:pt x="362" y="38"/>
                  </a:lnTo>
                  <a:lnTo>
                    <a:pt x="356" y="38"/>
                  </a:lnTo>
                  <a:lnTo>
                    <a:pt x="362" y="38"/>
                  </a:lnTo>
                  <a:lnTo>
                    <a:pt x="362" y="38"/>
                  </a:lnTo>
                  <a:lnTo>
                    <a:pt x="368" y="38"/>
                  </a:lnTo>
                  <a:lnTo>
                    <a:pt x="372" y="38"/>
                  </a:lnTo>
                  <a:lnTo>
                    <a:pt x="372" y="38"/>
                  </a:lnTo>
                  <a:lnTo>
                    <a:pt x="378" y="38"/>
                  </a:lnTo>
                  <a:lnTo>
                    <a:pt x="384" y="32"/>
                  </a:lnTo>
                  <a:lnTo>
                    <a:pt x="378" y="32"/>
                  </a:lnTo>
                  <a:lnTo>
                    <a:pt x="384" y="32"/>
                  </a:lnTo>
                  <a:lnTo>
                    <a:pt x="384" y="32"/>
                  </a:lnTo>
                  <a:lnTo>
                    <a:pt x="390" y="32"/>
                  </a:lnTo>
                  <a:lnTo>
                    <a:pt x="390" y="26"/>
                  </a:lnTo>
                  <a:lnTo>
                    <a:pt x="394" y="26"/>
                  </a:lnTo>
                  <a:lnTo>
                    <a:pt x="394" y="26"/>
                  </a:lnTo>
                  <a:lnTo>
                    <a:pt x="394" y="32"/>
                  </a:lnTo>
                  <a:lnTo>
                    <a:pt x="398" y="32"/>
                  </a:lnTo>
                  <a:lnTo>
                    <a:pt x="404" y="32"/>
                  </a:lnTo>
                  <a:lnTo>
                    <a:pt x="410" y="32"/>
                  </a:lnTo>
                  <a:lnTo>
                    <a:pt x="410" y="32"/>
                  </a:lnTo>
                  <a:lnTo>
                    <a:pt x="410" y="32"/>
                  </a:lnTo>
                  <a:lnTo>
                    <a:pt x="410" y="38"/>
                  </a:lnTo>
                  <a:lnTo>
                    <a:pt x="410" y="38"/>
                  </a:lnTo>
                  <a:lnTo>
                    <a:pt x="404" y="38"/>
                  </a:lnTo>
                  <a:lnTo>
                    <a:pt x="398" y="38"/>
                  </a:lnTo>
                  <a:lnTo>
                    <a:pt x="398" y="32"/>
                  </a:lnTo>
                  <a:lnTo>
                    <a:pt x="394" y="32"/>
                  </a:lnTo>
                  <a:lnTo>
                    <a:pt x="394" y="32"/>
                  </a:lnTo>
                  <a:lnTo>
                    <a:pt x="394" y="38"/>
                  </a:lnTo>
                  <a:lnTo>
                    <a:pt x="390" y="38"/>
                  </a:lnTo>
                  <a:lnTo>
                    <a:pt x="384" y="38"/>
                  </a:lnTo>
                  <a:lnTo>
                    <a:pt x="384" y="38"/>
                  </a:lnTo>
                  <a:lnTo>
                    <a:pt x="378" y="38"/>
                  </a:lnTo>
                  <a:lnTo>
                    <a:pt x="384" y="38"/>
                  </a:lnTo>
                  <a:lnTo>
                    <a:pt x="378" y="38"/>
                  </a:lnTo>
                  <a:lnTo>
                    <a:pt x="372" y="42"/>
                  </a:lnTo>
                  <a:lnTo>
                    <a:pt x="372" y="42"/>
                  </a:lnTo>
                  <a:lnTo>
                    <a:pt x="372" y="42"/>
                  </a:lnTo>
                  <a:lnTo>
                    <a:pt x="372" y="42"/>
                  </a:lnTo>
                  <a:close/>
                  <a:moveTo>
                    <a:pt x="536" y="48"/>
                  </a:moveTo>
                  <a:lnTo>
                    <a:pt x="536" y="48"/>
                  </a:lnTo>
                  <a:lnTo>
                    <a:pt x="530" y="48"/>
                  </a:lnTo>
                  <a:lnTo>
                    <a:pt x="530" y="42"/>
                  </a:lnTo>
                  <a:lnTo>
                    <a:pt x="530" y="38"/>
                  </a:lnTo>
                  <a:lnTo>
                    <a:pt x="524" y="38"/>
                  </a:lnTo>
                  <a:lnTo>
                    <a:pt x="530" y="38"/>
                  </a:lnTo>
                  <a:lnTo>
                    <a:pt x="536" y="38"/>
                  </a:lnTo>
                  <a:lnTo>
                    <a:pt x="536" y="38"/>
                  </a:lnTo>
                  <a:lnTo>
                    <a:pt x="540" y="38"/>
                  </a:lnTo>
                  <a:lnTo>
                    <a:pt x="550" y="38"/>
                  </a:lnTo>
                  <a:lnTo>
                    <a:pt x="550" y="42"/>
                  </a:lnTo>
                  <a:lnTo>
                    <a:pt x="556" y="42"/>
                  </a:lnTo>
                  <a:lnTo>
                    <a:pt x="562" y="42"/>
                  </a:lnTo>
                  <a:lnTo>
                    <a:pt x="562" y="48"/>
                  </a:lnTo>
                  <a:lnTo>
                    <a:pt x="550" y="42"/>
                  </a:lnTo>
                  <a:lnTo>
                    <a:pt x="550" y="42"/>
                  </a:lnTo>
                  <a:lnTo>
                    <a:pt x="550" y="48"/>
                  </a:lnTo>
                  <a:lnTo>
                    <a:pt x="546" y="48"/>
                  </a:lnTo>
                  <a:lnTo>
                    <a:pt x="540" y="48"/>
                  </a:lnTo>
                  <a:lnTo>
                    <a:pt x="546" y="48"/>
                  </a:lnTo>
                  <a:lnTo>
                    <a:pt x="550" y="48"/>
                  </a:lnTo>
                  <a:lnTo>
                    <a:pt x="550" y="48"/>
                  </a:lnTo>
                  <a:lnTo>
                    <a:pt x="546" y="48"/>
                  </a:lnTo>
                  <a:lnTo>
                    <a:pt x="540" y="48"/>
                  </a:lnTo>
                  <a:lnTo>
                    <a:pt x="540" y="48"/>
                  </a:lnTo>
                  <a:lnTo>
                    <a:pt x="540" y="48"/>
                  </a:lnTo>
                  <a:lnTo>
                    <a:pt x="536" y="48"/>
                  </a:lnTo>
                  <a:lnTo>
                    <a:pt x="536" y="48"/>
                  </a:lnTo>
                  <a:lnTo>
                    <a:pt x="536" y="48"/>
                  </a:lnTo>
                  <a:lnTo>
                    <a:pt x="536" y="48"/>
                  </a:lnTo>
                  <a:close/>
                  <a:moveTo>
                    <a:pt x="512" y="48"/>
                  </a:moveTo>
                  <a:lnTo>
                    <a:pt x="512" y="48"/>
                  </a:lnTo>
                  <a:lnTo>
                    <a:pt x="512" y="48"/>
                  </a:lnTo>
                  <a:lnTo>
                    <a:pt x="512" y="42"/>
                  </a:lnTo>
                  <a:lnTo>
                    <a:pt x="512" y="42"/>
                  </a:lnTo>
                  <a:lnTo>
                    <a:pt x="518" y="42"/>
                  </a:lnTo>
                  <a:lnTo>
                    <a:pt x="524" y="42"/>
                  </a:lnTo>
                  <a:lnTo>
                    <a:pt x="524" y="42"/>
                  </a:lnTo>
                  <a:lnTo>
                    <a:pt x="530" y="42"/>
                  </a:lnTo>
                  <a:lnTo>
                    <a:pt x="530" y="48"/>
                  </a:lnTo>
                  <a:lnTo>
                    <a:pt x="530" y="48"/>
                  </a:lnTo>
                  <a:lnTo>
                    <a:pt x="524" y="48"/>
                  </a:lnTo>
                  <a:lnTo>
                    <a:pt x="524" y="54"/>
                  </a:lnTo>
                  <a:lnTo>
                    <a:pt x="524" y="54"/>
                  </a:lnTo>
                  <a:lnTo>
                    <a:pt x="524" y="48"/>
                  </a:lnTo>
                  <a:lnTo>
                    <a:pt x="518" y="48"/>
                  </a:lnTo>
                  <a:lnTo>
                    <a:pt x="512" y="48"/>
                  </a:lnTo>
                  <a:lnTo>
                    <a:pt x="512" y="48"/>
                  </a:lnTo>
                  <a:lnTo>
                    <a:pt x="508" y="48"/>
                  </a:lnTo>
                  <a:lnTo>
                    <a:pt x="512" y="48"/>
                  </a:lnTo>
                  <a:lnTo>
                    <a:pt x="512" y="48"/>
                  </a:lnTo>
                  <a:lnTo>
                    <a:pt x="512" y="48"/>
                  </a:lnTo>
                  <a:lnTo>
                    <a:pt x="512" y="48"/>
                  </a:lnTo>
                  <a:close/>
                  <a:moveTo>
                    <a:pt x="1038" y="70"/>
                  </a:moveTo>
                  <a:lnTo>
                    <a:pt x="1038" y="70"/>
                  </a:lnTo>
                  <a:lnTo>
                    <a:pt x="1038" y="70"/>
                  </a:lnTo>
                  <a:lnTo>
                    <a:pt x="1038" y="70"/>
                  </a:lnTo>
                  <a:lnTo>
                    <a:pt x="1034" y="66"/>
                  </a:lnTo>
                  <a:lnTo>
                    <a:pt x="1038" y="66"/>
                  </a:lnTo>
                  <a:lnTo>
                    <a:pt x="1038" y="70"/>
                  </a:lnTo>
                  <a:lnTo>
                    <a:pt x="1038" y="70"/>
                  </a:lnTo>
                  <a:lnTo>
                    <a:pt x="1044" y="66"/>
                  </a:lnTo>
                  <a:lnTo>
                    <a:pt x="1050" y="66"/>
                  </a:lnTo>
                  <a:lnTo>
                    <a:pt x="1050" y="60"/>
                  </a:lnTo>
                  <a:lnTo>
                    <a:pt x="1054" y="60"/>
                  </a:lnTo>
                  <a:lnTo>
                    <a:pt x="1054" y="60"/>
                  </a:lnTo>
                  <a:lnTo>
                    <a:pt x="1060" y="60"/>
                  </a:lnTo>
                  <a:lnTo>
                    <a:pt x="1060" y="60"/>
                  </a:lnTo>
                  <a:lnTo>
                    <a:pt x="1054" y="60"/>
                  </a:lnTo>
                  <a:lnTo>
                    <a:pt x="1054" y="54"/>
                  </a:lnTo>
                  <a:lnTo>
                    <a:pt x="1060" y="54"/>
                  </a:lnTo>
                  <a:lnTo>
                    <a:pt x="1066" y="54"/>
                  </a:lnTo>
                  <a:lnTo>
                    <a:pt x="1066" y="48"/>
                  </a:lnTo>
                  <a:lnTo>
                    <a:pt x="1066" y="48"/>
                  </a:lnTo>
                  <a:lnTo>
                    <a:pt x="1066" y="54"/>
                  </a:lnTo>
                  <a:lnTo>
                    <a:pt x="1072" y="54"/>
                  </a:lnTo>
                  <a:lnTo>
                    <a:pt x="1072" y="48"/>
                  </a:lnTo>
                  <a:lnTo>
                    <a:pt x="1078" y="48"/>
                  </a:lnTo>
                  <a:lnTo>
                    <a:pt x="1078" y="48"/>
                  </a:lnTo>
                  <a:lnTo>
                    <a:pt x="1082" y="48"/>
                  </a:lnTo>
                  <a:lnTo>
                    <a:pt x="1088" y="48"/>
                  </a:lnTo>
                  <a:lnTo>
                    <a:pt x="1088" y="48"/>
                  </a:lnTo>
                  <a:lnTo>
                    <a:pt x="1092" y="48"/>
                  </a:lnTo>
                  <a:lnTo>
                    <a:pt x="1098" y="48"/>
                  </a:lnTo>
                  <a:lnTo>
                    <a:pt x="1104" y="48"/>
                  </a:lnTo>
                  <a:lnTo>
                    <a:pt x="1104" y="48"/>
                  </a:lnTo>
                  <a:lnTo>
                    <a:pt x="1108" y="54"/>
                  </a:lnTo>
                  <a:lnTo>
                    <a:pt x="1104" y="60"/>
                  </a:lnTo>
                  <a:lnTo>
                    <a:pt x="1104" y="60"/>
                  </a:lnTo>
                  <a:lnTo>
                    <a:pt x="1098" y="60"/>
                  </a:lnTo>
                  <a:lnTo>
                    <a:pt x="1104" y="60"/>
                  </a:lnTo>
                  <a:lnTo>
                    <a:pt x="1104" y="60"/>
                  </a:lnTo>
                  <a:lnTo>
                    <a:pt x="1104" y="60"/>
                  </a:lnTo>
                  <a:lnTo>
                    <a:pt x="1108" y="60"/>
                  </a:lnTo>
                  <a:lnTo>
                    <a:pt x="1108" y="60"/>
                  </a:lnTo>
                  <a:lnTo>
                    <a:pt x="1114" y="60"/>
                  </a:lnTo>
                  <a:lnTo>
                    <a:pt x="1114" y="54"/>
                  </a:lnTo>
                  <a:lnTo>
                    <a:pt x="1120" y="54"/>
                  </a:lnTo>
                  <a:lnTo>
                    <a:pt x="1120" y="54"/>
                  </a:lnTo>
                  <a:lnTo>
                    <a:pt x="1126" y="54"/>
                  </a:lnTo>
                  <a:lnTo>
                    <a:pt x="1132" y="54"/>
                  </a:lnTo>
                  <a:lnTo>
                    <a:pt x="1132" y="60"/>
                  </a:lnTo>
                  <a:lnTo>
                    <a:pt x="1136" y="60"/>
                  </a:lnTo>
                  <a:lnTo>
                    <a:pt x="1136" y="60"/>
                  </a:lnTo>
                  <a:lnTo>
                    <a:pt x="1136" y="60"/>
                  </a:lnTo>
                  <a:lnTo>
                    <a:pt x="1136" y="60"/>
                  </a:lnTo>
                  <a:lnTo>
                    <a:pt x="1136" y="66"/>
                  </a:lnTo>
                  <a:lnTo>
                    <a:pt x="1132" y="66"/>
                  </a:lnTo>
                  <a:lnTo>
                    <a:pt x="1132" y="70"/>
                  </a:lnTo>
                  <a:lnTo>
                    <a:pt x="1132" y="70"/>
                  </a:lnTo>
                  <a:lnTo>
                    <a:pt x="1136" y="70"/>
                  </a:lnTo>
                  <a:lnTo>
                    <a:pt x="1132" y="70"/>
                  </a:lnTo>
                  <a:lnTo>
                    <a:pt x="1132" y="74"/>
                  </a:lnTo>
                  <a:lnTo>
                    <a:pt x="1126" y="74"/>
                  </a:lnTo>
                  <a:lnTo>
                    <a:pt x="1126" y="70"/>
                  </a:lnTo>
                  <a:lnTo>
                    <a:pt x="1120" y="70"/>
                  </a:lnTo>
                  <a:lnTo>
                    <a:pt x="1120" y="74"/>
                  </a:lnTo>
                  <a:lnTo>
                    <a:pt x="1126" y="74"/>
                  </a:lnTo>
                  <a:lnTo>
                    <a:pt x="1132" y="74"/>
                  </a:lnTo>
                  <a:lnTo>
                    <a:pt x="1132" y="80"/>
                  </a:lnTo>
                  <a:lnTo>
                    <a:pt x="1136" y="80"/>
                  </a:lnTo>
                  <a:lnTo>
                    <a:pt x="1136" y="86"/>
                  </a:lnTo>
                  <a:lnTo>
                    <a:pt x="1132" y="86"/>
                  </a:lnTo>
                  <a:lnTo>
                    <a:pt x="1126" y="86"/>
                  </a:lnTo>
                  <a:lnTo>
                    <a:pt x="1120" y="86"/>
                  </a:lnTo>
                  <a:lnTo>
                    <a:pt x="1120" y="86"/>
                  </a:lnTo>
                  <a:lnTo>
                    <a:pt x="1114" y="86"/>
                  </a:lnTo>
                  <a:lnTo>
                    <a:pt x="1114" y="92"/>
                  </a:lnTo>
                  <a:lnTo>
                    <a:pt x="1108" y="86"/>
                  </a:lnTo>
                  <a:lnTo>
                    <a:pt x="1108" y="86"/>
                  </a:lnTo>
                  <a:lnTo>
                    <a:pt x="1104" y="86"/>
                  </a:lnTo>
                  <a:lnTo>
                    <a:pt x="1104" y="86"/>
                  </a:lnTo>
                  <a:lnTo>
                    <a:pt x="1098" y="86"/>
                  </a:lnTo>
                  <a:lnTo>
                    <a:pt x="1092" y="86"/>
                  </a:lnTo>
                  <a:lnTo>
                    <a:pt x="1092" y="86"/>
                  </a:lnTo>
                  <a:lnTo>
                    <a:pt x="1088" y="86"/>
                  </a:lnTo>
                  <a:lnTo>
                    <a:pt x="1088" y="86"/>
                  </a:lnTo>
                  <a:lnTo>
                    <a:pt x="1082" y="86"/>
                  </a:lnTo>
                  <a:lnTo>
                    <a:pt x="1088" y="86"/>
                  </a:lnTo>
                  <a:lnTo>
                    <a:pt x="1082" y="86"/>
                  </a:lnTo>
                  <a:lnTo>
                    <a:pt x="1078" y="86"/>
                  </a:lnTo>
                  <a:lnTo>
                    <a:pt x="1078" y="86"/>
                  </a:lnTo>
                  <a:lnTo>
                    <a:pt x="1078" y="80"/>
                  </a:lnTo>
                  <a:lnTo>
                    <a:pt x="1072" y="80"/>
                  </a:lnTo>
                  <a:lnTo>
                    <a:pt x="1066" y="80"/>
                  </a:lnTo>
                  <a:lnTo>
                    <a:pt x="1066" y="80"/>
                  </a:lnTo>
                  <a:lnTo>
                    <a:pt x="1060" y="80"/>
                  </a:lnTo>
                  <a:lnTo>
                    <a:pt x="1060" y="74"/>
                  </a:lnTo>
                  <a:lnTo>
                    <a:pt x="1054" y="74"/>
                  </a:lnTo>
                  <a:lnTo>
                    <a:pt x="1054" y="70"/>
                  </a:lnTo>
                  <a:lnTo>
                    <a:pt x="1054" y="70"/>
                  </a:lnTo>
                  <a:lnTo>
                    <a:pt x="1054" y="70"/>
                  </a:lnTo>
                  <a:lnTo>
                    <a:pt x="1050" y="70"/>
                  </a:lnTo>
                  <a:lnTo>
                    <a:pt x="1054" y="70"/>
                  </a:lnTo>
                  <a:lnTo>
                    <a:pt x="1050" y="70"/>
                  </a:lnTo>
                  <a:lnTo>
                    <a:pt x="1050" y="66"/>
                  </a:lnTo>
                  <a:lnTo>
                    <a:pt x="1044" y="70"/>
                  </a:lnTo>
                  <a:lnTo>
                    <a:pt x="1038" y="70"/>
                  </a:lnTo>
                  <a:lnTo>
                    <a:pt x="1038" y="70"/>
                  </a:lnTo>
                  <a:lnTo>
                    <a:pt x="1038" y="70"/>
                  </a:lnTo>
                  <a:lnTo>
                    <a:pt x="1038" y="70"/>
                  </a:lnTo>
                  <a:close/>
                  <a:moveTo>
                    <a:pt x="1012" y="54"/>
                  </a:moveTo>
                  <a:lnTo>
                    <a:pt x="1006" y="54"/>
                  </a:lnTo>
                  <a:lnTo>
                    <a:pt x="1012" y="54"/>
                  </a:lnTo>
                  <a:lnTo>
                    <a:pt x="1018" y="54"/>
                  </a:lnTo>
                  <a:lnTo>
                    <a:pt x="1018" y="54"/>
                  </a:lnTo>
                  <a:lnTo>
                    <a:pt x="1022" y="54"/>
                  </a:lnTo>
                  <a:lnTo>
                    <a:pt x="1028" y="54"/>
                  </a:lnTo>
                  <a:lnTo>
                    <a:pt x="1028" y="54"/>
                  </a:lnTo>
                  <a:lnTo>
                    <a:pt x="1034" y="54"/>
                  </a:lnTo>
                  <a:lnTo>
                    <a:pt x="1038" y="54"/>
                  </a:lnTo>
                  <a:lnTo>
                    <a:pt x="1038" y="54"/>
                  </a:lnTo>
                  <a:lnTo>
                    <a:pt x="1044" y="54"/>
                  </a:lnTo>
                  <a:lnTo>
                    <a:pt x="1050" y="60"/>
                  </a:lnTo>
                  <a:lnTo>
                    <a:pt x="1044" y="60"/>
                  </a:lnTo>
                  <a:lnTo>
                    <a:pt x="1044" y="60"/>
                  </a:lnTo>
                  <a:lnTo>
                    <a:pt x="1038" y="60"/>
                  </a:lnTo>
                  <a:lnTo>
                    <a:pt x="1038" y="60"/>
                  </a:lnTo>
                  <a:lnTo>
                    <a:pt x="1034" y="60"/>
                  </a:lnTo>
                  <a:lnTo>
                    <a:pt x="1034" y="66"/>
                  </a:lnTo>
                  <a:lnTo>
                    <a:pt x="1028" y="66"/>
                  </a:lnTo>
                  <a:lnTo>
                    <a:pt x="1028" y="66"/>
                  </a:lnTo>
                  <a:lnTo>
                    <a:pt x="1022" y="66"/>
                  </a:lnTo>
                  <a:lnTo>
                    <a:pt x="1022" y="60"/>
                  </a:lnTo>
                  <a:lnTo>
                    <a:pt x="1028" y="60"/>
                  </a:lnTo>
                  <a:lnTo>
                    <a:pt x="1022" y="60"/>
                  </a:lnTo>
                  <a:lnTo>
                    <a:pt x="1018" y="60"/>
                  </a:lnTo>
                  <a:lnTo>
                    <a:pt x="1012" y="60"/>
                  </a:lnTo>
                  <a:lnTo>
                    <a:pt x="1012" y="54"/>
                  </a:lnTo>
                  <a:lnTo>
                    <a:pt x="1012" y="54"/>
                  </a:lnTo>
                  <a:lnTo>
                    <a:pt x="1012" y="54"/>
                  </a:lnTo>
                  <a:lnTo>
                    <a:pt x="1012" y="54"/>
                  </a:lnTo>
                  <a:close/>
                  <a:moveTo>
                    <a:pt x="1136" y="66"/>
                  </a:moveTo>
                  <a:lnTo>
                    <a:pt x="1136" y="60"/>
                  </a:lnTo>
                  <a:lnTo>
                    <a:pt x="1136" y="60"/>
                  </a:lnTo>
                  <a:lnTo>
                    <a:pt x="1142" y="66"/>
                  </a:lnTo>
                  <a:lnTo>
                    <a:pt x="1136" y="66"/>
                  </a:lnTo>
                  <a:lnTo>
                    <a:pt x="1136" y="66"/>
                  </a:lnTo>
                  <a:lnTo>
                    <a:pt x="1136" y="66"/>
                  </a:lnTo>
                  <a:lnTo>
                    <a:pt x="1136" y="66"/>
                  </a:lnTo>
                  <a:lnTo>
                    <a:pt x="1136" y="66"/>
                  </a:lnTo>
                  <a:close/>
                  <a:moveTo>
                    <a:pt x="806" y="70"/>
                  </a:moveTo>
                  <a:lnTo>
                    <a:pt x="800" y="70"/>
                  </a:lnTo>
                  <a:lnTo>
                    <a:pt x="800" y="66"/>
                  </a:lnTo>
                  <a:lnTo>
                    <a:pt x="800" y="66"/>
                  </a:lnTo>
                  <a:lnTo>
                    <a:pt x="806" y="66"/>
                  </a:lnTo>
                  <a:lnTo>
                    <a:pt x="812" y="66"/>
                  </a:lnTo>
                  <a:lnTo>
                    <a:pt x="812" y="66"/>
                  </a:lnTo>
                  <a:lnTo>
                    <a:pt x="812" y="70"/>
                  </a:lnTo>
                  <a:lnTo>
                    <a:pt x="818" y="70"/>
                  </a:lnTo>
                  <a:lnTo>
                    <a:pt x="822" y="70"/>
                  </a:lnTo>
                  <a:lnTo>
                    <a:pt x="818" y="70"/>
                  </a:lnTo>
                  <a:lnTo>
                    <a:pt x="812" y="70"/>
                  </a:lnTo>
                  <a:lnTo>
                    <a:pt x="812" y="70"/>
                  </a:lnTo>
                  <a:lnTo>
                    <a:pt x="806" y="70"/>
                  </a:lnTo>
                  <a:lnTo>
                    <a:pt x="806" y="70"/>
                  </a:lnTo>
                  <a:lnTo>
                    <a:pt x="806" y="70"/>
                  </a:lnTo>
                  <a:lnTo>
                    <a:pt x="806" y="70"/>
                  </a:lnTo>
                  <a:close/>
                  <a:moveTo>
                    <a:pt x="1018" y="70"/>
                  </a:moveTo>
                  <a:lnTo>
                    <a:pt x="1022" y="70"/>
                  </a:lnTo>
                  <a:lnTo>
                    <a:pt x="1028" y="70"/>
                  </a:lnTo>
                  <a:lnTo>
                    <a:pt x="1028" y="70"/>
                  </a:lnTo>
                  <a:lnTo>
                    <a:pt x="1028" y="70"/>
                  </a:lnTo>
                  <a:lnTo>
                    <a:pt x="1028" y="70"/>
                  </a:lnTo>
                  <a:lnTo>
                    <a:pt x="1022" y="70"/>
                  </a:lnTo>
                  <a:lnTo>
                    <a:pt x="1018" y="70"/>
                  </a:lnTo>
                  <a:lnTo>
                    <a:pt x="1018" y="70"/>
                  </a:lnTo>
                  <a:lnTo>
                    <a:pt x="1018" y="70"/>
                  </a:lnTo>
                  <a:lnTo>
                    <a:pt x="1018" y="70"/>
                  </a:lnTo>
                  <a:close/>
                  <a:moveTo>
                    <a:pt x="1028" y="70"/>
                  </a:moveTo>
                  <a:lnTo>
                    <a:pt x="1034" y="70"/>
                  </a:lnTo>
                  <a:lnTo>
                    <a:pt x="1038" y="70"/>
                  </a:lnTo>
                  <a:lnTo>
                    <a:pt x="1038" y="70"/>
                  </a:lnTo>
                  <a:lnTo>
                    <a:pt x="1034" y="70"/>
                  </a:lnTo>
                  <a:lnTo>
                    <a:pt x="1028" y="70"/>
                  </a:lnTo>
                  <a:lnTo>
                    <a:pt x="1028" y="70"/>
                  </a:lnTo>
                  <a:lnTo>
                    <a:pt x="1028" y="70"/>
                  </a:lnTo>
                  <a:lnTo>
                    <a:pt x="1028" y="70"/>
                  </a:lnTo>
                  <a:close/>
                  <a:moveTo>
                    <a:pt x="1206" y="96"/>
                  </a:moveTo>
                  <a:lnTo>
                    <a:pt x="1206" y="96"/>
                  </a:lnTo>
                  <a:lnTo>
                    <a:pt x="1206" y="102"/>
                  </a:lnTo>
                  <a:lnTo>
                    <a:pt x="1200" y="102"/>
                  </a:lnTo>
                  <a:lnTo>
                    <a:pt x="1196" y="102"/>
                  </a:lnTo>
                  <a:lnTo>
                    <a:pt x="1196" y="102"/>
                  </a:lnTo>
                  <a:lnTo>
                    <a:pt x="1190" y="102"/>
                  </a:lnTo>
                  <a:lnTo>
                    <a:pt x="1186" y="102"/>
                  </a:lnTo>
                  <a:lnTo>
                    <a:pt x="1186" y="108"/>
                  </a:lnTo>
                  <a:lnTo>
                    <a:pt x="1180" y="108"/>
                  </a:lnTo>
                  <a:lnTo>
                    <a:pt x="1174" y="108"/>
                  </a:lnTo>
                  <a:lnTo>
                    <a:pt x="1168" y="108"/>
                  </a:lnTo>
                  <a:lnTo>
                    <a:pt x="1168" y="108"/>
                  </a:lnTo>
                  <a:lnTo>
                    <a:pt x="1162" y="108"/>
                  </a:lnTo>
                  <a:lnTo>
                    <a:pt x="1158" y="108"/>
                  </a:lnTo>
                  <a:lnTo>
                    <a:pt x="1158" y="108"/>
                  </a:lnTo>
                  <a:lnTo>
                    <a:pt x="1152" y="108"/>
                  </a:lnTo>
                  <a:lnTo>
                    <a:pt x="1146" y="108"/>
                  </a:lnTo>
                  <a:lnTo>
                    <a:pt x="1146" y="108"/>
                  </a:lnTo>
                  <a:lnTo>
                    <a:pt x="1146" y="108"/>
                  </a:lnTo>
                  <a:lnTo>
                    <a:pt x="1142" y="108"/>
                  </a:lnTo>
                  <a:lnTo>
                    <a:pt x="1136" y="114"/>
                  </a:lnTo>
                  <a:lnTo>
                    <a:pt x="1136" y="114"/>
                  </a:lnTo>
                  <a:lnTo>
                    <a:pt x="1132" y="114"/>
                  </a:lnTo>
                  <a:lnTo>
                    <a:pt x="1126" y="114"/>
                  </a:lnTo>
                  <a:lnTo>
                    <a:pt x="1126" y="108"/>
                  </a:lnTo>
                  <a:lnTo>
                    <a:pt x="1132" y="108"/>
                  </a:lnTo>
                  <a:lnTo>
                    <a:pt x="1136" y="102"/>
                  </a:lnTo>
                  <a:lnTo>
                    <a:pt x="1136" y="102"/>
                  </a:lnTo>
                  <a:lnTo>
                    <a:pt x="1136" y="96"/>
                  </a:lnTo>
                  <a:lnTo>
                    <a:pt x="1136" y="92"/>
                  </a:lnTo>
                  <a:lnTo>
                    <a:pt x="1142" y="92"/>
                  </a:lnTo>
                  <a:lnTo>
                    <a:pt x="1146" y="86"/>
                  </a:lnTo>
                  <a:lnTo>
                    <a:pt x="1146" y="92"/>
                  </a:lnTo>
                  <a:lnTo>
                    <a:pt x="1152" y="92"/>
                  </a:lnTo>
                  <a:lnTo>
                    <a:pt x="1146" y="86"/>
                  </a:lnTo>
                  <a:lnTo>
                    <a:pt x="1146" y="86"/>
                  </a:lnTo>
                  <a:lnTo>
                    <a:pt x="1146" y="86"/>
                  </a:lnTo>
                  <a:lnTo>
                    <a:pt x="1152" y="86"/>
                  </a:lnTo>
                  <a:lnTo>
                    <a:pt x="1158" y="86"/>
                  </a:lnTo>
                  <a:lnTo>
                    <a:pt x="1158" y="86"/>
                  </a:lnTo>
                  <a:lnTo>
                    <a:pt x="1158" y="86"/>
                  </a:lnTo>
                  <a:lnTo>
                    <a:pt x="1152" y="86"/>
                  </a:lnTo>
                  <a:lnTo>
                    <a:pt x="1152" y="80"/>
                  </a:lnTo>
                  <a:lnTo>
                    <a:pt x="1146" y="80"/>
                  </a:lnTo>
                  <a:lnTo>
                    <a:pt x="1152" y="74"/>
                  </a:lnTo>
                  <a:lnTo>
                    <a:pt x="1158" y="74"/>
                  </a:lnTo>
                  <a:lnTo>
                    <a:pt x="1158" y="70"/>
                  </a:lnTo>
                  <a:lnTo>
                    <a:pt x="1158" y="70"/>
                  </a:lnTo>
                  <a:lnTo>
                    <a:pt x="1162" y="70"/>
                  </a:lnTo>
                  <a:lnTo>
                    <a:pt x="1162" y="74"/>
                  </a:lnTo>
                  <a:lnTo>
                    <a:pt x="1168" y="74"/>
                  </a:lnTo>
                  <a:lnTo>
                    <a:pt x="1168" y="70"/>
                  </a:lnTo>
                  <a:lnTo>
                    <a:pt x="1168" y="70"/>
                  </a:lnTo>
                  <a:lnTo>
                    <a:pt x="1168" y="70"/>
                  </a:lnTo>
                  <a:lnTo>
                    <a:pt x="1168" y="70"/>
                  </a:lnTo>
                  <a:lnTo>
                    <a:pt x="1174" y="70"/>
                  </a:lnTo>
                  <a:lnTo>
                    <a:pt x="1180" y="70"/>
                  </a:lnTo>
                  <a:lnTo>
                    <a:pt x="1180" y="74"/>
                  </a:lnTo>
                  <a:lnTo>
                    <a:pt x="1174" y="74"/>
                  </a:lnTo>
                  <a:lnTo>
                    <a:pt x="1174" y="80"/>
                  </a:lnTo>
                  <a:lnTo>
                    <a:pt x="1168" y="86"/>
                  </a:lnTo>
                  <a:lnTo>
                    <a:pt x="1168" y="86"/>
                  </a:lnTo>
                  <a:lnTo>
                    <a:pt x="1174" y="86"/>
                  </a:lnTo>
                  <a:lnTo>
                    <a:pt x="1174" y="86"/>
                  </a:lnTo>
                  <a:lnTo>
                    <a:pt x="1180" y="80"/>
                  </a:lnTo>
                  <a:lnTo>
                    <a:pt x="1186" y="80"/>
                  </a:lnTo>
                  <a:lnTo>
                    <a:pt x="1186" y="80"/>
                  </a:lnTo>
                  <a:lnTo>
                    <a:pt x="1190" y="80"/>
                  </a:lnTo>
                  <a:lnTo>
                    <a:pt x="1196" y="80"/>
                  </a:lnTo>
                  <a:lnTo>
                    <a:pt x="1196" y="86"/>
                  </a:lnTo>
                  <a:lnTo>
                    <a:pt x="1196" y="86"/>
                  </a:lnTo>
                  <a:lnTo>
                    <a:pt x="1200" y="86"/>
                  </a:lnTo>
                  <a:lnTo>
                    <a:pt x="1200" y="86"/>
                  </a:lnTo>
                  <a:lnTo>
                    <a:pt x="1200" y="92"/>
                  </a:lnTo>
                  <a:lnTo>
                    <a:pt x="1200" y="86"/>
                  </a:lnTo>
                  <a:lnTo>
                    <a:pt x="1206" y="86"/>
                  </a:lnTo>
                  <a:lnTo>
                    <a:pt x="1200" y="86"/>
                  </a:lnTo>
                  <a:lnTo>
                    <a:pt x="1206" y="86"/>
                  </a:lnTo>
                  <a:lnTo>
                    <a:pt x="1206" y="86"/>
                  </a:lnTo>
                  <a:lnTo>
                    <a:pt x="1206" y="92"/>
                  </a:lnTo>
                  <a:lnTo>
                    <a:pt x="1212" y="96"/>
                  </a:lnTo>
                  <a:lnTo>
                    <a:pt x="1212" y="96"/>
                  </a:lnTo>
                  <a:lnTo>
                    <a:pt x="1206" y="96"/>
                  </a:lnTo>
                  <a:lnTo>
                    <a:pt x="1206" y="96"/>
                  </a:lnTo>
                  <a:lnTo>
                    <a:pt x="1206" y="96"/>
                  </a:lnTo>
                  <a:lnTo>
                    <a:pt x="1206" y="96"/>
                  </a:lnTo>
                  <a:close/>
                  <a:moveTo>
                    <a:pt x="1222" y="108"/>
                  </a:moveTo>
                  <a:lnTo>
                    <a:pt x="1218" y="108"/>
                  </a:lnTo>
                  <a:lnTo>
                    <a:pt x="1218" y="102"/>
                  </a:lnTo>
                  <a:lnTo>
                    <a:pt x="1222" y="102"/>
                  </a:lnTo>
                  <a:lnTo>
                    <a:pt x="1228" y="102"/>
                  </a:lnTo>
                  <a:lnTo>
                    <a:pt x="1234" y="102"/>
                  </a:lnTo>
                  <a:lnTo>
                    <a:pt x="1228" y="102"/>
                  </a:lnTo>
                  <a:lnTo>
                    <a:pt x="1228" y="108"/>
                  </a:lnTo>
                  <a:lnTo>
                    <a:pt x="1222" y="108"/>
                  </a:lnTo>
                  <a:lnTo>
                    <a:pt x="1222" y="108"/>
                  </a:lnTo>
                  <a:lnTo>
                    <a:pt x="1222" y="108"/>
                  </a:lnTo>
                  <a:lnTo>
                    <a:pt x="1222" y="108"/>
                  </a:lnTo>
                  <a:close/>
                  <a:moveTo>
                    <a:pt x="1050" y="108"/>
                  </a:moveTo>
                  <a:lnTo>
                    <a:pt x="1044" y="108"/>
                  </a:lnTo>
                  <a:lnTo>
                    <a:pt x="1050" y="108"/>
                  </a:lnTo>
                  <a:lnTo>
                    <a:pt x="1050" y="108"/>
                  </a:lnTo>
                  <a:lnTo>
                    <a:pt x="1050" y="108"/>
                  </a:lnTo>
                  <a:lnTo>
                    <a:pt x="1050" y="108"/>
                  </a:lnTo>
                  <a:close/>
                  <a:moveTo>
                    <a:pt x="1246" y="108"/>
                  </a:moveTo>
                  <a:lnTo>
                    <a:pt x="1240" y="108"/>
                  </a:lnTo>
                  <a:lnTo>
                    <a:pt x="1234" y="108"/>
                  </a:lnTo>
                  <a:lnTo>
                    <a:pt x="1234" y="108"/>
                  </a:lnTo>
                  <a:lnTo>
                    <a:pt x="1228" y="108"/>
                  </a:lnTo>
                  <a:lnTo>
                    <a:pt x="1228" y="108"/>
                  </a:lnTo>
                  <a:lnTo>
                    <a:pt x="1234" y="108"/>
                  </a:lnTo>
                  <a:lnTo>
                    <a:pt x="1234" y="108"/>
                  </a:lnTo>
                  <a:lnTo>
                    <a:pt x="1240" y="108"/>
                  </a:lnTo>
                  <a:lnTo>
                    <a:pt x="1246" y="108"/>
                  </a:lnTo>
                  <a:lnTo>
                    <a:pt x="1246" y="108"/>
                  </a:lnTo>
                  <a:lnTo>
                    <a:pt x="1246" y="108"/>
                  </a:lnTo>
                  <a:lnTo>
                    <a:pt x="1246" y="108"/>
                  </a:lnTo>
                  <a:lnTo>
                    <a:pt x="1246" y="108"/>
                  </a:lnTo>
                  <a:lnTo>
                    <a:pt x="1246" y="108"/>
                  </a:lnTo>
                  <a:lnTo>
                    <a:pt x="1246" y="108"/>
                  </a:lnTo>
                  <a:close/>
                  <a:moveTo>
                    <a:pt x="1022" y="120"/>
                  </a:moveTo>
                  <a:lnTo>
                    <a:pt x="1018" y="120"/>
                  </a:lnTo>
                  <a:lnTo>
                    <a:pt x="1022" y="120"/>
                  </a:lnTo>
                  <a:lnTo>
                    <a:pt x="1022" y="120"/>
                  </a:lnTo>
                  <a:lnTo>
                    <a:pt x="1022" y="120"/>
                  </a:lnTo>
                  <a:lnTo>
                    <a:pt x="1022" y="120"/>
                  </a:lnTo>
                  <a:close/>
                  <a:moveTo>
                    <a:pt x="880" y="124"/>
                  </a:moveTo>
                  <a:lnTo>
                    <a:pt x="886" y="124"/>
                  </a:lnTo>
                  <a:lnTo>
                    <a:pt x="886" y="128"/>
                  </a:lnTo>
                  <a:lnTo>
                    <a:pt x="880" y="124"/>
                  </a:lnTo>
                  <a:lnTo>
                    <a:pt x="880" y="124"/>
                  </a:lnTo>
                  <a:lnTo>
                    <a:pt x="880" y="124"/>
                  </a:lnTo>
                  <a:lnTo>
                    <a:pt x="880" y="124"/>
                  </a:lnTo>
                  <a:close/>
                  <a:moveTo>
                    <a:pt x="1228" y="128"/>
                  </a:moveTo>
                  <a:lnTo>
                    <a:pt x="1234" y="124"/>
                  </a:lnTo>
                  <a:lnTo>
                    <a:pt x="1234" y="128"/>
                  </a:lnTo>
                  <a:lnTo>
                    <a:pt x="1234" y="128"/>
                  </a:lnTo>
                  <a:lnTo>
                    <a:pt x="1228" y="128"/>
                  </a:lnTo>
                  <a:lnTo>
                    <a:pt x="1228" y="128"/>
                  </a:lnTo>
                  <a:lnTo>
                    <a:pt x="1228" y="128"/>
                  </a:lnTo>
                  <a:lnTo>
                    <a:pt x="1228" y="128"/>
                  </a:lnTo>
                  <a:close/>
                  <a:moveTo>
                    <a:pt x="1240" y="128"/>
                  </a:moveTo>
                  <a:lnTo>
                    <a:pt x="1240" y="128"/>
                  </a:lnTo>
                  <a:lnTo>
                    <a:pt x="1246" y="128"/>
                  </a:lnTo>
                  <a:lnTo>
                    <a:pt x="1246" y="128"/>
                  </a:lnTo>
                  <a:lnTo>
                    <a:pt x="1246" y="128"/>
                  </a:lnTo>
                  <a:lnTo>
                    <a:pt x="1246" y="128"/>
                  </a:lnTo>
                  <a:lnTo>
                    <a:pt x="1240" y="128"/>
                  </a:lnTo>
                  <a:lnTo>
                    <a:pt x="1240" y="128"/>
                  </a:lnTo>
                  <a:lnTo>
                    <a:pt x="1240" y="128"/>
                  </a:lnTo>
                  <a:lnTo>
                    <a:pt x="1240" y="128"/>
                  </a:lnTo>
                  <a:close/>
                  <a:moveTo>
                    <a:pt x="980" y="134"/>
                  </a:moveTo>
                  <a:lnTo>
                    <a:pt x="980" y="128"/>
                  </a:lnTo>
                  <a:lnTo>
                    <a:pt x="984" y="128"/>
                  </a:lnTo>
                  <a:lnTo>
                    <a:pt x="990" y="128"/>
                  </a:lnTo>
                  <a:lnTo>
                    <a:pt x="990" y="134"/>
                  </a:lnTo>
                  <a:lnTo>
                    <a:pt x="984" y="134"/>
                  </a:lnTo>
                  <a:lnTo>
                    <a:pt x="980" y="128"/>
                  </a:lnTo>
                  <a:lnTo>
                    <a:pt x="980" y="134"/>
                  </a:lnTo>
                  <a:lnTo>
                    <a:pt x="980" y="134"/>
                  </a:lnTo>
                  <a:lnTo>
                    <a:pt x="980" y="134"/>
                  </a:lnTo>
                  <a:lnTo>
                    <a:pt x="980" y="134"/>
                  </a:lnTo>
                  <a:close/>
                  <a:moveTo>
                    <a:pt x="1088" y="128"/>
                  </a:moveTo>
                  <a:lnTo>
                    <a:pt x="1088" y="134"/>
                  </a:lnTo>
                  <a:lnTo>
                    <a:pt x="1088" y="134"/>
                  </a:lnTo>
                  <a:lnTo>
                    <a:pt x="1088" y="134"/>
                  </a:lnTo>
                  <a:lnTo>
                    <a:pt x="1082" y="140"/>
                  </a:lnTo>
                  <a:lnTo>
                    <a:pt x="1078" y="140"/>
                  </a:lnTo>
                  <a:lnTo>
                    <a:pt x="1078" y="140"/>
                  </a:lnTo>
                  <a:lnTo>
                    <a:pt x="1078" y="140"/>
                  </a:lnTo>
                  <a:lnTo>
                    <a:pt x="1078" y="140"/>
                  </a:lnTo>
                  <a:lnTo>
                    <a:pt x="1072" y="140"/>
                  </a:lnTo>
                  <a:lnTo>
                    <a:pt x="1066" y="140"/>
                  </a:lnTo>
                  <a:lnTo>
                    <a:pt x="1072" y="140"/>
                  </a:lnTo>
                  <a:lnTo>
                    <a:pt x="1078" y="134"/>
                  </a:lnTo>
                  <a:lnTo>
                    <a:pt x="1082" y="134"/>
                  </a:lnTo>
                  <a:lnTo>
                    <a:pt x="1088" y="134"/>
                  </a:lnTo>
                  <a:lnTo>
                    <a:pt x="1088" y="128"/>
                  </a:lnTo>
                  <a:lnTo>
                    <a:pt x="1088" y="128"/>
                  </a:lnTo>
                  <a:lnTo>
                    <a:pt x="1088" y="128"/>
                  </a:lnTo>
                  <a:lnTo>
                    <a:pt x="1088" y="128"/>
                  </a:lnTo>
                  <a:close/>
                  <a:moveTo>
                    <a:pt x="980" y="134"/>
                  </a:moveTo>
                  <a:lnTo>
                    <a:pt x="980" y="134"/>
                  </a:lnTo>
                  <a:lnTo>
                    <a:pt x="980" y="134"/>
                  </a:lnTo>
                  <a:lnTo>
                    <a:pt x="974" y="134"/>
                  </a:lnTo>
                  <a:lnTo>
                    <a:pt x="980" y="134"/>
                  </a:lnTo>
                  <a:lnTo>
                    <a:pt x="980" y="140"/>
                  </a:lnTo>
                  <a:lnTo>
                    <a:pt x="974" y="140"/>
                  </a:lnTo>
                  <a:lnTo>
                    <a:pt x="974" y="134"/>
                  </a:lnTo>
                  <a:lnTo>
                    <a:pt x="980" y="134"/>
                  </a:lnTo>
                  <a:lnTo>
                    <a:pt x="980" y="134"/>
                  </a:lnTo>
                  <a:lnTo>
                    <a:pt x="980" y="134"/>
                  </a:lnTo>
                  <a:lnTo>
                    <a:pt x="980" y="134"/>
                  </a:lnTo>
                  <a:close/>
                  <a:moveTo>
                    <a:pt x="1938" y="134"/>
                  </a:moveTo>
                  <a:lnTo>
                    <a:pt x="1938" y="134"/>
                  </a:lnTo>
                  <a:lnTo>
                    <a:pt x="1938" y="134"/>
                  </a:lnTo>
                  <a:lnTo>
                    <a:pt x="1938" y="134"/>
                  </a:lnTo>
                  <a:lnTo>
                    <a:pt x="1938" y="134"/>
                  </a:lnTo>
                  <a:lnTo>
                    <a:pt x="1938" y="134"/>
                  </a:lnTo>
                  <a:close/>
                  <a:moveTo>
                    <a:pt x="584" y="168"/>
                  </a:moveTo>
                  <a:lnTo>
                    <a:pt x="584" y="168"/>
                  </a:lnTo>
                  <a:lnTo>
                    <a:pt x="584" y="162"/>
                  </a:lnTo>
                  <a:lnTo>
                    <a:pt x="584" y="162"/>
                  </a:lnTo>
                  <a:lnTo>
                    <a:pt x="584" y="156"/>
                  </a:lnTo>
                  <a:lnTo>
                    <a:pt x="590" y="156"/>
                  </a:lnTo>
                  <a:lnTo>
                    <a:pt x="596" y="156"/>
                  </a:lnTo>
                  <a:lnTo>
                    <a:pt x="600" y="156"/>
                  </a:lnTo>
                  <a:lnTo>
                    <a:pt x="600" y="162"/>
                  </a:lnTo>
                  <a:lnTo>
                    <a:pt x="600" y="162"/>
                  </a:lnTo>
                  <a:lnTo>
                    <a:pt x="600" y="156"/>
                  </a:lnTo>
                  <a:lnTo>
                    <a:pt x="604" y="162"/>
                  </a:lnTo>
                  <a:lnTo>
                    <a:pt x="610" y="162"/>
                  </a:lnTo>
                  <a:lnTo>
                    <a:pt x="610" y="156"/>
                  </a:lnTo>
                  <a:lnTo>
                    <a:pt x="610" y="162"/>
                  </a:lnTo>
                  <a:lnTo>
                    <a:pt x="616" y="162"/>
                  </a:lnTo>
                  <a:lnTo>
                    <a:pt x="616" y="156"/>
                  </a:lnTo>
                  <a:lnTo>
                    <a:pt x="622" y="156"/>
                  </a:lnTo>
                  <a:lnTo>
                    <a:pt x="622" y="156"/>
                  </a:lnTo>
                  <a:lnTo>
                    <a:pt x="626" y="156"/>
                  </a:lnTo>
                  <a:lnTo>
                    <a:pt x="632" y="156"/>
                  </a:lnTo>
                  <a:lnTo>
                    <a:pt x="632" y="152"/>
                  </a:lnTo>
                  <a:lnTo>
                    <a:pt x="638" y="152"/>
                  </a:lnTo>
                  <a:lnTo>
                    <a:pt x="644" y="152"/>
                  </a:lnTo>
                  <a:lnTo>
                    <a:pt x="644" y="152"/>
                  </a:lnTo>
                  <a:lnTo>
                    <a:pt x="644" y="152"/>
                  </a:lnTo>
                  <a:lnTo>
                    <a:pt x="650" y="152"/>
                  </a:lnTo>
                  <a:lnTo>
                    <a:pt x="654" y="152"/>
                  </a:lnTo>
                  <a:lnTo>
                    <a:pt x="658" y="152"/>
                  </a:lnTo>
                  <a:lnTo>
                    <a:pt x="654" y="152"/>
                  </a:lnTo>
                  <a:lnTo>
                    <a:pt x="654" y="146"/>
                  </a:lnTo>
                  <a:lnTo>
                    <a:pt x="658" y="146"/>
                  </a:lnTo>
                  <a:lnTo>
                    <a:pt x="658" y="140"/>
                  </a:lnTo>
                  <a:lnTo>
                    <a:pt x="664" y="140"/>
                  </a:lnTo>
                  <a:lnTo>
                    <a:pt x="670" y="140"/>
                  </a:lnTo>
                  <a:lnTo>
                    <a:pt x="670" y="140"/>
                  </a:lnTo>
                  <a:lnTo>
                    <a:pt x="676" y="140"/>
                  </a:lnTo>
                  <a:lnTo>
                    <a:pt x="680" y="140"/>
                  </a:lnTo>
                  <a:lnTo>
                    <a:pt x="680" y="140"/>
                  </a:lnTo>
                  <a:lnTo>
                    <a:pt x="686" y="140"/>
                  </a:lnTo>
                  <a:lnTo>
                    <a:pt x="692" y="140"/>
                  </a:lnTo>
                  <a:lnTo>
                    <a:pt x="692" y="140"/>
                  </a:lnTo>
                  <a:lnTo>
                    <a:pt x="698" y="146"/>
                  </a:lnTo>
                  <a:lnTo>
                    <a:pt x="692" y="146"/>
                  </a:lnTo>
                  <a:lnTo>
                    <a:pt x="692" y="152"/>
                  </a:lnTo>
                  <a:lnTo>
                    <a:pt x="692" y="156"/>
                  </a:lnTo>
                  <a:lnTo>
                    <a:pt x="686" y="156"/>
                  </a:lnTo>
                  <a:lnTo>
                    <a:pt x="680" y="156"/>
                  </a:lnTo>
                  <a:lnTo>
                    <a:pt x="680" y="162"/>
                  </a:lnTo>
                  <a:lnTo>
                    <a:pt x="676" y="162"/>
                  </a:lnTo>
                  <a:lnTo>
                    <a:pt x="670" y="162"/>
                  </a:lnTo>
                  <a:lnTo>
                    <a:pt x="670" y="168"/>
                  </a:lnTo>
                  <a:lnTo>
                    <a:pt x="670" y="168"/>
                  </a:lnTo>
                  <a:lnTo>
                    <a:pt x="664" y="168"/>
                  </a:lnTo>
                  <a:lnTo>
                    <a:pt x="658" y="168"/>
                  </a:lnTo>
                  <a:lnTo>
                    <a:pt x="658" y="168"/>
                  </a:lnTo>
                  <a:lnTo>
                    <a:pt x="654" y="168"/>
                  </a:lnTo>
                  <a:lnTo>
                    <a:pt x="650" y="168"/>
                  </a:lnTo>
                  <a:lnTo>
                    <a:pt x="644" y="168"/>
                  </a:lnTo>
                  <a:lnTo>
                    <a:pt x="644" y="174"/>
                  </a:lnTo>
                  <a:lnTo>
                    <a:pt x="638" y="174"/>
                  </a:lnTo>
                  <a:lnTo>
                    <a:pt x="632" y="174"/>
                  </a:lnTo>
                  <a:lnTo>
                    <a:pt x="632" y="174"/>
                  </a:lnTo>
                  <a:lnTo>
                    <a:pt x="626" y="174"/>
                  </a:lnTo>
                  <a:lnTo>
                    <a:pt x="622" y="180"/>
                  </a:lnTo>
                  <a:lnTo>
                    <a:pt x="622" y="180"/>
                  </a:lnTo>
                  <a:lnTo>
                    <a:pt x="616" y="180"/>
                  </a:lnTo>
                  <a:lnTo>
                    <a:pt x="610" y="180"/>
                  </a:lnTo>
                  <a:lnTo>
                    <a:pt x="610" y="180"/>
                  </a:lnTo>
                  <a:lnTo>
                    <a:pt x="610" y="180"/>
                  </a:lnTo>
                  <a:lnTo>
                    <a:pt x="604" y="180"/>
                  </a:lnTo>
                  <a:lnTo>
                    <a:pt x="600" y="180"/>
                  </a:lnTo>
                  <a:lnTo>
                    <a:pt x="600" y="182"/>
                  </a:lnTo>
                  <a:lnTo>
                    <a:pt x="600" y="180"/>
                  </a:lnTo>
                  <a:lnTo>
                    <a:pt x="600" y="180"/>
                  </a:lnTo>
                  <a:lnTo>
                    <a:pt x="600" y="182"/>
                  </a:lnTo>
                  <a:lnTo>
                    <a:pt x="596" y="182"/>
                  </a:lnTo>
                  <a:lnTo>
                    <a:pt x="596" y="188"/>
                  </a:lnTo>
                  <a:lnTo>
                    <a:pt x="590" y="188"/>
                  </a:lnTo>
                  <a:lnTo>
                    <a:pt x="590" y="182"/>
                  </a:lnTo>
                  <a:lnTo>
                    <a:pt x="590" y="188"/>
                  </a:lnTo>
                  <a:lnTo>
                    <a:pt x="584" y="188"/>
                  </a:lnTo>
                  <a:lnTo>
                    <a:pt x="584" y="188"/>
                  </a:lnTo>
                  <a:lnTo>
                    <a:pt x="584" y="188"/>
                  </a:lnTo>
                  <a:lnTo>
                    <a:pt x="578" y="194"/>
                  </a:lnTo>
                  <a:lnTo>
                    <a:pt x="578" y="188"/>
                  </a:lnTo>
                  <a:lnTo>
                    <a:pt x="572" y="188"/>
                  </a:lnTo>
                  <a:lnTo>
                    <a:pt x="572" y="194"/>
                  </a:lnTo>
                  <a:lnTo>
                    <a:pt x="572" y="194"/>
                  </a:lnTo>
                  <a:lnTo>
                    <a:pt x="568" y="194"/>
                  </a:lnTo>
                  <a:lnTo>
                    <a:pt x="572" y="194"/>
                  </a:lnTo>
                  <a:lnTo>
                    <a:pt x="572" y="194"/>
                  </a:lnTo>
                  <a:lnTo>
                    <a:pt x="578" y="194"/>
                  </a:lnTo>
                  <a:lnTo>
                    <a:pt x="578" y="200"/>
                  </a:lnTo>
                  <a:lnTo>
                    <a:pt x="572" y="200"/>
                  </a:lnTo>
                  <a:lnTo>
                    <a:pt x="572" y="200"/>
                  </a:lnTo>
                  <a:lnTo>
                    <a:pt x="572" y="200"/>
                  </a:lnTo>
                  <a:lnTo>
                    <a:pt x="572" y="200"/>
                  </a:lnTo>
                  <a:lnTo>
                    <a:pt x="572" y="200"/>
                  </a:lnTo>
                  <a:lnTo>
                    <a:pt x="568" y="200"/>
                  </a:lnTo>
                  <a:lnTo>
                    <a:pt x="562" y="200"/>
                  </a:lnTo>
                  <a:lnTo>
                    <a:pt x="562" y="200"/>
                  </a:lnTo>
                  <a:lnTo>
                    <a:pt x="568" y="200"/>
                  </a:lnTo>
                  <a:lnTo>
                    <a:pt x="568" y="206"/>
                  </a:lnTo>
                  <a:lnTo>
                    <a:pt x="562" y="206"/>
                  </a:lnTo>
                  <a:lnTo>
                    <a:pt x="562" y="200"/>
                  </a:lnTo>
                  <a:lnTo>
                    <a:pt x="562" y="200"/>
                  </a:lnTo>
                  <a:lnTo>
                    <a:pt x="562" y="206"/>
                  </a:lnTo>
                  <a:lnTo>
                    <a:pt x="556" y="206"/>
                  </a:lnTo>
                  <a:lnTo>
                    <a:pt x="556" y="210"/>
                  </a:lnTo>
                  <a:lnTo>
                    <a:pt x="550" y="210"/>
                  </a:lnTo>
                  <a:lnTo>
                    <a:pt x="550" y="206"/>
                  </a:lnTo>
                  <a:lnTo>
                    <a:pt x="550" y="206"/>
                  </a:lnTo>
                  <a:lnTo>
                    <a:pt x="546" y="206"/>
                  </a:lnTo>
                  <a:lnTo>
                    <a:pt x="550" y="206"/>
                  </a:lnTo>
                  <a:lnTo>
                    <a:pt x="550" y="210"/>
                  </a:lnTo>
                  <a:lnTo>
                    <a:pt x="550" y="216"/>
                  </a:lnTo>
                  <a:lnTo>
                    <a:pt x="550" y="216"/>
                  </a:lnTo>
                  <a:lnTo>
                    <a:pt x="546" y="216"/>
                  </a:lnTo>
                  <a:lnTo>
                    <a:pt x="546" y="216"/>
                  </a:lnTo>
                  <a:lnTo>
                    <a:pt x="550" y="216"/>
                  </a:lnTo>
                  <a:lnTo>
                    <a:pt x="546" y="216"/>
                  </a:lnTo>
                  <a:lnTo>
                    <a:pt x="546" y="222"/>
                  </a:lnTo>
                  <a:lnTo>
                    <a:pt x="540" y="222"/>
                  </a:lnTo>
                  <a:lnTo>
                    <a:pt x="536" y="222"/>
                  </a:lnTo>
                  <a:lnTo>
                    <a:pt x="536" y="216"/>
                  </a:lnTo>
                  <a:lnTo>
                    <a:pt x="536" y="216"/>
                  </a:lnTo>
                  <a:lnTo>
                    <a:pt x="530" y="216"/>
                  </a:lnTo>
                  <a:lnTo>
                    <a:pt x="536" y="216"/>
                  </a:lnTo>
                  <a:lnTo>
                    <a:pt x="536" y="222"/>
                  </a:lnTo>
                  <a:lnTo>
                    <a:pt x="536" y="222"/>
                  </a:lnTo>
                  <a:lnTo>
                    <a:pt x="540" y="222"/>
                  </a:lnTo>
                  <a:lnTo>
                    <a:pt x="540" y="228"/>
                  </a:lnTo>
                  <a:lnTo>
                    <a:pt x="536" y="228"/>
                  </a:lnTo>
                  <a:lnTo>
                    <a:pt x="536" y="228"/>
                  </a:lnTo>
                  <a:lnTo>
                    <a:pt x="530" y="228"/>
                  </a:lnTo>
                  <a:lnTo>
                    <a:pt x="524" y="228"/>
                  </a:lnTo>
                  <a:lnTo>
                    <a:pt x="524" y="228"/>
                  </a:lnTo>
                  <a:lnTo>
                    <a:pt x="524" y="228"/>
                  </a:lnTo>
                  <a:lnTo>
                    <a:pt x="530" y="228"/>
                  </a:lnTo>
                  <a:lnTo>
                    <a:pt x="536" y="228"/>
                  </a:lnTo>
                  <a:lnTo>
                    <a:pt x="536" y="228"/>
                  </a:lnTo>
                  <a:lnTo>
                    <a:pt x="536" y="228"/>
                  </a:lnTo>
                  <a:lnTo>
                    <a:pt x="536" y="234"/>
                  </a:lnTo>
                  <a:lnTo>
                    <a:pt x="536" y="234"/>
                  </a:lnTo>
                  <a:lnTo>
                    <a:pt x="530" y="234"/>
                  </a:lnTo>
                  <a:lnTo>
                    <a:pt x="524" y="234"/>
                  </a:lnTo>
                  <a:lnTo>
                    <a:pt x="524" y="228"/>
                  </a:lnTo>
                  <a:lnTo>
                    <a:pt x="524" y="228"/>
                  </a:lnTo>
                  <a:lnTo>
                    <a:pt x="524" y="234"/>
                  </a:lnTo>
                  <a:lnTo>
                    <a:pt x="524" y="234"/>
                  </a:lnTo>
                  <a:lnTo>
                    <a:pt x="530" y="234"/>
                  </a:lnTo>
                  <a:lnTo>
                    <a:pt x="530" y="238"/>
                  </a:lnTo>
                  <a:lnTo>
                    <a:pt x="524" y="238"/>
                  </a:lnTo>
                  <a:lnTo>
                    <a:pt x="524" y="238"/>
                  </a:lnTo>
                  <a:lnTo>
                    <a:pt x="524" y="238"/>
                  </a:lnTo>
                  <a:lnTo>
                    <a:pt x="524" y="238"/>
                  </a:lnTo>
                  <a:lnTo>
                    <a:pt x="518" y="238"/>
                  </a:lnTo>
                  <a:lnTo>
                    <a:pt x="512" y="238"/>
                  </a:lnTo>
                  <a:lnTo>
                    <a:pt x="512" y="238"/>
                  </a:lnTo>
                  <a:lnTo>
                    <a:pt x="512" y="238"/>
                  </a:lnTo>
                  <a:lnTo>
                    <a:pt x="512" y="238"/>
                  </a:lnTo>
                  <a:lnTo>
                    <a:pt x="508" y="238"/>
                  </a:lnTo>
                  <a:lnTo>
                    <a:pt x="502" y="238"/>
                  </a:lnTo>
                  <a:lnTo>
                    <a:pt x="502" y="238"/>
                  </a:lnTo>
                  <a:lnTo>
                    <a:pt x="502" y="238"/>
                  </a:lnTo>
                  <a:lnTo>
                    <a:pt x="496" y="238"/>
                  </a:lnTo>
                  <a:lnTo>
                    <a:pt x="492" y="238"/>
                  </a:lnTo>
                  <a:lnTo>
                    <a:pt x="492" y="238"/>
                  </a:lnTo>
                  <a:lnTo>
                    <a:pt x="486" y="238"/>
                  </a:lnTo>
                  <a:lnTo>
                    <a:pt x="492" y="238"/>
                  </a:lnTo>
                  <a:lnTo>
                    <a:pt x="492" y="234"/>
                  </a:lnTo>
                  <a:lnTo>
                    <a:pt x="492" y="234"/>
                  </a:lnTo>
                  <a:lnTo>
                    <a:pt x="496" y="234"/>
                  </a:lnTo>
                  <a:lnTo>
                    <a:pt x="496" y="228"/>
                  </a:lnTo>
                  <a:lnTo>
                    <a:pt x="502" y="228"/>
                  </a:lnTo>
                  <a:lnTo>
                    <a:pt x="496" y="228"/>
                  </a:lnTo>
                  <a:lnTo>
                    <a:pt x="492" y="228"/>
                  </a:lnTo>
                  <a:lnTo>
                    <a:pt x="492" y="234"/>
                  </a:lnTo>
                  <a:lnTo>
                    <a:pt x="486" y="234"/>
                  </a:lnTo>
                  <a:lnTo>
                    <a:pt x="486" y="228"/>
                  </a:lnTo>
                  <a:lnTo>
                    <a:pt x="482" y="228"/>
                  </a:lnTo>
                  <a:lnTo>
                    <a:pt x="482" y="228"/>
                  </a:lnTo>
                  <a:lnTo>
                    <a:pt x="482" y="228"/>
                  </a:lnTo>
                  <a:lnTo>
                    <a:pt x="486" y="228"/>
                  </a:lnTo>
                  <a:lnTo>
                    <a:pt x="486" y="228"/>
                  </a:lnTo>
                  <a:lnTo>
                    <a:pt x="492" y="228"/>
                  </a:lnTo>
                  <a:lnTo>
                    <a:pt x="492" y="222"/>
                  </a:lnTo>
                  <a:lnTo>
                    <a:pt x="492" y="222"/>
                  </a:lnTo>
                  <a:lnTo>
                    <a:pt x="496" y="222"/>
                  </a:lnTo>
                  <a:lnTo>
                    <a:pt x="492" y="222"/>
                  </a:lnTo>
                  <a:lnTo>
                    <a:pt x="496" y="216"/>
                  </a:lnTo>
                  <a:lnTo>
                    <a:pt x="502" y="216"/>
                  </a:lnTo>
                  <a:lnTo>
                    <a:pt x="502" y="216"/>
                  </a:lnTo>
                  <a:lnTo>
                    <a:pt x="508" y="216"/>
                  </a:lnTo>
                  <a:lnTo>
                    <a:pt x="512" y="216"/>
                  </a:lnTo>
                  <a:lnTo>
                    <a:pt x="508" y="216"/>
                  </a:lnTo>
                  <a:lnTo>
                    <a:pt x="508" y="216"/>
                  </a:lnTo>
                  <a:lnTo>
                    <a:pt x="502" y="216"/>
                  </a:lnTo>
                  <a:lnTo>
                    <a:pt x="502" y="216"/>
                  </a:lnTo>
                  <a:lnTo>
                    <a:pt x="502" y="216"/>
                  </a:lnTo>
                  <a:lnTo>
                    <a:pt x="508" y="216"/>
                  </a:lnTo>
                  <a:lnTo>
                    <a:pt x="512" y="216"/>
                  </a:lnTo>
                  <a:lnTo>
                    <a:pt x="508" y="216"/>
                  </a:lnTo>
                  <a:lnTo>
                    <a:pt x="502" y="210"/>
                  </a:lnTo>
                  <a:lnTo>
                    <a:pt x="512" y="210"/>
                  </a:lnTo>
                  <a:lnTo>
                    <a:pt x="512" y="210"/>
                  </a:lnTo>
                  <a:lnTo>
                    <a:pt x="518" y="206"/>
                  </a:lnTo>
                  <a:lnTo>
                    <a:pt x="512" y="206"/>
                  </a:lnTo>
                  <a:lnTo>
                    <a:pt x="512" y="206"/>
                  </a:lnTo>
                  <a:lnTo>
                    <a:pt x="508" y="206"/>
                  </a:lnTo>
                  <a:lnTo>
                    <a:pt x="508" y="200"/>
                  </a:lnTo>
                  <a:lnTo>
                    <a:pt x="512" y="200"/>
                  </a:lnTo>
                  <a:lnTo>
                    <a:pt x="512" y="200"/>
                  </a:lnTo>
                  <a:lnTo>
                    <a:pt x="518" y="200"/>
                  </a:lnTo>
                  <a:lnTo>
                    <a:pt x="524" y="200"/>
                  </a:lnTo>
                  <a:lnTo>
                    <a:pt x="524" y="200"/>
                  </a:lnTo>
                  <a:lnTo>
                    <a:pt x="524" y="200"/>
                  </a:lnTo>
                  <a:lnTo>
                    <a:pt x="518" y="200"/>
                  </a:lnTo>
                  <a:lnTo>
                    <a:pt x="512" y="200"/>
                  </a:lnTo>
                  <a:lnTo>
                    <a:pt x="512" y="200"/>
                  </a:lnTo>
                  <a:lnTo>
                    <a:pt x="518" y="194"/>
                  </a:lnTo>
                  <a:lnTo>
                    <a:pt x="524" y="194"/>
                  </a:lnTo>
                  <a:lnTo>
                    <a:pt x="518" y="194"/>
                  </a:lnTo>
                  <a:lnTo>
                    <a:pt x="518" y="188"/>
                  </a:lnTo>
                  <a:lnTo>
                    <a:pt x="512" y="194"/>
                  </a:lnTo>
                  <a:lnTo>
                    <a:pt x="512" y="194"/>
                  </a:lnTo>
                  <a:lnTo>
                    <a:pt x="512" y="188"/>
                  </a:lnTo>
                  <a:lnTo>
                    <a:pt x="508" y="188"/>
                  </a:lnTo>
                  <a:lnTo>
                    <a:pt x="512" y="188"/>
                  </a:lnTo>
                  <a:lnTo>
                    <a:pt x="512" y="188"/>
                  </a:lnTo>
                  <a:lnTo>
                    <a:pt x="512" y="188"/>
                  </a:lnTo>
                  <a:lnTo>
                    <a:pt x="512" y="188"/>
                  </a:lnTo>
                  <a:lnTo>
                    <a:pt x="518" y="188"/>
                  </a:lnTo>
                  <a:lnTo>
                    <a:pt x="518" y="188"/>
                  </a:lnTo>
                  <a:lnTo>
                    <a:pt x="524" y="188"/>
                  </a:lnTo>
                  <a:lnTo>
                    <a:pt x="524" y="188"/>
                  </a:lnTo>
                  <a:lnTo>
                    <a:pt x="524" y="188"/>
                  </a:lnTo>
                  <a:lnTo>
                    <a:pt x="524" y="188"/>
                  </a:lnTo>
                  <a:lnTo>
                    <a:pt x="524" y="182"/>
                  </a:lnTo>
                  <a:lnTo>
                    <a:pt x="524" y="182"/>
                  </a:lnTo>
                  <a:lnTo>
                    <a:pt x="530" y="182"/>
                  </a:lnTo>
                  <a:lnTo>
                    <a:pt x="536" y="182"/>
                  </a:lnTo>
                  <a:lnTo>
                    <a:pt x="536" y="182"/>
                  </a:lnTo>
                  <a:lnTo>
                    <a:pt x="536" y="180"/>
                  </a:lnTo>
                  <a:lnTo>
                    <a:pt x="536" y="180"/>
                  </a:lnTo>
                  <a:lnTo>
                    <a:pt x="536" y="180"/>
                  </a:lnTo>
                  <a:lnTo>
                    <a:pt x="540" y="180"/>
                  </a:lnTo>
                  <a:lnTo>
                    <a:pt x="546" y="180"/>
                  </a:lnTo>
                  <a:lnTo>
                    <a:pt x="546" y="180"/>
                  </a:lnTo>
                  <a:lnTo>
                    <a:pt x="540" y="180"/>
                  </a:lnTo>
                  <a:lnTo>
                    <a:pt x="546" y="180"/>
                  </a:lnTo>
                  <a:lnTo>
                    <a:pt x="550" y="174"/>
                  </a:lnTo>
                  <a:lnTo>
                    <a:pt x="550" y="174"/>
                  </a:lnTo>
                  <a:lnTo>
                    <a:pt x="550" y="168"/>
                  </a:lnTo>
                  <a:lnTo>
                    <a:pt x="556" y="168"/>
                  </a:lnTo>
                  <a:lnTo>
                    <a:pt x="562" y="168"/>
                  </a:lnTo>
                  <a:lnTo>
                    <a:pt x="562" y="168"/>
                  </a:lnTo>
                  <a:lnTo>
                    <a:pt x="568" y="168"/>
                  </a:lnTo>
                  <a:lnTo>
                    <a:pt x="572" y="168"/>
                  </a:lnTo>
                  <a:lnTo>
                    <a:pt x="572" y="168"/>
                  </a:lnTo>
                  <a:lnTo>
                    <a:pt x="572" y="168"/>
                  </a:lnTo>
                  <a:lnTo>
                    <a:pt x="572" y="168"/>
                  </a:lnTo>
                  <a:lnTo>
                    <a:pt x="572" y="168"/>
                  </a:lnTo>
                  <a:lnTo>
                    <a:pt x="572" y="162"/>
                  </a:lnTo>
                  <a:lnTo>
                    <a:pt x="578" y="162"/>
                  </a:lnTo>
                  <a:lnTo>
                    <a:pt x="584" y="162"/>
                  </a:lnTo>
                  <a:lnTo>
                    <a:pt x="584" y="168"/>
                  </a:lnTo>
                  <a:lnTo>
                    <a:pt x="578" y="168"/>
                  </a:lnTo>
                  <a:lnTo>
                    <a:pt x="572" y="168"/>
                  </a:lnTo>
                  <a:lnTo>
                    <a:pt x="578" y="168"/>
                  </a:lnTo>
                  <a:lnTo>
                    <a:pt x="584" y="168"/>
                  </a:lnTo>
                  <a:lnTo>
                    <a:pt x="584" y="168"/>
                  </a:lnTo>
                  <a:lnTo>
                    <a:pt x="584" y="168"/>
                  </a:lnTo>
                  <a:lnTo>
                    <a:pt x="584" y="168"/>
                  </a:lnTo>
                  <a:close/>
                  <a:moveTo>
                    <a:pt x="1088" y="140"/>
                  </a:moveTo>
                  <a:lnTo>
                    <a:pt x="1082" y="140"/>
                  </a:lnTo>
                  <a:lnTo>
                    <a:pt x="1078" y="140"/>
                  </a:lnTo>
                  <a:lnTo>
                    <a:pt x="1078" y="140"/>
                  </a:lnTo>
                  <a:lnTo>
                    <a:pt x="1082" y="140"/>
                  </a:lnTo>
                  <a:lnTo>
                    <a:pt x="1088" y="140"/>
                  </a:lnTo>
                  <a:lnTo>
                    <a:pt x="1088" y="140"/>
                  </a:lnTo>
                  <a:lnTo>
                    <a:pt x="1088" y="140"/>
                  </a:lnTo>
                  <a:lnTo>
                    <a:pt x="1088" y="140"/>
                  </a:lnTo>
                  <a:close/>
                  <a:moveTo>
                    <a:pt x="1104" y="146"/>
                  </a:moveTo>
                  <a:lnTo>
                    <a:pt x="1104" y="140"/>
                  </a:lnTo>
                  <a:lnTo>
                    <a:pt x="1108" y="140"/>
                  </a:lnTo>
                  <a:lnTo>
                    <a:pt x="1108" y="146"/>
                  </a:lnTo>
                  <a:lnTo>
                    <a:pt x="1104" y="146"/>
                  </a:lnTo>
                  <a:lnTo>
                    <a:pt x="1104" y="146"/>
                  </a:lnTo>
                  <a:lnTo>
                    <a:pt x="1104" y="146"/>
                  </a:lnTo>
                  <a:lnTo>
                    <a:pt x="1104" y="146"/>
                  </a:lnTo>
                  <a:close/>
                  <a:moveTo>
                    <a:pt x="1104" y="146"/>
                  </a:moveTo>
                  <a:lnTo>
                    <a:pt x="1098" y="146"/>
                  </a:lnTo>
                  <a:lnTo>
                    <a:pt x="1104" y="146"/>
                  </a:lnTo>
                  <a:lnTo>
                    <a:pt x="1104" y="146"/>
                  </a:lnTo>
                  <a:lnTo>
                    <a:pt x="1104" y="146"/>
                  </a:lnTo>
                  <a:lnTo>
                    <a:pt x="1104" y="146"/>
                  </a:lnTo>
                  <a:close/>
                  <a:moveTo>
                    <a:pt x="1818" y="152"/>
                  </a:moveTo>
                  <a:lnTo>
                    <a:pt x="1818" y="146"/>
                  </a:lnTo>
                  <a:lnTo>
                    <a:pt x="1824" y="146"/>
                  </a:lnTo>
                  <a:lnTo>
                    <a:pt x="1830" y="146"/>
                  </a:lnTo>
                  <a:lnTo>
                    <a:pt x="1830" y="146"/>
                  </a:lnTo>
                  <a:lnTo>
                    <a:pt x="1836" y="146"/>
                  </a:lnTo>
                  <a:lnTo>
                    <a:pt x="1830" y="146"/>
                  </a:lnTo>
                  <a:lnTo>
                    <a:pt x="1830" y="152"/>
                  </a:lnTo>
                  <a:lnTo>
                    <a:pt x="1830" y="146"/>
                  </a:lnTo>
                  <a:lnTo>
                    <a:pt x="1830" y="146"/>
                  </a:lnTo>
                  <a:lnTo>
                    <a:pt x="1824" y="146"/>
                  </a:lnTo>
                  <a:lnTo>
                    <a:pt x="1824" y="152"/>
                  </a:lnTo>
                  <a:lnTo>
                    <a:pt x="1818" y="152"/>
                  </a:lnTo>
                  <a:lnTo>
                    <a:pt x="1818" y="152"/>
                  </a:lnTo>
                  <a:lnTo>
                    <a:pt x="1818" y="152"/>
                  </a:lnTo>
                  <a:lnTo>
                    <a:pt x="1818" y="152"/>
                  </a:lnTo>
                  <a:close/>
                  <a:moveTo>
                    <a:pt x="1104" y="152"/>
                  </a:moveTo>
                  <a:lnTo>
                    <a:pt x="1098" y="152"/>
                  </a:lnTo>
                  <a:lnTo>
                    <a:pt x="1098" y="146"/>
                  </a:lnTo>
                  <a:lnTo>
                    <a:pt x="1104" y="146"/>
                  </a:lnTo>
                  <a:lnTo>
                    <a:pt x="1104" y="152"/>
                  </a:lnTo>
                  <a:lnTo>
                    <a:pt x="1104" y="152"/>
                  </a:lnTo>
                  <a:lnTo>
                    <a:pt x="1104" y="152"/>
                  </a:lnTo>
                  <a:lnTo>
                    <a:pt x="1104" y="152"/>
                  </a:lnTo>
                  <a:close/>
                  <a:moveTo>
                    <a:pt x="1066" y="146"/>
                  </a:moveTo>
                  <a:lnTo>
                    <a:pt x="1072" y="152"/>
                  </a:lnTo>
                  <a:lnTo>
                    <a:pt x="1066" y="152"/>
                  </a:lnTo>
                  <a:lnTo>
                    <a:pt x="1066" y="152"/>
                  </a:lnTo>
                  <a:lnTo>
                    <a:pt x="1066" y="146"/>
                  </a:lnTo>
                  <a:lnTo>
                    <a:pt x="1066" y="146"/>
                  </a:lnTo>
                  <a:lnTo>
                    <a:pt x="1066" y="146"/>
                  </a:lnTo>
                  <a:lnTo>
                    <a:pt x="1066" y="146"/>
                  </a:lnTo>
                  <a:lnTo>
                    <a:pt x="1066" y="146"/>
                  </a:lnTo>
                  <a:close/>
                  <a:moveTo>
                    <a:pt x="1088" y="146"/>
                  </a:moveTo>
                  <a:lnTo>
                    <a:pt x="1088" y="152"/>
                  </a:lnTo>
                  <a:lnTo>
                    <a:pt x="1082" y="152"/>
                  </a:lnTo>
                  <a:lnTo>
                    <a:pt x="1078" y="152"/>
                  </a:lnTo>
                  <a:lnTo>
                    <a:pt x="1078" y="146"/>
                  </a:lnTo>
                  <a:lnTo>
                    <a:pt x="1082" y="146"/>
                  </a:lnTo>
                  <a:lnTo>
                    <a:pt x="1088" y="146"/>
                  </a:lnTo>
                  <a:lnTo>
                    <a:pt x="1088" y="146"/>
                  </a:lnTo>
                  <a:lnTo>
                    <a:pt x="1088" y="146"/>
                  </a:lnTo>
                  <a:lnTo>
                    <a:pt x="1088" y="146"/>
                  </a:lnTo>
                  <a:close/>
                  <a:moveTo>
                    <a:pt x="1054" y="152"/>
                  </a:moveTo>
                  <a:lnTo>
                    <a:pt x="1054" y="152"/>
                  </a:lnTo>
                  <a:lnTo>
                    <a:pt x="1054" y="152"/>
                  </a:lnTo>
                  <a:lnTo>
                    <a:pt x="1050" y="152"/>
                  </a:lnTo>
                  <a:lnTo>
                    <a:pt x="1054" y="152"/>
                  </a:lnTo>
                  <a:lnTo>
                    <a:pt x="1054" y="152"/>
                  </a:lnTo>
                  <a:lnTo>
                    <a:pt x="1054" y="152"/>
                  </a:lnTo>
                  <a:lnTo>
                    <a:pt x="1054" y="152"/>
                  </a:lnTo>
                  <a:close/>
                  <a:moveTo>
                    <a:pt x="1320" y="156"/>
                  </a:moveTo>
                  <a:lnTo>
                    <a:pt x="1320" y="152"/>
                  </a:lnTo>
                  <a:lnTo>
                    <a:pt x="1326" y="152"/>
                  </a:lnTo>
                  <a:lnTo>
                    <a:pt x="1326" y="156"/>
                  </a:lnTo>
                  <a:lnTo>
                    <a:pt x="1326" y="156"/>
                  </a:lnTo>
                  <a:lnTo>
                    <a:pt x="1326" y="156"/>
                  </a:lnTo>
                  <a:lnTo>
                    <a:pt x="1320" y="156"/>
                  </a:lnTo>
                  <a:lnTo>
                    <a:pt x="1320" y="156"/>
                  </a:lnTo>
                  <a:lnTo>
                    <a:pt x="1320" y="156"/>
                  </a:lnTo>
                  <a:lnTo>
                    <a:pt x="1320" y="156"/>
                  </a:lnTo>
                  <a:close/>
                  <a:moveTo>
                    <a:pt x="1088" y="162"/>
                  </a:moveTo>
                  <a:lnTo>
                    <a:pt x="1088" y="156"/>
                  </a:lnTo>
                  <a:lnTo>
                    <a:pt x="1092" y="156"/>
                  </a:lnTo>
                  <a:lnTo>
                    <a:pt x="1088" y="156"/>
                  </a:lnTo>
                  <a:lnTo>
                    <a:pt x="1088" y="162"/>
                  </a:lnTo>
                  <a:lnTo>
                    <a:pt x="1092" y="162"/>
                  </a:lnTo>
                  <a:lnTo>
                    <a:pt x="1092" y="156"/>
                  </a:lnTo>
                  <a:lnTo>
                    <a:pt x="1092" y="162"/>
                  </a:lnTo>
                  <a:lnTo>
                    <a:pt x="1088" y="162"/>
                  </a:lnTo>
                  <a:lnTo>
                    <a:pt x="1088" y="162"/>
                  </a:lnTo>
                  <a:lnTo>
                    <a:pt x="1088" y="162"/>
                  </a:lnTo>
                  <a:lnTo>
                    <a:pt x="1088" y="162"/>
                  </a:lnTo>
                  <a:close/>
                  <a:moveTo>
                    <a:pt x="1088" y="168"/>
                  </a:moveTo>
                  <a:lnTo>
                    <a:pt x="1082" y="162"/>
                  </a:lnTo>
                  <a:lnTo>
                    <a:pt x="1078" y="162"/>
                  </a:lnTo>
                  <a:lnTo>
                    <a:pt x="1078" y="162"/>
                  </a:lnTo>
                  <a:lnTo>
                    <a:pt x="1072" y="162"/>
                  </a:lnTo>
                  <a:lnTo>
                    <a:pt x="1072" y="156"/>
                  </a:lnTo>
                  <a:lnTo>
                    <a:pt x="1078" y="162"/>
                  </a:lnTo>
                  <a:lnTo>
                    <a:pt x="1078" y="156"/>
                  </a:lnTo>
                  <a:lnTo>
                    <a:pt x="1078" y="156"/>
                  </a:lnTo>
                  <a:lnTo>
                    <a:pt x="1082" y="156"/>
                  </a:lnTo>
                  <a:lnTo>
                    <a:pt x="1088" y="156"/>
                  </a:lnTo>
                  <a:lnTo>
                    <a:pt x="1088" y="156"/>
                  </a:lnTo>
                  <a:lnTo>
                    <a:pt x="1088" y="162"/>
                  </a:lnTo>
                  <a:lnTo>
                    <a:pt x="1088" y="162"/>
                  </a:lnTo>
                  <a:lnTo>
                    <a:pt x="1088" y="156"/>
                  </a:lnTo>
                  <a:lnTo>
                    <a:pt x="1082" y="162"/>
                  </a:lnTo>
                  <a:lnTo>
                    <a:pt x="1088" y="162"/>
                  </a:lnTo>
                  <a:lnTo>
                    <a:pt x="1088" y="168"/>
                  </a:lnTo>
                  <a:lnTo>
                    <a:pt x="1088" y="168"/>
                  </a:lnTo>
                  <a:lnTo>
                    <a:pt x="1088" y="168"/>
                  </a:lnTo>
                  <a:lnTo>
                    <a:pt x="1088" y="168"/>
                  </a:lnTo>
                  <a:close/>
                  <a:moveTo>
                    <a:pt x="1066" y="162"/>
                  </a:moveTo>
                  <a:lnTo>
                    <a:pt x="1066" y="156"/>
                  </a:lnTo>
                  <a:lnTo>
                    <a:pt x="1066" y="156"/>
                  </a:lnTo>
                  <a:lnTo>
                    <a:pt x="1066" y="162"/>
                  </a:lnTo>
                  <a:lnTo>
                    <a:pt x="1060" y="162"/>
                  </a:lnTo>
                  <a:lnTo>
                    <a:pt x="1054" y="162"/>
                  </a:lnTo>
                  <a:lnTo>
                    <a:pt x="1060" y="162"/>
                  </a:lnTo>
                  <a:lnTo>
                    <a:pt x="1066" y="162"/>
                  </a:lnTo>
                  <a:lnTo>
                    <a:pt x="1066" y="162"/>
                  </a:lnTo>
                  <a:lnTo>
                    <a:pt x="1066" y="162"/>
                  </a:lnTo>
                  <a:lnTo>
                    <a:pt x="1066" y="162"/>
                  </a:lnTo>
                  <a:close/>
                  <a:moveTo>
                    <a:pt x="1736" y="200"/>
                  </a:moveTo>
                  <a:lnTo>
                    <a:pt x="1732" y="200"/>
                  </a:lnTo>
                  <a:lnTo>
                    <a:pt x="1732" y="200"/>
                  </a:lnTo>
                  <a:lnTo>
                    <a:pt x="1732" y="194"/>
                  </a:lnTo>
                  <a:lnTo>
                    <a:pt x="1732" y="194"/>
                  </a:lnTo>
                  <a:lnTo>
                    <a:pt x="1732" y="194"/>
                  </a:lnTo>
                  <a:lnTo>
                    <a:pt x="1728" y="194"/>
                  </a:lnTo>
                  <a:lnTo>
                    <a:pt x="1722" y="194"/>
                  </a:lnTo>
                  <a:lnTo>
                    <a:pt x="1722" y="194"/>
                  </a:lnTo>
                  <a:lnTo>
                    <a:pt x="1716" y="194"/>
                  </a:lnTo>
                  <a:lnTo>
                    <a:pt x="1710" y="200"/>
                  </a:lnTo>
                  <a:lnTo>
                    <a:pt x="1710" y="200"/>
                  </a:lnTo>
                  <a:lnTo>
                    <a:pt x="1704" y="200"/>
                  </a:lnTo>
                  <a:lnTo>
                    <a:pt x="1700" y="194"/>
                  </a:lnTo>
                  <a:lnTo>
                    <a:pt x="1700" y="194"/>
                  </a:lnTo>
                  <a:lnTo>
                    <a:pt x="1694" y="194"/>
                  </a:lnTo>
                  <a:lnTo>
                    <a:pt x="1694" y="200"/>
                  </a:lnTo>
                  <a:lnTo>
                    <a:pt x="1700" y="200"/>
                  </a:lnTo>
                  <a:lnTo>
                    <a:pt x="1694" y="200"/>
                  </a:lnTo>
                  <a:lnTo>
                    <a:pt x="1694" y="200"/>
                  </a:lnTo>
                  <a:lnTo>
                    <a:pt x="1688" y="200"/>
                  </a:lnTo>
                  <a:lnTo>
                    <a:pt x="1688" y="200"/>
                  </a:lnTo>
                  <a:lnTo>
                    <a:pt x="1682" y="200"/>
                  </a:lnTo>
                  <a:lnTo>
                    <a:pt x="1678" y="200"/>
                  </a:lnTo>
                  <a:lnTo>
                    <a:pt x="1678" y="200"/>
                  </a:lnTo>
                  <a:lnTo>
                    <a:pt x="1672" y="200"/>
                  </a:lnTo>
                  <a:lnTo>
                    <a:pt x="1672" y="200"/>
                  </a:lnTo>
                  <a:lnTo>
                    <a:pt x="1672" y="194"/>
                  </a:lnTo>
                  <a:lnTo>
                    <a:pt x="1668" y="194"/>
                  </a:lnTo>
                  <a:lnTo>
                    <a:pt x="1668" y="188"/>
                  </a:lnTo>
                  <a:lnTo>
                    <a:pt x="1662" y="188"/>
                  </a:lnTo>
                  <a:lnTo>
                    <a:pt x="1662" y="188"/>
                  </a:lnTo>
                  <a:lnTo>
                    <a:pt x="1662" y="188"/>
                  </a:lnTo>
                  <a:lnTo>
                    <a:pt x="1656" y="182"/>
                  </a:lnTo>
                  <a:lnTo>
                    <a:pt x="1662" y="182"/>
                  </a:lnTo>
                  <a:lnTo>
                    <a:pt x="1662" y="182"/>
                  </a:lnTo>
                  <a:lnTo>
                    <a:pt x="1668" y="182"/>
                  </a:lnTo>
                  <a:lnTo>
                    <a:pt x="1662" y="182"/>
                  </a:lnTo>
                  <a:lnTo>
                    <a:pt x="1662" y="182"/>
                  </a:lnTo>
                  <a:lnTo>
                    <a:pt x="1662" y="180"/>
                  </a:lnTo>
                  <a:lnTo>
                    <a:pt x="1662" y="180"/>
                  </a:lnTo>
                  <a:lnTo>
                    <a:pt x="1662" y="180"/>
                  </a:lnTo>
                  <a:lnTo>
                    <a:pt x="1662" y="180"/>
                  </a:lnTo>
                  <a:lnTo>
                    <a:pt x="1662" y="180"/>
                  </a:lnTo>
                  <a:lnTo>
                    <a:pt x="1662" y="180"/>
                  </a:lnTo>
                  <a:lnTo>
                    <a:pt x="1662" y="180"/>
                  </a:lnTo>
                  <a:lnTo>
                    <a:pt x="1662" y="180"/>
                  </a:lnTo>
                  <a:lnTo>
                    <a:pt x="1662" y="174"/>
                  </a:lnTo>
                  <a:lnTo>
                    <a:pt x="1662" y="174"/>
                  </a:lnTo>
                  <a:lnTo>
                    <a:pt x="1668" y="174"/>
                  </a:lnTo>
                  <a:lnTo>
                    <a:pt x="1672" y="174"/>
                  </a:lnTo>
                  <a:lnTo>
                    <a:pt x="1668" y="174"/>
                  </a:lnTo>
                  <a:lnTo>
                    <a:pt x="1668" y="168"/>
                  </a:lnTo>
                  <a:lnTo>
                    <a:pt x="1662" y="168"/>
                  </a:lnTo>
                  <a:lnTo>
                    <a:pt x="1668" y="168"/>
                  </a:lnTo>
                  <a:lnTo>
                    <a:pt x="1672" y="168"/>
                  </a:lnTo>
                  <a:lnTo>
                    <a:pt x="1672" y="168"/>
                  </a:lnTo>
                  <a:lnTo>
                    <a:pt x="1672" y="162"/>
                  </a:lnTo>
                  <a:lnTo>
                    <a:pt x="1678" y="162"/>
                  </a:lnTo>
                  <a:lnTo>
                    <a:pt x="1678" y="168"/>
                  </a:lnTo>
                  <a:lnTo>
                    <a:pt x="1678" y="162"/>
                  </a:lnTo>
                  <a:lnTo>
                    <a:pt x="1682" y="162"/>
                  </a:lnTo>
                  <a:lnTo>
                    <a:pt x="1688" y="162"/>
                  </a:lnTo>
                  <a:lnTo>
                    <a:pt x="1688" y="162"/>
                  </a:lnTo>
                  <a:lnTo>
                    <a:pt x="1688" y="168"/>
                  </a:lnTo>
                  <a:lnTo>
                    <a:pt x="1694" y="168"/>
                  </a:lnTo>
                  <a:lnTo>
                    <a:pt x="1700" y="168"/>
                  </a:lnTo>
                  <a:lnTo>
                    <a:pt x="1700" y="168"/>
                  </a:lnTo>
                  <a:lnTo>
                    <a:pt x="1700" y="168"/>
                  </a:lnTo>
                  <a:lnTo>
                    <a:pt x="1700" y="174"/>
                  </a:lnTo>
                  <a:lnTo>
                    <a:pt x="1704" y="174"/>
                  </a:lnTo>
                  <a:lnTo>
                    <a:pt x="1710" y="174"/>
                  </a:lnTo>
                  <a:lnTo>
                    <a:pt x="1710" y="180"/>
                  </a:lnTo>
                  <a:lnTo>
                    <a:pt x="1710" y="180"/>
                  </a:lnTo>
                  <a:lnTo>
                    <a:pt x="1716" y="180"/>
                  </a:lnTo>
                  <a:lnTo>
                    <a:pt x="1716" y="174"/>
                  </a:lnTo>
                  <a:lnTo>
                    <a:pt x="1716" y="168"/>
                  </a:lnTo>
                  <a:lnTo>
                    <a:pt x="1716" y="168"/>
                  </a:lnTo>
                  <a:lnTo>
                    <a:pt x="1722" y="168"/>
                  </a:lnTo>
                  <a:lnTo>
                    <a:pt x="1722" y="168"/>
                  </a:lnTo>
                  <a:lnTo>
                    <a:pt x="1722" y="162"/>
                  </a:lnTo>
                  <a:lnTo>
                    <a:pt x="1722" y="162"/>
                  </a:lnTo>
                  <a:lnTo>
                    <a:pt x="1722" y="162"/>
                  </a:lnTo>
                  <a:lnTo>
                    <a:pt x="1728" y="168"/>
                  </a:lnTo>
                  <a:lnTo>
                    <a:pt x="1732" y="168"/>
                  </a:lnTo>
                  <a:lnTo>
                    <a:pt x="1732" y="168"/>
                  </a:lnTo>
                  <a:lnTo>
                    <a:pt x="1736" y="168"/>
                  </a:lnTo>
                  <a:lnTo>
                    <a:pt x="1736" y="174"/>
                  </a:lnTo>
                  <a:lnTo>
                    <a:pt x="1742" y="174"/>
                  </a:lnTo>
                  <a:lnTo>
                    <a:pt x="1748" y="174"/>
                  </a:lnTo>
                  <a:lnTo>
                    <a:pt x="1748" y="174"/>
                  </a:lnTo>
                  <a:lnTo>
                    <a:pt x="1754" y="168"/>
                  </a:lnTo>
                  <a:lnTo>
                    <a:pt x="1758" y="174"/>
                  </a:lnTo>
                  <a:lnTo>
                    <a:pt x="1758" y="174"/>
                  </a:lnTo>
                  <a:lnTo>
                    <a:pt x="1764" y="180"/>
                  </a:lnTo>
                  <a:lnTo>
                    <a:pt x="1770" y="180"/>
                  </a:lnTo>
                  <a:lnTo>
                    <a:pt x="1770" y="180"/>
                  </a:lnTo>
                  <a:lnTo>
                    <a:pt x="1776" y="180"/>
                  </a:lnTo>
                  <a:lnTo>
                    <a:pt x="1776" y="180"/>
                  </a:lnTo>
                  <a:lnTo>
                    <a:pt x="1782" y="180"/>
                  </a:lnTo>
                  <a:lnTo>
                    <a:pt x="1776" y="180"/>
                  </a:lnTo>
                  <a:lnTo>
                    <a:pt x="1770" y="180"/>
                  </a:lnTo>
                  <a:lnTo>
                    <a:pt x="1770" y="180"/>
                  </a:lnTo>
                  <a:lnTo>
                    <a:pt x="1770" y="182"/>
                  </a:lnTo>
                  <a:lnTo>
                    <a:pt x="1770" y="188"/>
                  </a:lnTo>
                  <a:lnTo>
                    <a:pt x="1770" y="188"/>
                  </a:lnTo>
                  <a:lnTo>
                    <a:pt x="1770" y="188"/>
                  </a:lnTo>
                  <a:lnTo>
                    <a:pt x="1770" y="188"/>
                  </a:lnTo>
                  <a:lnTo>
                    <a:pt x="1764" y="188"/>
                  </a:lnTo>
                  <a:lnTo>
                    <a:pt x="1758" y="188"/>
                  </a:lnTo>
                  <a:lnTo>
                    <a:pt x="1758" y="194"/>
                  </a:lnTo>
                  <a:lnTo>
                    <a:pt x="1758" y="194"/>
                  </a:lnTo>
                  <a:lnTo>
                    <a:pt x="1758" y="188"/>
                  </a:lnTo>
                  <a:lnTo>
                    <a:pt x="1754" y="188"/>
                  </a:lnTo>
                  <a:lnTo>
                    <a:pt x="1748" y="188"/>
                  </a:lnTo>
                  <a:lnTo>
                    <a:pt x="1748" y="188"/>
                  </a:lnTo>
                  <a:lnTo>
                    <a:pt x="1742" y="188"/>
                  </a:lnTo>
                  <a:lnTo>
                    <a:pt x="1742" y="188"/>
                  </a:lnTo>
                  <a:lnTo>
                    <a:pt x="1736" y="188"/>
                  </a:lnTo>
                  <a:lnTo>
                    <a:pt x="1736" y="182"/>
                  </a:lnTo>
                  <a:lnTo>
                    <a:pt x="1736" y="180"/>
                  </a:lnTo>
                  <a:lnTo>
                    <a:pt x="1742" y="180"/>
                  </a:lnTo>
                  <a:lnTo>
                    <a:pt x="1748" y="180"/>
                  </a:lnTo>
                  <a:lnTo>
                    <a:pt x="1742" y="180"/>
                  </a:lnTo>
                  <a:lnTo>
                    <a:pt x="1742" y="174"/>
                  </a:lnTo>
                  <a:lnTo>
                    <a:pt x="1736" y="174"/>
                  </a:lnTo>
                  <a:lnTo>
                    <a:pt x="1736" y="180"/>
                  </a:lnTo>
                  <a:lnTo>
                    <a:pt x="1732" y="180"/>
                  </a:lnTo>
                  <a:lnTo>
                    <a:pt x="1732" y="180"/>
                  </a:lnTo>
                  <a:lnTo>
                    <a:pt x="1732" y="180"/>
                  </a:lnTo>
                  <a:lnTo>
                    <a:pt x="1732" y="182"/>
                  </a:lnTo>
                  <a:lnTo>
                    <a:pt x="1732" y="182"/>
                  </a:lnTo>
                  <a:lnTo>
                    <a:pt x="1732" y="188"/>
                  </a:lnTo>
                  <a:lnTo>
                    <a:pt x="1736" y="188"/>
                  </a:lnTo>
                  <a:lnTo>
                    <a:pt x="1742" y="188"/>
                  </a:lnTo>
                  <a:lnTo>
                    <a:pt x="1748" y="188"/>
                  </a:lnTo>
                  <a:lnTo>
                    <a:pt x="1748" y="194"/>
                  </a:lnTo>
                  <a:lnTo>
                    <a:pt x="1754" y="194"/>
                  </a:lnTo>
                  <a:lnTo>
                    <a:pt x="1748" y="200"/>
                  </a:lnTo>
                  <a:lnTo>
                    <a:pt x="1748" y="194"/>
                  </a:lnTo>
                  <a:lnTo>
                    <a:pt x="1748" y="194"/>
                  </a:lnTo>
                  <a:lnTo>
                    <a:pt x="1748" y="200"/>
                  </a:lnTo>
                  <a:lnTo>
                    <a:pt x="1742" y="200"/>
                  </a:lnTo>
                  <a:lnTo>
                    <a:pt x="1742" y="194"/>
                  </a:lnTo>
                  <a:lnTo>
                    <a:pt x="1736" y="194"/>
                  </a:lnTo>
                  <a:lnTo>
                    <a:pt x="1736" y="200"/>
                  </a:lnTo>
                  <a:lnTo>
                    <a:pt x="1742" y="200"/>
                  </a:lnTo>
                  <a:lnTo>
                    <a:pt x="1736" y="200"/>
                  </a:lnTo>
                  <a:lnTo>
                    <a:pt x="1736" y="200"/>
                  </a:lnTo>
                  <a:lnTo>
                    <a:pt x="1736" y="200"/>
                  </a:lnTo>
                  <a:lnTo>
                    <a:pt x="1736" y="200"/>
                  </a:lnTo>
                  <a:close/>
                  <a:moveTo>
                    <a:pt x="1878" y="168"/>
                  </a:moveTo>
                  <a:lnTo>
                    <a:pt x="1878" y="162"/>
                  </a:lnTo>
                  <a:lnTo>
                    <a:pt x="1884" y="162"/>
                  </a:lnTo>
                  <a:lnTo>
                    <a:pt x="1884" y="168"/>
                  </a:lnTo>
                  <a:lnTo>
                    <a:pt x="1878" y="168"/>
                  </a:lnTo>
                  <a:lnTo>
                    <a:pt x="1878" y="168"/>
                  </a:lnTo>
                  <a:lnTo>
                    <a:pt x="1878" y="168"/>
                  </a:lnTo>
                  <a:lnTo>
                    <a:pt x="1878" y="168"/>
                  </a:lnTo>
                  <a:close/>
                  <a:moveTo>
                    <a:pt x="1716" y="168"/>
                  </a:moveTo>
                  <a:lnTo>
                    <a:pt x="1716" y="162"/>
                  </a:lnTo>
                  <a:lnTo>
                    <a:pt x="1716" y="168"/>
                  </a:lnTo>
                  <a:lnTo>
                    <a:pt x="1716" y="168"/>
                  </a:lnTo>
                  <a:lnTo>
                    <a:pt x="1716" y="168"/>
                  </a:lnTo>
                  <a:lnTo>
                    <a:pt x="1716" y="168"/>
                  </a:lnTo>
                  <a:close/>
                  <a:moveTo>
                    <a:pt x="1098" y="168"/>
                  </a:moveTo>
                  <a:lnTo>
                    <a:pt x="1092" y="168"/>
                  </a:lnTo>
                  <a:lnTo>
                    <a:pt x="1092" y="168"/>
                  </a:lnTo>
                  <a:lnTo>
                    <a:pt x="1088" y="168"/>
                  </a:lnTo>
                  <a:lnTo>
                    <a:pt x="1088" y="168"/>
                  </a:lnTo>
                  <a:lnTo>
                    <a:pt x="1098" y="168"/>
                  </a:lnTo>
                  <a:lnTo>
                    <a:pt x="1098" y="168"/>
                  </a:lnTo>
                  <a:lnTo>
                    <a:pt x="1098" y="168"/>
                  </a:lnTo>
                  <a:lnTo>
                    <a:pt x="1098" y="168"/>
                  </a:lnTo>
                  <a:close/>
                  <a:moveTo>
                    <a:pt x="898" y="168"/>
                  </a:moveTo>
                  <a:lnTo>
                    <a:pt x="892" y="168"/>
                  </a:lnTo>
                  <a:lnTo>
                    <a:pt x="886" y="168"/>
                  </a:lnTo>
                  <a:lnTo>
                    <a:pt x="880" y="168"/>
                  </a:lnTo>
                  <a:lnTo>
                    <a:pt x="886" y="168"/>
                  </a:lnTo>
                  <a:lnTo>
                    <a:pt x="886" y="168"/>
                  </a:lnTo>
                  <a:lnTo>
                    <a:pt x="892" y="168"/>
                  </a:lnTo>
                  <a:lnTo>
                    <a:pt x="892" y="168"/>
                  </a:lnTo>
                  <a:lnTo>
                    <a:pt x="898" y="168"/>
                  </a:lnTo>
                  <a:lnTo>
                    <a:pt x="898" y="168"/>
                  </a:lnTo>
                  <a:lnTo>
                    <a:pt x="898" y="168"/>
                  </a:lnTo>
                  <a:lnTo>
                    <a:pt x="898" y="168"/>
                  </a:lnTo>
                  <a:lnTo>
                    <a:pt x="898" y="168"/>
                  </a:lnTo>
                  <a:lnTo>
                    <a:pt x="898" y="168"/>
                  </a:lnTo>
                  <a:close/>
                  <a:moveTo>
                    <a:pt x="876" y="168"/>
                  </a:moveTo>
                  <a:lnTo>
                    <a:pt x="880" y="168"/>
                  </a:lnTo>
                  <a:lnTo>
                    <a:pt x="880" y="168"/>
                  </a:lnTo>
                  <a:lnTo>
                    <a:pt x="880" y="168"/>
                  </a:lnTo>
                  <a:lnTo>
                    <a:pt x="876" y="168"/>
                  </a:lnTo>
                  <a:lnTo>
                    <a:pt x="872" y="168"/>
                  </a:lnTo>
                  <a:lnTo>
                    <a:pt x="876" y="168"/>
                  </a:lnTo>
                  <a:lnTo>
                    <a:pt x="876" y="168"/>
                  </a:lnTo>
                  <a:lnTo>
                    <a:pt x="876" y="168"/>
                  </a:lnTo>
                  <a:lnTo>
                    <a:pt x="876" y="168"/>
                  </a:lnTo>
                  <a:close/>
                  <a:moveTo>
                    <a:pt x="1640" y="182"/>
                  </a:moveTo>
                  <a:lnTo>
                    <a:pt x="1640" y="180"/>
                  </a:lnTo>
                  <a:lnTo>
                    <a:pt x="1640" y="180"/>
                  </a:lnTo>
                  <a:lnTo>
                    <a:pt x="1640" y="180"/>
                  </a:lnTo>
                  <a:lnTo>
                    <a:pt x="1640" y="180"/>
                  </a:lnTo>
                  <a:lnTo>
                    <a:pt x="1640" y="174"/>
                  </a:lnTo>
                  <a:lnTo>
                    <a:pt x="1640" y="168"/>
                  </a:lnTo>
                  <a:lnTo>
                    <a:pt x="1640" y="174"/>
                  </a:lnTo>
                  <a:lnTo>
                    <a:pt x="1644" y="180"/>
                  </a:lnTo>
                  <a:lnTo>
                    <a:pt x="1650" y="180"/>
                  </a:lnTo>
                  <a:lnTo>
                    <a:pt x="1644" y="180"/>
                  </a:lnTo>
                  <a:lnTo>
                    <a:pt x="1644" y="182"/>
                  </a:lnTo>
                  <a:lnTo>
                    <a:pt x="1640" y="182"/>
                  </a:lnTo>
                  <a:lnTo>
                    <a:pt x="1640" y="182"/>
                  </a:lnTo>
                  <a:lnTo>
                    <a:pt x="1640" y="182"/>
                  </a:lnTo>
                  <a:lnTo>
                    <a:pt x="1640" y="182"/>
                  </a:lnTo>
                  <a:lnTo>
                    <a:pt x="1640" y="182"/>
                  </a:lnTo>
                  <a:close/>
                  <a:moveTo>
                    <a:pt x="1790" y="180"/>
                  </a:moveTo>
                  <a:lnTo>
                    <a:pt x="1790" y="180"/>
                  </a:lnTo>
                  <a:lnTo>
                    <a:pt x="1796" y="180"/>
                  </a:lnTo>
                  <a:lnTo>
                    <a:pt x="1790" y="182"/>
                  </a:lnTo>
                  <a:lnTo>
                    <a:pt x="1796" y="182"/>
                  </a:lnTo>
                  <a:lnTo>
                    <a:pt x="1802" y="182"/>
                  </a:lnTo>
                  <a:lnTo>
                    <a:pt x="1802" y="182"/>
                  </a:lnTo>
                  <a:lnTo>
                    <a:pt x="1802" y="182"/>
                  </a:lnTo>
                  <a:lnTo>
                    <a:pt x="1802" y="182"/>
                  </a:lnTo>
                  <a:lnTo>
                    <a:pt x="1808" y="182"/>
                  </a:lnTo>
                  <a:lnTo>
                    <a:pt x="1808" y="180"/>
                  </a:lnTo>
                  <a:lnTo>
                    <a:pt x="1808" y="182"/>
                  </a:lnTo>
                  <a:lnTo>
                    <a:pt x="1814" y="182"/>
                  </a:lnTo>
                  <a:lnTo>
                    <a:pt x="1814" y="182"/>
                  </a:lnTo>
                  <a:lnTo>
                    <a:pt x="1818" y="182"/>
                  </a:lnTo>
                  <a:lnTo>
                    <a:pt x="1824" y="182"/>
                  </a:lnTo>
                  <a:lnTo>
                    <a:pt x="1818" y="182"/>
                  </a:lnTo>
                  <a:lnTo>
                    <a:pt x="1818" y="188"/>
                  </a:lnTo>
                  <a:lnTo>
                    <a:pt x="1824" y="188"/>
                  </a:lnTo>
                  <a:lnTo>
                    <a:pt x="1830" y="188"/>
                  </a:lnTo>
                  <a:lnTo>
                    <a:pt x="1830" y="188"/>
                  </a:lnTo>
                  <a:lnTo>
                    <a:pt x="1836" y="188"/>
                  </a:lnTo>
                  <a:lnTo>
                    <a:pt x="1842" y="188"/>
                  </a:lnTo>
                  <a:lnTo>
                    <a:pt x="1842" y="188"/>
                  </a:lnTo>
                  <a:lnTo>
                    <a:pt x="1844" y="188"/>
                  </a:lnTo>
                  <a:lnTo>
                    <a:pt x="1850" y="188"/>
                  </a:lnTo>
                  <a:lnTo>
                    <a:pt x="1850" y="188"/>
                  </a:lnTo>
                  <a:lnTo>
                    <a:pt x="1856" y="188"/>
                  </a:lnTo>
                  <a:lnTo>
                    <a:pt x="1850" y="188"/>
                  </a:lnTo>
                  <a:lnTo>
                    <a:pt x="1850" y="194"/>
                  </a:lnTo>
                  <a:lnTo>
                    <a:pt x="1850" y="200"/>
                  </a:lnTo>
                  <a:lnTo>
                    <a:pt x="1850" y="200"/>
                  </a:lnTo>
                  <a:lnTo>
                    <a:pt x="1844" y="200"/>
                  </a:lnTo>
                  <a:lnTo>
                    <a:pt x="1842" y="200"/>
                  </a:lnTo>
                  <a:lnTo>
                    <a:pt x="1842" y="200"/>
                  </a:lnTo>
                  <a:lnTo>
                    <a:pt x="1836" y="200"/>
                  </a:lnTo>
                  <a:lnTo>
                    <a:pt x="1830" y="200"/>
                  </a:lnTo>
                  <a:lnTo>
                    <a:pt x="1830" y="200"/>
                  </a:lnTo>
                  <a:lnTo>
                    <a:pt x="1824" y="200"/>
                  </a:lnTo>
                  <a:lnTo>
                    <a:pt x="1818" y="200"/>
                  </a:lnTo>
                  <a:lnTo>
                    <a:pt x="1814" y="200"/>
                  </a:lnTo>
                  <a:lnTo>
                    <a:pt x="1814" y="200"/>
                  </a:lnTo>
                  <a:lnTo>
                    <a:pt x="1814" y="194"/>
                  </a:lnTo>
                  <a:lnTo>
                    <a:pt x="1808" y="194"/>
                  </a:lnTo>
                  <a:lnTo>
                    <a:pt x="1802" y="194"/>
                  </a:lnTo>
                  <a:lnTo>
                    <a:pt x="1802" y="194"/>
                  </a:lnTo>
                  <a:lnTo>
                    <a:pt x="1802" y="188"/>
                  </a:lnTo>
                  <a:lnTo>
                    <a:pt x="1796" y="188"/>
                  </a:lnTo>
                  <a:lnTo>
                    <a:pt x="1790" y="188"/>
                  </a:lnTo>
                  <a:lnTo>
                    <a:pt x="1790" y="188"/>
                  </a:lnTo>
                  <a:lnTo>
                    <a:pt x="1790" y="188"/>
                  </a:lnTo>
                  <a:lnTo>
                    <a:pt x="1786" y="188"/>
                  </a:lnTo>
                  <a:lnTo>
                    <a:pt x="1790" y="188"/>
                  </a:lnTo>
                  <a:lnTo>
                    <a:pt x="1790" y="182"/>
                  </a:lnTo>
                  <a:lnTo>
                    <a:pt x="1790" y="180"/>
                  </a:lnTo>
                  <a:lnTo>
                    <a:pt x="1790" y="180"/>
                  </a:lnTo>
                  <a:lnTo>
                    <a:pt x="1790" y="180"/>
                  </a:lnTo>
                  <a:lnTo>
                    <a:pt x="1790" y="180"/>
                  </a:lnTo>
                  <a:lnTo>
                    <a:pt x="1790" y="180"/>
                  </a:lnTo>
                  <a:close/>
                  <a:moveTo>
                    <a:pt x="880" y="180"/>
                  </a:moveTo>
                  <a:lnTo>
                    <a:pt x="880" y="180"/>
                  </a:lnTo>
                  <a:lnTo>
                    <a:pt x="880" y="182"/>
                  </a:lnTo>
                  <a:lnTo>
                    <a:pt x="880" y="182"/>
                  </a:lnTo>
                  <a:lnTo>
                    <a:pt x="880" y="182"/>
                  </a:lnTo>
                  <a:lnTo>
                    <a:pt x="880" y="188"/>
                  </a:lnTo>
                  <a:lnTo>
                    <a:pt x="880" y="182"/>
                  </a:lnTo>
                  <a:lnTo>
                    <a:pt x="876" y="182"/>
                  </a:lnTo>
                  <a:lnTo>
                    <a:pt x="876" y="188"/>
                  </a:lnTo>
                  <a:lnTo>
                    <a:pt x="872" y="182"/>
                  </a:lnTo>
                  <a:lnTo>
                    <a:pt x="876" y="182"/>
                  </a:lnTo>
                  <a:lnTo>
                    <a:pt x="876" y="180"/>
                  </a:lnTo>
                  <a:lnTo>
                    <a:pt x="876" y="182"/>
                  </a:lnTo>
                  <a:lnTo>
                    <a:pt x="880" y="182"/>
                  </a:lnTo>
                  <a:lnTo>
                    <a:pt x="880" y="180"/>
                  </a:lnTo>
                  <a:lnTo>
                    <a:pt x="880" y="180"/>
                  </a:lnTo>
                  <a:lnTo>
                    <a:pt x="880" y="180"/>
                  </a:lnTo>
                  <a:lnTo>
                    <a:pt x="880" y="180"/>
                  </a:lnTo>
                  <a:lnTo>
                    <a:pt x="880" y="180"/>
                  </a:lnTo>
                  <a:close/>
                  <a:moveTo>
                    <a:pt x="952" y="194"/>
                  </a:moveTo>
                  <a:lnTo>
                    <a:pt x="958" y="194"/>
                  </a:lnTo>
                  <a:lnTo>
                    <a:pt x="952" y="194"/>
                  </a:lnTo>
                  <a:lnTo>
                    <a:pt x="952" y="200"/>
                  </a:lnTo>
                  <a:lnTo>
                    <a:pt x="952" y="194"/>
                  </a:lnTo>
                  <a:lnTo>
                    <a:pt x="946" y="194"/>
                  </a:lnTo>
                  <a:lnTo>
                    <a:pt x="946" y="200"/>
                  </a:lnTo>
                  <a:lnTo>
                    <a:pt x="952" y="200"/>
                  </a:lnTo>
                  <a:lnTo>
                    <a:pt x="946" y="200"/>
                  </a:lnTo>
                  <a:lnTo>
                    <a:pt x="946" y="200"/>
                  </a:lnTo>
                  <a:lnTo>
                    <a:pt x="940" y="200"/>
                  </a:lnTo>
                  <a:lnTo>
                    <a:pt x="940" y="194"/>
                  </a:lnTo>
                  <a:lnTo>
                    <a:pt x="946" y="194"/>
                  </a:lnTo>
                  <a:lnTo>
                    <a:pt x="946" y="200"/>
                  </a:lnTo>
                  <a:lnTo>
                    <a:pt x="946" y="194"/>
                  </a:lnTo>
                  <a:lnTo>
                    <a:pt x="946" y="194"/>
                  </a:lnTo>
                  <a:lnTo>
                    <a:pt x="946" y="194"/>
                  </a:lnTo>
                  <a:lnTo>
                    <a:pt x="952" y="194"/>
                  </a:lnTo>
                  <a:lnTo>
                    <a:pt x="952" y="194"/>
                  </a:lnTo>
                  <a:lnTo>
                    <a:pt x="952" y="194"/>
                  </a:lnTo>
                  <a:lnTo>
                    <a:pt x="952" y="194"/>
                  </a:lnTo>
                  <a:close/>
                  <a:moveTo>
                    <a:pt x="930" y="200"/>
                  </a:moveTo>
                  <a:lnTo>
                    <a:pt x="930" y="200"/>
                  </a:lnTo>
                  <a:lnTo>
                    <a:pt x="930" y="200"/>
                  </a:lnTo>
                  <a:lnTo>
                    <a:pt x="930" y="200"/>
                  </a:lnTo>
                  <a:lnTo>
                    <a:pt x="926" y="200"/>
                  </a:lnTo>
                  <a:lnTo>
                    <a:pt x="926" y="200"/>
                  </a:lnTo>
                  <a:lnTo>
                    <a:pt x="930" y="200"/>
                  </a:lnTo>
                  <a:lnTo>
                    <a:pt x="930" y="200"/>
                  </a:lnTo>
                  <a:lnTo>
                    <a:pt x="930" y="200"/>
                  </a:lnTo>
                  <a:lnTo>
                    <a:pt x="930" y="200"/>
                  </a:lnTo>
                  <a:close/>
                  <a:moveTo>
                    <a:pt x="838" y="206"/>
                  </a:moveTo>
                  <a:lnTo>
                    <a:pt x="844" y="206"/>
                  </a:lnTo>
                  <a:lnTo>
                    <a:pt x="844" y="200"/>
                  </a:lnTo>
                  <a:lnTo>
                    <a:pt x="844" y="206"/>
                  </a:lnTo>
                  <a:lnTo>
                    <a:pt x="850" y="206"/>
                  </a:lnTo>
                  <a:lnTo>
                    <a:pt x="844" y="206"/>
                  </a:lnTo>
                  <a:lnTo>
                    <a:pt x="838" y="206"/>
                  </a:lnTo>
                  <a:lnTo>
                    <a:pt x="838" y="206"/>
                  </a:lnTo>
                  <a:lnTo>
                    <a:pt x="838" y="206"/>
                  </a:lnTo>
                  <a:lnTo>
                    <a:pt x="838" y="206"/>
                  </a:lnTo>
                  <a:close/>
                  <a:moveTo>
                    <a:pt x="930" y="206"/>
                  </a:moveTo>
                  <a:lnTo>
                    <a:pt x="930" y="210"/>
                  </a:lnTo>
                  <a:lnTo>
                    <a:pt x="926" y="210"/>
                  </a:lnTo>
                  <a:lnTo>
                    <a:pt x="926" y="206"/>
                  </a:lnTo>
                  <a:lnTo>
                    <a:pt x="930" y="206"/>
                  </a:lnTo>
                  <a:lnTo>
                    <a:pt x="930" y="206"/>
                  </a:lnTo>
                  <a:lnTo>
                    <a:pt x="930" y="206"/>
                  </a:lnTo>
                  <a:lnTo>
                    <a:pt x="930" y="206"/>
                  </a:lnTo>
                  <a:lnTo>
                    <a:pt x="930" y="206"/>
                  </a:lnTo>
                  <a:close/>
                  <a:moveTo>
                    <a:pt x="1314" y="216"/>
                  </a:moveTo>
                  <a:lnTo>
                    <a:pt x="1314" y="216"/>
                  </a:lnTo>
                  <a:lnTo>
                    <a:pt x="1308" y="216"/>
                  </a:lnTo>
                  <a:lnTo>
                    <a:pt x="1304" y="216"/>
                  </a:lnTo>
                  <a:lnTo>
                    <a:pt x="1304" y="216"/>
                  </a:lnTo>
                  <a:lnTo>
                    <a:pt x="1304" y="216"/>
                  </a:lnTo>
                  <a:lnTo>
                    <a:pt x="1300" y="216"/>
                  </a:lnTo>
                  <a:lnTo>
                    <a:pt x="1300" y="210"/>
                  </a:lnTo>
                  <a:lnTo>
                    <a:pt x="1304" y="210"/>
                  </a:lnTo>
                  <a:lnTo>
                    <a:pt x="1304" y="210"/>
                  </a:lnTo>
                  <a:lnTo>
                    <a:pt x="1304" y="206"/>
                  </a:lnTo>
                  <a:lnTo>
                    <a:pt x="1308" y="206"/>
                  </a:lnTo>
                  <a:lnTo>
                    <a:pt x="1314" y="206"/>
                  </a:lnTo>
                  <a:lnTo>
                    <a:pt x="1320" y="206"/>
                  </a:lnTo>
                  <a:lnTo>
                    <a:pt x="1326" y="206"/>
                  </a:lnTo>
                  <a:lnTo>
                    <a:pt x="1326" y="210"/>
                  </a:lnTo>
                  <a:lnTo>
                    <a:pt x="1326" y="216"/>
                  </a:lnTo>
                  <a:lnTo>
                    <a:pt x="1320" y="216"/>
                  </a:lnTo>
                  <a:lnTo>
                    <a:pt x="1320" y="216"/>
                  </a:lnTo>
                  <a:lnTo>
                    <a:pt x="1314" y="216"/>
                  </a:lnTo>
                  <a:lnTo>
                    <a:pt x="1314" y="216"/>
                  </a:lnTo>
                  <a:lnTo>
                    <a:pt x="1314" y="216"/>
                  </a:lnTo>
                  <a:lnTo>
                    <a:pt x="1314" y="216"/>
                  </a:lnTo>
                  <a:close/>
                  <a:moveTo>
                    <a:pt x="920" y="206"/>
                  </a:moveTo>
                  <a:lnTo>
                    <a:pt x="920" y="206"/>
                  </a:lnTo>
                  <a:lnTo>
                    <a:pt x="920" y="210"/>
                  </a:lnTo>
                  <a:lnTo>
                    <a:pt x="920" y="210"/>
                  </a:lnTo>
                  <a:lnTo>
                    <a:pt x="920" y="210"/>
                  </a:lnTo>
                  <a:lnTo>
                    <a:pt x="920" y="210"/>
                  </a:lnTo>
                  <a:lnTo>
                    <a:pt x="914" y="210"/>
                  </a:lnTo>
                  <a:lnTo>
                    <a:pt x="920" y="210"/>
                  </a:lnTo>
                  <a:lnTo>
                    <a:pt x="920" y="206"/>
                  </a:lnTo>
                  <a:lnTo>
                    <a:pt x="920" y="206"/>
                  </a:lnTo>
                  <a:lnTo>
                    <a:pt x="920" y="206"/>
                  </a:lnTo>
                  <a:lnTo>
                    <a:pt x="920" y="206"/>
                  </a:lnTo>
                  <a:close/>
                  <a:moveTo>
                    <a:pt x="1362" y="216"/>
                  </a:moveTo>
                  <a:lnTo>
                    <a:pt x="1362" y="210"/>
                  </a:lnTo>
                  <a:lnTo>
                    <a:pt x="1362" y="210"/>
                  </a:lnTo>
                  <a:lnTo>
                    <a:pt x="1362" y="216"/>
                  </a:lnTo>
                  <a:lnTo>
                    <a:pt x="1362" y="216"/>
                  </a:lnTo>
                  <a:lnTo>
                    <a:pt x="1362" y="216"/>
                  </a:lnTo>
                  <a:lnTo>
                    <a:pt x="1362" y="216"/>
                  </a:lnTo>
                  <a:lnTo>
                    <a:pt x="1362" y="216"/>
                  </a:lnTo>
                  <a:close/>
                  <a:moveTo>
                    <a:pt x="1710" y="228"/>
                  </a:moveTo>
                  <a:lnTo>
                    <a:pt x="1710" y="222"/>
                  </a:lnTo>
                  <a:lnTo>
                    <a:pt x="1704" y="222"/>
                  </a:lnTo>
                  <a:lnTo>
                    <a:pt x="1704" y="216"/>
                  </a:lnTo>
                  <a:lnTo>
                    <a:pt x="1704" y="216"/>
                  </a:lnTo>
                  <a:lnTo>
                    <a:pt x="1710" y="216"/>
                  </a:lnTo>
                  <a:lnTo>
                    <a:pt x="1710" y="216"/>
                  </a:lnTo>
                  <a:lnTo>
                    <a:pt x="1716" y="216"/>
                  </a:lnTo>
                  <a:lnTo>
                    <a:pt x="1722" y="216"/>
                  </a:lnTo>
                  <a:lnTo>
                    <a:pt x="1716" y="216"/>
                  </a:lnTo>
                  <a:lnTo>
                    <a:pt x="1716" y="222"/>
                  </a:lnTo>
                  <a:lnTo>
                    <a:pt x="1710" y="222"/>
                  </a:lnTo>
                  <a:lnTo>
                    <a:pt x="1710" y="222"/>
                  </a:lnTo>
                  <a:lnTo>
                    <a:pt x="1710" y="228"/>
                  </a:lnTo>
                  <a:lnTo>
                    <a:pt x="1710" y="228"/>
                  </a:lnTo>
                  <a:lnTo>
                    <a:pt x="1710" y="228"/>
                  </a:lnTo>
                  <a:lnTo>
                    <a:pt x="1710" y="228"/>
                  </a:lnTo>
                  <a:close/>
                  <a:moveTo>
                    <a:pt x="1640" y="216"/>
                  </a:moveTo>
                  <a:lnTo>
                    <a:pt x="1640" y="216"/>
                  </a:lnTo>
                  <a:lnTo>
                    <a:pt x="1644" y="216"/>
                  </a:lnTo>
                  <a:lnTo>
                    <a:pt x="1650" y="222"/>
                  </a:lnTo>
                  <a:lnTo>
                    <a:pt x="1650" y="228"/>
                  </a:lnTo>
                  <a:lnTo>
                    <a:pt x="1644" y="228"/>
                  </a:lnTo>
                  <a:lnTo>
                    <a:pt x="1644" y="222"/>
                  </a:lnTo>
                  <a:lnTo>
                    <a:pt x="1640" y="222"/>
                  </a:lnTo>
                  <a:lnTo>
                    <a:pt x="1640" y="216"/>
                  </a:lnTo>
                  <a:lnTo>
                    <a:pt x="1640" y="216"/>
                  </a:lnTo>
                  <a:lnTo>
                    <a:pt x="1640" y="216"/>
                  </a:lnTo>
                  <a:lnTo>
                    <a:pt x="1640" y="216"/>
                  </a:lnTo>
                  <a:lnTo>
                    <a:pt x="1640" y="216"/>
                  </a:lnTo>
                  <a:lnTo>
                    <a:pt x="1640" y="216"/>
                  </a:lnTo>
                  <a:close/>
                  <a:moveTo>
                    <a:pt x="886" y="216"/>
                  </a:moveTo>
                  <a:lnTo>
                    <a:pt x="892" y="216"/>
                  </a:lnTo>
                  <a:lnTo>
                    <a:pt x="892" y="222"/>
                  </a:lnTo>
                  <a:lnTo>
                    <a:pt x="886" y="222"/>
                  </a:lnTo>
                  <a:lnTo>
                    <a:pt x="886" y="216"/>
                  </a:lnTo>
                  <a:lnTo>
                    <a:pt x="880" y="216"/>
                  </a:lnTo>
                  <a:lnTo>
                    <a:pt x="886" y="216"/>
                  </a:lnTo>
                  <a:lnTo>
                    <a:pt x="886" y="216"/>
                  </a:lnTo>
                  <a:lnTo>
                    <a:pt x="886" y="216"/>
                  </a:lnTo>
                  <a:lnTo>
                    <a:pt x="886" y="216"/>
                  </a:lnTo>
                  <a:close/>
                  <a:moveTo>
                    <a:pt x="892" y="216"/>
                  </a:moveTo>
                  <a:lnTo>
                    <a:pt x="898" y="216"/>
                  </a:lnTo>
                  <a:lnTo>
                    <a:pt x="898" y="216"/>
                  </a:lnTo>
                  <a:lnTo>
                    <a:pt x="904" y="216"/>
                  </a:lnTo>
                  <a:lnTo>
                    <a:pt x="898" y="216"/>
                  </a:lnTo>
                  <a:lnTo>
                    <a:pt x="898" y="222"/>
                  </a:lnTo>
                  <a:lnTo>
                    <a:pt x="904" y="222"/>
                  </a:lnTo>
                  <a:lnTo>
                    <a:pt x="898" y="222"/>
                  </a:lnTo>
                  <a:lnTo>
                    <a:pt x="898" y="216"/>
                  </a:lnTo>
                  <a:lnTo>
                    <a:pt x="898" y="216"/>
                  </a:lnTo>
                  <a:lnTo>
                    <a:pt x="892" y="216"/>
                  </a:lnTo>
                  <a:lnTo>
                    <a:pt x="892" y="216"/>
                  </a:lnTo>
                  <a:lnTo>
                    <a:pt x="892" y="216"/>
                  </a:lnTo>
                  <a:lnTo>
                    <a:pt x="892" y="216"/>
                  </a:lnTo>
                  <a:close/>
                  <a:moveTo>
                    <a:pt x="908" y="222"/>
                  </a:moveTo>
                  <a:lnTo>
                    <a:pt x="914" y="222"/>
                  </a:lnTo>
                  <a:lnTo>
                    <a:pt x="908" y="222"/>
                  </a:lnTo>
                  <a:lnTo>
                    <a:pt x="908" y="222"/>
                  </a:lnTo>
                  <a:lnTo>
                    <a:pt x="908" y="222"/>
                  </a:lnTo>
                  <a:lnTo>
                    <a:pt x="908" y="222"/>
                  </a:lnTo>
                  <a:lnTo>
                    <a:pt x="908" y="222"/>
                  </a:lnTo>
                  <a:lnTo>
                    <a:pt x="908" y="222"/>
                  </a:lnTo>
                  <a:close/>
                  <a:moveTo>
                    <a:pt x="1482" y="228"/>
                  </a:moveTo>
                  <a:lnTo>
                    <a:pt x="1482" y="222"/>
                  </a:lnTo>
                  <a:lnTo>
                    <a:pt x="1482" y="222"/>
                  </a:lnTo>
                  <a:lnTo>
                    <a:pt x="1482" y="222"/>
                  </a:lnTo>
                  <a:lnTo>
                    <a:pt x="1482" y="228"/>
                  </a:lnTo>
                  <a:lnTo>
                    <a:pt x="1482" y="228"/>
                  </a:lnTo>
                  <a:lnTo>
                    <a:pt x="1482" y="228"/>
                  </a:lnTo>
                  <a:lnTo>
                    <a:pt x="1482" y="228"/>
                  </a:lnTo>
                  <a:lnTo>
                    <a:pt x="1482" y="228"/>
                  </a:lnTo>
                  <a:lnTo>
                    <a:pt x="1482" y="228"/>
                  </a:lnTo>
                  <a:close/>
                  <a:moveTo>
                    <a:pt x="1722" y="228"/>
                  </a:moveTo>
                  <a:lnTo>
                    <a:pt x="1722" y="228"/>
                  </a:lnTo>
                  <a:lnTo>
                    <a:pt x="1728" y="228"/>
                  </a:lnTo>
                  <a:lnTo>
                    <a:pt x="1732" y="228"/>
                  </a:lnTo>
                  <a:lnTo>
                    <a:pt x="1732" y="228"/>
                  </a:lnTo>
                  <a:lnTo>
                    <a:pt x="1736" y="228"/>
                  </a:lnTo>
                  <a:lnTo>
                    <a:pt x="1742" y="228"/>
                  </a:lnTo>
                  <a:lnTo>
                    <a:pt x="1748" y="228"/>
                  </a:lnTo>
                  <a:lnTo>
                    <a:pt x="1748" y="234"/>
                  </a:lnTo>
                  <a:lnTo>
                    <a:pt x="1748" y="234"/>
                  </a:lnTo>
                  <a:lnTo>
                    <a:pt x="1748" y="238"/>
                  </a:lnTo>
                  <a:lnTo>
                    <a:pt x="1754" y="238"/>
                  </a:lnTo>
                  <a:lnTo>
                    <a:pt x="1748" y="238"/>
                  </a:lnTo>
                  <a:lnTo>
                    <a:pt x="1748" y="238"/>
                  </a:lnTo>
                  <a:lnTo>
                    <a:pt x="1754" y="238"/>
                  </a:lnTo>
                  <a:lnTo>
                    <a:pt x="1748" y="242"/>
                  </a:lnTo>
                  <a:lnTo>
                    <a:pt x="1748" y="242"/>
                  </a:lnTo>
                  <a:lnTo>
                    <a:pt x="1742" y="238"/>
                  </a:lnTo>
                  <a:lnTo>
                    <a:pt x="1736" y="238"/>
                  </a:lnTo>
                  <a:lnTo>
                    <a:pt x="1732" y="238"/>
                  </a:lnTo>
                  <a:lnTo>
                    <a:pt x="1732" y="238"/>
                  </a:lnTo>
                  <a:lnTo>
                    <a:pt x="1728" y="238"/>
                  </a:lnTo>
                  <a:lnTo>
                    <a:pt x="1722" y="238"/>
                  </a:lnTo>
                  <a:lnTo>
                    <a:pt x="1722" y="238"/>
                  </a:lnTo>
                  <a:lnTo>
                    <a:pt x="1716" y="238"/>
                  </a:lnTo>
                  <a:lnTo>
                    <a:pt x="1710" y="238"/>
                  </a:lnTo>
                  <a:lnTo>
                    <a:pt x="1710" y="238"/>
                  </a:lnTo>
                  <a:lnTo>
                    <a:pt x="1704" y="238"/>
                  </a:lnTo>
                  <a:lnTo>
                    <a:pt x="1700" y="238"/>
                  </a:lnTo>
                  <a:lnTo>
                    <a:pt x="1700" y="238"/>
                  </a:lnTo>
                  <a:lnTo>
                    <a:pt x="1700" y="238"/>
                  </a:lnTo>
                  <a:lnTo>
                    <a:pt x="1704" y="238"/>
                  </a:lnTo>
                  <a:lnTo>
                    <a:pt x="1710" y="238"/>
                  </a:lnTo>
                  <a:lnTo>
                    <a:pt x="1710" y="234"/>
                  </a:lnTo>
                  <a:lnTo>
                    <a:pt x="1710" y="234"/>
                  </a:lnTo>
                  <a:lnTo>
                    <a:pt x="1710" y="228"/>
                  </a:lnTo>
                  <a:lnTo>
                    <a:pt x="1716" y="228"/>
                  </a:lnTo>
                  <a:lnTo>
                    <a:pt x="1722" y="228"/>
                  </a:lnTo>
                  <a:lnTo>
                    <a:pt x="1722" y="228"/>
                  </a:lnTo>
                  <a:lnTo>
                    <a:pt x="1722" y="228"/>
                  </a:lnTo>
                  <a:lnTo>
                    <a:pt x="1722" y="228"/>
                  </a:lnTo>
                  <a:close/>
                  <a:moveTo>
                    <a:pt x="1500" y="234"/>
                  </a:moveTo>
                  <a:lnTo>
                    <a:pt x="1504" y="234"/>
                  </a:lnTo>
                  <a:lnTo>
                    <a:pt x="1500" y="234"/>
                  </a:lnTo>
                  <a:lnTo>
                    <a:pt x="1500" y="234"/>
                  </a:lnTo>
                  <a:lnTo>
                    <a:pt x="1500" y="234"/>
                  </a:lnTo>
                  <a:lnTo>
                    <a:pt x="1500" y="234"/>
                  </a:lnTo>
                  <a:close/>
                  <a:moveTo>
                    <a:pt x="860" y="238"/>
                  </a:moveTo>
                  <a:lnTo>
                    <a:pt x="854" y="234"/>
                  </a:lnTo>
                  <a:lnTo>
                    <a:pt x="860" y="234"/>
                  </a:lnTo>
                  <a:lnTo>
                    <a:pt x="860" y="238"/>
                  </a:lnTo>
                  <a:lnTo>
                    <a:pt x="860" y="238"/>
                  </a:lnTo>
                  <a:lnTo>
                    <a:pt x="860" y="238"/>
                  </a:lnTo>
                  <a:lnTo>
                    <a:pt x="860" y="238"/>
                  </a:lnTo>
                  <a:close/>
                  <a:moveTo>
                    <a:pt x="1520" y="234"/>
                  </a:moveTo>
                  <a:lnTo>
                    <a:pt x="1526" y="234"/>
                  </a:lnTo>
                  <a:lnTo>
                    <a:pt x="1530" y="234"/>
                  </a:lnTo>
                  <a:lnTo>
                    <a:pt x="1530" y="238"/>
                  </a:lnTo>
                  <a:lnTo>
                    <a:pt x="1530" y="238"/>
                  </a:lnTo>
                  <a:lnTo>
                    <a:pt x="1526" y="234"/>
                  </a:lnTo>
                  <a:lnTo>
                    <a:pt x="1520" y="234"/>
                  </a:lnTo>
                  <a:lnTo>
                    <a:pt x="1520" y="234"/>
                  </a:lnTo>
                  <a:lnTo>
                    <a:pt x="1520" y="234"/>
                  </a:lnTo>
                  <a:lnTo>
                    <a:pt x="1520" y="234"/>
                  </a:lnTo>
                  <a:close/>
                  <a:moveTo>
                    <a:pt x="710" y="248"/>
                  </a:moveTo>
                  <a:lnTo>
                    <a:pt x="710" y="242"/>
                  </a:lnTo>
                  <a:lnTo>
                    <a:pt x="712" y="242"/>
                  </a:lnTo>
                  <a:lnTo>
                    <a:pt x="712" y="238"/>
                  </a:lnTo>
                  <a:lnTo>
                    <a:pt x="712" y="238"/>
                  </a:lnTo>
                  <a:lnTo>
                    <a:pt x="710" y="238"/>
                  </a:lnTo>
                  <a:lnTo>
                    <a:pt x="712" y="238"/>
                  </a:lnTo>
                  <a:lnTo>
                    <a:pt x="718" y="238"/>
                  </a:lnTo>
                  <a:lnTo>
                    <a:pt x="718" y="238"/>
                  </a:lnTo>
                  <a:lnTo>
                    <a:pt x="724" y="234"/>
                  </a:lnTo>
                  <a:lnTo>
                    <a:pt x="730" y="238"/>
                  </a:lnTo>
                  <a:lnTo>
                    <a:pt x="724" y="238"/>
                  </a:lnTo>
                  <a:lnTo>
                    <a:pt x="730" y="238"/>
                  </a:lnTo>
                  <a:lnTo>
                    <a:pt x="730" y="238"/>
                  </a:lnTo>
                  <a:lnTo>
                    <a:pt x="736" y="238"/>
                  </a:lnTo>
                  <a:lnTo>
                    <a:pt x="736" y="242"/>
                  </a:lnTo>
                  <a:lnTo>
                    <a:pt x="730" y="242"/>
                  </a:lnTo>
                  <a:lnTo>
                    <a:pt x="730" y="242"/>
                  </a:lnTo>
                  <a:lnTo>
                    <a:pt x="724" y="242"/>
                  </a:lnTo>
                  <a:lnTo>
                    <a:pt x="718" y="242"/>
                  </a:lnTo>
                  <a:lnTo>
                    <a:pt x="718" y="248"/>
                  </a:lnTo>
                  <a:lnTo>
                    <a:pt x="718" y="248"/>
                  </a:lnTo>
                  <a:lnTo>
                    <a:pt x="712" y="248"/>
                  </a:lnTo>
                  <a:lnTo>
                    <a:pt x="712" y="242"/>
                  </a:lnTo>
                  <a:lnTo>
                    <a:pt x="712" y="248"/>
                  </a:lnTo>
                  <a:lnTo>
                    <a:pt x="710" y="248"/>
                  </a:lnTo>
                  <a:lnTo>
                    <a:pt x="710" y="248"/>
                  </a:lnTo>
                  <a:lnTo>
                    <a:pt x="710" y="248"/>
                  </a:lnTo>
                  <a:lnTo>
                    <a:pt x="710" y="248"/>
                  </a:lnTo>
                  <a:close/>
                  <a:moveTo>
                    <a:pt x="476" y="292"/>
                  </a:moveTo>
                  <a:lnTo>
                    <a:pt x="482" y="288"/>
                  </a:lnTo>
                  <a:lnTo>
                    <a:pt x="486" y="288"/>
                  </a:lnTo>
                  <a:lnTo>
                    <a:pt x="482" y="288"/>
                  </a:lnTo>
                  <a:lnTo>
                    <a:pt x="476" y="288"/>
                  </a:lnTo>
                  <a:lnTo>
                    <a:pt x="476" y="292"/>
                  </a:lnTo>
                  <a:lnTo>
                    <a:pt x="476" y="288"/>
                  </a:lnTo>
                  <a:lnTo>
                    <a:pt x="476" y="288"/>
                  </a:lnTo>
                  <a:lnTo>
                    <a:pt x="476" y="288"/>
                  </a:lnTo>
                  <a:lnTo>
                    <a:pt x="476" y="288"/>
                  </a:lnTo>
                  <a:lnTo>
                    <a:pt x="470" y="288"/>
                  </a:lnTo>
                  <a:lnTo>
                    <a:pt x="464" y="288"/>
                  </a:lnTo>
                  <a:lnTo>
                    <a:pt x="464" y="288"/>
                  </a:lnTo>
                  <a:lnTo>
                    <a:pt x="464" y="288"/>
                  </a:lnTo>
                  <a:lnTo>
                    <a:pt x="464" y="288"/>
                  </a:lnTo>
                  <a:lnTo>
                    <a:pt x="458" y="288"/>
                  </a:lnTo>
                  <a:lnTo>
                    <a:pt x="458" y="288"/>
                  </a:lnTo>
                  <a:lnTo>
                    <a:pt x="458" y="288"/>
                  </a:lnTo>
                  <a:lnTo>
                    <a:pt x="454" y="288"/>
                  </a:lnTo>
                  <a:lnTo>
                    <a:pt x="454" y="288"/>
                  </a:lnTo>
                  <a:lnTo>
                    <a:pt x="448" y="282"/>
                  </a:lnTo>
                  <a:lnTo>
                    <a:pt x="448" y="276"/>
                  </a:lnTo>
                  <a:lnTo>
                    <a:pt x="448" y="276"/>
                  </a:lnTo>
                  <a:lnTo>
                    <a:pt x="454" y="276"/>
                  </a:lnTo>
                  <a:lnTo>
                    <a:pt x="454" y="270"/>
                  </a:lnTo>
                  <a:lnTo>
                    <a:pt x="454" y="270"/>
                  </a:lnTo>
                  <a:lnTo>
                    <a:pt x="458" y="270"/>
                  </a:lnTo>
                  <a:lnTo>
                    <a:pt x="458" y="276"/>
                  </a:lnTo>
                  <a:lnTo>
                    <a:pt x="464" y="276"/>
                  </a:lnTo>
                  <a:lnTo>
                    <a:pt x="464" y="270"/>
                  </a:lnTo>
                  <a:lnTo>
                    <a:pt x="464" y="266"/>
                  </a:lnTo>
                  <a:lnTo>
                    <a:pt x="464" y="266"/>
                  </a:lnTo>
                  <a:lnTo>
                    <a:pt x="464" y="260"/>
                  </a:lnTo>
                  <a:lnTo>
                    <a:pt x="470" y="260"/>
                  </a:lnTo>
                  <a:lnTo>
                    <a:pt x="470" y="260"/>
                  </a:lnTo>
                  <a:lnTo>
                    <a:pt x="464" y="260"/>
                  </a:lnTo>
                  <a:lnTo>
                    <a:pt x="470" y="254"/>
                  </a:lnTo>
                  <a:lnTo>
                    <a:pt x="470" y="260"/>
                  </a:lnTo>
                  <a:lnTo>
                    <a:pt x="476" y="260"/>
                  </a:lnTo>
                  <a:lnTo>
                    <a:pt x="470" y="254"/>
                  </a:lnTo>
                  <a:lnTo>
                    <a:pt x="464" y="254"/>
                  </a:lnTo>
                  <a:lnTo>
                    <a:pt x="464" y="254"/>
                  </a:lnTo>
                  <a:lnTo>
                    <a:pt x="464" y="248"/>
                  </a:lnTo>
                  <a:lnTo>
                    <a:pt x="470" y="248"/>
                  </a:lnTo>
                  <a:lnTo>
                    <a:pt x="476" y="248"/>
                  </a:lnTo>
                  <a:lnTo>
                    <a:pt x="476" y="248"/>
                  </a:lnTo>
                  <a:lnTo>
                    <a:pt x="476" y="248"/>
                  </a:lnTo>
                  <a:lnTo>
                    <a:pt x="476" y="248"/>
                  </a:lnTo>
                  <a:lnTo>
                    <a:pt x="476" y="248"/>
                  </a:lnTo>
                  <a:lnTo>
                    <a:pt x="476" y="248"/>
                  </a:lnTo>
                  <a:lnTo>
                    <a:pt x="476" y="242"/>
                  </a:lnTo>
                  <a:lnTo>
                    <a:pt x="476" y="238"/>
                  </a:lnTo>
                  <a:lnTo>
                    <a:pt x="482" y="238"/>
                  </a:lnTo>
                  <a:lnTo>
                    <a:pt x="486" y="238"/>
                  </a:lnTo>
                  <a:lnTo>
                    <a:pt x="492" y="238"/>
                  </a:lnTo>
                  <a:lnTo>
                    <a:pt x="492" y="238"/>
                  </a:lnTo>
                  <a:lnTo>
                    <a:pt x="492" y="238"/>
                  </a:lnTo>
                  <a:lnTo>
                    <a:pt x="496" y="238"/>
                  </a:lnTo>
                  <a:lnTo>
                    <a:pt x="502" y="238"/>
                  </a:lnTo>
                  <a:lnTo>
                    <a:pt x="502" y="238"/>
                  </a:lnTo>
                  <a:lnTo>
                    <a:pt x="508" y="238"/>
                  </a:lnTo>
                  <a:lnTo>
                    <a:pt x="512" y="238"/>
                  </a:lnTo>
                  <a:lnTo>
                    <a:pt x="512" y="238"/>
                  </a:lnTo>
                  <a:lnTo>
                    <a:pt x="518" y="238"/>
                  </a:lnTo>
                  <a:lnTo>
                    <a:pt x="518" y="242"/>
                  </a:lnTo>
                  <a:lnTo>
                    <a:pt x="524" y="242"/>
                  </a:lnTo>
                  <a:lnTo>
                    <a:pt x="518" y="242"/>
                  </a:lnTo>
                  <a:lnTo>
                    <a:pt x="512" y="242"/>
                  </a:lnTo>
                  <a:lnTo>
                    <a:pt x="512" y="248"/>
                  </a:lnTo>
                  <a:lnTo>
                    <a:pt x="512" y="248"/>
                  </a:lnTo>
                  <a:lnTo>
                    <a:pt x="518" y="248"/>
                  </a:lnTo>
                  <a:lnTo>
                    <a:pt x="512" y="248"/>
                  </a:lnTo>
                  <a:lnTo>
                    <a:pt x="512" y="248"/>
                  </a:lnTo>
                  <a:lnTo>
                    <a:pt x="508" y="248"/>
                  </a:lnTo>
                  <a:lnTo>
                    <a:pt x="512" y="248"/>
                  </a:lnTo>
                  <a:lnTo>
                    <a:pt x="512" y="248"/>
                  </a:lnTo>
                  <a:lnTo>
                    <a:pt x="512" y="248"/>
                  </a:lnTo>
                  <a:lnTo>
                    <a:pt x="512" y="254"/>
                  </a:lnTo>
                  <a:lnTo>
                    <a:pt x="512" y="254"/>
                  </a:lnTo>
                  <a:lnTo>
                    <a:pt x="512" y="248"/>
                  </a:lnTo>
                  <a:lnTo>
                    <a:pt x="512" y="254"/>
                  </a:lnTo>
                  <a:lnTo>
                    <a:pt x="508" y="254"/>
                  </a:lnTo>
                  <a:lnTo>
                    <a:pt x="508" y="248"/>
                  </a:lnTo>
                  <a:lnTo>
                    <a:pt x="502" y="254"/>
                  </a:lnTo>
                  <a:lnTo>
                    <a:pt x="508" y="254"/>
                  </a:lnTo>
                  <a:lnTo>
                    <a:pt x="512" y="254"/>
                  </a:lnTo>
                  <a:lnTo>
                    <a:pt x="508" y="260"/>
                  </a:lnTo>
                  <a:lnTo>
                    <a:pt x="502" y="260"/>
                  </a:lnTo>
                  <a:lnTo>
                    <a:pt x="508" y="260"/>
                  </a:lnTo>
                  <a:lnTo>
                    <a:pt x="508" y="260"/>
                  </a:lnTo>
                  <a:lnTo>
                    <a:pt x="502" y="260"/>
                  </a:lnTo>
                  <a:lnTo>
                    <a:pt x="502" y="260"/>
                  </a:lnTo>
                  <a:lnTo>
                    <a:pt x="502" y="260"/>
                  </a:lnTo>
                  <a:lnTo>
                    <a:pt x="508" y="260"/>
                  </a:lnTo>
                  <a:lnTo>
                    <a:pt x="502" y="266"/>
                  </a:lnTo>
                  <a:lnTo>
                    <a:pt x="508" y="266"/>
                  </a:lnTo>
                  <a:lnTo>
                    <a:pt x="508" y="270"/>
                  </a:lnTo>
                  <a:lnTo>
                    <a:pt x="502" y="270"/>
                  </a:lnTo>
                  <a:lnTo>
                    <a:pt x="502" y="276"/>
                  </a:lnTo>
                  <a:lnTo>
                    <a:pt x="502" y="276"/>
                  </a:lnTo>
                  <a:lnTo>
                    <a:pt x="508" y="276"/>
                  </a:lnTo>
                  <a:lnTo>
                    <a:pt x="508" y="282"/>
                  </a:lnTo>
                  <a:lnTo>
                    <a:pt x="508" y="288"/>
                  </a:lnTo>
                  <a:lnTo>
                    <a:pt x="512" y="288"/>
                  </a:lnTo>
                  <a:lnTo>
                    <a:pt x="512" y="288"/>
                  </a:lnTo>
                  <a:lnTo>
                    <a:pt x="512" y="292"/>
                  </a:lnTo>
                  <a:lnTo>
                    <a:pt x="512" y="296"/>
                  </a:lnTo>
                  <a:lnTo>
                    <a:pt x="518" y="296"/>
                  </a:lnTo>
                  <a:lnTo>
                    <a:pt x="524" y="296"/>
                  </a:lnTo>
                  <a:lnTo>
                    <a:pt x="524" y="302"/>
                  </a:lnTo>
                  <a:lnTo>
                    <a:pt x="530" y="302"/>
                  </a:lnTo>
                  <a:lnTo>
                    <a:pt x="536" y="302"/>
                  </a:lnTo>
                  <a:lnTo>
                    <a:pt x="536" y="308"/>
                  </a:lnTo>
                  <a:lnTo>
                    <a:pt x="536" y="308"/>
                  </a:lnTo>
                  <a:lnTo>
                    <a:pt x="536" y="308"/>
                  </a:lnTo>
                  <a:lnTo>
                    <a:pt x="530" y="308"/>
                  </a:lnTo>
                  <a:lnTo>
                    <a:pt x="530" y="308"/>
                  </a:lnTo>
                  <a:lnTo>
                    <a:pt x="524" y="308"/>
                  </a:lnTo>
                  <a:lnTo>
                    <a:pt x="524" y="308"/>
                  </a:lnTo>
                  <a:lnTo>
                    <a:pt x="524" y="308"/>
                  </a:lnTo>
                  <a:lnTo>
                    <a:pt x="530" y="308"/>
                  </a:lnTo>
                  <a:lnTo>
                    <a:pt x="536" y="308"/>
                  </a:lnTo>
                  <a:lnTo>
                    <a:pt x="530" y="308"/>
                  </a:lnTo>
                  <a:lnTo>
                    <a:pt x="524" y="308"/>
                  </a:lnTo>
                  <a:lnTo>
                    <a:pt x="524" y="308"/>
                  </a:lnTo>
                  <a:lnTo>
                    <a:pt x="518" y="308"/>
                  </a:lnTo>
                  <a:lnTo>
                    <a:pt x="524" y="308"/>
                  </a:lnTo>
                  <a:lnTo>
                    <a:pt x="518" y="308"/>
                  </a:lnTo>
                  <a:lnTo>
                    <a:pt x="512" y="308"/>
                  </a:lnTo>
                  <a:lnTo>
                    <a:pt x="518" y="308"/>
                  </a:lnTo>
                  <a:lnTo>
                    <a:pt x="518" y="308"/>
                  </a:lnTo>
                  <a:lnTo>
                    <a:pt x="524" y="308"/>
                  </a:lnTo>
                  <a:lnTo>
                    <a:pt x="518" y="308"/>
                  </a:lnTo>
                  <a:lnTo>
                    <a:pt x="524" y="308"/>
                  </a:lnTo>
                  <a:lnTo>
                    <a:pt x="518" y="308"/>
                  </a:lnTo>
                  <a:lnTo>
                    <a:pt x="512" y="308"/>
                  </a:lnTo>
                  <a:lnTo>
                    <a:pt x="512" y="308"/>
                  </a:lnTo>
                  <a:lnTo>
                    <a:pt x="512" y="308"/>
                  </a:lnTo>
                  <a:lnTo>
                    <a:pt x="512" y="308"/>
                  </a:lnTo>
                  <a:lnTo>
                    <a:pt x="512" y="308"/>
                  </a:lnTo>
                  <a:lnTo>
                    <a:pt x="512" y="308"/>
                  </a:lnTo>
                  <a:lnTo>
                    <a:pt x="512" y="308"/>
                  </a:lnTo>
                  <a:lnTo>
                    <a:pt x="508" y="308"/>
                  </a:lnTo>
                  <a:lnTo>
                    <a:pt x="512" y="308"/>
                  </a:lnTo>
                  <a:lnTo>
                    <a:pt x="512" y="308"/>
                  </a:lnTo>
                  <a:lnTo>
                    <a:pt x="508" y="308"/>
                  </a:lnTo>
                  <a:lnTo>
                    <a:pt x="502" y="308"/>
                  </a:lnTo>
                  <a:lnTo>
                    <a:pt x="502" y="308"/>
                  </a:lnTo>
                  <a:lnTo>
                    <a:pt x="502" y="308"/>
                  </a:lnTo>
                  <a:lnTo>
                    <a:pt x="496" y="308"/>
                  </a:lnTo>
                  <a:lnTo>
                    <a:pt x="492" y="308"/>
                  </a:lnTo>
                  <a:lnTo>
                    <a:pt x="496" y="308"/>
                  </a:lnTo>
                  <a:lnTo>
                    <a:pt x="492" y="308"/>
                  </a:lnTo>
                  <a:lnTo>
                    <a:pt x="492" y="308"/>
                  </a:lnTo>
                  <a:lnTo>
                    <a:pt x="486" y="308"/>
                  </a:lnTo>
                  <a:lnTo>
                    <a:pt x="482" y="302"/>
                  </a:lnTo>
                  <a:lnTo>
                    <a:pt x="482" y="308"/>
                  </a:lnTo>
                  <a:lnTo>
                    <a:pt x="482" y="302"/>
                  </a:lnTo>
                  <a:lnTo>
                    <a:pt x="476" y="302"/>
                  </a:lnTo>
                  <a:lnTo>
                    <a:pt x="482" y="302"/>
                  </a:lnTo>
                  <a:lnTo>
                    <a:pt x="482" y="296"/>
                  </a:lnTo>
                  <a:lnTo>
                    <a:pt x="476" y="296"/>
                  </a:lnTo>
                  <a:lnTo>
                    <a:pt x="476" y="296"/>
                  </a:lnTo>
                  <a:lnTo>
                    <a:pt x="482" y="296"/>
                  </a:lnTo>
                  <a:lnTo>
                    <a:pt x="486" y="296"/>
                  </a:lnTo>
                  <a:lnTo>
                    <a:pt x="492" y="296"/>
                  </a:lnTo>
                  <a:lnTo>
                    <a:pt x="486" y="296"/>
                  </a:lnTo>
                  <a:lnTo>
                    <a:pt x="482" y="296"/>
                  </a:lnTo>
                  <a:lnTo>
                    <a:pt x="476" y="296"/>
                  </a:lnTo>
                  <a:lnTo>
                    <a:pt x="476" y="292"/>
                  </a:lnTo>
                  <a:lnTo>
                    <a:pt x="476" y="292"/>
                  </a:lnTo>
                  <a:lnTo>
                    <a:pt x="476" y="292"/>
                  </a:lnTo>
                  <a:lnTo>
                    <a:pt x="476" y="292"/>
                  </a:lnTo>
                  <a:close/>
                  <a:moveTo>
                    <a:pt x="1418" y="248"/>
                  </a:moveTo>
                  <a:lnTo>
                    <a:pt x="1412" y="242"/>
                  </a:lnTo>
                  <a:lnTo>
                    <a:pt x="1418" y="242"/>
                  </a:lnTo>
                  <a:lnTo>
                    <a:pt x="1422" y="242"/>
                  </a:lnTo>
                  <a:lnTo>
                    <a:pt x="1422" y="248"/>
                  </a:lnTo>
                  <a:lnTo>
                    <a:pt x="1418" y="248"/>
                  </a:lnTo>
                  <a:lnTo>
                    <a:pt x="1418" y="248"/>
                  </a:lnTo>
                  <a:lnTo>
                    <a:pt x="1418" y="248"/>
                  </a:lnTo>
                  <a:lnTo>
                    <a:pt x="1418" y="248"/>
                  </a:lnTo>
                  <a:close/>
                  <a:moveTo>
                    <a:pt x="838" y="248"/>
                  </a:moveTo>
                  <a:lnTo>
                    <a:pt x="838" y="248"/>
                  </a:lnTo>
                  <a:lnTo>
                    <a:pt x="838" y="248"/>
                  </a:lnTo>
                  <a:lnTo>
                    <a:pt x="838" y="242"/>
                  </a:lnTo>
                  <a:lnTo>
                    <a:pt x="844" y="242"/>
                  </a:lnTo>
                  <a:lnTo>
                    <a:pt x="844" y="248"/>
                  </a:lnTo>
                  <a:lnTo>
                    <a:pt x="850" y="248"/>
                  </a:lnTo>
                  <a:lnTo>
                    <a:pt x="850" y="254"/>
                  </a:lnTo>
                  <a:lnTo>
                    <a:pt x="844" y="254"/>
                  </a:lnTo>
                  <a:lnTo>
                    <a:pt x="838" y="254"/>
                  </a:lnTo>
                  <a:lnTo>
                    <a:pt x="838" y="254"/>
                  </a:lnTo>
                  <a:lnTo>
                    <a:pt x="832" y="248"/>
                  </a:lnTo>
                  <a:lnTo>
                    <a:pt x="838" y="248"/>
                  </a:lnTo>
                  <a:lnTo>
                    <a:pt x="838" y="248"/>
                  </a:lnTo>
                  <a:lnTo>
                    <a:pt x="838" y="248"/>
                  </a:lnTo>
                  <a:lnTo>
                    <a:pt x="838" y="248"/>
                  </a:lnTo>
                  <a:close/>
                  <a:moveTo>
                    <a:pt x="812" y="266"/>
                  </a:moveTo>
                  <a:lnTo>
                    <a:pt x="812" y="260"/>
                  </a:lnTo>
                  <a:lnTo>
                    <a:pt x="812" y="260"/>
                  </a:lnTo>
                  <a:lnTo>
                    <a:pt x="812" y="260"/>
                  </a:lnTo>
                  <a:lnTo>
                    <a:pt x="818" y="260"/>
                  </a:lnTo>
                  <a:lnTo>
                    <a:pt x="822" y="260"/>
                  </a:lnTo>
                  <a:lnTo>
                    <a:pt x="822" y="260"/>
                  </a:lnTo>
                  <a:lnTo>
                    <a:pt x="826" y="260"/>
                  </a:lnTo>
                  <a:lnTo>
                    <a:pt x="826" y="260"/>
                  </a:lnTo>
                  <a:lnTo>
                    <a:pt x="822" y="260"/>
                  </a:lnTo>
                  <a:lnTo>
                    <a:pt x="822" y="266"/>
                  </a:lnTo>
                  <a:lnTo>
                    <a:pt x="822" y="266"/>
                  </a:lnTo>
                  <a:lnTo>
                    <a:pt x="818" y="266"/>
                  </a:lnTo>
                  <a:lnTo>
                    <a:pt x="812" y="266"/>
                  </a:lnTo>
                  <a:lnTo>
                    <a:pt x="812" y="266"/>
                  </a:lnTo>
                  <a:lnTo>
                    <a:pt x="812" y="266"/>
                  </a:lnTo>
                  <a:lnTo>
                    <a:pt x="812" y="266"/>
                  </a:lnTo>
                  <a:lnTo>
                    <a:pt x="812" y="266"/>
                  </a:lnTo>
                  <a:close/>
                  <a:moveTo>
                    <a:pt x="1678" y="288"/>
                  </a:moveTo>
                  <a:lnTo>
                    <a:pt x="1678" y="282"/>
                  </a:lnTo>
                  <a:lnTo>
                    <a:pt x="1682" y="282"/>
                  </a:lnTo>
                  <a:lnTo>
                    <a:pt x="1682" y="288"/>
                  </a:lnTo>
                  <a:lnTo>
                    <a:pt x="1678" y="288"/>
                  </a:lnTo>
                  <a:lnTo>
                    <a:pt x="1678" y="288"/>
                  </a:lnTo>
                  <a:lnTo>
                    <a:pt x="1678" y="288"/>
                  </a:lnTo>
                  <a:lnTo>
                    <a:pt x="1678" y="288"/>
                  </a:lnTo>
                  <a:close/>
                  <a:moveTo>
                    <a:pt x="1672" y="288"/>
                  </a:moveTo>
                  <a:lnTo>
                    <a:pt x="1672" y="288"/>
                  </a:lnTo>
                  <a:lnTo>
                    <a:pt x="1668" y="288"/>
                  </a:lnTo>
                  <a:lnTo>
                    <a:pt x="1662" y="288"/>
                  </a:lnTo>
                  <a:lnTo>
                    <a:pt x="1662" y="288"/>
                  </a:lnTo>
                  <a:lnTo>
                    <a:pt x="1662" y="288"/>
                  </a:lnTo>
                  <a:lnTo>
                    <a:pt x="1662" y="288"/>
                  </a:lnTo>
                  <a:lnTo>
                    <a:pt x="1668" y="288"/>
                  </a:lnTo>
                  <a:lnTo>
                    <a:pt x="1672" y="288"/>
                  </a:lnTo>
                  <a:lnTo>
                    <a:pt x="1672" y="288"/>
                  </a:lnTo>
                  <a:lnTo>
                    <a:pt x="1672" y="288"/>
                  </a:lnTo>
                  <a:lnTo>
                    <a:pt x="1672" y="288"/>
                  </a:lnTo>
                  <a:lnTo>
                    <a:pt x="1672" y="288"/>
                  </a:lnTo>
                  <a:close/>
                  <a:moveTo>
                    <a:pt x="470" y="296"/>
                  </a:moveTo>
                  <a:lnTo>
                    <a:pt x="464" y="296"/>
                  </a:lnTo>
                  <a:lnTo>
                    <a:pt x="464" y="292"/>
                  </a:lnTo>
                  <a:lnTo>
                    <a:pt x="464" y="292"/>
                  </a:lnTo>
                  <a:lnTo>
                    <a:pt x="458" y="292"/>
                  </a:lnTo>
                  <a:lnTo>
                    <a:pt x="464" y="292"/>
                  </a:lnTo>
                  <a:lnTo>
                    <a:pt x="464" y="288"/>
                  </a:lnTo>
                  <a:lnTo>
                    <a:pt x="464" y="288"/>
                  </a:lnTo>
                  <a:lnTo>
                    <a:pt x="470" y="288"/>
                  </a:lnTo>
                  <a:lnTo>
                    <a:pt x="470" y="292"/>
                  </a:lnTo>
                  <a:lnTo>
                    <a:pt x="464" y="292"/>
                  </a:lnTo>
                  <a:lnTo>
                    <a:pt x="464" y="288"/>
                  </a:lnTo>
                  <a:lnTo>
                    <a:pt x="464" y="292"/>
                  </a:lnTo>
                  <a:lnTo>
                    <a:pt x="470" y="292"/>
                  </a:lnTo>
                  <a:lnTo>
                    <a:pt x="476" y="292"/>
                  </a:lnTo>
                  <a:lnTo>
                    <a:pt x="470" y="292"/>
                  </a:lnTo>
                  <a:lnTo>
                    <a:pt x="476" y="292"/>
                  </a:lnTo>
                  <a:lnTo>
                    <a:pt x="476" y="296"/>
                  </a:lnTo>
                  <a:lnTo>
                    <a:pt x="476" y="296"/>
                  </a:lnTo>
                  <a:lnTo>
                    <a:pt x="470" y="296"/>
                  </a:lnTo>
                  <a:lnTo>
                    <a:pt x="470" y="296"/>
                  </a:lnTo>
                  <a:lnTo>
                    <a:pt x="476" y="296"/>
                  </a:lnTo>
                  <a:lnTo>
                    <a:pt x="470" y="296"/>
                  </a:lnTo>
                  <a:lnTo>
                    <a:pt x="470" y="296"/>
                  </a:lnTo>
                  <a:lnTo>
                    <a:pt x="470" y="296"/>
                  </a:lnTo>
                  <a:lnTo>
                    <a:pt x="470" y="296"/>
                  </a:lnTo>
                  <a:close/>
                  <a:moveTo>
                    <a:pt x="2008" y="308"/>
                  </a:moveTo>
                  <a:lnTo>
                    <a:pt x="2008" y="308"/>
                  </a:lnTo>
                  <a:lnTo>
                    <a:pt x="2008" y="302"/>
                  </a:lnTo>
                  <a:lnTo>
                    <a:pt x="2008" y="302"/>
                  </a:lnTo>
                  <a:lnTo>
                    <a:pt x="2008" y="308"/>
                  </a:lnTo>
                  <a:lnTo>
                    <a:pt x="2008" y="308"/>
                  </a:lnTo>
                  <a:lnTo>
                    <a:pt x="2008" y="308"/>
                  </a:lnTo>
                  <a:lnTo>
                    <a:pt x="2008" y="308"/>
                  </a:lnTo>
                  <a:close/>
                  <a:moveTo>
                    <a:pt x="568" y="336"/>
                  </a:moveTo>
                  <a:lnTo>
                    <a:pt x="562" y="336"/>
                  </a:lnTo>
                  <a:lnTo>
                    <a:pt x="562" y="330"/>
                  </a:lnTo>
                  <a:lnTo>
                    <a:pt x="562" y="330"/>
                  </a:lnTo>
                  <a:lnTo>
                    <a:pt x="556" y="330"/>
                  </a:lnTo>
                  <a:lnTo>
                    <a:pt x="556" y="324"/>
                  </a:lnTo>
                  <a:lnTo>
                    <a:pt x="556" y="330"/>
                  </a:lnTo>
                  <a:lnTo>
                    <a:pt x="550" y="324"/>
                  </a:lnTo>
                  <a:lnTo>
                    <a:pt x="550" y="324"/>
                  </a:lnTo>
                  <a:lnTo>
                    <a:pt x="550" y="320"/>
                  </a:lnTo>
                  <a:lnTo>
                    <a:pt x="550" y="320"/>
                  </a:lnTo>
                  <a:lnTo>
                    <a:pt x="550" y="320"/>
                  </a:lnTo>
                  <a:lnTo>
                    <a:pt x="550" y="314"/>
                  </a:lnTo>
                  <a:lnTo>
                    <a:pt x="556" y="314"/>
                  </a:lnTo>
                  <a:lnTo>
                    <a:pt x="562" y="314"/>
                  </a:lnTo>
                  <a:lnTo>
                    <a:pt x="562" y="320"/>
                  </a:lnTo>
                  <a:lnTo>
                    <a:pt x="562" y="320"/>
                  </a:lnTo>
                  <a:lnTo>
                    <a:pt x="562" y="320"/>
                  </a:lnTo>
                  <a:lnTo>
                    <a:pt x="568" y="320"/>
                  </a:lnTo>
                  <a:lnTo>
                    <a:pt x="572" y="324"/>
                  </a:lnTo>
                  <a:lnTo>
                    <a:pt x="572" y="324"/>
                  </a:lnTo>
                  <a:lnTo>
                    <a:pt x="578" y="330"/>
                  </a:lnTo>
                  <a:lnTo>
                    <a:pt x="572" y="336"/>
                  </a:lnTo>
                  <a:lnTo>
                    <a:pt x="572" y="336"/>
                  </a:lnTo>
                  <a:lnTo>
                    <a:pt x="568" y="336"/>
                  </a:lnTo>
                  <a:lnTo>
                    <a:pt x="568" y="336"/>
                  </a:lnTo>
                  <a:lnTo>
                    <a:pt x="568" y="336"/>
                  </a:lnTo>
                  <a:lnTo>
                    <a:pt x="568" y="336"/>
                  </a:lnTo>
                  <a:close/>
                  <a:moveTo>
                    <a:pt x="2116" y="336"/>
                  </a:moveTo>
                  <a:lnTo>
                    <a:pt x="2116" y="336"/>
                  </a:lnTo>
                  <a:lnTo>
                    <a:pt x="2116" y="336"/>
                  </a:lnTo>
                  <a:lnTo>
                    <a:pt x="2112" y="336"/>
                  </a:lnTo>
                  <a:lnTo>
                    <a:pt x="2106" y="336"/>
                  </a:lnTo>
                  <a:lnTo>
                    <a:pt x="2100" y="336"/>
                  </a:lnTo>
                  <a:lnTo>
                    <a:pt x="2100" y="336"/>
                  </a:lnTo>
                  <a:lnTo>
                    <a:pt x="2096" y="330"/>
                  </a:lnTo>
                  <a:lnTo>
                    <a:pt x="2096" y="324"/>
                  </a:lnTo>
                  <a:lnTo>
                    <a:pt x="2100" y="324"/>
                  </a:lnTo>
                  <a:lnTo>
                    <a:pt x="2100" y="324"/>
                  </a:lnTo>
                  <a:lnTo>
                    <a:pt x="2106" y="324"/>
                  </a:lnTo>
                  <a:lnTo>
                    <a:pt x="2112" y="324"/>
                  </a:lnTo>
                  <a:lnTo>
                    <a:pt x="2112" y="330"/>
                  </a:lnTo>
                  <a:lnTo>
                    <a:pt x="2116" y="330"/>
                  </a:lnTo>
                  <a:lnTo>
                    <a:pt x="2116" y="330"/>
                  </a:lnTo>
                  <a:lnTo>
                    <a:pt x="2116" y="336"/>
                  </a:lnTo>
                  <a:lnTo>
                    <a:pt x="2116" y="336"/>
                  </a:lnTo>
                  <a:lnTo>
                    <a:pt x="2116" y="336"/>
                  </a:lnTo>
                  <a:lnTo>
                    <a:pt x="2116" y="336"/>
                  </a:lnTo>
                  <a:close/>
                  <a:moveTo>
                    <a:pt x="2008" y="336"/>
                  </a:moveTo>
                  <a:lnTo>
                    <a:pt x="2008" y="336"/>
                  </a:lnTo>
                  <a:lnTo>
                    <a:pt x="2008" y="336"/>
                  </a:lnTo>
                  <a:lnTo>
                    <a:pt x="2008" y="336"/>
                  </a:lnTo>
                  <a:lnTo>
                    <a:pt x="2008" y="336"/>
                  </a:lnTo>
                  <a:lnTo>
                    <a:pt x="2008" y="336"/>
                  </a:lnTo>
                  <a:lnTo>
                    <a:pt x="2008" y="336"/>
                  </a:lnTo>
                  <a:lnTo>
                    <a:pt x="2008" y="336"/>
                  </a:lnTo>
                  <a:close/>
                  <a:moveTo>
                    <a:pt x="2004" y="342"/>
                  </a:moveTo>
                  <a:lnTo>
                    <a:pt x="2008" y="342"/>
                  </a:lnTo>
                  <a:lnTo>
                    <a:pt x="2008" y="336"/>
                  </a:lnTo>
                  <a:lnTo>
                    <a:pt x="2004" y="336"/>
                  </a:lnTo>
                  <a:lnTo>
                    <a:pt x="2008" y="336"/>
                  </a:lnTo>
                  <a:lnTo>
                    <a:pt x="2008" y="336"/>
                  </a:lnTo>
                  <a:lnTo>
                    <a:pt x="2008" y="342"/>
                  </a:lnTo>
                  <a:lnTo>
                    <a:pt x="2004" y="342"/>
                  </a:lnTo>
                  <a:lnTo>
                    <a:pt x="2004" y="342"/>
                  </a:lnTo>
                  <a:lnTo>
                    <a:pt x="2004" y="342"/>
                  </a:lnTo>
                  <a:lnTo>
                    <a:pt x="2004" y="342"/>
                  </a:lnTo>
                  <a:close/>
                  <a:moveTo>
                    <a:pt x="670" y="336"/>
                  </a:moveTo>
                  <a:lnTo>
                    <a:pt x="670" y="336"/>
                  </a:lnTo>
                  <a:lnTo>
                    <a:pt x="676" y="336"/>
                  </a:lnTo>
                  <a:lnTo>
                    <a:pt x="670" y="342"/>
                  </a:lnTo>
                  <a:lnTo>
                    <a:pt x="670" y="342"/>
                  </a:lnTo>
                  <a:lnTo>
                    <a:pt x="670" y="336"/>
                  </a:lnTo>
                  <a:lnTo>
                    <a:pt x="670" y="336"/>
                  </a:lnTo>
                  <a:lnTo>
                    <a:pt x="670" y="336"/>
                  </a:lnTo>
                  <a:lnTo>
                    <a:pt x="670" y="336"/>
                  </a:lnTo>
                  <a:close/>
                  <a:moveTo>
                    <a:pt x="2008" y="350"/>
                  </a:moveTo>
                  <a:lnTo>
                    <a:pt x="2004" y="350"/>
                  </a:lnTo>
                  <a:lnTo>
                    <a:pt x="2004" y="348"/>
                  </a:lnTo>
                  <a:lnTo>
                    <a:pt x="1998" y="348"/>
                  </a:lnTo>
                  <a:lnTo>
                    <a:pt x="1998" y="348"/>
                  </a:lnTo>
                  <a:lnTo>
                    <a:pt x="2004" y="348"/>
                  </a:lnTo>
                  <a:lnTo>
                    <a:pt x="2004" y="342"/>
                  </a:lnTo>
                  <a:lnTo>
                    <a:pt x="1998" y="342"/>
                  </a:lnTo>
                  <a:lnTo>
                    <a:pt x="2004" y="336"/>
                  </a:lnTo>
                  <a:lnTo>
                    <a:pt x="2004" y="342"/>
                  </a:lnTo>
                  <a:lnTo>
                    <a:pt x="2004" y="348"/>
                  </a:lnTo>
                  <a:lnTo>
                    <a:pt x="2004" y="348"/>
                  </a:lnTo>
                  <a:lnTo>
                    <a:pt x="2008" y="348"/>
                  </a:lnTo>
                  <a:lnTo>
                    <a:pt x="2008" y="350"/>
                  </a:lnTo>
                  <a:lnTo>
                    <a:pt x="2008" y="350"/>
                  </a:lnTo>
                  <a:lnTo>
                    <a:pt x="2008" y="350"/>
                  </a:lnTo>
                  <a:lnTo>
                    <a:pt x="2008" y="350"/>
                  </a:lnTo>
                  <a:close/>
                  <a:moveTo>
                    <a:pt x="404" y="348"/>
                  </a:moveTo>
                  <a:lnTo>
                    <a:pt x="404" y="348"/>
                  </a:lnTo>
                  <a:lnTo>
                    <a:pt x="410" y="348"/>
                  </a:lnTo>
                  <a:lnTo>
                    <a:pt x="410" y="342"/>
                  </a:lnTo>
                  <a:lnTo>
                    <a:pt x="410" y="342"/>
                  </a:lnTo>
                  <a:lnTo>
                    <a:pt x="410" y="336"/>
                  </a:lnTo>
                  <a:lnTo>
                    <a:pt x="416" y="336"/>
                  </a:lnTo>
                  <a:lnTo>
                    <a:pt x="422" y="336"/>
                  </a:lnTo>
                  <a:lnTo>
                    <a:pt x="422" y="342"/>
                  </a:lnTo>
                  <a:lnTo>
                    <a:pt x="426" y="342"/>
                  </a:lnTo>
                  <a:lnTo>
                    <a:pt x="432" y="348"/>
                  </a:lnTo>
                  <a:lnTo>
                    <a:pt x="432" y="348"/>
                  </a:lnTo>
                  <a:lnTo>
                    <a:pt x="432" y="350"/>
                  </a:lnTo>
                  <a:lnTo>
                    <a:pt x="432" y="348"/>
                  </a:lnTo>
                  <a:lnTo>
                    <a:pt x="432" y="348"/>
                  </a:lnTo>
                  <a:lnTo>
                    <a:pt x="432" y="348"/>
                  </a:lnTo>
                  <a:lnTo>
                    <a:pt x="426" y="350"/>
                  </a:lnTo>
                  <a:lnTo>
                    <a:pt x="426" y="356"/>
                  </a:lnTo>
                  <a:lnTo>
                    <a:pt x="422" y="356"/>
                  </a:lnTo>
                  <a:lnTo>
                    <a:pt x="422" y="356"/>
                  </a:lnTo>
                  <a:lnTo>
                    <a:pt x="416" y="356"/>
                  </a:lnTo>
                  <a:lnTo>
                    <a:pt x="410" y="356"/>
                  </a:lnTo>
                  <a:lnTo>
                    <a:pt x="410" y="356"/>
                  </a:lnTo>
                  <a:lnTo>
                    <a:pt x="404" y="350"/>
                  </a:lnTo>
                  <a:lnTo>
                    <a:pt x="404" y="348"/>
                  </a:lnTo>
                  <a:lnTo>
                    <a:pt x="404" y="348"/>
                  </a:lnTo>
                  <a:lnTo>
                    <a:pt x="404" y="348"/>
                  </a:lnTo>
                  <a:lnTo>
                    <a:pt x="404" y="348"/>
                  </a:lnTo>
                  <a:close/>
                  <a:moveTo>
                    <a:pt x="204" y="342"/>
                  </a:moveTo>
                  <a:lnTo>
                    <a:pt x="210" y="342"/>
                  </a:lnTo>
                  <a:lnTo>
                    <a:pt x="204" y="342"/>
                  </a:lnTo>
                  <a:lnTo>
                    <a:pt x="204" y="342"/>
                  </a:lnTo>
                  <a:lnTo>
                    <a:pt x="204" y="342"/>
                  </a:lnTo>
                  <a:lnTo>
                    <a:pt x="204" y="342"/>
                  </a:lnTo>
                  <a:lnTo>
                    <a:pt x="204" y="342"/>
                  </a:lnTo>
                  <a:lnTo>
                    <a:pt x="204" y="342"/>
                  </a:lnTo>
                  <a:close/>
                  <a:moveTo>
                    <a:pt x="654" y="348"/>
                  </a:moveTo>
                  <a:lnTo>
                    <a:pt x="658" y="348"/>
                  </a:lnTo>
                  <a:lnTo>
                    <a:pt x="658" y="348"/>
                  </a:lnTo>
                  <a:lnTo>
                    <a:pt x="658" y="350"/>
                  </a:lnTo>
                  <a:lnTo>
                    <a:pt x="664" y="350"/>
                  </a:lnTo>
                  <a:lnTo>
                    <a:pt x="658" y="350"/>
                  </a:lnTo>
                  <a:lnTo>
                    <a:pt x="658" y="348"/>
                  </a:lnTo>
                  <a:lnTo>
                    <a:pt x="654" y="348"/>
                  </a:lnTo>
                  <a:lnTo>
                    <a:pt x="654" y="348"/>
                  </a:lnTo>
                  <a:lnTo>
                    <a:pt x="654" y="348"/>
                  </a:lnTo>
                  <a:lnTo>
                    <a:pt x="654" y="348"/>
                  </a:lnTo>
                  <a:close/>
                  <a:moveTo>
                    <a:pt x="530" y="356"/>
                  </a:moveTo>
                  <a:lnTo>
                    <a:pt x="536" y="356"/>
                  </a:lnTo>
                  <a:lnTo>
                    <a:pt x="536" y="356"/>
                  </a:lnTo>
                  <a:lnTo>
                    <a:pt x="540" y="356"/>
                  </a:lnTo>
                  <a:lnTo>
                    <a:pt x="536" y="356"/>
                  </a:lnTo>
                  <a:lnTo>
                    <a:pt x="536" y="356"/>
                  </a:lnTo>
                  <a:lnTo>
                    <a:pt x="536" y="356"/>
                  </a:lnTo>
                  <a:lnTo>
                    <a:pt x="530" y="356"/>
                  </a:lnTo>
                  <a:lnTo>
                    <a:pt x="530" y="356"/>
                  </a:lnTo>
                  <a:lnTo>
                    <a:pt x="530" y="356"/>
                  </a:lnTo>
                  <a:lnTo>
                    <a:pt x="530" y="356"/>
                  </a:lnTo>
                  <a:lnTo>
                    <a:pt x="530" y="356"/>
                  </a:lnTo>
                  <a:close/>
                  <a:moveTo>
                    <a:pt x="442" y="368"/>
                  </a:moveTo>
                  <a:lnTo>
                    <a:pt x="442" y="362"/>
                  </a:lnTo>
                  <a:lnTo>
                    <a:pt x="442" y="362"/>
                  </a:lnTo>
                  <a:lnTo>
                    <a:pt x="448" y="362"/>
                  </a:lnTo>
                  <a:lnTo>
                    <a:pt x="442" y="362"/>
                  </a:lnTo>
                  <a:lnTo>
                    <a:pt x="442" y="368"/>
                  </a:lnTo>
                  <a:lnTo>
                    <a:pt x="442" y="368"/>
                  </a:lnTo>
                  <a:lnTo>
                    <a:pt x="442" y="368"/>
                  </a:lnTo>
                  <a:lnTo>
                    <a:pt x="442" y="368"/>
                  </a:lnTo>
                  <a:lnTo>
                    <a:pt x="442" y="368"/>
                  </a:lnTo>
                  <a:close/>
                  <a:moveTo>
                    <a:pt x="324" y="406"/>
                  </a:moveTo>
                  <a:lnTo>
                    <a:pt x="324" y="406"/>
                  </a:lnTo>
                  <a:lnTo>
                    <a:pt x="324" y="406"/>
                  </a:lnTo>
                  <a:lnTo>
                    <a:pt x="324" y="406"/>
                  </a:lnTo>
                  <a:lnTo>
                    <a:pt x="324" y="406"/>
                  </a:lnTo>
                  <a:lnTo>
                    <a:pt x="324" y="406"/>
                  </a:lnTo>
                  <a:lnTo>
                    <a:pt x="324" y="406"/>
                  </a:lnTo>
                  <a:lnTo>
                    <a:pt x="324" y="406"/>
                  </a:lnTo>
                  <a:close/>
                  <a:moveTo>
                    <a:pt x="228" y="444"/>
                  </a:moveTo>
                  <a:lnTo>
                    <a:pt x="228" y="450"/>
                  </a:lnTo>
                  <a:lnTo>
                    <a:pt x="228" y="450"/>
                  </a:lnTo>
                  <a:lnTo>
                    <a:pt x="228" y="444"/>
                  </a:lnTo>
                  <a:lnTo>
                    <a:pt x="228" y="444"/>
                  </a:lnTo>
                  <a:lnTo>
                    <a:pt x="228" y="444"/>
                  </a:lnTo>
                  <a:lnTo>
                    <a:pt x="228" y="444"/>
                  </a:lnTo>
                  <a:lnTo>
                    <a:pt x="228" y="444"/>
                  </a:lnTo>
                  <a:close/>
                  <a:moveTo>
                    <a:pt x="2412" y="456"/>
                  </a:moveTo>
                  <a:lnTo>
                    <a:pt x="2412" y="456"/>
                  </a:lnTo>
                  <a:lnTo>
                    <a:pt x="2418" y="456"/>
                  </a:lnTo>
                  <a:lnTo>
                    <a:pt x="2418" y="456"/>
                  </a:lnTo>
                  <a:lnTo>
                    <a:pt x="2418" y="456"/>
                  </a:lnTo>
                  <a:lnTo>
                    <a:pt x="2418" y="456"/>
                  </a:lnTo>
                  <a:lnTo>
                    <a:pt x="2412" y="456"/>
                  </a:lnTo>
                  <a:lnTo>
                    <a:pt x="2412" y="456"/>
                  </a:lnTo>
                  <a:lnTo>
                    <a:pt x="2412" y="456"/>
                  </a:lnTo>
                  <a:lnTo>
                    <a:pt x="2412" y="456"/>
                  </a:lnTo>
                  <a:close/>
                  <a:moveTo>
                    <a:pt x="2408" y="456"/>
                  </a:moveTo>
                  <a:lnTo>
                    <a:pt x="2412" y="456"/>
                  </a:lnTo>
                  <a:lnTo>
                    <a:pt x="2412" y="460"/>
                  </a:lnTo>
                  <a:lnTo>
                    <a:pt x="2412" y="456"/>
                  </a:lnTo>
                  <a:lnTo>
                    <a:pt x="2408" y="456"/>
                  </a:lnTo>
                  <a:lnTo>
                    <a:pt x="2408" y="456"/>
                  </a:lnTo>
                  <a:lnTo>
                    <a:pt x="2408" y="456"/>
                  </a:lnTo>
                  <a:lnTo>
                    <a:pt x="2408" y="456"/>
                  </a:lnTo>
                  <a:close/>
                  <a:moveTo>
                    <a:pt x="2036" y="596"/>
                  </a:moveTo>
                  <a:lnTo>
                    <a:pt x="2036" y="596"/>
                  </a:lnTo>
                  <a:lnTo>
                    <a:pt x="2036" y="596"/>
                  </a:lnTo>
                  <a:lnTo>
                    <a:pt x="2036" y="590"/>
                  </a:lnTo>
                  <a:lnTo>
                    <a:pt x="2040" y="590"/>
                  </a:lnTo>
                  <a:lnTo>
                    <a:pt x="2040" y="584"/>
                  </a:lnTo>
                  <a:lnTo>
                    <a:pt x="2036" y="584"/>
                  </a:lnTo>
                  <a:lnTo>
                    <a:pt x="2036" y="590"/>
                  </a:lnTo>
                  <a:lnTo>
                    <a:pt x="2036" y="584"/>
                  </a:lnTo>
                  <a:lnTo>
                    <a:pt x="2040" y="584"/>
                  </a:lnTo>
                  <a:lnTo>
                    <a:pt x="2046" y="584"/>
                  </a:lnTo>
                  <a:lnTo>
                    <a:pt x="2046" y="584"/>
                  </a:lnTo>
                  <a:lnTo>
                    <a:pt x="2046" y="584"/>
                  </a:lnTo>
                  <a:lnTo>
                    <a:pt x="2052" y="584"/>
                  </a:lnTo>
                  <a:lnTo>
                    <a:pt x="2052" y="584"/>
                  </a:lnTo>
                  <a:lnTo>
                    <a:pt x="2052" y="590"/>
                  </a:lnTo>
                  <a:lnTo>
                    <a:pt x="2046" y="590"/>
                  </a:lnTo>
                  <a:lnTo>
                    <a:pt x="2046" y="590"/>
                  </a:lnTo>
                  <a:lnTo>
                    <a:pt x="2046" y="596"/>
                  </a:lnTo>
                  <a:lnTo>
                    <a:pt x="2040" y="596"/>
                  </a:lnTo>
                  <a:lnTo>
                    <a:pt x="2036" y="596"/>
                  </a:lnTo>
                  <a:lnTo>
                    <a:pt x="2036" y="602"/>
                  </a:lnTo>
                  <a:lnTo>
                    <a:pt x="2036" y="596"/>
                  </a:lnTo>
                  <a:lnTo>
                    <a:pt x="2036" y="596"/>
                  </a:lnTo>
                  <a:lnTo>
                    <a:pt x="2036" y="596"/>
                  </a:lnTo>
                  <a:lnTo>
                    <a:pt x="2036" y="596"/>
                  </a:lnTo>
                  <a:close/>
                  <a:moveTo>
                    <a:pt x="2072" y="666"/>
                  </a:moveTo>
                  <a:lnTo>
                    <a:pt x="2072" y="672"/>
                  </a:lnTo>
                  <a:lnTo>
                    <a:pt x="2072" y="676"/>
                  </a:lnTo>
                  <a:lnTo>
                    <a:pt x="2078" y="682"/>
                  </a:lnTo>
                  <a:lnTo>
                    <a:pt x="2078" y="682"/>
                  </a:lnTo>
                  <a:lnTo>
                    <a:pt x="2078" y="682"/>
                  </a:lnTo>
                  <a:lnTo>
                    <a:pt x="2072" y="682"/>
                  </a:lnTo>
                  <a:lnTo>
                    <a:pt x="2072" y="676"/>
                  </a:lnTo>
                  <a:lnTo>
                    <a:pt x="2068" y="676"/>
                  </a:lnTo>
                  <a:lnTo>
                    <a:pt x="2068" y="672"/>
                  </a:lnTo>
                  <a:lnTo>
                    <a:pt x="2068" y="672"/>
                  </a:lnTo>
                  <a:lnTo>
                    <a:pt x="2068" y="666"/>
                  </a:lnTo>
                  <a:lnTo>
                    <a:pt x="2068" y="666"/>
                  </a:lnTo>
                  <a:lnTo>
                    <a:pt x="2072" y="666"/>
                  </a:lnTo>
                  <a:lnTo>
                    <a:pt x="2072" y="666"/>
                  </a:lnTo>
                  <a:lnTo>
                    <a:pt x="2072" y="666"/>
                  </a:lnTo>
                  <a:lnTo>
                    <a:pt x="2072" y="666"/>
                  </a:lnTo>
                  <a:close/>
                  <a:moveTo>
                    <a:pt x="1662" y="682"/>
                  </a:moveTo>
                  <a:lnTo>
                    <a:pt x="1662" y="682"/>
                  </a:lnTo>
                  <a:lnTo>
                    <a:pt x="1662" y="676"/>
                  </a:lnTo>
                  <a:lnTo>
                    <a:pt x="1668" y="676"/>
                  </a:lnTo>
                  <a:lnTo>
                    <a:pt x="1668" y="672"/>
                  </a:lnTo>
                  <a:lnTo>
                    <a:pt x="1672" y="672"/>
                  </a:lnTo>
                  <a:lnTo>
                    <a:pt x="1672" y="676"/>
                  </a:lnTo>
                  <a:lnTo>
                    <a:pt x="1672" y="676"/>
                  </a:lnTo>
                  <a:lnTo>
                    <a:pt x="1672" y="682"/>
                  </a:lnTo>
                  <a:lnTo>
                    <a:pt x="1672" y="682"/>
                  </a:lnTo>
                  <a:lnTo>
                    <a:pt x="1668" y="682"/>
                  </a:lnTo>
                  <a:lnTo>
                    <a:pt x="1668" y="682"/>
                  </a:lnTo>
                  <a:lnTo>
                    <a:pt x="1662" y="682"/>
                  </a:lnTo>
                  <a:lnTo>
                    <a:pt x="1662" y="682"/>
                  </a:lnTo>
                  <a:lnTo>
                    <a:pt x="1662" y="682"/>
                  </a:lnTo>
                  <a:lnTo>
                    <a:pt x="1662" y="682"/>
                  </a:lnTo>
                  <a:lnTo>
                    <a:pt x="1662" y="682"/>
                  </a:lnTo>
                  <a:close/>
                  <a:moveTo>
                    <a:pt x="2090" y="682"/>
                  </a:moveTo>
                  <a:lnTo>
                    <a:pt x="2096" y="682"/>
                  </a:lnTo>
                  <a:lnTo>
                    <a:pt x="2096" y="682"/>
                  </a:lnTo>
                  <a:lnTo>
                    <a:pt x="2100" y="688"/>
                  </a:lnTo>
                  <a:lnTo>
                    <a:pt x="2096" y="688"/>
                  </a:lnTo>
                  <a:lnTo>
                    <a:pt x="2096" y="682"/>
                  </a:lnTo>
                  <a:lnTo>
                    <a:pt x="2096" y="682"/>
                  </a:lnTo>
                  <a:lnTo>
                    <a:pt x="2090" y="682"/>
                  </a:lnTo>
                  <a:lnTo>
                    <a:pt x="2090" y="682"/>
                  </a:lnTo>
                  <a:lnTo>
                    <a:pt x="2090" y="682"/>
                  </a:lnTo>
                  <a:lnTo>
                    <a:pt x="2090" y="682"/>
                  </a:lnTo>
                  <a:close/>
                  <a:moveTo>
                    <a:pt x="1748" y="866"/>
                  </a:moveTo>
                  <a:lnTo>
                    <a:pt x="1748" y="860"/>
                  </a:lnTo>
                  <a:lnTo>
                    <a:pt x="1748" y="860"/>
                  </a:lnTo>
                  <a:lnTo>
                    <a:pt x="1748" y="856"/>
                  </a:lnTo>
                  <a:lnTo>
                    <a:pt x="1748" y="850"/>
                  </a:lnTo>
                  <a:lnTo>
                    <a:pt x="1748" y="856"/>
                  </a:lnTo>
                  <a:lnTo>
                    <a:pt x="1748" y="850"/>
                  </a:lnTo>
                  <a:lnTo>
                    <a:pt x="1742" y="850"/>
                  </a:lnTo>
                  <a:lnTo>
                    <a:pt x="1736" y="850"/>
                  </a:lnTo>
                  <a:lnTo>
                    <a:pt x="1732" y="856"/>
                  </a:lnTo>
                  <a:lnTo>
                    <a:pt x="1732" y="860"/>
                  </a:lnTo>
                  <a:lnTo>
                    <a:pt x="1732" y="860"/>
                  </a:lnTo>
                  <a:lnTo>
                    <a:pt x="1732" y="866"/>
                  </a:lnTo>
                  <a:lnTo>
                    <a:pt x="1732" y="866"/>
                  </a:lnTo>
                  <a:lnTo>
                    <a:pt x="1732" y="860"/>
                  </a:lnTo>
                  <a:lnTo>
                    <a:pt x="1728" y="860"/>
                  </a:lnTo>
                  <a:lnTo>
                    <a:pt x="1728" y="856"/>
                  </a:lnTo>
                  <a:lnTo>
                    <a:pt x="1728" y="850"/>
                  </a:lnTo>
                  <a:lnTo>
                    <a:pt x="1732" y="850"/>
                  </a:lnTo>
                  <a:lnTo>
                    <a:pt x="1732" y="844"/>
                  </a:lnTo>
                  <a:lnTo>
                    <a:pt x="1732" y="838"/>
                  </a:lnTo>
                  <a:lnTo>
                    <a:pt x="1732" y="838"/>
                  </a:lnTo>
                  <a:lnTo>
                    <a:pt x="1732" y="834"/>
                  </a:lnTo>
                  <a:lnTo>
                    <a:pt x="1732" y="830"/>
                  </a:lnTo>
                  <a:lnTo>
                    <a:pt x="1732" y="824"/>
                  </a:lnTo>
                  <a:lnTo>
                    <a:pt x="1732" y="824"/>
                  </a:lnTo>
                  <a:lnTo>
                    <a:pt x="1732" y="824"/>
                  </a:lnTo>
                  <a:lnTo>
                    <a:pt x="1732" y="824"/>
                  </a:lnTo>
                  <a:lnTo>
                    <a:pt x="1732" y="818"/>
                  </a:lnTo>
                  <a:lnTo>
                    <a:pt x="1732" y="812"/>
                  </a:lnTo>
                  <a:lnTo>
                    <a:pt x="1732" y="812"/>
                  </a:lnTo>
                  <a:lnTo>
                    <a:pt x="1728" y="812"/>
                  </a:lnTo>
                  <a:lnTo>
                    <a:pt x="1728" y="806"/>
                  </a:lnTo>
                  <a:lnTo>
                    <a:pt x="1732" y="806"/>
                  </a:lnTo>
                  <a:lnTo>
                    <a:pt x="1732" y="802"/>
                  </a:lnTo>
                  <a:lnTo>
                    <a:pt x="1732" y="802"/>
                  </a:lnTo>
                  <a:lnTo>
                    <a:pt x="1732" y="796"/>
                  </a:lnTo>
                  <a:lnTo>
                    <a:pt x="1732" y="790"/>
                  </a:lnTo>
                  <a:lnTo>
                    <a:pt x="1732" y="790"/>
                  </a:lnTo>
                  <a:lnTo>
                    <a:pt x="1732" y="784"/>
                  </a:lnTo>
                  <a:lnTo>
                    <a:pt x="1732" y="780"/>
                  </a:lnTo>
                  <a:lnTo>
                    <a:pt x="1732" y="774"/>
                  </a:lnTo>
                  <a:lnTo>
                    <a:pt x="1732" y="774"/>
                  </a:lnTo>
                  <a:lnTo>
                    <a:pt x="1732" y="770"/>
                  </a:lnTo>
                  <a:lnTo>
                    <a:pt x="1732" y="764"/>
                  </a:lnTo>
                  <a:lnTo>
                    <a:pt x="1732" y="764"/>
                  </a:lnTo>
                  <a:lnTo>
                    <a:pt x="1732" y="764"/>
                  </a:lnTo>
                  <a:lnTo>
                    <a:pt x="1732" y="758"/>
                  </a:lnTo>
                  <a:lnTo>
                    <a:pt x="1732" y="752"/>
                  </a:lnTo>
                  <a:lnTo>
                    <a:pt x="1732" y="752"/>
                  </a:lnTo>
                  <a:lnTo>
                    <a:pt x="1728" y="746"/>
                  </a:lnTo>
                  <a:lnTo>
                    <a:pt x="1728" y="742"/>
                  </a:lnTo>
                  <a:lnTo>
                    <a:pt x="1728" y="742"/>
                  </a:lnTo>
                  <a:lnTo>
                    <a:pt x="1728" y="736"/>
                  </a:lnTo>
                  <a:lnTo>
                    <a:pt x="1728" y="730"/>
                  </a:lnTo>
                  <a:lnTo>
                    <a:pt x="1728" y="726"/>
                  </a:lnTo>
                  <a:lnTo>
                    <a:pt x="1728" y="726"/>
                  </a:lnTo>
                  <a:lnTo>
                    <a:pt x="1728" y="720"/>
                  </a:lnTo>
                  <a:lnTo>
                    <a:pt x="1732" y="720"/>
                  </a:lnTo>
                  <a:lnTo>
                    <a:pt x="1732" y="716"/>
                  </a:lnTo>
                  <a:lnTo>
                    <a:pt x="1728" y="716"/>
                  </a:lnTo>
                  <a:lnTo>
                    <a:pt x="1728" y="716"/>
                  </a:lnTo>
                  <a:lnTo>
                    <a:pt x="1732" y="710"/>
                  </a:lnTo>
                  <a:lnTo>
                    <a:pt x="1732" y="710"/>
                  </a:lnTo>
                  <a:lnTo>
                    <a:pt x="1732" y="716"/>
                  </a:lnTo>
                  <a:lnTo>
                    <a:pt x="1736" y="716"/>
                  </a:lnTo>
                  <a:lnTo>
                    <a:pt x="1736" y="710"/>
                  </a:lnTo>
                  <a:lnTo>
                    <a:pt x="1736" y="704"/>
                  </a:lnTo>
                  <a:lnTo>
                    <a:pt x="1742" y="704"/>
                  </a:lnTo>
                  <a:lnTo>
                    <a:pt x="1742" y="704"/>
                  </a:lnTo>
                  <a:lnTo>
                    <a:pt x="1736" y="704"/>
                  </a:lnTo>
                  <a:lnTo>
                    <a:pt x="1736" y="704"/>
                  </a:lnTo>
                  <a:lnTo>
                    <a:pt x="1742" y="704"/>
                  </a:lnTo>
                  <a:lnTo>
                    <a:pt x="1742" y="698"/>
                  </a:lnTo>
                  <a:lnTo>
                    <a:pt x="1736" y="698"/>
                  </a:lnTo>
                  <a:lnTo>
                    <a:pt x="1736" y="692"/>
                  </a:lnTo>
                  <a:lnTo>
                    <a:pt x="1732" y="692"/>
                  </a:lnTo>
                  <a:lnTo>
                    <a:pt x="1736" y="692"/>
                  </a:lnTo>
                  <a:lnTo>
                    <a:pt x="1736" y="692"/>
                  </a:lnTo>
                  <a:lnTo>
                    <a:pt x="1736" y="692"/>
                  </a:lnTo>
                  <a:lnTo>
                    <a:pt x="1742" y="692"/>
                  </a:lnTo>
                  <a:lnTo>
                    <a:pt x="1742" y="692"/>
                  </a:lnTo>
                  <a:lnTo>
                    <a:pt x="1748" y="692"/>
                  </a:lnTo>
                  <a:lnTo>
                    <a:pt x="1748" y="698"/>
                  </a:lnTo>
                  <a:lnTo>
                    <a:pt x="1742" y="698"/>
                  </a:lnTo>
                  <a:lnTo>
                    <a:pt x="1742" y="704"/>
                  </a:lnTo>
                  <a:lnTo>
                    <a:pt x="1742" y="704"/>
                  </a:lnTo>
                  <a:lnTo>
                    <a:pt x="1748" y="704"/>
                  </a:lnTo>
                  <a:lnTo>
                    <a:pt x="1748" y="710"/>
                  </a:lnTo>
                  <a:lnTo>
                    <a:pt x="1748" y="716"/>
                  </a:lnTo>
                  <a:lnTo>
                    <a:pt x="1748" y="710"/>
                  </a:lnTo>
                  <a:lnTo>
                    <a:pt x="1748" y="716"/>
                  </a:lnTo>
                  <a:lnTo>
                    <a:pt x="1748" y="716"/>
                  </a:lnTo>
                  <a:lnTo>
                    <a:pt x="1748" y="716"/>
                  </a:lnTo>
                  <a:lnTo>
                    <a:pt x="1748" y="720"/>
                  </a:lnTo>
                  <a:lnTo>
                    <a:pt x="1748" y="726"/>
                  </a:lnTo>
                  <a:lnTo>
                    <a:pt x="1748" y="726"/>
                  </a:lnTo>
                  <a:lnTo>
                    <a:pt x="1748" y="730"/>
                  </a:lnTo>
                  <a:lnTo>
                    <a:pt x="1748" y="736"/>
                  </a:lnTo>
                  <a:lnTo>
                    <a:pt x="1748" y="730"/>
                  </a:lnTo>
                  <a:lnTo>
                    <a:pt x="1748" y="730"/>
                  </a:lnTo>
                  <a:lnTo>
                    <a:pt x="1748" y="726"/>
                  </a:lnTo>
                  <a:lnTo>
                    <a:pt x="1748" y="730"/>
                  </a:lnTo>
                  <a:lnTo>
                    <a:pt x="1748" y="736"/>
                  </a:lnTo>
                  <a:lnTo>
                    <a:pt x="1748" y="742"/>
                  </a:lnTo>
                  <a:lnTo>
                    <a:pt x="1748" y="742"/>
                  </a:lnTo>
                  <a:lnTo>
                    <a:pt x="1748" y="742"/>
                  </a:lnTo>
                  <a:lnTo>
                    <a:pt x="1748" y="746"/>
                  </a:lnTo>
                  <a:lnTo>
                    <a:pt x="1748" y="752"/>
                  </a:lnTo>
                  <a:lnTo>
                    <a:pt x="1748" y="752"/>
                  </a:lnTo>
                  <a:lnTo>
                    <a:pt x="1748" y="758"/>
                  </a:lnTo>
                  <a:lnTo>
                    <a:pt x="1754" y="752"/>
                  </a:lnTo>
                  <a:lnTo>
                    <a:pt x="1754" y="758"/>
                  </a:lnTo>
                  <a:lnTo>
                    <a:pt x="1754" y="764"/>
                  </a:lnTo>
                  <a:lnTo>
                    <a:pt x="1754" y="764"/>
                  </a:lnTo>
                  <a:lnTo>
                    <a:pt x="1754" y="770"/>
                  </a:lnTo>
                  <a:lnTo>
                    <a:pt x="1754" y="774"/>
                  </a:lnTo>
                  <a:lnTo>
                    <a:pt x="1758" y="774"/>
                  </a:lnTo>
                  <a:lnTo>
                    <a:pt x="1758" y="780"/>
                  </a:lnTo>
                  <a:lnTo>
                    <a:pt x="1758" y="784"/>
                  </a:lnTo>
                  <a:lnTo>
                    <a:pt x="1758" y="790"/>
                  </a:lnTo>
                  <a:lnTo>
                    <a:pt x="1758" y="796"/>
                  </a:lnTo>
                  <a:lnTo>
                    <a:pt x="1764" y="802"/>
                  </a:lnTo>
                  <a:lnTo>
                    <a:pt x="1764" y="802"/>
                  </a:lnTo>
                  <a:lnTo>
                    <a:pt x="1770" y="806"/>
                  </a:lnTo>
                  <a:lnTo>
                    <a:pt x="1770" y="812"/>
                  </a:lnTo>
                  <a:lnTo>
                    <a:pt x="1770" y="806"/>
                  </a:lnTo>
                  <a:lnTo>
                    <a:pt x="1764" y="802"/>
                  </a:lnTo>
                  <a:lnTo>
                    <a:pt x="1758" y="802"/>
                  </a:lnTo>
                  <a:lnTo>
                    <a:pt x="1758" y="802"/>
                  </a:lnTo>
                  <a:lnTo>
                    <a:pt x="1758" y="802"/>
                  </a:lnTo>
                  <a:lnTo>
                    <a:pt x="1754" y="802"/>
                  </a:lnTo>
                  <a:lnTo>
                    <a:pt x="1748" y="796"/>
                  </a:lnTo>
                  <a:lnTo>
                    <a:pt x="1748" y="802"/>
                  </a:lnTo>
                  <a:lnTo>
                    <a:pt x="1754" y="796"/>
                  </a:lnTo>
                  <a:lnTo>
                    <a:pt x="1754" y="802"/>
                  </a:lnTo>
                  <a:lnTo>
                    <a:pt x="1748" y="802"/>
                  </a:lnTo>
                  <a:lnTo>
                    <a:pt x="1748" y="802"/>
                  </a:lnTo>
                  <a:lnTo>
                    <a:pt x="1748" y="802"/>
                  </a:lnTo>
                  <a:lnTo>
                    <a:pt x="1748" y="806"/>
                  </a:lnTo>
                  <a:lnTo>
                    <a:pt x="1742" y="806"/>
                  </a:lnTo>
                  <a:lnTo>
                    <a:pt x="1742" y="812"/>
                  </a:lnTo>
                  <a:lnTo>
                    <a:pt x="1742" y="812"/>
                  </a:lnTo>
                  <a:lnTo>
                    <a:pt x="1736" y="818"/>
                  </a:lnTo>
                  <a:lnTo>
                    <a:pt x="1736" y="824"/>
                  </a:lnTo>
                  <a:lnTo>
                    <a:pt x="1736" y="824"/>
                  </a:lnTo>
                  <a:lnTo>
                    <a:pt x="1736" y="830"/>
                  </a:lnTo>
                  <a:lnTo>
                    <a:pt x="1736" y="834"/>
                  </a:lnTo>
                  <a:lnTo>
                    <a:pt x="1742" y="838"/>
                  </a:lnTo>
                  <a:lnTo>
                    <a:pt x="1748" y="838"/>
                  </a:lnTo>
                  <a:lnTo>
                    <a:pt x="1748" y="850"/>
                  </a:lnTo>
                  <a:lnTo>
                    <a:pt x="1748" y="850"/>
                  </a:lnTo>
                  <a:lnTo>
                    <a:pt x="1748" y="850"/>
                  </a:lnTo>
                  <a:lnTo>
                    <a:pt x="1748" y="850"/>
                  </a:lnTo>
                  <a:lnTo>
                    <a:pt x="1754" y="850"/>
                  </a:lnTo>
                  <a:lnTo>
                    <a:pt x="1754" y="850"/>
                  </a:lnTo>
                  <a:lnTo>
                    <a:pt x="1754" y="856"/>
                  </a:lnTo>
                  <a:lnTo>
                    <a:pt x="1754" y="860"/>
                  </a:lnTo>
                  <a:lnTo>
                    <a:pt x="1754" y="860"/>
                  </a:lnTo>
                  <a:lnTo>
                    <a:pt x="1748" y="860"/>
                  </a:lnTo>
                  <a:lnTo>
                    <a:pt x="1748" y="866"/>
                  </a:lnTo>
                  <a:lnTo>
                    <a:pt x="1748" y="866"/>
                  </a:lnTo>
                  <a:lnTo>
                    <a:pt x="1748" y="866"/>
                  </a:lnTo>
                  <a:lnTo>
                    <a:pt x="1748" y="866"/>
                  </a:lnTo>
                  <a:close/>
                  <a:moveTo>
                    <a:pt x="1922" y="764"/>
                  </a:moveTo>
                  <a:lnTo>
                    <a:pt x="1922" y="764"/>
                  </a:lnTo>
                  <a:lnTo>
                    <a:pt x="1922" y="764"/>
                  </a:lnTo>
                  <a:lnTo>
                    <a:pt x="1922" y="764"/>
                  </a:lnTo>
                  <a:lnTo>
                    <a:pt x="1922" y="764"/>
                  </a:lnTo>
                  <a:lnTo>
                    <a:pt x="1922" y="764"/>
                  </a:lnTo>
                  <a:lnTo>
                    <a:pt x="1922" y="764"/>
                  </a:lnTo>
                  <a:lnTo>
                    <a:pt x="1922" y="764"/>
                  </a:lnTo>
                  <a:close/>
                  <a:moveTo>
                    <a:pt x="1938" y="770"/>
                  </a:moveTo>
                  <a:lnTo>
                    <a:pt x="1932" y="770"/>
                  </a:lnTo>
                  <a:lnTo>
                    <a:pt x="1932" y="764"/>
                  </a:lnTo>
                  <a:lnTo>
                    <a:pt x="1938" y="764"/>
                  </a:lnTo>
                  <a:lnTo>
                    <a:pt x="1938" y="770"/>
                  </a:lnTo>
                  <a:lnTo>
                    <a:pt x="1938" y="770"/>
                  </a:lnTo>
                  <a:lnTo>
                    <a:pt x="1938" y="770"/>
                  </a:lnTo>
                  <a:lnTo>
                    <a:pt x="1938" y="770"/>
                  </a:lnTo>
                  <a:close/>
                  <a:moveTo>
                    <a:pt x="1916" y="780"/>
                  </a:moveTo>
                  <a:lnTo>
                    <a:pt x="1916" y="774"/>
                  </a:lnTo>
                  <a:lnTo>
                    <a:pt x="1922" y="774"/>
                  </a:lnTo>
                  <a:lnTo>
                    <a:pt x="1922" y="774"/>
                  </a:lnTo>
                  <a:lnTo>
                    <a:pt x="1922" y="774"/>
                  </a:lnTo>
                  <a:lnTo>
                    <a:pt x="1922" y="770"/>
                  </a:lnTo>
                  <a:lnTo>
                    <a:pt x="1928" y="770"/>
                  </a:lnTo>
                  <a:lnTo>
                    <a:pt x="1928" y="764"/>
                  </a:lnTo>
                  <a:lnTo>
                    <a:pt x="1928" y="770"/>
                  </a:lnTo>
                  <a:lnTo>
                    <a:pt x="1932" y="774"/>
                  </a:lnTo>
                  <a:lnTo>
                    <a:pt x="1928" y="774"/>
                  </a:lnTo>
                  <a:lnTo>
                    <a:pt x="1922" y="780"/>
                  </a:lnTo>
                  <a:lnTo>
                    <a:pt x="1922" y="780"/>
                  </a:lnTo>
                  <a:lnTo>
                    <a:pt x="1916" y="780"/>
                  </a:lnTo>
                  <a:lnTo>
                    <a:pt x="1916" y="780"/>
                  </a:lnTo>
                  <a:lnTo>
                    <a:pt x="1916" y="780"/>
                  </a:lnTo>
                  <a:lnTo>
                    <a:pt x="1916" y="780"/>
                  </a:lnTo>
                  <a:close/>
                  <a:moveTo>
                    <a:pt x="1910" y="802"/>
                  </a:moveTo>
                  <a:lnTo>
                    <a:pt x="1910" y="796"/>
                  </a:lnTo>
                  <a:lnTo>
                    <a:pt x="1910" y="790"/>
                  </a:lnTo>
                  <a:lnTo>
                    <a:pt x="1910" y="790"/>
                  </a:lnTo>
                  <a:lnTo>
                    <a:pt x="1910" y="796"/>
                  </a:lnTo>
                  <a:lnTo>
                    <a:pt x="1910" y="796"/>
                  </a:lnTo>
                  <a:lnTo>
                    <a:pt x="1910" y="802"/>
                  </a:lnTo>
                  <a:lnTo>
                    <a:pt x="1910" y="802"/>
                  </a:lnTo>
                  <a:lnTo>
                    <a:pt x="1910" y="802"/>
                  </a:lnTo>
                  <a:lnTo>
                    <a:pt x="1910" y="802"/>
                  </a:lnTo>
                  <a:lnTo>
                    <a:pt x="1910" y="802"/>
                  </a:lnTo>
                  <a:close/>
                  <a:moveTo>
                    <a:pt x="1904" y="802"/>
                  </a:moveTo>
                  <a:lnTo>
                    <a:pt x="1910" y="802"/>
                  </a:lnTo>
                  <a:lnTo>
                    <a:pt x="1910" y="802"/>
                  </a:lnTo>
                  <a:lnTo>
                    <a:pt x="1904" y="802"/>
                  </a:lnTo>
                  <a:lnTo>
                    <a:pt x="1904" y="802"/>
                  </a:lnTo>
                  <a:lnTo>
                    <a:pt x="1904" y="802"/>
                  </a:lnTo>
                  <a:lnTo>
                    <a:pt x="1904" y="802"/>
                  </a:lnTo>
                  <a:lnTo>
                    <a:pt x="1904" y="802"/>
                  </a:lnTo>
                  <a:close/>
                  <a:moveTo>
                    <a:pt x="1898" y="812"/>
                  </a:moveTo>
                  <a:lnTo>
                    <a:pt x="1898" y="806"/>
                  </a:lnTo>
                  <a:lnTo>
                    <a:pt x="1898" y="806"/>
                  </a:lnTo>
                  <a:lnTo>
                    <a:pt x="1898" y="812"/>
                  </a:lnTo>
                  <a:lnTo>
                    <a:pt x="1898" y="812"/>
                  </a:lnTo>
                  <a:lnTo>
                    <a:pt x="1898" y="812"/>
                  </a:lnTo>
                  <a:lnTo>
                    <a:pt x="1898" y="812"/>
                  </a:lnTo>
                  <a:lnTo>
                    <a:pt x="1898" y="812"/>
                  </a:lnTo>
                  <a:close/>
                  <a:moveTo>
                    <a:pt x="1878" y="844"/>
                  </a:moveTo>
                  <a:lnTo>
                    <a:pt x="1878" y="838"/>
                  </a:lnTo>
                  <a:lnTo>
                    <a:pt x="1878" y="844"/>
                  </a:lnTo>
                  <a:lnTo>
                    <a:pt x="1872" y="844"/>
                  </a:lnTo>
                  <a:lnTo>
                    <a:pt x="1872" y="850"/>
                  </a:lnTo>
                  <a:lnTo>
                    <a:pt x="1868" y="850"/>
                  </a:lnTo>
                  <a:lnTo>
                    <a:pt x="1868" y="850"/>
                  </a:lnTo>
                  <a:lnTo>
                    <a:pt x="1868" y="850"/>
                  </a:lnTo>
                  <a:lnTo>
                    <a:pt x="1872" y="844"/>
                  </a:lnTo>
                  <a:lnTo>
                    <a:pt x="1878" y="838"/>
                  </a:lnTo>
                  <a:lnTo>
                    <a:pt x="1878" y="844"/>
                  </a:lnTo>
                  <a:lnTo>
                    <a:pt x="1878" y="844"/>
                  </a:lnTo>
                  <a:lnTo>
                    <a:pt x="1878" y="844"/>
                  </a:lnTo>
                  <a:lnTo>
                    <a:pt x="1878" y="844"/>
                  </a:lnTo>
                  <a:close/>
                  <a:moveTo>
                    <a:pt x="1836" y="872"/>
                  </a:moveTo>
                  <a:lnTo>
                    <a:pt x="1842" y="872"/>
                  </a:lnTo>
                  <a:lnTo>
                    <a:pt x="1842" y="866"/>
                  </a:lnTo>
                  <a:lnTo>
                    <a:pt x="1842" y="866"/>
                  </a:lnTo>
                  <a:lnTo>
                    <a:pt x="1842" y="860"/>
                  </a:lnTo>
                  <a:lnTo>
                    <a:pt x="1844" y="860"/>
                  </a:lnTo>
                  <a:lnTo>
                    <a:pt x="1850" y="860"/>
                  </a:lnTo>
                  <a:lnTo>
                    <a:pt x="1844" y="860"/>
                  </a:lnTo>
                  <a:lnTo>
                    <a:pt x="1844" y="866"/>
                  </a:lnTo>
                  <a:lnTo>
                    <a:pt x="1842" y="872"/>
                  </a:lnTo>
                  <a:lnTo>
                    <a:pt x="1842" y="872"/>
                  </a:lnTo>
                  <a:lnTo>
                    <a:pt x="1842" y="872"/>
                  </a:lnTo>
                  <a:lnTo>
                    <a:pt x="1836" y="872"/>
                  </a:lnTo>
                  <a:lnTo>
                    <a:pt x="1836" y="872"/>
                  </a:lnTo>
                  <a:lnTo>
                    <a:pt x="1836" y="872"/>
                  </a:lnTo>
                  <a:lnTo>
                    <a:pt x="1836" y="872"/>
                  </a:lnTo>
                  <a:close/>
                  <a:moveTo>
                    <a:pt x="1796" y="898"/>
                  </a:moveTo>
                  <a:lnTo>
                    <a:pt x="1802" y="892"/>
                  </a:lnTo>
                  <a:lnTo>
                    <a:pt x="1802" y="888"/>
                  </a:lnTo>
                  <a:lnTo>
                    <a:pt x="1802" y="888"/>
                  </a:lnTo>
                  <a:lnTo>
                    <a:pt x="1802" y="884"/>
                  </a:lnTo>
                  <a:lnTo>
                    <a:pt x="1808" y="884"/>
                  </a:lnTo>
                  <a:lnTo>
                    <a:pt x="1808" y="884"/>
                  </a:lnTo>
                  <a:lnTo>
                    <a:pt x="1814" y="884"/>
                  </a:lnTo>
                  <a:lnTo>
                    <a:pt x="1814" y="878"/>
                  </a:lnTo>
                  <a:lnTo>
                    <a:pt x="1814" y="878"/>
                  </a:lnTo>
                  <a:lnTo>
                    <a:pt x="1814" y="884"/>
                  </a:lnTo>
                  <a:lnTo>
                    <a:pt x="1818" y="884"/>
                  </a:lnTo>
                  <a:lnTo>
                    <a:pt x="1818" y="878"/>
                  </a:lnTo>
                  <a:lnTo>
                    <a:pt x="1824" y="878"/>
                  </a:lnTo>
                  <a:lnTo>
                    <a:pt x="1824" y="872"/>
                  </a:lnTo>
                  <a:lnTo>
                    <a:pt x="1830" y="872"/>
                  </a:lnTo>
                  <a:lnTo>
                    <a:pt x="1830" y="878"/>
                  </a:lnTo>
                  <a:lnTo>
                    <a:pt x="1824" y="878"/>
                  </a:lnTo>
                  <a:lnTo>
                    <a:pt x="1824" y="884"/>
                  </a:lnTo>
                  <a:lnTo>
                    <a:pt x="1818" y="884"/>
                  </a:lnTo>
                  <a:lnTo>
                    <a:pt x="1814" y="884"/>
                  </a:lnTo>
                  <a:lnTo>
                    <a:pt x="1814" y="884"/>
                  </a:lnTo>
                  <a:lnTo>
                    <a:pt x="1814" y="884"/>
                  </a:lnTo>
                  <a:lnTo>
                    <a:pt x="1808" y="884"/>
                  </a:lnTo>
                  <a:lnTo>
                    <a:pt x="1808" y="888"/>
                  </a:lnTo>
                  <a:lnTo>
                    <a:pt x="1802" y="892"/>
                  </a:lnTo>
                  <a:lnTo>
                    <a:pt x="1802" y="898"/>
                  </a:lnTo>
                  <a:lnTo>
                    <a:pt x="1802" y="898"/>
                  </a:lnTo>
                  <a:lnTo>
                    <a:pt x="1796" y="898"/>
                  </a:lnTo>
                  <a:lnTo>
                    <a:pt x="1796" y="898"/>
                  </a:lnTo>
                  <a:lnTo>
                    <a:pt x="1796" y="898"/>
                  </a:lnTo>
                  <a:lnTo>
                    <a:pt x="1796" y="898"/>
                  </a:lnTo>
                  <a:close/>
                  <a:moveTo>
                    <a:pt x="1790" y="898"/>
                  </a:moveTo>
                  <a:lnTo>
                    <a:pt x="1790" y="898"/>
                  </a:lnTo>
                  <a:lnTo>
                    <a:pt x="1790" y="898"/>
                  </a:lnTo>
                  <a:lnTo>
                    <a:pt x="1790" y="898"/>
                  </a:lnTo>
                  <a:lnTo>
                    <a:pt x="1786" y="898"/>
                  </a:lnTo>
                  <a:lnTo>
                    <a:pt x="1786" y="904"/>
                  </a:lnTo>
                  <a:lnTo>
                    <a:pt x="1782" y="904"/>
                  </a:lnTo>
                  <a:lnTo>
                    <a:pt x="1782" y="910"/>
                  </a:lnTo>
                  <a:lnTo>
                    <a:pt x="1782" y="910"/>
                  </a:lnTo>
                  <a:lnTo>
                    <a:pt x="1782" y="910"/>
                  </a:lnTo>
                  <a:lnTo>
                    <a:pt x="1782" y="910"/>
                  </a:lnTo>
                  <a:lnTo>
                    <a:pt x="1782" y="910"/>
                  </a:lnTo>
                  <a:lnTo>
                    <a:pt x="1782" y="904"/>
                  </a:lnTo>
                  <a:lnTo>
                    <a:pt x="1786" y="898"/>
                  </a:lnTo>
                  <a:lnTo>
                    <a:pt x="1786" y="898"/>
                  </a:lnTo>
                  <a:lnTo>
                    <a:pt x="1790" y="898"/>
                  </a:lnTo>
                  <a:lnTo>
                    <a:pt x="1790" y="898"/>
                  </a:lnTo>
                  <a:lnTo>
                    <a:pt x="1790" y="898"/>
                  </a:lnTo>
                  <a:lnTo>
                    <a:pt x="1790" y="898"/>
                  </a:lnTo>
                  <a:close/>
                  <a:moveTo>
                    <a:pt x="1796" y="910"/>
                  </a:moveTo>
                  <a:lnTo>
                    <a:pt x="1796" y="910"/>
                  </a:lnTo>
                  <a:lnTo>
                    <a:pt x="1790" y="910"/>
                  </a:lnTo>
                  <a:lnTo>
                    <a:pt x="1790" y="910"/>
                  </a:lnTo>
                  <a:lnTo>
                    <a:pt x="1796" y="910"/>
                  </a:lnTo>
                  <a:lnTo>
                    <a:pt x="1796" y="910"/>
                  </a:lnTo>
                  <a:lnTo>
                    <a:pt x="1796" y="910"/>
                  </a:lnTo>
                  <a:lnTo>
                    <a:pt x="1796" y="9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87" name="Freeform 14"/>
            <p:cNvSpPr>
              <a:spLocks noChangeAspect="1"/>
            </p:cNvSpPr>
            <p:nvPr/>
          </p:nvSpPr>
          <p:spPr bwMode="gray">
            <a:xfrm>
              <a:off x="5377380" y="4171853"/>
              <a:ext cx="313067" cy="257411"/>
            </a:xfrm>
            <a:custGeom>
              <a:avLst/>
              <a:gdLst>
                <a:gd name="T0" fmla="*/ 126 w 180"/>
                <a:gd name="T1" fmla="*/ 30 h 148"/>
                <a:gd name="T2" fmla="*/ 112 w 180"/>
                <a:gd name="T3" fmla="*/ 44 h 148"/>
                <a:gd name="T4" fmla="*/ 106 w 180"/>
                <a:gd name="T5" fmla="*/ 38 h 148"/>
                <a:gd name="T6" fmla="*/ 100 w 180"/>
                <a:gd name="T7" fmla="*/ 36 h 148"/>
                <a:gd name="T8" fmla="*/ 96 w 180"/>
                <a:gd name="T9" fmla="*/ 34 h 148"/>
                <a:gd name="T10" fmla="*/ 80 w 180"/>
                <a:gd name="T11" fmla="*/ 52 h 148"/>
                <a:gd name="T12" fmla="*/ 74 w 180"/>
                <a:gd name="T13" fmla="*/ 50 h 148"/>
                <a:gd name="T14" fmla="*/ 56 w 180"/>
                <a:gd name="T15" fmla="*/ 46 h 148"/>
                <a:gd name="T16" fmla="*/ 40 w 180"/>
                <a:gd name="T17" fmla="*/ 40 h 148"/>
                <a:gd name="T18" fmla="*/ 34 w 180"/>
                <a:gd name="T19" fmla="*/ 28 h 148"/>
                <a:gd name="T20" fmla="*/ 34 w 180"/>
                <a:gd name="T21" fmla="*/ 30 h 148"/>
                <a:gd name="T22" fmla="*/ 28 w 180"/>
                <a:gd name="T23" fmla="*/ 30 h 148"/>
                <a:gd name="T24" fmla="*/ 26 w 180"/>
                <a:gd name="T25" fmla="*/ 32 h 148"/>
                <a:gd name="T26" fmla="*/ 16 w 180"/>
                <a:gd name="T27" fmla="*/ 42 h 148"/>
                <a:gd name="T28" fmla="*/ 10 w 180"/>
                <a:gd name="T29" fmla="*/ 42 h 148"/>
                <a:gd name="T30" fmla="*/ 8 w 180"/>
                <a:gd name="T31" fmla="*/ 48 h 148"/>
                <a:gd name="T32" fmla="*/ 2 w 180"/>
                <a:gd name="T33" fmla="*/ 38 h 148"/>
                <a:gd name="T34" fmla="*/ 0 w 180"/>
                <a:gd name="T35" fmla="*/ 54 h 148"/>
                <a:gd name="T36" fmla="*/ 10 w 180"/>
                <a:gd name="T37" fmla="*/ 58 h 148"/>
                <a:gd name="T38" fmla="*/ 12 w 180"/>
                <a:gd name="T39" fmla="*/ 62 h 148"/>
                <a:gd name="T40" fmla="*/ 24 w 180"/>
                <a:gd name="T41" fmla="*/ 68 h 148"/>
                <a:gd name="T42" fmla="*/ 26 w 180"/>
                <a:gd name="T43" fmla="*/ 76 h 148"/>
                <a:gd name="T44" fmla="*/ 42 w 180"/>
                <a:gd name="T45" fmla="*/ 90 h 148"/>
                <a:gd name="T46" fmla="*/ 56 w 180"/>
                <a:gd name="T47" fmla="*/ 110 h 148"/>
                <a:gd name="T48" fmla="*/ 68 w 180"/>
                <a:gd name="T49" fmla="*/ 130 h 148"/>
                <a:gd name="T50" fmla="*/ 76 w 180"/>
                <a:gd name="T51" fmla="*/ 130 h 148"/>
                <a:gd name="T52" fmla="*/ 90 w 180"/>
                <a:gd name="T53" fmla="*/ 130 h 148"/>
                <a:gd name="T54" fmla="*/ 108 w 180"/>
                <a:gd name="T55" fmla="*/ 146 h 148"/>
                <a:gd name="T56" fmla="*/ 110 w 180"/>
                <a:gd name="T57" fmla="*/ 144 h 148"/>
                <a:gd name="T58" fmla="*/ 122 w 180"/>
                <a:gd name="T59" fmla="*/ 144 h 148"/>
                <a:gd name="T60" fmla="*/ 136 w 180"/>
                <a:gd name="T61" fmla="*/ 142 h 148"/>
                <a:gd name="T62" fmla="*/ 152 w 180"/>
                <a:gd name="T63" fmla="*/ 138 h 148"/>
                <a:gd name="T64" fmla="*/ 180 w 180"/>
                <a:gd name="T65" fmla="*/ 130 h 148"/>
                <a:gd name="T66" fmla="*/ 168 w 180"/>
                <a:gd name="T67" fmla="*/ 112 h 148"/>
                <a:gd name="T68" fmla="*/ 162 w 180"/>
                <a:gd name="T69" fmla="*/ 94 h 148"/>
                <a:gd name="T70" fmla="*/ 150 w 180"/>
                <a:gd name="T71" fmla="*/ 78 h 148"/>
                <a:gd name="T72" fmla="*/ 138 w 180"/>
                <a:gd name="T73" fmla="*/ 70 h 148"/>
                <a:gd name="T74" fmla="*/ 140 w 180"/>
                <a:gd name="T75" fmla="*/ 62 h 148"/>
                <a:gd name="T76" fmla="*/ 154 w 180"/>
                <a:gd name="T77" fmla="*/ 58 h 148"/>
                <a:gd name="T78" fmla="*/ 156 w 180"/>
                <a:gd name="T79" fmla="*/ 26 h 148"/>
                <a:gd name="T80" fmla="*/ 156 w 180"/>
                <a:gd name="T81" fmla="*/ 26 h 148"/>
                <a:gd name="T82" fmla="*/ 154 w 180"/>
                <a:gd name="T83" fmla="*/ 28 h 148"/>
                <a:gd name="T84" fmla="*/ 152 w 180"/>
                <a:gd name="T85" fmla="*/ 28 h 148"/>
                <a:gd name="T86" fmla="*/ 152 w 180"/>
                <a:gd name="T87" fmla="*/ 32 h 148"/>
                <a:gd name="T88" fmla="*/ 148 w 180"/>
                <a:gd name="T89" fmla="*/ 28 h 148"/>
                <a:gd name="T90" fmla="*/ 142 w 180"/>
                <a:gd name="T91" fmla="*/ 24 h 148"/>
                <a:gd name="T92" fmla="*/ 142 w 180"/>
                <a:gd name="T93" fmla="*/ 0 h 148"/>
                <a:gd name="T94" fmla="*/ 136 w 180"/>
                <a:gd name="T95" fmla="*/ 6 h 148"/>
                <a:gd name="T96" fmla="*/ 134 w 180"/>
                <a:gd name="T97" fmla="*/ 14 h 148"/>
                <a:gd name="T98" fmla="*/ 132 w 180"/>
                <a:gd name="T99" fmla="*/ 20 h 148"/>
                <a:gd name="T100" fmla="*/ 130 w 180"/>
                <a:gd name="T101" fmla="*/ 22 h 148"/>
                <a:gd name="T102" fmla="*/ 126 w 180"/>
                <a:gd name="T103" fmla="*/ 30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80" h="148">
                  <a:moveTo>
                    <a:pt x="126" y="30"/>
                  </a:moveTo>
                  <a:lnTo>
                    <a:pt x="126" y="30"/>
                  </a:lnTo>
                  <a:lnTo>
                    <a:pt x="120" y="38"/>
                  </a:lnTo>
                  <a:lnTo>
                    <a:pt x="112" y="44"/>
                  </a:lnTo>
                  <a:lnTo>
                    <a:pt x="106" y="38"/>
                  </a:lnTo>
                  <a:lnTo>
                    <a:pt x="106" y="38"/>
                  </a:lnTo>
                  <a:lnTo>
                    <a:pt x="104" y="38"/>
                  </a:lnTo>
                  <a:lnTo>
                    <a:pt x="100" y="36"/>
                  </a:lnTo>
                  <a:lnTo>
                    <a:pt x="98" y="34"/>
                  </a:lnTo>
                  <a:lnTo>
                    <a:pt x="96" y="34"/>
                  </a:lnTo>
                  <a:lnTo>
                    <a:pt x="92" y="44"/>
                  </a:lnTo>
                  <a:lnTo>
                    <a:pt x="80" y="52"/>
                  </a:lnTo>
                  <a:lnTo>
                    <a:pt x="80" y="52"/>
                  </a:lnTo>
                  <a:lnTo>
                    <a:pt x="74" y="50"/>
                  </a:lnTo>
                  <a:lnTo>
                    <a:pt x="70" y="50"/>
                  </a:lnTo>
                  <a:lnTo>
                    <a:pt x="56" y="46"/>
                  </a:lnTo>
                  <a:lnTo>
                    <a:pt x="50" y="48"/>
                  </a:lnTo>
                  <a:lnTo>
                    <a:pt x="40" y="40"/>
                  </a:lnTo>
                  <a:lnTo>
                    <a:pt x="40" y="40"/>
                  </a:lnTo>
                  <a:lnTo>
                    <a:pt x="34" y="28"/>
                  </a:lnTo>
                  <a:lnTo>
                    <a:pt x="34" y="28"/>
                  </a:lnTo>
                  <a:lnTo>
                    <a:pt x="34" y="30"/>
                  </a:lnTo>
                  <a:lnTo>
                    <a:pt x="30" y="30"/>
                  </a:lnTo>
                  <a:lnTo>
                    <a:pt x="28" y="30"/>
                  </a:lnTo>
                  <a:lnTo>
                    <a:pt x="26" y="32"/>
                  </a:lnTo>
                  <a:lnTo>
                    <a:pt x="26" y="32"/>
                  </a:lnTo>
                  <a:lnTo>
                    <a:pt x="24" y="40"/>
                  </a:lnTo>
                  <a:lnTo>
                    <a:pt x="16" y="42"/>
                  </a:lnTo>
                  <a:lnTo>
                    <a:pt x="10" y="42"/>
                  </a:lnTo>
                  <a:lnTo>
                    <a:pt x="10" y="42"/>
                  </a:lnTo>
                  <a:lnTo>
                    <a:pt x="8" y="48"/>
                  </a:lnTo>
                  <a:lnTo>
                    <a:pt x="8" y="48"/>
                  </a:lnTo>
                  <a:lnTo>
                    <a:pt x="2" y="38"/>
                  </a:lnTo>
                  <a:lnTo>
                    <a:pt x="2" y="38"/>
                  </a:lnTo>
                  <a:lnTo>
                    <a:pt x="0" y="54"/>
                  </a:lnTo>
                  <a:lnTo>
                    <a:pt x="0" y="54"/>
                  </a:lnTo>
                  <a:lnTo>
                    <a:pt x="2" y="56"/>
                  </a:lnTo>
                  <a:lnTo>
                    <a:pt x="10" y="58"/>
                  </a:lnTo>
                  <a:lnTo>
                    <a:pt x="10" y="58"/>
                  </a:lnTo>
                  <a:lnTo>
                    <a:pt x="12" y="62"/>
                  </a:lnTo>
                  <a:lnTo>
                    <a:pt x="20" y="64"/>
                  </a:lnTo>
                  <a:lnTo>
                    <a:pt x="24" y="68"/>
                  </a:lnTo>
                  <a:lnTo>
                    <a:pt x="24" y="68"/>
                  </a:lnTo>
                  <a:lnTo>
                    <a:pt x="26" y="76"/>
                  </a:lnTo>
                  <a:lnTo>
                    <a:pt x="42" y="90"/>
                  </a:lnTo>
                  <a:lnTo>
                    <a:pt x="42" y="90"/>
                  </a:lnTo>
                  <a:lnTo>
                    <a:pt x="46" y="104"/>
                  </a:lnTo>
                  <a:lnTo>
                    <a:pt x="56" y="110"/>
                  </a:lnTo>
                  <a:lnTo>
                    <a:pt x="60" y="118"/>
                  </a:lnTo>
                  <a:lnTo>
                    <a:pt x="68" y="130"/>
                  </a:lnTo>
                  <a:lnTo>
                    <a:pt x="72" y="134"/>
                  </a:lnTo>
                  <a:lnTo>
                    <a:pt x="76" y="130"/>
                  </a:lnTo>
                  <a:lnTo>
                    <a:pt x="86" y="132"/>
                  </a:lnTo>
                  <a:lnTo>
                    <a:pt x="90" y="130"/>
                  </a:lnTo>
                  <a:lnTo>
                    <a:pt x="108" y="146"/>
                  </a:lnTo>
                  <a:lnTo>
                    <a:pt x="108" y="146"/>
                  </a:lnTo>
                  <a:lnTo>
                    <a:pt x="108" y="146"/>
                  </a:lnTo>
                  <a:lnTo>
                    <a:pt x="110" y="144"/>
                  </a:lnTo>
                  <a:lnTo>
                    <a:pt x="122" y="144"/>
                  </a:lnTo>
                  <a:lnTo>
                    <a:pt x="122" y="144"/>
                  </a:lnTo>
                  <a:lnTo>
                    <a:pt x="124" y="148"/>
                  </a:lnTo>
                  <a:lnTo>
                    <a:pt x="136" y="142"/>
                  </a:lnTo>
                  <a:lnTo>
                    <a:pt x="144" y="142"/>
                  </a:lnTo>
                  <a:lnTo>
                    <a:pt x="152" y="138"/>
                  </a:lnTo>
                  <a:lnTo>
                    <a:pt x="160" y="130"/>
                  </a:lnTo>
                  <a:lnTo>
                    <a:pt x="180" y="130"/>
                  </a:lnTo>
                  <a:lnTo>
                    <a:pt x="180" y="116"/>
                  </a:lnTo>
                  <a:lnTo>
                    <a:pt x="168" y="112"/>
                  </a:lnTo>
                  <a:lnTo>
                    <a:pt x="168" y="112"/>
                  </a:lnTo>
                  <a:lnTo>
                    <a:pt x="162" y="94"/>
                  </a:lnTo>
                  <a:lnTo>
                    <a:pt x="156" y="86"/>
                  </a:lnTo>
                  <a:lnTo>
                    <a:pt x="150" y="78"/>
                  </a:lnTo>
                  <a:lnTo>
                    <a:pt x="138" y="70"/>
                  </a:lnTo>
                  <a:lnTo>
                    <a:pt x="138" y="70"/>
                  </a:lnTo>
                  <a:lnTo>
                    <a:pt x="140" y="68"/>
                  </a:lnTo>
                  <a:lnTo>
                    <a:pt x="140" y="62"/>
                  </a:lnTo>
                  <a:lnTo>
                    <a:pt x="150" y="62"/>
                  </a:lnTo>
                  <a:lnTo>
                    <a:pt x="154" y="58"/>
                  </a:lnTo>
                  <a:lnTo>
                    <a:pt x="154" y="58"/>
                  </a:lnTo>
                  <a:lnTo>
                    <a:pt x="156" y="26"/>
                  </a:lnTo>
                  <a:lnTo>
                    <a:pt x="156" y="26"/>
                  </a:lnTo>
                  <a:lnTo>
                    <a:pt x="156" y="26"/>
                  </a:lnTo>
                  <a:lnTo>
                    <a:pt x="156" y="26"/>
                  </a:lnTo>
                  <a:lnTo>
                    <a:pt x="154" y="28"/>
                  </a:lnTo>
                  <a:lnTo>
                    <a:pt x="152" y="28"/>
                  </a:lnTo>
                  <a:lnTo>
                    <a:pt x="152" y="28"/>
                  </a:lnTo>
                  <a:lnTo>
                    <a:pt x="152" y="32"/>
                  </a:lnTo>
                  <a:lnTo>
                    <a:pt x="152" y="32"/>
                  </a:lnTo>
                  <a:lnTo>
                    <a:pt x="150" y="30"/>
                  </a:lnTo>
                  <a:lnTo>
                    <a:pt x="148" y="28"/>
                  </a:lnTo>
                  <a:lnTo>
                    <a:pt x="144" y="26"/>
                  </a:lnTo>
                  <a:lnTo>
                    <a:pt x="142" y="24"/>
                  </a:lnTo>
                  <a:lnTo>
                    <a:pt x="142" y="24"/>
                  </a:lnTo>
                  <a:lnTo>
                    <a:pt x="142" y="0"/>
                  </a:lnTo>
                  <a:lnTo>
                    <a:pt x="136" y="6"/>
                  </a:lnTo>
                  <a:lnTo>
                    <a:pt x="136" y="6"/>
                  </a:lnTo>
                  <a:lnTo>
                    <a:pt x="134" y="10"/>
                  </a:lnTo>
                  <a:lnTo>
                    <a:pt x="134" y="14"/>
                  </a:lnTo>
                  <a:lnTo>
                    <a:pt x="134" y="14"/>
                  </a:lnTo>
                  <a:lnTo>
                    <a:pt x="132" y="20"/>
                  </a:lnTo>
                  <a:lnTo>
                    <a:pt x="132" y="20"/>
                  </a:lnTo>
                  <a:lnTo>
                    <a:pt x="130" y="22"/>
                  </a:lnTo>
                  <a:lnTo>
                    <a:pt x="126" y="30"/>
                  </a:lnTo>
                  <a:lnTo>
                    <a:pt x="126" y="30"/>
                  </a:lnTo>
                  <a:lnTo>
                    <a:pt x="126"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88" name="Freeform 15"/>
            <p:cNvSpPr>
              <a:spLocks noChangeAspect="1"/>
            </p:cNvSpPr>
            <p:nvPr/>
          </p:nvSpPr>
          <p:spPr bwMode="gray">
            <a:xfrm>
              <a:off x="5339117" y="3817044"/>
              <a:ext cx="413945" cy="445251"/>
            </a:xfrm>
            <a:custGeom>
              <a:avLst/>
              <a:gdLst>
                <a:gd name="T0" fmla="*/ 30 w 238"/>
                <a:gd name="T1" fmla="*/ 102 h 256"/>
                <a:gd name="T2" fmla="*/ 16 w 238"/>
                <a:gd name="T3" fmla="*/ 138 h 256"/>
                <a:gd name="T4" fmla="*/ 6 w 238"/>
                <a:gd name="T5" fmla="*/ 158 h 256"/>
                <a:gd name="T6" fmla="*/ 2 w 238"/>
                <a:gd name="T7" fmla="*/ 178 h 256"/>
                <a:gd name="T8" fmla="*/ 6 w 238"/>
                <a:gd name="T9" fmla="*/ 188 h 256"/>
                <a:gd name="T10" fmla="*/ 14 w 238"/>
                <a:gd name="T11" fmla="*/ 218 h 256"/>
                <a:gd name="T12" fmla="*/ 22 w 238"/>
                <a:gd name="T13" fmla="*/ 238 h 256"/>
                <a:gd name="T14" fmla="*/ 24 w 238"/>
                <a:gd name="T15" fmla="*/ 244 h 256"/>
                <a:gd name="T16" fmla="*/ 28 w 238"/>
                <a:gd name="T17" fmla="*/ 250 h 256"/>
                <a:gd name="T18" fmla="*/ 30 w 238"/>
                <a:gd name="T19" fmla="*/ 250 h 256"/>
                <a:gd name="T20" fmla="*/ 36 w 238"/>
                <a:gd name="T21" fmla="*/ 246 h 256"/>
                <a:gd name="T22" fmla="*/ 46 w 238"/>
                <a:gd name="T23" fmla="*/ 244 h 256"/>
                <a:gd name="T24" fmla="*/ 48 w 238"/>
                <a:gd name="T25" fmla="*/ 238 h 256"/>
                <a:gd name="T26" fmla="*/ 58 w 238"/>
                <a:gd name="T27" fmla="*/ 238 h 256"/>
                <a:gd name="T28" fmla="*/ 62 w 238"/>
                <a:gd name="T29" fmla="*/ 246 h 256"/>
                <a:gd name="T30" fmla="*/ 74 w 238"/>
                <a:gd name="T31" fmla="*/ 250 h 256"/>
                <a:gd name="T32" fmla="*/ 90 w 238"/>
                <a:gd name="T33" fmla="*/ 254 h 256"/>
                <a:gd name="T34" fmla="*/ 100 w 238"/>
                <a:gd name="T35" fmla="*/ 256 h 256"/>
                <a:gd name="T36" fmla="*/ 112 w 238"/>
                <a:gd name="T37" fmla="*/ 250 h 256"/>
                <a:gd name="T38" fmla="*/ 118 w 238"/>
                <a:gd name="T39" fmla="*/ 238 h 256"/>
                <a:gd name="T40" fmla="*/ 128 w 238"/>
                <a:gd name="T41" fmla="*/ 244 h 256"/>
                <a:gd name="T42" fmla="*/ 130 w 238"/>
                <a:gd name="T43" fmla="*/ 246 h 256"/>
                <a:gd name="T44" fmla="*/ 142 w 238"/>
                <a:gd name="T45" fmla="*/ 244 h 256"/>
                <a:gd name="T46" fmla="*/ 150 w 238"/>
                <a:gd name="T47" fmla="*/ 230 h 256"/>
                <a:gd name="T48" fmla="*/ 156 w 238"/>
                <a:gd name="T49" fmla="*/ 224 h 256"/>
                <a:gd name="T50" fmla="*/ 156 w 238"/>
                <a:gd name="T51" fmla="*/ 218 h 256"/>
                <a:gd name="T52" fmla="*/ 158 w 238"/>
                <a:gd name="T53" fmla="*/ 210 h 256"/>
                <a:gd name="T54" fmla="*/ 164 w 238"/>
                <a:gd name="T55" fmla="*/ 216 h 256"/>
                <a:gd name="T56" fmla="*/ 166 w 238"/>
                <a:gd name="T57" fmla="*/ 232 h 256"/>
                <a:gd name="T58" fmla="*/ 174 w 238"/>
                <a:gd name="T59" fmla="*/ 236 h 256"/>
                <a:gd name="T60" fmla="*/ 176 w 238"/>
                <a:gd name="T61" fmla="*/ 234 h 256"/>
                <a:gd name="T62" fmla="*/ 178 w 238"/>
                <a:gd name="T63" fmla="*/ 230 h 256"/>
                <a:gd name="T64" fmla="*/ 186 w 238"/>
                <a:gd name="T65" fmla="*/ 220 h 256"/>
                <a:gd name="T66" fmla="*/ 206 w 238"/>
                <a:gd name="T67" fmla="*/ 186 h 256"/>
                <a:gd name="T68" fmla="*/ 210 w 238"/>
                <a:gd name="T69" fmla="*/ 162 h 256"/>
                <a:gd name="T70" fmla="*/ 222 w 238"/>
                <a:gd name="T71" fmla="*/ 110 h 256"/>
                <a:gd name="T72" fmla="*/ 236 w 238"/>
                <a:gd name="T73" fmla="*/ 102 h 256"/>
                <a:gd name="T74" fmla="*/ 238 w 238"/>
                <a:gd name="T75" fmla="*/ 92 h 256"/>
                <a:gd name="T76" fmla="*/ 232 w 238"/>
                <a:gd name="T77" fmla="*/ 84 h 256"/>
                <a:gd name="T78" fmla="*/ 222 w 238"/>
                <a:gd name="T79" fmla="*/ 78 h 256"/>
                <a:gd name="T80" fmla="*/ 220 w 238"/>
                <a:gd name="T81" fmla="*/ 38 h 256"/>
                <a:gd name="T82" fmla="*/ 214 w 238"/>
                <a:gd name="T83" fmla="*/ 22 h 256"/>
                <a:gd name="T84" fmla="*/ 196 w 238"/>
                <a:gd name="T85" fmla="*/ 0 h 256"/>
                <a:gd name="T86" fmla="*/ 184 w 238"/>
                <a:gd name="T87" fmla="*/ 14 h 256"/>
                <a:gd name="T88" fmla="*/ 174 w 238"/>
                <a:gd name="T89" fmla="*/ 24 h 256"/>
                <a:gd name="T90" fmla="*/ 150 w 238"/>
                <a:gd name="T91" fmla="*/ 22 h 256"/>
                <a:gd name="T92" fmla="*/ 138 w 238"/>
                <a:gd name="T93" fmla="*/ 16 h 256"/>
                <a:gd name="T94" fmla="*/ 136 w 238"/>
                <a:gd name="T95" fmla="*/ 22 h 256"/>
                <a:gd name="T96" fmla="*/ 100 w 238"/>
                <a:gd name="T97" fmla="*/ 22 h 256"/>
                <a:gd name="T98" fmla="*/ 66 w 238"/>
                <a:gd name="T99" fmla="*/ 22 h 256"/>
                <a:gd name="T100" fmla="*/ 44 w 238"/>
                <a:gd name="T101" fmla="*/ 38 h 256"/>
                <a:gd name="T102" fmla="*/ 30 w 238"/>
                <a:gd name="T103" fmla="*/ 66 h 2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38" h="256">
                  <a:moveTo>
                    <a:pt x="30" y="66"/>
                  </a:moveTo>
                  <a:lnTo>
                    <a:pt x="30" y="84"/>
                  </a:lnTo>
                  <a:lnTo>
                    <a:pt x="30" y="102"/>
                  </a:lnTo>
                  <a:lnTo>
                    <a:pt x="30" y="118"/>
                  </a:lnTo>
                  <a:lnTo>
                    <a:pt x="30" y="134"/>
                  </a:lnTo>
                  <a:lnTo>
                    <a:pt x="16" y="138"/>
                  </a:lnTo>
                  <a:lnTo>
                    <a:pt x="16" y="138"/>
                  </a:lnTo>
                  <a:lnTo>
                    <a:pt x="12" y="146"/>
                  </a:lnTo>
                  <a:lnTo>
                    <a:pt x="6" y="158"/>
                  </a:lnTo>
                  <a:lnTo>
                    <a:pt x="6" y="168"/>
                  </a:lnTo>
                  <a:lnTo>
                    <a:pt x="2" y="170"/>
                  </a:lnTo>
                  <a:lnTo>
                    <a:pt x="2" y="178"/>
                  </a:lnTo>
                  <a:lnTo>
                    <a:pt x="0" y="184"/>
                  </a:lnTo>
                  <a:lnTo>
                    <a:pt x="0" y="190"/>
                  </a:lnTo>
                  <a:lnTo>
                    <a:pt x="6" y="188"/>
                  </a:lnTo>
                  <a:lnTo>
                    <a:pt x="6" y="188"/>
                  </a:lnTo>
                  <a:lnTo>
                    <a:pt x="6" y="198"/>
                  </a:lnTo>
                  <a:lnTo>
                    <a:pt x="14" y="218"/>
                  </a:lnTo>
                  <a:lnTo>
                    <a:pt x="14" y="218"/>
                  </a:lnTo>
                  <a:lnTo>
                    <a:pt x="12" y="220"/>
                  </a:lnTo>
                  <a:lnTo>
                    <a:pt x="22" y="238"/>
                  </a:lnTo>
                  <a:lnTo>
                    <a:pt x="22" y="238"/>
                  </a:lnTo>
                  <a:lnTo>
                    <a:pt x="24" y="244"/>
                  </a:lnTo>
                  <a:lnTo>
                    <a:pt x="24" y="244"/>
                  </a:lnTo>
                  <a:lnTo>
                    <a:pt x="24" y="246"/>
                  </a:lnTo>
                  <a:lnTo>
                    <a:pt x="26" y="248"/>
                  </a:lnTo>
                  <a:lnTo>
                    <a:pt x="28" y="250"/>
                  </a:lnTo>
                  <a:lnTo>
                    <a:pt x="28" y="252"/>
                  </a:lnTo>
                  <a:lnTo>
                    <a:pt x="28" y="252"/>
                  </a:lnTo>
                  <a:lnTo>
                    <a:pt x="30" y="250"/>
                  </a:lnTo>
                  <a:lnTo>
                    <a:pt x="32" y="248"/>
                  </a:lnTo>
                  <a:lnTo>
                    <a:pt x="32" y="248"/>
                  </a:lnTo>
                  <a:lnTo>
                    <a:pt x="36" y="246"/>
                  </a:lnTo>
                  <a:lnTo>
                    <a:pt x="38" y="246"/>
                  </a:lnTo>
                  <a:lnTo>
                    <a:pt x="40" y="246"/>
                  </a:lnTo>
                  <a:lnTo>
                    <a:pt x="46" y="244"/>
                  </a:lnTo>
                  <a:lnTo>
                    <a:pt x="46" y="244"/>
                  </a:lnTo>
                  <a:lnTo>
                    <a:pt x="48" y="240"/>
                  </a:lnTo>
                  <a:lnTo>
                    <a:pt x="48" y="238"/>
                  </a:lnTo>
                  <a:lnTo>
                    <a:pt x="56" y="234"/>
                  </a:lnTo>
                  <a:lnTo>
                    <a:pt x="56" y="234"/>
                  </a:lnTo>
                  <a:lnTo>
                    <a:pt x="58" y="238"/>
                  </a:lnTo>
                  <a:lnTo>
                    <a:pt x="60" y="240"/>
                  </a:lnTo>
                  <a:lnTo>
                    <a:pt x="62" y="246"/>
                  </a:lnTo>
                  <a:lnTo>
                    <a:pt x="62" y="246"/>
                  </a:lnTo>
                  <a:lnTo>
                    <a:pt x="70" y="250"/>
                  </a:lnTo>
                  <a:lnTo>
                    <a:pt x="70" y="250"/>
                  </a:lnTo>
                  <a:lnTo>
                    <a:pt x="74" y="250"/>
                  </a:lnTo>
                  <a:lnTo>
                    <a:pt x="76" y="250"/>
                  </a:lnTo>
                  <a:lnTo>
                    <a:pt x="90" y="254"/>
                  </a:lnTo>
                  <a:lnTo>
                    <a:pt x="90" y="254"/>
                  </a:lnTo>
                  <a:lnTo>
                    <a:pt x="94" y="256"/>
                  </a:lnTo>
                  <a:lnTo>
                    <a:pt x="100" y="256"/>
                  </a:lnTo>
                  <a:lnTo>
                    <a:pt x="100" y="256"/>
                  </a:lnTo>
                  <a:lnTo>
                    <a:pt x="106" y="254"/>
                  </a:lnTo>
                  <a:lnTo>
                    <a:pt x="112" y="250"/>
                  </a:lnTo>
                  <a:lnTo>
                    <a:pt x="112" y="250"/>
                  </a:lnTo>
                  <a:lnTo>
                    <a:pt x="116" y="244"/>
                  </a:lnTo>
                  <a:lnTo>
                    <a:pt x="118" y="238"/>
                  </a:lnTo>
                  <a:lnTo>
                    <a:pt x="118" y="238"/>
                  </a:lnTo>
                  <a:lnTo>
                    <a:pt x="122" y="240"/>
                  </a:lnTo>
                  <a:lnTo>
                    <a:pt x="124" y="240"/>
                  </a:lnTo>
                  <a:lnTo>
                    <a:pt x="128" y="244"/>
                  </a:lnTo>
                  <a:lnTo>
                    <a:pt x="128" y="244"/>
                  </a:lnTo>
                  <a:lnTo>
                    <a:pt x="128" y="244"/>
                  </a:lnTo>
                  <a:lnTo>
                    <a:pt x="130" y="246"/>
                  </a:lnTo>
                  <a:lnTo>
                    <a:pt x="132" y="250"/>
                  </a:lnTo>
                  <a:lnTo>
                    <a:pt x="138" y="246"/>
                  </a:lnTo>
                  <a:lnTo>
                    <a:pt x="142" y="244"/>
                  </a:lnTo>
                  <a:lnTo>
                    <a:pt x="146" y="238"/>
                  </a:lnTo>
                  <a:lnTo>
                    <a:pt x="150" y="230"/>
                  </a:lnTo>
                  <a:lnTo>
                    <a:pt x="150" y="230"/>
                  </a:lnTo>
                  <a:lnTo>
                    <a:pt x="152" y="226"/>
                  </a:lnTo>
                  <a:lnTo>
                    <a:pt x="156" y="224"/>
                  </a:lnTo>
                  <a:lnTo>
                    <a:pt x="156" y="224"/>
                  </a:lnTo>
                  <a:lnTo>
                    <a:pt x="156" y="220"/>
                  </a:lnTo>
                  <a:lnTo>
                    <a:pt x="156" y="220"/>
                  </a:lnTo>
                  <a:lnTo>
                    <a:pt x="156" y="218"/>
                  </a:lnTo>
                  <a:lnTo>
                    <a:pt x="156" y="214"/>
                  </a:lnTo>
                  <a:lnTo>
                    <a:pt x="156" y="214"/>
                  </a:lnTo>
                  <a:lnTo>
                    <a:pt x="158" y="210"/>
                  </a:lnTo>
                  <a:lnTo>
                    <a:pt x="164" y="204"/>
                  </a:lnTo>
                  <a:lnTo>
                    <a:pt x="164" y="204"/>
                  </a:lnTo>
                  <a:lnTo>
                    <a:pt x="164" y="216"/>
                  </a:lnTo>
                  <a:lnTo>
                    <a:pt x="164" y="228"/>
                  </a:lnTo>
                  <a:lnTo>
                    <a:pt x="164" y="228"/>
                  </a:lnTo>
                  <a:lnTo>
                    <a:pt x="166" y="232"/>
                  </a:lnTo>
                  <a:lnTo>
                    <a:pt x="170" y="234"/>
                  </a:lnTo>
                  <a:lnTo>
                    <a:pt x="174" y="236"/>
                  </a:lnTo>
                  <a:lnTo>
                    <a:pt x="174" y="236"/>
                  </a:lnTo>
                  <a:lnTo>
                    <a:pt x="176" y="232"/>
                  </a:lnTo>
                  <a:lnTo>
                    <a:pt x="176" y="234"/>
                  </a:lnTo>
                  <a:lnTo>
                    <a:pt x="176" y="234"/>
                  </a:lnTo>
                  <a:lnTo>
                    <a:pt x="178" y="230"/>
                  </a:lnTo>
                  <a:lnTo>
                    <a:pt x="178" y="230"/>
                  </a:lnTo>
                  <a:lnTo>
                    <a:pt x="178" y="230"/>
                  </a:lnTo>
                  <a:lnTo>
                    <a:pt x="182" y="224"/>
                  </a:lnTo>
                  <a:lnTo>
                    <a:pt x="186" y="220"/>
                  </a:lnTo>
                  <a:lnTo>
                    <a:pt x="186" y="220"/>
                  </a:lnTo>
                  <a:lnTo>
                    <a:pt x="190" y="208"/>
                  </a:lnTo>
                  <a:lnTo>
                    <a:pt x="198" y="194"/>
                  </a:lnTo>
                  <a:lnTo>
                    <a:pt x="206" y="186"/>
                  </a:lnTo>
                  <a:lnTo>
                    <a:pt x="210" y="168"/>
                  </a:lnTo>
                  <a:lnTo>
                    <a:pt x="210" y="162"/>
                  </a:lnTo>
                  <a:lnTo>
                    <a:pt x="210" y="162"/>
                  </a:lnTo>
                  <a:lnTo>
                    <a:pt x="210" y="152"/>
                  </a:lnTo>
                  <a:lnTo>
                    <a:pt x="218" y="110"/>
                  </a:lnTo>
                  <a:lnTo>
                    <a:pt x="222" y="110"/>
                  </a:lnTo>
                  <a:lnTo>
                    <a:pt x="222" y="110"/>
                  </a:lnTo>
                  <a:lnTo>
                    <a:pt x="226" y="108"/>
                  </a:lnTo>
                  <a:lnTo>
                    <a:pt x="236" y="102"/>
                  </a:lnTo>
                  <a:lnTo>
                    <a:pt x="236" y="102"/>
                  </a:lnTo>
                  <a:lnTo>
                    <a:pt x="238" y="92"/>
                  </a:lnTo>
                  <a:lnTo>
                    <a:pt x="238" y="92"/>
                  </a:lnTo>
                  <a:lnTo>
                    <a:pt x="238" y="90"/>
                  </a:lnTo>
                  <a:lnTo>
                    <a:pt x="234" y="90"/>
                  </a:lnTo>
                  <a:lnTo>
                    <a:pt x="232" y="84"/>
                  </a:lnTo>
                  <a:lnTo>
                    <a:pt x="226" y="82"/>
                  </a:lnTo>
                  <a:lnTo>
                    <a:pt x="226" y="82"/>
                  </a:lnTo>
                  <a:lnTo>
                    <a:pt x="222" y="78"/>
                  </a:lnTo>
                  <a:lnTo>
                    <a:pt x="222" y="78"/>
                  </a:lnTo>
                  <a:lnTo>
                    <a:pt x="220" y="62"/>
                  </a:lnTo>
                  <a:lnTo>
                    <a:pt x="220" y="38"/>
                  </a:lnTo>
                  <a:lnTo>
                    <a:pt x="216" y="30"/>
                  </a:lnTo>
                  <a:lnTo>
                    <a:pt x="216" y="30"/>
                  </a:lnTo>
                  <a:lnTo>
                    <a:pt x="214" y="22"/>
                  </a:lnTo>
                  <a:lnTo>
                    <a:pt x="208" y="10"/>
                  </a:lnTo>
                  <a:lnTo>
                    <a:pt x="200" y="6"/>
                  </a:lnTo>
                  <a:lnTo>
                    <a:pt x="196" y="0"/>
                  </a:lnTo>
                  <a:lnTo>
                    <a:pt x="190" y="6"/>
                  </a:lnTo>
                  <a:lnTo>
                    <a:pt x="186" y="4"/>
                  </a:lnTo>
                  <a:lnTo>
                    <a:pt x="184" y="14"/>
                  </a:lnTo>
                  <a:lnTo>
                    <a:pt x="176" y="16"/>
                  </a:lnTo>
                  <a:lnTo>
                    <a:pt x="176" y="16"/>
                  </a:lnTo>
                  <a:lnTo>
                    <a:pt x="174" y="24"/>
                  </a:lnTo>
                  <a:lnTo>
                    <a:pt x="168" y="24"/>
                  </a:lnTo>
                  <a:lnTo>
                    <a:pt x="162" y="22"/>
                  </a:lnTo>
                  <a:lnTo>
                    <a:pt x="150" y="22"/>
                  </a:lnTo>
                  <a:lnTo>
                    <a:pt x="138" y="22"/>
                  </a:lnTo>
                  <a:lnTo>
                    <a:pt x="138" y="22"/>
                  </a:lnTo>
                  <a:lnTo>
                    <a:pt x="138" y="16"/>
                  </a:lnTo>
                  <a:lnTo>
                    <a:pt x="136" y="16"/>
                  </a:lnTo>
                  <a:lnTo>
                    <a:pt x="136" y="16"/>
                  </a:lnTo>
                  <a:lnTo>
                    <a:pt x="136" y="22"/>
                  </a:lnTo>
                  <a:lnTo>
                    <a:pt x="124" y="22"/>
                  </a:lnTo>
                  <a:lnTo>
                    <a:pt x="112" y="22"/>
                  </a:lnTo>
                  <a:lnTo>
                    <a:pt x="100" y="22"/>
                  </a:lnTo>
                  <a:lnTo>
                    <a:pt x="90" y="22"/>
                  </a:lnTo>
                  <a:lnTo>
                    <a:pt x="78" y="22"/>
                  </a:lnTo>
                  <a:lnTo>
                    <a:pt x="66" y="22"/>
                  </a:lnTo>
                  <a:lnTo>
                    <a:pt x="56" y="22"/>
                  </a:lnTo>
                  <a:lnTo>
                    <a:pt x="44" y="22"/>
                  </a:lnTo>
                  <a:lnTo>
                    <a:pt x="44" y="38"/>
                  </a:lnTo>
                  <a:lnTo>
                    <a:pt x="44" y="58"/>
                  </a:lnTo>
                  <a:lnTo>
                    <a:pt x="30" y="58"/>
                  </a:lnTo>
                  <a:lnTo>
                    <a:pt x="30" y="66"/>
                  </a:lnTo>
                  <a:lnTo>
                    <a:pt x="30" y="66"/>
                  </a:lnTo>
                  <a:lnTo>
                    <a:pt x="30" y="6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89" name="Freeform 16"/>
            <p:cNvSpPr>
              <a:spLocks noChangeAspect="1"/>
            </p:cNvSpPr>
            <p:nvPr/>
          </p:nvSpPr>
          <p:spPr bwMode="gray">
            <a:xfrm>
              <a:off x="6288755" y="3330051"/>
              <a:ext cx="351331" cy="299153"/>
            </a:xfrm>
            <a:custGeom>
              <a:avLst/>
              <a:gdLst>
                <a:gd name="T0" fmla="*/ 20 w 202"/>
                <a:gd name="T1" fmla="*/ 60 h 172"/>
                <a:gd name="T2" fmla="*/ 30 w 202"/>
                <a:gd name="T3" fmla="*/ 64 h 172"/>
                <a:gd name="T4" fmla="*/ 34 w 202"/>
                <a:gd name="T5" fmla="*/ 56 h 172"/>
                <a:gd name="T6" fmla="*/ 38 w 202"/>
                <a:gd name="T7" fmla="*/ 52 h 172"/>
                <a:gd name="T8" fmla="*/ 50 w 202"/>
                <a:gd name="T9" fmla="*/ 44 h 172"/>
                <a:gd name="T10" fmla="*/ 56 w 202"/>
                <a:gd name="T11" fmla="*/ 38 h 172"/>
                <a:gd name="T12" fmla="*/ 60 w 202"/>
                <a:gd name="T13" fmla="*/ 26 h 172"/>
                <a:gd name="T14" fmla="*/ 72 w 202"/>
                <a:gd name="T15" fmla="*/ 22 h 172"/>
                <a:gd name="T16" fmla="*/ 80 w 202"/>
                <a:gd name="T17" fmla="*/ 22 h 172"/>
                <a:gd name="T18" fmla="*/ 94 w 202"/>
                <a:gd name="T19" fmla="*/ 22 h 172"/>
                <a:gd name="T20" fmla="*/ 102 w 202"/>
                <a:gd name="T21" fmla="*/ 26 h 172"/>
                <a:gd name="T22" fmla="*/ 112 w 202"/>
                <a:gd name="T23" fmla="*/ 26 h 172"/>
                <a:gd name="T24" fmla="*/ 124 w 202"/>
                <a:gd name="T25" fmla="*/ 26 h 172"/>
                <a:gd name="T26" fmla="*/ 136 w 202"/>
                <a:gd name="T27" fmla="*/ 18 h 172"/>
                <a:gd name="T28" fmla="*/ 136 w 202"/>
                <a:gd name="T29" fmla="*/ 10 h 172"/>
                <a:gd name="T30" fmla="*/ 146 w 202"/>
                <a:gd name="T31" fmla="*/ 0 h 172"/>
                <a:gd name="T32" fmla="*/ 150 w 202"/>
                <a:gd name="T33" fmla="*/ 10 h 172"/>
                <a:gd name="T34" fmla="*/ 154 w 202"/>
                <a:gd name="T35" fmla="*/ 14 h 172"/>
                <a:gd name="T36" fmla="*/ 154 w 202"/>
                <a:gd name="T37" fmla="*/ 30 h 172"/>
                <a:gd name="T38" fmla="*/ 166 w 202"/>
                <a:gd name="T39" fmla="*/ 30 h 172"/>
                <a:gd name="T40" fmla="*/ 176 w 202"/>
                <a:gd name="T41" fmla="*/ 26 h 172"/>
                <a:gd name="T42" fmla="*/ 184 w 202"/>
                <a:gd name="T43" fmla="*/ 22 h 172"/>
                <a:gd name="T44" fmla="*/ 188 w 202"/>
                <a:gd name="T45" fmla="*/ 26 h 172"/>
                <a:gd name="T46" fmla="*/ 202 w 202"/>
                <a:gd name="T47" fmla="*/ 22 h 172"/>
                <a:gd name="T48" fmla="*/ 196 w 202"/>
                <a:gd name="T49" fmla="*/ 26 h 172"/>
                <a:gd name="T50" fmla="*/ 188 w 202"/>
                <a:gd name="T51" fmla="*/ 30 h 172"/>
                <a:gd name="T52" fmla="*/ 172 w 202"/>
                <a:gd name="T53" fmla="*/ 34 h 172"/>
                <a:gd name="T54" fmla="*/ 162 w 202"/>
                <a:gd name="T55" fmla="*/ 38 h 172"/>
                <a:gd name="T56" fmla="*/ 150 w 202"/>
                <a:gd name="T57" fmla="*/ 48 h 172"/>
                <a:gd name="T58" fmla="*/ 154 w 202"/>
                <a:gd name="T59" fmla="*/ 56 h 172"/>
                <a:gd name="T60" fmla="*/ 154 w 202"/>
                <a:gd name="T61" fmla="*/ 66 h 172"/>
                <a:gd name="T62" fmla="*/ 146 w 202"/>
                <a:gd name="T63" fmla="*/ 74 h 172"/>
                <a:gd name="T64" fmla="*/ 150 w 202"/>
                <a:gd name="T65" fmla="*/ 86 h 172"/>
                <a:gd name="T66" fmla="*/ 136 w 202"/>
                <a:gd name="T67" fmla="*/ 86 h 172"/>
                <a:gd name="T68" fmla="*/ 136 w 202"/>
                <a:gd name="T69" fmla="*/ 94 h 172"/>
                <a:gd name="T70" fmla="*/ 136 w 202"/>
                <a:gd name="T71" fmla="*/ 100 h 172"/>
                <a:gd name="T72" fmla="*/ 124 w 202"/>
                <a:gd name="T73" fmla="*/ 108 h 172"/>
                <a:gd name="T74" fmla="*/ 124 w 202"/>
                <a:gd name="T75" fmla="*/ 116 h 172"/>
                <a:gd name="T76" fmla="*/ 120 w 202"/>
                <a:gd name="T77" fmla="*/ 126 h 172"/>
                <a:gd name="T78" fmla="*/ 112 w 202"/>
                <a:gd name="T79" fmla="*/ 126 h 172"/>
                <a:gd name="T80" fmla="*/ 98 w 202"/>
                <a:gd name="T81" fmla="*/ 130 h 172"/>
                <a:gd name="T82" fmla="*/ 94 w 202"/>
                <a:gd name="T83" fmla="*/ 138 h 172"/>
                <a:gd name="T84" fmla="*/ 86 w 202"/>
                <a:gd name="T85" fmla="*/ 138 h 172"/>
                <a:gd name="T86" fmla="*/ 84 w 202"/>
                <a:gd name="T87" fmla="*/ 152 h 172"/>
                <a:gd name="T88" fmla="*/ 84 w 202"/>
                <a:gd name="T89" fmla="*/ 160 h 172"/>
                <a:gd name="T90" fmla="*/ 68 w 202"/>
                <a:gd name="T91" fmla="*/ 168 h 172"/>
                <a:gd name="T92" fmla="*/ 54 w 202"/>
                <a:gd name="T93" fmla="*/ 168 h 172"/>
                <a:gd name="T94" fmla="*/ 38 w 202"/>
                <a:gd name="T95" fmla="*/ 168 h 172"/>
                <a:gd name="T96" fmla="*/ 16 w 202"/>
                <a:gd name="T97" fmla="*/ 168 h 172"/>
                <a:gd name="T98" fmla="*/ 8 w 202"/>
                <a:gd name="T99" fmla="*/ 160 h 172"/>
                <a:gd name="T100" fmla="*/ 20 w 202"/>
                <a:gd name="T101" fmla="*/ 142 h 172"/>
                <a:gd name="T102" fmla="*/ 12 w 202"/>
                <a:gd name="T103" fmla="*/ 134 h 172"/>
                <a:gd name="T104" fmla="*/ 4 w 202"/>
                <a:gd name="T105" fmla="*/ 122 h 172"/>
                <a:gd name="T106" fmla="*/ 0 w 202"/>
                <a:gd name="T107" fmla="*/ 108 h 172"/>
                <a:gd name="T108" fmla="*/ 4 w 202"/>
                <a:gd name="T109" fmla="*/ 96 h 172"/>
                <a:gd name="T110" fmla="*/ 0 w 202"/>
                <a:gd name="T111" fmla="*/ 86 h 172"/>
                <a:gd name="T112" fmla="*/ 0 w 202"/>
                <a:gd name="T113" fmla="*/ 74 h 172"/>
                <a:gd name="T114" fmla="*/ 8 w 202"/>
                <a:gd name="T115" fmla="*/ 64 h 172"/>
                <a:gd name="T116" fmla="*/ 12 w 202"/>
                <a:gd name="T117" fmla="*/ 56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2" h="172">
                  <a:moveTo>
                    <a:pt x="12" y="56"/>
                  </a:moveTo>
                  <a:lnTo>
                    <a:pt x="12" y="60"/>
                  </a:lnTo>
                  <a:lnTo>
                    <a:pt x="16" y="60"/>
                  </a:lnTo>
                  <a:lnTo>
                    <a:pt x="20" y="60"/>
                  </a:lnTo>
                  <a:lnTo>
                    <a:pt x="24" y="60"/>
                  </a:lnTo>
                  <a:lnTo>
                    <a:pt x="24" y="64"/>
                  </a:lnTo>
                  <a:lnTo>
                    <a:pt x="28" y="64"/>
                  </a:lnTo>
                  <a:lnTo>
                    <a:pt x="30" y="64"/>
                  </a:lnTo>
                  <a:lnTo>
                    <a:pt x="30" y="60"/>
                  </a:lnTo>
                  <a:lnTo>
                    <a:pt x="34" y="60"/>
                  </a:lnTo>
                  <a:lnTo>
                    <a:pt x="38" y="56"/>
                  </a:lnTo>
                  <a:lnTo>
                    <a:pt x="34" y="56"/>
                  </a:lnTo>
                  <a:lnTo>
                    <a:pt x="38" y="56"/>
                  </a:lnTo>
                  <a:lnTo>
                    <a:pt x="38" y="52"/>
                  </a:lnTo>
                  <a:lnTo>
                    <a:pt x="34" y="52"/>
                  </a:lnTo>
                  <a:lnTo>
                    <a:pt x="38" y="52"/>
                  </a:lnTo>
                  <a:lnTo>
                    <a:pt x="42" y="48"/>
                  </a:lnTo>
                  <a:lnTo>
                    <a:pt x="46" y="48"/>
                  </a:lnTo>
                  <a:lnTo>
                    <a:pt x="50" y="48"/>
                  </a:lnTo>
                  <a:lnTo>
                    <a:pt x="50" y="44"/>
                  </a:lnTo>
                  <a:lnTo>
                    <a:pt x="54" y="44"/>
                  </a:lnTo>
                  <a:lnTo>
                    <a:pt x="56" y="44"/>
                  </a:lnTo>
                  <a:lnTo>
                    <a:pt x="56" y="40"/>
                  </a:lnTo>
                  <a:lnTo>
                    <a:pt x="56" y="38"/>
                  </a:lnTo>
                  <a:lnTo>
                    <a:pt x="56" y="34"/>
                  </a:lnTo>
                  <a:lnTo>
                    <a:pt x="60" y="34"/>
                  </a:lnTo>
                  <a:lnTo>
                    <a:pt x="60" y="30"/>
                  </a:lnTo>
                  <a:lnTo>
                    <a:pt x="60" y="26"/>
                  </a:lnTo>
                  <a:lnTo>
                    <a:pt x="64" y="26"/>
                  </a:lnTo>
                  <a:lnTo>
                    <a:pt x="68" y="26"/>
                  </a:lnTo>
                  <a:lnTo>
                    <a:pt x="72" y="26"/>
                  </a:lnTo>
                  <a:lnTo>
                    <a:pt x="72" y="22"/>
                  </a:lnTo>
                  <a:lnTo>
                    <a:pt x="72" y="18"/>
                  </a:lnTo>
                  <a:lnTo>
                    <a:pt x="76" y="18"/>
                  </a:lnTo>
                  <a:lnTo>
                    <a:pt x="76" y="22"/>
                  </a:lnTo>
                  <a:lnTo>
                    <a:pt x="80" y="22"/>
                  </a:lnTo>
                  <a:lnTo>
                    <a:pt x="84" y="22"/>
                  </a:lnTo>
                  <a:lnTo>
                    <a:pt x="86" y="22"/>
                  </a:lnTo>
                  <a:lnTo>
                    <a:pt x="90" y="22"/>
                  </a:lnTo>
                  <a:lnTo>
                    <a:pt x="94" y="22"/>
                  </a:lnTo>
                  <a:lnTo>
                    <a:pt x="94" y="26"/>
                  </a:lnTo>
                  <a:lnTo>
                    <a:pt x="98" y="26"/>
                  </a:lnTo>
                  <a:lnTo>
                    <a:pt x="98" y="22"/>
                  </a:lnTo>
                  <a:lnTo>
                    <a:pt x="102" y="26"/>
                  </a:lnTo>
                  <a:lnTo>
                    <a:pt x="106" y="30"/>
                  </a:lnTo>
                  <a:lnTo>
                    <a:pt x="110" y="30"/>
                  </a:lnTo>
                  <a:lnTo>
                    <a:pt x="110" y="26"/>
                  </a:lnTo>
                  <a:lnTo>
                    <a:pt x="112" y="26"/>
                  </a:lnTo>
                  <a:lnTo>
                    <a:pt x="116" y="22"/>
                  </a:lnTo>
                  <a:lnTo>
                    <a:pt x="120" y="22"/>
                  </a:lnTo>
                  <a:lnTo>
                    <a:pt x="120" y="26"/>
                  </a:lnTo>
                  <a:lnTo>
                    <a:pt x="124" y="26"/>
                  </a:lnTo>
                  <a:lnTo>
                    <a:pt x="124" y="22"/>
                  </a:lnTo>
                  <a:lnTo>
                    <a:pt x="128" y="18"/>
                  </a:lnTo>
                  <a:lnTo>
                    <a:pt x="132" y="18"/>
                  </a:lnTo>
                  <a:lnTo>
                    <a:pt x="136" y="18"/>
                  </a:lnTo>
                  <a:lnTo>
                    <a:pt x="140" y="18"/>
                  </a:lnTo>
                  <a:lnTo>
                    <a:pt x="140" y="14"/>
                  </a:lnTo>
                  <a:lnTo>
                    <a:pt x="136" y="14"/>
                  </a:lnTo>
                  <a:lnTo>
                    <a:pt x="136" y="10"/>
                  </a:lnTo>
                  <a:lnTo>
                    <a:pt x="140" y="10"/>
                  </a:lnTo>
                  <a:lnTo>
                    <a:pt x="142" y="8"/>
                  </a:lnTo>
                  <a:lnTo>
                    <a:pt x="142" y="4"/>
                  </a:lnTo>
                  <a:lnTo>
                    <a:pt x="146" y="0"/>
                  </a:lnTo>
                  <a:lnTo>
                    <a:pt x="150" y="4"/>
                  </a:lnTo>
                  <a:lnTo>
                    <a:pt x="154" y="4"/>
                  </a:lnTo>
                  <a:lnTo>
                    <a:pt x="154" y="8"/>
                  </a:lnTo>
                  <a:lnTo>
                    <a:pt x="150" y="10"/>
                  </a:lnTo>
                  <a:lnTo>
                    <a:pt x="154" y="10"/>
                  </a:lnTo>
                  <a:lnTo>
                    <a:pt x="158" y="10"/>
                  </a:lnTo>
                  <a:lnTo>
                    <a:pt x="158" y="14"/>
                  </a:lnTo>
                  <a:lnTo>
                    <a:pt x="154" y="14"/>
                  </a:lnTo>
                  <a:lnTo>
                    <a:pt x="154" y="18"/>
                  </a:lnTo>
                  <a:lnTo>
                    <a:pt x="154" y="22"/>
                  </a:lnTo>
                  <a:lnTo>
                    <a:pt x="154" y="26"/>
                  </a:lnTo>
                  <a:lnTo>
                    <a:pt x="154" y="30"/>
                  </a:lnTo>
                  <a:lnTo>
                    <a:pt x="158" y="34"/>
                  </a:lnTo>
                  <a:lnTo>
                    <a:pt x="158" y="38"/>
                  </a:lnTo>
                  <a:lnTo>
                    <a:pt x="162" y="34"/>
                  </a:lnTo>
                  <a:lnTo>
                    <a:pt x="166" y="30"/>
                  </a:lnTo>
                  <a:lnTo>
                    <a:pt x="168" y="30"/>
                  </a:lnTo>
                  <a:lnTo>
                    <a:pt x="172" y="30"/>
                  </a:lnTo>
                  <a:lnTo>
                    <a:pt x="172" y="26"/>
                  </a:lnTo>
                  <a:lnTo>
                    <a:pt x="176" y="26"/>
                  </a:lnTo>
                  <a:lnTo>
                    <a:pt x="176" y="22"/>
                  </a:lnTo>
                  <a:lnTo>
                    <a:pt x="180" y="22"/>
                  </a:lnTo>
                  <a:lnTo>
                    <a:pt x="184" y="18"/>
                  </a:lnTo>
                  <a:lnTo>
                    <a:pt x="184" y="22"/>
                  </a:lnTo>
                  <a:lnTo>
                    <a:pt x="188" y="22"/>
                  </a:lnTo>
                  <a:lnTo>
                    <a:pt x="184" y="22"/>
                  </a:lnTo>
                  <a:lnTo>
                    <a:pt x="184" y="26"/>
                  </a:lnTo>
                  <a:lnTo>
                    <a:pt x="188" y="26"/>
                  </a:lnTo>
                  <a:lnTo>
                    <a:pt x="192" y="22"/>
                  </a:lnTo>
                  <a:lnTo>
                    <a:pt x="196" y="22"/>
                  </a:lnTo>
                  <a:lnTo>
                    <a:pt x="198" y="22"/>
                  </a:lnTo>
                  <a:lnTo>
                    <a:pt x="202" y="22"/>
                  </a:lnTo>
                  <a:lnTo>
                    <a:pt x="202" y="26"/>
                  </a:lnTo>
                  <a:lnTo>
                    <a:pt x="202" y="22"/>
                  </a:lnTo>
                  <a:lnTo>
                    <a:pt x="198" y="26"/>
                  </a:lnTo>
                  <a:lnTo>
                    <a:pt x="196" y="26"/>
                  </a:lnTo>
                  <a:lnTo>
                    <a:pt x="198" y="30"/>
                  </a:lnTo>
                  <a:lnTo>
                    <a:pt x="196" y="30"/>
                  </a:lnTo>
                  <a:lnTo>
                    <a:pt x="192" y="34"/>
                  </a:lnTo>
                  <a:lnTo>
                    <a:pt x="188" y="30"/>
                  </a:lnTo>
                  <a:lnTo>
                    <a:pt x="184" y="30"/>
                  </a:lnTo>
                  <a:lnTo>
                    <a:pt x="180" y="30"/>
                  </a:lnTo>
                  <a:lnTo>
                    <a:pt x="176" y="34"/>
                  </a:lnTo>
                  <a:lnTo>
                    <a:pt x="172" y="34"/>
                  </a:lnTo>
                  <a:lnTo>
                    <a:pt x="168" y="34"/>
                  </a:lnTo>
                  <a:lnTo>
                    <a:pt x="166" y="34"/>
                  </a:lnTo>
                  <a:lnTo>
                    <a:pt x="166" y="38"/>
                  </a:lnTo>
                  <a:lnTo>
                    <a:pt x="162" y="38"/>
                  </a:lnTo>
                  <a:lnTo>
                    <a:pt x="158" y="40"/>
                  </a:lnTo>
                  <a:lnTo>
                    <a:pt x="154" y="44"/>
                  </a:lnTo>
                  <a:lnTo>
                    <a:pt x="150" y="44"/>
                  </a:lnTo>
                  <a:lnTo>
                    <a:pt x="150" y="48"/>
                  </a:lnTo>
                  <a:lnTo>
                    <a:pt x="154" y="48"/>
                  </a:lnTo>
                  <a:lnTo>
                    <a:pt x="154" y="52"/>
                  </a:lnTo>
                  <a:lnTo>
                    <a:pt x="158" y="52"/>
                  </a:lnTo>
                  <a:lnTo>
                    <a:pt x="154" y="56"/>
                  </a:lnTo>
                  <a:lnTo>
                    <a:pt x="158" y="56"/>
                  </a:lnTo>
                  <a:lnTo>
                    <a:pt x="158" y="60"/>
                  </a:lnTo>
                  <a:lnTo>
                    <a:pt x="158" y="64"/>
                  </a:lnTo>
                  <a:lnTo>
                    <a:pt x="154" y="66"/>
                  </a:lnTo>
                  <a:lnTo>
                    <a:pt x="154" y="70"/>
                  </a:lnTo>
                  <a:lnTo>
                    <a:pt x="150" y="70"/>
                  </a:lnTo>
                  <a:lnTo>
                    <a:pt x="150" y="74"/>
                  </a:lnTo>
                  <a:lnTo>
                    <a:pt x="146" y="74"/>
                  </a:lnTo>
                  <a:lnTo>
                    <a:pt x="146" y="78"/>
                  </a:lnTo>
                  <a:lnTo>
                    <a:pt x="150" y="78"/>
                  </a:lnTo>
                  <a:lnTo>
                    <a:pt x="150" y="82"/>
                  </a:lnTo>
                  <a:lnTo>
                    <a:pt x="150" y="86"/>
                  </a:lnTo>
                  <a:lnTo>
                    <a:pt x="146" y="86"/>
                  </a:lnTo>
                  <a:lnTo>
                    <a:pt x="142" y="86"/>
                  </a:lnTo>
                  <a:lnTo>
                    <a:pt x="140" y="86"/>
                  </a:lnTo>
                  <a:lnTo>
                    <a:pt x="136" y="86"/>
                  </a:lnTo>
                  <a:lnTo>
                    <a:pt x="132" y="86"/>
                  </a:lnTo>
                  <a:lnTo>
                    <a:pt x="132" y="90"/>
                  </a:lnTo>
                  <a:lnTo>
                    <a:pt x="136" y="90"/>
                  </a:lnTo>
                  <a:lnTo>
                    <a:pt x="136" y="94"/>
                  </a:lnTo>
                  <a:lnTo>
                    <a:pt x="136" y="96"/>
                  </a:lnTo>
                  <a:lnTo>
                    <a:pt x="140" y="96"/>
                  </a:lnTo>
                  <a:lnTo>
                    <a:pt x="140" y="100"/>
                  </a:lnTo>
                  <a:lnTo>
                    <a:pt x="136" y="100"/>
                  </a:lnTo>
                  <a:lnTo>
                    <a:pt x="132" y="104"/>
                  </a:lnTo>
                  <a:lnTo>
                    <a:pt x="128" y="104"/>
                  </a:lnTo>
                  <a:lnTo>
                    <a:pt x="128" y="108"/>
                  </a:lnTo>
                  <a:lnTo>
                    <a:pt x="124" y="108"/>
                  </a:lnTo>
                  <a:lnTo>
                    <a:pt x="128" y="108"/>
                  </a:lnTo>
                  <a:lnTo>
                    <a:pt x="128" y="112"/>
                  </a:lnTo>
                  <a:lnTo>
                    <a:pt x="124" y="112"/>
                  </a:lnTo>
                  <a:lnTo>
                    <a:pt x="124" y="116"/>
                  </a:lnTo>
                  <a:lnTo>
                    <a:pt x="124" y="120"/>
                  </a:lnTo>
                  <a:lnTo>
                    <a:pt x="124" y="122"/>
                  </a:lnTo>
                  <a:lnTo>
                    <a:pt x="124" y="126"/>
                  </a:lnTo>
                  <a:lnTo>
                    <a:pt x="120" y="126"/>
                  </a:lnTo>
                  <a:lnTo>
                    <a:pt x="120" y="130"/>
                  </a:lnTo>
                  <a:lnTo>
                    <a:pt x="116" y="130"/>
                  </a:lnTo>
                  <a:lnTo>
                    <a:pt x="116" y="126"/>
                  </a:lnTo>
                  <a:lnTo>
                    <a:pt x="112" y="126"/>
                  </a:lnTo>
                  <a:lnTo>
                    <a:pt x="110" y="126"/>
                  </a:lnTo>
                  <a:lnTo>
                    <a:pt x="106" y="130"/>
                  </a:lnTo>
                  <a:lnTo>
                    <a:pt x="102" y="130"/>
                  </a:lnTo>
                  <a:lnTo>
                    <a:pt x="98" y="130"/>
                  </a:lnTo>
                  <a:lnTo>
                    <a:pt x="102" y="134"/>
                  </a:lnTo>
                  <a:lnTo>
                    <a:pt x="102" y="138"/>
                  </a:lnTo>
                  <a:lnTo>
                    <a:pt x="98" y="138"/>
                  </a:lnTo>
                  <a:lnTo>
                    <a:pt x="94" y="138"/>
                  </a:lnTo>
                  <a:lnTo>
                    <a:pt x="90" y="138"/>
                  </a:lnTo>
                  <a:lnTo>
                    <a:pt x="90" y="134"/>
                  </a:lnTo>
                  <a:lnTo>
                    <a:pt x="90" y="138"/>
                  </a:lnTo>
                  <a:lnTo>
                    <a:pt x="86" y="138"/>
                  </a:lnTo>
                  <a:lnTo>
                    <a:pt x="86" y="142"/>
                  </a:lnTo>
                  <a:lnTo>
                    <a:pt x="84" y="142"/>
                  </a:lnTo>
                  <a:lnTo>
                    <a:pt x="84" y="150"/>
                  </a:lnTo>
                  <a:lnTo>
                    <a:pt x="84" y="152"/>
                  </a:lnTo>
                  <a:lnTo>
                    <a:pt x="84" y="156"/>
                  </a:lnTo>
                  <a:lnTo>
                    <a:pt x="80" y="156"/>
                  </a:lnTo>
                  <a:lnTo>
                    <a:pt x="80" y="160"/>
                  </a:lnTo>
                  <a:lnTo>
                    <a:pt x="84" y="160"/>
                  </a:lnTo>
                  <a:lnTo>
                    <a:pt x="80" y="164"/>
                  </a:lnTo>
                  <a:lnTo>
                    <a:pt x="76" y="164"/>
                  </a:lnTo>
                  <a:lnTo>
                    <a:pt x="72" y="164"/>
                  </a:lnTo>
                  <a:lnTo>
                    <a:pt x="68" y="168"/>
                  </a:lnTo>
                  <a:lnTo>
                    <a:pt x="64" y="168"/>
                  </a:lnTo>
                  <a:lnTo>
                    <a:pt x="60" y="168"/>
                  </a:lnTo>
                  <a:lnTo>
                    <a:pt x="56" y="168"/>
                  </a:lnTo>
                  <a:lnTo>
                    <a:pt x="54" y="168"/>
                  </a:lnTo>
                  <a:lnTo>
                    <a:pt x="50" y="172"/>
                  </a:lnTo>
                  <a:lnTo>
                    <a:pt x="46" y="168"/>
                  </a:lnTo>
                  <a:lnTo>
                    <a:pt x="42" y="168"/>
                  </a:lnTo>
                  <a:lnTo>
                    <a:pt x="38" y="168"/>
                  </a:lnTo>
                  <a:lnTo>
                    <a:pt x="28" y="172"/>
                  </a:lnTo>
                  <a:lnTo>
                    <a:pt x="24" y="168"/>
                  </a:lnTo>
                  <a:lnTo>
                    <a:pt x="20" y="168"/>
                  </a:lnTo>
                  <a:lnTo>
                    <a:pt x="16" y="168"/>
                  </a:lnTo>
                  <a:lnTo>
                    <a:pt x="8" y="164"/>
                  </a:lnTo>
                  <a:lnTo>
                    <a:pt x="4" y="164"/>
                  </a:lnTo>
                  <a:lnTo>
                    <a:pt x="4" y="160"/>
                  </a:lnTo>
                  <a:lnTo>
                    <a:pt x="8" y="160"/>
                  </a:lnTo>
                  <a:lnTo>
                    <a:pt x="8" y="156"/>
                  </a:lnTo>
                  <a:lnTo>
                    <a:pt x="12" y="152"/>
                  </a:lnTo>
                  <a:lnTo>
                    <a:pt x="16" y="146"/>
                  </a:lnTo>
                  <a:lnTo>
                    <a:pt x="20" y="142"/>
                  </a:lnTo>
                  <a:lnTo>
                    <a:pt x="20" y="138"/>
                  </a:lnTo>
                  <a:lnTo>
                    <a:pt x="16" y="138"/>
                  </a:lnTo>
                  <a:lnTo>
                    <a:pt x="16" y="134"/>
                  </a:lnTo>
                  <a:lnTo>
                    <a:pt x="12" y="134"/>
                  </a:lnTo>
                  <a:lnTo>
                    <a:pt x="8" y="134"/>
                  </a:lnTo>
                  <a:lnTo>
                    <a:pt x="4" y="130"/>
                  </a:lnTo>
                  <a:lnTo>
                    <a:pt x="4" y="126"/>
                  </a:lnTo>
                  <a:lnTo>
                    <a:pt x="4" y="122"/>
                  </a:lnTo>
                  <a:lnTo>
                    <a:pt x="4" y="120"/>
                  </a:lnTo>
                  <a:lnTo>
                    <a:pt x="4" y="116"/>
                  </a:lnTo>
                  <a:lnTo>
                    <a:pt x="0" y="112"/>
                  </a:lnTo>
                  <a:lnTo>
                    <a:pt x="0" y="108"/>
                  </a:lnTo>
                  <a:lnTo>
                    <a:pt x="0" y="104"/>
                  </a:lnTo>
                  <a:lnTo>
                    <a:pt x="0" y="100"/>
                  </a:lnTo>
                  <a:lnTo>
                    <a:pt x="0" y="96"/>
                  </a:lnTo>
                  <a:lnTo>
                    <a:pt x="4" y="96"/>
                  </a:lnTo>
                  <a:lnTo>
                    <a:pt x="4" y="94"/>
                  </a:lnTo>
                  <a:lnTo>
                    <a:pt x="0" y="94"/>
                  </a:lnTo>
                  <a:lnTo>
                    <a:pt x="0" y="90"/>
                  </a:lnTo>
                  <a:lnTo>
                    <a:pt x="0" y="86"/>
                  </a:lnTo>
                  <a:lnTo>
                    <a:pt x="0" y="82"/>
                  </a:lnTo>
                  <a:lnTo>
                    <a:pt x="0" y="78"/>
                  </a:lnTo>
                  <a:lnTo>
                    <a:pt x="4" y="78"/>
                  </a:lnTo>
                  <a:lnTo>
                    <a:pt x="0" y="74"/>
                  </a:lnTo>
                  <a:lnTo>
                    <a:pt x="4" y="74"/>
                  </a:lnTo>
                  <a:lnTo>
                    <a:pt x="8" y="70"/>
                  </a:lnTo>
                  <a:lnTo>
                    <a:pt x="8" y="66"/>
                  </a:lnTo>
                  <a:lnTo>
                    <a:pt x="8" y="64"/>
                  </a:lnTo>
                  <a:lnTo>
                    <a:pt x="8" y="60"/>
                  </a:lnTo>
                  <a:lnTo>
                    <a:pt x="12" y="56"/>
                  </a:lnTo>
                  <a:lnTo>
                    <a:pt x="12" y="56"/>
                  </a:lnTo>
                  <a:lnTo>
                    <a:pt x="12"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0" name="Freeform 17"/>
            <p:cNvSpPr>
              <a:spLocks noChangeAspect="1" noEditPoints="1"/>
            </p:cNvSpPr>
            <p:nvPr/>
          </p:nvSpPr>
          <p:spPr bwMode="gray">
            <a:xfrm>
              <a:off x="5871331" y="3239608"/>
              <a:ext cx="76528" cy="76527"/>
            </a:xfrm>
            <a:custGeom>
              <a:avLst/>
              <a:gdLst>
                <a:gd name="T0" fmla="*/ 40 w 44"/>
                <a:gd name="T1" fmla="*/ 44 h 44"/>
                <a:gd name="T2" fmla="*/ 36 w 44"/>
                <a:gd name="T3" fmla="*/ 44 h 44"/>
                <a:gd name="T4" fmla="*/ 36 w 44"/>
                <a:gd name="T5" fmla="*/ 44 h 44"/>
                <a:gd name="T6" fmla="*/ 36 w 44"/>
                <a:gd name="T7" fmla="*/ 36 h 44"/>
                <a:gd name="T8" fmla="*/ 32 w 44"/>
                <a:gd name="T9" fmla="*/ 32 h 44"/>
                <a:gd name="T10" fmla="*/ 28 w 44"/>
                <a:gd name="T11" fmla="*/ 32 h 44"/>
                <a:gd name="T12" fmla="*/ 28 w 44"/>
                <a:gd name="T13" fmla="*/ 32 h 44"/>
                <a:gd name="T14" fmla="*/ 22 w 44"/>
                <a:gd name="T15" fmla="*/ 30 h 44"/>
                <a:gd name="T16" fmla="*/ 18 w 44"/>
                <a:gd name="T17" fmla="*/ 30 h 44"/>
                <a:gd name="T18" fmla="*/ 18 w 44"/>
                <a:gd name="T19" fmla="*/ 30 h 44"/>
                <a:gd name="T20" fmla="*/ 14 w 44"/>
                <a:gd name="T21" fmla="*/ 26 h 44"/>
                <a:gd name="T22" fmla="*/ 10 w 44"/>
                <a:gd name="T23" fmla="*/ 22 h 44"/>
                <a:gd name="T24" fmla="*/ 6 w 44"/>
                <a:gd name="T25" fmla="*/ 22 h 44"/>
                <a:gd name="T26" fmla="*/ 2 w 44"/>
                <a:gd name="T27" fmla="*/ 22 h 44"/>
                <a:gd name="T28" fmla="*/ 0 w 44"/>
                <a:gd name="T29" fmla="*/ 14 h 44"/>
                <a:gd name="T30" fmla="*/ 2 w 44"/>
                <a:gd name="T31" fmla="*/ 10 h 44"/>
                <a:gd name="T32" fmla="*/ 0 w 44"/>
                <a:gd name="T33" fmla="*/ 4 h 44"/>
                <a:gd name="T34" fmla="*/ 0 w 44"/>
                <a:gd name="T35" fmla="*/ 4 h 44"/>
                <a:gd name="T36" fmla="*/ 2 w 44"/>
                <a:gd name="T37" fmla="*/ 4 h 44"/>
                <a:gd name="T38" fmla="*/ 2 w 44"/>
                <a:gd name="T39" fmla="*/ 0 h 44"/>
                <a:gd name="T40" fmla="*/ 6 w 44"/>
                <a:gd name="T41" fmla="*/ 0 h 44"/>
                <a:gd name="T42" fmla="*/ 10 w 44"/>
                <a:gd name="T43" fmla="*/ 0 h 44"/>
                <a:gd name="T44" fmla="*/ 18 w 44"/>
                <a:gd name="T45" fmla="*/ 0 h 44"/>
                <a:gd name="T46" fmla="*/ 22 w 44"/>
                <a:gd name="T47" fmla="*/ 0 h 44"/>
                <a:gd name="T48" fmla="*/ 24 w 44"/>
                <a:gd name="T49" fmla="*/ 0 h 44"/>
                <a:gd name="T50" fmla="*/ 22 w 44"/>
                <a:gd name="T51" fmla="*/ 4 h 44"/>
                <a:gd name="T52" fmla="*/ 22 w 44"/>
                <a:gd name="T53" fmla="*/ 4 h 44"/>
                <a:gd name="T54" fmla="*/ 28 w 44"/>
                <a:gd name="T55" fmla="*/ 8 h 44"/>
                <a:gd name="T56" fmla="*/ 24 w 44"/>
                <a:gd name="T57" fmla="*/ 10 h 44"/>
                <a:gd name="T58" fmla="*/ 28 w 44"/>
                <a:gd name="T59" fmla="*/ 14 h 44"/>
                <a:gd name="T60" fmla="*/ 32 w 44"/>
                <a:gd name="T61" fmla="*/ 18 h 44"/>
                <a:gd name="T62" fmla="*/ 32 w 44"/>
                <a:gd name="T63" fmla="*/ 22 h 44"/>
                <a:gd name="T64" fmla="*/ 32 w 44"/>
                <a:gd name="T65" fmla="*/ 22 h 44"/>
                <a:gd name="T66" fmla="*/ 28 w 44"/>
                <a:gd name="T67" fmla="*/ 22 h 44"/>
                <a:gd name="T68" fmla="*/ 32 w 44"/>
                <a:gd name="T69" fmla="*/ 26 h 44"/>
                <a:gd name="T70" fmla="*/ 32 w 44"/>
                <a:gd name="T71" fmla="*/ 26 h 44"/>
                <a:gd name="T72" fmla="*/ 32 w 44"/>
                <a:gd name="T73" fmla="*/ 30 h 44"/>
                <a:gd name="T74" fmla="*/ 36 w 44"/>
                <a:gd name="T75" fmla="*/ 30 h 44"/>
                <a:gd name="T76" fmla="*/ 36 w 44"/>
                <a:gd name="T77" fmla="*/ 32 h 44"/>
                <a:gd name="T78" fmla="*/ 40 w 44"/>
                <a:gd name="T79" fmla="*/ 30 h 44"/>
                <a:gd name="T80" fmla="*/ 40 w 44"/>
                <a:gd name="T81" fmla="*/ 32 h 44"/>
                <a:gd name="T82" fmla="*/ 40 w 44"/>
                <a:gd name="T83" fmla="*/ 36 h 44"/>
                <a:gd name="T84" fmla="*/ 44 w 44"/>
                <a:gd name="T85" fmla="*/ 36 h 44"/>
                <a:gd name="T86" fmla="*/ 40 w 44"/>
                <a:gd name="T87" fmla="*/ 40 h 44"/>
                <a:gd name="T88" fmla="*/ 40 w 44"/>
                <a:gd name="T89" fmla="*/ 40 h 44"/>
                <a:gd name="T90" fmla="*/ 40 w 44"/>
                <a:gd name="T91" fmla="*/ 44 h 44"/>
                <a:gd name="T92" fmla="*/ 44 w 44"/>
                <a:gd name="T93" fmla="*/ 44 h 44"/>
                <a:gd name="T94" fmla="*/ 22 w 44"/>
                <a:gd name="T95" fmla="*/ 4 h 44"/>
                <a:gd name="T96" fmla="*/ 22 w 44"/>
                <a:gd name="T97" fmla="*/ 4 h 44"/>
                <a:gd name="T98" fmla="*/ 24 w 44"/>
                <a:gd name="T99" fmla="*/ 4 h 44"/>
                <a:gd name="T100" fmla="*/ 24 w 44"/>
                <a:gd name="T101" fmla="*/ 4 h 44"/>
                <a:gd name="T102" fmla="*/ 28 w 44"/>
                <a:gd name="T103" fmla="*/ 10 h 44"/>
                <a:gd name="T104" fmla="*/ 28 w 44"/>
                <a:gd name="T105" fmla="*/ 10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4" h="44">
                  <a:moveTo>
                    <a:pt x="44" y="44"/>
                  </a:moveTo>
                  <a:lnTo>
                    <a:pt x="44" y="44"/>
                  </a:lnTo>
                  <a:lnTo>
                    <a:pt x="40" y="44"/>
                  </a:lnTo>
                  <a:lnTo>
                    <a:pt x="40" y="44"/>
                  </a:lnTo>
                  <a:lnTo>
                    <a:pt x="40" y="44"/>
                  </a:lnTo>
                  <a:lnTo>
                    <a:pt x="40" y="44"/>
                  </a:lnTo>
                  <a:lnTo>
                    <a:pt x="40" y="44"/>
                  </a:lnTo>
                  <a:lnTo>
                    <a:pt x="36" y="44"/>
                  </a:lnTo>
                  <a:lnTo>
                    <a:pt x="36" y="44"/>
                  </a:lnTo>
                  <a:lnTo>
                    <a:pt x="36" y="44"/>
                  </a:lnTo>
                  <a:lnTo>
                    <a:pt x="36" y="44"/>
                  </a:lnTo>
                  <a:lnTo>
                    <a:pt x="36" y="44"/>
                  </a:lnTo>
                  <a:lnTo>
                    <a:pt x="32" y="40"/>
                  </a:lnTo>
                  <a:lnTo>
                    <a:pt x="32" y="40"/>
                  </a:lnTo>
                  <a:lnTo>
                    <a:pt x="36" y="36"/>
                  </a:lnTo>
                  <a:lnTo>
                    <a:pt x="36" y="36"/>
                  </a:lnTo>
                  <a:lnTo>
                    <a:pt x="36" y="36"/>
                  </a:lnTo>
                  <a:lnTo>
                    <a:pt x="32" y="36"/>
                  </a:lnTo>
                  <a:lnTo>
                    <a:pt x="32" y="32"/>
                  </a:lnTo>
                  <a:lnTo>
                    <a:pt x="32" y="32"/>
                  </a:lnTo>
                  <a:lnTo>
                    <a:pt x="32" y="32"/>
                  </a:lnTo>
                  <a:lnTo>
                    <a:pt x="32" y="32"/>
                  </a:lnTo>
                  <a:lnTo>
                    <a:pt x="28" y="32"/>
                  </a:lnTo>
                  <a:lnTo>
                    <a:pt x="28" y="32"/>
                  </a:lnTo>
                  <a:lnTo>
                    <a:pt x="28" y="32"/>
                  </a:lnTo>
                  <a:lnTo>
                    <a:pt x="28" y="32"/>
                  </a:lnTo>
                  <a:lnTo>
                    <a:pt x="28" y="32"/>
                  </a:lnTo>
                  <a:lnTo>
                    <a:pt x="28" y="32"/>
                  </a:lnTo>
                  <a:lnTo>
                    <a:pt x="24" y="32"/>
                  </a:lnTo>
                  <a:lnTo>
                    <a:pt x="24"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4" y="26"/>
                  </a:lnTo>
                  <a:lnTo>
                    <a:pt x="14" y="26"/>
                  </a:lnTo>
                  <a:lnTo>
                    <a:pt x="14" y="26"/>
                  </a:lnTo>
                  <a:lnTo>
                    <a:pt x="14" y="26"/>
                  </a:lnTo>
                  <a:lnTo>
                    <a:pt x="14" y="26"/>
                  </a:lnTo>
                  <a:lnTo>
                    <a:pt x="10" y="22"/>
                  </a:lnTo>
                  <a:lnTo>
                    <a:pt x="10" y="22"/>
                  </a:lnTo>
                  <a:lnTo>
                    <a:pt x="10" y="22"/>
                  </a:lnTo>
                  <a:lnTo>
                    <a:pt x="6" y="22"/>
                  </a:lnTo>
                  <a:lnTo>
                    <a:pt x="6" y="22"/>
                  </a:lnTo>
                  <a:lnTo>
                    <a:pt x="6" y="22"/>
                  </a:lnTo>
                  <a:lnTo>
                    <a:pt x="6" y="22"/>
                  </a:lnTo>
                  <a:lnTo>
                    <a:pt x="2" y="22"/>
                  </a:lnTo>
                  <a:lnTo>
                    <a:pt x="2" y="22"/>
                  </a:lnTo>
                  <a:lnTo>
                    <a:pt x="2" y="22"/>
                  </a:lnTo>
                  <a:lnTo>
                    <a:pt x="2" y="22"/>
                  </a:lnTo>
                  <a:lnTo>
                    <a:pt x="2" y="18"/>
                  </a:lnTo>
                  <a:lnTo>
                    <a:pt x="0" y="18"/>
                  </a:lnTo>
                  <a:lnTo>
                    <a:pt x="0" y="14"/>
                  </a:lnTo>
                  <a:lnTo>
                    <a:pt x="0" y="14"/>
                  </a:lnTo>
                  <a:lnTo>
                    <a:pt x="2" y="14"/>
                  </a:lnTo>
                  <a:lnTo>
                    <a:pt x="2" y="10"/>
                  </a:lnTo>
                  <a:lnTo>
                    <a:pt x="2" y="10"/>
                  </a:lnTo>
                  <a:lnTo>
                    <a:pt x="2" y="10"/>
                  </a:lnTo>
                  <a:lnTo>
                    <a:pt x="2" y="8"/>
                  </a:lnTo>
                  <a:lnTo>
                    <a:pt x="2" y="8"/>
                  </a:lnTo>
                  <a:lnTo>
                    <a:pt x="0" y="4"/>
                  </a:lnTo>
                  <a:lnTo>
                    <a:pt x="0" y="4"/>
                  </a:lnTo>
                  <a:lnTo>
                    <a:pt x="0" y="4"/>
                  </a:lnTo>
                  <a:lnTo>
                    <a:pt x="0" y="4"/>
                  </a:lnTo>
                  <a:lnTo>
                    <a:pt x="0" y="4"/>
                  </a:lnTo>
                  <a:lnTo>
                    <a:pt x="0" y="4"/>
                  </a:lnTo>
                  <a:lnTo>
                    <a:pt x="0" y="4"/>
                  </a:lnTo>
                  <a:lnTo>
                    <a:pt x="0" y="4"/>
                  </a:lnTo>
                  <a:lnTo>
                    <a:pt x="2" y="4"/>
                  </a:lnTo>
                  <a:lnTo>
                    <a:pt x="2" y="4"/>
                  </a:lnTo>
                  <a:lnTo>
                    <a:pt x="2" y="4"/>
                  </a:lnTo>
                  <a:lnTo>
                    <a:pt x="2" y="4"/>
                  </a:lnTo>
                  <a:lnTo>
                    <a:pt x="2" y="0"/>
                  </a:lnTo>
                  <a:lnTo>
                    <a:pt x="2" y="0"/>
                  </a:lnTo>
                  <a:lnTo>
                    <a:pt x="6" y="0"/>
                  </a:lnTo>
                  <a:lnTo>
                    <a:pt x="6" y="0"/>
                  </a:lnTo>
                  <a:lnTo>
                    <a:pt x="6" y="0"/>
                  </a:lnTo>
                  <a:lnTo>
                    <a:pt x="10" y="0"/>
                  </a:lnTo>
                  <a:lnTo>
                    <a:pt x="10" y="0"/>
                  </a:lnTo>
                  <a:lnTo>
                    <a:pt x="10" y="0"/>
                  </a:lnTo>
                  <a:lnTo>
                    <a:pt x="10" y="0"/>
                  </a:lnTo>
                  <a:lnTo>
                    <a:pt x="14" y="0"/>
                  </a:lnTo>
                  <a:lnTo>
                    <a:pt x="14" y="0"/>
                  </a:lnTo>
                  <a:lnTo>
                    <a:pt x="14" y="0"/>
                  </a:lnTo>
                  <a:lnTo>
                    <a:pt x="18" y="0"/>
                  </a:lnTo>
                  <a:lnTo>
                    <a:pt x="18" y="0"/>
                  </a:lnTo>
                  <a:lnTo>
                    <a:pt x="18" y="0"/>
                  </a:lnTo>
                  <a:lnTo>
                    <a:pt x="18" y="0"/>
                  </a:lnTo>
                  <a:lnTo>
                    <a:pt x="22" y="0"/>
                  </a:lnTo>
                  <a:lnTo>
                    <a:pt x="22" y="0"/>
                  </a:lnTo>
                  <a:lnTo>
                    <a:pt x="22" y="0"/>
                  </a:lnTo>
                  <a:lnTo>
                    <a:pt x="22" y="0"/>
                  </a:lnTo>
                  <a:lnTo>
                    <a:pt x="24" y="0"/>
                  </a:lnTo>
                  <a:lnTo>
                    <a:pt x="24" y="0"/>
                  </a:lnTo>
                  <a:lnTo>
                    <a:pt x="24" y="4"/>
                  </a:lnTo>
                  <a:lnTo>
                    <a:pt x="24" y="4"/>
                  </a:lnTo>
                  <a:lnTo>
                    <a:pt x="22" y="4"/>
                  </a:lnTo>
                  <a:lnTo>
                    <a:pt x="22" y="4"/>
                  </a:lnTo>
                  <a:lnTo>
                    <a:pt x="22" y="4"/>
                  </a:lnTo>
                  <a:lnTo>
                    <a:pt x="22" y="4"/>
                  </a:lnTo>
                  <a:lnTo>
                    <a:pt x="22" y="4"/>
                  </a:lnTo>
                  <a:lnTo>
                    <a:pt x="24" y="4"/>
                  </a:lnTo>
                  <a:lnTo>
                    <a:pt x="28" y="8"/>
                  </a:lnTo>
                  <a:lnTo>
                    <a:pt x="28" y="8"/>
                  </a:lnTo>
                  <a:lnTo>
                    <a:pt x="28" y="8"/>
                  </a:lnTo>
                  <a:lnTo>
                    <a:pt x="28" y="8"/>
                  </a:lnTo>
                  <a:lnTo>
                    <a:pt x="28" y="8"/>
                  </a:lnTo>
                  <a:lnTo>
                    <a:pt x="28" y="10"/>
                  </a:lnTo>
                  <a:lnTo>
                    <a:pt x="24" y="10"/>
                  </a:lnTo>
                  <a:lnTo>
                    <a:pt x="24" y="10"/>
                  </a:lnTo>
                  <a:lnTo>
                    <a:pt x="24" y="10"/>
                  </a:lnTo>
                  <a:lnTo>
                    <a:pt x="24" y="10"/>
                  </a:lnTo>
                  <a:lnTo>
                    <a:pt x="28" y="14"/>
                  </a:lnTo>
                  <a:lnTo>
                    <a:pt x="28" y="14"/>
                  </a:lnTo>
                  <a:lnTo>
                    <a:pt x="28" y="14"/>
                  </a:lnTo>
                  <a:lnTo>
                    <a:pt x="32" y="18"/>
                  </a:lnTo>
                  <a:lnTo>
                    <a:pt x="32" y="18"/>
                  </a:lnTo>
                  <a:lnTo>
                    <a:pt x="32" y="18"/>
                  </a:lnTo>
                  <a:lnTo>
                    <a:pt x="36" y="18"/>
                  </a:lnTo>
                  <a:lnTo>
                    <a:pt x="32" y="22"/>
                  </a:lnTo>
                  <a:lnTo>
                    <a:pt x="32" y="22"/>
                  </a:lnTo>
                  <a:lnTo>
                    <a:pt x="32" y="22"/>
                  </a:lnTo>
                  <a:lnTo>
                    <a:pt x="32" y="22"/>
                  </a:lnTo>
                  <a:lnTo>
                    <a:pt x="32" y="22"/>
                  </a:lnTo>
                  <a:lnTo>
                    <a:pt x="32" y="22"/>
                  </a:lnTo>
                  <a:lnTo>
                    <a:pt x="28" y="22"/>
                  </a:lnTo>
                  <a:lnTo>
                    <a:pt x="28" y="22"/>
                  </a:lnTo>
                  <a:lnTo>
                    <a:pt x="28" y="22"/>
                  </a:lnTo>
                  <a:lnTo>
                    <a:pt x="28" y="22"/>
                  </a:lnTo>
                  <a:lnTo>
                    <a:pt x="28" y="22"/>
                  </a:lnTo>
                  <a:lnTo>
                    <a:pt x="28" y="26"/>
                  </a:lnTo>
                  <a:lnTo>
                    <a:pt x="28" y="26"/>
                  </a:lnTo>
                  <a:lnTo>
                    <a:pt x="32" y="26"/>
                  </a:lnTo>
                  <a:lnTo>
                    <a:pt x="32" y="26"/>
                  </a:lnTo>
                  <a:lnTo>
                    <a:pt x="32" y="26"/>
                  </a:lnTo>
                  <a:lnTo>
                    <a:pt x="32" y="26"/>
                  </a:lnTo>
                  <a:lnTo>
                    <a:pt x="32" y="26"/>
                  </a:lnTo>
                  <a:lnTo>
                    <a:pt x="32" y="26"/>
                  </a:lnTo>
                  <a:lnTo>
                    <a:pt x="32" y="26"/>
                  </a:lnTo>
                  <a:lnTo>
                    <a:pt x="32" y="26"/>
                  </a:lnTo>
                  <a:lnTo>
                    <a:pt x="32" y="30"/>
                  </a:lnTo>
                  <a:lnTo>
                    <a:pt x="32" y="30"/>
                  </a:lnTo>
                  <a:lnTo>
                    <a:pt x="36" y="30"/>
                  </a:lnTo>
                  <a:lnTo>
                    <a:pt x="36" y="30"/>
                  </a:lnTo>
                  <a:lnTo>
                    <a:pt x="36" y="30"/>
                  </a:lnTo>
                  <a:lnTo>
                    <a:pt x="36" y="30"/>
                  </a:lnTo>
                  <a:lnTo>
                    <a:pt x="36" y="30"/>
                  </a:lnTo>
                  <a:lnTo>
                    <a:pt x="36" y="30"/>
                  </a:lnTo>
                  <a:lnTo>
                    <a:pt x="36" y="32"/>
                  </a:lnTo>
                  <a:lnTo>
                    <a:pt x="36" y="32"/>
                  </a:lnTo>
                  <a:lnTo>
                    <a:pt x="40" y="30"/>
                  </a:lnTo>
                  <a:lnTo>
                    <a:pt x="40" y="30"/>
                  </a:lnTo>
                  <a:lnTo>
                    <a:pt x="40" y="30"/>
                  </a:lnTo>
                  <a:lnTo>
                    <a:pt x="44" y="32"/>
                  </a:lnTo>
                  <a:lnTo>
                    <a:pt x="44" y="32"/>
                  </a:lnTo>
                  <a:lnTo>
                    <a:pt x="44" y="32"/>
                  </a:lnTo>
                  <a:lnTo>
                    <a:pt x="40" y="32"/>
                  </a:lnTo>
                  <a:lnTo>
                    <a:pt x="40" y="32"/>
                  </a:lnTo>
                  <a:lnTo>
                    <a:pt x="40" y="32"/>
                  </a:lnTo>
                  <a:lnTo>
                    <a:pt x="40" y="36"/>
                  </a:lnTo>
                  <a:lnTo>
                    <a:pt x="40" y="36"/>
                  </a:lnTo>
                  <a:lnTo>
                    <a:pt x="44" y="36"/>
                  </a:lnTo>
                  <a:lnTo>
                    <a:pt x="44" y="36"/>
                  </a:lnTo>
                  <a:lnTo>
                    <a:pt x="44" y="36"/>
                  </a:lnTo>
                  <a:lnTo>
                    <a:pt x="44" y="36"/>
                  </a:lnTo>
                  <a:lnTo>
                    <a:pt x="44" y="40"/>
                  </a:lnTo>
                  <a:lnTo>
                    <a:pt x="40" y="40"/>
                  </a:lnTo>
                  <a:lnTo>
                    <a:pt x="40" y="36"/>
                  </a:lnTo>
                  <a:lnTo>
                    <a:pt x="40" y="40"/>
                  </a:lnTo>
                  <a:lnTo>
                    <a:pt x="40" y="40"/>
                  </a:lnTo>
                  <a:lnTo>
                    <a:pt x="40" y="40"/>
                  </a:lnTo>
                  <a:lnTo>
                    <a:pt x="40" y="40"/>
                  </a:lnTo>
                  <a:lnTo>
                    <a:pt x="40" y="40"/>
                  </a:lnTo>
                  <a:lnTo>
                    <a:pt x="44" y="40"/>
                  </a:lnTo>
                  <a:lnTo>
                    <a:pt x="44" y="40"/>
                  </a:lnTo>
                  <a:lnTo>
                    <a:pt x="44" y="40"/>
                  </a:lnTo>
                  <a:lnTo>
                    <a:pt x="40" y="44"/>
                  </a:lnTo>
                  <a:lnTo>
                    <a:pt x="40" y="44"/>
                  </a:lnTo>
                  <a:lnTo>
                    <a:pt x="44" y="44"/>
                  </a:lnTo>
                  <a:lnTo>
                    <a:pt x="44" y="44"/>
                  </a:lnTo>
                  <a:lnTo>
                    <a:pt x="44" y="44"/>
                  </a:lnTo>
                  <a:close/>
                  <a:moveTo>
                    <a:pt x="22" y="4"/>
                  </a:moveTo>
                  <a:lnTo>
                    <a:pt x="22" y="4"/>
                  </a:lnTo>
                  <a:lnTo>
                    <a:pt x="22" y="4"/>
                  </a:lnTo>
                  <a:lnTo>
                    <a:pt x="22" y="4"/>
                  </a:lnTo>
                  <a:lnTo>
                    <a:pt x="22" y="4"/>
                  </a:lnTo>
                  <a:lnTo>
                    <a:pt x="22" y="4"/>
                  </a:lnTo>
                  <a:lnTo>
                    <a:pt x="22" y="4"/>
                  </a:lnTo>
                  <a:lnTo>
                    <a:pt x="22" y="4"/>
                  </a:lnTo>
                  <a:lnTo>
                    <a:pt x="22" y="4"/>
                  </a:lnTo>
                  <a:lnTo>
                    <a:pt x="22" y="4"/>
                  </a:lnTo>
                  <a:close/>
                  <a:moveTo>
                    <a:pt x="24" y="4"/>
                  </a:moveTo>
                  <a:lnTo>
                    <a:pt x="24" y="4"/>
                  </a:lnTo>
                  <a:lnTo>
                    <a:pt x="24" y="4"/>
                  </a:lnTo>
                  <a:lnTo>
                    <a:pt x="24" y="4"/>
                  </a:lnTo>
                  <a:lnTo>
                    <a:pt x="24" y="4"/>
                  </a:lnTo>
                  <a:lnTo>
                    <a:pt x="24" y="4"/>
                  </a:lnTo>
                  <a:lnTo>
                    <a:pt x="24" y="4"/>
                  </a:lnTo>
                  <a:close/>
                  <a:moveTo>
                    <a:pt x="28" y="10"/>
                  </a:moveTo>
                  <a:lnTo>
                    <a:pt x="28" y="10"/>
                  </a:lnTo>
                  <a:lnTo>
                    <a:pt x="28" y="10"/>
                  </a:lnTo>
                  <a:lnTo>
                    <a:pt x="28" y="10"/>
                  </a:lnTo>
                  <a:lnTo>
                    <a:pt x="28" y="10"/>
                  </a:lnTo>
                  <a:lnTo>
                    <a:pt x="28" y="10"/>
                  </a:lnTo>
                  <a:lnTo>
                    <a:pt x="28" y="10"/>
                  </a:lnTo>
                  <a:lnTo>
                    <a:pt x="28" y="10"/>
                  </a:lnTo>
                  <a:lnTo>
                    <a:pt x="28" y="10"/>
                  </a:lnTo>
                  <a:lnTo>
                    <a:pt x="2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1" name="Freeform 18"/>
            <p:cNvSpPr>
              <a:spLocks noChangeAspect="1" noEditPoints="1"/>
            </p:cNvSpPr>
            <p:nvPr/>
          </p:nvSpPr>
          <p:spPr bwMode="gray">
            <a:xfrm>
              <a:off x="5902638" y="3187431"/>
              <a:ext cx="166969" cy="149576"/>
            </a:xfrm>
            <a:custGeom>
              <a:avLst/>
              <a:gdLst>
                <a:gd name="T0" fmla="*/ 78 w 96"/>
                <a:gd name="T1" fmla="*/ 86 h 86"/>
                <a:gd name="T2" fmla="*/ 56 w 96"/>
                <a:gd name="T3" fmla="*/ 86 h 86"/>
                <a:gd name="T4" fmla="*/ 48 w 96"/>
                <a:gd name="T5" fmla="*/ 82 h 86"/>
                <a:gd name="T6" fmla="*/ 44 w 96"/>
                <a:gd name="T7" fmla="*/ 74 h 86"/>
                <a:gd name="T8" fmla="*/ 48 w 96"/>
                <a:gd name="T9" fmla="*/ 74 h 86"/>
                <a:gd name="T10" fmla="*/ 48 w 96"/>
                <a:gd name="T11" fmla="*/ 70 h 86"/>
                <a:gd name="T12" fmla="*/ 48 w 96"/>
                <a:gd name="T13" fmla="*/ 66 h 86"/>
                <a:gd name="T14" fmla="*/ 48 w 96"/>
                <a:gd name="T15" fmla="*/ 62 h 86"/>
                <a:gd name="T16" fmla="*/ 40 w 96"/>
                <a:gd name="T17" fmla="*/ 60 h 86"/>
                <a:gd name="T18" fmla="*/ 32 w 96"/>
                <a:gd name="T19" fmla="*/ 66 h 86"/>
                <a:gd name="T20" fmla="*/ 30 w 96"/>
                <a:gd name="T21" fmla="*/ 70 h 86"/>
                <a:gd name="T22" fmla="*/ 26 w 96"/>
                <a:gd name="T23" fmla="*/ 74 h 86"/>
                <a:gd name="T24" fmla="*/ 22 w 96"/>
                <a:gd name="T25" fmla="*/ 70 h 86"/>
                <a:gd name="T26" fmla="*/ 26 w 96"/>
                <a:gd name="T27" fmla="*/ 66 h 86"/>
                <a:gd name="T28" fmla="*/ 22 w 96"/>
                <a:gd name="T29" fmla="*/ 62 h 86"/>
                <a:gd name="T30" fmla="*/ 22 w 96"/>
                <a:gd name="T31" fmla="*/ 60 h 86"/>
                <a:gd name="T32" fmla="*/ 18 w 96"/>
                <a:gd name="T33" fmla="*/ 60 h 86"/>
                <a:gd name="T34" fmla="*/ 14 w 96"/>
                <a:gd name="T35" fmla="*/ 56 h 86"/>
                <a:gd name="T36" fmla="*/ 10 w 96"/>
                <a:gd name="T37" fmla="*/ 52 h 86"/>
                <a:gd name="T38" fmla="*/ 14 w 96"/>
                <a:gd name="T39" fmla="*/ 52 h 86"/>
                <a:gd name="T40" fmla="*/ 14 w 96"/>
                <a:gd name="T41" fmla="*/ 48 h 86"/>
                <a:gd name="T42" fmla="*/ 6 w 96"/>
                <a:gd name="T43" fmla="*/ 40 h 86"/>
                <a:gd name="T44" fmla="*/ 6 w 96"/>
                <a:gd name="T45" fmla="*/ 32 h 86"/>
                <a:gd name="T46" fmla="*/ 6 w 96"/>
                <a:gd name="T47" fmla="*/ 32 h 86"/>
                <a:gd name="T48" fmla="*/ 4 w 96"/>
                <a:gd name="T49" fmla="*/ 26 h 86"/>
                <a:gd name="T50" fmla="*/ 10 w 96"/>
                <a:gd name="T51" fmla="*/ 26 h 86"/>
                <a:gd name="T52" fmla="*/ 14 w 96"/>
                <a:gd name="T53" fmla="*/ 30 h 86"/>
                <a:gd name="T54" fmla="*/ 18 w 96"/>
                <a:gd name="T55" fmla="*/ 30 h 86"/>
                <a:gd name="T56" fmla="*/ 22 w 96"/>
                <a:gd name="T57" fmla="*/ 32 h 86"/>
                <a:gd name="T58" fmla="*/ 26 w 96"/>
                <a:gd name="T59" fmla="*/ 26 h 86"/>
                <a:gd name="T60" fmla="*/ 18 w 96"/>
                <a:gd name="T61" fmla="*/ 22 h 86"/>
                <a:gd name="T62" fmla="*/ 22 w 96"/>
                <a:gd name="T63" fmla="*/ 18 h 86"/>
                <a:gd name="T64" fmla="*/ 26 w 96"/>
                <a:gd name="T65" fmla="*/ 18 h 86"/>
                <a:gd name="T66" fmla="*/ 30 w 96"/>
                <a:gd name="T67" fmla="*/ 22 h 86"/>
                <a:gd name="T68" fmla="*/ 36 w 96"/>
                <a:gd name="T69" fmla="*/ 30 h 86"/>
                <a:gd name="T70" fmla="*/ 40 w 96"/>
                <a:gd name="T71" fmla="*/ 30 h 86"/>
                <a:gd name="T72" fmla="*/ 48 w 96"/>
                <a:gd name="T73" fmla="*/ 26 h 86"/>
                <a:gd name="T74" fmla="*/ 52 w 96"/>
                <a:gd name="T75" fmla="*/ 22 h 86"/>
                <a:gd name="T76" fmla="*/ 70 w 96"/>
                <a:gd name="T77" fmla="*/ 0 h 86"/>
                <a:gd name="T78" fmla="*/ 88 w 96"/>
                <a:gd name="T79" fmla="*/ 30 h 86"/>
                <a:gd name="T80" fmla="*/ 96 w 96"/>
                <a:gd name="T81" fmla="*/ 56 h 86"/>
                <a:gd name="T82" fmla="*/ 92 w 96"/>
                <a:gd name="T83" fmla="*/ 74 h 86"/>
                <a:gd name="T84" fmla="*/ 10 w 96"/>
                <a:gd name="T85" fmla="*/ 40 h 86"/>
                <a:gd name="T86" fmla="*/ 4 w 96"/>
                <a:gd name="T87" fmla="*/ 32 h 86"/>
                <a:gd name="T88" fmla="*/ 4 w 96"/>
                <a:gd name="T89" fmla="*/ 32 h 86"/>
                <a:gd name="T90" fmla="*/ 6 w 96"/>
                <a:gd name="T91" fmla="*/ 32 h 86"/>
                <a:gd name="T92" fmla="*/ 0 w 96"/>
                <a:gd name="T93" fmla="*/ 60 h 86"/>
                <a:gd name="T94" fmla="*/ 4 w 96"/>
                <a:gd name="T95" fmla="*/ 60 h 86"/>
                <a:gd name="T96" fmla="*/ 10 w 96"/>
                <a:gd name="T97" fmla="*/ 62 h 86"/>
                <a:gd name="T98" fmla="*/ 14 w 96"/>
                <a:gd name="T99" fmla="*/ 66 h 86"/>
                <a:gd name="T100" fmla="*/ 18 w 96"/>
                <a:gd name="T101" fmla="*/ 74 h 86"/>
                <a:gd name="T102" fmla="*/ 10 w 96"/>
                <a:gd name="T103" fmla="*/ 74 h 86"/>
                <a:gd name="T104" fmla="*/ 6 w 96"/>
                <a:gd name="T105" fmla="*/ 70 h 86"/>
                <a:gd name="T106" fmla="*/ 4 w 96"/>
                <a:gd name="T107" fmla="*/ 62 h 86"/>
                <a:gd name="T108" fmla="*/ 0 w 96"/>
                <a:gd name="T109" fmla="*/ 60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96" h="86">
                  <a:moveTo>
                    <a:pt x="92" y="78"/>
                  </a:moveTo>
                  <a:lnTo>
                    <a:pt x="88" y="82"/>
                  </a:lnTo>
                  <a:lnTo>
                    <a:pt x="86" y="82"/>
                  </a:lnTo>
                  <a:lnTo>
                    <a:pt x="82" y="82"/>
                  </a:lnTo>
                  <a:lnTo>
                    <a:pt x="82" y="82"/>
                  </a:lnTo>
                  <a:lnTo>
                    <a:pt x="78" y="86"/>
                  </a:lnTo>
                  <a:lnTo>
                    <a:pt x="78" y="86"/>
                  </a:lnTo>
                  <a:lnTo>
                    <a:pt x="74" y="86"/>
                  </a:lnTo>
                  <a:lnTo>
                    <a:pt x="70" y="86"/>
                  </a:lnTo>
                  <a:lnTo>
                    <a:pt x="58" y="82"/>
                  </a:lnTo>
                  <a:lnTo>
                    <a:pt x="56" y="82"/>
                  </a:lnTo>
                  <a:lnTo>
                    <a:pt x="56" y="82"/>
                  </a:lnTo>
                  <a:lnTo>
                    <a:pt x="56" y="86"/>
                  </a:lnTo>
                  <a:lnTo>
                    <a:pt x="56" y="86"/>
                  </a:lnTo>
                  <a:lnTo>
                    <a:pt x="56" y="86"/>
                  </a:lnTo>
                  <a:lnTo>
                    <a:pt x="52" y="86"/>
                  </a:lnTo>
                  <a:lnTo>
                    <a:pt x="52" y="82"/>
                  </a:lnTo>
                  <a:lnTo>
                    <a:pt x="52" y="82"/>
                  </a:lnTo>
                  <a:lnTo>
                    <a:pt x="52" y="82"/>
                  </a:lnTo>
                  <a:lnTo>
                    <a:pt x="52" y="82"/>
                  </a:lnTo>
                  <a:lnTo>
                    <a:pt x="48" y="82"/>
                  </a:lnTo>
                  <a:lnTo>
                    <a:pt x="48" y="78"/>
                  </a:lnTo>
                  <a:lnTo>
                    <a:pt x="48" y="78"/>
                  </a:lnTo>
                  <a:lnTo>
                    <a:pt x="48" y="78"/>
                  </a:lnTo>
                  <a:lnTo>
                    <a:pt x="48" y="78"/>
                  </a:lnTo>
                  <a:lnTo>
                    <a:pt x="48" y="78"/>
                  </a:lnTo>
                  <a:lnTo>
                    <a:pt x="48" y="78"/>
                  </a:lnTo>
                  <a:lnTo>
                    <a:pt x="44" y="74"/>
                  </a:lnTo>
                  <a:lnTo>
                    <a:pt x="44" y="74"/>
                  </a:lnTo>
                  <a:lnTo>
                    <a:pt x="44" y="74"/>
                  </a:lnTo>
                  <a:lnTo>
                    <a:pt x="44" y="74"/>
                  </a:lnTo>
                  <a:lnTo>
                    <a:pt x="48" y="74"/>
                  </a:lnTo>
                  <a:lnTo>
                    <a:pt x="48" y="74"/>
                  </a:lnTo>
                  <a:lnTo>
                    <a:pt x="48" y="74"/>
                  </a:lnTo>
                  <a:lnTo>
                    <a:pt x="48" y="74"/>
                  </a:lnTo>
                  <a:lnTo>
                    <a:pt x="48" y="74"/>
                  </a:lnTo>
                  <a:lnTo>
                    <a:pt x="48" y="74"/>
                  </a:lnTo>
                  <a:lnTo>
                    <a:pt x="48" y="70"/>
                  </a:lnTo>
                  <a:lnTo>
                    <a:pt x="48" y="70"/>
                  </a:lnTo>
                  <a:lnTo>
                    <a:pt x="48" y="70"/>
                  </a:lnTo>
                  <a:lnTo>
                    <a:pt x="48" y="70"/>
                  </a:lnTo>
                  <a:lnTo>
                    <a:pt x="48" y="70"/>
                  </a:lnTo>
                  <a:lnTo>
                    <a:pt x="48" y="70"/>
                  </a:lnTo>
                  <a:lnTo>
                    <a:pt x="48" y="66"/>
                  </a:lnTo>
                  <a:lnTo>
                    <a:pt x="48" y="66"/>
                  </a:lnTo>
                  <a:lnTo>
                    <a:pt x="48" y="66"/>
                  </a:lnTo>
                  <a:lnTo>
                    <a:pt x="48" y="66"/>
                  </a:lnTo>
                  <a:lnTo>
                    <a:pt x="48" y="66"/>
                  </a:lnTo>
                  <a:lnTo>
                    <a:pt x="48" y="66"/>
                  </a:lnTo>
                  <a:lnTo>
                    <a:pt x="52" y="66"/>
                  </a:lnTo>
                  <a:lnTo>
                    <a:pt x="48" y="62"/>
                  </a:lnTo>
                  <a:lnTo>
                    <a:pt x="48" y="62"/>
                  </a:lnTo>
                  <a:lnTo>
                    <a:pt x="48" y="62"/>
                  </a:lnTo>
                  <a:lnTo>
                    <a:pt x="48" y="62"/>
                  </a:lnTo>
                  <a:lnTo>
                    <a:pt x="48" y="62"/>
                  </a:lnTo>
                  <a:lnTo>
                    <a:pt x="48" y="62"/>
                  </a:lnTo>
                  <a:lnTo>
                    <a:pt x="44" y="60"/>
                  </a:lnTo>
                  <a:lnTo>
                    <a:pt x="44" y="60"/>
                  </a:lnTo>
                  <a:lnTo>
                    <a:pt x="44" y="60"/>
                  </a:lnTo>
                  <a:lnTo>
                    <a:pt x="44" y="60"/>
                  </a:lnTo>
                  <a:lnTo>
                    <a:pt x="44" y="60"/>
                  </a:lnTo>
                  <a:lnTo>
                    <a:pt x="40" y="60"/>
                  </a:lnTo>
                  <a:lnTo>
                    <a:pt x="40" y="60"/>
                  </a:lnTo>
                  <a:lnTo>
                    <a:pt x="40" y="60"/>
                  </a:lnTo>
                  <a:lnTo>
                    <a:pt x="36" y="62"/>
                  </a:lnTo>
                  <a:lnTo>
                    <a:pt x="36" y="62"/>
                  </a:lnTo>
                  <a:lnTo>
                    <a:pt x="36" y="62"/>
                  </a:lnTo>
                  <a:lnTo>
                    <a:pt x="36" y="62"/>
                  </a:lnTo>
                  <a:lnTo>
                    <a:pt x="36" y="66"/>
                  </a:lnTo>
                  <a:lnTo>
                    <a:pt x="32" y="66"/>
                  </a:lnTo>
                  <a:lnTo>
                    <a:pt x="32" y="66"/>
                  </a:lnTo>
                  <a:lnTo>
                    <a:pt x="32" y="66"/>
                  </a:lnTo>
                  <a:lnTo>
                    <a:pt x="32" y="66"/>
                  </a:lnTo>
                  <a:lnTo>
                    <a:pt x="32" y="66"/>
                  </a:lnTo>
                  <a:lnTo>
                    <a:pt x="30" y="70"/>
                  </a:lnTo>
                  <a:lnTo>
                    <a:pt x="30" y="70"/>
                  </a:lnTo>
                  <a:lnTo>
                    <a:pt x="30" y="70"/>
                  </a:lnTo>
                  <a:lnTo>
                    <a:pt x="30" y="70"/>
                  </a:lnTo>
                  <a:lnTo>
                    <a:pt x="30" y="70"/>
                  </a:lnTo>
                  <a:lnTo>
                    <a:pt x="26" y="70"/>
                  </a:lnTo>
                  <a:lnTo>
                    <a:pt x="26" y="70"/>
                  </a:lnTo>
                  <a:lnTo>
                    <a:pt x="26" y="74"/>
                  </a:lnTo>
                  <a:lnTo>
                    <a:pt x="26" y="74"/>
                  </a:lnTo>
                  <a:lnTo>
                    <a:pt x="26" y="74"/>
                  </a:lnTo>
                  <a:lnTo>
                    <a:pt x="22" y="74"/>
                  </a:lnTo>
                  <a:lnTo>
                    <a:pt x="22" y="74"/>
                  </a:lnTo>
                  <a:lnTo>
                    <a:pt x="26" y="70"/>
                  </a:lnTo>
                  <a:lnTo>
                    <a:pt x="26" y="70"/>
                  </a:lnTo>
                  <a:lnTo>
                    <a:pt x="26" y="70"/>
                  </a:lnTo>
                  <a:lnTo>
                    <a:pt x="22" y="70"/>
                  </a:lnTo>
                  <a:lnTo>
                    <a:pt x="22" y="70"/>
                  </a:lnTo>
                  <a:lnTo>
                    <a:pt x="22" y="70"/>
                  </a:lnTo>
                  <a:lnTo>
                    <a:pt x="22" y="70"/>
                  </a:lnTo>
                  <a:lnTo>
                    <a:pt x="22" y="70"/>
                  </a:lnTo>
                  <a:lnTo>
                    <a:pt x="22" y="66"/>
                  </a:lnTo>
                  <a:lnTo>
                    <a:pt x="22" y="70"/>
                  </a:lnTo>
                  <a:lnTo>
                    <a:pt x="26" y="70"/>
                  </a:lnTo>
                  <a:lnTo>
                    <a:pt x="26" y="66"/>
                  </a:lnTo>
                  <a:lnTo>
                    <a:pt x="26" y="66"/>
                  </a:lnTo>
                  <a:lnTo>
                    <a:pt x="26" y="66"/>
                  </a:lnTo>
                  <a:lnTo>
                    <a:pt x="26" y="66"/>
                  </a:lnTo>
                  <a:lnTo>
                    <a:pt x="22" y="66"/>
                  </a:lnTo>
                  <a:lnTo>
                    <a:pt x="22" y="66"/>
                  </a:lnTo>
                  <a:lnTo>
                    <a:pt x="22" y="62"/>
                  </a:lnTo>
                  <a:lnTo>
                    <a:pt x="22" y="62"/>
                  </a:lnTo>
                  <a:lnTo>
                    <a:pt x="22" y="62"/>
                  </a:lnTo>
                  <a:lnTo>
                    <a:pt x="26" y="62"/>
                  </a:lnTo>
                  <a:lnTo>
                    <a:pt x="26" y="62"/>
                  </a:lnTo>
                  <a:lnTo>
                    <a:pt x="26" y="62"/>
                  </a:lnTo>
                  <a:lnTo>
                    <a:pt x="22" y="60"/>
                  </a:lnTo>
                  <a:lnTo>
                    <a:pt x="22" y="60"/>
                  </a:lnTo>
                  <a:lnTo>
                    <a:pt x="22" y="60"/>
                  </a:lnTo>
                  <a:lnTo>
                    <a:pt x="18" y="62"/>
                  </a:lnTo>
                  <a:lnTo>
                    <a:pt x="18" y="62"/>
                  </a:lnTo>
                  <a:lnTo>
                    <a:pt x="18" y="60"/>
                  </a:lnTo>
                  <a:lnTo>
                    <a:pt x="18" y="60"/>
                  </a:lnTo>
                  <a:lnTo>
                    <a:pt x="18" y="60"/>
                  </a:lnTo>
                  <a:lnTo>
                    <a:pt x="18" y="60"/>
                  </a:lnTo>
                  <a:lnTo>
                    <a:pt x="18" y="60"/>
                  </a:lnTo>
                  <a:lnTo>
                    <a:pt x="18" y="60"/>
                  </a:lnTo>
                  <a:lnTo>
                    <a:pt x="14" y="60"/>
                  </a:lnTo>
                  <a:lnTo>
                    <a:pt x="14" y="60"/>
                  </a:lnTo>
                  <a:lnTo>
                    <a:pt x="14" y="56"/>
                  </a:lnTo>
                  <a:lnTo>
                    <a:pt x="14" y="56"/>
                  </a:lnTo>
                  <a:lnTo>
                    <a:pt x="14" y="56"/>
                  </a:lnTo>
                  <a:lnTo>
                    <a:pt x="14" y="56"/>
                  </a:lnTo>
                  <a:lnTo>
                    <a:pt x="14" y="56"/>
                  </a:lnTo>
                  <a:lnTo>
                    <a:pt x="14" y="56"/>
                  </a:lnTo>
                  <a:lnTo>
                    <a:pt x="14" y="56"/>
                  </a:lnTo>
                  <a:lnTo>
                    <a:pt x="14" y="56"/>
                  </a:lnTo>
                  <a:lnTo>
                    <a:pt x="10" y="56"/>
                  </a:lnTo>
                  <a:lnTo>
                    <a:pt x="10" y="56"/>
                  </a:lnTo>
                  <a:lnTo>
                    <a:pt x="10" y="52"/>
                  </a:lnTo>
                  <a:lnTo>
                    <a:pt x="10" y="52"/>
                  </a:lnTo>
                  <a:lnTo>
                    <a:pt x="10" y="52"/>
                  </a:lnTo>
                  <a:lnTo>
                    <a:pt x="10" y="52"/>
                  </a:lnTo>
                  <a:lnTo>
                    <a:pt x="10" y="52"/>
                  </a:lnTo>
                  <a:lnTo>
                    <a:pt x="14" y="52"/>
                  </a:lnTo>
                  <a:lnTo>
                    <a:pt x="14" y="52"/>
                  </a:lnTo>
                  <a:lnTo>
                    <a:pt x="14" y="52"/>
                  </a:lnTo>
                  <a:lnTo>
                    <a:pt x="14" y="52"/>
                  </a:lnTo>
                  <a:lnTo>
                    <a:pt x="14" y="52"/>
                  </a:lnTo>
                  <a:lnTo>
                    <a:pt x="14" y="52"/>
                  </a:lnTo>
                  <a:lnTo>
                    <a:pt x="18" y="48"/>
                  </a:lnTo>
                  <a:lnTo>
                    <a:pt x="14" y="48"/>
                  </a:lnTo>
                  <a:lnTo>
                    <a:pt x="14" y="48"/>
                  </a:lnTo>
                  <a:lnTo>
                    <a:pt x="14" y="48"/>
                  </a:lnTo>
                  <a:lnTo>
                    <a:pt x="10" y="44"/>
                  </a:lnTo>
                  <a:lnTo>
                    <a:pt x="10" y="44"/>
                  </a:lnTo>
                  <a:lnTo>
                    <a:pt x="10" y="44"/>
                  </a:lnTo>
                  <a:lnTo>
                    <a:pt x="6" y="40"/>
                  </a:lnTo>
                  <a:lnTo>
                    <a:pt x="6" y="40"/>
                  </a:lnTo>
                  <a:lnTo>
                    <a:pt x="6" y="40"/>
                  </a:lnTo>
                  <a:lnTo>
                    <a:pt x="6" y="40"/>
                  </a:lnTo>
                  <a:lnTo>
                    <a:pt x="10" y="40"/>
                  </a:lnTo>
                  <a:lnTo>
                    <a:pt x="10" y="36"/>
                  </a:lnTo>
                  <a:lnTo>
                    <a:pt x="10" y="36"/>
                  </a:lnTo>
                  <a:lnTo>
                    <a:pt x="10" y="36"/>
                  </a:lnTo>
                  <a:lnTo>
                    <a:pt x="10" y="36"/>
                  </a:lnTo>
                  <a:lnTo>
                    <a:pt x="10" y="36"/>
                  </a:lnTo>
                  <a:lnTo>
                    <a:pt x="6" y="32"/>
                  </a:lnTo>
                  <a:lnTo>
                    <a:pt x="4" y="32"/>
                  </a:lnTo>
                  <a:lnTo>
                    <a:pt x="4" y="32"/>
                  </a:lnTo>
                  <a:lnTo>
                    <a:pt x="4" y="32"/>
                  </a:lnTo>
                  <a:lnTo>
                    <a:pt x="4" y="32"/>
                  </a:lnTo>
                  <a:lnTo>
                    <a:pt x="4" y="32"/>
                  </a:lnTo>
                  <a:lnTo>
                    <a:pt x="6" y="32"/>
                  </a:lnTo>
                  <a:lnTo>
                    <a:pt x="6" y="32"/>
                  </a:lnTo>
                  <a:lnTo>
                    <a:pt x="6" y="30"/>
                  </a:lnTo>
                  <a:lnTo>
                    <a:pt x="6" y="30"/>
                  </a:lnTo>
                  <a:lnTo>
                    <a:pt x="4" y="30"/>
                  </a:lnTo>
                  <a:lnTo>
                    <a:pt x="4" y="30"/>
                  </a:lnTo>
                  <a:lnTo>
                    <a:pt x="4" y="30"/>
                  </a:lnTo>
                  <a:lnTo>
                    <a:pt x="4" y="30"/>
                  </a:lnTo>
                  <a:lnTo>
                    <a:pt x="4" y="26"/>
                  </a:lnTo>
                  <a:lnTo>
                    <a:pt x="4" y="26"/>
                  </a:lnTo>
                  <a:lnTo>
                    <a:pt x="6" y="26"/>
                  </a:lnTo>
                  <a:lnTo>
                    <a:pt x="6" y="26"/>
                  </a:lnTo>
                  <a:lnTo>
                    <a:pt x="6" y="26"/>
                  </a:lnTo>
                  <a:lnTo>
                    <a:pt x="6" y="26"/>
                  </a:lnTo>
                  <a:lnTo>
                    <a:pt x="10" y="26"/>
                  </a:lnTo>
                  <a:lnTo>
                    <a:pt x="10" y="26"/>
                  </a:lnTo>
                  <a:lnTo>
                    <a:pt x="10" y="30"/>
                  </a:lnTo>
                  <a:lnTo>
                    <a:pt x="10" y="30"/>
                  </a:lnTo>
                  <a:lnTo>
                    <a:pt x="14" y="30"/>
                  </a:lnTo>
                  <a:lnTo>
                    <a:pt x="14" y="30"/>
                  </a:lnTo>
                  <a:lnTo>
                    <a:pt x="14" y="30"/>
                  </a:lnTo>
                  <a:lnTo>
                    <a:pt x="14" y="30"/>
                  </a:lnTo>
                  <a:lnTo>
                    <a:pt x="14" y="30"/>
                  </a:lnTo>
                  <a:lnTo>
                    <a:pt x="14" y="30"/>
                  </a:lnTo>
                  <a:lnTo>
                    <a:pt x="14" y="30"/>
                  </a:lnTo>
                  <a:lnTo>
                    <a:pt x="18" y="30"/>
                  </a:lnTo>
                  <a:lnTo>
                    <a:pt x="18" y="30"/>
                  </a:lnTo>
                  <a:lnTo>
                    <a:pt x="18" y="30"/>
                  </a:lnTo>
                  <a:lnTo>
                    <a:pt x="18" y="30"/>
                  </a:lnTo>
                  <a:lnTo>
                    <a:pt x="18" y="30"/>
                  </a:lnTo>
                  <a:lnTo>
                    <a:pt x="18" y="30"/>
                  </a:lnTo>
                  <a:lnTo>
                    <a:pt x="22" y="30"/>
                  </a:lnTo>
                  <a:lnTo>
                    <a:pt x="22" y="30"/>
                  </a:lnTo>
                  <a:lnTo>
                    <a:pt x="22" y="32"/>
                  </a:lnTo>
                  <a:lnTo>
                    <a:pt x="22" y="32"/>
                  </a:lnTo>
                  <a:lnTo>
                    <a:pt x="22" y="32"/>
                  </a:lnTo>
                  <a:lnTo>
                    <a:pt x="22" y="32"/>
                  </a:lnTo>
                  <a:lnTo>
                    <a:pt x="26" y="32"/>
                  </a:lnTo>
                  <a:lnTo>
                    <a:pt x="26" y="32"/>
                  </a:lnTo>
                  <a:lnTo>
                    <a:pt x="26" y="30"/>
                  </a:lnTo>
                  <a:lnTo>
                    <a:pt x="26" y="30"/>
                  </a:lnTo>
                  <a:lnTo>
                    <a:pt x="26" y="30"/>
                  </a:lnTo>
                  <a:lnTo>
                    <a:pt x="26" y="30"/>
                  </a:lnTo>
                  <a:lnTo>
                    <a:pt x="26" y="26"/>
                  </a:lnTo>
                  <a:lnTo>
                    <a:pt x="26" y="26"/>
                  </a:lnTo>
                  <a:lnTo>
                    <a:pt x="26" y="26"/>
                  </a:lnTo>
                  <a:lnTo>
                    <a:pt x="22" y="26"/>
                  </a:lnTo>
                  <a:lnTo>
                    <a:pt x="22" y="26"/>
                  </a:lnTo>
                  <a:lnTo>
                    <a:pt x="18" y="22"/>
                  </a:lnTo>
                  <a:lnTo>
                    <a:pt x="18" y="22"/>
                  </a:lnTo>
                  <a:lnTo>
                    <a:pt x="18" y="22"/>
                  </a:lnTo>
                  <a:lnTo>
                    <a:pt x="18" y="22"/>
                  </a:lnTo>
                  <a:lnTo>
                    <a:pt x="18" y="18"/>
                  </a:lnTo>
                  <a:lnTo>
                    <a:pt x="18" y="18"/>
                  </a:lnTo>
                  <a:lnTo>
                    <a:pt x="18" y="18"/>
                  </a:lnTo>
                  <a:lnTo>
                    <a:pt x="22" y="18"/>
                  </a:lnTo>
                  <a:lnTo>
                    <a:pt x="22" y="18"/>
                  </a:lnTo>
                  <a:lnTo>
                    <a:pt x="22" y="18"/>
                  </a:lnTo>
                  <a:lnTo>
                    <a:pt x="22" y="18"/>
                  </a:lnTo>
                  <a:lnTo>
                    <a:pt x="22" y="18"/>
                  </a:lnTo>
                  <a:lnTo>
                    <a:pt x="22" y="18"/>
                  </a:lnTo>
                  <a:lnTo>
                    <a:pt x="22" y="18"/>
                  </a:lnTo>
                  <a:lnTo>
                    <a:pt x="22" y="18"/>
                  </a:lnTo>
                  <a:lnTo>
                    <a:pt x="26" y="18"/>
                  </a:lnTo>
                  <a:lnTo>
                    <a:pt x="26" y="18"/>
                  </a:lnTo>
                  <a:lnTo>
                    <a:pt x="26" y="18"/>
                  </a:lnTo>
                  <a:lnTo>
                    <a:pt x="26" y="18"/>
                  </a:lnTo>
                  <a:lnTo>
                    <a:pt x="30" y="18"/>
                  </a:lnTo>
                  <a:lnTo>
                    <a:pt x="30" y="18"/>
                  </a:lnTo>
                  <a:lnTo>
                    <a:pt x="30" y="18"/>
                  </a:lnTo>
                  <a:lnTo>
                    <a:pt x="30" y="22"/>
                  </a:lnTo>
                  <a:lnTo>
                    <a:pt x="30" y="22"/>
                  </a:lnTo>
                  <a:lnTo>
                    <a:pt x="32" y="22"/>
                  </a:lnTo>
                  <a:lnTo>
                    <a:pt x="32" y="22"/>
                  </a:lnTo>
                  <a:lnTo>
                    <a:pt x="32" y="22"/>
                  </a:lnTo>
                  <a:lnTo>
                    <a:pt x="32" y="26"/>
                  </a:lnTo>
                  <a:lnTo>
                    <a:pt x="32" y="26"/>
                  </a:lnTo>
                  <a:lnTo>
                    <a:pt x="32" y="30"/>
                  </a:lnTo>
                  <a:lnTo>
                    <a:pt x="36" y="30"/>
                  </a:lnTo>
                  <a:lnTo>
                    <a:pt x="40" y="30"/>
                  </a:lnTo>
                  <a:lnTo>
                    <a:pt x="40" y="30"/>
                  </a:lnTo>
                  <a:lnTo>
                    <a:pt x="40" y="30"/>
                  </a:lnTo>
                  <a:lnTo>
                    <a:pt x="40" y="30"/>
                  </a:lnTo>
                  <a:lnTo>
                    <a:pt x="40" y="30"/>
                  </a:lnTo>
                  <a:lnTo>
                    <a:pt x="40" y="30"/>
                  </a:lnTo>
                  <a:lnTo>
                    <a:pt x="40" y="30"/>
                  </a:lnTo>
                  <a:lnTo>
                    <a:pt x="44" y="30"/>
                  </a:lnTo>
                  <a:lnTo>
                    <a:pt x="44" y="30"/>
                  </a:lnTo>
                  <a:lnTo>
                    <a:pt x="44" y="30"/>
                  </a:lnTo>
                  <a:lnTo>
                    <a:pt x="44" y="30"/>
                  </a:lnTo>
                  <a:lnTo>
                    <a:pt x="44" y="26"/>
                  </a:lnTo>
                  <a:lnTo>
                    <a:pt x="44" y="26"/>
                  </a:lnTo>
                  <a:lnTo>
                    <a:pt x="48" y="26"/>
                  </a:lnTo>
                  <a:lnTo>
                    <a:pt x="48" y="26"/>
                  </a:lnTo>
                  <a:lnTo>
                    <a:pt x="48" y="26"/>
                  </a:lnTo>
                  <a:lnTo>
                    <a:pt x="48" y="26"/>
                  </a:lnTo>
                  <a:lnTo>
                    <a:pt x="48" y="26"/>
                  </a:lnTo>
                  <a:lnTo>
                    <a:pt x="52" y="22"/>
                  </a:lnTo>
                  <a:lnTo>
                    <a:pt x="52" y="22"/>
                  </a:lnTo>
                  <a:lnTo>
                    <a:pt x="52" y="22"/>
                  </a:lnTo>
                  <a:lnTo>
                    <a:pt x="52" y="22"/>
                  </a:lnTo>
                  <a:lnTo>
                    <a:pt x="52" y="18"/>
                  </a:lnTo>
                  <a:lnTo>
                    <a:pt x="52" y="18"/>
                  </a:lnTo>
                  <a:lnTo>
                    <a:pt x="56" y="14"/>
                  </a:lnTo>
                  <a:lnTo>
                    <a:pt x="58" y="10"/>
                  </a:lnTo>
                  <a:lnTo>
                    <a:pt x="62" y="6"/>
                  </a:lnTo>
                  <a:lnTo>
                    <a:pt x="70" y="0"/>
                  </a:lnTo>
                  <a:lnTo>
                    <a:pt x="74" y="6"/>
                  </a:lnTo>
                  <a:lnTo>
                    <a:pt x="78" y="10"/>
                  </a:lnTo>
                  <a:lnTo>
                    <a:pt x="82" y="14"/>
                  </a:lnTo>
                  <a:lnTo>
                    <a:pt x="82" y="18"/>
                  </a:lnTo>
                  <a:lnTo>
                    <a:pt x="86" y="22"/>
                  </a:lnTo>
                  <a:lnTo>
                    <a:pt x="88" y="26"/>
                  </a:lnTo>
                  <a:lnTo>
                    <a:pt x="88" y="30"/>
                  </a:lnTo>
                  <a:lnTo>
                    <a:pt x="92" y="32"/>
                  </a:lnTo>
                  <a:lnTo>
                    <a:pt x="96" y="36"/>
                  </a:lnTo>
                  <a:lnTo>
                    <a:pt x="96" y="36"/>
                  </a:lnTo>
                  <a:lnTo>
                    <a:pt x="96" y="40"/>
                  </a:lnTo>
                  <a:lnTo>
                    <a:pt x="96" y="44"/>
                  </a:lnTo>
                  <a:lnTo>
                    <a:pt x="96" y="48"/>
                  </a:lnTo>
                  <a:lnTo>
                    <a:pt x="96" y="56"/>
                  </a:lnTo>
                  <a:lnTo>
                    <a:pt x="96" y="60"/>
                  </a:lnTo>
                  <a:lnTo>
                    <a:pt x="96" y="62"/>
                  </a:lnTo>
                  <a:lnTo>
                    <a:pt x="96" y="62"/>
                  </a:lnTo>
                  <a:lnTo>
                    <a:pt x="96" y="62"/>
                  </a:lnTo>
                  <a:lnTo>
                    <a:pt x="96" y="66"/>
                  </a:lnTo>
                  <a:lnTo>
                    <a:pt x="92" y="70"/>
                  </a:lnTo>
                  <a:lnTo>
                    <a:pt x="92" y="74"/>
                  </a:lnTo>
                  <a:lnTo>
                    <a:pt x="92" y="78"/>
                  </a:lnTo>
                  <a:lnTo>
                    <a:pt x="92" y="78"/>
                  </a:lnTo>
                  <a:lnTo>
                    <a:pt x="92" y="78"/>
                  </a:lnTo>
                  <a:close/>
                  <a:moveTo>
                    <a:pt x="10" y="40"/>
                  </a:moveTo>
                  <a:lnTo>
                    <a:pt x="10" y="40"/>
                  </a:lnTo>
                  <a:lnTo>
                    <a:pt x="10" y="40"/>
                  </a:lnTo>
                  <a:lnTo>
                    <a:pt x="10" y="40"/>
                  </a:lnTo>
                  <a:lnTo>
                    <a:pt x="10" y="40"/>
                  </a:lnTo>
                  <a:lnTo>
                    <a:pt x="10" y="40"/>
                  </a:lnTo>
                  <a:lnTo>
                    <a:pt x="10" y="40"/>
                  </a:lnTo>
                  <a:lnTo>
                    <a:pt x="10" y="40"/>
                  </a:lnTo>
                  <a:lnTo>
                    <a:pt x="10" y="40"/>
                  </a:lnTo>
                  <a:lnTo>
                    <a:pt x="10" y="40"/>
                  </a:lnTo>
                  <a:close/>
                  <a:moveTo>
                    <a:pt x="4" y="32"/>
                  </a:moveTo>
                  <a:lnTo>
                    <a:pt x="4" y="32"/>
                  </a:lnTo>
                  <a:lnTo>
                    <a:pt x="4" y="32"/>
                  </a:lnTo>
                  <a:lnTo>
                    <a:pt x="4" y="32"/>
                  </a:lnTo>
                  <a:lnTo>
                    <a:pt x="4" y="32"/>
                  </a:lnTo>
                  <a:lnTo>
                    <a:pt x="4" y="32"/>
                  </a:lnTo>
                  <a:lnTo>
                    <a:pt x="4" y="32"/>
                  </a:lnTo>
                  <a:lnTo>
                    <a:pt x="4" y="32"/>
                  </a:lnTo>
                  <a:lnTo>
                    <a:pt x="4" y="32"/>
                  </a:lnTo>
                  <a:lnTo>
                    <a:pt x="4" y="32"/>
                  </a:lnTo>
                  <a:close/>
                  <a:moveTo>
                    <a:pt x="6" y="32"/>
                  </a:moveTo>
                  <a:lnTo>
                    <a:pt x="6" y="32"/>
                  </a:lnTo>
                  <a:lnTo>
                    <a:pt x="6" y="32"/>
                  </a:lnTo>
                  <a:lnTo>
                    <a:pt x="6" y="32"/>
                  </a:lnTo>
                  <a:lnTo>
                    <a:pt x="6" y="32"/>
                  </a:lnTo>
                  <a:lnTo>
                    <a:pt x="6" y="32"/>
                  </a:lnTo>
                  <a:lnTo>
                    <a:pt x="6" y="32"/>
                  </a:lnTo>
                  <a:close/>
                  <a:moveTo>
                    <a:pt x="0" y="60"/>
                  </a:moveTo>
                  <a:lnTo>
                    <a:pt x="0" y="60"/>
                  </a:lnTo>
                  <a:lnTo>
                    <a:pt x="0" y="60"/>
                  </a:lnTo>
                  <a:lnTo>
                    <a:pt x="0" y="60"/>
                  </a:lnTo>
                  <a:lnTo>
                    <a:pt x="0" y="60"/>
                  </a:lnTo>
                  <a:lnTo>
                    <a:pt x="0" y="60"/>
                  </a:lnTo>
                  <a:lnTo>
                    <a:pt x="0" y="60"/>
                  </a:lnTo>
                  <a:lnTo>
                    <a:pt x="0" y="60"/>
                  </a:lnTo>
                  <a:lnTo>
                    <a:pt x="4" y="60"/>
                  </a:lnTo>
                  <a:lnTo>
                    <a:pt x="4" y="60"/>
                  </a:lnTo>
                  <a:lnTo>
                    <a:pt x="4" y="60"/>
                  </a:lnTo>
                  <a:lnTo>
                    <a:pt x="4" y="60"/>
                  </a:lnTo>
                  <a:lnTo>
                    <a:pt x="4" y="60"/>
                  </a:lnTo>
                  <a:lnTo>
                    <a:pt x="6" y="60"/>
                  </a:lnTo>
                  <a:lnTo>
                    <a:pt x="6" y="62"/>
                  </a:lnTo>
                  <a:lnTo>
                    <a:pt x="10" y="62"/>
                  </a:lnTo>
                  <a:lnTo>
                    <a:pt x="10" y="62"/>
                  </a:lnTo>
                  <a:lnTo>
                    <a:pt x="10" y="62"/>
                  </a:lnTo>
                  <a:lnTo>
                    <a:pt x="10" y="62"/>
                  </a:lnTo>
                  <a:lnTo>
                    <a:pt x="10" y="62"/>
                  </a:lnTo>
                  <a:lnTo>
                    <a:pt x="10" y="62"/>
                  </a:lnTo>
                  <a:lnTo>
                    <a:pt x="14" y="62"/>
                  </a:lnTo>
                  <a:lnTo>
                    <a:pt x="14" y="62"/>
                  </a:lnTo>
                  <a:lnTo>
                    <a:pt x="14" y="62"/>
                  </a:lnTo>
                  <a:lnTo>
                    <a:pt x="14" y="62"/>
                  </a:lnTo>
                  <a:lnTo>
                    <a:pt x="14" y="66"/>
                  </a:lnTo>
                  <a:lnTo>
                    <a:pt x="18" y="66"/>
                  </a:lnTo>
                  <a:lnTo>
                    <a:pt x="18" y="66"/>
                  </a:lnTo>
                  <a:lnTo>
                    <a:pt x="18" y="66"/>
                  </a:lnTo>
                  <a:lnTo>
                    <a:pt x="14" y="70"/>
                  </a:lnTo>
                  <a:lnTo>
                    <a:pt x="14" y="70"/>
                  </a:lnTo>
                  <a:lnTo>
                    <a:pt x="18" y="74"/>
                  </a:lnTo>
                  <a:lnTo>
                    <a:pt x="18" y="74"/>
                  </a:lnTo>
                  <a:lnTo>
                    <a:pt x="18" y="74"/>
                  </a:lnTo>
                  <a:lnTo>
                    <a:pt x="18" y="74"/>
                  </a:lnTo>
                  <a:lnTo>
                    <a:pt x="14" y="74"/>
                  </a:lnTo>
                  <a:lnTo>
                    <a:pt x="14" y="74"/>
                  </a:lnTo>
                  <a:lnTo>
                    <a:pt x="10" y="74"/>
                  </a:lnTo>
                  <a:lnTo>
                    <a:pt x="10" y="74"/>
                  </a:lnTo>
                  <a:lnTo>
                    <a:pt x="10" y="74"/>
                  </a:lnTo>
                  <a:lnTo>
                    <a:pt x="10" y="74"/>
                  </a:lnTo>
                  <a:lnTo>
                    <a:pt x="6" y="74"/>
                  </a:lnTo>
                  <a:lnTo>
                    <a:pt x="6" y="70"/>
                  </a:lnTo>
                  <a:lnTo>
                    <a:pt x="6" y="70"/>
                  </a:lnTo>
                  <a:lnTo>
                    <a:pt x="6" y="70"/>
                  </a:lnTo>
                  <a:lnTo>
                    <a:pt x="6" y="70"/>
                  </a:lnTo>
                  <a:lnTo>
                    <a:pt x="6" y="70"/>
                  </a:lnTo>
                  <a:lnTo>
                    <a:pt x="6" y="70"/>
                  </a:lnTo>
                  <a:lnTo>
                    <a:pt x="4" y="66"/>
                  </a:lnTo>
                  <a:lnTo>
                    <a:pt x="4" y="66"/>
                  </a:lnTo>
                  <a:lnTo>
                    <a:pt x="4" y="66"/>
                  </a:lnTo>
                  <a:lnTo>
                    <a:pt x="4" y="66"/>
                  </a:lnTo>
                  <a:lnTo>
                    <a:pt x="4" y="66"/>
                  </a:lnTo>
                  <a:lnTo>
                    <a:pt x="4" y="62"/>
                  </a:lnTo>
                  <a:lnTo>
                    <a:pt x="4" y="62"/>
                  </a:lnTo>
                  <a:lnTo>
                    <a:pt x="4" y="62"/>
                  </a:lnTo>
                  <a:lnTo>
                    <a:pt x="0" y="62"/>
                  </a:lnTo>
                  <a:lnTo>
                    <a:pt x="0" y="62"/>
                  </a:lnTo>
                  <a:lnTo>
                    <a:pt x="0" y="62"/>
                  </a:lnTo>
                  <a:lnTo>
                    <a:pt x="0" y="60"/>
                  </a:lnTo>
                  <a:lnTo>
                    <a:pt x="0" y="60"/>
                  </a:lnTo>
                  <a:lnTo>
                    <a:pt x="0" y="60"/>
                  </a:lnTo>
                  <a:lnTo>
                    <a:pt x="0" y="60"/>
                  </a:lnTo>
                  <a:lnTo>
                    <a:pt x="0"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2" name="Freeform 19"/>
            <p:cNvSpPr>
              <a:spLocks noChangeAspect="1" noEditPoints="1"/>
            </p:cNvSpPr>
            <p:nvPr/>
          </p:nvSpPr>
          <p:spPr bwMode="gray">
            <a:xfrm>
              <a:off x="6038301" y="3726602"/>
              <a:ext cx="13914" cy="17393"/>
            </a:xfrm>
            <a:custGeom>
              <a:avLst/>
              <a:gdLst>
                <a:gd name="T0" fmla="*/ 4 w 8"/>
                <a:gd name="T1" fmla="*/ 0 h 10"/>
                <a:gd name="T2" fmla="*/ 4 w 8"/>
                <a:gd name="T3" fmla="*/ 0 h 10"/>
                <a:gd name="T4" fmla="*/ 4 w 8"/>
                <a:gd name="T5" fmla="*/ 0 h 10"/>
                <a:gd name="T6" fmla="*/ 4 w 8"/>
                <a:gd name="T7" fmla="*/ 0 h 10"/>
                <a:gd name="T8" fmla="*/ 4 w 8"/>
                <a:gd name="T9" fmla="*/ 0 h 10"/>
                <a:gd name="T10" fmla="*/ 4 w 8"/>
                <a:gd name="T11" fmla="*/ 4 h 10"/>
                <a:gd name="T12" fmla="*/ 4 w 8"/>
                <a:gd name="T13" fmla="*/ 4 h 10"/>
                <a:gd name="T14" fmla="*/ 4 w 8"/>
                <a:gd name="T15" fmla="*/ 4 h 10"/>
                <a:gd name="T16" fmla="*/ 4 w 8"/>
                <a:gd name="T17" fmla="*/ 4 h 10"/>
                <a:gd name="T18" fmla="*/ 4 w 8"/>
                <a:gd name="T19" fmla="*/ 4 h 10"/>
                <a:gd name="T20" fmla="*/ 4 w 8"/>
                <a:gd name="T21" fmla="*/ 8 h 10"/>
                <a:gd name="T22" fmla="*/ 4 w 8"/>
                <a:gd name="T23" fmla="*/ 8 h 10"/>
                <a:gd name="T24" fmla="*/ 4 w 8"/>
                <a:gd name="T25" fmla="*/ 8 h 10"/>
                <a:gd name="T26" fmla="*/ 4 w 8"/>
                <a:gd name="T27" fmla="*/ 8 h 10"/>
                <a:gd name="T28" fmla="*/ 4 w 8"/>
                <a:gd name="T29" fmla="*/ 4 h 10"/>
                <a:gd name="T30" fmla="*/ 4 w 8"/>
                <a:gd name="T31" fmla="*/ 4 h 10"/>
                <a:gd name="T32" fmla="*/ 4 w 8"/>
                <a:gd name="T33" fmla="*/ 4 h 10"/>
                <a:gd name="T34" fmla="*/ 4 w 8"/>
                <a:gd name="T35" fmla="*/ 4 h 10"/>
                <a:gd name="T36" fmla="*/ 4 w 8"/>
                <a:gd name="T37" fmla="*/ 4 h 10"/>
                <a:gd name="T38" fmla="*/ 0 w 8"/>
                <a:gd name="T39" fmla="*/ 0 h 10"/>
                <a:gd name="T40" fmla="*/ 4 w 8"/>
                <a:gd name="T41" fmla="*/ 0 h 10"/>
                <a:gd name="T42" fmla="*/ 4 w 8"/>
                <a:gd name="T43" fmla="*/ 0 h 10"/>
                <a:gd name="T44" fmla="*/ 4 w 8"/>
                <a:gd name="T45" fmla="*/ 0 h 10"/>
                <a:gd name="T46" fmla="*/ 4 w 8"/>
                <a:gd name="T47" fmla="*/ 0 h 10"/>
                <a:gd name="T48" fmla="*/ 4 w 8"/>
                <a:gd name="T49" fmla="*/ 0 h 10"/>
                <a:gd name="T50" fmla="*/ 4 w 8"/>
                <a:gd name="T51" fmla="*/ 0 h 10"/>
                <a:gd name="T52" fmla="*/ 4 w 8"/>
                <a:gd name="T53" fmla="*/ 4 h 10"/>
                <a:gd name="T54" fmla="*/ 4 w 8"/>
                <a:gd name="T55" fmla="*/ 4 h 10"/>
                <a:gd name="T56" fmla="*/ 8 w 8"/>
                <a:gd name="T57" fmla="*/ 10 h 10"/>
                <a:gd name="T58" fmla="*/ 8 w 8"/>
                <a:gd name="T59" fmla="*/ 10 h 10"/>
                <a:gd name="T60" fmla="*/ 8 w 8"/>
                <a:gd name="T61" fmla="*/ 10 h 10"/>
                <a:gd name="T62" fmla="*/ 8 w 8"/>
                <a:gd name="T63" fmla="*/ 10 h 10"/>
                <a:gd name="T64" fmla="*/ 8 w 8"/>
                <a:gd name="T65" fmla="*/ 10 h 10"/>
                <a:gd name="T66" fmla="*/ 8 w 8"/>
                <a:gd name="T67" fmla="*/ 10 h 10"/>
                <a:gd name="T68" fmla="*/ 8 w 8"/>
                <a:gd name="T69" fmla="*/ 10 h 10"/>
                <a:gd name="T70" fmla="*/ 8 w 8"/>
                <a:gd name="T71" fmla="*/ 10 h 10"/>
                <a:gd name="T72" fmla="*/ 8 w 8"/>
                <a:gd name="T73"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8" h="10">
                  <a:moveTo>
                    <a:pt x="4" y="0"/>
                  </a:moveTo>
                  <a:lnTo>
                    <a:pt x="4" y="0"/>
                  </a:lnTo>
                  <a:lnTo>
                    <a:pt x="4" y="0"/>
                  </a:lnTo>
                  <a:lnTo>
                    <a:pt x="4" y="0"/>
                  </a:lnTo>
                  <a:lnTo>
                    <a:pt x="4" y="0"/>
                  </a:lnTo>
                  <a:lnTo>
                    <a:pt x="4" y="0"/>
                  </a:lnTo>
                  <a:lnTo>
                    <a:pt x="4" y="0"/>
                  </a:lnTo>
                  <a:lnTo>
                    <a:pt x="4" y="0"/>
                  </a:lnTo>
                  <a:lnTo>
                    <a:pt x="4" y="0"/>
                  </a:lnTo>
                  <a:lnTo>
                    <a:pt x="4" y="0"/>
                  </a:lnTo>
                  <a:lnTo>
                    <a:pt x="4" y="0"/>
                  </a:lnTo>
                  <a:close/>
                  <a:moveTo>
                    <a:pt x="4" y="4"/>
                  </a:moveTo>
                  <a:lnTo>
                    <a:pt x="4" y="4"/>
                  </a:lnTo>
                  <a:lnTo>
                    <a:pt x="4" y="4"/>
                  </a:lnTo>
                  <a:lnTo>
                    <a:pt x="4" y="4"/>
                  </a:lnTo>
                  <a:lnTo>
                    <a:pt x="4" y="4"/>
                  </a:lnTo>
                  <a:lnTo>
                    <a:pt x="4" y="4"/>
                  </a:lnTo>
                  <a:lnTo>
                    <a:pt x="4" y="4"/>
                  </a:lnTo>
                  <a:lnTo>
                    <a:pt x="4" y="4"/>
                  </a:lnTo>
                  <a:lnTo>
                    <a:pt x="4" y="4"/>
                  </a:lnTo>
                  <a:lnTo>
                    <a:pt x="4" y="8"/>
                  </a:lnTo>
                  <a:lnTo>
                    <a:pt x="4" y="8"/>
                  </a:lnTo>
                  <a:lnTo>
                    <a:pt x="4" y="8"/>
                  </a:lnTo>
                  <a:lnTo>
                    <a:pt x="4" y="8"/>
                  </a:lnTo>
                  <a:lnTo>
                    <a:pt x="4" y="8"/>
                  </a:lnTo>
                  <a:lnTo>
                    <a:pt x="4" y="8"/>
                  </a:lnTo>
                  <a:lnTo>
                    <a:pt x="4" y="8"/>
                  </a:lnTo>
                  <a:lnTo>
                    <a:pt x="4" y="8"/>
                  </a:lnTo>
                  <a:lnTo>
                    <a:pt x="0" y="4"/>
                  </a:lnTo>
                  <a:lnTo>
                    <a:pt x="4" y="4"/>
                  </a:lnTo>
                  <a:lnTo>
                    <a:pt x="4" y="4"/>
                  </a:lnTo>
                  <a:lnTo>
                    <a:pt x="4" y="4"/>
                  </a:lnTo>
                  <a:lnTo>
                    <a:pt x="4" y="4"/>
                  </a:lnTo>
                  <a:lnTo>
                    <a:pt x="4" y="4"/>
                  </a:lnTo>
                  <a:lnTo>
                    <a:pt x="4" y="4"/>
                  </a:lnTo>
                  <a:lnTo>
                    <a:pt x="4" y="4"/>
                  </a:lnTo>
                  <a:lnTo>
                    <a:pt x="4" y="4"/>
                  </a:lnTo>
                  <a:lnTo>
                    <a:pt x="4" y="4"/>
                  </a:lnTo>
                  <a:lnTo>
                    <a:pt x="0" y="0"/>
                  </a:lnTo>
                  <a:lnTo>
                    <a:pt x="0" y="0"/>
                  </a:lnTo>
                  <a:lnTo>
                    <a:pt x="0" y="0"/>
                  </a:lnTo>
                  <a:lnTo>
                    <a:pt x="4" y="0"/>
                  </a:lnTo>
                  <a:lnTo>
                    <a:pt x="4" y="0"/>
                  </a:lnTo>
                  <a:lnTo>
                    <a:pt x="4" y="0"/>
                  </a:lnTo>
                  <a:lnTo>
                    <a:pt x="4" y="0"/>
                  </a:lnTo>
                  <a:lnTo>
                    <a:pt x="4" y="0"/>
                  </a:lnTo>
                  <a:lnTo>
                    <a:pt x="4" y="0"/>
                  </a:lnTo>
                  <a:lnTo>
                    <a:pt x="4" y="0"/>
                  </a:lnTo>
                  <a:lnTo>
                    <a:pt x="4" y="0"/>
                  </a:lnTo>
                  <a:lnTo>
                    <a:pt x="4" y="0"/>
                  </a:lnTo>
                  <a:lnTo>
                    <a:pt x="4" y="0"/>
                  </a:lnTo>
                  <a:lnTo>
                    <a:pt x="4" y="0"/>
                  </a:lnTo>
                  <a:lnTo>
                    <a:pt x="4" y="0"/>
                  </a:lnTo>
                  <a:lnTo>
                    <a:pt x="4" y="4"/>
                  </a:lnTo>
                  <a:lnTo>
                    <a:pt x="4" y="4"/>
                  </a:lnTo>
                  <a:lnTo>
                    <a:pt x="4" y="4"/>
                  </a:lnTo>
                  <a:close/>
                  <a:moveTo>
                    <a:pt x="8" y="10"/>
                  </a:move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lnTo>
                    <a:pt x="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3" name="Freeform 20"/>
            <p:cNvSpPr>
              <a:spLocks noChangeAspect="1" noEditPoints="1"/>
            </p:cNvSpPr>
            <p:nvPr/>
          </p:nvSpPr>
          <p:spPr bwMode="gray">
            <a:xfrm>
              <a:off x="6963589" y="3712689"/>
              <a:ext cx="118270" cy="184362"/>
            </a:xfrm>
            <a:custGeom>
              <a:avLst/>
              <a:gdLst>
                <a:gd name="T0" fmla="*/ 38 w 68"/>
                <a:gd name="T1" fmla="*/ 76 h 106"/>
                <a:gd name="T2" fmla="*/ 34 w 68"/>
                <a:gd name="T3" fmla="*/ 78 h 106"/>
                <a:gd name="T4" fmla="*/ 30 w 68"/>
                <a:gd name="T5" fmla="*/ 82 h 106"/>
                <a:gd name="T6" fmla="*/ 26 w 68"/>
                <a:gd name="T7" fmla="*/ 86 h 106"/>
                <a:gd name="T8" fmla="*/ 30 w 68"/>
                <a:gd name="T9" fmla="*/ 76 h 106"/>
                <a:gd name="T10" fmla="*/ 26 w 68"/>
                <a:gd name="T11" fmla="*/ 86 h 106"/>
                <a:gd name="T12" fmla="*/ 22 w 68"/>
                <a:gd name="T13" fmla="*/ 82 h 106"/>
                <a:gd name="T14" fmla="*/ 22 w 68"/>
                <a:gd name="T15" fmla="*/ 82 h 106"/>
                <a:gd name="T16" fmla="*/ 22 w 68"/>
                <a:gd name="T17" fmla="*/ 86 h 106"/>
                <a:gd name="T18" fmla="*/ 18 w 68"/>
                <a:gd name="T19" fmla="*/ 90 h 106"/>
                <a:gd name="T20" fmla="*/ 12 w 68"/>
                <a:gd name="T21" fmla="*/ 68 h 106"/>
                <a:gd name="T22" fmla="*/ 12 w 68"/>
                <a:gd name="T23" fmla="*/ 60 h 106"/>
                <a:gd name="T24" fmla="*/ 12 w 68"/>
                <a:gd name="T25" fmla="*/ 50 h 106"/>
                <a:gd name="T26" fmla="*/ 8 w 68"/>
                <a:gd name="T27" fmla="*/ 46 h 106"/>
                <a:gd name="T28" fmla="*/ 0 w 68"/>
                <a:gd name="T29" fmla="*/ 34 h 106"/>
                <a:gd name="T30" fmla="*/ 4 w 68"/>
                <a:gd name="T31" fmla="*/ 34 h 106"/>
                <a:gd name="T32" fmla="*/ 12 w 68"/>
                <a:gd name="T33" fmla="*/ 26 h 106"/>
                <a:gd name="T34" fmla="*/ 8 w 68"/>
                <a:gd name="T35" fmla="*/ 22 h 106"/>
                <a:gd name="T36" fmla="*/ 4 w 68"/>
                <a:gd name="T37" fmla="*/ 12 h 106"/>
                <a:gd name="T38" fmla="*/ 4 w 68"/>
                <a:gd name="T39" fmla="*/ 4 h 106"/>
                <a:gd name="T40" fmla="*/ 12 w 68"/>
                <a:gd name="T41" fmla="*/ 8 h 106"/>
                <a:gd name="T42" fmla="*/ 14 w 68"/>
                <a:gd name="T43" fmla="*/ 4 h 106"/>
                <a:gd name="T44" fmla="*/ 22 w 68"/>
                <a:gd name="T45" fmla="*/ 12 h 106"/>
                <a:gd name="T46" fmla="*/ 26 w 68"/>
                <a:gd name="T47" fmla="*/ 16 h 106"/>
                <a:gd name="T48" fmla="*/ 30 w 68"/>
                <a:gd name="T49" fmla="*/ 26 h 106"/>
                <a:gd name="T50" fmla="*/ 44 w 68"/>
                <a:gd name="T51" fmla="*/ 26 h 106"/>
                <a:gd name="T52" fmla="*/ 60 w 68"/>
                <a:gd name="T53" fmla="*/ 26 h 106"/>
                <a:gd name="T54" fmla="*/ 60 w 68"/>
                <a:gd name="T55" fmla="*/ 34 h 106"/>
                <a:gd name="T56" fmla="*/ 56 w 68"/>
                <a:gd name="T57" fmla="*/ 46 h 106"/>
                <a:gd name="T58" fmla="*/ 48 w 68"/>
                <a:gd name="T59" fmla="*/ 46 h 106"/>
                <a:gd name="T60" fmla="*/ 44 w 68"/>
                <a:gd name="T61" fmla="*/ 60 h 106"/>
                <a:gd name="T62" fmla="*/ 48 w 68"/>
                <a:gd name="T63" fmla="*/ 68 h 106"/>
                <a:gd name="T64" fmla="*/ 56 w 68"/>
                <a:gd name="T65" fmla="*/ 60 h 106"/>
                <a:gd name="T66" fmla="*/ 60 w 68"/>
                <a:gd name="T67" fmla="*/ 52 h 106"/>
                <a:gd name="T68" fmla="*/ 64 w 68"/>
                <a:gd name="T69" fmla="*/ 64 h 106"/>
                <a:gd name="T70" fmla="*/ 64 w 68"/>
                <a:gd name="T71" fmla="*/ 76 h 106"/>
                <a:gd name="T72" fmla="*/ 64 w 68"/>
                <a:gd name="T73" fmla="*/ 90 h 106"/>
                <a:gd name="T74" fmla="*/ 64 w 68"/>
                <a:gd name="T75" fmla="*/ 98 h 106"/>
                <a:gd name="T76" fmla="*/ 60 w 68"/>
                <a:gd name="T77" fmla="*/ 102 h 106"/>
                <a:gd name="T78" fmla="*/ 56 w 68"/>
                <a:gd name="T79" fmla="*/ 98 h 106"/>
                <a:gd name="T80" fmla="*/ 56 w 68"/>
                <a:gd name="T81" fmla="*/ 90 h 106"/>
                <a:gd name="T82" fmla="*/ 52 w 68"/>
                <a:gd name="T83" fmla="*/ 78 h 106"/>
                <a:gd name="T84" fmla="*/ 44 w 68"/>
                <a:gd name="T85" fmla="*/ 76 h 106"/>
                <a:gd name="T86" fmla="*/ 38 w 68"/>
                <a:gd name="T87" fmla="*/ 68 h 106"/>
                <a:gd name="T88" fmla="*/ 34 w 68"/>
                <a:gd name="T89" fmla="*/ 56 h 106"/>
                <a:gd name="T90" fmla="*/ 38 w 68"/>
                <a:gd name="T91" fmla="*/ 60 h 106"/>
                <a:gd name="T92" fmla="*/ 34 w 68"/>
                <a:gd name="T93" fmla="*/ 64 h 106"/>
                <a:gd name="T94" fmla="*/ 38 w 68"/>
                <a:gd name="T95" fmla="*/ 68 h 106"/>
                <a:gd name="T96" fmla="*/ 38 w 68"/>
                <a:gd name="T97" fmla="*/ 86 h 106"/>
                <a:gd name="T98" fmla="*/ 38 w 68"/>
                <a:gd name="T99" fmla="*/ 86 h 106"/>
                <a:gd name="T100" fmla="*/ 38 w 68"/>
                <a:gd name="T101" fmla="*/ 82 h 106"/>
                <a:gd name="T102" fmla="*/ 40 w 68"/>
                <a:gd name="T103" fmla="*/ 76 h 106"/>
                <a:gd name="T104" fmla="*/ 38 w 68"/>
                <a:gd name="T105" fmla="*/ 86 h 106"/>
                <a:gd name="T106" fmla="*/ 48 w 68"/>
                <a:gd name="T107" fmla="*/ 76 h 106"/>
                <a:gd name="T108" fmla="*/ 40 w 68"/>
                <a:gd name="T109" fmla="*/ 82 h 106"/>
                <a:gd name="T110" fmla="*/ 44 w 68"/>
                <a:gd name="T111" fmla="*/ 78 h 106"/>
                <a:gd name="T112" fmla="*/ 40 w 68"/>
                <a:gd name="T113" fmla="*/ 82 h 106"/>
                <a:gd name="T114" fmla="*/ 56 w 68"/>
                <a:gd name="T115" fmla="*/ 94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 h="106">
                  <a:moveTo>
                    <a:pt x="34" y="64"/>
                  </a:moveTo>
                  <a:lnTo>
                    <a:pt x="34" y="68"/>
                  </a:lnTo>
                  <a:lnTo>
                    <a:pt x="34" y="72"/>
                  </a:lnTo>
                  <a:lnTo>
                    <a:pt x="38" y="76"/>
                  </a:lnTo>
                  <a:lnTo>
                    <a:pt x="38" y="78"/>
                  </a:lnTo>
                  <a:lnTo>
                    <a:pt x="38" y="82"/>
                  </a:lnTo>
                  <a:lnTo>
                    <a:pt x="34" y="82"/>
                  </a:lnTo>
                  <a:lnTo>
                    <a:pt x="34" y="78"/>
                  </a:lnTo>
                  <a:lnTo>
                    <a:pt x="34" y="82"/>
                  </a:lnTo>
                  <a:lnTo>
                    <a:pt x="34" y="86"/>
                  </a:lnTo>
                  <a:lnTo>
                    <a:pt x="30" y="86"/>
                  </a:lnTo>
                  <a:lnTo>
                    <a:pt x="30" y="82"/>
                  </a:lnTo>
                  <a:lnTo>
                    <a:pt x="30" y="86"/>
                  </a:lnTo>
                  <a:lnTo>
                    <a:pt x="30" y="82"/>
                  </a:lnTo>
                  <a:lnTo>
                    <a:pt x="26" y="82"/>
                  </a:lnTo>
                  <a:lnTo>
                    <a:pt x="26" y="86"/>
                  </a:lnTo>
                  <a:lnTo>
                    <a:pt x="26" y="82"/>
                  </a:lnTo>
                  <a:lnTo>
                    <a:pt x="26" y="78"/>
                  </a:lnTo>
                  <a:lnTo>
                    <a:pt x="26" y="76"/>
                  </a:lnTo>
                  <a:lnTo>
                    <a:pt x="30" y="76"/>
                  </a:lnTo>
                  <a:lnTo>
                    <a:pt x="26" y="76"/>
                  </a:lnTo>
                  <a:lnTo>
                    <a:pt x="26" y="78"/>
                  </a:lnTo>
                  <a:lnTo>
                    <a:pt x="26" y="82"/>
                  </a:lnTo>
                  <a:lnTo>
                    <a:pt x="26" y="86"/>
                  </a:lnTo>
                  <a:lnTo>
                    <a:pt x="22" y="86"/>
                  </a:lnTo>
                  <a:lnTo>
                    <a:pt x="22" y="90"/>
                  </a:lnTo>
                  <a:lnTo>
                    <a:pt x="22" y="86"/>
                  </a:lnTo>
                  <a:lnTo>
                    <a:pt x="22" y="82"/>
                  </a:lnTo>
                  <a:lnTo>
                    <a:pt x="22" y="78"/>
                  </a:lnTo>
                  <a:lnTo>
                    <a:pt x="22" y="82"/>
                  </a:lnTo>
                  <a:lnTo>
                    <a:pt x="22" y="86"/>
                  </a:lnTo>
                  <a:lnTo>
                    <a:pt x="22" y="82"/>
                  </a:lnTo>
                  <a:lnTo>
                    <a:pt x="22" y="78"/>
                  </a:lnTo>
                  <a:lnTo>
                    <a:pt x="18" y="78"/>
                  </a:lnTo>
                  <a:lnTo>
                    <a:pt x="22" y="82"/>
                  </a:lnTo>
                  <a:lnTo>
                    <a:pt x="22" y="86"/>
                  </a:lnTo>
                  <a:lnTo>
                    <a:pt x="22" y="90"/>
                  </a:lnTo>
                  <a:lnTo>
                    <a:pt x="18" y="90"/>
                  </a:lnTo>
                  <a:lnTo>
                    <a:pt x="18" y="86"/>
                  </a:lnTo>
                  <a:lnTo>
                    <a:pt x="18" y="90"/>
                  </a:lnTo>
                  <a:lnTo>
                    <a:pt x="14" y="86"/>
                  </a:lnTo>
                  <a:lnTo>
                    <a:pt x="14" y="82"/>
                  </a:lnTo>
                  <a:lnTo>
                    <a:pt x="14" y="78"/>
                  </a:lnTo>
                  <a:lnTo>
                    <a:pt x="12" y="68"/>
                  </a:lnTo>
                  <a:lnTo>
                    <a:pt x="12" y="64"/>
                  </a:lnTo>
                  <a:lnTo>
                    <a:pt x="14" y="64"/>
                  </a:lnTo>
                  <a:lnTo>
                    <a:pt x="12" y="64"/>
                  </a:lnTo>
                  <a:lnTo>
                    <a:pt x="12" y="60"/>
                  </a:lnTo>
                  <a:lnTo>
                    <a:pt x="12" y="56"/>
                  </a:lnTo>
                  <a:lnTo>
                    <a:pt x="8" y="56"/>
                  </a:lnTo>
                  <a:lnTo>
                    <a:pt x="8" y="52"/>
                  </a:lnTo>
                  <a:lnTo>
                    <a:pt x="12" y="50"/>
                  </a:lnTo>
                  <a:lnTo>
                    <a:pt x="12" y="46"/>
                  </a:lnTo>
                  <a:lnTo>
                    <a:pt x="12" y="42"/>
                  </a:lnTo>
                  <a:lnTo>
                    <a:pt x="8" y="42"/>
                  </a:lnTo>
                  <a:lnTo>
                    <a:pt x="8" y="46"/>
                  </a:lnTo>
                  <a:lnTo>
                    <a:pt x="8" y="42"/>
                  </a:lnTo>
                  <a:lnTo>
                    <a:pt x="4" y="42"/>
                  </a:lnTo>
                  <a:lnTo>
                    <a:pt x="0" y="38"/>
                  </a:lnTo>
                  <a:lnTo>
                    <a:pt x="0" y="34"/>
                  </a:lnTo>
                  <a:lnTo>
                    <a:pt x="4" y="34"/>
                  </a:lnTo>
                  <a:lnTo>
                    <a:pt x="0" y="34"/>
                  </a:lnTo>
                  <a:lnTo>
                    <a:pt x="4" y="30"/>
                  </a:lnTo>
                  <a:lnTo>
                    <a:pt x="4" y="34"/>
                  </a:lnTo>
                  <a:lnTo>
                    <a:pt x="4" y="30"/>
                  </a:lnTo>
                  <a:lnTo>
                    <a:pt x="8" y="30"/>
                  </a:lnTo>
                  <a:lnTo>
                    <a:pt x="8" y="26"/>
                  </a:lnTo>
                  <a:lnTo>
                    <a:pt x="12" y="26"/>
                  </a:lnTo>
                  <a:lnTo>
                    <a:pt x="14" y="26"/>
                  </a:lnTo>
                  <a:lnTo>
                    <a:pt x="12" y="26"/>
                  </a:lnTo>
                  <a:lnTo>
                    <a:pt x="12" y="22"/>
                  </a:lnTo>
                  <a:lnTo>
                    <a:pt x="8" y="22"/>
                  </a:lnTo>
                  <a:lnTo>
                    <a:pt x="8" y="20"/>
                  </a:lnTo>
                  <a:lnTo>
                    <a:pt x="4" y="16"/>
                  </a:lnTo>
                  <a:lnTo>
                    <a:pt x="0" y="16"/>
                  </a:lnTo>
                  <a:lnTo>
                    <a:pt x="4" y="12"/>
                  </a:lnTo>
                  <a:lnTo>
                    <a:pt x="4" y="8"/>
                  </a:lnTo>
                  <a:lnTo>
                    <a:pt x="8" y="8"/>
                  </a:lnTo>
                  <a:lnTo>
                    <a:pt x="8" y="4"/>
                  </a:lnTo>
                  <a:lnTo>
                    <a:pt x="4" y="4"/>
                  </a:lnTo>
                  <a:lnTo>
                    <a:pt x="8" y="0"/>
                  </a:lnTo>
                  <a:lnTo>
                    <a:pt x="8" y="4"/>
                  </a:lnTo>
                  <a:lnTo>
                    <a:pt x="12" y="4"/>
                  </a:lnTo>
                  <a:lnTo>
                    <a:pt x="12" y="8"/>
                  </a:lnTo>
                  <a:lnTo>
                    <a:pt x="14" y="8"/>
                  </a:lnTo>
                  <a:lnTo>
                    <a:pt x="12" y="8"/>
                  </a:lnTo>
                  <a:lnTo>
                    <a:pt x="12" y="4"/>
                  </a:lnTo>
                  <a:lnTo>
                    <a:pt x="14" y="4"/>
                  </a:lnTo>
                  <a:lnTo>
                    <a:pt x="14" y="8"/>
                  </a:lnTo>
                  <a:lnTo>
                    <a:pt x="14" y="12"/>
                  </a:lnTo>
                  <a:lnTo>
                    <a:pt x="18" y="12"/>
                  </a:lnTo>
                  <a:lnTo>
                    <a:pt x="22" y="12"/>
                  </a:lnTo>
                  <a:lnTo>
                    <a:pt x="22" y="8"/>
                  </a:lnTo>
                  <a:lnTo>
                    <a:pt x="22" y="12"/>
                  </a:lnTo>
                  <a:lnTo>
                    <a:pt x="26" y="12"/>
                  </a:lnTo>
                  <a:lnTo>
                    <a:pt x="26" y="16"/>
                  </a:lnTo>
                  <a:lnTo>
                    <a:pt x="26" y="20"/>
                  </a:lnTo>
                  <a:lnTo>
                    <a:pt x="26" y="22"/>
                  </a:lnTo>
                  <a:lnTo>
                    <a:pt x="26" y="26"/>
                  </a:lnTo>
                  <a:lnTo>
                    <a:pt x="30" y="26"/>
                  </a:lnTo>
                  <a:lnTo>
                    <a:pt x="34" y="26"/>
                  </a:lnTo>
                  <a:lnTo>
                    <a:pt x="38" y="26"/>
                  </a:lnTo>
                  <a:lnTo>
                    <a:pt x="40" y="26"/>
                  </a:lnTo>
                  <a:lnTo>
                    <a:pt x="44" y="26"/>
                  </a:lnTo>
                  <a:lnTo>
                    <a:pt x="48" y="26"/>
                  </a:lnTo>
                  <a:lnTo>
                    <a:pt x="52" y="26"/>
                  </a:lnTo>
                  <a:lnTo>
                    <a:pt x="56" y="26"/>
                  </a:lnTo>
                  <a:lnTo>
                    <a:pt x="60" y="26"/>
                  </a:lnTo>
                  <a:lnTo>
                    <a:pt x="60" y="30"/>
                  </a:lnTo>
                  <a:lnTo>
                    <a:pt x="64" y="30"/>
                  </a:lnTo>
                  <a:lnTo>
                    <a:pt x="64" y="34"/>
                  </a:lnTo>
                  <a:lnTo>
                    <a:pt x="60" y="34"/>
                  </a:lnTo>
                  <a:lnTo>
                    <a:pt x="60" y="38"/>
                  </a:lnTo>
                  <a:lnTo>
                    <a:pt x="60" y="42"/>
                  </a:lnTo>
                  <a:lnTo>
                    <a:pt x="56" y="42"/>
                  </a:lnTo>
                  <a:lnTo>
                    <a:pt x="56" y="46"/>
                  </a:lnTo>
                  <a:lnTo>
                    <a:pt x="52" y="46"/>
                  </a:lnTo>
                  <a:lnTo>
                    <a:pt x="48" y="46"/>
                  </a:lnTo>
                  <a:lnTo>
                    <a:pt x="48" y="50"/>
                  </a:lnTo>
                  <a:lnTo>
                    <a:pt x="48" y="46"/>
                  </a:lnTo>
                  <a:lnTo>
                    <a:pt x="44" y="50"/>
                  </a:lnTo>
                  <a:lnTo>
                    <a:pt x="44" y="52"/>
                  </a:lnTo>
                  <a:lnTo>
                    <a:pt x="44" y="56"/>
                  </a:lnTo>
                  <a:lnTo>
                    <a:pt x="44" y="60"/>
                  </a:lnTo>
                  <a:lnTo>
                    <a:pt x="48" y="64"/>
                  </a:lnTo>
                  <a:lnTo>
                    <a:pt x="48" y="60"/>
                  </a:lnTo>
                  <a:lnTo>
                    <a:pt x="48" y="64"/>
                  </a:lnTo>
                  <a:lnTo>
                    <a:pt x="48" y="68"/>
                  </a:lnTo>
                  <a:lnTo>
                    <a:pt x="52" y="68"/>
                  </a:lnTo>
                  <a:lnTo>
                    <a:pt x="52" y="64"/>
                  </a:lnTo>
                  <a:lnTo>
                    <a:pt x="52" y="60"/>
                  </a:lnTo>
                  <a:lnTo>
                    <a:pt x="56" y="60"/>
                  </a:lnTo>
                  <a:lnTo>
                    <a:pt x="56" y="56"/>
                  </a:lnTo>
                  <a:lnTo>
                    <a:pt x="56" y="52"/>
                  </a:lnTo>
                  <a:lnTo>
                    <a:pt x="56" y="56"/>
                  </a:lnTo>
                  <a:lnTo>
                    <a:pt x="60" y="52"/>
                  </a:lnTo>
                  <a:lnTo>
                    <a:pt x="60" y="56"/>
                  </a:lnTo>
                  <a:lnTo>
                    <a:pt x="60" y="60"/>
                  </a:lnTo>
                  <a:lnTo>
                    <a:pt x="64" y="60"/>
                  </a:lnTo>
                  <a:lnTo>
                    <a:pt x="64" y="64"/>
                  </a:lnTo>
                  <a:lnTo>
                    <a:pt x="60" y="64"/>
                  </a:lnTo>
                  <a:lnTo>
                    <a:pt x="64" y="68"/>
                  </a:lnTo>
                  <a:lnTo>
                    <a:pt x="64" y="72"/>
                  </a:lnTo>
                  <a:lnTo>
                    <a:pt x="64" y="76"/>
                  </a:lnTo>
                  <a:lnTo>
                    <a:pt x="64" y="78"/>
                  </a:lnTo>
                  <a:lnTo>
                    <a:pt x="64" y="82"/>
                  </a:lnTo>
                  <a:lnTo>
                    <a:pt x="64" y="86"/>
                  </a:lnTo>
                  <a:lnTo>
                    <a:pt x="64" y="90"/>
                  </a:lnTo>
                  <a:lnTo>
                    <a:pt x="64" y="94"/>
                  </a:lnTo>
                  <a:lnTo>
                    <a:pt x="68" y="94"/>
                  </a:lnTo>
                  <a:lnTo>
                    <a:pt x="68" y="98"/>
                  </a:lnTo>
                  <a:lnTo>
                    <a:pt x="64" y="98"/>
                  </a:lnTo>
                  <a:lnTo>
                    <a:pt x="64" y="94"/>
                  </a:lnTo>
                  <a:lnTo>
                    <a:pt x="60" y="94"/>
                  </a:lnTo>
                  <a:lnTo>
                    <a:pt x="60" y="98"/>
                  </a:lnTo>
                  <a:lnTo>
                    <a:pt x="60" y="102"/>
                  </a:lnTo>
                  <a:lnTo>
                    <a:pt x="60" y="106"/>
                  </a:lnTo>
                  <a:lnTo>
                    <a:pt x="60" y="102"/>
                  </a:lnTo>
                  <a:lnTo>
                    <a:pt x="56" y="102"/>
                  </a:lnTo>
                  <a:lnTo>
                    <a:pt x="56" y="98"/>
                  </a:lnTo>
                  <a:lnTo>
                    <a:pt x="56" y="94"/>
                  </a:lnTo>
                  <a:lnTo>
                    <a:pt x="56" y="90"/>
                  </a:lnTo>
                  <a:lnTo>
                    <a:pt x="56" y="86"/>
                  </a:lnTo>
                  <a:lnTo>
                    <a:pt x="56" y="90"/>
                  </a:lnTo>
                  <a:lnTo>
                    <a:pt x="56" y="86"/>
                  </a:lnTo>
                  <a:lnTo>
                    <a:pt x="56" y="82"/>
                  </a:lnTo>
                  <a:lnTo>
                    <a:pt x="52" y="82"/>
                  </a:lnTo>
                  <a:lnTo>
                    <a:pt x="52" y="78"/>
                  </a:lnTo>
                  <a:lnTo>
                    <a:pt x="52" y="76"/>
                  </a:lnTo>
                  <a:lnTo>
                    <a:pt x="48" y="72"/>
                  </a:lnTo>
                  <a:lnTo>
                    <a:pt x="44" y="72"/>
                  </a:lnTo>
                  <a:lnTo>
                    <a:pt x="44" y="76"/>
                  </a:lnTo>
                  <a:lnTo>
                    <a:pt x="40" y="76"/>
                  </a:lnTo>
                  <a:lnTo>
                    <a:pt x="40" y="72"/>
                  </a:lnTo>
                  <a:lnTo>
                    <a:pt x="38" y="72"/>
                  </a:lnTo>
                  <a:lnTo>
                    <a:pt x="38" y="68"/>
                  </a:lnTo>
                  <a:lnTo>
                    <a:pt x="38" y="64"/>
                  </a:lnTo>
                  <a:lnTo>
                    <a:pt x="38" y="60"/>
                  </a:lnTo>
                  <a:lnTo>
                    <a:pt x="38" y="56"/>
                  </a:lnTo>
                  <a:lnTo>
                    <a:pt x="34" y="56"/>
                  </a:lnTo>
                  <a:lnTo>
                    <a:pt x="38" y="56"/>
                  </a:lnTo>
                  <a:lnTo>
                    <a:pt x="38" y="60"/>
                  </a:lnTo>
                  <a:lnTo>
                    <a:pt x="34" y="60"/>
                  </a:lnTo>
                  <a:lnTo>
                    <a:pt x="38" y="60"/>
                  </a:lnTo>
                  <a:lnTo>
                    <a:pt x="38" y="64"/>
                  </a:lnTo>
                  <a:lnTo>
                    <a:pt x="34" y="64"/>
                  </a:lnTo>
                  <a:lnTo>
                    <a:pt x="34" y="64"/>
                  </a:lnTo>
                  <a:lnTo>
                    <a:pt x="34" y="64"/>
                  </a:lnTo>
                  <a:close/>
                  <a:moveTo>
                    <a:pt x="38" y="72"/>
                  </a:moveTo>
                  <a:lnTo>
                    <a:pt x="34" y="72"/>
                  </a:lnTo>
                  <a:lnTo>
                    <a:pt x="34" y="68"/>
                  </a:lnTo>
                  <a:lnTo>
                    <a:pt x="38" y="68"/>
                  </a:lnTo>
                  <a:lnTo>
                    <a:pt x="38" y="72"/>
                  </a:lnTo>
                  <a:lnTo>
                    <a:pt x="38" y="72"/>
                  </a:lnTo>
                  <a:lnTo>
                    <a:pt x="38" y="72"/>
                  </a:lnTo>
                  <a:close/>
                  <a:moveTo>
                    <a:pt x="38" y="86"/>
                  </a:moveTo>
                  <a:lnTo>
                    <a:pt x="34" y="86"/>
                  </a:lnTo>
                  <a:lnTo>
                    <a:pt x="34" y="82"/>
                  </a:lnTo>
                  <a:lnTo>
                    <a:pt x="38" y="82"/>
                  </a:lnTo>
                  <a:lnTo>
                    <a:pt x="38" y="86"/>
                  </a:lnTo>
                  <a:lnTo>
                    <a:pt x="38" y="86"/>
                  </a:lnTo>
                  <a:lnTo>
                    <a:pt x="38" y="86"/>
                  </a:lnTo>
                  <a:close/>
                  <a:moveTo>
                    <a:pt x="38" y="86"/>
                  </a:moveTo>
                  <a:lnTo>
                    <a:pt x="38" y="82"/>
                  </a:lnTo>
                  <a:lnTo>
                    <a:pt x="38" y="78"/>
                  </a:lnTo>
                  <a:lnTo>
                    <a:pt x="38" y="76"/>
                  </a:lnTo>
                  <a:lnTo>
                    <a:pt x="38" y="72"/>
                  </a:lnTo>
                  <a:lnTo>
                    <a:pt x="40" y="76"/>
                  </a:lnTo>
                  <a:lnTo>
                    <a:pt x="40" y="78"/>
                  </a:lnTo>
                  <a:lnTo>
                    <a:pt x="40" y="82"/>
                  </a:lnTo>
                  <a:lnTo>
                    <a:pt x="38" y="82"/>
                  </a:lnTo>
                  <a:lnTo>
                    <a:pt x="38" y="86"/>
                  </a:lnTo>
                  <a:lnTo>
                    <a:pt x="38" y="86"/>
                  </a:lnTo>
                  <a:lnTo>
                    <a:pt x="38" y="86"/>
                  </a:lnTo>
                  <a:close/>
                  <a:moveTo>
                    <a:pt x="48" y="78"/>
                  </a:moveTo>
                  <a:lnTo>
                    <a:pt x="48" y="76"/>
                  </a:lnTo>
                  <a:lnTo>
                    <a:pt x="48" y="78"/>
                  </a:lnTo>
                  <a:lnTo>
                    <a:pt x="48" y="78"/>
                  </a:lnTo>
                  <a:lnTo>
                    <a:pt x="48" y="78"/>
                  </a:lnTo>
                  <a:close/>
                  <a:moveTo>
                    <a:pt x="40" y="82"/>
                  </a:moveTo>
                  <a:lnTo>
                    <a:pt x="44" y="82"/>
                  </a:lnTo>
                  <a:lnTo>
                    <a:pt x="44" y="78"/>
                  </a:lnTo>
                  <a:lnTo>
                    <a:pt x="44" y="76"/>
                  </a:lnTo>
                  <a:lnTo>
                    <a:pt x="44" y="78"/>
                  </a:lnTo>
                  <a:lnTo>
                    <a:pt x="44" y="82"/>
                  </a:lnTo>
                  <a:lnTo>
                    <a:pt x="40" y="82"/>
                  </a:lnTo>
                  <a:lnTo>
                    <a:pt x="40" y="82"/>
                  </a:lnTo>
                  <a:lnTo>
                    <a:pt x="40" y="82"/>
                  </a:lnTo>
                  <a:close/>
                  <a:moveTo>
                    <a:pt x="56" y="94"/>
                  </a:moveTo>
                  <a:lnTo>
                    <a:pt x="56" y="90"/>
                  </a:lnTo>
                  <a:lnTo>
                    <a:pt x="56" y="94"/>
                  </a:lnTo>
                  <a:lnTo>
                    <a:pt x="56" y="94"/>
                  </a:lnTo>
                  <a:lnTo>
                    <a:pt x="56"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4" name="Freeform 21"/>
            <p:cNvSpPr>
              <a:spLocks noChangeAspect="1"/>
            </p:cNvSpPr>
            <p:nvPr/>
          </p:nvSpPr>
          <p:spPr bwMode="gray">
            <a:xfrm>
              <a:off x="6984460" y="3660510"/>
              <a:ext cx="83485" cy="52178"/>
            </a:xfrm>
            <a:custGeom>
              <a:avLst/>
              <a:gdLst>
                <a:gd name="T0" fmla="*/ 44 w 48"/>
                <a:gd name="T1" fmla="*/ 26 h 30"/>
                <a:gd name="T2" fmla="*/ 38 w 48"/>
                <a:gd name="T3" fmla="*/ 26 h 30"/>
                <a:gd name="T4" fmla="*/ 38 w 48"/>
                <a:gd name="T5" fmla="*/ 26 h 30"/>
                <a:gd name="T6" fmla="*/ 38 w 48"/>
                <a:gd name="T7" fmla="*/ 30 h 30"/>
                <a:gd name="T8" fmla="*/ 34 w 48"/>
                <a:gd name="T9" fmla="*/ 26 h 30"/>
                <a:gd name="T10" fmla="*/ 30 w 48"/>
                <a:gd name="T11" fmla="*/ 30 h 30"/>
                <a:gd name="T12" fmla="*/ 26 w 48"/>
                <a:gd name="T13" fmla="*/ 30 h 30"/>
                <a:gd name="T14" fmla="*/ 22 w 48"/>
                <a:gd name="T15" fmla="*/ 26 h 30"/>
                <a:gd name="T16" fmla="*/ 18 w 48"/>
                <a:gd name="T17" fmla="*/ 26 h 30"/>
                <a:gd name="T18" fmla="*/ 18 w 48"/>
                <a:gd name="T19" fmla="*/ 30 h 30"/>
                <a:gd name="T20" fmla="*/ 14 w 48"/>
                <a:gd name="T21" fmla="*/ 30 h 30"/>
                <a:gd name="T22" fmla="*/ 10 w 48"/>
                <a:gd name="T23" fmla="*/ 30 h 30"/>
                <a:gd name="T24" fmla="*/ 10 w 48"/>
                <a:gd name="T25" fmla="*/ 26 h 30"/>
                <a:gd name="T26" fmla="*/ 6 w 48"/>
                <a:gd name="T27" fmla="*/ 26 h 30"/>
                <a:gd name="T28" fmla="*/ 6 w 48"/>
                <a:gd name="T29" fmla="*/ 26 h 30"/>
                <a:gd name="T30" fmla="*/ 4 w 48"/>
                <a:gd name="T31" fmla="*/ 26 h 30"/>
                <a:gd name="T32" fmla="*/ 0 w 48"/>
                <a:gd name="T33" fmla="*/ 26 h 30"/>
                <a:gd name="T34" fmla="*/ 0 w 48"/>
                <a:gd name="T35" fmla="*/ 24 h 30"/>
                <a:gd name="T36" fmla="*/ 0 w 48"/>
                <a:gd name="T37" fmla="*/ 20 h 30"/>
                <a:gd name="T38" fmla="*/ 0 w 48"/>
                <a:gd name="T39" fmla="*/ 20 h 30"/>
                <a:gd name="T40" fmla="*/ 4 w 48"/>
                <a:gd name="T41" fmla="*/ 20 h 30"/>
                <a:gd name="T42" fmla="*/ 4 w 48"/>
                <a:gd name="T43" fmla="*/ 16 h 30"/>
                <a:gd name="T44" fmla="*/ 4 w 48"/>
                <a:gd name="T45" fmla="*/ 16 h 30"/>
                <a:gd name="T46" fmla="*/ 6 w 48"/>
                <a:gd name="T47" fmla="*/ 12 h 30"/>
                <a:gd name="T48" fmla="*/ 6 w 48"/>
                <a:gd name="T49" fmla="*/ 8 h 30"/>
                <a:gd name="T50" fmla="*/ 6 w 48"/>
                <a:gd name="T51" fmla="*/ 8 h 30"/>
                <a:gd name="T52" fmla="*/ 10 w 48"/>
                <a:gd name="T53" fmla="*/ 4 h 30"/>
                <a:gd name="T54" fmla="*/ 14 w 48"/>
                <a:gd name="T55" fmla="*/ 4 h 30"/>
                <a:gd name="T56" fmla="*/ 18 w 48"/>
                <a:gd name="T57" fmla="*/ 0 h 30"/>
                <a:gd name="T58" fmla="*/ 18 w 48"/>
                <a:gd name="T59" fmla="*/ 0 h 30"/>
                <a:gd name="T60" fmla="*/ 22 w 48"/>
                <a:gd name="T61" fmla="*/ 0 h 30"/>
                <a:gd name="T62" fmla="*/ 22 w 48"/>
                <a:gd name="T63" fmla="*/ 4 h 30"/>
                <a:gd name="T64" fmla="*/ 22 w 48"/>
                <a:gd name="T65" fmla="*/ 4 h 30"/>
                <a:gd name="T66" fmla="*/ 26 w 48"/>
                <a:gd name="T67" fmla="*/ 4 h 30"/>
                <a:gd name="T68" fmla="*/ 30 w 48"/>
                <a:gd name="T69" fmla="*/ 4 h 30"/>
                <a:gd name="T70" fmla="*/ 30 w 48"/>
                <a:gd name="T71" fmla="*/ 8 h 30"/>
                <a:gd name="T72" fmla="*/ 34 w 48"/>
                <a:gd name="T73" fmla="*/ 8 h 30"/>
                <a:gd name="T74" fmla="*/ 38 w 48"/>
                <a:gd name="T75" fmla="*/ 4 h 30"/>
                <a:gd name="T76" fmla="*/ 38 w 48"/>
                <a:gd name="T77" fmla="*/ 8 h 30"/>
                <a:gd name="T78" fmla="*/ 40 w 48"/>
                <a:gd name="T79" fmla="*/ 8 h 30"/>
                <a:gd name="T80" fmla="*/ 40 w 48"/>
                <a:gd name="T81" fmla="*/ 8 h 30"/>
                <a:gd name="T82" fmla="*/ 40 w 48"/>
                <a:gd name="T83" fmla="*/ 12 h 30"/>
                <a:gd name="T84" fmla="*/ 40 w 48"/>
                <a:gd name="T85" fmla="*/ 12 h 30"/>
                <a:gd name="T86" fmla="*/ 40 w 48"/>
                <a:gd name="T87" fmla="*/ 16 h 30"/>
                <a:gd name="T88" fmla="*/ 44 w 48"/>
                <a:gd name="T89" fmla="*/ 16 h 30"/>
                <a:gd name="T90" fmla="*/ 48 w 48"/>
                <a:gd name="T91" fmla="*/ 20 h 30"/>
                <a:gd name="T92" fmla="*/ 44 w 48"/>
                <a:gd name="T93" fmla="*/ 24 h 30"/>
                <a:gd name="T94" fmla="*/ 48 w 48"/>
                <a:gd name="T95" fmla="*/ 26 h 30"/>
                <a:gd name="T96" fmla="*/ 44 w 48"/>
                <a:gd name="T97" fmla="*/ 26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8" h="30">
                  <a:moveTo>
                    <a:pt x="44" y="26"/>
                  </a:moveTo>
                  <a:lnTo>
                    <a:pt x="44" y="26"/>
                  </a:lnTo>
                  <a:lnTo>
                    <a:pt x="44" y="26"/>
                  </a:lnTo>
                  <a:lnTo>
                    <a:pt x="44" y="26"/>
                  </a:lnTo>
                  <a:lnTo>
                    <a:pt x="44" y="26"/>
                  </a:lnTo>
                  <a:lnTo>
                    <a:pt x="40" y="26"/>
                  </a:lnTo>
                  <a:lnTo>
                    <a:pt x="40" y="26"/>
                  </a:lnTo>
                  <a:lnTo>
                    <a:pt x="38" y="26"/>
                  </a:lnTo>
                  <a:lnTo>
                    <a:pt x="38" y="26"/>
                  </a:lnTo>
                  <a:lnTo>
                    <a:pt x="38" y="26"/>
                  </a:lnTo>
                  <a:lnTo>
                    <a:pt x="38" y="26"/>
                  </a:lnTo>
                  <a:lnTo>
                    <a:pt x="38" y="26"/>
                  </a:lnTo>
                  <a:lnTo>
                    <a:pt x="38" y="26"/>
                  </a:lnTo>
                  <a:lnTo>
                    <a:pt x="38" y="26"/>
                  </a:lnTo>
                  <a:lnTo>
                    <a:pt x="38" y="30"/>
                  </a:lnTo>
                  <a:lnTo>
                    <a:pt x="38" y="30"/>
                  </a:lnTo>
                  <a:lnTo>
                    <a:pt x="34" y="30"/>
                  </a:lnTo>
                  <a:lnTo>
                    <a:pt x="34" y="26"/>
                  </a:lnTo>
                  <a:lnTo>
                    <a:pt x="34" y="26"/>
                  </a:lnTo>
                  <a:lnTo>
                    <a:pt x="34" y="26"/>
                  </a:lnTo>
                  <a:lnTo>
                    <a:pt x="34" y="26"/>
                  </a:lnTo>
                  <a:lnTo>
                    <a:pt x="30" y="30"/>
                  </a:lnTo>
                  <a:lnTo>
                    <a:pt x="30" y="30"/>
                  </a:lnTo>
                  <a:lnTo>
                    <a:pt x="30" y="30"/>
                  </a:lnTo>
                  <a:lnTo>
                    <a:pt x="30" y="30"/>
                  </a:lnTo>
                  <a:lnTo>
                    <a:pt x="26" y="30"/>
                  </a:lnTo>
                  <a:lnTo>
                    <a:pt x="26" y="30"/>
                  </a:lnTo>
                  <a:lnTo>
                    <a:pt x="26" y="30"/>
                  </a:lnTo>
                  <a:lnTo>
                    <a:pt x="26" y="30"/>
                  </a:lnTo>
                  <a:lnTo>
                    <a:pt x="26" y="26"/>
                  </a:lnTo>
                  <a:lnTo>
                    <a:pt x="26" y="26"/>
                  </a:lnTo>
                  <a:lnTo>
                    <a:pt x="22" y="26"/>
                  </a:lnTo>
                  <a:lnTo>
                    <a:pt x="22" y="26"/>
                  </a:lnTo>
                  <a:lnTo>
                    <a:pt x="22" y="26"/>
                  </a:lnTo>
                  <a:lnTo>
                    <a:pt x="22" y="26"/>
                  </a:lnTo>
                  <a:lnTo>
                    <a:pt x="18" y="26"/>
                  </a:lnTo>
                  <a:lnTo>
                    <a:pt x="18" y="26"/>
                  </a:lnTo>
                  <a:lnTo>
                    <a:pt x="18" y="26"/>
                  </a:lnTo>
                  <a:lnTo>
                    <a:pt x="18" y="30"/>
                  </a:lnTo>
                  <a:lnTo>
                    <a:pt x="18" y="30"/>
                  </a:lnTo>
                  <a:lnTo>
                    <a:pt x="18" y="30"/>
                  </a:lnTo>
                  <a:lnTo>
                    <a:pt x="18" y="30"/>
                  </a:lnTo>
                  <a:lnTo>
                    <a:pt x="14" y="30"/>
                  </a:lnTo>
                  <a:lnTo>
                    <a:pt x="14" y="30"/>
                  </a:lnTo>
                  <a:lnTo>
                    <a:pt x="14" y="30"/>
                  </a:lnTo>
                  <a:lnTo>
                    <a:pt x="14" y="30"/>
                  </a:lnTo>
                  <a:lnTo>
                    <a:pt x="10" y="30"/>
                  </a:lnTo>
                  <a:lnTo>
                    <a:pt x="10" y="30"/>
                  </a:lnTo>
                  <a:lnTo>
                    <a:pt x="10" y="30"/>
                  </a:lnTo>
                  <a:lnTo>
                    <a:pt x="10" y="30"/>
                  </a:lnTo>
                  <a:lnTo>
                    <a:pt x="10" y="26"/>
                  </a:lnTo>
                  <a:lnTo>
                    <a:pt x="10" y="26"/>
                  </a:lnTo>
                  <a:lnTo>
                    <a:pt x="10" y="26"/>
                  </a:lnTo>
                  <a:lnTo>
                    <a:pt x="10" y="26"/>
                  </a:lnTo>
                  <a:lnTo>
                    <a:pt x="6" y="26"/>
                  </a:lnTo>
                  <a:lnTo>
                    <a:pt x="6" y="26"/>
                  </a:lnTo>
                  <a:lnTo>
                    <a:pt x="6" y="26"/>
                  </a:lnTo>
                  <a:lnTo>
                    <a:pt x="6" y="26"/>
                  </a:lnTo>
                  <a:lnTo>
                    <a:pt x="6" y="26"/>
                  </a:lnTo>
                  <a:lnTo>
                    <a:pt x="6" y="26"/>
                  </a:lnTo>
                  <a:lnTo>
                    <a:pt x="4" y="26"/>
                  </a:lnTo>
                  <a:lnTo>
                    <a:pt x="4" y="26"/>
                  </a:lnTo>
                  <a:lnTo>
                    <a:pt x="4" y="26"/>
                  </a:lnTo>
                  <a:lnTo>
                    <a:pt x="4" y="26"/>
                  </a:lnTo>
                  <a:lnTo>
                    <a:pt x="4" y="26"/>
                  </a:lnTo>
                  <a:lnTo>
                    <a:pt x="4" y="26"/>
                  </a:lnTo>
                  <a:lnTo>
                    <a:pt x="4" y="26"/>
                  </a:lnTo>
                  <a:lnTo>
                    <a:pt x="0" y="26"/>
                  </a:lnTo>
                  <a:lnTo>
                    <a:pt x="0" y="24"/>
                  </a:lnTo>
                  <a:lnTo>
                    <a:pt x="0" y="24"/>
                  </a:lnTo>
                  <a:lnTo>
                    <a:pt x="0" y="24"/>
                  </a:lnTo>
                  <a:lnTo>
                    <a:pt x="0" y="24"/>
                  </a:lnTo>
                  <a:lnTo>
                    <a:pt x="0" y="24"/>
                  </a:lnTo>
                  <a:lnTo>
                    <a:pt x="0" y="24"/>
                  </a:lnTo>
                  <a:lnTo>
                    <a:pt x="0" y="24"/>
                  </a:lnTo>
                  <a:lnTo>
                    <a:pt x="0" y="20"/>
                  </a:lnTo>
                  <a:lnTo>
                    <a:pt x="0" y="20"/>
                  </a:lnTo>
                  <a:lnTo>
                    <a:pt x="0" y="20"/>
                  </a:lnTo>
                  <a:lnTo>
                    <a:pt x="0" y="20"/>
                  </a:lnTo>
                  <a:lnTo>
                    <a:pt x="0" y="20"/>
                  </a:lnTo>
                  <a:lnTo>
                    <a:pt x="0" y="20"/>
                  </a:lnTo>
                  <a:lnTo>
                    <a:pt x="0" y="20"/>
                  </a:lnTo>
                  <a:lnTo>
                    <a:pt x="4" y="20"/>
                  </a:lnTo>
                  <a:lnTo>
                    <a:pt x="4" y="20"/>
                  </a:lnTo>
                  <a:lnTo>
                    <a:pt x="4" y="16"/>
                  </a:lnTo>
                  <a:lnTo>
                    <a:pt x="4" y="16"/>
                  </a:lnTo>
                  <a:lnTo>
                    <a:pt x="4" y="16"/>
                  </a:lnTo>
                  <a:lnTo>
                    <a:pt x="4" y="16"/>
                  </a:lnTo>
                  <a:lnTo>
                    <a:pt x="4" y="16"/>
                  </a:lnTo>
                  <a:lnTo>
                    <a:pt x="4" y="16"/>
                  </a:lnTo>
                  <a:lnTo>
                    <a:pt x="4" y="16"/>
                  </a:lnTo>
                  <a:lnTo>
                    <a:pt x="4" y="16"/>
                  </a:lnTo>
                  <a:lnTo>
                    <a:pt x="4" y="12"/>
                  </a:lnTo>
                  <a:lnTo>
                    <a:pt x="4" y="12"/>
                  </a:lnTo>
                  <a:lnTo>
                    <a:pt x="4" y="12"/>
                  </a:lnTo>
                  <a:lnTo>
                    <a:pt x="6" y="12"/>
                  </a:lnTo>
                  <a:lnTo>
                    <a:pt x="6" y="12"/>
                  </a:lnTo>
                  <a:lnTo>
                    <a:pt x="6" y="12"/>
                  </a:lnTo>
                  <a:lnTo>
                    <a:pt x="6" y="8"/>
                  </a:lnTo>
                  <a:lnTo>
                    <a:pt x="6" y="8"/>
                  </a:lnTo>
                  <a:lnTo>
                    <a:pt x="6" y="8"/>
                  </a:lnTo>
                  <a:lnTo>
                    <a:pt x="6" y="8"/>
                  </a:lnTo>
                  <a:lnTo>
                    <a:pt x="6" y="8"/>
                  </a:lnTo>
                  <a:lnTo>
                    <a:pt x="6" y="8"/>
                  </a:lnTo>
                  <a:lnTo>
                    <a:pt x="6" y="8"/>
                  </a:lnTo>
                  <a:lnTo>
                    <a:pt x="10" y="4"/>
                  </a:lnTo>
                  <a:lnTo>
                    <a:pt x="10" y="4"/>
                  </a:lnTo>
                  <a:lnTo>
                    <a:pt x="10" y="4"/>
                  </a:lnTo>
                  <a:lnTo>
                    <a:pt x="10" y="4"/>
                  </a:lnTo>
                  <a:lnTo>
                    <a:pt x="10" y="4"/>
                  </a:lnTo>
                  <a:lnTo>
                    <a:pt x="10" y="4"/>
                  </a:lnTo>
                  <a:lnTo>
                    <a:pt x="14" y="4"/>
                  </a:lnTo>
                  <a:lnTo>
                    <a:pt x="14" y="4"/>
                  </a:lnTo>
                  <a:lnTo>
                    <a:pt x="14" y="0"/>
                  </a:lnTo>
                  <a:lnTo>
                    <a:pt x="14" y="0"/>
                  </a:lnTo>
                  <a:lnTo>
                    <a:pt x="18" y="0"/>
                  </a:lnTo>
                  <a:lnTo>
                    <a:pt x="18" y="0"/>
                  </a:lnTo>
                  <a:lnTo>
                    <a:pt x="18" y="0"/>
                  </a:lnTo>
                  <a:lnTo>
                    <a:pt x="18" y="0"/>
                  </a:lnTo>
                  <a:lnTo>
                    <a:pt x="18" y="0"/>
                  </a:lnTo>
                  <a:lnTo>
                    <a:pt x="22" y="0"/>
                  </a:lnTo>
                  <a:lnTo>
                    <a:pt x="22" y="0"/>
                  </a:lnTo>
                  <a:lnTo>
                    <a:pt x="22" y="0"/>
                  </a:lnTo>
                  <a:lnTo>
                    <a:pt x="22" y="0"/>
                  </a:lnTo>
                  <a:lnTo>
                    <a:pt x="22" y="4"/>
                  </a:lnTo>
                  <a:lnTo>
                    <a:pt x="22" y="4"/>
                  </a:lnTo>
                  <a:lnTo>
                    <a:pt x="22" y="4"/>
                  </a:lnTo>
                  <a:lnTo>
                    <a:pt x="22" y="4"/>
                  </a:lnTo>
                  <a:lnTo>
                    <a:pt x="22" y="4"/>
                  </a:lnTo>
                  <a:lnTo>
                    <a:pt x="22" y="4"/>
                  </a:lnTo>
                  <a:lnTo>
                    <a:pt x="22" y="4"/>
                  </a:lnTo>
                  <a:lnTo>
                    <a:pt x="22" y="4"/>
                  </a:lnTo>
                  <a:lnTo>
                    <a:pt x="26" y="4"/>
                  </a:lnTo>
                  <a:lnTo>
                    <a:pt x="26" y="4"/>
                  </a:lnTo>
                  <a:lnTo>
                    <a:pt x="26" y="4"/>
                  </a:lnTo>
                  <a:lnTo>
                    <a:pt x="26" y="4"/>
                  </a:lnTo>
                  <a:lnTo>
                    <a:pt x="26" y="4"/>
                  </a:lnTo>
                  <a:lnTo>
                    <a:pt x="30" y="4"/>
                  </a:lnTo>
                  <a:lnTo>
                    <a:pt x="30" y="4"/>
                  </a:lnTo>
                  <a:lnTo>
                    <a:pt x="30" y="4"/>
                  </a:lnTo>
                  <a:lnTo>
                    <a:pt x="30" y="4"/>
                  </a:lnTo>
                  <a:lnTo>
                    <a:pt x="30" y="8"/>
                  </a:lnTo>
                  <a:lnTo>
                    <a:pt x="30" y="8"/>
                  </a:lnTo>
                  <a:lnTo>
                    <a:pt x="30" y="8"/>
                  </a:lnTo>
                  <a:lnTo>
                    <a:pt x="34" y="8"/>
                  </a:lnTo>
                  <a:lnTo>
                    <a:pt x="34" y="8"/>
                  </a:lnTo>
                  <a:lnTo>
                    <a:pt x="34" y="8"/>
                  </a:lnTo>
                  <a:lnTo>
                    <a:pt x="34" y="8"/>
                  </a:lnTo>
                  <a:lnTo>
                    <a:pt x="34" y="4"/>
                  </a:lnTo>
                  <a:lnTo>
                    <a:pt x="34" y="4"/>
                  </a:lnTo>
                  <a:lnTo>
                    <a:pt x="34" y="4"/>
                  </a:lnTo>
                  <a:lnTo>
                    <a:pt x="38" y="4"/>
                  </a:lnTo>
                  <a:lnTo>
                    <a:pt x="38" y="4"/>
                  </a:lnTo>
                  <a:lnTo>
                    <a:pt x="38" y="8"/>
                  </a:lnTo>
                  <a:lnTo>
                    <a:pt x="38" y="8"/>
                  </a:lnTo>
                  <a:lnTo>
                    <a:pt x="38" y="8"/>
                  </a:lnTo>
                  <a:lnTo>
                    <a:pt x="38" y="8"/>
                  </a:lnTo>
                  <a:lnTo>
                    <a:pt x="38" y="8"/>
                  </a:lnTo>
                  <a:lnTo>
                    <a:pt x="40" y="8"/>
                  </a:lnTo>
                  <a:lnTo>
                    <a:pt x="40" y="8"/>
                  </a:lnTo>
                  <a:lnTo>
                    <a:pt x="40" y="8"/>
                  </a:lnTo>
                  <a:lnTo>
                    <a:pt x="40" y="8"/>
                  </a:lnTo>
                  <a:lnTo>
                    <a:pt x="40" y="8"/>
                  </a:lnTo>
                  <a:lnTo>
                    <a:pt x="40" y="8"/>
                  </a:lnTo>
                  <a:lnTo>
                    <a:pt x="40" y="8"/>
                  </a:lnTo>
                  <a:lnTo>
                    <a:pt x="40" y="12"/>
                  </a:lnTo>
                  <a:lnTo>
                    <a:pt x="40" y="12"/>
                  </a:lnTo>
                  <a:lnTo>
                    <a:pt x="40" y="12"/>
                  </a:lnTo>
                  <a:lnTo>
                    <a:pt x="40" y="12"/>
                  </a:lnTo>
                  <a:lnTo>
                    <a:pt x="40" y="12"/>
                  </a:lnTo>
                  <a:lnTo>
                    <a:pt x="40" y="12"/>
                  </a:lnTo>
                  <a:lnTo>
                    <a:pt x="40" y="12"/>
                  </a:lnTo>
                  <a:lnTo>
                    <a:pt x="40" y="12"/>
                  </a:lnTo>
                  <a:lnTo>
                    <a:pt x="40" y="12"/>
                  </a:lnTo>
                  <a:lnTo>
                    <a:pt x="40" y="16"/>
                  </a:lnTo>
                  <a:lnTo>
                    <a:pt x="40" y="16"/>
                  </a:lnTo>
                  <a:lnTo>
                    <a:pt x="40" y="16"/>
                  </a:lnTo>
                  <a:lnTo>
                    <a:pt x="40" y="16"/>
                  </a:lnTo>
                  <a:lnTo>
                    <a:pt x="44" y="16"/>
                  </a:lnTo>
                  <a:lnTo>
                    <a:pt x="44" y="16"/>
                  </a:lnTo>
                  <a:lnTo>
                    <a:pt x="44" y="16"/>
                  </a:lnTo>
                  <a:lnTo>
                    <a:pt x="44" y="20"/>
                  </a:lnTo>
                  <a:lnTo>
                    <a:pt x="44" y="20"/>
                  </a:lnTo>
                  <a:lnTo>
                    <a:pt x="48" y="20"/>
                  </a:lnTo>
                  <a:lnTo>
                    <a:pt x="44" y="24"/>
                  </a:lnTo>
                  <a:lnTo>
                    <a:pt x="44" y="24"/>
                  </a:lnTo>
                  <a:lnTo>
                    <a:pt x="44" y="24"/>
                  </a:lnTo>
                  <a:lnTo>
                    <a:pt x="44" y="24"/>
                  </a:lnTo>
                  <a:lnTo>
                    <a:pt x="44" y="24"/>
                  </a:lnTo>
                  <a:lnTo>
                    <a:pt x="44" y="24"/>
                  </a:lnTo>
                  <a:lnTo>
                    <a:pt x="44" y="24"/>
                  </a:lnTo>
                  <a:lnTo>
                    <a:pt x="48" y="26"/>
                  </a:lnTo>
                  <a:lnTo>
                    <a:pt x="48" y="26"/>
                  </a:lnTo>
                  <a:lnTo>
                    <a:pt x="48" y="26"/>
                  </a:lnTo>
                  <a:lnTo>
                    <a:pt x="44" y="26"/>
                  </a:lnTo>
                  <a:lnTo>
                    <a:pt x="44" y="26"/>
                  </a:lnTo>
                  <a:lnTo>
                    <a:pt x="44" y="26"/>
                  </a:lnTo>
                  <a:lnTo>
                    <a:pt x="4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5" name="Freeform 23"/>
            <p:cNvSpPr>
              <a:spLocks noChangeAspect="1"/>
            </p:cNvSpPr>
            <p:nvPr/>
          </p:nvSpPr>
          <p:spPr bwMode="gray">
            <a:xfrm>
              <a:off x="7314921" y="4081411"/>
              <a:ext cx="128706" cy="128705"/>
            </a:xfrm>
            <a:custGeom>
              <a:avLst/>
              <a:gdLst>
                <a:gd name="T0" fmla="*/ 40 w 74"/>
                <a:gd name="T1" fmla="*/ 68 h 74"/>
                <a:gd name="T2" fmla="*/ 36 w 74"/>
                <a:gd name="T3" fmla="*/ 70 h 74"/>
                <a:gd name="T4" fmla="*/ 36 w 74"/>
                <a:gd name="T5" fmla="*/ 70 h 74"/>
                <a:gd name="T6" fmla="*/ 32 w 74"/>
                <a:gd name="T7" fmla="*/ 70 h 74"/>
                <a:gd name="T8" fmla="*/ 30 w 74"/>
                <a:gd name="T9" fmla="*/ 70 h 74"/>
                <a:gd name="T10" fmla="*/ 26 w 74"/>
                <a:gd name="T11" fmla="*/ 70 h 74"/>
                <a:gd name="T12" fmla="*/ 22 w 74"/>
                <a:gd name="T13" fmla="*/ 70 h 74"/>
                <a:gd name="T14" fmla="*/ 18 w 74"/>
                <a:gd name="T15" fmla="*/ 68 h 74"/>
                <a:gd name="T16" fmla="*/ 22 w 74"/>
                <a:gd name="T17" fmla="*/ 64 h 74"/>
                <a:gd name="T18" fmla="*/ 18 w 74"/>
                <a:gd name="T19" fmla="*/ 64 h 74"/>
                <a:gd name="T20" fmla="*/ 10 w 74"/>
                <a:gd name="T21" fmla="*/ 64 h 74"/>
                <a:gd name="T22" fmla="*/ 10 w 74"/>
                <a:gd name="T23" fmla="*/ 56 h 74"/>
                <a:gd name="T24" fmla="*/ 10 w 74"/>
                <a:gd name="T25" fmla="*/ 52 h 74"/>
                <a:gd name="T26" fmla="*/ 10 w 74"/>
                <a:gd name="T27" fmla="*/ 52 h 74"/>
                <a:gd name="T28" fmla="*/ 10 w 74"/>
                <a:gd name="T29" fmla="*/ 52 h 74"/>
                <a:gd name="T30" fmla="*/ 10 w 74"/>
                <a:gd name="T31" fmla="*/ 48 h 74"/>
                <a:gd name="T32" fmla="*/ 10 w 74"/>
                <a:gd name="T33" fmla="*/ 52 h 74"/>
                <a:gd name="T34" fmla="*/ 6 w 74"/>
                <a:gd name="T35" fmla="*/ 48 h 74"/>
                <a:gd name="T36" fmla="*/ 6 w 74"/>
                <a:gd name="T37" fmla="*/ 38 h 74"/>
                <a:gd name="T38" fmla="*/ 4 w 74"/>
                <a:gd name="T39" fmla="*/ 34 h 74"/>
                <a:gd name="T40" fmla="*/ 4 w 74"/>
                <a:gd name="T41" fmla="*/ 26 h 74"/>
                <a:gd name="T42" fmla="*/ 4 w 74"/>
                <a:gd name="T43" fmla="*/ 20 h 74"/>
                <a:gd name="T44" fmla="*/ 4 w 74"/>
                <a:gd name="T45" fmla="*/ 20 h 74"/>
                <a:gd name="T46" fmla="*/ 6 w 74"/>
                <a:gd name="T47" fmla="*/ 16 h 74"/>
                <a:gd name="T48" fmla="*/ 10 w 74"/>
                <a:gd name="T49" fmla="*/ 8 h 74"/>
                <a:gd name="T50" fmla="*/ 10 w 74"/>
                <a:gd name="T51" fmla="*/ 8 h 74"/>
                <a:gd name="T52" fmla="*/ 14 w 74"/>
                <a:gd name="T53" fmla="*/ 4 h 74"/>
                <a:gd name="T54" fmla="*/ 18 w 74"/>
                <a:gd name="T55" fmla="*/ 4 h 74"/>
                <a:gd name="T56" fmla="*/ 26 w 74"/>
                <a:gd name="T57" fmla="*/ 4 h 74"/>
                <a:gd name="T58" fmla="*/ 32 w 74"/>
                <a:gd name="T59" fmla="*/ 4 h 74"/>
                <a:gd name="T60" fmla="*/ 36 w 74"/>
                <a:gd name="T61" fmla="*/ 4 h 74"/>
                <a:gd name="T62" fmla="*/ 40 w 74"/>
                <a:gd name="T63" fmla="*/ 8 h 74"/>
                <a:gd name="T64" fmla="*/ 40 w 74"/>
                <a:gd name="T65" fmla="*/ 4 h 74"/>
                <a:gd name="T66" fmla="*/ 48 w 74"/>
                <a:gd name="T67" fmla="*/ 8 h 74"/>
                <a:gd name="T68" fmla="*/ 52 w 74"/>
                <a:gd name="T69" fmla="*/ 12 h 74"/>
                <a:gd name="T70" fmla="*/ 54 w 74"/>
                <a:gd name="T71" fmla="*/ 8 h 74"/>
                <a:gd name="T72" fmla="*/ 54 w 74"/>
                <a:gd name="T73" fmla="*/ 4 h 74"/>
                <a:gd name="T74" fmla="*/ 54 w 74"/>
                <a:gd name="T75" fmla="*/ 4 h 74"/>
                <a:gd name="T76" fmla="*/ 58 w 74"/>
                <a:gd name="T77" fmla="*/ 0 h 74"/>
                <a:gd name="T78" fmla="*/ 62 w 74"/>
                <a:gd name="T79" fmla="*/ 4 h 74"/>
                <a:gd name="T80" fmla="*/ 70 w 74"/>
                <a:gd name="T81" fmla="*/ 0 h 74"/>
                <a:gd name="T82" fmla="*/ 74 w 74"/>
                <a:gd name="T83" fmla="*/ 4 h 74"/>
                <a:gd name="T84" fmla="*/ 74 w 74"/>
                <a:gd name="T85" fmla="*/ 8 h 74"/>
                <a:gd name="T86" fmla="*/ 74 w 74"/>
                <a:gd name="T87" fmla="*/ 12 h 74"/>
                <a:gd name="T88" fmla="*/ 74 w 74"/>
                <a:gd name="T89" fmla="*/ 22 h 74"/>
                <a:gd name="T90" fmla="*/ 74 w 74"/>
                <a:gd name="T91" fmla="*/ 38 h 74"/>
                <a:gd name="T92" fmla="*/ 74 w 74"/>
                <a:gd name="T93" fmla="*/ 42 h 74"/>
                <a:gd name="T94" fmla="*/ 70 w 74"/>
                <a:gd name="T95" fmla="*/ 42 h 74"/>
                <a:gd name="T96" fmla="*/ 66 w 74"/>
                <a:gd name="T97" fmla="*/ 44 h 74"/>
                <a:gd name="T98" fmla="*/ 62 w 74"/>
                <a:gd name="T99" fmla="*/ 44 h 74"/>
                <a:gd name="T100" fmla="*/ 58 w 74"/>
                <a:gd name="T101" fmla="*/ 48 h 74"/>
                <a:gd name="T102" fmla="*/ 54 w 74"/>
                <a:gd name="T103" fmla="*/ 48 h 74"/>
                <a:gd name="T104" fmla="*/ 52 w 74"/>
                <a:gd name="T105" fmla="*/ 52 h 74"/>
                <a:gd name="T106" fmla="*/ 52 w 74"/>
                <a:gd name="T107" fmla="*/ 56 h 74"/>
                <a:gd name="T108" fmla="*/ 54 w 74"/>
                <a:gd name="T109" fmla="*/ 64 h 74"/>
                <a:gd name="T110" fmla="*/ 54 w 74"/>
                <a:gd name="T111" fmla="*/ 64 h 74"/>
                <a:gd name="T112" fmla="*/ 48 w 74"/>
                <a:gd name="T113" fmla="*/ 64 h 74"/>
                <a:gd name="T114" fmla="*/ 48 w 74"/>
                <a:gd name="T115" fmla="*/ 64 h 74"/>
                <a:gd name="T116" fmla="*/ 44 w 74"/>
                <a:gd name="T117" fmla="*/ 6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4" h="74">
                  <a:moveTo>
                    <a:pt x="40" y="64"/>
                  </a:moveTo>
                  <a:lnTo>
                    <a:pt x="40" y="64"/>
                  </a:lnTo>
                  <a:lnTo>
                    <a:pt x="40" y="64"/>
                  </a:lnTo>
                  <a:lnTo>
                    <a:pt x="40" y="64"/>
                  </a:lnTo>
                  <a:lnTo>
                    <a:pt x="40" y="68"/>
                  </a:lnTo>
                  <a:lnTo>
                    <a:pt x="40" y="68"/>
                  </a:lnTo>
                  <a:lnTo>
                    <a:pt x="40" y="68"/>
                  </a:lnTo>
                  <a:lnTo>
                    <a:pt x="40" y="68"/>
                  </a:lnTo>
                  <a:lnTo>
                    <a:pt x="40" y="68"/>
                  </a:lnTo>
                  <a:lnTo>
                    <a:pt x="40" y="68"/>
                  </a:lnTo>
                  <a:lnTo>
                    <a:pt x="36" y="70"/>
                  </a:lnTo>
                  <a:lnTo>
                    <a:pt x="36" y="70"/>
                  </a:lnTo>
                  <a:lnTo>
                    <a:pt x="36" y="70"/>
                  </a:lnTo>
                  <a:lnTo>
                    <a:pt x="36" y="70"/>
                  </a:lnTo>
                  <a:lnTo>
                    <a:pt x="36" y="70"/>
                  </a:lnTo>
                  <a:lnTo>
                    <a:pt x="36" y="70"/>
                  </a:lnTo>
                  <a:lnTo>
                    <a:pt x="36" y="70"/>
                  </a:lnTo>
                  <a:lnTo>
                    <a:pt x="36" y="70"/>
                  </a:lnTo>
                  <a:lnTo>
                    <a:pt x="36" y="70"/>
                  </a:lnTo>
                  <a:lnTo>
                    <a:pt x="36" y="70"/>
                  </a:lnTo>
                  <a:lnTo>
                    <a:pt x="32" y="70"/>
                  </a:lnTo>
                  <a:lnTo>
                    <a:pt x="32" y="70"/>
                  </a:lnTo>
                  <a:lnTo>
                    <a:pt x="32" y="70"/>
                  </a:lnTo>
                  <a:lnTo>
                    <a:pt x="32" y="70"/>
                  </a:lnTo>
                  <a:lnTo>
                    <a:pt x="32" y="70"/>
                  </a:lnTo>
                  <a:lnTo>
                    <a:pt x="32" y="70"/>
                  </a:lnTo>
                  <a:lnTo>
                    <a:pt x="32" y="70"/>
                  </a:lnTo>
                  <a:lnTo>
                    <a:pt x="32" y="74"/>
                  </a:lnTo>
                  <a:lnTo>
                    <a:pt x="30" y="74"/>
                  </a:lnTo>
                  <a:lnTo>
                    <a:pt x="30" y="70"/>
                  </a:lnTo>
                  <a:lnTo>
                    <a:pt x="30" y="70"/>
                  </a:lnTo>
                  <a:lnTo>
                    <a:pt x="30" y="70"/>
                  </a:lnTo>
                  <a:lnTo>
                    <a:pt x="26" y="70"/>
                  </a:lnTo>
                  <a:lnTo>
                    <a:pt x="26" y="70"/>
                  </a:lnTo>
                  <a:lnTo>
                    <a:pt x="26" y="70"/>
                  </a:lnTo>
                  <a:lnTo>
                    <a:pt x="26" y="70"/>
                  </a:lnTo>
                  <a:lnTo>
                    <a:pt x="26" y="70"/>
                  </a:lnTo>
                  <a:lnTo>
                    <a:pt x="22" y="70"/>
                  </a:lnTo>
                  <a:lnTo>
                    <a:pt x="22" y="70"/>
                  </a:lnTo>
                  <a:lnTo>
                    <a:pt x="22" y="70"/>
                  </a:lnTo>
                  <a:lnTo>
                    <a:pt x="22" y="70"/>
                  </a:lnTo>
                  <a:lnTo>
                    <a:pt x="22" y="70"/>
                  </a:lnTo>
                  <a:lnTo>
                    <a:pt x="18" y="70"/>
                  </a:lnTo>
                  <a:lnTo>
                    <a:pt x="18" y="70"/>
                  </a:lnTo>
                  <a:lnTo>
                    <a:pt x="18" y="70"/>
                  </a:lnTo>
                  <a:lnTo>
                    <a:pt x="18" y="68"/>
                  </a:lnTo>
                  <a:lnTo>
                    <a:pt x="18" y="68"/>
                  </a:lnTo>
                  <a:lnTo>
                    <a:pt x="18" y="68"/>
                  </a:lnTo>
                  <a:lnTo>
                    <a:pt x="18" y="68"/>
                  </a:lnTo>
                  <a:lnTo>
                    <a:pt x="18" y="68"/>
                  </a:lnTo>
                  <a:lnTo>
                    <a:pt x="22" y="68"/>
                  </a:lnTo>
                  <a:lnTo>
                    <a:pt x="22" y="68"/>
                  </a:lnTo>
                  <a:lnTo>
                    <a:pt x="22" y="68"/>
                  </a:lnTo>
                  <a:lnTo>
                    <a:pt x="22" y="64"/>
                  </a:lnTo>
                  <a:lnTo>
                    <a:pt x="22" y="64"/>
                  </a:lnTo>
                  <a:lnTo>
                    <a:pt x="18" y="64"/>
                  </a:lnTo>
                  <a:lnTo>
                    <a:pt x="18" y="60"/>
                  </a:lnTo>
                  <a:lnTo>
                    <a:pt x="18" y="60"/>
                  </a:lnTo>
                  <a:lnTo>
                    <a:pt x="18" y="60"/>
                  </a:lnTo>
                  <a:lnTo>
                    <a:pt x="18" y="64"/>
                  </a:lnTo>
                  <a:lnTo>
                    <a:pt x="18" y="64"/>
                  </a:lnTo>
                  <a:lnTo>
                    <a:pt x="14" y="64"/>
                  </a:lnTo>
                  <a:lnTo>
                    <a:pt x="14" y="64"/>
                  </a:lnTo>
                  <a:lnTo>
                    <a:pt x="14" y="68"/>
                  </a:lnTo>
                  <a:lnTo>
                    <a:pt x="10" y="68"/>
                  </a:lnTo>
                  <a:lnTo>
                    <a:pt x="10" y="64"/>
                  </a:lnTo>
                  <a:lnTo>
                    <a:pt x="10" y="64"/>
                  </a:lnTo>
                  <a:lnTo>
                    <a:pt x="10" y="64"/>
                  </a:lnTo>
                  <a:lnTo>
                    <a:pt x="10" y="60"/>
                  </a:lnTo>
                  <a:lnTo>
                    <a:pt x="10" y="60"/>
                  </a:lnTo>
                  <a:lnTo>
                    <a:pt x="10" y="60"/>
                  </a:lnTo>
                  <a:lnTo>
                    <a:pt x="10" y="56"/>
                  </a:lnTo>
                  <a:lnTo>
                    <a:pt x="10" y="56"/>
                  </a:lnTo>
                  <a:lnTo>
                    <a:pt x="10" y="52"/>
                  </a:lnTo>
                  <a:lnTo>
                    <a:pt x="10" y="56"/>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52"/>
                  </a:lnTo>
                  <a:lnTo>
                    <a:pt x="10" y="48"/>
                  </a:lnTo>
                  <a:lnTo>
                    <a:pt x="10" y="48"/>
                  </a:lnTo>
                  <a:lnTo>
                    <a:pt x="10" y="48"/>
                  </a:lnTo>
                  <a:lnTo>
                    <a:pt x="6" y="48"/>
                  </a:lnTo>
                  <a:lnTo>
                    <a:pt x="10" y="48"/>
                  </a:lnTo>
                  <a:lnTo>
                    <a:pt x="10" y="48"/>
                  </a:lnTo>
                  <a:lnTo>
                    <a:pt x="10" y="48"/>
                  </a:lnTo>
                  <a:lnTo>
                    <a:pt x="10" y="52"/>
                  </a:lnTo>
                  <a:lnTo>
                    <a:pt x="10" y="52"/>
                  </a:lnTo>
                  <a:lnTo>
                    <a:pt x="10" y="52"/>
                  </a:lnTo>
                  <a:lnTo>
                    <a:pt x="10" y="52"/>
                  </a:lnTo>
                  <a:lnTo>
                    <a:pt x="10" y="52"/>
                  </a:lnTo>
                  <a:lnTo>
                    <a:pt x="10" y="52"/>
                  </a:lnTo>
                  <a:lnTo>
                    <a:pt x="10" y="52"/>
                  </a:lnTo>
                  <a:lnTo>
                    <a:pt x="10" y="52"/>
                  </a:lnTo>
                  <a:lnTo>
                    <a:pt x="10" y="52"/>
                  </a:lnTo>
                  <a:lnTo>
                    <a:pt x="10" y="48"/>
                  </a:lnTo>
                  <a:lnTo>
                    <a:pt x="6" y="48"/>
                  </a:lnTo>
                  <a:lnTo>
                    <a:pt x="6" y="48"/>
                  </a:lnTo>
                  <a:lnTo>
                    <a:pt x="6" y="48"/>
                  </a:lnTo>
                  <a:lnTo>
                    <a:pt x="6" y="44"/>
                  </a:lnTo>
                  <a:lnTo>
                    <a:pt x="6" y="42"/>
                  </a:lnTo>
                  <a:lnTo>
                    <a:pt x="6" y="42"/>
                  </a:lnTo>
                  <a:lnTo>
                    <a:pt x="6" y="38"/>
                  </a:lnTo>
                  <a:lnTo>
                    <a:pt x="6" y="38"/>
                  </a:lnTo>
                  <a:lnTo>
                    <a:pt x="4" y="38"/>
                  </a:lnTo>
                  <a:lnTo>
                    <a:pt x="4" y="34"/>
                  </a:lnTo>
                  <a:lnTo>
                    <a:pt x="4" y="34"/>
                  </a:lnTo>
                  <a:lnTo>
                    <a:pt x="4" y="34"/>
                  </a:lnTo>
                  <a:lnTo>
                    <a:pt x="4" y="34"/>
                  </a:lnTo>
                  <a:lnTo>
                    <a:pt x="4" y="34"/>
                  </a:lnTo>
                  <a:lnTo>
                    <a:pt x="4" y="34"/>
                  </a:lnTo>
                  <a:lnTo>
                    <a:pt x="4" y="34"/>
                  </a:lnTo>
                  <a:lnTo>
                    <a:pt x="4" y="30"/>
                  </a:lnTo>
                  <a:lnTo>
                    <a:pt x="4" y="26"/>
                  </a:lnTo>
                  <a:lnTo>
                    <a:pt x="4" y="26"/>
                  </a:lnTo>
                  <a:lnTo>
                    <a:pt x="0" y="22"/>
                  </a:lnTo>
                  <a:lnTo>
                    <a:pt x="0" y="22"/>
                  </a:lnTo>
                  <a:lnTo>
                    <a:pt x="0" y="22"/>
                  </a:lnTo>
                  <a:lnTo>
                    <a:pt x="0" y="22"/>
                  </a:lnTo>
                  <a:lnTo>
                    <a:pt x="0" y="20"/>
                  </a:lnTo>
                  <a:lnTo>
                    <a:pt x="4" y="20"/>
                  </a:lnTo>
                  <a:lnTo>
                    <a:pt x="4" y="20"/>
                  </a:lnTo>
                  <a:lnTo>
                    <a:pt x="4" y="20"/>
                  </a:lnTo>
                  <a:lnTo>
                    <a:pt x="4" y="20"/>
                  </a:lnTo>
                  <a:lnTo>
                    <a:pt x="4" y="20"/>
                  </a:lnTo>
                  <a:lnTo>
                    <a:pt x="4" y="20"/>
                  </a:lnTo>
                  <a:lnTo>
                    <a:pt x="4" y="20"/>
                  </a:lnTo>
                  <a:lnTo>
                    <a:pt x="4" y="20"/>
                  </a:lnTo>
                  <a:lnTo>
                    <a:pt x="4" y="20"/>
                  </a:lnTo>
                  <a:lnTo>
                    <a:pt x="4" y="16"/>
                  </a:lnTo>
                  <a:lnTo>
                    <a:pt x="6" y="16"/>
                  </a:lnTo>
                  <a:lnTo>
                    <a:pt x="6" y="16"/>
                  </a:lnTo>
                  <a:lnTo>
                    <a:pt x="6" y="16"/>
                  </a:lnTo>
                  <a:lnTo>
                    <a:pt x="6" y="12"/>
                  </a:lnTo>
                  <a:lnTo>
                    <a:pt x="6" y="12"/>
                  </a:lnTo>
                  <a:lnTo>
                    <a:pt x="6" y="12"/>
                  </a:lnTo>
                  <a:lnTo>
                    <a:pt x="6" y="12"/>
                  </a:lnTo>
                  <a:lnTo>
                    <a:pt x="10" y="12"/>
                  </a:lnTo>
                  <a:lnTo>
                    <a:pt x="10" y="8"/>
                  </a:lnTo>
                  <a:lnTo>
                    <a:pt x="10" y="8"/>
                  </a:lnTo>
                  <a:lnTo>
                    <a:pt x="10" y="8"/>
                  </a:lnTo>
                  <a:lnTo>
                    <a:pt x="10" y="8"/>
                  </a:lnTo>
                  <a:lnTo>
                    <a:pt x="10" y="8"/>
                  </a:lnTo>
                  <a:lnTo>
                    <a:pt x="10" y="8"/>
                  </a:lnTo>
                  <a:lnTo>
                    <a:pt x="10" y="8"/>
                  </a:lnTo>
                  <a:lnTo>
                    <a:pt x="10" y="8"/>
                  </a:lnTo>
                  <a:lnTo>
                    <a:pt x="10" y="8"/>
                  </a:lnTo>
                  <a:lnTo>
                    <a:pt x="10" y="8"/>
                  </a:lnTo>
                  <a:lnTo>
                    <a:pt x="14" y="8"/>
                  </a:lnTo>
                  <a:lnTo>
                    <a:pt x="14" y="4"/>
                  </a:lnTo>
                  <a:lnTo>
                    <a:pt x="14" y="4"/>
                  </a:lnTo>
                  <a:lnTo>
                    <a:pt x="14" y="4"/>
                  </a:lnTo>
                  <a:lnTo>
                    <a:pt x="14" y="4"/>
                  </a:lnTo>
                  <a:lnTo>
                    <a:pt x="18" y="4"/>
                  </a:lnTo>
                  <a:lnTo>
                    <a:pt x="18" y="4"/>
                  </a:lnTo>
                  <a:lnTo>
                    <a:pt x="18" y="4"/>
                  </a:lnTo>
                  <a:lnTo>
                    <a:pt x="18" y="4"/>
                  </a:lnTo>
                  <a:lnTo>
                    <a:pt x="22" y="4"/>
                  </a:lnTo>
                  <a:lnTo>
                    <a:pt x="22" y="4"/>
                  </a:lnTo>
                  <a:lnTo>
                    <a:pt x="22" y="4"/>
                  </a:lnTo>
                  <a:lnTo>
                    <a:pt x="26" y="4"/>
                  </a:lnTo>
                  <a:lnTo>
                    <a:pt x="26" y="4"/>
                  </a:lnTo>
                  <a:lnTo>
                    <a:pt x="26" y="4"/>
                  </a:lnTo>
                  <a:lnTo>
                    <a:pt x="26" y="4"/>
                  </a:lnTo>
                  <a:lnTo>
                    <a:pt x="30" y="4"/>
                  </a:lnTo>
                  <a:lnTo>
                    <a:pt x="30" y="4"/>
                  </a:lnTo>
                  <a:lnTo>
                    <a:pt x="30" y="4"/>
                  </a:lnTo>
                  <a:lnTo>
                    <a:pt x="30" y="4"/>
                  </a:lnTo>
                  <a:lnTo>
                    <a:pt x="32" y="4"/>
                  </a:lnTo>
                  <a:lnTo>
                    <a:pt x="32" y="4"/>
                  </a:lnTo>
                  <a:lnTo>
                    <a:pt x="32" y="4"/>
                  </a:lnTo>
                  <a:lnTo>
                    <a:pt x="32" y="4"/>
                  </a:lnTo>
                  <a:lnTo>
                    <a:pt x="36" y="4"/>
                  </a:lnTo>
                  <a:lnTo>
                    <a:pt x="36" y="4"/>
                  </a:lnTo>
                  <a:lnTo>
                    <a:pt x="36" y="4"/>
                  </a:lnTo>
                  <a:lnTo>
                    <a:pt x="36" y="4"/>
                  </a:lnTo>
                  <a:lnTo>
                    <a:pt x="36" y="4"/>
                  </a:lnTo>
                  <a:lnTo>
                    <a:pt x="36" y="4"/>
                  </a:lnTo>
                  <a:lnTo>
                    <a:pt x="36" y="8"/>
                  </a:lnTo>
                  <a:lnTo>
                    <a:pt x="36" y="8"/>
                  </a:lnTo>
                  <a:lnTo>
                    <a:pt x="40" y="8"/>
                  </a:lnTo>
                  <a:lnTo>
                    <a:pt x="40" y="8"/>
                  </a:lnTo>
                  <a:lnTo>
                    <a:pt x="40" y="8"/>
                  </a:lnTo>
                  <a:lnTo>
                    <a:pt x="40" y="8"/>
                  </a:lnTo>
                  <a:lnTo>
                    <a:pt x="40" y="8"/>
                  </a:lnTo>
                  <a:lnTo>
                    <a:pt x="40" y="4"/>
                  </a:lnTo>
                  <a:lnTo>
                    <a:pt x="40" y="4"/>
                  </a:lnTo>
                  <a:lnTo>
                    <a:pt x="40" y="8"/>
                  </a:lnTo>
                  <a:lnTo>
                    <a:pt x="44" y="8"/>
                  </a:lnTo>
                  <a:lnTo>
                    <a:pt x="44" y="12"/>
                  </a:lnTo>
                  <a:lnTo>
                    <a:pt x="44" y="12"/>
                  </a:lnTo>
                  <a:lnTo>
                    <a:pt x="44" y="8"/>
                  </a:lnTo>
                  <a:lnTo>
                    <a:pt x="48" y="8"/>
                  </a:lnTo>
                  <a:lnTo>
                    <a:pt x="48" y="12"/>
                  </a:lnTo>
                  <a:lnTo>
                    <a:pt x="48" y="12"/>
                  </a:lnTo>
                  <a:lnTo>
                    <a:pt x="48" y="12"/>
                  </a:lnTo>
                  <a:lnTo>
                    <a:pt x="52" y="12"/>
                  </a:lnTo>
                  <a:lnTo>
                    <a:pt x="52" y="12"/>
                  </a:lnTo>
                  <a:lnTo>
                    <a:pt x="52" y="12"/>
                  </a:lnTo>
                  <a:lnTo>
                    <a:pt x="52" y="12"/>
                  </a:lnTo>
                  <a:lnTo>
                    <a:pt x="52" y="12"/>
                  </a:lnTo>
                  <a:lnTo>
                    <a:pt x="54" y="12"/>
                  </a:lnTo>
                  <a:lnTo>
                    <a:pt x="54" y="12"/>
                  </a:lnTo>
                  <a:lnTo>
                    <a:pt x="54" y="12"/>
                  </a:lnTo>
                  <a:lnTo>
                    <a:pt x="54" y="8"/>
                  </a:lnTo>
                  <a:lnTo>
                    <a:pt x="52" y="8"/>
                  </a:lnTo>
                  <a:lnTo>
                    <a:pt x="52" y="8"/>
                  </a:lnTo>
                  <a:lnTo>
                    <a:pt x="52" y="4"/>
                  </a:lnTo>
                  <a:lnTo>
                    <a:pt x="54" y="4"/>
                  </a:lnTo>
                  <a:lnTo>
                    <a:pt x="54" y="4"/>
                  </a:lnTo>
                  <a:lnTo>
                    <a:pt x="54" y="4"/>
                  </a:lnTo>
                  <a:lnTo>
                    <a:pt x="54" y="4"/>
                  </a:lnTo>
                  <a:lnTo>
                    <a:pt x="54" y="4"/>
                  </a:lnTo>
                  <a:lnTo>
                    <a:pt x="54" y="4"/>
                  </a:lnTo>
                  <a:lnTo>
                    <a:pt x="54" y="4"/>
                  </a:lnTo>
                  <a:lnTo>
                    <a:pt x="54" y="4"/>
                  </a:lnTo>
                  <a:lnTo>
                    <a:pt x="54" y="4"/>
                  </a:lnTo>
                  <a:lnTo>
                    <a:pt x="54" y="4"/>
                  </a:lnTo>
                  <a:lnTo>
                    <a:pt x="58" y="4"/>
                  </a:lnTo>
                  <a:lnTo>
                    <a:pt x="58" y="4"/>
                  </a:lnTo>
                  <a:lnTo>
                    <a:pt x="58" y="4"/>
                  </a:lnTo>
                  <a:lnTo>
                    <a:pt x="58" y="0"/>
                  </a:lnTo>
                  <a:lnTo>
                    <a:pt x="58" y="0"/>
                  </a:lnTo>
                  <a:lnTo>
                    <a:pt x="62" y="4"/>
                  </a:lnTo>
                  <a:lnTo>
                    <a:pt x="62" y="4"/>
                  </a:lnTo>
                  <a:lnTo>
                    <a:pt x="62" y="4"/>
                  </a:lnTo>
                  <a:lnTo>
                    <a:pt x="62" y="4"/>
                  </a:lnTo>
                  <a:lnTo>
                    <a:pt x="62" y="4"/>
                  </a:lnTo>
                  <a:lnTo>
                    <a:pt x="62" y="4"/>
                  </a:lnTo>
                  <a:lnTo>
                    <a:pt x="62" y="8"/>
                  </a:lnTo>
                  <a:lnTo>
                    <a:pt x="70" y="4"/>
                  </a:lnTo>
                  <a:lnTo>
                    <a:pt x="70" y="4"/>
                  </a:lnTo>
                  <a:lnTo>
                    <a:pt x="70" y="4"/>
                  </a:lnTo>
                  <a:lnTo>
                    <a:pt x="70" y="4"/>
                  </a:lnTo>
                  <a:lnTo>
                    <a:pt x="70" y="0"/>
                  </a:lnTo>
                  <a:lnTo>
                    <a:pt x="74" y="0"/>
                  </a:lnTo>
                  <a:lnTo>
                    <a:pt x="74" y="0"/>
                  </a:lnTo>
                  <a:lnTo>
                    <a:pt x="74" y="0"/>
                  </a:lnTo>
                  <a:lnTo>
                    <a:pt x="74" y="0"/>
                  </a:lnTo>
                  <a:lnTo>
                    <a:pt x="74" y="0"/>
                  </a:lnTo>
                  <a:lnTo>
                    <a:pt x="74" y="4"/>
                  </a:lnTo>
                  <a:lnTo>
                    <a:pt x="74" y="4"/>
                  </a:lnTo>
                  <a:lnTo>
                    <a:pt x="74" y="4"/>
                  </a:lnTo>
                  <a:lnTo>
                    <a:pt x="74" y="4"/>
                  </a:lnTo>
                  <a:lnTo>
                    <a:pt x="74" y="4"/>
                  </a:lnTo>
                  <a:lnTo>
                    <a:pt x="70" y="4"/>
                  </a:lnTo>
                  <a:lnTo>
                    <a:pt x="74" y="8"/>
                  </a:lnTo>
                  <a:lnTo>
                    <a:pt x="74" y="8"/>
                  </a:lnTo>
                  <a:lnTo>
                    <a:pt x="70" y="8"/>
                  </a:lnTo>
                  <a:lnTo>
                    <a:pt x="70" y="8"/>
                  </a:lnTo>
                  <a:lnTo>
                    <a:pt x="70" y="12"/>
                  </a:lnTo>
                  <a:lnTo>
                    <a:pt x="74" y="12"/>
                  </a:lnTo>
                  <a:lnTo>
                    <a:pt x="74" y="12"/>
                  </a:lnTo>
                  <a:lnTo>
                    <a:pt x="74" y="16"/>
                  </a:lnTo>
                  <a:lnTo>
                    <a:pt x="74" y="16"/>
                  </a:lnTo>
                  <a:lnTo>
                    <a:pt x="74" y="20"/>
                  </a:lnTo>
                  <a:lnTo>
                    <a:pt x="74" y="20"/>
                  </a:lnTo>
                  <a:lnTo>
                    <a:pt x="74" y="22"/>
                  </a:lnTo>
                  <a:lnTo>
                    <a:pt x="74" y="22"/>
                  </a:lnTo>
                  <a:lnTo>
                    <a:pt x="74" y="30"/>
                  </a:lnTo>
                  <a:lnTo>
                    <a:pt x="74" y="30"/>
                  </a:lnTo>
                  <a:lnTo>
                    <a:pt x="74" y="30"/>
                  </a:lnTo>
                  <a:lnTo>
                    <a:pt x="74" y="30"/>
                  </a:lnTo>
                  <a:lnTo>
                    <a:pt x="74" y="34"/>
                  </a:lnTo>
                  <a:lnTo>
                    <a:pt x="74" y="38"/>
                  </a:lnTo>
                  <a:lnTo>
                    <a:pt x="74" y="38"/>
                  </a:lnTo>
                  <a:lnTo>
                    <a:pt x="74" y="42"/>
                  </a:lnTo>
                  <a:lnTo>
                    <a:pt x="74" y="42"/>
                  </a:lnTo>
                  <a:lnTo>
                    <a:pt x="74" y="42"/>
                  </a:lnTo>
                  <a:lnTo>
                    <a:pt x="74" y="42"/>
                  </a:lnTo>
                  <a:lnTo>
                    <a:pt x="74" y="42"/>
                  </a:lnTo>
                  <a:lnTo>
                    <a:pt x="70" y="42"/>
                  </a:lnTo>
                  <a:lnTo>
                    <a:pt x="70" y="42"/>
                  </a:lnTo>
                  <a:lnTo>
                    <a:pt x="70" y="42"/>
                  </a:lnTo>
                  <a:lnTo>
                    <a:pt x="70" y="42"/>
                  </a:lnTo>
                  <a:lnTo>
                    <a:pt x="70" y="42"/>
                  </a:lnTo>
                  <a:lnTo>
                    <a:pt x="70" y="42"/>
                  </a:lnTo>
                  <a:lnTo>
                    <a:pt x="66" y="42"/>
                  </a:lnTo>
                  <a:lnTo>
                    <a:pt x="66" y="44"/>
                  </a:lnTo>
                  <a:lnTo>
                    <a:pt x="66" y="44"/>
                  </a:lnTo>
                  <a:lnTo>
                    <a:pt x="66" y="44"/>
                  </a:lnTo>
                  <a:lnTo>
                    <a:pt x="66" y="44"/>
                  </a:lnTo>
                  <a:lnTo>
                    <a:pt x="66" y="44"/>
                  </a:lnTo>
                  <a:lnTo>
                    <a:pt x="66" y="44"/>
                  </a:lnTo>
                  <a:lnTo>
                    <a:pt x="62" y="44"/>
                  </a:lnTo>
                  <a:lnTo>
                    <a:pt x="62" y="44"/>
                  </a:lnTo>
                  <a:lnTo>
                    <a:pt x="62" y="44"/>
                  </a:lnTo>
                  <a:lnTo>
                    <a:pt x="62" y="48"/>
                  </a:lnTo>
                  <a:lnTo>
                    <a:pt x="62" y="44"/>
                  </a:lnTo>
                  <a:lnTo>
                    <a:pt x="58" y="44"/>
                  </a:lnTo>
                  <a:lnTo>
                    <a:pt x="58" y="44"/>
                  </a:lnTo>
                  <a:lnTo>
                    <a:pt x="58" y="44"/>
                  </a:lnTo>
                  <a:lnTo>
                    <a:pt x="58" y="48"/>
                  </a:lnTo>
                  <a:lnTo>
                    <a:pt x="58" y="48"/>
                  </a:lnTo>
                  <a:lnTo>
                    <a:pt x="58" y="48"/>
                  </a:lnTo>
                  <a:lnTo>
                    <a:pt x="58" y="52"/>
                  </a:lnTo>
                  <a:lnTo>
                    <a:pt x="58" y="52"/>
                  </a:lnTo>
                  <a:lnTo>
                    <a:pt x="58" y="52"/>
                  </a:lnTo>
                  <a:lnTo>
                    <a:pt x="54" y="52"/>
                  </a:lnTo>
                  <a:lnTo>
                    <a:pt x="54" y="52"/>
                  </a:lnTo>
                  <a:lnTo>
                    <a:pt x="54" y="48"/>
                  </a:lnTo>
                  <a:lnTo>
                    <a:pt x="52" y="48"/>
                  </a:lnTo>
                  <a:lnTo>
                    <a:pt x="52" y="48"/>
                  </a:lnTo>
                  <a:lnTo>
                    <a:pt x="52" y="52"/>
                  </a:lnTo>
                  <a:lnTo>
                    <a:pt x="52" y="52"/>
                  </a:lnTo>
                  <a:lnTo>
                    <a:pt x="52" y="52"/>
                  </a:lnTo>
                  <a:lnTo>
                    <a:pt x="52" y="52"/>
                  </a:lnTo>
                  <a:lnTo>
                    <a:pt x="52" y="52"/>
                  </a:lnTo>
                  <a:lnTo>
                    <a:pt x="52" y="52"/>
                  </a:lnTo>
                  <a:lnTo>
                    <a:pt x="52" y="52"/>
                  </a:lnTo>
                  <a:lnTo>
                    <a:pt x="52" y="52"/>
                  </a:lnTo>
                  <a:lnTo>
                    <a:pt x="52" y="52"/>
                  </a:lnTo>
                  <a:lnTo>
                    <a:pt x="52" y="56"/>
                  </a:lnTo>
                  <a:lnTo>
                    <a:pt x="52" y="56"/>
                  </a:lnTo>
                  <a:lnTo>
                    <a:pt x="52" y="60"/>
                  </a:lnTo>
                  <a:lnTo>
                    <a:pt x="52" y="60"/>
                  </a:lnTo>
                  <a:lnTo>
                    <a:pt x="52" y="60"/>
                  </a:lnTo>
                  <a:lnTo>
                    <a:pt x="54" y="64"/>
                  </a:lnTo>
                  <a:lnTo>
                    <a:pt x="54" y="64"/>
                  </a:lnTo>
                  <a:lnTo>
                    <a:pt x="54" y="64"/>
                  </a:lnTo>
                  <a:lnTo>
                    <a:pt x="54" y="64"/>
                  </a:lnTo>
                  <a:lnTo>
                    <a:pt x="54" y="64"/>
                  </a:lnTo>
                  <a:lnTo>
                    <a:pt x="54" y="64"/>
                  </a:lnTo>
                  <a:lnTo>
                    <a:pt x="54" y="64"/>
                  </a:lnTo>
                  <a:lnTo>
                    <a:pt x="54" y="64"/>
                  </a:lnTo>
                  <a:lnTo>
                    <a:pt x="54" y="68"/>
                  </a:lnTo>
                  <a:lnTo>
                    <a:pt x="54" y="68"/>
                  </a:lnTo>
                  <a:lnTo>
                    <a:pt x="54" y="68"/>
                  </a:lnTo>
                  <a:lnTo>
                    <a:pt x="52" y="64"/>
                  </a:lnTo>
                  <a:lnTo>
                    <a:pt x="52" y="64"/>
                  </a:lnTo>
                  <a:lnTo>
                    <a:pt x="48" y="64"/>
                  </a:lnTo>
                  <a:lnTo>
                    <a:pt x="48" y="64"/>
                  </a:lnTo>
                  <a:lnTo>
                    <a:pt x="48" y="64"/>
                  </a:lnTo>
                  <a:lnTo>
                    <a:pt x="48" y="64"/>
                  </a:lnTo>
                  <a:lnTo>
                    <a:pt x="48" y="64"/>
                  </a:lnTo>
                  <a:lnTo>
                    <a:pt x="48" y="64"/>
                  </a:lnTo>
                  <a:lnTo>
                    <a:pt x="48" y="64"/>
                  </a:lnTo>
                  <a:lnTo>
                    <a:pt x="44" y="64"/>
                  </a:lnTo>
                  <a:lnTo>
                    <a:pt x="44" y="64"/>
                  </a:lnTo>
                  <a:lnTo>
                    <a:pt x="44" y="64"/>
                  </a:lnTo>
                  <a:lnTo>
                    <a:pt x="44" y="64"/>
                  </a:lnTo>
                  <a:lnTo>
                    <a:pt x="44" y="68"/>
                  </a:lnTo>
                  <a:lnTo>
                    <a:pt x="44" y="68"/>
                  </a:lnTo>
                  <a:lnTo>
                    <a:pt x="40" y="64"/>
                  </a:lnTo>
                  <a:lnTo>
                    <a:pt x="40" y="64"/>
                  </a:lnTo>
                  <a:lnTo>
                    <a:pt x="40" y="64"/>
                  </a:lnTo>
                  <a:lnTo>
                    <a:pt x="40" y="64"/>
                  </a:lnTo>
                  <a:lnTo>
                    <a:pt x="40"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6" name="Freeform 24"/>
            <p:cNvSpPr>
              <a:spLocks noChangeAspect="1" noEditPoints="1"/>
            </p:cNvSpPr>
            <p:nvPr/>
          </p:nvSpPr>
          <p:spPr bwMode="gray">
            <a:xfrm>
              <a:off x="6608779" y="2804794"/>
              <a:ext cx="1502724" cy="1172262"/>
            </a:xfrm>
            <a:custGeom>
              <a:avLst/>
              <a:gdLst>
                <a:gd name="T0" fmla="*/ 356 w 864"/>
                <a:gd name="T1" fmla="*/ 518 h 674"/>
                <a:gd name="T2" fmla="*/ 328 w 864"/>
                <a:gd name="T3" fmla="*/ 484 h 674"/>
                <a:gd name="T4" fmla="*/ 282 w 864"/>
                <a:gd name="T5" fmla="*/ 484 h 674"/>
                <a:gd name="T6" fmla="*/ 226 w 864"/>
                <a:gd name="T7" fmla="*/ 496 h 674"/>
                <a:gd name="T8" fmla="*/ 182 w 864"/>
                <a:gd name="T9" fmla="*/ 500 h 674"/>
                <a:gd name="T10" fmla="*/ 136 w 864"/>
                <a:gd name="T11" fmla="*/ 470 h 674"/>
                <a:gd name="T12" fmla="*/ 84 w 864"/>
                <a:gd name="T13" fmla="*/ 444 h 674"/>
                <a:gd name="T14" fmla="*/ 76 w 864"/>
                <a:gd name="T15" fmla="*/ 402 h 674"/>
                <a:gd name="T16" fmla="*/ 44 w 864"/>
                <a:gd name="T17" fmla="*/ 354 h 674"/>
                <a:gd name="T18" fmla="*/ 20 w 864"/>
                <a:gd name="T19" fmla="*/ 316 h 674"/>
                <a:gd name="T20" fmla="*/ 18 w 864"/>
                <a:gd name="T21" fmla="*/ 268 h 674"/>
                <a:gd name="T22" fmla="*/ 74 w 864"/>
                <a:gd name="T23" fmla="*/ 242 h 674"/>
                <a:gd name="T24" fmla="*/ 96 w 864"/>
                <a:gd name="T25" fmla="*/ 194 h 674"/>
                <a:gd name="T26" fmla="*/ 122 w 864"/>
                <a:gd name="T27" fmla="*/ 164 h 674"/>
                <a:gd name="T28" fmla="*/ 170 w 864"/>
                <a:gd name="T29" fmla="*/ 120 h 674"/>
                <a:gd name="T30" fmla="*/ 218 w 864"/>
                <a:gd name="T31" fmla="*/ 112 h 674"/>
                <a:gd name="T32" fmla="*/ 242 w 864"/>
                <a:gd name="T33" fmla="*/ 168 h 674"/>
                <a:gd name="T34" fmla="*/ 312 w 864"/>
                <a:gd name="T35" fmla="*/ 198 h 674"/>
                <a:gd name="T36" fmla="*/ 386 w 864"/>
                <a:gd name="T37" fmla="*/ 220 h 674"/>
                <a:gd name="T38" fmla="*/ 476 w 864"/>
                <a:gd name="T39" fmla="*/ 228 h 674"/>
                <a:gd name="T40" fmla="*/ 542 w 864"/>
                <a:gd name="T41" fmla="*/ 198 h 674"/>
                <a:gd name="T42" fmla="*/ 600 w 864"/>
                <a:gd name="T43" fmla="*/ 164 h 674"/>
                <a:gd name="T44" fmla="*/ 656 w 864"/>
                <a:gd name="T45" fmla="*/ 138 h 674"/>
                <a:gd name="T46" fmla="*/ 600 w 864"/>
                <a:gd name="T47" fmla="*/ 108 h 674"/>
                <a:gd name="T48" fmla="*/ 648 w 864"/>
                <a:gd name="T49" fmla="*/ 64 h 674"/>
                <a:gd name="T50" fmla="*/ 676 w 864"/>
                <a:gd name="T51" fmla="*/ 4 h 674"/>
                <a:gd name="T52" fmla="*/ 744 w 864"/>
                <a:gd name="T53" fmla="*/ 18 h 674"/>
                <a:gd name="T54" fmla="*/ 762 w 864"/>
                <a:gd name="T55" fmla="*/ 78 h 674"/>
                <a:gd name="T56" fmla="*/ 814 w 864"/>
                <a:gd name="T57" fmla="*/ 120 h 674"/>
                <a:gd name="T58" fmla="*/ 856 w 864"/>
                <a:gd name="T59" fmla="*/ 138 h 674"/>
                <a:gd name="T60" fmla="*/ 814 w 864"/>
                <a:gd name="T61" fmla="*/ 180 h 674"/>
                <a:gd name="T62" fmla="*/ 796 w 864"/>
                <a:gd name="T63" fmla="*/ 220 h 674"/>
                <a:gd name="T64" fmla="*/ 748 w 864"/>
                <a:gd name="T65" fmla="*/ 242 h 674"/>
                <a:gd name="T66" fmla="*/ 696 w 864"/>
                <a:gd name="T67" fmla="*/ 284 h 674"/>
                <a:gd name="T68" fmla="*/ 688 w 864"/>
                <a:gd name="T69" fmla="*/ 268 h 674"/>
                <a:gd name="T70" fmla="*/ 628 w 864"/>
                <a:gd name="T71" fmla="*/ 286 h 674"/>
                <a:gd name="T72" fmla="*/ 662 w 864"/>
                <a:gd name="T73" fmla="*/ 320 h 674"/>
                <a:gd name="T74" fmla="*/ 666 w 864"/>
                <a:gd name="T75" fmla="*/ 340 h 674"/>
                <a:gd name="T76" fmla="*/ 662 w 864"/>
                <a:gd name="T77" fmla="*/ 384 h 674"/>
                <a:gd name="T78" fmla="*/ 662 w 864"/>
                <a:gd name="T79" fmla="*/ 424 h 674"/>
                <a:gd name="T80" fmla="*/ 676 w 864"/>
                <a:gd name="T81" fmla="*/ 448 h 674"/>
                <a:gd name="T82" fmla="*/ 680 w 864"/>
                <a:gd name="T83" fmla="*/ 470 h 674"/>
                <a:gd name="T84" fmla="*/ 670 w 864"/>
                <a:gd name="T85" fmla="*/ 496 h 674"/>
                <a:gd name="T86" fmla="*/ 658 w 864"/>
                <a:gd name="T87" fmla="*/ 522 h 674"/>
                <a:gd name="T88" fmla="*/ 648 w 864"/>
                <a:gd name="T89" fmla="*/ 540 h 674"/>
                <a:gd name="T90" fmla="*/ 626 w 864"/>
                <a:gd name="T91" fmla="*/ 564 h 674"/>
                <a:gd name="T92" fmla="*/ 588 w 864"/>
                <a:gd name="T93" fmla="*/ 592 h 674"/>
                <a:gd name="T94" fmla="*/ 562 w 864"/>
                <a:gd name="T95" fmla="*/ 592 h 674"/>
                <a:gd name="T96" fmla="*/ 536 w 864"/>
                <a:gd name="T97" fmla="*/ 616 h 674"/>
                <a:gd name="T98" fmla="*/ 514 w 864"/>
                <a:gd name="T99" fmla="*/ 620 h 674"/>
                <a:gd name="T100" fmla="*/ 486 w 864"/>
                <a:gd name="T101" fmla="*/ 616 h 674"/>
                <a:gd name="T102" fmla="*/ 430 w 864"/>
                <a:gd name="T103" fmla="*/ 592 h 674"/>
                <a:gd name="T104" fmla="*/ 402 w 864"/>
                <a:gd name="T105" fmla="*/ 620 h 674"/>
                <a:gd name="T106" fmla="*/ 364 w 864"/>
                <a:gd name="T107" fmla="*/ 586 h 674"/>
                <a:gd name="T108" fmla="*/ 670 w 864"/>
                <a:gd name="T109" fmla="*/ 556 h 674"/>
                <a:gd name="T110" fmla="*/ 670 w 864"/>
                <a:gd name="T111" fmla="*/ 600 h 674"/>
                <a:gd name="T112" fmla="*/ 498 w 864"/>
                <a:gd name="T113" fmla="*/ 662 h 674"/>
                <a:gd name="T114" fmla="*/ 524 w 864"/>
                <a:gd name="T115" fmla="*/ 656 h 674"/>
                <a:gd name="T116" fmla="*/ 684 w 864"/>
                <a:gd name="T117" fmla="*/ 458 h 674"/>
                <a:gd name="T118" fmla="*/ 520 w 864"/>
                <a:gd name="T119" fmla="*/ 622 h 674"/>
                <a:gd name="T120" fmla="*/ 566 w 864"/>
                <a:gd name="T121" fmla="*/ 590 h 674"/>
                <a:gd name="T122" fmla="*/ 628 w 864"/>
                <a:gd name="T123" fmla="*/ 564 h 674"/>
                <a:gd name="T124" fmla="*/ 576 w 864"/>
                <a:gd name="T125" fmla="*/ 604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864" h="674">
                  <a:moveTo>
                    <a:pt x="342" y="574"/>
                  </a:moveTo>
                  <a:lnTo>
                    <a:pt x="342" y="570"/>
                  </a:lnTo>
                  <a:lnTo>
                    <a:pt x="338" y="570"/>
                  </a:lnTo>
                  <a:lnTo>
                    <a:pt x="342" y="570"/>
                  </a:lnTo>
                  <a:lnTo>
                    <a:pt x="342" y="566"/>
                  </a:lnTo>
                  <a:lnTo>
                    <a:pt x="342" y="564"/>
                  </a:lnTo>
                  <a:lnTo>
                    <a:pt x="338" y="564"/>
                  </a:lnTo>
                  <a:lnTo>
                    <a:pt x="338" y="560"/>
                  </a:lnTo>
                  <a:lnTo>
                    <a:pt x="338" y="556"/>
                  </a:lnTo>
                  <a:lnTo>
                    <a:pt x="342" y="556"/>
                  </a:lnTo>
                  <a:lnTo>
                    <a:pt x="342" y="552"/>
                  </a:lnTo>
                  <a:lnTo>
                    <a:pt x="342" y="548"/>
                  </a:lnTo>
                  <a:lnTo>
                    <a:pt x="346" y="548"/>
                  </a:lnTo>
                  <a:lnTo>
                    <a:pt x="346" y="544"/>
                  </a:lnTo>
                  <a:lnTo>
                    <a:pt x="348" y="540"/>
                  </a:lnTo>
                  <a:lnTo>
                    <a:pt x="352" y="540"/>
                  </a:lnTo>
                  <a:lnTo>
                    <a:pt x="352" y="536"/>
                  </a:lnTo>
                  <a:lnTo>
                    <a:pt x="356" y="536"/>
                  </a:lnTo>
                  <a:lnTo>
                    <a:pt x="352" y="536"/>
                  </a:lnTo>
                  <a:lnTo>
                    <a:pt x="352" y="534"/>
                  </a:lnTo>
                  <a:lnTo>
                    <a:pt x="356" y="534"/>
                  </a:lnTo>
                  <a:lnTo>
                    <a:pt x="356" y="530"/>
                  </a:lnTo>
                  <a:lnTo>
                    <a:pt x="356" y="526"/>
                  </a:lnTo>
                  <a:lnTo>
                    <a:pt x="356" y="522"/>
                  </a:lnTo>
                  <a:lnTo>
                    <a:pt x="356" y="518"/>
                  </a:lnTo>
                  <a:lnTo>
                    <a:pt x="356" y="514"/>
                  </a:lnTo>
                  <a:lnTo>
                    <a:pt x="356" y="510"/>
                  </a:lnTo>
                  <a:lnTo>
                    <a:pt x="356" y="508"/>
                  </a:lnTo>
                  <a:lnTo>
                    <a:pt x="352" y="508"/>
                  </a:lnTo>
                  <a:lnTo>
                    <a:pt x="352" y="504"/>
                  </a:lnTo>
                  <a:lnTo>
                    <a:pt x="352" y="508"/>
                  </a:lnTo>
                  <a:lnTo>
                    <a:pt x="348" y="508"/>
                  </a:lnTo>
                  <a:lnTo>
                    <a:pt x="348" y="504"/>
                  </a:lnTo>
                  <a:lnTo>
                    <a:pt x="348" y="500"/>
                  </a:lnTo>
                  <a:lnTo>
                    <a:pt x="346" y="500"/>
                  </a:lnTo>
                  <a:lnTo>
                    <a:pt x="346" y="496"/>
                  </a:lnTo>
                  <a:lnTo>
                    <a:pt x="346" y="492"/>
                  </a:lnTo>
                  <a:lnTo>
                    <a:pt x="342" y="492"/>
                  </a:lnTo>
                  <a:lnTo>
                    <a:pt x="342" y="488"/>
                  </a:lnTo>
                  <a:lnTo>
                    <a:pt x="338" y="488"/>
                  </a:lnTo>
                  <a:lnTo>
                    <a:pt x="338" y="492"/>
                  </a:lnTo>
                  <a:lnTo>
                    <a:pt x="334" y="492"/>
                  </a:lnTo>
                  <a:lnTo>
                    <a:pt x="334" y="496"/>
                  </a:lnTo>
                  <a:lnTo>
                    <a:pt x="334" y="492"/>
                  </a:lnTo>
                  <a:lnTo>
                    <a:pt x="330" y="492"/>
                  </a:lnTo>
                  <a:lnTo>
                    <a:pt x="328" y="492"/>
                  </a:lnTo>
                  <a:lnTo>
                    <a:pt x="328" y="488"/>
                  </a:lnTo>
                  <a:lnTo>
                    <a:pt x="324" y="492"/>
                  </a:lnTo>
                  <a:lnTo>
                    <a:pt x="324" y="488"/>
                  </a:lnTo>
                  <a:lnTo>
                    <a:pt x="328" y="484"/>
                  </a:lnTo>
                  <a:lnTo>
                    <a:pt x="324" y="480"/>
                  </a:lnTo>
                  <a:lnTo>
                    <a:pt x="324" y="478"/>
                  </a:lnTo>
                  <a:lnTo>
                    <a:pt x="324" y="480"/>
                  </a:lnTo>
                  <a:lnTo>
                    <a:pt x="320" y="480"/>
                  </a:lnTo>
                  <a:lnTo>
                    <a:pt x="320" y="478"/>
                  </a:lnTo>
                  <a:lnTo>
                    <a:pt x="324" y="478"/>
                  </a:lnTo>
                  <a:lnTo>
                    <a:pt x="324" y="474"/>
                  </a:lnTo>
                  <a:lnTo>
                    <a:pt x="320" y="478"/>
                  </a:lnTo>
                  <a:lnTo>
                    <a:pt x="320" y="474"/>
                  </a:lnTo>
                  <a:lnTo>
                    <a:pt x="320" y="470"/>
                  </a:lnTo>
                  <a:lnTo>
                    <a:pt x="316" y="474"/>
                  </a:lnTo>
                  <a:lnTo>
                    <a:pt x="312" y="474"/>
                  </a:lnTo>
                  <a:lnTo>
                    <a:pt x="312" y="478"/>
                  </a:lnTo>
                  <a:lnTo>
                    <a:pt x="308" y="478"/>
                  </a:lnTo>
                  <a:lnTo>
                    <a:pt x="308" y="480"/>
                  </a:lnTo>
                  <a:lnTo>
                    <a:pt x="304" y="478"/>
                  </a:lnTo>
                  <a:lnTo>
                    <a:pt x="302" y="478"/>
                  </a:lnTo>
                  <a:lnTo>
                    <a:pt x="302" y="474"/>
                  </a:lnTo>
                  <a:lnTo>
                    <a:pt x="298" y="474"/>
                  </a:lnTo>
                  <a:lnTo>
                    <a:pt x="298" y="478"/>
                  </a:lnTo>
                  <a:lnTo>
                    <a:pt x="294" y="478"/>
                  </a:lnTo>
                  <a:lnTo>
                    <a:pt x="290" y="480"/>
                  </a:lnTo>
                  <a:lnTo>
                    <a:pt x="290" y="484"/>
                  </a:lnTo>
                  <a:lnTo>
                    <a:pt x="286" y="484"/>
                  </a:lnTo>
                  <a:lnTo>
                    <a:pt x="282" y="484"/>
                  </a:lnTo>
                  <a:lnTo>
                    <a:pt x="278" y="488"/>
                  </a:lnTo>
                  <a:lnTo>
                    <a:pt x="278" y="492"/>
                  </a:lnTo>
                  <a:lnTo>
                    <a:pt x="274" y="492"/>
                  </a:lnTo>
                  <a:lnTo>
                    <a:pt x="272" y="496"/>
                  </a:lnTo>
                  <a:lnTo>
                    <a:pt x="272" y="500"/>
                  </a:lnTo>
                  <a:lnTo>
                    <a:pt x="268" y="500"/>
                  </a:lnTo>
                  <a:lnTo>
                    <a:pt x="264" y="504"/>
                  </a:lnTo>
                  <a:lnTo>
                    <a:pt x="264" y="500"/>
                  </a:lnTo>
                  <a:lnTo>
                    <a:pt x="264" y="504"/>
                  </a:lnTo>
                  <a:lnTo>
                    <a:pt x="260" y="504"/>
                  </a:lnTo>
                  <a:lnTo>
                    <a:pt x="256" y="504"/>
                  </a:lnTo>
                  <a:lnTo>
                    <a:pt x="256" y="500"/>
                  </a:lnTo>
                  <a:lnTo>
                    <a:pt x="252" y="500"/>
                  </a:lnTo>
                  <a:lnTo>
                    <a:pt x="252" y="496"/>
                  </a:lnTo>
                  <a:lnTo>
                    <a:pt x="248" y="496"/>
                  </a:lnTo>
                  <a:lnTo>
                    <a:pt x="248" y="500"/>
                  </a:lnTo>
                  <a:lnTo>
                    <a:pt x="246" y="500"/>
                  </a:lnTo>
                  <a:lnTo>
                    <a:pt x="246" y="496"/>
                  </a:lnTo>
                  <a:lnTo>
                    <a:pt x="242" y="496"/>
                  </a:lnTo>
                  <a:lnTo>
                    <a:pt x="238" y="496"/>
                  </a:lnTo>
                  <a:lnTo>
                    <a:pt x="238" y="492"/>
                  </a:lnTo>
                  <a:lnTo>
                    <a:pt x="234" y="492"/>
                  </a:lnTo>
                  <a:lnTo>
                    <a:pt x="230" y="492"/>
                  </a:lnTo>
                  <a:lnTo>
                    <a:pt x="230" y="496"/>
                  </a:lnTo>
                  <a:lnTo>
                    <a:pt x="226" y="496"/>
                  </a:lnTo>
                  <a:lnTo>
                    <a:pt x="222" y="500"/>
                  </a:lnTo>
                  <a:lnTo>
                    <a:pt x="222" y="504"/>
                  </a:lnTo>
                  <a:lnTo>
                    <a:pt x="218" y="504"/>
                  </a:lnTo>
                  <a:lnTo>
                    <a:pt x="218" y="508"/>
                  </a:lnTo>
                  <a:lnTo>
                    <a:pt x="218" y="510"/>
                  </a:lnTo>
                  <a:lnTo>
                    <a:pt x="216" y="510"/>
                  </a:lnTo>
                  <a:lnTo>
                    <a:pt x="216" y="508"/>
                  </a:lnTo>
                  <a:lnTo>
                    <a:pt x="216" y="504"/>
                  </a:lnTo>
                  <a:lnTo>
                    <a:pt x="216" y="500"/>
                  </a:lnTo>
                  <a:lnTo>
                    <a:pt x="216" y="496"/>
                  </a:lnTo>
                  <a:lnTo>
                    <a:pt x="212" y="496"/>
                  </a:lnTo>
                  <a:lnTo>
                    <a:pt x="208" y="500"/>
                  </a:lnTo>
                  <a:lnTo>
                    <a:pt x="204" y="500"/>
                  </a:lnTo>
                  <a:lnTo>
                    <a:pt x="200" y="500"/>
                  </a:lnTo>
                  <a:lnTo>
                    <a:pt x="200" y="504"/>
                  </a:lnTo>
                  <a:lnTo>
                    <a:pt x="200" y="500"/>
                  </a:lnTo>
                  <a:lnTo>
                    <a:pt x="200" y="504"/>
                  </a:lnTo>
                  <a:lnTo>
                    <a:pt x="196" y="504"/>
                  </a:lnTo>
                  <a:lnTo>
                    <a:pt x="196" y="500"/>
                  </a:lnTo>
                  <a:lnTo>
                    <a:pt x="192" y="500"/>
                  </a:lnTo>
                  <a:lnTo>
                    <a:pt x="192" y="504"/>
                  </a:lnTo>
                  <a:lnTo>
                    <a:pt x="192" y="500"/>
                  </a:lnTo>
                  <a:lnTo>
                    <a:pt x="188" y="500"/>
                  </a:lnTo>
                  <a:lnTo>
                    <a:pt x="186" y="496"/>
                  </a:lnTo>
                  <a:lnTo>
                    <a:pt x="182" y="500"/>
                  </a:lnTo>
                  <a:lnTo>
                    <a:pt x="178" y="500"/>
                  </a:lnTo>
                  <a:lnTo>
                    <a:pt x="178" y="496"/>
                  </a:lnTo>
                  <a:lnTo>
                    <a:pt x="178" y="500"/>
                  </a:lnTo>
                  <a:lnTo>
                    <a:pt x="174" y="500"/>
                  </a:lnTo>
                  <a:lnTo>
                    <a:pt x="174" y="496"/>
                  </a:lnTo>
                  <a:lnTo>
                    <a:pt x="170" y="492"/>
                  </a:lnTo>
                  <a:lnTo>
                    <a:pt x="166" y="492"/>
                  </a:lnTo>
                  <a:lnTo>
                    <a:pt x="162" y="492"/>
                  </a:lnTo>
                  <a:lnTo>
                    <a:pt x="162" y="488"/>
                  </a:lnTo>
                  <a:lnTo>
                    <a:pt x="162" y="484"/>
                  </a:lnTo>
                  <a:lnTo>
                    <a:pt x="162" y="488"/>
                  </a:lnTo>
                  <a:lnTo>
                    <a:pt x="160" y="488"/>
                  </a:lnTo>
                  <a:lnTo>
                    <a:pt x="156" y="488"/>
                  </a:lnTo>
                  <a:lnTo>
                    <a:pt x="156" y="484"/>
                  </a:lnTo>
                  <a:lnTo>
                    <a:pt x="152" y="484"/>
                  </a:lnTo>
                  <a:lnTo>
                    <a:pt x="152" y="480"/>
                  </a:lnTo>
                  <a:lnTo>
                    <a:pt x="152" y="478"/>
                  </a:lnTo>
                  <a:lnTo>
                    <a:pt x="148" y="478"/>
                  </a:lnTo>
                  <a:lnTo>
                    <a:pt x="148" y="474"/>
                  </a:lnTo>
                  <a:lnTo>
                    <a:pt x="144" y="474"/>
                  </a:lnTo>
                  <a:lnTo>
                    <a:pt x="144" y="478"/>
                  </a:lnTo>
                  <a:lnTo>
                    <a:pt x="140" y="478"/>
                  </a:lnTo>
                  <a:lnTo>
                    <a:pt x="140" y="474"/>
                  </a:lnTo>
                  <a:lnTo>
                    <a:pt x="136" y="474"/>
                  </a:lnTo>
                  <a:lnTo>
                    <a:pt x="136" y="470"/>
                  </a:lnTo>
                  <a:lnTo>
                    <a:pt x="132" y="470"/>
                  </a:lnTo>
                  <a:lnTo>
                    <a:pt x="132" y="466"/>
                  </a:lnTo>
                  <a:lnTo>
                    <a:pt x="130" y="466"/>
                  </a:lnTo>
                  <a:lnTo>
                    <a:pt x="126" y="462"/>
                  </a:lnTo>
                  <a:lnTo>
                    <a:pt x="122" y="458"/>
                  </a:lnTo>
                  <a:lnTo>
                    <a:pt x="122" y="462"/>
                  </a:lnTo>
                  <a:lnTo>
                    <a:pt x="122" y="458"/>
                  </a:lnTo>
                  <a:lnTo>
                    <a:pt x="122" y="454"/>
                  </a:lnTo>
                  <a:lnTo>
                    <a:pt x="118" y="454"/>
                  </a:lnTo>
                  <a:lnTo>
                    <a:pt x="114" y="454"/>
                  </a:lnTo>
                  <a:lnTo>
                    <a:pt x="110" y="454"/>
                  </a:lnTo>
                  <a:lnTo>
                    <a:pt x="110" y="458"/>
                  </a:lnTo>
                  <a:lnTo>
                    <a:pt x="106" y="462"/>
                  </a:lnTo>
                  <a:lnTo>
                    <a:pt x="106" y="458"/>
                  </a:lnTo>
                  <a:lnTo>
                    <a:pt x="104" y="458"/>
                  </a:lnTo>
                  <a:lnTo>
                    <a:pt x="106" y="458"/>
                  </a:lnTo>
                  <a:lnTo>
                    <a:pt x="104" y="458"/>
                  </a:lnTo>
                  <a:lnTo>
                    <a:pt x="104" y="454"/>
                  </a:lnTo>
                  <a:lnTo>
                    <a:pt x="100" y="454"/>
                  </a:lnTo>
                  <a:lnTo>
                    <a:pt x="96" y="452"/>
                  </a:lnTo>
                  <a:lnTo>
                    <a:pt x="92" y="452"/>
                  </a:lnTo>
                  <a:lnTo>
                    <a:pt x="96" y="448"/>
                  </a:lnTo>
                  <a:lnTo>
                    <a:pt x="92" y="448"/>
                  </a:lnTo>
                  <a:lnTo>
                    <a:pt x="88" y="444"/>
                  </a:lnTo>
                  <a:lnTo>
                    <a:pt x="84" y="444"/>
                  </a:lnTo>
                  <a:lnTo>
                    <a:pt x="80" y="444"/>
                  </a:lnTo>
                  <a:lnTo>
                    <a:pt x="80" y="440"/>
                  </a:lnTo>
                  <a:lnTo>
                    <a:pt x="80" y="436"/>
                  </a:lnTo>
                  <a:lnTo>
                    <a:pt x="76" y="436"/>
                  </a:lnTo>
                  <a:lnTo>
                    <a:pt x="74" y="436"/>
                  </a:lnTo>
                  <a:lnTo>
                    <a:pt x="74" y="440"/>
                  </a:lnTo>
                  <a:lnTo>
                    <a:pt x="74" y="436"/>
                  </a:lnTo>
                  <a:lnTo>
                    <a:pt x="74" y="432"/>
                  </a:lnTo>
                  <a:lnTo>
                    <a:pt x="74" y="428"/>
                  </a:lnTo>
                  <a:lnTo>
                    <a:pt x="74" y="424"/>
                  </a:lnTo>
                  <a:lnTo>
                    <a:pt x="70" y="424"/>
                  </a:lnTo>
                  <a:lnTo>
                    <a:pt x="70" y="422"/>
                  </a:lnTo>
                  <a:lnTo>
                    <a:pt x="70" y="418"/>
                  </a:lnTo>
                  <a:lnTo>
                    <a:pt x="70" y="414"/>
                  </a:lnTo>
                  <a:lnTo>
                    <a:pt x="74" y="414"/>
                  </a:lnTo>
                  <a:lnTo>
                    <a:pt x="74" y="418"/>
                  </a:lnTo>
                  <a:lnTo>
                    <a:pt x="76" y="418"/>
                  </a:lnTo>
                  <a:lnTo>
                    <a:pt x="80" y="414"/>
                  </a:lnTo>
                  <a:lnTo>
                    <a:pt x="80" y="418"/>
                  </a:lnTo>
                  <a:lnTo>
                    <a:pt x="84" y="414"/>
                  </a:lnTo>
                  <a:lnTo>
                    <a:pt x="84" y="410"/>
                  </a:lnTo>
                  <a:lnTo>
                    <a:pt x="80" y="410"/>
                  </a:lnTo>
                  <a:lnTo>
                    <a:pt x="80" y="406"/>
                  </a:lnTo>
                  <a:lnTo>
                    <a:pt x="80" y="402"/>
                  </a:lnTo>
                  <a:lnTo>
                    <a:pt x="76" y="402"/>
                  </a:lnTo>
                  <a:lnTo>
                    <a:pt x="76" y="398"/>
                  </a:lnTo>
                  <a:lnTo>
                    <a:pt x="74" y="398"/>
                  </a:lnTo>
                  <a:lnTo>
                    <a:pt x="74" y="396"/>
                  </a:lnTo>
                  <a:lnTo>
                    <a:pt x="74" y="392"/>
                  </a:lnTo>
                  <a:lnTo>
                    <a:pt x="74" y="388"/>
                  </a:lnTo>
                  <a:lnTo>
                    <a:pt x="74" y="384"/>
                  </a:lnTo>
                  <a:lnTo>
                    <a:pt x="76" y="384"/>
                  </a:lnTo>
                  <a:lnTo>
                    <a:pt x="76" y="380"/>
                  </a:lnTo>
                  <a:lnTo>
                    <a:pt x="74" y="376"/>
                  </a:lnTo>
                  <a:lnTo>
                    <a:pt x="70" y="376"/>
                  </a:lnTo>
                  <a:lnTo>
                    <a:pt x="66" y="376"/>
                  </a:lnTo>
                  <a:lnTo>
                    <a:pt x="66" y="372"/>
                  </a:lnTo>
                  <a:lnTo>
                    <a:pt x="66" y="368"/>
                  </a:lnTo>
                  <a:lnTo>
                    <a:pt x="62" y="366"/>
                  </a:lnTo>
                  <a:lnTo>
                    <a:pt x="58" y="368"/>
                  </a:lnTo>
                  <a:lnTo>
                    <a:pt x="60" y="368"/>
                  </a:lnTo>
                  <a:lnTo>
                    <a:pt x="58" y="368"/>
                  </a:lnTo>
                  <a:lnTo>
                    <a:pt x="56" y="366"/>
                  </a:lnTo>
                  <a:lnTo>
                    <a:pt x="58" y="366"/>
                  </a:lnTo>
                  <a:lnTo>
                    <a:pt x="52" y="364"/>
                  </a:lnTo>
                  <a:lnTo>
                    <a:pt x="52" y="362"/>
                  </a:lnTo>
                  <a:lnTo>
                    <a:pt x="50" y="358"/>
                  </a:lnTo>
                  <a:lnTo>
                    <a:pt x="48" y="358"/>
                  </a:lnTo>
                  <a:lnTo>
                    <a:pt x="44" y="358"/>
                  </a:lnTo>
                  <a:lnTo>
                    <a:pt x="44" y="354"/>
                  </a:lnTo>
                  <a:lnTo>
                    <a:pt x="42" y="354"/>
                  </a:lnTo>
                  <a:lnTo>
                    <a:pt x="40" y="354"/>
                  </a:lnTo>
                  <a:lnTo>
                    <a:pt x="36" y="354"/>
                  </a:lnTo>
                  <a:lnTo>
                    <a:pt x="36" y="350"/>
                  </a:lnTo>
                  <a:lnTo>
                    <a:pt x="32" y="350"/>
                  </a:lnTo>
                  <a:lnTo>
                    <a:pt x="32" y="346"/>
                  </a:lnTo>
                  <a:lnTo>
                    <a:pt x="36" y="346"/>
                  </a:lnTo>
                  <a:lnTo>
                    <a:pt x="32" y="342"/>
                  </a:lnTo>
                  <a:lnTo>
                    <a:pt x="32" y="342"/>
                  </a:lnTo>
                  <a:lnTo>
                    <a:pt x="30" y="340"/>
                  </a:lnTo>
                  <a:lnTo>
                    <a:pt x="26" y="338"/>
                  </a:lnTo>
                  <a:lnTo>
                    <a:pt x="24" y="336"/>
                  </a:lnTo>
                  <a:lnTo>
                    <a:pt x="24" y="336"/>
                  </a:lnTo>
                  <a:lnTo>
                    <a:pt x="20" y="332"/>
                  </a:lnTo>
                  <a:lnTo>
                    <a:pt x="18" y="332"/>
                  </a:lnTo>
                  <a:lnTo>
                    <a:pt x="14" y="332"/>
                  </a:lnTo>
                  <a:lnTo>
                    <a:pt x="10" y="328"/>
                  </a:lnTo>
                  <a:lnTo>
                    <a:pt x="14" y="328"/>
                  </a:lnTo>
                  <a:lnTo>
                    <a:pt x="18" y="324"/>
                  </a:lnTo>
                  <a:lnTo>
                    <a:pt x="18" y="328"/>
                  </a:lnTo>
                  <a:lnTo>
                    <a:pt x="20" y="324"/>
                  </a:lnTo>
                  <a:lnTo>
                    <a:pt x="20" y="320"/>
                  </a:lnTo>
                  <a:lnTo>
                    <a:pt x="18" y="320"/>
                  </a:lnTo>
                  <a:lnTo>
                    <a:pt x="18" y="316"/>
                  </a:lnTo>
                  <a:lnTo>
                    <a:pt x="20" y="316"/>
                  </a:lnTo>
                  <a:lnTo>
                    <a:pt x="18" y="316"/>
                  </a:lnTo>
                  <a:lnTo>
                    <a:pt x="18" y="312"/>
                  </a:lnTo>
                  <a:lnTo>
                    <a:pt x="18" y="310"/>
                  </a:lnTo>
                  <a:lnTo>
                    <a:pt x="18" y="306"/>
                  </a:lnTo>
                  <a:lnTo>
                    <a:pt x="18" y="302"/>
                  </a:lnTo>
                  <a:lnTo>
                    <a:pt x="14" y="302"/>
                  </a:lnTo>
                  <a:lnTo>
                    <a:pt x="10" y="298"/>
                  </a:lnTo>
                  <a:lnTo>
                    <a:pt x="6" y="298"/>
                  </a:lnTo>
                  <a:lnTo>
                    <a:pt x="6" y="302"/>
                  </a:lnTo>
                  <a:lnTo>
                    <a:pt x="4" y="302"/>
                  </a:lnTo>
                  <a:lnTo>
                    <a:pt x="4" y="298"/>
                  </a:lnTo>
                  <a:lnTo>
                    <a:pt x="4" y="294"/>
                  </a:lnTo>
                  <a:lnTo>
                    <a:pt x="4" y="290"/>
                  </a:lnTo>
                  <a:lnTo>
                    <a:pt x="0" y="286"/>
                  </a:lnTo>
                  <a:lnTo>
                    <a:pt x="4" y="286"/>
                  </a:lnTo>
                  <a:lnTo>
                    <a:pt x="4" y="284"/>
                  </a:lnTo>
                  <a:lnTo>
                    <a:pt x="6" y="284"/>
                  </a:lnTo>
                  <a:lnTo>
                    <a:pt x="6" y="280"/>
                  </a:lnTo>
                  <a:lnTo>
                    <a:pt x="4" y="280"/>
                  </a:lnTo>
                  <a:lnTo>
                    <a:pt x="4" y="276"/>
                  </a:lnTo>
                  <a:lnTo>
                    <a:pt x="6" y="272"/>
                  </a:lnTo>
                  <a:lnTo>
                    <a:pt x="10" y="272"/>
                  </a:lnTo>
                  <a:lnTo>
                    <a:pt x="14" y="272"/>
                  </a:lnTo>
                  <a:lnTo>
                    <a:pt x="14" y="268"/>
                  </a:lnTo>
                  <a:lnTo>
                    <a:pt x="18" y="268"/>
                  </a:lnTo>
                  <a:lnTo>
                    <a:pt x="18" y="264"/>
                  </a:lnTo>
                  <a:lnTo>
                    <a:pt x="20" y="264"/>
                  </a:lnTo>
                  <a:lnTo>
                    <a:pt x="24" y="264"/>
                  </a:lnTo>
                  <a:lnTo>
                    <a:pt x="24" y="260"/>
                  </a:lnTo>
                  <a:lnTo>
                    <a:pt x="28" y="260"/>
                  </a:lnTo>
                  <a:lnTo>
                    <a:pt x="28" y="264"/>
                  </a:lnTo>
                  <a:lnTo>
                    <a:pt x="28" y="268"/>
                  </a:lnTo>
                  <a:lnTo>
                    <a:pt x="32" y="268"/>
                  </a:lnTo>
                  <a:lnTo>
                    <a:pt x="36" y="264"/>
                  </a:lnTo>
                  <a:lnTo>
                    <a:pt x="40" y="264"/>
                  </a:lnTo>
                  <a:lnTo>
                    <a:pt x="40" y="268"/>
                  </a:lnTo>
                  <a:lnTo>
                    <a:pt x="40" y="264"/>
                  </a:lnTo>
                  <a:lnTo>
                    <a:pt x="44" y="264"/>
                  </a:lnTo>
                  <a:lnTo>
                    <a:pt x="44" y="260"/>
                  </a:lnTo>
                  <a:lnTo>
                    <a:pt x="44" y="254"/>
                  </a:lnTo>
                  <a:lnTo>
                    <a:pt x="48" y="254"/>
                  </a:lnTo>
                  <a:lnTo>
                    <a:pt x="50" y="254"/>
                  </a:lnTo>
                  <a:lnTo>
                    <a:pt x="54" y="254"/>
                  </a:lnTo>
                  <a:lnTo>
                    <a:pt x="58" y="254"/>
                  </a:lnTo>
                  <a:lnTo>
                    <a:pt x="62" y="254"/>
                  </a:lnTo>
                  <a:lnTo>
                    <a:pt x="66" y="254"/>
                  </a:lnTo>
                  <a:lnTo>
                    <a:pt x="66" y="250"/>
                  </a:lnTo>
                  <a:lnTo>
                    <a:pt x="66" y="246"/>
                  </a:lnTo>
                  <a:lnTo>
                    <a:pt x="70" y="246"/>
                  </a:lnTo>
                  <a:lnTo>
                    <a:pt x="74" y="242"/>
                  </a:lnTo>
                  <a:lnTo>
                    <a:pt x="76" y="242"/>
                  </a:lnTo>
                  <a:lnTo>
                    <a:pt x="76" y="238"/>
                  </a:lnTo>
                  <a:lnTo>
                    <a:pt x="80" y="238"/>
                  </a:lnTo>
                  <a:lnTo>
                    <a:pt x="84" y="238"/>
                  </a:lnTo>
                  <a:lnTo>
                    <a:pt x="88" y="238"/>
                  </a:lnTo>
                  <a:lnTo>
                    <a:pt x="88" y="234"/>
                  </a:lnTo>
                  <a:lnTo>
                    <a:pt x="92" y="234"/>
                  </a:lnTo>
                  <a:lnTo>
                    <a:pt x="96" y="234"/>
                  </a:lnTo>
                  <a:lnTo>
                    <a:pt x="96" y="230"/>
                  </a:lnTo>
                  <a:lnTo>
                    <a:pt x="92" y="230"/>
                  </a:lnTo>
                  <a:lnTo>
                    <a:pt x="96" y="230"/>
                  </a:lnTo>
                  <a:lnTo>
                    <a:pt x="96" y="228"/>
                  </a:lnTo>
                  <a:lnTo>
                    <a:pt x="92" y="228"/>
                  </a:lnTo>
                  <a:lnTo>
                    <a:pt x="92" y="224"/>
                  </a:lnTo>
                  <a:lnTo>
                    <a:pt x="96" y="220"/>
                  </a:lnTo>
                  <a:lnTo>
                    <a:pt x="100" y="216"/>
                  </a:lnTo>
                  <a:lnTo>
                    <a:pt x="96" y="216"/>
                  </a:lnTo>
                  <a:lnTo>
                    <a:pt x="100" y="214"/>
                  </a:lnTo>
                  <a:lnTo>
                    <a:pt x="104" y="214"/>
                  </a:lnTo>
                  <a:lnTo>
                    <a:pt x="104" y="210"/>
                  </a:lnTo>
                  <a:lnTo>
                    <a:pt x="100" y="206"/>
                  </a:lnTo>
                  <a:lnTo>
                    <a:pt x="100" y="202"/>
                  </a:lnTo>
                  <a:lnTo>
                    <a:pt x="100" y="198"/>
                  </a:lnTo>
                  <a:lnTo>
                    <a:pt x="96" y="198"/>
                  </a:lnTo>
                  <a:lnTo>
                    <a:pt x="96" y="194"/>
                  </a:lnTo>
                  <a:lnTo>
                    <a:pt x="96" y="190"/>
                  </a:lnTo>
                  <a:lnTo>
                    <a:pt x="96" y="186"/>
                  </a:lnTo>
                  <a:lnTo>
                    <a:pt x="96" y="184"/>
                  </a:lnTo>
                  <a:lnTo>
                    <a:pt x="100" y="184"/>
                  </a:lnTo>
                  <a:lnTo>
                    <a:pt x="100" y="180"/>
                  </a:lnTo>
                  <a:lnTo>
                    <a:pt x="96" y="180"/>
                  </a:lnTo>
                  <a:lnTo>
                    <a:pt x="92" y="180"/>
                  </a:lnTo>
                  <a:lnTo>
                    <a:pt x="88" y="180"/>
                  </a:lnTo>
                  <a:lnTo>
                    <a:pt x="92" y="176"/>
                  </a:lnTo>
                  <a:lnTo>
                    <a:pt x="96" y="176"/>
                  </a:lnTo>
                  <a:lnTo>
                    <a:pt x="100" y="172"/>
                  </a:lnTo>
                  <a:lnTo>
                    <a:pt x="104" y="172"/>
                  </a:lnTo>
                  <a:lnTo>
                    <a:pt x="106" y="172"/>
                  </a:lnTo>
                  <a:lnTo>
                    <a:pt x="110" y="172"/>
                  </a:lnTo>
                  <a:lnTo>
                    <a:pt x="110" y="168"/>
                  </a:lnTo>
                  <a:lnTo>
                    <a:pt x="114" y="168"/>
                  </a:lnTo>
                  <a:lnTo>
                    <a:pt x="114" y="172"/>
                  </a:lnTo>
                  <a:lnTo>
                    <a:pt x="118" y="172"/>
                  </a:lnTo>
                  <a:lnTo>
                    <a:pt x="122" y="172"/>
                  </a:lnTo>
                  <a:lnTo>
                    <a:pt x="126" y="172"/>
                  </a:lnTo>
                  <a:lnTo>
                    <a:pt x="130" y="172"/>
                  </a:lnTo>
                  <a:lnTo>
                    <a:pt x="130" y="168"/>
                  </a:lnTo>
                  <a:lnTo>
                    <a:pt x="126" y="168"/>
                  </a:lnTo>
                  <a:lnTo>
                    <a:pt x="126" y="164"/>
                  </a:lnTo>
                  <a:lnTo>
                    <a:pt x="122" y="164"/>
                  </a:lnTo>
                  <a:lnTo>
                    <a:pt x="126" y="160"/>
                  </a:lnTo>
                  <a:lnTo>
                    <a:pt x="126" y="158"/>
                  </a:lnTo>
                  <a:lnTo>
                    <a:pt x="126" y="154"/>
                  </a:lnTo>
                  <a:lnTo>
                    <a:pt x="126" y="150"/>
                  </a:lnTo>
                  <a:lnTo>
                    <a:pt x="130" y="150"/>
                  </a:lnTo>
                  <a:lnTo>
                    <a:pt x="130" y="146"/>
                  </a:lnTo>
                  <a:lnTo>
                    <a:pt x="130" y="142"/>
                  </a:lnTo>
                  <a:lnTo>
                    <a:pt x="132" y="138"/>
                  </a:lnTo>
                  <a:lnTo>
                    <a:pt x="132" y="134"/>
                  </a:lnTo>
                  <a:lnTo>
                    <a:pt x="132" y="130"/>
                  </a:lnTo>
                  <a:lnTo>
                    <a:pt x="136" y="130"/>
                  </a:lnTo>
                  <a:lnTo>
                    <a:pt x="140" y="134"/>
                  </a:lnTo>
                  <a:lnTo>
                    <a:pt x="144" y="134"/>
                  </a:lnTo>
                  <a:lnTo>
                    <a:pt x="148" y="134"/>
                  </a:lnTo>
                  <a:lnTo>
                    <a:pt x="152" y="134"/>
                  </a:lnTo>
                  <a:lnTo>
                    <a:pt x="156" y="134"/>
                  </a:lnTo>
                  <a:lnTo>
                    <a:pt x="160" y="138"/>
                  </a:lnTo>
                  <a:lnTo>
                    <a:pt x="162" y="138"/>
                  </a:lnTo>
                  <a:lnTo>
                    <a:pt x="162" y="134"/>
                  </a:lnTo>
                  <a:lnTo>
                    <a:pt x="166" y="134"/>
                  </a:lnTo>
                  <a:lnTo>
                    <a:pt x="170" y="134"/>
                  </a:lnTo>
                  <a:lnTo>
                    <a:pt x="170" y="130"/>
                  </a:lnTo>
                  <a:lnTo>
                    <a:pt x="170" y="128"/>
                  </a:lnTo>
                  <a:lnTo>
                    <a:pt x="170" y="124"/>
                  </a:lnTo>
                  <a:lnTo>
                    <a:pt x="170" y="120"/>
                  </a:lnTo>
                  <a:lnTo>
                    <a:pt x="170" y="116"/>
                  </a:lnTo>
                  <a:lnTo>
                    <a:pt x="170" y="112"/>
                  </a:lnTo>
                  <a:lnTo>
                    <a:pt x="170" y="108"/>
                  </a:lnTo>
                  <a:lnTo>
                    <a:pt x="174" y="108"/>
                  </a:lnTo>
                  <a:lnTo>
                    <a:pt x="174" y="104"/>
                  </a:lnTo>
                  <a:lnTo>
                    <a:pt x="178" y="104"/>
                  </a:lnTo>
                  <a:lnTo>
                    <a:pt x="182" y="104"/>
                  </a:lnTo>
                  <a:lnTo>
                    <a:pt x="186" y="104"/>
                  </a:lnTo>
                  <a:lnTo>
                    <a:pt x="186" y="102"/>
                  </a:lnTo>
                  <a:lnTo>
                    <a:pt x="186" y="98"/>
                  </a:lnTo>
                  <a:lnTo>
                    <a:pt x="186" y="94"/>
                  </a:lnTo>
                  <a:lnTo>
                    <a:pt x="188" y="94"/>
                  </a:lnTo>
                  <a:lnTo>
                    <a:pt x="192" y="94"/>
                  </a:lnTo>
                  <a:lnTo>
                    <a:pt x="196" y="94"/>
                  </a:lnTo>
                  <a:lnTo>
                    <a:pt x="200" y="90"/>
                  </a:lnTo>
                  <a:lnTo>
                    <a:pt x="200" y="94"/>
                  </a:lnTo>
                  <a:lnTo>
                    <a:pt x="204" y="94"/>
                  </a:lnTo>
                  <a:lnTo>
                    <a:pt x="200" y="98"/>
                  </a:lnTo>
                  <a:lnTo>
                    <a:pt x="204" y="102"/>
                  </a:lnTo>
                  <a:lnTo>
                    <a:pt x="204" y="104"/>
                  </a:lnTo>
                  <a:lnTo>
                    <a:pt x="208" y="104"/>
                  </a:lnTo>
                  <a:lnTo>
                    <a:pt x="212" y="108"/>
                  </a:lnTo>
                  <a:lnTo>
                    <a:pt x="212" y="112"/>
                  </a:lnTo>
                  <a:lnTo>
                    <a:pt x="216" y="112"/>
                  </a:lnTo>
                  <a:lnTo>
                    <a:pt x="218" y="112"/>
                  </a:lnTo>
                  <a:lnTo>
                    <a:pt x="218" y="116"/>
                  </a:lnTo>
                  <a:lnTo>
                    <a:pt x="222" y="116"/>
                  </a:lnTo>
                  <a:lnTo>
                    <a:pt x="226" y="116"/>
                  </a:lnTo>
                  <a:lnTo>
                    <a:pt x="230" y="120"/>
                  </a:lnTo>
                  <a:lnTo>
                    <a:pt x="230" y="116"/>
                  </a:lnTo>
                  <a:lnTo>
                    <a:pt x="234" y="116"/>
                  </a:lnTo>
                  <a:lnTo>
                    <a:pt x="234" y="120"/>
                  </a:lnTo>
                  <a:lnTo>
                    <a:pt x="238" y="120"/>
                  </a:lnTo>
                  <a:lnTo>
                    <a:pt x="238" y="124"/>
                  </a:lnTo>
                  <a:lnTo>
                    <a:pt x="238" y="128"/>
                  </a:lnTo>
                  <a:lnTo>
                    <a:pt x="238" y="130"/>
                  </a:lnTo>
                  <a:lnTo>
                    <a:pt x="242" y="130"/>
                  </a:lnTo>
                  <a:lnTo>
                    <a:pt x="242" y="134"/>
                  </a:lnTo>
                  <a:lnTo>
                    <a:pt x="246" y="134"/>
                  </a:lnTo>
                  <a:lnTo>
                    <a:pt x="246" y="138"/>
                  </a:lnTo>
                  <a:lnTo>
                    <a:pt x="246" y="142"/>
                  </a:lnTo>
                  <a:lnTo>
                    <a:pt x="248" y="142"/>
                  </a:lnTo>
                  <a:lnTo>
                    <a:pt x="246" y="142"/>
                  </a:lnTo>
                  <a:lnTo>
                    <a:pt x="248" y="146"/>
                  </a:lnTo>
                  <a:lnTo>
                    <a:pt x="246" y="150"/>
                  </a:lnTo>
                  <a:lnTo>
                    <a:pt x="246" y="154"/>
                  </a:lnTo>
                  <a:lnTo>
                    <a:pt x="246" y="158"/>
                  </a:lnTo>
                  <a:lnTo>
                    <a:pt x="242" y="160"/>
                  </a:lnTo>
                  <a:lnTo>
                    <a:pt x="242" y="164"/>
                  </a:lnTo>
                  <a:lnTo>
                    <a:pt x="242" y="168"/>
                  </a:lnTo>
                  <a:lnTo>
                    <a:pt x="246" y="168"/>
                  </a:lnTo>
                  <a:lnTo>
                    <a:pt x="246" y="172"/>
                  </a:lnTo>
                  <a:lnTo>
                    <a:pt x="248" y="172"/>
                  </a:lnTo>
                  <a:lnTo>
                    <a:pt x="252" y="172"/>
                  </a:lnTo>
                  <a:lnTo>
                    <a:pt x="252" y="176"/>
                  </a:lnTo>
                  <a:lnTo>
                    <a:pt x="260" y="176"/>
                  </a:lnTo>
                  <a:lnTo>
                    <a:pt x="264" y="176"/>
                  </a:lnTo>
                  <a:lnTo>
                    <a:pt x="268" y="176"/>
                  </a:lnTo>
                  <a:lnTo>
                    <a:pt x="272" y="176"/>
                  </a:lnTo>
                  <a:lnTo>
                    <a:pt x="274" y="176"/>
                  </a:lnTo>
                  <a:lnTo>
                    <a:pt x="278" y="176"/>
                  </a:lnTo>
                  <a:lnTo>
                    <a:pt x="282" y="176"/>
                  </a:lnTo>
                  <a:lnTo>
                    <a:pt x="282" y="180"/>
                  </a:lnTo>
                  <a:lnTo>
                    <a:pt x="286" y="180"/>
                  </a:lnTo>
                  <a:lnTo>
                    <a:pt x="290" y="180"/>
                  </a:lnTo>
                  <a:lnTo>
                    <a:pt x="290" y="184"/>
                  </a:lnTo>
                  <a:lnTo>
                    <a:pt x="294" y="184"/>
                  </a:lnTo>
                  <a:lnTo>
                    <a:pt x="294" y="186"/>
                  </a:lnTo>
                  <a:lnTo>
                    <a:pt x="298" y="186"/>
                  </a:lnTo>
                  <a:lnTo>
                    <a:pt x="298" y="190"/>
                  </a:lnTo>
                  <a:lnTo>
                    <a:pt x="304" y="190"/>
                  </a:lnTo>
                  <a:lnTo>
                    <a:pt x="308" y="190"/>
                  </a:lnTo>
                  <a:lnTo>
                    <a:pt x="308" y="194"/>
                  </a:lnTo>
                  <a:lnTo>
                    <a:pt x="312" y="194"/>
                  </a:lnTo>
                  <a:lnTo>
                    <a:pt x="312" y="198"/>
                  </a:lnTo>
                  <a:lnTo>
                    <a:pt x="312" y="202"/>
                  </a:lnTo>
                  <a:lnTo>
                    <a:pt x="312" y="206"/>
                  </a:lnTo>
                  <a:lnTo>
                    <a:pt x="316" y="206"/>
                  </a:lnTo>
                  <a:lnTo>
                    <a:pt x="316" y="210"/>
                  </a:lnTo>
                  <a:lnTo>
                    <a:pt x="316" y="214"/>
                  </a:lnTo>
                  <a:lnTo>
                    <a:pt x="320" y="214"/>
                  </a:lnTo>
                  <a:lnTo>
                    <a:pt x="324" y="216"/>
                  </a:lnTo>
                  <a:lnTo>
                    <a:pt x="324" y="220"/>
                  </a:lnTo>
                  <a:lnTo>
                    <a:pt x="328" y="220"/>
                  </a:lnTo>
                  <a:lnTo>
                    <a:pt x="330" y="220"/>
                  </a:lnTo>
                  <a:lnTo>
                    <a:pt x="334" y="220"/>
                  </a:lnTo>
                  <a:lnTo>
                    <a:pt x="338" y="220"/>
                  </a:lnTo>
                  <a:lnTo>
                    <a:pt x="342" y="220"/>
                  </a:lnTo>
                  <a:lnTo>
                    <a:pt x="346" y="220"/>
                  </a:lnTo>
                  <a:lnTo>
                    <a:pt x="348" y="224"/>
                  </a:lnTo>
                  <a:lnTo>
                    <a:pt x="352" y="224"/>
                  </a:lnTo>
                  <a:lnTo>
                    <a:pt x="356" y="224"/>
                  </a:lnTo>
                  <a:lnTo>
                    <a:pt x="360" y="224"/>
                  </a:lnTo>
                  <a:lnTo>
                    <a:pt x="364" y="224"/>
                  </a:lnTo>
                  <a:lnTo>
                    <a:pt x="368" y="224"/>
                  </a:lnTo>
                  <a:lnTo>
                    <a:pt x="372" y="224"/>
                  </a:lnTo>
                  <a:lnTo>
                    <a:pt x="374" y="224"/>
                  </a:lnTo>
                  <a:lnTo>
                    <a:pt x="378" y="220"/>
                  </a:lnTo>
                  <a:lnTo>
                    <a:pt x="382" y="220"/>
                  </a:lnTo>
                  <a:lnTo>
                    <a:pt x="386" y="220"/>
                  </a:lnTo>
                  <a:lnTo>
                    <a:pt x="386" y="224"/>
                  </a:lnTo>
                  <a:lnTo>
                    <a:pt x="390" y="224"/>
                  </a:lnTo>
                  <a:lnTo>
                    <a:pt x="394" y="224"/>
                  </a:lnTo>
                  <a:lnTo>
                    <a:pt x="398" y="224"/>
                  </a:lnTo>
                  <a:lnTo>
                    <a:pt x="402" y="228"/>
                  </a:lnTo>
                  <a:lnTo>
                    <a:pt x="402" y="230"/>
                  </a:lnTo>
                  <a:lnTo>
                    <a:pt x="408" y="230"/>
                  </a:lnTo>
                  <a:lnTo>
                    <a:pt x="412" y="230"/>
                  </a:lnTo>
                  <a:lnTo>
                    <a:pt x="416" y="234"/>
                  </a:lnTo>
                  <a:lnTo>
                    <a:pt x="420" y="234"/>
                  </a:lnTo>
                  <a:lnTo>
                    <a:pt x="420" y="238"/>
                  </a:lnTo>
                  <a:lnTo>
                    <a:pt x="428" y="238"/>
                  </a:lnTo>
                  <a:lnTo>
                    <a:pt x="430" y="238"/>
                  </a:lnTo>
                  <a:lnTo>
                    <a:pt x="438" y="238"/>
                  </a:lnTo>
                  <a:lnTo>
                    <a:pt x="438" y="242"/>
                  </a:lnTo>
                  <a:lnTo>
                    <a:pt x="442" y="242"/>
                  </a:lnTo>
                  <a:lnTo>
                    <a:pt x="446" y="238"/>
                  </a:lnTo>
                  <a:lnTo>
                    <a:pt x="450" y="238"/>
                  </a:lnTo>
                  <a:lnTo>
                    <a:pt x="454" y="238"/>
                  </a:lnTo>
                  <a:lnTo>
                    <a:pt x="458" y="234"/>
                  </a:lnTo>
                  <a:lnTo>
                    <a:pt x="460" y="234"/>
                  </a:lnTo>
                  <a:lnTo>
                    <a:pt x="464" y="230"/>
                  </a:lnTo>
                  <a:lnTo>
                    <a:pt x="468" y="228"/>
                  </a:lnTo>
                  <a:lnTo>
                    <a:pt x="472" y="228"/>
                  </a:lnTo>
                  <a:lnTo>
                    <a:pt x="476" y="228"/>
                  </a:lnTo>
                  <a:lnTo>
                    <a:pt x="480" y="228"/>
                  </a:lnTo>
                  <a:lnTo>
                    <a:pt x="484" y="228"/>
                  </a:lnTo>
                  <a:lnTo>
                    <a:pt x="490" y="228"/>
                  </a:lnTo>
                  <a:lnTo>
                    <a:pt x="494" y="228"/>
                  </a:lnTo>
                  <a:lnTo>
                    <a:pt x="498" y="228"/>
                  </a:lnTo>
                  <a:lnTo>
                    <a:pt x="502" y="228"/>
                  </a:lnTo>
                  <a:lnTo>
                    <a:pt x="506" y="228"/>
                  </a:lnTo>
                  <a:lnTo>
                    <a:pt x="510" y="228"/>
                  </a:lnTo>
                  <a:lnTo>
                    <a:pt x="510" y="224"/>
                  </a:lnTo>
                  <a:lnTo>
                    <a:pt x="514" y="224"/>
                  </a:lnTo>
                  <a:lnTo>
                    <a:pt x="516" y="224"/>
                  </a:lnTo>
                  <a:lnTo>
                    <a:pt x="516" y="220"/>
                  </a:lnTo>
                  <a:lnTo>
                    <a:pt x="520" y="220"/>
                  </a:lnTo>
                  <a:lnTo>
                    <a:pt x="520" y="216"/>
                  </a:lnTo>
                  <a:lnTo>
                    <a:pt x="524" y="216"/>
                  </a:lnTo>
                  <a:lnTo>
                    <a:pt x="524" y="214"/>
                  </a:lnTo>
                  <a:lnTo>
                    <a:pt x="528" y="214"/>
                  </a:lnTo>
                  <a:lnTo>
                    <a:pt x="528" y="210"/>
                  </a:lnTo>
                  <a:lnTo>
                    <a:pt x="532" y="210"/>
                  </a:lnTo>
                  <a:lnTo>
                    <a:pt x="532" y="206"/>
                  </a:lnTo>
                  <a:lnTo>
                    <a:pt x="536" y="206"/>
                  </a:lnTo>
                  <a:lnTo>
                    <a:pt x="540" y="206"/>
                  </a:lnTo>
                  <a:lnTo>
                    <a:pt x="540" y="202"/>
                  </a:lnTo>
                  <a:lnTo>
                    <a:pt x="542" y="202"/>
                  </a:lnTo>
                  <a:lnTo>
                    <a:pt x="542" y="198"/>
                  </a:lnTo>
                  <a:lnTo>
                    <a:pt x="540" y="194"/>
                  </a:lnTo>
                  <a:lnTo>
                    <a:pt x="536" y="190"/>
                  </a:lnTo>
                  <a:lnTo>
                    <a:pt x="536" y="186"/>
                  </a:lnTo>
                  <a:lnTo>
                    <a:pt x="536" y="184"/>
                  </a:lnTo>
                  <a:lnTo>
                    <a:pt x="540" y="180"/>
                  </a:lnTo>
                  <a:lnTo>
                    <a:pt x="540" y="176"/>
                  </a:lnTo>
                  <a:lnTo>
                    <a:pt x="542" y="176"/>
                  </a:lnTo>
                  <a:lnTo>
                    <a:pt x="546" y="176"/>
                  </a:lnTo>
                  <a:lnTo>
                    <a:pt x="550" y="176"/>
                  </a:lnTo>
                  <a:lnTo>
                    <a:pt x="554" y="180"/>
                  </a:lnTo>
                  <a:lnTo>
                    <a:pt x="558" y="180"/>
                  </a:lnTo>
                  <a:lnTo>
                    <a:pt x="562" y="180"/>
                  </a:lnTo>
                  <a:lnTo>
                    <a:pt x="566" y="180"/>
                  </a:lnTo>
                  <a:lnTo>
                    <a:pt x="570" y="180"/>
                  </a:lnTo>
                  <a:lnTo>
                    <a:pt x="570" y="176"/>
                  </a:lnTo>
                  <a:lnTo>
                    <a:pt x="572" y="176"/>
                  </a:lnTo>
                  <a:lnTo>
                    <a:pt x="576" y="176"/>
                  </a:lnTo>
                  <a:lnTo>
                    <a:pt x="576" y="172"/>
                  </a:lnTo>
                  <a:lnTo>
                    <a:pt x="580" y="168"/>
                  </a:lnTo>
                  <a:lnTo>
                    <a:pt x="584" y="168"/>
                  </a:lnTo>
                  <a:lnTo>
                    <a:pt x="588" y="168"/>
                  </a:lnTo>
                  <a:lnTo>
                    <a:pt x="592" y="168"/>
                  </a:lnTo>
                  <a:lnTo>
                    <a:pt x="596" y="168"/>
                  </a:lnTo>
                  <a:lnTo>
                    <a:pt x="596" y="164"/>
                  </a:lnTo>
                  <a:lnTo>
                    <a:pt x="600" y="164"/>
                  </a:lnTo>
                  <a:lnTo>
                    <a:pt x="600" y="160"/>
                  </a:lnTo>
                  <a:lnTo>
                    <a:pt x="602" y="160"/>
                  </a:lnTo>
                  <a:lnTo>
                    <a:pt x="602" y="158"/>
                  </a:lnTo>
                  <a:lnTo>
                    <a:pt x="606" y="154"/>
                  </a:lnTo>
                  <a:lnTo>
                    <a:pt x="606" y="150"/>
                  </a:lnTo>
                  <a:lnTo>
                    <a:pt x="610" y="150"/>
                  </a:lnTo>
                  <a:lnTo>
                    <a:pt x="614" y="150"/>
                  </a:lnTo>
                  <a:lnTo>
                    <a:pt x="618" y="150"/>
                  </a:lnTo>
                  <a:lnTo>
                    <a:pt x="618" y="146"/>
                  </a:lnTo>
                  <a:lnTo>
                    <a:pt x="622" y="146"/>
                  </a:lnTo>
                  <a:lnTo>
                    <a:pt x="622" y="142"/>
                  </a:lnTo>
                  <a:lnTo>
                    <a:pt x="622" y="146"/>
                  </a:lnTo>
                  <a:lnTo>
                    <a:pt x="626" y="146"/>
                  </a:lnTo>
                  <a:lnTo>
                    <a:pt x="626" y="142"/>
                  </a:lnTo>
                  <a:lnTo>
                    <a:pt x="628" y="142"/>
                  </a:lnTo>
                  <a:lnTo>
                    <a:pt x="632" y="142"/>
                  </a:lnTo>
                  <a:lnTo>
                    <a:pt x="636" y="142"/>
                  </a:lnTo>
                  <a:lnTo>
                    <a:pt x="640" y="142"/>
                  </a:lnTo>
                  <a:lnTo>
                    <a:pt x="640" y="138"/>
                  </a:lnTo>
                  <a:lnTo>
                    <a:pt x="640" y="142"/>
                  </a:lnTo>
                  <a:lnTo>
                    <a:pt x="644" y="142"/>
                  </a:lnTo>
                  <a:lnTo>
                    <a:pt x="648" y="142"/>
                  </a:lnTo>
                  <a:lnTo>
                    <a:pt x="652" y="142"/>
                  </a:lnTo>
                  <a:lnTo>
                    <a:pt x="656" y="142"/>
                  </a:lnTo>
                  <a:lnTo>
                    <a:pt x="656" y="138"/>
                  </a:lnTo>
                  <a:lnTo>
                    <a:pt x="656" y="134"/>
                  </a:lnTo>
                  <a:lnTo>
                    <a:pt x="652" y="130"/>
                  </a:lnTo>
                  <a:lnTo>
                    <a:pt x="648" y="130"/>
                  </a:lnTo>
                  <a:lnTo>
                    <a:pt x="648" y="128"/>
                  </a:lnTo>
                  <a:lnTo>
                    <a:pt x="648" y="124"/>
                  </a:lnTo>
                  <a:lnTo>
                    <a:pt x="644" y="124"/>
                  </a:lnTo>
                  <a:lnTo>
                    <a:pt x="640" y="120"/>
                  </a:lnTo>
                  <a:lnTo>
                    <a:pt x="636" y="116"/>
                  </a:lnTo>
                  <a:lnTo>
                    <a:pt x="632" y="116"/>
                  </a:lnTo>
                  <a:lnTo>
                    <a:pt x="628" y="116"/>
                  </a:lnTo>
                  <a:lnTo>
                    <a:pt x="626" y="116"/>
                  </a:lnTo>
                  <a:lnTo>
                    <a:pt x="622" y="116"/>
                  </a:lnTo>
                  <a:lnTo>
                    <a:pt x="622" y="120"/>
                  </a:lnTo>
                  <a:lnTo>
                    <a:pt x="618" y="124"/>
                  </a:lnTo>
                  <a:lnTo>
                    <a:pt x="614" y="120"/>
                  </a:lnTo>
                  <a:lnTo>
                    <a:pt x="614" y="116"/>
                  </a:lnTo>
                  <a:lnTo>
                    <a:pt x="610" y="116"/>
                  </a:lnTo>
                  <a:lnTo>
                    <a:pt x="606" y="120"/>
                  </a:lnTo>
                  <a:lnTo>
                    <a:pt x="602" y="116"/>
                  </a:lnTo>
                  <a:lnTo>
                    <a:pt x="602" y="120"/>
                  </a:lnTo>
                  <a:lnTo>
                    <a:pt x="600" y="120"/>
                  </a:lnTo>
                  <a:lnTo>
                    <a:pt x="596" y="116"/>
                  </a:lnTo>
                  <a:lnTo>
                    <a:pt x="592" y="112"/>
                  </a:lnTo>
                  <a:lnTo>
                    <a:pt x="596" y="112"/>
                  </a:lnTo>
                  <a:lnTo>
                    <a:pt x="600" y="108"/>
                  </a:lnTo>
                  <a:lnTo>
                    <a:pt x="596" y="104"/>
                  </a:lnTo>
                  <a:lnTo>
                    <a:pt x="600" y="102"/>
                  </a:lnTo>
                  <a:lnTo>
                    <a:pt x="602" y="98"/>
                  </a:lnTo>
                  <a:lnTo>
                    <a:pt x="600" y="98"/>
                  </a:lnTo>
                  <a:lnTo>
                    <a:pt x="602" y="94"/>
                  </a:lnTo>
                  <a:lnTo>
                    <a:pt x="602" y="90"/>
                  </a:lnTo>
                  <a:lnTo>
                    <a:pt x="606" y="90"/>
                  </a:lnTo>
                  <a:lnTo>
                    <a:pt x="606" y="86"/>
                  </a:lnTo>
                  <a:lnTo>
                    <a:pt x="606" y="82"/>
                  </a:lnTo>
                  <a:lnTo>
                    <a:pt x="610" y="78"/>
                  </a:lnTo>
                  <a:lnTo>
                    <a:pt x="614" y="78"/>
                  </a:lnTo>
                  <a:lnTo>
                    <a:pt x="618" y="82"/>
                  </a:lnTo>
                  <a:lnTo>
                    <a:pt x="622" y="82"/>
                  </a:lnTo>
                  <a:lnTo>
                    <a:pt x="626" y="82"/>
                  </a:lnTo>
                  <a:lnTo>
                    <a:pt x="628" y="82"/>
                  </a:lnTo>
                  <a:lnTo>
                    <a:pt x="632" y="78"/>
                  </a:lnTo>
                  <a:lnTo>
                    <a:pt x="636" y="78"/>
                  </a:lnTo>
                  <a:lnTo>
                    <a:pt x="636" y="74"/>
                  </a:lnTo>
                  <a:lnTo>
                    <a:pt x="640" y="74"/>
                  </a:lnTo>
                  <a:lnTo>
                    <a:pt x="644" y="74"/>
                  </a:lnTo>
                  <a:lnTo>
                    <a:pt x="648" y="72"/>
                  </a:lnTo>
                  <a:lnTo>
                    <a:pt x="648" y="68"/>
                  </a:lnTo>
                  <a:lnTo>
                    <a:pt x="644" y="68"/>
                  </a:lnTo>
                  <a:lnTo>
                    <a:pt x="644" y="64"/>
                  </a:lnTo>
                  <a:lnTo>
                    <a:pt x="648" y="64"/>
                  </a:lnTo>
                  <a:lnTo>
                    <a:pt x="648" y="60"/>
                  </a:lnTo>
                  <a:lnTo>
                    <a:pt x="652" y="60"/>
                  </a:lnTo>
                  <a:lnTo>
                    <a:pt x="652" y="56"/>
                  </a:lnTo>
                  <a:lnTo>
                    <a:pt x="652" y="52"/>
                  </a:lnTo>
                  <a:lnTo>
                    <a:pt x="656" y="48"/>
                  </a:lnTo>
                  <a:lnTo>
                    <a:pt x="656" y="46"/>
                  </a:lnTo>
                  <a:lnTo>
                    <a:pt x="656" y="42"/>
                  </a:lnTo>
                  <a:lnTo>
                    <a:pt x="658" y="42"/>
                  </a:lnTo>
                  <a:lnTo>
                    <a:pt x="658" y="38"/>
                  </a:lnTo>
                  <a:lnTo>
                    <a:pt x="662" y="38"/>
                  </a:lnTo>
                  <a:lnTo>
                    <a:pt x="662" y="34"/>
                  </a:lnTo>
                  <a:lnTo>
                    <a:pt x="666" y="34"/>
                  </a:lnTo>
                  <a:lnTo>
                    <a:pt x="666" y="30"/>
                  </a:lnTo>
                  <a:lnTo>
                    <a:pt x="666" y="26"/>
                  </a:lnTo>
                  <a:lnTo>
                    <a:pt x="666" y="22"/>
                  </a:lnTo>
                  <a:lnTo>
                    <a:pt x="666" y="18"/>
                  </a:lnTo>
                  <a:lnTo>
                    <a:pt x="662" y="18"/>
                  </a:lnTo>
                  <a:lnTo>
                    <a:pt x="658" y="18"/>
                  </a:lnTo>
                  <a:lnTo>
                    <a:pt x="656" y="18"/>
                  </a:lnTo>
                  <a:lnTo>
                    <a:pt x="658" y="16"/>
                  </a:lnTo>
                  <a:lnTo>
                    <a:pt x="662" y="12"/>
                  </a:lnTo>
                  <a:lnTo>
                    <a:pt x="666" y="8"/>
                  </a:lnTo>
                  <a:lnTo>
                    <a:pt x="670" y="4"/>
                  </a:lnTo>
                  <a:lnTo>
                    <a:pt x="674" y="4"/>
                  </a:lnTo>
                  <a:lnTo>
                    <a:pt x="676" y="4"/>
                  </a:lnTo>
                  <a:lnTo>
                    <a:pt x="680" y="4"/>
                  </a:lnTo>
                  <a:lnTo>
                    <a:pt x="680" y="0"/>
                  </a:lnTo>
                  <a:lnTo>
                    <a:pt x="684" y="0"/>
                  </a:lnTo>
                  <a:lnTo>
                    <a:pt x="688" y="0"/>
                  </a:lnTo>
                  <a:lnTo>
                    <a:pt x="692" y="0"/>
                  </a:lnTo>
                  <a:lnTo>
                    <a:pt x="696" y="0"/>
                  </a:lnTo>
                  <a:lnTo>
                    <a:pt x="698" y="0"/>
                  </a:lnTo>
                  <a:lnTo>
                    <a:pt x="702" y="0"/>
                  </a:lnTo>
                  <a:lnTo>
                    <a:pt x="706" y="0"/>
                  </a:lnTo>
                  <a:lnTo>
                    <a:pt x="710" y="0"/>
                  </a:lnTo>
                  <a:lnTo>
                    <a:pt x="714" y="0"/>
                  </a:lnTo>
                  <a:lnTo>
                    <a:pt x="714" y="4"/>
                  </a:lnTo>
                  <a:lnTo>
                    <a:pt x="718" y="4"/>
                  </a:lnTo>
                  <a:lnTo>
                    <a:pt x="718" y="8"/>
                  </a:lnTo>
                  <a:lnTo>
                    <a:pt x="722" y="8"/>
                  </a:lnTo>
                  <a:lnTo>
                    <a:pt x="726" y="8"/>
                  </a:lnTo>
                  <a:lnTo>
                    <a:pt x="728" y="8"/>
                  </a:lnTo>
                  <a:lnTo>
                    <a:pt x="732" y="8"/>
                  </a:lnTo>
                  <a:lnTo>
                    <a:pt x="736" y="8"/>
                  </a:lnTo>
                  <a:lnTo>
                    <a:pt x="736" y="12"/>
                  </a:lnTo>
                  <a:lnTo>
                    <a:pt x="740" y="16"/>
                  </a:lnTo>
                  <a:lnTo>
                    <a:pt x="744" y="16"/>
                  </a:lnTo>
                  <a:lnTo>
                    <a:pt x="740" y="16"/>
                  </a:lnTo>
                  <a:lnTo>
                    <a:pt x="740" y="18"/>
                  </a:lnTo>
                  <a:lnTo>
                    <a:pt x="744" y="18"/>
                  </a:lnTo>
                  <a:lnTo>
                    <a:pt x="744" y="22"/>
                  </a:lnTo>
                  <a:lnTo>
                    <a:pt x="744" y="26"/>
                  </a:lnTo>
                  <a:lnTo>
                    <a:pt x="748" y="26"/>
                  </a:lnTo>
                  <a:lnTo>
                    <a:pt x="748" y="30"/>
                  </a:lnTo>
                  <a:lnTo>
                    <a:pt x="748" y="34"/>
                  </a:lnTo>
                  <a:lnTo>
                    <a:pt x="748" y="38"/>
                  </a:lnTo>
                  <a:lnTo>
                    <a:pt x="752" y="38"/>
                  </a:lnTo>
                  <a:lnTo>
                    <a:pt x="752" y="42"/>
                  </a:lnTo>
                  <a:lnTo>
                    <a:pt x="752" y="46"/>
                  </a:lnTo>
                  <a:lnTo>
                    <a:pt x="756" y="46"/>
                  </a:lnTo>
                  <a:lnTo>
                    <a:pt x="752" y="46"/>
                  </a:lnTo>
                  <a:lnTo>
                    <a:pt x="752" y="48"/>
                  </a:lnTo>
                  <a:lnTo>
                    <a:pt x="756" y="48"/>
                  </a:lnTo>
                  <a:lnTo>
                    <a:pt x="756" y="46"/>
                  </a:lnTo>
                  <a:lnTo>
                    <a:pt x="756" y="48"/>
                  </a:lnTo>
                  <a:lnTo>
                    <a:pt x="756" y="52"/>
                  </a:lnTo>
                  <a:lnTo>
                    <a:pt x="756" y="56"/>
                  </a:lnTo>
                  <a:lnTo>
                    <a:pt x="758" y="56"/>
                  </a:lnTo>
                  <a:lnTo>
                    <a:pt x="758" y="60"/>
                  </a:lnTo>
                  <a:lnTo>
                    <a:pt x="758" y="64"/>
                  </a:lnTo>
                  <a:lnTo>
                    <a:pt x="758" y="68"/>
                  </a:lnTo>
                  <a:lnTo>
                    <a:pt x="762" y="68"/>
                  </a:lnTo>
                  <a:lnTo>
                    <a:pt x="762" y="72"/>
                  </a:lnTo>
                  <a:lnTo>
                    <a:pt x="762" y="74"/>
                  </a:lnTo>
                  <a:lnTo>
                    <a:pt x="762" y="78"/>
                  </a:lnTo>
                  <a:lnTo>
                    <a:pt x="766" y="78"/>
                  </a:lnTo>
                  <a:lnTo>
                    <a:pt x="766" y="82"/>
                  </a:lnTo>
                  <a:lnTo>
                    <a:pt x="770" y="82"/>
                  </a:lnTo>
                  <a:lnTo>
                    <a:pt x="774" y="82"/>
                  </a:lnTo>
                  <a:lnTo>
                    <a:pt x="778" y="82"/>
                  </a:lnTo>
                  <a:lnTo>
                    <a:pt x="782" y="82"/>
                  </a:lnTo>
                  <a:lnTo>
                    <a:pt x="782" y="86"/>
                  </a:lnTo>
                  <a:lnTo>
                    <a:pt x="784" y="86"/>
                  </a:lnTo>
                  <a:lnTo>
                    <a:pt x="788" y="86"/>
                  </a:lnTo>
                  <a:lnTo>
                    <a:pt x="792" y="86"/>
                  </a:lnTo>
                  <a:lnTo>
                    <a:pt x="792" y="90"/>
                  </a:lnTo>
                  <a:lnTo>
                    <a:pt x="796" y="94"/>
                  </a:lnTo>
                  <a:lnTo>
                    <a:pt x="800" y="98"/>
                  </a:lnTo>
                  <a:lnTo>
                    <a:pt x="804" y="98"/>
                  </a:lnTo>
                  <a:lnTo>
                    <a:pt x="808" y="98"/>
                  </a:lnTo>
                  <a:lnTo>
                    <a:pt x="808" y="102"/>
                  </a:lnTo>
                  <a:lnTo>
                    <a:pt x="804" y="102"/>
                  </a:lnTo>
                  <a:lnTo>
                    <a:pt x="808" y="104"/>
                  </a:lnTo>
                  <a:lnTo>
                    <a:pt x="808" y="108"/>
                  </a:lnTo>
                  <a:lnTo>
                    <a:pt x="808" y="112"/>
                  </a:lnTo>
                  <a:lnTo>
                    <a:pt x="808" y="116"/>
                  </a:lnTo>
                  <a:lnTo>
                    <a:pt x="812" y="116"/>
                  </a:lnTo>
                  <a:lnTo>
                    <a:pt x="812" y="120"/>
                  </a:lnTo>
                  <a:lnTo>
                    <a:pt x="812" y="124"/>
                  </a:lnTo>
                  <a:lnTo>
                    <a:pt x="814" y="120"/>
                  </a:lnTo>
                  <a:lnTo>
                    <a:pt x="818" y="120"/>
                  </a:lnTo>
                  <a:lnTo>
                    <a:pt x="818" y="124"/>
                  </a:lnTo>
                  <a:lnTo>
                    <a:pt x="822" y="124"/>
                  </a:lnTo>
                  <a:lnTo>
                    <a:pt x="826" y="124"/>
                  </a:lnTo>
                  <a:lnTo>
                    <a:pt x="826" y="120"/>
                  </a:lnTo>
                  <a:lnTo>
                    <a:pt x="830" y="120"/>
                  </a:lnTo>
                  <a:lnTo>
                    <a:pt x="834" y="120"/>
                  </a:lnTo>
                  <a:lnTo>
                    <a:pt x="834" y="116"/>
                  </a:lnTo>
                  <a:lnTo>
                    <a:pt x="838" y="116"/>
                  </a:lnTo>
                  <a:lnTo>
                    <a:pt x="840" y="112"/>
                  </a:lnTo>
                  <a:lnTo>
                    <a:pt x="844" y="112"/>
                  </a:lnTo>
                  <a:lnTo>
                    <a:pt x="848" y="112"/>
                  </a:lnTo>
                  <a:lnTo>
                    <a:pt x="852" y="108"/>
                  </a:lnTo>
                  <a:lnTo>
                    <a:pt x="856" y="108"/>
                  </a:lnTo>
                  <a:lnTo>
                    <a:pt x="860" y="108"/>
                  </a:lnTo>
                  <a:lnTo>
                    <a:pt x="864" y="108"/>
                  </a:lnTo>
                  <a:lnTo>
                    <a:pt x="864" y="112"/>
                  </a:lnTo>
                  <a:lnTo>
                    <a:pt x="864" y="116"/>
                  </a:lnTo>
                  <a:lnTo>
                    <a:pt x="864" y="120"/>
                  </a:lnTo>
                  <a:lnTo>
                    <a:pt x="864" y="128"/>
                  </a:lnTo>
                  <a:lnTo>
                    <a:pt x="860" y="128"/>
                  </a:lnTo>
                  <a:lnTo>
                    <a:pt x="856" y="128"/>
                  </a:lnTo>
                  <a:lnTo>
                    <a:pt x="856" y="130"/>
                  </a:lnTo>
                  <a:lnTo>
                    <a:pt x="856" y="134"/>
                  </a:lnTo>
                  <a:lnTo>
                    <a:pt x="856" y="138"/>
                  </a:lnTo>
                  <a:lnTo>
                    <a:pt x="856" y="142"/>
                  </a:lnTo>
                  <a:lnTo>
                    <a:pt x="852" y="142"/>
                  </a:lnTo>
                  <a:lnTo>
                    <a:pt x="852" y="146"/>
                  </a:lnTo>
                  <a:lnTo>
                    <a:pt x="852" y="150"/>
                  </a:lnTo>
                  <a:lnTo>
                    <a:pt x="852" y="154"/>
                  </a:lnTo>
                  <a:lnTo>
                    <a:pt x="848" y="154"/>
                  </a:lnTo>
                  <a:lnTo>
                    <a:pt x="848" y="158"/>
                  </a:lnTo>
                  <a:lnTo>
                    <a:pt x="848" y="160"/>
                  </a:lnTo>
                  <a:lnTo>
                    <a:pt x="848" y="164"/>
                  </a:lnTo>
                  <a:lnTo>
                    <a:pt x="844" y="164"/>
                  </a:lnTo>
                  <a:lnTo>
                    <a:pt x="840" y="164"/>
                  </a:lnTo>
                  <a:lnTo>
                    <a:pt x="840" y="168"/>
                  </a:lnTo>
                  <a:lnTo>
                    <a:pt x="840" y="172"/>
                  </a:lnTo>
                  <a:lnTo>
                    <a:pt x="840" y="176"/>
                  </a:lnTo>
                  <a:lnTo>
                    <a:pt x="838" y="176"/>
                  </a:lnTo>
                  <a:lnTo>
                    <a:pt x="834" y="172"/>
                  </a:lnTo>
                  <a:lnTo>
                    <a:pt x="830" y="172"/>
                  </a:lnTo>
                  <a:lnTo>
                    <a:pt x="826" y="172"/>
                  </a:lnTo>
                  <a:lnTo>
                    <a:pt x="826" y="168"/>
                  </a:lnTo>
                  <a:lnTo>
                    <a:pt x="822" y="168"/>
                  </a:lnTo>
                  <a:lnTo>
                    <a:pt x="822" y="172"/>
                  </a:lnTo>
                  <a:lnTo>
                    <a:pt x="822" y="176"/>
                  </a:lnTo>
                  <a:lnTo>
                    <a:pt x="818" y="176"/>
                  </a:lnTo>
                  <a:lnTo>
                    <a:pt x="814" y="176"/>
                  </a:lnTo>
                  <a:lnTo>
                    <a:pt x="814" y="180"/>
                  </a:lnTo>
                  <a:lnTo>
                    <a:pt x="814" y="176"/>
                  </a:lnTo>
                  <a:lnTo>
                    <a:pt x="812" y="180"/>
                  </a:lnTo>
                  <a:lnTo>
                    <a:pt x="812" y="184"/>
                  </a:lnTo>
                  <a:lnTo>
                    <a:pt x="814" y="184"/>
                  </a:lnTo>
                  <a:lnTo>
                    <a:pt x="814" y="190"/>
                  </a:lnTo>
                  <a:lnTo>
                    <a:pt x="814" y="194"/>
                  </a:lnTo>
                  <a:lnTo>
                    <a:pt x="814" y="198"/>
                  </a:lnTo>
                  <a:lnTo>
                    <a:pt x="814" y="206"/>
                  </a:lnTo>
                  <a:lnTo>
                    <a:pt x="814" y="210"/>
                  </a:lnTo>
                  <a:lnTo>
                    <a:pt x="814" y="214"/>
                  </a:lnTo>
                  <a:lnTo>
                    <a:pt x="814" y="216"/>
                  </a:lnTo>
                  <a:lnTo>
                    <a:pt x="812" y="216"/>
                  </a:lnTo>
                  <a:lnTo>
                    <a:pt x="812" y="220"/>
                  </a:lnTo>
                  <a:lnTo>
                    <a:pt x="812" y="216"/>
                  </a:lnTo>
                  <a:lnTo>
                    <a:pt x="808" y="216"/>
                  </a:lnTo>
                  <a:lnTo>
                    <a:pt x="808" y="220"/>
                  </a:lnTo>
                  <a:lnTo>
                    <a:pt x="804" y="220"/>
                  </a:lnTo>
                  <a:lnTo>
                    <a:pt x="808" y="224"/>
                  </a:lnTo>
                  <a:lnTo>
                    <a:pt x="808" y="228"/>
                  </a:lnTo>
                  <a:lnTo>
                    <a:pt x="804" y="228"/>
                  </a:lnTo>
                  <a:lnTo>
                    <a:pt x="804" y="224"/>
                  </a:lnTo>
                  <a:lnTo>
                    <a:pt x="800" y="220"/>
                  </a:lnTo>
                  <a:lnTo>
                    <a:pt x="800" y="216"/>
                  </a:lnTo>
                  <a:lnTo>
                    <a:pt x="796" y="216"/>
                  </a:lnTo>
                  <a:lnTo>
                    <a:pt x="796" y="220"/>
                  </a:lnTo>
                  <a:lnTo>
                    <a:pt x="792" y="220"/>
                  </a:lnTo>
                  <a:lnTo>
                    <a:pt x="792" y="224"/>
                  </a:lnTo>
                  <a:lnTo>
                    <a:pt x="792" y="228"/>
                  </a:lnTo>
                  <a:lnTo>
                    <a:pt x="788" y="228"/>
                  </a:lnTo>
                  <a:lnTo>
                    <a:pt x="784" y="228"/>
                  </a:lnTo>
                  <a:lnTo>
                    <a:pt x="784" y="230"/>
                  </a:lnTo>
                  <a:lnTo>
                    <a:pt x="784" y="234"/>
                  </a:lnTo>
                  <a:lnTo>
                    <a:pt x="782" y="234"/>
                  </a:lnTo>
                  <a:lnTo>
                    <a:pt x="778" y="234"/>
                  </a:lnTo>
                  <a:lnTo>
                    <a:pt x="774" y="234"/>
                  </a:lnTo>
                  <a:lnTo>
                    <a:pt x="770" y="234"/>
                  </a:lnTo>
                  <a:lnTo>
                    <a:pt x="770" y="238"/>
                  </a:lnTo>
                  <a:lnTo>
                    <a:pt x="770" y="242"/>
                  </a:lnTo>
                  <a:lnTo>
                    <a:pt x="774" y="242"/>
                  </a:lnTo>
                  <a:lnTo>
                    <a:pt x="774" y="246"/>
                  </a:lnTo>
                  <a:lnTo>
                    <a:pt x="770" y="246"/>
                  </a:lnTo>
                  <a:lnTo>
                    <a:pt x="766" y="246"/>
                  </a:lnTo>
                  <a:lnTo>
                    <a:pt x="762" y="246"/>
                  </a:lnTo>
                  <a:lnTo>
                    <a:pt x="758" y="246"/>
                  </a:lnTo>
                  <a:lnTo>
                    <a:pt x="758" y="242"/>
                  </a:lnTo>
                  <a:lnTo>
                    <a:pt x="756" y="242"/>
                  </a:lnTo>
                  <a:lnTo>
                    <a:pt x="756" y="238"/>
                  </a:lnTo>
                  <a:lnTo>
                    <a:pt x="752" y="238"/>
                  </a:lnTo>
                  <a:lnTo>
                    <a:pt x="752" y="242"/>
                  </a:lnTo>
                  <a:lnTo>
                    <a:pt x="748" y="242"/>
                  </a:lnTo>
                  <a:lnTo>
                    <a:pt x="748" y="246"/>
                  </a:lnTo>
                  <a:lnTo>
                    <a:pt x="748" y="250"/>
                  </a:lnTo>
                  <a:lnTo>
                    <a:pt x="744" y="250"/>
                  </a:lnTo>
                  <a:lnTo>
                    <a:pt x="744" y="254"/>
                  </a:lnTo>
                  <a:lnTo>
                    <a:pt x="740" y="256"/>
                  </a:lnTo>
                  <a:lnTo>
                    <a:pt x="736" y="256"/>
                  </a:lnTo>
                  <a:lnTo>
                    <a:pt x="736" y="260"/>
                  </a:lnTo>
                  <a:lnTo>
                    <a:pt x="732" y="260"/>
                  </a:lnTo>
                  <a:lnTo>
                    <a:pt x="728" y="260"/>
                  </a:lnTo>
                  <a:lnTo>
                    <a:pt x="728" y="264"/>
                  </a:lnTo>
                  <a:lnTo>
                    <a:pt x="726" y="264"/>
                  </a:lnTo>
                  <a:lnTo>
                    <a:pt x="728" y="264"/>
                  </a:lnTo>
                  <a:lnTo>
                    <a:pt x="726" y="264"/>
                  </a:lnTo>
                  <a:lnTo>
                    <a:pt x="722" y="268"/>
                  </a:lnTo>
                  <a:lnTo>
                    <a:pt x="718" y="272"/>
                  </a:lnTo>
                  <a:lnTo>
                    <a:pt x="718" y="276"/>
                  </a:lnTo>
                  <a:lnTo>
                    <a:pt x="714" y="276"/>
                  </a:lnTo>
                  <a:lnTo>
                    <a:pt x="710" y="276"/>
                  </a:lnTo>
                  <a:lnTo>
                    <a:pt x="706" y="276"/>
                  </a:lnTo>
                  <a:lnTo>
                    <a:pt x="706" y="280"/>
                  </a:lnTo>
                  <a:lnTo>
                    <a:pt x="702" y="280"/>
                  </a:lnTo>
                  <a:lnTo>
                    <a:pt x="702" y="276"/>
                  </a:lnTo>
                  <a:lnTo>
                    <a:pt x="702" y="280"/>
                  </a:lnTo>
                  <a:lnTo>
                    <a:pt x="698" y="280"/>
                  </a:lnTo>
                  <a:lnTo>
                    <a:pt x="696" y="284"/>
                  </a:lnTo>
                  <a:lnTo>
                    <a:pt x="692" y="284"/>
                  </a:lnTo>
                  <a:lnTo>
                    <a:pt x="692" y="286"/>
                  </a:lnTo>
                  <a:lnTo>
                    <a:pt x="688" y="284"/>
                  </a:lnTo>
                  <a:lnTo>
                    <a:pt x="688" y="286"/>
                  </a:lnTo>
                  <a:lnTo>
                    <a:pt x="684" y="290"/>
                  </a:lnTo>
                  <a:lnTo>
                    <a:pt x="680" y="290"/>
                  </a:lnTo>
                  <a:lnTo>
                    <a:pt x="680" y="294"/>
                  </a:lnTo>
                  <a:lnTo>
                    <a:pt x="676" y="298"/>
                  </a:lnTo>
                  <a:lnTo>
                    <a:pt x="674" y="298"/>
                  </a:lnTo>
                  <a:lnTo>
                    <a:pt x="674" y="294"/>
                  </a:lnTo>
                  <a:lnTo>
                    <a:pt x="676" y="294"/>
                  </a:lnTo>
                  <a:lnTo>
                    <a:pt x="676" y="290"/>
                  </a:lnTo>
                  <a:lnTo>
                    <a:pt x="680" y="290"/>
                  </a:lnTo>
                  <a:lnTo>
                    <a:pt x="676" y="290"/>
                  </a:lnTo>
                  <a:lnTo>
                    <a:pt x="676" y="286"/>
                  </a:lnTo>
                  <a:lnTo>
                    <a:pt x="680" y="286"/>
                  </a:lnTo>
                  <a:lnTo>
                    <a:pt x="676" y="286"/>
                  </a:lnTo>
                  <a:lnTo>
                    <a:pt x="676" y="284"/>
                  </a:lnTo>
                  <a:lnTo>
                    <a:pt x="674" y="284"/>
                  </a:lnTo>
                  <a:lnTo>
                    <a:pt x="676" y="280"/>
                  </a:lnTo>
                  <a:lnTo>
                    <a:pt x="676" y="276"/>
                  </a:lnTo>
                  <a:lnTo>
                    <a:pt x="680" y="276"/>
                  </a:lnTo>
                  <a:lnTo>
                    <a:pt x="684" y="272"/>
                  </a:lnTo>
                  <a:lnTo>
                    <a:pt x="684" y="268"/>
                  </a:lnTo>
                  <a:lnTo>
                    <a:pt x="688" y="268"/>
                  </a:lnTo>
                  <a:lnTo>
                    <a:pt x="688" y="264"/>
                  </a:lnTo>
                  <a:lnTo>
                    <a:pt x="684" y="260"/>
                  </a:lnTo>
                  <a:lnTo>
                    <a:pt x="684" y="256"/>
                  </a:lnTo>
                  <a:lnTo>
                    <a:pt x="680" y="256"/>
                  </a:lnTo>
                  <a:lnTo>
                    <a:pt x="676" y="256"/>
                  </a:lnTo>
                  <a:lnTo>
                    <a:pt x="674" y="256"/>
                  </a:lnTo>
                  <a:lnTo>
                    <a:pt x="670" y="256"/>
                  </a:lnTo>
                  <a:lnTo>
                    <a:pt x="670" y="260"/>
                  </a:lnTo>
                  <a:lnTo>
                    <a:pt x="666" y="264"/>
                  </a:lnTo>
                  <a:lnTo>
                    <a:pt x="662" y="264"/>
                  </a:lnTo>
                  <a:lnTo>
                    <a:pt x="662" y="268"/>
                  </a:lnTo>
                  <a:lnTo>
                    <a:pt x="658" y="272"/>
                  </a:lnTo>
                  <a:lnTo>
                    <a:pt x="656" y="272"/>
                  </a:lnTo>
                  <a:lnTo>
                    <a:pt x="656" y="276"/>
                  </a:lnTo>
                  <a:lnTo>
                    <a:pt x="652" y="276"/>
                  </a:lnTo>
                  <a:lnTo>
                    <a:pt x="648" y="280"/>
                  </a:lnTo>
                  <a:lnTo>
                    <a:pt x="648" y="284"/>
                  </a:lnTo>
                  <a:lnTo>
                    <a:pt x="648" y="286"/>
                  </a:lnTo>
                  <a:lnTo>
                    <a:pt x="644" y="286"/>
                  </a:lnTo>
                  <a:lnTo>
                    <a:pt x="644" y="290"/>
                  </a:lnTo>
                  <a:lnTo>
                    <a:pt x="640" y="290"/>
                  </a:lnTo>
                  <a:lnTo>
                    <a:pt x="636" y="290"/>
                  </a:lnTo>
                  <a:lnTo>
                    <a:pt x="632" y="290"/>
                  </a:lnTo>
                  <a:lnTo>
                    <a:pt x="628" y="290"/>
                  </a:lnTo>
                  <a:lnTo>
                    <a:pt x="628" y="286"/>
                  </a:lnTo>
                  <a:lnTo>
                    <a:pt x="626" y="290"/>
                  </a:lnTo>
                  <a:lnTo>
                    <a:pt x="622" y="294"/>
                  </a:lnTo>
                  <a:lnTo>
                    <a:pt x="622" y="298"/>
                  </a:lnTo>
                  <a:lnTo>
                    <a:pt x="622" y="302"/>
                  </a:lnTo>
                  <a:lnTo>
                    <a:pt x="622" y="306"/>
                  </a:lnTo>
                  <a:lnTo>
                    <a:pt x="626" y="306"/>
                  </a:lnTo>
                  <a:lnTo>
                    <a:pt x="626" y="310"/>
                  </a:lnTo>
                  <a:lnTo>
                    <a:pt x="628" y="310"/>
                  </a:lnTo>
                  <a:lnTo>
                    <a:pt x="632" y="310"/>
                  </a:lnTo>
                  <a:lnTo>
                    <a:pt x="636" y="310"/>
                  </a:lnTo>
                  <a:lnTo>
                    <a:pt x="640" y="310"/>
                  </a:lnTo>
                  <a:lnTo>
                    <a:pt x="640" y="312"/>
                  </a:lnTo>
                  <a:lnTo>
                    <a:pt x="644" y="312"/>
                  </a:lnTo>
                  <a:lnTo>
                    <a:pt x="644" y="316"/>
                  </a:lnTo>
                  <a:lnTo>
                    <a:pt x="644" y="320"/>
                  </a:lnTo>
                  <a:lnTo>
                    <a:pt x="640" y="320"/>
                  </a:lnTo>
                  <a:lnTo>
                    <a:pt x="640" y="324"/>
                  </a:lnTo>
                  <a:lnTo>
                    <a:pt x="644" y="328"/>
                  </a:lnTo>
                  <a:lnTo>
                    <a:pt x="648" y="328"/>
                  </a:lnTo>
                  <a:lnTo>
                    <a:pt x="652" y="328"/>
                  </a:lnTo>
                  <a:lnTo>
                    <a:pt x="656" y="328"/>
                  </a:lnTo>
                  <a:lnTo>
                    <a:pt x="656" y="324"/>
                  </a:lnTo>
                  <a:lnTo>
                    <a:pt x="658" y="324"/>
                  </a:lnTo>
                  <a:lnTo>
                    <a:pt x="658" y="320"/>
                  </a:lnTo>
                  <a:lnTo>
                    <a:pt x="662" y="320"/>
                  </a:lnTo>
                  <a:lnTo>
                    <a:pt x="662" y="316"/>
                  </a:lnTo>
                  <a:lnTo>
                    <a:pt x="666" y="316"/>
                  </a:lnTo>
                  <a:lnTo>
                    <a:pt x="670" y="316"/>
                  </a:lnTo>
                  <a:lnTo>
                    <a:pt x="674" y="320"/>
                  </a:lnTo>
                  <a:lnTo>
                    <a:pt x="676" y="320"/>
                  </a:lnTo>
                  <a:lnTo>
                    <a:pt x="676" y="324"/>
                  </a:lnTo>
                  <a:lnTo>
                    <a:pt x="680" y="324"/>
                  </a:lnTo>
                  <a:lnTo>
                    <a:pt x="684" y="324"/>
                  </a:lnTo>
                  <a:lnTo>
                    <a:pt x="684" y="320"/>
                  </a:lnTo>
                  <a:lnTo>
                    <a:pt x="688" y="320"/>
                  </a:lnTo>
                  <a:lnTo>
                    <a:pt x="684" y="320"/>
                  </a:lnTo>
                  <a:lnTo>
                    <a:pt x="688" y="324"/>
                  </a:lnTo>
                  <a:lnTo>
                    <a:pt x="692" y="324"/>
                  </a:lnTo>
                  <a:lnTo>
                    <a:pt x="692" y="328"/>
                  </a:lnTo>
                  <a:lnTo>
                    <a:pt x="688" y="332"/>
                  </a:lnTo>
                  <a:lnTo>
                    <a:pt x="692" y="332"/>
                  </a:lnTo>
                  <a:lnTo>
                    <a:pt x="688" y="336"/>
                  </a:lnTo>
                  <a:lnTo>
                    <a:pt x="688" y="332"/>
                  </a:lnTo>
                  <a:lnTo>
                    <a:pt x="684" y="332"/>
                  </a:lnTo>
                  <a:lnTo>
                    <a:pt x="680" y="336"/>
                  </a:lnTo>
                  <a:lnTo>
                    <a:pt x="676" y="336"/>
                  </a:lnTo>
                  <a:lnTo>
                    <a:pt x="674" y="336"/>
                  </a:lnTo>
                  <a:lnTo>
                    <a:pt x="674" y="340"/>
                  </a:lnTo>
                  <a:lnTo>
                    <a:pt x="670" y="340"/>
                  </a:lnTo>
                  <a:lnTo>
                    <a:pt x="666" y="340"/>
                  </a:lnTo>
                  <a:lnTo>
                    <a:pt x="670" y="340"/>
                  </a:lnTo>
                  <a:lnTo>
                    <a:pt x="670" y="342"/>
                  </a:lnTo>
                  <a:lnTo>
                    <a:pt x="666" y="342"/>
                  </a:lnTo>
                  <a:lnTo>
                    <a:pt x="666" y="346"/>
                  </a:lnTo>
                  <a:lnTo>
                    <a:pt x="662" y="350"/>
                  </a:lnTo>
                  <a:lnTo>
                    <a:pt x="658" y="350"/>
                  </a:lnTo>
                  <a:lnTo>
                    <a:pt x="662" y="346"/>
                  </a:lnTo>
                  <a:lnTo>
                    <a:pt x="658" y="346"/>
                  </a:lnTo>
                  <a:lnTo>
                    <a:pt x="658" y="350"/>
                  </a:lnTo>
                  <a:lnTo>
                    <a:pt x="658" y="354"/>
                  </a:lnTo>
                  <a:lnTo>
                    <a:pt x="656" y="354"/>
                  </a:lnTo>
                  <a:lnTo>
                    <a:pt x="656" y="358"/>
                  </a:lnTo>
                  <a:lnTo>
                    <a:pt x="652" y="358"/>
                  </a:lnTo>
                  <a:lnTo>
                    <a:pt x="652" y="362"/>
                  </a:lnTo>
                  <a:lnTo>
                    <a:pt x="648" y="362"/>
                  </a:lnTo>
                  <a:lnTo>
                    <a:pt x="648" y="366"/>
                  </a:lnTo>
                  <a:lnTo>
                    <a:pt x="648" y="368"/>
                  </a:lnTo>
                  <a:lnTo>
                    <a:pt x="644" y="368"/>
                  </a:lnTo>
                  <a:lnTo>
                    <a:pt x="644" y="372"/>
                  </a:lnTo>
                  <a:lnTo>
                    <a:pt x="648" y="372"/>
                  </a:lnTo>
                  <a:lnTo>
                    <a:pt x="648" y="376"/>
                  </a:lnTo>
                  <a:lnTo>
                    <a:pt x="652" y="376"/>
                  </a:lnTo>
                  <a:lnTo>
                    <a:pt x="656" y="380"/>
                  </a:lnTo>
                  <a:lnTo>
                    <a:pt x="658" y="380"/>
                  </a:lnTo>
                  <a:lnTo>
                    <a:pt x="662" y="384"/>
                  </a:lnTo>
                  <a:lnTo>
                    <a:pt x="662" y="388"/>
                  </a:lnTo>
                  <a:lnTo>
                    <a:pt x="662" y="392"/>
                  </a:lnTo>
                  <a:lnTo>
                    <a:pt x="662" y="396"/>
                  </a:lnTo>
                  <a:lnTo>
                    <a:pt x="666" y="398"/>
                  </a:lnTo>
                  <a:lnTo>
                    <a:pt x="666" y="402"/>
                  </a:lnTo>
                  <a:lnTo>
                    <a:pt x="670" y="406"/>
                  </a:lnTo>
                  <a:lnTo>
                    <a:pt x="670" y="410"/>
                  </a:lnTo>
                  <a:lnTo>
                    <a:pt x="670" y="414"/>
                  </a:lnTo>
                  <a:lnTo>
                    <a:pt x="674" y="414"/>
                  </a:lnTo>
                  <a:lnTo>
                    <a:pt x="674" y="418"/>
                  </a:lnTo>
                  <a:lnTo>
                    <a:pt x="676" y="418"/>
                  </a:lnTo>
                  <a:lnTo>
                    <a:pt x="676" y="422"/>
                  </a:lnTo>
                  <a:lnTo>
                    <a:pt x="680" y="424"/>
                  </a:lnTo>
                  <a:lnTo>
                    <a:pt x="680" y="428"/>
                  </a:lnTo>
                  <a:lnTo>
                    <a:pt x="684" y="428"/>
                  </a:lnTo>
                  <a:lnTo>
                    <a:pt x="684" y="432"/>
                  </a:lnTo>
                  <a:lnTo>
                    <a:pt x="680" y="432"/>
                  </a:lnTo>
                  <a:lnTo>
                    <a:pt x="680" y="428"/>
                  </a:lnTo>
                  <a:lnTo>
                    <a:pt x="676" y="428"/>
                  </a:lnTo>
                  <a:lnTo>
                    <a:pt x="674" y="428"/>
                  </a:lnTo>
                  <a:lnTo>
                    <a:pt x="670" y="428"/>
                  </a:lnTo>
                  <a:lnTo>
                    <a:pt x="670" y="424"/>
                  </a:lnTo>
                  <a:lnTo>
                    <a:pt x="666" y="424"/>
                  </a:lnTo>
                  <a:lnTo>
                    <a:pt x="662" y="422"/>
                  </a:lnTo>
                  <a:lnTo>
                    <a:pt x="662" y="424"/>
                  </a:lnTo>
                  <a:lnTo>
                    <a:pt x="658" y="424"/>
                  </a:lnTo>
                  <a:lnTo>
                    <a:pt x="656" y="424"/>
                  </a:lnTo>
                  <a:lnTo>
                    <a:pt x="656" y="422"/>
                  </a:lnTo>
                  <a:lnTo>
                    <a:pt x="656" y="418"/>
                  </a:lnTo>
                  <a:lnTo>
                    <a:pt x="652" y="418"/>
                  </a:lnTo>
                  <a:lnTo>
                    <a:pt x="652" y="422"/>
                  </a:lnTo>
                  <a:lnTo>
                    <a:pt x="656" y="422"/>
                  </a:lnTo>
                  <a:lnTo>
                    <a:pt x="652" y="422"/>
                  </a:lnTo>
                  <a:lnTo>
                    <a:pt x="656" y="422"/>
                  </a:lnTo>
                  <a:lnTo>
                    <a:pt x="656" y="424"/>
                  </a:lnTo>
                  <a:lnTo>
                    <a:pt x="658" y="424"/>
                  </a:lnTo>
                  <a:lnTo>
                    <a:pt x="662" y="424"/>
                  </a:lnTo>
                  <a:lnTo>
                    <a:pt x="666" y="424"/>
                  </a:lnTo>
                  <a:lnTo>
                    <a:pt x="666" y="428"/>
                  </a:lnTo>
                  <a:lnTo>
                    <a:pt x="670" y="428"/>
                  </a:lnTo>
                  <a:lnTo>
                    <a:pt x="674" y="428"/>
                  </a:lnTo>
                  <a:lnTo>
                    <a:pt x="674" y="432"/>
                  </a:lnTo>
                  <a:lnTo>
                    <a:pt x="676" y="436"/>
                  </a:lnTo>
                  <a:lnTo>
                    <a:pt x="680" y="436"/>
                  </a:lnTo>
                  <a:lnTo>
                    <a:pt x="680" y="440"/>
                  </a:lnTo>
                  <a:lnTo>
                    <a:pt x="680" y="444"/>
                  </a:lnTo>
                  <a:lnTo>
                    <a:pt x="684" y="444"/>
                  </a:lnTo>
                  <a:lnTo>
                    <a:pt x="684" y="448"/>
                  </a:lnTo>
                  <a:lnTo>
                    <a:pt x="680" y="448"/>
                  </a:lnTo>
                  <a:lnTo>
                    <a:pt x="676" y="448"/>
                  </a:lnTo>
                  <a:lnTo>
                    <a:pt x="674" y="448"/>
                  </a:lnTo>
                  <a:lnTo>
                    <a:pt x="674" y="452"/>
                  </a:lnTo>
                  <a:lnTo>
                    <a:pt x="670" y="452"/>
                  </a:lnTo>
                  <a:lnTo>
                    <a:pt x="670" y="454"/>
                  </a:lnTo>
                  <a:lnTo>
                    <a:pt x="666" y="454"/>
                  </a:lnTo>
                  <a:lnTo>
                    <a:pt x="662" y="454"/>
                  </a:lnTo>
                  <a:lnTo>
                    <a:pt x="658" y="458"/>
                  </a:lnTo>
                  <a:lnTo>
                    <a:pt x="662" y="458"/>
                  </a:lnTo>
                  <a:lnTo>
                    <a:pt x="662" y="454"/>
                  </a:lnTo>
                  <a:lnTo>
                    <a:pt x="666" y="458"/>
                  </a:lnTo>
                  <a:lnTo>
                    <a:pt x="666" y="462"/>
                  </a:lnTo>
                  <a:lnTo>
                    <a:pt x="666" y="458"/>
                  </a:lnTo>
                  <a:lnTo>
                    <a:pt x="670" y="458"/>
                  </a:lnTo>
                  <a:lnTo>
                    <a:pt x="674" y="454"/>
                  </a:lnTo>
                  <a:lnTo>
                    <a:pt x="676" y="454"/>
                  </a:lnTo>
                  <a:lnTo>
                    <a:pt x="676" y="458"/>
                  </a:lnTo>
                  <a:lnTo>
                    <a:pt x="680" y="462"/>
                  </a:lnTo>
                  <a:lnTo>
                    <a:pt x="684" y="462"/>
                  </a:lnTo>
                  <a:lnTo>
                    <a:pt x="684" y="466"/>
                  </a:lnTo>
                  <a:lnTo>
                    <a:pt x="680" y="466"/>
                  </a:lnTo>
                  <a:lnTo>
                    <a:pt x="680" y="470"/>
                  </a:lnTo>
                  <a:lnTo>
                    <a:pt x="676" y="470"/>
                  </a:lnTo>
                  <a:lnTo>
                    <a:pt x="676" y="474"/>
                  </a:lnTo>
                  <a:lnTo>
                    <a:pt x="676" y="470"/>
                  </a:lnTo>
                  <a:lnTo>
                    <a:pt x="680" y="470"/>
                  </a:lnTo>
                  <a:lnTo>
                    <a:pt x="684" y="470"/>
                  </a:lnTo>
                  <a:lnTo>
                    <a:pt x="684" y="474"/>
                  </a:lnTo>
                  <a:lnTo>
                    <a:pt x="684" y="478"/>
                  </a:lnTo>
                  <a:lnTo>
                    <a:pt x="680" y="478"/>
                  </a:lnTo>
                  <a:lnTo>
                    <a:pt x="680" y="474"/>
                  </a:lnTo>
                  <a:lnTo>
                    <a:pt x="680" y="478"/>
                  </a:lnTo>
                  <a:lnTo>
                    <a:pt x="676" y="478"/>
                  </a:lnTo>
                  <a:lnTo>
                    <a:pt x="676" y="474"/>
                  </a:lnTo>
                  <a:lnTo>
                    <a:pt x="676" y="478"/>
                  </a:lnTo>
                  <a:lnTo>
                    <a:pt x="680" y="478"/>
                  </a:lnTo>
                  <a:lnTo>
                    <a:pt x="680" y="480"/>
                  </a:lnTo>
                  <a:lnTo>
                    <a:pt x="676" y="480"/>
                  </a:lnTo>
                  <a:lnTo>
                    <a:pt x="680" y="484"/>
                  </a:lnTo>
                  <a:lnTo>
                    <a:pt x="676" y="484"/>
                  </a:lnTo>
                  <a:lnTo>
                    <a:pt x="674" y="484"/>
                  </a:lnTo>
                  <a:lnTo>
                    <a:pt x="676" y="484"/>
                  </a:lnTo>
                  <a:lnTo>
                    <a:pt x="676" y="488"/>
                  </a:lnTo>
                  <a:lnTo>
                    <a:pt x="676" y="492"/>
                  </a:lnTo>
                  <a:lnTo>
                    <a:pt x="680" y="492"/>
                  </a:lnTo>
                  <a:lnTo>
                    <a:pt x="676" y="492"/>
                  </a:lnTo>
                  <a:lnTo>
                    <a:pt x="676" y="496"/>
                  </a:lnTo>
                  <a:lnTo>
                    <a:pt x="674" y="496"/>
                  </a:lnTo>
                  <a:lnTo>
                    <a:pt x="674" y="492"/>
                  </a:lnTo>
                  <a:lnTo>
                    <a:pt x="674" y="496"/>
                  </a:lnTo>
                  <a:lnTo>
                    <a:pt x="670" y="496"/>
                  </a:lnTo>
                  <a:lnTo>
                    <a:pt x="670" y="500"/>
                  </a:lnTo>
                  <a:lnTo>
                    <a:pt x="666" y="496"/>
                  </a:lnTo>
                  <a:lnTo>
                    <a:pt x="666" y="500"/>
                  </a:lnTo>
                  <a:lnTo>
                    <a:pt x="670" y="500"/>
                  </a:lnTo>
                  <a:lnTo>
                    <a:pt x="666" y="500"/>
                  </a:lnTo>
                  <a:lnTo>
                    <a:pt x="666" y="504"/>
                  </a:lnTo>
                  <a:lnTo>
                    <a:pt x="666" y="508"/>
                  </a:lnTo>
                  <a:lnTo>
                    <a:pt x="666" y="510"/>
                  </a:lnTo>
                  <a:lnTo>
                    <a:pt x="662" y="510"/>
                  </a:lnTo>
                  <a:lnTo>
                    <a:pt x="662" y="514"/>
                  </a:lnTo>
                  <a:lnTo>
                    <a:pt x="662" y="510"/>
                  </a:lnTo>
                  <a:lnTo>
                    <a:pt x="662" y="514"/>
                  </a:lnTo>
                  <a:lnTo>
                    <a:pt x="662" y="510"/>
                  </a:lnTo>
                  <a:lnTo>
                    <a:pt x="658" y="510"/>
                  </a:lnTo>
                  <a:lnTo>
                    <a:pt x="662" y="510"/>
                  </a:lnTo>
                  <a:lnTo>
                    <a:pt x="662" y="514"/>
                  </a:lnTo>
                  <a:lnTo>
                    <a:pt x="658" y="514"/>
                  </a:lnTo>
                  <a:lnTo>
                    <a:pt x="658" y="518"/>
                  </a:lnTo>
                  <a:lnTo>
                    <a:pt x="656" y="518"/>
                  </a:lnTo>
                  <a:lnTo>
                    <a:pt x="658" y="518"/>
                  </a:lnTo>
                  <a:lnTo>
                    <a:pt x="658" y="522"/>
                  </a:lnTo>
                  <a:lnTo>
                    <a:pt x="656" y="522"/>
                  </a:lnTo>
                  <a:lnTo>
                    <a:pt x="656" y="526"/>
                  </a:lnTo>
                  <a:lnTo>
                    <a:pt x="656" y="522"/>
                  </a:lnTo>
                  <a:lnTo>
                    <a:pt x="658" y="522"/>
                  </a:lnTo>
                  <a:lnTo>
                    <a:pt x="656" y="518"/>
                  </a:lnTo>
                  <a:lnTo>
                    <a:pt x="656" y="522"/>
                  </a:lnTo>
                  <a:lnTo>
                    <a:pt x="656" y="518"/>
                  </a:lnTo>
                  <a:lnTo>
                    <a:pt x="652" y="518"/>
                  </a:lnTo>
                  <a:lnTo>
                    <a:pt x="652" y="522"/>
                  </a:lnTo>
                  <a:lnTo>
                    <a:pt x="652" y="518"/>
                  </a:lnTo>
                  <a:lnTo>
                    <a:pt x="652" y="522"/>
                  </a:lnTo>
                  <a:lnTo>
                    <a:pt x="652" y="526"/>
                  </a:lnTo>
                  <a:lnTo>
                    <a:pt x="652" y="522"/>
                  </a:lnTo>
                  <a:lnTo>
                    <a:pt x="656" y="526"/>
                  </a:lnTo>
                  <a:lnTo>
                    <a:pt x="652" y="526"/>
                  </a:lnTo>
                  <a:lnTo>
                    <a:pt x="652" y="530"/>
                  </a:lnTo>
                  <a:lnTo>
                    <a:pt x="656" y="526"/>
                  </a:lnTo>
                  <a:lnTo>
                    <a:pt x="656" y="530"/>
                  </a:lnTo>
                  <a:lnTo>
                    <a:pt x="652" y="530"/>
                  </a:lnTo>
                  <a:lnTo>
                    <a:pt x="652" y="534"/>
                  </a:lnTo>
                  <a:lnTo>
                    <a:pt x="648" y="534"/>
                  </a:lnTo>
                  <a:lnTo>
                    <a:pt x="644" y="534"/>
                  </a:lnTo>
                  <a:lnTo>
                    <a:pt x="648" y="534"/>
                  </a:lnTo>
                  <a:lnTo>
                    <a:pt x="648" y="536"/>
                  </a:lnTo>
                  <a:lnTo>
                    <a:pt x="648" y="534"/>
                  </a:lnTo>
                  <a:lnTo>
                    <a:pt x="652" y="534"/>
                  </a:lnTo>
                  <a:lnTo>
                    <a:pt x="652" y="536"/>
                  </a:lnTo>
                  <a:lnTo>
                    <a:pt x="652" y="540"/>
                  </a:lnTo>
                  <a:lnTo>
                    <a:pt x="648" y="540"/>
                  </a:lnTo>
                  <a:lnTo>
                    <a:pt x="652" y="540"/>
                  </a:lnTo>
                  <a:lnTo>
                    <a:pt x="652" y="544"/>
                  </a:lnTo>
                  <a:lnTo>
                    <a:pt x="652" y="548"/>
                  </a:lnTo>
                  <a:lnTo>
                    <a:pt x="652" y="544"/>
                  </a:lnTo>
                  <a:lnTo>
                    <a:pt x="648" y="544"/>
                  </a:lnTo>
                  <a:lnTo>
                    <a:pt x="648" y="540"/>
                  </a:lnTo>
                  <a:lnTo>
                    <a:pt x="648" y="544"/>
                  </a:lnTo>
                  <a:lnTo>
                    <a:pt x="644" y="544"/>
                  </a:lnTo>
                  <a:lnTo>
                    <a:pt x="648" y="548"/>
                  </a:lnTo>
                  <a:lnTo>
                    <a:pt x="644" y="552"/>
                  </a:lnTo>
                  <a:lnTo>
                    <a:pt x="644" y="548"/>
                  </a:lnTo>
                  <a:lnTo>
                    <a:pt x="640" y="548"/>
                  </a:lnTo>
                  <a:lnTo>
                    <a:pt x="640" y="552"/>
                  </a:lnTo>
                  <a:lnTo>
                    <a:pt x="644" y="552"/>
                  </a:lnTo>
                  <a:lnTo>
                    <a:pt x="640" y="556"/>
                  </a:lnTo>
                  <a:lnTo>
                    <a:pt x="636" y="556"/>
                  </a:lnTo>
                  <a:lnTo>
                    <a:pt x="640" y="556"/>
                  </a:lnTo>
                  <a:lnTo>
                    <a:pt x="636" y="552"/>
                  </a:lnTo>
                  <a:lnTo>
                    <a:pt x="636" y="556"/>
                  </a:lnTo>
                  <a:lnTo>
                    <a:pt x="640" y="556"/>
                  </a:lnTo>
                  <a:lnTo>
                    <a:pt x="636" y="560"/>
                  </a:lnTo>
                  <a:lnTo>
                    <a:pt x="632" y="560"/>
                  </a:lnTo>
                  <a:lnTo>
                    <a:pt x="628" y="560"/>
                  </a:lnTo>
                  <a:lnTo>
                    <a:pt x="628" y="564"/>
                  </a:lnTo>
                  <a:lnTo>
                    <a:pt x="626" y="564"/>
                  </a:lnTo>
                  <a:lnTo>
                    <a:pt x="628" y="564"/>
                  </a:lnTo>
                  <a:lnTo>
                    <a:pt x="628" y="566"/>
                  </a:lnTo>
                  <a:lnTo>
                    <a:pt x="626" y="570"/>
                  </a:lnTo>
                  <a:lnTo>
                    <a:pt x="622" y="570"/>
                  </a:lnTo>
                  <a:lnTo>
                    <a:pt x="622" y="574"/>
                  </a:lnTo>
                  <a:lnTo>
                    <a:pt x="618" y="574"/>
                  </a:lnTo>
                  <a:lnTo>
                    <a:pt x="618" y="578"/>
                  </a:lnTo>
                  <a:lnTo>
                    <a:pt x="614" y="578"/>
                  </a:lnTo>
                  <a:lnTo>
                    <a:pt x="610" y="578"/>
                  </a:lnTo>
                  <a:lnTo>
                    <a:pt x="610" y="582"/>
                  </a:lnTo>
                  <a:lnTo>
                    <a:pt x="606" y="582"/>
                  </a:lnTo>
                  <a:lnTo>
                    <a:pt x="610" y="582"/>
                  </a:lnTo>
                  <a:lnTo>
                    <a:pt x="610" y="586"/>
                  </a:lnTo>
                  <a:lnTo>
                    <a:pt x="606" y="586"/>
                  </a:lnTo>
                  <a:lnTo>
                    <a:pt x="606" y="590"/>
                  </a:lnTo>
                  <a:lnTo>
                    <a:pt x="602" y="590"/>
                  </a:lnTo>
                  <a:lnTo>
                    <a:pt x="602" y="592"/>
                  </a:lnTo>
                  <a:lnTo>
                    <a:pt x="600" y="590"/>
                  </a:lnTo>
                  <a:lnTo>
                    <a:pt x="600" y="592"/>
                  </a:lnTo>
                  <a:lnTo>
                    <a:pt x="596" y="592"/>
                  </a:lnTo>
                  <a:lnTo>
                    <a:pt x="596" y="590"/>
                  </a:lnTo>
                  <a:lnTo>
                    <a:pt x="592" y="592"/>
                  </a:lnTo>
                  <a:lnTo>
                    <a:pt x="596" y="592"/>
                  </a:lnTo>
                  <a:lnTo>
                    <a:pt x="592" y="592"/>
                  </a:lnTo>
                  <a:lnTo>
                    <a:pt x="588" y="592"/>
                  </a:lnTo>
                  <a:lnTo>
                    <a:pt x="584" y="592"/>
                  </a:lnTo>
                  <a:lnTo>
                    <a:pt x="584" y="596"/>
                  </a:lnTo>
                  <a:lnTo>
                    <a:pt x="580" y="596"/>
                  </a:lnTo>
                  <a:lnTo>
                    <a:pt x="580" y="592"/>
                  </a:lnTo>
                  <a:lnTo>
                    <a:pt x="584" y="592"/>
                  </a:lnTo>
                  <a:lnTo>
                    <a:pt x="580" y="592"/>
                  </a:lnTo>
                  <a:lnTo>
                    <a:pt x="580" y="596"/>
                  </a:lnTo>
                  <a:lnTo>
                    <a:pt x="576" y="596"/>
                  </a:lnTo>
                  <a:lnTo>
                    <a:pt x="572" y="596"/>
                  </a:lnTo>
                  <a:lnTo>
                    <a:pt x="576" y="596"/>
                  </a:lnTo>
                  <a:lnTo>
                    <a:pt x="576" y="600"/>
                  </a:lnTo>
                  <a:lnTo>
                    <a:pt x="572" y="600"/>
                  </a:lnTo>
                  <a:lnTo>
                    <a:pt x="570" y="600"/>
                  </a:lnTo>
                  <a:lnTo>
                    <a:pt x="570" y="596"/>
                  </a:lnTo>
                  <a:lnTo>
                    <a:pt x="572" y="596"/>
                  </a:lnTo>
                  <a:lnTo>
                    <a:pt x="570" y="596"/>
                  </a:lnTo>
                  <a:lnTo>
                    <a:pt x="570" y="592"/>
                  </a:lnTo>
                  <a:lnTo>
                    <a:pt x="566" y="590"/>
                  </a:lnTo>
                  <a:lnTo>
                    <a:pt x="566" y="586"/>
                  </a:lnTo>
                  <a:lnTo>
                    <a:pt x="570" y="586"/>
                  </a:lnTo>
                  <a:lnTo>
                    <a:pt x="566" y="586"/>
                  </a:lnTo>
                  <a:lnTo>
                    <a:pt x="566" y="590"/>
                  </a:lnTo>
                  <a:lnTo>
                    <a:pt x="562" y="590"/>
                  </a:lnTo>
                  <a:lnTo>
                    <a:pt x="566" y="592"/>
                  </a:lnTo>
                  <a:lnTo>
                    <a:pt x="562" y="592"/>
                  </a:lnTo>
                  <a:lnTo>
                    <a:pt x="566" y="592"/>
                  </a:lnTo>
                  <a:lnTo>
                    <a:pt x="566" y="596"/>
                  </a:lnTo>
                  <a:lnTo>
                    <a:pt x="566" y="600"/>
                  </a:lnTo>
                  <a:lnTo>
                    <a:pt x="566" y="604"/>
                  </a:lnTo>
                  <a:lnTo>
                    <a:pt x="562" y="604"/>
                  </a:lnTo>
                  <a:lnTo>
                    <a:pt x="562" y="600"/>
                  </a:lnTo>
                  <a:lnTo>
                    <a:pt x="562" y="596"/>
                  </a:lnTo>
                  <a:lnTo>
                    <a:pt x="558" y="596"/>
                  </a:lnTo>
                  <a:lnTo>
                    <a:pt x="562" y="596"/>
                  </a:lnTo>
                  <a:lnTo>
                    <a:pt x="562" y="600"/>
                  </a:lnTo>
                  <a:lnTo>
                    <a:pt x="562" y="604"/>
                  </a:lnTo>
                  <a:lnTo>
                    <a:pt x="558" y="604"/>
                  </a:lnTo>
                  <a:lnTo>
                    <a:pt x="558" y="600"/>
                  </a:lnTo>
                  <a:lnTo>
                    <a:pt x="558" y="604"/>
                  </a:lnTo>
                  <a:lnTo>
                    <a:pt x="558" y="608"/>
                  </a:lnTo>
                  <a:lnTo>
                    <a:pt x="554" y="608"/>
                  </a:lnTo>
                  <a:lnTo>
                    <a:pt x="550" y="608"/>
                  </a:lnTo>
                  <a:lnTo>
                    <a:pt x="550" y="612"/>
                  </a:lnTo>
                  <a:lnTo>
                    <a:pt x="550" y="608"/>
                  </a:lnTo>
                  <a:lnTo>
                    <a:pt x="546" y="612"/>
                  </a:lnTo>
                  <a:lnTo>
                    <a:pt x="542" y="608"/>
                  </a:lnTo>
                  <a:lnTo>
                    <a:pt x="542" y="612"/>
                  </a:lnTo>
                  <a:lnTo>
                    <a:pt x="540" y="612"/>
                  </a:lnTo>
                  <a:lnTo>
                    <a:pt x="540" y="616"/>
                  </a:lnTo>
                  <a:lnTo>
                    <a:pt x="536" y="616"/>
                  </a:lnTo>
                  <a:lnTo>
                    <a:pt x="532" y="616"/>
                  </a:lnTo>
                  <a:lnTo>
                    <a:pt x="528" y="616"/>
                  </a:lnTo>
                  <a:lnTo>
                    <a:pt x="524" y="616"/>
                  </a:lnTo>
                  <a:lnTo>
                    <a:pt x="524" y="620"/>
                  </a:lnTo>
                  <a:lnTo>
                    <a:pt x="524" y="616"/>
                  </a:lnTo>
                  <a:lnTo>
                    <a:pt x="524" y="620"/>
                  </a:lnTo>
                  <a:lnTo>
                    <a:pt x="520" y="620"/>
                  </a:lnTo>
                  <a:lnTo>
                    <a:pt x="520" y="616"/>
                  </a:lnTo>
                  <a:lnTo>
                    <a:pt x="520" y="620"/>
                  </a:lnTo>
                  <a:lnTo>
                    <a:pt x="520" y="622"/>
                  </a:lnTo>
                  <a:lnTo>
                    <a:pt x="516" y="622"/>
                  </a:lnTo>
                  <a:lnTo>
                    <a:pt x="516" y="626"/>
                  </a:lnTo>
                  <a:lnTo>
                    <a:pt x="520" y="626"/>
                  </a:lnTo>
                  <a:lnTo>
                    <a:pt x="520" y="630"/>
                  </a:lnTo>
                  <a:lnTo>
                    <a:pt x="520" y="626"/>
                  </a:lnTo>
                  <a:lnTo>
                    <a:pt x="520" y="630"/>
                  </a:lnTo>
                  <a:lnTo>
                    <a:pt x="520" y="634"/>
                  </a:lnTo>
                  <a:lnTo>
                    <a:pt x="520" y="636"/>
                  </a:lnTo>
                  <a:lnTo>
                    <a:pt x="516" y="636"/>
                  </a:lnTo>
                  <a:lnTo>
                    <a:pt x="514" y="636"/>
                  </a:lnTo>
                  <a:lnTo>
                    <a:pt x="514" y="634"/>
                  </a:lnTo>
                  <a:lnTo>
                    <a:pt x="510" y="630"/>
                  </a:lnTo>
                  <a:lnTo>
                    <a:pt x="510" y="626"/>
                  </a:lnTo>
                  <a:lnTo>
                    <a:pt x="510" y="622"/>
                  </a:lnTo>
                  <a:lnTo>
                    <a:pt x="514" y="620"/>
                  </a:lnTo>
                  <a:lnTo>
                    <a:pt x="514" y="616"/>
                  </a:lnTo>
                  <a:lnTo>
                    <a:pt x="514" y="612"/>
                  </a:lnTo>
                  <a:lnTo>
                    <a:pt x="510" y="612"/>
                  </a:lnTo>
                  <a:lnTo>
                    <a:pt x="510" y="616"/>
                  </a:lnTo>
                  <a:lnTo>
                    <a:pt x="514" y="616"/>
                  </a:lnTo>
                  <a:lnTo>
                    <a:pt x="510" y="616"/>
                  </a:lnTo>
                  <a:lnTo>
                    <a:pt x="510" y="612"/>
                  </a:lnTo>
                  <a:lnTo>
                    <a:pt x="510" y="616"/>
                  </a:lnTo>
                  <a:lnTo>
                    <a:pt x="506" y="616"/>
                  </a:lnTo>
                  <a:lnTo>
                    <a:pt x="502" y="616"/>
                  </a:lnTo>
                  <a:lnTo>
                    <a:pt x="502" y="612"/>
                  </a:lnTo>
                  <a:lnTo>
                    <a:pt x="498" y="612"/>
                  </a:lnTo>
                  <a:lnTo>
                    <a:pt x="498" y="608"/>
                  </a:lnTo>
                  <a:lnTo>
                    <a:pt x="498" y="612"/>
                  </a:lnTo>
                  <a:lnTo>
                    <a:pt x="494" y="612"/>
                  </a:lnTo>
                  <a:lnTo>
                    <a:pt x="494" y="608"/>
                  </a:lnTo>
                  <a:lnTo>
                    <a:pt x="494" y="612"/>
                  </a:lnTo>
                  <a:lnTo>
                    <a:pt x="494" y="616"/>
                  </a:lnTo>
                  <a:lnTo>
                    <a:pt x="490" y="616"/>
                  </a:lnTo>
                  <a:lnTo>
                    <a:pt x="490" y="612"/>
                  </a:lnTo>
                  <a:lnTo>
                    <a:pt x="494" y="612"/>
                  </a:lnTo>
                  <a:lnTo>
                    <a:pt x="490" y="612"/>
                  </a:lnTo>
                  <a:lnTo>
                    <a:pt x="490" y="616"/>
                  </a:lnTo>
                  <a:lnTo>
                    <a:pt x="490" y="612"/>
                  </a:lnTo>
                  <a:lnTo>
                    <a:pt x="486" y="616"/>
                  </a:lnTo>
                  <a:lnTo>
                    <a:pt x="486" y="612"/>
                  </a:lnTo>
                  <a:lnTo>
                    <a:pt x="484" y="612"/>
                  </a:lnTo>
                  <a:lnTo>
                    <a:pt x="480" y="612"/>
                  </a:lnTo>
                  <a:lnTo>
                    <a:pt x="476" y="612"/>
                  </a:lnTo>
                  <a:lnTo>
                    <a:pt x="472" y="608"/>
                  </a:lnTo>
                  <a:lnTo>
                    <a:pt x="468" y="604"/>
                  </a:lnTo>
                  <a:lnTo>
                    <a:pt x="468" y="600"/>
                  </a:lnTo>
                  <a:lnTo>
                    <a:pt x="464" y="600"/>
                  </a:lnTo>
                  <a:lnTo>
                    <a:pt x="464" y="596"/>
                  </a:lnTo>
                  <a:lnTo>
                    <a:pt x="468" y="596"/>
                  </a:lnTo>
                  <a:lnTo>
                    <a:pt x="468" y="592"/>
                  </a:lnTo>
                  <a:lnTo>
                    <a:pt x="468" y="590"/>
                  </a:lnTo>
                  <a:lnTo>
                    <a:pt x="464" y="590"/>
                  </a:lnTo>
                  <a:lnTo>
                    <a:pt x="460" y="590"/>
                  </a:lnTo>
                  <a:lnTo>
                    <a:pt x="458" y="590"/>
                  </a:lnTo>
                  <a:lnTo>
                    <a:pt x="454" y="590"/>
                  </a:lnTo>
                  <a:lnTo>
                    <a:pt x="454" y="586"/>
                  </a:lnTo>
                  <a:lnTo>
                    <a:pt x="450" y="586"/>
                  </a:lnTo>
                  <a:lnTo>
                    <a:pt x="450" y="582"/>
                  </a:lnTo>
                  <a:lnTo>
                    <a:pt x="446" y="582"/>
                  </a:lnTo>
                  <a:lnTo>
                    <a:pt x="442" y="586"/>
                  </a:lnTo>
                  <a:lnTo>
                    <a:pt x="442" y="590"/>
                  </a:lnTo>
                  <a:lnTo>
                    <a:pt x="438" y="592"/>
                  </a:lnTo>
                  <a:lnTo>
                    <a:pt x="434" y="592"/>
                  </a:lnTo>
                  <a:lnTo>
                    <a:pt x="430" y="592"/>
                  </a:lnTo>
                  <a:lnTo>
                    <a:pt x="430" y="596"/>
                  </a:lnTo>
                  <a:lnTo>
                    <a:pt x="428" y="596"/>
                  </a:lnTo>
                  <a:lnTo>
                    <a:pt x="428" y="592"/>
                  </a:lnTo>
                  <a:lnTo>
                    <a:pt x="424" y="592"/>
                  </a:lnTo>
                  <a:lnTo>
                    <a:pt x="424" y="596"/>
                  </a:lnTo>
                  <a:lnTo>
                    <a:pt x="424" y="592"/>
                  </a:lnTo>
                  <a:lnTo>
                    <a:pt x="420" y="592"/>
                  </a:lnTo>
                  <a:lnTo>
                    <a:pt x="420" y="596"/>
                  </a:lnTo>
                  <a:lnTo>
                    <a:pt x="416" y="596"/>
                  </a:lnTo>
                  <a:lnTo>
                    <a:pt x="412" y="596"/>
                  </a:lnTo>
                  <a:lnTo>
                    <a:pt x="412" y="592"/>
                  </a:lnTo>
                  <a:lnTo>
                    <a:pt x="408" y="592"/>
                  </a:lnTo>
                  <a:lnTo>
                    <a:pt x="408" y="596"/>
                  </a:lnTo>
                  <a:lnTo>
                    <a:pt x="404" y="596"/>
                  </a:lnTo>
                  <a:lnTo>
                    <a:pt x="404" y="600"/>
                  </a:lnTo>
                  <a:lnTo>
                    <a:pt x="404" y="596"/>
                  </a:lnTo>
                  <a:lnTo>
                    <a:pt x="402" y="596"/>
                  </a:lnTo>
                  <a:lnTo>
                    <a:pt x="398" y="596"/>
                  </a:lnTo>
                  <a:lnTo>
                    <a:pt x="398" y="600"/>
                  </a:lnTo>
                  <a:lnTo>
                    <a:pt x="394" y="600"/>
                  </a:lnTo>
                  <a:lnTo>
                    <a:pt x="398" y="608"/>
                  </a:lnTo>
                  <a:lnTo>
                    <a:pt x="398" y="612"/>
                  </a:lnTo>
                  <a:lnTo>
                    <a:pt x="398" y="616"/>
                  </a:lnTo>
                  <a:lnTo>
                    <a:pt x="398" y="620"/>
                  </a:lnTo>
                  <a:lnTo>
                    <a:pt x="402" y="620"/>
                  </a:lnTo>
                  <a:lnTo>
                    <a:pt x="398" y="620"/>
                  </a:lnTo>
                  <a:lnTo>
                    <a:pt x="398" y="622"/>
                  </a:lnTo>
                  <a:lnTo>
                    <a:pt x="398" y="620"/>
                  </a:lnTo>
                  <a:lnTo>
                    <a:pt x="394" y="620"/>
                  </a:lnTo>
                  <a:lnTo>
                    <a:pt x="390" y="620"/>
                  </a:lnTo>
                  <a:lnTo>
                    <a:pt x="390" y="616"/>
                  </a:lnTo>
                  <a:lnTo>
                    <a:pt x="390" y="612"/>
                  </a:lnTo>
                  <a:lnTo>
                    <a:pt x="386" y="612"/>
                  </a:lnTo>
                  <a:lnTo>
                    <a:pt x="382" y="616"/>
                  </a:lnTo>
                  <a:lnTo>
                    <a:pt x="378" y="616"/>
                  </a:lnTo>
                  <a:lnTo>
                    <a:pt x="374" y="616"/>
                  </a:lnTo>
                  <a:lnTo>
                    <a:pt x="374" y="612"/>
                  </a:lnTo>
                  <a:lnTo>
                    <a:pt x="372" y="612"/>
                  </a:lnTo>
                  <a:lnTo>
                    <a:pt x="372" y="608"/>
                  </a:lnTo>
                  <a:lnTo>
                    <a:pt x="372" y="604"/>
                  </a:lnTo>
                  <a:lnTo>
                    <a:pt x="368" y="604"/>
                  </a:lnTo>
                  <a:lnTo>
                    <a:pt x="364" y="604"/>
                  </a:lnTo>
                  <a:lnTo>
                    <a:pt x="360" y="604"/>
                  </a:lnTo>
                  <a:lnTo>
                    <a:pt x="364" y="600"/>
                  </a:lnTo>
                  <a:lnTo>
                    <a:pt x="364" y="596"/>
                  </a:lnTo>
                  <a:lnTo>
                    <a:pt x="364" y="592"/>
                  </a:lnTo>
                  <a:lnTo>
                    <a:pt x="364" y="590"/>
                  </a:lnTo>
                  <a:lnTo>
                    <a:pt x="368" y="590"/>
                  </a:lnTo>
                  <a:lnTo>
                    <a:pt x="368" y="586"/>
                  </a:lnTo>
                  <a:lnTo>
                    <a:pt x="364" y="586"/>
                  </a:lnTo>
                  <a:lnTo>
                    <a:pt x="360" y="586"/>
                  </a:lnTo>
                  <a:lnTo>
                    <a:pt x="356" y="586"/>
                  </a:lnTo>
                  <a:lnTo>
                    <a:pt x="356" y="582"/>
                  </a:lnTo>
                  <a:lnTo>
                    <a:pt x="356" y="578"/>
                  </a:lnTo>
                  <a:lnTo>
                    <a:pt x="356" y="574"/>
                  </a:lnTo>
                  <a:lnTo>
                    <a:pt x="352" y="570"/>
                  </a:lnTo>
                  <a:lnTo>
                    <a:pt x="356" y="570"/>
                  </a:lnTo>
                  <a:lnTo>
                    <a:pt x="356" y="566"/>
                  </a:lnTo>
                  <a:lnTo>
                    <a:pt x="352" y="566"/>
                  </a:lnTo>
                  <a:lnTo>
                    <a:pt x="348" y="566"/>
                  </a:lnTo>
                  <a:lnTo>
                    <a:pt x="346" y="566"/>
                  </a:lnTo>
                  <a:lnTo>
                    <a:pt x="346" y="570"/>
                  </a:lnTo>
                  <a:lnTo>
                    <a:pt x="342" y="570"/>
                  </a:lnTo>
                  <a:lnTo>
                    <a:pt x="342" y="574"/>
                  </a:lnTo>
                  <a:lnTo>
                    <a:pt x="342" y="574"/>
                  </a:lnTo>
                  <a:lnTo>
                    <a:pt x="342" y="574"/>
                  </a:lnTo>
                  <a:close/>
                  <a:moveTo>
                    <a:pt x="658" y="578"/>
                  </a:moveTo>
                  <a:lnTo>
                    <a:pt x="658" y="574"/>
                  </a:lnTo>
                  <a:lnTo>
                    <a:pt x="658" y="570"/>
                  </a:lnTo>
                  <a:lnTo>
                    <a:pt x="662" y="570"/>
                  </a:lnTo>
                  <a:lnTo>
                    <a:pt x="662" y="566"/>
                  </a:lnTo>
                  <a:lnTo>
                    <a:pt x="662" y="564"/>
                  </a:lnTo>
                  <a:lnTo>
                    <a:pt x="666" y="564"/>
                  </a:lnTo>
                  <a:lnTo>
                    <a:pt x="666" y="560"/>
                  </a:lnTo>
                  <a:lnTo>
                    <a:pt x="670" y="556"/>
                  </a:lnTo>
                  <a:lnTo>
                    <a:pt x="670" y="552"/>
                  </a:lnTo>
                  <a:lnTo>
                    <a:pt x="674" y="552"/>
                  </a:lnTo>
                  <a:lnTo>
                    <a:pt x="674" y="548"/>
                  </a:lnTo>
                  <a:lnTo>
                    <a:pt x="676" y="548"/>
                  </a:lnTo>
                  <a:lnTo>
                    <a:pt x="676" y="552"/>
                  </a:lnTo>
                  <a:lnTo>
                    <a:pt x="676" y="548"/>
                  </a:lnTo>
                  <a:lnTo>
                    <a:pt x="680" y="548"/>
                  </a:lnTo>
                  <a:lnTo>
                    <a:pt x="680" y="552"/>
                  </a:lnTo>
                  <a:lnTo>
                    <a:pt x="684" y="552"/>
                  </a:lnTo>
                  <a:lnTo>
                    <a:pt x="680" y="556"/>
                  </a:lnTo>
                  <a:lnTo>
                    <a:pt x="680" y="560"/>
                  </a:lnTo>
                  <a:lnTo>
                    <a:pt x="680" y="564"/>
                  </a:lnTo>
                  <a:lnTo>
                    <a:pt x="680" y="566"/>
                  </a:lnTo>
                  <a:lnTo>
                    <a:pt x="676" y="570"/>
                  </a:lnTo>
                  <a:lnTo>
                    <a:pt x="680" y="570"/>
                  </a:lnTo>
                  <a:lnTo>
                    <a:pt x="676" y="570"/>
                  </a:lnTo>
                  <a:lnTo>
                    <a:pt x="676" y="574"/>
                  </a:lnTo>
                  <a:lnTo>
                    <a:pt x="676" y="578"/>
                  </a:lnTo>
                  <a:lnTo>
                    <a:pt x="676" y="582"/>
                  </a:lnTo>
                  <a:lnTo>
                    <a:pt x="676" y="586"/>
                  </a:lnTo>
                  <a:lnTo>
                    <a:pt x="674" y="590"/>
                  </a:lnTo>
                  <a:lnTo>
                    <a:pt x="674" y="592"/>
                  </a:lnTo>
                  <a:lnTo>
                    <a:pt x="670" y="592"/>
                  </a:lnTo>
                  <a:lnTo>
                    <a:pt x="670" y="596"/>
                  </a:lnTo>
                  <a:lnTo>
                    <a:pt x="670" y="600"/>
                  </a:lnTo>
                  <a:lnTo>
                    <a:pt x="670" y="604"/>
                  </a:lnTo>
                  <a:lnTo>
                    <a:pt x="670" y="608"/>
                  </a:lnTo>
                  <a:lnTo>
                    <a:pt x="666" y="608"/>
                  </a:lnTo>
                  <a:lnTo>
                    <a:pt x="666" y="604"/>
                  </a:lnTo>
                  <a:lnTo>
                    <a:pt x="666" y="600"/>
                  </a:lnTo>
                  <a:lnTo>
                    <a:pt x="662" y="600"/>
                  </a:lnTo>
                  <a:lnTo>
                    <a:pt x="662" y="596"/>
                  </a:lnTo>
                  <a:lnTo>
                    <a:pt x="658" y="596"/>
                  </a:lnTo>
                  <a:lnTo>
                    <a:pt x="658" y="592"/>
                  </a:lnTo>
                  <a:lnTo>
                    <a:pt x="658" y="590"/>
                  </a:lnTo>
                  <a:lnTo>
                    <a:pt x="658" y="586"/>
                  </a:lnTo>
                  <a:lnTo>
                    <a:pt x="658" y="582"/>
                  </a:lnTo>
                  <a:lnTo>
                    <a:pt x="658" y="578"/>
                  </a:lnTo>
                  <a:lnTo>
                    <a:pt x="658" y="578"/>
                  </a:lnTo>
                  <a:lnTo>
                    <a:pt x="658" y="578"/>
                  </a:lnTo>
                  <a:close/>
                  <a:moveTo>
                    <a:pt x="510" y="670"/>
                  </a:moveTo>
                  <a:lnTo>
                    <a:pt x="510" y="674"/>
                  </a:lnTo>
                  <a:lnTo>
                    <a:pt x="510" y="670"/>
                  </a:lnTo>
                  <a:lnTo>
                    <a:pt x="506" y="670"/>
                  </a:lnTo>
                  <a:lnTo>
                    <a:pt x="502" y="670"/>
                  </a:lnTo>
                  <a:lnTo>
                    <a:pt x="498" y="670"/>
                  </a:lnTo>
                  <a:lnTo>
                    <a:pt x="498" y="666"/>
                  </a:lnTo>
                  <a:lnTo>
                    <a:pt x="494" y="666"/>
                  </a:lnTo>
                  <a:lnTo>
                    <a:pt x="494" y="662"/>
                  </a:lnTo>
                  <a:lnTo>
                    <a:pt x="498" y="662"/>
                  </a:lnTo>
                  <a:lnTo>
                    <a:pt x="494" y="662"/>
                  </a:lnTo>
                  <a:lnTo>
                    <a:pt x="494" y="660"/>
                  </a:lnTo>
                  <a:lnTo>
                    <a:pt x="494" y="656"/>
                  </a:lnTo>
                  <a:lnTo>
                    <a:pt x="494" y="652"/>
                  </a:lnTo>
                  <a:lnTo>
                    <a:pt x="498" y="652"/>
                  </a:lnTo>
                  <a:lnTo>
                    <a:pt x="498" y="648"/>
                  </a:lnTo>
                  <a:lnTo>
                    <a:pt x="502" y="648"/>
                  </a:lnTo>
                  <a:lnTo>
                    <a:pt x="506" y="644"/>
                  </a:lnTo>
                  <a:lnTo>
                    <a:pt x="502" y="644"/>
                  </a:lnTo>
                  <a:lnTo>
                    <a:pt x="506" y="640"/>
                  </a:lnTo>
                  <a:lnTo>
                    <a:pt x="506" y="644"/>
                  </a:lnTo>
                  <a:lnTo>
                    <a:pt x="510" y="644"/>
                  </a:lnTo>
                  <a:lnTo>
                    <a:pt x="510" y="640"/>
                  </a:lnTo>
                  <a:lnTo>
                    <a:pt x="514" y="640"/>
                  </a:lnTo>
                  <a:lnTo>
                    <a:pt x="516" y="640"/>
                  </a:lnTo>
                  <a:lnTo>
                    <a:pt x="520" y="640"/>
                  </a:lnTo>
                  <a:lnTo>
                    <a:pt x="524" y="640"/>
                  </a:lnTo>
                  <a:lnTo>
                    <a:pt x="524" y="636"/>
                  </a:lnTo>
                  <a:lnTo>
                    <a:pt x="524" y="640"/>
                  </a:lnTo>
                  <a:lnTo>
                    <a:pt x="528" y="640"/>
                  </a:lnTo>
                  <a:lnTo>
                    <a:pt x="528" y="648"/>
                  </a:lnTo>
                  <a:lnTo>
                    <a:pt x="524" y="652"/>
                  </a:lnTo>
                  <a:lnTo>
                    <a:pt x="524" y="656"/>
                  </a:lnTo>
                  <a:lnTo>
                    <a:pt x="520" y="656"/>
                  </a:lnTo>
                  <a:lnTo>
                    <a:pt x="524" y="656"/>
                  </a:lnTo>
                  <a:lnTo>
                    <a:pt x="520" y="660"/>
                  </a:lnTo>
                  <a:lnTo>
                    <a:pt x="520" y="662"/>
                  </a:lnTo>
                  <a:lnTo>
                    <a:pt x="516" y="662"/>
                  </a:lnTo>
                  <a:lnTo>
                    <a:pt x="516" y="666"/>
                  </a:lnTo>
                  <a:lnTo>
                    <a:pt x="516" y="670"/>
                  </a:lnTo>
                  <a:lnTo>
                    <a:pt x="514" y="670"/>
                  </a:lnTo>
                  <a:lnTo>
                    <a:pt x="514" y="666"/>
                  </a:lnTo>
                  <a:lnTo>
                    <a:pt x="514" y="670"/>
                  </a:lnTo>
                  <a:lnTo>
                    <a:pt x="510" y="670"/>
                  </a:lnTo>
                  <a:lnTo>
                    <a:pt x="510" y="670"/>
                  </a:lnTo>
                  <a:lnTo>
                    <a:pt x="510" y="670"/>
                  </a:lnTo>
                  <a:close/>
                  <a:moveTo>
                    <a:pt x="674" y="428"/>
                  </a:moveTo>
                  <a:lnTo>
                    <a:pt x="676" y="428"/>
                  </a:lnTo>
                  <a:lnTo>
                    <a:pt x="676" y="432"/>
                  </a:lnTo>
                  <a:lnTo>
                    <a:pt x="680" y="432"/>
                  </a:lnTo>
                  <a:lnTo>
                    <a:pt x="684" y="432"/>
                  </a:lnTo>
                  <a:lnTo>
                    <a:pt x="680" y="432"/>
                  </a:lnTo>
                  <a:lnTo>
                    <a:pt x="680" y="436"/>
                  </a:lnTo>
                  <a:lnTo>
                    <a:pt x="676" y="432"/>
                  </a:lnTo>
                  <a:lnTo>
                    <a:pt x="674" y="432"/>
                  </a:lnTo>
                  <a:lnTo>
                    <a:pt x="674" y="428"/>
                  </a:lnTo>
                  <a:lnTo>
                    <a:pt x="674" y="428"/>
                  </a:lnTo>
                  <a:lnTo>
                    <a:pt x="674" y="428"/>
                  </a:lnTo>
                  <a:close/>
                  <a:moveTo>
                    <a:pt x="684" y="462"/>
                  </a:moveTo>
                  <a:lnTo>
                    <a:pt x="684" y="458"/>
                  </a:lnTo>
                  <a:lnTo>
                    <a:pt x="688" y="458"/>
                  </a:lnTo>
                  <a:lnTo>
                    <a:pt x="688" y="462"/>
                  </a:lnTo>
                  <a:lnTo>
                    <a:pt x="684" y="462"/>
                  </a:lnTo>
                  <a:lnTo>
                    <a:pt x="684" y="462"/>
                  </a:lnTo>
                  <a:lnTo>
                    <a:pt x="684" y="462"/>
                  </a:lnTo>
                  <a:close/>
                  <a:moveTo>
                    <a:pt x="652" y="544"/>
                  </a:moveTo>
                  <a:lnTo>
                    <a:pt x="652" y="540"/>
                  </a:lnTo>
                  <a:lnTo>
                    <a:pt x="656" y="540"/>
                  </a:lnTo>
                  <a:lnTo>
                    <a:pt x="656" y="544"/>
                  </a:lnTo>
                  <a:lnTo>
                    <a:pt x="652" y="544"/>
                  </a:lnTo>
                  <a:lnTo>
                    <a:pt x="652" y="544"/>
                  </a:lnTo>
                  <a:lnTo>
                    <a:pt x="652" y="544"/>
                  </a:lnTo>
                  <a:close/>
                  <a:moveTo>
                    <a:pt x="622" y="574"/>
                  </a:moveTo>
                  <a:lnTo>
                    <a:pt x="622" y="578"/>
                  </a:lnTo>
                  <a:lnTo>
                    <a:pt x="618" y="578"/>
                  </a:lnTo>
                  <a:lnTo>
                    <a:pt x="618" y="574"/>
                  </a:lnTo>
                  <a:lnTo>
                    <a:pt x="622" y="574"/>
                  </a:lnTo>
                  <a:lnTo>
                    <a:pt x="622" y="574"/>
                  </a:lnTo>
                  <a:lnTo>
                    <a:pt x="622" y="574"/>
                  </a:lnTo>
                  <a:close/>
                  <a:moveTo>
                    <a:pt x="520" y="622"/>
                  </a:moveTo>
                  <a:lnTo>
                    <a:pt x="524" y="622"/>
                  </a:lnTo>
                  <a:lnTo>
                    <a:pt x="520" y="622"/>
                  </a:lnTo>
                  <a:lnTo>
                    <a:pt x="516" y="622"/>
                  </a:lnTo>
                  <a:lnTo>
                    <a:pt x="520" y="622"/>
                  </a:lnTo>
                  <a:lnTo>
                    <a:pt x="520" y="622"/>
                  </a:lnTo>
                  <a:lnTo>
                    <a:pt x="520" y="622"/>
                  </a:lnTo>
                  <a:close/>
                  <a:moveTo>
                    <a:pt x="676" y="286"/>
                  </a:moveTo>
                  <a:lnTo>
                    <a:pt x="674" y="286"/>
                  </a:lnTo>
                  <a:lnTo>
                    <a:pt x="674" y="284"/>
                  </a:lnTo>
                  <a:lnTo>
                    <a:pt x="676" y="284"/>
                  </a:lnTo>
                  <a:lnTo>
                    <a:pt x="676" y="286"/>
                  </a:lnTo>
                  <a:lnTo>
                    <a:pt x="676" y="286"/>
                  </a:lnTo>
                  <a:lnTo>
                    <a:pt x="676" y="286"/>
                  </a:lnTo>
                  <a:close/>
                  <a:moveTo>
                    <a:pt x="572" y="600"/>
                  </a:moveTo>
                  <a:lnTo>
                    <a:pt x="570" y="600"/>
                  </a:lnTo>
                  <a:lnTo>
                    <a:pt x="570" y="604"/>
                  </a:lnTo>
                  <a:lnTo>
                    <a:pt x="570" y="600"/>
                  </a:lnTo>
                  <a:lnTo>
                    <a:pt x="572" y="600"/>
                  </a:lnTo>
                  <a:lnTo>
                    <a:pt x="572" y="600"/>
                  </a:lnTo>
                  <a:lnTo>
                    <a:pt x="572" y="600"/>
                  </a:lnTo>
                  <a:close/>
                  <a:moveTo>
                    <a:pt x="652" y="422"/>
                  </a:moveTo>
                  <a:lnTo>
                    <a:pt x="656" y="422"/>
                  </a:lnTo>
                  <a:lnTo>
                    <a:pt x="656" y="424"/>
                  </a:lnTo>
                  <a:lnTo>
                    <a:pt x="656" y="422"/>
                  </a:lnTo>
                  <a:lnTo>
                    <a:pt x="652" y="422"/>
                  </a:lnTo>
                  <a:lnTo>
                    <a:pt x="652" y="422"/>
                  </a:lnTo>
                  <a:lnTo>
                    <a:pt x="652" y="422"/>
                  </a:lnTo>
                  <a:close/>
                  <a:moveTo>
                    <a:pt x="566" y="592"/>
                  </a:moveTo>
                  <a:lnTo>
                    <a:pt x="562" y="590"/>
                  </a:lnTo>
                  <a:lnTo>
                    <a:pt x="566" y="590"/>
                  </a:lnTo>
                  <a:lnTo>
                    <a:pt x="566" y="592"/>
                  </a:lnTo>
                  <a:lnTo>
                    <a:pt x="566" y="592"/>
                  </a:lnTo>
                  <a:lnTo>
                    <a:pt x="566" y="592"/>
                  </a:lnTo>
                  <a:close/>
                  <a:moveTo>
                    <a:pt x="632" y="564"/>
                  </a:moveTo>
                  <a:lnTo>
                    <a:pt x="632" y="560"/>
                  </a:lnTo>
                  <a:lnTo>
                    <a:pt x="632" y="564"/>
                  </a:lnTo>
                  <a:lnTo>
                    <a:pt x="636" y="564"/>
                  </a:lnTo>
                  <a:lnTo>
                    <a:pt x="632" y="564"/>
                  </a:lnTo>
                  <a:lnTo>
                    <a:pt x="632" y="564"/>
                  </a:lnTo>
                  <a:lnTo>
                    <a:pt x="632" y="564"/>
                  </a:lnTo>
                  <a:close/>
                  <a:moveTo>
                    <a:pt x="614" y="578"/>
                  </a:moveTo>
                  <a:lnTo>
                    <a:pt x="614" y="582"/>
                  </a:lnTo>
                  <a:lnTo>
                    <a:pt x="614" y="578"/>
                  </a:lnTo>
                  <a:lnTo>
                    <a:pt x="614" y="578"/>
                  </a:lnTo>
                  <a:lnTo>
                    <a:pt x="614" y="578"/>
                  </a:lnTo>
                  <a:close/>
                  <a:moveTo>
                    <a:pt x="540" y="616"/>
                  </a:moveTo>
                  <a:lnTo>
                    <a:pt x="540" y="612"/>
                  </a:lnTo>
                  <a:lnTo>
                    <a:pt x="542" y="612"/>
                  </a:lnTo>
                  <a:lnTo>
                    <a:pt x="540" y="616"/>
                  </a:lnTo>
                  <a:lnTo>
                    <a:pt x="540" y="616"/>
                  </a:lnTo>
                  <a:lnTo>
                    <a:pt x="540" y="616"/>
                  </a:lnTo>
                  <a:close/>
                  <a:moveTo>
                    <a:pt x="628" y="564"/>
                  </a:moveTo>
                  <a:lnTo>
                    <a:pt x="628" y="560"/>
                  </a:lnTo>
                  <a:lnTo>
                    <a:pt x="632" y="564"/>
                  </a:lnTo>
                  <a:lnTo>
                    <a:pt x="628" y="564"/>
                  </a:lnTo>
                  <a:lnTo>
                    <a:pt x="628" y="564"/>
                  </a:lnTo>
                  <a:lnTo>
                    <a:pt x="628" y="564"/>
                  </a:lnTo>
                  <a:close/>
                  <a:moveTo>
                    <a:pt x="520" y="620"/>
                  </a:moveTo>
                  <a:lnTo>
                    <a:pt x="524" y="620"/>
                  </a:lnTo>
                  <a:lnTo>
                    <a:pt x="524" y="622"/>
                  </a:lnTo>
                  <a:lnTo>
                    <a:pt x="520" y="622"/>
                  </a:lnTo>
                  <a:lnTo>
                    <a:pt x="520" y="620"/>
                  </a:lnTo>
                  <a:lnTo>
                    <a:pt x="520" y="620"/>
                  </a:lnTo>
                  <a:lnTo>
                    <a:pt x="520" y="620"/>
                  </a:lnTo>
                  <a:close/>
                  <a:moveTo>
                    <a:pt x="684" y="454"/>
                  </a:moveTo>
                  <a:lnTo>
                    <a:pt x="688" y="454"/>
                  </a:lnTo>
                  <a:lnTo>
                    <a:pt x="688" y="458"/>
                  </a:lnTo>
                  <a:lnTo>
                    <a:pt x="684" y="458"/>
                  </a:lnTo>
                  <a:lnTo>
                    <a:pt x="684" y="454"/>
                  </a:lnTo>
                  <a:lnTo>
                    <a:pt x="684" y="454"/>
                  </a:lnTo>
                  <a:lnTo>
                    <a:pt x="684" y="454"/>
                  </a:lnTo>
                  <a:close/>
                  <a:moveTo>
                    <a:pt x="684" y="466"/>
                  </a:moveTo>
                  <a:lnTo>
                    <a:pt x="688" y="466"/>
                  </a:lnTo>
                  <a:lnTo>
                    <a:pt x="688" y="470"/>
                  </a:lnTo>
                  <a:lnTo>
                    <a:pt x="684" y="466"/>
                  </a:lnTo>
                  <a:lnTo>
                    <a:pt x="684" y="466"/>
                  </a:lnTo>
                  <a:lnTo>
                    <a:pt x="684" y="466"/>
                  </a:lnTo>
                  <a:close/>
                  <a:moveTo>
                    <a:pt x="572" y="600"/>
                  </a:moveTo>
                  <a:lnTo>
                    <a:pt x="576" y="600"/>
                  </a:lnTo>
                  <a:lnTo>
                    <a:pt x="576" y="604"/>
                  </a:lnTo>
                  <a:lnTo>
                    <a:pt x="572" y="600"/>
                  </a:lnTo>
                  <a:lnTo>
                    <a:pt x="572" y="604"/>
                  </a:lnTo>
                  <a:lnTo>
                    <a:pt x="572" y="600"/>
                  </a:lnTo>
                  <a:lnTo>
                    <a:pt x="572" y="600"/>
                  </a:lnTo>
                  <a:lnTo>
                    <a:pt x="572" y="6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7" name="Freeform 25"/>
            <p:cNvSpPr>
              <a:spLocks noChangeAspect="1"/>
            </p:cNvSpPr>
            <p:nvPr/>
          </p:nvSpPr>
          <p:spPr bwMode="gray">
            <a:xfrm>
              <a:off x="5589571" y="3427449"/>
              <a:ext cx="59135" cy="31307"/>
            </a:xfrm>
            <a:custGeom>
              <a:avLst/>
              <a:gdLst>
                <a:gd name="T0" fmla="*/ 14 w 34"/>
                <a:gd name="T1" fmla="*/ 14 h 18"/>
                <a:gd name="T2" fmla="*/ 14 w 34"/>
                <a:gd name="T3" fmla="*/ 18 h 18"/>
                <a:gd name="T4" fmla="*/ 10 w 34"/>
                <a:gd name="T5" fmla="*/ 18 h 18"/>
                <a:gd name="T6" fmla="*/ 8 w 34"/>
                <a:gd name="T7" fmla="*/ 18 h 18"/>
                <a:gd name="T8" fmla="*/ 8 w 34"/>
                <a:gd name="T9" fmla="*/ 18 h 18"/>
                <a:gd name="T10" fmla="*/ 4 w 34"/>
                <a:gd name="T11" fmla="*/ 14 h 18"/>
                <a:gd name="T12" fmla="*/ 4 w 34"/>
                <a:gd name="T13" fmla="*/ 14 h 18"/>
                <a:gd name="T14" fmla="*/ 0 w 34"/>
                <a:gd name="T15" fmla="*/ 10 h 18"/>
                <a:gd name="T16" fmla="*/ 4 w 34"/>
                <a:gd name="T17" fmla="*/ 10 h 18"/>
                <a:gd name="T18" fmla="*/ 4 w 34"/>
                <a:gd name="T19" fmla="*/ 10 h 18"/>
                <a:gd name="T20" fmla="*/ 4 w 34"/>
                <a:gd name="T21" fmla="*/ 10 h 18"/>
                <a:gd name="T22" fmla="*/ 4 w 34"/>
                <a:gd name="T23" fmla="*/ 10 h 18"/>
                <a:gd name="T24" fmla="*/ 4 w 34"/>
                <a:gd name="T25" fmla="*/ 8 h 18"/>
                <a:gd name="T26" fmla="*/ 8 w 34"/>
                <a:gd name="T27" fmla="*/ 8 h 18"/>
                <a:gd name="T28" fmla="*/ 8 w 34"/>
                <a:gd name="T29" fmla="*/ 8 h 18"/>
                <a:gd name="T30" fmla="*/ 10 w 34"/>
                <a:gd name="T31" fmla="*/ 8 h 18"/>
                <a:gd name="T32" fmla="*/ 10 w 34"/>
                <a:gd name="T33" fmla="*/ 8 h 18"/>
                <a:gd name="T34" fmla="*/ 10 w 34"/>
                <a:gd name="T35" fmla="*/ 8 h 18"/>
                <a:gd name="T36" fmla="*/ 10 w 34"/>
                <a:gd name="T37" fmla="*/ 8 h 18"/>
                <a:gd name="T38" fmla="*/ 14 w 34"/>
                <a:gd name="T39" fmla="*/ 4 h 18"/>
                <a:gd name="T40" fmla="*/ 18 w 34"/>
                <a:gd name="T41" fmla="*/ 4 h 18"/>
                <a:gd name="T42" fmla="*/ 22 w 34"/>
                <a:gd name="T43" fmla="*/ 4 h 18"/>
                <a:gd name="T44" fmla="*/ 22 w 34"/>
                <a:gd name="T45" fmla="*/ 4 h 18"/>
                <a:gd name="T46" fmla="*/ 22 w 34"/>
                <a:gd name="T47" fmla="*/ 4 h 18"/>
                <a:gd name="T48" fmla="*/ 30 w 34"/>
                <a:gd name="T49" fmla="*/ 0 h 18"/>
                <a:gd name="T50" fmla="*/ 30 w 34"/>
                <a:gd name="T51" fmla="*/ 0 h 18"/>
                <a:gd name="T52" fmla="*/ 34 w 34"/>
                <a:gd name="T53" fmla="*/ 0 h 18"/>
                <a:gd name="T54" fmla="*/ 34 w 34"/>
                <a:gd name="T55" fmla="*/ 0 h 18"/>
                <a:gd name="T56" fmla="*/ 30 w 34"/>
                <a:gd name="T57" fmla="*/ 4 h 18"/>
                <a:gd name="T58" fmla="*/ 26 w 34"/>
                <a:gd name="T59" fmla="*/ 4 h 18"/>
                <a:gd name="T60" fmla="*/ 26 w 34"/>
                <a:gd name="T61" fmla="*/ 8 h 18"/>
                <a:gd name="T62" fmla="*/ 26 w 34"/>
                <a:gd name="T63" fmla="*/ 8 h 18"/>
                <a:gd name="T64" fmla="*/ 26 w 34"/>
                <a:gd name="T65" fmla="*/ 10 h 18"/>
                <a:gd name="T66" fmla="*/ 26 w 34"/>
                <a:gd name="T67" fmla="*/ 10 h 18"/>
                <a:gd name="T68" fmla="*/ 26 w 34"/>
                <a:gd name="T69" fmla="*/ 10 h 18"/>
                <a:gd name="T70" fmla="*/ 26 w 34"/>
                <a:gd name="T71" fmla="*/ 10 h 18"/>
                <a:gd name="T72" fmla="*/ 26 w 34"/>
                <a:gd name="T73" fmla="*/ 10 h 18"/>
                <a:gd name="T74" fmla="*/ 26 w 34"/>
                <a:gd name="T75" fmla="*/ 10 h 18"/>
                <a:gd name="T76" fmla="*/ 22 w 34"/>
                <a:gd name="T77" fmla="*/ 10 h 18"/>
                <a:gd name="T78" fmla="*/ 22 w 34"/>
                <a:gd name="T79" fmla="*/ 10 h 18"/>
                <a:gd name="T80" fmla="*/ 22 w 34"/>
                <a:gd name="T81" fmla="*/ 10 h 18"/>
                <a:gd name="T82" fmla="*/ 22 w 34"/>
                <a:gd name="T83" fmla="*/ 10 h 18"/>
                <a:gd name="T84" fmla="*/ 22 w 34"/>
                <a:gd name="T85" fmla="*/ 14 h 18"/>
                <a:gd name="T86" fmla="*/ 18 w 34"/>
                <a:gd name="T87" fmla="*/ 14 h 18"/>
                <a:gd name="T88" fmla="*/ 14 w 34"/>
                <a:gd name="T89" fmla="*/ 14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4" h="18">
                  <a:moveTo>
                    <a:pt x="14" y="14"/>
                  </a:moveTo>
                  <a:lnTo>
                    <a:pt x="14" y="18"/>
                  </a:lnTo>
                  <a:lnTo>
                    <a:pt x="14" y="14"/>
                  </a:lnTo>
                  <a:lnTo>
                    <a:pt x="14" y="14"/>
                  </a:lnTo>
                  <a:lnTo>
                    <a:pt x="14" y="18"/>
                  </a:lnTo>
                  <a:lnTo>
                    <a:pt x="14" y="18"/>
                  </a:lnTo>
                  <a:lnTo>
                    <a:pt x="10" y="18"/>
                  </a:lnTo>
                  <a:lnTo>
                    <a:pt x="10" y="18"/>
                  </a:lnTo>
                  <a:lnTo>
                    <a:pt x="10" y="18"/>
                  </a:lnTo>
                  <a:lnTo>
                    <a:pt x="10" y="18"/>
                  </a:lnTo>
                  <a:lnTo>
                    <a:pt x="8" y="18"/>
                  </a:lnTo>
                  <a:lnTo>
                    <a:pt x="8" y="18"/>
                  </a:lnTo>
                  <a:lnTo>
                    <a:pt x="8" y="18"/>
                  </a:lnTo>
                  <a:lnTo>
                    <a:pt x="8" y="18"/>
                  </a:lnTo>
                  <a:lnTo>
                    <a:pt x="8" y="18"/>
                  </a:lnTo>
                  <a:lnTo>
                    <a:pt x="8" y="18"/>
                  </a:lnTo>
                  <a:lnTo>
                    <a:pt x="8" y="18"/>
                  </a:lnTo>
                  <a:lnTo>
                    <a:pt x="4" y="14"/>
                  </a:lnTo>
                  <a:lnTo>
                    <a:pt x="4" y="14"/>
                  </a:lnTo>
                  <a:lnTo>
                    <a:pt x="4" y="14"/>
                  </a:lnTo>
                  <a:lnTo>
                    <a:pt x="4" y="14"/>
                  </a:lnTo>
                  <a:lnTo>
                    <a:pt x="4" y="10"/>
                  </a:lnTo>
                  <a:lnTo>
                    <a:pt x="0" y="10"/>
                  </a:lnTo>
                  <a:lnTo>
                    <a:pt x="0" y="10"/>
                  </a:lnTo>
                  <a:lnTo>
                    <a:pt x="0" y="10"/>
                  </a:lnTo>
                  <a:lnTo>
                    <a:pt x="0" y="10"/>
                  </a:lnTo>
                  <a:lnTo>
                    <a:pt x="4" y="10"/>
                  </a:lnTo>
                  <a:lnTo>
                    <a:pt x="4" y="10"/>
                  </a:lnTo>
                  <a:lnTo>
                    <a:pt x="4" y="10"/>
                  </a:lnTo>
                  <a:lnTo>
                    <a:pt x="4" y="10"/>
                  </a:lnTo>
                  <a:lnTo>
                    <a:pt x="4" y="10"/>
                  </a:lnTo>
                  <a:lnTo>
                    <a:pt x="4" y="10"/>
                  </a:lnTo>
                  <a:lnTo>
                    <a:pt x="4" y="10"/>
                  </a:lnTo>
                  <a:lnTo>
                    <a:pt x="4" y="10"/>
                  </a:lnTo>
                  <a:lnTo>
                    <a:pt x="4" y="10"/>
                  </a:lnTo>
                  <a:lnTo>
                    <a:pt x="4" y="10"/>
                  </a:lnTo>
                  <a:lnTo>
                    <a:pt x="4" y="10"/>
                  </a:lnTo>
                  <a:lnTo>
                    <a:pt x="4" y="10"/>
                  </a:lnTo>
                  <a:lnTo>
                    <a:pt x="4" y="8"/>
                  </a:lnTo>
                  <a:lnTo>
                    <a:pt x="4" y="8"/>
                  </a:lnTo>
                  <a:lnTo>
                    <a:pt x="4" y="8"/>
                  </a:lnTo>
                  <a:lnTo>
                    <a:pt x="8" y="8"/>
                  </a:lnTo>
                  <a:lnTo>
                    <a:pt x="8" y="8"/>
                  </a:lnTo>
                  <a:lnTo>
                    <a:pt x="8" y="8"/>
                  </a:lnTo>
                  <a:lnTo>
                    <a:pt x="8" y="8"/>
                  </a:lnTo>
                  <a:lnTo>
                    <a:pt x="8" y="8"/>
                  </a:lnTo>
                  <a:lnTo>
                    <a:pt x="8" y="8"/>
                  </a:lnTo>
                  <a:lnTo>
                    <a:pt x="10" y="8"/>
                  </a:lnTo>
                  <a:lnTo>
                    <a:pt x="10" y="8"/>
                  </a:lnTo>
                  <a:lnTo>
                    <a:pt x="10" y="8"/>
                  </a:lnTo>
                  <a:lnTo>
                    <a:pt x="10" y="8"/>
                  </a:lnTo>
                  <a:lnTo>
                    <a:pt x="10" y="8"/>
                  </a:lnTo>
                  <a:lnTo>
                    <a:pt x="10" y="8"/>
                  </a:lnTo>
                  <a:lnTo>
                    <a:pt x="10" y="8"/>
                  </a:lnTo>
                  <a:lnTo>
                    <a:pt x="10" y="8"/>
                  </a:lnTo>
                  <a:lnTo>
                    <a:pt x="10" y="8"/>
                  </a:lnTo>
                  <a:lnTo>
                    <a:pt x="10" y="8"/>
                  </a:lnTo>
                  <a:lnTo>
                    <a:pt x="10" y="4"/>
                  </a:lnTo>
                  <a:lnTo>
                    <a:pt x="10" y="4"/>
                  </a:lnTo>
                  <a:lnTo>
                    <a:pt x="14" y="4"/>
                  </a:lnTo>
                  <a:lnTo>
                    <a:pt x="18" y="4"/>
                  </a:lnTo>
                  <a:lnTo>
                    <a:pt x="18" y="4"/>
                  </a:lnTo>
                  <a:lnTo>
                    <a:pt x="18" y="4"/>
                  </a:lnTo>
                  <a:lnTo>
                    <a:pt x="18" y="4"/>
                  </a:lnTo>
                  <a:lnTo>
                    <a:pt x="18" y="4"/>
                  </a:lnTo>
                  <a:lnTo>
                    <a:pt x="22" y="4"/>
                  </a:lnTo>
                  <a:lnTo>
                    <a:pt x="22" y="4"/>
                  </a:lnTo>
                  <a:lnTo>
                    <a:pt x="22" y="4"/>
                  </a:lnTo>
                  <a:lnTo>
                    <a:pt x="22" y="4"/>
                  </a:lnTo>
                  <a:lnTo>
                    <a:pt x="22" y="4"/>
                  </a:lnTo>
                  <a:lnTo>
                    <a:pt x="22" y="4"/>
                  </a:lnTo>
                  <a:lnTo>
                    <a:pt x="22" y="4"/>
                  </a:lnTo>
                  <a:lnTo>
                    <a:pt x="26" y="4"/>
                  </a:lnTo>
                  <a:lnTo>
                    <a:pt x="26" y="4"/>
                  </a:lnTo>
                  <a:lnTo>
                    <a:pt x="30" y="0"/>
                  </a:lnTo>
                  <a:lnTo>
                    <a:pt x="30" y="0"/>
                  </a:lnTo>
                  <a:lnTo>
                    <a:pt x="30" y="0"/>
                  </a:lnTo>
                  <a:lnTo>
                    <a:pt x="30" y="0"/>
                  </a:lnTo>
                  <a:lnTo>
                    <a:pt x="30" y="0"/>
                  </a:lnTo>
                  <a:lnTo>
                    <a:pt x="30" y="0"/>
                  </a:lnTo>
                  <a:lnTo>
                    <a:pt x="34" y="0"/>
                  </a:lnTo>
                  <a:lnTo>
                    <a:pt x="34" y="0"/>
                  </a:lnTo>
                  <a:lnTo>
                    <a:pt x="34" y="0"/>
                  </a:lnTo>
                  <a:lnTo>
                    <a:pt x="34" y="0"/>
                  </a:lnTo>
                  <a:lnTo>
                    <a:pt x="30" y="0"/>
                  </a:lnTo>
                  <a:lnTo>
                    <a:pt x="30" y="4"/>
                  </a:lnTo>
                  <a:lnTo>
                    <a:pt x="30" y="4"/>
                  </a:lnTo>
                  <a:lnTo>
                    <a:pt x="30" y="4"/>
                  </a:lnTo>
                  <a:lnTo>
                    <a:pt x="26" y="4"/>
                  </a:lnTo>
                  <a:lnTo>
                    <a:pt x="26" y="4"/>
                  </a:lnTo>
                  <a:lnTo>
                    <a:pt x="26" y="4"/>
                  </a:lnTo>
                  <a:lnTo>
                    <a:pt x="26" y="4"/>
                  </a:lnTo>
                  <a:lnTo>
                    <a:pt x="26" y="8"/>
                  </a:lnTo>
                  <a:lnTo>
                    <a:pt x="26" y="8"/>
                  </a:lnTo>
                  <a:lnTo>
                    <a:pt x="26" y="8"/>
                  </a:lnTo>
                  <a:lnTo>
                    <a:pt x="26" y="8"/>
                  </a:lnTo>
                  <a:lnTo>
                    <a:pt x="26" y="8"/>
                  </a:lnTo>
                  <a:lnTo>
                    <a:pt x="26" y="8"/>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6" y="10"/>
                  </a:lnTo>
                  <a:lnTo>
                    <a:pt x="22" y="10"/>
                  </a:lnTo>
                  <a:lnTo>
                    <a:pt x="22" y="10"/>
                  </a:lnTo>
                  <a:lnTo>
                    <a:pt x="22" y="10"/>
                  </a:lnTo>
                  <a:lnTo>
                    <a:pt x="22" y="10"/>
                  </a:lnTo>
                  <a:lnTo>
                    <a:pt x="22" y="10"/>
                  </a:lnTo>
                  <a:lnTo>
                    <a:pt x="22" y="10"/>
                  </a:lnTo>
                  <a:lnTo>
                    <a:pt x="22" y="10"/>
                  </a:lnTo>
                  <a:lnTo>
                    <a:pt x="22" y="10"/>
                  </a:lnTo>
                  <a:lnTo>
                    <a:pt x="22" y="10"/>
                  </a:lnTo>
                  <a:lnTo>
                    <a:pt x="22" y="10"/>
                  </a:lnTo>
                  <a:lnTo>
                    <a:pt x="22" y="10"/>
                  </a:lnTo>
                  <a:lnTo>
                    <a:pt x="22" y="14"/>
                  </a:lnTo>
                  <a:lnTo>
                    <a:pt x="22" y="14"/>
                  </a:lnTo>
                  <a:lnTo>
                    <a:pt x="22" y="14"/>
                  </a:lnTo>
                  <a:lnTo>
                    <a:pt x="18" y="14"/>
                  </a:lnTo>
                  <a:lnTo>
                    <a:pt x="18" y="14"/>
                  </a:lnTo>
                  <a:lnTo>
                    <a:pt x="14" y="14"/>
                  </a:lnTo>
                  <a:lnTo>
                    <a:pt x="14" y="14"/>
                  </a:lnTo>
                  <a:lnTo>
                    <a:pt x="14" y="14"/>
                  </a:lnTo>
                  <a:lnTo>
                    <a:pt x="14"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8" name="Freeform 26"/>
            <p:cNvSpPr>
              <a:spLocks noChangeAspect="1"/>
            </p:cNvSpPr>
            <p:nvPr/>
          </p:nvSpPr>
          <p:spPr bwMode="gray">
            <a:xfrm>
              <a:off x="5641748" y="3556154"/>
              <a:ext cx="6957" cy="13914"/>
            </a:xfrm>
            <a:custGeom>
              <a:avLst/>
              <a:gdLst>
                <a:gd name="T0" fmla="*/ 4 w 4"/>
                <a:gd name="T1" fmla="*/ 0 h 8"/>
                <a:gd name="T2" fmla="*/ 4 w 4"/>
                <a:gd name="T3" fmla="*/ 0 h 8"/>
                <a:gd name="T4" fmla="*/ 4 w 4"/>
                <a:gd name="T5" fmla="*/ 0 h 8"/>
                <a:gd name="T6" fmla="*/ 4 w 4"/>
                <a:gd name="T7" fmla="*/ 0 h 8"/>
                <a:gd name="T8" fmla="*/ 4 w 4"/>
                <a:gd name="T9" fmla="*/ 4 h 8"/>
                <a:gd name="T10" fmla="*/ 4 w 4"/>
                <a:gd name="T11" fmla="*/ 4 h 8"/>
                <a:gd name="T12" fmla="*/ 0 w 4"/>
                <a:gd name="T13" fmla="*/ 4 h 8"/>
                <a:gd name="T14" fmla="*/ 0 w 4"/>
                <a:gd name="T15" fmla="*/ 4 h 8"/>
                <a:gd name="T16" fmla="*/ 0 w 4"/>
                <a:gd name="T17" fmla="*/ 8 h 8"/>
                <a:gd name="T18" fmla="*/ 0 w 4"/>
                <a:gd name="T19" fmla="*/ 8 h 8"/>
                <a:gd name="T20" fmla="*/ 0 w 4"/>
                <a:gd name="T21" fmla="*/ 4 h 8"/>
                <a:gd name="T22" fmla="*/ 0 w 4"/>
                <a:gd name="T23" fmla="*/ 4 h 8"/>
                <a:gd name="T24" fmla="*/ 0 w 4"/>
                <a:gd name="T25" fmla="*/ 4 h 8"/>
                <a:gd name="T26" fmla="*/ 0 w 4"/>
                <a:gd name="T27" fmla="*/ 4 h 8"/>
                <a:gd name="T28" fmla="*/ 4 w 4"/>
                <a:gd name="T29" fmla="*/ 4 h 8"/>
                <a:gd name="T30" fmla="*/ 4 w 4"/>
                <a:gd name="T31" fmla="*/ 0 h 8"/>
                <a:gd name="T32" fmla="*/ 4 w 4"/>
                <a:gd name="T33" fmla="*/ 0 h 8"/>
                <a:gd name="T34" fmla="*/ 4 w 4"/>
                <a:gd name="T35" fmla="*/ 0 h 8"/>
                <a:gd name="T36" fmla="*/ 4 w 4"/>
                <a:gd name="T37" fmla="*/ 0 h 8"/>
                <a:gd name="T38" fmla="*/ 4 w 4"/>
                <a:gd name="T3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 h="8">
                  <a:moveTo>
                    <a:pt x="4" y="0"/>
                  </a:moveTo>
                  <a:lnTo>
                    <a:pt x="4" y="0"/>
                  </a:lnTo>
                  <a:lnTo>
                    <a:pt x="4" y="0"/>
                  </a:lnTo>
                  <a:lnTo>
                    <a:pt x="4" y="0"/>
                  </a:lnTo>
                  <a:lnTo>
                    <a:pt x="4" y="4"/>
                  </a:lnTo>
                  <a:lnTo>
                    <a:pt x="4" y="4"/>
                  </a:lnTo>
                  <a:lnTo>
                    <a:pt x="0" y="4"/>
                  </a:lnTo>
                  <a:lnTo>
                    <a:pt x="0" y="4"/>
                  </a:lnTo>
                  <a:lnTo>
                    <a:pt x="0" y="8"/>
                  </a:lnTo>
                  <a:lnTo>
                    <a:pt x="0" y="8"/>
                  </a:lnTo>
                  <a:lnTo>
                    <a:pt x="0" y="4"/>
                  </a:lnTo>
                  <a:lnTo>
                    <a:pt x="0" y="4"/>
                  </a:lnTo>
                  <a:lnTo>
                    <a:pt x="0" y="4"/>
                  </a:lnTo>
                  <a:lnTo>
                    <a:pt x="0" y="4"/>
                  </a:lnTo>
                  <a:lnTo>
                    <a:pt x="4" y="4"/>
                  </a:lnTo>
                  <a:lnTo>
                    <a:pt x="4" y="0"/>
                  </a:lnTo>
                  <a:lnTo>
                    <a:pt x="4" y="0"/>
                  </a:lnTo>
                  <a:lnTo>
                    <a:pt x="4" y="0"/>
                  </a:lnTo>
                  <a:lnTo>
                    <a:pt x="4" y="0"/>
                  </a:lnTo>
                  <a:lnTo>
                    <a:pt x="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299" name="Freeform 27"/>
            <p:cNvSpPr>
              <a:spLocks noChangeAspect="1"/>
            </p:cNvSpPr>
            <p:nvPr/>
          </p:nvSpPr>
          <p:spPr bwMode="gray">
            <a:xfrm>
              <a:off x="5784367" y="3163082"/>
              <a:ext cx="163491" cy="80006"/>
            </a:xfrm>
            <a:custGeom>
              <a:avLst/>
              <a:gdLst>
                <a:gd name="T0" fmla="*/ 34 w 94"/>
                <a:gd name="T1" fmla="*/ 40 h 46"/>
                <a:gd name="T2" fmla="*/ 30 w 94"/>
                <a:gd name="T3" fmla="*/ 40 h 46"/>
                <a:gd name="T4" fmla="*/ 26 w 94"/>
                <a:gd name="T5" fmla="*/ 40 h 46"/>
                <a:gd name="T6" fmla="*/ 22 w 94"/>
                <a:gd name="T7" fmla="*/ 36 h 46"/>
                <a:gd name="T8" fmla="*/ 26 w 94"/>
                <a:gd name="T9" fmla="*/ 32 h 46"/>
                <a:gd name="T10" fmla="*/ 22 w 94"/>
                <a:gd name="T11" fmla="*/ 24 h 46"/>
                <a:gd name="T12" fmla="*/ 22 w 94"/>
                <a:gd name="T13" fmla="*/ 20 h 46"/>
                <a:gd name="T14" fmla="*/ 18 w 94"/>
                <a:gd name="T15" fmla="*/ 14 h 46"/>
                <a:gd name="T16" fmla="*/ 18 w 94"/>
                <a:gd name="T17" fmla="*/ 14 h 46"/>
                <a:gd name="T18" fmla="*/ 14 w 94"/>
                <a:gd name="T19" fmla="*/ 10 h 46"/>
                <a:gd name="T20" fmla="*/ 12 w 94"/>
                <a:gd name="T21" fmla="*/ 10 h 46"/>
                <a:gd name="T22" fmla="*/ 12 w 94"/>
                <a:gd name="T23" fmla="*/ 8 h 46"/>
                <a:gd name="T24" fmla="*/ 4 w 94"/>
                <a:gd name="T25" fmla="*/ 4 h 46"/>
                <a:gd name="T26" fmla="*/ 0 w 94"/>
                <a:gd name="T27" fmla="*/ 4 h 46"/>
                <a:gd name="T28" fmla="*/ 0 w 94"/>
                <a:gd name="T29" fmla="*/ 0 h 46"/>
                <a:gd name="T30" fmla="*/ 4 w 94"/>
                <a:gd name="T31" fmla="*/ 0 h 46"/>
                <a:gd name="T32" fmla="*/ 8 w 94"/>
                <a:gd name="T33" fmla="*/ 0 h 46"/>
                <a:gd name="T34" fmla="*/ 12 w 94"/>
                <a:gd name="T35" fmla="*/ 0 h 46"/>
                <a:gd name="T36" fmla="*/ 12 w 94"/>
                <a:gd name="T37" fmla="*/ 0 h 46"/>
                <a:gd name="T38" fmla="*/ 14 w 94"/>
                <a:gd name="T39" fmla="*/ 4 h 46"/>
                <a:gd name="T40" fmla="*/ 22 w 94"/>
                <a:gd name="T41" fmla="*/ 8 h 46"/>
                <a:gd name="T42" fmla="*/ 30 w 94"/>
                <a:gd name="T43" fmla="*/ 4 h 46"/>
                <a:gd name="T44" fmla="*/ 34 w 94"/>
                <a:gd name="T45" fmla="*/ 8 h 46"/>
                <a:gd name="T46" fmla="*/ 38 w 94"/>
                <a:gd name="T47" fmla="*/ 8 h 46"/>
                <a:gd name="T48" fmla="*/ 44 w 94"/>
                <a:gd name="T49" fmla="*/ 10 h 46"/>
                <a:gd name="T50" fmla="*/ 48 w 94"/>
                <a:gd name="T51" fmla="*/ 10 h 46"/>
                <a:gd name="T52" fmla="*/ 52 w 94"/>
                <a:gd name="T53" fmla="*/ 14 h 46"/>
                <a:gd name="T54" fmla="*/ 52 w 94"/>
                <a:gd name="T55" fmla="*/ 14 h 46"/>
                <a:gd name="T56" fmla="*/ 56 w 94"/>
                <a:gd name="T57" fmla="*/ 18 h 46"/>
                <a:gd name="T58" fmla="*/ 64 w 94"/>
                <a:gd name="T59" fmla="*/ 14 h 46"/>
                <a:gd name="T60" fmla="*/ 64 w 94"/>
                <a:gd name="T61" fmla="*/ 14 h 46"/>
                <a:gd name="T62" fmla="*/ 68 w 94"/>
                <a:gd name="T63" fmla="*/ 14 h 46"/>
                <a:gd name="T64" fmla="*/ 70 w 94"/>
                <a:gd name="T65" fmla="*/ 14 h 46"/>
                <a:gd name="T66" fmla="*/ 70 w 94"/>
                <a:gd name="T67" fmla="*/ 14 h 46"/>
                <a:gd name="T68" fmla="*/ 74 w 94"/>
                <a:gd name="T69" fmla="*/ 18 h 46"/>
                <a:gd name="T70" fmla="*/ 74 w 94"/>
                <a:gd name="T71" fmla="*/ 18 h 46"/>
                <a:gd name="T72" fmla="*/ 78 w 94"/>
                <a:gd name="T73" fmla="*/ 18 h 46"/>
                <a:gd name="T74" fmla="*/ 78 w 94"/>
                <a:gd name="T75" fmla="*/ 20 h 46"/>
                <a:gd name="T76" fmla="*/ 86 w 94"/>
                <a:gd name="T77" fmla="*/ 28 h 46"/>
                <a:gd name="T78" fmla="*/ 90 w 94"/>
                <a:gd name="T79" fmla="*/ 32 h 46"/>
                <a:gd name="T80" fmla="*/ 90 w 94"/>
                <a:gd name="T81" fmla="*/ 32 h 46"/>
                <a:gd name="T82" fmla="*/ 86 w 94"/>
                <a:gd name="T83" fmla="*/ 32 h 46"/>
                <a:gd name="T84" fmla="*/ 90 w 94"/>
                <a:gd name="T85" fmla="*/ 40 h 46"/>
                <a:gd name="T86" fmla="*/ 94 w 94"/>
                <a:gd name="T87" fmla="*/ 44 h 46"/>
                <a:gd name="T88" fmla="*/ 94 w 94"/>
                <a:gd name="T89" fmla="*/ 46 h 46"/>
                <a:gd name="T90" fmla="*/ 90 w 94"/>
                <a:gd name="T91" fmla="*/ 44 h 46"/>
                <a:gd name="T92" fmla="*/ 86 w 94"/>
                <a:gd name="T93" fmla="*/ 44 h 46"/>
                <a:gd name="T94" fmla="*/ 82 w 94"/>
                <a:gd name="T95" fmla="*/ 44 h 46"/>
                <a:gd name="T96" fmla="*/ 78 w 94"/>
                <a:gd name="T97" fmla="*/ 44 h 46"/>
                <a:gd name="T98" fmla="*/ 74 w 94"/>
                <a:gd name="T99" fmla="*/ 40 h 46"/>
                <a:gd name="T100" fmla="*/ 70 w 94"/>
                <a:gd name="T101" fmla="*/ 44 h 46"/>
                <a:gd name="T102" fmla="*/ 68 w 94"/>
                <a:gd name="T103" fmla="*/ 44 h 46"/>
                <a:gd name="T104" fmla="*/ 60 w 94"/>
                <a:gd name="T105" fmla="*/ 44 h 46"/>
                <a:gd name="T106" fmla="*/ 56 w 94"/>
                <a:gd name="T107" fmla="*/ 44 h 46"/>
                <a:gd name="T108" fmla="*/ 52 w 94"/>
                <a:gd name="T109" fmla="*/ 46 h 46"/>
                <a:gd name="T110" fmla="*/ 48 w 94"/>
                <a:gd name="T111" fmla="*/ 46 h 46"/>
                <a:gd name="T112" fmla="*/ 48 w 94"/>
                <a:gd name="T113" fmla="*/ 44 h 46"/>
                <a:gd name="T114" fmla="*/ 42 w 94"/>
                <a:gd name="T115" fmla="*/ 40 h 46"/>
                <a:gd name="T116" fmla="*/ 38 w 94"/>
                <a:gd name="T117" fmla="*/ 3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4" h="46">
                  <a:moveTo>
                    <a:pt x="38" y="36"/>
                  </a:moveTo>
                  <a:lnTo>
                    <a:pt x="38" y="40"/>
                  </a:lnTo>
                  <a:lnTo>
                    <a:pt x="34" y="40"/>
                  </a:lnTo>
                  <a:lnTo>
                    <a:pt x="34" y="40"/>
                  </a:lnTo>
                  <a:lnTo>
                    <a:pt x="34" y="40"/>
                  </a:lnTo>
                  <a:lnTo>
                    <a:pt x="34" y="40"/>
                  </a:lnTo>
                  <a:lnTo>
                    <a:pt x="34" y="40"/>
                  </a:lnTo>
                  <a:lnTo>
                    <a:pt x="30" y="40"/>
                  </a:lnTo>
                  <a:lnTo>
                    <a:pt x="30" y="40"/>
                  </a:lnTo>
                  <a:lnTo>
                    <a:pt x="30" y="40"/>
                  </a:lnTo>
                  <a:lnTo>
                    <a:pt x="26" y="40"/>
                  </a:lnTo>
                  <a:lnTo>
                    <a:pt x="26" y="40"/>
                  </a:lnTo>
                  <a:lnTo>
                    <a:pt x="26" y="40"/>
                  </a:lnTo>
                  <a:lnTo>
                    <a:pt x="26" y="40"/>
                  </a:lnTo>
                  <a:lnTo>
                    <a:pt x="26" y="40"/>
                  </a:lnTo>
                  <a:lnTo>
                    <a:pt x="22" y="40"/>
                  </a:lnTo>
                  <a:lnTo>
                    <a:pt x="22" y="40"/>
                  </a:lnTo>
                  <a:lnTo>
                    <a:pt x="22" y="40"/>
                  </a:lnTo>
                  <a:lnTo>
                    <a:pt x="22" y="36"/>
                  </a:lnTo>
                  <a:lnTo>
                    <a:pt x="22" y="36"/>
                  </a:lnTo>
                  <a:lnTo>
                    <a:pt x="22" y="36"/>
                  </a:lnTo>
                  <a:lnTo>
                    <a:pt x="22" y="36"/>
                  </a:lnTo>
                  <a:lnTo>
                    <a:pt x="22" y="32"/>
                  </a:lnTo>
                  <a:lnTo>
                    <a:pt x="26" y="32"/>
                  </a:lnTo>
                  <a:lnTo>
                    <a:pt x="26" y="32"/>
                  </a:lnTo>
                  <a:lnTo>
                    <a:pt x="26" y="32"/>
                  </a:lnTo>
                  <a:lnTo>
                    <a:pt x="22" y="28"/>
                  </a:lnTo>
                  <a:lnTo>
                    <a:pt x="22" y="24"/>
                  </a:lnTo>
                  <a:lnTo>
                    <a:pt x="22" y="24"/>
                  </a:lnTo>
                  <a:lnTo>
                    <a:pt x="22" y="24"/>
                  </a:lnTo>
                  <a:lnTo>
                    <a:pt x="22" y="24"/>
                  </a:lnTo>
                  <a:lnTo>
                    <a:pt x="22" y="24"/>
                  </a:lnTo>
                  <a:lnTo>
                    <a:pt x="22" y="20"/>
                  </a:lnTo>
                  <a:lnTo>
                    <a:pt x="22" y="20"/>
                  </a:lnTo>
                  <a:lnTo>
                    <a:pt x="22" y="20"/>
                  </a:lnTo>
                  <a:lnTo>
                    <a:pt x="22" y="18"/>
                  </a:lnTo>
                  <a:lnTo>
                    <a:pt x="22" y="18"/>
                  </a:lnTo>
                  <a:lnTo>
                    <a:pt x="22" y="18"/>
                  </a:lnTo>
                  <a:lnTo>
                    <a:pt x="18" y="18"/>
                  </a:lnTo>
                  <a:lnTo>
                    <a:pt x="18" y="14"/>
                  </a:lnTo>
                  <a:lnTo>
                    <a:pt x="18" y="14"/>
                  </a:lnTo>
                  <a:lnTo>
                    <a:pt x="18" y="14"/>
                  </a:lnTo>
                  <a:lnTo>
                    <a:pt x="18" y="14"/>
                  </a:lnTo>
                  <a:lnTo>
                    <a:pt x="18" y="14"/>
                  </a:lnTo>
                  <a:lnTo>
                    <a:pt x="18" y="14"/>
                  </a:lnTo>
                  <a:lnTo>
                    <a:pt x="14" y="14"/>
                  </a:lnTo>
                  <a:lnTo>
                    <a:pt x="14" y="14"/>
                  </a:lnTo>
                  <a:lnTo>
                    <a:pt x="14" y="14"/>
                  </a:lnTo>
                  <a:lnTo>
                    <a:pt x="14" y="14"/>
                  </a:lnTo>
                  <a:lnTo>
                    <a:pt x="14" y="10"/>
                  </a:lnTo>
                  <a:lnTo>
                    <a:pt x="14" y="10"/>
                  </a:lnTo>
                  <a:lnTo>
                    <a:pt x="14" y="10"/>
                  </a:lnTo>
                  <a:lnTo>
                    <a:pt x="14" y="10"/>
                  </a:lnTo>
                  <a:lnTo>
                    <a:pt x="12" y="10"/>
                  </a:lnTo>
                  <a:lnTo>
                    <a:pt x="12" y="10"/>
                  </a:lnTo>
                  <a:lnTo>
                    <a:pt x="12" y="10"/>
                  </a:lnTo>
                  <a:lnTo>
                    <a:pt x="12" y="8"/>
                  </a:lnTo>
                  <a:lnTo>
                    <a:pt x="12" y="8"/>
                  </a:lnTo>
                  <a:lnTo>
                    <a:pt x="12" y="8"/>
                  </a:lnTo>
                  <a:lnTo>
                    <a:pt x="12" y="8"/>
                  </a:lnTo>
                  <a:lnTo>
                    <a:pt x="12" y="8"/>
                  </a:lnTo>
                  <a:lnTo>
                    <a:pt x="8" y="8"/>
                  </a:lnTo>
                  <a:lnTo>
                    <a:pt x="4" y="8"/>
                  </a:lnTo>
                  <a:lnTo>
                    <a:pt x="4" y="4"/>
                  </a:lnTo>
                  <a:lnTo>
                    <a:pt x="4" y="4"/>
                  </a:lnTo>
                  <a:lnTo>
                    <a:pt x="4" y="4"/>
                  </a:lnTo>
                  <a:lnTo>
                    <a:pt x="0" y="4"/>
                  </a:lnTo>
                  <a:lnTo>
                    <a:pt x="0" y="4"/>
                  </a:lnTo>
                  <a:lnTo>
                    <a:pt x="0" y="4"/>
                  </a:lnTo>
                  <a:lnTo>
                    <a:pt x="0" y="4"/>
                  </a:lnTo>
                  <a:lnTo>
                    <a:pt x="0" y="0"/>
                  </a:lnTo>
                  <a:lnTo>
                    <a:pt x="0" y="0"/>
                  </a:lnTo>
                  <a:lnTo>
                    <a:pt x="0" y="0"/>
                  </a:lnTo>
                  <a:lnTo>
                    <a:pt x="0" y="0"/>
                  </a:lnTo>
                  <a:lnTo>
                    <a:pt x="0" y="0"/>
                  </a:lnTo>
                  <a:lnTo>
                    <a:pt x="4" y="0"/>
                  </a:lnTo>
                  <a:lnTo>
                    <a:pt x="4" y="0"/>
                  </a:lnTo>
                  <a:lnTo>
                    <a:pt x="4" y="0"/>
                  </a:lnTo>
                  <a:lnTo>
                    <a:pt x="4" y="0"/>
                  </a:lnTo>
                  <a:lnTo>
                    <a:pt x="4" y="0"/>
                  </a:lnTo>
                  <a:lnTo>
                    <a:pt x="8" y="0"/>
                  </a:lnTo>
                  <a:lnTo>
                    <a:pt x="8" y="0"/>
                  </a:lnTo>
                  <a:lnTo>
                    <a:pt x="8" y="0"/>
                  </a:lnTo>
                  <a:lnTo>
                    <a:pt x="8" y="0"/>
                  </a:lnTo>
                  <a:lnTo>
                    <a:pt x="8" y="0"/>
                  </a:lnTo>
                  <a:lnTo>
                    <a:pt x="8" y="0"/>
                  </a:lnTo>
                  <a:lnTo>
                    <a:pt x="8" y="0"/>
                  </a:lnTo>
                  <a:lnTo>
                    <a:pt x="8" y="0"/>
                  </a:lnTo>
                  <a:lnTo>
                    <a:pt x="12" y="0"/>
                  </a:lnTo>
                  <a:lnTo>
                    <a:pt x="12" y="0"/>
                  </a:lnTo>
                  <a:lnTo>
                    <a:pt x="12" y="0"/>
                  </a:lnTo>
                  <a:lnTo>
                    <a:pt x="12" y="0"/>
                  </a:lnTo>
                  <a:lnTo>
                    <a:pt x="12" y="0"/>
                  </a:lnTo>
                  <a:lnTo>
                    <a:pt x="12" y="0"/>
                  </a:lnTo>
                  <a:lnTo>
                    <a:pt x="12" y="0"/>
                  </a:lnTo>
                  <a:lnTo>
                    <a:pt x="14" y="4"/>
                  </a:lnTo>
                  <a:lnTo>
                    <a:pt x="14" y="4"/>
                  </a:lnTo>
                  <a:lnTo>
                    <a:pt x="14" y="4"/>
                  </a:lnTo>
                  <a:lnTo>
                    <a:pt x="14" y="4"/>
                  </a:lnTo>
                  <a:lnTo>
                    <a:pt x="14" y="4"/>
                  </a:lnTo>
                  <a:lnTo>
                    <a:pt x="14" y="4"/>
                  </a:lnTo>
                  <a:lnTo>
                    <a:pt x="14" y="4"/>
                  </a:lnTo>
                  <a:lnTo>
                    <a:pt x="18" y="4"/>
                  </a:lnTo>
                  <a:lnTo>
                    <a:pt x="22" y="4"/>
                  </a:lnTo>
                  <a:lnTo>
                    <a:pt x="22" y="8"/>
                  </a:lnTo>
                  <a:lnTo>
                    <a:pt x="30" y="8"/>
                  </a:lnTo>
                  <a:lnTo>
                    <a:pt x="30" y="8"/>
                  </a:lnTo>
                  <a:lnTo>
                    <a:pt x="30" y="8"/>
                  </a:lnTo>
                  <a:lnTo>
                    <a:pt x="30" y="4"/>
                  </a:lnTo>
                  <a:lnTo>
                    <a:pt x="30" y="4"/>
                  </a:lnTo>
                  <a:lnTo>
                    <a:pt x="34" y="4"/>
                  </a:lnTo>
                  <a:lnTo>
                    <a:pt x="34" y="4"/>
                  </a:lnTo>
                  <a:lnTo>
                    <a:pt x="34" y="4"/>
                  </a:lnTo>
                  <a:lnTo>
                    <a:pt x="34" y="8"/>
                  </a:lnTo>
                  <a:lnTo>
                    <a:pt x="34" y="8"/>
                  </a:lnTo>
                  <a:lnTo>
                    <a:pt x="34" y="8"/>
                  </a:lnTo>
                  <a:lnTo>
                    <a:pt x="38" y="8"/>
                  </a:lnTo>
                  <a:lnTo>
                    <a:pt x="38" y="8"/>
                  </a:lnTo>
                  <a:lnTo>
                    <a:pt x="38" y="8"/>
                  </a:lnTo>
                  <a:lnTo>
                    <a:pt x="38" y="8"/>
                  </a:lnTo>
                  <a:lnTo>
                    <a:pt x="38" y="8"/>
                  </a:lnTo>
                  <a:lnTo>
                    <a:pt x="42" y="8"/>
                  </a:lnTo>
                  <a:lnTo>
                    <a:pt x="42" y="8"/>
                  </a:lnTo>
                  <a:lnTo>
                    <a:pt x="42" y="8"/>
                  </a:lnTo>
                  <a:lnTo>
                    <a:pt x="44" y="10"/>
                  </a:lnTo>
                  <a:lnTo>
                    <a:pt x="44" y="10"/>
                  </a:lnTo>
                  <a:lnTo>
                    <a:pt x="44" y="10"/>
                  </a:lnTo>
                  <a:lnTo>
                    <a:pt x="48" y="10"/>
                  </a:lnTo>
                  <a:lnTo>
                    <a:pt x="48" y="10"/>
                  </a:lnTo>
                  <a:lnTo>
                    <a:pt x="48" y="10"/>
                  </a:lnTo>
                  <a:lnTo>
                    <a:pt x="48" y="10"/>
                  </a:lnTo>
                  <a:lnTo>
                    <a:pt x="48" y="10"/>
                  </a:lnTo>
                  <a:lnTo>
                    <a:pt x="48" y="14"/>
                  </a:lnTo>
                  <a:lnTo>
                    <a:pt x="52" y="14"/>
                  </a:lnTo>
                  <a:lnTo>
                    <a:pt x="52" y="14"/>
                  </a:lnTo>
                  <a:lnTo>
                    <a:pt x="52" y="14"/>
                  </a:lnTo>
                  <a:lnTo>
                    <a:pt x="52" y="14"/>
                  </a:lnTo>
                  <a:lnTo>
                    <a:pt x="52" y="14"/>
                  </a:lnTo>
                  <a:lnTo>
                    <a:pt x="52" y="14"/>
                  </a:lnTo>
                  <a:lnTo>
                    <a:pt x="52" y="14"/>
                  </a:lnTo>
                  <a:lnTo>
                    <a:pt x="52" y="14"/>
                  </a:lnTo>
                  <a:lnTo>
                    <a:pt x="52" y="14"/>
                  </a:lnTo>
                  <a:lnTo>
                    <a:pt x="52" y="18"/>
                  </a:lnTo>
                  <a:lnTo>
                    <a:pt x="52" y="18"/>
                  </a:lnTo>
                  <a:lnTo>
                    <a:pt x="56" y="18"/>
                  </a:lnTo>
                  <a:lnTo>
                    <a:pt x="60" y="18"/>
                  </a:lnTo>
                  <a:lnTo>
                    <a:pt x="60" y="18"/>
                  </a:lnTo>
                  <a:lnTo>
                    <a:pt x="60" y="18"/>
                  </a:lnTo>
                  <a:lnTo>
                    <a:pt x="60" y="14"/>
                  </a:lnTo>
                  <a:lnTo>
                    <a:pt x="64" y="14"/>
                  </a:lnTo>
                  <a:lnTo>
                    <a:pt x="64" y="14"/>
                  </a:lnTo>
                  <a:lnTo>
                    <a:pt x="64" y="14"/>
                  </a:lnTo>
                  <a:lnTo>
                    <a:pt x="64" y="14"/>
                  </a:lnTo>
                  <a:lnTo>
                    <a:pt x="64" y="14"/>
                  </a:lnTo>
                  <a:lnTo>
                    <a:pt x="64" y="14"/>
                  </a:lnTo>
                  <a:lnTo>
                    <a:pt x="64" y="14"/>
                  </a:lnTo>
                  <a:lnTo>
                    <a:pt x="68" y="14"/>
                  </a:lnTo>
                  <a:lnTo>
                    <a:pt x="68" y="14"/>
                  </a:lnTo>
                  <a:lnTo>
                    <a:pt x="68" y="14"/>
                  </a:lnTo>
                  <a:lnTo>
                    <a:pt x="68" y="14"/>
                  </a:lnTo>
                  <a:lnTo>
                    <a:pt x="68" y="14"/>
                  </a:lnTo>
                  <a:lnTo>
                    <a:pt x="68" y="14"/>
                  </a:lnTo>
                  <a:lnTo>
                    <a:pt x="68" y="14"/>
                  </a:lnTo>
                  <a:lnTo>
                    <a:pt x="70" y="14"/>
                  </a:lnTo>
                  <a:lnTo>
                    <a:pt x="70" y="14"/>
                  </a:lnTo>
                  <a:lnTo>
                    <a:pt x="70" y="14"/>
                  </a:lnTo>
                  <a:lnTo>
                    <a:pt x="70" y="14"/>
                  </a:lnTo>
                  <a:lnTo>
                    <a:pt x="70" y="14"/>
                  </a:lnTo>
                  <a:lnTo>
                    <a:pt x="70" y="14"/>
                  </a:lnTo>
                  <a:lnTo>
                    <a:pt x="70" y="14"/>
                  </a:lnTo>
                  <a:lnTo>
                    <a:pt x="70" y="14"/>
                  </a:lnTo>
                  <a:lnTo>
                    <a:pt x="70" y="14"/>
                  </a:lnTo>
                  <a:lnTo>
                    <a:pt x="70" y="14"/>
                  </a:lnTo>
                  <a:lnTo>
                    <a:pt x="74" y="14"/>
                  </a:lnTo>
                  <a:lnTo>
                    <a:pt x="74" y="18"/>
                  </a:lnTo>
                  <a:lnTo>
                    <a:pt x="74" y="18"/>
                  </a:lnTo>
                  <a:lnTo>
                    <a:pt x="74" y="18"/>
                  </a:lnTo>
                  <a:lnTo>
                    <a:pt x="74" y="18"/>
                  </a:lnTo>
                  <a:lnTo>
                    <a:pt x="74" y="18"/>
                  </a:lnTo>
                  <a:lnTo>
                    <a:pt x="74" y="18"/>
                  </a:lnTo>
                  <a:lnTo>
                    <a:pt x="78" y="18"/>
                  </a:lnTo>
                  <a:lnTo>
                    <a:pt x="78" y="18"/>
                  </a:lnTo>
                  <a:lnTo>
                    <a:pt x="78" y="18"/>
                  </a:lnTo>
                  <a:lnTo>
                    <a:pt x="78" y="18"/>
                  </a:lnTo>
                  <a:lnTo>
                    <a:pt x="78" y="18"/>
                  </a:lnTo>
                  <a:lnTo>
                    <a:pt x="82" y="18"/>
                  </a:lnTo>
                  <a:lnTo>
                    <a:pt x="82" y="18"/>
                  </a:lnTo>
                  <a:lnTo>
                    <a:pt x="82" y="18"/>
                  </a:lnTo>
                  <a:lnTo>
                    <a:pt x="82" y="20"/>
                  </a:lnTo>
                  <a:lnTo>
                    <a:pt x="78" y="20"/>
                  </a:lnTo>
                  <a:lnTo>
                    <a:pt x="78" y="20"/>
                  </a:lnTo>
                  <a:lnTo>
                    <a:pt x="78" y="24"/>
                  </a:lnTo>
                  <a:lnTo>
                    <a:pt x="78" y="24"/>
                  </a:lnTo>
                  <a:lnTo>
                    <a:pt x="78" y="24"/>
                  </a:lnTo>
                  <a:lnTo>
                    <a:pt x="86" y="28"/>
                  </a:lnTo>
                  <a:lnTo>
                    <a:pt x="86" y="28"/>
                  </a:lnTo>
                  <a:lnTo>
                    <a:pt x="86" y="28"/>
                  </a:lnTo>
                  <a:lnTo>
                    <a:pt x="90" y="28"/>
                  </a:lnTo>
                  <a:lnTo>
                    <a:pt x="90" y="28"/>
                  </a:lnTo>
                  <a:lnTo>
                    <a:pt x="90" y="32"/>
                  </a:lnTo>
                  <a:lnTo>
                    <a:pt x="90" y="32"/>
                  </a:lnTo>
                  <a:lnTo>
                    <a:pt x="90" y="32"/>
                  </a:lnTo>
                  <a:lnTo>
                    <a:pt x="90" y="32"/>
                  </a:lnTo>
                  <a:lnTo>
                    <a:pt x="90" y="32"/>
                  </a:lnTo>
                  <a:lnTo>
                    <a:pt x="90" y="32"/>
                  </a:lnTo>
                  <a:lnTo>
                    <a:pt x="90" y="32"/>
                  </a:lnTo>
                  <a:lnTo>
                    <a:pt x="90" y="32"/>
                  </a:lnTo>
                  <a:lnTo>
                    <a:pt x="86" y="32"/>
                  </a:lnTo>
                  <a:lnTo>
                    <a:pt x="86" y="32"/>
                  </a:lnTo>
                  <a:lnTo>
                    <a:pt x="86" y="32"/>
                  </a:lnTo>
                  <a:lnTo>
                    <a:pt x="86" y="36"/>
                  </a:lnTo>
                  <a:lnTo>
                    <a:pt x="86" y="36"/>
                  </a:lnTo>
                  <a:lnTo>
                    <a:pt x="86" y="36"/>
                  </a:lnTo>
                  <a:lnTo>
                    <a:pt x="86" y="36"/>
                  </a:lnTo>
                  <a:lnTo>
                    <a:pt x="90" y="40"/>
                  </a:lnTo>
                  <a:lnTo>
                    <a:pt x="90" y="40"/>
                  </a:lnTo>
                  <a:lnTo>
                    <a:pt x="94" y="40"/>
                  </a:lnTo>
                  <a:lnTo>
                    <a:pt x="94" y="40"/>
                  </a:lnTo>
                  <a:lnTo>
                    <a:pt x="94" y="40"/>
                  </a:lnTo>
                  <a:lnTo>
                    <a:pt x="94" y="44"/>
                  </a:lnTo>
                  <a:lnTo>
                    <a:pt x="94" y="44"/>
                  </a:lnTo>
                  <a:lnTo>
                    <a:pt x="94" y="44"/>
                  </a:lnTo>
                  <a:lnTo>
                    <a:pt x="94" y="44"/>
                  </a:lnTo>
                  <a:lnTo>
                    <a:pt x="94" y="46"/>
                  </a:lnTo>
                  <a:lnTo>
                    <a:pt x="94" y="46"/>
                  </a:lnTo>
                  <a:lnTo>
                    <a:pt x="90" y="46"/>
                  </a:lnTo>
                  <a:lnTo>
                    <a:pt x="90" y="46"/>
                  </a:lnTo>
                  <a:lnTo>
                    <a:pt x="90" y="46"/>
                  </a:lnTo>
                  <a:lnTo>
                    <a:pt x="90" y="46"/>
                  </a:lnTo>
                  <a:lnTo>
                    <a:pt x="90" y="44"/>
                  </a:lnTo>
                  <a:lnTo>
                    <a:pt x="90" y="44"/>
                  </a:lnTo>
                  <a:lnTo>
                    <a:pt x="86" y="44"/>
                  </a:lnTo>
                  <a:lnTo>
                    <a:pt x="86" y="44"/>
                  </a:lnTo>
                  <a:lnTo>
                    <a:pt x="86" y="44"/>
                  </a:lnTo>
                  <a:lnTo>
                    <a:pt x="86" y="44"/>
                  </a:lnTo>
                  <a:lnTo>
                    <a:pt x="86" y="44"/>
                  </a:lnTo>
                  <a:lnTo>
                    <a:pt x="86" y="44"/>
                  </a:lnTo>
                  <a:lnTo>
                    <a:pt x="82" y="44"/>
                  </a:lnTo>
                  <a:lnTo>
                    <a:pt x="82" y="44"/>
                  </a:lnTo>
                  <a:lnTo>
                    <a:pt x="82" y="44"/>
                  </a:lnTo>
                  <a:lnTo>
                    <a:pt x="82" y="44"/>
                  </a:lnTo>
                  <a:lnTo>
                    <a:pt x="82" y="44"/>
                  </a:lnTo>
                  <a:lnTo>
                    <a:pt x="82" y="44"/>
                  </a:lnTo>
                  <a:lnTo>
                    <a:pt x="82" y="44"/>
                  </a:lnTo>
                  <a:lnTo>
                    <a:pt x="78" y="44"/>
                  </a:lnTo>
                  <a:lnTo>
                    <a:pt x="78" y="44"/>
                  </a:lnTo>
                  <a:lnTo>
                    <a:pt x="78" y="40"/>
                  </a:lnTo>
                  <a:lnTo>
                    <a:pt x="78" y="40"/>
                  </a:lnTo>
                  <a:lnTo>
                    <a:pt x="74" y="40"/>
                  </a:lnTo>
                  <a:lnTo>
                    <a:pt x="74" y="40"/>
                  </a:lnTo>
                  <a:lnTo>
                    <a:pt x="74" y="40"/>
                  </a:lnTo>
                  <a:lnTo>
                    <a:pt x="74" y="40"/>
                  </a:lnTo>
                  <a:lnTo>
                    <a:pt x="70" y="40"/>
                  </a:lnTo>
                  <a:lnTo>
                    <a:pt x="70" y="40"/>
                  </a:lnTo>
                  <a:lnTo>
                    <a:pt x="70" y="44"/>
                  </a:lnTo>
                  <a:lnTo>
                    <a:pt x="70" y="44"/>
                  </a:lnTo>
                  <a:lnTo>
                    <a:pt x="70" y="44"/>
                  </a:lnTo>
                  <a:lnTo>
                    <a:pt x="68" y="44"/>
                  </a:lnTo>
                  <a:lnTo>
                    <a:pt x="68" y="44"/>
                  </a:lnTo>
                  <a:lnTo>
                    <a:pt x="68" y="44"/>
                  </a:lnTo>
                  <a:lnTo>
                    <a:pt x="68" y="44"/>
                  </a:lnTo>
                  <a:lnTo>
                    <a:pt x="64" y="44"/>
                  </a:lnTo>
                  <a:lnTo>
                    <a:pt x="64" y="44"/>
                  </a:lnTo>
                  <a:lnTo>
                    <a:pt x="64" y="44"/>
                  </a:lnTo>
                  <a:lnTo>
                    <a:pt x="60" y="44"/>
                  </a:lnTo>
                  <a:lnTo>
                    <a:pt x="60" y="44"/>
                  </a:lnTo>
                  <a:lnTo>
                    <a:pt x="60" y="44"/>
                  </a:lnTo>
                  <a:lnTo>
                    <a:pt x="60" y="44"/>
                  </a:lnTo>
                  <a:lnTo>
                    <a:pt x="56" y="44"/>
                  </a:lnTo>
                  <a:lnTo>
                    <a:pt x="56" y="44"/>
                  </a:lnTo>
                  <a:lnTo>
                    <a:pt x="56" y="44"/>
                  </a:lnTo>
                  <a:lnTo>
                    <a:pt x="52" y="44"/>
                  </a:lnTo>
                  <a:lnTo>
                    <a:pt x="52" y="44"/>
                  </a:lnTo>
                  <a:lnTo>
                    <a:pt x="52" y="46"/>
                  </a:lnTo>
                  <a:lnTo>
                    <a:pt x="52" y="46"/>
                  </a:lnTo>
                  <a:lnTo>
                    <a:pt x="52" y="46"/>
                  </a:lnTo>
                  <a:lnTo>
                    <a:pt x="52" y="46"/>
                  </a:lnTo>
                  <a:lnTo>
                    <a:pt x="48" y="46"/>
                  </a:lnTo>
                  <a:lnTo>
                    <a:pt x="48" y="46"/>
                  </a:lnTo>
                  <a:lnTo>
                    <a:pt x="48" y="46"/>
                  </a:lnTo>
                  <a:lnTo>
                    <a:pt x="48" y="46"/>
                  </a:lnTo>
                  <a:lnTo>
                    <a:pt x="48" y="46"/>
                  </a:lnTo>
                  <a:lnTo>
                    <a:pt x="48" y="44"/>
                  </a:lnTo>
                  <a:lnTo>
                    <a:pt x="48" y="44"/>
                  </a:lnTo>
                  <a:lnTo>
                    <a:pt x="48" y="44"/>
                  </a:lnTo>
                  <a:lnTo>
                    <a:pt x="48" y="44"/>
                  </a:lnTo>
                  <a:lnTo>
                    <a:pt x="44" y="44"/>
                  </a:lnTo>
                  <a:lnTo>
                    <a:pt x="44" y="44"/>
                  </a:lnTo>
                  <a:lnTo>
                    <a:pt x="42" y="40"/>
                  </a:lnTo>
                  <a:lnTo>
                    <a:pt x="42" y="40"/>
                  </a:lnTo>
                  <a:lnTo>
                    <a:pt x="42" y="40"/>
                  </a:lnTo>
                  <a:lnTo>
                    <a:pt x="42" y="36"/>
                  </a:lnTo>
                  <a:lnTo>
                    <a:pt x="38" y="36"/>
                  </a:lnTo>
                  <a:lnTo>
                    <a:pt x="38" y="36"/>
                  </a:lnTo>
                  <a:lnTo>
                    <a:pt x="38" y="36"/>
                  </a:lnTo>
                  <a:lnTo>
                    <a:pt x="38" y="36"/>
                  </a:lnTo>
                  <a:lnTo>
                    <a:pt x="38" y="36"/>
                  </a:lnTo>
                  <a:lnTo>
                    <a:pt x="38" y="3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0" name="Freeform 29"/>
            <p:cNvSpPr>
              <a:spLocks noChangeAspect="1" noEditPoints="1"/>
            </p:cNvSpPr>
            <p:nvPr/>
          </p:nvSpPr>
          <p:spPr bwMode="gray">
            <a:xfrm>
              <a:off x="5881767" y="3291787"/>
              <a:ext cx="473080" cy="473079"/>
            </a:xfrm>
            <a:custGeom>
              <a:avLst/>
              <a:gdLst>
                <a:gd name="T0" fmla="*/ 250 w 272"/>
                <a:gd name="T1" fmla="*/ 156 h 272"/>
                <a:gd name="T2" fmla="*/ 242 w 272"/>
                <a:gd name="T3" fmla="*/ 178 h 272"/>
                <a:gd name="T4" fmla="*/ 246 w 272"/>
                <a:gd name="T5" fmla="*/ 198 h 272"/>
                <a:gd name="T6" fmla="*/ 264 w 272"/>
                <a:gd name="T7" fmla="*/ 212 h 272"/>
                <a:gd name="T8" fmla="*/ 268 w 272"/>
                <a:gd name="T9" fmla="*/ 232 h 272"/>
                <a:gd name="T10" fmla="*/ 264 w 272"/>
                <a:gd name="T11" fmla="*/ 242 h 272"/>
                <a:gd name="T12" fmla="*/ 258 w 272"/>
                <a:gd name="T13" fmla="*/ 250 h 272"/>
                <a:gd name="T14" fmla="*/ 250 w 272"/>
                <a:gd name="T15" fmla="*/ 264 h 272"/>
                <a:gd name="T16" fmla="*/ 238 w 272"/>
                <a:gd name="T17" fmla="*/ 268 h 272"/>
                <a:gd name="T18" fmla="*/ 228 w 272"/>
                <a:gd name="T19" fmla="*/ 264 h 272"/>
                <a:gd name="T20" fmla="*/ 204 w 272"/>
                <a:gd name="T21" fmla="*/ 262 h 272"/>
                <a:gd name="T22" fmla="*/ 190 w 272"/>
                <a:gd name="T23" fmla="*/ 258 h 272"/>
                <a:gd name="T24" fmla="*/ 182 w 272"/>
                <a:gd name="T25" fmla="*/ 234 h 272"/>
                <a:gd name="T26" fmla="*/ 164 w 272"/>
                <a:gd name="T27" fmla="*/ 238 h 272"/>
                <a:gd name="T28" fmla="*/ 144 w 272"/>
                <a:gd name="T29" fmla="*/ 242 h 272"/>
                <a:gd name="T30" fmla="*/ 126 w 272"/>
                <a:gd name="T31" fmla="*/ 234 h 272"/>
                <a:gd name="T32" fmla="*/ 116 w 272"/>
                <a:gd name="T33" fmla="*/ 224 h 272"/>
                <a:gd name="T34" fmla="*/ 100 w 272"/>
                <a:gd name="T35" fmla="*/ 208 h 272"/>
                <a:gd name="T36" fmla="*/ 94 w 272"/>
                <a:gd name="T37" fmla="*/ 194 h 272"/>
                <a:gd name="T38" fmla="*/ 86 w 272"/>
                <a:gd name="T39" fmla="*/ 178 h 272"/>
                <a:gd name="T40" fmla="*/ 74 w 272"/>
                <a:gd name="T41" fmla="*/ 176 h 272"/>
                <a:gd name="T42" fmla="*/ 68 w 272"/>
                <a:gd name="T43" fmla="*/ 182 h 272"/>
                <a:gd name="T44" fmla="*/ 56 w 272"/>
                <a:gd name="T45" fmla="*/ 164 h 272"/>
                <a:gd name="T46" fmla="*/ 52 w 272"/>
                <a:gd name="T47" fmla="*/ 148 h 272"/>
                <a:gd name="T48" fmla="*/ 44 w 272"/>
                <a:gd name="T49" fmla="*/ 134 h 272"/>
                <a:gd name="T50" fmla="*/ 30 w 272"/>
                <a:gd name="T51" fmla="*/ 120 h 272"/>
                <a:gd name="T52" fmla="*/ 18 w 272"/>
                <a:gd name="T53" fmla="*/ 108 h 272"/>
                <a:gd name="T54" fmla="*/ 26 w 272"/>
                <a:gd name="T55" fmla="*/ 96 h 272"/>
                <a:gd name="T56" fmla="*/ 26 w 272"/>
                <a:gd name="T57" fmla="*/ 90 h 272"/>
                <a:gd name="T58" fmla="*/ 30 w 272"/>
                <a:gd name="T59" fmla="*/ 74 h 272"/>
                <a:gd name="T60" fmla="*/ 18 w 272"/>
                <a:gd name="T61" fmla="*/ 66 h 272"/>
                <a:gd name="T62" fmla="*/ 12 w 272"/>
                <a:gd name="T63" fmla="*/ 52 h 272"/>
                <a:gd name="T64" fmla="*/ 4 w 272"/>
                <a:gd name="T65" fmla="*/ 34 h 272"/>
                <a:gd name="T66" fmla="*/ 4 w 272"/>
                <a:gd name="T67" fmla="*/ 14 h 272"/>
                <a:gd name="T68" fmla="*/ 4 w 272"/>
                <a:gd name="T69" fmla="*/ 4 h 272"/>
                <a:gd name="T70" fmla="*/ 14 w 272"/>
                <a:gd name="T71" fmla="*/ 8 h 272"/>
                <a:gd name="T72" fmla="*/ 34 w 272"/>
                <a:gd name="T73" fmla="*/ 14 h 272"/>
                <a:gd name="T74" fmla="*/ 48 w 272"/>
                <a:gd name="T75" fmla="*/ 4 h 272"/>
                <a:gd name="T76" fmla="*/ 60 w 272"/>
                <a:gd name="T77" fmla="*/ 10 h 272"/>
                <a:gd name="T78" fmla="*/ 64 w 272"/>
                <a:gd name="T79" fmla="*/ 26 h 272"/>
                <a:gd name="T80" fmla="*/ 90 w 272"/>
                <a:gd name="T81" fmla="*/ 26 h 272"/>
                <a:gd name="T82" fmla="*/ 108 w 272"/>
                <a:gd name="T83" fmla="*/ 26 h 272"/>
                <a:gd name="T84" fmla="*/ 122 w 272"/>
                <a:gd name="T85" fmla="*/ 36 h 272"/>
                <a:gd name="T86" fmla="*/ 142 w 272"/>
                <a:gd name="T87" fmla="*/ 44 h 272"/>
                <a:gd name="T88" fmla="*/ 156 w 272"/>
                <a:gd name="T89" fmla="*/ 34 h 272"/>
                <a:gd name="T90" fmla="*/ 174 w 272"/>
                <a:gd name="T91" fmla="*/ 30 h 272"/>
                <a:gd name="T92" fmla="*/ 186 w 272"/>
                <a:gd name="T93" fmla="*/ 26 h 272"/>
                <a:gd name="T94" fmla="*/ 208 w 272"/>
                <a:gd name="T95" fmla="*/ 36 h 272"/>
                <a:gd name="T96" fmla="*/ 216 w 272"/>
                <a:gd name="T97" fmla="*/ 44 h 272"/>
                <a:gd name="T98" fmla="*/ 234 w 272"/>
                <a:gd name="T99" fmla="*/ 60 h 272"/>
                <a:gd name="T100" fmla="*/ 242 w 272"/>
                <a:gd name="T101" fmla="*/ 74 h 272"/>
                <a:gd name="T102" fmla="*/ 242 w 272"/>
                <a:gd name="T103" fmla="*/ 92 h 272"/>
                <a:gd name="T104" fmla="*/ 234 w 272"/>
                <a:gd name="T105" fmla="*/ 108 h 272"/>
                <a:gd name="T106" fmla="*/ 234 w 272"/>
                <a:gd name="T107" fmla="*/ 122 h 272"/>
                <a:gd name="T108" fmla="*/ 238 w 272"/>
                <a:gd name="T109" fmla="*/ 146 h 272"/>
                <a:gd name="T110" fmla="*/ 168 w 272"/>
                <a:gd name="T111" fmla="*/ 238 h 272"/>
                <a:gd name="T112" fmla="*/ 172 w 272"/>
                <a:gd name="T113" fmla="*/ 242 h 272"/>
                <a:gd name="T114" fmla="*/ 168 w 272"/>
                <a:gd name="T115" fmla="*/ 242 h 272"/>
                <a:gd name="T116" fmla="*/ 174 w 272"/>
                <a:gd name="T117" fmla="*/ 238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2" h="272">
                  <a:moveTo>
                    <a:pt x="238" y="146"/>
                  </a:moveTo>
                  <a:lnTo>
                    <a:pt x="238" y="148"/>
                  </a:lnTo>
                  <a:lnTo>
                    <a:pt x="238" y="152"/>
                  </a:lnTo>
                  <a:lnTo>
                    <a:pt x="242" y="156"/>
                  </a:lnTo>
                  <a:lnTo>
                    <a:pt x="246" y="156"/>
                  </a:lnTo>
                  <a:lnTo>
                    <a:pt x="250" y="156"/>
                  </a:lnTo>
                  <a:lnTo>
                    <a:pt x="250" y="160"/>
                  </a:lnTo>
                  <a:lnTo>
                    <a:pt x="254" y="160"/>
                  </a:lnTo>
                  <a:lnTo>
                    <a:pt x="254" y="164"/>
                  </a:lnTo>
                  <a:lnTo>
                    <a:pt x="250" y="168"/>
                  </a:lnTo>
                  <a:lnTo>
                    <a:pt x="246" y="176"/>
                  </a:lnTo>
                  <a:lnTo>
                    <a:pt x="242" y="178"/>
                  </a:lnTo>
                  <a:lnTo>
                    <a:pt x="242" y="182"/>
                  </a:lnTo>
                  <a:lnTo>
                    <a:pt x="238" y="182"/>
                  </a:lnTo>
                  <a:lnTo>
                    <a:pt x="238" y="186"/>
                  </a:lnTo>
                  <a:lnTo>
                    <a:pt x="242" y="186"/>
                  </a:lnTo>
                  <a:lnTo>
                    <a:pt x="246" y="194"/>
                  </a:lnTo>
                  <a:lnTo>
                    <a:pt x="246" y="198"/>
                  </a:lnTo>
                  <a:lnTo>
                    <a:pt x="250" y="202"/>
                  </a:lnTo>
                  <a:lnTo>
                    <a:pt x="250" y="206"/>
                  </a:lnTo>
                  <a:lnTo>
                    <a:pt x="254" y="208"/>
                  </a:lnTo>
                  <a:lnTo>
                    <a:pt x="258" y="208"/>
                  </a:lnTo>
                  <a:lnTo>
                    <a:pt x="262" y="212"/>
                  </a:lnTo>
                  <a:lnTo>
                    <a:pt x="264" y="212"/>
                  </a:lnTo>
                  <a:lnTo>
                    <a:pt x="264" y="216"/>
                  </a:lnTo>
                  <a:lnTo>
                    <a:pt x="264" y="220"/>
                  </a:lnTo>
                  <a:lnTo>
                    <a:pt x="264" y="224"/>
                  </a:lnTo>
                  <a:lnTo>
                    <a:pt x="264" y="228"/>
                  </a:lnTo>
                  <a:lnTo>
                    <a:pt x="264" y="232"/>
                  </a:lnTo>
                  <a:lnTo>
                    <a:pt x="268" y="232"/>
                  </a:lnTo>
                  <a:lnTo>
                    <a:pt x="272" y="232"/>
                  </a:lnTo>
                  <a:lnTo>
                    <a:pt x="272" y="234"/>
                  </a:lnTo>
                  <a:lnTo>
                    <a:pt x="272" y="238"/>
                  </a:lnTo>
                  <a:lnTo>
                    <a:pt x="272" y="242"/>
                  </a:lnTo>
                  <a:lnTo>
                    <a:pt x="268" y="242"/>
                  </a:lnTo>
                  <a:lnTo>
                    <a:pt x="264" y="242"/>
                  </a:lnTo>
                  <a:lnTo>
                    <a:pt x="264" y="246"/>
                  </a:lnTo>
                  <a:lnTo>
                    <a:pt x="262" y="246"/>
                  </a:lnTo>
                  <a:lnTo>
                    <a:pt x="258" y="246"/>
                  </a:lnTo>
                  <a:lnTo>
                    <a:pt x="258" y="250"/>
                  </a:lnTo>
                  <a:lnTo>
                    <a:pt x="258" y="246"/>
                  </a:lnTo>
                  <a:lnTo>
                    <a:pt x="258" y="250"/>
                  </a:lnTo>
                  <a:lnTo>
                    <a:pt x="254" y="250"/>
                  </a:lnTo>
                  <a:lnTo>
                    <a:pt x="254" y="254"/>
                  </a:lnTo>
                  <a:lnTo>
                    <a:pt x="254" y="258"/>
                  </a:lnTo>
                  <a:lnTo>
                    <a:pt x="250" y="258"/>
                  </a:lnTo>
                  <a:lnTo>
                    <a:pt x="250" y="262"/>
                  </a:lnTo>
                  <a:lnTo>
                    <a:pt x="250" y="264"/>
                  </a:lnTo>
                  <a:lnTo>
                    <a:pt x="250" y="268"/>
                  </a:lnTo>
                  <a:lnTo>
                    <a:pt x="246" y="268"/>
                  </a:lnTo>
                  <a:lnTo>
                    <a:pt x="246" y="272"/>
                  </a:lnTo>
                  <a:lnTo>
                    <a:pt x="242" y="272"/>
                  </a:lnTo>
                  <a:lnTo>
                    <a:pt x="242" y="268"/>
                  </a:lnTo>
                  <a:lnTo>
                    <a:pt x="238" y="268"/>
                  </a:lnTo>
                  <a:lnTo>
                    <a:pt x="234" y="268"/>
                  </a:lnTo>
                  <a:lnTo>
                    <a:pt x="234" y="264"/>
                  </a:lnTo>
                  <a:lnTo>
                    <a:pt x="232" y="264"/>
                  </a:lnTo>
                  <a:lnTo>
                    <a:pt x="232" y="268"/>
                  </a:lnTo>
                  <a:lnTo>
                    <a:pt x="232" y="264"/>
                  </a:lnTo>
                  <a:lnTo>
                    <a:pt x="228" y="264"/>
                  </a:lnTo>
                  <a:lnTo>
                    <a:pt x="224" y="264"/>
                  </a:lnTo>
                  <a:lnTo>
                    <a:pt x="220" y="264"/>
                  </a:lnTo>
                  <a:lnTo>
                    <a:pt x="216" y="264"/>
                  </a:lnTo>
                  <a:lnTo>
                    <a:pt x="212" y="264"/>
                  </a:lnTo>
                  <a:lnTo>
                    <a:pt x="208" y="262"/>
                  </a:lnTo>
                  <a:lnTo>
                    <a:pt x="204" y="262"/>
                  </a:lnTo>
                  <a:lnTo>
                    <a:pt x="202" y="262"/>
                  </a:lnTo>
                  <a:lnTo>
                    <a:pt x="202" y="264"/>
                  </a:lnTo>
                  <a:lnTo>
                    <a:pt x="198" y="262"/>
                  </a:lnTo>
                  <a:lnTo>
                    <a:pt x="194" y="262"/>
                  </a:lnTo>
                  <a:lnTo>
                    <a:pt x="190" y="262"/>
                  </a:lnTo>
                  <a:lnTo>
                    <a:pt x="190" y="258"/>
                  </a:lnTo>
                  <a:lnTo>
                    <a:pt x="186" y="258"/>
                  </a:lnTo>
                  <a:lnTo>
                    <a:pt x="186" y="254"/>
                  </a:lnTo>
                  <a:lnTo>
                    <a:pt x="186" y="246"/>
                  </a:lnTo>
                  <a:lnTo>
                    <a:pt x="186" y="242"/>
                  </a:lnTo>
                  <a:lnTo>
                    <a:pt x="182" y="238"/>
                  </a:lnTo>
                  <a:lnTo>
                    <a:pt x="182" y="234"/>
                  </a:lnTo>
                  <a:lnTo>
                    <a:pt x="178" y="234"/>
                  </a:lnTo>
                  <a:lnTo>
                    <a:pt x="174" y="234"/>
                  </a:lnTo>
                  <a:lnTo>
                    <a:pt x="172" y="234"/>
                  </a:lnTo>
                  <a:lnTo>
                    <a:pt x="168" y="234"/>
                  </a:lnTo>
                  <a:lnTo>
                    <a:pt x="164" y="234"/>
                  </a:lnTo>
                  <a:lnTo>
                    <a:pt x="164" y="238"/>
                  </a:lnTo>
                  <a:lnTo>
                    <a:pt x="164" y="242"/>
                  </a:lnTo>
                  <a:lnTo>
                    <a:pt x="160" y="242"/>
                  </a:lnTo>
                  <a:lnTo>
                    <a:pt x="156" y="242"/>
                  </a:lnTo>
                  <a:lnTo>
                    <a:pt x="152" y="246"/>
                  </a:lnTo>
                  <a:lnTo>
                    <a:pt x="148" y="242"/>
                  </a:lnTo>
                  <a:lnTo>
                    <a:pt x="144" y="242"/>
                  </a:lnTo>
                  <a:lnTo>
                    <a:pt x="142" y="242"/>
                  </a:lnTo>
                  <a:lnTo>
                    <a:pt x="138" y="242"/>
                  </a:lnTo>
                  <a:lnTo>
                    <a:pt x="134" y="238"/>
                  </a:lnTo>
                  <a:lnTo>
                    <a:pt x="134" y="234"/>
                  </a:lnTo>
                  <a:lnTo>
                    <a:pt x="130" y="234"/>
                  </a:lnTo>
                  <a:lnTo>
                    <a:pt x="126" y="234"/>
                  </a:lnTo>
                  <a:lnTo>
                    <a:pt x="126" y="232"/>
                  </a:lnTo>
                  <a:lnTo>
                    <a:pt x="122" y="232"/>
                  </a:lnTo>
                  <a:lnTo>
                    <a:pt x="122" y="228"/>
                  </a:lnTo>
                  <a:lnTo>
                    <a:pt x="118" y="228"/>
                  </a:lnTo>
                  <a:lnTo>
                    <a:pt x="118" y="224"/>
                  </a:lnTo>
                  <a:lnTo>
                    <a:pt x="116" y="224"/>
                  </a:lnTo>
                  <a:lnTo>
                    <a:pt x="112" y="220"/>
                  </a:lnTo>
                  <a:lnTo>
                    <a:pt x="108" y="220"/>
                  </a:lnTo>
                  <a:lnTo>
                    <a:pt x="104" y="220"/>
                  </a:lnTo>
                  <a:lnTo>
                    <a:pt x="104" y="216"/>
                  </a:lnTo>
                  <a:lnTo>
                    <a:pt x="100" y="212"/>
                  </a:lnTo>
                  <a:lnTo>
                    <a:pt x="100" y="208"/>
                  </a:lnTo>
                  <a:lnTo>
                    <a:pt x="100" y="206"/>
                  </a:lnTo>
                  <a:lnTo>
                    <a:pt x="98" y="206"/>
                  </a:lnTo>
                  <a:lnTo>
                    <a:pt x="98" y="202"/>
                  </a:lnTo>
                  <a:lnTo>
                    <a:pt x="98" y="198"/>
                  </a:lnTo>
                  <a:lnTo>
                    <a:pt x="94" y="198"/>
                  </a:lnTo>
                  <a:lnTo>
                    <a:pt x="94" y="194"/>
                  </a:lnTo>
                  <a:lnTo>
                    <a:pt x="94" y="190"/>
                  </a:lnTo>
                  <a:lnTo>
                    <a:pt x="90" y="190"/>
                  </a:lnTo>
                  <a:lnTo>
                    <a:pt x="90" y="186"/>
                  </a:lnTo>
                  <a:lnTo>
                    <a:pt x="90" y="182"/>
                  </a:lnTo>
                  <a:lnTo>
                    <a:pt x="86" y="182"/>
                  </a:lnTo>
                  <a:lnTo>
                    <a:pt x="86" y="178"/>
                  </a:lnTo>
                  <a:lnTo>
                    <a:pt x="82" y="178"/>
                  </a:lnTo>
                  <a:lnTo>
                    <a:pt x="78" y="182"/>
                  </a:lnTo>
                  <a:lnTo>
                    <a:pt x="78" y="178"/>
                  </a:lnTo>
                  <a:lnTo>
                    <a:pt x="74" y="178"/>
                  </a:lnTo>
                  <a:lnTo>
                    <a:pt x="70" y="176"/>
                  </a:lnTo>
                  <a:lnTo>
                    <a:pt x="74" y="176"/>
                  </a:lnTo>
                  <a:lnTo>
                    <a:pt x="74" y="172"/>
                  </a:lnTo>
                  <a:lnTo>
                    <a:pt x="70" y="172"/>
                  </a:lnTo>
                  <a:lnTo>
                    <a:pt x="68" y="176"/>
                  </a:lnTo>
                  <a:lnTo>
                    <a:pt x="70" y="178"/>
                  </a:lnTo>
                  <a:lnTo>
                    <a:pt x="70" y="182"/>
                  </a:lnTo>
                  <a:lnTo>
                    <a:pt x="68" y="182"/>
                  </a:lnTo>
                  <a:lnTo>
                    <a:pt x="64" y="182"/>
                  </a:lnTo>
                  <a:lnTo>
                    <a:pt x="64" y="178"/>
                  </a:lnTo>
                  <a:lnTo>
                    <a:pt x="60" y="176"/>
                  </a:lnTo>
                  <a:lnTo>
                    <a:pt x="56" y="176"/>
                  </a:lnTo>
                  <a:lnTo>
                    <a:pt x="56" y="172"/>
                  </a:lnTo>
                  <a:lnTo>
                    <a:pt x="56" y="164"/>
                  </a:lnTo>
                  <a:lnTo>
                    <a:pt x="52" y="164"/>
                  </a:lnTo>
                  <a:lnTo>
                    <a:pt x="52" y="160"/>
                  </a:lnTo>
                  <a:lnTo>
                    <a:pt x="52" y="156"/>
                  </a:lnTo>
                  <a:lnTo>
                    <a:pt x="52" y="152"/>
                  </a:lnTo>
                  <a:lnTo>
                    <a:pt x="56" y="148"/>
                  </a:lnTo>
                  <a:lnTo>
                    <a:pt x="52" y="148"/>
                  </a:lnTo>
                  <a:lnTo>
                    <a:pt x="52" y="146"/>
                  </a:lnTo>
                  <a:lnTo>
                    <a:pt x="52" y="142"/>
                  </a:lnTo>
                  <a:lnTo>
                    <a:pt x="48" y="142"/>
                  </a:lnTo>
                  <a:lnTo>
                    <a:pt x="48" y="138"/>
                  </a:lnTo>
                  <a:lnTo>
                    <a:pt x="44" y="138"/>
                  </a:lnTo>
                  <a:lnTo>
                    <a:pt x="44" y="134"/>
                  </a:lnTo>
                  <a:lnTo>
                    <a:pt x="40" y="134"/>
                  </a:lnTo>
                  <a:lnTo>
                    <a:pt x="38" y="130"/>
                  </a:lnTo>
                  <a:lnTo>
                    <a:pt x="34" y="126"/>
                  </a:lnTo>
                  <a:lnTo>
                    <a:pt x="30" y="126"/>
                  </a:lnTo>
                  <a:lnTo>
                    <a:pt x="30" y="122"/>
                  </a:lnTo>
                  <a:lnTo>
                    <a:pt x="30" y="120"/>
                  </a:lnTo>
                  <a:lnTo>
                    <a:pt x="26" y="120"/>
                  </a:lnTo>
                  <a:lnTo>
                    <a:pt x="26" y="116"/>
                  </a:lnTo>
                  <a:lnTo>
                    <a:pt x="22" y="116"/>
                  </a:lnTo>
                  <a:lnTo>
                    <a:pt x="22" y="112"/>
                  </a:lnTo>
                  <a:lnTo>
                    <a:pt x="22" y="108"/>
                  </a:lnTo>
                  <a:lnTo>
                    <a:pt x="18" y="108"/>
                  </a:lnTo>
                  <a:lnTo>
                    <a:pt x="22" y="108"/>
                  </a:lnTo>
                  <a:lnTo>
                    <a:pt x="22" y="104"/>
                  </a:lnTo>
                  <a:lnTo>
                    <a:pt x="22" y="100"/>
                  </a:lnTo>
                  <a:lnTo>
                    <a:pt x="18" y="100"/>
                  </a:lnTo>
                  <a:lnTo>
                    <a:pt x="22" y="96"/>
                  </a:lnTo>
                  <a:lnTo>
                    <a:pt x="26" y="96"/>
                  </a:lnTo>
                  <a:lnTo>
                    <a:pt x="22" y="96"/>
                  </a:lnTo>
                  <a:lnTo>
                    <a:pt x="22" y="92"/>
                  </a:lnTo>
                  <a:lnTo>
                    <a:pt x="26" y="92"/>
                  </a:lnTo>
                  <a:lnTo>
                    <a:pt x="26" y="90"/>
                  </a:lnTo>
                  <a:lnTo>
                    <a:pt x="26" y="92"/>
                  </a:lnTo>
                  <a:lnTo>
                    <a:pt x="26" y="90"/>
                  </a:lnTo>
                  <a:lnTo>
                    <a:pt x="30" y="90"/>
                  </a:lnTo>
                  <a:lnTo>
                    <a:pt x="30" y="86"/>
                  </a:lnTo>
                  <a:lnTo>
                    <a:pt x="30" y="82"/>
                  </a:lnTo>
                  <a:lnTo>
                    <a:pt x="26" y="78"/>
                  </a:lnTo>
                  <a:lnTo>
                    <a:pt x="30" y="78"/>
                  </a:lnTo>
                  <a:lnTo>
                    <a:pt x="30" y="74"/>
                  </a:lnTo>
                  <a:lnTo>
                    <a:pt x="34" y="74"/>
                  </a:lnTo>
                  <a:lnTo>
                    <a:pt x="30" y="74"/>
                  </a:lnTo>
                  <a:lnTo>
                    <a:pt x="26" y="74"/>
                  </a:lnTo>
                  <a:lnTo>
                    <a:pt x="22" y="70"/>
                  </a:lnTo>
                  <a:lnTo>
                    <a:pt x="18" y="70"/>
                  </a:lnTo>
                  <a:lnTo>
                    <a:pt x="18" y="66"/>
                  </a:lnTo>
                  <a:lnTo>
                    <a:pt x="18" y="64"/>
                  </a:lnTo>
                  <a:lnTo>
                    <a:pt x="14" y="64"/>
                  </a:lnTo>
                  <a:lnTo>
                    <a:pt x="14" y="60"/>
                  </a:lnTo>
                  <a:lnTo>
                    <a:pt x="14" y="56"/>
                  </a:lnTo>
                  <a:lnTo>
                    <a:pt x="12" y="56"/>
                  </a:lnTo>
                  <a:lnTo>
                    <a:pt x="12" y="52"/>
                  </a:lnTo>
                  <a:lnTo>
                    <a:pt x="12" y="48"/>
                  </a:lnTo>
                  <a:lnTo>
                    <a:pt x="12" y="44"/>
                  </a:lnTo>
                  <a:lnTo>
                    <a:pt x="8" y="44"/>
                  </a:lnTo>
                  <a:lnTo>
                    <a:pt x="8" y="40"/>
                  </a:lnTo>
                  <a:lnTo>
                    <a:pt x="8" y="36"/>
                  </a:lnTo>
                  <a:lnTo>
                    <a:pt x="4" y="34"/>
                  </a:lnTo>
                  <a:lnTo>
                    <a:pt x="4" y="30"/>
                  </a:lnTo>
                  <a:lnTo>
                    <a:pt x="8" y="26"/>
                  </a:lnTo>
                  <a:lnTo>
                    <a:pt x="4" y="26"/>
                  </a:lnTo>
                  <a:lnTo>
                    <a:pt x="4" y="22"/>
                  </a:lnTo>
                  <a:lnTo>
                    <a:pt x="4" y="18"/>
                  </a:lnTo>
                  <a:lnTo>
                    <a:pt x="4" y="14"/>
                  </a:lnTo>
                  <a:lnTo>
                    <a:pt x="4" y="10"/>
                  </a:lnTo>
                  <a:lnTo>
                    <a:pt x="0" y="8"/>
                  </a:lnTo>
                  <a:lnTo>
                    <a:pt x="0" y="4"/>
                  </a:lnTo>
                  <a:lnTo>
                    <a:pt x="4" y="4"/>
                  </a:lnTo>
                  <a:lnTo>
                    <a:pt x="4" y="8"/>
                  </a:lnTo>
                  <a:lnTo>
                    <a:pt x="4" y="4"/>
                  </a:lnTo>
                  <a:lnTo>
                    <a:pt x="8" y="4"/>
                  </a:lnTo>
                  <a:lnTo>
                    <a:pt x="8" y="0"/>
                  </a:lnTo>
                  <a:lnTo>
                    <a:pt x="12" y="0"/>
                  </a:lnTo>
                  <a:lnTo>
                    <a:pt x="12" y="4"/>
                  </a:lnTo>
                  <a:lnTo>
                    <a:pt x="14" y="4"/>
                  </a:lnTo>
                  <a:lnTo>
                    <a:pt x="14" y="8"/>
                  </a:lnTo>
                  <a:lnTo>
                    <a:pt x="18" y="10"/>
                  </a:lnTo>
                  <a:lnTo>
                    <a:pt x="18" y="14"/>
                  </a:lnTo>
                  <a:lnTo>
                    <a:pt x="22" y="14"/>
                  </a:lnTo>
                  <a:lnTo>
                    <a:pt x="26" y="14"/>
                  </a:lnTo>
                  <a:lnTo>
                    <a:pt x="30" y="14"/>
                  </a:lnTo>
                  <a:lnTo>
                    <a:pt x="34" y="14"/>
                  </a:lnTo>
                  <a:lnTo>
                    <a:pt x="38" y="14"/>
                  </a:lnTo>
                  <a:lnTo>
                    <a:pt x="38" y="10"/>
                  </a:lnTo>
                  <a:lnTo>
                    <a:pt x="40" y="10"/>
                  </a:lnTo>
                  <a:lnTo>
                    <a:pt x="44" y="8"/>
                  </a:lnTo>
                  <a:lnTo>
                    <a:pt x="48" y="8"/>
                  </a:lnTo>
                  <a:lnTo>
                    <a:pt x="48" y="4"/>
                  </a:lnTo>
                  <a:lnTo>
                    <a:pt x="52" y="0"/>
                  </a:lnTo>
                  <a:lnTo>
                    <a:pt x="56" y="0"/>
                  </a:lnTo>
                  <a:lnTo>
                    <a:pt x="60" y="4"/>
                  </a:lnTo>
                  <a:lnTo>
                    <a:pt x="64" y="8"/>
                  </a:lnTo>
                  <a:lnTo>
                    <a:pt x="60" y="8"/>
                  </a:lnTo>
                  <a:lnTo>
                    <a:pt x="60" y="10"/>
                  </a:lnTo>
                  <a:lnTo>
                    <a:pt x="60" y="14"/>
                  </a:lnTo>
                  <a:lnTo>
                    <a:pt x="56" y="14"/>
                  </a:lnTo>
                  <a:lnTo>
                    <a:pt x="60" y="18"/>
                  </a:lnTo>
                  <a:lnTo>
                    <a:pt x="60" y="22"/>
                  </a:lnTo>
                  <a:lnTo>
                    <a:pt x="64" y="22"/>
                  </a:lnTo>
                  <a:lnTo>
                    <a:pt x="64" y="26"/>
                  </a:lnTo>
                  <a:lnTo>
                    <a:pt x="68" y="26"/>
                  </a:lnTo>
                  <a:lnTo>
                    <a:pt x="68" y="22"/>
                  </a:lnTo>
                  <a:lnTo>
                    <a:pt x="70" y="22"/>
                  </a:lnTo>
                  <a:lnTo>
                    <a:pt x="82" y="26"/>
                  </a:lnTo>
                  <a:lnTo>
                    <a:pt x="86" y="26"/>
                  </a:lnTo>
                  <a:lnTo>
                    <a:pt x="90" y="26"/>
                  </a:lnTo>
                  <a:lnTo>
                    <a:pt x="94" y="22"/>
                  </a:lnTo>
                  <a:lnTo>
                    <a:pt x="98" y="22"/>
                  </a:lnTo>
                  <a:lnTo>
                    <a:pt x="100" y="22"/>
                  </a:lnTo>
                  <a:lnTo>
                    <a:pt x="104" y="18"/>
                  </a:lnTo>
                  <a:lnTo>
                    <a:pt x="104" y="22"/>
                  </a:lnTo>
                  <a:lnTo>
                    <a:pt x="108" y="26"/>
                  </a:lnTo>
                  <a:lnTo>
                    <a:pt x="112" y="30"/>
                  </a:lnTo>
                  <a:lnTo>
                    <a:pt x="112" y="34"/>
                  </a:lnTo>
                  <a:lnTo>
                    <a:pt x="116" y="34"/>
                  </a:lnTo>
                  <a:lnTo>
                    <a:pt x="116" y="36"/>
                  </a:lnTo>
                  <a:lnTo>
                    <a:pt x="118" y="36"/>
                  </a:lnTo>
                  <a:lnTo>
                    <a:pt x="122" y="36"/>
                  </a:lnTo>
                  <a:lnTo>
                    <a:pt x="126" y="36"/>
                  </a:lnTo>
                  <a:lnTo>
                    <a:pt x="126" y="40"/>
                  </a:lnTo>
                  <a:lnTo>
                    <a:pt x="130" y="40"/>
                  </a:lnTo>
                  <a:lnTo>
                    <a:pt x="134" y="44"/>
                  </a:lnTo>
                  <a:lnTo>
                    <a:pt x="138" y="44"/>
                  </a:lnTo>
                  <a:lnTo>
                    <a:pt x="142" y="44"/>
                  </a:lnTo>
                  <a:lnTo>
                    <a:pt x="144" y="44"/>
                  </a:lnTo>
                  <a:lnTo>
                    <a:pt x="148" y="44"/>
                  </a:lnTo>
                  <a:lnTo>
                    <a:pt x="152" y="40"/>
                  </a:lnTo>
                  <a:lnTo>
                    <a:pt x="152" y="36"/>
                  </a:lnTo>
                  <a:lnTo>
                    <a:pt x="156" y="36"/>
                  </a:lnTo>
                  <a:lnTo>
                    <a:pt x="156" y="34"/>
                  </a:lnTo>
                  <a:lnTo>
                    <a:pt x="160" y="34"/>
                  </a:lnTo>
                  <a:lnTo>
                    <a:pt x="160" y="30"/>
                  </a:lnTo>
                  <a:lnTo>
                    <a:pt x="164" y="30"/>
                  </a:lnTo>
                  <a:lnTo>
                    <a:pt x="168" y="30"/>
                  </a:lnTo>
                  <a:lnTo>
                    <a:pt x="172" y="30"/>
                  </a:lnTo>
                  <a:lnTo>
                    <a:pt x="174" y="30"/>
                  </a:lnTo>
                  <a:lnTo>
                    <a:pt x="174" y="26"/>
                  </a:lnTo>
                  <a:lnTo>
                    <a:pt x="178" y="26"/>
                  </a:lnTo>
                  <a:lnTo>
                    <a:pt x="182" y="26"/>
                  </a:lnTo>
                  <a:lnTo>
                    <a:pt x="182" y="30"/>
                  </a:lnTo>
                  <a:lnTo>
                    <a:pt x="186" y="30"/>
                  </a:lnTo>
                  <a:lnTo>
                    <a:pt x="186" y="26"/>
                  </a:lnTo>
                  <a:lnTo>
                    <a:pt x="190" y="30"/>
                  </a:lnTo>
                  <a:lnTo>
                    <a:pt x="190" y="34"/>
                  </a:lnTo>
                  <a:lnTo>
                    <a:pt x="194" y="34"/>
                  </a:lnTo>
                  <a:lnTo>
                    <a:pt x="202" y="36"/>
                  </a:lnTo>
                  <a:lnTo>
                    <a:pt x="204" y="40"/>
                  </a:lnTo>
                  <a:lnTo>
                    <a:pt x="208" y="36"/>
                  </a:lnTo>
                  <a:lnTo>
                    <a:pt x="208" y="40"/>
                  </a:lnTo>
                  <a:lnTo>
                    <a:pt x="208" y="36"/>
                  </a:lnTo>
                  <a:lnTo>
                    <a:pt x="212" y="36"/>
                  </a:lnTo>
                  <a:lnTo>
                    <a:pt x="212" y="40"/>
                  </a:lnTo>
                  <a:lnTo>
                    <a:pt x="216" y="40"/>
                  </a:lnTo>
                  <a:lnTo>
                    <a:pt x="216" y="44"/>
                  </a:lnTo>
                  <a:lnTo>
                    <a:pt x="220" y="48"/>
                  </a:lnTo>
                  <a:lnTo>
                    <a:pt x="224" y="48"/>
                  </a:lnTo>
                  <a:lnTo>
                    <a:pt x="228" y="52"/>
                  </a:lnTo>
                  <a:lnTo>
                    <a:pt x="228" y="56"/>
                  </a:lnTo>
                  <a:lnTo>
                    <a:pt x="232" y="60"/>
                  </a:lnTo>
                  <a:lnTo>
                    <a:pt x="234" y="60"/>
                  </a:lnTo>
                  <a:lnTo>
                    <a:pt x="238" y="60"/>
                  </a:lnTo>
                  <a:lnTo>
                    <a:pt x="242" y="60"/>
                  </a:lnTo>
                  <a:lnTo>
                    <a:pt x="242" y="64"/>
                  </a:lnTo>
                  <a:lnTo>
                    <a:pt x="242" y="66"/>
                  </a:lnTo>
                  <a:lnTo>
                    <a:pt x="242" y="70"/>
                  </a:lnTo>
                  <a:lnTo>
                    <a:pt x="242" y="74"/>
                  </a:lnTo>
                  <a:lnTo>
                    <a:pt x="242" y="78"/>
                  </a:lnTo>
                  <a:lnTo>
                    <a:pt x="246" y="78"/>
                  </a:lnTo>
                  <a:lnTo>
                    <a:pt x="242" y="82"/>
                  </a:lnTo>
                  <a:lnTo>
                    <a:pt x="242" y="86"/>
                  </a:lnTo>
                  <a:lnTo>
                    <a:pt x="242" y="90"/>
                  </a:lnTo>
                  <a:lnTo>
                    <a:pt x="242" y="92"/>
                  </a:lnTo>
                  <a:lnTo>
                    <a:pt x="238" y="96"/>
                  </a:lnTo>
                  <a:lnTo>
                    <a:pt x="234" y="96"/>
                  </a:lnTo>
                  <a:lnTo>
                    <a:pt x="238" y="100"/>
                  </a:lnTo>
                  <a:lnTo>
                    <a:pt x="234" y="100"/>
                  </a:lnTo>
                  <a:lnTo>
                    <a:pt x="234" y="104"/>
                  </a:lnTo>
                  <a:lnTo>
                    <a:pt x="234" y="108"/>
                  </a:lnTo>
                  <a:lnTo>
                    <a:pt x="234" y="112"/>
                  </a:lnTo>
                  <a:lnTo>
                    <a:pt x="234" y="116"/>
                  </a:lnTo>
                  <a:lnTo>
                    <a:pt x="238" y="116"/>
                  </a:lnTo>
                  <a:lnTo>
                    <a:pt x="238" y="120"/>
                  </a:lnTo>
                  <a:lnTo>
                    <a:pt x="234" y="120"/>
                  </a:lnTo>
                  <a:lnTo>
                    <a:pt x="234" y="122"/>
                  </a:lnTo>
                  <a:lnTo>
                    <a:pt x="234" y="126"/>
                  </a:lnTo>
                  <a:lnTo>
                    <a:pt x="234" y="130"/>
                  </a:lnTo>
                  <a:lnTo>
                    <a:pt x="234" y="134"/>
                  </a:lnTo>
                  <a:lnTo>
                    <a:pt x="238" y="138"/>
                  </a:lnTo>
                  <a:lnTo>
                    <a:pt x="238" y="142"/>
                  </a:lnTo>
                  <a:lnTo>
                    <a:pt x="238" y="146"/>
                  </a:lnTo>
                  <a:lnTo>
                    <a:pt x="238" y="146"/>
                  </a:lnTo>
                  <a:lnTo>
                    <a:pt x="238" y="146"/>
                  </a:lnTo>
                  <a:close/>
                  <a:moveTo>
                    <a:pt x="164" y="238"/>
                  </a:moveTo>
                  <a:lnTo>
                    <a:pt x="164" y="242"/>
                  </a:lnTo>
                  <a:lnTo>
                    <a:pt x="164" y="238"/>
                  </a:lnTo>
                  <a:lnTo>
                    <a:pt x="168" y="238"/>
                  </a:lnTo>
                  <a:lnTo>
                    <a:pt x="164" y="238"/>
                  </a:lnTo>
                  <a:lnTo>
                    <a:pt x="164" y="238"/>
                  </a:lnTo>
                  <a:lnTo>
                    <a:pt x="164" y="238"/>
                  </a:lnTo>
                  <a:close/>
                  <a:moveTo>
                    <a:pt x="174" y="238"/>
                  </a:moveTo>
                  <a:lnTo>
                    <a:pt x="172" y="238"/>
                  </a:lnTo>
                  <a:lnTo>
                    <a:pt x="172" y="242"/>
                  </a:lnTo>
                  <a:lnTo>
                    <a:pt x="168" y="242"/>
                  </a:lnTo>
                  <a:lnTo>
                    <a:pt x="164" y="242"/>
                  </a:lnTo>
                  <a:lnTo>
                    <a:pt x="160" y="246"/>
                  </a:lnTo>
                  <a:lnTo>
                    <a:pt x="160" y="242"/>
                  </a:lnTo>
                  <a:lnTo>
                    <a:pt x="164" y="242"/>
                  </a:lnTo>
                  <a:lnTo>
                    <a:pt x="168" y="242"/>
                  </a:lnTo>
                  <a:lnTo>
                    <a:pt x="168" y="238"/>
                  </a:lnTo>
                  <a:lnTo>
                    <a:pt x="172" y="238"/>
                  </a:lnTo>
                  <a:lnTo>
                    <a:pt x="172" y="234"/>
                  </a:lnTo>
                  <a:lnTo>
                    <a:pt x="174" y="238"/>
                  </a:lnTo>
                  <a:lnTo>
                    <a:pt x="174" y="238"/>
                  </a:lnTo>
                  <a:lnTo>
                    <a:pt x="174" y="2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1" name="Freeform 30"/>
            <p:cNvSpPr>
              <a:spLocks noChangeAspect="1"/>
            </p:cNvSpPr>
            <p:nvPr/>
          </p:nvSpPr>
          <p:spPr bwMode="gray">
            <a:xfrm>
              <a:off x="5753061" y="3368314"/>
              <a:ext cx="240018" cy="267846"/>
            </a:xfrm>
            <a:custGeom>
              <a:avLst/>
              <a:gdLst>
                <a:gd name="T0" fmla="*/ 4 w 138"/>
                <a:gd name="T1" fmla="*/ 90 h 154"/>
                <a:gd name="T2" fmla="*/ 14 w 138"/>
                <a:gd name="T3" fmla="*/ 68 h 154"/>
                <a:gd name="T4" fmla="*/ 34 w 138"/>
                <a:gd name="T5" fmla="*/ 56 h 154"/>
                <a:gd name="T6" fmla="*/ 34 w 138"/>
                <a:gd name="T7" fmla="*/ 40 h 154"/>
                <a:gd name="T8" fmla="*/ 38 w 138"/>
                <a:gd name="T9" fmla="*/ 38 h 154"/>
                <a:gd name="T10" fmla="*/ 38 w 138"/>
                <a:gd name="T11" fmla="*/ 34 h 154"/>
                <a:gd name="T12" fmla="*/ 38 w 138"/>
                <a:gd name="T13" fmla="*/ 18 h 154"/>
                <a:gd name="T14" fmla="*/ 52 w 138"/>
                <a:gd name="T15" fmla="*/ 4 h 154"/>
                <a:gd name="T16" fmla="*/ 56 w 138"/>
                <a:gd name="T17" fmla="*/ 0 h 154"/>
                <a:gd name="T18" fmla="*/ 60 w 138"/>
                <a:gd name="T19" fmla="*/ 0 h 154"/>
                <a:gd name="T20" fmla="*/ 74 w 138"/>
                <a:gd name="T21" fmla="*/ 4 h 154"/>
                <a:gd name="T22" fmla="*/ 74 w 138"/>
                <a:gd name="T23" fmla="*/ 0 h 154"/>
                <a:gd name="T24" fmla="*/ 78 w 138"/>
                <a:gd name="T25" fmla="*/ 4 h 154"/>
                <a:gd name="T26" fmla="*/ 82 w 138"/>
                <a:gd name="T27" fmla="*/ 4 h 154"/>
                <a:gd name="T28" fmla="*/ 86 w 138"/>
                <a:gd name="T29" fmla="*/ 4 h 154"/>
                <a:gd name="T30" fmla="*/ 86 w 138"/>
                <a:gd name="T31" fmla="*/ 8 h 154"/>
                <a:gd name="T32" fmla="*/ 86 w 138"/>
                <a:gd name="T33" fmla="*/ 10 h 154"/>
                <a:gd name="T34" fmla="*/ 90 w 138"/>
                <a:gd name="T35" fmla="*/ 14 h 154"/>
                <a:gd name="T36" fmla="*/ 90 w 138"/>
                <a:gd name="T37" fmla="*/ 18 h 154"/>
                <a:gd name="T38" fmla="*/ 94 w 138"/>
                <a:gd name="T39" fmla="*/ 18 h 154"/>
                <a:gd name="T40" fmla="*/ 96 w 138"/>
                <a:gd name="T41" fmla="*/ 26 h 154"/>
                <a:gd name="T42" fmla="*/ 100 w 138"/>
                <a:gd name="T43" fmla="*/ 30 h 154"/>
                <a:gd name="T44" fmla="*/ 104 w 138"/>
                <a:gd name="T45" fmla="*/ 30 h 154"/>
                <a:gd name="T46" fmla="*/ 108 w 138"/>
                <a:gd name="T47" fmla="*/ 30 h 154"/>
                <a:gd name="T48" fmla="*/ 104 w 138"/>
                <a:gd name="T49" fmla="*/ 30 h 154"/>
                <a:gd name="T50" fmla="*/ 104 w 138"/>
                <a:gd name="T51" fmla="*/ 38 h 154"/>
                <a:gd name="T52" fmla="*/ 104 w 138"/>
                <a:gd name="T53" fmla="*/ 40 h 154"/>
                <a:gd name="T54" fmla="*/ 100 w 138"/>
                <a:gd name="T55" fmla="*/ 44 h 154"/>
                <a:gd name="T56" fmla="*/ 96 w 138"/>
                <a:gd name="T57" fmla="*/ 48 h 154"/>
                <a:gd name="T58" fmla="*/ 100 w 138"/>
                <a:gd name="T59" fmla="*/ 52 h 154"/>
                <a:gd name="T60" fmla="*/ 96 w 138"/>
                <a:gd name="T61" fmla="*/ 56 h 154"/>
                <a:gd name="T62" fmla="*/ 96 w 138"/>
                <a:gd name="T63" fmla="*/ 60 h 154"/>
                <a:gd name="T64" fmla="*/ 96 w 138"/>
                <a:gd name="T65" fmla="*/ 64 h 154"/>
                <a:gd name="T66" fmla="*/ 100 w 138"/>
                <a:gd name="T67" fmla="*/ 70 h 154"/>
                <a:gd name="T68" fmla="*/ 100 w 138"/>
                <a:gd name="T69" fmla="*/ 74 h 154"/>
                <a:gd name="T70" fmla="*/ 104 w 138"/>
                <a:gd name="T71" fmla="*/ 74 h 154"/>
                <a:gd name="T72" fmla="*/ 104 w 138"/>
                <a:gd name="T73" fmla="*/ 78 h 154"/>
                <a:gd name="T74" fmla="*/ 104 w 138"/>
                <a:gd name="T75" fmla="*/ 82 h 154"/>
                <a:gd name="T76" fmla="*/ 108 w 138"/>
                <a:gd name="T77" fmla="*/ 82 h 154"/>
                <a:gd name="T78" fmla="*/ 112 w 138"/>
                <a:gd name="T79" fmla="*/ 86 h 154"/>
                <a:gd name="T80" fmla="*/ 116 w 138"/>
                <a:gd name="T81" fmla="*/ 90 h 154"/>
                <a:gd name="T82" fmla="*/ 120 w 138"/>
                <a:gd name="T83" fmla="*/ 94 h 154"/>
                <a:gd name="T84" fmla="*/ 126 w 138"/>
                <a:gd name="T85" fmla="*/ 98 h 154"/>
                <a:gd name="T86" fmla="*/ 130 w 138"/>
                <a:gd name="T87" fmla="*/ 104 h 154"/>
                <a:gd name="T88" fmla="*/ 126 w 138"/>
                <a:gd name="T89" fmla="*/ 116 h 154"/>
                <a:gd name="T90" fmla="*/ 130 w 138"/>
                <a:gd name="T91" fmla="*/ 120 h 154"/>
                <a:gd name="T92" fmla="*/ 130 w 138"/>
                <a:gd name="T93" fmla="*/ 130 h 154"/>
                <a:gd name="T94" fmla="*/ 138 w 138"/>
                <a:gd name="T95" fmla="*/ 134 h 154"/>
                <a:gd name="T96" fmla="*/ 138 w 138"/>
                <a:gd name="T97" fmla="*/ 138 h 154"/>
                <a:gd name="T98" fmla="*/ 134 w 138"/>
                <a:gd name="T99" fmla="*/ 138 h 154"/>
                <a:gd name="T100" fmla="*/ 130 w 138"/>
                <a:gd name="T101" fmla="*/ 138 h 154"/>
                <a:gd name="T102" fmla="*/ 124 w 138"/>
                <a:gd name="T103" fmla="*/ 134 h 154"/>
                <a:gd name="T104" fmla="*/ 120 w 138"/>
                <a:gd name="T105" fmla="*/ 138 h 154"/>
                <a:gd name="T106" fmla="*/ 116 w 138"/>
                <a:gd name="T107" fmla="*/ 150 h 154"/>
                <a:gd name="T108" fmla="*/ 112 w 138"/>
                <a:gd name="T109" fmla="*/ 154 h 154"/>
                <a:gd name="T110" fmla="*/ 104 w 138"/>
                <a:gd name="T111" fmla="*/ 154 h 154"/>
                <a:gd name="T112" fmla="*/ 38 w 138"/>
                <a:gd name="T113" fmla="*/ 112 h 154"/>
                <a:gd name="T114" fmla="*/ 8 w 138"/>
                <a:gd name="T115" fmla="*/ 98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8" h="154">
                  <a:moveTo>
                    <a:pt x="8" y="98"/>
                  </a:moveTo>
                  <a:lnTo>
                    <a:pt x="8" y="98"/>
                  </a:lnTo>
                  <a:lnTo>
                    <a:pt x="8" y="94"/>
                  </a:lnTo>
                  <a:lnTo>
                    <a:pt x="4" y="94"/>
                  </a:lnTo>
                  <a:lnTo>
                    <a:pt x="4" y="94"/>
                  </a:lnTo>
                  <a:lnTo>
                    <a:pt x="4" y="90"/>
                  </a:lnTo>
                  <a:lnTo>
                    <a:pt x="0" y="74"/>
                  </a:lnTo>
                  <a:lnTo>
                    <a:pt x="0" y="74"/>
                  </a:lnTo>
                  <a:lnTo>
                    <a:pt x="4" y="74"/>
                  </a:lnTo>
                  <a:lnTo>
                    <a:pt x="8" y="70"/>
                  </a:lnTo>
                  <a:lnTo>
                    <a:pt x="12" y="68"/>
                  </a:lnTo>
                  <a:lnTo>
                    <a:pt x="14" y="68"/>
                  </a:lnTo>
                  <a:lnTo>
                    <a:pt x="18" y="64"/>
                  </a:lnTo>
                  <a:lnTo>
                    <a:pt x="18" y="64"/>
                  </a:lnTo>
                  <a:lnTo>
                    <a:pt x="22" y="64"/>
                  </a:lnTo>
                  <a:lnTo>
                    <a:pt x="26" y="60"/>
                  </a:lnTo>
                  <a:lnTo>
                    <a:pt x="34" y="56"/>
                  </a:lnTo>
                  <a:lnTo>
                    <a:pt x="34" y="56"/>
                  </a:lnTo>
                  <a:lnTo>
                    <a:pt x="34" y="52"/>
                  </a:lnTo>
                  <a:lnTo>
                    <a:pt x="34" y="48"/>
                  </a:lnTo>
                  <a:lnTo>
                    <a:pt x="34" y="44"/>
                  </a:lnTo>
                  <a:lnTo>
                    <a:pt x="34" y="44"/>
                  </a:lnTo>
                  <a:lnTo>
                    <a:pt x="34" y="40"/>
                  </a:lnTo>
                  <a:lnTo>
                    <a:pt x="34" y="40"/>
                  </a:lnTo>
                  <a:lnTo>
                    <a:pt x="34" y="40"/>
                  </a:lnTo>
                  <a:lnTo>
                    <a:pt x="34" y="40"/>
                  </a:lnTo>
                  <a:lnTo>
                    <a:pt x="34" y="40"/>
                  </a:lnTo>
                  <a:lnTo>
                    <a:pt x="38" y="38"/>
                  </a:lnTo>
                  <a:lnTo>
                    <a:pt x="38" y="38"/>
                  </a:lnTo>
                  <a:lnTo>
                    <a:pt x="38" y="38"/>
                  </a:lnTo>
                  <a:lnTo>
                    <a:pt x="38" y="38"/>
                  </a:lnTo>
                  <a:lnTo>
                    <a:pt x="38" y="38"/>
                  </a:lnTo>
                  <a:lnTo>
                    <a:pt x="38" y="38"/>
                  </a:lnTo>
                  <a:lnTo>
                    <a:pt x="38" y="34"/>
                  </a:lnTo>
                  <a:lnTo>
                    <a:pt x="38" y="34"/>
                  </a:lnTo>
                  <a:lnTo>
                    <a:pt x="38" y="34"/>
                  </a:lnTo>
                  <a:lnTo>
                    <a:pt x="38" y="30"/>
                  </a:lnTo>
                  <a:lnTo>
                    <a:pt x="38" y="30"/>
                  </a:lnTo>
                  <a:lnTo>
                    <a:pt x="38" y="26"/>
                  </a:lnTo>
                  <a:lnTo>
                    <a:pt x="38" y="26"/>
                  </a:lnTo>
                  <a:lnTo>
                    <a:pt x="38" y="18"/>
                  </a:lnTo>
                  <a:lnTo>
                    <a:pt x="38" y="18"/>
                  </a:lnTo>
                  <a:lnTo>
                    <a:pt x="38" y="14"/>
                  </a:lnTo>
                  <a:lnTo>
                    <a:pt x="44" y="14"/>
                  </a:lnTo>
                  <a:lnTo>
                    <a:pt x="52" y="8"/>
                  </a:lnTo>
                  <a:lnTo>
                    <a:pt x="52" y="8"/>
                  </a:lnTo>
                  <a:lnTo>
                    <a:pt x="52" y="4"/>
                  </a:lnTo>
                  <a:lnTo>
                    <a:pt x="52" y="4"/>
                  </a:lnTo>
                  <a:lnTo>
                    <a:pt x="52" y="4"/>
                  </a:lnTo>
                  <a:lnTo>
                    <a:pt x="52" y="4"/>
                  </a:lnTo>
                  <a:lnTo>
                    <a:pt x="56" y="4"/>
                  </a:lnTo>
                  <a:lnTo>
                    <a:pt x="56" y="4"/>
                  </a:lnTo>
                  <a:lnTo>
                    <a:pt x="56" y="0"/>
                  </a:lnTo>
                  <a:lnTo>
                    <a:pt x="56" y="0"/>
                  </a:lnTo>
                  <a:lnTo>
                    <a:pt x="56" y="0"/>
                  </a:lnTo>
                  <a:lnTo>
                    <a:pt x="60" y="0"/>
                  </a:lnTo>
                  <a:lnTo>
                    <a:pt x="60" y="0"/>
                  </a:lnTo>
                  <a:lnTo>
                    <a:pt x="60" y="0"/>
                  </a:lnTo>
                  <a:lnTo>
                    <a:pt x="60" y="0"/>
                  </a:lnTo>
                  <a:lnTo>
                    <a:pt x="60" y="0"/>
                  </a:lnTo>
                  <a:lnTo>
                    <a:pt x="64" y="0"/>
                  </a:lnTo>
                  <a:lnTo>
                    <a:pt x="68" y="4"/>
                  </a:lnTo>
                  <a:lnTo>
                    <a:pt x="70" y="4"/>
                  </a:lnTo>
                  <a:lnTo>
                    <a:pt x="70" y="4"/>
                  </a:lnTo>
                  <a:lnTo>
                    <a:pt x="74" y="4"/>
                  </a:lnTo>
                  <a:lnTo>
                    <a:pt x="74" y="4"/>
                  </a:lnTo>
                  <a:lnTo>
                    <a:pt x="74" y="0"/>
                  </a:lnTo>
                  <a:lnTo>
                    <a:pt x="74" y="0"/>
                  </a:lnTo>
                  <a:lnTo>
                    <a:pt x="74" y="0"/>
                  </a:lnTo>
                  <a:lnTo>
                    <a:pt x="74" y="0"/>
                  </a:lnTo>
                  <a:lnTo>
                    <a:pt x="74" y="0"/>
                  </a:lnTo>
                  <a:lnTo>
                    <a:pt x="74" y="0"/>
                  </a:lnTo>
                  <a:lnTo>
                    <a:pt x="78" y="0"/>
                  </a:lnTo>
                  <a:lnTo>
                    <a:pt x="78" y="4"/>
                  </a:lnTo>
                  <a:lnTo>
                    <a:pt x="78" y="4"/>
                  </a:lnTo>
                  <a:lnTo>
                    <a:pt x="78" y="4"/>
                  </a:lnTo>
                  <a:lnTo>
                    <a:pt x="78" y="4"/>
                  </a:lnTo>
                  <a:lnTo>
                    <a:pt x="78" y="4"/>
                  </a:lnTo>
                  <a:lnTo>
                    <a:pt x="78" y="8"/>
                  </a:lnTo>
                  <a:lnTo>
                    <a:pt x="78" y="8"/>
                  </a:lnTo>
                  <a:lnTo>
                    <a:pt x="78" y="8"/>
                  </a:lnTo>
                  <a:lnTo>
                    <a:pt x="78" y="8"/>
                  </a:lnTo>
                  <a:lnTo>
                    <a:pt x="82" y="8"/>
                  </a:lnTo>
                  <a:lnTo>
                    <a:pt x="82" y="4"/>
                  </a:lnTo>
                  <a:lnTo>
                    <a:pt x="82" y="4"/>
                  </a:lnTo>
                  <a:lnTo>
                    <a:pt x="82" y="4"/>
                  </a:lnTo>
                  <a:lnTo>
                    <a:pt x="82" y="4"/>
                  </a:lnTo>
                  <a:lnTo>
                    <a:pt x="82" y="4"/>
                  </a:lnTo>
                  <a:lnTo>
                    <a:pt x="82" y="4"/>
                  </a:lnTo>
                  <a:lnTo>
                    <a:pt x="86" y="4"/>
                  </a:lnTo>
                  <a:lnTo>
                    <a:pt x="86" y="4"/>
                  </a:lnTo>
                  <a:lnTo>
                    <a:pt x="86" y="4"/>
                  </a:lnTo>
                  <a:lnTo>
                    <a:pt x="86" y="4"/>
                  </a:lnTo>
                  <a:lnTo>
                    <a:pt x="86" y="4"/>
                  </a:lnTo>
                  <a:lnTo>
                    <a:pt x="86" y="8"/>
                  </a:lnTo>
                  <a:lnTo>
                    <a:pt x="86" y="8"/>
                  </a:lnTo>
                  <a:lnTo>
                    <a:pt x="86" y="8"/>
                  </a:lnTo>
                  <a:lnTo>
                    <a:pt x="86" y="8"/>
                  </a:lnTo>
                  <a:lnTo>
                    <a:pt x="86" y="8"/>
                  </a:lnTo>
                  <a:lnTo>
                    <a:pt x="86" y="10"/>
                  </a:lnTo>
                  <a:lnTo>
                    <a:pt x="86" y="10"/>
                  </a:lnTo>
                  <a:lnTo>
                    <a:pt x="86" y="10"/>
                  </a:lnTo>
                  <a:lnTo>
                    <a:pt x="86" y="10"/>
                  </a:lnTo>
                  <a:lnTo>
                    <a:pt x="86" y="10"/>
                  </a:lnTo>
                  <a:lnTo>
                    <a:pt x="90" y="10"/>
                  </a:lnTo>
                  <a:lnTo>
                    <a:pt x="90" y="10"/>
                  </a:lnTo>
                  <a:lnTo>
                    <a:pt x="90" y="10"/>
                  </a:lnTo>
                  <a:lnTo>
                    <a:pt x="90" y="14"/>
                  </a:lnTo>
                  <a:lnTo>
                    <a:pt x="90" y="14"/>
                  </a:lnTo>
                  <a:lnTo>
                    <a:pt x="90" y="14"/>
                  </a:lnTo>
                  <a:lnTo>
                    <a:pt x="90" y="14"/>
                  </a:lnTo>
                  <a:lnTo>
                    <a:pt x="90" y="14"/>
                  </a:lnTo>
                  <a:lnTo>
                    <a:pt x="90" y="18"/>
                  </a:lnTo>
                  <a:lnTo>
                    <a:pt x="90" y="18"/>
                  </a:lnTo>
                  <a:lnTo>
                    <a:pt x="90" y="18"/>
                  </a:lnTo>
                  <a:lnTo>
                    <a:pt x="90" y="18"/>
                  </a:lnTo>
                  <a:lnTo>
                    <a:pt x="90" y="18"/>
                  </a:lnTo>
                  <a:lnTo>
                    <a:pt x="94" y="18"/>
                  </a:lnTo>
                  <a:lnTo>
                    <a:pt x="94" y="18"/>
                  </a:lnTo>
                  <a:lnTo>
                    <a:pt x="94" y="18"/>
                  </a:lnTo>
                  <a:lnTo>
                    <a:pt x="94" y="18"/>
                  </a:lnTo>
                  <a:lnTo>
                    <a:pt x="94" y="22"/>
                  </a:lnTo>
                  <a:lnTo>
                    <a:pt x="94" y="22"/>
                  </a:lnTo>
                  <a:lnTo>
                    <a:pt x="94" y="26"/>
                  </a:lnTo>
                  <a:lnTo>
                    <a:pt x="94" y="26"/>
                  </a:lnTo>
                  <a:lnTo>
                    <a:pt x="96" y="26"/>
                  </a:lnTo>
                  <a:lnTo>
                    <a:pt x="96" y="26"/>
                  </a:lnTo>
                  <a:lnTo>
                    <a:pt x="96" y="26"/>
                  </a:lnTo>
                  <a:lnTo>
                    <a:pt x="96" y="26"/>
                  </a:lnTo>
                  <a:lnTo>
                    <a:pt x="96" y="26"/>
                  </a:lnTo>
                  <a:lnTo>
                    <a:pt x="96" y="26"/>
                  </a:lnTo>
                  <a:lnTo>
                    <a:pt x="100" y="30"/>
                  </a:lnTo>
                  <a:lnTo>
                    <a:pt x="100" y="30"/>
                  </a:lnTo>
                  <a:lnTo>
                    <a:pt x="100" y="30"/>
                  </a:lnTo>
                  <a:lnTo>
                    <a:pt x="100" y="30"/>
                  </a:lnTo>
                  <a:lnTo>
                    <a:pt x="100" y="30"/>
                  </a:lnTo>
                  <a:lnTo>
                    <a:pt x="100" y="30"/>
                  </a:lnTo>
                  <a:lnTo>
                    <a:pt x="104" y="30"/>
                  </a:lnTo>
                  <a:lnTo>
                    <a:pt x="104" y="30"/>
                  </a:lnTo>
                  <a:lnTo>
                    <a:pt x="104" y="30"/>
                  </a:lnTo>
                  <a:lnTo>
                    <a:pt x="104" y="30"/>
                  </a:lnTo>
                  <a:lnTo>
                    <a:pt x="104" y="30"/>
                  </a:lnTo>
                  <a:lnTo>
                    <a:pt x="108" y="30"/>
                  </a:lnTo>
                  <a:lnTo>
                    <a:pt x="108" y="30"/>
                  </a:lnTo>
                  <a:lnTo>
                    <a:pt x="108" y="30"/>
                  </a:lnTo>
                  <a:lnTo>
                    <a:pt x="108" y="30"/>
                  </a:lnTo>
                  <a:lnTo>
                    <a:pt x="108" y="30"/>
                  </a:lnTo>
                  <a:lnTo>
                    <a:pt x="108" y="30"/>
                  </a:lnTo>
                  <a:lnTo>
                    <a:pt x="104" y="30"/>
                  </a:lnTo>
                  <a:lnTo>
                    <a:pt x="104" y="30"/>
                  </a:lnTo>
                  <a:lnTo>
                    <a:pt x="104" y="30"/>
                  </a:lnTo>
                  <a:lnTo>
                    <a:pt x="104" y="30"/>
                  </a:lnTo>
                  <a:lnTo>
                    <a:pt x="104" y="34"/>
                  </a:lnTo>
                  <a:lnTo>
                    <a:pt x="100" y="34"/>
                  </a:lnTo>
                  <a:lnTo>
                    <a:pt x="104" y="38"/>
                  </a:lnTo>
                  <a:lnTo>
                    <a:pt x="104" y="38"/>
                  </a:lnTo>
                  <a:lnTo>
                    <a:pt x="104" y="38"/>
                  </a:lnTo>
                  <a:lnTo>
                    <a:pt x="104" y="38"/>
                  </a:lnTo>
                  <a:lnTo>
                    <a:pt x="104" y="40"/>
                  </a:lnTo>
                  <a:lnTo>
                    <a:pt x="104" y="40"/>
                  </a:lnTo>
                  <a:lnTo>
                    <a:pt x="104" y="40"/>
                  </a:lnTo>
                  <a:lnTo>
                    <a:pt x="104" y="40"/>
                  </a:lnTo>
                  <a:lnTo>
                    <a:pt x="104" y="44"/>
                  </a:lnTo>
                  <a:lnTo>
                    <a:pt x="104" y="44"/>
                  </a:lnTo>
                  <a:lnTo>
                    <a:pt x="100" y="44"/>
                  </a:lnTo>
                  <a:lnTo>
                    <a:pt x="100" y="44"/>
                  </a:lnTo>
                  <a:lnTo>
                    <a:pt x="100" y="44"/>
                  </a:lnTo>
                  <a:lnTo>
                    <a:pt x="100" y="44"/>
                  </a:lnTo>
                  <a:lnTo>
                    <a:pt x="100" y="44"/>
                  </a:lnTo>
                  <a:lnTo>
                    <a:pt x="100" y="48"/>
                  </a:lnTo>
                  <a:lnTo>
                    <a:pt x="100" y="44"/>
                  </a:lnTo>
                  <a:lnTo>
                    <a:pt x="100" y="48"/>
                  </a:lnTo>
                  <a:lnTo>
                    <a:pt x="100" y="48"/>
                  </a:lnTo>
                  <a:lnTo>
                    <a:pt x="96" y="48"/>
                  </a:lnTo>
                  <a:lnTo>
                    <a:pt x="96" y="48"/>
                  </a:lnTo>
                  <a:lnTo>
                    <a:pt x="96" y="48"/>
                  </a:lnTo>
                  <a:lnTo>
                    <a:pt x="96" y="48"/>
                  </a:lnTo>
                  <a:lnTo>
                    <a:pt x="96" y="52"/>
                  </a:lnTo>
                  <a:lnTo>
                    <a:pt x="96" y="52"/>
                  </a:lnTo>
                  <a:lnTo>
                    <a:pt x="100" y="52"/>
                  </a:lnTo>
                  <a:lnTo>
                    <a:pt x="96" y="52"/>
                  </a:lnTo>
                  <a:lnTo>
                    <a:pt x="96" y="52"/>
                  </a:lnTo>
                  <a:lnTo>
                    <a:pt x="96" y="52"/>
                  </a:lnTo>
                  <a:lnTo>
                    <a:pt x="94" y="56"/>
                  </a:lnTo>
                  <a:lnTo>
                    <a:pt x="96" y="56"/>
                  </a:lnTo>
                  <a:lnTo>
                    <a:pt x="96" y="56"/>
                  </a:lnTo>
                  <a:lnTo>
                    <a:pt x="96" y="56"/>
                  </a:lnTo>
                  <a:lnTo>
                    <a:pt x="96" y="56"/>
                  </a:lnTo>
                  <a:lnTo>
                    <a:pt x="96" y="56"/>
                  </a:lnTo>
                  <a:lnTo>
                    <a:pt x="96" y="60"/>
                  </a:lnTo>
                  <a:lnTo>
                    <a:pt x="96" y="60"/>
                  </a:lnTo>
                  <a:lnTo>
                    <a:pt x="96" y="60"/>
                  </a:lnTo>
                  <a:lnTo>
                    <a:pt x="96" y="64"/>
                  </a:lnTo>
                  <a:lnTo>
                    <a:pt x="94" y="64"/>
                  </a:lnTo>
                  <a:lnTo>
                    <a:pt x="94" y="64"/>
                  </a:lnTo>
                  <a:lnTo>
                    <a:pt x="94" y="64"/>
                  </a:lnTo>
                  <a:lnTo>
                    <a:pt x="96" y="64"/>
                  </a:lnTo>
                  <a:lnTo>
                    <a:pt x="96" y="64"/>
                  </a:lnTo>
                  <a:lnTo>
                    <a:pt x="96" y="68"/>
                  </a:lnTo>
                  <a:lnTo>
                    <a:pt x="96" y="68"/>
                  </a:lnTo>
                  <a:lnTo>
                    <a:pt x="96" y="68"/>
                  </a:lnTo>
                  <a:lnTo>
                    <a:pt x="96" y="70"/>
                  </a:lnTo>
                  <a:lnTo>
                    <a:pt x="100" y="70"/>
                  </a:lnTo>
                  <a:lnTo>
                    <a:pt x="100" y="70"/>
                  </a:lnTo>
                  <a:lnTo>
                    <a:pt x="100" y="70"/>
                  </a:lnTo>
                  <a:lnTo>
                    <a:pt x="100" y="70"/>
                  </a:lnTo>
                  <a:lnTo>
                    <a:pt x="100" y="70"/>
                  </a:lnTo>
                  <a:lnTo>
                    <a:pt x="100" y="70"/>
                  </a:lnTo>
                  <a:lnTo>
                    <a:pt x="100" y="70"/>
                  </a:lnTo>
                  <a:lnTo>
                    <a:pt x="100" y="74"/>
                  </a:lnTo>
                  <a:lnTo>
                    <a:pt x="100" y="74"/>
                  </a:lnTo>
                  <a:lnTo>
                    <a:pt x="100" y="74"/>
                  </a:lnTo>
                  <a:lnTo>
                    <a:pt x="104" y="74"/>
                  </a:lnTo>
                  <a:lnTo>
                    <a:pt x="104" y="74"/>
                  </a:lnTo>
                  <a:lnTo>
                    <a:pt x="104" y="74"/>
                  </a:lnTo>
                  <a:lnTo>
                    <a:pt x="104" y="74"/>
                  </a:lnTo>
                  <a:lnTo>
                    <a:pt x="104" y="74"/>
                  </a:lnTo>
                  <a:lnTo>
                    <a:pt x="104" y="74"/>
                  </a:lnTo>
                  <a:lnTo>
                    <a:pt x="104" y="78"/>
                  </a:lnTo>
                  <a:lnTo>
                    <a:pt x="104" y="78"/>
                  </a:lnTo>
                  <a:lnTo>
                    <a:pt x="104" y="78"/>
                  </a:lnTo>
                  <a:lnTo>
                    <a:pt x="104" y="78"/>
                  </a:lnTo>
                  <a:lnTo>
                    <a:pt x="104" y="82"/>
                  </a:lnTo>
                  <a:lnTo>
                    <a:pt x="104" y="82"/>
                  </a:lnTo>
                  <a:lnTo>
                    <a:pt x="104" y="82"/>
                  </a:lnTo>
                  <a:lnTo>
                    <a:pt x="104" y="82"/>
                  </a:lnTo>
                  <a:lnTo>
                    <a:pt x="104" y="82"/>
                  </a:lnTo>
                  <a:lnTo>
                    <a:pt x="104" y="82"/>
                  </a:lnTo>
                  <a:lnTo>
                    <a:pt x="104" y="82"/>
                  </a:lnTo>
                  <a:lnTo>
                    <a:pt x="108" y="82"/>
                  </a:lnTo>
                  <a:lnTo>
                    <a:pt x="108" y="82"/>
                  </a:lnTo>
                  <a:lnTo>
                    <a:pt x="108" y="82"/>
                  </a:lnTo>
                  <a:lnTo>
                    <a:pt x="108" y="82"/>
                  </a:lnTo>
                  <a:lnTo>
                    <a:pt x="108" y="82"/>
                  </a:lnTo>
                  <a:lnTo>
                    <a:pt x="108" y="82"/>
                  </a:lnTo>
                  <a:lnTo>
                    <a:pt x="112" y="86"/>
                  </a:lnTo>
                  <a:lnTo>
                    <a:pt x="112" y="86"/>
                  </a:lnTo>
                  <a:lnTo>
                    <a:pt x="112" y="86"/>
                  </a:lnTo>
                  <a:lnTo>
                    <a:pt x="112" y="86"/>
                  </a:lnTo>
                  <a:lnTo>
                    <a:pt x="112" y="86"/>
                  </a:lnTo>
                  <a:lnTo>
                    <a:pt x="116" y="90"/>
                  </a:lnTo>
                  <a:lnTo>
                    <a:pt x="116" y="90"/>
                  </a:lnTo>
                  <a:lnTo>
                    <a:pt x="116" y="90"/>
                  </a:lnTo>
                  <a:lnTo>
                    <a:pt x="116" y="90"/>
                  </a:lnTo>
                  <a:lnTo>
                    <a:pt x="116" y="90"/>
                  </a:lnTo>
                  <a:lnTo>
                    <a:pt x="116" y="90"/>
                  </a:lnTo>
                  <a:lnTo>
                    <a:pt x="120" y="90"/>
                  </a:lnTo>
                  <a:lnTo>
                    <a:pt x="120" y="90"/>
                  </a:lnTo>
                  <a:lnTo>
                    <a:pt x="120" y="94"/>
                  </a:lnTo>
                  <a:lnTo>
                    <a:pt x="120" y="94"/>
                  </a:lnTo>
                  <a:lnTo>
                    <a:pt x="120" y="94"/>
                  </a:lnTo>
                  <a:lnTo>
                    <a:pt x="120" y="94"/>
                  </a:lnTo>
                  <a:lnTo>
                    <a:pt x="120" y="94"/>
                  </a:lnTo>
                  <a:lnTo>
                    <a:pt x="124" y="94"/>
                  </a:lnTo>
                  <a:lnTo>
                    <a:pt x="124" y="94"/>
                  </a:lnTo>
                  <a:lnTo>
                    <a:pt x="124" y="94"/>
                  </a:lnTo>
                  <a:lnTo>
                    <a:pt x="124" y="98"/>
                  </a:lnTo>
                  <a:lnTo>
                    <a:pt x="126" y="98"/>
                  </a:lnTo>
                  <a:lnTo>
                    <a:pt x="126" y="100"/>
                  </a:lnTo>
                  <a:lnTo>
                    <a:pt x="126" y="100"/>
                  </a:lnTo>
                  <a:lnTo>
                    <a:pt x="126" y="104"/>
                  </a:lnTo>
                  <a:lnTo>
                    <a:pt x="130" y="104"/>
                  </a:lnTo>
                  <a:lnTo>
                    <a:pt x="130" y="104"/>
                  </a:lnTo>
                  <a:lnTo>
                    <a:pt x="130" y="104"/>
                  </a:lnTo>
                  <a:lnTo>
                    <a:pt x="126" y="108"/>
                  </a:lnTo>
                  <a:lnTo>
                    <a:pt x="126" y="108"/>
                  </a:lnTo>
                  <a:lnTo>
                    <a:pt x="126" y="112"/>
                  </a:lnTo>
                  <a:lnTo>
                    <a:pt x="126" y="112"/>
                  </a:lnTo>
                  <a:lnTo>
                    <a:pt x="126" y="112"/>
                  </a:lnTo>
                  <a:lnTo>
                    <a:pt x="126" y="116"/>
                  </a:lnTo>
                  <a:lnTo>
                    <a:pt x="126" y="116"/>
                  </a:lnTo>
                  <a:lnTo>
                    <a:pt x="126" y="116"/>
                  </a:lnTo>
                  <a:lnTo>
                    <a:pt x="126" y="116"/>
                  </a:lnTo>
                  <a:lnTo>
                    <a:pt x="126" y="120"/>
                  </a:lnTo>
                  <a:lnTo>
                    <a:pt x="130" y="120"/>
                  </a:lnTo>
                  <a:lnTo>
                    <a:pt x="130" y="120"/>
                  </a:lnTo>
                  <a:lnTo>
                    <a:pt x="130" y="120"/>
                  </a:lnTo>
                  <a:lnTo>
                    <a:pt x="130" y="120"/>
                  </a:lnTo>
                  <a:lnTo>
                    <a:pt x="130" y="128"/>
                  </a:lnTo>
                  <a:lnTo>
                    <a:pt x="130" y="128"/>
                  </a:lnTo>
                  <a:lnTo>
                    <a:pt x="130" y="128"/>
                  </a:lnTo>
                  <a:lnTo>
                    <a:pt x="130" y="130"/>
                  </a:lnTo>
                  <a:lnTo>
                    <a:pt x="134" y="130"/>
                  </a:lnTo>
                  <a:lnTo>
                    <a:pt x="134" y="130"/>
                  </a:lnTo>
                  <a:lnTo>
                    <a:pt x="134" y="130"/>
                  </a:lnTo>
                  <a:lnTo>
                    <a:pt x="134" y="130"/>
                  </a:lnTo>
                  <a:lnTo>
                    <a:pt x="138" y="134"/>
                  </a:lnTo>
                  <a:lnTo>
                    <a:pt x="138" y="134"/>
                  </a:lnTo>
                  <a:lnTo>
                    <a:pt x="138" y="134"/>
                  </a:lnTo>
                  <a:lnTo>
                    <a:pt x="138" y="138"/>
                  </a:lnTo>
                  <a:lnTo>
                    <a:pt x="138" y="138"/>
                  </a:lnTo>
                  <a:lnTo>
                    <a:pt x="138" y="138"/>
                  </a:lnTo>
                  <a:lnTo>
                    <a:pt x="138" y="138"/>
                  </a:lnTo>
                  <a:lnTo>
                    <a:pt x="138" y="138"/>
                  </a:lnTo>
                  <a:lnTo>
                    <a:pt x="138" y="138"/>
                  </a:lnTo>
                  <a:lnTo>
                    <a:pt x="138" y="138"/>
                  </a:lnTo>
                  <a:lnTo>
                    <a:pt x="134" y="138"/>
                  </a:lnTo>
                  <a:lnTo>
                    <a:pt x="134" y="138"/>
                  </a:lnTo>
                  <a:lnTo>
                    <a:pt x="134" y="138"/>
                  </a:lnTo>
                  <a:lnTo>
                    <a:pt x="134" y="138"/>
                  </a:lnTo>
                  <a:lnTo>
                    <a:pt x="134" y="138"/>
                  </a:lnTo>
                  <a:lnTo>
                    <a:pt x="134" y="138"/>
                  </a:lnTo>
                  <a:lnTo>
                    <a:pt x="134" y="138"/>
                  </a:lnTo>
                  <a:lnTo>
                    <a:pt x="134" y="138"/>
                  </a:lnTo>
                  <a:lnTo>
                    <a:pt x="130" y="138"/>
                  </a:lnTo>
                  <a:lnTo>
                    <a:pt x="130" y="138"/>
                  </a:lnTo>
                  <a:lnTo>
                    <a:pt x="130" y="138"/>
                  </a:lnTo>
                  <a:lnTo>
                    <a:pt x="130" y="138"/>
                  </a:lnTo>
                  <a:lnTo>
                    <a:pt x="126" y="134"/>
                  </a:lnTo>
                  <a:lnTo>
                    <a:pt x="124" y="134"/>
                  </a:lnTo>
                  <a:lnTo>
                    <a:pt x="124" y="134"/>
                  </a:lnTo>
                  <a:lnTo>
                    <a:pt x="124" y="134"/>
                  </a:lnTo>
                  <a:lnTo>
                    <a:pt x="120" y="138"/>
                  </a:lnTo>
                  <a:lnTo>
                    <a:pt x="120" y="138"/>
                  </a:lnTo>
                  <a:lnTo>
                    <a:pt x="120" y="138"/>
                  </a:lnTo>
                  <a:lnTo>
                    <a:pt x="120" y="138"/>
                  </a:lnTo>
                  <a:lnTo>
                    <a:pt x="120" y="138"/>
                  </a:lnTo>
                  <a:lnTo>
                    <a:pt x="120" y="138"/>
                  </a:lnTo>
                  <a:lnTo>
                    <a:pt x="120" y="142"/>
                  </a:lnTo>
                  <a:lnTo>
                    <a:pt x="116" y="146"/>
                  </a:lnTo>
                  <a:lnTo>
                    <a:pt x="116" y="146"/>
                  </a:lnTo>
                  <a:lnTo>
                    <a:pt x="116" y="146"/>
                  </a:lnTo>
                  <a:lnTo>
                    <a:pt x="116" y="146"/>
                  </a:lnTo>
                  <a:lnTo>
                    <a:pt x="116" y="150"/>
                  </a:lnTo>
                  <a:lnTo>
                    <a:pt x="116" y="150"/>
                  </a:lnTo>
                  <a:lnTo>
                    <a:pt x="112" y="150"/>
                  </a:lnTo>
                  <a:lnTo>
                    <a:pt x="112" y="154"/>
                  </a:lnTo>
                  <a:lnTo>
                    <a:pt x="112" y="154"/>
                  </a:lnTo>
                  <a:lnTo>
                    <a:pt x="112" y="154"/>
                  </a:lnTo>
                  <a:lnTo>
                    <a:pt x="112" y="154"/>
                  </a:lnTo>
                  <a:lnTo>
                    <a:pt x="112" y="154"/>
                  </a:lnTo>
                  <a:lnTo>
                    <a:pt x="112" y="154"/>
                  </a:lnTo>
                  <a:lnTo>
                    <a:pt x="112" y="154"/>
                  </a:lnTo>
                  <a:lnTo>
                    <a:pt x="112" y="154"/>
                  </a:lnTo>
                  <a:lnTo>
                    <a:pt x="108" y="154"/>
                  </a:lnTo>
                  <a:lnTo>
                    <a:pt x="104" y="154"/>
                  </a:lnTo>
                  <a:lnTo>
                    <a:pt x="86" y="154"/>
                  </a:lnTo>
                  <a:lnTo>
                    <a:pt x="70" y="138"/>
                  </a:lnTo>
                  <a:lnTo>
                    <a:pt x="60" y="130"/>
                  </a:lnTo>
                  <a:lnTo>
                    <a:pt x="60" y="128"/>
                  </a:lnTo>
                  <a:lnTo>
                    <a:pt x="48" y="116"/>
                  </a:lnTo>
                  <a:lnTo>
                    <a:pt x="38" y="112"/>
                  </a:lnTo>
                  <a:lnTo>
                    <a:pt x="22" y="100"/>
                  </a:lnTo>
                  <a:lnTo>
                    <a:pt x="18" y="100"/>
                  </a:lnTo>
                  <a:lnTo>
                    <a:pt x="12" y="98"/>
                  </a:lnTo>
                  <a:lnTo>
                    <a:pt x="8" y="98"/>
                  </a:lnTo>
                  <a:lnTo>
                    <a:pt x="8" y="98"/>
                  </a:lnTo>
                  <a:lnTo>
                    <a:pt x="8" y="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2" name="Freeform 31"/>
            <p:cNvSpPr>
              <a:spLocks noChangeAspect="1" noEditPoints="1"/>
            </p:cNvSpPr>
            <p:nvPr/>
          </p:nvSpPr>
          <p:spPr bwMode="gray">
            <a:xfrm>
              <a:off x="5641748" y="3503977"/>
              <a:ext cx="31307" cy="118270"/>
            </a:xfrm>
            <a:custGeom>
              <a:avLst/>
              <a:gdLst>
                <a:gd name="T0" fmla="*/ 14 w 18"/>
                <a:gd name="T1" fmla="*/ 46 h 68"/>
                <a:gd name="T2" fmla="*/ 14 w 18"/>
                <a:gd name="T3" fmla="*/ 50 h 68"/>
                <a:gd name="T4" fmla="*/ 12 w 18"/>
                <a:gd name="T5" fmla="*/ 56 h 68"/>
                <a:gd name="T6" fmla="*/ 12 w 18"/>
                <a:gd name="T7" fmla="*/ 60 h 68"/>
                <a:gd name="T8" fmla="*/ 12 w 18"/>
                <a:gd name="T9" fmla="*/ 60 h 68"/>
                <a:gd name="T10" fmla="*/ 12 w 18"/>
                <a:gd name="T11" fmla="*/ 68 h 68"/>
                <a:gd name="T12" fmla="*/ 8 w 18"/>
                <a:gd name="T13" fmla="*/ 68 h 68"/>
                <a:gd name="T14" fmla="*/ 8 w 18"/>
                <a:gd name="T15" fmla="*/ 68 h 68"/>
                <a:gd name="T16" fmla="*/ 4 w 18"/>
                <a:gd name="T17" fmla="*/ 52 h 68"/>
                <a:gd name="T18" fmla="*/ 4 w 18"/>
                <a:gd name="T19" fmla="*/ 46 h 68"/>
                <a:gd name="T20" fmla="*/ 0 w 18"/>
                <a:gd name="T21" fmla="*/ 38 h 68"/>
                <a:gd name="T22" fmla="*/ 4 w 18"/>
                <a:gd name="T23" fmla="*/ 34 h 68"/>
                <a:gd name="T24" fmla="*/ 4 w 18"/>
                <a:gd name="T25" fmla="*/ 30 h 68"/>
                <a:gd name="T26" fmla="*/ 4 w 18"/>
                <a:gd name="T27" fmla="*/ 26 h 68"/>
                <a:gd name="T28" fmla="*/ 8 w 18"/>
                <a:gd name="T29" fmla="*/ 22 h 68"/>
                <a:gd name="T30" fmla="*/ 8 w 18"/>
                <a:gd name="T31" fmla="*/ 20 h 68"/>
                <a:gd name="T32" fmla="*/ 12 w 18"/>
                <a:gd name="T33" fmla="*/ 8 h 68"/>
                <a:gd name="T34" fmla="*/ 12 w 18"/>
                <a:gd name="T35" fmla="*/ 8 h 68"/>
                <a:gd name="T36" fmla="*/ 12 w 18"/>
                <a:gd name="T37" fmla="*/ 8 h 68"/>
                <a:gd name="T38" fmla="*/ 12 w 18"/>
                <a:gd name="T39" fmla="*/ 4 h 68"/>
                <a:gd name="T40" fmla="*/ 14 w 18"/>
                <a:gd name="T41" fmla="*/ 4 h 68"/>
                <a:gd name="T42" fmla="*/ 18 w 18"/>
                <a:gd name="T43" fmla="*/ 4 h 68"/>
                <a:gd name="T44" fmla="*/ 18 w 18"/>
                <a:gd name="T45" fmla="*/ 0 h 68"/>
                <a:gd name="T46" fmla="*/ 18 w 18"/>
                <a:gd name="T47" fmla="*/ 0 h 68"/>
                <a:gd name="T48" fmla="*/ 18 w 18"/>
                <a:gd name="T49" fmla="*/ 0 h 68"/>
                <a:gd name="T50" fmla="*/ 18 w 18"/>
                <a:gd name="T51" fmla="*/ 4 h 68"/>
                <a:gd name="T52" fmla="*/ 18 w 18"/>
                <a:gd name="T53" fmla="*/ 8 h 68"/>
                <a:gd name="T54" fmla="*/ 18 w 18"/>
                <a:gd name="T55" fmla="*/ 8 h 68"/>
                <a:gd name="T56" fmla="*/ 18 w 18"/>
                <a:gd name="T57" fmla="*/ 12 h 68"/>
                <a:gd name="T58" fmla="*/ 18 w 18"/>
                <a:gd name="T59" fmla="*/ 16 h 68"/>
                <a:gd name="T60" fmla="*/ 14 w 18"/>
                <a:gd name="T61" fmla="*/ 12 h 68"/>
                <a:gd name="T62" fmla="*/ 14 w 18"/>
                <a:gd name="T63" fmla="*/ 12 h 68"/>
                <a:gd name="T64" fmla="*/ 12 w 18"/>
                <a:gd name="T65" fmla="*/ 16 h 68"/>
                <a:gd name="T66" fmla="*/ 12 w 18"/>
                <a:gd name="T67" fmla="*/ 20 h 68"/>
                <a:gd name="T68" fmla="*/ 12 w 18"/>
                <a:gd name="T69" fmla="*/ 22 h 68"/>
                <a:gd name="T70" fmla="*/ 12 w 18"/>
                <a:gd name="T71" fmla="*/ 26 h 68"/>
                <a:gd name="T72" fmla="*/ 12 w 18"/>
                <a:gd name="T73" fmla="*/ 26 h 68"/>
                <a:gd name="T74" fmla="*/ 12 w 18"/>
                <a:gd name="T75" fmla="*/ 26 h 68"/>
                <a:gd name="T76" fmla="*/ 12 w 18"/>
                <a:gd name="T77" fmla="*/ 30 h 68"/>
                <a:gd name="T78" fmla="*/ 8 w 18"/>
                <a:gd name="T79" fmla="*/ 34 h 68"/>
                <a:gd name="T80" fmla="*/ 12 w 18"/>
                <a:gd name="T81" fmla="*/ 34 h 68"/>
                <a:gd name="T82" fmla="*/ 14 w 18"/>
                <a:gd name="T83" fmla="*/ 34 h 68"/>
                <a:gd name="T84" fmla="*/ 18 w 18"/>
                <a:gd name="T85" fmla="*/ 30 h 68"/>
                <a:gd name="T86" fmla="*/ 18 w 18"/>
                <a:gd name="T87" fmla="*/ 34 h 68"/>
                <a:gd name="T88" fmla="*/ 18 w 18"/>
                <a:gd name="T89" fmla="*/ 38 h 68"/>
                <a:gd name="T90" fmla="*/ 14 w 18"/>
                <a:gd name="T91" fmla="*/ 42 h 68"/>
                <a:gd name="T92" fmla="*/ 14 w 18"/>
                <a:gd name="T93" fmla="*/ 26 h 68"/>
                <a:gd name="T94" fmla="*/ 14 w 18"/>
                <a:gd name="T95" fmla="*/ 26 h 68"/>
                <a:gd name="T96" fmla="*/ 14 w 18"/>
                <a:gd name="T97" fmla="*/ 2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8" h="68">
                  <a:moveTo>
                    <a:pt x="14" y="42"/>
                  </a:moveTo>
                  <a:lnTo>
                    <a:pt x="14" y="42"/>
                  </a:lnTo>
                  <a:lnTo>
                    <a:pt x="14" y="42"/>
                  </a:lnTo>
                  <a:lnTo>
                    <a:pt x="14" y="46"/>
                  </a:lnTo>
                  <a:lnTo>
                    <a:pt x="14" y="46"/>
                  </a:lnTo>
                  <a:lnTo>
                    <a:pt x="14" y="46"/>
                  </a:lnTo>
                  <a:lnTo>
                    <a:pt x="14" y="50"/>
                  </a:lnTo>
                  <a:lnTo>
                    <a:pt x="14" y="50"/>
                  </a:lnTo>
                  <a:lnTo>
                    <a:pt x="12" y="52"/>
                  </a:lnTo>
                  <a:lnTo>
                    <a:pt x="12" y="52"/>
                  </a:lnTo>
                  <a:lnTo>
                    <a:pt x="12" y="52"/>
                  </a:lnTo>
                  <a:lnTo>
                    <a:pt x="12" y="56"/>
                  </a:lnTo>
                  <a:lnTo>
                    <a:pt x="12" y="56"/>
                  </a:lnTo>
                  <a:lnTo>
                    <a:pt x="12" y="56"/>
                  </a:lnTo>
                  <a:lnTo>
                    <a:pt x="12" y="60"/>
                  </a:lnTo>
                  <a:lnTo>
                    <a:pt x="12" y="60"/>
                  </a:lnTo>
                  <a:lnTo>
                    <a:pt x="12" y="60"/>
                  </a:lnTo>
                  <a:lnTo>
                    <a:pt x="12" y="60"/>
                  </a:lnTo>
                  <a:lnTo>
                    <a:pt x="12" y="60"/>
                  </a:lnTo>
                  <a:lnTo>
                    <a:pt x="12" y="60"/>
                  </a:lnTo>
                  <a:lnTo>
                    <a:pt x="12" y="68"/>
                  </a:lnTo>
                  <a:lnTo>
                    <a:pt x="12" y="68"/>
                  </a:lnTo>
                  <a:lnTo>
                    <a:pt x="12" y="68"/>
                  </a:lnTo>
                  <a:lnTo>
                    <a:pt x="12" y="68"/>
                  </a:lnTo>
                  <a:lnTo>
                    <a:pt x="12" y="68"/>
                  </a:lnTo>
                  <a:lnTo>
                    <a:pt x="12" y="68"/>
                  </a:lnTo>
                  <a:lnTo>
                    <a:pt x="12" y="68"/>
                  </a:lnTo>
                  <a:lnTo>
                    <a:pt x="8" y="68"/>
                  </a:lnTo>
                  <a:lnTo>
                    <a:pt x="8" y="68"/>
                  </a:lnTo>
                  <a:lnTo>
                    <a:pt x="8" y="68"/>
                  </a:lnTo>
                  <a:lnTo>
                    <a:pt x="8" y="68"/>
                  </a:lnTo>
                  <a:lnTo>
                    <a:pt x="8" y="68"/>
                  </a:lnTo>
                  <a:lnTo>
                    <a:pt x="8" y="64"/>
                  </a:lnTo>
                  <a:lnTo>
                    <a:pt x="8" y="60"/>
                  </a:lnTo>
                  <a:lnTo>
                    <a:pt x="8" y="56"/>
                  </a:lnTo>
                  <a:lnTo>
                    <a:pt x="4" y="52"/>
                  </a:lnTo>
                  <a:lnTo>
                    <a:pt x="4" y="52"/>
                  </a:lnTo>
                  <a:lnTo>
                    <a:pt x="4" y="52"/>
                  </a:lnTo>
                  <a:lnTo>
                    <a:pt x="4" y="50"/>
                  </a:lnTo>
                  <a:lnTo>
                    <a:pt x="4" y="46"/>
                  </a:lnTo>
                  <a:lnTo>
                    <a:pt x="4" y="46"/>
                  </a:lnTo>
                  <a:lnTo>
                    <a:pt x="0" y="38"/>
                  </a:lnTo>
                  <a:lnTo>
                    <a:pt x="0" y="38"/>
                  </a:lnTo>
                  <a:lnTo>
                    <a:pt x="0" y="38"/>
                  </a:lnTo>
                  <a:lnTo>
                    <a:pt x="0" y="34"/>
                  </a:lnTo>
                  <a:lnTo>
                    <a:pt x="0" y="34"/>
                  </a:lnTo>
                  <a:lnTo>
                    <a:pt x="4" y="34"/>
                  </a:lnTo>
                  <a:lnTo>
                    <a:pt x="4" y="34"/>
                  </a:lnTo>
                  <a:lnTo>
                    <a:pt x="4" y="30"/>
                  </a:lnTo>
                  <a:lnTo>
                    <a:pt x="4" y="30"/>
                  </a:lnTo>
                  <a:lnTo>
                    <a:pt x="4" y="30"/>
                  </a:lnTo>
                  <a:lnTo>
                    <a:pt x="4" y="30"/>
                  </a:lnTo>
                  <a:lnTo>
                    <a:pt x="4" y="30"/>
                  </a:lnTo>
                  <a:lnTo>
                    <a:pt x="4" y="30"/>
                  </a:lnTo>
                  <a:lnTo>
                    <a:pt x="4" y="30"/>
                  </a:lnTo>
                  <a:lnTo>
                    <a:pt x="4" y="26"/>
                  </a:lnTo>
                  <a:lnTo>
                    <a:pt x="8" y="26"/>
                  </a:lnTo>
                  <a:lnTo>
                    <a:pt x="8" y="22"/>
                  </a:lnTo>
                  <a:lnTo>
                    <a:pt x="8" y="22"/>
                  </a:lnTo>
                  <a:lnTo>
                    <a:pt x="8" y="22"/>
                  </a:lnTo>
                  <a:lnTo>
                    <a:pt x="8" y="20"/>
                  </a:lnTo>
                  <a:lnTo>
                    <a:pt x="8" y="20"/>
                  </a:lnTo>
                  <a:lnTo>
                    <a:pt x="8" y="20"/>
                  </a:lnTo>
                  <a:lnTo>
                    <a:pt x="8" y="20"/>
                  </a:lnTo>
                  <a:lnTo>
                    <a:pt x="8" y="16"/>
                  </a:lnTo>
                  <a:lnTo>
                    <a:pt x="8" y="16"/>
                  </a:lnTo>
                  <a:lnTo>
                    <a:pt x="8" y="12"/>
                  </a:lnTo>
                  <a:lnTo>
                    <a:pt x="12" y="8"/>
                  </a:lnTo>
                  <a:lnTo>
                    <a:pt x="12" y="8"/>
                  </a:lnTo>
                  <a:lnTo>
                    <a:pt x="12" y="8"/>
                  </a:lnTo>
                  <a:lnTo>
                    <a:pt x="12" y="8"/>
                  </a:lnTo>
                  <a:lnTo>
                    <a:pt x="12" y="8"/>
                  </a:lnTo>
                  <a:lnTo>
                    <a:pt x="12" y="8"/>
                  </a:lnTo>
                  <a:lnTo>
                    <a:pt x="12" y="8"/>
                  </a:lnTo>
                  <a:lnTo>
                    <a:pt x="12" y="8"/>
                  </a:lnTo>
                  <a:lnTo>
                    <a:pt x="12" y="8"/>
                  </a:lnTo>
                  <a:lnTo>
                    <a:pt x="12" y="4"/>
                  </a:lnTo>
                  <a:lnTo>
                    <a:pt x="12" y="4"/>
                  </a:lnTo>
                  <a:lnTo>
                    <a:pt x="12" y="4"/>
                  </a:lnTo>
                  <a:lnTo>
                    <a:pt x="12" y="4"/>
                  </a:lnTo>
                  <a:lnTo>
                    <a:pt x="12" y="4"/>
                  </a:lnTo>
                  <a:lnTo>
                    <a:pt x="12" y="4"/>
                  </a:lnTo>
                  <a:lnTo>
                    <a:pt x="14" y="4"/>
                  </a:lnTo>
                  <a:lnTo>
                    <a:pt x="14" y="4"/>
                  </a:lnTo>
                  <a:lnTo>
                    <a:pt x="14" y="4"/>
                  </a:lnTo>
                  <a:lnTo>
                    <a:pt x="14" y="4"/>
                  </a:lnTo>
                  <a:lnTo>
                    <a:pt x="14" y="4"/>
                  </a:lnTo>
                  <a:lnTo>
                    <a:pt x="18" y="4"/>
                  </a:lnTo>
                  <a:lnTo>
                    <a:pt x="18" y="0"/>
                  </a:lnTo>
                  <a:lnTo>
                    <a:pt x="18" y="0"/>
                  </a:lnTo>
                  <a:lnTo>
                    <a:pt x="18" y="0"/>
                  </a:lnTo>
                  <a:lnTo>
                    <a:pt x="18" y="0"/>
                  </a:lnTo>
                  <a:lnTo>
                    <a:pt x="18" y="0"/>
                  </a:lnTo>
                  <a:lnTo>
                    <a:pt x="18" y="0"/>
                  </a:lnTo>
                  <a:lnTo>
                    <a:pt x="18" y="0"/>
                  </a:lnTo>
                  <a:lnTo>
                    <a:pt x="18" y="0"/>
                  </a:lnTo>
                  <a:lnTo>
                    <a:pt x="18" y="0"/>
                  </a:lnTo>
                  <a:lnTo>
                    <a:pt x="18" y="0"/>
                  </a:lnTo>
                  <a:lnTo>
                    <a:pt x="18" y="0"/>
                  </a:lnTo>
                  <a:lnTo>
                    <a:pt x="18" y="0"/>
                  </a:lnTo>
                  <a:lnTo>
                    <a:pt x="18" y="4"/>
                  </a:lnTo>
                  <a:lnTo>
                    <a:pt x="18" y="4"/>
                  </a:lnTo>
                  <a:lnTo>
                    <a:pt x="18" y="4"/>
                  </a:lnTo>
                  <a:lnTo>
                    <a:pt x="18" y="4"/>
                  </a:lnTo>
                  <a:lnTo>
                    <a:pt x="18" y="4"/>
                  </a:lnTo>
                  <a:lnTo>
                    <a:pt x="18" y="8"/>
                  </a:lnTo>
                  <a:lnTo>
                    <a:pt x="18" y="8"/>
                  </a:lnTo>
                  <a:lnTo>
                    <a:pt x="18" y="8"/>
                  </a:lnTo>
                  <a:lnTo>
                    <a:pt x="18" y="8"/>
                  </a:lnTo>
                  <a:lnTo>
                    <a:pt x="18" y="8"/>
                  </a:lnTo>
                  <a:lnTo>
                    <a:pt x="18" y="8"/>
                  </a:lnTo>
                  <a:lnTo>
                    <a:pt x="18" y="8"/>
                  </a:lnTo>
                  <a:lnTo>
                    <a:pt x="18" y="8"/>
                  </a:lnTo>
                  <a:lnTo>
                    <a:pt x="18" y="12"/>
                  </a:lnTo>
                  <a:lnTo>
                    <a:pt x="18" y="12"/>
                  </a:lnTo>
                  <a:lnTo>
                    <a:pt x="18" y="12"/>
                  </a:lnTo>
                  <a:lnTo>
                    <a:pt x="18" y="12"/>
                  </a:lnTo>
                  <a:lnTo>
                    <a:pt x="18" y="16"/>
                  </a:lnTo>
                  <a:lnTo>
                    <a:pt x="18" y="16"/>
                  </a:lnTo>
                  <a:lnTo>
                    <a:pt x="18" y="16"/>
                  </a:lnTo>
                  <a:lnTo>
                    <a:pt x="14" y="16"/>
                  </a:lnTo>
                  <a:lnTo>
                    <a:pt x="14" y="12"/>
                  </a:lnTo>
                  <a:lnTo>
                    <a:pt x="14" y="12"/>
                  </a:lnTo>
                  <a:lnTo>
                    <a:pt x="14" y="12"/>
                  </a:lnTo>
                  <a:lnTo>
                    <a:pt x="14" y="12"/>
                  </a:lnTo>
                  <a:lnTo>
                    <a:pt x="14" y="12"/>
                  </a:lnTo>
                  <a:lnTo>
                    <a:pt x="14" y="12"/>
                  </a:lnTo>
                  <a:lnTo>
                    <a:pt x="14" y="12"/>
                  </a:lnTo>
                  <a:lnTo>
                    <a:pt x="12" y="16"/>
                  </a:lnTo>
                  <a:lnTo>
                    <a:pt x="12" y="16"/>
                  </a:lnTo>
                  <a:lnTo>
                    <a:pt x="12" y="16"/>
                  </a:lnTo>
                  <a:lnTo>
                    <a:pt x="12" y="16"/>
                  </a:lnTo>
                  <a:lnTo>
                    <a:pt x="12" y="16"/>
                  </a:lnTo>
                  <a:lnTo>
                    <a:pt x="12" y="16"/>
                  </a:lnTo>
                  <a:lnTo>
                    <a:pt x="12" y="20"/>
                  </a:lnTo>
                  <a:lnTo>
                    <a:pt x="12" y="20"/>
                  </a:lnTo>
                  <a:lnTo>
                    <a:pt x="12" y="20"/>
                  </a:lnTo>
                  <a:lnTo>
                    <a:pt x="12" y="22"/>
                  </a:lnTo>
                  <a:lnTo>
                    <a:pt x="12" y="22"/>
                  </a:lnTo>
                  <a:lnTo>
                    <a:pt x="12" y="22"/>
                  </a:lnTo>
                  <a:lnTo>
                    <a:pt x="12" y="22"/>
                  </a:lnTo>
                  <a:lnTo>
                    <a:pt x="12" y="26"/>
                  </a:lnTo>
                  <a:lnTo>
                    <a:pt x="12" y="26"/>
                  </a:lnTo>
                  <a:lnTo>
                    <a:pt x="12" y="26"/>
                  </a:lnTo>
                  <a:lnTo>
                    <a:pt x="12" y="26"/>
                  </a:lnTo>
                  <a:lnTo>
                    <a:pt x="12" y="26"/>
                  </a:lnTo>
                  <a:lnTo>
                    <a:pt x="12" y="26"/>
                  </a:lnTo>
                  <a:lnTo>
                    <a:pt x="12" y="26"/>
                  </a:lnTo>
                  <a:lnTo>
                    <a:pt x="14" y="26"/>
                  </a:lnTo>
                  <a:lnTo>
                    <a:pt x="14" y="26"/>
                  </a:lnTo>
                  <a:lnTo>
                    <a:pt x="12" y="26"/>
                  </a:lnTo>
                  <a:lnTo>
                    <a:pt x="12" y="26"/>
                  </a:lnTo>
                  <a:lnTo>
                    <a:pt x="12" y="30"/>
                  </a:lnTo>
                  <a:lnTo>
                    <a:pt x="12" y="30"/>
                  </a:lnTo>
                  <a:lnTo>
                    <a:pt x="12" y="30"/>
                  </a:lnTo>
                  <a:lnTo>
                    <a:pt x="12" y="30"/>
                  </a:lnTo>
                  <a:lnTo>
                    <a:pt x="12" y="30"/>
                  </a:lnTo>
                  <a:lnTo>
                    <a:pt x="12" y="30"/>
                  </a:lnTo>
                  <a:lnTo>
                    <a:pt x="12" y="34"/>
                  </a:lnTo>
                  <a:lnTo>
                    <a:pt x="8" y="34"/>
                  </a:lnTo>
                  <a:lnTo>
                    <a:pt x="8" y="34"/>
                  </a:lnTo>
                  <a:lnTo>
                    <a:pt x="8" y="34"/>
                  </a:lnTo>
                  <a:lnTo>
                    <a:pt x="8" y="34"/>
                  </a:lnTo>
                  <a:lnTo>
                    <a:pt x="12" y="34"/>
                  </a:lnTo>
                  <a:lnTo>
                    <a:pt x="12" y="34"/>
                  </a:lnTo>
                  <a:lnTo>
                    <a:pt x="14" y="34"/>
                  </a:lnTo>
                  <a:lnTo>
                    <a:pt x="14" y="34"/>
                  </a:lnTo>
                  <a:lnTo>
                    <a:pt x="14" y="34"/>
                  </a:lnTo>
                  <a:lnTo>
                    <a:pt x="14" y="34"/>
                  </a:lnTo>
                  <a:lnTo>
                    <a:pt x="14" y="30"/>
                  </a:lnTo>
                  <a:lnTo>
                    <a:pt x="18" y="30"/>
                  </a:lnTo>
                  <a:lnTo>
                    <a:pt x="18" y="30"/>
                  </a:lnTo>
                  <a:lnTo>
                    <a:pt x="18" y="34"/>
                  </a:lnTo>
                  <a:lnTo>
                    <a:pt x="18" y="34"/>
                  </a:lnTo>
                  <a:lnTo>
                    <a:pt x="18" y="34"/>
                  </a:lnTo>
                  <a:lnTo>
                    <a:pt x="18" y="34"/>
                  </a:lnTo>
                  <a:lnTo>
                    <a:pt x="14" y="38"/>
                  </a:lnTo>
                  <a:lnTo>
                    <a:pt x="14" y="38"/>
                  </a:lnTo>
                  <a:lnTo>
                    <a:pt x="18" y="38"/>
                  </a:lnTo>
                  <a:lnTo>
                    <a:pt x="18" y="38"/>
                  </a:lnTo>
                  <a:lnTo>
                    <a:pt x="18" y="38"/>
                  </a:lnTo>
                  <a:lnTo>
                    <a:pt x="14" y="42"/>
                  </a:lnTo>
                  <a:lnTo>
                    <a:pt x="14" y="42"/>
                  </a:lnTo>
                  <a:lnTo>
                    <a:pt x="14" y="42"/>
                  </a:lnTo>
                  <a:lnTo>
                    <a:pt x="14" y="42"/>
                  </a:lnTo>
                  <a:close/>
                  <a:moveTo>
                    <a:pt x="14" y="26"/>
                  </a:moveTo>
                  <a:lnTo>
                    <a:pt x="14" y="26"/>
                  </a:lnTo>
                  <a:lnTo>
                    <a:pt x="14" y="26"/>
                  </a:lnTo>
                  <a:lnTo>
                    <a:pt x="14" y="26"/>
                  </a:lnTo>
                  <a:lnTo>
                    <a:pt x="14" y="26"/>
                  </a:lnTo>
                  <a:lnTo>
                    <a:pt x="14" y="26"/>
                  </a:lnTo>
                  <a:lnTo>
                    <a:pt x="14" y="26"/>
                  </a:lnTo>
                  <a:lnTo>
                    <a:pt x="14" y="26"/>
                  </a:lnTo>
                  <a:lnTo>
                    <a:pt x="14" y="26"/>
                  </a:lnTo>
                  <a:lnTo>
                    <a:pt x="14" y="26"/>
                  </a:lnTo>
                  <a:lnTo>
                    <a:pt x="14" y="26"/>
                  </a:lnTo>
                  <a:lnTo>
                    <a:pt x="1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3" name="Freeform 33"/>
            <p:cNvSpPr>
              <a:spLocks noChangeAspect="1"/>
            </p:cNvSpPr>
            <p:nvPr/>
          </p:nvSpPr>
          <p:spPr bwMode="gray">
            <a:xfrm>
              <a:off x="5662620" y="3497020"/>
              <a:ext cx="100877" cy="139141"/>
            </a:xfrm>
            <a:custGeom>
              <a:avLst/>
              <a:gdLst>
                <a:gd name="T0" fmla="*/ 6 w 58"/>
                <a:gd name="T1" fmla="*/ 34 h 80"/>
                <a:gd name="T2" fmla="*/ 6 w 58"/>
                <a:gd name="T3" fmla="*/ 34 h 80"/>
                <a:gd name="T4" fmla="*/ 6 w 58"/>
                <a:gd name="T5" fmla="*/ 30 h 80"/>
                <a:gd name="T6" fmla="*/ 6 w 58"/>
                <a:gd name="T7" fmla="*/ 30 h 80"/>
                <a:gd name="T8" fmla="*/ 6 w 58"/>
                <a:gd name="T9" fmla="*/ 26 h 80"/>
                <a:gd name="T10" fmla="*/ 6 w 58"/>
                <a:gd name="T11" fmla="*/ 26 h 80"/>
                <a:gd name="T12" fmla="*/ 6 w 58"/>
                <a:gd name="T13" fmla="*/ 24 h 80"/>
                <a:gd name="T14" fmla="*/ 6 w 58"/>
                <a:gd name="T15" fmla="*/ 20 h 80"/>
                <a:gd name="T16" fmla="*/ 6 w 58"/>
                <a:gd name="T17" fmla="*/ 16 h 80"/>
                <a:gd name="T18" fmla="*/ 6 w 58"/>
                <a:gd name="T19" fmla="*/ 16 h 80"/>
                <a:gd name="T20" fmla="*/ 6 w 58"/>
                <a:gd name="T21" fmla="*/ 12 h 80"/>
                <a:gd name="T22" fmla="*/ 10 w 58"/>
                <a:gd name="T23" fmla="*/ 12 h 80"/>
                <a:gd name="T24" fmla="*/ 14 w 58"/>
                <a:gd name="T25" fmla="*/ 16 h 80"/>
                <a:gd name="T26" fmla="*/ 14 w 58"/>
                <a:gd name="T27" fmla="*/ 16 h 80"/>
                <a:gd name="T28" fmla="*/ 14 w 58"/>
                <a:gd name="T29" fmla="*/ 16 h 80"/>
                <a:gd name="T30" fmla="*/ 18 w 58"/>
                <a:gd name="T31" fmla="*/ 20 h 80"/>
                <a:gd name="T32" fmla="*/ 18 w 58"/>
                <a:gd name="T33" fmla="*/ 20 h 80"/>
                <a:gd name="T34" fmla="*/ 22 w 58"/>
                <a:gd name="T35" fmla="*/ 20 h 80"/>
                <a:gd name="T36" fmla="*/ 22 w 58"/>
                <a:gd name="T37" fmla="*/ 20 h 80"/>
                <a:gd name="T38" fmla="*/ 26 w 58"/>
                <a:gd name="T39" fmla="*/ 20 h 80"/>
                <a:gd name="T40" fmla="*/ 32 w 58"/>
                <a:gd name="T41" fmla="*/ 16 h 80"/>
                <a:gd name="T42" fmla="*/ 32 w 58"/>
                <a:gd name="T43" fmla="*/ 16 h 80"/>
                <a:gd name="T44" fmla="*/ 40 w 58"/>
                <a:gd name="T45" fmla="*/ 8 h 80"/>
                <a:gd name="T46" fmla="*/ 48 w 58"/>
                <a:gd name="T47" fmla="*/ 4 h 80"/>
                <a:gd name="T48" fmla="*/ 52 w 58"/>
                <a:gd name="T49" fmla="*/ 0 h 80"/>
                <a:gd name="T50" fmla="*/ 54 w 58"/>
                <a:gd name="T51" fmla="*/ 20 h 80"/>
                <a:gd name="T52" fmla="*/ 58 w 58"/>
                <a:gd name="T53" fmla="*/ 20 h 80"/>
                <a:gd name="T54" fmla="*/ 58 w 58"/>
                <a:gd name="T55" fmla="*/ 24 h 80"/>
                <a:gd name="T56" fmla="*/ 54 w 58"/>
                <a:gd name="T57" fmla="*/ 26 h 80"/>
                <a:gd name="T58" fmla="*/ 40 w 58"/>
                <a:gd name="T59" fmla="*/ 30 h 80"/>
                <a:gd name="T60" fmla="*/ 36 w 58"/>
                <a:gd name="T61" fmla="*/ 34 h 80"/>
                <a:gd name="T62" fmla="*/ 28 w 58"/>
                <a:gd name="T63" fmla="*/ 34 h 80"/>
                <a:gd name="T64" fmla="*/ 32 w 58"/>
                <a:gd name="T65" fmla="*/ 42 h 80"/>
                <a:gd name="T66" fmla="*/ 36 w 58"/>
                <a:gd name="T67" fmla="*/ 46 h 80"/>
                <a:gd name="T68" fmla="*/ 36 w 58"/>
                <a:gd name="T69" fmla="*/ 56 h 80"/>
                <a:gd name="T70" fmla="*/ 32 w 58"/>
                <a:gd name="T71" fmla="*/ 64 h 80"/>
                <a:gd name="T72" fmla="*/ 22 w 58"/>
                <a:gd name="T73" fmla="*/ 68 h 80"/>
                <a:gd name="T74" fmla="*/ 18 w 58"/>
                <a:gd name="T75" fmla="*/ 76 h 80"/>
                <a:gd name="T76" fmla="*/ 6 w 58"/>
                <a:gd name="T77" fmla="*/ 76 h 80"/>
                <a:gd name="T78" fmla="*/ 0 w 58"/>
                <a:gd name="T79" fmla="*/ 76 h 80"/>
                <a:gd name="T80" fmla="*/ 0 w 58"/>
                <a:gd name="T81" fmla="*/ 76 h 80"/>
                <a:gd name="T82" fmla="*/ 0 w 58"/>
                <a:gd name="T83" fmla="*/ 72 h 80"/>
                <a:gd name="T84" fmla="*/ 0 w 58"/>
                <a:gd name="T85" fmla="*/ 72 h 80"/>
                <a:gd name="T86" fmla="*/ 0 w 58"/>
                <a:gd name="T87" fmla="*/ 72 h 80"/>
                <a:gd name="T88" fmla="*/ 0 w 58"/>
                <a:gd name="T89" fmla="*/ 64 h 80"/>
                <a:gd name="T90" fmla="*/ 0 w 58"/>
                <a:gd name="T91" fmla="*/ 64 h 80"/>
                <a:gd name="T92" fmla="*/ 0 w 58"/>
                <a:gd name="T93" fmla="*/ 64 h 80"/>
                <a:gd name="T94" fmla="*/ 0 w 58"/>
                <a:gd name="T95" fmla="*/ 60 h 80"/>
                <a:gd name="T96" fmla="*/ 0 w 58"/>
                <a:gd name="T97" fmla="*/ 56 h 80"/>
                <a:gd name="T98" fmla="*/ 0 w 58"/>
                <a:gd name="T99" fmla="*/ 56 h 80"/>
                <a:gd name="T100" fmla="*/ 2 w 58"/>
                <a:gd name="T101" fmla="*/ 54 h 80"/>
                <a:gd name="T102" fmla="*/ 2 w 58"/>
                <a:gd name="T103" fmla="*/ 50 h 80"/>
                <a:gd name="T104" fmla="*/ 2 w 58"/>
                <a:gd name="T105" fmla="*/ 46 h 80"/>
                <a:gd name="T106" fmla="*/ 2 w 58"/>
                <a:gd name="T107" fmla="*/ 46 h 80"/>
                <a:gd name="T108" fmla="*/ 6 w 58"/>
                <a:gd name="T109" fmla="*/ 42 h 80"/>
                <a:gd name="T110" fmla="*/ 6 w 58"/>
                <a:gd name="T111" fmla="*/ 42 h 80"/>
                <a:gd name="T112" fmla="*/ 2 w 58"/>
                <a:gd name="T113" fmla="*/ 42 h 80"/>
                <a:gd name="T114" fmla="*/ 6 w 58"/>
                <a:gd name="T115" fmla="*/ 38 h 80"/>
                <a:gd name="T116" fmla="*/ 6 w 58"/>
                <a:gd name="T117" fmla="*/ 38 h 80"/>
                <a:gd name="T118" fmla="*/ 6 w 58"/>
                <a:gd name="T119" fmla="*/ 3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8" h="80">
                  <a:moveTo>
                    <a:pt x="6" y="34"/>
                  </a:moveTo>
                  <a:lnTo>
                    <a:pt x="6" y="34"/>
                  </a:lnTo>
                  <a:lnTo>
                    <a:pt x="6" y="34"/>
                  </a:lnTo>
                  <a:lnTo>
                    <a:pt x="6" y="34"/>
                  </a:lnTo>
                  <a:lnTo>
                    <a:pt x="6" y="34"/>
                  </a:lnTo>
                  <a:lnTo>
                    <a:pt x="6" y="30"/>
                  </a:lnTo>
                  <a:lnTo>
                    <a:pt x="6" y="30"/>
                  </a:lnTo>
                  <a:lnTo>
                    <a:pt x="6" y="30"/>
                  </a:lnTo>
                  <a:lnTo>
                    <a:pt x="6" y="30"/>
                  </a:lnTo>
                  <a:lnTo>
                    <a:pt x="6" y="26"/>
                  </a:lnTo>
                  <a:lnTo>
                    <a:pt x="6" y="26"/>
                  </a:lnTo>
                  <a:lnTo>
                    <a:pt x="6" y="26"/>
                  </a:lnTo>
                  <a:lnTo>
                    <a:pt x="6" y="24"/>
                  </a:lnTo>
                  <a:lnTo>
                    <a:pt x="6" y="24"/>
                  </a:lnTo>
                  <a:lnTo>
                    <a:pt x="6" y="20"/>
                  </a:lnTo>
                  <a:lnTo>
                    <a:pt x="6" y="20"/>
                  </a:lnTo>
                  <a:lnTo>
                    <a:pt x="6" y="20"/>
                  </a:lnTo>
                  <a:lnTo>
                    <a:pt x="6" y="16"/>
                  </a:lnTo>
                  <a:lnTo>
                    <a:pt x="6" y="16"/>
                  </a:lnTo>
                  <a:lnTo>
                    <a:pt x="6" y="16"/>
                  </a:lnTo>
                  <a:lnTo>
                    <a:pt x="6" y="16"/>
                  </a:lnTo>
                  <a:lnTo>
                    <a:pt x="6" y="12"/>
                  </a:lnTo>
                  <a:lnTo>
                    <a:pt x="10" y="12"/>
                  </a:lnTo>
                  <a:lnTo>
                    <a:pt x="10" y="12"/>
                  </a:lnTo>
                  <a:lnTo>
                    <a:pt x="10" y="12"/>
                  </a:lnTo>
                  <a:lnTo>
                    <a:pt x="14" y="16"/>
                  </a:lnTo>
                  <a:lnTo>
                    <a:pt x="14" y="16"/>
                  </a:lnTo>
                  <a:lnTo>
                    <a:pt x="14" y="16"/>
                  </a:lnTo>
                  <a:lnTo>
                    <a:pt x="14" y="16"/>
                  </a:lnTo>
                  <a:lnTo>
                    <a:pt x="14" y="16"/>
                  </a:lnTo>
                  <a:lnTo>
                    <a:pt x="14" y="16"/>
                  </a:lnTo>
                  <a:lnTo>
                    <a:pt x="18" y="20"/>
                  </a:lnTo>
                  <a:lnTo>
                    <a:pt x="18" y="20"/>
                  </a:lnTo>
                  <a:lnTo>
                    <a:pt x="18" y="20"/>
                  </a:lnTo>
                  <a:lnTo>
                    <a:pt x="18" y="20"/>
                  </a:lnTo>
                  <a:lnTo>
                    <a:pt x="22" y="20"/>
                  </a:lnTo>
                  <a:lnTo>
                    <a:pt x="22" y="20"/>
                  </a:lnTo>
                  <a:lnTo>
                    <a:pt x="22" y="20"/>
                  </a:lnTo>
                  <a:lnTo>
                    <a:pt x="26" y="20"/>
                  </a:lnTo>
                  <a:lnTo>
                    <a:pt x="26" y="20"/>
                  </a:lnTo>
                  <a:lnTo>
                    <a:pt x="28" y="16"/>
                  </a:lnTo>
                  <a:lnTo>
                    <a:pt x="32" y="16"/>
                  </a:lnTo>
                  <a:lnTo>
                    <a:pt x="32" y="16"/>
                  </a:lnTo>
                  <a:lnTo>
                    <a:pt x="32" y="16"/>
                  </a:lnTo>
                  <a:lnTo>
                    <a:pt x="36" y="12"/>
                  </a:lnTo>
                  <a:lnTo>
                    <a:pt x="40" y="8"/>
                  </a:lnTo>
                  <a:lnTo>
                    <a:pt x="44" y="4"/>
                  </a:lnTo>
                  <a:lnTo>
                    <a:pt x="48" y="4"/>
                  </a:lnTo>
                  <a:lnTo>
                    <a:pt x="52" y="0"/>
                  </a:lnTo>
                  <a:lnTo>
                    <a:pt x="52" y="0"/>
                  </a:lnTo>
                  <a:lnTo>
                    <a:pt x="54" y="16"/>
                  </a:lnTo>
                  <a:lnTo>
                    <a:pt x="54" y="20"/>
                  </a:lnTo>
                  <a:lnTo>
                    <a:pt x="54" y="20"/>
                  </a:lnTo>
                  <a:lnTo>
                    <a:pt x="58" y="20"/>
                  </a:lnTo>
                  <a:lnTo>
                    <a:pt x="58" y="24"/>
                  </a:lnTo>
                  <a:lnTo>
                    <a:pt x="58" y="24"/>
                  </a:lnTo>
                  <a:lnTo>
                    <a:pt x="54" y="26"/>
                  </a:lnTo>
                  <a:lnTo>
                    <a:pt x="54" y="26"/>
                  </a:lnTo>
                  <a:lnTo>
                    <a:pt x="48" y="30"/>
                  </a:lnTo>
                  <a:lnTo>
                    <a:pt x="40" y="30"/>
                  </a:lnTo>
                  <a:lnTo>
                    <a:pt x="40" y="30"/>
                  </a:lnTo>
                  <a:lnTo>
                    <a:pt x="36" y="34"/>
                  </a:lnTo>
                  <a:lnTo>
                    <a:pt x="32" y="34"/>
                  </a:lnTo>
                  <a:lnTo>
                    <a:pt x="28" y="34"/>
                  </a:lnTo>
                  <a:lnTo>
                    <a:pt x="26" y="34"/>
                  </a:lnTo>
                  <a:lnTo>
                    <a:pt x="32" y="42"/>
                  </a:lnTo>
                  <a:lnTo>
                    <a:pt x="32" y="46"/>
                  </a:lnTo>
                  <a:lnTo>
                    <a:pt x="36" y="46"/>
                  </a:lnTo>
                  <a:lnTo>
                    <a:pt x="40" y="54"/>
                  </a:lnTo>
                  <a:lnTo>
                    <a:pt x="36" y="56"/>
                  </a:lnTo>
                  <a:lnTo>
                    <a:pt x="32" y="64"/>
                  </a:lnTo>
                  <a:lnTo>
                    <a:pt x="32" y="64"/>
                  </a:lnTo>
                  <a:lnTo>
                    <a:pt x="28" y="64"/>
                  </a:lnTo>
                  <a:lnTo>
                    <a:pt x="22" y="68"/>
                  </a:lnTo>
                  <a:lnTo>
                    <a:pt x="22" y="72"/>
                  </a:lnTo>
                  <a:lnTo>
                    <a:pt x="18" y="76"/>
                  </a:lnTo>
                  <a:lnTo>
                    <a:pt x="14" y="80"/>
                  </a:lnTo>
                  <a:lnTo>
                    <a:pt x="6" y="76"/>
                  </a:lnTo>
                  <a:lnTo>
                    <a:pt x="2" y="76"/>
                  </a:lnTo>
                  <a:lnTo>
                    <a:pt x="0" y="76"/>
                  </a:lnTo>
                  <a:lnTo>
                    <a:pt x="0" y="76"/>
                  </a:lnTo>
                  <a:lnTo>
                    <a:pt x="0" y="76"/>
                  </a:lnTo>
                  <a:lnTo>
                    <a:pt x="0" y="72"/>
                  </a:lnTo>
                  <a:lnTo>
                    <a:pt x="0" y="72"/>
                  </a:lnTo>
                  <a:lnTo>
                    <a:pt x="0" y="72"/>
                  </a:lnTo>
                  <a:lnTo>
                    <a:pt x="0" y="72"/>
                  </a:lnTo>
                  <a:lnTo>
                    <a:pt x="0" y="72"/>
                  </a:lnTo>
                  <a:lnTo>
                    <a:pt x="0" y="72"/>
                  </a:lnTo>
                  <a:lnTo>
                    <a:pt x="0" y="64"/>
                  </a:lnTo>
                  <a:lnTo>
                    <a:pt x="0" y="64"/>
                  </a:lnTo>
                  <a:lnTo>
                    <a:pt x="0" y="64"/>
                  </a:lnTo>
                  <a:lnTo>
                    <a:pt x="0" y="64"/>
                  </a:lnTo>
                  <a:lnTo>
                    <a:pt x="0" y="64"/>
                  </a:lnTo>
                  <a:lnTo>
                    <a:pt x="0" y="64"/>
                  </a:lnTo>
                  <a:lnTo>
                    <a:pt x="0" y="60"/>
                  </a:lnTo>
                  <a:lnTo>
                    <a:pt x="0" y="60"/>
                  </a:lnTo>
                  <a:lnTo>
                    <a:pt x="0" y="60"/>
                  </a:lnTo>
                  <a:lnTo>
                    <a:pt x="0" y="56"/>
                  </a:lnTo>
                  <a:lnTo>
                    <a:pt x="0" y="56"/>
                  </a:lnTo>
                  <a:lnTo>
                    <a:pt x="0" y="56"/>
                  </a:lnTo>
                  <a:lnTo>
                    <a:pt x="2" y="54"/>
                  </a:lnTo>
                  <a:lnTo>
                    <a:pt x="2" y="54"/>
                  </a:lnTo>
                  <a:lnTo>
                    <a:pt x="2" y="50"/>
                  </a:lnTo>
                  <a:lnTo>
                    <a:pt x="2" y="50"/>
                  </a:lnTo>
                  <a:lnTo>
                    <a:pt x="2" y="50"/>
                  </a:lnTo>
                  <a:lnTo>
                    <a:pt x="2" y="46"/>
                  </a:lnTo>
                  <a:lnTo>
                    <a:pt x="2" y="46"/>
                  </a:lnTo>
                  <a:lnTo>
                    <a:pt x="2" y="46"/>
                  </a:lnTo>
                  <a:lnTo>
                    <a:pt x="2" y="46"/>
                  </a:lnTo>
                  <a:lnTo>
                    <a:pt x="6" y="42"/>
                  </a:lnTo>
                  <a:lnTo>
                    <a:pt x="6" y="42"/>
                  </a:lnTo>
                  <a:lnTo>
                    <a:pt x="6" y="42"/>
                  </a:lnTo>
                  <a:lnTo>
                    <a:pt x="2" y="42"/>
                  </a:lnTo>
                  <a:lnTo>
                    <a:pt x="2" y="42"/>
                  </a:lnTo>
                  <a:lnTo>
                    <a:pt x="6" y="38"/>
                  </a:lnTo>
                  <a:lnTo>
                    <a:pt x="6" y="38"/>
                  </a:lnTo>
                  <a:lnTo>
                    <a:pt x="6" y="38"/>
                  </a:lnTo>
                  <a:lnTo>
                    <a:pt x="6" y="38"/>
                  </a:lnTo>
                  <a:lnTo>
                    <a:pt x="6" y="34"/>
                  </a:lnTo>
                  <a:lnTo>
                    <a:pt x="6" y="34"/>
                  </a:lnTo>
                  <a:lnTo>
                    <a:pt x="6"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4" name="Freeform 34"/>
            <p:cNvSpPr>
              <a:spLocks noChangeAspect="1"/>
            </p:cNvSpPr>
            <p:nvPr/>
          </p:nvSpPr>
          <p:spPr bwMode="gray">
            <a:xfrm>
              <a:off x="5940902" y="2731745"/>
              <a:ext cx="1005294" cy="525257"/>
            </a:xfrm>
            <a:custGeom>
              <a:avLst/>
              <a:gdLst>
                <a:gd name="T0" fmla="*/ 388 w 578"/>
                <a:gd name="T1" fmla="*/ 254 h 302"/>
                <a:gd name="T2" fmla="*/ 372 w 578"/>
                <a:gd name="T3" fmla="*/ 262 h 302"/>
                <a:gd name="T4" fmla="*/ 342 w 578"/>
                <a:gd name="T5" fmla="*/ 272 h 302"/>
                <a:gd name="T6" fmla="*/ 316 w 578"/>
                <a:gd name="T7" fmla="*/ 294 h 302"/>
                <a:gd name="T8" fmla="*/ 306 w 578"/>
                <a:gd name="T9" fmla="*/ 292 h 302"/>
                <a:gd name="T10" fmla="*/ 278 w 578"/>
                <a:gd name="T11" fmla="*/ 272 h 302"/>
                <a:gd name="T12" fmla="*/ 264 w 578"/>
                <a:gd name="T13" fmla="*/ 248 h 302"/>
                <a:gd name="T14" fmla="*/ 220 w 578"/>
                <a:gd name="T15" fmla="*/ 248 h 302"/>
                <a:gd name="T16" fmla="*/ 156 w 578"/>
                <a:gd name="T17" fmla="*/ 210 h 302"/>
                <a:gd name="T18" fmla="*/ 136 w 578"/>
                <a:gd name="T19" fmla="*/ 254 h 302"/>
                <a:gd name="T20" fmla="*/ 134 w 578"/>
                <a:gd name="T21" fmla="*/ 292 h 302"/>
                <a:gd name="T22" fmla="*/ 110 w 578"/>
                <a:gd name="T23" fmla="*/ 268 h 302"/>
                <a:gd name="T24" fmla="*/ 76 w 578"/>
                <a:gd name="T25" fmla="*/ 288 h 302"/>
                <a:gd name="T26" fmla="*/ 44 w 578"/>
                <a:gd name="T27" fmla="*/ 258 h 302"/>
                <a:gd name="T28" fmla="*/ 36 w 578"/>
                <a:gd name="T29" fmla="*/ 214 h 302"/>
                <a:gd name="T30" fmla="*/ 36 w 578"/>
                <a:gd name="T31" fmla="*/ 188 h 302"/>
                <a:gd name="T32" fmla="*/ 30 w 578"/>
                <a:gd name="T33" fmla="*/ 168 h 302"/>
                <a:gd name="T34" fmla="*/ 6 w 578"/>
                <a:gd name="T35" fmla="*/ 150 h 302"/>
                <a:gd name="T36" fmla="*/ 6 w 578"/>
                <a:gd name="T37" fmla="*/ 128 h 302"/>
                <a:gd name="T38" fmla="*/ 18 w 578"/>
                <a:gd name="T39" fmla="*/ 110 h 302"/>
                <a:gd name="T40" fmla="*/ 34 w 578"/>
                <a:gd name="T41" fmla="*/ 112 h 302"/>
                <a:gd name="T42" fmla="*/ 44 w 578"/>
                <a:gd name="T43" fmla="*/ 90 h 302"/>
                <a:gd name="T44" fmla="*/ 62 w 578"/>
                <a:gd name="T45" fmla="*/ 84 h 302"/>
                <a:gd name="T46" fmla="*/ 76 w 578"/>
                <a:gd name="T47" fmla="*/ 80 h 302"/>
                <a:gd name="T48" fmla="*/ 100 w 578"/>
                <a:gd name="T49" fmla="*/ 84 h 302"/>
                <a:gd name="T50" fmla="*/ 114 w 578"/>
                <a:gd name="T51" fmla="*/ 102 h 302"/>
                <a:gd name="T52" fmla="*/ 130 w 578"/>
                <a:gd name="T53" fmla="*/ 106 h 302"/>
                <a:gd name="T54" fmla="*/ 160 w 578"/>
                <a:gd name="T55" fmla="*/ 98 h 302"/>
                <a:gd name="T56" fmla="*/ 178 w 578"/>
                <a:gd name="T57" fmla="*/ 102 h 302"/>
                <a:gd name="T58" fmla="*/ 204 w 578"/>
                <a:gd name="T59" fmla="*/ 102 h 302"/>
                <a:gd name="T60" fmla="*/ 204 w 578"/>
                <a:gd name="T61" fmla="*/ 84 h 302"/>
                <a:gd name="T62" fmla="*/ 204 w 578"/>
                <a:gd name="T63" fmla="*/ 68 h 302"/>
                <a:gd name="T64" fmla="*/ 216 w 578"/>
                <a:gd name="T65" fmla="*/ 54 h 302"/>
                <a:gd name="T66" fmla="*/ 208 w 578"/>
                <a:gd name="T67" fmla="*/ 46 h 302"/>
                <a:gd name="T68" fmla="*/ 208 w 578"/>
                <a:gd name="T69" fmla="*/ 38 h 302"/>
                <a:gd name="T70" fmla="*/ 226 w 578"/>
                <a:gd name="T71" fmla="*/ 30 h 302"/>
                <a:gd name="T72" fmla="*/ 256 w 578"/>
                <a:gd name="T73" fmla="*/ 24 h 302"/>
                <a:gd name="T74" fmla="*/ 276 w 578"/>
                <a:gd name="T75" fmla="*/ 20 h 302"/>
                <a:gd name="T76" fmla="*/ 306 w 578"/>
                <a:gd name="T77" fmla="*/ 8 h 302"/>
                <a:gd name="T78" fmla="*/ 332 w 578"/>
                <a:gd name="T79" fmla="*/ 4 h 302"/>
                <a:gd name="T80" fmla="*/ 354 w 578"/>
                <a:gd name="T81" fmla="*/ 16 h 302"/>
                <a:gd name="T82" fmla="*/ 366 w 578"/>
                <a:gd name="T83" fmla="*/ 28 h 302"/>
                <a:gd name="T84" fmla="*/ 368 w 578"/>
                <a:gd name="T85" fmla="*/ 30 h 302"/>
                <a:gd name="T86" fmla="*/ 380 w 578"/>
                <a:gd name="T87" fmla="*/ 34 h 302"/>
                <a:gd name="T88" fmla="*/ 398 w 578"/>
                <a:gd name="T89" fmla="*/ 38 h 302"/>
                <a:gd name="T90" fmla="*/ 420 w 578"/>
                <a:gd name="T91" fmla="*/ 24 h 302"/>
                <a:gd name="T92" fmla="*/ 436 w 578"/>
                <a:gd name="T93" fmla="*/ 38 h 302"/>
                <a:gd name="T94" fmla="*/ 462 w 578"/>
                <a:gd name="T95" fmla="*/ 68 h 302"/>
                <a:gd name="T96" fmla="*/ 480 w 578"/>
                <a:gd name="T97" fmla="*/ 90 h 302"/>
                <a:gd name="T98" fmla="*/ 498 w 578"/>
                <a:gd name="T99" fmla="*/ 98 h 302"/>
                <a:gd name="T100" fmla="*/ 524 w 578"/>
                <a:gd name="T101" fmla="*/ 94 h 302"/>
                <a:gd name="T102" fmla="*/ 548 w 578"/>
                <a:gd name="T103" fmla="*/ 116 h 302"/>
                <a:gd name="T104" fmla="*/ 566 w 578"/>
                <a:gd name="T105" fmla="*/ 124 h 302"/>
                <a:gd name="T106" fmla="*/ 570 w 578"/>
                <a:gd name="T107" fmla="*/ 136 h 302"/>
                <a:gd name="T108" fmla="*/ 554 w 578"/>
                <a:gd name="T109" fmla="*/ 158 h 302"/>
                <a:gd name="T110" fmla="*/ 540 w 578"/>
                <a:gd name="T111" fmla="*/ 176 h 302"/>
                <a:gd name="T112" fmla="*/ 514 w 578"/>
                <a:gd name="T113" fmla="*/ 188 h 302"/>
                <a:gd name="T114" fmla="*/ 514 w 578"/>
                <a:gd name="T115" fmla="*/ 214 h 302"/>
                <a:gd name="T116" fmla="*/ 484 w 578"/>
                <a:gd name="T117" fmla="*/ 214 h 302"/>
                <a:gd name="T118" fmla="*/ 480 w 578"/>
                <a:gd name="T119" fmla="*/ 232 h 302"/>
                <a:gd name="T120" fmla="*/ 484 w 578"/>
                <a:gd name="T121" fmla="*/ 258 h 302"/>
                <a:gd name="T122" fmla="*/ 466 w 578"/>
                <a:gd name="T123" fmla="*/ 268 h 302"/>
                <a:gd name="T124" fmla="*/ 436 w 578"/>
                <a:gd name="T125" fmla="*/ 258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78" h="302">
                  <a:moveTo>
                    <a:pt x="416" y="258"/>
                  </a:moveTo>
                  <a:lnTo>
                    <a:pt x="412" y="262"/>
                  </a:lnTo>
                  <a:lnTo>
                    <a:pt x="408" y="262"/>
                  </a:lnTo>
                  <a:lnTo>
                    <a:pt x="408" y="258"/>
                  </a:lnTo>
                  <a:lnTo>
                    <a:pt x="406" y="258"/>
                  </a:lnTo>
                  <a:lnTo>
                    <a:pt x="402" y="258"/>
                  </a:lnTo>
                  <a:lnTo>
                    <a:pt x="398" y="254"/>
                  </a:lnTo>
                  <a:lnTo>
                    <a:pt x="394" y="254"/>
                  </a:lnTo>
                  <a:lnTo>
                    <a:pt x="392" y="254"/>
                  </a:lnTo>
                  <a:lnTo>
                    <a:pt x="388" y="254"/>
                  </a:lnTo>
                  <a:lnTo>
                    <a:pt x="384" y="254"/>
                  </a:lnTo>
                  <a:lnTo>
                    <a:pt x="384" y="258"/>
                  </a:lnTo>
                  <a:lnTo>
                    <a:pt x="384" y="262"/>
                  </a:lnTo>
                  <a:lnTo>
                    <a:pt x="384" y="266"/>
                  </a:lnTo>
                  <a:lnTo>
                    <a:pt x="384" y="268"/>
                  </a:lnTo>
                  <a:lnTo>
                    <a:pt x="380" y="268"/>
                  </a:lnTo>
                  <a:lnTo>
                    <a:pt x="380" y="266"/>
                  </a:lnTo>
                  <a:lnTo>
                    <a:pt x="376" y="266"/>
                  </a:lnTo>
                  <a:lnTo>
                    <a:pt x="372" y="266"/>
                  </a:lnTo>
                  <a:lnTo>
                    <a:pt x="372" y="262"/>
                  </a:lnTo>
                  <a:lnTo>
                    <a:pt x="368" y="262"/>
                  </a:lnTo>
                  <a:lnTo>
                    <a:pt x="366" y="262"/>
                  </a:lnTo>
                  <a:lnTo>
                    <a:pt x="362" y="262"/>
                  </a:lnTo>
                  <a:lnTo>
                    <a:pt x="358" y="262"/>
                  </a:lnTo>
                  <a:lnTo>
                    <a:pt x="354" y="262"/>
                  </a:lnTo>
                  <a:lnTo>
                    <a:pt x="350" y="262"/>
                  </a:lnTo>
                  <a:lnTo>
                    <a:pt x="350" y="266"/>
                  </a:lnTo>
                  <a:lnTo>
                    <a:pt x="346" y="268"/>
                  </a:lnTo>
                  <a:lnTo>
                    <a:pt x="346" y="272"/>
                  </a:lnTo>
                  <a:lnTo>
                    <a:pt x="342" y="272"/>
                  </a:lnTo>
                  <a:lnTo>
                    <a:pt x="342" y="276"/>
                  </a:lnTo>
                  <a:lnTo>
                    <a:pt x="338" y="272"/>
                  </a:lnTo>
                  <a:lnTo>
                    <a:pt x="338" y="276"/>
                  </a:lnTo>
                  <a:lnTo>
                    <a:pt x="336" y="280"/>
                  </a:lnTo>
                  <a:lnTo>
                    <a:pt x="332" y="284"/>
                  </a:lnTo>
                  <a:lnTo>
                    <a:pt x="328" y="284"/>
                  </a:lnTo>
                  <a:lnTo>
                    <a:pt x="324" y="288"/>
                  </a:lnTo>
                  <a:lnTo>
                    <a:pt x="320" y="288"/>
                  </a:lnTo>
                  <a:lnTo>
                    <a:pt x="320" y="292"/>
                  </a:lnTo>
                  <a:lnTo>
                    <a:pt x="316" y="294"/>
                  </a:lnTo>
                  <a:lnTo>
                    <a:pt x="316" y="298"/>
                  </a:lnTo>
                  <a:lnTo>
                    <a:pt x="312" y="298"/>
                  </a:lnTo>
                  <a:lnTo>
                    <a:pt x="312" y="302"/>
                  </a:lnTo>
                  <a:lnTo>
                    <a:pt x="316" y="302"/>
                  </a:lnTo>
                  <a:lnTo>
                    <a:pt x="312" y="302"/>
                  </a:lnTo>
                  <a:lnTo>
                    <a:pt x="308" y="302"/>
                  </a:lnTo>
                  <a:lnTo>
                    <a:pt x="306" y="298"/>
                  </a:lnTo>
                  <a:lnTo>
                    <a:pt x="308" y="294"/>
                  </a:lnTo>
                  <a:lnTo>
                    <a:pt x="306" y="294"/>
                  </a:lnTo>
                  <a:lnTo>
                    <a:pt x="306" y="292"/>
                  </a:lnTo>
                  <a:lnTo>
                    <a:pt x="302" y="292"/>
                  </a:lnTo>
                  <a:lnTo>
                    <a:pt x="298" y="292"/>
                  </a:lnTo>
                  <a:lnTo>
                    <a:pt x="294" y="292"/>
                  </a:lnTo>
                  <a:lnTo>
                    <a:pt x="290" y="292"/>
                  </a:lnTo>
                  <a:lnTo>
                    <a:pt x="286" y="292"/>
                  </a:lnTo>
                  <a:lnTo>
                    <a:pt x="286" y="288"/>
                  </a:lnTo>
                  <a:lnTo>
                    <a:pt x="286" y="280"/>
                  </a:lnTo>
                  <a:lnTo>
                    <a:pt x="282" y="276"/>
                  </a:lnTo>
                  <a:lnTo>
                    <a:pt x="278" y="276"/>
                  </a:lnTo>
                  <a:lnTo>
                    <a:pt x="278" y="272"/>
                  </a:lnTo>
                  <a:lnTo>
                    <a:pt x="278" y="268"/>
                  </a:lnTo>
                  <a:lnTo>
                    <a:pt x="278" y="266"/>
                  </a:lnTo>
                  <a:lnTo>
                    <a:pt x="278" y="262"/>
                  </a:lnTo>
                  <a:lnTo>
                    <a:pt x="278" y="258"/>
                  </a:lnTo>
                  <a:lnTo>
                    <a:pt x="276" y="258"/>
                  </a:lnTo>
                  <a:lnTo>
                    <a:pt x="272" y="254"/>
                  </a:lnTo>
                  <a:lnTo>
                    <a:pt x="272" y="252"/>
                  </a:lnTo>
                  <a:lnTo>
                    <a:pt x="268" y="252"/>
                  </a:lnTo>
                  <a:lnTo>
                    <a:pt x="268" y="248"/>
                  </a:lnTo>
                  <a:lnTo>
                    <a:pt x="264" y="248"/>
                  </a:lnTo>
                  <a:lnTo>
                    <a:pt x="264" y="244"/>
                  </a:lnTo>
                  <a:lnTo>
                    <a:pt x="260" y="244"/>
                  </a:lnTo>
                  <a:lnTo>
                    <a:pt x="256" y="248"/>
                  </a:lnTo>
                  <a:lnTo>
                    <a:pt x="250" y="248"/>
                  </a:lnTo>
                  <a:lnTo>
                    <a:pt x="246" y="248"/>
                  </a:lnTo>
                  <a:lnTo>
                    <a:pt x="242" y="244"/>
                  </a:lnTo>
                  <a:lnTo>
                    <a:pt x="238" y="244"/>
                  </a:lnTo>
                  <a:lnTo>
                    <a:pt x="230" y="248"/>
                  </a:lnTo>
                  <a:lnTo>
                    <a:pt x="226" y="248"/>
                  </a:lnTo>
                  <a:lnTo>
                    <a:pt x="220" y="248"/>
                  </a:lnTo>
                  <a:lnTo>
                    <a:pt x="220" y="244"/>
                  </a:lnTo>
                  <a:lnTo>
                    <a:pt x="216" y="240"/>
                  </a:lnTo>
                  <a:lnTo>
                    <a:pt x="212" y="236"/>
                  </a:lnTo>
                  <a:lnTo>
                    <a:pt x="208" y="232"/>
                  </a:lnTo>
                  <a:lnTo>
                    <a:pt x="186" y="218"/>
                  </a:lnTo>
                  <a:lnTo>
                    <a:pt x="170" y="206"/>
                  </a:lnTo>
                  <a:lnTo>
                    <a:pt x="166" y="206"/>
                  </a:lnTo>
                  <a:lnTo>
                    <a:pt x="164" y="210"/>
                  </a:lnTo>
                  <a:lnTo>
                    <a:pt x="160" y="210"/>
                  </a:lnTo>
                  <a:lnTo>
                    <a:pt x="156" y="210"/>
                  </a:lnTo>
                  <a:lnTo>
                    <a:pt x="152" y="214"/>
                  </a:lnTo>
                  <a:lnTo>
                    <a:pt x="144" y="214"/>
                  </a:lnTo>
                  <a:lnTo>
                    <a:pt x="140" y="218"/>
                  </a:lnTo>
                  <a:lnTo>
                    <a:pt x="136" y="218"/>
                  </a:lnTo>
                  <a:lnTo>
                    <a:pt x="136" y="222"/>
                  </a:lnTo>
                  <a:lnTo>
                    <a:pt x="136" y="228"/>
                  </a:lnTo>
                  <a:lnTo>
                    <a:pt x="136" y="240"/>
                  </a:lnTo>
                  <a:lnTo>
                    <a:pt x="136" y="244"/>
                  </a:lnTo>
                  <a:lnTo>
                    <a:pt x="136" y="252"/>
                  </a:lnTo>
                  <a:lnTo>
                    <a:pt x="136" y="254"/>
                  </a:lnTo>
                  <a:lnTo>
                    <a:pt x="136" y="258"/>
                  </a:lnTo>
                  <a:lnTo>
                    <a:pt x="136" y="262"/>
                  </a:lnTo>
                  <a:lnTo>
                    <a:pt x="136" y="266"/>
                  </a:lnTo>
                  <a:lnTo>
                    <a:pt x="136" y="272"/>
                  </a:lnTo>
                  <a:lnTo>
                    <a:pt x="136" y="280"/>
                  </a:lnTo>
                  <a:lnTo>
                    <a:pt x="136" y="284"/>
                  </a:lnTo>
                  <a:lnTo>
                    <a:pt x="136" y="288"/>
                  </a:lnTo>
                  <a:lnTo>
                    <a:pt x="136" y="292"/>
                  </a:lnTo>
                  <a:lnTo>
                    <a:pt x="134" y="288"/>
                  </a:lnTo>
                  <a:lnTo>
                    <a:pt x="134" y="292"/>
                  </a:lnTo>
                  <a:lnTo>
                    <a:pt x="130" y="292"/>
                  </a:lnTo>
                  <a:lnTo>
                    <a:pt x="126" y="292"/>
                  </a:lnTo>
                  <a:lnTo>
                    <a:pt x="126" y="288"/>
                  </a:lnTo>
                  <a:lnTo>
                    <a:pt x="126" y="284"/>
                  </a:lnTo>
                  <a:lnTo>
                    <a:pt x="122" y="284"/>
                  </a:lnTo>
                  <a:lnTo>
                    <a:pt x="122" y="280"/>
                  </a:lnTo>
                  <a:lnTo>
                    <a:pt x="118" y="276"/>
                  </a:lnTo>
                  <a:lnTo>
                    <a:pt x="114" y="272"/>
                  </a:lnTo>
                  <a:lnTo>
                    <a:pt x="110" y="272"/>
                  </a:lnTo>
                  <a:lnTo>
                    <a:pt x="110" y="268"/>
                  </a:lnTo>
                  <a:lnTo>
                    <a:pt x="106" y="268"/>
                  </a:lnTo>
                  <a:lnTo>
                    <a:pt x="104" y="268"/>
                  </a:lnTo>
                  <a:lnTo>
                    <a:pt x="100" y="272"/>
                  </a:lnTo>
                  <a:lnTo>
                    <a:pt x="96" y="272"/>
                  </a:lnTo>
                  <a:lnTo>
                    <a:pt x="92" y="272"/>
                  </a:lnTo>
                  <a:lnTo>
                    <a:pt x="92" y="276"/>
                  </a:lnTo>
                  <a:lnTo>
                    <a:pt x="88" y="276"/>
                  </a:lnTo>
                  <a:lnTo>
                    <a:pt x="84" y="280"/>
                  </a:lnTo>
                  <a:lnTo>
                    <a:pt x="80" y="284"/>
                  </a:lnTo>
                  <a:lnTo>
                    <a:pt x="76" y="288"/>
                  </a:lnTo>
                  <a:lnTo>
                    <a:pt x="74" y="288"/>
                  </a:lnTo>
                  <a:lnTo>
                    <a:pt x="66" y="292"/>
                  </a:lnTo>
                  <a:lnTo>
                    <a:pt x="66" y="288"/>
                  </a:lnTo>
                  <a:lnTo>
                    <a:pt x="62" y="284"/>
                  </a:lnTo>
                  <a:lnTo>
                    <a:pt x="60" y="280"/>
                  </a:lnTo>
                  <a:lnTo>
                    <a:pt x="60" y="276"/>
                  </a:lnTo>
                  <a:lnTo>
                    <a:pt x="56" y="272"/>
                  </a:lnTo>
                  <a:lnTo>
                    <a:pt x="52" y="268"/>
                  </a:lnTo>
                  <a:lnTo>
                    <a:pt x="48" y="262"/>
                  </a:lnTo>
                  <a:lnTo>
                    <a:pt x="44" y="258"/>
                  </a:lnTo>
                  <a:lnTo>
                    <a:pt x="44" y="254"/>
                  </a:lnTo>
                  <a:lnTo>
                    <a:pt x="40" y="252"/>
                  </a:lnTo>
                  <a:lnTo>
                    <a:pt x="40" y="248"/>
                  </a:lnTo>
                  <a:lnTo>
                    <a:pt x="36" y="240"/>
                  </a:lnTo>
                  <a:lnTo>
                    <a:pt x="36" y="236"/>
                  </a:lnTo>
                  <a:lnTo>
                    <a:pt x="36" y="232"/>
                  </a:lnTo>
                  <a:lnTo>
                    <a:pt x="34" y="224"/>
                  </a:lnTo>
                  <a:lnTo>
                    <a:pt x="34" y="222"/>
                  </a:lnTo>
                  <a:lnTo>
                    <a:pt x="34" y="218"/>
                  </a:lnTo>
                  <a:lnTo>
                    <a:pt x="36" y="214"/>
                  </a:lnTo>
                  <a:lnTo>
                    <a:pt x="40" y="210"/>
                  </a:lnTo>
                  <a:lnTo>
                    <a:pt x="44" y="206"/>
                  </a:lnTo>
                  <a:lnTo>
                    <a:pt x="48" y="202"/>
                  </a:lnTo>
                  <a:lnTo>
                    <a:pt x="52" y="202"/>
                  </a:lnTo>
                  <a:lnTo>
                    <a:pt x="52" y="198"/>
                  </a:lnTo>
                  <a:lnTo>
                    <a:pt x="48" y="198"/>
                  </a:lnTo>
                  <a:lnTo>
                    <a:pt x="44" y="196"/>
                  </a:lnTo>
                  <a:lnTo>
                    <a:pt x="40" y="196"/>
                  </a:lnTo>
                  <a:lnTo>
                    <a:pt x="40" y="192"/>
                  </a:lnTo>
                  <a:lnTo>
                    <a:pt x="36" y="188"/>
                  </a:lnTo>
                  <a:lnTo>
                    <a:pt x="34" y="188"/>
                  </a:lnTo>
                  <a:lnTo>
                    <a:pt x="30" y="188"/>
                  </a:lnTo>
                  <a:lnTo>
                    <a:pt x="30" y="184"/>
                  </a:lnTo>
                  <a:lnTo>
                    <a:pt x="34" y="180"/>
                  </a:lnTo>
                  <a:lnTo>
                    <a:pt x="34" y="184"/>
                  </a:lnTo>
                  <a:lnTo>
                    <a:pt x="36" y="184"/>
                  </a:lnTo>
                  <a:lnTo>
                    <a:pt x="36" y="180"/>
                  </a:lnTo>
                  <a:lnTo>
                    <a:pt x="34" y="176"/>
                  </a:lnTo>
                  <a:lnTo>
                    <a:pt x="34" y="172"/>
                  </a:lnTo>
                  <a:lnTo>
                    <a:pt x="30" y="168"/>
                  </a:lnTo>
                  <a:lnTo>
                    <a:pt x="26" y="166"/>
                  </a:lnTo>
                  <a:lnTo>
                    <a:pt x="26" y="162"/>
                  </a:lnTo>
                  <a:lnTo>
                    <a:pt x="22" y="162"/>
                  </a:lnTo>
                  <a:lnTo>
                    <a:pt x="18" y="162"/>
                  </a:lnTo>
                  <a:lnTo>
                    <a:pt x="14" y="162"/>
                  </a:lnTo>
                  <a:lnTo>
                    <a:pt x="10" y="162"/>
                  </a:lnTo>
                  <a:lnTo>
                    <a:pt x="10" y="158"/>
                  </a:lnTo>
                  <a:lnTo>
                    <a:pt x="10" y="154"/>
                  </a:lnTo>
                  <a:lnTo>
                    <a:pt x="10" y="150"/>
                  </a:lnTo>
                  <a:lnTo>
                    <a:pt x="6" y="150"/>
                  </a:lnTo>
                  <a:lnTo>
                    <a:pt x="4" y="150"/>
                  </a:lnTo>
                  <a:lnTo>
                    <a:pt x="0" y="146"/>
                  </a:lnTo>
                  <a:lnTo>
                    <a:pt x="4" y="146"/>
                  </a:lnTo>
                  <a:lnTo>
                    <a:pt x="4" y="142"/>
                  </a:lnTo>
                  <a:lnTo>
                    <a:pt x="6" y="140"/>
                  </a:lnTo>
                  <a:lnTo>
                    <a:pt x="6" y="136"/>
                  </a:lnTo>
                  <a:lnTo>
                    <a:pt x="10" y="136"/>
                  </a:lnTo>
                  <a:lnTo>
                    <a:pt x="10" y="132"/>
                  </a:lnTo>
                  <a:lnTo>
                    <a:pt x="6" y="132"/>
                  </a:lnTo>
                  <a:lnTo>
                    <a:pt x="6" y="128"/>
                  </a:lnTo>
                  <a:lnTo>
                    <a:pt x="6" y="124"/>
                  </a:lnTo>
                  <a:lnTo>
                    <a:pt x="6" y="116"/>
                  </a:lnTo>
                  <a:lnTo>
                    <a:pt x="10" y="116"/>
                  </a:lnTo>
                  <a:lnTo>
                    <a:pt x="14" y="116"/>
                  </a:lnTo>
                  <a:lnTo>
                    <a:pt x="14" y="112"/>
                  </a:lnTo>
                  <a:lnTo>
                    <a:pt x="10" y="112"/>
                  </a:lnTo>
                  <a:lnTo>
                    <a:pt x="14" y="110"/>
                  </a:lnTo>
                  <a:lnTo>
                    <a:pt x="14" y="106"/>
                  </a:lnTo>
                  <a:lnTo>
                    <a:pt x="18" y="106"/>
                  </a:lnTo>
                  <a:lnTo>
                    <a:pt x="18" y="110"/>
                  </a:lnTo>
                  <a:lnTo>
                    <a:pt x="22" y="110"/>
                  </a:lnTo>
                  <a:lnTo>
                    <a:pt x="22" y="112"/>
                  </a:lnTo>
                  <a:lnTo>
                    <a:pt x="26" y="112"/>
                  </a:lnTo>
                  <a:lnTo>
                    <a:pt x="26" y="116"/>
                  </a:lnTo>
                  <a:lnTo>
                    <a:pt x="30" y="120"/>
                  </a:lnTo>
                  <a:lnTo>
                    <a:pt x="30" y="116"/>
                  </a:lnTo>
                  <a:lnTo>
                    <a:pt x="34" y="116"/>
                  </a:lnTo>
                  <a:lnTo>
                    <a:pt x="36" y="116"/>
                  </a:lnTo>
                  <a:lnTo>
                    <a:pt x="36" y="112"/>
                  </a:lnTo>
                  <a:lnTo>
                    <a:pt x="34" y="112"/>
                  </a:lnTo>
                  <a:lnTo>
                    <a:pt x="34" y="110"/>
                  </a:lnTo>
                  <a:lnTo>
                    <a:pt x="34" y="106"/>
                  </a:lnTo>
                  <a:lnTo>
                    <a:pt x="34" y="102"/>
                  </a:lnTo>
                  <a:lnTo>
                    <a:pt x="36" y="102"/>
                  </a:lnTo>
                  <a:lnTo>
                    <a:pt x="36" y="98"/>
                  </a:lnTo>
                  <a:lnTo>
                    <a:pt x="40" y="98"/>
                  </a:lnTo>
                  <a:lnTo>
                    <a:pt x="44" y="98"/>
                  </a:lnTo>
                  <a:lnTo>
                    <a:pt x="40" y="94"/>
                  </a:lnTo>
                  <a:lnTo>
                    <a:pt x="44" y="94"/>
                  </a:lnTo>
                  <a:lnTo>
                    <a:pt x="44" y="90"/>
                  </a:lnTo>
                  <a:lnTo>
                    <a:pt x="44" y="94"/>
                  </a:lnTo>
                  <a:lnTo>
                    <a:pt x="48" y="90"/>
                  </a:lnTo>
                  <a:lnTo>
                    <a:pt x="52" y="90"/>
                  </a:lnTo>
                  <a:lnTo>
                    <a:pt x="56" y="90"/>
                  </a:lnTo>
                  <a:lnTo>
                    <a:pt x="56" y="86"/>
                  </a:lnTo>
                  <a:lnTo>
                    <a:pt x="60" y="86"/>
                  </a:lnTo>
                  <a:lnTo>
                    <a:pt x="60" y="84"/>
                  </a:lnTo>
                  <a:lnTo>
                    <a:pt x="60" y="80"/>
                  </a:lnTo>
                  <a:lnTo>
                    <a:pt x="60" y="84"/>
                  </a:lnTo>
                  <a:lnTo>
                    <a:pt x="62" y="84"/>
                  </a:lnTo>
                  <a:lnTo>
                    <a:pt x="62" y="80"/>
                  </a:lnTo>
                  <a:lnTo>
                    <a:pt x="66" y="80"/>
                  </a:lnTo>
                  <a:lnTo>
                    <a:pt x="70" y="80"/>
                  </a:lnTo>
                  <a:lnTo>
                    <a:pt x="70" y="84"/>
                  </a:lnTo>
                  <a:lnTo>
                    <a:pt x="74" y="84"/>
                  </a:lnTo>
                  <a:lnTo>
                    <a:pt x="74" y="86"/>
                  </a:lnTo>
                  <a:lnTo>
                    <a:pt x="76" y="84"/>
                  </a:lnTo>
                  <a:lnTo>
                    <a:pt x="74" y="84"/>
                  </a:lnTo>
                  <a:lnTo>
                    <a:pt x="76" y="84"/>
                  </a:lnTo>
                  <a:lnTo>
                    <a:pt x="76" y="80"/>
                  </a:lnTo>
                  <a:lnTo>
                    <a:pt x="80" y="80"/>
                  </a:lnTo>
                  <a:lnTo>
                    <a:pt x="84" y="80"/>
                  </a:lnTo>
                  <a:lnTo>
                    <a:pt x="84" y="84"/>
                  </a:lnTo>
                  <a:lnTo>
                    <a:pt x="88" y="86"/>
                  </a:lnTo>
                  <a:lnTo>
                    <a:pt x="88" y="84"/>
                  </a:lnTo>
                  <a:lnTo>
                    <a:pt x="92" y="84"/>
                  </a:lnTo>
                  <a:lnTo>
                    <a:pt x="92" y="86"/>
                  </a:lnTo>
                  <a:lnTo>
                    <a:pt x="92" y="84"/>
                  </a:lnTo>
                  <a:lnTo>
                    <a:pt x="96" y="84"/>
                  </a:lnTo>
                  <a:lnTo>
                    <a:pt x="100" y="84"/>
                  </a:lnTo>
                  <a:lnTo>
                    <a:pt x="104" y="86"/>
                  </a:lnTo>
                  <a:lnTo>
                    <a:pt x="100" y="86"/>
                  </a:lnTo>
                  <a:lnTo>
                    <a:pt x="104" y="90"/>
                  </a:lnTo>
                  <a:lnTo>
                    <a:pt x="106" y="90"/>
                  </a:lnTo>
                  <a:lnTo>
                    <a:pt x="106" y="94"/>
                  </a:lnTo>
                  <a:lnTo>
                    <a:pt x="110" y="94"/>
                  </a:lnTo>
                  <a:lnTo>
                    <a:pt x="110" y="98"/>
                  </a:lnTo>
                  <a:lnTo>
                    <a:pt x="114" y="98"/>
                  </a:lnTo>
                  <a:lnTo>
                    <a:pt x="110" y="102"/>
                  </a:lnTo>
                  <a:lnTo>
                    <a:pt x="114" y="102"/>
                  </a:lnTo>
                  <a:lnTo>
                    <a:pt x="114" y="106"/>
                  </a:lnTo>
                  <a:lnTo>
                    <a:pt x="118" y="102"/>
                  </a:lnTo>
                  <a:lnTo>
                    <a:pt x="114" y="102"/>
                  </a:lnTo>
                  <a:lnTo>
                    <a:pt x="114" y="98"/>
                  </a:lnTo>
                  <a:lnTo>
                    <a:pt x="114" y="94"/>
                  </a:lnTo>
                  <a:lnTo>
                    <a:pt x="118" y="94"/>
                  </a:lnTo>
                  <a:lnTo>
                    <a:pt x="122" y="98"/>
                  </a:lnTo>
                  <a:lnTo>
                    <a:pt x="126" y="102"/>
                  </a:lnTo>
                  <a:lnTo>
                    <a:pt x="130" y="102"/>
                  </a:lnTo>
                  <a:lnTo>
                    <a:pt x="130" y="106"/>
                  </a:lnTo>
                  <a:lnTo>
                    <a:pt x="134" y="102"/>
                  </a:lnTo>
                  <a:lnTo>
                    <a:pt x="136" y="102"/>
                  </a:lnTo>
                  <a:lnTo>
                    <a:pt x="136" y="98"/>
                  </a:lnTo>
                  <a:lnTo>
                    <a:pt x="140" y="98"/>
                  </a:lnTo>
                  <a:lnTo>
                    <a:pt x="140" y="94"/>
                  </a:lnTo>
                  <a:lnTo>
                    <a:pt x="144" y="94"/>
                  </a:lnTo>
                  <a:lnTo>
                    <a:pt x="148" y="94"/>
                  </a:lnTo>
                  <a:lnTo>
                    <a:pt x="152" y="94"/>
                  </a:lnTo>
                  <a:lnTo>
                    <a:pt x="156" y="98"/>
                  </a:lnTo>
                  <a:lnTo>
                    <a:pt x="160" y="98"/>
                  </a:lnTo>
                  <a:lnTo>
                    <a:pt x="160" y="94"/>
                  </a:lnTo>
                  <a:lnTo>
                    <a:pt x="160" y="90"/>
                  </a:lnTo>
                  <a:lnTo>
                    <a:pt x="164" y="94"/>
                  </a:lnTo>
                  <a:lnTo>
                    <a:pt x="166" y="94"/>
                  </a:lnTo>
                  <a:lnTo>
                    <a:pt x="166" y="90"/>
                  </a:lnTo>
                  <a:lnTo>
                    <a:pt x="170" y="90"/>
                  </a:lnTo>
                  <a:lnTo>
                    <a:pt x="170" y="94"/>
                  </a:lnTo>
                  <a:lnTo>
                    <a:pt x="170" y="98"/>
                  </a:lnTo>
                  <a:lnTo>
                    <a:pt x="174" y="98"/>
                  </a:lnTo>
                  <a:lnTo>
                    <a:pt x="178" y="102"/>
                  </a:lnTo>
                  <a:lnTo>
                    <a:pt x="182" y="102"/>
                  </a:lnTo>
                  <a:lnTo>
                    <a:pt x="186" y="102"/>
                  </a:lnTo>
                  <a:lnTo>
                    <a:pt x="186" y="106"/>
                  </a:lnTo>
                  <a:lnTo>
                    <a:pt x="190" y="106"/>
                  </a:lnTo>
                  <a:lnTo>
                    <a:pt x="190" y="102"/>
                  </a:lnTo>
                  <a:lnTo>
                    <a:pt x="190" y="98"/>
                  </a:lnTo>
                  <a:lnTo>
                    <a:pt x="192" y="98"/>
                  </a:lnTo>
                  <a:lnTo>
                    <a:pt x="196" y="102"/>
                  </a:lnTo>
                  <a:lnTo>
                    <a:pt x="200" y="102"/>
                  </a:lnTo>
                  <a:lnTo>
                    <a:pt x="204" y="102"/>
                  </a:lnTo>
                  <a:lnTo>
                    <a:pt x="208" y="102"/>
                  </a:lnTo>
                  <a:lnTo>
                    <a:pt x="212" y="98"/>
                  </a:lnTo>
                  <a:lnTo>
                    <a:pt x="212" y="94"/>
                  </a:lnTo>
                  <a:lnTo>
                    <a:pt x="216" y="90"/>
                  </a:lnTo>
                  <a:lnTo>
                    <a:pt x="216" y="86"/>
                  </a:lnTo>
                  <a:lnTo>
                    <a:pt x="212" y="86"/>
                  </a:lnTo>
                  <a:lnTo>
                    <a:pt x="208" y="84"/>
                  </a:lnTo>
                  <a:lnTo>
                    <a:pt x="208" y="86"/>
                  </a:lnTo>
                  <a:lnTo>
                    <a:pt x="208" y="84"/>
                  </a:lnTo>
                  <a:lnTo>
                    <a:pt x="204" y="84"/>
                  </a:lnTo>
                  <a:lnTo>
                    <a:pt x="200" y="84"/>
                  </a:lnTo>
                  <a:lnTo>
                    <a:pt x="196" y="80"/>
                  </a:lnTo>
                  <a:lnTo>
                    <a:pt x="200" y="80"/>
                  </a:lnTo>
                  <a:lnTo>
                    <a:pt x="196" y="80"/>
                  </a:lnTo>
                  <a:lnTo>
                    <a:pt x="196" y="76"/>
                  </a:lnTo>
                  <a:lnTo>
                    <a:pt x="192" y="76"/>
                  </a:lnTo>
                  <a:lnTo>
                    <a:pt x="192" y="72"/>
                  </a:lnTo>
                  <a:lnTo>
                    <a:pt x="196" y="72"/>
                  </a:lnTo>
                  <a:lnTo>
                    <a:pt x="200" y="72"/>
                  </a:lnTo>
                  <a:lnTo>
                    <a:pt x="204" y="68"/>
                  </a:lnTo>
                  <a:lnTo>
                    <a:pt x="208" y="68"/>
                  </a:lnTo>
                  <a:lnTo>
                    <a:pt x="208" y="64"/>
                  </a:lnTo>
                  <a:lnTo>
                    <a:pt x="204" y="64"/>
                  </a:lnTo>
                  <a:lnTo>
                    <a:pt x="204" y="60"/>
                  </a:lnTo>
                  <a:lnTo>
                    <a:pt x="200" y="60"/>
                  </a:lnTo>
                  <a:lnTo>
                    <a:pt x="200" y="56"/>
                  </a:lnTo>
                  <a:lnTo>
                    <a:pt x="204" y="56"/>
                  </a:lnTo>
                  <a:lnTo>
                    <a:pt x="208" y="54"/>
                  </a:lnTo>
                  <a:lnTo>
                    <a:pt x="212" y="54"/>
                  </a:lnTo>
                  <a:lnTo>
                    <a:pt x="216" y="54"/>
                  </a:lnTo>
                  <a:lnTo>
                    <a:pt x="220" y="54"/>
                  </a:lnTo>
                  <a:lnTo>
                    <a:pt x="222" y="54"/>
                  </a:lnTo>
                  <a:lnTo>
                    <a:pt x="222" y="50"/>
                  </a:lnTo>
                  <a:lnTo>
                    <a:pt x="220" y="50"/>
                  </a:lnTo>
                  <a:lnTo>
                    <a:pt x="216" y="50"/>
                  </a:lnTo>
                  <a:lnTo>
                    <a:pt x="216" y="46"/>
                  </a:lnTo>
                  <a:lnTo>
                    <a:pt x="216" y="50"/>
                  </a:lnTo>
                  <a:lnTo>
                    <a:pt x="212" y="50"/>
                  </a:lnTo>
                  <a:lnTo>
                    <a:pt x="212" y="46"/>
                  </a:lnTo>
                  <a:lnTo>
                    <a:pt x="208" y="46"/>
                  </a:lnTo>
                  <a:lnTo>
                    <a:pt x="208" y="42"/>
                  </a:lnTo>
                  <a:lnTo>
                    <a:pt x="212" y="42"/>
                  </a:lnTo>
                  <a:lnTo>
                    <a:pt x="216" y="42"/>
                  </a:lnTo>
                  <a:lnTo>
                    <a:pt x="216" y="38"/>
                  </a:lnTo>
                  <a:lnTo>
                    <a:pt x="212" y="38"/>
                  </a:lnTo>
                  <a:lnTo>
                    <a:pt x="212" y="42"/>
                  </a:lnTo>
                  <a:lnTo>
                    <a:pt x="208" y="42"/>
                  </a:lnTo>
                  <a:lnTo>
                    <a:pt x="208" y="38"/>
                  </a:lnTo>
                  <a:lnTo>
                    <a:pt x="204" y="38"/>
                  </a:lnTo>
                  <a:lnTo>
                    <a:pt x="208" y="38"/>
                  </a:lnTo>
                  <a:lnTo>
                    <a:pt x="208" y="34"/>
                  </a:lnTo>
                  <a:lnTo>
                    <a:pt x="204" y="34"/>
                  </a:lnTo>
                  <a:lnTo>
                    <a:pt x="208" y="30"/>
                  </a:lnTo>
                  <a:lnTo>
                    <a:pt x="212" y="30"/>
                  </a:lnTo>
                  <a:lnTo>
                    <a:pt x="216" y="30"/>
                  </a:lnTo>
                  <a:lnTo>
                    <a:pt x="220" y="30"/>
                  </a:lnTo>
                  <a:lnTo>
                    <a:pt x="222" y="30"/>
                  </a:lnTo>
                  <a:lnTo>
                    <a:pt x="226" y="30"/>
                  </a:lnTo>
                  <a:lnTo>
                    <a:pt x="226" y="34"/>
                  </a:lnTo>
                  <a:lnTo>
                    <a:pt x="226" y="30"/>
                  </a:lnTo>
                  <a:lnTo>
                    <a:pt x="230" y="30"/>
                  </a:lnTo>
                  <a:lnTo>
                    <a:pt x="234" y="30"/>
                  </a:lnTo>
                  <a:lnTo>
                    <a:pt x="234" y="28"/>
                  </a:lnTo>
                  <a:lnTo>
                    <a:pt x="238" y="28"/>
                  </a:lnTo>
                  <a:lnTo>
                    <a:pt x="242" y="28"/>
                  </a:lnTo>
                  <a:lnTo>
                    <a:pt x="246" y="28"/>
                  </a:lnTo>
                  <a:lnTo>
                    <a:pt x="250" y="28"/>
                  </a:lnTo>
                  <a:lnTo>
                    <a:pt x="250" y="24"/>
                  </a:lnTo>
                  <a:lnTo>
                    <a:pt x="252" y="24"/>
                  </a:lnTo>
                  <a:lnTo>
                    <a:pt x="256" y="24"/>
                  </a:lnTo>
                  <a:lnTo>
                    <a:pt x="260" y="24"/>
                  </a:lnTo>
                  <a:lnTo>
                    <a:pt x="264" y="24"/>
                  </a:lnTo>
                  <a:lnTo>
                    <a:pt x="268" y="24"/>
                  </a:lnTo>
                  <a:lnTo>
                    <a:pt x="264" y="24"/>
                  </a:lnTo>
                  <a:lnTo>
                    <a:pt x="264" y="20"/>
                  </a:lnTo>
                  <a:lnTo>
                    <a:pt x="268" y="20"/>
                  </a:lnTo>
                  <a:lnTo>
                    <a:pt x="268" y="16"/>
                  </a:lnTo>
                  <a:lnTo>
                    <a:pt x="272" y="16"/>
                  </a:lnTo>
                  <a:lnTo>
                    <a:pt x="272" y="20"/>
                  </a:lnTo>
                  <a:lnTo>
                    <a:pt x="276" y="20"/>
                  </a:lnTo>
                  <a:lnTo>
                    <a:pt x="276" y="16"/>
                  </a:lnTo>
                  <a:lnTo>
                    <a:pt x="278" y="16"/>
                  </a:lnTo>
                  <a:lnTo>
                    <a:pt x="282" y="16"/>
                  </a:lnTo>
                  <a:lnTo>
                    <a:pt x="286" y="16"/>
                  </a:lnTo>
                  <a:lnTo>
                    <a:pt x="290" y="16"/>
                  </a:lnTo>
                  <a:lnTo>
                    <a:pt x="294" y="12"/>
                  </a:lnTo>
                  <a:lnTo>
                    <a:pt x="298" y="12"/>
                  </a:lnTo>
                  <a:lnTo>
                    <a:pt x="302" y="12"/>
                  </a:lnTo>
                  <a:lnTo>
                    <a:pt x="302" y="8"/>
                  </a:lnTo>
                  <a:lnTo>
                    <a:pt x="306" y="8"/>
                  </a:lnTo>
                  <a:lnTo>
                    <a:pt x="306" y="12"/>
                  </a:lnTo>
                  <a:lnTo>
                    <a:pt x="308" y="8"/>
                  </a:lnTo>
                  <a:lnTo>
                    <a:pt x="308" y="4"/>
                  </a:lnTo>
                  <a:lnTo>
                    <a:pt x="312" y="4"/>
                  </a:lnTo>
                  <a:lnTo>
                    <a:pt x="316" y="0"/>
                  </a:lnTo>
                  <a:lnTo>
                    <a:pt x="320" y="4"/>
                  </a:lnTo>
                  <a:lnTo>
                    <a:pt x="320" y="0"/>
                  </a:lnTo>
                  <a:lnTo>
                    <a:pt x="324" y="0"/>
                  </a:lnTo>
                  <a:lnTo>
                    <a:pt x="328" y="0"/>
                  </a:lnTo>
                  <a:lnTo>
                    <a:pt x="332" y="4"/>
                  </a:lnTo>
                  <a:lnTo>
                    <a:pt x="336" y="4"/>
                  </a:lnTo>
                  <a:lnTo>
                    <a:pt x="338" y="4"/>
                  </a:lnTo>
                  <a:lnTo>
                    <a:pt x="342" y="4"/>
                  </a:lnTo>
                  <a:lnTo>
                    <a:pt x="342" y="0"/>
                  </a:lnTo>
                  <a:lnTo>
                    <a:pt x="346" y="0"/>
                  </a:lnTo>
                  <a:lnTo>
                    <a:pt x="346" y="4"/>
                  </a:lnTo>
                  <a:lnTo>
                    <a:pt x="346" y="8"/>
                  </a:lnTo>
                  <a:lnTo>
                    <a:pt x="346" y="12"/>
                  </a:lnTo>
                  <a:lnTo>
                    <a:pt x="350" y="16"/>
                  </a:lnTo>
                  <a:lnTo>
                    <a:pt x="354" y="16"/>
                  </a:lnTo>
                  <a:lnTo>
                    <a:pt x="350" y="16"/>
                  </a:lnTo>
                  <a:lnTo>
                    <a:pt x="350" y="20"/>
                  </a:lnTo>
                  <a:lnTo>
                    <a:pt x="350" y="24"/>
                  </a:lnTo>
                  <a:lnTo>
                    <a:pt x="346" y="24"/>
                  </a:lnTo>
                  <a:lnTo>
                    <a:pt x="350" y="24"/>
                  </a:lnTo>
                  <a:lnTo>
                    <a:pt x="350" y="28"/>
                  </a:lnTo>
                  <a:lnTo>
                    <a:pt x="354" y="28"/>
                  </a:lnTo>
                  <a:lnTo>
                    <a:pt x="358" y="28"/>
                  </a:lnTo>
                  <a:lnTo>
                    <a:pt x="362" y="28"/>
                  </a:lnTo>
                  <a:lnTo>
                    <a:pt x="366" y="28"/>
                  </a:lnTo>
                  <a:lnTo>
                    <a:pt x="362" y="24"/>
                  </a:lnTo>
                  <a:lnTo>
                    <a:pt x="366" y="24"/>
                  </a:lnTo>
                  <a:lnTo>
                    <a:pt x="368" y="28"/>
                  </a:lnTo>
                  <a:lnTo>
                    <a:pt x="366" y="28"/>
                  </a:lnTo>
                  <a:lnTo>
                    <a:pt x="368" y="28"/>
                  </a:lnTo>
                  <a:lnTo>
                    <a:pt x="368" y="30"/>
                  </a:lnTo>
                  <a:lnTo>
                    <a:pt x="368" y="34"/>
                  </a:lnTo>
                  <a:lnTo>
                    <a:pt x="368" y="30"/>
                  </a:lnTo>
                  <a:lnTo>
                    <a:pt x="372" y="30"/>
                  </a:lnTo>
                  <a:lnTo>
                    <a:pt x="368" y="30"/>
                  </a:lnTo>
                  <a:lnTo>
                    <a:pt x="368" y="28"/>
                  </a:lnTo>
                  <a:lnTo>
                    <a:pt x="372" y="28"/>
                  </a:lnTo>
                  <a:lnTo>
                    <a:pt x="376" y="28"/>
                  </a:lnTo>
                  <a:lnTo>
                    <a:pt x="376" y="30"/>
                  </a:lnTo>
                  <a:lnTo>
                    <a:pt x="380" y="30"/>
                  </a:lnTo>
                  <a:lnTo>
                    <a:pt x="384" y="30"/>
                  </a:lnTo>
                  <a:lnTo>
                    <a:pt x="388" y="30"/>
                  </a:lnTo>
                  <a:lnTo>
                    <a:pt x="388" y="34"/>
                  </a:lnTo>
                  <a:lnTo>
                    <a:pt x="384" y="34"/>
                  </a:lnTo>
                  <a:lnTo>
                    <a:pt x="380" y="34"/>
                  </a:lnTo>
                  <a:lnTo>
                    <a:pt x="380" y="38"/>
                  </a:lnTo>
                  <a:lnTo>
                    <a:pt x="380" y="42"/>
                  </a:lnTo>
                  <a:lnTo>
                    <a:pt x="384" y="42"/>
                  </a:lnTo>
                  <a:lnTo>
                    <a:pt x="380" y="42"/>
                  </a:lnTo>
                  <a:lnTo>
                    <a:pt x="384" y="42"/>
                  </a:lnTo>
                  <a:lnTo>
                    <a:pt x="388" y="38"/>
                  </a:lnTo>
                  <a:lnTo>
                    <a:pt x="392" y="38"/>
                  </a:lnTo>
                  <a:lnTo>
                    <a:pt x="394" y="38"/>
                  </a:lnTo>
                  <a:lnTo>
                    <a:pt x="394" y="42"/>
                  </a:lnTo>
                  <a:lnTo>
                    <a:pt x="398" y="38"/>
                  </a:lnTo>
                  <a:lnTo>
                    <a:pt x="394" y="38"/>
                  </a:lnTo>
                  <a:lnTo>
                    <a:pt x="398" y="38"/>
                  </a:lnTo>
                  <a:lnTo>
                    <a:pt x="398" y="34"/>
                  </a:lnTo>
                  <a:lnTo>
                    <a:pt x="402" y="34"/>
                  </a:lnTo>
                  <a:lnTo>
                    <a:pt x="406" y="34"/>
                  </a:lnTo>
                  <a:lnTo>
                    <a:pt x="408" y="30"/>
                  </a:lnTo>
                  <a:lnTo>
                    <a:pt x="412" y="28"/>
                  </a:lnTo>
                  <a:lnTo>
                    <a:pt x="416" y="28"/>
                  </a:lnTo>
                  <a:lnTo>
                    <a:pt x="420" y="28"/>
                  </a:lnTo>
                  <a:lnTo>
                    <a:pt x="420" y="24"/>
                  </a:lnTo>
                  <a:lnTo>
                    <a:pt x="424" y="24"/>
                  </a:lnTo>
                  <a:lnTo>
                    <a:pt x="428" y="24"/>
                  </a:lnTo>
                  <a:lnTo>
                    <a:pt x="428" y="20"/>
                  </a:lnTo>
                  <a:lnTo>
                    <a:pt x="432" y="24"/>
                  </a:lnTo>
                  <a:lnTo>
                    <a:pt x="428" y="28"/>
                  </a:lnTo>
                  <a:lnTo>
                    <a:pt x="424" y="28"/>
                  </a:lnTo>
                  <a:lnTo>
                    <a:pt x="424" y="30"/>
                  </a:lnTo>
                  <a:lnTo>
                    <a:pt x="428" y="34"/>
                  </a:lnTo>
                  <a:lnTo>
                    <a:pt x="432" y="34"/>
                  </a:lnTo>
                  <a:lnTo>
                    <a:pt x="436" y="38"/>
                  </a:lnTo>
                  <a:lnTo>
                    <a:pt x="438" y="42"/>
                  </a:lnTo>
                  <a:lnTo>
                    <a:pt x="442" y="46"/>
                  </a:lnTo>
                  <a:lnTo>
                    <a:pt x="446" y="46"/>
                  </a:lnTo>
                  <a:lnTo>
                    <a:pt x="446" y="50"/>
                  </a:lnTo>
                  <a:lnTo>
                    <a:pt x="450" y="56"/>
                  </a:lnTo>
                  <a:lnTo>
                    <a:pt x="454" y="56"/>
                  </a:lnTo>
                  <a:lnTo>
                    <a:pt x="454" y="60"/>
                  </a:lnTo>
                  <a:lnTo>
                    <a:pt x="454" y="64"/>
                  </a:lnTo>
                  <a:lnTo>
                    <a:pt x="458" y="64"/>
                  </a:lnTo>
                  <a:lnTo>
                    <a:pt x="462" y="68"/>
                  </a:lnTo>
                  <a:lnTo>
                    <a:pt x="466" y="80"/>
                  </a:lnTo>
                  <a:lnTo>
                    <a:pt x="468" y="84"/>
                  </a:lnTo>
                  <a:lnTo>
                    <a:pt x="468" y="86"/>
                  </a:lnTo>
                  <a:lnTo>
                    <a:pt x="468" y="90"/>
                  </a:lnTo>
                  <a:lnTo>
                    <a:pt x="472" y="90"/>
                  </a:lnTo>
                  <a:lnTo>
                    <a:pt x="472" y="98"/>
                  </a:lnTo>
                  <a:lnTo>
                    <a:pt x="476" y="98"/>
                  </a:lnTo>
                  <a:lnTo>
                    <a:pt x="480" y="98"/>
                  </a:lnTo>
                  <a:lnTo>
                    <a:pt x="480" y="94"/>
                  </a:lnTo>
                  <a:lnTo>
                    <a:pt x="480" y="90"/>
                  </a:lnTo>
                  <a:lnTo>
                    <a:pt x="484" y="90"/>
                  </a:lnTo>
                  <a:lnTo>
                    <a:pt x="484" y="86"/>
                  </a:lnTo>
                  <a:lnTo>
                    <a:pt x="488" y="90"/>
                  </a:lnTo>
                  <a:lnTo>
                    <a:pt x="492" y="90"/>
                  </a:lnTo>
                  <a:lnTo>
                    <a:pt x="492" y="94"/>
                  </a:lnTo>
                  <a:lnTo>
                    <a:pt x="496" y="94"/>
                  </a:lnTo>
                  <a:lnTo>
                    <a:pt x="496" y="98"/>
                  </a:lnTo>
                  <a:lnTo>
                    <a:pt x="496" y="102"/>
                  </a:lnTo>
                  <a:lnTo>
                    <a:pt x="498" y="102"/>
                  </a:lnTo>
                  <a:lnTo>
                    <a:pt x="498" y="98"/>
                  </a:lnTo>
                  <a:lnTo>
                    <a:pt x="502" y="98"/>
                  </a:lnTo>
                  <a:lnTo>
                    <a:pt x="502" y="102"/>
                  </a:lnTo>
                  <a:lnTo>
                    <a:pt x="506" y="102"/>
                  </a:lnTo>
                  <a:lnTo>
                    <a:pt x="510" y="98"/>
                  </a:lnTo>
                  <a:lnTo>
                    <a:pt x="510" y="102"/>
                  </a:lnTo>
                  <a:lnTo>
                    <a:pt x="514" y="98"/>
                  </a:lnTo>
                  <a:lnTo>
                    <a:pt x="518" y="98"/>
                  </a:lnTo>
                  <a:lnTo>
                    <a:pt x="518" y="94"/>
                  </a:lnTo>
                  <a:lnTo>
                    <a:pt x="522" y="94"/>
                  </a:lnTo>
                  <a:lnTo>
                    <a:pt x="524" y="94"/>
                  </a:lnTo>
                  <a:lnTo>
                    <a:pt x="528" y="98"/>
                  </a:lnTo>
                  <a:lnTo>
                    <a:pt x="532" y="98"/>
                  </a:lnTo>
                  <a:lnTo>
                    <a:pt x="532" y="102"/>
                  </a:lnTo>
                  <a:lnTo>
                    <a:pt x="536" y="106"/>
                  </a:lnTo>
                  <a:lnTo>
                    <a:pt x="536" y="110"/>
                  </a:lnTo>
                  <a:lnTo>
                    <a:pt x="536" y="112"/>
                  </a:lnTo>
                  <a:lnTo>
                    <a:pt x="540" y="112"/>
                  </a:lnTo>
                  <a:lnTo>
                    <a:pt x="544" y="112"/>
                  </a:lnTo>
                  <a:lnTo>
                    <a:pt x="548" y="112"/>
                  </a:lnTo>
                  <a:lnTo>
                    <a:pt x="548" y="116"/>
                  </a:lnTo>
                  <a:lnTo>
                    <a:pt x="544" y="116"/>
                  </a:lnTo>
                  <a:lnTo>
                    <a:pt x="548" y="116"/>
                  </a:lnTo>
                  <a:lnTo>
                    <a:pt x="548" y="120"/>
                  </a:lnTo>
                  <a:lnTo>
                    <a:pt x="548" y="124"/>
                  </a:lnTo>
                  <a:lnTo>
                    <a:pt x="552" y="124"/>
                  </a:lnTo>
                  <a:lnTo>
                    <a:pt x="554" y="124"/>
                  </a:lnTo>
                  <a:lnTo>
                    <a:pt x="558" y="124"/>
                  </a:lnTo>
                  <a:lnTo>
                    <a:pt x="562" y="128"/>
                  </a:lnTo>
                  <a:lnTo>
                    <a:pt x="562" y="124"/>
                  </a:lnTo>
                  <a:lnTo>
                    <a:pt x="566" y="124"/>
                  </a:lnTo>
                  <a:lnTo>
                    <a:pt x="566" y="120"/>
                  </a:lnTo>
                  <a:lnTo>
                    <a:pt x="570" y="120"/>
                  </a:lnTo>
                  <a:lnTo>
                    <a:pt x="570" y="124"/>
                  </a:lnTo>
                  <a:lnTo>
                    <a:pt x="574" y="124"/>
                  </a:lnTo>
                  <a:lnTo>
                    <a:pt x="574" y="128"/>
                  </a:lnTo>
                  <a:lnTo>
                    <a:pt x="574" y="132"/>
                  </a:lnTo>
                  <a:lnTo>
                    <a:pt x="578" y="132"/>
                  </a:lnTo>
                  <a:lnTo>
                    <a:pt x="578" y="136"/>
                  </a:lnTo>
                  <a:lnTo>
                    <a:pt x="574" y="136"/>
                  </a:lnTo>
                  <a:lnTo>
                    <a:pt x="570" y="136"/>
                  </a:lnTo>
                  <a:lnTo>
                    <a:pt x="570" y="140"/>
                  </a:lnTo>
                  <a:lnTo>
                    <a:pt x="570" y="142"/>
                  </a:lnTo>
                  <a:lnTo>
                    <a:pt x="570" y="146"/>
                  </a:lnTo>
                  <a:lnTo>
                    <a:pt x="566" y="146"/>
                  </a:lnTo>
                  <a:lnTo>
                    <a:pt x="562" y="146"/>
                  </a:lnTo>
                  <a:lnTo>
                    <a:pt x="558" y="146"/>
                  </a:lnTo>
                  <a:lnTo>
                    <a:pt x="558" y="150"/>
                  </a:lnTo>
                  <a:lnTo>
                    <a:pt x="554" y="150"/>
                  </a:lnTo>
                  <a:lnTo>
                    <a:pt x="554" y="154"/>
                  </a:lnTo>
                  <a:lnTo>
                    <a:pt x="554" y="158"/>
                  </a:lnTo>
                  <a:lnTo>
                    <a:pt x="554" y="162"/>
                  </a:lnTo>
                  <a:lnTo>
                    <a:pt x="554" y="166"/>
                  </a:lnTo>
                  <a:lnTo>
                    <a:pt x="554" y="168"/>
                  </a:lnTo>
                  <a:lnTo>
                    <a:pt x="554" y="172"/>
                  </a:lnTo>
                  <a:lnTo>
                    <a:pt x="554" y="176"/>
                  </a:lnTo>
                  <a:lnTo>
                    <a:pt x="552" y="176"/>
                  </a:lnTo>
                  <a:lnTo>
                    <a:pt x="548" y="176"/>
                  </a:lnTo>
                  <a:lnTo>
                    <a:pt x="548" y="180"/>
                  </a:lnTo>
                  <a:lnTo>
                    <a:pt x="544" y="180"/>
                  </a:lnTo>
                  <a:lnTo>
                    <a:pt x="540" y="176"/>
                  </a:lnTo>
                  <a:lnTo>
                    <a:pt x="536" y="176"/>
                  </a:lnTo>
                  <a:lnTo>
                    <a:pt x="532" y="176"/>
                  </a:lnTo>
                  <a:lnTo>
                    <a:pt x="528" y="176"/>
                  </a:lnTo>
                  <a:lnTo>
                    <a:pt x="524" y="176"/>
                  </a:lnTo>
                  <a:lnTo>
                    <a:pt x="522" y="172"/>
                  </a:lnTo>
                  <a:lnTo>
                    <a:pt x="518" y="172"/>
                  </a:lnTo>
                  <a:lnTo>
                    <a:pt x="518" y="176"/>
                  </a:lnTo>
                  <a:lnTo>
                    <a:pt x="518" y="180"/>
                  </a:lnTo>
                  <a:lnTo>
                    <a:pt x="514" y="184"/>
                  </a:lnTo>
                  <a:lnTo>
                    <a:pt x="514" y="188"/>
                  </a:lnTo>
                  <a:lnTo>
                    <a:pt x="514" y="192"/>
                  </a:lnTo>
                  <a:lnTo>
                    <a:pt x="510" y="192"/>
                  </a:lnTo>
                  <a:lnTo>
                    <a:pt x="510" y="196"/>
                  </a:lnTo>
                  <a:lnTo>
                    <a:pt x="510" y="198"/>
                  </a:lnTo>
                  <a:lnTo>
                    <a:pt x="510" y="202"/>
                  </a:lnTo>
                  <a:lnTo>
                    <a:pt x="506" y="206"/>
                  </a:lnTo>
                  <a:lnTo>
                    <a:pt x="510" y="206"/>
                  </a:lnTo>
                  <a:lnTo>
                    <a:pt x="510" y="210"/>
                  </a:lnTo>
                  <a:lnTo>
                    <a:pt x="514" y="210"/>
                  </a:lnTo>
                  <a:lnTo>
                    <a:pt x="514" y="214"/>
                  </a:lnTo>
                  <a:lnTo>
                    <a:pt x="510" y="214"/>
                  </a:lnTo>
                  <a:lnTo>
                    <a:pt x="506" y="214"/>
                  </a:lnTo>
                  <a:lnTo>
                    <a:pt x="502" y="214"/>
                  </a:lnTo>
                  <a:lnTo>
                    <a:pt x="498" y="214"/>
                  </a:lnTo>
                  <a:lnTo>
                    <a:pt x="498" y="210"/>
                  </a:lnTo>
                  <a:lnTo>
                    <a:pt x="496" y="210"/>
                  </a:lnTo>
                  <a:lnTo>
                    <a:pt x="496" y="214"/>
                  </a:lnTo>
                  <a:lnTo>
                    <a:pt x="492" y="214"/>
                  </a:lnTo>
                  <a:lnTo>
                    <a:pt x="488" y="214"/>
                  </a:lnTo>
                  <a:lnTo>
                    <a:pt x="484" y="214"/>
                  </a:lnTo>
                  <a:lnTo>
                    <a:pt x="480" y="218"/>
                  </a:lnTo>
                  <a:lnTo>
                    <a:pt x="476" y="218"/>
                  </a:lnTo>
                  <a:lnTo>
                    <a:pt x="472" y="222"/>
                  </a:lnTo>
                  <a:lnTo>
                    <a:pt x="476" y="222"/>
                  </a:lnTo>
                  <a:lnTo>
                    <a:pt x="480" y="222"/>
                  </a:lnTo>
                  <a:lnTo>
                    <a:pt x="484" y="222"/>
                  </a:lnTo>
                  <a:lnTo>
                    <a:pt x="484" y="224"/>
                  </a:lnTo>
                  <a:lnTo>
                    <a:pt x="480" y="224"/>
                  </a:lnTo>
                  <a:lnTo>
                    <a:pt x="480" y="228"/>
                  </a:lnTo>
                  <a:lnTo>
                    <a:pt x="480" y="232"/>
                  </a:lnTo>
                  <a:lnTo>
                    <a:pt x="480" y="236"/>
                  </a:lnTo>
                  <a:lnTo>
                    <a:pt x="480" y="240"/>
                  </a:lnTo>
                  <a:lnTo>
                    <a:pt x="484" y="240"/>
                  </a:lnTo>
                  <a:lnTo>
                    <a:pt x="484" y="244"/>
                  </a:lnTo>
                  <a:lnTo>
                    <a:pt x="484" y="248"/>
                  </a:lnTo>
                  <a:lnTo>
                    <a:pt x="488" y="252"/>
                  </a:lnTo>
                  <a:lnTo>
                    <a:pt x="488" y="254"/>
                  </a:lnTo>
                  <a:lnTo>
                    <a:pt x="484" y="254"/>
                  </a:lnTo>
                  <a:lnTo>
                    <a:pt x="480" y="258"/>
                  </a:lnTo>
                  <a:lnTo>
                    <a:pt x="484" y="258"/>
                  </a:lnTo>
                  <a:lnTo>
                    <a:pt x="480" y="262"/>
                  </a:lnTo>
                  <a:lnTo>
                    <a:pt x="476" y="266"/>
                  </a:lnTo>
                  <a:lnTo>
                    <a:pt x="476" y="268"/>
                  </a:lnTo>
                  <a:lnTo>
                    <a:pt x="480" y="268"/>
                  </a:lnTo>
                  <a:lnTo>
                    <a:pt x="480" y="272"/>
                  </a:lnTo>
                  <a:lnTo>
                    <a:pt x="476" y="272"/>
                  </a:lnTo>
                  <a:lnTo>
                    <a:pt x="476" y="268"/>
                  </a:lnTo>
                  <a:lnTo>
                    <a:pt x="472" y="268"/>
                  </a:lnTo>
                  <a:lnTo>
                    <a:pt x="468" y="268"/>
                  </a:lnTo>
                  <a:lnTo>
                    <a:pt x="466" y="268"/>
                  </a:lnTo>
                  <a:lnTo>
                    <a:pt x="466" y="266"/>
                  </a:lnTo>
                  <a:lnTo>
                    <a:pt x="466" y="262"/>
                  </a:lnTo>
                  <a:lnTo>
                    <a:pt x="462" y="262"/>
                  </a:lnTo>
                  <a:lnTo>
                    <a:pt x="458" y="262"/>
                  </a:lnTo>
                  <a:lnTo>
                    <a:pt x="454" y="258"/>
                  </a:lnTo>
                  <a:lnTo>
                    <a:pt x="450" y="258"/>
                  </a:lnTo>
                  <a:lnTo>
                    <a:pt x="446" y="258"/>
                  </a:lnTo>
                  <a:lnTo>
                    <a:pt x="442" y="258"/>
                  </a:lnTo>
                  <a:lnTo>
                    <a:pt x="438" y="258"/>
                  </a:lnTo>
                  <a:lnTo>
                    <a:pt x="436" y="258"/>
                  </a:lnTo>
                  <a:lnTo>
                    <a:pt x="432" y="258"/>
                  </a:lnTo>
                  <a:lnTo>
                    <a:pt x="428" y="258"/>
                  </a:lnTo>
                  <a:lnTo>
                    <a:pt x="424" y="258"/>
                  </a:lnTo>
                  <a:lnTo>
                    <a:pt x="420" y="258"/>
                  </a:lnTo>
                  <a:lnTo>
                    <a:pt x="416" y="258"/>
                  </a:lnTo>
                  <a:lnTo>
                    <a:pt x="416" y="258"/>
                  </a:lnTo>
                  <a:lnTo>
                    <a:pt x="416" y="25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5" name="Freeform 35"/>
            <p:cNvSpPr>
              <a:spLocks noChangeAspect="1" noEditPoints="1"/>
            </p:cNvSpPr>
            <p:nvPr/>
          </p:nvSpPr>
          <p:spPr bwMode="gray">
            <a:xfrm>
              <a:off x="5947859" y="3604854"/>
              <a:ext cx="45221" cy="48699"/>
            </a:xfrm>
            <a:custGeom>
              <a:avLst/>
              <a:gdLst>
                <a:gd name="T0" fmla="*/ 10 w 26"/>
                <a:gd name="T1" fmla="*/ 22 h 28"/>
                <a:gd name="T2" fmla="*/ 4 w 26"/>
                <a:gd name="T3" fmla="*/ 18 h 28"/>
                <a:gd name="T4" fmla="*/ 0 w 26"/>
                <a:gd name="T5" fmla="*/ 18 h 28"/>
                <a:gd name="T6" fmla="*/ 0 w 26"/>
                <a:gd name="T7" fmla="*/ 18 h 28"/>
                <a:gd name="T8" fmla="*/ 0 w 26"/>
                <a:gd name="T9" fmla="*/ 18 h 28"/>
                <a:gd name="T10" fmla="*/ 0 w 26"/>
                <a:gd name="T11" fmla="*/ 18 h 28"/>
                <a:gd name="T12" fmla="*/ 0 w 26"/>
                <a:gd name="T13" fmla="*/ 18 h 28"/>
                <a:gd name="T14" fmla="*/ 4 w 26"/>
                <a:gd name="T15" fmla="*/ 14 h 28"/>
                <a:gd name="T16" fmla="*/ 4 w 26"/>
                <a:gd name="T17" fmla="*/ 10 h 28"/>
                <a:gd name="T18" fmla="*/ 4 w 26"/>
                <a:gd name="T19" fmla="*/ 10 h 28"/>
                <a:gd name="T20" fmla="*/ 6 w 26"/>
                <a:gd name="T21" fmla="*/ 6 h 28"/>
                <a:gd name="T22" fmla="*/ 6 w 26"/>
                <a:gd name="T23" fmla="*/ 2 h 28"/>
                <a:gd name="T24" fmla="*/ 6 w 26"/>
                <a:gd name="T25" fmla="*/ 2 h 28"/>
                <a:gd name="T26" fmla="*/ 6 w 26"/>
                <a:gd name="T27" fmla="*/ 2 h 28"/>
                <a:gd name="T28" fmla="*/ 10 w 26"/>
                <a:gd name="T29" fmla="*/ 0 h 28"/>
                <a:gd name="T30" fmla="*/ 14 w 26"/>
                <a:gd name="T31" fmla="*/ 0 h 28"/>
                <a:gd name="T32" fmla="*/ 18 w 26"/>
                <a:gd name="T33" fmla="*/ 2 h 28"/>
                <a:gd name="T34" fmla="*/ 18 w 26"/>
                <a:gd name="T35" fmla="*/ 6 h 28"/>
                <a:gd name="T36" fmla="*/ 18 w 26"/>
                <a:gd name="T37" fmla="*/ 6 h 28"/>
                <a:gd name="T38" fmla="*/ 18 w 26"/>
                <a:gd name="T39" fmla="*/ 6 h 28"/>
                <a:gd name="T40" fmla="*/ 22 w 26"/>
                <a:gd name="T41" fmla="*/ 10 h 28"/>
                <a:gd name="T42" fmla="*/ 22 w 26"/>
                <a:gd name="T43" fmla="*/ 10 h 28"/>
                <a:gd name="T44" fmla="*/ 18 w 26"/>
                <a:gd name="T45" fmla="*/ 10 h 28"/>
                <a:gd name="T46" fmla="*/ 18 w 26"/>
                <a:gd name="T47" fmla="*/ 10 h 28"/>
                <a:gd name="T48" fmla="*/ 14 w 26"/>
                <a:gd name="T49" fmla="*/ 14 h 28"/>
                <a:gd name="T50" fmla="*/ 14 w 26"/>
                <a:gd name="T51" fmla="*/ 14 h 28"/>
                <a:gd name="T52" fmla="*/ 18 w 26"/>
                <a:gd name="T53" fmla="*/ 14 h 28"/>
                <a:gd name="T54" fmla="*/ 18 w 26"/>
                <a:gd name="T55" fmla="*/ 14 h 28"/>
                <a:gd name="T56" fmla="*/ 18 w 26"/>
                <a:gd name="T57" fmla="*/ 14 h 28"/>
                <a:gd name="T58" fmla="*/ 18 w 26"/>
                <a:gd name="T59" fmla="*/ 14 h 28"/>
                <a:gd name="T60" fmla="*/ 18 w 26"/>
                <a:gd name="T61" fmla="*/ 18 h 28"/>
                <a:gd name="T62" fmla="*/ 22 w 26"/>
                <a:gd name="T63" fmla="*/ 18 h 28"/>
                <a:gd name="T64" fmla="*/ 22 w 26"/>
                <a:gd name="T65" fmla="*/ 22 h 28"/>
                <a:gd name="T66" fmla="*/ 22 w 26"/>
                <a:gd name="T67" fmla="*/ 26 h 28"/>
                <a:gd name="T68" fmla="*/ 26 w 26"/>
                <a:gd name="T69" fmla="*/ 26 h 28"/>
                <a:gd name="T70" fmla="*/ 26 w 26"/>
                <a:gd name="T71" fmla="*/ 26 h 28"/>
                <a:gd name="T72" fmla="*/ 22 w 26"/>
                <a:gd name="T73" fmla="*/ 28 h 28"/>
                <a:gd name="T74" fmla="*/ 14 w 26"/>
                <a:gd name="T75" fmla="*/ 28 h 28"/>
                <a:gd name="T76" fmla="*/ 14 w 26"/>
                <a:gd name="T77" fmla="*/ 26 h 28"/>
                <a:gd name="T78" fmla="*/ 14 w 26"/>
                <a:gd name="T79" fmla="*/ 26 h 28"/>
                <a:gd name="T80" fmla="*/ 10 w 26"/>
                <a:gd name="T81" fmla="*/ 22 h 28"/>
                <a:gd name="T82" fmla="*/ 10 w 26"/>
                <a:gd name="T83" fmla="*/ 22 h 28"/>
                <a:gd name="T84" fmla="*/ 10 w 26"/>
                <a:gd name="T85" fmla="*/ 22 h 28"/>
                <a:gd name="T86" fmla="*/ 22 w 26"/>
                <a:gd name="T87" fmla="*/ 2 h 28"/>
                <a:gd name="T88" fmla="*/ 22 w 26"/>
                <a:gd name="T89" fmla="*/ 6 h 28"/>
                <a:gd name="T90" fmla="*/ 22 w 26"/>
                <a:gd name="T91" fmla="*/ 6 h 28"/>
                <a:gd name="T92" fmla="*/ 26 w 26"/>
                <a:gd name="T93" fmla="*/ 6 h 28"/>
                <a:gd name="T94" fmla="*/ 26 w 26"/>
                <a:gd name="T95" fmla="*/ 6 h 28"/>
                <a:gd name="T96" fmla="*/ 22 w 26"/>
                <a:gd name="T97" fmla="*/ 6 h 28"/>
                <a:gd name="T98" fmla="*/ 22 w 26"/>
                <a:gd name="T99" fmla="*/ 10 h 28"/>
                <a:gd name="T100" fmla="*/ 22 w 26"/>
                <a:gd name="T101" fmla="*/ 10 h 28"/>
                <a:gd name="T102" fmla="*/ 22 w 26"/>
                <a:gd name="T103" fmla="*/ 10 h 28"/>
                <a:gd name="T104" fmla="*/ 22 w 26"/>
                <a:gd name="T105" fmla="*/ 10 h 28"/>
                <a:gd name="T106" fmla="*/ 22 w 26"/>
                <a:gd name="T107" fmla="*/ 10 h 28"/>
                <a:gd name="T108" fmla="*/ 22 w 26"/>
                <a:gd name="T109" fmla="*/ 10 h 28"/>
                <a:gd name="T110" fmla="*/ 22 w 26"/>
                <a:gd name="T111" fmla="*/ 2 h 28"/>
                <a:gd name="T112" fmla="*/ 22 w 26"/>
                <a:gd name="T113" fmla="*/ 2 h 28"/>
                <a:gd name="T114" fmla="*/ 22 w 26"/>
                <a:gd name="T115" fmla="*/ 2 h 28"/>
                <a:gd name="T116" fmla="*/ 22 w 26"/>
                <a:gd name="T117" fmla="*/ 2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 h="28">
                  <a:moveTo>
                    <a:pt x="10" y="22"/>
                  </a:moveTo>
                  <a:lnTo>
                    <a:pt x="10" y="22"/>
                  </a:lnTo>
                  <a:lnTo>
                    <a:pt x="4" y="18"/>
                  </a:lnTo>
                  <a:lnTo>
                    <a:pt x="4" y="18"/>
                  </a:lnTo>
                  <a:lnTo>
                    <a:pt x="0" y="18"/>
                  </a:lnTo>
                  <a:lnTo>
                    <a:pt x="0" y="18"/>
                  </a:lnTo>
                  <a:lnTo>
                    <a:pt x="0" y="18"/>
                  </a:lnTo>
                  <a:lnTo>
                    <a:pt x="0" y="18"/>
                  </a:lnTo>
                  <a:lnTo>
                    <a:pt x="0" y="18"/>
                  </a:lnTo>
                  <a:lnTo>
                    <a:pt x="0" y="18"/>
                  </a:lnTo>
                  <a:lnTo>
                    <a:pt x="0" y="18"/>
                  </a:lnTo>
                  <a:lnTo>
                    <a:pt x="0" y="18"/>
                  </a:lnTo>
                  <a:lnTo>
                    <a:pt x="0" y="18"/>
                  </a:lnTo>
                  <a:lnTo>
                    <a:pt x="0" y="18"/>
                  </a:lnTo>
                  <a:lnTo>
                    <a:pt x="0" y="14"/>
                  </a:lnTo>
                  <a:lnTo>
                    <a:pt x="4" y="14"/>
                  </a:lnTo>
                  <a:lnTo>
                    <a:pt x="4" y="14"/>
                  </a:lnTo>
                  <a:lnTo>
                    <a:pt x="4" y="10"/>
                  </a:lnTo>
                  <a:lnTo>
                    <a:pt x="4" y="10"/>
                  </a:lnTo>
                  <a:lnTo>
                    <a:pt x="4" y="10"/>
                  </a:lnTo>
                  <a:lnTo>
                    <a:pt x="4" y="10"/>
                  </a:lnTo>
                  <a:lnTo>
                    <a:pt x="6" y="6"/>
                  </a:lnTo>
                  <a:lnTo>
                    <a:pt x="6" y="2"/>
                  </a:lnTo>
                  <a:lnTo>
                    <a:pt x="6" y="2"/>
                  </a:lnTo>
                  <a:lnTo>
                    <a:pt x="6" y="2"/>
                  </a:lnTo>
                  <a:lnTo>
                    <a:pt x="6" y="2"/>
                  </a:lnTo>
                  <a:lnTo>
                    <a:pt x="6" y="2"/>
                  </a:lnTo>
                  <a:lnTo>
                    <a:pt x="6" y="2"/>
                  </a:lnTo>
                  <a:lnTo>
                    <a:pt x="10" y="0"/>
                  </a:lnTo>
                  <a:lnTo>
                    <a:pt x="10" y="0"/>
                  </a:lnTo>
                  <a:lnTo>
                    <a:pt x="10" y="0"/>
                  </a:lnTo>
                  <a:lnTo>
                    <a:pt x="14" y="0"/>
                  </a:lnTo>
                  <a:lnTo>
                    <a:pt x="18" y="2"/>
                  </a:lnTo>
                  <a:lnTo>
                    <a:pt x="18" y="2"/>
                  </a:lnTo>
                  <a:lnTo>
                    <a:pt x="18" y="2"/>
                  </a:lnTo>
                  <a:lnTo>
                    <a:pt x="18" y="6"/>
                  </a:lnTo>
                  <a:lnTo>
                    <a:pt x="18" y="6"/>
                  </a:lnTo>
                  <a:lnTo>
                    <a:pt x="18" y="6"/>
                  </a:lnTo>
                  <a:lnTo>
                    <a:pt x="18" y="6"/>
                  </a:lnTo>
                  <a:lnTo>
                    <a:pt x="18" y="6"/>
                  </a:lnTo>
                  <a:lnTo>
                    <a:pt x="18" y="6"/>
                  </a:lnTo>
                  <a:lnTo>
                    <a:pt x="22" y="10"/>
                  </a:lnTo>
                  <a:lnTo>
                    <a:pt x="22" y="10"/>
                  </a:lnTo>
                  <a:lnTo>
                    <a:pt x="22" y="10"/>
                  </a:lnTo>
                  <a:lnTo>
                    <a:pt x="22" y="10"/>
                  </a:lnTo>
                  <a:lnTo>
                    <a:pt x="18" y="10"/>
                  </a:lnTo>
                  <a:lnTo>
                    <a:pt x="18" y="10"/>
                  </a:lnTo>
                  <a:lnTo>
                    <a:pt x="18" y="10"/>
                  </a:lnTo>
                  <a:lnTo>
                    <a:pt x="18" y="10"/>
                  </a:lnTo>
                  <a:lnTo>
                    <a:pt x="14" y="14"/>
                  </a:lnTo>
                  <a:lnTo>
                    <a:pt x="14" y="14"/>
                  </a:lnTo>
                  <a:lnTo>
                    <a:pt x="14" y="14"/>
                  </a:lnTo>
                  <a:lnTo>
                    <a:pt x="18" y="14"/>
                  </a:lnTo>
                  <a:lnTo>
                    <a:pt x="18" y="14"/>
                  </a:lnTo>
                  <a:lnTo>
                    <a:pt x="18" y="14"/>
                  </a:lnTo>
                  <a:lnTo>
                    <a:pt x="18" y="14"/>
                  </a:lnTo>
                  <a:lnTo>
                    <a:pt x="18" y="14"/>
                  </a:lnTo>
                  <a:lnTo>
                    <a:pt x="18" y="14"/>
                  </a:lnTo>
                  <a:lnTo>
                    <a:pt x="18" y="14"/>
                  </a:lnTo>
                  <a:lnTo>
                    <a:pt x="18" y="14"/>
                  </a:lnTo>
                  <a:lnTo>
                    <a:pt x="18" y="14"/>
                  </a:lnTo>
                  <a:lnTo>
                    <a:pt x="18" y="18"/>
                  </a:lnTo>
                  <a:lnTo>
                    <a:pt x="22" y="18"/>
                  </a:lnTo>
                  <a:lnTo>
                    <a:pt x="22" y="18"/>
                  </a:lnTo>
                  <a:lnTo>
                    <a:pt x="22" y="22"/>
                  </a:lnTo>
                  <a:lnTo>
                    <a:pt x="22" y="22"/>
                  </a:lnTo>
                  <a:lnTo>
                    <a:pt x="22" y="22"/>
                  </a:lnTo>
                  <a:lnTo>
                    <a:pt x="22" y="26"/>
                  </a:lnTo>
                  <a:lnTo>
                    <a:pt x="26" y="26"/>
                  </a:lnTo>
                  <a:lnTo>
                    <a:pt x="26" y="26"/>
                  </a:lnTo>
                  <a:lnTo>
                    <a:pt x="26" y="26"/>
                  </a:lnTo>
                  <a:lnTo>
                    <a:pt x="26" y="26"/>
                  </a:lnTo>
                  <a:lnTo>
                    <a:pt x="26" y="28"/>
                  </a:lnTo>
                  <a:lnTo>
                    <a:pt x="22" y="28"/>
                  </a:lnTo>
                  <a:lnTo>
                    <a:pt x="14" y="28"/>
                  </a:lnTo>
                  <a:lnTo>
                    <a:pt x="14" y="28"/>
                  </a:lnTo>
                  <a:lnTo>
                    <a:pt x="14" y="28"/>
                  </a:lnTo>
                  <a:lnTo>
                    <a:pt x="14" y="26"/>
                  </a:lnTo>
                  <a:lnTo>
                    <a:pt x="14" y="26"/>
                  </a:lnTo>
                  <a:lnTo>
                    <a:pt x="14" y="26"/>
                  </a:lnTo>
                  <a:lnTo>
                    <a:pt x="14" y="26"/>
                  </a:lnTo>
                  <a:lnTo>
                    <a:pt x="10" y="22"/>
                  </a:lnTo>
                  <a:lnTo>
                    <a:pt x="10" y="22"/>
                  </a:lnTo>
                  <a:lnTo>
                    <a:pt x="10" y="22"/>
                  </a:lnTo>
                  <a:lnTo>
                    <a:pt x="10" y="22"/>
                  </a:lnTo>
                  <a:lnTo>
                    <a:pt x="10" y="22"/>
                  </a:lnTo>
                  <a:close/>
                  <a:moveTo>
                    <a:pt x="22" y="2"/>
                  </a:moveTo>
                  <a:lnTo>
                    <a:pt x="22" y="2"/>
                  </a:lnTo>
                  <a:lnTo>
                    <a:pt x="22" y="2"/>
                  </a:lnTo>
                  <a:lnTo>
                    <a:pt x="22" y="6"/>
                  </a:lnTo>
                  <a:lnTo>
                    <a:pt x="22" y="6"/>
                  </a:lnTo>
                  <a:lnTo>
                    <a:pt x="22" y="6"/>
                  </a:lnTo>
                  <a:lnTo>
                    <a:pt x="22" y="6"/>
                  </a:lnTo>
                  <a:lnTo>
                    <a:pt x="26" y="6"/>
                  </a:lnTo>
                  <a:lnTo>
                    <a:pt x="26" y="6"/>
                  </a:lnTo>
                  <a:lnTo>
                    <a:pt x="26" y="6"/>
                  </a:lnTo>
                  <a:lnTo>
                    <a:pt x="22" y="6"/>
                  </a:lnTo>
                  <a:lnTo>
                    <a:pt x="22" y="6"/>
                  </a:lnTo>
                  <a:lnTo>
                    <a:pt x="22" y="6"/>
                  </a:lnTo>
                  <a:lnTo>
                    <a:pt x="22" y="10"/>
                  </a:lnTo>
                  <a:lnTo>
                    <a:pt x="22" y="10"/>
                  </a:lnTo>
                  <a:lnTo>
                    <a:pt x="22" y="10"/>
                  </a:lnTo>
                  <a:lnTo>
                    <a:pt x="22" y="10"/>
                  </a:lnTo>
                  <a:lnTo>
                    <a:pt x="22" y="10"/>
                  </a:lnTo>
                  <a:lnTo>
                    <a:pt x="22" y="10"/>
                  </a:lnTo>
                  <a:lnTo>
                    <a:pt x="22" y="10"/>
                  </a:lnTo>
                  <a:lnTo>
                    <a:pt x="22" y="10"/>
                  </a:lnTo>
                  <a:lnTo>
                    <a:pt x="22" y="10"/>
                  </a:lnTo>
                  <a:lnTo>
                    <a:pt x="22" y="10"/>
                  </a:lnTo>
                  <a:lnTo>
                    <a:pt x="22" y="10"/>
                  </a:lnTo>
                  <a:lnTo>
                    <a:pt x="18" y="6"/>
                  </a:lnTo>
                  <a:lnTo>
                    <a:pt x="22" y="2"/>
                  </a:lnTo>
                  <a:lnTo>
                    <a:pt x="22" y="2"/>
                  </a:lnTo>
                  <a:lnTo>
                    <a:pt x="22" y="2"/>
                  </a:lnTo>
                  <a:lnTo>
                    <a:pt x="22" y="2"/>
                  </a:lnTo>
                  <a:lnTo>
                    <a:pt x="22" y="2"/>
                  </a:lnTo>
                  <a:lnTo>
                    <a:pt x="22" y="2"/>
                  </a:lnTo>
                  <a:lnTo>
                    <a:pt x="22" y="2"/>
                  </a:lnTo>
                  <a:lnTo>
                    <a:pt x="22" y="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6" name="Freeform 36"/>
            <p:cNvSpPr>
              <a:spLocks noChangeAspect="1"/>
            </p:cNvSpPr>
            <p:nvPr/>
          </p:nvSpPr>
          <p:spPr bwMode="gray">
            <a:xfrm>
              <a:off x="6504423" y="3176996"/>
              <a:ext cx="271325" cy="132184"/>
            </a:xfrm>
            <a:custGeom>
              <a:avLst/>
              <a:gdLst>
                <a:gd name="T0" fmla="*/ 74 w 156"/>
                <a:gd name="T1" fmla="*/ 54 h 76"/>
                <a:gd name="T2" fmla="*/ 68 w 156"/>
                <a:gd name="T3" fmla="*/ 58 h 76"/>
                <a:gd name="T4" fmla="*/ 68 w 156"/>
                <a:gd name="T5" fmla="*/ 66 h 76"/>
                <a:gd name="T6" fmla="*/ 60 w 156"/>
                <a:gd name="T7" fmla="*/ 68 h 76"/>
                <a:gd name="T8" fmla="*/ 52 w 156"/>
                <a:gd name="T9" fmla="*/ 72 h 76"/>
                <a:gd name="T10" fmla="*/ 42 w 156"/>
                <a:gd name="T11" fmla="*/ 72 h 76"/>
                <a:gd name="T12" fmla="*/ 38 w 156"/>
                <a:gd name="T13" fmla="*/ 72 h 76"/>
                <a:gd name="T14" fmla="*/ 30 w 156"/>
                <a:gd name="T15" fmla="*/ 68 h 76"/>
                <a:gd name="T16" fmla="*/ 30 w 156"/>
                <a:gd name="T17" fmla="*/ 68 h 76"/>
                <a:gd name="T18" fmla="*/ 22 w 156"/>
                <a:gd name="T19" fmla="*/ 68 h 76"/>
                <a:gd name="T20" fmla="*/ 14 w 156"/>
                <a:gd name="T21" fmla="*/ 66 h 76"/>
                <a:gd name="T22" fmla="*/ 8 w 156"/>
                <a:gd name="T23" fmla="*/ 68 h 76"/>
                <a:gd name="T24" fmla="*/ 0 w 156"/>
                <a:gd name="T25" fmla="*/ 66 h 76"/>
                <a:gd name="T26" fmla="*/ 0 w 156"/>
                <a:gd name="T27" fmla="*/ 62 h 76"/>
                <a:gd name="T28" fmla="*/ 8 w 156"/>
                <a:gd name="T29" fmla="*/ 58 h 76"/>
                <a:gd name="T30" fmla="*/ 18 w 156"/>
                <a:gd name="T31" fmla="*/ 58 h 76"/>
                <a:gd name="T32" fmla="*/ 18 w 156"/>
                <a:gd name="T33" fmla="*/ 62 h 76"/>
                <a:gd name="T34" fmla="*/ 22 w 156"/>
                <a:gd name="T35" fmla="*/ 54 h 76"/>
                <a:gd name="T36" fmla="*/ 34 w 156"/>
                <a:gd name="T37" fmla="*/ 58 h 76"/>
                <a:gd name="T38" fmla="*/ 44 w 156"/>
                <a:gd name="T39" fmla="*/ 50 h 76"/>
                <a:gd name="T40" fmla="*/ 48 w 156"/>
                <a:gd name="T41" fmla="*/ 50 h 76"/>
                <a:gd name="T42" fmla="*/ 52 w 156"/>
                <a:gd name="T43" fmla="*/ 42 h 76"/>
                <a:gd name="T44" fmla="*/ 48 w 156"/>
                <a:gd name="T45" fmla="*/ 42 h 76"/>
                <a:gd name="T46" fmla="*/ 42 w 156"/>
                <a:gd name="T47" fmla="*/ 36 h 76"/>
                <a:gd name="T48" fmla="*/ 34 w 156"/>
                <a:gd name="T49" fmla="*/ 28 h 76"/>
                <a:gd name="T50" fmla="*/ 30 w 156"/>
                <a:gd name="T51" fmla="*/ 36 h 76"/>
                <a:gd name="T52" fmla="*/ 30 w 156"/>
                <a:gd name="T53" fmla="*/ 40 h 76"/>
                <a:gd name="T54" fmla="*/ 22 w 156"/>
                <a:gd name="T55" fmla="*/ 32 h 76"/>
                <a:gd name="T56" fmla="*/ 12 w 156"/>
                <a:gd name="T57" fmla="*/ 32 h 76"/>
                <a:gd name="T58" fmla="*/ 14 w 156"/>
                <a:gd name="T59" fmla="*/ 24 h 76"/>
                <a:gd name="T60" fmla="*/ 22 w 156"/>
                <a:gd name="T61" fmla="*/ 20 h 76"/>
                <a:gd name="T62" fmla="*/ 22 w 156"/>
                <a:gd name="T63" fmla="*/ 16 h 76"/>
                <a:gd name="T64" fmla="*/ 26 w 156"/>
                <a:gd name="T65" fmla="*/ 6 h 76"/>
                <a:gd name="T66" fmla="*/ 38 w 156"/>
                <a:gd name="T67" fmla="*/ 6 h 76"/>
                <a:gd name="T68" fmla="*/ 48 w 156"/>
                <a:gd name="T69" fmla="*/ 6 h 76"/>
                <a:gd name="T70" fmla="*/ 56 w 156"/>
                <a:gd name="T71" fmla="*/ 10 h 76"/>
                <a:gd name="T72" fmla="*/ 60 w 156"/>
                <a:gd name="T73" fmla="*/ 10 h 76"/>
                <a:gd name="T74" fmla="*/ 60 w 156"/>
                <a:gd name="T75" fmla="*/ 0 h 76"/>
                <a:gd name="T76" fmla="*/ 72 w 156"/>
                <a:gd name="T77" fmla="*/ 0 h 76"/>
                <a:gd name="T78" fmla="*/ 82 w 156"/>
                <a:gd name="T79" fmla="*/ 4 h 76"/>
                <a:gd name="T80" fmla="*/ 88 w 156"/>
                <a:gd name="T81" fmla="*/ 6 h 76"/>
                <a:gd name="T82" fmla="*/ 100 w 156"/>
                <a:gd name="T83" fmla="*/ 4 h 76"/>
                <a:gd name="T84" fmla="*/ 112 w 156"/>
                <a:gd name="T85" fmla="*/ 4 h 76"/>
                <a:gd name="T86" fmla="*/ 122 w 156"/>
                <a:gd name="T87" fmla="*/ 4 h 76"/>
                <a:gd name="T88" fmla="*/ 134 w 156"/>
                <a:gd name="T89" fmla="*/ 6 h 76"/>
                <a:gd name="T90" fmla="*/ 142 w 156"/>
                <a:gd name="T91" fmla="*/ 10 h 76"/>
                <a:gd name="T92" fmla="*/ 148 w 156"/>
                <a:gd name="T93" fmla="*/ 14 h 76"/>
                <a:gd name="T94" fmla="*/ 156 w 156"/>
                <a:gd name="T95" fmla="*/ 16 h 76"/>
                <a:gd name="T96" fmla="*/ 148 w 156"/>
                <a:gd name="T97" fmla="*/ 20 h 76"/>
                <a:gd name="T98" fmla="*/ 142 w 156"/>
                <a:gd name="T99" fmla="*/ 24 h 76"/>
                <a:gd name="T100" fmla="*/ 134 w 156"/>
                <a:gd name="T101" fmla="*/ 28 h 76"/>
                <a:gd name="T102" fmla="*/ 126 w 156"/>
                <a:gd name="T103" fmla="*/ 36 h 76"/>
                <a:gd name="T104" fmla="*/ 118 w 156"/>
                <a:gd name="T105" fmla="*/ 40 h 76"/>
                <a:gd name="T106" fmla="*/ 108 w 156"/>
                <a:gd name="T107" fmla="*/ 40 h 76"/>
                <a:gd name="T108" fmla="*/ 104 w 156"/>
                <a:gd name="T109" fmla="*/ 50 h 76"/>
                <a:gd name="T110" fmla="*/ 100 w 156"/>
                <a:gd name="T111" fmla="*/ 50 h 76"/>
                <a:gd name="T112" fmla="*/ 88 w 156"/>
                <a:gd name="T113" fmla="*/ 54 h 76"/>
                <a:gd name="T114" fmla="*/ 86 w 156"/>
                <a:gd name="T115" fmla="*/ 46 h 76"/>
                <a:gd name="T116" fmla="*/ 78 w 156"/>
                <a:gd name="T117" fmla="*/ 5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6" h="76">
                  <a:moveTo>
                    <a:pt x="78" y="50"/>
                  </a:moveTo>
                  <a:lnTo>
                    <a:pt x="78" y="54"/>
                  </a:lnTo>
                  <a:lnTo>
                    <a:pt x="74" y="54"/>
                  </a:lnTo>
                  <a:lnTo>
                    <a:pt x="74" y="58"/>
                  </a:lnTo>
                  <a:lnTo>
                    <a:pt x="72" y="58"/>
                  </a:lnTo>
                  <a:lnTo>
                    <a:pt x="68" y="58"/>
                  </a:lnTo>
                  <a:lnTo>
                    <a:pt x="64" y="62"/>
                  </a:lnTo>
                  <a:lnTo>
                    <a:pt x="64" y="66"/>
                  </a:lnTo>
                  <a:lnTo>
                    <a:pt x="68" y="66"/>
                  </a:lnTo>
                  <a:lnTo>
                    <a:pt x="68" y="68"/>
                  </a:lnTo>
                  <a:lnTo>
                    <a:pt x="64" y="68"/>
                  </a:lnTo>
                  <a:lnTo>
                    <a:pt x="60" y="68"/>
                  </a:lnTo>
                  <a:lnTo>
                    <a:pt x="56" y="68"/>
                  </a:lnTo>
                  <a:lnTo>
                    <a:pt x="56" y="72"/>
                  </a:lnTo>
                  <a:lnTo>
                    <a:pt x="52" y="72"/>
                  </a:lnTo>
                  <a:lnTo>
                    <a:pt x="48" y="72"/>
                  </a:lnTo>
                  <a:lnTo>
                    <a:pt x="44" y="72"/>
                  </a:lnTo>
                  <a:lnTo>
                    <a:pt x="42" y="72"/>
                  </a:lnTo>
                  <a:lnTo>
                    <a:pt x="42" y="76"/>
                  </a:lnTo>
                  <a:lnTo>
                    <a:pt x="42" y="72"/>
                  </a:lnTo>
                  <a:lnTo>
                    <a:pt x="38" y="72"/>
                  </a:lnTo>
                  <a:lnTo>
                    <a:pt x="34" y="72"/>
                  </a:lnTo>
                  <a:lnTo>
                    <a:pt x="34" y="68"/>
                  </a:lnTo>
                  <a:lnTo>
                    <a:pt x="30" y="68"/>
                  </a:lnTo>
                  <a:lnTo>
                    <a:pt x="34" y="68"/>
                  </a:lnTo>
                  <a:lnTo>
                    <a:pt x="30" y="66"/>
                  </a:lnTo>
                  <a:lnTo>
                    <a:pt x="30" y="68"/>
                  </a:lnTo>
                  <a:lnTo>
                    <a:pt x="26" y="68"/>
                  </a:lnTo>
                  <a:lnTo>
                    <a:pt x="22" y="72"/>
                  </a:lnTo>
                  <a:lnTo>
                    <a:pt x="22" y="68"/>
                  </a:lnTo>
                  <a:lnTo>
                    <a:pt x="18" y="68"/>
                  </a:lnTo>
                  <a:lnTo>
                    <a:pt x="18" y="66"/>
                  </a:lnTo>
                  <a:lnTo>
                    <a:pt x="14" y="66"/>
                  </a:lnTo>
                  <a:lnTo>
                    <a:pt x="14" y="68"/>
                  </a:lnTo>
                  <a:lnTo>
                    <a:pt x="12" y="68"/>
                  </a:lnTo>
                  <a:lnTo>
                    <a:pt x="8" y="68"/>
                  </a:lnTo>
                  <a:lnTo>
                    <a:pt x="4" y="68"/>
                  </a:lnTo>
                  <a:lnTo>
                    <a:pt x="0" y="68"/>
                  </a:lnTo>
                  <a:lnTo>
                    <a:pt x="0" y="66"/>
                  </a:lnTo>
                  <a:lnTo>
                    <a:pt x="0" y="62"/>
                  </a:lnTo>
                  <a:lnTo>
                    <a:pt x="0" y="58"/>
                  </a:lnTo>
                  <a:lnTo>
                    <a:pt x="0" y="62"/>
                  </a:lnTo>
                  <a:lnTo>
                    <a:pt x="4" y="62"/>
                  </a:lnTo>
                  <a:lnTo>
                    <a:pt x="4" y="58"/>
                  </a:lnTo>
                  <a:lnTo>
                    <a:pt x="8" y="58"/>
                  </a:lnTo>
                  <a:lnTo>
                    <a:pt x="12" y="54"/>
                  </a:lnTo>
                  <a:lnTo>
                    <a:pt x="14" y="58"/>
                  </a:lnTo>
                  <a:lnTo>
                    <a:pt x="18" y="58"/>
                  </a:lnTo>
                  <a:lnTo>
                    <a:pt x="18" y="62"/>
                  </a:lnTo>
                  <a:lnTo>
                    <a:pt x="14" y="62"/>
                  </a:lnTo>
                  <a:lnTo>
                    <a:pt x="18" y="62"/>
                  </a:lnTo>
                  <a:lnTo>
                    <a:pt x="18" y="58"/>
                  </a:lnTo>
                  <a:lnTo>
                    <a:pt x="22" y="58"/>
                  </a:lnTo>
                  <a:lnTo>
                    <a:pt x="22" y="54"/>
                  </a:lnTo>
                  <a:lnTo>
                    <a:pt x="26" y="54"/>
                  </a:lnTo>
                  <a:lnTo>
                    <a:pt x="30" y="54"/>
                  </a:lnTo>
                  <a:lnTo>
                    <a:pt x="34" y="58"/>
                  </a:lnTo>
                  <a:lnTo>
                    <a:pt x="38" y="54"/>
                  </a:lnTo>
                  <a:lnTo>
                    <a:pt x="42" y="50"/>
                  </a:lnTo>
                  <a:lnTo>
                    <a:pt x="44" y="50"/>
                  </a:lnTo>
                  <a:lnTo>
                    <a:pt x="44" y="46"/>
                  </a:lnTo>
                  <a:lnTo>
                    <a:pt x="44" y="50"/>
                  </a:lnTo>
                  <a:lnTo>
                    <a:pt x="48" y="50"/>
                  </a:lnTo>
                  <a:lnTo>
                    <a:pt x="48" y="46"/>
                  </a:lnTo>
                  <a:lnTo>
                    <a:pt x="52" y="46"/>
                  </a:lnTo>
                  <a:lnTo>
                    <a:pt x="52" y="42"/>
                  </a:lnTo>
                  <a:lnTo>
                    <a:pt x="56" y="42"/>
                  </a:lnTo>
                  <a:lnTo>
                    <a:pt x="52" y="42"/>
                  </a:lnTo>
                  <a:lnTo>
                    <a:pt x="48" y="42"/>
                  </a:lnTo>
                  <a:lnTo>
                    <a:pt x="44" y="40"/>
                  </a:lnTo>
                  <a:lnTo>
                    <a:pt x="42" y="40"/>
                  </a:lnTo>
                  <a:lnTo>
                    <a:pt x="42" y="36"/>
                  </a:lnTo>
                  <a:lnTo>
                    <a:pt x="38" y="36"/>
                  </a:lnTo>
                  <a:lnTo>
                    <a:pt x="38" y="32"/>
                  </a:lnTo>
                  <a:lnTo>
                    <a:pt x="34" y="28"/>
                  </a:lnTo>
                  <a:lnTo>
                    <a:pt x="34" y="32"/>
                  </a:lnTo>
                  <a:lnTo>
                    <a:pt x="34" y="36"/>
                  </a:lnTo>
                  <a:lnTo>
                    <a:pt x="30" y="36"/>
                  </a:lnTo>
                  <a:lnTo>
                    <a:pt x="30" y="32"/>
                  </a:lnTo>
                  <a:lnTo>
                    <a:pt x="30" y="36"/>
                  </a:lnTo>
                  <a:lnTo>
                    <a:pt x="30" y="40"/>
                  </a:lnTo>
                  <a:lnTo>
                    <a:pt x="26" y="36"/>
                  </a:lnTo>
                  <a:lnTo>
                    <a:pt x="22" y="36"/>
                  </a:lnTo>
                  <a:lnTo>
                    <a:pt x="22" y="32"/>
                  </a:lnTo>
                  <a:lnTo>
                    <a:pt x="18" y="32"/>
                  </a:lnTo>
                  <a:lnTo>
                    <a:pt x="14" y="32"/>
                  </a:lnTo>
                  <a:lnTo>
                    <a:pt x="12" y="32"/>
                  </a:lnTo>
                  <a:lnTo>
                    <a:pt x="12" y="28"/>
                  </a:lnTo>
                  <a:lnTo>
                    <a:pt x="14" y="28"/>
                  </a:lnTo>
                  <a:lnTo>
                    <a:pt x="14" y="24"/>
                  </a:lnTo>
                  <a:lnTo>
                    <a:pt x="18" y="24"/>
                  </a:lnTo>
                  <a:lnTo>
                    <a:pt x="18" y="20"/>
                  </a:lnTo>
                  <a:lnTo>
                    <a:pt x="22" y="20"/>
                  </a:lnTo>
                  <a:lnTo>
                    <a:pt x="26" y="16"/>
                  </a:lnTo>
                  <a:lnTo>
                    <a:pt x="26" y="14"/>
                  </a:lnTo>
                  <a:lnTo>
                    <a:pt x="22" y="16"/>
                  </a:lnTo>
                  <a:lnTo>
                    <a:pt x="22" y="14"/>
                  </a:lnTo>
                  <a:lnTo>
                    <a:pt x="26" y="10"/>
                  </a:lnTo>
                  <a:lnTo>
                    <a:pt x="26" y="6"/>
                  </a:lnTo>
                  <a:lnTo>
                    <a:pt x="30" y="6"/>
                  </a:lnTo>
                  <a:lnTo>
                    <a:pt x="34" y="6"/>
                  </a:lnTo>
                  <a:lnTo>
                    <a:pt x="38" y="6"/>
                  </a:lnTo>
                  <a:lnTo>
                    <a:pt x="42" y="6"/>
                  </a:lnTo>
                  <a:lnTo>
                    <a:pt x="44" y="6"/>
                  </a:lnTo>
                  <a:lnTo>
                    <a:pt x="48" y="6"/>
                  </a:lnTo>
                  <a:lnTo>
                    <a:pt x="48" y="10"/>
                  </a:lnTo>
                  <a:lnTo>
                    <a:pt x="52" y="10"/>
                  </a:lnTo>
                  <a:lnTo>
                    <a:pt x="56" y="10"/>
                  </a:lnTo>
                  <a:lnTo>
                    <a:pt x="56" y="14"/>
                  </a:lnTo>
                  <a:lnTo>
                    <a:pt x="60" y="14"/>
                  </a:lnTo>
                  <a:lnTo>
                    <a:pt x="60" y="10"/>
                  </a:lnTo>
                  <a:lnTo>
                    <a:pt x="60" y="6"/>
                  </a:lnTo>
                  <a:lnTo>
                    <a:pt x="60" y="4"/>
                  </a:lnTo>
                  <a:lnTo>
                    <a:pt x="60" y="0"/>
                  </a:lnTo>
                  <a:lnTo>
                    <a:pt x="64" y="0"/>
                  </a:lnTo>
                  <a:lnTo>
                    <a:pt x="68" y="0"/>
                  </a:lnTo>
                  <a:lnTo>
                    <a:pt x="72" y="0"/>
                  </a:lnTo>
                  <a:lnTo>
                    <a:pt x="74" y="0"/>
                  </a:lnTo>
                  <a:lnTo>
                    <a:pt x="78" y="4"/>
                  </a:lnTo>
                  <a:lnTo>
                    <a:pt x="82" y="4"/>
                  </a:lnTo>
                  <a:lnTo>
                    <a:pt x="86" y="4"/>
                  </a:lnTo>
                  <a:lnTo>
                    <a:pt x="86" y="6"/>
                  </a:lnTo>
                  <a:lnTo>
                    <a:pt x="88" y="6"/>
                  </a:lnTo>
                  <a:lnTo>
                    <a:pt x="92" y="4"/>
                  </a:lnTo>
                  <a:lnTo>
                    <a:pt x="96" y="4"/>
                  </a:lnTo>
                  <a:lnTo>
                    <a:pt x="100" y="4"/>
                  </a:lnTo>
                  <a:lnTo>
                    <a:pt x="104" y="4"/>
                  </a:lnTo>
                  <a:lnTo>
                    <a:pt x="108" y="4"/>
                  </a:lnTo>
                  <a:lnTo>
                    <a:pt x="112" y="4"/>
                  </a:lnTo>
                  <a:lnTo>
                    <a:pt x="116" y="4"/>
                  </a:lnTo>
                  <a:lnTo>
                    <a:pt x="118" y="4"/>
                  </a:lnTo>
                  <a:lnTo>
                    <a:pt x="122" y="4"/>
                  </a:lnTo>
                  <a:lnTo>
                    <a:pt x="126" y="4"/>
                  </a:lnTo>
                  <a:lnTo>
                    <a:pt x="130" y="4"/>
                  </a:lnTo>
                  <a:lnTo>
                    <a:pt x="134" y="6"/>
                  </a:lnTo>
                  <a:lnTo>
                    <a:pt x="138" y="6"/>
                  </a:lnTo>
                  <a:lnTo>
                    <a:pt x="142" y="6"/>
                  </a:lnTo>
                  <a:lnTo>
                    <a:pt x="142" y="10"/>
                  </a:lnTo>
                  <a:lnTo>
                    <a:pt x="142" y="14"/>
                  </a:lnTo>
                  <a:lnTo>
                    <a:pt x="146" y="14"/>
                  </a:lnTo>
                  <a:lnTo>
                    <a:pt x="148" y="14"/>
                  </a:lnTo>
                  <a:lnTo>
                    <a:pt x="152" y="14"/>
                  </a:lnTo>
                  <a:lnTo>
                    <a:pt x="152" y="16"/>
                  </a:lnTo>
                  <a:lnTo>
                    <a:pt x="156" y="16"/>
                  </a:lnTo>
                  <a:lnTo>
                    <a:pt x="156" y="20"/>
                  </a:lnTo>
                  <a:lnTo>
                    <a:pt x="152" y="20"/>
                  </a:lnTo>
                  <a:lnTo>
                    <a:pt x="148" y="20"/>
                  </a:lnTo>
                  <a:lnTo>
                    <a:pt x="148" y="24"/>
                  </a:lnTo>
                  <a:lnTo>
                    <a:pt x="146" y="24"/>
                  </a:lnTo>
                  <a:lnTo>
                    <a:pt x="142" y="24"/>
                  </a:lnTo>
                  <a:lnTo>
                    <a:pt x="138" y="24"/>
                  </a:lnTo>
                  <a:lnTo>
                    <a:pt x="138" y="28"/>
                  </a:lnTo>
                  <a:lnTo>
                    <a:pt x="134" y="28"/>
                  </a:lnTo>
                  <a:lnTo>
                    <a:pt x="130" y="32"/>
                  </a:lnTo>
                  <a:lnTo>
                    <a:pt x="126" y="32"/>
                  </a:lnTo>
                  <a:lnTo>
                    <a:pt x="126" y="36"/>
                  </a:lnTo>
                  <a:lnTo>
                    <a:pt x="126" y="40"/>
                  </a:lnTo>
                  <a:lnTo>
                    <a:pt x="122" y="40"/>
                  </a:lnTo>
                  <a:lnTo>
                    <a:pt x="118" y="40"/>
                  </a:lnTo>
                  <a:lnTo>
                    <a:pt x="116" y="40"/>
                  </a:lnTo>
                  <a:lnTo>
                    <a:pt x="112" y="40"/>
                  </a:lnTo>
                  <a:lnTo>
                    <a:pt x="108" y="40"/>
                  </a:lnTo>
                  <a:lnTo>
                    <a:pt x="104" y="40"/>
                  </a:lnTo>
                  <a:lnTo>
                    <a:pt x="104" y="46"/>
                  </a:lnTo>
                  <a:lnTo>
                    <a:pt x="104" y="50"/>
                  </a:lnTo>
                  <a:lnTo>
                    <a:pt x="100" y="50"/>
                  </a:lnTo>
                  <a:lnTo>
                    <a:pt x="100" y="54"/>
                  </a:lnTo>
                  <a:lnTo>
                    <a:pt x="100" y="50"/>
                  </a:lnTo>
                  <a:lnTo>
                    <a:pt x="96" y="50"/>
                  </a:lnTo>
                  <a:lnTo>
                    <a:pt x="92" y="54"/>
                  </a:lnTo>
                  <a:lnTo>
                    <a:pt x="88" y="54"/>
                  </a:lnTo>
                  <a:lnTo>
                    <a:pt x="88" y="50"/>
                  </a:lnTo>
                  <a:lnTo>
                    <a:pt x="88" y="46"/>
                  </a:lnTo>
                  <a:lnTo>
                    <a:pt x="86" y="46"/>
                  </a:lnTo>
                  <a:lnTo>
                    <a:pt x="86" y="50"/>
                  </a:lnTo>
                  <a:lnTo>
                    <a:pt x="82" y="50"/>
                  </a:lnTo>
                  <a:lnTo>
                    <a:pt x="78" y="50"/>
                  </a:lnTo>
                  <a:lnTo>
                    <a:pt x="78" y="50"/>
                  </a:lnTo>
                  <a:lnTo>
                    <a:pt x="78"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7" name="Freeform 37"/>
            <p:cNvSpPr>
              <a:spLocks noChangeAspect="1"/>
            </p:cNvSpPr>
            <p:nvPr/>
          </p:nvSpPr>
          <p:spPr bwMode="gray">
            <a:xfrm>
              <a:off x="7259264" y="3844872"/>
              <a:ext cx="191319" cy="257411"/>
            </a:xfrm>
            <a:custGeom>
              <a:avLst/>
              <a:gdLst>
                <a:gd name="T0" fmla="*/ 54 w 110"/>
                <a:gd name="T1" fmla="*/ 72 h 148"/>
                <a:gd name="T2" fmla="*/ 46 w 110"/>
                <a:gd name="T3" fmla="*/ 72 h 148"/>
                <a:gd name="T4" fmla="*/ 34 w 110"/>
                <a:gd name="T5" fmla="*/ 80 h 148"/>
                <a:gd name="T6" fmla="*/ 26 w 110"/>
                <a:gd name="T7" fmla="*/ 72 h 148"/>
                <a:gd name="T8" fmla="*/ 20 w 110"/>
                <a:gd name="T9" fmla="*/ 80 h 148"/>
                <a:gd name="T10" fmla="*/ 12 w 110"/>
                <a:gd name="T11" fmla="*/ 88 h 148"/>
                <a:gd name="T12" fmla="*/ 16 w 110"/>
                <a:gd name="T13" fmla="*/ 76 h 148"/>
                <a:gd name="T14" fmla="*/ 16 w 110"/>
                <a:gd name="T15" fmla="*/ 62 h 148"/>
                <a:gd name="T16" fmla="*/ 16 w 110"/>
                <a:gd name="T17" fmla="*/ 54 h 148"/>
                <a:gd name="T18" fmla="*/ 4 w 110"/>
                <a:gd name="T19" fmla="*/ 50 h 148"/>
                <a:gd name="T20" fmla="*/ 4 w 110"/>
                <a:gd name="T21" fmla="*/ 40 h 148"/>
                <a:gd name="T22" fmla="*/ 0 w 110"/>
                <a:gd name="T23" fmla="*/ 36 h 148"/>
                <a:gd name="T24" fmla="*/ 8 w 110"/>
                <a:gd name="T25" fmla="*/ 30 h 148"/>
                <a:gd name="T26" fmla="*/ 8 w 110"/>
                <a:gd name="T27" fmla="*/ 22 h 148"/>
                <a:gd name="T28" fmla="*/ 16 w 110"/>
                <a:gd name="T29" fmla="*/ 14 h 148"/>
                <a:gd name="T30" fmla="*/ 24 w 110"/>
                <a:gd name="T31" fmla="*/ 22 h 148"/>
                <a:gd name="T32" fmla="*/ 24 w 110"/>
                <a:gd name="T33" fmla="*/ 22 h 148"/>
                <a:gd name="T34" fmla="*/ 20 w 110"/>
                <a:gd name="T35" fmla="*/ 4 h 148"/>
                <a:gd name="T36" fmla="*/ 30 w 110"/>
                <a:gd name="T37" fmla="*/ 0 h 148"/>
                <a:gd name="T38" fmla="*/ 38 w 110"/>
                <a:gd name="T39" fmla="*/ 10 h 148"/>
                <a:gd name="T40" fmla="*/ 38 w 110"/>
                <a:gd name="T41" fmla="*/ 18 h 148"/>
                <a:gd name="T42" fmla="*/ 42 w 110"/>
                <a:gd name="T43" fmla="*/ 26 h 148"/>
                <a:gd name="T44" fmla="*/ 50 w 110"/>
                <a:gd name="T45" fmla="*/ 32 h 148"/>
                <a:gd name="T46" fmla="*/ 60 w 110"/>
                <a:gd name="T47" fmla="*/ 30 h 148"/>
                <a:gd name="T48" fmla="*/ 68 w 110"/>
                <a:gd name="T49" fmla="*/ 40 h 148"/>
                <a:gd name="T50" fmla="*/ 64 w 110"/>
                <a:gd name="T51" fmla="*/ 50 h 148"/>
                <a:gd name="T52" fmla="*/ 56 w 110"/>
                <a:gd name="T53" fmla="*/ 50 h 148"/>
                <a:gd name="T54" fmla="*/ 54 w 110"/>
                <a:gd name="T55" fmla="*/ 54 h 148"/>
                <a:gd name="T56" fmla="*/ 64 w 110"/>
                <a:gd name="T57" fmla="*/ 66 h 148"/>
                <a:gd name="T58" fmla="*/ 72 w 110"/>
                <a:gd name="T59" fmla="*/ 72 h 148"/>
                <a:gd name="T60" fmla="*/ 80 w 110"/>
                <a:gd name="T61" fmla="*/ 80 h 148"/>
                <a:gd name="T62" fmla="*/ 86 w 110"/>
                <a:gd name="T63" fmla="*/ 88 h 148"/>
                <a:gd name="T64" fmla="*/ 90 w 110"/>
                <a:gd name="T65" fmla="*/ 98 h 148"/>
                <a:gd name="T66" fmla="*/ 98 w 110"/>
                <a:gd name="T67" fmla="*/ 102 h 148"/>
                <a:gd name="T68" fmla="*/ 106 w 110"/>
                <a:gd name="T69" fmla="*/ 110 h 148"/>
                <a:gd name="T70" fmla="*/ 102 w 110"/>
                <a:gd name="T71" fmla="*/ 122 h 148"/>
                <a:gd name="T72" fmla="*/ 106 w 110"/>
                <a:gd name="T73" fmla="*/ 128 h 148"/>
                <a:gd name="T74" fmla="*/ 102 w 110"/>
                <a:gd name="T75" fmla="*/ 140 h 148"/>
                <a:gd name="T76" fmla="*/ 90 w 110"/>
                <a:gd name="T77" fmla="*/ 140 h 148"/>
                <a:gd name="T78" fmla="*/ 86 w 110"/>
                <a:gd name="T79" fmla="*/ 144 h 148"/>
                <a:gd name="T80" fmla="*/ 80 w 110"/>
                <a:gd name="T81" fmla="*/ 144 h 148"/>
                <a:gd name="T82" fmla="*/ 72 w 110"/>
                <a:gd name="T83" fmla="*/ 144 h 148"/>
                <a:gd name="T84" fmla="*/ 76 w 110"/>
                <a:gd name="T85" fmla="*/ 132 h 148"/>
                <a:gd name="T86" fmla="*/ 80 w 110"/>
                <a:gd name="T87" fmla="*/ 124 h 148"/>
                <a:gd name="T88" fmla="*/ 76 w 110"/>
                <a:gd name="T89" fmla="*/ 114 h 148"/>
                <a:gd name="T90" fmla="*/ 68 w 110"/>
                <a:gd name="T91" fmla="*/ 102 h 148"/>
                <a:gd name="T92" fmla="*/ 64 w 110"/>
                <a:gd name="T93" fmla="*/ 96 h 148"/>
                <a:gd name="T94" fmla="*/ 64 w 110"/>
                <a:gd name="T95" fmla="*/ 88 h 148"/>
                <a:gd name="T96" fmla="*/ 60 w 110"/>
                <a:gd name="T97" fmla="*/ 80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0" h="148">
                  <a:moveTo>
                    <a:pt x="60" y="80"/>
                  </a:moveTo>
                  <a:lnTo>
                    <a:pt x="56" y="76"/>
                  </a:lnTo>
                  <a:lnTo>
                    <a:pt x="56" y="72"/>
                  </a:lnTo>
                  <a:lnTo>
                    <a:pt x="54" y="72"/>
                  </a:lnTo>
                  <a:lnTo>
                    <a:pt x="50" y="72"/>
                  </a:lnTo>
                  <a:lnTo>
                    <a:pt x="50" y="70"/>
                  </a:lnTo>
                  <a:lnTo>
                    <a:pt x="46" y="70"/>
                  </a:lnTo>
                  <a:lnTo>
                    <a:pt x="46" y="72"/>
                  </a:lnTo>
                  <a:lnTo>
                    <a:pt x="42" y="76"/>
                  </a:lnTo>
                  <a:lnTo>
                    <a:pt x="38" y="76"/>
                  </a:lnTo>
                  <a:lnTo>
                    <a:pt x="38" y="80"/>
                  </a:lnTo>
                  <a:lnTo>
                    <a:pt x="34" y="80"/>
                  </a:lnTo>
                  <a:lnTo>
                    <a:pt x="34" y="76"/>
                  </a:lnTo>
                  <a:lnTo>
                    <a:pt x="30" y="76"/>
                  </a:lnTo>
                  <a:lnTo>
                    <a:pt x="30" y="72"/>
                  </a:lnTo>
                  <a:lnTo>
                    <a:pt x="26" y="72"/>
                  </a:lnTo>
                  <a:lnTo>
                    <a:pt x="26" y="76"/>
                  </a:lnTo>
                  <a:lnTo>
                    <a:pt x="24" y="76"/>
                  </a:lnTo>
                  <a:lnTo>
                    <a:pt x="24" y="80"/>
                  </a:lnTo>
                  <a:lnTo>
                    <a:pt x="20" y="80"/>
                  </a:lnTo>
                  <a:lnTo>
                    <a:pt x="20" y="84"/>
                  </a:lnTo>
                  <a:lnTo>
                    <a:pt x="16" y="84"/>
                  </a:lnTo>
                  <a:lnTo>
                    <a:pt x="16" y="88"/>
                  </a:lnTo>
                  <a:lnTo>
                    <a:pt x="12" y="88"/>
                  </a:lnTo>
                  <a:lnTo>
                    <a:pt x="12" y="84"/>
                  </a:lnTo>
                  <a:lnTo>
                    <a:pt x="12" y="80"/>
                  </a:lnTo>
                  <a:lnTo>
                    <a:pt x="16" y="80"/>
                  </a:lnTo>
                  <a:lnTo>
                    <a:pt x="16" y="76"/>
                  </a:lnTo>
                  <a:lnTo>
                    <a:pt x="16" y="72"/>
                  </a:lnTo>
                  <a:lnTo>
                    <a:pt x="16" y="70"/>
                  </a:lnTo>
                  <a:lnTo>
                    <a:pt x="16" y="66"/>
                  </a:lnTo>
                  <a:lnTo>
                    <a:pt x="16" y="62"/>
                  </a:lnTo>
                  <a:lnTo>
                    <a:pt x="20" y="62"/>
                  </a:lnTo>
                  <a:lnTo>
                    <a:pt x="20" y="58"/>
                  </a:lnTo>
                  <a:lnTo>
                    <a:pt x="16" y="58"/>
                  </a:lnTo>
                  <a:lnTo>
                    <a:pt x="16" y="54"/>
                  </a:lnTo>
                  <a:lnTo>
                    <a:pt x="16" y="50"/>
                  </a:lnTo>
                  <a:lnTo>
                    <a:pt x="12" y="50"/>
                  </a:lnTo>
                  <a:lnTo>
                    <a:pt x="8" y="50"/>
                  </a:lnTo>
                  <a:lnTo>
                    <a:pt x="4" y="50"/>
                  </a:lnTo>
                  <a:lnTo>
                    <a:pt x="4" y="46"/>
                  </a:lnTo>
                  <a:lnTo>
                    <a:pt x="8" y="44"/>
                  </a:lnTo>
                  <a:lnTo>
                    <a:pt x="8" y="40"/>
                  </a:lnTo>
                  <a:lnTo>
                    <a:pt x="4" y="40"/>
                  </a:lnTo>
                  <a:lnTo>
                    <a:pt x="4" y="36"/>
                  </a:lnTo>
                  <a:lnTo>
                    <a:pt x="0" y="36"/>
                  </a:lnTo>
                  <a:lnTo>
                    <a:pt x="0" y="40"/>
                  </a:lnTo>
                  <a:lnTo>
                    <a:pt x="0" y="36"/>
                  </a:lnTo>
                  <a:lnTo>
                    <a:pt x="0" y="32"/>
                  </a:lnTo>
                  <a:lnTo>
                    <a:pt x="0" y="30"/>
                  </a:lnTo>
                  <a:lnTo>
                    <a:pt x="4" y="30"/>
                  </a:lnTo>
                  <a:lnTo>
                    <a:pt x="8" y="30"/>
                  </a:lnTo>
                  <a:lnTo>
                    <a:pt x="4" y="30"/>
                  </a:lnTo>
                  <a:lnTo>
                    <a:pt x="4" y="26"/>
                  </a:lnTo>
                  <a:lnTo>
                    <a:pt x="8" y="26"/>
                  </a:lnTo>
                  <a:lnTo>
                    <a:pt x="8" y="22"/>
                  </a:lnTo>
                  <a:lnTo>
                    <a:pt x="12" y="22"/>
                  </a:lnTo>
                  <a:lnTo>
                    <a:pt x="12" y="18"/>
                  </a:lnTo>
                  <a:lnTo>
                    <a:pt x="16" y="18"/>
                  </a:lnTo>
                  <a:lnTo>
                    <a:pt x="16" y="14"/>
                  </a:lnTo>
                  <a:lnTo>
                    <a:pt x="16" y="18"/>
                  </a:lnTo>
                  <a:lnTo>
                    <a:pt x="16" y="22"/>
                  </a:lnTo>
                  <a:lnTo>
                    <a:pt x="20" y="22"/>
                  </a:lnTo>
                  <a:lnTo>
                    <a:pt x="24" y="22"/>
                  </a:lnTo>
                  <a:lnTo>
                    <a:pt x="24" y="26"/>
                  </a:lnTo>
                  <a:lnTo>
                    <a:pt x="24" y="22"/>
                  </a:lnTo>
                  <a:lnTo>
                    <a:pt x="26" y="22"/>
                  </a:lnTo>
                  <a:lnTo>
                    <a:pt x="24" y="22"/>
                  </a:lnTo>
                  <a:lnTo>
                    <a:pt x="24" y="18"/>
                  </a:lnTo>
                  <a:lnTo>
                    <a:pt x="24" y="14"/>
                  </a:lnTo>
                  <a:lnTo>
                    <a:pt x="24" y="10"/>
                  </a:lnTo>
                  <a:lnTo>
                    <a:pt x="20" y="4"/>
                  </a:lnTo>
                  <a:lnTo>
                    <a:pt x="24" y="4"/>
                  </a:lnTo>
                  <a:lnTo>
                    <a:pt x="24" y="0"/>
                  </a:lnTo>
                  <a:lnTo>
                    <a:pt x="26" y="0"/>
                  </a:lnTo>
                  <a:lnTo>
                    <a:pt x="30" y="0"/>
                  </a:lnTo>
                  <a:lnTo>
                    <a:pt x="30" y="4"/>
                  </a:lnTo>
                  <a:lnTo>
                    <a:pt x="34" y="6"/>
                  </a:lnTo>
                  <a:lnTo>
                    <a:pt x="34" y="10"/>
                  </a:lnTo>
                  <a:lnTo>
                    <a:pt x="38" y="10"/>
                  </a:lnTo>
                  <a:lnTo>
                    <a:pt x="38" y="14"/>
                  </a:lnTo>
                  <a:lnTo>
                    <a:pt x="42" y="14"/>
                  </a:lnTo>
                  <a:lnTo>
                    <a:pt x="42" y="18"/>
                  </a:lnTo>
                  <a:lnTo>
                    <a:pt x="38" y="18"/>
                  </a:lnTo>
                  <a:lnTo>
                    <a:pt x="42" y="18"/>
                  </a:lnTo>
                  <a:lnTo>
                    <a:pt x="38" y="22"/>
                  </a:lnTo>
                  <a:lnTo>
                    <a:pt x="42" y="22"/>
                  </a:lnTo>
                  <a:lnTo>
                    <a:pt x="42" y="26"/>
                  </a:lnTo>
                  <a:lnTo>
                    <a:pt x="42" y="30"/>
                  </a:lnTo>
                  <a:lnTo>
                    <a:pt x="46" y="30"/>
                  </a:lnTo>
                  <a:lnTo>
                    <a:pt x="50" y="30"/>
                  </a:lnTo>
                  <a:lnTo>
                    <a:pt x="50" y="32"/>
                  </a:lnTo>
                  <a:lnTo>
                    <a:pt x="54" y="32"/>
                  </a:lnTo>
                  <a:lnTo>
                    <a:pt x="54" y="30"/>
                  </a:lnTo>
                  <a:lnTo>
                    <a:pt x="56" y="26"/>
                  </a:lnTo>
                  <a:lnTo>
                    <a:pt x="60" y="30"/>
                  </a:lnTo>
                  <a:lnTo>
                    <a:pt x="64" y="32"/>
                  </a:lnTo>
                  <a:lnTo>
                    <a:pt x="60" y="36"/>
                  </a:lnTo>
                  <a:lnTo>
                    <a:pt x="64" y="36"/>
                  </a:lnTo>
                  <a:lnTo>
                    <a:pt x="68" y="40"/>
                  </a:lnTo>
                  <a:lnTo>
                    <a:pt x="68" y="44"/>
                  </a:lnTo>
                  <a:lnTo>
                    <a:pt x="68" y="46"/>
                  </a:lnTo>
                  <a:lnTo>
                    <a:pt x="64" y="46"/>
                  </a:lnTo>
                  <a:lnTo>
                    <a:pt x="64" y="50"/>
                  </a:lnTo>
                  <a:lnTo>
                    <a:pt x="60" y="50"/>
                  </a:lnTo>
                  <a:lnTo>
                    <a:pt x="60" y="46"/>
                  </a:lnTo>
                  <a:lnTo>
                    <a:pt x="56" y="46"/>
                  </a:lnTo>
                  <a:lnTo>
                    <a:pt x="56" y="50"/>
                  </a:lnTo>
                  <a:lnTo>
                    <a:pt x="56" y="46"/>
                  </a:lnTo>
                  <a:lnTo>
                    <a:pt x="56" y="50"/>
                  </a:lnTo>
                  <a:lnTo>
                    <a:pt x="56" y="54"/>
                  </a:lnTo>
                  <a:lnTo>
                    <a:pt x="54" y="54"/>
                  </a:lnTo>
                  <a:lnTo>
                    <a:pt x="56" y="58"/>
                  </a:lnTo>
                  <a:lnTo>
                    <a:pt x="60" y="58"/>
                  </a:lnTo>
                  <a:lnTo>
                    <a:pt x="64" y="62"/>
                  </a:lnTo>
                  <a:lnTo>
                    <a:pt x="64" y="66"/>
                  </a:lnTo>
                  <a:lnTo>
                    <a:pt x="68" y="66"/>
                  </a:lnTo>
                  <a:lnTo>
                    <a:pt x="72" y="66"/>
                  </a:lnTo>
                  <a:lnTo>
                    <a:pt x="72" y="70"/>
                  </a:lnTo>
                  <a:lnTo>
                    <a:pt x="72" y="72"/>
                  </a:lnTo>
                  <a:lnTo>
                    <a:pt x="76" y="72"/>
                  </a:lnTo>
                  <a:lnTo>
                    <a:pt x="76" y="76"/>
                  </a:lnTo>
                  <a:lnTo>
                    <a:pt x="80" y="76"/>
                  </a:lnTo>
                  <a:lnTo>
                    <a:pt x="80" y="80"/>
                  </a:lnTo>
                  <a:lnTo>
                    <a:pt x="80" y="84"/>
                  </a:lnTo>
                  <a:lnTo>
                    <a:pt x="84" y="84"/>
                  </a:lnTo>
                  <a:lnTo>
                    <a:pt x="84" y="88"/>
                  </a:lnTo>
                  <a:lnTo>
                    <a:pt x="86" y="88"/>
                  </a:lnTo>
                  <a:lnTo>
                    <a:pt x="86" y="92"/>
                  </a:lnTo>
                  <a:lnTo>
                    <a:pt x="90" y="92"/>
                  </a:lnTo>
                  <a:lnTo>
                    <a:pt x="90" y="96"/>
                  </a:lnTo>
                  <a:lnTo>
                    <a:pt x="90" y="98"/>
                  </a:lnTo>
                  <a:lnTo>
                    <a:pt x="90" y="102"/>
                  </a:lnTo>
                  <a:lnTo>
                    <a:pt x="94" y="106"/>
                  </a:lnTo>
                  <a:lnTo>
                    <a:pt x="94" y="102"/>
                  </a:lnTo>
                  <a:lnTo>
                    <a:pt x="98" y="102"/>
                  </a:lnTo>
                  <a:lnTo>
                    <a:pt x="98" y="106"/>
                  </a:lnTo>
                  <a:lnTo>
                    <a:pt x="102" y="106"/>
                  </a:lnTo>
                  <a:lnTo>
                    <a:pt x="102" y="110"/>
                  </a:lnTo>
                  <a:lnTo>
                    <a:pt x="106" y="110"/>
                  </a:lnTo>
                  <a:lnTo>
                    <a:pt x="106" y="114"/>
                  </a:lnTo>
                  <a:lnTo>
                    <a:pt x="102" y="114"/>
                  </a:lnTo>
                  <a:lnTo>
                    <a:pt x="102" y="118"/>
                  </a:lnTo>
                  <a:lnTo>
                    <a:pt x="102" y="122"/>
                  </a:lnTo>
                  <a:lnTo>
                    <a:pt x="106" y="122"/>
                  </a:lnTo>
                  <a:lnTo>
                    <a:pt x="106" y="124"/>
                  </a:lnTo>
                  <a:lnTo>
                    <a:pt x="110" y="124"/>
                  </a:lnTo>
                  <a:lnTo>
                    <a:pt x="106" y="128"/>
                  </a:lnTo>
                  <a:lnTo>
                    <a:pt x="106" y="132"/>
                  </a:lnTo>
                  <a:lnTo>
                    <a:pt x="106" y="136"/>
                  </a:lnTo>
                  <a:lnTo>
                    <a:pt x="102" y="136"/>
                  </a:lnTo>
                  <a:lnTo>
                    <a:pt x="102" y="140"/>
                  </a:lnTo>
                  <a:lnTo>
                    <a:pt x="94" y="144"/>
                  </a:lnTo>
                  <a:lnTo>
                    <a:pt x="94" y="140"/>
                  </a:lnTo>
                  <a:lnTo>
                    <a:pt x="90" y="136"/>
                  </a:lnTo>
                  <a:lnTo>
                    <a:pt x="90" y="140"/>
                  </a:lnTo>
                  <a:lnTo>
                    <a:pt x="86" y="140"/>
                  </a:lnTo>
                  <a:lnTo>
                    <a:pt x="84" y="140"/>
                  </a:lnTo>
                  <a:lnTo>
                    <a:pt x="84" y="144"/>
                  </a:lnTo>
                  <a:lnTo>
                    <a:pt x="86" y="144"/>
                  </a:lnTo>
                  <a:lnTo>
                    <a:pt x="86" y="148"/>
                  </a:lnTo>
                  <a:lnTo>
                    <a:pt x="84" y="148"/>
                  </a:lnTo>
                  <a:lnTo>
                    <a:pt x="80" y="148"/>
                  </a:lnTo>
                  <a:lnTo>
                    <a:pt x="80" y="144"/>
                  </a:lnTo>
                  <a:lnTo>
                    <a:pt x="76" y="144"/>
                  </a:lnTo>
                  <a:lnTo>
                    <a:pt x="76" y="148"/>
                  </a:lnTo>
                  <a:lnTo>
                    <a:pt x="76" y="144"/>
                  </a:lnTo>
                  <a:lnTo>
                    <a:pt x="72" y="144"/>
                  </a:lnTo>
                  <a:lnTo>
                    <a:pt x="72" y="140"/>
                  </a:lnTo>
                  <a:lnTo>
                    <a:pt x="76" y="140"/>
                  </a:lnTo>
                  <a:lnTo>
                    <a:pt x="76" y="136"/>
                  </a:lnTo>
                  <a:lnTo>
                    <a:pt x="76" y="132"/>
                  </a:lnTo>
                  <a:lnTo>
                    <a:pt x="80" y="132"/>
                  </a:lnTo>
                  <a:lnTo>
                    <a:pt x="80" y="128"/>
                  </a:lnTo>
                  <a:lnTo>
                    <a:pt x="76" y="128"/>
                  </a:lnTo>
                  <a:lnTo>
                    <a:pt x="80" y="124"/>
                  </a:lnTo>
                  <a:lnTo>
                    <a:pt x="80" y="122"/>
                  </a:lnTo>
                  <a:lnTo>
                    <a:pt x="80" y="118"/>
                  </a:lnTo>
                  <a:lnTo>
                    <a:pt x="76" y="118"/>
                  </a:lnTo>
                  <a:lnTo>
                    <a:pt x="76" y="114"/>
                  </a:lnTo>
                  <a:lnTo>
                    <a:pt x="72" y="114"/>
                  </a:lnTo>
                  <a:lnTo>
                    <a:pt x="72" y="110"/>
                  </a:lnTo>
                  <a:lnTo>
                    <a:pt x="68" y="106"/>
                  </a:lnTo>
                  <a:lnTo>
                    <a:pt x="68" y="102"/>
                  </a:lnTo>
                  <a:lnTo>
                    <a:pt x="64" y="102"/>
                  </a:lnTo>
                  <a:lnTo>
                    <a:pt x="68" y="102"/>
                  </a:lnTo>
                  <a:lnTo>
                    <a:pt x="68" y="98"/>
                  </a:lnTo>
                  <a:lnTo>
                    <a:pt x="64" y="96"/>
                  </a:lnTo>
                  <a:lnTo>
                    <a:pt x="68" y="96"/>
                  </a:lnTo>
                  <a:lnTo>
                    <a:pt x="68" y="92"/>
                  </a:lnTo>
                  <a:lnTo>
                    <a:pt x="68" y="88"/>
                  </a:lnTo>
                  <a:lnTo>
                    <a:pt x="64" y="88"/>
                  </a:lnTo>
                  <a:lnTo>
                    <a:pt x="64" y="84"/>
                  </a:lnTo>
                  <a:lnTo>
                    <a:pt x="60" y="84"/>
                  </a:lnTo>
                  <a:lnTo>
                    <a:pt x="60" y="80"/>
                  </a:lnTo>
                  <a:lnTo>
                    <a:pt x="60" y="80"/>
                  </a:lnTo>
                  <a:lnTo>
                    <a:pt x="60" y="8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8" name="Freeform 38"/>
            <p:cNvSpPr>
              <a:spLocks noChangeAspect="1"/>
            </p:cNvSpPr>
            <p:nvPr/>
          </p:nvSpPr>
          <p:spPr bwMode="gray">
            <a:xfrm>
              <a:off x="5662620" y="3458756"/>
              <a:ext cx="38264" cy="52178"/>
            </a:xfrm>
            <a:custGeom>
              <a:avLst/>
              <a:gdLst>
                <a:gd name="T0" fmla="*/ 14 w 22"/>
                <a:gd name="T1" fmla="*/ 0 h 30"/>
                <a:gd name="T2" fmla="*/ 14 w 22"/>
                <a:gd name="T3" fmla="*/ 0 h 30"/>
                <a:gd name="T4" fmla="*/ 14 w 22"/>
                <a:gd name="T5" fmla="*/ 0 h 30"/>
                <a:gd name="T6" fmla="*/ 18 w 22"/>
                <a:gd name="T7" fmla="*/ 0 h 30"/>
                <a:gd name="T8" fmla="*/ 18 w 22"/>
                <a:gd name="T9" fmla="*/ 0 h 30"/>
                <a:gd name="T10" fmla="*/ 18 w 22"/>
                <a:gd name="T11" fmla="*/ 0 h 30"/>
                <a:gd name="T12" fmla="*/ 18 w 22"/>
                <a:gd name="T13" fmla="*/ 0 h 30"/>
                <a:gd name="T14" fmla="*/ 22 w 22"/>
                <a:gd name="T15" fmla="*/ 4 h 30"/>
                <a:gd name="T16" fmla="*/ 22 w 22"/>
                <a:gd name="T17" fmla="*/ 8 h 30"/>
                <a:gd name="T18" fmla="*/ 22 w 22"/>
                <a:gd name="T19" fmla="*/ 8 h 30"/>
                <a:gd name="T20" fmla="*/ 18 w 22"/>
                <a:gd name="T21" fmla="*/ 12 h 30"/>
                <a:gd name="T22" fmla="*/ 18 w 22"/>
                <a:gd name="T23" fmla="*/ 12 h 30"/>
                <a:gd name="T24" fmla="*/ 18 w 22"/>
                <a:gd name="T25" fmla="*/ 16 h 30"/>
                <a:gd name="T26" fmla="*/ 18 w 22"/>
                <a:gd name="T27" fmla="*/ 16 h 30"/>
                <a:gd name="T28" fmla="*/ 18 w 22"/>
                <a:gd name="T29" fmla="*/ 16 h 30"/>
                <a:gd name="T30" fmla="*/ 14 w 22"/>
                <a:gd name="T31" fmla="*/ 16 h 30"/>
                <a:gd name="T32" fmla="*/ 10 w 22"/>
                <a:gd name="T33" fmla="*/ 20 h 30"/>
                <a:gd name="T34" fmla="*/ 14 w 22"/>
                <a:gd name="T35" fmla="*/ 20 h 30"/>
                <a:gd name="T36" fmla="*/ 14 w 22"/>
                <a:gd name="T37" fmla="*/ 20 h 30"/>
                <a:gd name="T38" fmla="*/ 10 w 22"/>
                <a:gd name="T39" fmla="*/ 22 h 30"/>
                <a:gd name="T40" fmla="*/ 10 w 22"/>
                <a:gd name="T41" fmla="*/ 22 h 30"/>
                <a:gd name="T42" fmla="*/ 10 w 22"/>
                <a:gd name="T43" fmla="*/ 22 h 30"/>
                <a:gd name="T44" fmla="*/ 10 w 22"/>
                <a:gd name="T45" fmla="*/ 22 h 30"/>
                <a:gd name="T46" fmla="*/ 6 w 22"/>
                <a:gd name="T47" fmla="*/ 26 h 30"/>
                <a:gd name="T48" fmla="*/ 6 w 22"/>
                <a:gd name="T49" fmla="*/ 26 h 30"/>
                <a:gd name="T50" fmla="*/ 6 w 22"/>
                <a:gd name="T51" fmla="*/ 26 h 30"/>
                <a:gd name="T52" fmla="*/ 6 w 22"/>
                <a:gd name="T53" fmla="*/ 30 h 30"/>
                <a:gd name="T54" fmla="*/ 2 w 22"/>
                <a:gd name="T55" fmla="*/ 30 h 30"/>
                <a:gd name="T56" fmla="*/ 2 w 22"/>
                <a:gd name="T57" fmla="*/ 30 h 30"/>
                <a:gd name="T58" fmla="*/ 0 w 22"/>
                <a:gd name="T59" fmla="*/ 30 h 30"/>
                <a:gd name="T60" fmla="*/ 0 w 22"/>
                <a:gd name="T61" fmla="*/ 26 h 30"/>
                <a:gd name="T62" fmla="*/ 2 w 22"/>
                <a:gd name="T63" fmla="*/ 26 h 30"/>
                <a:gd name="T64" fmla="*/ 2 w 22"/>
                <a:gd name="T65" fmla="*/ 22 h 30"/>
                <a:gd name="T66" fmla="*/ 2 w 22"/>
                <a:gd name="T67" fmla="*/ 22 h 30"/>
                <a:gd name="T68" fmla="*/ 2 w 22"/>
                <a:gd name="T69" fmla="*/ 22 h 30"/>
                <a:gd name="T70" fmla="*/ 2 w 22"/>
                <a:gd name="T71" fmla="*/ 20 h 30"/>
                <a:gd name="T72" fmla="*/ 2 w 22"/>
                <a:gd name="T73" fmla="*/ 20 h 30"/>
                <a:gd name="T74" fmla="*/ 6 w 22"/>
                <a:gd name="T75" fmla="*/ 16 h 30"/>
                <a:gd name="T76" fmla="*/ 6 w 22"/>
                <a:gd name="T77" fmla="*/ 16 h 30"/>
                <a:gd name="T78" fmla="*/ 6 w 22"/>
                <a:gd name="T79" fmla="*/ 16 h 30"/>
                <a:gd name="T80" fmla="*/ 6 w 22"/>
                <a:gd name="T81" fmla="*/ 12 h 30"/>
                <a:gd name="T82" fmla="*/ 6 w 22"/>
                <a:gd name="T83" fmla="*/ 12 h 30"/>
                <a:gd name="T84" fmla="*/ 6 w 22"/>
                <a:gd name="T85" fmla="*/ 8 h 30"/>
                <a:gd name="T86" fmla="*/ 6 w 22"/>
                <a:gd name="T87" fmla="*/ 8 h 30"/>
                <a:gd name="T88" fmla="*/ 6 w 22"/>
                <a:gd name="T89" fmla="*/ 8 h 30"/>
                <a:gd name="T90" fmla="*/ 10 w 22"/>
                <a:gd name="T91" fmla="*/ 4 h 30"/>
                <a:gd name="T92" fmla="*/ 14 w 22"/>
                <a:gd name="T93" fmla="*/ 0 h 30"/>
                <a:gd name="T94" fmla="*/ 14 w 22"/>
                <a:gd name="T95" fmla="*/ 0 h 30"/>
                <a:gd name="T96" fmla="*/ 14 w 22"/>
                <a:gd name="T97" fmla="*/ 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 h="30">
                  <a:moveTo>
                    <a:pt x="14" y="0"/>
                  </a:moveTo>
                  <a:lnTo>
                    <a:pt x="14" y="0"/>
                  </a:lnTo>
                  <a:lnTo>
                    <a:pt x="14" y="0"/>
                  </a:lnTo>
                  <a:lnTo>
                    <a:pt x="14" y="0"/>
                  </a:lnTo>
                  <a:lnTo>
                    <a:pt x="14" y="0"/>
                  </a:lnTo>
                  <a:lnTo>
                    <a:pt x="14" y="0"/>
                  </a:lnTo>
                  <a:lnTo>
                    <a:pt x="18" y="0"/>
                  </a:lnTo>
                  <a:lnTo>
                    <a:pt x="18" y="0"/>
                  </a:lnTo>
                  <a:lnTo>
                    <a:pt x="18" y="0"/>
                  </a:lnTo>
                  <a:lnTo>
                    <a:pt x="18" y="0"/>
                  </a:lnTo>
                  <a:lnTo>
                    <a:pt x="18" y="0"/>
                  </a:lnTo>
                  <a:lnTo>
                    <a:pt x="18" y="0"/>
                  </a:lnTo>
                  <a:lnTo>
                    <a:pt x="18" y="4"/>
                  </a:lnTo>
                  <a:lnTo>
                    <a:pt x="18" y="0"/>
                  </a:lnTo>
                  <a:lnTo>
                    <a:pt x="18" y="4"/>
                  </a:lnTo>
                  <a:lnTo>
                    <a:pt x="22" y="4"/>
                  </a:lnTo>
                  <a:lnTo>
                    <a:pt x="22" y="4"/>
                  </a:lnTo>
                  <a:lnTo>
                    <a:pt x="22" y="8"/>
                  </a:lnTo>
                  <a:lnTo>
                    <a:pt x="22" y="8"/>
                  </a:lnTo>
                  <a:lnTo>
                    <a:pt x="22" y="8"/>
                  </a:lnTo>
                  <a:lnTo>
                    <a:pt x="18" y="12"/>
                  </a:lnTo>
                  <a:lnTo>
                    <a:pt x="18" y="12"/>
                  </a:lnTo>
                  <a:lnTo>
                    <a:pt x="18" y="12"/>
                  </a:lnTo>
                  <a:lnTo>
                    <a:pt x="18" y="12"/>
                  </a:lnTo>
                  <a:lnTo>
                    <a:pt x="18" y="16"/>
                  </a:lnTo>
                  <a:lnTo>
                    <a:pt x="18" y="16"/>
                  </a:lnTo>
                  <a:lnTo>
                    <a:pt x="18" y="16"/>
                  </a:lnTo>
                  <a:lnTo>
                    <a:pt x="18" y="16"/>
                  </a:lnTo>
                  <a:lnTo>
                    <a:pt x="18" y="16"/>
                  </a:lnTo>
                  <a:lnTo>
                    <a:pt x="18" y="16"/>
                  </a:lnTo>
                  <a:lnTo>
                    <a:pt x="14" y="16"/>
                  </a:lnTo>
                  <a:lnTo>
                    <a:pt x="14" y="16"/>
                  </a:lnTo>
                  <a:lnTo>
                    <a:pt x="14" y="16"/>
                  </a:lnTo>
                  <a:lnTo>
                    <a:pt x="10" y="20"/>
                  </a:lnTo>
                  <a:lnTo>
                    <a:pt x="10" y="20"/>
                  </a:lnTo>
                  <a:lnTo>
                    <a:pt x="14" y="20"/>
                  </a:lnTo>
                  <a:lnTo>
                    <a:pt x="14" y="20"/>
                  </a:lnTo>
                  <a:lnTo>
                    <a:pt x="14" y="20"/>
                  </a:lnTo>
                  <a:lnTo>
                    <a:pt x="10" y="22"/>
                  </a:lnTo>
                  <a:lnTo>
                    <a:pt x="10" y="22"/>
                  </a:lnTo>
                  <a:lnTo>
                    <a:pt x="10" y="22"/>
                  </a:lnTo>
                  <a:lnTo>
                    <a:pt x="10" y="22"/>
                  </a:lnTo>
                  <a:lnTo>
                    <a:pt x="10" y="22"/>
                  </a:lnTo>
                  <a:lnTo>
                    <a:pt x="10" y="22"/>
                  </a:lnTo>
                  <a:lnTo>
                    <a:pt x="10" y="22"/>
                  </a:lnTo>
                  <a:lnTo>
                    <a:pt x="10" y="22"/>
                  </a:lnTo>
                  <a:lnTo>
                    <a:pt x="10" y="22"/>
                  </a:lnTo>
                  <a:lnTo>
                    <a:pt x="6" y="26"/>
                  </a:lnTo>
                  <a:lnTo>
                    <a:pt x="6" y="26"/>
                  </a:lnTo>
                  <a:lnTo>
                    <a:pt x="6" y="26"/>
                  </a:lnTo>
                  <a:lnTo>
                    <a:pt x="6" y="26"/>
                  </a:lnTo>
                  <a:lnTo>
                    <a:pt x="6" y="26"/>
                  </a:lnTo>
                  <a:lnTo>
                    <a:pt x="6" y="26"/>
                  </a:lnTo>
                  <a:lnTo>
                    <a:pt x="6" y="30"/>
                  </a:lnTo>
                  <a:lnTo>
                    <a:pt x="2" y="30"/>
                  </a:lnTo>
                  <a:lnTo>
                    <a:pt x="2" y="30"/>
                  </a:lnTo>
                  <a:lnTo>
                    <a:pt x="2" y="30"/>
                  </a:lnTo>
                  <a:lnTo>
                    <a:pt x="2" y="30"/>
                  </a:lnTo>
                  <a:lnTo>
                    <a:pt x="2" y="30"/>
                  </a:lnTo>
                  <a:lnTo>
                    <a:pt x="0" y="30"/>
                  </a:lnTo>
                  <a:lnTo>
                    <a:pt x="0" y="30"/>
                  </a:lnTo>
                  <a:lnTo>
                    <a:pt x="0" y="26"/>
                  </a:lnTo>
                  <a:lnTo>
                    <a:pt x="2" y="26"/>
                  </a:lnTo>
                  <a:lnTo>
                    <a:pt x="2" y="26"/>
                  </a:lnTo>
                  <a:lnTo>
                    <a:pt x="2" y="26"/>
                  </a:lnTo>
                  <a:lnTo>
                    <a:pt x="2" y="22"/>
                  </a:lnTo>
                  <a:lnTo>
                    <a:pt x="2" y="22"/>
                  </a:lnTo>
                  <a:lnTo>
                    <a:pt x="2" y="22"/>
                  </a:lnTo>
                  <a:lnTo>
                    <a:pt x="2" y="22"/>
                  </a:lnTo>
                  <a:lnTo>
                    <a:pt x="2" y="22"/>
                  </a:lnTo>
                  <a:lnTo>
                    <a:pt x="2" y="20"/>
                  </a:lnTo>
                  <a:lnTo>
                    <a:pt x="2" y="20"/>
                  </a:lnTo>
                  <a:lnTo>
                    <a:pt x="2" y="20"/>
                  </a:lnTo>
                  <a:lnTo>
                    <a:pt x="2" y="20"/>
                  </a:lnTo>
                  <a:lnTo>
                    <a:pt x="2" y="16"/>
                  </a:lnTo>
                  <a:lnTo>
                    <a:pt x="6" y="16"/>
                  </a:lnTo>
                  <a:lnTo>
                    <a:pt x="6" y="16"/>
                  </a:lnTo>
                  <a:lnTo>
                    <a:pt x="6" y="16"/>
                  </a:lnTo>
                  <a:lnTo>
                    <a:pt x="6" y="16"/>
                  </a:lnTo>
                  <a:lnTo>
                    <a:pt x="6" y="16"/>
                  </a:lnTo>
                  <a:lnTo>
                    <a:pt x="6" y="16"/>
                  </a:lnTo>
                  <a:lnTo>
                    <a:pt x="6" y="12"/>
                  </a:lnTo>
                  <a:lnTo>
                    <a:pt x="6" y="16"/>
                  </a:lnTo>
                  <a:lnTo>
                    <a:pt x="6" y="12"/>
                  </a:lnTo>
                  <a:lnTo>
                    <a:pt x="6" y="12"/>
                  </a:lnTo>
                  <a:lnTo>
                    <a:pt x="6" y="8"/>
                  </a:lnTo>
                  <a:lnTo>
                    <a:pt x="6" y="8"/>
                  </a:lnTo>
                  <a:lnTo>
                    <a:pt x="6" y="8"/>
                  </a:lnTo>
                  <a:lnTo>
                    <a:pt x="6" y="8"/>
                  </a:lnTo>
                  <a:lnTo>
                    <a:pt x="6" y="8"/>
                  </a:lnTo>
                  <a:lnTo>
                    <a:pt x="6" y="4"/>
                  </a:lnTo>
                  <a:lnTo>
                    <a:pt x="10" y="4"/>
                  </a:lnTo>
                  <a:lnTo>
                    <a:pt x="10" y="4"/>
                  </a:lnTo>
                  <a:lnTo>
                    <a:pt x="14" y="0"/>
                  </a:lnTo>
                  <a:lnTo>
                    <a:pt x="14" y="0"/>
                  </a:lnTo>
                  <a:lnTo>
                    <a:pt x="14" y="0"/>
                  </a:lnTo>
                  <a:lnTo>
                    <a:pt x="14" y="0"/>
                  </a:lnTo>
                  <a:lnTo>
                    <a:pt x="14" y="0"/>
                  </a:lnTo>
                  <a:lnTo>
                    <a:pt x="1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09" name="Freeform 40"/>
            <p:cNvSpPr>
              <a:spLocks noChangeAspect="1" noEditPoints="1"/>
            </p:cNvSpPr>
            <p:nvPr/>
          </p:nvSpPr>
          <p:spPr bwMode="gray">
            <a:xfrm>
              <a:off x="6594865" y="4310993"/>
              <a:ext cx="13914" cy="226104"/>
            </a:xfrm>
            <a:custGeom>
              <a:avLst/>
              <a:gdLst>
                <a:gd name="T0" fmla="*/ 0 w 8"/>
                <a:gd name="T1" fmla="*/ 0 h 130"/>
                <a:gd name="T2" fmla="*/ 0 w 8"/>
                <a:gd name="T3" fmla="*/ 0 h 130"/>
                <a:gd name="T4" fmla="*/ 4 w 8"/>
                <a:gd name="T5" fmla="*/ 6 h 130"/>
                <a:gd name="T6" fmla="*/ 4 w 8"/>
                <a:gd name="T7" fmla="*/ 2 h 130"/>
                <a:gd name="T8" fmla="*/ 4 w 8"/>
                <a:gd name="T9" fmla="*/ 2 h 130"/>
                <a:gd name="T10" fmla="*/ 0 w 8"/>
                <a:gd name="T11" fmla="*/ 10 h 130"/>
                <a:gd name="T12" fmla="*/ 0 w 8"/>
                <a:gd name="T13" fmla="*/ 10 h 130"/>
                <a:gd name="T14" fmla="*/ 0 w 8"/>
                <a:gd name="T15" fmla="*/ 18 h 130"/>
                <a:gd name="T16" fmla="*/ 0 w 8"/>
                <a:gd name="T17" fmla="*/ 18 h 130"/>
                <a:gd name="T18" fmla="*/ 4 w 8"/>
                <a:gd name="T19" fmla="*/ 22 h 130"/>
                <a:gd name="T20" fmla="*/ 8 w 8"/>
                <a:gd name="T21" fmla="*/ 22 h 130"/>
                <a:gd name="T22" fmla="*/ 8 w 8"/>
                <a:gd name="T23" fmla="*/ 30 h 130"/>
                <a:gd name="T24" fmla="*/ 8 w 8"/>
                <a:gd name="T25" fmla="*/ 30 h 130"/>
                <a:gd name="T26" fmla="*/ 8 w 8"/>
                <a:gd name="T27" fmla="*/ 30 h 130"/>
                <a:gd name="T28" fmla="*/ 0 w 8"/>
                <a:gd name="T29" fmla="*/ 36 h 130"/>
                <a:gd name="T30" fmla="*/ 0 w 8"/>
                <a:gd name="T31" fmla="*/ 36 h 130"/>
                <a:gd name="T32" fmla="*/ 0 w 8"/>
                <a:gd name="T33" fmla="*/ 44 h 130"/>
                <a:gd name="T34" fmla="*/ 0 w 8"/>
                <a:gd name="T35" fmla="*/ 44 h 130"/>
                <a:gd name="T36" fmla="*/ 8 w 8"/>
                <a:gd name="T37" fmla="*/ 48 h 130"/>
                <a:gd name="T38" fmla="*/ 8 w 8"/>
                <a:gd name="T39" fmla="*/ 48 h 130"/>
                <a:gd name="T40" fmla="*/ 8 w 8"/>
                <a:gd name="T41" fmla="*/ 48 h 130"/>
                <a:gd name="T42" fmla="*/ 8 w 8"/>
                <a:gd name="T43" fmla="*/ 62 h 130"/>
                <a:gd name="T44" fmla="*/ 8 w 8"/>
                <a:gd name="T45" fmla="*/ 62 h 130"/>
                <a:gd name="T46" fmla="*/ 8 w 8"/>
                <a:gd name="T47" fmla="*/ 62 h 130"/>
                <a:gd name="T48" fmla="*/ 0 w 8"/>
                <a:gd name="T49" fmla="*/ 66 h 130"/>
                <a:gd name="T50" fmla="*/ 0 w 8"/>
                <a:gd name="T51" fmla="*/ 66 h 130"/>
                <a:gd name="T52" fmla="*/ 0 w 8"/>
                <a:gd name="T53" fmla="*/ 66 h 130"/>
                <a:gd name="T54" fmla="*/ 0 w 8"/>
                <a:gd name="T55" fmla="*/ 66 h 130"/>
                <a:gd name="T56" fmla="*/ 0 w 8"/>
                <a:gd name="T57" fmla="*/ 70 h 130"/>
                <a:gd name="T58" fmla="*/ 0 w 8"/>
                <a:gd name="T59" fmla="*/ 70 h 130"/>
                <a:gd name="T60" fmla="*/ 8 w 8"/>
                <a:gd name="T61" fmla="*/ 70 h 130"/>
                <a:gd name="T62" fmla="*/ 8 w 8"/>
                <a:gd name="T63" fmla="*/ 70 h 130"/>
                <a:gd name="T64" fmla="*/ 4 w 8"/>
                <a:gd name="T65" fmla="*/ 78 h 130"/>
                <a:gd name="T66" fmla="*/ 4 w 8"/>
                <a:gd name="T67" fmla="*/ 82 h 130"/>
                <a:gd name="T68" fmla="*/ 4 w 8"/>
                <a:gd name="T69" fmla="*/ 78 h 130"/>
                <a:gd name="T70" fmla="*/ 8 w 8"/>
                <a:gd name="T71" fmla="*/ 88 h 130"/>
                <a:gd name="T72" fmla="*/ 8 w 8"/>
                <a:gd name="T73" fmla="*/ 88 h 130"/>
                <a:gd name="T74" fmla="*/ 8 w 8"/>
                <a:gd name="T75" fmla="*/ 88 h 130"/>
                <a:gd name="T76" fmla="*/ 8 w 8"/>
                <a:gd name="T77" fmla="*/ 114 h 130"/>
                <a:gd name="T78" fmla="*/ 8 w 8"/>
                <a:gd name="T79" fmla="*/ 114 h 130"/>
                <a:gd name="T80" fmla="*/ 0 w 8"/>
                <a:gd name="T81" fmla="*/ 118 h 130"/>
                <a:gd name="T82" fmla="*/ 0 w 8"/>
                <a:gd name="T83" fmla="*/ 114 h 130"/>
                <a:gd name="T84" fmla="*/ 8 w 8"/>
                <a:gd name="T85" fmla="*/ 126 h 130"/>
                <a:gd name="T86" fmla="*/ 8 w 8"/>
                <a:gd name="T87" fmla="*/ 126 h 130"/>
                <a:gd name="T88" fmla="*/ 0 w 8"/>
                <a:gd name="T89" fmla="*/ 130 h 130"/>
                <a:gd name="T90" fmla="*/ 0 w 8"/>
                <a:gd name="T91" fmla="*/ 130 h 130"/>
                <a:gd name="T92" fmla="*/ 0 w 8"/>
                <a:gd name="T93" fmla="*/ 13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 h="130">
                  <a:moveTo>
                    <a:pt x="0" y="0"/>
                  </a:moveTo>
                  <a:lnTo>
                    <a:pt x="0" y="0"/>
                  </a:lnTo>
                  <a:lnTo>
                    <a:pt x="0" y="0"/>
                  </a:lnTo>
                  <a:lnTo>
                    <a:pt x="0" y="0"/>
                  </a:lnTo>
                  <a:lnTo>
                    <a:pt x="0" y="0"/>
                  </a:lnTo>
                  <a:lnTo>
                    <a:pt x="0" y="0"/>
                  </a:lnTo>
                  <a:close/>
                  <a:moveTo>
                    <a:pt x="4" y="2"/>
                  </a:moveTo>
                  <a:lnTo>
                    <a:pt x="4" y="6"/>
                  </a:lnTo>
                  <a:lnTo>
                    <a:pt x="4" y="6"/>
                  </a:lnTo>
                  <a:lnTo>
                    <a:pt x="4" y="6"/>
                  </a:lnTo>
                  <a:lnTo>
                    <a:pt x="4" y="6"/>
                  </a:lnTo>
                  <a:lnTo>
                    <a:pt x="4" y="2"/>
                  </a:lnTo>
                  <a:lnTo>
                    <a:pt x="4" y="2"/>
                  </a:lnTo>
                  <a:lnTo>
                    <a:pt x="4" y="2"/>
                  </a:lnTo>
                  <a:lnTo>
                    <a:pt x="4" y="2"/>
                  </a:lnTo>
                  <a:close/>
                  <a:moveTo>
                    <a:pt x="0" y="10"/>
                  </a:moveTo>
                  <a:lnTo>
                    <a:pt x="0" y="10"/>
                  </a:lnTo>
                  <a:lnTo>
                    <a:pt x="0" y="10"/>
                  </a:lnTo>
                  <a:lnTo>
                    <a:pt x="0" y="10"/>
                  </a:lnTo>
                  <a:lnTo>
                    <a:pt x="0" y="10"/>
                  </a:lnTo>
                  <a:lnTo>
                    <a:pt x="0" y="10"/>
                  </a:lnTo>
                  <a:close/>
                  <a:moveTo>
                    <a:pt x="0" y="18"/>
                  </a:moveTo>
                  <a:lnTo>
                    <a:pt x="0" y="18"/>
                  </a:lnTo>
                  <a:lnTo>
                    <a:pt x="0" y="18"/>
                  </a:lnTo>
                  <a:lnTo>
                    <a:pt x="0" y="18"/>
                  </a:lnTo>
                  <a:lnTo>
                    <a:pt x="0" y="18"/>
                  </a:lnTo>
                  <a:lnTo>
                    <a:pt x="0" y="18"/>
                  </a:lnTo>
                  <a:close/>
                  <a:moveTo>
                    <a:pt x="8" y="22"/>
                  </a:moveTo>
                  <a:lnTo>
                    <a:pt x="8" y="22"/>
                  </a:lnTo>
                  <a:lnTo>
                    <a:pt x="4" y="22"/>
                  </a:lnTo>
                  <a:lnTo>
                    <a:pt x="8" y="22"/>
                  </a:lnTo>
                  <a:lnTo>
                    <a:pt x="8" y="22"/>
                  </a:lnTo>
                  <a:lnTo>
                    <a:pt x="8" y="22"/>
                  </a:lnTo>
                  <a:lnTo>
                    <a:pt x="8" y="22"/>
                  </a:lnTo>
                  <a:close/>
                  <a:moveTo>
                    <a:pt x="8" y="30"/>
                  </a:moveTo>
                  <a:lnTo>
                    <a:pt x="8" y="30"/>
                  </a:lnTo>
                  <a:lnTo>
                    <a:pt x="8" y="30"/>
                  </a:lnTo>
                  <a:lnTo>
                    <a:pt x="8" y="30"/>
                  </a:lnTo>
                  <a:lnTo>
                    <a:pt x="8" y="30"/>
                  </a:lnTo>
                  <a:lnTo>
                    <a:pt x="8" y="30"/>
                  </a:lnTo>
                  <a:lnTo>
                    <a:pt x="8" y="30"/>
                  </a:lnTo>
                  <a:lnTo>
                    <a:pt x="8" y="30"/>
                  </a:lnTo>
                  <a:close/>
                  <a:moveTo>
                    <a:pt x="0" y="36"/>
                  </a:moveTo>
                  <a:lnTo>
                    <a:pt x="0" y="36"/>
                  </a:lnTo>
                  <a:lnTo>
                    <a:pt x="0" y="36"/>
                  </a:lnTo>
                  <a:lnTo>
                    <a:pt x="0" y="36"/>
                  </a:lnTo>
                  <a:lnTo>
                    <a:pt x="0" y="36"/>
                  </a:lnTo>
                  <a:lnTo>
                    <a:pt x="0" y="36"/>
                  </a:lnTo>
                  <a:close/>
                  <a:moveTo>
                    <a:pt x="0" y="44"/>
                  </a:moveTo>
                  <a:lnTo>
                    <a:pt x="0" y="44"/>
                  </a:lnTo>
                  <a:lnTo>
                    <a:pt x="0" y="44"/>
                  </a:lnTo>
                  <a:lnTo>
                    <a:pt x="0" y="44"/>
                  </a:lnTo>
                  <a:lnTo>
                    <a:pt x="0" y="44"/>
                  </a:lnTo>
                  <a:lnTo>
                    <a:pt x="0" y="44"/>
                  </a:lnTo>
                  <a:lnTo>
                    <a:pt x="0" y="44"/>
                  </a:lnTo>
                  <a:lnTo>
                    <a:pt x="0" y="44"/>
                  </a:lnTo>
                  <a:close/>
                  <a:moveTo>
                    <a:pt x="8" y="48"/>
                  </a:moveTo>
                  <a:lnTo>
                    <a:pt x="8" y="48"/>
                  </a:lnTo>
                  <a:lnTo>
                    <a:pt x="8" y="48"/>
                  </a:lnTo>
                  <a:lnTo>
                    <a:pt x="8" y="48"/>
                  </a:lnTo>
                  <a:lnTo>
                    <a:pt x="8" y="48"/>
                  </a:lnTo>
                  <a:lnTo>
                    <a:pt x="8" y="48"/>
                  </a:lnTo>
                  <a:lnTo>
                    <a:pt x="8" y="48"/>
                  </a:lnTo>
                  <a:close/>
                  <a:moveTo>
                    <a:pt x="8" y="62"/>
                  </a:moveTo>
                  <a:lnTo>
                    <a:pt x="8" y="62"/>
                  </a:lnTo>
                  <a:lnTo>
                    <a:pt x="8" y="62"/>
                  </a:lnTo>
                  <a:lnTo>
                    <a:pt x="8" y="62"/>
                  </a:lnTo>
                  <a:lnTo>
                    <a:pt x="8" y="62"/>
                  </a:lnTo>
                  <a:lnTo>
                    <a:pt x="8" y="62"/>
                  </a:lnTo>
                  <a:lnTo>
                    <a:pt x="8" y="62"/>
                  </a:lnTo>
                  <a:lnTo>
                    <a:pt x="8" y="62"/>
                  </a:lnTo>
                  <a:lnTo>
                    <a:pt x="8" y="62"/>
                  </a:lnTo>
                  <a:lnTo>
                    <a:pt x="8" y="62"/>
                  </a:lnTo>
                  <a:lnTo>
                    <a:pt x="8" y="62"/>
                  </a:lnTo>
                  <a:close/>
                  <a:moveTo>
                    <a:pt x="0" y="66"/>
                  </a:moveTo>
                  <a:lnTo>
                    <a:pt x="0" y="66"/>
                  </a:lnTo>
                  <a:lnTo>
                    <a:pt x="0" y="66"/>
                  </a:lnTo>
                  <a:lnTo>
                    <a:pt x="0" y="66"/>
                  </a:lnTo>
                  <a:lnTo>
                    <a:pt x="0" y="66"/>
                  </a:lnTo>
                  <a:lnTo>
                    <a:pt x="0" y="66"/>
                  </a:lnTo>
                  <a:lnTo>
                    <a:pt x="0" y="66"/>
                  </a:lnTo>
                  <a:lnTo>
                    <a:pt x="0" y="66"/>
                  </a:lnTo>
                  <a:lnTo>
                    <a:pt x="0" y="66"/>
                  </a:lnTo>
                  <a:lnTo>
                    <a:pt x="0" y="66"/>
                  </a:lnTo>
                  <a:lnTo>
                    <a:pt x="0" y="66"/>
                  </a:lnTo>
                  <a:lnTo>
                    <a:pt x="0" y="66"/>
                  </a:lnTo>
                  <a:close/>
                  <a:moveTo>
                    <a:pt x="0" y="70"/>
                  </a:moveTo>
                  <a:lnTo>
                    <a:pt x="0" y="70"/>
                  </a:lnTo>
                  <a:lnTo>
                    <a:pt x="0" y="70"/>
                  </a:lnTo>
                  <a:lnTo>
                    <a:pt x="0" y="70"/>
                  </a:lnTo>
                  <a:lnTo>
                    <a:pt x="0" y="70"/>
                  </a:lnTo>
                  <a:lnTo>
                    <a:pt x="0" y="70"/>
                  </a:lnTo>
                  <a:close/>
                  <a:moveTo>
                    <a:pt x="8" y="70"/>
                  </a:moveTo>
                  <a:lnTo>
                    <a:pt x="8" y="70"/>
                  </a:lnTo>
                  <a:lnTo>
                    <a:pt x="8" y="70"/>
                  </a:lnTo>
                  <a:lnTo>
                    <a:pt x="8" y="70"/>
                  </a:lnTo>
                  <a:lnTo>
                    <a:pt x="8" y="70"/>
                  </a:lnTo>
                  <a:lnTo>
                    <a:pt x="8" y="70"/>
                  </a:lnTo>
                  <a:close/>
                  <a:moveTo>
                    <a:pt x="4" y="78"/>
                  </a:moveTo>
                  <a:lnTo>
                    <a:pt x="4" y="78"/>
                  </a:lnTo>
                  <a:lnTo>
                    <a:pt x="4" y="78"/>
                  </a:lnTo>
                  <a:lnTo>
                    <a:pt x="4" y="82"/>
                  </a:lnTo>
                  <a:lnTo>
                    <a:pt x="4" y="78"/>
                  </a:lnTo>
                  <a:lnTo>
                    <a:pt x="4" y="78"/>
                  </a:lnTo>
                  <a:lnTo>
                    <a:pt x="4" y="78"/>
                  </a:lnTo>
                  <a:lnTo>
                    <a:pt x="4" y="78"/>
                  </a:lnTo>
                  <a:close/>
                  <a:moveTo>
                    <a:pt x="8" y="88"/>
                  </a:moveTo>
                  <a:lnTo>
                    <a:pt x="8" y="88"/>
                  </a:lnTo>
                  <a:lnTo>
                    <a:pt x="8" y="88"/>
                  </a:lnTo>
                  <a:lnTo>
                    <a:pt x="8" y="88"/>
                  </a:lnTo>
                  <a:lnTo>
                    <a:pt x="8" y="88"/>
                  </a:lnTo>
                  <a:lnTo>
                    <a:pt x="8" y="88"/>
                  </a:lnTo>
                  <a:lnTo>
                    <a:pt x="8" y="88"/>
                  </a:lnTo>
                  <a:lnTo>
                    <a:pt x="8" y="88"/>
                  </a:lnTo>
                  <a:close/>
                  <a:moveTo>
                    <a:pt x="8" y="114"/>
                  </a:moveTo>
                  <a:lnTo>
                    <a:pt x="8" y="114"/>
                  </a:lnTo>
                  <a:lnTo>
                    <a:pt x="8" y="114"/>
                  </a:lnTo>
                  <a:lnTo>
                    <a:pt x="8" y="114"/>
                  </a:lnTo>
                  <a:lnTo>
                    <a:pt x="8" y="114"/>
                  </a:lnTo>
                  <a:lnTo>
                    <a:pt x="8" y="114"/>
                  </a:lnTo>
                  <a:close/>
                  <a:moveTo>
                    <a:pt x="0" y="114"/>
                  </a:moveTo>
                  <a:lnTo>
                    <a:pt x="0" y="114"/>
                  </a:lnTo>
                  <a:lnTo>
                    <a:pt x="0" y="118"/>
                  </a:lnTo>
                  <a:lnTo>
                    <a:pt x="0" y="114"/>
                  </a:lnTo>
                  <a:lnTo>
                    <a:pt x="0" y="114"/>
                  </a:lnTo>
                  <a:lnTo>
                    <a:pt x="0" y="114"/>
                  </a:lnTo>
                  <a:lnTo>
                    <a:pt x="0" y="114"/>
                  </a:lnTo>
                  <a:close/>
                  <a:moveTo>
                    <a:pt x="8" y="126"/>
                  </a:moveTo>
                  <a:lnTo>
                    <a:pt x="8" y="126"/>
                  </a:lnTo>
                  <a:lnTo>
                    <a:pt x="8" y="126"/>
                  </a:lnTo>
                  <a:lnTo>
                    <a:pt x="8" y="126"/>
                  </a:lnTo>
                  <a:lnTo>
                    <a:pt x="8" y="126"/>
                  </a:lnTo>
                  <a:lnTo>
                    <a:pt x="8" y="126"/>
                  </a:lnTo>
                  <a:lnTo>
                    <a:pt x="8" y="126"/>
                  </a:lnTo>
                  <a:close/>
                  <a:moveTo>
                    <a:pt x="0" y="130"/>
                  </a:moveTo>
                  <a:lnTo>
                    <a:pt x="0" y="130"/>
                  </a:lnTo>
                  <a:lnTo>
                    <a:pt x="0" y="130"/>
                  </a:lnTo>
                  <a:lnTo>
                    <a:pt x="0" y="130"/>
                  </a:lnTo>
                  <a:lnTo>
                    <a:pt x="0" y="130"/>
                  </a:lnTo>
                  <a:lnTo>
                    <a:pt x="0" y="130"/>
                  </a:lnTo>
                  <a:lnTo>
                    <a:pt x="0" y="130"/>
                  </a:lnTo>
                  <a:lnTo>
                    <a:pt x="0" y="130"/>
                  </a:lnTo>
                  <a:lnTo>
                    <a:pt x="0" y="1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0" name="Freeform 41"/>
            <p:cNvSpPr>
              <a:spLocks noChangeAspect="1"/>
            </p:cNvSpPr>
            <p:nvPr/>
          </p:nvSpPr>
          <p:spPr bwMode="gray">
            <a:xfrm>
              <a:off x="6956632" y="2856972"/>
              <a:ext cx="793104" cy="368723"/>
            </a:xfrm>
            <a:custGeom>
              <a:avLst/>
              <a:gdLst>
                <a:gd name="T0" fmla="*/ 400 w 456"/>
                <a:gd name="T1" fmla="*/ 134 h 212"/>
                <a:gd name="T2" fmla="*/ 376 w 456"/>
                <a:gd name="T3" fmla="*/ 142 h 212"/>
                <a:gd name="T4" fmla="*/ 358 w 456"/>
                <a:gd name="T5" fmla="*/ 150 h 212"/>
                <a:gd name="T6" fmla="*/ 336 w 456"/>
                <a:gd name="T7" fmla="*/ 154 h 212"/>
                <a:gd name="T8" fmla="*/ 340 w 456"/>
                <a:gd name="T9" fmla="*/ 176 h 212"/>
                <a:gd name="T10" fmla="*/ 324 w 456"/>
                <a:gd name="T11" fmla="*/ 186 h 212"/>
                <a:gd name="T12" fmla="*/ 310 w 456"/>
                <a:gd name="T13" fmla="*/ 198 h 212"/>
                <a:gd name="T14" fmla="*/ 280 w 456"/>
                <a:gd name="T15" fmla="*/ 198 h 212"/>
                <a:gd name="T16" fmla="*/ 254 w 456"/>
                <a:gd name="T17" fmla="*/ 208 h 212"/>
                <a:gd name="T18" fmla="*/ 228 w 456"/>
                <a:gd name="T19" fmla="*/ 208 h 212"/>
                <a:gd name="T20" fmla="*/ 202 w 456"/>
                <a:gd name="T21" fmla="*/ 198 h 212"/>
                <a:gd name="T22" fmla="*/ 180 w 456"/>
                <a:gd name="T23" fmla="*/ 190 h 212"/>
                <a:gd name="T24" fmla="*/ 152 w 456"/>
                <a:gd name="T25" fmla="*/ 194 h 212"/>
                <a:gd name="T26" fmla="*/ 128 w 456"/>
                <a:gd name="T27" fmla="*/ 190 h 212"/>
                <a:gd name="T28" fmla="*/ 112 w 456"/>
                <a:gd name="T29" fmla="*/ 176 h 212"/>
                <a:gd name="T30" fmla="*/ 98 w 456"/>
                <a:gd name="T31" fmla="*/ 160 h 212"/>
                <a:gd name="T32" fmla="*/ 84 w 456"/>
                <a:gd name="T33" fmla="*/ 150 h 212"/>
                <a:gd name="T34" fmla="*/ 60 w 456"/>
                <a:gd name="T35" fmla="*/ 146 h 212"/>
                <a:gd name="T36" fmla="*/ 42 w 456"/>
                <a:gd name="T37" fmla="*/ 134 h 212"/>
                <a:gd name="T38" fmla="*/ 50 w 456"/>
                <a:gd name="T39" fmla="*/ 112 h 212"/>
                <a:gd name="T40" fmla="*/ 38 w 456"/>
                <a:gd name="T41" fmla="*/ 98 h 212"/>
                <a:gd name="T42" fmla="*/ 28 w 456"/>
                <a:gd name="T43" fmla="*/ 86 h 212"/>
                <a:gd name="T44" fmla="*/ 8 w 456"/>
                <a:gd name="T45" fmla="*/ 74 h 212"/>
                <a:gd name="T46" fmla="*/ 4 w 456"/>
                <a:gd name="T47" fmla="*/ 60 h 212"/>
                <a:gd name="T48" fmla="*/ 20 w 456"/>
                <a:gd name="T49" fmla="*/ 52 h 212"/>
                <a:gd name="T50" fmla="*/ 28 w 456"/>
                <a:gd name="T51" fmla="*/ 48 h 212"/>
                <a:gd name="T52" fmla="*/ 42 w 456"/>
                <a:gd name="T53" fmla="*/ 38 h 212"/>
                <a:gd name="T54" fmla="*/ 56 w 456"/>
                <a:gd name="T55" fmla="*/ 30 h 212"/>
                <a:gd name="T56" fmla="*/ 76 w 456"/>
                <a:gd name="T57" fmla="*/ 26 h 212"/>
                <a:gd name="T58" fmla="*/ 94 w 456"/>
                <a:gd name="T59" fmla="*/ 34 h 212"/>
                <a:gd name="T60" fmla="*/ 110 w 456"/>
                <a:gd name="T61" fmla="*/ 44 h 212"/>
                <a:gd name="T62" fmla="*/ 136 w 456"/>
                <a:gd name="T63" fmla="*/ 48 h 212"/>
                <a:gd name="T64" fmla="*/ 150 w 456"/>
                <a:gd name="T65" fmla="*/ 38 h 212"/>
                <a:gd name="T66" fmla="*/ 146 w 456"/>
                <a:gd name="T67" fmla="*/ 12 h 212"/>
                <a:gd name="T68" fmla="*/ 156 w 456"/>
                <a:gd name="T69" fmla="*/ 4 h 212"/>
                <a:gd name="T70" fmla="*/ 176 w 456"/>
                <a:gd name="T71" fmla="*/ 8 h 212"/>
                <a:gd name="T72" fmla="*/ 198 w 456"/>
                <a:gd name="T73" fmla="*/ 12 h 212"/>
                <a:gd name="T74" fmla="*/ 206 w 456"/>
                <a:gd name="T75" fmla="*/ 30 h 212"/>
                <a:gd name="T76" fmla="*/ 220 w 456"/>
                <a:gd name="T77" fmla="*/ 42 h 212"/>
                <a:gd name="T78" fmla="*/ 242 w 456"/>
                <a:gd name="T79" fmla="*/ 34 h 212"/>
                <a:gd name="T80" fmla="*/ 262 w 456"/>
                <a:gd name="T81" fmla="*/ 38 h 212"/>
                <a:gd name="T82" fmla="*/ 288 w 456"/>
                <a:gd name="T83" fmla="*/ 44 h 212"/>
                <a:gd name="T84" fmla="*/ 306 w 456"/>
                <a:gd name="T85" fmla="*/ 56 h 212"/>
                <a:gd name="T86" fmla="*/ 332 w 456"/>
                <a:gd name="T87" fmla="*/ 60 h 212"/>
                <a:gd name="T88" fmla="*/ 354 w 456"/>
                <a:gd name="T89" fmla="*/ 52 h 212"/>
                <a:gd name="T90" fmla="*/ 370 w 456"/>
                <a:gd name="T91" fmla="*/ 42 h 212"/>
                <a:gd name="T92" fmla="*/ 388 w 456"/>
                <a:gd name="T93" fmla="*/ 42 h 212"/>
                <a:gd name="T94" fmla="*/ 410 w 456"/>
                <a:gd name="T95" fmla="*/ 44 h 212"/>
                <a:gd name="T96" fmla="*/ 400 w 456"/>
                <a:gd name="T97" fmla="*/ 68 h 212"/>
                <a:gd name="T98" fmla="*/ 396 w 456"/>
                <a:gd name="T99" fmla="*/ 86 h 212"/>
                <a:gd name="T100" fmla="*/ 414 w 456"/>
                <a:gd name="T101" fmla="*/ 90 h 212"/>
                <a:gd name="T102" fmla="*/ 436 w 456"/>
                <a:gd name="T103" fmla="*/ 86 h 212"/>
                <a:gd name="T104" fmla="*/ 456 w 456"/>
                <a:gd name="T105" fmla="*/ 104 h 212"/>
                <a:gd name="T106" fmla="*/ 440 w 456"/>
                <a:gd name="T107" fmla="*/ 108 h 212"/>
                <a:gd name="T108" fmla="*/ 422 w 456"/>
                <a:gd name="T109" fmla="*/ 116 h 212"/>
                <a:gd name="T110" fmla="*/ 410 w 456"/>
                <a:gd name="T111" fmla="*/ 1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56" h="212">
                  <a:moveTo>
                    <a:pt x="410" y="120"/>
                  </a:moveTo>
                  <a:lnTo>
                    <a:pt x="406" y="120"/>
                  </a:lnTo>
                  <a:lnTo>
                    <a:pt x="406" y="124"/>
                  </a:lnTo>
                  <a:lnTo>
                    <a:pt x="402" y="128"/>
                  </a:lnTo>
                  <a:lnTo>
                    <a:pt x="402" y="130"/>
                  </a:lnTo>
                  <a:lnTo>
                    <a:pt x="400" y="130"/>
                  </a:lnTo>
                  <a:lnTo>
                    <a:pt x="400" y="134"/>
                  </a:lnTo>
                  <a:lnTo>
                    <a:pt x="396" y="134"/>
                  </a:lnTo>
                  <a:lnTo>
                    <a:pt x="396" y="138"/>
                  </a:lnTo>
                  <a:lnTo>
                    <a:pt x="392" y="138"/>
                  </a:lnTo>
                  <a:lnTo>
                    <a:pt x="388" y="138"/>
                  </a:lnTo>
                  <a:lnTo>
                    <a:pt x="384" y="138"/>
                  </a:lnTo>
                  <a:lnTo>
                    <a:pt x="380" y="138"/>
                  </a:lnTo>
                  <a:lnTo>
                    <a:pt x="376" y="142"/>
                  </a:lnTo>
                  <a:lnTo>
                    <a:pt x="376" y="146"/>
                  </a:lnTo>
                  <a:lnTo>
                    <a:pt x="374" y="146"/>
                  </a:lnTo>
                  <a:lnTo>
                    <a:pt x="370" y="146"/>
                  </a:lnTo>
                  <a:lnTo>
                    <a:pt x="370" y="150"/>
                  </a:lnTo>
                  <a:lnTo>
                    <a:pt x="366" y="150"/>
                  </a:lnTo>
                  <a:lnTo>
                    <a:pt x="362" y="150"/>
                  </a:lnTo>
                  <a:lnTo>
                    <a:pt x="358" y="150"/>
                  </a:lnTo>
                  <a:lnTo>
                    <a:pt x="354" y="150"/>
                  </a:lnTo>
                  <a:lnTo>
                    <a:pt x="350" y="146"/>
                  </a:lnTo>
                  <a:lnTo>
                    <a:pt x="346" y="146"/>
                  </a:lnTo>
                  <a:lnTo>
                    <a:pt x="344" y="146"/>
                  </a:lnTo>
                  <a:lnTo>
                    <a:pt x="340" y="146"/>
                  </a:lnTo>
                  <a:lnTo>
                    <a:pt x="340" y="150"/>
                  </a:lnTo>
                  <a:lnTo>
                    <a:pt x="336" y="154"/>
                  </a:lnTo>
                  <a:lnTo>
                    <a:pt x="336" y="158"/>
                  </a:lnTo>
                  <a:lnTo>
                    <a:pt x="336" y="160"/>
                  </a:lnTo>
                  <a:lnTo>
                    <a:pt x="340" y="164"/>
                  </a:lnTo>
                  <a:lnTo>
                    <a:pt x="344" y="168"/>
                  </a:lnTo>
                  <a:lnTo>
                    <a:pt x="344" y="172"/>
                  </a:lnTo>
                  <a:lnTo>
                    <a:pt x="340" y="172"/>
                  </a:lnTo>
                  <a:lnTo>
                    <a:pt x="340" y="176"/>
                  </a:lnTo>
                  <a:lnTo>
                    <a:pt x="336" y="176"/>
                  </a:lnTo>
                  <a:lnTo>
                    <a:pt x="332" y="176"/>
                  </a:lnTo>
                  <a:lnTo>
                    <a:pt x="332" y="180"/>
                  </a:lnTo>
                  <a:lnTo>
                    <a:pt x="328" y="180"/>
                  </a:lnTo>
                  <a:lnTo>
                    <a:pt x="328" y="184"/>
                  </a:lnTo>
                  <a:lnTo>
                    <a:pt x="324" y="184"/>
                  </a:lnTo>
                  <a:lnTo>
                    <a:pt x="324" y="186"/>
                  </a:lnTo>
                  <a:lnTo>
                    <a:pt x="320" y="186"/>
                  </a:lnTo>
                  <a:lnTo>
                    <a:pt x="320" y="190"/>
                  </a:lnTo>
                  <a:lnTo>
                    <a:pt x="318" y="190"/>
                  </a:lnTo>
                  <a:lnTo>
                    <a:pt x="318" y="194"/>
                  </a:lnTo>
                  <a:lnTo>
                    <a:pt x="314" y="194"/>
                  </a:lnTo>
                  <a:lnTo>
                    <a:pt x="310" y="194"/>
                  </a:lnTo>
                  <a:lnTo>
                    <a:pt x="310" y="198"/>
                  </a:lnTo>
                  <a:lnTo>
                    <a:pt x="306" y="198"/>
                  </a:lnTo>
                  <a:lnTo>
                    <a:pt x="302" y="198"/>
                  </a:lnTo>
                  <a:lnTo>
                    <a:pt x="298" y="198"/>
                  </a:lnTo>
                  <a:lnTo>
                    <a:pt x="294" y="198"/>
                  </a:lnTo>
                  <a:lnTo>
                    <a:pt x="290" y="198"/>
                  </a:lnTo>
                  <a:lnTo>
                    <a:pt x="284" y="198"/>
                  </a:lnTo>
                  <a:lnTo>
                    <a:pt x="280" y="198"/>
                  </a:lnTo>
                  <a:lnTo>
                    <a:pt x="276" y="198"/>
                  </a:lnTo>
                  <a:lnTo>
                    <a:pt x="272" y="198"/>
                  </a:lnTo>
                  <a:lnTo>
                    <a:pt x="268" y="198"/>
                  </a:lnTo>
                  <a:lnTo>
                    <a:pt x="264" y="200"/>
                  </a:lnTo>
                  <a:lnTo>
                    <a:pt x="262" y="204"/>
                  </a:lnTo>
                  <a:lnTo>
                    <a:pt x="258" y="204"/>
                  </a:lnTo>
                  <a:lnTo>
                    <a:pt x="254" y="208"/>
                  </a:lnTo>
                  <a:lnTo>
                    <a:pt x="250" y="208"/>
                  </a:lnTo>
                  <a:lnTo>
                    <a:pt x="246" y="208"/>
                  </a:lnTo>
                  <a:lnTo>
                    <a:pt x="242" y="212"/>
                  </a:lnTo>
                  <a:lnTo>
                    <a:pt x="238" y="212"/>
                  </a:lnTo>
                  <a:lnTo>
                    <a:pt x="238" y="208"/>
                  </a:lnTo>
                  <a:lnTo>
                    <a:pt x="232" y="208"/>
                  </a:lnTo>
                  <a:lnTo>
                    <a:pt x="228" y="208"/>
                  </a:lnTo>
                  <a:lnTo>
                    <a:pt x="220" y="208"/>
                  </a:lnTo>
                  <a:lnTo>
                    <a:pt x="220" y="204"/>
                  </a:lnTo>
                  <a:lnTo>
                    <a:pt x="216" y="204"/>
                  </a:lnTo>
                  <a:lnTo>
                    <a:pt x="212" y="200"/>
                  </a:lnTo>
                  <a:lnTo>
                    <a:pt x="208" y="200"/>
                  </a:lnTo>
                  <a:lnTo>
                    <a:pt x="202" y="200"/>
                  </a:lnTo>
                  <a:lnTo>
                    <a:pt x="202" y="198"/>
                  </a:lnTo>
                  <a:lnTo>
                    <a:pt x="198" y="194"/>
                  </a:lnTo>
                  <a:lnTo>
                    <a:pt x="194" y="194"/>
                  </a:lnTo>
                  <a:lnTo>
                    <a:pt x="190" y="194"/>
                  </a:lnTo>
                  <a:lnTo>
                    <a:pt x="186" y="194"/>
                  </a:lnTo>
                  <a:lnTo>
                    <a:pt x="186" y="190"/>
                  </a:lnTo>
                  <a:lnTo>
                    <a:pt x="182" y="190"/>
                  </a:lnTo>
                  <a:lnTo>
                    <a:pt x="180" y="190"/>
                  </a:lnTo>
                  <a:lnTo>
                    <a:pt x="176" y="194"/>
                  </a:lnTo>
                  <a:lnTo>
                    <a:pt x="172" y="194"/>
                  </a:lnTo>
                  <a:lnTo>
                    <a:pt x="168" y="194"/>
                  </a:lnTo>
                  <a:lnTo>
                    <a:pt x="164" y="194"/>
                  </a:lnTo>
                  <a:lnTo>
                    <a:pt x="160" y="194"/>
                  </a:lnTo>
                  <a:lnTo>
                    <a:pt x="156" y="194"/>
                  </a:lnTo>
                  <a:lnTo>
                    <a:pt x="152" y="194"/>
                  </a:lnTo>
                  <a:lnTo>
                    <a:pt x="150" y="194"/>
                  </a:lnTo>
                  <a:lnTo>
                    <a:pt x="146" y="190"/>
                  </a:lnTo>
                  <a:lnTo>
                    <a:pt x="142" y="190"/>
                  </a:lnTo>
                  <a:lnTo>
                    <a:pt x="138" y="190"/>
                  </a:lnTo>
                  <a:lnTo>
                    <a:pt x="136" y="190"/>
                  </a:lnTo>
                  <a:lnTo>
                    <a:pt x="132" y="190"/>
                  </a:lnTo>
                  <a:lnTo>
                    <a:pt x="128" y="190"/>
                  </a:lnTo>
                  <a:lnTo>
                    <a:pt x="124" y="190"/>
                  </a:lnTo>
                  <a:lnTo>
                    <a:pt x="124" y="186"/>
                  </a:lnTo>
                  <a:lnTo>
                    <a:pt x="120" y="184"/>
                  </a:lnTo>
                  <a:lnTo>
                    <a:pt x="116" y="184"/>
                  </a:lnTo>
                  <a:lnTo>
                    <a:pt x="116" y="180"/>
                  </a:lnTo>
                  <a:lnTo>
                    <a:pt x="116" y="176"/>
                  </a:lnTo>
                  <a:lnTo>
                    <a:pt x="112" y="176"/>
                  </a:lnTo>
                  <a:lnTo>
                    <a:pt x="112" y="172"/>
                  </a:lnTo>
                  <a:lnTo>
                    <a:pt x="112" y="168"/>
                  </a:lnTo>
                  <a:lnTo>
                    <a:pt x="112" y="164"/>
                  </a:lnTo>
                  <a:lnTo>
                    <a:pt x="110" y="164"/>
                  </a:lnTo>
                  <a:lnTo>
                    <a:pt x="110" y="160"/>
                  </a:lnTo>
                  <a:lnTo>
                    <a:pt x="106" y="160"/>
                  </a:lnTo>
                  <a:lnTo>
                    <a:pt x="98" y="160"/>
                  </a:lnTo>
                  <a:lnTo>
                    <a:pt x="98" y="158"/>
                  </a:lnTo>
                  <a:lnTo>
                    <a:pt x="94" y="158"/>
                  </a:lnTo>
                  <a:lnTo>
                    <a:pt x="94" y="154"/>
                  </a:lnTo>
                  <a:lnTo>
                    <a:pt x="90" y="154"/>
                  </a:lnTo>
                  <a:lnTo>
                    <a:pt x="90" y="150"/>
                  </a:lnTo>
                  <a:lnTo>
                    <a:pt x="86" y="150"/>
                  </a:lnTo>
                  <a:lnTo>
                    <a:pt x="84" y="150"/>
                  </a:lnTo>
                  <a:lnTo>
                    <a:pt x="84" y="146"/>
                  </a:lnTo>
                  <a:lnTo>
                    <a:pt x="80" y="146"/>
                  </a:lnTo>
                  <a:lnTo>
                    <a:pt x="76" y="146"/>
                  </a:lnTo>
                  <a:lnTo>
                    <a:pt x="72" y="146"/>
                  </a:lnTo>
                  <a:lnTo>
                    <a:pt x="68" y="146"/>
                  </a:lnTo>
                  <a:lnTo>
                    <a:pt x="64" y="146"/>
                  </a:lnTo>
                  <a:lnTo>
                    <a:pt x="60" y="146"/>
                  </a:lnTo>
                  <a:lnTo>
                    <a:pt x="54" y="146"/>
                  </a:lnTo>
                  <a:lnTo>
                    <a:pt x="54" y="142"/>
                  </a:lnTo>
                  <a:lnTo>
                    <a:pt x="50" y="142"/>
                  </a:lnTo>
                  <a:lnTo>
                    <a:pt x="46" y="142"/>
                  </a:lnTo>
                  <a:lnTo>
                    <a:pt x="46" y="138"/>
                  </a:lnTo>
                  <a:lnTo>
                    <a:pt x="42" y="138"/>
                  </a:lnTo>
                  <a:lnTo>
                    <a:pt x="42" y="134"/>
                  </a:lnTo>
                  <a:lnTo>
                    <a:pt x="42" y="130"/>
                  </a:lnTo>
                  <a:lnTo>
                    <a:pt x="46" y="128"/>
                  </a:lnTo>
                  <a:lnTo>
                    <a:pt x="46" y="124"/>
                  </a:lnTo>
                  <a:lnTo>
                    <a:pt x="46" y="120"/>
                  </a:lnTo>
                  <a:lnTo>
                    <a:pt x="50" y="116"/>
                  </a:lnTo>
                  <a:lnTo>
                    <a:pt x="46" y="112"/>
                  </a:lnTo>
                  <a:lnTo>
                    <a:pt x="50" y="112"/>
                  </a:lnTo>
                  <a:lnTo>
                    <a:pt x="46" y="112"/>
                  </a:lnTo>
                  <a:lnTo>
                    <a:pt x="46" y="108"/>
                  </a:lnTo>
                  <a:lnTo>
                    <a:pt x="46" y="104"/>
                  </a:lnTo>
                  <a:lnTo>
                    <a:pt x="42" y="104"/>
                  </a:lnTo>
                  <a:lnTo>
                    <a:pt x="42" y="100"/>
                  </a:lnTo>
                  <a:lnTo>
                    <a:pt x="38" y="100"/>
                  </a:lnTo>
                  <a:lnTo>
                    <a:pt x="38" y="98"/>
                  </a:lnTo>
                  <a:lnTo>
                    <a:pt x="38" y="94"/>
                  </a:lnTo>
                  <a:lnTo>
                    <a:pt x="38" y="90"/>
                  </a:lnTo>
                  <a:lnTo>
                    <a:pt x="34" y="90"/>
                  </a:lnTo>
                  <a:lnTo>
                    <a:pt x="34" y="86"/>
                  </a:lnTo>
                  <a:lnTo>
                    <a:pt x="30" y="86"/>
                  </a:lnTo>
                  <a:lnTo>
                    <a:pt x="30" y="90"/>
                  </a:lnTo>
                  <a:lnTo>
                    <a:pt x="28" y="86"/>
                  </a:lnTo>
                  <a:lnTo>
                    <a:pt x="24" y="86"/>
                  </a:lnTo>
                  <a:lnTo>
                    <a:pt x="20" y="86"/>
                  </a:lnTo>
                  <a:lnTo>
                    <a:pt x="20" y="82"/>
                  </a:lnTo>
                  <a:lnTo>
                    <a:pt x="16" y="82"/>
                  </a:lnTo>
                  <a:lnTo>
                    <a:pt x="12" y="82"/>
                  </a:lnTo>
                  <a:lnTo>
                    <a:pt x="12" y="78"/>
                  </a:lnTo>
                  <a:lnTo>
                    <a:pt x="8" y="74"/>
                  </a:lnTo>
                  <a:lnTo>
                    <a:pt x="4" y="74"/>
                  </a:lnTo>
                  <a:lnTo>
                    <a:pt x="4" y="72"/>
                  </a:lnTo>
                  <a:lnTo>
                    <a:pt x="0" y="68"/>
                  </a:lnTo>
                  <a:lnTo>
                    <a:pt x="4" y="64"/>
                  </a:lnTo>
                  <a:lnTo>
                    <a:pt x="0" y="64"/>
                  </a:lnTo>
                  <a:lnTo>
                    <a:pt x="0" y="60"/>
                  </a:lnTo>
                  <a:lnTo>
                    <a:pt x="4" y="60"/>
                  </a:lnTo>
                  <a:lnTo>
                    <a:pt x="8" y="60"/>
                  </a:lnTo>
                  <a:lnTo>
                    <a:pt x="4" y="56"/>
                  </a:lnTo>
                  <a:lnTo>
                    <a:pt x="8" y="56"/>
                  </a:lnTo>
                  <a:lnTo>
                    <a:pt x="12" y="56"/>
                  </a:lnTo>
                  <a:lnTo>
                    <a:pt x="16" y="56"/>
                  </a:lnTo>
                  <a:lnTo>
                    <a:pt x="16" y="52"/>
                  </a:lnTo>
                  <a:lnTo>
                    <a:pt x="20" y="52"/>
                  </a:lnTo>
                  <a:lnTo>
                    <a:pt x="20" y="56"/>
                  </a:lnTo>
                  <a:lnTo>
                    <a:pt x="20" y="52"/>
                  </a:lnTo>
                  <a:lnTo>
                    <a:pt x="24" y="52"/>
                  </a:lnTo>
                  <a:lnTo>
                    <a:pt x="28" y="52"/>
                  </a:lnTo>
                  <a:lnTo>
                    <a:pt x="28" y="48"/>
                  </a:lnTo>
                  <a:lnTo>
                    <a:pt x="30" y="48"/>
                  </a:lnTo>
                  <a:lnTo>
                    <a:pt x="28" y="48"/>
                  </a:lnTo>
                  <a:lnTo>
                    <a:pt x="28" y="44"/>
                  </a:lnTo>
                  <a:lnTo>
                    <a:pt x="30" y="44"/>
                  </a:lnTo>
                  <a:lnTo>
                    <a:pt x="34" y="44"/>
                  </a:lnTo>
                  <a:lnTo>
                    <a:pt x="34" y="42"/>
                  </a:lnTo>
                  <a:lnTo>
                    <a:pt x="38" y="42"/>
                  </a:lnTo>
                  <a:lnTo>
                    <a:pt x="38" y="38"/>
                  </a:lnTo>
                  <a:lnTo>
                    <a:pt x="42" y="38"/>
                  </a:lnTo>
                  <a:lnTo>
                    <a:pt x="42" y="42"/>
                  </a:lnTo>
                  <a:lnTo>
                    <a:pt x="42" y="38"/>
                  </a:lnTo>
                  <a:lnTo>
                    <a:pt x="46" y="38"/>
                  </a:lnTo>
                  <a:lnTo>
                    <a:pt x="46" y="34"/>
                  </a:lnTo>
                  <a:lnTo>
                    <a:pt x="50" y="34"/>
                  </a:lnTo>
                  <a:lnTo>
                    <a:pt x="54" y="34"/>
                  </a:lnTo>
                  <a:lnTo>
                    <a:pt x="56" y="30"/>
                  </a:lnTo>
                  <a:lnTo>
                    <a:pt x="60" y="30"/>
                  </a:lnTo>
                  <a:lnTo>
                    <a:pt x="64" y="30"/>
                  </a:lnTo>
                  <a:lnTo>
                    <a:pt x="64" y="26"/>
                  </a:lnTo>
                  <a:lnTo>
                    <a:pt x="68" y="26"/>
                  </a:lnTo>
                  <a:lnTo>
                    <a:pt x="72" y="30"/>
                  </a:lnTo>
                  <a:lnTo>
                    <a:pt x="72" y="26"/>
                  </a:lnTo>
                  <a:lnTo>
                    <a:pt x="76" y="26"/>
                  </a:lnTo>
                  <a:lnTo>
                    <a:pt x="76" y="30"/>
                  </a:lnTo>
                  <a:lnTo>
                    <a:pt x="80" y="30"/>
                  </a:lnTo>
                  <a:lnTo>
                    <a:pt x="84" y="30"/>
                  </a:lnTo>
                  <a:lnTo>
                    <a:pt x="86" y="30"/>
                  </a:lnTo>
                  <a:lnTo>
                    <a:pt x="90" y="30"/>
                  </a:lnTo>
                  <a:lnTo>
                    <a:pt x="94" y="30"/>
                  </a:lnTo>
                  <a:lnTo>
                    <a:pt x="94" y="34"/>
                  </a:lnTo>
                  <a:lnTo>
                    <a:pt x="94" y="38"/>
                  </a:lnTo>
                  <a:lnTo>
                    <a:pt x="94" y="42"/>
                  </a:lnTo>
                  <a:lnTo>
                    <a:pt x="98" y="42"/>
                  </a:lnTo>
                  <a:lnTo>
                    <a:pt x="98" y="44"/>
                  </a:lnTo>
                  <a:lnTo>
                    <a:pt x="102" y="42"/>
                  </a:lnTo>
                  <a:lnTo>
                    <a:pt x="106" y="44"/>
                  </a:lnTo>
                  <a:lnTo>
                    <a:pt x="110" y="44"/>
                  </a:lnTo>
                  <a:lnTo>
                    <a:pt x="112" y="44"/>
                  </a:lnTo>
                  <a:lnTo>
                    <a:pt x="116" y="44"/>
                  </a:lnTo>
                  <a:lnTo>
                    <a:pt x="120" y="44"/>
                  </a:lnTo>
                  <a:lnTo>
                    <a:pt x="124" y="44"/>
                  </a:lnTo>
                  <a:lnTo>
                    <a:pt x="128" y="44"/>
                  </a:lnTo>
                  <a:lnTo>
                    <a:pt x="132" y="44"/>
                  </a:lnTo>
                  <a:lnTo>
                    <a:pt x="136" y="48"/>
                  </a:lnTo>
                  <a:lnTo>
                    <a:pt x="138" y="48"/>
                  </a:lnTo>
                  <a:lnTo>
                    <a:pt x="138" y="44"/>
                  </a:lnTo>
                  <a:lnTo>
                    <a:pt x="142" y="44"/>
                  </a:lnTo>
                  <a:lnTo>
                    <a:pt x="146" y="44"/>
                  </a:lnTo>
                  <a:lnTo>
                    <a:pt x="146" y="42"/>
                  </a:lnTo>
                  <a:lnTo>
                    <a:pt x="150" y="42"/>
                  </a:lnTo>
                  <a:lnTo>
                    <a:pt x="150" y="38"/>
                  </a:lnTo>
                  <a:lnTo>
                    <a:pt x="150" y="34"/>
                  </a:lnTo>
                  <a:lnTo>
                    <a:pt x="146" y="30"/>
                  </a:lnTo>
                  <a:lnTo>
                    <a:pt x="146" y="26"/>
                  </a:lnTo>
                  <a:lnTo>
                    <a:pt x="142" y="22"/>
                  </a:lnTo>
                  <a:lnTo>
                    <a:pt x="146" y="18"/>
                  </a:lnTo>
                  <a:lnTo>
                    <a:pt x="146" y="14"/>
                  </a:lnTo>
                  <a:lnTo>
                    <a:pt x="146" y="12"/>
                  </a:lnTo>
                  <a:lnTo>
                    <a:pt x="150" y="12"/>
                  </a:lnTo>
                  <a:lnTo>
                    <a:pt x="150" y="14"/>
                  </a:lnTo>
                  <a:lnTo>
                    <a:pt x="150" y="12"/>
                  </a:lnTo>
                  <a:lnTo>
                    <a:pt x="150" y="8"/>
                  </a:lnTo>
                  <a:lnTo>
                    <a:pt x="152" y="8"/>
                  </a:lnTo>
                  <a:lnTo>
                    <a:pt x="156" y="8"/>
                  </a:lnTo>
                  <a:lnTo>
                    <a:pt x="156" y="4"/>
                  </a:lnTo>
                  <a:lnTo>
                    <a:pt x="156" y="0"/>
                  </a:lnTo>
                  <a:lnTo>
                    <a:pt x="160" y="0"/>
                  </a:lnTo>
                  <a:lnTo>
                    <a:pt x="164" y="4"/>
                  </a:lnTo>
                  <a:lnTo>
                    <a:pt x="168" y="4"/>
                  </a:lnTo>
                  <a:lnTo>
                    <a:pt x="172" y="4"/>
                  </a:lnTo>
                  <a:lnTo>
                    <a:pt x="172" y="8"/>
                  </a:lnTo>
                  <a:lnTo>
                    <a:pt x="176" y="8"/>
                  </a:lnTo>
                  <a:lnTo>
                    <a:pt x="180" y="8"/>
                  </a:lnTo>
                  <a:lnTo>
                    <a:pt x="182" y="8"/>
                  </a:lnTo>
                  <a:lnTo>
                    <a:pt x="186" y="12"/>
                  </a:lnTo>
                  <a:lnTo>
                    <a:pt x="190" y="12"/>
                  </a:lnTo>
                  <a:lnTo>
                    <a:pt x="194" y="14"/>
                  </a:lnTo>
                  <a:lnTo>
                    <a:pt x="194" y="12"/>
                  </a:lnTo>
                  <a:lnTo>
                    <a:pt x="198" y="12"/>
                  </a:lnTo>
                  <a:lnTo>
                    <a:pt x="198" y="14"/>
                  </a:lnTo>
                  <a:lnTo>
                    <a:pt x="202" y="14"/>
                  </a:lnTo>
                  <a:lnTo>
                    <a:pt x="206" y="14"/>
                  </a:lnTo>
                  <a:lnTo>
                    <a:pt x="206" y="18"/>
                  </a:lnTo>
                  <a:lnTo>
                    <a:pt x="206" y="22"/>
                  </a:lnTo>
                  <a:lnTo>
                    <a:pt x="206" y="26"/>
                  </a:lnTo>
                  <a:lnTo>
                    <a:pt x="206" y="30"/>
                  </a:lnTo>
                  <a:lnTo>
                    <a:pt x="206" y="34"/>
                  </a:lnTo>
                  <a:lnTo>
                    <a:pt x="208" y="34"/>
                  </a:lnTo>
                  <a:lnTo>
                    <a:pt x="212" y="34"/>
                  </a:lnTo>
                  <a:lnTo>
                    <a:pt x="212" y="38"/>
                  </a:lnTo>
                  <a:lnTo>
                    <a:pt x="216" y="38"/>
                  </a:lnTo>
                  <a:lnTo>
                    <a:pt x="220" y="38"/>
                  </a:lnTo>
                  <a:lnTo>
                    <a:pt x="220" y="42"/>
                  </a:lnTo>
                  <a:lnTo>
                    <a:pt x="224" y="42"/>
                  </a:lnTo>
                  <a:lnTo>
                    <a:pt x="228" y="42"/>
                  </a:lnTo>
                  <a:lnTo>
                    <a:pt x="232" y="42"/>
                  </a:lnTo>
                  <a:lnTo>
                    <a:pt x="236" y="42"/>
                  </a:lnTo>
                  <a:lnTo>
                    <a:pt x="236" y="38"/>
                  </a:lnTo>
                  <a:lnTo>
                    <a:pt x="238" y="38"/>
                  </a:lnTo>
                  <a:lnTo>
                    <a:pt x="242" y="34"/>
                  </a:lnTo>
                  <a:lnTo>
                    <a:pt x="246" y="38"/>
                  </a:lnTo>
                  <a:lnTo>
                    <a:pt x="246" y="34"/>
                  </a:lnTo>
                  <a:lnTo>
                    <a:pt x="250" y="34"/>
                  </a:lnTo>
                  <a:lnTo>
                    <a:pt x="254" y="34"/>
                  </a:lnTo>
                  <a:lnTo>
                    <a:pt x="258" y="34"/>
                  </a:lnTo>
                  <a:lnTo>
                    <a:pt x="258" y="38"/>
                  </a:lnTo>
                  <a:lnTo>
                    <a:pt x="262" y="38"/>
                  </a:lnTo>
                  <a:lnTo>
                    <a:pt x="264" y="38"/>
                  </a:lnTo>
                  <a:lnTo>
                    <a:pt x="268" y="38"/>
                  </a:lnTo>
                  <a:lnTo>
                    <a:pt x="272" y="42"/>
                  </a:lnTo>
                  <a:lnTo>
                    <a:pt x="276" y="44"/>
                  </a:lnTo>
                  <a:lnTo>
                    <a:pt x="280" y="44"/>
                  </a:lnTo>
                  <a:lnTo>
                    <a:pt x="284" y="44"/>
                  </a:lnTo>
                  <a:lnTo>
                    <a:pt x="288" y="44"/>
                  </a:lnTo>
                  <a:lnTo>
                    <a:pt x="288" y="48"/>
                  </a:lnTo>
                  <a:lnTo>
                    <a:pt x="288" y="52"/>
                  </a:lnTo>
                  <a:lnTo>
                    <a:pt x="290" y="56"/>
                  </a:lnTo>
                  <a:lnTo>
                    <a:pt x="294" y="56"/>
                  </a:lnTo>
                  <a:lnTo>
                    <a:pt x="298" y="56"/>
                  </a:lnTo>
                  <a:lnTo>
                    <a:pt x="302" y="56"/>
                  </a:lnTo>
                  <a:lnTo>
                    <a:pt x="306" y="56"/>
                  </a:lnTo>
                  <a:lnTo>
                    <a:pt x="310" y="60"/>
                  </a:lnTo>
                  <a:lnTo>
                    <a:pt x="314" y="60"/>
                  </a:lnTo>
                  <a:lnTo>
                    <a:pt x="318" y="60"/>
                  </a:lnTo>
                  <a:lnTo>
                    <a:pt x="320" y="60"/>
                  </a:lnTo>
                  <a:lnTo>
                    <a:pt x="324" y="60"/>
                  </a:lnTo>
                  <a:lnTo>
                    <a:pt x="328" y="60"/>
                  </a:lnTo>
                  <a:lnTo>
                    <a:pt x="332" y="60"/>
                  </a:lnTo>
                  <a:lnTo>
                    <a:pt x="332" y="56"/>
                  </a:lnTo>
                  <a:lnTo>
                    <a:pt x="336" y="56"/>
                  </a:lnTo>
                  <a:lnTo>
                    <a:pt x="340" y="56"/>
                  </a:lnTo>
                  <a:lnTo>
                    <a:pt x="344" y="56"/>
                  </a:lnTo>
                  <a:lnTo>
                    <a:pt x="346" y="56"/>
                  </a:lnTo>
                  <a:lnTo>
                    <a:pt x="350" y="52"/>
                  </a:lnTo>
                  <a:lnTo>
                    <a:pt x="354" y="52"/>
                  </a:lnTo>
                  <a:lnTo>
                    <a:pt x="354" y="56"/>
                  </a:lnTo>
                  <a:lnTo>
                    <a:pt x="354" y="52"/>
                  </a:lnTo>
                  <a:lnTo>
                    <a:pt x="358" y="52"/>
                  </a:lnTo>
                  <a:lnTo>
                    <a:pt x="362" y="48"/>
                  </a:lnTo>
                  <a:lnTo>
                    <a:pt x="362" y="44"/>
                  </a:lnTo>
                  <a:lnTo>
                    <a:pt x="366" y="44"/>
                  </a:lnTo>
                  <a:lnTo>
                    <a:pt x="370" y="42"/>
                  </a:lnTo>
                  <a:lnTo>
                    <a:pt x="374" y="42"/>
                  </a:lnTo>
                  <a:lnTo>
                    <a:pt x="374" y="38"/>
                  </a:lnTo>
                  <a:lnTo>
                    <a:pt x="376" y="38"/>
                  </a:lnTo>
                  <a:lnTo>
                    <a:pt x="380" y="38"/>
                  </a:lnTo>
                  <a:lnTo>
                    <a:pt x="384" y="38"/>
                  </a:lnTo>
                  <a:lnTo>
                    <a:pt x="384" y="42"/>
                  </a:lnTo>
                  <a:lnTo>
                    <a:pt x="388" y="42"/>
                  </a:lnTo>
                  <a:lnTo>
                    <a:pt x="388" y="44"/>
                  </a:lnTo>
                  <a:lnTo>
                    <a:pt x="392" y="44"/>
                  </a:lnTo>
                  <a:lnTo>
                    <a:pt x="396" y="44"/>
                  </a:lnTo>
                  <a:lnTo>
                    <a:pt x="400" y="44"/>
                  </a:lnTo>
                  <a:lnTo>
                    <a:pt x="402" y="44"/>
                  </a:lnTo>
                  <a:lnTo>
                    <a:pt x="406" y="44"/>
                  </a:lnTo>
                  <a:lnTo>
                    <a:pt x="410" y="44"/>
                  </a:lnTo>
                  <a:lnTo>
                    <a:pt x="410" y="48"/>
                  </a:lnTo>
                  <a:lnTo>
                    <a:pt x="406" y="52"/>
                  </a:lnTo>
                  <a:lnTo>
                    <a:pt x="406" y="56"/>
                  </a:lnTo>
                  <a:lnTo>
                    <a:pt x="406" y="60"/>
                  </a:lnTo>
                  <a:lnTo>
                    <a:pt x="402" y="60"/>
                  </a:lnTo>
                  <a:lnTo>
                    <a:pt x="402" y="64"/>
                  </a:lnTo>
                  <a:lnTo>
                    <a:pt x="400" y="68"/>
                  </a:lnTo>
                  <a:lnTo>
                    <a:pt x="402" y="68"/>
                  </a:lnTo>
                  <a:lnTo>
                    <a:pt x="400" y="72"/>
                  </a:lnTo>
                  <a:lnTo>
                    <a:pt x="396" y="74"/>
                  </a:lnTo>
                  <a:lnTo>
                    <a:pt x="400" y="78"/>
                  </a:lnTo>
                  <a:lnTo>
                    <a:pt x="396" y="82"/>
                  </a:lnTo>
                  <a:lnTo>
                    <a:pt x="392" y="82"/>
                  </a:lnTo>
                  <a:lnTo>
                    <a:pt x="396" y="86"/>
                  </a:lnTo>
                  <a:lnTo>
                    <a:pt x="400" y="90"/>
                  </a:lnTo>
                  <a:lnTo>
                    <a:pt x="402" y="90"/>
                  </a:lnTo>
                  <a:lnTo>
                    <a:pt x="402" y="86"/>
                  </a:lnTo>
                  <a:lnTo>
                    <a:pt x="406" y="90"/>
                  </a:lnTo>
                  <a:lnTo>
                    <a:pt x="410" y="86"/>
                  </a:lnTo>
                  <a:lnTo>
                    <a:pt x="414" y="86"/>
                  </a:lnTo>
                  <a:lnTo>
                    <a:pt x="414" y="90"/>
                  </a:lnTo>
                  <a:lnTo>
                    <a:pt x="418" y="94"/>
                  </a:lnTo>
                  <a:lnTo>
                    <a:pt x="422" y="90"/>
                  </a:lnTo>
                  <a:lnTo>
                    <a:pt x="422" y="86"/>
                  </a:lnTo>
                  <a:lnTo>
                    <a:pt x="426" y="86"/>
                  </a:lnTo>
                  <a:lnTo>
                    <a:pt x="428" y="86"/>
                  </a:lnTo>
                  <a:lnTo>
                    <a:pt x="432" y="86"/>
                  </a:lnTo>
                  <a:lnTo>
                    <a:pt x="436" y="86"/>
                  </a:lnTo>
                  <a:lnTo>
                    <a:pt x="440" y="90"/>
                  </a:lnTo>
                  <a:lnTo>
                    <a:pt x="444" y="94"/>
                  </a:lnTo>
                  <a:lnTo>
                    <a:pt x="448" y="94"/>
                  </a:lnTo>
                  <a:lnTo>
                    <a:pt x="448" y="98"/>
                  </a:lnTo>
                  <a:lnTo>
                    <a:pt x="448" y="100"/>
                  </a:lnTo>
                  <a:lnTo>
                    <a:pt x="452" y="100"/>
                  </a:lnTo>
                  <a:lnTo>
                    <a:pt x="456" y="104"/>
                  </a:lnTo>
                  <a:lnTo>
                    <a:pt x="456" y="108"/>
                  </a:lnTo>
                  <a:lnTo>
                    <a:pt x="456" y="112"/>
                  </a:lnTo>
                  <a:lnTo>
                    <a:pt x="452" y="112"/>
                  </a:lnTo>
                  <a:lnTo>
                    <a:pt x="448" y="112"/>
                  </a:lnTo>
                  <a:lnTo>
                    <a:pt x="444" y="112"/>
                  </a:lnTo>
                  <a:lnTo>
                    <a:pt x="440" y="112"/>
                  </a:lnTo>
                  <a:lnTo>
                    <a:pt x="440" y="108"/>
                  </a:lnTo>
                  <a:lnTo>
                    <a:pt x="440" y="112"/>
                  </a:lnTo>
                  <a:lnTo>
                    <a:pt x="436" y="112"/>
                  </a:lnTo>
                  <a:lnTo>
                    <a:pt x="432" y="112"/>
                  </a:lnTo>
                  <a:lnTo>
                    <a:pt x="428" y="112"/>
                  </a:lnTo>
                  <a:lnTo>
                    <a:pt x="426" y="112"/>
                  </a:lnTo>
                  <a:lnTo>
                    <a:pt x="426" y="116"/>
                  </a:lnTo>
                  <a:lnTo>
                    <a:pt x="422" y="116"/>
                  </a:lnTo>
                  <a:lnTo>
                    <a:pt x="422" y="112"/>
                  </a:lnTo>
                  <a:lnTo>
                    <a:pt x="422" y="116"/>
                  </a:lnTo>
                  <a:lnTo>
                    <a:pt x="418" y="116"/>
                  </a:lnTo>
                  <a:lnTo>
                    <a:pt x="418" y="120"/>
                  </a:lnTo>
                  <a:lnTo>
                    <a:pt x="414" y="120"/>
                  </a:lnTo>
                  <a:lnTo>
                    <a:pt x="410" y="120"/>
                  </a:lnTo>
                  <a:lnTo>
                    <a:pt x="410" y="120"/>
                  </a:lnTo>
                  <a:lnTo>
                    <a:pt x="41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1" name="Freeform 42"/>
            <p:cNvSpPr>
              <a:spLocks noChangeAspect="1" noEditPoints="1"/>
            </p:cNvSpPr>
            <p:nvPr/>
          </p:nvSpPr>
          <p:spPr bwMode="gray">
            <a:xfrm>
              <a:off x="7067945" y="3653553"/>
              <a:ext cx="219147" cy="570476"/>
            </a:xfrm>
            <a:custGeom>
              <a:avLst/>
              <a:gdLst>
                <a:gd name="T0" fmla="*/ 88 w 126"/>
                <a:gd name="T1" fmla="*/ 314 h 328"/>
                <a:gd name="T2" fmla="*/ 88 w 126"/>
                <a:gd name="T3" fmla="*/ 294 h 328"/>
                <a:gd name="T4" fmla="*/ 88 w 126"/>
                <a:gd name="T5" fmla="*/ 280 h 328"/>
                <a:gd name="T6" fmla="*/ 86 w 126"/>
                <a:gd name="T7" fmla="*/ 262 h 328"/>
                <a:gd name="T8" fmla="*/ 78 w 126"/>
                <a:gd name="T9" fmla="*/ 242 h 328"/>
                <a:gd name="T10" fmla="*/ 78 w 126"/>
                <a:gd name="T11" fmla="*/ 220 h 328"/>
                <a:gd name="T12" fmla="*/ 72 w 126"/>
                <a:gd name="T13" fmla="*/ 202 h 328"/>
                <a:gd name="T14" fmla="*/ 64 w 126"/>
                <a:gd name="T15" fmla="*/ 208 h 328"/>
                <a:gd name="T16" fmla="*/ 56 w 126"/>
                <a:gd name="T17" fmla="*/ 216 h 328"/>
                <a:gd name="T18" fmla="*/ 42 w 126"/>
                <a:gd name="T19" fmla="*/ 224 h 328"/>
                <a:gd name="T20" fmla="*/ 38 w 126"/>
                <a:gd name="T21" fmla="*/ 228 h 328"/>
                <a:gd name="T22" fmla="*/ 34 w 126"/>
                <a:gd name="T23" fmla="*/ 220 h 328"/>
                <a:gd name="T24" fmla="*/ 30 w 126"/>
                <a:gd name="T25" fmla="*/ 208 h 328"/>
                <a:gd name="T26" fmla="*/ 30 w 126"/>
                <a:gd name="T27" fmla="*/ 182 h 328"/>
                <a:gd name="T28" fmla="*/ 22 w 126"/>
                <a:gd name="T29" fmla="*/ 164 h 328"/>
                <a:gd name="T30" fmla="*/ 18 w 126"/>
                <a:gd name="T31" fmla="*/ 152 h 328"/>
                <a:gd name="T32" fmla="*/ 12 w 126"/>
                <a:gd name="T33" fmla="*/ 152 h 328"/>
                <a:gd name="T34" fmla="*/ 12 w 126"/>
                <a:gd name="T35" fmla="*/ 146 h 328"/>
                <a:gd name="T36" fmla="*/ 8 w 126"/>
                <a:gd name="T37" fmla="*/ 146 h 328"/>
                <a:gd name="T38" fmla="*/ 4 w 126"/>
                <a:gd name="T39" fmla="*/ 128 h 328"/>
                <a:gd name="T40" fmla="*/ 12 w 126"/>
                <a:gd name="T41" fmla="*/ 116 h 328"/>
                <a:gd name="T42" fmla="*/ 12 w 126"/>
                <a:gd name="T43" fmla="*/ 102 h 328"/>
                <a:gd name="T44" fmla="*/ 16 w 126"/>
                <a:gd name="T45" fmla="*/ 82 h 328"/>
                <a:gd name="T46" fmla="*/ 30 w 126"/>
                <a:gd name="T47" fmla="*/ 80 h 328"/>
                <a:gd name="T48" fmla="*/ 38 w 126"/>
                <a:gd name="T49" fmla="*/ 54 h 328"/>
                <a:gd name="T50" fmla="*/ 46 w 126"/>
                <a:gd name="T51" fmla="*/ 30 h 328"/>
                <a:gd name="T52" fmla="*/ 72 w 126"/>
                <a:gd name="T53" fmla="*/ 26 h 328"/>
                <a:gd name="T54" fmla="*/ 72 w 126"/>
                <a:gd name="T55" fmla="*/ 4 h 328"/>
                <a:gd name="T56" fmla="*/ 86 w 126"/>
                <a:gd name="T57" fmla="*/ 12 h 328"/>
                <a:gd name="T58" fmla="*/ 92 w 126"/>
                <a:gd name="T59" fmla="*/ 26 h 328"/>
                <a:gd name="T60" fmla="*/ 92 w 126"/>
                <a:gd name="T61" fmla="*/ 50 h 328"/>
                <a:gd name="T62" fmla="*/ 78 w 126"/>
                <a:gd name="T63" fmla="*/ 68 h 328"/>
                <a:gd name="T64" fmla="*/ 78 w 126"/>
                <a:gd name="T65" fmla="*/ 82 h 328"/>
                <a:gd name="T66" fmla="*/ 92 w 126"/>
                <a:gd name="T67" fmla="*/ 82 h 328"/>
                <a:gd name="T68" fmla="*/ 104 w 126"/>
                <a:gd name="T69" fmla="*/ 98 h 328"/>
                <a:gd name="T70" fmla="*/ 104 w 126"/>
                <a:gd name="T71" fmla="*/ 116 h 328"/>
                <a:gd name="T72" fmla="*/ 122 w 126"/>
                <a:gd name="T73" fmla="*/ 124 h 328"/>
                <a:gd name="T74" fmla="*/ 114 w 126"/>
                <a:gd name="T75" fmla="*/ 138 h 328"/>
                <a:gd name="T76" fmla="*/ 104 w 126"/>
                <a:gd name="T77" fmla="*/ 150 h 328"/>
                <a:gd name="T78" fmla="*/ 88 w 126"/>
                <a:gd name="T79" fmla="*/ 156 h 328"/>
                <a:gd name="T80" fmla="*/ 78 w 126"/>
                <a:gd name="T81" fmla="*/ 176 h 328"/>
                <a:gd name="T82" fmla="*/ 78 w 126"/>
                <a:gd name="T83" fmla="*/ 186 h 328"/>
                <a:gd name="T84" fmla="*/ 88 w 126"/>
                <a:gd name="T85" fmla="*/ 206 h 328"/>
                <a:gd name="T86" fmla="*/ 88 w 126"/>
                <a:gd name="T87" fmla="*/ 228 h 328"/>
                <a:gd name="T88" fmla="*/ 88 w 126"/>
                <a:gd name="T89" fmla="*/ 250 h 328"/>
                <a:gd name="T90" fmla="*/ 100 w 126"/>
                <a:gd name="T91" fmla="*/ 268 h 328"/>
                <a:gd name="T92" fmla="*/ 104 w 126"/>
                <a:gd name="T93" fmla="*/ 294 h 328"/>
                <a:gd name="T94" fmla="*/ 92 w 126"/>
                <a:gd name="T95" fmla="*/ 314 h 328"/>
                <a:gd name="T96" fmla="*/ 22 w 126"/>
                <a:gd name="T97" fmla="*/ 164 h 328"/>
                <a:gd name="T98" fmla="*/ 8 w 126"/>
                <a:gd name="T99" fmla="*/ 146 h 328"/>
                <a:gd name="T100" fmla="*/ 26 w 126"/>
                <a:gd name="T101" fmla="*/ 164 h 328"/>
                <a:gd name="T102" fmla="*/ 74 w 126"/>
                <a:gd name="T103" fmla="*/ 212 h 328"/>
                <a:gd name="T104" fmla="*/ 34 w 126"/>
                <a:gd name="T105" fmla="*/ 224 h 328"/>
                <a:gd name="T106" fmla="*/ 82 w 126"/>
                <a:gd name="T107" fmla="*/ 290 h 328"/>
                <a:gd name="T108" fmla="*/ 86 w 126"/>
                <a:gd name="T109" fmla="*/ 328 h 328"/>
                <a:gd name="T110" fmla="*/ 86 w 126"/>
                <a:gd name="T111" fmla="*/ 288 h 328"/>
                <a:gd name="T112" fmla="*/ 82 w 126"/>
                <a:gd name="T113" fmla="*/ 284 h 328"/>
                <a:gd name="T114" fmla="*/ 88 w 126"/>
                <a:gd name="T115" fmla="*/ 290 h 328"/>
                <a:gd name="T116" fmla="*/ 86 w 126"/>
                <a:gd name="T117" fmla="*/ 302 h 328"/>
                <a:gd name="T118" fmla="*/ 82 w 126"/>
                <a:gd name="T119" fmla="*/ 31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26" h="328">
                  <a:moveTo>
                    <a:pt x="92" y="314"/>
                  </a:moveTo>
                  <a:lnTo>
                    <a:pt x="92" y="318"/>
                  </a:lnTo>
                  <a:lnTo>
                    <a:pt x="92" y="320"/>
                  </a:lnTo>
                  <a:lnTo>
                    <a:pt x="88" y="324"/>
                  </a:lnTo>
                  <a:lnTo>
                    <a:pt x="88" y="328"/>
                  </a:lnTo>
                  <a:lnTo>
                    <a:pt x="88" y="324"/>
                  </a:lnTo>
                  <a:lnTo>
                    <a:pt x="88" y="320"/>
                  </a:lnTo>
                  <a:lnTo>
                    <a:pt x="88" y="314"/>
                  </a:lnTo>
                  <a:lnTo>
                    <a:pt x="92" y="310"/>
                  </a:lnTo>
                  <a:lnTo>
                    <a:pt x="92" y="306"/>
                  </a:lnTo>
                  <a:lnTo>
                    <a:pt x="92" y="302"/>
                  </a:lnTo>
                  <a:lnTo>
                    <a:pt x="92" y="298"/>
                  </a:lnTo>
                  <a:lnTo>
                    <a:pt x="92" y="294"/>
                  </a:lnTo>
                  <a:lnTo>
                    <a:pt x="92" y="298"/>
                  </a:lnTo>
                  <a:lnTo>
                    <a:pt x="88" y="298"/>
                  </a:lnTo>
                  <a:lnTo>
                    <a:pt x="88" y="294"/>
                  </a:lnTo>
                  <a:lnTo>
                    <a:pt x="92" y="290"/>
                  </a:lnTo>
                  <a:lnTo>
                    <a:pt x="88" y="290"/>
                  </a:lnTo>
                  <a:lnTo>
                    <a:pt x="92" y="288"/>
                  </a:lnTo>
                  <a:lnTo>
                    <a:pt x="88" y="288"/>
                  </a:lnTo>
                  <a:lnTo>
                    <a:pt x="92" y="288"/>
                  </a:lnTo>
                  <a:lnTo>
                    <a:pt x="88" y="288"/>
                  </a:lnTo>
                  <a:lnTo>
                    <a:pt x="88" y="284"/>
                  </a:lnTo>
                  <a:lnTo>
                    <a:pt x="88" y="280"/>
                  </a:lnTo>
                  <a:lnTo>
                    <a:pt x="88" y="276"/>
                  </a:lnTo>
                  <a:lnTo>
                    <a:pt x="88" y="272"/>
                  </a:lnTo>
                  <a:lnTo>
                    <a:pt x="88" y="268"/>
                  </a:lnTo>
                  <a:lnTo>
                    <a:pt x="88" y="264"/>
                  </a:lnTo>
                  <a:lnTo>
                    <a:pt x="86" y="264"/>
                  </a:lnTo>
                  <a:lnTo>
                    <a:pt x="86" y="262"/>
                  </a:lnTo>
                  <a:lnTo>
                    <a:pt x="86" y="258"/>
                  </a:lnTo>
                  <a:lnTo>
                    <a:pt x="86" y="262"/>
                  </a:lnTo>
                  <a:lnTo>
                    <a:pt x="86" y="264"/>
                  </a:lnTo>
                  <a:lnTo>
                    <a:pt x="82" y="264"/>
                  </a:lnTo>
                  <a:lnTo>
                    <a:pt x="82" y="262"/>
                  </a:lnTo>
                  <a:lnTo>
                    <a:pt x="82" y="258"/>
                  </a:lnTo>
                  <a:lnTo>
                    <a:pt x="82" y="254"/>
                  </a:lnTo>
                  <a:lnTo>
                    <a:pt x="82" y="250"/>
                  </a:lnTo>
                  <a:lnTo>
                    <a:pt x="78" y="246"/>
                  </a:lnTo>
                  <a:lnTo>
                    <a:pt x="78" y="242"/>
                  </a:lnTo>
                  <a:lnTo>
                    <a:pt x="78" y="238"/>
                  </a:lnTo>
                  <a:lnTo>
                    <a:pt x="78" y="234"/>
                  </a:lnTo>
                  <a:lnTo>
                    <a:pt x="78" y="232"/>
                  </a:lnTo>
                  <a:lnTo>
                    <a:pt x="78" y="228"/>
                  </a:lnTo>
                  <a:lnTo>
                    <a:pt x="78" y="224"/>
                  </a:lnTo>
                  <a:lnTo>
                    <a:pt x="74" y="224"/>
                  </a:lnTo>
                  <a:lnTo>
                    <a:pt x="74" y="220"/>
                  </a:lnTo>
                  <a:lnTo>
                    <a:pt x="78" y="220"/>
                  </a:lnTo>
                  <a:lnTo>
                    <a:pt x="78" y="216"/>
                  </a:lnTo>
                  <a:lnTo>
                    <a:pt x="74" y="216"/>
                  </a:lnTo>
                  <a:lnTo>
                    <a:pt x="78" y="212"/>
                  </a:lnTo>
                  <a:lnTo>
                    <a:pt x="74" y="212"/>
                  </a:lnTo>
                  <a:lnTo>
                    <a:pt x="72" y="212"/>
                  </a:lnTo>
                  <a:lnTo>
                    <a:pt x="72" y="208"/>
                  </a:lnTo>
                  <a:lnTo>
                    <a:pt x="72" y="206"/>
                  </a:lnTo>
                  <a:lnTo>
                    <a:pt x="72" y="202"/>
                  </a:lnTo>
                  <a:lnTo>
                    <a:pt x="68" y="202"/>
                  </a:lnTo>
                  <a:lnTo>
                    <a:pt x="68" y="198"/>
                  </a:lnTo>
                  <a:lnTo>
                    <a:pt x="68" y="202"/>
                  </a:lnTo>
                  <a:lnTo>
                    <a:pt x="68" y="206"/>
                  </a:lnTo>
                  <a:lnTo>
                    <a:pt x="64" y="206"/>
                  </a:lnTo>
                  <a:lnTo>
                    <a:pt x="64" y="208"/>
                  </a:lnTo>
                  <a:lnTo>
                    <a:pt x="68" y="208"/>
                  </a:lnTo>
                  <a:lnTo>
                    <a:pt x="64" y="208"/>
                  </a:lnTo>
                  <a:lnTo>
                    <a:pt x="64" y="212"/>
                  </a:lnTo>
                  <a:lnTo>
                    <a:pt x="60" y="212"/>
                  </a:lnTo>
                  <a:lnTo>
                    <a:pt x="56" y="212"/>
                  </a:lnTo>
                  <a:lnTo>
                    <a:pt x="56" y="208"/>
                  </a:lnTo>
                  <a:lnTo>
                    <a:pt x="56" y="212"/>
                  </a:lnTo>
                  <a:lnTo>
                    <a:pt x="56" y="216"/>
                  </a:lnTo>
                  <a:lnTo>
                    <a:pt x="52" y="216"/>
                  </a:lnTo>
                  <a:lnTo>
                    <a:pt x="56" y="216"/>
                  </a:lnTo>
                  <a:lnTo>
                    <a:pt x="52" y="220"/>
                  </a:lnTo>
                  <a:lnTo>
                    <a:pt x="48" y="220"/>
                  </a:lnTo>
                  <a:lnTo>
                    <a:pt x="48" y="224"/>
                  </a:lnTo>
                  <a:lnTo>
                    <a:pt x="46" y="228"/>
                  </a:lnTo>
                  <a:lnTo>
                    <a:pt x="46" y="224"/>
                  </a:lnTo>
                  <a:lnTo>
                    <a:pt x="46" y="220"/>
                  </a:lnTo>
                  <a:lnTo>
                    <a:pt x="46" y="224"/>
                  </a:lnTo>
                  <a:lnTo>
                    <a:pt x="42" y="224"/>
                  </a:lnTo>
                  <a:lnTo>
                    <a:pt x="46" y="224"/>
                  </a:lnTo>
                  <a:lnTo>
                    <a:pt x="42" y="224"/>
                  </a:lnTo>
                  <a:lnTo>
                    <a:pt x="42" y="228"/>
                  </a:lnTo>
                  <a:lnTo>
                    <a:pt x="42" y="224"/>
                  </a:lnTo>
                  <a:lnTo>
                    <a:pt x="42" y="220"/>
                  </a:lnTo>
                  <a:lnTo>
                    <a:pt x="42" y="224"/>
                  </a:lnTo>
                  <a:lnTo>
                    <a:pt x="42" y="228"/>
                  </a:lnTo>
                  <a:lnTo>
                    <a:pt x="38" y="228"/>
                  </a:lnTo>
                  <a:lnTo>
                    <a:pt x="38" y="224"/>
                  </a:lnTo>
                  <a:lnTo>
                    <a:pt x="38" y="220"/>
                  </a:lnTo>
                  <a:lnTo>
                    <a:pt x="38" y="224"/>
                  </a:lnTo>
                  <a:lnTo>
                    <a:pt x="34" y="224"/>
                  </a:lnTo>
                  <a:lnTo>
                    <a:pt x="38" y="220"/>
                  </a:lnTo>
                  <a:lnTo>
                    <a:pt x="34" y="220"/>
                  </a:lnTo>
                  <a:lnTo>
                    <a:pt x="34" y="224"/>
                  </a:lnTo>
                  <a:lnTo>
                    <a:pt x="34" y="220"/>
                  </a:lnTo>
                  <a:lnTo>
                    <a:pt x="34" y="216"/>
                  </a:lnTo>
                  <a:lnTo>
                    <a:pt x="34" y="220"/>
                  </a:lnTo>
                  <a:lnTo>
                    <a:pt x="30" y="220"/>
                  </a:lnTo>
                  <a:lnTo>
                    <a:pt x="30" y="224"/>
                  </a:lnTo>
                  <a:lnTo>
                    <a:pt x="26" y="224"/>
                  </a:lnTo>
                  <a:lnTo>
                    <a:pt x="30" y="216"/>
                  </a:lnTo>
                  <a:lnTo>
                    <a:pt x="30" y="212"/>
                  </a:lnTo>
                  <a:lnTo>
                    <a:pt x="30" y="208"/>
                  </a:lnTo>
                  <a:lnTo>
                    <a:pt x="30" y="206"/>
                  </a:lnTo>
                  <a:lnTo>
                    <a:pt x="34" y="202"/>
                  </a:lnTo>
                  <a:lnTo>
                    <a:pt x="34" y="198"/>
                  </a:lnTo>
                  <a:lnTo>
                    <a:pt x="34" y="194"/>
                  </a:lnTo>
                  <a:lnTo>
                    <a:pt x="34" y="190"/>
                  </a:lnTo>
                  <a:lnTo>
                    <a:pt x="30" y="186"/>
                  </a:lnTo>
                  <a:lnTo>
                    <a:pt x="34" y="186"/>
                  </a:lnTo>
                  <a:lnTo>
                    <a:pt x="30" y="182"/>
                  </a:lnTo>
                  <a:lnTo>
                    <a:pt x="30" y="180"/>
                  </a:lnTo>
                  <a:lnTo>
                    <a:pt x="30" y="176"/>
                  </a:lnTo>
                  <a:lnTo>
                    <a:pt x="26" y="172"/>
                  </a:lnTo>
                  <a:lnTo>
                    <a:pt x="26" y="176"/>
                  </a:lnTo>
                  <a:lnTo>
                    <a:pt x="26" y="172"/>
                  </a:lnTo>
                  <a:lnTo>
                    <a:pt x="26" y="168"/>
                  </a:lnTo>
                  <a:lnTo>
                    <a:pt x="22" y="168"/>
                  </a:lnTo>
                  <a:lnTo>
                    <a:pt x="22" y="164"/>
                  </a:lnTo>
                  <a:lnTo>
                    <a:pt x="26" y="164"/>
                  </a:lnTo>
                  <a:lnTo>
                    <a:pt x="22" y="160"/>
                  </a:lnTo>
                  <a:lnTo>
                    <a:pt x="22" y="156"/>
                  </a:lnTo>
                  <a:lnTo>
                    <a:pt x="18" y="156"/>
                  </a:lnTo>
                  <a:lnTo>
                    <a:pt x="22" y="152"/>
                  </a:lnTo>
                  <a:lnTo>
                    <a:pt x="22" y="156"/>
                  </a:lnTo>
                  <a:lnTo>
                    <a:pt x="22" y="152"/>
                  </a:lnTo>
                  <a:lnTo>
                    <a:pt x="18" y="152"/>
                  </a:lnTo>
                  <a:lnTo>
                    <a:pt x="18" y="156"/>
                  </a:lnTo>
                  <a:lnTo>
                    <a:pt x="18" y="152"/>
                  </a:lnTo>
                  <a:lnTo>
                    <a:pt x="16" y="152"/>
                  </a:lnTo>
                  <a:lnTo>
                    <a:pt x="12" y="152"/>
                  </a:lnTo>
                  <a:lnTo>
                    <a:pt x="16" y="152"/>
                  </a:lnTo>
                  <a:lnTo>
                    <a:pt x="16" y="156"/>
                  </a:lnTo>
                  <a:lnTo>
                    <a:pt x="16" y="152"/>
                  </a:lnTo>
                  <a:lnTo>
                    <a:pt x="12" y="152"/>
                  </a:lnTo>
                  <a:lnTo>
                    <a:pt x="12" y="156"/>
                  </a:lnTo>
                  <a:lnTo>
                    <a:pt x="16" y="156"/>
                  </a:lnTo>
                  <a:lnTo>
                    <a:pt x="12" y="156"/>
                  </a:lnTo>
                  <a:lnTo>
                    <a:pt x="12" y="152"/>
                  </a:lnTo>
                  <a:lnTo>
                    <a:pt x="12" y="150"/>
                  </a:lnTo>
                  <a:lnTo>
                    <a:pt x="12" y="146"/>
                  </a:lnTo>
                  <a:lnTo>
                    <a:pt x="12" y="142"/>
                  </a:lnTo>
                  <a:lnTo>
                    <a:pt x="12" y="146"/>
                  </a:lnTo>
                  <a:lnTo>
                    <a:pt x="12" y="150"/>
                  </a:lnTo>
                  <a:lnTo>
                    <a:pt x="8" y="150"/>
                  </a:lnTo>
                  <a:lnTo>
                    <a:pt x="12" y="146"/>
                  </a:lnTo>
                  <a:lnTo>
                    <a:pt x="8" y="146"/>
                  </a:lnTo>
                  <a:lnTo>
                    <a:pt x="8" y="142"/>
                  </a:lnTo>
                  <a:lnTo>
                    <a:pt x="8" y="146"/>
                  </a:lnTo>
                  <a:lnTo>
                    <a:pt x="8" y="150"/>
                  </a:lnTo>
                  <a:lnTo>
                    <a:pt x="8" y="146"/>
                  </a:lnTo>
                  <a:lnTo>
                    <a:pt x="4" y="146"/>
                  </a:lnTo>
                  <a:lnTo>
                    <a:pt x="4" y="142"/>
                  </a:lnTo>
                  <a:lnTo>
                    <a:pt x="4" y="138"/>
                  </a:lnTo>
                  <a:lnTo>
                    <a:pt x="0" y="138"/>
                  </a:lnTo>
                  <a:lnTo>
                    <a:pt x="0" y="136"/>
                  </a:lnTo>
                  <a:lnTo>
                    <a:pt x="0" y="132"/>
                  </a:lnTo>
                  <a:lnTo>
                    <a:pt x="0" y="128"/>
                  </a:lnTo>
                  <a:lnTo>
                    <a:pt x="4" y="128"/>
                  </a:lnTo>
                  <a:lnTo>
                    <a:pt x="4" y="132"/>
                  </a:lnTo>
                  <a:lnTo>
                    <a:pt x="8" y="132"/>
                  </a:lnTo>
                  <a:lnTo>
                    <a:pt x="8" y="128"/>
                  </a:lnTo>
                  <a:lnTo>
                    <a:pt x="4" y="128"/>
                  </a:lnTo>
                  <a:lnTo>
                    <a:pt x="4" y="124"/>
                  </a:lnTo>
                  <a:lnTo>
                    <a:pt x="4" y="120"/>
                  </a:lnTo>
                  <a:lnTo>
                    <a:pt x="8" y="116"/>
                  </a:lnTo>
                  <a:lnTo>
                    <a:pt x="12" y="116"/>
                  </a:lnTo>
                  <a:lnTo>
                    <a:pt x="12" y="112"/>
                  </a:lnTo>
                  <a:lnTo>
                    <a:pt x="12" y="116"/>
                  </a:lnTo>
                  <a:lnTo>
                    <a:pt x="16" y="116"/>
                  </a:lnTo>
                  <a:lnTo>
                    <a:pt x="16" y="112"/>
                  </a:lnTo>
                  <a:lnTo>
                    <a:pt x="16" y="110"/>
                  </a:lnTo>
                  <a:lnTo>
                    <a:pt x="12" y="110"/>
                  </a:lnTo>
                  <a:lnTo>
                    <a:pt x="12" y="106"/>
                  </a:lnTo>
                  <a:lnTo>
                    <a:pt x="12" y="102"/>
                  </a:lnTo>
                  <a:lnTo>
                    <a:pt x="12" y="98"/>
                  </a:lnTo>
                  <a:lnTo>
                    <a:pt x="16" y="98"/>
                  </a:lnTo>
                  <a:lnTo>
                    <a:pt x="16" y="102"/>
                  </a:lnTo>
                  <a:lnTo>
                    <a:pt x="16" y="98"/>
                  </a:lnTo>
                  <a:lnTo>
                    <a:pt x="16" y="94"/>
                  </a:lnTo>
                  <a:lnTo>
                    <a:pt x="18" y="90"/>
                  </a:lnTo>
                  <a:lnTo>
                    <a:pt x="16" y="86"/>
                  </a:lnTo>
                  <a:lnTo>
                    <a:pt x="16" y="82"/>
                  </a:lnTo>
                  <a:lnTo>
                    <a:pt x="16" y="80"/>
                  </a:lnTo>
                  <a:lnTo>
                    <a:pt x="16" y="82"/>
                  </a:lnTo>
                  <a:lnTo>
                    <a:pt x="18" y="82"/>
                  </a:lnTo>
                  <a:lnTo>
                    <a:pt x="22" y="82"/>
                  </a:lnTo>
                  <a:lnTo>
                    <a:pt x="26" y="82"/>
                  </a:lnTo>
                  <a:lnTo>
                    <a:pt x="26" y="86"/>
                  </a:lnTo>
                  <a:lnTo>
                    <a:pt x="30" y="82"/>
                  </a:lnTo>
                  <a:lnTo>
                    <a:pt x="30" y="80"/>
                  </a:lnTo>
                  <a:lnTo>
                    <a:pt x="30" y="76"/>
                  </a:lnTo>
                  <a:lnTo>
                    <a:pt x="34" y="72"/>
                  </a:lnTo>
                  <a:lnTo>
                    <a:pt x="34" y="68"/>
                  </a:lnTo>
                  <a:lnTo>
                    <a:pt x="38" y="64"/>
                  </a:lnTo>
                  <a:lnTo>
                    <a:pt x="34" y="60"/>
                  </a:lnTo>
                  <a:lnTo>
                    <a:pt x="34" y="56"/>
                  </a:lnTo>
                  <a:lnTo>
                    <a:pt x="38" y="56"/>
                  </a:lnTo>
                  <a:lnTo>
                    <a:pt x="38" y="54"/>
                  </a:lnTo>
                  <a:lnTo>
                    <a:pt x="42" y="54"/>
                  </a:lnTo>
                  <a:lnTo>
                    <a:pt x="42" y="50"/>
                  </a:lnTo>
                  <a:lnTo>
                    <a:pt x="42" y="46"/>
                  </a:lnTo>
                  <a:lnTo>
                    <a:pt x="42" y="42"/>
                  </a:lnTo>
                  <a:lnTo>
                    <a:pt x="42" y="38"/>
                  </a:lnTo>
                  <a:lnTo>
                    <a:pt x="42" y="34"/>
                  </a:lnTo>
                  <a:lnTo>
                    <a:pt x="46" y="34"/>
                  </a:lnTo>
                  <a:lnTo>
                    <a:pt x="46" y="30"/>
                  </a:lnTo>
                  <a:lnTo>
                    <a:pt x="48" y="30"/>
                  </a:lnTo>
                  <a:lnTo>
                    <a:pt x="52" y="26"/>
                  </a:lnTo>
                  <a:lnTo>
                    <a:pt x="56" y="24"/>
                  </a:lnTo>
                  <a:lnTo>
                    <a:pt x="60" y="24"/>
                  </a:lnTo>
                  <a:lnTo>
                    <a:pt x="64" y="24"/>
                  </a:lnTo>
                  <a:lnTo>
                    <a:pt x="68" y="24"/>
                  </a:lnTo>
                  <a:lnTo>
                    <a:pt x="68" y="26"/>
                  </a:lnTo>
                  <a:lnTo>
                    <a:pt x="72" y="26"/>
                  </a:lnTo>
                  <a:lnTo>
                    <a:pt x="68" y="24"/>
                  </a:lnTo>
                  <a:lnTo>
                    <a:pt x="68" y="20"/>
                  </a:lnTo>
                  <a:lnTo>
                    <a:pt x="68" y="16"/>
                  </a:lnTo>
                  <a:lnTo>
                    <a:pt x="72" y="16"/>
                  </a:lnTo>
                  <a:lnTo>
                    <a:pt x="72" y="12"/>
                  </a:lnTo>
                  <a:lnTo>
                    <a:pt x="74" y="12"/>
                  </a:lnTo>
                  <a:lnTo>
                    <a:pt x="72" y="8"/>
                  </a:lnTo>
                  <a:lnTo>
                    <a:pt x="72" y="4"/>
                  </a:lnTo>
                  <a:lnTo>
                    <a:pt x="74" y="4"/>
                  </a:lnTo>
                  <a:lnTo>
                    <a:pt x="74" y="0"/>
                  </a:lnTo>
                  <a:lnTo>
                    <a:pt x="78" y="0"/>
                  </a:lnTo>
                  <a:lnTo>
                    <a:pt x="78" y="4"/>
                  </a:lnTo>
                  <a:lnTo>
                    <a:pt x="82" y="4"/>
                  </a:lnTo>
                  <a:lnTo>
                    <a:pt x="82" y="8"/>
                  </a:lnTo>
                  <a:lnTo>
                    <a:pt x="82" y="12"/>
                  </a:lnTo>
                  <a:lnTo>
                    <a:pt x="86" y="12"/>
                  </a:lnTo>
                  <a:lnTo>
                    <a:pt x="86" y="16"/>
                  </a:lnTo>
                  <a:lnTo>
                    <a:pt x="86" y="20"/>
                  </a:lnTo>
                  <a:lnTo>
                    <a:pt x="88" y="20"/>
                  </a:lnTo>
                  <a:lnTo>
                    <a:pt x="88" y="16"/>
                  </a:lnTo>
                  <a:lnTo>
                    <a:pt x="88" y="20"/>
                  </a:lnTo>
                  <a:lnTo>
                    <a:pt x="92" y="20"/>
                  </a:lnTo>
                  <a:lnTo>
                    <a:pt x="92" y="24"/>
                  </a:lnTo>
                  <a:lnTo>
                    <a:pt x="92" y="26"/>
                  </a:lnTo>
                  <a:lnTo>
                    <a:pt x="92" y="30"/>
                  </a:lnTo>
                  <a:lnTo>
                    <a:pt x="92" y="34"/>
                  </a:lnTo>
                  <a:lnTo>
                    <a:pt x="92" y="38"/>
                  </a:lnTo>
                  <a:lnTo>
                    <a:pt x="92" y="42"/>
                  </a:lnTo>
                  <a:lnTo>
                    <a:pt x="92" y="46"/>
                  </a:lnTo>
                  <a:lnTo>
                    <a:pt x="88" y="46"/>
                  </a:lnTo>
                  <a:lnTo>
                    <a:pt x="88" y="50"/>
                  </a:lnTo>
                  <a:lnTo>
                    <a:pt x="92" y="50"/>
                  </a:lnTo>
                  <a:lnTo>
                    <a:pt x="88" y="50"/>
                  </a:lnTo>
                  <a:lnTo>
                    <a:pt x="88" y="54"/>
                  </a:lnTo>
                  <a:lnTo>
                    <a:pt x="86" y="54"/>
                  </a:lnTo>
                  <a:lnTo>
                    <a:pt x="82" y="56"/>
                  </a:lnTo>
                  <a:lnTo>
                    <a:pt x="82" y="60"/>
                  </a:lnTo>
                  <a:lnTo>
                    <a:pt x="78" y="60"/>
                  </a:lnTo>
                  <a:lnTo>
                    <a:pt x="78" y="64"/>
                  </a:lnTo>
                  <a:lnTo>
                    <a:pt x="78" y="68"/>
                  </a:lnTo>
                  <a:lnTo>
                    <a:pt x="74" y="68"/>
                  </a:lnTo>
                  <a:lnTo>
                    <a:pt x="74" y="72"/>
                  </a:lnTo>
                  <a:lnTo>
                    <a:pt x="74" y="76"/>
                  </a:lnTo>
                  <a:lnTo>
                    <a:pt x="78" y="76"/>
                  </a:lnTo>
                  <a:lnTo>
                    <a:pt x="78" y="80"/>
                  </a:lnTo>
                  <a:lnTo>
                    <a:pt x="78" y="82"/>
                  </a:lnTo>
                  <a:lnTo>
                    <a:pt x="74" y="82"/>
                  </a:lnTo>
                  <a:lnTo>
                    <a:pt x="78" y="82"/>
                  </a:lnTo>
                  <a:lnTo>
                    <a:pt x="78" y="86"/>
                  </a:lnTo>
                  <a:lnTo>
                    <a:pt x="78" y="82"/>
                  </a:lnTo>
                  <a:lnTo>
                    <a:pt x="82" y="82"/>
                  </a:lnTo>
                  <a:lnTo>
                    <a:pt x="82" y="80"/>
                  </a:lnTo>
                  <a:lnTo>
                    <a:pt x="86" y="80"/>
                  </a:lnTo>
                  <a:lnTo>
                    <a:pt x="88" y="80"/>
                  </a:lnTo>
                  <a:lnTo>
                    <a:pt x="92" y="80"/>
                  </a:lnTo>
                  <a:lnTo>
                    <a:pt x="92" y="82"/>
                  </a:lnTo>
                  <a:lnTo>
                    <a:pt x="88" y="82"/>
                  </a:lnTo>
                  <a:lnTo>
                    <a:pt x="92" y="86"/>
                  </a:lnTo>
                  <a:lnTo>
                    <a:pt x="92" y="90"/>
                  </a:lnTo>
                  <a:lnTo>
                    <a:pt x="92" y="94"/>
                  </a:lnTo>
                  <a:lnTo>
                    <a:pt x="92" y="98"/>
                  </a:lnTo>
                  <a:lnTo>
                    <a:pt x="96" y="98"/>
                  </a:lnTo>
                  <a:lnTo>
                    <a:pt x="100" y="98"/>
                  </a:lnTo>
                  <a:lnTo>
                    <a:pt x="104" y="98"/>
                  </a:lnTo>
                  <a:lnTo>
                    <a:pt x="104" y="102"/>
                  </a:lnTo>
                  <a:lnTo>
                    <a:pt x="100" y="102"/>
                  </a:lnTo>
                  <a:lnTo>
                    <a:pt x="100" y="106"/>
                  </a:lnTo>
                  <a:lnTo>
                    <a:pt x="100" y="110"/>
                  </a:lnTo>
                  <a:lnTo>
                    <a:pt x="100" y="112"/>
                  </a:lnTo>
                  <a:lnTo>
                    <a:pt x="96" y="116"/>
                  </a:lnTo>
                  <a:lnTo>
                    <a:pt x="100" y="116"/>
                  </a:lnTo>
                  <a:lnTo>
                    <a:pt x="104" y="116"/>
                  </a:lnTo>
                  <a:lnTo>
                    <a:pt x="108" y="116"/>
                  </a:lnTo>
                  <a:lnTo>
                    <a:pt x="108" y="120"/>
                  </a:lnTo>
                  <a:lnTo>
                    <a:pt x="108" y="124"/>
                  </a:lnTo>
                  <a:lnTo>
                    <a:pt x="112" y="124"/>
                  </a:lnTo>
                  <a:lnTo>
                    <a:pt x="112" y="128"/>
                  </a:lnTo>
                  <a:lnTo>
                    <a:pt x="114" y="128"/>
                  </a:lnTo>
                  <a:lnTo>
                    <a:pt x="118" y="128"/>
                  </a:lnTo>
                  <a:lnTo>
                    <a:pt x="122" y="124"/>
                  </a:lnTo>
                  <a:lnTo>
                    <a:pt x="126" y="124"/>
                  </a:lnTo>
                  <a:lnTo>
                    <a:pt x="126" y="128"/>
                  </a:lnTo>
                  <a:lnTo>
                    <a:pt x="122" y="128"/>
                  </a:lnTo>
                  <a:lnTo>
                    <a:pt x="122" y="132"/>
                  </a:lnTo>
                  <a:lnTo>
                    <a:pt x="118" y="132"/>
                  </a:lnTo>
                  <a:lnTo>
                    <a:pt x="118" y="136"/>
                  </a:lnTo>
                  <a:lnTo>
                    <a:pt x="114" y="136"/>
                  </a:lnTo>
                  <a:lnTo>
                    <a:pt x="114" y="138"/>
                  </a:lnTo>
                  <a:lnTo>
                    <a:pt x="118" y="138"/>
                  </a:lnTo>
                  <a:lnTo>
                    <a:pt x="114" y="138"/>
                  </a:lnTo>
                  <a:lnTo>
                    <a:pt x="112" y="138"/>
                  </a:lnTo>
                  <a:lnTo>
                    <a:pt x="112" y="142"/>
                  </a:lnTo>
                  <a:lnTo>
                    <a:pt x="112" y="146"/>
                  </a:lnTo>
                  <a:lnTo>
                    <a:pt x="108" y="146"/>
                  </a:lnTo>
                  <a:lnTo>
                    <a:pt x="104" y="146"/>
                  </a:lnTo>
                  <a:lnTo>
                    <a:pt x="104" y="150"/>
                  </a:lnTo>
                  <a:lnTo>
                    <a:pt x="100" y="150"/>
                  </a:lnTo>
                  <a:lnTo>
                    <a:pt x="100" y="152"/>
                  </a:lnTo>
                  <a:lnTo>
                    <a:pt x="100" y="150"/>
                  </a:lnTo>
                  <a:lnTo>
                    <a:pt x="96" y="150"/>
                  </a:lnTo>
                  <a:lnTo>
                    <a:pt x="96" y="152"/>
                  </a:lnTo>
                  <a:lnTo>
                    <a:pt x="96" y="156"/>
                  </a:lnTo>
                  <a:lnTo>
                    <a:pt x="92" y="156"/>
                  </a:lnTo>
                  <a:lnTo>
                    <a:pt x="88" y="156"/>
                  </a:lnTo>
                  <a:lnTo>
                    <a:pt x="86" y="156"/>
                  </a:lnTo>
                  <a:lnTo>
                    <a:pt x="82" y="156"/>
                  </a:lnTo>
                  <a:lnTo>
                    <a:pt x="82" y="160"/>
                  </a:lnTo>
                  <a:lnTo>
                    <a:pt x="78" y="160"/>
                  </a:lnTo>
                  <a:lnTo>
                    <a:pt x="78" y="164"/>
                  </a:lnTo>
                  <a:lnTo>
                    <a:pt x="78" y="168"/>
                  </a:lnTo>
                  <a:lnTo>
                    <a:pt x="78" y="172"/>
                  </a:lnTo>
                  <a:lnTo>
                    <a:pt x="78" y="176"/>
                  </a:lnTo>
                  <a:lnTo>
                    <a:pt x="78" y="180"/>
                  </a:lnTo>
                  <a:lnTo>
                    <a:pt x="74" y="180"/>
                  </a:lnTo>
                  <a:lnTo>
                    <a:pt x="72" y="180"/>
                  </a:lnTo>
                  <a:lnTo>
                    <a:pt x="74" y="180"/>
                  </a:lnTo>
                  <a:lnTo>
                    <a:pt x="74" y="182"/>
                  </a:lnTo>
                  <a:lnTo>
                    <a:pt x="78" y="182"/>
                  </a:lnTo>
                  <a:lnTo>
                    <a:pt x="74" y="182"/>
                  </a:lnTo>
                  <a:lnTo>
                    <a:pt x="78" y="186"/>
                  </a:lnTo>
                  <a:lnTo>
                    <a:pt x="78" y="190"/>
                  </a:lnTo>
                  <a:lnTo>
                    <a:pt x="78" y="194"/>
                  </a:lnTo>
                  <a:lnTo>
                    <a:pt x="82" y="194"/>
                  </a:lnTo>
                  <a:lnTo>
                    <a:pt x="82" y="198"/>
                  </a:lnTo>
                  <a:lnTo>
                    <a:pt x="82" y="202"/>
                  </a:lnTo>
                  <a:lnTo>
                    <a:pt x="86" y="202"/>
                  </a:lnTo>
                  <a:lnTo>
                    <a:pt x="86" y="206"/>
                  </a:lnTo>
                  <a:lnTo>
                    <a:pt x="88" y="206"/>
                  </a:lnTo>
                  <a:lnTo>
                    <a:pt x="88" y="208"/>
                  </a:lnTo>
                  <a:lnTo>
                    <a:pt x="88" y="212"/>
                  </a:lnTo>
                  <a:lnTo>
                    <a:pt x="88" y="216"/>
                  </a:lnTo>
                  <a:lnTo>
                    <a:pt x="92" y="216"/>
                  </a:lnTo>
                  <a:lnTo>
                    <a:pt x="92" y="220"/>
                  </a:lnTo>
                  <a:lnTo>
                    <a:pt x="88" y="220"/>
                  </a:lnTo>
                  <a:lnTo>
                    <a:pt x="88" y="224"/>
                  </a:lnTo>
                  <a:lnTo>
                    <a:pt x="88" y="228"/>
                  </a:lnTo>
                  <a:lnTo>
                    <a:pt x="88" y="232"/>
                  </a:lnTo>
                  <a:lnTo>
                    <a:pt x="88" y="234"/>
                  </a:lnTo>
                  <a:lnTo>
                    <a:pt x="86" y="234"/>
                  </a:lnTo>
                  <a:lnTo>
                    <a:pt x="86" y="238"/>
                  </a:lnTo>
                  <a:lnTo>
                    <a:pt x="86" y="242"/>
                  </a:lnTo>
                  <a:lnTo>
                    <a:pt x="86" y="246"/>
                  </a:lnTo>
                  <a:lnTo>
                    <a:pt x="88" y="246"/>
                  </a:lnTo>
                  <a:lnTo>
                    <a:pt x="88" y="250"/>
                  </a:lnTo>
                  <a:lnTo>
                    <a:pt x="88" y="254"/>
                  </a:lnTo>
                  <a:lnTo>
                    <a:pt x="92" y="254"/>
                  </a:lnTo>
                  <a:lnTo>
                    <a:pt x="92" y="258"/>
                  </a:lnTo>
                  <a:lnTo>
                    <a:pt x="96" y="258"/>
                  </a:lnTo>
                  <a:lnTo>
                    <a:pt x="96" y="262"/>
                  </a:lnTo>
                  <a:lnTo>
                    <a:pt x="96" y="264"/>
                  </a:lnTo>
                  <a:lnTo>
                    <a:pt x="96" y="268"/>
                  </a:lnTo>
                  <a:lnTo>
                    <a:pt x="100" y="268"/>
                  </a:lnTo>
                  <a:lnTo>
                    <a:pt x="100" y="272"/>
                  </a:lnTo>
                  <a:lnTo>
                    <a:pt x="96" y="272"/>
                  </a:lnTo>
                  <a:lnTo>
                    <a:pt x="100" y="280"/>
                  </a:lnTo>
                  <a:lnTo>
                    <a:pt x="100" y="284"/>
                  </a:lnTo>
                  <a:lnTo>
                    <a:pt x="100" y="288"/>
                  </a:lnTo>
                  <a:lnTo>
                    <a:pt x="104" y="288"/>
                  </a:lnTo>
                  <a:lnTo>
                    <a:pt x="104" y="290"/>
                  </a:lnTo>
                  <a:lnTo>
                    <a:pt x="104" y="294"/>
                  </a:lnTo>
                  <a:lnTo>
                    <a:pt x="104" y="298"/>
                  </a:lnTo>
                  <a:lnTo>
                    <a:pt x="100" y="298"/>
                  </a:lnTo>
                  <a:lnTo>
                    <a:pt x="100" y="302"/>
                  </a:lnTo>
                  <a:lnTo>
                    <a:pt x="100" y="306"/>
                  </a:lnTo>
                  <a:lnTo>
                    <a:pt x="96" y="310"/>
                  </a:lnTo>
                  <a:lnTo>
                    <a:pt x="92" y="314"/>
                  </a:lnTo>
                  <a:lnTo>
                    <a:pt x="92" y="314"/>
                  </a:lnTo>
                  <a:lnTo>
                    <a:pt x="92" y="314"/>
                  </a:lnTo>
                  <a:close/>
                  <a:moveTo>
                    <a:pt x="22" y="164"/>
                  </a:moveTo>
                  <a:lnTo>
                    <a:pt x="22" y="168"/>
                  </a:lnTo>
                  <a:lnTo>
                    <a:pt x="26" y="168"/>
                  </a:lnTo>
                  <a:lnTo>
                    <a:pt x="26" y="172"/>
                  </a:lnTo>
                  <a:lnTo>
                    <a:pt x="22" y="172"/>
                  </a:lnTo>
                  <a:lnTo>
                    <a:pt x="18" y="168"/>
                  </a:lnTo>
                  <a:lnTo>
                    <a:pt x="18" y="164"/>
                  </a:lnTo>
                  <a:lnTo>
                    <a:pt x="22" y="164"/>
                  </a:lnTo>
                  <a:lnTo>
                    <a:pt x="22" y="168"/>
                  </a:lnTo>
                  <a:lnTo>
                    <a:pt x="22" y="164"/>
                  </a:lnTo>
                  <a:lnTo>
                    <a:pt x="22" y="164"/>
                  </a:lnTo>
                  <a:lnTo>
                    <a:pt x="22" y="164"/>
                  </a:lnTo>
                  <a:close/>
                  <a:moveTo>
                    <a:pt x="8" y="146"/>
                  </a:moveTo>
                  <a:lnTo>
                    <a:pt x="8" y="150"/>
                  </a:lnTo>
                  <a:lnTo>
                    <a:pt x="8" y="146"/>
                  </a:lnTo>
                  <a:lnTo>
                    <a:pt x="8" y="146"/>
                  </a:lnTo>
                  <a:lnTo>
                    <a:pt x="8" y="146"/>
                  </a:lnTo>
                  <a:close/>
                  <a:moveTo>
                    <a:pt x="18" y="152"/>
                  </a:moveTo>
                  <a:lnTo>
                    <a:pt x="18" y="156"/>
                  </a:lnTo>
                  <a:lnTo>
                    <a:pt x="16" y="152"/>
                  </a:lnTo>
                  <a:lnTo>
                    <a:pt x="18" y="152"/>
                  </a:lnTo>
                  <a:lnTo>
                    <a:pt x="18" y="152"/>
                  </a:lnTo>
                  <a:lnTo>
                    <a:pt x="18" y="152"/>
                  </a:lnTo>
                  <a:close/>
                  <a:moveTo>
                    <a:pt x="26" y="164"/>
                  </a:moveTo>
                  <a:lnTo>
                    <a:pt x="22" y="164"/>
                  </a:lnTo>
                  <a:lnTo>
                    <a:pt x="18" y="164"/>
                  </a:lnTo>
                  <a:lnTo>
                    <a:pt x="18" y="160"/>
                  </a:lnTo>
                  <a:lnTo>
                    <a:pt x="22" y="160"/>
                  </a:lnTo>
                  <a:lnTo>
                    <a:pt x="26" y="164"/>
                  </a:lnTo>
                  <a:lnTo>
                    <a:pt x="26" y="164"/>
                  </a:lnTo>
                  <a:lnTo>
                    <a:pt x="26" y="164"/>
                  </a:lnTo>
                  <a:close/>
                  <a:moveTo>
                    <a:pt x="74" y="212"/>
                  </a:moveTo>
                  <a:lnTo>
                    <a:pt x="74" y="216"/>
                  </a:lnTo>
                  <a:lnTo>
                    <a:pt x="74" y="220"/>
                  </a:lnTo>
                  <a:lnTo>
                    <a:pt x="74" y="216"/>
                  </a:lnTo>
                  <a:lnTo>
                    <a:pt x="74" y="212"/>
                  </a:lnTo>
                  <a:lnTo>
                    <a:pt x="74" y="212"/>
                  </a:lnTo>
                  <a:lnTo>
                    <a:pt x="74" y="212"/>
                  </a:lnTo>
                  <a:close/>
                  <a:moveTo>
                    <a:pt x="34" y="220"/>
                  </a:moveTo>
                  <a:lnTo>
                    <a:pt x="34" y="224"/>
                  </a:lnTo>
                  <a:lnTo>
                    <a:pt x="30" y="224"/>
                  </a:lnTo>
                  <a:lnTo>
                    <a:pt x="34" y="220"/>
                  </a:lnTo>
                  <a:lnTo>
                    <a:pt x="34" y="220"/>
                  </a:lnTo>
                  <a:lnTo>
                    <a:pt x="34" y="220"/>
                  </a:lnTo>
                  <a:close/>
                  <a:moveTo>
                    <a:pt x="82" y="290"/>
                  </a:moveTo>
                  <a:lnTo>
                    <a:pt x="82" y="288"/>
                  </a:lnTo>
                  <a:lnTo>
                    <a:pt x="82" y="290"/>
                  </a:lnTo>
                  <a:lnTo>
                    <a:pt x="82" y="290"/>
                  </a:lnTo>
                  <a:lnTo>
                    <a:pt x="82" y="290"/>
                  </a:lnTo>
                  <a:close/>
                  <a:moveTo>
                    <a:pt x="86" y="328"/>
                  </a:moveTo>
                  <a:lnTo>
                    <a:pt x="82" y="328"/>
                  </a:lnTo>
                  <a:lnTo>
                    <a:pt x="86" y="328"/>
                  </a:lnTo>
                  <a:lnTo>
                    <a:pt x="86" y="324"/>
                  </a:lnTo>
                  <a:lnTo>
                    <a:pt x="86" y="328"/>
                  </a:lnTo>
                  <a:lnTo>
                    <a:pt x="86" y="328"/>
                  </a:lnTo>
                  <a:lnTo>
                    <a:pt x="86" y="328"/>
                  </a:lnTo>
                  <a:close/>
                  <a:moveTo>
                    <a:pt x="18" y="172"/>
                  </a:moveTo>
                  <a:lnTo>
                    <a:pt x="22" y="172"/>
                  </a:lnTo>
                  <a:lnTo>
                    <a:pt x="22" y="176"/>
                  </a:lnTo>
                  <a:lnTo>
                    <a:pt x="18" y="176"/>
                  </a:lnTo>
                  <a:lnTo>
                    <a:pt x="18" y="172"/>
                  </a:lnTo>
                  <a:lnTo>
                    <a:pt x="18" y="172"/>
                  </a:lnTo>
                  <a:lnTo>
                    <a:pt x="18" y="172"/>
                  </a:lnTo>
                  <a:close/>
                  <a:moveTo>
                    <a:pt x="86" y="288"/>
                  </a:moveTo>
                  <a:lnTo>
                    <a:pt x="86" y="284"/>
                  </a:lnTo>
                  <a:lnTo>
                    <a:pt x="86" y="280"/>
                  </a:lnTo>
                  <a:lnTo>
                    <a:pt x="88" y="284"/>
                  </a:lnTo>
                  <a:lnTo>
                    <a:pt x="86" y="288"/>
                  </a:lnTo>
                  <a:lnTo>
                    <a:pt x="86" y="288"/>
                  </a:lnTo>
                  <a:lnTo>
                    <a:pt x="86" y="288"/>
                  </a:lnTo>
                  <a:close/>
                  <a:moveTo>
                    <a:pt x="82" y="288"/>
                  </a:moveTo>
                  <a:lnTo>
                    <a:pt x="82" y="284"/>
                  </a:lnTo>
                  <a:lnTo>
                    <a:pt x="82" y="288"/>
                  </a:lnTo>
                  <a:lnTo>
                    <a:pt x="82" y="288"/>
                  </a:lnTo>
                  <a:lnTo>
                    <a:pt x="82" y="288"/>
                  </a:lnTo>
                  <a:close/>
                  <a:moveTo>
                    <a:pt x="88" y="290"/>
                  </a:moveTo>
                  <a:lnTo>
                    <a:pt x="88" y="294"/>
                  </a:lnTo>
                  <a:lnTo>
                    <a:pt x="88" y="290"/>
                  </a:lnTo>
                  <a:lnTo>
                    <a:pt x="88" y="290"/>
                  </a:lnTo>
                  <a:lnTo>
                    <a:pt x="88" y="290"/>
                  </a:lnTo>
                  <a:close/>
                  <a:moveTo>
                    <a:pt x="86" y="298"/>
                  </a:moveTo>
                  <a:lnTo>
                    <a:pt x="86" y="294"/>
                  </a:lnTo>
                  <a:lnTo>
                    <a:pt x="88" y="294"/>
                  </a:lnTo>
                  <a:lnTo>
                    <a:pt x="88" y="298"/>
                  </a:lnTo>
                  <a:lnTo>
                    <a:pt x="86" y="298"/>
                  </a:lnTo>
                  <a:lnTo>
                    <a:pt x="86" y="298"/>
                  </a:lnTo>
                  <a:lnTo>
                    <a:pt x="86" y="298"/>
                  </a:lnTo>
                  <a:close/>
                  <a:moveTo>
                    <a:pt x="86" y="302"/>
                  </a:moveTo>
                  <a:lnTo>
                    <a:pt x="86" y="298"/>
                  </a:lnTo>
                  <a:lnTo>
                    <a:pt x="86" y="294"/>
                  </a:lnTo>
                  <a:lnTo>
                    <a:pt x="86" y="298"/>
                  </a:lnTo>
                  <a:lnTo>
                    <a:pt x="86" y="302"/>
                  </a:lnTo>
                  <a:lnTo>
                    <a:pt x="86" y="302"/>
                  </a:lnTo>
                  <a:lnTo>
                    <a:pt x="86" y="302"/>
                  </a:lnTo>
                  <a:close/>
                  <a:moveTo>
                    <a:pt x="86" y="314"/>
                  </a:moveTo>
                  <a:lnTo>
                    <a:pt x="82" y="310"/>
                  </a:lnTo>
                  <a:lnTo>
                    <a:pt x="82" y="314"/>
                  </a:lnTo>
                  <a:lnTo>
                    <a:pt x="82" y="310"/>
                  </a:lnTo>
                  <a:lnTo>
                    <a:pt x="86" y="310"/>
                  </a:lnTo>
                  <a:lnTo>
                    <a:pt x="86" y="314"/>
                  </a:lnTo>
                  <a:lnTo>
                    <a:pt x="86" y="314"/>
                  </a:lnTo>
                  <a:lnTo>
                    <a:pt x="86" y="3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2" name="Freeform 43"/>
            <p:cNvSpPr>
              <a:spLocks noChangeAspect="1"/>
            </p:cNvSpPr>
            <p:nvPr/>
          </p:nvSpPr>
          <p:spPr bwMode="gray">
            <a:xfrm>
              <a:off x="6768791" y="3597897"/>
              <a:ext cx="201755" cy="128705"/>
            </a:xfrm>
            <a:custGeom>
              <a:avLst/>
              <a:gdLst>
                <a:gd name="T0" fmla="*/ 34 w 116"/>
                <a:gd name="T1" fmla="*/ 48 h 74"/>
                <a:gd name="T2" fmla="*/ 30 w 116"/>
                <a:gd name="T3" fmla="*/ 44 h 74"/>
                <a:gd name="T4" fmla="*/ 26 w 116"/>
                <a:gd name="T5" fmla="*/ 44 h 74"/>
                <a:gd name="T6" fmla="*/ 20 w 116"/>
                <a:gd name="T7" fmla="*/ 40 h 74"/>
                <a:gd name="T8" fmla="*/ 16 w 116"/>
                <a:gd name="T9" fmla="*/ 36 h 74"/>
                <a:gd name="T10" fmla="*/ 8 w 116"/>
                <a:gd name="T11" fmla="*/ 30 h 74"/>
                <a:gd name="T12" fmla="*/ 4 w 116"/>
                <a:gd name="T13" fmla="*/ 30 h 74"/>
                <a:gd name="T14" fmla="*/ 0 w 116"/>
                <a:gd name="T15" fmla="*/ 22 h 74"/>
                <a:gd name="T16" fmla="*/ 0 w 116"/>
                <a:gd name="T17" fmla="*/ 18 h 74"/>
                <a:gd name="T18" fmla="*/ 4 w 116"/>
                <a:gd name="T19" fmla="*/ 14 h 74"/>
                <a:gd name="T20" fmla="*/ 8 w 116"/>
                <a:gd name="T21" fmla="*/ 10 h 74"/>
                <a:gd name="T22" fmla="*/ 8 w 116"/>
                <a:gd name="T23" fmla="*/ 6 h 74"/>
                <a:gd name="T24" fmla="*/ 16 w 116"/>
                <a:gd name="T25" fmla="*/ 4 h 74"/>
                <a:gd name="T26" fmla="*/ 16 w 116"/>
                <a:gd name="T27" fmla="*/ 6 h 74"/>
                <a:gd name="T28" fmla="*/ 20 w 116"/>
                <a:gd name="T29" fmla="*/ 0 h 74"/>
                <a:gd name="T30" fmla="*/ 20 w 116"/>
                <a:gd name="T31" fmla="*/ 0 h 74"/>
                <a:gd name="T32" fmla="*/ 26 w 116"/>
                <a:gd name="T33" fmla="*/ 0 h 74"/>
                <a:gd name="T34" fmla="*/ 34 w 116"/>
                <a:gd name="T35" fmla="*/ 6 h 74"/>
                <a:gd name="T36" fmla="*/ 42 w 116"/>
                <a:gd name="T37" fmla="*/ 10 h 74"/>
                <a:gd name="T38" fmla="*/ 46 w 116"/>
                <a:gd name="T39" fmla="*/ 14 h 74"/>
                <a:gd name="T40" fmla="*/ 48 w 116"/>
                <a:gd name="T41" fmla="*/ 22 h 74"/>
                <a:gd name="T42" fmla="*/ 52 w 116"/>
                <a:gd name="T43" fmla="*/ 22 h 74"/>
                <a:gd name="T44" fmla="*/ 56 w 116"/>
                <a:gd name="T45" fmla="*/ 22 h 74"/>
                <a:gd name="T46" fmla="*/ 60 w 116"/>
                <a:gd name="T47" fmla="*/ 26 h 74"/>
                <a:gd name="T48" fmla="*/ 64 w 116"/>
                <a:gd name="T49" fmla="*/ 30 h 74"/>
                <a:gd name="T50" fmla="*/ 68 w 116"/>
                <a:gd name="T51" fmla="*/ 32 h 74"/>
                <a:gd name="T52" fmla="*/ 72 w 116"/>
                <a:gd name="T53" fmla="*/ 32 h 74"/>
                <a:gd name="T54" fmla="*/ 72 w 116"/>
                <a:gd name="T55" fmla="*/ 36 h 74"/>
                <a:gd name="T56" fmla="*/ 74 w 116"/>
                <a:gd name="T57" fmla="*/ 36 h 74"/>
                <a:gd name="T58" fmla="*/ 82 w 116"/>
                <a:gd name="T59" fmla="*/ 40 h 74"/>
                <a:gd name="T60" fmla="*/ 82 w 116"/>
                <a:gd name="T61" fmla="*/ 44 h 74"/>
                <a:gd name="T62" fmla="*/ 86 w 116"/>
                <a:gd name="T63" fmla="*/ 40 h 74"/>
                <a:gd name="T64" fmla="*/ 90 w 116"/>
                <a:gd name="T65" fmla="*/ 44 h 74"/>
                <a:gd name="T66" fmla="*/ 94 w 116"/>
                <a:gd name="T67" fmla="*/ 40 h 74"/>
                <a:gd name="T68" fmla="*/ 98 w 116"/>
                <a:gd name="T69" fmla="*/ 44 h 74"/>
                <a:gd name="T70" fmla="*/ 100 w 116"/>
                <a:gd name="T71" fmla="*/ 44 h 74"/>
                <a:gd name="T72" fmla="*/ 108 w 116"/>
                <a:gd name="T73" fmla="*/ 48 h 74"/>
                <a:gd name="T74" fmla="*/ 108 w 116"/>
                <a:gd name="T75" fmla="*/ 44 h 74"/>
                <a:gd name="T76" fmla="*/ 112 w 116"/>
                <a:gd name="T77" fmla="*/ 44 h 74"/>
                <a:gd name="T78" fmla="*/ 116 w 116"/>
                <a:gd name="T79" fmla="*/ 48 h 74"/>
                <a:gd name="T80" fmla="*/ 112 w 116"/>
                <a:gd name="T81" fmla="*/ 56 h 74"/>
                <a:gd name="T82" fmla="*/ 112 w 116"/>
                <a:gd name="T83" fmla="*/ 62 h 74"/>
                <a:gd name="T84" fmla="*/ 112 w 116"/>
                <a:gd name="T85" fmla="*/ 70 h 74"/>
                <a:gd name="T86" fmla="*/ 112 w 116"/>
                <a:gd name="T87" fmla="*/ 70 h 74"/>
                <a:gd name="T88" fmla="*/ 108 w 116"/>
                <a:gd name="T89" fmla="*/ 70 h 74"/>
                <a:gd name="T90" fmla="*/ 104 w 116"/>
                <a:gd name="T91" fmla="*/ 70 h 74"/>
                <a:gd name="T92" fmla="*/ 98 w 116"/>
                <a:gd name="T93" fmla="*/ 70 h 74"/>
                <a:gd name="T94" fmla="*/ 90 w 116"/>
                <a:gd name="T95" fmla="*/ 70 h 74"/>
                <a:gd name="T96" fmla="*/ 86 w 116"/>
                <a:gd name="T97" fmla="*/ 66 h 74"/>
                <a:gd name="T98" fmla="*/ 78 w 116"/>
                <a:gd name="T99" fmla="*/ 66 h 74"/>
                <a:gd name="T100" fmla="*/ 78 w 116"/>
                <a:gd name="T101" fmla="*/ 62 h 74"/>
                <a:gd name="T102" fmla="*/ 74 w 116"/>
                <a:gd name="T103" fmla="*/ 66 h 74"/>
                <a:gd name="T104" fmla="*/ 68 w 116"/>
                <a:gd name="T105" fmla="*/ 60 h 74"/>
                <a:gd name="T106" fmla="*/ 64 w 116"/>
                <a:gd name="T107" fmla="*/ 60 h 74"/>
                <a:gd name="T108" fmla="*/ 64 w 116"/>
                <a:gd name="T109" fmla="*/ 56 h 74"/>
                <a:gd name="T110" fmla="*/ 56 w 116"/>
                <a:gd name="T111" fmla="*/ 52 h 74"/>
                <a:gd name="T112" fmla="*/ 52 w 116"/>
                <a:gd name="T113" fmla="*/ 56 h 74"/>
                <a:gd name="T114" fmla="*/ 48 w 116"/>
                <a:gd name="T115" fmla="*/ 52 h 74"/>
                <a:gd name="T116" fmla="*/ 46 w 116"/>
                <a:gd name="T117" fmla="*/ 56 h 74"/>
                <a:gd name="T118" fmla="*/ 46 w 116"/>
                <a:gd name="T119" fmla="*/ 52 h 74"/>
                <a:gd name="T120" fmla="*/ 38 w 116"/>
                <a:gd name="T121" fmla="*/ 52 h 74"/>
                <a:gd name="T122" fmla="*/ 38 w 116"/>
                <a:gd name="T123"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6" h="74">
                  <a:moveTo>
                    <a:pt x="38" y="48"/>
                  </a:moveTo>
                  <a:lnTo>
                    <a:pt x="38" y="48"/>
                  </a:lnTo>
                  <a:lnTo>
                    <a:pt x="38" y="48"/>
                  </a:lnTo>
                  <a:lnTo>
                    <a:pt x="34" y="48"/>
                  </a:lnTo>
                  <a:lnTo>
                    <a:pt x="34" y="48"/>
                  </a:lnTo>
                  <a:lnTo>
                    <a:pt x="34" y="48"/>
                  </a:lnTo>
                  <a:lnTo>
                    <a:pt x="34" y="48"/>
                  </a:lnTo>
                  <a:lnTo>
                    <a:pt x="34" y="48"/>
                  </a:lnTo>
                  <a:lnTo>
                    <a:pt x="34" y="48"/>
                  </a:lnTo>
                  <a:lnTo>
                    <a:pt x="30" y="48"/>
                  </a:lnTo>
                  <a:lnTo>
                    <a:pt x="30" y="48"/>
                  </a:lnTo>
                  <a:lnTo>
                    <a:pt x="30" y="44"/>
                  </a:lnTo>
                  <a:lnTo>
                    <a:pt x="26" y="44"/>
                  </a:lnTo>
                  <a:lnTo>
                    <a:pt x="26" y="44"/>
                  </a:lnTo>
                  <a:lnTo>
                    <a:pt x="26" y="44"/>
                  </a:lnTo>
                  <a:lnTo>
                    <a:pt x="26" y="44"/>
                  </a:lnTo>
                  <a:lnTo>
                    <a:pt x="26" y="44"/>
                  </a:lnTo>
                  <a:lnTo>
                    <a:pt x="26" y="44"/>
                  </a:lnTo>
                  <a:lnTo>
                    <a:pt x="22" y="44"/>
                  </a:lnTo>
                  <a:lnTo>
                    <a:pt x="22" y="44"/>
                  </a:lnTo>
                  <a:lnTo>
                    <a:pt x="22" y="44"/>
                  </a:lnTo>
                  <a:lnTo>
                    <a:pt x="20" y="40"/>
                  </a:lnTo>
                  <a:lnTo>
                    <a:pt x="20" y="40"/>
                  </a:lnTo>
                  <a:lnTo>
                    <a:pt x="20" y="40"/>
                  </a:lnTo>
                  <a:lnTo>
                    <a:pt x="16" y="36"/>
                  </a:lnTo>
                  <a:lnTo>
                    <a:pt x="16" y="36"/>
                  </a:lnTo>
                  <a:lnTo>
                    <a:pt x="16" y="36"/>
                  </a:lnTo>
                  <a:lnTo>
                    <a:pt x="16" y="36"/>
                  </a:lnTo>
                  <a:lnTo>
                    <a:pt x="16" y="36"/>
                  </a:lnTo>
                  <a:lnTo>
                    <a:pt x="16" y="36"/>
                  </a:lnTo>
                  <a:lnTo>
                    <a:pt x="16" y="36"/>
                  </a:lnTo>
                  <a:lnTo>
                    <a:pt x="12" y="32"/>
                  </a:lnTo>
                  <a:lnTo>
                    <a:pt x="8" y="32"/>
                  </a:lnTo>
                  <a:lnTo>
                    <a:pt x="8" y="30"/>
                  </a:lnTo>
                  <a:lnTo>
                    <a:pt x="8" y="30"/>
                  </a:lnTo>
                  <a:lnTo>
                    <a:pt x="8" y="30"/>
                  </a:lnTo>
                  <a:lnTo>
                    <a:pt x="8" y="30"/>
                  </a:lnTo>
                  <a:lnTo>
                    <a:pt x="8" y="32"/>
                  </a:lnTo>
                  <a:lnTo>
                    <a:pt x="4" y="32"/>
                  </a:lnTo>
                  <a:lnTo>
                    <a:pt x="4" y="32"/>
                  </a:lnTo>
                  <a:lnTo>
                    <a:pt x="4" y="30"/>
                  </a:lnTo>
                  <a:lnTo>
                    <a:pt x="4" y="30"/>
                  </a:lnTo>
                  <a:lnTo>
                    <a:pt x="0" y="30"/>
                  </a:lnTo>
                  <a:lnTo>
                    <a:pt x="0" y="30"/>
                  </a:lnTo>
                  <a:lnTo>
                    <a:pt x="0" y="26"/>
                  </a:lnTo>
                  <a:lnTo>
                    <a:pt x="0" y="26"/>
                  </a:lnTo>
                  <a:lnTo>
                    <a:pt x="0" y="26"/>
                  </a:lnTo>
                  <a:lnTo>
                    <a:pt x="0" y="22"/>
                  </a:lnTo>
                  <a:lnTo>
                    <a:pt x="4" y="22"/>
                  </a:lnTo>
                  <a:lnTo>
                    <a:pt x="4" y="22"/>
                  </a:lnTo>
                  <a:lnTo>
                    <a:pt x="4" y="18"/>
                  </a:lnTo>
                  <a:lnTo>
                    <a:pt x="4" y="18"/>
                  </a:lnTo>
                  <a:lnTo>
                    <a:pt x="4" y="18"/>
                  </a:lnTo>
                  <a:lnTo>
                    <a:pt x="0" y="18"/>
                  </a:lnTo>
                  <a:lnTo>
                    <a:pt x="4" y="14"/>
                  </a:lnTo>
                  <a:lnTo>
                    <a:pt x="4" y="14"/>
                  </a:lnTo>
                  <a:lnTo>
                    <a:pt x="4" y="14"/>
                  </a:lnTo>
                  <a:lnTo>
                    <a:pt x="4" y="14"/>
                  </a:lnTo>
                  <a:lnTo>
                    <a:pt x="4" y="14"/>
                  </a:lnTo>
                  <a:lnTo>
                    <a:pt x="4" y="14"/>
                  </a:lnTo>
                  <a:lnTo>
                    <a:pt x="4" y="10"/>
                  </a:lnTo>
                  <a:lnTo>
                    <a:pt x="4" y="10"/>
                  </a:lnTo>
                  <a:lnTo>
                    <a:pt x="4" y="10"/>
                  </a:lnTo>
                  <a:lnTo>
                    <a:pt x="4" y="10"/>
                  </a:lnTo>
                  <a:lnTo>
                    <a:pt x="4" y="10"/>
                  </a:lnTo>
                  <a:lnTo>
                    <a:pt x="8" y="10"/>
                  </a:lnTo>
                  <a:lnTo>
                    <a:pt x="8" y="6"/>
                  </a:lnTo>
                  <a:lnTo>
                    <a:pt x="8" y="6"/>
                  </a:lnTo>
                  <a:lnTo>
                    <a:pt x="8" y="6"/>
                  </a:lnTo>
                  <a:lnTo>
                    <a:pt x="8" y="6"/>
                  </a:lnTo>
                  <a:lnTo>
                    <a:pt x="8" y="6"/>
                  </a:lnTo>
                  <a:lnTo>
                    <a:pt x="8" y="6"/>
                  </a:lnTo>
                  <a:lnTo>
                    <a:pt x="12" y="4"/>
                  </a:lnTo>
                  <a:lnTo>
                    <a:pt x="12" y="4"/>
                  </a:lnTo>
                  <a:lnTo>
                    <a:pt x="12" y="4"/>
                  </a:lnTo>
                  <a:lnTo>
                    <a:pt x="16" y="4"/>
                  </a:lnTo>
                  <a:lnTo>
                    <a:pt x="16" y="4"/>
                  </a:lnTo>
                  <a:lnTo>
                    <a:pt x="16" y="4"/>
                  </a:lnTo>
                  <a:lnTo>
                    <a:pt x="16" y="6"/>
                  </a:lnTo>
                  <a:lnTo>
                    <a:pt x="16" y="6"/>
                  </a:lnTo>
                  <a:lnTo>
                    <a:pt x="16" y="6"/>
                  </a:lnTo>
                  <a:lnTo>
                    <a:pt x="16" y="6"/>
                  </a:lnTo>
                  <a:lnTo>
                    <a:pt x="16" y="6"/>
                  </a:lnTo>
                  <a:lnTo>
                    <a:pt x="16" y="6"/>
                  </a:lnTo>
                  <a:lnTo>
                    <a:pt x="16" y="6"/>
                  </a:lnTo>
                  <a:lnTo>
                    <a:pt x="20" y="4"/>
                  </a:lnTo>
                  <a:lnTo>
                    <a:pt x="20" y="4"/>
                  </a:lnTo>
                  <a:lnTo>
                    <a:pt x="20" y="4"/>
                  </a:lnTo>
                  <a:lnTo>
                    <a:pt x="20" y="0"/>
                  </a:lnTo>
                  <a:lnTo>
                    <a:pt x="20" y="0"/>
                  </a:lnTo>
                  <a:lnTo>
                    <a:pt x="20" y="0"/>
                  </a:lnTo>
                  <a:lnTo>
                    <a:pt x="20" y="0"/>
                  </a:lnTo>
                  <a:lnTo>
                    <a:pt x="20" y="0"/>
                  </a:lnTo>
                  <a:lnTo>
                    <a:pt x="20" y="0"/>
                  </a:lnTo>
                  <a:lnTo>
                    <a:pt x="20" y="0"/>
                  </a:lnTo>
                  <a:lnTo>
                    <a:pt x="20" y="0"/>
                  </a:lnTo>
                  <a:lnTo>
                    <a:pt x="22" y="0"/>
                  </a:lnTo>
                  <a:lnTo>
                    <a:pt x="22" y="0"/>
                  </a:lnTo>
                  <a:lnTo>
                    <a:pt x="22" y="0"/>
                  </a:lnTo>
                  <a:lnTo>
                    <a:pt x="22" y="0"/>
                  </a:lnTo>
                  <a:lnTo>
                    <a:pt x="22" y="0"/>
                  </a:lnTo>
                  <a:lnTo>
                    <a:pt x="26" y="0"/>
                  </a:lnTo>
                  <a:lnTo>
                    <a:pt x="26" y="0"/>
                  </a:lnTo>
                  <a:lnTo>
                    <a:pt x="30" y="0"/>
                  </a:lnTo>
                  <a:lnTo>
                    <a:pt x="30" y="4"/>
                  </a:lnTo>
                  <a:lnTo>
                    <a:pt x="30" y="6"/>
                  </a:lnTo>
                  <a:lnTo>
                    <a:pt x="30" y="4"/>
                  </a:lnTo>
                  <a:lnTo>
                    <a:pt x="34" y="6"/>
                  </a:lnTo>
                  <a:lnTo>
                    <a:pt x="34" y="6"/>
                  </a:lnTo>
                  <a:lnTo>
                    <a:pt x="38" y="10"/>
                  </a:lnTo>
                  <a:lnTo>
                    <a:pt x="38" y="10"/>
                  </a:lnTo>
                  <a:lnTo>
                    <a:pt x="38" y="10"/>
                  </a:lnTo>
                  <a:lnTo>
                    <a:pt x="42" y="10"/>
                  </a:lnTo>
                  <a:lnTo>
                    <a:pt x="42" y="10"/>
                  </a:lnTo>
                  <a:lnTo>
                    <a:pt x="42" y="14"/>
                  </a:lnTo>
                  <a:lnTo>
                    <a:pt x="42" y="14"/>
                  </a:lnTo>
                  <a:lnTo>
                    <a:pt x="42" y="14"/>
                  </a:lnTo>
                  <a:lnTo>
                    <a:pt x="46" y="14"/>
                  </a:lnTo>
                  <a:lnTo>
                    <a:pt x="46" y="14"/>
                  </a:lnTo>
                  <a:lnTo>
                    <a:pt x="46" y="14"/>
                  </a:lnTo>
                  <a:lnTo>
                    <a:pt x="46" y="14"/>
                  </a:lnTo>
                  <a:lnTo>
                    <a:pt x="46" y="14"/>
                  </a:lnTo>
                  <a:lnTo>
                    <a:pt x="46" y="18"/>
                  </a:lnTo>
                  <a:lnTo>
                    <a:pt x="46" y="18"/>
                  </a:lnTo>
                  <a:lnTo>
                    <a:pt x="48" y="18"/>
                  </a:lnTo>
                  <a:lnTo>
                    <a:pt x="48" y="22"/>
                  </a:lnTo>
                  <a:lnTo>
                    <a:pt x="48" y="22"/>
                  </a:lnTo>
                  <a:lnTo>
                    <a:pt x="48" y="22"/>
                  </a:lnTo>
                  <a:lnTo>
                    <a:pt x="48" y="22"/>
                  </a:lnTo>
                  <a:lnTo>
                    <a:pt x="52" y="22"/>
                  </a:lnTo>
                  <a:lnTo>
                    <a:pt x="52" y="22"/>
                  </a:lnTo>
                  <a:lnTo>
                    <a:pt x="52" y="22"/>
                  </a:lnTo>
                  <a:lnTo>
                    <a:pt x="52" y="22"/>
                  </a:lnTo>
                  <a:lnTo>
                    <a:pt x="52" y="22"/>
                  </a:lnTo>
                  <a:lnTo>
                    <a:pt x="52" y="18"/>
                  </a:lnTo>
                  <a:lnTo>
                    <a:pt x="56" y="18"/>
                  </a:lnTo>
                  <a:lnTo>
                    <a:pt x="56" y="18"/>
                  </a:lnTo>
                  <a:lnTo>
                    <a:pt x="56" y="22"/>
                  </a:lnTo>
                  <a:lnTo>
                    <a:pt x="56" y="22"/>
                  </a:lnTo>
                  <a:lnTo>
                    <a:pt x="56" y="22"/>
                  </a:lnTo>
                  <a:lnTo>
                    <a:pt x="56" y="22"/>
                  </a:lnTo>
                  <a:lnTo>
                    <a:pt x="60" y="22"/>
                  </a:lnTo>
                  <a:lnTo>
                    <a:pt x="60" y="26"/>
                  </a:lnTo>
                  <a:lnTo>
                    <a:pt x="60" y="26"/>
                  </a:lnTo>
                  <a:lnTo>
                    <a:pt x="60" y="26"/>
                  </a:lnTo>
                  <a:lnTo>
                    <a:pt x="60" y="26"/>
                  </a:lnTo>
                  <a:lnTo>
                    <a:pt x="60" y="26"/>
                  </a:lnTo>
                  <a:lnTo>
                    <a:pt x="60" y="26"/>
                  </a:lnTo>
                  <a:lnTo>
                    <a:pt x="60" y="30"/>
                  </a:lnTo>
                  <a:lnTo>
                    <a:pt x="64" y="30"/>
                  </a:lnTo>
                  <a:lnTo>
                    <a:pt x="64" y="30"/>
                  </a:lnTo>
                  <a:lnTo>
                    <a:pt x="64" y="30"/>
                  </a:lnTo>
                  <a:lnTo>
                    <a:pt x="64" y="30"/>
                  </a:lnTo>
                  <a:lnTo>
                    <a:pt x="64" y="30"/>
                  </a:lnTo>
                  <a:lnTo>
                    <a:pt x="64" y="32"/>
                  </a:lnTo>
                  <a:lnTo>
                    <a:pt x="68" y="32"/>
                  </a:lnTo>
                  <a:lnTo>
                    <a:pt x="68" y="32"/>
                  </a:lnTo>
                  <a:lnTo>
                    <a:pt x="68" y="32"/>
                  </a:lnTo>
                  <a:lnTo>
                    <a:pt x="72" y="32"/>
                  </a:lnTo>
                  <a:lnTo>
                    <a:pt x="72" y="32"/>
                  </a:lnTo>
                  <a:lnTo>
                    <a:pt x="72" y="30"/>
                  </a:lnTo>
                  <a:lnTo>
                    <a:pt x="72" y="32"/>
                  </a:lnTo>
                  <a:lnTo>
                    <a:pt x="72" y="32"/>
                  </a:lnTo>
                  <a:lnTo>
                    <a:pt x="72" y="32"/>
                  </a:lnTo>
                  <a:lnTo>
                    <a:pt x="72" y="32"/>
                  </a:lnTo>
                  <a:lnTo>
                    <a:pt x="72" y="36"/>
                  </a:lnTo>
                  <a:lnTo>
                    <a:pt x="72" y="36"/>
                  </a:lnTo>
                  <a:lnTo>
                    <a:pt x="72" y="36"/>
                  </a:lnTo>
                  <a:lnTo>
                    <a:pt x="72" y="36"/>
                  </a:lnTo>
                  <a:lnTo>
                    <a:pt x="72" y="36"/>
                  </a:lnTo>
                  <a:lnTo>
                    <a:pt x="74" y="36"/>
                  </a:lnTo>
                  <a:lnTo>
                    <a:pt x="74" y="36"/>
                  </a:lnTo>
                  <a:lnTo>
                    <a:pt x="74" y="36"/>
                  </a:lnTo>
                  <a:lnTo>
                    <a:pt x="74" y="36"/>
                  </a:lnTo>
                  <a:lnTo>
                    <a:pt x="74" y="36"/>
                  </a:lnTo>
                  <a:lnTo>
                    <a:pt x="74" y="36"/>
                  </a:lnTo>
                  <a:lnTo>
                    <a:pt x="78" y="36"/>
                  </a:lnTo>
                  <a:lnTo>
                    <a:pt x="78" y="36"/>
                  </a:lnTo>
                  <a:lnTo>
                    <a:pt x="78" y="36"/>
                  </a:lnTo>
                  <a:lnTo>
                    <a:pt x="82" y="40"/>
                  </a:lnTo>
                  <a:lnTo>
                    <a:pt x="82" y="40"/>
                  </a:lnTo>
                  <a:lnTo>
                    <a:pt x="82" y="40"/>
                  </a:lnTo>
                  <a:lnTo>
                    <a:pt x="82" y="40"/>
                  </a:lnTo>
                  <a:lnTo>
                    <a:pt x="82" y="40"/>
                  </a:lnTo>
                  <a:lnTo>
                    <a:pt x="82" y="44"/>
                  </a:lnTo>
                  <a:lnTo>
                    <a:pt x="82" y="44"/>
                  </a:lnTo>
                  <a:lnTo>
                    <a:pt x="82" y="44"/>
                  </a:lnTo>
                  <a:lnTo>
                    <a:pt x="86" y="44"/>
                  </a:lnTo>
                  <a:lnTo>
                    <a:pt x="86" y="44"/>
                  </a:lnTo>
                  <a:lnTo>
                    <a:pt x="86" y="44"/>
                  </a:lnTo>
                  <a:lnTo>
                    <a:pt x="86" y="44"/>
                  </a:lnTo>
                  <a:lnTo>
                    <a:pt x="86" y="40"/>
                  </a:lnTo>
                  <a:lnTo>
                    <a:pt x="86" y="40"/>
                  </a:lnTo>
                  <a:lnTo>
                    <a:pt x="86" y="40"/>
                  </a:lnTo>
                  <a:lnTo>
                    <a:pt x="86" y="40"/>
                  </a:lnTo>
                  <a:lnTo>
                    <a:pt x="86" y="40"/>
                  </a:lnTo>
                  <a:lnTo>
                    <a:pt x="86" y="44"/>
                  </a:lnTo>
                  <a:lnTo>
                    <a:pt x="90" y="44"/>
                  </a:lnTo>
                  <a:lnTo>
                    <a:pt x="90" y="44"/>
                  </a:lnTo>
                  <a:lnTo>
                    <a:pt x="90" y="44"/>
                  </a:lnTo>
                  <a:lnTo>
                    <a:pt x="90" y="44"/>
                  </a:lnTo>
                  <a:lnTo>
                    <a:pt x="90" y="44"/>
                  </a:lnTo>
                  <a:lnTo>
                    <a:pt x="94" y="40"/>
                  </a:lnTo>
                  <a:lnTo>
                    <a:pt x="94" y="40"/>
                  </a:lnTo>
                  <a:lnTo>
                    <a:pt x="94" y="40"/>
                  </a:lnTo>
                  <a:lnTo>
                    <a:pt x="94" y="40"/>
                  </a:lnTo>
                  <a:lnTo>
                    <a:pt x="94" y="40"/>
                  </a:lnTo>
                  <a:lnTo>
                    <a:pt x="94" y="40"/>
                  </a:lnTo>
                  <a:lnTo>
                    <a:pt x="94" y="40"/>
                  </a:lnTo>
                  <a:lnTo>
                    <a:pt x="98" y="44"/>
                  </a:lnTo>
                  <a:lnTo>
                    <a:pt x="98" y="44"/>
                  </a:lnTo>
                  <a:lnTo>
                    <a:pt x="98" y="44"/>
                  </a:lnTo>
                  <a:lnTo>
                    <a:pt x="98" y="44"/>
                  </a:lnTo>
                  <a:lnTo>
                    <a:pt x="100" y="44"/>
                  </a:lnTo>
                  <a:lnTo>
                    <a:pt x="100" y="44"/>
                  </a:lnTo>
                  <a:lnTo>
                    <a:pt x="100" y="44"/>
                  </a:lnTo>
                  <a:lnTo>
                    <a:pt x="100" y="48"/>
                  </a:lnTo>
                  <a:lnTo>
                    <a:pt x="100" y="44"/>
                  </a:lnTo>
                  <a:lnTo>
                    <a:pt x="104" y="44"/>
                  </a:lnTo>
                  <a:lnTo>
                    <a:pt x="104" y="44"/>
                  </a:lnTo>
                  <a:lnTo>
                    <a:pt x="104" y="48"/>
                  </a:lnTo>
                  <a:lnTo>
                    <a:pt x="108" y="48"/>
                  </a:lnTo>
                  <a:lnTo>
                    <a:pt x="108" y="44"/>
                  </a:lnTo>
                  <a:lnTo>
                    <a:pt x="108" y="48"/>
                  </a:lnTo>
                  <a:lnTo>
                    <a:pt x="108" y="48"/>
                  </a:lnTo>
                  <a:lnTo>
                    <a:pt x="108" y="44"/>
                  </a:lnTo>
                  <a:lnTo>
                    <a:pt x="108" y="44"/>
                  </a:lnTo>
                  <a:lnTo>
                    <a:pt x="108" y="44"/>
                  </a:lnTo>
                  <a:lnTo>
                    <a:pt x="108" y="44"/>
                  </a:lnTo>
                  <a:lnTo>
                    <a:pt x="108" y="44"/>
                  </a:lnTo>
                  <a:lnTo>
                    <a:pt x="112" y="44"/>
                  </a:lnTo>
                  <a:lnTo>
                    <a:pt x="112" y="44"/>
                  </a:lnTo>
                  <a:lnTo>
                    <a:pt x="112" y="44"/>
                  </a:lnTo>
                  <a:lnTo>
                    <a:pt x="112" y="44"/>
                  </a:lnTo>
                  <a:lnTo>
                    <a:pt x="112" y="44"/>
                  </a:lnTo>
                  <a:lnTo>
                    <a:pt x="112" y="44"/>
                  </a:lnTo>
                  <a:lnTo>
                    <a:pt x="116" y="44"/>
                  </a:lnTo>
                  <a:lnTo>
                    <a:pt x="116" y="44"/>
                  </a:lnTo>
                  <a:lnTo>
                    <a:pt x="116" y="48"/>
                  </a:lnTo>
                  <a:lnTo>
                    <a:pt x="116" y="48"/>
                  </a:lnTo>
                  <a:lnTo>
                    <a:pt x="112" y="52"/>
                  </a:lnTo>
                  <a:lnTo>
                    <a:pt x="112" y="52"/>
                  </a:lnTo>
                  <a:lnTo>
                    <a:pt x="112" y="52"/>
                  </a:lnTo>
                  <a:lnTo>
                    <a:pt x="112" y="52"/>
                  </a:lnTo>
                  <a:lnTo>
                    <a:pt x="112" y="56"/>
                  </a:lnTo>
                  <a:lnTo>
                    <a:pt x="112" y="56"/>
                  </a:lnTo>
                  <a:lnTo>
                    <a:pt x="112" y="60"/>
                  </a:lnTo>
                  <a:lnTo>
                    <a:pt x="112" y="60"/>
                  </a:lnTo>
                  <a:lnTo>
                    <a:pt x="112" y="60"/>
                  </a:lnTo>
                  <a:lnTo>
                    <a:pt x="112" y="60"/>
                  </a:lnTo>
                  <a:lnTo>
                    <a:pt x="112" y="60"/>
                  </a:lnTo>
                  <a:lnTo>
                    <a:pt x="112" y="62"/>
                  </a:lnTo>
                  <a:lnTo>
                    <a:pt x="116" y="62"/>
                  </a:lnTo>
                  <a:lnTo>
                    <a:pt x="116" y="66"/>
                  </a:lnTo>
                  <a:lnTo>
                    <a:pt x="116" y="66"/>
                  </a:lnTo>
                  <a:lnTo>
                    <a:pt x="116" y="66"/>
                  </a:lnTo>
                  <a:lnTo>
                    <a:pt x="116" y="66"/>
                  </a:lnTo>
                  <a:lnTo>
                    <a:pt x="112" y="70"/>
                  </a:lnTo>
                  <a:lnTo>
                    <a:pt x="112" y="70"/>
                  </a:lnTo>
                  <a:lnTo>
                    <a:pt x="112" y="70"/>
                  </a:lnTo>
                  <a:lnTo>
                    <a:pt x="112" y="70"/>
                  </a:lnTo>
                  <a:lnTo>
                    <a:pt x="112" y="74"/>
                  </a:lnTo>
                  <a:lnTo>
                    <a:pt x="112" y="70"/>
                  </a:lnTo>
                  <a:lnTo>
                    <a:pt x="112" y="70"/>
                  </a:lnTo>
                  <a:lnTo>
                    <a:pt x="112" y="70"/>
                  </a:lnTo>
                  <a:lnTo>
                    <a:pt x="112" y="70"/>
                  </a:lnTo>
                  <a:lnTo>
                    <a:pt x="108" y="70"/>
                  </a:lnTo>
                  <a:lnTo>
                    <a:pt x="108" y="70"/>
                  </a:lnTo>
                  <a:lnTo>
                    <a:pt x="108" y="70"/>
                  </a:lnTo>
                  <a:lnTo>
                    <a:pt x="108" y="70"/>
                  </a:lnTo>
                  <a:lnTo>
                    <a:pt x="104" y="70"/>
                  </a:lnTo>
                  <a:lnTo>
                    <a:pt x="104" y="70"/>
                  </a:lnTo>
                  <a:lnTo>
                    <a:pt x="104" y="70"/>
                  </a:lnTo>
                  <a:lnTo>
                    <a:pt x="104" y="70"/>
                  </a:lnTo>
                  <a:lnTo>
                    <a:pt x="104" y="70"/>
                  </a:lnTo>
                  <a:lnTo>
                    <a:pt x="104" y="70"/>
                  </a:lnTo>
                  <a:lnTo>
                    <a:pt x="100" y="74"/>
                  </a:lnTo>
                  <a:lnTo>
                    <a:pt x="100" y="70"/>
                  </a:lnTo>
                  <a:lnTo>
                    <a:pt x="98" y="70"/>
                  </a:lnTo>
                  <a:lnTo>
                    <a:pt x="98" y="70"/>
                  </a:lnTo>
                  <a:lnTo>
                    <a:pt x="98" y="70"/>
                  </a:lnTo>
                  <a:lnTo>
                    <a:pt x="98" y="70"/>
                  </a:lnTo>
                  <a:lnTo>
                    <a:pt x="98" y="70"/>
                  </a:lnTo>
                  <a:lnTo>
                    <a:pt x="98" y="70"/>
                  </a:lnTo>
                  <a:lnTo>
                    <a:pt x="94" y="70"/>
                  </a:lnTo>
                  <a:lnTo>
                    <a:pt x="94" y="70"/>
                  </a:lnTo>
                  <a:lnTo>
                    <a:pt x="94" y="70"/>
                  </a:lnTo>
                  <a:lnTo>
                    <a:pt x="90" y="70"/>
                  </a:lnTo>
                  <a:lnTo>
                    <a:pt x="90" y="66"/>
                  </a:lnTo>
                  <a:lnTo>
                    <a:pt x="86" y="66"/>
                  </a:lnTo>
                  <a:lnTo>
                    <a:pt x="86" y="66"/>
                  </a:lnTo>
                  <a:lnTo>
                    <a:pt x="86" y="66"/>
                  </a:lnTo>
                  <a:lnTo>
                    <a:pt x="86" y="66"/>
                  </a:lnTo>
                  <a:lnTo>
                    <a:pt x="86" y="66"/>
                  </a:lnTo>
                  <a:lnTo>
                    <a:pt x="86" y="66"/>
                  </a:lnTo>
                  <a:lnTo>
                    <a:pt x="82" y="66"/>
                  </a:lnTo>
                  <a:lnTo>
                    <a:pt x="82" y="66"/>
                  </a:lnTo>
                  <a:lnTo>
                    <a:pt x="82" y="66"/>
                  </a:lnTo>
                  <a:lnTo>
                    <a:pt x="82" y="70"/>
                  </a:lnTo>
                  <a:lnTo>
                    <a:pt x="78" y="66"/>
                  </a:lnTo>
                  <a:lnTo>
                    <a:pt x="78" y="66"/>
                  </a:lnTo>
                  <a:lnTo>
                    <a:pt x="78" y="66"/>
                  </a:lnTo>
                  <a:lnTo>
                    <a:pt x="78" y="66"/>
                  </a:lnTo>
                  <a:lnTo>
                    <a:pt x="78" y="66"/>
                  </a:lnTo>
                  <a:lnTo>
                    <a:pt x="78" y="62"/>
                  </a:lnTo>
                  <a:lnTo>
                    <a:pt x="78" y="62"/>
                  </a:lnTo>
                  <a:lnTo>
                    <a:pt x="78" y="62"/>
                  </a:lnTo>
                  <a:lnTo>
                    <a:pt x="78" y="62"/>
                  </a:lnTo>
                  <a:lnTo>
                    <a:pt x="74" y="62"/>
                  </a:lnTo>
                  <a:lnTo>
                    <a:pt x="74" y="66"/>
                  </a:lnTo>
                  <a:lnTo>
                    <a:pt x="74" y="66"/>
                  </a:lnTo>
                  <a:lnTo>
                    <a:pt x="74" y="66"/>
                  </a:lnTo>
                  <a:lnTo>
                    <a:pt x="74" y="66"/>
                  </a:lnTo>
                  <a:lnTo>
                    <a:pt x="72" y="66"/>
                  </a:lnTo>
                  <a:lnTo>
                    <a:pt x="72" y="66"/>
                  </a:lnTo>
                  <a:lnTo>
                    <a:pt x="72" y="62"/>
                  </a:lnTo>
                  <a:lnTo>
                    <a:pt x="68" y="62"/>
                  </a:lnTo>
                  <a:lnTo>
                    <a:pt x="68" y="60"/>
                  </a:lnTo>
                  <a:lnTo>
                    <a:pt x="68" y="60"/>
                  </a:lnTo>
                  <a:lnTo>
                    <a:pt x="68" y="60"/>
                  </a:lnTo>
                  <a:lnTo>
                    <a:pt x="68" y="60"/>
                  </a:lnTo>
                  <a:lnTo>
                    <a:pt x="64" y="60"/>
                  </a:lnTo>
                  <a:lnTo>
                    <a:pt x="64" y="60"/>
                  </a:lnTo>
                  <a:lnTo>
                    <a:pt x="64" y="60"/>
                  </a:lnTo>
                  <a:lnTo>
                    <a:pt x="64" y="60"/>
                  </a:lnTo>
                  <a:lnTo>
                    <a:pt x="64" y="60"/>
                  </a:lnTo>
                  <a:lnTo>
                    <a:pt x="64" y="56"/>
                  </a:lnTo>
                  <a:lnTo>
                    <a:pt x="64" y="56"/>
                  </a:lnTo>
                  <a:lnTo>
                    <a:pt x="64" y="56"/>
                  </a:lnTo>
                  <a:lnTo>
                    <a:pt x="64" y="56"/>
                  </a:lnTo>
                  <a:lnTo>
                    <a:pt x="64" y="56"/>
                  </a:lnTo>
                  <a:lnTo>
                    <a:pt x="64" y="56"/>
                  </a:lnTo>
                  <a:lnTo>
                    <a:pt x="60" y="56"/>
                  </a:lnTo>
                  <a:lnTo>
                    <a:pt x="60" y="56"/>
                  </a:lnTo>
                  <a:lnTo>
                    <a:pt x="60" y="56"/>
                  </a:lnTo>
                  <a:lnTo>
                    <a:pt x="56" y="52"/>
                  </a:lnTo>
                  <a:lnTo>
                    <a:pt x="56" y="52"/>
                  </a:lnTo>
                  <a:lnTo>
                    <a:pt x="56" y="52"/>
                  </a:lnTo>
                  <a:lnTo>
                    <a:pt x="56" y="52"/>
                  </a:lnTo>
                  <a:lnTo>
                    <a:pt x="52" y="52"/>
                  </a:lnTo>
                  <a:lnTo>
                    <a:pt x="52" y="52"/>
                  </a:lnTo>
                  <a:lnTo>
                    <a:pt x="52" y="56"/>
                  </a:lnTo>
                  <a:lnTo>
                    <a:pt x="52" y="56"/>
                  </a:lnTo>
                  <a:lnTo>
                    <a:pt x="52" y="56"/>
                  </a:lnTo>
                  <a:lnTo>
                    <a:pt x="52" y="56"/>
                  </a:lnTo>
                  <a:lnTo>
                    <a:pt x="52" y="56"/>
                  </a:lnTo>
                  <a:lnTo>
                    <a:pt x="52" y="52"/>
                  </a:lnTo>
                  <a:lnTo>
                    <a:pt x="48" y="52"/>
                  </a:lnTo>
                  <a:lnTo>
                    <a:pt x="48" y="52"/>
                  </a:lnTo>
                  <a:lnTo>
                    <a:pt x="48" y="52"/>
                  </a:lnTo>
                  <a:lnTo>
                    <a:pt x="48" y="52"/>
                  </a:lnTo>
                  <a:lnTo>
                    <a:pt x="46" y="52"/>
                  </a:lnTo>
                  <a:lnTo>
                    <a:pt x="46" y="56"/>
                  </a:lnTo>
                  <a:lnTo>
                    <a:pt x="46" y="56"/>
                  </a:lnTo>
                  <a:lnTo>
                    <a:pt x="46" y="56"/>
                  </a:lnTo>
                  <a:lnTo>
                    <a:pt x="46" y="56"/>
                  </a:lnTo>
                  <a:lnTo>
                    <a:pt x="46" y="56"/>
                  </a:lnTo>
                  <a:lnTo>
                    <a:pt x="46" y="56"/>
                  </a:lnTo>
                  <a:lnTo>
                    <a:pt x="46" y="56"/>
                  </a:lnTo>
                  <a:lnTo>
                    <a:pt x="46" y="52"/>
                  </a:lnTo>
                  <a:lnTo>
                    <a:pt x="42" y="52"/>
                  </a:lnTo>
                  <a:lnTo>
                    <a:pt x="42" y="52"/>
                  </a:lnTo>
                  <a:lnTo>
                    <a:pt x="42" y="52"/>
                  </a:lnTo>
                  <a:lnTo>
                    <a:pt x="42" y="52"/>
                  </a:lnTo>
                  <a:lnTo>
                    <a:pt x="38" y="52"/>
                  </a:lnTo>
                  <a:lnTo>
                    <a:pt x="38" y="52"/>
                  </a:lnTo>
                  <a:lnTo>
                    <a:pt x="38" y="52"/>
                  </a:lnTo>
                  <a:lnTo>
                    <a:pt x="38" y="48"/>
                  </a:lnTo>
                  <a:lnTo>
                    <a:pt x="38" y="48"/>
                  </a:lnTo>
                  <a:lnTo>
                    <a:pt x="38" y="48"/>
                  </a:lnTo>
                  <a:lnTo>
                    <a:pt x="38" y="48"/>
                  </a:lnTo>
                  <a:lnTo>
                    <a:pt x="38" y="4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3" name="Freeform 44"/>
            <p:cNvSpPr>
              <a:spLocks noChangeAspect="1"/>
            </p:cNvSpPr>
            <p:nvPr/>
          </p:nvSpPr>
          <p:spPr bwMode="gray">
            <a:xfrm>
              <a:off x="7857571" y="3183953"/>
              <a:ext cx="156534" cy="173926"/>
            </a:xfrm>
            <a:custGeom>
              <a:avLst/>
              <a:gdLst>
                <a:gd name="T0" fmla="*/ 46 w 90"/>
                <a:gd name="T1" fmla="*/ 72 h 100"/>
                <a:gd name="T2" fmla="*/ 52 w 90"/>
                <a:gd name="T3" fmla="*/ 76 h 100"/>
                <a:gd name="T4" fmla="*/ 56 w 90"/>
                <a:gd name="T5" fmla="*/ 80 h 100"/>
                <a:gd name="T6" fmla="*/ 56 w 90"/>
                <a:gd name="T7" fmla="*/ 84 h 100"/>
                <a:gd name="T8" fmla="*/ 56 w 90"/>
                <a:gd name="T9" fmla="*/ 88 h 100"/>
                <a:gd name="T10" fmla="*/ 52 w 90"/>
                <a:gd name="T11" fmla="*/ 88 h 100"/>
                <a:gd name="T12" fmla="*/ 42 w 90"/>
                <a:gd name="T13" fmla="*/ 88 h 100"/>
                <a:gd name="T14" fmla="*/ 38 w 90"/>
                <a:gd name="T15" fmla="*/ 92 h 100"/>
                <a:gd name="T16" fmla="*/ 34 w 90"/>
                <a:gd name="T17" fmla="*/ 100 h 100"/>
                <a:gd name="T18" fmla="*/ 26 w 90"/>
                <a:gd name="T19" fmla="*/ 96 h 100"/>
                <a:gd name="T20" fmla="*/ 22 w 90"/>
                <a:gd name="T21" fmla="*/ 100 h 100"/>
                <a:gd name="T22" fmla="*/ 20 w 90"/>
                <a:gd name="T23" fmla="*/ 96 h 100"/>
                <a:gd name="T24" fmla="*/ 20 w 90"/>
                <a:gd name="T25" fmla="*/ 96 h 100"/>
                <a:gd name="T26" fmla="*/ 16 w 90"/>
                <a:gd name="T27" fmla="*/ 100 h 100"/>
                <a:gd name="T28" fmla="*/ 16 w 90"/>
                <a:gd name="T29" fmla="*/ 96 h 100"/>
                <a:gd name="T30" fmla="*/ 12 w 90"/>
                <a:gd name="T31" fmla="*/ 96 h 100"/>
                <a:gd name="T32" fmla="*/ 12 w 90"/>
                <a:gd name="T33" fmla="*/ 96 h 100"/>
                <a:gd name="T34" fmla="*/ 12 w 90"/>
                <a:gd name="T35" fmla="*/ 92 h 100"/>
                <a:gd name="T36" fmla="*/ 4 w 90"/>
                <a:gd name="T37" fmla="*/ 92 h 100"/>
                <a:gd name="T38" fmla="*/ 8 w 90"/>
                <a:gd name="T39" fmla="*/ 84 h 100"/>
                <a:gd name="T40" fmla="*/ 16 w 90"/>
                <a:gd name="T41" fmla="*/ 80 h 100"/>
                <a:gd name="T42" fmla="*/ 20 w 90"/>
                <a:gd name="T43" fmla="*/ 84 h 100"/>
                <a:gd name="T44" fmla="*/ 12 w 90"/>
                <a:gd name="T45" fmla="*/ 80 h 100"/>
                <a:gd name="T46" fmla="*/ 12 w 90"/>
                <a:gd name="T47" fmla="*/ 72 h 100"/>
                <a:gd name="T48" fmla="*/ 16 w 90"/>
                <a:gd name="T49" fmla="*/ 70 h 100"/>
                <a:gd name="T50" fmla="*/ 16 w 90"/>
                <a:gd name="T51" fmla="*/ 66 h 100"/>
                <a:gd name="T52" fmla="*/ 4 w 90"/>
                <a:gd name="T53" fmla="*/ 62 h 100"/>
                <a:gd name="T54" fmla="*/ 4 w 90"/>
                <a:gd name="T55" fmla="*/ 58 h 100"/>
                <a:gd name="T56" fmla="*/ 0 w 90"/>
                <a:gd name="T57" fmla="*/ 54 h 100"/>
                <a:gd name="T58" fmla="*/ 4 w 90"/>
                <a:gd name="T59" fmla="*/ 50 h 100"/>
                <a:gd name="T60" fmla="*/ 12 w 90"/>
                <a:gd name="T61" fmla="*/ 44 h 100"/>
                <a:gd name="T62" fmla="*/ 20 w 90"/>
                <a:gd name="T63" fmla="*/ 44 h 100"/>
                <a:gd name="T64" fmla="*/ 26 w 90"/>
                <a:gd name="T65" fmla="*/ 32 h 100"/>
                <a:gd name="T66" fmla="*/ 30 w 90"/>
                <a:gd name="T67" fmla="*/ 28 h 100"/>
                <a:gd name="T68" fmla="*/ 34 w 90"/>
                <a:gd name="T69" fmla="*/ 24 h 100"/>
                <a:gd name="T70" fmla="*/ 38 w 90"/>
                <a:gd name="T71" fmla="*/ 24 h 100"/>
                <a:gd name="T72" fmla="*/ 48 w 90"/>
                <a:gd name="T73" fmla="*/ 28 h 100"/>
                <a:gd name="T74" fmla="*/ 52 w 90"/>
                <a:gd name="T75" fmla="*/ 28 h 100"/>
                <a:gd name="T76" fmla="*/ 56 w 90"/>
                <a:gd name="T77" fmla="*/ 24 h 100"/>
                <a:gd name="T78" fmla="*/ 56 w 90"/>
                <a:gd name="T79" fmla="*/ 16 h 100"/>
                <a:gd name="T80" fmla="*/ 60 w 90"/>
                <a:gd name="T81" fmla="*/ 16 h 100"/>
                <a:gd name="T82" fmla="*/ 68 w 90"/>
                <a:gd name="T83" fmla="*/ 16 h 100"/>
                <a:gd name="T84" fmla="*/ 72 w 90"/>
                <a:gd name="T85" fmla="*/ 10 h 100"/>
                <a:gd name="T86" fmla="*/ 74 w 90"/>
                <a:gd name="T87" fmla="*/ 6 h 100"/>
                <a:gd name="T88" fmla="*/ 78 w 90"/>
                <a:gd name="T89" fmla="*/ 0 h 100"/>
                <a:gd name="T90" fmla="*/ 82 w 90"/>
                <a:gd name="T91" fmla="*/ 2 h 100"/>
                <a:gd name="T92" fmla="*/ 90 w 90"/>
                <a:gd name="T93" fmla="*/ 10 h 100"/>
                <a:gd name="T94" fmla="*/ 90 w 90"/>
                <a:gd name="T95" fmla="*/ 14 h 100"/>
                <a:gd name="T96" fmla="*/ 82 w 90"/>
                <a:gd name="T97" fmla="*/ 16 h 100"/>
                <a:gd name="T98" fmla="*/ 74 w 90"/>
                <a:gd name="T99" fmla="*/ 24 h 100"/>
                <a:gd name="T100" fmla="*/ 74 w 90"/>
                <a:gd name="T101" fmla="*/ 28 h 100"/>
                <a:gd name="T102" fmla="*/ 74 w 90"/>
                <a:gd name="T103" fmla="*/ 36 h 100"/>
                <a:gd name="T104" fmla="*/ 74 w 90"/>
                <a:gd name="T105" fmla="*/ 40 h 100"/>
                <a:gd name="T106" fmla="*/ 68 w 90"/>
                <a:gd name="T107" fmla="*/ 46 h 100"/>
                <a:gd name="T108" fmla="*/ 64 w 90"/>
                <a:gd name="T109" fmla="*/ 46 h 100"/>
                <a:gd name="T110" fmla="*/ 52 w 90"/>
                <a:gd name="T111" fmla="*/ 54 h 100"/>
                <a:gd name="T112" fmla="*/ 48 w 90"/>
                <a:gd name="T113" fmla="*/ 58 h 100"/>
                <a:gd name="T114" fmla="*/ 46 w 90"/>
                <a:gd name="T115" fmla="*/ 66 h 100"/>
                <a:gd name="T116" fmla="*/ 46 w 90"/>
                <a:gd name="T117"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0" h="100">
                  <a:moveTo>
                    <a:pt x="46" y="70"/>
                  </a:moveTo>
                  <a:lnTo>
                    <a:pt x="46" y="70"/>
                  </a:lnTo>
                  <a:lnTo>
                    <a:pt x="42" y="70"/>
                  </a:lnTo>
                  <a:lnTo>
                    <a:pt x="42" y="70"/>
                  </a:lnTo>
                  <a:lnTo>
                    <a:pt x="42" y="72"/>
                  </a:lnTo>
                  <a:lnTo>
                    <a:pt x="46" y="72"/>
                  </a:lnTo>
                  <a:lnTo>
                    <a:pt x="46" y="72"/>
                  </a:lnTo>
                  <a:lnTo>
                    <a:pt x="46" y="72"/>
                  </a:lnTo>
                  <a:lnTo>
                    <a:pt x="48" y="72"/>
                  </a:lnTo>
                  <a:lnTo>
                    <a:pt x="48" y="72"/>
                  </a:lnTo>
                  <a:lnTo>
                    <a:pt x="48" y="76"/>
                  </a:lnTo>
                  <a:lnTo>
                    <a:pt x="48" y="76"/>
                  </a:lnTo>
                  <a:lnTo>
                    <a:pt x="52" y="76"/>
                  </a:lnTo>
                  <a:lnTo>
                    <a:pt x="52" y="76"/>
                  </a:lnTo>
                  <a:lnTo>
                    <a:pt x="52" y="76"/>
                  </a:lnTo>
                  <a:lnTo>
                    <a:pt x="52" y="76"/>
                  </a:lnTo>
                  <a:lnTo>
                    <a:pt x="52" y="80"/>
                  </a:lnTo>
                  <a:lnTo>
                    <a:pt x="52" y="80"/>
                  </a:lnTo>
                  <a:lnTo>
                    <a:pt x="56" y="80"/>
                  </a:lnTo>
                  <a:lnTo>
                    <a:pt x="56" y="80"/>
                  </a:lnTo>
                  <a:lnTo>
                    <a:pt x="56" y="80"/>
                  </a:lnTo>
                  <a:lnTo>
                    <a:pt x="56" y="80"/>
                  </a:lnTo>
                  <a:lnTo>
                    <a:pt x="56" y="80"/>
                  </a:lnTo>
                  <a:lnTo>
                    <a:pt x="56" y="80"/>
                  </a:lnTo>
                  <a:lnTo>
                    <a:pt x="56" y="84"/>
                  </a:lnTo>
                  <a:lnTo>
                    <a:pt x="56" y="84"/>
                  </a:lnTo>
                  <a:lnTo>
                    <a:pt x="56" y="84"/>
                  </a:lnTo>
                  <a:lnTo>
                    <a:pt x="56" y="84"/>
                  </a:lnTo>
                  <a:lnTo>
                    <a:pt x="56" y="84"/>
                  </a:lnTo>
                  <a:lnTo>
                    <a:pt x="56" y="84"/>
                  </a:lnTo>
                  <a:lnTo>
                    <a:pt x="56" y="88"/>
                  </a:lnTo>
                  <a:lnTo>
                    <a:pt x="56" y="88"/>
                  </a:lnTo>
                  <a:lnTo>
                    <a:pt x="56" y="88"/>
                  </a:lnTo>
                  <a:lnTo>
                    <a:pt x="56" y="88"/>
                  </a:lnTo>
                  <a:lnTo>
                    <a:pt x="56" y="88"/>
                  </a:lnTo>
                  <a:lnTo>
                    <a:pt x="52" y="88"/>
                  </a:lnTo>
                  <a:lnTo>
                    <a:pt x="52" y="88"/>
                  </a:lnTo>
                  <a:lnTo>
                    <a:pt x="52" y="88"/>
                  </a:lnTo>
                  <a:lnTo>
                    <a:pt x="52" y="88"/>
                  </a:lnTo>
                  <a:lnTo>
                    <a:pt x="52" y="88"/>
                  </a:lnTo>
                  <a:lnTo>
                    <a:pt x="52" y="88"/>
                  </a:lnTo>
                  <a:lnTo>
                    <a:pt x="52" y="88"/>
                  </a:lnTo>
                  <a:lnTo>
                    <a:pt x="48" y="88"/>
                  </a:lnTo>
                  <a:lnTo>
                    <a:pt x="46" y="88"/>
                  </a:lnTo>
                  <a:lnTo>
                    <a:pt x="46" y="88"/>
                  </a:lnTo>
                  <a:lnTo>
                    <a:pt x="46" y="88"/>
                  </a:lnTo>
                  <a:lnTo>
                    <a:pt x="42" y="88"/>
                  </a:lnTo>
                  <a:lnTo>
                    <a:pt x="42" y="88"/>
                  </a:lnTo>
                  <a:lnTo>
                    <a:pt x="42" y="88"/>
                  </a:lnTo>
                  <a:lnTo>
                    <a:pt x="38" y="88"/>
                  </a:lnTo>
                  <a:lnTo>
                    <a:pt x="38" y="88"/>
                  </a:lnTo>
                  <a:lnTo>
                    <a:pt x="38" y="88"/>
                  </a:lnTo>
                  <a:lnTo>
                    <a:pt x="38" y="88"/>
                  </a:lnTo>
                  <a:lnTo>
                    <a:pt x="38" y="92"/>
                  </a:lnTo>
                  <a:lnTo>
                    <a:pt x="38" y="92"/>
                  </a:lnTo>
                  <a:lnTo>
                    <a:pt x="38" y="92"/>
                  </a:lnTo>
                  <a:lnTo>
                    <a:pt x="38" y="92"/>
                  </a:lnTo>
                  <a:lnTo>
                    <a:pt x="38" y="92"/>
                  </a:lnTo>
                  <a:lnTo>
                    <a:pt x="34" y="96"/>
                  </a:lnTo>
                  <a:lnTo>
                    <a:pt x="34" y="96"/>
                  </a:lnTo>
                  <a:lnTo>
                    <a:pt x="34" y="96"/>
                  </a:lnTo>
                  <a:lnTo>
                    <a:pt x="34" y="96"/>
                  </a:lnTo>
                  <a:lnTo>
                    <a:pt x="34" y="100"/>
                  </a:lnTo>
                  <a:lnTo>
                    <a:pt x="34" y="100"/>
                  </a:lnTo>
                  <a:lnTo>
                    <a:pt x="30" y="100"/>
                  </a:lnTo>
                  <a:lnTo>
                    <a:pt x="30" y="100"/>
                  </a:lnTo>
                  <a:lnTo>
                    <a:pt x="30" y="96"/>
                  </a:lnTo>
                  <a:lnTo>
                    <a:pt x="30" y="96"/>
                  </a:lnTo>
                  <a:lnTo>
                    <a:pt x="30" y="96"/>
                  </a:lnTo>
                  <a:lnTo>
                    <a:pt x="26" y="96"/>
                  </a:lnTo>
                  <a:lnTo>
                    <a:pt x="26" y="100"/>
                  </a:lnTo>
                  <a:lnTo>
                    <a:pt x="26" y="100"/>
                  </a:lnTo>
                  <a:lnTo>
                    <a:pt x="26" y="100"/>
                  </a:lnTo>
                  <a:lnTo>
                    <a:pt x="26" y="100"/>
                  </a:lnTo>
                  <a:lnTo>
                    <a:pt x="26" y="100"/>
                  </a:lnTo>
                  <a:lnTo>
                    <a:pt x="26" y="100"/>
                  </a:lnTo>
                  <a:lnTo>
                    <a:pt x="22" y="100"/>
                  </a:lnTo>
                  <a:lnTo>
                    <a:pt x="22" y="96"/>
                  </a:lnTo>
                  <a:lnTo>
                    <a:pt x="22" y="96"/>
                  </a:lnTo>
                  <a:lnTo>
                    <a:pt x="22" y="96"/>
                  </a:lnTo>
                  <a:lnTo>
                    <a:pt x="22" y="96"/>
                  </a:lnTo>
                  <a:lnTo>
                    <a:pt x="22" y="100"/>
                  </a:lnTo>
                  <a:lnTo>
                    <a:pt x="22" y="100"/>
                  </a:lnTo>
                  <a:lnTo>
                    <a:pt x="20" y="96"/>
                  </a:lnTo>
                  <a:lnTo>
                    <a:pt x="20" y="96"/>
                  </a:lnTo>
                  <a:lnTo>
                    <a:pt x="20" y="96"/>
                  </a:lnTo>
                  <a:lnTo>
                    <a:pt x="20" y="96"/>
                  </a:lnTo>
                  <a:lnTo>
                    <a:pt x="20" y="96"/>
                  </a:lnTo>
                  <a:lnTo>
                    <a:pt x="20" y="96"/>
                  </a:lnTo>
                  <a:lnTo>
                    <a:pt x="20" y="96"/>
                  </a:lnTo>
                  <a:lnTo>
                    <a:pt x="20" y="96"/>
                  </a:lnTo>
                  <a:lnTo>
                    <a:pt x="20" y="96"/>
                  </a:lnTo>
                  <a:lnTo>
                    <a:pt x="20" y="96"/>
                  </a:lnTo>
                  <a:lnTo>
                    <a:pt x="20" y="100"/>
                  </a:lnTo>
                  <a:lnTo>
                    <a:pt x="20" y="100"/>
                  </a:lnTo>
                  <a:lnTo>
                    <a:pt x="16" y="100"/>
                  </a:lnTo>
                  <a:lnTo>
                    <a:pt x="16" y="100"/>
                  </a:lnTo>
                  <a:lnTo>
                    <a:pt x="16" y="100"/>
                  </a:lnTo>
                  <a:lnTo>
                    <a:pt x="16" y="100"/>
                  </a:lnTo>
                  <a:lnTo>
                    <a:pt x="16" y="100"/>
                  </a:lnTo>
                  <a:lnTo>
                    <a:pt x="16" y="100"/>
                  </a:lnTo>
                  <a:lnTo>
                    <a:pt x="16" y="100"/>
                  </a:lnTo>
                  <a:lnTo>
                    <a:pt x="16" y="100"/>
                  </a:lnTo>
                  <a:lnTo>
                    <a:pt x="16" y="96"/>
                  </a:lnTo>
                  <a:lnTo>
                    <a:pt x="16" y="96"/>
                  </a:lnTo>
                  <a:lnTo>
                    <a:pt x="16" y="96"/>
                  </a:lnTo>
                  <a:lnTo>
                    <a:pt x="16" y="96"/>
                  </a:lnTo>
                  <a:lnTo>
                    <a:pt x="16" y="96"/>
                  </a:lnTo>
                  <a:lnTo>
                    <a:pt x="16" y="96"/>
                  </a:lnTo>
                  <a:lnTo>
                    <a:pt x="12" y="96"/>
                  </a:lnTo>
                  <a:lnTo>
                    <a:pt x="12" y="96"/>
                  </a:lnTo>
                  <a:lnTo>
                    <a:pt x="12" y="96"/>
                  </a:lnTo>
                  <a:lnTo>
                    <a:pt x="12" y="96"/>
                  </a:lnTo>
                  <a:lnTo>
                    <a:pt x="12" y="96"/>
                  </a:lnTo>
                  <a:lnTo>
                    <a:pt x="8" y="96"/>
                  </a:lnTo>
                  <a:lnTo>
                    <a:pt x="8" y="96"/>
                  </a:lnTo>
                  <a:lnTo>
                    <a:pt x="12" y="96"/>
                  </a:lnTo>
                  <a:lnTo>
                    <a:pt x="12" y="96"/>
                  </a:lnTo>
                  <a:lnTo>
                    <a:pt x="12" y="96"/>
                  </a:lnTo>
                  <a:lnTo>
                    <a:pt x="12" y="96"/>
                  </a:lnTo>
                  <a:lnTo>
                    <a:pt x="12" y="96"/>
                  </a:lnTo>
                  <a:lnTo>
                    <a:pt x="12" y="92"/>
                  </a:lnTo>
                  <a:lnTo>
                    <a:pt x="12" y="92"/>
                  </a:lnTo>
                  <a:lnTo>
                    <a:pt x="12" y="92"/>
                  </a:lnTo>
                  <a:lnTo>
                    <a:pt x="12" y="92"/>
                  </a:lnTo>
                  <a:lnTo>
                    <a:pt x="12" y="92"/>
                  </a:lnTo>
                  <a:lnTo>
                    <a:pt x="12" y="92"/>
                  </a:lnTo>
                  <a:lnTo>
                    <a:pt x="8" y="92"/>
                  </a:lnTo>
                  <a:lnTo>
                    <a:pt x="8" y="92"/>
                  </a:lnTo>
                  <a:lnTo>
                    <a:pt x="8" y="92"/>
                  </a:lnTo>
                  <a:lnTo>
                    <a:pt x="4" y="92"/>
                  </a:lnTo>
                  <a:lnTo>
                    <a:pt x="4" y="92"/>
                  </a:lnTo>
                  <a:lnTo>
                    <a:pt x="4" y="92"/>
                  </a:lnTo>
                  <a:lnTo>
                    <a:pt x="4" y="92"/>
                  </a:lnTo>
                  <a:lnTo>
                    <a:pt x="4" y="92"/>
                  </a:lnTo>
                  <a:lnTo>
                    <a:pt x="8" y="92"/>
                  </a:lnTo>
                  <a:lnTo>
                    <a:pt x="8" y="92"/>
                  </a:lnTo>
                  <a:lnTo>
                    <a:pt x="8" y="88"/>
                  </a:lnTo>
                  <a:lnTo>
                    <a:pt x="8" y="88"/>
                  </a:lnTo>
                  <a:lnTo>
                    <a:pt x="8" y="84"/>
                  </a:lnTo>
                  <a:lnTo>
                    <a:pt x="8" y="84"/>
                  </a:lnTo>
                  <a:lnTo>
                    <a:pt x="12" y="84"/>
                  </a:lnTo>
                  <a:lnTo>
                    <a:pt x="12" y="80"/>
                  </a:lnTo>
                  <a:lnTo>
                    <a:pt x="16" y="80"/>
                  </a:lnTo>
                  <a:lnTo>
                    <a:pt x="16" y="80"/>
                  </a:lnTo>
                  <a:lnTo>
                    <a:pt x="16" y="80"/>
                  </a:lnTo>
                  <a:lnTo>
                    <a:pt x="16" y="80"/>
                  </a:lnTo>
                  <a:lnTo>
                    <a:pt x="16" y="80"/>
                  </a:lnTo>
                  <a:lnTo>
                    <a:pt x="20" y="80"/>
                  </a:lnTo>
                  <a:lnTo>
                    <a:pt x="20" y="80"/>
                  </a:lnTo>
                  <a:lnTo>
                    <a:pt x="20" y="84"/>
                  </a:lnTo>
                  <a:lnTo>
                    <a:pt x="20" y="84"/>
                  </a:lnTo>
                  <a:lnTo>
                    <a:pt x="20" y="84"/>
                  </a:lnTo>
                  <a:lnTo>
                    <a:pt x="20" y="84"/>
                  </a:lnTo>
                  <a:lnTo>
                    <a:pt x="20" y="80"/>
                  </a:lnTo>
                  <a:lnTo>
                    <a:pt x="20" y="80"/>
                  </a:lnTo>
                  <a:lnTo>
                    <a:pt x="16" y="80"/>
                  </a:lnTo>
                  <a:lnTo>
                    <a:pt x="16" y="80"/>
                  </a:lnTo>
                  <a:lnTo>
                    <a:pt x="16" y="80"/>
                  </a:lnTo>
                  <a:lnTo>
                    <a:pt x="16" y="80"/>
                  </a:lnTo>
                  <a:lnTo>
                    <a:pt x="12" y="80"/>
                  </a:lnTo>
                  <a:lnTo>
                    <a:pt x="12" y="80"/>
                  </a:lnTo>
                  <a:lnTo>
                    <a:pt x="12" y="80"/>
                  </a:lnTo>
                  <a:lnTo>
                    <a:pt x="12" y="76"/>
                  </a:lnTo>
                  <a:lnTo>
                    <a:pt x="12" y="76"/>
                  </a:lnTo>
                  <a:lnTo>
                    <a:pt x="12" y="76"/>
                  </a:lnTo>
                  <a:lnTo>
                    <a:pt x="12" y="72"/>
                  </a:lnTo>
                  <a:lnTo>
                    <a:pt x="12" y="72"/>
                  </a:lnTo>
                  <a:lnTo>
                    <a:pt x="12" y="72"/>
                  </a:lnTo>
                  <a:lnTo>
                    <a:pt x="16" y="72"/>
                  </a:lnTo>
                  <a:lnTo>
                    <a:pt x="16" y="72"/>
                  </a:lnTo>
                  <a:lnTo>
                    <a:pt x="16" y="70"/>
                  </a:lnTo>
                  <a:lnTo>
                    <a:pt x="16" y="70"/>
                  </a:lnTo>
                  <a:lnTo>
                    <a:pt x="16" y="70"/>
                  </a:lnTo>
                  <a:lnTo>
                    <a:pt x="16" y="70"/>
                  </a:lnTo>
                  <a:lnTo>
                    <a:pt x="16" y="70"/>
                  </a:lnTo>
                  <a:lnTo>
                    <a:pt x="16" y="66"/>
                  </a:lnTo>
                  <a:lnTo>
                    <a:pt x="16" y="66"/>
                  </a:lnTo>
                  <a:lnTo>
                    <a:pt x="16" y="66"/>
                  </a:lnTo>
                  <a:lnTo>
                    <a:pt x="16" y="66"/>
                  </a:lnTo>
                  <a:lnTo>
                    <a:pt x="16" y="66"/>
                  </a:lnTo>
                  <a:lnTo>
                    <a:pt x="16" y="66"/>
                  </a:lnTo>
                  <a:lnTo>
                    <a:pt x="16" y="66"/>
                  </a:lnTo>
                  <a:lnTo>
                    <a:pt x="12" y="66"/>
                  </a:lnTo>
                  <a:lnTo>
                    <a:pt x="12" y="66"/>
                  </a:lnTo>
                  <a:lnTo>
                    <a:pt x="12" y="62"/>
                  </a:lnTo>
                  <a:lnTo>
                    <a:pt x="8" y="62"/>
                  </a:lnTo>
                  <a:lnTo>
                    <a:pt x="8" y="62"/>
                  </a:lnTo>
                  <a:lnTo>
                    <a:pt x="4" y="62"/>
                  </a:lnTo>
                  <a:lnTo>
                    <a:pt x="4" y="62"/>
                  </a:lnTo>
                  <a:lnTo>
                    <a:pt x="4" y="62"/>
                  </a:lnTo>
                  <a:lnTo>
                    <a:pt x="4" y="62"/>
                  </a:lnTo>
                  <a:lnTo>
                    <a:pt x="4" y="66"/>
                  </a:lnTo>
                  <a:lnTo>
                    <a:pt x="4" y="62"/>
                  </a:lnTo>
                  <a:lnTo>
                    <a:pt x="4" y="62"/>
                  </a:lnTo>
                  <a:lnTo>
                    <a:pt x="4" y="58"/>
                  </a:lnTo>
                  <a:lnTo>
                    <a:pt x="4" y="58"/>
                  </a:lnTo>
                  <a:lnTo>
                    <a:pt x="0" y="58"/>
                  </a:lnTo>
                  <a:lnTo>
                    <a:pt x="0" y="58"/>
                  </a:lnTo>
                  <a:lnTo>
                    <a:pt x="0" y="58"/>
                  </a:lnTo>
                  <a:lnTo>
                    <a:pt x="0" y="58"/>
                  </a:lnTo>
                  <a:lnTo>
                    <a:pt x="0" y="58"/>
                  </a:lnTo>
                  <a:lnTo>
                    <a:pt x="0" y="54"/>
                  </a:lnTo>
                  <a:lnTo>
                    <a:pt x="0" y="54"/>
                  </a:lnTo>
                  <a:lnTo>
                    <a:pt x="0" y="54"/>
                  </a:lnTo>
                  <a:lnTo>
                    <a:pt x="0" y="54"/>
                  </a:lnTo>
                  <a:lnTo>
                    <a:pt x="4" y="50"/>
                  </a:lnTo>
                  <a:lnTo>
                    <a:pt x="4" y="50"/>
                  </a:lnTo>
                  <a:lnTo>
                    <a:pt x="4" y="50"/>
                  </a:lnTo>
                  <a:lnTo>
                    <a:pt x="4" y="50"/>
                  </a:lnTo>
                  <a:lnTo>
                    <a:pt x="8" y="46"/>
                  </a:lnTo>
                  <a:lnTo>
                    <a:pt x="8" y="46"/>
                  </a:lnTo>
                  <a:lnTo>
                    <a:pt x="8" y="46"/>
                  </a:lnTo>
                  <a:lnTo>
                    <a:pt x="12" y="46"/>
                  </a:lnTo>
                  <a:lnTo>
                    <a:pt x="8" y="46"/>
                  </a:lnTo>
                  <a:lnTo>
                    <a:pt x="12" y="46"/>
                  </a:lnTo>
                  <a:lnTo>
                    <a:pt x="12" y="44"/>
                  </a:lnTo>
                  <a:lnTo>
                    <a:pt x="12" y="44"/>
                  </a:lnTo>
                  <a:lnTo>
                    <a:pt x="16" y="44"/>
                  </a:lnTo>
                  <a:lnTo>
                    <a:pt x="16" y="44"/>
                  </a:lnTo>
                  <a:lnTo>
                    <a:pt x="16" y="44"/>
                  </a:lnTo>
                  <a:lnTo>
                    <a:pt x="16" y="44"/>
                  </a:lnTo>
                  <a:lnTo>
                    <a:pt x="16" y="44"/>
                  </a:lnTo>
                  <a:lnTo>
                    <a:pt x="20" y="44"/>
                  </a:lnTo>
                  <a:lnTo>
                    <a:pt x="20" y="40"/>
                  </a:lnTo>
                  <a:lnTo>
                    <a:pt x="20" y="40"/>
                  </a:lnTo>
                  <a:lnTo>
                    <a:pt x="20" y="40"/>
                  </a:lnTo>
                  <a:lnTo>
                    <a:pt x="22" y="40"/>
                  </a:lnTo>
                  <a:lnTo>
                    <a:pt x="22" y="40"/>
                  </a:lnTo>
                  <a:lnTo>
                    <a:pt x="26" y="36"/>
                  </a:lnTo>
                  <a:lnTo>
                    <a:pt x="26" y="32"/>
                  </a:lnTo>
                  <a:lnTo>
                    <a:pt x="26" y="32"/>
                  </a:lnTo>
                  <a:lnTo>
                    <a:pt x="26" y="32"/>
                  </a:lnTo>
                  <a:lnTo>
                    <a:pt x="30" y="32"/>
                  </a:lnTo>
                  <a:lnTo>
                    <a:pt x="30" y="32"/>
                  </a:lnTo>
                  <a:lnTo>
                    <a:pt x="30" y="28"/>
                  </a:lnTo>
                  <a:lnTo>
                    <a:pt x="30" y="28"/>
                  </a:lnTo>
                  <a:lnTo>
                    <a:pt x="30" y="28"/>
                  </a:lnTo>
                  <a:lnTo>
                    <a:pt x="30" y="28"/>
                  </a:lnTo>
                  <a:lnTo>
                    <a:pt x="30" y="24"/>
                  </a:lnTo>
                  <a:lnTo>
                    <a:pt x="30" y="24"/>
                  </a:lnTo>
                  <a:lnTo>
                    <a:pt x="30" y="24"/>
                  </a:lnTo>
                  <a:lnTo>
                    <a:pt x="34" y="24"/>
                  </a:lnTo>
                  <a:lnTo>
                    <a:pt x="34" y="24"/>
                  </a:lnTo>
                  <a:lnTo>
                    <a:pt x="34" y="24"/>
                  </a:lnTo>
                  <a:lnTo>
                    <a:pt x="34" y="20"/>
                  </a:lnTo>
                  <a:lnTo>
                    <a:pt x="34" y="20"/>
                  </a:lnTo>
                  <a:lnTo>
                    <a:pt x="38" y="20"/>
                  </a:lnTo>
                  <a:lnTo>
                    <a:pt x="38" y="20"/>
                  </a:lnTo>
                  <a:lnTo>
                    <a:pt x="38" y="24"/>
                  </a:lnTo>
                  <a:lnTo>
                    <a:pt x="38" y="24"/>
                  </a:lnTo>
                  <a:lnTo>
                    <a:pt x="38" y="24"/>
                  </a:lnTo>
                  <a:lnTo>
                    <a:pt x="38" y="24"/>
                  </a:lnTo>
                  <a:lnTo>
                    <a:pt x="38" y="24"/>
                  </a:lnTo>
                  <a:lnTo>
                    <a:pt x="42" y="24"/>
                  </a:lnTo>
                  <a:lnTo>
                    <a:pt x="42" y="28"/>
                  </a:lnTo>
                  <a:lnTo>
                    <a:pt x="46" y="28"/>
                  </a:lnTo>
                  <a:lnTo>
                    <a:pt x="48" y="28"/>
                  </a:lnTo>
                  <a:lnTo>
                    <a:pt x="48" y="28"/>
                  </a:lnTo>
                  <a:lnTo>
                    <a:pt x="48" y="28"/>
                  </a:lnTo>
                  <a:lnTo>
                    <a:pt x="48" y="28"/>
                  </a:lnTo>
                  <a:lnTo>
                    <a:pt x="52" y="28"/>
                  </a:lnTo>
                  <a:lnTo>
                    <a:pt x="52" y="28"/>
                  </a:lnTo>
                  <a:lnTo>
                    <a:pt x="52" y="28"/>
                  </a:lnTo>
                  <a:lnTo>
                    <a:pt x="52" y="28"/>
                  </a:lnTo>
                  <a:lnTo>
                    <a:pt x="52" y="28"/>
                  </a:lnTo>
                  <a:lnTo>
                    <a:pt x="56" y="28"/>
                  </a:lnTo>
                  <a:lnTo>
                    <a:pt x="56" y="24"/>
                  </a:lnTo>
                  <a:lnTo>
                    <a:pt x="56" y="24"/>
                  </a:lnTo>
                  <a:lnTo>
                    <a:pt x="56" y="24"/>
                  </a:lnTo>
                  <a:lnTo>
                    <a:pt x="56" y="24"/>
                  </a:lnTo>
                  <a:lnTo>
                    <a:pt x="56" y="24"/>
                  </a:lnTo>
                  <a:lnTo>
                    <a:pt x="56" y="24"/>
                  </a:lnTo>
                  <a:lnTo>
                    <a:pt x="52" y="24"/>
                  </a:lnTo>
                  <a:lnTo>
                    <a:pt x="52" y="20"/>
                  </a:lnTo>
                  <a:lnTo>
                    <a:pt x="52" y="20"/>
                  </a:lnTo>
                  <a:lnTo>
                    <a:pt x="52" y="16"/>
                  </a:lnTo>
                  <a:lnTo>
                    <a:pt x="52" y="16"/>
                  </a:lnTo>
                  <a:lnTo>
                    <a:pt x="52" y="16"/>
                  </a:lnTo>
                  <a:lnTo>
                    <a:pt x="56" y="16"/>
                  </a:lnTo>
                  <a:lnTo>
                    <a:pt x="56" y="16"/>
                  </a:lnTo>
                  <a:lnTo>
                    <a:pt x="56" y="16"/>
                  </a:lnTo>
                  <a:lnTo>
                    <a:pt x="56" y="16"/>
                  </a:lnTo>
                  <a:lnTo>
                    <a:pt x="56" y="16"/>
                  </a:lnTo>
                  <a:lnTo>
                    <a:pt x="60" y="16"/>
                  </a:lnTo>
                  <a:lnTo>
                    <a:pt x="60" y="16"/>
                  </a:lnTo>
                  <a:lnTo>
                    <a:pt x="60" y="16"/>
                  </a:lnTo>
                  <a:lnTo>
                    <a:pt x="60" y="16"/>
                  </a:lnTo>
                  <a:lnTo>
                    <a:pt x="64" y="16"/>
                  </a:lnTo>
                  <a:lnTo>
                    <a:pt x="64" y="16"/>
                  </a:lnTo>
                  <a:lnTo>
                    <a:pt x="64" y="16"/>
                  </a:lnTo>
                  <a:lnTo>
                    <a:pt x="64" y="16"/>
                  </a:lnTo>
                  <a:lnTo>
                    <a:pt x="64" y="16"/>
                  </a:lnTo>
                  <a:lnTo>
                    <a:pt x="68" y="16"/>
                  </a:lnTo>
                  <a:lnTo>
                    <a:pt x="68" y="16"/>
                  </a:lnTo>
                  <a:lnTo>
                    <a:pt x="68" y="14"/>
                  </a:lnTo>
                  <a:lnTo>
                    <a:pt x="68" y="14"/>
                  </a:lnTo>
                  <a:lnTo>
                    <a:pt x="68" y="14"/>
                  </a:lnTo>
                  <a:lnTo>
                    <a:pt x="68" y="14"/>
                  </a:lnTo>
                  <a:lnTo>
                    <a:pt x="68" y="10"/>
                  </a:lnTo>
                  <a:lnTo>
                    <a:pt x="72" y="10"/>
                  </a:lnTo>
                  <a:lnTo>
                    <a:pt x="72" y="10"/>
                  </a:lnTo>
                  <a:lnTo>
                    <a:pt x="72" y="10"/>
                  </a:lnTo>
                  <a:lnTo>
                    <a:pt x="74" y="10"/>
                  </a:lnTo>
                  <a:lnTo>
                    <a:pt x="74" y="10"/>
                  </a:lnTo>
                  <a:lnTo>
                    <a:pt x="74" y="6"/>
                  </a:lnTo>
                  <a:lnTo>
                    <a:pt x="74" y="6"/>
                  </a:lnTo>
                  <a:lnTo>
                    <a:pt x="74" y="6"/>
                  </a:lnTo>
                  <a:lnTo>
                    <a:pt x="74" y="2"/>
                  </a:lnTo>
                  <a:lnTo>
                    <a:pt x="78" y="2"/>
                  </a:lnTo>
                  <a:lnTo>
                    <a:pt x="78" y="0"/>
                  </a:lnTo>
                  <a:lnTo>
                    <a:pt x="78" y="0"/>
                  </a:lnTo>
                  <a:lnTo>
                    <a:pt x="78" y="0"/>
                  </a:lnTo>
                  <a:lnTo>
                    <a:pt x="78" y="0"/>
                  </a:lnTo>
                  <a:lnTo>
                    <a:pt x="78" y="0"/>
                  </a:lnTo>
                  <a:lnTo>
                    <a:pt x="78" y="0"/>
                  </a:lnTo>
                  <a:lnTo>
                    <a:pt x="82" y="0"/>
                  </a:lnTo>
                  <a:lnTo>
                    <a:pt x="82" y="0"/>
                  </a:lnTo>
                  <a:lnTo>
                    <a:pt x="82" y="2"/>
                  </a:lnTo>
                  <a:lnTo>
                    <a:pt x="82" y="2"/>
                  </a:lnTo>
                  <a:lnTo>
                    <a:pt x="82" y="2"/>
                  </a:lnTo>
                  <a:lnTo>
                    <a:pt x="82" y="2"/>
                  </a:lnTo>
                  <a:lnTo>
                    <a:pt x="86" y="6"/>
                  </a:lnTo>
                  <a:lnTo>
                    <a:pt x="86" y="6"/>
                  </a:lnTo>
                  <a:lnTo>
                    <a:pt x="86" y="6"/>
                  </a:lnTo>
                  <a:lnTo>
                    <a:pt x="86" y="6"/>
                  </a:lnTo>
                  <a:lnTo>
                    <a:pt x="86" y="10"/>
                  </a:lnTo>
                  <a:lnTo>
                    <a:pt x="90" y="10"/>
                  </a:lnTo>
                  <a:lnTo>
                    <a:pt x="90" y="10"/>
                  </a:lnTo>
                  <a:lnTo>
                    <a:pt x="90" y="10"/>
                  </a:lnTo>
                  <a:lnTo>
                    <a:pt x="90" y="10"/>
                  </a:lnTo>
                  <a:lnTo>
                    <a:pt x="90" y="10"/>
                  </a:lnTo>
                  <a:lnTo>
                    <a:pt x="90" y="10"/>
                  </a:lnTo>
                  <a:lnTo>
                    <a:pt x="90" y="10"/>
                  </a:lnTo>
                  <a:lnTo>
                    <a:pt x="90" y="14"/>
                  </a:lnTo>
                  <a:lnTo>
                    <a:pt x="90" y="14"/>
                  </a:lnTo>
                  <a:lnTo>
                    <a:pt x="90" y="14"/>
                  </a:lnTo>
                  <a:lnTo>
                    <a:pt x="90" y="10"/>
                  </a:lnTo>
                  <a:lnTo>
                    <a:pt x="86" y="10"/>
                  </a:lnTo>
                  <a:lnTo>
                    <a:pt x="86" y="10"/>
                  </a:lnTo>
                  <a:lnTo>
                    <a:pt x="86" y="10"/>
                  </a:lnTo>
                  <a:lnTo>
                    <a:pt x="82" y="14"/>
                  </a:lnTo>
                  <a:lnTo>
                    <a:pt x="82" y="16"/>
                  </a:lnTo>
                  <a:lnTo>
                    <a:pt x="78" y="16"/>
                  </a:lnTo>
                  <a:lnTo>
                    <a:pt x="78" y="20"/>
                  </a:lnTo>
                  <a:lnTo>
                    <a:pt x="78" y="20"/>
                  </a:lnTo>
                  <a:lnTo>
                    <a:pt x="78" y="20"/>
                  </a:lnTo>
                  <a:lnTo>
                    <a:pt x="78" y="20"/>
                  </a:lnTo>
                  <a:lnTo>
                    <a:pt x="74" y="20"/>
                  </a:lnTo>
                  <a:lnTo>
                    <a:pt x="74" y="24"/>
                  </a:lnTo>
                  <a:lnTo>
                    <a:pt x="74" y="24"/>
                  </a:lnTo>
                  <a:lnTo>
                    <a:pt x="74" y="24"/>
                  </a:lnTo>
                  <a:lnTo>
                    <a:pt x="74" y="24"/>
                  </a:lnTo>
                  <a:lnTo>
                    <a:pt x="74" y="28"/>
                  </a:lnTo>
                  <a:lnTo>
                    <a:pt x="74" y="28"/>
                  </a:lnTo>
                  <a:lnTo>
                    <a:pt x="74" y="28"/>
                  </a:lnTo>
                  <a:lnTo>
                    <a:pt x="74" y="28"/>
                  </a:lnTo>
                  <a:lnTo>
                    <a:pt x="74" y="28"/>
                  </a:lnTo>
                  <a:lnTo>
                    <a:pt x="78" y="28"/>
                  </a:lnTo>
                  <a:lnTo>
                    <a:pt x="78" y="32"/>
                  </a:lnTo>
                  <a:lnTo>
                    <a:pt x="74" y="32"/>
                  </a:lnTo>
                  <a:lnTo>
                    <a:pt x="74" y="32"/>
                  </a:lnTo>
                  <a:lnTo>
                    <a:pt x="74" y="32"/>
                  </a:lnTo>
                  <a:lnTo>
                    <a:pt x="74" y="36"/>
                  </a:lnTo>
                  <a:lnTo>
                    <a:pt x="74" y="36"/>
                  </a:lnTo>
                  <a:lnTo>
                    <a:pt x="74" y="36"/>
                  </a:lnTo>
                  <a:lnTo>
                    <a:pt x="74" y="36"/>
                  </a:lnTo>
                  <a:lnTo>
                    <a:pt x="74" y="40"/>
                  </a:lnTo>
                  <a:lnTo>
                    <a:pt x="74" y="40"/>
                  </a:lnTo>
                  <a:lnTo>
                    <a:pt x="74" y="40"/>
                  </a:lnTo>
                  <a:lnTo>
                    <a:pt x="74" y="40"/>
                  </a:lnTo>
                  <a:lnTo>
                    <a:pt x="74" y="40"/>
                  </a:lnTo>
                  <a:lnTo>
                    <a:pt x="74" y="40"/>
                  </a:lnTo>
                  <a:lnTo>
                    <a:pt x="68" y="44"/>
                  </a:lnTo>
                  <a:lnTo>
                    <a:pt x="68" y="44"/>
                  </a:lnTo>
                  <a:lnTo>
                    <a:pt x="68" y="46"/>
                  </a:lnTo>
                  <a:lnTo>
                    <a:pt x="68" y="46"/>
                  </a:lnTo>
                  <a:lnTo>
                    <a:pt x="68" y="46"/>
                  </a:lnTo>
                  <a:lnTo>
                    <a:pt x="68" y="46"/>
                  </a:lnTo>
                  <a:lnTo>
                    <a:pt x="68" y="46"/>
                  </a:lnTo>
                  <a:lnTo>
                    <a:pt x="68" y="46"/>
                  </a:lnTo>
                  <a:lnTo>
                    <a:pt x="64" y="46"/>
                  </a:lnTo>
                  <a:lnTo>
                    <a:pt x="64" y="46"/>
                  </a:lnTo>
                  <a:lnTo>
                    <a:pt x="64" y="46"/>
                  </a:lnTo>
                  <a:lnTo>
                    <a:pt x="64" y="46"/>
                  </a:lnTo>
                  <a:lnTo>
                    <a:pt x="64" y="50"/>
                  </a:lnTo>
                  <a:lnTo>
                    <a:pt x="64" y="50"/>
                  </a:lnTo>
                  <a:lnTo>
                    <a:pt x="64" y="50"/>
                  </a:lnTo>
                  <a:lnTo>
                    <a:pt x="60" y="50"/>
                  </a:lnTo>
                  <a:lnTo>
                    <a:pt x="60" y="54"/>
                  </a:lnTo>
                  <a:lnTo>
                    <a:pt x="56" y="54"/>
                  </a:lnTo>
                  <a:lnTo>
                    <a:pt x="52" y="54"/>
                  </a:lnTo>
                  <a:lnTo>
                    <a:pt x="52" y="54"/>
                  </a:lnTo>
                  <a:lnTo>
                    <a:pt x="52" y="54"/>
                  </a:lnTo>
                  <a:lnTo>
                    <a:pt x="52" y="54"/>
                  </a:lnTo>
                  <a:lnTo>
                    <a:pt x="52" y="54"/>
                  </a:lnTo>
                  <a:lnTo>
                    <a:pt x="48" y="58"/>
                  </a:lnTo>
                  <a:lnTo>
                    <a:pt x="48" y="58"/>
                  </a:lnTo>
                  <a:lnTo>
                    <a:pt x="48" y="58"/>
                  </a:lnTo>
                  <a:lnTo>
                    <a:pt x="48" y="58"/>
                  </a:lnTo>
                  <a:lnTo>
                    <a:pt x="46" y="58"/>
                  </a:lnTo>
                  <a:lnTo>
                    <a:pt x="46" y="62"/>
                  </a:lnTo>
                  <a:lnTo>
                    <a:pt x="46" y="62"/>
                  </a:lnTo>
                  <a:lnTo>
                    <a:pt x="46" y="62"/>
                  </a:lnTo>
                  <a:lnTo>
                    <a:pt x="46" y="62"/>
                  </a:lnTo>
                  <a:lnTo>
                    <a:pt x="46" y="66"/>
                  </a:lnTo>
                  <a:lnTo>
                    <a:pt x="46" y="66"/>
                  </a:lnTo>
                  <a:lnTo>
                    <a:pt x="46" y="70"/>
                  </a:lnTo>
                  <a:lnTo>
                    <a:pt x="46" y="70"/>
                  </a:lnTo>
                  <a:lnTo>
                    <a:pt x="46" y="70"/>
                  </a:lnTo>
                  <a:lnTo>
                    <a:pt x="46" y="70"/>
                  </a:lnTo>
                  <a:lnTo>
                    <a:pt x="46" y="70"/>
                  </a:lnTo>
                  <a:lnTo>
                    <a:pt x="46" y="70"/>
                  </a:lnTo>
                  <a:lnTo>
                    <a:pt x="46" y="66"/>
                  </a:lnTo>
                  <a:lnTo>
                    <a:pt x="46" y="66"/>
                  </a:lnTo>
                  <a:lnTo>
                    <a:pt x="46" y="70"/>
                  </a:lnTo>
                  <a:lnTo>
                    <a:pt x="46" y="70"/>
                  </a:lnTo>
                  <a:lnTo>
                    <a:pt x="46"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4" name="Freeform 45"/>
            <p:cNvSpPr>
              <a:spLocks noChangeAspect="1" noEditPoints="1"/>
            </p:cNvSpPr>
            <p:nvPr/>
          </p:nvSpPr>
          <p:spPr bwMode="gray">
            <a:xfrm>
              <a:off x="6076564" y="3726602"/>
              <a:ext cx="194798" cy="299153"/>
            </a:xfrm>
            <a:custGeom>
              <a:avLst/>
              <a:gdLst>
                <a:gd name="T0" fmla="*/ 62 w 112"/>
                <a:gd name="T1" fmla="*/ 0 h 172"/>
                <a:gd name="T2" fmla="*/ 62 w 112"/>
                <a:gd name="T3" fmla="*/ 8 h 172"/>
                <a:gd name="T4" fmla="*/ 60 w 112"/>
                <a:gd name="T5" fmla="*/ 12 h 172"/>
                <a:gd name="T6" fmla="*/ 60 w 112"/>
                <a:gd name="T7" fmla="*/ 4 h 172"/>
                <a:gd name="T8" fmla="*/ 60 w 112"/>
                <a:gd name="T9" fmla="*/ 0 h 172"/>
                <a:gd name="T10" fmla="*/ 62 w 112"/>
                <a:gd name="T11" fmla="*/ 0 h 172"/>
                <a:gd name="T12" fmla="*/ 48 w 112"/>
                <a:gd name="T13" fmla="*/ 90 h 172"/>
                <a:gd name="T14" fmla="*/ 48 w 112"/>
                <a:gd name="T15" fmla="*/ 60 h 172"/>
                <a:gd name="T16" fmla="*/ 48 w 112"/>
                <a:gd name="T17" fmla="*/ 52 h 172"/>
                <a:gd name="T18" fmla="*/ 52 w 112"/>
                <a:gd name="T19" fmla="*/ 42 h 172"/>
                <a:gd name="T20" fmla="*/ 56 w 112"/>
                <a:gd name="T21" fmla="*/ 38 h 172"/>
                <a:gd name="T22" fmla="*/ 56 w 112"/>
                <a:gd name="T23" fmla="*/ 30 h 172"/>
                <a:gd name="T24" fmla="*/ 56 w 112"/>
                <a:gd name="T25" fmla="*/ 26 h 172"/>
                <a:gd name="T26" fmla="*/ 60 w 112"/>
                <a:gd name="T27" fmla="*/ 22 h 172"/>
                <a:gd name="T28" fmla="*/ 60 w 112"/>
                <a:gd name="T29" fmla="*/ 26 h 172"/>
                <a:gd name="T30" fmla="*/ 62 w 112"/>
                <a:gd name="T31" fmla="*/ 26 h 172"/>
                <a:gd name="T32" fmla="*/ 62 w 112"/>
                <a:gd name="T33" fmla="*/ 22 h 172"/>
                <a:gd name="T34" fmla="*/ 66 w 112"/>
                <a:gd name="T35" fmla="*/ 30 h 172"/>
                <a:gd name="T36" fmla="*/ 70 w 112"/>
                <a:gd name="T37" fmla="*/ 38 h 172"/>
                <a:gd name="T38" fmla="*/ 74 w 112"/>
                <a:gd name="T39" fmla="*/ 42 h 172"/>
                <a:gd name="T40" fmla="*/ 86 w 112"/>
                <a:gd name="T41" fmla="*/ 44 h 172"/>
                <a:gd name="T42" fmla="*/ 88 w 112"/>
                <a:gd name="T43" fmla="*/ 48 h 172"/>
                <a:gd name="T44" fmla="*/ 92 w 112"/>
                <a:gd name="T45" fmla="*/ 48 h 172"/>
                <a:gd name="T46" fmla="*/ 100 w 112"/>
                <a:gd name="T47" fmla="*/ 56 h 172"/>
                <a:gd name="T48" fmla="*/ 104 w 112"/>
                <a:gd name="T49" fmla="*/ 60 h 172"/>
                <a:gd name="T50" fmla="*/ 108 w 112"/>
                <a:gd name="T51" fmla="*/ 68 h 172"/>
                <a:gd name="T52" fmla="*/ 112 w 112"/>
                <a:gd name="T53" fmla="*/ 72 h 172"/>
                <a:gd name="T54" fmla="*/ 108 w 112"/>
                <a:gd name="T55" fmla="*/ 78 h 172"/>
                <a:gd name="T56" fmla="*/ 104 w 112"/>
                <a:gd name="T57" fmla="*/ 86 h 172"/>
                <a:gd name="T58" fmla="*/ 96 w 112"/>
                <a:gd name="T59" fmla="*/ 94 h 172"/>
                <a:gd name="T60" fmla="*/ 92 w 112"/>
                <a:gd name="T61" fmla="*/ 102 h 172"/>
                <a:gd name="T62" fmla="*/ 88 w 112"/>
                <a:gd name="T63" fmla="*/ 104 h 172"/>
                <a:gd name="T64" fmla="*/ 88 w 112"/>
                <a:gd name="T65" fmla="*/ 102 h 172"/>
                <a:gd name="T66" fmla="*/ 86 w 112"/>
                <a:gd name="T67" fmla="*/ 108 h 172"/>
                <a:gd name="T68" fmla="*/ 82 w 112"/>
                <a:gd name="T69" fmla="*/ 116 h 172"/>
                <a:gd name="T70" fmla="*/ 82 w 112"/>
                <a:gd name="T71" fmla="*/ 122 h 172"/>
                <a:gd name="T72" fmla="*/ 82 w 112"/>
                <a:gd name="T73" fmla="*/ 130 h 172"/>
                <a:gd name="T74" fmla="*/ 74 w 112"/>
                <a:gd name="T75" fmla="*/ 130 h 172"/>
                <a:gd name="T76" fmla="*/ 70 w 112"/>
                <a:gd name="T77" fmla="*/ 134 h 172"/>
                <a:gd name="T78" fmla="*/ 66 w 112"/>
                <a:gd name="T79" fmla="*/ 142 h 172"/>
                <a:gd name="T80" fmla="*/ 62 w 112"/>
                <a:gd name="T81" fmla="*/ 144 h 172"/>
                <a:gd name="T82" fmla="*/ 60 w 112"/>
                <a:gd name="T83" fmla="*/ 148 h 172"/>
                <a:gd name="T84" fmla="*/ 52 w 112"/>
                <a:gd name="T85" fmla="*/ 148 h 172"/>
                <a:gd name="T86" fmla="*/ 48 w 112"/>
                <a:gd name="T87" fmla="*/ 152 h 172"/>
                <a:gd name="T88" fmla="*/ 48 w 112"/>
                <a:gd name="T89" fmla="*/ 156 h 172"/>
                <a:gd name="T90" fmla="*/ 44 w 112"/>
                <a:gd name="T91" fmla="*/ 164 h 172"/>
                <a:gd name="T92" fmla="*/ 36 w 112"/>
                <a:gd name="T93" fmla="*/ 164 h 172"/>
                <a:gd name="T94" fmla="*/ 30 w 112"/>
                <a:gd name="T95" fmla="*/ 164 h 172"/>
                <a:gd name="T96" fmla="*/ 22 w 112"/>
                <a:gd name="T97" fmla="*/ 168 h 172"/>
                <a:gd name="T98" fmla="*/ 10 w 112"/>
                <a:gd name="T99" fmla="*/ 160 h 172"/>
                <a:gd name="T100" fmla="*/ 96 w 112"/>
                <a:gd name="T101" fmla="*/ 108 h 172"/>
                <a:gd name="T102" fmla="*/ 96 w 112"/>
                <a:gd name="T103" fmla="*/ 104 h 172"/>
                <a:gd name="T104" fmla="*/ 96 w 112"/>
                <a:gd name="T105" fmla="*/ 104 h 172"/>
                <a:gd name="T106" fmla="*/ 100 w 112"/>
                <a:gd name="T107" fmla="*/ 104 h 172"/>
                <a:gd name="T108" fmla="*/ 96 w 112"/>
                <a:gd name="T109" fmla="*/ 104 h 172"/>
                <a:gd name="T110" fmla="*/ 96 w 112"/>
                <a:gd name="T111" fmla="*/ 108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2" h="172">
                  <a:moveTo>
                    <a:pt x="62" y="0"/>
                  </a:moveTo>
                  <a:lnTo>
                    <a:pt x="62" y="0"/>
                  </a:lnTo>
                  <a:lnTo>
                    <a:pt x="62" y="0"/>
                  </a:lnTo>
                  <a:lnTo>
                    <a:pt x="62" y="0"/>
                  </a:lnTo>
                  <a:lnTo>
                    <a:pt x="62" y="4"/>
                  </a:lnTo>
                  <a:lnTo>
                    <a:pt x="62" y="0"/>
                  </a:lnTo>
                  <a:lnTo>
                    <a:pt x="62" y="0"/>
                  </a:lnTo>
                  <a:lnTo>
                    <a:pt x="62" y="4"/>
                  </a:lnTo>
                  <a:lnTo>
                    <a:pt x="62" y="4"/>
                  </a:lnTo>
                  <a:lnTo>
                    <a:pt x="62" y="4"/>
                  </a:lnTo>
                  <a:lnTo>
                    <a:pt x="62" y="4"/>
                  </a:lnTo>
                  <a:lnTo>
                    <a:pt x="62" y="8"/>
                  </a:lnTo>
                  <a:lnTo>
                    <a:pt x="62" y="8"/>
                  </a:lnTo>
                  <a:lnTo>
                    <a:pt x="62" y="8"/>
                  </a:lnTo>
                  <a:lnTo>
                    <a:pt x="62" y="8"/>
                  </a:lnTo>
                  <a:lnTo>
                    <a:pt x="62" y="8"/>
                  </a:lnTo>
                  <a:lnTo>
                    <a:pt x="62" y="12"/>
                  </a:lnTo>
                  <a:lnTo>
                    <a:pt x="62" y="12"/>
                  </a:lnTo>
                  <a:lnTo>
                    <a:pt x="62" y="12"/>
                  </a:lnTo>
                  <a:lnTo>
                    <a:pt x="62" y="12"/>
                  </a:lnTo>
                  <a:lnTo>
                    <a:pt x="60" y="12"/>
                  </a:lnTo>
                  <a:lnTo>
                    <a:pt x="60" y="12"/>
                  </a:lnTo>
                  <a:lnTo>
                    <a:pt x="60" y="12"/>
                  </a:lnTo>
                  <a:lnTo>
                    <a:pt x="60" y="12"/>
                  </a:lnTo>
                  <a:lnTo>
                    <a:pt x="60" y="12"/>
                  </a:lnTo>
                  <a:lnTo>
                    <a:pt x="60" y="8"/>
                  </a:lnTo>
                  <a:lnTo>
                    <a:pt x="60" y="8"/>
                  </a:lnTo>
                  <a:lnTo>
                    <a:pt x="60" y="4"/>
                  </a:lnTo>
                  <a:lnTo>
                    <a:pt x="60" y="4"/>
                  </a:lnTo>
                  <a:lnTo>
                    <a:pt x="60" y="4"/>
                  </a:lnTo>
                  <a:lnTo>
                    <a:pt x="60" y="4"/>
                  </a:lnTo>
                  <a:lnTo>
                    <a:pt x="60" y="4"/>
                  </a:lnTo>
                  <a:lnTo>
                    <a:pt x="60" y="0"/>
                  </a:lnTo>
                  <a:lnTo>
                    <a:pt x="60" y="0"/>
                  </a:lnTo>
                  <a:lnTo>
                    <a:pt x="60" y="0"/>
                  </a:lnTo>
                  <a:lnTo>
                    <a:pt x="62" y="0"/>
                  </a:lnTo>
                  <a:lnTo>
                    <a:pt x="62" y="0"/>
                  </a:lnTo>
                  <a:lnTo>
                    <a:pt x="62" y="0"/>
                  </a:lnTo>
                  <a:lnTo>
                    <a:pt x="62" y="0"/>
                  </a:lnTo>
                  <a:lnTo>
                    <a:pt x="62" y="0"/>
                  </a:lnTo>
                  <a:lnTo>
                    <a:pt x="62" y="0"/>
                  </a:lnTo>
                  <a:lnTo>
                    <a:pt x="62" y="0"/>
                  </a:lnTo>
                  <a:lnTo>
                    <a:pt x="62" y="0"/>
                  </a:lnTo>
                  <a:lnTo>
                    <a:pt x="62" y="0"/>
                  </a:lnTo>
                  <a:lnTo>
                    <a:pt x="62" y="0"/>
                  </a:lnTo>
                  <a:lnTo>
                    <a:pt x="62" y="0"/>
                  </a:lnTo>
                  <a:lnTo>
                    <a:pt x="62" y="0"/>
                  </a:lnTo>
                  <a:lnTo>
                    <a:pt x="62" y="0"/>
                  </a:lnTo>
                  <a:close/>
                  <a:moveTo>
                    <a:pt x="48" y="90"/>
                  </a:moveTo>
                  <a:lnTo>
                    <a:pt x="52" y="74"/>
                  </a:lnTo>
                  <a:lnTo>
                    <a:pt x="44" y="64"/>
                  </a:lnTo>
                  <a:lnTo>
                    <a:pt x="48" y="64"/>
                  </a:lnTo>
                  <a:lnTo>
                    <a:pt x="48" y="64"/>
                  </a:lnTo>
                  <a:lnTo>
                    <a:pt x="48" y="60"/>
                  </a:lnTo>
                  <a:lnTo>
                    <a:pt x="48" y="60"/>
                  </a:lnTo>
                  <a:lnTo>
                    <a:pt x="48" y="60"/>
                  </a:lnTo>
                  <a:lnTo>
                    <a:pt x="48" y="60"/>
                  </a:lnTo>
                  <a:lnTo>
                    <a:pt x="48" y="56"/>
                  </a:lnTo>
                  <a:lnTo>
                    <a:pt x="48" y="56"/>
                  </a:lnTo>
                  <a:lnTo>
                    <a:pt x="48" y="56"/>
                  </a:lnTo>
                  <a:lnTo>
                    <a:pt x="48" y="56"/>
                  </a:lnTo>
                  <a:lnTo>
                    <a:pt x="48" y="52"/>
                  </a:lnTo>
                  <a:lnTo>
                    <a:pt x="48" y="52"/>
                  </a:lnTo>
                  <a:lnTo>
                    <a:pt x="48" y="48"/>
                  </a:lnTo>
                  <a:lnTo>
                    <a:pt x="52" y="48"/>
                  </a:lnTo>
                  <a:lnTo>
                    <a:pt x="52" y="44"/>
                  </a:lnTo>
                  <a:lnTo>
                    <a:pt x="52" y="42"/>
                  </a:lnTo>
                  <a:lnTo>
                    <a:pt x="52" y="42"/>
                  </a:lnTo>
                  <a:lnTo>
                    <a:pt x="52" y="42"/>
                  </a:lnTo>
                  <a:lnTo>
                    <a:pt x="52" y="42"/>
                  </a:lnTo>
                  <a:lnTo>
                    <a:pt x="52" y="42"/>
                  </a:lnTo>
                  <a:lnTo>
                    <a:pt x="56" y="42"/>
                  </a:lnTo>
                  <a:lnTo>
                    <a:pt x="56" y="42"/>
                  </a:lnTo>
                  <a:lnTo>
                    <a:pt x="60" y="42"/>
                  </a:lnTo>
                  <a:lnTo>
                    <a:pt x="60" y="42"/>
                  </a:lnTo>
                  <a:lnTo>
                    <a:pt x="56" y="38"/>
                  </a:lnTo>
                  <a:lnTo>
                    <a:pt x="56" y="38"/>
                  </a:lnTo>
                  <a:lnTo>
                    <a:pt x="56" y="38"/>
                  </a:lnTo>
                  <a:lnTo>
                    <a:pt x="56" y="38"/>
                  </a:lnTo>
                  <a:lnTo>
                    <a:pt x="56" y="38"/>
                  </a:lnTo>
                  <a:lnTo>
                    <a:pt x="56" y="34"/>
                  </a:lnTo>
                  <a:lnTo>
                    <a:pt x="56" y="34"/>
                  </a:lnTo>
                  <a:lnTo>
                    <a:pt x="56" y="34"/>
                  </a:lnTo>
                  <a:lnTo>
                    <a:pt x="56" y="30"/>
                  </a:lnTo>
                  <a:lnTo>
                    <a:pt x="56" y="30"/>
                  </a:lnTo>
                  <a:lnTo>
                    <a:pt x="56" y="30"/>
                  </a:lnTo>
                  <a:lnTo>
                    <a:pt x="56" y="30"/>
                  </a:lnTo>
                  <a:lnTo>
                    <a:pt x="56" y="26"/>
                  </a:lnTo>
                  <a:lnTo>
                    <a:pt x="56" y="26"/>
                  </a:lnTo>
                  <a:lnTo>
                    <a:pt x="56" y="26"/>
                  </a:lnTo>
                  <a:lnTo>
                    <a:pt x="56" y="26"/>
                  </a:lnTo>
                  <a:lnTo>
                    <a:pt x="56" y="22"/>
                  </a:lnTo>
                  <a:lnTo>
                    <a:pt x="56" y="22"/>
                  </a:lnTo>
                  <a:lnTo>
                    <a:pt x="56" y="22"/>
                  </a:lnTo>
                  <a:lnTo>
                    <a:pt x="56" y="22"/>
                  </a:lnTo>
                  <a:lnTo>
                    <a:pt x="56" y="22"/>
                  </a:lnTo>
                  <a:lnTo>
                    <a:pt x="60" y="22"/>
                  </a:lnTo>
                  <a:lnTo>
                    <a:pt x="60" y="22"/>
                  </a:lnTo>
                  <a:lnTo>
                    <a:pt x="60" y="22"/>
                  </a:lnTo>
                  <a:lnTo>
                    <a:pt x="60" y="26"/>
                  </a:lnTo>
                  <a:lnTo>
                    <a:pt x="60" y="26"/>
                  </a:lnTo>
                  <a:lnTo>
                    <a:pt x="60" y="26"/>
                  </a:lnTo>
                  <a:lnTo>
                    <a:pt x="56" y="26"/>
                  </a:lnTo>
                  <a:lnTo>
                    <a:pt x="60" y="26"/>
                  </a:lnTo>
                  <a:lnTo>
                    <a:pt x="60" y="26"/>
                  </a:lnTo>
                  <a:lnTo>
                    <a:pt x="60" y="26"/>
                  </a:lnTo>
                  <a:lnTo>
                    <a:pt x="60" y="26"/>
                  </a:lnTo>
                  <a:lnTo>
                    <a:pt x="60" y="26"/>
                  </a:lnTo>
                  <a:lnTo>
                    <a:pt x="60" y="26"/>
                  </a:lnTo>
                  <a:lnTo>
                    <a:pt x="60" y="26"/>
                  </a:lnTo>
                  <a:lnTo>
                    <a:pt x="62" y="26"/>
                  </a:lnTo>
                  <a:lnTo>
                    <a:pt x="62" y="26"/>
                  </a:lnTo>
                  <a:lnTo>
                    <a:pt x="62" y="26"/>
                  </a:lnTo>
                  <a:lnTo>
                    <a:pt x="62" y="26"/>
                  </a:lnTo>
                  <a:lnTo>
                    <a:pt x="62" y="26"/>
                  </a:lnTo>
                  <a:lnTo>
                    <a:pt x="62" y="26"/>
                  </a:lnTo>
                  <a:lnTo>
                    <a:pt x="62" y="22"/>
                  </a:lnTo>
                  <a:lnTo>
                    <a:pt x="62" y="22"/>
                  </a:lnTo>
                  <a:lnTo>
                    <a:pt x="62" y="22"/>
                  </a:lnTo>
                  <a:lnTo>
                    <a:pt x="62" y="22"/>
                  </a:lnTo>
                  <a:lnTo>
                    <a:pt x="62" y="22"/>
                  </a:lnTo>
                  <a:lnTo>
                    <a:pt x="62" y="22"/>
                  </a:lnTo>
                  <a:lnTo>
                    <a:pt x="62" y="26"/>
                  </a:lnTo>
                  <a:lnTo>
                    <a:pt x="62" y="30"/>
                  </a:lnTo>
                  <a:lnTo>
                    <a:pt x="66" y="30"/>
                  </a:lnTo>
                  <a:lnTo>
                    <a:pt x="66" y="30"/>
                  </a:lnTo>
                  <a:lnTo>
                    <a:pt x="66" y="34"/>
                  </a:lnTo>
                  <a:lnTo>
                    <a:pt x="66" y="34"/>
                  </a:lnTo>
                  <a:lnTo>
                    <a:pt x="66" y="34"/>
                  </a:lnTo>
                  <a:lnTo>
                    <a:pt x="66" y="34"/>
                  </a:lnTo>
                  <a:lnTo>
                    <a:pt x="66" y="34"/>
                  </a:lnTo>
                  <a:lnTo>
                    <a:pt x="70" y="34"/>
                  </a:lnTo>
                  <a:lnTo>
                    <a:pt x="70" y="38"/>
                  </a:lnTo>
                  <a:lnTo>
                    <a:pt x="70" y="38"/>
                  </a:lnTo>
                  <a:lnTo>
                    <a:pt x="70" y="38"/>
                  </a:lnTo>
                  <a:lnTo>
                    <a:pt x="70" y="38"/>
                  </a:lnTo>
                  <a:lnTo>
                    <a:pt x="70" y="42"/>
                  </a:lnTo>
                  <a:lnTo>
                    <a:pt x="74" y="42"/>
                  </a:lnTo>
                  <a:lnTo>
                    <a:pt x="74" y="42"/>
                  </a:lnTo>
                  <a:lnTo>
                    <a:pt x="74" y="42"/>
                  </a:lnTo>
                  <a:lnTo>
                    <a:pt x="78" y="44"/>
                  </a:lnTo>
                  <a:lnTo>
                    <a:pt x="82" y="44"/>
                  </a:lnTo>
                  <a:lnTo>
                    <a:pt x="86" y="44"/>
                  </a:lnTo>
                  <a:lnTo>
                    <a:pt x="86" y="44"/>
                  </a:lnTo>
                  <a:lnTo>
                    <a:pt x="86" y="44"/>
                  </a:lnTo>
                  <a:lnTo>
                    <a:pt x="86" y="44"/>
                  </a:lnTo>
                  <a:lnTo>
                    <a:pt x="86" y="44"/>
                  </a:lnTo>
                  <a:lnTo>
                    <a:pt x="86" y="44"/>
                  </a:lnTo>
                  <a:lnTo>
                    <a:pt x="86" y="44"/>
                  </a:lnTo>
                  <a:lnTo>
                    <a:pt x="86" y="44"/>
                  </a:lnTo>
                  <a:lnTo>
                    <a:pt x="88" y="44"/>
                  </a:lnTo>
                  <a:lnTo>
                    <a:pt x="88" y="44"/>
                  </a:lnTo>
                  <a:lnTo>
                    <a:pt x="88" y="44"/>
                  </a:lnTo>
                  <a:lnTo>
                    <a:pt x="88" y="48"/>
                  </a:lnTo>
                  <a:lnTo>
                    <a:pt x="88" y="48"/>
                  </a:lnTo>
                  <a:lnTo>
                    <a:pt x="88" y="48"/>
                  </a:lnTo>
                  <a:lnTo>
                    <a:pt x="88" y="48"/>
                  </a:lnTo>
                  <a:lnTo>
                    <a:pt x="92" y="48"/>
                  </a:lnTo>
                  <a:lnTo>
                    <a:pt x="92" y="48"/>
                  </a:lnTo>
                  <a:lnTo>
                    <a:pt x="92" y="48"/>
                  </a:lnTo>
                  <a:lnTo>
                    <a:pt x="92" y="48"/>
                  </a:lnTo>
                  <a:lnTo>
                    <a:pt x="92" y="48"/>
                  </a:lnTo>
                  <a:lnTo>
                    <a:pt x="92" y="48"/>
                  </a:lnTo>
                  <a:lnTo>
                    <a:pt x="96" y="48"/>
                  </a:lnTo>
                  <a:lnTo>
                    <a:pt x="96" y="52"/>
                  </a:lnTo>
                  <a:lnTo>
                    <a:pt x="100" y="52"/>
                  </a:lnTo>
                  <a:lnTo>
                    <a:pt x="100" y="56"/>
                  </a:lnTo>
                  <a:lnTo>
                    <a:pt x="100" y="56"/>
                  </a:lnTo>
                  <a:lnTo>
                    <a:pt x="100" y="56"/>
                  </a:lnTo>
                  <a:lnTo>
                    <a:pt x="100" y="56"/>
                  </a:lnTo>
                  <a:lnTo>
                    <a:pt x="100" y="60"/>
                  </a:lnTo>
                  <a:lnTo>
                    <a:pt x="100" y="60"/>
                  </a:lnTo>
                  <a:lnTo>
                    <a:pt x="104" y="60"/>
                  </a:lnTo>
                  <a:lnTo>
                    <a:pt x="104" y="60"/>
                  </a:lnTo>
                  <a:lnTo>
                    <a:pt x="104" y="60"/>
                  </a:lnTo>
                  <a:lnTo>
                    <a:pt x="104" y="64"/>
                  </a:lnTo>
                  <a:lnTo>
                    <a:pt x="104" y="64"/>
                  </a:lnTo>
                  <a:lnTo>
                    <a:pt x="104" y="64"/>
                  </a:lnTo>
                  <a:lnTo>
                    <a:pt x="104" y="64"/>
                  </a:lnTo>
                  <a:lnTo>
                    <a:pt x="108" y="64"/>
                  </a:lnTo>
                  <a:lnTo>
                    <a:pt x="108" y="68"/>
                  </a:lnTo>
                  <a:lnTo>
                    <a:pt x="108" y="68"/>
                  </a:lnTo>
                  <a:lnTo>
                    <a:pt x="108" y="68"/>
                  </a:lnTo>
                  <a:lnTo>
                    <a:pt x="108" y="68"/>
                  </a:lnTo>
                  <a:lnTo>
                    <a:pt x="112" y="68"/>
                  </a:lnTo>
                  <a:lnTo>
                    <a:pt x="112" y="68"/>
                  </a:lnTo>
                  <a:lnTo>
                    <a:pt x="112" y="68"/>
                  </a:lnTo>
                  <a:lnTo>
                    <a:pt x="112" y="72"/>
                  </a:lnTo>
                  <a:lnTo>
                    <a:pt x="112" y="72"/>
                  </a:lnTo>
                  <a:lnTo>
                    <a:pt x="112" y="72"/>
                  </a:lnTo>
                  <a:lnTo>
                    <a:pt x="112" y="74"/>
                  </a:lnTo>
                  <a:lnTo>
                    <a:pt x="112" y="74"/>
                  </a:lnTo>
                  <a:lnTo>
                    <a:pt x="108" y="78"/>
                  </a:lnTo>
                  <a:lnTo>
                    <a:pt x="108" y="78"/>
                  </a:lnTo>
                  <a:lnTo>
                    <a:pt x="108" y="78"/>
                  </a:lnTo>
                  <a:lnTo>
                    <a:pt x="108" y="78"/>
                  </a:lnTo>
                  <a:lnTo>
                    <a:pt x="108" y="82"/>
                  </a:lnTo>
                  <a:lnTo>
                    <a:pt x="108" y="82"/>
                  </a:lnTo>
                  <a:lnTo>
                    <a:pt x="108" y="82"/>
                  </a:lnTo>
                  <a:lnTo>
                    <a:pt x="108" y="82"/>
                  </a:lnTo>
                  <a:lnTo>
                    <a:pt x="104" y="86"/>
                  </a:lnTo>
                  <a:lnTo>
                    <a:pt x="104" y="86"/>
                  </a:lnTo>
                  <a:lnTo>
                    <a:pt x="104" y="86"/>
                  </a:lnTo>
                  <a:lnTo>
                    <a:pt x="104" y="86"/>
                  </a:lnTo>
                  <a:lnTo>
                    <a:pt x="104" y="90"/>
                  </a:lnTo>
                  <a:lnTo>
                    <a:pt x="100" y="90"/>
                  </a:lnTo>
                  <a:lnTo>
                    <a:pt x="100" y="94"/>
                  </a:lnTo>
                  <a:lnTo>
                    <a:pt x="96" y="94"/>
                  </a:lnTo>
                  <a:lnTo>
                    <a:pt x="96" y="94"/>
                  </a:lnTo>
                  <a:lnTo>
                    <a:pt x="96" y="94"/>
                  </a:lnTo>
                  <a:lnTo>
                    <a:pt x="96" y="98"/>
                  </a:lnTo>
                  <a:lnTo>
                    <a:pt x="96" y="98"/>
                  </a:lnTo>
                  <a:lnTo>
                    <a:pt x="96" y="98"/>
                  </a:lnTo>
                  <a:lnTo>
                    <a:pt x="96" y="98"/>
                  </a:lnTo>
                  <a:lnTo>
                    <a:pt x="96" y="102"/>
                  </a:lnTo>
                  <a:lnTo>
                    <a:pt x="92" y="102"/>
                  </a:lnTo>
                  <a:lnTo>
                    <a:pt x="92" y="102"/>
                  </a:lnTo>
                  <a:lnTo>
                    <a:pt x="92" y="102"/>
                  </a:lnTo>
                  <a:lnTo>
                    <a:pt x="92" y="104"/>
                  </a:lnTo>
                  <a:lnTo>
                    <a:pt x="92" y="104"/>
                  </a:lnTo>
                  <a:lnTo>
                    <a:pt x="92" y="104"/>
                  </a:lnTo>
                  <a:lnTo>
                    <a:pt x="88" y="104"/>
                  </a:lnTo>
                  <a:lnTo>
                    <a:pt x="88" y="104"/>
                  </a:lnTo>
                  <a:lnTo>
                    <a:pt x="88" y="104"/>
                  </a:lnTo>
                  <a:lnTo>
                    <a:pt x="88" y="104"/>
                  </a:lnTo>
                  <a:lnTo>
                    <a:pt x="88" y="104"/>
                  </a:lnTo>
                  <a:lnTo>
                    <a:pt x="88" y="104"/>
                  </a:lnTo>
                  <a:lnTo>
                    <a:pt x="88" y="104"/>
                  </a:lnTo>
                  <a:lnTo>
                    <a:pt x="88" y="102"/>
                  </a:lnTo>
                  <a:lnTo>
                    <a:pt x="88" y="102"/>
                  </a:lnTo>
                  <a:lnTo>
                    <a:pt x="88" y="102"/>
                  </a:lnTo>
                  <a:lnTo>
                    <a:pt x="88" y="102"/>
                  </a:lnTo>
                  <a:lnTo>
                    <a:pt x="88" y="102"/>
                  </a:lnTo>
                  <a:lnTo>
                    <a:pt x="86" y="102"/>
                  </a:lnTo>
                  <a:lnTo>
                    <a:pt x="86" y="104"/>
                  </a:lnTo>
                  <a:lnTo>
                    <a:pt x="86" y="104"/>
                  </a:lnTo>
                  <a:lnTo>
                    <a:pt x="86" y="104"/>
                  </a:lnTo>
                  <a:lnTo>
                    <a:pt x="86" y="108"/>
                  </a:lnTo>
                  <a:lnTo>
                    <a:pt x="82" y="108"/>
                  </a:lnTo>
                  <a:lnTo>
                    <a:pt x="82" y="108"/>
                  </a:lnTo>
                  <a:lnTo>
                    <a:pt x="82" y="108"/>
                  </a:lnTo>
                  <a:lnTo>
                    <a:pt x="82" y="108"/>
                  </a:lnTo>
                  <a:lnTo>
                    <a:pt x="82" y="108"/>
                  </a:lnTo>
                  <a:lnTo>
                    <a:pt x="82" y="112"/>
                  </a:lnTo>
                  <a:lnTo>
                    <a:pt x="82" y="116"/>
                  </a:lnTo>
                  <a:lnTo>
                    <a:pt x="82" y="116"/>
                  </a:lnTo>
                  <a:lnTo>
                    <a:pt x="82" y="116"/>
                  </a:lnTo>
                  <a:lnTo>
                    <a:pt x="82" y="116"/>
                  </a:lnTo>
                  <a:lnTo>
                    <a:pt x="82" y="116"/>
                  </a:lnTo>
                  <a:lnTo>
                    <a:pt x="82" y="118"/>
                  </a:lnTo>
                  <a:lnTo>
                    <a:pt x="82" y="122"/>
                  </a:lnTo>
                  <a:lnTo>
                    <a:pt x="82" y="122"/>
                  </a:lnTo>
                  <a:lnTo>
                    <a:pt x="82" y="122"/>
                  </a:lnTo>
                  <a:lnTo>
                    <a:pt x="82" y="122"/>
                  </a:lnTo>
                  <a:lnTo>
                    <a:pt x="82" y="122"/>
                  </a:lnTo>
                  <a:lnTo>
                    <a:pt x="82" y="122"/>
                  </a:lnTo>
                  <a:lnTo>
                    <a:pt x="82" y="126"/>
                  </a:lnTo>
                  <a:lnTo>
                    <a:pt x="82" y="130"/>
                  </a:lnTo>
                  <a:lnTo>
                    <a:pt x="82" y="130"/>
                  </a:lnTo>
                  <a:lnTo>
                    <a:pt x="82" y="130"/>
                  </a:lnTo>
                  <a:lnTo>
                    <a:pt x="82" y="130"/>
                  </a:lnTo>
                  <a:lnTo>
                    <a:pt x="82" y="130"/>
                  </a:lnTo>
                  <a:lnTo>
                    <a:pt x="78" y="130"/>
                  </a:lnTo>
                  <a:lnTo>
                    <a:pt x="78" y="130"/>
                  </a:lnTo>
                  <a:lnTo>
                    <a:pt x="78" y="130"/>
                  </a:lnTo>
                  <a:lnTo>
                    <a:pt x="74" y="130"/>
                  </a:lnTo>
                  <a:lnTo>
                    <a:pt x="74" y="130"/>
                  </a:lnTo>
                  <a:lnTo>
                    <a:pt x="74" y="130"/>
                  </a:lnTo>
                  <a:lnTo>
                    <a:pt x="70" y="130"/>
                  </a:lnTo>
                  <a:lnTo>
                    <a:pt x="70" y="134"/>
                  </a:lnTo>
                  <a:lnTo>
                    <a:pt x="70" y="134"/>
                  </a:lnTo>
                  <a:lnTo>
                    <a:pt x="70" y="134"/>
                  </a:lnTo>
                  <a:lnTo>
                    <a:pt x="70" y="134"/>
                  </a:lnTo>
                  <a:lnTo>
                    <a:pt x="66" y="134"/>
                  </a:lnTo>
                  <a:lnTo>
                    <a:pt x="66" y="134"/>
                  </a:lnTo>
                  <a:lnTo>
                    <a:pt x="66" y="138"/>
                  </a:lnTo>
                  <a:lnTo>
                    <a:pt x="66" y="138"/>
                  </a:lnTo>
                  <a:lnTo>
                    <a:pt x="66" y="138"/>
                  </a:lnTo>
                  <a:lnTo>
                    <a:pt x="66" y="138"/>
                  </a:lnTo>
                  <a:lnTo>
                    <a:pt x="66" y="142"/>
                  </a:lnTo>
                  <a:lnTo>
                    <a:pt x="66" y="142"/>
                  </a:lnTo>
                  <a:lnTo>
                    <a:pt x="66" y="142"/>
                  </a:lnTo>
                  <a:lnTo>
                    <a:pt x="66" y="142"/>
                  </a:lnTo>
                  <a:lnTo>
                    <a:pt x="66" y="144"/>
                  </a:lnTo>
                  <a:lnTo>
                    <a:pt x="66" y="144"/>
                  </a:lnTo>
                  <a:lnTo>
                    <a:pt x="62" y="144"/>
                  </a:lnTo>
                  <a:lnTo>
                    <a:pt x="62" y="144"/>
                  </a:lnTo>
                  <a:lnTo>
                    <a:pt x="62" y="144"/>
                  </a:lnTo>
                  <a:lnTo>
                    <a:pt x="62" y="144"/>
                  </a:lnTo>
                  <a:lnTo>
                    <a:pt x="62" y="148"/>
                  </a:lnTo>
                  <a:lnTo>
                    <a:pt x="62" y="148"/>
                  </a:lnTo>
                  <a:lnTo>
                    <a:pt x="62" y="148"/>
                  </a:lnTo>
                  <a:lnTo>
                    <a:pt x="62" y="148"/>
                  </a:lnTo>
                  <a:lnTo>
                    <a:pt x="60" y="148"/>
                  </a:lnTo>
                  <a:lnTo>
                    <a:pt x="60" y="148"/>
                  </a:lnTo>
                  <a:lnTo>
                    <a:pt x="60" y="148"/>
                  </a:lnTo>
                  <a:lnTo>
                    <a:pt x="56" y="148"/>
                  </a:lnTo>
                  <a:lnTo>
                    <a:pt x="56" y="148"/>
                  </a:lnTo>
                  <a:lnTo>
                    <a:pt x="56" y="148"/>
                  </a:lnTo>
                  <a:lnTo>
                    <a:pt x="52" y="148"/>
                  </a:lnTo>
                  <a:lnTo>
                    <a:pt x="52" y="148"/>
                  </a:lnTo>
                  <a:lnTo>
                    <a:pt x="48" y="148"/>
                  </a:lnTo>
                  <a:lnTo>
                    <a:pt x="48" y="148"/>
                  </a:lnTo>
                  <a:lnTo>
                    <a:pt x="48" y="148"/>
                  </a:lnTo>
                  <a:lnTo>
                    <a:pt x="48" y="148"/>
                  </a:lnTo>
                  <a:lnTo>
                    <a:pt x="48" y="152"/>
                  </a:lnTo>
                  <a:lnTo>
                    <a:pt x="48" y="152"/>
                  </a:lnTo>
                  <a:lnTo>
                    <a:pt x="48" y="152"/>
                  </a:lnTo>
                  <a:lnTo>
                    <a:pt x="48" y="152"/>
                  </a:lnTo>
                  <a:lnTo>
                    <a:pt x="48" y="152"/>
                  </a:lnTo>
                  <a:lnTo>
                    <a:pt x="48" y="152"/>
                  </a:lnTo>
                  <a:lnTo>
                    <a:pt x="48" y="156"/>
                  </a:lnTo>
                  <a:lnTo>
                    <a:pt x="48" y="156"/>
                  </a:lnTo>
                  <a:lnTo>
                    <a:pt x="48" y="156"/>
                  </a:lnTo>
                  <a:lnTo>
                    <a:pt x="48" y="156"/>
                  </a:lnTo>
                  <a:lnTo>
                    <a:pt x="48" y="156"/>
                  </a:lnTo>
                  <a:lnTo>
                    <a:pt x="48" y="156"/>
                  </a:lnTo>
                  <a:lnTo>
                    <a:pt x="48" y="160"/>
                  </a:lnTo>
                  <a:lnTo>
                    <a:pt x="48" y="160"/>
                  </a:lnTo>
                  <a:lnTo>
                    <a:pt x="44" y="164"/>
                  </a:lnTo>
                  <a:lnTo>
                    <a:pt x="44" y="164"/>
                  </a:lnTo>
                  <a:lnTo>
                    <a:pt x="44" y="164"/>
                  </a:lnTo>
                  <a:lnTo>
                    <a:pt x="44" y="164"/>
                  </a:lnTo>
                  <a:lnTo>
                    <a:pt x="40" y="164"/>
                  </a:lnTo>
                  <a:lnTo>
                    <a:pt x="40" y="164"/>
                  </a:lnTo>
                  <a:lnTo>
                    <a:pt x="40" y="164"/>
                  </a:lnTo>
                  <a:lnTo>
                    <a:pt x="40" y="164"/>
                  </a:lnTo>
                  <a:lnTo>
                    <a:pt x="40" y="164"/>
                  </a:lnTo>
                  <a:lnTo>
                    <a:pt x="36" y="164"/>
                  </a:lnTo>
                  <a:lnTo>
                    <a:pt x="36" y="164"/>
                  </a:lnTo>
                  <a:lnTo>
                    <a:pt x="36" y="164"/>
                  </a:lnTo>
                  <a:lnTo>
                    <a:pt x="36" y="164"/>
                  </a:lnTo>
                  <a:lnTo>
                    <a:pt x="36" y="164"/>
                  </a:lnTo>
                  <a:lnTo>
                    <a:pt x="32" y="164"/>
                  </a:lnTo>
                  <a:lnTo>
                    <a:pt x="30" y="164"/>
                  </a:lnTo>
                  <a:lnTo>
                    <a:pt x="30" y="164"/>
                  </a:lnTo>
                  <a:lnTo>
                    <a:pt x="30" y="164"/>
                  </a:lnTo>
                  <a:lnTo>
                    <a:pt x="26" y="168"/>
                  </a:lnTo>
                  <a:lnTo>
                    <a:pt x="26" y="168"/>
                  </a:lnTo>
                  <a:lnTo>
                    <a:pt x="26" y="168"/>
                  </a:lnTo>
                  <a:lnTo>
                    <a:pt x="26" y="168"/>
                  </a:lnTo>
                  <a:lnTo>
                    <a:pt x="22" y="168"/>
                  </a:lnTo>
                  <a:lnTo>
                    <a:pt x="22" y="168"/>
                  </a:lnTo>
                  <a:lnTo>
                    <a:pt x="22" y="168"/>
                  </a:lnTo>
                  <a:lnTo>
                    <a:pt x="22" y="168"/>
                  </a:lnTo>
                  <a:lnTo>
                    <a:pt x="18" y="168"/>
                  </a:lnTo>
                  <a:lnTo>
                    <a:pt x="18" y="172"/>
                  </a:lnTo>
                  <a:lnTo>
                    <a:pt x="18" y="172"/>
                  </a:lnTo>
                  <a:lnTo>
                    <a:pt x="18" y="172"/>
                  </a:lnTo>
                  <a:lnTo>
                    <a:pt x="10" y="160"/>
                  </a:lnTo>
                  <a:lnTo>
                    <a:pt x="10" y="156"/>
                  </a:lnTo>
                  <a:lnTo>
                    <a:pt x="0" y="130"/>
                  </a:lnTo>
                  <a:lnTo>
                    <a:pt x="44" y="112"/>
                  </a:lnTo>
                  <a:lnTo>
                    <a:pt x="48" y="90"/>
                  </a:lnTo>
                  <a:lnTo>
                    <a:pt x="48" y="90"/>
                  </a:lnTo>
                  <a:lnTo>
                    <a:pt x="48" y="90"/>
                  </a:lnTo>
                  <a:close/>
                  <a:moveTo>
                    <a:pt x="96" y="108"/>
                  </a:moveTo>
                  <a:lnTo>
                    <a:pt x="96" y="108"/>
                  </a:lnTo>
                  <a:lnTo>
                    <a:pt x="96" y="108"/>
                  </a:lnTo>
                  <a:lnTo>
                    <a:pt x="96" y="108"/>
                  </a:lnTo>
                  <a:lnTo>
                    <a:pt x="96" y="108"/>
                  </a:lnTo>
                  <a:lnTo>
                    <a:pt x="96" y="104"/>
                  </a:lnTo>
                  <a:lnTo>
                    <a:pt x="96" y="104"/>
                  </a:lnTo>
                  <a:lnTo>
                    <a:pt x="96" y="104"/>
                  </a:lnTo>
                  <a:lnTo>
                    <a:pt x="96" y="104"/>
                  </a:lnTo>
                  <a:lnTo>
                    <a:pt x="96" y="104"/>
                  </a:lnTo>
                  <a:lnTo>
                    <a:pt x="96" y="104"/>
                  </a:lnTo>
                  <a:lnTo>
                    <a:pt x="96" y="104"/>
                  </a:lnTo>
                  <a:lnTo>
                    <a:pt x="96" y="104"/>
                  </a:lnTo>
                  <a:lnTo>
                    <a:pt x="96" y="104"/>
                  </a:lnTo>
                  <a:lnTo>
                    <a:pt x="96" y="104"/>
                  </a:lnTo>
                  <a:lnTo>
                    <a:pt x="96" y="102"/>
                  </a:lnTo>
                  <a:lnTo>
                    <a:pt x="96" y="102"/>
                  </a:lnTo>
                  <a:lnTo>
                    <a:pt x="100" y="102"/>
                  </a:lnTo>
                  <a:lnTo>
                    <a:pt x="100" y="102"/>
                  </a:lnTo>
                  <a:lnTo>
                    <a:pt x="100" y="104"/>
                  </a:lnTo>
                  <a:lnTo>
                    <a:pt x="100" y="104"/>
                  </a:lnTo>
                  <a:lnTo>
                    <a:pt x="100" y="104"/>
                  </a:lnTo>
                  <a:lnTo>
                    <a:pt x="100" y="104"/>
                  </a:lnTo>
                  <a:lnTo>
                    <a:pt x="96" y="104"/>
                  </a:lnTo>
                  <a:lnTo>
                    <a:pt x="96" y="104"/>
                  </a:lnTo>
                  <a:lnTo>
                    <a:pt x="96" y="104"/>
                  </a:lnTo>
                  <a:lnTo>
                    <a:pt x="96" y="104"/>
                  </a:lnTo>
                  <a:lnTo>
                    <a:pt x="96" y="104"/>
                  </a:lnTo>
                  <a:lnTo>
                    <a:pt x="96" y="104"/>
                  </a:lnTo>
                  <a:lnTo>
                    <a:pt x="96" y="104"/>
                  </a:lnTo>
                  <a:lnTo>
                    <a:pt x="96" y="108"/>
                  </a:lnTo>
                  <a:lnTo>
                    <a:pt x="96" y="108"/>
                  </a:lnTo>
                  <a:lnTo>
                    <a:pt x="96" y="108"/>
                  </a:lnTo>
                  <a:lnTo>
                    <a:pt x="96" y="108"/>
                  </a:lnTo>
                  <a:lnTo>
                    <a:pt x="96" y="108"/>
                  </a:lnTo>
                  <a:lnTo>
                    <a:pt x="96" y="108"/>
                  </a:lnTo>
                  <a:lnTo>
                    <a:pt x="96" y="1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5" name="Freeform 46"/>
            <p:cNvSpPr>
              <a:spLocks noChangeAspect="1"/>
            </p:cNvSpPr>
            <p:nvPr/>
          </p:nvSpPr>
          <p:spPr bwMode="gray">
            <a:xfrm>
              <a:off x="6295712" y="3382228"/>
              <a:ext cx="410466" cy="420901"/>
            </a:xfrm>
            <a:custGeom>
              <a:avLst/>
              <a:gdLst>
                <a:gd name="T0" fmla="*/ 54 w 236"/>
                <a:gd name="T1" fmla="*/ 138 h 242"/>
                <a:gd name="T2" fmla="*/ 76 w 236"/>
                <a:gd name="T3" fmla="*/ 134 h 242"/>
                <a:gd name="T4" fmla="*/ 80 w 236"/>
                <a:gd name="T5" fmla="*/ 120 h 242"/>
                <a:gd name="T6" fmla="*/ 86 w 236"/>
                <a:gd name="T7" fmla="*/ 108 h 242"/>
                <a:gd name="T8" fmla="*/ 98 w 236"/>
                <a:gd name="T9" fmla="*/ 100 h 242"/>
                <a:gd name="T10" fmla="*/ 116 w 236"/>
                <a:gd name="T11" fmla="*/ 100 h 242"/>
                <a:gd name="T12" fmla="*/ 120 w 236"/>
                <a:gd name="T13" fmla="*/ 82 h 242"/>
                <a:gd name="T14" fmla="*/ 128 w 236"/>
                <a:gd name="T15" fmla="*/ 74 h 242"/>
                <a:gd name="T16" fmla="*/ 132 w 236"/>
                <a:gd name="T17" fmla="*/ 60 h 242"/>
                <a:gd name="T18" fmla="*/ 142 w 236"/>
                <a:gd name="T19" fmla="*/ 56 h 242"/>
                <a:gd name="T20" fmla="*/ 146 w 236"/>
                <a:gd name="T21" fmla="*/ 44 h 242"/>
                <a:gd name="T22" fmla="*/ 154 w 236"/>
                <a:gd name="T23" fmla="*/ 26 h 242"/>
                <a:gd name="T24" fmla="*/ 146 w 236"/>
                <a:gd name="T25" fmla="*/ 14 h 242"/>
                <a:gd name="T26" fmla="*/ 166 w 236"/>
                <a:gd name="T27" fmla="*/ 4 h 242"/>
                <a:gd name="T28" fmla="*/ 188 w 236"/>
                <a:gd name="T29" fmla="*/ 4 h 242"/>
                <a:gd name="T30" fmla="*/ 206 w 236"/>
                <a:gd name="T31" fmla="*/ 4 h 242"/>
                <a:gd name="T32" fmla="*/ 212 w 236"/>
                <a:gd name="T33" fmla="*/ 14 h 242"/>
                <a:gd name="T34" fmla="*/ 224 w 236"/>
                <a:gd name="T35" fmla="*/ 22 h 242"/>
                <a:gd name="T36" fmla="*/ 236 w 236"/>
                <a:gd name="T37" fmla="*/ 34 h 242"/>
                <a:gd name="T38" fmla="*/ 228 w 236"/>
                <a:gd name="T39" fmla="*/ 36 h 242"/>
                <a:gd name="T40" fmla="*/ 216 w 236"/>
                <a:gd name="T41" fmla="*/ 44 h 242"/>
                <a:gd name="T42" fmla="*/ 196 w 236"/>
                <a:gd name="T43" fmla="*/ 44 h 242"/>
                <a:gd name="T44" fmla="*/ 188 w 236"/>
                <a:gd name="T45" fmla="*/ 48 h 242"/>
                <a:gd name="T46" fmla="*/ 188 w 236"/>
                <a:gd name="T47" fmla="*/ 60 h 242"/>
                <a:gd name="T48" fmla="*/ 192 w 236"/>
                <a:gd name="T49" fmla="*/ 78 h 242"/>
                <a:gd name="T50" fmla="*/ 206 w 236"/>
                <a:gd name="T51" fmla="*/ 90 h 242"/>
                <a:gd name="T52" fmla="*/ 196 w 236"/>
                <a:gd name="T53" fmla="*/ 100 h 242"/>
                <a:gd name="T54" fmla="*/ 196 w 236"/>
                <a:gd name="T55" fmla="*/ 112 h 242"/>
                <a:gd name="T56" fmla="*/ 188 w 236"/>
                <a:gd name="T57" fmla="*/ 126 h 242"/>
                <a:gd name="T58" fmla="*/ 172 w 236"/>
                <a:gd name="T59" fmla="*/ 148 h 242"/>
                <a:gd name="T60" fmla="*/ 162 w 236"/>
                <a:gd name="T61" fmla="*/ 160 h 242"/>
                <a:gd name="T62" fmla="*/ 146 w 236"/>
                <a:gd name="T63" fmla="*/ 172 h 242"/>
                <a:gd name="T64" fmla="*/ 136 w 236"/>
                <a:gd name="T65" fmla="*/ 168 h 242"/>
                <a:gd name="T66" fmla="*/ 124 w 236"/>
                <a:gd name="T67" fmla="*/ 178 h 242"/>
                <a:gd name="T68" fmla="*/ 132 w 236"/>
                <a:gd name="T69" fmla="*/ 194 h 242"/>
                <a:gd name="T70" fmla="*/ 138 w 236"/>
                <a:gd name="T71" fmla="*/ 212 h 242"/>
                <a:gd name="T72" fmla="*/ 142 w 236"/>
                <a:gd name="T73" fmla="*/ 228 h 242"/>
                <a:gd name="T74" fmla="*/ 138 w 236"/>
                <a:gd name="T75" fmla="*/ 232 h 242"/>
                <a:gd name="T76" fmla="*/ 120 w 236"/>
                <a:gd name="T77" fmla="*/ 234 h 242"/>
                <a:gd name="T78" fmla="*/ 110 w 236"/>
                <a:gd name="T79" fmla="*/ 238 h 242"/>
                <a:gd name="T80" fmla="*/ 102 w 236"/>
                <a:gd name="T81" fmla="*/ 238 h 242"/>
                <a:gd name="T82" fmla="*/ 90 w 236"/>
                <a:gd name="T83" fmla="*/ 234 h 242"/>
                <a:gd name="T84" fmla="*/ 82 w 236"/>
                <a:gd name="T85" fmla="*/ 220 h 242"/>
                <a:gd name="T86" fmla="*/ 80 w 236"/>
                <a:gd name="T87" fmla="*/ 208 h 242"/>
                <a:gd name="T88" fmla="*/ 60 w 236"/>
                <a:gd name="T89" fmla="*/ 212 h 242"/>
                <a:gd name="T90" fmla="*/ 50 w 236"/>
                <a:gd name="T91" fmla="*/ 216 h 242"/>
                <a:gd name="T92" fmla="*/ 38 w 236"/>
                <a:gd name="T93" fmla="*/ 216 h 242"/>
                <a:gd name="T94" fmla="*/ 16 w 236"/>
                <a:gd name="T95" fmla="*/ 220 h 242"/>
                <a:gd name="T96" fmla="*/ 16 w 236"/>
                <a:gd name="T97" fmla="*/ 204 h 242"/>
                <a:gd name="T98" fmla="*/ 20 w 236"/>
                <a:gd name="T99" fmla="*/ 194 h 242"/>
                <a:gd name="T100" fmla="*/ 34 w 236"/>
                <a:gd name="T101" fmla="*/ 186 h 242"/>
                <a:gd name="T102" fmla="*/ 26 w 236"/>
                <a:gd name="T103" fmla="*/ 172 h 242"/>
                <a:gd name="T104" fmla="*/ 16 w 236"/>
                <a:gd name="T105" fmla="*/ 156 h 242"/>
                <a:gd name="T106" fmla="*/ 0 w 236"/>
                <a:gd name="T107" fmla="*/ 134 h 242"/>
                <a:gd name="T108" fmla="*/ 34 w 236"/>
                <a:gd name="T109" fmla="*/ 138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36" h="242">
                  <a:moveTo>
                    <a:pt x="34" y="138"/>
                  </a:moveTo>
                  <a:lnTo>
                    <a:pt x="38" y="138"/>
                  </a:lnTo>
                  <a:lnTo>
                    <a:pt x="42" y="138"/>
                  </a:lnTo>
                  <a:lnTo>
                    <a:pt x="46" y="142"/>
                  </a:lnTo>
                  <a:lnTo>
                    <a:pt x="50" y="138"/>
                  </a:lnTo>
                  <a:lnTo>
                    <a:pt x="54" y="138"/>
                  </a:lnTo>
                  <a:lnTo>
                    <a:pt x="56" y="138"/>
                  </a:lnTo>
                  <a:lnTo>
                    <a:pt x="60" y="138"/>
                  </a:lnTo>
                  <a:lnTo>
                    <a:pt x="64" y="138"/>
                  </a:lnTo>
                  <a:lnTo>
                    <a:pt x="68" y="134"/>
                  </a:lnTo>
                  <a:lnTo>
                    <a:pt x="72" y="134"/>
                  </a:lnTo>
                  <a:lnTo>
                    <a:pt x="76" y="134"/>
                  </a:lnTo>
                  <a:lnTo>
                    <a:pt x="80" y="130"/>
                  </a:lnTo>
                  <a:lnTo>
                    <a:pt x="76" y="130"/>
                  </a:lnTo>
                  <a:lnTo>
                    <a:pt x="76" y="126"/>
                  </a:lnTo>
                  <a:lnTo>
                    <a:pt x="80" y="126"/>
                  </a:lnTo>
                  <a:lnTo>
                    <a:pt x="80" y="122"/>
                  </a:lnTo>
                  <a:lnTo>
                    <a:pt x="80" y="120"/>
                  </a:lnTo>
                  <a:lnTo>
                    <a:pt x="80" y="112"/>
                  </a:lnTo>
                  <a:lnTo>
                    <a:pt x="82" y="112"/>
                  </a:lnTo>
                  <a:lnTo>
                    <a:pt x="82" y="108"/>
                  </a:lnTo>
                  <a:lnTo>
                    <a:pt x="86" y="108"/>
                  </a:lnTo>
                  <a:lnTo>
                    <a:pt x="86" y="104"/>
                  </a:lnTo>
                  <a:lnTo>
                    <a:pt x="86" y="108"/>
                  </a:lnTo>
                  <a:lnTo>
                    <a:pt x="90" y="108"/>
                  </a:lnTo>
                  <a:lnTo>
                    <a:pt x="94" y="108"/>
                  </a:lnTo>
                  <a:lnTo>
                    <a:pt x="98" y="108"/>
                  </a:lnTo>
                  <a:lnTo>
                    <a:pt x="98" y="104"/>
                  </a:lnTo>
                  <a:lnTo>
                    <a:pt x="94" y="100"/>
                  </a:lnTo>
                  <a:lnTo>
                    <a:pt x="98" y="100"/>
                  </a:lnTo>
                  <a:lnTo>
                    <a:pt x="102" y="100"/>
                  </a:lnTo>
                  <a:lnTo>
                    <a:pt x="106" y="96"/>
                  </a:lnTo>
                  <a:lnTo>
                    <a:pt x="110" y="96"/>
                  </a:lnTo>
                  <a:lnTo>
                    <a:pt x="112" y="96"/>
                  </a:lnTo>
                  <a:lnTo>
                    <a:pt x="112" y="100"/>
                  </a:lnTo>
                  <a:lnTo>
                    <a:pt x="116" y="100"/>
                  </a:lnTo>
                  <a:lnTo>
                    <a:pt x="116" y="96"/>
                  </a:lnTo>
                  <a:lnTo>
                    <a:pt x="120" y="96"/>
                  </a:lnTo>
                  <a:lnTo>
                    <a:pt x="120" y="92"/>
                  </a:lnTo>
                  <a:lnTo>
                    <a:pt x="120" y="90"/>
                  </a:lnTo>
                  <a:lnTo>
                    <a:pt x="120" y="86"/>
                  </a:lnTo>
                  <a:lnTo>
                    <a:pt x="120" y="82"/>
                  </a:lnTo>
                  <a:lnTo>
                    <a:pt x="124" y="82"/>
                  </a:lnTo>
                  <a:lnTo>
                    <a:pt x="124" y="78"/>
                  </a:lnTo>
                  <a:lnTo>
                    <a:pt x="120" y="78"/>
                  </a:lnTo>
                  <a:lnTo>
                    <a:pt x="124" y="78"/>
                  </a:lnTo>
                  <a:lnTo>
                    <a:pt x="124" y="74"/>
                  </a:lnTo>
                  <a:lnTo>
                    <a:pt x="128" y="74"/>
                  </a:lnTo>
                  <a:lnTo>
                    <a:pt x="132" y="70"/>
                  </a:lnTo>
                  <a:lnTo>
                    <a:pt x="136" y="70"/>
                  </a:lnTo>
                  <a:lnTo>
                    <a:pt x="136" y="66"/>
                  </a:lnTo>
                  <a:lnTo>
                    <a:pt x="132" y="66"/>
                  </a:lnTo>
                  <a:lnTo>
                    <a:pt x="132" y="62"/>
                  </a:lnTo>
                  <a:lnTo>
                    <a:pt x="132" y="60"/>
                  </a:lnTo>
                  <a:lnTo>
                    <a:pt x="128" y="60"/>
                  </a:lnTo>
                  <a:lnTo>
                    <a:pt x="128" y="56"/>
                  </a:lnTo>
                  <a:lnTo>
                    <a:pt x="132" y="56"/>
                  </a:lnTo>
                  <a:lnTo>
                    <a:pt x="136" y="56"/>
                  </a:lnTo>
                  <a:lnTo>
                    <a:pt x="138" y="56"/>
                  </a:lnTo>
                  <a:lnTo>
                    <a:pt x="142" y="56"/>
                  </a:lnTo>
                  <a:lnTo>
                    <a:pt x="146" y="56"/>
                  </a:lnTo>
                  <a:lnTo>
                    <a:pt x="146" y="52"/>
                  </a:lnTo>
                  <a:lnTo>
                    <a:pt x="146" y="48"/>
                  </a:lnTo>
                  <a:lnTo>
                    <a:pt x="142" y="48"/>
                  </a:lnTo>
                  <a:lnTo>
                    <a:pt x="142" y="44"/>
                  </a:lnTo>
                  <a:lnTo>
                    <a:pt x="146" y="44"/>
                  </a:lnTo>
                  <a:lnTo>
                    <a:pt x="146" y="40"/>
                  </a:lnTo>
                  <a:lnTo>
                    <a:pt x="150" y="40"/>
                  </a:lnTo>
                  <a:lnTo>
                    <a:pt x="150" y="36"/>
                  </a:lnTo>
                  <a:lnTo>
                    <a:pt x="154" y="34"/>
                  </a:lnTo>
                  <a:lnTo>
                    <a:pt x="154" y="30"/>
                  </a:lnTo>
                  <a:lnTo>
                    <a:pt x="154" y="26"/>
                  </a:lnTo>
                  <a:lnTo>
                    <a:pt x="150" y="26"/>
                  </a:lnTo>
                  <a:lnTo>
                    <a:pt x="154" y="22"/>
                  </a:lnTo>
                  <a:lnTo>
                    <a:pt x="150" y="22"/>
                  </a:lnTo>
                  <a:lnTo>
                    <a:pt x="150" y="18"/>
                  </a:lnTo>
                  <a:lnTo>
                    <a:pt x="146" y="18"/>
                  </a:lnTo>
                  <a:lnTo>
                    <a:pt x="146" y="14"/>
                  </a:lnTo>
                  <a:lnTo>
                    <a:pt x="150" y="14"/>
                  </a:lnTo>
                  <a:lnTo>
                    <a:pt x="154" y="10"/>
                  </a:lnTo>
                  <a:lnTo>
                    <a:pt x="158" y="6"/>
                  </a:lnTo>
                  <a:lnTo>
                    <a:pt x="162" y="6"/>
                  </a:lnTo>
                  <a:lnTo>
                    <a:pt x="162" y="4"/>
                  </a:lnTo>
                  <a:lnTo>
                    <a:pt x="166" y="4"/>
                  </a:lnTo>
                  <a:lnTo>
                    <a:pt x="168" y="4"/>
                  </a:lnTo>
                  <a:lnTo>
                    <a:pt x="172" y="4"/>
                  </a:lnTo>
                  <a:lnTo>
                    <a:pt x="176" y="0"/>
                  </a:lnTo>
                  <a:lnTo>
                    <a:pt x="180" y="0"/>
                  </a:lnTo>
                  <a:lnTo>
                    <a:pt x="184" y="0"/>
                  </a:lnTo>
                  <a:lnTo>
                    <a:pt x="188" y="4"/>
                  </a:lnTo>
                  <a:lnTo>
                    <a:pt x="192" y="0"/>
                  </a:lnTo>
                  <a:lnTo>
                    <a:pt x="196" y="0"/>
                  </a:lnTo>
                  <a:lnTo>
                    <a:pt x="198" y="0"/>
                  </a:lnTo>
                  <a:lnTo>
                    <a:pt x="202" y="0"/>
                  </a:lnTo>
                  <a:lnTo>
                    <a:pt x="206" y="6"/>
                  </a:lnTo>
                  <a:lnTo>
                    <a:pt x="206" y="4"/>
                  </a:lnTo>
                  <a:lnTo>
                    <a:pt x="208" y="8"/>
                  </a:lnTo>
                  <a:lnTo>
                    <a:pt x="210" y="10"/>
                  </a:lnTo>
                  <a:lnTo>
                    <a:pt x="212" y="10"/>
                  </a:lnTo>
                  <a:lnTo>
                    <a:pt x="212" y="10"/>
                  </a:lnTo>
                  <a:lnTo>
                    <a:pt x="216" y="14"/>
                  </a:lnTo>
                  <a:lnTo>
                    <a:pt x="212" y="14"/>
                  </a:lnTo>
                  <a:lnTo>
                    <a:pt x="212" y="18"/>
                  </a:lnTo>
                  <a:lnTo>
                    <a:pt x="216" y="18"/>
                  </a:lnTo>
                  <a:lnTo>
                    <a:pt x="216" y="22"/>
                  </a:lnTo>
                  <a:lnTo>
                    <a:pt x="220" y="22"/>
                  </a:lnTo>
                  <a:lnTo>
                    <a:pt x="222" y="22"/>
                  </a:lnTo>
                  <a:lnTo>
                    <a:pt x="224" y="22"/>
                  </a:lnTo>
                  <a:lnTo>
                    <a:pt x="224" y="26"/>
                  </a:lnTo>
                  <a:lnTo>
                    <a:pt x="228" y="26"/>
                  </a:lnTo>
                  <a:lnTo>
                    <a:pt x="232" y="26"/>
                  </a:lnTo>
                  <a:lnTo>
                    <a:pt x="232" y="32"/>
                  </a:lnTo>
                  <a:lnTo>
                    <a:pt x="236" y="34"/>
                  </a:lnTo>
                  <a:lnTo>
                    <a:pt x="236" y="34"/>
                  </a:lnTo>
                  <a:lnTo>
                    <a:pt x="232" y="32"/>
                  </a:lnTo>
                  <a:lnTo>
                    <a:pt x="236" y="34"/>
                  </a:lnTo>
                  <a:lnTo>
                    <a:pt x="236" y="34"/>
                  </a:lnTo>
                  <a:lnTo>
                    <a:pt x="232" y="34"/>
                  </a:lnTo>
                  <a:lnTo>
                    <a:pt x="228" y="34"/>
                  </a:lnTo>
                  <a:lnTo>
                    <a:pt x="228" y="36"/>
                  </a:lnTo>
                  <a:lnTo>
                    <a:pt x="228" y="40"/>
                  </a:lnTo>
                  <a:lnTo>
                    <a:pt x="228" y="44"/>
                  </a:lnTo>
                  <a:lnTo>
                    <a:pt x="224" y="44"/>
                  </a:lnTo>
                  <a:lnTo>
                    <a:pt x="224" y="40"/>
                  </a:lnTo>
                  <a:lnTo>
                    <a:pt x="220" y="40"/>
                  </a:lnTo>
                  <a:lnTo>
                    <a:pt x="216" y="44"/>
                  </a:lnTo>
                  <a:lnTo>
                    <a:pt x="212" y="44"/>
                  </a:lnTo>
                  <a:lnTo>
                    <a:pt x="210" y="48"/>
                  </a:lnTo>
                  <a:lnTo>
                    <a:pt x="210" y="44"/>
                  </a:lnTo>
                  <a:lnTo>
                    <a:pt x="206" y="44"/>
                  </a:lnTo>
                  <a:lnTo>
                    <a:pt x="202" y="44"/>
                  </a:lnTo>
                  <a:lnTo>
                    <a:pt x="196" y="44"/>
                  </a:lnTo>
                  <a:lnTo>
                    <a:pt x="196" y="40"/>
                  </a:lnTo>
                  <a:lnTo>
                    <a:pt x="192" y="40"/>
                  </a:lnTo>
                  <a:lnTo>
                    <a:pt x="188" y="44"/>
                  </a:lnTo>
                  <a:lnTo>
                    <a:pt x="184" y="44"/>
                  </a:lnTo>
                  <a:lnTo>
                    <a:pt x="184" y="48"/>
                  </a:lnTo>
                  <a:lnTo>
                    <a:pt x="188" y="48"/>
                  </a:lnTo>
                  <a:lnTo>
                    <a:pt x="188" y="52"/>
                  </a:lnTo>
                  <a:lnTo>
                    <a:pt x="184" y="56"/>
                  </a:lnTo>
                  <a:lnTo>
                    <a:pt x="188" y="56"/>
                  </a:lnTo>
                  <a:lnTo>
                    <a:pt x="192" y="56"/>
                  </a:lnTo>
                  <a:lnTo>
                    <a:pt x="192" y="60"/>
                  </a:lnTo>
                  <a:lnTo>
                    <a:pt x="188" y="60"/>
                  </a:lnTo>
                  <a:lnTo>
                    <a:pt x="188" y="62"/>
                  </a:lnTo>
                  <a:lnTo>
                    <a:pt x="192" y="62"/>
                  </a:lnTo>
                  <a:lnTo>
                    <a:pt x="188" y="66"/>
                  </a:lnTo>
                  <a:lnTo>
                    <a:pt x="188" y="70"/>
                  </a:lnTo>
                  <a:lnTo>
                    <a:pt x="192" y="74"/>
                  </a:lnTo>
                  <a:lnTo>
                    <a:pt x="192" y="78"/>
                  </a:lnTo>
                  <a:lnTo>
                    <a:pt x="196" y="78"/>
                  </a:lnTo>
                  <a:lnTo>
                    <a:pt x="196" y="82"/>
                  </a:lnTo>
                  <a:lnTo>
                    <a:pt x="198" y="86"/>
                  </a:lnTo>
                  <a:lnTo>
                    <a:pt x="202" y="86"/>
                  </a:lnTo>
                  <a:lnTo>
                    <a:pt x="206" y="86"/>
                  </a:lnTo>
                  <a:lnTo>
                    <a:pt x="206" y="90"/>
                  </a:lnTo>
                  <a:lnTo>
                    <a:pt x="206" y="92"/>
                  </a:lnTo>
                  <a:lnTo>
                    <a:pt x="202" y="92"/>
                  </a:lnTo>
                  <a:lnTo>
                    <a:pt x="198" y="92"/>
                  </a:lnTo>
                  <a:lnTo>
                    <a:pt x="196" y="92"/>
                  </a:lnTo>
                  <a:lnTo>
                    <a:pt x="196" y="96"/>
                  </a:lnTo>
                  <a:lnTo>
                    <a:pt x="196" y="100"/>
                  </a:lnTo>
                  <a:lnTo>
                    <a:pt x="196" y="104"/>
                  </a:lnTo>
                  <a:lnTo>
                    <a:pt x="196" y="108"/>
                  </a:lnTo>
                  <a:lnTo>
                    <a:pt x="196" y="112"/>
                  </a:lnTo>
                  <a:lnTo>
                    <a:pt x="196" y="108"/>
                  </a:lnTo>
                  <a:lnTo>
                    <a:pt x="198" y="108"/>
                  </a:lnTo>
                  <a:lnTo>
                    <a:pt x="196" y="112"/>
                  </a:lnTo>
                  <a:lnTo>
                    <a:pt x="192" y="112"/>
                  </a:lnTo>
                  <a:lnTo>
                    <a:pt x="192" y="116"/>
                  </a:lnTo>
                  <a:lnTo>
                    <a:pt x="188" y="120"/>
                  </a:lnTo>
                  <a:lnTo>
                    <a:pt x="184" y="122"/>
                  </a:lnTo>
                  <a:lnTo>
                    <a:pt x="188" y="122"/>
                  </a:lnTo>
                  <a:lnTo>
                    <a:pt x="188" y="126"/>
                  </a:lnTo>
                  <a:lnTo>
                    <a:pt x="184" y="130"/>
                  </a:lnTo>
                  <a:lnTo>
                    <a:pt x="180" y="130"/>
                  </a:lnTo>
                  <a:lnTo>
                    <a:pt x="176" y="134"/>
                  </a:lnTo>
                  <a:lnTo>
                    <a:pt x="176" y="138"/>
                  </a:lnTo>
                  <a:lnTo>
                    <a:pt x="172" y="146"/>
                  </a:lnTo>
                  <a:lnTo>
                    <a:pt x="172" y="148"/>
                  </a:lnTo>
                  <a:lnTo>
                    <a:pt x="168" y="148"/>
                  </a:lnTo>
                  <a:lnTo>
                    <a:pt x="166" y="148"/>
                  </a:lnTo>
                  <a:lnTo>
                    <a:pt x="166" y="152"/>
                  </a:lnTo>
                  <a:lnTo>
                    <a:pt x="162" y="152"/>
                  </a:lnTo>
                  <a:lnTo>
                    <a:pt x="162" y="156"/>
                  </a:lnTo>
                  <a:lnTo>
                    <a:pt x="162" y="160"/>
                  </a:lnTo>
                  <a:lnTo>
                    <a:pt x="158" y="164"/>
                  </a:lnTo>
                  <a:lnTo>
                    <a:pt x="158" y="168"/>
                  </a:lnTo>
                  <a:lnTo>
                    <a:pt x="154" y="168"/>
                  </a:lnTo>
                  <a:lnTo>
                    <a:pt x="150" y="168"/>
                  </a:lnTo>
                  <a:lnTo>
                    <a:pt x="146" y="168"/>
                  </a:lnTo>
                  <a:lnTo>
                    <a:pt x="146" y="172"/>
                  </a:lnTo>
                  <a:lnTo>
                    <a:pt x="142" y="172"/>
                  </a:lnTo>
                  <a:lnTo>
                    <a:pt x="138" y="172"/>
                  </a:lnTo>
                  <a:lnTo>
                    <a:pt x="138" y="168"/>
                  </a:lnTo>
                  <a:lnTo>
                    <a:pt x="138" y="164"/>
                  </a:lnTo>
                  <a:lnTo>
                    <a:pt x="136" y="164"/>
                  </a:lnTo>
                  <a:lnTo>
                    <a:pt x="136" y="168"/>
                  </a:lnTo>
                  <a:lnTo>
                    <a:pt x="132" y="168"/>
                  </a:lnTo>
                  <a:lnTo>
                    <a:pt x="132" y="172"/>
                  </a:lnTo>
                  <a:lnTo>
                    <a:pt x="132" y="176"/>
                  </a:lnTo>
                  <a:lnTo>
                    <a:pt x="128" y="176"/>
                  </a:lnTo>
                  <a:lnTo>
                    <a:pt x="128" y="178"/>
                  </a:lnTo>
                  <a:lnTo>
                    <a:pt x="124" y="178"/>
                  </a:lnTo>
                  <a:lnTo>
                    <a:pt x="124" y="182"/>
                  </a:lnTo>
                  <a:lnTo>
                    <a:pt x="124" y="186"/>
                  </a:lnTo>
                  <a:lnTo>
                    <a:pt x="124" y="190"/>
                  </a:lnTo>
                  <a:lnTo>
                    <a:pt x="128" y="190"/>
                  </a:lnTo>
                  <a:lnTo>
                    <a:pt x="132" y="190"/>
                  </a:lnTo>
                  <a:lnTo>
                    <a:pt x="132" y="194"/>
                  </a:lnTo>
                  <a:lnTo>
                    <a:pt x="132" y="198"/>
                  </a:lnTo>
                  <a:lnTo>
                    <a:pt x="132" y="202"/>
                  </a:lnTo>
                  <a:lnTo>
                    <a:pt x="132" y="204"/>
                  </a:lnTo>
                  <a:lnTo>
                    <a:pt x="136" y="208"/>
                  </a:lnTo>
                  <a:lnTo>
                    <a:pt x="138" y="208"/>
                  </a:lnTo>
                  <a:lnTo>
                    <a:pt x="138" y="212"/>
                  </a:lnTo>
                  <a:lnTo>
                    <a:pt x="138" y="216"/>
                  </a:lnTo>
                  <a:lnTo>
                    <a:pt x="142" y="216"/>
                  </a:lnTo>
                  <a:lnTo>
                    <a:pt x="142" y="220"/>
                  </a:lnTo>
                  <a:lnTo>
                    <a:pt x="142" y="224"/>
                  </a:lnTo>
                  <a:lnTo>
                    <a:pt x="146" y="228"/>
                  </a:lnTo>
                  <a:lnTo>
                    <a:pt x="142" y="228"/>
                  </a:lnTo>
                  <a:lnTo>
                    <a:pt x="142" y="232"/>
                  </a:lnTo>
                  <a:lnTo>
                    <a:pt x="146" y="232"/>
                  </a:lnTo>
                  <a:lnTo>
                    <a:pt x="142" y="232"/>
                  </a:lnTo>
                  <a:lnTo>
                    <a:pt x="142" y="234"/>
                  </a:lnTo>
                  <a:lnTo>
                    <a:pt x="138" y="234"/>
                  </a:lnTo>
                  <a:lnTo>
                    <a:pt x="138" y="232"/>
                  </a:lnTo>
                  <a:lnTo>
                    <a:pt x="136" y="232"/>
                  </a:lnTo>
                  <a:lnTo>
                    <a:pt x="132" y="232"/>
                  </a:lnTo>
                  <a:lnTo>
                    <a:pt x="132" y="234"/>
                  </a:lnTo>
                  <a:lnTo>
                    <a:pt x="128" y="234"/>
                  </a:lnTo>
                  <a:lnTo>
                    <a:pt x="124" y="234"/>
                  </a:lnTo>
                  <a:lnTo>
                    <a:pt x="120" y="234"/>
                  </a:lnTo>
                  <a:lnTo>
                    <a:pt x="116" y="234"/>
                  </a:lnTo>
                  <a:lnTo>
                    <a:pt x="116" y="232"/>
                  </a:lnTo>
                  <a:lnTo>
                    <a:pt x="112" y="232"/>
                  </a:lnTo>
                  <a:lnTo>
                    <a:pt x="112" y="234"/>
                  </a:lnTo>
                  <a:lnTo>
                    <a:pt x="112" y="238"/>
                  </a:lnTo>
                  <a:lnTo>
                    <a:pt x="110" y="238"/>
                  </a:lnTo>
                  <a:lnTo>
                    <a:pt x="106" y="238"/>
                  </a:lnTo>
                  <a:lnTo>
                    <a:pt x="106" y="242"/>
                  </a:lnTo>
                  <a:lnTo>
                    <a:pt x="106" y="238"/>
                  </a:lnTo>
                  <a:lnTo>
                    <a:pt x="106" y="242"/>
                  </a:lnTo>
                  <a:lnTo>
                    <a:pt x="102" y="242"/>
                  </a:lnTo>
                  <a:lnTo>
                    <a:pt x="102" y="238"/>
                  </a:lnTo>
                  <a:lnTo>
                    <a:pt x="102" y="242"/>
                  </a:lnTo>
                  <a:lnTo>
                    <a:pt x="102" y="238"/>
                  </a:lnTo>
                  <a:lnTo>
                    <a:pt x="98" y="242"/>
                  </a:lnTo>
                  <a:lnTo>
                    <a:pt x="94" y="242"/>
                  </a:lnTo>
                  <a:lnTo>
                    <a:pt x="94" y="238"/>
                  </a:lnTo>
                  <a:lnTo>
                    <a:pt x="90" y="234"/>
                  </a:lnTo>
                  <a:lnTo>
                    <a:pt x="90" y="232"/>
                  </a:lnTo>
                  <a:lnTo>
                    <a:pt x="90" y="228"/>
                  </a:lnTo>
                  <a:lnTo>
                    <a:pt x="90" y="224"/>
                  </a:lnTo>
                  <a:lnTo>
                    <a:pt x="86" y="224"/>
                  </a:lnTo>
                  <a:lnTo>
                    <a:pt x="82" y="224"/>
                  </a:lnTo>
                  <a:lnTo>
                    <a:pt x="82" y="220"/>
                  </a:lnTo>
                  <a:lnTo>
                    <a:pt x="82" y="216"/>
                  </a:lnTo>
                  <a:lnTo>
                    <a:pt x="82" y="212"/>
                  </a:lnTo>
                  <a:lnTo>
                    <a:pt x="80" y="208"/>
                  </a:lnTo>
                  <a:lnTo>
                    <a:pt x="76" y="208"/>
                  </a:lnTo>
                  <a:lnTo>
                    <a:pt x="76" y="212"/>
                  </a:lnTo>
                  <a:lnTo>
                    <a:pt x="80" y="208"/>
                  </a:lnTo>
                  <a:lnTo>
                    <a:pt x="80" y="212"/>
                  </a:lnTo>
                  <a:lnTo>
                    <a:pt x="76" y="212"/>
                  </a:lnTo>
                  <a:lnTo>
                    <a:pt x="72" y="212"/>
                  </a:lnTo>
                  <a:lnTo>
                    <a:pt x="68" y="212"/>
                  </a:lnTo>
                  <a:lnTo>
                    <a:pt x="64" y="212"/>
                  </a:lnTo>
                  <a:lnTo>
                    <a:pt x="60" y="212"/>
                  </a:lnTo>
                  <a:lnTo>
                    <a:pt x="60" y="216"/>
                  </a:lnTo>
                  <a:lnTo>
                    <a:pt x="56" y="216"/>
                  </a:lnTo>
                  <a:lnTo>
                    <a:pt x="54" y="216"/>
                  </a:lnTo>
                  <a:lnTo>
                    <a:pt x="56" y="216"/>
                  </a:lnTo>
                  <a:lnTo>
                    <a:pt x="54" y="216"/>
                  </a:lnTo>
                  <a:lnTo>
                    <a:pt x="50" y="216"/>
                  </a:lnTo>
                  <a:lnTo>
                    <a:pt x="46" y="216"/>
                  </a:lnTo>
                  <a:lnTo>
                    <a:pt x="46" y="212"/>
                  </a:lnTo>
                  <a:lnTo>
                    <a:pt x="46" y="216"/>
                  </a:lnTo>
                  <a:lnTo>
                    <a:pt x="42" y="212"/>
                  </a:lnTo>
                  <a:lnTo>
                    <a:pt x="38" y="212"/>
                  </a:lnTo>
                  <a:lnTo>
                    <a:pt x="38" y="216"/>
                  </a:lnTo>
                  <a:lnTo>
                    <a:pt x="34" y="216"/>
                  </a:lnTo>
                  <a:lnTo>
                    <a:pt x="30" y="216"/>
                  </a:lnTo>
                  <a:lnTo>
                    <a:pt x="26" y="216"/>
                  </a:lnTo>
                  <a:lnTo>
                    <a:pt x="24" y="216"/>
                  </a:lnTo>
                  <a:lnTo>
                    <a:pt x="20" y="216"/>
                  </a:lnTo>
                  <a:lnTo>
                    <a:pt x="16" y="220"/>
                  </a:lnTo>
                  <a:lnTo>
                    <a:pt x="12" y="220"/>
                  </a:lnTo>
                  <a:lnTo>
                    <a:pt x="12" y="216"/>
                  </a:lnTo>
                  <a:lnTo>
                    <a:pt x="12" y="212"/>
                  </a:lnTo>
                  <a:lnTo>
                    <a:pt x="12" y="208"/>
                  </a:lnTo>
                  <a:lnTo>
                    <a:pt x="12" y="204"/>
                  </a:lnTo>
                  <a:lnTo>
                    <a:pt x="16" y="204"/>
                  </a:lnTo>
                  <a:lnTo>
                    <a:pt x="16" y="202"/>
                  </a:lnTo>
                  <a:lnTo>
                    <a:pt x="16" y="198"/>
                  </a:lnTo>
                  <a:lnTo>
                    <a:pt x="20" y="198"/>
                  </a:lnTo>
                  <a:lnTo>
                    <a:pt x="20" y="194"/>
                  </a:lnTo>
                  <a:lnTo>
                    <a:pt x="20" y="198"/>
                  </a:lnTo>
                  <a:lnTo>
                    <a:pt x="20" y="194"/>
                  </a:lnTo>
                  <a:lnTo>
                    <a:pt x="24" y="194"/>
                  </a:lnTo>
                  <a:lnTo>
                    <a:pt x="26" y="194"/>
                  </a:lnTo>
                  <a:lnTo>
                    <a:pt x="26" y="190"/>
                  </a:lnTo>
                  <a:lnTo>
                    <a:pt x="30" y="190"/>
                  </a:lnTo>
                  <a:lnTo>
                    <a:pt x="34" y="190"/>
                  </a:lnTo>
                  <a:lnTo>
                    <a:pt x="34" y="186"/>
                  </a:lnTo>
                  <a:lnTo>
                    <a:pt x="34" y="182"/>
                  </a:lnTo>
                  <a:lnTo>
                    <a:pt x="34" y="178"/>
                  </a:lnTo>
                  <a:lnTo>
                    <a:pt x="30" y="178"/>
                  </a:lnTo>
                  <a:lnTo>
                    <a:pt x="26" y="178"/>
                  </a:lnTo>
                  <a:lnTo>
                    <a:pt x="26" y="176"/>
                  </a:lnTo>
                  <a:lnTo>
                    <a:pt x="26" y="172"/>
                  </a:lnTo>
                  <a:lnTo>
                    <a:pt x="26" y="168"/>
                  </a:lnTo>
                  <a:lnTo>
                    <a:pt x="26" y="164"/>
                  </a:lnTo>
                  <a:lnTo>
                    <a:pt x="26" y="160"/>
                  </a:lnTo>
                  <a:lnTo>
                    <a:pt x="24" y="160"/>
                  </a:lnTo>
                  <a:lnTo>
                    <a:pt x="20" y="156"/>
                  </a:lnTo>
                  <a:lnTo>
                    <a:pt x="16" y="156"/>
                  </a:lnTo>
                  <a:lnTo>
                    <a:pt x="12" y="152"/>
                  </a:lnTo>
                  <a:lnTo>
                    <a:pt x="12" y="148"/>
                  </a:lnTo>
                  <a:lnTo>
                    <a:pt x="8" y="146"/>
                  </a:lnTo>
                  <a:lnTo>
                    <a:pt x="8" y="142"/>
                  </a:lnTo>
                  <a:lnTo>
                    <a:pt x="4" y="134"/>
                  </a:lnTo>
                  <a:lnTo>
                    <a:pt x="0" y="134"/>
                  </a:lnTo>
                  <a:lnTo>
                    <a:pt x="4" y="134"/>
                  </a:lnTo>
                  <a:lnTo>
                    <a:pt x="12" y="138"/>
                  </a:lnTo>
                  <a:lnTo>
                    <a:pt x="16" y="138"/>
                  </a:lnTo>
                  <a:lnTo>
                    <a:pt x="20" y="138"/>
                  </a:lnTo>
                  <a:lnTo>
                    <a:pt x="24" y="142"/>
                  </a:lnTo>
                  <a:lnTo>
                    <a:pt x="34" y="138"/>
                  </a:lnTo>
                  <a:lnTo>
                    <a:pt x="34" y="138"/>
                  </a:lnTo>
                  <a:lnTo>
                    <a:pt x="34" y="1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6" name="Freeform 47"/>
            <p:cNvSpPr>
              <a:spLocks noChangeAspect="1" noEditPoints="1"/>
            </p:cNvSpPr>
            <p:nvPr/>
          </p:nvSpPr>
          <p:spPr bwMode="gray">
            <a:xfrm>
              <a:off x="7547982" y="4011841"/>
              <a:ext cx="24350" cy="17393"/>
            </a:xfrm>
            <a:custGeom>
              <a:avLst/>
              <a:gdLst>
                <a:gd name="T0" fmla="*/ 8 w 14"/>
                <a:gd name="T1" fmla="*/ 0 h 10"/>
                <a:gd name="T2" fmla="*/ 8 w 14"/>
                <a:gd name="T3" fmla="*/ 0 h 10"/>
                <a:gd name="T4" fmla="*/ 8 w 14"/>
                <a:gd name="T5" fmla="*/ 0 h 10"/>
                <a:gd name="T6" fmla="*/ 8 w 14"/>
                <a:gd name="T7" fmla="*/ 0 h 10"/>
                <a:gd name="T8" fmla="*/ 8 w 14"/>
                <a:gd name="T9" fmla="*/ 0 h 10"/>
                <a:gd name="T10" fmla="*/ 8 w 14"/>
                <a:gd name="T11" fmla="*/ 0 h 10"/>
                <a:gd name="T12" fmla="*/ 8 w 14"/>
                <a:gd name="T13" fmla="*/ 0 h 10"/>
                <a:gd name="T14" fmla="*/ 8 w 14"/>
                <a:gd name="T15" fmla="*/ 0 h 10"/>
                <a:gd name="T16" fmla="*/ 8 w 14"/>
                <a:gd name="T17" fmla="*/ 0 h 10"/>
                <a:gd name="T18" fmla="*/ 8 w 14"/>
                <a:gd name="T19" fmla="*/ 0 h 10"/>
                <a:gd name="T20" fmla="*/ 14 w 14"/>
                <a:gd name="T21" fmla="*/ 6 h 10"/>
                <a:gd name="T22" fmla="*/ 14 w 14"/>
                <a:gd name="T23" fmla="*/ 6 h 10"/>
                <a:gd name="T24" fmla="*/ 14 w 14"/>
                <a:gd name="T25" fmla="*/ 6 h 10"/>
                <a:gd name="T26" fmla="*/ 14 w 14"/>
                <a:gd name="T27" fmla="*/ 6 h 10"/>
                <a:gd name="T28" fmla="*/ 14 w 14"/>
                <a:gd name="T29" fmla="*/ 6 h 10"/>
                <a:gd name="T30" fmla="*/ 14 w 14"/>
                <a:gd name="T31" fmla="*/ 6 h 10"/>
                <a:gd name="T32" fmla="*/ 14 w 14"/>
                <a:gd name="T33" fmla="*/ 6 h 10"/>
                <a:gd name="T34" fmla="*/ 0 w 14"/>
                <a:gd name="T35" fmla="*/ 10 h 10"/>
                <a:gd name="T36" fmla="*/ 0 w 14"/>
                <a:gd name="T37" fmla="*/ 10 h 10"/>
                <a:gd name="T38" fmla="*/ 0 w 14"/>
                <a:gd name="T39" fmla="*/ 10 h 10"/>
                <a:gd name="T40" fmla="*/ 0 w 14"/>
                <a:gd name="T41" fmla="*/ 10 h 10"/>
                <a:gd name="T42" fmla="*/ 0 w 14"/>
                <a:gd name="T43" fmla="*/ 10 h 10"/>
                <a:gd name="T44" fmla="*/ 0 w 14"/>
                <a:gd name="T45"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 h="10">
                  <a:moveTo>
                    <a:pt x="8" y="0"/>
                  </a:moveTo>
                  <a:lnTo>
                    <a:pt x="8" y="0"/>
                  </a:lnTo>
                  <a:lnTo>
                    <a:pt x="8" y="0"/>
                  </a:lnTo>
                  <a:lnTo>
                    <a:pt x="8" y="0"/>
                  </a:lnTo>
                  <a:lnTo>
                    <a:pt x="8" y="0"/>
                  </a:lnTo>
                  <a:lnTo>
                    <a:pt x="8" y="0"/>
                  </a:lnTo>
                  <a:lnTo>
                    <a:pt x="8" y="0"/>
                  </a:lnTo>
                  <a:lnTo>
                    <a:pt x="8" y="0"/>
                  </a:lnTo>
                  <a:lnTo>
                    <a:pt x="8" y="0"/>
                  </a:lnTo>
                  <a:lnTo>
                    <a:pt x="8" y="0"/>
                  </a:lnTo>
                  <a:close/>
                  <a:moveTo>
                    <a:pt x="14" y="6"/>
                  </a:moveTo>
                  <a:lnTo>
                    <a:pt x="14" y="6"/>
                  </a:lnTo>
                  <a:lnTo>
                    <a:pt x="14" y="6"/>
                  </a:lnTo>
                  <a:lnTo>
                    <a:pt x="14" y="6"/>
                  </a:lnTo>
                  <a:lnTo>
                    <a:pt x="14" y="6"/>
                  </a:lnTo>
                  <a:lnTo>
                    <a:pt x="14" y="6"/>
                  </a:lnTo>
                  <a:lnTo>
                    <a:pt x="14" y="6"/>
                  </a:lnTo>
                  <a:close/>
                  <a:moveTo>
                    <a:pt x="0" y="10"/>
                  </a:moveTo>
                  <a:lnTo>
                    <a:pt x="0" y="10"/>
                  </a:lnTo>
                  <a:lnTo>
                    <a:pt x="0" y="10"/>
                  </a:lnTo>
                  <a:lnTo>
                    <a:pt x="0" y="10"/>
                  </a:lnTo>
                  <a:lnTo>
                    <a:pt x="0" y="10"/>
                  </a:lnTo>
                  <a:lnTo>
                    <a:pt x="0"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7" name="Freeform 49"/>
            <p:cNvSpPr>
              <a:spLocks noChangeAspect="1"/>
            </p:cNvSpPr>
            <p:nvPr/>
          </p:nvSpPr>
          <p:spPr bwMode="gray">
            <a:xfrm>
              <a:off x="6052215" y="3733559"/>
              <a:ext cx="17393" cy="45221"/>
            </a:xfrm>
            <a:custGeom>
              <a:avLst/>
              <a:gdLst>
                <a:gd name="T0" fmla="*/ 6 w 10"/>
                <a:gd name="T1" fmla="*/ 26 h 26"/>
                <a:gd name="T2" fmla="*/ 6 w 10"/>
                <a:gd name="T3" fmla="*/ 26 h 26"/>
                <a:gd name="T4" fmla="*/ 6 w 10"/>
                <a:gd name="T5" fmla="*/ 26 h 26"/>
                <a:gd name="T6" fmla="*/ 6 w 10"/>
                <a:gd name="T7" fmla="*/ 26 h 26"/>
                <a:gd name="T8" fmla="*/ 4 w 10"/>
                <a:gd name="T9" fmla="*/ 26 h 26"/>
                <a:gd name="T10" fmla="*/ 4 w 10"/>
                <a:gd name="T11" fmla="*/ 26 h 26"/>
                <a:gd name="T12" fmla="*/ 0 w 10"/>
                <a:gd name="T13" fmla="*/ 26 h 26"/>
                <a:gd name="T14" fmla="*/ 0 w 10"/>
                <a:gd name="T15" fmla="*/ 22 h 26"/>
                <a:gd name="T16" fmla="*/ 0 w 10"/>
                <a:gd name="T17" fmla="*/ 22 h 26"/>
                <a:gd name="T18" fmla="*/ 0 w 10"/>
                <a:gd name="T19" fmla="*/ 22 h 26"/>
                <a:gd name="T20" fmla="*/ 0 w 10"/>
                <a:gd name="T21" fmla="*/ 18 h 26"/>
                <a:gd name="T22" fmla="*/ 0 w 10"/>
                <a:gd name="T23" fmla="*/ 14 h 26"/>
                <a:gd name="T24" fmla="*/ 0 w 10"/>
                <a:gd name="T25" fmla="*/ 10 h 26"/>
                <a:gd name="T26" fmla="*/ 0 w 10"/>
                <a:gd name="T27" fmla="*/ 10 h 26"/>
                <a:gd name="T28" fmla="*/ 0 w 10"/>
                <a:gd name="T29" fmla="*/ 10 h 26"/>
                <a:gd name="T30" fmla="*/ 0 w 10"/>
                <a:gd name="T31" fmla="*/ 10 h 26"/>
                <a:gd name="T32" fmla="*/ 0 w 10"/>
                <a:gd name="T33" fmla="*/ 6 h 26"/>
                <a:gd name="T34" fmla="*/ 0 w 10"/>
                <a:gd name="T35" fmla="*/ 6 h 26"/>
                <a:gd name="T36" fmla="*/ 0 w 10"/>
                <a:gd name="T37" fmla="*/ 6 h 26"/>
                <a:gd name="T38" fmla="*/ 0 w 10"/>
                <a:gd name="T39" fmla="*/ 6 h 26"/>
                <a:gd name="T40" fmla="*/ 0 w 10"/>
                <a:gd name="T41" fmla="*/ 6 h 26"/>
                <a:gd name="T42" fmla="*/ 0 w 10"/>
                <a:gd name="T43" fmla="*/ 2 h 26"/>
                <a:gd name="T44" fmla="*/ 0 w 10"/>
                <a:gd name="T45" fmla="*/ 2 h 26"/>
                <a:gd name="T46" fmla="*/ 0 w 10"/>
                <a:gd name="T47" fmla="*/ 2 h 26"/>
                <a:gd name="T48" fmla="*/ 0 w 10"/>
                <a:gd name="T49" fmla="*/ 2 h 26"/>
                <a:gd name="T50" fmla="*/ 4 w 10"/>
                <a:gd name="T51" fmla="*/ 0 h 26"/>
                <a:gd name="T52" fmla="*/ 4 w 10"/>
                <a:gd name="T53" fmla="*/ 0 h 26"/>
                <a:gd name="T54" fmla="*/ 6 w 10"/>
                <a:gd name="T55" fmla="*/ 0 h 26"/>
                <a:gd name="T56" fmla="*/ 6 w 10"/>
                <a:gd name="T57" fmla="*/ 0 h 26"/>
                <a:gd name="T58" fmla="*/ 6 w 10"/>
                <a:gd name="T59" fmla="*/ 2 h 26"/>
                <a:gd name="T60" fmla="*/ 6 w 10"/>
                <a:gd name="T61" fmla="*/ 2 h 26"/>
                <a:gd name="T62" fmla="*/ 10 w 10"/>
                <a:gd name="T63" fmla="*/ 2 h 26"/>
                <a:gd name="T64" fmla="*/ 10 w 10"/>
                <a:gd name="T65" fmla="*/ 6 h 26"/>
                <a:gd name="T66" fmla="*/ 10 w 10"/>
                <a:gd name="T67" fmla="*/ 6 h 26"/>
                <a:gd name="T68" fmla="*/ 6 w 10"/>
                <a:gd name="T69" fmla="*/ 6 h 26"/>
                <a:gd name="T70" fmla="*/ 6 w 10"/>
                <a:gd name="T71" fmla="*/ 10 h 26"/>
                <a:gd name="T72" fmla="*/ 6 w 10"/>
                <a:gd name="T73" fmla="*/ 10 h 26"/>
                <a:gd name="T74" fmla="*/ 10 w 10"/>
                <a:gd name="T75" fmla="*/ 10 h 26"/>
                <a:gd name="T76" fmla="*/ 6 w 10"/>
                <a:gd name="T77" fmla="*/ 14 h 26"/>
                <a:gd name="T78" fmla="*/ 10 w 10"/>
                <a:gd name="T79" fmla="*/ 14 h 26"/>
                <a:gd name="T80" fmla="*/ 10 w 10"/>
                <a:gd name="T81" fmla="*/ 14 h 26"/>
                <a:gd name="T82" fmla="*/ 10 w 10"/>
                <a:gd name="T83" fmla="*/ 14 h 26"/>
                <a:gd name="T84" fmla="*/ 10 w 10"/>
                <a:gd name="T85" fmla="*/ 22 h 26"/>
                <a:gd name="T86" fmla="*/ 6 w 10"/>
                <a:gd name="T87" fmla="*/ 22 h 26"/>
                <a:gd name="T88" fmla="*/ 6 w 10"/>
                <a:gd name="T89" fmla="*/ 22 h 26"/>
                <a:gd name="T90" fmla="*/ 6 w 10"/>
                <a:gd name="T91" fmla="*/ 22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0" h="26">
                  <a:moveTo>
                    <a:pt x="6" y="22"/>
                  </a:moveTo>
                  <a:lnTo>
                    <a:pt x="6" y="26"/>
                  </a:lnTo>
                  <a:lnTo>
                    <a:pt x="6" y="26"/>
                  </a:lnTo>
                  <a:lnTo>
                    <a:pt x="6" y="26"/>
                  </a:lnTo>
                  <a:lnTo>
                    <a:pt x="6" y="26"/>
                  </a:lnTo>
                  <a:lnTo>
                    <a:pt x="6" y="26"/>
                  </a:lnTo>
                  <a:lnTo>
                    <a:pt x="6" y="26"/>
                  </a:lnTo>
                  <a:lnTo>
                    <a:pt x="6" y="26"/>
                  </a:lnTo>
                  <a:lnTo>
                    <a:pt x="4" y="26"/>
                  </a:lnTo>
                  <a:lnTo>
                    <a:pt x="4" y="26"/>
                  </a:lnTo>
                  <a:lnTo>
                    <a:pt x="4" y="26"/>
                  </a:lnTo>
                  <a:lnTo>
                    <a:pt x="4" y="26"/>
                  </a:lnTo>
                  <a:lnTo>
                    <a:pt x="4" y="26"/>
                  </a:lnTo>
                  <a:lnTo>
                    <a:pt x="0" y="26"/>
                  </a:lnTo>
                  <a:lnTo>
                    <a:pt x="0" y="26"/>
                  </a:lnTo>
                  <a:lnTo>
                    <a:pt x="0" y="22"/>
                  </a:lnTo>
                  <a:lnTo>
                    <a:pt x="0" y="22"/>
                  </a:lnTo>
                  <a:lnTo>
                    <a:pt x="0" y="22"/>
                  </a:lnTo>
                  <a:lnTo>
                    <a:pt x="0" y="22"/>
                  </a:lnTo>
                  <a:lnTo>
                    <a:pt x="0" y="22"/>
                  </a:lnTo>
                  <a:lnTo>
                    <a:pt x="0" y="18"/>
                  </a:lnTo>
                  <a:lnTo>
                    <a:pt x="0" y="18"/>
                  </a:lnTo>
                  <a:lnTo>
                    <a:pt x="0" y="14"/>
                  </a:lnTo>
                  <a:lnTo>
                    <a:pt x="0" y="14"/>
                  </a:lnTo>
                  <a:lnTo>
                    <a:pt x="0" y="14"/>
                  </a:lnTo>
                  <a:lnTo>
                    <a:pt x="0" y="10"/>
                  </a:lnTo>
                  <a:lnTo>
                    <a:pt x="0" y="10"/>
                  </a:lnTo>
                  <a:lnTo>
                    <a:pt x="0" y="10"/>
                  </a:lnTo>
                  <a:lnTo>
                    <a:pt x="0" y="10"/>
                  </a:lnTo>
                  <a:lnTo>
                    <a:pt x="0" y="10"/>
                  </a:lnTo>
                  <a:lnTo>
                    <a:pt x="0" y="10"/>
                  </a:lnTo>
                  <a:lnTo>
                    <a:pt x="0" y="10"/>
                  </a:lnTo>
                  <a:lnTo>
                    <a:pt x="0" y="6"/>
                  </a:lnTo>
                  <a:lnTo>
                    <a:pt x="0" y="6"/>
                  </a:lnTo>
                  <a:lnTo>
                    <a:pt x="0" y="6"/>
                  </a:lnTo>
                  <a:lnTo>
                    <a:pt x="0" y="6"/>
                  </a:lnTo>
                  <a:lnTo>
                    <a:pt x="0" y="6"/>
                  </a:lnTo>
                  <a:lnTo>
                    <a:pt x="0" y="6"/>
                  </a:lnTo>
                  <a:lnTo>
                    <a:pt x="0" y="6"/>
                  </a:lnTo>
                  <a:lnTo>
                    <a:pt x="0" y="6"/>
                  </a:lnTo>
                  <a:lnTo>
                    <a:pt x="0" y="6"/>
                  </a:lnTo>
                  <a:lnTo>
                    <a:pt x="0" y="6"/>
                  </a:lnTo>
                  <a:lnTo>
                    <a:pt x="0" y="2"/>
                  </a:lnTo>
                  <a:lnTo>
                    <a:pt x="0" y="2"/>
                  </a:lnTo>
                  <a:lnTo>
                    <a:pt x="0" y="2"/>
                  </a:lnTo>
                  <a:lnTo>
                    <a:pt x="0" y="2"/>
                  </a:lnTo>
                  <a:lnTo>
                    <a:pt x="0" y="2"/>
                  </a:lnTo>
                  <a:lnTo>
                    <a:pt x="0" y="2"/>
                  </a:lnTo>
                  <a:lnTo>
                    <a:pt x="0" y="2"/>
                  </a:lnTo>
                  <a:lnTo>
                    <a:pt x="0" y="2"/>
                  </a:lnTo>
                  <a:lnTo>
                    <a:pt x="4" y="0"/>
                  </a:lnTo>
                  <a:lnTo>
                    <a:pt x="4" y="0"/>
                  </a:lnTo>
                  <a:lnTo>
                    <a:pt x="4" y="0"/>
                  </a:lnTo>
                  <a:lnTo>
                    <a:pt x="4" y="0"/>
                  </a:lnTo>
                  <a:lnTo>
                    <a:pt x="6" y="0"/>
                  </a:lnTo>
                  <a:lnTo>
                    <a:pt x="6" y="0"/>
                  </a:lnTo>
                  <a:lnTo>
                    <a:pt x="6" y="0"/>
                  </a:lnTo>
                  <a:lnTo>
                    <a:pt x="6" y="0"/>
                  </a:lnTo>
                  <a:lnTo>
                    <a:pt x="6" y="0"/>
                  </a:lnTo>
                  <a:lnTo>
                    <a:pt x="6" y="2"/>
                  </a:lnTo>
                  <a:lnTo>
                    <a:pt x="6" y="2"/>
                  </a:lnTo>
                  <a:lnTo>
                    <a:pt x="6" y="2"/>
                  </a:lnTo>
                  <a:lnTo>
                    <a:pt x="10" y="2"/>
                  </a:lnTo>
                  <a:lnTo>
                    <a:pt x="10" y="2"/>
                  </a:lnTo>
                  <a:lnTo>
                    <a:pt x="10" y="2"/>
                  </a:lnTo>
                  <a:lnTo>
                    <a:pt x="10" y="6"/>
                  </a:lnTo>
                  <a:lnTo>
                    <a:pt x="10" y="6"/>
                  </a:lnTo>
                  <a:lnTo>
                    <a:pt x="10" y="6"/>
                  </a:lnTo>
                  <a:lnTo>
                    <a:pt x="6" y="6"/>
                  </a:lnTo>
                  <a:lnTo>
                    <a:pt x="6" y="6"/>
                  </a:lnTo>
                  <a:lnTo>
                    <a:pt x="6" y="6"/>
                  </a:lnTo>
                  <a:lnTo>
                    <a:pt x="6" y="10"/>
                  </a:lnTo>
                  <a:lnTo>
                    <a:pt x="6" y="10"/>
                  </a:lnTo>
                  <a:lnTo>
                    <a:pt x="6" y="10"/>
                  </a:lnTo>
                  <a:lnTo>
                    <a:pt x="10" y="10"/>
                  </a:lnTo>
                  <a:lnTo>
                    <a:pt x="10" y="10"/>
                  </a:lnTo>
                  <a:lnTo>
                    <a:pt x="6" y="14"/>
                  </a:lnTo>
                  <a:lnTo>
                    <a:pt x="6" y="14"/>
                  </a:lnTo>
                  <a:lnTo>
                    <a:pt x="10" y="14"/>
                  </a:lnTo>
                  <a:lnTo>
                    <a:pt x="10" y="14"/>
                  </a:lnTo>
                  <a:lnTo>
                    <a:pt x="10" y="14"/>
                  </a:lnTo>
                  <a:lnTo>
                    <a:pt x="10" y="14"/>
                  </a:lnTo>
                  <a:lnTo>
                    <a:pt x="10" y="14"/>
                  </a:lnTo>
                  <a:lnTo>
                    <a:pt x="10" y="14"/>
                  </a:lnTo>
                  <a:lnTo>
                    <a:pt x="10" y="18"/>
                  </a:lnTo>
                  <a:lnTo>
                    <a:pt x="10" y="22"/>
                  </a:lnTo>
                  <a:lnTo>
                    <a:pt x="10" y="22"/>
                  </a:lnTo>
                  <a:lnTo>
                    <a:pt x="6" y="22"/>
                  </a:lnTo>
                  <a:lnTo>
                    <a:pt x="6" y="22"/>
                  </a:lnTo>
                  <a:lnTo>
                    <a:pt x="6" y="22"/>
                  </a:lnTo>
                  <a:lnTo>
                    <a:pt x="6" y="22"/>
                  </a:lnTo>
                  <a:lnTo>
                    <a:pt x="6"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8" name="Freeform 50"/>
            <p:cNvSpPr>
              <a:spLocks noChangeAspect="1" noEditPoints="1"/>
            </p:cNvSpPr>
            <p:nvPr/>
          </p:nvSpPr>
          <p:spPr bwMode="gray">
            <a:xfrm>
              <a:off x="5648706" y="3538762"/>
              <a:ext cx="518301" cy="490470"/>
            </a:xfrm>
            <a:custGeom>
              <a:avLst/>
              <a:gdLst>
                <a:gd name="T0" fmla="*/ 232 w 298"/>
                <a:gd name="T1" fmla="*/ 240 h 282"/>
                <a:gd name="T2" fmla="*/ 186 w 298"/>
                <a:gd name="T3" fmla="*/ 264 h 282"/>
                <a:gd name="T4" fmla="*/ 172 w 298"/>
                <a:gd name="T5" fmla="*/ 268 h 282"/>
                <a:gd name="T6" fmla="*/ 142 w 298"/>
                <a:gd name="T7" fmla="*/ 264 h 282"/>
                <a:gd name="T8" fmla="*/ 130 w 298"/>
                <a:gd name="T9" fmla="*/ 264 h 282"/>
                <a:gd name="T10" fmla="*/ 122 w 298"/>
                <a:gd name="T11" fmla="*/ 270 h 282"/>
                <a:gd name="T12" fmla="*/ 120 w 298"/>
                <a:gd name="T13" fmla="*/ 282 h 282"/>
                <a:gd name="T14" fmla="*/ 112 w 298"/>
                <a:gd name="T15" fmla="*/ 274 h 282"/>
                <a:gd name="T16" fmla="*/ 112 w 298"/>
                <a:gd name="T17" fmla="*/ 268 h 282"/>
                <a:gd name="T18" fmla="*/ 104 w 298"/>
                <a:gd name="T19" fmla="*/ 256 h 282"/>
                <a:gd name="T20" fmla="*/ 96 w 298"/>
                <a:gd name="T21" fmla="*/ 248 h 282"/>
                <a:gd name="T22" fmla="*/ 96 w 298"/>
                <a:gd name="T23" fmla="*/ 238 h 282"/>
                <a:gd name="T24" fmla="*/ 90 w 298"/>
                <a:gd name="T25" fmla="*/ 226 h 282"/>
                <a:gd name="T26" fmla="*/ 82 w 298"/>
                <a:gd name="T27" fmla="*/ 218 h 282"/>
                <a:gd name="T28" fmla="*/ 74 w 298"/>
                <a:gd name="T29" fmla="*/ 212 h 282"/>
                <a:gd name="T30" fmla="*/ 66 w 298"/>
                <a:gd name="T31" fmla="*/ 204 h 282"/>
                <a:gd name="T32" fmla="*/ 64 w 298"/>
                <a:gd name="T33" fmla="*/ 190 h 282"/>
                <a:gd name="T34" fmla="*/ 64 w 298"/>
                <a:gd name="T35" fmla="*/ 174 h 282"/>
                <a:gd name="T36" fmla="*/ 64 w 298"/>
                <a:gd name="T37" fmla="*/ 168 h 282"/>
                <a:gd name="T38" fmla="*/ 56 w 298"/>
                <a:gd name="T39" fmla="*/ 152 h 282"/>
                <a:gd name="T40" fmla="*/ 44 w 298"/>
                <a:gd name="T41" fmla="*/ 142 h 282"/>
                <a:gd name="T42" fmla="*/ 40 w 298"/>
                <a:gd name="T43" fmla="*/ 138 h 282"/>
                <a:gd name="T44" fmla="*/ 36 w 298"/>
                <a:gd name="T45" fmla="*/ 126 h 282"/>
                <a:gd name="T46" fmla="*/ 34 w 298"/>
                <a:gd name="T47" fmla="*/ 118 h 282"/>
                <a:gd name="T48" fmla="*/ 26 w 298"/>
                <a:gd name="T49" fmla="*/ 112 h 282"/>
                <a:gd name="T50" fmla="*/ 22 w 298"/>
                <a:gd name="T51" fmla="*/ 96 h 282"/>
                <a:gd name="T52" fmla="*/ 14 w 298"/>
                <a:gd name="T53" fmla="*/ 90 h 282"/>
                <a:gd name="T54" fmla="*/ 10 w 298"/>
                <a:gd name="T55" fmla="*/ 78 h 282"/>
                <a:gd name="T56" fmla="*/ 4 w 298"/>
                <a:gd name="T57" fmla="*/ 70 h 282"/>
                <a:gd name="T58" fmla="*/ 4 w 298"/>
                <a:gd name="T59" fmla="*/ 56 h 282"/>
                <a:gd name="T60" fmla="*/ 22 w 298"/>
                <a:gd name="T61" fmla="*/ 56 h 282"/>
                <a:gd name="T62" fmla="*/ 36 w 298"/>
                <a:gd name="T63" fmla="*/ 40 h 282"/>
                <a:gd name="T64" fmla="*/ 44 w 298"/>
                <a:gd name="T65" fmla="*/ 22 h 282"/>
                <a:gd name="T66" fmla="*/ 36 w 298"/>
                <a:gd name="T67" fmla="*/ 10 h 282"/>
                <a:gd name="T68" fmla="*/ 56 w 298"/>
                <a:gd name="T69" fmla="*/ 8 h 282"/>
                <a:gd name="T70" fmla="*/ 78 w 298"/>
                <a:gd name="T71" fmla="*/ 4 h 282"/>
                <a:gd name="T72" fmla="*/ 120 w 298"/>
                <a:gd name="T73" fmla="*/ 30 h 282"/>
                <a:gd name="T74" fmla="*/ 164 w 298"/>
                <a:gd name="T75" fmla="*/ 56 h 282"/>
                <a:gd name="T76" fmla="*/ 182 w 298"/>
                <a:gd name="T77" fmla="*/ 60 h 282"/>
                <a:gd name="T78" fmla="*/ 198 w 298"/>
                <a:gd name="T79" fmla="*/ 66 h 282"/>
                <a:gd name="T80" fmla="*/ 202 w 298"/>
                <a:gd name="T81" fmla="*/ 78 h 282"/>
                <a:gd name="T82" fmla="*/ 206 w 298"/>
                <a:gd name="T83" fmla="*/ 86 h 282"/>
                <a:gd name="T84" fmla="*/ 206 w 298"/>
                <a:gd name="T85" fmla="*/ 86 h 282"/>
                <a:gd name="T86" fmla="*/ 212 w 298"/>
                <a:gd name="T87" fmla="*/ 96 h 282"/>
                <a:gd name="T88" fmla="*/ 220 w 298"/>
                <a:gd name="T89" fmla="*/ 104 h 282"/>
                <a:gd name="T90" fmla="*/ 220 w 298"/>
                <a:gd name="T91" fmla="*/ 112 h 282"/>
                <a:gd name="T92" fmla="*/ 224 w 298"/>
                <a:gd name="T93" fmla="*/ 122 h 282"/>
                <a:gd name="T94" fmla="*/ 232 w 298"/>
                <a:gd name="T95" fmla="*/ 134 h 282"/>
                <a:gd name="T96" fmla="*/ 238 w 298"/>
                <a:gd name="T97" fmla="*/ 142 h 282"/>
                <a:gd name="T98" fmla="*/ 242 w 298"/>
                <a:gd name="T99" fmla="*/ 144 h 282"/>
                <a:gd name="T100" fmla="*/ 294 w 298"/>
                <a:gd name="T101" fmla="*/ 198 h 282"/>
                <a:gd name="T102" fmla="*/ 104 w 298"/>
                <a:gd name="T103" fmla="*/ 270 h 282"/>
                <a:gd name="T104" fmla="*/ 104 w 298"/>
                <a:gd name="T105" fmla="*/ 270 h 282"/>
                <a:gd name="T106" fmla="*/ 100 w 298"/>
                <a:gd name="T107" fmla="*/ 274 h 282"/>
                <a:gd name="T108" fmla="*/ 108 w 298"/>
                <a:gd name="T109" fmla="*/ 274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8" h="282">
                  <a:moveTo>
                    <a:pt x="290" y="218"/>
                  </a:moveTo>
                  <a:lnTo>
                    <a:pt x="246" y="238"/>
                  </a:lnTo>
                  <a:lnTo>
                    <a:pt x="236" y="238"/>
                  </a:lnTo>
                  <a:lnTo>
                    <a:pt x="232" y="240"/>
                  </a:lnTo>
                  <a:lnTo>
                    <a:pt x="206" y="240"/>
                  </a:lnTo>
                  <a:lnTo>
                    <a:pt x="194" y="252"/>
                  </a:lnTo>
                  <a:lnTo>
                    <a:pt x="190" y="260"/>
                  </a:lnTo>
                  <a:lnTo>
                    <a:pt x="186" y="264"/>
                  </a:lnTo>
                  <a:lnTo>
                    <a:pt x="182" y="270"/>
                  </a:lnTo>
                  <a:lnTo>
                    <a:pt x="180" y="270"/>
                  </a:lnTo>
                  <a:lnTo>
                    <a:pt x="176" y="270"/>
                  </a:lnTo>
                  <a:lnTo>
                    <a:pt x="172" y="268"/>
                  </a:lnTo>
                  <a:lnTo>
                    <a:pt x="168" y="268"/>
                  </a:lnTo>
                  <a:lnTo>
                    <a:pt x="164" y="268"/>
                  </a:lnTo>
                  <a:lnTo>
                    <a:pt x="152" y="264"/>
                  </a:lnTo>
                  <a:lnTo>
                    <a:pt x="142" y="264"/>
                  </a:lnTo>
                  <a:lnTo>
                    <a:pt x="138" y="264"/>
                  </a:lnTo>
                  <a:lnTo>
                    <a:pt x="134" y="264"/>
                  </a:lnTo>
                  <a:lnTo>
                    <a:pt x="134" y="268"/>
                  </a:lnTo>
                  <a:lnTo>
                    <a:pt x="130" y="264"/>
                  </a:lnTo>
                  <a:lnTo>
                    <a:pt x="126" y="264"/>
                  </a:lnTo>
                  <a:lnTo>
                    <a:pt x="122" y="264"/>
                  </a:lnTo>
                  <a:lnTo>
                    <a:pt x="122" y="268"/>
                  </a:lnTo>
                  <a:lnTo>
                    <a:pt x="122" y="270"/>
                  </a:lnTo>
                  <a:lnTo>
                    <a:pt x="122" y="274"/>
                  </a:lnTo>
                  <a:lnTo>
                    <a:pt x="122" y="278"/>
                  </a:lnTo>
                  <a:lnTo>
                    <a:pt x="120" y="278"/>
                  </a:lnTo>
                  <a:lnTo>
                    <a:pt x="120" y="282"/>
                  </a:lnTo>
                  <a:lnTo>
                    <a:pt x="116" y="282"/>
                  </a:lnTo>
                  <a:lnTo>
                    <a:pt x="116" y="278"/>
                  </a:lnTo>
                  <a:lnTo>
                    <a:pt x="116" y="274"/>
                  </a:lnTo>
                  <a:lnTo>
                    <a:pt x="112" y="274"/>
                  </a:lnTo>
                  <a:lnTo>
                    <a:pt x="112" y="270"/>
                  </a:lnTo>
                  <a:lnTo>
                    <a:pt x="112" y="268"/>
                  </a:lnTo>
                  <a:lnTo>
                    <a:pt x="112" y="270"/>
                  </a:lnTo>
                  <a:lnTo>
                    <a:pt x="112" y="268"/>
                  </a:lnTo>
                  <a:lnTo>
                    <a:pt x="112" y="264"/>
                  </a:lnTo>
                  <a:lnTo>
                    <a:pt x="108" y="264"/>
                  </a:lnTo>
                  <a:lnTo>
                    <a:pt x="108" y="260"/>
                  </a:lnTo>
                  <a:lnTo>
                    <a:pt x="104" y="256"/>
                  </a:lnTo>
                  <a:lnTo>
                    <a:pt x="100" y="256"/>
                  </a:lnTo>
                  <a:lnTo>
                    <a:pt x="100" y="252"/>
                  </a:lnTo>
                  <a:lnTo>
                    <a:pt x="100" y="248"/>
                  </a:lnTo>
                  <a:lnTo>
                    <a:pt x="96" y="248"/>
                  </a:lnTo>
                  <a:lnTo>
                    <a:pt x="96" y="244"/>
                  </a:lnTo>
                  <a:lnTo>
                    <a:pt x="96" y="240"/>
                  </a:lnTo>
                  <a:lnTo>
                    <a:pt x="92" y="240"/>
                  </a:lnTo>
                  <a:lnTo>
                    <a:pt x="96" y="238"/>
                  </a:lnTo>
                  <a:lnTo>
                    <a:pt x="92" y="238"/>
                  </a:lnTo>
                  <a:lnTo>
                    <a:pt x="92" y="234"/>
                  </a:lnTo>
                  <a:lnTo>
                    <a:pt x="90" y="230"/>
                  </a:lnTo>
                  <a:lnTo>
                    <a:pt x="90" y="226"/>
                  </a:lnTo>
                  <a:lnTo>
                    <a:pt x="90" y="222"/>
                  </a:lnTo>
                  <a:lnTo>
                    <a:pt x="86" y="222"/>
                  </a:lnTo>
                  <a:lnTo>
                    <a:pt x="86" y="218"/>
                  </a:lnTo>
                  <a:lnTo>
                    <a:pt x="82" y="218"/>
                  </a:lnTo>
                  <a:lnTo>
                    <a:pt x="82" y="214"/>
                  </a:lnTo>
                  <a:lnTo>
                    <a:pt x="78" y="214"/>
                  </a:lnTo>
                  <a:lnTo>
                    <a:pt x="74" y="214"/>
                  </a:lnTo>
                  <a:lnTo>
                    <a:pt x="74" y="212"/>
                  </a:lnTo>
                  <a:lnTo>
                    <a:pt x="70" y="212"/>
                  </a:lnTo>
                  <a:lnTo>
                    <a:pt x="70" y="208"/>
                  </a:lnTo>
                  <a:lnTo>
                    <a:pt x="70" y="204"/>
                  </a:lnTo>
                  <a:lnTo>
                    <a:pt x="66" y="204"/>
                  </a:lnTo>
                  <a:lnTo>
                    <a:pt x="66" y="200"/>
                  </a:lnTo>
                  <a:lnTo>
                    <a:pt x="64" y="198"/>
                  </a:lnTo>
                  <a:lnTo>
                    <a:pt x="66" y="194"/>
                  </a:lnTo>
                  <a:lnTo>
                    <a:pt x="64" y="190"/>
                  </a:lnTo>
                  <a:lnTo>
                    <a:pt x="64" y="186"/>
                  </a:lnTo>
                  <a:lnTo>
                    <a:pt x="64" y="182"/>
                  </a:lnTo>
                  <a:lnTo>
                    <a:pt x="64" y="178"/>
                  </a:lnTo>
                  <a:lnTo>
                    <a:pt x="64" y="174"/>
                  </a:lnTo>
                  <a:lnTo>
                    <a:pt x="64" y="172"/>
                  </a:lnTo>
                  <a:lnTo>
                    <a:pt x="64" y="168"/>
                  </a:lnTo>
                  <a:lnTo>
                    <a:pt x="60" y="168"/>
                  </a:lnTo>
                  <a:lnTo>
                    <a:pt x="64" y="168"/>
                  </a:lnTo>
                  <a:lnTo>
                    <a:pt x="60" y="164"/>
                  </a:lnTo>
                  <a:lnTo>
                    <a:pt x="60" y="160"/>
                  </a:lnTo>
                  <a:lnTo>
                    <a:pt x="56" y="156"/>
                  </a:lnTo>
                  <a:lnTo>
                    <a:pt x="56" y="152"/>
                  </a:lnTo>
                  <a:lnTo>
                    <a:pt x="52" y="148"/>
                  </a:lnTo>
                  <a:lnTo>
                    <a:pt x="48" y="144"/>
                  </a:lnTo>
                  <a:lnTo>
                    <a:pt x="44" y="144"/>
                  </a:lnTo>
                  <a:lnTo>
                    <a:pt x="44" y="142"/>
                  </a:lnTo>
                  <a:lnTo>
                    <a:pt x="44" y="144"/>
                  </a:lnTo>
                  <a:lnTo>
                    <a:pt x="40" y="144"/>
                  </a:lnTo>
                  <a:lnTo>
                    <a:pt x="40" y="142"/>
                  </a:lnTo>
                  <a:lnTo>
                    <a:pt x="40" y="138"/>
                  </a:lnTo>
                  <a:lnTo>
                    <a:pt x="36" y="138"/>
                  </a:lnTo>
                  <a:lnTo>
                    <a:pt x="36" y="134"/>
                  </a:lnTo>
                  <a:lnTo>
                    <a:pt x="36" y="130"/>
                  </a:lnTo>
                  <a:lnTo>
                    <a:pt x="36" y="126"/>
                  </a:lnTo>
                  <a:lnTo>
                    <a:pt x="36" y="122"/>
                  </a:lnTo>
                  <a:lnTo>
                    <a:pt x="34" y="118"/>
                  </a:lnTo>
                  <a:lnTo>
                    <a:pt x="34" y="116"/>
                  </a:lnTo>
                  <a:lnTo>
                    <a:pt x="34" y="118"/>
                  </a:lnTo>
                  <a:lnTo>
                    <a:pt x="30" y="118"/>
                  </a:lnTo>
                  <a:lnTo>
                    <a:pt x="30" y="116"/>
                  </a:lnTo>
                  <a:lnTo>
                    <a:pt x="30" y="112"/>
                  </a:lnTo>
                  <a:lnTo>
                    <a:pt x="26" y="112"/>
                  </a:lnTo>
                  <a:lnTo>
                    <a:pt x="26" y="108"/>
                  </a:lnTo>
                  <a:lnTo>
                    <a:pt x="26" y="104"/>
                  </a:lnTo>
                  <a:lnTo>
                    <a:pt x="22" y="100"/>
                  </a:lnTo>
                  <a:lnTo>
                    <a:pt x="22" y="96"/>
                  </a:lnTo>
                  <a:lnTo>
                    <a:pt x="18" y="96"/>
                  </a:lnTo>
                  <a:lnTo>
                    <a:pt x="18" y="92"/>
                  </a:lnTo>
                  <a:lnTo>
                    <a:pt x="18" y="90"/>
                  </a:lnTo>
                  <a:lnTo>
                    <a:pt x="14" y="90"/>
                  </a:lnTo>
                  <a:lnTo>
                    <a:pt x="14" y="86"/>
                  </a:lnTo>
                  <a:lnTo>
                    <a:pt x="14" y="82"/>
                  </a:lnTo>
                  <a:lnTo>
                    <a:pt x="10" y="82"/>
                  </a:lnTo>
                  <a:lnTo>
                    <a:pt x="10" y="78"/>
                  </a:lnTo>
                  <a:lnTo>
                    <a:pt x="6" y="74"/>
                  </a:lnTo>
                  <a:lnTo>
                    <a:pt x="4" y="74"/>
                  </a:lnTo>
                  <a:lnTo>
                    <a:pt x="0" y="74"/>
                  </a:lnTo>
                  <a:lnTo>
                    <a:pt x="4" y="70"/>
                  </a:lnTo>
                  <a:lnTo>
                    <a:pt x="4" y="66"/>
                  </a:lnTo>
                  <a:lnTo>
                    <a:pt x="4" y="64"/>
                  </a:lnTo>
                  <a:lnTo>
                    <a:pt x="4" y="60"/>
                  </a:lnTo>
                  <a:lnTo>
                    <a:pt x="4" y="56"/>
                  </a:lnTo>
                  <a:lnTo>
                    <a:pt x="6" y="52"/>
                  </a:lnTo>
                  <a:lnTo>
                    <a:pt x="10" y="52"/>
                  </a:lnTo>
                  <a:lnTo>
                    <a:pt x="14" y="52"/>
                  </a:lnTo>
                  <a:lnTo>
                    <a:pt x="22" y="56"/>
                  </a:lnTo>
                  <a:lnTo>
                    <a:pt x="26" y="52"/>
                  </a:lnTo>
                  <a:lnTo>
                    <a:pt x="30" y="48"/>
                  </a:lnTo>
                  <a:lnTo>
                    <a:pt x="30" y="44"/>
                  </a:lnTo>
                  <a:lnTo>
                    <a:pt x="36" y="40"/>
                  </a:lnTo>
                  <a:lnTo>
                    <a:pt x="40" y="40"/>
                  </a:lnTo>
                  <a:lnTo>
                    <a:pt x="44" y="34"/>
                  </a:lnTo>
                  <a:lnTo>
                    <a:pt x="48" y="30"/>
                  </a:lnTo>
                  <a:lnTo>
                    <a:pt x="44" y="22"/>
                  </a:lnTo>
                  <a:lnTo>
                    <a:pt x="40" y="22"/>
                  </a:lnTo>
                  <a:lnTo>
                    <a:pt x="40" y="18"/>
                  </a:lnTo>
                  <a:lnTo>
                    <a:pt x="34" y="10"/>
                  </a:lnTo>
                  <a:lnTo>
                    <a:pt x="36" y="10"/>
                  </a:lnTo>
                  <a:lnTo>
                    <a:pt x="40" y="10"/>
                  </a:lnTo>
                  <a:lnTo>
                    <a:pt x="44" y="10"/>
                  </a:lnTo>
                  <a:lnTo>
                    <a:pt x="48" y="8"/>
                  </a:lnTo>
                  <a:lnTo>
                    <a:pt x="56" y="8"/>
                  </a:lnTo>
                  <a:lnTo>
                    <a:pt x="64" y="4"/>
                  </a:lnTo>
                  <a:lnTo>
                    <a:pt x="66" y="0"/>
                  </a:lnTo>
                  <a:lnTo>
                    <a:pt x="70" y="0"/>
                  </a:lnTo>
                  <a:lnTo>
                    <a:pt x="78" y="4"/>
                  </a:lnTo>
                  <a:lnTo>
                    <a:pt x="82" y="4"/>
                  </a:lnTo>
                  <a:lnTo>
                    <a:pt x="96" y="14"/>
                  </a:lnTo>
                  <a:lnTo>
                    <a:pt x="108" y="18"/>
                  </a:lnTo>
                  <a:lnTo>
                    <a:pt x="120" y="30"/>
                  </a:lnTo>
                  <a:lnTo>
                    <a:pt x="120" y="34"/>
                  </a:lnTo>
                  <a:lnTo>
                    <a:pt x="130" y="40"/>
                  </a:lnTo>
                  <a:lnTo>
                    <a:pt x="146" y="56"/>
                  </a:lnTo>
                  <a:lnTo>
                    <a:pt x="164" y="56"/>
                  </a:lnTo>
                  <a:lnTo>
                    <a:pt x="168" y="56"/>
                  </a:lnTo>
                  <a:lnTo>
                    <a:pt x="172" y="56"/>
                  </a:lnTo>
                  <a:lnTo>
                    <a:pt x="176" y="56"/>
                  </a:lnTo>
                  <a:lnTo>
                    <a:pt x="182" y="60"/>
                  </a:lnTo>
                  <a:lnTo>
                    <a:pt x="186" y="64"/>
                  </a:lnTo>
                  <a:lnTo>
                    <a:pt x="186" y="66"/>
                  </a:lnTo>
                  <a:lnTo>
                    <a:pt x="194" y="66"/>
                  </a:lnTo>
                  <a:lnTo>
                    <a:pt x="198" y="66"/>
                  </a:lnTo>
                  <a:lnTo>
                    <a:pt x="198" y="70"/>
                  </a:lnTo>
                  <a:lnTo>
                    <a:pt x="198" y="74"/>
                  </a:lnTo>
                  <a:lnTo>
                    <a:pt x="202" y="74"/>
                  </a:lnTo>
                  <a:lnTo>
                    <a:pt x="202" y="78"/>
                  </a:lnTo>
                  <a:lnTo>
                    <a:pt x="202" y="82"/>
                  </a:lnTo>
                  <a:lnTo>
                    <a:pt x="202" y="78"/>
                  </a:lnTo>
                  <a:lnTo>
                    <a:pt x="202" y="82"/>
                  </a:lnTo>
                  <a:lnTo>
                    <a:pt x="206" y="86"/>
                  </a:lnTo>
                  <a:lnTo>
                    <a:pt x="206" y="82"/>
                  </a:lnTo>
                  <a:lnTo>
                    <a:pt x="206" y="86"/>
                  </a:lnTo>
                  <a:lnTo>
                    <a:pt x="210" y="86"/>
                  </a:lnTo>
                  <a:lnTo>
                    <a:pt x="206" y="86"/>
                  </a:lnTo>
                  <a:lnTo>
                    <a:pt x="210" y="90"/>
                  </a:lnTo>
                  <a:lnTo>
                    <a:pt x="210" y="92"/>
                  </a:lnTo>
                  <a:lnTo>
                    <a:pt x="212" y="92"/>
                  </a:lnTo>
                  <a:lnTo>
                    <a:pt x="212" y="96"/>
                  </a:lnTo>
                  <a:lnTo>
                    <a:pt x="216" y="96"/>
                  </a:lnTo>
                  <a:lnTo>
                    <a:pt x="220" y="96"/>
                  </a:lnTo>
                  <a:lnTo>
                    <a:pt x="220" y="100"/>
                  </a:lnTo>
                  <a:lnTo>
                    <a:pt x="220" y="104"/>
                  </a:lnTo>
                  <a:lnTo>
                    <a:pt x="224" y="108"/>
                  </a:lnTo>
                  <a:lnTo>
                    <a:pt x="220" y="112"/>
                  </a:lnTo>
                  <a:lnTo>
                    <a:pt x="220" y="108"/>
                  </a:lnTo>
                  <a:lnTo>
                    <a:pt x="220" y="112"/>
                  </a:lnTo>
                  <a:lnTo>
                    <a:pt x="220" y="116"/>
                  </a:lnTo>
                  <a:lnTo>
                    <a:pt x="224" y="118"/>
                  </a:lnTo>
                  <a:lnTo>
                    <a:pt x="220" y="118"/>
                  </a:lnTo>
                  <a:lnTo>
                    <a:pt x="224" y="122"/>
                  </a:lnTo>
                  <a:lnTo>
                    <a:pt x="228" y="122"/>
                  </a:lnTo>
                  <a:lnTo>
                    <a:pt x="228" y="126"/>
                  </a:lnTo>
                  <a:lnTo>
                    <a:pt x="228" y="130"/>
                  </a:lnTo>
                  <a:lnTo>
                    <a:pt x="232" y="134"/>
                  </a:lnTo>
                  <a:lnTo>
                    <a:pt x="232" y="138"/>
                  </a:lnTo>
                  <a:lnTo>
                    <a:pt x="236" y="138"/>
                  </a:lnTo>
                  <a:lnTo>
                    <a:pt x="238" y="138"/>
                  </a:lnTo>
                  <a:lnTo>
                    <a:pt x="238" y="142"/>
                  </a:lnTo>
                  <a:lnTo>
                    <a:pt x="238" y="144"/>
                  </a:lnTo>
                  <a:lnTo>
                    <a:pt x="238" y="142"/>
                  </a:lnTo>
                  <a:lnTo>
                    <a:pt x="238" y="144"/>
                  </a:lnTo>
                  <a:lnTo>
                    <a:pt x="242" y="144"/>
                  </a:lnTo>
                  <a:lnTo>
                    <a:pt x="256" y="168"/>
                  </a:lnTo>
                  <a:lnTo>
                    <a:pt x="290" y="172"/>
                  </a:lnTo>
                  <a:lnTo>
                    <a:pt x="298" y="182"/>
                  </a:lnTo>
                  <a:lnTo>
                    <a:pt x="294" y="198"/>
                  </a:lnTo>
                  <a:lnTo>
                    <a:pt x="290" y="218"/>
                  </a:lnTo>
                  <a:lnTo>
                    <a:pt x="290" y="218"/>
                  </a:lnTo>
                  <a:lnTo>
                    <a:pt x="290" y="218"/>
                  </a:lnTo>
                  <a:close/>
                  <a:moveTo>
                    <a:pt x="104" y="270"/>
                  </a:moveTo>
                  <a:lnTo>
                    <a:pt x="104" y="274"/>
                  </a:lnTo>
                  <a:lnTo>
                    <a:pt x="104" y="270"/>
                  </a:lnTo>
                  <a:lnTo>
                    <a:pt x="104" y="270"/>
                  </a:lnTo>
                  <a:lnTo>
                    <a:pt x="104" y="270"/>
                  </a:lnTo>
                  <a:close/>
                  <a:moveTo>
                    <a:pt x="108" y="278"/>
                  </a:moveTo>
                  <a:lnTo>
                    <a:pt x="104" y="278"/>
                  </a:lnTo>
                  <a:lnTo>
                    <a:pt x="104" y="274"/>
                  </a:lnTo>
                  <a:lnTo>
                    <a:pt x="100" y="274"/>
                  </a:lnTo>
                  <a:lnTo>
                    <a:pt x="104" y="274"/>
                  </a:lnTo>
                  <a:lnTo>
                    <a:pt x="108" y="274"/>
                  </a:lnTo>
                  <a:lnTo>
                    <a:pt x="104" y="274"/>
                  </a:lnTo>
                  <a:lnTo>
                    <a:pt x="108" y="274"/>
                  </a:lnTo>
                  <a:lnTo>
                    <a:pt x="108" y="278"/>
                  </a:lnTo>
                  <a:lnTo>
                    <a:pt x="108" y="278"/>
                  </a:lnTo>
                  <a:lnTo>
                    <a:pt x="108" y="2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19" name="Freeform 52"/>
            <p:cNvSpPr>
              <a:spLocks noChangeAspect="1" noEditPoints="1"/>
            </p:cNvSpPr>
            <p:nvPr/>
          </p:nvSpPr>
          <p:spPr bwMode="gray">
            <a:xfrm>
              <a:off x="7902791" y="3330051"/>
              <a:ext cx="83485" cy="173926"/>
            </a:xfrm>
            <a:custGeom>
              <a:avLst/>
              <a:gdLst>
                <a:gd name="T0" fmla="*/ 4 w 48"/>
                <a:gd name="T1" fmla="*/ 40 h 100"/>
                <a:gd name="T2" fmla="*/ 0 w 48"/>
                <a:gd name="T3" fmla="*/ 34 h 100"/>
                <a:gd name="T4" fmla="*/ 0 w 48"/>
                <a:gd name="T5" fmla="*/ 38 h 100"/>
                <a:gd name="T6" fmla="*/ 0 w 48"/>
                <a:gd name="T7" fmla="*/ 34 h 100"/>
                <a:gd name="T8" fmla="*/ 0 w 48"/>
                <a:gd name="T9" fmla="*/ 30 h 100"/>
                <a:gd name="T10" fmla="*/ 4 w 48"/>
                <a:gd name="T11" fmla="*/ 30 h 100"/>
                <a:gd name="T12" fmla="*/ 12 w 48"/>
                <a:gd name="T13" fmla="*/ 34 h 100"/>
                <a:gd name="T14" fmla="*/ 8 w 48"/>
                <a:gd name="T15" fmla="*/ 26 h 100"/>
                <a:gd name="T16" fmla="*/ 4 w 48"/>
                <a:gd name="T17" fmla="*/ 18 h 100"/>
                <a:gd name="T18" fmla="*/ 8 w 48"/>
                <a:gd name="T19" fmla="*/ 10 h 100"/>
                <a:gd name="T20" fmla="*/ 16 w 48"/>
                <a:gd name="T21" fmla="*/ 4 h 100"/>
                <a:gd name="T22" fmla="*/ 26 w 48"/>
                <a:gd name="T23" fmla="*/ 4 h 100"/>
                <a:gd name="T24" fmla="*/ 34 w 48"/>
                <a:gd name="T25" fmla="*/ 4 h 100"/>
                <a:gd name="T26" fmla="*/ 38 w 48"/>
                <a:gd name="T27" fmla="*/ 14 h 100"/>
                <a:gd name="T28" fmla="*/ 44 w 48"/>
                <a:gd name="T29" fmla="*/ 22 h 100"/>
                <a:gd name="T30" fmla="*/ 44 w 48"/>
                <a:gd name="T31" fmla="*/ 34 h 100"/>
                <a:gd name="T32" fmla="*/ 44 w 48"/>
                <a:gd name="T33" fmla="*/ 48 h 100"/>
                <a:gd name="T34" fmla="*/ 44 w 48"/>
                <a:gd name="T35" fmla="*/ 60 h 100"/>
                <a:gd name="T36" fmla="*/ 38 w 48"/>
                <a:gd name="T37" fmla="*/ 64 h 100"/>
                <a:gd name="T38" fmla="*/ 30 w 48"/>
                <a:gd name="T39" fmla="*/ 66 h 100"/>
                <a:gd name="T40" fmla="*/ 30 w 48"/>
                <a:gd name="T41" fmla="*/ 70 h 100"/>
                <a:gd name="T42" fmla="*/ 26 w 48"/>
                <a:gd name="T43" fmla="*/ 70 h 100"/>
                <a:gd name="T44" fmla="*/ 18 w 48"/>
                <a:gd name="T45" fmla="*/ 66 h 100"/>
                <a:gd name="T46" fmla="*/ 18 w 48"/>
                <a:gd name="T47" fmla="*/ 74 h 100"/>
                <a:gd name="T48" fmla="*/ 16 w 48"/>
                <a:gd name="T49" fmla="*/ 74 h 100"/>
                <a:gd name="T50" fmla="*/ 16 w 48"/>
                <a:gd name="T51" fmla="*/ 74 h 100"/>
                <a:gd name="T52" fmla="*/ 16 w 48"/>
                <a:gd name="T53" fmla="*/ 70 h 100"/>
                <a:gd name="T54" fmla="*/ 8 w 48"/>
                <a:gd name="T55" fmla="*/ 78 h 100"/>
                <a:gd name="T56" fmla="*/ 4 w 48"/>
                <a:gd name="T57" fmla="*/ 82 h 100"/>
                <a:gd name="T58" fmla="*/ 0 w 48"/>
                <a:gd name="T59" fmla="*/ 74 h 100"/>
                <a:gd name="T60" fmla="*/ 4 w 48"/>
                <a:gd name="T61" fmla="*/ 70 h 100"/>
                <a:gd name="T62" fmla="*/ 4 w 48"/>
                <a:gd name="T63" fmla="*/ 66 h 100"/>
                <a:gd name="T64" fmla="*/ 4 w 48"/>
                <a:gd name="T65" fmla="*/ 66 h 100"/>
                <a:gd name="T66" fmla="*/ 4 w 48"/>
                <a:gd name="T67" fmla="*/ 56 h 100"/>
                <a:gd name="T68" fmla="*/ 8 w 48"/>
                <a:gd name="T69" fmla="*/ 52 h 100"/>
                <a:gd name="T70" fmla="*/ 4 w 48"/>
                <a:gd name="T71" fmla="*/ 48 h 100"/>
                <a:gd name="T72" fmla="*/ 8 w 48"/>
                <a:gd name="T73" fmla="*/ 48 h 100"/>
                <a:gd name="T74" fmla="*/ 4 w 48"/>
                <a:gd name="T75" fmla="*/ 14 h 100"/>
                <a:gd name="T76" fmla="*/ 4 w 48"/>
                <a:gd name="T77" fmla="*/ 40 h 100"/>
                <a:gd name="T78" fmla="*/ 4 w 48"/>
                <a:gd name="T79" fmla="*/ 38 h 100"/>
                <a:gd name="T80" fmla="*/ 4 w 48"/>
                <a:gd name="T81" fmla="*/ 40 h 100"/>
                <a:gd name="T82" fmla="*/ 34 w 48"/>
                <a:gd name="T83" fmla="*/ 70 h 100"/>
                <a:gd name="T84" fmla="*/ 38 w 48"/>
                <a:gd name="T85" fmla="*/ 66 h 100"/>
                <a:gd name="T86" fmla="*/ 22 w 48"/>
                <a:gd name="T87" fmla="*/ 70 h 100"/>
                <a:gd name="T88" fmla="*/ 22 w 48"/>
                <a:gd name="T89" fmla="*/ 70 h 100"/>
                <a:gd name="T90" fmla="*/ 26 w 48"/>
                <a:gd name="T91" fmla="*/ 66 h 100"/>
                <a:gd name="T92" fmla="*/ 0 w 48"/>
                <a:gd name="T93" fmla="*/ 78 h 100"/>
                <a:gd name="T94" fmla="*/ 4 w 48"/>
                <a:gd name="T95" fmla="*/ 78 h 100"/>
                <a:gd name="T96" fmla="*/ 12 w 48"/>
                <a:gd name="T97" fmla="*/ 94 h 100"/>
                <a:gd name="T98" fmla="*/ 8 w 48"/>
                <a:gd name="T99" fmla="*/ 100 h 100"/>
                <a:gd name="T100" fmla="*/ 0 w 48"/>
                <a:gd name="T101" fmla="*/ 96 h 100"/>
                <a:gd name="T102" fmla="*/ 8 w 48"/>
                <a:gd name="T103" fmla="*/ 94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8" h="100">
                  <a:moveTo>
                    <a:pt x="8" y="48"/>
                  </a:moveTo>
                  <a:lnTo>
                    <a:pt x="4" y="44"/>
                  </a:lnTo>
                  <a:lnTo>
                    <a:pt x="4" y="40"/>
                  </a:lnTo>
                  <a:lnTo>
                    <a:pt x="4" y="38"/>
                  </a:lnTo>
                  <a:lnTo>
                    <a:pt x="4" y="34"/>
                  </a:lnTo>
                  <a:lnTo>
                    <a:pt x="0" y="34"/>
                  </a:lnTo>
                  <a:lnTo>
                    <a:pt x="0" y="38"/>
                  </a:lnTo>
                  <a:lnTo>
                    <a:pt x="0" y="34"/>
                  </a:lnTo>
                  <a:lnTo>
                    <a:pt x="0" y="38"/>
                  </a:lnTo>
                  <a:lnTo>
                    <a:pt x="0" y="34"/>
                  </a:lnTo>
                  <a:lnTo>
                    <a:pt x="0" y="30"/>
                  </a:lnTo>
                  <a:lnTo>
                    <a:pt x="0" y="34"/>
                  </a:lnTo>
                  <a:lnTo>
                    <a:pt x="4" y="34"/>
                  </a:lnTo>
                  <a:lnTo>
                    <a:pt x="4" y="30"/>
                  </a:lnTo>
                  <a:lnTo>
                    <a:pt x="0" y="30"/>
                  </a:lnTo>
                  <a:lnTo>
                    <a:pt x="4" y="30"/>
                  </a:lnTo>
                  <a:lnTo>
                    <a:pt x="4" y="34"/>
                  </a:lnTo>
                  <a:lnTo>
                    <a:pt x="4" y="30"/>
                  </a:lnTo>
                  <a:lnTo>
                    <a:pt x="8" y="30"/>
                  </a:lnTo>
                  <a:lnTo>
                    <a:pt x="8" y="34"/>
                  </a:lnTo>
                  <a:lnTo>
                    <a:pt x="12" y="34"/>
                  </a:lnTo>
                  <a:lnTo>
                    <a:pt x="12" y="30"/>
                  </a:lnTo>
                  <a:lnTo>
                    <a:pt x="8" y="30"/>
                  </a:lnTo>
                  <a:lnTo>
                    <a:pt x="8" y="26"/>
                  </a:lnTo>
                  <a:lnTo>
                    <a:pt x="8" y="22"/>
                  </a:lnTo>
                  <a:lnTo>
                    <a:pt x="8" y="18"/>
                  </a:lnTo>
                  <a:lnTo>
                    <a:pt x="4" y="18"/>
                  </a:lnTo>
                  <a:lnTo>
                    <a:pt x="4" y="14"/>
                  </a:lnTo>
                  <a:lnTo>
                    <a:pt x="8" y="14"/>
                  </a:lnTo>
                  <a:lnTo>
                    <a:pt x="8" y="10"/>
                  </a:lnTo>
                  <a:lnTo>
                    <a:pt x="12" y="8"/>
                  </a:lnTo>
                  <a:lnTo>
                    <a:pt x="12" y="4"/>
                  </a:lnTo>
                  <a:lnTo>
                    <a:pt x="16" y="4"/>
                  </a:lnTo>
                  <a:lnTo>
                    <a:pt x="18" y="4"/>
                  </a:lnTo>
                  <a:lnTo>
                    <a:pt x="22" y="4"/>
                  </a:lnTo>
                  <a:lnTo>
                    <a:pt x="26" y="4"/>
                  </a:lnTo>
                  <a:lnTo>
                    <a:pt x="30" y="4"/>
                  </a:lnTo>
                  <a:lnTo>
                    <a:pt x="30" y="0"/>
                  </a:lnTo>
                  <a:lnTo>
                    <a:pt x="34" y="4"/>
                  </a:lnTo>
                  <a:lnTo>
                    <a:pt x="34" y="8"/>
                  </a:lnTo>
                  <a:lnTo>
                    <a:pt x="38" y="10"/>
                  </a:lnTo>
                  <a:lnTo>
                    <a:pt x="38" y="14"/>
                  </a:lnTo>
                  <a:lnTo>
                    <a:pt x="40" y="14"/>
                  </a:lnTo>
                  <a:lnTo>
                    <a:pt x="40" y="18"/>
                  </a:lnTo>
                  <a:lnTo>
                    <a:pt x="44" y="22"/>
                  </a:lnTo>
                  <a:lnTo>
                    <a:pt x="44" y="26"/>
                  </a:lnTo>
                  <a:lnTo>
                    <a:pt x="44" y="30"/>
                  </a:lnTo>
                  <a:lnTo>
                    <a:pt x="44" y="34"/>
                  </a:lnTo>
                  <a:lnTo>
                    <a:pt x="44" y="38"/>
                  </a:lnTo>
                  <a:lnTo>
                    <a:pt x="44" y="40"/>
                  </a:lnTo>
                  <a:lnTo>
                    <a:pt x="44" y="48"/>
                  </a:lnTo>
                  <a:lnTo>
                    <a:pt x="48" y="48"/>
                  </a:lnTo>
                  <a:lnTo>
                    <a:pt x="44" y="56"/>
                  </a:lnTo>
                  <a:lnTo>
                    <a:pt x="44" y="60"/>
                  </a:lnTo>
                  <a:lnTo>
                    <a:pt x="40" y="64"/>
                  </a:lnTo>
                  <a:lnTo>
                    <a:pt x="38" y="66"/>
                  </a:lnTo>
                  <a:lnTo>
                    <a:pt x="38" y="64"/>
                  </a:lnTo>
                  <a:lnTo>
                    <a:pt x="38" y="66"/>
                  </a:lnTo>
                  <a:lnTo>
                    <a:pt x="34" y="64"/>
                  </a:lnTo>
                  <a:lnTo>
                    <a:pt x="30" y="66"/>
                  </a:lnTo>
                  <a:lnTo>
                    <a:pt x="34" y="66"/>
                  </a:lnTo>
                  <a:lnTo>
                    <a:pt x="34" y="70"/>
                  </a:lnTo>
                  <a:lnTo>
                    <a:pt x="30" y="70"/>
                  </a:lnTo>
                  <a:lnTo>
                    <a:pt x="30" y="66"/>
                  </a:lnTo>
                  <a:lnTo>
                    <a:pt x="30" y="70"/>
                  </a:lnTo>
                  <a:lnTo>
                    <a:pt x="26" y="70"/>
                  </a:lnTo>
                  <a:lnTo>
                    <a:pt x="26" y="66"/>
                  </a:lnTo>
                  <a:lnTo>
                    <a:pt x="22" y="66"/>
                  </a:lnTo>
                  <a:lnTo>
                    <a:pt x="18" y="66"/>
                  </a:lnTo>
                  <a:lnTo>
                    <a:pt x="18" y="70"/>
                  </a:lnTo>
                  <a:lnTo>
                    <a:pt x="22" y="70"/>
                  </a:lnTo>
                  <a:lnTo>
                    <a:pt x="18" y="74"/>
                  </a:lnTo>
                  <a:lnTo>
                    <a:pt x="18" y="70"/>
                  </a:lnTo>
                  <a:lnTo>
                    <a:pt x="16" y="70"/>
                  </a:lnTo>
                  <a:lnTo>
                    <a:pt x="16" y="74"/>
                  </a:lnTo>
                  <a:lnTo>
                    <a:pt x="18" y="74"/>
                  </a:lnTo>
                  <a:lnTo>
                    <a:pt x="16" y="78"/>
                  </a:lnTo>
                  <a:lnTo>
                    <a:pt x="16" y="74"/>
                  </a:lnTo>
                  <a:lnTo>
                    <a:pt x="12" y="74"/>
                  </a:lnTo>
                  <a:lnTo>
                    <a:pt x="16" y="74"/>
                  </a:lnTo>
                  <a:lnTo>
                    <a:pt x="16" y="70"/>
                  </a:lnTo>
                  <a:lnTo>
                    <a:pt x="12" y="74"/>
                  </a:lnTo>
                  <a:lnTo>
                    <a:pt x="12" y="78"/>
                  </a:lnTo>
                  <a:lnTo>
                    <a:pt x="8" y="78"/>
                  </a:lnTo>
                  <a:lnTo>
                    <a:pt x="8" y="74"/>
                  </a:lnTo>
                  <a:lnTo>
                    <a:pt x="8" y="78"/>
                  </a:lnTo>
                  <a:lnTo>
                    <a:pt x="4" y="82"/>
                  </a:lnTo>
                  <a:lnTo>
                    <a:pt x="4" y="78"/>
                  </a:lnTo>
                  <a:lnTo>
                    <a:pt x="4" y="74"/>
                  </a:lnTo>
                  <a:lnTo>
                    <a:pt x="0" y="74"/>
                  </a:lnTo>
                  <a:lnTo>
                    <a:pt x="0" y="70"/>
                  </a:lnTo>
                  <a:lnTo>
                    <a:pt x="4" y="74"/>
                  </a:lnTo>
                  <a:lnTo>
                    <a:pt x="4" y="70"/>
                  </a:lnTo>
                  <a:lnTo>
                    <a:pt x="8" y="70"/>
                  </a:lnTo>
                  <a:lnTo>
                    <a:pt x="4" y="70"/>
                  </a:lnTo>
                  <a:lnTo>
                    <a:pt x="4" y="66"/>
                  </a:lnTo>
                  <a:lnTo>
                    <a:pt x="0" y="66"/>
                  </a:lnTo>
                  <a:lnTo>
                    <a:pt x="0" y="64"/>
                  </a:lnTo>
                  <a:lnTo>
                    <a:pt x="4" y="66"/>
                  </a:lnTo>
                  <a:lnTo>
                    <a:pt x="4" y="64"/>
                  </a:lnTo>
                  <a:lnTo>
                    <a:pt x="4" y="60"/>
                  </a:lnTo>
                  <a:lnTo>
                    <a:pt x="4" y="56"/>
                  </a:lnTo>
                  <a:lnTo>
                    <a:pt x="8" y="56"/>
                  </a:lnTo>
                  <a:lnTo>
                    <a:pt x="4" y="56"/>
                  </a:lnTo>
                  <a:lnTo>
                    <a:pt x="8" y="52"/>
                  </a:lnTo>
                  <a:lnTo>
                    <a:pt x="8" y="48"/>
                  </a:lnTo>
                  <a:lnTo>
                    <a:pt x="8" y="52"/>
                  </a:lnTo>
                  <a:lnTo>
                    <a:pt x="4" y="48"/>
                  </a:lnTo>
                  <a:lnTo>
                    <a:pt x="8" y="48"/>
                  </a:lnTo>
                  <a:lnTo>
                    <a:pt x="8" y="48"/>
                  </a:lnTo>
                  <a:lnTo>
                    <a:pt x="8" y="48"/>
                  </a:lnTo>
                  <a:close/>
                  <a:moveTo>
                    <a:pt x="4" y="14"/>
                  </a:moveTo>
                  <a:lnTo>
                    <a:pt x="4" y="18"/>
                  </a:lnTo>
                  <a:lnTo>
                    <a:pt x="4" y="14"/>
                  </a:lnTo>
                  <a:lnTo>
                    <a:pt x="4" y="14"/>
                  </a:lnTo>
                  <a:lnTo>
                    <a:pt x="4" y="14"/>
                  </a:lnTo>
                  <a:close/>
                  <a:moveTo>
                    <a:pt x="4" y="40"/>
                  </a:moveTo>
                  <a:lnTo>
                    <a:pt x="0" y="40"/>
                  </a:lnTo>
                  <a:lnTo>
                    <a:pt x="0" y="38"/>
                  </a:lnTo>
                  <a:lnTo>
                    <a:pt x="4" y="38"/>
                  </a:lnTo>
                  <a:lnTo>
                    <a:pt x="4" y="40"/>
                  </a:lnTo>
                  <a:lnTo>
                    <a:pt x="4" y="40"/>
                  </a:lnTo>
                  <a:lnTo>
                    <a:pt x="4" y="40"/>
                  </a:lnTo>
                  <a:close/>
                  <a:moveTo>
                    <a:pt x="38" y="66"/>
                  </a:moveTo>
                  <a:lnTo>
                    <a:pt x="38" y="70"/>
                  </a:lnTo>
                  <a:lnTo>
                    <a:pt x="34" y="70"/>
                  </a:lnTo>
                  <a:lnTo>
                    <a:pt x="34" y="66"/>
                  </a:lnTo>
                  <a:lnTo>
                    <a:pt x="38" y="66"/>
                  </a:lnTo>
                  <a:lnTo>
                    <a:pt x="38" y="66"/>
                  </a:lnTo>
                  <a:lnTo>
                    <a:pt x="38" y="66"/>
                  </a:lnTo>
                  <a:close/>
                  <a:moveTo>
                    <a:pt x="26" y="66"/>
                  </a:moveTo>
                  <a:lnTo>
                    <a:pt x="22" y="70"/>
                  </a:lnTo>
                  <a:lnTo>
                    <a:pt x="26" y="70"/>
                  </a:lnTo>
                  <a:lnTo>
                    <a:pt x="26" y="74"/>
                  </a:lnTo>
                  <a:lnTo>
                    <a:pt x="22" y="70"/>
                  </a:lnTo>
                  <a:lnTo>
                    <a:pt x="22" y="66"/>
                  </a:lnTo>
                  <a:lnTo>
                    <a:pt x="26" y="66"/>
                  </a:lnTo>
                  <a:lnTo>
                    <a:pt x="26" y="66"/>
                  </a:lnTo>
                  <a:lnTo>
                    <a:pt x="26" y="66"/>
                  </a:lnTo>
                  <a:close/>
                  <a:moveTo>
                    <a:pt x="4" y="78"/>
                  </a:moveTo>
                  <a:lnTo>
                    <a:pt x="0" y="78"/>
                  </a:lnTo>
                  <a:lnTo>
                    <a:pt x="0" y="74"/>
                  </a:lnTo>
                  <a:lnTo>
                    <a:pt x="4" y="78"/>
                  </a:lnTo>
                  <a:lnTo>
                    <a:pt x="4" y="78"/>
                  </a:lnTo>
                  <a:lnTo>
                    <a:pt x="4" y="78"/>
                  </a:lnTo>
                  <a:close/>
                  <a:moveTo>
                    <a:pt x="8" y="94"/>
                  </a:moveTo>
                  <a:lnTo>
                    <a:pt x="12" y="94"/>
                  </a:lnTo>
                  <a:lnTo>
                    <a:pt x="12" y="96"/>
                  </a:lnTo>
                  <a:lnTo>
                    <a:pt x="8" y="96"/>
                  </a:lnTo>
                  <a:lnTo>
                    <a:pt x="8" y="100"/>
                  </a:lnTo>
                  <a:lnTo>
                    <a:pt x="4" y="100"/>
                  </a:lnTo>
                  <a:lnTo>
                    <a:pt x="0" y="100"/>
                  </a:lnTo>
                  <a:lnTo>
                    <a:pt x="0" y="96"/>
                  </a:lnTo>
                  <a:lnTo>
                    <a:pt x="4" y="96"/>
                  </a:lnTo>
                  <a:lnTo>
                    <a:pt x="8" y="94"/>
                  </a:lnTo>
                  <a:lnTo>
                    <a:pt x="8" y="94"/>
                  </a:lnTo>
                  <a:lnTo>
                    <a:pt x="8"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0" name="Freeform 53"/>
            <p:cNvSpPr>
              <a:spLocks noChangeAspect="1" noEditPoints="1"/>
            </p:cNvSpPr>
            <p:nvPr/>
          </p:nvSpPr>
          <p:spPr bwMode="gray">
            <a:xfrm>
              <a:off x="6754877" y="4224030"/>
              <a:ext cx="59135" cy="118270"/>
            </a:xfrm>
            <a:custGeom>
              <a:avLst/>
              <a:gdLst>
                <a:gd name="T0" fmla="*/ 4 w 34"/>
                <a:gd name="T1" fmla="*/ 16 h 68"/>
                <a:gd name="T2" fmla="*/ 0 w 34"/>
                <a:gd name="T3" fmla="*/ 16 h 68"/>
                <a:gd name="T4" fmla="*/ 4 w 34"/>
                <a:gd name="T5" fmla="*/ 16 h 68"/>
                <a:gd name="T6" fmla="*/ 30 w 34"/>
                <a:gd name="T7" fmla="*/ 56 h 68"/>
                <a:gd name="T8" fmla="*/ 30 w 34"/>
                <a:gd name="T9" fmla="*/ 60 h 68"/>
                <a:gd name="T10" fmla="*/ 20 w 34"/>
                <a:gd name="T11" fmla="*/ 68 h 68"/>
                <a:gd name="T12" fmla="*/ 20 w 34"/>
                <a:gd name="T13" fmla="*/ 68 h 68"/>
                <a:gd name="T14" fmla="*/ 12 w 34"/>
                <a:gd name="T15" fmla="*/ 68 h 68"/>
                <a:gd name="T16" fmla="*/ 8 w 34"/>
                <a:gd name="T17" fmla="*/ 64 h 68"/>
                <a:gd name="T18" fmla="*/ 4 w 34"/>
                <a:gd name="T19" fmla="*/ 56 h 68"/>
                <a:gd name="T20" fmla="*/ 4 w 34"/>
                <a:gd name="T21" fmla="*/ 52 h 68"/>
                <a:gd name="T22" fmla="*/ 4 w 34"/>
                <a:gd name="T23" fmla="*/ 48 h 68"/>
                <a:gd name="T24" fmla="*/ 4 w 34"/>
                <a:gd name="T25" fmla="*/ 42 h 68"/>
                <a:gd name="T26" fmla="*/ 4 w 34"/>
                <a:gd name="T27" fmla="*/ 34 h 68"/>
                <a:gd name="T28" fmla="*/ 4 w 34"/>
                <a:gd name="T29" fmla="*/ 34 h 68"/>
                <a:gd name="T30" fmla="*/ 0 w 34"/>
                <a:gd name="T31" fmla="*/ 30 h 68"/>
                <a:gd name="T32" fmla="*/ 4 w 34"/>
                <a:gd name="T33" fmla="*/ 34 h 68"/>
                <a:gd name="T34" fmla="*/ 4 w 34"/>
                <a:gd name="T35" fmla="*/ 34 h 68"/>
                <a:gd name="T36" fmla="*/ 4 w 34"/>
                <a:gd name="T37" fmla="*/ 34 h 68"/>
                <a:gd name="T38" fmla="*/ 4 w 34"/>
                <a:gd name="T39" fmla="*/ 22 h 68"/>
                <a:gd name="T40" fmla="*/ 4 w 34"/>
                <a:gd name="T41" fmla="*/ 16 h 68"/>
                <a:gd name="T42" fmla="*/ 8 w 34"/>
                <a:gd name="T43" fmla="*/ 16 h 68"/>
                <a:gd name="T44" fmla="*/ 8 w 34"/>
                <a:gd name="T45" fmla="*/ 12 h 68"/>
                <a:gd name="T46" fmla="*/ 8 w 34"/>
                <a:gd name="T47" fmla="*/ 8 h 68"/>
                <a:gd name="T48" fmla="*/ 8 w 34"/>
                <a:gd name="T49" fmla="*/ 8 h 68"/>
                <a:gd name="T50" fmla="*/ 8 w 34"/>
                <a:gd name="T51" fmla="*/ 8 h 68"/>
                <a:gd name="T52" fmla="*/ 16 w 34"/>
                <a:gd name="T53" fmla="*/ 8 h 68"/>
                <a:gd name="T54" fmla="*/ 16 w 34"/>
                <a:gd name="T55" fmla="*/ 8 h 68"/>
                <a:gd name="T56" fmla="*/ 12 w 34"/>
                <a:gd name="T57" fmla="*/ 8 h 68"/>
                <a:gd name="T58" fmla="*/ 8 w 34"/>
                <a:gd name="T59" fmla="*/ 4 h 68"/>
                <a:gd name="T60" fmla="*/ 8 w 34"/>
                <a:gd name="T61" fmla="*/ 4 h 68"/>
                <a:gd name="T62" fmla="*/ 8 w 34"/>
                <a:gd name="T63" fmla="*/ 4 h 68"/>
                <a:gd name="T64" fmla="*/ 4 w 34"/>
                <a:gd name="T65" fmla="*/ 0 h 68"/>
                <a:gd name="T66" fmla="*/ 8 w 34"/>
                <a:gd name="T67" fmla="*/ 4 h 68"/>
                <a:gd name="T68" fmla="*/ 8 w 34"/>
                <a:gd name="T69" fmla="*/ 4 h 68"/>
                <a:gd name="T70" fmla="*/ 12 w 34"/>
                <a:gd name="T71" fmla="*/ 4 h 68"/>
                <a:gd name="T72" fmla="*/ 8 w 34"/>
                <a:gd name="T73" fmla="*/ 4 h 68"/>
                <a:gd name="T74" fmla="*/ 12 w 34"/>
                <a:gd name="T75" fmla="*/ 0 h 68"/>
                <a:gd name="T76" fmla="*/ 12 w 34"/>
                <a:gd name="T77" fmla="*/ 4 h 68"/>
                <a:gd name="T78" fmla="*/ 16 w 34"/>
                <a:gd name="T79" fmla="*/ 8 h 68"/>
                <a:gd name="T80" fmla="*/ 16 w 34"/>
                <a:gd name="T81" fmla="*/ 8 h 68"/>
                <a:gd name="T82" fmla="*/ 20 w 34"/>
                <a:gd name="T83" fmla="*/ 12 h 68"/>
                <a:gd name="T84" fmla="*/ 20 w 34"/>
                <a:gd name="T85" fmla="*/ 16 h 68"/>
                <a:gd name="T86" fmla="*/ 20 w 34"/>
                <a:gd name="T87" fmla="*/ 18 h 68"/>
                <a:gd name="T88" fmla="*/ 24 w 34"/>
                <a:gd name="T89" fmla="*/ 22 h 68"/>
                <a:gd name="T90" fmla="*/ 24 w 34"/>
                <a:gd name="T91" fmla="*/ 22 h 68"/>
                <a:gd name="T92" fmla="*/ 24 w 34"/>
                <a:gd name="T93" fmla="*/ 26 h 68"/>
                <a:gd name="T94" fmla="*/ 26 w 34"/>
                <a:gd name="T95" fmla="*/ 26 h 68"/>
                <a:gd name="T96" fmla="*/ 26 w 34"/>
                <a:gd name="T97" fmla="*/ 30 h 68"/>
                <a:gd name="T98" fmla="*/ 30 w 34"/>
                <a:gd name="T99" fmla="*/ 38 h 68"/>
                <a:gd name="T100" fmla="*/ 30 w 34"/>
                <a:gd name="T101" fmla="*/ 38 h 68"/>
                <a:gd name="T102" fmla="*/ 30 w 34"/>
                <a:gd name="T103" fmla="*/ 42 h 68"/>
                <a:gd name="T104" fmla="*/ 30 w 34"/>
                <a:gd name="T105" fmla="*/ 42 h 68"/>
                <a:gd name="T106" fmla="*/ 34 w 34"/>
                <a:gd name="T107" fmla="*/ 46 h 68"/>
                <a:gd name="T108" fmla="*/ 34 w 34"/>
                <a:gd name="T109" fmla="*/ 48 h 68"/>
                <a:gd name="T110" fmla="*/ 30 w 34"/>
                <a:gd name="T111" fmla="*/ 5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4" h="68">
                  <a:moveTo>
                    <a:pt x="4" y="16"/>
                  </a:moveTo>
                  <a:lnTo>
                    <a:pt x="4" y="16"/>
                  </a:lnTo>
                  <a:lnTo>
                    <a:pt x="4" y="16"/>
                  </a:lnTo>
                  <a:lnTo>
                    <a:pt x="4" y="16"/>
                  </a:lnTo>
                  <a:lnTo>
                    <a:pt x="4" y="16"/>
                  </a:lnTo>
                  <a:lnTo>
                    <a:pt x="4" y="16"/>
                  </a:lnTo>
                  <a:lnTo>
                    <a:pt x="4" y="16"/>
                  </a:lnTo>
                  <a:lnTo>
                    <a:pt x="4" y="16"/>
                  </a:lnTo>
                  <a:lnTo>
                    <a:pt x="0" y="16"/>
                  </a:lnTo>
                  <a:lnTo>
                    <a:pt x="0" y="16"/>
                  </a:lnTo>
                  <a:lnTo>
                    <a:pt x="4" y="16"/>
                  </a:lnTo>
                  <a:lnTo>
                    <a:pt x="4" y="16"/>
                  </a:lnTo>
                  <a:lnTo>
                    <a:pt x="4" y="16"/>
                  </a:lnTo>
                  <a:lnTo>
                    <a:pt x="4" y="16"/>
                  </a:lnTo>
                  <a:lnTo>
                    <a:pt x="4" y="16"/>
                  </a:lnTo>
                  <a:close/>
                  <a:moveTo>
                    <a:pt x="30" y="56"/>
                  </a:moveTo>
                  <a:lnTo>
                    <a:pt x="30" y="56"/>
                  </a:lnTo>
                  <a:lnTo>
                    <a:pt x="30" y="56"/>
                  </a:lnTo>
                  <a:lnTo>
                    <a:pt x="30" y="56"/>
                  </a:lnTo>
                  <a:lnTo>
                    <a:pt x="30" y="56"/>
                  </a:lnTo>
                  <a:lnTo>
                    <a:pt x="30" y="60"/>
                  </a:lnTo>
                  <a:lnTo>
                    <a:pt x="30" y="60"/>
                  </a:lnTo>
                  <a:lnTo>
                    <a:pt x="30" y="60"/>
                  </a:lnTo>
                  <a:lnTo>
                    <a:pt x="30" y="60"/>
                  </a:lnTo>
                  <a:lnTo>
                    <a:pt x="30" y="60"/>
                  </a:lnTo>
                  <a:lnTo>
                    <a:pt x="26" y="64"/>
                  </a:lnTo>
                  <a:lnTo>
                    <a:pt x="26" y="64"/>
                  </a:lnTo>
                  <a:lnTo>
                    <a:pt x="26" y="64"/>
                  </a:lnTo>
                  <a:lnTo>
                    <a:pt x="24" y="64"/>
                  </a:lnTo>
                  <a:lnTo>
                    <a:pt x="20" y="68"/>
                  </a:lnTo>
                  <a:lnTo>
                    <a:pt x="20" y="68"/>
                  </a:lnTo>
                  <a:lnTo>
                    <a:pt x="20" y="68"/>
                  </a:lnTo>
                  <a:lnTo>
                    <a:pt x="20" y="68"/>
                  </a:lnTo>
                  <a:lnTo>
                    <a:pt x="20" y="68"/>
                  </a:lnTo>
                  <a:lnTo>
                    <a:pt x="20" y="68"/>
                  </a:lnTo>
                  <a:lnTo>
                    <a:pt x="16" y="68"/>
                  </a:lnTo>
                  <a:lnTo>
                    <a:pt x="16" y="68"/>
                  </a:lnTo>
                  <a:lnTo>
                    <a:pt x="16" y="68"/>
                  </a:lnTo>
                  <a:lnTo>
                    <a:pt x="12" y="68"/>
                  </a:lnTo>
                  <a:lnTo>
                    <a:pt x="12" y="68"/>
                  </a:lnTo>
                  <a:lnTo>
                    <a:pt x="12" y="68"/>
                  </a:lnTo>
                  <a:lnTo>
                    <a:pt x="8" y="68"/>
                  </a:lnTo>
                  <a:lnTo>
                    <a:pt x="8" y="68"/>
                  </a:lnTo>
                  <a:lnTo>
                    <a:pt x="8" y="64"/>
                  </a:lnTo>
                  <a:lnTo>
                    <a:pt x="8" y="64"/>
                  </a:lnTo>
                  <a:lnTo>
                    <a:pt x="8" y="64"/>
                  </a:lnTo>
                  <a:lnTo>
                    <a:pt x="8" y="60"/>
                  </a:lnTo>
                  <a:lnTo>
                    <a:pt x="8" y="60"/>
                  </a:lnTo>
                  <a:lnTo>
                    <a:pt x="4" y="60"/>
                  </a:lnTo>
                  <a:lnTo>
                    <a:pt x="4" y="56"/>
                  </a:lnTo>
                  <a:lnTo>
                    <a:pt x="4" y="56"/>
                  </a:lnTo>
                  <a:lnTo>
                    <a:pt x="4" y="56"/>
                  </a:lnTo>
                  <a:lnTo>
                    <a:pt x="4" y="56"/>
                  </a:lnTo>
                  <a:lnTo>
                    <a:pt x="4" y="52"/>
                  </a:lnTo>
                  <a:lnTo>
                    <a:pt x="4" y="52"/>
                  </a:lnTo>
                  <a:lnTo>
                    <a:pt x="4" y="52"/>
                  </a:lnTo>
                  <a:lnTo>
                    <a:pt x="4" y="52"/>
                  </a:lnTo>
                  <a:lnTo>
                    <a:pt x="4" y="48"/>
                  </a:lnTo>
                  <a:lnTo>
                    <a:pt x="4" y="48"/>
                  </a:lnTo>
                  <a:lnTo>
                    <a:pt x="4" y="48"/>
                  </a:lnTo>
                  <a:lnTo>
                    <a:pt x="4" y="46"/>
                  </a:lnTo>
                  <a:lnTo>
                    <a:pt x="4" y="46"/>
                  </a:lnTo>
                  <a:lnTo>
                    <a:pt x="4" y="46"/>
                  </a:lnTo>
                  <a:lnTo>
                    <a:pt x="4" y="46"/>
                  </a:lnTo>
                  <a:lnTo>
                    <a:pt x="4" y="42"/>
                  </a:lnTo>
                  <a:lnTo>
                    <a:pt x="4" y="42"/>
                  </a:lnTo>
                  <a:lnTo>
                    <a:pt x="4" y="38"/>
                  </a:lnTo>
                  <a:lnTo>
                    <a:pt x="4" y="38"/>
                  </a:lnTo>
                  <a:lnTo>
                    <a:pt x="4" y="38"/>
                  </a:lnTo>
                  <a:lnTo>
                    <a:pt x="4" y="34"/>
                  </a:lnTo>
                  <a:lnTo>
                    <a:pt x="4" y="34"/>
                  </a:lnTo>
                  <a:lnTo>
                    <a:pt x="4" y="34"/>
                  </a:lnTo>
                  <a:lnTo>
                    <a:pt x="4" y="34"/>
                  </a:lnTo>
                  <a:lnTo>
                    <a:pt x="4" y="34"/>
                  </a:lnTo>
                  <a:lnTo>
                    <a:pt x="4" y="34"/>
                  </a:lnTo>
                  <a:lnTo>
                    <a:pt x="4" y="34"/>
                  </a:lnTo>
                  <a:lnTo>
                    <a:pt x="4" y="34"/>
                  </a:lnTo>
                  <a:lnTo>
                    <a:pt x="0" y="34"/>
                  </a:lnTo>
                  <a:lnTo>
                    <a:pt x="0" y="30"/>
                  </a:lnTo>
                  <a:lnTo>
                    <a:pt x="0" y="30"/>
                  </a:lnTo>
                  <a:lnTo>
                    <a:pt x="0" y="30"/>
                  </a:lnTo>
                  <a:lnTo>
                    <a:pt x="4" y="30"/>
                  </a:lnTo>
                  <a:lnTo>
                    <a:pt x="4" y="30"/>
                  </a:lnTo>
                  <a:lnTo>
                    <a:pt x="4" y="30"/>
                  </a:lnTo>
                  <a:lnTo>
                    <a:pt x="4" y="34"/>
                  </a:lnTo>
                  <a:lnTo>
                    <a:pt x="4" y="34"/>
                  </a:lnTo>
                  <a:lnTo>
                    <a:pt x="4" y="34"/>
                  </a:lnTo>
                  <a:lnTo>
                    <a:pt x="4" y="34"/>
                  </a:lnTo>
                  <a:lnTo>
                    <a:pt x="4" y="34"/>
                  </a:lnTo>
                  <a:lnTo>
                    <a:pt x="4" y="34"/>
                  </a:lnTo>
                  <a:lnTo>
                    <a:pt x="4" y="34"/>
                  </a:lnTo>
                  <a:lnTo>
                    <a:pt x="4" y="34"/>
                  </a:lnTo>
                  <a:lnTo>
                    <a:pt x="4" y="34"/>
                  </a:lnTo>
                  <a:lnTo>
                    <a:pt x="4" y="34"/>
                  </a:lnTo>
                  <a:lnTo>
                    <a:pt x="4" y="34"/>
                  </a:lnTo>
                  <a:lnTo>
                    <a:pt x="4" y="34"/>
                  </a:lnTo>
                  <a:lnTo>
                    <a:pt x="4" y="30"/>
                  </a:lnTo>
                  <a:lnTo>
                    <a:pt x="4" y="22"/>
                  </a:lnTo>
                  <a:lnTo>
                    <a:pt x="4" y="22"/>
                  </a:lnTo>
                  <a:lnTo>
                    <a:pt x="4" y="22"/>
                  </a:lnTo>
                  <a:lnTo>
                    <a:pt x="4" y="22"/>
                  </a:lnTo>
                  <a:lnTo>
                    <a:pt x="4" y="18"/>
                  </a:lnTo>
                  <a:lnTo>
                    <a:pt x="4" y="18"/>
                  </a:lnTo>
                  <a:lnTo>
                    <a:pt x="4" y="18"/>
                  </a:lnTo>
                  <a:lnTo>
                    <a:pt x="4" y="16"/>
                  </a:lnTo>
                  <a:lnTo>
                    <a:pt x="4" y="16"/>
                  </a:lnTo>
                  <a:lnTo>
                    <a:pt x="8" y="16"/>
                  </a:lnTo>
                  <a:lnTo>
                    <a:pt x="8" y="16"/>
                  </a:lnTo>
                  <a:lnTo>
                    <a:pt x="8" y="16"/>
                  </a:lnTo>
                  <a:lnTo>
                    <a:pt x="8" y="16"/>
                  </a:lnTo>
                  <a:lnTo>
                    <a:pt x="8" y="12"/>
                  </a:lnTo>
                  <a:lnTo>
                    <a:pt x="8" y="12"/>
                  </a:lnTo>
                  <a:lnTo>
                    <a:pt x="8" y="12"/>
                  </a:lnTo>
                  <a:lnTo>
                    <a:pt x="8" y="12"/>
                  </a:lnTo>
                  <a:lnTo>
                    <a:pt x="8" y="12"/>
                  </a:lnTo>
                  <a:lnTo>
                    <a:pt x="8" y="12"/>
                  </a:lnTo>
                  <a:lnTo>
                    <a:pt x="8" y="8"/>
                  </a:lnTo>
                  <a:lnTo>
                    <a:pt x="8" y="8"/>
                  </a:lnTo>
                  <a:lnTo>
                    <a:pt x="8" y="8"/>
                  </a:lnTo>
                  <a:lnTo>
                    <a:pt x="8" y="8"/>
                  </a:lnTo>
                  <a:lnTo>
                    <a:pt x="8" y="8"/>
                  </a:lnTo>
                  <a:lnTo>
                    <a:pt x="8" y="8"/>
                  </a:lnTo>
                  <a:lnTo>
                    <a:pt x="8" y="8"/>
                  </a:lnTo>
                  <a:lnTo>
                    <a:pt x="8" y="8"/>
                  </a:lnTo>
                  <a:lnTo>
                    <a:pt x="8" y="8"/>
                  </a:lnTo>
                  <a:lnTo>
                    <a:pt x="8" y="4"/>
                  </a:lnTo>
                  <a:lnTo>
                    <a:pt x="8" y="4"/>
                  </a:lnTo>
                  <a:lnTo>
                    <a:pt x="8" y="4"/>
                  </a:lnTo>
                  <a:lnTo>
                    <a:pt x="8" y="4"/>
                  </a:lnTo>
                  <a:lnTo>
                    <a:pt x="8" y="8"/>
                  </a:lnTo>
                  <a:lnTo>
                    <a:pt x="12" y="8"/>
                  </a:lnTo>
                  <a:lnTo>
                    <a:pt x="12" y="8"/>
                  </a:lnTo>
                  <a:lnTo>
                    <a:pt x="12" y="8"/>
                  </a:lnTo>
                  <a:lnTo>
                    <a:pt x="16" y="8"/>
                  </a:lnTo>
                  <a:lnTo>
                    <a:pt x="16" y="8"/>
                  </a:lnTo>
                  <a:lnTo>
                    <a:pt x="16" y="8"/>
                  </a:lnTo>
                  <a:lnTo>
                    <a:pt x="16" y="8"/>
                  </a:lnTo>
                  <a:lnTo>
                    <a:pt x="16" y="8"/>
                  </a:lnTo>
                  <a:lnTo>
                    <a:pt x="16" y="8"/>
                  </a:lnTo>
                  <a:lnTo>
                    <a:pt x="16" y="8"/>
                  </a:lnTo>
                  <a:lnTo>
                    <a:pt x="16" y="8"/>
                  </a:lnTo>
                  <a:lnTo>
                    <a:pt x="12" y="8"/>
                  </a:lnTo>
                  <a:lnTo>
                    <a:pt x="12" y="8"/>
                  </a:lnTo>
                  <a:lnTo>
                    <a:pt x="12" y="8"/>
                  </a:lnTo>
                  <a:lnTo>
                    <a:pt x="12" y="8"/>
                  </a:lnTo>
                  <a:lnTo>
                    <a:pt x="12" y="8"/>
                  </a:lnTo>
                  <a:lnTo>
                    <a:pt x="12" y="8"/>
                  </a:lnTo>
                  <a:lnTo>
                    <a:pt x="12" y="4"/>
                  </a:lnTo>
                  <a:lnTo>
                    <a:pt x="8" y="4"/>
                  </a:lnTo>
                  <a:lnTo>
                    <a:pt x="8" y="4"/>
                  </a:lnTo>
                  <a:lnTo>
                    <a:pt x="8" y="4"/>
                  </a:lnTo>
                  <a:lnTo>
                    <a:pt x="8" y="4"/>
                  </a:lnTo>
                  <a:lnTo>
                    <a:pt x="8" y="4"/>
                  </a:lnTo>
                  <a:lnTo>
                    <a:pt x="8" y="4"/>
                  </a:lnTo>
                  <a:lnTo>
                    <a:pt x="8" y="4"/>
                  </a:lnTo>
                  <a:lnTo>
                    <a:pt x="8" y="4"/>
                  </a:lnTo>
                  <a:lnTo>
                    <a:pt x="8" y="4"/>
                  </a:lnTo>
                  <a:lnTo>
                    <a:pt x="8" y="8"/>
                  </a:lnTo>
                  <a:lnTo>
                    <a:pt x="8" y="4"/>
                  </a:lnTo>
                  <a:lnTo>
                    <a:pt x="8" y="4"/>
                  </a:lnTo>
                  <a:lnTo>
                    <a:pt x="4" y="4"/>
                  </a:lnTo>
                  <a:lnTo>
                    <a:pt x="4" y="4"/>
                  </a:lnTo>
                  <a:lnTo>
                    <a:pt x="4" y="4"/>
                  </a:lnTo>
                  <a:lnTo>
                    <a:pt x="4" y="4"/>
                  </a:lnTo>
                  <a:lnTo>
                    <a:pt x="4" y="0"/>
                  </a:lnTo>
                  <a:lnTo>
                    <a:pt x="8" y="0"/>
                  </a:lnTo>
                  <a:lnTo>
                    <a:pt x="8" y="0"/>
                  </a:lnTo>
                  <a:lnTo>
                    <a:pt x="8" y="0"/>
                  </a:lnTo>
                  <a:lnTo>
                    <a:pt x="8" y="0"/>
                  </a:lnTo>
                  <a:lnTo>
                    <a:pt x="8" y="4"/>
                  </a:lnTo>
                  <a:lnTo>
                    <a:pt x="8" y="4"/>
                  </a:lnTo>
                  <a:lnTo>
                    <a:pt x="8" y="4"/>
                  </a:lnTo>
                  <a:lnTo>
                    <a:pt x="8" y="4"/>
                  </a:lnTo>
                  <a:lnTo>
                    <a:pt x="8" y="4"/>
                  </a:lnTo>
                  <a:lnTo>
                    <a:pt x="8" y="4"/>
                  </a:lnTo>
                  <a:lnTo>
                    <a:pt x="12" y="4"/>
                  </a:lnTo>
                  <a:lnTo>
                    <a:pt x="12" y="4"/>
                  </a:lnTo>
                  <a:lnTo>
                    <a:pt x="12" y="4"/>
                  </a:lnTo>
                  <a:lnTo>
                    <a:pt x="12" y="4"/>
                  </a:lnTo>
                  <a:lnTo>
                    <a:pt x="12" y="4"/>
                  </a:lnTo>
                  <a:lnTo>
                    <a:pt x="12" y="4"/>
                  </a:lnTo>
                  <a:lnTo>
                    <a:pt x="12" y="8"/>
                  </a:lnTo>
                  <a:lnTo>
                    <a:pt x="12" y="4"/>
                  </a:lnTo>
                  <a:lnTo>
                    <a:pt x="8" y="4"/>
                  </a:lnTo>
                  <a:lnTo>
                    <a:pt x="8" y="4"/>
                  </a:lnTo>
                  <a:lnTo>
                    <a:pt x="8" y="4"/>
                  </a:lnTo>
                  <a:lnTo>
                    <a:pt x="8" y="4"/>
                  </a:lnTo>
                  <a:lnTo>
                    <a:pt x="8" y="4"/>
                  </a:lnTo>
                  <a:lnTo>
                    <a:pt x="8" y="0"/>
                  </a:lnTo>
                  <a:lnTo>
                    <a:pt x="12" y="0"/>
                  </a:lnTo>
                  <a:lnTo>
                    <a:pt x="12" y="0"/>
                  </a:lnTo>
                  <a:lnTo>
                    <a:pt x="12" y="0"/>
                  </a:lnTo>
                  <a:lnTo>
                    <a:pt x="12" y="0"/>
                  </a:lnTo>
                  <a:lnTo>
                    <a:pt x="12" y="4"/>
                  </a:lnTo>
                  <a:lnTo>
                    <a:pt x="12" y="4"/>
                  </a:lnTo>
                  <a:lnTo>
                    <a:pt x="12" y="4"/>
                  </a:lnTo>
                  <a:lnTo>
                    <a:pt x="12" y="4"/>
                  </a:lnTo>
                  <a:lnTo>
                    <a:pt x="12" y="4"/>
                  </a:lnTo>
                  <a:lnTo>
                    <a:pt x="16" y="8"/>
                  </a:lnTo>
                  <a:lnTo>
                    <a:pt x="16" y="8"/>
                  </a:lnTo>
                  <a:lnTo>
                    <a:pt x="16" y="8"/>
                  </a:lnTo>
                  <a:lnTo>
                    <a:pt x="16" y="8"/>
                  </a:lnTo>
                  <a:lnTo>
                    <a:pt x="16" y="8"/>
                  </a:lnTo>
                  <a:lnTo>
                    <a:pt x="16" y="8"/>
                  </a:lnTo>
                  <a:lnTo>
                    <a:pt x="16" y="8"/>
                  </a:lnTo>
                  <a:lnTo>
                    <a:pt x="16" y="12"/>
                  </a:lnTo>
                  <a:lnTo>
                    <a:pt x="20" y="12"/>
                  </a:lnTo>
                  <a:lnTo>
                    <a:pt x="20" y="12"/>
                  </a:lnTo>
                  <a:lnTo>
                    <a:pt x="20" y="12"/>
                  </a:lnTo>
                  <a:lnTo>
                    <a:pt x="20" y="12"/>
                  </a:lnTo>
                  <a:lnTo>
                    <a:pt x="20" y="16"/>
                  </a:lnTo>
                  <a:lnTo>
                    <a:pt x="20" y="16"/>
                  </a:lnTo>
                  <a:lnTo>
                    <a:pt x="20" y="16"/>
                  </a:lnTo>
                  <a:lnTo>
                    <a:pt x="20" y="16"/>
                  </a:lnTo>
                  <a:lnTo>
                    <a:pt x="20" y="16"/>
                  </a:lnTo>
                  <a:lnTo>
                    <a:pt x="20" y="18"/>
                  </a:lnTo>
                  <a:lnTo>
                    <a:pt x="20" y="18"/>
                  </a:lnTo>
                  <a:lnTo>
                    <a:pt x="20" y="16"/>
                  </a:lnTo>
                  <a:lnTo>
                    <a:pt x="20" y="16"/>
                  </a:lnTo>
                  <a:lnTo>
                    <a:pt x="20" y="18"/>
                  </a:lnTo>
                  <a:lnTo>
                    <a:pt x="24" y="18"/>
                  </a:lnTo>
                  <a:lnTo>
                    <a:pt x="24" y="22"/>
                  </a:lnTo>
                  <a:lnTo>
                    <a:pt x="24" y="22"/>
                  </a:lnTo>
                  <a:lnTo>
                    <a:pt x="24" y="22"/>
                  </a:lnTo>
                  <a:lnTo>
                    <a:pt x="24" y="22"/>
                  </a:lnTo>
                  <a:lnTo>
                    <a:pt x="24" y="22"/>
                  </a:lnTo>
                  <a:lnTo>
                    <a:pt x="24" y="22"/>
                  </a:lnTo>
                  <a:lnTo>
                    <a:pt x="24" y="22"/>
                  </a:lnTo>
                  <a:lnTo>
                    <a:pt x="24" y="22"/>
                  </a:lnTo>
                  <a:lnTo>
                    <a:pt x="24" y="22"/>
                  </a:lnTo>
                  <a:lnTo>
                    <a:pt x="24" y="22"/>
                  </a:lnTo>
                  <a:lnTo>
                    <a:pt x="24" y="26"/>
                  </a:lnTo>
                  <a:lnTo>
                    <a:pt x="24" y="26"/>
                  </a:lnTo>
                  <a:lnTo>
                    <a:pt x="24" y="26"/>
                  </a:lnTo>
                  <a:lnTo>
                    <a:pt x="24" y="26"/>
                  </a:lnTo>
                  <a:lnTo>
                    <a:pt x="24" y="26"/>
                  </a:lnTo>
                  <a:lnTo>
                    <a:pt x="24" y="26"/>
                  </a:lnTo>
                  <a:lnTo>
                    <a:pt x="24" y="26"/>
                  </a:lnTo>
                  <a:lnTo>
                    <a:pt x="26" y="22"/>
                  </a:lnTo>
                  <a:lnTo>
                    <a:pt x="26" y="26"/>
                  </a:lnTo>
                  <a:lnTo>
                    <a:pt x="26" y="26"/>
                  </a:lnTo>
                  <a:lnTo>
                    <a:pt x="26" y="26"/>
                  </a:lnTo>
                  <a:lnTo>
                    <a:pt x="26" y="26"/>
                  </a:lnTo>
                  <a:lnTo>
                    <a:pt x="26" y="30"/>
                  </a:lnTo>
                  <a:lnTo>
                    <a:pt x="26" y="30"/>
                  </a:lnTo>
                  <a:lnTo>
                    <a:pt x="26" y="30"/>
                  </a:lnTo>
                  <a:lnTo>
                    <a:pt x="26" y="30"/>
                  </a:lnTo>
                  <a:lnTo>
                    <a:pt x="26" y="34"/>
                  </a:lnTo>
                  <a:lnTo>
                    <a:pt x="30" y="38"/>
                  </a:lnTo>
                  <a:lnTo>
                    <a:pt x="30" y="38"/>
                  </a:lnTo>
                  <a:lnTo>
                    <a:pt x="30" y="38"/>
                  </a:lnTo>
                  <a:lnTo>
                    <a:pt x="30" y="38"/>
                  </a:lnTo>
                  <a:lnTo>
                    <a:pt x="30" y="38"/>
                  </a:lnTo>
                  <a:lnTo>
                    <a:pt x="30" y="38"/>
                  </a:lnTo>
                  <a:lnTo>
                    <a:pt x="30" y="38"/>
                  </a:lnTo>
                  <a:lnTo>
                    <a:pt x="30" y="38"/>
                  </a:lnTo>
                  <a:lnTo>
                    <a:pt x="30" y="38"/>
                  </a:lnTo>
                  <a:lnTo>
                    <a:pt x="30" y="38"/>
                  </a:lnTo>
                  <a:lnTo>
                    <a:pt x="30" y="42"/>
                  </a:lnTo>
                  <a:lnTo>
                    <a:pt x="30" y="42"/>
                  </a:lnTo>
                  <a:lnTo>
                    <a:pt x="30" y="42"/>
                  </a:lnTo>
                  <a:lnTo>
                    <a:pt x="30" y="42"/>
                  </a:lnTo>
                  <a:lnTo>
                    <a:pt x="30" y="42"/>
                  </a:lnTo>
                  <a:lnTo>
                    <a:pt x="30" y="42"/>
                  </a:lnTo>
                  <a:lnTo>
                    <a:pt x="30" y="42"/>
                  </a:lnTo>
                  <a:lnTo>
                    <a:pt x="30" y="42"/>
                  </a:lnTo>
                  <a:lnTo>
                    <a:pt x="34" y="42"/>
                  </a:lnTo>
                  <a:lnTo>
                    <a:pt x="34" y="46"/>
                  </a:lnTo>
                  <a:lnTo>
                    <a:pt x="34" y="46"/>
                  </a:lnTo>
                  <a:lnTo>
                    <a:pt x="34" y="46"/>
                  </a:lnTo>
                  <a:lnTo>
                    <a:pt x="34" y="46"/>
                  </a:lnTo>
                  <a:lnTo>
                    <a:pt x="34" y="46"/>
                  </a:lnTo>
                  <a:lnTo>
                    <a:pt x="34" y="48"/>
                  </a:lnTo>
                  <a:lnTo>
                    <a:pt x="34" y="48"/>
                  </a:lnTo>
                  <a:lnTo>
                    <a:pt x="34" y="48"/>
                  </a:lnTo>
                  <a:lnTo>
                    <a:pt x="34" y="52"/>
                  </a:lnTo>
                  <a:lnTo>
                    <a:pt x="34" y="52"/>
                  </a:lnTo>
                  <a:lnTo>
                    <a:pt x="34" y="52"/>
                  </a:lnTo>
                  <a:lnTo>
                    <a:pt x="30" y="56"/>
                  </a:lnTo>
                  <a:lnTo>
                    <a:pt x="30" y="56"/>
                  </a:lnTo>
                  <a:lnTo>
                    <a:pt x="30" y="56"/>
                  </a:lnTo>
                  <a:lnTo>
                    <a:pt x="30" y="56"/>
                  </a:lnTo>
                  <a:lnTo>
                    <a:pt x="30"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1" name="Freeform 54"/>
            <p:cNvSpPr>
              <a:spLocks noChangeAspect="1"/>
            </p:cNvSpPr>
            <p:nvPr/>
          </p:nvSpPr>
          <p:spPr bwMode="gray">
            <a:xfrm>
              <a:off x="5673055" y="3368314"/>
              <a:ext cx="170448" cy="163491"/>
            </a:xfrm>
            <a:custGeom>
              <a:avLst/>
              <a:gdLst>
                <a:gd name="T0" fmla="*/ 0 w 98"/>
                <a:gd name="T1" fmla="*/ 78 h 94"/>
                <a:gd name="T2" fmla="*/ 4 w 98"/>
                <a:gd name="T3" fmla="*/ 76 h 94"/>
                <a:gd name="T4" fmla="*/ 4 w 98"/>
                <a:gd name="T5" fmla="*/ 76 h 94"/>
                <a:gd name="T6" fmla="*/ 4 w 98"/>
                <a:gd name="T7" fmla="*/ 72 h 94"/>
                <a:gd name="T8" fmla="*/ 12 w 98"/>
                <a:gd name="T9" fmla="*/ 68 h 94"/>
                <a:gd name="T10" fmla="*/ 12 w 98"/>
                <a:gd name="T11" fmla="*/ 68 h 94"/>
                <a:gd name="T12" fmla="*/ 16 w 98"/>
                <a:gd name="T13" fmla="*/ 60 h 94"/>
                <a:gd name="T14" fmla="*/ 12 w 98"/>
                <a:gd name="T15" fmla="*/ 56 h 94"/>
                <a:gd name="T16" fmla="*/ 12 w 98"/>
                <a:gd name="T17" fmla="*/ 52 h 94"/>
                <a:gd name="T18" fmla="*/ 8 w 98"/>
                <a:gd name="T19" fmla="*/ 52 h 94"/>
                <a:gd name="T20" fmla="*/ 4 w 98"/>
                <a:gd name="T21" fmla="*/ 52 h 94"/>
                <a:gd name="T22" fmla="*/ 4 w 98"/>
                <a:gd name="T23" fmla="*/ 44 h 94"/>
                <a:gd name="T24" fmla="*/ 4 w 98"/>
                <a:gd name="T25" fmla="*/ 42 h 94"/>
                <a:gd name="T26" fmla="*/ 4 w 98"/>
                <a:gd name="T27" fmla="*/ 34 h 94"/>
                <a:gd name="T28" fmla="*/ 4 w 98"/>
                <a:gd name="T29" fmla="*/ 26 h 94"/>
                <a:gd name="T30" fmla="*/ 8 w 98"/>
                <a:gd name="T31" fmla="*/ 30 h 94"/>
                <a:gd name="T32" fmla="*/ 8 w 98"/>
                <a:gd name="T33" fmla="*/ 26 h 94"/>
                <a:gd name="T34" fmla="*/ 12 w 98"/>
                <a:gd name="T35" fmla="*/ 22 h 94"/>
                <a:gd name="T36" fmla="*/ 16 w 98"/>
                <a:gd name="T37" fmla="*/ 22 h 94"/>
                <a:gd name="T38" fmla="*/ 16 w 98"/>
                <a:gd name="T39" fmla="*/ 18 h 94"/>
                <a:gd name="T40" fmla="*/ 16 w 98"/>
                <a:gd name="T41" fmla="*/ 12 h 94"/>
                <a:gd name="T42" fmla="*/ 24 w 98"/>
                <a:gd name="T43" fmla="*/ 14 h 94"/>
                <a:gd name="T44" fmla="*/ 30 w 98"/>
                <a:gd name="T45" fmla="*/ 12 h 94"/>
                <a:gd name="T46" fmla="*/ 34 w 98"/>
                <a:gd name="T47" fmla="*/ 12 h 94"/>
                <a:gd name="T48" fmla="*/ 34 w 98"/>
                <a:gd name="T49" fmla="*/ 12 h 94"/>
                <a:gd name="T50" fmla="*/ 42 w 98"/>
                <a:gd name="T51" fmla="*/ 8 h 94"/>
                <a:gd name="T52" fmla="*/ 46 w 98"/>
                <a:gd name="T53" fmla="*/ 12 h 94"/>
                <a:gd name="T54" fmla="*/ 50 w 98"/>
                <a:gd name="T55" fmla="*/ 12 h 94"/>
                <a:gd name="T56" fmla="*/ 52 w 98"/>
                <a:gd name="T57" fmla="*/ 14 h 94"/>
                <a:gd name="T58" fmla="*/ 60 w 98"/>
                <a:gd name="T59" fmla="*/ 12 h 94"/>
                <a:gd name="T60" fmla="*/ 68 w 98"/>
                <a:gd name="T61" fmla="*/ 8 h 94"/>
                <a:gd name="T62" fmla="*/ 72 w 98"/>
                <a:gd name="T63" fmla="*/ 8 h 94"/>
                <a:gd name="T64" fmla="*/ 76 w 98"/>
                <a:gd name="T65" fmla="*/ 4 h 94"/>
                <a:gd name="T66" fmla="*/ 82 w 98"/>
                <a:gd name="T67" fmla="*/ 4 h 94"/>
                <a:gd name="T68" fmla="*/ 90 w 98"/>
                <a:gd name="T69" fmla="*/ 4 h 94"/>
                <a:gd name="T70" fmla="*/ 94 w 98"/>
                <a:gd name="T71" fmla="*/ 0 h 94"/>
                <a:gd name="T72" fmla="*/ 98 w 98"/>
                <a:gd name="T73" fmla="*/ 4 h 94"/>
                <a:gd name="T74" fmla="*/ 82 w 98"/>
                <a:gd name="T75" fmla="*/ 18 h 94"/>
                <a:gd name="T76" fmla="*/ 82 w 98"/>
                <a:gd name="T77" fmla="*/ 30 h 94"/>
                <a:gd name="T78" fmla="*/ 82 w 98"/>
                <a:gd name="T79" fmla="*/ 38 h 94"/>
                <a:gd name="T80" fmla="*/ 80 w 98"/>
                <a:gd name="T81" fmla="*/ 42 h 94"/>
                <a:gd name="T82" fmla="*/ 80 w 98"/>
                <a:gd name="T83" fmla="*/ 44 h 94"/>
                <a:gd name="T84" fmla="*/ 80 w 98"/>
                <a:gd name="T85" fmla="*/ 56 h 94"/>
                <a:gd name="T86" fmla="*/ 60 w 98"/>
                <a:gd name="T87" fmla="*/ 68 h 94"/>
                <a:gd name="T88" fmla="*/ 46 w 98"/>
                <a:gd name="T89" fmla="*/ 76 h 94"/>
                <a:gd name="T90" fmla="*/ 30 w 98"/>
                <a:gd name="T91" fmla="*/ 86 h 94"/>
                <a:gd name="T92" fmla="*/ 20 w 98"/>
                <a:gd name="T93" fmla="*/ 94 h 94"/>
                <a:gd name="T94" fmla="*/ 12 w 98"/>
                <a:gd name="T95" fmla="*/ 94 h 94"/>
                <a:gd name="T96" fmla="*/ 8 w 98"/>
                <a:gd name="T97" fmla="*/ 90 h 94"/>
                <a:gd name="T98" fmla="*/ 4 w 98"/>
                <a:gd name="T99" fmla="*/ 86 h 94"/>
                <a:gd name="T100" fmla="*/ 0 w 98"/>
                <a:gd name="T101" fmla="*/ 86 h 94"/>
                <a:gd name="T102" fmla="*/ 0 w 98"/>
                <a:gd name="T103" fmla="*/ 86 h 94"/>
                <a:gd name="T104" fmla="*/ 0 w 98"/>
                <a:gd name="T105" fmla="*/ 82 h 94"/>
                <a:gd name="T106" fmla="*/ 0 w 98"/>
                <a:gd name="T107" fmla="*/ 78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8" h="94">
                  <a:moveTo>
                    <a:pt x="0" y="78"/>
                  </a:moveTo>
                  <a:lnTo>
                    <a:pt x="0" y="78"/>
                  </a:lnTo>
                  <a:lnTo>
                    <a:pt x="0" y="78"/>
                  </a:lnTo>
                  <a:lnTo>
                    <a:pt x="0" y="78"/>
                  </a:lnTo>
                  <a:lnTo>
                    <a:pt x="0" y="78"/>
                  </a:lnTo>
                  <a:lnTo>
                    <a:pt x="0" y="78"/>
                  </a:lnTo>
                  <a:lnTo>
                    <a:pt x="0" y="78"/>
                  </a:lnTo>
                  <a:lnTo>
                    <a:pt x="4" y="76"/>
                  </a:lnTo>
                  <a:lnTo>
                    <a:pt x="4" y="76"/>
                  </a:lnTo>
                  <a:lnTo>
                    <a:pt x="4" y="76"/>
                  </a:lnTo>
                  <a:lnTo>
                    <a:pt x="4" y="76"/>
                  </a:lnTo>
                  <a:lnTo>
                    <a:pt x="4" y="76"/>
                  </a:lnTo>
                  <a:lnTo>
                    <a:pt x="4" y="76"/>
                  </a:lnTo>
                  <a:lnTo>
                    <a:pt x="4" y="76"/>
                  </a:lnTo>
                  <a:lnTo>
                    <a:pt x="4" y="76"/>
                  </a:lnTo>
                  <a:lnTo>
                    <a:pt x="4" y="76"/>
                  </a:lnTo>
                  <a:lnTo>
                    <a:pt x="8" y="72"/>
                  </a:lnTo>
                  <a:lnTo>
                    <a:pt x="8" y="72"/>
                  </a:lnTo>
                  <a:lnTo>
                    <a:pt x="8" y="72"/>
                  </a:lnTo>
                  <a:lnTo>
                    <a:pt x="4" y="72"/>
                  </a:lnTo>
                  <a:lnTo>
                    <a:pt x="4" y="72"/>
                  </a:lnTo>
                  <a:lnTo>
                    <a:pt x="8" y="68"/>
                  </a:lnTo>
                  <a:lnTo>
                    <a:pt x="8" y="68"/>
                  </a:lnTo>
                  <a:lnTo>
                    <a:pt x="8" y="68"/>
                  </a:lnTo>
                  <a:lnTo>
                    <a:pt x="12" y="68"/>
                  </a:lnTo>
                  <a:lnTo>
                    <a:pt x="12" y="68"/>
                  </a:lnTo>
                  <a:lnTo>
                    <a:pt x="12" y="68"/>
                  </a:lnTo>
                  <a:lnTo>
                    <a:pt x="12" y="68"/>
                  </a:lnTo>
                  <a:lnTo>
                    <a:pt x="12" y="68"/>
                  </a:lnTo>
                  <a:lnTo>
                    <a:pt x="12" y="68"/>
                  </a:lnTo>
                  <a:lnTo>
                    <a:pt x="12" y="64"/>
                  </a:lnTo>
                  <a:lnTo>
                    <a:pt x="12" y="64"/>
                  </a:lnTo>
                  <a:lnTo>
                    <a:pt x="12" y="64"/>
                  </a:lnTo>
                  <a:lnTo>
                    <a:pt x="12" y="64"/>
                  </a:lnTo>
                  <a:lnTo>
                    <a:pt x="16" y="60"/>
                  </a:lnTo>
                  <a:lnTo>
                    <a:pt x="16" y="60"/>
                  </a:lnTo>
                  <a:lnTo>
                    <a:pt x="16" y="60"/>
                  </a:lnTo>
                  <a:lnTo>
                    <a:pt x="16" y="56"/>
                  </a:lnTo>
                  <a:lnTo>
                    <a:pt x="16" y="56"/>
                  </a:lnTo>
                  <a:lnTo>
                    <a:pt x="12" y="56"/>
                  </a:lnTo>
                  <a:lnTo>
                    <a:pt x="12" y="52"/>
                  </a:lnTo>
                  <a:lnTo>
                    <a:pt x="12" y="56"/>
                  </a:lnTo>
                  <a:lnTo>
                    <a:pt x="12" y="52"/>
                  </a:lnTo>
                  <a:lnTo>
                    <a:pt x="12" y="52"/>
                  </a:lnTo>
                  <a:lnTo>
                    <a:pt x="12" y="52"/>
                  </a:lnTo>
                  <a:lnTo>
                    <a:pt x="12" y="52"/>
                  </a:lnTo>
                  <a:lnTo>
                    <a:pt x="12" y="52"/>
                  </a:lnTo>
                  <a:lnTo>
                    <a:pt x="12" y="52"/>
                  </a:lnTo>
                  <a:lnTo>
                    <a:pt x="8" y="52"/>
                  </a:lnTo>
                  <a:lnTo>
                    <a:pt x="8" y="52"/>
                  </a:lnTo>
                  <a:lnTo>
                    <a:pt x="8" y="52"/>
                  </a:lnTo>
                  <a:lnTo>
                    <a:pt x="8" y="52"/>
                  </a:lnTo>
                  <a:lnTo>
                    <a:pt x="8" y="52"/>
                  </a:lnTo>
                  <a:lnTo>
                    <a:pt x="8" y="52"/>
                  </a:lnTo>
                  <a:lnTo>
                    <a:pt x="4" y="52"/>
                  </a:lnTo>
                  <a:lnTo>
                    <a:pt x="4" y="48"/>
                  </a:lnTo>
                  <a:lnTo>
                    <a:pt x="4" y="48"/>
                  </a:lnTo>
                  <a:lnTo>
                    <a:pt x="4" y="44"/>
                  </a:lnTo>
                  <a:lnTo>
                    <a:pt x="4" y="44"/>
                  </a:lnTo>
                  <a:lnTo>
                    <a:pt x="4" y="44"/>
                  </a:lnTo>
                  <a:lnTo>
                    <a:pt x="4" y="42"/>
                  </a:lnTo>
                  <a:lnTo>
                    <a:pt x="4" y="42"/>
                  </a:lnTo>
                  <a:lnTo>
                    <a:pt x="4" y="42"/>
                  </a:lnTo>
                  <a:lnTo>
                    <a:pt x="4" y="42"/>
                  </a:lnTo>
                  <a:lnTo>
                    <a:pt x="4" y="42"/>
                  </a:lnTo>
                  <a:lnTo>
                    <a:pt x="4" y="42"/>
                  </a:lnTo>
                  <a:lnTo>
                    <a:pt x="4" y="38"/>
                  </a:lnTo>
                  <a:lnTo>
                    <a:pt x="4" y="38"/>
                  </a:lnTo>
                  <a:lnTo>
                    <a:pt x="4" y="34"/>
                  </a:lnTo>
                  <a:lnTo>
                    <a:pt x="4" y="34"/>
                  </a:lnTo>
                  <a:lnTo>
                    <a:pt x="4" y="34"/>
                  </a:lnTo>
                  <a:lnTo>
                    <a:pt x="4" y="30"/>
                  </a:lnTo>
                  <a:lnTo>
                    <a:pt x="4" y="30"/>
                  </a:lnTo>
                  <a:lnTo>
                    <a:pt x="4" y="30"/>
                  </a:lnTo>
                  <a:lnTo>
                    <a:pt x="4" y="26"/>
                  </a:lnTo>
                  <a:lnTo>
                    <a:pt x="8" y="26"/>
                  </a:lnTo>
                  <a:lnTo>
                    <a:pt x="8" y="30"/>
                  </a:lnTo>
                  <a:lnTo>
                    <a:pt x="8" y="30"/>
                  </a:lnTo>
                  <a:lnTo>
                    <a:pt x="8" y="30"/>
                  </a:lnTo>
                  <a:lnTo>
                    <a:pt x="8" y="30"/>
                  </a:lnTo>
                  <a:lnTo>
                    <a:pt x="8" y="30"/>
                  </a:lnTo>
                  <a:lnTo>
                    <a:pt x="8" y="30"/>
                  </a:lnTo>
                  <a:lnTo>
                    <a:pt x="8" y="30"/>
                  </a:lnTo>
                  <a:lnTo>
                    <a:pt x="8" y="26"/>
                  </a:lnTo>
                  <a:lnTo>
                    <a:pt x="8" y="26"/>
                  </a:lnTo>
                  <a:lnTo>
                    <a:pt x="12" y="26"/>
                  </a:lnTo>
                  <a:lnTo>
                    <a:pt x="12" y="26"/>
                  </a:lnTo>
                  <a:lnTo>
                    <a:pt x="12" y="26"/>
                  </a:lnTo>
                  <a:lnTo>
                    <a:pt x="12" y="22"/>
                  </a:lnTo>
                  <a:lnTo>
                    <a:pt x="12" y="22"/>
                  </a:lnTo>
                  <a:lnTo>
                    <a:pt x="12" y="22"/>
                  </a:lnTo>
                  <a:lnTo>
                    <a:pt x="16" y="22"/>
                  </a:lnTo>
                  <a:lnTo>
                    <a:pt x="16" y="22"/>
                  </a:lnTo>
                  <a:lnTo>
                    <a:pt x="16" y="22"/>
                  </a:lnTo>
                  <a:lnTo>
                    <a:pt x="16" y="22"/>
                  </a:lnTo>
                  <a:lnTo>
                    <a:pt x="16" y="22"/>
                  </a:lnTo>
                  <a:lnTo>
                    <a:pt x="16" y="18"/>
                  </a:lnTo>
                  <a:lnTo>
                    <a:pt x="16" y="18"/>
                  </a:lnTo>
                  <a:lnTo>
                    <a:pt x="16" y="18"/>
                  </a:lnTo>
                  <a:lnTo>
                    <a:pt x="16" y="18"/>
                  </a:lnTo>
                  <a:lnTo>
                    <a:pt x="16" y="14"/>
                  </a:lnTo>
                  <a:lnTo>
                    <a:pt x="16" y="14"/>
                  </a:lnTo>
                  <a:lnTo>
                    <a:pt x="16" y="12"/>
                  </a:lnTo>
                  <a:lnTo>
                    <a:pt x="16" y="12"/>
                  </a:lnTo>
                  <a:lnTo>
                    <a:pt x="16" y="12"/>
                  </a:lnTo>
                  <a:lnTo>
                    <a:pt x="16" y="12"/>
                  </a:lnTo>
                  <a:lnTo>
                    <a:pt x="20" y="12"/>
                  </a:lnTo>
                  <a:lnTo>
                    <a:pt x="20" y="12"/>
                  </a:lnTo>
                  <a:lnTo>
                    <a:pt x="24" y="12"/>
                  </a:lnTo>
                  <a:lnTo>
                    <a:pt x="24" y="14"/>
                  </a:lnTo>
                  <a:lnTo>
                    <a:pt x="24" y="14"/>
                  </a:lnTo>
                  <a:lnTo>
                    <a:pt x="24" y="14"/>
                  </a:lnTo>
                  <a:lnTo>
                    <a:pt x="26" y="14"/>
                  </a:lnTo>
                  <a:lnTo>
                    <a:pt x="26" y="14"/>
                  </a:lnTo>
                  <a:lnTo>
                    <a:pt x="30" y="12"/>
                  </a:lnTo>
                  <a:lnTo>
                    <a:pt x="30" y="12"/>
                  </a:lnTo>
                  <a:lnTo>
                    <a:pt x="30" y="12"/>
                  </a:lnTo>
                  <a:lnTo>
                    <a:pt x="30" y="12"/>
                  </a:lnTo>
                  <a:lnTo>
                    <a:pt x="30" y="12"/>
                  </a:lnTo>
                  <a:lnTo>
                    <a:pt x="34" y="12"/>
                  </a:lnTo>
                  <a:lnTo>
                    <a:pt x="34" y="12"/>
                  </a:lnTo>
                  <a:lnTo>
                    <a:pt x="34" y="12"/>
                  </a:lnTo>
                  <a:lnTo>
                    <a:pt x="34" y="12"/>
                  </a:lnTo>
                  <a:lnTo>
                    <a:pt x="34" y="12"/>
                  </a:lnTo>
                  <a:lnTo>
                    <a:pt x="34" y="12"/>
                  </a:lnTo>
                  <a:lnTo>
                    <a:pt x="38" y="12"/>
                  </a:lnTo>
                  <a:lnTo>
                    <a:pt x="38" y="8"/>
                  </a:lnTo>
                  <a:lnTo>
                    <a:pt x="38" y="8"/>
                  </a:lnTo>
                  <a:lnTo>
                    <a:pt x="42" y="8"/>
                  </a:lnTo>
                  <a:lnTo>
                    <a:pt x="42" y="8"/>
                  </a:lnTo>
                  <a:lnTo>
                    <a:pt x="42" y="12"/>
                  </a:lnTo>
                  <a:lnTo>
                    <a:pt x="42" y="12"/>
                  </a:lnTo>
                  <a:lnTo>
                    <a:pt x="46" y="12"/>
                  </a:lnTo>
                  <a:lnTo>
                    <a:pt x="46" y="12"/>
                  </a:lnTo>
                  <a:lnTo>
                    <a:pt x="46" y="12"/>
                  </a:lnTo>
                  <a:lnTo>
                    <a:pt x="46" y="12"/>
                  </a:lnTo>
                  <a:lnTo>
                    <a:pt x="50" y="12"/>
                  </a:lnTo>
                  <a:lnTo>
                    <a:pt x="50" y="12"/>
                  </a:lnTo>
                  <a:lnTo>
                    <a:pt x="50" y="12"/>
                  </a:lnTo>
                  <a:lnTo>
                    <a:pt x="50" y="12"/>
                  </a:lnTo>
                  <a:lnTo>
                    <a:pt x="50" y="12"/>
                  </a:lnTo>
                  <a:lnTo>
                    <a:pt x="50" y="12"/>
                  </a:lnTo>
                  <a:lnTo>
                    <a:pt x="50" y="12"/>
                  </a:lnTo>
                  <a:lnTo>
                    <a:pt x="52" y="14"/>
                  </a:lnTo>
                  <a:lnTo>
                    <a:pt x="52" y="14"/>
                  </a:lnTo>
                  <a:lnTo>
                    <a:pt x="52" y="14"/>
                  </a:lnTo>
                  <a:lnTo>
                    <a:pt x="52" y="14"/>
                  </a:lnTo>
                  <a:lnTo>
                    <a:pt x="56" y="12"/>
                  </a:lnTo>
                  <a:lnTo>
                    <a:pt x="56" y="12"/>
                  </a:lnTo>
                  <a:lnTo>
                    <a:pt x="60" y="12"/>
                  </a:lnTo>
                  <a:lnTo>
                    <a:pt x="64" y="12"/>
                  </a:lnTo>
                  <a:lnTo>
                    <a:pt x="64" y="12"/>
                  </a:lnTo>
                  <a:lnTo>
                    <a:pt x="64" y="12"/>
                  </a:lnTo>
                  <a:lnTo>
                    <a:pt x="68" y="8"/>
                  </a:lnTo>
                  <a:lnTo>
                    <a:pt x="68" y="8"/>
                  </a:lnTo>
                  <a:lnTo>
                    <a:pt x="68" y="8"/>
                  </a:lnTo>
                  <a:lnTo>
                    <a:pt x="68" y="8"/>
                  </a:lnTo>
                  <a:lnTo>
                    <a:pt x="68" y="8"/>
                  </a:lnTo>
                  <a:lnTo>
                    <a:pt x="72" y="8"/>
                  </a:lnTo>
                  <a:lnTo>
                    <a:pt x="72" y="8"/>
                  </a:lnTo>
                  <a:lnTo>
                    <a:pt x="72" y="8"/>
                  </a:lnTo>
                  <a:lnTo>
                    <a:pt x="72" y="4"/>
                  </a:lnTo>
                  <a:lnTo>
                    <a:pt x="72" y="4"/>
                  </a:lnTo>
                  <a:lnTo>
                    <a:pt x="76" y="4"/>
                  </a:lnTo>
                  <a:lnTo>
                    <a:pt x="76" y="4"/>
                  </a:lnTo>
                  <a:lnTo>
                    <a:pt x="76" y="4"/>
                  </a:lnTo>
                  <a:lnTo>
                    <a:pt x="76" y="4"/>
                  </a:lnTo>
                  <a:lnTo>
                    <a:pt x="80" y="4"/>
                  </a:lnTo>
                  <a:lnTo>
                    <a:pt x="80" y="4"/>
                  </a:lnTo>
                  <a:lnTo>
                    <a:pt x="82" y="4"/>
                  </a:lnTo>
                  <a:lnTo>
                    <a:pt x="82" y="4"/>
                  </a:lnTo>
                  <a:lnTo>
                    <a:pt x="82" y="4"/>
                  </a:lnTo>
                  <a:lnTo>
                    <a:pt x="86" y="4"/>
                  </a:lnTo>
                  <a:lnTo>
                    <a:pt x="90" y="4"/>
                  </a:lnTo>
                  <a:lnTo>
                    <a:pt x="90" y="4"/>
                  </a:lnTo>
                  <a:lnTo>
                    <a:pt x="94" y="4"/>
                  </a:lnTo>
                  <a:lnTo>
                    <a:pt x="94" y="4"/>
                  </a:lnTo>
                  <a:lnTo>
                    <a:pt x="94" y="4"/>
                  </a:lnTo>
                  <a:lnTo>
                    <a:pt x="94" y="0"/>
                  </a:lnTo>
                  <a:lnTo>
                    <a:pt x="94" y="0"/>
                  </a:lnTo>
                  <a:lnTo>
                    <a:pt x="98" y="0"/>
                  </a:lnTo>
                  <a:lnTo>
                    <a:pt x="98" y="4"/>
                  </a:lnTo>
                  <a:lnTo>
                    <a:pt x="98" y="4"/>
                  </a:lnTo>
                  <a:lnTo>
                    <a:pt x="98" y="4"/>
                  </a:lnTo>
                  <a:lnTo>
                    <a:pt x="98" y="4"/>
                  </a:lnTo>
                  <a:lnTo>
                    <a:pt x="98" y="8"/>
                  </a:lnTo>
                  <a:lnTo>
                    <a:pt x="98" y="8"/>
                  </a:lnTo>
                  <a:lnTo>
                    <a:pt x="90" y="14"/>
                  </a:lnTo>
                  <a:lnTo>
                    <a:pt x="82" y="14"/>
                  </a:lnTo>
                  <a:lnTo>
                    <a:pt x="82" y="18"/>
                  </a:lnTo>
                  <a:lnTo>
                    <a:pt x="82" y="18"/>
                  </a:lnTo>
                  <a:lnTo>
                    <a:pt x="82" y="26"/>
                  </a:lnTo>
                  <a:lnTo>
                    <a:pt x="82" y="26"/>
                  </a:lnTo>
                  <a:lnTo>
                    <a:pt x="82" y="30"/>
                  </a:lnTo>
                  <a:lnTo>
                    <a:pt x="82" y="30"/>
                  </a:lnTo>
                  <a:lnTo>
                    <a:pt x="82" y="34"/>
                  </a:lnTo>
                  <a:lnTo>
                    <a:pt x="82" y="34"/>
                  </a:lnTo>
                  <a:lnTo>
                    <a:pt x="82" y="34"/>
                  </a:lnTo>
                  <a:lnTo>
                    <a:pt x="82" y="38"/>
                  </a:lnTo>
                  <a:lnTo>
                    <a:pt x="82" y="38"/>
                  </a:lnTo>
                  <a:lnTo>
                    <a:pt x="82" y="38"/>
                  </a:lnTo>
                  <a:lnTo>
                    <a:pt x="82" y="38"/>
                  </a:lnTo>
                  <a:lnTo>
                    <a:pt x="82" y="38"/>
                  </a:lnTo>
                  <a:lnTo>
                    <a:pt x="82" y="38"/>
                  </a:lnTo>
                  <a:lnTo>
                    <a:pt x="80" y="42"/>
                  </a:lnTo>
                  <a:lnTo>
                    <a:pt x="80" y="42"/>
                  </a:lnTo>
                  <a:lnTo>
                    <a:pt x="80" y="42"/>
                  </a:lnTo>
                  <a:lnTo>
                    <a:pt x="80" y="42"/>
                  </a:lnTo>
                  <a:lnTo>
                    <a:pt x="80" y="42"/>
                  </a:lnTo>
                  <a:lnTo>
                    <a:pt x="80" y="44"/>
                  </a:lnTo>
                  <a:lnTo>
                    <a:pt x="80" y="44"/>
                  </a:lnTo>
                  <a:lnTo>
                    <a:pt x="80" y="48"/>
                  </a:lnTo>
                  <a:lnTo>
                    <a:pt x="80" y="52"/>
                  </a:lnTo>
                  <a:lnTo>
                    <a:pt x="80" y="56"/>
                  </a:lnTo>
                  <a:lnTo>
                    <a:pt x="80" y="56"/>
                  </a:lnTo>
                  <a:lnTo>
                    <a:pt x="72" y="60"/>
                  </a:lnTo>
                  <a:lnTo>
                    <a:pt x="68" y="64"/>
                  </a:lnTo>
                  <a:lnTo>
                    <a:pt x="64" y="64"/>
                  </a:lnTo>
                  <a:lnTo>
                    <a:pt x="64" y="64"/>
                  </a:lnTo>
                  <a:lnTo>
                    <a:pt x="60" y="68"/>
                  </a:lnTo>
                  <a:lnTo>
                    <a:pt x="56" y="68"/>
                  </a:lnTo>
                  <a:lnTo>
                    <a:pt x="52" y="72"/>
                  </a:lnTo>
                  <a:lnTo>
                    <a:pt x="50" y="76"/>
                  </a:lnTo>
                  <a:lnTo>
                    <a:pt x="46" y="76"/>
                  </a:lnTo>
                  <a:lnTo>
                    <a:pt x="46" y="76"/>
                  </a:lnTo>
                  <a:lnTo>
                    <a:pt x="46" y="76"/>
                  </a:lnTo>
                  <a:lnTo>
                    <a:pt x="42" y="78"/>
                  </a:lnTo>
                  <a:lnTo>
                    <a:pt x="38" y="78"/>
                  </a:lnTo>
                  <a:lnTo>
                    <a:pt x="34" y="82"/>
                  </a:lnTo>
                  <a:lnTo>
                    <a:pt x="30" y="86"/>
                  </a:lnTo>
                  <a:lnTo>
                    <a:pt x="26" y="90"/>
                  </a:lnTo>
                  <a:lnTo>
                    <a:pt x="26" y="90"/>
                  </a:lnTo>
                  <a:lnTo>
                    <a:pt x="26" y="90"/>
                  </a:lnTo>
                  <a:lnTo>
                    <a:pt x="24" y="90"/>
                  </a:lnTo>
                  <a:lnTo>
                    <a:pt x="20" y="94"/>
                  </a:lnTo>
                  <a:lnTo>
                    <a:pt x="20" y="94"/>
                  </a:lnTo>
                  <a:lnTo>
                    <a:pt x="16" y="94"/>
                  </a:lnTo>
                  <a:lnTo>
                    <a:pt x="16" y="94"/>
                  </a:lnTo>
                  <a:lnTo>
                    <a:pt x="16" y="94"/>
                  </a:lnTo>
                  <a:lnTo>
                    <a:pt x="12" y="94"/>
                  </a:lnTo>
                  <a:lnTo>
                    <a:pt x="12" y="94"/>
                  </a:lnTo>
                  <a:lnTo>
                    <a:pt x="12" y="94"/>
                  </a:lnTo>
                  <a:lnTo>
                    <a:pt x="12" y="94"/>
                  </a:lnTo>
                  <a:lnTo>
                    <a:pt x="8" y="90"/>
                  </a:lnTo>
                  <a:lnTo>
                    <a:pt x="8" y="90"/>
                  </a:lnTo>
                  <a:lnTo>
                    <a:pt x="8" y="90"/>
                  </a:lnTo>
                  <a:lnTo>
                    <a:pt x="8" y="90"/>
                  </a:lnTo>
                  <a:lnTo>
                    <a:pt x="8" y="90"/>
                  </a:lnTo>
                  <a:lnTo>
                    <a:pt x="8" y="90"/>
                  </a:lnTo>
                  <a:lnTo>
                    <a:pt x="4" y="86"/>
                  </a:lnTo>
                  <a:lnTo>
                    <a:pt x="4" y="86"/>
                  </a:lnTo>
                  <a:lnTo>
                    <a:pt x="4" y="86"/>
                  </a:lnTo>
                  <a:lnTo>
                    <a:pt x="0" y="86"/>
                  </a:lnTo>
                  <a:lnTo>
                    <a:pt x="0" y="90"/>
                  </a:lnTo>
                  <a:lnTo>
                    <a:pt x="0" y="86"/>
                  </a:lnTo>
                  <a:lnTo>
                    <a:pt x="0" y="86"/>
                  </a:lnTo>
                  <a:lnTo>
                    <a:pt x="0" y="86"/>
                  </a:lnTo>
                  <a:lnTo>
                    <a:pt x="0" y="86"/>
                  </a:lnTo>
                  <a:lnTo>
                    <a:pt x="0" y="86"/>
                  </a:lnTo>
                  <a:lnTo>
                    <a:pt x="0" y="86"/>
                  </a:lnTo>
                  <a:lnTo>
                    <a:pt x="0" y="86"/>
                  </a:lnTo>
                  <a:lnTo>
                    <a:pt x="0" y="86"/>
                  </a:lnTo>
                  <a:lnTo>
                    <a:pt x="0" y="82"/>
                  </a:lnTo>
                  <a:lnTo>
                    <a:pt x="0" y="82"/>
                  </a:lnTo>
                  <a:lnTo>
                    <a:pt x="0" y="82"/>
                  </a:lnTo>
                  <a:lnTo>
                    <a:pt x="0" y="82"/>
                  </a:lnTo>
                  <a:lnTo>
                    <a:pt x="0" y="82"/>
                  </a:lnTo>
                  <a:lnTo>
                    <a:pt x="0" y="78"/>
                  </a:lnTo>
                  <a:lnTo>
                    <a:pt x="0" y="78"/>
                  </a:lnTo>
                  <a:lnTo>
                    <a:pt x="0" y="78"/>
                  </a:lnTo>
                  <a:lnTo>
                    <a:pt x="0" y="78"/>
                  </a:lnTo>
                  <a:lnTo>
                    <a:pt x="0" y="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2" name="Freeform 55"/>
            <p:cNvSpPr>
              <a:spLocks noChangeAspect="1"/>
            </p:cNvSpPr>
            <p:nvPr/>
          </p:nvSpPr>
          <p:spPr bwMode="gray">
            <a:xfrm>
              <a:off x="6459202" y="3243088"/>
              <a:ext cx="187840" cy="153055"/>
            </a:xfrm>
            <a:custGeom>
              <a:avLst/>
              <a:gdLst>
                <a:gd name="T0" fmla="*/ 100 w 108"/>
                <a:gd name="T1" fmla="*/ 72 h 88"/>
                <a:gd name="T2" fmla="*/ 90 w 108"/>
                <a:gd name="T3" fmla="*/ 76 h 88"/>
                <a:gd name="T4" fmla="*/ 90 w 108"/>
                <a:gd name="T5" fmla="*/ 72 h 88"/>
                <a:gd name="T6" fmla="*/ 82 w 108"/>
                <a:gd name="T7" fmla="*/ 72 h 88"/>
                <a:gd name="T8" fmla="*/ 74 w 108"/>
                <a:gd name="T9" fmla="*/ 76 h 88"/>
                <a:gd name="T10" fmla="*/ 68 w 108"/>
                <a:gd name="T11" fmla="*/ 80 h 88"/>
                <a:gd name="T12" fmla="*/ 60 w 108"/>
                <a:gd name="T13" fmla="*/ 84 h 88"/>
                <a:gd name="T14" fmla="*/ 56 w 108"/>
                <a:gd name="T15" fmla="*/ 72 h 88"/>
                <a:gd name="T16" fmla="*/ 60 w 108"/>
                <a:gd name="T17" fmla="*/ 64 h 88"/>
                <a:gd name="T18" fmla="*/ 52 w 108"/>
                <a:gd name="T19" fmla="*/ 60 h 88"/>
                <a:gd name="T20" fmla="*/ 52 w 108"/>
                <a:gd name="T21" fmla="*/ 54 h 88"/>
                <a:gd name="T22" fmla="*/ 44 w 108"/>
                <a:gd name="T23" fmla="*/ 58 h 88"/>
                <a:gd name="T24" fmla="*/ 38 w 108"/>
                <a:gd name="T25" fmla="*/ 64 h 88"/>
                <a:gd name="T26" fmla="*/ 38 w 108"/>
                <a:gd name="T27" fmla="*/ 68 h 88"/>
                <a:gd name="T28" fmla="*/ 26 w 108"/>
                <a:gd name="T29" fmla="*/ 72 h 88"/>
                <a:gd name="T30" fmla="*/ 22 w 108"/>
                <a:gd name="T31" fmla="*/ 72 h 88"/>
                <a:gd name="T32" fmla="*/ 12 w 108"/>
                <a:gd name="T33" fmla="*/ 76 h 88"/>
                <a:gd name="T34" fmla="*/ 4 w 108"/>
                <a:gd name="T35" fmla="*/ 76 h 88"/>
                <a:gd name="T36" fmla="*/ 8 w 108"/>
                <a:gd name="T37" fmla="*/ 68 h 88"/>
                <a:gd name="T38" fmla="*/ 12 w 108"/>
                <a:gd name="T39" fmla="*/ 58 h 88"/>
                <a:gd name="T40" fmla="*/ 12 w 108"/>
                <a:gd name="T41" fmla="*/ 54 h 88"/>
                <a:gd name="T42" fmla="*/ 12 w 108"/>
                <a:gd name="T43" fmla="*/ 46 h 88"/>
                <a:gd name="T44" fmla="*/ 4 w 108"/>
                <a:gd name="T45" fmla="*/ 42 h 88"/>
                <a:gd name="T46" fmla="*/ 0 w 108"/>
                <a:gd name="T47" fmla="*/ 34 h 88"/>
                <a:gd name="T48" fmla="*/ 8 w 108"/>
                <a:gd name="T49" fmla="*/ 28 h 88"/>
                <a:gd name="T50" fmla="*/ 14 w 108"/>
                <a:gd name="T51" fmla="*/ 30 h 88"/>
                <a:gd name="T52" fmla="*/ 18 w 108"/>
                <a:gd name="T53" fmla="*/ 24 h 88"/>
                <a:gd name="T54" fmla="*/ 18 w 108"/>
                <a:gd name="T55" fmla="*/ 20 h 88"/>
                <a:gd name="T56" fmla="*/ 18 w 108"/>
                <a:gd name="T57" fmla="*/ 16 h 88"/>
                <a:gd name="T58" fmla="*/ 26 w 108"/>
                <a:gd name="T59" fmla="*/ 12 h 88"/>
                <a:gd name="T60" fmla="*/ 30 w 108"/>
                <a:gd name="T61" fmla="*/ 4 h 88"/>
                <a:gd name="T62" fmla="*/ 38 w 108"/>
                <a:gd name="T63" fmla="*/ 8 h 88"/>
                <a:gd name="T64" fmla="*/ 42 w 108"/>
                <a:gd name="T65" fmla="*/ 0 h 88"/>
                <a:gd name="T66" fmla="*/ 48 w 108"/>
                <a:gd name="T67" fmla="*/ 4 h 88"/>
                <a:gd name="T68" fmla="*/ 44 w 108"/>
                <a:gd name="T69" fmla="*/ 12 h 88"/>
                <a:gd name="T70" fmla="*/ 44 w 108"/>
                <a:gd name="T71" fmla="*/ 16 h 88"/>
                <a:gd name="T72" fmla="*/ 44 w 108"/>
                <a:gd name="T73" fmla="*/ 20 h 88"/>
                <a:gd name="T74" fmla="*/ 44 w 108"/>
                <a:gd name="T75" fmla="*/ 24 h 88"/>
                <a:gd name="T76" fmla="*/ 38 w 108"/>
                <a:gd name="T77" fmla="*/ 16 h 88"/>
                <a:gd name="T78" fmla="*/ 30 w 108"/>
                <a:gd name="T79" fmla="*/ 24 h 88"/>
                <a:gd name="T80" fmla="*/ 26 w 108"/>
                <a:gd name="T81" fmla="*/ 24 h 88"/>
                <a:gd name="T82" fmla="*/ 30 w 108"/>
                <a:gd name="T83" fmla="*/ 30 h 88"/>
                <a:gd name="T84" fmla="*/ 42 w 108"/>
                <a:gd name="T85" fmla="*/ 30 h 88"/>
                <a:gd name="T86" fmla="*/ 44 w 108"/>
                <a:gd name="T87" fmla="*/ 30 h 88"/>
                <a:gd name="T88" fmla="*/ 52 w 108"/>
                <a:gd name="T89" fmla="*/ 30 h 88"/>
                <a:gd name="T90" fmla="*/ 60 w 108"/>
                <a:gd name="T91" fmla="*/ 30 h 88"/>
                <a:gd name="T92" fmla="*/ 60 w 108"/>
                <a:gd name="T93" fmla="*/ 34 h 88"/>
                <a:gd name="T94" fmla="*/ 68 w 108"/>
                <a:gd name="T95" fmla="*/ 38 h 88"/>
                <a:gd name="T96" fmla="*/ 74 w 108"/>
                <a:gd name="T97" fmla="*/ 34 h 88"/>
                <a:gd name="T98" fmla="*/ 82 w 108"/>
                <a:gd name="T99" fmla="*/ 30 h 88"/>
                <a:gd name="T100" fmla="*/ 90 w 108"/>
                <a:gd name="T101" fmla="*/ 34 h 88"/>
                <a:gd name="T102" fmla="*/ 90 w 108"/>
                <a:gd name="T103" fmla="*/ 42 h 88"/>
                <a:gd name="T104" fmla="*/ 94 w 108"/>
                <a:gd name="T105" fmla="*/ 50 h 88"/>
                <a:gd name="T106" fmla="*/ 100 w 108"/>
                <a:gd name="T107" fmla="*/ 50 h 88"/>
                <a:gd name="T108" fmla="*/ 104 w 108"/>
                <a:gd name="T109" fmla="*/ 58 h 88"/>
                <a:gd name="T110" fmla="*/ 108 w 108"/>
                <a:gd name="T111" fmla="*/ 64 h 88"/>
                <a:gd name="T112" fmla="*/ 108 w 108"/>
                <a:gd name="T113" fmla="*/ 68 h 88"/>
                <a:gd name="T114" fmla="*/ 104 w 108"/>
                <a:gd name="T115" fmla="*/ 7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08" h="88">
                  <a:moveTo>
                    <a:pt x="104" y="76"/>
                  </a:moveTo>
                  <a:lnTo>
                    <a:pt x="104" y="72"/>
                  </a:lnTo>
                  <a:lnTo>
                    <a:pt x="100" y="72"/>
                  </a:lnTo>
                  <a:lnTo>
                    <a:pt x="98" y="72"/>
                  </a:lnTo>
                  <a:lnTo>
                    <a:pt x="94" y="72"/>
                  </a:lnTo>
                  <a:lnTo>
                    <a:pt x="90" y="76"/>
                  </a:lnTo>
                  <a:lnTo>
                    <a:pt x="86" y="76"/>
                  </a:lnTo>
                  <a:lnTo>
                    <a:pt x="86" y="72"/>
                  </a:lnTo>
                  <a:lnTo>
                    <a:pt x="90" y="72"/>
                  </a:lnTo>
                  <a:lnTo>
                    <a:pt x="86" y="72"/>
                  </a:lnTo>
                  <a:lnTo>
                    <a:pt x="86" y="68"/>
                  </a:lnTo>
                  <a:lnTo>
                    <a:pt x="82" y="72"/>
                  </a:lnTo>
                  <a:lnTo>
                    <a:pt x="78" y="72"/>
                  </a:lnTo>
                  <a:lnTo>
                    <a:pt x="78" y="76"/>
                  </a:lnTo>
                  <a:lnTo>
                    <a:pt x="74" y="76"/>
                  </a:lnTo>
                  <a:lnTo>
                    <a:pt x="74" y="80"/>
                  </a:lnTo>
                  <a:lnTo>
                    <a:pt x="70" y="80"/>
                  </a:lnTo>
                  <a:lnTo>
                    <a:pt x="68" y="80"/>
                  </a:lnTo>
                  <a:lnTo>
                    <a:pt x="64" y="84"/>
                  </a:lnTo>
                  <a:lnTo>
                    <a:pt x="60" y="88"/>
                  </a:lnTo>
                  <a:lnTo>
                    <a:pt x="60" y="84"/>
                  </a:lnTo>
                  <a:lnTo>
                    <a:pt x="56" y="80"/>
                  </a:lnTo>
                  <a:lnTo>
                    <a:pt x="56" y="76"/>
                  </a:lnTo>
                  <a:lnTo>
                    <a:pt x="56" y="72"/>
                  </a:lnTo>
                  <a:lnTo>
                    <a:pt x="56" y="68"/>
                  </a:lnTo>
                  <a:lnTo>
                    <a:pt x="56" y="64"/>
                  </a:lnTo>
                  <a:lnTo>
                    <a:pt x="60" y="64"/>
                  </a:lnTo>
                  <a:lnTo>
                    <a:pt x="60" y="60"/>
                  </a:lnTo>
                  <a:lnTo>
                    <a:pt x="56" y="60"/>
                  </a:lnTo>
                  <a:lnTo>
                    <a:pt x="52" y="60"/>
                  </a:lnTo>
                  <a:lnTo>
                    <a:pt x="56" y="58"/>
                  </a:lnTo>
                  <a:lnTo>
                    <a:pt x="56" y="54"/>
                  </a:lnTo>
                  <a:lnTo>
                    <a:pt x="52" y="54"/>
                  </a:lnTo>
                  <a:lnTo>
                    <a:pt x="48" y="50"/>
                  </a:lnTo>
                  <a:lnTo>
                    <a:pt x="44" y="54"/>
                  </a:lnTo>
                  <a:lnTo>
                    <a:pt x="44" y="58"/>
                  </a:lnTo>
                  <a:lnTo>
                    <a:pt x="42" y="60"/>
                  </a:lnTo>
                  <a:lnTo>
                    <a:pt x="38" y="60"/>
                  </a:lnTo>
                  <a:lnTo>
                    <a:pt x="38" y="64"/>
                  </a:lnTo>
                  <a:lnTo>
                    <a:pt x="42" y="64"/>
                  </a:lnTo>
                  <a:lnTo>
                    <a:pt x="42" y="68"/>
                  </a:lnTo>
                  <a:lnTo>
                    <a:pt x="38" y="68"/>
                  </a:lnTo>
                  <a:lnTo>
                    <a:pt x="34" y="68"/>
                  </a:lnTo>
                  <a:lnTo>
                    <a:pt x="30" y="68"/>
                  </a:lnTo>
                  <a:lnTo>
                    <a:pt x="26" y="72"/>
                  </a:lnTo>
                  <a:lnTo>
                    <a:pt x="26" y="76"/>
                  </a:lnTo>
                  <a:lnTo>
                    <a:pt x="22" y="76"/>
                  </a:lnTo>
                  <a:lnTo>
                    <a:pt x="22" y="72"/>
                  </a:lnTo>
                  <a:lnTo>
                    <a:pt x="18" y="72"/>
                  </a:lnTo>
                  <a:lnTo>
                    <a:pt x="14" y="76"/>
                  </a:lnTo>
                  <a:lnTo>
                    <a:pt x="12" y="76"/>
                  </a:lnTo>
                  <a:lnTo>
                    <a:pt x="12" y="80"/>
                  </a:lnTo>
                  <a:lnTo>
                    <a:pt x="8" y="80"/>
                  </a:lnTo>
                  <a:lnTo>
                    <a:pt x="4" y="76"/>
                  </a:lnTo>
                  <a:lnTo>
                    <a:pt x="4" y="72"/>
                  </a:lnTo>
                  <a:lnTo>
                    <a:pt x="4" y="68"/>
                  </a:lnTo>
                  <a:lnTo>
                    <a:pt x="8" y="68"/>
                  </a:lnTo>
                  <a:lnTo>
                    <a:pt x="8" y="64"/>
                  </a:lnTo>
                  <a:lnTo>
                    <a:pt x="12" y="60"/>
                  </a:lnTo>
                  <a:lnTo>
                    <a:pt x="12" y="58"/>
                  </a:lnTo>
                  <a:lnTo>
                    <a:pt x="14" y="58"/>
                  </a:lnTo>
                  <a:lnTo>
                    <a:pt x="12" y="58"/>
                  </a:lnTo>
                  <a:lnTo>
                    <a:pt x="12" y="54"/>
                  </a:lnTo>
                  <a:lnTo>
                    <a:pt x="8" y="50"/>
                  </a:lnTo>
                  <a:lnTo>
                    <a:pt x="8" y="46"/>
                  </a:lnTo>
                  <a:lnTo>
                    <a:pt x="12" y="46"/>
                  </a:lnTo>
                  <a:lnTo>
                    <a:pt x="12" y="42"/>
                  </a:lnTo>
                  <a:lnTo>
                    <a:pt x="8" y="42"/>
                  </a:lnTo>
                  <a:lnTo>
                    <a:pt x="4" y="42"/>
                  </a:lnTo>
                  <a:lnTo>
                    <a:pt x="4" y="38"/>
                  </a:lnTo>
                  <a:lnTo>
                    <a:pt x="0" y="38"/>
                  </a:lnTo>
                  <a:lnTo>
                    <a:pt x="0" y="34"/>
                  </a:lnTo>
                  <a:lnTo>
                    <a:pt x="0" y="30"/>
                  </a:lnTo>
                  <a:lnTo>
                    <a:pt x="4" y="28"/>
                  </a:lnTo>
                  <a:lnTo>
                    <a:pt x="8" y="28"/>
                  </a:lnTo>
                  <a:lnTo>
                    <a:pt x="8" y="30"/>
                  </a:lnTo>
                  <a:lnTo>
                    <a:pt x="12" y="30"/>
                  </a:lnTo>
                  <a:lnTo>
                    <a:pt x="14" y="30"/>
                  </a:lnTo>
                  <a:lnTo>
                    <a:pt x="14" y="28"/>
                  </a:lnTo>
                  <a:lnTo>
                    <a:pt x="14" y="24"/>
                  </a:lnTo>
                  <a:lnTo>
                    <a:pt x="18" y="24"/>
                  </a:lnTo>
                  <a:lnTo>
                    <a:pt x="18" y="20"/>
                  </a:lnTo>
                  <a:lnTo>
                    <a:pt x="22" y="20"/>
                  </a:lnTo>
                  <a:lnTo>
                    <a:pt x="18" y="20"/>
                  </a:lnTo>
                  <a:lnTo>
                    <a:pt x="14" y="20"/>
                  </a:lnTo>
                  <a:lnTo>
                    <a:pt x="14" y="16"/>
                  </a:lnTo>
                  <a:lnTo>
                    <a:pt x="18" y="16"/>
                  </a:lnTo>
                  <a:lnTo>
                    <a:pt x="22" y="16"/>
                  </a:lnTo>
                  <a:lnTo>
                    <a:pt x="26" y="16"/>
                  </a:lnTo>
                  <a:lnTo>
                    <a:pt x="26" y="12"/>
                  </a:lnTo>
                  <a:lnTo>
                    <a:pt x="26" y="8"/>
                  </a:lnTo>
                  <a:lnTo>
                    <a:pt x="26" y="4"/>
                  </a:lnTo>
                  <a:lnTo>
                    <a:pt x="30" y="4"/>
                  </a:lnTo>
                  <a:lnTo>
                    <a:pt x="30" y="8"/>
                  </a:lnTo>
                  <a:lnTo>
                    <a:pt x="34" y="8"/>
                  </a:lnTo>
                  <a:lnTo>
                    <a:pt x="38" y="8"/>
                  </a:lnTo>
                  <a:lnTo>
                    <a:pt x="38" y="4"/>
                  </a:lnTo>
                  <a:lnTo>
                    <a:pt x="42" y="4"/>
                  </a:lnTo>
                  <a:lnTo>
                    <a:pt x="42" y="0"/>
                  </a:lnTo>
                  <a:lnTo>
                    <a:pt x="44" y="0"/>
                  </a:lnTo>
                  <a:lnTo>
                    <a:pt x="44" y="4"/>
                  </a:lnTo>
                  <a:lnTo>
                    <a:pt x="48" y="4"/>
                  </a:lnTo>
                  <a:lnTo>
                    <a:pt x="48" y="8"/>
                  </a:lnTo>
                  <a:lnTo>
                    <a:pt x="44" y="8"/>
                  </a:lnTo>
                  <a:lnTo>
                    <a:pt x="44" y="12"/>
                  </a:lnTo>
                  <a:lnTo>
                    <a:pt x="42" y="12"/>
                  </a:lnTo>
                  <a:lnTo>
                    <a:pt x="42" y="16"/>
                  </a:lnTo>
                  <a:lnTo>
                    <a:pt x="44" y="16"/>
                  </a:lnTo>
                  <a:lnTo>
                    <a:pt x="48" y="16"/>
                  </a:lnTo>
                  <a:lnTo>
                    <a:pt x="48" y="20"/>
                  </a:lnTo>
                  <a:lnTo>
                    <a:pt x="44" y="20"/>
                  </a:lnTo>
                  <a:lnTo>
                    <a:pt x="44" y="24"/>
                  </a:lnTo>
                  <a:lnTo>
                    <a:pt x="42" y="24"/>
                  </a:lnTo>
                  <a:lnTo>
                    <a:pt x="44" y="24"/>
                  </a:lnTo>
                  <a:lnTo>
                    <a:pt x="44" y="20"/>
                  </a:lnTo>
                  <a:lnTo>
                    <a:pt x="42" y="20"/>
                  </a:lnTo>
                  <a:lnTo>
                    <a:pt x="38" y="16"/>
                  </a:lnTo>
                  <a:lnTo>
                    <a:pt x="34" y="20"/>
                  </a:lnTo>
                  <a:lnTo>
                    <a:pt x="30" y="20"/>
                  </a:lnTo>
                  <a:lnTo>
                    <a:pt x="30" y="24"/>
                  </a:lnTo>
                  <a:lnTo>
                    <a:pt x="26" y="24"/>
                  </a:lnTo>
                  <a:lnTo>
                    <a:pt x="26" y="20"/>
                  </a:lnTo>
                  <a:lnTo>
                    <a:pt x="26" y="24"/>
                  </a:lnTo>
                  <a:lnTo>
                    <a:pt x="26" y="28"/>
                  </a:lnTo>
                  <a:lnTo>
                    <a:pt x="26" y="30"/>
                  </a:lnTo>
                  <a:lnTo>
                    <a:pt x="30" y="30"/>
                  </a:lnTo>
                  <a:lnTo>
                    <a:pt x="34" y="30"/>
                  </a:lnTo>
                  <a:lnTo>
                    <a:pt x="38" y="30"/>
                  </a:lnTo>
                  <a:lnTo>
                    <a:pt x="42" y="30"/>
                  </a:lnTo>
                  <a:lnTo>
                    <a:pt x="42" y="28"/>
                  </a:lnTo>
                  <a:lnTo>
                    <a:pt x="44" y="28"/>
                  </a:lnTo>
                  <a:lnTo>
                    <a:pt x="44" y="30"/>
                  </a:lnTo>
                  <a:lnTo>
                    <a:pt x="48" y="30"/>
                  </a:lnTo>
                  <a:lnTo>
                    <a:pt x="48" y="34"/>
                  </a:lnTo>
                  <a:lnTo>
                    <a:pt x="52" y="30"/>
                  </a:lnTo>
                  <a:lnTo>
                    <a:pt x="56" y="30"/>
                  </a:lnTo>
                  <a:lnTo>
                    <a:pt x="56" y="28"/>
                  </a:lnTo>
                  <a:lnTo>
                    <a:pt x="60" y="30"/>
                  </a:lnTo>
                  <a:lnTo>
                    <a:pt x="56" y="30"/>
                  </a:lnTo>
                  <a:lnTo>
                    <a:pt x="60" y="30"/>
                  </a:lnTo>
                  <a:lnTo>
                    <a:pt x="60" y="34"/>
                  </a:lnTo>
                  <a:lnTo>
                    <a:pt x="64" y="34"/>
                  </a:lnTo>
                  <a:lnTo>
                    <a:pt x="68" y="34"/>
                  </a:lnTo>
                  <a:lnTo>
                    <a:pt x="68" y="38"/>
                  </a:lnTo>
                  <a:lnTo>
                    <a:pt x="68" y="34"/>
                  </a:lnTo>
                  <a:lnTo>
                    <a:pt x="70" y="34"/>
                  </a:lnTo>
                  <a:lnTo>
                    <a:pt x="74" y="34"/>
                  </a:lnTo>
                  <a:lnTo>
                    <a:pt x="78" y="34"/>
                  </a:lnTo>
                  <a:lnTo>
                    <a:pt x="82" y="34"/>
                  </a:lnTo>
                  <a:lnTo>
                    <a:pt x="82" y="30"/>
                  </a:lnTo>
                  <a:lnTo>
                    <a:pt x="86" y="30"/>
                  </a:lnTo>
                  <a:lnTo>
                    <a:pt x="90" y="30"/>
                  </a:lnTo>
                  <a:lnTo>
                    <a:pt x="90" y="34"/>
                  </a:lnTo>
                  <a:lnTo>
                    <a:pt x="86" y="34"/>
                  </a:lnTo>
                  <a:lnTo>
                    <a:pt x="90" y="38"/>
                  </a:lnTo>
                  <a:lnTo>
                    <a:pt x="90" y="42"/>
                  </a:lnTo>
                  <a:lnTo>
                    <a:pt x="90" y="46"/>
                  </a:lnTo>
                  <a:lnTo>
                    <a:pt x="90" y="50"/>
                  </a:lnTo>
                  <a:lnTo>
                    <a:pt x="94" y="50"/>
                  </a:lnTo>
                  <a:lnTo>
                    <a:pt x="94" y="46"/>
                  </a:lnTo>
                  <a:lnTo>
                    <a:pt x="98" y="46"/>
                  </a:lnTo>
                  <a:lnTo>
                    <a:pt x="100" y="50"/>
                  </a:lnTo>
                  <a:lnTo>
                    <a:pt x="104" y="50"/>
                  </a:lnTo>
                  <a:lnTo>
                    <a:pt x="104" y="54"/>
                  </a:lnTo>
                  <a:lnTo>
                    <a:pt x="104" y="58"/>
                  </a:lnTo>
                  <a:lnTo>
                    <a:pt x="104" y="60"/>
                  </a:lnTo>
                  <a:lnTo>
                    <a:pt x="104" y="64"/>
                  </a:lnTo>
                  <a:lnTo>
                    <a:pt x="108" y="64"/>
                  </a:lnTo>
                  <a:lnTo>
                    <a:pt x="104" y="64"/>
                  </a:lnTo>
                  <a:lnTo>
                    <a:pt x="104" y="68"/>
                  </a:lnTo>
                  <a:lnTo>
                    <a:pt x="108" y="68"/>
                  </a:lnTo>
                  <a:lnTo>
                    <a:pt x="108" y="72"/>
                  </a:lnTo>
                  <a:lnTo>
                    <a:pt x="104" y="76"/>
                  </a:lnTo>
                  <a:lnTo>
                    <a:pt x="104" y="76"/>
                  </a:lnTo>
                  <a:lnTo>
                    <a:pt x="104" y="7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3" name="Freeform 56"/>
            <p:cNvSpPr>
              <a:spLocks noChangeAspect="1" noEditPoints="1"/>
            </p:cNvSpPr>
            <p:nvPr/>
          </p:nvSpPr>
          <p:spPr bwMode="gray">
            <a:xfrm>
              <a:off x="7193172" y="3907485"/>
              <a:ext cx="205233" cy="448729"/>
            </a:xfrm>
            <a:custGeom>
              <a:avLst/>
              <a:gdLst>
                <a:gd name="T0" fmla="*/ 54 w 118"/>
                <a:gd name="T1" fmla="*/ 258 h 258"/>
                <a:gd name="T2" fmla="*/ 50 w 118"/>
                <a:gd name="T3" fmla="*/ 246 h 258"/>
                <a:gd name="T4" fmla="*/ 40 w 118"/>
                <a:gd name="T5" fmla="*/ 242 h 258"/>
                <a:gd name="T6" fmla="*/ 36 w 118"/>
                <a:gd name="T7" fmla="*/ 232 h 258"/>
                <a:gd name="T8" fmla="*/ 24 w 118"/>
                <a:gd name="T9" fmla="*/ 220 h 258"/>
                <a:gd name="T10" fmla="*/ 18 w 118"/>
                <a:gd name="T11" fmla="*/ 212 h 258"/>
                <a:gd name="T12" fmla="*/ 14 w 118"/>
                <a:gd name="T13" fmla="*/ 202 h 258"/>
                <a:gd name="T14" fmla="*/ 18 w 118"/>
                <a:gd name="T15" fmla="*/ 182 h 258"/>
                <a:gd name="T16" fmla="*/ 28 w 118"/>
                <a:gd name="T17" fmla="*/ 160 h 258"/>
                <a:gd name="T18" fmla="*/ 32 w 118"/>
                <a:gd name="T19" fmla="*/ 142 h 258"/>
                <a:gd name="T20" fmla="*/ 28 w 118"/>
                <a:gd name="T21" fmla="*/ 122 h 258"/>
                <a:gd name="T22" fmla="*/ 20 w 118"/>
                <a:gd name="T23" fmla="*/ 108 h 258"/>
                <a:gd name="T24" fmla="*/ 14 w 118"/>
                <a:gd name="T25" fmla="*/ 94 h 258"/>
                <a:gd name="T26" fmla="*/ 18 w 118"/>
                <a:gd name="T27" fmla="*/ 74 h 258"/>
                <a:gd name="T28" fmla="*/ 18 w 118"/>
                <a:gd name="T29" fmla="*/ 60 h 258"/>
                <a:gd name="T30" fmla="*/ 6 w 118"/>
                <a:gd name="T31" fmla="*/ 48 h 258"/>
                <a:gd name="T32" fmla="*/ 4 w 118"/>
                <a:gd name="T33" fmla="*/ 34 h 258"/>
                <a:gd name="T34" fmla="*/ 6 w 118"/>
                <a:gd name="T35" fmla="*/ 22 h 258"/>
                <a:gd name="T36" fmla="*/ 18 w 118"/>
                <a:gd name="T37" fmla="*/ 12 h 258"/>
                <a:gd name="T38" fmla="*/ 28 w 118"/>
                <a:gd name="T39" fmla="*/ 8 h 258"/>
                <a:gd name="T40" fmla="*/ 40 w 118"/>
                <a:gd name="T41" fmla="*/ 4 h 258"/>
                <a:gd name="T42" fmla="*/ 44 w 118"/>
                <a:gd name="T43" fmla="*/ 12 h 258"/>
                <a:gd name="T44" fmla="*/ 54 w 118"/>
                <a:gd name="T45" fmla="*/ 22 h 258"/>
                <a:gd name="T46" fmla="*/ 54 w 118"/>
                <a:gd name="T47" fmla="*/ 38 h 258"/>
                <a:gd name="T48" fmla="*/ 54 w 118"/>
                <a:gd name="T49" fmla="*/ 52 h 258"/>
                <a:gd name="T50" fmla="*/ 66 w 118"/>
                <a:gd name="T51" fmla="*/ 40 h 258"/>
                <a:gd name="T52" fmla="*/ 76 w 118"/>
                <a:gd name="T53" fmla="*/ 44 h 258"/>
                <a:gd name="T54" fmla="*/ 88 w 118"/>
                <a:gd name="T55" fmla="*/ 38 h 258"/>
                <a:gd name="T56" fmla="*/ 102 w 118"/>
                <a:gd name="T57" fmla="*/ 48 h 258"/>
                <a:gd name="T58" fmla="*/ 106 w 118"/>
                <a:gd name="T59" fmla="*/ 64 h 258"/>
                <a:gd name="T60" fmla="*/ 110 w 118"/>
                <a:gd name="T61" fmla="*/ 78 h 258"/>
                <a:gd name="T62" fmla="*/ 114 w 118"/>
                <a:gd name="T63" fmla="*/ 94 h 258"/>
                <a:gd name="T64" fmla="*/ 110 w 118"/>
                <a:gd name="T65" fmla="*/ 104 h 258"/>
                <a:gd name="T66" fmla="*/ 96 w 118"/>
                <a:gd name="T67" fmla="*/ 104 h 258"/>
                <a:gd name="T68" fmla="*/ 80 w 118"/>
                <a:gd name="T69" fmla="*/ 112 h 258"/>
                <a:gd name="T70" fmla="*/ 70 w 118"/>
                <a:gd name="T71" fmla="*/ 122 h 258"/>
                <a:gd name="T72" fmla="*/ 76 w 118"/>
                <a:gd name="T73" fmla="*/ 142 h 258"/>
                <a:gd name="T74" fmla="*/ 76 w 118"/>
                <a:gd name="T75" fmla="*/ 146 h 258"/>
                <a:gd name="T76" fmla="*/ 66 w 118"/>
                <a:gd name="T77" fmla="*/ 134 h 258"/>
                <a:gd name="T78" fmla="*/ 50 w 118"/>
                <a:gd name="T79" fmla="*/ 134 h 258"/>
                <a:gd name="T80" fmla="*/ 50 w 118"/>
                <a:gd name="T81" fmla="*/ 120 h 258"/>
                <a:gd name="T82" fmla="*/ 40 w 118"/>
                <a:gd name="T83" fmla="*/ 126 h 258"/>
                <a:gd name="T84" fmla="*/ 36 w 118"/>
                <a:gd name="T85" fmla="*/ 148 h 258"/>
                <a:gd name="T86" fmla="*/ 28 w 118"/>
                <a:gd name="T87" fmla="*/ 168 h 258"/>
                <a:gd name="T88" fmla="*/ 28 w 118"/>
                <a:gd name="T89" fmla="*/ 190 h 258"/>
                <a:gd name="T90" fmla="*/ 36 w 118"/>
                <a:gd name="T91" fmla="*/ 204 h 258"/>
                <a:gd name="T92" fmla="*/ 44 w 118"/>
                <a:gd name="T93" fmla="*/ 212 h 258"/>
                <a:gd name="T94" fmla="*/ 46 w 118"/>
                <a:gd name="T95" fmla="*/ 232 h 258"/>
                <a:gd name="T96" fmla="*/ 40 w 118"/>
                <a:gd name="T97" fmla="*/ 224 h 258"/>
                <a:gd name="T98" fmla="*/ 46 w 118"/>
                <a:gd name="T99" fmla="*/ 232 h 258"/>
                <a:gd name="T100" fmla="*/ 58 w 118"/>
                <a:gd name="T101" fmla="*/ 234 h 258"/>
                <a:gd name="T102" fmla="*/ 66 w 118"/>
                <a:gd name="T103" fmla="*/ 254 h 258"/>
                <a:gd name="T104" fmla="*/ 18 w 118"/>
                <a:gd name="T105" fmla="*/ 212 h 258"/>
                <a:gd name="T106" fmla="*/ 32 w 118"/>
                <a:gd name="T107" fmla="*/ 238 h 258"/>
                <a:gd name="T108" fmla="*/ 72 w 118"/>
                <a:gd name="T109" fmla="*/ 146 h 258"/>
                <a:gd name="T110" fmla="*/ 72 w 118"/>
                <a:gd name="T111" fmla="*/ 148 h 258"/>
                <a:gd name="T112" fmla="*/ 40 w 118"/>
                <a:gd name="T113" fmla="*/ 190 h 258"/>
                <a:gd name="T114" fmla="*/ 14 w 118"/>
                <a:gd name="T115" fmla="*/ 216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8" h="258">
                  <a:moveTo>
                    <a:pt x="62" y="254"/>
                  </a:moveTo>
                  <a:lnTo>
                    <a:pt x="62" y="250"/>
                  </a:lnTo>
                  <a:lnTo>
                    <a:pt x="58" y="250"/>
                  </a:lnTo>
                  <a:lnTo>
                    <a:pt x="58" y="254"/>
                  </a:lnTo>
                  <a:lnTo>
                    <a:pt x="54" y="254"/>
                  </a:lnTo>
                  <a:lnTo>
                    <a:pt x="54" y="258"/>
                  </a:lnTo>
                  <a:lnTo>
                    <a:pt x="54" y="254"/>
                  </a:lnTo>
                  <a:lnTo>
                    <a:pt x="50" y="254"/>
                  </a:lnTo>
                  <a:lnTo>
                    <a:pt x="50" y="250"/>
                  </a:lnTo>
                  <a:lnTo>
                    <a:pt x="54" y="250"/>
                  </a:lnTo>
                  <a:lnTo>
                    <a:pt x="54" y="246"/>
                  </a:lnTo>
                  <a:lnTo>
                    <a:pt x="50" y="246"/>
                  </a:lnTo>
                  <a:lnTo>
                    <a:pt x="50" y="242"/>
                  </a:lnTo>
                  <a:lnTo>
                    <a:pt x="46" y="242"/>
                  </a:lnTo>
                  <a:lnTo>
                    <a:pt x="44" y="242"/>
                  </a:lnTo>
                  <a:lnTo>
                    <a:pt x="44" y="238"/>
                  </a:lnTo>
                  <a:lnTo>
                    <a:pt x="40" y="238"/>
                  </a:lnTo>
                  <a:lnTo>
                    <a:pt x="40" y="242"/>
                  </a:lnTo>
                  <a:lnTo>
                    <a:pt x="40" y="238"/>
                  </a:lnTo>
                  <a:lnTo>
                    <a:pt x="36" y="238"/>
                  </a:lnTo>
                  <a:lnTo>
                    <a:pt x="36" y="234"/>
                  </a:lnTo>
                  <a:lnTo>
                    <a:pt x="32" y="234"/>
                  </a:lnTo>
                  <a:lnTo>
                    <a:pt x="32" y="232"/>
                  </a:lnTo>
                  <a:lnTo>
                    <a:pt x="36" y="232"/>
                  </a:lnTo>
                  <a:lnTo>
                    <a:pt x="32" y="232"/>
                  </a:lnTo>
                  <a:lnTo>
                    <a:pt x="32" y="228"/>
                  </a:lnTo>
                  <a:lnTo>
                    <a:pt x="28" y="228"/>
                  </a:lnTo>
                  <a:lnTo>
                    <a:pt x="28" y="224"/>
                  </a:lnTo>
                  <a:lnTo>
                    <a:pt x="28" y="220"/>
                  </a:lnTo>
                  <a:lnTo>
                    <a:pt x="24" y="220"/>
                  </a:lnTo>
                  <a:lnTo>
                    <a:pt x="24" y="216"/>
                  </a:lnTo>
                  <a:lnTo>
                    <a:pt x="20" y="216"/>
                  </a:lnTo>
                  <a:lnTo>
                    <a:pt x="20" y="212"/>
                  </a:lnTo>
                  <a:lnTo>
                    <a:pt x="20" y="208"/>
                  </a:lnTo>
                  <a:lnTo>
                    <a:pt x="18" y="208"/>
                  </a:lnTo>
                  <a:lnTo>
                    <a:pt x="18" y="212"/>
                  </a:lnTo>
                  <a:lnTo>
                    <a:pt x="18" y="208"/>
                  </a:lnTo>
                  <a:lnTo>
                    <a:pt x="18" y="212"/>
                  </a:lnTo>
                  <a:lnTo>
                    <a:pt x="14" y="212"/>
                  </a:lnTo>
                  <a:lnTo>
                    <a:pt x="14" y="208"/>
                  </a:lnTo>
                  <a:lnTo>
                    <a:pt x="14" y="204"/>
                  </a:lnTo>
                  <a:lnTo>
                    <a:pt x="14" y="202"/>
                  </a:lnTo>
                  <a:lnTo>
                    <a:pt x="14" y="198"/>
                  </a:lnTo>
                  <a:lnTo>
                    <a:pt x="14" y="194"/>
                  </a:lnTo>
                  <a:lnTo>
                    <a:pt x="14" y="190"/>
                  </a:lnTo>
                  <a:lnTo>
                    <a:pt x="18" y="190"/>
                  </a:lnTo>
                  <a:lnTo>
                    <a:pt x="18" y="186"/>
                  </a:lnTo>
                  <a:lnTo>
                    <a:pt x="18" y="182"/>
                  </a:lnTo>
                  <a:lnTo>
                    <a:pt x="20" y="178"/>
                  </a:lnTo>
                  <a:lnTo>
                    <a:pt x="20" y="176"/>
                  </a:lnTo>
                  <a:lnTo>
                    <a:pt x="20" y="172"/>
                  </a:lnTo>
                  <a:lnTo>
                    <a:pt x="20" y="168"/>
                  </a:lnTo>
                  <a:lnTo>
                    <a:pt x="24" y="164"/>
                  </a:lnTo>
                  <a:lnTo>
                    <a:pt x="28" y="160"/>
                  </a:lnTo>
                  <a:lnTo>
                    <a:pt x="28" y="156"/>
                  </a:lnTo>
                  <a:lnTo>
                    <a:pt x="28" y="152"/>
                  </a:lnTo>
                  <a:lnTo>
                    <a:pt x="32" y="152"/>
                  </a:lnTo>
                  <a:lnTo>
                    <a:pt x="32" y="148"/>
                  </a:lnTo>
                  <a:lnTo>
                    <a:pt x="32" y="146"/>
                  </a:lnTo>
                  <a:lnTo>
                    <a:pt x="32" y="142"/>
                  </a:lnTo>
                  <a:lnTo>
                    <a:pt x="28" y="142"/>
                  </a:lnTo>
                  <a:lnTo>
                    <a:pt x="28" y="138"/>
                  </a:lnTo>
                  <a:lnTo>
                    <a:pt x="28" y="134"/>
                  </a:lnTo>
                  <a:lnTo>
                    <a:pt x="24" y="126"/>
                  </a:lnTo>
                  <a:lnTo>
                    <a:pt x="28" y="126"/>
                  </a:lnTo>
                  <a:lnTo>
                    <a:pt x="28" y="122"/>
                  </a:lnTo>
                  <a:lnTo>
                    <a:pt x="24" y="122"/>
                  </a:lnTo>
                  <a:lnTo>
                    <a:pt x="24" y="120"/>
                  </a:lnTo>
                  <a:lnTo>
                    <a:pt x="24" y="116"/>
                  </a:lnTo>
                  <a:lnTo>
                    <a:pt x="24" y="112"/>
                  </a:lnTo>
                  <a:lnTo>
                    <a:pt x="20" y="112"/>
                  </a:lnTo>
                  <a:lnTo>
                    <a:pt x="20" y="108"/>
                  </a:lnTo>
                  <a:lnTo>
                    <a:pt x="18" y="108"/>
                  </a:lnTo>
                  <a:lnTo>
                    <a:pt x="18" y="104"/>
                  </a:lnTo>
                  <a:lnTo>
                    <a:pt x="18" y="100"/>
                  </a:lnTo>
                  <a:lnTo>
                    <a:pt x="14" y="100"/>
                  </a:lnTo>
                  <a:lnTo>
                    <a:pt x="14" y="96"/>
                  </a:lnTo>
                  <a:lnTo>
                    <a:pt x="14" y="94"/>
                  </a:lnTo>
                  <a:lnTo>
                    <a:pt x="14" y="90"/>
                  </a:lnTo>
                  <a:lnTo>
                    <a:pt x="18" y="90"/>
                  </a:lnTo>
                  <a:lnTo>
                    <a:pt x="18" y="86"/>
                  </a:lnTo>
                  <a:lnTo>
                    <a:pt x="18" y="82"/>
                  </a:lnTo>
                  <a:lnTo>
                    <a:pt x="18" y="78"/>
                  </a:lnTo>
                  <a:lnTo>
                    <a:pt x="18" y="74"/>
                  </a:lnTo>
                  <a:lnTo>
                    <a:pt x="20" y="74"/>
                  </a:lnTo>
                  <a:lnTo>
                    <a:pt x="20" y="70"/>
                  </a:lnTo>
                  <a:lnTo>
                    <a:pt x="18" y="70"/>
                  </a:lnTo>
                  <a:lnTo>
                    <a:pt x="18" y="66"/>
                  </a:lnTo>
                  <a:lnTo>
                    <a:pt x="18" y="64"/>
                  </a:lnTo>
                  <a:lnTo>
                    <a:pt x="18" y="60"/>
                  </a:lnTo>
                  <a:lnTo>
                    <a:pt x="14" y="60"/>
                  </a:lnTo>
                  <a:lnTo>
                    <a:pt x="14" y="56"/>
                  </a:lnTo>
                  <a:lnTo>
                    <a:pt x="10" y="56"/>
                  </a:lnTo>
                  <a:lnTo>
                    <a:pt x="10" y="52"/>
                  </a:lnTo>
                  <a:lnTo>
                    <a:pt x="10" y="48"/>
                  </a:lnTo>
                  <a:lnTo>
                    <a:pt x="6" y="48"/>
                  </a:lnTo>
                  <a:lnTo>
                    <a:pt x="6" y="44"/>
                  </a:lnTo>
                  <a:lnTo>
                    <a:pt x="6" y="40"/>
                  </a:lnTo>
                  <a:lnTo>
                    <a:pt x="4" y="38"/>
                  </a:lnTo>
                  <a:lnTo>
                    <a:pt x="6" y="38"/>
                  </a:lnTo>
                  <a:lnTo>
                    <a:pt x="4" y="38"/>
                  </a:lnTo>
                  <a:lnTo>
                    <a:pt x="4" y="34"/>
                  </a:lnTo>
                  <a:lnTo>
                    <a:pt x="0" y="34"/>
                  </a:lnTo>
                  <a:lnTo>
                    <a:pt x="4" y="34"/>
                  </a:lnTo>
                  <a:lnTo>
                    <a:pt x="6" y="34"/>
                  </a:lnTo>
                  <a:lnTo>
                    <a:pt x="6" y="30"/>
                  </a:lnTo>
                  <a:lnTo>
                    <a:pt x="6" y="26"/>
                  </a:lnTo>
                  <a:lnTo>
                    <a:pt x="6" y="22"/>
                  </a:lnTo>
                  <a:lnTo>
                    <a:pt x="6" y="18"/>
                  </a:lnTo>
                  <a:lnTo>
                    <a:pt x="6" y="14"/>
                  </a:lnTo>
                  <a:lnTo>
                    <a:pt x="10" y="14"/>
                  </a:lnTo>
                  <a:lnTo>
                    <a:pt x="10" y="12"/>
                  </a:lnTo>
                  <a:lnTo>
                    <a:pt x="14" y="12"/>
                  </a:lnTo>
                  <a:lnTo>
                    <a:pt x="18" y="12"/>
                  </a:lnTo>
                  <a:lnTo>
                    <a:pt x="20" y="12"/>
                  </a:lnTo>
                  <a:lnTo>
                    <a:pt x="24" y="12"/>
                  </a:lnTo>
                  <a:lnTo>
                    <a:pt x="24" y="8"/>
                  </a:lnTo>
                  <a:lnTo>
                    <a:pt x="24" y="4"/>
                  </a:lnTo>
                  <a:lnTo>
                    <a:pt x="28" y="4"/>
                  </a:lnTo>
                  <a:lnTo>
                    <a:pt x="28" y="8"/>
                  </a:lnTo>
                  <a:lnTo>
                    <a:pt x="28" y="4"/>
                  </a:lnTo>
                  <a:lnTo>
                    <a:pt x="32" y="4"/>
                  </a:lnTo>
                  <a:lnTo>
                    <a:pt x="32" y="0"/>
                  </a:lnTo>
                  <a:lnTo>
                    <a:pt x="36" y="0"/>
                  </a:lnTo>
                  <a:lnTo>
                    <a:pt x="40" y="0"/>
                  </a:lnTo>
                  <a:lnTo>
                    <a:pt x="40" y="4"/>
                  </a:lnTo>
                  <a:lnTo>
                    <a:pt x="40" y="0"/>
                  </a:lnTo>
                  <a:lnTo>
                    <a:pt x="44" y="0"/>
                  </a:lnTo>
                  <a:lnTo>
                    <a:pt x="44" y="4"/>
                  </a:lnTo>
                  <a:lnTo>
                    <a:pt x="46" y="4"/>
                  </a:lnTo>
                  <a:lnTo>
                    <a:pt x="46" y="8"/>
                  </a:lnTo>
                  <a:lnTo>
                    <a:pt x="44" y="12"/>
                  </a:lnTo>
                  <a:lnTo>
                    <a:pt x="44" y="14"/>
                  </a:lnTo>
                  <a:lnTo>
                    <a:pt x="46" y="14"/>
                  </a:lnTo>
                  <a:lnTo>
                    <a:pt x="50" y="14"/>
                  </a:lnTo>
                  <a:lnTo>
                    <a:pt x="54" y="14"/>
                  </a:lnTo>
                  <a:lnTo>
                    <a:pt x="54" y="18"/>
                  </a:lnTo>
                  <a:lnTo>
                    <a:pt x="54" y="22"/>
                  </a:lnTo>
                  <a:lnTo>
                    <a:pt x="58" y="22"/>
                  </a:lnTo>
                  <a:lnTo>
                    <a:pt x="58" y="26"/>
                  </a:lnTo>
                  <a:lnTo>
                    <a:pt x="54" y="26"/>
                  </a:lnTo>
                  <a:lnTo>
                    <a:pt x="54" y="30"/>
                  </a:lnTo>
                  <a:lnTo>
                    <a:pt x="54" y="34"/>
                  </a:lnTo>
                  <a:lnTo>
                    <a:pt x="54" y="38"/>
                  </a:lnTo>
                  <a:lnTo>
                    <a:pt x="54" y="40"/>
                  </a:lnTo>
                  <a:lnTo>
                    <a:pt x="54" y="44"/>
                  </a:lnTo>
                  <a:lnTo>
                    <a:pt x="50" y="44"/>
                  </a:lnTo>
                  <a:lnTo>
                    <a:pt x="50" y="48"/>
                  </a:lnTo>
                  <a:lnTo>
                    <a:pt x="50" y="52"/>
                  </a:lnTo>
                  <a:lnTo>
                    <a:pt x="54" y="52"/>
                  </a:lnTo>
                  <a:lnTo>
                    <a:pt x="54" y="48"/>
                  </a:lnTo>
                  <a:lnTo>
                    <a:pt x="58" y="48"/>
                  </a:lnTo>
                  <a:lnTo>
                    <a:pt x="58" y="44"/>
                  </a:lnTo>
                  <a:lnTo>
                    <a:pt x="62" y="44"/>
                  </a:lnTo>
                  <a:lnTo>
                    <a:pt x="62" y="40"/>
                  </a:lnTo>
                  <a:lnTo>
                    <a:pt x="66" y="40"/>
                  </a:lnTo>
                  <a:lnTo>
                    <a:pt x="66" y="38"/>
                  </a:lnTo>
                  <a:lnTo>
                    <a:pt x="70" y="38"/>
                  </a:lnTo>
                  <a:lnTo>
                    <a:pt x="70" y="40"/>
                  </a:lnTo>
                  <a:lnTo>
                    <a:pt x="72" y="40"/>
                  </a:lnTo>
                  <a:lnTo>
                    <a:pt x="72" y="44"/>
                  </a:lnTo>
                  <a:lnTo>
                    <a:pt x="76" y="44"/>
                  </a:lnTo>
                  <a:lnTo>
                    <a:pt x="76" y="40"/>
                  </a:lnTo>
                  <a:lnTo>
                    <a:pt x="80" y="40"/>
                  </a:lnTo>
                  <a:lnTo>
                    <a:pt x="84" y="38"/>
                  </a:lnTo>
                  <a:lnTo>
                    <a:pt x="84" y="34"/>
                  </a:lnTo>
                  <a:lnTo>
                    <a:pt x="88" y="34"/>
                  </a:lnTo>
                  <a:lnTo>
                    <a:pt x="88" y="38"/>
                  </a:lnTo>
                  <a:lnTo>
                    <a:pt x="92" y="38"/>
                  </a:lnTo>
                  <a:lnTo>
                    <a:pt x="96" y="38"/>
                  </a:lnTo>
                  <a:lnTo>
                    <a:pt x="96" y="40"/>
                  </a:lnTo>
                  <a:lnTo>
                    <a:pt x="98" y="44"/>
                  </a:lnTo>
                  <a:lnTo>
                    <a:pt x="98" y="48"/>
                  </a:lnTo>
                  <a:lnTo>
                    <a:pt x="102" y="48"/>
                  </a:lnTo>
                  <a:lnTo>
                    <a:pt x="102" y="52"/>
                  </a:lnTo>
                  <a:lnTo>
                    <a:pt x="106" y="52"/>
                  </a:lnTo>
                  <a:lnTo>
                    <a:pt x="106" y="56"/>
                  </a:lnTo>
                  <a:lnTo>
                    <a:pt x="106" y="60"/>
                  </a:lnTo>
                  <a:lnTo>
                    <a:pt x="102" y="60"/>
                  </a:lnTo>
                  <a:lnTo>
                    <a:pt x="106" y="64"/>
                  </a:lnTo>
                  <a:lnTo>
                    <a:pt x="106" y="66"/>
                  </a:lnTo>
                  <a:lnTo>
                    <a:pt x="102" y="66"/>
                  </a:lnTo>
                  <a:lnTo>
                    <a:pt x="106" y="66"/>
                  </a:lnTo>
                  <a:lnTo>
                    <a:pt x="106" y="70"/>
                  </a:lnTo>
                  <a:lnTo>
                    <a:pt x="110" y="74"/>
                  </a:lnTo>
                  <a:lnTo>
                    <a:pt x="110" y="78"/>
                  </a:lnTo>
                  <a:lnTo>
                    <a:pt x="114" y="78"/>
                  </a:lnTo>
                  <a:lnTo>
                    <a:pt x="114" y="82"/>
                  </a:lnTo>
                  <a:lnTo>
                    <a:pt x="118" y="82"/>
                  </a:lnTo>
                  <a:lnTo>
                    <a:pt x="118" y="86"/>
                  </a:lnTo>
                  <a:lnTo>
                    <a:pt x="118" y="90"/>
                  </a:lnTo>
                  <a:lnTo>
                    <a:pt x="114" y="94"/>
                  </a:lnTo>
                  <a:lnTo>
                    <a:pt x="118" y="94"/>
                  </a:lnTo>
                  <a:lnTo>
                    <a:pt x="118" y="96"/>
                  </a:lnTo>
                  <a:lnTo>
                    <a:pt x="114" y="96"/>
                  </a:lnTo>
                  <a:lnTo>
                    <a:pt x="114" y="100"/>
                  </a:lnTo>
                  <a:lnTo>
                    <a:pt x="114" y="104"/>
                  </a:lnTo>
                  <a:lnTo>
                    <a:pt x="110" y="104"/>
                  </a:lnTo>
                  <a:lnTo>
                    <a:pt x="110" y="108"/>
                  </a:lnTo>
                  <a:lnTo>
                    <a:pt x="106" y="108"/>
                  </a:lnTo>
                  <a:lnTo>
                    <a:pt x="106" y="104"/>
                  </a:lnTo>
                  <a:lnTo>
                    <a:pt x="102" y="104"/>
                  </a:lnTo>
                  <a:lnTo>
                    <a:pt x="98" y="104"/>
                  </a:lnTo>
                  <a:lnTo>
                    <a:pt x="96" y="104"/>
                  </a:lnTo>
                  <a:lnTo>
                    <a:pt x="92" y="104"/>
                  </a:lnTo>
                  <a:lnTo>
                    <a:pt x="88" y="104"/>
                  </a:lnTo>
                  <a:lnTo>
                    <a:pt x="84" y="104"/>
                  </a:lnTo>
                  <a:lnTo>
                    <a:pt x="84" y="108"/>
                  </a:lnTo>
                  <a:lnTo>
                    <a:pt x="80" y="108"/>
                  </a:lnTo>
                  <a:lnTo>
                    <a:pt x="80" y="112"/>
                  </a:lnTo>
                  <a:lnTo>
                    <a:pt x="76" y="112"/>
                  </a:lnTo>
                  <a:lnTo>
                    <a:pt x="76" y="116"/>
                  </a:lnTo>
                  <a:lnTo>
                    <a:pt x="72" y="116"/>
                  </a:lnTo>
                  <a:lnTo>
                    <a:pt x="72" y="120"/>
                  </a:lnTo>
                  <a:lnTo>
                    <a:pt x="70" y="120"/>
                  </a:lnTo>
                  <a:lnTo>
                    <a:pt x="70" y="122"/>
                  </a:lnTo>
                  <a:lnTo>
                    <a:pt x="72" y="126"/>
                  </a:lnTo>
                  <a:lnTo>
                    <a:pt x="72" y="130"/>
                  </a:lnTo>
                  <a:lnTo>
                    <a:pt x="72" y="134"/>
                  </a:lnTo>
                  <a:lnTo>
                    <a:pt x="72" y="138"/>
                  </a:lnTo>
                  <a:lnTo>
                    <a:pt x="76" y="138"/>
                  </a:lnTo>
                  <a:lnTo>
                    <a:pt x="76" y="142"/>
                  </a:lnTo>
                  <a:lnTo>
                    <a:pt x="76" y="146"/>
                  </a:lnTo>
                  <a:lnTo>
                    <a:pt x="76" y="148"/>
                  </a:lnTo>
                  <a:lnTo>
                    <a:pt x="80" y="148"/>
                  </a:lnTo>
                  <a:lnTo>
                    <a:pt x="80" y="152"/>
                  </a:lnTo>
                  <a:lnTo>
                    <a:pt x="76" y="148"/>
                  </a:lnTo>
                  <a:lnTo>
                    <a:pt x="76" y="146"/>
                  </a:lnTo>
                  <a:lnTo>
                    <a:pt x="72" y="142"/>
                  </a:lnTo>
                  <a:lnTo>
                    <a:pt x="72" y="146"/>
                  </a:lnTo>
                  <a:lnTo>
                    <a:pt x="70" y="142"/>
                  </a:lnTo>
                  <a:lnTo>
                    <a:pt x="70" y="138"/>
                  </a:lnTo>
                  <a:lnTo>
                    <a:pt x="66" y="138"/>
                  </a:lnTo>
                  <a:lnTo>
                    <a:pt x="66" y="134"/>
                  </a:lnTo>
                  <a:lnTo>
                    <a:pt x="62" y="134"/>
                  </a:lnTo>
                  <a:lnTo>
                    <a:pt x="58" y="134"/>
                  </a:lnTo>
                  <a:lnTo>
                    <a:pt x="58" y="138"/>
                  </a:lnTo>
                  <a:lnTo>
                    <a:pt x="58" y="134"/>
                  </a:lnTo>
                  <a:lnTo>
                    <a:pt x="54" y="134"/>
                  </a:lnTo>
                  <a:lnTo>
                    <a:pt x="50" y="134"/>
                  </a:lnTo>
                  <a:lnTo>
                    <a:pt x="50" y="138"/>
                  </a:lnTo>
                  <a:lnTo>
                    <a:pt x="50" y="134"/>
                  </a:lnTo>
                  <a:lnTo>
                    <a:pt x="50" y="130"/>
                  </a:lnTo>
                  <a:lnTo>
                    <a:pt x="50" y="126"/>
                  </a:lnTo>
                  <a:lnTo>
                    <a:pt x="50" y="122"/>
                  </a:lnTo>
                  <a:lnTo>
                    <a:pt x="50" y="120"/>
                  </a:lnTo>
                  <a:lnTo>
                    <a:pt x="46" y="120"/>
                  </a:lnTo>
                  <a:lnTo>
                    <a:pt x="44" y="120"/>
                  </a:lnTo>
                  <a:lnTo>
                    <a:pt x="40" y="122"/>
                  </a:lnTo>
                  <a:lnTo>
                    <a:pt x="36" y="122"/>
                  </a:lnTo>
                  <a:lnTo>
                    <a:pt x="36" y="126"/>
                  </a:lnTo>
                  <a:lnTo>
                    <a:pt x="40" y="126"/>
                  </a:lnTo>
                  <a:lnTo>
                    <a:pt x="40" y="130"/>
                  </a:lnTo>
                  <a:lnTo>
                    <a:pt x="36" y="134"/>
                  </a:lnTo>
                  <a:lnTo>
                    <a:pt x="36" y="138"/>
                  </a:lnTo>
                  <a:lnTo>
                    <a:pt x="40" y="142"/>
                  </a:lnTo>
                  <a:lnTo>
                    <a:pt x="36" y="146"/>
                  </a:lnTo>
                  <a:lnTo>
                    <a:pt x="36" y="148"/>
                  </a:lnTo>
                  <a:lnTo>
                    <a:pt x="36" y="152"/>
                  </a:lnTo>
                  <a:lnTo>
                    <a:pt x="32" y="152"/>
                  </a:lnTo>
                  <a:lnTo>
                    <a:pt x="32" y="156"/>
                  </a:lnTo>
                  <a:lnTo>
                    <a:pt x="32" y="160"/>
                  </a:lnTo>
                  <a:lnTo>
                    <a:pt x="32" y="164"/>
                  </a:lnTo>
                  <a:lnTo>
                    <a:pt x="28" y="168"/>
                  </a:lnTo>
                  <a:lnTo>
                    <a:pt x="28" y="172"/>
                  </a:lnTo>
                  <a:lnTo>
                    <a:pt x="24" y="176"/>
                  </a:lnTo>
                  <a:lnTo>
                    <a:pt x="24" y="178"/>
                  </a:lnTo>
                  <a:lnTo>
                    <a:pt x="24" y="182"/>
                  </a:lnTo>
                  <a:lnTo>
                    <a:pt x="24" y="186"/>
                  </a:lnTo>
                  <a:lnTo>
                    <a:pt x="28" y="190"/>
                  </a:lnTo>
                  <a:lnTo>
                    <a:pt x="28" y="194"/>
                  </a:lnTo>
                  <a:lnTo>
                    <a:pt x="32" y="194"/>
                  </a:lnTo>
                  <a:lnTo>
                    <a:pt x="36" y="194"/>
                  </a:lnTo>
                  <a:lnTo>
                    <a:pt x="36" y="198"/>
                  </a:lnTo>
                  <a:lnTo>
                    <a:pt x="36" y="202"/>
                  </a:lnTo>
                  <a:lnTo>
                    <a:pt x="36" y="204"/>
                  </a:lnTo>
                  <a:lnTo>
                    <a:pt x="40" y="204"/>
                  </a:lnTo>
                  <a:lnTo>
                    <a:pt x="40" y="208"/>
                  </a:lnTo>
                  <a:lnTo>
                    <a:pt x="40" y="204"/>
                  </a:lnTo>
                  <a:lnTo>
                    <a:pt x="40" y="208"/>
                  </a:lnTo>
                  <a:lnTo>
                    <a:pt x="44" y="208"/>
                  </a:lnTo>
                  <a:lnTo>
                    <a:pt x="44" y="212"/>
                  </a:lnTo>
                  <a:lnTo>
                    <a:pt x="44" y="216"/>
                  </a:lnTo>
                  <a:lnTo>
                    <a:pt x="44" y="220"/>
                  </a:lnTo>
                  <a:lnTo>
                    <a:pt x="44" y="224"/>
                  </a:lnTo>
                  <a:lnTo>
                    <a:pt x="44" y="228"/>
                  </a:lnTo>
                  <a:lnTo>
                    <a:pt x="46" y="228"/>
                  </a:lnTo>
                  <a:lnTo>
                    <a:pt x="46" y="232"/>
                  </a:lnTo>
                  <a:lnTo>
                    <a:pt x="46" y="228"/>
                  </a:lnTo>
                  <a:lnTo>
                    <a:pt x="44" y="228"/>
                  </a:lnTo>
                  <a:lnTo>
                    <a:pt x="44" y="224"/>
                  </a:lnTo>
                  <a:lnTo>
                    <a:pt x="44" y="220"/>
                  </a:lnTo>
                  <a:lnTo>
                    <a:pt x="40" y="220"/>
                  </a:lnTo>
                  <a:lnTo>
                    <a:pt x="40" y="224"/>
                  </a:lnTo>
                  <a:lnTo>
                    <a:pt x="40" y="228"/>
                  </a:lnTo>
                  <a:lnTo>
                    <a:pt x="44" y="228"/>
                  </a:lnTo>
                  <a:lnTo>
                    <a:pt x="44" y="232"/>
                  </a:lnTo>
                  <a:lnTo>
                    <a:pt x="46" y="232"/>
                  </a:lnTo>
                  <a:lnTo>
                    <a:pt x="46" y="228"/>
                  </a:lnTo>
                  <a:lnTo>
                    <a:pt x="46" y="232"/>
                  </a:lnTo>
                  <a:lnTo>
                    <a:pt x="46" y="234"/>
                  </a:lnTo>
                  <a:lnTo>
                    <a:pt x="50" y="234"/>
                  </a:lnTo>
                  <a:lnTo>
                    <a:pt x="54" y="234"/>
                  </a:lnTo>
                  <a:lnTo>
                    <a:pt x="58" y="234"/>
                  </a:lnTo>
                  <a:lnTo>
                    <a:pt x="54" y="234"/>
                  </a:lnTo>
                  <a:lnTo>
                    <a:pt x="58" y="234"/>
                  </a:lnTo>
                  <a:lnTo>
                    <a:pt x="62" y="234"/>
                  </a:lnTo>
                  <a:lnTo>
                    <a:pt x="62" y="238"/>
                  </a:lnTo>
                  <a:lnTo>
                    <a:pt x="62" y="242"/>
                  </a:lnTo>
                  <a:lnTo>
                    <a:pt x="66" y="246"/>
                  </a:lnTo>
                  <a:lnTo>
                    <a:pt x="66" y="250"/>
                  </a:lnTo>
                  <a:lnTo>
                    <a:pt x="66" y="254"/>
                  </a:lnTo>
                  <a:lnTo>
                    <a:pt x="62" y="254"/>
                  </a:lnTo>
                  <a:lnTo>
                    <a:pt x="62" y="254"/>
                  </a:lnTo>
                  <a:lnTo>
                    <a:pt x="62" y="254"/>
                  </a:lnTo>
                  <a:close/>
                  <a:moveTo>
                    <a:pt x="18" y="212"/>
                  </a:moveTo>
                  <a:lnTo>
                    <a:pt x="18" y="216"/>
                  </a:lnTo>
                  <a:lnTo>
                    <a:pt x="18" y="212"/>
                  </a:lnTo>
                  <a:lnTo>
                    <a:pt x="18" y="212"/>
                  </a:lnTo>
                  <a:lnTo>
                    <a:pt x="18" y="212"/>
                  </a:lnTo>
                  <a:close/>
                  <a:moveTo>
                    <a:pt x="32" y="238"/>
                  </a:moveTo>
                  <a:lnTo>
                    <a:pt x="32" y="242"/>
                  </a:lnTo>
                  <a:lnTo>
                    <a:pt x="32" y="238"/>
                  </a:lnTo>
                  <a:lnTo>
                    <a:pt x="32" y="238"/>
                  </a:lnTo>
                  <a:lnTo>
                    <a:pt x="32" y="238"/>
                  </a:lnTo>
                  <a:close/>
                  <a:moveTo>
                    <a:pt x="72" y="146"/>
                  </a:moveTo>
                  <a:lnTo>
                    <a:pt x="72" y="148"/>
                  </a:lnTo>
                  <a:lnTo>
                    <a:pt x="70" y="148"/>
                  </a:lnTo>
                  <a:lnTo>
                    <a:pt x="70" y="146"/>
                  </a:lnTo>
                  <a:lnTo>
                    <a:pt x="72" y="146"/>
                  </a:lnTo>
                  <a:lnTo>
                    <a:pt x="72" y="146"/>
                  </a:lnTo>
                  <a:lnTo>
                    <a:pt x="72" y="146"/>
                  </a:lnTo>
                  <a:close/>
                  <a:moveTo>
                    <a:pt x="72" y="148"/>
                  </a:moveTo>
                  <a:lnTo>
                    <a:pt x="72" y="152"/>
                  </a:lnTo>
                  <a:lnTo>
                    <a:pt x="72" y="148"/>
                  </a:lnTo>
                  <a:lnTo>
                    <a:pt x="72" y="148"/>
                  </a:lnTo>
                  <a:lnTo>
                    <a:pt x="72" y="148"/>
                  </a:lnTo>
                  <a:close/>
                  <a:moveTo>
                    <a:pt x="40" y="190"/>
                  </a:moveTo>
                  <a:lnTo>
                    <a:pt x="36" y="190"/>
                  </a:lnTo>
                  <a:lnTo>
                    <a:pt x="40" y="186"/>
                  </a:lnTo>
                  <a:lnTo>
                    <a:pt x="40" y="190"/>
                  </a:lnTo>
                  <a:lnTo>
                    <a:pt x="40" y="190"/>
                  </a:lnTo>
                  <a:lnTo>
                    <a:pt x="40" y="190"/>
                  </a:lnTo>
                  <a:close/>
                  <a:moveTo>
                    <a:pt x="14" y="212"/>
                  </a:moveTo>
                  <a:lnTo>
                    <a:pt x="14" y="216"/>
                  </a:lnTo>
                  <a:lnTo>
                    <a:pt x="18" y="216"/>
                  </a:lnTo>
                  <a:lnTo>
                    <a:pt x="14" y="220"/>
                  </a:lnTo>
                  <a:lnTo>
                    <a:pt x="14" y="216"/>
                  </a:lnTo>
                  <a:lnTo>
                    <a:pt x="14" y="212"/>
                  </a:lnTo>
                  <a:lnTo>
                    <a:pt x="14" y="212"/>
                  </a:lnTo>
                  <a:lnTo>
                    <a:pt x="14" y="2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4" name="Freeform 58"/>
            <p:cNvSpPr>
              <a:spLocks noChangeAspect="1" noEditPoints="1"/>
            </p:cNvSpPr>
            <p:nvPr/>
          </p:nvSpPr>
          <p:spPr bwMode="gray">
            <a:xfrm>
              <a:off x="5429558" y="3204824"/>
              <a:ext cx="473080" cy="215668"/>
            </a:xfrm>
            <a:custGeom>
              <a:avLst/>
              <a:gdLst>
                <a:gd name="T0" fmla="*/ 22 w 272"/>
                <a:gd name="T1" fmla="*/ 4 h 124"/>
                <a:gd name="T2" fmla="*/ 34 w 272"/>
                <a:gd name="T3" fmla="*/ 8 h 124"/>
                <a:gd name="T4" fmla="*/ 48 w 272"/>
                <a:gd name="T5" fmla="*/ 24 h 124"/>
                <a:gd name="T6" fmla="*/ 26 w 272"/>
                <a:gd name="T7" fmla="*/ 24 h 124"/>
                <a:gd name="T8" fmla="*/ 14 w 272"/>
                <a:gd name="T9" fmla="*/ 38 h 124"/>
                <a:gd name="T10" fmla="*/ 8 w 272"/>
                <a:gd name="T11" fmla="*/ 38 h 124"/>
                <a:gd name="T12" fmla="*/ 14 w 272"/>
                <a:gd name="T13" fmla="*/ 30 h 124"/>
                <a:gd name="T14" fmla="*/ 10 w 272"/>
                <a:gd name="T15" fmla="*/ 20 h 124"/>
                <a:gd name="T16" fmla="*/ 10 w 272"/>
                <a:gd name="T17" fmla="*/ 12 h 124"/>
                <a:gd name="T18" fmla="*/ 10 w 272"/>
                <a:gd name="T19" fmla="*/ 42 h 124"/>
                <a:gd name="T20" fmla="*/ 26 w 272"/>
                <a:gd name="T21" fmla="*/ 34 h 124"/>
                <a:gd name="T22" fmla="*/ 34 w 272"/>
                <a:gd name="T23" fmla="*/ 38 h 124"/>
                <a:gd name="T24" fmla="*/ 48 w 272"/>
                <a:gd name="T25" fmla="*/ 38 h 124"/>
                <a:gd name="T26" fmla="*/ 50 w 272"/>
                <a:gd name="T27" fmla="*/ 30 h 124"/>
                <a:gd name="T28" fmla="*/ 54 w 272"/>
                <a:gd name="T29" fmla="*/ 26 h 124"/>
                <a:gd name="T30" fmla="*/ 58 w 272"/>
                <a:gd name="T31" fmla="*/ 20 h 124"/>
                <a:gd name="T32" fmla="*/ 78 w 272"/>
                <a:gd name="T33" fmla="*/ 24 h 124"/>
                <a:gd name="T34" fmla="*/ 92 w 272"/>
                <a:gd name="T35" fmla="*/ 12 h 124"/>
                <a:gd name="T36" fmla="*/ 106 w 272"/>
                <a:gd name="T37" fmla="*/ 4 h 124"/>
                <a:gd name="T38" fmla="*/ 130 w 272"/>
                <a:gd name="T39" fmla="*/ 4 h 124"/>
                <a:gd name="T40" fmla="*/ 144 w 272"/>
                <a:gd name="T41" fmla="*/ 12 h 124"/>
                <a:gd name="T42" fmla="*/ 152 w 272"/>
                <a:gd name="T43" fmla="*/ 20 h 124"/>
                <a:gd name="T44" fmla="*/ 162 w 272"/>
                <a:gd name="T45" fmla="*/ 24 h 124"/>
                <a:gd name="T46" fmla="*/ 182 w 272"/>
                <a:gd name="T47" fmla="*/ 26 h 124"/>
                <a:gd name="T48" fmla="*/ 200 w 272"/>
                <a:gd name="T49" fmla="*/ 24 h 124"/>
                <a:gd name="T50" fmla="*/ 220 w 272"/>
                <a:gd name="T51" fmla="*/ 20 h 124"/>
                <a:gd name="T52" fmla="*/ 238 w 272"/>
                <a:gd name="T53" fmla="*/ 16 h 124"/>
                <a:gd name="T54" fmla="*/ 252 w 272"/>
                <a:gd name="T55" fmla="*/ 20 h 124"/>
                <a:gd name="T56" fmla="*/ 252 w 272"/>
                <a:gd name="T57" fmla="*/ 38 h 124"/>
                <a:gd name="T58" fmla="*/ 272 w 272"/>
                <a:gd name="T59" fmla="*/ 50 h 124"/>
                <a:gd name="T60" fmla="*/ 260 w 272"/>
                <a:gd name="T61" fmla="*/ 54 h 124"/>
                <a:gd name="T62" fmla="*/ 264 w 272"/>
                <a:gd name="T63" fmla="*/ 76 h 124"/>
                <a:gd name="T64" fmla="*/ 268 w 272"/>
                <a:gd name="T65" fmla="*/ 94 h 124"/>
                <a:gd name="T66" fmla="*/ 264 w 272"/>
                <a:gd name="T67" fmla="*/ 98 h 124"/>
                <a:gd name="T68" fmla="*/ 248 w 272"/>
                <a:gd name="T69" fmla="*/ 94 h 124"/>
                <a:gd name="T70" fmla="*/ 234 w 272"/>
                <a:gd name="T71" fmla="*/ 94 h 124"/>
                <a:gd name="T72" fmla="*/ 216 w 272"/>
                <a:gd name="T73" fmla="*/ 98 h 124"/>
                <a:gd name="T74" fmla="*/ 196 w 272"/>
                <a:gd name="T75" fmla="*/ 106 h 124"/>
                <a:gd name="T76" fmla="*/ 178 w 272"/>
                <a:gd name="T77" fmla="*/ 102 h 124"/>
                <a:gd name="T78" fmla="*/ 162 w 272"/>
                <a:gd name="T79" fmla="*/ 106 h 124"/>
                <a:gd name="T80" fmla="*/ 152 w 272"/>
                <a:gd name="T81" fmla="*/ 116 h 124"/>
                <a:gd name="T82" fmla="*/ 148 w 272"/>
                <a:gd name="T83" fmla="*/ 120 h 124"/>
                <a:gd name="T84" fmla="*/ 148 w 272"/>
                <a:gd name="T85" fmla="*/ 102 h 124"/>
                <a:gd name="T86" fmla="*/ 134 w 272"/>
                <a:gd name="T87" fmla="*/ 106 h 124"/>
                <a:gd name="T88" fmla="*/ 118 w 272"/>
                <a:gd name="T89" fmla="*/ 116 h 124"/>
                <a:gd name="T90" fmla="*/ 104 w 272"/>
                <a:gd name="T91" fmla="*/ 120 h 124"/>
                <a:gd name="T92" fmla="*/ 92 w 272"/>
                <a:gd name="T93" fmla="*/ 110 h 124"/>
                <a:gd name="T94" fmla="*/ 74 w 272"/>
                <a:gd name="T95" fmla="*/ 106 h 124"/>
                <a:gd name="T96" fmla="*/ 66 w 272"/>
                <a:gd name="T97" fmla="*/ 114 h 124"/>
                <a:gd name="T98" fmla="*/ 50 w 272"/>
                <a:gd name="T99" fmla="*/ 114 h 124"/>
                <a:gd name="T100" fmla="*/ 44 w 272"/>
                <a:gd name="T101" fmla="*/ 106 h 124"/>
                <a:gd name="T102" fmla="*/ 36 w 272"/>
                <a:gd name="T103" fmla="*/ 110 h 124"/>
                <a:gd name="T104" fmla="*/ 34 w 272"/>
                <a:gd name="T105" fmla="*/ 106 h 124"/>
                <a:gd name="T106" fmla="*/ 36 w 272"/>
                <a:gd name="T107" fmla="*/ 102 h 124"/>
                <a:gd name="T108" fmla="*/ 30 w 272"/>
                <a:gd name="T109" fmla="*/ 98 h 124"/>
                <a:gd name="T110" fmla="*/ 22 w 272"/>
                <a:gd name="T111" fmla="*/ 86 h 124"/>
                <a:gd name="T112" fmla="*/ 10 w 272"/>
                <a:gd name="T113" fmla="*/ 80 h 124"/>
                <a:gd name="T114" fmla="*/ 14 w 272"/>
                <a:gd name="T115" fmla="*/ 76 h 124"/>
                <a:gd name="T116" fmla="*/ 18 w 272"/>
                <a:gd name="T117" fmla="*/ 68 h 124"/>
                <a:gd name="T118" fmla="*/ 18 w 272"/>
                <a:gd name="T119" fmla="*/ 54 h 124"/>
                <a:gd name="T120" fmla="*/ 30 w 272"/>
                <a:gd name="T121" fmla="*/ 30 h 124"/>
                <a:gd name="T122" fmla="*/ 4 w 272"/>
                <a:gd name="T123" fmla="*/ 38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72" h="124">
                  <a:moveTo>
                    <a:pt x="10" y="12"/>
                  </a:moveTo>
                  <a:lnTo>
                    <a:pt x="10" y="8"/>
                  </a:lnTo>
                  <a:lnTo>
                    <a:pt x="14" y="8"/>
                  </a:lnTo>
                  <a:lnTo>
                    <a:pt x="14" y="4"/>
                  </a:lnTo>
                  <a:lnTo>
                    <a:pt x="18" y="4"/>
                  </a:lnTo>
                  <a:lnTo>
                    <a:pt x="22" y="4"/>
                  </a:lnTo>
                  <a:lnTo>
                    <a:pt x="22" y="0"/>
                  </a:lnTo>
                  <a:lnTo>
                    <a:pt x="26" y="0"/>
                  </a:lnTo>
                  <a:lnTo>
                    <a:pt x="26" y="4"/>
                  </a:lnTo>
                  <a:lnTo>
                    <a:pt x="30" y="4"/>
                  </a:lnTo>
                  <a:lnTo>
                    <a:pt x="34" y="4"/>
                  </a:lnTo>
                  <a:lnTo>
                    <a:pt x="34" y="8"/>
                  </a:lnTo>
                  <a:lnTo>
                    <a:pt x="36" y="12"/>
                  </a:lnTo>
                  <a:lnTo>
                    <a:pt x="36" y="16"/>
                  </a:lnTo>
                  <a:lnTo>
                    <a:pt x="40" y="16"/>
                  </a:lnTo>
                  <a:lnTo>
                    <a:pt x="44" y="20"/>
                  </a:lnTo>
                  <a:lnTo>
                    <a:pt x="48" y="20"/>
                  </a:lnTo>
                  <a:lnTo>
                    <a:pt x="48" y="24"/>
                  </a:lnTo>
                  <a:lnTo>
                    <a:pt x="44" y="24"/>
                  </a:lnTo>
                  <a:lnTo>
                    <a:pt x="40" y="24"/>
                  </a:lnTo>
                  <a:lnTo>
                    <a:pt x="36" y="24"/>
                  </a:lnTo>
                  <a:lnTo>
                    <a:pt x="34" y="24"/>
                  </a:lnTo>
                  <a:lnTo>
                    <a:pt x="30" y="24"/>
                  </a:lnTo>
                  <a:lnTo>
                    <a:pt x="26" y="24"/>
                  </a:lnTo>
                  <a:lnTo>
                    <a:pt x="26" y="26"/>
                  </a:lnTo>
                  <a:lnTo>
                    <a:pt x="26" y="30"/>
                  </a:lnTo>
                  <a:lnTo>
                    <a:pt x="22" y="30"/>
                  </a:lnTo>
                  <a:lnTo>
                    <a:pt x="18" y="34"/>
                  </a:lnTo>
                  <a:lnTo>
                    <a:pt x="14" y="34"/>
                  </a:lnTo>
                  <a:lnTo>
                    <a:pt x="14" y="38"/>
                  </a:lnTo>
                  <a:lnTo>
                    <a:pt x="10" y="38"/>
                  </a:lnTo>
                  <a:lnTo>
                    <a:pt x="10" y="42"/>
                  </a:lnTo>
                  <a:lnTo>
                    <a:pt x="8" y="42"/>
                  </a:lnTo>
                  <a:lnTo>
                    <a:pt x="10" y="42"/>
                  </a:lnTo>
                  <a:lnTo>
                    <a:pt x="10" y="38"/>
                  </a:lnTo>
                  <a:lnTo>
                    <a:pt x="8" y="38"/>
                  </a:lnTo>
                  <a:lnTo>
                    <a:pt x="10" y="38"/>
                  </a:lnTo>
                  <a:lnTo>
                    <a:pt x="10" y="34"/>
                  </a:lnTo>
                  <a:lnTo>
                    <a:pt x="14" y="34"/>
                  </a:lnTo>
                  <a:lnTo>
                    <a:pt x="18" y="34"/>
                  </a:lnTo>
                  <a:lnTo>
                    <a:pt x="18" y="30"/>
                  </a:lnTo>
                  <a:lnTo>
                    <a:pt x="14" y="30"/>
                  </a:lnTo>
                  <a:lnTo>
                    <a:pt x="10" y="30"/>
                  </a:lnTo>
                  <a:lnTo>
                    <a:pt x="8" y="30"/>
                  </a:lnTo>
                  <a:lnTo>
                    <a:pt x="8" y="26"/>
                  </a:lnTo>
                  <a:lnTo>
                    <a:pt x="10" y="26"/>
                  </a:lnTo>
                  <a:lnTo>
                    <a:pt x="10" y="24"/>
                  </a:lnTo>
                  <a:lnTo>
                    <a:pt x="10" y="20"/>
                  </a:lnTo>
                  <a:lnTo>
                    <a:pt x="14" y="20"/>
                  </a:lnTo>
                  <a:lnTo>
                    <a:pt x="14" y="16"/>
                  </a:lnTo>
                  <a:lnTo>
                    <a:pt x="14" y="12"/>
                  </a:lnTo>
                  <a:lnTo>
                    <a:pt x="10" y="12"/>
                  </a:lnTo>
                  <a:lnTo>
                    <a:pt x="10" y="12"/>
                  </a:lnTo>
                  <a:lnTo>
                    <a:pt x="10" y="12"/>
                  </a:lnTo>
                  <a:close/>
                  <a:moveTo>
                    <a:pt x="14" y="54"/>
                  </a:moveTo>
                  <a:lnTo>
                    <a:pt x="8" y="54"/>
                  </a:lnTo>
                  <a:lnTo>
                    <a:pt x="8" y="50"/>
                  </a:lnTo>
                  <a:lnTo>
                    <a:pt x="8" y="46"/>
                  </a:lnTo>
                  <a:lnTo>
                    <a:pt x="8" y="42"/>
                  </a:lnTo>
                  <a:lnTo>
                    <a:pt x="10" y="42"/>
                  </a:lnTo>
                  <a:lnTo>
                    <a:pt x="10" y="38"/>
                  </a:lnTo>
                  <a:lnTo>
                    <a:pt x="14" y="38"/>
                  </a:lnTo>
                  <a:lnTo>
                    <a:pt x="14" y="34"/>
                  </a:lnTo>
                  <a:lnTo>
                    <a:pt x="18" y="34"/>
                  </a:lnTo>
                  <a:lnTo>
                    <a:pt x="22" y="34"/>
                  </a:lnTo>
                  <a:lnTo>
                    <a:pt x="26" y="34"/>
                  </a:lnTo>
                  <a:lnTo>
                    <a:pt x="26" y="38"/>
                  </a:lnTo>
                  <a:lnTo>
                    <a:pt x="30" y="38"/>
                  </a:lnTo>
                  <a:lnTo>
                    <a:pt x="34" y="34"/>
                  </a:lnTo>
                  <a:lnTo>
                    <a:pt x="30" y="34"/>
                  </a:lnTo>
                  <a:lnTo>
                    <a:pt x="34" y="34"/>
                  </a:lnTo>
                  <a:lnTo>
                    <a:pt x="34" y="38"/>
                  </a:lnTo>
                  <a:lnTo>
                    <a:pt x="36" y="34"/>
                  </a:lnTo>
                  <a:lnTo>
                    <a:pt x="40" y="34"/>
                  </a:lnTo>
                  <a:lnTo>
                    <a:pt x="44" y="38"/>
                  </a:lnTo>
                  <a:lnTo>
                    <a:pt x="44" y="34"/>
                  </a:lnTo>
                  <a:lnTo>
                    <a:pt x="48" y="34"/>
                  </a:lnTo>
                  <a:lnTo>
                    <a:pt x="48" y="38"/>
                  </a:lnTo>
                  <a:lnTo>
                    <a:pt x="50" y="34"/>
                  </a:lnTo>
                  <a:lnTo>
                    <a:pt x="48" y="34"/>
                  </a:lnTo>
                  <a:lnTo>
                    <a:pt x="44" y="34"/>
                  </a:lnTo>
                  <a:lnTo>
                    <a:pt x="44" y="30"/>
                  </a:lnTo>
                  <a:lnTo>
                    <a:pt x="48" y="30"/>
                  </a:lnTo>
                  <a:lnTo>
                    <a:pt x="50" y="30"/>
                  </a:lnTo>
                  <a:lnTo>
                    <a:pt x="54" y="30"/>
                  </a:lnTo>
                  <a:lnTo>
                    <a:pt x="58" y="30"/>
                  </a:lnTo>
                  <a:lnTo>
                    <a:pt x="62" y="30"/>
                  </a:lnTo>
                  <a:lnTo>
                    <a:pt x="62" y="26"/>
                  </a:lnTo>
                  <a:lnTo>
                    <a:pt x="58" y="26"/>
                  </a:lnTo>
                  <a:lnTo>
                    <a:pt x="54" y="26"/>
                  </a:lnTo>
                  <a:lnTo>
                    <a:pt x="50" y="26"/>
                  </a:lnTo>
                  <a:lnTo>
                    <a:pt x="48" y="24"/>
                  </a:lnTo>
                  <a:lnTo>
                    <a:pt x="48" y="20"/>
                  </a:lnTo>
                  <a:lnTo>
                    <a:pt x="50" y="20"/>
                  </a:lnTo>
                  <a:lnTo>
                    <a:pt x="54" y="20"/>
                  </a:lnTo>
                  <a:lnTo>
                    <a:pt x="58" y="20"/>
                  </a:lnTo>
                  <a:lnTo>
                    <a:pt x="62" y="24"/>
                  </a:lnTo>
                  <a:lnTo>
                    <a:pt x="66" y="20"/>
                  </a:lnTo>
                  <a:lnTo>
                    <a:pt x="70" y="20"/>
                  </a:lnTo>
                  <a:lnTo>
                    <a:pt x="70" y="24"/>
                  </a:lnTo>
                  <a:lnTo>
                    <a:pt x="74" y="24"/>
                  </a:lnTo>
                  <a:lnTo>
                    <a:pt x="78" y="24"/>
                  </a:lnTo>
                  <a:lnTo>
                    <a:pt x="80" y="24"/>
                  </a:lnTo>
                  <a:lnTo>
                    <a:pt x="80" y="20"/>
                  </a:lnTo>
                  <a:lnTo>
                    <a:pt x="84" y="16"/>
                  </a:lnTo>
                  <a:lnTo>
                    <a:pt x="88" y="16"/>
                  </a:lnTo>
                  <a:lnTo>
                    <a:pt x="88" y="12"/>
                  </a:lnTo>
                  <a:lnTo>
                    <a:pt x="92" y="12"/>
                  </a:lnTo>
                  <a:lnTo>
                    <a:pt x="92" y="8"/>
                  </a:lnTo>
                  <a:lnTo>
                    <a:pt x="96" y="8"/>
                  </a:lnTo>
                  <a:lnTo>
                    <a:pt x="100" y="8"/>
                  </a:lnTo>
                  <a:lnTo>
                    <a:pt x="104" y="8"/>
                  </a:lnTo>
                  <a:lnTo>
                    <a:pt x="104" y="4"/>
                  </a:lnTo>
                  <a:lnTo>
                    <a:pt x="106" y="4"/>
                  </a:lnTo>
                  <a:lnTo>
                    <a:pt x="110" y="4"/>
                  </a:lnTo>
                  <a:lnTo>
                    <a:pt x="114" y="4"/>
                  </a:lnTo>
                  <a:lnTo>
                    <a:pt x="118" y="4"/>
                  </a:lnTo>
                  <a:lnTo>
                    <a:pt x="122" y="4"/>
                  </a:lnTo>
                  <a:lnTo>
                    <a:pt x="126" y="4"/>
                  </a:lnTo>
                  <a:lnTo>
                    <a:pt x="130" y="4"/>
                  </a:lnTo>
                  <a:lnTo>
                    <a:pt x="134" y="4"/>
                  </a:lnTo>
                  <a:lnTo>
                    <a:pt x="134" y="8"/>
                  </a:lnTo>
                  <a:lnTo>
                    <a:pt x="136" y="8"/>
                  </a:lnTo>
                  <a:lnTo>
                    <a:pt x="136" y="12"/>
                  </a:lnTo>
                  <a:lnTo>
                    <a:pt x="140" y="12"/>
                  </a:lnTo>
                  <a:lnTo>
                    <a:pt x="144" y="12"/>
                  </a:lnTo>
                  <a:lnTo>
                    <a:pt x="144" y="8"/>
                  </a:lnTo>
                  <a:lnTo>
                    <a:pt x="148" y="8"/>
                  </a:lnTo>
                  <a:lnTo>
                    <a:pt x="148" y="12"/>
                  </a:lnTo>
                  <a:lnTo>
                    <a:pt x="148" y="16"/>
                  </a:lnTo>
                  <a:lnTo>
                    <a:pt x="152" y="16"/>
                  </a:lnTo>
                  <a:lnTo>
                    <a:pt x="152" y="20"/>
                  </a:lnTo>
                  <a:lnTo>
                    <a:pt x="156" y="20"/>
                  </a:lnTo>
                  <a:lnTo>
                    <a:pt x="156" y="16"/>
                  </a:lnTo>
                  <a:lnTo>
                    <a:pt x="160" y="16"/>
                  </a:lnTo>
                  <a:lnTo>
                    <a:pt x="160" y="20"/>
                  </a:lnTo>
                  <a:lnTo>
                    <a:pt x="162" y="20"/>
                  </a:lnTo>
                  <a:lnTo>
                    <a:pt x="162" y="24"/>
                  </a:lnTo>
                  <a:lnTo>
                    <a:pt x="166" y="24"/>
                  </a:lnTo>
                  <a:lnTo>
                    <a:pt x="170" y="24"/>
                  </a:lnTo>
                  <a:lnTo>
                    <a:pt x="174" y="24"/>
                  </a:lnTo>
                  <a:lnTo>
                    <a:pt x="178" y="24"/>
                  </a:lnTo>
                  <a:lnTo>
                    <a:pt x="178" y="26"/>
                  </a:lnTo>
                  <a:lnTo>
                    <a:pt x="182" y="26"/>
                  </a:lnTo>
                  <a:lnTo>
                    <a:pt x="186" y="26"/>
                  </a:lnTo>
                  <a:lnTo>
                    <a:pt x="186" y="24"/>
                  </a:lnTo>
                  <a:lnTo>
                    <a:pt x="190" y="24"/>
                  </a:lnTo>
                  <a:lnTo>
                    <a:pt x="192" y="24"/>
                  </a:lnTo>
                  <a:lnTo>
                    <a:pt x="196" y="24"/>
                  </a:lnTo>
                  <a:lnTo>
                    <a:pt x="200" y="24"/>
                  </a:lnTo>
                  <a:lnTo>
                    <a:pt x="204" y="26"/>
                  </a:lnTo>
                  <a:lnTo>
                    <a:pt x="208" y="24"/>
                  </a:lnTo>
                  <a:lnTo>
                    <a:pt x="212" y="24"/>
                  </a:lnTo>
                  <a:lnTo>
                    <a:pt x="216" y="24"/>
                  </a:lnTo>
                  <a:lnTo>
                    <a:pt x="216" y="20"/>
                  </a:lnTo>
                  <a:lnTo>
                    <a:pt x="220" y="20"/>
                  </a:lnTo>
                  <a:lnTo>
                    <a:pt x="222" y="16"/>
                  </a:lnTo>
                  <a:lnTo>
                    <a:pt x="226" y="12"/>
                  </a:lnTo>
                  <a:lnTo>
                    <a:pt x="226" y="16"/>
                  </a:lnTo>
                  <a:lnTo>
                    <a:pt x="230" y="16"/>
                  </a:lnTo>
                  <a:lnTo>
                    <a:pt x="234" y="16"/>
                  </a:lnTo>
                  <a:lnTo>
                    <a:pt x="238" y="16"/>
                  </a:lnTo>
                  <a:lnTo>
                    <a:pt x="242" y="16"/>
                  </a:lnTo>
                  <a:lnTo>
                    <a:pt x="242" y="12"/>
                  </a:lnTo>
                  <a:lnTo>
                    <a:pt x="246" y="12"/>
                  </a:lnTo>
                  <a:lnTo>
                    <a:pt x="246" y="16"/>
                  </a:lnTo>
                  <a:lnTo>
                    <a:pt x="248" y="20"/>
                  </a:lnTo>
                  <a:lnTo>
                    <a:pt x="252" y="20"/>
                  </a:lnTo>
                  <a:lnTo>
                    <a:pt x="252" y="24"/>
                  </a:lnTo>
                  <a:lnTo>
                    <a:pt x="256" y="26"/>
                  </a:lnTo>
                  <a:lnTo>
                    <a:pt x="256" y="30"/>
                  </a:lnTo>
                  <a:lnTo>
                    <a:pt x="256" y="34"/>
                  </a:lnTo>
                  <a:lnTo>
                    <a:pt x="252" y="34"/>
                  </a:lnTo>
                  <a:lnTo>
                    <a:pt x="252" y="38"/>
                  </a:lnTo>
                  <a:lnTo>
                    <a:pt x="256" y="38"/>
                  </a:lnTo>
                  <a:lnTo>
                    <a:pt x="256" y="42"/>
                  </a:lnTo>
                  <a:lnTo>
                    <a:pt x="260" y="42"/>
                  </a:lnTo>
                  <a:lnTo>
                    <a:pt x="264" y="42"/>
                  </a:lnTo>
                  <a:lnTo>
                    <a:pt x="268" y="46"/>
                  </a:lnTo>
                  <a:lnTo>
                    <a:pt x="272" y="50"/>
                  </a:lnTo>
                  <a:lnTo>
                    <a:pt x="268" y="50"/>
                  </a:lnTo>
                  <a:lnTo>
                    <a:pt x="268" y="54"/>
                  </a:lnTo>
                  <a:lnTo>
                    <a:pt x="264" y="54"/>
                  </a:lnTo>
                  <a:lnTo>
                    <a:pt x="264" y="56"/>
                  </a:lnTo>
                  <a:lnTo>
                    <a:pt x="264" y="54"/>
                  </a:lnTo>
                  <a:lnTo>
                    <a:pt x="260" y="54"/>
                  </a:lnTo>
                  <a:lnTo>
                    <a:pt x="260" y="56"/>
                  </a:lnTo>
                  <a:lnTo>
                    <a:pt x="264" y="60"/>
                  </a:lnTo>
                  <a:lnTo>
                    <a:pt x="264" y="64"/>
                  </a:lnTo>
                  <a:lnTo>
                    <a:pt x="264" y="68"/>
                  </a:lnTo>
                  <a:lnTo>
                    <a:pt x="264" y="72"/>
                  </a:lnTo>
                  <a:lnTo>
                    <a:pt x="264" y="76"/>
                  </a:lnTo>
                  <a:lnTo>
                    <a:pt x="268" y="76"/>
                  </a:lnTo>
                  <a:lnTo>
                    <a:pt x="264" y="80"/>
                  </a:lnTo>
                  <a:lnTo>
                    <a:pt x="264" y="84"/>
                  </a:lnTo>
                  <a:lnTo>
                    <a:pt x="268" y="86"/>
                  </a:lnTo>
                  <a:lnTo>
                    <a:pt x="268" y="90"/>
                  </a:lnTo>
                  <a:lnTo>
                    <a:pt x="268" y="94"/>
                  </a:lnTo>
                  <a:lnTo>
                    <a:pt x="272" y="94"/>
                  </a:lnTo>
                  <a:lnTo>
                    <a:pt x="272" y="98"/>
                  </a:lnTo>
                  <a:lnTo>
                    <a:pt x="268" y="98"/>
                  </a:lnTo>
                  <a:lnTo>
                    <a:pt x="268" y="102"/>
                  </a:lnTo>
                  <a:lnTo>
                    <a:pt x="264" y="102"/>
                  </a:lnTo>
                  <a:lnTo>
                    <a:pt x="264" y="98"/>
                  </a:lnTo>
                  <a:lnTo>
                    <a:pt x="264" y="94"/>
                  </a:lnTo>
                  <a:lnTo>
                    <a:pt x="260" y="94"/>
                  </a:lnTo>
                  <a:lnTo>
                    <a:pt x="260" y="98"/>
                  </a:lnTo>
                  <a:lnTo>
                    <a:pt x="256" y="98"/>
                  </a:lnTo>
                  <a:lnTo>
                    <a:pt x="252" y="98"/>
                  </a:lnTo>
                  <a:lnTo>
                    <a:pt x="248" y="94"/>
                  </a:lnTo>
                  <a:lnTo>
                    <a:pt x="246" y="94"/>
                  </a:lnTo>
                  <a:lnTo>
                    <a:pt x="242" y="94"/>
                  </a:lnTo>
                  <a:lnTo>
                    <a:pt x="242" y="98"/>
                  </a:lnTo>
                  <a:lnTo>
                    <a:pt x="238" y="98"/>
                  </a:lnTo>
                  <a:lnTo>
                    <a:pt x="238" y="94"/>
                  </a:lnTo>
                  <a:lnTo>
                    <a:pt x="234" y="94"/>
                  </a:lnTo>
                  <a:lnTo>
                    <a:pt x="234" y="98"/>
                  </a:lnTo>
                  <a:lnTo>
                    <a:pt x="230" y="98"/>
                  </a:lnTo>
                  <a:lnTo>
                    <a:pt x="226" y="98"/>
                  </a:lnTo>
                  <a:lnTo>
                    <a:pt x="222" y="98"/>
                  </a:lnTo>
                  <a:lnTo>
                    <a:pt x="220" y="98"/>
                  </a:lnTo>
                  <a:lnTo>
                    <a:pt x="216" y="98"/>
                  </a:lnTo>
                  <a:lnTo>
                    <a:pt x="212" y="98"/>
                  </a:lnTo>
                  <a:lnTo>
                    <a:pt x="212" y="102"/>
                  </a:lnTo>
                  <a:lnTo>
                    <a:pt x="208" y="102"/>
                  </a:lnTo>
                  <a:lnTo>
                    <a:pt x="204" y="106"/>
                  </a:lnTo>
                  <a:lnTo>
                    <a:pt x="200" y="106"/>
                  </a:lnTo>
                  <a:lnTo>
                    <a:pt x="196" y="106"/>
                  </a:lnTo>
                  <a:lnTo>
                    <a:pt x="192" y="110"/>
                  </a:lnTo>
                  <a:lnTo>
                    <a:pt x="190" y="106"/>
                  </a:lnTo>
                  <a:lnTo>
                    <a:pt x="186" y="106"/>
                  </a:lnTo>
                  <a:lnTo>
                    <a:pt x="182" y="106"/>
                  </a:lnTo>
                  <a:lnTo>
                    <a:pt x="182" y="102"/>
                  </a:lnTo>
                  <a:lnTo>
                    <a:pt x="178" y="102"/>
                  </a:lnTo>
                  <a:lnTo>
                    <a:pt x="178" y="106"/>
                  </a:lnTo>
                  <a:lnTo>
                    <a:pt x="174" y="106"/>
                  </a:lnTo>
                  <a:lnTo>
                    <a:pt x="170" y="106"/>
                  </a:lnTo>
                  <a:lnTo>
                    <a:pt x="166" y="110"/>
                  </a:lnTo>
                  <a:lnTo>
                    <a:pt x="162" y="110"/>
                  </a:lnTo>
                  <a:lnTo>
                    <a:pt x="162" y="106"/>
                  </a:lnTo>
                  <a:lnTo>
                    <a:pt x="160" y="106"/>
                  </a:lnTo>
                  <a:lnTo>
                    <a:pt x="156" y="106"/>
                  </a:lnTo>
                  <a:lnTo>
                    <a:pt x="156" y="110"/>
                  </a:lnTo>
                  <a:lnTo>
                    <a:pt x="156" y="114"/>
                  </a:lnTo>
                  <a:lnTo>
                    <a:pt x="156" y="116"/>
                  </a:lnTo>
                  <a:lnTo>
                    <a:pt x="152" y="116"/>
                  </a:lnTo>
                  <a:lnTo>
                    <a:pt x="152" y="120"/>
                  </a:lnTo>
                  <a:lnTo>
                    <a:pt x="148" y="120"/>
                  </a:lnTo>
                  <a:lnTo>
                    <a:pt x="148" y="124"/>
                  </a:lnTo>
                  <a:lnTo>
                    <a:pt x="148" y="120"/>
                  </a:lnTo>
                  <a:lnTo>
                    <a:pt x="144" y="120"/>
                  </a:lnTo>
                  <a:lnTo>
                    <a:pt x="148" y="120"/>
                  </a:lnTo>
                  <a:lnTo>
                    <a:pt x="144" y="120"/>
                  </a:lnTo>
                  <a:lnTo>
                    <a:pt x="144" y="116"/>
                  </a:lnTo>
                  <a:lnTo>
                    <a:pt x="144" y="114"/>
                  </a:lnTo>
                  <a:lnTo>
                    <a:pt x="148" y="110"/>
                  </a:lnTo>
                  <a:lnTo>
                    <a:pt x="148" y="106"/>
                  </a:lnTo>
                  <a:lnTo>
                    <a:pt x="148" y="102"/>
                  </a:lnTo>
                  <a:lnTo>
                    <a:pt x="144" y="102"/>
                  </a:lnTo>
                  <a:lnTo>
                    <a:pt x="144" y="106"/>
                  </a:lnTo>
                  <a:lnTo>
                    <a:pt x="140" y="106"/>
                  </a:lnTo>
                  <a:lnTo>
                    <a:pt x="140" y="110"/>
                  </a:lnTo>
                  <a:lnTo>
                    <a:pt x="136" y="110"/>
                  </a:lnTo>
                  <a:lnTo>
                    <a:pt x="134" y="106"/>
                  </a:lnTo>
                  <a:lnTo>
                    <a:pt x="130" y="106"/>
                  </a:lnTo>
                  <a:lnTo>
                    <a:pt x="126" y="106"/>
                  </a:lnTo>
                  <a:lnTo>
                    <a:pt x="122" y="110"/>
                  </a:lnTo>
                  <a:lnTo>
                    <a:pt x="122" y="114"/>
                  </a:lnTo>
                  <a:lnTo>
                    <a:pt x="118" y="114"/>
                  </a:lnTo>
                  <a:lnTo>
                    <a:pt x="118" y="116"/>
                  </a:lnTo>
                  <a:lnTo>
                    <a:pt x="118" y="114"/>
                  </a:lnTo>
                  <a:lnTo>
                    <a:pt x="114" y="116"/>
                  </a:lnTo>
                  <a:lnTo>
                    <a:pt x="110" y="116"/>
                  </a:lnTo>
                  <a:lnTo>
                    <a:pt x="106" y="116"/>
                  </a:lnTo>
                  <a:lnTo>
                    <a:pt x="104" y="116"/>
                  </a:lnTo>
                  <a:lnTo>
                    <a:pt x="104" y="120"/>
                  </a:lnTo>
                  <a:lnTo>
                    <a:pt x="100" y="120"/>
                  </a:lnTo>
                  <a:lnTo>
                    <a:pt x="100" y="116"/>
                  </a:lnTo>
                  <a:lnTo>
                    <a:pt x="96" y="116"/>
                  </a:lnTo>
                  <a:lnTo>
                    <a:pt x="92" y="116"/>
                  </a:lnTo>
                  <a:lnTo>
                    <a:pt x="92" y="114"/>
                  </a:lnTo>
                  <a:lnTo>
                    <a:pt x="92" y="110"/>
                  </a:lnTo>
                  <a:lnTo>
                    <a:pt x="88" y="110"/>
                  </a:lnTo>
                  <a:lnTo>
                    <a:pt x="84" y="110"/>
                  </a:lnTo>
                  <a:lnTo>
                    <a:pt x="84" y="106"/>
                  </a:lnTo>
                  <a:lnTo>
                    <a:pt x="80" y="106"/>
                  </a:lnTo>
                  <a:lnTo>
                    <a:pt x="78" y="106"/>
                  </a:lnTo>
                  <a:lnTo>
                    <a:pt x="74" y="106"/>
                  </a:lnTo>
                  <a:lnTo>
                    <a:pt x="70" y="102"/>
                  </a:lnTo>
                  <a:lnTo>
                    <a:pt x="70" y="106"/>
                  </a:lnTo>
                  <a:lnTo>
                    <a:pt x="70" y="110"/>
                  </a:lnTo>
                  <a:lnTo>
                    <a:pt x="70" y="114"/>
                  </a:lnTo>
                  <a:lnTo>
                    <a:pt x="66" y="116"/>
                  </a:lnTo>
                  <a:lnTo>
                    <a:pt x="66" y="114"/>
                  </a:lnTo>
                  <a:lnTo>
                    <a:pt x="62" y="114"/>
                  </a:lnTo>
                  <a:lnTo>
                    <a:pt x="62" y="116"/>
                  </a:lnTo>
                  <a:lnTo>
                    <a:pt x="58" y="116"/>
                  </a:lnTo>
                  <a:lnTo>
                    <a:pt x="54" y="116"/>
                  </a:lnTo>
                  <a:lnTo>
                    <a:pt x="50" y="116"/>
                  </a:lnTo>
                  <a:lnTo>
                    <a:pt x="50" y="114"/>
                  </a:lnTo>
                  <a:lnTo>
                    <a:pt x="48" y="114"/>
                  </a:lnTo>
                  <a:lnTo>
                    <a:pt x="50" y="110"/>
                  </a:lnTo>
                  <a:lnTo>
                    <a:pt x="48" y="110"/>
                  </a:lnTo>
                  <a:lnTo>
                    <a:pt x="48" y="106"/>
                  </a:lnTo>
                  <a:lnTo>
                    <a:pt x="44" y="110"/>
                  </a:lnTo>
                  <a:lnTo>
                    <a:pt x="44" y="106"/>
                  </a:lnTo>
                  <a:lnTo>
                    <a:pt x="40" y="102"/>
                  </a:lnTo>
                  <a:lnTo>
                    <a:pt x="40" y="106"/>
                  </a:lnTo>
                  <a:lnTo>
                    <a:pt x="36" y="106"/>
                  </a:lnTo>
                  <a:lnTo>
                    <a:pt x="36" y="110"/>
                  </a:lnTo>
                  <a:lnTo>
                    <a:pt x="34" y="110"/>
                  </a:lnTo>
                  <a:lnTo>
                    <a:pt x="36" y="110"/>
                  </a:lnTo>
                  <a:lnTo>
                    <a:pt x="34" y="110"/>
                  </a:lnTo>
                  <a:lnTo>
                    <a:pt x="34" y="106"/>
                  </a:lnTo>
                  <a:lnTo>
                    <a:pt x="34" y="110"/>
                  </a:lnTo>
                  <a:lnTo>
                    <a:pt x="34" y="106"/>
                  </a:lnTo>
                  <a:lnTo>
                    <a:pt x="36" y="106"/>
                  </a:lnTo>
                  <a:lnTo>
                    <a:pt x="34" y="106"/>
                  </a:lnTo>
                  <a:lnTo>
                    <a:pt x="30" y="106"/>
                  </a:lnTo>
                  <a:lnTo>
                    <a:pt x="26" y="110"/>
                  </a:lnTo>
                  <a:lnTo>
                    <a:pt x="26" y="106"/>
                  </a:lnTo>
                  <a:lnTo>
                    <a:pt x="30" y="106"/>
                  </a:lnTo>
                  <a:lnTo>
                    <a:pt x="34" y="106"/>
                  </a:lnTo>
                  <a:lnTo>
                    <a:pt x="36" y="102"/>
                  </a:lnTo>
                  <a:lnTo>
                    <a:pt x="34" y="102"/>
                  </a:lnTo>
                  <a:lnTo>
                    <a:pt x="30" y="102"/>
                  </a:lnTo>
                  <a:lnTo>
                    <a:pt x="26" y="102"/>
                  </a:lnTo>
                  <a:lnTo>
                    <a:pt x="22" y="102"/>
                  </a:lnTo>
                  <a:lnTo>
                    <a:pt x="26" y="98"/>
                  </a:lnTo>
                  <a:lnTo>
                    <a:pt x="30" y="98"/>
                  </a:lnTo>
                  <a:lnTo>
                    <a:pt x="30" y="94"/>
                  </a:lnTo>
                  <a:lnTo>
                    <a:pt x="26" y="98"/>
                  </a:lnTo>
                  <a:lnTo>
                    <a:pt x="26" y="94"/>
                  </a:lnTo>
                  <a:lnTo>
                    <a:pt x="22" y="94"/>
                  </a:lnTo>
                  <a:lnTo>
                    <a:pt x="22" y="90"/>
                  </a:lnTo>
                  <a:lnTo>
                    <a:pt x="22" y="86"/>
                  </a:lnTo>
                  <a:lnTo>
                    <a:pt x="22" y="84"/>
                  </a:lnTo>
                  <a:lnTo>
                    <a:pt x="26" y="84"/>
                  </a:lnTo>
                  <a:lnTo>
                    <a:pt x="22" y="84"/>
                  </a:lnTo>
                  <a:lnTo>
                    <a:pt x="18" y="80"/>
                  </a:lnTo>
                  <a:lnTo>
                    <a:pt x="14" y="80"/>
                  </a:lnTo>
                  <a:lnTo>
                    <a:pt x="10" y="80"/>
                  </a:lnTo>
                  <a:lnTo>
                    <a:pt x="10" y="76"/>
                  </a:lnTo>
                  <a:lnTo>
                    <a:pt x="14" y="76"/>
                  </a:lnTo>
                  <a:lnTo>
                    <a:pt x="10" y="72"/>
                  </a:lnTo>
                  <a:lnTo>
                    <a:pt x="10" y="68"/>
                  </a:lnTo>
                  <a:lnTo>
                    <a:pt x="14" y="72"/>
                  </a:lnTo>
                  <a:lnTo>
                    <a:pt x="14" y="76"/>
                  </a:lnTo>
                  <a:lnTo>
                    <a:pt x="18" y="76"/>
                  </a:lnTo>
                  <a:lnTo>
                    <a:pt x="22" y="76"/>
                  </a:lnTo>
                  <a:lnTo>
                    <a:pt x="22" y="72"/>
                  </a:lnTo>
                  <a:lnTo>
                    <a:pt x="18" y="72"/>
                  </a:lnTo>
                  <a:lnTo>
                    <a:pt x="14" y="68"/>
                  </a:lnTo>
                  <a:lnTo>
                    <a:pt x="18" y="68"/>
                  </a:lnTo>
                  <a:lnTo>
                    <a:pt x="22" y="64"/>
                  </a:lnTo>
                  <a:lnTo>
                    <a:pt x="18" y="64"/>
                  </a:lnTo>
                  <a:lnTo>
                    <a:pt x="18" y="60"/>
                  </a:lnTo>
                  <a:lnTo>
                    <a:pt x="14" y="56"/>
                  </a:lnTo>
                  <a:lnTo>
                    <a:pt x="18" y="56"/>
                  </a:lnTo>
                  <a:lnTo>
                    <a:pt x="18" y="54"/>
                  </a:lnTo>
                  <a:lnTo>
                    <a:pt x="14" y="54"/>
                  </a:lnTo>
                  <a:lnTo>
                    <a:pt x="14" y="54"/>
                  </a:lnTo>
                  <a:lnTo>
                    <a:pt x="14" y="54"/>
                  </a:lnTo>
                  <a:close/>
                  <a:moveTo>
                    <a:pt x="30" y="30"/>
                  </a:moveTo>
                  <a:lnTo>
                    <a:pt x="26" y="30"/>
                  </a:lnTo>
                  <a:lnTo>
                    <a:pt x="30" y="30"/>
                  </a:lnTo>
                  <a:lnTo>
                    <a:pt x="30" y="30"/>
                  </a:lnTo>
                  <a:lnTo>
                    <a:pt x="30" y="30"/>
                  </a:lnTo>
                  <a:close/>
                  <a:moveTo>
                    <a:pt x="4" y="42"/>
                  </a:moveTo>
                  <a:lnTo>
                    <a:pt x="0" y="42"/>
                  </a:lnTo>
                  <a:lnTo>
                    <a:pt x="4" y="42"/>
                  </a:lnTo>
                  <a:lnTo>
                    <a:pt x="4" y="38"/>
                  </a:lnTo>
                  <a:lnTo>
                    <a:pt x="8" y="42"/>
                  </a:lnTo>
                  <a:lnTo>
                    <a:pt x="4" y="42"/>
                  </a:lnTo>
                  <a:lnTo>
                    <a:pt x="4" y="42"/>
                  </a:lnTo>
                  <a:lnTo>
                    <a:pt x="4" y="4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5" name="Freeform 59"/>
            <p:cNvSpPr>
              <a:spLocks noChangeAspect="1"/>
            </p:cNvSpPr>
            <p:nvPr/>
          </p:nvSpPr>
          <p:spPr bwMode="gray">
            <a:xfrm>
              <a:off x="6059172" y="3187431"/>
              <a:ext cx="379159" cy="253932"/>
            </a:xfrm>
            <a:custGeom>
              <a:avLst/>
              <a:gdLst>
                <a:gd name="T0" fmla="*/ 208 w 218"/>
                <a:gd name="T1" fmla="*/ 100 h 146"/>
                <a:gd name="T2" fmla="*/ 200 w 218"/>
                <a:gd name="T3" fmla="*/ 108 h 146"/>
                <a:gd name="T4" fmla="*/ 192 w 218"/>
                <a:gd name="T5" fmla="*/ 116 h 146"/>
                <a:gd name="T6" fmla="*/ 188 w 218"/>
                <a:gd name="T7" fmla="*/ 126 h 146"/>
                <a:gd name="T8" fmla="*/ 178 w 218"/>
                <a:gd name="T9" fmla="*/ 130 h 146"/>
                <a:gd name="T10" fmla="*/ 170 w 218"/>
                <a:gd name="T11" fmla="*/ 134 h 146"/>
                <a:gd name="T12" fmla="*/ 166 w 218"/>
                <a:gd name="T13" fmla="*/ 142 h 146"/>
                <a:gd name="T14" fmla="*/ 156 w 218"/>
                <a:gd name="T15" fmla="*/ 146 h 146"/>
                <a:gd name="T16" fmla="*/ 144 w 218"/>
                <a:gd name="T17" fmla="*/ 142 h 146"/>
                <a:gd name="T18" fmla="*/ 140 w 218"/>
                <a:gd name="T19" fmla="*/ 130 h 146"/>
                <a:gd name="T20" fmla="*/ 136 w 218"/>
                <a:gd name="T21" fmla="*/ 118 h 146"/>
                <a:gd name="T22" fmla="*/ 126 w 218"/>
                <a:gd name="T23" fmla="*/ 112 h 146"/>
                <a:gd name="T24" fmla="*/ 114 w 218"/>
                <a:gd name="T25" fmla="*/ 100 h 146"/>
                <a:gd name="T26" fmla="*/ 106 w 218"/>
                <a:gd name="T27" fmla="*/ 100 h 146"/>
                <a:gd name="T28" fmla="*/ 92 w 218"/>
                <a:gd name="T29" fmla="*/ 92 h 146"/>
                <a:gd name="T30" fmla="*/ 84 w 218"/>
                <a:gd name="T31" fmla="*/ 88 h 146"/>
                <a:gd name="T32" fmla="*/ 74 w 218"/>
                <a:gd name="T33" fmla="*/ 86 h 146"/>
                <a:gd name="T34" fmla="*/ 62 w 218"/>
                <a:gd name="T35" fmla="*/ 88 h 146"/>
                <a:gd name="T36" fmla="*/ 54 w 218"/>
                <a:gd name="T37" fmla="*/ 96 h 146"/>
                <a:gd name="T38" fmla="*/ 44 w 218"/>
                <a:gd name="T39" fmla="*/ 104 h 146"/>
                <a:gd name="T40" fmla="*/ 28 w 218"/>
                <a:gd name="T41" fmla="*/ 100 h 146"/>
                <a:gd name="T42" fmla="*/ 18 w 218"/>
                <a:gd name="T43" fmla="*/ 96 h 146"/>
                <a:gd name="T44" fmla="*/ 10 w 218"/>
                <a:gd name="T45" fmla="*/ 88 h 146"/>
                <a:gd name="T46" fmla="*/ 4 w 218"/>
                <a:gd name="T47" fmla="*/ 74 h 146"/>
                <a:gd name="T48" fmla="*/ 6 w 218"/>
                <a:gd name="T49" fmla="*/ 58 h 146"/>
                <a:gd name="T50" fmla="*/ 6 w 218"/>
                <a:gd name="T51" fmla="*/ 40 h 146"/>
                <a:gd name="T52" fmla="*/ 6 w 218"/>
                <a:gd name="T53" fmla="*/ 26 h 146"/>
                <a:gd name="T54" fmla="*/ 20 w 218"/>
                <a:gd name="T55" fmla="*/ 14 h 146"/>
                <a:gd name="T56" fmla="*/ 32 w 218"/>
                <a:gd name="T57" fmla="*/ 10 h 146"/>
                <a:gd name="T58" fmla="*/ 44 w 218"/>
                <a:gd name="T59" fmla="*/ 10 h 146"/>
                <a:gd name="T60" fmla="*/ 54 w 218"/>
                <a:gd name="T61" fmla="*/ 22 h 146"/>
                <a:gd name="T62" fmla="*/ 62 w 218"/>
                <a:gd name="T63" fmla="*/ 30 h 146"/>
                <a:gd name="T64" fmla="*/ 74 w 218"/>
                <a:gd name="T65" fmla="*/ 30 h 146"/>
                <a:gd name="T66" fmla="*/ 84 w 218"/>
                <a:gd name="T67" fmla="*/ 26 h 146"/>
                <a:gd name="T68" fmla="*/ 80 w 218"/>
                <a:gd name="T69" fmla="*/ 14 h 146"/>
                <a:gd name="T70" fmla="*/ 92 w 218"/>
                <a:gd name="T71" fmla="*/ 10 h 146"/>
                <a:gd name="T72" fmla="*/ 100 w 218"/>
                <a:gd name="T73" fmla="*/ 6 h 146"/>
                <a:gd name="T74" fmla="*/ 102 w 218"/>
                <a:gd name="T75" fmla="*/ 4 h 146"/>
                <a:gd name="T76" fmla="*/ 110 w 218"/>
                <a:gd name="T77" fmla="*/ 4 h 146"/>
                <a:gd name="T78" fmla="*/ 122 w 218"/>
                <a:gd name="T79" fmla="*/ 6 h 146"/>
                <a:gd name="T80" fmla="*/ 128 w 218"/>
                <a:gd name="T81" fmla="*/ 18 h 146"/>
                <a:gd name="T82" fmla="*/ 128 w 218"/>
                <a:gd name="T83" fmla="*/ 26 h 146"/>
                <a:gd name="T84" fmla="*/ 140 w 218"/>
                <a:gd name="T85" fmla="*/ 30 h 146"/>
                <a:gd name="T86" fmla="*/ 152 w 218"/>
                <a:gd name="T87" fmla="*/ 36 h 146"/>
                <a:gd name="T88" fmla="*/ 158 w 218"/>
                <a:gd name="T89" fmla="*/ 44 h 146"/>
                <a:gd name="T90" fmla="*/ 162 w 218"/>
                <a:gd name="T91" fmla="*/ 56 h 146"/>
                <a:gd name="T92" fmla="*/ 174 w 218"/>
                <a:gd name="T93" fmla="*/ 62 h 146"/>
                <a:gd name="T94" fmla="*/ 182 w 218"/>
                <a:gd name="T95" fmla="*/ 70 h 146"/>
                <a:gd name="T96" fmla="*/ 188 w 218"/>
                <a:gd name="T97" fmla="*/ 78 h 146"/>
                <a:gd name="T98" fmla="*/ 204 w 218"/>
                <a:gd name="T99" fmla="*/ 86 h 146"/>
                <a:gd name="T100" fmla="*/ 210 w 218"/>
                <a:gd name="T101" fmla="*/ 88 h 146"/>
                <a:gd name="T102" fmla="*/ 218 w 218"/>
                <a:gd name="T103" fmla="*/ 96 h 146"/>
                <a:gd name="T104" fmla="*/ 214 w 218"/>
                <a:gd name="T105" fmla="*/ 104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18" h="146">
                  <a:moveTo>
                    <a:pt x="214" y="104"/>
                  </a:moveTo>
                  <a:lnTo>
                    <a:pt x="210" y="104"/>
                  </a:lnTo>
                  <a:lnTo>
                    <a:pt x="208" y="104"/>
                  </a:lnTo>
                  <a:lnTo>
                    <a:pt x="208" y="100"/>
                  </a:lnTo>
                  <a:lnTo>
                    <a:pt x="204" y="100"/>
                  </a:lnTo>
                  <a:lnTo>
                    <a:pt x="204" y="104"/>
                  </a:lnTo>
                  <a:lnTo>
                    <a:pt x="204" y="108"/>
                  </a:lnTo>
                  <a:lnTo>
                    <a:pt x="200" y="108"/>
                  </a:lnTo>
                  <a:lnTo>
                    <a:pt x="196" y="108"/>
                  </a:lnTo>
                  <a:lnTo>
                    <a:pt x="192" y="108"/>
                  </a:lnTo>
                  <a:lnTo>
                    <a:pt x="192" y="112"/>
                  </a:lnTo>
                  <a:lnTo>
                    <a:pt x="192" y="116"/>
                  </a:lnTo>
                  <a:lnTo>
                    <a:pt x="188" y="116"/>
                  </a:lnTo>
                  <a:lnTo>
                    <a:pt x="188" y="118"/>
                  </a:lnTo>
                  <a:lnTo>
                    <a:pt x="188" y="122"/>
                  </a:lnTo>
                  <a:lnTo>
                    <a:pt x="188" y="126"/>
                  </a:lnTo>
                  <a:lnTo>
                    <a:pt x="184" y="126"/>
                  </a:lnTo>
                  <a:lnTo>
                    <a:pt x="182" y="126"/>
                  </a:lnTo>
                  <a:lnTo>
                    <a:pt x="182" y="130"/>
                  </a:lnTo>
                  <a:lnTo>
                    <a:pt x="178" y="130"/>
                  </a:lnTo>
                  <a:lnTo>
                    <a:pt x="174" y="130"/>
                  </a:lnTo>
                  <a:lnTo>
                    <a:pt x="170" y="134"/>
                  </a:lnTo>
                  <a:lnTo>
                    <a:pt x="166" y="134"/>
                  </a:lnTo>
                  <a:lnTo>
                    <a:pt x="170" y="134"/>
                  </a:lnTo>
                  <a:lnTo>
                    <a:pt x="170" y="138"/>
                  </a:lnTo>
                  <a:lnTo>
                    <a:pt x="166" y="138"/>
                  </a:lnTo>
                  <a:lnTo>
                    <a:pt x="170" y="138"/>
                  </a:lnTo>
                  <a:lnTo>
                    <a:pt x="166" y="142"/>
                  </a:lnTo>
                  <a:lnTo>
                    <a:pt x="162" y="142"/>
                  </a:lnTo>
                  <a:lnTo>
                    <a:pt x="162" y="146"/>
                  </a:lnTo>
                  <a:lnTo>
                    <a:pt x="158" y="146"/>
                  </a:lnTo>
                  <a:lnTo>
                    <a:pt x="156" y="146"/>
                  </a:lnTo>
                  <a:lnTo>
                    <a:pt x="156" y="142"/>
                  </a:lnTo>
                  <a:lnTo>
                    <a:pt x="152" y="142"/>
                  </a:lnTo>
                  <a:lnTo>
                    <a:pt x="148" y="142"/>
                  </a:lnTo>
                  <a:lnTo>
                    <a:pt x="144" y="142"/>
                  </a:lnTo>
                  <a:lnTo>
                    <a:pt x="144" y="138"/>
                  </a:lnTo>
                  <a:lnTo>
                    <a:pt x="140" y="138"/>
                  </a:lnTo>
                  <a:lnTo>
                    <a:pt x="140" y="134"/>
                  </a:lnTo>
                  <a:lnTo>
                    <a:pt x="140" y="130"/>
                  </a:lnTo>
                  <a:lnTo>
                    <a:pt x="140" y="126"/>
                  </a:lnTo>
                  <a:lnTo>
                    <a:pt x="140" y="122"/>
                  </a:lnTo>
                  <a:lnTo>
                    <a:pt x="140" y="118"/>
                  </a:lnTo>
                  <a:lnTo>
                    <a:pt x="136" y="118"/>
                  </a:lnTo>
                  <a:lnTo>
                    <a:pt x="132" y="118"/>
                  </a:lnTo>
                  <a:lnTo>
                    <a:pt x="128" y="118"/>
                  </a:lnTo>
                  <a:lnTo>
                    <a:pt x="126" y="116"/>
                  </a:lnTo>
                  <a:lnTo>
                    <a:pt x="126" y="112"/>
                  </a:lnTo>
                  <a:lnTo>
                    <a:pt x="122" y="108"/>
                  </a:lnTo>
                  <a:lnTo>
                    <a:pt x="118" y="108"/>
                  </a:lnTo>
                  <a:lnTo>
                    <a:pt x="114" y="104"/>
                  </a:lnTo>
                  <a:lnTo>
                    <a:pt x="114" y="100"/>
                  </a:lnTo>
                  <a:lnTo>
                    <a:pt x="110" y="100"/>
                  </a:lnTo>
                  <a:lnTo>
                    <a:pt x="110" y="96"/>
                  </a:lnTo>
                  <a:lnTo>
                    <a:pt x="106" y="96"/>
                  </a:lnTo>
                  <a:lnTo>
                    <a:pt x="106" y="100"/>
                  </a:lnTo>
                  <a:lnTo>
                    <a:pt x="106" y="96"/>
                  </a:lnTo>
                  <a:lnTo>
                    <a:pt x="102" y="100"/>
                  </a:lnTo>
                  <a:lnTo>
                    <a:pt x="100" y="96"/>
                  </a:lnTo>
                  <a:lnTo>
                    <a:pt x="92" y="92"/>
                  </a:lnTo>
                  <a:lnTo>
                    <a:pt x="88" y="92"/>
                  </a:lnTo>
                  <a:lnTo>
                    <a:pt x="88" y="88"/>
                  </a:lnTo>
                  <a:lnTo>
                    <a:pt x="84" y="86"/>
                  </a:lnTo>
                  <a:lnTo>
                    <a:pt x="84" y="88"/>
                  </a:lnTo>
                  <a:lnTo>
                    <a:pt x="80" y="88"/>
                  </a:lnTo>
                  <a:lnTo>
                    <a:pt x="80" y="86"/>
                  </a:lnTo>
                  <a:lnTo>
                    <a:pt x="76" y="86"/>
                  </a:lnTo>
                  <a:lnTo>
                    <a:pt x="74" y="86"/>
                  </a:lnTo>
                  <a:lnTo>
                    <a:pt x="74" y="88"/>
                  </a:lnTo>
                  <a:lnTo>
                    <a:pt x="70" y="88"/>
                  </a:lnTo>
                  <a:lnTo>
                    <a:pt x="66" y="88"/>
                  </a:lnTo>
                  <a:lnTo>
                    <a:pt x="62" y="88"/>
                  </a:lnTo>
                  <a:lnTo>
                    <a:pt x="58" y="88"/>
                  </a:lnTo>
                  <a:lnTo>
                    <a:pt x="58" y="92"/>
                  </a:lnTo>
                  <a:lnTo>
                    <a:pt x="54" y="92"/>
                  </a:lnTo>
                  <a:lnTo>
                    <a:pt x="54" y="96"/>
                  </a:lnTo>
                  <a:lnTo>
                    <a:pt x="50" y="96"/>
                  </a:lnTo>
                  <a:lnTo>
                    <a:pt x="50" y="100"/>
                  </a:lnTo>
                  <a:lnTo>
                    <a:pt x="48" y="104"/>
                  </a:lnTo>
                  <a:lnTo>
                    <a:pt x="44" y="104"/>
                  </a:lnTo>
                  <a:lnTo>
                    <a:pt x="40" y="104"/>
                  </a:lnTo>
                  <a:lnTo>
                    <a:pt x="36" y="104"/>
                  </a:lnTo>
                  <a:lnTo>
                    <a:pt x="32" y="104"/>
                  </a:lnTo>
                  <a:lnTo>
                    <a:pt x="28" y="100"/>
                  </a:lnTo>
                  <a:lnTo>
                    <a:pt x="24" y="100"/>
                  </a:lnTo>
                  <a:lnTo>
                    <a:pt x="24" y="96"/>
                  </a:lnTo>
                  <a:lnTo>
                    <a:pt x="20" y="96"/>
                  </a:lnTo>
                  <a:lnTo>
                    <a:pt x="18" y="96"/>
                  </a:lnTo>
                  <a:lnTo>
                    <a:pt x="14" y="96"/>
                  </a:lnTo>
                  <a:lnTo>
                    <a:pt x="14" y="92"/>
                  </a:lnTo>
                  <a:lnTo>
                    <a:pt x="10" y="92"/>
                  </a:lnTo>
                  <a:lnTo>
                    <a:pt x="10" y="88"/>
                  </a:lnTo>
                  <a:lnTo>
                    <a:pt x="6" y="86"/>
                  </a:lnTo>
                  <a:lnTo>
                    <a:pt x="4" y="82"/>
                  </a:lnTo>
                  <a:lnTo>
                    <a:pt x="4" y="78"/>
                  </a:lnTo>
                  <a:lnTo>
                    <a:pt x="4" y="74"/>
                  </a:lnTo>
                  <a:lnTo>
                    <a:pt x="4" y="70"/>
                  </a:lnTo>
                  <a:lnTo>
                    <a:pt x="6" y="66"/>
                  </a:lnTo>
                  <a:lnTo>
                    <a:pt x="6" y="62"/>
                  </a:lnTo>
                  <a:lnTo>
                    <a:pt x="6" y="58"/>
                  </a:lnTo>
                  <a:lnTo>
                    <a:pt x="6" y="56"/>
                  </a:lnTo>
                  <a:lnTo>
                    <a:pt x="6" y="48"/>
                  </a:lnTo>
                  <a:lnTo>
                    <a:pt x="6" y="44"/>
                  </a:lnTo>
                  <a:lnTo>
                    <a:pt x="6" y="40"/>
                  </a:lnTo>
                  <a:lnTo>
                    <a:pt x="6" y="36"/>
                  </a:lnTo>
                  <a:lnTo>
                    <a:pt x="4" y="32"/>
                  </a:lnTo>
                  <a:lnTo>
                    <a:pt x="0" y="30"/>
                  </a:lnTo>
                  <a:lnTo>
                    <a:pt x="6" y="26"/>
                  </a:lnTo>
                  <a:lnTo>
                    <a:pt x="10" y="26"/>
                  </a:lnTo>
                  <a:lnTo>
                    <a:pt x="14" y="22"/>
                  </a:lnTo>
                  <a:lnTo>
                    <a:pt x="18" y="18"/>
                  </a:lnTo>
                  <a:lnTo>
                    <a:pt x="20" y="14"/>
                  </a:lnTo>
                  <a:lnTo>
                    <a:pt x="24" y="14"/>
                  </a:lnTo>
                  <a:lnTo>
                    <a:pt x="24" y="10"/>
                  </a:lnTo>
                  <a:lnTo>
                    <a:pt x="28" y="10"/>
                  </a:lnTo>
                  <a:lnTo>
                    <a:pt x="32" y="10"/>
                  </a:lnTo>
                  <a:lnTo>
                    <a:pt x="36" y="6"/>
                  </a:lnTo>
                  <a:lnTo>
                    <a:pt x="40" y="6"/>
                  </a:lnTo>
                  <a:lnTo>
                    <a:pt x="44" y="6"/>
                  </a:lnTo>
                  <a:lnTo>
                    <a:pt x="44" y="10"/>
                  </a:lnTo>
                  <a:lnTo>
                    <a:pt x="48" y="10"/>
                  </a:lnTo>
                  <a:lnTo>
                    <a:pt x="50" y="14"/>
                  </a:lnTo>
                  <a:lnTo>
                    <a:pt x="54" y="18"/>
                  </a:lnTo>
                  <a:lnTo>
                    <a:pt x="54" y="22"/>
                  </a:lnTo>
                  <a:lnTo>
                    <a:pt x="58" y="22"/>
                  </a:lnTo>
                  <a:lnTo>
                    <a:pt x="58" y="26"/>
                  </a:lnTo>
                  <a:lnTo>
                    <a:pt x="58" y="30"/>
                  </a:lnTo>
                  <a:lnTo>
                    <a:pt x="62" y="30"/>
                  </a:lnTo>
                  <a:lnTo>
                    <a:pt x="66" y="30"/>
                  </a:lnTo>
                  <a:lnTo>
                    <a:pt x="66" y="26"/>
                  </a:lnTo>
                  <a:lnTo>
                    <a:pt x="70" y="30"/>
                  </a:lnTo>
                  <a:lnTo>
                    <a:pt x="74" y="30"/>
                  </a:lnTo>
                  <a:lnTo>
                    <a:pt x="76" y="30"/>
                  </a:lnTo>
                  <a:lnTo>
                    <a:pt x="80" y="30"/>
                  </a:lnTo>
                  <a:lnTo>
                    <a:pt x="84" y="30"/>
                  </a:lnTo>
                  <a:lnTo>
                    <a:pt x="84" y="26"/>
                  </a:lnTo>
                  <a:lnTo>
                    <a:pt x="80" y="26"/>
                  </a:lnTo>
                  <a:lnTo>
                    <a:pt x="80" y="22"/>
                  </a:lnTo>
                  <a:lnTo>
                    <a:pt x="80" y="18"/>
                  </a:lnTo>
                  <a:lnTo>
                    <a:pt x="80" y="14"/>
                  </a:lnTo>
                  <a:lnTo>
                    <a:pt x="84" y="14"/>
                  </a:lnTo>
                  <a:lnTo>
                    <a:pt x="84" y="10"/>
                  </a:lnTo>
                  <a:lnTo>
                    <a:pt x="88" y="10"/>
                  </a:lnTo>
                  <a:lnTo>
                    <a:pt x="92" y="10"/>
                  </a:lnTo>
                  <a:lnTo>
                    <a:pt x="96" y="10"/>
                  </a:lnTo>
                  <a:lnTo>
                    <a:pt x="96" y="6"/>
                  </a:lnTo>
                  <a:lnTo>
                    <a:pt x="96" y="4"/>
                  </a:lnTo>
                  <a:lnTo>
                    <a:pt x="100" y="6"/>
                  </a:lnTo>
                  <a:lnTo>
                    <a:pt x="102" y="6"/>
                  </a:lnTo>
                  <a:lnTo>
                    <a:pt x="100" y="4"/>
                  </a:lnTo>
                  <a:lnTo>
                    <a:pt x="100" y="0"/>
                  </a:lnTo>
                  <a:lnTo>
                    <a:pt x="102" y="4"/>
                  </a:lnTo>
                  <a:lnTo>
                    <a:pt x="102" y="0"/>
                  </a:lnTo>
                  <a:lnTo>
                    <a:pt x="106" y="0"/>
                  </a:lnTo>
                  <a:lnTo>
                    <a:pt x="106" y="4"/>
                  </a:lnTo>
                  <a:lnTo>
                    <a:pt x="110" y="4"/>
                  </a:lnTo>
                  <a:lnTo>
                    <a:pt x="114" y="4"/>
                  </a:lnTo>
                  <a:lnTo>
                    <a:pt x="114" y="6"/>
                  </a:lnTo>
                  <a:lnTo>
                    <a:pt x="118" y="6"/>
                  </a:lnTo>
                  <a:lnTo>
                    <a:pt x="122" y="6"/>
                  </a:lnTo>
                  <a:lnTo>
                    <a:pt x="126" y="10"/>
                  </a:lnTo>
                  <a:lnTo>
                    <a:pt x="126" y="14"/>
                  </a:lnTo>
                  <a:lnTo>
                    <a:pt x="126" y="18"/>
                  </a:lnTo>
                  <a:lnTo>
                    <a:pt x="128" y="18"/>
                  </a:lnTo>
                  <a:lnTo>
                    <a:pt x="126" y="18"/>
                  </a:lnTo>
                  <a:lnTo>
                    <a:pt x="126" y="22"/>
                  </a:lnTo>
                  <a:lnTo>
                    <a:pt x="126" y="26"/>
                  </a:lnTo>
                  <a:lnTo>
                    <a:pt x="128" y="26"/>
                  </a:lnTo>
                  <a:lnTo>
                    <a:pt x="128" y="30"/>
                  </a:lnTo>
                  <a:lnTo>
                    <a:pt x="132" y="30"/>
                  </a:lnTo>
                  <a:lnTo>
                    <a:pt x="136" y="30"/>
                  </a:lnTo>
                  <a:lnTo>
                    <a:pt x="140" y="30"/>
                  </a:lnTo>
                  <a:lnTo>
                    <a:pt x="144" y="30"/>
                  </a:lnTo>
                  <a:lnTo>
                    <a:pt x="148" y="30"/>
                  </a:lnTo>
                  <a:lnTo>
                    <a:pt x="152" y="32"/>
                  </a:lnTo>
                  <a:lnTo>
                    <a:pt x="152" y="36"/>
                  </a:lnTo>
                  <a:lnTo>
                    <a:pt x="152" y="40"/>
                  </a:lnTo>
                  <a:lnTo>
                    <a:pt x="156" y="40"/>
                  </a:lnTo>
                  <a:lnTo>
                    <a:pt x="156" y="44"/>
                  </a:lnTo>
                  <a:lnTo>
                    <a:pt x="158" y="44"/>
                  </a:lnTo>
                  <a:lnTo>
                    <a:pt x="158" y="48"/>
                  </a:lnTo>
                  <a:lnTo>
                    <a:pt x="158" y="52"/>
                  </a:lnTo>
                  <a:lnTo>
                    <a:pt x="158" y="56"/>
                  </a:lnTo>
                  <a:lnTo>
                    <a:pt x="162" y="56"/>
                  </a:lnTo>
                  <a:lnTo>
                    <a:pt x="162" y="58"/>
                  </a:lnTo>
                  <a:lnTo>
                    <a:pt x="166" y="58"/>
                  </a:lnTo>
                  <a:lnTo>
                    <a:pt x="170" y="62"/>
                  </a:lnTo>
                  <a:lnTo>
                    <a:pt x="174" y="62"/>
                  </a:lnTo>
                  <a:lnTo>
                    <a:pt x="174" y="66"/>
                  </a:lnTo>
                  <a:lnTo>
                    <a:pt x="178" y="66"/>
                  </a:lnTo>
                  <a:lnTo>
                    <a:pt x="178" y="70"/>
                  </a:lnTo>
                  <a:lnTo>
                    <a:pt x="182" y="70"/>
                  </a:lnTo>
                  <a:lnTo>
                    <a:pt x="182" y="74"/>
                  </a:lnTo>
                  <a:lnTo>
                    <a:pt x="184" y="74"/>
                  </a:lnTo>
                  <a:lnTo>
                    <a:pt x="188" y="74"/>
                  </a:lnTo>
                  <a:lnTo>
                    <a:pt x="188" y="78"/>
                  </a:lnTo>
                  <a:lnTo>
                    <a:pt x="192" y="78"/>
                  </a:lnTo>
                  <a:lnTo>
                    <a:pt x="196" y="82"/>
                  </a:lnTo>
                  <a:lnTo>
                    <a:pt x="200" y="86"/>
                  </a:lnTo>
                  <a:lnTo>
                    <a:pt x="204" y="86"/>
                  </a:lnTo>
                  <a:lnTo>
                    <a:pt x="204" y="88"/>
                  </a:lnTo>
                  <a:lnTo>
                    <a:pt x="208" y="88"/>
                  </a:lnTo>
                  <a:lnTo>
                    <a:pt x="208" y="86"/>
                  </a:lnTo>
                  <a:lnTo>
                    <a:pt x="210" y="88"/>
                  </a:lnTo>
                  <a:lnTo>
                    <a:pt x="214" y="88"/>
                  </a:lnTo>
                  <a:lnTo>
                    <a:pt x="214" y="92"/>
                  </a:lnTo>
                  <a:lnTo>
                    <a:pt x="218" y="92"/>
                  </a:lnTo>
                  <a:lnTo>
                    <a:pt x="218" y="96"/>
                  </a:lnTo>
                  <a:lnTo>
                    <a:pt x="214" y="100"/>
                  </a:lnTo>
                  <a:lnTo>
                    <a:pt x="214" y="104"/>
                  </a:lnTo>
                  <a:lnTo>
                    <a:pt x="218" y="104"/>
                  </a:lnTo>
                  <a:lnTo>
                    <a:pt x="214" y="104"/>
                  </a:lnTo>
                  <a:lnTo>
                    <a:pt x="214" y="104"/>
                  </a:lnTo>
                  <a:lnTo>
                    <a:pt x="214" y="10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6" name="Freeform 60"/>
            <p:cNvSpPr>
              <a:spLocks noChangeAspect="1" noEditPoints="1"/>
            </p:cNvSpPr>
            <p:nvPr/>
          </p:nvSpPr>
          <p:spPr bwMode="gray">
            <a:xfrm>
              <a:off x="6069607" y="3733559"/>
              <a:ext cx="114791" cy="104356"/>
            </a:xfrm>
            <a:custGeom>
              <a:avLst/>
              <a:gdLst>
                <a:gd name="T0" fmla="*/ 66 w 66"/>
                <a:gd name="T1" fmla="*/ 14 h 60"/>
                <a:gd name="T2" fmla="*/ 66 w 66"/>
                <a:gd name="T3" fmla="*/ 18 h 60"/>
                <a:gd name="T4" fmla="*/ 66 w 66"/>
                <a:gd name="T5" fmla="*/ 18 h 60"/>
                <a:gd name="T6" fmla="*/ 66 w 66"/>
                <a:gd name="T7" fmla="*/ 22 h 60"/>
                <a:gd name="T8" fmla="*/ 62 w 66"/>
                <a:gd name="T9" fmla="*/ 22 h 60"/>
                <a:gd name="T10" fmla="*/ 62 w 66"/>
                <a:gd name="T11" fmla="*/ 22 h 60"/>
                <a:gd name="T12" fmla="*/ 62 w 66"/>
                <a:gd name="T13" fmla="*/ 22 h 60"/>
                <a:gd name="T14" fmla="*/ 62 w 66"/>
                <a:gd name="T15" fmla="*/ 18 h 60"/>
                <a:gd name="T16" fmla="*/ 60 w 66"/>
                <a:gd name="T17" fmla="*/ 18 h 60"/>
                <a:gd name="T18" fmla="*/ 60 w 66"/>
                <a:gd name="T19" fmla="*/ 22 h 60"/>
                <a:gd name="T20" fmla="*/ 60 w 66"/>
                <a:gd name="T21" fmla="*/ 26 h 60"/>
                <a:gd name="T22" fmla="*/ 60 w 66"/>
                <a:gd name="T23" fmla="*/ 30 h 60"/>
                <a:gd name="T24" fmla="*/ 60 w 66"/>
                <a:gd name="T25" fmla="*/ 34 h 60"/>
                <a:gd name="T26" fmla="*/ 62 w 66"/>
                <a:gd name="T27" fmla="*/ 36 h 60"/>
                <a:gd name="T28" fmla="*/ 56 w 66"/>
                <a:gd name="T29" fmla="*/ 36 h 60"/>
                <a:gd name="T30" fmla="*/ 56 w 66"/>
                <a:gd name="T31" fmla="*/ 40 h 60"/>
                <a:gd name="T32" fmla="*/ 52 w 66"/>
                <a:gd name="T33" fmla="*/ 48 h 60"/>
                <a:gd name="T34" fmla="*/ 52 w 66"/>
                <a:gd name="T35" fmla="*/ 52 h 60"/>
                <a:gd name="T36" fmla="*/ 52 w 66"/>
                <a:gd name="T37" fmla="*/ 56 h 60"/>
                <a:gd name="T38" fmla="*/ 48 w 66"/>
                <a:gd name="T39" fmla="*/ 60 h 60"/>
                <a:gd name="T40" fmla="*/ 0 w 66"/>
                <a:gd name="T41" fmla="*/ 34 h 60"/>
                <a:gd name="T42" fmla="*/ 0 w 66"/>
                <a:gd name="T43" fmla="*/ 34 h 60"/>
                <a:gd name="T44" fmla="*/ 4 w 66"/>
                <a:gd name="T45" fmla="*/ 36 h 60"/>
                <a:gd name="T46" fmla="*/ 6 w 66"/>
                <a:gd name="T47" fmla="*/ 36 h 60"/>
                <a:gd name="T48" fmla="*/ 10 w 66"/>
                <a:gd name="T49" fmla="*/ 34 h 60"/>
                <a:gd name="T50" fmla="*/ 14 w 66"/>
                <a:gd name="T51" fmla="*/ 34 h 60"/>
                <a:gd name="T52" fmla="*/ 18 w 66"/>
                <a:gd name="T53" fmla="*/ 34 h 60"/>
                <a:gd name="T54" fmla="*/ 26 w 66"/>
                <a:gd name="T55" fmla="*/ 34 h 60"/>
                <a:gd name="T56" fmla="*/ 26 w 66"/>
                <a:gd name="T57" fmla="*/ 36 h 60"/>
                <a:gd name="T58" fmla="*/ 36 w 66"/>
                <a:gd name="T59" fmla="*/ 34 h 60"/>
                <a:gd name="T60" fmla="*/ 40 w 66"/>
                <a:gd name="T61" fmla="*/ 30 h 60"/>
                <a:gd name="T62" fmla="*/ 40 w 66"/>
                <a:gd name="T63" fmla="*/ 30 h 60"/>
                <a:gd name="T64" fmla="*/ 40 w 66"/>
                <a:gd name="T65" fmla="*/ 22 h 60"/>
                <a:gd name="T66" fmla="*/ 48 w 66"/>
                <a:gd name="T67" fmla="*/ 18 h 60"/>
                <a:gd name="T68" fmla="*/ 48 w 66"/>
                <a:gd name="T69" fmla="*/ 14 h 60"/>
                <a:gd name="T70" fmla="*/ 52 w 66"/>
                <a:gd name="T71" fmla="*/ 14 h 60"/>
                <a:gd name="T72" fmla="*/ 52 w 66"/>
                <a:gd name="T73" fmla="*/ 14 h 60"/>
                <a:gd name="T74" fmla="*/ 52 w 66"/>
                <a:gd name="T75" fmla="*/ 10 h 60"/>
                <a:gd name="T76" fmla="*/ 56 w 66"/>
                <a:gd name="T77" fmla="*/ 10 h 60"/>
                <a:gd name="T78" fmla="*/ 56 w 66"/>
                <a:gd name="T79" fmla="*/ 6 h 60"/>
                <a:gd name="T80" fmla="*/ 56 w 66"/>
                <a:gd name="T81" fmla="*/ 6 h 60"/>
                <a:gd name="T82" fmla="*/ 60 w 66"/>
                <a:gd name="T83" fmla="*/ 6 h 60"/>
                <a:gd name="T84" fmla="*/ 62 w 66"/>
                <a:gd name="T85" fmla="*/ 0 h 60"/>
                <a:gd name="T86" fmla="*/ 62 w 66"/>
                <a:gd name="T87" fmla="*/ 2 h 60"/>
                <a:gd name="T88" fmla="*/ 62 w 66"/>
                <a:gd name="T89" fmla="*/ 6 h 60"/>
                <a:gd name="T90" fmla="*/ 66 w 66"/>
                <a:gd name="T91" fmla="*/ 6 h 60"/>
                <a:gd name="T92" fmla="*/ 66 w 66"/>
                <a:gd name="T93" fmla="*/ 10 h 60"/>
                <a:gd name="T94" fmla="*/ 36 w 66"/>
                <a:gd name="T95" fmla="*/ 26 h 60"/>
                <a:gd name="T96" fmla="*/ 30 w 66"/>
                <a:gd name="T97" fmla="*/ 34 h 60"/>
                <a:gd name="T98" fmla="*/ 30 w 66"/>
                <a:gd name="T99" fmla="*/ 34 h 60"/>
                <a:gd name="T100" fmla="*/ 30 w 66"/>
                <a:gd name="T101" fmla="*/ 34 h 60"/>
                <a:gd name="T102" fmla="*/ 32 w 66"/>
                <a:gd name="T103" fmla="*/ 34 h 60"/>
                <a:gd name="T104" fmla="*/ 30 w 66"/>
                <a:gd name="T105" fmla="*/ 3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6" h="60">
                  <a:moveTo>
                    <a:pt x="66" y="10"/>
                  </a:moveTo>
                  <a:lnTo>
                    <a:pt x="66" y="10"/>
                  </a:lnTo>
                  <a:lnTo>
                    <a:pt x="66" y="10"/>
                  </a:lnTo>
                  <a:lnTo>
                    <a:pt x="66" y="14"/>
                  </a:lnTo>
                  <a:lnTo>
                    <a:pt x="66" y="14"/>
                  </a:lnTo>
                  <a:lnTo>
                    <a:pt x="66" y="18"/>
                  </a:lnTo>
                  <a:lnTo>
                    <a:pt x="66" y="18"/>
                  </a:lnTo>
                  <a:lnTo>
                    <a:pt x="66" y="18"/>
                  </a:lnTo>
                  <a:lnTo>
                    <a:pt x="66" y="18"/>
                  </a:lnTo>
                  <a:lnTo>
                    <a:pt x="66" y="18"/>
                  </a:lnTo>
                  <a:lnTo>
                    <a:pt x="66" y="18"/>
                  </a:lnTo>
                  <a:lnTo>
                    <a:pt x="66" y="18"/>
                  </a:lnTo>
                  <a:lnTo>
                    <a:pt x="66" y="18"/>
                  </a:lnTo>
                  <a:lnTo>
                    <a:pt x="66" y="22"/>
                  </a:lnTo>
                  <a:lnTo>
                    <a:pt x="66" y="22"/>
                  </a:lnTo>
                  <a:lnTo>
                    <a:pt x="66" y="22"/>
                  </a:lnTo>
                  <a:lnTo>
                    <a:pt x="66" y="22"/>
                  </a:lnTo>
                  <a:lnTo>
                    <a:pt x="66" y="22"/>
                  </a:lnTo>
                  <a:lnTo>
                    <a:pt x="66" y="22"/>
                  </a:lnTo>
                  <a:lnTo>
                    <a:pt x="62" y="22"/>
                  </a:lnTo>
                  <a:lnTo>
                    <a:pt x="62" y="22"/>
                  </a:lnTo>
                  <a:lnTo>
                    <a:pt x="62" y="22"/>
                  </a:lnTo>
                  <a:lnTo>
                    <a:pt x="62" y="22"/>
                  </a:lnTo>
                  <a:lnTo>
                    <a:pt x="62" y="22"/>
                  </a:lnTo>
                  <a:lnTo>
                    <a:pt x="62" y="22"/>
                  </a:lnTo>
                  <a:lnTo>
                    <a:pt x="62" y="22"/>
                  </a:lnTo>
                  <a:lnTo>
                    <a:pt x="60" y="22"/>
                  </a:lnTo>
                  <a:lnTo>
                    <a:pt x="62" y="22"/>
                  </a:lnTo>
                  <a:lnTo>
                    <a:pt x="62" y="22"/>
                  </a:lnTo>
                  <a:lnTo>
                    <a:pt x="62" y="22"/>
                  </a:lnTo>
                  <a:lnTo>
                    <a:pt x="62" y="18"/>
                  </a:lnTo>
                  <a:lnTo>
                    <a:pt x="62" y="18"/>
                  </a:lnTo>
                  <a:lnTo>
                    <a:pt x="62" y="18"/>
                  </a:lnTo>
                  <a:lnTo>
                    <a:pt x="60" y="18"/>
                  </a:lnTo>
                  <a:lnTo>
                    <a:pt x="60" y="18"/>
                  </a:lnTo>
                  <a:lnTo>
                    <a:pt x="60" y="18"/>
                  </a:lnTo>
                  <a:lnTo>
                    <a:pt x="60" y="18"/>
                  </a:lnTo>
                  <a:lnTo>
                    <a:pt x="60" y="18"/>
                  </a:lnTo>
                  <a:lnTo>
                    <a:pt x="60" y="22"/>
                  </a:lnTo>
                  <a:lnTo>
                    <a:pt x="60" y="22"/>
                  </a:lnTo>
                  <a:lnTo>
                    <a:pt x="60" y="22"/>
                  </a:lnTo>
                  <a:lnTo>
                    <a:pt x="60" y="22"/>
                  </a:lnTo>
                  <a:lnTo>
                    <a:pt x="60" y="26"/>
                  </a:lnTo>
                  <a:lnTo>
                    <a:pt x="60" y="26"/>
                  </a:lnTo>
                  <a:lnTo>
                    <a:pt x="60" y="26"/>
                  </a:lnTo>
                  <a:lnTo>
                    <a:pt x="60" y="26"/>
                  </a:lnTo>
                  <a:lnTo>
                    <a:pt x="60" y="30"/>
                  </a:lnTo>
                  <a:lnTo>
                    <a:pt x="60" y="30"/>
                  </a:lnTo>
                  <a:lnTo>
                    <a:pt x="60" y="30"/>
                  </a:lnTo>
                  <a:lnTo>
                    <a:pt x="60" y="34"/>
                  </a:lnTo>
                  <a:lnTo>
                    <a:pt x="60" y="34"/>
                  </a:lnTo>
                  <a:lnTo>
                    <a:pt x="60" y="34"/>
                  </a:lnTo>
                  <a:lnTo>
                    <a:pt x="60" y="34"/>
                  </a:lnTo>
                  <a:lnTo>
                    <a:pt x="60" y="34"/>
                  </a:lnTo>
                  <a:lnTo>
                    <a:pt x="62" y="36"/>
                  </a:lnTo>
                  <a:lnTo>
                    <a:pt x="62" y="36"/>
                  </a:lnTo>
                  <a:lnTo>
                    <a:pt x="60" y="36"/>
                  </a:lnTo>
                  <a:lnTo>
                    <a:pt x="60" y="36"/>
                  </a:lnTo>
                  <a:lnTo>
                    <a:pt x="56" y="36"/>
                  </a:lnTo>
                  <a:lnTo>
                    <a:pt x="56" y="36"/>
                  </a:lnTo>
                  <a:lnTo>
                    <a:pt x="56" y="36"/>
                  </a:lnTo>
                  <a:lnTo>
                    <a:pt x="56" y="36"/>
                  </a:lnTo>
                  <a:lnTo>
                    <a:pt x="56" y="36"/>
                  </a:lnTo>
                  <a:lnTo>
                    <a:pt x="56" y="40"/>
                  </a:lnTo>
                  <a:lnTo>
                    <a:pt x="56" y="44"/>
                  </a:lnTo>
                  <a:lnTo>
                    <a:pt x="52" y="44"/>
                  </a:lnTo>
                  <a:lnTo>
                    <a:pt x="52" y="48"/>
                  </a:lnTo>
                  <a:lnTo>
                    <a:pt x="52" y="48"/>
                  </a:lnTo>
                  <a:lnTo>
                    <a:pt x="52" y="52"/>
                  </a:lnTo>
                  <a:lnTo>
                    <a:pt x="52" y="52"/>
                  </a:lnTo>
                  <a:lnTo>
                    <a:pt x="52" y="52"/>
                  </a:lnTo>
                  <a:lnTo>
                    <a:pt x="52" y="52"/>
                  </a:lnTo>
                  <a:lnTo>
                    <a:pt x="52" y="56"/>
                  </a:lnTo>
                  <a:lnTo>
                    <a:pt x="52" y="56"/>
                  </a:lnTo>
                  <a:lnTo>
                    <a:pt x="52" y="56"/>
                  </a:lnTo>
                  <a:lnTo>
                    <a:pt x="52" y="56"/>
                  </a:lnTo>
                  <a:lnTo>
                    <a:pt x="52" y="60"/>
                  </a:lnTo>
                  <a:lnTo>
                    <a:pt x="52" y="60"/>
                  </a:lnTo>
                  <a:lnTo>
                    <a:pt x="48" y="60"/>
                  </a:lnTo>
                  <a:lnTo>
                    <a:pt x="48" y="60"/>
                  </a:lnTo>
                  <a:lnTo>
                    <a:pt x="14" y="56"/>
                  </a:lnTo>
                  <a:lnTo>
                    <a:pt x="0" y="34"/>
                  </a:lnTo>
                  <a:lnTo>
                    <a:pt x="0" y="34"/>
                  </a:lnTo>
                  <a:lnTo>
                    <a:pt x="0" y="34"/>
                  </a:lnTo>
                  <a:lnTo>
                    <a:pt x="0" y="34"/>
                  </a:lnTo>
                  <a:lnTo>
                    <a:pt x="0" y="34"/>
                  </a:lnTo>
                  <a:lnTo>
                    <a:pt x="0" y="34"/>
                  </a:lnTo>
                  <a:lnTo>
                    <a:pt x="0" y="34"/>
                  </a:lnTo>
                  <a:lnTo>
                    <a:pt x="4" y="36"/>
                  </a:lnTo>
                  <a:lnTo>
                    <a:pt x="4" y="36"/>
                  </a:lnTo>
                  <a:lnTo>
                    <a:pt x="4" y="36"/>
                  </a:lnTo>
                  <a:lnTo>
                    <a:pt x="4" y="36"/>
                  </a:lnTo>
                  <a:lnTo>
                    <a:pt x="4" y="36"/>
                  </a:lnTo>
                  <a:lnTo>
                    <a:pt x="6" y="36"/>
                  </a:lnTo>
                  <a:lnTo>
                    <a:pt x="6" y="36"/>
                  </a:lnTo>
                  <a:lnTo>
                    <a:pt x="6" y="36"/>
                  </a:lnTo>
                  <a:lnTo>
                    <a:pt x="6" y="36"/>
                  </a:lnTo>
                  <a:lnTo>
                    <a:pt x="10" y="36"/>
                  </a:lnTo>
                  <a:lnTo>
                    <a:pt x="10" y="36"/>
                  </a:lnTo>
                  <a:lnTo>
                    <a:pt x="10" y="34"/>
                  </a:lnTo>
                  <a:lnTo>
                    <a:pt x="14" y="34"/>
                  </a:lnTo>
                  <a:lnTo>
                    <a:pt x="14" y="34"/>
                  </a:lnTo>
                  <a:lnTo>
                    <a:pt x="14" y="34"/>
                  </a:lnTo>
                  <a:lnTo>
                    <a:pt x="14" y="34"/>
                  </a:lnTo>
                  <a:lnTo>
                    <a:pt x="14" y="34"/>
                  </a:lnTo>
                  <a:lnTo>
                    <a:pt x="18" y="34"/>
                  </a:lnTo>
                  <a:lnTo>
                    <a:pt x="18" y="34"/>
                  </a:lnTo>
                  <a:lnTo>
                    <a:pt x="18" y="34"/>
                  </a:lnTo>
                  <a:lnTo>
                    <a:pt x="22" y="34"/>
                  </a:lnTo>
                  <a:lnTo>
                    <a:pt x="22" y="34"/>
                  </a:lnTo>
                  <a:lnTo>
                    <a:pt x="22" y="34"/>
                  </a:lnTo>
                  <a:lnTo>
                    <a:pt x="26" y="34"/>
                  </a:lnTo>
                  <a:lnTo>
                    <a:pt x="26" y="34"/>
                  </a:lnTo>
                  <a:lnTo>
                    <a:pt x="26" y="36"/>
                  </a:lnTo>
                  <a:lnTo>
                    <a:pt x="26" y="36"/>
                  </a:lnTo>
                  <a:lnTo>
                    <a:pt x="26" y="36"/>
                  </a:lnTo>
                  <a:lnTo>
                    <a:pt x="26" y="36"/>
                  </a:lnTo>
                  <a:lnTo>
                    <a:pt x="30" y="36"/>
                  </a:lnTo>
                  <a:lnTo>
                    <a:pt x="32" y="34"/>
                  </a:lnTo>
                  <a:lnTo>
                    <a:pt x="36" y="34"/>
                  </a:lnTo>
                  <a:lnTo>
                    <a:pt x="36" y="34"/>
                  </a:lnTo>
                  <a:lnTo>
                    <a:pt x="36" y="34"/>
                  </a:lnTo>
                  <a:lnTo>
                    <a:pt x="40" y="34"/>
                  </a:lnTo>
                  <a:lnTo>
                    <a:pt x="40" y="30"/>
                  </a:lnTo>
                  <a:lnTo>
                    <a:pt x="40" y="30"/>
                  </a:lnTo>
                  <a:lnTo>
                    <a:pt x="40" y="30"/>
                  </a:lnTo>
                  <a:lnTo>
                    <a:pt x="40" y="30"/>
                  </a:lnTo>
                  <a:lnTo>
                    <a:pt x="40" y="30"/>
                  </a:lnTo>
                  <a:lnTo>
                    <a:pt x="40" y="30"/>
                  </a:lnTo>
                  <a:lnTo>
                    <a:pt x="40" y="26"/>
                  </a:lnTo>
                  <a:lnTo>
                    <a:pt x="40" y="22"/>
                  </a:lnTo>
                  <a:lnTo>
                    <a:pt x="40" y="22"/>
                  </a:lnTo>
                  <a:lnTo>
                    <a:pt x="44" y="22"/>
                  </a:lnTo>
                  <a:lnTo>
                    <a:pt x="48" y="18"/>
                  </a:lnTo>
                  <a:lnTo>
                    <a:pt x="48" y="18"/>
                  </a:lnTo>
                  <a:lnTo>
                    <a:pt x="48" y="18"/>
                  </a:lnTo>
                  <a:lnTo>
                    <a:pt x="48" y="18"/>
                  </a:lnTo>
                  <a:lnTo>
                    <a:pt x="48" y="18"/>
                  </a:lnTo>
                  <a:lnTo>
                    <a:pt x="48" y="18"/>
                  </a:lnTo>
                  <a:lnTo>
                    <a:pt x="48" y="14"/>
                  </a:lnTo>
                  <a:lnTo>
                    <a:pt x="48" y="14"/>
                  </a:lnTo>
                  <a:lnTo>
                    <a:pt x="52" y="14"/>
                  </a:lnTo>
                  <a:lnTo>
                    <a:pt x="52" y="14"/>
                  </a:lnTo>
                  <a:lnTo>
                    <a:pt x="52" y="14"/>
                  </a:lnTo>
                  <a:lnTo>
                    <a:pt x="52" y="14"/>
                  </a:lnTo>
                  <a:lnTo>
                    <a:pt x="52" y="14"/>
                  </a:lnTo>
                  <a:lnTo>
                    <a:pt x="52" y="14"/>
                  </a:lnTo>
                  <a:lnTo>
                    <a:pt x="52" y="14"/>
                  </a:lnTo>
                  <a:lnTo>
                    <a:pt x="52" y="10"/>
                  </a:lnTo>
                  <a:lnTo>
                    <a:pt x="52" y="10"/>
                  </a:lnTo>
                  <a:lnTo>
                    <a:pt x="52" y="10"/>
                  </a:lnTo>
                  <a:lnTo>
                    <a:pt x="52" y="10"/>
                  </a:lnTo>
                  <a:lnTo>
                    <a:pt x="56" y="10"/>
                  </a:lnTo>
                  <a:lnTo>
                    <a:pt x="56" y="10"/>
                  </a:lnTo>
                  <a:lnTo>
                    <a:pt x="56" y="10"/>
                  </a:lnTo>
                  <a:lnTo>
                    <a:pt x="56" y="10"/>
                  </a:lnTo>
                  <a:lnTo>
                    <a:pt x="56" y="6"/>
                  </a:lnTo>
                  <a:lnTo>
                    <a:pt x="56" y="6"/>
                  </a:lnTo>
                  <a:lnTo>
                    <a:pt x="56" y="6"/>
                  </a:lnTo>
                  <a:lnTo>
                    <a:pt x="56" y="6"/>
                  </a:lnTo>
                  <a:lnTo>
                    <a:pt x="56" y="10"/>
                  </a:lnTo>
                  <a:lnTo>
                    <a:pt x="56" y="10"/>
                  </a:lnTo>
                  <a:lnTo>
                    <a:pt x="56" y="10"/>
                  </a:lnTo>
                  <a:lnTo>
                    <a:pt x="56" y="6"/>
                  </a:lnTo>
                  <a:lnTo>
                    <a:pt x="56" y="6"/>
                  </a:lnTo>
                  <a:lnTo>
                    <a:pt x="56" y="6"/>
                  </a:lnTo>
                  <a:lnTo>
                    <a:pt x="60" y="6"/>
                  </a:lnTo>
                  <a:lnTo>
                    <a:pt x="60" y="6"/>
                  </a:lnTo>
                  <a:lnTo>
                    <a:pt x="62" y="2"/>
                  </a:lnTo>
                  <a:lnTo>
                    <a:pt x="62" y="2"/>
                  </a:lnTo>
                  <a:lnTo>
                    <a:pt x="62" y="0"/>
                  </a:lnTo>
                  <a:lnTo>
                    <a:pt x="62" y="0"/>
                  </a:lnTo>
                  <a:lnTo>
                    <a:pt x="62" y="0"/>
                  </a:lnTo>
                  <a:lnTo>
                    <a:pt x="62" y="0"/>
                  </a:lnTo>
                  <a:lnTo>
                    <a:pt x="62" y="2"/>
                  </a:lnTo>
                  <a:lnTo>
                    <a:pt x="62" y="2"/>
                  </a:lnTo>
                  <a:lnTo>
                    <a:pt x="62" y="6"/>
                  </a:lnTo>
                  <a:lnTo>
                    <a:pt x="62" y="6"/>
                  </a:lnTo>
                  <a:lnTo>
                    <a:pt x="62" y="6"/>
                  </a:lnTo>
                  <a:lnTo>
                    <a:pt x="62" y="6"/>
                  </a:lnTo>
                  <a:lnTo>
                    <a:pt x="62" y="6"/>
                  </a:lnTo>
                  <a:lnTo>
                    <a:pt x="66" y="6"/>
                  </a:lnTo>
                  <a:lnTo>
                    <a:pt x="66" y="6"/>
                  </a:lnTo>
                  <a:lnTo>
                    <a:pt x="66" y="6"/>
                  </a:lnTo>
                  <a:lnTo>
                    <a:pt x="66" y="10"/>
                  </a:lnTo>
                  <a:lnTo>
                    <a:pt x="66" y="10"/>
                  </a:lnTo>
                  <a:lnTo>
                    <a:pt x="66" y="10"/>
                  </a:lnTo>
                  <a:lnTo>
                    <a:pt x="66" y="10"/>
                  </a:lnTo>
                  <a:lnTo>
                    <a:pt x="66" y="10"/>
                  </a:lnTo>
                  <a:close/>
                  <a:moveTo>
                    <a:pt x="40" y="30"/>
                  </a:moveTo>
                  <a:lnTo>
                    <a:pt x="36" y="30"/>
                  </a:lnTo>
                  <a:lnTo>
                    <a:pt x="36" y="26"/>
                  </a:lnTo>
                  <a:lnTo>
                    <a:pt x="40" y="30"/>
                  </a:lnTo>
                  <a:lnTo>
                    <a:pt x="40" y="30"/>
                  </a:lnTo>
                  <a:lnTo>
                    <a:pt x="40" y="30"/>
                  </a:lnTo>
                  <a:close/>
                  <a:moveTo>
                    <a:pt x="30" y="34"/>
                  </a:moveTo>
                  <a:lnTo>
                    <a:pt x="30" y="34"/>
                  </a:lnTo>
                  <a:lnTo>
                    <a:pt x="30" y="34"/>
                  </a:lnTo>
                  <a:lnTo>
                    <a:pt x="30" y="34"/>
                  </a:lnTo>
                  <a:lnTo>
                    <a:pt x="30" y="34"/>
                  </a:lnTo>
                  <a:lnTo>
                    <a:pt x="30" y="34"/>
                  </a:lnTo>
                  <a:lnTo>
                    <a:pt x="30" y="34"/>
                  </a:lnTo>
                  <a:lnTo>
                    <a:pt x="30" y="34"/>
                  </a:lnTo>
                  <a:lnTo>
                    <a:pt x="30" y="34"/>
                  </a:lnTo>
                  <a:lnTo>
                    <a:pt x="30" y="34"/>
                  </a:lnTo>
                  <a:lnTo>
                    <a:pt x="30" y="34"/>
                  </a:lnTo>
                  <a:lnTo>
                    <a:pt x="32" y="34"/>
                  </a:lnTo>
                  <a:lnTo>
                    <a:pt x="32" y="34"/>
                  </a:lnTo>
                  <a:lnTo>
                    <a:pt x="32" y="34"/>
                  </a:lnTo>
                  <a:lnTo>
                    <a:pt x="32" y="34"/>
                  </a:lnTo>
                  <a:lnTo>
                    <a:pt x="32" y="34"/>
                  </a:lnTo>
                  <a:lnTo>
                    <a:pt x="30" y="34"/>
                  </a:lnTo>
                  <a:lnTo>
                    <a:pt x="30" y="34"/>
                  </a:lnTo>
                  <a:lnTo>
                    <a:pt x="30" y="34"/>
                  </a:lnTo>
                  <a:lnTo>
                    <a:pt x="30"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7" name="Freeform 61"/>
            <p:cNvSpPr>
              <a:spLocks noChangeAspect="1"/>
            </p:cNvSpPr>
            <p:nvPr/>
          </p:nvSpPr>
          <p:spPr bwMode="gray">
            <a:xfrm>
              <a:off x="6177442" y="3090033"/>
              <a:ext cx="424380" cy="285239"/>
            </a:xfrm>
            <a:custGeom>
              <a:avLst/>
              <a:gdLst>
                <a:gd name="T0" fmla="*/ 168 w 244"/>
                <a:gd name="T1" fmla="*/ 118 h 164"/>
                <a:gd name="T2" fmla="*/ 162 w 244"/>
                <a:gd name="T3" fmla="*/ 126 h 164"/>
                <a:gd name="T4" fmla="*/ 172 w 244"/>
                <a:gd name="T5" fmla="*/ 134 h 164"/>
                <a:gd name="T6" fmla="*/ 176 w 244"/>
                <a:gd name="T7" fmla="*/ 144 h 164"/>
                <a:gd name="T8" fmla="*/ 166 w 244"/>
                <a:gd name="T9" fmla="*/ 156 h 164"/>
                <a:gd name="T10" fmla="*/ 158 w 244"/>
                <a:gd name="T11" fmla="*/ 164 h 164"/>
                <a:gd name="T12" fmla="*/ 146 w 244"/>
                <a:gd name="T13" fmla="*/ 156 h 164"/>
                <a:gd name="T14" fmla="*/ 142 w 244"/>
                <a:gd name="T15" fmla="*/ 144 h 164"/>
                <a:gd name="T16" fmla="*/ 132 w 244"/>
                <a:gd name="T17" fmla="*/ 142 h 164"/>
                <a:gd name="T18" fmla="*/ 116 w 244"/>
                <a:gd name="T19" fmla="*/ 130 h 164"/>
                <a:gd name="T20" fmla="*/ 106 w 244"/>
                <a:gd name="T21" fmla="*/ 122 h 164"/>
                <a:gd name="T22" fmla="*/ 94 w 244"/>
                <a:gd name="T23" fmla="*/ 112 h 164"/>
                <a:gd name="T24" fmla="*/ 86 w 244"/>
                <a:gd name="T25" fmla="*/ 100 h 164"/>
                <a:gd name="T26" fmla="*/ 80 w 244"/>
                <a:gd name="T27" fmla="*/ 86 h 164"/>
                <a:gd name="T28" fmla="*/ 60 w 244"/>
                <a:gd name="T29" fmla="*/ 86 h 164"/>
                <a:gd name="T30" fmla="*/ 60 w 244"/>
                <a:gd name="T31" fmla="*/ 74 h 164"/>
                <a:gd name="T32" fmla="*/ 50 w 244"/>
                <a:gd name="T33" fmla="*/ 62 h 164"/>
                <a:gd name="T34" fmla="*/ 38 w 244"/>
                <a:gd name="T35" fmla="*/ 56 h 164"/>
                <a:gd name="T36" fmla="*/ 34 w 244"/>
                <a:gd name="T37" fmla="*/ 62 h 164"/>
                <a:gd name="T38" fmla="*/ 24 w 244"/>
                <a:gd name="T39" fmla="*/ 66 h 164"/>
                <a:gd name="T40" fmla="*/ 12 w 244"/>
                <a:gd name="T41" fmla="*/ 74 h 164"/>
                <a:gd name="T42" fmla="*/ 12 w 244"/>
                <a:gd name="T43" fmla="*/ 86 h 164"/>
                <a:gd name="T44" fmla="*/ 0 w 244"/>
                <a:gd name="T45" fmla="*/ 78 h 164"/>
                <a:gd name="T46" fmla="*/ 0 w 244"/>
                <a:gd name="T47" fmla="*/ 52 h 164"/>
                <a:gd name="T48" fmla="*/ 0 w 244"/>
                <a:gd name="T49" fmla="*/ 22 h 164"/>
                <a:gd name="T50" fmla="*/ 16 w 244"/>
                <a:gd name="T51" fmla="*/ 8 h 164"/>
                <a:gd name="T52" fmla="*/ 34 w 244"/>
                <a:gd name="T53" fmla="*/ 0 h 164"/>
                <a:gd name="T54" fmla="*/ 82 w 244"/>
                <a:gd name="T55" fmla="*/ 38 h 164"/>
                <a:gd name="T56" fmla="*/ 106 w 244"/>
                <a:gd name="T57" fmla="*/ 38 h 164"/>
                <a:gd name="T58" fmla="*/ 128 w 244"/>
                <a:gd name="T59" fmla="*/ 38 h 164"/>
                <a:gd name="T60" fmla="*/ 136 w 244"/>
                <a:gd name="T61" fmla="*/ 48 h 164"/>
                <a:gd name="T62" fmla="*/ 142 w 244"/>
                <a:gd name="T63" fmla="*/ 62 h 164"/>
                <a:gd name="T64" fmla="*/ 150 w 244"/>
                <a:gd name="T65" fmla="*/ 82 h 164"/>
                <a:gd name="T66" fmla="*/ 166 w 244"/>
                <a:gd name="T67" fmla="*/ 86 h 164"/>
                <a:gd name="T68" fmla="*/ 172 w 244"/>
                <a:gd name="T69" fmla="*/ 96 h 164"/>
                <a:gd name="T70" fmla="*/ 180 w 244"/>
                <a:gd name="T71" fmla="*/ 92 h 164"/>
                <a:gd name="T72" fmla="*/ 192 w 244"/>
                <a:gd name="T73" fmla="*/ 78 h 164"/>
                <a:gd name="T74" fmla="*/ 206 w 244"/>
                <a:gd name="T75" fmla="*/ 70 h 164"/>
                <a:gd name="T76" fmla="*/ 210 w 244"/>
                <a:gd name="T77" fmla="*/ 70 h 164"/>
                <a:gd name="T78" fmla="*/ 198 w 244"/>
                <a:gd name="T79" fmla="*/ 78 h 164"/>
                <a:gd name="T80" fmla="*/ 210 w 244"/>
                <a:gd name="T81" fmla="*/ 86 h 164"/>
                <a:gd name="T82" fmla="*/ 218 w 244"/>
                <a:gd name="T83" fmla="*/ 86 h 164"/>
                <a:gd name="T84" fmla="*/ 224 w 244"/>
                <a:gd name="T85" fmla="*/ 86 h 164"/>
                <a:gd name="T86" fmla="*/ 240 w 244"/>
                <a:gd name="T87" fmla="*/ 92 h 164"/>
                <a:gd name="T88" fmla="*/ 236 w 244"/>
                <a:gd name="T89" fmla="*/ 100 h 164"/>
                <a:gd name="T90" fmla="*/ 224 w 244"/>
                <a:gd name="T91" fmla="*/ 104 h 164"/>
                <a:gd name="T92" fmla="*/ 206 w 244"/>
                <a:gd name="T93" fmla="*/ 104 h 164"/>
                <a:gd name="T94" fmla="*/ 210 w 244"/>
                <a:gd name="T95" fmla="*/ 96 h 164"/>
                <a:gd name="T96" fmla="*/ 202 w 244"/>
                <a:gd name="T97" fmla="*/ 92 h 164"/>
                <a:gd name="T98" fmla="*/ 192 w 244"/>
                <a:gd name="T99" fmla="*/ 92 h 164"/>
                <a:gd name="T100" fmla="*/ 184 w 244"/>
                <a:gd name="T101" fmla="*/ 104 h 164"/>
                <a:gd name="T102" fmla="*/ 184 w 244"/>
                <a:gd name="T103" fmla="*/ 108 h 164"/>
                <a:gd name="T104" fmla="*/ 176 w 244"/>
                <a:gd name="T105" fmla="*/ 11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44" h="164">
                  <a:moveTo>
                    <a:pt x="176" y="112"/>
                  </a:moveTo>
                  <a:lnTo>
                    <a:pt x="176" y="116"/>
                  </a:lnTo>
                  <a:lnTo>
                    <a:pt x="176" y="118"/>
                  </a:lnTo>
                  <a:lnTo>
                    <a:pt x="172" y="118"/>
                  </a:lnTo>
                  <a:lnTo>
                    <a:pt x="168" y="118"/>
                  </a:lnTo>
                  <a:lnTo>
                    <a:pt x="168" y="116"/>
                  </a:lnTo>
                  <a:lnTo>
                    <a:pt x="166" y="116"/>
                  </a:lnTo>
                  <a:lnTo>
                    <a:pt x="162" y="118"/>
                  </a:lnTo>
                  <a:lnTo>
                    <a:pt x="162" y="122"/>
                  </a:lnTo>
                  <a:lnTo>
                    <a:pt x="162" y="126"/>
                  </a:lnTo>
                  <a:lnTo>
                    <a:pt x="166" y="126"/>
                  </a:lnTo>
                  <a:lnTo>
                    <a:pt x="166" y="130"/>
                  </a:lnTo>
                  <a:lnTo>
                    <a:pt x="168" y="130"/>
                  </a:lnTo>
                  <a:lnTo>
                    <a:pt x="172" y="130"/>
                  </a:lnTo>
                  <a:lnTo>
                    <a:pt x="172" y="134"/>
                  </a:lnTo>
                  <a:lnTo>
                    <a:pt x="168" y="134"/>
                  </a:lnTo>
                  <a:lnTo>
                    <a:pt x="168" y="138"/>
                  </a:lnTo>
                  <a:lnTo>
                    <a:pt x="172" y="142"/>
                  </a:lnTo>
                  <a:lnTo>
                    <a:pt x="172" y="144"/>
                  </a:lnTo>
                  <a:lnTo>
                    <a:pt x="176" y="144"/>
                  </a:lnTo>
                  <a:lnTo>
                    <a:pt x="172" y="144"/>
                  </a:lnTo>
                  <a:lnTo>
                    <a:pt x="172" y="148"/>
                  </a:lnTo>
                  <a:lnTo>
                    <a:pt x="168" y="152"/>
                  </a:lnTo>
                  <a:lnTo>
                    <a:pt x="168" y="156"/>
                  </a:lnTo>
                  <a:lnTo>
                    <a:pt x="166" y="156"/>
                  </a:lnTo>
                  <a:lnTo>
                    <a:pt x="166" y="160"/>
                  </a:lnTo>
                  <a:lnTo>
                    <a:pt x="166" y="164"/>
                  </a:lnTo>
                  <a:lnTo>
                    <a:pt x="162" y="160"/>
                  </a:lnTo>
                  <a:lnTo>
                    <a:pt x="162" y="164"/>
                  </a:lnTo>
                  <a:lnTo>
                    <a:pt x="158" y="164"/>
                  </a:lnTo>
                  <a:lnTo>
                    <a:pt x="158" y="160"/>
                  </a:lnTo>
                  <a:lnTo>
                    <a:pt x="154" y="160"/>
                  </a:lnTo>
                  <a:lnTo>
                    <a:pt x="150" y="160"/>
                  </a:lnTo>
                  <a:lnTo>
                    <a:pt x="146" y="160"/>
                  </a:lnTo>
                  <a:lnTo>
                    <a:pt x="146" y="156"/>
                  </a:lnTo>
                  <a:lnTo>
                    <a:pt x="150" y="152"/>
                  </a:lnTo>
                  <a:lnTo>
                    <a:pt x="150" y="148"/>
                  </a:lnTo>
                  <a:lnTo>
                    <a:pt x="146" y="148"/>
                  </a:lnTo>
                  <a:lnTo>
                    <a:pt x="146" y="144"/>
                  </a:lnTo>
                  <a:lnTo>
                    <a:pt x="142" y="144"/>
                  </a:lnTo>
                  <a:lnTo>
                    <a:pt x="138" y="142"/>
                  </a:lnTo>
                  <a:lnTo>
                    <a:pt x="138" y="144"/>
                  </a:lnTo>
                  <a:lnTo>
                    <a:pt x="136" y="144"/>
                  </a:lnTo>
                  <a:lnTo>
                    <a:pt x="136" y="142"/>
                  </a:lnTo>
                  <a:lnTo>
                    <a:pt x="132" y="142"/>
                  </a:lnTo>
                  <a:lnTo>
                    <a:pt x="128" y="138"/>
                  </a:lnTo>
                  <a:lnTo>
                    <a:pt x="124" y="134"/>
                  </a:lnTo>
                  <a:lnTo>
                    <a:pt x="120" y="134"/>
                  </a:lnTo>
                  <a:lnTo>
                    <a:pt x="120" y="130"/>
                  </a:lnTo>
                  <a:lnTo>
                    <a:pt x="116" y="130"/>
                  </a:lnTo>
                  <a:lnTo>
                    <a:pt x="112" y="130"/>
                  </a:lnTo>
                  <a:lnTo>
                    <a:pt x="112" y="126"/>
                  </a:lnTo>
                  <a:lnTo>
                    <a:pt x="110" y="126"/>
                  </a:lnTo>
                  <a:lnTo>
                    <a:pt x="110" y="122"/>
                  </a:lnTo>
                  <a:lnTo>
                    <a:pt x="106" y="122"/>
                  </a:lnTo>
                  <a:lnTo>
                    <a:pt x="106" y="118"/>
                  </a:lnTo>
                  <a:lnTo>
                    <a:pt x="102" y="118"/>
                  </a:lnTo>
                  <a:lnTo>
                    <a:pt x="98" y="116"/>
                  </a:lnTo>
                  <a:lnTo>
                    <a:pt x="94" y="116"/>
                  </a:lnTo>
                  <a:lnTo>
                    <a:pt x="94" y="112"/>
                  </a:lnTo>
                  <a:lnTo>
                    <a:pt x="90" y="112"/>
                  </a:lnTo>
                  <a:lnTo>
                    <a:pt x="90" y="108"/>
                  </a:lnTo>
                  <a:lnTo>
                    <a:pt x="90" y="104"/>
                  </a:lnTo>
                  <a:lnTo>
                    <a:pt x="90" y="100"/>
                  </a:lnTo>
                  <a:lnTo>
                    <a:pt x="86" y="100"/>
                  </a:lnTo>
                  <a:lnTo>
                    <a:pt x="86" y="96"/>
                  </a:lnTo>
                  <a:lnTo>
                    <a:pt x="82" y="96"/>
                  </a:lnTo>
                  <a:lnTo>
                    <a:pt x="82" y="92"/>
                  </a:lnTo>
                  <a:lnTo>
                    <a:pt x="82" y="88"/>
                  </a:lnTo>
                  <a:lnTo>
                    <a:pt x="80" y="86"/>
                  </a:lnTo>
                  <a:lnTo>
                    <a:pt x="76" y="86"/>
                  </a:lnTo>
                  <a:lnTo>
                    <a:pt x="72" y="86"/>
                  </a:lnTo>
                  <a:lnTo>
                    <a:pt x="68" y="86"/>
                  </a:lnTo>
                  <a:lnTo>
                    <a:pt x="64" y="86"/>
                  </a:lnTo>
                  <a:lnTo>
                    <a:pt x="60" y="86"/>
                  </a:lnTo>
                  <a:lnTo>
                    <a:pt x="60" y="82"/>
                  </a:lnTo>
                  <a:lnTo>
                    <a:pt x="56" y="82"/>
                  </a:lnTo>
                  <a:lnTo>
                    <a:pt x="56" y="78"/>
                  </a:lnTo>
                  <a:lnTo>
                    <a:pt x="56" y="74"/>
                  </a:lnTo>
                  <a:lnTo>
                    <a:pt x="60" y="74"/>
                  </a:lnTo>
                  <a:lnTo>
                    <a:pt x="56" y="74"/>
                  </a:lnTo>
                  <a:lnTo>
                    <a:pt x="56" y="70"/>
                  </a:lnTo>
                  <a:lnTo>
                    <a:pt x="56" y="66"/>
                  </a:lnTo>
                  <a:lnTo>
                    <a:pt x="52" y="62"/>
                  </a:lnTo>
                  <a:lnTo>
                    <a:pt x="50" y="62"/>
                  </a:lnTo>
                  <a:lnTo>
                    <a:pt x="46" y="62"/>
                  </a:lnTo>
                  <a:lnTo>
                    <a:pt x="46" y="60"/>
                  </a:lnTo>
                  <a:lnTo>
                    <a:pt x="42" y="60"/>
                  </a:lnTo>
                  <a:lnTo>
                    <a:pt x="38" y="60"/>
                  </a:lnTo>
                  <a:lnTo>
                    <a:pt x="38" y="56"/>
                  </a:lnTo>
                  <a:lnTo>
                    <a:pt x="34" y="56"/>
                  </a:lnTo>
                  <a:lnTo>
                    <a:pt x="34" y="60"/>
                  </a:lnTo>
                  <a:lnTo>
                    <a:pt x="30" y="56"/>
                  </a:lnTo>
                  <a:lnTo>
                    <a:pt x="30" y="60"/>
                  </a:lnTo>
                  <a:lnTo>
                    <a:pt x="34" y="62"/>
                  </a:lnTo>
                  <a:lnTo>
                    <a:pt x="30" y="62"/>
                  </a:lnTo>
                  <a:lnTo>
                    <a:pt x="26" y="60"/>
                  </a:lnTo>
                  <a:lnTo>
                    <a:pt x="26" y="62"/>
                  </a:lnTo>
                  <a:lnTo>
                    <a:pt x="26" y="66"/>
                  </a:lnTo>
                  <a:lnTo>
                    <a:pt x="24" y="66"/>
                  </a:lnTo>
                  <a:lnTo>
                    <a:pt x="20" y="66"/>
                  </a:lnTo>
                  <a:lnTo>
                    <a:pt x="16" y="66"/>
                  </a:lnTo>
                  <a:lnTo>
                    <a:pt x="16" y="70"/>
                  </a:lnTo>
                  <a:lnTo>
                    <a:pt x="12" y="70"/>
                  </a:lnTo>
                  <a:lnTo>
                    <a:pt x="12" y="74"/>
                  </a:lnTo>
                  <a:lnTo>
                    <a:pt x="12" y="78"/>
                  </a:lnTo>
                  <a:lnTo>
                    <a:pt x="12" y="82"/>
                  </a:lnTo>
                  <a:lnTo>
                    <a:pt x="16" y="82"/>
                  </a:lnTo>
                  <a:lnTo>
                    <a:pt x="16" y="86"/>
                  </a:lnTo>
                  <a:lnTo>
                    <a:pt x="12" y="86"/>
                  </a:lnTo>
                  <a:lnTo>
                    <a:pt x="8" y="86"/>
                  </a:lnTo>
                  <a:lnTo>
                    <a:pt x="4" y="86"/>
                  </a:lnTo>
                  <a:lnTo>
                    <a:pt x="0" y="86"/>
                  </a:lnTo>
                  <a:lnTo>
                    <a:pt x="0" y="82"/>
                  </a:lnTo>
                  <a:lnTo>
                    <a:pt x="0" y="78"/>
                  </a:lnTo>
                  <a:lnTo>
                    <a:pt x="0" y="74"/>
                  </a:lnTo>
                  <a:lnTo>
                    <a:pt x="0" y="66"/>
                  </a:lnTo>
                  <a:lnTo>
                    <a:pt x="0" y="60"/>
                  </a:lnTo>
                  <a:lnTo>
                    <a:pt x="0" y="56"/>
                  </a:lnTo>
                  <a:lnTo>
                    <a:pt x="0" y="52"/>
                  </a:lnTo>
                  <a:lnTo>
                    <a:pt x="0" y="48"/>
                  </a:lnTo>
                  <a:lnTo>
                    <a:pt x="0" y="46"/>
                  </a:lnTo>
                  <a:lnTo>
                    <a:pt x="0" y="38"/>
                  </a:lnTo>
                  <a:lnTo>
                    <a:pt x="0" y="34"/>
                  </a:lnTo>
                  <a:lnTo>
                    <a:pt x="0" y="22"/>
                  </a:lnTo>
                  <a:lnTo>
                    <a:pt x="0" y="16"/>
                  </a:lnTo>
                  <a:lnTo>
                    <a:pt x="0" y="12"/>
                  </a:lnTo>
                  <a:lnTo>
                    <a:pt x="4" y="12"/>
                  </a:lnTo>
                  <a:lnTo>
                    <a:pt x="8" y="8"/>
                  </a:lnTo>
                  <a:lnTo>
                    <a:pt x="16" y="8"/>
                  </a:lnTo>
                  <a:lnTo>
                    <a:pt x="20" y="4"/>
                  </a:lnTo>
                  <a:lnTo>
                    <a:pt x="24" y="4"/>
                  </a:lnTo>
                  <a:lnTo>
                    <a:pt x="26" y="4"/>
                  </a:lnTo>
                  <a:lnTo>
                    <a:pt x="30" y="0"/>
                  </a:lnTo>
                  <a:lnTo>
                    <a:pt x="34" y="0"/>
                  </a:lnTo>
                  <a:lnTo>
                    <a:pt x="50" y="12"/>
                  </a:lnTo>
                  <a:lnTo>
                    <a:pt x="72" y="26"/>
                  </a:lnTo>
                  <a:lnTo>
                    <a:pt x="76" y="30"/>
                  </a:lnTo>
                  <a:lnTo>
                    <a:pt x="80" y="34"/>
                  </a:lnTo>
                  <a:lnTo>
                    <a:pt x="82" y="38"/>
                  </a:lnTo>
                  <a:lnTo>
                    <a:pt x="82" y="42"/>
                  </a:lnTo>
                  <a:lnTo>
                    <a:pt x="90" y="42"/>
                  </a:lnTo>
                  <a:lnTo>
                    <a:pt x="94" y="42"/>
                  </a:lnTo>
                  <a:lnTo>
                    <a:pt x="102" y="38"/>
                  </a:lnTo>
                  <a:lnTo>
                    <a:pt x="106" y="38"/>
                  </a:lnTo>
                  <a:lnTo>
                    <a:pt x="110" y="42"/>
                  </a:lnTo>
                  <a:lnTo>
                    <a:pt x="112" y="42"/>
                  </a:lnTo>
                  <a:lnTo>
                    <a:pt x="120" y="42"/>
                  </a:lnTo>
                  <a:lnTo>
                    <a:pt x="124" y="38"/>
                  </a:lnTo>
                  <a:lnTo>
                    <a:pt x="128" y="38"/>
                  </a:lnTo>
                  <a:lnTo>
                    <a:pt x="128" y="42"/>
                  </a:lnTo>
                  <a:lnTo>
                    <a:pt x="132" y="42"/>
                  </a:lnTo>
                  <a:lnTo>
                    <a:pt x="132" y="46"/>
                  </a:lnTo>
                  <a:lnTo>
                    <a:pt x="136" y="46"/>
                  </a:lnTo>
                  <a:lnTo>
                    <a:pt x="136" y="48"/>
                  </a:lnTo>
                  <a:lnTo>
                    <a:pt x="138" y="52"/>
                  </a:lnTo>
                  <a:lnTo>
                    <a:pt x="142" y="52"/>
                  </a:lnTo>
                  <a:lnTo>
                    <a:pt x="142" y="56"/>
                  </a:lnTo>
                  <a:lnTo>
                    <a:pt x="142" y="60"/>
                  </a:lnTo>
                  <a:lnTo>
                    <a:pt x="142" y="62"/>
                  </a:lnTo>
                  <a:lnTo>
                    <a:pt x="142" y="66"/>
                  </a:lnTo>
                  <a:lnTo>
                    <a:pt x="142" y="70"/>
                  </a:lnTo>
                  <a:lnTo>
                    <a:pt x="146" y="70"/>
                  </a:lnTo>
                  <a:lnTo>
                    <a:pt x="150" y="74"/>
                  </a:lnTo>
                  <a:lnTo>
                    <a:pt x="150" y="82"/>
                  </a:lnTo>
                  <a:lnTo>
                    <a:pt x="150" y="86"/>
                  </a:lnTo>
                  <a:lnTo>
                    <a:pt x="154" y="86"/>
                  </a:lnTo>
                  <a:lnTo>
                    <a:pt x="158" y="86"/>
                  </a:lnTo>
                  <a:lnTo>
                    <a:pt x="162" y="86"/>
                  </a:lnTo>
                  <a:lnTo>
                    <a:pt x="166" y="86"/>
                  </a:lnTo>
                  <a:lnTo>
                    <a:pt x="168" y="86"/>
                  </a:lnTo>
                  <a:lnTo>
                    <a:pt x="168" y="88"/>
                  </a:lnTo>
                  <a:lnTo>
                    <a:pt x="172" y="88"/>
                  </a:lnTo>
                  <a:lnTo>
                    <a:pt x="168" y="92"/>
                  </a:lnTo>
                  <a:lnTo>
                    <a:pt x="172" y="96"/>
                  </a:lnTo>
                  <a:lnTo>
                    <a:pt x="176" y="96"/>
                  </a:lnTo>
                  <a:lnTo>
                    <a:pt x="180" y="96"/>
                  </a:lnTo>
                  <a:lnTo>
                    <a:pt x="176" y="96"/>
                  </a:lnTo>
                  <a:lnTo>
                    <a:pt x="176" y="92"/>
                  </a:lnTo>
                  <a:lnTo>
                    <a:pt x="180" y="92"/>
                  </a:lnTo>
                  <a:lnTo>
                    <a:pt x="180" y="88"/>
                  </a:lnTo>
                  <a:lnTo>
                    <a:pt x="184" y="86"/>
                  </a:lnTo>
                  <a:lnTo>
                    <a:pt x="184" y="82"/>
                  </a:lnTo>
                  <a:lnTo>
                    <a:pt x="188" y="82"/>
                  </a:lnTo>
                  <a:lnTo>
                    <a:pt x="192" y="78"/>
                  </a:lnTo>
                  <a:lnTo>
                    <a:pt x="194" y="78"/>
                  </a:lnTo>
                  <a:lnTo>
                    <a:pt x="198" y="74"/>
                  </a:lnTo>
                  <a:lnTo>
                    <a:pt x="202" y="70"/>
                  </a:lnTo>
                  <a:lnTo>
                    <a:pt x="202" y="66"/>
                  </a:lnTo>
                  <a:lnTo>
                    <a:pt x="206" y="70"/>
                  </a:lnTo>
                  <a:lnTo>
                    <a:pt x="206" y="66"/>
                  </a:lnTo>
                  <a:lnTo>
                    <a:pt x="210" y="66"/>
                  </a:lnTo>
                  <a:lnTo>
                    <a:pt x="214" y="62"/>
                  </a:lnTo>
                  <a:lnTo>
                    <a:pt x="214" y="66"/>
                  </a:lnTo>
                  <a:lnTo>
                    <a:pt x="210" y="70"/>
                  </a:lnTo>
                  <a:lnTo>
                    <a:pt x="206" y="70"/>
                  </a:lnTo>
                  <a:lnTo>
                    <a:pt x="206" y="74"/>
                  </a:lnTo>
                  <a:lnTo>
                    <a:pt x="202" y="74"/>
                  </a:lnTo>
                  <a:lnTo>
                    <a:pt x="202" y="78"/>
                  </a:lnTo>
                  <a:lnTo>
                    <a:pt x="198" y="78"/>
                  </a:lnTo>
                  <a:lnTo>
                    <a:pt x="198" y="82"/>
                  </a:lnTo>
                  <a:lnTo>
                    <a:pt x="202" y="82"/>
                  </a:lnTo>
                  <a:lnTo>
                    <a:pt x="206" y="82"/>
                  </a:lnTo>
                  <a:lnTo>
                    <a:pt x="210" y="82"/>
                  </a:lnTo>
                  <a:lnTo>
                    <a:pt x="210" y="86"/>
                  </a:lnTo>
                  <a:lnTo>
                    <a:pt x="214" y="86"/>
                  </a:lnTo>
                  <a:lnTo>
                    <a:pt x="218" y="88"/>
                  </a:lnTo>
                  <a:lnTo>
                    <a:pt x="218" y="86"/>
                  </a:lnTo>
                  <a:lnTo>
                    <a:pt x="218" y="82"/>
                  </a:lnTo>
                  <a:lnTo>
                    <a:pt x="218" y="86"/>
                  </a:lnTo>
                  <a:lnTo>
                    <a:pt x="222" y="86"/>
                  </a:lnTo>
                  <a:lnTo>
                    <a:pt x="222" y="82"/>
                  </a:lnTo>
                  <a:lnTo>
                    <a:pt x="222" y="78"/>
                  </a:lnTo>
                  <a:lnTo>
                    <a:pt x="224" y="82"/>
                  </a:lnTo>
                  <a:lnTo>
                    <a:pt x="224" y="86"/>
                  </a:lnTo>
                  <a:lnTo>
                    <a:pt x="228" y="86"/>
                  </a:lnTo>
                  <a:lnTo>
                    <a:pt x="228" y="88"/>
                  </a:lnTo>
                  <a:lnTo>
                    <a:pt x="232" y="88"/>
                  </a:lnTo>
                  <a:lnTo>
                    <a:pt x="236" y="92"/>
                  </a:lnTo>
                  <a:lnTo>
                    <a:pt x="240" y="92"/>
                  </a:lnTo>
                  <a:lnTo>
                    <a:pt x="244" y="92"/>
                  </a:lnTo>
                  <a:lnTo>
                    <a:pt x="240" y="92"/>
                  </a:lnTo>
                  <a:lnTo>
                    <a:pt x="240" y="96"/>
                  </a:lnTo>
                  <a:lnTo>
                    <a:pt x="236" y="96"/>
                  </a:lnTo>
                  <a:lnTo>
                    <a:pt x="236" y="100"/>
                  </a:lnTo>
                  <a:lnTo>
                    <a:pt x="232" y="100"/>
                  </a:lnTo>
                  <a:lnTo>
                    <a:pt x="232" y="96"/>
                  </a:lnTo>
                  <a:lnTo>
                    <a:pt x="232" y="100"/>
                  </a:lnTo>
                  <a:lnTo>
                    <a:pt x="228" y="100"/>
                  </a:lnTo>
                  <a:lnTo>
                    <a:pt x="224" y="104"/>
                  </a:lnTo>
                  <a:lnTo>
                    <a:pt x="222" y="108"/>
                  </a:lnTo>
                  <a:lnTo>
                    <a:pt x="218" y="104"/>
                  </a:lnTo>
                  <a:lnTo>
                    <a:pt x="214" y="104"/>
                  </a:lnTo>
                  <a:lnTo>
                    <a:pt x="210" y="104"/>
                  </a:lnTo>
                  <a:lnTo>
                    <a:pt x="206" y="104"/>
                  </a:lnTo>
                  <a:lnTo>
                    <a:pt x="202" y="104"/>
                  </a:lnTo>
                  <a:lnTo>
                    <a:pt x="202" y="100"/>
                  </a:lnTo>
                  <a:lnTo>
                    <a:pt x="206" y="100"/>
                  </a:lnTo>
                  <a:lnTo>
                    <a:pt x="206" y="96"/>
                  </a:lnTo>
                  <a:lnTo>
                    <a:pt x="210" y="96"/>
                  </a:lnTo>
                  <a:lnTo>
                    <a:pt x="210" y="92"/>
                  </a:lnTo>
                  <a:lnTo>
                    <a:pt x="206" y="92"/>
                  </a:lnTo>
                  <a:lnTo>
                    <a:pt x="206" y="88"/>
                  </a:lnTo>
                  <a:lnTo>
                    <a:pt x="202" y="88"/>
                  </a:lnTo>
                  <a:lnTo>
                    <a:pt x="202" y="92"/>
                  </a:lnTo>
                  <a:lnTo>
                    <a:pt x="198" y="92"/>
                  </a:lnTo>
                  <a:lnTo>
                    <a:pt x="198" y="96"/>
                  </a:lnTo>
                  <a:lnTo>
                    <a:pt x="194" y="96"/>
                  </a:lnTo>
                  <a:lnTo>
                    <a:pt x="192" y="96"/>
                  </a:lnTo>
                  <a:lnTo>
                    <a:pt x="192" y="92"/>
                  </a:lnTo>
                  <a:lnTo>
                    <a:pt x="188" y="92"/>
                  </a:lnTo>
                  <a:lnTo>
                    <a:pt x="188" y="96"/>
                  </a:lnTo>
                  <a:lnTo>
                    <a:pt x="188" y="100"/>
                  </a:lnTo>
                  <a:lnTo>
                    <a:pt x="188" y="104"/>
                  </a:lnTo>
                  <a:lnTo>
                    <a:pt x="184" y="104"/>
                  </a:lnTo>
                  <a:lnTo>
                    <a:pt x="180" y="104"/>
                  </a:lnTo>
                  <a:lnTo>
                    <a:pt x="176" y="104"/>
                  </a:lnTo>
                  <a:lnTo>
                    <a:pt x="176" y="108"/>
                  </a:lnTo>
                  <a:lnTo>
                    <a:pt x="180" y="108"/>
                  </a:lnTo>
                  <a:lnTo>
                    <a:pt x="184" y="108"/>
                  </a:lnTo>
                  <a:lnTo>
                    <a:pt x="180" y="108"/>
                  </a:lnTo>
                  <a:lnTo>
                    <a:pt x="180" y="112"/>
                  </a:lnTo>
                  <a:lnTo>
                    <a:pt x="176" y="112"/>
                  </a:lnTo>
                  <a:lnTo>
                    <a:pt x="176" y="112"/>
                  </a:lnTo>
                  <a:lnTo>
                    <a:pt x="176"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8" name="Freeform 62"/>
            <p:cNvSpPr>
              <a:spLocks noChangeAspect="1" noEditPoints="1"/>
            </p:cNvSpPr>
            <p:nvPr/>
          </p:nvSpPr>
          <p:spPr bwMode="gray">
            <a:xfrm>
              <a:off x="7314921" y="3817044"/>
              <a:ext cx="173926" cy="448729"/>
            </a:xfrm>
            <a:custGeom>
              <a:avLst/>
              <a:gdLst>
                <a:gd name="T0" fmla="*/ 78 w 100"/>
                <a:gd name="T1" fmla="*/ 122 h 258"/>
                <a:gd name="T2" fmla="*/ 86 w 100"/>
                <a:gd name="T3" fmla="*/ 130 h 258"/>
                <a:gd name="T4" fmla="*/ 92 w 100"/>
                <a:gd name="T5" fmla="*/ 138 h 258"/>
                <a:gd name="T6" fmla="*/ 96 w 100"/>
                <a:gd name="T7" fmla="*/ 148 h 258"/>
                <a:gd name="T8" fmla="*/ 96 w 100"/>
                <a:gd name="T9" fmla="*/ 168 h 258"/>
                <a:gd name="T10" fmla="*/ 100 w 100"/>
                <a:gd name="T11" fmla="*/ 178 h 258"/>
                <a:gd name="T12" fmla="*/ 100 w 100"/>
                <a:gd name="T13" fmla="*/ 194 h 258"/>
                <a:gd name="T14" fmla="*/ 96 w 100"/>
                <a:gd name="T15" fmla="*/ 198 h 258"/>
                <a:gd name="T16" fmla="*/ 92 w 100"/>
                <a:gd name="T17" fmla="*/ 212 h 258"/>
                <a:gd name="T18" fmla="*/ 78 w 100"/>
                <a:gd name="T19" fmla="*/ 220 h 258"/>
                <a:gd name="T20" fmla="*/ 62 w 100"/>
                <a:gd name="T21" fmla="*/ 220 h 258"/>
                <a:gd name="T22" fmla="*/ 62 w 100"/>
                <a:gd name="T23" fmla="*/ 228 h 258"/>
                <a:gd name="T24" fmla="*/ 60 w 100"/>
                <a:gd name="T25" fmla="*/ 232 h 258"/>
                <a:gd name="T26" fmla="*/ 56 w 100"/>
                <a:gd name="T27" fmla="*/ 232 h 258"/>
                <a:gd name="T28" fmla="*/ 52 w 100"/>
                <a:gd name="T29" fmla="*/ 234 h 258"/>
                <a:gd name="T30" fmla="*/ 48 w 100"/>
                <a:gd name="T31" fmla="*/ 246 h 258"/>
                <a:gd name="T32" fmla="*/ 34 w 100"/>
                <a:gd name="T33" fmla="*/ 258 h 258"/>
                <a:gd name="T34" fmla="*/ 36 w 100"/>
                <a:gd name="T35" fmla="*/ 238 h 258"/>
                <a:gd name="T36" fmla="*/ 34 w 100"/>
                <a:gd name="T37" fmla="*/ 228 h 258"/>
                <a:gd name="T38" fmla="*/ 40 w 100"/>
                <a:gd name="T39" fmla="*/ 216 h 258"/>
                <a:gd name="T40" fmla="*/ 56 w 100"/>
                <a:gd name="T41" fmla="*/ 216 h 258"/>
                <a:gd name="T42" fmla="*/ 56 w 100"/>
                <a:gd name="T43" fmla="*/ 204 h 258"/>
                <a:gd name="T44" fmla="*/ 62 w 100"/>
                <a:gd name="T45" fmla="*/ 198 h 258"/>
                <a:gd name="T46" fmla="*/ 74 w 100"/>
                <a:gd name="T47" fmla="*/ 186 h 258"/>
                <a:gd name="T48" fmla="*/ 70 w 100"/>
                <a:gd name="T49" fmla="*/ 164 h 258"/>
                <a:gd name="T50" fmla="*/ 74 w 100"/>
                <a:gd name="T51" fmla="*/ 148 h 258"/>
                <a:gd name="T52" fmla="*/ 70 w 100"/>
                <a:gd name="T53" fmla="*/ 134 h 258"/>
                <a:gd name="T54" fmla="*/ 66 w 100"/>
                <a:gd name="T55" fmla="*/ 122 h 258"/>
                <a:gd name="T56" fmla="*/ 60 w 100"/>
                <a:gd name="T57" fmla="*/ 112 h 258"/>
                <a:gd name="T58" fmla="*/ 48 w 100"/>
                <a:gd name="T59" fmla="*/ 100 h 258"/>
                <a:gd name="T60" fmla="*/ 40 w 100"/>
                <a:gd name="T61" fmla="*/ 86 h 258"/>
                <a:gd name="T62" fmla="*/ 26 w 100"/>
                <a:gd name="T63" fmla="*/ 74 h 258"/>
                <a:gd name="T64" fmla="*/ 26 w 100"/>
                <a:gd name="T65" fmla="*/ 62 h 258"/>
                <a:gd name="T66" fmla="*/ 36 w 100"/>
                <a:gd name="T67" fmla="*/ 58 h 258"/>
                <a:gd name="T68" fmla="*/ 26 w 100"/>
                <a:gd name="T69" fmla="*/ 42 h 258"/>
                <a:gd name="T70" fmla="*/ 10 w 100"/>
                <a:gd name="T71" fmla="*/ 44 h 258"/>
                <a:gd name="T72" fmla="*/ 10 w 100"/>
                <a:gd name="T73" fmla="*/ 34 h 258"/>
                <a:gd name="T74" fmla="*/ 0 w 100"/>
                <a:gd name="T75" fmla="*/ 18 h 258"/>
                <a:gd name="T76" fmla="*/ 10 w 100"/>
                <a:gd name="T77" fmla="*/ 14 h 258"/>
                <a:gd name="T78" fmla="*/ 22 w 100"/>
                <a:gd name="T79" fmla="*/ 12 h 258"/>
                <a:gd name="T80" fmla="*/ 36 w 100"/>
                <a:gd name="T81" fmla="*/ 8 h 258"/>
                <a:gd name="T82" fmla="*/ 48 w 100"/>
                <a:gd name="T83" fmla="*/ 8 h 258"/>
                <a:gd name="T84" fmla="*/ 62 w 100"/>
                <a:gd name="T85" fmla="*/ 14 h 258"/>
                <a:gd name="T86" fmla="*/ 70 w 100"/>
                <a:gd name="T87" fmla="*/ 30 h 258"/>
                <a:gd name="T88" fmla="*/ 74 w 100"/>
                <a:gd name="T89" fmla="*/ 38 h 258"/>
                <a:gd name="T90" fmla="*/ 70 w 100"/>
                <a:gd name="T91" fmla="*/ 42 h 258"/>
                <a:gd name="T92" fmla="*/ 62 w 100"/>
                <a:gd name="T93" fmla="*/ 48 h 258"/>
                <a:gd name="T94" fmla="*/ 56 w 100"/>
                <a:gd name="T95" fmla="*/ 58 h 258"/>
                <a:gd name="T96" fmla="*/ 52 w 100"/>
                <a:gd name="T97" fmla="*/ 70 h 258"/>
                <a:gd name="T98" fmla="*/ 52 w 100"/>
                <a:gd name="T99" fmla="*/ 88 h 258"/>
                <a:gd name="T100" fmla="*/ 62 w 100"/>
                <a:gd name="T101" fmla="*/ 108 h 258"/>
                <a:gd name="T102" fmla="*/ 66 w 100"/>
                <a:gd name="T103" fmla="*/ 224 h 258"/>
                <a:gd name="T104" fmla="*/ 62 w 100"/>
                <a:gd name="T105" fmla="*/ 224 h 258"/>
                <a:gd name="T106" fmla="*/ 74 w 100"/>
                <a:gd name="T107" fmla="*/ 38 h 258"/>
                <a:gd name="T108" fmla="*/ 66 w 100"/>
                <a:gd name="T109" fmla="*/ 44 h 258"/>
                <a:gd name="T110" fmla="*/ 26 w 100"/>
                <a:gd name="T111" fmla="*/ 228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0" h="258">
                  <a:moveTo>
                    <a:pt x="66" y="112"/>
                  </a:moveTo>
                  <a:lnTo>
                    <a:pt x="70" y="112"/>
                  </a:lnTo>
                  <a:lnTo>
                    <a:pt x="70" y="116"/>
                  </a:lnTo>
                  <a:lnTo>
                    <a:pt x="74" y="118"/>
                  </a:lnTo>
                  <a:lnTo>
                    <a:pt x="78" y="118"/>
                  </a:lnTo>
                  <a:lnTo>
                    <a:pt x="78" y="122"/>
                  </a:lnTo>
                  <a:lnTo>
                    <a:pt x="82" y="122"/>
                  </a:lnTo>
                  <a:lnTo>
                    <a:pt x="82" y="126"/>
                  </a:lnTo>
                  <a:lnTo>
                    <a:pt x="86" y="126"/>
                  </a:lnTo>
                  <a:lnTo>
                    <a:pt x="82" y="126"/>
                  </a:lnTo>
                  <a:lnTo>
                    <a:pt x="86" y="126"/>
                  </a:lnTo>
                  <a:lnTo>
                    <a:pt x="86" y="130"/>
                  </a:lnTo>
                  <a:lnTo>
                    <a:pt x="86" y="126"/>
                  </a:lnTo>
                  <a:lnTo>
                    <a:pt x="86" y="130"/>
                  </a:lnTo>
                  <a:lnTo>
                    <a:pt x="86" y="134"/>
                  </a:lnTo>
                  <a:lnTo>
                    <a:pt x="90" y="134"/>
                  </a:lnTo>
                  <a:lnTo>
                    <a:pt x="90" y="138"/>
                  </a:lnTo>
                  <a:lnTo>
                    <a:pt x="92" y="138"/>
                  </a:lnTo>
                  <a:lnTo>
                    <a:pt x="92" y="142"/>
                  </a:lnTo>
                  <a:lnTo>
                    <a:pt x="92" y="138"/>
                  </a:lnTo>
                  <a:lnTo>
                    <a:pt x="92" y="142"/>
                  </a:lnTo>
                  <a:lnTo>
                    <a:pt x="92" y="146"/>
                  </a:lnTo>
                  <a:lnTo>
                    <a:pt x="92" y="148"/>
                  </a:lnTo>
                  <a:lnTo>
                    <a:pt x="96" y="148"/>
                  </a:lnTo>
                  <a:lnTo>
                    <a:pt x="96" y="152"/>
                  </a:lnTo>
                  <a:lnTo>
                    <a:pt x="96" y="156"/>
                  </a:lnTo>
                  <a:lnTo>
                    <a:pt x="96" y="160"/>
                  </a:lnTo>
                  <a:lnTo>
                    <a:pt x="100" y="164"/>
                  </a:lnTo>
                  <a:lnTo>
                    <a:pt x="100" y="168"/>
                  </a:lnTo>
                  <a:lnTo>
                    <a:pt x="96" y="168"/>
                  </a:lnTo>
                  <a:lnTo>
                    <a:pt x="100" y="168"/>
                  </a:lnTo>
                  <a:lnTo>
                    <a:pt x="96" y="168"/>
                  </a:lnTo>
                  <a:lnTo>
                    <a:pt x="100" y="168"/>
                  </a:lnTo>
                  <a:lnTo>
                    <a:pt x="100" y="172"/>
                  </a:lnTo>
                  <a:lnTo>
                    <a:pt x="100" y="174"/>
                  </a:lnTo>
                  <a:lnTo>
                    <a:pt x="100" y="178"/>
                  </a:lnTo>
                  <a:lnTo>
                    <a:pt x="100" y="182"/>
                  </a:lnTo>
                  <a:lnTo>
                    <a:pt x="100" y="186"/>
                  </a:lnTo>
                  <a:lnTo>
                    <a:pt x="96" y="186"/>
                  </a:lnTo>
                  <a:lnTo>
                    <a:pt x="96" y="190"/>
                  </a:lnTo>
                  <a:lnTo>
                    <a:pt x="100" y="190"/>
                  </a:lnTo>
                  <a:lnTo>
                    <a:pt x="100" y="194"/>
                  </a:lnTo>
                  <a:lnTo>
                    <a:pt x="100" y="190"/>
                  </a:lnTo>
                  <a:lnTo>
                    <a:pt x="96" y="190"/>
                  </a:lnTo>
                  <a:lnTo>
                    <a:pt x="96" y="194"/>
                  </a:lnTo>
                  <a:lnTo>
                    <a:pt x="96" y="198"/>
                  </a:lnTo>
                  <a:lnTo>
                    <a:pt x="100" y="202"/>
                  </a:lnTo>
                  <a:lnTo>
                    <a:pt x="96" y="198"/>
                  </a:lnTo>
                  <a:lnTo>
                    <a:pt x="96" y="202"/>
                  </a:lnTo>
                  <a:lnTo>
                    <a:pt x="96" y="204"/>
                  </a:lnTo>
                  <a:lnTo>
                    <a:pt x="96" y="208"/>
                  </a:lnTo>
                  <a:lnTo>
                    <a:pt x="92" y="212"/>
                  </a:lnTo>
                  <a:lnTo>
                    <a:pt x="92" y="208"/>
                  </a:lnTo>
                  <a:lnTo>
                    <a:pt x="92" y="212"/>
                  </a:lnTo>
                  <a:lnTo>
                    <a:pt x="90" y="212"/>
                  </a:lnTo>
                  <a:lnTo>
                    <a:pt x="90" y="216"/>
                  </a:lnTo>
                  <a:lnTo>
                    <a:pt x="86" y="216"/>
                  </a:lnTo>
                  <a:lnTo>
                    <a:pt x="82" y="216"/>
                  </a:lnTo>
                  <a:lnTo>
                    <a:pt x="82" y="220"/>
                  </a:lnTo>
                  <a:lnTo>
                    <a:pt x="78" y="220"/>
                  </a:lnTo>
                  <a:lnTo>
                    <a:pt x="78" y="224"/>
                  </a:lnTo>
                  <a:lnTo>
                    <a:pt x="74" y="224"/>
                  </a:lnTo>
                  <a:lnTo>
                    <a:pt x="70" y="228"/>
                  </a:lnTo>
                  <a:lnTo>
                    <a:pt x="70" y="224"/>
                  </a:lnTo>
                  <a:lnTo>
                    <a:pt x="66" y="224"/>
                  </a:lnTo>
                  <a:lnTo>
                    <a:pt x="62" y="220"/>
                  </a:lnTo>
                  <a:lnTo>
                    <a:pt x="62" y="224"/>
                  </a:lnTo>
                  <a:lnTo>
                    <a:pt x="62" y="228"/>
                  </a:lnTo>
                  <a:lnTo>
                    <a:pt x="62" y="224"/>
                  </a:lnTo>
                  <a:lnTo>
                    <a:pt x="62" y="228"/>
                  </a:lnTo>
                  <a:lnTo>
                    <a:pt x="60" y="228"/>
                  </a:lnTo>
                  <a:lnTo>
                    <a:pt x="62" y="228"/>
                  </a:lnTo>
                  <a:lnTo>
                    <a:pt x="62" y="232"/>
                  </a:lnTo>
                  <a:lnTo>
                    <a:pt x="62" y="234"/>
                  </a:lnTo>
                  <a:lnTo>
                    <a:pt x="60" y="232"/>
                  </a:lnTo>
                  <a:lnTo>
                    <a:pt x="60" y="228"/>
                  </a:lnTo>
                  <a:lnTo>
                    <a:pt x="56" y="228"/>
                  </a:lnTo>
                  <a:lnTo>
                    <a:pt x="60" y="232"/>
                  </a:lnTo>
                  <a:lnTo>
                    <a:pt x="60" y="234"/>
                  </a:lnTo>
                  <a:lnTo>
                    <a:pt x="62" y="234"/>
                  </a:lnTo>
                  <a:lnTo>
                    <a:pt x="60" y="234"/>
                  </a:lnTo>
                  <a:lnTo>
                    <a:pt x="56" y="232"/>
                  </a:lnTo>
                  <a:lnTo>
                    <a:pt x="56" y="228"/>
                  </a:lnTo>
                  <a:lnTo>
                    <a:pt x="56" y="232"/>
                  </a:lnTo>
                  <a:lnTo>
                    <a:pt x="56" y="234"/>
                  </a:lnTo>
                  <a:lnTo>
                    <a:pt x="60" y="234"/>
                  </a:lnTo>
                  <a:lnTo>
                    <a:pt x="60" y="238"/>
                  </a:lnTo>
                  <a:lnTo>
                    <a:pt x="60" y="242"/>
                  </a:lnTo>
                  <a:lnTo>
                    <a:pt x="56" y="238"/>
                  </a:lnTo>
                  <a:lnTo>
                    <a:pt x="52" y="234"/>
                  </a:lnTo>
                  <a:lnTo>
                    <a:pt x="52" y="238"/>
                  </a:lnTo>
                  <a:lnTo>
                    <a:pt x="56" y="238"/>
                  </a:lnTo>
                  <a:lnTo>
                    <a:pt x="56" y="242"/>
                  </a:lnTo>
                  <a:lnTo>
                    <a:pt x="56" y="246"/>
                  </a:lnTo>
                  <a:lnTo>
                    <a:pt x="52" y="246"/>
                  </a:lnTo>
                  <a:lnTo>
                    <a:pt x="48" y="246"/>
                  </a:lnTo>
                  <a:lnTo>
                    <a:pt x="48" y="250"/>
                  </a:lnTo>
                  <a:lnTo>
                    <a:pt x="44" y="250"/>
                  </a:lnTo>
                  <a:lnTo>
                    <a:pt x="44" y="254"/>
                  </a:lnTo>
                  <a:lnTo>
                    <a:pt x="40" y="258"/>
                  </a:lnTo>
                  <a:lnTo>
                    <a:pt x="36" y="258"/>
                  </a:lnTo>
                  <a:lnTo>
                    <a:pt x="34" y="258"/>
                  </a:lnTo>
                  <a:lnTo>
                    <a:pt x="36" y="258"/>
                  </a:lnTo>
                  <a:lnTo>
                    <a:pt x="36" y="254"/>
                  </a:lnTo>
                  <a:lnTo>
                    <a:pt x="36" y="250"/>
                  </a:lnTo>
                  <a:lnTo>
                    <a:pt x="36" y="246"/>
                  </a:lnTo>
                  <a:lnTo>
                    <a:pt x="36" y="242"/>
                  </a:lnTo>
                  <a:lnTo>
                    <a:pt x="36" y="238"/>
                  </a:lnTo>
                  <a:lnTo>
                    <a:pt x="36" y="234"/>
                  </a:lnTo>
                  <a:lnTo>
                    <a:pt x="40" y="234"/>
                  </a:lnTo>
                  <a:lnTo>
                    <a:pt x="40" y="232"/>
                  </a:lnTo>
                  <a:lnTo>
                    <a:pt x="36" y="232"/>
                  </a:lnTo>
                  <a:lnTo>
                    <a:pt x="34" y="232"/>
                  </a:lnTo>
                  <a:lnTo>
                    <a:pt x="34" y="228"/>
                  </a:lnTo>
                  <a:lnTo>
                    <a:pt x="30" y="228"/>
                  </a:lnTo>
                  <a:lnTo>
                    <a:pt x="34" y="228"/>
                  </a:lnTo>
                  <a:lnTo>
                    <a:pt x="34" y="224"/>
                  </a:lnTo>
                  <a:lnTo>
                    <a:pt x="36" y="224"/>
                  </a:lnTo>
                  <a:lnTo>
                    <a:pt x="40" y="220"/>
                  </a:lnTo>
                  <a:lnTo>
                    <a:pt x="40" y="216"/>
                  </a:lnTo>
                  <a:lnTo>
                    <a:pt x="44" y="220"/>
                  </a:lnTo>
                  <a:lnTo>
                    <a:pt x="44" y="216"/>
                  </a:lnTo>
                  <a:lnTo>
                    <a:pt x="48" y="216"/>
                  </a:lnTo>
                  <a:lnTo>
                    <a:pt x="52" y="216"/>
                  </a:lnTo>
                  <a:lnTo>
                    <a:pt x="56" y="220"/>
                  </a:lnTo>
                  <a:lnTo>
                    <a:pt x="56" y="216"/>
                  </a:lnTo>
                  <a:lnTo>
                    <a:pt x="52" y="212"/>
                  </a:lnTo>
                  <a:lnTo>
                    <a:pt x="52" y="208"/>
                  </a:lnTo>
                  <a:lnTo>
                    <a:pt x="52" y="204"/>
                  </a:lnTo>
                  <a:lnTo>
                    <a:pt x="52" y="202"/>
                  </a:lnTo>
                  <a:lnTo>
                    <a:pt x="56" y="202"/>
                  </a:lnTo>
                  <a:lnTo>
                    <a:pt x="56" y="204"/>
                  </a:lnTo>
                  <a:lnTo>
                    <a:pt x="60" y="204"/>
                  </a:lnTo>
                  <a:lnTo>
                    <a:pt x="60" y="202"/>
                  </a:lnTo>
                  <a:lnTo>
                    <a:pt x="60" y="198"/>
                  </a:lnTo>
                  <a:lnTo>
                    <a:pt x="62" y="198"/>
                  </a:lnTo>
                  <a:lnTo>
                    <a:pt x="62" y="202"/>
                  </a:lnTo>
                  <a:lnTo>
                    <a:pt x="62" y="198"/>
                  </a:lnTo>
                  <a:lnTo>
                    <a:pt x="66" y="198"/>
                  </a:lnTo>
                  <a:lnTo>
                    <a:pt x="66" y="194"/>
                  </a:lnTo>
                  <a:lnTo>
                    <a:pt x="70" y="194"/>
                  </a:lnTo>
                  <a:lnTo>
                    <a:pt x="74" y="194"/>
                  </a:lnTo>
                  <a:lnTo>
                    <a:pt x="74" y="190"/>
                  </a:lnTo>
                  <a:lnTo>
                    <a:pt x="74" y="186"/>
                  </a:lnTo>
                  <a:lnTo>
                    <a:pt x="74" y="182"/>
                  </a:lnTo>
                  <a:lnTo>
                    <a:pt x="74" y="174"/>
                  </a:lnTo>
                  <a:lnTo>
                    <a:pt x="74" y="172"/>
                  </a:lnTo>
                  <a:lnTo>
                    <a:pt x="74" y="168"/>
                  </a:lnTo>
                  <a:lnTo>
                    <a:pt x="74" y="164"/>
                  </a:lnTo>
                  <a:lnTo>
                    <a:pt x="70" y="164"/>
                  </a:lnTo>
                  <a:lnTo>
                    <a:pt x="70" y="160"/>
                  </a:lnTo>
                  <a:lnTo>
                    <a:pt x="74" y="160"/>
                  </a:lnTo>
                  <a:lnTo>
                    <a:pt x="70" y="156"/>
                  </a:lnTo>
                  <a:lnTo>
                    <a:pt x="74" y="156"/>
                  </a:lnTo>
                  <a:lnTo>
                    <a:pt x="74" y="152"/>
                  </a:lnTo>
                  <a:lnTo>
                    <a:pt x="74" y="148"/>
                  </a:lnTo>
                  <a:lnTo>
                    <a:pt x="74" y="146"/>
                  </a:lnTo>
                  <a:lnTo>
                    <a:pt x="78" y="142"/>
                  </a:lnTo>
                  <a:lnTo>
                    <a:pt x="74" y="142"/>
                  </a:lnTo>
                  <a:lnTo>
                    <a:pt x="74" y="138"/>
                  </a:lnTo>
                  <a:lnTo>
                    <a:pt x="70" y="138"/>
                  </a:lnTo>
                  <a:lnTo>
                    <a:pt x="70" y="134"/>
                  </a:lnTo>
                  <a:lnTo>
                    <a:pt x="70" y="130"/>
                  </a:lnTo>
                  <a:lnTo>
                    <a:pt x="74" y="130"/>
                  </a:lnTo>
                  <a:lnTo>
                    <a:pt x="74" y="126"/>
                  </a:lnTo>
                  <a:lnTo>
                    <a:pt x="70" y="126"/>
                  </a:lnTo>
                  <a:lnTo>
                    <a:pt x="70" y="122"/>
                  </a:lnTo>
                  <a:lnTo>
                    <a:pt x="66" y="122"/>
                  </a:lnTo>
                  <a:lnTo>
                    <a:pt x="66" y="118"/>
                  </a:lnTo>
                  <a:lnTo>
                    <a:pt x="62" y="118"/>
                  </a:lnTo>
                  <a:lnTo>
                    <a:pt x="62" y="122"/>
                  </a:lnTo>
                  <a:lnTo>
                    <a:pt x="60" y="118"/>
                  </a:lnTo>
                  <a:lnTo>
                    <a:pt x="60" y="116"/>
                  </a:lnTo>
                  <a:lnTo>
                    <a:pt x="60" y="112"/>
                  </a:lnTo>
                  <a:lnTo>
                    <a:pt x="60" y="108"/>
                  </a:lnTo>
                  <a:lnTo>
                    <a:pt x="56" y="108"/>
                  </a:lnTo>
                  <a:lnTo>
                    <a:pt x="56" y="104"/>
                  </a:lnTo>
                  <a:lnTo>
                    <a:pt x="52" y="104"/>
                  </a:lnTo>
                  <a:lnTo>
                    <a:pt x="52" y="100"/>
                  </a:lnTo>
                  <a:lnTo>
                    <a:pt x="48" y="100"/>
                  </a:lnTo>
                  <a:lnTo>
                    <a:pt x="48" y="96"/>
                  </a:lnTo>
                  <a:lnTo>
                    <a:pt x="48" y="92"/>
                  </a:lnTo>
                  <a:lnTo>
                    <a:pt x="44" y="92"/>
                  </a:lnTo>
                  <a:lnTo>
                    <a:pt x="44" y="88"/>
                  </a:lnTo>
                  <a:lnTo>
                    <a:pt x="40" y="88"/>
                  </a:lnTo>
                  <a:lnTo>
                    <a:pt x="40" y="86"/>
                  </a:lnTo>
                  <a:lnTo>
                    <a:pt x="40" y="82"/>
                  </a:lnTo>
                  <a:lnTo>
                    <a:pt x="36" y="82"/>
                  </a:lnTo>
                  <a:lnTo>
                    <a:pt x="34" y="82"/>
                  </a:lnTo>
                  <a:lnTo>
                    <a:pt x="34" y="78"/>
                  </a:lnTo>
                  <a:lnTo>
                    <a:pt x="30" y="74"/>
                  </a:lnTo>
                  <a:lnTo>
                    <a:pt x="26" y="74"/>
                  </a:lnTo>
                  <a:lnTo>
                    <a:pt x="22" y="70"/>
                  </a:lnTo>
                  <a:lnTo>
                    <a:pt x="26" y="70"/>
                  </a:lnTo>
                  <a:lnTo>
                    <a:pt x="26" y="66"/>
                  </a:lnTo>
                  <a:lnTo>
                    <a:pt x="26" y="62"/>
                  </a:lnTo>
                  <a:lnTo>
                    <a:pt x="26" y="66"/>
                  </a:lnTo>
                  <a:lnTo>
                    <a:pt x="26" y="62"/>
                  </a:lnTo>
                  <a:lnTo>
                    <a:pt x="30" y="62"/>
                  </a:lnTo>
                  <a:lnTo>
                    <a:pt x="30" y="66"/>
                  </a:lnTo>
                  <a:lnTo>
                    <a:pt x="34" y="66"/>
                  </a:lnTo>
                  <a:lnTo>
                    <a:pt x="34" y="62"/>
                  </a:lnTo>
                  <a:lnTo>
                    <a:pt x="36" y="62"/>
                  </a:lnTo>
                  <a:lnTo>
                    <a:pt x="36" y="58"/>
                  </a:lnTo>
                  <a:lnTo>
                    <a:pt x="36" y="56"/>
                  </a:lnTo>
                  <a:lnTo>
                    <a:pt x="34" y="52"/>
                  </a:lnTo>
                  <a:lnTo>
                    <a:pt x="30" y="52"/>
                  </a:lnTo>
                  <a:lnTo>
                    <a:pt x="34" y="48"/>
                  </a:lnTo>
                  <a:lnTo>
                    <a:pt x="30" y="44"/>
                  </a:lnTo>
                  <a:lnTo>
                    <a:pt x="26" y="42"/>
                  </a:lnTo>
                  <a:lnTo>
                    <a:pt x="22" y="44"/>
                  </a:lnTo>
                  <a:lnTo>
                    <a:pt x="22" y="48"/>
                  </a:lnTo>
                  <a:lnTo>
                    <a:pt x="18" y="48"/>
                  </a:lnTo>
                  <a:lnTo>
                    <a:pt x="18" y="44"/>
                  </a:lnTo>
                  <a:lnTo>
                    <a:pt x="14" y="44"/>
                  </a:lnTo>
                  <a:lnTo>
                    <a:pt x="10" y="44"/>
                  </a:lnTo>
                  <a:lnTo>
                    <a:pt x="10" y="42"/>
                  </a:lnTo>
                  <a:lnTo>
                    <a:pt x="10" y="38"/>
                  </a:lnTo>
                  <a:lnTo>
                    <a:pt x="6" y="38"/>
                  </a:lnTo>
                  <a:lnTo>
                    <a:pt x="10" y="34"/>
                  </a:lnTo>
                  <a:lnTo>
                    <a:pt x="6" y="34"/>
                  </a:lnTo>
                  <a:lnTo>
                    <a:pt x="10" y="34"/>
                  </a:lnTo>
                  <a:lnTo>
                    <a:pt x="10" y="30"/>
                  </a:lnTo>
                  <a:lnTo>
                    <a:pt x="6" y="30"/>
                  </a:lnTo>
                  <a:lnTo>
                    <a:pt x="6" y="26"/>
                  </a:lnTo>
                  <a:lnTo>
                    <a:pt x="4" y="26"/>
                  </a:lnTo>
                  <a:lnTo>
                    <a:pt x="4" y="22"/>
                  </a:lnTo>
                  <a:lnTo>
                    <a:pt x="0" y="18"/>
                  </a:lnTo>
                  <a:lnTo>
                    <a:pt x="0" y="14"/>
                  </a:lnTo>
                  <a:lnTo>
                    <a:pt x="4" y="14"/>
                  </a:lnTo>
                  <a:lnTo>
                    <a:pt x="4" y="12"/>
                  </a:lnTo>
                  <a:lnTo>
                    <a:pt x="6" y="12"/>
                  </a:lnTo>
                  <a:lnTo>
                    <a:pt x="6" y="14"/>
                  </a:lnTo>
                  <a:lnTo>
                    <a:pt x="10" y="14"/>
                  </a:lnTo>
                  <a:lnTo>
                    <a:pt x="14" y="14"/>
                  </a:lnTo>
                  <a:lnTo>
                    <a:pt x="14" y="12"/>
                  </a:lnTo>
                  <a:lnTo>
                    <a:pt x="18" y="12"/>
                  </a:lnTo>
                  <a:lnTo>
                    <a:pt x="18" y="14"/>
                  </a:lnTo>
                  <a:lnTo>
                    <a:pt x="18" y="12"/>
                  </a:lnTo>
                  <a:lnTo>
                    <a:pt x="22" y="12"/>
                  </a:lnTo>
                  <a:lnTo>
                    <a:pt x="22" y="14"/>
                  </a:lnTo>
                  <a:lnTo>
                    <a:pt x="26" y="14"/>
                  </a:lnTo>
                  <a:lnTo>
                    <a:pt x="26" y="12"/>
                  </a:lnTo>
                  <a:lnTo>
                    <a:pt x="30" y="12"/>
                  </a:lnTo>
                  <a:lnTo>
                    <a:pt x="34" y="12"/>
                  </a:lnTo>
                  <a:lnTo>
                    <a:pt x="36" y="8"/>
                  </a:lnTo>
                  <a:lnTo>
                    <a:pt x="36" y="4"/>
                  </a:lnTo>
                  <a:lnTo>
                    <a:pt x="40" y="0"/>
                  </a:lnTo>
                  <a:lnTo>
                    <a:pt x="44" y="0"/>
                  </a:lnTo>
                  <a:lnTo>
                    <a:pt x="44" y="4"/>
                  </a:lnTo>
                  <a:lnTo>
                    <a:pt x="48" y="4"/>
                  </a:lnTo>
                  <a:lnTo>
                    <a:pt x="48" y="8"/>
                  </a:lnTo>
                  <a:lnTo>
                    <a:pt x="52" y="8"/>
                  </a:lnTo>
                  <a:lnTo>
                    <a:pt x="56" y="8"/>
                  </a:lnTo>
                  <a:lnTo>
                    <a:pt x="60" y="8"/>
                  </a:lnTo>
                  <a:lnTo>
                    <a:pt x="62" y="8"/>
                  </a:lnTo>
                  <a:lnTo>
                    <a:pt x="62" y="12"/>
                  </a:lnTo>
                  <a:lnTo>
                    <a:pt x="62" y="14"/>
                  </a:lnTo>
                  <a:lnTo>
                    <a:pt x="60" y="14"/>
                  </a:lnTo>
                  <a:lnTo>
                    <a:pt x="60" y="18"/>
                  </a:lnTo>
                  <a:lnTo>
                    <a:pt x="62" y="18"/>
                  </a:lnTo>
                  <a:lnTo>
                    <a:pt x="62" y="22"/>
                  </a:lnTo>
                  <a:lnTo>
                    <a:pt x="66" y="26"/>
                  </a:lnTo>
                  <a:lnTo>
                    <a:pt x="70" y="30"/>
                  </a:lnTo>
                  <a:lnTo>
                    <a:pt x="74" y="30"/>
                  </a:lnTo>
                  <a:lnTo>
                    <a:pt x="78" y="30"/>
                  </a:lnTo>
                  <a:lnTo>
                    <a:pt x="82" y="30"/>
                  </a:lnTo>
                  <a:lnTo>
                    <a:pt x="82" y="34"/>
                  </a:lnTo>
                  <a:lnTo>
                    <a:pt x="78" y="34"/>
                  </a:lnTo>
                  <a:lnTo>
                    <a:pt x="74" y="38"/>
                  </a:lnTo>
                  <a:lnTo>
                    <a:pt x="70" y="38"/>
                  </a:lnTo>
                  <a:lnTo>
                    <a:pt x="74" y="42"/>
                  </a:lnTo>
                  <a:lnTo>
                    <a:pt x="70" y="42"/>
                  </a:lnTo>
                  <a:lnTo>
                    <a:pt x="70" y="44"/>
                  </a:lnTo>
                  <a:lnTo>
                    <a:pt x="66" y="42"/>
                  </a:lnTo>
                  <a:lnTo>
                    <a:pt x="70" y="42"/>
                  </a:lnTo>
                  <a:lnTo>
                    <a:pt x="66" y="42"/>
                  </a:lnTo>
                  <a:lnTo>
                    <a:pt x="66" y="44"/>
                  </a:lnTo>
                  <a:lnTo>
                    <a:pt x="62" y="44"/>
                  </a:lnTo>
                  <a:lnTo>
                    <a:pt x="62" y="42"/>
                  </a:lnTo>
                  <a:lnTo>
                    <a:pt x="62" y="44"/>
                  </a:lnTo>
                  <a:lnTo>
                    <a:pt x="62" y="48"/>
                  </a:lnTo>
                  <a:lnTo>
                    <a:pt x="60" y="52"/>
                  </a:lnTo>
                  <a:lnTo>
                    <a:pt x="60" y="56"/>
                  </a:lnTo>
                  <a:lnTo>
                    <a:pt x="60" y="52"/>
                  </a:lnTo>
                  <a:lnTo>
                    <a:pt x="60" y="56"/>
                  </a:lnTo>
                  <a:lnTo>
                    <a:pt x="56" y="56"/>
                  </a:lnTo>
                  <a:lnTo>
                    <a:pt x="56" y="58"/>
                  </a:lnTo>
                  <a:lnTo>
                    <a:pt x="52" y="58"/>
                  </a:lnTo>
                  <a:lnTo>
                    <a:pt x="52" y="62"/>
                  </a:lnTo>
                  <a:lnTo>
                    <a:pt x="52" y="66"/>
                  </a:lnTo>
                  <a:lnTo>
                    <a:pt x="52" y="70"/>
                  </a:lnTo>
                  <a:lnTo>
                    <a:pt x="48" y="70"/>
                  </a:lnTo>
                  <a:lnTo>
                    <a:pt x="52" y="70"/>
                  </a:lnTo>
                  <a:lnTo>
                    <a:pt x="48" y="74"/>
                  </a:lnTo>
                  <a:lnTo>
                    <a:pt x="48" y="78"/>
                  </a:lnTo>
                  <a:lnTo>
                    <a:pt x="48" y="82"/>
                  </a:lnTo>
                  <a:lnTo>
                    <a:pt x="52" y="82"/>
                  </a:lnTo>
                  <a:lnTo>
                    <a:pt x="52" y="86"/>
                  </a:lnTo>
                  <a:lnTo>
                    <a:pt x="52" y="88"/>
                  </a:lnTo>
                  <a:lnTo>
                    <a:pt x="56" y="88"/>
                  </a:lnTo>
                  <a:lnTo>
                    <a:pt x="60" y="92"/>
                  </a:lnTo>
                  <a:lnTo>
                    <a:pt x="60" y="96"/>
                  </a:lnTo>
                  <a:lnTo>
                    <a:pt x="60" y="100"/>
                  </a:lnTo>
                  <a:lnTo>
                    <a:pt x="62" y="104"/>
                  </a:lnTo>
                  <a:lnTo>
                    <a:pt x="62" y="108"/>
                  </a:lnTo>
                  <a:lnTo>
                    <a:pt x="66" y="108"/>
                  </a:lnTo>
                  <a:lnTo>
                    <a:pt x="66" y="112"/>
                  </a:lnTo>
                  <a:lnTo>
                    <a:pt x="66" y="112"/>
                  </a:lnTo>
                  <a:lnTo>
                    <a:pt x="66" y="112"/>
                  </a:lnTo>
                  <a:close/>
                  <a:moveTo>
                    <a:pt x="62" y="224"/>
                  </a:moveTo>
                  <a:lnTo>
                    <a:pt x="66" y="224"/>
                  </a:lnTo>
                  <a:lnTo>
                    <a:pt x="62" y="224"/>
                  </a:lnTo>
                  <a:lnTo>
                    <a:pt x="66" y="224"/>
                  </a:lnTo>
                  <a:lnTo>
                    <a:pt x="66" y="228"/>
                  </a:lnTo>
                  <a:lnTo>
                    <a:pt x="62" y="228"/>
                  </a:lnTo>
                  <a:lnTo>
                    <a:pt x="62" y="224"/>
                  </a:lnTo>
                  <a:lnTo>
                    <a:pt x="62" y="224"/>
                  </a:lnTo>
                  <a:lnTo>
                    <a:pt x="62" y="224"/>
                  </a:lnTo>
                  <a:close/>
                  <a:moveTo>
                    <a:pt x="74" y="38"/>
                  </a:moveTo>
                  <a:lnTo>
                    <a:pt x="74" y="42"/>
                  </a:lnTo>
                  <a:lnTo>
                    <a:pt x="70" y="42"/>
                  </a:lnTo>
                  <a:lnTo>
                    <a:pt x="74" y="38"/>
                  </a:lnTo>
                  <a:lnTo>
                    <a:pt x="74" y="38"/>
                  </a:lnTo>
                  <a:lnTo>
                    <a:pt x="74" y="38"/>
                  </a:lnTo>
                  <a:close/>
                  <a:moveTo>
                    <a:pt x="66" y="44"/>
                  </a:moveTo>
                  <a:lnTo>
                    <a:pt x="66" y="48"/>
                  </a:lnTo>
                  <a:lnTo>
                    <a:pt x="66" y="44"/>
                  </a:lnTo>
                  <a:lnTo>
                    <a:pt x="66" y="44"/>
                  </a:lnTo>
                  <a:lnTo>
                    <a:pt x="66" y="44"/>
                  </a:lnTo>
                  <a:close/>
                  <a:moveTo>
                    <a:pt x="26" y="228"/>
                  </a:moveTo>
                  <a:lnTo>
                    <a:pt x="26" y="232"/>
                  </a:lnTo>
                  <a:lnTo>
                    <a:pt x="22" y="228"/>
                  </a:lnTo>
                  <a:lnTo>
                    <a:pt x="26" y="228"/>
                  </a:lnTo>
                  <a:lnTo>
                    <a:pt x="26" y="228"/>
                  </a:lnTo>
                  <a:lnTo>
                    <a:pt x="26" y="2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29" name="Freeform 63"/>
            <p:cNvSpPr>
              <a:spLocks noChangeAspect="1" noEditPoints="1"/>
            </p:cNvSpPr>
            <p:nvPr/>
          </p:nvSpPr>
          <p:spPr bwMode="gray">
            <a:xfrm>
              <a:off x="5655663" y="3524848"/>
              <a:ext cx="17393" cy="38264"/>
            </a:xfrm>
            <a:custGeom>
              <a:avLst/>
              <a:gdLst>
                <a:gd name="T0" fmla="*/ 10 w 10"/>
                <a:gd name="T1" fmla="*/ 12 h 22"/>
                <a:gd name="T2" fmla="*/ 10 w 10"/>
                <a:gd name="T3" fmla="*/ 12 h 22"/>
                <a:gd name="T4" fmla="*/ 10 w 10"/>
                <a:gd name="T5" fmla="*/ 14 h 22"/>
                <a:gd name="T6" fmla="*/ 10 w 10"/>
                <a:gd name="T7" fmla="*/ 14 h 22"/>
                <a:gd name="T8" fmla="*/ 10 w 10"/>
                <a:gd name="T9" fmla="*/ 18 h 22"/>
                <a:gd name="T10" fmla="*/ 10 w 10"/>
                <a:gd name="T11" fmla="*/ 18 h 22"/>
                <a:gd name="T12" fmla="*/ 10 w 10"/>
                <a:gd name="T13" fmla="*/ 18 h 22"/>
                <a:gd name="T14" fmla="*/ 6 w 10"/>
                <a:gd name="T15" fmla="*/ 22 h 22"/>
                <a:gd name="T16" fmla="*/ 6 w 10"/>
                <a:gd name="T17" fmla="*/ 22 h 22"/>
                <a:gd name="T18" fmla="*/ 4 w 10"/>
                <a:gd name="T19" fmla="*/ 22 h 22"/>
                <a:gd name="T20" fmla="*/ 0 w 10"/>
                <a:gd name="T21" fmla="*/ 22 h 22"/>
                <a:gd name="T22" fmla="*/ 0 w 10"/>
                <a:gd name="T23" fmla="*/ 22 h 22"/>
                <a:gd name="T24" fmla="*/ 4 w 10"/>
                <a:gd name="T25" fmla="*/ 22 h 22"/>
                <a:gd name="T26" fmla="*/ 4 w 10"/>
                <a:gd name="T27" fmla="*/ 18 h 22"/>
                <a:gd name="T28" fmla="*/ 4 w 10"/>
                <a:gd name="T29" fmla="*/ 18 h 22"/>
                <a:gd name="T30" fmla="*/ 4 w 10"/>
                <a:gd name="T31" fmla="*/ 18 h 22"/>
                <a:gd name="T32" fmla="*/ 4 w 10"/>
                <a:gd name="T33" fmla="*/ 14 h 22"/>
                <a:gd name="T34" fmla="*/ 6 w 10"/>
                <a:gd name="T35" fmla="*/ 14 h 22"/>
                <a:gd name="T36" fmla="*/ 4 w 10"/>
                <a:gd name="T37" fmla="*/ 14 h 22"/>
                <a:gd name="T38" fmla="*/ 4 w 10"/>
                <a:gd name="T39" fmla="*/ 14 h 22"/>
                <a:gd name="T40" fmla="*/ 4 w 10"/>
                <a:gd name="T41" fmla="*/ 14 h 22"/>
                <a:gd name="T42" fmla="*/ 4 w 10"/>
                <a:gd name="T43" fmla="*/ 12 h 22"/>
                <a:gd name="T44" fmla="*/ 4 w 10"/>
                <a:gd name="T45" fmla="*/ 12 h 22"/>
                <a:gd name="T46" fmla="*/ 4 w 10"/>
                <a:gd name="T47" fmla="*/ 8 h 22"/>
                <a:gd name="T48" fmla="*/ 4 w 10"/>
                <a:gd name="T49" fmla="*/ 8 h 22"/>
                <a:gd name="T50" fmla="*/ 4 w 10"/>
                <a:gd name="T51" fmla="*/ 4 h 22"/>
                <a:gd name="T52" fmla="*/ 4 w 10"/>
                <a:gd name="T53" fmla="*/ 4 h 22"/>
                <a:gd name="T54" fmla="*/ 4 w 10"/>
                <a:gd name="T55" fmla="*/ 4 h 22"/>
                <a:gd name="T56" fmla="*/ 6 w 10"/>
                <a:gd name="T57" fmla="*/ 0 h 22"/>
                <a:gd name="T58" fmla="*/ 6 w 10"/>
                <a:gd name="T59" fmla="*/ 0 h 22"/>
                <a:gd name="T60" fmla="*/ 6 w 10"/>
                <a:gd name="T61" fmla="*/ 0 h 22"/>
                <a:gd name="T62" fmla="*/ 6 w 10"/>
                <a:gd name="T63" fmla="*/ 4 h 22"/>
                <a:gd name="T64" fmla="*/ 10 w 10"/>
                <a:gd name="T65" fmla="*/ 4 h 22"/>
                <a:gd name="T66" fmla="*/ 10 w 10"/>
                <a:gd name="T67" fmla="*/ 8 h 22"/>
                <a:gd name="T68" fmla="*/ 10 w 10"/>
                <a:gd name="T69" fmla="*/ 8 h 22"/>
                <a:gd name="T70" fmla="*/ 6 w 10"/>
                <a:gd name="T71" fmla="*/ 14 h 22"/>
                <a:gd name="T72" fmla="*/ 6 w 10"/>
                <a:gd name="T73" fmla="*/ 14 h 22"/>
                <a:gd name="T74" fmla="*/ 6 w 10"/>
                <a:gd name="T75" fmla="*/ 14 h 22"/>
                <a:gd name="T76" fmla="*/ 6 w 10"/>
                <a:gd name="T77" fmla="*/ 14 h 22"/>
                <a:gd name="T78" fmla="*/ 6 w 10"/>
                <a:gd name="T79" fmla="*/ 14 h 22"/>
                <a:gd name="T80" fmla="*/ 6 w 10"/>
                <a:gd name="T81" fmla="*/ 14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 h="22">
                  <a:moveTo>
                    <a:pt x="10" y="8"/>
                  </a:moveTo>
                  <a:lnTo>
                    <a:pt x="10" y="12"/>
                  </a:lnTo>
                  <a:lnTo>
                    <a:pt x="10" y="12"/>
                  </a:lnTo>
                  <a:lnTo>
                    <a:pt x="10" y="12"/>
                  </a:lnTo>
                  <a:lnTo>
                    <a:pt x="10" y="14"/>
                  </a:lnTo>
                  <a:lnTo>
                    <a:pt x="10" y="14"/>
                  </a:lnTo>
                  <a:lnTo>
                    <a:pt x="10" y="14"/>
                  </a:lnTo>
                  <a:lnTo>
                    <a:pt x="10" y="14"/>
                  </a:lnTo>
                  <a:lnTo>
                    <a:pt x="10" y="18"/>
                  </a:lnTo>
                  <a:lnTo>
                    <a:pt x="10" y="18"/>
                  </a:lnTo>
                  <a:lnTo>
                    <a:pt x="10" y="18"/>
                  </a:lnTo>
                  <a:lnTo>
                    <a:pt x="10" y="18"/>
                  </a:lnTo>
                  <a:lnTo>
                    <a:pt x="10" y="18"/>
                  </a:lnTo>
                  <a:lnTo>
                    <a:pt x="10" y="18"/>
                  </a:lnTo>
                  <a:lnTo>
                    <a:pt x="6" y="18"/>
                  </a:lnTo>
                  <a:lnTo>
                    <a:pt x="6" y="22"/>
                  </a:lnTo>
                  <a:lnTo>
                    <a:pt x="6" y="22"/>
                  </a:lnTo>
                  <a:lnTo>
                    <a:pt x="6" y="22"/>
                  </a:lnTo>
                  <a:lnTo>
                    <a:pt x="6" y="22"/>
                  </a:lnTo>
                  <a:lnTo>
                    <a:pt x="4" y="22"/>
                  </a:lnTo>
                  <a:lnTo>
                    <a:pt x="4" y="22"/>
                  </a:lnTo>
                  <a:lnTo>
                    <a:pt x="0" y="22"/>
                  </a:lnTo>
                  <a:lnTo>
                    <a:pt x="0" y="22"/>
                  </a:lnTo>
                  <a:lnTo>
                    <a:pt x="0" y="22"/>
                  </a:lnTo>
                  <a:lnTo>
                    <a:pt x="0" y="22"/>
                  </a:lnTo>
                  <a:lnTo>
                    <a:pt x="4" y="22"/>
                  </a:lnTo>
                  <a:lnTo>
                    <a:pt x="4" y="18"/>
                  </a:lnTo>
                  <a:lnTo>
                    <a:pt x="4" y="18"/>
                  </a:lnTo>
                  <a:lnTo>
                    <a:pt x="4" y="18"/>
                  </a:lnTo>
                  <a:lnTo>
                    <a:pt x="4" y="18"/>
                  </a:lnTo>
                  <a:lnTo>
                    <a:pt x="4" y="18"/>
                  </a:lnTo>
                  <a:lnTo>
                    <a:pt x="4" y="18"/>
                  </a:lnTo>
                  <a:lnTo>
                    <a:pt x="4" y="14"/>
                  </a:lnTo>
                  <a:lnTo>
                    <a:pt x="4" y="14"/>
                  </a:lnTo>
                  <a:lnTo>
                    <a:pt x="6" y="14"/>
                  </a:lnTo>
                  <a:lnTo>
                    <a:pt x="6" y="14"/>
                  </a:lnTo>
                  <a:lnTo>
                    <a:pt x="4" y="14"/>
                  </a:lnTo>
                  <a:lnTo>
                    <a:pt x="4" y="14"/>
                  </a:lnTo>
                  <a:lnTo>
                    <a:pt x="4" y="14"/>
                  </a:lnTo>
                  <a:lnTo>
                    <a:pt x="4" y="14"/>
                  </a:lnTo>
                  <a:lnTo>
                    <a:pt x="4" y="14"/>
                  </a:lnTo>
                  <a:lnTo>
                    <a:pt x="4" y="14"/>
                  </a:lnTo>
                  <a:lnTo>
                    <a:pt x="4" y="14"/>
                  </a:lnTo>
                  <a:lnTo>
                    <a:pt x="4" y="12"/>
                  </a:lnTo>
                  <a:lnTo>
                    <a:pt x="4" y="12"/>
                  </a:lnTo>
                  <a:lnTo>
                    <a:pt x="4" y="12"/>
                  </a:lnTo>
                  <a:lnTo>
                    <a:pt x="4" y="12"/>
                  </a:lnTo>
                  <a:lnTo>
                    <a:pt x="4" y="8"/>
                  </a:lnTo>
                  <a:lnTo>
                    <a:pt x="4" y="8"/>
                  </a:lnTo>
                  <a:lnTo>
                    <a:pt x="4" y="8"/>
                  </a:lnTo>
                  <a:lnTo>
                    <a:pt x="4" y="4"/>
                  </a:lnTo>
                  <a:lnTo>
                    <a:pt x="4" y="4"/>
                  </a:lnTo>
                  <a:lnTo>
                    <a:pt x="4" y="4"/>
                  </a:lnTo>
                  <a:lnTo>
                    <a:pt x="4" y="4"/>
                  </a:lnTo>
                  <a:lnTo>
                    <a:pt x="4" y="4"/>
                  </a:lnTo>
                  <a:lnTo>
                    <a:pt x="4" y="4"/>
                  </a:lnTo>
                  <a:lnTo>
                    <a:pt x="6" y="0"/>
                  </a:lnTo>
                  <a:lnTo>
                    <a:pt x="6" y="0"/>
                  </a:lnTo>
                  <a:lnTo>
                    <a:pt x="6" y="0"/>
                  </a:lnTo>
                  <a:lnTo>
                    <a:pt x="6" y="0"/>
                  </a:lnTo>
                  <a:lnTo>
                    <a:pt x="6" y="0"/>
                  </a:lnTo>
                  <a:lnTo>
                    <a:pt x="6" y="0"/>
                  </a:lnTo>
                  <a:lnTo>
                    <a:pt x="6" y="0"/>
                  </a:lnTo>
                  <a:lnTo>
                    <a:pt x="6" y="4"/>
                  </a:lnTo>
                  <a:lnTo>
                    <a:pt x="10" y="4"/>
                  </a:lnTo>
                  <a:lnTo>
                    <a:pt x="10" y="4"/>
                  </a:lnTo>
                  <a:lnTo>
                    <a:pt x="10" y="4"/>
                  </a:lnTo>
                  <a:lnTo>
                    <a:pt x="10" y="8"/>
                  </a:lnTo>
                  <a:lnTo>
                    <a:pt x="10" y="8"/>
                  </a:lnTo>
                  <a:lnTo>
                    <a:pt x="10" y="8"/>
                  </a:lnTo>
                  <a:lnTo>
                    <a:pt x="10" y="8"/>
                  </a:lnTo>
                  <a:close/>
                  <a:moveTo>
                    <a:pt x="6" y="14"/>
                  </a:moveTo>
                  <a:lnTo>
                    <a:pt x="6" y="14"/>
                  </a:lnTo>
                  <a:lnTo>
                    <a:pt x="6" y="14"/>
                  </a:lnTo>
                  <a:lnTo>
                    <a:pt x="6" y="14"/>
                  </a:lnTo>
                  <a:lnTo>
                    <a:pt x="6" y="14"/>
                  </a:lnTo>
                  <a:lnTo>
                    <a:pt x="6" y="14"/>
                  </a:lnTo>
                  <a:lnTo>
                    <a:pt x="6" y="14"/>
                  </a:lnTo>
                  <a:lnTo>
                    <a:pt x="6" y="14"/>
                  </a:lnTo>
                  <a:lnTo>
                    <a:pt x="6" y="14"/>
                  </a:lnTo>
                  <a:lnTo>
                    <a:pt x="6" y="14"/>
                  </a:lnTo>
                  <a:lnTo>
                    <a:pt x="6" y="14"/>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0" name="Freeform 64"/>
            <p:cNvSpPr>
              <a:spLocks noChangeAspect="1" noEditPoints="1"/>
            </p:cNvSpPr>
            <p:nvPr/>
          </p:nvSpPr>
          <p:spPr bwMode="gray">
            <a:xfrm>
              <a:off x="5843504" y="3952707"/>
              <a:ext cx="295675" cy="205233"/>
            </a:xfrm>
            <a:custGeom>
              <a:avLst/>
              <a:gdLst>
                <a:gd name="T0" fmla="*/ 64 w 170"/>
                <a:gd name="T1" fmla="*/ 92 h 118"/>
                <a:gd name="T2" fmla="*/ 56 w 170"/>
                <a:gd name="T3" fmla="*/ 96 h 118"/>
                <a:gd name="T4" fmla="*/ 44 w 170"/>
                <a:gd name="T5" fmla="*/ 96 h 118"/>
                <a:gd name="T6" fmla="*/ 40 w 170"/>
                <a:gd name="T7" fmla="*/ 100 h 118"/>
                <a:gd name="T8" fmla="*/ 40 w 170"/>
                <a:gd name="T9" fmla="*/ 104 h 118"/>
                <a:gd name="T10" fmla="*/ 38 w 170"/>
                <a:gd name="T11" fmla="*/ 108 h 118"/>
                <a:gd name="T12" fmla="*/ 34 w 170"/>
                <a:gd name="T13" fmla="*/ 108 h 118"/>
                <a:gd name="T14" fmla="*/ 30 w 170"/>
                <a:gd name="T15" fmla="*/ 108 h 118"/>
                <a:gd name="T16" fmla="*/ 26 w 170"/>
                <a:gd name="T17" fmla="*/ 108 h 118"/>
                <a:gd name="T18" fmla="*/ 18 w 170"/>
                <a:gd name="T19" fmla="*/ 108 h 118"/>
                <a:gd name="T20" fmla="*/ 14 w 170"/>
                <a:gd name="T21" fmla="*/ 108 h 118"/>
                <a:gd name="T22" fmla="*/ 14 w 170"/>
                <a:gd name="T23" fmla="*/ 100 h 118"/>
                <a:gd name="T24" fmla="*/ 10 w 170"/>
                <a:gd name="T25" fmla="*/ 92 h 118"/>
                <a:gd name="T26" fmla="*/ 10 w 170"/>
                <a:gd name="T27" fmla="*/ 90 h 118"/>
                <a:gd name="T28" fmla="*/ 10 w 170"/>
                <a:gd name="T29" fmla="*/ 82 h 118"/>
                <a:gd name="T30" fmla="*/ 8 w 170"/>
                <a:gd name="T31" fmla="*/ 70 h 118"/>
                <a:gd name="T32" fmla="*/ 8 w 170"/>
                <a:gd name="T33" fmla="*/ 66 h 118"/>
                <a:gd name="T34" fmla="*/ 4 w 170"/>
                <a:gd name="T35" fmla="*/ 62 h 118"/>
                <a:gd name="T36" fmla="*/ 4 w 170"/>
                <a:gd name="T37" fmla="*/ 60 h 118"/>
                <a:gd name="T38" fmla="*/ 4 w 170"/>
                <a:gd name="T39" fmla="*/ 56 h 118"/>
                <a:gd name="T40" fmla="*/ 8 w 170"/>
                <a:gd name="T41" fmla="*/ 48 h 118"/>
                <a:gd name="T42" fmla="*/ 8 w 170"/>
                <a:gd name="T43" fmla="*/ 44 h 118"/>
                <a:gd name="T44" fmla="*/ 10 w 170"/>
                <a:gd name="T45" fmla="*/ 40 h 118"/>
                <a:gd name="T46" fmla="*/ 10 w 170"/>
                <a:gd name="T47" fmla="*/ 26 h 118"/>
                <a:gd name="T48" fmla="*/ 14 w 170"/>
                <a:gd name="T49" fmla="*/ 26 h 118"/>
                <a:gd name="T50" fmla="*/ 18 w 170"/>
                <a:gd name="T51" fmla="*/ 26 h 118"/>
                <a:gd name="T52" fmla="*/ 30 w 170"/>
                <a:gd name="T53" fmla="*/ 26 h 118"/>
                <a:gd name="T54" fmla="*/ 60 w 170"/>
                <a:gd name="T55" fmla="*/ 30 h 118"/>
                <a:gd name="T56" fmla="*/ 78 w 170"/>
                <a:gd name="T57" fmla="*/ 22 h 118"/>
                <a:gd name="T58" fmla="*/ 144 w 170"/>
                <a:gd name="T59" fmla="*/ 26 h 118"/>
                <a:gd name="T60" fmla="*/ 148 w 170"/>
                <a:gd name="T61" fmla="*/ 40 h 118"/>
                <a:gd name="T62" fmla="*/ 140 w 170"/>
                <a:gd name="T63" fmla="*/ 44 h 118"/>
                <a:gd name="T64" fmla="*/ 136 w 170"/>
                <a:gd name="T65" fmla="*/ 48 h 118"/>
                <a:gd name="T66" fmla="*/ 134 w 170"/>
                <a:gd name="T67" fmla="*/ 60 h 118"/>
                <a:gd name="T68" fmla="*/ 126 w 170"/>
                <a:gd name="T69" fmla="*/ 62 h 118"/>
                <a:gd name="T70" fmla="*/ 120 w 170"/>
                <a:gd name="T71" fmla="*/ 66 h 118"/>
                <a:gd name="T72" fmla="*/ 112 w 170"/>
                <a:gd name="T73" fmla="*/ 66 h 118"/>
                <a:gd name="T74" fmla="*/ 104 w 170"/>
                <a:gd name="T75" fmla="*/ 70 h 118"/>
                <a:gd name="T76" fmla="*/ 94 w 170"/>
                <a:gd name="T77" fmla="*/ 78 h 118"/>
                <a:gd name="T78" fmla="*/ 90 w 170"/>
                <a:gd name="T79" fmla="*/ 86 h 118"/>
                <a:gd name="T80" fmla="*/ 82 w 170"/>
                <a:gd name="T81" fmla="*/ 86 h 118"/>
                <a:gd name="T82" fmla="*/ 78 w 170"/>
                <a:gd name="T83" fmla="*/ 86 h 118"/>
                <a:gd name="T84" fmla="*/ 78 w 170"/>
                <a:gd name="T85" fmla="*/ 86 h 118"/>
                <a:gd name="T86" fmla="*/ 74 w 170"/>
                <a:gd name="T87" fmla="*/ 90 h 118"/>
                <a:gd name="T88" fmla="*/ 66 w 170"/>
                <a:gd name="T89" fmla="*/ 92 h 118"/>
                <a:gd name="T90" fmla="*/ 136 w 170"/>
                <a:gd name="T91" fmla="*/ 118 h 118"/>
                <a:gd name="T92" fmla="*/ 136 w 170"/>
                <a:gd name="T93" fmla="*/ 116 h 118"/>
                <a:gd name="T94" fmla="*/ 136 w 170"/>
                <a:gd name="T95" fmla="*/ 116 h 118"/>
                <a:gd name="T96" fmla="*/ 140 w 170"/>
                <a:gd name="T97" fmla="*/ 118 h 118"/>
                <a:gd name="T98" fmla="*/ 4 w 170"/>
                <a:gd name="T99" fmla="*/ 62 h 118"/>
                <a:gd name="T100" fmla="*/ 4 w 170"/>
                <a:gd name="T101" fmla="*/ 60 h 118"/>
                <a:gd name="T102" fmla="*/ 4 w 170"/>
                <a:gd name="T103" fmla="*/ 62 h 118"/>
                <a:gd name="T104" fmla="*/ 4 w 170"/>
                <a:gd name="T105" fmla="*/ 86 h 118"/>
                <a:gd name="T106" fmla="*/ 4 w 170"/>
                <a:gd name="T107" fmla="*/ 86 h 118"/>
                <a:gd name="T108" fmla="*/ 170 w 170"/>
                <a:gd name="T109" fmla="*/ 112 h 118"/>
                <a:gd name="T110" fmla="*/ 164 w 170"/>
                <a:gd name="T111" fmla="*/ 116 h 118"/>
                <a:gd name="T112" fmla="*/ 156 w 170"/>
                <a:gd name="T113" fmla="*/ 116 h 118"/>
                <a:gd name="T114" fmla="*/ 156 w 170"/>
                <a:gd name="T115" fmla="*/ 108 h 118"/>
                <a:gd name="T116" fmla="*/ 160 w 170"/>
                <a:gd name="T117" fmla="*/ 112 h 118"/>
                <a:gd name="T118" fmla="*/ 166 w 170"/>
                <a:gd name="T119" fmla="*/ 10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0" h="118">
                  <a:moveTo>
                    <a:pt x="66" y="92"/>
                  </a:moveTo>
                  <a:lnTo>
                    <a:pt x="66" y="92"/>
                  </a:lnTo>
                  <a:lnTo>
                    <a:pt x="64" y="92"/>
                  </a:lnTo>
                  <a:lnTo>
                    <a:pt x="64" y="92"/>
                  </a:lnTo>
                  <a:lnTo>
                    <a:pt x="64" y="92"/>
                  </a:lnTo>
                  <a:lnTo>
                    <a:pt x="64" y="92"/>
                  </a:lnTo>
                  <a:lnTo>
                    <a:pt x="64" y="92"/>
                  </a:lnTo>
                  <a:lnTo>
                    <a:pt x="60" y="96"/>
                  </a:lnTo>
                  <a:lnTo>
                    <a:pt x="60" y="96"/>
                  </a:lnTo>
                  <a:lnTo>
                    <a:pt x="56" y="96"/>
                  </a:lnTo>
                  <a:lnTo>
                    <a:pt x="56" y="96"/>
                  </a:lnTo>
                  <a:lnTo>
                    <a:pt x="56" y="96"/>
                  </a:lnTo>
                  <a:lnTo>
                    <a:pt x="52" y="96"/>
                  </a:lnTo>
                  <a:lnTo>
                    <a:pt x="52" y="96"/>
                  </a:lnTo>
                  <a:lnTo>
                    <a:pt x="48" y="96"/>
                  </a:lnTo>
                  <a:lnTo>
                    <a:pt x="48" y="96"/>
                  </a:lnTo>
                  <a:lnTo>
                    <a:pt x="44" y="96"/>
                  </a:lnTo>
                  <a:lnTo>
                    <a:pt x="44" y="96"/>
                  </a:lnTo>
                  <a:lnTo>
                    <a:pt x="44" y="96"/>
                  </a:lnTo>
                  <a:lnTo>
                    <a:pt x="44" y="100"/>
                  </a:lnTo>
                  <a:lnTo>
                    <a:pt x="44" y="100"/>
                  </a:lnTo>
                  <a:lnTo>
                    <a:pt x="44" y="100"/>
                  </a:lnTo>
                  <a:lnTo>
                    <a:pt x="44" y="100"/>
                  </a:lnTo>
                  <a:lnTo>
                    <a:pt x="40" y="100"/>
                  </a:lnTo>
                  <a:lnTo>
                    <a:pt x="40" y="100"/>
                  </a:lnTo>
                  <a:lnTo>
                    <a:pt x="40" y="100"/>
                  </a:lnTo>
                  <a:lnTo>
                    <a:pt x="40" y="104"/>
                  </a:lnTo>
                  <a:lnTo>
                    <a:pt x="40" y="104"/>
                  </a:lnTo>
                  <a:lnTo>
                    <a:pt x="40" y="104"/>
                  </a:lnTo>
                  <a:lnTo>
                    <a:pt x="40" y="104"/>
                  </a:lnTo>
                  <a:lnTo>
                    <a:pt x="38" y="104"/>
                  </a:lnTo>
                  <a:lnTo>
                    <a:pt x="38" y="104"/>
                  </a:lnTo>
                  <a:lnTo>
                    <a:pt x="38" y="104"/>
                  </a:lnTo>
                  <a:lnTo>
                    <a:pt x="38" y="104"/>
                  </a:lnTo>
                  <a:lnTo>
                    <a:pt x="38" y="104"/>
                  </a:lnTo>
                  <a:lnTo>
                    <a:pt x="38" y="108"/>
                  </a:lnTo>
                  <a:lnTo>
                    <a:pt x="38" y="104"/>
                  </a:lnTo>
                  <a:lnTo>
                    <a:pt x="38" y="104"/>
                  </a:lnTo>
                  <a:lnTo>
                    <a:pt x="34" y="108"/>
                  </a:lnTo>
                  <a:lnTo>
                    <a:pt x="34" y="108"/>
                  </a:lnTo>
                  <a:lnTo>
                    <a:pt x="34" y="108"/>
                  </a:lnTo>
                  <a:lnTo>
                    <a:pt x="34" y="108"/>
                  </a:lnTo>
                  <a:lnTo>
                    <a:pt x="34" y="108"/>
                  </a:lnTo>
                  <a:lnTo>
                    <a:pt x="34" y="108"/>
                  </a:lnTo>
                  <a:lnTo>
                    <a:pt x="34" y="108"/>
                  </a:lnTo>
                  <a:lnTo>
                    <a:pt x="34" y="108"/>
                  </a:lnTo>
                  <a:lnTo>
                    <a:pt x="30" y="108"/>
                  </a:lnTo>
                  <a:lnTo>
                    <a:pt x="30" y="108"/>
                  </a:lnTo>
                  <a:lnTo>
                    <a:pt x="30" y="108"/>
                  </a:lnTo>
                  <a:lnTo>
                    <a:pt x="30" y="108"/>
                  </a:lnTo>
                  <a:lnTo>
                    <a:pt x="30" y="108"/>
                  </a:lnTo>
                  <a:lnTo>
                    <a:pt x="30" y="108"/>
                  </a:lnTo>
                  <a:lnTo>
                    <a:pt x="30" y="108"/>
                  </a:lnTo>
                  <a:lnTo>
                    <a:pt x="26" y="108"/>
                  </a:lnTo>
                  <a:lnTo>
                    <a:pt x="26" y="108"/>
                  </a:lnTo>
                  <a:lnTo>
                    <a:pt x="22" y="112"/>
                  </a:lnTo>
                  <a:lnTo>
                    <a:pt x="22" y="108"/>
                  </a:lnTo>
                  <a:lnTo>
                    <a:pt x="22" y="108"/>
                  </a:lnTo>
                  <a:lnTo>
                    <a:pt x="18" y="108"/>
                  </a:lnTo>
                  <a:lnTo>
                    <a:pt x="18" y="108"/>
                  </a:lnTo>
                  <a:lnTo>
                    <a:pt x="14" y="108"/>
                  </a:lnTo>
                  <a:lnTo>
                    <a:pt x="14" y="108"/>
                  </a:lnTo>
                  <a:lnTo>
                    <a:pt x="14" y="108"/>
                  </a:lnTo>
                  <a:lnTo>
                    <a:pt x="14" y="108"/>
                  </a:lnTo>
                  <a:lnTo>
                    <a:pt x="14" y="108"/>
                  </a:lnTo>
                  <a:lnTo>
                    <a:pt x="14" y="108"/>
                  </a:lnTo>
                  <a:lnTo>
                    <a:pt x="14" y="108"/>
                  </a:lnTo>
                  <a:lnTo>
                    <a:pt x="14" y="108"/>
                  </a:lnTo>
                  <a:lnTo>
                    <a:pt x="14" y="108"/>
                  </a:lnTo>
                  <a:lnTo>
                    <a:pt x="14" y="108"/>
                  </a:lnTo>
                  <a:lnTo>
                    <a:pt x="14" y="104"/>
                  </a:lnTo>
                  <a:lnTo>
                    <a:pt x="14" y="100"/>
                  </a:lnTo>
                  <a:lnTo>
                    <a:pt x="10" y="100"/>
                  </a:lnTo>
                  <a:lnTo>
                    <a:pt x="10" y="100"/>
                  </a:lnTo>
                  <a:lnTo>
                    <a:pt x="10" y="96"/>
                  </a:lnTo>
                  <a:lnTo>
                    <a:pt x="10" y="96"/>
                  </a:lnTo>
                  <a:lnTo>
                    <a:pt x="10" y="96"/>
                  </a:lnTo>
                  <a:lnTo>
                    <a:pt x="10" y="92"/>
                  </a:lnTo>
                  <a:lnTo>
                    <a:pt x="10" y="92"/>
                  </a:lnTo>
                  <a:lnTo>
                    <a:pt x="10" y="92"/>
                  </a:lnTo>
                  <a:lnTo>
                    <a:pt x="10" y="92"/>
                  </a:lnTo>
                  <a:lnTo>
                    <a:pt x="10" y="90"/>
                  </a:lnTo>
                  <a:lnTo>
                    <a:pt x="10" y="90"/>
                  </a:lnTo>
                  <a:lnTo>
                    <a:pt x="10" y="90"/>
                  </a:lnTo>
                  <a:lnTo>
                    <a:pt x="10" y="86"/>
                  </a:lnTo>
                  <a:lnTo>
                    <a:pt x="10" y="86"/>
                  </a:lnTo>
                  <a:lnTo>
                    <a:pt x="10" y="86"/>
                  </a:lnTo>
                  <a:lnTo>
                    <a:pt x="10" y="86"/>
                  </a:lnTo>
                  <a:lnTo>
                    <a:pt x="10" y="82"/>
                  </a:lnTo>
                  <a:lnTo>
                    <a:pt x="10" y="82"/>
                  </a:lnTo>
                  <a:lnTo>
                    <a:pt x="8" y="82"/>
                  </a:lnTo>
                  <a:lnTo>
                    <a:pt x="8" y="78"/>
                  </a:lnTo>
                  <a:lnTo>
                    <a:pt x="8" y="74"/>
                  </a:lnTo>
                  <a:lnTo>
                    <a:pt x="8" y="74"/>
                  </a:lnTo>
                  <a:lnTo>
                    <a:pt x="8" y="74"/>
                  </a:lnTo>
                  <a:lnTo>
                    <a:pt x="8" y="70"/>
                  </a:lnTo>
                  <a:lnTo>
                    <a:pt x="8" y="70"/>
                  </a:lnTo>
                  <a:lnTo>
                    <a:pt x="8" y="70"/>
                  </a:lnTo>
                  <a:lnTo>
                    <a:pt x="8" y="70"/>
                  </a:lnTo>
                  <a:lnTo>
                    <a:pt x="8" y="70"/>
                  </a:lnTo>
                  <a:lnTo>
                    <a:pt x="8" y="66"/>
                  </a:lnTo>
                  <a:lnTo>
                    <a:pt x="8" y="66"/>
                  </a:lnTo>
                  <a:lnTo>
                    <a:pt x="4" y="66"/>
                  </a:lnTo>
                  <a:lnTo>
                    <a:pt x="4" y="62"/>
                  </a:lnTo>
                  <a:lnTo>
                    <a:pt x="4" y="62"/>
                  </a:lnTo>
                  <a:lnTo>
                    <a:pt x="4" y="62"/>
                  </a:lnTo>
                  <a:lnTo>
                    <a:pt x="4" y="62"/>
                  </a:lnTo>
                  <a:lnTo>
                    <a:pt x="4" y="62"/>
                  </a:lnTo>
                  <a:lnTo>
                    <a:pt x="4" y="62"/>
                  </a:lnTo>
                  <a:lnTo>
                    <a:pt x="4" y="62"/>
                  </a:lnTo>
                  <a:lnTo>
                    <a:pt x="4" y="62"/>
                  </a:lnTo>
                  <a:lnTo>
                    <a:pt x="4" y="62"/>
                  </a:lnTo>
                  <a:lnTo>
                    <a:pt x="4" y="62"/>
                  </a:lnTo>
                  <a:lnTo>
                    <a:pt x="4" y="60"/>
                  </a:lnTo>
                  <a:lnTo>
                    <a:pt x="4" y="60"/>
                  </a:lnTo>
                  <a:lnTo>
                    <a:pt x="4" y="60"/>
                  </a:lnTo>
                  <a:lnTo>
                    <a:pt x="4" y="56"/>
                  </a:lnTo>
                  <a:lnTo>
                    <a:pt x="4" y="56"/>
                  </a:lnTo>
                  <a:lnTo>
                    <a:pt x="4" y="56"/>
                  </a:lnTo>
                  <a:lnTo>
                    <a:pt x="4" y="56"/>
                  </a:lnTo>
                  <a:lnTo>
                    <a:pt x="4" y="56"/>
                  </a:lnTo>
                  <a:lnTo>
                    <a:pt x="4" y="56"/>
                  </a:lnTo>
                  <a:lnTo>
                    <a:pt x="4" y="52"/>
                  </a:lnTo>
                  <a:lnTo>
                    <a:pt x="8" y="52"/>
                  </a:lnTo>
                  <a:lnTo>
                    <a:pt x="8" y="52"/>
                  </a:lnTo>
                  <a:lnTo>
                    <a:pt x="8" y="48"/>
                  </a:lnTo>
                  <a:lnTo>
                    <a:pt x="8" y="48"/>
                  </a:lnTo>
                  <a:lnTo>
                    <a:pt x="4" y="44"/>
                  </a:lnTo>
                  <a:lnTo>
                    <a:pt x="4" y="44"/>
                  </a:lnTo>
                  <a:lnTo>
                    <a:pt x="4" y="44"/>
                  </a:lnTo>
                  <a:lnTo>
                    <a:pt x="8" y="44"/>
                  </a:lnTo>
                  <a:lnTo>
                    <a:pt x="8" y="44"/>
                  </a:lnTo>
                  <a:lnTo>
                    <a:pt x="8" y="40"/>
                  </a:lnTo>
                  <a:lnTo>
                    <a:pt x="8" y="40"/>
                  </a:lnTo>
                  <a:lnTo>
                    <a:pt x="8" y="40"/>
                  </a:lnTo>
                  <a:lnTo>
                    <a:pt x="10" y="40"/>
                  </a:lnTo>
                  <a:lnTo>
                    <a:pt x="10" y="40"/>
                  </a:lnTo>
                  <a:lnTo>
                    <a:pt x="10" y="40"/>
                  </a:lnTo>
                  <a:lnTo>
                    <a:pt x="10" y="36"/>
                  </a:lnTo>
                  <a:lnTo>
                    <a:pt x="10" y="36"/>
                  </a:lnTo>
                  <a:lnTo>
                    <a:pt x="10" y="34"/>
                  </a:lnTo>
                  <a:lnTo>
                    <a:pt x="10" y="30"/>
                  </a:lnTo>
                  <a:lnTo>
                    <a:pt x="10" y="26"/>
                  </a:lnTo>
                  <a:lnTo>
                    <a:pt x="10" y="26"/>
                  </a:lnTo>
                  <a:lnTo>
                    <a:pt x="10" y="26"/>
                  </a:lnTo>
                  <a:lnTo>
                    <a:pt x="10" y="26"/>
                  </a:lnTo>
                  <a:lnTo>
                    <a:pt x="14" y="26"/>
                  </a:lnTo>
                  <a:lnTo>
                    <a:pt x="14" y="26"/>
                  </a:lnTo>
                  <a:lnTo>
                    <a:pt x="14" y="26"/>
                  </a:lnTo>
                  <a:lnTo>
                    <a:pt x="14" y="26"/>
                  </a:lnTo>
                  <a:lnTo>
                    <a:pt x="18" y="26"/>
                  </a:lnTo>
                  <a:lnTo>
                    <a:pt x="18" y="26"/>
                  </a:lnTo>
                  <a:lnTo>
                    <a:pt x="18" y="26"/>
                  </a:lnTo>
                  <a:lnTo>
                    <a:pt x="18" y="26"/>
                  </a:lnTo>
                  <a:lnTo>
                    <a:pt x="18" y="26"/>
                  </a:lnTo>
                  <a:lnTo>
                    <a:pt x="18" y="26"/>
                  </a:lnTo>
                  <a:lnTo>
                    <a:pt x="22" y="30"/>
                  </a:lnTo>
                  <a:lnTo>
                    <a:pt x="22" y="26"/>
                  </a:lnTo>
                  <a:lnTo>
                    <a:pt x="26" y="26"/>
                  </a:lnTo>
                  <a:lnTo>
                    <a:pt x="26" y="26"/>
                  </a:lnTo>
                  <a:lnTo>
                    <a:pt x="30" y="26"/>
                  </a:lnTo>
                  <a:lnTo>
                    <a:pt x="30" y="26"/>
                  </a:lnTo>
                  <a:lnTo>
                    <a:pt x="30" y="26"/>
                  </a:lnTo>
                  <a:lnTo>
                    <a:pt x="40" y="26"/>
                  </a:lnTo>
                  <a:lnTo>
                    <a:pt x="40" y="26"/>
                  </a:lnTo>
                  <a:lnTo>
                    <a:pt x="52" y="30"/>
                  </a:lnTo>
                  <a:lnTo>
                    <a:pt x="56" y="30"/>
                  </a:lnTo>
                  <a:lnTo>
                    <a:pt x="60" y="30"/>
                  </a:lnTo>
                  <a:lnTo>
                    <a:pt x="64" y="34"/>
                  </a:lnTo>
                  <a:lnTo>
                    <a:pt x="66" y="34"/>
                  </a:lnTo>
                  <a:lnTo>
                    <a:pt x="70" y="34"/>
                  </a:lnTo>
                  <a:lnTo>
                    <a:pt x="70" y="34"/>
                  </a:lnTo>
                  <a:lnTo>
                    <a:pt x="74" y="26"/>
                  </a:lnTo>
                  <a:lnTo>
                    <a:pt x="78" y="22"/>
                  </a:lnTo>
                  <a:lnTo>
                    <a:pt x="82" y="14"/>
                  </a:lnTo>
                  <a:lnTo>
                    <a:pt x="94" y="4"/>
                  </a:lnTo>
                  <a:lnTo>
                    <a:pt x="120" y="4"/>
                  </a:lnTo>
                  <a:lnTo>
                    <a:pt x="122" y="0"/>
                  </a:lnTo>
                  <a:lnTo>
                    <a:pt x="134" y="0"/>
                  </a:lnTo>
                  <a:lnTo>
                    <a:pt x="144" y="26"/>
                  </a:lnTo>
                  <a:lnTo>
                    <a:pt x="144" y="30"/>
                  </a:lnTo>
                  <a:lnTo>
                    <a:pt x="152" y="40"/>
                  </a:lnTo>
                  <a:lnTo>
                    <a:pt x="148" y="40"/>
                  </a:lnTo>
                  <a:lnTo>
                    <a:pt x="148" y="40"/>
                  </a:lnTo>
                  <a:lnTo>
                    <a:pt x="148" y="40"/>
                  </a:lnTo>
                  <a:lnTo>
                    <a:pt x="148" y="40"/>
                  </a:lnTo>
                  <a:lnTo>
                    <a:pt x="148" y="40"/>
                  </a:lnTo>
                  <a:lnTo>
                    <a:pt x="144" y="40"/>
                  </a:lnTo>
                  <a:lnTo>
                    <a:pt x="144" y="40"/>
                  </a:lnTo>
                  <a:lnTo>
                    <a:pt x="144" y="40"/>
                  </a:lnTo>
                  <a:lnTo>
                    <a:pt x="144" y="40"/>
                  </a:lnTo>
                  <a:lnTo>
                    <a:pt x="140" y="44"/>
                  </a:lnTo>
                  <a:lnTo>
                    <a:pt x="140" y="44"/>
                  </a:lnTo>
                  <a:lnTo>
                    <a:pt x="140" y="44"/>
                  </a:lnTo>
                  <a:lnTo>
                    <a:pt x="140" y="44"/>
                  </a:lnTo>
                  <a:lnTo>
                    <a:pt x="140" y="44"/>
                  </a:lnTo>
                  <a:lnTo>
                    <a:pt x="136" y="44"/>
                  </a:lnTo>
                  <a:lnTo>
                    <a:pt x="136" y="48"/>
                  </a:lnTo>
                  <a:lnTo>
                    <a:pt x="136" y="52"/>
                  </a:lnTo>
                  <a:lnTo>
                    <a:pt x="136" y="52"/>
                  </a:lnTo>
                  <a:lnTo>
                    <a:pt x="136" y="56"/>
                  </a:lnTo>
                  <a:lnTo>
                    <a:pt x="136" y="56"/>
                  </a:lnTo>
                  <a:lnTo>
                    <a:pt x="136" y="60"/>
                  </a:lnTo>
                  <a:lnTo>
                    <a:pt x="134" y="60"/>
                  </a:lnTo>
                  <a:lnTo>
                    <a:pt x="134" y="60"/>
                  </a:lnTo>
                  <a:lnTo>
                    <a:pt x="130" y="60"/>
                  </a:lnTo>
                  <a:lnTo>
                    <a:pt x="130" y="62"/>
                  </a:lnTo>
                  <a:lnTo>
                    <a:pt x="130" y="62"/>
                  </a:lnTo>
                  <a:lnTo>
                    <a:pt x="130" y="62"/>
                  </a:lnTo>
                  <a:lnTo>
                    <a:pt x="126" y="62"/>
                  </a:lnTo>
                  <a:lnTo>
                    <a:pt x="126" y="62"/>
                  </a:lnTo>
                  <a:lnTo>
                    <a:pt x="122" y="66"/>
                  </a:lnTo>
                  <a:lnTo>
                    <a:pt x="122" y="66"/>
                  </a:lnTo>
                  <a:lnTo>
                    <a:pt x="122" y="66"/>
                  </a:lnTo>
                  <a:lnTo>
                    <a:pt x="122" y="66"/>
                  </a:lnTo>
                  <a:lnTo>
                    <a:pt x="120" y="66"/>
                  </a:lnTo>
                  <a:lnTo>
                    <a:pt x="120" y="66"/>
                  </a:lnTo>
                  <a:lnTo>
                    <a:pt x="116" y="66"/>
                  </a:lnTo>
                  <a:lnTo>
                    <a:pt x="116" y="66"/>
                  </a:lnTo>
                  <a:lnTo>
                    <a:pt x="116" y="66"/>
                  </a:lnTo>
                  <a:lnTo>
                    <a:pt x="116" y="66"/>
                  </a:lnTo>
                  <a:lnTo>
                    <a:pt x="112" y="66"/>
                  </a:lnTo>
                  <a:lnTo>
                    <a:pt x="112" y="66"/>
                  </a:lnTo>
                  <a:lnTo>
                    <a:pt x="108" y="70"/>
                  </a:lnTo>
                  <a:lnTo>
                    <a:pt x="108" y="70"/>
                  </a:lnTo>
                  <a:lnTo>
                    <a:pt x="108" y="70"/>
                  </a:lnTo>
                  <a:lnTo>
                    <a:pt x="108" y="70"/>
                  </a:lnTo>
                  <a:lnTo>
                    <a:pt x="104" y="70"/>
                  </a:lnTo>
                  <a:lnTo>
                    <a:pt x="100" y="74"/>
                  </a:lnTo>
                  <a:lnTo>
                    <a:pt x="100" y="74"/>
                  </a:lnTo>
                  <a:lnTo>
                    <a:pt x="96" y="74"/>
                  </a:lnTo>
                  <a:lnTo>
                    <a:pt x="94" y="78"/>
                  </a:lnTo>
                  <a:lnTo>
                    <a:pt x="94" y="78"/>
                  </a:lnTo>
                  <a:lnTo>
                    <a:pt x="94" y="78"/>
                  </a:lnTo>
                  <a:lnTo>
                    <a:pt x="94" y="78"/>
                  </a:lnTo>
                  <a:lnTo>
                    <a:pt x="94" y="78"/>
                  </a:lnTo>
                  <a:lnTo>
                    <a:pt x="94" y="82"/>
                  </a:lnTo>
                  <a:lnTo>
                    <a:pt x="90" y="82"/>
                  </a:lnTo>
                  <a:lnTo>
                    <a:pt x="90" y="86"/>
                  </a:lnTo>
                  <a:lnTo>
                    <a:pt x="90" y="86"/>
                  </a:lnTo>
                  <a:lnTo>
                    <a:pt x="90" y="86"/>
                  </a:lnTo>
                  <a:lnTo>
                    <a:pt x="86" y="86"/>
                  </a:lnTo>
                  <a:lnTo>
                    <a:pt x="86" y="86"/>
                  </a:lnTo>
                  <a:lnTo>
                    <a:pt x="86" y="86"/>
                  </a:lnTo>
                  <a:lnTo>
                    <a:pt x="82" y="86"/>
                  </a:lnTo>
                  <a:lnTo>
                    <a:pt x="82" y="86"/>
                  </a:lnTo>
                  <a:lnTo>
                    <a:pt x="82" y="86"/>
                  </a:lnTo>
                  <a:lnTo>
                    <a:pt x="82" y="86"/>
                  </a:lnTo>
                  <a:lnTo>
                    <a:pt x="82" y="86"/>
                  </a:lnTo>
                  <a:lnTo>
                    <a:pt x="78" y="86"/>
                  </a:lnTo>
                  <a:lnTo>
                    <a:pt x="78" y="86"/>
                  </a:lnTo>
                  <a:lnTo>
                    <a:pt x="78" y="86"/>
                  </a:lnTo>
                  <a:lnTo>
                    <a:pt x="78" y="86"/>
                  </a:lnTo>
                  <a:lnTo>
                    <a:pt x="78" y="86"/>
                  </a:lnTo>
                  <a:lnTo>
                    <a:pt x="78" y="86"/>
                  </a:lnTo>
                  <a:lnTo>
                    <a:pt x="78" y="86"/>
                  </a:lnTo>
                  <a:lnTo>
                    <a:pt x="78" y="86"/>
                  </a:lnTo>
                  <a:lnTo>
                    <a:pt x="78" y="86"/>
                  </a:lnTo>
                  <a:lnTo>
                    <a:pt x="74" y="86"/>
                  </a:lnTo>
                  <a:lnTo>
                    <a:pt x="74" y="86"/>
                  </a:lnTo>
                  <a:lnTo>
                    <a:pt x="74" y="86"/>
                  </a:lnTo>
                  <a:lnTo>
                    <a:pt x="74" y="90"/>
                  </a:lnTo>
                  <a:lnTo>
                    <a:pt x="74" y="90"/>
                  </a:lnTo>
                  <a:lnTo>
                    <a:pt x="74" y="90"/>
                  </a:lnTo>
                  <a:lnTo>
                    <a:pt x="74" y="90"/>
                  </a:lnTo>
                  <a:lnTo>
                    <a:pt x="70" y="90"/>
                  </a:lnTo>
                  <a:lnTo>
                    <a:pt x="70" y="92"/>
                  </a:lnTo>
                  <a:lnTo>
                    <a:pt x="70" y="92"/>
                  </a:lnTo>
                  <a:lnTo>
                    <a:pt x="70" y="92"/>
                  </a:lnTo>
                  <a:lnTo>
                    <a:pt x="66" y="92"/>
                  </a:lnTo>
                  <a:lnTo>
                    <a:pt x="66" y="92"/>
                  </a:lnTo>
                  <a:lnTo>
                    <a:pt x="66" y="92"/>
                  </a:lnTo>
                  <a:lnTo>
                    <a:pt x="66" y="92"/>
                  </a:lnTo>
                  <a:close/>
                  <a:moveTo>
                    <a:pt x="140" y="118"/>
                  </a:moveTo>
                  <a:lnTo>
                    <a:pt x="136" y="118"/>
                  </a:lnTo>
                  <a:lnTo>
                    <a:pt x="136" y="118"/>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36" y="116"/>
                  </a:lnTo>
                  <a:lnTo>
                    <a:pt x="140" y="116"/>
                  </a:lnTo>
                  <a:lnTo>
                    <a:pt x="140" y="116"/>
                  </a:lnTo>
                  <a:lnTo>
                    <a:pt x="140" y="118"/>
                  </a:lnTo>
                  <a:lnTo>
                    <a:pt x="140" y="118"/>
                  </a:lnTo>
                  <a:lnTo>
                    <a:pt x="140" y="118"/>
                  </a:lnTo>
                  <a:lnTo>
                    <a:pt x="140" y="118"/>
                  </a:lnTo>
                  <a:lnTo>
                    <a:pt x="140" y="118"/>
                  </a:lnTo>
                  <a:close/>
                  <a:moveTo>
                    <a:pt x="4" y="62"/>
                  </a:moveTo>
                  <a:lnTo>
                    <a:pt x="4" y="62"/>
                  </a:lnTo>
                  <a:lnTo>
                    <a:pt x="4" y="62"/>
                  </a:lnTo>
                  <a:lnTo>
                    <a:pt x="0" y="62"/>
                  </a:lnTo>
                  <a:lnTo>
                    <a:pt x="4" y="62"/>
                  </a:lnTo>
                  <a:lnTo>
                    <a:pt x="4" y="60"/>
                  </a:lnTo>
                  <a:lnTo>
                    <a:pt x="4" y="60"/>
                  </a:lnTo>
                  <a:lnTo>
                    <a:pt x="4" y="60"/>
                  </a:lnTo>
                  <a:lnTo>
                    <a:pt x="4" y="60"/>
                  </a:lnTo>
                  <a:lnTo>
                    <a:pt x="4" y="62"/>
                  </a:lnTo>
                  <a:lnTo>
                    <a:pt x="4" y="62"/>
                  </a:lnTo>
                  <a:lnTo>
                    <a:pt x="4" y="62"/>
                  </a:lnTo>
                  <a:lnTo>
                    <a:pt x="4" y="62"/>
                  </a:lnTo>
                  <a:lnTo>
                    <a:pt x="4" y="62"/>
                  </a:lnTo>
                  <a:lnTo>
                    <a:pt x="4" y="62"/>
                  </a:lnTo>
                  <a:lnTo>
                    <a:pt x="4" y="62"/>
                  </a:lnTo>
                  <a:close/>
                  <a:moveTo>
                    <a:pt x="4" y="86"/>
                  </a:moveTo>
                  <a:lnTo>
                    <a:pt x="4" y="86"/>
                  </a:lnTo>
                  <a:lnTo>
                    <a:pt x="4" y="86"/>
                  </a:lnTo>
                  <a:lnTo>
                    <a:pt x="4" y="86"/>
                  </a:lnTo>
                  <a:lnTo>
                    <a:pt x="4" y="86"/>
                  </a:lnTo>
                  <a:lnTo>
                    <a:pt x="4" y="86"/>
                  </a:lnTo>
                  <a:lnTo>
                    <a:pt x="4" y="86"/>
                  </a:lnTo>
                  <a:lnTo>
                    <a:pt x="4" y="86"/>
                  </a:lnTo>
                  <a:lnTo>
                    <a:pt x="4" y="86"/>
                  </a:lnTo>
                  <a:lnTo>
                    <a:pt x="4" y="86"/>
                  </a:lnTo>
                  <a:lnTo>
                    <a:pt x="4" y="86"/>
                  </a:lnTo>
                  <a:lnTo>
                    <a:pt x="4" y="86"/>
                  </a:lnTo>
                  <a:lnTo>
                    <a:pt x="4" y="86"/>
                  </a:lnTo>
                  <a:close/>
                  <a:moveTo>
                    <a:pt x="166" y="108"/>
                  </a:moveTo>
                  <a:lnTo>
                    <a:pt x="166" y="108"/>
                  </a:lnTo>
                  <a:lnTo>
                    <a:pt x="170" y="112"/>
                  </a:lnTo>
                  <a:lnTo>
                    <a:pt x="170" y="112"/>
                  </a:lnTo>
                  <a:lnTo>
                    <a:pt x="166" y="112"/>
                  </a:lnTo>
                  <a:lnTo>
                    <a:pt x="166" y="112"/>
                  </a:lnTo>
                  <a:lnTo>
                    <a:pt x="166" y="116"/>
                  </a:lnTo>
                  <a:lnTo>
                    <a:pt x="164" y="116"/>
                  </a:lnTo>
                  <a:lnTo>
                    <a:pt x="164" y="116"/>
                  </a:lnTo>
                  <a:lnTo>
                    <a:pt x="164" y="116"/>
                  </a:lnTo>
                  <a:lnTo>
                    <a:pt x="160" y="116"/>
                  </a:lnTo>
                  <a:lnTo>
                    <a:pt x="160" y="116"/>
                  </a:lnTo>
                  <a:lnTo>
                    <a:pt x="160" y="116"/>
                  </a:lnTo>
                  <a:lnTo>
                    <a:pt x="156" y="116"/>
                  </a:lnTo>
                  <a:lnTo>
                    <a:pt x="156" y="116"/>
                  </a:lnTo>
                  <a:lnTo>
                    <a:pt x="156" y="112"/>
                  </a:lnTo>
                  <a:lnTo>
                    <a:pt x="152" y="112"/>
                  </a:lnTo>
                  <a:lnTo>
                    <a:pt x="156" y="112"/>
                  </a:lnTo>
                  <a:lnTo>
                    <a:pt x="156" y="112"/>
                  </a:lnTo>
                  <a:lnTo>
                    <a:pt x="156" y="112"/>
                  </a:lnTo>
                  <a:lnTo>
                    <a:pt x="156" y="108"/>
                  </a:lnTo>
                  <a:lnTo>
                    <a:pt x="156" y="108"/>
                  </a:lnTo>
                  <a:lnTo>
                    <a:pt x="156" y="108"/>
                  </a:lnTo>
                  <a:lnTo>
                    <a:pt x="160" y="108"/>
                  </a:lnTo>
                  <a:lnTo>
                    <a:pt x="160" y="108"/>
                  </a:lnTo>
                  <a:lnTo>
                    <a:pt x="160" y="108"/>
                  </a:lnTo>
                  <a:lnTo>
                    <a:pt x="160" y="112"/>
                  </a:lnTo>
                  <a:lnTo>
                    <a:pt x="164" y="108"/>
                  </a:lnTo>
                  <a:lnTo>
                    <a:pt x="164" y="108"/>
                  </a:lnTo>
                  <a:lnTo>
                    <a:pt x="164" y="108"/>
                  </a:lnTo>
                  <a:lnTo>
                    <a:pt x="164" y="108"/>
                  </a:lnTo>
                  <a:lnTo>
                    <a:pt x="164" y="108"/>
                  </a:lnTo>
                  <a:lnTo>
                    <a:pt x="166" y="108"/>
                  </a:lnTo>
                  <a:lnTo>
                    <a:pt x="166" y="108"/>
                  </a:lnTo>
                  <a:lnTo>
                    <a:pt x="166" y="108"/>
                  </a:lnTo>
                  <a:lnTo>
                    <a:pt x="166" y="10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1" name="Freeform 73"/>
            <p:cNvSpPr>
              <a:spLocks noChangeAspect="1" noEditPoints="1"/>
            </p:cNvSpPr>
            <p:nvPr/>
          </p:nvSpPr>
          <p:spPr bwMode="gray">
            <a:xfrm>
              <a:off x="3005025" y="1475998"/>
              <a:ext cx="1495767" cy="1088777"/>
            </a:xfrm>
            <a:custGeom>
              <a:avLst/>
              <a:gdLst>
                <a:gd name="T0" fmla="*/ 472 w 860"/>
                <a:gd name="T1" fmla="*/ 18 h 626"/>
                <a:gd name="T2" fmla="*/ 342 w 860"/>
                <a:gd name="T3" fmla="*/ 34 h 626"/>
                <a:gd name="T4" fmla="*/ 738 w 860"/>
                <a:gd name="T5" fmla="*/ 60 h 626"/>
                <a:gd name="T6" fmla="*/ 764 w 860"/>
                <a:gd name="T7" fmla="*/ 160 h 626"/>
                <a:gd name="T8" fmla="*/ 734 w 860"/>
                <a:gd name="T9" fmla="*/ 204 h 626"/>
                <a:gd name="T10" fmla="*/ 742 w 860"/>
                <a:gd name="T11" fmla="*/ 256 h 626"/>
                <a:gd name="T12" fmla="*/ 234 w 860"/>
                <a:gd name="T13" fmla="*/ 284 h 626"/>
                <a:gd name="T14" fmla="*/ 246 w 860"/>
                <a:gd name="T15" fmla="*/ 294 h 626"/>
                <a:gd name="T16" fmla="*/ 252 w 860"/>
                <a:gd name="T17" fmla="*/ 314 h 626"/>
                <a:gd name="T18" fmla="*/ 506 w 860"/>
                <a:gd name="T19" fmla="*/ 484 h 626"/>
                <a:gd name="T20" fmla="*/ 332 w 860"/>
                <a:gd name="T21" fmla="*/ 578 h 626"/>
                <a:gd name="T22" fmla="*/ 418 w 860"/>
                <a:gd name="T23" fmla="*/ 622 h 626"/>
                <a:gd name="T24" fmla="*/ 308 w 860"/>
                <a:gd name="T25" fmla="*/ 398 h 626"/>
                <a:gd name="T26" fmla="*/ 312 w 860"/>
                <a:gd name="T27" fmla="*/ 366 h 626"/>
                <a:gd name="T28" fmla="*/ 268 w 860"/>
                <a:gd name="T29" fmla="*/ 320 h 626"/>
                <a:gd name="T30" fmla="*/ 256 w 860"/>
                <a:gd name="T31" fmla="*/ 306 h 626"/>
                <a:gd name="T32" fmla="*/ 200 w 860"/>
                <a:gd name="T33" fmla="*/ 238 h 626"/>
                <a:gd name="T34" fmla="*/ 86 w 860"/>
                <a:gd name="T35" fmla="*/ 216 h 626"/>
                <a:gd name="T36" fmla="*/ 86 w 860"/>
                <a:gd name="T37" fmla="*/ 190 h 626"/>
                <a:gd name="T38" fmla="*/ 30 w 860"/>
                <a:gd name="T39" fmla="*/ 172 h 626"/>
                <a:gd name="T40" fmla="*/ 122 w 860"/>
                <a:gd name="T41" fmla="*/ 104 h 626"/>
                <a:gd name="T42" fmla="*/ 178 w 860"/>
                <a:gd name="T43" fmla="*/ 52 h 626"/>
                <a:gd name="T44" fmla="*/ 276 w 860"/>
                <a:gd name="T45" fmla="*/ 60 h 626"/>
                <a:gd name="T46" fmla="*/ 406 w 860"/>
                <a:gd name="T47" fmla="*/ 56 h 626"/>
                <a:gd name="T48" fmla="*/ 464 w 860"/>
                <a:gd name="T49" fmla="*/ 26 h 626"/>
                <a:gd name="T50" fmla="*/ 418 w 860"/>
                <a:gd name="T51" fmla="*/ 12 h 626"/>
                <a:gd name="T52" fmla="*/ 524 w 860"/>
                <a:gd name="T53" fmla="*/ 4 h 626"/>
                <a:gd name="T54" fmla="*/ 584 w 860"/>
                <a:gd name="T55" fmla="*/ 18 h 626"/>
                <a:gd name="T56" fmla="*/ 678 w 860"/>
                <a:gd name="T57" fmla="*/ 16 h 626"/>
                <a:gd name="T58" fmla="*/ 606 w 860"/>
                <a:gd name="T59" fmla="*/ 44 h 626"/>
                <a:gd name="T60" fmla="*/ 692 w 860"/>
                <a:gd name="T61" fmla="*/ 48 h 626"/>
                <a:gd name="T62" fmla="*/ 786 w 860"/>
                <a:gd name="T63" fmla="*/ 52 h 626"/>
                <a:gd name="T64" fmla="*/ 748 w 860"/>
                <a:gd name="T65" fmla="*/ 90 h 626"/>
                <a:gd name="T66" fmla="*/ 756 w 860"/>
                <a:gd name="T67" fmla="*/ 124 h 626"/>
                <a:gd name="T68" fmla="*/ 744 w 860"/>
                <a:gd name="T69" fmla="*/ 178 h 626"/>
                <a:gd name="T70" fmla="*/ 726 w 860"/>
                <a:gd name="T71" fmla="*/ 208 h 626"/>
                <a:gd name="T72" fmla="*/ 734 w 860"/>
                <a:gd name="T73" fmla="*/ 238 h 626"/>
                <a:gd name="T74" fmla="*/ 738 w 860"/>
                <a:gd name="T75" fmla="*/ 280 h 626"/>
                <a:gd name="T76" fmla="*/ 660 w 860"/>
                <a:gd name="T77" fmla="*/ 294 h 626"/>
                <a:gd name="T78" fmla="*/ 704 w 860"/>
                <a:gd name="T79" fmla="*/ 328 h 626"/>
                <a:gd name="T80" fmla="*/ 688 w 860"/>
                <a:gd name="T81" fmla="*/ 358 h 626"/>
                <a:gd name="T82" fmla="*/ 632 w 860"/>
                <a:gd name="T83" fmla="*/ 358 h 626"/>
                <a:gd name="T84" fmla="*/ 704 w 860"/>
                <a:gd name="T85" fmla="*/ 388 h 626"/>
                <a:gd name="T86" fmla="*/ 580 w 860"/>
                <a:gd name="T87" fmla="*/ 426 h 626"/>
                <a:gd name="T88" fmla="*/ 502 w 860"/>
                <a:gd name="T89" fmla="*/ 484 h 626"/>
                <a:gd name="T90" fmla="*/ 458 w 860"/>
                <a:gd name="T91" fmla="*/ 530 h 626"/>
                <a:gd name="T92" fmla="*/ 436 w 860"/>
                <a:gd name="T93" fmla="*/ 578 h 626"/>
                <a:gd name="T94" fmla="*/ 420 w 860"/>
                <a:gd name="T95" fmla="*/ 618 h 626"/>
                <a:gd name="T96" fmla="*/ 388 w 860"/>
                <a:gd name="T97" fmla="*/ 596 h 626"/>
                <a:gd name="T98" fmla="*/ 332 w 860"/>
                <a:gd name="T99" fmla="*/ 578 h 626"/>
                <a:gd name="T100" fmla="*/ 306 w 860"/>
                <a:gd name="T101" fmla="*/ 534 h 626"/>
                <a:gd name="T102" fmla="*/ 302 w 860"/>
                <a:gd name="T103" fmla="*/ 518 h 626"/>
                <a:gd name="T104" fmla="*/ 286 w 860"/>
                <a:gd name="T105" fmla="*/ 482 h 626"/>
                <a:gd name="T106" fmla="*/ 278 w 860"/>
                <a:gd name="T107" fmla="*/ 462 h 626"/>
                <a:gd name="T108" fmla="*/ 290 w 860"/>
                <a:gd name="T109" fmla="*/ 436 h 626"/>
                <a:gd name="T110" fmla="*/ 278 w 860"/>
                <a:gd name="T111" fmla="*/ 432 h 626"/>
                <a:gd name="T112" fmla="*/ 306 w 860"/>
                <a:gd name="T113" fmla="*/ 418 h 626"/>
                <a:gd name="T114" fmla="*/ 768 w 860"/>
                <a:gd name="T115" fmla="*/ 216 h 626"/>
                <a:gd name="T116" fmla="*/ 712 w 860"/>
                <a:gd name="T117" fmla="*/ 310 h 626"/>
                <a:gd name="T118" fmla="*/ 648 w 860"/>
                <a:gd name="T119" fmla="*/ 358 h 626"/>
                <a:gd name="T120" fmla="*/ 264 w 860"/>
                <a:gd name="T121" fmla="*/ 380 h 626"/>
                <a:gd name="T122" fmla="*/ 610 w 860"/>
                <a:gd name="T123" fmla="*/ 426 h 626"/>
                <a:gd name="T124" fmla="*/ 462 w 860"/>
                <a:gd name="T125" fmla="*/ 518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860" h="626">
                  <a:moveTo>
                    <a:pt x="472" y="8"/>
                  </a:moveTo>
                  <a:lnTo>
                    <a:pt x="476" y="8"/>
                  </a:lnTo>
                  <a:lnTo>
                    <a:pt x="480" y="8"/>
                  </a:lnTo>
                  <a:lnTo>
                    <a:pt x="480" y="12"/>
                  </a:lnTo>
                  <a:lnTo>
                    <a:pt x="476" y="12"/>
                  </a:lnTo>
                  <a:lnTo>
                    <a:pt x="472" y="8"/>
                  </a:lnTo>
                  <a:lnTo>
                    <a:pt x="472" y="8"/>
                  </a:lnTo>
                  <a:lnTo>
                    <a:pt x="472" y="8"/>
                  </a:lnTo>
                  <a:close/>
                  <a:moveTo>
                    <a:pt x="480" y="16"/>
                  </a:moveTo>
                  <a:lnTo>
                    <a:pt x="476" y="16"/>
                  </a:lnTo>
                  <a:lnTo>
                    <a:pt x="472" y="16"/>
                  </a:lnTo>
                  <a:lnTo>
                    <a:pt x="468" y="16"/>
                  </a:lnTo>
                  <a:lnTo>
                    <a:pt x="468" y="12"/>
                  </a:lnTo>
                  <a:lnTo>
                    <a:pt x="464" y="12"/>
                  </a:lnTo>
                  <a:lnTo>
                    <a:pt x="462" y="12"/>
                  </a:lnTo>
                  <a:lnTo>
                    <a:pt x="458" y="12"/>
                  </a:lnTo>
                  <a:lnTo>
                    <a:pt x="458" y="8"/>
                  </a:lnTo>
                  <a:lnTo>
                    <a:pt x="462" y="8"/>
                  </a:lnTo>
                  <a:lnTo>
                    <a:pt x="464" y="12"/>
                  </a:lnTo>
                  <a:lnTo>
                    <a:pt x="468" y="12"/>
                  </a:lnTo>
                  <a:lnTo>
                    <a:pt x="472" y="12"/>
                  </a:lnTo>
                  <a:lnTo>
                    <a:pt x="476" y="12"/>
                  </a:lnTo>
                  <a:lnTo>
                    <a:pt x="476" y="16"/>
                  </a:lnTo>
                  <a:lnTo>
                    <a:pt x="480" y="16"/>
                  </a:lnTo>
                  <a:lnTo>
                    <a:pt x="484" y="16"/>
                  </a:lnTo>
                  <a:lnTo>
                    <a:pt x="480" y="16"/>
                  </a:lnTo>
                  <a:lnTo>
                    <a:pt x="480" y="16"/>
                  </a:lnTo>
                  <a:lnTo>
                    <a:pt x="480" y="16"/>
                  </a:lnTo>
                  <a:close/>
                  <a:moveTo>
                    <a:pt x="446" y="12"/>
                  </a:moveTo>
                  <a:lnTo>
                    <a:pt x="442" y="12"/>
                  </a:lnTo>
                  <a:lnTo>
                    <a:pt x="446" y="8"/>
                  </a:lnTo>
                  <a:lnTo>
                    <a:pt x="450" y="12"/>
                  </a:lnTo>
                  <a:lnTo>
                    <a:pt x="446" y="12"/>
                  </a:lnTo>
                  <a:lnTo>
                    <a:pt x="446" y="12"/>
                  </a:lnTo>
                  <a:lnTo>
                    <a:pt x="446" y="12"/>
                  </a:lnTo>
                  <a:close/>
                  <a:moveTo>
                    <a:pt x="432" y="12"/>
                  </a:moveTo>
                  <a:lnTo>
                    <a:pt x="436" y="12"/>
                  </a:lnTo>
                  <a:lnTo>
                    <a:pt x="440" y="12"/>
                  </a:lnTo>
                  <a:lnTo>
                    <a:pt x="436" y="12"/>
                  </a:lnTo>
                  <a:lnTo>
                    <a:pt x="432" y="12"/>
                  </a:lnTo>
                  <a:lnTo>
                    <a:pt x="432" y="12"/>
                  </a:lnTo>
                  <a:lnTo>
                    <a:pt x="432" y="12"/>
                  </a:lnTo>
                  <a:close/>
                  <a:moveTo>
                    <a:pt x="442" y="12"/>
                  </a:moveTo>
                  <a:lnTo>
                    <a:pt x="446" y="12"/>
                  </a:lnTo>
                  <a:lnTo>
                    <a:pt x="450" y="12"/>
                  </a:lnTo>
                  <a:lnTo>
                    <a:pt x="446" y="12"/>
                  </a:lnTo>
                  <a:lnTo>
                    <a:pt x="442" y="12"/>
                  </a:lnTo>
                  <a:lnTo>
                    <a:pt x="442" y="12"/>
                  </a:lnTo>
                  <a:lnTo>
                    <a:pt x="442" y="12"/>
                  </a:lnTo>
                  <a:close/>
                  <a:moveTo>
                    <a:pt x="488" y="16"/>
                  </a:moveTo>
                  <a:lnTo>
                    <a:pt x="484" y="16"/>
                  </a:lnTo>
                  <a:lnTo>
                    <a:pt x="488" y="16"/>
                  </a:lnTo>
                  <a:lnTo>
                    <a:pt x="490" y="16"/>
                  </a:lnTo>
                  <a:lnTo>
                    <a:pt x="494" y="16"/>
                  </a:lnTo>
                  <a:lnTo>
                    <a:pt x="490" y="16"/>
                  </a:lnTo>
                  <a:lnTo>
                    <a:pt x="488" y="16"/>
                  </a:lnTo>
                  <a:lnTo>
                    <a:pt x="488" y="16"/>
                  </a:lnTo>
                  <a:lnTo>
                    <a:pt x="488" y="16"/>
                  </a:lnTo>
                  <a:close/>
                  <a:moveTo>
                    <a:pt x="468" y="18"/>
                  </a:moveTo>
                  <a:lnTo>
                    <a:pt x="464" y="18"/>
                  </a:lnTo>
                  <a:lnTo>
                    <a:pt x="462" y="18"/>
                  </a:lnTo>
                  <a:lnTo>
                    <a:pt x="458" y="18"/>
                  </a:lnTo>
                  <a:lnTo>
                    <a:pt x="454" y="18"/>
                  </a:lnTo>
                  <a:lnTo>
                    <a:pt x="450" y="16"/>
                  </a:lnTo>
                  <a:lnTo>
                    <a:pt x="446" y="16"/>
                  </a:lnTo>
                  <a:lnTo>
                    <a:pt x="450" y="16"/>
                  </a:lnTo>
                  <a:lnTo>
                    <a:pt x="454" y="16"/>
                  </a:lnTo>
                  <a:lnTo>
                    <a:pt x="458" y="16"/>
                  </a:lnTo>
                  <a:lnTo>
                    <a:pt x="462" y="18"/>
                  </a:lnTo>
                  <a:lnTo>
                    <a:pt x="464" y="18"/>
                  </a:lnTo>
                  <a:lnTo>
                    <a:pt x="468" y="18"/>
                  </a:lnTo>
                  <a:lnTo>
                    <a:pt x="468" y="18"/>
                  </a:lnTo>
                  <a:lnTo>
                    <a:pt x="468" y="18"/>
                  </a:lnTo>
                  <a:close/>
                  <a:moveTo>
                    <a:pt x="472" y="18"/>
                  </a:moveTo>
                  <a:lnTo>
                    <a:pt x="468" y="18"/>
                  </a:lnTo>
                  <a:lnTo>
                    <a:pt x="464" y="18"/>
                  </a:lnTo>
                  <a:lnTo>
                    <a:pt x="464" y="16"/>
                  </a:lnTo>
                  <a:lnTo>
                    <a:pt x="462" y="16"/>
                  </a:lnTo>
                  <a:lnTo>
                    <a:pt x="458" y="16"/>
                  </a:lnTo>
                  <a:lnTo>
                    <a:pt x="462" y="16"/>
                  </a:lnTo>
                  <a:lnTo>
                    <a:pt x="464" y="16"/>
                  </a:lnTo>
                  <a:lnTo>
                    <a:pt x="468" y="16"/>
                  </a:lnTo>
                  <a:lnTo>
                    <a:pt x="472" y="16"/>
                  </a:lnTo>
                  <a:lnTo>
                    <a:pt x="476" y="16"/>
                  </a:lnTo>
                  <a:lnTo>
                    <a:pt x="476" y="18"/>
                  </a:lnTo>
                  <a:lnTo>
                    <a:pt x="472" y="18"/>
                  </a:lnTo>
                  <a:lnTo>
                    <a:pt x="472" y="18"/>
                  </a:lnTo>
                  <a:lnTo>
                    <a:pt x="472" y="18"/>
                  </a:lnTo>
                  <a:close/>
                  <a:moveTo>
                    <a:pt x="368" y="22"/>
                  </a:moveTo>
                  <a:lnTo>
                    <a:pt x="364" y="22"/>
                  </a:lnTo>
                  <a:lnTo>
                    <a:pt x="368" y="22"/>
                  </a:lnTo>
                  <a:lnTo>
                    <a:pt x="372" y="22"/>
                  </a:lnTo>
                  <a:lnTo>
                    <a:pt x="376" y="22"/>
                  </a:lnTo>
                  <a:lnTo>
                    <a:pt x="372" y="22"/>
                  </a:lnTo>
                  <a:lnTo>
                    <a:pt x="368" y="22"/>
                  </a:lnTo>
                  <a:lnTo>
                    <a:pt x="368" y="22"/>
                  </a:lnTo>
                  <a:lnTo>
                    <a:pt x="368" y="22"/>
                  </a:lnTo>
                  <a:close/>
                  <a:moveTo>
                    <a:pt x="350" y="26"/>
                  </a:moveTo>
                  <a:lnTo>
                    <a:pt x="346" y="26"/>
                  </a:lnTo>
                  <a:lnTo>
                    <a:pt x="346" y="22"/>
                  </a:lnTo>
                  <a:lnTo>
                    <a:pt x="350" y="22"/>
                  </a:lnTo>
                  <a:lnTo>
                    <a:pt x="354" y="22"/>
                  </a:lnTo>
                  <a:lnTo>
                    <a:pt x="358" y="22"/>
                  </a:lnTo>
                  <a:lnTo>
                    <a:pt x="362" y="22"/>
                  </a:lnTo>
                  <a:lnTo>
                    <a:pt x="362" y="26"/>
                  </a:lnTo>
                  <a:lnTo>
                    <a:pt x="358" y="26"/>
                  </a:lnTo>
                  <a:lnTo>
                    <a:pt x="354" y="26"/>
                  </a:lnTo>
                  <a:lnTo>
                    <a:pt x="350" y="26"/>
                  </a:lnTo>
                  <a:lnTo>
                    <a:pt x="350" y="26"/>
                  </a:lnTo>
                  <a:lnTo>
                    <a:pt x="350" y="26"/>
                  </a:lnTo>
                  <a:close/>
                  <a:moveTo>
                    <a:pt x="394" y="48"/>
                  </a:moveTo>
                  <a:lnTo>
                    <a:pt x="392" y="44"/>
                  </a:lnTo>
                  <a:lnTo>
                    <a:pt x="388" y="44"/>
                  </a:lnTo>
                  <a:lnTo>
                    <a:pt x="388" y="42"/>
                  </a:lnTo>
                  <a:lnTo>
                    <a:pt x="384" y="42"/>
                  </a:lnTo>
                  <a:lnTo>
                    <a:pt x="380" y="42"/>
                  </a:lnTo>
                  <a:lnTo>
                    <a:pt x="376" y="42"/>
                  </a:lnTo>
                  <a:lnTo>
                    <a:pt x="372" y="42"/>
                  </a:lnTo>
                  <a:lnTo>
                    <a:pt x="368" y="38"/>
                  </a:lnTo>
                  <a:lnTo>
                    <a:pt x="364" y="38"/>
                  </a:lnTo>
                  <a:lnTo>
                    <a:pt x="364" y="34"/>
                  </a:lnTo>
                  <a:lnTo>
                    <a:pt x="362" y="34"/>
                  </a:lnTo>
                  <a:lnTo>
                    <a:pt x="362" y="30"/>
                  </a:lnTo>
                  <a:lnTo>
                    <a:pt x="358" y="30"/>
                  </a:lnTo>
                  <a:lnTo>
                    <a:pt x="362" y="30"/>
                  </a:lnTo>
                  <a:lnTo>
                    <a:pt x="364" y="30"/>
                  </a:lnTo>
                  <a:lnTo>
                    <a:pt x="368" y="30"/>
                  </a:lnTo>
                  <a:lnTo>
                    <a:pt x="372" y="30"/>
                  </a:lnTo>
                  <a:lnTo>
                    <a:pt x="376" y="30"/>
                  </a:lnTo>
                  <a:lnTo>
                    <a:pt x="380" y="30"/>
                  </a:lnTo>
                  <a:lnTo>
                    <a:pt x="384" y="30"/>
                  </a:lnTo>
                  <a:lnTo>
                    <a:pt x="392" y="34"/>
                  </a:lnTo>
                  <a:lnTo>
                    <a:pt x="394" y="34"/>
                  </a:lnTo>
                  <a:lnTo>
                    <a:pt x="398" y="34"/>
                  </a:lnTo>
                  <a:lnTo>
                    <a:pt x="398" y="38"/>
                  </a:lnTo>
                  <a:lnTo>
                    <a:pt x="402" y="38"/>
                  </a:lnTo>
                  <a:lnTo>
                    <a:pt x="402" y="42"/>
                  </a:lnTo>
                  <a:lnTo>
                    <a:pt x="398" y="42"/>
                  </a:lnTo>
                  <a:lnTo>
                    <a:pt x="394" y="42"/>
                  </a:lnTo>
                  <a:lnTo>
                    <a:pt x="394" y="44"/>
                  </a:lnTo>
                  <a:lnTo>
                    <a:pt x="398" y="44"/>
                  </a:lnTo>
                  <a:lnTo>
                    <a:pt x="398" y="48"/>
                  </a:lnTo>
                  <a:lnTo>
                    <a:pt x="394" y="48"/>
                  </a:lnTo>
                  <a:lnTo>
                    <a:pt x="394" y="48"/>
                  </a:lnTo>
                  <a:lnTo>
                    <a:pt x="394" y="48"/>
                  </a:lnTo>
                  <a:close/>
                  <a:moveTo>
                    <a:pt x="350" y="38"/>
                  </a:moveTo>
                  <a:lnTo>
                    <a:pt x="346" y="34"/>
                  </a:lnTo>
                  <a:lnTo>
                    <a:pt x="342" y="34"/>
                  </a:lnTo>
                  <a:lnTo>
                    <a:pt x="346" y="34"/>
                  </a:lnTo>
                  <a:lnTo>
                    <a:pt x="350" y="34"/>
                  </a:lnTo>
                  <a:lnTo>
                    <a:pt x="354" y="34"/>
                  </a:lnTo>
                  <a:lnTo>
                    <a:pt x="350" y="38"/>
                  </a:lnTo>
                  <a:lnTo>
                    <a:pt x="350" y="38"/>
                  </a:lnTo>
                  <a:lnTo>
                    <a:pt x="350" y="38"/>
                  </a:lnTo>
                  <a:close/>
                  <a:moveTo>
                    <a:pt x="308" y="48"/>
                  </a:moveTo>
                  <a:lnTo>
                    <a:pt x="306" y="48"/>
                  </a:lnTo>
                  <a:lnTo>
                    <a:pt x="302" y="48"/>
                  </a:lnTo>
                  <a:lnTo>
                    <a:pt x="298" y="48"/>
                  </a:lnTo>
                  <a:lnTo>
                    <a:pt x="294" y="48"/>
                  </a:lnTo>
                  <a:lnTo>
                    <a:pt x="290" y="48"/>
                  </a:lnTo>
                  <a:lnTo>
                    <a:pt x="286" y="48"/>
                  </a:lnTo>
                  <a:lnTo>
                    <a:pt x="282" y="48"/>
                  </a:lnTo>
                  <a:lnTo>
                    <a:pt x="282" y="44"/>
                  </a:lnTo>
                  <a:lnTo>
                    <a:pt x="278" y="44"/>
                  </a:lnTo>
                  <a:lnTo>
                    <a:pt x="278" y="42"/>
                  </a:lnTo>
                  <a:lnTo>
                    <a:pt x="282" y="42"/>
                  </a:lnTo>
                  <a:lnTo>
                    <a:pt x="286" y="42"/>
                  </a:lnTo>
                  <a:lnTo>
                    <a:pt x="290" y="42"/>
                  </a:lnTo>
                  <a:lnTo>
                    <a:pt x="286" y="42"/>
                  </a:lnTo>
                  <a:lnTo>
                    <a:pt x="290" y="42"/>
                  </a:lnTo>
                  <a:lnTo>
                    <a:pt x="290" y="44"/>
                  </a:lnTo>
                  <a:lnTo>
                    <a:pt x="294" y="44"/>
                  </a:lnTo>
                  <a:lnTo>
                    <a:pt x="298" y="44"/>
                  </a:lnTo>
                  <a:lnTo>
                    <a:pt x="306" y="48"/>
                  </a:lnTo>
                  <a:lnTo>
                    <a:pt x="308" y="48"/>
                  </a:lnTo>
                  <a:lnTo>
                    <a:pt x="308" y="48"/>
                  </a:lnTo>
                  <a:lnTo>
                    <a:pt x="308" y="48"/>
                  </a:lnTo>
                  <a:close/>
                  <a:moveTo>
                    <a:pt x="294" y="42"/>
                  </a:moveTo>
                  <a:lnTo>
                    <a:pt x="298" y="42"/>
                  </a:lnTo>
                  <a:lnTo>
                    <a:pt x="298" y="44"/>
                  </a:lnTo>
                  <a:lnTo>
                    <a:pt x="294" y="44"/>
                  </a:lnTo>
                  <a:lnTo>
                    <a:pt x="294" y="42"/>
                  </a:lnTo>
                  <a:lnTo>
                    <a:pt x="294" y="42"/>
                  </a:lnTo>
                  <a:lnTo>
                    <a:pt x="294" y="42"/>
                  </a:lnTo>
                  <a:close/>
                  <a:moveTo>
                    <a:pt x="764" y="48"/>
                  </a:moveTo>
                  <a:lnTo>
                    <a:pt x="760" y="44"/>
                  </a:lnTo>
                  <a:lnTo>
                    <a:pt x="756" y="44"/>
                  </a:lnTo>
                  <a:lnTo>
                    <a:pt x="756" y="42"/>
                  </a:lnTo>
                  <a:lnTo>
                    <a:pt x="760" y="42"/>
                  </a:lnTo>
                  <a:lnTo>
                    <a:pt x="760" y="44"/>
                  </a:lnTo>
                  <a:lnTo>
                    <a:pt x="764" y="48"/>
                  </a:lnTo>
                  <a:lnTo>
                    <a:pt x="768" y="48"/>
                  </a:lnTo>
                  <a:lnTo>
                    <a:pt x="764" y="48"/>
                  </a:lnTo>
                  <a:lnTo>
                    <a:pt x="764" y="48"/>
                  </a:lnTo>
                  <a:lnTo>
                    <a:pt x="764" y="48"/>
                  </a:lnTo>
                  <a:close/>
                  <a:moveTo>
                    <a:pt x="744" y="52"/>
                  </a:moveTo>
                  <a:lnTo>
                    <a:pt x="742" y="48"/>
                  </a:lnTo>
                  <a:lnTo>
                    <a:pt x="738" y="48"/>
                  </a:lnTo>
                  <a:lnTo>
                    <a:pt x="738" y="44"/>
                  </a:lnTo>
                  <a:lnTo>
                    <a:pt x="742" y="44"/>
                  </a:lnTo>
                  <a:lnTo>
                    <a:pt x="744" y="44"/>
                  </a:lnTo>
                  <a:lnTo>
                    <a:pt x="744" y="48"/>
                  </a:lnTo>
                  <a:lnTo>
                    <a:pt x="748" y="48"/>
                  </a:lnTo>
                  <a:lnTo>
                    <a:pt x="752" y="48"/>
                  </a:lnTo>
                  <a:lnTo>
                    <a:pt x="752" y="52"/>
                  </a:lnTo>
                  <a:lnTo>
                    <a:pt x="748" y="52"/>
                  </a:lnTo>
                  <a:lnTo>
                    <a:pt x="744" y="52"/>
                  </a:lnTo>
                  <a:lnTo>
                    <a:pt x="744" y="52"/>
                  </a:lnTo>
                  <a:lnTo>
                    <a:pt x="744" y="52"/>
                  </a:lnTo>
                  <a:close/>
                  <a:moveTo>
                    <a:pt x="768" y="60"/>
                  </a:moveTo>
                  <a:lnTo>
                    <a:pt x="764" y="60"/>
                  </a:lnTo>
                  <a:lnTo>
                    <a:pt x="760" y="56"/>
                  </a:lnTo>
                  <a:lnTo>
                    <a:pt x="764" y="56"/>
                  </a:lnTo>
                  <a:lnTo>
                    <a:pt x="768" y="56"/>
                  </a:lnTo>
                  <a:lnTo>
                    <a:pt x="770" y="56"/>
                  </a:lnTo>
                  <a:lnTo>
                    <a:pt x="770" y="60"/>
                  </a:lnTo>
                  <a:lnTo>
                    <a:pt x="774" y="60"/>
                  </a:lnTo>
                  <a:lnTo>
                    <a:pt x="770" y="60"/>
                  </a:lnTo>
                  <a:lnTo>
                    <a:pt x="768" y="60"/>
                  </a:lnTo>
                  <a:lnTo>
                    <a:pt x="768" y="60"/>
                  </a:lnTo>
                  <a:lnTo>
                    <a:pt x="768" y="60"/>
                  </a:lnTo>
                  <a:close/>
                  <a:moveTo>
                    <a:pt x="738" y="60"/>
                  </a:moveTo>
                  <a:lnTo>
                    <a:pt x="734" y="56"/>
                  </a:lnTo>
                  <a:lnTo>
                    <a:pt x="738" y="56"/>
                  </a:lnTo>
                  <a:lnTo>
                    <a:pt x="742" y="60"/>
                  </a:lnTo>
                  <a:lnTo>
                    <a:pt x="744" y="60"/>
                  </a:lnTo>
                  <a:lnTo>
                    <a:pt x="742" y="60"/>
                  </a:lnTo>
                  <a:lnTo>
                    <a:pt x="738" y="60"/>
                  </a:lnTo>
                  <a:lnTo>
                    <a:pt x="738" y="60"/>
                  </a:lnTo>
                  <a:lnTo>
                    <a:pt x="738" y="60"/>
                  </a:lnTo>
                  <a:close/>
                  <a:moveTo>
                    <a:pt x="86" y="90"/>
                  </a:moveTo>
                  <a:lnTo>
                    <a:pt x="90" y="90"/>
                  </a:lnTo>
                  <a:lnTo>
                    <a:pt x="94" y="90"/>
                  </a:lnTo>
                  <a:lnTo>
                    <a:pt x="90" y="90"/>
                  </a:lnTo>
                  <a:lnTo>
                    <a:pt x="86" y="90"/>
                  </a:lnTo>
                  <a:lnTo>
                    <a:pt x="86" y="90"/>
                  </a:lnTo>
                  <a:lnTo>
                    <a:pt x="86" y="90"/>
                  </a:lnTo>
                  <a:close/>
                  <a:moveTo>
                    <a:pt x="760" y="130"/>
                  </a:moveTo>
                  <a:lnTo>
                    <a:pt x="760" y="134"/>
                  </a:lnTo>
                  <a:lnTo>
                    <a:pt x="756" y="134"/>
                  </a:lnTo>
                  <a:lnTo>
                    <a:pt x="756" y="130"/>
                  </a:lnTo>
                  <a:lnTo>
                    <a:pt x="760" y="130"/>
                  </a:lnTo>
                  <a:lnTo>
                    <a:pt x="760" y="130"/>
                  </a:lnTo>
                  <a:lnTo>
                    <a:pt x="760" y="130"/>
                  </a:lnTo>
                  <a:close/>
                  <a:moveTo>
                    <a:pt x="782" y="130"/>
                  </a:moveTo>
                  <a:lnTo>
                    <a:pt x="782" y="134"/>
                  </a:lnTo>
                  <a:lnTo>
                    <a:pt x="778" y="134"/>
                  </a:lnTo>
                  <a:lnTo>
                    <a:pt x="778" y="138"/>
                  </a:lnTo>
                  <a:lnTo>
                    <a:pt x="774" y="138"/>
                  </a:lnTo>
                  <a:lnTo>
                    <a:pt x="774" y="134"/>
                  </a:lnTo>
                  <a:lnTo>
                    <a:pt x="778" y="130"/>
                  </a:lnTo>
                  <a:lnTo>
                    <a:pt x="782" y="130"/>
                  </a:lnTo>
                  <a:lnTo>
                    <a:pt x="782" y="130"/>
                  </a:lnTo>
                  <a:lnTo>
                    <a:pt x="782" y="130"/>
                  </a:lnTo>
                  <a:close/>
                  <a:moveTo>
                    <a:pt x="774" y="146"/>
                  </a:moveTo>
                  <a:lnTo>
                    <a:pt x="770" y="142"/>
                  </a:lnTo>
                  <a:lnTo>
                    <a:pt x="774" y="142"/>
                  </a:lnTo>
                  <a:lnTo>
                    <a:pt x="774" y="146"/>
                  </a:lnTo>
                  <a:lnTo>
                    <a:pt x="774" y="146"/>
                  </a:lnTo>
                  <a:lnTo>
                    <a:pt x="774" y="146"/>
                  </a:lnTo>
                  <a:close/>
                  <a:moveTo>
                    <a:pt x="770" y="146"/>
                  </a:moveTo>
                  <a:lnTo>
                    <a:pt x="770" y="150"/>
                  </a:lnTo>
                  <a:lnTo>
                    <a:pt x="768" y="150"/>
                  </a:lnTo>
                  <a:lnTo>
                    <a:pt x="768" y="146"/>
                  </a:lnTo>
                  <a:lnTo>
                    <a:pt x="770" y="146"/>
                  </a:lnTo>
                  <a:lnTo>
                    <a:pt x="770" y="146"/>
                  </a:lnTo>
                  <a:lnTo>
                    <a:pt x="770" y="146"/>
                  </a:lnTo>
                  <a:close/>
                  <a:moveTo>
                    <a:pt x="760" y="154"/>
                  </a:moveTo>
                  <a:lnTo>
                    <a:pt x="764" y="158"/>
                  </a:lnTo>
                  <a:lnTo>
                    <a:pt x="760" y="158"/>
                  </a:lnTo>
                  <a:lnTo>
                    <a:pt x="756" y="158"/>
                  </a:lnTo>
                  <a:lnTo>
                    <a:pt x="756" y="154"/>
                  </a:lnTo>
                  <a:lnTo>
                    <a:pt x="760" y="154"/>
                  </a:lnTo>
                  <a:lnTo>
                    <a:pt x="760" y="154"/>
                  </a:lnTo>
                  <a:lnTo>
                    <a:pt x="760" y="154"/>
                  </a:lnTo>
                  <a:close/>
                  <a:moveTo>
                    <a:pt x="756" y="158"/>
                  </a:moveTo>
                  <a:lnTo>
                    <a:pt x="752" y="158"/>
                  </a:lnTo>
                  <a:lnTo>
                    <a:pt x="752" y="154"/>
                  </a:lnTo>
                  <a:lnTo>
                    <a:pt x="756" y="154"/>
                  </a:lnTo>
                  <a:lnTo>
                    <a:pt x="756" y="158"/>
                  </a:lnTo>
                  <a:lnTo>
                    <a:pt x="756" y="158"/>
                  </a:lnTo>
                  <a:lnTo>
                    <a:pt x="756" y="158"/>
                  </a:lnTo>
                  <a:close/>
                  <a:moveTo>
                    <a:pt x="760" y="160"/>
                  </a:moveTo>
                  <a:lnTo>
                    <a:pt x="760" y="158"/>
                  </a:lnTo>
                  <a:lnTo>
                    <a:pt x="764" y="158"/>
                  </a:lnTo>
                  <a:lnTo>
                    <a:pt x="760" y="160"/>
                  </a:lnTo>
                  <a:lnTo>
                    <a:pt x="760" y="160"/>
                  </a:lnTo>
                  <a:lnTo>
                    <a:pt x="760" y="160"/>
                  </a:lnTo>
                  <a:close/>
                  <a:moveTo>
                    <a:pt x="744" y="160"/>
                  </a:moveTo>
                  <a:lnTo>
                    <a:pt x="742" y="160"/>
                  </a:lnTo>
                  <a:lnTo>
                    <a:pt x="738" y="160"/>
                  </a:lnTo>
                  <a:lnTo>
                    <a:pt x="742" y="160"/>
                  </a:lnTo>
                  <a:lnTo>
                    <a:pt x="744" y="160"/>
                  </a:lnTo>
                  <a:lnTo>
                    <a:pt x="744" y="160"/>
                  </a:lnTo>
                  <a:lnTo>
                    <a:pt x="744" y="160"/>
                  </a:lnTo>
                  <a:close/>
                  <a:moveTo>
                    <a:pt x="764" y="160"/>
                  </a:moveTo>
                  <a:lnTo>
                    <a:pt x="764" y="164"/>
                  </a:lnTo>
                  <a:lnTo>
                    <a:pt x="760" y="164"/>
                  </a:lnTo>
                  <a:lnTo>
                    <a:pt x="760" y="160"/>
                  </a:lnTo>
                  <a:lnTo>
                    <a:pt x="764" y="160"/>
                  </a:lnTo>
                  <a:lnTo>
                    <a:pt x="768" y="160"/>
                  </a:lnTo>
                  <a:lnTo>
                    <a:pt x="764" y="160"/>
                  </a:lnTo>
                  <a:lnTo>
                    <a:pt x="764" y="160"/>
                  </a:lnTo>
                  <a:lnTo>
                    <a:pt x="764" y="160"/>
                  </a:lnTo>
                  <a:close/>
                  <a:moveTo>
                    <a:pt x="734" y="164"/>
                  </a:moveTo>
                  <a:lnTo>
                    <a:pt x="734" y="168"/>
                  </a:lnTo>
                  <a:lnTo>
                    <a:pt x="730" y="168"/>
                  </a:lnTo>
                  <a:lnTo>
                    <a:pt x="730" y="164"/>
                  </a:lnTo>
                  <a:lnTo>
                    <a:pt x="734" y="164"/>
                  </a:lnTo>
                  <a:lnTo>
                    <a:pt x="734" y="164"/>
                  </a:lnTo>
                  <a:lnTo>
                    <a:pt x="734" y="164"/>
                  </a:lnTo>
                  <a:close/>
                  <a:moveTo>
                    <a:pt x="748" y="174"/>
                  </a:moveTo>
                  <a:lnTo>
                    <a:pt x="748" y="178"/>
                  </a:lnTo>
                  <a:lnTo>
                    <a:pt x="744" y="174"/>
                  </a:lnTo>
                  <a:lnTo>
                    <a:pt x="742" y="174"/>
                  </a:lnTo>
                  <a:lnTo>
                    <a:pt x="744" y="174"/>
                  </a:lnTo>
                  <a:lnTo>
                    <a:pt x="748" y="174"/>
                  </a:lnTo>
                  <a:lnTo>
                    <a:pt x="748" y="174"/>
                  </a:lnTo>
                  <a:lnTo>
                    <a:pt x="748" y="174"/>
                  </a:lnTo>
                  <a:close/>
                  <a:moveTo>
                    <a:pt x="752" y="178"/>
                  </a:moveTo>
                  <a:lnTo>
                    <a:pt x="748" y="178"/>
                  </a:lnTo>
                  <a:lnTo>
                    <a:pt x="752" y="178"/>
                  </a:lnTo>
                  <a:lnTo>
                    <a:pt x="752" y="178"/>
                  </a:lnTo>
                  <a:lnTo>
                    <a:pt x="752" y="178"/>
                  </a:lnTo>
                  <a:close/>
                  <a:moveTo>
                    <a:pt x="96" y="178"/>
                  </a:moveTo>
                  <a:lnTo>
                    <a:pt x="94" y="178"/>
                  </a:lnTo>
                  <a:lnTo>
                    <a:pt x="90" y="178"/>
                  </a:lnTo>
                  <a:lnTo>
                    <a:pt x="94" y="178"/>
                  </a:lnTo>
                  <a:lnTo>
                    <a:pt x="96" y="178"/>
                  </a:lnTo>
                  <a:lnTo>
                    <a:pt x="96" y="178"/>
                  </a:lnTo>
                  <a:lnTo>
                    <a:pt x="96" y="178"/>
                  </a:lnTo>
                  <a:close/>
                  <a:moveTo>
                    <a:pt x="26" y="182"/>
                  </a:moveTo>
                  <a:lnTo>
                    <a:pt x="26" y="178"/>
                  </a:lnTo>
                  <a:lnTo>
                    <a:pt x="30" y="178"/>
                  </a:lnTo>
                  <a:lnTo>
                    <a:pt x="34" y="178"/>
                  </a:lnTo>
                  <a:lnTo>
                    <a:pt x="34" y="182"/>
                  </a:lnTo>
                  <a:lnTo>
                    <a:pt x="38" y="182"/>
                  </a:lnTo>
                  <a:lnTo>
                    <a:pt x="40" y="182"/>
                  </a:lnTo>
                  <a:lnTo>
                    <a:pt x="38" y="182"/>
                  </a:lnTo>
                  <a:lnTo>
                    <a:pt x="34" y="182"/>
                  </a:lnTo>
                  <a:lnTo>
                    <a:pt x="30" y="182"/>
                  </a:lnTo>
                  <a:lnTo>
                    <a:pt x="26" y="182"/>
                  </a:lnTo>
                  <a:lnTo>
                    <a:pt x="22" y="182"/>
                  </a:lnTo>
                  <a:lnTo>
                    <a:pt x="26" y="182"/>
                  </a:lnTo>
                  <a:lnTo>
                    <a:pt x="26" y="182"/>
                  </a:lnTo>
                  <a:lnTo>
                    <a:pt x="26" y="182"/>
                  </a:lnTo>
                  <a:close/>
                  <a:moveTo>
                    <a:pt x="10" y="182"/>
                  </a:moveTo>
                  <a:lnTo>
                    <a:pt x="14" y="182"/>
                  </a:lnTo>
                  <a:lnTo>
                    <a:pt x="18" y="182"/>
                  </a:lnTo>
                  <a:lnTo>
                    <a:pt x="22" y="182"/>
                  </a:lnTo>
                  <a:lnTo>
                    <a:pt x="18" y="186"/>
                  </a:lnTo>
                  <a:lnTo>
                    <a:pt x="14" y="186"/>
                  </a:lnTo>
                  <a:lnTo>
                    <a:pt x="10" y="186"/>
                  </a:lnTo>
                  <a:lnTo>
                    <a:pt x="10" y="182"/>
                  </a:lnTo>
                  <a:lnTo>
                    <a:pt x="8" y="182"/>
                  </a:lnTo>
                  <a:lnTo>
                    <a:pt x="10" y="182"/>
                  </a:lnTo>
                  <a:lnTo>
                    <a:pt x="10" y="182"/>
                  </a:lnTo>
                  <a:lnTo>
                    <a:pt x="10" y="182"/>
                  </a:lnTo>
                  <a:close/>
                  <a:moveTo>
                    <a:pt x="752" y="198"/>
                  </a:moveTo>
                  <a:lnTo>
                    <a:pt x="756" y="198"/>
                  </a:lnTo>
                  <a:lnTo>
                    <a:pt x="752" y="200"/>
                  </a:lnTo>
                  <a:lnTo>
                    <a:pt x="752" y="198"/>
                  </a:lnTo>
                  <a:lnTo>
                    <a:pt x="752" y="198"/>
                  </a:lnTo>
                  <a:lnTo>
                    <a:pt x="752" y="198"/>
                  </a:lnTo>
                  <a:close/>
                  <a:moveTo>
                    <a:pt x="752" y="200"/>
                  </a:moveTo>
                  <a:lnTo>
                    <a:pt x="756" y="200"/>
                  </a:lnTo>
                  <a:lnTo>
                    <a:pt x="752" y="200"/>
                  </a:lnTo>
                  <a:lnTo>
                    <a:pt x="752" y="200"/>
                  </a:lnTo>
                  <a:lnTo>
                    <a:pt x="752" y="200"/>
                  </a:lnTo>
                  <a:close/>
                  <a:moveTo>
                    <a:pt x="734" y="204"/>
                  </a:moveTo>
                  <a:lnTo>
                    <a:pt x="730" y="204"/>
                  </a:lnTo>
                  <a:lnTo>
                    <a:pt x="726" y="204"/>
                  </a:lnTo>
                  <a:lnTo>
                    <a:pt x="730" y="204"/>
                  </a:lnTo>
                  <a:lnTo>
                    <a:pt x="734" y="204"/>
                  </a:lnTo>
                  <a:lnTo>
                    <a:pt x="734" y="204"/>
                  </a:lnTo>
                  <a:lnTo>
                    <a:pt x="734" y="204"/>
                  </a:lnTo>
                  <a:close/>
                  <a:moveTo>
                    <a:pt x="48" y="204"/>
                  </a:moveTo>
                  <a:lnTo>
                    <a:pt x="44" y="204"/>
                  </a:lnTo>
                  <a:lnTo>
                    <a:pt x="40" y="204"/>
                  </a:lnTo>
                  <a:lnTo>
                    <a:pt x="44" y="204"/>
                  </a:lnTo>
                  <a:lnTo>
                    <a:pt x="48" y="204"/>
                  </a:lnTo>
                  <a:lnTo>
                    <a:pt x="48" y="204"/>
                  </a:lnTo>
                  <a:lnTo>
                    <a:pt x="48" y="204"/>
                  </a:lnTo>
                  <a:close/>
                  <a:moveTo>
                    <a:pt x="738" y="208"/>
                  </a:moveTo>
                  <a:lnTo>
                    <a:pt x="738" y="212"/>
                  </a:lnTo>
                  <a:lnTo>
                    <a:pt x="738" y="208"/>
                  </a:lnTo>
                  <a:lnTo>
                    <a:pt x="734" y="208"/>
                  </a:lnTo>
                  <a:lnTo>
                    <a:pt x="738" y="208"/>
                  </a:lnTo>
                  <a:lnTo>
                    <a:pt x="738" y="204"/>
                  </a:lnTo>
                  <a:lnTo>
                    <a:pt x="738" y="208"/>
                  </a:lnTo>
                  <a:lnTo>
                    <a:pt x="738" y="208"/>
                  </a:lnTo>
                  <a:lnTo>
                    <a:pt x="738" y="208"/>
                  </a:lnTo>
                  <a:close/>
                  <a:moveTo>
                    <a:pt x="40" y="208"/>
                  </a:moveTo>
                  <a:lnTo>
                    <a:pt x="44" y="208"/>
                  </a:lnTo>
                  <a:lnTo>
                    <a:pt x="40" y="208"/>
                  </a:lnTo>
                  <a:lnTo>
                    <a:pt x="40" y="208"/>
                  </a:lnTo>
                  <a:lnTo>
                    <a:pt x="40" y="208"/>
                  </a:lnTo>
                  <a:close/>
                  <a:moveTo>
                    <a:pt x="744" y="208"/>
                  </a:moveTo>
                  <a:lnTo>
                    <a:pt x="748" y="208"/>
                  </a:lnTo>
                  <a:lnTo>
                    <a:pt x="748" y="212"/>
                  </a:lnTo>
                  <a:lnTo>
                    <a:pt x="744" y="212"/>
                  </a:lnTo>
                  <a:lnTo>
                    <a:pt x="744" y="208"/>
                  </a:lnTo>
                  <a:lnTo>
                    <a:pt x="742" y="212"/>
                  </a:lnTo>
                  <a:lnTo>
                    <a:pt x="742" y="208"/>
                  </a:lnTo>
                  <a:lnTo>
                    <a:pt x="744" y="208"/>
                  </a:lnTo>
                  <a:lnTo>
                    <a:pt x="744" y="208"/>
                  </a:lnTo>
                  <a:lnTo>
                    <a:pt x="744" y="208"/>
                  </a:lnTo>
                  <a:close/>
                  <a:moveTo>
                    <a:pt x="734" y="212"/>
                  </a:moveTo>
                  <a:lnTo>
                    <a:pt x="738" y="212"/>
                  </a:lnTo>
                  <a:lnTo>
                    <a:pt x="742" y="212"/>
                  </a:lnTo>
                  <a:lnTo>
                    <a:pt x="742" y="216"/>
                  </a:lnTo>
                  <a:lnTo>
                    <a:pt x="742" y="212"/>
                  </a:lnTo>
                  <a:lnTo>
                    <a:pt x="738" y="212"/>
                  </a:lnTo>
                  <a:lnTo>
                    <a:pt x="734" y="212"/>
                  </a:lnTo>
                  <a:lnTo>
                    <a:pt x="734" y="212"/>
                  </a:lnTo>
                  <a:lnTo>
                    <a:pt x="734" y="212"/>
                  </a:lnTo>
                  <a:close/>
                  <a:moveTo>
                    <a:pt x="744" y="212"/>
                  </a:moveTo>
                  <a:lnTo>
                    <a:pt x="742" y="212"/>
                  </a:lnTo>
                  <a:lnTo>
                    <a:pt x="744" y="212"/>
                  </a:lnTo>
                  <a:lnTo>
                    <a:pt x="748" y="212"/>
                  </a:lnTo>
                  <a:lnTo>
                    <a:pt x="744" y="212"/>
                  </a:lnTo>
                  <a:lnTo>
                    <a:pt x="744" y="212"/>
                  </a:lnTo>
                  <a:lnTo>
                    <a:pt x="744" y="212"/>
                  </a:lnTo>
                  <a:close/>
                  <a:moveTo>
                    <a:pt x="110" y="220"/>
                  </a:moveTo>
                  <a:lnTo>
                    <a:pt x="114" y="220"/>
                  </a:lnTo>
                  <a:lnTo>
                    <a:pt x="110" y="220"/>
                  </a:lnTo>
                  <a:lnTo>
                    <a:pt x="108" y="220"/>
                  </a:lnTo>
                  <a:lnTo>
                    <a:pt x="110" y="220"/>
                  </a:lnTo>
                  <a:lnTo>
                    <a:pt x="110" y="220"/>
                  </a:lnTo>
                  <a:lnTo>
                    <a:pt x="110" y="220"/>
                  </a:lnTo>
                  <a:close/>
                  <a:moveTo>
                    <a:pt x="748" y="224"/>
                  </a:moveTo>
                  <a:lnTo>
                    <a:pt x="744" y="224"/>
                  </a:lnTo>
                  <a:lnTo>
                    <a:pt x="748" y="220"/>
                  </a:lnTo>
                  <a:lnTo>
                    <a:pt x="748" y="224"/>
                  </a:lnTo>
                  <a:lnTo>
                    <a:pt x="748" y="224"/>
                  </a:lnTo>
                  <a:lnTo>
                    <a:pt x="748" y="224"/>
                  </a:lnTo>
                  <a:close/>
                  <a:moveTo>
                    <a:pt x="744" y="246"/>
                  </a:moveTo>
                  <a:lnTo>
                    <a:pt x="748" y="250"/>
                  </a:lnTo>
                  <a:lnTo>
                    <a:pt x="744" y="250"/>
                  </a:lnTo>
                  <a:lnTo>
                    <a:pt x="748" y="250"/>
                  </a:lnTo>
                  <a:lnTo>
                    <a:pt x="752" y="254"/>
                  </a:lnTo>
                  <a:lnTo>
                    <a:pt x="748" y="256"/>
                  </a:lnTo>
                  <a:lnTo>
                    <a:pt x="744" y="256"/>
                  </a:lnTo>
                  <a:lnTo>
                    <a:pt x="742" y="256"/>
                  </a:lnTo>
                  <a:lnTo>
                    <a:pt x="742" y="254"/>
                  </a:lnTo>
                  <a:lnTo>
                    <a:pt x="742" y="250"/>
                  </a:lnTo>
                  <a:lnTo>
                    <a:pt x="742" y="246"/>
                  </a:lnTo>
                  <a:lnTo>
                    <a:pt x="744" y="246"/>
                  </a:lnTo>
                  <a:lnTo>
                    <a:pt x="744" y="246"/>
                  </a:lnTo>
                  <a:lnTo>
                    <a:pt x="744" y="246"/>
                  </a:lnTo>
                  <a:close/>
                  <a:moveTo>
                    <a:pt x="770" y="256"/>
                  </a:moveTo>
                  <a:lnTo>
                    <a:pt x="768" y="256"/>
                  </a:lnTo>
                  <a:lnTo>
                    <a:pt x="770" y="256"/>
                  </a:lnTo>
                  <a:lnTo>
                    <a:pt x="774" y="256"/>
                  </a:lnTo>
                  <a:lnTo>
                    <a:pt x="770" y="256"/>
                  </a:lnTo>
                  <a:lnTo>
                    <a:pt x="770" y="256"/>
                  </a:lnTo>
                  <a:lnTo>
                    <a:pt x="770" y="256"/>
                  </a:lnTo>
                  <a:close/>
                  <a:moveTo>
                    <a:pt x="768" y="260"/>
                  </a:moveTo>
                  <a:lnTo>
                    <a:pt x="764" y="260"/>
                  </a:lnTo>
                  <a:lnTo>
                    <a:pt x="760" y="260"/>
                  </a:lnTo>
                  <a:lnTo>
                    <a:pt x="764" y="256"/>
                  </a:lnTo>
                  <a:lnTo>
                    <a:pt x="768" y="256"/>
                  </a:lnTo>
                  <a:lnTo>
                    <a:pt x="768" y="260"/>
                  </a:lnTo>
                  <a:lnTo>
                    <a:pt x="768" y="260"/>
                  </a:lnTo>
                  <a:lnTo>
                    <a:pt x="768" y="260"/>
                  </a:lnTo>
                  <a:close/>
                  <a:moveTo>
                    <a:pt x="226" y="260"/>
                  </a:moveTo>
                  <a:lnTo>
                    <a:pt x="222" y="260"/>
                  </a:lnTo>
                  <a:lnTo>
                    <a:pt x="226" y="260"/>
                  </a:lnTo>
                  <a:lnTo>
                    <a:pt x="226" y="260"/>
                  </a:lnTo>
                  <a:lnTo>
                    <a:pt x="226" y="260"/>
                  </a:lnTo>
                  <a:close/>
                  <a:moveTo>
                    <a:pt x="220" y="260"/>
                  </a:moveTo>
                  <a:lnTo>
                    <a:pt x="222" y="260"/>
                  </a:lnTo>
                  <a:lnTo>
                    <a:pt x="226" y="260"/>
                  </a:lnTo>
                  <a:lnTo>
                    <a:pt x="230" y="260"/>
                  </a:lnTo>
                  <a:lnTo>
                    <a:pt x="234" y="260"/>
                  </a:lnTo>
                  <a:lnTo>
                    <a:pt x="230" y="260"/>
                  </a:lnTo>
                  <a:lnTo>
                    <a:pt x="226" y="260"/>
                  </a:lnTo>
                  <a:lnTo>
                    <a:pt x="222" y="264"/>
                  </a:lnTo>
                  <a:lnTo>
                    <a:pt x="220" y="260"/>
                  </a:lnTo>
                  <a:lnTo>
                    <a:pt x="220" y="260"/>
                  </a:lnTo>
                  <a:lnTo>
                    <a:pt x="220" y="260"/>
                  </a:lnTo>
                  <a:close/>
                  <a:moveTo>
                    <a:pt x="734" y="264"/>
                  </a:moveTo>
                  <a:lnTo>
                    <a:pt x="738" y="264"/>
                  </a:lnTo>
                  <a:lnTo>
                    <a:pt x="742" y="264"/>
                  </a:lnTo>
                  <a:lnTo>
                    <a:pt x="742" y="268"/>
                  </a:lnTo>
                  <a:lnTo>
                    <a:pt x="744" y="268"/>
                  </a:lnTo>
                  <a:lnTo>
                    <a:pt x="748" y="268"/>
                  </a:lnTo>
                  <a:lnTo>
                    <a:pt x="748" y="272"/>
                  </a:lnTo>
                  <a:lnTo>
                    <a:pt x="744" y="272"/>
                  </a:lnTo>
                  <a:lnTo>
                    <a:pt x="742" y="272"/>
                  </a:lnTo>
                  <a:lnTo>
                    <a:pt x="738" y="272"/>
                  </a:lnTo>
                  <a:lnTo>
                    <a:pt x="734" y="272"/>
                  </a:lnTo>
                  <a:lnTo>
                    <a:pt x="730" y="272"/>
                  </a:lnTo>
                  <a:lnTo>
                    <a:pt x="726" y="272"/>
                  </a:lnTo>
                  <a:lnTo>
                    <a:pt x="722" y="272"/>
                  </a:lnTo>
                  <a:lnTo>
                    <a:pt x="722" y="268"/>
                  </a:lnTo>
                  <a:lnTo>
                    <a:pt x="722" y="264"/>
                  </a:lnTo>
                  <a:lnTo>
                    <a:pt x="726" y="264"/>
                  </a:lnTo>
                  <a:lnTo>
                    <a:pt x="730" y="264"/>
                  </a:lnTo>
                  <a:lnTo>
                    <a:pt x="734" y="264"/>
                  </a:lnTo>
                  <a:lnTo>
                    <a:pt x="734" y="264"/>
                  </a:lnTo>
                  <a:lnTo>
                    <a:pt x="734" y="264"/>
                  </a:lnTo>
                  <a:close/>
                  <a:moveTo>
                    <a:pt x="234" y="280"/>
                  </a:moveTo>
                  <a:lnTo>
                    <a:pt x="230" y="280"/>
                  </a:lnTo>
                  <a:lnTo>
                    <a:pt x="234" y="280"/>
                  </a:lnTo>
                  <a:lnTo>
                    <a:pt x="238" y="280"/>
                  </a:lnTo>
                  <a:lnTo>
                    <a:pt x="242" y="280"/>
                  </a:lnTo>
                  <a:lnTo>
                    <a:pt x="238" y="280"/>
                  </a:lnTo>
                  <a:lnTo>
                    <a:pt x="234" y="280"/>
                  </a:lnTo>
                  <a:lnTo>
                    <a:pt x="234" y="280"/>
                  </a:lnTo>
                  <a:lnTo>
                    <a:pt x="234" y="280"/>
                  </a:lnTo>
                  <a:close/>
                  <a:moveTo>
                    <a:pt x="234" y="284"/>
                  </a:moveTo>
                  <a:lnTo>
                    <a:pt x="230" y="286"/>
                  </a:lnTo>
                  <a:lnTo>
                    <a:pt x="226" y="286"/>
                  </a:lnTo>
                  <a:lnTo>
                    <a:pt x="226" y="284"/>
                  </a:lnTo>
                  <a:lnTo>
                    <a:pt x="230" y="284"/>
                  </a:lnTo>
                  <a:lnTo>
                    <a:pt x="234" y="284"/>
                  </a:lnTo>
                  <a:lnTo>
                    <a:pt x="234" y="284"/>
                  </a:lnTo>
                  <a:lnTo>
                    <a:pt x="234" y="284"/>
                  </a:lnTo>
                  <a:close/>
                  <a:moveTo>
                    <a:pt x="234" y="286"/>
                  </a:moveTo>
                  <a:lnTo>
                    <a:pt x="230" y="286"/>
                  </a:lnTo>
                  <a:lnTo>
                    <a:pt x="234" y="286"/>
                  </a:lnTo>
                  <a:lnTo>
                    <a:pt x="234" y="284"/>
                  </a:lnTo>
                  <a:lnTo>
                    <a:pt x="238" y="284"/>
                  </a:lnTo>
                  <a:lnTo>
                    <a:pt x="238" y="286"/>
                  </a:lnTo>
                  <a:lnTo>
                    <a:pt x="234" y="286"/>
                  </a:lnTo>
                  <a:lnTo>
                    <a:pt x="234" y="286"/>
                  </a:lnTo>
                  <a:lnTo>
                    <a:pt x="234" y="286"/>
                  </a:lnTo>
                  <a:close/>
                  <a:moveTo>
                    <a:pt x="242" y="286"/>
                  </a:moveTo>
                  <a:lnTo>
                    <a:pt x="246" y="286"/>
                  </a:lnTo>
                  <a:lnTo>
                    <a:pt x="246" y="290"/>
                  </a:lnTo>
                  <a:lnTo>
                    <a:pt x="242" y="290"/>
                  </a:lnTo>
                  <a:lnTo>
                    <a:pt x="246" y="290"/>
                  </a:lnTo>
                  <a:lnTo>
                    <a:pt x="242" y="290"/>
                  </a:lnTo>
                  <a:lnTo>
                    <a:pt x="238" y="286"/>
                  </a:lnTo>
                  <a:lnTo>
                    <a:pt x="242" y="286"/>
                  </a:lnTo>
                  <a:lnTo>
                    <a:pt x="242" y="286"/>
                  </a:lnTo>
                  <a:lnTo>
                    <a:pt x="242" y="286"/>
                  </a:lnTo>
                  <a:close/>
                  <a:moveTo>
                    <a:pt x="242" y="290"/>
                  </a:moveTo>
                  <a:lnTo>
                    <a:pt x="238" y="290"/>
                  </a:lnTo>
                  <a:lnTo>
                    <a:pt x="242" y="290"/>
                  </a:lnTo>
                  <a:lnTo>
                    <a:pt x="242" y="290"/>
                  </a:lnTo>
                  <a:lnTo>
                    <a:pt x="242" y="290"/>
                  </a:lnTo>
                  <a:close/>
                  <a:moveTo>
                    <a:pt x="686" y="290"/>
                  </a:moveTo>
                  <a:lnTo>
                    <a:pt x="688" y="290"/>
                  </a:lnTo>
                  <a:lnTo>
                    <a:pt x="692" y="294"/>
                  </a:lnTo>
                  <a:lnTo>
                    <a:pt x="696" y="294"/>
                  </a:lnTo>
                  <a:lnTo>
                    <a:pt x="700" y="294"/>
                  </a:lnTo>
                  <a:lnTo>
                    <a:pt x="704" y="294"/>
                  </a:lnTo>
                  <a:lnTo>
                    <a:pt x="704" y="298"/>
                  </a:lnTo>
                  <a:lnTo>
                    <a:pt x="696" y="298"/>
                  </a:lnTo>
                  <a:lnTo>
                    <a:pt x="696" y="294"/>
                  </a:lnTo>
                  <a:lnTo>
                    <a:pt x="692" y="294"/>
                  </a:lnTo>
                  <a:lnTo>
                    <a:pt x="688" y="294"/>
                  </a:lnTo>
                  <a:lnTo>
                    <a:pt x="686" y="294"/>
                  </a:lnTo>
                  <a:lnTo>
                    <a:pt x="682" y="294"/>
                  </a:lnTo>
                  <a:lnTo>
                    <a:pt x="678" y="294"/>
                  </a:lnTo>
                  <a:lnTo>
                    <a:pt x="682" y="294"/>
                  </a:lnTo>
                  <a:lnTo>
                    <a:pt x="686" y="294"/>
                  </a:lnTo>
                  <a:lnTo>
                    <a:pt x="688" y="294"/>
                  </a:lnTo>
                  <a:lnTo>
                    <a:pt x="692" y="294"/>
                  </a:lnTo>
                  <a:lnTo>
                    <a:pt x="692" y="298"/>
                  </a:lnTo>
                  <a:lnTo>
                    <a:pt x="696" y="298"/>
                  </a:lnTo>
                  <a:lnTo>
                    <a:pt x="700" y="298"/>
                  </a:lnTo>
                  <a:lnTo>
                    <a:pt x="704" y="298"/>
                  </a:lnTo>
                  <a:lnTo>
                    <a:pt x="708" y="298"/>
                  </a:lnTo>
                  <a:lnTo>
                    <a:pt x="704" y="298"/>
                  </a:lnTo>
                  <a:lnTo>
                    <a:pt x="700" y="298"/>
                  </a:lnTo>
                  <a:lnTo>
                    <a:pt x="700" y="302"/>
                  </a:lnTo>
                  <a:lnTo>
                    <a:pt x="696" y="302"/>
                  </a:lnTo>
                  <a:lnTo>
                    <a:pt x="692" y="302"/>
                  </a:lnTo>
                  <a:lnTo>
                    <a:pt x="688" y="302"/>
                  </a:lnTo>
                  <a:lnTo>
                    <a:pt x="686" y="302"/>
                  </a:lnTo>
                  <a:lnTo>
                    <a:pt x="682" y="302"/>
                  </a:lnTo>
                  <a:lnTo>
                    <a:pt x="678" y="298"/>
                  </a:lnTo>
                  <a:lnTo>
                    <a:pt x="674" y="298"/>
                  </a:lnTo>
                  <a:lnTo>
                    <a:pt x="670" y="298"/>
                  </a:lnTo>
                  <a:lnTo>
                    <a:pt x="666" y="298"/>
                  </a:lnTo>
                  <a:lnTo>
                    <a:pt x="670" y="294"/>
                  </a:lnTo>
                  <a:lnTo>
                    <a:pt x="674" y="294"/>
                  </a:lnTo>
                  <a:lnTo>
                    <a:pt x="674" y="290"/>
                  </a:lnTo>
                  <a:lnTo>
                    <a:pt x="678" y="290"/>
                  </a:lnTo>
                  <a:lnTo>
                    <a:pt x="682" y="290"/>
                  </a:lnTo>
                  <a:lnTo>
                    <a:pt x="686" y="290"/>
                  </a:lnTo>
                  <a:lnTo>
                    <a:pt x="686" y="290"/>
                  </a:lnTo>
                  <a:lnTo>
                    <a:pt x="686" y="290"/>
                  </a:lnTo>
                  <a:close/>
                  <a:moveTo>
                    <a:pt x="246" y="294"/>
                  </a:moveTo>
                  <a:lnTo>
                    <a:pt x="250" y="290"/>
                  </a:lnTo>
                  <a:lnTo>
                    <a:pt x="250" y="294"/>
                  </a:lnTo>
                  <a:lnTo>
                    <a:pt x="246" y="294"/>
                  </a:lnTo>
                  <a:lnTo>
                    <a:pt x="246" y="294"/>
                  </a:lnTo>
                  <a:lnTo>
                    <a:pt x="246" y="294"/>
                  </a:lnTo>
                  <a:close/>
                  <a:moveTo>
                    <a:pt x="242" y="290"/>
                  </a:moveTo>
                  <a:lnTo>
                    <a:pt x="242" y="294"/>
                  </a:lnTo>
                  <a:lnTo>
                    <a:pt x="238" y="294"/>
                  </a:lnTo>
                  <a:lnTo>
                    <a:pt x="238" y="290"/>
                  </a:lnTo>
                  <a:lnTo>
                    <a:pt x="242" y="290"/>
                  </a:lnTo>
                  <a:lnTo>
                    <a:pt x="242" y="290"/>
                  </a:lnTo>
                  <a:lnTo>
                    <a:pt x="242" y="290"/>
                  </a:lnTo>
                  <a:close/>
                  <a:moveTo>
                    <a:pt x="246" y="294"/>
                  </a:moveTo>
                  <a:lnTo>
                    <a:pt x="242" y="294"/>
                  </a:lnTo>
                  <a:lnTo>
                    <a:pt x="246" y="294"/>
                  </a:lnTo>
                  <a:lnTo>
                    <a:pt x="246" y="294"/>
                  </a:lnTo>
                  <a:lnTo>
                    <a:pt x="246" y="294"/>
                  </a:lnTo>
                  <a:close/>
                  <a:moveTo>
                    <a:pt x="242" y="294"/>
                  </a:moveTo>
                  <a:lnTo>
                    <a:pt x="242" y="298"/>
                  </a:lnTo>
                  <a:lnTo>
                    <a:pt x="238" y="298"/>
                  </a:lnTo>
                  <a:lnTo>
                    <a:pt x="238" y="294"/>
                  </a:lnTo>
                  <a:lnTo>
                    <a:pt x="242" y="294"/>
                  </a:lnTo>
                  <a:lnTo>
                    <a:pt x="242" y="294"/>
                  </a:lnTo>
                  <a:lnTo>
                    <a:pt x="242" y="294"/>
                  </a:lnTo>
                  <a:close/>
                  <a:moveTo>
                    <a:pt x="250" y="306"/>
                  </a:moveTo>
                  <a:lnTo>
                    <a:pt x="250" y="302"/>
                  </a:lnTo>
                  <a:lnTo>
                    <a:pt x="246" y="302"/>
                  </a:lnTo>
                  <a:lnTo>
                    <a:pt x="250" y="302"/>
                  </a:lnTo>
                  <a:lnTo>
                    <a:pt x="252" y="302"/>
                  </a:lnTo>
                  <a:lnTo>
                    <a:pt x="252" y="306"/>
                  </a:lnTo>
                  <a:lnTo>
                    <a:pt x="250" y="306"/>
                  </a:lnTo>
                  <a:lnTo>
                    <a:pt x="250" y="306"/>
                  </a:lnTo>
                  <a:lnTo>
                    <a:pt x="250" y="306"/>
                  </a:lnTo>
                  <a:close/>
                  <a:moveTo>
                    <a:pt x="682" y="306"/>
                  </a:moveTo>
                  <a:lnTo>
                    <a:pt x="682" y="310"/>
                  </a:lnTo>
                  <a:lnTo>
                    <a:pt x="678" y="310"/>
                  </a:lnTo>
                  <a:lnTo>
                    <a:pt x="674" y="306"/>
                  </a:lnTo>
                  <a:lnTo>
                    <a:pt x="678" y="306"/>
                  </a:lnTo>
                  <a:lnTo>
                    <a:pt x="682" y="306"/>
                  </a:lnTo>
                  <a:lnTo>
                    <a:pt x="682" y="306"/>
                  </a:lnTo>
                  <a:lnTo>
                    <a:pt x="682" y="306"/>
                  </a:lnTo>
                  <a:close/>
                  <a:moveTo>
                    <a:pt x="246" y="306"/>
                  </a:moveTo>
                  <a:lnTo>
                    <a:pt x="250" y="306"/>
                  </a:lnTo>
                  <a:lnTo>
                    <a:pt x="246" y="306"/>
                  </a:lnTo>
                  <a:lnTo>
                    <a:pt x="246" y="306"/>
                  </a:lnTo>
                  <a:lnTo>
                    <a:pt x="246" y="306"/>
                  </a:lnTo>
                  <a:close/>
                  <a:moveTo>
                    <a:pt x="252" y="306"/>
                  </a:moveTo>
                  <a:lnTo>
                    <a:pt x="252" y="310"/>
                  </a:lnTo>
                  <a:lnTo>
                    <a:pt x="250" y="310"/>
                  </a:lnTo>
                  <a:lnTo>
                    <a:pt x="250" y="314"/>
                  </a:lnTo>
                  <a:lnTo>
                    <a:pt x="246" y="314"/>
                  </a:lnTo>
                  <a:lnTo>
                    <a:pt x="242" y="314"/>
                  </a:lnTo>
                  <a:lnTo>
                    <a:pt x="246" y="310"/>
                  </a:lnTo>
                  <a:lnTo>
                    <a:pt x="250" y="310"/>
                  </a:lnTo>
                  <a:lnTo>
                    <a:pt x="250" y="306"/>
                  </a:lnTo>
                  <a:lnTo>
                    <a:pt x="252" y="306"/>
                  </a:lnTo>
                  <a:lnTo>
                    <a:pt x="252" y="306"/>
                  </a:lnTo>
                  <a:lnTo>
                    <a:pt x="252" y="306"/>
                  </a:lnTo>
                  <a:close/>
                  <a:moveTo>
                    <a:pt x="246" y="310"/>
                  </a:moveTo>
                  <a:lnTo>
                    <a:pt x="242" y="310"/>
                  </a:lnTo>
                  <a:lnTo>
                    <a:pt x="238" y="314"/>
                  </a:lnTo>
                  <a:lnTo>
                    <a:pt x="238" y="310"/>
                  </a:lnTo>
                  <a:lnTo>
                    <a:pt x="242" y="310"/>
                  </a:lnTo>
                  <a:lnTo>
                    <a:pt x="246" y="310"/>
                  </a:lnTo>
                  <a:lnTo>
                    <a:pt x="246" y="310"/>
                  </a:lnTo>
                  <a:lnTo>
                    <a:pt x="246" y="310"/>
                  </a:lnTo>
                  <a:close/>
                  <a:moveTo>
                    <a:pt x="252" y="310"/>
                  </a:moveTo>
                  <a:lnTo>
                    <a:pt x="256" y="310"/>
                  </a:lnTo>
                  <a:lnTo>
                    <a:pt x="252" y="310"/>
                  </a:lnTo>
                  <a:lnTo>
                    <a:pt x="252" y="310"/>
                  </a:lnTo>
                  <a:lnTo>
                    <a:pt x="252" y="310"/>
                  </a:lnTo>
                  <a:close/>
                  <a:moveTo>
                    <a:pt x="252" y="310"/>
                  </a:moveTo>
                  <a:lnTo>
                    <a:pt x="252" y="314"/>
                  </a:lnTo>
                  <a:lnTo>
                    <a:pt x="250" y="314"/>
                  </a:lnTo>
                  <a:lnTo>
                    <a:pt x="250" y="310"/>
                  </a:lnTo>
                  <a:lnTo>
                    <a:pt x="252" y="310"/>
                  </a:lnTo>
                  <a:lnTo>
                    <a:pt x="252" y="310"/>
                  </a:lnTo>
                  <a:lnTo>
                    <a:pt x="252" y="310"/>
                  </a:lnTo>
                  <a:close/>
                  <a:moveTo>
                    <a:pt x="252" y="314"/>
                  </a:moveTo>
                  <a:lnTo>
                    <a:pt x="250" y="314"/>
                  </a:lnTo>
                  <a:lnTo>
                    <a:pt x="252" y="314"/>
                  </a:lnTo>
                  <a:lnTo>
                    <a:pt x="252" y="314"/>
                  </a:lnTo>
                  <a:lnTo>
                    <a:pt x="252" y="314"/>
                  </a:lnTo>
                  <a:close/>
                  <a:moveTo>
                    <a:pt x="252" y="316"/>
                  </a:moveTo>
                  <a:lnTo>
                    <a:pt x="252" y="320"/>
                  </a:lnTo>
                  <a:lnTo>
                    <a:pt x="250" y="320"/>
                  </a:lnTo>
                  <a:lnTo>
                    <a:pt x="250" y="324"/>
                  </a:lnTo>
                  <a:lnTo>
                    <a:pt x="246" y="324"/>
                  </a:lnTo>
                  <a:lnTo>
                    <a:pt x="246" y="320"/>
                  </a:lnTo>
                  <a:lnTo>
                    <a:pt x="250" y="320"/>
                  </a:lnTo>
                  <a:lnTo>
                    <a:pt x="252" y="320"/>
                  </a:lnTo>
                  <a:lnTo>
                    <a:pt x="252" y="316"/>
                  </a:lnTo>
                  <a:lnTo>
                    <a:pt x="252" y="316"/>
                  </a:lnTo>
                  <a:lnTo>
                    <a:pt x="252" y="316"/>
                  </a:lnTo>
                  <a:close/>
                  <a:moveTo>
                    <a:pt x="670" y="350"/>
                  </a:moveTo>
                  <a:lnTo>
                    <a:pt x="674" y="354"/>
                  </a:lnTo>
                  <a:lnTo>
                    <a:pt x="670" y="350"/>
                  </a:lnTo>
                  <a:lnTo>
                    <a:pt x="670" y="350"/>
                  </a:lnTo>
                  <a:lnTo>
                    <a:pt x="670" y="350"/>
                  </a:lnTo>
                  <a:close/>
                  <a:moveTo>
                    <a:pt x="308" y="370"/>
                  </a:moveTo>
                  <a:lnTo>
                    <a:pt x="306" y="370"/>
                  </a:lnTo>
                  <a:lnTo>
                    <a:pt x="306" y="366"/>
                  </a:lnTo>
                  <a:lnTo>
                    <a:pt x="302" y="366"/>
                  </a:lnTo>
                  <a:lnTo>
                    <a:pt x="306" y="366"/>
                  </a:lnTo>
                  <a:lnTo>
                    <a:pt x="308" y="370"/>
                  </a:lnTo>
                  <a:lnTo>
                    <a:pt x="308" y="370"/>
                  </a:lnTo>
                  <a:lnTo>
                    <a:pt x="308" y="370"/>
                  </a:lnTo>
                  <a:close/>
                  <a:moveTo>
                    <a:pt x="704" y="388"/>
                  </a:moveTo>
                  <a:lnTo>
                    <a:pt x="700" y="388"/>
                  </a:lnTo>
                  <a:lnTo>
                    <a:pt x="696" y="388"/>
                  </a:lnTo>
                  <a:lnTo>
                    <a:pt x="700" y="388"/>
                  </a:lnTo>
                  <a:lnTo>
                    <a:pt x="704" y="388"/>
                  </a:lnTo>
                  <a:lnTo>
                    <a:pt x="704" y="388"/>
                  </a:lnTo>
                  <a:lnTo>
                    <a:pt x="704" y="388"/>
                  </a:lnTo>
                  <a:close/>
                  <a:moveTo>
                    <a:pt x="298" y="414"/>
                  </a:moveTo>
                  <a:lnTo>
                    <a:pt x="294" y="418"/>
                  </a:lnTo>
                  <a:lnTo>
                    <a:pt x="290" y="418"/>
                  </a:lnTo>
                  <a:lnTo>
                    <a:pt x="290" y="414"/>
                  </a:lnTo>
                  <a:lnTo>
                    <a:pt x="294" y="414"/>
                  </a:lnTo>
                  <a:lnTo>
                    <a:pt x="298" y="414"/>
                  </a:lnTo>
                  <a:lnTo>
                    <a:pt x="294" y="414"/>
                  </a:lnTo>
                  <a:lnTo>
                    <a:pt x="294" y="418"/>
                  </a:lnTo>
                  <a:lnTo>
                    <a:pt x="298" y="414"/>
                  </a:lnTo>
                  <a:lnTo>
                    <a:pt x="298" y="414"/>
                  </a:lnTo>
                  <a:lnTo>
                    <a:pt x="298" y="414"/>
                  </a:lnTo>
                  <a:close/>
                  <a:moveTo>
                    <a:pt x="282" y="418"/>
                  </a:moveTo>
                  <a:lnTo>
                    <a:pt x="282" y="422"/>
                  </a:lnTo>
                  <a:lnTo>
                    <a:pt x="278" y="422"/>
                  </a:lnTo>
                  <a:lnTo>
                    <a:pt x="282" y="418"/>
                  </a:lnTo>
                  <a:lnTo>
                    <a:pt x="282" y="418"/>
                  </a:lnTo>
                  <a:lnTo>
                    <a:pt x="282" y="418"/>
                  </a:lnTo>
                  <a:close/>
                  <a:moveTo>
                    <a:pt x="584" y="426"/>
                  </a:moveTo>
                  <a:lnTo>
                    <a:pt x="580" y="426"/>
                  </a:lnTo>
                  <a:lnTo>
                    <a:pt x="584" y="426"/>
                  </a:lnTo>
                  <a:lnTo>
                    <a:pt x="580" y="426"/>
                  </a:lnTo>
                  <a:lnTo>
                    <a:pt x="584" y="426"/>
                  </a:lnTo>
                  <a:lnTo>
                    <a:pt x="584" y="426"/>
                  </a:lnTo>
                  <a:lnTo>
                    <a:pt x="584" y="426"/>
                  </a:lnTo>
                  <a:close/>
                  <a:moveTo>
                    <a:pt x="282" y="458"/>
                  </a:moveTo>
                  <a:lnTo>
                    <a:pt x="278" y="458"/>
                  </a:lnTo>
                  <a:lnTo>
                    <a:pt x="276" y="458"/>
                  </a:lnTo>
                  <a:lnTo>
                    <a:pt x="278" y="458"/>
                  </a:lnTo>
                  <a:lnTo>
                    <a:pt x="282" y="458"/>
                  </a:lnTo>
                  <a:lnTo>
                    <a:pt x="282" y="458"/>
                  </a:lnTo>
                  <a:lnTo>
                    <a:pt x="282" y="458"/>
                  </a:lnTo>
                  <a:close/>
                  <a:moveTo>
                    <a:pt x="510" y="484"/>
                  </a:moveTo>
                  <a:lnTo>
                    <a:pt x="510" y="482"/>
                  </a:lnTo>
                  <a:lnTo>
                    <a:pt x="510" y="484"/>
                  </a:lnTo>
                  <a:lnTo>
                    <a:pt x="510" y="484"/>
                  </a:lnTo>
                  <a:lnTo>
                    <a:pt x="510" y="484"/>
                  </a:lnTo>
                  <a:close/>
                  <a:moveTo>
                    <a:pt x="510" y="488"/>
                  </a:moveTo>
                  <a:lnTo>
                    <a:pt x="506" y="488"/>
                  </a:lnTo>
                  <a:lnTo>
                    <a:pt x="506" y="484"/>
                  </a:lnTo>
                  <a:lnTo>
                    <a:pt x="510" y="488"/>
                  </a:lnTo>
                  <a:lnTo>
                    <a:pt x="510" y="488"/>
                  </a:lnTo>
                  <a:lnTo>
                    <a:pt x="510" y="488"/>
                  </a:lnTo>
                  <a:close/>
                  <a:moveTo>
                    <a:pt x="278" y="488"/>
                  </a:moveTo>
                  <a:lnTo>
                    <a:pt x="282" y="488"/>
                  </a:lnTo>
                  <a:lnTo>
                    <a:pt x="282" y="492"/>
                  </a:lnTo>
                  <a:lnTo>
                    <a:pt x="278" y="488"/>
                  </a:lnTo>
                  <a:lnTo>
                    <a:pt x="278" y="488"/>
                  </a:lnTo>
                  <a:lnTo>
                    <a:pt x="278" y="488"/>
                  </a:lnTo>
                  <a:close/>
                  <a:moveTo>
                    <a:pt x="450" y="522"/>
                  </a:moveTo>
                  <a:lnTo>
                    <a:pt x="454" y="522"/>
                  </a:lnTo>
                  <a:lnTo>
                    <a:pt x="458" y="522"/>
                  </a:lnTo>
                  <a:lnTo>
                    <a:pt x="454" y="522"/>
                  </a:lnTo>
                  <a:lnTo>
                    <a:pt x="450" y="522"/>
                  </a:lnTo>
                  <a:lnTo>
                    <a:pt x="450" y="522"/>
                  </a:lnTo>
                  <a:lnTo>
                    <a:pt x="450" y="522"/>
                  </a:lnTo>
                  <a:close/>
                  <a:moveTo>
                    <a:pt x="450" y="548"/>
                  </a:moveTo>
                  <a:lnTo>
                    <a:pt x="450" y="544"/>
                  </a:lnTo>
                  <a:lnTo>
                    <a:pt x="446" y="544"/>
                  </a:lnTo>
                  <a:lnTo>
                    <a:pt x="442" y="544"/>
                  </a:lnTo>
                  <a:lnTo>
                    <a:pt x="442" y="540"/>
                  </a:lnTo>
                  <a:lnTo>
                    <a:pt x="440" y="540"/>
                  </a:lnTo>
                  <a:lnTo>
                    <a:pt x="442" y="540"/>
                  </a:lnTo>
                  <a:lnTo>
                    <a:pt x="446" y="540"/>
                  </a:lnTo>
                  <a:lnTo>
                    <a:pt x="446" y="544"/>
                  </a:lnTo>
                  <a:lnTo>
                    <a:pt x="450" y="544"/>
                  </a:lnTo>
                  <a:lnTo>
                    <a:pt x="450" y="548"/>
                  </a:lnTo>
                  <a:lnTo>
                    <a:pt x="450" y="548"/>
                  </a:lnTo>
                  <a:lnTo>
                    <a:pt x="450" y="548"/>
                  </a:lnTo>
                  <a:close/>
                  <a:moveTo>
                    <a:pt x="450" y="548"/>
                  </a:moveTo>
                  <a:lnTo>
                    <a:pt x="446" y="548"/>
                  </a:lnTo>
                  <a:lnTo>
                    <a:pt x="450" y="548"/>
                  </a:lnTo>
                  <a:lnTo>
                    <a:pt x="450" y="548"/>
                  </a:lnTo>
                  <a:lnTo>
                    <a:pt x="450" y="548"/>
                  </a:lnTo>
                  <a:close/>
                  <a:moveTo>
                    <a:pt x="312" y="548"/>
                  </a:moveTo>
                  <a:lnTo>
                    <a:pt x="316" y="548"/>
                  </a:lnTo>
                  <a:lnTo>
                    <a:pt x="312" y="548"/>
                  </a:lnTo>
                  <a:lnTo>
                    <a:pt x="312" y="548"/>
                  </a:lnTo>
                  <a:lnTo>
                    <a:pt x="312" y="548"/>
                  </a:lnTo>
                  <a:close/>
                  <a:moveTo>
                    <a:pt x="446" y="548"/>
                  </a:moveTo>
                  <a:lnTo>
                    <a:pt x="442" y="548"/>
                  </a:lnTo>
                  <a:lnTo>
                    <a:pt x="446" y="548"/>
                  </a:lnTo>
                  <a:lnTo>
                    <a:pt x="446" y="552"/>
                  </a:lnTo>
                  <a:lnTo>
                    <a:pt x="446" y="548"/>
                  </a:lnTo>
                  <a:lnTo>
                    <a:pt x="446" y="548"/>
                  </a:lnTo>
                  <a:lnTo>
                    <a:pt x="446" y="548"/>
                  </a:lnTo>
                  <a:close/>
                  <a:moveTo>
                    <a:pt x="442" y="556"/>
                  </a:moveTo>
                  <a:lnTo>
                    <a:pt x="442" y="552"/>
                  </a:lnTo>
                  <a:lnTo>
                    <a:pt x="446" y="552"/>
                  </a:lnTo>
                  <a:lnTo>
                    <a:pt x="442" y="556"/>
                  </a:lnTo>
                  <a:lnTo>
                    <a:pt x="442" y="556"/>
                  </a:lnTo>
                  <a:lnTo>
                    <a:pt x="442" y="556"/>
                  </a:lnTo>
                  <a:close/>
                  <a:moveTo>
                    <a:pt x="432" y="560"/>
                  </a:moveTo>
                  <a:lnTo>
                    <a:pt x="432" y="556"/>
                  </a:lnTo>
                  <a:lnTo>
                    <a:pt x="436" y="556"/>
                  </a:lnTo>
                  <a:lnTo>
                    <a:pt x="440" y="556"/>
                  </a:lnTo>
                  <a:lnTo>
                    <a:pt x="440" y="560"/>
                  </a:lnTo>
                  <a:lnTo>
                    <a:pt x="440" y="556"/>
                  </a:lnTo>
                  <a:lnTo>
                    <a:pt x="436" y="556"/>
                  </a:lnTo>
                  <a:lnTo>
                    <a:pt x="436" y="560"/>
                  </a:lnTo>
                  <a:lnTo>
                    <a:pt x="440" y="560"/>
                  </a:lnTo>
                  <a:lnTo>
                    <a:pt x="436" y="560"/>
                  </a:lnTo>
                  <a:lnTo>
                    <a:pt x="432" y="560"/>
                  </a:lnTo>
                  <a:lnTo>
                    <a:pt x="432" y="560"/>
                  </a:lnTo>
                  <a:lnTo>
                    <a:pt x="432" y="560"/>
                  </a:lnTo>
                  <a:close/>
                  <a:moveTo>
                    <a:pt x="436" y="564"/>
                  </a:moveTo>
                  <a:lnTo>
                    <a:pt x="432" y="564"/>
                  </a:lnTo>
                  <a:lnTo>
                    <a:pt x="436" y="560"/>
                  </a:lnTo>
                  <a:lnTo>
                    <a:pt x="436" y="564"/>
                  </a:lnTo>
                  <a:lnTo>
                    <a:pt x="436" y="564"/>
                  </a:lnTo>
                  <a:lnTo>
                    <a:pt x="436" y="564"/>
                  </a:lnTo>
                  <a:close/>
                  <a:moveTo>
                    <a:pt x="332" y="578"/>
                  </a:moveTo>
                  <a:lnTo>
                    <a:pt x="332" y="574"/>
                  </a:lnTo>
                  <a:lnTo>
                    <a:pt x="332" y="578"/>
                  </a:lnTo>
                  <a:lnTo>
                    <a:pt x="332" y="578"/>
                  </a:lnTo>
                  <a:lnTo>
                    <a:pt x="332" y="578"/>
                  </a:lnTo>
                  <a:close/>
                  <a:moveTo>
                    <a:pt x="436" y="582"/>
                  </a:moveTo>
                  <a:lnTo>
                    <a:pt x="436" y="578"/>
                  </a:lnTo>
                  <a:lnTo>
                    <a:pt x="436" y="582"/>
                  </a:lnTo>
                  <a:lnTo>
                    <a:pt x="436" y="582"/>
                  </a:lnTo>
                  <a:lnTo>
                    <a:pt x="436" y="582"/>
                  </a:lnTo>
                  <a:close/>
                  <a:moveTo>
                    <a:pt x="346" y="588"/>
                  </a:moveTo>
                  <a:lnTo>
                    <a:pt x="342" y="588"/>
                  </a:lnTo>
                  <a:lnTo>
                    <a:pt x="346" y="588"/>
                  </a:lnTo>
                  <a:lnTo>
                    <a:pt x="346" y="588"/>
                  </a:lnTo>
                  <a:lnTo>
                    <a:pt x="346" y="588"/>
                  </a:lnTo>
                  <a:close/>
                  <a:moveTo>
                    <a:pt x="350" y="596"/>
                  </a:moveTo>
                  <a:lnTo>
                    <a:pt x="354" y="596"/>
                  </a:lnTo>
                  <a:lnTo>
                    <a:pt x="350" y="596"/>
                  </a:lnTo>
                  <a:lnTo>
                    <a:pt x="346" y="596"/>
                  </a:lnTo>
                  <a:lnTo>
                    <a:pt x="350" y="596"/>
                  </a:lnTo>
                  <a:lnTo>
                    <a:pt x="350" y="596"/>
                  </a:lnTo>
                  <a:lnTo>
                    <a:pt x="350" y="596"/>
                  </a:lnTo>
                  <a:close/>
                  <a:moveTo>
                    <a:pt x="380" y="600"/>
                  </a:moveTo>
                  <a:lnTo>
                    <a:pt x="376" y="600"/>
                  </a:lnTo>
                  <a:lnTo>
                    <a:pt x="376" y="604"/>
                  </a:lnTo>
                  <a:lnTo>
                    <a:pt x="372" y="604"/>
                  </a:lnTo>
                  <a:lnTo>
                    <a:pt x="368" y="604"/>
                  </a:lnTo>
                  <a:lnTo>
                    <a:pt x="372" y="604"/>
                  </a:lnTo>
                  <a:lnTo>
                    <a:pt x="372" y="600"/>
                  </a:lnTo>
                  <a:lnTo>
                    <a:pt x="376" y="600"/>
                  </a:lnTo>
                  <a:lnTo>
                    <a:pt x="380" y="600"/>
                  </a:lnTo>
                  <a:lnTo>
                    <a:pt x="380" y="600"/>
                  </a:lnTo>
                  <a:lnTo>
                    <a:pt x="380" y="600"/>
                  </a:lnTo>
                  <a:close/>
                  <a:moveTo>
                    <a:pt x="424" y="600"/>
                  </a:moveTo>
                  <a:lnTo>
                    <a:pt x="428" y="600"/>
                  </a:lnTo>
                  <a:lnTo>
                    <a:pt x="424" y="600"/>
                  </a:lnTo>
                  <a:lnTo>
                    <a:pt x="424" y="600"/>
                  </a:lnTo>
                  <a:lnTo>
                    <a:pt x="424" y="600"/>
                  </a:lnTo>
                  <a:close/>
                  <a:moveTo>
                    <a:pt x="358" y="604"/>
                  </a:moveTo>
                  <a:lnTo>
                    <a:pt x="354" y="604"/>
                  </a:lnTo>
                  <a:lnTo>
                    <a:pt x="350" y="604"/>
                  </a:lnTo>
                  <a:lnTo>
                    <a:pt x="354" y="600"/>
                  </a:lnTo>
                  <a:lnTo>
                    <a:pt x="358" y="600"/>
                  </a:lnTo>
                  <a:lnTo>
                    <a:pt x="358" y="604"/>
                  </a:lnTo>
                  <a:lnTo>
                    <a:pt x="358" y="604"/>
                  </a:lnTo>
                  <a:lnTo>
                    <a:pt x="358" y="604"/>
                  </a:lnTo>
                  <a:close/>
                  <a:moveTo>
                    <a:pt x="384" y="604"/>
                  </a:moveTo>
                  <a:lnTo>
                    <a:pt x="380" y="604"/>
                  </a:lnTo>
                  <a:lnTo>
                    <a:pt x="380" y="608"/>
                  </a:lnTo>
                  <a:lnTo>
                    <a:pt x="380" y="604"/>
                  </a:lnTo>
                  <a:lnTo>
                    <a:pt x="384" y="604"/>
                  </a:lnTo>
                  <a:lnTo>
                    <a:pt x="384" y="604"/>
                  </a:lnTo>
                  <a:lnTo>
                    <a:pt x="384" y="604"/>
                  </a:lnTo>
                  <a:close/>
                  <a:moveTo>
                    <a:pt x="384" y="604"/>
                  </a:moveTo>
                  <a:lnTo>
                    <a:pt x="384" y="608"/>
                  </a:lnTo>
                  <a:lnTo>
                    <a:pt x="380" y="608"/>
                  </a:lnTo>
                  <a:lnTo>
                    <a:pt x="384" y="604"/>
                  </a:lnTo>
                  <a:lnTo>
                    <a:pt x="384" y="604"/>
                  </a:lnTo>
                  <a:lnTo>
                    <a:pt x="384" y="604"/>
                  </a:lnTo>
                  <a:close/>
                  <a:moveTo>
                    <a:pt x="394" y="612"/>
                  </a:moveTo>
                  <a:lnTo>
                    <a:pt x="394" y="614"/>
                  </a:lnTo>
                  <a:lnTo>
                    <a:pt x="392" y="614"/>
                  </a:lnTo>
                  <a:lnTo>
                    <a:pt x="392" y="612"/>
                  </a:lnTo>
                  <a:lnTo>
                    <a:pt x="394" y="612"/>
                  </a:lnTo>
                  <a:lnTo>
                    <a:pt x="394" y="612"/>
                  </a:lnTo>
                  <a:lnTo>
                    <a:pt x="394" y="612"/>
                  </a:lnTo>
                  <a:close/>
                  <a:moveTo>
                    <a:pt x="418" y="622"/>
                  </a:moveTo>
                  <a:lnTo>
                    <a:pt x="414" y="622"/>
                  </a:lnTo>
                  <a:lnTo>
                    <a:pt x="410" y="618"/>
                  </a:lnTo>
                  <a:lnTo>
                    <a:pt x="410" y="614"/>
                  </a:lnTo>
                  <a:lnTo>
                    <a:pt x="414" y="618"/>
                  </a:lnTo>
                  <a:lnTo>
                    <a:pt x="418" y="618"/>
                  </a:lnTo>
                  <a:lnTo>
                    <a:pt x="420" y="618"/>
                  </a:lnTo>
                  <a:lnTo>
                    <a:pt x="420" y="622"/>
                  </a:lnTo>
                  <a:lnTo>
                    <a:pt x="420" y="618"/>
                  </a:lnTo>
                  <a:lnTo>
                    <a:pt x="418" y="618"/>
                  </a:lnTo>
                  <a:lnTo>
                    <a:pt x="418" y="622"/>
                  </a:lnTo>
                  <a:lnTo>
                    <a:pt x="418" y="622"/>
                  </a:lnTo>
                  <a:lnTo>
                    <a:pt x="418" y="622"/>
                  </a:lnTo>
                  <a:close/>
                  <a:moveTo>
                    <a:pt x="406" y="614"/>
                  </a:moveTo>
                  <a:lnTo>
                    <a:pt x="406" y="618"/>
                  </a:lnTo>
                  <a:lnTo>
                    <a:pt x="410" y="618"/>
                  </a:lnTo>
                  <a:lnTo>
                    <a:pt x="406" y="618"/>
                  </a:lnTo>
                  <a:lnTo>
                    <a:pt x="406" y="614"/>
                  </a:lnTo>
                  <a:lnTo>
                    <a:pt x="406" y="614"/>
                  </a:lnTo>
                  <a:lnTo>
                    <a:pt x="406" y="614"/>
                  </a:lnTo>
                  <a:close/>
                  <a:moveTo>
                    <a:pt x="406" y="618"/>
                  </a:moveTo>
                  <a:lnTo>
                    <a:pt x="406" y="622"/>
                  </a:lnTo>
                  <a:lnTo>
                    <a:pt x="402" y="622"/>
                  </a:lnTo>
                  <a:lnTo>
                    <a:pt x="402" y="618"/>
                  </a:lnTo>
                  <a:lnTo>
                    <a:pt x="406" y="618"/>
                  </a:lnTo>
                  <a:lnTo>
                    <a:pt x="406" y="618"/>
                  </a:lnTo>
                  <a:lnTo>
                    <a:pt x="406" y="618"/>
                  </a:lnTo>
                  <a:close/>
                  <a:moveTo>
                    <a:pt x="418" y="622"/>
                  </a:moveTo>
                  <a:lnTo>
                    <a:pt x="418" y="618"/>
                  </a:lnTo>
                  <a:lnTo>
                    <a:pt x="420" y="618"/>
                  </a:lnTo>
                  <a:lnTo>
                    <a:pt x="418" y="622"/>
                  </a:lnTo>
                  <a:lnTo>
                    <a:pt x="418" y="622"/>
                  </a:lnTo>
                  <a:lnTo>
                    <a:pt x="418" y="622"/>
                  </a:lnTo>
                  <a:close/>
                  <a:moveTo>
                    <a:pt x="406" y="622"/>
                  </a:moveTo>
                  <a:lnTo>
                    <a:pt x="406" y="618"/>
                  </a:lnTo>
                  <a:lnTo>
                    <a:pt x="410" y="618"/>
                  </a:lnTo>
                  <a:lnTo>
                    <a:pt x="410" y="622"/>
                  </a:lnTo>
                  <a:lnTo>
                    <a:pt x="406" y="622"/>
                  </a:lnTo>
                  <a:lnTo>
                    <a:pt x="406" y="622"/>
                  </a:lnTo>
                  <a:lnTo>
                    <a:pt x="406" y="622"/>
                  </a:lnTo>
                  <a:close/>
                  <a:moveTo>
                    <a:pt x="410" y="626"/>
                  </a:moveTo>
                  <a:lnTo>
                    <a:pt x="410" y="622"/>
                  </a:lnTo>
                  <a:lnTo>
                    <a:pt x="414" y="622"/>
                  </a:lnTo>
                  <a:lnTo>
                    <a:pt x="414" y="626"/>
                  </a:lnTo>
                  <a:lnTo>
                    <a:pt x="410" y="626"/>
                  </a:lnTo>
                  <a:lnTo>
                    <a:pt x="410" y="626"/>
                  </a:lnTo>
                  <a:lnTo>
                    <a:pt x="410" y="626"/>
                  </a:lnTo>
                  <a:close/>
                  <a:moveTo>
                    <a:pt x="312" y="414"/>
                  </a:moveTo>
                  <a:lnTo>
                    <a:pt x="312" y="410"/>
                  </a:lnTo>
                  <a:lnTo>
                    <a:pt x="316" y="410"/>
                  </a:lnTo>
                  <a:lnTo>
                    <a:pt x="312" y="410"/>
                  </a:lnTo>
                  <a:lnTo>
                    <a:pt x="308" y="410"/>
                  </a:lnTo>
                  <a:lnTo>
                    <a:pt x="308" y="414"/>
                  </a:lnTo>
                  <a:lnTo>
                    <a:pt x="308" y="410"/>
                  </a:lnTo>
                  <a:lnTo>
                    <a:pt x="306" y="410"/>
                  </a:lnTo>
                  <a:lnTo>
                    <a:pt x="308" y="410"/>
                  </a:lnTo>
                  <a:lnTo>
                    <a:pt x="312" y="406"/>
                  </a:lnTo>
                  <a:lnTo>
                    <a:pt x="308" y="406"/>
                  </a:lnTo>
                  <a:lnTo>
                    <a:pt x="308" y="402"/>
                  </a:lnTo>
                  <a:lnTo>
                    <a:pt x="312" y="402"/>
                  </a:lnTo>
                  <a:lnTo>
                    <a:pt x="312" y="406"/>
                  </a:lnTo>
                  <a:lnTo>
                    <a:pt x="312" y="402"/>
                  </a:lnTo>
                  <a:lnTo>
                    <a:pt x="316" y="402"/>
                  </a:lnTo>
                  <a:lnTo>
                    <a:pt x="316" y="406"/>
                  </a:lnTo>
                  <a:lnTo>
                    <a:pt x="320" y="406"/>
                  </a:lnTo>
                  <a:lnTo>
                    <a:pt x="316" y="406"/>
                  </a:lnTo>
                  <a:lnTo>
                    <a:pt x="320" y="406"/>
                  </a:lnTo>
                  <a:lnTo>
                    <a:pt x="320" y="402"/>
                  </a:lnTo>
                  <a:lnTo>
                    <a:pt x="320" y="406"/>
                  </a:lnTo>
                  <a:lnTo>
                    <a:pt x="324" y="406"/>
                  </a:lnTo>
                  <a:lnTo>
                    <a:pt x="324" y="402"/>
                  </a:lnTo>
                  <a:lnTo>
                    <a:pt x="320" y="402"/>
                  </a:lnTo>
                  <a:lnTo>
                    <a:pt x="316" y="402"/>
                  </a:lnTo>
                  <a:lnTo>
                    <a:pt x="320" y="402"/>
                  </a:lnTo>
                  <a:lnTo>
                    <a:pt x="324" y="402"/>
                  </a:lnTo>
                  <a:lnTo>
                    <a:pt x="324" y="398"/>
                  </a:lnTo>
                  <a:lnTo>
                    <a:pt x="320" y="398"/>
                  </a:lnTo>
                  <a:lnTo>
                    <a:pt x="316" y="398"/>
                  </a:lnTo>
                  <a:lnTo>
                    <a:pt x="320" y="398"/>
                  </a:lnTo>
                  <a:lnTo>
                    <a:pt x="320" y="396"/>
                  </a:lnTo>
                  <a:lnTo>
                    <a:pt x="316" y="396"/>
                  </a:lnTo>
                  <a:lnTo>
                    <a:pt x="316" y="398"/>
                  </a:lnTo>
                  <a:lnTo>
                    <a:pt x="312" y="402"/>
                  </a:lnTo>
                  <a:lnTo>
                    <a:pt x="308" y="402"/>
                  </a:lnTo>
                  <a:lnTo>
                    <a:pt x="308" y="398"/>
                  </a:lnTo>
                  <a:lnTo>
                    <a:pt x="312" y="398"/>
                  </a:lnTo>
                  <a:lnTo>
                    <a:pt x="312" y="396"/>
                  </a:lnTo>
                  <a:lnTo>
                    <a:pt x="316" y="392"/>
                  </a:lnTo>
                  <a:lnTo>
                    <a:pt x="320" y="392"/>
                  </a:lnTo>
                  <a:lnTo>
                    <a:pt x="316" y="392"/>
                  </a:lnTo>
                  <a:lnTo>
                    <a:pt x="312" y="392"/>
                  </a:lnTo>
                  <a:lnTo>
                    <a:pt x="312" y="388"/>
                  </a:lnTo>
                  <a:lnTo>
                    <a:pt x="316" y="388"/>
                  </a:lnTo>
                  <a:lnTo>
                    <a:pt x="316" y="392"/>
                  </a:lnTo>
                  <a:lnTo>
                    <a:pt x="320" y="392"/>
                  </a:lnTo>
                  <a:lnTo>
                    <a:pt x="320" y="388"/>
                  </a:lnTo>
                  <a:lnTo>
                    <a:pt x="316" y="388"/>
                  </a:lnTo>
                  <a:lnTo>
                    <a:pt x="312" y="388"/>
                  </a:lnTo>
                  <a:lnTo>
                    <a:pt x="316" y="388"/>
                  </a:lnTo>
                  <a:lnTo>
                    <a:pt x="316" y="384"/>
                  </a:lnTo>
                  <a:lnTo>
                    <a:pt x="320" y="388"/>
                  </a:lnTo>
                  <a:lnTo>
                    <a:pt x="324" y="388"/>
                  </a:lnTo>
                  <a:lnTo>
                    <a:pt x="320" y="384"/>
                  </a:lnTo>
                  <a:lnTo>
                    <a:pt x="316" y="384"/>
                  </a:lnTo>
                  <a:lnTo>
                    <a:pt x="316" y="380"/>
                  </a:lnTo>
                  <a:lnTo>
                    <a:pt x="320" y="380"/>
                  </a:lnTo>
                  <a:lnTo>
                    <a:pt x="316" y="380"/>
                  </a:lnTo>
                  <a:lnTo>
                    <a:pt x="312" y="380"/>
                  </a:lnTo>
                  <a:lnTo>
                    <a:pt x="308" y="380"/>
                  </a:lnTo>
                  <a:lnTo>
                    <a:pt x="306" y="380"/>
                  </a:lnTo>
                  <a:lnTo>
                    <a:pt x="308" y="380"/>
                  </a:lnTo>
                  <a:lnTo>
                    <a:pt x="312" y="380"/>
                  </a:lnTo>
                  <a:lnTo>
                    <a:pt x="308" y="376"/>
                  </a:lnTo>
                  <a:lnTo>
                    <a:pt x="306" y="376"/>
                  </a:lnTo>
                  <a:lnTo>
                    <a:pt x="306" y="380"/>
                  </a:lnTo>
                  <a:lnTo>
                    <a:pt x="302" y="380"/>
                  </a:lnTo>
                  <a:lnTo>
                    <a:pt x="298" y="380"/>
                  </a:lnTo>
                  <a:lnTo>
                    <a:pt x="294" y="380"/>
                  </a:lnTo>
                  <a:lnTo>
                    <a:pt x="290" y="380"/>
                  </a:lnTo>
                  <a:lnTo>
                    <a:pt x="290" y="376"/>
                  </a:lnTo>
                  <a:lnTo>
                    <a:pt x="286" y="376"/>
                  </a:lnTo>
                  <a:lnTo>
                    <a:pt x="286" y="372"/>
                  </a:lnTo>
                  <a:lnTo>
                    <a:pt x="282" y="372"/>
                  </a:lnTo>
                  <a:lnTo>
                    <a:pt x="278" y="372"/>
                  </a:lnTo>
                  <a:lnTo>
                    <a:pt x="276" y="370"/>
                  </a:lnTo>
                  <a:lnTo>
                    <a:pt x="272" y="370"/>
                  </a:lnTo>
                  <a:lnTo>
                    <a:pt x="268" y="370"/>
                  </a:lnTo>
                  <a:lnTo>
                    <a:pt x="264" y="370"/>
                  </a:lnTo>
                  <a:lnTo>
                    <a:pt x="264" y="366"/>
                  </a:lnTo>
                  <a:lnTo>
                    <a:pt x="260" y="362"/>
                  </a:lnTo>
                  <a:lnTo>
                    <a:pt x="264" y="362"/>
                  </a:lnTo>
                  <a:lnTo>
                    <a:pt x="264" y="358"/>
                  </a:lnTo>
                  <a:lnTo>
                    <a:pt x="268" y="358"/>
                  </a:lnTo>
                  <a:lnTo>
                    <a:pt x="272" y="358"/>
                  </a:lnTo>
                  <a:lnTo>
                    <a:pt x="276" y="362"/>
                  </a:lnTo>
                  <a:lnTo>
                    <a:pt x="278" y="362"/>
                  </a:lnTo>
                  <a:lnTo>
                    <a:pt x="282" y="362"/>
                  </a:lnTo>
                  <a:lnTo>
                    <a:pt x="286" y="362"/>
                  </a:lnTo>
                  <a:lnTo>
                    <a:pt x="290" y="362"/>
                  </a:lnTo>
                  <a:lnTo>
                    <a:pt x="294" y="366"/>
                  </a:lnTo>
                  <a:lnTo>
                    <a:pt x="298" y="366"/>
                  </a:lnTo>
                  <a:lnTo>
                    <a:pt x="302" y="370"/>
                  </a:lnTo>
                  <a:lnTo>
                    <a:pt x="306" y="370"/>
                  </a:lnTo>
                  <a:lnTo>
                    <a:pt x="308" y="370"/>
                  </a:lnTo>
                  <a:lnTo>
                    <a:pt x="312" y="370"/>
                  </a:lnTo>
                  <a:lnTo>
                    <a:pt x="312" y="372"/>
                  </a:lnTo>
                  <a:lnTo>
                    <a:pt x="316" y="372"/>
                  </a:lnTo>
                  <a:lnTo>
                    <a:pt x="316" y="370"/>
                  </a:lnTo>
                  <a:lnTo>
                    <a:pt x="316" y="366"/>
                  </a:lnTo>
                  <a:lnTo>
                    <a:pt x="316" y="370"/>
                  </a:lnTo>
                  <a:lnTo>
                    <a:pt x="312" y="370"/>
                  </a:lnTo>
                  <a:lnTo>
                    <a:pt x="308" y="370"/>
                  </a:lnTo>
                  <a:lnTo>
                    <a:pt x="312" y="370"/>
                  </a:lnTo>
                  <a:lnTo>
                    <a:pt x="308" y="366"/>
                  </a:lnTo>
                  <a:lnTo>
                    <a:pt x="306" y="366"/>
                  </a:lnTo>
                  <a:lnTo>
                    <a:pt x="308" y="366"/>
                  </a:lnTo>
                  <a:lnTo>
                    <a:pt x="312" y="366"/>
                  </a:lnTo>
                  <a:lnTo>
                    <a:pt x="312" y="362"/>
                  </a:lnTo>
                  <a:lnTo>
                    <a:pt x="312" y="366"/>
                  </a:lnTo>
                  <a:lnTo>
                    <a:pt x="316" y="366"/>
                  </a:lnTo>
                  <a:lnTo>
                    <a:pt x="312" y="362"/>
                  </a:lnTo>
                  <a:lnTo>
                    <a:pt x="308" y="362"/>
                  </a:lnTo>
                  <a:lnTo>
                    <a:pt x="306" y="362"/>
                  </a:lnTo>
                  <a:lnTo>
                    <a:pt x="306" y="358"/>
                  </a:lnTo>
                  <a:lnTo>
                    <a:pt x="308" y="358"/>
                  </a:lnTo>
                  <a:lnTo>
                    <a:pt x="312" y="362"/>
                  </a:lnTo>
                  <a:lnTo>
                    <a:pt x="316" y="362"/>
                  </a:lnTo>
                  <a:lnTo>
                    <a:pt x="312" y="362"/>
                  </a:lnTo>
                  <a:lnTo>
                    <a:pt x="312" y="358"/>
                  </a:lnTo>
                  <a:lnTo>
                    <a:pt x="308" y="358"/>
                  </a:lnTo>
                  <a:lnTo>
                    <a:pt x="306" y="358"/>
                  </a:lnTo>
                  <a:lnTo>
                    <a:pt x="302" y="358"/>
                  </a:lnTo>
                  <a:lnTo>
                    <a:pt x="302" y="354"/>
                  </a:lnTo>
                  <a:lnTo>
                    <a:pt x="298" y="354"/>
                  </a:lnTo>
                  <a:lnTo>
                    <a:pt x="302" y="354"/>
                  </a:lnTo>
                  <a:lnTo>
                    <a:pt x="306" y="354"/>
                  </a:lnTo>
                  <a:lnTo>
                    <a:pt x="308" y="354"/>
                  </a:lnTo>
                  <a:lnTo>
                    <a:pt x="312" y="354"/>
                  </a:lnTo>
                  <a:lnTo>
                    <a:pt x="308" y="354"/>
                  </a:lnTo>
                  <a:lnTo>
                    <a:pt x="306" y="354"/>
                  </a:lnTo>
                  <a:lnTo>
                    <a:pt x="306" y="350"/>
                  </a:lnTo>
                  <a:lnTo>
                    <a:pt x="308" y="350"/>
                  </a:lnTo>
                  <a:lnTo>
                    <a:pt x="306" y="350"/>
                  </a:lnTo>
                  <a:lnTo>
                    <a:pt x="302" y="350"/>
                  </a:lnTo>
                  <a:lnTo>
                    <a:pt x="298" y="350"/>
                  </a:lnTo>
                  <a:lnTo>
                    <a:pt x="294" y="350"/>
                  </a:lnTo>
                  <a:lnTo>
                    <a:pt x="298" y="350"/>
                  </a:lnTo>
                  <a:lnTo>
                    <a:pt x="298" y="346"/>
                  </a:lnTo>
                  <a:lnTo>
                    <a:pt x="302" y="346"/>
                  </a:lnTo>
                  <a:lnTo>
                    <a:pt x="298" y="346"/>
                  </a:lnTo>
                  <a:lnTo>
                    <a:pt x="294" y="346"/>
                  </a:lnTo>
                  <a:lnTo>
                    <a:pt x="294" y="350"/>
                  </a:lnTo>
                  <a:lnTo>
                    <a:pt x="290" y="350"/>
                  </a:lnTo>
                  <a:lnTo>
                    <a:pt x="290" y="346"/>
                  </a:lnTo>
                  <a:lnTo>
                    <a:pt x="294" y="346"/>
                  </a:lnTo>
                  <a:lnTo>
                    <a:pt x="294" y="342"/>
                  </a:lnTo>
                  <a:lnTo>
                    <a:pt x="298" y="342"/>
                  </a:lnTo>
                  <a:lnTo>
                    <a:pt x="302" y="342"/>
                  </a:lnTo>
                  <a:lnTo>
                    <a:pt x="306" y="342"/>
                  </a:lnTo>
                  <a:lnTo>
                    <a:pt x="302" y="342"/>
                  </a:lnTo>
                  <a:lnTo>
                    <a:pt x="298" y="342"/>
                  </a:lnTo>
                  <a:lnTo>
                    <a:pt x="294" y="342"/>
                  </a:lnTo>
                  <a:lnTo>
                    <a:pt x="290" y="342"/>
                  </a:lnTo>
                  <a:lnTo>
                    <a:pt x="286" y="342"/>
                  </a:lnTo>
                  <a:lnTo>
                    <a:pt x="282" y="342"/>
                  </a:lnTo>
                  <a:lnTo>
                    <a:pt x="286" y="342"/>
                  </a:lnTo>
                  <a:lnTo>
                    <a:pt x="286" y="340"/>
                  </a:lnTo>
                  <a:lnTo>
                    <a:pt x="290" y="340"/>
                  </a:lnTo>
                  <a:lnTo>
                    <a:pt x="294" y="340"/>
                  </a:lnTo>
                  <a:lnTo>
                    <a:pt x="298" y="340"/>
                  </a:lnTo>
                  <a:lnTo>
                    <a:pt x="302" y="340"/>
                  </a:lnTo>
                  <a:lnTo>
                    <a:pt x="302" y="336"/>
                  </a:lnTo>
                  <a:lnTo>
                    <a:pt x="298" y="336"/>
                  </a:lnTo>
                  <a:lnTo>
                    <a:pt x="298" y="340"/>
                  </a:lnTo>
                  <a:lnTo>
                    <a:pt x="294" y="340"/>
                  </a:lnTo>
                  <a:lnTo>
                    <a:pt x="290" y="340"/>
                  </a:lnTo>
                  <a:lnTo>
                    <a:pt x="286" y="340"/>
                  </a:lnTo>
                  <a:lnTo>
                    <a:pt x="286" y="336"/>
                  </a:lnTo>
                  <a:lnTo>
                    <a:pt x="282" y="336"/>
                  </a:lnTo>
                  <a:lnTo>
                    <a:pt x="278" y="336"/>
                  </a:lnTo>
                  <a:lnTo>
                    <a:pt x="282" y="336"/>
                  </a:lnTo>
                  <a:lnTo>
                    <a:pt x="282" y="332"/>
                  </a:lnTo>
                  <a:lnTo>
                    <a:pt x="286" y="328"/>
                  </a:lnTo>
                  <a:lnTo>
                    <a:pt x="282" y="332"/>
                  </a:lnTo>
                  <a:lnTo>
                    <a:pt x="278" y="332"/>
                  </a:lnTo>
                  <a:lnTo>
                    <a:pt x="276" y="332"/>
                  </a:lnTo>
                  <a:lnTo>
                    <a:pt x="276" y="328"/>
                  </a:lnTo>
                  <a:lnTo>
                    <a:pt x="276" y="324"/>
                  </a:lnTo>
                  <a:lnTo>
                    <a:pt x="272" y="324"/>
                  </a:lnTo>
                  <a:lnTo>
                    <a:pt x="272" y="320"/>
                  </a:lnTo>
                  <a:lnTo>
                    <a:pt x="276" y="320"/>
                  </a:lnTo>
                  <a:lnTo>
                    <a:pt x="272" y="320"/>
                  </a:lnTo>
                  <a:lnTo>
                    <a:pt x="268" y="320"/>
                  </a:lnTo>
                  <a:lnTo>
                    <a:pt x="272" y="324"/>
                  </a:lnTo>
                  <a:lnTo>
                    <a:pt x="272" y="328"/>
                  </a:lnTo>
                  <a:lnTo>
                    <a:pt x="276" y="328"/>
                  </a:lnTo>
                  <a:lnTo>
                    <a:pt x="276" y="332"/>
                  </a:lnTo>
                  <a:lnTo>
                    <a:pt x="276" y="336"/>
                  </a:lnTo>
                  <a:lnTo>
                    <a:pt x="272" y="336"/>
                  </a:lnTo>
                  <a:lnTo>
                    <a:pt x="268" y="336"/>
                  </a:lnTo>
                  <a:lnTo>
                    <a:pt x="272" y="336"/>
                  </a:lnTo>
                  <a:lnTo>
                    <a:pt x="272" y="340"/>
                  </a:lnTo>
                  <a:lnTo>
                    <a:pt x="268" y="340"/>
                  </a:lnTo>
                  <a:lnTo>
                    <a:pt x="268" y="336"/>
                  </a:lnTo>
                  <a:lnTo>
                    <a:pt x="268" y="340"/>
                  </a:lnTo>
                  <a:lnTo>
                    <a:pt x="272" y="340"/>
                  </a:lnTo>
                  <a:lnTo>
                    <a:pt x="272" y="342"/>
                  </a:lnTo>
                  <a:lnTo>
                    <a:pt x="268" y="342"/>
                  </a:lnTo>
                  <a:lnTo>
                    <a:pt x="264" y="342"/>
                  </a:lnTo>
                  <a:lnTo>
                    <a:pt x="264" y="346"/>
                  </a:lnTo>
                  <a:lnTo>
                    <a:pt x="260" y="346"/>
                  </a:lnTo>
                  <a:lnTo>
                    <a:pt x="256" y="346"/>
                  </a:lnTo>
                  <a:lnTo>
                    <a:pt x="252" y="342"/>
                  </a:lnTo>
                  <a:lnTo>
                    <a:pt x="250" y="342"/>
                  </a:lnTo>
                  <a:lnTo>
                    <a:pt x="252" y="342"/>
                  </a:lnTo>
                  <a:lnTo>
                    <a:pt x="250" y="342"/>
                  </a:lnTo>
                  <a:lnTo>
                    <a:pt x="246" y="342"/>
                  </a:lnTo>
                  <a:lnTo>
                    <a:pt x="246" y="340"/>
                  </a:lnTo>
                  <a:lnTo>
                    <a:pt x="242" y="336"/>
                  </a:lnTo>
                  <a:lnTo>
                    <a:pt x="246" y="336"/>
                  </a:lnTo>
                  <a:lnTo>
                    <a:pt x="250" y="336"/>
                  </a:lnTo>
                  <a:lnTo>
                    <a:pt x="250" y="332"/>
                  </a:lnTo>
                  <a:lnTo>
                    <a:pt x="252" y="332"/>
                  </a:lnTo>
                  <a:lnTo>
                    <a:pt x="256" y="332"/>
                  </a:lnTo>
                  <a:lnTo>
                    <a:pt x="260" y="328"/>
                  </a:lnTo>
                  <a:lnTo>
                    <a:pt x="260" y="324"/>
                  </a:lnTo>
                  <a:lnTo>
                    <a:pt x="264" y="324"/>
                  </a:lnTo>
                  <a:lnTo>
                    <a:pt x="260" y="324"/>
                  </a:lnTo>
                  <a:lnTo>
                    <a:pt x="260" y="328"/>
                  </a:lnTo>
                  <a:lnTo>
                    <a:pt x="256" y="328"/>
                  </a:lnTo>
                  <a:lnTo>
                    <a:pt x="256" y="332"/>
                  </a:lnTo>
                  <a:lnTo>
                    <a:pt x="252" y="332"/>
                  </a:lnTo>
                  <a:lnTo>
                    <a:pt x="250" y="332"/>
                  </a:lnTo>
                  <a:lnTo>
                    <a:pt x="250" y="328"/>
                  </a:lnTo>
                  <a:lnTo>
                    <a:pt x="246" y="328"/>
                  </a:lnTo>
                  <a:lnTo>
                    <a:pt x="250" y="328"/>
                  </a:lnTo>
                  <a:lnTo>
                    <a:pt x="250" y="324"/>
                  </a:lnTo>
                  <a:lnTo>
                    <a:pt x="256" y="320"/>
                  </a:lnTo>
                  <a:lnTo>
                    <a:pt x="252" y="320"/>
                  </a:lnTo>
                  <a:lnTo>
                    <a:pt x="256" y="320"/>
                  </a:lnTo>
                  <a:lnTo>
                    <a:pt x="256" y="316"/>
                  </a:lnTo>
                  <a:lnTo>
                    <a:pt x="252" y="316"/>
                  </a:lnTo>
                  <a:lnTo>
                    <a:pt x="256" y="316"/>
                  </a:lnTo>
                  <a:lnTo>
                    <a:pt x="252" y="316"/>
                  </a:lnTo>
                  <a:lnTo>
                    <a:pt x="250" y="320"/>
                  </a:lnTo>
                  <a:lnTo>
                    <a:pt x="250" y="316"/>
                  </a:lnTo>
                  <a:lnTo>
                    <a:pt x="246" y="316"/>
                  </a:lnTo>
                  <a:lnTo>
                    <a:pt x="246" y="314"/>
                  </a:lnTo>
                  <a:lnTo>
                    <a:pt x="250" y="314"/>
                  </a:lnTo>
                  <a:lnTo>
                    <a:pt x="250" y="316"/>
                  </a:lnTo>
                  <a:lnTo>
                    <a:pt x="252" y="316"/>
                  </a:lnTo>
                  <a:lnTo>
                    <a:pt x="260" y="316"/>
                  </a:lnTo>
                  <a:lnTo>
                    <a:pt x="264" y="316"/>
                  </a:lnTo>
                  <a:lnTo>
                    <a:pt x="260" y="316"/>
                  </a:lnTo>
                  <a:lnTo>
                    <a:pt x="256" y="316"/>
                  </a:lnTo>
                  <a:lnTo>
                    <a:pt x="256" y="314"/>
                  </a:lnTo>
                  <a:lnTo>
                    <a:pt x="252" y="316"/>
                  </a:lnTo>
                  <a:lnTo>
                    <a:pt x="252" y="314"/>
                  </a:lnTo>
                  <a:lnTo>
                    <a:pt x="256" y="314"/>
                  </a:lnTo>
                  <a:lnTo>
                    <a:pt x="260" y="314"/>
                  </a:lnTo>
                  <a:lnTo>
                    <a:pt x="256" y="314"/>
                  </a:lnTo>
                  <a:lnTo>
                    <a:pt x="256" y="310"/>
                  </a:lnTo>
                  <a:lnTo>
                    <a:pt x="260" y="310"/>
                  </a:lnTo>
                  <a:lnTo>
                    <a:pt x="256" y="310"/>
                  </a:lnTo>
                  <a:lnTo>
                    <a:pt x="256" y="306"/>
                  </a:lnTo>
                  <a:lnTo>
                    <a:pt x="260" y="306"/>
                  </a:lnTo>
                  <a:lnTo>
                    <a:pt x="256" y="306"/>
                  </a:lnTo>
                  <a:lnTo>
                    <a:pt x="256" y="302"/>
                  </a:lnTo>
                  <a:lnTo>
                    <a:pt x="252" y="302"/>
                  </a:lnTo>
                  <a:lnTo>
                    <a:pt x="250" y="302"/>
                  </a:lnTo>
                  <a:lnTo>
                    <a:pt x="246" y="302"/>
                  </a:lnTo>
                  <a:lnTo>
                    <a:pt x="246" y="298"/>
                  </a:lnTo>
                  <a:lnTo>
                    <a:pt x="250" y="298"/>
                  </a:lnTo>
                  <a:lnTo>
                    <a:pt x="252" y="298"/>
                  </a:lnTo>
                  <a:lnTo>
                    <a:pt x="250" y="294"/>
                  </a:lnTo>
                  <a:lnTo>
                    <a:pt x="250" y="290"/>
                  </a:lnTo>
                  <a:lnTo>
                    <a:pt x="252" y="290"/>
                  </a:lnTo>
                  <a:lnTo>
                    <a:pt x="252" y="294"/>
                  </a:lnTo>
                  <a:lnTo>
                    <a:pt x="252" y="290"/>
                  </a:lnTo>
                  <a:lnTo>
                    <a:pt x="250" y="290"/>
                  </a:lnTo>
                  <a:lnTo>
                    <a:pt x="246" y="290"/>
                  </a:lnTo>
                  <a:lnTo>
                    <a:pt x="246" y="286"/>
                  </a:lnTo>
                  <a:lnTo>
                    <a:pt x="242" y="286"/>
                  </a:lnTo>
                  <a:lnTo>
                    <a:pt x="238" y="286"/>
                  </a:lnTo>
                  <a:lnTo>
                    <a:pt x="238" y="284"/>
                  </a:lnTo>
                  <a:lnTo>
                    <a:pt x="242" y="284"/>
                  </a:lnTo>
                  <a:lnTo>
                    <a:pt x="238" y="284"/>
                  </a:lnTo>
                  <a:lnTo>
                    <a:pt x="242" y="284"/>
                  </a:lnTo>
                  <a:lnTo>
                    <a:pt x="246" y="284"/>
                  </a:lnTo>
                  <a:lnTo>
                    <a:pt x="242" y="284"/>
                  </a:lnTo>
                  <a:lnTo>
                    <a:pt x="242" y="280"/>
                  </a:lnTo>
                  <a:lnTo>
                    <a:pt x="246" y="280"/>
                  </a:lnTo>
                  <a:lnTo>
                    <a:pt x="242" y="280"/>
                  </a:lnTo>
                  <a:lnTo>
                    <a:pt x="242" y="276"/>
                  </a:lnTo>
                  <a:lnTo>
                    <a:pt x="238" y="276"/>
                  </a:lnTo>
                  <a:lnTo>
                    <a:pt x="242" y="276"/>
                  </a:lnTo>
                  <a:lnTo>
                    <a:pt x="238" y="276"/>
                  </a:lnTo>
                  <a:lnTo>
                    <a:pt x="234" y="276"/>
                  </a:lnTo>
                  <a:lnTo>
                    <a:pt x="234" y="272"/>
                  </a:lnTo>
                  <a:lnTo>
                    <a:pt x="238" y="272"/>
                  </a:lnTo>
                  <a:lnTo>
                    <a:pt x="238" y="268"/>
                  </a:lnTo>
                  <a:lnTo>
                    <a:pt x="234" y="268"/>
                  </a:lnTo>
                  <a:lnTo>
                    <a:pt x="230" y="272"/>
                  </a:lnTo>
                  <a:lnTo>
                    <a:pt x="226" y="272"/>
                  </a:lnTo>
                  <a:lnTo>
                    <a:pt x="222" y="272"/>
                  </a:lnTo>
                  <a:lnTo>
                    <a:pt x="220" y="272"/>
                  </a:lnTo>
                  <a:lnTo>
                    <a:pt x="222" y="272"/>
                  </a:lnTo>
                  <a:lnTo>
                    <a:pt x="226" y="272"/>
                  </a:lnTo>
                  <a:lnTo>
                    <a:pt x="230" y="272"/>
                  </a:lnTo>
                  <a:lnTo>
                    <a:pt x="230" y="268"/>
                  </a:lnTo>
                  <a:lnTo>
                    <a:pt x="234" y="268"/>
                  </a:lnTo>
                  <a:lnTo>
                    <a:pt x="230" y="268"/>
                  </a:lnTo>
                  <a:lnTo>
                    <a:pt x="230" y="264"/>
                  </a:lnTo>
                  <a:lnTo>
                    <a:pt x="234" y="264"/>
                  </a:lnTo>
                  <a:lnTo>
                    <a:pt x="238" y="264"/>
                  </a:lnTo>
                  <a:lnTo>
                    <a:pt x="234" y="264"/>
                  </a:lnTo>
                  <a:lnTo>
                    <a:pt x="230" y="264"/>
                  </a:lnTo>
                  <a:lnTo>
                    <a:pt x="226" y="264"/>
                  </a:lnTo>
                  <a:lnTo>
                    <a:pt x="230" y="264"/>
                  </a:lnTo>
                  <a:lnTo>
                    <a:pt x="234" y="264"/>
                  </a:lnTo>
                  <a:lnTo>
                    <a:pt x="238" y="260"/>
                  </a:lnTo>
                  <a:lnTo>
                    <a:pt x="234" y="260"/>
                  </a:lnTo>
                  <a:lnTo>
                    <a:pt x="230" y="260"/>
                  </a:lnTo>
                  <a:lnTo>
                    <a:pt x="230" y="256"/>
                  </a:lnTo>
                  <a:lnTo>
                    <a:pt x="226" y="256"/>
                  </a:lnTo>
                  <a:lnTo>
                    <a:pt x="222" y="256"/>
                  </a:lnTo>
                  <a:lnTo>
                    <a:pt x="222" y="254"/>
                  </a:lnTo>
                  <a:lnTo>
                    <a:pt x="226" y="254"/>
                  </a:lnTo>
                  <a:lnTo>
                    <a:pt x="226" y="250"/>
                  </a:lnTo>
                  <a:lnTo>
                    <a:pt x="222" y="250"/>
                  </a:lnTo>
                  <a:lnTo>
                    <a:pt x="220" y="250"/>
                  </a:lnTo>
                  <a:lnTo>
                    <a:pt x="216" y="250"/>
                  </a:lnTo>
                  <a:lnTo>
                    <a:pt x="212" y="250"/>
                  </a:lnTo>
                  <a:lnTo>
                    <a:pt x="212" y="246"/>
                  </a:lnTo>
                  <a:lnTo>
                    <a:pt x="208" y="246"/>
                  </a:lnTo>
                  <a:lnTo>
                    <a:pt x="212" y="246"/>
                  </a:lnTo>
                  <a:lnTo>
                    <a:pt x="212" y="242"/>
                  </a:lnTo>
                  <a:lnTo>
                    <a:pt x="208" y="242"/>
                  </a:lnTo>
                  <a:lnTo>
                    <a:pt x="208" y="238"/>
                  </a:lnTo>
                  <a:lnTo>
                    <a:pt x="204" y="238"/>
                  </a:lnTo>
                  <a:lnTo>
                    <a:pt x="200" y="238"/>
                  </a:lnTo>
                  <a:lnTo>
                    <a:pt x="204" y="238"/>
                  </a:lnTo>
                  <a:lnTo>
                    <a:pt x="208" y="238"/>
                  </a:lnTo>
                  <a:lnTo>
                    <a:pt x="208" y="234"/>
                  </a:lnTo>
                  <a:lnTo>
                    <a:pt x="204" y="234"/>
                  </a:lnTo>
                  <a:lnTo>
                    <a:pt x="204" y="230"/>
                  </a:lnTo>
                  <a:lnTo>
                    <a:pt x="208" y="230"/>
                  </a:lnTo>
                  <a:lnTo>
                    <a:pt x="204" y="230"/>
                  </a:lnTo>
                  <a:lnTo>
                    <a:pt x="204" y="228"/>
                  </a:lnTo>
                  <a:lnTo>
                    <a:pt x="200" y="228"/>
                  </a:lnTo>
                  <a:lnTo>
                    <a:pt x="200" y="230"/>
                  </a:lnTo>
                  <a:lnTo>
                    <a:pt x="196" y="230"/>
                  </a:lnTo>
                  <a:lnTo>
                    <a:pt x="194" y="228"/>
                  </a:lnTo>
                  <a:lnTo>
                    <a:pt x="196" y="228"/>
                  </a:lnTo>
                  <a:lnTo>
                    <a:pt x="196" y="224"/>
                  </a:lnTo>
                  <a:lnTo>
                    <a:pt x="194" y="224"/>
                  </a:lnTo>
                  <a:lnTo>
                    <a:pt x="190" y="224"/>
                  </a:lnTo>
                  <a:lnTo>
                    <a:pt x="190" y="228"/>
                  </a:lnTo>
                  <a:lnTo>
                    <a:pt x="186" y="228"/>
                  </a:lnTo>
                  <a:lnTo>
                    <a:pt x="186" y="224"/>
                  </a:lnTo>
                  <a:lnTo>
                    <a:pt x="190" y="224"/>
                  </a:lnTo>
                  <a:lnTo>
                    <a:pt x="186" y="224"/>
                  </a:lnTo>
                  <a:lnTo>
                    <a:pt x="182" y="224"/>
                  </a:lnTo>
                  <a:lnTo>
                    <a:pt x="182" y="220"/>
                  </a:lnTo>
                  <a:lnTo>
                    <a:pt x="178" y="220"/>
                  </a:lnTo>
                  <a:lnTo>
                    <a:pt x="174" y="220"/>
                  </a:lnTo>
                  <a:lnTo>
                    <a:pt x="170" y="220"/>
                  </a:lnTo>
                  <a:lnTo>
                    <a:pt x="170" y="216"/>
                  </a:lnTo>
                  <a:lnTo>
                    <a:pt x="164" y="216"/>
                  </a:lnTo>
                  <a:lnTo>
                    <a:pt x="160" y="216"/>
                  </a:lnTo>
                  <a:lnTo>
                    <a:pt x="156" y="216"/>
                  </a:lnTo>
                  <a:lnTo>
                    <a:pt x="152" y="216"/>
                  </a:lnTo>
                  <a:lnTo>
                    <a:pt x="152" y="212"/>
                  </a:lnTo>
                  <a:lnTo>
                    <a:pt x="148" y="212"/>
                  </a:lnTo>
                  <a:lnTo>
                    <a:pt x="148" y="216"/>
                  </a:lnTo>
                  <a:lnTo>
                    <a:pt x="148" y="212"/>
                  </a:lnTo>
                  <a:lnTo>
                    <a:pt x="144" y="212"/>
                  </a:lnTo>
                  <a:lnTo>
                    <a:pt x="144" y="216"/>
                  </a:lnTo>
                  <a:lnTo>
                    <a:pt x="140" y="216"/>
                  </a:lnTo>
                  <a:lnTo>
                    <a:pt x="144" y="212"/>
                  </a:lnTo>
                  <a:lnTo>
                    <a:pt x="140" y="212"/>
                  </a:lnTo>
                  <a:lnTo>
                    <a:pt x="136" y="212"/>
                  </a:lnTo>
                  <a:lnTo>
                    <a:pt x="134" y="212"/>
                  </a:lnTo>
                  <a:lnTo>
                    <a:pt x="130" y="216"/>
                  </a:lnTo>
                  <a:lnTo>
                    <a:pt x="126" y="216"/>
                  </a:lnTo>
                  <a:lnTo>
                    <a:pt x="122" y="216"/>
                  </a:lnTo>
                  <a:lnTo>
                    <a:pt x="122" y="212"/>
                  </a:lnTo>
                  <a:lnTo>
                    <a:pt x="118" y="216"/>
                  </a:lnTo>
                  <a:lnTo>
                    <a:pt x="118" y="212"/>
                  </a:lnTo>
                  <a:lnTo>
                    <a:pt x="118" y="216"/>
                  </a:lnTo>
                  <a:lnTo>
                    <a:pt x="114" y="216"/>
                  </a:lnTo>
                  <a:lnTo>
                    <a:pt x="118" y="216"/>
                  </a:lnTo>
                  <a:lnTo>
                    <a:pt x="118" y="220"/>
                  </a:lnTo>
                  <a:lnTo>
                    <a:pt x="114" y="220"/>
                  </a:lnTo>
                  <a:lnTo>
                    <a:pt x="114" y="216"/>
                  </a:lnTo>
                  <a:lnTo>
                    <a:pt x="110" y="216"/>
                  </a:lnTo>
                  <a:lnTo>
                    <a:pt x="110" y="220"/>
                  </a:lnTo>
                  <a:lnTo>
                    <a:pt x="110" y="216"/>
                  </a:lnTo>
                  <a:lnTo>
                    <a:pt x="108" y="216"/>
                  </a:lnTo>
                  <a:lnTo>
                    <a:pt x="110" y="216"/>
                  </a:lnTo>
                  <a:lnTo>
                    <a:pt x="108" y="216"/>
                  </a:lnTo>
                  <a:lnTo>
                    <a:pt x="108" y="220"/>
                  </a:lnTo>
                  <a:lnTo>
                    <a:pt x="104" y="220"/>
                  </a:lnTo>
                  <a:lnTo>
                    <a:pt x="100" y="220"/>
                  </a:lnTo>
                  <a:lnTo>
                    <a:pt x="100" y="216"/>
                  </a:lnTo>
                  <a:lnTo>
                    <a:pt x="104" y="216"/>
                  </a:lnTo>
                  <a:lnTo>
                    <a:pt x="100" y="216"/>
                  </a:lnTo>
                  <a:lnTo>
                    <a:pt x="104" y="216"/>
                  </a:lnTo>
                  <a:lnTo>
                    <a:pt x="104" y="212"/>
                  </a:lnTo>
                  <a:lnTo>
                    <a:pt x="100" y="212"/>
                  </a:lnTo>
                  <a:lnTo>
                    <a:pt x="96" y="212"/>
                  </a:lnTo>
                  <a:lnTo>
                    <a:pt x="94" y="216"/>
                  </a:lnTo>
                  <a:lnTo>
                    <a:pt x="94" y="220"/>
                  </a:lnTo>
                  <a:lnTo>
                    <a:pt x="90" y="216"/>
                  </a:lnTo>
                  <a:lnTo>
                    <a:pt x="86" y="216"/>
                  </a:lnTo>
                  <a:lnTo>
                    <a:pt x="86" y="212"/>
                  </a:lnTo>
                  <a:lnTo>
                    <a:pt x="82" y="216"/>
                  </a:lnTo>
                  <a:lnTo>
                    <a:pt x="86" y="216"/>
                  </a:lnTo>
                  <a:lnTo>
                    <a:pt x="86" y="220"/>
                  </a:lnTo>
                  <a:lnTo>
                    <a:pt x="90" y="220"/>
                  </a:lnTo>
                  <a:lnTo>
                    <a:pt x="94" y="224"/>
                  </a:lnTo>
                  <a:lnTo>
                    <a:pt x="90" y="224"/>
                  </a:lnTo>
                  <a:lnTo>
                    <a:pt x="86" y="224"/>
                  </a:lnTo>
                  <a:lnTo>
                    <a:pt x="82" y="220"/>
                  </a:lnTo>
                  <a:lnTo>
                    <a:pt x="78" y="220"/>
                  </a:lnTo>
                  <a:lnTo>
                    <a:pt x="74" y="220"/>
                  </a:lnTo>
                  <a:lnTo>
                    <a:pt x="70" y="220"/>
                  </a:lnTo>
                  <a:lnTo>
                    <a:pt x="66" y="220"/>
                  </a:lnTo>
                  <a:lnTo>
                    <a:pt x="64" y="220"/>
                  </a:lnTo>
                  <a:lnTo>
                    <a:pt x="64" y="216"/>
                  </a:lnTo>
                  <a:lnTo>
                    <a:pt x="60" y="216"/>
                  </a:lnTo>
                  <a:lnTo>
                    <a:pt x="56" y="216"/>
                  </a:lnTo>
                  <a:lnTo>
                    <a:pt x="56" y="212"/>
                  </a:lnTo>
                  <a:lnTo>
                    <a:pt x="52" y="212"/>
                  </a:lnTo>
                  <a:lnTo>
                    <a:pt x="48" y="212"/>
                  </a:lnTo>
                  <a:lnTo>
                    <a:pt x="48" y="208"/>
                  </a:lnTo>
                  <a:lnTo>
                    <a:pt x="52" y="208"/>
                  </a:lnTo>
                  <a:lnTo>
                    <a:pt x="56" y="208"/>
                  </a:lnTo>
                  <a:lnTo>
                    <a:pt x="60" y="204"/>
                  </a:lnTo>
                  <a:lnTo>
                    <a:pt x="64" y="204"/>
                  </a:lnTo>
                  <a:lnTo>
                    <a:pt x="70" y="204"/>
                  </a:lnTo>
                  <a:lnTo>
                    <a:pt x="70" y="200"/>
                  </a:lnTo>
                  <a:lnTo>
                    <a:pt x="66" y="200"/>
                  </a:lnTo>
                  <a:lnTo>
                    <a:pt x="64" y="200"/>
                  </a:lnTo>
                  <a:lnTo>
                    <a:pt x="64" y="204"/>
                  </a:lnTo>
                  <a:lnTo>
                    <a:pt x="60" y="204"/>
                  </a:lnTo>
                  <a:lnTo>
                    <a:pt x="60" y="200"/>
                  </a:lnTo>
                  <a:lnTo>
                    <a:pt x="56" y="200"/>
                  </a:lnTo>
                  <a:lnTo>
                    <a:pt x="52" y="200"/>
                  </a:lnTo>
                  <a:lnTo>
                    <a:pt x="48" y="200"/>
                  </a:lnTo>
                  <a:lnTo>
                    <a:pt x="44" y="200"/>
                  </a:lnTo>
                  <a:lnTo>
                    <a:pt x="40" y="200"/>
                  </a:lnTo>
                  <a:lnTo>
                    <a:pt x="40" y="198"/>
                  </a:lnTo>
                  <a:lnTo>
                    <a:pt x="44" y="198"/>
                  </a:lnTo>
                  <a:lnTo>
                    <a:pt x="44" y="194"/>
                  </a:lnTo>
                  <a:lnTo>
                    <a:pt x="48" y="194"/>
                  </a:lnTo>
                  <a:lnTo>
                    <a:pt x="44" y="194"/>
                  </a:lnTo>
                  <a:lnTo>
                    <a:pt x="40" y="198"/>
                  </a:lnTo>
                  <a:lnTo>
                    <a:pt x="38" y="198"/>
                  </a:lnTo>
                  <a:lnTo>
                    <a:pt x="38" y="200"/>
                  </a:lnTo>
                  <a:lnTo>
                    <a:pt x="34" y="200"/>
                  </a:lnTo>
                  <a:lnTo>
                    <a:pt x="34" y="198"/>
                  </a:lnTo>
                  <a:lnTo>
                    <a:pt x="30" y="198"/>
                  </a:lnTo>
                  <a:lnTo>
                    <a:pt x="34" y="194"/>
                  </a:lnTo>
                  <a:lnTo>
                    <a:pt x="30" y="198"/>
                  </a:lnTo>
                  <a:lnTo>
                    <a:pt x="30" y="194"/>
                  </a:lnTo>
                  <a:lnTo>
                    <a:pt x="26" y="194"/>
                  </a:lnTo>
                  <a:lnTo>
                    <a:pt x="22" y="194"/>
                  </a:lnTo>
                  <a:lnTo>
                    <a:pt x="22" y="190"/>
                  </a:lnTo>
                  <a:lnTo>
                    <a:pt x="26" y="190"/>
                  </a:lnTo>
                  <a:lnTo>
                    <a:pt x="30" y="190"/>
                  </a:lnTo>
                  <a:lnTo>
                    <a:pt x="34" y="186"/>
                  </a:lnTo>
                  <a:lnTo>
                    <a:pt x="38" y="186"/>
                  </a:lnTo>
                  <a:lnTo>
                    <a:pt x="40" y="186"/>
                  </a:lnTo>
                  <a:lnTo>
                    <a:pt x="44" y="186"/>
                  </a:lnTo>
                  <a:lnTo>
                    <a:pt x="48" y="186"/>
                  </a:lnTo>
                  <a:lnTo>
                    <a:pt x="52" y="186"/>
                  </a:lnTo>
                  <a:lnTo>
                    <a:pt x="56" y="186"/>
                  </a:lnTo>
                  <a:lnTo>
                    <a:pt x="56" y="190"/>
                  </a:lnTo>
                  <a:lnTo>
                    <a:pt x="60" y="190"/>
                  </a:lnTo>
                  <a:lnTo>
                    <a:pt x="64" y="190"/>
                  </a:lnTo>
                  <a:lnTo>
                    <a:pt x="66" y="190"/>
                  </a:lnTo>
                  <a:lnTo>
                    <a:pt x="70" y="190"/>
                  </a:lnTo>
                  <a:lnTo>
                    <a:pt x="70" y="186"/>
                  </a:lnTo>
                  <a:lnTo>
                    <a:pt x="74" y="186"/>
                  </a:lnTo>
                  <a:lnTo>
                    <a:pt x="74" y="190"/>
                  </a:lnTo>
                  <a:lnTo>
                    <a:pt x="78" y="190"/>
                  </a:lnTo>
                  <a:lnTo>
                    <a:pt x="82" y="190"/>
                  </a:lnTo>
                  <a:lnTo>
                    <a:pt x="86" y="190"/>
                  </a:lnTo>
                  <a:lnTo>
                    <a:pt x="90" y="190"/>
                  </a:lnTo>
                  <a:lnTo>
                    <a:pt x="94" y="190"/>
                  </a:lnTo>
                  <a:lnTo>
                    <a:pt x="96" y="190"/>
                  </a:lnTo>
                  <a:lnTo>
                    <a:pt x="96" y="186"/>
                  </a:lnTo>
                  <a:lnTo>
                    <a:pt x="94" y="190"/>
                  </a:lnTo>
                  <a:lnTo>
                    <a:pt x="90" y="190"/>
                  </a:lnTo>
                  <a:lnTo>
                    <a:pt x="86" y="190"/>
                  </a:lnTo>
                  <a:lnTo>
                    <a:pt x="82" y="190"/>
                  </a:lnTo>
                  <a:lnTo>
                    <a:pt x="78" y="190"/>
                  </a:lnTo>
                  <a:lnTo>
                    <a:pt x="78" y="186"/>
                  </a:lnTo>
                  <a:lnTo>
                    <a:pt x="74" y="186"/>
                  </a:lnTo>
                  <a:lnTo>
                    <a:pt x="70" y="186"/>
                  </a:lnTo>
                  <a:lnTo>
                    <a:pt x="66" y="186"/>
                  </a:lnTo>
                  <a:lnTo>
                    <a:pt x="64" y="186"/>
                  </a:lnTo>
                  <a:lnTo>
                    <a:pt x="60" y="186"/>
                  </a:lnTo>
                  <a:lnTo>
                    <a:pt x="56" y="186"/>
                  </a:lnTo>
                  <a:lnTo>
                    <a:pt x="60" y="186"/>
                  </a:lnTo>
                  <a:lnTo>
                    <a:pt x="64" y="182"/>
                  </a:lnTo>
                  <a:lnTo>
                    <a:pt x="66" y="182"/>
                  </a:lnTo>
                  <a:lnTo>
                    <a:pt x="70" y="182"/>
                  </a:lnTo>
                  <a:lnTo>
                    <a:pt x="74" y="182"/>
                  </a:lnTo>
                  <a:lnTo>
                    <a:pt x="78" y="182"/>
                  </a:lnTo>
                  <a:lnTo>
                    <a:pt x="82" y="182"/>
                  </a:lnTo>
                  <a:lnTo>
                    <a:pt x="86" y="182"/>
                  </a:lnTo>
                  <a:lnTo>
                    <a:pt x="90" y="182"/>
                  </a:lnTo>
                  <a:lnTo>
                    <a:pt x="90" y="186"/>
                  </a:lnTo>
                  <a:lnTo>
                    <a:pt x="94" y="186"/>
                  </a:lnTo>
                  <a:lnTo>
                    <a:pt x="96" y="186"/>
                  </a:lnTo>
                  <a:lnTo>
                    <a:pt x="94" y="186"/>
                  </a:lnTo>
                  <a:lnTo>
                    <a:pt x="90" y="182"/>
                  </a:lnTo>
                  <a:lnTo>
                    <a:pt x="94" y="182"/>
                  </a:lnTo>
                  <a:lnTo>
                    <a:pt x="96" y="182"/>
                  </a:lnTo>
                  <a:lnTo>
                    <a:pt x="96" y="178"/>
                  </a:lnTo>
                  <a:lnTo>
                    <a:pt x="96" y="174"/>
                  </a:lnTo>
                  <a:lnTo>
                    <a:pt x="94" y="174"/>
                  </a:lnTo>
                  <a:lnTo>
                    <a:pt x="90" y="174"/>
                  </a:lnTo>
                  <a:lnTo>
                    <a:pt x="86" y="174"/>
                  </a:lnTo>
                  <a:lnTo>
                    <a:pt x="82" y="174"/>
                  </a:lnTo>
                  <a:lnTo>
                    <a:pt x="82" y="178"/>
                  </a:lnTo>
                  <a:lnTo>
                    <a:pt x="78" y="178"/>
                  </a:lnTo>
                  <a:lnTo>
                    <a:pt x="74" y="178"/>
                  </a:lnTo>
                  <a:lnTo>
                    <a:pt x="70" y="178"/>
                  </a:lnTo>
                  <a:lnTo>
                    <a:pt x="66" y="178"/>
                  </a:lnTo>
                  <a:lnTo>
                    <a:pt x="64" y="178"/>
                  </a:lnTo>
                  <a:lnTo>
                    <a:pt x="66" y="178"/>
                  </a:lnTo>
                  <a:lnTo>
                    <a:pt x="64" y="178"/>
                  </a:lnTo>
                  <a:lnTo>
                    <a:pt x="64" y="174"/>
                  </a:lnTo>
                  <a:lnTo>
                    <a:pt x="60" y="174"/>
                  </a:lnTo>
                  <a:lnTo>
                    <a:pt x="60" y="178"/>
                  </a:lnTo>
                  <a:lnTo>
                    <a:pt x="64" y="178"/>
                  </a:lnTo>
                  <a:lnTo>
                    <a:pt x="60" y="178"/>
                  </a:lnTo>
                  <a:lnTo>
                    <a:pt x="56" y="178"/>
                  </a:lnTo>
                  <a:lnTo>
                    <a:pt x="56" y="182"/>
                  </a:lnTo>
                  <a:lnTo>
                    <a:pt x="52" y="182"/>
                  </a:lnTo>
                  <a:lnTo>
                    <a:pt x="52" y="178"/>
                  </a:lnTo>
                  <a:lnTo>
                    <a:pt x="48" y="178"/>
                  </a:lnTo>
                  <a:lnTo>
                    <a:pt x="44" y="178"/>
                  </a:lnTo>
                  <a:lnTo>
                    <a:pt x="40" y="178"/>
                  </a:lnTo>
                  <a:lnTo>
                    <a:pt x="38" y="178"/>
                  </a:lnTo>
                  <a:lnTo>
                    <a:pt x="40" y="174"/>
                  </a:lnTo>
                  <a:lnTo>
                    <a:pt x="44" y="174"/>
                  </a:lnTo>
                  <a:lnTo>
                    <a:pt x="48" y="174"/>
                  </a:lnTo>
                  <a:lnTo>
                    <a:pt x="48" y="172"/>
                  </a:lnTo>
                  <a:lnTo>
                    <a:pt x="48" y="174"/>
                  </a:lnTo>
                  <a:lnTo>
                    <a:pt x="44" y="174"/>
                  </a:lnTo>
                  <a:lnTo>
                    <a:pt x="40" y="174"/>
                  </a:lnTo>
                  <a:lnTo>
                    <a:pt x="38" y="174"/>
                  </a:lnTo>
                  <a:lnTo>
                    <a:pt x="34" y="174"/>
                  </a:lnTo>
                  <a:lnTo>
                    <a:pt x="34" y="172"/>
                  </a:lnTo>
                  <a:lnTo>
                    <a:pt x="38" y="172"/>
                  </a:lnTo>
                  <a:lnTo>
                    <a:pt x="40" y="172"/>
                  </a:lnTo>
                  <a:lnTo>
                    <a:pt x="38" y="172"/>
                  </a:lnTo>
                  <a:lnTo>
                    <a:pt x="34" y="172"/>
                  </a:lnTo>
                  <a:lnTo>
                    <a:pt x="30" y="172"/>
                  </a:lnTo>
                  <a:lnTo>
                    <a:pt x="26" y="172"/>
                  </a:lnTo>
                  <a:lnTo>
                    <a:pt x="22" y="172"/>
                  </a:lnTo>
                  <a:lnTo>
                    <a:pt x="26" y="172"/>
                  </a:lnTo>
                  <a:lnTo>
                    <a:pt x="26" y="168"/>
                  </a:lnTo>
                  <a:lnTo>
                    <a:pt x="22" y="168"/>
                  </a:lnTo>
                  <a:lnTo>
                    <a:pt x="22" y="172"/>
                  </a:lnTo>
                  <a:lnTo>
                    <a:pt x="18" y="172"/>
                  </a:lnTo>
                  <a:lnTo>
                    <a:pt x="18" y="168"/>
                  </a:lnTo>
                  <a:lnTo>
                    <a:pt x="14" y="168"/>
                  </a:lnTo>
                  <a:lnTo>
                    <a:pt x="10" y="168"/>
                  </a:lnTo>
                  <a:lnTo>
                    <a:pt x="8" y="164"/>
                  </a:lnTo>
                  <a:lnTo>
                    <a:pt x="10" y="164"/>
                  </a:lnTo>
                  <a:lnTo>
                    <a:pt x="8" y="164"/>
                  </a:lnTo>
                  <a:lnTo>
                    <a:pt x="4" y="164"/>
                  </a:lnTo>
                  <a:lnTo>
                    <a:pt x="0" y="160"/>
                  </a:lnTo>
                  <a:lnTo>
                    <a:pt x="4" y="160"/>
                  </a:lnTo>
                  <a:lnTo>
                    <a:pt x="4" y="158"/>
                  </a:lnTo>
                  <a:lnTo>
                    <a:pt x="8" y="158"/>
                  </a:lnTo>
                  <a:lnTo>
                    <a:pt x="4" y="158"/>
                  </a:lnTo>
                  <a:lnTo>
                    <a:pt x="4" y="154"/>
                  </a:lnTo>
                  <a:lnTo>
                    <a:pt x="8" y="154"/>
                  </a:lnTo>
                  <a:lnTo>
                    <a:pt x="4" y="154"/>
                  </a:lnTo>
                  <a:lnTo>
                    <a:pt x="8" y="150"/>
                  </a:lnTo>
                  <a:lnTo>
                    <a:pt x="10" y="150"/>
                  </a:lnTo>
                  <a:lnTo>
                    <a:pt x="14" y="150"/>
                  </a:lnTo>
                  <a:lnTo>
                    <a:pt x="18" y="150"/>
                  </a:lnTo>
                  <a:lnTo>
                    <a:pt x="22" y="150"/>
                  </a:lnTo>
                  <a:lnTo>
                    <a:pt x="26" y="150"/>
                  </a:lnTo>
                  <a:lnTo>
                    <a:pt x="30" y="150"/>
                  </a:lnTo>
                  <a:lnTo>
                    <a:pt x="30" y="146"/>
                  </a:lnTo>
                  <a:lnTo>
                    <a:pt x="34" y="146"/>
                  </a:lnTo>
                  <a:lnTo>
                    <a:pt x="38" y="146"/>
                  </a:lnTo>
                  <a:lnTo>
                    <a:pt x="40" y="146"/>
                  </a:lnTo>
                  <a:lnTo>
                    <a:pt x="44" y="146"/>
                  </a:lnTo>
                  <a:lnTo>
                    <a:pt x="40" y="146"/>
                  </a:lnTo>
                  <a:lnTo>
                    <a:pt x="40" y="142"/>
                  </a:lnTo>
                  <a:lnTo>
                    <a:pt x="44" y="142"/>
                  </a:lnTo>
                  <a:lnTo>
                    <a:pt x="48" y="142"/>
                  </a:lnTo>
                  <a:lnTo>
                    <a:pt x="52" y="142"/>
                  </a:lnTo>
                  <a:lnTo>
                    <a:pt x="56" y="142"/>
                  </a:lnTo>
                  <a:lnTo>
                    <a:pt x="60" y="142"/>
                  </a:lnTo>
                  <a:lnTo>
                    <a:pt x="56" y="142"/>
                  </a:lnTo>
                  <a:lnTo>
                    <a:pt x="56" y="138"/>
                  </a:lnTo>
                  <a:lnTo>
                    <a:pt x="60" y="138"/>
                  </a:lnTo>
                  <a:lnTo>
                    <a:pt x="66" y="134"/>
                  </a:lnTo>
                  <a:lnTo>
                    <a:pt x="70" y="134"/>
                  </a:lnTo>
                  <a:lnTo>
                    <a:pt x="74" y="138"/>
                  </a:lnTo>
                  <a:lnTo>
                    <a:pt x="74" y="134"/>
                  </a:lnTo>
                  <a:lnTo>
                    <a:pt x="78" y="134"/>
                  </a:lnTo>
                  <a:lnTo>
                    <a:pt x="82" y="134"/>
                  </a:lnTo>
                  <a:lnTo>
                    <a:pt x="86" y="134"/>
                  </a:lnTo>
                  <a:lnTo>
                    <a:pt x="90" y="134"/>
                  </a:lnTo>
                  <a:lnTo>
                    <a:pt x="94" y="134"/>
                  </a:lnTo>
                  <a:lnTo>
                    <a:pt x="96" y="134"/>
                  </a:lnTo>
                  <a:lnTo>
                    <a:pt x="100" y="134"/>
                  </a:lnTo>
                  <a:lnTo>
                    <a:pt x="104" y="130"/>
                  </a:lnTo>
                  <a:lnTo>
                    <a:pt x="108" y="128"/>
                  </a:lnTo>
                  <a:lnTo>
                    <a:pt x="110" y="128"/>
                  </a:lnTo>
                  <a:lnTo>
                    <a:pt x="110" y="124"/>
                  </a:lnTo>
                  <a:lnTo>
                    <a:pt x="114" y="124"/>
                  </a:lnTo>
                  <a:lnTo>
                    <a:pt x="114" y="120"/>
                  </a:lnTo>
                  <a:lnTo>
                    <a:pt x="110" y="120"/>
                  </a:lnTo>
                  <a:lnTo>
                    <a:pt x="110" y="116"/>
                  </a:lnTo>
                  <a:lnTo>
                    <a:pt x="110" y="112"/>
                  </a:lnTo>
                  <a:lnTo>
                    <a:pt x="110" y="108"/>
                  </a:lnTo>
                  <a:lnTo>
                    <a:pt x="114" y="108"/>
                  </a:lnTo>
                  <a:lnTo>
                    <a:pt x="122" y="108"/>
                  </a:lnTo>
                  <a:lnTo>
                    <a:pt x="122" y="104"/>
                  </a:lnTo>
                  <a:lnTo>
                    <a:pt x="126" y="104"/>
                  </a:lnTo>
                  <a:lnTo>
                    <a:pt x="130" y="104"/>
                  </a:lnTo>
                  <a:lnTo>
                    <a:pt x="126" y="104"/>
                  </a:lnTo>
                  <a:lnTo>
                    <a:pt x="122" y="104"/>
                  </a:lnTo>
                  <a:lnTo>
                    <a:pt x="122" y="100"/>
                  </a:lnTo>
                  <a:lnTo>
                    <a:pt x="122" y="104"/>
                  </a:lnTo>
                  <a:lnTo>
                    <a:pt x="118" y="104"/>
                  </a:lnTo>
                  <a:lnTo>
                    <a:pt x="114" y="104"/>
                  </a:lnTo>
                  <a:lnTo>
                    <a:pt x="114" y="108"/>
                  </a:lnTo>
                  <a:lnTo>
                    <a:pt x="110" y="108"/>
                  </a:lnTo>
                  <a:lnTo>
                    <a:pt x="110" y="104"/>
                  </a:lnTo>
                  <a:lnTo>
                    <a:pt x="108" y="104"/>
                  </a:lnTo>
                  <a:lnTo>
                    <a:pt x="108" y="108"/>
                  </a:lnTo>
                  <a:lnTo>
                    <a:pt x="104" y="108"/>
                  </a:lnTo>
                  <a:lnTo>
                    <a:pt x="100" y="108"/>
                  </a:lnTo>
                  <a:lnTo>
                    <a:pt x="96" y="108"/>
                  </a:lnTo>
                  <a:lnTo>
                    <a:pt x="96" y="104"/>
                  </a:lnTo>
                  <a:lnTo>
                    <a:pt x="94" y="104"/>
                  </a:lnTo>
                  <a:lnTo>
                    <a:pt x="90" y="104"/>
                  </a:lnTo>
                  <a:lnTo>
                    <a:pt x="90" y="108"/>
                  </a:lnTo>
                  <a:lnTo>
                    <a:pt x="86" y="108"/>
                  </a:lnTo>
                  <a:lnTo>
                    <a:pt x="82" y="108"/>
                  </a:lnTo>
                  <a:lnTo>
                    <a:pt x="82" y="104"/>
                  </a:lnTo>
                  <a:lnTo>
                    <a:pt x="78" y="104"/>
                  </a:lnTo>
                  <a:lnTo>
                    <a:pt x="78" y="100"/>
                  </a:lnTo>
                  <a:lnTo>
                    <a:pt x="78" y="98"/>
                  </a:lnTo>
                  <a:lnTo>
                    <a:pt x="82" y="98"/>
                  </a:lnTo>
                  <a:lnTo>
                    <a:pt x="86" y="98"/>
                  </a:lnTo>
                  <a:lnTo>
                    <a:pt x="90" y="94"/>
                  </a:lnTo>
                  <a:lnTo>
                    <a:pt x="94" y="94"/>
                  </a:lnTo>
                  <a:lnTo>
                    <a:pt x="94" y="90"/>
                  </a:lnTo>
                  <a:lnTo>
                    <a:pt x="96" y="90"/>
                  </a:lnTo>
                  <a:lnTo>
                    <a:pt x="100" y="90"/>
                  </a:lnTo>
                  <a:lnTo>
                    <a:pt x="104" y="90"/>
                  </a:lnTo>
                  <a:lnTo>
                    <a:pt x="104" y="86"/>
                  </a:lnTo>
                  <a:lnTo>
                    <a:pt x="108" y="86"/>
                  </a:lnTo>
                  <a:lnTo>
                    <a:pt x="110" y="86"/>
                  </a:lnTo>
                  <a:lnTo>
                    <a:pt x="110" y="82"/>
                  </a:lnTo>
                  <a:lnTo>
                    <a:pt x="114" y="82"/>
                  </a:lnTo>
                  <a:lnTo>
                    <a:pt x="114" y="78"/>
                  </a:lnTo>
                  <a:lnTo>
                    <a:pt x="118" y="78"/>
                  </a:lnTo>
                  <a:lnTo>
                    <a:pt x="122" y="78"/>
                  </a:lnTo>
                  <a:lnTo>
                    <a:pt x="126" y="78"/>
                  </a:lnTo>
                  <a:lnTo>
                    <a:pt x="130" y="78"/>
                  </a:lnTo>
                  <a:lnTo>
                    <a:pt x="130" y="74"/>
                  </a:lnTo>
                  <a:lnTo>
                    <a:pt x="134" y="74"/>
                  </a:lnTo>
                  <a:lnTo>
                    <a:pt x="134" y="78"/>
                  </a:lnTo>
                  <a:lnTo>
                    <a:pt x="136" y="82"/>
                  </a:lnTo>
                  <a:lnTo>
                    <a:pt x="140" y="86"/>
                  </a:lnTo>
                  <a:lnTo>
                    <a:pt x="144" y="86"/>
                  </a:lnTo>
                  <a:lnTo>
                    <a:pt x="140" y="86"/>
                  </a:lnTo>
                  <a:lnTo>
                    <a:pt x="140" y="82"/>
                  </a:lnTo>
                  <a:lnTo>
                    <a:pt x="136" y="82"/>
                  </a:lnTo>
                  <a:lnTo>
                    <a:pt x="136" y="78"/>
                  </a:lnTo>
                  <a:lnTo>
                    <a:pt x="136" y="74"/>
                  </a:lnTo>
                  <a:lnTo>
                    <a:pt x="140" y="72"/>
                  </a:lnTo>
                  <a:lnTo>
                    <a:pt x="144" y="72"/>
                  </a:lnTo>
                  <a:lnTo>
                    <a:pt x="144" y="74"/>
                  </a:lnTo>
                  <a:lnTo>
                    <a:pt x="148" y="74"/>
                  </a:lnTo>
                  <a:lnTo>
                    <a:pt x="152" y="74"/>
                  </a:lnTo>
                  <a:lnTo>
                    <a:pt x="156" y="74"/>
                  </a:lnTo>
                  <a:lnTo>
                    <a:pt x="160" y="78"/>
                  </a:lnTo>
                  <a:lnTo>
                    <a:pt x="164" y="78"/>
                  </a:lnTo>
                  <a:lnTo>
                    <a:pt x="164" y="74"/>
                  </a:lnTo>
                  <a:lnTo>
                    <a:pt x="166" y="74"/>
                  </a:lnTo>
                  <a:lnTo>
                    <a:pt x="170" y="74"/>
                  </a:lnTo>
                  <a:lnTo>
                    <a:pt x="166" y="74"/>
                  </a:lnTo>
                  <a:lnTo>
                    <a:pt x="166" y="72"/>
                  </a:lnTo>
                  <a:lnTo>
                    <a:pt x="164" y="68"/>
                  </a:lnTo>
                  <a:lnTo>
                    <a:pt x="166" y="68"/>
                  </a:lnTo>
                  <a:lnTo>
                    <a:pt x="170" y="68"/>
                  </a:lnTo>
                  <a:lnTo>
                    <a:pt x="170" y="64"/>
                  </a:lnTo>
                  <a:lnTo>
                    <a:pt x="166" y="64"/>
                  </a:lnTo>
                  <a:lnTo>
                    <a:pt x="166" y="60"/>
                  </a:lnTo>
                  <a:lnTo>
                    <a:pt x="164" y="60"/>
                  </a:lnTo>
                  <a:lnTo>
                    <a:pt x="164" y="56"/>
                  </a:lnTo>
                  <a:lnTo>
                    <a:pt x="166" y="56"/>
                  </a:lnTo>
                  <a:lnTo>
                    <a:pt x="170" y="52"/>
                  </a:lnTo>
                  <a:lnTo>
                    <a:pt x="174" y="52"/>
                  </a:lnTo>
                  <a:lnTo>
                    <a:pt x="178" y="52"/>
                  </a:lnTo>
                  <a:lnTo>
                    <a:pt x="182" y="52"/>
                  </a:lnTo>
                  <a:lnTo>
                    <a:pt x="186" y="52"/>
                  </a:lnTo>
                  <a:lnTo>
                    <a:pt x="190" y="52"/>
                  </a:lnTo>
                  <a:lnTo>
                    <a:pt x="194" y="52"/>
                  </a:lnTo>
                  <a:lnTo>
                    <a:pt x="196" y="52"/>
                  </a:lnTo>
                  <a:lnTo>
                    <a:pt x="200" y="52"/>
                  </a:lnTo>
                  <a:lnTo>
                    <a:pt x="200" y="56"/>
                  </a:lnTo>
                  <a:lnTo>
                    <a:pt x="200" y="60"/>
                  </a:lnTo>
                  <a:lnTo>
                    <a:pt x="204" y="60"/>
                  </a:lnTo>
                  <a:lnTo>
                    <a:pt x="212" y="60"/>
                  </a:lnTo>
                  <a:lnTo>
                    <a:pt x="212" y="64"/>
                  </a:lnTo>
                  <a:lnTo>
                    <a:pt x="216" y="64"/>
                  </a:lnTo>
                  <a:lnTo>
                    <a:pt x="216" y="60"/>
                  </a:lnTo>
                  <a:lnTo>
                    <a:pt x="216" y="64"/>
                  </a:lnTo>
                  <a:lnTo>
                    <a:pt x="220" y="64"/>
                  </a:lnTo>
                  <a:lnTo>
                    <a:pt x="222" y="64"/>
                  </a:lnTo>
                  <a:lnTo>
                    <a:pt x="222" y="68"/>
                  </a:lnTo>
                  <a:lnTo>
                    <a:pt x="226" y="68"/>
                  </a:lnTo>
                  <a:lnTo>
                    <a:pt x="230" y="68"/>
                  </a:lnTo>
                  <a:lnTo>
                    <a:pt x="230" y="72"/>
                  </a:lnTo>
                  <a:lnTo>
                    <a:pt x="234" y="72"/>
                  </a:lnTo>
                  <a:lnTo>
                    <a:pt x="234" y="68"/>
                  </a:lnTo>
                  <a:lnTo>
                    <a:pt x="230" y="68"/>
                  </a:lnTo>
                  <a:lnTo>
                    <a:pt x="226" y="68"/>
                  </a:lnTo>
                  <a:lnTo>
                    <a:pt x="222" y="68"/>
                  </a:lnTo>
                  <a:lnTo>
                    <a:pt x="222" y="64"/>
                  </a:lnTo>
                  <a:lnTo>
                    <a:pt x="220" y="64"/>
                  </a:lnTo>
                  <a:lnTo>
                    <a:pt x="216" y="60"/>
                  </a:lnTo>
                  <a:lnTo>
                    <a:pt x="212" y="60"/>
                  </a:lnTo>
                  <a:lnTo>
                    <a:pt x="208" y="60"/>
                  </a:lnTo>
                  <a:lnTo>
                    <a:pt x="208" y="56"/>
                  </a:lnTo>
                  <a:lnTo>
                    <a:pt x="204" y="52"/>
                  </a:lnTo>
                  <a:lnTo>
                    <a:pt x="200" y="52"/>
                  </a:lnTo>
                  <a:lnTo>
                    <a:pt x="196" y="52"/>
                  </a:lnTo>
                  <a:lnTo>
                    <a:pt x="194" y="52"/>
                  </a:lnTo>
                  <a:lnTo>
                    <a:pt x="194" y="48"/>
                  </a:lnTo>
                  <a:lnTo>
                    <a:pt x="190" y="48"/>
                  </a:lnTo>
                  <a:lnTo>
                    <a:pt x="194" y="48"/>
                  </a:lnTo>
                  <a:lnTo>
                    <a:pt x="196" y="48"/>
                  </a:lnTo>
                  <a:lnTo>
                    <a:pt x="200" y="44"/>
                  </a:lnTo>
                  <a:lnTo>
                    <a:pt x="204" y="44"/>
                  </a:lnTo>
                  <a:lnTo>
                    <a:pt x="208" y="44"/>
                  </a:lnTo>
                  <a:lnTo>
                    <a:pt x="212" y="44"/>
                  </a:lnTo>
                  <a:lnTo>
                    <a:pt x="216" y="44"/>
                  </a:lnTo>
                  <a:lnTo>
                    <a:pt x="220" y="44"/>
                  </a:lnTo>
                  <a:lnTo>
                    <a:pt x="222" y="44"/>
                  </a:lnTo>
                  <a:lnTo>
                    <a:pt x="226" y="44"/>
                  </a:lnTo>
                  <a:lnTo>
                    <a:pt x="230" y="42"/>
                  </a:lnTo>
                  <a:lnTo>
                    <a:pt x="234" y="42"/>
                  </a:lnTo>
                  <a:lnTo>
                    <a:pt x="234" y="44"/>
                  </a:lnTo>
                  <a:lnTo>
                    <a:pt x="238" y="44"/>
                  </a:lnTo>
                  <a:lnTo>
                    <a:pt x="238" y="42"/>
                  </a:lnTo>
                  <a:lnTo>
                    <a:pt x="242" y="42"/>
                  </a:lnTo>
                  <a:lnTo>
                    <a:pt x="246" y="42"/>
                  </a:lnTo>
                  <a:lnTo>
                    <a:pt x="250" y="42"/>
                  </a:lnTo>
                  <a:lnTo>
                    <a:pt x="250" y="44"/>
                  </a:lnTo>
                  <a:lnTo>
                    <a:pt x="252" y="44"/>
                  </a:lnTo>
                  <a:lnTo>
                    <a:pt x="252" y="42"/>
                  </a:lnTo>
                  <a:lnTo>
                    <a:pt x="250" y="42"/>
                  </a:lnTo>
                  <a:lnTo>
                    <a:pt x="246" y="42"/>
                  </a:lnTo>
                  <a:lnTo>
                    <a:pt x="252" y="42"/>
                  </a:lnTo>
                  <a:lnTo>
                    <a:pt x="256" y="38"/>
                  </a:lnTo>
                  <a:lnTo>
                    <a:pt x="260" y="38"/>
                  </a:lnTo>
                  <a:lnTo>
                    <a:pt x="264" y="38"/>
                  </a:lnTo>
                  <a:lnTo>
                    <a:pt x="268" y="42"/>
                  </a:lnTo>
                  <a:lnTo>
                    <a:pt x="272" y="42"/>
                  </a:lnTo>
                  <a:lnTo>
                    <a:pt x="276" y="44"/>
                  </a:lnTo>
                  <a:lnTo>
                    <a:pt x="276" y="52"/>
                  </a:lnTo>
                  <a:lnTo>
                    <a:pt x="276" y="56"/>
                  </a:lnTo>
                  <a:lnTo>
                    <a:pt x="272" y="56"/>
                  </a:lnTo>
                  <a:lnTo>
                    <a:pt x="272" y="60"/>
                  </a:lnTo>
                  <a:lnTo>
                    <a:pt x="272" y="64"/>
                  </a:lnTo>
                  <a:lnTo>
                    <a:pt x="276" y="64"/>
                  </a:lnTo>
                  <a:lnTo>
                    <a:pt x="276" y="60"/>
                  </a:lnTo>
                  <a:lnTo>
                    <a:pt x="278" y="56"/>
                  </a:lnTo>
                  <a:lnTo>
                    <a:pt x="282" y="56"/>
                  </a:lnTo>
                  <a:lnTo>
                    <a:pt x="282" y="52"/>
                  </a:lnTo>
                  <a:lnTo>
                    <a:pt x="282" y="48"/>
                  </a:lnTo>
                  <a:lnTo>
                    <a:pt x="286" y="48"/>
                  </a:lnTo>
                  <a:lnTo>
                    <a:pt x="290" y="48"/>
                  </a:lnTo>
                  <a:lnTo>
                    <a:pt x="298" y="52"/>
                  </a:lnTo>
                  <a:lnTo>
                    <a:pt x="302" y="52"/>
                  </a:lnTo>
                  <a:lnTo>
                    <a:pt x="306" y="52"/>
                  </a:lnTo>
                  <a:lnTo>
                    <a:pt x="308" y="52"/>
                  </a:lnTo>
                  <a:lnTo>
                    <a:pt x="312" y="56"/>
                  </a:lnTo>
                  <a:lnTo>
                    <a:pt x="316" y="56"/>
                  </a:lnTo>
                  <a:lnTo>
                    <a:pt x="320" y="56"/>
                  </a:lnTo>
                  <a:lnTo>
                    <a:pt x="320" y="60"/>
                  </a:lnTo>
                  <a:lnTo>
                    <a:pt x="324" y="60"/>
                  </a:lnTo>
                  <a:lnTo>
                    <a:pt x="328" y="60"/>
                  </a:lnTo>
                  <a:lnTo>
                    <a:pt x="332" y="60"/>
                  </a:lnTo>
                  <a:lnTo>
                    <a:pt x="328" y="60"/>
                  </a:lnTo>
                  <a:lnTo>
                    <a:pt x="324" y="56"/>
                  </a:lnTo>
                  <a:lnTo>
                    <a:pt x="320" y="56"/>
                  </a:lnTo>
                  <a:lnTo>
                    <a:pt x="316" y="56"/>
                  </a:lnTo>
                  <a:lnTo>
                    <a:pt x="316" y="52"/>
                  </a:lnTo>
                  <a:lnTo>
                    <a:pt x="312" y="52"/>
                  </a:lnTo>
                  <a:lnTo>
                    <a:pt x="308" y="52"/>
                  </a:lnTo>
                  <a:lnTo>
                    <a:pt x="312" y="52"/>
                  </a:lnTo>
                  <a:lnTo>
                    <a:pt x="316" y="52"/>
                  </a:lnTo>
                  <a:lnTo>
                    <a:pt x="320" y="52"/>
                  </a:lnTo>
                  <a:lnTo>
                    <a:pt x="324" y="52"/>
                  </a:lnTo>
                  <a:lnTo>
                    <a:pt x="328" y="52"/>
                  </a:lnTo>
                  <a:lnTo>
                    <a:pt x="332" y="52"/>
                  </a:lnTo>
                  <a:lnTo>
                    <a:pt x="328" y="48"/>
                  </a:lnTo>
                  <a:lnTo>
                    <a:pt x="324" y="48"/>
                  </a:lnTo>
                  <a:lnTo>
                    <a:pt x="320" y="48"/>
                  </a:lnTo>
                  <a:lnTo>
                    <a:pt x="320" y="44"/>
                  </a:lnTo>
                  <a:lnTo>
                    <a:pt x="316" y="44"/>
                  </a:lnTo>
                  <a:lnTo>
                    <a:pt x="312" y="44"/>
                  </a:lnTo>
                  <a:lnTo>
                    <a:pt x="312" y="42"/>
                  </a:lnTo>
                  <a:lnTo>
                    <a:pt x="312" y="38"/>
                  </a:lnTo>
                  <a:lnTo>
                    <a:pt x="308" y="38"/>
                  </a:lnTo>
                  <a:lnTo>
                    <a:pt x="308" y="34"/>
                  </a:lnTo>
                  <a:lnTo>
                    <a:pt x="312" y="34"/>
                  </a:lnTo>
                  <a:lnTo>
                    <a:pt x="316" y="34"/>
                  </a:lnTo>
                  <a:lnTo>
                    <a:pt x="320" y="34"/>
                  </a:lnTo>
                  <a:lnTo>
                    <a:pt x="324" y="34"/>
                  </a:lnTo>
                  <a:lnTo>
                    <a:pt x="328" y="34"/>
                  </a:lnTo>
                  <a:lnTo>
                    <a:pt x="332" y="34"/>
                  </a:lnTo>
                  <a:lnTo>
                    <a:pt x="334" y="34"/>
                  </a:lnTo>
                  <a:lnTo>
                    <a:pt x="338" y="34"/>
                  </a:lnTo>
                  <a:lnTo>
                    <a:pt x="338" y="38"/>
                  </a:lnTo>
                  <a:lnTo>
                    <a:pt x="342" y="38"/>
                  </a:lnTo>
                  <a:lnTo>
                    <a:pt x="346" y="38"/>
                  </a:lnTo>
                  <a:lnTo>
                    <a:pt x="346" y="42"/>
                  </a:lnTo>
                  <a:lnTo>
                    <a:pt x="350" y="42"/>
                  </a:lnTo>
                  <a:lnTo>
                    <a:pt x="354" y="42"/>
                  </a:lnTo>
                  <a:lnTo>
                    <a:pt x="358" y="42"/>
                  </a:lnTo>
                  <a:lnTo>
                    <a:pt x="362" y="42"/>
                  </a:lnTo>
                  <a:lnTo>
                    <a:pt x="362" y="44"/>
                  </a:lnTo>
                  <a:lnTo>
                    <a:pt x="364" y="44"/>
                  </a:lnTo>
                  <a:lnTo>
                    <a:pt x="368" y="44"/>
                  </a:lnTo>
                  <a:lnTo>
                    <a:pt x="372" y="44"/>
                  </a:lnTo>
                  <a:lnTo>
                    <a:pt x="376" y="44"/>
                  </a:lnTo>
                  <a:lnTo>
                    <a:pt x="376" y="48"/>
                  </a:lnTo>
                  <a:lnTo>
                    <a:pt x="380" y="48"/>
                  </a:lnTo>
                  <a:lnTo>
                    <a:pt x="384" y="48"/>
                  </a:lnTo>
                  <a:lnTo>
                    <a:pt x="384" y="52"/>
                  </a:lnTo>
                  <a:lnTo>
                    <a:pt x="380" y="52"/>
                  </a:lnTo>
                  <a:lnTo>
                    <a:pt x="384" y="52"/>
                  </a:lnTo>
                  <a:lnTo>
                    <a:pt x="388" y="52"/>
                  </a:lnTo>
                  <a:lnTo>
                    <a:pt x="392" y="52"/>
                  </a:lnTo>
                  <a:lnTo>
                    <a:pt x="392" y="56"/>
                  </a:lnTo>
                  <a:lnTo>
                    <a:pt x="394" y="56"/>
                  </a:lnTo>
                  <a:lnTo>
                    <a:pt x="398" y="56"/>
                  </a:lnTo>
                  <a:lnTo>
                    <a:pt x="402" y="56"/>
                  </a:lnTo>
                  <a:lnTo>
                    <a:pt x="406" y="56"/>
                  </a:lnTo>
                  <a:lnTo>
                    <a:pt x="406" y="52"/>
                  </a:lnTo>
                  <a:lnTo>
                    <a:pt x="402" y="52"/>
                  </a:lnTo>
                  <a:lnTo>
                    <a:pt x="398" y="52"/>
                  </a:lnTo>
                  <a:lnTo>
                    <a:pt x="402" y="52"/>
                  </a:lnTo>
                  <a:lnTo>
                    <a:pt x="402" y="48"/>
                  </a:lnTo>
                  <a:lnTo>
                    <a:pt x="398" y="48"/>
                  </a:lnTo>
                  <a:lnTo>
                    <a:pt x="394" y="48"/>
                  </a:lnTo>
                  <a:lnTo>
                    <a:pt x="398" y="48"/>
                  </a:lnTo>
                  <a:lnTo>
                    <a:pt x="402" y="48"/>
                  </a:lnTo>
                  <a:lnTo>
                    <a:pt x="402" y="44"/>
                  </a:lnTo>
                  <a:lnTo>
                    <a:pt x="398" y="44"/>
                  </a:lnTo>
                  <a:lnTo>
                    <a:pt x="398" y="42"/>
                  </a:lnTo>
                  <a:lnTo>
                    <a:pt x="402" y="42"/>
                  </a:lnTo>
                  <a:lnTo>
                    <a:pt x="406" y="42"/>
                  </a:lnTo>
                  <a:lnTo>
                    <a:pt x="410" y="42"/>
                  </a:lnTo>
                  <a:lnTo>
                    <a:pt x="414" y="42"/>
                  </a:lnTo>
                  <a:lnTo>
                    <a:pt x="418" y="42"/>
                  </a:lnTo>
                  <a:lnTo>
                    <a:pt x="420" y="42"/>
                  </a:lnTo>
                  <a:lnTo>
                    <a:pt x="424" y="42"/>
                  </a:lnTo>
                  <a:lnTo>
                    <a:pt x="428" y="42"/>
                  </a:lnTo>
                  <a:lnTo>
                    <a:pt x="432" y="42"/>
                  </a:lnTo>
                  <a:lnTo>
                    <a:pt x="428" y="42"/>
                  </a:lnTo>
                  <a:lnTo>
                    <a:pt x="424" y="42"/>
                  </a:lnTo>
                  <a:lnTo>
                    <a:pt x="420" y="42"/>
                  </a:lnTo>
                  <a:lnTo>
                    <a:pt x="418" y="42"/>
                  </a:lnTo>
                  <a:lnTo>
                    <a:pt x="414" y="42"/>
                  </a:lnTo>
                  <a:lnTo>
                    <a:pt x="414" y="38"/>
                  </a:lnTo>
                  <a:lnTo>
                    <a:pt x="410" y="38"/>
                  </a:lnTo>
                  <a:lnTo>
                    <a:pt x="414" y="38"/>
                  </a:lnTo>
                  <a:lnTo>
                    <a:pt x="410" y="38"/>
                  </a:lnTo>
                  <a:lnTo>
                    <a:pt x="406" y="34"/>
                  </a:lnTo>
                  <a:lnTo>
                    <a:pt x="402" y="34"/>
                  </a:lnTo>
                  <a:lnTo>
                    <a:pt x="398" y="34"/>
                  </a:lnTo>
                  <a:lnTo>
                    <a:pt x="398" y="30"/>
                  </a:lnTo>
                  <a:lnTo>
                    <a:pt x="394" y="30"/>
                  </a:lnTo>
                  <a:lnTo>
                    <a:pt x="392" y="30"/>
                  </a:lnTo>
                  <a:lnTo>
                    <a:pt x="388" y="26"/>
                  </a:lnTo>
                  <a:lnTo>
                    <a:pt x="384" y="26"/>
                  </a:lnTo>
                  <a:lnTo>
                    <a:pt x="388" y="26"/>
                  </a:lnTo>
                  <a:lnTo>
                    <a:pt x="392" y="26"/>
                  </a:lnTo>
                  <a:lnTo>
                    <a:pt x="394" y="26"/>
                  </a:lnTo>
                  <a:lnTo>
                    <a:pt x="398" y="26"/>
                  </a:lnTo>
                  <a:lnTo>
                    <a:pt x="402" y="26"/>
                  </a:lnTo>
                  <a:lnTo>
                    <a:pt x="406" y="26"/>
                  </a:lnTo>
                  <a:lnTo>
                    <a:pt x="410" y="26"/>
                  </a:lnTo>
                  <a:lnTo>
                    <a:pt x="414" y="26"/>
                  </a:lnTo>
                  <a:lnTo>
                    <a:pt x="418" y="26"/>
                  </a:lnTo>
                  <a:lnTo>
                    <a:pt x="420" y="26"/>
                  </a:lnTo>
                  <a:lnTo>
                    <a:pt x="424" y="26"/>
                  </a:lnTo>
                  <a:lnTo>
                    <a:pt x="428" y="26"/>
                  </a:lnTo>
                  <a:lnTo>
                    <a:pt x="432" y="26"/>
                  </a:lnTo>
                  <a:lnTo>
                    <a:pt x="436" y="26"/>
                  </a:lnTo>
                  <a:lnTo>
                    <a:pt x="436" y="30"/>
                  </a:lnTo>
                  <a:lnTo>
                    <a:pt x="440" y="30"/>
                  </a:lnTo>
                  <a:lnTo>
                    <a:pt x="440" y="34"/>
                  </a:lnTo>
                  <a:lnTo>
                    <a:pt x="442" y="34"/>
                  </a:lnTo>
                  <a:lnTo>
                    <a:pt x="442" y="30"/>
                  </a:lnTo>
                  <a:lnTo>
                    <a:pt x="440" y="26"/>
                  </a:lnTo>
                  <a:lnTo>
                    <a:pt x="442" y="26"/>
                  </a:lnTo>
                  <a:lnTo>
                    <a:pt x="446" y="26"/>
                  </a:lnTo>
                  <a:lnTo>
                    <a:pt x="446" y="30"/>
                  </a:lnTo>
                  <a:lnTo>
                    <a:pt x="454" y="30"/>
                  </a:lnTo>
                  <a:lnTo>
                    <a:pt x="458" y="30"/>
                  </a:lnTo>
                  <a:lnTo>
                    <a:pt x="458" y="34"/>
                  </a:lnTo>
                  <a:lnTo>
                    <a:pt x="462" y="34"/>
                  </a:lnTo>
                  <a:lnTo>
                    <a:pt x="464" y="34"/>
                  </a:lnTo>
                  <a:lnTo>
                    <a:pt x="464" y="38"/>
                  </a:lnTo>
                  <a:lnTo>
                    <a:pt x="468" y="38"/>
                  </a:lnTo>
                  <a:lnTo>
                    <a:pt x="468" y="34"/>
                  </a:lnTo>
                  <a:lnTo>
                    <a:pt x="464" y="34"/>
                  </a:lnTo>
                  <a:lnTo>
                    <a:pt x="464" y="30"/>
                  </a:lnTo>
                  <a:lnTo>
                    <a:pt x="468" y="30"/>
                  </a:lnTo>
                  <a:lnTo>
                    <a:pt x="464" y="30"/>
                  </a:lnTo>
                  <a:lnTo>
                    <a:pt x="464" y="26"/>
                  </a:lnTo>
                  <a:lnTo>
                    <a:pt x="462" y="26"/>
                  </a:lnTo>
                  <a:lnTo>
                    <a:pt x="458" y="26"/>
                  </a:lnTo>
                  <a:lnTo>
                    <a:pt x="454" y="26"/>
                  </a:lnTo>
                  <a:lnTo>
                    <a:pt x="450" y="26"/>
                  </a:lnTo>
                  <a:lnTo>
                    <a:pt x="446" y="26"/>
                  </a:lnTo>
                  <a:lnTo>
                    <a:pt x="442" y="26"/>
                  </a:lnTo>
                  <a:lnTo>
                    <a:pt x="442" y="22"/>
                  </a:lnTo>
                  <a:lnTo>
                    <a:pt x="436" y="22"/>
                  </a:lnTo>
                  <a:lnTo>
                    <a:pt x="432" y="22"/>
                  </a:lnTo>
                  <a:lnTo>
                    <a:pt x="428" y="22"/>
                  </a:lnTo>
                  <a:lnTo>
                    <a:pt x="424" y="22"/>
                  </a:lnTo>
                  <a:lnTo>
                    <a:pt x="418" y="22"/>
                  </a:lnTo>
                  <a:lnTo>
                    <a:pt x="414" y="22"/>
                  </a:lnTo>
                  <a:lnTo>
                    <a:pt x="410" y="22"/>
                  </a:lnTo>
                  <a:lnTo>
                    <a:pt x="406" y="22"/>
                  </a:lnTo>
                  <a:lnTo>
                    <a:pt x="402" y="22"/>
                  </a:lnTo>
                  <a:lnTo>
                    <a:pt x="398" y="22"/>
                  </a:lnTo>
                  <a:lnTo>
                    <a:pt x="394" y="22"/>
                  </a:lnTo>
                  <a:lnTo>
                    <a:pt x="398" y="22"/>
                  </a:lnTo>
                  <a:lnTo>
                    <a:pt x="394" y="22"/>
                  </a:lnTo>
                  <a:lnTo>
                    <a:pt x="392" y="22"/>
                  </a:lnTo>
                  <a:lnTo>
                    <a:pt x="388" y="22"/>
                  </a:lnTo>
                  <a:lnTo>
                    <a:pt x="384" y="22"/>
                  </a:lnTo>
                  <a:lnTo>
                    <a:pt x="380" y="22"/>
                  </a:lnTo>
                  <a:lnTo>
                    <a:pt x="376" y="22"/>
                  </a:lnTo>
                  <a:lnTo>
                    <a:pt x="372" y="22"/>
                  </a:lnTo>
                  <a:lnTo>
                    <a:pt x="368" y="18"/>
                  </a:lnTo>
                  <a:lnTo>
                    <a:pt x="376" y="18"/>
                  </a:lnTo>
                  <a:lnTo>
                    <a:pt x="380" y="22"/>
                  </a:lnTo>
                  <a:lnTo>
                    <a:pt x="380" y="18"/>
                  </a:lnTo>
                  <a:lnTo>
                    <a:pt x="376" y="18"/>
                  </a:lnTo>
                  <a:lnTo>
                    <a:pt x="372" y="18"/>
                  </a:lnTo>
                  <a:lnTo>
                    <a:pt x="376" y="18"/>
                  </a:lnTo>
                  <a:lnTo>
                    <a:pt x="380" y="18"/>
                  </a:lnTo>
                  <a:lnTo>
                    <a:pt x="380" y="16"/>
                  </a:lnTo>
                  <a:lnTo>
                    <a:pt x="384" y="16"/>
                  </a:lnTo>
                  <a:lnTo>
                    <a:pt x="384" y="18"/>
                  </a:lnTo>
                  <a:lnTo>
                    <a:pt x="388" y="18"/>
                  </a:lnTo>
                  <a:lnTo>
                    <a:pt x="392" y="18"/>
                  </a:lnTo>
                  <a:lnTo>
                    <a:pt x="394" y="18"/>
                  </a:lnTo>
                  <a:lnTo>
                    <a:pt x="394" y="22"/>
                  </a:lnTo>
                  <a:lnTo>
                    <a:pt x="398" y="22"/>
                  </a:lnTo>
                  <a:lnTo>
                    <a:pt x="398" y="18"/>
                  </a:lnTo>
                  <a:lnTo>
                    <a:pt x="402" y="18"/>
                  </a:lnTo>
                  <a:lnTo>
                    <a:pt x="402" y="22"/>
                  </a:lnTo>
                  <a:lnTo>
                    <a:pt x="410" y="22"/>
                  </a:lnTo>
                  <a:lnTo>
                    <a:pt x="414" y="22"/>
                  </a:lnTo>
                  <a:lnTo>
                    <a:pt x="418" y="22"/>
                  </a:lnTo>
                  <a:lnTo>
                    <a:pt x="414" y="22"/>
                  </a:lnTo>
                  <a:lnTo>
                    <a:pt x="410" y="22"/>
                  </a:lnTo>
                  <a:lnTo>
                    <a:pt x="406" y="22"/>
                  </a:lnTo>
                  <a:lnTo>
                    <a:pt x="406" y="18"/>
                  </a:lnTo>
                  <a:lnTo>
                    <a:pt x="402" y="18"/>
                  </a:lnTo>
                  <a:lnTo>
                    <a:pt x="398" y="18"/>
                  </a:lnTo>
                  <a:lnTo>
                    <a:pt x="394" y="18"/>
                  </a:lnTo>
                  <a:lnTo>
                    <a:pt x="392" y="18"/>
                  </a:lnTo>
                  <a:lnTo>
                    <a:pt x="388" y="16"/>
                  </a:lnTo>
                  <a:lnTo>
                    <a:pt x="392" y="16"/>
                  </a:lnTo>
                  <a:lnTo>
                    <a:pt x="394" y="16"/>
                  </a:lnTo>
                  <a:lnTo>
                    <a:pt x="398" y="16"/>
                  </a:lnTo>
                  <a:lnTo>
                    <a:pt x="402" y="16"/>
                  </a:lnTo>
                  <a:lnTo>
                    <a:pt x="406" y="16"/>
                  </a:lnTo>
                  <a:lnTo>
                    <a:pt x="410" y="16"/>
                  </a:lnTo>
                  <a:lnTo>
                    <a:pt x="414" y="16"/>
                  </a:lnTo>
                  <a:lnTo>
                    <a:pt x="418" y="16"/>
                  </a:lnTo>
                  <a:lnTo>
                    <a:pt x="420" y="16"/>
                  </a:lnTo>
                  <a:lnTo>
                    <a:pt x="424" y="16"/>
                  </a:lnTo>
                  <a:lnTo>
                    <a:pt x="420" y="16"/>
                  </a:lnTo>
                  <a:lnTo>
                    <a:pt x="418" y="16"/>
                  </a:lnTo>
                  <a:lnTo>
                    <a:pt x="414" y="16"/>
                  </a:lnTo>
                  <a:lnTo>
                    <a:pt x="410" y="16"/>
                  </a:lnTo>
                  <a:lnTo>
                    <a:pt x="410" y="12"/>
                  </a:lnTo>
                  <a:lnTo>
                    <a:pt x="414" y="12"/>
                  </a:lnTo>
                  <a:lnTo>
                    <a:pt x="418" y="12"/>
                  </a:lnTo>
                  <a:lnTo>
                    <a:pt x="420" y="12"/>
                  </a:lnTo>
                  <a:lnTo>
                    <a:pt x="424" y="12"/>
                  </a:lnTo>
                  <a:lnTo>
                    <a:pt x="420" y="12"/>
                  </a:lnTo>
                  <a:lnTo>
                    <a:pt x="424" y="12"/>
                  </a:lnTo>
                  <a:lnTo>
                    <a:pt x="428" y="12"/>
                  </a:lnTo>
                  <a:lnTo>
                    <a:pt x="432" y="12"/>
                  </a:lnTo>
                  <a:lnTo>
                    <a:pt x="436" y="12"/>
                  </a:lnTo>
                  <a:lnTo>
                    <a:pt x="440" y="12"/>
                  </a:lnTo>
                  <a:lnTo>
                    <a:pt x="442" y="16"/>
                  </a:lnTo>
                  <a:lnTo>
                    <a:pt x="440" y="16"/>
                  </a:lnTo>
                  <a:lnTo>
                    <a:pt x="442" y="16"/>
                  </a:lnTo>
                  <a:lnTo>
                    <a:pt x="446" y="16"/>
                  </a:lnTo>
                  <a:lnTo>
                    <a:pt x="450" y="16"/>
                  </a:lnTo>
                  <a:lnTo>
                    <a:pt x="450" y="18"/>
                  </a:lnTo>
                  <a:lnTo>
                    <a:pt x="454" y="18"/>
                  </a:lnTo>
                  <a:lnTo>
                    <a:pt x="458" y="18"/>
                  </a:lnTo>
                  <a:lnTo>
                    <a:pt x="464" y="18"/>
                  </a:lnTo>
                  <a:lnTo>
                    <a:pt x="468" y="18"/>
                  </a:lnTo>
                  <a:lnTo>
                    <a:pt x="472" y="18"/>
                  </a:lnTo>
                  <a:lnTo>
                    <a:pt x="480" y="22"/>
                  </a:lnTo>
                  <a:lnTo>
                    <a:pt x="480" y="26"/>
                  </a:lnTo>
                  <a:lnTo>
                    <a:pt x="484" y="26"/>
                  </a:lnTo>
                  <a:lnTo>
                    <a:pt x="488" y="26"/>
                  </a:lnTo>
                  <a:lnTo>
                    <a:pt x="484" y="26"/>
                  </a:lnTo>
                  <a:lnTo>
                    <a:pt x="484" y="22"/>
                  </a:lnTo>
                  <a:lnTo>
                    <a:pt x="480" y="22"/>
                  </a:lnTo>
                  <a:lnTo>
                    <a:pt x="476" y="18"/>
                  </a:lnTo>
                  <a:lnTo>
                    <a:pt x="480" y="18"/>
                  </a:lnTo>
                  <a:lnTo>
                    <a:pt x="484" y="18"/>
                  </a:lnTo>
                  <a:lnTo>
                    <a:pt x="488" y="18"/>
                  </a:lnTo>
                  <a:lnTo>
                    <a:pt x="490" y="18"/>
                  </a:lnTo>
                  <a:lnTo>
                    <a:pt x="498" y="18"/>
                  </a:lnTo>
                  <a:lnTo>
                    <a:pt x="502" y="18"/>
                  </a:lnTo>
                  <a:lnTo>
                    <a:pt x="506" y="18"/>
                  </a:lnTo>
                  <a:lnTo>
                    <a:pt x="502" y="18"/>
                  </a:lnTo>
                  <a:lnTo>
                    <a:pt x="498" y="18"/>
                  </a:lnTo>
                  <a:lnTo>
                    <a:pt x="490" y="18"/>
                  </a:lnTo>
                  <a:lnTo>
                    <a:pt x="488" y="18"/>
                  </a:lnTo>
                  <a:lnTo>
                    <a:pt x="484" y="18"/>
                  </a:lnTo>
                  <a:lnTo>
                    <a:pt x="484" y="16"/>
                  </a:lnTo>
                  <a:lnTo>
                    <a:pt x="488" y="16"/>
                  </a:lnTo>
                  <a:lnTo>
                    <a:pt x="490" y="16"/>
                  </a:lnTo>
                  <a:lnTo>
                    <a:pt x="494" y="16"/>
                  </a:lnTo>
                  <a:lnTo>
                    <a:pt x="498" y="16"/>
                  </a:lnTo>
                  <a:lnTo>
                    <a:pt x="502" y="16"/>
                  </a:lnTo>
                  <a:lnTo>
                    <a:pt x="506" y="16"/>
                  </a:lnTo>
                  <a:lnTo>
                    <a:pt x="510" y="16"/>
                  </a:lnTo>
                  <a:lnTo>
                    <a:pt x="506" y="16"/>
                  </a:lnTo>
                  <a:lnTo>
                    <a:pt x="502" y="16"/>
                  </a:lnTo>
                  <a:lnTo>
                    <a:pt x="498" y="16"/>
                  </a:lnTo>
                  <a:lnTo>
                    <a:pt x="494" y="12"/>
                  </a:lnTo>
                  <a:lnTo>
                    <a:pt x="490" y="12"/>
                  </a:lnTo>
                  <a:lnTo>
                    <a:pt x="488" y="12"/>
                  </a:lnTo>
                  <a:lnTo>
                    <a:pt x="484" y="12"/>
                  </a:lnTo>
                  <a:lnTo>
                    <a:pt x="484" y="8"/>
                  </a:lnTo>
                  <a:lnTo>
                    <a:pt x="488" y="8"/>
                  </a:lnTo>
                  <a:lnTo>
                    <a:pt x="490" y="8"/>
                  </a:lnTo>
                  <a:lnTo>
                    <a:pt x="494" y="8"/>
                  </a:lnTo>
                  <a:lnTo>
                    <a:pt x="498" y="8"/>
                  </a:lnTo>
                  <a:lnTo>
                    <a:pt x="494" y="8"/>
                  </a:lnTo>
                  <a:lnTo>
                    <a:pt x="494" y="4"/>
                  </a:lnTo>
                  <a:lnTo>
                    <a:pt x="498" y="4"/>
                  </a:lnTo>
                  <a:lnTo>
                    <a:pt x="502" y="4"/>
                  </a:lnTo>
                  <a:lnTo>
                    <a:pt x="506" y="4"/>
                  </a:lnTo>
                  <a:lnTo>
                    <a:pt x="510" y="8"/>
                  </a:lnTo>
                  <a:lnTo>
                    <a:pt x="514" y="8"/>
                  </a:lnTo>
                  <a:lnTo>
                    <a:pt x="518" y="8"/>
                  </a:lnTo>
                  <a:lnTo>
                    <a:pt x="514" y="8"/>
                  </a:lnTo>
                  <a:lnTo>
                    <a:pt x="514" y="4"/>
                  </a:lnTo>
                  <a:lnTo>
                    <a:pt x="510" y="4"/>
                  </a:lnTo>
                  <a:lnTo>
                    <a:pt x="514" y="4"/>
                  </a:lnTo>
                  <a:lnTo>
                    <a:pt x="518" y="4"/>
                  </a:lnTo>
                  <a:lnTo>
                    <a:pt x="520" y="4"/>
                  </a:lnTo>
                  <a:lnTo>
                    <a:pt x="524" y="4"/>
                  </a:lnTo>
                  <a:lnTo>
                    <a:pt x="528" y="4"/>
                  </a:lnTo>
                  <a:lnTo>
                    <a:pt x="532" y="4"/>
                  </a:lnTo>
                  <a:lnTo>
                    <a:pt x="536" y="0"/>
                  </a:lnTo>
                  <a:lnTo>
                    <a:pt x="540" y="0"/>
                  </a:lnTo>
                  <a:lnTo>
                    <a:pt x="544" y="0"/>
                  </a:lnTo>
                  <a:lnTo>
                    <a:pt x="544" y="4"/>
                  </a:lnTo>
                  <a:lnTo>
                    <a:pt x="544" y="0"/>
                  </a:lnTo>
                  <a:lnTo>
                    <a:pt x="546" y="0"/>
                  </a:lnTo>
                  <a:lnTo>
                    <a:pt x="546" y="4"/>
                  </a:lnTo>
                  <a:lnTo>
                    <a:pt x="550" y="4"/>
                  </a:lnTo>
                  <a:lnTo>
                    <a:pt x="554" y="4"/>
                  </a:lnTo>
                  <a:lnTo>
                    <a:pt x="550" y="4"/>
                  </a:lnTo>
                  <a:lnTo>
                    <a:pt x="550" y="0"/>
                  </a:lnTo>
                  <a:lnTo>
                    <a:pt x="554" y="0"/>
                  </a:lnTo>
                  <a:lnTo>
                    <a:pt x="558" y="0"/>
                  </a:lnTo>
                  <a:lnTo>
                    <a:pt x="562" y="0"/>
                  </a:lnTo>
                  <a:lnTo>
                    <a:pt x="566" y="0"/>
                  </a:lnTo>
                  <a:lnTo>
                    <a:pt x="570" y="0"/>
                  </a:lnTo>
                  <a:lnTo>
                    <a:pt x="574" y="0"/>
                  </a:lnTo>
                  <a:lnTo>
                    <a:pt x="576" y="0"/>
                  </a:lnTo>
                  <a:lnTo>
                    <a:pt x="574" y="0"/>
                  </a:lnTo>
                  <a:lnTo>
                    <a:pt x="576" y="0"/>
                  </a:lnTo>
                  <a:lnTo>
                    <a:pt x="580" y="0"/>
                  </a:lnTo>
                  <a:lnTo>
                    <a:pt x="584" y="0"/>
                  </a:lnTo>
                  <a:lnTo>
                    <a:pt x="588" y="0"/>
                  </a:lnTo>
                  <a:lnTo>
                    <a:pt x="592" y="0"/>
                  </a:lnTo>
                  <a:lnTo>
                    <a:pt x="596" y="0"/>
                  </a:lnTo>
                  <a:lnTo>
                    <a:pt x="600" y="0"/>
                  </a:lnTo>
                  <a:lnTo>
                    <a:pt x="604" y="0"/>
                  </a:lnTo>
                  <a:lnTo>
                    <a:pt x="610" y="0"/>
                  </a:lnTo>
                  <a:lnTo>
                    <a:pt x="614" y="4"/>
                  </a:lnTo>
                  <a:lnTo>
                    <a:pt x="618" y="4"/>
                  </a:lnTo>
                  <a:lnTo>
                    <a:pt x="622" y="4"/>
                  </a:lnTo>
                  <a:lnTo>
                    <a:pt x="626" y="4"/>
                  </a:lnTo>
                  <a:lnTo>
                    <a:pt x="630" y="4"/>
                  </a:lnTo>
                  <a:lnTo>
                    <a:pt x="626" y="4"/>
                  </a:lnTo>
                  <a:lnTo>
                    <a:pt x="622" y="4"/>
                  </a:lnTo>
                  <a:lnTo>
                    <a:pt x="626" y="8"/>
                  </a:lnTo>
                  <a:lnTo>
                    <a:pt x="630" y="8"/>
                  </a:lnTo>
                  <a:lnTo>
                    <a:pt x="632" y="8"/>
                  </a:lnTo>
                  <a:lnTo>
                    <a:pt x="630" y="4"/>
                  </a:lnTo>
                  <a:lnTo>
                    <a:pt x="632" y="4"/>
                  </a:lnTo>
                  <a:lnTo>
                    <a:pt x="636" y="4"/>
                  </a:lnTo>
                  <a:lnTo>
                    <a:pt x="640" y="4"/>
                  </a:lnTo>
                  <a:lnTo>
                    <a:pt x="644" y="4"/>
                  </a:lnTo>
                  <a:lnTo>
                    <a:pt x="648" y="4"/>
                  </a:lnTo>
                  <a:lnTo>
                    <a:pt x="652" y="8"/>
                  </a:lnTo>
                  <a:lnTo>
                    <a:pt x="660" y="8"/>
                  </a:lnTo>
                  <a:lnTo>
                    <a:pt x="662" y="8"/>
                  </a:lnTo>
                  <a:lnTo>
                    <a:pt x="666" y="8"/>
                  </a:lnTo>
                  <a:lnTo>
                    <a:pt x="670" y="12"/>
                  </a:lnTo>
                  <a:lnTo>
                    <a:pt x="666" y="12"/>
                  </a:lnTo>
                  <a:lnTo>
                    <a:pt x="662" y="12"/>
                  </a:lnTo>
                  <a:lnTo>
                    <a:pt x="660" y="12"/>
                  </a:lnTo>
                  <a:lnTo>
                    <a:pt x="656" y="16"/>
                  </a:lnTo>
                  <a:lnTo>
                    <a:pt x="652" y="16"/>
                  </a:lnTo>
                  <a:lnTo>
                    <a:pt x="648" y="16"/>
                  </a:lnTo>
                  <a:lnTo>
                    <a:pt x="644" y="16"/>
                  </a:lnTo>
                  <a:lnTo>
                    <a:pt x="640" y="16"/>
                  </a:lnTo>
                  <a:lnTo>
                    <a:pt x="636" y="16"/>
                  </a:lnTo>
                  <a:lnTo>
                    <a:pt x="632" y="16"/>
                  </a:lnTo>
                  <a:lnTo>
                    <a:pt x="630" y="16"/>
                  </a:lnTo>
                  <a:lnTo>
                    <a:pt x="626" y="16"/>
                  </a:lnTo>
                  <a:lnTo>
                    <a:pt x="618" y="16"/>
                  </a:lnTo>
                  <a:lnTo>
                    <a:pt x="614" y="16"/>
                  </a:lnTo>
                  <a:lnTo>
                    <a:pt x="610" y="16"/>
                  </a:lnTo>
                  <a:lnTo>
                    <a:pt x="606" y="16"/>
                  </a:lnTo>
                  <a:lnTo>
                    <a:pt x="604" y="16"/>
                  </a:lnTo>
                  <a:lnTo>
                    <a:pt x="600" y="16"/>
                  </a:lnTo>
                  <a:lnTo>
                    <a:pt x="596" y="16"/>
                  </a:lnTo>
                  <a:lnTo>
                    <a:pt x="592" y="16"/>
                  </a:lnTo>
                  <a:lnTo>
                    <a:pt x="588" y="16"/>
                  </a:lnTo>
                  <a:lnTo>
                    <a:pt x="584" y="16"/>
                  </a:lnTo>
                  <a:lnTo>
                    <a:pt x="584" y="18"/>
                  </a:lnTo>
                  <a:lnTo>
                    <a:pt x="580" y="18"/>
                  </a:lnTo>
                  <a:lnTo>
                    <a:pt x="576" y="18"/>
                  </a:lnTo>
                  <a:lnTo>
                    <a:pt x="574" y="16"/>
                  </a:lnTo>
                  <a:lnTo>
                    <a:pt x="570" y="16"/>
                  </a:lnTo>
                  <a:lnTo>
                    <a:pt x="562" y="16"/>
                  </a:lnTo>
                  <a:lnTo>
                    <a:pt x="558" y="16"/>
                  </a:lnTo>
                  <a:lnTo>
                    <a:pt x="562" y="16"/>
                  </a:lnTo>
                  <a:lnTo>
                    <a:pt x="566" y="16"/>
                  </a:lnTo>
                  <a:lnTo>
                    <a:pt x="570" y="16"/>
                  </a:lnTo>
                  <a:lnTo>
                    <a:pt x="574" y="18"/>
                  </a:lnTo>
                  <a:lnTo>
                    <a:pt x="570" y="18"/>
                  </a:lnTo>
                  <a:lnTo>
                    <a:pt x="566" y="18"/>
                  </a:lnTo>
                  <a:lnTo>
                    <a:pt x="562" y="18"/>
                  </a:lnTo>
                  <a:lnTo>
                    <a:pt x="558" y="18"/>
                  </a:lnTo>
                  <a:lnTo>
                    <a:pt x="554" y="18"/>
                  </a:lnTo>
                  <a:lnTo>
                    <a:pt x="550" y="22"/>
                  </a:lnTo>
                  <a:lnTo>
                    <a:pt x="546" y="22"/>
                  </a:lnTo>
                  <a:lnTo>
                    <a:pt x="544" y="22"/>
                  </a:lnTo>
                  <a:lnTo>
                    <a:pt x="540" y="22"/>
                  </a:lnTo>
                  <a:lnTo>
                    <a:pt x="536" y="22"/>
                  </a:lnTo>
                  <a:lnTo>
                    <a:pt x="532" y="22"/>
                  </a:lnTo>
                  <a:lnTo>
                    <a:pt x="528" y="22"/>
                  </a:lnTo>
                  <a:lnTo>
                    <a:pt x="532" y="22"/>
                  </a:lnTo>
                  <a:lnTo>
                    <a:pt x="528" y="26"/>
                  </a:lnTo>
                  <a:lnTo>
                    <a:pt x="532" y="26"/>
                  </a:lnTo>
                  <a:lnTo>
                    <a:pt x="532" y="22"/>
                  </a:lnTo>
                  <a:lnTo>
                    <a:pt x="536" y="22"/>
                  </a:lnTo>
                  <a:lnTo>
                    <a:pt x="540" y="22"/>
                  </a:lnTo>
                  <a:lnTo>
                    <a:pt x="544" y="22"/>
                  </a:lnTo>
                  <a:lnTo>
                    <a:pt x="546" y="22"/>
                  </a:lnTo>
                  <a:lnTo>
                    <a:pt x="550" y="22"/>
                  </a:lnTo>
                  <a:lnTo>
                    <a:pt x="554" y="22"/>
                  </a:lnTo>
                  <a:lnTo>
                    <a:pt x="554" y="26"/>
                  </a:lnTo>
                  <a:lnTo>
                    <a:pt x="550" y="26"/>
                  </a:lnTo>
                  <a:lnTo>
                    <a:pt x="554" y="26"/>
                  </a:lnTo>
                  <a:lnTo>
                    <a:pt x="554" y="22"/>
                  </a:lnTo>
                  <a:lnTo>
                    <a:pt x="558" y="22"/>
                  </a:lnTo>
                  <a:lnTo>
                    <a:pt x="558" y="18"/>
                  </a:lnTo>
                  <a:lnTo>
                    <a:pt x="562" y="18"/>
                  </a:lnTo>
                  <a:lnTo>
                    <a:pt x="566" y="18"/>
                  </a:lnTo>
                  <a:lnTo>
                    <a:pt x="574" y="18"/>
                  </a:lnTo>
                  <a:lnTo>
                    <a:pt x="576" y="18"/>
                  </a:lnTo>
                  <a:lnTo>
                    <a:pt x="580" y="18"/>
                  </a:lnTo>
                  <a:lnTo>
                    <a:pt x="584" y="18"/>
                  </a:lnTo>
                  <a:lnTo>
                    <a:pt x="584" y="22"/>
                  </a:lnTo>
                  <a:lnTo>
                    <a:pt x="584" y="18"/>
                  </a:lnTo>
                  <a:lnTo>
                    <a:pt x="588" y="18"/>
                  </a:lnTo>
                  <a:lnTo>
                    <a:pt x="592" y="18"/>
                  </a:lnTo>
                  <a:lnTo>
                    <a:pt x="596" y="18"/>
                  </a:lnTo>
                  <a:lnTo>
                    <a:pt x="596" y="16"/>
                  </a:lnTo>
                  <a:lnTo>
                    <a:pt x="600" y="16"/>
                  </a:lnTo>
                  <a:lnTo>
                    <a:pt x="604" y="16"/>
                  </a:lnTo>
                  <a:lnTo>
                    <a:pt x="606" y="16"/>
                  </a:lnTo>
                  <a:lnTo>
                    <a:pt x="610" y="16"/>
                  </a:lnTo>
                  <a:lnTo>
                    <a:pt x="614" y="16"/>
                  </a:lnTo>
                  <a:lnTo>
                    <a:pt x="618" y="16"/>
                  </a:lnTo>
                  <a:lnTo>
                    <a:pt x="622" y="16"/>
                  </a:lnTo>
                  <a:lnTo>
                    <a:pt x="626" y="16"/>
                  </a:lnTo>
                  <a:lnTo>
                    <a:pt x="630" y="16"/>
                  </a:lnTo>
                  <a:lnTo>
                    <a:pt x="632" y="18"/>
                  </a:lnTo>
                  <a:lnTo>
                    <a:pt x="636" y="18"/>
                  </a:lnTo>
                  <a:lnTo>
                    <a:pt x="636" y="16"/>
                  </a:lnTo>
                  <a:lnTo>
                    <a:pt x="640" y="18"/>
                  </a:lnTo>
                  <a:lnTo>
                    <a:pt x="648" y="18"/>
                  </a:lnTo>
                  <a:lnTo>
                    <a:pt x="656" y="18"/>
                  </a:lnTo>
                  <a:lnTo>
                    <a:pt x="656" y="16"/>
                  </a:lnTo>
                  <a:lnTo>
                    <a:pt x="660" y="16"/>
                  </a:lnTo>
                  <a:lnTo>
                    <a:pt x="662" y="16"/>
                  </a:lnTo>
                  <a:lnTo>
                    <a:pt x="666" y="16"/>
                  </a:lnTo>
                  <a:lnTo>
                    <a:pt x="670" y="16"/>
                  </a:lnTo>
                  <a:lnTo>
                    <a:pt x="674" y="16"/>
                  </a:lnTo>
                  <a:lnTo>
                    <a:pt x="678" y="16"/>
                  </a:lnTo>
                  <a:lnTo>
                    <a:pt x="682" y="16"/>
                  </a:lnTo>
                  <a:lnTo>
                    <a:pt x="678" y="16"/>
                  </a:lnTo>
                  <a:lnTo>
                    <a:pt x="678" y="18"/>
                  </a:lnTo>
                  <a:lnTo>
                    <a:pt x="682" y="18"/>
                  </a:lnTo>
                  <a:lnTo>
                    <a:pt x="678" y="22"/>
                  </a:lnTo>
                  <a:lnTo>
                    <a:pt x="674" y="22"/>
                  </a:lnTo>
                  <a:lnTo>
                    <a:pt x="670" y="26"/>
                  </a:lnTo>
                  <a:lnTo>
                    <a:pt x="666" y="26"/>
                  </a:lnTo>
                  <a:lnTo>
                    <a:pt x="670" y="26"/>
                  </a:lnTo>
                  <a:lnTo>
                    <a:pt x="674" y="26"/>
                  </a:lnTo>
                  <a:lnTo>
                    <a:pt x="678" y="26"/>
                  </a:lnTo>
                  <a:lnTo>
                    <a:pt x="678" y="22"/>
                  </a:lnTo>
                  <a:lnTo>
                    <a:pt x="682" y="22"/>
                  </a:lnTo>
                  <a:lnTo>
                    <a:pt x="686" y="22"/>
                  </a:lnTo>
                  <a:lnTo>
                    <a:pt x="688" y="22"/>
                  </a:lnTo>
                  <a:lnTo>
                    <a:pt x="692" y="22"/>
                  </a:lnTo>
                  <a:lnTo>
                    <a:pt x="696" y="22"/>
                  </a:lnTo>
                  <a:lnTo>
                    <a:pt x="692" y="22"/>
                  </a:lnTo>
                  <a:lnTo>
                    <a:pt x="692" y="26"/>
                  </a:lnTo>
                  <a:lnTo>
                    <a:pt x="696" y="26"/>
                  </a:lnTo>
                  <a:lnTo>
                    <a:pt x="696" y="22"/>
                  </a:lnTo>
                  <a:lnTo>
                    <a:pt x="700" y="22"/>
                  </a:lnTo>
                  <a:lnTo>
                    <a:pt x="704" y="22"/>
                  </a:lnTo>
                  <a:lnTo>
                    <a:pt x="704" y="26"/>
                  </a:lnTo>
                  <a:lnTo>
                    <a:pt x="708" y="26"/>
                  </a:lnTo>
                  <a:lnTo>
                    <a:pt x="712" y="26"/>
                  </a:lnTo>
                  <a:lnTo>
                    <a:pt x="716" y="26"/>
                  </a:lnTo>
                  <a:lnTo>
                    <a:pt x="718" y="26"/>
                  </a:lnTo>
                  <a:lnTo>
                    <a:pt x="722" y="30"/>
                  </a:lnTo>
                  <a:lnTo>
                    <a:pt x="726" y="30"/>
                  </a:lnTo>
                  <a:lnTo>
                    <a:pt x="730" y="30"/>
                  </a:lnTo>
                  <a:lnTo>
                    <a:pt x="730" y="34"/>
                  </a:lnTo>
                  <a:lnTo>
                    <a:pt x="722" y="34"/>
                  </a:lnTo>
                  <a:lnTo>
                    <a:pt x="718" y="34"/>
                  </a:lnTo>
                  <a:lnTo>
                    <a:pt x="718" y="38"/>
                  </a:lnTo>
                  <a:lnTo>
                    <a:pt x="716" y="38"/>
                  </a:lnTo>
                  <a:lnTo>
                    <a:pt x="718" y="38"/>
                  </a:lnTo>
                  <a:lnTo>
                    <a:pt x="716" y="38"/>
                  </a:lnTo>
                  <a:lnTo>
                    <a:pt x="716" y="42"/>
                  </a:lnTo>
                  <a:lnTo>
                    <a:pt x="712" y="42"/>
                  </a:lnTo>
                  <a:lnTo>
                    <a:pt x="708" y="42"/>
                  </a:lnTo>
                  <a:lnTo>
                    <a:pt x="704" y="42"/>
                  </a:lnTo>
                  <a:lnTo>
                    <a:pt x="700" y="42"/>
                  </a:lnTo>
                  <a:lnTo>
                    <a:pt x="696" y="42"/>
                  </a:lnTo>
                  <a:lnTo>
                    <a:pt x="688" y="42"/>
                  </a:lnTo>
                  <a:lnTo>
                    <a:pt x="686" y="42"/>
                  </a:lnTo>
                  <a:lnTo>
                    <a:pt x="686" y="44"/>
                  </a:lnTo>
                  <a:lnTo>
                    <a:pt x="682" y="44"/>
                  </a:lnTo>
                  <a:lnTo>
                    <a:pt x="678" y="44"/>
                  </a:lnTo>
                  <a:lnTo>
                    <a:pt x="674" y="44"/>
                  </a:lnTo>
                  <a:lnTo>
                    <a:pt x="666" y="44"/>
                  </a:lnTo>
                  <a:lnTo>
                    <a:pt x="662" y="44"/>
                  </a:lnTo>
                  <a:lnTo>
                    <a:pt x="656" y="44"/>
                  </a:lnTo>
                  <a:lnTo>
                    <a:pt x="652" y="44"/>
                  </a:lnTo>
                  <a:lnTo>
                    <a:pt x="648" y="44"/>
                  </a:lnTo>
                  <a:lnTo>
                    <a:pt x="644" y="44"/>
                  </a:lnTo>
                  <a:lnTo>
                    <a:pt x="640" y="44"/>
                  </a:lnTo>
                  <a:lnTo>
                    <a:pt x="636" y="44"/>
                  </a:lnTo>
                  <a:lnTo>
                    <a:pt x="632" y="44"/>
                  </a:lnTo>
                  <a:lnTo>
                    <a:pt x="630" y="44"/>
                  </a:lnTo>
                  <a:lnTo>
                    <a:pt x="626" y="44"/>
                  </a:lnTo>
                  <a:lnTo>
                    <a:pt x="622" y="44"/>
                  </a:lnTo>
                  <a:lnTo>
                    <a:pt x="618" y="44"/>
                  </a:lnTo>
                  <a:lnTo>
                    <a:pt x="614" y="44"/>
                  </a:lnTo>
                  <a:lnTo>
                    <a:pt x="610" y="44"/>
                  </a:lnTo>
                  <a:lnTo>
                    <a:pt x="606" y="44"/>
                  </a:lnTo>
                  <a:lnTo>
                    <a:pt x="604" y="44"/>
                  </a:lnTo>
                  <a:lnTo>
                    <a:pt x="600" y="44"/>
                  </a:lnTo>
                  <a:lnTo>
                    <a:pt x="596" y="44"/>
                  </a:lnTo>
                  <a:lnTo>
                    <a:pt x="592" y="44"/>
                  </a:lnTo>
                  <a:lnTo>
                    <a:pt x="588" y="44"/>
                  </a:lnTo>
                  <a:lnTo>
                    <a:pt x="584" y="44"/>
                  </a:lnTo>
                  <a:lnTo>
                    <a:pt x="588" y="44"/>
                  </a:lnTo>
                  <a:lnTo>
                    <a:pt x="592" y="44"/>
                  </a:lnTo>
                  <a:lnTo>
                    <a:pt x="600" y="44"/>
                  </a:lnTo>
                  <a:lnTo>
                    <a:pt x="606" y="44"/>
                  </a:lnTo>
                  <a:lnTo>
                    <a:pt x="610" y="44"/>
                  </a:lnTo>
                  <a:lnTo>
                    <a:pt x="606" y="44"/>
                  </a:lnTo>
                  <a:lnTo>
                    <a:pt x="604" y="48"/>
                  </a:lnTo>
                  <a:lnTo>
                    <a:pt x="600" y="48"/>
                  </a:lnTo>
                  <a:lnTo>
                    <a:pt x="596" y="48"/>
                  </a:lnTo>
                  <a:lnTo>
                    <a:pt x="592" y="48"/>
                  </a:lnTo>
                  <a:lnTo>
                    <a:pt x="588" y="48"/>
                  </a:lnTo>
                  <a:lnTo>
                    <a:pt x="584" y="52"/>
                  </a:lnTo>
                  <a:lnTo>
                    <a:pt x="580" y="52"/>
                  </a:lnTo>
                  <a:lnTo>
                    <a:pt x="576" y="52"/>
                  </a:lnTo>
                  <a:lnTo>
                    <a:pt x="574" y="52"/>
                  </a:lnTo>
                  <a:lnTo>
                    <a:pt x="570" y="52"/>
                  </a:lnTo>
                  <a:lnTo>
                    <a:pt x="566" y="52"/>
                  </a:lnTo>
                  <a:lnTo>
                    <a:pt x="566" y="56"/>
                  </a:lnTo>
                  <a:lnTo>
                    <a:pt x="562" y="56"/>
                  </a:lnTo>
                  <a:lnTo>
                    <a:pt x="566" y="60"/>
                  </a:lnTo>
                  <a:lnTo>
                    <a:pt x="570" y="60"/>
                  </a:lnTo>
                  <a:lnTo>
                    <a:pt x="574" y="60"/>
                  </a:lnTo>
                  <a:lnTo>
                    <a:pt x="574" y="56"/>
                  </a:lnTo>
                  <a:lnTo>
                    <a:pt x="580" y="56"/>
                  </a:lnTo>
                  <a:lnTo>
                    <a:pt x="584" y="56"/>
                  </a:lnTo>
                  <a:lnTo>
                    <a:pt x="588" y="52"/>
                  </a:lnTo>
                  <a:lnTo>
                    <a:pt x="592" y="52"/>
                  </a:lnTo>
                  <a:lnTo>
                    <a:pt x="596" y="52"/>
                  </a:lnTo>
                  <a:lnTo>
                    <a:pt x="600" y="52"/>
                  </a:lnTo>
                  <a:lnTo>
                    <a:pt x="604" y="52"/>
                  </a:lnTo>
                  <a:lnTo>
                    <a:pt x="610" y="52"/>
                  </a:lnTo>
                  <a:lnTo>
                    <a:pt x="614" y="52"/>
                  </a:lnTo>
                  <a:lnTo>
                    <a:pt x="622" y="48"/>
                  </a:lnTo>
                  <a:lnTo>
                    <a:pt x="626" y="48"/>
                  </a:lnTo>
                  <a:lnTo>
                    <a:pt x="630" y="48"/>
                  </a:lnTo>
                  <a:lnTo>
                    <a:pt x="636" y="48"/>
                  </a:lnTo>
                  <a:lnTo>
                    <a:pt x="640" y="48"/>
                  </a:lnTo>
                  <a:lnTo>
                    <a:pt x="644" y="48"/>
                  </a:lnTo>
                  <a:lnTo>
                    <a:pt x="648" y="48"/>
                  </a:lnTo>
                  <a:lnTo>
                    <a:pt x="652" y="48"/>
                  </a:lnTo>
                  <a:lnTo>
                    <a:pt x="656" y="48"/>
                  </a:lnTo>
                  <a:lnTo>
                    <a:pt x="660" y="48"/>
                  </a:lnTo>
                  <a:lnTo>
                    <a:pt x="662" y="48"/>
                  </a:lnTo>
                  <a:lnTo>
                    <a:pt x="670" y="48"/>
                  </a:lnTo>
                  <a:lnTo>
                    <a:pt x="674" y="48"/>
                  </a:lnTo>
                  <a:lnTo>
                    <a:pt x="674" y="56"/>
                  </a:lnTo>
                  <a:lnTo>
                    <a:pt x="670" y="56"/>
                  </a:lnTo>
                  <a:lnTo>
                    <a:pt x="666" y="60"/>
                  </a:lnTo>
                  <a:lnTo>
                    <a:pt x="662" y="60"/>
                  </a:lnTo>
                  <a:lnTo>
                    <a:pt x="660" y="60"/>
                  </a:lnTo>
                  <a:lnTo>
                    <a:pt x="656" y="60"/>
                  </a:lnTo>
                  <a:lnTo>
                    <a:pt x="656" y="64"/>
                  </a:lnTo>
                  <a:lnTo>
                    <a:pt x="652" y="64"/>
                  </a:lnTo>
                  <a:lnTo>
                    <a:pt x="648" y="64"/>
                  </a:lnTo>
                  <a:lnTo>
                    <a:pt x="644" y="64"/>
                  </a:lnTo>
                  <a:lnTo>
                    <a:pt x="640" y="64"/>
                  </a:lnTo>
                  <a:lnTo>
                    <a:pt x="644" y="68"/>
                  </a:lnTo>
                  <a:lnTo>
                    <a:pt x="648" y="68"/>
                  </a:lnTo>
                  <a:lnTo>
                    <a:pt x="644" y="68"/>
                  </a:lnTo>
                  <a:lnTo>
                    <a:pt x="640" y="68"/>
                  </a:lnTo>
                  <a:lnTo>
                    <a:pt x="644" y="68"/>
                  </a:lnTo>
                  <a:lnTo>
                    <a:pt x="648" y="68"/>
                  </a:lnTo>
                  <a:lnTo>
                    <a:pt x="652" y="68"/>
                  </a:lnTo>
                  <a:lnTo>
                    <a:pt x="656" y="68"/>
                  </a:lnTo>
                  <a:lnTo>
                    <a:pt x="656" y="64"/>
                  </a:lnTo>
                  <a:lnTo>
                    <a:pt x="660" y="64"/>
                  </a:lnTo>
                  <a:lnTo>
                    <a:pt x="662" y="64"/>
                  </a:lnTo>
                  <a:lnTo>
                    <a:pt x="670" y="60"/>
                  </a:lnTo>
                  <a:lnTo>
                    <a:pt x="674" y="60"/>
                  </a:lnTo>
                  <a:lnTo>
                    <a:pt x="678" y="60"/>
                  </a:lnTo>
                  <a:lnTo>
                    <a:pt x="682" y="60"/>
                  </a:lnTo>
                  <a:lnTo>
                    <a:pt x="686" y="56"/>
                  </a:lnTo>
                  <a:lnTo>
                    <a:pt x="688" y="60"/>
                  </a:lnTo>
                  <a:lnTo>
                    <a:pt x="688" y="56"/>
                  </a:lnTo>
                  <a:lnTo>
                    <a:pt x="692" y="56"/>
                  </a:lnTo>
                  <a:lnTo>
                    <a:pt x="688" y="56"/>
                  </a:lnTo>
                  <a:lnTo>
                    <a:pt x="688" y="52"/>
                  </a:lnTo>
                  <a:lnTo>
                    <a:pt x="692" y="48"/>
                  </a:lnTo>
                  <a:lnTo>
                    <a:pt x="696" y="48"/>
                  </a:lnTo>
                  <a:lnTo>
                    <a:pt x="700" y="48"/>
                  </a:lnTo>
                  <a:lnTo>
                    <a:pt x="704" y="48"/>
                  </a:lnTo>
                  <a:lnTo>
                    <a:pt x="708" y="48"/>
                  </a:lnTo>
                  <a:lnTo>
                    <a:pt x="712" y="48"/>
                  </a:lnTo>
                  <a:lnTo>
                    <a:pt x="716" y="48"/>
                  </a:lnTo>
                  <a:lnTo>
                    <a:pt x="718" y="48"/>
                  </a:lnTo>
                  <a:lnTo>
                    <a:pt x="718" y="52"/>
                  </a:lnTo>
                  <a:lnTo>
                    <a:pt x="722" y="56"/>
                  </a:lnTo>
                  <a:lnTo>
                    <a:pt x="718" y="64"/>
                  </a:lnTo>
                  <a:lnTo>
                    <a:pt x="716" y="68"/>
                  </a:lnTo>
                  <a:lnTo>
                    <a:pt x="716" y="72"/>
                  </a:lnTo>
                  <a:lnTo>
                    <a:pt x="712" y="72"/>
                  </a:lnTo>
                  <a:lnTo>
                    <a:pt x="708" y="72"/>
                  </a:lnTo>
                  <a:lnTo>
                    <a:pt x="712" y="72"/>
                  </a:lnTo>
                  <a:lnTo>
                    <a:pt x="708" y="74"/>
                  </a:lnTo>
                  <a:lnTo>
                    <a:pt x="704" y="74"/>
                  </a:lnTo>
                  <a:lnTo>
                    <a:pt x="700" y="78"/>
                  </a:lnTo>
                  <a:lnTo>
                    <a:pt x="696" y="78"/>
                  </a:lnTo>
                  <a:lnTo>
                    <a:pt x="692" y="82"/>
                  </a:lnTo>
                  <a:lnTo>
                    <a:pt x="696" y="82"/>
                  </a:lnTo>
                  <a:lnTo>
                    <a:pt x="696" y="86"/>
                  </a:lnTo>
                  <a:lnTo>
                    <a:pt x="692" y="86"/>
                  </a:lnTo>
                  <a:lnTo>
                    <a:pt x="688" y="86"/>
                  </a:lnTo>
                  <a:lnTo>
                    <a:pt x="686" y="90"/>
                  </a:lnTo>
                  <a:lnTo>
                    <a:pt x="688" y="90"/>
                  </a:lnTo>
                  <a:lnTo>
                    <a:pt x="692" y="90"/>
                  </a:lnTo>
                  <a:lnTo>
                    <a:pt x="688" y="90"/>
                  </a:lnTo>
                  <a:lnTo>
                    <a:pt x="686" y="94"/>
                  </a:lnTo>
                  <a:lnTo>
                    <a:pt x="688" y="94"/>
                  </a:lnTo>
                  <a:lnTo>
                    <a:pt x="688" y="90"/>
                  </a:lnTo>
                  <a:lnTo>
                    <a:pt x="692" y="90"/>
                  </a:lnTo>
                  <a:lnTo>
                    <a:pt x="696" y="90"/>
                  </a:lnTo>
                  <a:lnTo>
                    <a:pt x="696" y="86"/>
                  </a:lnTo>
                  <a:lnTo>
                    <a:pt x="700" y="86"/>
                  </a:lnTo>
                  <a:lnTo>
                    <a:pt x="700" y="82"/>
                  </a:lnTo>
                  <a:lnTo>
                    <a:pt x="704" y="82"/>
                  </a:lnTo>
                  <a:lnTo>
                    <a:pt x="708" y="82"/>
                  </a:lnTo>
                  <a:lnTo>
                    <a:pt x="712" y="78"/>
                  </a:lnTo>
                  <a:lnTo>
                    <a:pt x="716" y="74"/>
                  </a:lnTo>
                  <a:lnTo>
                    <a:pt x="718" y="74"/>
                  </a:lnTo>
                  <a:lnTo>
                    <a:pt x="718" y="72"/>
                  </a:lnTo>
                  <a:lnTo>
                    <a:pt x="722" y="72"/>
                  </a:lnTo>
                  <a:lnTo>
                    <a:pt x="726" y="72"/>
                  </a:lnTo>
                  <a:lnTo>
                    <a:pt x="730" y="68"/>
                  </a:lnTo>
                  <a:lnTo>
                    <a:pt x="734" y="64"/>
                  </a:lnTo>
                  <a:lnTo>
                    <a:pt x="738" y="64"/>
                  </a:lnTo>
                  <a:lnTo>
                    <a:pt x="742" y="60"/>
                  </a:lnTo>
                  <a:lnTo>
                    <a:pt x="744" y="60"/>
                  </a:lnTo>
                  <a:lnTo>
                    <a:pt x="748" y="60"/>
                  </a:lnTo>
                  <a:lnTo>
                    <a:pt x="744" y="60"/>
                  </a:lnTo>
                  <a:lnTo>
                    <a:pt x="744" y="64"/>
                  </a:lnTo>
                  <a:lnTo>
                    <a:pt x="744" y="68"/>
                  </a:lnTo>
                  <a:lnTo>
                    <a:pt x="748" y="68"/>
                  </a:lnTo>
                  <a:lnTo>
                    <a:pt x="748" y="64"/>
                  </a:lnTo>
                  <a:lnTo>
                    <a:pt x="756" y="64"/>
                  </a:lnTo>
                  <a:lnTo>
                    <a:pt x="760" y="64"/>
                  </a:lnTo>
                  <a:lnTo>
                    <a:pt x="764" y="64"/>
                  </a:lnTo>
                  <a:lnTo>
                    <a:pt x="768" y="64"/>
                  </a:lnTo>
                  <a:lnTo>
                    <a:pt x="770" y="64"/>
                  </a:lnTo>
                  <a:lnTo>
                    <a:pt x="770" y="68"/>
                  </a:lnTo>
                  <a:lnTo>
                    <a:pt x="774" y="68"/>
                  </a:lnTo>
                  <a:lnTo>
                    <a:pt x="778" y="64"/>
                  </a:lnTo>
                  <a:lnTo>
                    <a:pt x="782" y="64"/>
                  </a:lnTo>
                  <a:lnTo>
                    <a:pt x="782" y="60"/>
                  </a:lnTo>
                  <a:lnTo>
                    <a:pt x="778" y="60"/>
                  </a:lnTo>
                  <a:lnTo>
                    <a:pt x="778" y="56"/>
                  </a:lnTo>
                  <a:lnTo>
                    <a:pt x="782" y="56"/>
                  </a:lnTo>
                  <a:lnTo>
                    <a:pt x="782" y="60"/>
                  </a:lnTo>
                  <a:lnTo>
                    <a:pt x="786" y="60"/>
                  </a:lnTo>
                  <a:lnTo>
                    <a:pt x="786" y="56"/>
                  </a:lnTo>
                  <a:lnTo>
                    <a:pt x="782" y="56"/>
                  </a:lnTo>
                  <a:lnTo>
                    <a:pt x="782" y="52"/>
                  </a:lnTo>
                  <a:lnTo>
                    <a:pt x="786" y="52"/>
                  </a:lnTo>
                  <a:lnTo>
                    <a:pt x="786" y="56"/>
                  </a:lnTo>
                  <a:lnTo>
                    <a:pt x="786" y="52"/>
                  </a:lnTo>
                  <a:lnTo>
                    <a:pt x="788" y="52"/>
                  </a:lnTo>
                  <a:lnTo>
                    <a:pt x="792" y="52"/>
                  </a:lnTo>
                  <a:lnTo>
                    <a:pt x="796" y="52"/>
                  </a:lnTo>
                  <a:lnTo>
                    <a:pt x="800" y="52"/>
                  </a:lnTo>
                  <a:lnTo>
                    <a:pt x="804" y="52"/>
                  </a:lnTo>
                  <a:lnTo>
                    <a:pt x="808" y="52"/>
                  </a:lnTo>
                  <a:lnTo>
                    <a:pt x="812" y="52"/>
                  </a:lnTo>
                  <a:lnTo>
                    <a:pt x="816" y="52"/>
                  </a:lnTo>
                  <a:lnTo>
                    <a:pt x="818" y="52"/>
                  </a:lnTo>
                  <a:lnTo>
                    <a:pt x="822" y="52"/>
                  </a:lnTo>
                  <a:lnTo>
                    <a:pt x="826" y="52"/>
                  </a:lnTo>
                  <a:lnTo>
                    <a:pt x="830" y="52"/>
                  </a:lnTo>
                  <a:lnTo>
                    <a:pt x="834" y="52"/>
                  </a:lnTo>
                  <a:lnTo>
                    <a:pt x="834" y="56"/>
                  </a:lnTo>
                  <a:lnTo>
                    <a:pt x="838" y="56"/>
                  </a:lnTo>
                  <a:lnTo>
                    <a:pt x="842" y="56"/>
                  </a:lnTo>
                  <a:lnTo>
                    <a:pt x="844" y="56"/>
                  </a:lnTo>
                  <a:lnTo>
                    <a:pt x="848" y="56"/>
                  </a:lnTo>
                  <a:lnTo>
                    <a:pt x="852" y="56"/>
                  </a:lnTo>
                  <a:lnTo>
                    <a:pt x="852" y="60"/>
                  </a:lnTo>
                  <a:lnTo>
                    <a:pt x="856" y="60"/>
                  </a:lnTo>
                  <a:lnTo>
                    <a:pt x="860" y="60"/>
                  </a:lnTo>
                  <a:lnTo>
                    <a:pt x="856" y="64"/>
                  </a:lnTo>
                  <a:lnTo>
                    <a:pt x="852" y="64"/>
                  </a:lnTo>
                  <a:lnTo>
                    <a:pt x="852" y="68"/>
                  </a:lnTo>
                  <a:lnTo>
                    <a:pt x="848" y="68"/>
                  </a:lnTo>
                  <a:lnTo>
                    <a:pt x="844" y="68"/>
                  </a:lnTo>
                  <a:lnTo>
                    <a:pt x="844" y="72"/>
                  </a:lnTo>
                  <a:lnTo>
                    <a:pt x="842" y="72"/>
                  </a:lnTo>
                  <a:lnTo>
                    <a:pt x="838" y="72"/>
                  </a:lnTo>
                  <a:lnTo>
                    <a:pt x="834" y="74"/>
                  </a:lnTo>
                  <a:lnTo>
                    <a:pt x="830" y="74"/>
                  </a:lnTo>
                  <a:lnTo>
                    <a:pt x="826" y="74"/>
                  </a:lnTo>
                  <a:lnTo>
                    <a:pt x="822" y="74"/>
                  </a:lnTo>
                  <a:lnTo>
                    <a:pt x="818" y="74"/>
                  </a:lnTo>
                  <a:lnTo>
                    <a:pt x="818" y="78"/>
                  </a:lnTo>
                  <a:lnTo>
                    <a:pt x="822" y="78"/>
                  </a:lnTo>
                  <a:lnTo>
                    <a:pt x="822" y="82"/>
                  </a:lnTo>
                  <a:lnTo>
                    <a:pt x="818" y="82"/>
                  </a:lnTo>
                  <a:lnTo>
                    <a:pt x="816" y="82"/>
                  </a:lnTo>
                  <a:lnTo>
                    <a:pt x="812" y="82"/>
                  </a:lnTo>
                  <a:lnTo>
                    <a:pt x="808" y="86"/>
                  </a:lnTo>
                  <a:lnTo>
                    <a:pt x="804" y="86"/>
                  </a:lnTo>
                  <a:lnTo>
                    <a:pt x="800" y="86"/>
                  </a:lnTo>
                  <a:lnTo>
                    <a:pt x="796" y="86"/>
                  </a:lnTo>
                  <a:lnTo>
                    <a:pt x="792" y="86"/>
                  </a:lnTo>
                  <a:lnTo>
                    <a:pt x="788" y="86"/>
                  </a:lnTo>
                  <a:lnTo>
                    <a:pt x="786" y="86"/>
                  </a:lnTo>
                  <a:lnTo>
                    <a:pt x="782" y="86"/>
                  </a:lnTo>
                  <a:lnTo>
                    <a:pt x="778" y="86"/>
                  </a:lnTo>
                  <a:lnTo>
                    <a:pt x="774" y="86"/>
                  </a:lnTo>
                  <a:lnTo>
                    <a:pt x="774" y="90"/>
                  </a:lnTo>
                  <a:lnTo>
                    <a:pt x="770" y="90"/>
                  </a:lnTo>
                  <a:lnTo>
                    <a:pt x="768" y="90"/>
                  </a:lnTo>
                  <a:lnTo>
                    <a:pt x="764" y="90"/>
                  </a:lnTo>
                  <a:lnTo>
                    <a:pt x="760" y="90"/>
                  </a:lnTo>
                  <a:lnTo>
                    <a:pt x="756" y="90"/>
                  </a:lnTo>
                  <a:lnTo>
                    <a:pt x="752" y="90"/>
                  </a:lnTo>
                  <a:lnTo>
                    <a:pt x="748" y="90"/>
                  </a:lnTo>
                  <a:lnTo>
                    <a:pt x="744" y="90"/>
                  </a:lnTo>
                  <a:lnTo>
                    <a:pt x="742" y="90"/>
                  </a:lnTo>
                  <a:lnTo>
                    <a:pt x="738" y="94"/>
                  </a:lnTo>
                  <a:lnTo>
                    <a:pt x="734" y="94"/>
                  </a:lnTo>
                  <a:lnTo>
                    <a:pt x="734" y="90"/>
                  </a:lnTo>
                  <a:lnTo>
                    <a:pt x="730" y="90"/>
                  </a:lnTo>
                  <a:lnTo>
                    <a:pt x="730" y="94"/>
                  </a:lnTo>
                  <a:lnTo>
                    <a:pt x="734" y="94"/>
                  </a:lnTo>
                  <a:lnTo>
                    <a:pt x="738" y="94"/>
                  </a:lnTo>
                  <a:lnTo>
                    <a:pt x="742" y="94"/>
                  </a:lnTo>
                  <a:lnTo>
                    <a:pt x="744" y="94"/>
                  </a:lnTo>
                  <a:lnTo>
                    <a:pt x="744" y="90"/>
                  </a:lnTo>
                  <a:lnTo>
                    <a:pt x="748" y="90"/>
                  </a:lnTo>
                  <a:lnTo>
                    <a:pt x="752" y="90"/>
                  </a:lnTo>
                  <a:lnTo>
                    <a:pt x="756" y="90"/>
                  </a:lnTo>
                  <a:lnTo>
                    <a:pt x="760" y="90"/>
                  </a:lnTo>
                  <a:lnTo>
                    <a:pt x="764" y="90"/>
                  </a:lnTo>
                  <a:lnTo>
                    <a:pt x="768" y="94"/>
                  </a:lnTo>
                  <a:lnTo>
                    <a:pt x="770" y="94"/>
                  </a:lnTo>
                  <a:lnTo>
                    <a:pt x="774" y="94"/>
                  </a:lnTo>
                  <a:lnTo>
                    <a:pt x="778" y="94"/>
                  </a:lnTo>
                  <a:lnTo>
                    <a:pt x="782" y="90"/>
                  </a:lnTo>
                  <a:lnTo>
                    <a:pt x="786" y="90"/>
                  </a:lnTo>
                  <a:lnTo>
                    <a:pt x="788" y="90"/>
                  </a:lnTo>
                  <a:lnTo>
                    <a:pt x="788" y="94"/>
                  </a:lnTo>
                  <a:lnTo>
                    <a:pt x="792" y="94"/>
                  </a:lnTo>
                  <a:lnTo>
                    <a:pt x="796" y="94"/>
                  </a:lnTo>
                  <a:lnTo>
                    <a:pt x="800" y="94"/>
                  </a:lnTo>
                  <a:lnTo>
                    <a:pt x="804" y="94"/>
                  </a:lnTo>
                  <a:lnTo>
                    <a:pt x="800" y="94"/>
                  </a:lnTo>
                  <a:lnTo>
                    <a:pt x="800" y="98"/>
                  </a:lnTo>
                  <a:lnTo>
                    <a:pt x="796" y="98"/>
                  </a:lnTo>
                  <a:lnTo>
                    <a:pt x="792" y="98"/>
                  </a:lnTo>
                  <a:lnTo>
                    <a:pt x="796" y="98"/>
                  </a:lnTo>
                  <a:lnTo>
                    <a:pt x="792" y="100"/>
                  </a:lnTo>
                  <a:lnTo>
                    <a:pt x="788" y="100"/>
                  </a:lnTo>
                  <a:lnTo>
                    <a:pt x="786" y="100"/>
                  </a:lnTo>
                  <a:lnTo>
                    <a:pt x="782" y="100"/>
                  </a:lnTo>
                  <a:lnTo>
                    <a:pt x="778" y="100"/>
                  </a:lnTo>
                  <a:lnTo>
                    <a:pt x="774" y="100"/>
                  </a:lnTo>
                  <a:lnTo>
                    <a:pt x="770" y="100"/>
                  </a:lnTo>
                  <a:lnTo>
                    <a:pt x="768" y="100"/>
                  </a:lnTo>
                  <a:lnTo>
                    <a:pt x="764" y="100"/>
                  </a:lnTo>
                  <a:lnTo>
                    <a:pt x="760" y="100"/>
                  </a:lnTo>
                  <a:lnTo>
                    <a:pt x="756" y="100"/>
                  </a:lnTo>
                  <a:lnTo>
                    <a:pt x="752" y="100"/>
                  </a:lnTo>
                  <a:lnTo>
                    <a:pt x="748" y="100"/>
                  </a:lnTo>
                  <a:lnTo>
                    <a:pt x="748" y="104"/>
                  </a:lnTo>
                  <a:lnTo>
                    <a:pt x="744" y="104"/>
                  </a:lnTo>
                  <a:lnTo>
                    <a:pt x="742" y="104"/>
                  </a:lnTo>
                  <a:lnTo>
                    <a:pt x="744" y="104"/>
                  </a:lnTo>
                  <a:lnTo>
                    <a:pt x="742" y="108"/>
                  </a:lnTo>
                  <a:lnTo>
                    <a:pt x="738" y="112"/>
                  </a:lnTo>
                  <a:lnTo>
                    <a:pt x="742" y="112"/>
                  </a:lnTo>
                  <a:lnTo>
                    <a:pt x="744" y="112"/>
                  </a:lnTo>
                  <a:lnTo>
                    <a:pt x="744" y="116"/>
                  </a:lnTo>
                  <a:lnTo>
                    <a:pt x="748" y="116"/>
                  </a:lnTo>
                  <a:lnTo>
                    <a:pt x="748" y="112"/>
                  </a:lnTo>
                  <a:lnTo>
                    <a:pt x="752" y="112"/>
                  </a:lnTo>
                  <a:lnTo>
                    <a:pt x="748" y="112"/>
                  </a:lnTo>
                  <a:lnTo>
                    <a:pt x="744" y="112"/>
                  </a:lnTo>
                  <a:lnTo>
                    <a:pt x="748" y="108"/>
                  </a:lnTo>
                  <a:lnTo>
                    <a:pt x="752" y="108"/>
                  </a:lnTo>
                  <a:lnTo>
                    <a:pt x="756" y="108"/>
                  </a:lnTo>
                  <a:lnTo>
                    <a:pt x="756" y="104"/>
                  </a:lnTo>
                  <a:lnTo>
                    <a:pt x="760" y="104"/>
                  </a:lnTo>
                  <a:lnTo>
                    <a:pt x="764" y="104"/>
                  </a:lnTo>
                  <a:lnTo>
                    <a:pt x="768" y="104"/>
                  </a:lnTo>
                  <a:lnTo>
                    <a:pt x="770" y="104"/>
                  </a:lnTo>
                  <a:lnTo>
                    <a:pt x="774" y="104"/>
                  </a:lnTo>
                  <a:lnTo>
                    <a:pt x="778" y="104"/>
                  </a:lnTo>
                  <a:lnTo>
                    <a:pt x="782" y="104"/>
                  </a:lnTo>
                  <a:lnTo>
                    <a:pt x="786" y="104"/>
                  </a:lnTo>
                  <a:lnTo>
                    <a:pt x="786" y="108"/>
                  </a:lnTo>
                  <a:lnTo>
                    <a:pt x="782" y="108"/>
                  </a:lnTo>
                  <a:lnTo>
                    <a:pt x="778" y="112"/>
                  </a:lnTo>
                  <a:lnTo>
                    <a:pt x="778" y="116"/>
                  </a:lnTo>
                  <a:lnTo>
                    <a:pt x="774" y="116"/>
                  </a:lnTo>
                  <a:lnTo>
                    <a:pt x="770" y="116"/>
                  </a:lnTo>
                  <a:lnTo>
                    <a:pt x="768" y="116"/>
                  </a:lnTo>
                  <a:lnTo>
                    <a:pt x="764" y="116"/>
                  </a:lnTo>
                  <a:lnTo>
                    <a:pt x="760" y="116"/>
                  </a:lnTo>
                  <a:lnTo>
                    <a:pt x="756" y="116"/>
                  </a:lnTo>
                  <a:lnTo>
                    <a:pt x="756" y="120"/>
                  </a:lnTo>
                  <a:lnTo>
                    <a:pt x="752" y="120"/>
                  </a:lnTo>
                  <a:lnTo>
                    <a:pt x="756" y="120"/>
                  </a:lnTo>
                  <a:lnTo>
                    <a:pt x="756" y="124"/>
                  </a:lnTo>
                  <a:lnTo>
                    <a:pt x="752" y="124"/>
                  </a:lnTo>
                  <a:lnTo>
                    <a:pt x="752" y="128"/>
                  </a:lnTo>
                  <a:lnTo>
                    <a:pt x="752" y="130"/>
                  </a:lnTo>
                  <a:lnTo>
                    <a:pt x="752" y="134"/>
                  </a:lnTo>
                  <a:lnTo>
                    <a:pt x="752" y="130"/>
                  </a:lnTo>
                  <a:lnTo>
                    <a:pt x="756" y="128"/>
                  </a:lnTo>
                  <a:lnTo>
                    <a:pt x="760" y="128"/>
                  </a:lnTo>
                  <a:lnTo>
                    <a:pt x="764" y="128"/>
                  </a:lnTo>
                  <a:lnTo>
                    <a:pt x="764" y="130"/>
                  </a:lnTo>
                  <a:lnTo>
                    <a:pt x="760" y="130"/>
                  </a:lnTo>
                  <a:lnTo>
                    <a:pt x="764" y="130"/>
                  </a:lnTo>
                  <a:lnTo>
                    <a:pt x="760" y="130"/>
                  </a:lnTo>
                  <a:lnTo>
                    <a:pt x="756" y="130"/>
                  </a:lnTo>
                  <a:lnTo>
                    <a:pt x="756" y="134"/>
                  </a:lnTo>
                  <a:lnTo>
                    <a:pt x="752" y="134"/>
                  </a:lnTo>
                  <a:lnTo>
                    <a:pt x="748" y="134"/>
                  </a:lnTo>
                  <a:lnTo>
                    <a:pt x="748" y="138"/>
                  </a:lnTo>
                  <a:lnTo>
                    <a:pt x="748" y="142"/>
                  </a:lnTo>
                  <a:lnTo>
                    <a:pt x="744" y="142"/>
                  </a:lnTo>
                  <a:lnTo>
                    <a:pt x="742" y="142"/>
                  </a:lnTo>
                  <a:lnTo>
                    <a:pt x="738" y="142"/>
                  </a:lnTo>
                  <a:lnTo>
                    <a:pt x="734" y="142"/>
                  </a:lnTo>
                  <a:lnTo>
                    <a:pt x="734" y="146"/>
                  </a:lnTo>
                  <a:lnTo>
                    <a:pt x="738" y="146"/>
                  </a:lnTo>
                  <a:lnTo>
                    <a:pt x="734" y="146"/>
                  </a:lnTo>
                  <a:lnTo>
                    <a:pt x="730" y="146"/>
                  </a:lnTo>
                  <a:lnTo>
                    <a:pt x="730" y="150"/>
                  </a:lnTo>
                  <a:lnTo>
                    <a:pt x="734" y="150"/>
                  </a:lnTo>
                  <a:lnTo>
                    <a:pt x="734" y="146"/>
                  </a:lnTo>
                  <a:lnTo>
                    <a:pt x="738" y="146"/>
                  </a:lnTo>
                  <a:lnTo>
                    <a:pt x="738" y="150"/>
                  </a:lnTo>
                  <a:lnTo>
                    <a:pt x="734" y="150"/>
                  </a:lnTo>
                  <a:lnTo>
                    <a:pt x="734" y="154"/>
                  </a:lnTo>
                  <a:lnTo>
                    <a:pt x="730" y="158"/>
                  </a:lnTo>
                  <a:lnTo>
                    <a:pt x="730" y="160"/>
                  </a:lnTo>
                  <a:lnTo>
                    <a:pt x="726" y="160"/>
                  </a:lnTo>
                  <a:lnTo>
                    <a:pt x="722" y="160"/>
                  </a:lnTo>
                  <a:lnTo>
                    <a:pt x="726" y="164"/>
                  </a:lnTo>
                  <a:lnTo>
                    <a:pt x="730" y="164"/>
                  </a:lnTo>
                  <a:lnTo>
                    <a:pt x="726" y="164"/>
                  </a:lnTo>
                  <a:lnTo>
                    <a:pt x="722" y="168"/>
                  </a:lnTo>
                  <a:lnTo>
                    <a:pt x="726" y="168"/>
                  </a:lnTo>
                  <a:lnTo>
                    <a:pt x="722" y="172"/>
                  </a:lnTo>
                  <a:lnTo>
                    <a:pt x="718" y="174"/>
                  </a:lnTo>
                  <a:lnTo>
                    <a:pt x="722" y="174"/>
                  </a:lnTo>
                  <a:lnTo>
                    <a:pt x="726" y="174"/>
                  </a:lnTo>
                  <a:lnTo>
                    <a:pt x="730" y="174"/>
                  </a:lnTo>
                  <a:lnTo>
                    <a:pt x="726" y="174"/>
                  </a:lnTo>
                  <a:lnTo>
                    <a:pt x="726" y="178"/>
                  </a:lnTo>
                  <a:lnTo>
                    <a:pt x="730" y="174"/>
                  </a:lnTo>
                  <a:lnTo>
                    <a:pt x="730" y="172"/>
                  </a:lnTo>
                  <a:lnTo>
                    <a:pt x="734" y="168"/>
                  </a:lnTo>
                  <a:lnTo>
                    <a:pt x="738" y="164"/>
                  </a:lnTo>
                  <a:lnTo>
                    <a:pt x="742" y="168"/>
                  </a:lnTo>
                  <a:lnTo>
                    <a:pt x="744" y="168"/>
                  </a:lnTo>
                  <a:lnTo>
                    <a:pt x="748" y="172"/>
                  </a:lnTo>
                  <a:lnTo>
                    <a:pt x="752" y="172"/>
                  </a:lnTo>
                  <a:lnTo>
                    <a:pt x="756" y="172"/>
                  </a:lnTo>
                  <a:lnTo>
                    <a:pt x="760" y="172"/>
                  </a:lnTo>
                  <a:lnTo>
                    <a:pt x="764" y="174"/>
                  </a:lnTo>
                  <a:lnTo>
                    <a:pt x="760" y="174"/>
                  </a:lnTo>
                  <a:lnTo>
                    <a:pt x="760" y="178"/>
                  </a:lnTo>
                  <a:lnTo>
                    <a:pt x="756" y="174"/>
                  </a:lnTo>
                  <a:lnTo>
                    <a:pt x="748" y="174"/>
                  </a:lnTo>
                  <a:lnTo>
                    <a:pt x="748" y="172"/>
                  </a:lnTo>
                  <a:lnTo>
                    <a:pt x="744" y="172"/>
                  </a:lnTo>
                  <a:lnTo>
                    <a:pt x="744" y="174"/>
                  </a:lnTo>
                  <a:lnTo>
                    <a:pt x="742" y="174"/>
                  </a:lnTo>
                  <a:lnTo>
                    <a:pt x="738" y="174"/>
                  </a:lnTo>
                  <a:lnTo>
                    <a:pt x="742" y="174"/>
                  </a:lnTo>
                  <a:lnTo>
                    <a:pt x="744" y="174"/>
                  </a:lnTo>
                  <a:lnTo>
                    <a:pt x="744" y="178"/>
                  </a:lnTo>
                  <a:lnTo>
                    <a:pt x="742" y="178"/>
                  </a:lnTo>
                  <a:lnTo>
                    <a:pt x="744" y="178"/>
                  </a:lnTo>
                  <a:lnTo>
                    <a:pt x="742" y="178"/>
                  </a:lnTo>
                  <a:lnTo>
                    <a:pt x="738" y="178"/>
                  </a:lnTo>
                  <a:lnTo>
                    <a:pt x="734" y="178"/>
                  </a:lnTo>
                  <a:lnTo>
                    <a:pt x="738" y="178"/>
                  </a:lnTo>
                  <a:lnTo>
                    <a:pt x="742" y="178"/>
                  </a:lnTo>
                  <a:lnTo>
                    <a:pt x="744" y="178"/>
                  </a:lnTo>
                  <a:lnTo>
                    <a:pt x="748" y="182"/>
                  </a:lnTo>
                  <a:lnTo>
                    <a:pt x="744" y="182"/>
                  </a:lnTo>
                  <a:lnTo>
                    <a:pt x="742" y="182"/>
                  </a:lnTo>
                  <a:lnTo>
                    <a:pt x="738" y="182"/>
                  </a:lnTo>
                  <a:lnTo>
                    <a:pt x="742" y="182"/>
                  </a:lnTo>
                  <a:lnTo>
                    <a:pt x="744" y="182"/>
                  </a:lnTo>
                  <a:lnTo>
                    <a:pt x="748" y="182"/>
                  </a:lnTo>
                  <a:lnTo>
                    <a:pt x="752" y="182"/>
                  </a:lnTo>
                  <a:lnTo>
                    <a:pt x="756" y="182"/>
                  </a:lnTo>
                  <a:lnTo>
                    <a:pt x="756" y="186"/>
                  </a:lnTo>
                  <a:lnTo>
                    <a:pt x="760" y="186"/>
                  </a:lnTo>
                  <a:lnTo>
                    <a:pt x="764" y="186"/>
                  </a:lnTo>
                  <a:lnTo>
                    <a:pt x="764" y="182"/>
                  </a:lnTo>
                  <a:lnTo>
                    <a:pt x="768" y="182"/>
                  </a:lnTo>
                  <a:lnTo>
                    <a:pt x="770" y="182"/>
                  </a:lnTo>
                  <a:lnTo>
                    <a:pt x="774" y="186"/>
                  </a:lnTo>
                  <a:lnTo>
                    <a:pt x="774" y="190"/>
                  </a:lnTo>
                  <a:lnTo>
                    <a:pt x="774" y="194"/>
                  </a:lnTo>
                  <a:lnTo>
                    <a:pt x="774" y="198"/>
                  </a:lnTo>
                  <a:lnTo>
                    <a:pt x="770" y="198"/>
                  </a:lnTo>
                  <a:lnTo>
                    <a:pt x="770" y="200"/>
                  </a:lnTo>
                  <a:lnTo>
                    <a:pt x="768" y="198"/>
                  </a:lnTo>
                  <a:lnTo>
                    <a:pt x="764" y="198"/>
                  </a:lnTo>
                  <a:lnTo>
                    <a:pt x="760" y="198"/>
                  </a:lnTo>
                  <a:lnTo>
                    <a:pt x="756" y="198"/>
                  </a:lnTo>
                  <a:lnTo>
                    <a:pt x="752" y="194"/>
                  </a:lnTo>
                  <a:lnTo>
                    <a:pt x="748" y="194"/>
                  </a:lnTo>
                  <a:lnTo>
                    <a:pt x="744" y="194"/>
                  </a:lnTo>
                  <a:lnTo>
                    <a:pt x="738" y="194"/>
                  </a:lnTo>
                  <a:lnTo>
                    <a:pt x="734" y="194"/>
                  </a:lnTo>
                  <a:lnTo>
                    <a:pt x="738" y="194"/>
                  </a:lnTo>
                  <a:lnTo>
                    <a:pt x="742" y="194"/>
                  </a:lnTo>
                  <a:lnTo>
                    <a:pt x="742" y="198"/>
                  </a:lnTo>
                  <a:lnTo>
                    <a:pt x="738" y="198"/>
                  </a:lnTo>
                  <a:lnTo>
                    <a:pt x="734" y="198"/>
                  </a:lnTo>
                  <a:lnTo>
                    <a:pt x="730" y="198"/>
                  </a:lnTo>
                  <a:lnTo>
                    <a:pt x="726" y="198"/>
                  </a:lnTo>
                  <a:lnTo>
                    <a:pt x="730" y="198"/>
                  </a:lnTo>
                  <a:lnTo>
                    <a:pt x="734" y="198"/>
                  </a:lnTo>
                  <a:lnTo>
                    <a:pt x="738" y="198"/>
                  </a:lnTo>
                  <a:lnTo>
                    <a:pt x="734" y="198"/>
                  </a:lnTo>
                  <a:lnTo>
                    <a:pt x="734" y="200"/>
                  </a:lnTo>
                  <a:lnTo>
                    <a:pt x="734" y="198"/>
                  </a:lnTo>
                  <a:lnTo>
                    <a:pt x="730" y="198"/>
                  </a:lnTo>
                  <a:lnTo>
                    <a:pt x="730" y="200"/>
                  </a:lnTo>
                  <a:lnTo>
                    <a:pt x="726" y="204"/>
                  </a:lnTo>
                  <a:lnTo>
                    <a:pt x="722" y="204"/>
                  </a:lnTo>
                  <a:lnTo>
                    <a:pt x="722" y="200"/>
                  </a:lnTo>
                  <a:lnTo>
                    <a:pt x="718" y="198"/>
                  </a:lnTo>
                  <a:lnTo>
                    <a:pt x="716" y="198"/>
                  </a:lnTo>
                  <a:lnTo>
                    <a:pt x="716" y="200"/>
                  </a:lnTo>
                  <a:lnTo>
                    <a:pt x="712" y="200"/>
                  </a:lnTo>
                  <a:lnTo>
                    <a:pt x="716" y="204"/>
                  </a:lnTo>
                  <a:lnTo>
                    <a:pt x="716" y="208"/>
                  </a:lnTo>
                  <a:lnTo>
                    <a:pt x="716" y="204"/>
                  </a:lnTo>
                  <a:lnTo>
                    <a:pt x="718" y="204"/>
                  </a:lnTo>
                  <a:lnTo>
                    <a:pt x="722" y="204"/>
                  </a:lnTo>
                  <a:lnTo>
                    <a:pt x="726" y="208"/>
                  </a:lnTo>
                  <a:lnTo>
                    <a:pt x="722" y="208"/>
                  </a:lnTo>
                  <a:lnTo>
                    <a:pt x="718" y="208"/>
                  </a:lnTo>
                  <a:lnTo>
                    <a:pt x="722" y="208"/>
                  </a:lnTo>
                  <a:lnTo>
                    <a:pt x="726" y="208"/>
                  </a:lnTo>
                  <a:lnTo>
                    <a:pt x="722" y="208"/>
                  </a:lnTo>
                  <a:lnTo>
                    <a:pt x="718" y="208"/>
                  </a:lnTo>
                  <a:lnTo>
                    <a:pt x="716" y="208"/>
                  </a:lnTo>
                  <a:lnTo>
                    <a:pt x="718" y="208"/>
                  </a:lnTo>
                  <a:lnTo>
                    <a:pt x="722" y="208"/>
                  </a:lnTo>
                  <a:lnTo>
                    <a:pt x="726" y="208"/>
                  </a:lnTo>
                  <a:lnTo>
                    <a:pt x="726" y="212"/>
                  </a:lnTo>
                  <a:lnTo>
                    <a:pt x="726" y="216"/>
                  </a:lnTo>
                  <a:lnTo>
                    <a:pt x="730" y="212"/>
                  </a:lnTo>
                  <a:lnTo>
                    <a:pt x="734" y="212"/>
                  </a:lnTo>
                  <a:lnTo>
                    <a:pt x="734" y="216"/>
                  </a:lnTo>
                  <a:lnTo>
                    <a:pt x="738" y="216"/>
                  </a:lnTo>
                  <a:lnTo>
                    <a:pt x="742" y="216"/>
                  </a:lnTo>
                  <a:lnTo>
                    <a:pt x="744" y="216"/>
                  </a:lnTo>
                  <a:lnTo>
                    <a:pt x="742" y="216"/>
                  </a:lnTo>
                  <a:lnTo>
                    <a:pt x="738" y="216"/>
                  </a:lnTo>
                  <a:lnTo>
                    <a:pt x="734" y="212"/>
                  </a:lnTo>
                  <a:lnTo>
                    <a:pt x="738" y="212"/>
                  </a:lnTo>
                  <a:lnTo>
                    <a:pt x="742" y="212"/>
                  </a:lnTo>
                  <a:lnTo>
                    <a:pt x="742" y="216"/>
                  </a:lnTo>
                  <a:lnTo>
                    <a:pt x="744" y="216"/>
                  </a:lnTo>
                  <a:lnTo>
                    <a:pt x="748" y="216"/>
                  </a:lnTo>
                  <a:lnTo>
                    <a:pt x="748" y="212"/>
                  </a:lnTo>
                  <a:lnTo>
                    <a:pt x="752" y="216"/>
                  </a:lnTo>
                  <a:lnTo>
                    <a:pt x="752" y="220"/>
                  </a:lnTo>
                  <a:lnTo>
                    <a:pt x="748" y="220"/>
                  </a:lnTo>
                  <a:lnTo>
                    <a:pt x="744" y="220"/>
                  </a:lnTo>
                  <a:lnTo>
                    <a:pt x="744" y="224"/>
                  </a:lnTo>
                  <a:lnTo>
                    <a:pt x="742" y="224"/>
                  </a:lnTo>
                  <a:lnTo>
                    <a:pt x="738" y="220"/>
                  </a:lnTo>
                  <a:lnTo>
                    <a:pt x="730" y="220"/>
                  </a:lnTo>
                  <a:lnTo>
                    <a:pt x="730" y="224"/>
                  </a:lnTo>
                  <a:lnTo>
                    <a:pt x="726" y="224"/>
                  </a:lnTo>
                  <a:lnTo>
                    <a:pt x="722" y="224"/>
                  </a:lnTo>
                  <a:lnTo>
                    <a:pt x="722" y="220"/>
                  </a:lnTo>
                  <a:lnTo>
                    <a:pt x="722" y="224"/>
                  </a:lnTo>
                  <a:lnTo>
                    <a:pt x="726" y="224"/>
                  </a:lnTo>
                  <a:lnTo>
                    <a:pt x="730" y="224"/>
                  </a:lnTo>
                  <a:lnTo>
                    <a:pt x="734" y="224"/>
                  </a:lnTo>
                  <a:lnTo>
                    <a:pt x="738" y="224"/>
                  </a:lnTo>
                  <a:lnTo>
                    <a:pt x="742" y="224"/>
                  </a:lnTo>
                  <a:lnTo>
                    <a:pt x="744" y="224"/>
                  </a:lnTo>
                  <a:lnTo>
                    <a:pt x="748" y="224"/>
                  </a:lnTo>
                  <a:lnTo>
                    <a:pt x="752" y="224"/>
                  </a:lnTo>
                  <a:lnTo>
                    <a:pt x="756" y="228"/>
                  </a:lnTo>
                  <a:lnTo>
                    <a:pt x="756" y="230"/>
                  </a:lnTo>
                  <a:lnTo>
                    <a:pt x="756" y="234"/>
                  </a:lnTo>
                  <a:lnTo>
                    <a:pt x="760" y="238"/>
                  </a:lnTo>
                  <a:lnTo>
                    <a:pt x="756" y="238"/>
                  </a:lnTo>
                  <a:lnTo>
                    <a:pt x="756" y="242"/>
                  </a:lnTo>
                  <a:lnTo>
                    <a:pt x="756" y="246"/>
                  </a:lnTo>
                  <a:lnTo>
                    <a:pt x="752" y="246"/>
                  </a:lnTo>
                  <a:lnTo>
                    <a:pt x="748" y="246"/>
                  </a:lnTo>
                  <a:lnTo>
                    <a:pt x="748" y="242"/>
                  </a:lnTo>
                  <a:lnTo>
                    <a:pt x="748" y="238"/>
                  </a:lnTo>
                  <a:lnTo>
                    <a:pt x="744" y="238"/>
                  </a:lnTo>
                  <a:lnTo>
                    <a:pt x="742" y="238"/>
                  </a:lnTo>
                  <a:lnTo>
                    <a:pt x="742" y="242"/>
                  </a:lnTo>
                  <a:lnTo>
                    <a:pt x="738" y="242"/>
                  </a:lnTo>
                  <a:lnTo>
                    <a:pt x="734" y="238"/>
                  </a:lnTo>
                  <a:lnTo>
                    <a:pt x="730" y="234"/>
                  </a:lnTo>
                  <a:lnTo>
                    <a:pt x="726" y="234"/>
                  </a:lnTo>
                  <a:lnTo>
                    <a:pt x="726" y="230"/>
                  </a:lnTo>
                  <a:lnTo>
                    <a:pt x="722" y="230"/>
                  </a:lnTo>
                  <a:lnTo>
                    <a:pt x="718" y="230"/>
                  </a:lnTo>
                  <a:lnTo>
                    <a:pt x="716" y="230"/>
                  </a:lnTo>
                  <a:lnTo>
                    <a:pt x="718" y="230"/>
                  </a:lnTo>
                  <a:lnTo>
                    <a:pt x="722" y="230"/>
                  </a:lnTo>
                  <a:lnTo>
                    <a:pt x="722" y="234"/>
                  </a:lnTo>
                  <a:lnTo>
                    <a:pt x="726" y="234"/>
                  </a:lnTo>
                  <a:lnTo>
                    <a:pt x="730" y="234"/>
                  </a:lnTo>
                  <a:lnTo>
                    <a:pt x="726" y="234"/>
                  </a:lnTo>
                  <a:lnTo>
                    <a:pt x="722" y="234"/>
                  </a:lnTo>
                  <a:lnTo>
                    <a:pt x="718" y="234"/>
                  </a:lnTo>
                  <a:lnTo>
                    <a:pt x="716" y="234"/>
                  </a:lnTo>
                  <a:lnTo>
                    <a:pt x="718" y="234"/>
                  </a:lnTo>
                  <a:lnTo>
                    <a:pt x="722" y="234"/>
                  </a:lnTo>
                  <a:lnTo>
                    <a:pt x="726" y="234"/>
                  </a:lnTo>
                  <a:lnTo>
                    <a:pt x="730" y="238"/>
                  </a:lnTo>
                  <a:lnTo>
                    <a:pt x="734" y="238"/>
                  </a:lnTo>
                  <a:lnTo>
                    <a:pt x="738" y="242"/>
                  </a:lnTo>
                  <a:lnTo>
                    <a:pt x="742" y="242"/>
                  </a:lnTo>
                  <a:lnTo>
                    <a:pt x="742" y="246"/>
                  </a:lnTo>
                  <a:lnTo>
                    <a:pt x="738" y="246"/>
                  </a:lnTo>
                  <a:lnTo>
                    <a:pt x="734" y="246"/>
                  </a:lnTo>
                  <a:lnTo>
                    <a:pt x="730" y="246"/>
                  </a:lnTo>
                  <a:lnTo>
                    <a:pt x="730" y="250"/>
                  </a:lnTo>
                  <a:lnTo>
                    <a:pt x="726" y="250"/>
                  </a:lnTo>
                  <a:lnTo>
                    <a:pt x="722" y="250"/>
                  </a:lnTo>
                  <a:lnTo>
                    <a:pt x="722" y="246"/>
                  </a:lnTo>
                  <a:lnTo>
                    <a:pt x="718" y="246"/>
                  </a:lnTo>
                  <a:lnTo>
                    <a:pt x="716" y="246"/>
                  </a:lnTo>
                  <a:lnTo>
                    <a:pt x="716" y="242"/>
                  </a:lnTo>
                  <a:lnTo>
                    <a:pt x="716" y="246"/>
                  </a:lnTo>
                  <a:lnTo>
                    <a:pt x="718" y="246"/>
                  </a:lnTo>
                  <a:lnTo>
                    <a:pt x="722" y="246"/>
                  </a:lnTo>
                  <a:lnTo>
                    <a:pt x="722" y="250"/>
                  </a:lnTo>
                  <a:lnTo>
                    <a:pt x="726" y="250"/>
                  </a:lnTo>
                  <a:lnTo>
                    <a:pt x="730" y="250"/>
                  </a:lnTo>
                  <a:lnTo>
                    <a:pt x="730" y="246"/>
                  </a:lnTo>
                  <a:lnTo>
                    <a:pt x="734" y="246"/>
                  </a:lnTo>
                  <a:lnTo>
                    <a:pt x="738" y="246"/>
                  </a:lnTo>
                  <a:lnTo>
                    <a:pt x="742" y="246"/>
                  </a:lnTo>
                  <a:lnTo>
                    <a:pt x="742" y="250"/>
                  </a:lnTo>
                  <a:lnTo>
                    <a:pt x="738" y="254"/>
                  </a:lnTo>
                  <a:lnTo>
                    <a:pt x="742" y="254"/>
                  </a:lnTo>
                  <a:lnTo>
                    <a:pt x="742" y="256"/>
                  </a:lnTo>
                  <a:lnTo>
                    <a:pt x="738" y="256"/>
                  </a:lnTo>
                  <a:lnTo>
                    <a:pt x="734" y="256"/>
                  </a:lnTo>
                  <a:lnTo>
                    <a:pt x="738" y="256"/>
                  </a:lnTo>
                  <a:lnTo>
                    <a:pt x="742" y="256"/>
                  </a:lnTo>
                  <a:lnTo>
                    <a:pt x="744" y="256"/>
                  </a:lnTo>
                  <a:lnTo>
                    <a:pt x="748" y="256"/>
                  </a:lnTo>
                  <a:lnTo>
                    <a:pt x="752" y="260"/>
                  </a:lnTo>
                  <a:lnTo>
                    <a:pt x="756" y="256"/>
                  </a:lnTo>
                  <a:lnTo>
                    <a:pt x="760" y="256"/>
                  </a:lnTo>
                  <a:lnTo>
                    <a:pt x="760" y="260"/>
                  </a:lnTo>
                  <a:lnTo>
                    <a:pt x="764" y="260"/>
                  </a:lnTo>
                  <a:lnTo>
                    <a:pt x="764" y="264"/>
                  </a:lnTo>
                  <a:lnTo>
                    <a:pt x="760" y="264"/>
                  </a:lnTo>
                  <a:lnTo>
                    <a:pt x="760" y="268"/>
                  </a:lnTo>
                  <a:lnTo>
                    <a:pt x="756" y="268"/>
                  </a:lnTo>
                  <a:lnTo>
                    <a:pt x="752" y="268"/>
                  </a:lnTo>
                  <a:lnTo>
                    <a:pt x="748" y="268"/>
                  </a:lnTo>
                  <a:lnTo>
                    <a:pt x="744" y="268"/>
                  </a:lnTo>
                  <a:lnTo>
                    <a:pt x="744" y="264"/>
                  </a:lnTo>
                  <a:lnTo>
                    <a:pt x="742" y="264"/>
                  </a:lnTo>
                  <a:lnTo>
                    <a:pt x="738" y="264"/>
                  </a:lnTo>
                  <a:lnTo>
                    <a:pt x="734" y="264"/>
                  </a:lnTo>
                  <a:lnTo>
                    <a:pt x="730" y="264"/>
                  </a:lnTo>
                  <a:lnTo>
                    <a:pt x="726" y="264"/>
                  </a:lnTo>
                  <a:lnTo>
                    <a:pt x="722" y="264"/>
                  </a:lnTo>
                  <a:lnTo>
                    <a:pt x="722" y="260"/>
                  </a:lnTo>
                  <a:lnTo>
                    <a:pt x="718" y="260"/>
                  </a:lnTo>
                  <a:lnTo>
                    <a:pt x="722" y="260"/>
                  </a:lnTo>
                  <a:lnTo>
                    <a:pt x="722" y="264"/>
                  </a:lnTo>
                  <a:lnTo>
                    <a:pt x="722" y="268"/>
                  </a:lnTo>
                  <a:lnTo>
                    <a:pt x="718" y="268"/>
                  </a:lnTo>
                  <a:lnTo>
                    <a:pt x="716" y="268"/>
                  </a:lnTo>
                  <a:lnTo>
                    <a:pt x="718" y="268"/>
                  </a:lnTo>
                  <a:lnTo>
                    <a:pt x="718" y="272"/>
                  </a:lnTo>
                  <a:lnTo>
                    <a:pt x="716" y="272"/>
                  </a:lnTo>
                  <a:lnTo>
                    <a:pt x="718" y="276"/>
                  </a:lnTo>
                  <a:lnTo>
                    <a:pt x="722" y="276"/>
                  </a:lnTo>
                  <a:lnTo>
                    <a:pt x="722" y="280"/>
                  </a:lnTo>
                  <a:lnTo>
                    <a:pt x="722" y="284"/>
                  </a:lnTo>
                  <a:lnTo>
                    <a:pt x="726" y="284"/>
                  </a:lnTo>
                  <a:lnTo>
                    <a:pt x="722" y="280"/>
                  </a:lnTo>
                  <a:lnTo>
                    <a:pt x="722" y="276"/>
                  </a:lnTo>
                  <a:lnTo>
                    <a:pt x="726" y="272"/>
                  </a:lnTo>
                  <a:lnTo>
                    <a:pt x="726" y="276"/>
                  </a:lnTo>
                  <a:lnTo>
                    <a:pt x="730" y="276"/>
                  </a:lnTo>
                  <a:lnTo>
                    <a:pt x="734" y="276"/>
                  </a:lnTo>
                  <a:lnTo>
                    <a:pt x="738" y="280"/>
                  </a:lnTo>
                  <a:lnTo>
                    <a:pt x="742" y="280"/>
                  </a:lnTo>
                  <a:lnTo>
                    <a:pt x="744" y="280"/>
                  </a:lnTo>
                  <a:lnTo>
                    <a:pt x="744" y="284"/>
                  </a:lnTo>
                  <a:lnTo>
                    <a:pt x="742" y="284"/>
                  </a:lnTo>
                  <a:lnTo>
                    <a:pt x="742" y="286"/>
                  </a:lnTo>
                  <a:lnTo>
                    <a:pt x="744" y="286"/>
                  </a:lnTo>
                  <a:lnTo>
                    <a:pt x="742" y="290"/>
                  </a:lnTo>
                  <a:lnTo>
                    <a:pt x="738" y="290"/>
                  </a:lnTo>
                  <a:lnTo>
                    <a:pt x="734" y="290"/>
                  </a:lnTo>
                  <a:lnTo>
                    <a:pt x="730" y="290"/>
                  </a:lnTo>
                  <a:lnTo>
                    <a:pt x="726" y="290"/>
                  </a:lnTo>
                  <a:lnTo>
                    <a:pt x="722" y="290"/>
                  </a:lnTo>
                  <a:lnTo>
                    <a:pt x="722" y="294"/>
                  </a:lnTo>
                  <a:lnTo>
                    <a:pt x="718" y="294"/>
                  </a:lnTo>
                  <a:lnTo>
                    <a:pt x="716" y="294"/>
                  </a:lnTo>
                  <a:lnTo>
                    <a:pt x="712" y="294"/>
                  </a:lnTo>
                  <a:lnTo>
                    <a:pt x="708" y="294"/>
                  </a:lnTo>
                  <a:lnTo>
                    <a:pt x="704" y="294"/>
                  </a:lnTo>
                  <a:lnTo>
                    <a:pt x="704" y="290"/>
                  </a:lnTo>
                  <a:lnTo>
                    <a:pt x="700" y="290"/>
                  </a:lnTo>
                  <a:lnTo>
                    <a:pt x="696" y="290"/>
                  </a:lnTo>
                  <a:lnTo>
                    <a:pt x="696" y="286"/>
                  </a:lnTo>
                  <a:lnTo>
                    <a:pt x="692" y="286"/>
                  </a:lnTo>
                  <a:lnTo>
                    <a:pt x="692" y="284"/>
                  </a:lnTo>
                  <a:lnTo>
                    <a:pt x="696" y="284"/>
                  </a:lnTo>
                  <a:lnTo>
                    <a:pt x="700" y="284"/>
                  </a:lnTo>
                  <a:lnTo>
                    <a:pt x="704" y="286"/>
                  </a:lnTo>
                  <a:lnTo>
                    <a:pt x="708" y="286"/>
                  </a:lnTo>
                  <a:lnTo>
                    <a:pt x="712" y="286"/>
                  </a:lnTo>
                  <a:lnTo>
                    <a:pt x="716" y="286"/>
                  </a:lnTo>
                  <a:lnTo>
                    <a:pt x="718" y="286"/>
                  </a:lnTo>
                  <a:lnTo>
                    <a:pt x="716" y="286"/>
                  </a:lnTo>
                  <a:lnTo>
                    <a:pt x="712" y="286"/>
                  </a:lnTo>
                  <a:lnTo>
                    <a:pt x="708" y="286"/>
                  </a:lnTo>
                  <a:lnTo>
                    <a:pt x="704" y="284"/>
                  </a:lnTo>
                  <a:lnTo>
                    <a:pt x="700" y="284"/>
                  </a:lnTo>
                  <a:lnTo>
                    <a:pt x="696" y="284"/>
                  </a:lnTo>
                  <a:lnTo>
                    <a:pt x="692" y="284"/>
                  </a:lnTo>
                  <a:lnTo>
                    <a:pt x="692" y="280"/>
                  </a:lnTo>
                  <a:lnTo>
                    <a:pt x="688" y="280"/>
                  </a:lnTo>
                  <a:lnTo>
                    <a:pt x="688" y="284"/>
                  </a:lnTo>
                  <a:lnTo>
                    <a:pt x="686" y="284"/>
                  </a:lnTo>
                  <a:lnTo>
                    <a:pt x="686" y="286"/>
                  </a:lnTo>
                  <a:lnTo>
                    <a:pt x="682" y="286"/>
                  </a:lnTo>
                  <a:lnTo>
                    <a:pt x="678" y="286"/>
                  </a:lnTo>
                  <a:lnTo>
                    <a:pt x="678" y="284"/>
                  </a:lnTo>
                  <a:lnTo>
                    <a:pt x="674" y="284"/>
                  </a:lnTo>
                  <a:lnTo>
                    <a:pt x="674" y="280"/>
                  </a:lnTo>
                  <a:lnTo>
                    <a:pt x="670" y="280"/>
                  </a:lnTo>
                  <a:lnTo>
                    <a:pt x="670" y="276"/>
                  </a:lnTo>
                  <a:lnTo>
                    <a:pt x="666" y="276"/>
                  </a:lnTo>
                  <a:lnTo>
                    <a:pt x="666" y="280"/>
                  </a:lnTo>
                  <a:lnTo>
                    <a:pt x="670" y="280"/>
                  </a:lnTo>
                  <a:lnTo>
                    <a:pt x="674" y="284"/>
                  </a:lnTo>
                  <a:lnTo>
                    <a:pt x="678" y="284"/>
                  </a:lnTo>
                  <a:lnTo>
                    <a:pt x="678" y="286"/>
                  </a:lnTo>
                  <a:lnTo>
                    <a:pt x="682" y="286"/>
                  </a:lnTo>
                  <a:lnTo>
                    <a:pt x="682" y="290"/>
                  </a:lnTo>
                  <a:lnTo>
                    <a:pt x="678" y="290"/>
                  </a:lnTo>
                  <a:lnTo>
                    <a:pt x="674" y="290"/>
                  </a:lnTo>
                  <a:lnTo>
                    <a:pt x="670" y="290"/>
                  </a:lnTo>
                  <a:lnTo>
                    <a:pt x="670" y="294"/>
                  </a:lnTo>
                  <a:lnTo>
                    <a:pt x="666" y="294"/>
                  </a:lnTo>
                  <a:lnTo>
                    <a:pt x="662" y="294"/>
                  </a:lnTo>
                  <a:lnTo>
                    <a:pt x="660" y="294"/>
                  </a:lnTo>
                  <a:lnTo>
                    <a:pt x="656" y="294"/>
                  </a:lnTo>
                  <a:lnTo>
                    <a:pt x="652" y="294"/>
                  </a:lnTo>
                  <a:lnTo>
                    <a:pt x="652" y="290"/>
                  </a:lnTo>
                  <a:lnTo>
                    <a:pt x="648" y="290"/>
                  </a:lnTo>
                  <a:lnTo>
                    <a:pt x="644" y="290"/>
                  </a:lnTo>
                  <a:lnTo>
                    <a:pt x="648" y="294"/>
                  </a:lnTo>
                  <a:lnTo>
                    <a:pt x="652" y="294"/>
                  </a:lnTo>
                  <a:lnTo>
                    <a:pt x="656" y="294"/>
                  </a:lnTo>
                  <a:lnTo>
                    <a:pt x="660" y="294"/>
                  </a:lnTo>
                  <a:lnTo>
                    <a:pt x="656" y="294"/>
                  </a:lnTo>
                  <a:lnTo>
                    <a:pt x="656" y="298"/>
                  </a:lnTo>
                  <a:lnTo>
                    <a:pt x="652" y="298"/>
                  </a:lnTo>
                  <a:lnTo>
                    <a:pt x="648" y="298"/>
                  </a:lnTo>
                  <a:lnTo>
                    <a:pt x="644" y="298"/>
                  </a:lnTo>
                  <a:lnTo>
                    <a:pt x="640" y="298"/>
                  </a:lnTo>
                  <a:lnTo>
                    <a:pt x="644" y="298"/>
                  </a:lnTo>
                  <a:lnTo>
                    <a:pt x="644" y="302"/>
                  </a:lnTo>
                  <a:lnTo>
                    <a:pt x="644" y="306"/>
                  </a:lnTo>
                  <a:lnTo>
                    <a:pt x="644" y="302"/>
                  </a:lnTo>
                  <a:lnTo>
                    <a:pt x="644" y="298"/>
                  </a:lnTo>
                  <a:lnTo>
                    <a:pt x="648" y="298"/>
                  </a:lnTo>
                  <a:lnTo>
                    <a:pt x="652" y="298"/>
                  </a:lnTo>
                  <a:lnTo>
                    <a:pt x="656" y="298"/>
                  </a:lnTo>
                  <a:lnTo>
                    <a:pt x="660" y="298"/>
                  </a:lnTo>
                  <a:lnTo>
                    <a:pt x="662" y="298"/>
                  </a:lnTo>
                  <a:lnTo>
                    <a:pt x="666" y="298"/>
                  </a:lnTo>
                  <a:lnTo>
                    <a:pt x="670" y="298"/>
                  </a:lnTo>
                  <a:lnTo>
                    <a:pt x="674" y="298"/>
                  </a:lnTo>
                  <a:lnTo>
                    <a:pt x="674" y="302"/>
                  </a:lnTo>
                  <a:lnTo>
                    <a:pt x="678" y="298"/>
                  </a:lnTo>
                  <a:lnTo>
                    <a:pt x="678" y="302"/>
                  </a:lnTo>
                  <a:lnTo>
                    <a:pt x="678" y="306"/>
                  </a:lnTo>
                  <a:lnTo>
                    <a:pt x="674" y="306"/>
                  </a:lnTo>
                  <a:lnTo>
                    <a:pt x="670" y="306"/>
                  </a:lnTo>
                  <a:lnTo>
                    <a:pt x="666" y="306"/>
                  </a:lnTo>
                  <a:lnTo>
                    <a:pt x="662" y="310"/>
                  </a:lnTo>
                  <a:lnTo>
                    <a:pt x="660" y="310"/>
                  </a:lnTo>
                  <a:lnTo>
                    <a:pt x="656" y="306"/>
                  </a:lnTo>
                  <a:lnTo>
                    <a:pt x="652" y="306"/>
                  </a:lnTo>
                  <a:lnTo>
                    <a:pt x="648" y="306"/>
                  </a:lnTo>
                  <a:lnTo>
                    <a:pt x="644" y="306"/>
                  </a:lnTo>
                  <a:lnTo>
                    <a:pt x="648" y="306"/>
                  </a:lnTo>
                  <a:lnTo>
                    <a:pt x="652" y="306"/>
                  </a:lnTo>
                  <a:lnTo>
                    <a:pt x="656" y="306"/>
                  </a:lnTo>
                  <a:lnTo>
                    <a:pt x="660" y="310"/>
                  </a:lnTo>
                  <a:lnTo>
                    <a:pt x="656" y="310"/>
                  </a:lnTo>
                  <a:lnTo>
                    <a:pt x="652" y="310"/>
                  </a:lnTo>
                  <a:lnTo>
                    <a:pt x="656" y="310"/>
                  </a:lnTo>
                  <a:lnTo>
                    <a:pt x="660" y="310"/>
                  </a:lnTo>
                  <a:lnTo>
                    <a:pt x="660" y="314"/>
                  </a:lnTo>
                  <a:lnTo>
                    <a:pt x="660" y="310"/>
                  </a:lnTo>
                  <a:lnTo>
                    <a:pt x="662" y="310"/>
                  </a:lnTo>
                  <a:lnTo>
                    <a:pt x="666" y="310"/>
                  </a:lnTo>
                  <a:lnTo>
                    <a:pt x="670" y="306"/>
                  </a:lnTo>
                  <a:lnTo>
                    <a:pt x="674" y="310"/>
                  </a:lnTo>
                  <a:lnTo>
                    <a:pt x="678" y="310"/>
                  </a:lnTo>
                  <a:lnTo>
                    <a:pt x="682" y="310"/>
                  </a:lnTo>
                  <a:lnTo>
                    <a:pt x="682" y="314"/>
                  </a:lnTo>
                  <a:lnTo>
                    <a:pt x="686" y="314"/>
                  </a:lnTo>
                  <a:lnTo>
                    <a:pt x="682" y="316"/>
                  </a:lnTo>
                  <a:lnTo>
                    <a:pt x="678" y="316"/>
                  </a:lnTo>
                  <a:lnTo>
                    <a:pt x="674" y="316"/>
                  </a:lnTo>
                  <a:lnTo>
                    <a:pt x="670" y="316"/>
                  </a:lnTo>
                  <a:lnTo>
                    <a:pt x="666" y="316"/>
                  </a:lnTo>
                  <a:lnTo>
                    <a:pt x="670" y="316"/>
                  </a:lnTo>
                  <a:lnTo>
                    <a:pt x="674" y="316"/>
                  </a:lnTo>
                  <a:lnTo>
                    <a:pt x="674" y="320"/>
                  </a:lnTo>
                  <a:lnTo>
                    <a:pt x="670" y="320"/>
                  </a:lnTo>
                  <a:lnTo>
                    <a:pt x="670" y="324"/>
                  </a:lnTo>
                  <a:lnTo>
                    <a:pt x="674" y="324"/>
                  </a:lnTo>
                  <a:lnTo>
                    <a:pt x="674" y="320"/>
                  </a:lnTo>
                  <a:lnTo>
                    <a:pt x="678" y="320"/>
                  </a:lnTo>
                  <a:lnTo>
                    <a:pt x="678" y="316"/>
                  </a:lnTo>
                  <a:lnTo>
                    <a:pt x="682" y="316"/>
                  </a:lnTo>
                  <a:lnTo>
                    <a:pt x="686" y="316"/>
                  </a:lnTo>
                  <a:lnTo>
                    <a:pt x="686" y="320"/>
                  </a:lnTo>
                  <a:lnTo>
                    <a:pt x="688" y="320"/>
                  </a:lnTo>
                  <a:lnTo>
                    <a:pt x="692" y="320"/>
                  </a:lnTo>
                  <a:lnTo>
                    <a:pt x="696" y="320"/>
                  </a:lnTo>
                  <a:lnTo>
                    <a:pt x="696" y="324"/>
                  </a:lnTo>
                  <a:lnTo>
                    <a:pt x="700" y="324"/>
                  </a:lnTo>
                  <a:lnTo>
                    <a:pt x="704" y="324"/>
                  </a:lnTo>
                  <a:lnTo>
                    <a:pt x="704" y="328"/>
                  </a:lnTo>
                  <a:lnTo>
                    <a:pt x="708" y="328"/>
                  </a:lnTo>
                  <a:lnTo>
                    <a:pt x="712" y="328"/>
                  </a:lnTo>
                  <a:lnTo>
                    <a:pt x="712" y="332"/>
                  </a:lnTo>
                  <a:lnTo>
                    <a:pt x="716" y="332"/>
                  </a:lnTo>
                  <a:lnTo>
                    <a:pt x="712" y="332"/>
                  </a:lnTo>
                  <a:lnTo>
                    <a:pt x="712" y="336"/>
                  </a:lnTo>
                  <a:lnTo>
                    <a:pt x="708" y="336"/>
                  </a:lnTo>
                  <a:lnTo>
                    <a:pt x="704" y="336"/>
                  </a:lnTo>
                  <a:lnTo>
                    <a:pt x="704" y="340"/>
                  </a:lnTo>
                  <a:lnTo>
                    <a:pt x="708" y="340"/>
                  </a:lnTo>
                  <a:lnTo>
                    <a:pt x="708" y="336"/>
                  </a:lnTo>
                  <a:lnTo>
                    <a:pt x="712" y="336"/>
                  </a:lnTo>
                  <a:lnTo>
                    <a:pt x="716" y="336"/>
                  </a:lnTo>
                  <a:lnTo>
                    <a:pt x="712" y="336"/>
                  </a:lnTo>
                  <a:lnTo>
                    <a:pt x="712" y="340"/>
                  </a:lnTo>
                  <a:lnTo>
                    <a:pt x="716" y="340"/>
                  </a:lnTo>
                  <a:lnTo>
                    <a:pt x="716" y="336"/>
                  </a:lnTo>
                  <a:lnTo>
                    <a:pt x="718" y="336"/>
                  </a:lnTo>
                  <a:lnTo>
                    <a:pt x="722" y="336"/>
                  </a:lnTo>
                  <a:lnTo>
                    <a:pt x="718" y="336"/>
                  </a:lnTo>
                  <a:lnTo>
                    <a:pt x="718" y="340"/>
                  </a:lnTo>
                  <a:lnTo>
                    <a:pt x="716" y="340"/>
                  </a:lnTo>
                  <a:lnTo>
                    <a:pt x="712" y="342"/>
                  </a:lnTo>
                  <a:lnTo>
                    <a:pt x="716" y="342"/>
                  </a:lnTo>
                  <a:lnTo>
                    <a:pt x="716" y="346"/>
                  </a:lnTo>
                  <a:lnTo>
                    <a:pt x="716" y="342"/>
                  </a:lnTo>
                  <a:lnTo>
                    <a:pt x="718" y="342"/>
                  </a:lnTo>
                  <a:lnTo>
                    <a:pt x="722" y="342"/>
                  </a:lnTo>
                  <a:lnTo>
                    <a:pt x="726" y="342"/>
                  </a:lnTo>
                  <a:lnTo>
                    <a:pt x="722" y="342"/>
                  </a:lnTo>
                  <a:lnTo>
                    <a:pt x="722" y="346"/>
                  </a:lnTo>
                  <a:lnTo>
                    <a:pt x="726" y="346"/>
                  </a:lnTo>
                  <a:lnTo>
                    <a:pt x="722" y="346"/>
                  </a:lnTo>
                  <a:lnTo>
                    <a:pt x="726" y="346"/>
                  </a:lnTo>
                  <a:lnTo>
                    <a:pt x="726" y="350"/>
                  </a:lnTo>
                  <a:lnTo>
                    <a:pt x="722" y="350"/>
                  </a:lnTo>
                  <a:lnTo>
                    <a:pt x="722" y="354"/>
                  </a:lnTo>
                  <a:lnTo>
                    <a:pt x="718" y="354"/>
                  </a:lnTo>
                  <a:lnTo>
                    <a:pt x="716" y="354"/>
                  </a:lnTo>
                  <a:lnTo>
                    <a:pt x="718" y="354"/>
                  </a:lnTo>
                  <a:lnTo>
                    <a:pt x="722" y="354"/>
                  </a:lnTo>
                  <a:lnTo>
                    <a:pt x="726" y="354"/>
                  </a:lnTo>
                  <a:lnTo>
                    <a:pt x="726" y="358"/>
                  </a:lnTo>
                  <a:lnTo>
                    <a:pt x="722" y="358"/>
                  </a:lnTo>
                  <a:lnTo>
                    <a:pt x="722" y="362"/>
                  </a:lnTo>
                  <a:lnTo>
                    <a:pt x="722" y="358"/>
                  </a:lnTo>
                  <a:lnTo>
                    <a:pt x="722" y="362"/>
                  </a:lnTo>
                  <a:lnTo>
                    <a:pt x="726" y="362"/>
                  </a:lnTo>
                  <a:lnTo>
                    <a:pt x="726" y="358"/>
                  </a:lnTo>
                  <a:lnTo>
                    <a:pt x="726" y="362"/>
                  </a:lnTo>
                  <a:lnTo>
                    <a:pt x="722" y="362"/>
                  </a:lnTo>
                  <a:lnTo>
                    <a:pt x="726" y="362"/>
                  </a:lnTo>
                  <a:lnTo>
                    <a:pt x="722" y="366"/>
                  </a:lnTo>
                  <a:lnTo>
                    <a:pt x="726" y="366"/>
                  </a:lnTo>
                  <a:lnTo>
                    <a:pt x="730" y="366"/>
                  </a:lnTo>
                  <a:lnTo>
                    <a:pt x="726" y="370"/>
                  </a:lnTo>
                  <a:lnTo>
                    <a:pt x="722" y="370"/>
                  </a:lnTo>
                  <a:lnTo>
                    <a:pt x="718" y="370"/>
                  </a:lnTo>
                  <a:lnTo>
                    <a:pt x="716" y="370"/>
                  </a:lnTo>
                  <a:lnTo>
                    <a:pt x="716" y="366"/>
                  </a:lnTo>
                  <a:lnTo>
                    <a:pt x="716" y="362"/>
                  </a:lnTo>
                  <a:lnTo>
                    <a:pt x="716" y="358"/>
                  </a:lnTo>
                  <a:lnTo>
                    <a:pt x="712" y="358"/>
                  </a:lnTo>
                  <a:lnTo>
                    <a:pt x="712" y="362"/>
                  </a:lnTo>
                  <a:lnTo>
                    <a:pt x="712" y="366"/>
                  </a:lnTo>
                  <a:lnTo>
                    <a:pt x="712" y="370"/>
                  </a:lnTo>
                  <a:lnTo>
                    <a:pt x="708" y="370"/>
                  </a:lnTo>
                  <a:lnTo>
                    <a:pt x="704" y="370"/>
                  </a:lnTo>
                  <a:lnTo>
                    <a:pt x="700" y="370"/>
                  </a:lnTo>
                  <a:lnTo>
                    <a:pt x="696" y="366"/>
                  </a:lnTo>
                  <a:lnTo>
                    <a:pt x="692" y="366"/>
                  </a:lnTo>
                  <a:lnTo>
                    <a:pt x="692" y="362"/>
                  </a:lnTo>
                  <a:lnTo>
                    <a:pt x="688" y="362"/>
                  </a:lnTo>
                  <a:lnTo>
                    <a:pt x="688" y="358"/>
                  </a:lnTo>
                  <a:lnTo>
                    <a:pt x="688" y="354"/>
                  </a:lnTo>
                  <a:lnTo>
                    <a:pt x="688" y="350"/>
                  </a:lnTo>
                  <a:lnTo>
                    <a:pt x="686" y="350"/>
                  </a:lnTo>
                  <a:lnTo>
                    <a:pt x="682" y="346"/>
                  </a:lnTo>
                  <a:lnTo>
                    <a:pt x="678" y="346"/>
                  </a:lnTo>
                  <a:lnTo>
                    <a:pt x="674" y="346"/>
                  </a:lnTo>
                  <a:lnTo>
                    <a:pt x="674" y="342"/>
                  </a:lnTo>
                  <a:lnTo>
                    <a:pt x="670" y="342"/>
                  </a:lnTo>
                  <a:lnTo>
                    <a:pt x="670" y="340"/>
                  </a:lnTo>
                  <a:lnTo>
                    <a:pt x="666" y="340"/>
                  </a:lnTo>
                  <a:lnTo>
                    <a:pt x="660" y="340"/>
                  </a:lnTo>
                  <a:lnTo>
                    <a:pt x="656" y="340"/>
                  </a:lnTo>
                  <a:lnTo>
                    <a:pt x="652" y="340"/>
                  </a:lnTo>
                  <a:lnTo>
                    <a:pt x="648" y="336"/>
                  </a:lnTo>
                  <a:lnTo>
                    <a:pt x="644" y="336"/>
                  </a:lnTo>
                  <a:lnTo>
                    <a:pt x="644" y="332"/>
                  </a:lnTo>
                  <a:lnTo>
                    <a:pt x="640" y="332"/>
                  </a:lnTo>
                  <a:lnTo>
                    <a:pt x="640" y="328"/>
                  </a:lnTo>
                  <a:lnTo>
                    <a:pt x="636" y="328"/>
                  </a:lnTo>
                  <a:lnTo>
                    <a:pt x="632" y="328"/>
                  </a:lnTo>
                  <a:lnTo>
                    <a:pt x="630" y="324"/>
                  </a:lnTo>
                  <a:lnTo>
                    <a:pt x="626" y="324"/>
                  </a:lnTo>
                  <a:lnTo>
                    <a:pt x="626" y="328"/>
                  </a:lnTo>
                  <a:lnTo>
                    <a:pt x="630" y="328"/>
                  </a:lnTo>
                  <a:lnTo>
                    <a:pt x="630" y="332"/>
                  </a:lnTo>
                  <a:lnTo>
                    <a:pt x="632" y="332"/>
                  </a:lnTo>
                  <a:lnTo>
                    <a:pt x="636" y="332"/>
                  </a:lnTo>
                  <a:lnTo>
                    <a:pt x="640" y="336"/>
                  </a:lnTo>
                  <a:lnTo>
                    <a:pt x="644" y="336"/>
                  </a:lnTo>
                  <a:lnTo>
                    <a:pt x="644" y="340"/>
                  </a:lnTo>
                  <a:lnTo>
                    <a:pt x="640" y="340"/>
                  </a:lnTo>
                  <a:lnTo>
                    <a:pt x="636" y="340"/>
                  </a:lnTo>
                  <a:lnTo>
                    <a:pt x="632" y="340"/>
                  </a:lnTo>
                  <a:lnTo>
                    <a:pt x="630" y="340"/>
                  </a:lnTo>
                  <a:lnTo>
                    <a:pt x="632" y="340"/>
                  </a:lnTo>
                  <a:lnTo>
                    <a:pt x="636" y="340"/>
                  </a:lnTo>
                  <a:lnTo>
                    <a:pt x="640" y="340"/>
                  </a:lnTo>
                  <a:lnTo>
                    <a:pt x="644" y="340"/>
                  </a:lnTo>
                  <a:lnTo>
                    <a:pt x="648" y="340"/>
                  </a:lnTo>
                  <a:lnTo>
                    <a:pt x="644" y="340"/>
                  </a:lnTo>
                  <a:lnTo>
                    <a:pt x="644" y="342"/>
                  </a:lnTo>
                  <a:lnTo>
                    <a:pt x="648" y="342"/>
                  </a:lnTo>
                  <a:lnTo>
                    <a:pt x="648" y="340"/>
                  </a:lnTo>
                  <a:lnTo>
                    <a:pt x="652" y="340"/>
                  </a:lnTo>
                  <a:lnTo>
                    <a:pt x="652" y="342"/>
                  </a:lnTo>
                  <a:lnTo>
                    <a:pt x="656" y="342"/>
                  </a:lnTo>
                  <a:lnTo>
                    <a:pt x="660" y="342"/>
                  </a:lnTo>
                  <a:lnTo>
                    <a:pt x="662" y="342"/>
                  </a:lnTo>
                  <a:lnTo>
                    <a:pt x="666" y="342"/>
                  </a:lnTo>
                  <a:lnTo>
                    <a:pt x="670" y="342"/>
                  </a:lnTo>
                  <a:lnTo>
                    <a:pt x="674" y="346"/>
                  </a:lnTo>
                  <a:lnTo>
                    <a:pt x="670" y="350"/>
                  </a:lnTo>
                  <a:lnTo>
                    <a:pt x="670" y="346"/>
                  </a:lnTo>
                  <a:lnTo>
                    <a:pt x="666" y="346"/>
                  </a:lnTo>
                  <a:lnTo>
                    <a:pt x="670" y="350"/>
                  </a:lnTo>
                  <a:lnTo>
                    <a:pt x="662" y="354"/>
                  </a:lnTo>
                  <a:lnTo>
                    <a:pt x="660" y="354"/>
                  </a:lnTo>
                  <a:lnTo>
                    <a:pt x="652" y="358"/>
                  </a:lnTo>
                  <a:lnTo>
                    <a:pt x="652" y="354"/>
                  </a:lnTo>
                  <a:lnTo>
                    <a:pt x="648" y="358"/>
                  </a:lnTo>
                  <a:lnTo>
                    <a:pt x="644" y="358"/>
                  </a:lnTo>
                  <a:lnTo>
                    <a:pt x="644" y="354"/>
                  </a:lnTo>
                  <a:lnTo>
                    <a:pt x="640" y="354"/>
                  </a:lnTo>
                  <a:lnTo>
                    <a:pt x="640" y="350"/>
                  </a:lnTo>
                  <a:lnTo>
                    <a:pt x="636" y="350"/>
                  </a:lnTo>
                  <a:lnTo>
                    <a:pt x="636" y="354"/>
                  </a:lnTo>
                  <a:lnTo>
                    <a:pt x="640" y="354"/>
                  </a:lnTo>
                  <a:lnTo>
                    <a:pt x="640" y="358"/>
                  </a:lnTo>
                  <a:lnTo>
                    <a:pt x="640" y="354"/>
                  </a:lnTo>
                  <a:lnTo>
                    <a:pt x="636" y="354"/>
                  </a:lnTo>
                  <a:lnTo>
                    <a:pt x="632" y="354"/>
                  </a:lnTo>
                  <a:lnTo>
                    <a:pt x="630" y="354"/>
                  </a:lnTo>
                  <a:lnTo>
                    <a:pt x="632" y="354"/>
                  </a:lnTo>
                  <a:lnTo>
                    <a:pt x="632" y="358"/>
                  </a:lnTo>
                  <a:lnTo>
                    <a:pt x="636" y="358"/>
                  </a:lnTo>
                  <a:lnTo>
                    <a:pt x="636" y="362"/>
                  </a:lnTo>
                  <a:lnTo>
                    <a:pt x="632" y="366"/>
                  </a:lnTo>
                  <a:lnTo>
                    <a:pt x="630" y="366"/>
                  </a:lnTo>
                  <a:lnTo>
                    <a:pt x="626" y="366"/>
                  </a:lnTo>
                  <a:lnTo>
                    <a:pt x="622" y="370"/>
                  </a:lnTo>
                  <a:lnTo>
                    <a:pt x="618" y="370"/>
                  </a:lnTo>
                  <a:lnTo>
                    <a:pt x="622" y="370"/>
                  </a:lnTo>
                  <a:lnTo>
                    <a:pt x="626" y="370"/>
                  </a:lnTo>
                  <a:lnTo>
                    <a:pt x="630" y="370"/>
                  </a:lnTo>
                  <a:lnTo>
                    <a:pt x="632" y="366"/>
                  </a:lnTo>
                  <a:lnTo>
                    <a:pt x="632" y="370"/>
                  </a:lnTo>
                  <a:lnTo>
                    <a:pt x="630" y="370"/>
                  </a:lnTo>
                  <a:lnTo>
                    <a:pt x="632" y="370"/>
                  </a:lnTo>
                  <a:lnTo>
                    <a:pt x="636" y="370"/>
                  </a:lnTo>
                  <a:lnTo>
                    <a:pt x="640" y="370"/>
                  </a:lnTo>
                  <a:lnTo>
                    <a:pt x="648" y="370"/>
                  </a:lnTo>
                  <a:lnTo>
                    <a:pt x="652" y="370"/>
                  </a:lnTo>
                  <a:lnTo>
                    <a:pt x="656" y="370"/>
                  </a:lnTo>
                  <a:lnTo>
                    <a:pt x="660" y="370"/>
                  </a:lnTo>
                  <a:lnTo>
                    <a:pt x="660" y="372"/>
                  </a:lnTo>
                  <a:lnTo>
                    <a:pt x="656" y="372"/>
                  </a:lnTo>
                  <a:lnTo>
                    <a:pt x="652" y="372"/>
                  </a:lnTo>
                  <a:lnTo>
                    <a:pt x="648" y="372"/>
                  </a:lnTo>
                  <a:lnTo>
                    <a:pt x="644" y="372"/>
                  </a:lnTo>
                  <a:lnTo>
                    <a:pt x="644" y="376"/>
                  </a:lnTo>
                  <a:lnTo>
                    <a:pt x="640" y="376"/>
                  </a:lnTo>
                  <a:lnTo>
                    <a:pt x="636" y="376"/>
                  </a:lnTo>
                  <a:lnTo>
                    <a:pt x="632" y="376"/>
                  </a:lnTo>
                  <a:lnTo>
                    <a:pt x="630" y="376"/>
                  </a:lnTo>
                  <a:lnTo>
                    <a:pt x="630" y="380"/>
                  </a:lnTo>
                  <a:lnTo>
                    <a:pt x="632" y="376"/>
                  </a:lnTo>
                  <a:lnTo>
                    <a:pt x="632" y="380"/>
                  </a:lnTo>
                  <a:lnTo>
                    <a:pt x="636" y="380"/>
                  </a:lnTo>
                  <a:lnTo>
                    <a:pt x="640" y="380"/>
                  </a:lnTo>
                  <a:lnTo>
                    <a:pt x="644" y="380"/>
                  </a:lnTo>
                  <a:lnTo>
                    <a:pt x="648" y="376"/>
                  </a:lnTo>
                  <a:lnTo>
                    <a:pt x="652" y="372"/>
                  </a:lnTo>
                  <a:lnTo>
                    <a:pt x="656" y="372"/>
                  </a:lnTo>
                  <a:lnTo>
                    <a:pt x="656" y="376"/>
                  </a:lnTo>
                  <a:lnTo>
                    <a:pt x="660" y="376"/>
                  </a:lnTo>
                  <a:lnTo>
                    <a:pt x="662" y="372"/>
                  </a:lnTo>
                  <a:lnTo>
                    <a:pt x="666" y="372"/>
                  </a:lnTo>
                  <a:lnTo>
                    <a:pt x="670" y="372"/>
                  </a:lnTo>
                  <a:lnTo>
                    <a:pt x="674" y="370"/>
                  </a:lnTo>
                  <a:lnTo>
                    <a:pt x="674" y="372"/>
                  </a:lnTo>
                  <a:lnTo>
                    <a:pt x="678" y="372"/>
                  </a:lnTo>
                  <a:lnTo>
                    <a:pt x="678" y="370"/>
                  </a:lnTo>
                  <a:lnTo>
                    <a:pt x="678" y="372"/>
                  </a:lnTo>
                  <a:lnTo>
                    <a:pt x="682" y="372"/>
                  </a:lnTo>
                  <a:lnTo>
                    <a:pt x="686" y="372"/>
                  </a:lnTo>
                  <a:lnTo>
                    <a:pt x="692" y="376"/>
                  </a:lnTo>
                  <a:lnTo>
                    <a:pt x="696" y="376"/>
                  </a:lnTo>
                  <a:lnTo>
                    <a:pt x="700" y="376"/>
                  </a:lnTo>
                  <a:lnTo>
                    <a:pt x="704" y="376"/>
                  </a:lnTo>
                  <a:lnTo>
                    <a:pt x="708" y="376"/>
                  </a:lnTo>
                  <a:lnTo>
                    <a:pt x="712" y="376"/>
                  </a:lnTo>
                  <a:lnTo>
                    <a:pt x="716" y="376"/>
                  </a:lnTo>
                  <a:lnTo>
                    <a:pt x="718" y="376"/>
                  </a:lnTo>
                  <a:lnTo>
                    <a:pt x="718" y="380"/>
                  </a:lnTo>
                  <a:lnTo>
                    <a:pt x="716" y="380"/>
                  </a:lnTo>
                  <a:lnTo>
                    <a:pt x="712" y="380"/>
                  </a:lnTo>
                  <a:lnTo>
                    <a:pt x="708" y="380"/>
                  </a:lnTo>
                  <a:lnTo>
                    <a:pt x="708" y="384"/>
                  </a:lnTo>
                  <a:lnTo>
                    <a:pt x="712" y="384"/>
                  </a:lnTo>
                  <a:lnTo>
                    <a:pt x="708" y="384"/>
                  </a:lnTo>
                  <a:lnTo>
                    <a:pt x="708" y="380"/>
                  </a:lnTo>
                  <a:lnTo>
                    <a:pt x="704" y="380"/>
                  </a:lnTo>
                  <a:lnTo>
                    <a:pt x="704" y="384"/>
                  </a:lnTo>
                  <a:lnTo>
                    <a:pt x="708" y="384"/>
                  </a:lnTo>
                  <a:lnTo>
                    <a:pt x="704" y="384"/>
                  </a:lnTo>
                  <a:lnTo>
                    <a:pt x="708" y="384"/>
                  </a:lnTo>
                  <a:lnTo>
                    <a:pt x="708" y="388"/>
                  </a:lnTo>
                  <a:lnTo>
                    <a:pt x="704" y="388"/>
                  </a:lnTo>
                  <a:lnTo>
                    <a:pt x="704" y="384"/>
                  </a:lnTo>
                  <a:lnTo>
                    <a:pt x="700" y="384"/>
                  </a:lnTo>
                  <a:lnTo>
                    <a:pt x="704" y="384"/>
                  </a:lnTo>
                  <a:lnTo>
                    <a:pt x="704" y="388"/>
                  </a:lnTo>
                  <a:lnTo>
                    <a:pt x="700" y="388"/>
                  </a:lnTo>
                  <a:lnTo>
                    <a:pt x="696" y="388"/>
                  </a:lnTo>
                  <a:lnTo>
                    <a:pt x="692" y="388"/>
                  </a:lnTo>
                  <a:lnTo>
                    <a:pt x="696" y="388"/>
                  </a:lnTo>
                  <a:lnTo>
                    <a:pt x="700" y="388"/>
                  </a:lnTo>
                  <a:lnTo>
                    <a:pt x="696" y="392"/>
                  </a:lnTo>
                  <a:lnTo>
                    <a:pt x="692" y="392"/>
                  </a:lnTo>
                  <a:lnTo>
                    <a:pt x="688" y="392"/>
                  </a:lnTo>
                  <a:lnTo>
                    <a:pt x="692" y="392"/>
                  </a:lnTo>
                  <a:lnTo>
                    <a:pt x="688" y="396"/>
                  </a:lnTo>
                  <a:lnTo>
                    <a:pt x="686" y="396"/>
                  </a:lnTo>
                  <a:lnTo>
                    <a:pt x="682" y="396"/>
                  </a:lnTo>
                  <a:lnTo>
                    <a:pt x="686" y="398"/>
                  </a:lnTo>
                  <a:lnTo>
                    <a:pt x="682" y="398"/>
                  </a:lnTo>
                  <a:lnTo>
                    <a:pt x="678" y="398"/>
                  </a:lnTo>
                  <a:lnTo>
                    <a:pt x="674" y="398"/>
                  </a:lnTo>
                  <a:lnTo>
                    <a:pt x="678" y="398"/>
                  </a:lnTo>
                  <a:lnTo>
                    <a:pt x="678" y="402"/>
                  </a:lnTo>
                  <a:lnTo>
                    <a:pt x="674" y="402"/>
                  </a:lnTo>
                  <a:lnTo>
                    <a:pt x="674" y="406"/>
                  </a:lnTo>
                  <a:lnTo>
                    <a:pt x="670" y="402"/>
                  </a:lnTo>
                  <a:lnTo>
                    <a:pt x="670" y="406"/>
                  </a:lnTo>
                  <a:lnTo>
                    <a:pt x="666" y="406"/>
                  </a:lnTo>
                  <a:lnTo>
                    <a:pt x="670" y="406"/>
                  </a:lnTo>
                  <a:lnTo>
                    <a:pt x="670" y="410"/>
                  </a:lnTo>
                  <a:lnTo>
                    <a:pt x="666" y="410"/>
                  </a:lnTo>
                  <a:lnTo>
                    <a:pt x="662" y="410"/>
                  </a:lnTo>
                  <a:lnTo>
                    <a:pt x="660" y="414"/>
                  </a:lnTo>
                  <a:lnTo>
                    <a:pt x="656" y="414"/>
                  </a:lnTo>
                  <a:lnTo>
                    <a:pt x="652" y="414"/>
                  </a:lnTo>
                  <a:lnTo>
                    <a:pt x="648" y="418"/>
                  </a:lnTo>
                  <a:lnTo>
                    <a:pt x="648" y="414"/>
                  </a:lnTo>
                  <a:lnTo>
                    <a:pt x="644" y="414"/>
                  </a:lnTo>
                  <a:lnTo>
                    <a:pt x="644" y="418"/>
                  </a:lnTo>
                  <a:lnTo>
                    <a:pt x="648" y="418"/>
                  </a:lnTo>
                  <a:lnTo>
                    <a:pt x="644" y="418"/>
                  </a:lnTo>
                  <a:lnTo>
                    <a:pt x="640" y="418"/>
                  </a:lnTo>
                  <a:lnTo>
                    <a:pt x="636" y="418"/>
                  </a:lnTo>
                  <a:lnTo>
                    <a:pt x="632" y="422"/>
                  </a:lnTo>
                  <a:lnTo>
                    <a:pt x="630" y="418"/>
                  </a:lnTo>
                  <a:lnTo>
                    <a:pt x="626" y="422"/>
                  </a:lnTo>
                  <a:lnTo>
                    <a:pt x="622" y="422"/>
                  </a:lnTo>
                  <a:lnTo>
                    <a:pt x="618" y="422"/>
                  </a:lnTo>
                  <a:lnTo>
                    <a:pt x="622" y="422"/>
                  </a:lnTo>
                  <a:lnTo>
                    <a:pt x="622" y="426"/>
                  </a:lnTo>
                  <a:lnTo>
                    <a:pt x="618" y="426"/>
                  </a:lnTo>
                  <a:lnTo>
                    <a:pt x="618" y="422"/>
                  </a:lnTo>
                  <a:lnTo>
                    <a:pt x="618" y="426"/>
                  </a:lnTo>
                  <a:lnTo>
                    <a:pt x="614" y="426"/>
                  </a:lnTo>
                  <a:lnTo>
                    <a:pt x="610" y="422"/>
                  </a:lnTo>
                  <a:lnTo>
                    <a:pt x="606" y="422"/>
                  </a:lnTo>
                  <a:lnTo>
                    <a:pt x="604" y="426"/>
                  </a:lnTo>
                  <a:lnTo>
                    <a:pt x="606" y="426"/>
                  </a:lnTo>
                  <a:lnTo>
                    <a:pt x="606" y="428"/>
                  </a:lnTo>
                  <a:lnTo>
                    <a:pt x="604" y="428"/>
                  </a:lnTo>
                  <a:lnTo>
                    <a:pt x="604" y="426"/>
                  </a:lnTo>
                  <a:lnTo>
                    <a:pt x="600" y="426"/>
                  </a:lnTo>
                  <a:lnTo>
                    <a:pt x="596" y="426"/>
                  </a:lnTo>
                  <a:lnTo>
                    <a:pt x="600" y="426"/>
                  </a:lnTo>
                  <a:lnTo>
                    <a:pt x="604" y="428"/>
                  </a:lnTo>
                  <a:lnTo>
                    <a:pt x="600" y="428"/>
                  </a:lnTo>
                  <a:lnTo>
                    <a:pt x="596" y="428"/>
                  </a:lnTo>
                  <a:lnTo>
                    <a:pt x="592" y="428"/>
                  </a:lnTo>
                  <a:lnTo>
                    <a:pt x="588" y="428"/>
                  </a:lnTo>
                  <a:lnTo>
                    <a:pt x="588" y="426"/>
                  </a:lnTo>
                  <a:lnTo>
                    <a:pt x="584" y="428"/>
                  </a:lnTo>
                  <a:lnTo>
                    <a:pt x="588" y="428"/>
                  </a:lnTo>
                  <a:lnTo>
                    <a:pt x="584" y="428"/>
                  </a:lnTo>
                  <a:lnTo>
                    <a:pt x="584" y="426"/>
                  </a:lnTo>
                  <a:lnTo>
                    <a:pt x="580" y="426"/>
                  </a:lnTo>
                  <a:lnTo>
                    <a:pt x="576" y="426"/>
                  </a:lnTo>
                  <a:lnTo>
                    <a:pt x="576" y="422"/>
                  </a:lnTo>
                  <a:lnTo>
                    <a:pt x="574" y="422"/>
                  </a:lnTo>
                  <a:lnTo>
                    <a:pt x="574" y="418"/>
                  </a:lnTo>
                  <a:lnTo>
                    <a:pt x="574" y="414"/>
                  </a:lnTo>
                  <a:lnTo>
                    <a:pt x="574" y="418"/>
                  </a:lnTo>
                  <a:lnTo>
                    <a:pt x="570" y="418"/>
                  </a:lnTo>
                  <a:lnTo>
                    <a:pt x="574" y="418"/>
                  </a:lnTo>
                  <a:lnTo>
                    <a:pt x="574" y="422"/>
                  </a:lnTo>
                  <a:lnTo>
                    <a:pt x="576" y="422"/>
                  </a:lnTo>
                  <a:lnTo>
                    <a:pt x="576" y="426"/>
                  </a:lnTo>
                  <a:lnTo>
                    <a:pt x="574" y="426"/>
                  </a:lnTo>
                  <a:lnTo>
                    <a:pt x="576" y="426"/>
                  </a:lnTo>
                  <a:lnTo>
                    <a:pt x="580" y="428"/>
                  </a:lnTo>
                  <a:lnTo>
                    <a:pt x="576" y="428"/>
                  </a:lnTo>
                  <a:lnTo>
                    <a:pt x="576" y="432"/>
                  </a:lnTo>
                  <a:lnTo>
                    <a:pt x="574" y="432"/>
                  </a:lnTo>
                  <a:lnTo>
                    <a:pt x="570" y="432"/>
                  </a:lnTo>
                  <a:lnTo>
                    <a:pt x="574" y="432"/>
                  </a:lnTo>
                  <a:lnTo>
                    <a:pt x="574" y="436"/>
                  </a:lnTo>
                  <a:lnTo>
                    <a:pt x="570" y="436"/>
                  </a:lnTo>
                  <a:lnTo>
                    <a:pt x="566" y="436"/>
                  </a:lnTo>
                  <a:lnTo>
                    <a:pt x="566" y="440"/>
                  </a:lnTo>
                  <a:lnTo>
                    <a:pt x="562" y="440"/>
                  </a:lnTo>
                  <a:lnTo>
                    <a:pt x="562" y="436"/>
                  </a:lnTo>
                  <a:lnTo>
                    <a:pt x="562" y="440"/>
                  </a:lnTo>
                  <a:lnTo>
                    <a:pt x="566" y="440"/>
                  </a:lnTo>
                  <a:lnTo>
                    <a:pt x="562" y="440"/>
                  </a:lnTo>
                  <a:lnTo>
                    <a:pt x="562" y="444"/>
                  </a:lnTo>
                  <a:lnTo>
                    <a:pt x="562" y="448"/>
                  </a:lnTo>
                  <a:lnTo>
                    <a:pt x="558" y="448"/>
                  </a:lnTo>
                  <a:lnTo>
                    <a:pt x="558" y="452"/>
                  </a:lnTo>
                  <a:lnTo>
                    <a:pt x="554" y="452"/>
                  </a:lnTo>
                  <a:lnTo>
                    <a:pt x="554" y="456"/>
                  </a:lnTo>
                  <a:lnTo>
                    <a:pt x="550" y="456"/>
                  </a:lnTo>
                  <a:lnTo>
                    <a:pt x="550" y="458"/>
                  </a:lnTo>
                  <a:lnTo>
                    <a:pt x="550" y="462"/>
                  </a:lnTo>
                  <a:lnTo>
                    <a:pt x="546" y="466"/>
                  </a:lnTo>
                  <a:lnTo>
                    <a:pt x="546" y="462"/>
                  </a:lnTo>
                  <a:lnTo>
                    <a:pt x="546" y="466"/>
                  </a:lnTo>
                  <a:lnTo>
                    <a:pt x="544" y="466"/>
                  </a:lnTo>
                  <a:lnTo>
                    <a:pt x="544" y="462"/>
                  </a:lnTo>
                  <a:lnTo>
                    <a:pt x="546" y="462"/>
                  </a:lnTo>
                  <a:lnTo>
                    <a:pt x="544" y="462"/>
                  </a:lnTo>
                  <a:lnTo>
                    <a:pt x="544" y="466"/>
                  </a:lnTo>
                  <a:lnTo>
                    <a:pt x="544" y="470"/>
                  </a:lnTo>
                  <a:lnTo>
                    <a:pt x="540" y="470"/>
                  </a:lnTo>
                  <a:lnTo>
                    <a:pt x="540" y="474"/>
                  </a:lnTo>
                  <a:lnTo>
                    <a:pt x="536" y="474"/>
                  </a:lnTo>
                  <a:lnTo>
                    <a:pt x="536" y="470"/>
                  </a:lnTo>
                  <a:lnTo>
                    <a:pt x="532" y="470"/>
                  </a:lnTo>
                  <a:lnTo>
                    <a:pt x="532" y="474"/>
                  </a:lnTo>
                  <a:lnTo>
                    <a:pt x="536" y="474"/>
                  </a:lnTo>
                  <a:lnTo>
                    <a:pt x="532" y="474"/>
                  </a:lnTo>
                  <a:lnTo>
                    <a:pt x="528" y="474"/>
                  </a:lnTo>
                  <a:lnTo>
                    <a:pt x="524" y="470"/>
                  </a:lnTo>
                  <a:lnTo>
                    <a:pt x="528" y="474"/>
                  </a:lnTo>
                  <a:lnTo>
                    <a:pt x="528" y="478"/>
                  </a:lnTo>
                  <a:lnTo>
                    <a:pt x="524" y="478"/>
                  </a:lnTo>
                  <a:lnTo>
                    <a:pt x="524" y="482"/>
                  </a:lnTo>
                  <a:lnTo>
                    <a:pt x="520" y="482"/>
                  </a:lnTo>
                  <a:lnTo>
                    <a:pt x="518" y="482"/>
                  </a:lnTo>
                  <a:lnTo>
                    <a:pt x="518" y="478"/>
                  </a:lnTo>
                  <a:lnTo>
                    <a:pt x="514" y="478"/>
                  </a:lnTo>
                  <a:lnTo>
                    <a:pt x="518" y="478"/>
                  </a:lnTo>
                  <a:lnTo>
                    <a:pt x="514" y="482"/>
                  </a:lnTo>
                  <a:lnTo>
                    <a:pt x="510" y="482"/>
                  </a:lnTo>
                  <a:lnTo>
                    <a:pt x="510" y="484"/>
                  </a:lnTo>
                  <a:lnTo>
                    <a:pt x="506" y="484"/>
                  </a:lnTo>
                  <a:lnTo>
                    <a:pt x="506" y="482"/>
                  </a:lnTo>
                  <a:lnTo>
                    <a:pt x="506" y="478"/>
                  </a:lnTo>
                  <a:lnTo>
                    <a:pt x="506" y="482"/>
                  </a:lnTo>
                  <a:lnTo>
                    <a:pt x="506" y="484"/>
                  </a:lnTo>
                  <a:lnTo>
                    <a:pt x="502" y="484"/>
                  </a:lnTo>
                  <a:lnTo>
                    <a:pt x="502" y="482"/>
                  </a:lnTo>
                  <a:lnTo>
                    <a:pt x="498" y="482"/>
                  </a:lnTo>
                  <a:lnTo>
                    <a:pt x="498" y="478"/>
                  </a:lnTo>
                  <a:lnTo>
                    <a:pt x="502" y="474"/>
                  </a:lnTo>
                  <a:lnTo>
                    <a:pt x="506" y="474"/>
                  </a:lnTo>
                  <a:lnTo>
                    <a:pt x="506" y="470"/>
                  </a:lnTo>
                  <a:lnTo>
                    <a:pt x="502" y="470"/>
                  </a:lnTo>
                  <a:lnTo>
                    <a:pt x="502" y="474"/>
                  </a:lnTo>
                  <a:lnTo>
                    <a:pt x="498" y="474"/>
                  </a:lnTo>
                  <a:lnTo>
                    <a:pt x="498" y="470"/>
                  </a:lnTo>
                  <a:lnTo>
                    <a:pt x="494" y="470"/>
                  </a:lnTo>
                  <a:lnTo>
                    <a:pt x="490" y="470"/>
                  </a:lnTo>
                  <a:lnTo>
                    <a:pt x="494" y="470"/>
                  </a:lnTo>
                  <a:lnTo>
                    <a:pt x="494" y="474"/>
                  </a:lnTo>
                  <a:lnTo>
                    <a:pt x="498" y="474"/>
                  </a:lnTo>
                  <a:lnTo>
                    <a:pt x="494" y="474"/>
                  </a:lnTo>
                  <a:lnTo>
                    <a:pt x="494" y="478"/>
                  </a:lnTo>
                  <a:lnTo>
                    <a:pt x="494" y="482"/>
                  </a:lnTo>
                  <a:lnTo>
                    <a:pt x="490" y="482"/>
                  </a:lnTo>
                  <a:lnTo>
                    <a:pt x="488" y="482"/>
                  </a:lnTo>
                  <a:lnTo>
                    <a:pt x="488" y="478"/>
                  </a:lnTo>
                  <a:lnTo>
                    <a:pt x="488" y="482"/>
                  </a:lnTo>
                  <a:lnTo>
                    <a:pt x="490" y="484"/>
                  </a:lnTo>
                  <a:lnTo>
                    <a:pt x="490" y="488"/>
                  </a:lnTo>
                  <a:lnTo>
                    <a:pt x="488" y="488"/>
                  </a:lnTo>
                  <a:lnTo>
                    <a:pt x="484" y="488"/>
                  </a:lnTo>
                  <a:lnTo>
                    <a:pt x="488" y="488"/>
                  </a:lnTo>
                  <a:lnTo>
                    <a:pt x="484" y="488"/>
                  </a:lnTo>
                  <a:lnTo>
                    <a:pt x="480" y="488"/>
                  </a:lnTo>
                  <a:lnTo>
                    <a:pt x="476" y="488"/>
                  </a:lnTo>
                  <a:lnTo>
                    <a:pt x="476" y="484"/>
                  </a:lnTo>
                  <a:lnTo>
                    <a:pt x="476" y="488"/>
                  </a:lnTo>
                  <a:lnTo>
                    <a:pt x="476" y="492"/>
                  </a:lnTo>
                  <a:lnTo>
                    <a:pt x="472" y="492"/>
                  </a:lnTo>
                  <a:lnTo>
                    <a:pt x="472" y="488"/>
                  </a:lnTo>
                  <a:lnTo>
                    <a:pt x="468" y="488"/>
                  </a:lnTo>
                  <a:lnTo>
                    <a:pt x="468" y="492"/>
                  </a:lnTo>
                  <a:lnTo>
                    <a:pt x="464" y="492"/>
                  </a:lnTo>
                  <a:lnTo>
                    <a:pt x="464" y="488"/>
                  </a:lnTo>
                  <a:lnTo>
                    <a:pt x="462" y="492"/>
                  </a:lnTo>
                  <a:lnTo>
                    <a:pt x="464" y="492"/>
                  </a:lnTo>
                  <a:lnTo>
                    <a:pt x="468" y="492"/>
                  </a:lnTo>
                  <a:lnTo>
                    <a:pt x="468" y="496"/>
                  </a:lnTo>
                  <a:lnTo>
                    <a:pt x="468" y="492"/>
                  </a:lnTo>
                  <a:lnTo>
                    <a:pt x="464" y="496"/>
                  </a:lnTo>
                  <a:lnTo>
                    <a:pt x="468" y="496"/>
                  </a:lnTo>
                  <a:lnTo>
                    <a:pt x="468" y="500"/>
                  </a:lnTo>
                  <a:lnTo>
                    <a:pt x="464" y="500"/>
                  </a:lnTo>
                  <a:lnTo>
                    <a:pt x="464" y="504"/>
                  </a:lnTo>
                  <a:lnTo>
                    <a:pt x="462" y="504"/>
                  </a:lnTo>
                  <a:lnTo>
                    <a:pt x="458" y="504"/>
                  </a:lnTo>
                  <a:lnTo>
                    <a:pt x="458" y="500"/>
                  </a:lnTo>
                  <a:lnTo>
                    <a:pt x="458" y="504"/>
                  </a:lnTo>
                  <a:lnTo>
                    <a:pt x="450" y="504"/>
                  </a:lnTo>
                  <a:lnTo>
                    <a:pt x="450" y="508"/>
                  </a:lnTo>
                  <a:lnTo>
                    <a:pt x="454" y="508"/>
                  </a:lnTo>
                  <a:lnTo>
                    <a:pt x="454" y="512"/>
                  </a:lnTo>
                  <a:lnTo>
                    <a:pt x="458" y="512"/>
                  </a:lnTo>
                  <a:lnTo>
                    <a:pt x="458" y="514"/>
                  </a:lnTo>
                  <a:lnTo>
                    <a:pt x="458" y="518"/>
                  </a:lnTo>
                  <a:lnTo>
                    <a:pt x="462" y="518"/>
                  </a:lnTo>
                  <a:lnTo>
                    <a:pt x="458" y="518"/>
                  </a:lnTo>
                  <a:lnTo>
                    <a:pt x="454" y="518"/>
                  </a:lnTo>
                  <a:lnTo>
                    <a:pt x="450" y="522"/>
                  </a:lnTo>
                  <a:lnTo>
                    <a:pt x="446" y="518"/>
                  </a:lnTo>
                  <a:lnTo>
                    <a:pt x="442" y="518"/>
                  </a:lnTo>
                  <a:lnTo>
                    <a:pt x="442" y="522"/>
                  </a:lnTo>
                  <a:lnTo>
                    <a:pt x="446" y="522"/>
                  </a:lnTo>
                  <a:lnTo>
                    <a:pt x="450" y="526"/>
                  </a:lnTo>
                  <a:lnTo>
                    <a:pt x="454" y="526"/>
                  </a:lnTo>
                  <a:lnTo>
                    <a:pt x="454" y="522"/>
                  </a:lnTo>
                  <a:lnTo>
                    <a:pt x="458" y="526"/>
                  </a:lnTo>
                  <a:lnTo>
                    <a:pt x="454" y="530"/>
                  </a:lnTo>
                  <a:lnTo>
                    <a:pt x="458" y="530"/>
                  </a:lnTo>
                  <a:lnTo>
                    <a:pt x="458" y="534"/>
                  </a:lnTo>
                  <a:lnTo>
                    <a:pt x="458" y="538"/>
                  </a:lnTo>
                  <a:lnTo>
                    <a:pt x="454" y="538"/>
                  </a:lnTo>
                  <a:lnTo>
                    <a:pt x="454" y="534"/>
                  </a:lnTo>
                  <a:lnTo>
                    <a:pt x="450" y="534"/>
                  </a:lnTo>
                  <a:lnTo>
                    <a:pt x="446" y="534"/>
                  </a:lnTo>
                  <a:lnTo>
                    <a:pt x="442" y="534"/>
                  </a:lnTo>
                  <a:lnTo>
                    <a:pt x="446" y="534"/>
                  </a:lnTo>
                  <a:lnTo>
                    <a:pt x="450" y="534"/>
                  </a:lnTo>
                  <a:lnTo>
                    <a:pt x="450" y="538"/>
                  </a:lnTo>
                  <a:lnTo>
                    <a:pt x="454" y="538"/>
                  </a:lnTo>
                  <a:lnTo>
                    <a:pt x="454" y="540"/>
                  </a:lnTo>
                  <a:lnTo>
                    <a:pt x="454" y="538"/>
                  </a:lnTo>
                  <a:lnTo>
                    <a:pt x="450" y="538"/>
                  </a:lnTo>
                  <a:lnTo>
                    <a:pt x="450" y="540"/>
                  </a:lnTo>
                  <a:lnTo>
                    <a:pt x="446" y="540"/>
                  </a:lnTo>
                  <a:lnTo>
                    <a:pt x="446" y="538"/>
                  </a:lnTo>
                  <a:lnTo>
                    <a:pt x="446" y="540"/>
                  </a:lnTo>
                  <a:lnTo>
                    <a:pt x="450" y="540"/>
                  </a:lnTo>
                  <a:lnTo>
                    <a:pt x="446" y="540"/>
                  </a:lnTo>
                  <a:lnTo>
                    <a:pt x="442" y="540"/>
                  </a:lnTo>
                  <a:lnTo>
                    <a:pt x="446" y="540"/>
                  </a:lnTo>
                  <a:lnTo>
                    <a:pt x="450" y="544"/>
                  </a:lnTo>
                  <a:lnTo>
                    <a:pt x="446" y="544"/>
                  </a:lnTo>
                  <a:lnTo>
                    <a:pt x="446" y="540"/>
                  </a:lnTo>
                  <a:lnTo>
                    <a:pt x="442" y="540"/>
                  </a:lnTo>
                  <a:lnTo>
                    <a:pt x="440" y="540"/>
                  </a:lnTo>
                  <a:lnTo>
                    <a:pt x="442" y="544"/>
                  </a:lnTo>
                  <a:lnTo>
                    <a:pt x="446" y="544"/>
                  </a:lnTo>
                  <a:lnTo>
                    <a:pt x="446" y="548"/>
                  </a:lnTo>
                  <a:lnTo>
                    <a:pt x="442" y="548"/>
                  </a:lnTo>
                  <a:lnTo>
                    <a:pt x="440" y="548"/>
                  </a:lnTo>
                  <a:lnTo>
                    <a:pt x="440" y="544"/>
                  </a:lnTo>
                  <a:lnTo>
                    <a:pt x="440" y="548"/>
                  </a:lnTo>
                  <a:lnTo>
                    <a:pt x="442" y="548"/>
                  </a:lnTo>
                  <a:lnTo>
                    <a:pt x="442" y="552"/>
                  </a:lnTo>
                  <a:lnTo>
                    <a:pt x="440" y="552"/>
                  </a:lnTo>
                  <a:lnTo>
                    <a:pt x="440" y="548"/>
                  </a:lnTo>
                  <a:lnTo>
                    <a:pt x="436" y="548"/>
                  </a:lnTo>
                  <a:lnTo>
                    <a:pt x="440" y="552"/>
                  </a:lnTo>
                  <a:lnTo>
                    <a:pt x="442" y="552"/>
                  </a:lnTo>
                  <a:lnTo>
                    <a:pt x="442" y="556"/>
                  </a:lnTo>
                  <a:lnTo>
                    <a:pt x="440" y="556"/>
                  </a:lnTo>
                  <a:lnTo>
                    <a:pt x="436" y="556"/>
                  </a:lnTo>
                  <a:lnTo>
                    <a:pt x="432" y="556"/>
                  </a:lnTo>
                  <a:lnTo>
                    <a:pt x="432" y="552"/>
                  </a:lnTo>
                  <a:lnTo>
                    <a:pt x="436" y="552"/>
                  </a:lnTo>
                  <a:lnTo>
                    <a:pt x="432" y="552"/>
                  </a:lnTo>
                  <a:lnTo>
                    <a:pt x="432" y="556"/>
                  </a:lnTo>
                  <a:lnTo>
                    <a:pt x="432" y="560"/>
                  </a:lnTo>
                  <a:lnTo>
                    <a:pt x="428" y="556"/>
                  </a:lnTo>
                  <a:lnTo>
                    <a:pt x="428" y="560"/>
                  </a:lnTo>
                  <a:lnTo>
                    <a:pt x="424" y="560"/>
                  </a:lnTo>
                  <a:lnTo>
                    <a:pt x="420" y="556"/>
                  </a:lnTo>
                  <a:lnTo>
                    <a:pt x="420" y="560"/>
                  </a:lnTo>
                  <a:lnTo>
                    <a:pt x="424" y="560"/>
                  </a:lnTo>
                  <a:lnTo>
                    <a:pt x="428" y="560"/>
                  </a:lnTo>
                  <a:lnTo>
                    <a:pt x="432" y="564"/>
                  </a:lnTo>
                  <a:lnTo>
                    <a:pt x="436" y="564"/>
                  </a:lnTo>
                  <a:lnTo>
                    <a:pt x="436" y="568"/>
                  </a:lnTo>
                  <a:lnTo>
                    <a:pt x="432" y="568"/>
                  </a:lnTo>
                  <a:lnTo>
                    <a:pt x="432" y="564"/>
                  </a:lnTo>
                  <a:lnTo>
                    <a:pt x="428" y="564"/>
                  </a:lnTo>
                  <a:lnTo>
                    <a:pt x="424" y="564"/>
                  </a:lnTo>
                  <a:lnTo>
                    <a:pt x="428" y="564"/>
                  </a:lnTo>
                  <a:lnTo>
                    <a:pt x="428" y="568"/>
                  </a:lnTo>
                  <a:lnTo>
                    <a:pt x="432" y="568"/>
                  </a:lnTo>
                  <a:lnTo>
                    <a:pt x="436" y="570"/>
                  </a:lnTo>
                  <a:lnTo>
                    <a:pt x="432" y="570"/>
                  </a:lnTo>
                  <a:lnTo>
                    <a:pt x="432" y="574"/>
                  </a:lnTo>
                  <a:lnTo>
                    <a:pt x="436" y="574"/>
                  </a:lnTo>
                  <a:lnTo>
                    <a:pt x="436" y="578"/>
                  </a:lnTo>
                  <a:lnTo>
                    <a:pt x="432" y="578"/>
                  </a:lnTo>
                  <a:lnTo>
                    <a:pt x="436" y="578"/>
                  </a:lnTo>
                  <a:lnTo>
                    <a:pt x="432" y="582"/>
                  </a:lnTo>
                  <a:lnTo>
                    <a:pt x="428" y="582"/>
                  </a:lnTo>
                  <a:lnTo>
                    <a:pt x="428" y="578"/>
                  </a:lnTo>
                  <a:lnTo>
                    <a:pt x="424" y="578"/>
                  </a:lnTo>
                  <a:lnTo>
                    <a:pt x="424" y="582"/>
                  </a:lnTo>
                  <a:lnTo>
                    <a:pt x="428" y="578"/>
                  </a:lnTo>
                  <a:lnTo>
                    <a:pt x="428" y="582"/>
                  </a:lnTo>
                  <a:lnTo>
                    <a:pt x="432" y="582"/>
                  </a:lnTo>
                  <a:lnTo>
                    <a:pt x="432" y="584"/>
                  </a:lnTo>
                  <a:lnTo>
                    <a:pt x="428" y="584"/>
                  </a:lnTo>
                  <a:lnTo>
                    <a:pt x="424" y="584"/>
                  </a:lnTo>
                  <a:lnTo>
                    <a:pt x="428" y="584"/>
                  </a:lnTo>
                  <a:lnTo>
                    <a:pt x="432" y="584"/>
                  </a:lnTo>
                  <a:lnTo>
                    <a:pt x="432" y="588"/>
                  </a:lnTo>
                  <a:lnTo>
                    <a:pt x="428" y="588"/>
                  </a:lnTo>
                  <a:lnTo>
                    <a:pt x="428" y="592"/>
                  </a:lnTo>
                  <a:lnTo>
                    <a:pt x="428" y="588"/>
                  </a:lnTo>
                  <a:lnTo>
                    <a:pt x="424" y="588"/>
                  </a:lnTo>
                  <a:lnTo>
                    <a:pt x="420" y="588"/>
                  </a:lnTo>
                  <a:lnTo>
                    <a:pt x="424" y="588"/>
                  </a:lnTo>
                  <a:lnTo>
                    <a:pt x="428" y="592"/>
                  </a:lnTo>
                  <a:lnTo>
                    <a:pt x="424" y="592"/>
                  </a:lnTo>
                  <a:lnTo>
                    <a:pt x="428" y="592"/>
                  </a:lnTo>
                  <a:lnTo>
                    <a:pt x="424" y="592"/>
                  </a:lnTo>
                  <a:lnTo>
                    <a:pt x="420" y="592"/>
                  </a:lnTo>
                  <a:lnTo>
                    <a:pt x="424" y="592"/>
                  </a:lnTo>
                  <a:lnTo>
                    <a:pt x="428" y="592"/>
                  </a:lnTo>
                  <a:lnTo>
                    <a:pt x="428" y="596"/>
                  </a:lnTo>
                  <a:lnTo>
                    <a:pt x="424" y="596"/>
                  </a:lnTo>
                  <a:lnTo>
                    <a:pt x="420" y="596"/>
                  </a:lnTo>
                  <a:lnTo>
                    <a:pt x="418" y="592"/>
                  </a:lnTo>
                  <a:lnTo>
                    <a:pt x="418" y="596"/>
                  </a:lnTo>
                  <a:lnTo>
                    <a:pt x="420" y="596"/>
                  </a:lnTo>
                  <a:lnTo>
                    <a:pt x="424" y="596"/>
                  </a:lnTo>
                  <a:lnTo>
                    <a:pt x="428" y="596"/>
                  </a:lnTo>
                  <a:lnTo>
                    <a:pt x="428" y="600"/>
                  </a:lnTo>
                  <a:lnTo>
                    <a:pt x="424" y="600"/>
                  </a:lnTo>
                  <a:lnTo>
                    <a:pt x="420" y="600"/>
                  </a:lnTo>
                  <a:lnTo>
                    <a:pt x="418" y="600"/>
                  </a:lnTo>
                  <a:lnTo>
                    <a:pt x="420" y="600"/>
                  </a:lnTo>
                  <a:lnTo>
                    <a:pt x="424" y="600"/>
                  </a:lnTo>
                  <a:lnTo>
                    <a:pt x="428" y="600"/>
                  </a:lnTo>
                  <a:lnTo>
                    <a:pt x="428" y="604"/>
                  </a:lnTo>
                  <a:lnTo>
                    <a:pt x="424" y="604"/>
                  </a:lnTo>
                  <a:lnTo>
                    <a:pt x="424" y="600"/>
                  </a:lnTo>
                  <a:lnTo>
                    <a:pt x="420" y="600"/>
                  </a:lnTo>
                  <a:lnTo>
                    <a:pt x="418" y="600"/>
                  </a:lnTo>
                  <a:lnTo>
                    <a:pt x="420" y="604"/>
                  </a:lnTo>
                  <a:lnTo>
                    <a:pt x="424" y="604"/>
                  </a:lnTo>
                  <a:lnTo>
                    <a:pt x="428" y="604"/>
                  </a:lnTo>
                  <a:lnTo>
                    <a:pt x="424" y="604"/>
                  </a:lnTo>
                  <a:lnTo>
                    <a:pt x="420" y="604"/>
                  </a:lnTo>
                  <a:lnTo>
                    <a:pt x="424" y="604"/>
                  </a:lnTo>
                  <a:lnTo>
                    <a:pt x="424" y="608"/>
                  </a:lnTo>
                  <a:lnTo>
                    <a:pt x="424" y="604"/>
                  </a:lnTo>
                  <a:lnTo>
                    <a:pt x="428" y="604"/>
                  </a:lnTo>
                  <a:lnTo>
                    <a:pt x="424" y="608"/>
                  </a:lnTo>
                  <a:lnTo>
                    <a:pt x="420" y="608"/>
                  </a:lnTo>
                  <a:lnTo>
                    <a:pt x="420" y="612"/>
                  </a:lnTo>
                  <a:lnTo>
                    <a:pt x="418" y="608"/>
                  </a:lnTo>
                  <a:lnTo>
                    <a:pt x="414" y="608"/>
                  </a:lnTo>
                  <a:lnTo>
                    <a:pt x="414" y="604"/>
                  </a:lnTo>
                  <a:lnTo>
                    <a:pt x="414" y="608"/>
                  </a:lnTo>
                  <a:lnTo>
                    <a:pt x="410" y="608"/>
                  </a:lnTo>
                  <a:lnTo>
                    <a:pt x="406" y="608"/>
                  </a:lnTo>
                  <a:lnTo>
                    <a:pt x="410" y="608"/>
                  </a:lnTo>
                  <a:lnTo>
                    <a:pt x="418" y="608"/>
                  </a:lnTo>
                  <a:lnTo>
                    <a:pt x="420" y="612"/>
                  </a:lnTo>
                  <a:lnTo>
                    <a:pt x="418" y="612"/>
                  </a:lnTo>
                  <a:lnTo>
                    <a:pt x="418" y="614"/>
                  </a:lnTo>
                  <a:lnTo>
                    <a:pt x="418" y="612"/>
                  </a:lnTo>
                  <a:lnTo>
                    <a:pt x="420" y="612"/>
                  </a:lnTo>
                  <a:lnTo>
                    <a:pt x="420" y="614"/>
                  </a:lnTo>
                  <a:lnTo>
                    <a:pt x="420" y="618"/>
                  </a:lnTo>
                  <a:lnTo>
                    <a:pt x="418" y="618"/>
                  </a:lnTo>
                  <a:lnTo>
                    <a:pt x="414" y="618"/>
                  </a:lnTo>
                  <a:lnTo>
                    <a:pt x="414" y="614"/>
                  </a:lnTo>
                  <a:lnTo>
                    <a:pt x="410" y="614"/>
                  </a:lnTo>
                  <a:lnTo>
                    <a:pt x="410" y="612"/>
                  </a:lnTo>
                  <a:lnTo>
                    <a:pt x="410" y="614"/>
                  </a:lnTo>
                  <a:lnTo>
                    <a:pt x="406" y="614"/>
                  </a:lnTo>
                  <a:lnTo>
                    <a:pt x="406" y="618"/>
                  </a:lnTo>
                  <a:lnTo>
                    <a:pt x="402" y="614"/>
                  </a:lnTo>
                  <a:lnTo>
                    <a:pt x="402" y="618"/>
                  </a:lnTo>
                  <a:lnTo>
                    <a:pt x="402" y="622"/>
                  </a:lnTo>
                  <a:lnTo>
                    <a:pt x="398" y="618"/>
                  </a:lnTo>
                  <a:lnTo>
                    <a:pt x="394" y="618"/>
                  </a:lnTo>
                  <a:lnTo>
                    <a:pt x="394" y="614"/>
                  </a:lnTo>
                  <a:lnTo>
                    <a:pt x="398" y="614"/>
                  </a:lnTo>
                  <a:lnTo>
                    <a:pt x="398" y="612"/>
                  </a:lnTo>
                  <a:lnTo>
                    <a:pt x="402" y="612"/>
                  </a:lnTo>
                  <a:lnTo>
                    <a:pt x="402" y="608"/>
                  </a:lnTo>
                  <a:lnTo>
                    <a:pt x="398" y="614"/>
                  </a:lnTo>
                  <a:lnTo>
                    <a:pt x="394" y="614"/>
                  </a:lnTo>
                  <a:lnTo>
                    <a:pt x="394" y="618"/>
                  </a:lnTo>
                  <a:lnTo>
                    <a:pt x="392" y="618"/>
                  </a:lnTo>
                  <a:lnTo>
                    <a:pt x="394" y="614"/>
                  </a:lnTo>
                  <a:lnTo>
                    <a:pt x="392" y="614"/>
                  </a:lnTo>
                  <a:lnTo>
                    <a:pt x="394" y="614"/>
                  </a:lnTo>
                  <a:lnTo>
                    <a:pt x="394" y="612"/>
                  </a:lnTo>
                  <a:lnTo>
                    <a:pt x="398" y="612"/>
                  </a:lnTo>
                  <a:lnTo>
                    <a:pt x="398" y="604"/>
                  </a:lnTo>
                  <a:lnTo>
                    <a:pt x="402" y="604"/>
                  </a:lnTo>
                  <a:lnTo>
                    <a:pt x="398" y="604"/>
                  </a:lnTo>
                  <a:lnTo>
                    <a:pt x="398" y="608"/>
                  </a:lnTo>
                  <a:lnTo>
                    <a:pt x="394" y="608"/>
                  </a:lnTo>
                  <a:lnTo>
                    <a:pt x="394" y="612"/>
                  </a:lnTo>
                  <a:lnTo>
                    <a:pt x="392" y="612"/>
                  </a:lnTo>
                  <a:lnTo>
                    <a:pt x="392" y="608"/>
                  </a:lnTo>
                  <a:lnTo>
                    <a:pt x="394" y="608"/>
                  </a:lnTo>
                  <a:lnTo>
                    <a:pt x="394" y="604"/>
                  </a:lnTo>
                  <a:lnTo>
                    <a:pt x="394" y="608"/>
                  </a:lnTo>
                  <a:lnTo>
                    <a:pt x="392" y="608"/>
                  </a:lnTo>
                  <a:lnTo>
                    <a:pt x="388" y="608"/>
                  </a:lnTo>
                  <a:lnTo>
                    <a:pt x="392" y="608"/>
                  </a:lnTo>
                  <a:lnTo>
                    <a:pt x="392" y="604"/>
                  </a:lnTo>
                  <a:lnTo>
                    <a:pt x="392" y="608"/>
                  </a:lnTo>
                  <a:lnTo>
                    <a:pt x="388" y="608"/>
                  </a:lnTo>
                  <a:lnTo>
                    <a:pt x="388" y="612"/>
                  </a:lnTo>
                  <a:lnTo>
                    <a:pt x="384" y="608"/>
                  </a:lnTo>
                  <a:lnTo>
                    <a:pt x="388" y="608"/>
                  </a:lnTo>
                  <a:lnTo>
                    <a:pt x="384" y="608"/>
                  </a:lnTo>
                  <a:lnTo>
                    <a:pt x="388" y="604"/>
                  </a:lnTo>
                  <a:lnTo>
                    <a:pt x="384" y="604"/>
                  </a:lnTo>
                  <a:lnTo>
                    <a:pt x="388" y="604"/>
                  </a:lnTo>
                  <a:lnTo>
                    <a:pt x="392" y="600"/>
                  </a:lnTo>
                  <a:lnTo>
                    <a:pt x="392" y="596"/>
                  </a:lnTo>
                  <a:lnTo>
                    <a:pt x="392" y="600"/>
                  </a:lnTo>
                  <a:lnTo>
                    <a:pt x="388" y="600"/>
                  </a:lnTo>
                  <a:lnTo>
                    <a:pt x="388" y="604"/>
                  </a:lnTo>
                  <a:lnTo>
                    <a:pt x="384" y="604"/>
                  </a:lnTo>
                  <a:lnTo>
                    <a:pt x="384" y="600"/>
                  </a:lnTo>
                  <a:lnTo>
                    <a:pt x="384" y="604"/>
                  </a:lnTo>
                  <a:lnTo>
                    <a:pt x="380" y="604"/>
                  </a:lnTo>
                  <a:lnTo>
                    <a:pt x="380" y="600"/>
                  </a:lnTo>
                  <a:lnTo>
                    <a:pt x="384" y="600"/>
                  </a:lnTo>
                  <a:lnTo>
                    <a:pt x="380" y="600"/>
                  </a:lnTo>
                  <a:lnTo>
                    <a:pt x="380" y="604"/>
                  </a:lnTo>
                  <a:lnTo>
                    <a:pt x="380" y="600"/>
                  </a:lnTo>
                  <a:lnTo>
                    <a:pt x="384" y="600"/>
                  </a:lnTo>
                  <a:lnTo>
                    <a:pt x="388" y="600"/>
                  </a:lnTo>
                  <a:lnTo>
                    <a:pt x="388" y="596"/>
                  </a:lnTo>
                  <a:lnTo>
                    <a:pt x="392" y="596"/>
                  </a:lnTo>
                  <a:lnTo>
                    <a:pt x="392" y="592"/>
                  </a:lnTo>
                  <a:lnTo>
                    <a:pt x="392" y="596"/>
                  </a:lnTo>
                  <a:lnTo>
                    <a:pt x="392" y="592"/>
                  </a:lnTo>
                  <a:lnTo>
                    <a:pt x="388" y="592"/>
                  </a:lnTo>
                  <a:lnTo>
                    <a:pt x="388" y="596"/>
                  </a:lnTo>
                  <a:lnTo>
                    <a:pt x="384" y="600"/>
                  </a:lnTo>
                  <a:lnTo>
                    <a:pt x="384" y="596"/>
                  </a:lnTo>
                  <a:lnTo>
                    <a:pt x="384" y="600"/>
                  </a:lnTo>
                  <a:lnTo>
                    <a:pt x="380" y="600"/>
                  </a:lnTo>
                  <a:lnTo>
                    <a:pt x="380" y="596"/>
                  </a:lnTo>
                  <a:lnTo>
                    <a:pt x="384" y="596"/>
                  </a:lnTo>
                  <a:lnTo>
                    <a:pt x="388" y="592"/>
                  </a:lnTo>
                  <a:lnTo>
                    <a:pt x="384" y="592"/>
                  </a:lnTo>
                  <a:lnTo>
                    <a:pt x="384" y="588"/>
                  </a:lnTo>
                  <a:lnTo>
                    <a:pt x="388" y="588"/>
                  </a:lnTo>
                  <a:lnTo>
                    <a:pt x="384" y="588"/>
                  </a:lnTo>
                  <a:lnTo>
                    <a:pt x="380" y="592"/>
                  </a:lnTo>
                  <a:lnTo>
                    <a:pt x="384" y="592"/>
                  </a:lnTo>
                  <a:lnTo>
                    <a:pt x="384" y="596"/>
                  </a:lnTo>
                  <a:lnTo>
                    <a:pt x="380" y="596"/>
                  </a:lnTo>
                  <a:lnTo>
                    <a:pt x="376" y="596"/>
                  </a:lnTo>
                  <a:lnTo>
                    <a:pt x="372" y="596"/>
                  </a:lnTo>
                  <a:lnTo>
                    <a:pt x="372" y="600"/>
                  </a:lnTo>
                  <a:lnTo>
                    <a:pt x="368" y="600"/>
                  </a:lnTo>
                  <a:lnTo>
                    <a:pt x="372" y="600"/>
                  </a:lnTo>
                  <a:lnTo>
                    <a:pt x="368" y="604"/>
                  </a:lnTo>
                  <a:lnTo>
                    <a:pt x="368" y="600"/>
                  </a:lnTo>
                  <a:lnTo>
                    <a:pt x="368" y="596"/>
                  </a:lnTo>
                  <a:lnTo>
                    <a:pt x="364" y="600"/>
                  </a:lnTo>
                  <a:lnTo>
                    <a:pt x="362" y="600"/>
                  </a:lnTo>
                  <a:lnTo>
                    <a:pt x="358" y="600"/>
                  </a:lnTo>
                  <a:lnTo>
                    <a:pt x="362" y="600"/>
                  </a:lnTo>
                  <a:lnTo>
                    <a:pt x="358" y="600"/>
                  </a:lnTo>
                  <a:lnTo>
                    <a:pt x="354" y="600"/>
                  </a:lnTo>
                  <a:lnTo>
                    <a:pt x="350" y="600"/>
                  </a:lnTo>
                  <a:lnTo>
                    <a:pt x="354" y="600"/>
                  </a:lnTo>
                  <a:lnTo>
                    <a:pt x="358" y="596"/>
                  </a:lnTo>
                  <a:lnTo>
                    <a:pt x="354" y="596"/>
                  </a:lnTo>
                  <a:lnTo>
                    <a:pt x="350" y="600"/>
                  </a:lnTo>
                  <a:lnTo>
                    <a:pt x="350" y="596"/>
                  </a:lnTo>
                  <a:lnTo>
                    <a:pt x="346" y="596"/>
                  </a:lnTo>
                  <a:lnTo>
                    <a:pt x="350" y="596"/>
                  </a:lnTo>
                  <a:lnTo>
                    <a:pt x="354" y="596"/>
                  </a:lnTo>
                  <a:lnTo>
                    <a:pt x="350" y="596"/>
                  </a:lnTo>
                  <a:lnTo>
                    <a:pt x="350" y="592"/>
                  </a:lnTo>
                  <a:lnTo>
                    <a:pt x="354" y="588"/>
                  </a:lnTo>
                  <a:lnTo>
                    <a:pt x="350" y="588"/>
                  </a:lnTo>
                  <a:lnTo>
                    <a:pt x="350" y="592"/>
                  </a:lnTo>
                  <a:lnTo>
                    <a:pt x="350" y="596"/>
                  </a:lnTo>
                  <a:lnTo>
                    <a:pt x="346" y="592"/>
                  </a:lnTo>
                  <a:lnTo>
                    <a:pt x="350" y="592"/>
                  </a:lnTo>
                  <a:lnTo>
                    <a:pt x="346" y="592"/>
                  </a:lnTo>
                  <a:lnTo>
                    <a:pt x="342" y="592"/>
                  </a:lnTo>
                  <a:lnTo>
                    <a:pt x="346" y="592"/>
                  </a:lnTo>
                  <a:lnTo>
                    <a:pt x="346" y="588"/>
                  </a:lnTo>
                  <a:lnTo>
                    <a:pt x="342" y="588"/>
                  </a:lnTo>
                  <a:lnTo>
                    <a:pt x="338" y="588"/>
                  </a:lnTo>
                  <a:lnTo>
                    <a:pt x="342" y="584"/>
                  </a:lnTo>
                  <a:lnTo>
                    <a:pt x="346" y="584"/>
                  </a:lnTo>
                  <a:lnTo>
                    <a:pt x="350" y="584"/>
                  </a:lnTo>
                  <a:lnTo>
                    <a:pt x="346" y="584"/>
                  </a:lnTo>
                  <a:lnTo>
                    <a:pt x="342" y="584"/>
                  </a:lnTo>
                  <a:lnTo>
                    <a:pt x="338" y="584"/>
                  </a:lnTo>
                  <a:lnTo>
                    <a:pt x="334" y="584"/>
                  </a:lnTo>
                  <a:lnTo>
                    <a:pt x="338" y="584"/>
                  </a:lnTo>
                  <a:lnTo>
                    <a:pt x="342" y="584"/>
                  </a:lnTo>
                  <a:lnTo>
                    <a:pt x="346" y="582"/>
                  </a:lnTo>
                  <a:lnTo>
                    <a:pt x="342" y="582"/>
                  </a:lnTo>
                  <a:lnTo>
                    <a:pt x="338" y="584"/>
                  </a:lnTo>
                  <a:lnTo>
                    <a:pt x="338" y="582"/>
                  </a:lnTo>
                  <a:lnTo>
                    <a:pt x="334" y="582"/>
                  </a:lnTo>
                  <a:lnTo>
                    <a:pt x="338" y="578"/>
                  </a:lnTo>
                  <a:lnTo>
                    <a:pt x="338" y="574"/>
                  </a:lnTo>
                  <a:lnTo>
                    <a:pt x="342" y="574"/>
                  </a:lnTo>
                  <a:lnTo>
                    <a:pt x="338" y="574"/>
                  </a:lnTo>
                  <a:lnTo>
                    <a:pt x="334" y="578"/>
                  </a:lnTo>
                  <a:lnTo>
                    <a:pt x="334" y="582"/>
                  </a:lnTo>
                  <a:lnTo>
                    <a:pt x="334" y="578"/>
                  </a:lnTo>
                  <a:lnTo>
                    <a:pt x="332" y="578"/>
                  </a:lnTo>
                  <a:lnTo>
                    <a:pt x="334" y="574"/>
                  </a:lnTo>
                  <a:lnTo>
                    <a:pt x="338" y="574"/>
                  </a:lnTo>
                  <a:lnTo>
                    <a:pt x="342" y="574"/>
                  </a:lnTo>
                  <a:lnTo>
                    <a:pt x="338" y="574"/>
                  </a:lnTo>
                  <a:lnTo>
                    <a:pt x="338" y="570"/>
                  </a:lnTo>
                  <a:lnTo>
                    <a:pt x="334" y="570"/>
                  </a:lnTo>
                  <a:lnTo>
                    <a:pt x="334" y="574"/>
                  </a:lnTo>
                  <a:lnTo>
                    <a:pt x="332" y="574"/>
                  </a:lnTo>
                  <a:lnTo>
                    <a:pt x="328" y="574"/>
                  </a:lnTo>
                  <a:lnTo>
                    <a:pt x="328" y="570"/>
                  </a:lnTo>
                  <a:lnTo>
                    <a:pt x="332" y="570"/>
                  </a:lnTo>
                  <a:lnTo>
                    <a:pt x="332" y="574"/>
                  </a:lnTo>
                  <a:lnTo>
                    <a:pt x="334" y="570"/>
                  </a:lnTo>
                  <a:lnTo>
                    <a:pt x="332" y="570"/>
                  </a:lnTo>
                  <a:lnTo>
                    <a:pt x="334" y="570"/>
                  </a:lnTo>
                  <a:lnTo>
                    <a:pt x="334" y="568"/>
                  </a:lnTo>
                  <a:lnTo>
                    <a:pt x="332" y="570"/>
                  </a:lnTo>
                  <a:lnTo>
                    <a:pt x="328" y="568"/>
                  </a:lnTo>
                  <a:lnTo>
                    <a:pt x="328" y="570"/>
                  </a:lnTo>
                  <a:lnTo>
                    <a:pt x="328" y="568"/>
                  </a:lnTo>
                  <a:lnTo>
                    <a:pt x="324" y="568"/>
                  </a:lnTo>
                  <a:lnTo>
                    <a:pt x="320" y="564"/>
                  </a:lnTo>
                  <a:lnTo>
                    <a:pt x="320" y="560"/>
                  </a:lnTo>
                  <a:lnTo>
                    <a:pt x="324" y="556"/>
                  </a:lnTo>
                  <a:lnTo>
                    <a:pt x="320" y="560"/>
                  </a:lnTo>
                  <a:lnTo>
                    <a:pt x="320" y="556"/>
                  </a:lnTo>
                  <a:lnTo>
                    <a:pt x="324" y="552"/>
                  </a:lnTo>
                  <a:lnTo>
                    <a:pt x="328" y="552"/>
                  </a:lnTo>
                  <a:lnTo>
                    <a:pt x="328" y="548"/>
                  </a:lnTo>
                  <a:lnTo>
                    <a:pt x="328" y="552"/>
                  </a:lnTo>
                  <a:lnTo>
                    <a:pt x="324" y="552"/>
                  </a:lnTo>
                  <a:lnTo>
                    <a:pt x="320" y="556"/>
                  </a:lnTo>
                  <a:lnTo>
                    <a:pt x="320" y="552"/>
                  </a:lnTo>
                  <a:lnTo>
                    <a:pt x="324" y="552"/>
                  </a:lnTo>
                  <a:lnTo>
                    <a:pt x="320" y="552"/>
                  </a:lnTo>
                  <a:lnTo>
                    <a:pt x="316" y="552"/>
                  </a:lnTo>
                  <a:lnTo>
                    <a:pt x="316" y="548"/>
                  </a:lnTo>
                  <a:lnTo>
                    <a:pt x="320" y="548"/>
                  </a:lnTo>
                  <a:lnTo>
                    <a:pt x="324" y="544"/>
                  </a:lnTo>
                  <a:lnTo>
                    <a:pt x="320" y="544"/>
                  </a:lnTo>
                  <a:lnTo>
                    <a:pt x="320" y="548"/>
                  </a:lnTo>
                  <a:lnTo>
                    <a:pt x="316" y="548"/>
                  </a:lnTo>
                  <a:lnTo>
                    <a:pt x="316" y="544"/>
                  </a:lnTo>
                  <a:lnTo>
                    <a:pt x="312" y="548"/>
                  </a:lnTo>
                  <a:lnTo>
                    <a:pt x="312" y="544"/>
                  </a:lnTo>
                  <a:lnTo>
                    <a:pt x="312" y="548"/>
                  </a:lnTo>
                  <a:lnTo>
                    <a:pt x="308" y="548"/>
                  </a:lnTo>
                  <a:lnTo>
                    <a:pt x="308" y="544"/>
                  </a:lnTo>
                  <a:lnTo>
                    <a:pt x="312" y="544"/>
                  </a:lnTo>
                  <a:lnTo>
                    <a:pt x="316" y="544"/>
                  </a:lnTo>
                  <a:lnTo>
                    <a:pt x="320" y="540"/>
                  </a:lnTo>
                  <a:lnTo>
                    <a:pt x="316" y="540"/>
                  </a:lnTo>
                  <a:lnTo>
                    <a:pt x="312" y="540"/>
                  </a:lnTo>
                  <a:lnTo>
                    <a:pt x="308" y="540"/>
                  </a:lnTo>
                  <a:lnTo>
                    <a:pt x="312" y="540"/>
                  </a:lnTo>
                  <a:lnTo>
                    <a:pt x="312" y="538"/>
                  </a:lnTo>
                  <a:lnTo>
                    <a:pt x="308" y="538"/>
                  </a:lnTo>
                  <a:lnTo>
                    <a:pt x="308" y="540"/>
                  </a:lnTo>
                  <a:lnTo>
                    <a:pt x="308" y="538"/>
                  </a:lnTo>
                  <a:lnTo>
                    <a:pt x="312" y="538"/>
                  </a:lnTo>
                  <a:lnTo>
                    <a:pt x="316" y="538"/>
                  </a:lnTo>
                  <a:lnTo>
                    <a:pt x="312" y="538"/>
                  </a:lnTo>
                  <a:lnTo>
                    <a:pt x="308" y="538"/>
                  </a:lnTo>
                  <a:lnTo>
                    <a:pt x="308" y="540"/>
                  </a:lnTo>
                  <a:lnTo>
                    <a:pt x="306" y="538"/>
                  </a:lnTo>
                  <a:lnTo>
                    <a:pt x="302" y="538"/>
                  </a:lnTo>
                  <a:lnTo>
                    <a:pt x="302" y="534"/>
                  </a:lnTo>
                  <a:lnTo>
                    <a:pt x="306" y="534"/>
                  </a:lnTo>
                  <a:lnTo>
                    <a:pt x="308" y="534"/>
                  </a:lnTo>
                  <a:lnTo>
                    <a:pt x="308" y="530"/>
                  </a:lnTo>
                  <a:lnTo>
                    <a:pt x="312" y="530"/>
                  </a:lnTo>
                  <a:lnTo>
                    <a:pt x="308" y="530"/>
                  </a:lnTo>
                  <a:lnTo>
                    <a:pt x="306" y="530"/>
                  </a:lnTo>
                  <a:lnTo>
                    <a:pt x="306" y="534"/>
                  </a:lnTo>
                  <a:lnTo>
                    <a:pt x="306" y="530"/>
                  </a:lnTo>
                  <a:lnTo>
                    <a:pt x="302" y="530"/>
                  </a:lnTo>
                  <a:lnTo>
                    <a:pt x="302" y="526"/>
                  </a:lnTo>
                  <a:lnTo>
                    <a:pt x="306" y="526"/>
                  </a:lnTo>
                  <a:lnTo>
                    <a:pt x="312" y="526"/>
                  </a:lnTo>
                  <a:lnTo>
                    <a:pt x="316" y="526"/>
                  </a:lnTo>
                  <a:lnTo>
                    <a:pt x="316" y="522"/>
                  </a:lnTo>
                  <a:lnTo>
                    <a:pt x="316" y="526"/>
                  </a:lnTo>
                  <a:lnTo>
                    <a:pt x="320" y="522"/>
                  </a:lnTo>
                  <a:lnTo>
                    <a:pt x="324" y="522"/>
                  </a:lnTo>
                  <a:lnTo>
                    <a:pt x="320" y="522"/>
                  </a:lnTo>
                  <a:lnTo>
                    <a:pt x="316" y="522"/>
                  </a:lnTo>
                  <a:lnTo>
                    <a:pt x="312" y="522"/>
                  </a:lnTo>
                  <a:lnTo>
                    <a:pt x="312" y="526"/>
                  </a:lnTo>
                  <a:lnTo>
                    <a:pt x="308" y="526"/>
                  </a:lnTo>
                  <a:lnTo>
                    <a:pt x="306" y="526"/>
                  </a:lnTo>
                  <a:lnTo>
                    <a:pt x="302" y="526"/>
                  </a:lnTo>
                  <a:lnTo>
                    <a:pt x="302" y="522"/>
                  </a:lnTo>
                  <a:lnTo>
                    <a:pt x="306" y="522"/>
                  </a:lnTo>
                  <a:lnTo>
                    <a:pt x="306" y="526"/>
                  </a:lnTo>
                  <a:lnTo>
                    <a:pt x="306" y="522"/>
                  </a:lnTo>
                  <a:lnTo>
                    <a:pt x="302" y="522"/>
                  </a:lnTo>
                  <a:lnTo>
                    <a:pt x="302" y="526"/>
                  </a:lnTo>
                  <a:lnTo>
                    <a:pt x="302" y="522"/>
                  </a:lnTo>
                  <a:lnTo>
                    <a:pt x="306" y="522"/>
                  </a:lnTo>
                  <a:lnTo>
                    <a:pt x="308" y="522"/>
                  </a:lnTo>
                  <a:lnTo>
                    <a:pt x="312" y="522"/>
                  </a:lnTo>
                  <a:lnTo>
                    <a:pt x="308" y="522"/>
                  </a:lnTo>
                  <a:lnTo>
                    <a:pt x="312" y="518"/>
                  </a:lnTo>
                  <a:lnTo>
                    <a:pt x="316" y="518"/>
                  </a:lnTo>
                  <a:lnTo>
                    <a:pt x="320" y="518"/>
                  </a:lnTo>
                  <a:lnTo>
                    <a:pt x="324" y="518"/>
                  </a:lnTo>
                  <a:lnTo>
                    <a:pt x="324" y="514"/>
                  </a:lnTo>
                  <a:lnTo>
                    <a:pt x="320" y="514"/>
                  </a:lnTo>
                  <a:lnTo>
                    <a:pt x="320" y="518"/>
                  </a:lnTo>
                  <a:lnTo>
                    <a:pt x="316" y="518"/>
                  </a:lnTo>
                  <a:lnTo>
                    <a:pt x="316" y="514"/>
                  </a:lnTo>
                  <a:lnTo>
                    <a:pt x="320" y="514"/>
                  </a:lnTo>
                  <a:lnTo>
                    <a:pt x="316" y="514"/>
                  </a:lnTo>
                  <a:lnTo>
                    <a:pt x="312" y="514"/>
                  </a:lnTo>
                  <a:lnTo>
                    <a:pt x="312" y="512"/>
                  </a:lnTo>
                  <a:lnTo>
                    <a:pt x="316" y="512"/>
                  </a:lnTo>
                  <a:lnTo>
                    <a:pt x="320" y="512"/>
                  </a:lnTo>
                  <a:lnTo>
                    <a:pt x="316" y="512"/>
                  </a:lnTo>
                  <a:lnTo>
                    <a:pt x="320" y="512"/>
                  </a:lnTo>
                  <a:lnTo>
                    <a:pt x="320" y="514"/>
                  </a:lnTo>
                  <a:lnTo>
                    <a:pt x="324" y="514"/>
                  </a:lnTo>
                  <a:lnTo>
                    <a:pt x="324" y="518"/>
                  </a:lnTo>
                  <a:lnTo>
                    <a:pt x="328" y="518"/>
                  </a:lnTo>
                  <a:lnTo>
                    <a:pt x="332" y="518"/>
                  </a:lnTo>
                  <a:lnTo>
                    <a:pt x="328" y="518"/>
                  </a:lnTo>
                  <a:lnTo>
                    <a:pt x="324" y="514"/>
                  </a:lnTo>
                  <a:lnTo>
                    <a:pt x="324" y="512"/>
                  </a:lnTo>
                  <a:lnTo>
                    <a:pt x="320" y="512"/>
                  </a:lnTo>
                  <a:lnTo>
                    <a:pt x="324" y="508"/>
                  </a:lnTo>
                  <a:lnTo>
                    <a:pt x="320" y="508"/>
                  </a:lnTo>
                  <a:lnTo>
                    <a:pt x="320" y="512"/>
                  </a:lnTo>
                  <a:lnTo>
                    <a:pt x="316" y="512"/>
                  </a:lnTo>
                  <a:lnTo>
                    <a:pt x="316" y="508"/>
                  </a:lnTo>
                  <a:lnTo>
                    <a:pt x="316" y="504"/>
                  </a:lnTo>
                  <a:lnTo>
                    <a:pt x="312" y="504"/>
                  </a:lnTo>
                  <a:lnTo>
                    <a:pt x="312" y="500"/>
                  </a:lnTo>
                  <a:lnTo>
                    <a:pt x="312" y="504"/>
                  </a:lnTo>
                  <a:lnTo>
                    <a:pt x="316" y="508"/>
                  </a:lnTo>
                  <a:lnTo>
                    <a:pt x="316" y="512"/>
                  </a:lnTo>
                  <a:lnTo>
                    <a:pt x="312" y="512"/>
                  </a:lnTo>
                  <a:lnTo>
                    <a:pt x="308" y="512"/>
                  </a:lnTo>
                  <a:lnTo>
                    <a:pt x="308" y="514"/>
                  </a:lnTo>
                  <a:lnTo>
                    <a:pt x="308" y="512"/>
                  </a:lnTo>
                  <a:lnTo>
                    <a:pt x="308" y="508"/>
                  </a:lnTo>
                  <a:lnTo>
                    <a:pt x="308" y="512"/>
                  </a:lnTo>
                  <a:lnTo>
                    <a:pt x="306" y="512"/>
                  </a:lnTo>
                  <a:lnTo>
                    <a:pt x="306" y="514"/>
                  </a:lnTo>
                  <a:lnTo>
                    <a:pt x="302" y="518"/>
                  </a:lnTo>
                  <a:lnTo>
                    <a:pt x="302" y="522"/>
                  </a:lnTo>
                  <a:lnTo>
                    <a:pt x="298" y="522"/>
                  </a:lnTo>
                  <a:lnTo>
                    <a:pt x="298" y="518"/>
                  </a:lnTo>
                  <a:lnTo>
                    <a:pt x="294" y="518"/>
                  </a:lnTo>
                  <a:lnTo>
                    <a:pt x="294" y="514"/>
                  </a:lnTo>
                  <a:lnTo>
                    <a:pt x="294" y="512"/>
                  </a:lnTo>
                  <a:lnTo>
                    <a:pt x="298" y="508"/>
                  </a:lnTo>
                  <a:lnTo>
                    <a:pt x="302" y="508"/>
                  </a:lnTo>
                  <a:lnTo>
                    <a:pt x="306" y="508"/>
                  </a:lnTo>
                  <a:lnTo>
                    <a:pt x="306" y="504"/>
                  </a:lnTo>
                  <a:lnTo>
                    <a:pt x="308" y="504"/>
                  </a:lnTo>
                  <a:lnTo>
                    <a:pt x="306" y="504"/>
                  </a:lnTo>
                  <a:lnTo>
                    <a:pt x="302" y="508"/>
                  </a:lnTo>
                  <a:lnTo>
                    <a:pt x="302" y="504"/>
                  </a:lnTo>
                  <a:lnTo>
                    <a:pt x="298" y="508"/>
                  </a:lnTo>
                  <a:lnTo>
                    <a:pt x="294" y="508"/>
                  </a:lnTo>
                  <a:lnTo>
                    <a:pt x="298" y="508"/>
                  </a:lnTo>
                  <a:lnTo>
                    <a:pt x="294" y="508"/>
                  </a:lnTo>
                  <a:lnTo>
                    <a:pt x="294" y="504"/>
                  </a:lnTo>
                  <a:lnTo>
                    <a:pt x="298" y="504"/>
                  </a:lnTo>
                  <a:lnTo>
                    <a:pt x="294" y="504"/>
                  </a:lnTo>
                  <a:lnTo>
                    <a:pt x="294" y="500"/>
                  </a:lnTo>
                  <a:lnTo>
                    <a:pt x="294" y="496"/>
                  </a:lnTo>
                  <a:lnTo>
                    <a:pt x="294" y="500"/>
                  </a:lnTo>
                  <a:lnTo>
                    <a:pt x="290" y="500"/>
                  </a:lnTo>
                  <a:lnTo>
                    <a:pt x="294" y="500"/>
                  </a:lnTo>
                  <a:lnTo>
                    <a:pt x="294" y="496"/>
                  </a:lnTo>
                  <a:lnTo>
                    <a:pt x="290" y="496"/>
                  </a:lnTo>
                  <a:lnTo>
                    <a:pt x="290" y="500"/>
                  </a:lnTo>
                  <a:lnTo>
                    <a:pt x="290" y="496"/>
                  </a:lnTo>
                  <a:lnTo>
                    <a:pt x="294" y="492"/>
                  </a:lnTo>
                  <a:lnTo>
                    <a:pt x="298" y="492"/>
                  </a:lnTo>
                  <a:lnTo>
                    <a:pt x="298" y="488"/>
                  </a:lnTo>
                  <a:lnTo>
                    <a:pt x="302" y="488"/>
                  </a:lnTo>
                  <a:lnTo>
                    <a:pt x="298" y="488"/>
                  </a:lnTo>
                  <a:lnTo>
                    <a:pt x="302" y="488"/>
                  </a:lnTo>
                  <a:lnTo>
                    <a:pt x="302" y="484"/>
                  </a:lnTo>
                  <a:lnTo>
                    <a:pt x="306" y="484"/>
                  </a:lnTo>
                  <a:lnTo>
                    <a:pt x="308" y="484"/>
                  </a:lnTo>
                  <a:lnTo>
                    <a:pt x="312" y="484"/>
                  </a:lnTo>
                  <a:lnTo>
                    <a:pt x="312" y="488"/>
                  </a:lnTo>
                  <a:lnTo>
                    <a:pt x="316" y="488"/>
                  </a:lnTo>
                  <a:lnTo>
                    <a:pt x="316" y="484"/>
                  </a:lnTo>
                  <a:lnTo>
                    <a:pt x="312" y="484"/>
                  </a:lnTo>
                  <a:lnTo>
                    <a:pt x="308" y="484"/>
                  </a:lnTo>
                  <a:lnTo>
                    <a:pt x="306" y="484"/>
                  </a:lnTo>
                  <a:lnTo>
                    <a:pt x="302" y="484"/>
                  </a:lnTo>
                  <a:lnTo>
                    <a:pt x="298" y="488"/>
                  </a:lnTo>
                  <a:lnTo>
                    <a:pt x="298" y="492"/>
                  </a:lnTo>
                  <a:lnTo>
                    <a:pt x="294" y="492"/>
                  </a:lnTo>
                  <a:lnTo>
                    <a:pt x="290" y="492"/>
                  </a:lnTo>
                  <a:lnTo>
                    <a:pt x="290" y="496"/>
                  </a:lnTo>
                  <a:lnTo>
                    <a:pt x="286" y="492"/>
                  </a:lnTo>
                  <a:lnTo>
                    <a:pt x="290" y="488"/>
                  </a:lnTo>
                  <a:lnTo>
                    <a:pt x="286" y="488"/>
                  </a:lnTo>
                  <a:lnTo>
                    <a:pt x="286" y="492"/>
                  </a:lnTo>
                  <a:lnTo>
                    <a:pt x="286" y="488"/>
                  </a:lnTo>
                  <a:lnTo>
                    <a:pt x="286" y="484"/>
                  </a:lnTo>
                  <a:lnTo>
                    <a:pt x="286" y="488"/>
                  </a:lnTo>
                  <a:lnTo>
                    <a:pt x="282" y="488"/>
                  </a:lnTo>
                  <a:lnTo>
                    <a:pt x="278" y="488"/>
                  </a:lnTo>
                  <a:lnTo>
                    <a:pt x="278" y="484"/>
                  </a:lnTo>
                  <a:lnTo>
                    <a:pt x="282" y="484"/>
                  </a:lnTo>
                  <a:lnTo>
                    <a:pt x="278" y="484"/>
                  </a:lnTo>
                  <a:lnTo>
                    <a:pt x="282" y="484"/>
                  </a:lnTo>
                  <a:lnTo>
                    <a:pt x="282" y="482"/>
                  </a:lnTo>
                  <a:lnTo>
                    <a:pt x="286" y="482"/>
                  </a:lnTo>
                  <a:lnTo>
                    <a:pt x="290" y="482"/>
                  </a:lnTo>
                  <a:lnTo>
                    <a:pt x="294" y="482"/>
                  </a:lnTo>
                  <a:lnTo>
                    <a:pt x="298" y="482"/>
                  </a:lnTo>
                  <a:lnTo>
                    <a:pt x="298" y="478"/>
                  </a:lnTo>
                  <a:lnTo>
                    <a:pt x="294" y="482"/>
                  </a:lnTo>
                  <a:lnTo>
                    <a:pt x="290" y="482"/>
                  </a:lnTo>
                  <a:lnTo>
                    <a:pt x="286" y="482"/>
                  </a:lnTo>
                  <a:lnTo>
                    <a:pt x="282" y="482"/>
                  </a:lnTo>
                  <a:lnTo>
                    <a:pt x="278" y="484"/>
                  </a:lnTo>
                  <a:lnTo>
                    <a:pt x="278" y="482"/>
                  </a:lnTo>
                  <a:lnTo>
                    <a:pt x="282" y="482"/>
                  </a:lnTo>
                  <a:lnTo>
                    <a:pt x="282" y="478"/>
                  </a:lnTo>
                  <a:lnTo>
                    <a:pt x="282" y="482"/>
                  </a:lnTo>
                  <a:lnTo>
                    <a:pt x="278" y="482"/>
                  </a:lnTo>
                  <a:lnTo>
                    <a:pt x="276" y="482"/>
                  </a:lnTo>
                  <a:lnTo>
                    <a:pt x="278" y="482"/>
                  </a:lnTo>
                  <a:lnTo>
                    <a:pt x="278" y="478"/>
                  </a:lnTo>
                  <a:lnTo>
                    <a:pt x="278" y="482"/>
                  </a:lnTo>
                  <a:lnTo>
                    <a:pt x="278" y="478"/>
                  </a:lnTo>
                  <a:lnTo>
                    <a:pt x="276" y="478"/>
                  </a:lnTo>
                  <a:lnTo>
                    <a:pt x="278" y="478"/>
                  </a:lnTo>
                  <a:lnTo>
                    <a:pt x="282" y="478"/>
                  </a:lnTo>
                  <a:lnTo>
                    <a:pt x="282" y="474"/>
                  </a:lnTo>
                  <a:lnTo>
                    <a:pt x="286" y="474"/>
                  </a:lnTo>
                  <a:lnTo>
                    <a:pt x="286" y="470"/>
                  </a:lnTo>
                  <a:lnTo>
                    <a:pt x="290" y="470"/>
                  </a:lnTo>
                  <a:lnTo>
                    <a:pt x="294" y="470"/>
                  </a:lnTo>
                  <a:lnTo>
                    <a:pt x="294" y="466"/>
                  </a:lnTo>
                  <a:lnTo>
                    <a:pt x="298" y="466"/>
                  </a:lnTo>
                  <a:lnTo>
                    <a:pt x="298" y="462"/>
                  </a:lnTo>
                  <a:lnTo>
                    <a:pt x="302" y="462"/>
                  </a:lnTo>
                  <a:lnTo>
                    <a:pt x="306" y="462"/>
                  </a:lnTo>
                  <a:lnTo>
                    <a:pt x="306" y="458"/>
                  </a:lnTo>
                  <a:lnTo>
                    <a:pt x="308" y="458"/>
                  </a:lnTo>
                  <a:lnTo>
                    <a:pt x="312" y="458"/>
                  </a:lnTo>
                  <a:lnTo>
                    <a:pt x="316" y="458"/>
                  </a:lnTo>
                  <a:lnTo>
                    <a:pt x="320" y="458"/>
                  </a:lnTo>
                  <a:lnTo>
                    <a:pt x="316" y="458"/>
                  </a:lnTo>
                  <a:lnTo>
                    <a:pt x="312" y="458"/>
                  </a:lnTo>
                  <a:lnTo>
                    <a:pt x="308" y="458"/>
                  </a:lnTo>
                  <a:lnTo>
                    <a:pt x="312" y="458"/>
                  </a:lnTo>
                  <a:lnTo>
                    <a:pt x="312" y="456"/>
                  </a:lnTo>
                  <a:lnTo>
                    <a:pt x="316" y="456"/>
                  </a:lnTo>
                  <a:lnTo>
                    <a:pt x="320" y="456"/>
                  </a:lnTo>
                  <a:lnTo>
                    <a:pt x="324" y="456"/>
                  </a:lnTo>
                  <a:lnTo>
                    <a:pt x="320" y="456"/>
                  </a:lnTo>
                  <a:lnTo>
                    <a:pt x="316" y="456"/>
                  </a:lnTo>
                  <a:lnTo>
                    <a:pt x="320" y="456"/>
                  </a:lnTo>
                  <a:lnTo>
                    <a:pt x="316" y="456"/>
                  </a:lnTo>
                  <a:lnTo>
                    <a:pt x="312" y="456"/>
                  </a:lnTo>
                  <a:lnTo>
                    <a:pt x="308" y="456"/>
                  </a:lnTo>
                  <a:lnTo>
                    <a:pt x="308" y="458"/>
                  </a:lnTo>
                  <a:lnTo>
                    <a:pt x="306" y="458"/>
                  </a:lnTo>
                  <a:lnTo>
                    <a:pt x="302" y="458"/>
                  </a:lnTo>
                  <a:lnTo>
                    <a:pt x="302" y="462"/>
                  </a:lnTo>
                  <a:lnTo>
                    <a:pt x="298" y="462"/>
                  </a:lnTo>
                  <a:lnTo>
                    <a:pt x="298" y="466"/>
                  </a:lnTo>
                  <a:lnTo>
                    <a:pt x="294" y="466"/>
                  </a:lnTo>
                  <a:lnTo>
                    <a:pt x="290" y="470"/>
                  </a:lnTo>
                  <a:lnTo>
                    <a:pt x="286" y="470"/>
                  </a:lnTo>
                  <a:lnTo>
                    <a:pt x="286" y="474"/>
                  </a:lnTo>
                  <a:lnTo>
                    <a:pt x="282" y="474"/>
                  </a:lnTo>
                  <a:lnTo>
                    <a:pt x="278" y="478"/>
                  </a:lnTo>
                  <a:lnTo>
                    <a:pt x="276" y="478"/>
                  </a:lnTo>
                  <a:lnTo>
                    <a:pt x="276" y="474"/>
                  </a:lnTo>
                  <a:lnTo>
                    <a:pt x="278" y="474"/>
                  </a:lnTo>
                  <a:lnTo>
                    <a:pt x="276" y="474"/>
                  </a:lnTo>
                  <a:lnTo>
                    <a:pt x="272" y="474"/>
                  </a:lnTo>
                  <a:lnTo>
                    <a:pt x="272" y="470"/>
                  </a:lnTo>
                  <a:lnTo>
                    <a:pt x="272" y="466"/>
                  </a:lnTo>
                  <a:lnTo>
                    <a:pt x="276" y="466"/>
                  </a:lnTo>
                  <a:lnTo>
                    <a:pt x="278" y="466"/>
                  </a:lnTo>
                  <a:lnTo>
                    <a:pt x="282" y="466"/>
                  </a:lnTo>
                  <a:lnTo>
                    <a:pt x="286" y="466"/>
                  </a:lnTo>
                  <a:lnTo>
                    <a:pt x="290" y="466"/>
                  </a:lnTo>
                  <a:lnTo>
                    <a:pt x="286" y="466"/>
                  </a:lnTo>
                  <a:lnTo>
                    <a:pt x="282" y="466"/>
                  </a:lnTo>
                  <a:lnTo>
                    <a:pt x="278" y="466"/>
                  </a:lnTo>
                  <a:lnTo>
                    <a:pt x="276" y="466"/>
                  </a:lnTo>
                  <a:lnTo>
                    <a:pt x="276" y="462"/>
                  </a:lnTo>
                  <a:lnTo>
                    <a:pt x="278" y="462"/>
                  </a:lnTo>
                  <a:lnTo>
                    <a:pt x="282" y="462"/>
                  </a:lnTo>
                  <a:lnTo>
                    <a:pt x="286" y="462"/>
                  </a:lnTo>
                  <a:lnTo>
                    <a:pt x="282" y="462"/>
                  </a:lnTo>
                  <a:lnTo>
                    <a:pt x="278" y="462"/>
                  </a:lnTo>
                  <a:lnTo>
                    <a:pt x="282" y="462"/>
                  </a:lnTo>
                  <a:lnTo>
                    <a:pt x="282" y="458"/>
                  </a:lnTo>
                  <a:lnTo>
                    <a:pt x="282" y="462"/>
                  </a:lnTo>
                  <a:lnTo>
                    <a:pt x="278" y="462"/>
                  </a:lnTo>
                  <a:lnTo>
                    <a:pt x="282" y="462"/>
                  </a:lnTo>
                  <a:lnTo>
                    <a:pt x="282" y="458"/>
                  </a:lnTo>
                  <a:lnTo>
                    <a:pt x="286" y="458"/>
                  </a:lnTo>
                  <a:lnTo>
                    <a:pt x="290" y="458"/>
                  </a:lnTo>
                  <a:lnTo>
                    <a:pt x="294" y="458"/>
                  </a:lnTo>
                  <a:lnTo>
                    <a:pt x="290" y="458"/>
                  </a:lnTo>
                  <a:lnTo>
                    <a:pt x="286" y="458"/>
                  </a:lnTo>
                  <a:lnTo>
                    <a:pt x="282" y="458"/>
                  </a:lnTo>
                  <a:lnTo>
                    <a:pt x="278" y="458"/>
                  </a:lnTo>
                  <a:lnTo>
                    <a:pt x="276" y="458"/>
                  </a:lnTo>
                  <a:lnTo>
                    <a:pt x="272" y="458"/>
                  </a:lnTo>
                  <a:lnTo>
                    <a:pt x="272" y="456"/>
                  </a:lnTo>
                  <a:lnTo>
                    <a:pt x="276" y="456"/>
                  </a:lnTo>
                  <a:lnTo>
                    <a:pt x="278" y="456"/>
                  </a:lnTo>
                  <a:lnTo>
                    <a:pt x="276" y="456"/>
                  </a:lnTo>
                  <a:lnTo>
                    <a:pt x="272" y="456"/>
                  </a:lnTo>
                  <a:lnTo>
                    <a:pt x="276" y="456"/>
                  </a:lnTo>
                  <a:lnTo>
                    <a:pt x="276" y="452"/>
                  </a:lnTo>
                  <a:lnTo>
                    <a:pt x="272" y="456"/>
                  </a:lnTo>
                  <a:lnTo>
                    <a:pt x="268" y="456"/>
                  </a:lnTo>
                  <a:lnTo>
                    <a:pt x="268" y="452"/>
                  </a:lnTo>
                  <a:lnTo>
                    <a:pt x="272" y="452"/>
                  </a:lnTo>
                  <a:lnTo>
                    <a:pt x="276" y="452"/>
                  </a:lnTo>
                  <a:lnTo>
                    <a:pt x="276" y="448"/>
                  </a:lnTo>
                  <a:lnTo>
                    <a:pt x="278" y="448"/>
                  </a:lnTo>
                  <a:lnTo>
                    <a:pt x="282" y="448"/>
                  </a:lnTo>
                  <a:lnTo>
                    <a:pt x="286" y="448"/>
                  </a:lnTo>
                  <a:lnTo>
                    <a:pt x="290" y="448"/>
                  </a:lnTo>
                  <a:lnTo>
                    <a:pt x="294" y="448"/>
                  </a:lnTo>
                  <a:lnTo>
                    <a:pt x="298" y="448"/>
                  </a:lnTo>
                  <a:lnTo>
                    <a:pt x="302" y="448"/>
                  </a:lnTo>
                  <a:lnTo>
                    <a:pt x="306" y="448"/>
                  </a:lnTo>
                  <a:lnTo>
                    <a:pt x="306" y="452"/>
                  </a:lnTo>
                  <a:lnTo>
                    <a:pt x="308" y="452"/>
                  </a:lnTo>
                  <a:lnTo>
                    <a:pt x="312" y="452"/>
                  </a:lnTo>
                  <a:lnTo>
                    <a:pt x="316" y="452"/>
                  </a:lnTo>
                  <a:lnTo>
                    <a:pt x="320" y="452"/>
                  </a:lnTo>
                  <a:lnTo>
                    <a:pt x="316" y="452"/>
                  </a:lnTo>
                  <a:lnTo>
                    <a:pt x="312" y="452"/>
                  </a:lnTo>
                  <a:lnTo>
                    <a:pt x="308" y="452"/>
                  </a:lnTo>
                  <a:lnTo>
                    <a:pt x="306" y="448"/>
                  </a:lnTo>
                  <a:lnTo>
                    <a:pt x="302" y="448"/>
                  </a:lnTo>
                  <a:lnTo>
                    <a:pt x="306" y="448"/>
                  </a:lnTo>
                  <a:lnTo>
                    <a:pt x="308" y="444"/>
                  </a:lnTo>
                  <a:lnTo>
                    <a:pt x="306" y="444"/>
                  </a:lnTo>
                  <a:lnTo>
                    <a:pt x="302" y="448"/>
                  </a:lnTo>
                  <a:lnTo>
                    <a:pt x="298" y="448"/>
                  </a:lnTo>
                  <a:lnTo>
                    <a:pt x="294" y="448"/>
                  </a:lnTo>
                  <a:lnTo>
                    <a:pt x="294" y="444"/>
                  </a:lnTo>
                  <a:lnTo>
                    <a:pt x="286" y="448"/>
                  </a:lnTo>
                  <a:lnTo>
                    <a:pt x="282" y="448"/>
                  </a:lnTo>
                  <a:lnTo>
                    <a:pt x="278" y="448"/>
                  </a:lnTo>
                  <a:lnTo>
                    <a:pt x="276" y="448"/>
                  </a:lnTo>
                  <a:lnTo>
                    <a:pt x="272" y="452"/>
                  </a:lnTo>
                  <a:lnTo>
                    <a:pt x="272" y="448"/>
                  </a:lnTo>
                  <a:lnTo>
                    <a:pt x="272" y="444"/>
                  </a:lnTo>
                  <a:lnTo>
                    <a:pt x="276" y="444"/>
                  </a:lnTo>
                  <a:lnTo>
                    <a:pt x="278" y="440"/>
                  </a:lnTo>
                  <a:lnTo>
                    <a:pt x="282" y="440"/>
                  </a:lnTo>
                  <a:lnTo>
                    <a:pt x="278" y="440"/>
                  </a:lnTo>
                  <a:lnTo>
                    <a:pt x="282" y="440"/>
                  </a:lnTo>
                  <a:lnTo>
                    <a:pt x="282" y="436"/>
                  </a:lnTo>
                  <a:lnTo>
                    <a:pt x="286" y="436"/>
                  </a:lnTo>
                  <a:lnTo>
                    <a:pt x="290" y="436"/>
                  </a:lnTo>
                  <a:lnTo>
                    <a:pt x="286" y="436"/>
                  </a:lnTo>
                  <a:lnTo>
                    <a:pt x="290" y="436"/>
                  </a:lnTo>
                  <a:lnTo>
                    <a:pt x="294" y="436"/>
                  </a:lnTo>
                  <a:lnTo>
                    <a:pt x="298" y="436"/>
                  </a:lnTo>
                  <a:lnTo>
                    <a:pt x="298" y="440"/>
                  </a:lnTo>
                  <a:lnTo>
                    <a:pt x="302" y="440"/>
                  </a:lnTo>
                  <a:lnTo>
                    <a:pt x="306" y="440"/>
                  </a:lnTo>
                  <a:lnTo>
                    <a:pt x="308" y="440"/>
                  </a:lnTo>
                  <a:lnTo>
                    <a:pt x="312" y="440"/>
                  </a:lnTo>
                  <a:lnTo>
                    <a:pt x="312" y="444"/>
                  </a:lnTo>
                  <a:lnTo>
                    <a:pt x="316" y="444"/>
                  </a:lnTo>
                  <a:lnTo>
                    <a:pt x="320" y="444"/>
                  </a:lnTo>
                  <a:lnTo>
                    <a:pt x="324" y="444"/>
                  </a:lnTo>
                  <a:lnTo>
                    <a:pt x="320" y="444"/>
                  </a:lnTo>
                  <a:lnTo>
                    <a:pt x="316" y="444"/>
                  </a:lnTo>
                  <a:lnTo>
                    <a:pt x="316" y="440"/>
                  </a:lnTo>
                  <a:lnTo>
                    <a:pt x="312" y="440"/>
                  </a:lnTo>
                  <a:lnTo>
                    <a:pt x="316" y="440"/>
                  </a:lnTo>
                  <a:lnTo>
                    <a:pt x="320" y="440"/>
                  </a:lnTo>
                  <a:lnTo>
                    <a:pt x="320" y="436"/>
                  </a:lnTo>
                  <a:lnTo>
                    <a:pt x="324" y="436"/>
                  </a:lnTo>
                  <a:lnTo>
                    <a:pt x="324" y="440"/>
                  </a:lnTo>
                  <a:lnTo>
                    <a:pt x="324" y="436"/>
                  </a:lnTo>
                  <a:lnTo>
                    <a:pt x="320" y="436"/>
                  </a:lnTo>
                  <a:lnTo>
                    <a:pt x="316" y="436"/>
                  </a:lnTo>
                  <a:lnTo>
                    <a:pt x="316" y="440"/>
                  </a:lnTo>
                  <a:lnTo>
                    <a:pt x="312" y="440"/>
                  </a:lnTo>
                  <a:lnTo>
                    <a:pt x="308" y="440"/>
                  </a:lnTo>
                  <a:lnTo>
                    <a:pt x="308" y="436"/>
                  </a:lnTo>
                  <a:lnTo>
                    <a:pt x="312" y="436"/>
                  </a:lnTo>
                  <a:lnTo>
                    <a:pt x="316" y="436"/>
                  </a:lnTo>
                  <a:lnTo>
                    <a:pt x="320" y="436"/>
                  </a:lnTo>
                  <a:lnTo>
                    <a:pt x="320" y="432"/>
                  </a:lnTo>
                  <a:lnTo>
                    <a:pt x="312" y="432"/>
                  </a:lnTo>
                  <a:lnTo>
                    <a:pt x="316" y="432"/>
                  </a:lnTo>
                  <a:lnTo>
                    <a:pt x="316" y="436"/>
                  </a:lnTo>
                  <a:lnTo>
                    <a:pt x="312" y="436"/>
                  </a:lnTo>
                  <a:lnTo>
                    <a:pt x="308" y="436"/>
                  </a:lnTo>
                  <a:lnTo>
                    <a:pt x="306" y="432"/>
                  </a:lnTo>
                  <a:lnTo>
                    <a:pt x="308" y="432"/>
                  </a:lnTo>
                  <a:lnTo>
                    <a:pt x="312" y="432"/>
                  </a:lnTo>
                  <a:lnTo>
                    <a:pt x="308" y="432"/>
                  </a:lnTo>
                  <a:lnTo>
                    <a:pt x="306" y="432"/>
                  </a:lnTo>
                  <a:lnTo>
                    <a:pt x="302" y="432"/>
                  </a:lnTo>
                  <a:lnTo>
                    <a:pt x="306" y="432"/>
                  </a:lnTo>
                  <a:lnTo>
                    <a:pt x="306" y="436"/>
                  </a:lnTo>
                  <a:lnTo>
                    <a:pt x="302" y="436"/>
                  </a:lnTo>
                  <a:lnTo>
                    <a:pt x="306" y="436"/>
                  </a:lnTo>
                  <a:lnTo>
                    <a:pt x="302" y="436"/>
                  </a:lnTo>
                  <a:lnTo>
                    <a:pt x="298" y="436"/>
                  </a:lnTo>
                  <a:lnTo>
                    <a:pt x="302" y="436"/>
                  </a:lnTo>
                  <a:lnTo>
                    <a:pt x="298" y="436"/>
                  </a:lnTo>
                  <a:lnTo>
                    <a:pt x="294" y="436"/>
                  </a:lnTo>
                  <a:lnTo>
                    <a:pt x="290" y="436"/>
                  </a:lnTo>
                  <a:lnTo>
                    <a:pt x="294" y="432"/>
                  </a:lnTo>
                  <a:lnTo>
                    <a:pt x="298" y="432"/>
                  </a:lnTo>
                  <a:lnTo>
                    <a:pt x="302" y="432"/>
                  </a:lnTo>
                  <a:lnTo>
                    <a:pt x="298" y="432"/>
                  </a:lnTo>
                  <a:lnTo>
                    <a:pt x="294" y="432"/>
                  </a:lnTo>
                  <a:lnTo>
                    <a:pt x="290" y="432"/>
                  </a:lnTo>
                  <a:lnTo>
                    <a:pt x="290" y="436"/>
                  </a:lnTo>
                  <a:lnTo>
                    <a:pt x="286" y="436"/>
                  </a:lnTo>
                  <a:lnTo>
                    <a:pt x="282" y="436"/>
                  </a:lnTo>
                  <a:lnTo>
                    <a:pt x="278" y="440"/>
                  </a:lnTo>
                  <a:lnTo>
                    <a:pt x="276" y="444"/>
                  </a:lnTo>
                  <a:lnTo>
                    <a:pt x="272" y="444"/>
                  </a:lnTo>
                  <a:lnTo>
                    <a:pt x="272" y="440"/>
                  </a:lnTo>
                  <a:lnTo>
                    <a:pt x="276" y="440"/>
                  </a:lnTo>
                  <a:lnTo>
                    <a:pt x="276" y="436"/>
                  </a:lnTo>
                  <a:lnTo>
                    <a:pt x="272" y="436"/>
                  </a:lnTo>
                  <a:lnTo>
                    <a:pt x="276" y="432"/>
                  </a:lnTo>
                  <a:lnTo>
                    <a:pt x="276" y="436"/>
                  </a:lnTo>
                  <a:lnTo>
                    <a:pt x="278" y="436"/>
                  </a:lnTo>
                  <a:lnTo>
                    <a:pt x="276" y="436"/>
                  </a:lnTo>
                  <a:lnTo>
                    <a:pt x="276" y="432"/>
                  </a:lnTo>
                  <a:lnTo>
                    <a:pt x="278" y="432"/>
                  </a:lnTo>
                  <a:lnTo>
                    <a:pt x="278" y="436"/>
                  </a:lnTo>
                  <a:lnTo>
                    <a:pt x="278" y="432"/>
                  </a:lnTo>
                  <a:lnTo>
                    <a:pt x="282" y="432"/>
                  </a:lnTo>
                  <a:lnTo>
                    <a:pt x="278" y="432"/>
                  </a:lnTo>
                  <a:lnTo>
                    <a:pt x="282" y="432"/>
                  </a:lnTo>
                  <a:lnTo>
                    <a:pt x="282" y="428"/>
                  </a:lnTo>
                  <a:lnTo>
                    <a:pt x="278" y="432"/>
                  </a:lnTo>
                  <a:lnTo>
                    <a:pt x="278" y="428"/>
                  </a:lnTo>
                  <a:lnTo>
                    <a:pt x="282" y="428"/>
                  </a:lnTo>
                  <a:lnTo>
                    <a:pt x="286" y="432"/>
                  </a:lnTo>
                  <a:lnTo>
                    <a:pt x="290" y="432"/>
                  </a:lnTo>
                  <a:lnTo>
                    <a:pt x="294" y="432"/>
                  </a:lnTo>
                  <a:lnTo>
                    <a:pt x="290" y="432"/>
                  </a:lnTo>
                  <a:lnTo>
                    <a:pt x="286" y="432"/>
                  </a:lnTo>
                  <a:lnTo>
                    <a:pt x="286" y="428"/>
                  </a:lnTo>
                  <a:lnTo>
                    <a:pt x="282" y="428"/>
                  </a:lnTo>
                  <a:lnTo>
                    <a:pt x="278" y="428"/>
                  </a:lnTo>
                  <a:lnTo>
                    <a:pt x="276" y="426"/>
                  </a:lnTo>
                  <a:lnTo>
                    <a:pt x="278" y="426"/>
                  </a:lnTo>
                  <a:lnTo>
                    <a:pt x="282" y="426"/>
                  </a:lnTo>
                  <a:lnTo>
                    <a:pt x="286" y="428"/>
                  </a:lnTo>
                  <a:lnTo>
                    <a:pt x="290" y="428"/>
                  </a:lnTo>
                  <a:lnTo>
                    <a:pt x="286" y="428"/>
                  </a:lnTo>
                  <a:lnTo>
                    <a:pt x="286" y="426"/>
                  </a:lnTo>
                  <a:lnTo>
                    <a:pt x="290" y="426"/>
                  </a:lnTo>
                  <a:lnTo>
                    <a:pt x="290" y="428"/>
                  </a:lnTo>
                  <a:lnTo>
                    <a:pt x="294" y="428"/>
                  </a:lnTo>
                  <a:lnTo>
                    <a:pt x="298" y="428"/>
                  </a:lnTo>
                  <a:lnTo>
                    <a:pt x="302" y="428"/>
                  </a:lnTo>
                  <a:lnTo>
                    <a:pt x="306" y="428"/>
                  </a:lnTo>
                  <a:lnTo>
                    <a:pt x="308" y="428"/>
                  </a:lnTo>
                  <a:lnTo>
                    <a:pt x="316" y="432"/>
                  </a:lnTo>
                  <a:lnTo>
                    <a:pt x="320" y="432"/>
                  </a:lnTo>
                  <a:lnTo>
                    <a:pt x="324" y="432"/>
                  </a:lnTo>
                  <a:lnTo>
                    <a:pt x="320" y="432"/>
                  </a:lnTo>
                  <a:lnTo>
                    <a:pt x="316" y="432"/>
                  </a:lnTo>
                  <a:lnTo>
                    <a:pt x="316" y="428"/>
                  </a:lnTo>
                  <a:lnTo>
                    <a:pt x="312" y="428"/>
                  </a:lnTo>
                  <a:lnTo>
                    <a:pt x="308" y="428"/>
                  </a:lnTo>
                  <a:lnTo>
                    <a:pt x="306" y="426"/>
                  </a:lnTo>
                  <a:lnTo>
                    <a:pt x="308" y="426"/>
                  </a:lnTo>
                  <a:lnTo>
                    <a:pt x="312" y="426"/>
                  </a:lnTo>
                  <a:lnTo>
                    <a:pt x="308" y="426"/>
                  </a:lnTo>
                  <a:lnTo>
                    <a:pt x="308" y="422"/>
                  </a:lnTo>
                  <a:lnTo>
                    <a:pt x="312" y="418"/>
                  </a:lnTo>
                  <a:lnTo>
                    <a:pt x="308" y="422"/>
                  </a:lnTo>
                  <a:lnTo>
                    <a:pt x="306" y="422"/>
                  </a:lnTo>
                  <a:lnTo>
                    <a:pt x="302" y="422"/>
                  </a:lnTo>
                  <a:lnTo>
                    <a:pt x="306" y="422"/>
                  </a:lnTo>
                  <a:lnTo>
                    <a:pt x="308" y="422"/>
                  </a:lnTo>
                  <a:lnTo>
                    <a:pt x="306" y="426"/>
                  </a:lnTo>
                  <a:lnTo>
                    <a:pt x="302" y="426"/>
                  </a:lnTo>
                  <a:lnTo>
                    <a:pt x="298" y="426"/>
                  </a:lnTo>
                  <a:lnTo>
                    <a:pt x="294" y="426"/>
                  </a:lnTo>
                  <a:lnTo>
                    <a:pt x="290" y="426"/>
                  </a:lnTo>
                  <a:lnTo>
                    <a:pt x="286" y="426"/>
                  </a:lnTo>
                  <a:lnTo>
                    <a:pt x="282" y="426"/>
                  </a:lnTo>
                  <a:lnTo>
                    <a:pt x="282" y="422"/>
                  </a:lnTo>
                  <a:lnTo>
                    <a:pt x="286" y="422"/>
                  </a:lnTo>
                  <a:lnTo>
                    <a:pt x="282" y="422"/>
                  </a:lnTo>
                  <a:lnTo>
                    <a:pt x="282" y="426"/>
                  </a:lnTo>
                  <a:lnTo>
                    <a:pt x="278" y="426"/>
                  </a:lnTo>
                  <a:lnTo>
                    <a:pt x="278" y="422"/>
                  </a:lnTo>
                  <a:lnTo>
                    <a:pt x="278" y="426"/>
                  </a:lnTo>
                  <a:lnTo>
                    <a:pt x="276" y="426"/>
                  </a:lnTo>
                  <a:lnTo>
                    <a:pt x="276" y="422"/>
                  </a:lnTo>
                  <a:lnTo>
                    <a:pt x="278" y="422"/>
                  </a:lnTo>
                  <a:lnTo>
                    <a:pt x="282" y="422"/>
                  </a:lnTo>
                  <a:lnTo>
                    <a:pt x="286" y="418"/>
                  </a:lnTo>
                  <a:lnTo>
                    <a:pt x="290" y="418"/>
                  </a:lnTo>
                  <a:lnTo>
                    <a:pt x="294" y="418"/>
                  </a:lnTo>
                  <a:lnTo>
                    <a:pt x="298" y="418"/>
                  </a:lnTo>
                  <a:lnTo>
                    <a:pt x="302" y="418"/>
                  </a:lnTo>
                  <a:lnTo>
                    <a:pt x="306" y="418"/>
                  </a:lnTo>
                  <a:lnTo>
                    <a:pt x="308" y="418"/>
                  </a:lnTo>
                  <a:lnTo>
                    <a:pt x="308" y="414"/>
                  </a:lnTo>
                  <a:lnTo>
                    <a:pt x="312" y="414"/>
                  </a:lnTo>
                  <a:lnTo>
                    <a:pt x="312" y="414"/>
                  </a:lnTo>
                  <a:lnTo>
                    <a:pt x="312" y="414"/>
                  </a:lnTo>
                  <a:close/>
                  <a:moveTo>
                    <a:pt x="764" y="104"/>
                  </a:moveTo>
                  <a:lnTo>
                    <a:pt x="760" y="104"/>
                  </a:lnTo>
                  <a:lnTo>
                    <a:pt x="756" y="104"/>
                  </a:lnTo>
                  <a:lnTo>
                    <a:pt x="752" y="104"/>
                  </a:lnTo>
                  <a:lnTo>
                    <a:pt x="748" y="108"/>
                  </a:lnTo>
                  <a:lnTo>
                    <a:pt x="748" y="104"/>
                  </a:lnTo>
                  <a:lnTo>
                    <a:pt x="752" y="100"/>
                  </a:lnTo>
                  <a:lnTo>
                    <a:pt x="756" y="100"/>
                  </a:lnTo>
                  <a:lnTo>
                    <a:pt x="764" y="104"/>
                  </a:lnTo>
                  <a:lnTo>
                    <a:pt x="764" y="104"/>
                  </a:lnTo>
                  <a:lnTo>
                    <a:pt x="764" y="104"/>
                  </a:lnTo>
                  <a:close/>
                  <a:moveTo>
                    <a:pt x="756" y="146"/>
                  </a:moveTo>
                  <a:lnTo>
                    <a:pt x="752" y="146"/>
                  </a:lnTo>
                  <a:lnTo>
                    <a:pt x="752" y="142"/>
                  </a:lnTo>
                  <a:lnTo>
                    <a:pt x="756" y="138"/>
                  </a:lnTo>
                  <a:lnTo>
                    <a:pt x="760" y="138"/>
                  </a:lnTo>
                  <a:lnTo>
                    <a:pt x="760" y="142"/>
                  </a:lnTo>
                  <a:lnTo>
                    <a:pt x="756" y="142"/>
                  </a:lnTo>
                  <a:lnTo>
                    <a:pt x="760" y="142"/>
                  </a:lnTo>
                  <a:lnTo>
                    <a:pt x="760" y="146"/>
                  </a:lnTo>
                  <a:lnTo>
                    <a:pt x="756" y="146"/>
                  </a:lnTo>
                  <a:lnTo>
                    <a:pt x="756" y="146"/>
                  </a:lnTo>
                  <a:lnTo>
                    <a:pt x="756" y="146"/>
                  </a:lnTo>
                  <a:close/>
                  <a:moveTo>
                    <a:pt x="752" y="168"/>
                  </a:moveTo>
                  <a:lnTo>
                    <a:pt x="756" y="168"/>
                  </a:lnTo>
                  <a:lnTo>
                    <a:pt x="760" y="168"/>
                  </a:lnTo>
                  <a:lnTo>
                    <a:pt x="760" y="172"/>
                  </a:lnTo>
                  <a:lnTo>
                    <a:pt x="756" y="172"/>
                  </a:lnTo>
                  <a:lnTo>
                    <a:pt x="752" y="172"/>
                  </a:lnTo>
                  <a:lnTo>
                    <a:pt x="748" y="168"/>
                  </a:lnTo>
                  <a:lnTo>
                    <a:pt x="744" y="168"/>
                  </a:lnTo>
                  <a:lnTo>
                    <a:pt x="742" y="168"/>
                  </a:lnTo>
                  <a:lnTo>
                    <a:pt x="744" y="168"/>
                  </a:lnTo>
                  <a:lnTo>
                    <a:pt x="748" y="168"/>
                  </a:lnTo>
                  <a:lnTo>
                    <a:pt x="752" y="168"/>
                  </a:lnTo>
                  <a:lnTo>
                    <a:pt x="752" y="168"/>
                  </a:lnTo>
                  <a:lnTo>
                    <a:pt x="752" y="168"/>
                  </a:lnTo>
                  <a:close/>
                  <a:moveTo>
                    <a:pt x="782" y="168"/>
                  </a:moveTo>
                  <a:lnTo>
                    <a:pt x="782" y="172"/>
                  </a:lnTo>
                  <a:lnTo>
                    <a:pt x="782" y="174"/>
                  </a:lnTo>
                  <a:lnTo>
                    <a:pt x="778" y="174"/>
                  </a:lnTo>
                  <a:lnTo>
                    <a:pt x="774" y="174"/>
                  </a:lnTo>
                  <a:lnTo>
                    <a:pt x="774" y="172"/>
                  </a:lnTo>
                  <a:lnTo>
                    <a:pt x="778" y="172"/>
                  </a:lnTo>
                  <a:lnTo>
                    <a:pt x="778" y="168"/>
                  </a:lnTo>
                  <a:lnTo>
                    <a:pt x="782" y="168"/>
                  </a:lnTo>
                  <a:lnTo>
                    <a:pt x="782" y="168"/>
                  </a:lnTo>
                  <a:lnTo>
                    <a:pt x="782" y="168"/>
                  </a:lnTo>
                  <a:close/>
                  <a:moveTo>
                    <a:pt x="768" y="216"/>
                  </a:moveTo>
                  <a:lnTo>
                    <a:pt x="770" y="220"/>
                  </a:lnTo>
                  <a:lnTo>
                    <a:pt x="770" y="224"/>
                  </a:lnTo>
                  <a:lnTo>
                    <a:pt x="768" y="224"/>
                  </a:lnTo>
                  <a:lnTo>
                    <a:pt x="768" y="220"/>
                  </a:lnTo>
                  <a:lnTo>
                    <a:pt x="768" y="216"/>
                  </a:lnTo>
                  <a:lnTo>
                    <a:pt x="764" y="216"/>
                  </a:lnTo>
                  <a:lnTo>
                    <a:pt x="764" y="212"/>
                  </a:lnTo>
                  <a:lnTo>
                    <a:pt x="764" y="208"/>
                  </a:lnTo>
                  <a:lnTo>
                    <a:pt x="760" y="208"/>
                  </a:lnTo>
                  <a:lnTo>
                    <a:pt x="760" y="204"/>
                  </a:lnTo>
                  <a:lnTo>
                    <a:pt x="764" y="204"/>
                  </a:lnTo>
                  <a:lnTo>
                    <a:pt x="768" y="204"/>
                  </a:lnTo>
                  <a:lnTo>
                    <a:pt x="764" y="204"/>
                  </a:lnTo>
                  <a:lnTo>
                    <a:pt x="764" y="200"/>
                  </a:lnTo>
                  <a:lnTo>
                    <a:pt x="768" y="200"/>
                  </a:lnTo>
                  <a:lnTo>
                    <a:pt x="768" y="204"/>
                  </a:lnTo>
                  <a:lnTo>
                    <a:pt x="768" y="208"/>
                  </a:lnTo>
                  <a:lnTo>
                    <a:pt x="768" y="212"/>
                  </a:lnTo>
                  <a:lnTo>
                    <a:pt x="768" y="216"/>
                  </a:lnTo>
                  <a:lnTo>
                    <a:pt x="768" y="216"/>
                  </a:lnTo>
                  <a:lnTo>
                    <a:pt x="768" y="216"/>
                  </a:lnTo>
                  <a:close/>
                  <a:moveTo>
                    <a:pt x="778" y="238"/>
                  </a:moveTo>
                  <a:lnTo>
                    <a:pt x="778" y="242"/>
                  </a:lnTo>
                  <a:lnTo>
                    <a:pt x="774" y="242"/>
                  </a:lnTo>
                  <a:lnTo>
                    <a:pt x="778" y="246"/>
                  </a:lnTo>
                  <a:lnTo>
                    <a:pt x="782" y="246"/>
                  </a:lnTo>
                  <a:lnTo>
                    <a:pt x="786" y="246"/>
                  </a:lnTo>
                  <a:lnTo>
                    <a:pt x="786" y="250"/>
                  </a:lnTo>
                  <a:lnTo>
                    <a:pt x="782" y="250"/>
                  </a:lnTo>
                  <a:lnTo>
                    <a:pt x="778" y="250"/>
                  </a:lnTo>
                  <a:lnTo>
                    <a:pt x="778" y="246"/>
                  </a:lnTo>
                  <a:lnTo>
                    <a:pt x="774" y="246"/>
                  </a:lnTo>
                  <a:lnTo>
                    <a:pt x="774" y="250"/>
                  </a:lnTo>
                  <a:lnTo>
                    <a:pt x="770" y="250"/>
                  </a:lnTo>
                  <a:lnTo>
                    <a:pt x="768" y="250"/>
                  </a:lnTo>
                  <a:lnTo>
                    <a:pt x="764" y="250"/>
                  </a:lnTo>
                  <a:lnTo>
                    <a:pt x="764" y="246"/>
                  </a:lnTo>
                  <a:lnTo>
                    <a:pt x="768" y="246"/>
                  </a:lnTo>
                  <a:lnTo>
                    <a:pt x="768" y="242"/>
                  </a:lnTo>
                  <a:lnTo>
                    <a:pt x="764" y="242"/>
                  </a:lnTo>
                  <a:lnTo>
                    <a:pt x="768" y="238"/>
                  </a:lnTo>
                  <a:lnTo>
                    <a:pt x="770" y="238"/>
                  </a:lnTo>
                  <a:lnTo>
                    <a:pt x="770" y="242"/>
                  </a:lnTo>
                  <a:lnTo>
                    <a:pt x="774" y="242"/>
                  </a:lnTo>
                  <a:lnTo>
                    <a:pt x="774" y="238"/>
                  </a:lnTo>
                  <a:lnTo>
                    <a:pt x="778" y="238"/>
                  </a:lnTo>
                  <a:lnTo>
                    <a:pt x="778" y="238"/>
                  </a:lnTo>
                  <a:lnTo>
                    <a:pt x="778" y="238"/>
                  </a:lnTo>
                  <a:close/>
                  <a:moveTo>
                    <a:pt x="722" y="310"/>
                  </a:moveTo>
                  <a:lnTo>
                    <a:pt x="718" y="310"/>
                  </a:lnTo>
                  <a:lnTo>
                    <a:pt x="716" y="310"/>
                  </a:lnTo>
                  <a:lnTo>
                    <a:pt x="712" y="310"/>
                  </a:lnTo>
                  <a:lnTo>
                    <a:pt x="712" y="306"/>
                  </a:lnTo>
                  <a:lnTo>
                    <a:pt x="708" y="306"/>
                  </a:lnTo>
                  <a:lnTo>
                    <a:pt x="704" y="306"/>
                  </a:lnTo>
                  <a:lnTo>
                    <a:pt x="700" y="306"/>
                  </a:lnTo>
                  <a:lnTo>
                    <a:pt x="696" y="306"/>
                  </a:lnTo>
                  <a:lnTo>
                    <a:pt x="692" y="306"/>
                  </a:lnTo>
                  <a:lnTo>
                    <a:pt x="688" y="306"/>
                  </a:lnTo>
                  <a:lnTo>
                    <a:pt x="686" y="306"/>
                  </a:lnTo>
                  <a:lnTo>
                    <a:pt x="686" y="302"/>
                  </a:lnTo>
                  <a:lnTo>
                    <a:pt x="688" y="302"/>
                  </a:lnTo>
                  <a:lnTo>
                    <a:pt x="692" y="302"/>
                  </a:lnTo>
                  <a:lnTo>
                    <a:pt x="696" y="302"/>
                  </a:lnTo>
                  <a:lnTo>
                    <a:pt x="700" y="302"/>
                  </a:lnTo>
                  <a:lnTo>
                    <a:pt x="704" y="302"/>
                  </a:lnTo>
                  <a:lnTo>
                    <a:pt x="708" y="302"/>
                  </a:lnTo>
                  <a:lnTo>
                    <a:pt x="712" y="302"/>
                  </a:lnTo>
                  <a:lnTo>
                    <a:pt x="716" y="302"/>
                  </a:lnTo>
                  <a:lnTo>
                    <a:pt x="718" y="302"/>
                  </a:lnTo>
                  <a:lnTo>
                    <a:pt x="718" y="306"/>
                  </a:lnTo>
                  <a:lnTo>
                    <a:pt x="722" y="306"/>
                  </a:lnTo>
                  <a:lnTo>
                    <a:pt x="718" y="306"/>
                  </a:lnTo>
                  <a:lnTo>
                    <a:pt x="718" y="310"/>
                  </a:lnTo>
                  <a:lnTo>
                    <a:pt x="722" y="310"/>
                  </a:lnTo>
                  <a:lnTo>
                    <a:pt x="722" y="310"/>
                  </a:lnTo>
                  <a:lnTo>
                    <a:pt x="722" y="310"/>
                  </a:lnTo>
                  <a:close/>
                  <a:moveTo>
                    <a:pt x="716" y="324"/>
                  </a:moveTo>
                  <a:lnTo>
                    <a:pt x="712" y="324"/>
                  </a:lnTo>
                  <a:lnTo>
                    <a:pt x="708" y="320"/>
                  </a:lnTo>
                  <a:lnTo>
                    <a:pt x="704" y="320"/>
                  </a:lnTo>
                  <a:lnTo>
                    <a:pt x="700" y="316"/>
                  </a:lnTo>
                  <a:lnTo>
                    <a:pt x="692" y="316"/>
                  </a:lnTo>
                  <a:lnTo>
                    <a:pt x="692" y="314"/>
                  </a:lnTo>
                  <a:lnTo>
                    <a:pt x="688" y="314"/>
                  </a:lnTo>
                  <a:lnTo>
                    <a:pt x="686" y="306"/>
                  </a:lnTo>
                  <a:lnTo>
                    <a:pt x="688" y="306"/>
                  </a:lnTo>
                  <a:lnTo>
                    <a:pt x="692" y="306"/>
                  </a:lnTo>
                  <a:lnTo>
                    <a:pt x="696" y="306"/>
                  </a:lnTo>
                  <a:lnTo>
                    <a:pt x="700" y="306"/>
                  </a:lnTo>
                  <a:lnTo>
                    <a:pt x="704" y="306"/>
                  </a:lnTo>
                  <a:lnTo>
                    <a:pt x="704" y="310"/>
                  </a:lnTo>
                  <a:lnTo>
                    <a:pt x="708" y="310"/>
                  </a:lnTo>
                  <a:lnTo>
                    <a:pt x="712" y="310"/>
                  </a:lnTo>
                  <a:lnTo>
                    <a:pt x="712" y="314"/>
                  </a:lnTo>
                  <a:lnTo>
                    <a:pt x="716" y="314"/>
                  </a:lnTo>
                  <a:lnTo>
                    <a:pt x="718" y="314"/>
                  </a:lnTo>
                  <a:lnTo>
                    <a:pt x="722" y="316"/>
                  </a:lnTo>
                  <a:lnTo>
                    <a:pt x="718" y="316"/>
                  </a:lnTo>
                  <a:lnTo>
                    <a:pt x="716" y="316"/>
                  </a:lnTo>
                  <a:lnTo>
                    <a:pt x="712" y="316"/>
                  </a:lnTo>
                  <a:lnTo>
                    <a:pt x="712" y="320"/>
                  </a:lnTo>
                  <a:lnTo>
                    <a:pt x="716" y="320"/>
                  </a:lnTo>
                  <a:lnTo>
                    <a:pt x="718" y="320"/>
                  </a:lnTo>
                  <a:lnTo>
                    <a:pt x="718" y="324"/>
                  </a:lnTo>
                  <a:lnTo>
                    <a:pt x="716" y="324"/>
                  </a:lnTo>
                  <a:lnTo>
                    <a:pt x="716" y="324"/>
                  </a:lnTo>
                  <a:lnTo>
                    <a:pt x="716" y="324"/>
                  </a:lnTo>
                  <a:close/>
                  <a:moveTo>
                    <a:pt x="246" y="332"/>
                  </a:moveTo>
                  <a:lnTo>
                    <a:pt x="250" y="332"/>
                  </a:lnTo>
                  <a:lnTo>
                    <a:pt x="246" y="332"/>
                  </a:lnTo>
                  <a:lnTo>
                    <a:pt x="242" y="332"/>
                  </a:lnTo>
                  <a:lnTo>
                    <a:pt x="246" y="332"/>
                  </a:lnTo>
                  <a:lnTo>
                    <a:pt x="246" y="332"/>
                  </a:lnTo>
                  <a:lnTo>
                    <a:pt x="246" y="332"/>
                  </a:lnTo>
                  <a:close/>
                  <a:moveTo>
                    <a:pt x="278" y="340"/>
                  </a:moveTo>
                  <a:lnTo>
                    <a:pt x="276" y="340"/>
                  </a:lnTo>
                  <a:lnTo>
                    <a:pt x="276" y="336"/>
                  </a:lnTo>
                  <a:lnTo>
                    <a:pt x="278" y="336"/>
                  </a:lnTo>
                  <a:lnTo>
                    <a:pt x="282" y="340"/>
                  </a:lnTo>
                  <a:lnTo>
                    <a:pt x="286" y="340"/>
                  </a:lnTo>
                  <a:lnTo>
                    <a:pt x="286" y="336"/>
                  </a:lnTo>
                  <a:lnTo>
                    <a:pt x="286" y="340"/>
                  </a:lnTo>
                  <a:lnTo>
                    <a:pt x="282" y="340"/>
                  </a:lnTo>
                  <a:lnTo>
                    <a:pt x="278" y="340"/>
                  </a:lnTo>
                  <a:lnTo>
                    <a:pt x="278" y="340"/>
                  </a:lnTo>
                  <a:lnTo>
                    <a:pt x="278" y="340"/>
                  </a:lnTo>
                  <a:close/>
                  <a:moveTo>
                    <a:pt x="278" y="346"/>
                  </a:moveTo>
                  <a:lnTo>
                    <a:pt x="282" y="346"/>
                  </a:lnTo>
                  <a:lnTo>
                    <a:pt x="282" y="342"/>
                  </a:lnTo>
                  <a:lnTo>
                    <a:pt x="286" y="346"/>
                  </a:lnTo>
                  <a:lnTo>
                    <a:pt x="290" y="346"/>
                  </a:lnTo>
                  <a:lnTo>
                    <a:pt x="286" y="346"/>
                  </a:lnTo>
                  <a:lnTo>
                    <a:pt x="286" y="350"/>
                  </a:lnTo>
                  <a:lnTo>
                    <a:pt x="282" y="350"/>
                  </a:lnTo>
                  <a:lnTo>
                    <a:pt x="278" y="350"/>
                  </a:lnTo>
                  <a:lnTo>
                    <a:pt x="278" y="346"/>
                  </a:lnTo>
                  <a:lnTo>
                    <a:pt x="278" y="346"/>
                  </a:lnTo>
                  <a:lnTo>
                    <a:pt x="278" y="346"/>
                  </a:lnTo>
                  <a:close/>
                  <a:moveTo>
                    <a:pt x="276" y="346"/>
                  </a:moveTo>
                  <a:lnTo>
                    <a:pt x="276" y="350"/>
                  </a:lnTo>
                  <a:lnTo>
                    <a:pt x="276" y="354"/>
                  </a:lnTo>
                  <a:lnTo>
                    <a:pt x="272" y="354"/>
                  </a:lnTo>
                  <a:lnTo>
                    <a:pt x="268" y="350"/>
                  </a:lnTo>
                  <a:lnTo>
                    <a:pt x="272" y="350"/>
                  </a:lnTo>
                  <a:lnTo>
                    <a:pt x="272" y="346"/>
                  </a:lnTo>
                  <a:lnTo>
                    <a:pt x="276" y="346"/>
                  </a:lnTo>
                  <a:lnTo>
                    <a:pt x="276" y="346"/>
                  </a:lnTo>
                  <a:lnTo>
                    <a:pt x="276" y="346"/>
                  </a:lnTo>
                  <a:close/>
                  <a:moveTo>
                    <a:pt x="670" y="354"/>
                  </a:moveTo>
                  <a:lnTo>
                    <a:pt x="674" y="358"/>
                  </a:lnTo>
                  <a:lnTo>
                    <a:pt x="674" y="362"/>
                  </a:lnTo>
                  <a:lnTo>
                    <a:pt x="670" y="366"/>
                  </a:lnTo>
                  <a:lnTo>
                    <a:pt x="666" y="366"/>
                  </a:lnTo>
                  <a:lnTo>
                    <a:pt x="662" y="366"/>
                  </a:lnTo>
                  <a:lnTo>
                    <a:pt x="660" y="366"/>
                  </a:lnTo>
                  <a:lnTo>
                    <a:pt x="656" y="366"/>
                  </a:lnTo>
                  <a:lnTo>
                    <a:pt x="652" y="366"/>
                  </a:lnTo>
                  <a:lnTo>
                    <a:pt x="648" y="370"/>
                  </a:lnTo>
                  <a:lnTo>
                    <a:pt x="640" y="370"/>
                  </a:lnTo>
                  <a:lnTo>
                    <a:pt x="636" y="370"/>
                  </a:lnTo>
                  <a:lnTo>
                    <a:pt x="632" y="370"/>
                  </a:lnTo>
                  <a:lnTo>
                    <a:pt x="632" y="366"/>
                  </a:lnTo>
                  <a:lnTo>
                    <a:pt x="636" y="366"/>
                  </a:lnTo>
                  <a:lnTo>
                    <a:pt x="640" y="366"/>
                  </a:lnTo>
                  <a:lnTo>
                    <a:pt x="640" y="362"/>
                  </a:lnTo>
                  <a:lnTo>
                    <a:pt x="644" y="362"/>
                  </a:lnTo>
                  <a:lnTo>
                    <a:pt x="648" y="358"/>
                  </a:lnTo>
                  <a:lnTo>
                    <a:pt x="652" y="358"/>
                  </a:lnTo>
                  <a:lnTo>
                    <a:pt x="656" y="358"/>
                  </a:lnTo>
                  <a:lnTo>
                    <a:pt x="660" y="358"/>
                  </a:lnTo>
                  <a:lnTo>
                    <a:pt x="660" y="354"/>
                  </a:lnTo>
                  <a:lnTo>
                    <a:pt x="662" y="354"/>
                  </a:lnTo>
                  <a:lnTo>
                    <a:pt x="666" y="354"/>
                  </a:lnTo>
                  <a:lnTo>
                    <a:pt x="670" y="354"/>
                  </a:lnTo>
                  <a:lnTo>
                    <a:pt x="670" y="354"/>
                  </a:lnTo>
                  <a:lnTo>
                    <a:pt x="670" y="354"/>
                  </a:lnTo>
                  <a:close/>
                  <a:moveTo>
                    <a:pt x="298" y="354"/>
                  </a:moveTo>
                  <a:lnTo>
                    <a:pt x="302" y="358"/>
                  </a:lnTo>
                  <a:lnTo>
                    <a:pt x="298" y="358"/>
                  </a:lnTo>
                  <a:lnTo>
                    <a:pt x="294" y="358"/>
                  </a:lnTo>
                  <a:lnTo>
                    <a:pt x="294" y="354"/>
                  </a:lnTo>
                  <a:lnTo>
                    <a:pt x="298" y="354"/>
                  </a:lnTo>
                  <a:lnTo>
                    <a:pt x="298" y="354"/>
                  </a:lnTo>
                  <a:lnTo>
                    <a:pt x="298" y="354"/>
                  </a:lnTo>
                  <a:close/>
                  <a:moveTo>
                    <a:pt x="648" y="358"/>
                  </a:moveTo>
                  <a:lnTo>
                    <a:pt x="644" y="358"/>
                  </a:lnTo>
                  <a:lnTo>
                    <a:pt x="640" y="362"/>
                  </a:lnTo>
                  <a:lnTo>
                    <a:pt x="640" y="358"/>
                  </a:lnTo>
                  <a:lnTo>
                    <a:pt x="644" y="358"/>
                  </a:lnTo>
                  <a:lnTo>
                    <a:pt x="648" y="358"/>
                  </a:lnTo>
                  <a:lnTo>
                    <a:pt x="648" y="358"/>
                  </a:lnTo>
                  <a:lnTo>
                    <a:pt x="648" y="358"/>
                  </a:lnTo>
                  <a:close/>
                  <a:moveTo>
                    <a:pt x="302" y="366"/>
                  </a:moveTo>
                  <a:lnTo>
                    <a:pt x="302" y="362"/>
                  </a:lnTo>
                  <a:lnTo>
                    <a:pt x="298" y="362"/>
                  </a:lnTo>
                  <a:lnTo>
                    <a:pt x="302" y="362"/>
                  </a:lnTo>
                  <a:lnTo>
                    <a:pt x="306" y="362"/>
                  </a:lnTo>
                  <a:lnTo>
                    <a:pt x="302" y="366"/>
                  </a:lnTo>
                  <a:lnTo>
                    <a:pt x="302" y="366"/>
                  </a:lnTo>
                  <a:lnTo>
                    <a:pt x="302" y="366"/>
                  </a:lnTo>
                  <a:close/>
                  <a:moveTo>
                    <a:pt x="662" y="366"/>
                  </a:moveTo>
                  <a:lnTo>
                    <a:pt x="662" y="370"/>
                  </a:lnTo>
                  <a:lnTo>
                    <a:pt x="660" y="370"/>
                  </a:lnTo>
                  <a:lnTo>
                    <a:pt x="660" y="366"/>
                  </a:lnTo>
                  <a:lnTo>
                    <a:pt x="662" y="366"/>
                  </a:lnTo>
                  <a:lnTo>
                    <a:pt x="662" y="366"/>
                  </a:lnTo>
                  <a:lnTo>
                    <a:pt x="662" y="366"/>
                  </a:lnTo>
                  <a:close/>
                  <a:moveTo>
                    <a:pt x="252" y="370"/>
                  </a:moveTo>
                  <a:lnTo>
                    <a:pt x="256" y="370"/>
                  </a:lnTo>
                  <a:lnTo>
                    <a:pt x="260" y="370"/>
                  </a:lnTo>
                  <a:lnTo>
                    <a:pt x="256" y="370"/>
                  </a:lnTo>
                  <a:lnTo>
                    <a:pt x="252" y="370"/>
                  </a:lnTo>
                  <a:lnTo>
                    <a:pt x="252" y="370"/>
                  </a:lnTo>
                  <a:lnTo>
                    <a:pt x="252" y="370"/>
                  </a:lnTo>
                  <a:close/>
                  <a:moveTo>
                    <a:pt x="264" y="396"/>
                  </a:moveTo>
                  <a:lnTo>
                    <a:pt x="268" y="396"/>
                  </a:lnTo>
                  <a:lnTo>
                    <a:pt x="272" y="396"/>
                  </a:lnTo>
                  <a:lnTo>
                    <a:pt x="276" y="396"/>
                  </a:lnTo>
                  <a:lnTo>
                    <a:pt x="276" y="392"/>
                  </a:lnTo>
                  <a:lnTo>
                    <a:pt x="278" y="392"/>
                  </a:lnTo>
                  <a:lnTo>
                    <a:pt x="276" y="392"/>
                  </a:lnTo>
                  <a:lnTo>
                    <a:pt x="272" y="392"/>
                  </a:lnTo>
                  <a:lnTo>
                    <a:pt x="272" y="396"/>
                  </a:lnTo>
                  <a:lnTo>
                    <a:pt x="272" y="392"/>
                  </a:lnTo>
                  <a:lnTo>
                    <a:pt x="268" y="392"/>
                  </a:lnTo>
                  <a:lnTo>
                    <a:pt x="272" y="392"/>
                  </a:lnTo>
                  <a:lnTo>
                    <a:pt x="268" y="392"/>
                  </a:lnTo>
                  <a:lnTo>
                    <a:pt x="260" y="392"/>
                  </a:lnTo>
                  <a:lnTo>
                    <a:pt x="256" y="392"/>
                  </a:lnTo>
                  <a:lnTo>
                    <a:pt x="252" y="388"/>
                  </a:lnTo>
                  <a:lnTo>
                    <a:pt x="256" y="388"/>
                  </a:lnTo>
                  <a:lnTo>
                    <a:pt x="260" y="388"/>
                  </a:lnTo>
                  <a:lnTo>
                    <a:pt x="264" y="388"/>
                  </a:lnTo>
                  <a:lnTo>
                    <a:pt x="260" y="388"/>
                  </a:lnTo>
                  <a:lnTo>
                    <a:pt x="260" y="384"/>
                  </a:lnTo>
                  <a:lnTo>
                    <a:pt x="256" y="384"/>
                  </a:lnTo>
                  <a:lnTo>
                    <a:pt x="256" y="380"/>
                  </a:lnTo>
                  <a:lnTo>
                    <a:pt x="260" y="380"/>
                  </a:lnTo>
                  <a:lnTo>
                    <a:pt x="264" y="380"/>
                  </a:lnTo>
                  <a:lnTo>
                    <a:pt x="264" y="384"/>
                  </a:lnTo>
                  <a:lnTo>
                    <a:pt x="264" y="380"/>
                  </a:lnTo>
                  <a:lnTo>
                    <a:pt x="260" y="380"/>
                  </a:lnTo>
                  <a:lnTo>
                    <a:pt x="256" y="380"/>
                  </a:lnTo>
                  <a:lnTo>
                    <a:pt x="256" y="376"/>
                  </a:lnTo>
                  <a:lnTo>
                    <a:pt x="256" y="372"/>
                  </a:lnTo>
                  <a:lnTo>
                    <a:pt x="260" y="372"/>
                  </a:lnTo>
                  <a:lnTo>
                    <a:pt x="264" y="372"/>
                  </a:lnTo>
                  <a:lnTo>
                    <a:pt x="268" y="372"/>
                  </a:lnTo>
                  <a:lnTo>
                    <a:pt x="272" y="372"/>
                  </a:lnTo>
                  <a:lnTo>
                    <a:pt x="276" y="372"/>
                  </a:lnTo>
                  <a:lnTo>
                    <a:pt x="278" y="376"/>
                  </a:lnTo>
                  <a:lnTo>
                    <a:pt x="282" y="376"/>
                  </a:lnTo>
                  <a:lnTo>
                    <a:pt x="282" y="380"/>
                  </a:lnTo>
                  <a:lnTo>
                    <a:pt x="286" y="380"/>
                  </a:lnTo>
                  <a:lnTo>
                    <a:pt x="286" y="384"/>
                  </a:lnTo>
                  <a:lnTo>
                    <a:pt x="290" y="384"/>
                  </a:lnTo>
                  <a:lnTo>
                    <a:pt x="294" y="384"/>
                  </a:lnTo>
                  <a:lnTo>
                    <a:pt x="298" y="384"/>
                  </a:lnTo>
                  <a:lnTo>
                    <a:pt x="298" y="388"/>
                  </a:lnTo>
                  <a:lnTo>
                    <a:pt x="298" y="392"/>
                  </a:lnTo>
                  <a:lnTo>
                    <a:pt x="294" y="392"/>
                  </a:lnTo>
                  <a:lnTo>
                    <a:pt x="294" y="396"/>
                  </a:lnTo>
                  <a:lnTo>
                    <a:pt x="290" y="396"/>
                  </a:lnTo>
                  <a:lnTo>
                    <a:pt x="286" y="396"/>
                  </a:lnTo>
                  <a:lnTo>
                    <a:pt x="282" y="396"/>
                  </a:lnTo>
                  <a:lnTo>
                    <a:pt x="278" y="398"/>
                  </a:lnTo>
                  <a:lnTo>
                    <a:pt x="276" y="398"/>
                  </a:lnTo>
                  <a:lnTo>
                    <a:pt x="272" y="398"/>
                  </a:lnTo>
                  <a:lnTo>
                    <a:pt x="268" y="398"/>
                  </a:lnTo>
                  <a:lnTo>
                    <a:pt x="268" y="396"/>
                  </a:lnTo>
                  <a:lnTo>
                    <a:pt x="264" y="396"/>
                  </a:lnTo>
                  <a:lnTo>
                    <a:pt x="264" y="396"/>
                  </a:lnTo>
                  <a:lnTo>
                    <a:pt x="264" y="396"/>
                  </a:lnTo>
                  <a:close/>
                  <a:moveTo>
                    <a:pt x="308" y="384"/>
                  </a:moveTo>
                  <a:lnTo>
                    <a:pt x="312" y="384"/>
                  </a:lnTo>
                  <a:lnTo>
                    <a:pt x="316" y="384"/>
                  </a:lnTo>
                  <a:lnTo>
                    <a:pt x="312" y="388"/>
                  </a:lnTo>
                  <a:lnTo>
                    <a:pt x="312" y="392"/>
                  </a:lnTo>
                  <a:lnTo>
                    <a:pt x="308" y="392"/>
                  </a:lnTo>
                  <a:lnTo>
                    <a:pt x="306" y="388"/>
                  </a:lnTo>
                  <a:lnTo>
                    <a:pt x="306" y="384"/>
                  </a:lnTo>
                  <a:lnTo>
                    <a:pt x="308" y="384"/>
                  </a:lnTo>
                  <a:lnTo>
                    <a:pt x="306" y="384"/>
                  </a:lnTo>
                  <a:lnTo>
                    <a:pt x="308" y="384"/>
                  </a:lnTo>
                  <a:lnTo>
                    <a:pt x="308" y="380"/>
                  </a:lnTo>
                  <a:lnTo>
                    <a:pt x="308" y="384"/>
                  </a:lnTo>
                  <a:lnTo>
                    <a:pt x="308" y="384"/>
                  </a:lnTo>
                  <a:lnTo>
                    <a:pt x="308" y="384"/>
                  </a:lnTo>
                  <a:close/>
                  <a:moveTo>
                    <a:pt x="294" y="414"/>
                  </a:moveTo>
                  <a:lnTo>
                    <a:pt x="290" y="414"/>
                  </a:lnTo>
                  <a:lnTo>
                    <a:pt x="286" y="414"/>
                  </a:lnTo>
                  <a:lnTo>
                    <a:pt x="282" y="414"/>
                  </a:lnTo>
                  <a:lnTo>
                    <a:pt x="282" y="418"/>
                  </a:lnTo>
                  <a:lnTo>
                    <a:pt x="278" y="418"/>
                  </a:lnTo>
                  <a:lnTo>
                    <a:pt x="282" y="414"/>
                  </a:lnTo>
                  <a:lnTo>
                    <a:pt x="286" y="414"/>
                  </a:lnTo>
                  <a:lnTo>
                    <a:pt x="282" y="414"/>
                  </a:lnTo>
                  <a:lnTo>
                    <a:pt x="286" y="414"/>
                  </a:lnTo>
                  <a:lnTo>
                    <a:pt x="290" y="414"/>
                  </a:lnTo>
                  <a:lnTo>
                    <a:pt x="294" y="414"/>
                  </a:lnTo>
                  <a:lnTo>
                    <a:pt x="294" y="414"/>
                  </a:lnTo>
                  <a:lnTo>
                    <a:pt x="294" y="414"/>
                  </a:lnTo>
                  <a:close/>
                  <a:moveTo>
                    <a:pt x="294" y="426"/>
                  </a:moveTo>
                  <a:lnTo>
                    <a:pt x="298" y="426"/>
                  </a:lnTo>
                  <a:lnTo>
                    <a:pt x="302" y="426"/>
                  </a:lnTo>
                  <a:lnTo>
                    <a:pt x="306" y="426"/>
                  </a:lnTo>
                  <a:lnTo>
                    <a:pt x="302" y="426"/>
                  </a:lnTo>
                  <a:lnTo>
                    <a:pt x="298" y="426"/>
                  </a:lnTo>
                  <a:lnTo>
                    <a:pt x="298" y="428"/>
                  </a:lnTo>
                  <a:lnTo>
                    <a:pt x="294" y="428"/>
                  </a:lnTo>
                  <a:lnTo>
                    <a:pt x="290" y="426"/>
                  </a:lnTo>
                  <a:lnTo>
                    <a:pt x="294" y="426"/>
                  </a:lnTo>
                  <a:lnTo>
                    <a:pt x="294" y="426"/>
                  </a:lnTo>
                  <a:lnTo>
                    <a:pt x="294" y="426"/>
                  </a:lnTo>
                  <a:close/>
                  <a:moveTo>
                    <a:pt x="610" y="426"/>
                  </a:moveTo>
                  <a:lnTo>
                    <a:pt x="610" y="428"/>
                  </a:lnTo>
                  <a:lnTo>
                    <a:pt x="610" y="426"/>
                  </a:lnTo>
                  <a:lnTo>
                    <a:pt x="606" y="426"/>
                  </a:lnTo>
                  <a:lnTo>
                    <a:pt x="610" y="426"/>
                  </a:lnTo>
                  <a:lnTo>
                    <a:pt x="610" y="426"/>
                  </a:lnTo>
                  <a:lnTo>
                    <a:pt x="610" y="426"/>
                  </a:lnTo>
                  <a:close/>
                  <a:moveTo>
                    <a:pt x="298" y="428"/>
                  </a:moveTo>
                  <a:lnTo>
                    <a:pt x="306" y="426"/>
                  </a:lnTo>
                  <a:lnTo>
                    <a:pt x="308" y="428"/>
                  </a:lnTo>
                  <a:lnTo>
                    <a:pt x="306" y="428"/>
                  </a:lnTo>
                  <a:lnTo>
                    <a:pt x="302" y="428"/>
                  </a:lnTo>
                  <a:lnTo>
                    <a:pt x="298" y="428"/>
                  </a:lnTo>
                  <a:lnTo>
                    <a:pt x="298" y="428"/>
                  </a:lnTo>
                  <a:lnTo>
                    <a:pt x="298" y="428"/>
                  </a:lnTo>
                  <a:close/>
                  <a:moveTo>
                    <a:pt x="276" y="428"/>
                  </a:moveTo>
                  <a:lnTo>
                    <a:pt x="278" y="428"/>
                  </a:lnTo>
                  <a:lnTo>
                    <a:pt x="276" y="428"/>
                  </a:lnTo>
                  <a:lnTo>
                    <a:pt x="276" y="428"/>
                  </a:lnTo>
                  <a:lnTo>
                    <a:pt x="276" y="428"/>
                  </a:lnTo>
                  <a:close/>
                  <a:moveTo>
                    <a:pt x="272" y="440"/>
                  </a:moveTo>
                  <a:lnTo>
                    <a:pt x="272" y="436"/>
                  </a:lnTo>
                  <a:lnTo>
                    <a:pt x="276" y="436"/>
                  </a:lnTo>
                  <a:lnTo>
                    <a:pt x="272" y="440"/>
                  </a:lnTo>
                  <a:lnTo>
                    <a:pt x="272" y="440"/>
                  </a:lnTo>
                  <a:lnTo>
                    <a:pt x="272" y="440"/>
                  </a:lnTo>
                  <a:close/>
                  <a:moveTo>
                    <a:pt x="272" y="478"/>
                  </a:moveTo>
                  <a:lnTo>
                    <a:pt x="276" y="478"/>
                  </a:lnTo>
                  <a:lnTo>
                    <a:pt x="272" y="478"/>
                  </a:lnTo>
                  <a:lnTo>
                    <a:pt x="272" y="478"/>
                  </a:lnTo>
                  <a:lnTo>
                    <a:pt x="272" y="478"/>
                  </a:lnTo>
                  <a:close/>
                  <a:moveTo>
                    <a:pt x="514" y="484"/>
                  </a:moveTo>
                  <a:lnTo>
                    <a:pt x="514" y="482"/>
                  </a:lnTo>
                  <a:lnTo>
                    <a:pt x="514" y="484"/>
                  </a:lnTo>
                  <a:lnTo>
                    <a:pt x="514" y="484"/>
                  </a:lnTo>
                  <a:lnTo>
                    <a:pt x="514" y="484"/>
                  </a:lnTo>
                  <a:close/>
                  <a:moveTo>
                    <a:pt x="518" y="484"/>
                  </a:moveTo>
                  <a:lnTo>
                    <a:pt x="518" y="482"/>
                  </a:lnTo>
                  <a:lnTo>
                    <a:pt x="520" y="482"/>
                  </a:lnTo>
                  <a:lnTo>
                    <a:pt x="520" y="484"/>
                  </a:lnTo>
                  <a:lnTo>
                    <a:pt x="518" y="484"/>
                  </a:lnTo>
                  <a:lnTo>
                    <a:pt x="518" y="484"/>
                  </a:lnTo>
                  <a:lnTo>
                    <a:pt x="518" y="484"/>
                  </a:lnTo>
                  <a:close/>
                  <a:moveTo>
                    <a:pt x="498" y="488"/>
                  </a:moveTo>
                  <a:lnTo>
                    <a:pt x="494" y="488"/>
                  </a:lnTo>
                  <a:lnTo>
                    <a:pt x="494" y="484"/>
                  </a:lnTo>
                  <a:lnTo>
                    <a:pt x="494" y="482"/>
                  </a:lnTo>
                  <a:lnTo>
                    <a:pt x="498" y="482"/>
                  </a:lnTo>
                  <a:lnTo>
                    <a:pt x="502" y="482"/>
                  </a:lnTo>
                  <a:lnTo>
                    <a:pt x="502" y="484"/>
                  </a:lnTo>
                  <a:lnTo>
                    <a:pt x="506" y="484"/>
                  </a:lnTo>
                  <a:lnTo>
                    <a:pt x="502" y="484"/>
                  </a:lnTo>
                  <a:lnTo>
                    <a:pt x="502" y="488"/>
                  </a:lnTo>
                  <a:lnTo>
                    <a:pt x="498" y="488"/>
                  </a:lnTo>
                  <a:lnTo>
                    <a:pt x="498" y="488"/>
                  </a:lnTo>
                  <a:lnTo>
                    <a:pt x="498" y="488"/>
                  </a:lnTo>
                  <a:close/>
                  <a:moveTo>
                    <a:pt x="472" y="496"/>
                  </a:moveTo>
                  <a:lnTo>
                    <a:pt x="468" y="496"/>
                  </a:lnTo>
                  <a:lnTo>
                    <a:pt x="472" y="496"/>
                  </a:lnTo>
                  <a:lnTo>
                    <a:pt x="472" y="496"/>
                  </a:lnTo>
                  <a:lnTo>
                    <a:pt x="472" y="496"/>
                  </a:lnTo>
                  <a:close/>
                  <a:moveTo>
                    <a:pt x="462" y="518"/>
                  </a:moveTo>
                  <a:lnTo>
                    <a:pt x="462" y="514"/>
                  </a:lnTo>
                  <a:lnTo>
                    <a:pt x="458" y="514"/>
                  </a:lnTo>
                  <a:lnTo>
                    <a:pt x="458" y="512"/>
                  </a:lnTo>
                  <a:lnTo>
                    <a:pt x="454" y="508"/>
                  </a:lnTo>
                  <a:lnTo>
                    <a:pt x="458" y="508"/>
                  </a:lnTo>
                  <a:lnTo>
                    <a:pt x="462" y="512"/>
                  </a:lnTo>
                  <a:lnTo>
                    <a:pt x="458" y="512"/>
                  </a:lnTo>
                  <a:lnTo>
                    <a:pt x="462" y="514"/>
                  </a:lnTo>
                  <a:lnTo>
                    <a:pt x="464" y="514"/>
                  </a:lnTo>
                  <a:lnTo>
                    <a:pt x="464" y="518"/>
                  </a:lnTo>
                  <a:lnTo>
                    <a:pt x="462" y="518"/>
                  </a:lnTo>
                  <a:lnTo>
                    <a:pt x="462" y="518"/>
                  </a:lnTo>
                  <a:lnTo>
                    <a:pt x="462" y="518"/>
                  </a:lnTo>
                  <a:close/>
                  <a:moveTo>
                    <a:pt x="308" y="514"/>
                  </a:moveTo>
                  <a:lnTo>
                    <a:pt x="308" y="518"/>
                  </a:lnTo>
                  <a:lnTo>
                    <a:pt x="306" y="518"/>
                  </a:lnTo>
                  <a:lnTo>
                    <a:pt x="306" y="514"/>
                  </a:lnTo>
                  <a:lnTo>
                    <a:pt x="308" y="514"/>
                  </a:lnTo>
                  <a:lnTo>
                    <a:pt x="308" y="514"/>
                  </a:lnTo>
                  <a:lnTo>
                    <a:pt x="308" y="514"/>
                  </a:lnTo>
                  <a:close/>
                  <a:moveTo>
                    <a:pt x="312" y="514"/>
                  </a:moveTo>
                  <a:lnTo>
                    <a:pt x="312" y="518"/>
                  </a:lnTo>
                  <a:lnTo>
                    <a:pt x="308" y="518"/>
                  </a:lnTo>
                  <a:lnTo>
                    <a:pt x="308" y="522"/>
                  </a:lnTo>
                  <a:lnTo>
                    <a:pt x="306" y="522"/>
                  </a:lnTo>
                  <a:lnTo>
                    <a:pt x="308" y="518"/>
                  </a:lnTo>
                  <a:lnTo>
                    <a:pt x="308" y="514"/>
                  </a:lnTo>
                  <a:lnTo>
                    <a:pt x="312" y="514"/>
                  </a:lnTo>
                  <a:lnTo>
                    <a:pt x="312" y="514"/>
                  </a:lnTo>
                  <a:lnTo>
                    <a:pt x="312" y="514"/>
                  </a:lnTo>
                  <a:close/>
                  <a:moveTo>
                    <a:pt x="306" y="518"/>
                  </a:moveTo>
                  <a:lnTo>
                    <a:pt x="306" y="522"/>
                  </a:lnTo>
                  <a:lnTo>
                    <a:pt x="302" y="522"/>
                  </a:lnTo>
                  <a:lnTo>
                    <a:pt x="306" y="518"/>
                  </a:lnTo>
                  <a:lnTo>
                    <a:pt x="306" y="518"/>
                  </a:lnTo>
                  <a:lnTo>
                    <a:pt x="306" y="518"/>
                  </a:lnTo>
                  <a:close/>
                  <a:moveTo>
                    <a:pt x="450" y="522"/>
                  </a:moveTo>
                  <a:lnTo>
                    <a:pt x="446" y="522"/>
                  </a:lnTo>
                  <a:lnTo>
                    <a:pt x="446" y="518"/>
                  </a:lnTo>
                  <a:lnTo>
                    <a:pt x="450" y="522"/>
                  </a:lnTo>
                  <a:lnTo>
                    <a:pt x="450" y="522"/>
                  </a:lnTo>
                  <a:lnTo>
                    <a:pt x="450" y="5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2" name="Freeform 87"/>
            <p:cNvSpPr>
              <a:spLocks noChangeAspect="1"/>
            </p:cNvSpPr>
            <p:nvPr/>
          </p:nvSpPr>
          <p:spPr bwMode="gray">
            <a:xfrm>
              <a:off x="5273025" y="3194388"/>
              <a:ext cx="45221" cy="97399"/>
            </a:xfrm>
            <a:custGeom>
              <a:avLst/>
              <a:gdLst>
                <a:gd name="T0" fmla="*/ 4 w 26"/>
                <a:gd name="T1" fmla="*/ 14 h 56"/>
                <a:gd name="T2" fmla="*/ 4 w 26"/>
                <a:gd name="T3" fmla="*/ 14 h 56"/>
                <a:gd name="T4" fmla="*/ 4 w 26"/>
                <a:gd name="T5" fmla="*/ 14 h 56"/>
                <a:gd name="T6" fmla="*/ 4 w 26"/>
                <a:gd name="T7" fmla="*/ 10 h 56"/>
                <a:gd name="T8" fmla="*/ 0 w 26"/>
                <a:gd name="T9" fmla="*/ 6 h 56"/>
                <a:gd name="T10" fmla="*/ 4 w 26"/>
                <a:gd name="T11" fmla="*/ 0 h 56"/>
                <a:gd name="T12" fmla="*/ 8 w 26"/>
                <a:gd name="T13" fmla="*/ 0 h 56"/>
                <a:gd name="T14" fmla="*/ 8 w 26"/>
                <a:gd name="T15" fmla="*/ 0 h 56"/>
                <a:gd name="T16" fmla="*/ 8 w 26"/>
                <a:gd name="T17" fmla="*/ 0 h 56"/>
                <a:gd name="T18" fmla="*/ 12 w 26"/>
                <a:gd name="T19" fmla="*/ 0 h 56"/>
                <a:gd name="T20" fmla="*/ 16 w 26"/>
                <a:gd name="T21" fmla="*/ 0 h 56"/>
                <a:gd name="T22" fmla="*/ 16 w 26"/>
                <a:gd name="T23" fmla="*/ 2 h 56"/>
                <a:gd name="T24" fmla="*/ 18 w 26"/>
                <a:gd name="T25" fmla="*/ 6 h 56"/>
                <a:gd name="T26" fmla="*/ 18 w 26"/>
                <a:gd name="T27" fmla="*/ 10 h 56"/>
                <a:gd name="T28" fmla="*/ 18 w 26"/>
                <a:gd name="T29" fmla="*/ 10 h 56"/>
                <a:gd name="T30" fmla="*/ 18 w 26"/>
                <a:gd name="T31" fmla="*/ 14 h 56"/>
                <a:gd name="T32" fmla="*/ 18 w 26"/>
                <a:gd name="T33" fmla="*/ 18 h 56"/>
                <a:gd name="T34" fmla="*/ 18 w 26"/>
                <a:gd name="T35" fmla="*/ 22 h 56"/>
                <a:gd name="T36" fmla="*/ 18 w 26"/>
                <a:gd name="T37" fmla="*/ 22 h 56"/>
                <a:gd name="T38" fmla="*/ 18 w 26"/>
                <a:gd name="T39" fmla="*/ 26 h 56"/>
                <a:gd name="T40" fmla="*/ 18 w 26"/>
                <a:gd name="T41" fmla="*/ 30 h 56"/>
                <a:gd name="T42" fmla="*/ 22 w 26"/>
                <a:gd name="T43" fmla="*/ 32 h 56"/>
                <a:gd name="T44" fmla="*/ 26 w 26"/>
                <a:gd name="T45" fmla="*/ 32 h 56"/>
                <a:gd name="T46" fmla="*/ 26 w 26"/>
                <a:gd name="T47" fmla="*/ 32 h 56"/>
                <a:gd name="T48" fmla="*/ 26 w 26"/>
                <a:gd name="T49" fmla="*/ 36 h 56"/>
                <a:gd name="T50" fmla="*/ 22 w 26"/>
                <a:gd name="T51" fmla="*/ 40 h 56"/>
                <a:gd name="T52" fmla="*/ 22 w 26"/>
                <a:gd name="T53" fmla="*/ 40 h 56"/>
                <a:gd name="T54" fmla="*/ 22 w 26"/>
                <a:gd name="T55" fmla="*/ 44 h 56"/>
                <a:gd name="T56" fmla="*/ 18 w 26"/>
                <a:gd name="T57" fmla="*/ 48 h 56"/>
                <a:gd name="T58" fmla="*/ 18 w 26"/>
                <a:gd name="T59" fmla="*/ 48 h 56"/>
                <a:gd name="T60" fmla="*/ 18 w 26"/>
                <a:gd name="T61" fmla="*/ 48 h 56"/>
                <a:gd name="T62" fmla="*/ 16 w 26"/>
                <a:gd name="T63" fmla="*/ 52 h 56"/>
                <a:gd name="T64" fmla="*/ 16 w 26"/>
                <a:gd name="T65" fmla="*/ 52 h 56"/>
                <a:gd name="T66" fmla="*/ 16 w 26"/>
                <a:gd name="T67" fmla="*/ 52 h 56"/>
                <a:gd name="T68" fmla="*/ 16 w 26"/>
                <a:gd name="T69" fmla="*/ 56 h 56"/>
                <a:gd name="T70" fmla="*/ 16 w 26"/>
                <a:gd name="T71" fmla="*/ 56 h 56"/>
                <a:gd name="T72" fmla="*/ 12 w 26"/>
                <a:gd name="T73" fmla="*/ 56 h 56"/>
                <a:gd name="T74" fmla="*/ 12 w 26"/>
                <a:gd name="T75" fmla="*/ 56 h 56"/>
                <a:gd name="T76" fmla="*/ 8 w 26"/>
                <a:gd name="T77" fmla="*/ 48 h 56"/>
                <a:gd name="T78" fmla="*/ 8 w 26"/>
                <a:gd name="T79" fmla="*/ 48 h 56"/>
                <a:gd name="T80" fmla="*/ 4 w 26"/>
                <a:gd name="T81" fmla="*/ 44 h 56"/>
                <a:gd name="T82" fmla="*/ 0 w 26"/>
                <a:gd name="T83" fmla="*/ 40 h 56"/>
                <a:gd name="T84" fmla="*/ 4 w 26"/>
                <a:gd name="T85" fmla="*/ 40 h 56"/>
                <a:gd name="T86" fmla="*/ 4 w 26"/>
                <a:gd name="T87" fmla="*/ 44 h 56"/>
                <a:gd name="T88" fmla="*/ 4 w 26"/>
                <a:gd name="T89" fmla="*/ 40 h 56"/>
                <a:gd name="T90" fmla="*/ 4 w 26"/>
                <a:gd name="T91" fmla="*/ 36 h 56"/>
                <a:gd name="T92" fmla="*/ 0 w 26"/>
                <a:gd name="T93" fmla="*/ 36 h 56"/>
                <a:gd name="T94" fmla="*/ 4 w 26"/>
                <a:gd name="T95" fmla="*/ 32 h 56"/>
                <a:gd name="T96" fmla="*/ 4 w 26"/>
                <a:gd name="T97" fmla="*/ 32 h 56"/>
                <a:gd name="T98" fmla="*/ 4 w 26"/>
                <a:gd name="T99" fmla="*/ 30 h 56"/>
                <a:gd name="T100" fmla="*/ 4 w 26"/>
                <a:gd name="T101" fmla="*/ 26 h 56"/>
                <a:gd name="T102" fmla="*/ 4 w 26"/>
                <a:gd name="T103" fmla="*/ 26 h 56"/>
                <a:gd name="T104" fmla="*/ 4 w 26"/>
                <a:gd name="T105" fmla="*/ 18 h 56"/>
                <a:gd name="T106" fmla="*/ 4 w 26"/>
                <a:gd name="T107" fmla="*/ 1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6" h="56">
                  <a:moveTo>
                    <a:pt x="4" y="18"/>
                  </a:moveTo>
                  <a:lnTo>
                    <a:pt x="4" y="18"/>
                  </a:lnTo>
                  <a:lnTo>
                    <a:pt x="4" y="14"/>
                  </a:lnTo>
                  <a:lnTo>
                    <a:pt x="4" y="14"/>
                  </a:lnTo>
                  <a:lnTo>
                    <a:pt x="4" y="14"/>
                  </a:lnTo>
                  <a:lnTo>
                    <a:pt x="4" y="14"/>
                  </a:lnTo>
                  <a:lnTo>
                    <a:pt x="4" y="14"/>
                  </a:lnTo>
                  <a:lnTo>
                    <a:pt x="4" y="14"/>
                  </a:lnTo>
                  <a:lnTo>
                    <a:pt x="4" y="14"/>
                  </a:lnTo>
                  <a:lnTo>
                    <a:pt x="0" y="10"/>
                  </a:lnTo>
                  <a:lnTo>
                    <a:pt x="0" y="10"/>
                  </a:lnTo>
                  <a:lnTo>
                    <a:pt x="4" y="10"/>
                  </a:lnTo>
                  <a:lnTo>
                    <a:pt x="4" y="6"/>
                  </a:lnTo>
                  <a:lnTo>
                    <a:pt x="4" y="6"/>
                  </a:lnTo>
                  <a:lnTo>
                    <a:pt x="0" y="6"/>
                  </a:lnTo>
                  <a:lnTo>
                    <a:pt x="0" y="6"/>
                  </a:lnTo>
                  <a:lnTo>
                    <a:pt x="4" y="2"/>
                  </a:lnTo>
                  <a:lnTo>
                    <a:pt x="4" y="0"/>
                  </a:lnTo>
                  <a:lnTo>
                    <a:pt x="4" y="0"/>
                  </a:lnTo>
                  <a:lnTo>
                    <a:pt x="8" y="0"/>
                  </a:lnTo>
                  <a:lnTo>
                    <a:pt x="8" y="0"/>
                  </a:lnTo>
                  <a:lnTo>
                    <a:pt x="8" y="0"/>
                  </a:lnTo>
                  <a:lnTo>
                    <a:pt x="8" y="0"/>
                  </a:lnTo>
                  <a:lnTo>
                    <a:pt x="8" y="0"/>
                  </a:lnTo>
                  <a:lnTo>
                    <a:pt x="8" y="0"/>
                  </a:lnTo>
                  <a:lnTo>
                    <a:pt x="8" y="0"/>
                  </a:lnTo>
                  <a:lnTo>
                    <a:pt x="8" y="0"/>
                  </a:lnTo>
                  <a:lnTo>
                    <a:pt x="8" y="2"/>
                  </a:lnTo>
                  <a:lnTo>
                    <a:pt x="12" y="0"/>
                  </a:lnTo>
                  <a:lnTo>
                    <a:pt x="12" y="0"/>
                  </a:lnTo>
                  <a:lnTo>
                    <a:pt x="12" y="0"/>
                  </a:lnTo>
                  <a:lnTo>
                    <a:pt x="12" y="0"/>
                  </a:lnTo>
                  <a:lnTo>
                    <a:pt x="16" y="0"/>
                  </a:lnTo>
                  <a:lnTo>
                    <a:pt x="16" y="2"/>
                  </a:lnTo>
                  <a:lnTo>
                    <a:pt x="16" y="2"/>
                  </a:lnTo>
                  <a:lnTo>
                    <a:pt x="16" y="2"/>
                  </a:lnTo>
                  <a:lnTo>
                    <a:pt x="16" y="2"/>
                  </a:lnTo>
                  <a:lnTo>
                    <a:pt x="16" y="2"/>
                  </a:lnTo>
                  <a:lnTo>
                    <a:pt x="18" y="6"/>
                  </a:lnTo>
                  <a:lnTo>
                    <a:pt x="18" y="6"/>
                  </a:lnTo>
                  <a:lnTo>
                    <a:pt x="18" y="6"/>
                  </a:lnTo>
                  <a:lnTo>
                    <a:pt x="18" y="10"/>
                  </a:lnTo>
                  <a:lnTo>
                    <a:pt x="18" y="10"/>
                  </a:lnTo>
                  <a:lnTo>
                    <a:pt x="18" y="10"/>
                  </a:lnTo>
                  <a:lnTo>
                    <a:pt x="18" y="10"/>
                  </a:lnTo>
                  <a:lnTo>
                    <a:pt x="18" y="14"/>
                  </a:lnTo>
                  <a:lnTo>
                    <a:pt x="18" y="14"/>
                  </a:lnTo>
                  <a:lnTo>
                    <a:pt x="18" y="14"/>
                  </a:lnTo>
                  <a:lnTo>
                    <a:pt x="18" y="14"/>
                  </a:lnTo>
                  <a:lnTo>
                    <a:pt x="18" y="18"/>
                  </a:lnTo>
                  <a:lnTo>
                    <a:pt x="18" y="18"/>
                  </a:lnTo>
                  <a:lnTo>
                    <a:pt x="18" y="22"/>
                  </a:lnTo>
                  <a:lnTo>
                    <a:pt x="18" y="22"/>
                  </a:lnTo>
                  <a:lnTo>
                    <a:pt x="18" y="22"/>
                  </a:lnTo>
                  <a:lnTo>
                    <a:pt x="18" y="22"/>
                  </a:lnTo>
                  <a:lnTo>
                    <a:pt x="18" y="22"/>
                  </a:lnTo>
                  <a:lnTo>
                    <a:pt x="18" y="22"/>
                  </a:lnTo>
                  <a:lnTo>
                    <a:pt x="18" y="22"/>
                  </a:lnTo>
                  <a:lnTo>
                    <a:pt x="18" y="26"/>
                  </a:lnTo>
                  <a:lnTo>
                    <a:pt x="18" y="26"/>
                  </a:lnTo>
                  <a:lnTo>
                    <a:pt x="18" y="26"/>
                  </a:lnTo>
                  <a:lnTo>
                    <a:pt x="18" y="30"/>
                  </a:lnTo>
                  <a:lnTo>
                    <a:pt x="18" y="30"/>
                  </a:lnTo>
                  <a:lnTo>
                    <a:pt x="22" y="32"/>
                  </a:lnTo>
                  <a:lnTo>
                    <a:pt x="22" y="32"/>
                  </a:lnTo>
                  <a:lnTo>
                    <a:pt x="22" y="32"/>
                  </a:lnTo>
                  <a:lnTo>
                    <a:pt x="22" y="32"/>
                  </a:lnTo>
                  <a:lnTo>
                    <a:pt x="22" y="32"/>
                  </a:lnTo>
                  <a:lnTo>
                    <a:pt x="26" y="32"/>
                  </a:lnTo>
                  <a:lnTo>
                    <a:pt x="26" y="32"/>
                  </a:lnTo>
                  <a:lnTo>
                    <a:pt x="26" y="32"/>
                  </a:lnTo>
                  <a:lnTo>
                    <a:pt x="26" y="32"/>
                  </a:lnTo>
                  <a:lnTo>
                    <a:pt x="26" y="36"/>
                  </a:lnTo>
                  <a:lnTo>
                    <a:pt x="26" y="36"/>
                  </a:lnTo>
                  <a:lnTo>
                    <a:pt x="26" y="36"/>
                  </a:lnTo>
                  <a:lnTo>
                    <a:pt x="26" y="40"/>
                  </a:lnTo>
                  <a:lnTo>
                    <a:pt x="26" y="40"/>
                  </a:lnTo>
                  <a:lnTo>
                    <a:pt x="22" y="40"/>
                  </a:lnTo>
                  <a:lnTo>
                    <a:pt x="22" y="40"/>
                  </a:lnTo>
                  <a:lnTo>
                    <a:pt x="22" y="40"/>
                  </a:lnTo>
                  <a:lnTo>
                    <a:pt x="22" y="40"/>
                  </a:lnTo>
                  <a:lnTo>
                    <a:pt x="22" y="44"/>
                  </a:lnTo>
                  <a:lnTo>
                    <a:pt x="22" y="44"/>
                  </a:lnTo>
                  <a:lnTo>
                    <a:pt x="22" y="44"/>
                  </a:lnTo>
                  <a:lnTo>
                    <a:pt x="22" y="44"/>
                  </a:lnTo>
                  <a:lnTo>
                    <a:pt x="18" y="48"/>
                  </a:lnTo>
                  <a:lnTo>
                    <a:pt x="18" y="48"/>
                  </a:lnTo>
                  <a:lnTo>
                    <a:pt x="18" y="48"/>
                  </a:lnTo>
                  <a:lnTo>
                    <a:pt x="18" y="48"/>
                  </a:lnTo>
                  <a:lnTo>
                    <a:pt x="18" y="48"/>
                  </a:lnTo>
                  <a:lnTo>
                    <a:pt x="18" y="48"/>
                  </a:lnTo>
                  <a:lnTo>
                    <a:pt x="18" y="48"/>
                  </a:lnTo>
                  <a:lnTo>
                    <a:pt x="18" y="48"/>
                  </a:lnTo>
                  <a:lnTo>
                    <a:pt x="18" y="48"/>
                  </a:lnTo>
                  <a:lnTo>
                    <a:pt x="16" y="48"/>
                  </a:lnTo>
                  <a:lnTo>
                    <a:pt x="16" y="52"/>
                  </a:lnTo>
                  <a:lnTo>
                    <a:pt x="16" y="52"/>
                  </a:lnTo>
                  <a:lnTo>
                    <a:pt x="16" y="52"/>
                  </a:lnTo>
                  <a:lnTo>
                    <a:pt x="16" y="52"/>
                  </a:lnTo>
                  <a:lnTo>
                    <a:pt x="16" y="52"/>
                  </a:lnTo>
                  <a:lnTo>
                    <a:pt x="16" y="56"/>
                  </a:lnTo>
                  <a:lnTo>
                    <a:pt x="16" y="52"/>
                  </a:lnTo>
                  <a:lnTo>
                    <a:pt x="16" y="52"/>
                  </a:lnTo>
                  <a:lnTo>
                    <a:pt x="16" y="56"/>
                  </a:lnTo>
                  <a:lnTo>
                    <a:pt x="16" y="56"/>
                  </a:lnTo>
                  <a:lnTo>
                    <a:pt x="16" y="56"/>
                  </a:lnTo>
                  <a:lnTo>
                    <a:pt x="16" y="56"/>
                  </a:lnTo>
                  <a:lnTo>
                    <a:pt x="16" y="56"/>
                  </a:lnTo>
                  <a:lnTo>
                    <a:pt x="12" y="56"/>
                  </a:lnTo>
                  <a:lnTo>
                    <a:pt x="12" y="56"/>
                  </a:lnTo>
                  <a:lnTo>
                    <a:pt x="12" y="56"/>
                  </a:lnTo>
                  <a:lnTo>
                    <a:pt x="12" y="56"/>
                  </a:lnTo>
                  <a:lnTo>
                    <a:pt x="12" y="56"/>
                  </a:lnTo>
                  <a:lnTo>
                    <a:pt x="12" y="56"/>
                  </a:lnTo>
                  <a:lnTo>
                    <a:pt x="12" y="52"/>
                  </a:lnTo>
                  <a:lnTo>
                    <a:pt x="12" y="52"/>
                  </a:lnTo>
                  <a:lnTo>
                    <a:pt x="8" y="48"/>
                  </a:lnTo>
                  <a:lnTo>
                    <a:pt x="8" y="48"/>
                  </a:lnTo>
                  <a:lnTo>
                    <a:pt x="8" y="48"/>
                  </a:lnTo>
                  <a:lnTo>
                    <a:pt x="8" y="48"/>
                  </a:lnTo>
                  <a:lnTo>
                    <a:pt x="8" y="48"/>
                  </a:lnTo>
                  <a:lnTo>
                    <a:pt x="4" y="48"/>
                  </a:lnTo>
                  <a:lnTo>
                    <a:pt x="4" y="44"/>
                  </a:lnTo>
                  <a:lnTo>
                    <a:pt x="4" y="44"/>
                  </a:lnTo>
                  <a:lnTo>
                    <a:pt x="4" y="44"/>
                  </a:lnTo>
                  <a:lnTo>
                    <a:pt x="0" y="40"/>
                  </a:lnTo>
                  <a:lnTo>
                    <a:pt x="0" y="40"/>
                  </a:lnTo>
                  <a:lnTo>
                    <a:pt x="0" y="40"/>
                  </a:lnTo>
                  <a:lnTo>
                    <a:pt x="4" y="40"/>
                  </a:lnTo>
                  <a:lnTo>
                    <a:pt x="4" y="44"/>
                  </a:lnTo>
                  <a:lnTo>
                    <a:pt x="4" y="44"/>
                  </a:lnTo>
                  <a:lnTo>
                    <a:pt x="4" y="44"/>
                  </a:lnTo>
                  <a:lnTo>
                    <a:pt x="4" y="44"/>
                  </a:lnTo>
                  <a:lnTo>
                    <a:pt x="4" y="44"/>
                  </a:lnTo>
                  <a:lnTo>
                    <a:pt x="4" y="40"/>
                  </a:lnTo>
                  <a:lnTo>
                    <a:pt x="4" y="40"/>
                  </a:lnTo>
                  <a:lnTo>
                    <a:pt x="4" y="36"/>
                  </a:lnTo>
                  <a:lnTo>
                    <a:pt x="4" y="36"/>
                  </a:lnTo>
                  <a:lnTo>
                    <a:pt x="0" y="36"/>
                  </a:lnTo>
                  <a:lnTo>
                    <a:pt x="0" y="36"/>
                  </a:lnTo>
                  <a:lnTo>
                    <a:pt x="0" y="36"/>
                  </a:lnTo>
                  <a:lnTo>
                    <a:pt x="4" y="32"/>
                  </a:lnTo>
                  <a:lnTo>
                    <a:pt x="4" y="32"/>
                  </a:lnTo>
                  <a:lnTo>
                    <a:pt x="4" y="32"/>
                  </a:lnTo>
                  <a:lnTo>
                    <a:pt x="4" y="32"/>
                  </a:lnTo>
                  <a:lnTo>
                    <a:pt x="4" y="32"/>
                  </a:lnTo>
                  <a:lnTo>
                    <a:pt x="4" y="32"/>
                  </a:lnTo>
                  <a:lnTo>
                    <a:pt x="4" y="30"/>
                  </a:lnTo>
                  <a:lnTo>
                    <a:pt x="4" y="30"/>
                  </a:lnTo>
                  <a:lnTo>
                    <a:pt x="4" y="30"/>
                  </a:lnTo>
                  <a:lnTo>
                    <a:pt x="4" y="30"/>
                  </a:lnTo>
                  <a:lnTo>
                    <a:pt x="4" y="26"/>
                  </a:lnTo>
                  <a:lnTo>
                    <a:pt x="4" y="26"/>
                  </a:lnTo>
                  <a:lnTo>
                    <a:pt x="4" y="26"/>
                  </a:lnTo>
                  <a:lnTo>
                    <a:pt x="4" y="26"/>
                  </a:lnTo>
                  <a:lnTo>
                    <a:pt x="4" y="26"/>
                  </a:lnTo>
                  <a:lnTo>
                    <a:pt x="4" y="22"/>
                  </a:lnTo>
                  <a:lnTo>
                    <a:pt x="4" y="18"/>
                  </a:lnTo>
                  <a:lnTo>
                    <a:pt x="4" y="18"/>
                  </a:lnTo>
                  <a:lnTo>
                    <a:pt x="4" y="18"/>
                  </a:lnTo>
                  <a:lnTo>
                    <a:pt x="4" y="18"/>
                  </a:lnTo>
                  <a:lnTo>
                    <a:pt x="4" y="18"/>
                  </a:lnTo>
                  <a:lnTo>
                    <a:pt x="4" y="18"/>
                  </a:lnTo>
                  <a:lnTo>
                    <a:pt x="4"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3" name="Freeform 88"/>
            <p:cNvSpPr>
              <a:spLocks noChangeAspect="1"/>
            </p:cNvSpPr>
            <p:nvPr/>
          </p:nvSpPr>
          <p:spPr bwMode="gray">
            <a:xfrm>
              <a:off x="4831252" y="3194388"/>
              <a:ext cx="13914" cy="3479"/>
            </a:xfrm>
            <a:custGeom>
              <a:avLst/>
              <a:gdLst>
                <a:gd name="T0" fmla="*/ 0 w 8"/>
                <a:gd name="T1" fmla="*/ 0 h 2"/>
                <a:gd name="T2" fmla="*/ 4 w 8"/>
                <a:gd name="T3" fmla="*/ 0 h 2"/>
                <a:gd name="T4" fmla="*/ 4 w 8"/>
                <a:gd name="T5" fmla="*/ 0 h 2"/>
                <a:gd name="T6" fmla="*/ 4 w 8"/>
                <a:gd name="T7" fmla="*/ 0 h 2"/>
                <a:gd name="T8" fmla="*/ 8 w 8"/>
                <a:gd name="T9" fmla="*/ 0 h 2"/>
                <a:gd name="T10" fmla="*/ 8 w 8"/>
                <a:gd name="T11" fmla="*/ 0 h 2"/>
                <a:gd name="T12" fmla="*/ 8 w 8"/>
                <a:gd name="T13" fmla="*/ 0 h 2"/>
                <a:gd name="T14" fmla="*/ 8 w 8"/>
                <a:gd name="T15" fmla="*/ 0 h 2"/>
                <a:gd name="T16" fmla="*/ 8 w 8"/>
                <a:gd name="T17" fmla="*/ 0 h 2"/>
                <a:gd name="T18" fmla="*/ 8 w 8"/>
                <a:gd name="T19" fmla="*/ 0 h 2"/>
                <a:gd name="T20" fmla="*/ 8 w 8"/>
                <a:gd name="T21" fmla="*/ 0 h 2"/>
                <a:gd name="T22" fmla="*/ 4 w 8"/>
                <a:gd name="T23" fmla="*/ 2 h 2"/>
                <a:gd name="T24" fmla="*/ 4 w 8"/>
                <a:gd name="T25" fmla="*/ 2 h 2"/>
                <a:gd name="T26" fmla="*/ 4 w 8"/>
                <a:gd name="T27" fmla="*/ 2 h 2"/>
                <a:gd name="T28" fmla="*/ 4 w 8"/>
                <a:gd name="T29" fmla="*/ 2 h 2"/>
                <a:gd name="T30" fmla="*/ 0 w 8"/>
                <a:gd name="T31" fmla="*/ 0 h 2"/>
                <a:gd name="T32" fmla="*/ 0 w 8"/>
                <a:gd name="T33" fmla="*/ 0 h 2"/>
                <a:gd name="T34" fmla="*/ 0 w 8"/>
                <a:gd name="T35" fmla="*/ 0 h 2"/>
                <a:gd name="T36" fmla="*/ 0 w 8"/>
                <a:gd name="T37" fmla="*/ 0 h 2"/>
                <a:gd name="T38" fmla="*/ 0 w 8"/>
                <a:gd name="T39" fmla="*/ 0 h 2"/>
                <a:gd name="T40" fmla="*/ 0 w 8"/>
                <a:gd name="T41" fmla="*/ 0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 h="2">
                  <a:moveTo>
                    <a:pt x="0" y="0"/>
                  </a:moveTo>
                  <a:lnTo>
                    <a:pt x="4" y="0"/>
                  </a:lnTo>
                  <a:lnTo>
                    <a:pt x="4" y="0"/>
                  </a:lnTo>
                  <a:lnTo>
                    <a:pt x="4" y="0"/>
                  </a:lnTo>
                  <a:lnTo>
                    <a:pt x="8" y="0"/>
                  </a:lnTo>
                  <a:lnTo>
                    <a:pt x="8" y="0"/>
                  </a:lnTo>
                  <a:lnTo>
                    <a:pt x="8" y="0"/>
                  </a:lnTo>
                  <a:lnTo>
                    <a:pt x="8" y="0"/>
                  </a:lnTo>
                  <a:lnTo>
                    <a:pt x="8" y="0"/>
                  </a:lnTo>
                  <a:lnTo>
                    <a:pt x="8" y="0"/>
                  </a:lnTo>
                  <a:lnTo>
                    <a:pt x="8" y="0"/>
                  </a:lnTo>
                  <a:lnTo>
                    <a:pt x="4" y="2"/>
                  </a:lnTo>
                  <a:lnTo>
                    <a:pt x="4" y="2"/>
                  </a:lnTo>
                  <a:lnTo>
                    <a:pt x="4" y="2"/>
                  </a:lnTo>
                  <a:lnTo>
                    <a:pt x="4" y="2"/>
                  </a:lnTo>
                  <a:lnTo>
                    <a:pt x="0" y="0"/>
                  </a:lnTo>
                  <a:lnTo>
                    <a:pt x="0" y="0"/>
                  </a:lnTo>
                  <a:lnTo>
                    <a:pt x="0" y="0"/>
                  </a:lnTo>
                  <a:lnTo>
                    <a:pt x="0" y="0"/>
                  </a:lnTo>
                  <a:lnTo>
                    <a:pt x="0" y="0"/>
                  </a:lnTo>
                  <a:lnTo>
                    <a:pt x="0"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4" name="Freeform 89"/>
            <p:cNvSpPr>
              <a:spLocks noChangeAspect="1"/>
            </p:cNvSpPr>
            <p:nvPr/>
          </p:nvSpPr>
          <p:spPr bwMode="gray">
            <a:xfrm>
              <a:off x="5033006" y="2968284"/>
              <a:ext cx="187840" cy="90442"/>
            </a:xfrm>
            <a:custGeom>
              <a:avLst/>
              <a:gdLst>
                <a:gd name="T0" fmla="*/ 12 w 108"/>
                <a:gd name="T1" fmla="*/ 40 h 52"/>
                <a:gd name="T2" fmla="*/ 8 w 108"/>
                <a:gd name="T3" fmla="*/ 44 h 52"/>
                <a:gd name="T4" fmla="*/ 4 w 108"/>
                <a:gd name="T5" fmla="*/ 40 h 52"/>
                <a:gd name="T6" fmla="*/ 4 w 108"/>
                <a:gd name="T7" fmla="*/ 40 h 52"/>
                <a:gd name="T8" fmla="*/ 4 w 108"/>
                <a:gd name="T9" fmla="*/ 34 h 52"/>
                <a:gd name="T10" fmla="*/ 0 w 108"/>
                <a:gd name="T11" fmla="*/ 30 h 52"/>
                <a:gd name="T12" fmla="*/ 4 w 108"/>
                <a:gd name="T13" fmla="*/ 30 h 52"/>
                <a:gd name="T14" fmla="*/ 12 w 108"/>
                <a:gd name="T15" fmla="*/ 38 h 52"/>
                <a:gd name="T16" fmla="*/ 14 w 108"/>
                <a:gd name="T17" fmla="*/ 34 h 52"/>
                <a:gd name="T18" fmla="*/ 18 w 108"/>
                <a:gd name="T19" fmla="*/ 30 h 52"/>
                <a:gd name="T20" fmla="*/ 26 w 108"/>
                <a:gd name="T21" fmla="*/ 30 h 52"/>
                <a:gd name="T22" fmla="*/ 38 w 108"/>
                <a:gd name="T23" fmla="*/ 30 h 52"/>
                <a:gd name="T24" fmla="*/ 38 w 108"/>
                <a:gd name="T25" fmla="*/ 30 h 52"/>
                <a:gd name="T26" fmla="*/ 44 w 108"/>
                <a:gd name="T27" fmla="*/ 30 h 52"/>
                <a:gd name="T28" fmla="*/ 48 w 108"/>
                <a:gd name="T29" fmla="*/ 34 h 52"/>
                <a:gd name="T30" fmla="*/ 48 w 108"/>
                <a:gd name="T31" fmla="*/ 26 h 52"/>
                <a:gd name="T32" fmla="*/ 48 w 108"/>
                <a:gd name="T33" fmla="*/ 22 h 52"/>
                <a:gd name="T34" fmla="*/ 44 w 108"/>
                <a:gd name="T35" fmla="*/ 18 h 52"/>
                <a:gd name="T36" fmla="*/ 52 w 108"/>
                <a:gd name="T37" fmla="*/ 14 h 52"/>
                <a:gd name="T38" fmla="*/ 56 w 108"/>
                <a:gd name="T39" fmla="*/ 10 h 52"/>
                <a:gd name="T40" fmla="*/ 60 w 108"/>
                <a:gd name="T41" fmla="*/ 10 h 52"/>
                <a:gd name="T42" fmla="*/ 64 w 108"/>
                <a:gd name="T43" fmla="*/ 6 h 52"/>
                <a:gd name="T44" fmla="*/ 70 w 108"/>
                <a:gd name="T45" fmla="*/ 6 h 52"/>
                <a:gd name="T46" fmla="*/ 74 w 108"/>
                <a:gd name="T47" fmla="*/ 6 h 52"/>
                <a:gd name="T48" fmla="*/ 78 w 108"/>
                <a:gd name="T49" fmla="*/ 4 h 52"/>
                <a:gd name="T50" fmla="*/ 82 w 108"/>
                <a:gd name="T51" fmla="*/ 0 h 52"/>
                <a:gd name="T52" fmla="*/ 86 w 108"/>
                <a:gd name="T53" fmla="*/ 4 h 52"/>
                <a:gd name="T54" fmla="*/ 92 w 108"/>
                <a:gd name="T55" fmla="*/ 4 h 52"/>
                <a:gd name="T56" fmla="*/ 96 w 108"/>
                <a:gd name="T57" fmla="*/ 6 h 52"/>
                <a:gd name="T58" fmla="*/ 100 w 108"/>
                <a:gd name="T59" fmla="*/ 6 h 52"/>
                <a:gd name="T60" fmla="*/ 104 w 108"/>
                <a:gd name="T61" fmla="*/ 6 h 52"/>
                <a:gd name="T62" fmla="*/ 104 w 108"/>
                <a:gd name="T63" fmla="*/ 14 h 52"/>
                <a:gd name="T64" fmla="*/ 108 w 108"/>
                <a:gd name="T65" fmla="*/ 18 h 52"/>
                <a:gd name="T66" fmla="*/ 108 w 108"/>
                <a:gd name="T67" fmla="*/ 22 h 52"/>
                <a:gd name="T68" fmla="*/ 108 w 108"/>
                <a:gd name="T69" fmla="*/ 26 h 52"/>
                <a:gd name="T70" fmla="*/ 100 w 108"/>
                <a:gd name="T71" fmla="*/ 26 h 52"/>
                <a:gd name="T72" fmla="*/ 100 w 108"/>
                <a:gd name="T73" fmla="*/ 30 h 52"/>
                <a:gd name="T74" fmla="*/ 100 w 108"/>
                <a:gd name="T75" fmla="*/ 34 h 52"/>
                <a:gd name="T76" fmla="*/ 100 w 108"/>
                <a:gd name="T77" fmla="*/ 38 h 52"/>
                <a:gd name="T78" fmla="*/ 96 w 108"/>
                <a:gd name="T79" fmla="*/ 40 h 52"/>
                <a:gd name="T80" fmla="*/ 92 w 108"/>
                <a:gd name="T81" fmla="*/ 44 h 52"/>
                <a:gd name="T82" fmla="*/ 90 w 108"/>
                <a:gd name="T83" fmla="*/ 48 h 52"/>
                <a:gd name="T84" fmla="*/ 78 w 108"/>
                <a:gd name="T85" fmla="*/ 48 h 52"/>
                <a:gd name="T86" fmla="*/ 70 w 108"/>
                <a:gd name="T87" fmla="*/ 52 h 52"/>
                <a:gd name="T88" fmla="*/ 64 w 108"/>
                <a:gd name="T89" fmla="*/ 52 h 52"/>
                <a:gd name="T90" fmla="*/ 56 w 108"/>
                <a:gd name="T91" fmla="*/ 52 h 52"/>
                <a:gd name="T92" fmla="*/ 44 w 108"/>
                <a:gd name="T93" fmla="*/ 48 h 52"/>
                <a:gd name="T94" fmla="*/ 40 w 108"/>
                <a:gd name="T95" fmla="*/ 48 h 52"/>
                <a:gd name="T96" fmla="*/ 38 w 108"/>
                <a:gd name="T97" fmla="*/ 40 h 52"/>
                <a:gd name="T98" fmla="*/ 38 w 108"/>
                <a:gd name="T99" fmla="*/ 40 h 52"/>
                <a:gd name="T100" fmla="*/ 30 w 108"/>
                <a:gd name="T101" fmla="*/ 40 h 52"/>
                <a:gd name="T102" fmla="*/ 22 w 108"/>
                <a:gd name="T103" fmla="*/ 44 h 52"/>
                <a:gd name="T104" fmla="*/ 18 w 108"/>
                <a:gd name="T105" fmla="*/ 44 h 52"/>
                <a:gd name="T106" fmla="*/ 14 w 108"/>
                <a:gd name="T107" fmla="*/ 4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8" h="52">
                  <a:moveTo>
                    <a:pt x="14" y="44"/>
                  </a:moveTo>
                  <a:lnTo>
                    <a:pt x="14" y="44"/>
                  </a:lnTo>
                  <a:lnTo>
                    <a:pt x="14" y="40"/>
                  </a:lnTo>
                  <a:lnTo>
                    <a:pt x="12" y="40"/>
                  </a:lnTo>
                  <a:lnTo>
                    <a:pt x="12" y="40"/>
                  </a:lnTo>
                  <a:lnTo>
                    <a:pt x="12" y="40"/>
                  </a:lnTo>
                  <a:lnTo>
                    <a:pt x="12" y="44"/>
                  </a:lnTo>
                  <a:lnTo>
                    <a:pt x="12" y="44"/>
                  </a:lnTo>
                  <a:lnTo>
                    <a:pt x="12" y="44"/>
                  </a:lnTo>
                  <a:lnTo>
                    <a:pt x="8" y="44"/>
                  </a:lnTo>
                  <a:lnTo>
                    <a:pt x="8" y="44"/>
                  </a:lnTo>
                  <a:lnTo>
                    <a:pt x="8" y="44"/>
                  </a:lnTo>
                  <a:lnTo>
                    <a:pt x="8" y="44"/>
                  </a:lnTo>
                  <a:lnTo>
                    <a:pt x="8" y="44"/>
                  </a:lnTo>
                  <a:lnTo>
                    <a:pt x="4" y="44"/>
                  </a:lnTo>
                  <a:lnTo>
                    <a:pt x="4" y="40"/>
                  </a:lnTo>
                  <a:lnTo>
                    <a:pt x="8" y="40"/>
                  </a:lnTo>
                  <a:lnTo>
                    <a:pt x="4" y="40"/>
                  </a:lnTo>
                  <a:lnTo>
                    <a:pt x="4" y="40"/>
                  </a:lnTo>
                  <a:lnTo>
                    <a:pt x="4" y="40"/>
                  </a:lnTo>
                  <a:lnTo>
                    <a:pt x="0" y="40"/>
                  </a:lnTo>
                  <a:lnTo>
                    <a:pt x="0" y="40"/>
                  </a:lnTo>
                  <a:lnTo>
                    <a:pt x="4" y="40"/>
                  </a:lnTo>
                  <a:lnTo>
                    <a:pt x="4" y="40"/>
                  </a:lnTo>
                  <a:lnTo>
                    <a:pt x="4" y="38"/>
                  </a:lnTo>
                  <a:lnTo>
                    <a:pt x="0" y="38"/>
                  </a:lnTo>
                  <a:lnTo>
                    <a:pt x="0" y="38"/>
                  </a:lnTo>
                  <a:lnTo>
                    <a:pt x="0" y="38"/>
                  </a:lnTo>
                  <a:lnTo>
                    <a:pt x="0" y="34"/>
                  </a:lnTo>
                  <a:lnTo>
                    <a:pt x="4" y="34"/>
                  </a:lnTo>
                  <a:lnTo>
                    <a:pt x="4" y="34"/>
                  </a:lnTo>
                  <a:lnTo>
                    <a:pt x="4" y="34"/>
                  </a:lnTo>
                  <a:lnTo>
                    <a:pt x="0" y="34"/>
                  </a:lnTo>
                  <a:lnTo>
                    <a:pt x="0" y="34"/>
                  </a:lnTo>
                  <a:lnTo>
                    <a:pt x="0" y="30"/>
                  </a:lnTo>
                  <a:lnTo>
                    <a:pt x="0" y="30"/>
                  </a:lnTo>
                  <a:lnTo>
                    <a:pt x="0" y="30"/>
                  </a:lnTo>
                  <a:lnTo>
                    <a:pt x="4" y="30"/>
                  </a:lnTo>
                  <a:lnTo>
                    <a:pt x="4" y="30"/>
                  </a:lnTo>
                  <a:lnTo>
                    <a:pt x="4" y="30"/>
                  </a:lnTo>
                  <a:lnTo>
                    <a:pt x="4" y="30"/>
                  </a:lnTo>
                  <a:lnTo>
                    <a:pt x="4" y="30"/>
                  </a:lnTo>
                  <a:lnTo>
                    <a:pt x="4" y="30"/>
                  </a:lnTo>
                  <a:lnTo>
                    <a:pt x="8" y="30"/>
                  </a:lnTo>
                  <a:lnTo>
                    <a:pt x="8" y="34"/>
                  </a:lnTo>
                  <a:lnTo>
                    <a:pt x="12" y="34"/>
                  </a:lnTo>
                  <a:lnTo>
                    <a:pt x="12" y="34"/>
                  </a:lnTo>
                  <a:lnTo>
                    <a:pt x="12" y="38"/>
                  </a:lnTo>
                  <a:lnTo>
                    <a:pt x="12" y="38"/>
                  </a:lnTo>
                  <a:lnTo>
                    <a:pt x="12" y="38"/>
                  </a:lnTo>
                  <a:lnTo>
                    <a:pt x="12" y="38"/>
                  </a:lnTo>
                  <a:lnTo>
                    <a:pt x="14" y="34"/>
                  </a:lnTo>
                  <a:lnTo>
                    <a:pt x="14" y="34"/>
                  </a:lnTo>
                  <a:lnTo>
                    <a:pt x="14" y="34"/>
                  </a:lnTo>
                  <a:lnTo>
                    <a:pt x="14" y="30"/>
                  </a:lnTo>
                  <a:lnTo>
                    <a:pt x="14" y="30"/>
                  </a:lnTo>
                  <a:lnTo>
                    <a:pt x="14" y="30"/>
                  </a:lnTo>
                  <a:lnTo>
                    <a:pt x="14" y="30"/>
                  </a:lnTo>
                  <a:lnTo>
                    <a:pt x="18" y="30"/>
                  </a:lnTo>
                  <a:lnTo>
                    <a:pt x="18" y="30"/>
                  </a:lnTo>
                  <a:lnTo>
                    <a:pt x="22" y="34"/>
                  </a:lnTo>
                  <a:lnTo>
                    <a:pt x="22" y="34"/>
                  </a:lnTo>
                  <a:lnTo>
                    <a:pt x="22" y="34"/>
                  </a:lnTo>
                  <a:lnTo>
                    <a:pt x="22" y="34"/>
                  </a:lnTo>
                  <a:lnTo>
                    <a:pt x="26" y="34"/>
                  </a:lnTo>
                  <a:lnTo>
                    <a:pt x="26" y="30"/>
                  </a:lnTo>
                  <a:lnTo>
                    <a:pt x="30" y="30"/>
                  </a:lnTo>
                  <a:lnTo>
                    <a:pt x="30" y="30"/>
                  </a:lnTo>
                  <a:lnTo>
                    <a:pt x="30" y="30"/>
                  </a:lnTo>
                  <a:lnTo>
                    <a:pt x="30" y="30"/>
                  </a:lnTo>
                  <a:lnTo>
                    <a:pt x="34" y="30"/>
                  </a:lnTo>
                  <a:lnTo>
                    <a:pt x="38" y="30"/>
                  </a:lnTo>
                  <a:lnTo>
                    <a:pt x="38" y="30"/>
                  </a:lnTo>
                  <a:lnTo>
                    <a:pt x="38" y="30"/>
                  </a:lnTo>
                  <a:lnTo>
                    <a:pt x="38" y="30"/>
                  </a:lnTo>
                  <a:lnTo>
                    <a:pt x="38" y="30"/>
                  </a:lnTo>
                  <a:lnTo>
                    <a:pt x="38" y="30"/>
                  </a:lnTo>
                  <a:lnTo>
                    <a:pt x="38" y="30"/>
                  </a:lnTo>
                  <a:lnTo>
                    <a:pt x="40" y="30"/>
                  </a:lnTo>
                  <a:lnTo>
                    <a:pt x="40" y="30"/>
                  </a:lnTo>
                  <a:lnTo>
                    <a:pt x="44" y="30"/>
                  </a:lnTo>
                  <a:lnTo>
                    <a:pt x="44" y="30"/>
                  </a:lnTo>
                  <a:lnTo>
                    <a:pt x="44" y="30"/>
                  </a:lnTo>
                  <a:lnTo>
                    <a:pt x="44" y="30"/>
                  </a:lnTo>
                  <a:lnTo>
                    <a:pt x="44" y="30"/>
                  </a:lnTo>
                  <a:lnTo>
                    <a:pt x="48" y="30"/>
                  </a:lnTo>
                  <a:lnTo>
                    <a:pt x="48" y="30"/>
                  </a:lnTo>
                  <a:lnTo>
                    <a:pt x="48" y="30"/>
                  </a:lnTo>
                  <a:lnTo>
                    <a:pt x="48" y="30"/>
                  </a:lnTo>
                  <a:lnTo>
                    <a:pt x="48" y="34"/>
                  </a:lnTo>
                  <a:lnTo>
                    <a:pt x="48" y="34"/>
                  </a:lnTo>
                  <a:lnTo>
                    <a:pt x="52" y="34"/>
                  </a:lnTo>
                  <a:lnTo>
                    <a:pt x="52" y="30"/>
                  </a:lnTo>
                  <a:lnTo>
                    <a:pt x="52" y="30"/>
                  </a:lnTo>
                  <a:lnTo>
                    <a:pt x="52" y="26"/>
                  </a:lnTo>
                  <a:lnTo>
                    <a:pt x="48" y="26"/>
                  </a:lnTo>
                  <a:lnTo>
                    <a:pt x="48" y="26"/>
                  </a:lnTo>
                  <a:lnTo>
                    <a:pt x="48" y="26"/>
                  </a:lnTo>
                  <a:lnTo>
                    <a:pt x="48" y="26"/>
                  </a:lnTo>
                  <a:lnTo>
                    <a:pt x="48" y="26"/>
                  </a:lnTo>
                  <a:lnTo>
                    <a:pt x="48" y="26"/>
                  </a:lnTo>
                  <a:lnTo>
                    <a:pt x="48" y="22"/>
                  </a:lnTo>
                  <a:lnTo>
                    <a:pt x="48" y="22"/>
                  </a:lnTo>
                  <a:lnTo>
                    <a:pt x="48" y="22"/>
                  </a:lnTo>
                  <a:lnTo>
                    <a:pt x="48" y="22"/>
                  </a:lnTo>
                  <a:lnTo>
                    <a:pt x="48" y="22"/>
                  </a:lnTo>
                  <a:lnTo>
                    <a:pt x="48" y="18"/>
                  </a:lnTo>
                  <a:lnTo>
                    <a:pt x="44" y="18"/>
                  </a:lnTo>
                  <a:lnTo>
                    <a:pt x="44" y="18"/>
                  </a:lnTo>
                  <a:lnTo>
                    <a:pt x="48" y="18"/>
                  </a:lnTo>
                  <a:lnTo>
                    <a:pt x="48" y="14"/>
                  </a:lnTo>
                  <a:lnTo>
                    <a:pt x="52" y="14"/>
                  </a:lnTo>
                  <a:lnTo>
                    <a:pt x="52" y="14"/>
                  </a:lnTo>
                  <a:lnTo>
                    <a:pt x="52" y="14"/>
                  </a:lnTo>
                  <a:lnTo>
                    <a:pt x="56" y="14"/>
                  </a:lnTo>
                  <a:lnTo>
                    <a:pt x="56" y="14"/>
                  </a:lnTo>
                  <a:lnTo>
                    <a:pt x="56" y="14"/>
                  </a:lnTo>
                  <a:lnTo>
                    <a:pt x="56" y="14"/>
                  </a:lnTo>
                  <a:lnTo>
                    <a:pt x="56" y="10"/>
                  </a:lnTo>
                  <a:lnTo>
                    <a:pt x="56" y="10"/>
                  </a:lnTo>
                  <a:lnTo>
                    <a:pt x="56" y="10"/>
                  </a:lnTo>
                  <a:lnTo>
                    <a:pt x="56" y="10"/>
                  </a:lnTo>
                  <a:lnTo>
                    <a:pt x="60" y="10"/>
                  </a:lnTo>
                  <a:lnTo>
                    <a:pt x="60" y="10"/>
                  </a:lnTo>
                  <a:lnTo>
                    <a:pt x="60" y="10"/>
                  </a:lnTo>
                  <a:lnTo>
                    <a:pt x="60" y="10"/>
                  </a:lnTo>
                  <a:lnTo>
                    <a:pt x="60" y="10"/>
                  </a:lnTo>
                  <a:lnTo>
                    <a:pt x="60" y="6"/>
                  </a:lnTo>
                  <a:lnTo>
                    <a:pt x="60" y="6"/>
                  </a:lnTo>
                  <a:lnTo>
                    <a:pt x="60" y="6"/>
                  </a:lnTo>
                  <a:lnTo>
                    <a:pt x="64" y="6"/>
                  </a:lnTo>
                  <a:lnTo>
                    <a:pt x="64" y="6"/>
                  </a:lnTo>
                  <a:lnTo>
                    <a:pt x="64" y="6"/>
                  </a:lnTo>
                  <a:lnTo>
                    <a:pt x="64" y="6"/>
                  </a:lnTo>
                  <a:lnTo>
                    <a:pt x="66" y="10"/>
                  </a:lnTo>
                  <a:lnTo>
                    <a:pt x="66" y="10"/>
                  </a:lnTo>
                  <a:lnTo>
                    <a:pt x="70" y="10"/>
                  </a:lnTo>
                  <a:lnTo>
                    <a:pt x="70" y="6"/>
                  </a:lnTo>
                  <a:lnTo>
                    <a:pt x="70" y="6"/>
                  </a:lnTo>
                  <a:lnTo>
                    <a:pt x="70" y="6"/>
                  </a:lnTo>
                  <a:lnTo>
                    <a:pt x="74" y="6"/>
                  </a:lnTo>
                  <a:lnTo>
                    <a:pt x="74" y="10"/>
                  </a:lnTo>
                  <a:lnTo>
                    <a:pt x="74" y="10"/>
                  </a:lnTo>
                  <a:lnTo>
                    <a:pt x="74" y="6"/>
                  </a:lnTo>
                  <a:lnTo>
                    <a:pt x="74" y="6"/>
                  </a:lnTo>
                  <a:lnTo>
                    <a:pt x="74" y="6"/>
                  </a:lnTo>
                  <a:lnTo>
                    <a:pt x="74" y="4"/>
                  </a:lnTo>
                  <a:lnTo>
                    <a:pt x="74" y="4"/>
                  </a:lnTo>
                  <a:lnTo>
                    <a:pt x="74" y="4"/>
                  </a:lnTo>
                  <a:lnTo>
                    <a:pt x="78" y="4"/>
                  </a:lnTo>
                  <a:lnTo>
                    <a:pt x="78" y="4"/>
                  </a:lnTo>
                  <a:lnTo>
                    <a:pt x="78" y="0"/>
                  </a:lnTo>
                  <a:lnTo>
                    <a:pt x="78" y="0"/>
                  </a:lnTo>
                  <a:lnTo>
                    <a:pt x="78" y="0"/>
                  </a:lnTo>
                  <a:lnTo>
                    <a:pt x="78" y="0"/>
                  </a:lnTo>
                  <a:lnTo>
                    <a:pt x="82" y="0"/>
                  </a:lnTo>
                  <a:lnTo>
                    <a:pt x="82" y="0"/>
                  </a:lnTo>
                  <a:lnTo>
                    <a:pt x="82" y="0"/>
                  </a:lnTo>
                  <a:lnTo>
                    <a:pt x="82" y="0"/>
                  </a:lnTo>
                  <a:lnTo>
                    <a:pt x="86" y="4"/>
                  </a:lnTo>
                  <a:lnTo>
                    <a:pt x="86" y="4"/>
                  </a:lnTo>
                  <a:lnTo>
                    <a:pt x="86" y="4"/>
                  </a:lnTo>
                  <a:lnTo>
                    <a:pt x="86" y="4"/>
                  </a:lnTo>
                  <a:lnTo>
                    <a:pt x="86" y="4"/>
                  </a:lnTo>
                  <a:lnTo>
                    <a:pt x="90" y="4"/>
                  </a:lnTo>
                  <a:lnTo>
                    <a:pt x="90" y="4"/>
                  </a:lnTo>
                  <a:lnTo>
                    <a:pt x="90" y="4"/>
                  </a:lnTo>
                  <a:lnTo>
                    <a:pt x="92" y="4"/>
                  </a:lnTo>
                  <a:lnTo>
                    <a:pt x="92" y="6"/>
                  </a:lnTo>
                  <a:lnTo>
                    <a:pt x="92" y="6"/>
                  </a:lnTo>
                  <a:lnTo>
                    <a:pt x="92" y="6"/>
                  </a:lnTo>
                  <a:lnTo>
                    <a:pt x="92" y="6"/>
                  </a:lnTo>
                  <a:lnTo>
                    <a:pt x="96" y="6"/>
                  </a:lnTo>
                  <a:lnTo>
                    <a:pt x="96" y="6"/>
                  </a:lnTo>
                  <a:lnTo>
                    <a:pt x="96" y="6"/>
                  </a:lnTo>
                  <a:lnTo>
                    <a:pt x="96" y="4"/>
                  </a:lnTo>
                  <a:lnTo>
                    <a:pt x="96" y="4"/>
                  </a:lnTo>
                  <a:lnTo>
                    <a:pt x="100" y="4"/>
                  </a:lnTo>
                  <a:lnTo>
                    <a:pt x="100" y="4"/>
                  </a:lnTo>
                  <a:lnTo>
                    <a:pt x="100" y="6"/>
                  </a:lnTo>
                  <a:lnTo>
                    <a:pt x="104" y="6"/>
                  </a:lnTo>
                  <a:lnTo>
                    <a:pt x="104" y="6"/>
                  </a:lnTo>
                  <a:lnTo>
                    <a:pt x="104" y="6"/>
                  </a:lnTo>
                  <a:lnTo>
                    <a:pt x="104" y="6"/>
                  </a:lnTo>
                  <a:lnTo>
                    <a:pt x="104" y="6"/>
                  </a:lnTo>
                  <a:lnTo>
                    <a:pt x="104" y="6"/>
                  </a:lnTo>
                  <a:lnTo>
                    <a:pt x="104" y="10"/>
                  </a:lnTo>
                  <a:lnTo>
                    <a:pt x="104" y="10"/>
                  </a:lnTo>
                  <a:lnTo>
                    <a:pt x="104" y="10"/>
                  </a:lnTo>
                  <a:lnTo>
                    <a:pt x="104" y="10"/>
                  </a:lnTo>
                  <a:lnTo>
                    <a:pt x="104" y="10"/>
                  </a:lnTo>
                  <a:lnTo>
                    <a:pt x="104" y="14"/>
                  </a:lnTo>
                  <a:lnTo>
                    <a:pt x="104" y="14"/>
                  </a:lnTo>
                  <a:lnTo>
                    <a:pt x="104" y="14"/>
                  </a:lnTo>
                  <a:lnTo>
                    <a:pt x="104" y="14"/>
                  </a:lnTo>
                  <a:lnTo>
                    <a:pt x="104" y="18"/>
                  </a:lnTo>
                  <a:lnTo>
                    <a:pt x="108" y="18"/>
                  </a:lnTo>
                  <a:lnTo>
                    <a:pt x="108" y="18"/>
                  </a:lnTo>
                  <a:lnTo>
                    <a:pt x="108" y="18"/>
                  </a:lnTo>
                  <a:lnTo>
                    <a:pt x="108" y="18"/>
                  </a:lnTo>
                  <a:lnTo>
                    <a:pt x="108" y="22"/>
                  </a:lnTo>
                  <a:lnTo>
                    <a:pt x="108" y="22"/>
                  </a:lnTo>
                  <a:lnTo>
                    <a:pt x="108" y="22"/>
                  </a:lnTo>
                  <a:lnTo>
                    <a:pt x="108" y="22"/>
                  </a:lnTo>
                  <a:lnTo>
                    <a:pt x="108" y="22"/>
                  </a:lnTo>
                  <a:lnTo>
                    <a:pt x="108" y="26"/>
                  </a:lnTo>
                  <a:lnTo>
                    <a:pt x="108" y="26"/>
                  </a:lnTo>
                  <a:lnTo>
                    <a:pt x="108" y="26"/>
                  </a:lnTo>
                  <a:lnTo>
                    <a:pt x="108" y="26"/>
                  </a:lnTo>
                  <a:lnTo>
                    <a:pt x="108" y="26"/>
                  </a:lnTo>
                  <a:lnTo>
                    <a:pt x="104" y="26"/>
                  </a:lnTo>
                  <a:lnTo>
                    <a:pt x="104" y="26"/>
                  </a:lnTo>
                  <a:lnTo>
                    <a:pt x="104" y="30"/>
                  </a:lnTo>
                  <a:lnTo>
                    <a:pt x="104" y="30"/>
                  </a:lnTo>
                  <a:lnTo>
                    <a:pt x="104" y="26"/>
                  </a:lnTo>
                  <a:lnTo>
                    <a:pt x="100" y="26"/>
                  </a:lnTo>
                  <a:lnTo>
                    <a:pt x="100" y="26"/>
                  </a:lnTo>
                  <a:lnTo>
                    <a:pt x="100" y="26"/>
                  </a:lnTo>
                  <a:lnTo>
                    <a:pt x="100" y="26"/>
                  </a:lnTo>
                  <a:lnTo>
                    <a:pt x="96" y="26"/>
                  </a:lnTo>
                  <a:lnTo>
                    <a:pt x="96" y="30"/>
                  </a:lnTo>
                  <a:lnTo>
                    <a:pt x="100" y="30"/>
                  </a:lnTo>
                  <a:lnTo>
                    <a:pt x="100" y="30"/>
                  </a:lnTo>
                  <a:lnTo>
                    <a:pt x="100" y="30"/>
                  </a:lnTo>
                  <a:lnTo>
                    <a:pt x="100" y="30"/>
                  </a:lnTo>
                  <a:lnTo>
                    <a:pt x="100" y="30"/>
                  </a:lnTo>
                  <a:lnTo>
                    <a:pt x="100" y="30"/>
                  </a:lnTo>
                  <a:lnTo>
                    <a:pt x="100" y="34"/>
                  </a:lnTo>
                  <a:lnTo>
                    <a:pt x="100" y="34"/>
                  </a:lnTo>
                  <a:lnTo>
                    <a:pt x="100" y="34"/>
                  </a:lnTo>
                  <a:lnTo>
                    <a:pt x="96" y="34"/>
                  </a:lnTo>
                  <a:lnTo>
                    <a:pt x="96" y="34"/>
                  </a:lnTo>
                  <a:lnTo>
                    <a:pt x="100" y="38"/>
                  </a:lnTo>
                  <a:lnTo>
                    <a:pt x="100" y="38"/>
                  </a:lnTo>
                  <a:lnTo>
                    <a:pt x="96" y="38"/>
                  </a:lnTo>
                  <a:lnTo>
                    <a:pt x="96" y="38"/>
                  </a:lnTo>
                  <a:lnTo>
                    <a:pt x="96" y="38"/>
                  </a:lnTo>
                  <a:lnTo>
                    <a:pt x="100" y="40"/>
                  </a:lnTo>
                  <a:lnTo>
                    <a:pt x="100" y="40"/>
                  </a:lnTo>
                  <a:lnTo>
                    <a:pt x="96" y="40"/>
                  </a:lnTo>
                  <a:lnTo>
                    <a:pt x="96" y="40"/>
                  </a:lnTo>
                  <a:lnTo>
                    <a:pt x="96" y="40"/>
                  </a:lnTo>
                  <a:lnTo>
                    <a:pt x="96" y="40"/>
                  </a:lnTo>
                  <a:lnTo>
                    <a:pt x="96" y="40"/>
                  </a:lnTo>
                  <a:lnTo>
                    <a:pt x="96" y="40"/>
                  </a:lnTo>
                  <a:lnTo>
                    <a:pt x="92" y="44"/>
                  </a:lnTo>
                  <a:lnTo>
                    <a:pt x="92" y="44"/>
                  </a:lnTo>
                  <a:lnTo>
                    <a:pt x="92" y="44"/>
                  </a:lnTo>
                  <a:lnTo>
                    <a:pt x="92" y="44"/>
                  </a:lnTo>
                  <a:lnTo>
                    <a:pt x="92" y="48"/>
                  </a:lnTo>
                  <a:lnTo>
                    <a:pt x="90" y="48"/>
                  </a:lnTo>
                  <a:lnTo>
                    <a:pt x="90" y="48"/>
                  </a:lnTo>
                  <a:lnTo>
                    <a:pt x="90" y="48"/>
                  </a:lnTo>
                  <a:lnTo>
                    <a:pt x="86" y="48"/>
                  </a:lnTo>
                  <a:lnTo>
                    <a:pt x="82" y="48"/>
                  </a:lnTo>
                  <a:lnTo>
                    <a:pt x="78" y="48"/>
                  </a:lnTo>
                  <a:lnTo>
                    <a:pt x="78" y="48"/>
                  </a:lnTo>
                  <a:lnTo>
                    <a:pt x="78" y="48"/>
                  </a:lnTo>
                  <a:lnTo>
                    <a:pt x="78" y="48"/>
                  </a:lnTo>
                  <a:lnTo>
                    <a:pt x="74" y="48"/>
                  </a:lnTo>
                  <a:lnTo>
                    <a:pt x="74" y="52"/>
                  </a:lnTo>
                  <a:lnTo>
                    <a:pt x="74" y="52"/>
                  </a:lnTo>
                  <a:lnTo>
                    <a:pt x="74" y="52"/>
                  </a:lnTo>
                  <a:lnTo>
                    <a:pt x="70" y="52"/>
                  </a:lnTo>
                  <a:lnTo>
                    <a:pt x="70" y="52"/>
                  </a:lnTo>
                  <a:lnTo>
                    <a:pt x="66" y="52"/>
                  </a:lnTo>
                  <a:lnTo>
                    <a:pt x="66" y="52"/>
                  </a:lnTo>
                  <a:lnTo>
                    <a:pt x="66" y="52"/>
                  </a:lnTo>
                  <a:lnTo>
                    <a:pt x="64" y="52"/>
                  </a:lnTo>
                  <a:lnTo>
                    <a:pt x="64" y="52"/>
                  </a:lnTo>
                  <a:lnTo>
                    <a:pt x="64" y="52"/>
                  </a:lnTo>
                  <a:lnTo>
                    <a:pt x="60" y="52"/>
                  </a:lnTo>
                  <a:lnTo>
                    <a:pt x="60" y="52"/>
                  </a:lnTo>
                  <a:lnTo>
                    <a:pt x="60" y="52"/>
                  </a:lnTo>
                  <a:lnTo>
                    <a:pt x="56" y="52"/>
                  </a:lnTo>
                  <a:lnTo>
                    <a:pt x="56" y="52"/>
                  </a:lnTo>
                  <a:lnTo>
                    <a:pt x="52" y="52"/>
                  </a:lnTo>
                  <a:lnTo>
                    <a:pt x="48" y="48"/>
                  </a:lnTo>
                  <a:lnTo>
                    <a:pt x="44" y="48"/>
                  </a:lnTo>
                  <a:lnTo>
                    <a:pt x="44" y="48"/>
                  </a:lnTo>
                  <a:lnTo>
                    <a:pt x="44" y="48"/>
                  </a:lnTo>
                  <a:lnTo>
                    <a:pt x="44" y="48"/>
                  </a:lnTo>
                  <a:lnTo>
                    <a:pt x="44" y="48"/>
                  </a:lnTo>
                  <a:lnTo>
                    <a:pt x="44" y="48"/>
                  </a:lnTo>
                  <a:lnTo>
                    <a:pt x="44" y="48"/>
                  </a:lnTo>
                  <a:lnTo>
                    <a:pt x="40" y="48"/>
                  </a:lnTo>
                  <a:lnTo>
                    <a:pt x="40" y="48"/>
                  </a:lnTo>
                  <a:lnTo>
                    <a:pt x="40" y="48"/>
                  </a:lnTo>
                  <a:lnTo>
                    <a:pt x="40" y="48"/>
                  </a:lnTo>
                  <a:lnTo>
                    <a:pt x="40" y="44"/>
                  </a:lnTo>
                  <a:lnTo>
                    <a:pt x="38" y="44"/>
                  </a:lnTo>
                  <a:lnTo>
                    <a:pt x="38" y="44"/>
                  </a:lnTo>
                  <a:lnTo>
                    <a:pt x="38" y="44"/>
                  </a:lnTo>
                  <a:lnTo>
                    <a:pt x="38" y="40"/>
                  </a:lnTo>
                  <a:lnTo>
                    <a:pt x="38" y="40"/>
                  </a:lnTo>
                  <a:lnTo>
                    <a:pt x="38" y="40"/>
                  </a:lnTo>
                  <a:lnTo>
                    <a:pt x="38" y="40"/>
                  </a:lnTo>
                  <a:lnTo>
                    <a:pt x="38" y="40"/>
                  </a:lnTo>
                  <a:lnTo>
                    <a:pt x="38" y="40"/>
                  </a:lnTo>
                  <a:lnTo>
                    <a:pt x="38" y="40"/>
                  </a:lnTo>
                  <a:lnTo>
                    <a:pt x="38" y="40"/>
                  </a:lnTo>
                  <a:lnTo>
                    <a:pt x="38" y="40"/>
                  </a:lnTo>
                  <a:lnTo>
                    <a:pt x="34" y="40"/>
                  </a:lnTo>
                  <a:lnTo>
                    <a:pt x="34" y="40"/>
                  </a:lnTo>
                  <a:lnTo>
                    <a:pt x="30" y="40"/>
                  </a:lnTo>
                  <a:lnTo>
                    <a:pt x="30" y="40"/>
                  </a:lnTo>
                  <a:lnTo>
                    <a:pt x="30" y="40"/>
                  </a:lnTo>
                  <a:lnTo>
                    <a:pt x="22" y="40"/>
                  </a:lnTo>
                  <a:lnTo>
                    <a:pt x="22" y="44"/>
                  </a:lnTo>
                  <a:lnTo>
                    <a:pt x="22" y="44"/>
                  </a:lnTo>
                  <a:lnTo>
                    <a:pt x="22" y="44"/>
                  </a:lnTo>
                  <a:lnTo>
                    <a:pt x="22" y="44"/>
                  </a:lnTo>
                  <a:lnTo>
                    <a:pt x="22" y="44"/>
                  </a:lnTo>
                  <a:lnTo>
                    <a:pt x="18" y="48"/>
                  </a:lnTo>
                  <a:lnTo>
                    <a:pt x="18" y="44"/>
                  </a:lnTo>
                  <a:lnTo>
                    <a:pt x="18" y="44"/>
                  </a:lnTo>
                  <a:lnTo>
                    <a:pt x="18" y="44"/>
                  </a:lnTo>
                  <a:lnTo>
                    <a:pt x="18" y="44"/>
                  </a:lnTo>
                  <a:lnTo>
                    <a:pt x="14" y="44"/>
                  </a:lnTo>
                  <a:lnTo>
                    <a:pt x="14" y="44"/>
                  </a:lnTo>
                  <a:lnTo>
                    <a:pt x="14" y="44"/>
                  </a:lnTo>
                  <a:lnTo>
                    <a:pt x="14" y="44"/>
                  </a:lnTo>
                  <a:lnTo>
                    <a:pt x="14" y="44"/>
                  </a:lnTo>
                  <a:lnTo>
                    <a:pt x="14" y="44"/>
                  </a:lnTo>
                  <a:lnTo>
                    <a:pt x="14" y="44"/>
                  </a:lnTo>
                  <a:lnTo>
                    <a:pt x="14"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5" name="Freeform 90"/>
            <p:cNvSpPr>
              <a:spLocks noChangeAspect="1"/>
            </p:cNvSpPr>
            <p:nvPr/>
          </p:nvSpPr>
          <p:spPr bwMode="gray">
            <a:xfrm>
              <a:off x="5370423" y="2700438"/>
              <a:ext cx="233061" cy="187840"/>
            </a:xfrm>
            <a:custGeom>
              <a:avLst/>
              <a:gdLst>
                <a:gd name="T0" fmla="*/ 26 w 134"/>
                <a:gd name="T1" fmla="*/ 94 h 108"/>
                <a:gd name="T2" fmla="*/ 14 w 134"/>
                <a:gd name="T3" fmla="*/ 98 h 108"/>
                <a:gd name="T4" fmla="*/ 12 w 134"/>
                <a:gd name="T5" fmla="*/ 100 h 108"/>
                <a:gd name="T6" fmla="*/ 4 w 134"/>
                <a:gd name="T7" fmla="*/ 100 h 108"/>
                <a:gd name="T8" fmla="*/ 8 w 134"/>
                <a:gd name="T9" fmla="*/ 90 h 108"/>
                <a:gd name="T10" fmla="*/ 0 w 134"/>
                <a:gd name="T11" fmla="*/ 82 h 108"/>
                <a:gd name="T12" fmla="*/ 8 w 134"/>
                <a:gd name="T13" fmla="*/ 78 h 108"/>
                <a:gd name="T14" fmla="*/ 12 w 134"/>
                <a:gd name="T15" fmla="*/ 74 h 108"/>
                <a:gd name="T16" fmla="*/ 8 w 134"/>
                <a:gd name="T17" fmla="*/ 60 h 108"/>
                <a:gd name="T18" fmla="*/ 4 w 134"/>
                <a:gd name="T19" fmla="*/ 52 h 108"/>
                <a:gd name="T20" fmla="*/ 8 w 134"/>
                <a:gd name="T21" fmla="*/ 48 h 108"/>
                <a:gd name="T22" fmla="*/ 14 w 134"/>
                <a:gd name="T23" fmla="*/ 48 h 108"/>
                <a:gd name="T24" fmla="*/ 18 w 134"/>
                <a:gd name="T25" fmla="*/ 48 h 108"/>
                <a:gd name="T26" fmla="*/ 22 w 134"/>
                <a:gd name="T27" fmla="*/ 44 h 108"/>
                <a:gd name="T28" fmla="*/ 30 w 134"/>
                <a:gd name="T29" fmla="*/ 44 h 108"/>
                <a:gd name="T30" fmla="*/ 34 w 134"/>
                <a:gd name="T31" fmla="*/ 44 h 108"/>
                <a:gd name="T32" fmla="*/ 38 w 134"/>
                <a:gd name="T33" fmla="*/ 40 h 108"/>
                <a:gd name="T34" fmla="*/ 38 w 134"/>
                <a:gd name="T35" fmla="*/ 38 h 108"/>
                <a:gd name="T36" fmla="*/ 38 w 134"/>
                <a:gd name="T37" fmla="*/ 30 h 108"/>
                <a:gd name="T38" fmla="*/ 44 w 134"/>
                <a:gd name="T39" fmla="*/ 22 h 108"/>
                <a:gd name="T40" fmla="*/ 48 w 134"/>
                <a:gd name="T41" fmla="*/ 18 h 108"/>
                <a:gd name="T42" fmla="*/ 48 w 134"/>
                <a:gd name="T43" fmla="*/ 10 h 108"/>
                <a:gd name="T44" fmla="*/ 52 w 134"/>
                <a:gd name="T45" fmla="*/ 10 h 108"/>
                <a:gd name="T46" fmla="*/ 64 w 134"/>
                <a:gd name="T47" fmla="*/ 10 h 108"/>
                <a:gd name="T48" fmla="*/ 68 w 134"/>
                <a:gd name="T49" fmla="*/ 4 h 108"/>
                <a:gd name="T50" fmla="*/ 74 w 134"/>
                <a:gd name="T51" fmla="*/ 4 h 108"/>
                <a:gd name="T52" fmla="*/ 78 w 134"/>
                <a:gd name="T53" fmla="*/ 8 h 108"/>
                <a:gd name="T54" fmla="*/ 88 w 134"/>
                <a:gd name="T55" fmla="*/ 8 h 108"/>
                <a:gd name="T56" fmla="*/ 96 w 134"/>
                <a:gd name="T57" fmla="*/ 8 h 108"/>
                <a:gd name="T58" fmla="*/ 108 w 134"/>
                <a:gd name="T59" fmla="*/ 14 h 108"/>
                <a:gd name="T60" fmla="*/ 108 w 134"/>
                <a:gd name="T61" fmla="*/ 18 h 108"/>
                <a:gd name="T62" fmla="*/ 112 w 134"/>
                <a:gd name="T63" fmla="*/ 26 h 108"/>
                <a:gd name="T64" fmla="*/ 108 w 134"/>
                <a:gd name="T65" fmla="*/ 34 h 108"/>
                <a:gd name="T66" fmla="*/ 112 w 134"/>
                <a:gd name="T67" fmla="*/ 38 h 108"/>
                <a:gd name="T68" fmla="*/ 118 w 134"/>
                <a:gd name="T69" fmla="*/ 44 h 108"/>
                <a:gd name="T70" fmla="*/ 122 w 134"/>
                <a:gd name="T71" fmla="*/ 52 h 108"/>
                <a:gd name="T72" fmla="*/ 130 w 134"/>
                <a:gd name="T73" fmla="*/ 56 h 108"/>
                <a:gd name="T74" fmla="*/ 134 w 134"/>
                <a:gd name="T75" fmla="*/ 60 h 108"/>
                <a:gd name="T76" fmla="*/ 130 w 134"/>
                <a:gd name="T77" fmla="*/ 68 h 108"/>
                <a:gd name="T78" fmla="*/ 122 w 134"/>
                <a:gd name="T79" fmla="*/ 68 h 108"/>
                <a:gd name="T80" fmla="*/ 114 w 134"/>
                <a:gd name="T81" fmla="*/ 70 h 108"/>
                <a:gd name="T82" fmla="*/ 118 w 134"/>
                <a:gd name="T83" fmla="*/ 74 h 108"/>
                <a:gd name="T84" fmla="*/ 118 w 134"/>
                <a:gd name="T85" fmla="*/ 86 h 108"/>
                <a:gd name="T86" fmla="*/ 118 w 134"/>
                <a:gd name="T87" fmla="*/ 90 h 108"/>
                <a:gd name="T88" fmla="*/ 112 w 134"/>
                <a:gd name="T89" fmla="*/ 90 h 108"/>
                <a:gd name="T90" fmla="*/ 104 w 134"/>
                <a:gd name="T91" fmla="*/ 94 h 108"/>
                <a:gd name="T92" fmla="*/ 104 w 134"/>
                <a:gd name="T93" fmla="*/ 104 h 108"/>
                <a:gd name="T94" fmla="*/ 96 w 134"/>
                <a:gd name="T95" fmla="*/ 100 h 108"/>
                <a:gd name="T96" fmla="*/ 92 w 134"/>
                <a:gd name="T97" fmla="*/ 104 h 108"/>
                <a:gd name="T98" fmla="*/ 84 w 134"/>
                <a:gd name="T99" fmla="*/ 100 h 108"/>
                <a:gd name="T100" fmla="*/ 78 w 134"/>
                <a:gd name="T101" fmla="*/ 100 h 108"/>
                <a:gd name="T102" fmla="*/ 78 w 134"/>
                <a:gd name="T103" fmla="*/ 100 h 108"/>
                <a:gd name="T104" fmla="*/ 70 w 134"/>
                <a:gd name="T105" fmla="*/ 100 h 108"/>
                <a:gd name="T106" fmla="*/ 68 w 134"/>
                <a:gd name="T107" fmla="*/ 100 h 108"/>
                <a:gd name="T108" fmla="*/ 64 w 134"/>
                <a:gd name="T109" fmla="*/ 100 h 108"/>
                <a:gd name="T110" fmla="*/ 60 w 134"/>
                <a:gd name="T111" fmla="*/ 100 h 108"/>
                <a:gd name="T112" fmla="*/ 52 w 134"/>
                <a:gd name="T113" fmla="*/ 98 h 108"/>
                <a:gd name="T114" fmla="*/ 48 w 134"/>
                <a:gd name="T115" fmla="*/ 94 h 108"/>
                <a:gd name="T116" fmla="*/ 44 w 134"/>
                <a:gd name="T117" fmla="*/ 94 h 108"/>
                <a:gd name="T118" fmla="*/ 38 w 134"/>
                <a:gd name="T119" fmla="*/ 94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4" h="108">
                  <a:moveTo>
                    <a:pt x="34" y="94"/>
                  </a:moveTo>
                  <a:lnTo>
                    <a:pt x="34" y="94"/>
                  </a:lnTo>
                  <a:lnTo>
                    <a:pt x="30" y="94"/>
                  </a:lnTo>
                  <a:lnTo>
                    <a:pt x="30" y="94"/>
                  </a:lnTo>
                  <a:lnTo>
                    <a:pt x="30" y="94"/>
                  </a:lnTo>
                  <a:lnTo>
                    <a:pt x="30" y="94"/>
                  </a:lnTo>
                  <a:lnTo>
                    <a:pt x="30" y="94"/>
                  </a:lnTo>
                  <a:lnTo>
                    <a:pt x="26" y="94"/>
                  </a:lnTo>
                  <a:lnTo>
                    <a:pt x="26" y="94"/>
                  </a:lnTo>
                  <a:lnTo>
                    <a:pt x="26" y="94"/>
                  </a:lnTo>
                  <a:lnTo>
                    <a:pt x="22" y="94"/>
                  </a:lnTo>
                  <a:lnTo>
                    <a:pt x="22" y="94"/>
                  </a:lnTo>
                  <a:lnTo>
                    <a:pt x="22" y="94"/>
                  </a:lnTo>
                  <a:lnTo>
                    <a:pt x="18" y="94"/>
                  </a:lnTo>
                  <a:lnTo>
                    <a:pt x="14" y="94"/>
                  </a:lnTo>
                  <a:lnTo>
                    <a:pt x="14" y="98"/>
                  </a:lnTo>
                  <a:lnTo>
                    <a:pt x="14" y="98"/>
                  </a:lnTo>
                  <a:lnTo>
                    <a:pt x="14" y="98"/>
                  </a:lnTo>
                  <a:lnTo>
                    <a:pt x="12" y="100"/>
                  </a:lnTo>
                  <a:lnTo>
                    <a:pt x="12" y="100"/>
                  </a:lnTo>
                  <a:lnTo>
                    <a:pt x="12" y="100"/>
                  </a:lnTo>
                  <a:lnTo>
                    <a:pt x="12" y="100"/>
                  </a:lnTo>
                  <a:lnTo>
                    <a:pt x="12" y="100"/>
                  </a:lnTo>
                  <a:lnTo>
                    <a:pt x="12" y="100"/>
                  </a:lnTo>
                  <a:lnTo>
                    <a:pt x="12" y="100"/>
                  </a:lnTo>
                  <a:lnTo>
                    <a:pt x="8" y="98"/>
                  </a:lnTo>
                  <a:lnTo>
                    <a:pt x="8" y="100"/>
                  </a:lnTo>
                  <a:lnTo>
                    <a:pt x="8" y="100"/>
                  </a:lnTo>
                  <a:lnTo>
                    <a:pt x="8" y="100"/>
                  </a:lnTo>
                  <a:lnTo>
                    <a:pt x="8" y="100"/>
                  </a:lnTo>
                  <a:lnTo>
                    <a:pt x="8" y="100"/>
                  </a:lnTo>
                  <a:lnTo>
                    <a:pt x="4" y="100"/>
                  </a:lnTo>
                  <a:lnTo>
                    <a:pt x="4" y="100"/>
                  </a:lnTo>
                  <a:lnTo>
                    <a:pt x="4" y="98"/>
                  </a:lnTo>
                  <a:lnTo>
                    <a:pt x="4" y="98"/>
                  </a:lnTo>
                  <a:lnTo>
                    <a:pt x="4" y="98"/>
                  </a:lnTo>
                  <a:lnTo>
                    <a:pt x="4" y="98"/>
                  </a:lnTo>
                  <a:lnTo>
                    <a:pt x="8" y="94"/>
                  </a:lnTo>
                  <a:lnTo>
                    <a:pt x="8" y="94"/>
                  </a:lnTo>
                  <a:lnTo>
                    <a:pt x="8" y="90"/>
                  </a:lnTo>
                  <a:lnTo>
                    <a:pt x="8" y="90"/>
                  </a:lnTo>
                  <a:lnTo>
                    <a:pt x="8" y="90"/>
                  </a:lnTo>
                  <a:lnTo>
                    <a:pt x="4" y="86"/>
                  </a:lnTo>
                  <a:lnTo>
                    <a:pt x="0" y="86"/>
                  </a:lnTo>
                  <a:lnTo>
                    <a:pt x="0" y="86"/>
                  </a:lnTo>
                  <a:lnTo>
                    <a:pt x="0" y="86"/>
                  </a:lnTo>
                  <a:lnTo>
                    <a:pt x="0" y="86"/>
                  </a:lnTo>
                  <a:lnTo>
                    <a:pt x="0" y="82"/>
                  </a:lnTo>
                  <a:lnTo>
                    <a:pt x="4" y="82"/>
                  </a:lnTo>
                  <a:lnTo>
                    <a:pt x="4" y="82"/>
                  </a:lnTo>
                  <a:lnTo>
                    <a:pt x="4" y="78"/>
                  </a:lnTo>
                  <a:lnTo>
                    <a:pt x="4" y="78"/>
                  </a:lnTo>
                  <a:lnTo>
                    <a:pt x="4" y="78"/>
                  </a:lnTo>
                  <a:lnTo>
                    <a:pt x="8" y="78"/>
                  </a:lnTo>
                  <a:lnTo>
                    <a:pt x="8" y="78"/>
                  </a:lnTo>
                  <a:lnTo>
                    <a:pt x="8" y="78"/>
                  </a:lnTo>
                  <a:lnTo>
                    <a:pt x="8" y="78"/>
                  </a:lnTo>
                  <a:lnTo>
                    <a:pt x="8" y="78"/>
                  </a:lnTo>
                  <a:lnTo>
                    <a:pt x="8" y="78"/>
                  </a:lnTo>
                  <a:lnTo>
                    <a:pt x="12" y="78"/>
                  </a:lnTo>
                  <a:lnTo>
                    <a:pt x="12" y="78"/>
                  </a:lnTo>
                  <a:lnTo>
                    <a:pt x="12" y="74"/>
                  </a:lnTo>
                  <a:lnTo>
                    <a:pt x="12" y="74"/>
                  </a:lnTo>
                  <a:lnTo>
                    <a:pt x="12" y="74"/>
                  </a:lnTo>
                  <a:lnTo>
                    <a:pt x="12" y="74"/>
                  </a:lnTo>
                  <a:lnTo>
                    <a:pt x="12" y="74"/>
                  </a:lnTo>
                  <a:lnTo>
                    <a:pt x="12" y="70"/>
                  </a:lnTo>
                  <a:lnTo>
                    <a:pt x="12" y="70"/>
                  </a:lnTo>
                  <a:lnTo>
                    <a:pt x="12" y="68"/>
                  </a:lnTo>
                  <a:lnTo>
                    <a:pt x="8" y="64"/>
                  </a:lnTo>
                  <a:lnTo>
                    <a:pt x="8" y="60"/>
                  </a:lnTo>
                  <a:lnTo>
                    <a:pt x="8" y="60"/>
                  </a:lnTo>
                  <a:lnTo>
                    <a:pt x="8" y="60"/>
                  </a:lnTo>
                  <a:lnTo>
                    <a:pt x="8" y="56"/>
                  </a:lnTo>
                  <a:lnTo>
                    <a:pt x="8" y="56"/>
                  </a:lnTo>
                  <a:lnTo>
                    <a:pt x="8" y="56"/>
                  </a:lnTo>
                  <a:lnTo>
                    <a:pt x="8" y="56"/>
                  </a:lnTo>
                  <a:lnTo>
                    <a:pt x="4" y="56"/>
                  </a:lnTo>
                  <a:lnTo>
                    <a:pt x="4" y="52"/>
                  </a:lnTo>
                  <a:lnTo>
                    <a:pt x="4" y="52"/>
                  </a:lnTo>
                  <a:lnTo>
                    <a:pt x="4" y="48"/>
                  </a:lnTo>
                  <a:lnTo>
                    <a:pt x="4" y="48"/>
                  </a:lnTo>
                  <a:lnTo>
                    <a:pt x="4" y="48"/>
                  </a:lnTo>
                  <a:lnTo>
                    <a:pt x="4" y="48"/>
                  </a:lnTo>
                  <a:lnTo>
                    <a:pt x="4" y="48"/>
                  </a:lnTo>
                  <a:lnTo>
                    <a:pt x="4" y="48"/>
                  </a:lnTo>
                  <a:lnTo>
                    <a:pt x="8" y="48"/>
                  </a:lnTo>
                  <a:lnTo>
                    <a:pt x="8" y="48"/>
                  </a:lnTo>
                  <a:lnTo>
                    <a:pt x="8" y="48"/>
                  </a:lnTo>
                  <a:lnTo>
                    <a:pt x="12" y="48"/>
                  </a:lnTo>
                  <a:lnTo>
                    <a:pt x="12" y="48"/>
                  </a:lnTo>
                  <a:lnTo>
                    <a:pt x="12" y="48"/>
                  </a:lnTo>
                  <a:lnTo>
                    <a:pt x="12" y="48"/>
                  </a:lnTo>
                  <a:lnTo>
                    <a:pt x="14" y="48"/>
                  </a:lnTo>
                  <a:lnTo>
                    <a:pt x="14" y="48"/>
                  </a:lnTo>
                  <a:lnTo>
                    <a:pt x="14" y="48"/>
                  </a:lnTo>
                  <a:lnTo>
                    <a:pt x="14" y="48"/>
                  </a:lnTo>
                  <a:lnTo>
                    <a:pt x="14" y="48"/>
                  </a:lnTo>
                  <a:lnTo>
                    <a:pt x="14" y="48"/>
                  </a:lnTo>
                  <a:lnTo>
                    <a:pt x="14" y="52"/>
                  </a:lnTo>
                  <a:lnTo>
                    <a:pt x="18" y="52"/>
                  </a:lnTo>
                  <a:lnTo>
                    <a:pt x="18" y="48"/>
                  </a:lnTo>
                  <a:lnTo>
                    <a:pt x="18" y="48"/>
                  </a:lnTo>
                  <a:lnTo>
                    <a:pt x="18" y="48"/>
                  </a:lnTo>
                  <a:lnTo>
                    <a:pt x="22" y="48"/>
                  </a:lnTo>
                  <a:lnTo>
                    <a:pt x="22" y="48"/>
                  </a:lnTo>
                  <a:lnTo>
                    <a:pt x="22" y="48"/>
                  </a:lnTo>
                  <a:lnTo>
                    <a:pt x="22" y="48"/>
                  </a:lnTo>
                  <a:lnTo>
                    <a:pt x="22" y="48"/>
                  </a:lnTo>
                  <a:lnTo>
                    <a:pt x="22" y="48"/>
                  </a:lnTo>
                  <a:lnTo>
                    <a:pt x="22" y="44"/>
                  </a:lnTo>
                  <a:lnTo>
                    <a:pt x="22" y="44"/>
                  </a:lnTo>
                  <a:lnTo>
                    <a:pt x="26" y="44"/>
                  </a:lnTo>
                  <a:lnTo>
                    <a:pt x="26" y="44"/>
                  </a:lnTo>
                  <a:lnTo>
                    <a:pt x="26" y="44"/>
                  </a:lnTo>
                  <a:lnTo>
                    <a:pt x="26" y="44"/>
                  </a:lnTo>
                  <a:lnTo>
                    <a:pt x="26" y="44"/>
                  </a:lnTo>
                  <a:lnTo>
                    <a:pt x="26" y="44"/>
                  </a:lnTo>
                  <a:lnTo>
                    <a:pt x="30" y="44"/>
                  </a:lnTo>
                  <a:lnTo>
                    <a:pt x="30" y="44"/>
                  </a:lnTo>
                  <a:lnTo>
                    <a:pt x="30" y="44"/>
                  </a:lnTo>
                  <a:lnTo>
                    <a:pt x="30" y="44"/>
                  </a:lnTo>
                  <a:lnTo>
                    <a:pt x="30" y="44"/>
                  </a:lnTo>
                  <a:lnTo>
                    <a:pt x="30" y="40"/>
                  </a:lnTo>
                  <a:lnTo>
                    <a:pt x="34" y="40"/>
                  </a:lnTo>
                  <a:lnTo>
                    <a:pt x="34" y="40"/>
                  </a:lnTo>
                  <a:lnTo>
                    <a:pt x="34" y="40"/>
                  </a:lnTo>
                  <a:lnTo>
                    <a:pt x="34" y="44"/>
                  </a:lnTo>
                  <a:lnTo>
                    <a:pt x="34" y="44"/>
                  </a:lnTo>
                  <a:lnTo>
                    <a:pt x="34" y="44"/>
                  </a:lnTo>
                  <a:lnTo>
                    <a:pt x="34" y="44"/>
                  </a:lnTo>
                  <a:lnTo>
                    <a:pt x="34" y="44"/>
                  </a:lnTo>
                  <a:lnTo>
                    <a:pt x="38" y="44"/>
                  </a:lnTo>
                  <a:lnTo>
                    <a:pt x="38" y="44"/>
                  </a:lnTo>
                  <a:lnTo>
                    <a:pt x="38" y="44"/>
                  </a:lnTo>
                  <a:lnTo>
                    <a:pt x="38" y="40"/>
                  </a:lnTo>
                  <a:lnTo>
                    <a:pt x="34" y="40"/>
                  </a:lnTo>
                  <a:lnTo>
                    <a:pt x="34" y="40"/>
                  </a:lnTo>
                  <a:lnTo>
                    <a:pt x="34" y="40"/>
                  </a:lnTo>
                  <a:lnTo>
                    <a:pt x="34" y="40"/>
                  </a:lnTo>
                  <a:lnTo>
                    <a:pt x="34" y="40"/>
                  </a:lnTo>
                  <a:lnTo>
                    <a:pt x="34" y="40"/>
                  </a:lnTo>
                  <a:lnTo>
                    <a:pt x="34" y="38"/>
                  </a:lnTo>
                  <a:lnTo>
                    <a:pt x="38" y="38"/>
                  </a:lnTo>
                  <a:lnTo>
                    <a:pt x="38" y="38"/>
                  </a:lnTo>
                  <a:lnTo>
                    <a:pt x="38" y="38"/>
                  </a:lnTo>
                  <a:lnTo>
                    <a:pt x="38" y="34"/>
                  </a:lnTo>
                  <a:lnTo>
                    <a:pt x="38" y="34"/>
                  </a:lnTo>
                  <a:lnTo>
                    <a:pt x="38" y="34"/>
                  </a:lnTo>
                  <a:lnTo>
                    <a:pt x="38" y="30"/>
                  </a:lnTo>
                  <a:lnTo>
                    <a:pt x="38" y="30"/>
                  </a:lnTo>
                  <a:lnTo>
                    <a:pt x="38" y="30"/>
                  </a:lnTo>
                  <a:lnTo>
                    <a:pt x="38" y="30"/>
                  </a:lnTo>
                  <a:lnTo>
                    <a:pt x="38" y="30"/>
                  </a:lnTo>
                  <a:lnTo>
                    <a:pt x="42" y="26"/>
                  </a:lnTo>
                  <a:lnTo>
                    <a:pt x="42" y="26"/>
                  </a:lnTo>
                  <a:lnTo>
                    <a:pt x="42" y="26"/>
                  </a:lnTo>
                  <a:lnTo>
                    <a:pt x="44" y="26"/>
                  </a:lnTo>
                  <a:lnTo>
                    <a:pt x="44" y="26"/>
                  </a:lnTo>
                  <a:lnTo>
                    <a:pt x="44" y="22"/>
                  </a:lnTo>
                  <a:lnTo>
                    <a:pt x="44" y="22"/>
                  </a:lnTo>
                  <a:lnTo>
                    <a:pt x="48" y="22"/>
                  </a:lnTo>
                  <a:lnTo>
                    <a:pt x="48" y="22"/>
                  </a:lnTo>
                  <a:lnTo>
                    <a:pt x="52" y="22"/>
                  </a:lnTo>
                  <a:lnTo>
                    <a:pt x="52" y="22"/>
                  </a:lnTo>
                  <a:lnTo>
                    <a:pt x="52" y="22"/>
                  </a:lnTo>
                  <a:lnTo>
                    <a:pt x="52" y="18"/>
                  </a:lnTo>
                  <a:lnTo>
                    <a:pt x="48" y="18"/>
                  </a:lnTo>
                  <a:lnTo>
                    <a:pt x="48" y="18"/>
                  </a:lnTo>
                  <a:lnTo>
                    <a:pt x="48" y="18"/>
                  </a:lnTo>
                  <a:lnTo>
                    <a:pt x="48" y="18"/>
                  </a:lnTo>
                  <a:lnTo>
                    <a:pt x="48" y="18"/>
                  </a:lnTo>
                  <a:lnTo>
                    <a:pt x="44" y="18"/>
                  </a:lnTo>
                  <a:lnTo>
                    <a:pt x="48" y="18"/>
                  </a:lnTo>
                  <a:lnTo>
                    <a:pt x="48" y="14"/>
                  </a:lnTo>
                  <a:lnTo>
                    <a:pt x="48" y="10"/>
                  </a:lnTo>
                  <a:lnTo>
                    <a:pt x="48" y="10"/>
                  </a:lnTo>
                  <a:lnTo>
                    <a:pt x="48" y="10"/>
                  </a:lnTo>
                  <a:lnTo>
                    <a:pt x="48" y="10"/>
                  </a:lnTo>
                  <a:lnTo>
                    <a:pt x="48" y="10"/>
                  </a:lnTo>
                  <a:lnTo>
                    <a:pt x="48" y="10"/>
                  </a:lnTo>
                  <a:lnTo>
                    <a:pt x="48" y="10"/>
                  </a:lnTo>
                  <a:lnTo>
                    <a:pt x="52" y="10"/>
                  </a:lnTo>
                  <a:lnTo>
                    <a:pt x="52" y="10"/>
                  </a:lnTo>
                  <a:lnTo>
                    <a:pt x="52" y="10"/>
                  </a:lnTo>
                  <a:lnTo>
                    <a:pt x="52" y="10"/>
                  </a:lnTo>
                  <a:lnTo>
                    <a:pt x="52" y="8"/>
                  </a:lnTo>
                  <a:lnTo>
                    <a:pt x="56" y="8"/>
                  </a:lnTo>
                  <a:lnTo>
                    <a:pt x="56" y="8"/>
                  </a:lnTo>
                  <a:lnTo>
                    <a:pt x="60" y="10"/>
                  </a:lnTo>
                  <a:lnTo>
                    <a:pt x="60" y="10"/>
                  </a:lnTo>
                  <a:lnTo>
                    <a:pt x="64" y="10"/>
                  </a:lnTo>
                  <a:lnTo>
                    <a:pt x="64" y="10"/>
                  </a:lnTo>
                  <a:lnTo>
                    <a:pt x="64" y="8"/>
                  </a:lnTo>
                  <a:lnTo>
                    <a:pt x="64" y="8"/>
                  </a:lnTo>
                  <a:lnTo>
                    <a:pt x="64" y="8"/>
                  </a:lnTo>
                  <a:lnTo>
                    <a:pt x="64" y="8"/>
                  </a:lnTo>
                  <a:lnTo>
                    <a:pt x="64" y="4"/>
                  </a:lnTo>
                  <a:lnTo>
                    <a:pt x="68" y="4"/>
                  </a:lnTo>
                  <a:lnTo>
                    <a:pt x="68" y="4"/>
                  </a:lnTo>
                  <a:lnTo>
                    <a:pt x="70" y="0"/>
                  </a:lnTo>
                  <a:lnTo>
                    <a:pt x="70" y="0"/>
                  </a:lnTo>
                  <a:lnTo>
                    <a:pt x="70" y="4"/>
                  </a:lnTo>
                  <a:lnTo>
                    <a:pt x="70" y="4"/>
                  </a:lnTo>
                  <a:lnTo>
                    <a:pt x="70" y="4"/>
                  </a:lnTo>
                  <a:lnTo>
                    <a:pt x="70" y="4"/>
                  </a:lnTo>
                  <a:lnTo>
                    <a:pt x="74" y="4"/>
                  </a:lnTo>
                  <a:lnTo>
                    <a:pt x="74" y="4"/>
                  </a:lnTo>
                  <a:lnTo>
                    <a:pt x="74" y="4"/>
                  </a:lnTo>
                  <a:lnTo>
                    <a:pt x="78" y="4"/>
                  </a:lnTo>
                  <a:lnTo>
                    <a:pt x="78" y="4"/>
                  </a:lnTo>
                  <a:lnTo>
                    <a:pt x="78" y="4"/>
                  </a:lnTo>
                  <a:lnTo>
                    <a:pt x="78" y="4"/>
                  </a:lnTo>
                  <a:lnTo>
                    <a:pt x="78" y="8"/>
                  </a:lnTo>
                  <a:lnTo>
                    <a:pt x="78" y="8"/>
                  </a:lnTo>
                  <a:lnTo>
                    <a:pt x="78" y="8"/>
                  </a:lnTo>
                  <a:lnTo>
                    <a:pt x="82" y="8"/>
                  </a:lnTo>
                  <a:lnTo>
                    <a:pt x="82" y="4"/>
                  </a:lnTo>
                  <a:lnTo>
                    <a:pt x="82" y="4"/>
                  </a:lnTo>
                  <a:lnTo>
                    <a:pt x="82" y="4"/>
                  </a:lnTo>
                  <a:lnTo>
                    <a:pt x="84" y="4"/>
                  </a:lnTo>
                  <a:lnTo>
                    <a:pt x="84" y="4"/>
                  </a:lnTo>
                  <a:lnTo>
                    <a:pt x="88" y="8"/>
                  </a:lnTo>
                  <a:lnTo>
                    <a:pt x="88" y="8"/>
                  </a:lnTo>
                  <a:lnTo>
                    <a:pt x="88" y="8"/>
                  </a:lnTo>
                  <a:lnTo>
                    <a:pt x="84" y="10"/>
                  </a:lnTo>
                  <a:lnTo>
                    <a:pt x="88" y="10"/>
                  </a:lnTo>
                  <a:lnTo>
                    <a:pt x="88" y="10"/>
                  </a:lnTo>
                  <a:lnTo>
                    <a:pt x="88" y="10"/>
                  </a:lnTo>
                  <a:lnTo>
                    <a:pt x="92" y="10"/>
                  </a:lnTo>
                  <a:lnTo>
                    <a:pt x="92" y="8"/>
                  </a:lnTo>
                  <a:lnTo>
                    <a:pt x="96" y="8"/>
                  </a:lnTo>
                  <a:lnTo>
                    <a:pt x="96" y="8"/>
                  </a:lnTo>
                  <a:lnTo>
                    <a:pt x="100" y="8"/>
                  </a:lnTo>
                  <a:lnTo>
                    <a:pt x="104" y="10"/>
                  </a:lnTo>
                  <a:lnTo>
                    <a:pt x="104" y="10"/>
                  </a:lnTo>
                  <a:lnTo>
                    <a:pt x="104" y="10"/>
                  </a:lnTo>
                  <a:lnTo>
                    <a:pt x="104" y="10"/>
                  </a:lnTo>
                  <a:lnTo>
                    <a:pt x="108" y="14"/>
                  </a:lnTo>
                  <a:lnTo>
                    <a:pt x="108" y="14"/>
                  </a:lnTo>
                  <a:lnTo>
                    <a:pt x="108" y="14"/>
                  </a:lnTo>
                  <a:lnTo>
                    <a:pt x="108" y="14"/>
                  </a:lnTo>
                  <a:lnTo>
                    <a:pt x="108" y="14"/>
                  </a:lnTo>
                  <a:lnTo>
                    <a:pt x="108" y="14"/>
                  </a:lnTo>
                  <a:lnTo>
                    <a:pt x="108" y="14"/>
                  </a:lnTo>
                  <a:lnTo>
                    <a:pt x="108" y="14"/>
                  </a:lnTo>
                  <a:lnTo>
                    <a:pt x="108" y="18"/>
                  </a:lnTo>
                  <a:lnTo>
                    <a:pt x="108" y="18"/>
                  </a:lnTo>
                  <a:lnTo>
                    <a:pt x="108" y="18"/>
                  </a:lnTo>
                  <a:lnTo>
                    <a:pt x="108" y="18"/>
                  </a:lnTo>
                  <a:lnTo>
                    <a:pt x="108" y="18"/>
                  </a:lnTo>
                  <a:lnTo>
                    <a:pt x="108" y="18"/>
                  </a:lnTo>
                  <a:lnTo>
                    <a:pt x="108" y="22"/>
                  </a:lnTo>
                  <a:lnTo>
                    <a:pt x="108" y="22"/>
                  </a:lnTo>
                  <a:lnTo>
                    <a:pt x="112" y="22"/>
                  </a:lnTo>
                  <a:lnTo>
                    <a:pt x="112" y="26"/>
                  </a:lnTo>
                  <a:lnTo>
                    <a:pt x="108" y="26"/>
                  </a:lnTo>
                  <a:lnTo>
                    <a:pt x="108" y="30"/>
                  </a:lnTo>
                  <a:lnTo>
                    <a:pt x="108" y="30"/>
                  </a:lnTo>
                  <a:lnTo>
                    <a:pt x="108" y="30"/>
                  </a:lnTo>
                  <a:lnTo>
                    <a:pt x="108" y="30"/>
                  </a:lnTo>
                  <a:lnTo>
                    <a:pt x="108" y="30"/>
                  </a:lnTo>
                  <a:lnTo>
                    <a:pt x="108" y="34"/>
                  </a:lnTo>
                  <a:lnTo>
                    <a:pt x="108" y="34"/>
                  </a:lnTo>
                  <a:lnTo>
                    <a:pt x="108" y="34"/>
                  </a:lnTo>
                  <a:lnTo>
                    <a:pt x="112" y="34"/>
                  </a:lnTo>
                  <a:lnTo>
                    <a:pt x="112" y="34"/>
                  </a:lnTo>
                  <a:lnTo>
                    <a:pt x="112" y="38"/>
                  </a:lnTo>
                  <a:lnTo>
                    <a:pt x="112" y="38"/>
                  </a:lnTo>
                  <a:lnTo>
                    <a:pt x="112" y="38"/>
                  </a:lnTo>
                  <a:lnTo>
                    <a:pt x="112" y="38"/>
                  </a:lnTo>
                  <a:lnTo>
                    <a:pt x="112" y="38"/>
                  </a:lnTo>
                  <a:lnTo>
                    <a:pt x="112" y="38"/>
                  </a:lnTo>
                  <a:lnTo>
                    <a:pt x="114" y="38"/>
                  </a:lnTo>
                  <a:lnTo>
                    <a:pt x="114" y="40"/>
                  </a:lnTo>
                  <a:lnTo>
                    <a:pt x="114" y="40"/>
                  </a:lnTo>
                  <a:lnTo>
                    <a:pt x="114" y="44"/>
                  </a:lnTo>
                  <a:lnTo>
                    <a:pt x="118" y="44"/>
                  </a:lnTo>
                  <a:lnTo>
                    <a:pt x="118" y="44"/>
                  </a:lnTo>
                  <a:lnTo>
                    <a:pt x="118" y="44"/>
                  </a:lnTo>
                  <a:lnTo>
                    <a:pt x="118" y="44"/>
                  </a:lnTo>
                  <a:lnTo>
                    <a:pt x="122" y="44"/>
                  </a:lnTo>
                  <a:lnTo>
                    <a:pt x="122" y="48"/>
                  </a:lnTo>
                  <a:lnTo>
                    <a:pt x="122" y="48"/>
                  </a:lnTo>
                  <a:lnTo>
                    <a:pt x="122" y="48"/>
                  </a:lnTo>
                  <a:lnTo>
                    <a:pt x="122" y="52"/>
                  </a:lnTo>
                  <a:lnTo>
                    <a:pt x="122" y="52"/>
                  </a:lnTo>
                  <a:lnTo>
                    <a:pt x="122" y="52"/>
                  </a:lnTo>
                  <a:lnTo>
                    <a:pt x="122" y="52"/>
                  </a:lnTo>
                  <a:lnTo>
                    <a:pt x="122" y="52"/>
                  </a:lnTo>
                  <a:lnTo>
                    <a:pt x="122" y="52"/>
                  </a:lnTo>
                  <a:lnTo>
                    <a:pt x="122" y="52"/>
                  </a:lnTo>
                  <a:lnTo>
                    <a:pt x="122" y="52"/>
                  </a:lnTo>
                  <a:lnTo>
                    <a:pt x="126" y="52"/>
                  </a:lnTo>
                  <a:lnTo>
                    <a:pt x="130" y="52"/>
                  </a:lnTo>
                  <a:lnTo>
                    <a:pt x="130" y="56"/>
                  </a:lnTo>
                  <a:lnTo>
                    <a:pt x="130" y="56"/>
                  </a:lnTo>
                  <a:lnTo>
                    <a:pt x="130" y="56"/>
                  </a:lnTo>
                  <a:lnTo>
                    <a:pt x="130" y="56"/>
                  </a:lnTo>
                  <a:lnTo>
                    <a:pt x="130" y="56"/>
                  </a:lnTo>
                  <a:lnTo>
                    <a:pt x="130" y="56"/>
                  </a:lnTo>
                  <a:lnTo>
                    <a:pt x="130" y="60"/>
                  </a:lnTo>
                  <a:lnTo>
                    <a:pt x="134" y="60"/>
                  </a:lnTo>
                  <a:lnTo>
                    <a:pt x="134" y="60"/>
                  </a:lnTo>
                  <a:lnTo>
                    <a:pt x="134" y="60"/>
                  </a:lnTo>
                  <a:lnTo>
                    <a:pt x="134" y="60"/>
                  </a:lnTo>
                  <a:lnTo>
                    <a:pt x="134" y="60"/>
                  </a:lnTo>
                  <a:lnTo>
                    <a:pt x="134" y="64"/>
                  </a:lnTo>
                  <a:lnTo>
                    <a:pt x="134" y="64"/>
                  </a:lnTo>
                  <a:lnTo>
                    <a:pt x="130" y="68"/>
                  </a:lnTo>
                  <a:lnTo>
                    <a:pt x="130" y="68"/>
                  </a:lnTo>
                  <a:lnTo>
                    <a:pt x="130" y="68"/>
                  </a:lnTo>
                  <a:lnTo>
                    <a:pt x="126" y="68"/>
                  </a:lnTo>
                  <a:lnTo>
                    <a:pt x="126" y="68"/>
                  </a:lnTo>
                  <a:lnTo>
                    <a:pt x="126" y="68"/>
                  </a:lnTo>
                  <a:lnTo>
                    <a:pt x="122" y="68"/>
                  </a:lnTo>
                  <a:lnTo>
                    <a:pt x="122" y="68"/>
                  </a:lnTo>
                  <a:lnTo>
                    <a:pt x="122" y="68"/>
                  </a:lnTo>
                  <a:lnTo>
                    <a:pt x="122" y="68"/>
                  </a:lnTo>
                  <a:lnTo>
                    <a:pt x="122" y="68"/>
                  </a:lnTo>
                  <a:lnTo>
                    <a:pt x="118" y="68"/>
                  </a:lnTo>
                  <a:lnTo>
                    <a:pt x="114" y="68"/>
                  </a:lnTo>
                  <a:lnTo>
                    <a:pt x="114" y="68"/>
                  </a:lnTo>
                  <a:lnTo>
                    <a:pt x="114" y="68"/>
                  </a:lnTo>
                  <a:lnTo>
                    <a:pt x="114" y="68"/>
                  </a:lnTo>
                  <a:lnTo>
                    <a:pt x="114" y="68"/>
                  </a:lnTo>
                  <a:lnTo>
                    <a:pt x="114" y="68"/>
                  </a:lnTo>
                  <a:lnTo>
                    <a:pt x="114" y="70"/>
                  </a:lnTo>
                  <a:lnTo>
                    <a:pt x="114" y="70"/>
                  </a:lnTo>
                  <a:lnTo>
                    <a:pt x="114" y="70"/>
                  </a:lnTo>
                  <a:lnTo>
                    <a:pt x="114" y="70"/>
                  </a:lnTo>
                  <a:lnTo>
                    <a:pt x="114" y="74"/>
                  </a:lnTo>
                  <a:lnTo>
                    <a:pt x="118" y="74"/>
                  </a:lnTo>
                  <a:lnTo>
                    <a:pt x="118" y="74"/>
                  </a:lnTo>
                  <a:lnTo>
                    <a:pt x="118" y="74"/>
                  </a:lnTo>
                  <a:lnTo>
                    <a:pt x="118" y="74"/>
                  </a:lnTo>
                  <a:lnTo>
                    <a:pt x="118" y="74"/>
                  </a:lnTo>
                  <a:lnTo>
                    <a:pt x="118" y="74"/>
                  </a:lnTo>
                  <a:lnTo>
                    <a:pt x="118" y="78"/>
                  </a:lnTo>
                  <a:lnTo>
                    <a:pt x="118" y="78"/>
                  </a:lnTo>
                  <a:lnTo>
                    <a:pt x="118" y="82"/>
                  </a:lnTo>
                  <a:lnTo>
                    <a:pt x="118" y="82"/>
                  </a:lnTo>
                  <a:lnTo>
                    <a:pt x="118" y="86"/>
                  </a:lnTo>
                  <a:lnTo>
                    <a:pt x="118" y="86"/>
                  </a:lnTo>
                  <a:lnTo>
                    <a:pt x="118" y="86"/>
                  </a:lnTo>
                  <a:lnTo>
                    <a:pt x="122" y="86"/>
                  </a:lnTo>
                  <a:lnTo>
                    <a:pt x="122" y="90"/>
                  </a:lnTo>
                  <a:lnTo>
                    <a:pt x="122" y="90"/>
                  </a:lnTo>
                  <a:lnTo>
                    <a:pt x="122" y="90"/>
                  </a:lnTo>
                  <a:lnTo>
                    <a:pt x="118" y="90"/>
                  </a:lnTo>
                  <a:lnTo>
                    <a:pt x="118" y="90"/>
                  </a:lnTo>
                  <a:lnTo>
                    <a:pt x="118" y="90"/>
                  </a:lnTo>
                  <a:lnTo>
                    <a:pt x="118" y="90"/>
                  </a:lnTo>
                  <a:lnTo>
                    <a:pt x="114" y="90"/>
                  </a:lnTo>
                  <a:lnTo>
                    <a:pt x="114" y="90"/>
                  </a:lnTo>
                  <a:lnTo>
                    <a:pt x="114" y="90"/>
                  </a:lnTo>
                  <a:lnTo>
                    <a:pt x="114" y="90"/>
                  </a:lnTo>
                  <a:lnTo>
                    <a:pt x="114" y="90"/>
                  </a:lnTo>
                  <a:lnTo>
                    <a:pt x="112" y="90"/>
                  </a:lnTo>
                  <a:lnTo>
                    <a:pt x="112" y="90"/>
                  </a:lnTo>
                  <a:lnTo>
                    <a:pt x="108" y="90"/>
                  </a:lnTo>
                  <a:lnTo>
                    <a:pt x="108" y="90"/>
                  </a:lnTo>
                  <a:lnTo>
                    <a:pt x="108" y="90"/>
                  </a:lnTo>
                  <a:lnTo>
                    <a:pt x="108" y="90"/>
                  </a:lnTo>
                  <a:lnTo>
                    <a:pt x="108" y="94"/>
                  </a:lnTo>
                  <a:lnTo>
                    <a:pt x="108" y="94"/>
                  </a:lnTo>
                  <a:lnTo>
                    <a:pt x="108" y="94"/>
                  </a:lnTo>
                  <a:lnTo>
                    <a:pt x="104" y="94"/>
                  </a:lnTo>
                  <a:lnTo>
                    <a:pt x="104" y="98"/>
                  </a:lnTo>
                  <a:lnTo>
                    <a:pt x="104" y="98"/>
                  </a:lnTo>
                  <a:lnTo>
                    <a:pt x="104" y="98"/>
                  </a:lnTo>
                  <a:lnTo>
                    <a:pt x="104" y="100"/>
                  </a:lnTo>
                  <a:lnTo>
                    <a:pt x="104" y="100"/>
                  </a:lnTo>
                  <a:lnTo>
                    <a:pt x="104" y="104"/>
                  </a:lnTo>
                  <a:lnTo>
                    <a:pt x="104" y="104"/>
                  </a:lnTo>
                  <a:lnTo>
                    <a:pt x="104" y="104"/>
                  </a:lnTo>
                  <a:lnTo>
                    <a:pt x="104" y="104"/>
                  </a:lnTo>
                  <a:lnTo>
                    <a:pt x="104" y="108"/>
                  </a:lnTo>
                  <a:lnTo>
                    <a:pt x="104" y="104"/>
                  </a:lnTo>
                  <a:lnTo>
                    <a:pt x="100" y="104"/>
                  </a:lnTo>
                  <a:lnTo>
                    <a:pt x="100" y="104"/>
                  </a:lnTo>
                  <a:lnTo>
                    <a:pt x="100" y="100"/>
                  </a:lnTo>
                  <a:lnTo>
                    <a:pt x="100" y="100"/>
                  </a:lnTo>
                  <a:lnTo>
                    <a:pt x="96" y="100"/>
                  </a:lnTo>
                  <a:lnTo>
                    <a:pt x="96" y="100"/>
                  </a:lnTo>
                  <a:lnTo>
                    <a:pt x="96" y="100"/>
                  </a:lnTo>
                  <a:lnTo>
                    <a:pt x="96" y="100"/>
                  </a:lnTo>
                  <a:lnTo>
                    <a:pt x="96" y="100"/>
                  </a:lnTo>
                  <a:lnTo>
                    <a:pt x="92" y="104"/>
                  </a:lnTo>
                  <a:lnTo>
                    <a:pt x="92" y="104"/>
                  </a:lnTo>
                  <a:lnTo>
                    <a:pt x="92" y="104"/>
                  </a:lnTo>
                  <a:lnTo>
                    <a:pt x="92" y="104"/>
                  </a:lnTo>
                  <a:lnTo>
                    <a:pt x="92" y="100"/>
                  </a:lnTo>
                  <a:lnTo>
                    <a:pt x="92" y="100"/>
                  </a:lnTo>
                  <a:lnTo>
                    <a:pt x="88" y="100"/>
                  </a:lnTo>
                  <a:lnTo>
                    <a:pt x="88" y="104"/>
                  </a:lnTo>
                  <a:lnTo>
                    <a:pt x="84" y="104"/>
                  </a:lnTo>
                  <a:lnTo>
                    <a:pt x="84" y="104"/>
                  </a:lnTo>
                  <a:lnTo>
                    <a:pt x="84" y="104"/>
                  </a:lnTo>
                  <a:lnTo>
                    <a:pt x="84" y="100"/>
                  </a:lnTo>
                  <a:lnTo>
                    <a:pt x="84" y="100"/>
                  </a:lnTo>
                  <a:lnTo>
                    <a:pt x="84" y="100"/>
                  </a:lnTo>
                  <a:lnTo>
                    <a:pt x="84" y="100"/>
                  </a:lnTo>
                  <a:lnTo>
                    <a:pt x="84" y="100"/>
                  </a:lnTo>
                  <a:lnTo>
                    <a:pt x="82" y="100"/>
                  </a:lnTo>
                  <a:lnTo>
                    <a:pt x="82" y="100"/>
                  </a:lnTo>
                  <a:lnTo>
                    <a:pt x="78" y="100"/>
                  </a:lnTo>
                  <a:lnTo>
                    <a:pt x="78" y="100"/>
                  </a:lnTo>
                  <a:lnTo>
                    <a:pt x="78" y="100"/>
                  </a:lnTo>
                  <a:lnTo>
                    <a:pt x="78" y="100"/>
                  </a:lnTo>
                  <a:lnTo>
                    <a:pt x="78" y="104"/>
                  </a:lnTo>
                  <a:lnTo>
                    <a:pt x="78" y="104"/>
                  </a:lnTo>
                  <a:lnTo>
                    <a:pt x="78" y="104"/>
                  </a:lnTo>
                  <a:lnTo>
                    <a:pt x="78" y="104"/>
                  </a:lnTo>
                  <a:lnTo>
                    <a:pt x="78" y="100"/>
                  </a:lnTo>
                  <a:lnTo>
                    <a:pt x="78" y="100"/>
                  </a:lnTo>
                  <a:lnTo>
                    <a:pt x="78" y="100"/>
                  </a:lnTo>
                  <a:lnTo>
                    <a:pt x="74" y="100"/>
                  </a:lnTo>
                  <a:lnTo>
                    <a:pt x="74" y="100"/>
                  </a:lnTo>
                  <a:lnTo>
                    <a:pt x="74" y="100"/>
                  </a:lnTo>
                  <a:lnTo>
                    <a:pt x="70" y="100"/>
                  </a:lnTo>
                  <a:lnTo>
                    <a:pt x="70" y="98"/>
                  </a:lnTo>
                  <a:lnTo>
                    <a:pt x="70" y="98"/>
                  </a:lnTo>
                  <a:lnTo>
                    <a:pt x="70" y="100"/>
                  </a:lnTo>
                  <a:lnTo>
                    <a:pt x="70" y="100"/>
                  </a:lnTo>
                  <a:lnTo>
                    <a:pt x="70" y="100"/>
                  </a:lnTo>
                  <a:lnTo>
                    <a:pt x="70" y="100"/>
                  </a:lnTo>
                  <a:lnTo>
                    <a:pt x="70" y="100"/>
                  </a:lnTo>
                  <a:lnTo>
                    <a:pt x="68" y="100"/>
                  </a:lnTo>
                  <a:lnTo>
                    <a:pt x="68" y="100"/>
                  </a:lnTo>
                  <a:lnTo>
                    <a:pt x="68" y="100"/>
                  </a:lnTo>
                  <a:lnTo>
                    <a:pt x="68" y="100"/>
                  </a:lnTo>
                  <a:lnTo>
                    <a:pt x="68" y="100"/>
                  </a:lnTo>
                  <a:lnTo>
                    <a:pt x="68" y="100"/>
                  </a:lnTo>
                  <a:lnTo>
                    <a:pt x="68" y="100"/>
                  </a:lnTo>
                  <a:lnTo>
                    <a:pt x="68" y="100"/>
                  </a:lnTo>
                  <a:lnTo>
                    <a:pt x="68" y="100"/>
                  </a:lnTo>
                  <a:lnTo>
                    <a:pt x="68" y="100"/>
                  </a:lnTo>
                  <a:lnTo>
                    <a:pt x="64" y="100"/>
                  </a:lnTo>
                  <a:lnTo>
                    <a:pt x="64" y="100"/>
                  </a:lnTo>
                  <a:lnTo>
                    <a:pt x="64" y="100"/>
                  </a:lnTo>
                  <a:lnTo>
                    <a:pt x="64" y="100"/>
                  </a:lnTo>
                  <a:lnTo>
                    <a:pt x="64" y="100"/>
                  </a:lnTo>
                  <a:lnTo>
                    <a:pt x="64" y="100"/>
                  </a:lnTo>
                  <a:lnTo>
                    <a:pt x="60" y="100"/>
                  </a:lnTo>
                  <a:lnTo>
                    <a:pt x="60" y="100"/>
                  </a:lnTo>
                  <a:lnTo>
                    <a:pt x="60" y="100"/>
                  </a:lnTo>
                  <a:lnTo>
                    <a:pt x="60" y="100"/>
                  </a:lnTo>
                  <a:lnTo>
                    <a:pt x="56" y="98"/>
                  </a:lnTo>
                  <a:lnTo>
                    <a:pt x="56" y="98"/>
                  </a:lnTo>
                  <a:lnTo>
                    <a:pt x="56" y="98"/>
                  </a:lnTo>
                  <a:lnTo>
                    <a:pt x="56" y="98"/>
                  </a:lnTo>
                  <a:lnTo>
                    <a:pt x="56" y="98"/>
                  </a:lnTo>
                  <a:lnTo>
                    <a:pt x="56" y="98"/>
                  </a:lnTo>
                  <a:lnTo>
                    <a:pt x="52" y="98"/>
                  </a:lnTo>
                  <a:lnTo>
                    <a:pt x="52" y="98"/>
                  </a:lnTo>
                  <a:lnTo>
                    <a:pt x="52" y="98"/>
                  </a:lnTo>
                  <a:lnTo>
                    <a:pt x="52" y="98"/>
                  </a:lnTo>
                  <a:lnTo>
                    <a:pt x="52" y="98"/>
                  </a:lnTo>
                  <a:lnTo>
                    <a:pt x="52" y="98"/>
                  </a:lnTo>
                  <a:lnTo>
                    <a:pt x="48" y="98"/>
                  </a:lnTo>
                  <a:lnTo>
                    <a:pt x="48" y="98"/>
                  </a:lnTo>
                  <a:lnTo>
                    <a:pt x="48" y="94"/>
                  </a:lnTo>
                  <a:lnTo>
                    <a:pt x="48" y="94"/>
                  </a:lnTo>
                  <a:lnTo>
                    <a:pt x="48" y="98"/>
                  </a:lnTo>
                  <a:lnTo>
                    <a:pt x="48" y="98"/>
                  </a:lnTo>
                  <a:lnTo>
                    <a:pt x="48" y="98"/>
                  </a:lnTo>
                  <a:lnTo>
                    <a:pt x="44" y="98"/>
                  </a:lnTo>
                  <a:lnTo>
                    <a:pt x="44" y="94"/>
                  </a:lnTo>
                  <a:lnTo>
                    <a:pt x="44" y="94"/>
                  </a:lnTo>
                  <a:lnTo>
                    <a:pt x="44" y="94"/>
                  </a:lnTo>
                  <a:lnTo>
                    <a:pt x="44" y="94"/>
                  </a:lnTo>
                  <a:lnTo>
                    <a:pt x="44" y="94"/>
                  </a:lnTo>
                  <a:lnTo>
                    <a:pt x="42" y="94"/>
                  </a:lnTo>
                  <a:lnTo>
                    <a:pt x="42" y="94"/>
                  </a:lnTo>
                  <a:lnTo>
                    <a:pt x="42" y="94"/>
                  </a:lnTo>
                  <a:lnTo>
                    <a:pt x="42" y="94"/>
                  </a:lnTo>
                  <a:lnTo>
                    <a:pt x="38" y="94"/>
                  </a:lnTo>
                  <a:lnTo>
                    <a:pt x="38" y="94"/>
                  </a:lnTo>
                  <a:lnTo>
                    <a:pt x="38" y="94"/>
                  </a:lnTo>
                  <a:lnTo>
                    <a:pt x="34" y="94"/>
                  </a:lnTo>
                  <a:lnTo>
                    <a:pt x="34" y="94"/>
                  </a:lnTo>
                  <a:lnTo>
                    <a:pt x="34" y="94"/>
                  </a:lnTo>
                  <a:lnTo>
                    <a:pt x="34" y="94"/>
                  </a:lnTo>
                  <a:lnTo>
                    <a:pt x="34" y="94"/>
                  </a:lnTo>
                  <a:lnTo>
                    <a:pt x="34"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6" name="Freeform 91"/>
            <p:cNvSpPr>
              <a:spLocks noChangeAspect="1"/>
            </p:cNvSpPr>
            <p:nvPr/>
          </p:nvSpPr>
          <p:spPr bwMode="gray">
            <a:xfrm>
              <a:off x="4866037" y="2877842"/>
              <a:ext cx="86963" cy="69570"/>
            </a:xfrm>
            <a:custGeom>
              <a:avLst/>
              <a:gdLst>
                <a:gd name="T0" fmla="*/ 22 w 50"/>
                <a:gd name="T1" fmla="*/ 26 h 40"/>
                <a:gd name="T2" fmla="*/ 18 w 50"/>
                <a:gd name="T3" fmla="*/ 26 h 40"/>
                <a:gd name="T4" fmla="*/ 14 w 50"/>
                <a:gd name="T5" fmla="*/ 22 h 40"/>
                <a:gd name="T6" fmla="*/ 10 w 50"/>
                <a:gd name="T7" fmla="*/ 22 h 40"/>
                <a:gd name="T8" fmla="*/ 6 w 50"/>
                <a:gd name="T9" fmla="*/ 18 h 40"/>
                <a:gd name="T10" fmla="*/ 6 w 50"/>
                <a:gd name="T11" fmla="*/ 14 h 40"/>
                <a:gd name="T12" fmla="*/ 2 w 50"/>
                <a:gd name="T13" fmla="*/ 14 h 40"/>
                <a:gd name="T14" fmla="*/ 2 w 50"/>
                <a:gd name="T15" fmla="*/ 14 h 40"/>
                <a:gd name="T16" fmla="*/ 0 w 50"/>
                <a:gd name="T17" fmla="*/ 10 h 40"/>
                <a:gd name="T18" fmla="*/ 2 w 50"/>
                <a:gd name="T19" fmla="*/ 6 h 40"/>
                <a:gd name="T20" fmla="*/ 10 w 50"/>
                <a:gd name="T21" fmla="*/ 4 h 40"/>
                <a:gd name="T22" fmla="*/ 10 w 50"/>
                <a:gd name="T23" fmla="*/ 6 h 40"/>
                <a:gd name="T24" fmla="*/ 14 w 50"/>
                <a:gd name="T25" fmla="*/ 4 h 40"/>
                <a:gd name="T26" fmla="*/ 18 w 50"/>
                <a:gd name="T27" fmla="*/ 6 h 40"/>
                <a:gd name="T28" fmla="*/ 22 w 50"/>
                <a:gd name="T29" fmla="*/ 4 h 40"/>
                <a:gd name="T30" fmla="*/ 22 w 50"/>
                <a:gd name="T31" fmla="*/ 4 h 40"/>
                <a:gd name="T32" fmla="*/ 22 w 50"/>
                <a:gd name="T33" fmla="*/ 6 h 40"/>
                <a:gd name="T34" fmla="*/ 22 w 50"/>
                <a:gd name="T35" fmla="*/ 4 h 40"/>
                <a:gd name="T36" fmla="*/ 26 w 50"/>
                <a:gd name="T37" fmla="*/ 4 h 40"/>
                <a:gd name="T38" fmla="*/ 26 w 50"/>
                <a:gd name="T39" fmla="*/ 4 h 40"/>
                <a:gd name="T40" fmla="*/ 26 w 50"/>
                <a:gd name="T41" fmla="*/ 0 h 40"/>
                <a:gd name="T42" fmla="*/ 30 w 50"/>
                <a:gd name="T43" fmla="*/ 4 h 40"/>
                <a:gd name="T44" fmla="*/ 30 w 50"/>
                <a:gd name="T45" fmla="*/ 0 h 40"/>
                <a:gd name="T46" fmla="*/ 32 w 50"/>
                <a:gd name="T47" fmla="*/ 4 h 40"/>
                <a:gd name="T48" fmla="*/ 32 w 50"/>
                <a:gd name="T49" fmla="*/ 0 h 40"/>
                <a:gd name="T50" fmla="*/ 36 w 50"/>
                <a:gd name="T51" fmla="*/ 4 h 40"/>
                <a:gd name="T52" fmla="*/ 36 w 50"/>
                <a:gd name="T53" fmla="*/ 6 h 40"/>
                <a:gd name="T54" fmla="*/ 40 w 50"/>
                <a:gd name="T55" fmla="*/ 6 h 40"/>
                <a:gd name="T56" fmla="*/ 44 w 50"/>
                <a:gd name="T57" fmla="*/ 6 h 40"/>
                <a:gd name="T58" fmla="*/ 44 w 50"/>
                <a:gd name="T59" fmla="*/ 10 h 40"/>
                <a:gd name="T60" fmla="*/ 44 w 50"/>
                <a:gd name="T61" fmla="*/ 14 h 40"/>
                <a:gd name="T62" fmla="*/ 44 w 50"/>
                <a:gd name="T63" fmla="*/ 14 h 40"/>
                <a:gd name="T64" fmla="*/ 44 w 50"/>
                <a:gd name="T65" fmla="*/ 14 h 40"/>
                <a:gd name="T66" fmla="*/ 48 w 50"/>
                <a:gd name="T67" fmla="*/ 18 h 40"/>
                <a:gd name="T68" fmla="*/ 50 w 50"/>
                <a:gd name="T69" fmla="*/ 22 h 40"/>
                <a:gd name="T70" fmla="*/ 50 w 50"/>
                <a:gd name="T71" fmla="*/ 26 h 40"/>
                <a:gd name="T72" fmla="*/ 48 w 50"/>
                <a:gd name="T73" fmla="*/ 28 h 40"/>
                <a:gd name="T74" fmla="*/ 48 w 50"/>
                <a:gd name="T75" fmla="*/ 28 h 40"/>
                <a:gd name="T76" fmla="*/ 44 w 50"/>
                <a:gd name="T77" fmla="*/ 28 h 40"/>
                <a:gd name="T78" fmla="*/ 44 w 50"/>
                <a:gd name="T79" fmla="*/ 36 h 40"/>
                <a:gd name="T80" fmla="*/ 44 w 50"/>
                <a:gd name="T81" fmla="*/ 36 h 40"/>
                <a:gd name="T82" fmla="*/ 44 w 50"/>
                <a:gd name="T83" fmla="*/ 40 h 40"/>
                <a:gd name="T84" fmla="*/ 40 w 50"/>
                <a:gd name="T85" fmla="*/ 40 h 40"/>
                <a:gd name="T86" fmla="*/ 40 w 50"/>
                <a:gd name="T87" fmla="*/ 40 h 40"/>
                <a:gd name="T88" fmla="*/ 36 w 50"/>
                <a:gd name="T89" fmla="*/ 40 h 40"/>
                <a:gd name="T90" fmla="*/ 32 w 50"/>
                <a:gd name="T91" fmla="*/ 36 h 40"/>
                <a:gd name="T92" fmla="*/ 30 w 50"/>
                <a:gd name="T93" fmla="*/ 28 h 40"/>
                <a:gd name="T94" fmla="*/ 30 w 50"/>
                <a:gd name="T95" fmla="*/ 28 h 40"/>
                <a:gd name="T96" fmla="*/ 26 w 50"/>
                <a:gd name="T97" fmla="*/ 32 h 40"/>
                <a:gd name="T98" fmla="*/ 22 w 50"/>
                <a:gd name="T99" fmla="*/ 32 h 40"/>
                <a:gd name="T100" fmla="*/ 22 w 50"/>
                <a:gd name="T101" fmla="*/ 3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0" h="40">
                  <a:moveTo>
                    <a:pt x="22" y="32"/>
                  </a:moveTo>
                  <a:lnTo>
                    <a:pt x="22" y="32"/>
                  </a:lnTo>
                  <a:lnTo>
                    <a:pt x="22" y="28"/>
                  </a:lnTo>
                  <a:lnTo>
                    <a:pt x="22" y="26"/>
                  </a:lnTo>
                  <a:lnTo>
                    <a:pt x="22" y="26"/>
                  </a:lnTo>
                  <a:lnTo>
                    <a:pt x="18" y="26"/>
                  </a:lnTo>
                  <a:lnTo>
                    <a:pt x="18" y="26"/>
                  </a:lnTo>
                  <a:lnTo>
                    <a:pt x="18" y="26"/>
                  </a:lnTo>
                  <a:lnTo>
                    <a:pt x="14" y="26"/>
                  </a:lnTo>
                  <a:lnTo>
                    <a:pt x="14" y="26"/>
                  </a:lnTo>
                  <a:lnTo>
                    <a:pt x="14" y="22"/>
                  </a:lnTo>
                  <a:lnTo>
                    <a:pt x="14" y="22"/>
                  </a:lnTo>
                  <a:lnTo>
                    <a:pt x="14" y="22"/>
                  </a:lnTo>
                  <a:lnTo>
                    <a:pt x="10" y="22"/>
                  </a:lnTo>
                  <a:lnTo>
                    <a:pt x="10" y="22"/>
                  </a:lnTo>
                  <a:lnTo>
                    <a:pt x="10" y="22"/>
                  </a:lnTo>
                  <a:lnTo>
                    <a:pt x="10" y="22"/>
                  </a:lnTo>
                  <a:lnTo>
                    <a:pt x="6" y="22"/>
                  </a:lnTo>
                  <a:lnTo>
                    <a:pt x="6" y="18"/>
                  </a:lnTo>
                  <a:lnTo>
                    <a:pt x="6" y="18"/>
                  </a:lnTo>
                  <a:lnTo>
                    <a:pt x="6" y="18"/>
                  </a:lnTo>
                  <a:lnTo>
                    <a:pt x="6" y="14"/>
                  </a:lnTo>
                  <a:lnTo>
                    <a:pt x="6" y="14"/>
                  </a:lnTo>
                  <a:lnTo>
                    <a:pt x="6" y="14"/>
                  </a:lnTo>
                  <a:lnTo>
                    <a:pt x="6" y="14"/>
                  </a:lnTo>
                  <a:lnTo>
                    <a:pt x="2" y="14"/>
                  </a:lnTo>
                  <a:lnTo>
                    <a:pt x="2" y="14"/>
                  </a:lnTo>
                  <a:lnTo>
                    <a:pt x="2" y="14"/>
                  </a:lnTo>
                  <a:lnTo>
                    <a:pt x="2" y="18"/>
                  </a:lnTo>
                  <a:lnTo>
                    <a:pt x="2" y="18"/>
                  </a:lnTo>
                  <a:lnTo>
                    <a:pt x="2" y="18"/>
                  </a:lnTo>
                  <a:lnTo>
                    <a:pt x="2" y="14"/>
                  </a:lnTo>
                  <a:lnTo>
                    <a:pt x="0" y="14"/>
                  </a:lnTo>
                  <a:lnTo>
                    <a:pt x="0" y="14"/>
                  </a:lnTo>
                  <a:lnTo>
                    <a:pt x="0" y="10"/>
                  </a:lnTo>
                  <a:lnTo>
                    <a:pt x="0" y="10"/>
                  </a:lnTo>
                  <a:lnTo>
                    <a:pt x="0" y="10"/>
                  </a:lnTo>
                  <a:lnTo>
                    <a:pt x="2" y="6"/>
                  </a:lnTo>
                  <a:lnTo>
                    <a:pt x="2" y="6"/>
                  </a:lnTo>
                  <a:lnTo>
                    <a:pt x="2" y="6"/>
                  </a:lnTo>
                  <a:lnTo>
                    <a:pt x="6" y="4"/>
                  </a:lnTo>
                  <a:lnTo>
                    <a:pt x="6" y="4"/>
                  </a:lnTo>
                  <a:lnTo>
                    <a:pt x="6" y="4"/>
                  </a:lnTo>
                  <a:lnTo>
                    <a:pt x="10" y="4"/>
                  </a:lnTo>
                  <a:lnTo>
                    <a:pt x="10" y="4"/>
                  </a:lnTo>
                  <a:lnTo>
                    <a:pt x="10" y="6"/>
                  </a:lnTo>
                  <a:lnTo>
                    <a:pt x="10" y="6"/>
                  </a:lnTo>
                  <a:lnTo>
                    <a:pt x="10" y="6"/>
                  </a:lnTo>
                  <a:lnTo>
                    <a:pt x="10" y="6"/>
                  </a:lnTo>
                  <a:lnTo>
                    <a:pt x="10" y="6"/>
                  </a:lnTo>
                  <a:lnTo>
                    <a:pt x="10" y="6"/>
                  </a:lnTo>
                  <a:lnTo>
                    <a:pt x="14" y="4"/>
                  </a:lnTo>
                  <a:lnTo>
                    <a:pt x="14" y="4"/>
                  </a:lnTo>
                  <a:lnTo>
                    <a:pt x="14" y="6"/>
                  </a:lnTo>
                  <a:lnTo>
                    <a:pt x="14" y="6"/>
                  </a:lnTo>
                  <a:lnTo>
                    <a:pt x="18" y="6"/>
                  </a:lnTo>
                  <a:lnTo>
                    <a:pt x="18" y="6"/>
                  </a:lnTo>
                  <a:lnTo>
                    <a:pt x="18" y="6"/>
                  </a:lnTo>
                  <a:lnTo>
                    <a:pt x="22" y="6"/>
                  </a:lnTo>
                  <a:lnTo>
                    <a:pt x="22" y="4"/>
                  </a:lnTo>
                  <a:lnTo>
                    <a:pt x="22" y="4"/>
                  </a:lnTo>
                  <a:lnTo>
                    <a:pt x="22" y="4"/>
                  </a:lnTo>
                  <a:lnTo>
                    <a:pt x="22" y="4"/>
                  </a:lnTo>
                  <a:lnTo>
                    <a:pt x="22" y="4"/>
                  </a:lnTo>
                  <a:lnTo>
                    <a:pt x="22" y="4"/>
                  </a:lnTo>
                  <a:lnTo>
                    <a:pt x="22" y="6"/>
                  </a:lnTo>
                  <a:lnTo>
                    <a:pt x="22" y="6"/>
                  </a:lnTo>
                  <a:lnTo>
                    <a:pt x="22" y="6"/>
                  </a:lnTo>
                  <a:lnTo>
                    <a:pt x="22" y="6"/>
                  </a:lnTo>
                  <a:lnTo>
                    <a:pt x="22" y="4"/>
                  </a:lnTo>
                  <a:lnTo>
                    <a:pt x="22" y="4"/>
                  </a:lnTo>
                  <a:lnTo>
                    <a:pt x="22" y="4"/>
                  </a:lnTo>
                  <a:lnTo>
                    <a:pt x="22" y="4"/>
                  </a:lnTo>
                  <a:lnTo>
                    <a:pt x="22" y="4"/>
                  </a:lnTo>
                  <a:lnTo>
                    <a:pt x="22" y="4"/>
                  </a:lnTo>
                  <a:lnTo>
                    <a:pt x="26" y="4"/>
                  </a:lnTo>
                  <a:lnTo>
                    <a:pt x="26" y="4"/>
                  </a:lnTo>
                  <a:lnTo>
                    <a:pt x="26" y="4"/>
                  </a:lnTo>
                  <a:lnTo>
                    <a:pt x="26" y="4"/>
                  </a:lnTo>
                  <a:lnTo>
                    <a:pt x="26" y="4"/>
                  </a:lnTo>
                  <a:lnTo>
                    <a:pt x="26" y="4"/>
                  </a:lnTo>
                  <a:lnTo>
                    <a:pt x="26" y="4"/>
                  </a:lnTo>
                  <a:lnTo>
                    <a:pt x="26" y="0"/>
                  </a:lnTo>
                  <a:lnTo>
                    <a:pt x="26" y="0"/>
                  </a:lnTo>
                  <a:lnTo>
                    <a:pt x="26" y="4"/>
                  </a:lnTo>
                  <a:lnTo>
                    <a:pt x="26" y="4"/>
                  </a:lnTo>
                  <a:lnTo>
                    <a:pt x="30" y="4"/>
                  </a:lnTo>
                  <a:lnTo>
                    <a:pt x="30" y="4"/>
                  </a:lnTo>
                  <a:lnTo>
                    <a:pt x="30" y="0"/>
                  </a:lnTo>
                  <a:lnTo>
                    <a:pt x="30" y="0"/>
                  </a:lnTo>
                  <a:lnTo>
                    <a:pt x="30" y="0"/>
                  </a:lnTo>
                  <a:lnTo>
                    <a:pt x="30" y="0"/>
                  </a:lnTo>
                  <a:lnTo>
                    <a:pt x="30" y="0"/>
                  </a:lnTo>
                  <a:lnTo>
                    <a:pt x="30" y="4"/>
                  </a:lnTo>
                  <a:lnTo>
                    <a:pt x="30" y="4"/>
                  </a:lnTo>
                  <a:lnTo>
                    <a:pt x="32" y="4"/>
                  </a:lnTo>
                  <a:lnTo>
                    <a:pt x="32" y="4"/>
                  </a:lnTo>
                  <a:lnTo>
                    <a:pt x="32" y="0"/>
                  </a:lnTo>
                  <a:lnTo>
                    <a:pt x="32" y="0"/>
                  </a:lnTo>
                  <a:lnTo>
                    <a:pt x="32" y="0"/>
                  </a:lnTo>
                  <a:lnTo>
                    <a:pt x="32" y="4"/>
                  </a:lnTo>
                  <a:lnTo>
                    <a:pt x="32" y="4"/>
                  </a:lnTo>
                  <a:lnTo>
                    <a:pt x="36" y="4"/>
                  </a:lnTo>
                  <a:lnTo>
                    <a:pt x="36" y="4"/>
                  </a:lnTo>
                  <a:lnTo>
                    <a:pt x="36" y="4"/>
                  </a:lnTo>
                  <a:lnTo>
                    <a:pt x="36" y="4"/>
                  </a:lnTo>
                  <a:lnTo>
                    <a:pt x="36" y="6"/>
                  </a:lnTo>
                  <a:lnTo>
                    <a:pt x="36" y="6"/>
                  </a:lnTo>
                  <a:lnTo>
                    <a:pt x="40" y="6"/>
                  </a:lnTo>
                  <a:lnTo>
                    <a:pt x="40" y="6"/>
                  </a:lnTo>
                  <a:lnTo>
                    <a:pt x="40" y="4"/>
                  </a:lnTo>
                  <a:lnTo>
                    <a:pt x="40" y="6"/>
                  </a:lnTo>
                  <a:lnTo>
                    <a:pt x="40" y="6"/>
                  </a:lnTo>
                  <a:lnTo>
                    <a:pt x="40" y="6"/>
                  </a:lnTo>
                  <a:lnTo>
                    <a:pt x="44" y="6"/>
                  </a:lnTo>
                  <a:lnTo>
                    <a:pt x="44" y="6"/>
                  </a:lnTo>
                  <a:lnTo>
                    <a:pt x="44" y="6"/>
                  </a:lnTo>
                  <a:lnTo>
                    <a:pt x="44" y="10"/>
                  </a:lnTo>
                  <a:lnTo>
                    <a:pt x="44" y="10"/>
                  </a:lnTo>
                  <a:lnTo>
                    <a:pt x="44" y="10"/>
                  </a:lnTo>
                  <a:lnTo>
                    <a:pt x="40" y="14"/>
                  </a:lnTo>
                  <a:lnTo>
                    <a:pt x="40" y="14"/>
                  </a:lnTo>
                  <a:lnTo>
                    <a:pt x="40" y="14"/>
                  </a:lnTo>
                  <a:lnTo>
                    <a:pt x="44" y="14"/>
                  </a:lnTo>
                  <a:lnTo>
                    <a:pt x="44" y="14"/>
                  </a:lnTo>
                  <a:lnTo>
                    <a:pt x="44" y="14"/>
                  </a:lnTo>
                  <a:lnTo>
                    <a:pt x="44" y="14"/>
                  </a:lnTo>
                  <a:lnTo>
                    <a:pt x="44" y="14"/>
                  </a:lnTo>
                  <a:lnTo>
                    <a:pt x="44" y="14"/>
                  </a:lnTo>
                  <a:lnTo>
                    <a:pt x="44" y="14"/>
                  </a:lnTo>
                  <a:lnTo>
                    <a:pt x="44" y="14"/>
                  </a:lnTo>
                  <a:lnTo>
                    <a:pt x="44" y="14"/>
                  </a:lnTo>
                  <a:lnTo>
                    <a:pt x="44" y="18"/>
                  </a:lnTo>
                  <a:lnTo>
                    <a:pt x="44" y="14"/>
                  </a:lnTo>
                  <a:lnTo>
                    <a:pt x="48" y="14"/>
                  </a:lnTo>
                  <a:lnTo>
                    <a:pt x="48" y="18"/>
                  </a:lnTo>
                  <a:lnTo>
                    <a:pt x="48" y="18"/>
                  </a:lnTo>
                  <a:lnTo>
                    <a:pt x="50" y="18"/>
                  </a:lnTo>
                  <a:lnTo>
                    <a:pt x="50" y="18"/>
                  </a:lnTo>
                  <a:lnTo>
                    <a:pt x="50" y="22"/>
                  </a:lnTo>
                  <a:lnTo>
                    <a:pt x="50" y="22"/>
                  </a:lnTo>
                  <a:lnTo>
                    <a:pt x="50" y="22"/>
                  </a:lnTo>
                  <a:lnTo>
                    <a:pt x="50" y="22"/>
                  </a:lnTo>
                  <a:lnTo>
                    <a:pt x="50" y="26"/>
                  </a:lnTo>
                  <a:lnTo>
                    <a:pt x="50" y="26"/>
                  </a:lnTo>
                  <a:lnTo>
                    <a:pt x="50" y="26"/>
                  </a:lnTo>
                  <a:lnTo>
                    <a:pt x="48" y="26"/>
                  </a:lnTo>
                  <a:lnTo>
                    <a:pt x="48" y="28"/>
                  </a:lnTo>
                  <a:lnTo>
                    <a:pt x="48" y="28"/>
                  </a:lnTo>
                  <a:lnTo>
                    <a:pt x="48" y="28"/>
                  </a:lnTo>
                  <a:lnTo>
                    <a:pt x="48" y="28"/>
                  </a:lnTo>
                  <a:lnTo>
                    <a:pt x="48" y="28"/>
                  </a:lnTo>
                  <a:lnTo>
                    <a:pt x="48" y="28"/>
                  </a:lnTo>
                  <a:lnTo>
                    <a:pt x="48" y="28"/>
                  </a:lnTo>
                  <a:lnTo>
                    <a:pt x="44" y="28"/>
                  </a:lnTo>
                  <a:lnTo>
                    <a:pt x="44" y="28"/>
                  </a:lnTo>
                  <a:lnTo>
                    <a:pt x="44" y="32"/>
                  </a:lnTo>
                  <a:lnTo>
                    <a:pt x="44" y="32"/>
                  </a:lnTo>
                  <a:lnTo>
                    <a:pt x="44" y="32"/>
                  </a:lnTo>
                  <a:lnTo>
                    <a:pt x="44" y="36"/>
                  </a:lnTo>
                  <a:lnTo>
                    <a:pt x="44" y="36"/>
                  </a:lnTo>
                  <a:lnTo>
                    <a:pt x="44" y="36"/>
                  </a:lnTo>
                  <a:lnTo>
                    <a:pt x="44" y="36"/>
                  </a:lnTo>
                  <a:lnTo>
                    <a:pt x="44" y="36"/>
                  </a:lnTo>
                  <a:lnTo>
                    <a:pt x="44" y="40"/>
                  </a:lnTo>
                  <a:lnTo>
                    <a:pt x="44" y="40"/>
                  </a:lnTo>
                  <a:lnTo>
                    <a:pt x="44" y="40"/>
                  </a:lnTo>
                  <a:lnTo>
                    <a:pt x="44" y="40"/>
                  </a:lnTo>
                  <a:lnTo>
                    <a:pt x="44" y="40"/>
                  </a:lnTo>
                  <a:lnTo>
                    <a:pt x="44" y="40"/>
                  </a:lnTo>
                  <a:lnTo>
                    <a:pt x="44" y="40"/>
                  </a:lnTo>
                  <a:lnTo>
                    <a:pt x="40" y="40"/>
                  </a:lnTo>
                  <a:lnTo>
                    <a:pt x="40" y="40"/>
                  </a:lnTo>
                  <a:lnTo>
                    <a:pt x="40" y="40"/>
                  </a:lnTo>
                  <a:lnTo>
                    <a:pt x="40" y="40"/>
                  </a:lnTo>
                  <a:lnTo>
                    <a:pt x="40" y="40"/>
                  </a:lnTo>
                  <a:lnTo>
                    <a:pt x="40" y="40"/>
                  </a:lnTo>
                  <a:lnTo>
                    <a:pt x="40" y="40"/>
                  </a:lnTo>
                  <a:lnTo>
                    <a:pt x="36" y="40"/>
                  </a:lnTo>
                  <a:lnTo>
                    <a:pt x="36" y="40"/>
                  </a:lnTo>
                  <a:lnTo>
                    <a:pt x="32" y="36"/>
                  </a:lnTo>
                  <a:lnTo>
                    <a:pt x="32" y="36"/>
                  </a:lnTo>
                  <a:lnTo>
                    <a:pt x="32" y="36"/>
                  </a:lnTo>
                  <a:lnTo>
                    <a:pt x="32" y="36"/>
                  </a:lnTo>
                  <a:lnTo>
                    <a:pt x="30" y="36"/>
                  </a:lnTo>
                  <a:lnTo>
                    <a:pt x="30" y="32"/>
                  </a:lnTo>
                  <a:lnTo>
                    <a:pt x="30" y="28"/>
                  </a:lnTo>
                  <a:lnTo>
                    <a:pt x="30" y="28"/>
                  </a:lnTo>
                  <a:lnTo>
                    <a:pt x="32" y="28"/>
                  </a:lnTo>
                  <a:lnTo>
                    <a:pt x="30" y="28"/>
                  </a:lnTo>
                  <a:lnTo>
                    <a:pt x="30" y="28"/>
                  </a:lnTo>
                  <a:lnTo>
                    <a:pt x="30" y="28"/>
                  </a:lnTo>
                  <a:lnTo>
                    <a:pt x="30" y="28"/>
                  </a:lnTo>
                  <a:lnTo>
                    <a:pt x="30" y="32"/>
                  </a:lnTo>
                  <a:lnTo>
                    <a:pt x="26" y="32"/>
                  </a:lnTo>
                  <a:lnTo>
                    <a:pt x="26" y="32"/>
                  </a:lnTo>
                  <a:lnTo>
                    <a:pt x="26" y="32"/>
                  </a:lnTo>
                  <a:lnTo>
                    <a:pt x="26" y="32"/>
                  </a:lnTo>
                  <a:lnTo>
                    <a:pt x="22" y="32"/>
                  </a:lnTo>
                  <a:lnTo>
                    <a:pt x="22" y="32"/>
                  </a:lnTo>
                  <a:lnTo>
                    <a:pt x="22" y="32"/>
                  </a:lnTo>
                  <a:lnTo>
                    <a:pt x="22" y="32"/>
                  </a:lnTo>
                  <a:lnTo>
                    <a:pt x="22" y="32"/>
                  </a:lnTo>
                  <a:lnTo>
                    <a:pt x="22" y="32"/>
                  </a:lnTo>
                  <a:lnTo>
                    <a:pt x="22"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7" name="Freeform 92"/>
            <p:cNvSpPr>
              <a:spLocks noChangeAspect="1"/>
            </p:cNvSpPr>
            <p:nvPr/>
          </p:nvSpPr>
          <p:spPr bwMode="gray">
            <a:xfrm>
              <a:off x="5189540" y="3103946"/>
              <a:ext cx="90442" cy="90442"/>
            </a:xfrm>
            <a:custGeom>
              <a:avLst/>
              <a:gdLst>
                <a:gd name="T0" fmla="*/ 26 w 52"/>
                <a:gd name="T1" fmla="*/ 44 h 52"/>
                <a:gd name="T2" fmla="*/ 26 w 52"/>
                <a:gd name="T3" fmla="*/ 40 h 52"/>
                <a:gd name="T4" fmla="*/ 22 w 52"/>
                <a:gd name="T5" fmla="*/ 38 h 52"/>
                <a:gd name="T6" fmla="*/ 18 w 52"/>
                <a:gd name="T7" fmla="*/ 34 h 52"/>
                <a:gd name="T8" fmla="*/ 18 w 52"/>
                <a:gd name="T9" fmla="*/ 34 h 52"/>
                <a:gd name="T10" fmla="*/ 14 w 52"/>
                <a:gd name="T11" fmla="*/ 30 h 52"/>
                <a:gd name="T12" fmla="*/ 10 w 52"/>
                <a:gd name="T13" fmla="*/ 22 h 52"/>
                <a:gd name="T14" fmla="*/ 6 w 52"/>
                <a:gd name="T15" fmla="*/ 22 h 52"/>
                <a:gd name="T16" fmla="*/ 6 w 52"/>
                <a:gd name="T17" fmla="*/ 18 h 52"/>
                <a:gd name="T18" fmla="*/ 4 w 52"/>
                <a:gd name="T19" fmla="*/ 18 h 52"/>
                <a:gd name="T20" fmla="*/ 4 w 52"/>
                <a:gd name="T21" fmla="*/ 14 h 52"/>
                <a:gd name="T22" fmla="*/ 4 w 52"/>
                <a:gd name="T23" fmla="*/ 12 h 52"/>
                <a:gd name="T24" fmla="*/ 0 w 52"/>
                <a:gd name="T25" fmla="*/ 4 h 52"/>
                <a:gd name="T26" fmla="*/ 0 w 52"/>
                <a:gd name="T27" fmla="*/ 0 h 52"/>
                <a:gd name="T28" fmla="*/ 4 w 52"/>
                <a:gd name="T29" fmla="*/ 0 h 52"/>
                <a:gd name="T30" fmla="*/ 6 w 52"/>
                <a:gd name="T31" fmla="*/ 4 h 52"/>
                <a:gd name="T32" fmla="*/ 6 w 52"/>
                <a:gd name="T33" fmla="*/ 0 h 52"/>
                <a:gd name="T34" fmla="*/ 10 w 52"/>
                <a:gd name="T35" fmla="*/ 0 h 52"/>
                <a:gd name="T36" fmla="*/ 14 w 52"/>
                <a:gd name="T37" fmla="*/ 0 h 52"/>
                <a:gd name="T38" fmla="*/ 18 w 52"/>
                <a:gd name="T39" fmla="*/ 0 h 52"/>
                <a:gd name="T40" fmla="*/ 22 w 52"/>
                <a:gd name="T41" fmla="*/ 0 h 52"/>
                <a:gd name="T42" fmla="*/ 26 w 52"/>
                <a:gd name="T43" fmla="*/ 4 h 52"/>
                <a:gd name="T44" fmla="*/ 28 w 52"/>
                <a:gd name="T45" fmla="*/ 4 h 52"/>
                <a:gd name="T46" fmla="*/ 32 w 52"/>
                <a:gd name="T47" fmla="*/ 4 h 52"/>
                <a:gd name="T48" fmla="*/ 36 w 52"/>
                <a:gd name="T49" fmla="*/ 0 h 52"/>
                <a:gd name="T50" fmla="*/ 40 w 52"/>
                <a:gd name="T51" fmla="*/ 4 h 52"/>
                <a:gd name="T52" fmla="*/ 44 w 52"/>
                <a:gd name="T53" fmla="*/ 8 h 52"/>
                <a:gd name="T54" fmla="*/ 48 w 52"/>
                <a:gd name="T55" fmla="*/ 4 h 52"/>
                <a:gd name="T56" fmla="*/ 48 w 52"/>
                <a:gd name="T57" fmla="*/ 8 h 52"/>
                <a:gd name="T58" fmla="*/ 48 w 52"/>
                <a:gd name="T59" fmla="*/ 14 h 52"/>
                <a:gd name="T60" fmla="*/ 48 w 52"/>
                <a:gd name="T61" fmla="*/ 18 h 52"/>
                <a:gd name="T62" fmla="*/ 52 w 52"/>
                <a:gd name="T63" fmla="*/ 22 h 52"/>
                <a:gd name="T64" fmla="*/ 52 w 52"/>
                <a:gd name="T65" fmla="*/ 26 h 52"/>
                <a:gd name="T66" fmla="*/ 48 w 52"/>
                <a:gd name="T67" fmla="*/ 22 h 52"/>
                <a:gd name="T68" fmla="*/ 52 w 52"/>
                <a:gd name="T69" fmla="*/ 30 h 52"/>
                <a:gd name="T70" fmla="*/ 52 w 52"/>
                <a:gd name="T71" fmla="*/ 30 h 52"/>
                <a:gd name="T72" fmla="*/ 48 w 52"/>
                <a:gd name="T73" fmla="*/ 34 h 52"/>
                <a:gd name="T74" fmla="*/ 44 w 52"/>
                <a:gd name="T75" fmla="*/ 34 h 52"/>
                <a:gd name="T76" fmla="*/ 44 w 52"/>
                <a:gd name="T77" fmla="*/ 34 h 52"/>
                <a:gd name="T78" fmla="*/ 44 w 52"/>
                <a:gd name="T79" fmla="*/ 38 h 52"/>
                <a:gd name="T80" fmla="*/ 44 w 52"/>
                <a:gd name="T81" fmla="*/ 38 h 52"/>
                <a:gd name="T82" fmla="*/ 40 w 52"/>
                <a:gd name="T83" fmla="*/ 40 h 52"/>
                <a:gd name="T84" fmla="*/ 36 w 52"/>
                <a:gd name="T85" fmla="*/ 44 h 52"/>
                <a:gd name="T86" fmla="*/ 36 w 52"/>
                <a:gd name="T87" fmla="*/ 48 h 52"/>
                <a:gd name="T88" fmla="*/ 36 w 52"/>
                <a:gd name="T89" fmla="*/ 52 h 52"/>
                <a:gd name="T90" fmla="*/ 36 w 52"/>
                <a:gd name="T91" fmla="*/ 52 h 52"/>
                <a:gd name="T92" fmla="*/ 32 w 52"/>
                <a:gd name="T93" fmla="*/ 52 h 52"/>
                <a:gd name="T94" fmla="*/ 28 w 52"/>
                <a:gd name="T95" fmla="*/ 48 h 52"/>
                <a:gd name="T96" fmla="*/ 28 w 52"/>
                <a:gd name="T97" fmla="*/ 44 h 52"/>
                <a:gd name="T98" fmla="*/ 26 w 52"/>
                <a:gd name="T99" fmla="*/ 4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2" h="52">
                  <a:moveTo>
                    <a:pt x="26" y="44"/>
                  </a:moveTo>
                  <a:lnTo>
                    <a:pt x="26" y="44"/>
                  </a:lnTo>
                  <a:lnTo>
                    <a:pt x="26" y="44"/>
                  </a:lnTo>
                  <a:lnTo>
                    <a:pt x="26" y="44"/>
                  </a:lnTo>
                  <a:lnTo>
                    <a:pt x="26" y="40"/>
                  </a:lnTo>
                  <a:lnTo>
                    <a:pt x="26" y="40"/>
                  </a:lnTo>
                  <a:lnTo>
                    <a:pt x="26" y="40"/>
                  </a:lnTo>
                  <a:lnTo>
                    <a:pt x="26" y="40"/>
                  </a:lnTo>
                  <a:lnTo>
                    <a:pt x="22" y="40"/>
                  </a:lnTo>
                  <a:lnTo>
                    <a:pt x="22" y="38"/>
                  </a:lnTo>
                  <a:lnTo>
                    <a:pt x="22" y="38"/>
                  </a:lnTo>
                  <a:lnTo>
                    <a:pt x="22" y="38"/>
                  </a:lnTo>
                  <a:lnTo>
                    <a:pt x="18" y="38"/>
                  </a:lnTo>
                  <a:lnTo>
                    <a:pt x="22" y="34"/>
                  </a:lnTo>
                  <a:lnTo>
                    <a:pt x="18" y="34"/>
                  </a:lnTo>
                  <a:lnTo>
                    <a:pt x="18" y="34"/>
                  </a:lnTo>
                  <a:lnTo>
                    <a:pt x="18" y="34"/>
                  </a:lnTo>
                  <a:lnTo>
                    <a:pt x="18" y="34"/>
                  </a:lnTo>
                  <a:lnTo>
                    <a:pt x="18" y="34"/>
                  </a:lnTo>
                  <a:lnTo>
                    <a:pt x="18" y="34"/>
                  </a:lnTo>
                  <a:lnTo>
                    <a:pt x="14" y="34"/>
                  </a:lnTo>
                  <a:lnTo>
                    <a:pt x="14" y="34"/>
                  </a:lnTo>
                  <a:lnTo>
                    <a:pt x="14" y="30"/>
                  </a:lnTo>
                  <a:lnTo>
                    <a:pt x="14" y="30"/>
                  </a:lnTo>
                  <a:lnTo>
                    <a:pt x="10" y="26"/>
                  </a:lnTo>
                  <a:lnTo>
                    <a:pt x="10" y="26"/>
                  </a:lnTo>
                  <a:lnTo>
                    <a:pt x="10" y="26"/>
                  </a:lnTo>
                  <a:lnTo>
                    <a:pt x="10" y="22"/>
                  </a:lnTo>
                  <a:lnTo>
                    <a:pt x="10" y="22"/>
                  </a:lnTo>
                  <a:lnTo>
                    <a:pt x="6" y="22"/>
                  </a:lnTo>
                  <a:lnTo>
                    <a:pt x="6" y="22"/>
                  </a:lnTo>
                  <a:lnTo>
                    <a:pt x="6" y="22"/>
                  </a:lnTo>
                  <a:lnTo>
                    <a:pt x="6" y="22"/>
                  </a:lnTo>
                  <a:lnTo>
                    <a:pt x="6" y="22"/>
                  </a:lnTo>
                  <a:lnTo>
                    <a:pt x="6" y="18"/>
                  </a:lnTo>
                  <a:lnTo>
                    <a:pt x="6" y="18"/>
                  </a:lnTo>
                  <a:lnTo>
                    <a:pt x="6" y="18"/>
                  </a:lnTo>
                  <a:lnTo>
                    <a:pt x="4" y="18"/>
                  </a:lnTo>
                  <a:lnTo>
                    <a:pt x="4" y="18"/>
                  </a:lnTo>
                  <a:lnTo>
                    <a:pt x="4" y="18"/>
                  </a:lnTo>
                  <a:lnTo>
                    <a:pt x="4" y="18"/>
                  </a:lnTo>
                  <a:lnTo>
                    <a:pt x="4" y="14"/>
                  </a:lnTo>
                  <a:lnTo>
                    <a:pt x="4" y="14"/>
                  </a:lnTo>
                  <a:lnTo>
                    <a:pt x="4" y="14"/>
                  </a:lnTo>
                  <a:lnTo>
                    <a:pt x="4" y="12"/>
                  </a:lnTo>
                  <a:lnTo>
                    <a:pt x="4" y="12"/>
                  </a:lnTo>
                  <a:lnTo>
                    <a:pt x="4" y="12"/>
                  </a:lnTo>
                  <a:lnTo>
                    <a:pt x="4" y="12"/>
                  </a:lnTo>
                  <a:lnTo>
                    <a:pt x="0" y="12"/>
                  </a:lnTo>
                  <a:lnTo>
                    <a:pt x="0" y="8"/>
                  </a:lnTo>
                  <a:lnTo>
                    <a:pt x="0" y="8"/>
                  </a:lnTo>
                  <a:lnTo>
                    <a:pt x="0" y="4"/>
                  </a:lnTo>
                  <a:lnTo>
                    <a:pt x="0" y="4"/>
                  </a:lnTo>
                  <a:lnTo>
                    <a:pt x="0" y="4"/>
                  </a:lnTo>
                  <a:lnTo>
                    <a:pt x="0" y="0"/>
                  </a:lnTo>
                  <a:lnTo>
                    <a:pt x="0" y="0"/>
                  </a:lnTo>
                  <a:lnTo>
                    <a:pt x="0" y="0"/>
                  </a:lnTo>
                  <a:lnTo>
                    <a:pt x="0" y="0"/>
                  </a:lnTo>
                  <a:lnTo>
                    <a:pt x="0" y="0"/>
                  </a:lnTo>
                  <a:lnTo>
                    <a:pt x="4" y="0"/>
                  </a:lnTo>
                  <a:lnTo>
                    <a:pt x="4" y="0"/>
                  </a:lnTo>
                  <a:lnTo>
                    <a:pt x="4" y="4"/>
                  </a:lnTo>
                  <a:lnTo>
                    <a:pt x="6" y="4"/>
                  </a:lnTo>
                  <a:lnTo>
                    <a:pt x="6" y="4"/>
                  </a:lnTo>
                  <a:lnTo>
                    <a:pt x="6" y="4"/>
                  </a:lnTo>
                  <a:lnTo>
                    <a:pt x="6" y="4"/>
                  </a:lnTo>
                  <a:lnTo>
                    <a:pt x="6" y="4"/>
                  </a:lnTo>
                  <a:lnTo>
                    <a:pt x="6" y="0"/>
                  </a:lnTo>
                  <a:lnTo>
                    <a:pt x="10" y="0"/>
                  </a:lnTo>
                  <a:lnTo>
                    <a:pt x="10" y="0"/>
                  </a:lnTo>
                  <a:lnTo>
                    <a:pt x="10" y="0"/>
                  </a:lnTo>
                  <a:lnTo>
                    <a:pt x="10" y="0"/>
                  </a:lnTo>
                  <a:lnTo>
                    <a:pt x="10" y="0"/>
                  </a:lnTo>
                  <a:lnTo>
                    <a:pt x="10" y="0"/>
                  </a:lnTo>
                  <a:lnTo>
                    <a:pt x="10" y="0"/>
                  </a:lnTo>
                  <a:lnTo>
                    <a:pt x="14" y="0"/>
                  </a:lnTo>
                  <a:lnTo>
                    <a:pt x="14" y="0"/>
                  </a:lnTo>
                  <a:lnTo>
                    <a:pt x="14" y="0"/>
                  </a:lnTo>
                  <a:lnTo>
                    <a:pt x="18" y="0"/>
                  </a:lnTo>
                  <a:lnTo>
                    <a:pt x="18" y="0"/>
                  </a:lnTo>
                  <a:lnTo>
                    <a:pt x="18" y="0"/>
                  </a:lnTo>
                  <a:lnTo>
                    <a:pt x="18" y="0"/>
                  </a:lnTo>
                  <a:lnTo>
                    <a:pt x="22" y="0"/>
                  </a:lnTo>
                  <a:lnTo>
                    <a:pt x="22" y="0"/>
                  </a:lnTo>
                  <a:lnTo>
                    <a:pt x="22" y="0"/>
                  </a:lnTo>
                  <a:lnTo>
                    <a:pt x="26" y="0"/>
                  </a:lnTo>
                  <a:lnTo>
                    <a:pt x="26" y="0"/>
                  </a:lnTo>
                  <a:lnTo>
                    <a:pt x="26" y="4"/>
                  </a:lnTo>
                  <a:lnTo>
                    <a:pt x="28" y="4"/>
                  </a:lnTo>
                  <a:lnTo>
                    <a:pt x="28" y="4"/>
                  </a:lnTo>
                  <a:lnTo>
                    <a:pt x="28" y="4"/>
                  </a:lnTo>
                  <a:lnTo>
                    <a:pt x="28" y="4"/>
                  </a:lnTo>
                  <a:lnTo>
                    <a:pt x="32" y="4"/>
                  </a:lnTo>
                  <a:lnTo>
                    <a:pt x="32" y="4"/>
                  </a:lnTo>
                  <a:lnTo>
                    <a:pt x="32" y="4"/>
                  </a:lnTo>
                  <a:lnTo>
                    <a:pt x="32" y="4"/>
                  </a:lnTo>
                  <a:lnTo>
                    <a:pt x="32" y="4"/>
                  </a:lnTo>
                  <a:lnTo>
                    <a:pt x="32" y="0"/>
                  </a:lnTo>
                  <a:lnTo>
                    <a:pt x="32" y="0"/>
                  </a:lnTo>
                  <a:lnTo>
                    <a:pt x="36" y="0"/>
                  </a:lnTo>
                  <a:lnTo>
                    <a:pt x="40" y="4"/>
                  </a:lnTo>
                  <a:lnTo>
                    <a:pt x="40" y="4"/>
                  </a:lnTo>
                  <a:lnTo>
                    <a:pt x="40" y="4"/>
                  </a:lnTo>
                  <a:lnTo>
                    <a:pt x="40" y="4"/>
                  </a:lnTo>
                  <a:lnTo>
                    <a:pt x="40" y="8"/>
                  </a:lnTo>
                  <a:lnTo>
                    <a:pt x="40" y="8"/>
                  </a:lnTo>
                  <a:lnTo>
                    <a:pt x="44" y="8"/>
                  </a:lnTo>
                  <a:lnTo>
                    <a:pt x="44" y="8"/>
                  </a:lnTo>
                  <a:lnTo>
                    <a:pt x="44" y="8"/>
                  </a:lnTo>
                  <a:lnTo>
                    <a:pt x="44" y="8"/>
                  </a:lnTo>
                  <a:lnTo>
                    <a:pt x="48" y="8"/>
                  </a:lnTo>
                  <a:lnTo>
                    <a:pt x="48" y="4"/>
                  </a:lnTo>
                  <a:lnTo>
                    <a:pt x="48" y="8"/>
                  </a:lnTo>
                  <a:lnTo>
                    <a:pt x="52" y="8"/>
                  </a:lnTo>
                  <a:lnTo>
                    <a:pt x="52" y="8"/>
                  </a:lnTo>
                  <a:lnTo>
                    <a:pt x="48" y="8"/>
                  </a:lnTo>
                  <a:lnTo>
                    <a:pt x="48" y="8"/>
                  </a:lnTo>
                  <a:lnTo>
                    <a:pt x="48" y="12"/>
                  </a:lnTo>
                  <a:lnTo>
                    <a:pt x="48" y="12"/>
                  </a:lnTo>
                  <a:lnTo>
                    <a:pt x="48" y="14"/>
                  </a:lnTo>
                  <a:lnTo>
                    <a:pt x="48" y="14"/>
                  </a:lnTo>
                  <a:lnTo>
                    <a:pt x="48" y="18"/>
                  </a:lnTo>
                  <a:lnTo>
                    <a:pt x="48" y="18"/>
                  </a:lnTo>
                  <a:lnTo>
                    <a:pt x="48" y="18"/>
                  </a:lnTo>
                  <a:lnTo>
                    <a:pt x="48" y="18"/>
                  </a:lnTo>
                  <a:lnTo>
                    <a:pt x="48" y="18"/>
                  </a:lnTo>
                  <a:lnTo>
                    <a:pt x="52" y="22"/>
                  </a:lnTo>
                  <a:lnTo>
                    <a:pt x="52" y="22"/>
                  </a:lnTo>
                  <a:lnTo>
                    <a:pt x="52" y="22"/>
                  </a:lnTo>
                  <a:lnTo>
                    <a:pt x="52" y="22"/>
                  </a:lnTo>
                  <a:lnTo>
                    <a:pt x="52" y="26"/>
                  </a:lnTo>
                  <a:lnTo>
                    <a:pt x="52" y="26"/>
                  </a:lnTo>
                  <a:lnTo>
                    <a:pt x="52" y="26"/>
                  </a:lnTo>
                  <a:lnTo>
                    <a:pt x="48" y="26"/>
                  </a:lnTo>
                  <a:lnTo>
                    <a:pt x="48" y="22"/>
                  </a:lnTo>
                  <a:lnTo>
                    <a:pt x="48" y="22"/>
                  </a:lnTo>
                  <a:lnTo>
                    <a:pt x="48" y="26"/>
                  </a:lnTo>
                  <a:lnTo>
                    <a:pt x="48" y="26"/>
                  </a:lnTo>
                  <a:lnTo>
                    <a:pt x="52" y="26"/>
                  </a:lnTo>
                  <a:lnTo>
                    <a:pt x="52" y="30"/>
                  </a:lnTo>
                  <a:lnTo>
                    <a:pt x="52" y="30"/>
                  </a:lnTo>
                  <a:lnTo>
                    <a:pt x="52" y="30"/>
                  </a:lnTo>
                  <a:lnTo>
                    <a:pt x="52" y="30"/>
                  </a:lnTo>
                  <a:lnTo>
                    <a:pt x="52" y="30"/>
                  </a:lnTo>
                  <a:lnTo>
                    <a:pt x="52" y="34"/>
                  </a:lnTo>
                  <a:lnTo>
                    <a:pt x="52" y="34"/>
                  </a:lnTo>
                  <a:lnTo>
                    <a:pt x="52" y="34"/>
                  </a:lnTo>
                  <a:lnTo>
                    <a:pt x="48" y="34"/>
                  </a:lnTo>
                  <a:lnTo>
                    <a:pt x="48" y="34"/>
                  </a:lnTo>
                  <a:lnTo>
                    <a:pt x="48" y="34"/>
                  </a:lnTo>
                  <a:lnTo>
                    <a:pt x="44" y="34"/>
                  </a:lnTo>
                  <a:lnTo>
                    <a:pt x="44" y="34"/>
                  </a:lnTo>
                  <a:lnTo>
                    <a:pt x="44" y="34"/>
                  </a:lnTo>
                  <a:lnTo>
                    <a:pt x="44" y="34"/>
                  </a:lnTo>
                  <a:lnTo>
                    <a:pt x="44" y="34"/>
                  </a:lnTo>
                  <a:lnTo>
                    <a:pt x="44" y="34"/>
                  </a:lnTo>
                  <a:lnTo>
                    <a:pt x="44" y="38"/>
                  </a:lnTo>
                  <a:lnTo>
                    <a:pt x="44" y="38"/>
                  </a:lnTo>
                  <a:lnTo>
                    <a:pt x="44" y="38"/>
                  </a:lnTo>
                  <a:lnTo>
                    <a:pt x="44" y="38"/>
                  </a:lnTo>
                  <a:lnTo>
                    <a:pt x="44" y="38"/>
                  </a:lnTo>
                  <a:lnTo>
                    <a:pt x="44" y="38"/>
                  </a:lnTo>
                  <a:lnTo>
                    <a:pt x="44" y="38"/>
                  </a:lnTo>
                  <a:lnTo>
                    <a:pt x="44" y="38"/>
                  </a:lnTo>
                  <a:lnTo>
                    <a:pt x="40" y="38"/>
                  </a:lnTo>
                  <a:lnTo>
                    <a:pt x="40" y="38"/>
                  </a:lnTo>
                  <a:lnTo>
                    <a:pt x="40" y="40"/>
                  </a:lnTo>
                  <a:lnTo>
                    <a:pt x="40" y="40"/>
                  </a:lnTo>
                  <a:lnTo>
                    <a:pt x="40" y="40"/>
                  </a:lnTo>
                  <a:lnTo>
                    <a:pt x="40" y="40"/>
                  </a:lnTo>
                  <a:lnTo>
                    <a:pt x="40" y="44"/>
                  </a:lnTo>
                  <a:lnTo>
                    <a:pt x="36" y="44"/>
                  </a:lnTo>
                  <a:lnTo>
                    <a:pt x="36" y="44"/>
                  </a:lnTo>
                  <a:lnTo>
                    <a:pt x="36" y="44"/>
                  </a:lnTo>
                  <a:lnTo>
                    <a:pt x="36" y="44"/>
                  </a:lnTo>
                  <a:lnTo>
                    <a:pt x="36" y="48"/>
                  </a:lnTo>
                  <a:lnTo>
                    <a:pt x="36" y="48"/>
                  </a:lnTo>
                  <a:lnTo>
                    <a:pt x="36" y="48"/>
                  </a:lnTo>
                  <a:lnTo>
                    <a:pt x="36" y="48"/>
                  </a:lnTo>
                  <a:lnTo>
                    <a:pt x="36" y="52"/>
                  </a:lnTo>
                  <a:lnTo>
                    <a:pt x="36" y="52"/>
                  </a:lnTo>
                  <a:lnTo>
                    <a:pt x="36" y="52"/>
                  </a:lnTo>
                  <a:lnTo>
                    <a:pt x="36" y="52"/>
                  </a:lnTo>
                  <a:lnTo>
                    <a:pt x="36" y="52"/>
                  </a:lnTo>
                  <a:lnTo>
                    <a:pt x="36" y="52"/>
                  </a:lnTo>
                  <a:lnTo>
                    <a:pt x="36" y="52"/>
                  </a:lnTo>
                  <a:lnTo>
                    <a:pt x="36" y="52"/>
                  </a:lnTo>
                  <a:lnTo>
                    <a:pt x="32" y="52"/>
                  </a:lnTo>
                  <a:lnTo>
                    <a:pt x="32" y="52"/>
                  </a:lnTo>
                  <a:lnTo>
                    <a:pt x="32" y="52"/>
                  </a:lnTo>
                  <a:lnTo>
                    <a:pt x="32" y="48"/>
                  </a:lnTo>
                  <a:lnTo>
                    <a:pt x="28" y="48"/>
                  </a:lnTo>
                  <a:lnTo>
                    <a:pt x="28" y="48"/>
                  </a:lnTo>
                  <a:lnTo>
                    <a:pt x="28" y="48"/>
                  </a:lnTo>
                  <a:lnTo>
                    <a:pt x="28" y="44"/>
                  </a:lnTo>
                  <a:lnTo>
                    <a:pt x="28" y="44"/>
                  </a:lnTo>
                  <a:lnTo>
                    <a:pt x="26" y="44"/>
                  </a:lnTo>
                  <a:lnTo>
                    <a:pt x="26" y="44"/>
                  </a:lnTo>
                  <a:lnTo>
                    <a:pt x="26" y="44"/>
                  </a:lnTo>
                  <a:lnTo>
                    <a:pt x="26" y="44"/>
                  </a:lnTo>
                  <a:lnTo>
                    <a:pt x="26" y="44"/>
                  </a:lnTo>
                  <a:lnTo>
                    <a:pt x="26"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8" name="Freeform 93"/>
            <p:cNvSpPr>
              <a:spLocks noChangeAspect="1"/>
            </p:cNvSpPr>
            <p:nvPr/>
          </p:nvSpPr>
          <p:spPr bwMode="gray">
            <a:xfrm>
              <a:off x="5349552" y="3135253"/>
              <a:ext cx="156534" cy="104356"/>
            </a:xfrm>
            <a:custGeom>
              <a:avLst/>
              <a:gdLst>
                <a:gd name="T0" fmla="*/ 8 w 90"/>
                <a:gd name="T1" fmla="*/ 52 h 60"/>
                <a:gd name="T2" fmla="*/ 8 w 90"/>
                <a:gd name="T3" fmla="*/ 48 h 60"/>
                <a:gd name="T4" fmla="*/ 0 w 90"/>
                <a:gd name="T5" fmla="*/ 40 h 60"/>
                <a:gd name="T6" fmla="*/ 4 w 90"/>
                <a:gd name="T7" fmla="*/ 38 h 60"/>
                <a:gd name="T8" fmla="*/ 0 w 90"/>
                <a:gd name="T9" fmla="*/ 30 h 60"/>
                <a:gd name="T10" fmla="*/ 8 w 90"/>
                <a:gd name="T11" fmla="*/ 22 h 60"/>
                <a:gd name="T12" fmla="*/ 8 w 90"/>
                <a:gd name="T13" fmla="*/ 20 h 60"/>
                <a:gd name="T14" fmla="*/ 0 w 90"/>
                <a:gd name="T15" fmla="*/ 12 h 60"/>
                <a:gd name="T16" fmla="*/ 4 w 90"/>
                <a:gd name="T17" fmla="*/ 0 h 60"/>
                <a:gd name="T18" fmla="*/ 8 w 90"/>
                <a:gd name="T19" fmla="*/ 4 h 60"/>
                <a:gd name="T20" fmla="*/ 8 w 90"/>
                <a:gd name="T21" fmla="*/ 4 h 60"/>
                <a:gd name="T22" fmla="*/ 8 w 90"/>
                <a:gd name="T23" fmla="*/ 8 h 60"/>
                <a:gd name="T24" fmla="*/ 12 w 90"/>
                <a:gd name="T25" fmla="*/ 8 h 60"/>
                <a:gd name="T26" fmla="*/ 16 w 90"/>
                <a:gd name="T27" fmla="*/ 8 h 60"/>
                <a:gd name="T28" fmla="*/ 26 w 90"/>
                <a:gd name="T29" fmla="*/ 12 h 60"/>
                <a:gd name="T30" fmla="*/ 26 w 90"/>
                <a:gd name="T31" fmla="*/ 12 h 60"/>
                <a:gd name="T32" fmla="*/ 30 w 90"/>
                <a:gd name="T33" fmla="*/ 12 h 60"/>
                <a:gd name="T34" fmla="*/ 34 w 90"/>
                <a:gd name="T35" fmla="*/ 12 h 60"/>
                <a:gd name="T36" fmla="*/ 42 w 90"/>
                <a:gd name="T37" fmla="*/ 12 h 60"/>
                <a:gd name="T38" fmla="*/ 46 w 90"/>
                <a:gd name="T39" fmla="*/ 12 h 60"/>
                <a:gd name="T40" fmla="*/ 54 w 90"/>
                <a:gd name="T41" fmla="*/ 8 h 60"/>
                <a:gd name="T42" fmla="*/ 56 w 90"/>
                <a:gd name="T43" fmla="*/ 4 h 60"/>
                <a:gd name="T44" fmla="*/ 64 w 90"/>
                <a:gd name="T45" fmla="*/ 4 h 60"/>
                <a:gd name="T46" fmla="*/ 68 w 90"/>
                <a:gd name="T47" fmla="*/ 4 h 60"/>
                <a:gd name="T48" fmla="*/ 76 w 90"/>
                <a:gd name="T49" fmla="*/ 4 h 60"/>
                <a:gd name="T50" fmla="*/ 80 w 90"/>
                <a:gd name="T51" fmla="*/ 8 h 60"/>
                <a:gd name="T52" fmla="*/ 80 w 90"/>
                <a:gd name="T53" fmla="*/ 8 h 60"/>
                <a:gd name="T54" fmla="*/ 86 w 90"/>
                <a:gd name="T55" fmla="*/ 12 h 60"/>
                <a:gd name="T56" fmla="*/ 90 w 90"/>
                <a:gd name="T57" fmla="*/ 16 h 60"/>
                <a:gd name="T58" fmla="*/ 86 w 90"/>
                <a:gd name="T59" fmla="*/ 20 h 60"/>
                <a:gd name="T60" fmla="*/ 82 w 90"/>
                <a:gd name="T61" fmla="*/ 16 h 60"/>
                <a:gd name="T62" fmla="*/ 80 w 90"/>
                <a:gd name="T63" fmla="*/ 22 h 60"/>
                <a:gd name="T64" fmla="*/ 80 w 90"/>
                <a:gd name="T65" fmla="*/ 26 h 60"/>
                <a:gd name="T66" fmla="*/ 76 w 90"/>
                <a:gd name="T67" fmla="*/ 30 h 60"/>
                <a:gd name="T68" fmla="*/ 72 w 90"/>
                <a:gd name="T69" fmla="*/ 38 h 60"/>
                <a:gd name="T70" fmla="*/ 76 w 90"/>
                <a:gd name="T71" fmla="*/ 40 h 60"/>
                <a:gd name="T72" fmla="*/ 80 w 90"/>
                <a:gd name="T73" fmla="*/ 44 h 60"/>
                <a:gd name="T74" fmla="*/ 80 w 90"/>
                <a:gd name="T75" fmla="*/ 44 h 60"/>
                <a:gd name="T76" fmla="*/ 72 w 90"/>
                <a:gd name="T77" fmla="*/ 44 h 60"/>
                <a:gd name="T78" fmla="*/ 68 w 90"/>
                <a:gd name="T79" fmla="*/ 40 h 60"/>
                <a:gd name="T80" fmla="*/ 60 w 90"/>
                <a:gd name="T81" fmla="*/ 44 h 60"/>
                <a:gd name="T82" fmla="*/ 56 w 90"/>
                <a:gd name="T83" fmla="*/ 48 h 60"/>
                <a:gd name="T84" fmla="*/ 56 w 90"/>
                <a:gd name="T85" fmla="*/ 52 h 60"/>
                <a:gd name="T86" fmla="*/ 54 w 90"/>
                <a:gd name="T87" fmla="*/ 52 h 60"/>
                <a:gd name="T88" fmla="*/ 54 w 90"/>
                <a:gd name="T89" fmla="*/ 56 h 60"/>
                <a:gd name="T90" fmla="*/ 46 w 90"/>
                <a:gd name="T91" fmla="*/ 60 h 60"/>
                <a:gd name="T92" fmla="*/ 42 w 90"/>
                <a:gd name="T93" fmla="*/ 60 h 60"/>
                <a:gd name="T94" fmla="*/ 34 w 90"/>
                <a:gd name="T95" fmla="*/ 56 h 60"/>
                <a:gd name="T96" fmla="*/ 26 w 90"/>
                <a:gd name="T97" fmla="*/ 52 h 60"/>
                <a:gd name="T98" fmla="*/ 24 w 90"/>
                <a:gd name="T99" fmla="*/ 56 h 60"/>
                <a:gd name="T100" fmla="*/ 20 w 90"/>
                <a:gd name="T101" fmla="*/ 56 h 60"/>
                <a:gd name="T102" fmla="*/ 12 w 90"/>
                <a:gd name="T103" fmla="*/ 56 h 60"/>
                <a:gd name="T104" fmla="*/ 8 w 90"/>
                <a:gd name="T105" fmla="*/ 5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0" h="60">
                  <a:moveTo>
                    <a:pt x="8" y="56"/>
                  </a:moveTo>
                  <a:lnTo>
                    <a:pt x="8" y="56"/>
                  </a:lnTo>
                  <a:lnTo>
                    <a:pt x="8" y="56"/>
                  </a:lnTo>
                  <a:lnTo>
                    <a:pt x="8" y="56"/>
                  </a:lnTo>
                  <a:lnTo>
                    <a:pt x="8" y="52"/>
                  </a:lnTo>
                  <a:lnTo>
                    <a:pt x="8" y="52"/>
                  </a:lnTo>
                  <a:lnTo>
                    <a:pt x="8" y="52"/>
                  </a:lnTo>
                  <a:lnTo>
                    <a:pt x="8" y="52"/>
                  </a:lnTo>
                  <a:lnTo>
                    <a:pt x="8" y="48"/>
                  </a:lnTo>
                  <a:lnTo>
                    <a:pt x="8" y="48"/>
                  </a:lnTo>
                  <a:lnTo>
                    <a:pt x="8" y="48"/>
                  </a:lnTo>
                  <a:lnTo>
                    <a:pt x="8" y="48"/>
                  </a:lnTo>
                  <a:lnTo>
                    <a:pt x="8" y="48"/>
                  </a:lnTo>
                  <a:lnTo>
                    <a:pt x="8" y="44"/>
                  </a:lnTo>
                  <a:lnTo>
                    <a:pt x="8" y="44"/>
                  </a:lnTo>
                  <a:lnTo>
                    <a:pt x="4" y="44"/>
                  </a:lnTo>
                  <a:lnTo>
                    <a:pt x="4" y="40"/>
                  </a:lnTo>
                  <a:lnTo>
                    <a:pt x="0" y="40"/>
                  </a:lnTo>
                  <a:lnTo>
                    <a:pt x="0" y="40"/>
                  </a:lnTo>
                  <a:lnTo>
                    <a:pt x="0" y="38"/>
                  </a:lnTo>
                  <a:lnTo>
                    <a:pt x="0" y="38"/>
                  </a:lnTo>
                  <a:lnTo>
                    <a:pt x="0" y="38"/>
                  </a:lnTo>
                  <a:lnTo>
                    <a:pt x="0" y="38"/>
                  </a:lnTo>
                  <a:lnTo>
                    <a:pt x="4" y="38"/>
                  </a:lnTo>
                  <a:lnTo>
                    <a:pt x="4" y="34"/>
                  </a:lnTo>
                  <a:lnTo>
                    <a:pt x="4" y="34"/>
                  </a:lnTo>
                  <a:lnTo>
                    <a:pt x="0" y="34"/>
                  </a:lnTo>
                  <a:lnTo>
                    <a:pt x="0" y="34"/>
                  </a:lnTo>
                  <a:lnTo>
                    <a:pt x="0" y="34"/>
                  </a:lnTo>
                  <a:lnTo>
                    <a:pt x="0" y="30"/>
                  </a:lnTo>
                  <a:lnTo>
                    <a:pt x="0" y="26"/>
                  </a:lnTo>
                  <a:lnTo>
                    <a:pt x="4" y="26"/>
                  </a:lnTo>
                  <a:lnTo>
                    <a:pt x="4" y="26"/>
                  </a:lnTo>
                  <a:lnTo>
                    <a:pt x="4" y="26"/>
                  </a:lnTo>
                  <a:lnTo>
                    <a:pt x="4" y="26"/>
                  </a:lnTo>
                  <a:lnTo>
                    <a:pt x="8" y="22"/>
                  </a:lnTo>
                  <a:lnTo>
                    <a:pt x="8" y="22"/>
                  </a:lnTo>
                  <a:lnTo>
                    <a:pt x="8" y="22"/>
                  </a:lnTo>
                  <a:lnTo>
                    <a:pt x="8" y="22"/>
                  </a:lnTo>
                  <a:lnTo>
                    <a:pt x="8" y="22"/>
                  </a:lnTo>
                  <a:lnTo>
                    <a:pt x="8" y="20"/>
                  </a:lnTo>
                  <a:lnTo>
                    <a:pt x="8" y="20"/>
                  </a:lnTo>
                  <a:lnTo>
                    <a:pt x="4" y="20"/>
                  </a:lnTo>
                  <a:lnTo>
                    <a:pt x="4" y="20"/>
                  </a:lnTo>
                  <a:lnTo>
                    <a:pt x="4" y="20"/>
                  </a:lnTo>
                  <a:lnTo>
                    <a:pt x="4" y="16"/>
                  </a:lnTo>
                  <a:lnTo>
                    <a:pt x="4" y="16"/>
                  </a:lnTo>
                  <a:lnTo>
                    <a:pt x="0" y="12"/>
                  </a:lnTo>
                  <a:lnTo>
                    <a:pt x="0" y="8"/>
                  </a:lnTo>
                  <a:lnTo>
                    <a:pt x="0" y="4"/>
                  </a:lnTo>
                  <a:lnTo>
                    <a:pt x="4" y="4"/>
                  </a:lnTo>
                  <a:lnTo>
                    <a:pt x="4" y="4"/>
                  </a:lnTo>
                  <a:lnTo>
                    <a:pt x="4" y="4"/>
                  </a:lnTo>
                  <a:lnTo>
                    <a:pt x="4" y="0"/>
                  </a:lnTo>
                  <a:lnTo>
                    <a:pt x="4" y="0"/>
                  </a:lnTo>
                  <a:lnTo>
                    <a:pt x="4" y="0"/>
                  </a:lnTo>
                  <a:lnTo>
                    <a:pt x="4" y="0"/>
                  </a:lnTo>
                  <a:lnTo>
                    <a:pt x="8" y="4"/>
                  </a:lnTo>
                  <a:lnTo>
                    <a:pt x="8" y="4"/>
                  </a:lnTo>
                  <a:lnTo>
                    <a:pt x="8" y="4"/>
                  </a:lnTo>
                  <a:lnTo>
                    <a:pt x="8" y="4"/>
                  </a:lnTo>
                  <a:lnTo>
                    <a:pt x="8" y="4"/>
                  </a:lnTo>
                  <a:lnTo>
                    <a:pt x="8" y="4"/>
                  </a:lnTo>
                  <a:lnTo>
                    <a:pt x="8" y="4"/>
                  </a:lnTo>
                  <a:lnTo>
                    <a:pt x="8" y="4"/>
                  </a:lnTo>
                  <a:lnTo>
                    <a:pt x="8" y="4"/>
                  </a:lnTo>
                  <a:lnTo>
                    <a:pt x="8" y="4"/>
                  </a:lnTo>
                  <a:lnTo>
                    <a:pt x="8" y="8"/>
                  </a:lnTo>
                  <a:lnTo>
                    <a:pt x="8" y="8"/>
                  </a:lnTo>
                  <a:lnTo>
                    <a:pt x="8" y="8"/>
                  </a:lnTo>
                  <a:lnTo>
                    <a:pt x="8" y="8"/>
                  </a:lnTo>
                  <a:lnTo>
                    <a:pt x="8" y="8"/>
                  </a:lnTo>
                  <a:lnTo>
                    <a:pt x="12" y="8"/>
                  </a:lnTo>
                  <a:lnTo>
                    <a:pt x="12" y="8"/>
                  </a:lnTo>
                  <a:lnTo>
                    <a:pt x="12" y="8"/>
                  </a:lnTo>
                  <a:lnTo>
                    <a:pt x="12" y="8"/>
                  </a:lnTo>
                  <a:lnTo>
                    <a:pt x="12" y="8"/>
                  </a:lnTo>
                  <a:lnTo>
                    <a:pt x="12" y="8"/>
                  </a:lnTo>
                  <a:lnTo>
                    <a:pt x="12" y="8"/>
                  </a:lnTo>
                  <a:lnTo>
                    <a:pt x="16" y="8"/>
                  </a:lnTo>
                  <a:lnTo>
                    <a:pt x="16" y="8"/>
                  </a:lnTo>
                  <a:lnTo>
                    <a:pt x="16" y="8"/>
                  </a:lnTo>
                  <a:lnTo>
                    <a:pt x="16" y="8"/>
                  </a:lnTo>
                  <a:lnTo>
                    <a:pt x="16" y="8"/>
                  </a:lnTo>
                  <a:lnTo>
                    <a:pt x="20" y="8"/>
                  </a:lnTo>
                  <a:lnTo>
                    <a:pt x="20" y="12"/>
                  </a:lnTo>
                  <a:lnTo>
                    <a:pt x="20" y="12"/>
                  </a:lnTo>
                  <a:lnTo>
                    <a:pt x="24" y="12"/>
                  </a:lnTo>
                  <a:lnTo>
                    <a:pt x="24" y="12"/>
                  </a:lnTo>
                  <a:lnTo>
                    <a:pt x="26" y="12"/>
                  </a:lnTo>
                  <a:lnTo>
                    <a:pt x="26" y="12"/>
                  </a:lnTo>
                  <a:lnTo>
                    <a:pt x="26" y="12"/>
                  </a:lnTo>
                  <a:lnTo>
                    <a:pt x="26" y="12"/>
                  </a:lnTo>
                  <a:lnTo>
                    <a:pt x="26" y="12"/>
                  </a:lnTo>
                  <a:lnTo>
                    <a:pt x="26" y="12"/>
                  </a:lnTo>
                  <a:lnTo>
                    <a:pt x="26" y="12"/>
                  </a:lnTo>
                  <a:lnTo>
                    <a:pt x="26" y="12"/>
                  </a:lnTo>
                  <a:lnTo>
                    <a:pt x="26" y="12"/>
                  </a:lnTo>
                  <a:lnTo>
                    <a:pt x="30" y="12"/>
                  </a:lnTo>
                  <a:lnTo>
                    <a:pt x="30" y="12"/>
                  </a:lnTo>
                  <a:lnTo>
                    <a:pt x="30" y="12"/>
                  </a:lnTo>
                  <a:lnTo>
                    <a:pt x="30" y="12"/>
                  </a:lnTo>
                  <a:lnTo>
                    <a:pt x="30" y="12"/>
                  </a:lnTo>
                  <a:lnTo>
                    <a:pt x="30" y="12"/>
                  </a:lnTo>
                  <a:lnTo>
                    <a:pt x="30" y="12"/>
                  </a:lnTo>
                  <a:lnTo>
                    <a:pt x="34" y="12"/>
                  </a:lnTo>
                  <a:lnTo>
                    <a:pt x="34" y="12"/>
                  </a:lnTo>
                  <a:lnTo>
                    <a:pt x="34" y="12"/>
                  </a:lnTo>
                  <a:lnTo>
                    <a:pt x="34" y="12"/>
                  </a:lnTo>
                  <a:lnTo>
                    <a:pt x="38" y="12"/>
                  </a:lnTo>
                  <a:lnTo>
                    <a:pt x="42" y="12"/>
                  </a:lnTo>
                  <a:lnTo>
                    <a:pt x="42" y="12"/>
                  </a:lnTo>
                  <a:lnTo>
                    <a:pt x="42" y="12"/>
                  </a:lnTo>
                  <a:lnTo>
                    <a:pt x="42" y="12"/>
                  </a:lnTo>
                  <a:lnTo>
                    <a:pt x="42" y="12"/>
                  </a:lnTo>
                  <a:lnTo>
                    <a:pt x="46" y="12"/>
                  </a:lnTo>
                  <a:lnTo>
                    <a:pt x="46" y="12"/>
                  </a:lnTo>
                  <a:lnTo>
                    <a:pt x="46" y="12"/>
                  </a:lnTo>
                  <a:lnTo>
                    <a:pt x="46" y="12"/>
                  </a:lnTo>
                  <a:lnTo>
                    <a:pt x="46" y="12"/>
                  </a:lnTo>
                  <a:lnTo>
                    <a:pt x="50" y="12"/>
                  </a:lnTo>
                  <a:lnTo>
                    <a:pt x="50" y="12"/>
                  </a:lnTo>
                  <a:lnTo>
                    <a:pt x="50" y="12"/>
                  </a:lnTo>
                  <a:lnTo>
                    <a:pt x="50" y="12"/>
                  </a:lnTo>
                  <a:lnTo>
                    <a:pt x="50" y="8"/>
                  </a:lnTo>
                  <a:lnTo>
                    <a:pt x="54" y="8"/>
                  </a:lnTo>
                  <a:lnTo>
                    <a:pt x="54" y="8"/>
                  </a:lnTo>
                  <a:lnTo>
                    <a:pt x="54" y="8"/>
                  </a:lnTo>
                  <a:lnTo>
                    <a:pt x="56" y="4"/>
                  </a:lnTo>
                  <a:lnTo>
                    <a:pt x="56" y="4"/>
                  </a:lnTo>
                  <a:lnTo>
                    <a:pt x="56" y="4"/>
                  </a:lnTo>
                  <a:lnTo>
                    <a:pt x="56" y="4"/>
                  </a:lnTo>
                  <a:lnTo>
                    <a:pt x="56" y="4"/>
                  </a:lnTo>
                  <a:lnTo>
                    <a:pt x="60" y="4"/>
                  </a:lnTo>
                  <a:lnTo>
                    <a:pt x="64" y="4"/>
                  </a:lnTo>
                  <a:lnTo>
                    <a:pt x="64" y="4"/>
                  </a:lnTo>
                  <a:lnTo>
                    <a:pt x="64" y="4"/>
                  </a:lnTo>
                  <a:lnTo>
                    <a:pt x="64" y="4"/>
                  </a:lnTo>
                  <a:lnTo>
                    <a:pt x="68" y="4"/>
                  </a:lnTo>
                  <a:lnTo>
                    <a:pt x="68" y="4"/>
                  </a:lnTo>
                  <a:lnTo>
                    <a:pt x="68" y="4"/>
                  </a:lnTo>
                  <a:lnTo>
                    <a:pt x="68" y="4"/>
                  </a:lnTo>
                  <a:lnTo>
                    <a:pt x="68" y="4"/>
                  </a:lnTo>
                  <a:lnTo>
                    <a:pt x="68" y="4"/>
                  </a:lnTo>
                  <a:lnTo>
                    <a:pt x="68" y="4"/>
                  </a:lnTo>
                  <a:lnTo>
                    <a:pt x="72" y="4"/>
                  </a:lnTo>
                  <a:lnTo>
                    <a:pt x="72" y="4"/>
                  </a:lnTo>
                  <a:lnTo>
                    <a:pt x="72" y="4"/>
                  </a:lnTo>
                  <a:lnTo>
                    <a:pt x="72" y="4"/>
                  </a:lnTo>
                  <a:lnTo>
                    <a:pt x="76" y="4"/>
                  </a:lnTo>
                  <a:lnTo>
                    <a:pt x="76" y="4"/>
                  </a:lnTo>
                  <a:lnTo>
                    <a:pt x="76" y="4"/>
                  </a:lnTo>
                  <a:lnTo>
                    <a:pt x="76" y="4"/>
                  </a:lnTo>
                  <a:lnTo>
                    <a:pt x="76" y="8"/>
                  </a:lnTo>
                  <a:lnTo>
                    <a:pt x="76" y="8"/>
                  </a:lnTo>
                  <a:lnTo>
                    <a:pt x="80" y="8"/>
                  </a:lnTo>
                  <a:lnTo>
                    <a:pt x="80" y="8"/>
                  </a:lnTo>
                  <a:lnTo>
                    <a:pt x="80" y="8"/>
                  </a:lnTo>
                  <a:lnTo>
                    <a:pt x="80" y="4"/>
                  </a:lnTo>
                  <a:lnTo>
                    <a:pt x="80" y="8"/>
                  </a:lnTo>
                  <a:lnTo>
                    <a:pt x="80" y="8"/>
                  </a:lnTo>
                  <a:lnTo>
                    <a:pt x="80" y="8"/>
                  </a:lnTo>
                  <a:lnTo>
                    <a:pt x="80" y="8"/>
                  </a:lnTo>
                  <a:lnTo>
                    <a:pt x="82" y="8"/>
                  </a:lnTo>
                  <a:lnTo>
                    <a:pt x="82" y="12"/>
                  </a:lnTo>
                  <a:lnTo>
                    <a:pt x="82" y="12"/>
                  </a:lnTo>
                  <a:lnTo>
                    <a:pt x="82" y="12"/>
                  </a:lnTo>
                  <a:lnTo>
                    <a:pt x="86" y="12"/>
                  </a:lnTo>
                  <a:lnTo>
                    <a:pt x="86" y="12"/>
                  </a:lnTo>
                  <a:lnTo>
                    <a:pt x="86" y="12"/>
                  </a:lnTo>
                  <a:lnTo>
                    <a:pt x="86" y="12"/>
                  </a:lnTo>
                  <a:lnTo>
                    <a:pt x="86" y="12"/>
                  </a:lnTo>
                  <a:lnTo>
                    <a:pt x="86" y="16"/>
                  </a:lnTo>
                  <a:lnTo>
                    <a:pt x="90" y="16"/>
                  </a:lnTo>
                  <a:lnTo>
                    <a:pt x="90" y="16"/>
                  </a:lnTo>
                  <a:lnTo>
                    <a:pt x="90" y="16"/>
                  </a:lnTo>
                  <a:lnTo>
                    <a:pt x="86" y="16"/>
                  </a:lnTo>
                  <a:lnTo>
                    <a:pt x="86" y="16"/>
                  </a:lnTo>
                  <a:lnTo>
                    <a:pt x="86" y="16"/>
                  </a:lnTo>
                  <a:lnTo>
                    <a:pt x="86" y="20"/>
                  </a:lnTo>
                  <a:lnTo>
                    <a:pt x="86" y="20"/>
                  </a:lnTo>
                  <a:lnTo>
                    <a:pt x="86" y="20"/>
                  </a:lnTo>
                  <a:lnTo>
                    <a:pt x="86" y="20"/>
                  </a:lnTo>
                  <a:lnTo>
                    <a:pt x="86" y="20"/>
                  </a:lnTo>
                  <a:lnTo>
                    <a:pt x="86" y="16"/>
                  </a:lnTo>
                  <a:lnTo>
                    <a:pt x="82" y="16"/>
                  </a:lnTo>
                  <a:lnTo>
                    <a:pt x="82" y="20"/>
                  </a:lnTo>
                  <a:lnTo>
                    <a:pt x="82" y="20"/>
                  </a:lnTo>
                  <a:lnTo>
                    <a:pt x="82" y="20"/>
                  </a:lnTo>
                  <a:lnTo>
                    <a:pt x="82" y="20"/>
                  </a:lnTo>
                  <a:lnTo>
                    <a:pt x="80" y="20"/>
                  </a:lnTo>
                  <a:lnTo>
                    <a:pt x="80" y="22"/>
                  </a:lnTo>
                  <a:lnTo>
                    <a:pt x="80" y="22"/>
                  </a:lnTo>
                  <a:lnTo>
                    <a:pt x="80" y="26"/>
                  </a:lnTo>
                  <a:lnTo>
                    <a:pt x="80" y="26"/>
                  </a:lnTo>
                  <a:lnTo>
                    <a:pt x="80" y="26"/>
                  </a:lnTo>
                  <a:lnTo>
                    <a:pt x="80" y="26"/>
                  </a:lnTo>
                  <a:lnTo>
                    <a:pt x="80" y="26"/>
                  </a:lnTo>
                  <a:lnTo>
                    <a:pt x="80" y="30"/>
                  </a:lnTo>
                  <a:lnTo>
                    <a:pt x="80" y="30"/>
                  </a:lnTo>
                  <a:lnTo>
                    <a:pt x="80" y="30"/>
                  </a:lnTo>
                  <a:lnTo>
                    <a:pt x="80" y="30"/>
                  </a:lnTo>
                  <a:lnTo>
                    <a:pt x="76" y="30"/>
                  </a:lnTo>
                  <a:lnTo>
                    <a:pt x="76" y="30"/>
                  </a:lnTo>
                  <a:lnTo>
                    <a:pt x="76" y="34"/>
                  </a:lnTo>
                  <a:lnTo>
                    <a:pt x="72" y="34"/>
                  </a:lnTo>
                  <a:lnTo>
                    <a:pt x="72" y="34"/>
                  </a:lnTo>
                  <a:lnTo>
                    <a:pt x="72" y="38"/>
                  </a:lnTo>
                  <a:lnTo>
                    <a:pt x="72" y="38"/>
                  </a:lnTo>
                  <a:lnTo>
                    <a:pt x="72" y="38"/>
                  </a:lnTo>
                  <a:lnTo>
                    <a:pt x="76" y="38"/>
                  </a:lnTo>
                  <a:lnTo>
                    <a:pt x="76" y="38"/>
                  </a:lnTo>
                  <a:lnTo>
                    <a:pt x="76" y="38"/>
                  </a:lnTo>
                  <a:lnTo>
                    <a:pt x="76" y="38"/>
                  </a:lnTo>
                  <a:lnTo>
                    <a:pt x="76" y="38"/>
                  </a:lnTo>
                  <a:lnTo>
                    <a:pt x="76" y="40"/>
                  </a:lnTo>
                  <a:lnTo>
                    <a:pt x="76" y="40"/>
                  </a:lnTo>
                  <a:lnTo>
                    <a:pt x="80" y="40"/>
                  </a:lnTo>
                  <a:lnTo>
                    <a:pt x="80" y="40"/>
                  </a:lnTo>
                  <a:lnTo>
                    <a:pt x="80" y="40"/>
                  </a:lnTo>
                  <a:lnTo>
                    <a:pt x="80" y="44"/>
                  </a:lnTo>
                  <a:lnTo>
                    <a:pt x="80" y="44"/>
                  </a:lnTo>
                  <a:lnTo>
                    <a:pt x="80" y="44"/>
                  </a:lnTo>
                  <a:lnTo>
                    <a:pt x="80" y="44"/>
                  </a:lnTo>
                  <a:lnTo>
                    <a:pt x="80" y="44"/>
                  </a:lnTo>
                  <a:lnTo>
                    <a:pt x="80" y="44"/>
                  </a:lnTo>
                  <a:lnTo>
                    <a:pt x="80" y="44"/>
                  </a:lnTo>
                  <a:lnTo>
                    <a:pt x="80" y="44"/>
                  </a:lnTo>
                  <a:lnTo>
                    <a:pt x="76" y="44"/>
                  </a:lnTo>
                  <a:lnTo>
                    <a:pt x="76" y="44"/>
                  </a:lnTo>
                  <a:lnTo>
                    <a:pt x="76" y="44"/>
                  </a:lnTo>
                  <a:lnTo>
                    <a:pt x="76" y="44"/>
                  </a:lnTo>
                  <a:lnTo>
                    <a:pt x="72" y="44"/>
                  </a:lnTo>
                  <a:lnTo>
                    <a:pt x="72" y="44"/>
                  </a:lnTo>
                  <a:lnTo>
                    <a:pt x="72" y="44"/>
                  </a:lnTo>
                  <a:lnTo>
                    <a:pt x="72" y="44"/>
                  </a:lnTo>
                  <a:lnTo>
                    <a:pt x="72" y="44"/>
                  </a:lnTo>
                  <a:lnTo>
                    <a:pt x="72" y="44"/>
                  </a:lnTo>
                  <a:lnTo>
                    <a:pt x="72" y="40"/>
                  </a:lnTo>
                  <a:lnTo>
                    <a:pt x="68" y="40"/>
                  </a:lnTo>
                  <a:lnTo>
                    <a:pt x="68" y="44"/>
                  </a:lnTo>
                  <a:lnTo>
                    <a:pt x="68" y="44"/>
                  </a:lnTo>
                  <a:lnTo>
                    <a:pt x="64" y="44"/>
                  </a:lnTo>
                  <a:lnTo>
                    <a:pt x="64" y="44"/>
                  </a:lnTo>
                  <a:lnTo>
                    <a:pt x="60" y="44"/>
                  </a:lnTo>
                  <a:lnTo>
                    <a:pt x="60" y="44"/>
                  </a:lnTo>
                  <a:lnTo>
                    <a:pt x="60" y="48"/>
                  </a:lnTo>
                  <a:lnTo>
                    <a:pt x="60" y="48"/>
                  </a:lnTo>
                  <a:lnTo>
                    <a:pt x="60" y="48"/>
                  </a:lnTo>
                  <a:lnTo>
                    <a:pt x="60" y="48"/>
                  </a:lnTo>
                  <a:lnTo>
                    <a:pt x="56" y="48"/>
                  </a:lnTo>
                  <a:lnTo>
                    <a:pt x="56" y="48"/>
                  </a:lnTo>
                  <a:lnTo>
                    <a:pt x="56" y="48"/>
                  </a:lnTo>
                  <a:lnTo>
                    <a:pt x="56" y="48"/>
                  </a:lnTo>
                  <a:lnTo>
                    <a:pt x="56" y="48"/>
                  </a:lnTo>
                  <a:lnTo>
                    <a:pt x="56" y="48"/>
                  </a:lnTo>
                  <a:lnTo>
                    <a:pt x="56" y="52"/>
                  </a:lnTo>
                  <a:lnTo>
                    <a:pt x="56" y="52"/>
                  </a:lnTo>
                  <a:lnTo>
                    <a:pt x="56" y="52"/>
                  </a:lnTo>
                  <a:lnTo>
                    <a:pt x="56" y="48"/>
                  </a:lnTo>
                  <a:lnTo>
                    <a:pt x="54" y="48"/>
                  </a:lnTo>
                  <a:lnTo>
                    <a:pt x="54" y="48"/>
                  </a:lnTo>
                  <a:lnTo>
                    <a:pt x="54" y="52"/>
                  </a:lnTo>
                  <a:lnTo>
                    <a:pt x="54" y="52"/>
                  </a:lnTo>
                  <a:lnTo>
                    <a:pt x="54" y="52"/>
                  </a:lnTo>
                  <a:lnTo>
                    <a:pt x="54" y="52"/>
                  </a:lnTo>
                  <a:lnTo>
                    <a:pt x="54" y="52"/>
                  </a:lnTo>
                  <a:lnTo>
                    <a:pt x="54" y="52"/>
                  </a:lnTo>
                  <a:lnTo>
                    <a:pt x="54" y="56"/>
                  </a:lnTo>
                  <a:lnTo>
                    <a:pt x="54" y="56"/>
                  </a:lnTo>
                  <a:lnTo>
                    <a:pt x="54" y="60"/>
                  </a:lnTo>
                  <a:lnTo>
                    <a:pt x="50" y="60"/>
                  </a:lnTo>
                  <a:lnTo>
                    <a:pt x="50" y="60"/>
                  </a:lnTo>
                  <a:lnTo>
                    <a:pt x="50" y="56"/>
                  </a:lnTo>
                  <a:lnTo>
                    <a:pt x="46" y="60"/>
                  </a:lnTo>
                  <a:lnTo>
                    <a:pt x="46" y="60"/>
                  </a:lnTo>
                  <a:lnTo>
                    <a:pt x="46" y="60"/>
                  </a:lnTo>
                  <a:lnTo>
                    <a:pt x="42" y="60"/>
                  </a:lnTo>
                  <a:lnTo>
                    <a:pt x="42" y="60"/>
                  </a:lnTo>
                  <a:lnTo>
                    <a:pt x="42" y="60"/>
                  </a:lnTo>
                  <a:lnTo>
                    <a:pt x="42" y="60"/>
                  </a:lnTo>
                  <a:lnTo>
                    <a:pt x="42" y="60"/>
                  </a:lnTo>
                  <a:lnTo>
                    <a:pt x="38" y="60"/>
                  </a:lnTo>
                  <a:lnTo>
                    <a:pt x="38" y="56"/>
                  </a:lnTo>
                  <a:lnTo>
                    <a:pt x="38" y="56"/>
                  </a:lnTo>
                  <a:lnTo>
                    <a:pt x="38" y="56"/>
                  </a:lnTo>
                  <a:lnTo>
                    <a:pt x="34" y="56"/>
                  </a:lnTo>
                  <a:lnTo>
                    <a:pt x="34" y="56"/>
                  </a:lnTo>
                  <a:lnTo>
                    <a:pt x="34" y="56"/>
                  </a:lnTo>
                  <a:lnTo>
                    <a:pt x="34" y="56"/>
                  </a:lnTo>
                  <a:lnTo>
                    <a:pt x="30" y="56"/>
                  </a:lnTo>
                  <a:lnTo>
                    <a:pt x="30" y="56"/>
                  </a:lnTo>
                  <a:lnTo>
                    <a:pt x="30" y="52"/>
                  </a:lnTo>
                  <a:lnTo>
                    <a:pt x="26" y="52"/>
                  </a:lnTo>
                  <a:lnTo>
                    <a:pt x="26" y="52"/>
                  </a:lnTo>
                  <a:lnTo>
                    <a:pt x="26" y="52"/>
                  </a:lnTo>
                  <a:lnTo>
                    <a:pt x="26" y="52"/>
                  </a:lnTo>
                  <a:lnTo>
                    <a:pt x="26" y="52"/>
                  </a:lnTo>
                  <a:lnTo>
                    <a:pt x="24" y="52"/>
                  </a:lnTo>
                  <a:lnTo>
                    <a:pt x="24" y="56"/>
                  </a:lnTo>
                  <a:lnTo>
                    <a:pt x="24" y="56"/>
                  </a:lnTo>
                  <a:lnTo>
                    <a:pt x="24" y="56"/>
                  </a:lnTo>
                  <a:lnTo>
                    <a:pt x="24" y="56"/>
                  </a:lnTo>
                  <a:lnTo>
                    <a:pt x="20" y="56"/>
                  </a:lnTo>
                  <a:lnTo>
                    <a:pt x="20" y="56"/>
                  </a:lnTo>
                  <a:lnTo>
                    <a:pt x="20" y="56"/>
                  </a:lnTo>
                  <a:lnTo>
                    <a:pt x="20" y="56"/>
                  </a:lnTo>
                  <a:lnTo>
                    <a:pt x="16" y="56"/>
                  </a:lnTo>
                  <a:lnTo>
                    <a:pt x="16" y="56"/>
                  </a:lnTo>
                  <a:lnTo>
                    <a:pt x="12" y="56"/>
                  </a:lnTo>
                  <a:lnTo>
                    <a:pt x="12" y="56"/>
                  </a:lnTo>
                  <a:lnTo>
                    <a:pt x="12" y="56"/>
                  </a:lnTo>
                  <a:lnTo>
                    <a:pt x="12" y="56"/>
                  </a:lnTo>
                  <a:lnTo>
                    <a:pt x="12" y="60"/>
                  </a:lnTo>
                  <a:lnTo>
                    <a:pt x="12" y="60"/>
                  </a:lnTo>
                  <a:lnTo>
                    <a:pt x="12" y="60"/>
                  </a:lnTo>
                  <a:lnTo>
                    <a:pt x="8" y="56"/>
                  </a:lnTo>
                  <a:lnTo>
                    <a:pt x="8" y="56"/>
                  </a:lnTo>
                  <a:lnTo>
                    <a:pt x="8" y="56"/>
                  </a:lnTo>
                  <a:lnTo>
                    <a:pt x="8" y="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39" name="Freeform 94"/>
            <p:cNvSpPr>
              <a:spLocks noChangeAspect="1" noEditPoints="1"/>
            </p:cNvSpPr>
            <p:nvPr/>
          </p:nvSpPr>
          <p:spPr bwMode="gray">
            <a:xfrm>
              <a:off x="5130405" y="3058725"/>
              <a:ext cx="149577" cy="139141"/>
            </a:xfrm>
            <a:custGeom>
              <a:avLst/>
              <a:gdLst>
                <a:gd name="T0" fmla="*/ 66 w 86"/>
                <a:gd name="T1" fmla="*/ 74 h 80"/>
                <a:gd name="T2" fmla="*/ 70 w 86"/>
                <a:gd name="T3" fmla="*/ 78 h 80"/>
                <a:gd name="T4" fmla="*/ 56 w 86"/>
                <a:gd name="T5" fmla="*/ 70 h 80"/>
                <a:gd name="T6" fmla="*/ 60 w 86"/>
                <a:gd name="T7" fmla="*/ 70 h 80"/>
                <a:gd name="T8" fmla="*/ 14 w 86"/>
                <a:gd name="T9" fmla="*/ 30 h 80"/>
                <a:gd name="T10" fmla="*/ 18 w 86"/>
                <a:gd name="T11" fmla="*/ 30 h 80"/>
                <a:gd name="T12" fmla="*/ 14 w 86"/>
                <a:gd name="T13" fmla="*/ 34 h 80"/>
                <a:gd name="T14" fmla="*/ 14 w 86"/>
                <a:gd name="T15" fmla="*/ 26 h 80"/>
                <a:gd name="T16" fmla="*/ 14 w 86"/>
                <a:gd name="T17" fmla="*/ 34 h 80"/>
                <a:gd name="T18" fmla="*/ 14 w 86"/>
                <a:gd name="T19" fmla="*/ 40 h 80"/>
                <a:gd name="T20" fmla="*/ 14 w 86"/>
                <a:gd name="T21" fmla="*/ 40 h 80"/>
                <a:gd name="T22" fmla="*/ 22 w 86"/>
                <a:gd name="T23" fmla="*/ 38 h 80"/>
                <a:gd name="T24" fmla="*/ 22 w 86"/>
                <a:gd name="T25" fmla="*/ 40 h 80"/>
                <a:gd name="T26" fmla="*/ 26 w 86"/>
                <a:gd name="T27" fmla="*/ 52 h 80"/>
                <a:gd name="T28" fmla="*/ 18 w 86"/>
                <a:gd name="T29" fmla="*/ 44 h 80"/>
                <a:gd name="T30" fmla="*/ 26 w 86"/>
                <a:gd name="T31" fmla="*/ 52 h 80"/>
                <a:gd name="T32" fmla="*/ 44 w 86"/>
                <a:gd name="T33" fmla="*/ 64 h 80"/>
                <a:gd name="T34" fmla="*/ 44 w 86"/>
                <a:gd name="T35" fmla="*/ 64 h 80"/>
                <a:gd name="T36" fmla="*/ 40 w 86"/>
                <a:gd name="T37" fmla="*/ 66 h 80"/>
                <a:gd name="T38" fmla="*/ 52 w 86"/>
                <a:gd name="T39" fmla="*/ 66 h 80"/>
                <a:gd name="T40" fmla="*/ 40 w 86"/>
                <a:gd name="T41" fmla="*/ 66 h 80"/>
                <a:gd name="T42" fmla="*/ 36 w 86"/>
                <a:gd name="T43" fmla="*/ 70 h 80"/>
                <a:gd name="T44" fmla="*/ 52 w 86"/>
                <a:gd name="T45" fmla="*/ 70 h 80"/>
                <a:gd name="T46" fmla="*/ 60 w 86"/>
                <a:gd name="T47" fmla="*/ 74 h 80"/>
                <a:gd name="T48" fmla="*/ 60 w 86"/>
                <a:gd name="T49" fmla="*/ 74 h 80"/>
                <a:gd name="T50" fmla="*/ 52 w 86"/>
                <a:gd name="T51" fmla="*/ 66 h 80"/>
                <a:gd name="T52" fmla="*/ 40 w 86"/>
                <a:gd name="T53" fmla="*/ 60 h 80"/>
                <a:gd name="T54" fmla="*/ 36 w 86"/>
                <a:gd name="T55" fmla="*/ 56 h 80"/>
                <a:gd name="T56" fmla="*/ 26 w 86"/>
                <a:gd name="T57" fmla="*/ 48 h 80"/>
                <a:gd name="T58" fmla="*/ 30 w 86"/>
                <a:gd name="T59" fmla="*/ 44 h 80"/>
                <a:gd name="T60" fmla="*/ 18 w 86"/>
                <a:gd name="T61" fmla="*/ 34 h 80"/>
                <a:gd name="T62" fmla="*/ 14 w 86"/>
                <a:gd name="T63" fmla="*/ 26 h 80"/>
                <a:gd name="T64" fmla="*/ 10 w 86"/>
                <a:gd name="T65" fmla="*/ 30 h 80"/>
                <a:gd name="T66" fmla="*/ 8 w 86"/>
                <a:gd name="T67" fmla="*/ 34 h 80"/>
                <a:gd name="T68" fmla="*/ 0 w 86"/>
                <a:gd name="T69" fmla="*/ 22 h 80"/>
                <a:gd name="T70" fmla="*/ 8 w 86"/>
                <a:gd name="T71" fmla="*/ 22 h 80"/>
                <a:gd name="T72" fmla="*/ 14 w 86"/>
                <a:gd name="T73" fmla="*/ 18 h 80"/>
                <a:gd name="T74" fmla="*/ 22 w 86"/>
                <a:gd name="T75" fmla="*/ 22 h 80"/>
                <a:gd name="T76" fmla="*/ 30 w 86"/>
                <a:gd name="T77" fmla="*/ 14 h 80"/>
                <a:gd name="T78" fmla="*/ 30 w 86"/>
                <a:gd name="T79" fmla="*/ 8 h 80"/>
                <a:gd name="T80" fmla="*/ 36 w 86"/>
                <a:gd name="T81" fmla="*/ 0 h 80"/>
                <a:gd name="T82" fmla="*/ 52 w 86"/>
                <a:gd name="T83" fmla="*/ 8 h 80"/>
                <a:gd name="T84" fmla="*/ 60 w 86"/>
                <a:gd name="T85" fmla="*/ 14 h 80"/>
                <a:gd name="T86" fmla="*/ 74 w 86"/>
                <a:gd name="T87" fmla="*/ 14 h 80"/>
                <a:gd name="T88" fmla="*/ 78 w 86"/>
                <a:gd name="T89" fmla="*/ 22 h 80"/>
                <a:gd name="T90" fmla="*/ 82 w 86"/>
                <a:gd name="T91" fmla="*/ 26 h 80"/>
                <a:gd name="T92" fmla="*/ 74 w 86"/>
                <a:gd name="T93" fmla="*/ 34 h 80"/>
                <a:gd name="T94" fmla="*/ 66 w 86"/>
                <a:gd name="T95" fmla="*/ 30 h 80"/>
                <a:gd name="T96" fmla="*/ 56 w 86"/>
                <a:gd name="T97" fmla="*/ 26 h 80"/>
                <a:gd name="T98" fmla="*/ 40 w 86"/>
                <a:gd name="T99" fmla="*/ 26 h 80"/>
                <a:gd name="T100" fmla="*/ 34 w 86"/>
                <a:gd name="T101" fmla="*/ 26 h 80"/>
                <a:gd name="T102" fmla="*/ 36 w 86"/>
                <a:gd name="T103" fmla="*/ 38 h 80"/>
                <a:gd name="T104" fmla="*/ 40 w 86"/>
                <a:gd name="T105" fmla="*/ 48 h 80"/>
                <a:gd name="T106" fmla="*/ 48 w 86"/>
                <a:gd name="T107" fmla="*/ 60 h 80"/>
                <a:gd name="T108" fmla="*/ 56 w 86"/>
                <a:gd name="T109" fmla="*/ 64 h 80"/>
                <a:gd name="T110" fmla="*/ 60 w 86"/>
                <a:gd name="T111" fmla="*/ 7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86" h="80">
                  <a:moveTo>
                    <a:pt x="60" y="70"/>
                  </a:moveTo>
                  <a:lnTo>
                    <a:pt x="62" y="70"/>
                  </a:lnTo>
                  <a:lnTo>
                    <a:pt x="62" y="74"/>
                  </a:lnTo>
                  <a:lnTo>
                    <a:pt x="66" y="74"/>
                  </a:lnTo>
                  <a:lnTo>
                    <a:pt x="66" y="78"/>
                  </a:lnTo>
                  <a:lnTo>
                    <a:pt x="70" y="78"/>
                  </a:lnTo>
                  <a:lnTo>
                    <a:pt x="70" y="80"/>
                  </a:lnTo>
                  <a:lnTo>
                    <a:pt x="70" y="78"/>
                  </a:lnTo>
                  <a:lnTo>
                    <a:pt x="66" y="78"/>
                  </a:lnTo>
                  <a:lnTo>
                    <a:pt x="62" y="74"/>
                  </a:lnTo>
                  <a:lnTo>
                    <a:pt x="60" y="74"/>
                  </a:lnTo>
                  <a:lnTo>
                    <a:pt x="56" y="70"/>
                  </a:lnTo>
                  <a:lnTo>
                    <a:pt x="52" y="70"/>
                  </a:lnTo>
                  <a:lnTo>
                    <a:pt x="52" y="66"/>
                  </a:lnTo>
                  <a:lnTo>
                    <a:pt x="56" y="70"/>
                  </a:lnTo>
                  <a:lnTo>
                    <a:pt x="60" y="70"/>
                  </a:lnTo>
                  <a:lnTo>
                    <a:pt x="60" y="70"/>
                  </a:lnTo>
                  <a:lnTo>
                    <a:pt x="60" y="70"/>
                  </a:lnTo>
                  <a:close/>
                  <a:moveTo>
                    <a:pt x="18" y="30"/>
                  </a:moveTo>
                  <a:lnTo>
                    <a:pt x="14" y="30"/>
                  </a:lnTo>
                  <a:lnTo>
                    <a:pt x="14" y="26"/>
                  </a:lnTo>
                  <a:lnTo>
                    <a:pt x="18" y="26"/>
                  </a:lnTo>
                  <a:lnTo>
                    <a:pt x="18" y="30"/>
                  </a:lnTo>
                  <a:lnTo>
                    <a:pt x="18" y="30"/>
                  </a:lnTo>
                  <a:lnTo>
                    <a:pt x="18" y="30"/>
                  </a:lnTo>
                  <a:close/>
                  <a:moveTo>
                    <a:pt x="14" y="38"/>
                  </a:moveTo>
                  <a:lnTo>
                    <a:pt x="10" y="34"/>
                  </a:lnTo>
                  <a:lnTo>
                    <a:pt x="14" y="34"/>
                  </a:lnTo>
                  <a:lnTo>
                    <a:pt x="14" y="30"/>
                  </a:lnTo>
                  <a:lnTo>
                    <a:pt x="10" y="30"/>
                  </a:lnTo>
                  <a:lnTo>
                    <a:pt x="10" y="26"/>
                  </a:lnTo>
                  <a:lnTo>
                    <a:pt x="14" y="26"/>
                  </a:lnTo>
                  <a:lnTo>
                    <a:pt x="10" y="26"/>
                  </a:lnTo>
                  <a:lnTo>
                    <a:pt x="10" y="30"/>
                  </a:lnTo>
                  <a:lnTo>
                    <a:pt x="14" y="30"/>
                  </a:lnTo>
                  <a:lnTo>
                    <a:pt x="14" y="34"/>
                  </a:lnTo>
                  <a:lnTo>
                    <a:pt x="14" y="38"/>
                  </a:lnTo>
                  <a:lnTo>
                    <a:pt x="14" y="38"/>
                  </a:lnTo>
                  <a:lnTo>
                    <a:pt x="14" y="38"/>
                  </a:lnTo>
                  <a:close/>
                  <a:moveTo>
                    <a:pt x="14" y="40"/>
                  </a:moveTo>
                  <a:lnTo>
                    <a:pt x="14" y="38"/>
                  </a:lnTo>
                  <a:lnTo>
                    <a:pt x="10" y="38"/>
                  </a:lnTo>
                  <a:lnTo>
                    <a:pt x="14" y="38"/>
                  </a:lnTo>
                  <a:lnTo>
                    <a:pt x="14" y="40"/>
                  </a:lnTo>
                  <a:lnTo>
                    <a:pt x="14" y="40"/>
                  </a:lnTo>
                  <a:lnTo>
                    <a:pt x="14" y="40"/>
                  </a:lnTo>
                  <a:close/>
                  <a:moveTo>
                    <a:pt x="18" y="38"/>
                  </a:moveTo>
                  <a:lnTo>
                    <a:pt x="22" y="38"/>
                  </a:lnTo>
                  <a:lnTo>
                    <a:pt x="22" y="40"/>
                  </a:lnTo>
                  <a:lnTo>
                    <a:pt x="26" y="44"/>
                  </a:lnTo>
                  <a:lnTo>
                    <a:pt x="22" y="44"/>
                  </a:lnTo>
                  <a:lnTo>
                    <a:pt x="22" y="40"/>
                  </a:lnTo>
                  <a:lnTo>
                    <a:pt x="18" y="38"/>
                  </a:lnTo>
                  <a:lnTo>
                    <a:pt x="18" y="38"/>
                  </a:lnTo>
                  <a:lnTo>
                    <a:pt x="18" y="38"/>
                  </a:lnTo>
                  <a:close/>
                  <a:moveTo>
                    <a:pt x="26" y="52"/>
                  </a:moveTo>
                  <a:lnTo>
                    <a:pt x="22" y="52"/>
                  </a:lnTo>
                  <a:lnTo>
                    <a:pt x="22" y="48"/>
                  </a:lnTo>
                  <a:lnTo>
                    <a:pt x="18" y="48"/>
                  </a:lnTo>
                  <a:lnTo>
                    <a:pt x="18" y="44"/>
                  </a:lnTo>
                  <a:lnTo>
                    <a:pt x="22" y="48"/>
                  </a:lnTo>
                  <a:lnTo>
                    <a:pt x="22" y="52"/>
                  </a:lnTo>
                  <a:lnTo>
                    <a:pt x="26" y="52"/>
                  </a:lnTo>
                  <a:lnTo>
                    <a:pt x="26" y="52"/>
                  </a:lnTo>
                  <a:lnTo>
                    <a:pt x="26" y="52"/>
                  </a:lnTo>
                  <a:close/>
                  <a:moveTo>
                    <a:pt x="44" y="64"/>
                  </a:moveTo>
                  <a:lnTo>
                    <a:pt x="40" y="64"/>
                  </a:lnTo>
                  <a:lnTo>
                    <a:pt x="44" y="64"/>
                  </a:lnTo>
                  <a:lnTo>
                    <a:pt x="48" y="64"/>
                  </a:lnTo>
                  <a:lnTo>
                    <a:pt x="44" y="64"/>
                  </a:lnTo>
                  <a:lnTo>
                    <a:pt x="44" y="64"/>
                  </a:lnTo>
                  <a:lnTo>
                    <a:pt x="44" y="64"/>
                  </a:lnTo>
                  <a:close/>
                  <a:moveTo>
                    <a:pt x="52" y="66"/>
                  </a:moveTo>
                  <a:lnTo>
                    <a:pt x="48" y="66"/>
                  </a:lnTo>
                  <a:lnTo>
                    <a:pt x="44" y="66"/>
                  </a:lnTo>
                  <a:lnTo>
                    <a:pt x="40" y="66"/>
                  </a:lnTo>
                  <a:lnTo>
                    <a:pt x="44" y="66"/>
                  </a:lnTo>
                  <a:lnTo>
                    <a:pt x="48" y="66"/>
                  </a:lnTo>
                  <a:lnTo>
                    <a:pt x="52" y="66"/>
                  </a:lnTo>
                  <a:lnTo>
                    <a:pt x="52" y="66"/>
                  </a:lnTo>
                  <a:lnTo>
                    <a:pt x="52" y="66"/>
                  </a:lnTo>
                  <a:close/>
                  <a:moveTo>
                    <a:pt x="36" y="70"/>
                  </a:moveTo>
                  <a:lnTo>
                    <a:pt x="36" y="66"/>
                  </a:lnTo>
                  <a:lnTo>
                    <a:pt x="40" y="66"/>
                  </a:lnTo>
                  <a:lnTo>
                    <a:pt x="40" y="70"/>
                  </a:lnTo>
                  <a:lnTo>
                    <a:pt x="36" y="70"/>
                  </a:lnTo>
                  <a:lnTo>
                    <a:pt x="36" y="70"/>
                  </a:lnTo>
                  <a:lnTo>
                    <a:pt x="36" y="70"/>
                  </a:lnTo>
                  <a:close/>
                  <a:moveTo>
                    <a:pt x="48" y="70"/>
                  </a:moveTo>
                  <a:lnTo>
                    <a:pt x="44" y="70"/>
                  </a:lnTo>
                  <a:lnTo>
                    <a:pt x="48" y="70"/>
                  </a:lnTo>
                  <a:lnTo>
                    <a:pt x="52" y="70"/>
                  </a:lnTo>
                  <a:lnTo>
                    <a:pt x="48" y="70"/>
                  </a:lnTo>
                  <a:lnTo>
                    <a:pt x="48" y="70"/>
                  </a:lnTo>
                  <a:lnTo>
                    <a:pt x="48" y="70"/>
                  </a:lnTo>
                  <a:close/>
                  <a:moveTo>
                    <a:pt x="60" y="74"/>
                  </a:moveTo>
                  <a:lnTo>
                    <a:pt x="56" y="74"/>
                  </a:lnTo>
                  <a:lnTo>
                    <a:pt x="60" y="74"/>
                  </a:lnTo>
                  <a:lnTo>
                    <a:pt x="60" y="74"/>
                  </a:lnTo>
                  <a:lnTo>
                    <a:pt x="60" y="74"/>
                  </a:lnTo>
                  <a:close/>
                  <a:moveTo>
                    <a:pt x="60" y="70"/>
                  </a:moveTo>
                  <a:lnTo>
                    <a:pt x="56" y="70"/>
                  </a:lnTo>
                  <a:lnTo>
                    <a:pt x="56" y="66"/>
                  </a:lnTo>
                  <a:lnTo>
                    <a:pt x="52" y="66"/>
                  </a:lnTo>
                  <a:lnTo>
                    <a:pt x="52" y="64"/>
                  </a:lnTo>
                  <a:lnTo>
                    <a:pt x="48" y="64"/>
                  </a:lnTo>
                  <a:lnTo>
                    <a:pt x="44" y="60"/>
                  </a:lnTo>
                  <a:lnTo>
                    <a:pt x="40" y="60"/>
                  </a:lnTo>
                  <a:lnTo>
                    <a:pt x="36" y="60"/>
                  </a:lnTo>
                  <a:lnTo>
                    <a:pt x="34" y="60"/>
                  </a:lnTo>
                  <a:lnTo>
                    <a:pt x="34" y="56"/>
                  </a:lnTo>
                  <a:lnTo>
                    <a:pt x="36" y="56"/>
                  </a:lnTo>
                  <a:lnTo>
                    <a:pt x="34" y="56"/>
                  </a:lnTo>
                  <a:lnTo>
                    <a:pt x="30" y="52"/>
                  </a:lnTo>
                  <a:lnTo>
                    <a:pt x="26" y="52"/>
                  </a:lnTo>
                  <a:lnTo>
                    <a:pt x="26" y="48"/>
                  </a:lnTo>
                  <a:lnTo>
                    <a:pt x="26" y="44"/>
                  </a:lnTo>
                  <a:lnTo>
                    <a:pt x="22" y="44"/>
                  </a:lnTo>
                  <a:lnTo>
                    <a:pt x="26" y="44"/>
                  </a:lnTo>
                  <a:lnTo>
                    <a:pt x="30" y="44"/>
                  </a:lnTo>
                  <a:lnTo>
                    <a:pt x="26" y="40"/>
                  </a:lnTo>
                  <a:lnTo>
                    <a:pt x="22" y="40"/>
                  </a:lnTo>
                  <a:lnTo>
                    <a:pt x="22" y="38"/>
                  </a:lnTo>
                  <a:lnTo>
                    <a:pt x="18" y="34"/>
                  </a:lnTo>
                  <a:lnTo>
                    <a:pt x="22" y="34"/>
                  </a:lnTo>
                  <a:lnTo>
                    <a:pt x="22" y="30"/>
                  </a:lnTo>
                  <a:lnTo>
                    <a:pt x="18" y="26"/>
                  </a:lnTo>
                  <a:lnTo>
                    <a:pt x="14" y="26"/>
                  </a:lnTo>
                  <a:lnTo>
                    <a:pt x="14" y="22"/>
                  </a:lnTo>
                  <a:lnTo>
                    <a:pt x="10" y="22"/>
                  </a:lnTo>
                  <a:lnTo>
                    <a:pt x="10" y="26"/>
                  </a:lnTo>
                  <a:lnTo>
                    <a:pt x="10" y="30"/>
                  </a:lnTo>
                  <a:lnTo>
                    <a:pt x="8" y="30"/>
                  </a:lnTo>
                  <a:lnTo>
                    <a:pt x="8" y="34"/>
                  </a:lnTo>
                  <a:lnTo>
                    <a:pt x="4" y="34"/>
                  </a:lnTo>
                  <a:lnTo>
                    <a:pt x="8" y="34"/>
                  </a:lnTo>
                  <a:lnTo>
                    <a:pt x="4" y="30"/>
                  </a:lnTo>
                  <a:lnTo>
                    <a:pt x="4" y="26"/>
                  </a:lnTo>
                  <a:lnTo>
                    <a:pt x="4" y="22"/>
                  </a:lnTo>
                  <a:lnTo>
                    <a:pt x="0" y="22"/>
                  </a:lnTo>
                  <a:lnTo>
                    <a:pt x="0" y="18"/>
                  </a:lnTo>
                  <a:lnTo>
                    <a:pt x="4" y="18"/>
                  </a:lnTo>
                  <a:lnTo>
                    <a:pt x="4" y="22"/>
                  </a:lnTo>
                  <a:lnTo>
                    <a:pt x="8" y="22"/>
                  </a:lnTo>
                  <a:lnTo>
                    <a:pt x="10" y="22"/>
                  </a:lnTo>
                  <a:lnTo>
                    <a:pt x="14" y="18"/>
                  </a:lnTo>
                  <a:lnTo>
                    <a:pt x="14" y="14"/>
                  </a:lnTo>
                  <a:lnTo>
                    <a:pt x="14" y="18"/>
                  </a:lnTo>
                  <a:lnTo>
                    <a:pt x="18" y="18"/>
                  </a:lnTo>
                  <a:lnTo>
                    <a:pt x="18" y="22"/>
                  </a:lnTo>
                  <a:lnTo>
                    <a:pt x="22" y="18"/>
                  </a:lnTo>
                  <a:lnTo>
                    <a:pt x="22" y="22"/>
                  </a:lnTo>
                  <a:lnTo>
                    <a:pt x="26" y="22"/>
                  </a:lnTo>
                  <a:lnTo>
                    <a:pt x="26" y="18"/>
                  </a:lnTo>
                  <a:lnTo>
                    <a:pt x="26" y="14"/>
                  </a:lnTo>
                  <a:lnTo>
                    <a:pt x="30" y="14"/>
                  </a:lnTo>
                  <a:lnTo>
                    <a:pt x="34" y="14"/>
                  </a:lnTo>
                  <a:lnTo>
                    <a:pt x="34" y="12"/>
                  </a:lnTo>
                  <a:lnTo>
                    <a:pt x="34" y="8"/>
                  </a:lnTo>
                  <a:lnTo>
                    <a:pt x="30" y="8"/>
                  </a:lnTo>
                  <a:lnTo>
                    <a:pt x="30" y="4"/>
                  </a:lnTo>
                  <a:lnTo>
                    <a:pt x="34" y="4"/>
                  </a:lnTo>
                  <a:lnTo>
                    <a:pt x="36" y="4"/>
                  </a:lnTo>
                  <a:lnTo>
                    <a:pt x="36" y="0"/>
                  </a:lnTo>
                  <a:lnTo>
                    <a:pt x="40" y="0"/>
                  </a:lnTo>
                  <a:lnTo>
                    <a:pt x="44" y="0"/>
                  </a:lnTo>
                  <a:lnTo>
                    <a:pt x="48" y="4"/>
                  </a:lnTo>
                  <a:lnTo>
                    <a:pt x="52" y="8"/>
                  </a:lnTo>
                  <a:lnTo>
                    <a:pt x="52" y="12"/>
                  </a:lnTo>
                  <a:lnTo>
                    <a:pt x="56" y="12"/>
                  </a:lnTo>
                  <a:lnTo>
                    <a:pt x="60" y="12"/>
                  </a:lnTo>
                  <a:lnTo>
                    <a:pt x="60" y="14"/>
                  </a:lnTo>
                  <a:lnTo>
                    <a:pt x="62" y="14"/>
                  </a:lnTo>
                  <a:lnTo>
                    <a:pt x="66" y="14"/>
                  </a:lnTo>
                  <a:lnTo>
                    <a:pt x="70" y="14"/>
                  </a:lnTo>
                  <a:lnTo>
                    <a:pt x="74" y="14"/>
                  </a:lnTo>
                  <a:lnTo>
                    <a:pt x="74" y="12"/>
                  </a:lnTo>
                  <a:lnTo>
                    <a:pt x="78" y="14"/>
                  </a:lnTo>
                  <a:lnTo>
                    <a:pt x="78" y="18"/>
                  </a:lnTo>
                  <a:lnTo>
                    <a:pt x="78" y="22"/>
                  </a:lnTo>
                  <a:lnTo>
                    <a:pt x="82" y="22"/>
                  </a:lnTo>
                  <a:lnTo>
                    <a:pt x="82" y="26"/>
                  </a:lnTo>
                  <a:lnTo>
                    <a:pt x="86" y="26"/>
                  </a:lnTo>
                  <a:lnTo>
                    <a:pt x="82" y="26"/>
                  </a:lnTo>
                  <a:lnTo>
                    <a:pt x="82" y="30"/>
                  </a:lnTo>
                  <a:lnTo>
                    <a:pt x="78" y="30"/>
                  </a:lnTo>
                  <a:lnTo>
                    <a:pt x="78" y="34"/>
                  </a:lnTo>
                  <a:lnTo>
                    <a:pt x="74" y="34"/>
                  </a:lnTo>
                  <a:lnTo>
                    <a:pt x="74" y="30"/>
                  </a:lnTo>
                  <a:lnTo>
                    <a:pt x="70" y="26"/>
                  </a:lnTo>
                  <a:lnTo>
                    <a:pt x="66" y="26"/>
                  </a:lnTo>
                  <a:lnTo>
                    <a:pt x="66" y="30"/>
                  </a:lnTo>
                  <a:lnTo>
                    <a:pt x="62" y="30"/>
                  </a:lnTo>
                  <a:lnTo>
                    <a:pt x="60" y="30"/>
                  </a:lnTo>
                  <a:lnTo>
                    <a:pt x="60" y="26"/>
                  </a:lnTo>
                  <a:lnTo>
                    <a:pt x="56" y="26"/>
                  </a:lnTo>
                  <a:lnTo>
                    <a:pt x="52" y="26"/>
                  </a:lnTo>
                  <a:lnTo>
                    <a:pt x="48" y="26"/>
                  </a:lnTo>
                  <a:lnTo>
                    <a:pt x="44" y="26"/>
                  </a:lnTo>
                  <a:lnTo>
                    <a:pt x="40" y="26"/>
                  </a:lnTo>
                  <a:lnTo>
                    <a:pt x="40" y="30"/>
                  </a:lnTo>
                  <a:lnTo>
                    <a:pt x="36" y="30"/>
                  </a:lnTo>
                  <a:lnTo>
                    <a:pt x="36" y="26"/>
                  </a:lnTo>
                  <a:lnTo>
                    <a:pt x="34" y="26"/>
                  </a:lnTo>
                  <a:lnTo>
                    <a:pt x="34" y="30"/>
                  </a:lnTo>
                  <a:lnTo>
                    <a:pt x="34" y="34"/>
                  </a:lnTo>
                  <a:lnTo>
                    <a:pt x="34" y="38"/>
                  </a:lnTo>
                  <a:lnTo>
                    <a:pt x="36" y="38"/>
                  </a:lnTo>
                  <a:lnTo>
                    <a:pt x="36" y="40"/>
                  </a:lnTo>
                  <a:lnTo>
                    <a:pt x="36" y="44"/>
                  </a:lnTo>
                  <a:lnTo>
                    <a:pt x="40" y="44"/>
                  </a:lnTo>
                  <a:lnTo>
                    <a:pt x="40" y="48"/>
                  </a:lnTo>
                  <a:lnTo>
                    <a:pt x="44" y="48"/>
                  </a:lnTo>
                  <a:lnTo>
                    <a:pt x="44" y="52"/>
                  </a:lnTo>
                  <a:lnTo>
                    <a:pt x="48" y="56"/>
                  </a:lnTo>
                  <a:lnTo>
                    <a:pt x="48" y="60"/>
                  </a:lnTo>
                  <a:lnTo>
                    <a:pt x="52" y="60"/>
                  </a:lnTo>
                  <a:lnTo>
                    <a:pt x="56" y="60"/>
                  </a:lnTo>
                  <a:lnTo>
                    <a:pt x="52" y="64"/>
                  </a:lnTo>
                  <a:lnTo>
                    <a:pt x="56" y="64"/>
                  </a:lnTo>
                  <a:lnTo>
                    <a:pt x="56" y="66"/>
                  </a:lnTo>
                  <a:lnTo>
                    <a:pt x="60" y="66"/>
                  </a:lnTo>
                  <a:lnTo>
                    <a:pt x="60" y="70"/>
                  </a:lnTo>
                  <a:lnTo>
                    <a:pt x="60" y="70"/>
                  </a:lnTo>
                  <a:lnTo>
                    <a:pt x="60"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0" name="Freeform 95"/>
            <p:cNvSpPr>
              <a:spLocks noChangeAspect="1"/>
            </p:cNvSpPr>
            <p:nvPr/>
          </p:nvSpPr>
          <p:spPr bwMode="gray">
            <a:xfrm>
              <a:off x="5095620" y="2895235"/>
              <a:ext cx="170448" cy="90442"/>
            </a:xfrm>
            <a:custGeom>
              <a:avLst/>
              <a:gdLst>
                <a:gd name="T0" fmla="*/ 84 w 98"/>
                <a:gd name="T1" fmla="*/ 42 h 52"/>
                <a:gd name="T2" fmla="*/ 80 w 98"/>
                <a:gd name="T3" fmla="*/ 46 h 52"/>
                <a:gd name="T4" fmla="*/ 72 w 98"/>
                <a:gd name="T5" fmla="*/ 46 h 52"/>
                <a:gd name="T6" fmla="*/ 68 w 98"/>
                <a:gd name="T7" fmla="*/ 50 h 52"/>
                <a:gd name="T8" fmla="*/ 68 w 98"/>
                <a:gd name="T9" fmla="*/ 50 h 52"/>
                <a:gd name="T10" fmla="*/ 60 w 98"/>
                <a:gd name="T11" fmla="*/ 46 h 52"/>
                <a:gd name="T12" fmla="*/ 58 w 98"/>
                <a:gd name="T13" fmla="*/ 50 h 52"/>
                <a:gd name="T14" fmla="*/ 54 w 98"/>
                <a:gd name="T15" fmla="*/ 46 h 52"/>
                <a:gd name="T16" fmla="*/ 50 w 98"/>
                <a:gd name="T17" fmla="*/ 46 h 52"/>
                <a:gd name="T18" fmla="*/ 46 w 98"/>
                <a:gd name="T19" fmla="*/ 42 h 52"/>
                <a:gd name="T20" fmla="*/ 42 w 98"/>
                <a:gd name="T21" fmla="*/ 42 h 52"/>
                <a:gd name="T22" fmla="*/ 38 w 98"/>
                <a:gd name="T23" fmla="*/ 46 h 52"/>
                <a:gd name="T24" fmla="*/ 38 w 98"/>
                <a:gd name="T25" fmla="*/ 52 h 52"/>
                <a:gd name="T26" fmla="*/ 34 w 98"/>
                <a:gd name="T27" fmla="*/ 52 h 52"/>
                <a:gd name="T28" fmla="*/ 26 w 98"/>
                <a:gd name="T29" fmla="*/ 50 h 52"/>
                <a:gd name="T30" fmla="*/ 24 w 98"/>
                <a:gd name="T31" fmla="*/ 46 h 52"/>
                <a:gd name="T32" fmla="*/ 24 w 98"/>
                <a:gd name="T33" fmla="*/ 46 h 52"/>
                <a:gd name="T34" fmla="*/ 20 w 98"/>
                <a:gd name="T35" fmla="*/ 42 h 52"/>
                <a:gd name="T36" fmla="*/ 12 w 98"/>
                <a:gd name="T37" fmla="*/ 38 h 52"/>
                <a:gd name="T38" fmla="*/ 8 w 98"/>
                <a:gd name="T39" fmla="*/ 30 h 52"/>
                <a:gd name="T40" fmla="*/ 4 w 98"/>
                <a:gd name="T41" fmla="*/ 26 h 52"/>
                <a:gd name="T42" fmla="*/ 4 w 98"/>
                <a:gd name="T43" fmla="*/ 22 h 52"/>
                <a:gd name="T44" fmla="*/ 0 w 98"/>
                <a:gd name="T45" fmla="*/ 18 h 52"/>
                <a:gd name="T46" fmla="*/ 4 w 98"/>
                <a:gd name="T47" fmla="*/ 18 h 52"/>
                <a:gd name="T48" fmla="*/ 8 w 98"/>
                <a:gd name="T49" fmla="*/ 12 h 52"/>
                <a:gd name="T50" fmla="*/ 12 w 98"/>
                <a:gd name="T51" fmla="*/ 12 h 52"/>
                <a:gd name="T52" fmla="*/ 12 w 98"/>
                <a:gd name="T53" fmla="*/ 12 h 52"/>
                <a:gd name="T54" fmla="*/ 16 w 98"/>
                <a:gd name="T55" fmla="*/ 12 h 52"/>
                <a:gd name="T56" fmla="*/ 20 w 98"/>
                <a:gd name="T57" fmla="*/ 8 h 52"/>
                <a:gd name="T58" fmla="*/ 24 w 98"/>
                <a:gd name="T59" fmla="*/ 8 h 52"/>
                <a:gd name="T60" fmla="*/ 26 w 98"/>
                <a:gd name="T61" fmla="*/ 4 h 52"/>
                <a:gd name="T62" fmla="*/ 30 w 98"/>
                <a:gd name="T63" fmla="*/ 0 h 52"/>
                <a:gd name="T64" fmla="*/ 34 w 98"/>
                <a:gd name="T65" fmla="*/ 0 h 52"/>
                <a:gd name="T66" fmla="*/ 38 w 98"/>
                <a:gd name="T67" fmla="*/ 4 h 52"/>
                <a:gd name="T68" fmla="*/ 38 w 98"/>
                <a:gd name="T69" fmla="*/ 4 h 52"/>
                <a:gd name="T70" fmla="*/ 46 w 98"/>
                <a:gd name="T71" fmla="*/ 0 h 52"/>
                <a:gd name="T72" fmla="*/ 46 w 98"/>
                <a:gd name="T73" fmla="*/ 4 h 52"/>
                <a:gd name="T74" fmla="*/ 50 w 98"/>
                <a:gd name="T75" fmla="*/ 4 h 52"/>
                <a:gd name="T76" fmla="*/ 58 w 98"/>
                <a:gd name="T77" fmla="*/ 8 h 52"/>
                <a:gd name="T78" fmla="*/ 60 w 98"/>
                <a:gd name="T79" fmla="*/ 8 h 52"/>
                <a:gd name="T80" fmla="*/ 60 w 98"/>
                <a:gd name="T81" fmla="*/ 12 h 52"/>
                <a:gd name="T82" fmla="*/ 60 w 98"/>
                <a:gd name="T83" fmla="*/ 16 h 52"/>
                <a:gd name="T84" fmla="*/ 64 w 98"/>
                <a:gd name="T85" fmla="*/ 18 h 52"/>
                <a:gd name="T86" fmla="*/ 68 w 98"/>
                <a:gd name="T87" fmla="*/ 18 h 52"/>
                <a:gd name="T88" fmla="*/ 72 w 98"/>
                <a:gd name="T89" fmla="*/ 18 h 52"/>
                <a:gd name="T90" fmla="*/ 68 w 98"/>
                <a:gd name="T91" fmla="*/ 12 h 52"/>
                <a:gd name="T92" fmla="*/ 72 w 98"/>
                <a:gd name="T93" fmla="*/ 16 h 52"/>
                <a:gd name="T94" fmla="*/ 80 w 98"/>
                <a:gd name="T95" fmla="*/ 16 h 52"/>
                <a:gd name="T96" fmla="*/ 80 w 98"/>
                <a:gd name="T97" fmla="*/ 16 h 52"/>
                <a:gd name="T98" fmla="*/ 80 w 98"/>
                <a:gd name="T99" fmla="*/ 18 h 52"/>
                <a:gd name="T100" fmla="*/ 88 w 98"/>
                <a:gd name="T101" fmla="*/ 18 h 52"/>
                <a:gd name="T102" fmla="*/ 94 w 98"/>
                <a:gd name="T103" fmla="*/ 22 h 52"/>
                <a:gd name="T104" fmla="*/ 94 w 98"/>
                <a:gd name="T105" fmla="*/ 30 h 52"/>
                <a:gd name="T106" fmla="*/ 94 w 98"/>
                <a:gd name="T107" fmla="*/ 30 h 52"/>
                <a:gd name="T108" fmla="*/ 88 w 98"/>
                <a:gd name="T109" fmla="*/ 38 h 52"/>
                <a:gd name="T110" fmla="*/ 88 w 98"/>
                <a:gd name="T111" fmla="*/ 3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98" h="52">
                  <a:moveTo>
                    <a:pt x="88" y="38"/>
                  </a:moveTo>
                  <a:lnTo>
                    <a:pt x="88" y="42"/>
                  </a:lnTo>
                  <a:lnTo>
                    <a:pt x="88" y="42"/>
                  </a:lnTo>
                  <a:lnTo>
                    <a:pt x="88" y="42"/>
                  </a:lnTo>
                  <a:lnTo>
                    <a:pt x="84" y="42"/>
                  </a:lnTo>
                  <a:lnTo>
                    <a:pt x="84" y="46"/>
                  </a:lnTo>
                  <a:lnTo>
                    <a:pt x="80" y="46"/>
                  </a:lnTo>
                  <a:lnTo>
                    <a:pt x="80" y="46"/>
                  </a:lnTo>
                  <a:lnTo>
                    <a:pt x="80" y="46"/>
                  </a:lnTo>
                  <a:lnTo>
                    <a:pt x="80" y="46"/>
                  </a:lnTo>
                  <a:lnTo>
                    <a:pt x="76" y="46"/>
                  </a:lnTo>
                  <a:lnTo>
                    <a:pt x="76" y="46"/>
                  </a:lnTo>
                  <a:lnTo>
                    <a:pt x="76" y="46"/>
                  </a:lnTo>
                  <a:lnTo>
                    <a:pt x="76" y="46"/>
                  </a:lnTo>
                  <a:lnTo>
                    <a:pt x="72" y="46"/>
                  </a:lnTo>
                  <a:lnTo>
                    <a:pt x="72" y="46"/>
                  </a:lnTo>
                  <a:lnTo>
                    <a:pt x="72" y="46"/>
                  </a:lnTo>
                  <a:lnTo>
                    <a:pt x="72" y="50"/>
                  </a:lnTo>
                  <a:lnTo>
                    <a:pt x="72" y="50"/>
                  </a:lnTo>
                  <a:lnTo>
                    <a:pt x="68" y="50"/>
                  </a:lnTo>
                  <a:lnTo>
                    <a:pt x="68" y="50"/>
                  </a:lnTo>
                  <a:lnTo>
                    <a:pt x="68" y="50"/>
                  </a:lnTo>
                  <a:lnTo>
                    <a:pt x="68" y="50"/>
                  </a:lnTo>
                  <a:lnTo>
                    <a:pt x="68" y="50"/>
                  </a:lnTo>
                  <a:lnTo>
                    <a:pt x="68" y="50"/>
                  </a:lnTo>
                  <a:lnTo>
                    <a:pt x="68" y="50"/>
                  </a:lnTo>
                  <a:lnTo>
                    <a:pt x="64" y="50"/>
                  </a:lnTo>
                  <a:lnTo>
                    <a:pt x="64" y="46"/>
                  </a:lnTo>
                  <a:lnTo>
                    <a:pt x="64" y="46"/>
                  </a:lnTo>
                  <a:lnTo>
                    <a:pt x="60" y="46"/>
                  </a:lnTo>
                  <a:lnTo>
                    <a:pt x="60" y="46"/>
                  </a:lnTo>
                  <a:lnTo>
                    <a:pt x="60" y="50"/>
                  </a:lnTo>
                  <a:lnTo>
                    <a:pt x="60" y="50"/>
                  </a:lnTo>
                  <a:lnTo>
                    <a:pt x="60" y="50"/>
                  </a:lnTo>
                  <a:lnTo>
                    <a:pt x="58" y="50"/>
                  </a:lnTo>
                  <a:lnTo>
                    <a:pt x="58" y="50"/>
                  </a:lnTo>
                  <a:lnTo>
                    <a:pt x="58" y="50"/>
                  </a:lnTo>
                  <a:lnTo>
                    <a:pt x="58" y="50"/>
                  </a:lnTo>
                  <a:lnTo>
                    <a:pt x="58" y="46"/>
                  </a:lnTo>
                  <a:lnTo>
                    <a:pt x="54" y="46"/>
                  </a:lnTo>
                  <a:lnTo>
                    <a:pt x="54" y="46"/>
                  </a:lnTo>
                  <a:lnTo>
                    <a:pt x="54" y="46"/>
                  </a:lnTo>
                  <a:lnTo>
                    <a:pt x="50" y="46"/>
                  </a:lnTo>
                  <a:lnTo>
                    <a:pt x="50" y="46"/>
                  </a:lnTo>
                  <a:lnTo>
                    <a:pt x="50" y="46"/>
                  </a:lnTo>
                  <a:lnTo>
                    <a:pt x="50" y="46"/>
                  </a:lnTo>
                  <a:lnTo>
                    <a:pt x="50" y="46"/>
                  </a:lnTo>
                  <a:lnTo>
                    <a:pt x="46" y="42"/>
                  </a:lnTo>
                  <a:lnTo>
                    <a:pt x="46" y="42"/>
                  </a:lnTo>
                  <a:lnTo>
                    <a:pt x="46" y="42"/>
                  </a:lnTo>
                  <a:lnTo>
                    <a:pt x="46" y="42"/>
                  </a:lnTo>
                  <a:lnTo>
                    <a:pt x="42" y="42"/>
                  </a:lnTo>
                  <a:lnTo>
                    <a:pt x="42" y="42"/>
                  </a:lnTo>
                  <a:lnTo>
                    <a:pt x="42" y="42"/>
                  </a:lnTo>
                  <a:lnTo>
                    <a:pt x="42" y="42"/>
                  </a:lnTo>
                  <a:lnTo>
                    <a:pt x="42" y="46"/>
                  </a:lnTo>
                  <a:lnTo>
                    <a:pt x="42" y="46"/>
                  </a:lnTo>
                  <a:lnTo>
                    <a:pt x="38" y="46"/>
                  </a:lnTo>
                  <a:lnTo>
                    <a:pt x="38" y="46"/>
                  </a:lnTo>
                  <a:lnTo>
                    <a:pt x="38" y="46"/>
                  </a:lnTo>
                  <a:lnTo>
                    <a:pt x="38" y="50"/>
                  </a:lnTo>
                  <a:lnTo>
                    <a:pt x="38" y="50"/>
                  </a:lnTo>
                  <a:lnTo>
                    <a:pt x="38" y="50"/>
                  </a:lnTo>
                  <a:lnTo>
                    <a:pt x="38" y="52"/>
                  </a:lnTo>
                  <a:lnTo>
                    <a:pt x="38" y="52"/>
                  </a:lnTo>
                  <a:lnTo>
                    <a:pt x="38" y="50"/>
                  </a:lnTo>
                  <a:lnTo>
                    <a:pt x="34" y="50"/>
                  </a:lnTo>
                  <a:lnTo>
                    <a:pt x="34" y="50"/>
                  </a:lnTo>
                  <a:lnTo>
                    <a:pt x="34" y="50"/>
                  </a:lnTo>
                  <a:lnTo>
                    <a:pt x="34" y="52"/>
                  </a:lnTo>
                  <a:lnTo>
                    <a:pt x="30" y="52"/>
                  </a:lnTo>
                  <a:lnTo>
                    <a:pt x="30" y="52"/>
                  </a:lnTo>
                  <a:lnTo>
                    <a:pt x="26" y="50"/>
                  </a:lnTo>
                  <a:lnTo>
                    <a:pt x="26" y="50"/>
                  </a:lnTo>
                  <a:lnTo>
                    <a:pt x="26" y="50"/>
                  </a:lnTo>
                  <a:lnTo>
                    <a:pt x="26" y="50"/>
                  </a:lnTo>
                  <a:lnTo>
                    <a:pt x="24" y="50"/>
                  </a:lnTo>
                  <a:lnTo>
                    <a:pt x="24" y="46"/>
                  </a:lnTo>
                  <a:lnTo>
                    <a:pt x="24" y="46"/>
                  </a:lnTo>
                  <a:lnTo>
                    <a:pt x="24" y="46"/>
                  </a:lnTo>
                  <a:lnTo>
                    <a:pt x="24" y="46"/>
                  </a:lnTo>
                  <a:lnTo>
                    <a:pt x="24" y="46"/>
                  </a:lnTo>
                  <a:lnTo>
                    <a:pt x="24" y="46"/>
                  </a:lnTo>
                  <a:lnTo>
                    <a:pt x="24" y="46"/>
                  </a:lnTo>
                  <a:lnTo>
                    <a:pt x="24" y="46"/>
                  </a:lnTo>
                  <a:lnTo>
                    <a:pt x="24" y="46"/>
                  </a:lnTo>
                  <a:lnTo>
                    <a:pt x="24" y="46"/>
                  </a:lnTo>
                  <a:lnTo>
                    <a:pt x="24" y="46"/>
                  </a:lnTo>
                  <a:lnTo>
                    <a:pt x="20" y="42"/>
                  </a:lnTo>
                  <a:lnTo>
                    <a:pt x="20" y="42"/>
                  </a:lnTo>
                  <a:lnTo>
                    <a:pt x="20" y="42"/>
                  </a:lnTo>
                  <a:lnTo>
                    <a:pt x="20" y="42"/>
                  </a:lnTo>
                  <a:lnTo>
                    <a:pt x="20" y="42"/>
                  </a:lnTo>
                  <a:lnTo>
                    <a:pt x="16" y="38"/>
                  </a:lnTo>
                  <a:lnTo>
                    <a:pt x="12" y="38"/>
                  </a:lnTo>
                  <a:lnTo>
                    <a:pt x="12" y="34"/>
                  </a:lnTo>
                  <a:lnTo>
                    <a:pt x="12" y="34"/>
                  </a:lnTo>
                  <a:lnTo>
                    <a:pt x="12" y="34"/>
                  </a:lnTo>
                  <a:lnTo>
                    <a:pt x="8" y="34"/>
                  </a:lnTo>
                  <a:lnTo>
                    <a:pt x="8" y="30"/>
                  </a:lnTo>
                  <a:lnTo>
                    <a:pt x="8" y="30"/>
                  </a:lnTo>
                  <a:lnTo>
                    <a:pt x="8" y="30"/>
                  </a:lnTo>
                  <a:lnTo>
                    <a:pt x="4" y="30"/>
                  </a:lnTo>
                  <a:lnTo>
                    <a:pt x="4" y="26"/>
                  </a:lnTo>
                  <a:lnTo>
                    <a:pt x="4" y="26"/>
                  </a:lnTo>
                  <a:lnTo>
                    <a:pt x="4" y="26"/>
                  </a:lnTo>
                  <a:lnTo>
                    <a:pt x="8" y="22"/>
                  </a:lnTo>
                  <a:lnTo>
                    <a:pt x="4" y="22"/>
                  </a:lnTo>
                  <a:lnTo>
                    <a:pt x="4" y="22"/>
                  </a:lnTo>
                  <a:lnTo>
                    <a:pt x="4" y="22"/>
                  </a:lnTo>
                  <a:lnTo>
                    <a:pt x="4" y="18"/>
                  </a:lnTo>
                  <a:lnTo>
                    <a:pt x="4" y="18"/>
                  </a:lnTo>
                  <a:lnTo>
                    <a:pt x="0" y="18"/>
                  </a:lnTo>
                  <a:lnTo>
                    <a:pt x="0" y="18"/>
                  </a:lnTo>
                  <a:lnTo>
                    <a:pt x="0" y="18"/>
                  </a:lnTo>
                  <a:lnTo>
                    <a:pt x="0" y="16"/>
                  </a:lnTo>
                  <a:lnTo>
                    <a:pt x="0" y="16"/>
                  </a:lnTo>
                  <a:lnTo>
                    <a:pt x="0" y="16"/>
                  </a:lnTo>
                  <a:lnTo>
                    <a:pt x="4" y="18"/>
                  </a:lnTo>
                  <a:lnTo>
                    <a:pt x="4" y="18"/>
                  </a:lnTo>
                  <a:lnTo>
                    <a:pt x="4" y="16"/>
                  </a:lnTo>
                  <a:lnTo>
                    <a:pt x="4" y="16"/>
                  </a:lnTo>
                  <a:lnTo>
                    <a:pt x="4" y="16"/>
                  </a:lnTo>
                  <a:lnTo>
                    <a:pt x="4" y="16"/>
                  </a:lnTo>
                  <a:lnTo>
                    <a:pt x="8" y="12"/>
                  </a:lnTo>
                  <a:lnTo>
                    <a:pt x="8" y="12"/>
                  </a:lnTo>
                  <a:lnTo>
                    <a:pt x="8" y="12"/>
                  </a:lnTo>
                  <a:lnTo>
                    <a:pt x="8" y="12"/>
                  </a:lnTo>
                  <a:lnTo>
                    <a:pt x="12" y="12"/>
                  </a:lnTo>
                  <a:lnTo>
                    <a:pt x="12" y="12"/>
                  </a:lnTo>
                  <a:lnTo>
                    <a:pt x="12" y="12"/>
                  </a:lnTo>
                  <a:lnTo>
                    <a:pt x="12" y="12"/>
                  </a:lnTo>
                  <a:lnTo>
                    <a:pt x="12" y="12"/>
                  </a:lnTo>
                  <a:lnTo>
                    <a:pt x="12" y="12"/>
                  </a:lnTo>
                  <a:lnTo>
                    <a:pt x="12" y="12"/>
                  </a:lnTo>
                  <a:lnTo>
                    <a:pt x="12" y="12"/>
                  </a:lnTo>
                  <a:lnTo>
                    <a:pt x="16" y="12"/>
                  </a:lnTo>
                  <a:lnTo>
                    <a:pt x="16" y="12"/>
                  </a:lnTo>
                  <a:lnTo>
                    <a:pt x="16" y="12"/>
                  </a:lnTo>
                  <a:lnTo>
                    <a:pt x="16" y="12"/>
                  </a:lnTo>
                  <a:lnTo>
                    <a:pt x="16" y="8"/>
                  </a:lnTo>
                  <a:lnTo>
                    <a:pt x="20" y="8"/>
                  </a:lnTo>
                  <a:lnTo>
                    <a:pt x="20" y="8"/>
                  </a:lnTo>
                  <a:lnTo>
                    <a:pt x="20" y="8"/>
                  </a:lnTo>
                  <a:lnTo>
                    <a:pt x="20" y="8"/>
                  </a:lnTo>
                  <a:lnTo>
                    <a:pt x="20" y="8"/>
                  </a:lnTo>
                  <a:lnTo>
                    <a:pt x="20" y="8"/>
                  </a:lnTo>
                  <a:lnTo>
                    <a:pt x="20" y="8"/>
                  </a:lnTo>
                  <a:lnTo>
                    <a:pt x="24" y="8"/>
                  </a:lnTo>
                  <a:lnTo>
                    <a:pt x="24" y="8"/>
                  </a:lnTo>
                  <a:lnTo>
                    <a:pt x="24" y="8"/>
                  </a:lnTo>
                  <a:lnTo>
                    <a:pt x="24" y="8"/>
                  </a:lnTo>
                  <a:lnTo>
                    <a:pt x="26" y="4"/>
                  </a:lnTo>
                  <a:lnTo>
                    <a:pt x="26" y="4"/>
                  </a:lnTo>
                  <a:lnTo>
                    <a:pt x="26" y="4"/>
                  </a:lnTo>
                  <a:lnTo>
                    <a:pt x="30" y="4"/>
                  </a:lnTo>
                  <a:lnTo>
                    <a:pt x="30" y="4"/>
                  </a:lnTo>
                  <a:lnTo>
                    <a:pt x="34" y="0"/>
                  </a:lnTo>
                  <a:lnTo>
                    <a:pt x="30" y="0"/>
                  </a:lnTo>
                  <a:lnTo>
                    <a:pt x="30" y="0"/>
                  </a:lnTo>
                  <a:lnTo>
                    <a:pt x="30" y="0"/>
                  </a:lnTo>
                  <a:lnTo>
                    <a:pt x="30" y="0"/>
                  </a:lnTo>
                  <a:lnTo>
                    <a:pt x="34" y="0"/>
                  </a:lnTo>
                  <a:lnTo>
                    <a:pt x="34" y="0"/>
                  </a:lnTo>
                  <a:lnTo>
                    <a:pt x="34" y="0"/>
                  </a:lnTo>
                  <a:lnTo>
                    <a:pt x="38" y="4"/>
                  </a:lnTo>
                  <a:lnTo>
                    <a:pt x="38" y="4"/>
                  </a:lnTo>
                  <a:lnTo>
                    <a:pt x="34" y="4"/>
                  </a:lnTo>
                  <a:lnTo>
                    <a:pt x="38" y="4"/>
                  </a:lnTo>
                  <a:lnTo>
                    <a:pt x="38" y="4"/>
                  </a:lnTo>
                  <a:lnTo>
                    <a:pt x="38" y="4"/>
                  </a:lnTo>
                  <a:lnTo>
                    <a:pt x="38" y="4"/>
                  </a:lnTo>
                  <a:lnTo>
                    <a:pt x="38" y="4"/>
                  </a:lnTo>
                  <a:lnTo>
                    <a:pt x="38" y="4"/>
                  </a:lnTo>
                  <a:lnTo>
                    <a:pt x="38" y="4"/>
                  </a:lnTo>
                  <a:lnTo>
                    <a:pt x="42" y="4"/>
                  </a:lnTo>
                  <a:lnTo>
                    <a:pt x="42" y="4"/>
                  </a:lnTo>
                  <a:lnTo>
                    <a:pt x="42" y="0"/>
                  </a:lnTo>
                  <a:lnTo>
                    <a:pt x="42" y="0"/>
                  </a:lnTo>
                  <a:lnTo>
                    <a:pt x="46" y="0"/>
                  </a:lnTo>
                  <a:lnTo>
                    <a:pt x="46" y="0"/>
                  </a:lnTo>
                  <a:lnTo>
                    <a:pt x="46" y="0"/>
                  </a:lnTo>
                  <a:lnTo>
                    <a:pt x="46" y="0"/>
                  </a:lnTo>
                  <a:lnTo>
                    <a:pt x="46" y="4"/>
                  </a:lnTo>
                  <a:lnTo>
                    <a:pt x="46" y="4"/>
                  </a:lnTo>
                  <a:lnTo>
                    <a:pt x="46" y="4"/>
                  </a:lnTo>
                  <a:lnTo>
                    <a:pt x="46" y="4"/>
                  </a:lnTo>
                  <a:lnTo>
                    <a:pt x="46" y="4"/>
                  </a:lnTo>
                  <a:lnTo>
                    <a:pt x="50" y="4"/>
                  </a:lnTo>
                  <a:lnTo>
                    <a:pt x="50" y="4"/>
                  </a:lnTo>
                  <a:lnTo>
                    <a:pt x="54" y="8"/>
                  </a:lnTo>
                  <a:lnTo>
                    <a:pt x="58" y="8"/>
                  </a:lnTo>
                  <a:lnTo>
                    <a:pt x="58" y="8"/>
                  </a:lnTo>
                  <a:lnTo>
                    <a:pt x="58" y="8"/>
                  </a:lnTo>
                  <a:lnTo>
                    <a:pt x="58" y="8"/>
                  </a:lnTo>
                  <a:lnTo>
                    <a:pt x="58" y="8"/>
                  </a:lnTo>
                  <a:lnTo>
                    <a:pt x="60" y="8"/>
                  </a:lnTo>
                  <a:lnTo>
                    <a:pt x="60" y="8"/>
                  </a:lnTo>
                  <a:lnTo>
                    <a:pt x="60" y="8"/>
                  </a:lnTo>
                  <a:lnTo>
                    <a:pt x="60" y="8"/>
                  </a:lnTo>
                  <a:lnTo>
                    <a:pt x="60" y="8"/>
                  </a:lnTo>
                  <a:lnTo>
                    <a:pt x="60" y="12"/>
                  </a:lnTo>
                  <a:lnTo>
                    <a:pt x="60" y="12"/>
                  </a:lnTo>
                  <a:lnTo>
                    <a:pt x="60" y="12"/>
                  </a:lnTo>
                  <a:lnTo>
                    <a:pt x="60" y="12"/>
                  </a:lnTo>
                  <a:lnTo>
                    <a:pt x="60" y="12"/>
                  </a:lnTo>
                  <a:lnTo>
                    <a:pt x="60" y="16"/>
                  </a:lnTo>
                  <a:lnTo>
                    <a:pt x="60" y="16"/>
                  </a:lnTo>
                  <a:lnTo>
                    <a:pt x="60" y="16"/>
                  </a:lnTo>
                  <a:lnTo>
                    <a:pt x="60" y="16"/>
                  </a:lnTo>
                  <a:lnTo>
                    <a:pt x="60" y="16"/>
                  </a:lnTo>
                  <a:lnTo>
                    <a:pt x="64" y="16"/>
                  </a:lnTo>
                  <a:lnTo>
                    <a:pt x="64" y="18"/>
                  </a:lnTo>
                  <a:lnTo>
                    <a:pt x="64" y="18"/>
                  </a:lnTo>
                  <a:lnTo>
                    <a:pt x="64" y="18"/>
                  </a:lnTo>
                  <a:lnTo>
                    <a:pt x="64" y="18"/>
                  </a:lnTo>
                  <a:lnTo>
                    <a:pt x="64" y="18"/>
                  </a:lnTo>
                  <a:lnTo>
                    <a:pt x="64" y="18"/>
                  </a:lnTo>
                  <a:lnTo>
                    <a:pt x="68" y="18"/>
                  </a:lnTo>
                  <a:lnTo>
                    <a:pt x="68" y="18"/>
                  </a:lnTo>
                  <a:lnTo>
                    <a:pt x="68" y="18"/>
                  </a:lnTo>
                  <a:lnTo>
                    <a:pt x="68" y="18"/>
                  </a:lnTo>
                  <a:lnTo>
                    <a:pt x="68" y="16"/>
                  </a:lnTo>
                  <a:lnTo>
                    <a:pt x="68" y="16"/>
                  </a:lnTo>
                  <a:lnTo>
                    <a:pt x="72" y="18"/>
                  </a:lnTo>
                  <a:lnTo>
                    <a:pt x="68" y="16"/>
                  </a:lnTo>
                  <a:lnTo>
                    <a:pt x="68" y="16"/>
                  </a:lnTo>
                  <a:lnTo>
                    <a:pt x="68" y="12"/>
                  </a:lnTo>
                  <a:lnTo>
                    <a:pt x="68" y="12"/>
                  </a:lnTo>
                  <a:lnTo>
                    <a:pt x="68" y="12"/>
                  </a:lnTo>
                  <a:lnTo>
                    <a:pt x="68" y="12"/>
                  </a:lnTo>
                  <a:lnTo>
                    <a:pt x="72" y="12"/>
                  </a:lnTo>
                  <a:lnTo>
                    <a:pt x="72" y="16"/>
                  </a:lnTo>
                  <a:lnTo>
                    <a:pt x="72" y="16"/>
                  </a:lnTo>
                  <a:lnTo>
                    <a:pt x="72" y="16"/>
                  </a:lnTo>
                  <a:lnTo>
                    <a:pt x="76" y="16"/>
                  </a:lnTo>
                  <a:lnTo>
                    <a:pt x="76" y="16"/>
                  </a:lnTo>
                  <a:lnTo>
                    <a:pt x="76" y="16"/>
                  </a:lnTo>
                  <a:lnTo>
                    <a:pt x="80" y="16"/>
                  </a:lnTo>
                  <a:lnTo>
                    <a:pt x="80" y="16"/>
                  </a:lnTo>
                  <a:lnTo>
                    <a:pt x="80" y="16"/>
                  </a:lnTo>
                  <a:lnTo>
                    <a:pt x="80" y="16"/>
                  </a:lnTo>
                  <a:lnTo>
                    <a:pt x="80" y="16"/>
                  </a:lnTo>
                  <a:lnTo>
                    <a:pt x="80" y="16"/>
                  </a:lnTo>
                  <a:lnTo>
                    <a:pt x="80" y="16"/>
                  </a:lnTo>
                  <a:lnTo>
                    <a:pt x="80" y="18"/>
                  </a:lnTo>
                  <a:lnTo>
                    <a:pt x="80" y="18"/>
                  </a:lnTo>
                  <a:lnTo>
                    <a:pt x="80" y="18"/>
                  </a:lnTo>
                  <a:lnTo>
                    <a:pt x="80" y="18"/>
                  </a:lnTo>
                  <a:lnTo>
                    <a:pt x="80" y="18"/>
                  </a:lnTo>
                  <a:lnTo>
                    <a:pt x="84" y="22"/>
                  </a:lnTo>
                  <a:lnTo>
                    <a:pt x="84" y="22"/>
                  </a:lnTo>
                  <a:lnTo>
                    <a:pt x="84" y="22"/>
                  </a:lnTo>
                  <a:lnTo>
                    <a:pt x="84" y="22"/>
                  </a:lnTo>
                  <a:lnTo>
                    <a:pt x="88" y="18"/>
                  </a:lnTo>
                  <a:lnTo>
                    <a:pt x="88" y="22"/>
                  </a:lnTo>
                  <a:lnTo>
                    <a:pt x="88" y="22"/>
                  </a:lnTo>
                  <a:lnTo>
                    <a:pt x="90" y="22"/>
                  </a:lnTo>
                  <a:lnTo>
                    <a:pt x="90" y="22"/>
                  </a:lnTo>
                  <a:lnTo>
                    <a:pt x="94" y="22"/>
                  </a:lnTo>
                  <a:lnTo>
                    <a:pt x="94" y="26"/>
                  </a:lnTo>
                  <a:lnTo>
                    <a:pt x="94" y="26"/>
                  </a:lnTo>
                  <a:lnTo>
                    <a:pt x="94" y="26"/>
                  </a:lnTo>
                  <a:lnTo>
                    <a:pt x="94" y="30"/>
                  </a:lnTo>
                  <a:lnTo>
                    <a:pt x="94" y="30"/>
                  </a:lnTo>
                  <a:lnTo>
                    <a:pt x="98" y="30"/>
                  </a:lnTo>
                  <a:lnTo>
                    <a:pt x="98" y="30"/>
                  </a:lnTo>
                  <a:lnTo>
                    <a:pt x="98" y="30"/>
                  </a:lnTo>
                  <a:lnTo>
                    <a:pt x="94" y="30"/>
                  </a:lnTo>
                  <a:lnTo>
                    <a:pt x="94" y="30"/>
                  </a:lnTo>
                  <a:lnTo>
                    <a:pt x="90" y="34"/>
                  </a:lnTo>
                  <a:lnTo>
                    <a:pt x="90" y="34"/>
                  </a:lnTo>
                  <a:lnTo>
                    <a:pt x="90" y="34"/>
                  </a:lnTo>
                  <a:lnTo>
                    <a:pt x="88" y="38"/>
                  </a:lnTo>
                  <a:lnTo>
                    <a:pt x="88" y="38"/>
                  </a:lnTo>
                  <a:lnTo>
                    <a:pt x="88" y="38"/>
                  </a:lnTo>
                  <a:lnTo>
                    <a:pt x="88" y="38"/>
                  </a:lnTo>
                  <a:lnTo>
                    <a:pt x="88" y="38"/>
                  </a:lnTo>
                  <a:lnTo>
                    <a:pt x="88" y="38"/>
                  </a:lnTo>
                  <a:lnTo>
                    <a:pt x="88" y="38"/>
                  </a:lnTo>
                  <a:lnTo>
                    <a:pt x="88" y="38"/>
                  </a:lnTo>
                  <a:lnTo>
                    <a:pt x="88"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1" name="Freeform 96"/>
            <p:cNvSpPr>
              <a:spLocks noChangeAspect="1" noEditPoints="1"/>
            </p:cNvSpPr>
            <p:nvPr/>
          </p:nvSpPr>
          <p:spPr bwMode="gray">
            <a:xfrm>
              <a:off x="4998221" y="2641303"/>
              <a:ext cx="170448" cy="125227"/>
            </a:xfrm>
            <a:custGeom>
              <a:avLst/>
              <a:gdLst>
                <a:gd name="T0" fmla="*/ 4 w 98"/>
                <a:gd name="T1" fmla="*/ 22 h 72"/>
                <a:gd name="T2" fmla="*/ 8 w 98"/>
                <a:gd name="T3" fmla="*/ 16 h 72"/>
                <a:gd name="T4" fmla="*/ 24 w 98"/>
                <a:gd name="T5" fmla="*/ 12 h 72"/>
                <a:gd name="T6" fmla="*/ 34 w 98"/>
                <a:gd name="T7" fmla="*/ 4 h 72"/>
                <a:gd name="T8" fmla="*/ 30 w 98"/>
                <a:gd name="T9" fmla="*/ 16 h 72"/>
                <a:gd name="T10" fmla="*/ 16 w 98"/>
                <a:gd name="T11" fmla="*/ 16 h 72"/>
                <a:gd name="T12" fmla="*/ 4 w 98"/>
                <a:gd name="T13" fmla="*/ 22 h 72"/>
                <a:gd name="T14" fmla="*/ 20 w 98"/>
                <a:gd name="T15" fmla="*/ 56 h 72"/>
                <a:gd name="T16" fmla="*/ 24 w 98"/>
                <a:gd name="T17" fmla="*/ 64 h 72"/>
                <a:gd name="T18" fmla="*/ 8 w 98"/>
                <a:gd name="T19" fmla="*/ 60 h 72"/>
                <a:gd name="T20" fmla="*/ 8 w 98"/>
                <a:gd name="T21" fmla="*/ 56 h 72"/>
                <a:gd name="T22" fmla="*/ 0 w 98"/>
                <a:gd name="T23" fmla="*/ 46 h 72"/>
                <a:gd name="T24" fmla="*/ 0 w 98"/>
                <a:gd name="T25" fmla="*/ 42 h 72"/>
                <a:gd name="T26" fmla="*/ 0 w 98"/>
                <a:gd name="T27" fmla="*/ 26 h 72"/>
                <a:gd name="T28" fmla="*/ 8 w 98"/>
                <a:gd name="T29" fmla="*/ 30 h 72"/>
                <a:gd name="T30" fmla="*/ 16 w 98"/>
                <a:gd name="T31" fmla="*/ 26 h 72"/>
                <a:gd name="T32" fmla="*/ 16 w 98"/>
                <a:gd name="T33" fmla="*/ 16 h 72"/>
                <a:gd name="T34" fmla="*/ 30 w 98"/>
                <a:gd name="T35" fmla="*/ 18 h 72"/>
                <a:gd name="T36" fmla="*/ 30 w 98"/>
                <a:gd name="T37" fmla="*/ 22 h 72"/>
                <a:gd name="T38" fmla="*/ 38 w 98"/>
                <a:gd name="T39" fmla="*/ 26 h 72"/>
                <a:gd name="T40" fmla="*/ 34 w 98"/>
                <a:gd name="T41" fmla="*/ 38 h 72"/>
                <a:gd name="T42" fmla="*/ 30 w 98"/>
                <a:gd name="T43" fmla="*/ 42 h 72"/>
                <a:gd name="T44" fmla="*/ 24 w 98"/>
                <a:gd name="T45" fmla="*/ 46 h 72"/>
                <a:gd name="T46" fmla="*/ 20 w 98"/>
                <a:gd name="T47" fmla="*/ 52 h 72"/>
                <a:gd name="T48" fmla="*/ 42 w 98"/>
                <a:gd name="T49" fmla="*/ 12 h 72"/>
                <a:gd name="T50" fmla="*/ 12 w 98"/>
                <a:gd name="T51" fmla="*/ 18 h 72"/>
                <a:gd name="T52" fmla="*/ 60 w 98"/>
                <a:gd name="T53" fmla="*/ 48 h 72"/>
                <a:gd name="T54" fmla="*/ 56 w 98"/>
                <a:gd name="T55" fmla="*/ 56 h 72"/>
                <a:gd name="T56" fmla="*/ 46 w 98"/>
                <a:gd name="T57" fmla="*/ 56 h 72"/>
                <a:gd name="T58" fmla="*/ 38 w 98"/>
                <a:gd name="T59" fmla="*/ 46 h 72"/>
                <a:gd name="T60" fmla="*/ 46 w 98"/>
                <a:gd name="T61" fmla="*/ 38 h 72"/>
                <a:gd name="T62" fmla="*/ 50 w 98"/>
                <a:gd name="T63" fmla="*/ 46 h 72"/>
                <a:gd name="T64" fmla="*/ 54 w 98"/>
                <a:gd name="T65" fmla="*/ 46 h 72"/>
                <a:gd name="T66" fmla="*/ 56 w 98"/>
                <a:gd name="T67" fmla="*/ 38 h 72"/>
                <a:gd name="T68" fmla="*/ 64 w 98"/>
                <a:gd name="T69" fmla="*/ 48 h 72"/>
                <a:gd name="T70" fmla="*/ 34 w 98"/>
                <a:gd name="T71" fmla="*/ 46 h 72"/>
                <a:gd name="T72" fmla="*/ 34 w 98"/>
                <a:gd name="T73" fmla="*/ 42 h 72"/>
                <a:gd name="T74" fmla="*/ 34 w 98"/>
                <a:gd name="T75" fmla="*/ 48 h 72"/>
                <a:gd name="T76" fmla="*/ 34 w 98"/>
                <a:gd name="T77" fmla="*/ 60 h 72"/>
                <a:gd name="T78" fmla="*/ 26 w 98"/>
                <a:gd name="T79" fmla="*/ 52 h 72"/>
                <a:gd name="T80" fmla="*/ 26 w 98"/>
                <a:gd name="T81" fmla="*/ 48 h 72"/>
                <a:gd name="T82" fmla="*/ 94 w 98"/>
                <a:gd name="T83" fmla="*/ 56 h 72"/>
                <a:gd name="T84" fmla="*/ 38 w 98"/>
                <a:gd name="T85" fmla="*/ 68 h 72"/>
                <a:gd name="T86" fmla="*/ 42 w 98"/>
                <a:gd name="T87" fmla="*/ 56 h 72"/>
                <a:gd name="T88" fmla="*/ 38 w 98"/>
                <a:gd name="T89" fmla="*/ 68 h 72"/>
                <a:gd name="T90" fmla="*/ 24 w 98"/>
                <a:gd name="T91" fmla="*/ 60 h 72"/>
                <a:gd name="T92" fmla="*/ 26 w 98"/>
                <a:gd name="T93" fmla="*/ 60 h 72"/>
                <a:gd name="T94" fmla="*/ 34 w 98"/>
                <a:gd name="T95" fmla="*/ 64 h 72"/>
                <a:gd name="T96" fmla="*/ 60 w 98"/>
                <a:gd name="T97" fmla="*/ 60 h 72"/>
                <a:gd name="T98" fmla="*/ 60 w 98"/>
                <a:gd name="T99" fmla="*/ 64 h 72"/>
                <a:gd name="T100" fmla="*/ 30 w 98"/>
                <a:gd name="T101" fmla="*/ 60 h 72"/>
                <a:gd name="T102" fmla="*/ 30 w 98"/>
                <a:gd name="T103" fmla="*/ 64 h 72"/>
                <a:gd name="T104" fmla="*/ 54 w 98"/>
                <a:gd name="T105" fmla="*/ 72 h 72"/>
                <a:gd name="T106" fmla="*/ 54 w 98"/>
                <a:gd name="T107" fmla="*/ 60 h 72"/>
                <a:gd name="T108" fmla="*/ 42 w 98"/>
                <a:gd name="T109" fmla="*/ 60 h 72"/>
                <a:gd name="T110" fmla="*/ 54 w 98"/>
                <a:gd name="T111" fmla="*/ 68 h 72"/>
                <a:gd name="T112" fmla="*/ 42 w 98"/>
                <a:gd name="T113" fmla="*/ 64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8" h="72">
                  <a:moveTo>
                    <a:pt x="4" y="22"/>
                  </a:moveTo>
                  <a:lnTo>
                    <a:pt x="8" y="22"/>
                  </a:lnTo>
                  <a:lnTo>
                    <a:pt x="8" y="26"/>
                  </a:lnTo>
                  <a:lnTo>
                    <a:pt x="4" y="26"/>
                  </a:lnTo>
                  <a:lnTo>
                    <a:pt x="4" y="22"/>
                  </a:lnTo>
                  <a:lnTo>
                    <a:pt x="0" y="22"/>
                  </a:lnTo>
                  <a:lnTo>
                    <a:pt x="0" y="18"/>
                  </a:lnTo>
                  <a:lnTo>
                    <a:pt x="4" y="18"/>
                  </a:lnTo>
                  <a:lnTo>
                    <a:pt x="4" y="16"/>
                  </a:lnTo>
                  <a:lnTo>
                    <a:pt x="8" y="16"/>
                  </a:lnTo>
                  <a:lnTo>
                    <a:pt x="12" y="16"/>
                  </a:lnTo>
                  <a:lnTo>
                    <a:pt x="16" y="16"/>
                  </a:lnTo>
                  <a:lnTo>
                    <a:pt x="20" y="16"/>
                  </a:lnTo>
                  <a:lnTo>
                    <a:pt x="20" y="12"/>
                  </a:lnTo>
                  <a:lnTo>
                    <a:pt x="24" y="12"/>
                  </a:lnTo>
                  <a:lnTo>
                    <a:pt x="24" y="8"/>
                  </a:lnTo>
                  <a:lnTo>
                    <a:pt x="26" y="4"/>
                  </a:lnTo>
                  <a:lnTo>
                    <a:pt x="30" y="4"/>
                  </a:lnTo>
                  <a:lnTo>
                    <a:pt x="34" y="0"/>
                  </a:lnTo>
                  <a:lnTo>
                    <a:pt x="34" y="4"/>
                  </a:lnTo>
                  <a:lnTo>
                    <a:pt x="34" y="8"/>
                  </a:lnTo>
                  <a:lnTo>
                    <a:pt x="34" y="12"/>
                  </a:lnTo>
                  <a:lnTo>
                    <a:pt x="34" y="16"/>
                  </a:lnTo>
                  <a:lnTo>
                    <a:pt x="30" y="18"/>
                  </a:lnTo>
                  <a:lnTo>
                    <a:pt x="30" y="16"/>
                  </a:lnTo>
                  <a:lnTo>
                    <a:pt x="26" y="16"/>
                  </a:lnTo>
                  <a:lnTo>
                    <a:pt x="20" y="16"/>
                  </a:lnTo>
                  <a:lnTo>
                    <a:pt x="16" y="16"/>
                  </a:lnTo>
                  <a:lnTo>
                    <a:pt x="16" y="18"/>
                  </a:lnTo>
                  <a:lnTo>
                    <a:pt x="16" y="16"/>
                  </a:lnTo>
                  <a:lnTo>
                    <a:pt x="12" y="16"/>
                  </a:lnTo>
                  <a:lnTo>
                    <a:pt x="12" y="18"/>
                  </a:lnTo>
                  <a:lnTo>
                    <a:pt x="8" y="18"/>
                  </a:lnTo>
                  <a:lnTo>
                    <a:pt x="8" y="22"/>
                  </a:lnTo>
                  <a:lnTo>
                    <a:pt x="4" y="22"/>
                  </a:lnTo>
                  <a:lnTo>
                    <a:pt x="4" y="22"/>
                  </a:lnTo>
                  <a:lnTo>
                    <a:pt x="4" y="22"/>
                  </a:lnTo>
                  <a:close/>
                  <a:moveTo>
                    <a:pt x="20" y="52"/>
                  </a:moveTo>
                  <a:lnTo>
                    <a:pt x="24" y="56"/>
                  </a:lnTo>
                  <a:lnTo>
                    <a:pt x="20" y="56"/>
                  </a:lnTo>
                  <a:lnTo>
                    <a:pt x="20" y="60"/>
                  </a:lnTo>
                  <a:lnTo>
                    <a:pt x="24" y="60"/>
                  </a:lnTo>
                  <a:lnTo>
                    <a:pt x="24" y="64"/>
                  </a:lnTo>
                  <a:lnTo>
                    <a:pt x="20" y="64"/>
                  </a:lnTo>
                  <a:lnTo>
                    <a:pt x="24" y="64"/>
                  </a:lnTo>
                  <a:lnTo>
                    <a:pt x="20" y="64"/>
                  </a:lnTo>
                  <a:lnTo>
                    <a:pt x="16" y="64"/>
                  </a:lnTo>
                  <a:lnTo>
                    <a:pt x="12" y="64"/>
                  </a:lnTo>
                  <a:lnTo>
                    <a:pt x="8" y="64"/>
                  </a:lnTo>
                  <a:lnTo>
                    <a:pt x="8" y="60"/>
                  </a:lnTo>
                  <a:lnTo>
                    <a:pt x="4" y="60"/>
                  </a:lnTo>
                  <a:lnTo>
                    <a:pt x="4" y="56"/>
                  </a:lnTo>
                  <a:lnTo>
                    <a:pt x="8" y="56"/>
                  </a:lnTo>
                  <a:lnTo>
                    <a:pt x="4" y="56"/>
                  </a:lnTo>
                  <a:lnTo>
                    <a:pt x="8" y="56"/>
                  </a:lnTo>
                  <a:lnTo>
                    <a:pt x="8" y="52"/>
                  </a:lnTo>
                  <a:lnTo>
                    <a:pt x="4" y="52"/>
                  </a:lnTo>
                  <a:lnTo>
                    <a:pt x="4" y="48"/>
                  </a:lnTo>
                  <a:lnTo>
                    <a:pt x="0" y="48"/>
                  </a:lnTo>
                  <a:lnTo>
                    <a:pt x="0" y="46"/>
                  </a:lnTo>
                  <a:lnTo>
                    <a:pt x="0" y="42"/>
                  </a:lnTo>
                  <a:lnTo>
                    <a:pt x="0" y="38"/>
                  </a:lnTo>
                  <a:lnTo>
                    <a:pt x="0" y="42"/>
                  </a:lnTo>
                  <a:lnTo>
                    <a:pt x="0" y="46"/>
                  </a:lnTo>
                  <a:lnTo>
                    <a:pt x="0" y="42"/>
                  </a:lnTo>
                  <a:lnTo>
                    <a:pt x="4" y="42"/>
                  </a:lnTo>
                  <a:lnTo>
                    <a:pt x="4" y="38"/>
                  </a:lnTo>
                  <a:lnTo>
                    <a:pt x="0" y="38"/>
                  </a:lnTo>
                  <a:lnTo>
                    <a:pt x="0" y="30"/>
                  </a:lnTo>
                  <a:lnTo>
                    <a:pt x="0" y="26"/>
                  </a:lnTo>
                  <a:lnTo>
                    <a:pt x="0" y="22"/>
                  </a:lnTo>
                  <a:lnTo>
                    <a:pt x="0" y="26"/>
                  </a:lnTo>
                  <a:lnTo>
                    <a:pt x="4" y="26"/>
                  </a:lnTo>
                  <a:lnTo>
                    <a:pt x="8" y="26"/>
                  </a:lnTo>
                  <a:lnTo>
                    <a:pt x="8" y="30"/>
                  </a:lnTo>
                  <a:lnTo>
                    <a:pt x="8" y="26"/>
                  </a:lnTo>
                  <a:lnTo>
                    <a:pt x="12" y="22"/>
                  </a:lnTo>
                  <a:lnTo>
                    <a:pt x="16" y="22"/>
                  </a:lnTo>
                  <a:lnTo>
                    <a:pt x="12" y="26"/>
                  </a:lnTo>
                  <a:lnTo>
                    <a:pt x="16" y="26"/>
                  </a:lnTo>
                  <a:lnTo>
                    <a:pt x="20" y="26"/>
                  </a:lnTo>
                  <a:lnTo>
                    <a:pt x="16" y="26"/>
                  </a:lnTo>
                  <a:lnTo>
                    <a:pt x="16" y="22"/>
                  </a:lnTo>
                  <a:lnTo>
                    <a:pt x="16" y="18"/>
                  </a:lnTo>
                  <a:lnTo>
                    <a:pt x="16" y="16"/>
                  </a:lnTo>
                  <a:lnTo>
                    <a:pt x="20" y="16"/>
                  </a:lnTo>
                  <a:lnTo>
                    <a:pt x="24" y="16"/>
                  </a:lnTo>
                  <a:lnTo>
                    <a:pt x="26" y="16"/>
                  </a:lnTo>
                  <a:lnTo>
                    <a:pt x="30" y="16"/>
                  </a:lnTo>
                  <a:lnTo>
                    <a:pt x="30" y="18"/>
                  </a:lnTo>
                  <a:lnTo>
                    <a:pt x="30" y="22"/>
                  </a:lnTo>
                  <a:lnTo>
                    <a:pt x="24" y="26"/>
                  </a:lnTo>
                  <a:lnTo>
                    <a:pt x="26" y="26"/>
                  </a:lnTo>
                  <a:lnTo>
                    <a:pt x="26" y="22"/>
                  </a:lnTo>
                  <a:lnTo>
                    <a:pt x="30" y="22"/>
                  </a:lnTo>
                  <a:lnTo>
                    <a:pt x="30" y="26"/>
                  </a:lnTo>
                  <a:lnTo>
                    <a:pt x="30" y="30"/>
                  </a:lnTo>
                  <a:lnTo>
                    <a:pt x="30" y="26"/>
                  </a:lnTo>
                  <a:lnTo>
                    <a:pt x="34" y="26"/>
                  </a:lnTo>
                  <a:lnTo>
                    <a:pt x="38" y="26"/>
                  </a:lnTo>
                  <a:lnTo>
                    <a:pt x="42" y="30"/>
                  </a:lnTo>
                  <a:lnTo>
                    <a:pt x="38" y="30"/>
                  </a:lnTo>
                  <a:lnTo>
                    <a:pt x="38" y="34"/>
                  </a:lnTo>
                  <a:lnTo>
                    <a:pt x="34" y="34"/>
                  </a:lnTo>
                  <a:lnTo>
                    <a:pt x="34" y="38"/>
                  </a:lnTo>
                  <a:lnTo>
                    <a:pt x="30" y="34"/>
                  </a:lnTo>
                  <a:lnTo>
                    <a:pt x="34" y="34"/>
                  </a:lnTo>
                  <a:lnTo>
                    <a:pt x="30" y="34"/>
                  </a:lnTo>
                  <a:lnTo>
                    <a:pt x="30" y="38"/>
                  </a:lnTo>
                  <a:lnTo>
                    <a:pt x="30" y="42"/>
                  </a:lnTo>
                  <a:lnTo>
                    <a:pt x="26" y="42"/>
                  </a:lnTo>
                  <a:lnTo>
                    <a:pt x="24" y="42"/>
                  </a:lnTo>
                  <a:lnTo>
                    <a:pt x="26" y="42"/>
                  </a:lnTo>
                  <a:lnTo>
                    <a:pt x="26" y="46"/>
                  </a:lnTo>
                  <a:lnTo>
                    <a:pt x="24" y="46"/>
                  </a:lnTo>
                  <a:lnTo>
                    <a:pt x="20" y="46"/>
                  </a:lnTo>
                  <a:lnTo>
                    <a:pt x="24" y="46"/>
                  </a:lnTo>
                  <a:lnTo>
                    <a:pt x="24" y="48"/>
                  </a:lnTo>
                  <a:lnTo>
                    <a:pt x="20" y="52"/>
                  </a:lnTo>
                  <a:lnTo>
                    <a:pt x="20" y="52"/>
                  </a:lnTo>
                  <a:lnTo>
                    <a:pt x="20" y="52"/>
                  </a:lnTo>
                  <a:close/>
                  <a:moveTo>
                    <a:pt x="42" y="12"/>
                  </a:moveTo>
                  <a:lnTo>
                    <a:pt x="38" y="12"/>
                  </a:lnTo>
                  <a:lnTo>
                    <a:pt x="42" y="12"/>
                  </a:lnTo>
                  <a:lnTo>
                    <a:pt x="42" y="12"/>
                  </a:lnTo>
                  <a:lnTo>
                    <a:pt x="42" y="12"/>
                  </a:lnTo>
                  <a:close/>
                  <a:moveTo>
                    <a:pt x="8" y="22"/>
                  </a:moveTo>
                  <a:lnTo>
                    <a:pt x="4" y="22"/>
                  </a:lnTo>
                  <a:lnTo>
                    <a:pt x="8" y="18"/>
                  </a:lnTo>
                  <a:lnTo>
                    <a:pt x="12" y="18"/>
                  </a:lnTo>
                  <a:lnTo>
                    <a:pt x="12" y="22"/>
                  </a:lnTo>
                  <a:lnTo>
                    <a:pt x="8" y="22"/>
                  </a:lnTo>
                  <a:lnTo>
                    <a:pt x="8" y="22"/>
                  </a:lnTo>
                  <a:lnTo>
                    <a:pt x="8" y="22"/>
                  </a:lnTo>
                  <a:close/>
                  <a:moveTo>
                    <a:pt x="60" y="48"/>
                  </a:moveTo>
                  <a:lnTo>
                    <a:pt x="56" y="48"/>
                  </a:lnTo>
                  <a:lnTo>
                    <a:pt x="56" y="52"/>
                  </a:lnTo>
                  <a:lnTo>
                    <a:pt x="60" y="52"/>
                  </a:lnTo>
                  <a:lnTo>
                    <a:pt x="60" y="56"/>
                  </a:lnTo>
                  <a:lnTo>
                    <a:pt x="56" y="56"/>
                  </a:lnTo>
                  <a:lnTo>
                    <a:pt x="56" y="60"/>
                  </a:lnTo>
                  <a:lnTo>
                    <a:pt x="54" y="60"/>
                  </a:lnTo>
                  <a:lnTo>
                    <a:pt x="54" y="56"/>
                  </a:lnTo>
                  <a:lnTo>
                    <a:pt x="50" y="56"/>
                  </a:lnTo>
                  <a:lnTo>
                    <a:pt x="46" y="56"/>
                  </a:lnTo>
                  <a:lnTo>
                    <a:pt x="42" y="52"/>
                  </a:lnTo>
                  <a:lnTo>
                    <a:pt x="46" y="52"/>
                  </a:lnTo>
                  <a:lnTo>
                    <a:pt x="42" y="48"/>
                  </a:lnTo>
                  <a:lnTo>
                    <a:pt x="42" y="46"/>
                  </a:lnTo>
                  <a:lnTo>
                    <a:pt x="38" y="46"/>
                  </a:lnTo>
                  <a:lnTo>
                    <a:pt x="42" y="46"/>
                  </a:lnTo>
                  <a:lnTo>
                    <a:pt x="46" y="46"/>
                  </a:lnTo>
                  <a:lnTo>
                    <a:pt x="50" y="42"/>
                  </a:lnTo>
                  <a:lnTo>
                    <a:pt x="46" y="42"/>
                  </a:lnTo>
                  <a:lnTo>
                    <a:pt x="46" y="38"/>
                  </a:lnTo>
                  <a:lnTo>
                    <a:pt x="46" y="42"/>
                  </a:lnTo>
                  <a:lnTo>
                    <a:pt x="50" y="42"/>
                  </a:lnTo>
                  <a:lnTo>
                    <a:pt x="54" y="42"/>
                  </a:lnTo>
                  <a:lnTo>
                    <a:pt x="50" y="42"/>
                  </a:lnTo>
                  <a:lnTo>
                    <a:pt x="50" y="46"/>
                  </a:lnTo>
                  <a:lnTo>
                    <a:pt x="54" y="46"/>
                  </a:lnTo>
                  <a:lnTo>
                    <a:pt x="54" y="42"/>
                  </a:lnTo>
                  <a:lnTo>
                    <a:pt x="56" y="42"/>
                  </a:lnTo>
                  <a:lnTo>
                    <a:pt x="56" y="46"/>
                  </a:lnTo>
                  <a:lnTo>
                    <a:pt x="54" y="46"/>
                  </a:lnTo>
                  <a:lnTo>
                    <a:pt x="56" y="46"/>
                  </a:lnTo>
                  <a:lnTo>
                    <a:pt x="56" y="42"/>
                  </a:lnTo>
                  <a:lnTo>
                    <a:pt x="54" y="42"/>
                  </a:lnTo>
                  <a:lnTo>
                    <a:pt x="54" y="38"/>
                  </a:lnTo>
                  <a:lnTo>
                    <a:pt x="56" y="38"/>
                  </a:lnTo>
                  <a:lnTo>
                    <a:pt x="60" y="38"/>
                  </a:lnTo>
                  <a:lnTo>
                    <a:pt x="64" y="38"/>
                  </a:lnTo>
                  <a:lnTo>
                    <a:pt x="64" y="42"/>
                  </a:lnTo>
                  <a:lnTo>
                    <a:pt x="64" y="46"/>
                  </a:lnTo>
                  <a:lnTo>
                    <a:pt x="64" y="48"/>
                  </a:lnTo>
                  <a:lnTo>
                    <a:pt x="60" y="48"/>
                  </a:lnTo>
                  <a:lnTo>
                    <a:pt x="60" y="48"/>
                  </a:lnTo>
                  <a:lnTo>
                    <a:pt x="60" y="48"/>
                  </a:lnTo>
                  <a:close/>
                  <a:moveTo>
                    <a:pt x="34" y="42"/>
                  </a:moveTo>
                  <a:lnTo>
                    <a:pt x="34" y="46"/>
                  </a:lnTo>
                  <a:lnTo>
                    <a:pt x="34" y="42"/>
                  </a:lnTo>
                  <a:lnTo>
                    <a:pt x="34" y="38"/>
                  </a:lnTo>
                  <a:lnTo>
                    <a:pt x="34" y="42"/>
                  </a:lnTo>
                  <a:lnTo>
                    <a:pt x="34" y="42"/>
                  </a:lnTo>
                  <a:lnTo>
                    <a:pt x="34" y="42"/>
                  </a:lnTo>
                  <a:close/>
                  <a:moveTo>
                    <a:pt x="26" y="48"/>
                  </a:moveTo>
                  <a:lnTo>
                    <a:pt x="30" y="48"/>
                  </a:lnTo>
                  <a:lnTo>
                    <a:pt x="34" y="48"/>
                  </a:lnTo>
                  <a:lnTo>
                    <a:pt x="34" y="52"/>
                  </a:lnTo>
                  <a:lnTo>
                    <a:pt x="34" y="48"/>
                  </a:lnTo>
                  <a:lnTo>
                    <a:pt x="38" y="48"/>
                  </a:lnTo>
                  <a:lnTo>
                    <a:pt x="38" y="52"/>
                  </a:lnTo>
                  <a:lnTo>
                    <a:pt x="38" y="56"/>
                  </a:lnTo>
                  <a:lnTo>
                    <a:pt x="38" y="60"/>
                  </a:lnTo>
                  <a:lnTo>
                    <a:pt x="34" y="60"/>
                  </a:lnTo>
                  <a:lnTo>
                    <a:pt x="30" y="60"/>
                  </a:lnTo>
                  <a:lnTo>
                    <a:pt x="26" y="60"/>
                  </a:lnTo>
                  <a:lnTo>
                    <a:pt x="30" y="56"/>
                  </a:lnTo>
                  <a:lnTo>
                    <a:pt x="26" y="56"/>
                  </a:lnTo>
                  <a:lnTo>
                    <a:pt x="26" y="52"/>
                  </a:lnTo>
                  <a:lnTo>
                    <a:pt x="24" y="52"/>
                  </a:lnTo>
                  <a:lnTo>
                    <a:pt x="24" y="48"/>
                  </a:lnTo>
                  <a:lnTo>
                    <a:pt x="26" y="48"/>
                  </a:lnTo>
                  <a:lnTo>
                    <a:pt x="26" y="48"/>
                  </a:lnTo>
                  <a:lnTo>
                    <a:pt x="26" y="48"/>
                  </a:lnTo>
                  <a:close/>
                  <a:moveTo>
                    <a:pt x="98" y="60"/>
                  </a:moveTo>
                  <a:lnTo>
                    <a:pt x="94" y="60"/>
                  </a:lnTo>
                  <a:lnTo>
                    <a:pt x="94" y="56"/>
                  </a:lnTo>
                  <a:lnTo>
                    <a:pt x="94" y="52"/>
                  </a:lnTo>
                  <a:lnTo>
                    <a:pt x="94" y="56"/>
                  </a:lnTo>
                  <a:lnTo>
                    <a:pt x="98" y="56"/>
                  </a:lnTo>
                  <a:lnTo>
                    <a:pt x="98" y="60"/>
                  </a:lnTo>
                  <a:lnTo>
                    <a:pt x="98" y="60"/>
                  </a:lnTo>
                  <a:lnTo>
                    <a:pt x="98" y="60"/>
                  </a:lnTo>
                  <a:close/>
                  <a:moveTo>
                    <a:pt x="38" y="68"/>
                  </a:moveTo>
                  <a:lnTo>
                    <a:pt x="34" y="64"/>
                  </a:lnTo>
                  <a:lnTo>
                    <a:pt x="38" y="64"/>
                  </a:lnTo>
                  <a:lnTo>
                    <a:pt x="38" y="60"/>
                  </a:lnTo>
                  <a:lnTo>
                    <a:pt x="38" y="56"/>
                  </a:lnTo>
                  <a:lnTo>
                    <a:pt x="42" y="56"/>
                  </a:lnTo>
                  <a:lnTo>
                    <a:pt x="42" y="60"/>
                  </a:lnTo>
                  <a:lnTo>
                    <a:pt x="38" y="60"/>
                  </a:lnTo>
                  <a:lnTo>
                    <a:pt x="38" y="64"/>
                  </a:lnTo>
                  <a:lnTo>
                    <a:pt x="38" y="68"/>
                  </a:lnTo>
                  <a:lnTo>
                    <a:pt x="38" y="68"/>
                  </a:lnTo>
                  <a:lnTo>
                    <a:pt x="38" y="68"/>
                  </a:lnTo>
                  <a:close/>
                  <a:moveTo>
                    <a:pt x="26" y="60"/>
                  </a:moveTo>
                  <a:lnTo>
                    <a:pt x="26" y="64"/>
                  </a:lnTo>
                  <a:lnTo>
                    <a:pt x="24" y="64"/>
                  </a:lnTo>
                  <a:lnTo>
                    <a:pt x="24" y="60"/>
                  </a:lnTo>
                  <a:lnTo>
                    <a:pt x="24" y="64"/>
                  </a:lnTo>
                  <a:lnTo>
                    <a:pt x="24" y="60"/>
                  </a:lnTo>
                  <a:lnTo>
                    <a:pt x="26" y="60"/>
                  </a:lnTo>
                  <a:lnTo>
                    <a:pt x="26" y="60"/>
                  </a:lnTo>
                  <a:lnTo>
                    <a:pt x="26" y="60"/>
                  </a:lnTo>
                  <a:close/>
                  <a:moveTo>
                    <a:pt x="34" y="64"/>
                  </a:moveTo>
                  <a:lnTo>
                    <a:pt x="34" y="60"/>
                  </a:lnTo>
                  <a:lnTo>
                    <a:pt x="38" y="60"/>
                  </a:lnTo>
                  <a:lnTo>
                    <a:pt x="34" y="60"/>
                  </a:lnTo>
                  <a:lnTo>
                    <a:pt x="34" y="64"/>
                  </a:lnTo>
                  <a:lnTo>
                    <a:pt x="34" y="64"/>
                  </a:lnTo>
                  <a:lnTo>
                    <a:pt x="34" y="64"/>
                  </a:lnTo>
                  <a:close/>
                  <a:moveTo>
                    <a:pt x="56" y="64"/>
                  </a:moveTo>
                  <a:lnTo>
                    <a:pt x="56" y="60"/>
                  </a:lnTo>
                  <a:lnTo>
                    <a:pt x="60" y="60"/>
                  </a:lnTo>
                  <a:lnTo>
                    <a:pt x="64" y="60"/>
                  </a:lnTo>
                  <a:lnTo>
                    <a:pt x="64" y="64"/>
                  </a:lnTo>
                  <a:lnTo>
                    <a:pt x="60" y="64"/>
                  </a:lnTo>
                  <a:lnTo>
                    <a:pt x="60" y="60"/>
                  </a:lnTo>
                  <a:lnTo>
                    <a:pt x="60" y="64"/>
                  </a:lnTo>
                  <a:lnTo>
                    <a:pt x="56" y="64"/>
                  </a:lnTo>
                  <a:lnTo>
                    <a:pt x="56" y="64"/>
                  </a:lnTo>
                  <a:lnTo>
                    <a:pt x="56" y="64"/>
                  </a:lnTo>
                  <a:close/>
                  <a:moveTo>
                    <a:pt x="30" y="64"/>
                  </a:moveTo>
                  <a:lnTo>
                    <a:pt x="30" y="60"/>
                  </a:lnTo>
                  <a:lnTo>
                    <a:pt x="30" y="64"/>
                  </a:lnTo>
                  <a:lnTo>
                    <a:pt x="34" y="64"/>
                  </a:lnTo>
                  <a:lnTo>
                    <a:pt x="30" y="64"/>
                  </a:lnTo>
                  <a:lnTo>
                    <a:pt x="30" y="64"/>
                  </a:lnTo>
                  <a:lnTo>
                    <a:pt x="30" y="64"/>
                  </a:lnTo>
                  <a:close/>
                  <a:moveTo>
                    <a:pt x="54" y="64"/>
                  </a:moveTo>
                  <a:lnTo>
                    <a:pt x="56" y="64"/>
                  </a:lnTo>
                  <a:lnTo>
                    <a:pt x="56" y="68"/>
                  </a:lnTo>
                  <a:lnTo>
                    <a:pt x="54" y="68"/>
                  </a:lnTo>
                  <a:lnTo>
                    <a:pt x="54" y="72"/>
                  </a:lnTo>
                  <a:lnTo>
                    <a:pt x="54" y="68"/>
                  </a:lnTo>
                  <a:lnTo>
                    <a:pt x="54" y="64"/>
                  </a:lnTo>
                  <a:lnTo>
                    <a:pt x="50" y="64"/>
                  </a:lnTo>
                  <a:lnTo>
                    <a:pt x="54" y="64"/>
                  </a:lnTo>
                  <a:lnTo>
                    <a:pt x="54" y="60"/>
                  </a:lnTo>
                  <a:lnTo>
                    <a:pt x="54" y="64"/>
                  </a:lnTo>
                  <a:lnTo>
                    <a:pt x="54" y="64"/>
                  </a:lnTo>
                  <a:lnTo>
                    <a:pt x="54" y="64"/>
                  </a:lnTo>
                  <a:close/>
                  <a:moveTo>
                    <a:pt x="42" y="64"/>
                  </a:moveTo>
                  <a:lnTo>
                    <a:pt x="42" y="60"/>
                  </a:lnTo>
                  <a:lnTo>
                    <a:pt x="46" y="60"/>
                  </a:lnTo>
                  <a:lnTo>
                    <a:pt x="46" y="64"/>
                  </a:lnTo>
                  <a:lnTo>
                    <a:pt x="50" y="64"/>
                  </a:lnTo>
                  <a:lnTo>
                    <a:pt x="54" y="64"/>
                  </a:lnTo>
                  <a:lnTo>
                    <a:pt x="54" y="68"/>
                  </a:lnTo>
                  <a:lnTo>
                    <a:pt x="50" y="68"/>
                  </a:lnTo>
                  <a:lnTo>
                    <a:pt x="46" y="68"/>
                  </a:lnTo>
                  <a:lnTo>
                    <a:pt x="42" y="68"/>
                  </a:lnTo>
                  <a:lnTo>
                    <a:pt x="42" y="64"/>
                  </a:lnTo>
                  <a:lnTo>
                    <a:pt x="42" y="64"/>
                  </a:lnTo>
                  <a:lnTo>
                    <a:pt x="42"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2" name="Freeform 97"/>
            <p:cNvSpPr>
              <a:spLocks noChangeAspect="1" noEditPoints="1"/>
            </p:cNvSpPr>
            <p:nvPr/>
          </p:nvSpPr>
          <p:spPr bwMode="gray">
            <a:xfrm>
              <a:off x="5335639" y="2564775"/>
              <a:ext cx="156534" cy="83485"/>
            </a:xfrm>
            <a:custGeom>
              <a:avLst/>
              <a:gdLst>
                <a:gd name="T0" fmla="*/ 90 w 90"/>
                <a:gd name="T1" fmla="*/ 12 h 48"/>
                <a:gd name="T2" fmla="*/ 88 w 90"/>
                <a:gd name="T3" fmla="*/ 12 h 48"/>
                <a:gd name="T4" fmla="*/ 84 w 90"/>
                <a:gd name="T5" fmla="*/ 18 h 48"/>
                <a:gd name="T6" fmla="*/ 80 w 90"/>
                <a:gd name="T7" fmla="*/ 22 h 48"/>
                <a:gd name="T8" fmla="*/ 84 w 90"/>
                <a:gd name="T9" fmla="*/ 30 h 48"/>
                <a:gd name="T10" fmla="*/ 84 w 90"/>
                <a:gd name="T11" fmla="*/ 36 h 48"/>
                <a:gd name="T12" fmla="*/ 88 w 90"/>
                <a:gd name="T13" fmla="*/ 40 h 48"/>
                <a:gd name="T14" fmla="*/ 84 w 90"/>
                <a:gd name="T15" fmla="*/ 44 h 48"/>
                <a:gd name="T16" fmla="*/ 76 w 90"/>
                <a:gd name="T17" fmla="*/ 48 h 48"/>
                <a:gd name="T18" fmla="*/ 68 w 90"/>
                <a:gd name="T19" fmla="*/ 48 h 48"/>
                <a:gd name="T20" fmla="*/ 60 w 90"/>
                <a:gd name="T21" fmla="*/ 44 h 48"/>
                <a:gd name="T22" fmla="*/ 54 w 90"/>
                <a:gd name="T23" fmla="*/ 36 h 48"/>
                <a:gd name="T24" fmla="*/ 50 w 90"/>
                <a:gd name="T25" fmla="*/ 36 h 48"/>
                <a:gd name="T26" fmla="*/ 46 w 90"/>
                <a:gd name="T27" fmla="*/ 36 h 48"/>
                <a:gd name="T28" fmla="*/ 34 w 90"/>
                <a:gd name="T29" fmla="*/ 40 h 48"/>
                <a:gd name="T30" fmla="*/ 38 w 90"/>
                <a:gd name="T31" fmla="*/ 36 h 48"/>
                <a:gd name="T32" fmla="*/ 38 w 90"/>
                <a:gd name="T33" fmla="*/ 34 h 48"/>
                <a:gd name="T34" fmla="*/ 34 w 90"/>
                <a:gd name="T35" fmla="*/ 30 h 48"/>
                <a:gd name="T36" fmla="*/ 30 w 90"/>
                <a:gd name="T37" fmla="*/ 34 h 48"/>
                <a:gd name="T38" fmla="*/ 28 w 90"/>
                <a:gd name="T39" fmla="*/ 30 h 48"/>
                <a:gd name="T40" fmla="*/ 28 w 90"/>
                <a:gd name="T41" fmla="*/ 22 h 48"/>
                <a:gd name="T42" fmla="*/ 24 w 90"/>
                <a:gd name="T43" fmla="*/ 18 h 48"/>
                <a:gd name="T44" fmla="*/ 28 w 90"/>
                <a:gd name="T45" fmla="*/ 14 h 48"/>
                <a:gd name="T46" fmla="*/ 24 w 90"/>
                <a:gd name="T47" fmla="*/ 14 h 48"/>
                <a:gd name="T48" fmla="*/ 28 w 90"/>
                <a:gd name="T49" fmla="*/ 12 h 48"/>
                <a:gd name="T50" fmla="*/ 30 w 90"/>
                <a:gd name="T51" fmla="*/ 12 h 48"/>
                <a:gd name="T52" fmla="*/ 34 w 90"/>
                <a:gd name="T53" fmla="*/ 8 h 48"/>
                <a:gd name="T54" fmla="*/ 38 w 90"/>
                <a:gd name="T55" fmla="*/ 8 h 48"/>
                <a:gd name="T56" fmla="*/ 46 w 90"/>
                <a:gd name="T57" fmla="*/ 4 h 48"/>
                <a:gd name="T58" fmla="*/ 50 w 90"/>
                <a:gd name="T59" fmla="*/ 8 h 48"/>
                <a:gd name="T60" fmla="*/ 58 w 90"/>
                <a:gd name="T61" fmla="*/ 4 h 48"/>
                <a:gd name="T62" fmla="*/ 60 w 90"/>
                <a:gd name="T63" fmla="*/ 4 h 48"/>
                <a:gd name="T64" fmla="*/ 68 w 90"/>
                <a:gd name="T65" fmla="*/ 4 h 48"/>
                <a:gd name="T66" fmla="*/ 72 w 90"/>
                <a:gd name="T67" fmla="*/ 8 h 48"/>
                <a:gd name="T68" fmla="*/ 76 w 90"/>
                <a:gd name="T69" fmla="*/ 8 h 48"/>
                <a:gd name="T70" fmla="*/ 88 w 90"/>
                <a:gd name="T71" fmla="*/ 8 h 48"/>
                <a:gd name="T72" fmla="*/ 88 w 90"/>
                <a:gd name="T73" fmla="*/ 8 h 48"/>
                <a:gd name="T74" fmla="*/ 8 w 90"/>
                <a:gd name="T75" fmla="*/ 22 h 48"/>
                <a:gd name="T76" fmla="*/ 8 w 90"/>
                <a:gd name="T77" fmla="*/ 18 h 48"/>
                <a:gd name="T78" fmla="*/ 4 w 90"/>
                <a:gd name="T79" fmla="*/ 18 h 48"/>
                <a:gd name="T80" fmla="*/ 8 w 90"/>
                <a:gd name="T81" fmla="*/ 18 h 48"/>
                <a:gd name="T82" fmla="*/ 12 w 90"/>
                <a:gd name="T83" fmla="*/ 18 h 48"/>
                <a:gd name="T84" fmla="*/ 16 w 90"/>
                <a:gd name="T85" fmla="*/ 18 h 48"/>
                <a:gd name="T86" fmla="*/ 16 w 90"/>
                <a:gd name="T87" fmla="*/ 22 h 48"/>
                <a:gd name="T88" fmla="*/ 12 w 90"/>
                <a:gd name="T89" fmla="*/ 22 h 48"/>
                <a:gd name="T90" fmla="*/ 12 w 90"/>
                <a:gd name="T91" fmla="*/ 22 h 48"/>
                <a:gd name="T92" fmla="*/ 12 w 90"/>
                <a:gd name="T93" fmla="*/ 22 h 48"/>
                <a:gd name="T94" fmla="*/ 24 w 90"/>
                <a:gd name="T95" fmla="*/ 14 h 48"/>
                <a:gd name="T96" fmla="*/ 20 w 90"/>
                <a:gd name="T97" fmla="*/ 18 h 48"/>
                <a:gd name="T98" fmla="*/ 20 w 90"/>
                <a:gd name="T99" fmla="*/ 14 h 48"/>
                <a:gd name="T100" fmla="*/ 20 w 90"/>
                <a:gd name="T101" fmla="*/ 14 h 48"/>
                <a:gd name="T102" fmla="*/ 24 w 90"/>
                <a:gd name="T103" fmla="*/ 26 h 48"/>
                <a:gd name="T104" fmla="*/ 20 w 90"/>
                <a:gd name="T105" fmla="*/ 26 h 48"/>
                <a:gd name="T106" fmla="*/ 20 w 90"/>
                <a:gd name="T107" fmla="*/ 22 h 48"/>
                <a:gd name="T108" fmla="*/ 4 w 90"/>
                <a:gd name="T109" fmla="*/ 36 h 48"/>
                <a:gd name="T110" fmla="*/ 0 w 90"/>
                <a:gd name="T111" fmla="*/ 34 h 48"/>
                <a:gd name="T112" fmla="*/ 0 w 90"/>
                <a:gd name="T113" fmla="*/ 30 h 48"/>
                <a:gd name="T114" fmla="*/ 8 w 90"/>
                <a:gd name="T115" fmla="*/ 26 h 48"/>
                <a:gd name="T116" fmla="*/ 20 w 90"/>
                <a:gd name="T117" fmla="*/ 26 h 48"/>
                <a:gd name="T118" fmla="*/ 20 w 90"/>
                <a:gd name="T119" fmla="*/ 30 h 48"/>
                <a:gd name="T120" fmla="*/ 8 w 90"/>
                <a:gd name="T121" fmla="*/ 34 h 48"/>
                <a:gd name="T122" fmla="*/ 4 w 90"/>
                <a:gd name="T123" fmla="*/ 4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90" h="48">
                  <a:moveTo>
                    <a:pt x="88" y="8"/>
                  </a:moveTo>
                  <a:lnTo>
                    <a:pt x="88" y="8"/>
                  </a:lnTo>
                  <a:lnTo>
                    <a:pt x="90" y="8"/>
                  </a:lnTo>
                  <a:lnTo>
                    <a:pt x="90" y="8"/>
                  </a:lnTo>
                  <a:lnTo>
                    <a:pt x="90" y="8"/>
                  </a:lnTo>
                  <a:lnTo>
                    <a:pt x="90" y="8"/>
                  </a:lnTo>
                  <a:lnTo>
                    <a:pt x="90" y="12"/>
                  </a:lnTo>
                  <a:lnTo>
                    <a:pt x="90" y="12"/>
                  </a:lnTo>
                  <a:lnTo>
                    <a:pt x="90" y="12"/>
                  </a:lnTo>
                  <a:lnTo>
                    <a:pt x="90" y="12"/>
                  </a:lnTo>
                  <a:lnTo>
                    <a:pt x="88" y="12"/>
                  </a:lnTo>
                  <a:lnTo>
                    <a:pt x="88" y="12"/>
                  </a:lnTo>
                  <a:lnTo>
                    <a:pt x="88" y="12"/>
                  </a:lnTo>
                  <a:lnTo>
                    <a:pt x="88" y="12"/>
                  </a:lnTo>
                  <a:lnTo>
                    <a:pt x="88" y="12"/>
                  </a:lnTo>
                  <a:lnTo>
                    <a:pt x="88" y="12"/>
                  </a:lnTo>
                  <a:lnTo>
                    <a:pt x="88" y="14"/>
                  </a:lnTo>
                  <a:lnTo>
                    <a:pt x="88" y="14"/>
                  </a:lnTo>
                  <a:lnTo>
                    <a:pt x="84" y="14"/>
                  </a:lnTo>
                  <a:lnTo>
                    <a:pt x="84" y="18"/>
                  </a:lnTo>
                  <a:lnTo>
                    <a:pt x="84" y="18"/>
                  </a:lnTo>
                  <a:lnTo>
                    <a:pt x="84" y="18"/>
                  </a:lnTo>
                  <a:lnTo>
                    <a:pt x="84" y="18"/>
                  </a:lnTo>
                  <a:lnTo>
                    <a:pt x="80" y="18"/>
                  </a:lnTo>
                  <a:lnTo>
                    <a:pt x="80" y="18"/>
                  </a:lnTo>
                  <a:lnTo>
                    <a:pt x="80" y="22"/>
                  </a:lnTo>
                  <a:lnTo>
                    <a:pt x="80" y="22"/>
                  </a:lnTo>
                  <a:lnTo>
                    <a:pt x="80" y="22"/>
                  </a:lnTo>
                  <a:lnTo>
                    <a:pt x="80" y="22"/>
                  </a:lnTo>
                  <a:lnTo>
                    <a:pt x="80" y="26"/>
                  </a:lnTo>
                  <a:lnTo>
                    <a:pt x="80" y="26"/>
                  </a:lnTo>
                  <a:lnTo>
                    <a:pt x="80" y="30"/>
                  </a:lnTo>
                  <a:lnTo>
                    <a:pt x="80" y="30"/>
                  </a:lnTo>
                  <a:lnTo>
                    <a:pt x="84" y="30"/>
                  </a:lnTo>
                  <a:lnTo>
                    <a:pt x="84" y="30"/>
                  </a:lnTo>
                  <a:lnTo>
                    <a:pt x="84" y="30"/>
                  </a:lnTo>
                  <a:lnTo>
                    <a:pt x="80" y="30"/>
                  </a:lnTo>
                  <a:lnTo>
                    <a:pt x="80" y="34"/>
                  </a:lnTo>
                  <a:lnTo>
                    <a:pt x="80" y="34"/>
                  </a:lnTo>
                  <a:lnTo>
                    <a:pt x="80" y="34"/>
                  </a:lnTo>
                  <a:lnTo>
                    <a:pt x="84" y="36"/>
                  </a:lnTo>
                  <a:lnTo>
                    <a:pt x="84" y="36"/>
                  </a:lnTo>
                  <a:lnTo>
                    <a:pt x="84" y="36"/>
                  </a:lnTo>
                  <a:lnTo>
                    <a:pt x="84" y="36"/>
                  </a:lnTo>
                  <a:lnTo>
                    <a:pt x="84" y="36"/>
                  </a:lnTo>
                  <a:lnTo>
                    <a:pt x="84" y="40"/>
                  </a:lnTo>
                  <a:lnTo>
                    <a:pt x="84" y="40"/>
                  </a:lnTo>
                  <a:lnTo>
                    <a:pt x="88" y="40"/>
                  </a:lnTo>
                  <a:lnTo>
                    <a:pt x="88" y="40"/>
                  </a:lnTo>
                  <a:lnTo>
                    <a:pt x="84" y="40"/>
                  </a:lnTo>
                  <a:lnTo>
                    <a:pt x="84" y="44"/>
                  </a:lnTo>
                  <a:lnTo>
                    <a:pt x="84" y="44"/>
                  </a:lnTo>
                  <a:lnTo>
                    <a:pt x="84" y="44"/>
                  </a:lnTo>
                  <a:lnTo>
                    <a:pt x="84" y="44"/>
                  </a:lnTo>
                  <a:lnTo>
                    <a:pt x="84" y="44"/>
                  </a:lnTo>
                  <a:lnTo>
                    <a:pt x="84" y="44"/>
                  </a:lnTo>
                  <a:lnTo>
                    <a:pt x="80" y="44"/>
                  </a:lnTo>
                  <a:lnTo>
                    <a:pt x="80" y="48"/>
                  </a:lnTo>
                  <a:lnTo>
                    <a:pt x="80" y="48"/>
                  </a:lnTo>
                  <a:lnTo>
                    <a:pt x="80" y="48"/>
                  </a:lnTo>
                  <a:lnTo>
                    <a:pt x="80" y="48"/>
                  </a:lnTo>
                  <a:lnTo>
                    <a:pt x="76" y="48"/>
                  </a:lnTo>
                  <a:lnTo>
                    <a:pt x="76" y="48"/>
                  </a:lnTo>
                  <a:lnTo>
                    <a:pt x="76" y="48"/>
                  </a:lnTo>
                  <a:lnTo>
                    <a:pt x="72" y="48"/>
                  </a:lnTo>
                  <a:lnTo>
                    <a:pt x="72" y="48"/>
                  </a:lnTo>
                  <a:lnTo>
                    <a:pt x="72" y="48"/>
                  </a:lnTo>
                  <a:lnTo>
                    <a:pt x="72" y="48"/>
                  </a:lnTo>
                  <a:lnTo>
                    <a:pt x="68" y="48"/>
                  </a:lnTo>
                  <a:lnTo>
                    <a:pt x="68" y="48"/>
                  </a:lnTo>
                  <a:lnTo>
                    <a:pt x="68" y="48"/>
                  </a:lnTo>
                  <a:lnTo>
                    <a:pt x="68" y="48"/>
                  </a:lnTo>
                  <a:lnTo>
                    <a:pt x="68" y="48"/>
                  </a:lnTo>
                  <a:lnTo>
                    <a:pt x="64" y="48"/>
                  </a:lnTo>
                  <a:lnTo>
                    <a:pt x="64" y="48"/>
                  </a:lnTo>
                  <a:lnTo>
                    <a:pt x="60" y="44"/>
                  </a:lnTo>
                  <a:lnTo>
                    <a:pt x="60" y="44"/>
                  </a:lnTo>
                  <a:lnTo>
                    <a:pt x="58" y="40"/>
                  </a:lnTo>
                  <a:lnTo>
                    <a:pt x="58" y="40"/>
                  </a:lnTo>
                  <a:lnTo>
                    <a:pt x="58" y="40"/>
                  </a:lnTo>
                  <a:lnTo>
                    <a:pt x="58" y="40"/>
                  </a:lnTo>
                  <a:lnTo>
                    <a:pt x="54" y="40"/>
                  </a:lnTo>
                  <a:lnTo>
                    <a:pt x="54" y="40"/>
                  </a:lnTo>
                  <a:lnTo>
                    <a:pt x="54" y="36"/>
                  </a:lnTo>
                  <a:lnTo>
                    <a:pt x="50" y="36"/>
                  </a:lnTo>
                  <a:lnTo>
                    <a:pt x="50" y="36"/>
                  </a:lnTo>
                  <a:lnTo>
                    <a:pt x="50" y="36"/>
                  </a:lnTo>
                  <a:lnTo>
                    <a:pt x="50" y="36"/>
                  </a:lnTo>
                  <a:lnTo>
                    <a:pt x="50" y="40"/>
                  </a:lnTo>
                  <a:lnTo>
                    <a:pt x="50" y="40"/>
                  </a:lnTo>
                  <a:lnTo>
                    <a:pt x="50" y="36"/>
                  </a:lnTo>
                  <a:lnTo>
                    <a:pt x="50" y="36"/>
                  </a:lnTo>
                  <a:lnTo>
                    <a:pt x="50" y="36"/>
                  </a:lnTo>
                  <a:lnTo>
                    <a:pt x="50" y="36"/>
                  </a:lnTo>
                  <a:lnTo>
                    <a:pt x="46" y="36"/>
                  </a:lnTo>
                  <a:lnTo>
                    <a:pt x="46" y="36"/>
                  </a:lnTo>
                  <a:lnTo>
                    <a:pt x="46" y="36"/>
                  </a:lnTo>
                  <a:lnTo>
                    <a:pt x="46" y="36"/>
                  </a:lnTo>
                  <a:lnTo>
                    <a:pt x="46" y="36"/>
                  </a:lnTo>
                  <a:lnTo>
                    <a:pt x="42" y="40"/>
                  </a:lnTo>
                  <a:lnTo>
                    <a:pt x="38" y="40"/>
                  </a:lnTo>
                  <a:lnTo>
                    <a:pt x="38" y="40"/>
                  </a:lnTo>
                  <a:lnTo>
                    <a:pt x="38" y="40"/>
                  </a:lnTo>
                  <a:lnTo>
                    <a:pt x="38" y="40"/>
                  </a:lnTo>
                  <a:lnTo>
                    <a:pt x="34" y="40"/>
                  </a:lnTo>
                  <a:lnTo>
                    <a:pt x="34" y="40"/>
                  </a:lnTo>
                  <a:lnTo>
                    <a:pt x="34" y="40"/>
                  </a:lnTo>
                  <a:lnTo>
                    <a:pt x="34" y="40"/>
                  </a:lnTo>
                  <a:lnTo>
                    <a:pt x="34" y="40"/>
                  </a:lnTo>
                  <a:lnTo>
                    <a:pt x="38" y="40"/>
                  </a:lnTo>
                  <a:lnTo>
                    <a:pt x="38" y="36"/>
                  </a:lnTo>
                  <a:lnTo>
                    <a:pt x="38" y="36"/>
                  </a:lnTo>
                  <a:lnTo>
                    <a:pt x="38" y="36"/>
                  </a:lnTo>
                  <a:lnTo>
                    <a:pt x="38" y="36"/>
                  </a:lnTo>
                  <a:lnTo>
                    <a:pt x="38" y="36"/>
                  </a:lnTo>
                  <a:lnTo>
                    <a:pt x="38" y="34"/>
                  </a:lnTo>
                  <a:lnTo>
                    <a:pt x="38" y="34"/>
                  </a:lnTo>
                  <a:lnTo>
                    <a:pt x="38" y="34"/>
                  </a:lnTo>
                  <a:lnTo>
                    <a:pt x="38" y="34"/>
                  </a:lnTo>
                  <a:lnTo>
                    <a:pt x="38" y="34"/>
                  </a:lnTo>
                  <a:lnTo>
                    <a:pt x="38" y="34"/>
                  </a:lnTo>
                  <a:lnTo>
                    <a:pt x="38" y="30"/>
                  </a:lnTo>
                  <a:lnTo>
                    <a:pt x="38" y="30"/>
                  </a:lnTo>
                  <a:lnTo>
                    <a:pt x="38" y="30"/>
                  </a:lnTo>
                  <a:lnTo>
                    <a:pt x="38" y="30"/>
                  </a:lnTo>
                  <a:lnTo>
                    <a:pt x="34" y="30"/>
                  </a:lnTo>
                  <a:lnTo>
                    <a:pt x="34" y="30"/>
                  </a:lnTo>
                  <a:lnTo>
                    <a:pt x="34" y="30"/>
                  </a:lnTo>
                  <a:lnTo>
                    <a:pt x="34" y="34"/>
                  </a:lnTo>
                  <a:lnTo>
                    <a:pt x="34" y="34"/>
                  </a:lnTo>
                  <a:lnTo>
                    <a:pt x="30" y="34"/>
                  </a:lnTo>
                  <a:lnTo>
                    <a:pt x="30" y="34"/>
                  </a:lnTo>
                  <a:lnTo>
                    <a:pt x="30" y="34"/>
                  </a:lnTo>
                  <a:lnTo>
                    <a:pt x="30" y="34"/>
                  </a:lnTo>
                  <a:lnTo>
                    <a:pt x="30" y="34"/>
                  </a:lnTo>
                  <a:lnTo>
                    <a:pt x="30" y="34"/>
                  </a:lnTo>
                  <a:lnTo>
                    <a:pt x="28" y="30"/>
                  </a:lnTo>
                  <a:lnTo>
                    <a:pt x="28" y="30"/>
                  </a:lnTo>
                  <a:lnTo>
                    <a:pt x="28" y="30"/>
                  </a:lnTo>
                  <a:lnTo>
                    <a:pt x="28" y="30"/>
                  </a:lnTo>
                  <a:lnTo>
                    <a:pt x="28" y="26"/>
                  </a:lnTo>
                  <a:lnTo>
                    <a:pt x="24" y="26"/>
                  </a:lnTo>
                  <a:lnTo>
                    <a:pt x="24" y="26"/>
                  </a:lnTo>
                  <a:lnTo>
                    <a:pt x="24" y="22"/>
                  </a:lnTo>
                  <a:lnTo>
                    <a:pt x="24" y="22"/>
                  </a:lnTo>
                  <a:lnTo>
                    <a:pt x="24" y="22"/>
                  </a:lnTo>
                  <a:lnTo>
                    <a:pt x="28" y="22"/>
                  </a:lnTo>
                  <a:lnTo>
                    <a:pt x="28" y="22"/>
                  </a:lnTo>
                  <a:lnTo>
                    <a:pt x="30" y="22"/>
                  </a:lnTo>
                  <a:lnTo>
                    <a:pt x="28" y="22"/>
                  </a:lnTo>
                  <a:lnTo>
                    <a:pt x="28" y="22"/>
                  </a:lnTo>
                  <a:lnTo>
                    <a:pt x="28" y="22"/>
                  </a:lnTo>
                  <a:lnTo>
                    <a:pt x="24" y="22"/>
                  </a:lnTo>
                  <a:lnTo>
                    <a:pt x="24" y="18"/>
                  </a:lnTo>
                  <a:lnTo>
                    <a:pt x="24" y="18"/>
                  </a:lnTo>
                  <a:lnTo>
                    <a:pt x="24" y="18"/>
                  </a:lnTo>
                  <a:lnTo>
                    <a:pt x="24" y="18"/>
                  </a:lnTo>
                  <a:lnTo>
                    <a:pt x="24" y="18"/>
                  </a:lnTo>
                  <a:lnTo>
                    <a:pt x="28" y="18"/>
                  </a:lnTo>
                  <a:lnTo>
                    <a:pt x="28" y="14"/>
                  </a:lnTo>
                  <a:lnTo>
                    <a:pt x="28" y="14"/>
                  </a:lnTo>
                  <a:lnTo>
                    <a:pt x="24" y="14"/>
                  </a:lnTo>
                  <a:lnTo>
                    <a:pt x="28" y="14"/>
                  </a:lnTo>
                  <a:lnTo>
                    <a:pt x="24" y="18"/>
                  </a:lnTo>
                  <a:lnTo>
                    <a:pt x="24" y="18"/>
                  </a:lnTo>
                  <a:lnTo>
                    <a:pt x="24" y="18"/>
                  </a:lnTo>
                  <a:lnTo>
                    <a:pt x="24" y="18"/>
                  </a:lnTo>
                  <a:lnTo>
                    <a:pt x="24" y="14"/>
                  </a:lnTo>
                  <a:lnTo>
                    <a:pt x="24" y="14"/>
                  </a:lnTo>
                  <a:lnTo>
                    <a:pt x="24" y="14"/>
                  </a:lnTo>
                  <a:lnTo>
                    <a:pt x="24" y="12"/>
                  </a:lnTo>
                  <a:lnTo>
                    <a:pt x="24" y="12"/>
                  </a:lnTo>
                  <a:lnTo>
                    <a:pt x="28" y="12"/>
                  </a:lnTo>
                  <a:lnTo>
                    <a:pt x="28" y="12"/>
                  </a:lnTo>
                  <a:lnTo>
                    <a:pt x="28" y="12"/>
                  </a:lnTo>
                  <a:lnTo>
                    <a:pt x="28" y="12"/>
                  </a:lnTo>
                  <a:lnTo>
                    <a:pt x="28" y="12"/>
                  </a:lnTo>
                  <a:lnTo>
                    <a:pt x="28" y="12"/>
                  </a:lnTo>
                  <a:lnTo>
                    <a:pt x="28" y="12"/>
                  </a:lnTo>
                  <a:lnTo>
                    <a:pt x="30" y="12"/>
                  </a:lnTo>
                  <a:lnTo>
                    <a:pt x="30" y="12"/>
                  </a:lnTo>
                  <a:lnTo>
                    <a:pt x="30" y="12"/>
                  </a:lnTo>
                  <a:lnTo>
                    <a:pt x="30" y="12"/>
                  </a:lnTo>
                  <a:lnTo>
                    <a:pt x="30" y="8"/>
                  </a:lnTo>
                  <a:lnTo>
                    <a:pt x="30" y="8"/>
                  </a:lnTo>
                  <a:lnTo>
                    <a:pt x="30" y="8"/>
                  </a:lnTo>
                  <a:lnTo>
                    <a:pt x="30" y="8"/>
                  </a:lnTo>
                  <a:lnTo>
                    <a:pt x="34" y="8"/>
                  </a:lnTo>
                  <a:lnTo>
                    <a:pt x="34" y="8"/>
                  </a:lnTo>
                  <a:lnTo>
                    <a:pt x="34" y="8"/>
                  </a:lnTo>
                  <a:lnTo>
                    <a:pt x="34" y="8"/>
                  </a:lnTo>
                  <a:lnTo>
                    <a:pt x="34" y="8"/>
                  </a:lnTo>
                  <a:lnTo>
                    <a:pt x="34" y="8"/>
                  </a:lnTo>
                  <a:lnTo>
                    <a:pt x="34" y="8"/>
                  </a:lnTo>
                  <a:lnTo>
                    <a:pt x="38" y="8"/>
                  </a:lnTo>
                  <a:lnTo>
                    <a:pt x="38" y="8"/>
                  </a:lnTo>
                  <a:lnTo>
                    <a:pt x="42" y="8"/>
                  </a:lnTo>
                  <a:lnTo>
                    <a:pt x="42" y="4"/>
                  </a:lnTo>
                  <a:lnTo>
                    <a:pt x="42" y="4"/>
                  </a:lnTo>
                  <a:lnTo>
                    <a:pt x="42" y="4"/>
                  </a:lnTo>
                  <a:lnTo>
                    <a:pt x="42" y="4"/>
                  </a:lnTo>
                  <a:lnTo>
                    <a:pt x="42" y="4"/>
                  </a:lnTo>
                  <a:lnTo>
                    <a:pt x="46" y="4"/>
                  </a:lnTo>
                  <a:lnTo>
                    <a:pt x="46" y="4"/>
                  </a:lnTo>
                  <a:lnTo>
                    <a:pt x="46" y="4"/>
                  </a:lnTo>
                  <a:lnTo>
                    <a:pt x="46" y="4"/>
                  </a:lnTo>
                  <a:lnTo>
                    <a:pt x="50" y="4"/>
                  </a:lnTo>
                  <a:lnTo>
                    <a:pt x="50" y="4"/>
                  </a:lnTo>
                  <a:lnTo>
                    <a:pt x="50" y="4"/>
                  </a:lnTo>
                  <a:lnTo>
                    <a:pt x="50" y="8"/>
                  </a:lnTo>
                  <a:lnTo>
                    <a:pt x="50" y="8"/>
                  </a:lnTo>
                  <a:lnTo>
                    <a:pt x="54" y="4"/>
                  </a:lnTo>
                  <a:lnTo>
                    <a:pt x="54" y="4"/>
                  </a:lnTo>
                  <a:lnTo>
                    <a:pt x="54" y="4"/>
                  </a:lnTo>
                  <a:lnTo>
                    <a:pt x="54" y="4"/>
                  </a:lnTo>
                  <a:lnTo>
                    <a:pt x="54" y="4"/>
                  </a:lnTo>
                  <a:lnTo>
                    <a:pt x="58" y="4"/>
                  </a:lnTo>
                  <a:lnTo>
                    <a:pt x="58" y="4"/>
                  </a:lnTo>
                  <a:lnTo>
                    <a:pt x="54" y="4"/>
                  </a:lnTo>
                  <a:lnTo>
                    <a:pt x="54" y="0"/>
                  </a:lnTo>
                  <a:lnTo>
                    <a:pt x="58" y="0"/>
                  </a:lnTo>
                  <a:lnTo>
                    <a:pt x="58" y="4"/>
                  </a:lnTo>
                  <a:lnTo>
                    <a:pt x="58" y="4"/>
                  </a:lnTo>
                  <a:lnTo>
                    <a:pt x="60" y="4"/>
                  </a:lnTo>
                  <a:lnTo>
                    <a:pt x="60" y="4"/>
                  </a:lnTo>
                  <a:lnTo>
                    <a:pt x="60" y="4"/>
                  </a:lnTo>
                  <a:lnTo>
                    <a:pt x="64" y="4"/>
                  </a:lnTo>
                  <a:lnTo>
                    <a:pt x="64" y="4"/>
                  </a:lnTo>
                  <a:lnTo>
                    <a:pt x="64" y="4"/>
                  </a:lnTo>
                  <a:lnTo>
                    <a:pt x="68" y="4"/>
                  </a:lnTo>
                  <a:lnTo>
                    <a:pt x="68" y="4"/>
                  </a:lnTo>
                  <a:lnTo>
                    <a:pt x="68" y="4"/>
                  </a:lnTo>
                  <a:lnTo>
                    <a:pt x="68" y="4"/>
                  </a:lnTo>
                  <a:lnTo>
                    <a:pt x="68" y="4"/>
                  </a:lnTo>
                  <a:lnTo>
                    <a:pt x="68" y="4"/>
                  </a:lnTo>
                  <a:lnTo>
                    <a:pt x="68" y="4"/>
                  </a:lnTo>
                  <a:lnTo>
                    <a:pt x="72" y="4"/>
                  </a:lnTo>
                  <a:lnTo>
                    <a:pt x="72" y="8"/>
                  </a:lnTo>
                  <a:lnTo>
                    <a:pt x="72" y="8"/>
                  </a:lnTo>
                  <a:lnTo>
                    <a:pt x="72" y="8"/>
                  </a:lnTo>
                  <a:lnTo>
                    <a:pt x="72" y="8"/>
                  </a:lnTo>
                  <a:lnTo>
                    <a:pt x="72" y="8"/>
                  </a:lnTo>
                  <a:lnTo>
                    <a:pt x="76" y="8"/>
                  </a:lnTo>
                  <a:lnTo>
                    <a:pt x="76" y="8"/>
                  </a:lnTo>
                  <a:lnTo>
                    <a:pt x="76" y="8"/>
                  </a:lnTo>
                  <a:lnTo>
                    <a:pt x="80" y="8"/>
                  </a:lnTo>
                  <a:lnTo>
                    <a:pt x="80" y="8"/>
                  </a:lnTo>
                  <a:lnTo>
                    <a:pt x="80" y="8"/>
                  </a:lnTo>
                  <a:lnTo>
                    <a:pt x="80" y="8"/>
                  </a:lnTo>
                  <a:lnTo>
                    <a:pt x="80" y="8"/>
                  </a:lnTo>
                  <a:lnTo>
                    <a:pt x="84" y="8"/>
                  </a:lnTo>
                  <a:lnTo>
                    <a:pt x="88" y="8"/>
                  </a:lnTo>
                  <a:lnTo>
                    <a:pt x="88" y="8"/>
                  </a:lnTo>
                  <a:lnTo>
                    <a:pt x="88" y="8"/>
                  </a:lnTo>
                  <a:lnTo>
                    <a:pt x="88" y="8"/>
                  </a:lnTo>
                  <a:lnTo>
                    <a:pt x="88" y="8"/>
                  </a:lnTo>
                  <a:lnTo>
                    <a:pt x="88" y="8"/>
                  </a:lnTo>
                  <a:lnTo>
                    <a:pt x="88" y="8"/>
                  </a:lnTo>
                  <a:lnTo>
                    <a:pt x="88" y="8"/>
                  </a:lnTo>
                  <a:lnTo>
                    <a:pt x="88" y="8"/>
                  </a:lnTo>
                  <a:close/>
                  <a:moveTo>
                    <a:pt x="12" y="22"/>
                  </a:moveTo>
                  <a:lnTo>
                    <a:pt x="12" y="22"/>
                  </a:lnTo>
                  <a:lnTo>
                    <a:pt x="12" y="22"/>
                  </a:lnTo>
                  <a:lnTo>
                    <a:pt x="8" y="22"/>
                  </a:lnTo>
                  <a:lnTo>
                    <a:pt x="8" y="22"/>
                  </a:lnTo>
                  <a:lnTo>
                    <a:pt x="8" y="22"/>
                  </a:lnTo>
                  <a:lnTo>
                    <a:pt x="8" y="22"/>
                  </a:lnTo>
                  <a:lnTo>
                    <a:pt x="8" y="22"/>
                  </a:lnTo>
                  <a:lnTo>
                    <a:pt x="8" y="18"/>
                  </a:lnTo>
                  <a:lnTo>
                    <a:pt x="8" y="18"/>
                  </a:lnTo>
                  <a:lnTo>
                    <a:pt x="8" y="18"/>
                  </a:lnTo>
                  <a:lnTo>
                    <a:pt x="8" y="18"/>
                  </a:lnTo>
                  <a:lnTo>
                    <a:pt x="8" y="18"/>
                  </a:lnTo>
                  <a:lnTo>
                    <a:pt x="8" y="18"/>
                  </a:lnTo>
                  <a:lnTo>
                    <a:pt x="4" y="18"/>
                  </a:lnTo>
                  <a:lnTo>
                    <a:pt x="4" y="18"/>
                  </a:lnTo>
                  <a:lnTo>
                    <a:pt x="4" y="18"/>
                  </a:lnTo>
                  <a:lnTo>
                    <a:pt x="4" y="18"/>
                  </a:lnTo>
                  <a:lnTo>
                    <a:pt x="4" y="18"/>
                  </a:lnTo>
                  <a:lnTo>
                    <a:pt x="4" y="18"/>
                  </a:lnTo>
                  <a:lnTo>
                    <a:pt x="4" y="18"/>
                  </a:lnTo>
                  <a:lnTo>
                    <a:pt x="4" y="18"/>
                  </a:lnTo>
                  <a:lnTo>
                    <a:pt x="4" y="18"/>
                  </a:lnTo>
                  <a:lnTo>
                    <a:pt x="4" y="18"/>
                  </a:lnTo>
                  <a:lnTo>
                    <a:pt x="8" y="18"/>
                  </a:lnTo>
                  <a:lnTo>
                    <a:pt x="8" y="18"/>
                  </a:lnTo>
                  <a:lnTo>
                    <a:pt x="8" y="18"/>
                  </a:lnTo>
                  <a:lnTo>
                    <a:pt x="8" y="18"/>
                  </a:lnTo>
                  <a:lnTo>
                    <a:pt x="8" y="14"/>
                  </a:lnTo>
                  <a:lnTo>
                    <a:pt x="12" y="14"/>
                  </a:lnTo>
                  <a:lnTo>
                    <a:pt x="12" y="14"/>
                  </a:lnTo>
                  <a:lnTo>
                    <a:pt x="12" y="14"/>
                  </a:lnTo>
                  <a:lnTo>
                    <a:pt x="12" y="14"/>
                  </a:lnTo>
                  <a:lnTo>
                    <a:pt x="12" y="18"/>
                  </a:lnTo>
                  <a:lnTo>
                    <a:pt x="12" y="18"/>
                  </a:lnTo>
                  <a:lnTo>
                    <a:pt x="16" y="18"/>
                  </a:lnTo>
                  <a:lnTo>
                    <a:pt x="16" y="18"/>
                  </a:lnTo>
                  <a:lnTo>
                    <a:pt x="16" y="18"/>
                  </a:lnTo>
                  <a:lnTo>
                    <a:pt x="16" y="18"/>
                  </a:lnTo>
                  <a:lnTo>
                    <a:pt x="16" y="18"/>
                  </a:lnTo>
                  <a:lnTo>
                    <a:pt x="16" y="18"/>
                  </a:lnTo>
                  <a:lnTo>
                    <a:pt x="16" y="22"/>
                  </a:lnTo>
                  <a:lnTo>
                    <a:pt x="16" y="22"/>
                  </a:lnTo>
                  <a:lnTo>
                    <a:pt x="16" y="22"/>
                  </a:lnTo>
                  <a:lnTo>
                    <a:pt x="16" y="18"/>
                  </a:lnTo>
                  <a:lnTo>
                    <a:pt x="16" y="18"/>
                  </a:lnTo>
                  <a:lnTo>
                    <a:pt x="16" y="22"/>
                  </a:lnTo>
                  <a:lnTo>
                    <a:pt x="16" y="22"/>
                  </a:lnTo>
                  <a:lnTo>
                    <a:pt x="16" y="22"/>
                  </a:lnTo>
                  <a:lnTo>
                    <a:pt x="16" y="22"/>
                  </a:lnTo>
                  <a:lnTo>
                    <a:pt x="16" y="22"/>
                  </a:lnTo>
                  <a:lnTo>
                    <a:pt x="16" y="22"/>
                  </a:lnTo>
                  <a:lnTo>
                    <a:pt x="16" y="22"/>
                  </a:lnTo>
                  <a:lnTo>
                    <a:pt x="12" y="22"/>
                  </a:lnTo>
                  <a:lnTo>
                    <a:pt x="12" y="22"/>
                  </a:lnTo>
                  <a:lnTo>
                    <a:pt x="12" y="22"/>
                  </a:lnTo>
                  <a:lnTo>
                    <a:pt x="16" y="22"/>
                  </a:lnTo>
                  <a:lnTo>
                    <a:pt x="16" y="22"/>
                  </a:lnTo>
                  <a:lnTo>
                    <a:pt x="16" y="22"/>
                  </a:lnTo>
                  <a:lnTo>
                    <a:pt x="16" y="22"/>
                  </a:lnTo>
                  <a:lnTo>
                    <a:pt x="12" y="22"/>
                  </a:lnTo>
                  <a:lnTo>
                    <a:pt x="12" y="22"/>
                  </a:lnTo>
                  <a:lnTo>
                    <a:pt x="12" y="22"/>
                  </a:lnTo>
                  <a:lnTo>
                    <a:pt x="12" y="22"/>
                  </a:lnTo>
                  <a:lnTo>
                    <a:pt x="12" y="22"/>
                  </a:lnTo>
                  <a:lnTo>
                    <a:pt x="12" y="22"/>
                  </a:lnTo>
                  <a:lnTo>
                    <a:pt x="12" y="22"/>
                  </a:lnTo>
                  <a:lnTo>
                    <a:pt x="12" y="22"/>
                  </a:lnTo>
                  <a:lnTo>
                    <a:pt x="12" y="22"/>
                  </a:lnTo>
                  <a:lnTo>
                    <a:pt x="12" y="22"/>
                  </a:lnTo>
                  <a:lnTo>
                    <a:pt x="12" y="22"/>
                  </a:lnTo>
                  <a:lnTo>
                    <a:pt x="12" y="22"/>
                  </a:lnTo>
                  <a:lnTo>
                    <a:pt x="12" y="22"/>
                  </a:lnTo>
                  <a:close/>
                  <a:moveTo>
                    <a:pt x="20" y="14"/>
                  </a:moveTo>
                  <a:lnTo>
                    <a:pt x="24" y="14"/>
                  </a:lnTo>
                  <a:lnTo>
                    <a:pt x="24" y="14"/>
                  </a:lnTo>
                  <a:lnTo>
                    <a:pt x="24" y="14"/>
                  </a:lnTo>
                  <a:lnTo>
                    <a:pt x="24" y="14"/>
                  </a:lnTo>
                  <a:lnTo>
                    <a:pt x="24" y="18"/>
                  </a:lnTo>
                  <a:lnTo>
                    <a:pt x="24" y="18"/>
                  </a:lnTo>
                  <a:lnTo>
                    <a:pt x="24" y="18"/>
                  </a:lnTo>
                  <a:lnTo>
                    <a:pt x="24" y="18"/>
                  </a:lnTo>
                  <a:lnTo>
                    <a:pt x="20" y="18"/>
                  </a:lnTo>
                  <a:lnTo>
                    <a:pt x="20" y="18"/>
                  </a:lnTo>
                  <a:lnTo>
                    <a:pt x="20" y="18"/>
                  </a:lnTo>
                  <a:lnTo>
                    <a:pt x="20" y="18"/>
                  </a:lnTo>
                  <a:lnTo>
                    <a:pt x="20" y="18"/>
                  </a:lnTo>
                  <a:lnTo>
                    <a:pt x="20" y="18"/>
                  </a:lnTo>
                  <a:lnTo>
                    <a:pt x="20" y="14"/>
                  </a:lnTo>
                  <a:lnTo>
                    <a:pt x="20" y="14"/>
                  </a:lnTo>
                  <a:lnTo>
                    <a:pt x="20" y="14"/>
                  </a:lnTo>
                  <a:lnTo>
                    <a:pt x="20" y="14"/>
                  </a:lnTo>
                  <a:lnTo>
                    <a:pt x="20" y="14"/>
                  </a:lnTo>
                  <a:lnTo>
                    <a:pt x="20" y="14"/>
                  </a:lnTo>
                  <a:lnTo>
                    <a:pt x="20" y="14"/>
                  </a:lnTo>
                  <a:lnTo>
                    <a:pt x="20" y="14"/>
                  </a:lnTo>
                  <a:lnTo>
                    <a:pt x="20" y="14"/>
                  </a:lnTo>
                  <a:close/>
                  <a:moveTo>
                    <a:pt x="20" y="22"/>
                  </a:moveTo>
                  <a:lnTo>
                    <a:pt x="20" y="26"/>
                  </a:lnTo>
                  <a:lnTo>
                    <a:pt x="20" y="26"/>
                  </a:lnTo>
                  <a:lnTo>
                    <a:pt x="24" y="26"/>
                  </a:lnTo>
                  <a:lnTo>
                    <a:pt x="24" y="26"/>
                  </a:lnTo>
                  <a:lnTo>
                    <a:pt x="24" y="26"/>
                  </a:lnTo>
                  <a:lnTo>
                    <a:pt x="24" y="26"/>
                  </a:lnTo>
                  <a:lnTo>
                    <a:pt x="24" y="26"/>
                  </a:lnTo>
                  <a:lnTo>
                    <a:pt x="20" y="26"/>
                  </a:lnTo>
                  <a:lnTo>
                    <a:pt x="20" y="26"/>
                  </a:lnTo>
                  <a:lnTo>
                    <a:pt x="20" y="26"/>
                  </a:lnTo>
                  <a:lnTo>
                    <a:pt x="20" y="26"/>
                  </a:lnTo>
                  <a:lnTo>
                    <a:pt x="20" y="26"/>
                  </a:lnTo>
                  <a:lnTo>
                    <a:pt x="20" y="26"/>
                  </a:lnTo>
                  <a:lnTo>
                    <a:pt x="20" y="26"/>
                  </a:lnTo>
                  <a:lnTo>
                    <a:pt x="20" y="26"/>
                  </a:lnTo>
                  <a:lnTo>
                    <a:pt x="20" y="22"/>
                  </a:lnTo>
                  <a:lnTo>
                    <a:pt x="20" y="22"/>
                  </a:lnTo>
                  <a:lnTo>
                    <a:pt x="20" y="22"/>
                  </a:lnTo>
                  <a:lnTo>
                    <a:pt x="20" y="22"/>
                  </a:lnTo>
                  <a:lnTo>
                    <a:pt x="20" y="22"/>
                  </a:lnTo>
                  <a:lnTo>
                    <a:pt x="20" y="22"/>
                  </a:lnTo>
                  <a:lnTo>
                    <a:pt x="20" y="22"/>
                  </a:lnTo>
                  <a:close/>
                  <a:moveTo>
                    <a:pt x="4" y="40"/>
                  </a:moveTo>
                  <a:lnTo>
                    <a:pt x="4" y="40"/>
                  </a:lnTo>
                  <a:lnTo>
                    <a:pt x="0" y="40"/>
                  </a:lnTo>
                  <a:lnTo>
                    <a:pt x="0" y="40"/>
                  </a:lnTo>
                  <a:lnTo>
                    <a:pt x="4" y="36"/>
                  </a:lnTo>
                  <a:lnTo>
                    <a:pt x="4" y="36"/>
                  </a:lnTo>
                  <a:lnTo>
                    <a:pt x="4" y="36"/>
                  </a:lnTo>
                  <a:lnTo>
                    <a:pt x="4" y="36"/>
                  </a:lnTo>
                  <a:lnTo>
                    <a:pt x="4" y="36"/>
                  </a:lnTo>
                  <a:lnTo>
                    <a:pt x="4" y="34"/>
                  </a:lnTo>
                  <a:lnTo>
                    <a:pt x="0" y="34"/>
                  </a:lnTo>
                  <a:lnTo>
                    <a:pt x="0" y="34"/>
                  </a:lnTo>
                  <a:lnTo>
                    <a:pt x="0" y="30"/>
                  </a:lnTo>
                  <a:lnTo>
                    <a:pt x="0" y="30"/>
                  </a:lnTo>
                  <a:lnTo>
                    <a:pt x="4" y="30"/>
                  </a:lnTo>
                  <a:lnTo>
                    <a:pt x="0" y="30"/>
                  </a:lnTo>
                  <a:lnTo>
                    <a:pt x="0" y="30"/>
                  </a:lnTo>
                  <a:lnTo>
                    <a:pt x="0" y="30"/>
                  </a:lnTo>
                  <a:lnTo>
                    <a:pt x="0" y="30"/>
                  </a:lnTo>
                  <a:lnTo>
                    <a:pt x="0" y="26"/>
                  </a:lnTo>
                  <a:lnTo>
                    <a:pt x="0" y="26"/>
                  </a:lnTo>
                  <a:lnTo>
                    <a:pt x="0" y="26"/>
                  </a:lnTo>
                  <a:lnTo>
                    <a:pt x="4" y="30"/>
                  </a:lnTo>
                  <a:lnTo>
                    <a:pt x="4" y="26"/>
                  </a:lnTo>
                  <a:lnTo>
                    <a:pt x="8" y="26"/>
                  </a:lnTo>
                  <a:lnTo>
                    <a:pt x="8" y="26"/>
                  </a:lnTo>
                  <a:lnTo>
                    <a:pt x="12" y="26"/>
                  </a:lnTo>
                  <a:lnTo>
                    <a:pt x="12" y="26"/>
                  </a:lnTo>
                  <a:lnTo>
                    <a:pt x="16" y="26"/>
                  </a:lnTo>
                  <a:lnTo>
                    <a:pt x="16" y="26"/>
                  </a:lnTo>
                  <a:lnTo>
                    <a:pt x="16" y="26"/>
                  </a:lnTo>
                  <a:lnTo>
                    <a:pt x="16" y="26"/>
                  </a:lnTo>
                  <a:lnTo>
                    <a:pt x="20" y="26"/>
                  </a:lnTo>
                  <a:lnTo>
                    <a:pt x="20" y="30"/>
                  </a:lnTo>
                  <a:lnTo>
                    <a:pt x="20" y="30"/>
                  </a:lnTo>
                  <a:lnTo>
                    <a:pt x="24" y="30"/>
                  </a:lnTo>
                  <a:lnTo>
                    <a:pt x="20" y="30"/>
                  </a:lnTo>
                  <a:lnTo>
                    <a:pt x="20" y="30"/>
                  </a:lnTo>
                  <a:lnTo>
                    <a:pt x="20" y="30"/>
                  </a:lnTo>
                  <a:lnTo>
                    <a:pt x="20" y="30"/>
                  </a:lnTo>
                  <a:lnTo>
                    <a:pt x="20" y="30"/>
                  </a:lnTo>
                  <a:lnTo>
                    <a:pt x="20" y="30"/>
                  </a:lnTo>
                  <a:lnTo>
                    <a:pt x="16" y="30"/>
                  </a:lnTo>
                  <a:lnTo>
                    <a:pt x="12" y="34"/>
                  </a:lnTo>
                  <a:lnTo>
                    <a:pt x="12" y="34"/>
                  </a:lnTo>
                  <a:lnTo>
                    <a:pt x="12" y="34"/>
                  </a:lnTo>
                  <a:lnTo>
                    <a:pt x="8" y="34"/>
                  </a:lnTo>
                  <a:lnTo>
                    <a:pt x="8" y="34"/>
                  </a:lnTo>
                  <a:lnTo>
                    <a:pt x="8" y="34"/>
                  </a:lnTo>
                  <a:lnTo>
                    <a:pt x="8" y="34"/>
                  </a:lnTo>
                  <a:lnTo>
                    <a:pt x="8" y="36"/>
                  </a:lnTo>
                  <a:lnTo>
                    <a:pt x="4" y="36"/>
                  </a:lnTo>
                  <a:lnTo>
                    <a:pt x="4" y="40"/>
                  </a:lnTo>
                  <a:lnTo>
                    <a:pt x="4" y="40"/>
                  </a:lnTo>
                  <a:lnTo>
                    <a:pt x="4" y="40"/>
                  </a:lnTo>
                  <a:lnTo>
                    <a:pt x="4" y="40"/>
                  </a:lnTo>
                  <a:lnTo>
                    <a:pt x="4" y="40"/>
                  </a:lnTo>
                  <a:lnTo>
                    <a:pt x="4" y="40"/>
                  </a:lnTo>
                  <a:lnTo>
                    <a:pt x="4"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3" name="Freeform 98"/>
            <p:cNvSpPr>
              <a:spLocks noChangeAspect="1" noEditPoints="1"/>
            </p:cNvSpPr>
            <p:nvPr/>
          </p:nvSpPr>
          <p:spPr bwMode="gray">
            <a:xfrm>
              <a:off x="4619061" y="2460420"/>
              <a:ext cx="24350" cy="38264"/>
            </a:xfrm>
            <a:custGeom>
              <a:avLst/>
              <a:gdLst>
                <a:gd name="T0" fmla="*/ 10 w 14"/>
                <a:gd name="T1" fmla="*/ 12 h 22"/>
                <a:gd name="T2" fmla="*/ 6 w 14"/>
                <a:gd name="T3" fmla="*/ 12 h 22"/>
                <a:gd name="T4" fmla="*/ 6 w 14"/>
                <a:gd name="T5" fmla="*/ 12 h 22"/>
                <a:gd name="T6" fmla="*/ 10 w 14"/>
                <a:gd name="T7" fmla="*/ 12 h 22"/>
                <a:gd name="T8" fmla="*/ 10 w 14"/>
                <a:gd name="T9" fmla="*/ 12 h 22"/>
                <a:gd name="T10" fmla="*/ 10 w 14"/>
                <a:gd name="T11" fmla="*/ 14 h 22"/>
                <a:gd name="T12" fmla="*/ 10 w 14"/>
                <a:gd name="T13" fmla="*/ 14 h 22"/>
                <a:gd name="T14" fmla="*/ 10 w 14"/>
                <a:gd name="T15" fmla="*/ 4 h 22"/>
                <a:gd name="T16" fmla="*/ 10 w 14"/>
                <a:gd name="T17" fmla="*/ 4 h 22"/>
                <a:gd name="T18" fmla="*/ 10 w 14"/>
                <a:gd name="T19" fmla="*/ 4 h 22"/>
                <a:gd name="T20" fmla="*/ 10 w 14"/>
                <a:gd name="T21" fmla="*/ 4 h 22"/>
                <a:gd name="T22" fmla="*/ 10 w 14"/>
                <a:gd name="T23" fmla="*/ 0 h 22"/>
                <a:gd name="T24" fmla="*/ 10 w 14"/>
                <a:gd name="T25" fmla="*/ 0 h 22"/>
                <a:gd name="T26" fmla="*/ 10 w 14"/>
                <a:gd name="T27" fmla="*/ 0 h 22"/>
                <a:gd name="T28" fmla="*/ 14 w 14"/>
                <a:gd name="T29" fmla="*/ 0 h 22"/>
                <a:gd name="T30" fmla="*/ 14 w 14"/>
                <a:gd name="T31" fmla="*/ 4 h 22"/>
                <a:gd name="T32" fmla="*/ 10 w 14"/>
                <a:gd name="T33" fmla="*/ 4 h 22"/>
                <a:gd name="T34" fmla="*/ 10 w 14"/>
                <a:gd name="T35" fmla="*/ 8 h 22"/>
                <a:gd name="T36" fmla="*/ 6 w 14"/>
                <a:gd name="T37" fmla="*/ 8 h 22"/>
                <a:gd name="T38" fmla="*/ 6 w 14"/>
                <a:gd name="T39" fmla="*/ 4 h 22"/>
                <a:gd name="T40" fmla="*/ 2 w 14"/>
                <a:gd name="T41" fmla="*/ 4 h 22"/>
                <a:gd name="T42" fmla="*/ 2 w 14"/>
                <a:gd name="T43" fmla="*/ 0 h 22"/>
                <a:gd name="T44" fmla="*/ 6 w 14"/>
                <a:gd name="T45" fmla="*/ 0 h 22"/>
                <a:gd name="T46" fmla="*/ 6 w 14"/>
                <a:gd name="T47" fmla="*/ 0 h 22"/>
                <a:gd name="T48" fmla="*/ 10 w 14"/>
                <a:gd name="T49" fmla="*/ 4 h 22"/>
                <a:gd name="T50" fmla="*/ 10 w 14"/>
                <a:gd name="T51" fmla="*/ 4 h 22"/>
                <a:gd name="T52" fmla="*/ 10 w 14"/>
                <a:gd name="T53" fmla="*/ 8 h 22"/>
                <a:gd name="T54" fmla="*/ 10 w 14"/>
                <a:gd name="T55" fmla="*/ 12 h 22"/>
                <a:gd name="T56" fmla="*/ 6 w 14"/>
                <a:gd name="T57" fmla="*/ 8 h 22"/>
                <a:gd name="T58" fmla="*/ 6 w 14"/>
                <a:gd name="T59" fmla="*/ 8 h 22"/>
                <a:gd name="T60" fmla="*/ 2 w 14"/>
                <a:gd name="T61" fmla="*/ 4 h 22"/>
                <a:gd name="T62" fmla="*/ 2 w 14"/>
                <a:gd name="T63" fmla="*/ 4 h 22"/>
                <a:gd name="T64" fmla="*/ 2 w 14"/>
                <a:gd name="T65" fmla="*/ 0 h 22"/>
                <a:gd name="T66" fmla="*/ 2 w 14"/>
                <a:gd name="T67" fmla="*/ 0 h 22"/>
                <a:gd name="T68" fmla="*/ 2 w 14"/>
                <a:gd name="T69" fmla="*/ 0 h 22"/>
                <a:gd name="T70" fmla="*/ 2 w 14"/>
                <a:gd name="T71" fmla="*/ 4 h 22"/>
                <a:gd name="T72" fmla="*/ 2 w 14"/>
                <a:gd name="T73" fmla="*/ 4 h 22"/>
                <a:gd name="T74" fmla="*/ 6 w 14"/>
                <a:gd name="T75" fmla="*/ 4 h 22"/>
                <a:gd name="T76" fmla="*/ 6 w 14"/>
                <a:gd name="T77" fmla="*/ 4 h 22"/>
                <a:gd name="T78" fmla="*/ 6 w 14"/>
                <a:gd name="T79" fmla="*/ 8 h 22"/>
                <a:gd name="T80" fmla="*/ 10 w 14"/>
                <a:gd name="T81" fmla="*/ 8 h 22"/>
                <a:gd name="T82" fmla="*/ 10 w 14"/>
                <a:gd name="T83" fmla="*/ 12 h 22"/>
                <a:gd name="T84" fmla="*/ 2 w 14"/>
                <a:gd name="T85" fmla="*/ 8 h 22"/>
                <a:gd name="T86" fmla="*/ 2 w 14"/>
                <a:gd name="T87" fmla="*/ 8 h 22"/>
                <a:gd name="T88" fmla="*/ 2 w 14"/>
                <a:gd name="T89" fmla="*/ 8 h 22"/>
                <a:gd name="T90" fmla="*/ 0 w 14"/>
                <a:gd name="T91" fmla="*/ 8 h 22"/>
                <a:gd name="T92" fmla="*/ 0 w 14"/>
                <a:gd name="T93" fmla="*/ 4 h 22"/>
                <a:gd name="T94" fmla="*/ 2 w 14"/>
                <a:gd name="T95" fmla="*/ 4 h 22"/>
                <a:gd name="T96" fmla="*/ 2 w 14"/>
                <a:gd name="T97" fmla="*/ 4 h 22"/>
                <a:gd name="T98" fmla="*/ 2 w 14"/>
                <a:gd name="T99" fmla="*/ 8 h 22"/>
                <a:gd name="T100" fmla="*/ 2 w 14"/>
                <a:gd name="T101" fmla="*/ 8 h 22"/>
                <a:gd name="T102" fmla="*/ 2 w 14"/>
                <a:gd name="T103" fmla="*/ 8 h 22"/>
                <a:gd name="T104" fmla="*/ 2 w 14"/>
                <a:gd name="T105" fmla="*/ 8 h 22"/>
                <a:gd name="T106" fmla="*/ 10 w 14"/>
                <a:gd name="T107" fmla="*/ 22 h 22"/>
                <a:gd name="T108" fmla="*/ 6 w 14"/>
                <a:gd name="T109" fmla="*/ 18 h 22"/>
                <a:gd name="T110" fmla="*/ 6 w 14"/>
                <a:gd name="T111" fmla="*/ 14 h 22"/>
                <a:gd name="T112" fmla="*/ 6 w 14"/>
                <a:gd name="T113" fmla="*/ 14 h 22"/>
                <a:gd name="T114" fmla="*/ 6 w 14"/>
                <a:gd name="T115" fmla="*/ 14 h 22"/>
                <a:gd name="T116" fmla="*/ 10 w 14"/>
                <a:gd name="T117" fmla="*/ 18 h 22"/>
                <a:gd name="T118" fmla="*/ 10 w 14"/>
                <a:gd name="T119" fmla="*/ 22 h 22"/>
                <a:gd name="T120" fmla="*/ 10 w 14"/>
                <a:gd name="T121" fmla="*/ 22 h 22"/>
                <a:gd name="T122" fmla="*/ 10 w 14"/>
                <a:gd name="T123"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4" h="22">
                  <a:moveTo>
                    <a:pt x="10" y="14"/>
                  </a:moveTo>
                  <a:lnTo>
                    <a:pt x="10" y="12"/>
                  </a:lnTo>
                  <a:lnTo>
                    <a:pt x="6" y="12"/>
                  </a:lnTo>
                  <a:lnTo>
                    <a:pt x="6" y="12"/>
                  </a:lnTo>
                  <a:lnTo>
                    <a:pt x="6" y="12"/>
                  </a:lnTo>
                  <a:lnTo>
                    <a:pt x="6" y="12"/>
                  </a:lnTo>
                  <a:lnTo>
                    <a:pt x="6" y="12"/>
                  </a:lnTo>
                  <a:lnTo>
                    <a:pt x="10" y="12"/>
                  </a:lnTo>
                  <a:lnTo>
                    <a:pt x="10" y="12"/>
                  </a:lnTo>
                  <a:lnTo>
                    <a:pt x="10" y="12"/>
                  </a:lnTo>
                  <a:lnTo>
                    <a:pt x="10" y="14"/>
                  </a:lnTo>
                  <a:lnTo>
                    <a:pt x="10" y="14"/>
                  </a:lnTo>
                  <a:lnTo>
                    <a:pt x="10" y="14"/>
                  </a:lnTo>
                  <a:lnTo>
                    <a:pt x="10" y="14"/>
                  </a:lnTo>
                  <a:lnTo>
                    <a:pt x="10" y="14"/>
                  </a:lnTo>
                  <a:close/>
                  <a:moveTo>
                    <a:pt x="10" y="4"/>
                  </a:moveTo>
                  <a:lnTo>
                    <a:pt x="10" y="4"/>
                  </a:lnTo>
                  <a:lnTo>
                    <a:pt x="10" y="4"/>
                  </a:lnTo>
                  <a:lnTo>
                    <a:pt x="10" y="4"/>
                  </a:lnTo>
                  <a:lnTo>
                    <a:pt x="10" y="4"/>
                  </a:lnTo>
                  <a:lnTo>
                    <a:pt x="10" y="4"/>
                  </a:lnTo>
                  <a:lnTo>
                    <a:pt x="10" y="4"/>
                  </a:lnTo>
                  <a:lnTo>
                    <a:pt x="10" y="0"/>
                  </a:lnTo>
                  <a:lnTo>
                    <a:pt x="10" y="0"/>
                  </a:lnTo>
                  <a:lnTo>
                    <a:pt x="10" y="0"/>
                  </a:lnTo>
                  <a:lnTo>
                    <a:pt x="10" y="0"/>
                  </a:lnTo>
                  <a:lnTo>
                    <a:pt x="10" y="0"/>
                  </a:lnTo>
                  <a:lnTo>
                    <a:pt x="10" y="0"/>
                  </a:lnTo>
                  <a:lnTo>
                    <a:pt x="14" y="0"/>
                  </a:lnTo>
                  <a:lnTo>
                    <a:pt x="14" y="0"/>
                  </a:lnTo>
                  <a:lnTo>
                    <a:pt x="14" y="4"/>
                  </a:lnTo>
                  <a:lnTo>
                    <a:pt x="14" y="4"/>
                  </a:lnTo>
                  <a:lnTo>
                    <a:pt x="10" y="4"/>
                  </a:lnTo>
                  <a:lnTo>
                    <a:pt x="10" y="4"/>
                  </a:lnTo>
                  <a:lnTo>
                    <a:pt x="10" y="4"/>
                  </a:lnTo>
                  <a:close/>
                  <a:moveTo>
                    <a:pt x="10" y="8"/>
                  </a:moveTo>
                  <a:lnTo>
                    <a:pt x="10" y="8"/>
                  </a:lnTo>
                  <a:lnTo>
                    <a:pt x="6" y="8"/>
                  </a:lnTo>
                  <a:lnTo>
                    <a:pt x="6" y="4"/>
                  </a:lnTo>
                  <a:lnTo>
                    <a:pt x="6" y="4"/>
                  </a:lnTo>
                  <a:lnTo>
                    <a:pt x="6" y="4"/>
                  </a:lnTo>
                  <a:lnTo>
                    <a:pt x="2" y="4"/>
                  </a:lnTo>
                  <a:lnTo>
                    <a:pt x="2" y="4"/>
                  </a:lnTo>
                  <a:lnTo>
                    <a:pt x="2" y="0"/>
                  </a:lnTo>
                  <a:lnTo>
                    <a:pt x="2" y="0"/>
                  </a:lnTo>
                  <a:lnTo>
                    <a:pt x="6" y="0"/>
                  </a:lnTo>
                  <a:lnTo>
                    <a:pt x="6" y="0"/>
                  </a:lnTo>
                  <a:lnTo>
                    <a:pt x="6" y="0"/>
                  </a:lnTo>
                  <a:lnTo>
                    <a:pt x="6" y="0"/>
                  </a:lnTo>
                  <a:lnTo>
                    <a:pt x="10" y="4"/>
                  </a:lnTo>
                  <a:lnTo>
                    <a:pt x="10" y="4"/>
                  </a:lnTo>
                  <a:lnTo>
                    <a:pt x="10" y="4"/>
                  </a:lnTo>
                  <a:lnTo>
                    <a:pt x="10" y="8"/>
                  </a:lnTo>
                  <a:lnTo>
                    <a:pt x="10" y="8"/>
                  </a:lnTo>
                  <a:lnTo>
                    <a:pt x="10" y="8"/>
                  </a:lnTo>
                  <a:close/>
                  <a:moveTo>
                    <a:pt x="10" y="12"/>
                  </a:moveTo>
                  <a:lnTo>
                    <a:pt x="6" y="12"/>
                  </a:lnTo>
                  <a:lnTo>
                    <a:pt x="6" y="8"/>
                  </a:lnTo>
                  <a:lnTo>
                    <a:pt x="6" y="8"/>
                  </a:lnTo>
                  <a:lnTo>
                    <a:pt x="6" y="8"/>
                  </a:lnTo>
                  <a:lnTo>
                    <a:pt x="2" y="4"/>
                  </a:lnTo>
                  <a:lnTo>
                    <a:pt x="2" y="4"/>
                  </a:lnTo>
                  <a:lnTo>
                    <a:pt x="2" y="4"/>
                  </a:lnTo>
                  <a:lnTo>
                    <a:pt x="2" y="4"/>
                  </a:lnTo>
                  <a:lnTo>
                    <a:pt x="2" y="0"/>
                  </a:lnTo>
                  <a:lnTo>
                    <a:pt x="2" y="0"/>
                  </a:lnTo>
                  <a:lnTo>
                    <a:pt x="2" y="0"/>
                  </a:lnTo>
                  <a:lnTo>
                    <a:pt x="2" y="0"/>
                  </a:lnTo>
                  <a:lnTo>
                    <a:pt x="2" y="0"/>
                  </a:lnTo>
                  <a:lnTo>
                    <a:pt x="2" y="0"/>
                  </a:lnTo>
                  <a:lnTo>
                    <a:pt x="2" y="0"/>
                  </a:lnTo>
                  <a:lnTo>
                    <a:pt x="2" y="4"/>
                  </a:lnTo>
                  <a:lnTo>
                    <a:pt x="2" y="4"/>
                  </a:lnTo>
                  <a:lnTo>
                    <a:pt x="2" y="4"/>
                  </a:lnTo>
                  <a:lnTo>
                    <a:pt x="6" y="4"/>
                  </a:lnTo>
                  <a:lnTo>
                    <a:pt x="6" y="4"/>
                  </a:lnTo>
                  <a:lnTo>
                    <a:pt x="6" y="4"/>
                  </a:lnTo>
                  <a:lnTo>
                    <a:pt x="6" y="4"/>
                  </a:lnTo>
                  <a:lnTo>
                    <a:pt x="6" y="8"/>
                  </a:lnTo>
                  <a:lnTo>
                    <a:pt x="6" y="8"/>
                  </a:lnTo>
                  <a:lnTo>
                    <a:pt x="10" y="8"/>
                  </a:lnTo>
                  <a:lnTo>
                    <a:pt x="10" y="8"/>
                  </a:lnTo>
                  <a:lnTo>
                    <a:pt x="10" y="12"/>
                  </a:lnTo>
                  <a:lnTo>
                    <a:pt x="10" y="12"/>
                  </a:lnTo>
                  <a:lnTo>
                    <a:pt x="10" y="12"/>
                  </a:lnTo>
                  <a:close/>
                  <a:moveTo>
                    <a:pt x="2" y="8"/>
                  </a:moveTo>
                  <a:lnTo>
                    <a:pt x="2" y="8"/>
                  </a:lnTo>
                  <a:lnTo>
                    <a:pt x="2" y="8"/>
                  </a:lnTo>
                  <a:lnTo>
                    <a:pt x="2" y="8"/>
                  </a:lnTo>
                  <a:lnTo>
                    <a:pt x="2" y="8"/>
                  </a:lnTo>
                  <a:lnTo>
                    <a:pt x="0" y="8"/>
                  </a:lnTo>
                  <a:lnTo>
                    <a:pt x="0" y="8"/>
                  </a:lnTo>
                  <a:lnTo>
                    <a:pt x="0" y="8"/>
                  </a:lnTo>
                  <a:lnTo>
                    <a:pt x="0" y="4"/>
                  </a:lnTo>
                  <a:lnTo>
                    <a:pt x="0" y="4"/>
                  </a:lnTo>
                  <a:lnTo>
                    <a:pt x="2" y="4"/>
                  </a:lnTo>
                  <a:lnTo>
                    <a:pt x="2" y="4"/>
                  </a:lnTo>
                  <a:lnTo>
                    <a:pt x="2" y="4"/>
                  </a:lnTo>
                  <a:lnTo>
                    <a:pt x="2" y="8"/>
                  </a:lnTo>
                  <a:lnTo>
                    <a:pt x="2" y="8"/>
                  </a:lnTo>
                  <a:lnTo>
                    <a:pt x="2" y="8"/>
                  </a:lnTo>
                  <a:lnTo>
                    <a:pt x="2" y="8"/>
                  </a:lnTo>
                  <a:lnTo>
                    <a:pt x="2" y="8"/>
                  </a:lnTo>
                  <a:lnTo>
                    <a:pt x="2" y="8"/>
                  </a:lnTo>
                  <a:lnTo>
                    <a:pt x="2" y="8"/>
                  </a:lnTo>
                  <a:lnTo>
                    <a:pt x="2" y="8"/>
                  </a:lnTo>
                  <a:close/>
                  <a:moveTo>
                    <a:pt x="10" y="22"/>
                  </a:moveTo>
                  <a:lnTo>
                    <a:pt x="10" y="22"/>
                  </a:lnTo>
                  <a:lnTo>
                    <a:pt x="10" y="22"/>
                  </a:lnTo>
                  <a:lnTo>
                    <a:pt x="6" y="18"/>
                  </a:lnTo>
                  <a:lnTo>
                    <a:pt x="6" y="18"/>
                  </a:lnTo>
                  <a:lnTo>
                    <a:pt x="6" y="14"/>
                  </a:lnTo>
                  <a:lnTo>
                    <a:pt x="6" y="14"/>
                  </a:lnTo>
                  <a:lnTo>
                    <a:pt x="6" y="14"/>
                  </a:lnTo>
                  <a:lnTo>
                    <a:pt x="6" y="14"/>
                  </a:lnTo>
                  <a:lnTo>
                    <a:pt x="6" y="14"/>
                  </a:lnTo>
                  <a:lnTo>
                    <a:pt x="6" y="18"/>
                  </a:lnTo>
                  <a:lnTo>
                    <a:pt x="10" y="18"/>
                  </a:lnTo>
                  <a:lnTo>
                    <a:pt x="10" y="22"/>
                  </a:lnTo>
                  <a:lnTo>
                    <a:pt x="10" y="22"/>
                  </a:lnTo>
                  <a:lnTo>
                    <a:pt x="10" y="22"/>
                  </a:lnTo>
                  <a:lnTo>
                    <a:pt x="10" y="22"/>
                  </a:lnTo>
                  <a:lnTo>
                    <a:pt x="10" y="22"/>
                  </a:lnTo>
                  <a:lnTo>
                    <a:pt x="10"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4" name="Freeform 99"/>
            <p:cNvSpPr>
              <a:spLocks noChangeAspect="1" noEditPoints="1"/>
            </p:cNvSpPr>
            <p:nvPr/>
          </p:nvSpPr>
          <p:spPr bwMode="gray">
            <a:xfrm>
              <a:off x="5279982" y="2129960"/>
              <a:ext cx="299153" cy="434815"/>
            </a:xfrm>
            <a:custGeom>
              <a:avLst/>
              <a:gdLst>
                <a:gd name="T0" fmla="*/ 44 w 172"/>
                <a:gd name="T1" fmla="*/ 238 h 250"/>
                <a:gd name="T2" fmla="*/ 30 w 172"/>
                <a:gd name="T3" fmla="*/ 232 h 250"/>
                <a:gd name="T4" fmla="*/ 30 w 172"/>
                <a:gd name="T5" fmla="*/ 212 h 250"/>
                <a:gd name="T6" fmla="*/ 26 w 172"/>
                <a:gd name="T7" fmla="*/ 202 h 250"/>
                <a:gd name="T8" fmla="*/ 22 w 172"/>
                <a:gd name="T9" fmla="*/ 180 h 250"/>
                <a:gd name="T10" fmla="*/ 30 w 172"/>
                <a:gd name="T11" fmla="*/ 172 h 250"/>
                <a:gd name="T12" fmla="*/ 40 w 172"/>
                <a:gd name="T13" fmla="*/ 164 h 250"/>
                <a:gd name="T14" fmla="*/ 56 w 172"/>
                <a:gd name="T15" fmla="*/ 154 h 250"/>
                <a:gd name="T16" fmla="*/ 66 w 172"/>
                <a:gd name="T17" fmla="*/ 138 h 250"/>
                <a:gd name="T18" fmla="*/ 86 w 172"/>
                <a:gd name="T19" fmla="*/ 128 h 250"/>
                <a:gd name="T20" fmla="*/ 78 w 172"/>
                <a:gd name="T21" fmla="*/ 116 h 250"/>
                <a:gd name="T22" fmla="*/ 66 w 172"/>
                <a:gd name="T23" fmla="*/ 108 h 250"/>
                <a:gd name="T24" fmla="*/ 64 w 172"/>
                <a:gd name="T25" fmla="*/ 86 h 250"/>
                <a:gd name="T26" fmla="*/ 56 w 172"/>
                <a:gd name="T27" fmla="*/ 64 h 250"/>
                <a:gd name="T28" fmla="*/ 40 w 172"/>
                <a:gd name="T29" fmla="*/ 42 h 250"/>
                <a:gd name="T30" fmla="*/ 22 w 172"/>
                <a:gd name="T31" fmla="*/ 34 h 250"/>
                <a:gd name="T32" fmla="*/ 22 w 172"/>
                <a:gd name="T33" fmla="*/ 22 h 250"/>
                <a:gd name="T34" fmla="*/ 40 w 172"/>
                <a:gd name="T35" fmla="*/ 38 h 250"/>
                <a:gd name="T36" fmla="*/ 64 w 172"/>
                <a:gd name="T37" fmla="*/ 34 h 250"/>
                <a:gd name="T38" fmla="*/ 78 w 172"/>
                <a:gd name="T39" fmla="*/ 34 h 250"/>
                <a:gd name="T40" fmla="*/ 90 w 172"/>
                <a:gd name="T41" fmla="*/ 26 h 250"/>
                <a:gd name="T42" fmla="*/ 94 w 172"/>
                <a:gd name="T43" fmla="*/ 12 h 250"/>
                <a:gd name="T44" fmla="*/ 112 w 172"/>
                <a:gd name="T45" fmla="*/ 4 h 250"/>
                <a:gd name="T46" fmla="*/ 130 w 172"/>
                <a:gd name="T47" fmla="*/ 12 h 250"/>
                <a:gd name="T48" fmla="*/ 130 w 172"/>
                <a:gd name="T49" fmla="*/ 22 h 250"/>
                <a:gd name="T50" fmla="*/ 130 w 172"/>
                <a:gd name="T51" fmla="*/ 34 h 250"/>
                <a:gd name="T52" fmla="*/ 142 w 172"/>
                <a:gd name="T53" fmla="*/ 56 h 250"/>
                <a:gd name="T54" fmla="*/ 138 w 172"/>
                <a:gd name="T55" fmla="*/ 78 h 250"/>
                <a:gd name="T56" fmla="*/ 144 w 172"/>
                <a:gd name="T57" fmla="*/ 98 h 250"/>
                <a:gd name="T58" fmla="*/ 144 w 172"/>
                <a:gd name="T59" fmla="*/ 116 h 250"/>
                <a:gd name="T60" fmla="*/ 142 w 172"/>
                <a:gd name="T61" fmla="*/ 132 h 250"/>
                <a:gd name="T62" fmla="*/ 152 w 172"/>
                <a:gd name="T63" fmla="*/ 142 h 250"/>
                <a:gd name="T64" fmla="*/ 148 w 172"/>
                <a:gd name="T65" fmla="*/ 158 h 250"/>
                <a:gd name="T66" fmla="*/ 172 w 172"/>
                <a:gd name="T67" fmla="*/ 176 h 250"/>
                <a:gd name="T68" fmla="*/ 160 w 172"/>
                <a:gd name="T69" fmla="*/ 194 h 250"/>
                <a:gd name="T70" fmla="*/ 142 w 172"/>
                <a:gd name="T71" fmla="*/ 212 h 250"/>
                <a:gd name="T72" fmla="*/ 122 w 172"/>
                <a:gd name="T73" fmla="*/ 224 h 250"/>
                <a:gd name="T74" fmla="*/ 108 w 172"/>
                <a:gd name="T75" fmla="*/ 232 h 250"/>
                <a:gd name="T76" fmla="*/ 100 w 172"/>
                <a:gd name="T77" fmla="*/ 228 h 250"/>
                <a:gd name="T78" fmla="*/ 90 w 172"/>
                <a:gd name="T79" fmla="*/ 236 h 250"/>
                <a:gd name="T80" fmla="*/ 82 w 172"/>
                <a:gd name="T81" fmla="*/ 238 h 250"/>
                <a:gd name="T82" fmla="*/ 66 w 172"/>
                <a:gd name="T83" fmla="*/ 242 h 250"/>
                <a:gd name="T84" fmla="*/ 48 w 172"/>
                <a:gd name="T85" fmla="*/ 250 h 250"/>
                <a:gd name="T86" fmla="*/ 48 w 172"/>
                <a:gd name="T87" fmla="*/ 242 h 250"/>
                <a:gd name="T88" fmla="*/ 78 w 172"/>
                <a:gd name="T89" fmla="*/ 128 h 250"/>
                <a:gd name="T90" fmla="*/ 48 w 172"/>
                <a:gd name="T91" fmla="*/ 158 h 250"/>
                <a:gd name="T92" fmla="*/ 26 w 172"/>
                <a:gd name="T93" fmla="*/ 172 h 250"/>
                <a:gd name="T94" fmla="*/ 2 w 172"/>
                <a:gd name="T95" fmla="*/ 236 h 250"/>
                <a:gd name="T96" fmla="*/ 6 w 172"/>
                <a:gd name="T97" fmla="*/ 242 h 250"/>
                <a:gd name="T98" fmla="*/ 0 w 172"/>
                <a:gd name="T99" fmla="*/ 242 h 250"/>
                <a:gd name="T100" fmla="*/ 44 w 172"/>
                <a:gd name="T101" fmla="*/ 242 h 250"/>
                <a:gd name="T102" fmla="*/ 44 w 172"/>
                <a:gd name="T103" fmla="*/ 246 h 250"/>
                <a:gd name="T104" fmla="*/ 34 w 172"/>
                <a:gd name="T105" fmla="*/ 242 h 250"/>
                <a:gd name="T106" fmla="*/ 6 w 172"/>
                <a:gd name="T107" fmla="*/ 242 h 250"/>
                <a:gd name="T108" fmla="*/ 56 w 172"/>
                <a:gd name="T109" fmla="*/ 246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72" h="250">
                  <a:moveTo>
                    <a:pt x="48" y="242"/>
                  </a:moveTo>
                  <a:lnTo>
                    <a:pt x="48" y="238"/>
                  </a:lnTo>
                  <a:lnTo>
                    <a:pt x="52" y="236"/>
                  </a:lnTo>
                  <a:lnTo>
                    <a:pt x="48" y="238"/>
                  </a:lnTo>
                  <a:lnTo>
                    <a:pt x="44" y="238"/>
                  </a:lnTo>
                  <a:lnTo>
                    <a:pt x="40" y="238"/>
                  </a:lnTo>
                  <a:lnTo>
                    <a:pt x="44" y="238"/>
                  </a:lnTo>
                  <a:lnTo>
                    <a:pt x="44" y="236"/>
                  </a:lnTo>
                  <a:lnTo>
                    <a:pt x="40" y="236"/>
                  </a:lnTo>
                  <a:lnTo>
                    <a:pt x="36" y="236"/>
                  </a:lnTo>
                  <a:lnTo>
                    <a:pt x="34" y="232"/>
                  </a:lnTo>
                  <a:lnTo>
                    <a:pt x="34" y="236"/>
                  </a:lnTo>
                  <a:lnTo>
                    <a:pt x="34" y="232"/>
                  </a:lnTo>
                  <a:lnTo>
                    <a:pt x="30" y="232"/>
                  </a:lnTo>
                  <a:lnTo>
                    <a:pt x="26" y="232"/>
                  </a:lnTo>
                  <a:lnTo>
                    <a:pt x="26" y="228"/>
                  </a:lnTo>
                  <a:lnTo>
                    <a:pt x="26" y="224"/>
                  </a:lnTo>
                  <a:lnTo>
                    <a:pt x="26" y="220"/>
                  </a:lnTo>
                  <a:lnTo>
                    <a:pt x="26" y="216"/>
                  </a:lnTo>
                  <a:lnTo>
                    <a:pt x="30" y="216"/>
                  </a:lnTo>
                  <a:lnTo>
                    <a:pt x="30" y="212"/>
                  </a:lnTo>
                  <a:lnTo>
                    <a:pt x="30" y="208"/>
                  </a:lnTo>
                  <a:lnTo>
                    <a:pt x="26" y="208"/>
                  </a:lnTo>
                  <a:lnTo>
                    <a:pt x="30" y="208"/>
                  </a:lnTo>
                  <a:lnTo>
                    <a:pt x="30" y="206"/>
                  </a:lnTo>
                  <a:lnTo>
                    <a:pt x="26" y="206"/>
                  </a:lnTo>
                  <a:lnTo>
                    <a:pt x="30" y="202"/>
                  </a:lnTo>
                  <a:lnTo>
                    <a:pt x="26" y="202"/>
                  </a:lnTo>
                  <a:lnTo>
                    <a:pt x="26" y="198"/>
                  </a:lnTo>
                  <a:lnTo>
                    <a:pt x="26" y="194"/>
                  </a:lnTo>
                  <a:lnTo>
                    <a:pt x="26" y="192"/>
                  </a:lnTo>
                  <a:lnTo>
                    <a:pt x="22" y="192"/>
                  </a:lnTo>
                  <a:lnTo>
                    <a:pt x="22" y="188"/>
                  </a:lnTo>
                  <a:lnTo>
                    <a:pt x="22" y="184"/>
                  </a:lnTo>
                  <a:lnTo>
                    <a:pt x="22" y="180"/>
                  </a:lnTo>
                  <a:lnTo>
                    <a:pt x="26" y="180"/>
                  </a:lnTo>
                  <a:lnTo>
                    <a:pt x="26" y="176"/>
                  </a:lnTo>
                  <a:lnTo>
                    <a:pt x="30" y="172"/>
                  </a:lnTo>
                  <a:lnTo>
                    <a:pt x="30" y="176"/>
                  </a:lnTo>
                  <a:lnTo>
                    <a:pt x="30" y="172"/>
                  </a:lnTo>
                  <a:lnTo>
                    <a:pt x="30" y="168"/>
                  </a:lnTo>
                  <a:lnTo>
                    <a:pt x="30" y="172"/>
                  </a:lnTo>
                  <a:lnTo>
                    <a:pt x="34" y="168"/>
                  </a:lnTo>
                  <a:lnTo>
                    <a:pt x="34" y="172"/>
                  </a:lnTo>
                  <a:lnTo>
                    <a:pt x="36" y="168"/>
                  </a:lnTo>
                  <a:lnTo>
                    <a:pt x="40" y="168"/>
                  </a:lnTo>
                  <a:lnTo>
                    <a:pt x="40" y="164"/>
                  </a:lnTo>
                  <a:lnTo>
                    <a:pt x="36" y="164"/>
                  </a:lnTo>
                  <a:lnTo>
                    <a:pt x="40" y="164"/>
                  </a:lnTo>
                  <a:lnTo>
                    <a:pt x="40" y="162"/>
                  </a:lnTo>
                  <a:lnTo>
                    <a:pt x="44" y="158"/>
                  </a:lnTo>
                  <a:lnTo>
                    <a:pt x="44" y="162"/>
                  </a:lnTo>
                  <a:lnTo>
                    <a:pt x="48" y="162"/>
                  </a:lnTo>
                  <a:lnTo>
                    <a:pt x="48" y="158"/>
                  </a:lnTo>
                  <a:lnTo>
                    <a:pt x="52" y="154"/>
                  </a:lnTo>
                  <a:lnTo>
                    <a:pt x="56" y="154"/>
                  </a:lnTo>
                  <a:lnTo>
                    <a:pt x="56" y="150"/>
                  </a:lnTo>
                  <a:lnTo>
                    <a:pt x="60" y="150"/>
                  </a:lnTo>
                  <a:lnTo>
                    <a:pt x="60" y="146"/>
                  </a:lnTo>
                  <a:lnTo>
                    <a:pt x="64" y="146"/>
                  </a:lnTo>
                  <a:lnTo>
                    <a:pt x="64" y="142"/>
                  </a:lnTo>
                  <a:lnTo>
                    <a:pt x="66" y="142"/>
                  </a:lnTo>
                  <a:lnTo>
                    <a:pt x="66" y="138"/>
                  </a:lnTo>
                  <a:lnTo>
                    <a:pt x="70" y="136"/>
                  </a:lnTo>
                  <a:lnTo>
                    <a:pt x="70" y="132"/>
                  </a:lnTo>
                  <a:lnTo>
                    <a:pt x="74" y="132"/>
                  </a:lnTo>
                  <a:lnTo>
                    <a:pt x="78" y="132"/>
                  </a:lnTo>
                  <a:lnTo>
                    <a:pt x="82" y="132"/>
                  </a:lnTo>
                  <a:lnTo>
                    <a:pt x="82" y="128"/>
                  </a:lnTo>
                  <a:lnTo>
                    <a:pt x="86" y="128"/>
                  </a:lnTo>
                  <a:lnTo>
                    <a:pt x="82" y="128"/>
                  </a:lnTo>
                  <a:lnTo>
                    <a:pt x="82" y="124"/>
                  </a:lnTo>
                  <a:lnTo>
                    <a:pt x="82" y="120"/>
                  </a:lnTo>
                  <a:lnTo>
                    <a:pt x="82" y="116"/>
                  </a:lnTo>
                  <a:lnTo>
                    <a:pt x="82" y="112"/>
                  </a:lnTo>
                  <a:lnTo>
                    <a:pt x="78" y="112"/>
                  </a:lnTo>
                  <a:lnTo>
                    <a:pt x="78" y="116"/>
                  </a:lnTo>
                  <a:lnTo>
                    <a:pt x="78" y="112"/>
                  </a:lnTo>
                  <a:lnTo>
                    <a:pt x="74" y="112"/>
                  </a:lnTo>
                  <a:lnTo>
                    <a:pt x="70" y="108"/>
                  </a:lnTo>
                  <a:lnTo>
                    <a:pt x="74" y="106"/>
                  </a:lnTo>
                  <a:lnTo>
                    <a:pt x="70" y="106"/>
                  </a:lnTo>
                  <a:lnTo>
                    <a:pt x="70" y="108"/>
                  </a:lnTo>
                  <a:lnTo>
                    <a:pt x="66" y="108"/>
                  </a:lnTo>
                  <a:lnTo>
                    <a:pt x="64" y="102"/>
                  </a:lnTo>
                  <a:lnTo>
                    <a:pt x="60" y="102"/>
                  </a:lnTo>
                  <a:lnTo>
                    <a:pt x="60" y="98"/>
                  </a:lnTo>
                  <a:lnTo>
                    <a:pt x="60" y="94"/>
                  </a:lnTo>
                  <a:lnTo>
                    <a:pt x="60" y="90"/>
                  </a:lnTo>
                  <a:lnTo>
                    <a:pt x="64" y="90"/>
                  </a:lnTo>
                  <a:lnTo>
                    <a:pt x="64" y="86"/>
                  </a:lnTo>
                  <a:lnTo>
                    <a:pt x="64" y="82"/>
                  </a:lnTo>
                  <a:lnTo>
                    <a:pt x="60" y="78"/>
                  </a:lnTo>
                  <a:lnTo>
                    <a:pt x="56" y="76"/>
                  </a:lnTo>
                  <a:lnTo>
                    <a:pt x="60" y="72"/>
                  </a:lnTo>
                  <a:lnTo>
                    <a:pt x="60" y="68"/>
                  </a:lnTo>
                  <a:lnTo>
                    <a:pt x="56" y="68"/>
                  </a:lnTo>
                  <a:lnTo>
                    <a:pt x="56" y="64"/>
                  </a:lnTo>
                  <a:lnTo>
                    <a:pt x="56" y="60"/>
                  </a:lnTo>
                  <a:lnTo>
                    <a:pt x="56" y="56"/>
                  </a:lnTo>
                  <a:lnTo>
                    <a:pt x="60" y="56"/>
                  </a:lnTo>
                  <a:lnTo>
                    <a:pt x="56" y="52"/>
                  </a:lnTo>
                  <a:lnTo>
                    <a:pt x="48" y="46"/>
                  </a:lnTo>
                  <a:lnTo>
                    <a:pt x="44" y="46"/>
                  </a:lnTo>
                  <a:lnTo>
                    <a:pt x="40" y="42"/>
                  </a:lnTo>
                  <a:lnTo>
                    <a:pt x="36" y="42"/>
                  </a:lnTo>
                  <a:lnTo>
                    <a:pt x="34" y="42"/>
                  </a:lnTo>
                  <a:lnTo>
                    <a:pt x="30" y="42"/>
                  </a:lnTo>
                  <a:lnTo>
                    <a:pt x="30" y="38"/>
                  </a:lnTo>
                  <a:lnTo>
                    <a:pt x="26" y="38"/>
                  </a:lnTo>
                  <a:lnTo>
                    <a:pt x="26" y="34"/>
                  </a:lnTo>
                  <a:lnTo>
                    <a:pt x="22" y="34"/>
                  </a:lnTo>
                  <a:lnTo>
                    <a:pt x="18" y="30"/>
                  </a:lnTo>
                  <a:lnTo>
                    <a:pt x="14" y="26"/>
                  </a:lnTo>
                  <a:lnTo>
                    <a:pt x="18" y="26"/>
                  </a:lnTo>
                  <a:lnTo>
                    <a:pt x="22" y="26"/>
                  </a:lnTo>
                  <a:lnTo>
                    <a:pt x="22" y="30"/>
                  </a:lnTo>
                  <a:lnTo>
                    <a:pt x="22" y="26"/>
                  </a:lnTo>
                  <a:lnTo>
                    <a:pt x="22" y="22"/>
                  </a:lnTo>
                  <a:lnTo>
                    <a:pt x="26" y="22"/>
                  </a:lnTo>
                  <a:lnTo>
                    <a:pt x="30" y="22"/>
                  </a:lnTo>
                  <a:lnTo>
                    <a:pt x="34" y="26"/>
                  </a:lnTo>
                  <a:lnTo>
                    <a:pt x="36" y="26"/>
                  </a:lnTo>
                  <a:lnTo>
                    <a:pt x="36" y="30"/>
                  </a:lnTo>
                  <a:lnTo>
                    <a:pt x="40" y="34"/>
                  </a:lnTo>
                  <a:lnTo>
                    <a:pt x="40" y="38"/>
                  </a:lnTo>
                  <a:lnTo>
                    <a:pt x="44" y="34"/>
                  </a:lnTo>
                  <a:lnTo>
                    <a:pt x="48" y="38"/>
                  </a:lnTo>
                  <a:lnTo>
                    <a:pt x="52" y="38"/>
                  </a:lnTo>
                  <a:lnTo>
                    <a:pt x="56" y="38"/>
                  </a:lnTo>
                  <a:lnTo>
                    <a:pt x="60" y="38"/>
                  </a:lnTo>
                  <a:lnTo>
                    <a:pt x="60" y="34"/>
                  </a:lnTo>
                  <a:lnTo>
                    <a:pt x="64" y="34"/>
                  </a:lnTo>
                  <a:lnTo>
                    <a:pt x="66" y="34"/>
                  </a:lnTo>
                  <a:lnTo>
                    <a:pt x="66" y="38"/>
                  </a:lnTo>
                  <a:lnTo>
                    <a:pt x="70" y="38"/>
                  </a:lnTo>
                  <a:lnTo>
                    <a:pt x="74" y="38"/>
                  </a:lnTo>
                  <a:lnTo>
                    <a:pt x="78" y="42"/>
                  </a:lnTo>
                  <a:lnTo>
                    <a:pt x="78" y="38"/>
                  </a:lnTo>
                  <a:lnTo>
                    <a:pt x="78" y="34"/>
                  </a:lnTo>
                  <a:lnTo>
                    <a:pt x="82" y="34"/>
                  </a:lnTo>
                  <a:lnTo>
                    <a:pt x="82" y="30"/>
                  </a:lnTo>
                  <a:lnTo>
                    <a:pt x="86" y="30"/>
                  </a:lnTo>
                  <a:lnTo>
                    <a:pt x="86" y="34"/>
                  </a:lnTo>
                  <a:lnTo>
                    <a:pt x="86" y="30"/>
                  </a:lnTo>
                  <a:lnTo>
                    <a:pt x="90" y="30"/>
                  </a:lnTo>
                  <a:lnTo>
                    <a:pt x="90" y="26"/>
                  </a:lnTo>
                  <a:lnTo>
                    <a:pt x="90" y="22"/>
                  </a:lnTo>
                  <a:lnTo>
                    <a:pt x="90" y="20"/>
                  </a:lnTo>
                  <a:lnTo>
                    <a:pt x="90" y="16"/>
                  </a:lnTo>
                  <a:lnTo>
                    <a:pt x="94" y="16"/>
                  </a:lnTo>
                  <a:lnTo>
                    <a:pt x="94" y="12"/>
                  </a:lnTo>
                  <a:lnTo>
                    <a:pt x="90" y="12"/>
                  </a:lnTo>
                  <a:lnTo>
                    <a:pt x="94" y="12"/>
                  </a:lnTo>
                  <a:lnTo>
                    <a:pt x="96" y="8"/>
                  </a:lnTo>
                  <a:lnTo>
                    <a:pt x="96" y="4"/>
                  </a:lnTo>
                  <a:lnTo>
                    <a:pt x="100" y="4"/>
                  </a:lnTo>
                  <a:lnTo>
                    <a:pt x="104" y="4"/>
                  </a:lnTo>
                  <a:lnTo>
                    <a:pt x="108" y="8"/>
                  </a:lnTo>
                  <a:lnTo>
                    <a:pt x="108" y="4"/>
                  </a:lnTo>
                  <a:lnTo>
                    <a:pt x="112" y="4"/>
                  </a:lnTo>
                  <a:lnTo>
                    <a:pt x="116" y="0"/>
                  </a:lnTo>
                  <a:lnTo>
                    <a:pt x="120" y="0"/>
                  </a:lnTo>
                  <a:lnTo>
                    <a:pt x="120" y="4"/>
                  </a:lnTo>
                  <a:lnTo>
                    <a:pt x="122" y="4"/>
                  </a:lnTo>
                  <a:lnTo>
                    <a:pt x="122" y="8"/>
                  </a:lnTo>
                  <a:lnTo>
                    <a:pt x="126" y="8"/>
                  </a:lnTo>
                  <a:lnTo>
                    <a:pt x="130" y="12"/>
                  </a:lnTo>
                  <a:lnTo>
                    <a:pt x="134" y="12"/>
                  </a:lnTo>
                  <a:lnTo>
                    <a:pt x="138" y="12"/>
                  </a:lnTo>
                  <a:lnTo>
                    <a:pt x="138" y="16"/>
                  </a:lnTo>
                  <a:lnTo>
                    <a:pt x="138" y="20"/>
                  </a:lnTo>
                  <a:lnTo>
                    <a:pt x="134" y="20"/>
                  </a:lnTo>
                  <a:lnTo>
                    <a:pt x="134" y="22"/>
                  </a:lnTo>
                  <a:lnTo>
                    <a:pt x="130" y="22"/>
                  </a:lnTo>
                  <a:lnTo>
                    <a:pt x="130" y="26"/>
                  </a:lnTo>
                  <a:lnTo>
                    <a:pt x="134" y="26"/>
                  </a:lnTo>
                  <a:lnTo>
                    <a:pt x="134" y="30"/>
                  </a:lnTo>
                  <a:lnTo>
                    <a:pt x="130" y="30"/>
                  </a:lnTo>
                  <a:lnTo>
                    <a:pt x="126" y="30"/>
                  </a:lnTo>
                  <a:lnTo>
                    <a:pt x="126" y="34"/>
                  </a:lnTo>
                  <a:lnTo>
                    <a:pt x="130" y="34"/>
                  </a:lnTo>
                  <a:lnTo>
                    <a:pt x="130" y="38"/>
                  </a:lnTo>
                  <a:lnTo>
                    <a:pt x="126" y="42"/>
                  </a:lnTo>
                  <a:lnTo>
                    <a:pt x="126" y="46"/>
                  </a:lnTo>
                  <a:lnTo>
                    <a:pt x="130" y="50"/>
                  </a:lnTo>
                  <a:lnTo>
                    <a:pt x="138" y="52"/>
                  </a:lnTo>
                  <a:lnTo>
                    <a:pt x="142" y="52"/>
                  </a:lnTo>
                  <a:lnTo>
                    <a:pt x="142" y="56"/>
                  </a:lnTo>
                  <a:lnTo>
                    <a:pt x="144" y="60"/>
                  </a:lnTo>
                  <a:lnTo>
                    <a:pt x="148" y="60"/>
                  </a:lnTo>
                  <a:lnTo>
                    <a:pt x="148" y="64"/>
                  </a:lnTo>
                  <a:lnTo>
                    <a:pt x="148" y="68"/>
                  </a:lnTo>
                  <a:lnTo>
                    <a:pt x="144" y="68"/>
                  </a:lnTo>
                  <a:lnTo>
                    <a:pt x="142" y="72"/>
                  </a:lnTo>
                  <a:lnTo>
                    <a:pt x="138" y="78"/>
                  </a:lnTo>
                  <a:lnTo>
                    <a:pt x="134" y="78"/>
                  </a:lnTo>
                  <a:lnTo>
                    <a:pt x="134" y="82"/>
                  </a:lnTo>
                  <a:lnTo>
                    <a:pt x="138" y="82"/>
                  </a:lnTo>
                  <a:lnTo>
                    <a:pt x="138" y="86"/>
                  </a:lnTo>
                  <a:lnTo>
                    <a:pt x="142" y="90"/>
                  </a:lnTo>
                  <a:lnTo>
                    <a:pt x="142" y="94"/>
                  </a:lnTo>
                  <a:lnTo>
                    <a:pt x="144" y="98"/>
                  </a:lnTo>
                  <a:lnTo>
                    <a:pt x="144" y="102"/>
                  </a:lnTo>
                  <a:lnTo>
                    <a:pt x="148" y="102"/>
                  </a:lnTo>
                  <a:lnTo>
                    <a:pt x="148" y="106"/>
                  </a:lnTo>
                  <a:lnTo>
                    <a:pt x="148" y="108"/>
                  </a:lnTo>
                  <a:lnTo>
                    <a:pt x="148" y="112"/>
                  </a:lnTo>
                  <a:lnTo>
                    <a:pt x="144" y="112"/>
                  </a:lnTo>
                  <a:lnTo>
                    <a:pt x="144" y="116"/>
                  </a:lnTo>
                  <a:lnTo>
                    <a:pt x="144" y="120"/>
                  </a:lnTo>
                  <a:lnTo>
                    <a:pt x="142" y="120"/>
                  </a:lnTo>
                  <a:lnTo>
                    <a:pt x="142" y="124"/>
                  </a:lnTo>
                  <a:lnTo>
                    <a:pt x="144" y="124"/>
                  </a:lnTo>
                  <a:lnTo>
                    <a:pt x="144" y="128"/>
                  </a:lnTo>
                  <a:lnTo>
                    <a:pt x="142" y="128"/>
                  </a:lnTo>
                  <a:lnTo>
                    <a:pt x="142" y="132"/>
                  </a:lnTo>
                  <a:lnTo>
                    <a:pt x="144" y="132"/>
                  </a:lnTo>
                  <a:lnTo>
                    <a:pt x="148" y="132"/>
                  </a:lnTo>
                  <a:lnTo>
                    <a:pt x="148" y="136"/>
                  </a:lnTo>
                  <a:lnTo>
                    <a:pt x="152" y="136"/>
                  </a:lnTo>
                  <a:lnTo>
                    <a:pt x="148" y="138"/>
                  </a:lnTo>
                  <a:lnTo>
                    <a:pt x="148" y="142"/>
                  </a:lnTo>
                  <a:lnTo>
                    <a:pt x="152" y="142"/>
                  </a:lnTo>
                  <a:lnTo>
                    <a:pt x="152" y="146"/>
                  </a:lnTo>
                  <a:lnTo>
                    <a:pt x="156" y="146"/>
                  </a:lnTo>
                  <a:lnTo>
                    <a:pt x="156" y="150"/>
                  </a:lnTo>
                  <a:lnTo>
                    <a:pt x="156" y="154"/>
                  </a:lnTo>
                  <a:lnTo>
                    <a:pt x="152" y="154"/>
                  </a:lnTo>
                  <a:lnTo>
                    <a:pt x="152" y="158"/>
                  </a:lnTo>
                  <a:lnTo>
                    <a:pt x="148" y="158"/>
                  </a:lnTo>
                  <a:lnTo>
                    <a:pt x="152" y="162"/>
                  </a:lnTo>
                  <a:lnTo>
                    <a:pt x="156" y="164"/>
                  </a:lnTo>
                  <a:lnTo>
                    <a:pt x="160" y="164"/>
                  </a:lnTo>
                  <a:lnTo>
                    <a:pt x="160" y="168"/>
                  </a:lnTo>
                  <a:lnTo>
                    <a:pt x="164" y="168"/>
                  </a:lnTo>
                  <a:lnTo>
                    <a:pt x="168" y="172"/>
                  </a:lnTo>
                  <a:lnTo>
                    <a:pt x="172" y="176"/>
                  </a:lnTo>
                  <a:lnTo>
                    <a:pt x="172" y="180"/>
                  </a:lnTo>
                  <a:lnTo>
                    <a:pt x="168" y="180"/>
                  </a:lnTo>
                  <a:lnTo>
                    <a:pt x="168" y="184"/>
                  </a:lnTo>
                  <a:lnTo>
                    <a:pt x="168" y="188"/>
                  </a:lnTo>
                  <a:lnTo>
                    <a:pt x="164" y="192"/>
                  </a:lnTo>
                  <a:lnTo>
                    <a:pt x="160" y="192"/>
                  </a:lnTo>
                  <a:lnTo>
                    <a:pt x="160" y="194"/>
                  </a:lnTo>
                  <a:lnTo>
                    <a:pt x="156" y="194"/>
                  </a:lnTo>
                  <a:lnTo>
                    <a:pt x="152" y="198"/>
                  </a:lnTo>
                  <a:lnTo>
                    <a:pt x="152" y="202"/>
                  </a:lnTo>
                  <a:lnTo>
                    <a:pt x="148" y="202"/>
                  </a:lnTo>
                  <a:lnTo>
                    <a:pt x="148" y="206"/>
                  </a:lnTo>
                  <a:lnTo>
                    <a:pt x="144" y="208"/>
                  </a:lnTo>
                  <a:lnTo>
                    <a:pt x="142" y="212"/>
                  </a:lnTo>
                  <a:lnTo>
                    <a:pt x="138" y="212"/>
                  </a:lnTo>
                  <a:lnTo>
                    <a:pt x="138" y="216"/>
                  </a:lnTo>
                  <a:lnTo>
                    <a:pt x="134" y="216"/>
                  </a:lnTo>
                  <a:lnTo>
                    <a:pt x="130" y="220"/>
                  </a:lnTo>
                  <a:lnTo>
                    <a:pt x="130" y="224"/>
                  </a:lnTo>
                  <a:lnTo>
                    <a:pt x="126" y="224"/>
                  </a:lnTo>
                  <a:lnTo>
                    <a:pt x="122" y="224"/>
                  </a:lnTo>
                  <a:lnTo>
                    <a:pt x="122" y="228"/>
                  </a:lnTo>
                  <a:lnTo>
                    <a:pt x="120" y="232"/>
                  </a:lnTo>
                  <a:lnTo>
                    <a:pt x="116" y="232"/>
                  </a:lnTo>
                  <a:lnTo>
                    <a:pt x="112" y="232"/>
                  </a:lnTo>
                  <a:lnTo>
                    <a:pt x="112" y="236"/>
                  </a:lnTo>
                  <a:lnTo>
                    <a:pt x="112" y="232"/>
                  </a:lnTo>
                  <a:lnTo>
                    <a:pt x="108" y="232"/>
                  </a:lnTo>
                  <a:lnTo>
                    <a:pt x="104" y="236"/>
                  </a:lnTo>
                  <a:lnTo>
                    <a:pt x="100" y="236"/>
                  </a:lnTo>
                  <a:lnTo>
                    <a:pt x="96" y="236"/>
                  </a:lnTo>
                  <a:lnTo>
                    <a:pt x="100" y="232"/>
                  </a:lnTo>
                  <a:lnTo>
                    <a:pt x="104" y="232"/>
                  </a:lnTo>
                  <a:lnTo>
                    <a:pt x="100" y="232"/>
                  </a:lnTo>
                  <a:lnTo>
                    <a:pt x="100" y="228"/>
                  </a:lnTo>
                  <a:lnTo>
                    <a:pt x="100" y="232"/>
                  </a:lnTo>
                  <a:lnTo>
                    <a:pt x="96" y="232"/>
                  </a:lnTo>
                  <a:lnTo>
                    <a:pt x="96" y="236"/>
                  </a:lnTo>
                  <a:lnTo>
                    <a:pt x="94" y="236"/>
                  </a:lnTo>
                  <a:lnTo>
                    <a:pt x="94" y="238"/>
                  </a:lnTo>
                  <a:lnTo>
                    <a:pt x="94" y="236"/>
                  </a:lnTo>
                  <a:lnTo>
                    <a:pt x="90" y="236"/>
                  </a:lnTo>
                  <a:lnTo>
                    <a:pt x="90" y="238"/>
                  </a:lnTo>
                  <a:lnTo>
                    <a:pt x="86" y="238"/>
                  </a:lnTo>
                  <a:lnTo>
                    <a:pt x="86" y="236"/>
                  </a:lnTo>
                  <a:lnTo>
                    <a:pt x="86" y="238"/>
                  </a:lnTo>
                  <a:lnTo>
                    <a:pt x="82" y="238"/>
                  </a:lnTo>
                  <a:lnTo>
                    <a:pt x="78" y="238"/>
                  </a:lnTo>
                  <a:lnTo>
                    <a:pt x="82" y="238"/>
                  </a:lnTo>
                  <a:lnTo>
                    <a:pt x="78" y="238"/>
                  </a:lnTo>
                  <a:lnTo>
                    <a:pt x="78" y="242"/>
                  </a:lnTo>
                  <a:lnTo>
                    <a:pt x="74" y="242"/>
                  </a:lnTo>
                  <a:lnTo>
                    <a:pt x="70" y="242"/>
                  </a:lnTo>
                  <a:lnTo>
                    <a:pt x="70" y="246"/>
                  </a:lnTo>
                  <a:lnTo>
                    <a:pt x="70" y="242"/>
                  </a:lnTo>
                  <a:lnTo>
                    <a:pt x="66" y="242"/>
                  </a:lnTo>
                  <a:lnTo>
                    <a:pt x="64" y="242"/>
                  </a:lnTo>
                  <a:lnTo>
                    <a:pt x="60" y="246"/>
                  </a:lnTo>
                  <a:lnTo>
                    <a:pt x="56" y="246"/>
                  </a:lnTo>
                  <a:lnTo>
                    <a:pt x="56" y="242"/>
                  </a:lnTo>
                  <a:lnTo>
                    <a:pt x="56" y="246"/>
                  </a:lnTo>
                  <a:lnTo>
                    <a:pt x="52" y="246"/>
                  </a:lnTo>
                  <a:lnTo>
                    <a:pt x="48" y="250"/>
                  </a:lnTo>
                  <a:lnTo>
                    <a:pt x="48" y="246"/>
                  </a:lnTo>
                  <a:lnTo>
                    <a:pt x="52" y="246"/>
                  </a:lnTo>
                  <a:lnTo>
                    <a:pt x="56" y="242"/>
                  </a:lnTo>
                  <a:lnTo>
                    <a:pt x="52" y="242"/>
                  </a:lnTo>
                  <a:lnTo>
                    <a:pt x="52" y="246"/>
                  </a:lnTo>
                  <a:lnTo>
                    <a:pt x="52" y="242"/>
                  </a:lnTo>
                  <a:lnTo>
                    <a:pt x="48" y="242"/>
                  </a:lnTo>
                  <a:lnTo>
                    <a:pt x="48" y="242"/>
                  </a:lnTo>
                  <a:lnTo>
                    <a:pt x="48" y="242"/>
                  </a:lnTo>
                  <a:close/>
                  <a:moveTo>
                    <a:pt x="78" y="128"/>
                  </a:moveTo>
                  <a:lnTo>
                    <a:pt x="74" y="128"/>
                  </a:lnTo>
                  <a:lnTo>
                    <a:pt x="70" y="128"/>
                  </a:lnTo>
                  <a:lnTo>
                    <a:pt x="74" y="128"/>
                  </a:lnTo>
                  <a:lnTo>
                    <a:pt x="78" y="128"/>
                  </a:lnTo>
                  <a:lnTo>
                    <a:pt x="78" y="128"/>
                  </a:lnTo>
                  <a:lnTo>
                    <a:pt x="78" y="128"/>
                  </a:lnTo>
                  <a:close/>
                  <a:moveTo>
                    <a:pt x="48" y="158"/>
                  </a:moveTo>
                  <a:lnTo>
                    <a:pt x="44" y="158"/>
                  </a:lnTo>
                  <a:lnTo>
                    <a:pt x="48" y="154"/>
                  </a:lnTo>
                  <a:lnTo>
                    <a:pt x="48" y="158"/>
                  </a:lnTo>
                  <a:lnTo>
                    <a:pt x="48" y="158"/>
                  </a:lnTo>
                  <a:lnTo>
                    <a:pt x="48" y="158"/>
                  </a:lnTo>
                  <a:close/>
                  <a:moveTo>
                    <a:pt x="26" y="172"/>
                  </a:moveTo>
                  <a:lnTo>
                    <a:pt x="22" y="172"/>
                  </a:lnTo>
                  <a:lnTo>
                    <a:pt x="22" y="168"/>
                  </a:lnTo>
                  <a:lnTo>
                    <a:pt x="26" y="168"/>
                  </a:lnTo>
                  <a:lnTo>
                    <a:pt x="26" y="172"/>
                  </a:lnTo>
                  <a:lnTo>
                    <a:pt x="26" y="172"/>
                  </a:lnTo>
                  <a:lnTo>
                    <a:pt x="26" y="172"/>
                  </a:lnTo>
                  <a:close/>
                  <a:moveTo>
                    <a:pt x="6" y="242"/>
                  </a:moveTo>
                  <a:lnTo>
                    <a:pt x="2" y="242"/>
                  </a:lnTo>
                  <a:lnTo>
                    <a:pt x="2" y="238"/>
                  </a:lnTo>
                  <a:lnTo>
                    <a:pt x="6" y="238"/>
                  </a:lnTo>
                  <a:lnTo>
                    <a:pt x="6" y="236"/>
                  </a:lnTo>
                  <a:lnTo>
                    <a:pt x="2" y="236"/>
                  </a:lnTo>
                  <a:lnTo>
                    <a:pt x="2" y="238"/>
                  </a:lnTo>
                  <a:lnTo>
                    <a:pt x="2" y="236"/>
                  </a:lnTo>
                  <a:lnTo>
                    <a:pt x="6" y="236"/>
                  </a:lnTo>
                  <a:lnTo>
                    <a:pt x="10" y="238"/>
                  </a:lnTo>
                  <a:lnTo>
                    <a:pt x="6" y="238"/>
                  </a:lnTo>
                  <a:lnTo>
                    <a:pt x="6" y="242"/>
                  </a:lnTo>
                  <a:lnTo>
                    <a:pt x="6" y="242"/>
                  </a:lnTo>
                  <a:lnTo>
                    <a:pt x="6" y="242"/>
                  </a:lnTo>
                  <a:close/>
                  <a:moveTo>
                    <a:pt x="36" y="238"/>
                  </a:moveTo>
                  <a:lnTo>
                    <a:pt x="40" y="238"/>
                  </a:lnTo>
                  <a:lnTo>
                    <a:pt x="36" y="238"/>
                  </a:lnTo>
                  <a:lnTo>
                    <a:pt x="36" y="238"/>
                  </a:lnTo>
                  <a:lnTo>
                    <a:pt x="36" y="238"/>
                  </a:lnTo>
                  <a:close/>
                  <a:moveTo>
                    <a:pt x="0" y="242"/>
                  </a:moveTo>
                  <a:lnTo>
                    <a:pt x="0" y="238"/>
                  </a:lnTo>
                  <a:lnTo>
                    <a:pt x="2" y="238"/>
                  </a:lnTo>
                  <a:lnTo>
                    <a:pt x="0" y="242"/>
                  </a:lnTo>
                  <a:lnTo>
                    <a:pt x="0" y="242"/>
                  </a:lnTo>
                  <a:lnTo>
                    <a:pt x="0" y="242"/>
                  </a:lnTo>
                  <a:close/>
                  <a:moveTo>
                    <a:pt x="44" y="246"/>
                  </a:moveTo>
                  <a:lnTo>
                    <a:pt x="44" y="242"/>
                  </a:lnTo>
                  <a:lnTo>
                    <a:pt x="40" y="242"/>
                  </a:lnTo>
                  <a:lnTo>
                    <a:pt x="40" y="238"/>
                  </a:lnTo>
                  <a:lnTo>
                    <a:pt x="44" y="238"/>
                  </a:lnTo>
                  <a:lnTo>
                    <a:pt x="48" y="238"/>
                  </a:lnTo>
                  <a:lnTo>
                    <a:pt x="48" y="242"/>
                  </a:lnTo>
                  <a:lnTo>
                    <a:pt x="44" y="242"/>
                  </a:lnTo>
                  <a:lnTo>
                    <a:pt x="44" y="246"/>
                  </a:lnTo>
                  <a:lnTo>
                    <a:pt x="44" y="246"/>
                  </a:lnTo>
                  <a:lnTo>
                    <a:pt x="44" y="246"/>
                  </a:lnTo>
                  <a:close/>
                  <a:moveTo>
                    <a:pt x="34" y="242"/>
                  </a:moveTo>
                  <a:lnTo>
                    <a:pt x="30" y="242"/>
                  </a:lnTo>
                  <a:lnTo>
                    <a:pt x="30" y="238"/>
                  </a:lnTo>
                  <a:lnTo>
                    <a:pt x="34" y="238"/>
                  </a:lnTo>
                  <a:lnTo>
                    <a:pt x="34" y="242"/>
                  </a:lnTo>
                  <a:lnTo>
                    <a:pt x="34" y="242"/>
                  </a:lnTo>
                  <a:lnTo>
                    <a:pt x="34" y="242"/>
                  </a:lnTo>
                  <a:close/>
                  <a:moveTo>
                    <a:pt x="6" y="242"/>
                  </a:moveTo>
                  <a:lnTo>
                    <a:pt x="10" y="242"/>
                  </a:lnTo>
                  <a:lnTo>
                    <a:pt x="10" y="246"/>
                  </a:lnTo>
                  <a:lnTo>
                    <a:pt x="6" y="242"/>
                  </a:lnTo>
                  <a:lnTo>
                    <a:pt x="6" y="242"/>
                  </a:lnTo>
                  <a:lnTo>
                    <a:pt x="6" y="242"/>
                  </a:lnTo>
                  <a:close/>
                  <a:moveTo>
                    <a:pt x="48" y="246"/>
                  </a:moveTo>
                  <a:lnTo>
                    <a:pt x="52" y="246"/>
                  </a:lnTo>
                  <a:lnTo>
                    <a:pt x="48" y="246"/>
                  </a:lnTo>
                  <a:lnTo>
                    <a:pt x="48" y="246"/>
                  </a:lnTo>
                  <a:lnTo>
                    <a:pt x="48" y="246"/>
                  </a:lnTo>
                  <a:close/>
                  <a:moveTo>
                    <a:pt x="56" y="246"/>
                  </a:moveTo>
                  <a:lnTo>
                    <a:pt x="60" y="246"/>
                  </a:lnTo>
                  <a:lnTo>
                    <a:pt x="56" y="246"/>
                  </a:lnTo>
                  <a:lnTo>
                    <a:pt x="56" y="246"/>
                  </a:lnTo>
                  <a:lnTo>
                    <a:pt x="56" y="2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5" name="Freeform 100"/>
            <p:cNvSpPr>
              <a:spLocks noChangeAspect="1" noEditPoints="1"/>
            </p:cNvSpPr>
            <p:nvPr/>
          </p:nvSpPr>
          <p:spPr bwMode="gray">
            <a:xfrm>
              <a:off x="4681675" y="2895235"/>
              <a:ext cx="351331" cy="337417"/>
            </a:xfrm>
            <a:custGeom>
              <a:avLst/>
              <a:gdLst>
                <a:gd name="T0" fmla="*/ 80 w 202"/>
                <a:gd name="T1" fmla="*/ 168 h 194"/>
                <a:gd name="T2" fmla="*/ 72 w 202"/>
                <a:gd name="T3" fmla="*/ 168 h 194"/>
                <a:gd name="T4" fmla="*/ 50 w 202"/>
                <a:gd name="T5" fmla="*/ 162 h 194"/>
                <a:gd name="T6" fmla="*/ 46 w 202"/>
                <a:gd name="T7" fmla="*/ 158 h 194"/>
                <a:gd name="T8" fmla="*/ 50 w 202"/>
                <a:gd name="T9" fmla="*/ 138 h 194"/>
                <a:gd name="T10" fmla="*/ 50 w 202"/>
                <a:gd name="T11" fmla="*/ 128 h 194"/>
                <a:gd name="T12" fmla="*/ 56 w 202"/>
                <a:gd name="T13" fmla="*/ 116 h 194"/>
                <a:gd name="T14" fmla="*/ 56 w 202"/>
                <a:gd name="T15" fmla="*/ 116 h 194"/>
                <a:gd name="T16" fmla="*/ 54 w 202"/>
                <a:gd name="T17" fmla="*/ 106 h 194"/>
                <a:gd name="T18" fmla="*/ 42 w 202"/>
                <a:gd name="T19" fmla="*/ 94 h 194"/>
                <a:gd name="T20" fmla="*/ 42 w 202"/>
                <a:gd name="T21" fmla="*/ 78 h 194"/>
                <a:gd name="T22" fmla="*/ 34 w 202"/>
                <a:gd name="T23" fmla="*/ 72 h 194"/>
                <a:gd name="T24" fmla="*/ 22 w 202"/>
                <a:gd name="T25" fmla="*/ 72 h 194"/>
                <a:gd name="T26" fmla="*/ 12 w 202"/>
                <a:gd name="T27" fmla="*/ 64 h 194"/>
                <a:gd name="T28" fmla="*/ 0 w 202"/>
                <a:gd name="T29" fmla="*/ 64 h 194"/>
                <a:gd name="T30" fmla="*/ 0 w 202"/>
                <a:gd name="T31" fmla="*/ 56 h 194"/>
                <a:gd name="T32" fmla="*/ 4 w 202"/>
                <a:gd name="T33" fmla="*/ 52 h 194"/>
                <a:gd name="T34" fmla="*/ 16 w 202"/>
                <a:gd name="T35" fmla="*/ 48 h 194"/>
                <a:gd name="T36" fmla="*/ 34 w 202"/>
                <a:gd name="T37" fmla="*/ 48 h 194"/>
                <a:gd name="T38" fmla="*/ 46 w 202"/>
                <a:gd name="T39" fmla="*/ 48 h 194"/>
                <a:gd name="T40" fmla="*/ 42 w 202"/>
                <a:gd name="T41" fmla="*/ 34 h 194"/>
                <a:gd name="T42" fmla="*/ 50 w 202"/>
                <a:gd name="T43" fmla="*/ 26 h 194"/>
                <a:gd name="T44" fmla="*/ 64 w 202"/>
                <a:gd name="T45" fmla="*/ 34 h 194"/>
                <a:gd name="T46" fmla="*/ 72 w 202"/>
                <a:gd name="T47" fmla="*/ 34 h 194"/>
                <a:gd name="T48" fmla="*/ 80 w 202"/>
                <a:gd name="T49" fmla="*/ 22 h 194"/>
                <a:gd name="T50" fmla="*/ 90 w 202"/>
                <a:gd name="T51" fmla="*/ 12 h 194"/>
                <a:gd name="T52" fmla="*/ 106 w 202"/>
                <a:gd name="T53" fmla="*/ 0 h 194"/>
                <a:gd name="T54" fmla="*/ 114 w 202"/>
                <a:gd name="T55" fmla="*/ 8 h 194"/>
                <a:gd name="T56" fmla="*/ 128 w 202"/>
                <a:gd name="T57" fmla="*/ 16 h 194"/>
                <a:gd name="T58" fmla="*/ 138 w 202"/>
                <a:gd name="T59" fmla="*/ 18 h 194"/>
                <a:gd name="T60" fmla="*/ 146 w 202"/>
                <a:gd name="T61" fmla="*/ 30 h 194"/>
                <a:gd name="T62" fmla="*/ 158 w 202"/>
                <a:gd name="T63" fmla="*/ 34 h 194"/>
                <a:gd name="T64" fmla="*/ 172 w 202"/>
                <a:gd name="T65" fmla="*/ 42 h 194"/>
                <a:gd name="T66" fmla="*/ 180 w 202"/>
                <a:gd name="T67" fmla="*/ 48 h 194"/>
                <a:gd name="T68" fmla="*/ 176 w 202"/>
                <a:gd name="T69" fmla="*/ 68 h 194"/>
                <a:gd name="T70" fmla="*/ 168 w 202"/>
                <a:gd name="T71" fmla="*/ 76 h 194"/>
                <a:gd name="T72" fmla="*/ 160 w 202"/>
                <a:gd name="T73" fmla="*/ 86 h 194"/>
                <a:gd name="T74" fmla="*/ 154 w 202"/>
                <a:gd name="T75" fmla="*/ 98 h 194"/>
                <a:gd name="T76" fmla="*/ 164 w 202"/>
                <a:gd name="T77" fmla="*/ 94 h 194"/>
                <a:gd name="T78" fmla="*/ 164 w 202"/>
                <a:gd name="T79" fmla="*/ 112 h 194"/>
                <a:gd name="T80" fmla="*/ 160 w 202"/>
                <a:gd name="T81" fmla="*/ 124 h 194"/>
                <a:gd name="T82" fmla="*/ 168 w 202"/>
                <a:gd name="T83" fmla="*/ 138 h 194"/>
                <a:gd name="T84" fmla="*/ 172 w 202"/>
                <a:gd name="T85" fmla="*/ 146 h 194"/>
                <a:gd name="T86" fmla="*/ 164 w 202"/>
                <a:gd name="T87" fmla="*/ 154 h 194"/>
                <a:gd name="T88" fmla="*/ 146 w 202"/>
                <a:gd name="T89" fmla="*/ 162 h 194"/>
                <a:gd name="T90" fmla="*/ 138 w 202"/>
                <a:gd name="T91" fmla="*/ 154 h 194"/>
                <a:gd name="T92" fmla="*/ 128 w 202"/>
                <a:gd name="T93" fmla="*/ 154 h 194"/>
                <a:gd name="T94" fmla="*/ 110 w 202"/>
                <a:gd name="T95" fmla="*/ 164 h 194"/>
                <a:gd name="T96" fmla="*/ 106 w 202"/>
                <a:gd name="T97" fmla="*/ 176 h 194"/>
                <a:gd name="T98" fmla="*/ 94 w 202"/>
                <a:gd name="T99" fmla="*/ 172 h 194"/>
                <a:gd name="T100" fmla="*/ 54 w 202"/>
                <a:gd name="T101" fmla="*/ 108 h 194"/>
                <a:gd name="T102" fmla="*/ 22 w 202"/>
                <a:gd name="T103" fmla="*/ 78 h 194"/>
                <a:gd name="T104" fmla="*/ 50 w 202"/>
                <a:gd name="T105" fmla="*/ 102 h 194"/>
                <a:gd name="T106" fmla="*/ 190 w 202"/>
                <a:gd name="T107" fmla="*/ 172 h 194"/>
                <a:gd name="T108" fmla="*/ 202 w 202"/>
                <a:gd name="T109" fmla="*/ 168 h 194"/>
                <a:gd name="T110" fmla="*/ 198 w 202"/>
                <a:gd name="T111" fmla="*/ 190 h 194"/>
                <a:gd name="T112" fmla="*/ 190 w 202"/>
                <a:gd name="T113" fmla="*/ 186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02" h="194">
                  <a:moveTo>
                    <a:pt x="94" y="172"/>
                  </a:moveTo>
                  <a:lnTo>
                    <a:pt x="90" y="172"/>
                  </a:lnTo>
                  <a:lnTo>
                    <a:pt x="86" y="172"/>
                  </a:lnTo>
                  <a:lnTo>
                    <a:pt x="86" y="168"/>
                  </a:lnTo>
                  <a:lnTo>
                    <a:pt x="84" y="168"/>
                  </a:lnTo>
                  <a:lnTo>
                    <a:pt x="80" y="168"/>
                  </a:lnTo>
                  <a:lnTo>
                    <a:pt x="80" y="164"/>
                  </a:lnTo>
                  <a:lnTo>
                    <a:pt x="80" y="168"/>
                  </a:lnTo>
                  <a:lnTo>
                    <a:pt x="76" y="168"/>
                  </a:lnTo>
                  <a:lnTo>
                    <a:pt x="80" y="168"/>
                  </a:lnTo>
                  <a:lnTo>
                    <a:pt x="76" y="168"/>
                  </a:lnTo>
                  <a:lnTo>
                    <a:pt x="72" y="168"/>
                  </a:lnTo>
                  <a:lnTo>
                    <a:pt x="68" y="168"/>
                  </a:lnTo>
                  <a:lnTo>
                    <a:pt x="64" y="168"/>
                  </a:lnTo>
                  <a:lnTo>
                    <a:pt x="60" y="168"/>
                  </a:lnTo>
                  <a:lnTo>
                    <a:pt x="56" y="164"/>
                  </a:lnTo>
                  <a:lnTo>
                    <a:pt x="54" y="164"/>
                  </a:lnTo>
                  <a:lnTo>
                    <a:pt x="50" y="162"/>
                  </a:lnTo>
                  <a:lnTo>
                    <a:pt x="50" y="164"/>
                  </a:lnTo>
                  <a:lnTo>
                    <a:pt x="50" y="162"/>
                  </a:lnTo>
                  <a:lnTo>
                    <a:pt x="46" y="162"/>
                  </a:lnTo>
                  <a:lnTo>
                    <a:pt x="50" y="162"/>
                  </a:lnTo>
                  <a:lnTo>
                    <a:pt x="50" y="158"/>
                  </a:lnTo>
                  <a:lnTo>
                    <a:pt x="46" y="158"/>
                  </a:lnTo>
                  <a:lnTo>
                    <a:pt x="42" y="158"/>
                  </a:lnTo>
                  <a:lnTo>
                    <a:pt x="46" y="158"/>
                  </a:lnTo>
                  <a:lnTo>
                    <a:pt x="46" y="154"/>
                  </a:lnTo>
                  <a:lnTo>
                    <a:pt x="50" y="150"/>
                  </a:lnTo>
                  <a:lnTo>
                    <a:pt x="50" y="142"/>
                  </a:lnTo>
                  <a:lnTo>
                    <a:pt x="50" y="138"/>
                  </a:lnTo>
                  <a:lnTo>
                    <a:pt x="50" y="134"/>
                  </a:lnTo>
                  <a:lnTo>
                    <a:pt x="50" y="132"/>
                  </a:lnTo>
                  <a:lnTo>
                    <a:pt x="54" y="132"/>
                  </a:lnTo>
                  <a:lnTo>
                    <a:pt x="54" y="128"/>
                  </a:lnTo>
                  <a:lnTo>
                    <a:pt x="50" y="132"/>
                  </a:lnTo>
                  <a:lnTo>
                    <a:pt x="50" y="128"/>
                  </a:lnTo>
                  <a:lnTo>
                    <a:pt x="50" y="124"/>
                  </a:lnTo>
                  <a:lnTo>
                    <a:pt x="54" y="120"/>
                  </a:lnTo>
                  <a:lnTo>
                    <a:pt x="54" y="116"/>
                  </a:lnTo>
                  <a:lnTo>
                    <a:pt x="54" y="112"/>
                  </a:lnTo>
                  <a:lnTo>
                    <a:pt x="54" y="116"/>
                  </a:lnTo>
                  <a:lnTo>
                    <a:pt x="56" y="116"/>
                  </a:lnTo>
                  <a:lnTo>
                    <a:pt x="56" y="120"/>
                  </a:lnTo>
                  <a:lnTo>
                    <a:pt x="56" y="124"/>
                  </a:lnTo>
                  <a:lnTo>
                    <a:pt x="60" y="128"/>
                  </a:lnTo>
                  <a:lnTo>
                    <a:pt x="60" y="124"/>
                  </a:lnTo>
                  <a:lnTo>
                    <a:pt x="56" y="120"/>
                  </a:lnTo>
                  <a:lnTo>
                    <a:pt x="56" y="116"/>
                  </a:lnTo>
                  <a:lnTo>
                    <a:pt x="56" y="112"/>
                  </a:lnTo>
                  <a:lnTo>
                    <a:pt x="54" y="112"/>
                  </a:lnTo>
                  <a:lnTo>
                    <a:pt x="54" y="108"/>
                  </a:lnTo>
                  <a:lnTo>
                    <a:pt x="50" y="108"/>
                  </a:lnTo>
                  <a:lnTo>
                    <a:pt x="54" y="108"/>
                  </a:lnTo>
                  <a:lnTo>
                    <a:pt x="54" y="106"/>
                  </a:lnTo>
                  <a:lnTo>
                    <a:pt x="54" y="102"/>
                  </a:lnTo>
                  <a:lnTo>
                    <a:pt x="54" y="98"/>
                  </a:lnTo>
                  <a:lnTo>
                    <a:pt x="50" y="98"/>
                  </a:lnTo>
                  <a:lnTo>
                    <a:pt x="46" y="98"/>
                  </a:lnTo>
                  <a:lnTo>
                    <a:pt x="46" y="94"/>
                  </a:lnTo>
                  <a:lnTo>
                    <a:pt x="42" y="94"/>
                  </a:lnTo>
                  <a:lnTo>
                    <a:pt x="42" y="90"/>
                  </a:lnTo>
                  <a:lnTo>
                    <a:pt x="38" y="90"/>
                  </a:lnTo>
                  <a:lnTo>
                    <a:pt x="38" y="86"/>
                  </a:lnTo>
                  <a:lnTo>
                    <a:pt x="38" y="82"/>
                  </a:lnTo>
                  <a:lnTo>
                    <a:pt x="38" y="78"/>
                  </a:lnTo>
                  <a:lnTo>
                    <a:pt x="42" y="78"/>
                  </a:lnTo>
                  <a:lnTo>
                    <a:pt x="38" y="78"/>
                  </a:lnTo>
                  <a:lnTo>
                    <a:pt x="34" y="78"/>
                  </a:lnTo>
                  <a:lnTo>
                    <a:pt x="30" y="78"/>
                  </a:lnTo>
                  <a:lnTo>
                    <a:pt x="30" y="76"/>
                  </a:lnTo>
                  <a:lnTo>
                    <a:pt x="34" y="76"/>
                  </a:lnTo>
                  <a:lnTo>
                    <a:pt x="34" y="72"/>
                  </a:lnTo>
                  <a:lnTo>
                    <a:pt x="30" y="72"/>
                  </a:lnTo>
                  <a:lnTo>
                    <a:pt x="26" y="76"/>
                  </a:lnTo>
                  <a:lnTo>
                    <a:pt x="26" y="72"/>
                  </a:lnTo>
                  <a:lnTo>
                    <a:pt x="30" y="72"/>
                  </a:lnTo>
                  <a:lnTo>
                    <a:pt x="26" y="72"/>
                  </a:lnTo>
                  <a:lnTo>
                    <a:pt x="22" y="72"/>
                  </a:lnTo>
                  <a:lnTo>
                    <a:pt x="22" y="76"/>
                  </a:lnTo>
                  <a:lnTo>
                    <a:pt x="22" y="72"/>
                  </a:lnTo>
                  <a:lnTo>
                    <a:pt x="20" y="68"/>
                  </a:lnTo>
                  <a:lnTo>
                    <a:pt x="16" y="68"/>
                  </a:lnTo>
                  <a:lnTo>
                    <a:pt x="12" y="68"/>
                  </a:lnTo>
                  <a:lnTo>
                    <a:pt x="12" y="64"/>
                  </a:lnTo>
                  <a:lnTo>
                    <a:pt x="8" y="64"/>
                  </a:lnTo>
                  <a:lnTo>
                    <a:pt x="8" y="68"/>
                  </a:lnTo>
                  <a:lnTo>
                    <a:pt x="4" y="68"/>
                  </a:lnTo>
                  <a:lnTo>
                    <a:pt x="8" y="68"/>
                  </a:lnTo>
                  <a:lnTo>
                    <a:pt x="4" y="64"/>
                  </a:lnTo>
                  <a:lnTo>
                    <a:pt x="0" y="64"/>
                  </a:lnTo>
                  <a:lnTo>
                    <a:pt x="0" y="60"/>
                  </a:lnTo>
                  <a:lnTo>
                    <a:pt x="4" y="60"/>
                  </a:lnTo>
                  <a:lnTo>
                    <a:pt x="8" y="60"/>
                  </a:lnTo>
                  <a:lnTo>
                    <a:pt x="4" y="56"/>
                  </a:lnTo>
                  <a:lnTo>
                    <a:pt x="4" y="60"/>
                  </a:lnTo>
                  <a:lnTo>
                    <a:pt x="0" y="56"/>
                  </a:lnTo>
                  <a:lnTo>
                    <a:pt x="4" y="56"/>
                  </a:lnTo>
                  <a:lnTo>
                    <a:pt x="8" y="56"/>
                  </a:lnTo>
                  <a:lnTo>
                    <a:pt x="4" y="56"/>
                  </a:lnTo>
                  <a:lnTo>
                    <a:pt x="0" y="56"/>
                  </a:lnTo>
                  <a:lnTo>
                    <a:pt x="0" y="52"/>
                  </a:lnTo>
                  <a:lnTo>
                    <a:pt x="4" y="52"/>
                  </a:lnTo>
                  <a:lnTo>
                    <a:pt x="4" y="48"/>
                  </a:lnTo>
                  <a:lnTo>
                    <a:pt x="8" y="48"/>
                  </a:lnTo>
                  <a:lnTo>
                    <a:pt x="12" y="48"/>
                  </a:lnTo>
                  <a:lnTo>
                    <a:pt x="16" y="48"/>
                  </a:lnTo>
                  <a:lnTo>
                    <a:pt x="20" y="48"/>
                  </a:lnTo>
                  <a:lnTo>
                    <a:pt x="16" y="48"/>
                  </a:lnTo>
                  <a:lnTo>
                    <a:pt x="16" y="46"/>
                  </a:lnTo>
                  <a:lnTo>
                    <a:pt x="20" y="46"/>
                  </a:lnTo>
                  <a:lnTo>
                    <a:pt x="22" y="46"/>
                  </a:lnTo>
                  <a:lnTo>
                    <a:pt x="26" y="48"/>
                  </a:lnTo>
                  <a:lnTo>
                    <a:pt x="30" y="52"/>
                  </a:lnTo>
                  <a:lnTo>
                    <a:pt x="34" y="48"/>
                  </a:lnTo>
                  <a:lnTo>
                    <a:pt x="38" y="48"/>
                  </a:lnTo>
                  <a:lnTo>
                    <a:pt x="42" y="52"/>
                  </a:lnTo>
                  <a:lnTo>
                    <a:pt x="38" y="52"/>
                  </a:lnTo>
                  <a:lnTo>
                    <a:pt x="38" y="48"/>
                  </a:lnTo>
                  <a:lnTo>
                    <a:pt x="42" y="48"/>
                  </a:lnTo>
                  <a:lnTo>
                    <a:pt x="46" y="48"/>
                  </a:lnTo>
                  <a:lnTo>
                    <a:pt x="50" y="48"/>
                  </a:lnTo>
                  <a:lnTo>
                    <a:pt x="46" y="48"/>
                  </a:lnTo>
                  <a:lnTo>
                    <a:pt x="46" y="46"/>
                  </a:lnTo>
                  <a:lnTo>
                    <a:pt x="46" y="42"/>
                  </a:lnTo>
                  <a:lnTo>
                    <a:pt x="46" y="38"/>
                  </a:lnTo>
                  <a:lnTo>
                    <a:pt x="42" y="34"/>
                  </a:lnTo>
                  <a:lnTo>
                    <a:pt x="42" y="30"/>
                  </a:lnTo>
                  <a:lnTo>
                    <a:pt x="42" y="26"/>
                  </a:lnTo>
                  <a:lnTo>
                    <a:pt x="42" y="30"/>
                  </a:lnTo>
                  <a:lnTo>
                    <a:pt x="46" y="30"/>
                  </a:lnTo>
                  <a:lnTo>
                    <a:pt x="46" y="26"/>
                  </a:lnTo>
                  <a:lnTo>
                    <a:pt x="50" y="26"/>
                  </a:lnTo>
                  <a:lnTo>
                    <a:pt x="50" y="30"/>
                  </a:lnTo>
                  <a:lnTo>
                    <a:pt x="50" y="34"/>
                  </a:lnTo>
                  <a:lnTo>
                    <a:pt x="54" y="34"/>
                  </a:lnTo>
                  <a:lnTo>
                    <a:pt x="56" y="34"/>
                  </a:lnTo>
                  <a:lnTo>
                    <a:pt x="60" y="34"/>
                  </a:lnTo>
                  <a:lnTo>
                    <a:pt x="64" y="34"/>
                  </a:lnTo>
                  <a:lnTo>
                    <a:pt x="64" y="38"/>
                  </a:lnTo>
                  <a:lnTo>
                    <a:pt x="68" y="38"/>
                  </a:lnTo>
                  <a:lnTo>
                    <a:pt x="68" y="34"/>
                  </a:lnTo>
                  <a:lnTo>
                    <a:pt x="72" y="34"/>
                  </a:lnTo>
                  <a:lnTo>
                    <a:pt x="76" y="34"/>
                  </a:lnTo>
                  <a:lnTo>
                    <a:pt x="72" y="34"/>
                  </a:lnTo>
                  <a:lnTo>
                    <a:pt x="68" y="34"/>
                  </a:lnTo>
                  <a:lnTo>
                    <a:pt x="68" y="30"/>
                  </a:lnTo>
                  <a:lnTo>
                    <a:pt x="72" y="26"/>
                  </a:lnTo>
                  <a:lnTo>
                    <a:pt x="76" y="26"/>
                  </a:lnTo>
                  <a:lnTo>
                    <a:pt x="76" y="22"/>
                  </a:lnTo>
                  <a:lnTo>
                    <a:pt x="80" y="22"/>
                  </a:lnTo>
                  <a:lnTo>
                    <a:pt x="84" y="22"/>
                  </a:lnTo>
                  <a:lnTo>
                    <a:pt x="86" y="22"/>
                  </a:lnTo>
                  <a:lnTo>
                    <a:pt x="86" y="18"/>
                  </a:lnTo>
                  <a:lnTo>
                    <a:pt x="90" y="18"/>
                  </a:lnTo>
                  <a:lnTo>
                    <a:pt x="90" y="16"/>
                  </a:lnTo>
                  <a:lnTo>
                    <a:pt x="90" y="12"/>
                  </a:lnTo>
                  <a:lnTo>
                    <a:pt x="90" y="8"/>
                  </a:lnTo>
                  <a:lnTo>
                    <a:pt x="90" y="4"/>
                  </a:lnTo>
                  <a:lnTo>
                    <a:pt x="94" y="0"/>
                  </a:lnTo>
                  <a:lnTo>
                    <a:pt x="98" y="0"/>
                  </a:lnTo>
                  <a:lnTo>
                    <a:pt x="102" y="0"/>
                  </a:lnTo>
                  <a:lnTo>
                    <a:pt x="106" y="0"/>
                  </a:lnTo>
                  <a:lnTo>
                    <a:pt x="106" y="4"/>
                  </a:lnTo>
                  <a:lnTo>
                    <a:pt x="110" y="4"/>
                  </a:lnTo>
                  <a:lnTo>
                    <a:pt x="110" y="8"/>
                  </a:lnTo>
                  <a:lnTo>
                    <a:pt x="110" y="4"/>
                  </a:lnTo>
                  <a:lnTo>
                    <a:pt x="114" y="4"/>
                  </a:lnTo>
                  <a:lnTo>
                    <a:pt x="114" y="8"/>
                  </a:lnTo>
                  <a:lnTo>
                    <a:pt x="114" y="12"/>
                  </a:lnTo>
                  <a:lnTo>
                    <a:pt x="116" y="12"/>
                  </a:lnTo>
                  <a:lnTo>
                    <a:pt x="120" y="12"/>
                  </a:lnTo>
                  <a:lnTo>
                    <a:pt x="120" y="16"/>
                  </a:lnTo>
                  <a:lnTo>
                    <a:pt x="124" y="16"/>
                  </a:lnTo>
                  <a:lnTo>
                    <a:pt x="128" y="16"/>
                  </a:lnTo>
                  <a:lnTo>
                    <a:pt x="128" y="18"/>
                  </a:lnTo>
                  <a:lnTo>
                    <a:pt x="128" y="22"/>
                  </a:lnTo>
                  <a:lnTo>
                    <a:pt x="132" y="22"/>
                  </a:lnTo>
                  <a:lnTo>
                    <a:pt x="136" y="22"/>
                  </a:lnTo>
                  <a:lnTo>
                    <a:pt x="136" y="18"/>
                  </a:lnTo>
                  <a:lnTo>
                    <a:pt x="138" y="18"/>
                  </a:lnTo>
                  <a:lnTo>
                    <a:pt x="136" y="18"/>
                  </a:lnTo>
                  <a:lnTo>
                    <a:pt x="136" y="22"/>
                  </a:lnTo>
                  <a:lnTo>
                    <a:pt x="136" y="26"/>
                  </a:lnTo>
                  <a:lnTo>
                    <a:pt x="138" y="26"/>
                  </a:lnTo>
                  <a:lnTo>
                    <a:pt x="142" y="30"/>
                  </a:lnTo>
                  <a:lnTo>
                    <a:pt x="146" y="30"/>
                  </a:lnTo>
                  <a:lnTo>
                    <a:pt x="150" y="30"/>
                  </a:lnTo>
                  <a:lnTo>
                    <a:pt x="150" y="34"/>
                  </a:lnTo>
                  <a:lnTo>
                    <a:pt x="154" y="34"/>
                  </a:lnTo>
                  <a:lnTo>
                    <a:pt x="154" y="30"/>
                  </a:lnTo>
                  <a:lnTo>
                    <a:pt x="158" y="30"/>
                  </a:lnTo>
                  <a:lnTo>
                    <a:pt x="158" y="34"/>
                  </a:lnTo>
                  <a:lnTo>
                    <a:pt x="160" y="34"/>
                  </a:lnTo>
                  <a:lnTo>
                    <a:pt x="160" y="38"/>
                  </a:lnTo>
                  <a:lnTo>
                    <a:pt x="164" y="38"/>
                  </a:lnTo>
                  <a:lnTo>
                    <a:pt x="168" y="38"/>
                  </a:lnTo>
                  <a:lnTo>
                    <a:pt x="168" y="42"/>
                  </a:lnTo>
                  <a:lnTo>
                    <a:pt x="172" y="42"/>
                  </a:lnTo>
                  <a:lnTo>
                    <a:pt x="172" y="38"/>
                  </a:lnTo>
                  <a:lnTo>
                    <a:pt x="176" y="42"/>
                  </a:lnTo>
                  <a:lnTo>
                    <a:pt x="180" y="42"/>
                  </a:lnTo>
                  <a:lnTo>
                    <a:pt x="184" y="42"/>
                  </a:lnTo>
                  <a:lnTo>
                    <a:pt x="184" y="46"/>
                  </a:lnTo>
                  <a:lnTo>
                    <a:pt x="180" y="48"/>
                  </a:lnTo>
                  <a:lnTo>
                    <a:pt x="180" y="52"/>
                  </a:lnTo>
                  <a:lnTo>
                    <a:pt x="176" y="52"/>
                  </a:lnTo>
                  <a:lnTo>
                    <a:pt x="176" y="56"/>
                  </a:lnTo>
                  <a:lnTo>
                    <a:pt x="176" y="60"/>
                  </a:lnTo>
                  <a:lnTo>
                    <a:pt x="176" y="64"/>
                  </a:lnTo>
                  <a:lnTo>
                    <a:pt x="176" y="68"/>
                  </a:lnTo>
                  <a:lnTo>
                    <a:pt x="176" y="72"/>
                  </a:lnTo>
                  <a:lnTo>
                    <a:pt x="172" y="72"/>
                  </a:lnTo>
                  <a:lnTo>
                    <a:pt x="172" y="76"/>
                  </a:lnTo>
                  <a:lnTo>
                    <a:pt x="168" y="76"/>
                  </a:lnTo>
                  <a:lnTo>
                    <a:pt x="168" y="72"/>
                  </a:lnTo>
                  <a:lnTo>
                    <a:pt x="168" y="76"/>
                  </a:lnTo>
                  <a:lnTo>
                    <a:pt x="164" y="76"/>
                  </a:lnTo>
                  <a:lnTo>
                    <a:pt x="168" y="76"/>
                  </a:lnTo>
                  <a:lnTo>
                    <a:pt x="164" y="78"/>
                  </a:lnTo>
                  <a:lnTo>
                    <a:pt x="164" y="82"/>
                  </a:lnTo>
                  <a:lnTo>
                    <a:pt x="160" y="82"/>
                  </a:lnTo>
                  <a:lnTo>
                    <a:pt x="160" y="86"/>
                  </a:lnTo>
                  <a:lnTo>
                    <a:pt x="158" y="86"/>
                  </a:lnTo>
                  <a:lnTo>
                    <a:pt x="160" y="86"/>
                  </a:lnTo>
                  <a:lnTo>
                    <a:pt x="158" y="90"/>
                  </a:lnTo>
                  <a:lnTo>
                    <a:pt x="154" y="90"/>
                  </a:lnTo>
                  <a:lnTo>
                    <a:pt x="154" y="94"/>
                  </a:lnTo>
                  <a:lnTo>
                    <a:pt x="154" y="98"/>
                  </a:lnTo>
                  <a:lnTo>
                    <a:pt x="154" y="102"/>
                  </a:lnTo>
                  <a:lnTo>
                    <a:pt x="158" y="102"/>
                  </a:lnTo>
                  <a:lnTo>
                    <a:pt x="158" y="98"/>
                  </a:lnTo>
                  <a:lnTo>
                    <a:pt x="158" y="94"/>
                  </a:lnTo>
                  <a:lnTo>
                    <a:pt x="160" y="94"/>
                  </a:lnTo>
                  <a:lnTo>
                    <a:pt x="164" y="94"/>
                  </a:lnTo>
                  <a:lnTo>
                    <a:pt x="164" y="98"/>
                  </a:lnTo>
                  <a:lnTo>
                    <a:pt x="164" y="102"/>
                  </a:lnTo>
                  <a:lnTo>
                    <a:pt x="168" y="106"/>
                  </a:lnTo>
                  <a:lnTo>
                    <a:pt x="164" y="106"/>
                  </a:lnTo>
                  <a:lnTo>
                    <a:pt x="164" y="108"/>
                  </a:lnTo>
                  <a:lnTo>
                    <a:pt x="164" y="112"/>
                  </a:lnTo>
                  <a:lnTo>
                    <a:pt x="168" y="112"/>
                  </a:lnTo>
                  <a:lnTo>
                    <a:pt x="168" y="116"/>
                  </a:lnTo>
                  <a:lnTo>
                    <a:pt x="168" y="120"/>
                  </a:lnTo>
                  <a:lnTo>
                    <a:pt x="164" y="120"/>
                  </a:lnTo>
                  <a:lnTo>
                    <a:pt x="160" y="120"/>
                  </a:lnTo>
                  <a:lnTo>
                    <a:pt x="160" y="124"/>
                  </a:lnTo>
                  <a:lnTo>
                    <a:pt x="164" y="128"/>
                  </a:lnTo>
                  <a:lnTo>
                    <a:pt x="168" y="128"/>
                  </a:lnTo>
                  <a:lnTo>
                    <a:pt x="164" y="132"/>
                  </a:lnTo>
                  <a:lnTo>
                    <a:pt x="164" y="134"/>
                  </a:lnTo>
                  <a:lnTo>
                    <a:pt x="164" y="138"/>
                  </a:lnTo>
                  <a:lnTo>
                    <a:pt x="168" y="138"/>
                  </a:lnTo>
                  <a:lnTo>
                    <a:pt x="172" y="142"/>
                  </a:lnTo>
                  <a:lnTo>
                    <a:pt x="176" y="142"/>
                  </a:lnTo>
                  <a:lnTo>
                    <a:pt x="176" y="138"/>
                  </a:lnTo>
                  <a:lnTo>
                    <a:pt x="176" y="142"/>
                  </a:lnTo>
                  <a:lnTo>
                    <a:pt x="176" y="146"/>
                  </a:lnTo>
                  <a:lnTo>
                    <a:pt x="172" y="146"/>
                  </a:lnTo>
                  <a:lnTo>
                    <a:pt x="176" y="146"/>
                  </a:lnTo>
                  <a:lnTo>
                    <a:pt x="176" y="150"/>
                  </a:lnTo>
                  <a:lnTo>
                    <a:pt x="172" y="150"/>
                  </a:lnTo>
                  <a:lnTo>
                    <a:pt x="168" y="150"/>
                  </a:lnTo>
                  <a:lnTo>
                    <a:pt x="168" y="154"/>
                  </a:lnTo>
                  <a:lnTo>
                    <a:pt x="164" y="154"/>
                  </a:lnTo>
                  <a:lnTo>
                    <a:pt x="160" y="158"/>
                  </a:lnTo>
                  <a:lnTo>
                    <a:pt x="160" y="162"/>
                  </a:lnTo>
                  <a:lnTo>
                    <a:pt x="158" y="162"/>
                  </a:lnTo>
                  <a:lnTo>
                    <a:pt x="154" y="162"/>
                  </a:lnTo>
                  <a:lnTo>
                    <a:pt x="150" y="162"/>
                  </a:lnTo>
                  <a:lnTo>
                    <a:pt x="146" y="162"/>
                  </a:lnTo>
                  <a:lnTo>
                    <a:pt x="142" y="162"/>
                  </a:lnTo>
                  <a:lnTo>
                    <a:pt x="142" y="158"/>
                  </a:lnTo>
                  <a:lnTo>
                    <a:pt x="138" y="158"/>
                  </a:lnTo>
                  <a:lnTo>
                    <a:pt x="142" y="158"/>
                  </a:lnTo>
                  <a:lnTo>
                    <a:pt x="142" y="154"/>
                  </a:lnTo>
                  <a:lnTo>
                    <a:pt x="138" y="154"/>
                  </a:lnTo>
                  <a:lnTo>
                    <a:pt x="136" y="158"/>
                  </a:lnTo>
                  <a:lnTo>
                    <a:pt x="136" y="154"/>
                  </a:lnTo>
                  <a:lnTo>
                    <a:pt x="136" y="158"/>
                  </a:lnTo>
                  <a:lnTo>
                    <a:pt x="132" y="158"/>
                  </a:lnTo>
                  <a:lnTo>
                    <a:pt x="132" y="154"/>
                  </a:lnTo>
                  <a:lnTo>
                    <a:pt x="128" y="154"/>
                  </a:lnTo>
                  <a:lnTo>
                    <a:pt x="124" y="154"/>
                  </a:lnTo>
                  <a:lnTo>
                    <a:pt x="120" y="158"/>
                  </a:lnTo>
                  <a:lnTo>
                    <a:pt x="116" y="158"/>
                  </a:lnTo>
                  <a:lnTo>
                    <a:pt x="114" y="162"/>
                  </a:lnTo>
                  <a:lnTo>
                    <a:pt x="114" y="164"/>
                  </a:lnTo>
                  <a:lnTo>
                    <a:pt x="110" y="164"/>
                  </a:lnTo>
                  <a:lnTo>
                    <a:pt x="110" y="168"/>
                  </a:lnTo>
                  <a:lnTo>
                    <a:pt x="114" y="168"/>
                  </a:lnTo>
                  <a:lnTo>
                    <a:pt x="114" y="172"/>
                  </a:lnTo>
                  <a:lnTo>
                    <a:pt x="114" y="176"/>
                  </a:lnTo>
                  <a:lnTo>
                    <a:pt x="110" y="172"/>
                  </a:lnTo>
                  <a:lnTo>
                    <a:pt x="106" y="176"/>
                  </a:lnTo>
                  <a:lnTo>
                    <a:pt x="102" y="176"/>
                  </a:lnTo>
                  <a:lnTo>
                    <a:pt x="98" y="176"/>
                  </a:lnTo>
                  <a:lnTo>
                    <a:pt x="94" y="176"/>
                  </a:lnTo>
                  <a:lnTo>
                    <a:pt x="94" y="172"/>
                  </a:lnTo>
                  <a:lnTo>
                    <a:pt x="94" y="172"/>
                  </a:lnTo>
                  <a:lnTo>
                    <a:pt x="94" y="172"/>
                  </a:lnTo>
                  <a:close/>
                  <a:moveTo>
                    <a:pt x="50" y="108"/>
                  </a:moveTo>
                  <a:lnTo>
                    <a:pt x="50" y="106"/>
                  </a:lnTo>
                  <a:lnTo>
                    <a:pt x="50" y="102"/>
                  </a:lnTo>
                  <a:lnTo>
                    <a:pt x="50" y="106"/>
                  </a:lnTo>
                  <a:lnTo>
                    <a:pt x="54" y="106"/>
                  </a:lnTo>
                  <a:lnTo>
                    <a:pt x="54" y="108"/>
                  </a:lnTo>
                  <a:lnTo>
                    <a:pt x="50" y="108"/>
                  </a:lnTo>
                  <a:lnTo>
                    <a:pt x="50" y="108"/>
                  </a:lnTo>
                  <a:lnTo>
                    <a:pt x="50" y="108"/>
                  </a:lnTo>
                  <a:close/>
                  <a:moveTo>
                    <a:pt x="22" y="78"/>
                  </a:moveTo>
                  <a:lnTo>
                    <a:pt x="22" y="76"/>
                  </a:lnTo>
                  <a:lnTo>
                    <a:pt x="22" y="78"/>
                  </a:lnTo>
                  <a:lnTo>
                    <a:pt x="22" y="78"/>
                  </a:lnTo>
                  <a:lnTo>
                    <a:pt x="22" y="78"/>
                  </a:lnTo>
                  <a:close/>
                  <a:moveTo>
                    <a:pt x="50" y="102"/>
                  </a:moveTo>
                  <a:lnTo>
                    <a:pt x="46" y="102"/>
                  </a:lnTo>
                  <a:lnTo>
                    <a:pt x="46" y="98"/>
                  </a:lnTo>
                  <a:lnTo>
                    <a:pt x="50" y="102"/>
                  </a:lnTo>
                  <a:lnTo>
                    <a:pt x="50" y="102"/>
                  </a:lnTo>
                  <a:lnTo>
                    <a:pt x="50" y="102"/>
                  </a:lnTo>
                  <a:close/>
                  <a:moveTo>
                    <a:pt x="190" y="182"/>
                  </a:moveTo>
                  <a:lnTo>
                    <a:pt x="190" y="180"/>
                  </a:lnTo>
                  <a:lnTo>
                    <a:pt x="190" y="176"/>
                  </a:lnTo>
                  <a:lnTo>
                    <a:pt x="190" y="172"/>
                  </a:lnTo>
                  <a:lnTo>
                    <a:pt x="194" y="172"/>
                  </a:lnTo>
                  <a:lnTo>
                    <a:pt x="194" y="168"/>
                  </a:lnTo>
                  <a:lnTo>
                    <a:pt x="198" y="168"/>
                  </a:lnTo>
                  <a:lnTo>
                    <a:pt x="198" y="164"/>
                  </a:lnTo>
                  <a:lnTo>
                    <a:pt x="202" y="164"/>
                  </a:lnTo>
                  <a:lnTo>
                    <a:pt x="202" y="168"/>
                  </a:lnTo>
                  <a:lnTo>
                    <a:pt x="202" y="172"/>
                  </a:lnTo>
                  <a:lnTo>
                    <a:pt x="202" y="180"/>
                  </a:lnTo>
                  <a:lnTo>
                    <a:pt x="202" y="182"/>
                  </a:lnTo>
                  <a:lnTo>
                    <a:pt x="202" y="186"/>
                  </a:lnTo>
                  <a:lnTo>
                    <a:pt x="202" y="190"/>
                  </a:lnTo>
                  <a:lnTo>
                    <a:pt x="198" y="190"/>
                  </a:lnTo>
                  <a:lnTo>
                    <a:pt x="198" y="194"/>
                  </a:lnTo>
                  <a:lnTo>
                    <a:pt x="194" y="194"/>
                  </a:lnTo>
                  <a:lnTo>
                    <a:pt x="190" y="190"/>
                  </a:lnTo>
                  <a:lnTo>
                    <a:pt x="194" y="190"/>
                  </a:lnTo>
                  <a:lnTo>
                    <a:pt x="190" y="190"/>
                  </a:lnTo>
                  <a:lnTo>
                    <a:pt x="190" y="186"/>
                  </a:lnTo>
                  <a:lnTo>
                    <a:pt x="190" y="182"/>
                  </a:lnTo>
                  <a:lnTo>
                    <a:pt x="190" y="182"/>
                  </a:lnTo>
                  <a:lnTo>
                    <a:pt x="190" y="1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6" name="Freeform 101"/>
            <p:cNvSpPr>
              <a:spLocks noChangeAspect="1" noEditPoints="1"/>
            </p:cNvSpPr>
            <p:nvPr/>
          </p:nvSpPr>
          <p:spPr bwMode="gray">
            <a:xfrm>
              <a:off x="4942564" y="2745658"/>
              <a:ext cx="226104" cy="285239"/>
            </a:xfrm>
            <a:custGeom>
              <a:avLst/>
              <a:gdLst>
                <a:gd name="T0" fmla="*/ 26 w 130"/>
                <a:gd name="T1" fmla="*/ 142 h 164"/>
                <a:gd name="T2" fmla="*/ 32 w 130"/>
                <a:gd name="T3" fmla="*/ 128 h 164"/>
                <a:gd name="T4" fmla="*/ 18 w 130"/>
                <a:gd name="T5" fmla="*/ 128 h 164"/>
                <a:gd name="T6" fmla="*/ 6 w 130"/>
                <a:gd name="T7" fmla="*/ 120 h 164"/>
                <a:gd name="T8" fmla="*/ 4 w 130"/>
                <a:gd name="T9" fmla="*/ 108 h 164"/>
                <a:gd name="T10" fmla="*/ 6 w 130"/>
                <a:gd name="T11" fmla="*/ 94 h 164"/>
                <a:gd name="T12" fmla="*/ 4 w 130"/>
                <a:gd name="T13" fmla="*/ 86 h 164"/>
                <a:gd name="T14" fmla="*/ 4 w 130"/>
                <a:gd name="T15" fmla="*/ 76 h 164"/>
                <a:gd name="T16" fmla="*/ 14 w 130"/>
                <a:gd name="T17" fmla="*/ 68 h 164"/>
                <a:gd name="T18" fmla="*/ 14 w 130"/>
                <a:gd name="T19" fmla="*/ 56 h 164"/>
                <a:gd name="T20" fmla="*/ 18 w 130"/>
                <a:gd name="T21" fmla="*/ 50 h 164"/>
                <a:gd name="T22" fmla="*/ 18 w 130"/>
                <a:gd name="T23" fmla="*/ 38 h 164"/>
                <a:gd name="T24" fmla="*/ 30 w 130"/>
                <a:gd name="T25" fmla="*/ 30 h 164"/>
                <a:gd name="T26" fmla="*/ 32 w 130"/>
                <a:gd name="T27" fmla="*/ 30 h 164"/>
                <a:gd name="T28" fmla="*/ 40 w 130"/>
                <a:gd name="T29" fmla="*/ 34 h 164"/>
                <a:gd name="T30" fmla="*/ 48 w 130"/>
                <a:gd name="T31" fmla="*/ 26 h 164"/>
                <a:gd name="T32" fmla="*/ 52 w 130"/>
                <a:gd name="T33" fmla="*/ 30 h 164"/>
                <a:gd name="T34" fmla="*/ 44 w 130"/>
                <a:gd name="T35" fmla="*/ 20 h 164"/>
                <a:gd name="T36" fmla="*/ 44 w 130"/>
                <a:gd name="T37" fmla="*/ 16 h 164"/>
                <a:gd name="T38" fmla="*/ 36 w 130"/>
                <a:gd name="T39" fmla="*/ 4 h 164"/>
                <a:gd name="T40" fmla="*/ 36 w 130"/>
                <a:gd name="T41" fmla="*/ 0 h 164"/>
                <a:gd name="T42" fmla="*/ 52 w 130"/>
                <a:gd name="T43" fmla="*/ 4 h 164"/>
                <a:gd name="T44" fmla="*/ 56 w 130"/>
                <a:gd name="T45" fmla="*/ 12 h 164"/>
                <a:gd name="T46" fmla="*/ 74 w 130"/>
                <a:gd name="T47" fmla="*/ 16 h 164"/>
                <a:gd name="T48" fmla="*/ 74 w 130"/>
                <a:gd name="T49" fmla="*/ 24 h 164"/>
                <a:gd name="T50" fmla="*/ 86 w 130"/>
                <a:gd name="T51" fmla="*/ 20 h 164"/>
                <a:gd name="T52" fmla="*/ 100 w 130"/>
                <a:gd name="T53" fmla="*/ 12 h 164"/>
                <a:gd name="T54" fmla="*/ 92 w 130"/>
                <a:gd name="T55" fmla="*/ 16 h 164"/>
                <a:gd name="T56" fmla="*/ 108 w 130"/>
                <a:gd name="T57" fmla="*/ 20 h 164"/>
                <a:gd name="T58" fmla="*/ 114 w 130"/>
                <a:gd name="T59" fmla="*/ 26 h 164"/>
                <a:gd name="T60" fmla="*/ 122 w 130"/>
                <a:gd name="T61" fmla="*/ 38 h 164"/>
                <a:gd name="T62" fmla="*/ 122 w 130"/>
                <a:gd name="T63" fmla="*/ 52 h 164"/>
                <a:gd name="T64" fmla="*/ 126 w 130"/>
                <a:gd name="T65" fmla="*/ 60 h 164"/>
                <a:gd name="T66" fmla="*/ 126 w 130"/>
                <a:gd name="T67" fmla="*/ 76 h 164"/>
                <a:gd name="T68" fmla="*/ 126 w 130"/>
                <a:gd name="T69" fmla="*/ 90 h 164"/>
                <a:gd name="T70" fmla="*/ 122 w 130"/>
                <a:gd name="T71" fmla="*/ 86 h 164"/>
                <a:gd name="T72" fmla="*/ 104 w 130"/>
                <a:gd name="T73" fmla="*/ 94 h 164"/>
                <a:gd name="T74" fmla="*/ 92 w 130"/>
                <a:gd name="T75" fmla="*/ 106 h 164"/>
                <a:gd name="T76" fmla="*/ 96 w 130"/>
                <a:gd name="T77" fmla="*/ 108 h 164"/>
                <a:gd name="T78" fmla="*/ 100 w 130"/>
                <a:gd name="T79" fmla="*/ 120 h 164"/>
                <a:gd name="T80" fmla="*/ 112 w 130"/>
                <a:gd name="T81" fmla="*/ 134 h 164"/>
                <a:gd name="T82" fmla="*/ 100 w 130"/>
                <a:gd name="T83" fmla="*/ 142 h 164"/>
                <a:gd name="T84" fmla="*/ 100 w 130"/>
                <a:gd name="T85" fmla="*/ 154 h 164"/>
                <a:gd name="T86" fmla="*/ 100 w 130"/>
                <a:gd name="T87" fmla="*/ 158 h 164"/>
                <a:gd name="T88" fmla="*/ 82 w 130"/>
                <a:gd name="T89" fmla="*/ 158 h 164"/>
                <a:gd name="T90" fmla="*/ 66 w 130"/>
                <a:gd name="T91" fmla="*/ 158 h 164"/>
                <a:gd name="T92" fmla="*/ 58 w 130"/>
                <a:gd name="T93" fmla="*/ 158 h 164"/>
                <a:gd name="T94" fmla="*/ 44 w 130"/>
                <a:gd name="T95" fmla="*/ 154 h 164"/>
                <a:gd name="T96" fmla="*/ 40 w 130"/>
                <a:gd name="T97" fmla="*/ 154 h 164"/>
                <a:gd name="T98" fmla="*/ 32 w 130"/>
                <a:gd name="T99" fmla="*/ 158 h 164"/>
                <a:gd name="T100" fmla="*/ 118 w 130"/>
                <a:gd name="T101" fmla="*/ 26 h 164"/>
                <a:gd name="T102" fmla="*/ 112 w 130"/>
                <a:gd name="T103" fmla="*/ 24 h 164"/>
                <a:gd name="T104" fmla="*/ 118 w 130"/>
                <a:gd name="T105" fmla="*/ 26 h 164"/>
                <a:gd name="T106" fmla="*/ 74 w 130"/>
                <a:gd name="T107" fmla="*/ 16 h 164"/>
                <a:gd name="T108" fmla="*/ 40 w 130"/>
                <a:gd name="T109" fmla="*/ 8 h 164"/>
                <a:gd name="T110" fmla="*/ 104 w 130"/>
                <a:gd name="T111" fmla="*/ 20 h 164"/>
                <a:gd name="T112" fmla="*/ 104 w 130"/>
                <a:gd name="T113" fmla="*/ 8 h 164"/>
                <a:gd name="T114" fmla="*/ 108 w 130"/>
                <a:gd name="T115" fmla="*/ 16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0" h="164">
                  <a:moveTo>
                    <a:pt x="26" y="158"/>
                  </a:moveTo>
                  <a:lnTo>
                    <a:pt x="26" y="154"/>
                  </a:lnTo>
                  <a:lnTo>
                    <a:pt x="26" y="150"/>
                  </a:lnTo>
                  <a:lnTo>
                    <a:pt x="26" y="146"/>
                  </a:lnTo>
                  <a:lnTo>
                    <a:pt x="26" y="142"/>
                  </a:lnTo>
                  <a:lnTo>
                    <a:pt x="26" y="138"/>
                  </a:lnTo>
                  <a:lnTo>
                    <a:pt x="30" y="138"/>
                  </a:lnTo>
                  <a:lnTo>
                    <a:pt x="30" y="134"/>
                  </a:lnTo>
                  <a:lnTo>
                    <a:pt x="32" y="132"/>
                  </a:lnTo>
                  <a:lnTo>
                    <a:pt x="32" y="128"/>
                  </a:lnTo>
                  <a:lnTo>
                    <a:pt x="30" y="128"/>
                  </a:lnTo>
                  <a:lnTo>
                    <a:pt x="26" y="128"/>
                  </a:lnTo>
                  <a:lnTo>
                    <a:pt x="22" y="124"/>
                  </a:lnTo>
                  <a:lnTo>
                    <a:pt x="22" y="128"/>
                  </a:lnTo>
                  <a:lnTo>
                    <a:pt x="18" y="128"/>
                  </a:lnTo>
                  <a:lnTo>
                    <a:pt x="18" y="124"/>
                  </a:lnTo>
                  <a:lnTo>
                    <a:pt x="14" y="124"/>
                  </a:lnTo>
                  <a:lnTo>
                    <a:pt x="10" y="124"/>
                  </a:lnTo>
                  <a:lnTo>
                    <a:pt x="10" y="120"/>
                  </a:lnTo>
                  <a:lnTo>
                    <a:pt x="6" y="120"/>
                  </a:lnTo>
                  <a:lnTo>
                    <a:pt x="6" y="116"/>
                  </a:lnTo>
                  <a:lnTo>
                    <a:pt x="10" y="112"/>
                  </a:lnTo>
                  <a:lnTo>
                    <a:pt x="6" y="112"/>
                  </a:lnTo>
                  <a:lnTo>
                    <a:pt x="6" y="108"/>
                  </a:lnTo>
                  <a:lnTo>
                    <a:pt x="4" y="108"/>
                  </a:lnTo>
                  <a:lnTo>
                    <a:pt x="4" y="106"/>
                  </a:lnTo>
                  <a:lnTo>
                    <a:pt x="4" y="102"/>
                  </a:lnTo>
                  <a:lnTo>
                    <a:pt x="6" y="102"/>
                  </a:lnTo>
                  <a:lnTo>
                    <a:pt x="6" y="98"/>
                  </a:lnTo>
                  <a:lnTo>
                    <a:pt x="6" y="94"/>
                  </a:lnTo>
                  <a:lnTo>
                    <a:pt x="4" y="94"/>
                  </a:lnTo>
                  <a:lnTo>
                    <a:pt x="4" y="90"/>
                  </a:lnTo>
                  <a:lnTo>
                    <a:pt x="4" y="86"/>
                  </a:lnTo>
                  <a:lnTo>
                    <a:pt x="0" y="86"/>
                  </a:lnTo>
                  <a:lnTo>
                    <a:pt x="4" y="86"/>
                  </a:lnTo>
                  <a:lnTo>
                    <a:pt x="4" y="82"/>
                  </a:lnTo>
                  <a:lnTo>
                    <a:pt x="4" y="78"/>
                  </a:lnTo>
                  <a:lnTo>
                    <a:pt x="6" y="78"/>
                  </a:lnTo>
                  <a:lnTo>
                    <a:pt x="6" y="76"/>
                  </a:lnTo>
                  <a:lnTo>
                    <a:pt x="4" y="76"/>
                  </a:lnTo>
                  <a:lnTo>
                    <a:pt x="4" y="72"/>
                  </a:lnTo>
                  <a:lnTo>
                    <a:pt x="4" y="68"/>
                  </a:lnTo>
                  <a:lnTo>
                    <a:pt x="6" y="68"/>
                  </a:lnTo>
                  <a:lnTo>
                    <a:pt x="10" y="68"/>
                  </a:lnTo>
                  <a:lnTo>
                    <a:pt x="14" y="68"/>
                  </a:lnTo>
                  <a:lnTo>
                    <a:pt x="14" y="64"/>
                  </a:lnTo>
                  <a:lnTo>
                    <a:pt x="14" y="60"/>
                  </a:lnTo>
                  <a:lnTo>
                    <a:pt x="18" y="60"/>
                  </a:lnTo>
                  <a:lnTo>
                    <a:pt x="18" y="56"/>
                  </a:lnTo>
                  <a:lnTo>
                    <a:pt x="14" y="56"/>
                  </a:lnTo>
                  <a:lnTo>
                    <a:pt x="10" y="56"/>
                  </a:lnTo>
                  <a:lnTo>
                    <a:pt x="10" y="52"/>
                  </a:lnTo>
                  <a:lnTo>
                    <a:pt x="14" y="52"/>
                  </a:lnTo>
                  <a:lnTo>
                    <a:pt x="18" y="52"/>
                  </a:lnTo>
                  <a:lnTo>
                    <a:pt x="18" y="50"/>
                  </a:lnTo>
                  <a:lnTo>
                    <a:pt x="18" y="46"/>
                  </a:lnTo>
                  <a:lnTo>
                    <a:pt x="18" y="42"/>
                  </a:lnTo>
                  <a:lnTo>
                    <a:pt x="18" y="38"/>
                  </a:lnTo>
                  <a:lnTo>
                    <a:pt x="22" y="38"/>
                  </a:lnTo>
                  <a:lnTo>
                    <a:pt x="18" y="38"/>
                  </a:lnTo>
                  <a:lnTo>
                    <a:pt x="18" y="34"/>
                  </a:lnTo>
                  <a:lnTo>
                    <a:pt x="18" y="30"/>
                  </a:lnTo>
                  <a:lnTo>
                    <a:pt x="22" y="30"/>
                  </a:lnTo>
                  <a:lnTo>
                    <a:pt x="26" y="30"/>
                  </a:lnTo>
                  <a:lnTo>
                    <a:pt x="30" y="30"/>
                  </a:lnTo>
                  <a:lnTo>
                    <a:pt x="32" y="30"/>
                  </a:lnTo>
                  <a:lnTo>
                    <a:pt x="32" y="34"/>
                  </a:lnTo>
                  <a:lnTo>
                    <a:pt x="36" y="34"/>
                  </a:lnTo>
                  <a:lnTo>
                    <a:pt x="32" y="34"/>
                  </a:lnTo>
                  <a:lnTo>
                    <a:pt x="32" y="30"/>
                  </a:lnTo>
                  <a:lnTo>
                    <a:pt x="36" y="30"/>
                  </a:lnTo>
                  <a:lnTo>
                    <a:pt x="36" y="34"/>
                  </a:lnTo>
                  <a:lnTo>
                    <a:pt x="36" y="38"/>
                  </a:lnTo>
                  <a:lnTo>
                    <a:pt x="36" y="34"/>
                  </a:lnTo>
                  <a:lnTo>
                    <a:pt x="40" y="34"/>
                  </a:lnTo>
                  <a:lnTo>
                    <a:pt x="36" y="30"/>
                  </a:lnTo>
                  <a:lnTo>
                    <a:pt x="36" y="26"/>
                  </a:lnTo>
                  <a:lnTo>
                    <a:pt x="40" y="26"/>
                  </a:lnTo>
                  <a:lnTo>
                    <a:pt x="44" y="26"/>
                  </a:lnTo>
                  <a:lnTo>
                    <a:pt x="48" y="26"/>
                  </a:lnTo>
                  <a:lnTo>
                    <a:pt x="52" y="26"/>
                  </a:lnTo>
                  <a:lnTo>
                    <a:pt x="52" y="30"/>
                  </a:lnTo>
                  <a:lnTo>
                    <a:pt x="56" y="34"/>
                  </a:lnTo>
                  <a:lnTo>
                    <a:pt x="56" y="30"/>
                  </a:lnTo>
                  <a:lnTo>
                    <a:pt x="52" y="30"/>
                  </a:lnTo>
                  <a:lnTo>
                    <a:pt x="52" y="26"/>
                  </a:lnTo>
                  <a:lnTo>
                    <a:pt x="48" y="26"/>
                  </a:lnTo>
                  <a:lnTo>
                    <a:pt x="44" y="26"/>
                  </a:lnTo>
                  <a:lnTo>
                    <a:pt x="44" y="24"/>
                  </a:lnTo>
                  <a:lnTo>
                    <a:pt x="44" y="20"/>
                  </a:lnTo>
                  <a:lnTo>
                    <a:pt x="40" y="20"/>
                  </a:lnTo>
                  <a:lnTo>
                    <a:pt x="44" y="20"/>
                  </a:lnTo>
                  <a:lnTo>
                    <a:pt x="44" y="16"/>
                  </a:lnTo>
                  <a:lnTo>
                    <a:pt x="40" y="16"/>
                  </a:lnTo>
                  <a:lnTo>
                    <a:pt x="44" y="16"/>
                  </a:lnTo>
                  <a:lnTo>
                    <a:pt x="44" y="12"/>
                  </a:lnTo>
                  <a:lnTo>
                    <a:pt x="44" y="8"/>
                  </a:lnTo>
                  <a:lnTo>
                    <a:pt x="40" y="8"/>
                  </a:lnTo>
                  <a:lnTo>
                    <a:pt x="40" y="4"/>
                  </a:lnTo>
                  <a:lnTo>
                    <a:pt x="36" y="4"/>
                  </a:lnTo>
                  <a:lnTo>
                    <a:pt x="32" y="4"/>
                  </a:lnTo>
                  <a:lnTo>
                    <a:pt x="32" y="8"/>
                  </a:lnTo>
                  <a:lnTo>
                    <a:pt x="32" y="4"/>
                  </a:lnTo>
                  <a:lnTo>
                    <a:pt x="36" y="4"/>
                  </a:lnTo>
                  <a:lnTo>
                    <a:pt x="36" y="0"/>
                  </a:lnTo>
                  <a:lnTo>
                    <a:pt x="36" y="4"/>
                  </a:lnTo>
                  <a:lnTo>
                    <a:pt x="40" y="4"/>
                  </a:lnTo>
                  <a:lnTo>
                    <a:pt x="44" y="4"/>
                  </a:lnTo>
                  <a:lnTo>
                    <a:pt x="48" y="4"/>
                  </a:lnTo>
                  <a:lnTo>
                    <a:pt x="52" y="4"/>
                  </a:lnTo>
                  <a:lnTo>
                    <a:pt x="56" y="4"/>
                  </a:lnTo>
                  <a:lnTo>
                    <a:pt x="58" y="4"/>
                  </a:lnTo>
                  <a:lnTo>
                    <a:pt x="58" y="8"/>
                  </a:lnTo>
                  <a:lnTo>
                    <a:pt x="58" y="12"/>
                  </a:lnTo>
                  <a:lnTo>
                    <a:pt x="56" y="12"/>
                  </a:lnTo>
                  <a:lnTo>
                    <a:pt x="58" y="12"/>
                  </a:lnTo>
                  <a:lnTo>
                    <a:pt x="62" y="16"/>
                  </a:lnTo>
                  <a:lnTo>
                    <a:pt x="66" y="16"/>
                  </a:lnTo>
                  <a:lnTo>
                    <a:pt x="70" y="16"/>
                  </a:lnTo>
                  <a:lnTo>
                    <a:pt x="74" y="16"/>
                  </a:lnTo>
                  <a:lnTo>
                    <a:pt x="74" y="20"/>
                  </a:lnTo>
                  <a:lnTo>
                    <a:pt x="70" y="24"/>
                  </a:lnTo>
                  <a:lnTo>
                    <a:pt x="70" y="26"/>
                  </a:lnTo>
                  <a:lnTo>
                    <a:pt x="70" y="24"/>
                  </a:lnTo>
                  <a:lnTo>
                    <a:pt x="74" y="24"/>
                  </a:lnTo>
                  <a:lnTo>
                    <a:pt x="78" y="24"/>
                  </a:lnTo>
                  <a:lnTo>
                    <a:pt x="78" y="26"/>
                  </a:lnTo>
                  <a:lnTo>
                    <a:pt x="82" y="24"/>
                  </a:lnTo>
                  <a:lnTo>
                    <a:pt x="82" y="20"/>
                  </a:lnTo>
                  <a:lnTo>
                    <a:pt x="86" y="20"/>
                  </a:lnTo>
                  <a:lnTo>
                    <a:pt x="88" y="20"/>
                  </a:lnTo>
                  <a:lnTo>
                    <a:pt x="92" y="16"/>
                  </a:lnTo>
                  <a:lnTo>
                    <a:pt x="92" y="12"/>
                  </a:lnTo>
                  <a:lnTo>
                    <a:pt x="96" y="12"/>
                  </a:lnTo>
                  <a:lnTo>
                    <a:pt x="100" y="12"/>
                  </a:lnTo>
                  <a:lnTo>
                    <a:pt x="100" y="16"/>
                  </a:lnTo>
                  <a:lnTo>
                    <a:pt x="96" y="16"/>
                  </a:lnTo>
                  <a:lnTo>
                    <a:pt x="92" y="16"/>
                  </a:lnTo>
                  <a:lnTo>
                    <a:pt x="92" y="20"/>
                  </a:lnTo>
                  <a:lnTo>
                    <a:pt x="92" y="16"/>
                  </a:lnTo>
                  <a:lnTo>
                    <a:pt x="96" y="16"/>
                  </a:lnTo>
                  <a:lnTo>
                    <a:pt x="100" y="16"/>
                  </a:lnTo>
                  <a:lnTo>
                    <a:pt x="104" y="16"/>
                  </a:lnTo>
                  <a:lnTo>
                    <a:pt x="104" y="20"/>
                  </a:lnTo>
                  <a:lnTo>
                    <a:pt x="108" y="20"/>
                  </a:lnTo>
                  <a:lnTo>
                    <a:pt x="108" y="24"/>
                  </a:lnTo>
                  <a:lnTo>
                    <a:pt x="108" y="20"/>
                  </a:lnTo>
                  <a:lnTo>
                    <a:pt x="112" y="20"/>
                  </a:lnTo>
                  <a:lnTo>
                    <a:pt x="112" y="24"/>
                  </a:lnTo>
                  <a:lnTo>
                    <a:pt x="114" y="26"/>
                  </a:lnTo>
                  <a:lnTo>
                    <a:pt x="112" y="26"/>
                  </a:lnTo>
                  <a:lnTo>
                    <a:pt x="114" y="26"/>
                  </a:lnTo>
                  <a:lnTo>
                    <a:pt x="118" y="30"/>
                  </a:lnTo>
                  <a:lnTo>
                    <a:pt x="118" y="34"/>
                  </a:lnTo>
                  <a:lnTo>
                    <a:pt x="122" y="38"/>
                  </a:lnTo>
                  <a:lnTo>
                    <a:pt x="122" y="42"/>
                  </a:lnTo>
                  <a:lnTo>
                    <a:pt x="118" y="46"/>
                  </a:lnTo>
                  <a:lnTo>
                    <a:pt x="118" y="50"/>
                  </a:lnTo>
                  <a:lnTo>
                    <a:pt x="122" y="50"/>
                  </a:lnTo>
                  <a:lnTo>
                    <a:pt x="122" y="52"/>
                  </a:lnTo>
                  <a:lnTo>
                    <a:pt x="126" y="52"/>
                  </a:lnTo>
                  <a:lnTo>
                    <a:pt x="126" y="56"/>
                  </a:lnTo>
                  <a:lnTo>
                    <a:pt x="122" y="56"/>
                  </a:lnTo>
                  <a:lnTo>
                    <a:pt x="122" y="60"/>
                  </a:lnTo>
                  <a:lnTo>
                    <a:pt x="126" y="60"/>
                  </a:lnTo>
                  <a:lnTo>
                    <a:pt x="126" y="64"/>
                  </a:lnTo>
                  <a:lnTo>
                    <a:pt x="126" y="68"/>
                  </a:lnTo>
                  <a:lnTo>
                    <a:pt x="122" y="68"/>
                  </a:lnTo>
                  <a:lnTo>
                    <a:pt x="126" y="72"/>
                  </a:lnTo>
                  <a:lnTo>
                    <a:pt x="126" y="76"/>
                  </a:lnTo>
                  <a:lnTo>
                    <a:pt x="130" y="76"/>
                  </a:lnTo>
                  <a:lnTo>
                    <a:pt x="130" y="78"/>
                  </a:lnTo>
                  <a:lnTo>
                    <a:pt x="130" y="82"/>
                  </a:lnTo>
                  <a:lnTo>
                    <a:pt x="130" y="86"/>
                  </a:lnTo>
                  <a:lnTo>
                    <a:pt x="126" y="90"/>
                  </a:lnTo>
                  <a:lnTo>
                    <a:pt x="122" y="90"/>
                  </a:lnTo>
                  <a:lnTo>
                    <a:pt x="126" y="90"/>
                  </a:lnTo>
                  <a:lnTo>
                    <a:pt x="122" y="86"/>
                  </a:lnTo>
                  <a:lnTo>
                    <a:pt x="118" y="86"/>
                  </a:lnTo>
                  <a:lnTo>
                    <a:pt x="122" y="86"/>
                  </a:lnTo>
                  <a:lnTo>
                    <a:pt x="118" y="90"/>
                  </a:lnTo>
                  <a:lnTo>
                    <a:pt x="114" y="90"/>
                  </a:lnTo>
                  <a:lnTo>
                    <a:pt x="112" y="94"/>
                  </a:lnTo>
                  <a:lnTo>
                    <a:pt x="108" y="94"/>
                  </a:lnTo>
                  <a:lnTo>
                    <a:pt x="104" y="94"/>
                  </a:lnTo>
                  <a:lnTo>
                    <a:pt x="104" y="98"/>
                  </a:lnTo>
                  <a:lnTo>
                    <a:pt x="100" y="98"/>
                  </a:lnTo>
                  <a:lnTo>
                    <a:pt x="96" y="98"/>
                  </a:lnTo>
                  <a:lnTo>
                    <a:pt x="92" y="102"/>
                  </a:lnTo>
                  <a:lnTo>
                    <a:pt x="92" y="106"/>
                  </a:lnTo>
                  <a:lnTo>
                    <a:pt x="88" y="102"/>
                  </a:lnTo>
                  <a:lnTo>
                    <a:pt x="88" y="106"/>
                  </a:lnTo>
                  <a:lnTo>
                    <a:pt x="92" y="106"/>
                  </a:lnTo>
                  <a:lnTo>
                    <a:pt x="92" y="108"/>
                  </a:lnTo>
                  <a:lnTo>
                    <a:pt x="96" y="108"/>
                  </a:lnTo>
                  <a:lnTo>
                    <a:pt x="92" y="112"/>
                  </a:lnTo>
                  <a:lnTo>
                    <a:pt x="92" y="116"/>
                  </a:lnTo>
                  <a:lnTo>
                    <a:pt x="96" y="116"/>
                  </a:lnTo>
                  <a:lnTo>
                    <a:pt x="96" y="120"/>
                  </a:lnTo>
                  <a:lnTo>
                    <a:pt x="100" y="120"/>
                  </a:lnTo>
                  <a:lnTo>
                    <a:pt x="100" y="124"/>
                  </a:lnTo>
                  <a:lnTo>
                    <a:pt x="104" y="124"/>
                  </a:lnTo>
                  <a:lnTo>
                    <a:pt x="108" y="128"/>
                  </a:lnTo>
                  <a:lnTo>
                    <a:pt x="112" y="132"/>
                  </a:lnTo>
                  <a:lnTo>
                    <a:pt x="112" y="134"/>
                  </a:lnTo>
                  <a:lnTo>
                    <a:pt x="112" y="138"/>
                  </a:lnTo>
                  <a:lnTo>
                    <a:pt x="108" y="138"/>
                  </a:lnTo>
                  <a:lnTo>
                    <a:pt x="108" y="142"/>
                  </a:lnTo>
                  <a:lnTo>
                    <a:pt x="104" y="142"/>
                  </a:lnTo>
                  <a:lnTo>
                    <a:pt x="100" y="142"/>
                  </a:lnTo>
                  <a:lnTo>
                    <a:pt x="100" y="146"/>
                  </a:lnTo>
                  <a:lnTo>
                    <a:pt x="96" y="146"/>
                  </a:lnTo>
                  <a:lnTo>
                    <a:pt x="100" y="146"/>
                  </a:lnTo>
                  <a:lnTo>
                    <a:pt x="100" y="150"/>
                  </a:lnTo>
                  <a:lnTo>
                    <a:pt x="100" y="154"/>
                  </a:lnTo>
                  <a:lnTo>
                    <a:pt x="104" y="154"/>
                  </a:lnTo>
                  <a:lnTo>
                    <a:pt x="104" y="158"/>
                  </a:lnTo>
                  <a:lnTo>
                    <a:pt x="104" y="162"/>
                  </a:lnTo>
                  <a:lnTo>
                    <a:pt x="100" y="162"/>
                  </a:lnTo>
                  <a:lnTo>
                    <a:pt x="100" y="158"/>
                  </a:lnTo>
                  <a:lnTo>
                    <a:pt x="96" y="158"/>
                  </a:lnTo>
                  <a:lnTo>
                    <a:pt x="92" y="158"/>
                  </a:lnTo>
                  <a:lnTo>
                    <a:pt x="88" y="158"/>
                  </a:lnTo>
                  <a:lnTo>
                    <a:pt x="86" y="158"/>
                  </a:lnTo>
                  <a:lnTo>
                    <a:pt x="82" y="158"/>
                  </a:lnTo>
                  <a:lnTo>
                    <a:pt x="78" y="158"/>
                  </a:lnTo>
                  <a:lnTo>
                    <a:pt x="78" y="162"/>
                  </a:lnTo>
                  <a:lnTo>
                    <a:pt x="74" y="162"/>
                  </a:lnTo>
                  <a:lnTo>
                    <a:pt x="70" y="158"/>
                  </a:lnTo>
                  <a:lnTo>
                    <a:pt x="66" y="158"/>
                  </a:lnTo>
                  <a:lnTo>
                    <a:pt x="66" y="162"/>
                  </a:lnTo>
                  <a:lnTo>
                    <a:pt x="62" y="164"/>
                  </a:lnTo>
                  <a:lnTo>
                    <a:pt x="62" y="162"/>
                  </a:lnTo>
                  <a:lnTo>
                    <a:pt x="58" y="162"/>
                  </a:lnTo>
                  <a:lnTo>
                    <a:pt x="58" y="158"/>
                  </a:lnTo>
                  <a:lnTo>
                    <a:pt x="56" y="158"/>
                  </a:lnTo>
                  <a:lnTo>
                    <a:pt x="52" y="158"/>
                  </a:lnTo>
                  <a:lnTo>
                    <a:pt x="48" y="158"/>
                  </a:lnTo>
                  <a:lnTo>
                    <a:pt x="44" y="158"/>
                  </a:lnTo>
                  <a:lnTo>
                    <a:pt x="44" y="154"/>
                  </a:lnTo>
                  <a:lnTo>
                    <a:pt x="44" y="158"/>
                  </a:lnTo>
                  <a:lnTo>
                    <a:pt x="44" y="154"/>
                  </a:lnTo>
                  <a:lnTo>
                    <a:pt x="40" y="154"/>
                  </a:lnTo>
                  <a:lnTo>
                    <a:pt x="40" y="158"/>
                  </a:lnTo>
                  <a:lnTo>
                    <a:pt x="40" y="154"/>
                  </a:lnTo>
                  <a:lnTo>
                    <a:pt x="36" y="154"/>
                  </a:lnTo>
                  <a:lnTo>
                    <a:pt x="36" y="158"/>
                  </a:lnTo>
                  <a:lnTo>
                    <a:pt x="40" y="158"/>
                  </a:lnTo>
                  <a:lnTo>
                    <a:pt x="36" y="158"/>
                  </a:lnTo>
                  <a:lnTo>
                    <a:pt x="32" y="158"/>
                  </a:lnTo>
                  <a:lnTo>
                    <a:pt x="30" y="158"/>
                  </a:lnTo>
                  <a:lnTo>
                    <a:pt x="26" y="158"/>
                  </a:lnTo>
                  <a:lnTo>
                    <a:pt x="26" y="158"/>
                  </a:lnTo>
                  <a:lnTo>
                    <a:pt x="26" y="158"/>
                  </a:lnTo>
                  <a:close/>
                  <a:moveTo>
                    <a:pt x="118" y="26"/>
                  </a:moveTo>
                  <a:lnTo>
                    <a:pt x="114" y="26"/>
                  </a:lnTo>
                  <a:lnTo>
                    <a:pt x="112" y="26"/>
                  </a:lnTo>
                  <a:lnTo>
                    <a:pt x="114" y="26"/>
                  </a:lnTo>
                  <a:lnTo>
                    <a:pt x="114" y="24"/>
                  </a:lnTo>
                  <a:lnTo>
                    <a:pt x="112" y="24"/>
                  </a:lnTo>
                  <a:lnTo>
                    <a:pt x="112" y="20"/>
                  </a:lnTo>
                  <a:lnTo>
                    <a:pt x="114" y="20"/>
                  </a:lnTo>
                  <a:lnTo>
                    <a:pt x="114" y="24"/>
                  </a:lnTo>
                  <a:lnTo>
                    <a:pt x="118" y="24"/>
                  </a:lnTo>
                  <a:lnTo>
                    <a:pt x="118" y="26"/>
                  </a:lnTo>
                  <a:lnTo>
                    <a:pt x="118" y="26"/>
                  </a:lnTo>
                  <a:lnTo>
                    <a:pt x="118" y="26"/>
                  </a:lnTo>
                  <a:close/>
                  <a:moveTo>
                    <a:pt x="78" y="12"/>
                  </a:moveTo>
                  <a:lnTo>
                    <a:pt x="78" y="16"/>
                  </a:lnTo>
                  <a:lnTo>
                    <a:pt x="74" y="16"/>
                  </a:lnTo>
                  <a:lnTo>
                    <a:pt x="74" y="12"/>
                  </a:lnTo>
                  <a:lnTo>
                    <a:pt x="78" y="12"/>
                  </a:lnTo>
                  <a:lnTo>
                    <a:pt x="78" y="12"/>
                  </a:lnTo>
                  <a:lnTo>
                    <a:pt x="78" y="12"/>
                  </a:lnTo>
                  <a:close/>
                  <a:moveTo>
                    <a:pt x="40" y="8"/>
                  </a:moveTo>
                  <a:lnTo>
                    <a:pt x="36" y="8"/>
                  </a:lnTo>
                  <a:lnTo>
                    <a:pt x="40" y="8"/>
                  </a:lnTo>
                  <a:lnTo>
                    <a:pt x="40" y="8"/>
                  </a:lnTo>
                  <a:lnTo>
                    <a:pt x="40" y="8"/>
                  </a:lnTo>
                  <a:close/>
                  <a:moveTo>
                    <a:pt x="104" y="20"/>
                  </a:moveTo>
                  <a:lnTo>
                    <a:pt x="104" y="16"/>
                  </a:lnTo>
                  <a:lnTo>
                    <a:pt x="104" y="12"/>
                  </a:lnTo>
                  <a:lnTo>
                    <a:pt x="108" y="12"/>
                  </a:lnTo>
                  <a:lnTo>
                    <a:pt x="104" y="12"/>
                  </a:lnTo>
                  <a:lnTo>
                    <a:pt x="104" y="8"/>
                  </a:lnTo>
                  <a:lnTo>
                    <a:pt x="108" y="8"/>
                  </a:lnTo>
                  <a:lnTo>
                    <a:pt x="108" y="12"/>
                  </a:lnTo>
                  <a:lnTo>
                    <a:pt x="112" y="12"/>
                  </a:lnTo>
                  <a:lnTo>
                    <a:pt x="112" y="16"/>
                  </a:lnTo>
                  <a:lnTo>
                    <a:pt x="108" y="16"/>
                  </a:lnTo>
                  <a:lnTo>
                    <a:pt x="108" y="20"/>
                  </a:lnTo>
                  <a:lnTo>
                    <a:pt x="104" y="20"/>
                  </a:lnTo>
                  <a:lnTo>
                    <a:pt x="104" y="20"/>
                  </a:lnTo>
                  <a:lnTo>
                    <a:pt x="104" y="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7" name="Freeform 102"/>
            <p:cNvSpPr>
              <a:spLocks noChangeAspect="1" noEditPoints="1"/>
            </p:cNvSpPr>
            <p:nvPr/>
          </p:nvSpPr>
          <p:spPr bwMode="gray">
            <a:xfrm>
              <a:off x="5286939" y="3218737"/>
              <a:ext cx="205233" cy="226104"/>
            </a:xfrm>
            <a:custGeom>
              <a:avLst/>
              <a:gdLst>
                <a:gd name="T0" fmla="*/ 6 w 118"/>
                <a:gd name="T1" fmla="*/ 48 h 130"/>
                <a:gd name="T2" fmla="*/ 6 w 118"/>
                <a:gd name="T3" fmla="*/ 34 h 130"/>
                <a:gd name="T4" fmla="*/ 26 w 118"/>
                <a:gd name="T5" fmla="*/ 18 h 130"/>
                <a:gd name="T6" fmla="*/ 44 w 118"/>
                <a:gd name="T7" fmla="*/ 8 h 130"/>
                <a:gd name="T8" fmla="*/ 66 w 118"/>
                <a:gd name="T9" fmla="*/ 4 h 130"/>
                <a:gd name="T10" fmla="*/ 86 w 118"/>
                <a:gd name="T11" fmla="*/ 12 h 130"/>
                <a:gd name="T12" fmla="*/ 96 w 118"/>
                <a:gd name="T13" fmla="*/ 8 h 130"/>
                <a:gd name="T14" fmla="*/ 86 w 118"/>
                <a:gd name="T15" fmla="*/ 18 h 130"/>
                <a:gd name="T16" fmla="*/ 62 w 118"/>
                <a:gd name="T17" fmla="*/ 18 h 130"/>
                <a:gd name="T18" fmla="*/ 62 w 118"/>
                <a:gd name="T19" fmla="*/ 30 h 130"/>
                <a:gd name="T20" fmla="*/ 60 w 118"/>
                <a:gd name="T21" fmla="*/ 38 h 130"/>
                <a:gd name="T22" fmla="*/ 52 w 118"/>
                <a:gd name="T23" fmla="*/ 34 h 130"/>
                <a:gd name="T24" fmla="*/ 40 w 118"/>
                <a:gd name="T25" fmla="*/ 38 h 130"/>
                <a:gd name="T26" fmla="*/ 44 w 118"/>
                <a:gd name="T27" fmla="*/ 52 h 130"/>
                <a:gd name="T28" fmla="*/ 36 w 118"/>
                <a:gd name="T29" fmla="*/ 56 h 130"/>
                <a:gd name="T30" fmla="*/ 48 w 118"/>
                <a:gd name="T31" fmla="*/ 60 h 130"/>
                <a:gd name="T32" fmla="*/ 60 w 118"/>
                <a:gd name="T33" fmla="*/ 74 h 130"/>
                <a:gd name="T34" fmla="*/ 48 w 118"/>
                <a:gd name="T35" fmla="*/ 74 h 130"/>
                <a:gd name="T36" fmla="*/ 44 w 118"/>
                <a:gd name="T37" fmla="*/ 82 h 130"/>
                <a:gd name="T38" fmla="*/ 44 w 118"/>
                <a:gd name="T39" fmla="*/ 98 h 130"/>
                <a:gd name="T40" fmla="*/ 36 w 118"/>
                <a:gd name="T41" fmla="*/ 102 h 130"/>
                <a:gd name="T42" fmla="*/ 26 w 118"/>
                <a:gd name="T43" fmla="*/ 90 h 130"/>
                <a:gd name="T44" fmla="*/ 22 w 118"/>
                <a:gd name="T45" fmla="*/ 72 h 130"/>
                <a:gd name="T46" fmla="*/ 40 w 118"/>
                <a:gd name="T47" fmla="*/ 74 h 130"/>
                <a:gd name="T48" fmla="*/ 36 w 118"/>
                <a:gd name="T49" fmla="*/ 64 h 130"/>
                <a:gd name="T50" fmla="*/ 18 w 118"/>
                <a:gd name="T51" fmla="*/ 60 h 130"/>
                <a:gd name="T52" fmla="*/ 66 w 118"/>
                <a:gd name="T53" fmla="*/ 22 h 130"/>
                <a:gd name="T54" fmla="*/ 82 w 118"/>
                <a:gd name="T55" fmla="*/ 26 h 130"/>
                <a:gd name="T56" fmla="*/ 74 w 118"/>
                <a:gd name="T57" fmla="*/ 34 h 130"/>
                <a:gd name="T58" fmla="*/ 2 w 118"/>
                <a:gd name="T59" fmla="*/ 42 h 130"/>
                <a:gd name="T60" fmla="*/ 0 w 118"/>
                <a:gd name="T61" fmla="*/ 38 h 130"/>
                <a:gd name="T62" fmla="*/ 92 w 118"/>
                <a:gd name="T63" fmla="*/ 52 h 130"/>
                <a:gd name="T64" fmla="*/ 60 w 118"/>
                <a:gd name="T65" fmla="*/ 68 h 130"/>
                <a:gd name="T66" fmla="*/ 48 w 118"/>
                <a:gd name="T67" fmla="*/ 52 h 130"/>
                <a:gd name="T68" fmla="*/ 62 w 118"/>
                <a:gd name="T69" fmla="*/ 72 h 130"/>
                <a:gd name="T70" fmla="*/ 60 w 118"/>
                <a:gd name="T71" fmla="*/ 68 h 130"/>
                <a:gd name="T72" fmla="*/ 14 w 118"/>
                <a:gd name="T73" fmla="*/ 60 h 130"/>
                <a:gd name="T74" fmla="*/ 90 w 118"/>
                <a:gd name="T75" fmla="*/ 72 h 130"/>
                <a:gd name="T76" fmla="*/ 90 w 118"/>
                <a:gd name="T77" fmla="*/ 72 h 130"/>
                <a:gd name="T78" fmla="*/ 14 w 118"/>
                <a:gd name="T79" fmla="*/ 68 h 130"/>
                <a:gd name="T80" fmla="*/ 10 w 118"/>
                <a:gd name="T81" fmla="*/ 64 h 130"/>
                <a:gd name="T82" fmla="*/ 74 w 118"/>
                <a:gd name="T83" fmla="*/ 78 h 130"/>
                <a:gd name="T84" fmla="*/ 18 w 118"/>
                <a:gd name="T85" fmla="*/ 78 h 130"/>
                <a:gd name="T86" fmla="*/ 100 w 118"/>
                <a:gd name="T87" fmla="*/ 78 h 130"/>
                <a:gd name="T88" fmla="*/ 92 w 118"/>
                <a:gd name="T89" fmla="*/ 82 h 130"/>
                <a:gd name="T90" fmla="*/ 62 w 118"/>
                <a:gd name="T91" fmla="*/ 82 h 130"/>
                <a:gd name="T92" fmla="*/ 74 w 118"/>
                <a:gd name="T93" fmla="*/ 78 h 130"/>
                <a:gd name="T94" fmla="*/ 66 w 118"/>
                <a:gd name="T95" fmla="*/ 82 h 130"/>
                <a:gd name="T96" fmla="*/ 74 w 118"/>
                <a:gd name="T97" fmla="*/ 94 h 130"/>
                <a:gd name="T98" fmla="*/ 100 w 118"/>
                <a:gd name="T99" fmla="*/ 94 h 130"/>
                <a:gd name="T100" fmla="*/ 104 w 118"/>
                <a:gd name="T101" fmla="*/ 94 h 130"/>
                <a:gd name="T102" fmla="*/ 78 w 118"/>
                <a:gd name="T103" fmla="*/ 102 h 130"/>
                <a:gd name="T104" fmla="*/ 66 w 118"/>
                <a:gd name="T105" fmla="*/ 102 h 130"/>
                <a:gd name="T106" fmla="*/ 112 w 118"/>
                <a:gd name="T107" fmla="*/ 108 h 130"/>
                <a:gd name="T108" fmla="*/ 44 w 118"/>
                <a:gd name="T109" fmla="*/ 108 h 130"/>
                <a:gd name="T110" fmla="*/ 104 w 118"/>
                <a:gd name="T111" fmla="*/ 124 h 130"/>
                <a:gd name="T112" fmla="*/ 62 w 118"/>
                <a:gd name="T113" fmla="*/ 120 h 130"/>
                <a:gd name="T114" fmla="*/ 82 w 118"/>
                <a:gd name="T115" fmla="*/ 124 h 130"/>
                <a:gd name="T116" fmla="*/ 78 w 118"/>
                <a:gd name="T117" fmla="*/ 130 h 130"/>
                <a:gd name="T118" fmla="*/ 56 w 118"/>
                <a:gd name="T119" fmla="*/ 128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18" h="130">
                  <a:moveTo>
                    <a:pt x="18" y="52"/>
                  </a:moveTo>
                  <a:lnTo>
                    <a:pt x="18" y="56"/>
                  </a:lnTo>
                  <a:lnTo>
                    <a:pt x="14" y="52"/>
                  </a:lnTo>
                  <a:lnTo>
                    <a:pt x="14" y="56"/>
                  </a:lnTo>
                  <a:lnTo>
                    <a:pt x="14" y="52"/>
                  </a:lnTo>
                  <a:lnTo>
                    <a:pt x="10" y="52"/>
                  </a:lnTo>
                  <a:lnTo>
                    <a:pt x="10" y="48"/>
                  </a:lnTo>
                  <a:lnTo>
                    <a:pt x="6" y="48"/>
                  </a:lnTo>
                  <a:lnTo>
                    <a:pt x="6" y="46"/>
                  </a:lnTo>
                  <a:lnTo>
                    <a:pt x="6" y="42"/>
                  </a:lnTo>
                  <a:lnTo>
                    <a:pt x="2" y="42"/>
                  </a:lnTo>
                  <a:lnTo>
                    <a:pt x="6" y="42"/>
                  </a:lnTo>
                  <a:lnTo>
                    <a:pt x="6" y="38"/>
                  </a:lnTo>
                  <a:lnTo>
                    <a:pt x="6" y="42"/>
                  </a:lnTo>
                  <a:lnTo>
                    <a:pt x="6" y="38"/>
                  </a:lnTo>
                  <a:lnTo>
                    <a:pt x="6" y="34"/>
                  </a:lnTo>
                  <a:lnTo>
                    <a:pt x="10" y="34"/>
                  </a:lnTo>
                  <a:lnTo>
                    <a:pt x="14" y="30"/>
                  </a:lnTo>
                  <a:lnTo>
                    <a:pt x="14" y="26"/>
                  </a:lnTo>
                  <a:lnTo>
                    <a:pt x="18" y="26"/>
                  </a:lnTo>
                  <a:lnTo>
                    <a:pt x="18" y="22"/>
                  </a:lnTo>
                  <a:lnTo>
                    <a:pt x="18" y="18"/>
                  </a:lnTo>
                  <a:lnTo>
                    <a:pt x="22" y="18"/>
                  </a:lnTo>
                  <a:lnTo>
                    <a:pt x="26" y="18"/>
                  </a:lnTo>
                  <a:lnTo>
                    <a:pt x="30" y="18"/>
                  </a:lnTo>
                  <a:lnTo>
                    <a:pt x="30" y="16"/>
                  </a:lnTo>
                  <a:lnTo>
                    <a:pt x="32" y="12"/>
                  </a:lnTo>
                  <a:lnTo>
                    <a:pt x="36" y="12"/>
                  </a:lnTo>
                  <a:lnTo>
                    <a:pt x="36" y="16"/>
                  </a:lnTo>
                  <a:lnTo>
                    <a:pt x="40" y="16"/>
                  </a:lnTo>
                  <a:lnTo>
                    <a:pt x="40" y="12"/>
                  </a:lnTo>
                  <a:lnTo>
                    <a:pt x="44" y="8"/>
                  </a:lnTo>
                  <a:lnTo>
                    <a:pt x="48" y="12"/>
                  </a:lnTo>
                  <a:lnTo>
                    <a:pt x="48" y="8"/>
                  </a:lnTo>
                  <a:lnTo>
                    <a:pt x="52" y="8"/>
                  </a:lnTo>
                  <a:lnTo>
                    <a:pt x="56" y="8"/>
                  </a:lnTo>
                  <a:lnTo>
                    <a:pt x="60" y="8"/>
                  </a:lnTo>
                  <a:lnTo>
                    <a:pt x="60" y="4"/>
                  </a:lnTo>
                  <a:lnTo>
                    <a:pt x="62" y="4"/>
                  </a:lnTo>
                  <a:lnTo>
                    <a:pt x="66" y="4"/>
                  </a:lnTo>
                  <a:lnTo>
                    <a:pt x="66" y="8"/>
                  </a:lnTo>
                  <a:lnTo>
                    <a:pt x="70" y="8"/>
                  </a:lnTo>
                  <a:lnTo>
                    <a:pt x="74" y="8"/>
                  </a:lnTo>
                  <a:lnTo>
                    <a:pt x="74" y="12"/>
                  </a:lnTo>
                  <a:lnTo>
                    <a:pt x="78" y="12"/>
                  </a:lnTo>
                  <a:lnTo>
                    <a:pt x="82" y="12"/>
                  </a:lnTo>
                  <a:lnTo>
                    <a:pt x="86" y="8"/>
                  </a:lnTo>
                  <a:lnTo>
                    <a:pt x="86" y="12"/>
                  </a:lnTo>
                  <a:lnTo>
                    <a:pt x="90" y="12"/>
                  </a:lnTo>
                  <a:lnTo>
                    <a:pt x="90" y="8"/>
                  </a:lnTo>
                  <a:lnTo>
                    <a:pt x="90" y="4"/>
                  </a:lnTo>
                  <a:lnTo>
                    <a:pt x="90" y="0"/>
                  </a:lnTo>
                  <a:lnTo>
                    <a:pt x="92" y="0"/>
                  </a:lnTo>
                  <a:lnTo>
                    <a:pt x="92" y="4"/>
                  </a:lnTo>
                  <a:lnTo>
                    <a:pt x="96" y="4"/>
                  </a:lnTo>
                  <a:lnTo>
                    <a:pt x="96" y="8"/>
                  </a:lnTo>
                  <a:lnTo>
                    <a:pt x="96" y="12"/>
                  </a:lnTo>
                  <a:lnTo>
                    <a:pt x="92" y="12"/>
                  </a:lnTo>
                  <a:lnTo>
                    <a:pt x="92" y="16"/>
                  </a:lnTo>
                  <a:lnTo>
                    <a:pt x="92" y="18"/>
                  </a:lnTo>
                  <a:lnTo>
                    <a:pt x="90" y="18"/>
                  </a:lnTo>
                  <a:lnTo>
                    <a:pt x="90" y="22"/>
                  </a:lnTo>
                  <a:lnTo>
                    <a:pt x="90" y="18"/>
                  </a:lnTo>
                  <a:lnTo>
                    <a:pt x="86" y="18"/>
                  </a:lnTo>
                  <a:lnTo>
                    <a:pt x="82" y="18"/>
                  </a:lnTo>
                  <a:lnTo>
                    <a:pt x="78" y="18"/>
                  </a:lnTo>
                  <a:lnTo>
                    <a:pt x="74" y="16"/>
                  </a:lnTo>
                  <a:lnTo>
                    <a:pt x="70" y="18"/>
                  </a:lnTo>
                  <a:lnTo>
                    <a:pt x="66" y="18"/>
                  </a:lnTo>
                  <a:lnTo>
                    <a:pt x="66" y="16"/>
                  </a:lnTo>
                  <a:lnTo>
                    <a:pt x="66" y="18"/>
                  </a:lnTo>
                  <a:lnTo>
                    <a:pt x="62" y="18"/>
                  </a:lnTo>
                  <a:lnTo>
                    <a:pt x="62" y="22"/>
                  </a:lnTo>
                  <a:lnTo>
                    <a:pt x="60" y="22"/>
                  </a:lnTo>
                  <a:lnTo>
                    <a:pt x="60" y="18"/>
                  </a:lnTo>
                  <a:lnTo>
                    <a:pt x="56" y="18"/>
                  </a:lnTo>
                  <a:lnTo>
                    <a:pt x="56" y="22"/>
                  </a:lnTo>
                  <a:lnTo>
                    <a:pt x="56" y="26"/>
                  </a:lnTo>
                  <a:lnTo>
                    <a:pt x="60" y="26"/>
                  </a:lnTo>
                  <a:lnTo>
                    <a:pt x="62" y="30"/>
                  </a:lnTo>
                  <a:lnTo>
                    <a:pt x="66" y="30"/>
                  </a:lnTo>
                  <a:lnTo>
                    <a:pt x="66" y="34"/>
                  </a:lnTo>
                  <a:lnTo>
                    <a:pt x="62" y="34"/>
                  </a:lnTo>
                  <a:lnTo>
                    <a:pt x="62" y="30"/>
                  </a:lnTo>
                  <a:lnTo>
                    <a:pt x="60" y="30"/>
                  </a:lnTo>
                  <a:lnTo>
                    <a:pt x="56" y="30"/>
                  </a:lnTo>
                  <a:lnTo>
                    <a:pt x="60" y="34"/>
                  </a:lnTo>
                  <a:lnTo>
                    <a:pt x="60" y="38"/>
                  </a:lnTo>
                  <a:lnTo>
                    <a:pt x="56" y="34"/>
                  </a:lnTo>
                  <a:lnTo>
                    <a:pt x="56" y="30"/>
                  </a:lnTo>
                  <a:lnTo>
                    <a:pt x="52" y="30"/>
                  </a:lnTo>
                  <a:lnTo>
                    <a:pt x="52" y="34"/>
                  </a:lnTo>
                  <a:lnTo>
                    <a:pt x="56" y="34"/>
                  </a:lnTo>
                  <a:lnTo>
                    <a:pt x="56" y="38"/>
                  </a:lnTo>
                  <a:lnTo>
                    <a:pt x="52" y="38"/>
                  </a:lnTo>
                  <a:lnTo>
                    <a:pt x="52" y="34"/>
                  </a:lnTo>
                  <a:lnTo>
                    <a:pt x="52" y="30"/>
                  </a:lnTo>
                  <a:lnTo>
                    <a:pt x="48" y="30"/>
                  </a:lnTo>
                  <a:lnTo>
                    <a:pt x="44" y="26"/>
                  </a:lnTo>
                  <a:lnTo>
                    <a:pt x="44" y="22"/>
                  </a:lnTo>
                  <a:lnTo>
                    <a:pt x="40" y="26"/>
                  </a:lnTo>
                  <a:lnTo>
                    <a:pt x="40" y="30"/>
                  </a:lnTo>
                  <a:lnTo>
                    <a:pt x="40" y="34"/>
                  </a:lnTo>
                  <a:lnTo>
                    <a:pt x="40" y="38"/>
                  </a:lnTo>
                  <a:lnTo>
                    <a:pt x="44" y="42"/>
                  </a:lnTo>
                  <a:lnTo>
                    <a:pt x="44" y="46"/>
                  </a:lnTo>
                  <a:lnTo>
                    <a:pt x="48" y="46"/>
                  </a:lnTo>
                  <a:lnTo>
                    <a:pt x="48" y="48"/>
                  </a:lnTo>
                  <a:lnTo>
                    <a:pt x="52" y="48"/>
                  </a:lnTo>
                  <a:lnTo>
                    <a:pt x="52" y="52"/>
                  </a:lnTo>
                  <a:lnTo>
                    <a:pt x="48" y="52"/>
                  </a:lnTo>
                  <a:lnTo>
                    <a:pt x="44" y="52"/>
                  </a:lnTo>
                  <a:lnTo>
                    <a:pt x="48" y="52"/>
                  </a:lnTo>
                  <a:lnTo>
                    <a:pt x="48" y="48"/>
                  </a:lnTo>
                  <a:lnTo>
                    <a:pt x="44" y="48"/>
                  </a:lnTo>
                  <a:lnTo>
                    <a:pt x="44" y="52"/>
                  </a:lnTo>
                  <a:lnTo>
                    <a:pt x="48" y="52"/>
                  </a:lnTo>
                  <a:lnTo>
                    <a:pt x="44" y="56"/>
                  </a:lnTo>
                  <a:lnTo>
                    <a:pt x="40" y="56"/>
                  </a:lnTo>
                  <a:lnTo>
                    <a:pt x="36" y="56"/>
                  </a:lnTo>
                  <a:lnTo>
                    <a:pt x="40" y="56"/>
                  </a:lnTo>
                  <a:lnTo>
                    <a:pt x="40" y="60"/>
                  </a:lnTo>
                  <a:lnTo>
                    <a:pt x="40" y="56"/>
                  </a:lnTo>
                  <a:lnTo>
                    <a:pt x="40" y="60"/>
                  </a:lnTo>
                  <a:lnTo>
                    <a:pt x="44" y="60"/>
                  </a:lnTo>
                  <a:lnTo>
                    <a:pt x="48" y="60"/>
                  </a:lnTo>
                  <a:lnTo>
                    <a:pt x="48" y="64"/>
                  </a:lnTo>
                  <a:lnTo>
                    <a:pt x="48" y="60"/>
                  </a:lnTo>
                  <a:lnTo>
                    <a:pt x="52" y="64"/>
                  </a:lnTo>
                  <a:lnTo>
                    <a:pt x="48" y="64"/>
                  </a:lnTo>
                  <a:lnTo>
                    <a:pt x="52" y="64"/>
                  </a:lnTo>
                  <a:lnTo>
                    <a:pt x="56" y="64"/>
                  </a:lnTo>
                  <a:lnTo>
                    <a:pt x="56" y="68"/>
                  </a:lnTo>
                  <a:lnTo>
                    <a:pt x="60" y="68"/>
                  </a:lnTo>
                  <a:lnTo>
                    <a:pt x="60" y="72"/>
                  </a:lnTo>
                  <a:lnTo>
                    <a:pt x="60" y="74"/>
                  </a:lnTo>
                  <a:lnTo>
                    <a:pt x="60" y="78"/>
                  </a:lnTo>
                  <a:lnTo>
                    <a:pt x="60" y="82"/>
                  </a:lnTo>
                  <a:lnTo>
                    <a:pt x="60" y="78"/>
                  </a:lnTo>
                  <a:lnTo>
                    <a:pt x="56" y="78"/>
                  </a:lnTo>
                  <a:lnTo>
                    <a:pt x="52" y="74"/>
                  </a:lnTo>
                  <a:lnTo>
                    <a:pt x="56" y="74"/>
                  </a:lnTo>
                  <a:lnTo>
                    <a:pt x="52" y="74"/>
                  </a:lnTo>
                  <a:lnTo>
                    <a:pt x="48" y="74"/>
                  </a:lnTo>
                  <a:lnTo>
                    <a:pt x="44" y="74"/>
                  </a:lnTo>
                  <a:lnTo>
                    <a:pt x="44" y="78"/>
                  </a:lnTo>
                  <a:lnTo>
                    <a:pt x="48" y="78"/>
                  </a:lnTo>
                  <a:lnTo>
                    <a:pt x="48" y="82"/>
                  </a:lnTo>
                  <a:lnTo>
                    <a:pt x="52" y="82"/>
                  </a:lnTo>
                  <a:lnTo>
                    <a:pt x="52" y="86"/>
                  </a:lnTo>
                  <a:lnTo>
                    <a:pt x="48" y="86"/>
                  </a:lnTo>
                  <a:lnTo>
                    <a:pt x="44" y="82"/>
                  </a:lnTo>
                  <a:lnTo>
                    <a:pt x="40" y="82"/>
                  </a:lnTo>
                  <a:lnTo>
                    <a:pt x="40" y="86"/>
                  </a:lnTo>
                  <a:lnTo>
                    <a:pt x="44" y="86"/>
                  </a:lnTo>
                  <a:lnTo>
                    <a:pt x="44" y="90"/>
                  </a:lnTo>
                  <a:lnTo>
                    <a:pt x="44" y="94"/>
                  </a:lnTo>
                  <a:lnTo>
                    <a:pt x="44" y="98"/>
                  </a:lnTo>
                  <a:lnTo>
                    <a:pt x="48" y="98"/>
                  </a:lnTo>
                  <a:lnTo>
                    <a:pt x="44" y="98"/>
                  </a:lnTo>
                  <a:lnTo>
                    <a:pt x="44" y="102"/>
                  </a:lnTo>
                  <a:lnTo>
                    <a:pt x="48" y="102"/>
                  </a:lnTo>
                  <a:lnTo>
                    <a:pt x="48" y="104"/>
                  </a:lnTo>
                  <a:lnTo>
                    <a:pt x="44" y="102"/>
                  </a:lnTo>
                  <a:lnTo>
                    <a:pt x="40" y="98"/>
                  </a:lnTo>
                  <a:lnTo>
                    <a:pt x="36" y="102"/>
                  </a:lnTo>
                  <a:lnTo>
                    <a:pt x="36" y="104"/>
                  </a:lnTo>
                  <a:lnTo>
                    <a:pt x="36" y="102"/>
                  </a:lnTo>
                  <a:lnTo>
                    <a:pt x="36" y="98"/>
                  </a:lnTo>
                  <a:lnTo>
                    <a:pt x="32" y="98"/>
                  </a:lnTo>
                  <a:lnTo>
                    <a:pt x="32" y="94"/>
                  </a:lnTo>
                  <a:lnTo>
                    <a:pt x="30" y="94"/>
                  </a:lnTo>
                  <a:lnTo>
                    <a:pt x="30" y="98"/>
                  </a:lnTo>
                  <a:lnTo>
                    <a:pt x="26" y="98"/>
                  </a:lnTo>
                  <a:lnTo>
                    <a:pt x="26" y="94"/>
                  </a:lnTo>
                  <a:lnTo>
                    <a:pt x="26" y="90"/>
                  </a:lnTo>
                  <a:lnTo>
                    <a:pt x="26" y="86"/>
                  </a:lnTo>
                  <a:lnTo>
                    <a:pt x="26" y="82"/>
                  </a:lnTo>
                  <a:lnTo>
                    <a:pt x="22" y="82"/>
                  </a:lnTo>
                  <a:lnTo>
                    <a:pt x="22" y="78"/>
                  </a:lnTo>
                  <a:lnTo>
                    <a:pt x="18" y="78"/>
                  </a:lnTo>
                  <a:lnTo>
                    <a:pt x="18" y="74"/>
                  </a:lnTo>
                  <a:lnTo>
                    <a:pt x="22" y="74"/>
                  </a:lnTo>
                  <a:lnTo>
                    <a:pt x="22" y="72"/>
                  </a:lnTo>
                  <a:lnTo>
                    <a:pt x="26" y="72"/>
                  </a:lnTo>
                  <a:lnTo>
                    <a:pt x="26" y="68"/>
                  </a:lnTo>
                  <a:lnTo>
                    <a:pt x="30" y="68"/>
                  </a:lnTo>
                  <a:lnTo>
                    <a:pt x="32" y="68"/>
                  </a:lnTo>
                  <a:lnTo>
                    <a:pt x="32" y="72"/>
                  </a:lnTo>
                  <a:lnTo>
                    <a:pt x="36" y="72"/>
                  </a:lnTo>
                  <a:lnTo>
                    <a:pt x="40" y="72"/>
                  </a:lnTo>
                  <a:lnTo>
                    <a:pt x="40" y="74"/>
                  </a:lnTo>
                  <a:lnTo>
                    <a:pt x="44" y="74"/>
                  </a:lnTo>
                  <a:lnTo>
                    <a:pt x="44" y="72"/>
                  </a:lnTo>
                  <a:lnTo>
                    <a:pt x="48" y="72"/>
                  </a:lnTo>
                  <a:lnTo>
                    <a:pt x="44" y="72"/>
                  </a:lnTo>
                  <a:lnTo>
                    <a:pt x="40" y="72"/>
                  </a:lnTo>
                  <a:lnTo>
                    <a:pt x="40" y="68"/>
                  </a:lnTo>
                  <a:lnTo>
                    <a:pt x="36" y="68"/>
                  </a:lnTo>
                  <a:lnTo>
                    <a:pt x="36" y="64"/>
                  </a:lnTo>
                  <a:lnTo>
                    <a:pt x="36" y="68"/>
                  </a:lnTo>
                  <a:lnTo>
                    <a:pt x="32" y="68"/>
                  </a:lnTo>
                  <a:lnTo>
                    <a:pt x="30" y="68"/>
                  </a:lnTo>
                  <a:lnTo>
                    <a:pt x="26" y="68"/>
                  </a:lnTo>
                  <a:lnTo>
                    <a:pt x="22" y="68"/>
                  </a:lnTo>
                  <a:lnTo>
                    <a:pt x="18" y="68"/>
                  </a:lnTo>
                  <a:lnTo>
                    <a:pt x="18" y="64"/>
                  </a:lnTo>
                  <a:lnTo>
                    <a:pt x="18" y="60"/>
                  </a:lnTo>
                  <a:lnTo>
                    <a:pt x="14" y="60"/>
                  </a:lnTo>
                  <a:lnTo>
                    <a:pt x="14" y="56"/>
                  </a:lnTo>
                  <a:lnTo>
                    <a:pt x="18" y="56"/>
                  </a:lnTo>
                  <a:lnTo>
                    <a:pt x="18" y="52"/>
                  </a:lnTo>
                  <a:lnTo>
                    <a:pt x="18" y="52"/>
                  </a:lnTo>
                  <a:lnTo>
                    <a:pt x="18" y="52"/>
                  </a:lnTo>
                  <a:close/>
                  <a:moveTo>
                    <a:pt x="70" y="22"/>
                  </a:moveTo>
                  <a:lnTo>
                    <a:pt x="66" y="22"/>
                  </a:lnTo>
                  <a:lnTo>
                    <a:pt x="66" y="18"/>
                  </a:lnTo>
                  <a:lnTo>
                    <a:pt x="70" y="18"/>
                  </a:lnTo>
                  <a:lnTo>
                    <a:pt x="70" y="22"/>
                  </a:lnTo>
                  <a:lnTo>
                    <a:pt x="70" y="22"/>
                  </a:lnTo>
                  <a:lnTo>
                    <a:pt x="70" y="22"/>
                  </a:lnTo>
                  <a:close/>
                  <a:moveTo>
                    <a:pt x="82" y="26"/>
                  </a:moveTo>
                  <a:lnTo>
                    <a:pt x="86" y="26"/>
                  </a:lnTo>
                  <a:lnTo>
                    <a:pt x="82" y="26"/>
                  </a:lnTo>
                  <a:lnTo>
                    <a:pt x="82" y="26"/>
                  </a:lnTo>
                  <a:lnTo>
                    <a:pt x="82" y="26"/>
                  </a:lnTo>
                  <a:close/>
                  <a:moveTo>
                    <a:pt x="82" y="34"/>
                  </a:moveTo>
                  <a:lnTo>
                    <a:pt x="78" y="38"/>
                  </a:lnTo>
                  <a:lnTo>
                    <a:pt x="78" y="42"/>
                  </a:lnTo>
                  <a:lnTo>
                    <a:pt x="78" y="38"/>
                  </a:lnTo>
                  <a:lnTo>
                    <a:pt x="74" y="38"/>
                  </a:lnTo>
                  <a:lnTo>
                    <a:pt x="74" y="34"/>
                  </a:lnTo>
                  <a:lnTo>
                    <a:pt x="78" y="34"/>
                  </a:lnTo>
                  <a:lnTo>
                    <a:pt x="78" y="38"/>
                  </a:lnTo>
                  <a:lnTo>
                    <a:pt x="78" y="34"/>
                  </a:lnTo>
                  <a:lnTo>
                    <a:pt x="82" y="34"/>
                  </a:lnTo>
                  <a:lnTo>
                    <a:pt x="82" y="34"/>
                  </a:lnTo>
                  <a:lnTo>
                    <a:pt x="82" y="34"/>
                  </a:lnTo>
                  <a:close/>
                  <a:moveTo>
                    <a:pt x="0" y="38"/>
                  </a:moveTo>
                  <a:lnTo>
                    <a:pt x="2" y="42"/>
                  </a:lnTo>
                  <a:lnTo>
                    <a:pt x="0" y="42"/>
                  </a:lnTo>
                  <a:lnTo>
                    <a:pt x="2" y="42"/>
                  </a:lnTo>
                  <a:lnTo>
                    <a:pt x="2" y="46"/>
                  </a:lnTo>
                  <a:lnTo>
                    <a:pt x="2" y="48"/>
                  </a:lnTo>
                  <a:lnTo>
                    <a:pt x="0" y="46"/>
                  </a:lnTo>
                  <a:lnTo>
                    <a:pt x="0" y="42"/>
                  </a:lnTo>
                  <a:lnTo>
                    <a:pt x="0" y="38"/>
                  </a:lnTo>
                  <a:lnTo>
                    <a:pt x="0" y="38"/>
                  </a:lnTo>
                  <a:lnTo>
                    <a:pt x="0" y="38"/>
                  </a:lnTo>
                  <a:close/>
                  <a:moveTo>
                    <a:pt x="92" y="48"/>
                  </a:moveTo>
                  <a:lnTo>
                    <a:pt x="96" y="52"/>
                  </a:lnTo>
                  <a:lnTo>
                    <a:pt x="96" y="56"/>
                  </a:lnTo>
                  <a:lnTo>
                    <a:pt x="92" y="56"/>
                  </a:lnTo>
                  <a:lnTo>
                    <a:pt x="90" y="56"/>
                  </a:lnTo>
                  <a:lnTo>
                    <a:pt x="90" y="52"/>
                  </a:lnTo>
                  <a:lnTo>
                    <a:pt x="92" y="52"/>
                  </a:lnTo>
                  <a:lnTo>
                    <a:pt x="90" y="52"/>
                  </a:lnTo>
                  <a:lnTo>
                    <a:pt x="86" y="52"/>
                  </a:lnTo>
                  <a:lnTo>
                    <a:pt x="86" y="48"/>
                  </a:lnTo>
                  <a:lnTo>
                    <a:pt x="90" y="48"/>
                  </a:lnTo>
                  <a:lnTo>
                    <a:pt x="92" y="48"/>
                  </a:lnTo>
                  <a:lnTo>
                    <a:pt x="92" y="48"/>
                  </a:lnTo>
                  <a:lnTo>
                    <a:pt x="92" y="48"/>
                  </a:lnTo>
                  <a:close/>
                  <a:moveTo>
                    <a:pt x="60" y="68"/>
                  </a:moveTo>
                  <a:lnTo>
                    <a:pt x="56" y="68"/>
                  </a:lnTo>
                  <a:lnTo>
                    <a:pt x="56" y="64"/>
                  </a:lnTo>
                  <a:lnTo>
                    <a:pt x="52" y="64"/>
                  </a:lnTo>
                  <a:lnTo>
                    <a:pt x="52" y="60"/>
                  </a:lnTo>
                  <a:lnTo>
                    <a:pt x="48" y="56"/>
                  </a:lnTo>
                  <a:lnTo>
                    <a:pt x="44" y="56"/>
                  </a:lnTo>
                  <a:lnTo>
                    <a:pt x="48" y="56"/>
                  </a:lnTo>
                  <a:lnTo>
                    <a:pt x="48" y="52"/>
                  </a:lnTo>
                  <a:lnTo>
                    <a:pt x="52" y="56"/>
                  </a:lnTo>
                  <a:lnTo>
                    <a:pt x="52" y="60"/>
                  </a:lnTo>
                  <a:lnTo>
                    <a:pt x="56" y="60"/>
                  </a:lnTo>
                  <a:lnTo>
                    <a:pt x="60" y="60"/>
                  </a:lnTo>
                  <a:lnTo>
                    <a:pt x="62" y="60"/>
                  </a:lnTo>
                  <a:lnTo>
                    <a:pt x="62" y="64"/>
                  </a:lnTo>
                  <a:lnTo>
                    <a:pt x="62" y="68"/>
                  </a:lnTo>
                  <a:lnTo>
                    <a:pt x="62" y="72"/>
                  </a:lnTo>
                  <a:lnTo>
                    <a:pt x="66" y="72"/>
                  </a:lnTo>
                  <a:lnTo>
                    <a:pt x="66" y="74"/>
                  </a:lnTo>
                  <a:lnTo>
                    <a:pt x="62" y="74"/>
                  </a:lnTo>
                  <a:lnTo>
                    <a:pt x="62" y="72"/>
                  </a:lnTo>
                  <a:lnTo>
                    <a:pt x="62" y="68"/>
                  </a:lnTo>
                  <a:lnTo>
                    <a:pt x="60" y="68"/>
                  </a:lnTo>
                  <a:lnTo>
                    <a:pt x="60" y="68"/>
                  </a:lnTo>
                  <a:lnTo>
                    <a:pt x="60" y="68"/>
                  </a:lnTo>
                  <a:close/>
                  <a:moveTo>
                    <a:pt x="66" y="60"/>
                  </a:moveTo>
                  <a:lnTo>
                    <a:pt x="66" y="56"/>
                  </a:lnTo>
                  <a:lnTo>
                    <a:pt x="70" y="60"/>
                  </a:lnTo>
                  <a:lnTo>
                    <a:pt x="66" y="60"/>
                  </a:lnTo>
                  <a:lnTo>
                    <a:pt x="66" y="60"/>
                  </a:lnTo>
                  <a:lnTo>
                    <a:pt x="66" y="60"/>
                  </a:lnTo>
                  <a:close/>
                  <a:moveTo>
                    <a:pt x="14" y="56"/>
                  </a:moveTo>
                  <a:lnTo>
                    <a:pt x="14" y="60"/>
                  </a:lnTo>
                  <a:lnTo>
                    <a:pt x="14" y="64"/>
                  </a:lnTo>
                  <a:lnTo>
                    <a:pt x="10" y="64"/>
                  </a:lnTo>
                  <a:lnTo>
                    <a:pt x="10" y="60"/>
                  </a:lnTo>
                  <a:lnTo>
                    <a:pt x="10" y="56"/>
                  </a:lnTo>
                  <a:lnTo>
                    <a:pt x="14" y="56"/>
                  </a:lnTo>
                  <a:lnTo>
                    <a:pt x="14" y="56"/>
                  </a:lnTo>
                  <a:lnTo>
                    <a:pt x="14" y="56"/>
                  </a:lnTo>
                  <a:close/>
                  <a:moveTo>
                    <a:pt x="90" y="72"/>
                  </a:moveTo>
                  <a:lnTo>
                    <a:pt x="86" y="72"/>
                  </a:lnTo>
                  <a:lnTo>
                    <a:pt x="86" y="68"/>
                  </a:lnTo>
                  <a:lnTo>
                    <a:pt x="90" y="68"/>
                  </a:lnTo>
                  <a:lnTo>
                    <a:pt x="86" y="64"/>
                  </a:lnTo>
                  <a:lnTo>
                    <a:pt x="90" y="64"/>
                  </a:lnTo>
                  <a:lnTo>
                    <a:pt x="90" y="68"/>
                  </a:lnTo>
                  <a:lnTo>
                    <a:pt x="90" y="72"/>
                  </a:lnTo>
                  <a:lnTo>
                    <a:pt x="90" y="72"/>
                  </a:lnTo>
                  <a:lnTo>
                    <a:pt x="90" y="72"/>
                  </a:lnTo>
                  <a:close/>
                  <a:moveTo>
                    <a:pt x="14" y="68"/>
                  </a:moveTo>
                  <a:lnTo>
                    <a:pt x="10" y="68"/>
                  </a:lnTo>
                  <a:lnTo>
                    <a:pt x="10" y="64"/>
                  </a:lnTo>
                  <a:lnTo>
                    <a:pt x="14" y="64"/>
                  </a:lnTo>
                  <a:lnTo>
                    <a:pt x="14" y="68"/>
                  </a:lnTo>
                  <a:lnTo>
                    <a:pt x="14" y="68"/>
                  </a:lnTo>
                  <a:lnTo>
                    <a:pt x="14" y="68"/>
                  </a:lnTo>
                  <a:close/>
                  <a:moveTo>
                    <a:pt x="10" y="64"/>
                  </a:moveTo>
                  <a:lnTo>
                    <a:pt x="10" y="68"/>
                  </a:lnTo>
                  <a:lnTo>
                    <a:pt x="14" y="72"/>
                  </a:lnTo>
                  <a:lnTo>
                    <a:pt x="10" y="72"/>
                  </a:lnTo>
                  <a:lnTo>
                    <a:pt x="6" y="72"/>
                  </a:lnTo>
                  <a:lnTo>
                    <a:pt x="6" y="68"/>
                  </a:lnTo>
                  <a:lnTo>
                    <a:pt x="10" y="68"/>
                  </a:lnTo>
                  <a:lnTo>
                    <a:pt x="10" y="64"/>
                  </a:lnTo>
                  <a:lnTo>
                    <a:pt x="10" y="64"/>
                  </a:lnTo>
                  <a:lnTo>
                    <a:pt x="10" y="64"/>
                  </a:lnTo>
                  <a:close/>
                  <a:moveTo>
                    <a:pt x="74" y="78"/>
                  </a:moveTo>
                  <a:lnTo>
                    <a:pt x="70" y="78"/>
                  </a:lnTo>
                  <a:lnTo>
                    <a:pt x="70" y="74"/>
                  </a:lnTo>
                  <a:lnTo>
                    <a:pt x="74" y="74"/>
                  </a:lnTo>
                  <a:lnTo>
                    <a:pt x="74" y="78"/>
                  </a:lnTo>
                  <a:lnTo>
                    <a:pt x="74" y="78"/>
                  </a:lnTo>
                  <a:lnTo>
                    <a:pt x="74" y="78"/>
                  </a:lnTo>
                  <a:close/>
                  <a:moveTo>
                    <a:pt x="14" y="82"/>
                  </a:moveTo>
                  <a:lnTo>
                    <a:pt x="14" y="78"/>
                  </a:lnTo>
                  <a:lnTo>
                    <a:pt x="10" y="78"/>
                  </a:lnTo>
                  <a:lnTo>
                    <a:pt x="10" y="74"/>
                  </a:lnTo>
                  <a:lnTo>
                    <a:pt x="14" y="74"/>
                  </a:lnTo>
                  <a:lnTo>
                    <a:pt x="14" y="78"/>
                  </a:lnTo>
                  <a:lnTo>
                    <a:pt x="18" y="78"/>
                  </a:lnTo>
                  <a:lnTo>
                    <a:pt x="14" y="78"/>
                  </a:lnTo>
                  <a:lnTo>
                    <a:pt x="14" y="82"/>
                  </a:lnTo>
                  <a:lnTo>
                    <a:pt x="14" y="82"/>
                  </a:lnTo>
                  <a:lnTo>
                    <a:pt x="14" y="82"/>
                  </a:lnTo>
                  <a:close/>
                  <a:moveTo>
                    <a:pt x="100" y="82"/>
                  </a:moveTo>
                  <a:lnTo>
                    <a:pt x="100" y="78"/>
                  </a:lnTo>
                  <a:lnTo>
                    <a:pt x="96" y="78"/>
                  </a:lnTo>
                  <a:lnTo>
                    <a:pt x="100" y="78"/>
                  </a:lnTo>
                  <a:lnTo>
                    <a:pt x="104" y="78"/>
                  </a:lnTo>
                  <a:lnTo>
                    <a:pt x="100" y="78"/>
                  </a:lnTo>
                  <a:lnTo>
                    <a:pt x="100" y="82"/>
                  </a:lnTo>
                  <a:lnTo>
                    <a:pt x="100" y="82"/>
                  </a:lnTo>
                  <a:lnTo>
                    <a:pt x="100" y="82"/>
                  </a:lnTo>
                  <a:close/>
                  <a:moveTo>
                    <a:pt x="90" y="82"/>
                  </a:moveTo>
                  <a:lnTo>
                    <a:pt x="92" y="78"/>
                  </a:lnTo>
                  <a:lnTo>
                    <a:pt x="92" y="82"/>
                  </a:lnTo>
                  <a:lnTo>
                    <a:pt x="90" y="82"/>
                  </a:lnTo>
                  <a:lnTo>
                    <a:pt x="90" y="82"/>
                  </a:lnTo>
                  <a:lnTo>
                    <a:pt x="90" y="82"/>
                  </a:lnTo>
                  <a:close/>
                  <a:moveTo>
                    <a:pt x="62" y="82"/>
                  </a:moveTo>
                  <a:lnTo>
                    <a:pt x="62" y="78"/>
                  </a:lnTo>
                  <a:lnTo>
                    <a:pt x="66" y="78"/>
                  </a:lnTo>
                  <a:lnTo>
                    <a:pt x="66" y="82"/>
                  </a:lnTo>
                  <a:lnTo>
                    <a:pt x="62" y="82"/>
                  </a:lnTo>
                  <a:lnTo>
                    <a:pt x="62" y="82"/>
                  </a:lnTo>
                  <a:lnTo>
                    <a:pt x="62" y="82"/>
                  </a:lnTo>
                  <a:close/>
                  <a:moveTo>
                    <a:pt x="74" y="78"/>
                  </a:moveTo>
                  <a:lnTo>
                    <a:pt x="74" y="82"/>
                  </a:lnTo>
                  <a:lnTo>
                    <a:pt x="78" y="82"/>
                  </a:lnTo>
                  <a:lnTo>
                    <a:pt x="74" y="82"/>
                  </a:lnTo>
                  <a:lnTo>
                    <a:pt x="74" y="78"/>
                  </a:lnTo>
                  <a:lnTo>
                    <a:pt x="74" y="78"/>
                  </a:lnTo>
                  <a:lnTo>
                    <a:pt x="74" y="78"/>
                  </a:lnTo>
                  <a:close/>
                  <a:moveTo>
                    <a:pt x="66" y="82"/>
                  </a:moveTo>
                  <a:lnTo>
                    <a:pt x="66" y="86"/>
                  </a:lnTo>
                  <a:lnTo>
                    <a:pt x="62" y="86"/>
                  </a:lnTo>
                  <a:lnTo>
                    <a:pt x="66" y="86"/>
                  </a:lnTo>
                  <a:lnTo>
                    <a:pt x="66" y="82"/>
                  </a:lnTo>
                  <a:lnTo>
                    <a:pt x="66" y="82"/>
                  </a:lnTo>
                  <a:lnTo>
                    <a:pt x="66" y="82"/>
                  </a:lnTo>
                  <a:close/>
                  <a:moveTo>
                    <a:pt x="82" y="94"/>
                  </a:moveTo>
                  <a:lnTo>
                    <a:pt x="78" y="90"/>
                  </a:lnTo>
                  <a:lnTo>
                    <a:pt x="82" y="90"/>
                  </a:lnTo>
                  <a:lnTo>
                    <a:pt x="82" y="94"/>
                  </a:lnTo>
                  <a:lnTo>
                    <a:pt x="82" y="94"/>
                  </a:lnTo>
                  <a:lnTo>
                    <a:pt x="82" y="94"/>
                  </a:lnTo>
                  <a:close/>
                  <a:moveTo>
                    <a:pt x="78" y="94"/>
                  </a:moveTo>
                  <a:lnTo>
                    <a:pt x="74" y="94"/>
                  </a:lnTo>
                  <a:lnTo>
                    <a:pt x="74" y="90"/>
                  </a:lnTo>
                  <a:lnTo>
                    <a:pt x="78" y="90"/>
                  </a:lnTo>
                  <a:lnTo>
                    <a:pt x="78" y="94"/>
                  </a:lnTo>
                  <a:lnTo>
                    <a:pt x="78" y="94"/>
                  </a:lnTo>
                  <a:lnTo>
                    <a:pt x="78" y="94"/>
                  </a:lnTo>
                  <a:close/>
                  <a:moveTo>
                    <a:pt x="100" y="94"/>
                  </a:moveTo>
                  <a:lnTo>
                    <a:pt x="100" y="90"/>
                  </a:lnTo>
                  <a:lnTo>
                    <a:pt x="100" y="94"/>
                  </a:lnTo>
                  <a:lnTo>
                    <a:pt x="104" y="94"/>
                  </a:lnTo>
                  <a:lnTo>
                    <a:pt x="100" y="94"/>
                  </a:lnTo>
                  <a:lnTo>
                    <a:pt x="100" y="94"/>
                  </a:lnTo>
                  <a:lnTo>
                    <a:pt x="100" y="94"/>
                  </a:lnTo>
                  <a:close/>
                  <a:moveTo>
                    <a:pt x="100" y="102"/>
                  </a:moveTo>
                  <a:lnTo>
                    <a:pt x="100" y="98"/>
                  </a:lnTo>
                  <a:lnTo>
                    <a:pt x="104" y="98"/>
                  </a:lnTo>
                  <a:lnTo>
                    <a:pt x="104" y="94"/>
                  </a:lnTo>
                  <a:lnTo>
                    <a:pt x="108" y="94"/>
                  </a:lnTo>
                  <a:lnTo>
                    <a:pt x="108" y="98"/>
                  </a:lnTo>
                  <a:lnTo>
                    <a:pt x="104" y="98"/>
                  </a:lnTo>
                  <a:lnTo>
                    <a:pt x="100" y="98"/>
                  </a:lnTo>
                  <a:lnTo>
                    <a:pt x="100" y="102"/>
                  </a:lnTo>
                  <a:lnTo>
                    <a:pt x="100" y="102"/>
                  </a:lnTo>
                  <a:lnTo>
                    <a:pt x="100" y="102"/>
                  </a:lnTo>
                  <a:close/>
                  <a:moveTo>
                    <a:pt x="78" y="102"/>
                  </a:moveTo>
                  <a:lnTo>
                    <a:pt x="78" y="98"/>
                  </a:lnTo>
                  <a:lnTo>
                    <a:pt x="78" y="102"/>
                  </a:lnTo>
                  <a:lnTo>
                    <a:pt x="78" y="102"/>
                  </a:lnTo>
                  <a:lnTo>
                    <a:pt x="78" y="102"/>
                  </a:lnTo>
                  <a:close/>
                  <a:moveTo>
                    <a:pt x="62" y="102"/>
                  </a:moveTo>
                  <a:lnTo>
                    <a:pt x="62" y="98"/>
                  </a:lnTo>
                  <a:lnTo>
                    <a:pt x="66" y="98"/>
                  </a:lnTo>
                  <a:lnTo>
                    <a:pt x="66" y="102"/>
                  </a:lnTo>
                  <a:lnTo>
                    <a:pt x="62" y="102"/>
                  </a:lnTo>
                  <a:lnTo>
                    <a:pt x="62" y="102"/>
                  </a:lnTo>
                  <a:lnTo>
                    <a:pt x="62" y="102"/>
                  </a:lnTo>
                  <a:close/>
                  <a:moveTo>
                    <a:pt x="118" y="104"/>
                  </a:moveTo>
                  <a:lnTo>
                    <a:pt x="118" y="108"/>
                  </a:lnTo>
                  <a:lnTo>
                    <a:pt x="116" y="112"/>
                  </a:lnTo>
                  <a:lnTo>
                    <a:pt x="112" y="112"/>
                  </a:lnTo>
                  <a:lnTo>
                    <a:pt x="112" y="108"/>
                  </a:lnTo>
                  <a:lnTo>
                    <a:pt x="116" y="108"/>
                  </a:lnTo>
                  <a:lnTo>
                    <a:pt x="116" y="104"/>
                  </a:lnTo>
                  <a:lnTo>
                    <a:pt x="118" y="104"/>
                  </a:lnTo>
                  <a:lnTo>
                    <a:pt x="118" y="104"/>
                  </a:lnTo>
                  <a:lnTo>
                    <a:pt x="118" y="104"/>
                  </a:lnTo>
                  <a:close/>
                  <a:moveTo>
                    <a:pt x="44" y="104"/>
                  </a:moveTo>
                  <a:lnTo>
                    <a:pt x="48" y="108"/>
                  </a:lnTo>
                  <a:lnTo>
                    <a:pt x="44" y="108"/>
                  </a:lnTo>
                  <a:lnTo>
                    <a:pt x="44" y="104"/>
                  </a:lnTo>
                  <a:lnTo>
                    <a:pt x="44" y="104"/>
                  </a:lnTo>
                  <a:lnTo>
                    <a:pt x="44" y="104"/>
                  </a:lnTo>
                  <a:close/>
                  <a:moveTo>
                    <a:pt x="104" y="124"/>
                  </a:moveTo>
                  <a:lnTo>
                    <a:pt x="104" y="120"/>
                  </a:lnTo>
                  <a:lnTo>
                    <a:pt x="104" y="116"/>
                  </a:lnTo>
                  <a:lnTo>
                    <a:pt x="104" y="120"/>
                  </a:lnTo>
                  <a:lnTo>
                    <a:pt x="104" y="124"/>
                  </a:lnTo>
                  <a:lnTo>
                    <a:pt x="104" y="124"/>
                  </a:lnTo>
                  <a:lnTo>
                    <a:pt x="104" y="124"/>
                  </a:lnTo>
                  <a:close/>
                  <a:moveTo>
                    <a:pt x="56" y="128"/>
                  </a:moveTo>
                  <a:lnTo>
                    <a:pt x="52" y="128"/>
                  </a:lnTo>
                  <a:lnTo>
                    <a:pt x="52" y="120"/>
                  </a:lnTo>
                  <a:lnTo>
                    <a:pt x="56" y="120"/>
                  </a:lnTo>
                  <a:lnTo>
                    <a:pt x="60" y="120"/>
                  </a:lnTo>
                  <a:lnTo>
                    <a:pt x="62" y="120"/>
                  </a:lnTo>
                  <a:lnTo>
                    <a:pt x="60" y="124"/>
                  </a:lnTo>
                  <a:lnTo>
                    <a:pt x="62" y="124"/>
                  </a:lnTo>
                  <a:lnTo>
                    <a:pt x="66" y="124"/>
                  </a:lnTo>
                  <a:lnTo>
                    <a:pt x="70" y="124"/>
                  </a:lnTo>
                  <a:lnTo>
                    <a:pt x="74" y="124"/>
                  </a:lnTo>
                  <a:lnTo>
                    <a:pt x="78" y="124"/>
                  </a:lnTo>
                  <a:lnTo>
                    <a:pt x="82" y="128"/>
                  </a:lnTo>
                  <a:lnTo>
                    <a:pt x="82" y="124"/>
                  </a:lnTo>
                  <a:lnTo>
                    <a:pt x="86" y="124"/>
                  </a:lnTo>
                  <a:lnTo>
                    <a:pt x="86" y="128"/>
                  </a:lnTo>
                  <a:lnTo>
                    <a:pt x="90" y="128"/>
                  </a:lnTo>
                  <a:lnTo>
                    <a:pt x="92" y="128"/>
                  </a:lnTo>
                  <a:lnTo>
                    <a:pt x="92" y="130"/>
                  </a:lnTo>
                  <a:lnTo>
                    <a:pt x="90" y="130"/>
                  </a:lnTo>
                  <a:lnTo>
                    <a:pt x="82" y="130"/>
                  </a:lnTo>
                  <a:lnTo>
                    <a:pt x="78" y="130"/>
                  </a:lnTo>
                  <a:lnTo>
                    <a:pt x="74" y="130"/>
                  </a:lnTo>
                  <a:lnTo>
                    <a:pt x="70" y="130"/>
                  </a:lnTo>
                  <a:lnTo>
                    <a:pt x="66" y="130"/>
                  </a:lnTo>
                  <a:lnTo>
                    <a:pt x="66" y="128"/>
                  </a:lnTo>
                  <a:lnTo>
                    <a:pt x="62" y="128"/>
                  </a:lnTo>
                  <a:lnTo>
                    <a:pt x="60" y="128"/>
                  </a:lnTo>
                  <a:lnTo>
                    <a:pt x="56" y="128"/>
                  </a:lnTo>
                  <a:lnTo>
                    <a:pt x="56" y="128"/>
                  </a:lnTo>
                  <a:lnTo>
                    <a:pt x="56" y="1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8" name="Freeform 103"/>
            <p:cNvSpPr>
              <a:spLocks noChangeAspect="1"/>
            </p:cNvSpPr>
            <p:nvPr/>
          </p:nvSpPr>
          <p:spPr bwMode="gray">
            <a:xfrm>
              <a:off x="4737331" y="2947413"/>
              <a:ext cx="3479" cy="6957"/>
            </a:xfrm>
            <a:custGeom>
              <a:avLst/>
              <a:gdLst>
                <a:gd name="T0" fmla="*/ 0 w 2"/>
                <a:gd name="T1" fmla="*/ 4 h 4"/>
                <a:gd name="T2" fmla="*/ 0 w 2"/>
                <a:gd name="T3" fmla="*/ 4 h 4"/>
                <a:gd name="T4" fmla="*/ 0 w 2"/>
                <a:gd name="T5" fmla="*/ 4 h 4"/>
                <a:gd name="T6" fmla="*/ 0 w 2"/>
                <a:gd name="T7" fmla="*/ 4 h 4"/>
                <a:gd name="T8" fmla="*/ 0 w 2"/>
                <a:gd name="T9" fmla="*/ 4 h 4"/>
                <a:gd name="T10" fmla="*/ 0 w 2"/>
                <a:gd name="T11" fmla="*/ 4 h 4"/>
                <a:gd name="T12" fmla="*/ 0 w 2"/>
                <a:gd name="T13" fmla="*/ 0 h 4"/>
                <a:gd name="T14" fmla="*/ 2 w 2"/>
                <a:gd name="T15" fmla="*/ 0 h 4"/>
                <a:gd name="T16" fmla="*/ 0 w 2"/>
                <a:gd name="T17" fmla="*/ 4 h 4"/>
                <a:gd name="T18" fmla="*/ 0 w 2"/>
                <a:gd name="T19" fmla="*/ 4 h 4"/>
                <a:gd name="T20" fmla="*/ 0 w 2"/>
                <a:gd name="T21" fmla="*/ 4 h 4"/>
                <a:gd name="T22" fmla="*/ 0 w 2"/>
                <a:gd name="T23" fmla="*/ 4 h 4"/>
                <a:gd name="T24" fmla="*/ 0 w 2"/>
                <a:gd name="T25"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 h="4">
                  <a:moveTo>
                    <a:pt x="0" y="4"/>
                  </a:moveTo>
                  <a:lnTo>
                    <a:pt x="0" y="4"/>
                  </a:lnTo>
                  <a:lnTo>
                    <a:pt x="0" y="4"/>
                  </a:lnTo>
                  <a:lnTo>
                    <a:pt x="0" y="4"/>
                  </a:lnTo>
                  <a:lnTo>
                    <a:pt x="0" y="4"/>
                  </a:lnTo>
                  <a:lnTo>
                    <a:pt x="0" y="4"/>
                  </a:lnTo>
                  <a:lnTo>
                    <a:pt x="0" y="0"/>
                  </a:lnTo>
                  <a:lnTo>
                    <a:pt x="2" y="0"/>
                  </a:lnTo>
                  <a:lnTo>
                    <a:pt x="0" y="4"/>
                  </a:lnTo>
                  <a:lnTo>
                    <a:pt x="0" y="4"/>
                  </a:lnTo>
                  <a:lnTo>
                    <a:pt x="0" y="4"/>
                  </a:lnTo>
                  <a:lnTo>
                    <a:pt x="0" y="4"/>
                  </a:lnTo>
                  <a:lnTo>
                    <a:pt x="0"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49" name="Freeform 104"/>
            <p:cNvSpPr>
              <a:spLocks noChangeAspect="1"/>
            </p:cNvSpPr>
            <p:nvPr/>
          </p:nvSpPr>
          <p:spPr bwMode="gray">
            <a:xfrm>
              <a:off x="5196497" y="2985676"/>
              <a:ext cx="166969" cy="97399"/>
            </a:xfrm>
            <a:custGeom>
              <a:avLst/>
              <a:gdLst>
                <a:gd name="T0" fmla="*/ 74 w 96"/>
                <a:gd name="T1" fmla="*/ 42 h 56"/>
                <a:gd name="T2" fmla="*/ 70 w 96"/>
                <a:gd name="T3" fmla="*/ 46 h 56"/>
                <a:gd name="T4" fmla="*/ 66 w 96"/>
                <a:gd name="T5" fmla="*/ 46 h 56"/>
                <a:gd name="T6" fmla="*/ 66 w 96"/>
                <a:gd name="T7" fmla="*/ 46 h 56"/>
                <a:gd name="T8" fmla="*/ 62 w 96"/>
                <a:gd name="T9" fmla="*/ 50 h 56"/>
                <a:gd name="T10" fmla="*/ 58 w 96"/>
                <a:gd name="T11" fmla="*/ 50 h 56"/>
                <a:gd name="T12" fmla="*/ 56 w 96"/>
                <a:gd name="T13" fmla="*/ 50 h 56"/>
                <a:gd name="T14" fmla="*/ 52 w 96"/>
                <a:gd name="T15" fmla="*/ 50 h 56"/>
                <a:gd name="T16" fmla="*/ 44 w 96"/>
                <a:gd name="T17" fmla="*/ 52 h 56"/>
                <a:gd name="T18" fmla="*/ 40 w 96"/>
                <a:gd name="T19" fmla="*/ 52 h 56"/>
                <a:gd name="T20" fmla="*/ 36 w 96"/>
                <a:gd name="T21" fmla="*/ 52 h 56"/>
                <a:gd name="T22" fmla="*/ 32 w 96"/>
                <a:gd name="T23" fmla="*/ 56 h 56"/>
                <a:gd name="T24" fmla="*/ 30 w 96"/>
                <a:gd name="T25" fmla="*/ 56 h 56"/>
                <a:gd name="T26" fmla="*/ 22 w 96"/>
                <a:gd name="T27" fmla="*/ 52 h 56"/>
                <a:gd name="T28" fmla="*/ 18 w 96"/>
                <a:gd name="T29" fmla="*/ 52 h 56"/>
                <a:gd name="T30" fmla="*/ 14 w 96"/>
                <a:gd name="T31" fmla="*/ 50 h 56"/>
                <a:gd name="T32" fmla="*/ 10 w 96"/>
                <a:gd name="T33" fmla="*/ 46 h 56"/>
                <a:gd name="T34" fmla="*/ 10 w 96"/>
                <a:gd name="T35" fmla="*/ 46 h 56"/>
                <a:gd name="T36" fmla="*/ 6 w 96"/>
                <a:gd name="T37" fmla="*/ 42 h 56"/>
                <a:gd name="T38" fmla="*/ 2 w 96"/>
                <a:gd name="T39" fmla="*/ 38 h 56"/>
                <a:gd name="T40" fmla="*/ 2 w 96"/>
                <a:gd name="T41" fmla="*/ 34 h 56"/>
                <a:gd name="T42" fmla="*/ 0 w 96"/>
                <a:gd name="T43" fmla="*/ 34 h 56"/>
                <a:gd name="T44" fmla="*/ 2 w 96"/>
                <a:gd name="T45" fmla="*/ 30 h 56"/>
                <a:gd name="T46" fmla="*/ 2 w 96"/>
                <a:gd name="T47" fmla="*/ 26 h 56"/>
                <a:gd name="T48" fmla="*/ 2 w 96"/>
                <a:gd name="T49" fmla="*/ 24 h 56"/>
                <a:gd name="T50" fmla="*/ 6 w 96"/>
                <a:gd name="T51" fmla="*/ 20 h 56"/>
                <a:gd name="T52" fmla="*/ 6 w 96"/>
                <a:gd name="T53" fmla="*/ 20 h 56"/>
                <a:gd name="T54" fmla="*/ 6 w 96"/>
                <a:gd name="T55" fmla="*/ 16 h 56"/>
                <a:gd name="T56" fmla="*/ 10 w 96"/>
                <a:gd name="T57" fmla="*/ 16 h 56"/>
                <a:gd name="T58" fmla="*/ 14 w 96"/>
                <a:gd name="T59" fmla="*/ 16 h 56"/>
                <a:gd name="T60" fmla="*/ 14 w 96"/>
                <a:gd name="T61" fmla="*/ 12 h 56"/>
                <a:gd name="T62" fmla="*/ 18 w 96"/>
                <a:gd name="T63" fmla="*/ 12 h 56"/>
                <a:gd name="T64" fmla="*/ 18 w 96"/>
                <a:gd name="T65" fmla="*/ 12 h 56"/>
                <a:gd name="T66" fmla="*/ 26 w 96"/>
                <a:gd name="T67" fmla="*/ 16 h 56"/>
                <a:gd name="T68" fmla="*/ 32 w 96"/>
                <a:gd name="T69" fmla="*/ 16 h 56"/>
                <a:gd name="T70" fmla="*/ 36 w 96"/>
                <a:gd name="T71" fmla="*/ 16 h 56"/>
                <a:gd name="T72" fmla="*/ 36 w 96"/>
                <a:gd name="T73" fmla="*/ 16 h 56"/>
                <a:gd name="T74" fmla="*/ 36 w 96"/>
                <a:gd name="T75" fmla="*/ 12 h 56"/>
                <a:gd name="T76" fmla="*/ 40 w 96"/>
                <a:gd name="T77" fmla="*/ 8 h 56"/>
                <a:gd name="T78" fmla="*/ 44 w 96"/>
                <a:gd name="T79" fmla="*/ 8 h 56"/>
                <a:gd name="T80" fmla="*/ 48 w 96"/>
                <a:gd name="T81" fmla="*/ 8 h 56"/>
                <a:gd name="T82" fmla="*/ 56 w 96"/>
                <a:gd name="T83" fmla="*/ 8 h 56"/>
                <a:gd name="T84" fmla="*/ 56 w 96"/>
                <a:gd name="T85" fmla="*/ 8 h 56"/>
                <a:gd name="T86" fmla="*/ 58 w 96"/>
                <a:gd name="T87" fmla="*/ 4 h 56"/>
                <a:gd name="T88" fmla="*/ 62 w 96"/>
                <a:gd name="T89" fmla="*/ 0 h 56"/>
                <a:gd name="T90" fmla="*/ 66 w 96"/>
                <a:gd name="T91" fmla="*/ 0 h 56"/>
                <a:gd name="T92" fmla="*/ 70 w 96"/>
                <a:gd name="T93" fmla="*/ 0 h 56"/>
                <a:gd name="T94" fmla="*/ 78 w 96"/>
                <a:gd name="T95" fmla="*/ 0 h 56"/>
                <a:gd name="T96" fmla="*/ 82 w 96"/>
                <a:gd name="T97" fmla="*/ 4 h 56"/>
                <a:gd name="T98" fmla="*/ 84 w 96"/>
                <a:gd name="T99" fmla="*/ 4 h 56"/>
                <a:gd name="T100" fmla="*/ 84 w 96"/>
                <a:gd name="T101" fmla="*/ 0 h 56"/>
                <a:gd name="T102" fmla="*/ 88 w 96"/>
                <a:gd name="T103" fmla="*/ 4 h 56"/>
                <a:gd name="T104" fmla="*/ 92 w 96"/>
                <a:gd name="T105" fmla="*/ 8 h 56"/>
                <a:gd name="T106" fmla="*/ 96 w 96"/>
                <a:gd name="T107" fmla="*/ 8 h 56"/>
                <a:gd name="T108" fmla="*/ 92 w 96"/>
                <a:gd name="T109" fmla="*/ 16 h 56"/>
                <a:gd name="T110" fmla="*/ 88 w 96"/>
                <a:gd name="T111" fmla="*/ 16 h 56"/>
                <a:gd name="T112" fmla="*/ 84 w 96"/>
                <a:gd name="T113" fmla="*/ 20 h 56"/>
                <a:gd name="T114" fmla="*/ 84 w 96"/>
                <a:gd name="T115" fmla="*/ 20 h 56"/>
                <a:gd name="T116" fmla="*/ 84 w 96"/>
                <a:gd name="T117" fmla="*/ 24 h 56"/>
                <a:gd name="T118" fmla="*/ 82 w 96"/>
                <a:gd name="T119" fmla="*/ 26 h 56"/>
                <a:gd name="T120" fmla="*/ 78 w 96"/>
                <a:gd name="T121" fmla="*/ 30 h 56"/>
                <a:gd name="T122" fmla="*/ 78 w 96"/>
                <a:gd name="T123" fmla="*/ 34 h 56"/>
                <a:gd name="T124" fmla="*/ 78 w 96"/>
                <a:gd name="T125" fmla="*/ 3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6" h="56">
                  <a:moveTo>
                    <a:pt x="78" y="38"/>
                  </a:moveTo>
                  <a:lnTo>
                    <a:pt x="74" y="38"/>
                  </a:lnTo>
                  <a:lnTo>
                    <a:pt x="74" y="38"/>
                  </a:lnTo>
                  <a:lnTo>
                    <a:pt x="74" y="38"/>
                  </a:lnTo>
                  <a:lnTo>
                    <a:pt x="74" y="42"/>
                  </a:lnTo>
                  <a:lnTo>
                    <a:pt x="74" y="42"/>
                  </a:lnTo>
                  <a:lnTo>
                    <a:pt x="74" y="42"/>
                  </a:lnTo>
                  <a:lnTo>
                    <a:pt x="70" y="46"/>
                  </a:lnTo>
                  <a:lnTo>
                    <a:pt x="70" y="46"/>
                  </a:lnTo>
                  <a:lnTo>
                    <a:pt x="70" y="46"/>
                  </a:lnTo>
                  <a:lnTo>
                    <a:pt x="70" y="46"/>
                  </a:lnTo>
                  <a:lnTo>
                    <a:pt x="70" y="46"/>
                  </a:lnTo>
                  <a:lnTo>
                    <a:pt x="70" y="46"/>
                  </a:lnTo>
                  <a:lnTo>
                    <a:pt x="70" y="46"/>
                  </a:lnTo>
                  <a:lnTo>
                    <a:pt x="66" y="46"/>
                  </a:lnTo>
                  <a:lnTo>
                    <a:pt x="66" y="46"/>
                  </a:lnTo>
                  <a:lnTo>
                    <a:pt x="66" y="46"/>
                  </a:lnTo>
                  <a:lnTo>
                    <a:pt x="66" y="46"/>
                  </a:lnTo>
                  <a:lnTo>
                    <a:pt x="66" y="46"/>
                  </a:lnTo>
                  <a:lnTo>
                    <a:pt x="66" y="46"/>
                  </a:lnTo>
                  <a:lnTo>
                    <a:pt x="66" y="50"/>
                  </a:lnTo>
                  <a:lnTo>
                    <a:pt x="66" y="50"/>
                  </a:lnTo>
                  <a:lnTo>
                    <a:pt x="66" y="50"/>
                  </a:lnTo>
                  <a:lnTo>
                    <a:pt x="66" y="50"/>
                  </a:lnTo>
                  <a:lnTo>
                    <a:pt x="62" y="50"/>
                  </a:lnTo>
                  <a:lnTo>
                    <a:pt x="62" y="50"/>
                  </a:lnTo>
                  <a:lnTo>
                    <a:pt x="62" y="50"/>
                  </a:lnTo>
                  <a:lnTo>
                    <a:pt x="62" y="50"/>
                  </a:lnTo>
                  <a:lnTo>
                    <a:pt x="62" y="50"/>
                  </a:lnTo>
                  <a:lnTo>
                    <a:pt x="58" y="50"/>
                  </a:lnTo>
                  <a:lnTo>
                    <a:pt x="58" y="50"/>
                  </a:lnTo>
                  <a:lnTo>
                    <a:pt x="58" y="50"/>
                  </a:lnTo>
                  <a:lnTo>
                    <a:pt x="58" y="50"/>
                  </a:lnTo>
                  <a:lnTo>
                    <a:pt x="58" y="50"/>
                  </a:lnTo>
                  <a:lnTo>
                    <a:pt x="56" y="50"/>
                  </a:lnTo>
                  <a:lnTo>
                    <a:pt x="56" y="50"/>
                  </a:lnTo>
                  <a:lnTo>
                    <a:pt x="52" y="50"/>
                  </a:lnTo>
                  <a:lnTo>
                    <a:pt x="52" y="50"/>
                  </a:lnTo>
                  <a:lnTo>
                    <a:pt x="52" y="50"/>
                  </a:lnTo>
                  <a:lnTo>
                    <a:pt x="52" y="50"/>
                  </a:lnTo>
                  <a:lnTo>
                    <a:pt x="48" y="50"/>
                  </a:lnTo>
                  <a:lnTo>
                    <a:pt x="48" y="50"/>
                  </a:lnTo>
                  <a:lnTo>
                    <a:pt x="48" y="50"/>
                  </a:lnTo>
                  <a:lnTo>
                    <a:pt x="48" y="50"/>
                  </a:lnTo>
                  <a:lnTo>
                    <a:pt x="44" y="52"/>
                  </a:lnTo>
                  <a:lnTo>
                    <a:pt x="44" y="52"/>
                  </a:lnTo>
                  <a:lnTo>
                    <a:pt x="44" y="52"/>
                  </a:lnTo>
                  <a:lnTo>
                    <a:pt x="40" y="52"/>
                  </a:lnTo>
                  <a:lnTo>
                    <a:pt x="40" y="52"/>
                  </a:lnTo>
                  <a:lnTo>
                    <a:pt x="40" y="52"/>
                  </a:lnTo>
                  <a:lnTo>
                    <a:pt x="36" y="52"/>
                  </a:lnTo>
                  <a:lnTo>
                    <a:pt x="36" y="52"/>
                  </a:lnTo>
                  <a:lnTo>
                    <a:pt x="36" y="52"/>
                  </a:lnTo>
                  <a:lnTo>
                    <a:pt x="36" y="52"/>
                  </a:lnTo>
                  <a:lnTo>
                    <a:pt x="36" y="52"/>
                  </a:lnTo>
                  <a:lnTo>
                    <a:pt x="36" y="52"/>
                  </a:lnTo>
                  <a:lnTo>
                    <a:pt x="36" y="56"/>
                  </a:lnTo>
                  <a:lnTo>
                    <a:pt x="32" y="56"/>
                  </a:lnTo>
                  <a:lnTo>
                    <a:pt x="32" y="56"/>
                  </a:lnTo>
                  <a:lnTo>
                    <a:pt x="32" y="56"/>
                  </a:lnTo>
                  <a:lnTo>
                    <a:pt x="32" y="56"/>
                  </a:lnTo>
                  <a:lnTo>
                    <a:pt x="30" y="56"/>
                  </a:lnTo>
                  <a:lnTo>
                    <a:pt x="30" y="56"/>
                  </a:lnTo>
                  <a:lnTo>
                    <a:pt x="30" y="56"/>
                  </a:lnTo>
                  <a:lnTo>
                    <a:pt x="30" y="56"/>
                  </a:lnTo>
                  <a:lnTo>
                    <a:pt x="26" y="56"/>
                  </a:lnTo>
                  <a:lnTo>
                    <a:pt x="26" y="56"/>
                  </a:lnTo>
                  <a:lnTo>
                    <a:pt x="22" y="56"/>
                  </a:lnTo>
                  <a:lnTo>
                    <a:pt x="22" y="52"/>
                  </a:lnTo>
                  <a:lnTo>
                    <a:pt x="22" y="52"/>
                  </a:lnTo>
                  <a:lnTo>
                    <a:pt x="22" y="52"/>
                  </a:lnTo>
                  <a:lnTo>
                    <a:pt x="22" y="52"/>
                  </a:lnTo>
                  <a:lnTo>
                    <a:pt x="18" y="52"/>
                  </a:lnTo>
                  <a:lnTo>
                    <a:pt x="18" y="52"/>
                  </a:lnTo>
                  <a:lnTo>
                    <a:pt x="18" y="52"/>
                  </a:lnTo>
                  <a:lnTo>
                    <a:pt x="18" y="52"/>
                  </a:lnTo>
                  <a:lnTo>
                    <a:pt x="18" y="52"/>
                  </a:lnTo>
                  <a:lnTo>
                    <a:pt x="14" y="52"/>
                  </a:lnTo>
                  <a:lnTo>
                    <a:pt x="14" y="50"/>
                  </a:lnTo>
                  <a:lnTo>
                    <a:pt x="14" y="50"/>
                  </a:lnTo>
                  <a:lnTo>
                    <a:pt x="14" y="50"/>
                  </a:lnTo>
                  <a:lnTo>
                    <a:pt x="14" y="50"/>
                  </a:lnTo>
                  <a:lnTo>
                    <a:pt x="14" y="50"/>
                  </a:lnTo>
                  <a:lnTo>
                    <a:pt x="10" y="46"/>
                  </a:lnTo>
                  <a:lnTo>
                    <a:pt x="10" y="46"/>
                  </a:lnTo>
                  <a:lnTo>
                    <a:pt x="10" y="46"/>
                  </a:lnTo>
                  <a:lnTo>
                    <a:pt x="10" y="46"/>
                  </a:lnTo>
                  <a:lnTo>
                    <a:pt x="10" y="46"/>
                  </a:lnTo>
                  <a:lnTo>
                    <a:pt x="10" y="46"/>
                  </a:lnTo>
                  <a:lnTo>
                    <a:pt x="10" y="46"/>
                  </a:lnTo>
                  <a:lnTo>
                    <a:pt x="10" y="46"/>
                  </a:lnTo>
                  <a:lnTo>
                    <a:pt x="10" y="46"/>
                  </a:lnTo>
                  <a:lnTo>
                    <a:pt x="6" y="42"/>
                  </a:lnTo>
                  <a:lnTo>
                    <a:pt x="6" y="42"/>
                  </a:lnTo>
                  <a:lnTo>
                    <a:pt x="6" y="42"/>
                  </a:lnTo>
                  <a:lnTo>
                    <a:pt x="6" y="42"/>
                  </a:lnTo>
                  <a:lnTo>
                    <a:pt x="2" y="38"/>
                  </a:lnTo>
                  <a:lnTo>
                    <a:pt x="2" y="38"/>
                  </a:lnTo>
                  <a:lnTo>
                    <a:pt x="2" y="38"/>
                  </a:lnTo>
                  <a:lnTo>
                    <a:pt x="2" y="38"/>
                  </a:lnTo>
                  <a:lnTo>
                    <a:pt x="2" y="38"/>
                  </a:lnTo>
                  <a:lnTo>
                    <a:pt x="2" y="34"/>
                  </a:lnTo>
                  <a:lnTo>
                    <a:pt x="2" y="34"/>
                  </a:lnTo>
                  <a:lnTo>
                    <a:pt x="2" y="34"/>
                  </a:lnTo>
                  <a:lnTo>
                    <a:pt x="2" y="34"/>
                  </a:lnTo>
                  <a:lnTo>
                    <a:pt x="2" y="34"/>
                  </a:lnTo>
                  <a:lnTo>
                    <a:pt x="2" y="34"/>
                  </a:lnTo>
                  <a:lnTo>
                    <a:pt x="0" y="34"/>
                  </a:lnTo>
                  <a:lnTo>
                    <a:pt x="0" y="34"/>
                  </a:lnTo>
                  <a:lnTo>
                    <a:pt x="0" y="34"/>
                  </a:lnTo>
                  <a:lnTo>
                    <a:pt x="0" y="34"/>
                  </a:lnTo>
                  <a:lnTo>
                    <a:pt x="2" y="30"/>
                  </a:lnTo>
                  <a:lnTo>
                    <a:pt x="2" y="30"/>
                  </a:lnTo>
                  <a:lnTo>
                    <a:pt x="2" y="30"/>
                  </a:lnTo>
                  <a:lnTo>
                    <a:pt x="2" y="30"/>
                  </a:lnTo>
                  <a:lnTo>
                    <a:pt x="2" y="30"/>
                  </a:lnTo>
                  <a:lnTo>
                    <a:pt x="2" y="30"/>
                  </a:lnTo>
                  <a:lnTo>
                    <a:pt x="6" y="30"/>
                  </a:lnTo>
                  <a:lnTo>
                    <a:pt x="6" y="30"/>
                  </a:lnTo>
                  <a:lnTo>
                    <a:pt x="2" y="26"/>
                  </a:lnTo>
                  <a:lnTo>
                    <a:pt x="2" y="26"/>
                  </a:lnTo>
                  <a:lnTo>
                    <a:pt x="2" y="26"/>
                  </a:lnTo>
                  <a:lnTo>
                    <a:pt x="6" y="26"/>
                  </a:lnTo>
                  <a:lnTo>
                    <a:pt x="6" y="26"/>
                  </a:lnTo>
                  <a:lnTo>
                    <a:pt x="2" y="24"/>
                  </a:lnTo>
                  <a:lnTo>
                    <a:pt x="2" y="24"/>
                  </a:lnTo>
                  <a:lnTo>
                    <a:pt x="6" y="24"/>
                  </a:lnTo>
                  <a:lnTo>
                    <a:pt x="6" y="24"/>
                  </a:lnTo>
                  <a:lnTo>
                    <a:pt x="6" y="24"/>
                  </a:lnTo>
                  <a:lnTo>
                    <a:pt x="6" y="20"/>
                  </a:lnTo>
                  <a:lnTo>
                    <a:pt x="6" y="20"/>
                  </a:lnTo>
                  <a:lnTo>
                    <a:pt x="6" y="20"/>
                  </a:lnTo>
                  <a:lnTo>
                    <a:pt x="6" y="20"/>
                  </a:lnTo>
                  <a:lnTo>
                    <a:pt x="6" y="20"/>
                  </a:lnTo>
                  <a:lnTo>
                    <a:pt x="6" y="20"/>
                  </a:lnTo>
                  <a:lnTo>
                    <a:pt x="2" y="20"/>
                  </a:lnTo>
                  <a:lnTo>
                    <a:pt x="2" y="16"/>
                  </a:lnTo>
                  <a:lnTo>
                    <a:pt x="6" y="16"/>
                  </a:lnTo>
                  <a:lnTo>
                    <a:pt x="6" y="16"/>
                  </a:lnTo>
                  <a:lnTo>
                    <a:pt x="6" y="16"/>
                  </a:lnTo>
                  <a:lnTo>
                    <a:pt x="6" y="16"/>
                  </a:lnTo>
                  <a:lnTo>
                    <a:pt x="10" y="16"/>
                  </a:lnTo>
                  <a:lnTo>
                    <a:pt x="10" y="20"/>
                  </a:lnTo>
                  <a:lnTo>
                    <a:pt x="10" y="20"/>
                  </a:lnTo>
                  <a:lnTo>
                    <a:pt x="10" y="16"/>
                  </a:lnTo>
                  <a:lnTo>
                    <a:pt x="10" y="16"/>
                  </a:lnTo>
                  <a:lnTo>
                    <a:pt x="14" y="16"/>
                  </a:lnTo>
                  <a:lnTo>
                    <a:pt x="14" y="16"/>
                  </a:lnTo>
                  <a:lnTo>
                    <a:pt x="14" y="16"/>
                  </a:lnTo>
                  <a:lnTo>
                    <a:pt x="14" y="16"/>
                  </a:lnTo>
                  <a:lnTo>
                    <a:pt x="14" y="16"/>
                  </a:lnTo>
                  <a:lnTo>
                    <a:pt x="14" y="12"/>
                  </a:lnTo>
                  <a:lnTo>
                    <a:pt x="14" y="12"/>
                  </a:lnTo>
                  <a:lnTo>
                    <a:pt x="14" y="12"/>
                  </a:lnTo>
                  <a:lnTo>
                    <a:pt x="14" y="12"/>
                  </a:lnTo>
                  <a:lnTo>
                    <a:pt x="14" y="12"/>
                  </a:lnTo>
                  <a:lnTo>
                    <a:pt x="14" y="12"/>
                  </a:lnTo>
                  <a:lnTo>
                    <a:pt x="14" y="12"/>
                  </a:lnTo>
                  <a:lnTo>
                    <a:pt x="18" y="12"/>
                  </a:lnTo>
                  <a:lnTo>
                    <a:pt x="18" y="12"/>
                  </a:lnTo>
                  <a:lnTo>
                    <a:pt x="18" y="12"/>
                  </a:lnTo>
                  <a:lnTo>
                    <a:pt x="18" y="12"/>
                  </a:lnTo>
                  <a:lnTo>
                    <a:pt x="18" y="12"/>
                  </a:lnTo>
                  <a:lnTo>
                    <a:pt x="18" y="12"/>
                  </a:lnTo>
                  <a:lnTo>
                    <a:pt x="18" y="12"/>
                  </a:lnTo>
                  <a:lnTo>
                    <a:pt x="22" y="16"/>
                  </a:lnTo>
                  <a:lnTo>
                    <a:pt x="26" y="16"/>
                  </a:lnTo>
                  <a:lnTo>
                    <a:pt x="26" y="16"/>
                  </a:lnTo>
                  <a:lnTo>
                    <a:pt x="26" y="16"/>
                  </a:lnTo>
                  <a:lnTo>
                    <a:pt x="26" y="16"/>
                  </a:lnTo>
                  <a:lnTo>
                    <a:pt x="30" y="16"/>
                  </a:lnTo>
                  <a:lnTo>
                    <a:pt x="30" y="16"/>
                  </a:lnTo>
                  <a:lnTo>
                    <a:pt x="30" y="16"/>
                  </a:lnTo>
                  <a:lnTo>
                    <a:pt x="30" y="16"/>
                  </a:lnTo>
                  <a:lnTo>
                    <a:pt x="32" y="16"/>
                  </a:lnTo>
                  <a:lnTo>
                    <a:pt x="32" y="16"/>
                  </a:lnTo>
                  <a:lnTo>
                    <a:pt x="32" y="16"/>
                  </a:lnTo>
                  <a:lnTo>
                    <a:pt x="32" y="16"/>
                  </a:lnTo>
                  <a:lnTo>
                    <a:pt x="32" y="16"/>
                  </a:lnTo>
                  <a:lnTo>
                    <a:pt x="36" y="16"/>
                  </a:lnTo>
                  <a:lnTo>
                    <a:pt x="36" y="16"/>
                  </a:lnTo>
                  <a:lnTo>
                    <a:pt x="36" y="16"/>
                  </a:lnTo>
                  <a:lnTo>
                    <a:pt x="36" y="16"/>
                  </a:lnTo>
                  <a:lnTo>
                    <a:pt x="36" y="16"/>
                  </a:lnTo>
                  <a:lnTo>
                    <a:pt x="36" y="16"/>
                  </a:lnTo>
                  <a:lnTo>
                    <a:pt x="36" y="16"/>
                  </a:lnTo>
                  <a:lnTo>
                    <a:pt x="40" y="16"/>
                  </a:lnTo>
                  <a:lnTo>
                    <a:pt x="40" y="16"/>
                  </a:lnTo>
                  <a:lnTo>
                    <a:pt x="36" y="16"/>
                  </a:lnTo>
                  <a:lnTo>
                    <a:pt x="36" y="12"/>
                  </a:lnTo>
                  <a:lnTo>
                    <a:pt x="36" y="12"/>
                  </a:lnTo>
                  <a:lnTo>
                    <a:pt x="36" y="12"/>
                  </a:lnTo>
                  <a:lnTo>
                    <a:pt x="36" y="12"/>
                  </a:lnTo>
                  <a:lnTo>
                    <a:pt x="40" y="12"/>
                  </a:lnTo>
                  <a:lnTo>
                    <a:pt x="40" y="8"/>
                  </a:lnTo>
                  <a:lnTo>
                    <a:pt x="40" y="8"/>
                  </a:lnTo>
                  <a:lnTo>
                    <a:pt x="40" y="8"/>
                  </a:lnTo>
                  <a:lnTo>
                    <a:pt x="40" y="8"/>
                  </a:lnTo>
                  <a:lnTo>
                    <a:pt x="40" y="8"/>
                  </a:lnTo>
                  <a:lnTo>
                    <a:pt x="44" y="8"/>
                  </a:lnTo>
                  <a:lnTo>
                    <a:pt x="44" y="8"/>
                  </a:lnTo>
                  <a:lnTo>
                    <a:pt x="48" y="8"/>
                  </a:lnTo>
                  <a:lnTo>
                    <a:pt x="48" y="8"/>
                  </a:lnTo>
                  <a:lnTo>
                    <a:pt x="48" y="8"/>
                  </a:lnTo>
                  <a:lnTo>
                    <a:pt x="48" y="8"/>
                  </a:lnTo>
                  <a:lnTo>
                    <a:pt x="48" y="8"/>
                  </a:lnTo>
                  <a:lnTo>
                    <a:pt x="52" y="8"/>
                  </a:lnTo>
                  <a:lnTo>
                    <a:pt x="52" y="8"/>
                  </a:lnTo>
                  <a:lnTo>
                    <a:pt x="52" y="8"/>
                  </a:lnTo>
                  <a:lnTo>
                    <a:pt x="56" y="8"/>
                  </a:lnTo>
                  <a:lnTo>
                    <a:pt x="56" y="8"/>
                  </a:lnTo>
                  <a:lnTo>
                    <a:pt x="56" y="8"/>
                  </a:lnTo>
                  <a:lnTo>
                    <a:pt x="56" y="8"/>
                  </a:lnTo>
                  <a:lnTo>
                    <a:pt x="56" y="8"/>
                  </a:lnTo>
                  <a:lnTo>
                    <a:pt x="56" y="8"/>
                  </a:lnTo>
                  <a:lnTo>
                    <a:pt x="56" y="8"/>
                  </a:lnTo>
                  <a:lnTo>
                    <a:pt x="58" y="4"/>
                  </a:lnTo>
                  <a:lnTo>
                    <a:pt x="58" y="4"/>
                  </a:lnTo>
                  <a:lnTo>
                    <a:pt x="58" y="4"/>
                  </a:lnTo>
                  <a:lnTo>
                    <a:pt x="58" y="4"/>
                  </a:lnTo>
                  <a:lnTo>
                    <a:pt x="58" y="4"/>
                  </a:lnTo>
                  <a:lnTo>
                    <a:pt x="58" y="4"/>
                  </a:lnTo>
                  <a:lnTo>
                    <a:pt x="58" y="4"/>
                  </a:lnTo>
                  <a:lnTo>
                    <a:pt x="62" y="0"/>
                  </a:lnTo>
                  <a:lnTo>
                    <a:pt x="62" y="0"/>
                  </a:lnTo>
                  <a:lnTo>
                    <a:pt x="62" y="0"/>
                  </a:lnTo>
                  <a:lnTo>
                    <a:pt x="62" y="0"/>
                  </a:lnTo>
                  <a:lnTo>
                    <a:pt x="62" y="0"/>
                  </a:lnTo>
                  <a:lnTo>
                    <a:pt x="62" y="0"/>
                  </a:lnTo>
                  <a:lnTo>
                    <a:pt x="66" y="0"/>
                  </a:lnTo>
                  <a:lnTo>
                    <a:pt x="66" y="0"/>
                  </a:lnTo>
                  <a:lnTo>
                    <a:pt x="66" y="0"/>
                  </a:lnTo>
                  <a:lnTo>
                    <a:pt x="66" y="0"/>
                  </a:lnTo>
                  <a:lnTo>
                    <a:pt x="66" y="0"/>
                  </a:lnTo>
                  <a:lnTo>
                    <a:pt x="70" y="0"/>
                  </a:lnTo>
                  <a:lnTo>
                    <a:pt x="70" y="0"/>
                  </a:lnTo>
                  <a:lnTo>
                    <a:pt x="74" y="0"/>
                  </a:lnTo>
                  <a:lnTo>
                    <a:pt x="74" y="0"/>
                  </a:lnTo>
                  <a:lnTo>
                    <a:pt x="74" y="0"/>
                  </a:lnTo>
                  <a:lnTo>
                    <a:pt x="78" y="0"/>
                  </a:lnTo>
                  <a:lnTo>
                    <a:pt x="78" y="0"/>
                  </a:lnTo>
                  <a:lnTo>
                    <a:pt x="78" y="0"/>
                  </a:lnTo>
                  <a:lnTo>
                    <a:pt x="78" y="4"/>
                  </a:lnTo>
                  <a:lnTo>
                    <a:pt x="82" y="4"/>
                  </a:lnTo>
                  <a:lnTo>
                    <a:pt x="82" y="4"/>
                  </a:lnTo>
                  <a:lnTo>
                    <a:pt x="82" y="4"/>
                  </a:lnTo>
                  <a:lnTo>
                    <a:pt x="82" y="4"/>
                  </a:lnTo>
                  <a:lnTo>
                    <a:pt x="82" y="4"/>
                  </a:lnTo>
                  <a:lnTo>
                    <a:pt x="84" y="4"/>
                  </a:lnTo>
                  <a:lnTo>
                    <a:pt x="84" y="4"/>
                  </a:lnTo>
                  <a:lnTo>
                    <a:pt x="84" y="4"/>
                  </a:lnTo>
                  <a:lnTo>
                    <a:pt x="84" y="4"/>
                  </a:lnTo>
                  <a:lnTo>
                    <a:pt x="84" y="4"/>
                  </a:lnTo>
                  <a:lnTo>
                    <a:pt x="84" y="4"/>
                  </a:lnTo>
                  <a:lnTo>
                    <a:pt x="84" y="0"/>
                  </a:lnTo>
                  <a:lnTo>
                    <a:pt x="88" y="4"/>
                  </a:lnTo>
                  <a:lnTo>
                    <a:pt x="88" y="4"/>
                  </a:lnTo>
                  <a:lnTo>
                    <a:pt x="88" y="4"/>
                  </a:lnTo>
                  <a:lnTo>
                    <a:pt x="88" y="4"/>
                  </a:lnTo>
                  <a:lnTo>
                    <a:pt x="88" y="4"/>
                  </a:lnTo>
                  <a:lnTo>
                    <a:pt x="88" y="4"/>
                  </a:lnTo>
                  <a:lnTo>
                    <a:pt x="92" y="8"/>
                  </a:lnTo>
                  <a:lnTo>
                    <a:pt x="92" y="8"/>
                  </a:lnTo>
                  <a:lnTo>
                    <a:pt x="92" y="8"/>
                  </a:lnTo>
                  <a:lnTo>
                    <a:pt x="92" y="8"/>
                  </a:lnTo>
                  <a:lnTo>
                    <a:pt x="92" y="8"/>
                  </a:lnTo>
                  <a:lnTo>
                    <a:pt x="92" y="8"/>
                  </a:lnTo>
                  <a:lnTo>
                    <a:pt x="92" y="8"/>
                  </a:lnTo>
                  <a:lnTo>
                    <a:pt x="92" y="8"/>
                  </a:lnTo>
                  <a:lnTo>
                    <a:pt x="96" y="8"/>
                  </a:lnTo>
                  <a:lnTo>
                    <a:pt x="96" y="12"/>
                  </a:lnTo>
                  <a:lnTo>
                    <a:pt x="96" y="12"/>
                  </a:lnTo>
                  <a:lnTo>
                    <a:pt x="96" y="12"/>
                  </a:lnTo>
                  <a:lnTo>
                    <a:pt x="92" y="16"/>
                  </a:lnTo>
                  <a:lnTo>
                    <a:pt x="92" y="16"/>
                  </a:lnTo>
                  <a:lnTo>
                    <a:pt x="92" y="16"/>
                  </a:lnTo>
                  <a:lnTo>
                    <a:pt x="92" y="16"/>
                  </a:lnTo>
                  <a:lnTo>
                    <a:pt x="92" y="16"/>
                  </a:lnTo>
                  <a:lnTo>
                    <a:pt x="88" y="16"/>
                  </a:lnTo>
                  <a:lnTo>
                    <a:pt x="88" y="16"/>
                  </a:lnTo>
                  <a:lnTo>
                    <a:pt x="88" y="16"/>
                  </a:lnTo>
                  <a:lnTo>
                    <a:pt x="88" y="16"/>
                  </a:lnTo>
                  <a:lnTo>
                    <a:pt x="88" y="16"/>
                  </a:lnTo>
                  <a:lnTo>
                    <a:pt x="84" y="20"/>
                  </a:lnTo>
                  <a:lnTo>
                    <a:pt x="84" y="20"/>
                  </a:lnTo>
                  <a:lnTo>
                    <a:pt x="84" y="20"/>
                  </a:lnTo>
                  <a:lnTo>
                    <a:pt x="84" y="20"/>
                  </a:lnTo>
                  <a:lnTo>
                    <a:pt x="84" y="20"/>
                  </a:lnTo>
                  <a:lnTo>
                    <a:pt x="84" y="20"/>
                  </a:lnTo>
                  <a:lnTo>
                    <a:pt x="84" y="20"/>
                  </a:lnTo>
                  <a:lnTo>
                    <a:pt x="84" y="20"/>
                  </a:lnTo>
                  <a:lnTo>
                    <a:pt x="84" y="24"/>
                  </a:lnTo>
                  <a:lnTo>
                    <a:pt x="84" y="24"/>
                  </a:lnTo>
                  <a:lnTo>
                    <a:pt x="84" y="24"/>
                  </a:lnTo>
                  <a:lnTo>
                    <a:pt x="84" y="24"/>
                  </a:lnTo>
                  <a:lnTo>
                    <a:pt x="82" y="24"/>
                  </a:lnTo>
                  <a:lnTo>
                    <a:pt x="82" y="24"/>
                  </a:lnTo>
                  <a:lnTo>
                    <a:pt x="82" y="24"/>
                  </a:lnTo>
                  <a:lnTo>
                    <a:pt x="82" y="26"/>
                  </a:lnTo>
                  <a:lnTo>
                    <a:pt x="82" y="26"/>
                  </a:lnTo>
                  <a:lnTo>
                    <a:pt x="82" y="26"/>
                  </a:lnTo>
                  <a:lnTo>
                    <a:pt x="82" y="30"/>
                  </a:lnTo>
                  <a:lnTo>
                    <a:pt x="82" y="30"/>
                  </a:lnTo>
                  <a:lnTo>
                    <a:pt x="78" y="30"/>
                  </a:lnTo>
                  <a:lnTo>
                    <a:pt x="78" y="30"/>
                  </a:lnTo>
                  <a:lnTo>
                    <a:pt x="78" y="30"/>
                  </a:lnTo>
                  <a:lnTo>
                    <a:pt x="78" y="30"/>
                  </a:lnTo>
                  <a:lnTo>
                    <a:pt x="78" y="30"/>
                  </a:lnTo>
                  <a:lnTo>
                    <a:pt x="78" y="34"/>
                  </a:lnTo>
                  <a:lnTo>
                    <a:pt x="78" y="34"/>
                  </a:lnTo>
                  <a:lnTo>
                    <a:pt x="78" y="38"/>
                  </a:lnTo>
                  <a:lnTo>
                    <a:pt x="78" y="38"/>
                  </a:lnTo>
                  <a:lnTo>
                    <a:pt x="78" y="38"/>
                  </a:lnTo>
                  <a:lnTo>
                    <a:pt x="78" y="38"/>
                  </a:lnTo>
                  <a:lnTo>
                    <a:pt x="78" y="38"/>
                  </a:lnTo>
                  <a:lnTo>
                    <a:pt x="78"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0" name="Freeform 105"/>
            <p:cNvSpPr>
              <a:spLocks noChangeAspect="1"/>
            </p:cNvSpPr>
            <p:nvPr/>
          </p:nvSpPr>
          <p:spPr bwMode="gray">
            <a:xfrm>
              <a:off x="4198160" y="2286494"/>
              <a:ext cx="271325" cy="128705"/>
            </a:xfrm>
            <a:custGeom>
              <a:avLst/>
              <a:gdLst>
                <a:gd name="T0" fmla="*/ 36 w 156"/>
                <a:gd name="T1" fmla="*/ 48 h 74"/>
                <a:gd name="T2" fmla="*/ 30 w 156"/>
                <a:gd name="T3" fmla="*/ 44 h 74"/>
                <a:gd name="T4" fmla="*/ 14 w 156"/>
                <a:gd name="T5" fmla="*/ 40 h 74"/>
                <a:gd name="T6" fmla="*/ 14 w 156"/>
                <a:gd name="T7" fmla="*/ 40 h 74"/>
                <a:gd name="T8" fmla="*/ 30 w 156"/>
                <a:gd name="T9" fmla="*/ 38 h 74"/>
                <a:gd name="T10" fmla="*/ 32 w 156"/>
                <a:gd name="T11" fmla="*/ 34 h 74"/>
                <a:gd name="T12" fmla="*/ 32 w 156"/>
                <a:gd name="T13" fmla="*/ 30 h 74"/>
                <a:gd name="T14" fmla="*/ 32 w 156"/>
                <a:gd name="T15" fmla="*/ 26 h 74"/>
                <a:gd name="T16" fmla="*/ 30 w 156"/>
                <a:gd name="T17" fmla="*/ 26 h 74"/>
                <a:gd name="T18" fmla="*/ 18 w 156"/>
                <a:gd name="T19" fmla="*/ 26 h 74"/>
                <a:gd name="T20" fmla="*/ 0 w 156"/>
                <a:gd name="T21" fmla="*/ 26 h 74"/>
                <a:gd name="T22" fmla="*/ 6 w 156"/>
                <a:gd name="T23" fmla="*/ 26 h 74"/>
                <a:gd name="T24" fmla="*/ 6 w 156"/>
                <a:gd name="T25" fmla="*/ 22 h 74"/>
                <a:gd name="T26" fmla="*/ 10 w 156"/>
                <a:gd name="T27" fmla="*/ 22 h 74"/>
                <a:gd name="T28" fmla="*/ 10 w 156"/>
                <a:gd name="T29" fmla="*/ 18 h 74"/>
                <a:gd name="T30" fmla="*/ 14 w 156"/>
                <a:gd name="T31" fmla="*/ 14 h 74"/>
                <a:gd name="T32" fmla="*/ 14 w 156"/>
                <a:gd name="T33" fmla="*/ 10 h 74"/>
                <a:gd name="T34" fmla="*/ 18 w 156"/>
                <a:gd name="T35" fmla="*/ 10 h 74"/>
                <a:gd name="T36" fmla="*/ 26 w 156"/>
                <a:gd name="T37" fmla="*/ 18 h 74"/>
                <a:gd name="T38" fmla="*/ 30 w 156"/>
                <a:gd name="T39" fmla="*/ 10 h 74"/>
                <a:gd name="T40" fmla="*/ 30 w 156"/>
                <a:gd name="T41" fmla="*/ 8 h 74"/>
                <a:gd name="T42" fmla="*/ 22 w 156"/>
                <a:gd name="T43" fmla="*/ 4 h 74"/>
                <a:gd name="T44" fmla="*/ 32 w 156"/>
                <a:gd name="T45" fmla="*/ 4 h 74"/>
                <a:gd name="T46" fmla="*/ 44 w 156"/>
                <a:gd name="T47" fmla="*/ 14 h 74"/>
                <a:gd name="T48" fmla="*/ 40 w 156"/>
                <a:gd name="T49" fmla="*/ 22 h 74"/>
                <a:gd name="T50" fmla="*/ 44 w 156"/>
                <a:gd name="T51" fmla="*/ 26 h 74"/>
                <a:gd name="T52" fmla="*/ 52 w 156"/>
                <a:gd name="T53" fmla="*/ 22 h 74"/>
                <a:gd name="T54" fmla="*/ 60 w 156"/>
                <a:gd name="T55" fmla="*/ 14 h 74"/>
                <a:gd name="T56" fmla="*/ 66 w 156"/>
                <a:gd name="T57" fmla="*/ 18 h 74"/>
                <a:gd name="T58" fmla="*/ 78 w 156"/>
                <a:gd name="T59" fmla="*/ 10 h 74"/>
                <a:gd name="T60" fmla="*/ 84 w 156"/>
                <a:gd name="T61" fmla="*/ 14 h 74"/>
                <a:gd name="T62" fmla="*/ 88 w 156"/>
                <a:gd name="T63" fmla="*/ 18 h 74"/>
                <a:gd name="T64" fmla="*/ 92 w 156"/>
                <a:gd name="T65" fmla="*/ 10 h 74"/>
                <a:gd name="T66" fmla="*/ 104 w 156"/>
                <a:gd name="T67" fmla="*/ 8 h 74"/>
                <a:gd name="T68" fmla="*/ 114 w 156"/>
                <a:gd name="T69" fmla="*/ 8 h 74"/>
                <a:gd name="T70" fmla="*/ 122 w 156"/>
                <a:gd name="T71" fmla="*/ 0 h 74"/>
                <a:gd name="T72" fmla="*/ 130 w 156"/>
                <a:gd name="T73" fmla="*/ 8 h 74"/>
                <a:gd name="T74" fmla="*/ 134 w 156"/>
                <a:gd name="T75" fmla="*/ 10 h 74"/>
                <a:gd name="T76" fmla="*/ 136 w 156"/>
                <a:gd name="T77" fmla="*/ 14 h 74"/>
                <a:gd name="T78" fmla="*/ 140 w 156"/>
                <a:gd name="T79" fmla="*/ 22 h 74"/>
                <a:gd name="T80" fmla="*/ 152 w 156"/>
                <a:gd name="T81" fmla="*/ 30 h 74"/>
                <a:gd name="T82" fmla="*/ 156 w 156"/>
                <a:gd name="T83" fmla="*/ 34 h 74"/>
                <a:gd name="T84" fmla="*/ 152 w 156"/>
                <a:gd name="T85" fmla="*/ 40 h 74"/>
                <a:gd name="T86" fmla="*/ 144 w 156"/>
                <a:gd name="T87" fmla="*/ 44 h 74"/>
                <a:gd name="T88" fmla="*/ 140 w 156"/>
                <a:gd name="T89" fmla="*/ 52 h 74"/>
                <a:gd name="T90" fmla="*/ 130 w 156"/>
                <a:gd name="T91" fmla="*/ 56 h 74"/>
                <a:gd name="T92" fmla="*/ 118 w 156"/>
                <a:gd name="T93" fmla="*/ 60 h 74"/>
                <a:gd name="T94" fmla="*/ 106 w 156"/>
                <a:gd name="T95" fmla="*/ 64 h 74"/>
                <a:gd name="T96" fmla="*/ 92 w 156"/>
                <a:gd name="T97" fmla="*/ 68 h 74"/>
                <a:gd name="T98" fmla="*/ 82 w 156"/>
                <a:gd name="T99" fmla="*/ 74 h 74"/>
                <a:gd name="T100" fmla="*/ 62 w 156"/>
                <a:gd name="T101" fmla="*/ 70 h 74"/>
                <a:gd name="T102" fmla="*/ 56 w 156"/>
                <a:gd name="T103" fmla="*/ 68 h 74"/>
                <a:gd name="T104" fmla="*/ 48 w 156"/>
                <a:gd name="T105" fmla="*/ 68 h 74"/>
                <a:gd name="T106" fmla="*/ 36 w 156"/>
                <a:gd name="T107" fmla="*/ 64 h 74"/>
                <a:gd name="T108" fmla="*/ 26 w 156"/>
                <a:gd name="T109" fmla="*/ 68 h 74"/>
                <a:gd name="T110" fmla="*/ 30 w 156"/>
                <a:gd name="T111" fmla="*/ 60 h 74"/>
                <a:gd name="T112" fmla="*/ 36 w 156"/>
                <a:gd name="T113" fmla="*/ 56 h 74"/>
                <a:gd name="T114" fmla="*/ 44 w 156"/>
                <a:gd name="T115" fmla="*/ 52 h 74"/>
                <a:gd name="T116" fmla="*/ 32 w 156"/>
                <a:gd name="T117" fmla="*/ 52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6" h="74">
                  <a:moveTo>
                    <a:pt x="32" y="52"/>
                  </a:moveTo>
                  <a:lnTo>
                    <a:pt x="36" y="48"/>
                  </a:lnTo>
                  <a:lnTo>
                    <a:pt x="40" y="48"/>
                  </a:lnTo>
                  <a:lnTo>
                    <a:pt x="40" y="44"/>
                  </a:lnTo>
                  <a:lnTo>
                    <a:pt x="36" y="48"/>
                  </a:lnTo>
                  <a:lnTo>
                    <a:pt x="32" y="48"/>
                  </a:lnTo>
                  <a:lnTo>
                    <a:pt x="32" y="52"/>
                  </a:lnTo>
                  <a:lnTo>
                    <a:pt x="32" y="48"/>
                  </a:lnTo>
                  <a:lnTo>
                    <a:pt x="30" y="48"/>
                  </a:lnTo>
                  <a:lnTo>
                    <a:pt x="30" y="44"/>
                  </a:lnTo>
                  <a:lnTo>
                    <a:pt x="30" y="40"/>
                  </a:lnTo>
                  <a:lnTo>
                    <a:pt x="26" y="40"/>
                  </a:lnTo>
                  <a:lnTo>
                    <a:pt x="22" y="40"/>
                  </a:lnTo>
                  <a:lnTo>
                    <a:pt x="18" y="40"/>
                  </a:lnTo>
                  <a:lnTo>
                    <a:pt x="14" y="40"/>
                  </a:lnTo>
                  <a:lnTo>
                    <a:pt x="10" y="44"/>
                  </a:lnTo>
                  <a:lnTo>
                    <a:pt x="6" y="44"/>
                  </a:lnTo>
                  <a:lnTo>
                    <a:pt x="6" y="40"/>
                  </a:lnTo>
                  <a:lnTo>
                    <a:pt x="10" y="40"/>
                  </a:lnTo>
                  <a:lnTo>
                    <a:pt x="14" y="40"/>
                  </a:lnTo>
                  <a:lnTo>
                    <a:pt x="14" y="38"/>
                  </a:lnTo>
                  <a:lnTo>
                    <a:pt x="18" y="38"/>
                  </a:lnTo>
                  <a:lnTo>
                    <a:pt x="22" y="38"/>
                  </a:lnTo>
                  <a:lnTo>
                    <a:pt x="26" y="38"/>
                  </a:lnTo>
                  <a:lnTo>
                    <a:pt x="30" y="38"/>
                  </a:lnTo>
                  <a:lnTo>
                    <a:pt x="32" y="38"/>
                  </a:lnTo>
                  <a:lnTo>
                    <a:pt x="36" y="38"/>
                  </a:lnTo>
                  <a:lnTo>
                    <a:pt x="40" y="34"/>
                  </a:lnTo>
                  <a:lnTo>
                    <a:pt x="36" y="34"/>
                  </a:lnTo>
                  <a:lnTo>
                    <a:pt x="32" y="34"/>
                  </a:lnTo>
                  <a:lnTo>
                    <a:pt x="30" y="34"/>
                  </a:lnTo>
                  <a:lnTo>
                    <a:pt x="26" y="34"/>
                  </a:lnTo>
                  <a:lnTo>
                    <a:pt x="30" y="34"/>
                  </a:lnTo>
                  <a:lnTo>
                    <a:pt x="30" y="30"/>
                  </a:lnTo>
                  <a:lnTo>
                    <a:pt x="32" y="30"/>
                  </a:lnTo>
                  <a:lnTo>
                    <a:pt x="36" y="30"/>
                  </a:lnTo>
                  <a:lnTo>
                    <a:pt x="36" y="26"/>
                  </a:lnTo>
                  <a:lnTo>
                    <a:pt x="40" y="26"/>
                  </a:lnTo>
                  <a:lnTo>
                    <a:pt x="36" y="26"/>
                  </a:lnTo>
                  <a:lnTo>
                    <a:pt x="32" y="26"/>
                  </a:lnTo>
                  <a:lnTo>
                    <a:pt x="30" y="26"/>
                  </a:lnTo>
                  <a:lnTo>
                    <a:pt x="32" y="26"/>
                  </a:lnTo>
                  <a:lnTo>
                    <a:pt x="32" y="22"/>
                  </a:lnTo>
                  <a:lnTo>
                    <a:pt x="32" y="26"/>
                  </a:lnTo>
                  <a:lnTo>
                    <a:pt x="30" y="26"/>
                  </a:lnTo>
                  <a:lnTo>
                    <a:pt x="26" y="26"/>
                  </a:lnTo>
                  <a:lnTo>
                    <a:pt x="22" y="26"/>
                  </a:lnTo>
                  <a:lnTo>
                    <a:pt x="22" y="22"/>
                  </a:lnTo>
                  <a:lnTo>
                    <a:pt x="22" y="26"/>
                  </a:lnTo>
                  <a:lnTo>
                    <a:pt x="18" y="26"/>
                  </a:lnTo>
                  <a:lnTo>
                    <a:pt x="14" y="26"/>
                  </a:lnTo>
                  <a:lnTo>
                    <a:pt x="10" y="26"/>
                  </a:lnTo>
                  <a:lnTo>
                    <a:pt x="6" y="26"/>
                  </a:lnTo>
                  <a:lnTo>
                    <a:pt x="2" y="26"/>
                  </a:lnTo>
                  <a:lnTo>
                    <a:pt x="0" y="26"/>
                  </a:lnTo>
                  <a:lnTo>
                    <a:pt x="2" y="22"/>
                  </a:lnTo>
                  <a:lnTo>
                    <a:pt x="0" y="22"/>
                  </a:lnTo>
                  <a:lnTo>
                    <a:pt x="2" y="22"/>
                  </a:lnTo>
                  <a:lnTo>
                    <a:pt x="6" y="22"/>
                  </a:lnTo>
                  <a:lnTo>
                    <a:pt x="6" y="26"/>
                  </a:lnTo>
                  <a:lnTo>
                    <a:pt x="10" y="26"/>
                  </a:lnTo>
                  <a:lnTo>
                    <a:pt x="6" y="26"/>
                  </a:lnTo>
                  <a:lnTo>
                    <a:pt x="6" y="22"/>
                  </a:lnTo>
                  <a:lnTo>
                    <a:pt x="10" y="22"/>
                  </a:lnTo>
                  <a:lnTo>
                    <a:pt x="6" y="22"/>
                  </a:lnTo>
                  <a:lnTo>
                    <a:pt x="6" y="18"/>
                  </a:lnTo>
                  <a:lnTo>
                    <a:pt x="2" y="18"/>
                  </a:lnTo>
                  <a:lnTo>
                    <a:pt x="6" y="18"/>
                  </a:lnTo>
                  <a:lnTo>
                    <a:pt x="10" y="18"/>
                  </a:lnTo>
                  <a:lnTo>
                    <a:pt x="10" y="22"/>
                  </a:lnTo>
                  <a:lnTo>
                    <a:pt x="14" y="22"/>
                  </a:lnTo>
                  <a:lnTo>
                    <a:pt x="14" y="18"/>
                  </a:lnTo>
                  <a:lnTo>
                    <a:pt x="18" y="18"/>
                  </a:lnTo>
                  <a:lnTo>
                    <a:pt x="14" y="18"/>
                  </a:lnTo>
                  <a:lnTo>
                    <a:pt x="10" y="18"/>
                  </a:lnTo>
                  <a:lnTo>
                    <a:pt x="6" y="14"/>
                  </a:lnTo>
                  <a:lnTo>
                    <a:pt x="10" y="14"/>
                  </a:lnTo>
                  <a:lnTo>
                    <a:pt x="14" y="14"/>
                  </a:lnTo>
                  <a:lnTo>
                    <a:pt x="18" y="18"/>
                  </a:lnTo>
                  <a:lnTo>
                    <a:pt x="14" y="14"/>
                  </a:lnTo>
                  <a:lnTo>
                    <a:pt x="10" y="14"/>
                  </a:lnTo>
                  <a:lnTo>
                    <a:pt x="10" y="10"/>
                  </a:lnTo>
                  <a:lnTo>
                    <a:pt x="14" y="10"/>
                  </a:lnTo>
                  <a:lnTo>
                    <a:pt x="14" y="14"/>
                  </a:lnTo>
                  <a:lnTo>
                    <a:pt x="14" y="10"/>
                  </a:lnTo>
                  <a:lnTo>
                    <a:pt x="10" y="10"/>
                  </a:lnTo>
                  <a:lnTo>
                    <a:pt x="14" y="10"/>
                  </a:lnTo>
                  <a:lnTo>
                    <a:pt x="14" y="8"/>
                  </a:lnTo>
                  <a:lnTo>
                    <a:pt x="18" y="8"/>
                  </a:lnTo>
                  <a:lnTo>
                    <a:pt x="18" y="10"/>
                  </a:lnTo>
                  <a:lnTo>
                    <a:pt x="22" y="10"/>
                  </a:lnTo>
                  <a:lnTo>
                    <a:pt x="22" y="14"/>
                  </a:lnTo>
                  <a:lnTo>
                    <a:pt x="26" y="10"/>
                  </a:lnTo>
                  <a:lnTo>
                    <a:pt x="26" y="14"/>
                  </a:lnTo>
                  <a:lnTo>
                    <a:pt x="26" y="18"/>
                  </a:lnTo>
                  <a:lnTo>
                    <a:pt x="26" y="14"/>
                  </a:lnTo>
                  <a:lnTo>
                    <a:pt x="30" y="14"/>
                  </a:lnTo>
                  <a:lnTo>
                    <a:pt x="30" y="18"/>
                  </a:lnTo>
                  <a:lnTo>
                    <a:pt x="30" y="14"/>
                  </a:lnTo>
                  <a:lnTo>
                    <a:pt x="30" y="10"/>
                  </a:lnTo>
                  <a:lnTo>
                    <a:pt x="26" y="10"/>
                  </a:lnTo>
                  <a:lnTo>
                    <a:pt x="22" y="10"/>
                  </a:lnTo>
                  <a:lnTo>
                    <a:pt x="22" y="8"/>
                  </a:lnTo>
                  <a:lnTo>
                    <a:pt x="26" y="8"/>
                  </a:lnTo>
                  <a:lnTo>
                    <a:pt x="30" y="8"/>
                  </a:lnTo>
                  <a:lnTo>
                    <a:pt x="26" y="8"/>
                  </a:lnTo>
                  <a:lnTo>
                    <a:pt x="22" y="8"/>
                  </a:lnTo>
                  <a:lnTo>
                    <a:pt x="18" y="8"/>
                  </a:lnTo>
                  <a:lnTo>
                    <a:pt x="18" y="4"/>
                  </a:lnTo>
                  <a:lnTo>
                    <a:pt x="22" y="4"/>
                  </a:lnTo>
                  <a:lnTo>
                    <a:pt x="18" y="4"/>
                  </a:lnTo>
                  <a:lnTo>
                    <a:pt x="22" y="4"/>
                  </a:lnTo>
                  <a:lnTo>
                    <a:pt x="26" y="4"/>
                  </a:lnTo>
                  <a:lnTo>
                    <a:pt x="30" y="4"/>
                  </a:lnTo>
                  <a:lnTo>
                    <a:pt x="32" y="4"/>
                  </a:lnTo>
                  <a:lnTo>
                    <a:pt x="32" y="8"/>
                  </a:lnTo>
                  <a:lnTo>
                    <a:pt x="36" y="8"/>
                  </a:lnTo>
                  <a:lnTo>
                    <a:pt x="40" y="10"/>
                  </a:lnTo>
                  <a:lnTo>
                    <a:pt x="44" y="10"/>
                  </a:lnTo>
                  <a:lnTo>
                    <a:pt x="44" y="14"/>
                  </a:lnTo>
                  <a:lnTo>
                    <a:pt x="40" y="14"/>
                  </a:lnTo>
                  <a:lnTo>
                    <a:pt x="44" y="14"/>
                  </a:lnTo>
                  <a:lnTo>
                    <a:pt x="44" y="18"/>
                  </a:lnTo>
                  <a:lnTo>
                    <a:pt x="44" y="22"/>
                  </a:lnTo>
                  <a:lnTo>
                    <a:pt x="40" y="22"/>
                  </a:lnTo>
                  <a:lnTo>
                    <a:pt x="40" y="18"/>
                  </a:lnTo>
                  <a:lnTo>
                    <a:pt x="36" y="18"/>
                  </a:lnTo>
                  <a:lnTo>
                    <a:pt x="40" y="22"/>
                  </a:lnTo>
                  <a:lnTo>
                    <a:pt x="44" y="22"/>
                  </a:lnTo>
                  <a:lnTo>
                    <a:pt x="44" y="26"/>
                  </a:lnTo>
                  <a:lnTo>
                    <a:pt x="48" y="26"/>
                  </a:lnTo>
                  <a:lnTo>
                    <a:pt x="48" y="30"/>
                  </a:lnTo>
                  <a:lnTo>
                    <a:pt x="48" y="34"/>
                  </a:lnTo>
                  <a:lnTo>
                    <a:pt x="48" y="26"/>
                  </a:lnTo>
                  <a:lnTo>
                    <a:pt x="52" y="22"/>
                  </a:lnTo>
                  <a:lnTo>
                    <a:pt x="56" y="22"/>
                  </a:lnTo>
                  <a:lnTo>
                    <a:pt x="56" y="26"/>
                  </a:lnTo>
                  <a:lnTo>
                    <a:pt x="60" y="22"/>
                  </a:lnTo>
                  <a:lnTo>
                    <a:pt x="60" y="18"/>
                  </a:lnTo>
                  <a:lnTo>
                    <a:pt x="60" y="14"/>
                  </a:lnTo>
                  <a:lnTo>
                    <a:pt x="60" y="10"/>
                  </a:lnTo>
                  <a:lnTo>
                    <a:pt x="62" y="10"/>
                  </a:lnTo>
                  <a:lnTo>
                    <a:pt x="62" y="14"/>
                  </a:lnTo>
                  <a:lnTo>
                    <a:pt x="66" y="14"/>
                  </a:lnTo>
                  <a:lnTo>
                    <a:pt x="66" y="18"/>
                  </a:lnTo>
                  <a:lnTo>
                    <a:pt x="70" y="18"/>
                  </a:lnTo>
                  <a:lnTo>
                    <a:pt x="70" y="14"/>
                  </a:lnTo>
                  <a:lnTo>
                    <a:pt x="70" y="10"/>
                  </a:lnTo>
                  <a:lnTo>
                    <a:pt x="74" y="10"/>
                  </a:lnTo>
                  <a:lnTo>
                    <a:pt x="78" y="10"/>
                  </a:lnTo>
                  <a:lnTo>
                    <a:pt x="78" y="8"/>
                  </a:lnTo>
                  <a:lnTo>
                    <a:pt x="82" y="8"/>
                  </a:lnTo>
                  <a:lnTo>
                    <a:pt x="82" y="10"/>
                  </a:lnTo>
                  <a:lnTo>
                    <a:pt x="84" y="10"/>
                  </a:lnTo>
                  <a:lnTo>
                    <a:pt x="84" y="14"/>
                  </a:lnTo>
                  <a:lnTo>
                    <a:pt x="88" y="14"/>
                  </a:lnTo>
                  <a:lnTo>
                    <a:pt x="88" y="18"/>
                  </a:lnTo>
                  <a:lnTo>
                    <a:pt x="88" y="22"/>
                  </a:lnTo>
                  <a:lnTo>
                    <a:pt x="92" y="22"/>
                  </a:lnTo>
                  <a:lnTo>
                    <a:pt x="88" y="18"/>
                  </a:lnTo>
                  <a:lnTo>
                    <a:pt x="88" y="14"/>
                  </a:lnTo>
                  <a:lnTo>
                    <a:pt x="84" y="10"/>
                  </a:lnTo>
                  <a:lnTo>
                    <a:pt x="88" y="8"/>
                  </a:lnTo>
                  <a:lnTo>
                    <a:pt x="88" y="10"/>
                  </a:lnTo>
                  <a:lnTo>
                    <a:pt x="92" y="10"/>
                  </a:lnTo>
                  <a:lnTo>
                    <a:pt x="96" y="10"/>
                  </a:lnTo>
                  <a:lnTo>
                    <a:pt x="96" y="14"/>
                  </a:lnTo>
                  <a:lnTo>
                    <a:pt x="100" y="14"/>
                  </a:lnTo>
                  <a:lnTo>
                    <a:pt x="100" y="10"/>
                  </a:lnTo>
                  <a:lnTo>
                    <a:pt x="104" y="8"/>
                  </a:lnTo>
                  <a:lnTo>
                    <a:pt x="106" y="8"/>
                  </a:lnTo>
                  <a:lnTo>
                    <a:pt x="106" y="10"/>
                  </a:lnTo>
                  <a:lnTo>
                    <a:pt x="110" y="10"/>
                  </a:lnTo>
                  <a:lnTo>
                    <a:pt x="110" y="8"/>
                  </a:lnTo>
                  <a:lnTo>
                    <a:pt x="114" y="8"/>
                  </a:lnTo>
                  <a:lnTo>
                    <a:pt x="110" y="4"/>
                  </a:lnTo>
                  <a:lnTo>
                    <a:pt x="110" y="0"/>
                  </a:lnTo>
                  <a:lnTo>
                    <a:pt x="114" y="0"/>
                  </a:lnTo>
                  <a:lnTo>
                    <a:pt x="118" y="0"/>
                  </a:lnTo>
                  <a:lnTo>
                    <a:pt x="122" y="0"/>
                  </a:lnTo>
                  <a:lnTo>
                    <a:pt x="122" y="4"/>
                  </a:lnTo>
                  <a:lnTo>
                    <a:pt x="122" y="8"/>
                  </a:lnTo>
                  <a:lnTo>
                    <a:pt x="126" y="8"/>
                  </a:lnTo>
                  <a:lnTo>
                    <a:pt x="130" y="10"/>
                  </a:lnTo>
                  <a:lnTo>
                    <a:pt x="130" y="8"/>
                  </a:lnTo>
                  <a:lnTo>
                    <a:pt x="134" y="8"/>
                  </a:lnTo>
                  <a:lnTo>
                    <a:pt x="134" y="4"/>
                  </a:lnTo>
                  <a:lnTo>
                    <a:pt x="136" y="4"/>
                  </a:lnTo>
                  <a:lnTo>
                    <a:pt x="134" y="8"/>
                  </a:lnTo>
                  <a:lnTo>
                    <a:pt x="134" y="10"/>
                  </a:lnTo>
                  <a:lnTo>
                    <a:pt x="130" y="10"/>
                  </a:lnTo>
                  <a:lnTo>
                    <a:pt x="134" y="10"/>
                  </a:lnTo>
                  <a:lnTo>
                    <a:pt x="136" y="10"/>
                  </a:lnTo>
                  <a:lnTo>
                    <a:pt x="140" y="14"/>
                  </a:lnTo>
                  <a:lnTo>
                    <a:pt x="136" y="14"/>
                  </a:lnTo>
                  <a:lnTo>
                    <a:pt x="136" y="18"/>
                  </a:lnTo>
                  <a:lnTo>
                    <a:pt x="140" y="18"/>
                  </a:lnTo>
                  <a:lnTo>
                    <a:pt x="144" y="18"/>
                  </a:lnTo>
                  <a:lnTo>
                    <a:pt x="144" y="22"/>
                  </a:lnTo>
                  <a:lnTo>
                    <a:pt x="140" y="22"/>
                  </a:lnTo>
                  <a:lnTo>
                    <a:pt x="140" y="26"/>
                  </a:lnTo>
                  <a:lnTo>
                    <a:pt x="144" y="22"/>
                  </a:lnTo>
                  <a:lnTo>
                    <a:pt x="148" y="22"/>
                  </a:lnTo>
                  <a:lnTo>
                    <a:pt x="152" y="26"/>
                  </a:lnTo>
                  <a:lnTo>
                    <a:pt x="152" y="30"/>
                  </a:lnTo>
                  <a:lnTo>
                    <a:pt x="156" y="30"/>
                  </a:lnTo>
                  <a:lnTo>
                    <a:pt x="152" y="34"/>
                  </a:lnTo>
                  <a:lnTo>
                    <a:pt x="148" y="34"/>
                  </a:lnTo>
                  <a:lnTo>
                    <a:pt x="152" y="34"/>
                  </a:lnTo>
                  <a:lnTo>
                    <a:pt x="156" y="34"/>
                  </a:lnTo>
                  <a:lnTo>
                    <a:pt x="156" y="38"/>
                  </a:lnTo>
                  <a:lnTo>
                    <a:pt x="152" y="38"/>
                  </a:lnTo>
                  <a:lnTo>
                    <a:pt x="148" y="38"/>
                  </a:lnTo>
                  <a:lnTo>
                    <a:pt x="152" y="38"/>
                  </a:lnTo>
                  <a:lnTo>
                    <a:pt x="152" y="40"/>
                  </a:lnTo>
                  <a:lnTo>
                    <a:pt x="148" y="40"/>
                  </a:lnTo>
                  <a:lnTo>
                    <a:pt x="152" y="40"/>
                  </a:lnTo>
                  <a:lnTo>
                    <a:pt x="148" y="40"/>
                  </a:lnTo>
                  <a:lnTo>
                    <a:pt x="148" y="44"/>
                  </a:lnTo>
                  <a:lnTo>
                    <a:pt x="144" y="44"/>
                  </a:lnTo>
                  <a:lnTo>
                    <a:pt x="140" y="44"/>
                  </a:lnTo>
                  <a:lnTo>
                    <a:pt x="140" y="40"/>
                  </a:lnTo>
                  <a:lnTo>
                    <a:pt x="140" y="44"/>
                  </a:lnTo>
                  <a:lnTo>
                    <a:pt x="140" y="48"/>
                  </a:lnTo>
                  <a:lnTo>
                    <a:pt x="140" y="52"/>
                  </a:lnTo>
                  <a:lnTo>
                    <a:pt x="136" y="52"/>
                  </a:lnTo>
                  <a:lnTo>
                    <a:pt x="134" y="56"/>
                  </a:lnTo>
                  <a:lnTo>
                    <a:pt x="136" y="56"/>
                  </a:lnTo>
                  <a:lnTo>
                    <a:pt x="134" y="56"/>
                  </a:lnTo>
                  <a:lnTo>
                    <a:pt x="130" y="56"/>
                  </a:lnTo>
                  <a:lnTo>
                    <a:pt x="130" y="52"/>
                  </a:lnTo>
                  <a:lnTo>
                    <a:pt x="130" y="56"/>
                  </a:lnTo>
                  <a:lnTo>
                    <a:pt x="126" y="56"/>
                  </a:lnTo>
                  <a:lnTo>
                    <a:pt x="122" y="56"/>
                  </a:lnTo>
                  <a:lnTo>
                    <a:pt x="118" y="60"/>
                  </a:lnTo>
                  <a:lnTo>
                    <a:pt x="114" y="60"/>
                  </a:lnTo>
                  <a:lnTo>
                    <a:pt x="114" y="64"/>
                  </a:lnTo>
                  <a:lnTo>
                    <a:pt x="110" y="64"/>
                  </a:lnTo>
                  <a:lnTo>
                    <a:pt x="106" y="68"/>
                  </a:lnTo>
                  <a:lnTo>
                    <a:pt x="106" y="64"/>
                  </a:lnTo>
                  <a:lnTo>
                    <a:pt x="104" y="64"/>
                  </a:lnTo>
                  <a:lnTo>
                    <a:pt x="104" y="68"/>
                  </a:lnTo>
                  <a:lnTo>
                    <a:pt x="100" y="68"/>
                  </a:lnTo>
                  <a:lnTo>
                    <a:pt x="96" y="68"/>
                  </a:lnTo>
                  <a:lnTo>
                    <a:pt x="92" y="68"/>
                  </a:lnTo>
                  <a:lnTo>
                    <a:pt x="92" y="70"/>
                  </a:lnTo>
                  <a:lnTo>
                    <a:pt x="92" y="74"/>
                  </a:lnTo>
                  <a:lnTo>
                    <a:pt x="88" y="74"/>
                  </a:lnTo>
                  <a:lnTo>
                    <a:pt x="84" y="74"/>
                  </a:lnTo>
                  <a:lnTo>
                    <a:pt x="82" y="74"/>
                  </a:lnTo>
                  <a:lnTo>
                    <a:pt x="78" y="74"/>
                  </a:lnTo>
                  <a:lnTo>
                    <a:pt x="74" y="74"/>
                  </a:lnTo>
                  <a:lnTo>
                    <a:pt x="70" y="74"/>
                  </a:lnTo>
                  <a:lnTo>
                    <a:pt x="66" y="70"/>
                  </a:lnTo>
                  <a:lnTo>
                    <a:pt x="62" y="70"/>
                  </a:lnTo>
                  <a:lnTo>
                    <a:pt x="60" y="70"/>
                  </a:lnTo>
                  <a:lnTo>
                    <a:pt x="56" y="70"/>
                  </a:lnTo>
                  <a:lnTo>
                    <a:pt x="56" y="68"/>
                  </a:lnTo>
                  <a:lnTo>
                    <a:pt x="60" y="68"/>
                  </a:lnTo>
                  <a:lnTo>
                    <a:pt x="56" y="68"/>
                  </a:lnTo>
                  <a:lnTo>
                    <a:pt x="52" y="68"/>
                  </a:lnTo>
                  <a:lnTo>
                    <a:pt x="56" y="68"/>
                  </a:lnTo>
                  <a:lnTo>
                    <a:pt x="56" y="64"/>
                  </a:lnTo>
                  <a:lnTo>
                    <a:pt x="52" y="68"/>
                  </a:lnTo>
                  <a:lnTo>
                    <a:pt x="48" y="68"/>
                  </a:lnTo>
                  <a:lnTo>
                    <a:pt x="48" y="64"/>
                  </a:lnTo>
                  <a:lnTo>
                    <a:pt x="44" y="64"/>
                  </a:lnTo>
                  <a:lnTo>
                    <a:pt x="40" y="68"/>
                  </a:lnTo>
                  <a:lnTo>
                    <a:pt x="40" y="64"/>
                  </a:lnTo>
                  <a:lnTo>
                    <a:pt x="36" y="64"/>
                  </a:lnTo>
                  <a:lnTo>
                    <a:pt x="36" y="68"/>
                  </a:lnTo>
                  <a:lnTo>
                    <a:pt x="32" y="68"/>
                  </a:lnTo>
                  <a:lnTo>
                    <a:pt x="32" y="64"/>
                  </a:lnTo>
                  <a:lnTo>
                    <a:pt x="30" y="64"/>
                  </a:lnTo>
                  <a:lnTo>
                    <a:pt x="26" y="68"/>
                  </a:lnTo>
                  <a:lnTo>
                    <a:pt x="26" y="64"/>
                  </a:lnTo>
                  <a:lnTo>
                    <a:pt x="26" y="60"/>
                  </a:lnTo>
                  <a:lnTo>
                    <a:pt x="26" y="64"/>
                  </a:lnTo>
                  <a:lnTo>
                    <a:pt x="30" y="64"/>
                  </a:lnTo>
                  <a:lnTo>
                    <a:pt x="30" y="60"/>
                  </a:lnTo>
                  <a:lnTo>
                    <a:pt x="32" y="60"/>
                  </a:lnTo>
                  <a:lnTo>
                    <a:pt x="36" y="60"/>
                  </a:lnTo>
                  <a:lnTo>
                    <a:pt x="36" y="56"/>
                  </a:lnTo>
                  <a:lnTo>
                    <a:pt x="36" y="60"/>
                  </a:lnTo>
                  <a:lnTo>
                    <a:pt x="36" y="56"/>
                  </a:lnTo>
                  <a:lnTo>
                    <a:pt x="40" y="56"/>
                  </a:lnTo>
                  <a:lnTo>
                    <a:pt x="36" y="56"/>
                  </a:lnTo>
                  <a:lnTo>
                    <a:pt x="36" y="52"/>
                  </a:lnTo>
                  <a:lnTo>
                    <a:pt x="40" y="52"/>
                  </a:lnTo>
                  <a:lnTo>
                    <a:pt x="44" y="52"/>
                  </a:lnTo>
                  <a:lnTo>
                    <a:pt x="40" y="52"/>
                  </a:lnTo>
                  <a:lnTo>
                    <a:pt x="36" y="52"/>
                  </a:lnTo>
                  <a:lnTo>
                    <a:pt x="36" y="56"/>
                  </a:lnTo>
                  <a:lnTo>
                    <a:pt x="32" y="56"/>
                  </a:lnTo>
                  <a:lnTo>
                    <a:pt x="32" y="52"/>
                  </a:lnTo>
                  <a:lnTo>
                    <a:pt x="32" y="52"/>
                  </a:lnTo>
                  <a:lnTo>
                    <a:pt x="32"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1" name="Freeform 106"/>
            <p:cNvSpPr>
              <a:spLocks noChangeAspect="1" noEditPoints="1"/>
            </p:cNvSpPr>
            <p:nvPr/>
          </p:nvSpPr>
          <p:spPr bwMode="gray">
            <a:xfrm>
              <a:off x="4539055" y="2731744"/>
              <a:ext cx="111313" cy="149576"/>
            </a:xfrm>
            <a:custGeom>
              <a:avLst/>
              <a:gdLst>
                <a:gd name="T0" fmla="*/ 20 w 64"/>
                <a:gd name="T1" fmla="*/ 46 h 86"/>
                <a:gd name="T2" fmla="*/ 16 w 64"/>
                <a:gd name="T3" fmla="*/ 46 h 86"/>
                <a:gd name="T4" fmla="*/ 12 w 64"/>
                <a:gd name="T5" fmla="*/ 46 h 86"/>
                <a:gd name="T6" fmla="*/ 12 w 64"/>
                <a:gd name="T7" fmla="*/ 42 h 86"/>
                <a:gd name="T8" fmla="*/ 8 w 64"/>
                <a:gd name="T9" fmla="*/ 38 h 86"/>
                <a:gd name="T10" fmla="*/ 8 w 64"/>
                <a:gd name="T11" fmla="*/ 34 h 86"/>
                <a:gd name="T12" fmla="*/ 12 w 64"/>
                <a:gd name="T13" fmla="*/ 34 h 86"/>
                <a:gd name="T14" fmla="*/ 12 w 64"/>
                <a:gd name="T15" fmla="*/ 30 h 86"/>
                <a:gd name="T16" fmla="*/ 8 w 64"/>
                <a:gd name="T17" fmla="*/ 30 h 86"/>
                <a:gd name="T18" fmla="*/ 8 w 64"/>
                <a:gd name="T19" fmla="*/ 26 h 86"/>
                <a:gd name="T20" fmla="*/ 12 w 64"/>
                <a:gd name="T21" fmla="*/ 26 h 86"/>
                <a:gd name="T22" fmla="*/ 20 w 64"/>
                <a:gd name="T23" fmla="*/ 24 h 86"/>
                <a:gd name="T24" fmla="*/ 26 w 64"/>
                <a:gd name="T25" fmla="*/ 26 h 86"/>
                <a:gd name="T26" fmla="*/ 30 w 64"/>
                <a:gd name="T27" fmla="*/ 20 h 86"/>
                <a:gd name="T28" fmla="*/ 30 w 64"/>
                <a:gd name="T29" fmla="*/ 16 h 86"/>
                <a:gd name="T30" fmla="*/ 30 w 64"/>
                <a:gd name="T31" fmla="*/ 12 h 86"/>
                <a:gd name="T32" fmla="*/ 38 w 64"/>
                <a:gd name="T33" fmla="*/ 4 h 86"/>
                <a:gd name="T34" fmla="*/ 42 w 64"/>
                <a:gd name="T35" fmla="*/ 4 h 86"/>
                <a:gd name="T36" fmla="*/ 42 w 64"/>
                <a:gd name="T37" fmla="*/ 8 h 86"/>
                <a:gd name="T38" fmla="*/ 46 w 64"/>
                <a:gd name="T39" fmla="*/ 8 h 86"/>
                <a:gd name="T40" fmla="*/ 46 w 64"/>
                <a:gd name="T41" fmla="*/ 4 h 86"/>
                <a:gd name="T42" fmla="*/ 50 w 64"/>
                <a:gd name="T43" fmla="*/ 4 h 86"/>
                <a:gd name="T44" fmla="*/ 50 w 64"/>
                <a:gd name="T45" fmla="*/ 8 h 86"/>
                <a:gd name="T46" fmla="*/ 42 w 64"/>
                <a:gd name="T47" fmla="*/ 16 h 86"/>
                <a:gd name="T48" fmla="*/ 38 w 64"/>
                <a:gd name="T49" fmla="*/ 20 h 86"/>
                <a:gd name="T50" fmla="*/ 38 w 64"/>
                <a:gd name="T51" fmla="*/ 24 h 86"/>
                <a:gd name="T52" fmla="*/ 46 w 64"/>
                <a:gd name="T53" fmla="*/ 26 h 86"/>
                <a:gd name="T54" fmla="*/ 54 w 64"/>
                <a:gd name="T55" fmla="*/ 24 h 86"/>
                <a:gd name="T56" fmla="*/ 60 w 64"/>
                <a:gd name="T57" fmla="*/ 30 h 86"/>
                <a:gd name="T58" fmla="*/ 64 w 64"/>
                <a:gd name="T59" fmla="*/ 30 h 86"/>
                <a:gd name="T60" fmla="*/ 60 w 64"/>
                <a:gd name="T61" fmla="*/ 38 h 86"/>
                <a:gd name="T62" fmla="*/ 64 w 64"/>
                <a:gd name="T63" fmla="*/ 46 h 86"/>
                <a:gd name="T64" fmla="*/ 64 w 64"/>
                <a:gd name="T65" fmla="*/ 50 h 86"/>
                <a:gd name="T66" fmla="*/ 60 w 64"/>
                <a:gd name="T67" fmla="*/ 60 h 86"/>
                <a:gd name="T68" fmla="*/ 60 w 64"/>
                <a:gd name="T69" fmla="*/ 68 h 86"/>
                <a:gd name="T70" fmla="*/ 54 w 64"/>
                <a:gd name="T71" fmla="*/ 72 h 86"/>
                <a:gd name="T72" fmla="*/ 54 w 64"/>
                <a:gd name="T73" fmla="*/ 68 h 86"/>
                <a:gd name="T74" fmla="*/ 46 w 64"/>
                <a:gd name="T75" fmla="*/ 72 h 86"/>
                <a:gd name="T76" fmla="*/ 38 w 64"/>
                <a:gd name="T77" fmla="*/ 76 h 86"/>
                <a:gd name="T78" fmla="*/ 30 w 64"/>
                <a:gd name="T79" fmla="*/ 76 h 86"/>
                <a:gd name="T80" fmla="*/ 30 w 64"/>
                <a:gd name="T81" fmla="*/ 82 h 86"/>
                <a:gd name="T82" fmla="*/ 20 w 64"/>
                <a:gd name="T83" fmla="*/ 82 h 86"/>
                <a:gd name="T84" fmla="*/ 12 w 64"/>
                <a:gd name="T85" fmla="*/ 86 h 86"/>
                <a:gd name="T86" fmla="*/ 12 w 64"/>
                <a:gd name="T87" fmla="*/ 82 h 86"/>
                <a:gd name="T88" fmla="*/ 8 w 64"/>
                <a:gd name="T89" fmla="*/ 82 h 86"/>
                <a:gd name="T90" fmla="*/ 16 w 64"/>
                <a:gd name="T91" fmla="*/ 76 h 86"/>
                <a:gd name="T92" fmla="*/ 4 w 64"/>
                <a:gd name="T93" fmla="*/ 78 h 86"/>
                <a:gd name="T94" fmla="*/ 4 w 64"/>
                <a:gd name="T95" fmla="*/ 76 h 86"/>
                <a:gd name="T96" fmla="*/ 8 w 64"/>
                <a:gd name="T97" fmla="*/ 72 h 86"/>
                <a:gd name="T98" fmla="*/ 0 w 64"/>
                <a:gd name="T99" fmla="*/ 68 h 86"/>
                <a:gd name="T100" fmla="*/ 12 w 64"/>
                <a:gd name="T101" fmla="*/ 68 h 86"/>
                <a:gd name="T102" fmla="*/ 16 w 64"/>
                <a:gd name="T103" fmla="*/ 60 h 86"/>
                <a:gd name="T104" fmla="*/ 26 w 64"/>
                <a:gd name="T105" fmla="*/ 60 h 86"/>
                <a:gd name="T106" fmla="*/ 24 w 64"/>
                <a:gd name="T107" fmla="*/ 60 h 86"/>
                <a:gd name="T108" fmla="*/ 12 w 64"/>
                <a:gd name="T109" fmla="*/ 60 h 86"/>
                <a:gd name="T110" fmla="*/ 16 w 64"/>
                <a:gd name="T111" fmla="*/ 56 h 86"/>
                <a:gd name="T112" fmla="*/ 24 w 64"/>
                <a:gd name="T113" fmla="*/ 50 h 86"/>
                <a:gd name="T114" fmla="*/ 8 w 64"/>
                <a:gd name="T115" fmla="*/ 30 h 86"/>
                <a:gd name="T116" fmla="*/ 4 w 64"/>
                <a:gd name="T117" fmla="*/ 30 h 86"/>
                <a:gd name="T118" fmla="*/ 8 w 64"/>
                <a:gd name="T119" fmla="*/ 30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4" h="86">
                  <a:moveTo>
                    <a:pt x="24" y="50"/>
                  </a:moveTo>
                  <a:lnTo>
                    <a:pt x="24" y="46"/>
                  </a:lnTo>
                  <a:lnTo>
                    <a:pt x="20" y="46"/>
                  </a:lnTo>
                  <a:lnTo>
                    <a:pt x="16" y="46"/>
                  </a:lnTo>
                  <a:lnTo>
                    <a:pt x="16" y="50"/>
                  </a:lnTo>
                  <a:lnTo>
                    <a:pt x="16" y="46"/>
                  </a:lnTo>
                  <a:lnTo>
                    <a:pt x="12" y="46"/>
                  </a:lnTo>
                  <a:lnTo>
                    <a:pt x="16" y="46"/>
                  </a:lnTo>
                  <a:lnTo>
                    <a:pt x="12" y="46"/>
                  </a:lnTo>
                  <a:lnTo>
                    <a:pt x="8" y="46"/>
                  </a:lnTo>
                  <a:lnTo>
                    <a:pt x="12" y="46"/>
                  </a:lnTo>
                  <a:lnTo>
                    <a:pt x="12" y="42"/>
                  </a:lnTo>
                  <a:lnTo>
                    <a:pt x="8" y="46"/>
                  </a:lnTo>
                  <a:lnTo>
                    <a:pt x="4" y="42"/>
                  </a:lnTo>
                  <a:lnTo>
                    <a:pt x="8" y="38"/>
                  </a:lnTo>
                  <a:lnTo>
                    <a:pt x="12" y="38"/>
                  </a:lnTo>
                  <a:lnTo>
                    <a:pt x="8" y="38"/>
                  </a:lnTo>
                  <a:lnTo>
                    <a:pt x="8" y="34"/>
                  </a:lnTo>
                  <a:lnTo>
                    <a:pt x="12" y="34"/>
                  </a:lnTo>
                  <a:lnTo>
                    <a:pt x="16" y="34"/>
                  </a:lnTo>
                  <a:lnTo>
                    <a:pt x="12" y="34"/>
                  </a:lnTo>
                  <a:lnTo>
                    <a:pt x="8" y="34"/>
                  </a:lnTo>
                  <a:lnTo>
                    <a:pt x="8" y="30"/>
                  </a:lnTo>
                  <a:lnTo>
                    <a:pt x="12" y="30"/>
                  </a:lnTo>
                  <a:lnTo>
                    <a:pt x="12" y="34"/>
                  </a:lnTo>
                  <a:lnTo>
                    <a:pt x="12" y="30"/>
                  </a:lnTo>
                  <a:lnTo>
                    <a:pt x="8" y="30"/>
                  </a:lnTo>
                  <a:lnTo>
                    <a:pt x="8" y="26"/>
                  </a:lnTo>
                  <a:lnTo>
                    <a:pt x="8" y="30"/>
                  </a:lnTo>
                  <a:lnTo>
                    <a:pt x="8" y="26"/>
                  </a:lnTo>
                  <a:lnTo>
                    <a:pt x="8" y="24"/>
                  </a:lnTo>
                  <a:lnTo>
                    <a:pt x="8" y="26"/>
                  </a:lnTo>
                  <a:lnTo>
                    <a:pt x="12" y="26"/>
                  </a:lnTo>
                  <a:lnTo>
                    <a:pt x="12" y="24"/>
                  </a:lnTo>
                  <a:lnTo>
                    <a:pt x="16" y="24"/>
                  </a:lnTo>
                  <a:lnTo>
                    <a:pt x="20" y="24"/>
                  </a:lnTo>
                  <a:lnTo>
                    <a:pt x="20" y="26"/>
                  </a:lnTo>
                  <a:lnTo>
                    <a:pt x="24" y="24"/>
                  </a:lnTo>
                  <a:lnTo>
                    <a:pt x="26" y="26"/>
                  </a:lnTo>
                  <a:lnTo>
                    <a:pt x="30" y="24"/>
                  </a:lnTo>
                  <a:lnTo>
                    <a:pt x="26" y="24"/>
                  </a:lnTo>
                  <a:lnTo>
                    <a:pt x="30" y="20"/>
                  </a:lnTo>
                  <a:lnTo>
                    <a:pt x="34" y="20"/>
                  </a:lnTo>
                  <a:lnTo>
                    <a:pt x="34" y="16"/>
                  </a:lnTo>
                  <a:lnTo>
                    <a:pt x="30" y="16"/>
                  </a:lnTo>
                  <a:lnTo>
                    <a:pt x="26" y="20"/>
                  </a:lnTo>
                  <a:lnTo>
                    <a:pt x="26" y="16"/>
                  </a:lnTo>
                  <a:lnTo>
                    <a:pt x="30" y="12"/>
                  </a:lnTo>
                  <a:lnTo>
                    <a:pt x="30" y="8"/>
                  </a:lnTo>
                  <a:lnTo>
                    <a:pt x="34" y="4"/>
                  </a:lnTo>
                  <a:lnTo>
                    <a:pt x="38" y="4"/>
                  </a:lnTo>
                  <a:lnTo>
                    <a:pt x="42" y="4"/>
                  </a:lnTo>
                  <a:lnTo>
                    <a:pt x="42" y="8"/>
                  </a:lnTo>
                  <a:lnTo>
                    <a:pt x="42" y="4"/>
                  </a:lnTo>
                  <a:lnTo>
                    <a:pt x="38" y="4"/>
                  </a:lnTo>
                  <a:lnTo>
                    <a:pt x="42" y="4"/>
                  </a:lnTo>
                  <a:lnTo>
                    <a:pt x="42" y="8"/>
                  </a:lnTo>
                  <a:lnTo>
                    <a:pt x="42" y="12"/>
                  </a:lnTo>
                  <a:lnTo>
                    <a:pt x="42" y="8"/>
                  </a:lnTo>
                  <a:lnTo>
                    <a:pt x="46" y="8"/>
                  </a:lnTo>
                  <a:lnTo>
                    <a:pt x="46" y="4"/>
                  </a:lnTo>
                  <a:lnTo>
                    <a:pt x="42" y="4"/>
                  </a:lnTo>
                  <a:lnTo>
                    <a:pt x="46" y="4"/>
                  </a:lnTo>
                  <a:lnTo>
                    <a:pt x="46" y="0"/>
                  </a:lnTo>
                  <a:lnTo>
                    <a:pt x="50" y="0"/>
                  </a:lnTo>
                  <a:lnTo>
                    <a:pt x="50" y="4"/>
                  </a:lnTo>
                  <a:lnTo>
                    <a:pt x="54" y="4"/>
                  </a:lnTo>
                  <a:lnTo>
                    <a:pt x="50" y="4"/>
                  </a:lnTo>
                  <a:lnTo>
                    <a:pt x="50" y="8"/>
                  </a:lnTo>
                  <a:lnTo>
                    <a:pt x="46" y="8"/>
                  </a:lnTo>
                  <a:lnTo>
                    <a:pt x="46" y="12"/>
                  </a:lnTo>
                  <a:lnTo>
                    <a:pt x="42" y="16"/>
                  </a:lnTo>
                  <a:lnTo>
                    <a:pt x="38" y="16"/>
                  </a:lnTo>
                  <a:lnTo>
                    <a:pt x="42" y="20"/>
                  </a:lnTo>
                  <a:lnTo>
                    <a:pt x="38" y="20"/>
                  </a:lnTo>
                  <a:lnTo>
                    <a:pt x="34" y="20"/>
                  </a:lnTo>
                  <a:lnTo>
                    <a:pt x="34" y="24"/>
                  </a:lnTo>
                  <a:lnTo>
                    <a:pt x="38" y="24"/>
                  </a:lnTo>
                  <a:lnTo>
                    <a:pt x="38" y="26"/>
                  </a:lnTo>
                  <a:lnTo>
                    <a:pt x="42" y="26"/>
                  </a:lnTo>
                  <a:lnTo>
                    <a:pt x="46" y="26"/>
                  </a:lnTo>
                  <a:lnTo>
                    <a:pt x="50" y="26"/>
                  </a:lnTo>
                  <a:lnTo>
                    <a:pt x="50" y="24"/>
                  </a:lnTo>
                  <a:lnTo>
                    <a:pt x="54" y="24"/>
                  </a:lnTo>
                  <a:lnTo>
                    <a:pt x="54" y="26"/>
                  </a:lnTo>
                  <a:lnTo>
                    <a:pt x="56" y="30"/>
                  </a:lnTo>
                  <a:lnTo>
                    <a:pt x="60" y="30"/>
                  </a:lnTo>
                  <a:lnTo>
                    <a:pt x="60" y="26"/>
                  </a:lnTo>
                  <a:lnTo>
                    <a:pt x="60" y="30"/>
                  </a:lnTo>
                  <a:lnTo>
                    <a:pt x="64" y="30"/>
                  </a:lnTo>
                  <a:lnTo>
                    <a:pt x="60" y="30"/>
                  </a:lnTo>
                  <a:lnTo>
                    <a:pt x="60" y="34"/>
                  </a:lnTo>
                  <a:lnTo>
                    <a:pt x="60" y="38"/>
                  </a:lnTo>
                  <a:lnTo>
                    <a:pt x="64" y="38"/>
                  </a:lnTo>
                  <a:lnTo>
                    <a:pt x="64" y="42"/>
                  </a:lnTo>
                  <a:lnTo>
                    <a:pt x="64" y="46"/>
                  </a:lnTo>
                  <a:lnTo>
                    <a:pt x="60" y="46"/>
                  </a:lnTo>
                  <a:lnTo>
                    <a:pt x="64" y="46"/>
                  </a:lnTo>
                  <a:lnTo>
                    <a:pt x="64" y="50"/>
                  </a:lnTo>
                  <a:lnTo>
                    <a:pt x="64" y="52"/>
                  </a:lnTo>
                  <a:lnTo>
                    <a:pt x="64" y="56"/>
                  </a:lnTo>
                  <a:lnTo>
                    <a:pt x="60" y="60"/>
                  </a:lnTo>
                  <a:lnTo>
                    <a:pt x="60" y="64"/>
                  </a:lnTo>
                  <a:lnTo>
                    <a:pt x="56" y="64"/>
                  </a:lnTo>
                  <a:lnTo>
                    <a:pt x="60" y="68"/>
                  </a:lnTo>
                  <a:lnTo>
                    <a:pt x="56" y="68"/>
                  </a:lnTo>
                  <a:lnTo>
                    <a:pt x="54" y="68"/>
                  </a:lnTo>
                  <a:lnTo>
                    <a:pt x="54" y="72"/>
                  </a:lnTo>
                  <a:lnTo>
                    <a:pt x="54" y="68"/>
                  </a:lnTo>
                  <a:lnTo>
                    <a:pt x="50" y="68"/>
                  </a:lnTo>
                  <a:lnTo>
                    <a:pt x="54" y="68"/>
                  </a:lnTo>
                  <a:lnTo>
                    <a:pt x="54" y="72"/>
                  </a:lnTo>
                  <a:lnTo>
                    <a:pt x="50" y="72"/>
                  </a:lnTo>
                  <a:lnTo>
                    <a:pt x="46" y="72"/>
                  </a:lnTo>
                  <a:lnTo>
                    <a:pt x="42" y="72"/>
                  </a:lnTo>
                  <a:lnTo>
                    <a:pt x="42" y="76"/>
                  </a:lnTo>
                  <a:lnTo>
                    <a:pt x="38" y="76"/>
                  </a:lnTo>
                  <a:lnTo>
                    <a:pt x="34" y="78"/>
                  </a:lnTo>
                  <a:lnTo>
                    <a:pt x="34" y="76"/>
                  </a:lnTo>
                  <a:lnTo>
                    <a:pt x="30" y="76"/>
                  </a:lnTo>
                  <a:lnTo>
                    <a:pt x="34" y="78"/>
                  </a:lnTo>
                  <a:lnTo>
                    <a:pt x="30" y="78"/>
                  </a:lnTo>
                  <a:lnTo>
                    <a:pt x="30" y="82"/>
                  </a:lnTo>
                  <a:lnTo>
                    <a:pt x="26" y="82"/>
                  </a:lnTo>
                  <a:lnTo>
                    <a:pt x="24" y="82"/>
                  </a:lnTo>
                  <a:lnTo>
                    <a:pt x="20" y="82"/>
                  </a:lnTo>
                  <a:lnTo>
                    <a:pt x="16" y="82"/>
                  </a:lnTo>
                  <a:lnTo>
                    <a:pt x="12" y="82"/>
                  </a:lnTo>
                  <a:lnTo>
                    <a:pt x="12" y="86"/>
                  </a:lnTo>
                  <a:lnTo>
                    <a:pt x="12" y="82"/>
                  </a:lnTo>
                  <a:lnTo>
                    <a:pt x="16" y="82"/>
                  </a:lnTo>
                  <a:lnTo>
                    <a:pt x="12" y="82"/>
                  </a:lnTo>
                  <a:lnTo>
                    <a:pt x="16" y="78"/>
                  </a:lnTo>
                  <a:lnTo>
                    <a:pt x="12" y="78"/>
                  </a:lnTo>
                  <a:lnTo>
                    <a:pt x="8" y="82"/>
                  </a:lnTo>
                  <a:lnTo>
                    <a:pt x="8" y="78"/>
                  </a:lnTo>
                  <a:lnTo>
                    <a:pt x="12" y="78"/>
                  </a:lnTo>
                  <a:lnTo>
                    <a:pt x="16" y="76"/>
                  </a:lnTo>
                  <a:lnTo>
                    <a:pt x="12" y="76"/>
                  </a:lnTo>
                  <a:lnTo>
                    <a:pt x="8" y="78"/>
                  </a:lnTo>
                  <a:lnTo>
                    <a:pt x="4" y="78"/>
                  </a:lnTo>
                  <a:lnTo>
                    <a:pt x="4" y="76"/>
                  </a:lnTo>
                  <a:lnTo>
                    <a:pt x="4" y="78"/>
                  </a:lnTo>
                  <a:lnTo>
                    <a:pt x="4" y="76"/>
                  </a:lnTo>
                  <a:lnTo>
                    <a:pt x="8" y="72"/>
                  </a:lnTo>
                  <a:lnTo>
                    <a:pt x="12" y="72"/>
                  </a:lnTo>
                  <a:lnTo>
                    <a:pt x="8" y="72"/>
                  </a:lnTo>
                  <a:lnTo>
                    <a:pt x="4" y="72"/>
                  </a:lnTo>
                  <a:lnTo>
                    <a:pt x="0" y="72"/>
                  </a:lnTo>
                  <a:lnTo>
                    <a:pt x="0" y="68"/>
                  </a:lnTo>
                  <a:lnTo>
                    <a:pt x="4" y="68"/>
                  </a:lnTo>
                  <a:lnTo>
                    <a:pt x="8" y="68"/>
                  </a:lnTo>
                  <a:lnTo>
                    <a:pt x="12" y="68"/>
                  </a:lnTo>
                  <a:lnTo>
                    <a:pt x="12" y="64"/>
                  </a:lnTo>
                  <a:lnTo>
                    <a:pt x="12" y="60"/>
                  </a:lnTo>
                  <a:lnTo>
                    <a:pt x="16" y="60"/>
                  </a:lnTo>
                  <a:lnTo>
                    <a:pt x="20" y="60"/>
                  </a:lnTo>
                  <a:lnTo>
                    <a:pt x="24" y="60"/>
                  </a:lnTo>
                  <a:lnTo>
                    <a:pt x="26" y="60"/>
                  </a:lnTo>
                  <a:lnTo>
                    <a:pt x="24" y="60"/>
                  </a:lnTo>
                  <a:lnTo>
                    <a:pt x="24" y="56"/>
                  </a:lnTo>
                  <a:lnTo>
                    <a:pt x="24" y="60"/>
                  </a:lnTo>
                  <a:lnTo>
                    <a:pt x="20" y="60"/>
                  </a:lnTo>
                  <a:lnTo>
                    <a:pt x="16" y="60"/>
                  </a:lnTo>
                  <a:lnTo>
                    <a:pt x="12" y="60"/>
                  </a:lnTo>
                  <a:lnTo>
                    <a:pt x="8" y="60"/>
                  </a:lnTo>
                  <a:lnTo>
                    <a:pt x="12" y="60"/>
                  </a:lnTo>
                  <a:lnTo>
                    <a:pt x="16" y="56"/>
                  </a:lnTo>
                  <a:lnTo>
                    <a:pt x="16" y="52"/>
                  </a:lnTo>
                  <a:lnTo>
                    <a:pt x="20" y="50"/>
                  </a:lnTo>
                  <a:lnTo>
                    <a:pt x="24" y="50"/>
                  </a:lnTo>
                  <a:lnTo>
                    <a:pt x="24" y="50"/>
                  </a:lnTo>
                  <a:lnTo>
                    <a:pt x="24" y="50"/>
                  </a:lnTo>
                  <a:close/>
                  <a:moveTo>
                    <a:pt x="8" y="30"/>
                  </a:moveTo>
                  <a:lnTo>
                    <a:pt x="8" y="34"/>
                  </a:lnTo>
                  <a:lnTo>
                    <a:pt x="8" y="30"/>
                  </a:lnTo>
                  <a:lnTo>
                    <a:pt x="4" y="30"/>
                  </a:lnTo>
                  <a:lnTo>
                    <a:pt x="8" y="30"/>
                  </a:lnTo>
                  <a:lnTo>
                    <a:pt x="8" y="30"/>
                  </a:lnTo>
                  <a:lnTo>
                    <a:pt x="8"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2" name="Freeform 107"/>
            <p:cNvSpPr>
              <a:spLocks noChangeAspect="1"/>
            </p:cNvSpPr>
            <p:nvPr/>
          </p:nvSpPr>
          <p:spPr bwMode="gray">
            <a:xfrm>
              <a:off x="4681675" y="2773487"/>
              <a:ext cx="13914" cy="10436"/>
            </a:xfrm>
            <a:custGeom>
              <a:avLst/>
              <a:gdLst>
                <a:gd name="T0" fmla="*/ 0 w 8"/>
                <a:gd name="T1" fmla="*/ 6 h 6"/>
                <a:gd name="T2" fmla="*/ 0 w 8"/>
                <a:gd name="T3" fmla="*/ 6 h 6"/>
                <a:gd name="T4" fmla="*/ 0 w 8"/>
                <a:gd name="T5" fmla="*/ 2 h 6"/>
                <a:gd name="T6" fmla="*/ 0 w 8"/>
                <a:gd name="T7" fmla="*/ 2 h 6"/>
                <a:gd name="T8" fmla="*/ 0 w 8"/>
                <a:gd name="T9" fmla="*/ 2 h 6"/>
                <a:gd name="T10" fmla="*/ 0 w 8"/>
                <a:gd name="T11" fmla="*/ 2 h 6"/>
                <a:gd name="T12" fmla="*/ 4 w 8"/>
                <a:gd name="T13" fmla="*/ 0 h 6"/>
                <a:gd name="T14" fmla="*/ 4 w 8"/>
                <a:gd name="T15" fmla="*/ 0 h 6"/>
                <a:gd name="T16" fmla="*/ 4 w 8"/>
                <a:gd name="T17" fmla="*/ 0 h 6"/>
                <a:gd name="T18" fmla="*/ 4 w 8"/>
                <a:gd name="T19" fmla="*/ 0 h 6"/>
                <a:gd name="T20" fmla="*/ 4 w 8"/>
                <a:gd name="T21" fmla="*/ 0 h 6"/>
                <a:gd name="T22" fmla="*/ 4 w 8"/>
                <a:gd name="T23" fmla="*/ 0 h 6"/>
                <a:gd name="T24" fmla="*/ 4 w 8"/>
                <a:gd name="T25" fmla="*/ 0 h 6"/>
                <a:gd name="T26" fmla="*/ 4 w 8"/>
                <a:gd name="T27" fmla="*/ 0 h 6"/>
                <a:gd name="T28" fmla="*/ 4 w 8"/>
                <a:gd name="T29" fmla="*/ 0 h 6"/>
                <a:gd name="T30" fmla="*/ 4 w 8"/>
                <a:gd name="T31" fmla="*/ 0 h 6"/>
                <a:gd name="T32" fmla="*/ 4 w 8"/>
                <a:gd name="T33" fmla="*/ 0 h 6"/>
                <a:gd name="T34" fmla="*/ 8 w 8"/>
                <a:gd name="T35" fmla="*/ 0 h 6"/>
                <a:gd name="T36" fmla="*/ 8 w 8"/>
                <a:gd name="T37" fmla="*/ 0 h 6"/>
                <a:gd name="T38" fmla="*/ 4 w 8"/>
                <a:gd name="T39" fmla="*/ 2 h 6"/>
                <a:gd name="T40" fmla="*/ 4 w 8"/>
                <a:gd name="T41" fmla="*/ 2 h 6"/>
                <a:gd name="T42" fmla="*/ 4 w 8"/>
                <a:gd name="T43" fmla="*/ 2 h 6"/>
                <a:gd name="T44" fmla="*/ 4 w 8"/>
                <a:gd name="T45" fmla="*/ 2 h 6"/>
                <a:gd name="T46" fmla="*/ 4 w 8"/>
                <a:gd name="T47" fmla="*/ 2 h 6"/>
                <a:gd name="T48" fmla="*/ 0 w 8"/>
                <a:gd name="T49" fmla="*/ 6 h 6"/>
                <a:gd name="T50" fmla="*/ 0 w 8"/>
                <a:gd name="T51" fmla="*/ 6 h 6"/>
                <a:gd name="T52" fmla="*/ 0 w 8"/>
                <a:gd name="T53" fmla="*/ 6 h 6"/>
                <a:gd name="T54" fmla="*/ 0 w 8"/>
                <a:gd name="T55" fmla="*/ 6 h 6"/>
                <a:gd name="T56" fmla="*/ 0 w 8"/>
                <a:gd name="T57" fmla="*/ 6 h 6"/>
                <a:gd name="T58" fmla="*/ 0 w 8"/>
                <a:gd name="T59" fmla="*/ 6 h 6"/>
                <a:gd name="T60" fmla="*/ 0 w 8"/>
                <a:gd name="T61"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 h="6">
                  <a:moveTo>
                    <a:pt x="0" y="6"/>
                  </a:moveTo>
                  <a:lnTo>
                    <a:pt x="0" y="6"/>
                  </a:lnTo>
                  <a:lnTo>
                    <a:pt x="0" y="2"/>
                  </a:lnTo>
                  <a:lnTo>
                    <a:pt x="0" y="2"/>
                  </a:lnTo>
                  <a:lnTo>
                    <a:pt x="0" y="2"/>
                  </a:lnTo>
                  <a:lnTo>
                    <a:pt x="0" y="2"/>
                  </a:lnTo>
                  <a:lnTo>
                    <a:pt x="4" y="0"/>
                  </a:lnTo>
                  <a:lnTo>
                    <a:pt x="4" y="0"/>
                  </a:lnTo>
                  <a:lnTo>
                    <a:pt x="4" y="0"/>
                  </a:lnTo>
                  <a:lnTo>
                    <a:pt x="4" y="0"/>
                  </a:lnTo>
                  <a:lnTo>
                    <a:pt x="4" y="0"/>
                  </a:lnTo>
                  <a:lnTo>
                    <a:pt x="4" y="0"/>
                  </a:lnTo>
                  <a:lnTo>
                    <a:pt x="4" y="0"/>
                  </a:lnTo>
                  <a:lnTo>
                    <a:pt x="4" y="0"/>
                  </a:lnTo>
                  <a:lnTo>
                    <a:pt x="4" y="0"/>
                  </a:lnTo>
                  <a:lnTo>
                    <a:pt x="4" y="0"/>
                  </a:lnTo>
                  <a:lnTo>
                    <a:pt x="4" y="0"/>
                  </a:lnTo>
                  <a:lnTo>
                    <a:pt x="8" y="0"/>
                  </a:lnTo>
                  <a:lnTo>
                    <a:pt x="8" y="0"/>
                  </a:lnTo>
                  <a:lnTo>
                    <a:pt x="4" y="2"/>
                  </a:lnTo>
                  <a:lnTo>
                    <a:pt x="4" y="2"/>
                  </a:lnTo>
                  <a:lnTo>
                    <a:pt x="4" y="2"/>
                  </a:lnTo>
                  <a:lnTo>
                    <a:pt x="4" y="2"/>
                  </a:lnTo>
                  <a:lnTo>
                    <a:pt x="4" y="2"/>
                  </a:lnTo>
                  <a:lnTo>
                    <a:pt x="0" y="6"/>
                  </a:lnTo>
                  <a:lnTo>
                    <a:pt x="0" y="6"/>
                  </a:lnTo>
                  <a:lnTo>
                    <a:pt x="0" y="6"/>
                  </a:lnTo>
                  <a:lnTo>
                    <a:pt x="0" y="6"/>
                  </a:lnTo>
                  <a:lnTo>
                    <a:pt x="0" y="6"/>
                  </a:lnTo>
                  <a:lnTo>
                    <a:pt x="0" y="6"/>
                  </a:lnTo>
                  <a:lnTo>
                    <a:pt x="0"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3" name="Freeform 108"/>
            <p:cNvSpPr>
              <a:spLocks noChangeAspect="1" noEditPoints="1"/>
            </p:cNvSpPr>
            <p:nvPr/>
          </p:nvSpPr>
          <p:spPr bwMode="gray">
            <a:xfrm>
              <a:off x="4959957" y="3037854"/>
              <a:ext cx="292196" cy="358288"/>
            </a:xfrm>
            <a:custGeom>
              <a:avLst/>
              <a:gdLst>
                <a:gd name="T0" fmla="*/ 98 w 168"/>
                <a:gd name="T1" fmla="*/ 72 h 206"/>
                <a:gd name="T2" fmla="*/ 106 w 168"/>
                <a:gd name="T3" fmla="*/ 90 h 206"/>
                <a:gd name="T4" fmla="*/ 124 w 168"/>
                <a:gd name="T5" fmla="*/ 100 h 206"/>
                <a:gd name="T6" fmla="*/ 136 w 168"/>
                <a:gd name="T7" fmla="*/ 108 h 206"/>
                <a:gd name="T8" fmla="*/ 150 w 168"/>
                <a:gd name="T9" fmla="*/ 120 h 206"/>
                <a:gd name="T10" fmla="*/ 166 w 168"/>
                <a:gd name="T11" fmla="*/ 130 h 206"/>
                <a:gd name="T12" fmla="*/ 166 w 168"/>
                <a:gd name="T13" fmla="*/ 142 h 206"/>
                <a:gd name="T14" fmla="*/ 150 w 168"/>
                <a:gd name="T15" fmla="*/ 130 h 206"/>
                <a:gd name="T16" fmla="*/ 142 w 168"/>
                <a:gd name="T17" fmla="*/ 142 h 206"/>
                <a:gd name="T18" fmla="*/ 150 w 168"/>
                <a:gd name="T19" fmla="*/ 156 h 206"/>
                <a:gd name="T20" fmla="*/ 142 w 168"/>
                <a:gd name="T21" fmla="*/ 172 h 206"/>
                <a:gd name="T22" fmla="*/ 128 w 168"/>
                <a:gd name="T23" fmla="*/ 176 h 206"/>
                <a:gd name="T24" fmla="*/ 138 w 168"/>
                <a:gd name="T25" fmla="*/ 160 h 206"/>
                <a:gd name="T26" fmla="*/ 132 w 168"/>
                <a:gd name="T27" fmla="*/ 146 h 206"/>
                <a:gd name="T28" fmla="*/ 120 w 168"/>
                <a:gd name="T29" fmla="*/ 130 h 206"/>
                <a:gd name="T30" fmla="*/ 106 w 168"/>
                <a:gd name="T31" fmla="*/ 116 h 206"/>
                <a:gd name="T32" fmla="*/ 86 w 168"/>
                <a:gd name="T33" fmla="*/ 112 h 206"/>
                <a:gd name="T34" fmla="*/ 76 w 168"/>
                <a:gd name="T35" fmla="*/ 96 h 206"/>
                <a:gd name="T36" fmla="*/ 64 w 168"/>
                <a:gd name="T37" fmla="*/ 86 h 206"/>
                <a:gd name="T38" fmla="*/ 54 w 168"/>
                <a:gd name="T39" fmla="*/ 72 h 206"/>
                <a:gd name="T40" fmla="*/ 38 w 168"/>
                <a:gd name="T41" fmla="*/ 56 h 206"/>
                <a:gd name="T42" fmla="*/ 20 w 168"/>
                <a:gd name="T43" fmla="*/ 64 h 206"/>
                <a:gd name="T44" fmla="*/ 16 w 168"/>
                <a:gd name="T45" fmla="*/ 60 h 206"/>
                <a:gd name="T46" fmla="*/ 4 w 168"/>
                <a:gd name="T47" fmla="*/ 52 h 206"/>
                <a:gd name="T48" fmla="*/ 4 w 168"/>
                <a:gd name="T49" fmla="*/ 38 h 206"/>
                <a:gd name="T50" fmla="*/ 4 w 168"/>
                <a:gd name="T51" fmla="*/ 24 h 206"/>
                <a:gd name="T52" fmla="*/ 24 w 168"/>
                <a:gd name="T53" fmla="*/ 16 h 206"/>
                <a:gd name="T54" fmla="*/ 34 w 168"/>
                <a:gd name="T55" fmla="*/ 24 h 206"/>
                <a:gd name="T56" fmla="*/ 38 w 168"/>
                <a:gd name="T57" fmla="*/ 12 h 206"/>
                <a:gd name="T58" fmla="*/ 50 w 168"/>
                <a:gd name="T59" fmla="*/ 12 h 206"/>
                <a:gd name="T60" fmla="*/ 56 w 168"/>
                <a:gd name="T61" fmla="*/ 4 h 206"/>
                <a:gd name="T62" fmla="*/ 76 w 168"/>
                <a:gd name="T63" fmla="*/ 0 h 206"/>
                <a:gd name="T64" fmla="*/ 90 w 168"/>
                <a:gd name="T65" fmla="*/ 8 h 206"/>
                <a:gd name="T66" fmla="*/ 98 w 168"/>
                <a:gd name="T67" fmla="*/ 16 h 206"/>
                <a:gd name="T68" fmla="*/ 102 w 168"/>
                <a:gd name="T69" fmla="*/ 26 h 206"/>
                <a:gd name="T70" fmla="*/ 94 w 168"/>
                <a:gd name="T71" fmla="*/ 26 h 206"/>
                <a:gd name="T72" fmla="*/ 86 w 168"/>
                <a:gd name="T73" fmla="*/ 30 h 206"/>
                <a:gd name="T74" fmla="*/ 86 w 168"/>
                <a:gd name="T75" fmla="*/ 42 h 206"/>
                <a:gd name="T76" fmla="*/ 86 w 168"/>
                <a:gd name="T77" fmla="*/ 60 h 206"/>
                <a:gd name="T78" fmla="*/ 82 w 168"/>
                <a:gd name="T79" fmla="*/ 100 h 206"/>
                <a:gd name="T80" fmla="*/ 82 w 168"/>
                <a:gd name="T81" fmla="*/ 64 h 206"/>
                <a:gd name="T82" fmla="*/ 54 w 168"/>
                <a:gd name="T83" fmla="*/ 82 h 206"/>
                <a:gd name="T84" fmla="*/ 26 w 168"/>
                <a:gd name="T85" fmla="*/ 150 h 206"/>
                <a:gd name="T86" fmla="*/ 26 w 168"/>
                <a:gd name="T87" fmla="*/ 126 h 206"/>
                <a:gd name="T88" fmla="*/ 38 w 168"/>
                <a:gd name="T89" fmla="*/ 116 h 206"/>
                <a:gd name="T90" fmla="*/ 46 w 168"/>
                <a:gd name="T91" fmla="*/ 126 h 206"/>
                <a:gd name="T92" fmla="*/ 46 w 168"/>
                <a:gd name="T93" fmla="*/ 150 h 206"/>
                <a:gd name="T94" fmla="*/ 34 w 168"/>
                <a:gd name="T95" fmla="*/ 160 h 206"/>
                <a:gd name="T96" fmla="*/ 26 w 168"/>
                <a:gd name="T97" fmla="*/ 152 h 206"/>
                <a:gd name="T98" fmla="*/ 112 w 168"/>
                <a:gd name="T99" fmla="*/ 198 h 206"/>
                <a:gd name="T100" fmla="*/ 94 w 168"/>
                <a:gd name="T101" fmla="*/ 190 h 206"/>
                <a:gd name="T102" fmla="*/ 82 w 168"/>
                <a:gd name="T103" fmla="*/ 178 h 206"/>
                <a:gd name="T104" fmla="*/ 98 w 168"/>
                <a:gd name="T105" fmla="*/ 176 h 206"/>
                <a:gd name="T106" fmla="*/ 120 w 168"/>
                <a:gd name="T107" fmla="*/ 176 h 206"/>
                <a:gd name="T108" fmla="*/ 124 w 168"/>
                <a:gd name="T109" fmla="*/ 182 h 206"/>
                <a:gd name="T110" fmla="*/ 120 w 168"/>
                <a:gd name="T111" fmla="*/ 19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68" h="206">
                  <a:moveTo>
                    <a:pt x="86" y="64"/>
                  </a:moveTo>
                  <a:lnTo>
                    <a:pt x="90" y="64"/>
                  </a:lnTo>
                  <a:lnTo>
                    <a:pt x="94" y="64"/>
                  </a:lnTo>
                  <a:lnTo>
                    <a:pt x="94" y="68"/>
                  </a:lnTo>
                  <a:lnTo>
                    <a:pt x="98" y="68"/>
                  </a:lnTo>
                  <a:lnTo>
                    <a:pt x="98" y="72"/>
                  </a:lnTo>
                  <a:lnTo>
                    <a:pt x="102" y="72"/>
                  </a:lnTo>
                  <a:lnTo>
                    <a:pt x="102" y="76"/>
                  </a:lnTo>
                  <a:lnTo>
                    <a:pt x="106" y="80"/>
                  </a:lnTo>
                  <a:lnTo>
                    <a:pt x="106" y="82"/>
                  </a:lnTo>
                  <a:lnTo>
                    <a:pt x="106" y="86"/>
                  </a:lnTo>
                  <a:lnTo>
                    <a:pt x="106" y="90"/>
                  </a:lnTo>
                  <a:lnTo>
                    <a:pt x="110" y="90"/>
                  </a:lnTo>
                  <a:lnTo>
                    <a:pt x="112" y="96"/>
                  </a:lnTo>
                  <a:lnTo>
                    <a:pt x="116" y="96"/>
                  </a:lnTo>
                  <a:lnTo>
                    <a:pt x="116" y="100"/>
                  </a:lnTo>
                  <a:lnTo>
                    <a:pt x="120" y="100"/>
                  </a:lnTo>
                  <a:lnTo>
                    <a:pt x="124" y="100"/>
                  </a:lnTo>
                  <a:lnTo>
                    <a:pt x="124" y="104"/>
                  </a:lnTo>
                  <a:lnTo>
                    <a:pt x="128" y="100"/>
                  </a:lnTo>
                  <a:lnTo>
                    <a:pt x="132" y="100"/>
                  </a:lnTo>
                  <a:lnTo>
                    <a:pt x="136" y="100"/>
                  </a:lnTo>
                  <a:lnTo>
                    <a:pt x="136" y="104"/>
                  </a:lnTo>
                  <a:lnTo>
                    <a:pt x="136" y="108"/>
                  </a:lnTo>
                  <a:lnTo>
                    <a:pt x="132" y="108"/>
                  </a:lnTo>
                  <a:lnTo>
                    <a:pt x="132" y="112"/>
                  </a:lnTo>
                  <a:lnTo>
                    <a:pt x="136" y="112"/>
                  </a:lnTo>
                  <a:lnTo>
                    <a:pt x="142" y="116"/>
                  </a:lnTo>
                  <a:lnTo>
                    <a:pt x="146" y="116"/>
                  </a:lnTo>
                  <a:lnTo>
                    <a:pt x="150" y="120"/>
                  </a:lnTo>
                  <a:lnTo>
                    <a:pt x="154" y="120"/>
                  </a:lnTo>
                  <a:lnTo>
                    <a:pt x="154" y="122"/>
                  </a:lnTo>
                  <a:lnTo>
                    <a:pt x="158" y="126"/>
                  </a:lnTo>
                  <a:lnTo>
                    <a:pt x="162" y="126"/>
                  </a:lnTo>
                  <a:lnTo>
                    <a:pt x="162" y="130"/>
                  </a:lnTo>
                  <a:lnTo>
                    <a:pt x="166" y="130"/>
                  </a:lnTo>
                  <a:lnTo>
                    <a:pt x="168" y="134"/>
                  </a:lnTo>
                  <a:lnTo>
                    <a:pt x="168" y="138"/>
                  </a:lnTo>
                  <a:lnTo>
                    <a:pt x="168" y="142"/>
                  </a:lnTo>
                  <a:lnTo>
                    <a:pt x="168" y="146"/>
                  </a:lnTo>
                  <a:lnTo>
                    <a:pt x="168" y="142"/>
                  </a:lnTo>
                  <a:lnTo>
                    <a:pt x="166" y="142"/>
                  </a:lnTo>
                  <a:lnTo>
                    <a:pt x="162" y="142"/>
                  </a:lnTo>
                  <a:lnTo>
                    <a:pt x="162" y="138"/>
                  </a:lnTo>
                  <a:lnTo>
                    <a:pt x="162" y="134"/>
                  </a:lnTo>
                  <a:lnTo>
                    <a:pt x="158" y="134"/>
                  </a:lnTo>
                  <a:lnTo>
                    <a:pt x="154" y="134"/>
                  </a:lnTo>
                  <a:lnTo>
                    <a:pt x="150" y="130"/>
                  </a:lnTo>
                  <a:lnTo>
                    <a:pt x="154" y="130"/>
                  </a:lnTo>
                  <a:lnTo>
                    <a:pt x="150" y="130"/>
                  </a:lnTo>
                  <a:lnTo>
                    <a:pt x="146" y="130"/>
                  </a:lnTo>
                  <a:lnTo>
                    <a:pt x="146" y="134"/>
                  </a:lnTo>
                  <a:lnTo>
                    <a:pt x="142" y="138"/>
                  </a:lnTo>
                  <a:lnTo>
                    <a:pt x="142" y="142"/>
                  </a:lnTo>
                  <a:lnTo>
                    <a:pt x="142" y="146"/>
                  </a:lnTo>
                  <a:lnTo>
                    <a:pt x="146" y="146"/>
                  </a:lnTo>
                  <a:lnTo>
                    <a:pt x="146" y="150"/>
                  </a:lnTo>
                  <a:lnTo>
                    <a:pt x="150" y="150"/>
                  </a:lnTo>
                  <a:lnTo>
                    <a:pt x="150" y="152"/>
                  </a:lnTo>
                  <a:lnTo>
                    <a:pt x="150" y="156"/>
                  </a:lnTo>
                  <a:lnTo>
                    <a:pt x="150" y="160"/>
                  </a:lnTo>
                  <a:lnTo>
                    <a:pt x="146" y="160"/>
                  </a:lnTo>
                  <a:lnTo>
                    <a:pt x="142" y="160"/>
                  </a:lnTo>
                  <a:lnTo>
                    <a:pt x="142" y="164"/>
                  </a:lnTo>
                  <a:lnTo>
                    <a:pt x="142" y="168"/>
                  </a:lnTo>
                  <a:lnTo>
                    <a:pt x="142" y="172"/>
                  </a:lnTo>
                  <a:lnTo>
                    <a:pt x="138" y="172"/>
                  </a:lnTo>
                  <a:lnTo>
                    <a:pt x="136" y="176"/>
                  </a:lnTo>
                  <a:lnTo>
                    <a:pt x="136" y="178"/>
                  </a:lnTo>
                  <a:lnTo>
                    <a:pt x="132" y="178"/>
                  </a:lnTo>
                  <a:lnTo>
                    <a:pt x="128" y="178"/>
                  </a:lnTo>
                  <a:lnTo>
                    <a:pt x="128" y="176"/>
                  </a:lnTo>
                  <a:lnTo>
                    <a:pt x="132" y="172"/>
                  </a:lnTo>
                  <a:lnTo>
                    <a:pt x="132" y="168"/>
                  </a:lnTo>
                  <a:lnTo>
                    <a:pt x="132" y="164"/>
                  </a:lnTo>
                  <a:lnTo>
                    <a:pt x="136" y="164"/>
                  </a:lnTo>
                  <a:lnTo>
                    <a:pt x="138" y="164"/>
                  </a:lnTo>
                  <a:lnTo>
                    <a:pt x="138" y="160"/>
                  </a:lnTo>
                  <a:lnTo>
                    <a:pt x="136" y="160"/>
                  </a:lnTo>
                  <a:lnTo>
                    <a:pt x="136" y="156"/>
                  </a:lnTo>
                  <a:lnTo>
                    <a:pt x="136" y="152"/>
                  </a:lnTo>
                  <a:lnTo>
                    <a:pt x="136" y="150"/>
                  </a:lnTo>
                  <a:lnTo>
                    <a:pt x="132" y="150"/>
                  </a:lnTo>
                  <a:lnTo>
                    <a:pt x="132" y="146"/>
                  </a:lnTo>
                  <a:lnTo>
                    <a:pt x="132" y="142"/>
                  </a:lnTo>
                  <a:lnTo>
                    <a:pt x="128" y="138"/>
                  </a:lnTo>
                  <a:lnTo>
                    <a:pt x="124" y="138"/>
                  </a:lnTo>
                  <a:lnTo>
                    <a:pt x="120" y="138"/>
                  </a:lnTo>
                  <a:lnTo>
                    <a:pt x="120" y="134"/>
                  </a:lnTo>
                  <a:lnTo>
                    <a:pt x="120" y="130"/>
                  </a:lnTo>
                  <a:lnTo>
                    <a:pt x="116" y="126"/>
                  </a:lnTo>
                  <a:lnTo>
                    <a:pt x="112" y="126"/>
                  </a:lnTo>
                  <a:lnTo>
                    <a:pt x="110" y="122"/>
                  </a:lnTo>
                  <a:lnTo>
                    <a:pt x="106" y="122"/>
                  </a:lnTo>
                  <a:lnTo>
                    <a:pt x="106" y="120"/>
                  </a:lnTo>
                  <a:lnTo>
                    <a:pt x="106" y="116"/>
                  </a:lnTo>
                  <a:lnTo>
                    <a:pt x="102" y="116"/>
                  </a:lnTo>
                  <a:lnTo>
                    <a:pt x="98" y="116"/>
                  </a:lnTo>
                  <a:lnTo>
                    <a:pt x="94" y="116"/>
                  </a:lnTo>
                  <a:lnTo>
                    <a:pt x="90" y="116"/>
                  </a:lnTo>
                  <a:lnTo>
                    <a:pt x="90" y="112"/>
                  </a:lnTo>
                  <a:lnTo>
                    <a:pt x="86" y="112"/>
                  </a:lnTo>
                  <a:lnTo>
                    <a:pt x="86" y="108"/>
                  </a:lnTo>
                  <a:lnTo>
                    <a:pt x="82" y="108"/>
                  </a:lnTo>
                  <a:lnTo>
                    <a:pt x="80" y="104"/>
                  </a:lnTo>
                  <a:lnTo>
                    <a:pt x="80" y="100"/>
                  </a:lnTo>
                  <a:lnTo>
                    <a:pt x="76" y="100"/>
                  </a:lnTo>
                  <a:lnTo>
                    <a:pt x="76" y="96"/>
                  </a:lnTo>
                  <a:lnTo>
                    <a:pt x="72" y="96"/>
                  </a:lnTo>
                  <a:lnTo>
                    <a:pt x="72" y="94"/>
                  </a:lnTo>
                  <a:lnTo>
                    <a:pt x="68" y="94"/>
                  </a:lnTo>
                  <a:lnTo>
                    <a:pt x="64" y="94"/>
                  </a:lnTo>
                  <a:lnTo>
                    <a:pt x="64" y="90"/>
                  </a:lnTo>
                  <a:lnTo>
                    <a:pt x="64" y="86"/>
                  </a:lnTo>
                  <a:lnTo>
                    <a:pt x="60" y="86"/>
                  </a:lnTo>
                  <a:lnTo>
                    <a:pt x="60" y="82"/>
                  </a:lnTo>
                  <a:lnTo>
                    <a:pt x="56" y="82"/>
                  </a:lnTo>
                  <a:lnTo>
                    <a:pt x="56" y="80"/>
                  </a:lnTo>
                  <a:lnTo>
                    <a:pt x="56" y="76"/>
                  </a:lnTo>
                  <a:lnTo>
                    <a:pt x="54" y="72"/>
                  </a:lnTo>
                  <a:lnTo>
                    <a:pt x="54" y="68"/>
                  </a:lnTo>
                  <a:lnTo>
                    <a:pt x="54" y="64"/>
                  </a:lnTo>
                  <a:lnTo>
                    <a:pt x="50" y="60"/>
                  </a:lnTo>
                  <a:lnTo>
                    <a:pt x="46" y="60"/>
                  </a:lnTo>
                  <a:lnTo>
                    <a:pt x="42" y="56"/>
                  </a:lnTo>
                  <a:lnTo>
                    <a:pt x="38" y="56"/>
                  </a:lnTo>
                  <a:lnTo>
                    <a:pt x="30" y="52"/>
                  </a:lnTo>
                  <a:lnTo>
                    <a:pt x="26" y="56"/>
                  </a:lnTo>
                  <a:lnTo>
                    <a:pt x="26" y="60"/>
                  </a:lnTo>
                  <a:lnTo>
                    <a:pt x="24" y="60"/>
                  </a:lnTo>
                  <a:lnTo>
                    <a:pt x="24" y="64"/>
                  </a:lnTo>
                  <a:lnTo>
                    <a:pt x="20" y="64"/>
                  </a:lnTo>
                  <a:lnTo>
                    <a:pt x="16" y="64"/>
                  </a:lnTo>
                  <a:lnTo>
                    <a:pt x="16" y="68"/>
                  </a:lnTo>
                  <a:lnTo>
                    <a:pt x="16" y="64"/>
                  </a:lnTo>
                  <a:lnTo>
                    <a:pt x="12" y="64"/>
                  </a:lnTo>
                  <a:lnTo>
                    <a:pt x="16" y="64"/>
                  </a:lnTo>
                  <a:lnTo>
                    <a:pt x="16" y="60"/>
                  </a:lnTo>
                  <a:lnTo>
                    <a:pt x="16" y="56"/>
                  </a:lnTo>
                  <a:lnTo>
                    <a:pt x="16" y="60"/>
                  </a:lnTo>
                  <a:lnTo>
                    <a:pt x="12" y="60"/>
                  </a:lnTo>
                  <a:lnTo>
                    <a:pt x="8" y="56"/>
                  </a:lnTo>
                  <a:lnTo>
                    <a:pt x="4" y="56"/>
                  </a:lnTo>
                  <a:lnTo>
                    <a:pt x="4" y="52"/>
                  </a:lnTo>
                  <a:lnTo>
                    <a:pt x="4" y="50"/>
                  </a:lnTo>
                  <a:lnTo>
                    <a:pt x="8" y="46"/>
                  </a:lnTo>
                  <a:lnTo>
                    <a:pt x="4" y="46"/>
                  </a:lnTo>
                  <a:lnTo>
                    <a:pt x="0" y="42"/>
                  </a:lnTo>
                  <a:lnTo>
                    <a:pt x="0" y="38"/>
                  </a:lnTo>
                  <a:lnTo>
                    <a:pt x="4" y="38"/>
                  </a:lnTo>
                  <a:lnTo>
                    <a:pt x="8" y="38"/>
                  </a:lnTo>
                  <a:lnTo>
                    <a:pt x="8" y="34"/>
                  </a:lnTo>
                  <a:lnTo>
                    <a:pt x="8" y="30"/>
                  </a:lnTo>
                  <a:lnTo>
                    <a:pt x="4" y="30"/>
                  </a:lnTo>
                  <a:lnTo>
                    <a:pt x="4" y="26"/>
                  </a:lnTo>
                  <a:lnTo>
                    <a:pt x="4" y="24"/>
                  </a:lnTo>
                  <a:lnTo>
                    <a:pt x="8" y="24"/>
                  </a:lnTo>
                  <a:lnTo>
                    <a:pt x="12" y="24"/>
                  </a:lnTo>
                  <a:lnTo>
                    <a:pt x="16" y="24"/>
                  </a:lnTo>
                  <a:lnTo>
                    <a:pt x="20" y="24"/>
                  </a:lnTo>
                  <a:lnTo>
                    <a:pt x="24" y="20"/>
                  </a:lnTo>
                  <a:lnTo>
                    <a:pt x="24" y="16"/>
                  </a:lnTo>
                  <a:lnTo>
                    <a:pt x="26" y="12"/>
                  </a:lnTo>
                  <a:lnTo>
                    <a:pt x="26" y="16"/>
                  </a:lnTo>
                  <a:lnTo>
                    <a:pt x="30" y="20"/>
                  </a:lnTo>
                  <a:lnTo>
                    <a:pt x="34" y="20"/>
                  </a:lnTo>
                  <a:lnTo>
                    <a:pt x="30" y="24"/>
                  </a:lnTo>
                  <a:lnTo>
                    <a:pt x="34" y="24"/>
                  </a:lnTo>
                  <a:lnTo>
                    <a:pt x="34" y="26"/>
                  </a:lnTo>
                  <a:lnTo>
                    <a:pt x="34" y="24"/>
                  </a:lnTo>
                  <a:lnTo>
                    <a:pt x="34" y="20"/>
                  </a:lnTo>
                  <a:lnTo>
                    <a:pt x="38" y="20"/>
                  </a:lnTo>
                  <a:lnTo>
                    <a:pt x="38" y="16"/>
                  </a:lnTo>
                  <a:lnTo>
                    <a:pt x="38" y="12"/>
                  </a:lnTo>
                  <a:lnTo>
                    <a:pt x="42" y="12"/>
                  </a:lnTo>
                  <a:lnTo>
                    <a:pt x="42" y="16"/>
                  </a:lnTo>
                  <a:lnTo>
                    <a:pt x="46" y="16"/>
                  </a:lnTo>
                  <a:lnTo>
                    <a:pt x="50" y="16"/>
                  </a:lnTo>
                  <a:lnTo>
                    <a:pt x="54" y="16"/>
                  </a:lnTo>
                  <a:lnTo>
                    <a:pt x="50" y="12"/>
                  </a:lnTo>
                  <a:lnTo>
                    <a:pt x="50" y="8"/>
                  </a:lnTo>
                  <a:lnTo>
                    <a:pt x="54" y="8"/>
                  </a:lnTo>
                  <a:lnTo>
                    <a:pt x="54" y="12"/>
                  </a:lnTo>
                  <a:lnTo>
                    <a:pt x="56" y="12"/>
                  </a:lnTo>
                  <a:lnTo>
                    <a:pt x="56" y="8"/>
                  </a:lnTo>
                  <a:lnTo>
                    <a:pt x="56" y="4"/>
                  </a:lnTo>
                  <a:lnTo>
                    <a:pt x="60" y="4"/>
                  </a:lnTo>
                  <a:lnTo>
                    <a:pt x="60" y="8"/>
                  </a:lnTo>
                  <a:lnTo>
                    <a:pt x="64" y="4"/>
                  </a:lnTo>
                  <a:lnTo>
                    <a:pt x="64" y="0"/>
                  </a:lnTo>
                  <a:lnTo>
                    <a:pt x="72" y="0"/>
                  </a:lnTo>
                  <a:lnTo>
                    <a:pt x="76" y="0"/>
                  </a:lnTo>
                  <a:lnTo>
                    <a:pt x="80" y="0"/>
                  </a:lnTo>
                  <a:lnTo>
                    <a:pt x="80" y="4"/>
                  </a:lnTo>
                  <a:lnTo>
                    <a:pt x="82" y="4"/>
                  </a:lnTo>
                  <a:lnTo>
                    <a:pt x="82" y="8"/>
                  </a:lnTo>
                  <a:lnTo>
                    <a:pt x="86" y="8"/>
                  </a:lnTo>
                  <a:lnTo>
                    <a:pt x="90" y="8"/>
                  </a:lnTo>
                  <a:lnTo>
                    <a:pt x="94" y="12"/>
                  </a:lnTo>
                  <a:lnTo>
                    <a:pt x="98" y="12"/>
                  </a:lnTo>
                  <a:lnTo>
                    <a:pt x="102" y="12"/>
                  </a:lnTo>
                  <a:lnTo>
                    <a:pt x="98" y="16"/>
                  </a:lnTo>
                  <a:lnTo>
                    <a:pt x="98" y="20"/>
                  </a:lnTo>
                  <a:lnTo>
                    <a:pt x="98" y="16"/>
                  </a:lnTo>
                  <a:lnTo>
                    <a:pt x="98" y="20"/>
                  </a:lnTo>
                  <a:lnTo>
                    <a:pt x="102" y="20"/>
                  </a:lnTo>
                  <a:lnTo>
                    <a:pt x="98" y="20"/>
                  </a:lnTo>
                  <a:lnTo>
                    <a:pt x="98" y="24"/>
                  </a:lnTo>
                  <a:lnTo>
                    <a:pt x="102" y="24"/>
                  </a:lnTo>
                  <a:lnTo>
                    <a:pt x="102" y="26"/>
                  </a:lnTo>
                  <a:lnTo>
                    <a:pt x="106" y="26"/>
                  </a:lnTo>
                  <a:lnTo>
                    <a:pt x="106" y="30"/>
                  </a:lnTo>
                  <a:lnTo>
                    <a:pt x="102" y="30"/>
                  </a:lnTo>
                  <a:lnTo>
                    <a:pt x="102" y="26"/>
                  </a:lnTo>
                  <a:lnTo>
                    <a:pt x="98" y="26"/>
                  </a:lnTo>
                  <a:lnTo>
                    <a:pt x="94" y="26"/>
                  </a:lnTo>
                  <a:lnTo>
                    <a:pt x="94" y="30"/>
                  </a:lnTo>
                  <a:lnTo>
                    <a:pt x="90" y="30"/>
                  </a:lnTo>
                  <a:lnTo>
                    <a:pt x="86" y="30"/>
                  </a:lnTo>
                  <a:lnTo>
                    <a:pt x="82" y="34"/>
                  </a:lnTo>
                  <a:lnTo>
                    <a:pt x="82" y="30"/>
                  </a:lnTo>
                  <a:lnTo>
                    <a:pt x="86" y="30"/>
                  </a:lnTo>
                  <a:lnTo>
                    <a:pt x="82" y="30"/>
                  </a:lnTo>
                  <a:lnTo>
                    <a:pt x="82" y="34"/>
                  </a:lnTo>
                  <a:lnTo>
                    <a:pt x="80" y="34"/>
                  </a:lnTo>
                  <a:lnTo>
                    <a:pt x="80" y="38"/>
                  </a:lnTo>
                  <a:lnTo>
                    <a:pt x="82" y="42"/>
                  </a:lnTo>
                  <a:lnTo>
                    <a:pt x="86" y="42"/>
                  </a:lnTo>
                  <a:lnTo>
                    <a:pt x="82" y="46"/>
                  </a:lnTo>
                  <a:lnTo>
                    <a:pt x="80" y="50"/>
                  </a:lnTo>
                  <a:lnTo>
                    <a:pt x="82" y="52"/>
                  </a:lnTo>
                  <a:lnTo>
                    <a:pt x="82" y="56"/>
                  </a:lnTo>
                  <a:lnTo>
                    <a:pt x="82" y="60"/>
                  </a:lnTo>
                  <a:lnTo>
                    <a:pt x="86" y="60"/>
                  </a:lnTo>
                  <a:lnTo>
                    <a:pt x="86" y="64"/>
                  </a:lnTo>
                  <a:lnTo>
                    <a:pt x="86" y="64"/>
                  </a:lnTo>
                  <a:lnTo>
                    <a:pt x="86" y="64"/>
                  </a:lnTo>
                  <a:close/>
                  <a:moveTo>
                    <a:pt x="82" y="100"/>
                  </a:moveTo>
                  <a:lnTo>
                    <a:pt x="82" y="104"/>
                  </a:lnTo>
                  <a:lnTo>
                    <a:pt x="82" y="100"/>
                  </a:lnTo>
                  <a:lnTo>
                    <a:pt x="82" y="100"/>
                  </a:lnTo>
                  <a:lnTo>
                    <a:pt x="82" y="100"/>
                  </a:lnTo>
                  <a:close/>
                  <a:moveTo>
                    <a:pt x="82" y="64"/>
                  </a:moveTo>
                  <a:lnTo>
                    <a:pt x="82" y="60"/>
                  </a:lnTo>
                  <a:lnTo>
                    <a:pt x="82" y="64"/>
                  </a:lnTo>
                  <a:lnTo>
                    <a:pt x="82" y="64"/>
                  </a:lnTo>
                  <a:lnTo>
                    <a:pt x="82" y="64"/>
                  </a:lnTo>
                  <a:close/>
                  <a:moveTo>
                    <a:pt x="56" y="86"/>
                  </a:moveTo>
                  <a:lnTo>
                    <a:pt x="54" y="86"/>
                  </a:lnTo>
                  <a:lnTo>
                    <a:pt x="50" y="86"/>
                  </a:lnTo>
                  <a:lnTo>
                    <a:pt x="54" y="86"/>
                  </a:lnTo>
                  <a:lnTo>
                    <a:pt x="54" y="82"/>
                  </a:lnTo>
                  <a:lnTo>
                    <a:pt x="56" y="82"/>
                  </a:lnTo>
                  <a:lnTo>
                    <a:pt x="56" y="86"/>
                  </a:lnTo>
                  <a:lnTo>
                    <a:pt x="56" y="86"/>
                  </a:lnTo>
                  <a:lnTo>
                    <a:pt x="56" y="86"/>
                  </a:lnTo>
                  <a:close/>
                  <a:moveTo>
                    <a:pt x="26" y="152"/>
                  </a:moveTo>
                  <a:lnTo>
                    <a:pt x="26" y="150"/>
                  </a:lnTo>
                  <a:lnTo>
                    <a:pt x="26" y="146"/>
                  </a:lnTo>
                  <a:lnTo>
                    <a:pt x="26" y="142"/>
                  </a:lnTo>
                  <a:lnTo>
                    <a:pt x="26" y="138"/>
                  </a:lnTo>
                  <a:lnTo>
                    <a:pt x="26" y="134"/>
                  </a:lnTo>
                  <a:lnTo>
                    <a:pt x="26" y="130"/>
                  </a:lnTo>
                  <a:lnTo>
                    <a:pt x="26" y="126"/>
                  </a:lnTo>
                  <a:lnTo>
                    <a:pt x="24" y="126"/>
                  </a:lnTo>
                  <a:lnTo>
                    <a:pt x="24" y="122"/>
                  </a:lnTo>
                  <a:lnTo>
                    <a:pt x="26" y="122"/>
                  </a:lnTo>
                  <a:lnTo>
                    <a:pt x="30" y="122"/>
                  </a:lnTo>
                  <a:lnTo>
                    <a:pt x="34" y="120"/>
                  </a:lnTo>
                  <a:lnTo>
                    <a:pt x="38" y="116"/>
                  </a:lnTo>
                  <a:lnTo>
                    <a:pt x="42" y="116"/>
                  </a:lnTo>
                  <a:lnTo>
                    <a:pt x="42" y="120"/>
                  </a:lnTo>
                  <a:lnTo>
                    <a:pt x="46" y="120"/>
                  </a:lnTo>
                  <a:lnTo>
                    <a:pt x="42" y="122"/>
                  </a:lnTo>
                  <a:lnTo>
                    <a:pt x="46" y="122"/>
                  </a:lnTo>
                  <a:lnTo>
                    <a:pt x="46" y="126"/>
                  </a:lnTo>
                  <a:lnTo>
                    <a:pt x="46" y="130"/>
                  </a:lnTo>
                  <a:lnTo>
                    <a:pt x="46" y="134"/>
                  </a:lnTo>
                  <a:lnTo>
                    <a:pt x="46" y="138"/>
                  </a:lnTo>
                  <a:lnTo>
                    <a:pt x="46" y="142"/>
                  </a:lnTo>
                  <a:lnTo>
                    <a:pt x="46" y="146"/>
                  </a:lnTo>
                  <a:lnTo>
                    <a:pt x="46" y="150"/>
                  </a:lnTo>
                  <a:lnTo>
                    <a:pt x="42" y="152"/>
                  </a:lnTo>
                  <a:lnTo>
                    <a:pt x="42" y="156"/>
                  </a:lnTo>
                  <a:lnTo>
                    <a:pt x="38" y="156"/>
                  </a:lnTo>
                  <a:lnTo>
                    <a:pt x="34" y="152"/>
                  </a:lnTo>
                  <a:lnTo>
                    <a:pt x="34" y="156"/>
                  </a:lnTo>
                  <a:lnTo>
                    <a:pt x="34" y="160"/>
                  </a:lnTo>
                  <a:lnTo>
                    <a:pt x="30" y="160"/>
                  </a:lnTo>
                  <a:lnTo>
                    <a:pt x="26" y="156"/>
                  </a:lnTo>
                  <a:lnTo>
                    <a:pt x="26" y="160"/>
                  </a:lnTo>
                  <a:lnTo>
                    <a:pt x="26" y="156"/>
                  </a:lnTo>
                  <a:lnTo>
                    <a:pt x="26" y="152"/>
                  </a:lnTo>
                  <a:lnTo>
                    <a:pt x="26" y="152"/>
                  </a:lnTo>
                  <a:lnTo>
                    <a:pt x="26" y="152"/>
                  </a:lnTo>
                  <a:close/>
                  <a:moveTo>
                    <a:pt x="120" y="206"/>
                  </a:moveTo>
                  <a:lnTo>
                    <a:pt x="120" y="202"/>
                  </a:lnTo>
                  <a:lnTo>
                    <a:pt x="116" y="202"/>
                  </a:lnTo>
                  <a:lnTo>
                    <a:pt x="112" y="202"/>
                  </a:lnTo>
                  <a:lnTo>
                    <a:pt x="112" y="198"/>
                  </a:lnTo>
                  <a:lnTo>
                    <a:pt x="110" y="198"/>
                  </a:lnTo>
                  <a:lnTo>
                    <a:pt x="110" y="194"/>
                  </a:lnTo>
                  <a:lnTo>
                    <a:pt x="106" y="194"/>
                  </a:lnTo>
                  <a:lnTo>
                    <a:pt x="102" y="194"/>
                  </a:lnTo>
                  <a:lnTo>
                    <a:pt x="98" y="190"/>
                  </a:lnTo>
                  <a:lnTo>
                    <a:pt x="94" y="190"/>
                  </a:lnTo>
                  <a:lnTo>
                    <a:pt x="94" y="186"/>
                  </a:lnTo>
                  <a:lnTo>
                    <a:pt x="90" y="186"/>
                  </a:lnTo>
                  <a:lnTo>
                    <a:pt x="86" y="186"/>
                  </a:lnTo>
                  <a:lnTo>
                    <a:pt x="82" y="186"/>
                  </a:lnTo>
                  <a:lnTo>
                    <a:pt x="82" y="182"/>
                  </a:lnTo>
                  <a:lnTo>
                    <a:pt x="82" y="178"/>
                  </a:lnTo>
                  <a:lnTo>
                    <a:pt x="86" y="176"/>
                  </a:lnTo>
                  <a:lnTo>
                    <a:pt x="90" y="176"/>
                  </a:lnTo>
                  <a:lnTo>
                    <a:pt x="90" y="178"/>
                  </a:lnTo>
                  <a:lnTo>
                    <a:pt x="90" y="176"/>
                  </a:lnTo>
                  <a:lnTo>
                    <a:pt x="94" y="176"/>
                  </a:lnTo>
                  <a:lnTo>
                    <a:pt x="98" y="176"/>
                  </a:lnTo>
                  <a:lnTo>
                    <a:pt x="102" y="178"/>
                  </a:lnTo>
                  <a:lnTo>
                    <a:pt x="106" y="178"/>
                  </a:lnTo>
                  <a:lnTo>
                    <a:pt x="110" y="178"/>
                  </a:lnTo>
                  <a:lnTo>
                    <a:pt x="112" y="178"/>
                  </a:lnTo>
                  <a:lnTo>
                    <a:pt x="116" y="176"/>
                  </a:lnTo>
                  <a:lnTo>
                    <a:pt x="120" y="176"/>
                  </a:lnTo>
                  <a:lnTo>
                    <a:pt x="124" y="176"/>
                  </a:lnTo>
                  <a:lnTo>
                    <a:pt x="128" y="172"/>
                  </a:lnTo>
                  <a:lnTo>
                    <a:pt x="128" y="176"/>
                  </a:lnTo>
                  <a:lnTo>
                    <a:pt x="128" y="178"/>
                  </a:lnTo>
                  <a:lnTo>
                    <a:pt x="124" y="178"/>
                  </a:lnTo>
                  <a:lnTo>
                    <a:pt x="124" y="182"/>
                  </a:lnTo>
                  <a:lnTo>
                    <a:pt x="124" y="186"/>
                  </a:lnTo>
                  <a:lnTo>
                    <a:pt x="120" y="186"/>
                  </a:lnTo>
                  <a:lnTo>
                    <a:pt x="120" y="190"/>
                  </a:lnTo>
                  <a:lnTo>
                    <a:pt x="124" y="194"/>
                  </a:lnTo>
                  <a:lnTo>
                    <a:pt x="124" y="198"/>
                  </a:lnTo>
                  <a:lnTo>
                    <a:pt x="120" y="198"/>
                  </a:lnTo>
                  <a:lnTo>
                    <a:pt x="120" y="202"/>
                  </a:lnTo>
                  <a:lnTo>
                    <a:pt x="120" y="206"/>
                  </a:lnTo>
                  <a:lnTo>
                    <a:pt x="120" y="206"/>
                  </a:lnTo>
                  <a:lnTo>
                    <a:pt x="120" y="20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4" name="Freeform 109"/>
            <p:cNvSpPr>
              <a:spLocks noChangeAspect="1"/>
            </p:cNvSpPr>
            <p:nvPr/>
          </p:nvSpPr>
          <p:spPr bwMode="gray">
            <a:xfrm>
              <a:off x="4573840" y="2084739"/>
              <a:ext cx="31307" cy="13914"/>
            </a:xfrm>
            <a:custGeom>
              <a:avLst/>
              <a:gdLst>
                <a:gd name="T0" fmla="*/ 2 w 18"/>
                <a:gd name="T1" fmla="*/ 8 h 8"/>
                <a:gd name="T2" fmla="*/ 2 w 18"/>
                <a:gd name="T3" fmla="*/ 8 h 8"/>
                <a:gd name="T4" fmla="*/ 2 w 18"/>
                <a:gd name="T5" fmla="*/ 8 h 8"/>
                <a:gd name="T6" fmla="*/ 0 w 18"/>
                <a:gd name="T7" fmla="*/ 8 h 8"/>
                <a:gd name="T8" fmla="*/ 0 w 18"/>
                <a:gd name="T9" fmla="*/ 8 h 8"/>
                <a:gd name="T10" fmla="*/ 2 w 18"/>
                <a:gd name="T11" fmla="*/ 8 h 8"/>
                <a:gd name="T12" fmla="*/ 2 w 18"/>
                <a:gd name="T13" fmla="*/ 8 h 8"/>
                <a:gd name="T14" fmla="*/ 2 w 18"/>
                <a:gd name="T15" fmla="*/ 8 h 8"/>
                <a:gd name="T16" fmla="*/ 6 w 18"/>
                <a:gd name="T17" fmla="*/ 4 h 8"/>
                <a:gd name="T18" fmla="*/ 6 w 18"/>
                <a:gd name="T19" fmla="*/ 4 h 8"/>
                <a:gd name="T20" fmla="*/ 10 w 18"/>
                <a:gd name="T21" fmla="*/ 4 h 8"/>
                <a:gd name="T22" fmla="*/ 10 w 18"/>
                <a:gd name="T23" fmla="*/ 4 h 8"/>
                <a:gd name="T24" fmla="*/ 10 w 18"/>
                <a:gd name="T25" fmla="*/ 4 h 8"/>
                <a:gd name="T26" fmla="*/ 10 w 18"/>
                <a:gd name="T27" fmla="*/ 4 h 8"/>
                <a:gd name="T28" fmla="*/ 10 w 18"/>
                <a:gd name="T29" fmla="*/ 4 h 8"/>
                <a:gd name="T30" fmla="*/ 10 w 18"/>
                <a:gd name="T31" fmla="*/ 0 h 8"/>
                <a:gd name="T32" fmla="*/ 10 w 18"/>
                <a:gd name="T33" fmla="*/ 0 h 8"/>
                <a:gd name="T34" fmla="*/ 10 w 18"/>
                <a:gd name="T35" fmla="*/ 0 h 8"/>
                <a:gd name="T36" fmla="*/ 10 w 18"/>
                <a:gd name="T37" fmla="*/ 0 h 8"/>
                <a:gd name="T38" fmla="*/ 14 w 18"/>
                <a:gd name="T39" fmla="*/ 0 h 8"/>
                <a:gd name="T40" fmla="*/ 14 w 18"/>
                <a:gd name="T41" fmla="*/ 0 h 8"/>
                <a:gd name="T42" fmla="*/ 18 w 18"/>
                <a:gd name="T43" fmla="*/ 0 h 8"/>
                <a:gd name="T44" fmla="*/ 18 w 18"/>
                <a:gd name="T45" fmla="*/ 0 h 8"/>
                <a:gd name="T46" fmla="*/ 18 w 18"/>
                <a:gd name="T47" fmla="*/ 0 h 8"/>
                <a:gd name="T48" fmla="*/ 18 w 18"/>
                <a:gd name="T49" fmla="*/ 0 h 8"/>
                <a:gd name="T50" fmla="*/ 18 w 18"/>
                <a:gd name="T51" fmla="*/ 0 h 8"/>
                <a:gd name="T52" fmla="*/ 18 w 18"/>
                <a:gd name="T53" fmla="*/ 0 h 8"/>
                <a:gd name="T54" fmla="*/ 18 w 18"/>
                <a:gd name="T55" fmla="*/ 4 h 8"/>
                <a:gd name="T56" fmla="*/ 18 w 18"/>
                <a:gd name="T57" fmla="*/ 4 h 8"/>
                <a:gd name="T58" fmla="*/ 18 w 18"/>
                <a:gd name="T59" fmla="*/ 4 h 8"/>
                <a:gd name="T60" fmla="*/ 14 w 18"/>
                <a:gd name="T61" fmla="*/ 4 h 8"/>
                <a:gd name="T62" fmla="*/ 14 w 18"/>
                <a:gd name="T63" fmla="*/ 4 h 8"/>
                <a:gd name="T64" fmla="*/ 10 w 18"/>
                <a:gd name="T65" fmla="*/ 4 h 8"/>
                <a:gd name="T66" fmla="*/ 10 w 18"/>
                <a:gd name="T67" fmla="*/ 4 h 8"/>
                <a:gd name="T68" fmla="*/ 10 w 18"/>
                <a:gd name="T69" fmla="*/ 4 h 8"/>
                <a:gd name="T70" fmla="*/ 10 w 18"/>
                <a:gd name="T71" fmla="*/ 4 h 8"/>
                <a:gd name="T72" fmla="*/ 10 w 18"/>
                <a:gd name="T73" fmla="*/ 4 h 8"/>
                <a:gd name="T74" fmla="*/ 10 w 18"/>
                <a:gd name="T75" fmla="*/ 4 h 8"/>
                <a:gd name="T76" fmla="*/ 6 w 18"/>
                <a:gd name="T77" fmla="*/ 4 h 8"/>
                <a:gd name="T78" fmla="*/ 6 w 18"/>
                <a:gd name="T79" fmla="*/ 4 h 8"/>
                <a:gd name="T80" fmla="*/ 6 w 18"/>
                <a:gd name="T81" fmla="*/ 4 h 8"/>
                <a:gd name="T82" fmla="*/ 2 w 18"/>
                <a:gd name="T83" fmla="*/ 8 h 8"/>
                <a:gd name="T84" fmla="*/ 2 w 18"/>
                <a:gd name="T85" fmla="*/ 8 h 8"/>
                <a:gd name="T86" fmla="*/ 2 w 18"/>
                <a:gd name="T87" fmla="*/ 8 h 8"/>
                <a:gd name="T88" fmla="*/ 2 w 18"/>
                <a:gd name="T89" fmla="*/ 8 h 8"/>
                <a:gd name="T90" fmla="*/ 2 w 18"/>
                <a:gd name="T91" fmla="*/ 8 h 8"/>
                <a:gd name="T92" fmla="*/ 2 w 18"/>
                <a:gd name="T93" fmla="*/ 8 h 8"/>
                <a:gd name="T94" fmla="*/ 2 w 18"/>
                <a:gd name="T95" fmla="*/ 8 h 8"/>
                <a:gd name="T96" fmla="*/ 2 w 18"/>
                <a:gd name="T97" fmla="*/ 8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8" h="8">
                  <a:moveTo>
                    <a:pt x="2" y="8"/>
                  </a:moveTo>
                  <a:lnTo>
                    <a:pt x="2" y="8"/>
                  </a:lnTo>
                  <a:lnTo>
                    <a:pt x="2" y="8"/>
                  </a:lnTo>
                  <a:lnTo>
                    <a:pt x="0" y="8"/>
                  </a:lnTo>
                  <a:lnTo>
                    <a:pt x="0" y="8"/>
                  </a:lnTo>
                  <a:lnTo>
                    <a:pt x="2" y="8"/>
                  </a:lnTo>
                  <a:lnTo>
                    <a:pt x="2" y="8"/>
                  </a:lnTo>
                  <a:lnTo>
                    <a:pt x="2" y="8"/>
                  </a:lnTo>
                  <a:lnTo>
                    <a:pt x="6" y="4"/>
                  </a:lnTo>
                  <a:lnTo>
                    <a:pt x="6" y="4"/>
                  </a:lnTo>
                  <a:lnTo>
                    <a:pt x="10" y="4"/>
                  </a:lnTo>
                  <a:lnTo>
                    <a:pt x="10" y="4"/>
                  </a:lnTo>
                  <a:lnTo>
                    <a:pt x="10" y="4"/>
                  </a:lnTo>
                  <a:lnTo>
                    <a:pt x="10" y="4"/>
                  </a:lnTo>
                  <a:lnTo>
                    <a:pt x="10" y="4"/>
                  </a:lnTo>
                  <a:lnTo>
                    <a:pt x="10" y="0"/>
                  </a:lnTo>
                  <a:lnTo>
                    <a:pt x="10" y="0"/>
                  </a:lnTo>
                  <a:lnTo>
                    <a:pt x="10" y="0"/>
                  </a:lnTo>
                  <a:lnTo>
                    <a:pt x="10" y="0"/>
                  </a:lnTo>
                  <a:lnTo>
                    <a:pt x="14" y="0"/>
                  </a:lnTo>
                  <a:lnTo>
                    <a:pt x="14" y="0"/>
                  </a:lnTo>
                  <a:lnTo>
                    <a:pt x="18" y="0"/>
                  </a:lnTo>
                  <a:lnTo>
                    <a:pt x="18" y="0"/>
                  </a:lnTo>
                  <a:lnTo>
                    <a:pt x="18" y="0"/>
                  </a:lnTo>
                  <a:lnTo>
                    <a:pt x="18" y="0"/>
                  </a:lnTo>
                  <a:lnTo>
                    <a:pt x="18" y="0"/>
                  </a:lnTo>
                  <a:lnTo>
                    <a:pt x="18" y="0"/>
                  </a:lnTo>
                  <a:lnTo>
                    <a:pt x="18" y="4"/>
                  </a:lnTo>
                  <a:lnTo>
                    <a:pt x="18" y="4"/>
                  </a:lnTo>
                  <a:lnTo>
                    <a:pt x="18" y="4"/>
                  </a:lnTo>
                  <a:lnTo>
                    <a:pt x="14" y="4"/>
                  </a:lnTo>
                  <a:lnTo>
                    <a:pt x="14" y="4"/>
                  </a:lnTo>
                  <a:lnTo>
                    <a:pt x="10" y="4"/>
                  </a:lnTo>
                  <a:lnTo>
                    <a:pt x="10" y="4"/>
                  </a:lnTo>
                  <a:lnTo>
                    <a:pt x="10" y="4"/>
                  </a:lnTo>
                  <a:lnTo>
                    <a:pt x="10" y="4"/>
                  </a:lnTo>
                  <a:lnTo>
                    <a:pt x="10" y="4"/>
                  </a:lnTo>
                  <a:lnTo>
                    <a:pt x="10" y="4"/>
                  </a:lnTo>
                  <a:lnTo>
                    <a:pt x="6" y="4"/>
                  </a:lnTo>
                  <a:lnTo>
                    <a:pt x="6" y="4"/>
                  </a:lnTo>
                  <a:lnTo>
                    <a:pt x="6" y="4"/>
                  </a:lnTo>
                  <a:lnTo>
                    <a:pt x="2" y="8"/>
                  </a:lnTo>
                  <a:lnTo>
                    <a:pt x="2" y="8"/>
                  </a:lnTo>
                  <a:lnTo>
                    <a:pt x="2" y="8"/>
                  </a:lnTo>
                  <a:lnTo>
                    <a:pt x="2" y="8"/>
                  </a:lnTo>
                  <a:lnTo>
                    <a:pt x="2" y="8"/>
                  </a:lnTo>
                  <a:lnTo>
                    <a:pt x="2" y="8"/>
                  </a:lnTo>
                  <a:lnTo>
                    <a:pt x="2" y="8"/>
                  </a:lnTo>
                  <a:lnTo>
                    <a:pt x="2"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5" name="Freeform 110"/>
            <p:cNvSpPr>
              <a:spLocks noChangeAspect="1"/>
            </p:cNvSpPr>
            <p:nvPr/>
          </p:nvSpPr>
          <p:spPr bwMode="gray">
            <a:xfrm>
              <a:off x="5318245" y="2630867"/>
              <a:ext cx="173926" cy="90442"/>
            </a:xfrm>
            <a:custGeom>
              <a:avLst/>
              <a:gdLst>
                <a:gd name="T0" fmla="*/ 48 w 100"/>
                <a:gd name="T1" fmla="*/ 4 h 52"/>
                <a:gd name="T2" fmla="*/ 56 w 100"/>
                <a:gd name="T3" fmla="*/ 0 h 52"/>
                <a:gd name="T4" fmla="*/ 60 w 100"/>
                <a:gd name="T5" fmla="*/ 0 h 52"/>
                <a:gd name="T6" fmla="*/ 60 w 100"/>
                <a:gd name="T7" fmla="*/ 0 h 52"/>
                <a:gd name="T8" fmla="*/ 64 w 100"/>
                <a:gd name="T9" fmla="*/ 4 h 52"/>
                <a:gd name="T10" fmla="*/ 68 w 100"/>
                <a:gd name="T11" fmla="*/ 4 h 52"/>
                <a:gd name="T12" fmla="*/ 78 w 100"/>
                <a:gd name="T13" fmla="*/ 10 h 52"/>
                <a:gd name="T14" fmla="*/ 82 w 100"/>
                <a:gd name="T15" fmla="*/ 10 h 52"/>
                <a:gd name="T16" fmla="*/ 86 w 100"/>
                <a:gd name="T17" fmla="*/ 10 h 52"/>
                <a:gd name="T18" fmla="*/ 90 w 100"/>
                <a:gd name="T19" fmla="*/ 10 h 52"/>
                <a:gd name="T20" fmla="*/ 94 w 100"/>
                <a:gd name="T21" fmla="*/ 14 h 52"/>
                <a:gd name="T22" fmla="*/ 98 w 100"/>
                <a:gd name="T23" fmla="*/ 18 h 52"/>
                <a:gd name="T24" fmla="*/ 94 w 100"/>
                <a:gd name="T25" fmla="*/ 26 h 52"/>
                <a:gd name="T26" fmla="*/ 98 w 100"/>
                <a:gd name="T27" fmla="*/ 30 h 52"/>
                <a:gd name="T28" fmla="*/ 100 w 100"/>
                <a:gd name="T29" fmla="*/ 36 h 52"/>
                <a:gd name="T30" fmla="*/ 100 w 100"/>
                <a:gd name="T31" fmla="*/ 40 h 52"/>
                <a:gd name="T32" fmla="*/ 94 w 100"/>
                <a:gd name="T33" fmla="*/ 48 h 52"/>
                <a:gd name="T34" fmla="*/ 94 w 100"/>
                <a:gd name="T35" fmla="*/ 52 h 52"/>
                <a:gd name="T36" fmla="*/ 82 w 100"/>
                <a:gd name="T37" fmla="*/ 48 h 52"/>
                <a:gd name="T38" fmla="*/ 78 w 100"/>
                <a:gd name="T39" fmla="*/ 52 h 52"/>
                <a:gd name="T40" fmla="*/ 78 w 100"/>
                <a:gd name="T41" fmla="*/ 52 h 52"/>
                <a:gd name="T42" fmla="*/ 74 w 100"/>
                <a:gd name="T43" fmla="*/ 52 h 52"/>
                <a:gd name="T44" fmla="*/ 72 w 100"/>
                <a:gd name="T45" fmla="*/ 48 h 52"/>
                <a:gd name="T46" fmla="*/ 68 w 100"/>
                <a:gd name="T47" fmla="*/ 44 h 52"/>
                <a:gd name="T48" fmla="*/ 60 w 100"/>
                <a:gd name="T49" fmla="*/ 40 h 52"/>
                <a:gd name="T50" fmla="*/ 56 w 100"/>
                <a:gd name="T51" fmla="*/ 40 h 52"/>
                <a:gd name="T52" fmla="*/ 56 w 100"/>
                <a:gd name="T53" fmla="*/ 36 h 52"/>
                <a:gd name="T54" fmla="*/ 48 w 100"/>
                <a:gd name="T55" fmla="*/ 40 h 52"/>
                <a:gd name="T56" fmla="*/ 46 w 100"/>
                <a:gd name="T57" fmla="*/ 40 h 52"/>
                <a:gd name="T58" fmla="*/ 42 w 100"/>
                <a:gd name="T59" fmla="*/ 40 h 52"/>
                <a:gd name="T60" fmla="*/ 34 w 100"/>
                <a:gd name="T61" fmla="*/ 36 h 52"/>
                <a:gd name="T62" fmla="*/ 34 w 100"/>
                <a:gd name="T63" fmla="*/ 36 h 52"/>
                <a:gd name="T64" fmla="*/ 30 w 100"/>
                <a:gd name="T65" fmla="*/ 40 h 52"/>
                <a:gd name="T66" fmla="*/ 26 w 100"/>
                <a:gd name="T67" fmla="*/ 36 h 52"/>
                <a:gd name="T68" fmla="*/ 22 w 100"/>
                <a:gd name="T69" fmla="*/ 36 h 52"/>
                <a:gd name="T70" fmla="*/ 22 w 100"/>
                <a:gd name="T71" fmla="*/ 36 h 52"/>
                <a:gd name="T72" fmla="*/ 16 w 100"/>
                <a:gd name="T73" fmla="*/ 36 h 52"/>
                <a:gd name="T74" fmla="*/ 4 w 100"/>
                <a:gd name="T75" fmla="*/ 40 h 52"/>
                <a:gd name="T76" fmla="*/ 4 w 100"/>
                <a:gd name="T77" fmla="*/ 40 h 52"/>
                <a:gd name="T78" fmla="*/ 0 w 100"/>
                <a:gd name="T79" fmla="*/ 44 h 52"/>
                <a:gd name="T80" fmla="*/ 0 w 100"/>
                <a:gd name="T81" fmla="*/ 40 h 52"/>
                <a:gd name="T82" fmla="*/ 0 w 100"/>
                <a:gd name="T83" fmla="*/ 32 h 52"/>
                <a:gd name="T84" fmla="*/ 0 w 100"/>
                <a:gd name="T85" fmla="*/ 32 h 52"/>
                <a:gd name="T86" fmla="*/ 0 w 100"/>
                <a:gd name="T87" fmla="*/ 30 h 52"/>
                <a:gd name="T88" fmla="*/ 4 w 100"/>
                <a:gd name="T89" fmla="*/ 26 h 52"/>
                <a:gd name="T90" fmla="*/ 4 w 100"/>
                <a:gd name="T91" fmla="*/ 22 h 52"/>
                <a:gd name="T92" fmla="*/ 4 w 100"/>
                <a:gd name="T93" fmla="*/ 18 h 52"/>
                <a:gd name="T94" fmla="*/ 8 w 100"/>
                <a:gd name="T95" fmla="*/ 10 h 52"/>
                <a:gd name="T96" fmla="*/ 12 w 100"/>
                <a:gd name="T97" fmla="*/ 10 h 52"/>
                <a:gd name="T98" fmla="*/ 16 w 100"/>
                <a:gd name="T99" fmla="*/ 10 h 52"/>
                <a:gd name="T100" fmla="*/ 22 w 100"/>
                <a:gd name="T101" fmla="*/ 6 h 52"/>
                <a:gd name="T102" fmla="*/ 26 w 100"/>
                <a:gd name="T103" fmla="*/ 14 h 52"/>
                <a:gd name="T104" fmla="*/ 30 w 100"/>
                <a:gd name="T105" fmla="*/ 14 h 52"/>
                <a:gd name="T106" fmla="*/ 30 w 100"/>
                <a:gd name="T107" fmla="*/ 22 h 52"/>
                <a:gd name="T108" fmla="*/ 38 w 100"/>
                <a:gd name="T109" fmla="*/ 26 h 52"/>
                <a:gd name="T110" fmla="*/ 42 w 100"/>
                <a:gd name="T111" fmla="*/ 22 h 52"/>
                <a:gd name="T112" fmla="*/ 48 w 100"/>
                <a:gd name="T113" fmla="*/ 18 h 52"/>
                <a:gd name="T114" fmla="*/ 46 w 100"/>
                <a:gd name="T115" fmla="*/ 6 h 52"/>
                <a:gd name="T116" fmla="*/ 46 w 100"/>
                <a:gd name="T117" fmla="*/ 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0" h="52">
                  <a:moveTo>
                    <a:pt x="46" y="4"/>
                  </a:moveTo>
                  <a:lnTo>
                    <a:pt x="46" y="4"/>
                  </a:lnTo>
                  <a:lnTo>
                    <a:pt x="46" y="4"/>
                  </a:lnTo>
                  <a:lnTo>
                    <a:pt x="48" y="4"/>
                  </a:lnTo>
                  <a:lnTo>
                    <a:pt x="48" y="4"/>
                  </a:lnTo>
                  <a:lnTo>
                    <a:pt x="48" y="4"/>
                  </a:lnTo>
                  <a:lnTo>
                    <a:pt x="48" y="4"/>
                  </a:lnTo>
                  <a:lnTo>
                    <a:pt x="52" y="4"/>
                  </a:lnTo>
                  <a:lnTo>
                    <a:pt x="56" y="0"/>
                  </a:lnTo>
                  <a:lnTo>
                    <a:pt x="56" y="0"/>
                  </a:lnTo>
                  <a:lnTo>
                    <a:pt x="56" y="0"/>
                  </a:lnTo>
                  <a:lnTo>
                    <a:pt x="56" y="0"/>
                  </a:lnTo>
                  <a:lnTo>
                    <a:pt x="56" y="0"/>
                  </a:lnTo>
                  <a:lnTo>
                    <a:pt x="60" y="0"/>
                  </a:lnTo>
                  <a:lnTo>
                    <a:pt x="60" y="0"/>
                  </a:lnTo>
                  <a:lnTo>
                    <a:pt x="60" y="0"/>
                  </a:lnTo>
                  <a:lnTo>
                    <a:pt x="60" y="0"/>
                  </a:lnTo>
                  <a:lnTo>
                    <a:pt x="60" y="4"/>
                  </a:lnTo>
                  <a:lnTo>
                    <a:pt x="60" y="4"/>
                  </a:lnTo>
                  <a:lnTo>
                    <a:pt x="60" y="0"/>
                  </a:lnTo>
                  <a:lnTo>
                    <a:pt x="60" y="0"/>
                  </a:lnTo>
                  <a:lnTo>
                    <a:pt x="60" y="0"/>
                  </a:lnTo>
                  <a:lnTo>
                    <a:pt x="60" y="0"/>
                  </a:lnTo>
                  <a:lnTo>
                    <a:pt x="64" y="0"/>
                  </a:lnTo>
                  <a:lnTo>
                    <a:pt x="64" y="4"/>
                  </a:lnTo>
                  <a:lnTo>
                    <a:pt x="64" y="4"/>
                  </a:lnTo>
                  <a:lnTo>
                    <a:pt x="68" y="4"/>
                  </a:lnTo>
                  <a:lnTo>
                    <a:pt x="68" y="4"/>
                  </a:lnTo>
                  <a:lnTo>
                    <a:pt x="68" y="4"/>
                  </a:lnTo>
                  <a:lnTo>
                    <a:pt x="68" y="4"/>
                  </a:lnTo>
                  <a:lnTo>
                    <a:pt x="72" y="6"/>
                  </a:lnTo>
                  <a:lnTo>
                    <a:pt x="72" y="6"/>
                  </a:lnTo>
                  <a:lnTo>
                    <a:pt x="74" y="10"/>
                  </a:lnTo>
                  <a:lnTo>
                    <a:pt x="74" y="10"/>
                  </a:lnTo>
                  <a:lnTo>
                    <a:pt x="78" y="10"/>
                  </a:lnTo>
                  <a:lnTo>
                    <a:pt x="78" y="10"/>
                  </a:lnTo>
                  <a:lnTo>
                    <a:pt x="78" y="10"/>
                  </a:lnTo>
                  <a:lnTo>
                    <a:pt x="78" y="10"/>
                  </a:lnTo>
                  <a:lnTo>
                    <a:pt x="78" y="10"/>
                  </a:lnTo>
                  <a:lnTo>
                    <a:pt x="82" y="10"/>
                  </a:lnTo>
                  <a:lnTo>
                    <a:pt x="82" y="10"/>
                  </a:lnTo>
                  <a:lnTo>
                    <a:pt x="82" y="10"/>
                  </a:lnTo>
                  <a:lnTo>
                    <a:pt x="82" y="10"/>
                  </a:lnTo>
                  <a:lnTo>
                    <a:pt x="86" y="10"/>
                  </a:lnTo>
                  <a:lnTo>
                    <a:pt x="86" y="10"/>
                  </a:lnTo>
                  <a:lnTo>
                    <a:pt x="86" y="10"/>
                  </a:lnTo>
                  <a:lnTo>
                    <a:pt x="90" y="10"/>
                  </a:lnTo>
                  <a:lnTo>
                    <a:pt x="90" y="10"/>
                  </a:lnTo>
                  <a:lnTo>
                    <a:pt x="90" y="10"/>
                  </a:lnTo>
                  <a:lnTo>
                    <a:pt x="90" y="10"/>
                  </a:lnTo>
                  <a:lnTo>
                    <a:pt x="90" y="10"/>
                  </a:lnTo>
                  <a:lnTo>
                    <a:pt x="94" y="10"/>
                  </a:lnTo>
                  <a:lnTo>
                    <a:pt x="94" y="14"/>
                  </a:lnTo>
                  <a:lnTo>
                    <a:pt x="90" y="14"/>
                  </a:lnTo>
                  <a:lnTo>
                    <a:pt x="94" y="14"/>
                  </a:lnTo>
                  <a:lnTo>
                    <a:pt x="94" y="14"/>
                  </a:lnTo>
                  <a:lnTo>
                    <a:pt x="94" y="14"/>
                  </a:lnTo>
                  <a:lnTo>
                    <a:pt x="98" y="18"/>
                  </a:lnTo>
                  <a:lnTo>
                    <a:pt x="98" y="18"/>
                  </a:lnTo>
                  <a:lnTo>
                    <a:pt x="98" y="18"/>
                  </a:lnTo>
                  <a:lnTo>
                    <a:pt x="98" y="18"/>
                  </a:lnTo>
                  <a:lnTo>
                    <a:pt x="94" y="22"/>
                  </a:lnTo>
                  <a:lnTo>
                    <a:pt x="94" y="26"/>
                  </a:lnTo>
                  <a:lnTo>
                    <a:pt x="94" y="26"/>
                  </a:lnTo>
                  <a:lnTo>
                    <a:pt x="94" y="26"/>
                  </a:lnTo>
                  <a:lnTo>
                    <a:pt x="98" y="26"/>
                  </a:lnTo>
                  <a:lnTo>
                    <a:pt x="98" y="26"/>
                  </a:lnTo>
                  <a:lnTo>
                    <a:pt x="98" y="26"/>
                  </a:lnTo>
                  <a:lnTo>
                    <a:pt x="98" y="30"/>
                  </a:lnTo>
                  <a:lnTo>
                    <a:pt x="98" y="30"/>
                  </a:lnTo>
                  <a:lnTo>
                    <a:pt x="98" y="30"/>
                  </a:lnTo>
                  <a:lnTo>
                    <a:pt x="98" y="32"/>
                  </a:lnTo>
                  <a:lnTo>
                    <a:pt x="100" y="32"/>
                  </a:lnTo>
                  <a:lnTo>
                    <a:pt x="100" y="36"/>
                  </a:lnTo>
                  <a:lnTo>
                    <a:pt x="100" y="36"/>
                  </a:lnTo>
                  <a:lnTo>
                    <a:pt x="100" y="40"/>
                  </a:lnTo>
                  <a:lnTo>
                    <a:pt x="100" y="40"/>
                  </a:lnTo>
                  <a:lnTo>
                    <a:pt x="100" y="40"/>
                  </a:lnTo>
                  <a:lnTo>
                    <a:pt x="100" y="44"/>
                  </a:lnTo>
                  <a:lnTo>
                    <a:pt x="100" y="40"/>
                  </a:lnTo>
                  <a:lnTo>
                    <a:pt x="100" y="40"/>
                  </a:lnTo>
                  <a:lnTo>
                    <a:pt x="98" y="44"/>
                  </a:lnTo>
                  <a:lnTo>
                    <a:pt x="98" y="44"/>
                  </a:lnTo>
                  <a:lnTo>
                    <a:pt x="94" y="44"/>
                  </a:lnTo>
                  <a:lnTo>
                    <a:pt x="94" y="48"/>
                  </a:lnTo>
                  <a:lnTo>
                    <a:pt x="94" y="48"/>
                  </a:lnTo>
                  <a:lnTo>
                    <a:pt x="94" y="48"/>
                  </a:lnTo>
                  <a:lnTo>
                    <a:pt x="94" y="48"/>
                  </a:lnTo>
                  <a:lnTo>
                    <a:pt x="94" y="52"/>
                  </a:lnTo>
                  <a:lnTo>
                    <a:pt x="94" y="52"/>
                  </a:lnTo>
                  <a:lnTo>
                    <a:pt x="90" y="52"/>
                  </a:lnTo>
                  <a:lnTo>
                    <a:pt x="90" y="52"/>
                  </a:lnTo>
                  <a:lnTo>
                    <a:pt x="86" y="48"/>
                  </a:lnTo>
                  <a:lnTo>
                    <a:pt x="86" y="48"/>
                  </a:lnTo>
                  <a:lnTo>
                    <a:pt x="82" y="48"/>
                  </a:lnTo>
                  <a:lnTo>
                    <a:pt x="82" y="52"/>
                  </a:lnTo>
                  <a:lnTo>
                    <a:pt x="82" y="52"/>
                  </a:lnTo>
                  <a:lnTo>
                    <a:pt x="82" y="52"/>
                  </a:lnTo>
                  <a:lnTo>
                    <a:pt x="82" y="52"/>
                  </a:lnTo>
                  <a:lnTo>
                    <a:pt x="78" y="52"/>
                  </a:lnTo>
                  <a:lnTo>
                    <a:pt x="78" y="52"/>
                  </a:lnTo>
                  <a:lnTo>
                    <a:pt x="78" y="52"/>
                  </a:lnTo>
                  <a:lnTo>
                    <a:pt x="78" y="52"/>
                  </a:lnTo>
                  <a:lnTo>
                    <a:pt x="78" y="52"/>
                  </a:lnTo>
                  <a:lnTo>
                    <a:pt x="78" y="52"/>
                  </a:lnTo>
                  <a:lnTo>
                    <a:pt x="78" y="52"/>
                  </a:lnTo>
                  <a:lnTo>
                    <a:pt x="78" y="52"/>
                  </a:lnTo>
                  <a:lnTo>
                    <a:pt x="78" y="52"/>
                  </a:lnTo>
                  <a:lnTo>
                    <a:pt x="74" y="52"/>
                  </a:lnTo>
                  <a:lnTo>
                    <a:pt x="74" y="52"/>
                  </a:lnTo>
                  <a:lnTo>
                    <a:pt x="74" y="52"/>
                  </a:lnTo>
                  <a:lnTo>
                    <a:pt x="74" y="52"/>
                  </a:lnTo>
                  <a:lnTo>
                    <a:pt x="74" y="48"/>
                  </a:lnTo>
                  <a:lnTo>
                    <a:pt x="72" y="48"/>
                  </a:lnTo>
                  <a:lnTo>
                    <a:pt x="72" y="48"/>
                  </a:lnTo>
                  <a:lnTo>
                    <a:pt x="72" y="48"/>
                  </a:lnTo>
                  <a:lnTo>
                    <a:pt x="72" y="48"/>
                  </a:lnTo>
                  <a:lnTo>
                    <a:pt x="68" y="48"/>
                  </a:lnTo>
                  <a:lnTo>
                    <a:pt x="68" y="44"/>
                  </a:lnTo>
                  <a:lnTo>
                    <a:pt x="68" y="44"/>
                  </a:lnTo>
                  <a:lnTo>
                    <a:pt x="64" y="44"/>
                  </a:lnTo>
                  <a:lnTo>
                    <a:pt x="64" y="40"/>
                  </a:lnTo>
                  <a:lnTo>
                    <a:pt x="60" y="40"/>
                  </a:lnTo>
                  <a:lnTo>
                    <a:pt x="60" y="40"/>
                  </a:lnTo>
                  <a:lnTo>
                    <a:pt x="60" y="40"/>
                  </a:lnTo>
                  <a:lnTo>
                    <a:pt x="56" y="40"/>
                  </a:lnTo>
                  <a:lnTo>
                    <a:pt x="56" y="40"/>
                  </a:lnTo>
                  <a:lnTo>
                    <a:pt x="56" y="40"/>
                  </a:lnTo>
                  <a:lnTo>
                    <a:pt x="56" y="40"/>
                  </a:lnTo>
                  <a:lnTo>
                    <a:pt x="56" y="40"/>
                  </a:lnTo>
                  <a:lnTo>
                    <a:pt x="56" y="36"/>
                  </a:lnTo>
                  <a:lnTo>
                    <a:pt x="56" y="36"/>
                  </a:lnTo>
                  <a:lnTo>
                    <a:pt x="56" y="36"/>
                  </a:lnTo>
                  <a:lnTo>
                    <a:pt x="56" y="36"/>
                  </a:lnTo>
                  <a:lnTo>
                    <a:pt x="56" y="36"/>
                  </a:lnTo>
                  <a:lnTo>
                    <a:pt x="52" y="36"/>
                  </a:lnTo>
                  <a:lnTo>
                    <a:pt x="52" y="36"/>
                  </a:lnTo>
                  <a:lnTo>
                    <a:pt x="48" y="36"/>
                  </a:lnTo>
                  <a:lnTo>
                    <a:pt x="48" y="40"/>
                  </a:lnTo>
                  <a:lnTo>
                    <a:pt x="48" y="40"/>
                  </a:lnTo>
                  <a:lnTo>
                    <a:pt x="48" y="40"/>
                  </a:lnTo>
                  <a:lnTo>
                    <a:pt x="48" y="40"/>
                  </a:lnTo>
                  <a:lnTo>
                    <a:pt x="48" y="40"/>
                  </a:lnTo>
                  <a:lnTo>
                    <a:pt x="46" y="40"/>
                  </a:lnTo>
                  <a:lnTo>
                    <a:pt x="46" y="40"/>
                  </a:lnTo>
                  <a:lnTo>
                    <a:pt x="46" y="40"/>
                  </a:lnTo>
                  <a:lnTo>
                    <a:pt x="46" y="40"/>
                  </a:lnTo>
                  <a:lnTo>
                    <a:pt x="46" y="40"/>
                  </a:lnTo>
                  <a:lnTo>
                    <a:pt x="42" y="40"/>
                  </a:lnTo>
                  <a:lnTo>
                    <a:pt x="42" y="40"/>
                  </a:lnTo>
                  <a:lnTo>
                    <a:pt x="42" y="36"/>
                  </a:lnTo>
                  <a:lnTo>
                    <a:pt x="42" y="36"/>
                  </a:lnTo>
                  <a:lnTo>
                    <a:pt x="38" y="36"/>
                  </a:lnTo>
                  <a:lnTo>
                    <a:pt x="38" y="36"/>
                  </a:lnTo>
                  <a:lnTo>
                    <a:pt x="34" y="36"/>
                  </a:lnTo>
                  <a:lnTo>
                    <a:pt x="34" y="36"/>
                  </a:lnTo>
                  <a:lnTo>
                    <a:pt x="34" y="36"/>
                  </a:lnTo>
                  <a:lnTo>
                    <a:pt x="34" y="36"/>
                  </a:lnTo>
                  <a:lnTo>
                    <a:pt x="34" y="36"/>
                  </a:lnTo>
                  <a:lnTo>
                    <a:pt x="34" y="36"/>
                  </a:lnTo>
                  <a:lnTo>
                    <a:pt x="30" y="36"/>
                  </a:lnTo>
                  <a:lnTo>
                    <a:pt x="30" y="36"/>
                  </a:lnTo>
                  <a:lnTo>
                    <a:pt x="30" y="40"/>
                  </a:lnTo>
                  <a:lnTo>
                    <a:pt x="30" y="40"/>
                  </a:lnTo>
                  <a:lnTo>
                    <a:pt x="30" y="40"/>
                  </a:lnTo>
                  <a:lnTo>
                    <a:pt x="26" y="36"/>
                  </a:lnTo>
                  <a:lnTo>
                    <a:pt x="26" y="36"/>
                  </a:lnTo>
                  <a:lnTo>
                    <a:pt x="26" y="36"/>
                  </a:lnTo>
                  <a:lnTo>
                    <a:pt x="26" y="36"/>
                  </a:lnTo>
                  <a:lnTo>
                    <a:pt x="26" y="36"/>
                  </a:lnTo>
                  <a:lnTo>
                    <a:pt x="26" y="36"/>
                  </a:lnTo>
                  <a:lnTo>
                    <a:pt x="26" y="36"/>
                  </a:lnTo>
                  <a:lnTo>
                    <a:pt x="26" y="36"/>
                  </a:lnTo>
                  <a:lnTo>
                    <a:pt x="26" y="36"/>
                  </a:lnTo>
                  <a:lnTo>
                    <a:pt x="22" y="36"/>
                  </a:lnTo>
                  <a:lnTo>
                    <a:pt x="22" y="36"/>
                  </a:lnTo>
                  <a:lnTo>
                    <a:pt x="22" y="36"/>
                  </a:lnTo>
                  <a:lnTo>
                    <a:pt x="22" y="36"/>
                  </a:lnTo>
                  <a:lnTo>
                    <a:pt x="22" y="36"/>
                  </a:lnTo>
                  <a:lnTo>
                    <a:pt x="22" y="36"/>
                  </a:lnTo>
                  <a:lnTo>
                    <a:pt x="18" y="36"/>
                  </a:lnTo>
                  <a:lnTo>
                    <a:pt x="18" y="36"/>
                  </a:lnTo>
                  <a:lnTo>
                    <a:pt x="18" y="36"/>
                  </a:lnTo>
                  <a:lnTo>
                    <a:pt x="16" y="36"/>
                  </a:lnTo>
                  <a:lnTo>
                    <a:pt x="16" y="36"/>
                  </a:lnTo>
                  <a:lnTo>
                    <a:pt x="16" y="36"/>
                  </a:lnTo>
                  <a:lnTo>
                    <a:pt x="12" y="36"/>
                  </a:lnTo>
                  <a:lnTo>
                    <a:pt x="8" y="36"/>
                  </a:lnTo>
                  <a:lnTo>
                    <a:pt x="8" y="40"/>
                  </a:lnTo>
                  <a:lnTo>
                    <a:pt x="4" y="40"/>
                  </a:lnTo>
                  <a:lnTo>
                    <a:pt x="4" y="40"/>
                  </a:lnTo>
                  <a:lnTo>
                    <a:pt x="4" y="40"/>
                  </a:lnTo>
                  <a:lnTo>
                    <a:pt x="4" y="40"/>
                  </a:lnTo>
                  <a:lnTo>
                    <a:pt x="4" y="40"/>
                  </a:lnTo>
                  <a:lnTo>
                    <a:pt x="4" y="40"/>
                  </a:lnTo>
                  <a:lnTo>
                    <a:pt x="4" y="44"/>
                  </a:lnTo>
                  <a:lnTo>
                    <a:pt x="4" y="44"/>
                  </a:lnTo>
                  <a:lnTo>
                    <a:pt x="0" y="44"/>
                  </a:lnTo>
                  <a:lnTo>
                    <a:pt x="0" y="44"/>
                  </a:lnTo>
                  <a:lnTo>
                    <a:pt x="0" y="44"/>
                  </a:lnTo>
                  <a:lnTo>
                    <a:pt x="0" y="44"/>
                  </a:lnTo>
                  <a:lnTo>
                    <a:pt x="0" y="44"/>
                  </a:lnTo>
                  <a:lnTo>
                    <a:pt x="0" y="44"/>
                  </a:lnTo>
                  <a:lnTo>
                    <a:pt x="0" y="44"/>
                  </a:lnTo>
                  <a:lnTo>
                    <a:pt x="0" y="40"/>
                  </a:lnTo>
                  <a:lnTo>
                    <a:pt x="0" y="40"/>
                  </a:lnTo>
                  <a:lnTo>
                    <a:pt x="0" y="40"/>
                  </a:lnTo>
                  <a:lnTo>
                    <a:pt x="0" y="40"/>
                  </a:lnTo>
                  <a:lnTo>
                    <a:pt x="0" y="36"/>
                  </a:lnTo>
                  <a:lnTo>
                    <a:pt x="0" y="32"/>
                  </a:lnTo>
                  <a:lnTo>
                    <a:pt x="0" y="32"/>
                  </a:lnTo>
                  <a:lnTo>
                    <a:pt x="0" y="36"/>
                  </a:lnTo>
                  <a:lnTo>
                    <a:pt x="0" y="36"/>
                  </a:lnTo>
                  <a:lnTo>
                    <a:pt x="0" y="32"/>
                  </a:lnTo>
                  <a:lnTo>
                    <a:pt x="0" y="32"/>
                  </a:lnTo>
                  <a:lnTo>
                    <a:pt x="0" y="32"/>
                  </a:lnTo>
                  <a:lnTo>
                    <a:pt x="0" y="30"/>
                  </a:lnTo>
                  <a:lnTo>
                    <a:pt x="0" y="30"/>
                  </a:lnTo>
                  <a:lnTo>
                    <a:pt x="0" y="30"/>
                  </a:lnTo>
                  <a:lnTo>
                    <a:pt x="0" y="30"/>
                  </a:lnTo>
                  <a:lnTo>
                    <a:pt x="0" y="30"/>
                  </a:lnTo>
                  <a:lnTo>
                    <a:pt x="0" y="26"/>
                  </a:lnTo>
                  <a:lnTo>
                    <a:pt x="0" y="26"/>
                  </a:lnTo>
                  <a:lnTo>
                    <a:pt x="4" y="26"/>
                  </a:lnTo>
                  <a:lnTo>
                    <a:pt x="4" y="26"/>
                  </a:lnTo>
                  <a:lnTo>
                    <a:pt x="4" y="26"/>
                  </a:lnTo>
                  <a:lnTo>
                    <a:pt x="4" y="22"/>
                  </a:lnTo>
                  <a:lnTo>
                    <a:pt x="4" y="22"/>
                  </a:lnTo>
                  <a:lnTo>
                    <a:pt x="4" y="22"/>
                  </a:lnTo>
                  <a:lnTo>
                    <a:pt x="4" y="22"/>
                  </a:lnTo>
                  <a:lnTo>
                    <a:pt x="4" y="22"/>
                  </a:lnTo>
                  <a:lnTo>
                    <a:pt x="4" y="18"/>
                  </a:lnTo>
                  <a:lnTo>
                    <a:pt x="4" y="18"/>
                  </a:lnTo>
                  <a:lnTo>
                    <a:pt x="4" y="18"/>
                  </a:lnTo>
                  <a:lnTo>
                    <a:pt x="4" y="18"/>
                  </a:lnTo>
                  <a:lnTo>
                    <a:pt x="8" y="18"/>
                  </a:lnTo>
                  <a:lnTo>
                    <a:pt x="8" y="14"/>
                  </a:lnTo>
                  <a:lnTo>
                    <a:pt x="8" y="14"/>
                  </a:lnTo>
                  <a:lnTo>
                    <a:pt x="8" y="10"/>
                  </a:lnTo>
                  <a:lnTo>
                    <a:pt x="8" y="10"/>
                  </a:lnTo>
                  <a:lnTo>
                    <a:pt x="8" y="10"/>
                  </a:lnTo>
                  <a:lnTo>
                    <a:pt x="8" y="10"/>
                  </a:lnTo>
                  <a:lnTo>
                    <a:pt x="12" y="10"/>
                  </a:lnTo>
                  <a:lnTo>
                    <a:pt x="12" y="10"/>
                  </a:lnTo>
                  <a:lnTo>
                    <a:pt x="12" y="10"/>
                  </a:lnTo>
                  <a:lnTo>
                    <a:pt x="12" y="10"/>
                  </a:lnTo>
                  <a:lnTo>
                    <a:pt x="12" y="10"/>
                  </a:lnTo>
                  <a:lnTo>
                    <a:pt x="16" y="10"/>
                  </a:lnTo>
                  <a:lnTo>
                    <a:pt x="16" y="10"/>
                  </a:lnTo>
                  <a:lnTo>
                    <a:pt x="16" y="10"/>
                  </a:lnTo>
                  <a:lnTo>
                    <a:pt x="18" y="6"/>
                  </a:lnTo>
                  <a:lnTo>
                    <a:pt x="18" y="6"/>
                  </a:lnTo>
                  <a:lnTo>
                    <a:pt x="22" y="6"/>
                  </a:lnTo>
                  <a:lnTo>
                    <a:pt x="22" y="6"/>
                  </a:lnTo>
                  <a:lnTo>
                    <a:pt x="22" y="6"/>
                  </a:lnTo>
                  <a:lnTo>
                    <a:pt x="22" y="10"/>
                  </a:lnTo>
                  <a:lnTo>
                    <a:pt x="22" y="10"/>
                  </a:lnTo>
                  <a:lnTo>
                    <a:pt x="22" y="10"/>
                  </a:lnTo>
                  <a:lnTo>
                    <a:pt x="22" y="10"/>
                  </a:lnTo>
                  <a:lnTo>
                    <a:pt x="26" y="14"/>
                  </a:lnTo>
                  <a:lnTo>
                    <a:pt x="26" y="14"/>
                  </a:lnTo>
                  <a:lnTo>
                    <a:pt x="26" y="14"/>
                  </a:lnTo>
                  <a:lnTo>
                    <a:pt x="26" y="14"/>
                  </a:lnTo>
                  <a:lnTo>
                    <a:pt x="30" y="14"/>
                  </a:lnTo>
                  <a:lnTo>
                    <a:pt x="30" y="14"/>
                  </a:lnTo>
                  <a:lnTo>
                    <a:pt x="30" y="14"/>
                  </a:lnTo>
                  <a:lnTo>
                    <a:pt x="30" y="18"/>
                  </a:lnTo>
                  <a:lnTo>
                    <a:pt x="30" y="18"/>
                  </a:lnTo>
                  <a:lnTo>
                    <a:pt x="30" y="22"/>
                  </a:lnTo>
                  <a:lnTo>
                    <a:pt x="30" y="22"/>
                  </a:lnTo>
                  <a:lnTo>
                    <a:pt x="30" y="22"/>
                  </a:lnTo>
                  <a:lnTo>
                    <a:pt x="34" y="22"/>
                  </a:lnTo>
                  <a:lnTo>
                    <a:pt x="34" y="22"/>
                  </a:lnTo>
                  <a:lnTo>
                    <a:pt x="38" y="26"/>
                  </a:lnTo>
                  <a:lnTo>
                    <a:pt x="38" y="26"/>
                  </a:lnTo>
                  <a:lnTo>
                    <a:pt x="38" y="26"/>
                  </a:lnTo>
                  <a:lnTo>
                    <a:pt x="38" y="26"/>
                  </a:lnTo>
                  <a:lnTo>
                    <a:pt x="42" y="26"/>
                  </a:lnTo>
                  <a:lnTo>
                    <a:pt x="42" y="26"/>
                  </a:lnTo>
                  <a:lnTo>
                    <a:pt x="42" y="22"/>
                  </a:lnTo>
                  <a:lnTo>
                    <a:pt x="42" y="22"/>
                  </a:lnTo>
                  <a:lnTo>
                    <a:pt x="46" y="22"/>
                  </a:lnTo>
                  <a:lnTo>
                    <a:pt x="46" y="22"/>
                  </a:lnTo>
                  <a:lnTo>
                    <a:pt x="46" y="18"/>
                  </a:lnTo>
                  <a:lnTo>
                    <a:pt x="48" y="18"/>
                  </a:lnTo>
                  <a:lnTo>
                    <a:pt x="48" y="18"/>
                  </a:lnTo>
                  <a:lnTo>
                    <a:pt x="48" y="14"/>
                  </a:lnTo>
                  <a:lnTo>
                    <a:pt x="46" y="10"/>
                  </a:lnTo>
                  <a:lnTo>
                    <a:pt x="46" y="6"/>
                  </a:lnTo>
                  <a:lnTo>
                    <a:pt x="46" y="6"/>
                  </a:lnTo>
                  <a:lnTo>
                    <a:pt x="46" y="6"/>
                  </a:lnTo>
                  <a:lnTo>
                    <a:pt x="46" y="6"/>
                  </a:lnTo>
                  <a:lnTo>
                    <a:pt x="46" y="4"/>
                  </a:lnTo>
                  <a:lnTo>
                    <a:pt x="46" y="4"/>
                  </a:lnTo>
                  <a:lnTo>
                    <a:pt x="46"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6" name="Freeform 111"/>
            <p:cNvSpPr>
              <a:spLocks noChangeAspect="1" noEditPoints="1"/>
            </p:cNvSpPr>
            <p:nvPr/>
          </p:nvSpPr>
          <p:spPr bwMode="gray">
            <a:xfrm>
              <a:off x="5311288" y="2693481"/>
              <a:ext cx="149577" cy="97399"/>
            </a:xfrm>
            <a:custGeom>
              <a:avLst/>
              <a:gdLst>
                <a:gd name="T0" fmla="*/ 38 w 86"/>
                <a:gd name="T1" fmla="*/ 50 h 56"/>
                <a:gd name="T2" fmla="*/ 34 w 86"/>
                <a:gd name="T3" fmla="*/ 46 h 56"/>
                <a:gd name="T4" fmla="*/ 26 w 86"/>
                <a:gd name="T5" fmla="*/ 46 h 56"/>
                <a:gd name="T6" fmla="*/ 26 w 86"/>
                <a:gd name="T7" fmla="*/ 42 h 56"/>
                <a:gd name="T8" fmla="*/ 30 w 86"/>
                <a:gd name="T9" fmla="*/ 38 h 56"/>
                <a:gd name="T10" fmla="*/ 26 w 86"/>
                <a:gd name="T11" fmla="*/ 30 h 56"/>
                <a:gd name="T12" fmla="*/ 22 w 86"/>
                <a:gd name="T13" fmla="*/ 30 h 56"/>
                <a:gd name="T14" fmla="*/ 18 w 86"/>
                <a:gd name="T15" fmla="*/ 30 h 56"/>
                <a:gd name="T16" fmla="*/ 8 w 86"/>
                <a:gd name="T17" fmla="*/ 26 h 56"/>
                <a:gd name="T18" fmla="*/ 8 w 86"/>
                <a:gd name="T19" fmla="*/ 26 h 56"/>
                <a:gd name="T20" fmla="*/ 4 w 86"/>
                <a:gd name="T21" fmla="*/ 16 h 56"/>
                <a:gd name="T22" fmla="*/ 4 w 86"/>
                <a:gd name="T23" fmla="*/ 12 h 56"/>
                <a:gd name="T24" fmla="*/ 4 w 86"/>
                <a:gd name="T25" fmla="*/ 8 h 56"/>
                <a:gd name="T26" fmla="*/ 8 w 86"/>
                <a:gd name="T27" fmla="*/ 8 h 56"/>
                <a:gd name="T28" fmla="*/ 8 w 86"/>
                <a:gd name="T29" fmla="*/ 4 h 56"/>
                <a:gd name="T30" fmla="*/ 18 w 86"/>
                <a:gd name="T31" fmla="*/ 0 h 56"/>
                <a:gd name="T32" fmla="*/ 22 w 86"/>
                <a:gd name="T33" fmla="*/ 0 h 56"/>
                <a:gd name="T34" fmla="*/ 26 w 86"/>
                <a:gd name="T35" fmla="*/ 0 h 56"/>
                <a:gd name="T36" fmla="*/ 30 w 86"/>
                <a:gd name="T37" fmla="*/ 0 h 56"/>
                <a:gd name="T38" fmla="*/ 30 w 86"/>
                <a:gd name="T39" fmla="*/ 0 h 56"/>
                <a:gd name="T40" fmla="*/ 34 w 86"/>
                <a:gd name="T41" fmla="*/ 0 h 56"/>
                <a:gd name="T42" fmla="*/ 38 w 86"/>
                <a:gd name="T43" fmla="*/ 0 h 56"/>
                <a:gd name="T44" fmla="*/ 44 w 86"/>
                <a:gd name="T45" fmla="*/ 0 h 56"/>
                <a:gd name="T46" fmla="*/ 48 w 86"/>
                <a:gd name="T47" fmla="*/ 4 h 56"/>
                <a:gd name="T48" fmla="*/ 52 w 86"/>
                <a:gd name="T49" fmla="*/ 4 h 56"/>
                <a:gd name="T50" fmla="*/ 56 w 86"/>
                <a:gd name="T51" fmla="*/ 0 h 56"/>
                <a:gd name="T52" fmla="*/ 60 w 86"/>
                <a:gd name="T53" fmla="*/ 0 h 56"/>
                <a:gd name="T54" fmla="*/ 60 w 86"/>
                <a:gd name="T55" fmla="*/ 4 h 56"/>
                <a:gd name="T56" fmla="*/ 68 w 86"/>
                <a:gd name="T57" fmla="*/ 8 h 56"/>
                <a:gd name="T58" fmla="*/ 74 w 86"/>
                <a:gd name="T59" fmla="*/ 12 h 56"/>
                <a:gd name="T60" fmla="*/ 78 w 86"/>
                <a:gd name="T61" fmla="*/ 16 h 56"/>
                <a:gd name="T62" fmla="*/ 82 w 86"/>
                <a:gd name="T63" fmla="*/ 16 h 56"/>
                <a:gd name="T64" fmla="*/ 78 w 86"/>
                <a:gd name="T65" fmla="*/ 24 h 56"/>
                <a:gd name="T66" fmla="*/ 82 w 86"/>
                <a:gd name="T67" fmla="*/ 24 h 56"/>
                <a:gd name="T68" fmla="*/ 82 w 86"/>
                <a:gd name="T69" fmla="*/ 26 h 56"/>
                <a:gd name="T70" fmla="*/ 78 w 86"/>
                <a:gd name="T71" fmla="*/ 30 h 56"/>
                <a:gd name="T72" fmla="*/ 70 w 86"/>
                <a:gd name="T73" fmla="*/ 34 h 56"/>
                <a:gd name="T74" fmla="*/ 70 w 86"/>
                <a:gd name="T75" fmla="*/ 38 h 56"/>
                <a:gd name="T76" fmla="*/ 68 w 86"/>
                <a:gd name="T77" fmla="*/ 42 h 56"/>
                <a:gd name="T78" fmla="*/ 68 w 86"/>
                <a:gd name="T79" fmla="*/ 46 h 56"/>
                <a:gd name="T80" fmla="*/ 70 w 86"/>
                <a:gd name="T81" fmla="*/ 50 h 56"/>
                <a:gd name="T82" fmla="*/ 68 w 86"/>
                <a:gd name="T83" fmla="*/ 50 h 56"/>
                <a:gd name="T84" fmla="*/ 64 w 86"/>
                <a:gd name="T85" fmla="*/ 50 h 56"/>
                <a:gd name="T86" fmla="*/ 60 w 86"/>
                <a:gd name="T87" fmla="*/ 50 h 56"/>
                <a:gd name="T88" fmla="*/ 60 w 86"/>
                <a:gd name="T89" fmla="*/ 50 h 56"/>
                <a:gd name="T90" fmla="*/ 56 w 86"/>
                <a:gd name="T91" fmla="*/ 52 h 56"/>
                <a:gd name="T92" fmla="*/ 52 w 86"/>
                <a:gd name="T93" fmla="*/ 52 h 56"/>
                <a:gd name="T94" fmla="*/ 48 w 86"/>
                <a:gd name="T95" fmla="*/ 52 h 56"/>
                <a:gd name="T96" fmla="*/ 44 w 86"/>
                <a:gd name="T97" fmla="*/ 52 h 56"/>
                <a:gd name="T98" fmla="*/ 42 w 86"/>
                <a:gd name="T99" fmla="*/ 52 h 56"/>
                <a:gd name="T100" fmla="*/ 38 w 86"/>
                <a:gd name="T101" fmla="*/ 52 h 56"/>
                <a:gd name="T102" fmla="*/ 4 w 86"/>
                <a:gd name="T103" fmla="*/ 24 h 56"/>
                <a:gd name="T104" fmla="*/ 4 w 86"/>
                <a:gd name="T105" fmla="*/ 20 h 56"/>
                <a:gd name="T106" fmla="*/ 4 w 86"/>
                <a:gd name="T107" fmla="*/ 16 h 56"/>
                <a:gd name="T108" fmla="*/ 4 w 86"/>
                <a:gd name="T109" fmla="*/ 26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6" h="56">
                  <a:moveTo>
                    <a:pt x="38" y="52"/>
                  </a:moveTo>
                  <a:lnTo>
                    <a:pt x="38" y="52"/>
                  </a:lnTo>
                  <a:lnTo>
                    <a:pt x="38" y="52"/>
                  </a:lnTo>
                  <a:lnTo>
                    <a:pt x="38" y="50"/>
                  </a:lnTo>
                  <a:lnTo>
                    <a:pt x="38" y="50"/>
                  </a:lnTo>
                  <a:lnTo>
                    <a:pt x="38" y="50"/>
                  </a:lnTo>
                  <a:lnTo>
                    <a:pt x="38" y="50"/>
                  </a:lnTo>
                  <a:lnTo>
                    <a:pt x="38" y="50"/>
                  </a:lnTo>
                  <a:lnTo>
                    <a:pt x="34" y="46"/>
                  </a:lnTo>
                  <a:lnTo>
                    <a:pt x="34" y="46"/>
                  </a:lnTo>
                  <a:lnTo>
                    <a:pt x="30" y="46"/>
                  </a:lnTo>
                  <a:lnTo>
                    <a:pt x="30" y="46"/>
                  </a:lnTo>
                  <a:lnTo>
                    <a:pt x="30" y="46"/>
                  </a:lnTo>
                  <a:lnTo>
                    <a:pt x="30" y="46"/>
                  </a:lnTo>
                  <a:lnTo>
                    <a:pt x="26" y="46"/>
                  </a:lnTo>
                  <a:lnTo>
                    <a:pt x="26" y="46"/>
                  </a:lnTo>
                  <a:lnTo>
                    <a:pt x="26" y="46"/>
                  </a:lnTo>
                  <a:lnTo>
                    <a:pt x="26" y="42"/>
                  </a:lnTo>
                  <a:lnTo>
                    <a:pt x="26" y="42"/>
                  </a:lnTo>
                  <a:lnTo>
                    <a:pt x="26" y="42"/>
                  </a:lnTo>
                  <a:lnTo>
                    <a:pt x="26" y="42"/>
                  </a:lnTo>
                  <a:lnTo>
                    <a:pt x="26" y="38"/>
                  </a:lnTo>
                  <a:lnTo>
                    <a:pt x="26" y="38"/>
                  </a:lnTo>
                  <a:lnTo>
                    <a:pt x="30" y="38"/>
                  </a:lnTo>
                  <a:lnTo>
                    <a:pt x="30" y="38"/>
                  </a:lnTo>
                  <a:lnTo>
                    <a:pt x="30" y="34"/>
                  </a:lnTo>
                  <a:lnTo>
                    <a:pt x="30" y="34"/>
                  </a:lnTo>
                  <a:lnTo>
                    <a:pt x="30" y="34"/>
                  </a:lnTo>
                  <a:lnTo>
                    <a:pt x="30" y="34"/>
                  </a:lnTo>
                  <a:lnTo>
                    <a:pt x="26" y="30"/>
                  </a:lnTo>
                  <a:lnTo>
                    <a:pt x="26" y="30"/>
                  </a:lnTo>
                  <a:lnTo>
                    <a:pt x="26" y="30"/>
                  </a:lnTo>
                  <a:lnTo>
                    <a:pt x="26" y="30"/>
                  </a:lnTo>
                  <a:lnTo>
                    <a:pt x="22" y="30"/>
                  </a:lnTo>
                  <a:lnTo>
                    <a:pt x="22" y="30"/>
                  </a:lnTo>
                  <a:lnTo>
                    <a:pt x="18" y="30"/>
                  </a:lnTo>
                  <a:lnTo>
                    <a:pt x="18" y="30"/>
                  </a:lnTo>
                  <a:lnTo>
                    <a:pt x="18" y="30"/>
                  </a:lnTo>
                  <a:lnTo>
                    <a:pt x="18" y="30"/>
                  </a:lnTo>
                  <a:lnTo>
                    <a:pt x="18" y="30"/>
                  </a:lnTo>
                  <a:lnTo>
                    <a:pt x="18" y="30"/>
                  </a:lnTo>
                  <a:lnTo>
                    <a:pt x="12" y="26"/>
                  </a:lnTo>
                  <a:lnTo>
                    <a:pt x="12" y="26"/>
                  </a:lnTo>
                  <a:lnTo>
                    <a:pt x="12" y="26"/>
                  </a:lnTo>
                  <a:lnTo>
                    <a:pt x="8" y="26"/>
                  </a:lnTo>
                  <a:lnTo>
                    <a:pt x="8" y="26"/>
                  </a:lnTo>
                  <a:lnTo>
                    <a:pt x="8" y="26"/>
                  </a:lnTo>
                  <a:lnTo>
                    <a:pt x="8" y="26"/>
                  </a:lnTo>
                  <a:lnTo>
                    <a:pt x="8" y="26"/>
                  </a:lnTo>
                  <a:lnTo>
                    <a:pt x="8" y="26"/>
                  </a:lnTo>
                  <a:lnTo>
                    <a:pt x="8" y="26"/>
                  </a:lnTo>
                  <a:lnTo>
                    <a:pt x="8" y="24"/>
                  </a:lnTo>
                  <a:lnTo>
                    <a:pt x="4" y="20"/>
                  </a:lnTo>
                  <a:lnTo>
                    <a:pt x="4" y="16"/>
                  </a:lnTo>
                  <a:lnTo>
                    <a:pt x="4" y="16"/>
                  </a:lnTo>
                  <a:lnTo>
                    <a:pt x="4" y="16"/>
                  </a:lnTo>
                  <a:lnTo>
                    <a:pt x="4" y="16"/>
                  </a:lnTo>
                  <a:lnTo>
                    <a:pt x="4" y="12"/>
                  </a:lnTo>
                  <a:lnTo>
                    <a:pt x="4" y="12"/>
                  </a:lnTo>
                  <a:lnTo>
                    <a:pt x="4" y="12"/>
                  </a:lnTo>
                  <a:lnTo>
                    <a:pt x="4" y="8"/>
                  </a:lnTo>
                  <a:lnTo>
                    <a:pt x="4" y="8"/>
                  </a:lnTo>
                  <a:lnTo>
                    <a:pt x="4" y="8"/>
                  </a:lnTo>
                  <a:lnTo>
                    <a:pt x="4" y="8"/>
                  </a:lnTo>
                  <a:lnTo>
                    <a:pt x="4" y="8"/>
                  </a:lnTo>
                  <a:lnTo>
                    <a:pt x="4" y="8"/>
                  </a:lnTo>
                  <a:lnTo>
                    <a:pt x="4" y="8"/>
                  </a:lnTo>
                  <a:lnTo>
                    <a:pt x="4" y="8"/>
                  </a:lnTo>
                  <a:lnTo>
                    <a:pt x="8" y="8"/>
                  </a:lnTo>
                  <a:lnTo>
                    <a:pt x="8" y="8"/>
                  </a:lnTo>
                  <a:lnTo>
                    <a:pt x="8" y="4"/>
                  </a:lnTo>
                  <a:lnTo>
                    <a:pt x="8" y="4"/>
                  </a:lnTo>
                  <a:lnTo>
                    <a:pt x="8" y="4"/>
                  </a:lnTo>
                  <a:lnTo>
                    <a:pt x="8" y="4"/>
                  </a:lnTo>
                  <a:lnTo>
                    <a:pt x="8" y="4"/>
                  </a:lnTo>
                  <a:lnTo>
                    <a:pt x="8" y="4"/>
                  </a:lnTo>
                  <a:lnTo>
                    <a:pt x="12" y="4"/>
                  </a:lnTo>
                  <a:lnTo>
                    <a:pt x="12" y="0"/>
                  </a:lnTo>
                  <a:lnTo>
                    <a:pt x="16" y="0"/>
                  </a:lnTo>
                  <a:lnTo>
                    <a:pt x="18" y="0"/>
                  </a:lnTo>
                  <a:lnTo>
                    <a:pt x="18" y="0"/>
                  </a:lnTo>
                  <a:lnTo>
                    <a:pt x="18" y="0"/>
                  </a:lnTo>
                  <a:lnTo>
                    <a:pt x="22" y="0"/>
                  </a:lnTo>
                  <a:lnTo>
                    <a:pt x="22" y="0"/>
                  </a:lnTo>
                  <a:lnTo>
                    <a:pt x="22" y="0"/>
                  </a:lnTo>
                  <a:lnTo>
                    <a:pt x="26" y="0"/>
                  </a:lnTo>
                  <a:lnTo>
                    <a:pt x="26" y="0"/>
                  </a:lnTo>
                  <a:lnTo>
                    <a:pt x="26" y="0"/>
                  </a:lnTo>
                  <a:lnTo>
                    <a:pt x="26" y="0"/>
                  </a:lnTo>
                  <a:lnTo>
                    <a:pt x="26" y="0"/>
                  </a:lnTo>
                  <a:lnTo>
                    <a:pt x="26" y="0"/>
                  </a:lnTo>
                  <a:lnTo>
                    <a:pt x="30" y="0"/>
                  </a:lnTo>
                  <a:lnTo>
                    <a:pt x="30" y="0"/>
                  </a:lnTo>
                  <a:lnTo>
                    <a:pt x="30" y="0"/>
                  </a:lnTo>
                  <a:lnTo>
                    <a:pt x="30" y="0"/>
                  </a:lnTo>
                  <a:lnTo>
                    <a:pt x="30" y="0"/>
                  </a:lnTo>
                  <a:lnTo>
                    <a:pt x="30" y="0"/>
                  </a:lnTo>
                  <a:lnTo>
                    <a:pt x="30" y="0"/>
                  </a:lnTo>
                  <a:lnTo>
                    <a:pt x="30" y="0"/>
                  </a:lnTo>
                  <a:lnTo>
                    <a:pt x="30" y="0"/>
                  </a:lnTo>
                  <a:lnTo>
                    <a:pt x="34" y="4"/>
                  </a:lnTo>
                  <a:lnTo>
                    <a:pt x="34" y="4"/>
                  </a:lnTo>
                  <a:lnTo>
                    <a:pt x="34" y="4"/>
                  </a:lnTo>
                  <a:lnTo>
                    <a:pt x="34" y="0"/>
                  </a:lnTo>
                  <a:lnTo>
                    <a:pt x="34" y="0"/>
                  </a:lnTo>
                  <a:lnTo>
                    <a:pt x="38" y="0"/>
                  </a:lnTo>
                  <a:lnTo>
                    <a:pt x="38" y="0"/>
                  </a:lnTo>
                  <a:lnTo>
                    <a:pt x="38" y="0"/>
                  </a:lnTo>
                  <a:lnTo>
                    <a:pt x="38" y="0"/>
                  </a:lnTo>
                  <a:lnTo>
                    <a:pt x="38" y="0"/>
                  </a:lnTo>
                  <a:lnTo>
                    <a:pt x="38" y="0"/>
                  </a:lnTo>
                  <a:lnTo>
                    <a:pt x="42" y="0"/>
                  </a:lnTo>
                  <a:lnTo>
                    <a:pt x="42" y="0"/>
                  </a:lnTo>
                  <a:lnTo>
                    <a:pt x="44" y="0"/>
                  </a:lnTo>
                  <a:lnTo>
                    <a:pt x="44" y="0"/>
                  </a:lnTo>
                  <a:lnTo>
                    <a:pt x="44" y="4"/>
                  </a:lnTo>
                  <a:lnTo>
                    <a:pt x="44" y="4"/>
                  </a:lnTo>
                  <a:lnTo>
                    <a:pt x="48" y="4"/>
                  </a:lnTo>
                  <a:lnTo>
                    <a:pt x="48" y="4"/>
                  </a:lnTo>
                  <a:lnTo>
                    <a:pt x="48" y="4"/>
                  </a:lnTo>
                  <a:lnTo>
                    <a:pt x="48" y="4"/>
                  </a:lnTo>
                  <a:lnTo>
                    <a:pt x="48" y="4"/>
                  </a:lnTo>
                  <a:lnTo>
                    <a:pt x="52" y="4"/>
                  </a:lnTo>
                  <a:lnTo>
                    <a:pt x="52" y="4"/>
                  </a:lnTo>
                  <a:lnTo>
                    <a:pt x="52" y="4"/>
                  </a:lnTo>
                  <a:lnTo>
                    <a:pt x="52" y="4"/>
                  </a:lnTo>
                  <a:lnTo>
                    <a:pt x="52" y="4"/>
                  </a:lnTo>
                  <a:lnTo>
                    <a:pt x="52" y="0"/>
                  </a:lnTo>
                  <a:lnTo>
                    <a:pt x="56" y="0"/>
                  </a:lnTo>
                  <a:lnTo>
                    <a:pt x="56" y="0"/>
                  </a:lnTo>
                  <a:lnTo>
                    <a:pt x="60" y="0"/>
                  </a:lnTo>
                  <a:lnTo>
                    <a:pt x="60" y="0"/>
                  </a:lnTo>
                  <a:lnTo>
                    <a:pt x="60" y="0"/>
                  </a:lnTo>
                  <a:lnTo>
                    <a:pt x="60" y="0"/>
                  </a:lnTo>
                  <a:lnTo>
                    <a:pt x="60" y="0"/>
                  </a:lnTo>
                  <a:lnTo>
                    <a:pt x="60" y="4"/>
                  </a:lnTo>
                  <a:lnTo>
                    <a:pt x="60" y="4"/>
                  </a:lnTo>
                  <a:lnTo>
                    <a:pt x="60" y="4"/>
                  </a:lnTo>
                  <a:lnTo>
                    <a:pt x="60" y="4"/>
                  </a:lnTo>
                  <a:lnTo>
                    <a:pt x="60" y="4"/>
                  </a:lnTo>
                  <a:lnTo>
                    <a:pt x="64" y="4"/>
                  </a:lnTo>
                  <a:lnTo>
                    <a:pt x="64" y="4"/>
                  </a:lnTo>
                  <a:lnTo>
                    <a:pt x="64" y="4"/>
                  </a:lnTo>
                  <a:lnTo>
                    <a:pt x="68" y="4"/>
                  </a:lnTo>
                  <a:lnTo>
                    <a:pt x="68" y="8"/>
                  </a:lnTo>
                  <a:lnTo>
                    <a:pt x="70" y="8"/>
                  </a:lnTo>
                  <a:lnTo>
                    <a:pt x="70" y="8"/>
                  </a:lnTo>
                  <a:lnTo>
                    <a:pt x="70" y="12"/>
                  </a:lnTo>
                  <a:lnTo>
                    <a:pt x="74" y="12"/>
                  </a:lnTo>
                  <a:lnTo>
                    <a:pt x="74" y="12"/>
                  </a:lnTo>
                  <a:lnTo>
                    <a:pt x="74" y="12"/>
                  </a:lnTo>
                  <a:lnTo>
                    <a:pt x="74" y="12"/>
                  </a:lnTo>
                  <a:lnTo>
                    <a:pt x="78" y="12"/>
                  </a:lnTo>
                  <a:lnTo>
                    <a:pt x="78" y="16"/>
                  </a:lnTo>
                  <a:lnTo>
                    <a:pt x="78" y="16"/>
                  </a:lnTo>
                  <a:lnTo>
                    <a:pt x="78" y="16"/>
                  </a:lnTo>
                  <a:lnTo>
                    <a:pt x="78" y="16"/>
                  </a:lnTo>
                  <a:lnTo>
                    <a:pt x="82" y="16"/>
                  </a:lnTo>
                  <a:lnTo>
                    <a:pt x="82" y="16"/>
                  </a:lnTo>
                  <a:lnTo>
                    <a:pt x="82" y="16"/>
                  </a:lnTo>
                  <a:lnTo>
                    <a:pt x="82" y="16"/>
                  </a:lnTo>
                  <a:lnTo>
                    <a:pt x="82" y="16"/>
                  </a:lnTo>
                  <a:lnTo>
                    <a:pt x="82" y="20"/>
                  </a:lnTo>
                  <a:lnTo>
                    <a:pt x="82" y="24"/>
                  </a:lnTo>
                  <a:lnTo>
                    <a:pt x="78" y="24"/>
                  </a:lnTo>
                  <a:lnTo>
                    <a:pt x="82" y="24"/>
                  </a:lnTo>
                  <a:lnTo>
                    <a:pt x="82" y="24"/>
                  </a:lnTo>
                  <a:lnTo>
                    <a:pt x="82" y="24"/>
                  </a:lnTo>
                  <a:lnTo>
                    <a:pt x="82" y="24"/>
                  </a:lnTo>
                  <a:lnTo>
                    <a:pt x="82" y="24"/>
                  </a:lnTo>
                  <a:lnTo>
                    <a:pt x="86" y="24"/>
                  </a:lnTo>
                  <a:lnTo>
                    <a:pt x="86" y="26"/>
                  </a:lnTo>
                  <a:lnTo>
                    <a:pt x="86" y="26"/>
                  </a:lnTo>
                  <a:lnTo>
                    <a:pt x="86" y="26"/>
                  </a:lnTo>
                  <a:lnTo>
                    <a:pt x="82" y="26"/>
                  </a:lnTo>
                  <a:lnTo>
                    <a:pt x="82" y="26"/>
                  </a:lnTo>
                  <a:lnTo>
                    <a:pt x="78" y="26"/>
                  </a:lnTo>
                  <a:lnTo>
                    <a:pt x="78" y="26"/>
                  </a:lnTo>
                  <a:lnTo>
                    <a:pt x="78" y="30"/>
                  </a:lnTo>
                  <a:lnTo>
                    <a:pt x="78" y="30"/>
                  </a:lnTo>
                  <a:lnTo>
                    <a:pt x="74" y="30"/>
                  </a:lnTo>
                  <a:lnTo>
                    <a:pt x="74" y="30"/>
                  </a:lnTo>
                  <a:lnTo>
                    <a:pt x="74" y="30"/>
                  </a:lnTo>
                  <a:lnTo>
                    <a:pt x="70" y="34"/>
                  </a:lnTo>
                  <a:lnTo>
                    <a:pt x="70" y="34"/>
                  </a:lnTo>
                  <a:lnTo>
                    <a:pt x="70" y="34"/>
                  </a:lnTo>
                  <a:lnTo>
                    <a:pt x="70" y="34"/>
                  </a:lnTo>
                  <a:lnTo>
                    <a:pt x="70" y="34"/>
                  </a:lnTo>
                  <a:lnTo>
                    <a:pt x="70" y="38"/>
                  </a:lnTo>
                  <a:lnTo>
                    <a:pt x="70" y="38"/>
                  </a:lnTo>
                  <a:lnTo>
                    <a:pt x="70" y="38"/>
                  </a:lnTo>
                  <a:lnTo>
                    <a:pt x="70" y="42"/>
                  </a:lnTo>
                  <a:lnTo>
                    <a:pt x="70" y="42"/>
                  </a:lnTo>
                  <a:lnTo>
                    <a:pt x="70" y="42"/>
                  </a:lnTo>
                  <a:lnTo>
                    <a:pt x="68" y="42"/>
                  </a:lnTo>
                  <a:lnTo>
                    <a:pt x="68" y="46"/>
                  </a:lnTo>
                  <a:lnTo>
                    <a:pt x="68" y="46"/>
                  </a:lnTo>
                  <a:lnTo>
                    <a:pt x="68" y="46"/>
                  </a:lnTo>
                  <a:lnTo>
                    <a:pt x="68" y="46"/>
                  </a:lnTo>
                  <a:lnTo>
                    <a:pt x="68" y="46"/>
                  </a:lnTo>
                  <a:lnTo>
                    <a:pt x="68" y="46"/>
                  </a:lnTo>
                  <a:lnTo>
                    <a:pt x="70" y="46"/>
                  </a:lnTo>
                  <a:lnTo>
                    <a:pt x="70" y="50"/>
                  </a:lnTo>
                  <a:lnTo>
                    <a:pt x="70" y="50"/>
                  </a:lnTo>
                  <a:lnTo>
                    <a:pt x="70" y="50"/>
                  </a:lnTo>
                  <a:lnTo>
                    <a:pt x="68" y="50"/>
                  </a:lnTo>
                  <a:lnTo>
                    <a:pt x="68" y="50"/>
                  </a:lnTo>
                  <a:lnTo>
                    <a:pt x="68" y="50"/>
                  </a:lnTo>
                  <a:lnTo>
                    <a:pt x="68" y="50"/>
                  </a:lnTo>
                  <a:lnTo>
                    <a:pt x="68" y="50"/>
                  </a:lnTo>
                  <a:lnTo>
                    <a:pt x="68" y="46"/>
                  </a:lnTo>
                  <a:lnTo>
                    <a:pt x="68" y="46"/>
                  </a:lnTo>
                  <a:lnTo>
                    <a:pt x="68" y="46"/>
                  </a:lnTo>
                  <a:lnTo>
                    <a:pt x="64" y="46"/>
                  </a:lnTo>
                  <a:lnTo>
                    <a:pt x="64" y="50"/>
                  </a:lnTo>
                  <a:lnTo>
                    <a:pt x="64" y="50"/>
                  </a:lnTo>
                  <a:lnTo>
                    <a:pt x="64" y="50"/>
                  </a:lnTo>
                  <a:lnTo>
                    <a:pt x="64" y="50"/>
                  </a:lnTo>
                  <a:lnTo>
                    <a:pt x="64" y="50"/>
                  </a:lnTo>
                  <a:lnTo>
                    <a:pt x="60" y="50"/>
                  </a:lnTo>
                  <a:lnTo>
                    <a:pt x="60" y="50"/>
                  </a:lnTo>
                  <a:lnTo>
                    <a:pt x="60" y="50"/>
                  </a:lnTo>
                  <a:lnTo>
                    <a:pt x="60" y="50"/>
                  </a:lnTo>
                  <a:lnTo>
                    <a:pt x="60" y="50"/>
                  </a:lnTo>
                  <a:lnTo>
                    <a:pt x="60" y="50"/>
                  </a:lnTo>
                  <a:lnTo>
                    <a:pt x="56" y="50"/>
                  </a:lnTo>
                  <a:lnTo>
                    <a:pt x="56" y="50"/>
                  </a:lnTo>
                  <a:lnTo>
                    <a:pt x="56" y="52"/>
                  </a:lnTo>
                  <a:lnTo>
                    <a:pt x="56" y="52"/>
                  </a:lnTo>
                  <a:lnTo>
                    <a:pt x="56" y="52"/>
                  </a:lnTo>
                  <a:lnTo>
                    <a:pt x="56" y="52"/>
                  </a:lnTo>
                  <a:lnTo>
                    <a:pt x="56" y="52"/>
                  </a:lnTo>
                  <a:lnTo>
                    <a:pt x="56" y="52"/>
                  </a:lnTo>
                  <a:lnTo>
                    <a:pt x="52" y="52"/>
                  </a:lnTo>
                  <a:lnTo>
                    <a:pt x="52" y="52"/>
                  </a:lnTo>
                  <a:lnTo>
                    <a:pt x="52" y="52"/>
                  </a:lnTo>
                  <a:lnTo>
                    <a:pt x="52" y="56"/>
                  </a:lnTo>
                  <a:lnTo>
                    <a:pt x="48" y="56"/>
                  </a:lnTo>
                  <a:lnTo>
                    <a:pt x="48" y="52"/>
                  </a:lnTo>
                  <a:lnTo>
                    <a:pt x="48" y="52"/>
                  </a:lnTo>
                  <a:lnTo>
                    <a:pt x="48" y="52"/>
                  </a:lnTo>
                  <a:lnTo>
                    <a:pt x="48" y="52"/>
                  </a:lnTo>
                  <a:lnTo>
                    <a:pt x="48" y="52"/>
                  </a:lnTo>
                  <a:lnTo>
                    <a:pt x="48" y="52"/>
                  </a:lnTo>
                  <a:lnTo>
                    <a:pt x="44" y="52"/>
                  </a:lnTo>
                  <a:lnTo>
                    <a:pt x="44" y="52"/>
                  </a:lnTo>
                  <a:lnTo>
                    <a:pt x="44" y="52"/>
                  </a:lnTo>
                  <a:lnTo>
                    <a:pt x="44" y="52"/>
                  </a:lnTo>
                  <a:lnTo>
                    <a:pt x="42" y="52"/>
                  </a:lnTo>
                  <a:lnTo>
                    <a:pt x="42" y="52"/>
                  </a:lnTo>
                  <a:lnTo>
                    <a:pt x="42" y="52"/>
                  </a:lnTo>
                  <a:lnTo>
                    <a:pt x="38" y="52"/>
                  </a:lnTo>
                  <a:lnTo>
                    <a:pt x="38" y="52"/>
                  </a:lnTo>
                  <a:lnTo>
                    <a:pt x="38" y="52"/>
                  </a:lnTo>
                  <a:lnTo>
                    <a:pt x="38" y="52"/>
                  </a:lnTo>
                  <a:lnTo>
                    <a:pt x="38" y="52"/>
                  </a:lnTo>
                  <a:lnTo>
                    <a:pt x="38" y="52"/>
                  </a:lnTo>
                  <a:close/>
                  <a:moveTo>
                    <a:pt x="4" y="26"/>
                  </a:moveTo>
                  <a:lnTo>
                    <a:pt x="0" y="26"/>
                  </a:lnTo>
                  <a:lnTo>
                    <a:pt x="4" y="24"/>
                  </a:lnTo>
                  <a:lnTo>
                    <a:pt x="4" y="24"/>
                  </a:lnTo>
                  <a:lnTo>
                    <a:pt x="4" y="24"/>
                  </a:lnTo>
                  <a:lnTo>
                    <a:pt x="4" y="24"/>
                  </a:lnTo>
                  <a:lnTo>
                    <a:pt x="4" y="20"/>
                  </a:lnTo>
                  <a:lnTo>
                    <a:pt x="4" y="20"/>
                  </a:lnTo>
                  <a:lnTo>
                    <a:pt x="4" y="20"/>
                  </a:lnTo>
                  <a:lnTo>
                    <a:pt x="4" y="16"/>
                  </a:lnTo>
                  <a:lnTo>
                    <a:pt x="4" y="16"/>
                  </a:lnTo>
                  <a:lnTo>
                    <a:pt x="4" y="16"/>
                  </a:lnTo>
                  <a:lnTo>
                    <a:pt x="4" y="16"/>
                  </a:lnTo>
                  <a:lnTo>
                    <a:pt x="4" y="20"/>
                  </a:lnTo>
                  <a:lnTo>
                    <a:pt x="4" y="20"/>
                  </a:lnTo>
                  <a:lnTo>
                    <a:pt x="4" y="24"/>
                  </a:lnTo>
                  <a:lnTo>
                    <a:pt x="4" y="24"/>
                  </a:lnTo>
                  <a:lnTo>
                    <a:pt x="4" y="26"/>
                  </a:lnTo>
                  <a:lnTo>
                    <a:pt x="4" y="26"/>
                  </a:lnTo>
                  <a:lnTo>
                    <a:pt x="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7" name="Freeform 112"/>
            <p:cNvSpPr>
              <a:spLocks noChangeAspect="1"/>
            </p:cNvSpPr>
            <p:nvPr/>
          </p:nvSpPr>
          <p:spPr bwMode="gray">
            <a:xfrm>
              <a:off x="4942564" y="2930020"/>
              <a:ext cx="17393" cy="24350"/>
            </a:xfrm>
            <a:custGeom>
              <a:avLst/>
              <a:gdLst>
                <a:gd name="T0" fmla="*/ 6 w 10"/>
                <a:gd name="T1" fmla="*/ 10 h 14"/>
                <a:gd name="T2" fmla="*/ 6 w 10"/>
                <a:gd name="T3" fmla="*/ 14 h 14"/>
                <a:gd name="T4" fmla="*/ 6 w 10"/>
                <a:gd name="T5" fmla="*/ 14 h 14"/>
                <a:gd name="T6" fmla="*/ 6 w 10"/>
                <a:gd name="T7" fmla="*/ 14 h 14"/>
                <a:gd name="T8" fmla="*/ 6 w 10"/>
                <a:gd name="T9" fmla="*/ 14 h 14"/>
                <a:gd name="T10" fmla="*/ 6 w 10"/>
                <a:gd name="T11" fmla="*/ 10 h 14"/>
                <a:gd name="T12" fmla="*/ 6 w 10"/>
                <a:gd name="T13" fmla="*/ 10 h 14"/>
                <a:gd name="T14" fmla="*/ 4 w 10"/>
                <a:gd name="T15" fmla="*/ 10 h 14"/>
                <a:gd name="T16" fmla="*/ 4 w 10"/>
                <a:gd name="T17" fmla="*/ 14 h 14"/>
                <a:gd name="T18" fmla="*/ 4 w 10"/>
                <a:gd name="T19" fmla="*/ 14 h 14"/>
                <a:gd name="T20" fmla="*/ 4 w 10"/>
                <a:gd name="T21" fmla="*/ 14 h 14"/>
                <a:gd name="T22" fmla="*/ 0 w 10"/>
                <a:gd name="T23" fmla="*/ 14 h 14"/>
                <a:gd name="T24" fmla="*/ 0 w 10"/>
                <a:gd name="T25" fmla="*/ 10 h 14"/>
                <a:gd name="T26" fmla="*/ 0 w 10"/>
                <a:gd name="T27" fmla="*/ 10 h 14"/>
                <a:gd name="T28" fmla="*/ 0 w 10"/>
                <a:gd name="T29" fmla="*/ 10 h 14"/>
                <a:gd name="T30" fmla="*/ 0 w 10"/>
                <a:gd name="T31" fmla="*/ 10 h 14"/>
                <a:gd name="T32" fmla="*/ 0 w 10"/>
                <a:gd name="T33" fmla="*/ 10 h 14"/>
                <a:gd name="T34" fmla="*/ 0 w 10"/>
                <a:gd name="T35" fmla="*/ 10 h 14"/>
                <a:gd name="T36" fmla="*/ 0 w 10"/>
                <a:gd name="T37" fmla="*/ 10 h 14"/>
                <a:gd name="T38" fmla="*/ 0 w 10"/>
                <a:gd name="T39" fmla="*/ 6 h 14"/>
                <a:gd name="T40" fmla="*/ 0 w 10"/>
                <a:gd name="T41" fmla="*/ 6 h 14"/>
                <a:gd name="T42" fmla="*/ 0 w 10"/>
                <a:gd name="T43" fmla="*/ 6 h 14"/>
                <a:gd name="T44" fmla="*/ 0 w 10"/>
                <a:gd name="T45" fmla="*/ 6 h 14"/>
                <a:gd name="T46" fmla="*/ 0 w 10"/>
                <a:gd name="T47" fmla="*/ 6 h 14"/>
                <a:gd name="T48" fmla="*/ 0 w 10"/>
                <a:gd name="T49" fmla="*/ 2 h 14"/>
                <a:gd name="T50" fmla="*/ 0 w 10"/>
                <a:gd name="T51" fmla="*/ 2 h 14"/>
                <a:gd name="T52" fmla="*/ 0 w 10"/>
                <a:gd name="T53" fmla="*/ 2 h 14"/>
                <a:gd name="T54" fmla="*/ 0 w 10"/>
                <a:gd name="T55" fmla="*/ 0 h 14"/>
                <a:gd name="T56" fmla="*/ 0 w 10"/>
                <a:gd name="T57" fmla="*/ 0 h 14"/>
                <a:gd name="T58" fmla="*/ 4 w 10"/>
                <a:gd name="T59" fmla="*/ 0 h 14"/>
                <a:gd name="T60" fmla="*/ 4 w 10"/>
                <a:gd name="T61" fmla="*/ 0 h 14"/>
                <a:gd name="T62" fmla="*/ 4 w 10"/>
                <a:gd name="T63" fmla="*/ 0 h 14"/>
                <a:gd name="T64" fmla="*/ 4 w 10"/>
                <a:gd name="T65" fmla="*/ 0 h 14"/>
                <a:gd name="T66" fmla="*/ 4 w 10"/>
                <a:gd name="T67" fmla="*/ 0 h 14"/>
                <a:gd name="T68" fmla="*/ 4 w 10"/>
                <a:gd name="T69" fmla="*/ 0 h 14"/>
                <a:gd name="T70" fmla="*/ 4 w 10"/>
                <a:gd name="T71" fmla="*/ 0 h 14"/>
                <a:gd name="T72" fmla="*/ 4 w 10"/>
                <a:gd name="T73" fmla="*/ 0 h 14"/>
                <a:gd name="T74" fmla="*/ 4 w 10"/>
                <a:gd name="T75" fmla="*/ 0 h 14"/>
                <a:gd name="T76" fmla="*/ 4 w 10"/>
                <a:gd name="T77" fmla="*/ 2 h 14"/>
                <a:gd name="T78" fmla="*/ 4 w 10"/>
                <a:gd name="T79" fmla="*/ 2 h 14"/>
                <a:gd name="T80" fmla="*/ 4 w 10"/>
                <a:gd name="T81" fmla="*/ 2 h 14"/>
                <a:gd name="T82" fmla="*/ 6 w 10"/>
                <a:gd name="T83" fmla="*/ 2 h 14"/>
                <a:gd name="T84" fmla="*/ 6 w 10"/>
                <a:gd name="T85" fmla="*/ 2 h 14"/>
                <a:gd name="T86" fmla="*/ 6 w 10"/>
                <a:gd name="T87" fmla="*/ 6 h 14"/>
                <a:gd name="T88" fmla="*/ 6 w 10"/>
                <a:gd name="T89" fmla="*/ 6 h 14"/>
                <a:gd name="T90" fmla="*/ 6 w 10"/>
                <a:gd name="T91" fmla="*/ 6 h 14"/>
                <a:gd name="T92" fmla="*/ 6 w 10"/>
                <a:gd name="T93" fmla="*/ 6 h 14"/>
                <a:gd name="T94" fmla="*/ 10 w 10"/>
                <a:gd name="T95" fmla="*/ 6 h 14"/>
                <a:gd name="T96" fmla="*/ 10 w 10"/>
                <a:gd name="T97" fmla="*/ 6 h 14"/>
                <a:gd name="T98" fmla="*/ 10 w 10"/>
                <a:gd name="T99" fmla="*/ 6 h 14"/>
                <a:gd name="T100" fmla="*/ 10 w 10"/>
                <a:gd name="T101" fmla="*/ 6 h 14"/>
                <a:gd name="T102" fmla="*/ 6 w 10"/>
                <a:gd name="T103" fmla="*/ 10 h 14"/>
                <a:gd name="T104" fmla="*/ 6 w 10"/>
                <a:gd name="T105" fmla="*/ 10 h 14"/>
                <a:gd name="T106" fmla="*/ 6 w 10"/>
                <a:gd name="T107" fmla="*/ 10 h 14"/>
                <a:gd name="T108" fmla="*/ 6 w 10"/>
                <a:gd name="T109" fmla="*/ 1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0" h="14">
                  <a:moveTo>
                    <a:pt x="6" y="10"/>
                  </a:moveTo>
                  <a:lnTo>
                    <a:pt x="6" y="14"/>
                  </a:lnTo>
                  <a:lnTo>
                    <a:pt x="6" y="14"/>
                  </a:lnTo>
                  <a:lnTo>
                    <a:pt x="6" y="14"/>
                  </a:lnTo>
                  <a:lnTo>
                    <a:pt x="6" y="14"/>
                  </a:lnTo>
                  <a:lnTo>
                    <a:pt x="6" y="10"/>
                  </a:lnTo>
                  <a:lnTo>
                    <a:pt x="6" y="10"/>
                  </a:lnTo>
                  <a:lnTo>
                    <a:pt x="4" y="10"/>
                  </a:lnTo>
                  <a:lnTo>
                    <a:pt x="4" y="14"/>
                  </a:lnTo>
                  <a:lnTo>
                    <a:pt x="4" y="14"/>
                  </a:lnTo>
                  <a:lnTo>
                    <a:pt x="4" y="14"/>
                  </a:lnTo>
                  <a:lnTo>
                    <a:pt x="0" y="14"/>
                  </a:lnTo>
                  <a:lnTo>
                    <a:pt x="0" y="10"/>
                  </a:lnTo>
                  <a:lnTo>
                    <a:pt x="0" y="10"/>
                  </a:lnTo>
                  <a:lnTo>
                    <a:pt x="0" y="10"/>
                  </a:lnTo>
                  <a:lnTo>
                    <a:pt x="0" y="10"/>
                  </a:lnTo>
                  <a:lnTo>
                    <a:pt x="0" y="10"/>
                  </a:lnTo>
                  <a:lnTo>
                    <a:pt x="0" y="10"/>
                  </a:lnTo>
                  <a:lnTo>
                    <a:pt x="0" y="10"/>
                  </a:lnTo>
                  <a:lnTo>
                    <a:pt x="0" y="6"/>
                  </a:lnTo>
                  <a:lnTo>
                    <a:pt x="0" y="6"/>
                  </a:lnTo>
                  <a:lnTo>
                    <a:pt x="0" y="6"/>
                  </a:lnTo>
                  <a:lnTo>
                    <a:pt x="0" y="6"/>
                  </a:lnTo>
                  <a:lnTo>
                    <a:pt x="0" y="6"/>
                  </a:lnTo>
                  <a:lnTo>
                    <a:pt x="0" y="2"/>
                  </a:lnTo>
                  <a:lnTo>
                    <a:pt x="0" y="2"/>
                  </a:lnTo>
                  <a:lnTo>
                    <a:pt x="0" y="2"/>
                  </a:lnTo>
                  <a:lnTo>
                    <a:pt x="0" y="0"/>
                  </a:lnTo>
                  <a:lnTo>
                    <a:pt x="0" y="0"/>
                  </a:lnTo>
                  <a:lnTo>
                    <a:pt x="4" y="0"/>
                  </a:lnTo>
                  <a:lnTo>
                    <a:pt x="4" y="0"/>
                  </a:lnTo>
                  <a:lnTo>
                    <a:pt x="4" y="0"/>
                  </a:lnTo>
                  <a:lnTo>
                    <a:pt x="4" y="0"/>
                  </a:lnTo>
                  <a:lnTo>
                    <a:pt x="4" y="0"/>
                  </a:lnTo>
                  <a:lnTo>
                    <a:pt x="4" y="0"/>
                  </a:lnTo>
                  <a:lnTo>
                    <a:pt x="4" y="0"/>
                  </a:lnTo>
                  <a:lnTo>
                    <a:pt x="4" y="0"/>
                  </a:lnTo>
                  <a:lnTo>
                    <a:pt x="4" y="0"/>
                  </a:lnTo>
                  <a:lnTo>
                    <a:pt x="4" y="2"/>
                  </a:lnTo>
                  <a:lnTo>
                    <a:pt x="4" y="2"/>
                  </a:lnTo>
                  <a:lnTo>
                    <a:pt x="4" y="2"/>
                  </a:lnTo>
                  <a:lnTo>
                    <a:pt x="6" y="2"/>
                  </a:lnTo>
                  <a:lnTo>
                    <a:pt x="6" y="2"/>
                  </a:lnTo>
                  <a:lnTo>
                    <a:pt x="6" y="6"/>
                  </a:lnTo>
                  <a:lnTo>
                    <a:pt x="6" y="6"/>
                  </a:lnTo>
                  <a:lnTo>
                    <a:pt x="6" y="6"/>
                  </a:lnTo>
                  <a:lnTo>
                    <a:pt x="6" y="6"/>
                  </a:lnTo>
                  <a:lnTo>
                    <a:pt x="10" y="6"/>
                  </a:lnTo>
                  <a:lnTo>
                    <a:pt x="10" y="6"/>
                  </a:lnTo>
                  <a:lnTo>
                    <a:pt x="10" y="6"/>
                  </a:lnTo>
                  <a:lnTo>
                    <a:pt x="10" y="6"/>
                  </a:lnTo>
                  <a:lnTo>
                    <a:pt x="6" y="10"/>
                  </a:lnTo>
                  <a:lnTo>
                    <a:pt x="6" y="10"/>
                  </a:lnTo>
                  <a:lnTo>
                    <a:pt x="6" y="10"/>
                  </a:lnTo>
                  <a:lnTo>
                    <a:pt x="6"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8" name="Freeform 113"/>
            <p:cNvSpPr>
              <a:spLocks noChangeAspect="1"/>
            </p:cNvSpPr>
            <p:nvPr/>
          </p:nvSpPr>
          <p:spPr bwMode="gray">
            <a:xfrm>
              <a:off x="5304331" y="3197866"/>
              <a:ext cx="59135" cy="52178"/>
            </a:xfrm>
            <a:custGeom>
              <a:avLst/>
              <a:gdLst>
                <a:gd name="T0" fmla="*/ 0 w 34"/>
                <a:gd name="T1" fmla="*/ 12 h 30"/>
                <a:gd name="T2" fmla="*/ 4 w 34"/>
                <a:gd name="T3" fmla="*/ 12 h 30"/>
                <a:gd name="T4" fmla="*/ 4 w 34"/>
                <a:gd name="T5" fmla="*/ 8 h 30"/>
                <a:gd name="T6" fmla="*/ 4 w 34"/>
                <a:gd name="T7" fmla="*/ 8 h 30"/>
                <a:gd name="T8" fmla="*/ 4 w 34"/>
                <a:gd name="T9" fmla="*/ 4 h 30"/>
                <a:gd name="T10" fmla="*/ 8 w 34"/>
                <a:gd name="T11" fmla="*/ 4 h 30"/>
                <a:gd name="T12" fmla="*/ 12 w 34"/>
                <a:gd name="T13" fmla="*/ 4 h 30"/>
                <a:gd name="T14" fmla="*/ 12 w 34"/>
                <a:gd name="T15" fmla="*/ 4 h 30"/>
                <a:gd name="T16" fmla="*/ 16 w 34"/>
                <a:gd name="T17" fmla="*/ 4 h 30"/>
                <a:gd name="T18" fmla="*/ 16 w 34"/>
                <a:gd name="T19" fmla="*/ 4 h 30"/>
                <a:gd name="T20" fmla="*/ 20 w 34"/>
                <a:gd name="T21" fmla="*/ 0 h 30"/>
                <a:gd name="T22" fmla="*/ 22 w 34"/>
                <a:gd name="T23" fmla="*/ 0 h 30"/>
                <a:gd name="T24" fmla="*/ 22 w 34"/>
                <a:gd name="T25" fmla="*/ 0 h 30"/>
                <a:gd name="T26" fmla="*/ 26 w 34"/>
                <a:gd name="T27" fmla="*/ 0 h 30"/>
                <a:gd name="T28" fmla="*/ 26 w 34"/>
                <a:gd name="T29" fmla="*/ 4 h 30"/>
                <a:gd name="T30" fmla="*/ 30 w 34"/>
                <a:gd name="T31" fmla="*/ 4 h 30"/>
                <a:gd name="T32" fmla="*/ 34 w 34"/>
                <a:gd name="T33" fmla="*/ 8 h 30"/>
                <a:gd name="T34" fmla="*/ 34 w 34"/>
                <a:gd name="T35" fmla="*/ 12 h 30"/>
                <a:gd name="T36" fmla="*/ 34 w 34"/>
                <a:gd name="T37" fmla="*/ 12 h 30"/>
                <a:gd name="T38" fmla="*/ 34 w 34"/>
                <a:gd name="T39" fmla="*/ 12 h 30"/>
                <a:gd name="T40" fmla="*/ 34 w 34"/>
                <a:gd name="T41" fmla="*/ 16 h 30"/>
                <a:gd name="T42" fmla="*/ 34 w 34"/>
                <a:gd name="T43" fmla="*/ 16 h 30"/>
                <a:gd name="T44" fmla="*/ 34 w 34"/>
                <a:gd name="T45" fmla="*/ 20 h 30"/>
                <a:gd name="T46" fmla="*/ 34 w 34"/>
                <a:gd name="T47" fmla="*/ 20 h 30"/>
                <a:gd name="T48" fmla="*/ 34 w 34"/>
                <a:gd name="T49" fmla="*/ 20 h 30"/>
                <a:gd name="T50" fmla="*/ 30 w 34"/>
                <a:gd name="T51" fmla="*/ 24 h 30"/>
                <a:gd name="T52" fmla="*/ 30 w 34"/>
                <a:gd name="T53" fmla="*/ 24 h 30"/>
                <a:gd name="T54" fmla="*/ 30 w 34"/>
                <a:gd name="T55" fmla="*/ 26 h 30"/>
                <a:gd name="T56" fmla="*/ 26 w 34"/>
                <a:gd name="T57" fmla="*/ 26 h 30"/>
                <a:gd name="T58" fmla="*/ 26 w 34"/>
                <a:gd name="T59" fmla="*/ 24 h 30"/>
                <a:gd name="T60" fmla="*/ 22 w 34"/>
                <a:gd name="T61" fmla="*/ 24 h 30"/>
                <a:gd name="T62" fmla="*/ 20 w 34"/>
                <a:gd name="T63" fmla="*/ 26 h 30"/>
                <a:gd name="T64" fmla="*/ 20 w 34"/>
                <a:gd name="T65" fmla="*/ 30 h 30"/>
                <a:gd name="T66" fmla="*/ 16 w 34"/>
                <a:gd name="T67" fmla="*/ 30 h 30"/>
                <a:gd name="T68" fmla="*/ 16 w 34"/>
                <a:gd name="T69" fmla="*/ 30 h 30"/>
                <a:gd name="T70" fmla="*/ 12 w 34"/>
                <a:gd name="T71" fmla="*/ 30 h 30"/>
                <a:gd name="T72" fmla="*/ 12 w 34"/>
                <a:gd name="T73" fmla="*/ 30 h 30"/>
                <a:gd name="T74" fmla="*/ 8 w 34"/>
                <a:gd name="T75" fmla="*/ 30 h 30"/>
                <a:gd name="T76" fmla="*/ 8 w 34"/>
                <a:gd name="T77" fmla="*/ 30 h 30"/>
                <a:gd name="T78" fmla="*/ 4 w 34"/>
                <a:gd name="T79" fmla="*/ 30 h 30"/>
                <a:gd name="T80" fmla="*/ 4 w 34"/>
                <a:gd name="T81" fmla="*/ 30 h 30"/>
                <a:gd name="T82" fmla="*/ 4 w 34"/>
                <a:gd name="T83" fmla="*/ 30 h 30"/>
                <a:gd name="T84" fmla="*/ 0 w 34"/>
                <a:gd name="T85" fmla="*/ 26 h 30"/>
                <a:gd name="T86" fmla="*/ 0 w 34"/>
                <a:gd name="T87" fmla="*/ 24 h 30"/>
                <a:gd name="T88" fmla="*/ 0 w 34"/>
                <a:gd name="T89" fmla="*/ 20 h 30"/>
                <a:gd name="T90" fmla="*/ 0 w 34"/>
                <a:gd name="T91" fmla="*/ 20 h 30"/>
                <a:gd name="T92" fmla="*/ 0 w 34"/>
                <a:gd name="T93" fmla="*/ 20 h 30"/>
                <a:gd name="T94" fmla="*/ 0 w 34"/>
                <a:gd name="T95" fmla="*/ 20 h 30"/>
                <a:gd name="T96" fmla="*/ 0 w 34"/>
                <a:gd name="T97" fmla="*/ 16 h 30"/>
                <a:gd name="T98" fmla="*/ 0 w 34"/>
                <a:gd name="T99" fmla="*/ 12 h 30"/>
                <a:gd name="T100" fmla="*/ 0 w 34"/>
                <a:gd name="T101" fmla="*/ 12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 h="30">
                  <a:moveTo>
                    <a:pt x="0" y="12"/>
                  </a:moveTo>
                  <a:lnTo>
                    <a:pt x="0" y="12"/>
                  </a:lnTo>
                  <a:lnTo>
                    <a:pt x="0" y="12"/>
                  </a:lnTo>
                  <a:lnTo>
                    <a:pt x="4" y="12"/>
                  </a:lnTo>
                  <a:lnTo>
                    <a:pt x="4" y="12"/>
                  </a:lnTo>
                  <a:lnTo>
                    <a:pt x="4" y="8"/>
                  </a:lnTo>
                  <a:lnTo>
                    <a:pt x="4" y="8"/>
                  </a:lnTo>
                  <a:lnTo>
                    <a:pt x="4" y="8"/>
                  </a:lnTo>
                  <a:lnTo>
                    <a:pt x="4" y="8"/>
                  </a:lnTo>
                  <a:lnTo>
                    <a:pt x="4" y="4"/>
                  </a:lnTo>
                  <a:lnTo>
                    <a:pt x="8" y="4"/>
                  </a:lnTo>
                  <a:lnTo>
                    <a:pt x="8" y="4"/>
                  </a:lnTo>
                  <a:lnTo>
                    <a:pt x="12" y="4"/>
                  </a:lnTo>
                  <a:lnTo>
                    <a:pt x="12" y="4"/>
                  </a:lnTo>
                  <a:lnTo>
                    <a:pt x="12" y="4"/>
                  </a:lnTo>
                  <a:lnTo>
                    <a:pt x="12" y="4"/>
                  </a:lnTo>
                  <a:lnTo>
                    <a:pt x="16" y="4"/>
                  </a:lnTo>
                  <a:lnTo>
                    <a:pt x="16" y="4"/>
                  </a:lnTo>
                  <a:lnTo>
                    <a:pt x="16" y="4"/>
                  </a:lnTo>
                  <a:lnTo>
                    <a:pt x="16" y="4"/>
                  </a:lnTo>
                  <a:lnTo>
                    <a:pt x="20" y="4"/>
                  </a:lnTo>
                  <a:lnTo>
                    <a:pt x="20" y="0"/>
                  </a:lnTo>
                  <a:lnTo>
                    <a:pt x="20" y="0"/>
                  </a:lnTo>
                  <a:lnTo>
                    <a:pt x="22" y="0"/>
                  </a:lnTo>
                  <a:lnTo>
                    <a:pt x="22" y="0"/>
                  </a:lnTo>
                  <a:lnTo>
                    <a:pt x="22" y="0"/>
                  </a:lnTo>
                  <a:lnTo>
                    <a:pt x="22" y="0"/>
                  </a:lnTo>
                  <a:lnTo>
                    <a:pt x="26" y="0"/>
                  </a:lnTo>
                  <a:lnTo>
                    <a:pt x="26" y="0"/>
                  </a:lnTo>
                  <a:lnTo>
                    <a:pt x="26" y="4"/>
                  </a:lnTo>
                  <a:lnTo>
                    <a:pt x="26" y="4"/>
                  </a:lnTo>
                  <a:lnTo>
                    <a:pt x="30" y="4"/>
                  </a:lnTo>
                  <a:lnTo>
                    <a:pt x="30" y="8"/>
                  </a:lnTo>
                  <a:lnTo>
                    <a:pt x="34" y="8"/>
                  </a:lnTo>
                  <a:lnTo>
                    <a:pt x="34" y="8"/>
                  </a:lnTo>
                  <a:lnTo>
                    <a:pt x="34" y="12"/>
                  </a:lnTo>
                  <a:lnTo>
                    <a:pt x="34" y="12"/>
                  </a:lnTo>
                  <a:lnTo>
                    <a:pt x="34" y="12"/>
                  </a:lnTo>
                  <a:lnTo>
                    <a:pt x="34" y="12"/>
                  </a:lnTo>
                  <a:lnTo>
                    <a:pt x="34" y="12"/>
                  </a:lnTo>
                  <a:lnTo>
                    <a:pt x="34" y="16"/>
                  </a:lnTo>
                  <a:lnTo>
                    <a:pt x="34" y="16"/>
                  </a:lnTo>
                  <a:lnTo>
                    <a:pt x="34" y="16"/>
                  </a:lnTo>
                  <a:lnTo>
                    <a:pt x="34" y="16"/>
                  </a:lnTo>
                  <a:lnTo>
                    <a:pt x="34" y="20"/>
                  </a:lnTo>
                  <a:lnTo>
                    <a:pt x="34" y="20"/>
                  </a:lnTo>
                  <a:lnTo>
                    <a:pt x="34" y="20"/>
                  </a:lnTo>
                  <a:lnTo>
                    <a:pt x="34" y="20"/>
                  </a:lnTo>
                  <a:lnTo>
                    <a:pt x="34" y="20"/>
                  </a:lnTo>
                  <a:lnTo>
                    <a:pt x="34" y="20"/>
                  </a:lnTo>
                  <a:lnTo>
                    <a:pt x="30" y="24"/>
                  </a:lnTo>
                  <a:lnTo>
                    <a:pt x="30" y="24"/>
                  </a:lnTo>
                  <a:lnTo>
                    <a:pt x="30" y="24"/>
                  </a:lnTo>
                  <a:lnTo>
                    <a:pt x="30" y="24"/>
                  </a:lnTo>
                  <a:lnTo>
                    <a:pt x="30" y="24"/>
                  </a:lnTo>
                  <a:lnTo>
                    <a:pt x="30" y="26"/>
                  </a:lnTo>
                  <a:lnTo>
                    <a:pt x="26" y="26"/>
                  </a:lnTo>
                  <a:lnTo>
                    <a:pt x="26" y="26"/>
                  </a:lnTo>
                  <a:lnTo>
                    <a:pt x="26" y="26"/>
                  </a:lnTo>
                  <a:lnTo>
                    <a:pt x="26" y="24"/>
                  </a:lnTo>
                  <a:lnTo>
                    <a:pt x="22" y="24"/>
                  </a:lnTo>
                  <a:lnTo>
                    <a:pt x="22" y="24"/>
                  </a:lnTo>
                  <a:lnTo>
                    <a:pt x="20" y="26"/>
                  </a:lnTo>
                  <a:lnTo>
                    <a:pt x="20" y="26"/>
                  </a:lnTo>
                  <a:lnTo>
                    <a:pt x="20" y="26"/>
                  </a:lnTo>
                  <a:lnTo>
                    <a:pt x="20" y="30"/>
                  </a:lnTo>
                  <a:lnTo>
                    <a:pt x="16" y="30"/>
                  </a:lnTo>
                  <a:lnTo>
                    <a:pt x="16" y="30"/>
                  </a:lnTo>
                  <a:lnTo>
                    <a:pt x="16" y="30"/>
                  </a:lnTo>
                  <a:lnTo>
                    <a:pt x="16" y="30"/>
                  </a:lnTo>
                  <a:lnTo>
                    <a:pt x="12" y="30"/>
                  </a:lnTo>
                  <a:lnTo>
                    <a:pt x="12" y="30"/>
                  </a:lnTo>
                  <a:lnTo>
                    <a:pt x="12" y="30"/>
                  </a:lnTo>
                  <a:lnTo>
                    <a:pt x="12" y="30"/>
                  </a:lnTo>
                  <a:lnTo>
                    <a:pt x="8" y="30"/>
                  </a:lnTo>
                  <a:lnTo>
                    <a:pt x="8" y="30"/>
                  </a:lnTo>
                  <a:lnTo>
                    <a:pt x="8" y="30"/>
                  </a:lnTo>
                  <a:lnTo>
                    <a:pt x="8" y="30"/>
                  </a:lnTo>
                  <a:lnTo>
                    <a:pt x="8" y="30"/>
                  </a:lnTo>
                  <a:lnTo>
                    <a:pt x="4" y="30"/>
                  </a:lnTo>
                  <a:lnTo>
                    <a:pt x="4" y="30"/>
                  </a:lnTo>
                  <a:lnTo>
                    <a:pt x="4" y="30"/>
                  </a:lnTo>
                  <a:lnTo>
                    <a:pt x="4" y="30"/>
                  </a:lnTo>
                  <a:lnTo>
                    <a:pt x="4" y="30"/>
                  </a:lnTo>
                  <a:lnTo>
                    <a:pt x="0" y="26"/>
                  </a:lnTo>
                  <a:lnTo>
                    <a:pt x="0" y="26"/>
                  </a:lnTo>
                  <a:lnTo>
                    <a:pt x="0" y="24"/>
                  </a:lnTo>
                  <a:lnTo>
                    <a:pt x="0" y="24"/>
                  </a:lnTo>
                  <a:lnTo>
                    <a:pt x="0" y="24"/>
                  </a:lnTo>
                  <a:lnTo>
                    <a:pt x="0" y="20"/>
                  </a:lnTo>
                  <a:lnTo>
                    <a:pt x="0" y="20"/>
                  </a:lnTo>
                  <a:lnTo>
                    <a:pt x="0" y="20"/>
                  </a:lnTo>
                  <a:lnTo>
                    <a:pt x="0" y="20"/>
                  </a:lnTo>
                  <a:lnTo>
                    <a:pt x="0" y="20"/>
                  </a:lnTo>
                  <a:lnTo>
                    <a:pt x="0" y="20"/>
                  </a:lnTo>
                  <a:lnTo>
                    <a:pt x="0" y="20"/>
                  </a:lnTo>
                  <a:lnTo>
                    <a:pt x="0" y="16"/>
                  </a:lnTo>
                  <a:lnTo>
                    <a:pt x="0" y="16"/>
                  </a:lnTo>
                  <a:lnTo>
                    <a:pt x="0" y="12"/>
                  </a:lnTo>
                  <a:lnTo>
                    <a:pt x="0" y="12"/>
                  </a:lnTo>
                  <a:lnTo>
                    <a:pt x="0" y="12"/>
                  </a:lnTo>
                  <a:lnTo>
                    <a:pt x="0" y="12"/>
                  </a:lnTo>
                  <a:lnTo>
                    <a:pt x="0"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59" name="Freeform 114"/>
            <p:cNvSpPr>
              <a:spLocks noChangeAspect="1"/>
            </p:cNvSpPr>
            <p:nvPr/>
          </p:nvSpPr>
          <p:spPr bwMode="gray">
            <a:xfrm>
              <a:off x="5453908" y="2985676"/>
              <a:ext cx="83485" cy="111313"/>
            </a:xfrm>
            <a:custGeom>
              <a:avLst/>
              <a:gdLst>
                <a:gd name="T0" fmla="*/ 22 w 48"/>
                <a:gd name="T1" fmla="*/ 42 h 64"/>
                <a:gd name="T2" fmla="*/ 22 w 48"/>
                <a:gd name="T3" fmla="*/ 38 h 64"/>
                <a:gd name="T4" fmla="*/ 22 w 48"/>
                <a:gd name="T5" fmla="*/ 34 h 64"/>
                <a:gd name="T6" fmla="*/ 20 w 48"/>
                <a:gd name="T7" fmla="*/ 30 h 64"/>
                <a:gd name="T8" fmla="*/ 16 w 48"/>
                <a:gd name="T9" fmla="*/ 26 h 64"/>
                <a:gd name="T10" fmla="*/ 16 w 48"/>
                <a:gd name="T11" fmla="*/ 24 h 64"/>
                <a:gd name="T12" fmla="*/ 12 w 48"/>
                <a:gd name="T13" fmla="*/ 20 h 64"/>
                <a:gd name="T14" fmla="*/ 8 w 48"/>
                <a:gd name="T15" fmla="*/ 16 h 64"/>
                <a:gd name="T16" fmla="*/ 4 w 48"/>
                <a:gd name="T17" fmla="*/ 8 h 64"/>
                <a:gd name="T18" fmla="*/ 0 w 48"/>
                <a:gd name="T19" fmla="*/ 4 h 64"/>
                <a:gd name="T20" fmla="*/ 4 w 48"/>
                <a:gd name="T21" fmla="*/ 4 h 64"/>
                <a:gd name="T22" fmla="*/ 16 w 48"/>
                <a:gd name="T23" fmla="*/ 0 h 64"/>
                <a:gd name="T24" fmla="*/ 20 w 48"/>
                <a:gd name="T25" fmla="*/ 4 h 64"/>
                <a:gd name="T26" fmla="*/ 20 w 48"/>
                <a:gd name="T27" fmla="*/ 4 h 64"/>
                <a:gd name="T28" fmla="*/ 22 w 48"/>
                <a:gd name="T29" fmla="*/ 8 h 64"/>
                <a:gd name="T30" fmla="*/ 26 w 48"/>
                <a:gd name="T31" fmla="*/ 4 h 64"/>
                <a:gd name="T32" fmla="*/ 26 w 48"/>
                <a:gd name="T33" fmla="*/ 8 h 64"/>
                <a:gd name="T34" fmla="*/ 30 w 48"/>
                <a:gd name="T35" fmla="*/ 8 h 64"/>
                <a:gd name="T36" fmla="*/ 34 w 48"/>
                <a:gd name="T37" fmla="*/ 12 h 64"/>
                <a:gd name="T38" fmla="*/ 34 w 48"/>
                <a:gd name="T39" fmla="*/ 12 h 64"/>
                <a:gd name="T40" fmla="*/ 34 w 48"/>
                <a:gd name="T41" fmla="*/ 12 h 64"/>
                <a:gd name="T42" fmla="*/ 36 w 48"/>
                <a:gd name="T43" fmla="*/ 20 h 64"/>
                <a:gd name="T44" fmla="*/ 36 w 48"/>
                <a:gd name="T45" fmla="*/ 24 h 64"/>
                <a:gd name="T46" fmla="*/ 36 w 48"/>
                <a:gd name="T47" fmla="*/ 24 h 64"/>
                <a:gd name="T48" fmla="*/ 40 w 48"/>
                <a:gd name="T49" fmla="*/ 26 h 64"/>
                <a:gd name="T50" fmla="*/ 40 w 48"/>
                <a:gd name="T51" fmla="*/ 26 h 64"/>
                <a:gd name="T52" fmla="*/ 40 w 48"/>
                <a:gd name="T53" fmla="*/ 34 h 64"/>
                <a:gd name="T54" fmla="*/ 48 w 48"/>
                <a:gd name="T55" fmla="*/ 38 h 64"/>
                <a:gd name="T56" fmla="*/ 48 w 48"/>
                <a:gd name="T57" fmla="*/ 42 h 64"/>
                <a:gd name="T58" fmla="*/ 48 w 48"/>
                <a:gd name="T59" fmla="*/ 42 h 64"/>
                <a:gd name="T60" fmla="*/ 48 w 48"/>
                <a:gd name="T61" fmla="*/ 46 h 64"/>
                <a:gd name="T62" fmla="*/ 44 w 48"/>
                <a:gd name="T63" fmla="*/ 46 h 64"/>
                <a:gd name="T64" fmla="*/ 40 w 48"/>
                <a:gd name="T65" fmla="*/ 46 h 64"/>
                <a:gd name="T66" fmla="*/ 36 w 48"/>
                <a:gd name="T67" fmla="*/ 42 h 64"/>
                <a:gd name="T68" fmla="*/ 36 w 48"/>
                <a:gd name="T69" fmla="*/ 46 h 64"/>
                <a:gd name="T70" fmla="*/ 36 w 48"/>
                <a:gd name="T71" fmla="*/ 42 h 64"/>
                <a:gd name="T72" fmla="*/ 34 w 48"/>
                <a:gd name="T73" fmla="*/ 42 h 64"/>
                <a:gd name="T74" fmla="*/ 34 w 48"/>
                <a:gd name="T75" fmla="*/ 50 h 64"/>
                <a:gd name="T76" fmla="*/ 30 w 48"/>
                <a:gd name="T77" fmla="*/ 54 h 64"/>
                <a:gd name="T78" fmla="*/ 30 w 48"/>
                <a:gd name="T79" fmla="*/ 54 h 64"/>
                <a:gd name="T80" fmla="*/ 26 w 48"/>
                <a:gd name="T81" fmla="*/ 56 h 64"/>
                <a:gd name="T82" fmla="*/ 26 w 48"/>
                <a:gd name="T83" fmla="*/ 60 h 64"/>
                <a:gd name="T84" fmla="*/ 22 w 48"/>
                <a:gd name="T85" fmla="*/ 60 h 64"/>
                <a:gd name="T86" fmla="*/ 22 w 48"/>
                <a:gd name="T87" fmla="*/ 60 h 64"/>
                <a:gd name="T88" fmla="*/ 22 w 48"/>
                <a:gd name="T89" fmla="*/ 64 h 64"/>
                <a:gd name="T90" fmla="*/ 22 w 48"/>
                <a:gd name="T91" fmla="*/ 56 h 64"/>
                <a:gd name="T92" fmla="*/ 22 w 48"/>
                <a:gd name="T93" fmla="*/ 54 h 64"/>
                <a:gd name="T94" fmla="*/ 22 w 48"/>
                <a:gd name="T95" fmla="*/ 50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8" h="64">
                  <a:moveTo>
                    <a:pt x="22" y="50"/>
                  </a:moveTo>
                  <a:lnTo>
                    <a:pt x="22" y="50"/>
                  </a:lnTo>
                  <a:lnTo>
                    <a:pt x="22" y="46"/>
                  </a:lnTo>
                  <a:lnTo>
                    <a:pt x="22" y="42"/>
                  </a:lnTo>
                  <a:lnTo>
                    <a:pt x="22" y="38"/>
                  </a:lnTo>
                  <a:lnTo>
                    <a:pt x="22" y="38"/>
                  </a:lnTo>
                  <a:lnTo>
                    <a:pt x="22" y="38"/>
                  </a:lnTo>
                  <a:lnTo>
                    <a:pt x="22" y="38"/>
                  </a:lnTo>
                  <a:lnTo>
                    <a:pt x="22" y="34"/>
                  </a:lnTo>
                  <a:lnTo>
                    <a:pt x="22" y="34"/>
                  </a:lnTo>
                  <a:lnTo>
                    <a:pt x="22" y="34"/>
                  </a:lnTo>
                  <a:lnTo>
                    <a:pt x="22" y="34"/>
                  </a:lnTo>
                  <a:lnTo>
                    <a:pt x="22" y="30"/>
                  </a:lnTo>
                  <a:lnTo>
                    <a:pt x="20" y="30"/>
                  </a:lnTo>
                  <a:lnTo>
                    <a:pt x="20" y="30"/>
                  </a:lnTo>
                  <a:lnTo>
                    <a:pt x="20" y="30"/>
                  </a:lnTo>
                  <a:lnTo>
                    <a:pt x="20" y="30"/>
                  </a:lnTo>
                  <a:lnTo>
                    <a:pt x="16" y="26"/>
                  </a:lnTo>
                  <a:lnTo>
                    <a:pt x="16" y="26"/>
                  </a:lnTo>
                  <a:lnTo>
                    <a:pt x="16" y="26"/>
                  </a:lnTo>
                  <a:lnTo>
                    <a:pt x="16" y="26"/>
                  </a:lnTo>
                  <a:lnTo>
                    <a:pt x="16" y="26"/>
                  </a:lnTo>
                  <a:lnTo>
                    <a:pt x="16" y="26"/>
                  </a:lnTo>
                  <a:lnTo>
                    <a:pt x="16" y="24"/>
                  </a:lnTo>
                  <a:lnTo>
                    <a:pt x="12" y="24"/>
                  </a:lnTo>
                  <a:lnTo>
                    <a:pt x="12" y="20"/>
                  </a:lnTo>
                  <a:lnTo>
                    <a:pt x="12" y="20"/>
                  </a:lnTo>
                  <a:lnTo>
                    <a:pt x="12" y="20"/>
                  </a:lnTo>
                  <a:lnTo>
                    <a:pt x="12" y="20"/>
                  </a:lnTo>
                  <a:lnTo>
                    <a:pt x="12" y="16"/>
                  </a:lnTo>
                  <a:lnTo>
                    <a:pt x="8" y="16"/>
                  </a:lnTo>
                  <a:lnTo>
                    <a:pt x="8" y="16"/>
                  </a:lnTo>
                  <a:lnTo>
                    <a:pt x="8" y="12"/>
                  </a:lnTo>
                  <a:lnTo>
                    <a:pt x="8" y="12"/>
                  </a:lnTo>
                  <a:lnTo>
                    <a:pt x="4" y="8"/>
                  </a:lnTo>
                  <a:lnTo>
                    <a:pt x="4" y="8"/>
                  </a:lnTo>
                  <a:lnTo>
                    <a:pt x="4" y="4"/>
                  </a:lnTo>
                  <a:lnTo>
                    <a:pt x="0" y="4"/>
                  </a:lnTo>
                  <a:lnTo>
                    <a:pt x="0" y="4"/>
                  </a:lnTo>
                  <a:lnTo>
                    <a:pt x="0" y="4"/>
                  </a:lnTo>
                  <a:lnTo>
                    <a:pt x="0" y="4"/>
                  </a:lnTo>
                  <a:lnTo>
                    <a:pt x="0" y="4"/>
                  </a:lnTo>
                  <a:lnTo>
                    <a:pt x="4" y="4"/>
                  </a:lnTo>
                  <a:lnTo>
                    <a:pt x="4" y="4"/>
                  </a:lnTo>
                  <a:lnTo>
                    <a:pt x="8" y="4"/>
                  </a:lnTo>
                  <a:lnTo>
                    <a:pt x="12" y="0"/>
                  </a:lnTo>
                  <a:lnTo>
                    <a:pt x="12" y="0"/>
                  </a:lnTo>
                  <a:lnTo>
                    <a:pt x="16" y="0"/>
                  </a:lnTo>
                  <a:lnTo>
                    <a:pt x="16" y="0"/>
                  </a:lnTo>
                  <a:lnTo>
                    <a:pt x="20" y="4"/>
                  </a:lnTo>
                  <a:lnTo>
                    <a:pt x="20" y="4"/>
                  </a:lnTo>
                  <a:lnTo>
                    <a:pt x="20" y="4"/>
                  </a:lnTo>
                  <a:lnTo>
                    <a:pt x="20" y="4"/>
                  </a:lnTo>
                  <a:lnTo>
                    <a:pt x="20" y="4"/>
                  </a:lnTo>
                  <a:lnTo>
                    <a:pt x="20" y="4"/>
                  </a:lnTo>
                  <a:lnTo>
                    <a:pt x="20" y="4"/>
                  </a:lnTo>
                  <a:lnTo>
                    <a:pt x="22" y="4"/>
                  </a:lnTo>
                  <a:lnTo>
                    <a:pt x="22" y="4"/>
                  </a:lnTo>
                  <a:lnTo>
                    <a:pt x="22" y="4"/>
                  </a:lnTo>
                  <a:lnTo>
                    <a:pt x="22" y="8"/>
                  </a:lnTo>
                  <a:lnTo>
                    <a:pt x="22" y="8"/>
                  </a:lnTo>
                  <a:lnTo>
                    <a:pt x="22" y="8"/>
                  </a:lnTo>
                  <a:lnTo>
                    <a:pt x="22" y="4"/>
                  </a:lnTo>
                  <a:lnTo>
                    <a:pt x="26" y="4"/>
                  </a:lnTo>
                  <a:lnTo>
                    <a:pt x="26" y="8"/>
                  </a:lnTo>
                  <a:lnTo>
                    <a:pt x="26" y="8"/>
                  </a:lnTo>
                  <a:lnTo>
                    <a:pt x="26" y="8"/>
                  </a:lnTo>
                  <a:lnTo>
                    <a:pt x="26" y="8"/>
                  </a:lnTo>
                  <a:lnTo>
                    <a:pt x="26" y="8"/>
                  </a:lnTo>
                  <a:lnTo>
                    <a:pt x="26" y="8"/>
                  </a:lnTo>
                  <a:lnTo>
                    <a:pt x="30" y="8"/>
                  </a:lnTo>
                  <a:lnTo>
                    <a:pt x="30" y="8"/>
                  </a:lnTo>
                  <a:lnTo>
                    <a:pt x="30" y="8"/>
                  </a:lnTo>
                  <a:lnTo>
                    <a:pt x="30" y="8"/>
                  </a:lnTo>
                  <a:lnTo>
                    <a:pt x="34" y="12"/>
                  </a:lnTo>
                  <a:lnTo>
                    <a:pt x="34" y="12"/>
                  </a:lnTo>
                  <a:lnTo>
                    <a:pt x="34" y="12"/>
                  </a:lnTo>
                  <a:lnTo>
                    <a:pt x="34" y="12"/>
                  </a:lnTo>
                  <a:lnTo>
                    <a:pt x="34" y="12"/>
                  </a:lnTo>
                  <a:lnTo>
                    <a:pt x="34" y="12"/>
                  </a:lnTo>
                  <a:lnTo>
                    <a:pt x="34" y="12"/>
                  </a:lnTo>
                  <a:lnTo>
                    <a:pt x="34" y="12"/>
                  </a:lnTo>
                  <a:lnTo>
                    <a:pt x="34" y="12"/>
                  </a:lnTo>
                  <a:lnTo>
                    <a:pt x="34" y="12"/>
                  </a:lnTo>
                  <a:lnTo>
                    <a:pt x="36" y="12"/>
                  </a:lnTo>
                  <a:lnTo>
                    <a:pt x="36" y="12"/>
                  </a:lnTo>
                  <a:lnTo>
                    <a:pt x="36" y="16"/>
                  </a:lnTo>
                  <a:lnTo>
                    <a:pt x="36" y="20"/>
                  </a:lnTo>
                  <a:lnTo>
                    <a:pt x="36" y="20"/>
                  </a:lnTo>
                  <a:lnTo>
                    <a:pt x="36" y="20"/>
                  </a:lnTo>
                  <a:lnTo>
                    <a:pt x="36" y="20"/>
                  </a:lnTo>
                  <a:lnTo>
                    <a:pt x="36" y="24"/>
                  </a:lnTo>
                  <a:lnTo>
                    <a:pt x="36" y="24"/>
                  </a:lnTo>
                  <a:lnTo>
                    <a:pt x="36" y="24"/>
                  </a:lnTo>
                  <a:lnTo>
                    <a:pt x="36" y="24"/>
                  </a:lnTo>
                  <a:lnTo>
                    <a:pt x="36" y="24"/>
                  </a:lnTo>
                  <a:lnTo>
                    <a:pt x="40" y="24"/>
                  </a:lnTo>
                  <a:lnTo>
                    <a:pt x="36" y="24"/>
                  </a:lnTo>
                  <a:lnTo>
                    <a:pt x="40" y="26"/>
                  </a:lnTo>
                  <a:lnTo>
                    <a:pt x="40" y="26"/>
                  </a:lnTo>
                  <a:lnTo>
                    <a:pt x="40" y="24"/>
                  </a:lnTo>
                  <a:lnTo>
                    <a:pt x="40" y="24"/>
                  </a:lnTo>
                  <a:lnTo>
                    <a:pt x="40" y="24"/>
                  </a:lnTo>
                  <a:lnTo>
                    <a:pt x="40" y="26"/>
                  </a:lnTo>
                  <a:lnTo>
                    <a:pt x="40" y="26"/>
                  </a:lnTo>
                  <a:lnTo>
                    <a:pt x="40" y="26"/>
                  </a:lnTo>
                  <a:lnTo>
                    <a:pt x="40" y="30"/>
                  </a:lnTo>
                  <a:lnTo>
                    <a:pt x="40" y="34"/>
                  </a:lnTo>
                  <a:lnTo>
                    <a:pt x="44" y="34"/>
                  </a:lnTo>
                  <a:lnTo>
                    <a:pt x="44" y="34"/>
                  </a:lnTo>
                  <a:lnTo>
                    <a:pt x="48" y="34"/>
                  </a:lnTo>
                  <a:lnTo>
                    <a:pt x="48" y="38"/>
                  </a:lnTo>
                  <a:lnTo>
                    <a:pt x="48" y="42"/>
                  </a:lnTo>
                  <a:lnTo>
                    <a:pt x="48" y="42"/>
                  </a:lnTo>
                  <a:lnTo>
                    <a:pt x="44" y="42"/>
                  </a:lnTo>
                  <a:lnTo>
                    <a:pt x="48" y="42"/>
                  </a:lnTo>
                  <a:lnTo>
                    <a:pt x="48" y="42"/>
                  </a:lnTo>
                  <a:lnTo>
                    <a:pt x="48" y="42"/>
                  </a:lnTo>
                  <a:lnTo>
                    <a:pt x="48" y="42"/>
                  </a:lnTo>
                  <a:lnTo>
                    <a:pt x="48" y="42"/>
                  </a:lnTo>
                  <a:lnTo>
                    <a:pt x="48" y="42"/>
                  </a:lnTo>
                  <a:lnTo>
                    <a:pt x="48" y="42"/>
                  </a:lnTo>
                  <a:lnTo>
                    <a:pt x="48" y="46"/>
                  </a:lnTo>
                  <a:lnTo>
                    <a:pt x="48" y="46"/>
                  </a:lnTo>
                  <a:lnTo>
                    <a:pt x="48" y="46"/>
                  </a:lnTo>
                  <a:lnTo>
                    <a:pt x="48" y="46"/>
                  </a:lnTo>
                  <a:lnTo>
                    <a:pt x="48" y="46"/>
                  </a:lnTo>
                  <a:lnTo>
                    <a:pt x="44" y="46"/>
                  </a:lnTo>
                  <a:lnTo>
                    <a:pt x="44" y="46"/>
                  </a:lnTo>
                  <a:lnTo>
                    <a:pt x="44" y="42"/>
                  </a:lnTo>
                  <a:lnTo>
                    <a:pt x="44" y="46"/>
                  </a:lnTo>
                  <a:lnTo>
                    <a:pt x="40" y="46"/>
                  </a:lnTo>
                  <a:lnTo>
                    <a:pt x="40" y="46"/>
                  </a:lnTo>
                  <a:lnTo>
                    <a:pt x="40" y="42"/>
                  </a:lnTo>
                  <a:lnTo>
                    <a:pt x="40" y="42"/>
                  </a:lnTo>
                  <a:lnTo>
                    <a:pt x="36" y="42"/>
                  </a:lnTo>
                  <a:lnTo>
                    <a:pt x="36" y="42"/>
                  </a:lnTo>
                  <a:lnTo>
                    <a:pt x="36" y="42"/>
                  </a:lnTo>
                  <a:lnTo>
                    <a:pt x="36" y="46"/>
                  </a:lnTo>
                  <a:lnTo>
                    <a:pt x="36" y="46"/>
                  </a:lnTo>
                  <a:lnTo>
                    <a:pt x="36" y="46"/>
                  </a:lnTo>
                  <a:lnTo>
                    <a:pt x="36" y="42"/>
                  </a:lnTo>
                  <a:lnTo>
                    <a:pt x="36" y="42"/>
                  </a:lnTo>
                  <a:lnTo>
                    <a:pt x="36" y="42"/>
                  </a:lnTo>
                  <a:lnTo>
                    <a:pt x="36" y="42"/>
                  </a:lnTo>
                  <a:lnTo>
                    <a:pt x="36" y="42"/>
                  </a:lnTo>
                  <a:lnTo>
                    <a:pt x="34" y="42"/>
                  </a:lnTo>
                  <a:lnTo>
                    <a:pt x="34" y="42"/>
                  </a:lnTo>
                  <a:lnTo>
                    <a:pt x="34" y="42"/>
                  </a:lnTo>
                  <a:lnTo>
                    <a:pt x="34" y="42"/>
                  </a:lnTo>
                  <a:lnTo>
                    <a:pt x="34" y="46"/>
                  </a:lnTo>
                  <a:lnTo>
                    <a:pt x="34" y="50"/>
                  </a:lnTo>
                  <a:lnTo>
                    <a:pt x="34" y="50"/>
                  </a:lnTo>
                  <a:lnTo>
                    <a:pt x="34" y="54"/>
                  </a:lnTo>
                  <a:lnTo>
                    <a:pt x="34" y="54"/>
                  </a:lnTo>
                  <a:lnTo>
                    <a:pt x="30" y="54"/>
                  </a:lnTo>
                  <a:lnTo>
                    <a:pt x="30" y="54"/>
                  </a:lnTo>
                  <a:lnTo>
                    <a:pt x="30" y="54"/>
                  </a:lnTo>
                  <a:lnTo>
                    <a:pt x="30" y="54"/>
                  </a:lnTo>
                  <a:lnTo>
                    <a:pt x="30" y="54"/>
                  </a:lnTo>
                  <a:lnTo>
                    <a:pt x="30" y="56"/>
                  </a:lnTo>
                  <a:lnTo>
                    <a:pt x="30" y="56"/>
                  </a:lnTo>
                  <a:lnTo>
                    <a:pt x="26" y="56"/>
                  </a:lnTo>
                  <a:lnTo>
                    <a:pt x="26" y="56"/>
                  </a:lnTo>
                  <a:lnTo>
                    <a:pt x="26" y="60"/>
                  </a:lnTo>
                  <a:lnTo>
                    <a:pt x="26" y="60"/>
                  </a:lnTo>
                  <a:lnTo>
                    <a:pt x="26" y="60"/>
                  </a:lnTo>
                  <a:lnTo>
                    <a:pt x="26" y="60"/>
                  </a:lnTo>
                  <a:lnTo>
                    <a:pt x="26" y="60"/>
                  </a:lnTo>
                  <a:lnTo>
                    <a:pt x="26" y="60"/>
                  </a:lnTo>
                  <a:lnTo>
                    <a:pt x="26" y="60"/>
                  </a:lnTo>
                  <a:lnTo>
                    <a:pt x="22" y="60"/>
                  </a:lnTo>
                  <a:lnTo>
                    <a:pt x="22" y="60"/>
                  </a:lnTo>
                  <a:lnTo>
                    <a:pt x="22" y="60"/>
                  </a:lnTo>
                  <a:lnTo>
                    <a:pt x="22" y="60"/>
                  </a:lnTo>
                  <a:lnTo>
                    <a:pt x="22" y="60"/>
                  </a:lnTo>
                  <a:lnTo>
                    <a:pt x="22" y="64"/>
                  </a:lnTo>
                  <a:lnTo>
                    <a:pt x="22" y="64"/>
                  </a:lnTo>
                  <a:lnTo>
                    <a:pt x="22" y="64"/>
                  </a:lnTo>
                  <a:lnTo>
                    <a:pt x="22" y="64"/>
                  </a:lnTo>
                  <a:lnTo>
                    <a:pt x="22" y="60"/>
                  </a:lnTo>
                  <a:lnTo>
                    <a:pt x="22" y="60"/>
                  </a:lnTo>
                  <a:lnTo>
                    <a:pt x="22" y="60"/>
                  </a:lnTo>
                  <a:lnTo>
                    <a:pt x="22" y="56"/>
                  </a:lnTo>
                  <a:lnTo>
                    <a:pt x="22" y="56"/>
                  </a:lnTo>
                  <a:lnTo>
                    <a:pt x="22" y="54"/>
                  </a:lnTo>
                  <a:lnTo>
                    <a:pt x="22" y="54"/>
                  </a:lnTo>
                  <a:lnTo>
                    <a:pt x="22" y="54"/>
                  </a:lnTo>
                  <a:lnTo>
                    <a:pt x="22" y="50"/>
                  </a:lnTo>
                  <a:lnTo>
                    <a:pt x="22" y="50"/>
                  </a:lnTo>
                  <a:lnTo>
                    <a:pt x="22" y="50"/>
                  </a:lnTo>
                  <a:lnTo>
                    <a:pt x="22"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0" name="Freeform 115"/>
            <p:cNvSpPr>
              <a:spLocks noChangeAspect="1" noEditPoints="1"/>
            </p:cNvSpPr>
            <p:nvPr/>
          </p:nvSpPr>
          <p:spPr bwMode="gray">
            <a:xfrm>
              <a:off x="4883429" y="2804793"/>
              <a:ext cx="90442" cy="104356"/>
            </a:xfrm>
            <a:custGeom>
              <a:avLst/>
              <a:gdLst>
                <a:gd name="T0" fmla="*/ 30 w 52"/>
                <a:gd name="T1" fmla="*/ 26 h 60"/>
                <a:gd name="T2" fmla="*/ 34 w 52"/>
                <a:gd name="T3" fmla="*/ 22 h 60"/>
                <a:gd name="T4" fmla="*/ 34 w 52"/>
                <a:gd name="T5" fmla="*/ 16 h 60"/>
                <a:gd name="T6" fmla="*/ 26 w 52"/>
                <a:gd name="T7" fmla="*/ 8 h 60"/>
                <a:gd name="T8" fmla="*/ 26 w 52"/>
                <a:gd name="T9" fmla="*/ 16 h 60"/>
                <a:gd name="T10" fmla="*/ 22 w 52"/>
                <a:gd name="T11" fmla="*/ 18 h 60"/>
                <a:gd name="T12" fmla="*/ 22 w 52"/>
                <a:gd name="T13" fmla="*/ 22 h 60"/>
                <a:gd name="T14" fmla="*/ 20 w 52"/>
                <a:gd name="T15" fmla="*/ 18 h 60"/>
                <a:gd name="T16" fmla="*/ 22 w 52"/>
                <a:gd name="T17" fmla="*/ 12 h 60"/>
                <a:gd name="T18" fmla="*/ 26 w 52"/>
                <a:gd name="T19" fmla="*/ 8 h 60"/>
                <a:gd name="T20" fmla="*/ 38 w 52"/>
                <a:gd name="T21" fmla="*/ 0 h 60"/>
                <a:gd name="T22" fmla="*/ 48 w 52"/>
                <a:gd name="T23" fmla="*/ 0 h 60"/>
                <a:gd name="T24" fmla="*/ 52 w 52"/>
                <a:gd name="T25" fmla="*/ 12 h 60"/>
                <a:gd name="T26" fmla="*/ 52 w 52"/>
                <a:gd name="T27" fmla="*/ 18 h 60"/>
                <a:gd name="T28" fmla="*/ 44 w 52"/>
                <a:gd name="T29" fmla="*/ 18 h 60"/>
                <a:gd name="T30" fmla="*/ 52 w 52"/>
                <a:gd name="T31" fmla="*/ 26 h 60"/>
                <a:gd name="T32" fmla="*/ 48 w 52"/>
                <a:gd name="T33" fmla="*/ 30 h 60"/>
                <a:gd name="T34" fmla="*/ 44 w 52"/>
                <a:gd name="T35" fmla="*/ 34 h 60"/>
                <a:gd name="T36" fmla="*/ 38 w 52"/>
                <a:gd name="T37" fmla="*/ 42 h 60"/>
                <a:gd name="T38" fmla="*/ 38 w 52"/>
                <a:gd name="T39" fmla="*/ 48 h 60"/>
                <a:gd name="T40" fmla="*/ 38 w 52"/>
                <a:gd name="T41" fmla="*/ 56 h 60"/>
                <a:gd name="T42" fmla="*/ 34 w 52"/>
                <a:gd name="T43" fmla="*/ 56 h 60"/>
                <a:gd name="T44" fmla="*/ 30 w 52"/>
                <a:gd name="T45" fmla="*/ 56 h 60"/>
                <a:gd name="T46" fmla="*/ 30 w 52"/>
                <a:gd name="T47" fmla="*/ 48 h 60"/>
                <a:gd name="T48" fmla="*/ 26 w 52"/>
                <a:gd name="T49" fmla="*/ 44 h 60"/>
                <a:gd name="T50" fmla="*/ 20 w 52"/>
                <a:gd name="T51" fmla="*/ 44 h 60"/>
                <a:gd name="T52" fmla="*/ 16 w 52"/>
                <a:gd name="T53" fmla="*/ 44 h 60"/>
                <a:gd name="T54" fmla="*/ 16 w 52"/>
                <a:gd name="T55" fmla="*/ 44 h 60"/>
                <a:gd name="T56" fmla="*/ 4 w 52"/>
                <a:gd name="T57" fmla="*/ 44 h 60"/>
                <a:gd name="T58" fmla="*/ 8 w 52"/>
                <a:gd name="T59" fmla="*/ 42 h 60"/>
                <a:gd name="T60" fmla="*/ 8 w 52"/>
                <a:gd name="T61" fmla="*/ 42 h 60"/>
                <a:gd name="T62" fmla="*/ 12 w 52"/>
                <a:gd name="T63" fmla="*/ 42 h 60"/>
                <a:gd name="T64" fmla="*/ 12 w 52"/>
                <a:gd name="T65" fmla="*/ 42 h 60"/>
                <a:gd name="T66" fmla="*/ 12 w 52"/>
                <a:gd name="T67" fmla="*/ 38 h 60"/>
                <a:gd name="T68" fmla="*/ 8 w 52"/>
                <a:gd name="T69" fmla="*/ 38 h 60"/>
                <a:gd name="T70" fmla="*/ 12 w 52"/>
                <a:gd name="T71" fmla="*/ 34 h 60"/>
                <a:gd name="T72" fmla="*/ 16 w 52"/>
                <a:gd name="T73" fmla="*/ 22 h 60"/>
                <a:gd name="T74" fmla="*/ 22 w 52"/>
                <a:gd name="T75" fmla="*/ 26 h 60"/>
                <a:gd name="T76" fmla="*/ 22 w 52"/>
                <a:gd name="T77" fmla="*/ 18 h 60"/>
                <a:gd name="T78" fmla="*/ 26 w 52"/>
                <a:gd name="T79" fmla="*/ 18 h 60"/>
                <a:gd name="T80" fmla="*/ 30 w 52"/>
                <a:gd name="T81" fmla="*/ 22 h 60"/>
                <a:gd name="T82" fmla="*/ 22 w 52"/>
                <a:gd name="T83" fmla="*/ 22 h 60"/>
                <a:gd name="T84" fmla="*/ 30 w 52"/>
                <a:gd name="T85" fmla="*/ 26 h 60"/>
                <a:gd name="T86" fmla="*/ 26 w 52"/>
                <a:gd name="T87" fmla="*/ 26 h 60"/>
                <a:gd name="T88" fmla="*/ 30 w 52"/>
                <a:gd name="T89" fmla="*/ 22 h 60"/>
                <a:gd name="T90" fmla="*/ 34 w 52"/>
                <a:gd name="T91" fmla="*/ 22 h 60"/>
                <a:gd name="T92" fmla="*/ 8 w 52"/>
                <a:gd name="T93" fmla="*/ 38 h 60"/>
                <a:gd name="T94" fmla="*/ 8 w 52"/>
                <a:gd name="T95" fmla="*/ 42 h 60"/>
                <a:gd name="T96" fmla="*/ 8 w 52"/>
                <a:gd name="T97" fmla="*/ 38 h 60"/>
                <a:gd name="T98" fmla="*/ 8 w 52"/>
                <a:gd name="T99" fmla="*/ 44 h 60"/>
                <a:gd name="T100" fmla="*/ 8 w 52"/>
                <a:gd name="T101" fmla="*/ 48 h 60"/>
                <a:gd name="T102" fmla="*/ 0 w 52"/>
                <a:gd name="T103" fmla="*/ 48 h 60"/>
                <a:gd name="T104" fmla="*/ 26 w 52"/>
                <a:gd name="T105" fmla="*/ 4 h 60"/>
                <a:gd name="T106" fmla="*/ 26 w 52"/>
                <a:gd name="T107" fmla="*/ 4 h 60"/>
                <a:gd name="T108" fmla="*/ 20 w 52"/>
                <a:gd name="T109" fmla="*/ 12 h 60"/>
                <a:gd name="T110" fmla="*/ 22 w 52"/>
                <a:gd name="T111" fmla="*/ 8 h 60"/>
                <a:gd name="T112" fmla="*/ 20 w 52"/>
                <a:gd name="T113" fmla="*/ 12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2" h="60">
                  <a:moveTo>
                    <a:pt x="26" y="26"/>
                  </a:moveTo>
                  <a:lnTo>
                    <a:pt x="26" y="26"/>
                  </a:lnTo>
                  <a:lnTo>
                    <a:pt x="26" y="26"/>
                  </a:lnTo>
                  <a:lnTo>
                    <a:pt x="30" y="26"/>
                  </a:lnTo>
                  <a:lnTo>
                    <a:pt x="30" y="26"/>
                  </a:lnTo>
                  <a:lnTo>
                    <a:pt x="30" y="26"/>
                  </a:lnTo>
                  <a:lnTo>
                    <a:pt x="30" y="26"/>
                  </a:lnTo>
                  <a:lnTo>
                    <a:pt x="30" y="26"/>
                  </a:lnTo>
                  <a:lnTo>
                    <a:pt x="30" y="26"/>
                  </a:lnTo>
                  <a:lnTo>
                    <a:pt x="30" y="22"/>
                  </a:lnTo>
                  <a:lnTo>
                    <a:pt x="34" y="22"/>
                  </a:lnTo>
                  <a:lnTo>
                    <a:pt x="34" y="22"/>
                  </a:lnTo>
                  <a:lnTo>
                    <a:pt x="34" y="22"/>
                  </a:lnTo>
                  <a:lnTo>
                    <a:pt x="34" y="22"/>
                  </a:lnTo>
                  <a:lnTo>
                    <a:pt x="34" y="22"/>
                  </a:lnTo>
                  <a:lnTo>
                    <a:pt x="34" y="22"/>
                  </a:lnTo>
                  <a:lnTo>
                    <a:pt x="34" y="22"/>
                  </a:lnTo>
                  <a:lnTo>
                    <a:pt x="34" y="22"/>
                  </a:lnTo>
                  <a:lnTo>
                    <a:pt x="34" y="18"/>
                  </a:lnTo>
                  <a:lnTo>
                    <a:pt x="34" y="18"/>
                  </a:lnTo>
                  <a:lnTo>
                    <a:pt x="34" y="18"/>
                  </a:lnTo>
                  <a:lnTo>
                    <a:pt x="34" y="18"/>
                  </a:lnTo>
                  <a:lnTo>
                    <a:pt x="30" y="18"/>
                  </a:lnTo>
                  <a:lnTo>
                    <a:pt x="30" y="16"/>
                  </a:lnTo>
                  <a:lnTo>
                    <a:pt x="30" y="16"/>
                  </a:lnTo>
                  <a:lnTo>
                    <a:pt x="34" y="16"/>
                  </a:lnTo>
                  <a:lnTo>
                    <a:pt x="34" y="16"/>
                  </a:lnTo>
                  <a:lnTo>
                    <a:pt x="34" y="16"/>
                  </a:lnTo>
                  <a:lnTo>
                    <a:pt x="30" y="16"/>
                  </a:lnTo>
                  <a:lnTo>
                    <a:pt x="30" y="16"/>
                  </a:lnTo>
                  <a:lnTo>
                    <a:pt x="30" y="16"/>
                  </a:lnTo>
                  <a:lnTo>
                    <a:pt x="26" y="12"/>
                  </a:lnTo>
                  <a:lnTo>
                    <a:pt x="30" y="12"/>
                  </a:lnTo>
                  <a:lnTo>
                    <a:pt x="30" y="12"/>
                  </a:lnTo>
                  <a:lnTo>
                    <a:pt x="30" y="12"/>
                  </a:lnTo>
                  <a:lnTo>
                    <a:pt x="26" y="8"/>
                  </a:lnTo>
                  <a:lnTo>
                    <a:pt x="26" y="8"/>
                  </a:lnTo>
                  <a:lnTo>
                    <a:pt x="26" y="8"/>
                  </a:lnTo>
                  <a:lnTo>
                    <a:pt x="26" y="12"/>
                  </a:lnTo>
                  <a:lnTo>
                    <a:pt x="26" y="12"/>
                  </a:lnTo>
                  <a:lnTo>
                    <a:pt x="22" y="12"/>
                  </a:lnTo>
                  <a:lnTo>
                    <a:pt x="22" y="12"/>
                  </a:lnTo>
                  <a:lnTo>
                    <a:pt x="22" y="16"/>
                  </a:lnTo>
                  <a:lnTo>
                    <a:pt x="26" y="16"/>
                  </a:lnTo>
                  <a:lnTo>
                    <a:pt x="26" y="16"/>
                  </a:lnTo>
                  <a:lnTo>
                    <a:pt x="26" y="16"/>
                  </a:lnTo>
                  <a:lnTo>
                    <a:pt x="26" y="16"/>
                  </a:lnTo>
                  <a:lnTo>
                    <a:pt x="26" y="18"/>
                  </a:lnTo>
                  <a:lnTo>
                    <a:pt x="26" y="18"/>
                  </a:lnTo>
                  <a:lnTo>
                    <a:pt x="26" y="18"/>
                  </a:lnTo>
                  <a:lnTo>
                    <a:pt x="26" y="18"/>
                  </a:lnTo>
                  <a:lnTo>
                    <a:pt x="26" y="18"/>
                  </a:lnTo>
                  <a:lnTo>
                    <a:pt x="22" y="18"/>
                  </a:lnTo>
                  <a:lnTo>
                    <a:pt x="22" y="18"/>
                  </a:lnTo>
                  <a:lnTo>
                    <a:pt x="22" y="18"/>
                  </a:lnTo>
                  <a:lnTo>
                    <a:pt x="22" y="18"/>
                  </a:lnTo>
                  <a:lnTo>
                    <a:pt x="22" y="18"/>
                  </a:lnTo>
                  <a:lnTo>
                    <a:pt x="22" y="22"/>
                  </a:lnTo>
                  <a:lnTo>
                    <a:pt x="22" y="22"/>
                  </a:lnTo>
                  <a:lnTo>
                    <a:pt x="22" y="22"/>
                  </a:lnTo>
                  <a:lnTo>
                    <a:pt x="22" y="22"/>
                  </a:lnTo>
                  <a:lnTo>
                    <a:pt x="22" y="22"/>
                  </a:lnTo>
                  <a:lnTo>
                    <a:pt x="22" y="22"/>
                  </a:lnTo>
                  <a:lnTo>
                    <a:pt x="22" y="22"/>
                  </a:lnTo>
                  <a:lnTo>
                    <a:pt x="20" y="22"/>
                  </a:lnTo>
                  <a:lnTo>
                    <a:pt x="20" y="22"/>
                  </a:lnTo>
                  <a:lnTo>
                    <a:pt x="20" y="22"/>
                  </a:lnTo>
                  <a:lnTo>
                    <a:pt x="16" y="22"/>
                  </a:lnTo>
                  <a:lnTo>
                    <a:pt x="16" y="22"/>
                  </a:lnTo>
                  <a:lnTo>
                    <a:pt x="20" y="18"/>
                  </a:lnTo>
                  <a:lnTo>
                    <a:pt x="20" y="18"/>
                  </a:lnTo>
                  <a:lnTo>
                    <a:pt x="20" y="18"/>
                  </a:lnTo>
                  <a:lnTo>
                    <a:pt x="20" y="16"/>
                  </a:lnTo>
                  <a:lnTo>
                    <a:pt x="20" y="12"/>
                  </a:lnTo>
                  <a:lnTo>
                    <a:pt x="20" y="12"/>
                  </a:lnTo>
                  <a:lnTo>
                    <a:pt x="20" y="12"/>
                  </a:lnTo>
                  <a:lnTo>
                    <a:pt x="20" y="12"/>
                  </a:lnTo>
                  <a:lnTo>
                    <a:pt x="20" y="12"/>
                  </a:lnTo>
                  <a:lnTo>
                    <a:pt x="20" y="12"/>
                  </a:lnTo>
                  <a:lnTo>
                    <a:pt x="22" y="12"/>
                  </a:lnTo>
                  <a:lnTo>
                    <a:pt x="22" y="12"/>
                  </a:lnTo>
                  <a:lnTo>
                    <a:pt x="22" y="12"/>
                  </a:lnTo>
                  <a:lnTo>
                    <a:pt x="26" y="12"/>
                  </a:lnTo>
                  <a:lnTo>
                    <a:pt x="26" y="12"/>
                  </a:lnTo>
                  <a:lnTo>
                    <a:pt x="26" y="12"/>
                  </a:lnTo>
                  <a:lnTo>
                    <a:pt x="26" y="12"/>
                  </a:lnTo>
                  <a:lnTo>
                    <a:pt x="26" y="8"/>
                  </a:lnTo>
                  <a:lnTo>
                    <a:pt x="26" y="8"/>
                  </a:lnTo>
                  <a:lnTo>
                    <a:pt x="26" y="8"/>
                  </a:lnTo>
                  <a:lnTo>
                    <a:pt x="26" y="8"/>
                  </a:lnTo>
                  <a:lnTo>
                    <a:pt x="30" y="8"/>
                  </a:lnTo>
                  <a:lnTo>
                    <a:pt x="30" y="8"/>
                  </a:lnTo>
                  <a:lnTo>
                    <a:pt x="30" y="8"/>
                  </a:lnTo>
                  <a:lnTo>
                    <a:pt x="30" y="8"/>
                  </a:lnTo>
                  <a:lnTo>
                    <a:pt x="30" y="4"/>
                  </a:lnTo>
                  <a:lnTo>
                    <a:pt x="30" y="4"/>
                  </a:lnTo>
                  <a:lnTo>
                    <a:pt x="30" y="4"/>
                  </a:lnTo>
                  <a:lnTo>
                    <a:pt x="34" y="4"/>
                  </a:lnTo>
                  <a:lnTo>
                    <a:pt x="38" y="0"/>
                  </a:lnTo>
                  <a:lnTo>
                    <a:pt x="38" y="0"/>
                  </a:lnTo>
                  <a:lnTo>
                    <a:pt x="38" y="0"/>
                  </a:lnTo>
                  <a:lnTo>
                    <a:pt x="38" y="0"/>
                  </a:lnTo>
                  <a:lnTo>
                    <a:pt x="42" y="0"/>
                  </a:lnTo>
                  <a:lnTo>
                    <a:pt x="42" y="0"/>
                  </a:lnTo>
                  <a:lnTo>
                    <a:pt x="42" y="0"/>
                  </a:lnTo>
                  <a:lnTo>
                    <a:pt x="44" y="0"/>
                  </a:lnTo>
                  <a:lnTo>
                    <a:pt x="48" y="0"/>
                  </a:lnTo>
                  <a:lnTo>
                    <a:pt x="48" y="0"/>
                  </a:lnTo>
                  <a:lnTo>
                    <a:pt x="48" y="0"/>
                  </a:lnTo>
                  <a:lnTo>
                    <a:pt x="48" y="0"/>
                  </a:lnTo>
                  <a:lnTo>
                    <a:pt x="48" y="4"/>
                  </a:lnTo>
                  <a:lnTo>
                    <a:pt x="48" y="4"/>
                  </a:lnTo>
                  <a:lnTo>
                    <a:pt x="52" y="4"/>
                  </a:lnTo>
                  <a:lnTo>
                    <a:pt x="52" y="4"/>
                  </a:lnTo>
                  <a:lnTo>
                    <a:pt x="52" y="4"/>
                  </a:lnTo>
                  <a:lnTo>
                    <a:pt x="52" y="8"/>
                  </a:lnTo>
                  <a:lnTo>
                    <a:pt x="52" y="12"/>
                  </a:lnTo>
                  <a:lnTo>
                    <a:pt x="52" y="12"/>
                  </a:lnTo>
                  <a:lnTo>
                    <a:pt x="52" y="12"/>
                  </a:lnTo>
                  <a:lnTo>
                    <a:pt x="52" y="12"/>
                  </a:lnTo>
                  <a:lnTo>
                    <a:pt x="52" y="16"/>
                  </a:lnTo>
                  <a:lnTo>
                    <a:pt x="52" y="16"/>
                  </a:lnTo>
                  <a:lnTo>
                    <a:pt x="52" y="16"/>
                  </a:lnTo>
                  <a:lnTo>
                    <a:pt x="52" y="16"/>
                  </a:lnTo>
                  <a:lnTo>
                    <a:pt x="52" y="16"/>
                  </a:lnTo>
                  <a:lnTo>
                    <a:pt x="52" y="18"/>
                  </a:lnTo>
                  <a:lnTo>
                    <a:pt x="52" y="18"/>
                  </a:lnTo>
                  <a:lnTo>
                    <a:pt x="48" y="18"/>
                  </a:lnTo>
                  <a:lnTo>
                    <a:pt x="48" y="18"/>
                  </a:lnTo>
                  <a:lnTo>
                    <a:pt x="48" y="18"/>
                  </a:lnTo>
                  <a:lnTo>
                    <a:pt x="48" y="18"/>
                  </a:lnTo>
                  <a:lnTo>
                    <a:pt x="48" y="18"/>
                  </a:lnTo>
                  <a:lnTo>
                    <a:pt x="48" y="18"/>
                  </a:lnTo>
                  <a:lnTo>
                    <a:pt x="48" y="18"/>
                  </a:lnTo>
                  <a:lnTo>
                    <a:pt x="44" y="18"/>
                  </a:lnTo>
                  <a:lnTo>
                    <a:pt x="44" y="22"/>
                  </a:lnTo>
                  <a:lnTo>
                    <a:pt x="48" y="22"/>
                  </a:lnTo>
                  <a:lnTo>
                    <a:pt x="48" y="22"/>
                  </a:lnTo>
                  <a:lnTo>
                    <a:pt x="52" y="22"/>
                  </a:lnTo>
                  <a:lnTo>
                    <a:pt x="52" y="22"/>
                  </a:lnTo>
                  <a:lnTo>
                    <a:pt x="52" y="22"/>
                  </a:lnTo>
                  <a:lnTo>
                    <a:pt x="52" y="26"/>
                  </a:lnTo>
                  <a:lnTo>
                    <a:pt x="52" y="26"/>
                  </a:lnTo>
                  <a:lnTo>
                    <a:pt x="52" y="26"/>
                  </a:lnTo>
                  <a:lnTo>
                    <a:pt x="52" y="26"/>
                  </a:lnTo>
                  <a:lnTo>
                    <a:pt x="52" y="26"/>
                  </a:lnTo>
                  <a:lnTo>
                    <a:pt x="48" y="26"/>
                  </a:lnTo>
                  <a:lnTo>
                    <a:pt x="48" y="30"/>
                  </a:lnTo>
                  <a:lnTo>
                    <a:pt x="48" y="30"/>
                  </a:lnTo>
                  <a:lnTo>
                    <a:pt x="48" y="30"/>
                  </a:lnTo>
                  <a:lnTo>
                    <a:pt x="48" y="30"/>
                  </a:lnTo>
                  <a:lnTo>
                    <a:pt x="48" y="30"/>
                  </a:lnTo>
                  <a:lnTo>
                    <a:pt x="48" y="30"/>
                  </a:lnTo>
                  <a:lnTo>
                    <a:pt x="48" y="30"/>
                  </a:lnTo>
                  <a:lnTo>
                    <a:pt x="48" y="34"/>
                  </a:lnTo>
                  <a:lnTo>
                    <a:pt x="48" y="34"/>
                  </a:lnTo>
                  <a:lnTo>
                    <a:pt x="48" y="34"/>
                  </a:lnTo>
                  <a:lnTo>
                    <a:pt x="48" y="34"/>
                  </a:lnTo>
                  <a:lnTo>
                    <a:pt x="44" y="34"/>
                  </a:lnTo>
                  <a:lnTo>
                    <a:pt x="44" y="34"/>
                  </a:lnTo>
                  <a:lnTo>
                    <a:pt x="44" y="34"/>
                  </a:lnTo>
                  <a:lnTo>
                    <a:pt x="44" y="34"/>
                  </a:lnTo>
                  <a:lnTo>
                    <a:pt x="42" y="34"/>
                  </a:lnTo>
                  <a:lnTo>
                    <a:pt x="38" y="34"/>
                  </a:lnTo>
                  <a:lnTo>
                    <a:pt x="38" y="34"/>
                  </a:lnTo>
                  <a:lnTo>
                    <a:pt x="38" y="34"/>
                  </a:lnTo>
                  <a:lnTo>
                    <a:pt x="38" y="38"/>
                  </a:lnTo>
                  <a:lnTo>
                    <a:pt x="38" y="38"/>
                  </a:lnTo>
                  <a:lnTo>
                    <a:pt x="38" y="38"/>
                  </a:lnTo>
                  <a:lnTo>
                    <a:pt x="38" y="38"/>
                  </a:lnTo>
                  <a:lnTo>
                    <a:pt x="38" y="42"/>
                  </a:lnTo>
                  <a:lnTo>
                    <a:pt x="38" y="42"/>
                  </a:lnTo>
                  <a:lnTo>
                    <a:pt x="38" y="42"/>
                  </a:lnTo>
                  <a:lnTo>
                    <a:pt x="42" y="42"/>
                  </a:lnTo>
                  <a:lnTo>
                    <a:pt x="42" y="42"/>
                  </a:lnTo>
                  <a:lnTo>
                    <a:pt x="42" y="44"/>
                  </a:lnTo>
                  <a:lnTo>
                    <a:pt x="38" y="44"/>
                  </a:lnTo>
                  <a:lnTo>
                    <a:pt x="38" y="48"/>
                  </a:lnTo>
                  <a:lnTo>
                    <a:pt x="38" y="48"/>
                  </a:lnTo>
                  <a:lnTo>
                    <a:pt x="38" y="48"/>
                  </a:lnTo>
                  <a:lnTo>
                    <a:pt x="38" y="48"/>
                  </a:lnTo>
                  <a:lnTo>
                    <a:pt x="38" y="52"/>
                  </a:lnTo>
                  <a:lnTo>
                    <a:pt x="34" y="52"/>
                  </a:lnTo>
                  <a:lnTo>
                    <a:pt x="34" y="52"/>
                  </a:lnTo>
                  <a:lnTo>
                    <a:pt x="34" y="52"/>
                  </a:lnTo>
                  <a:lnTo>
                    <a:pt x="34" y="52"/>
                  </a:lnTo>
                  <a:lnTo>
                    <a:pt x="38" y="52"/>
                  </a:lnTo>
                  <a:lnTo>
                    <a:pt x="38" y="52"/>
                  </a:lnTo>
                  <a:lnTo>
                    <a:pt x="38" y="56"/>
                  </a:lnTo>
                  <a:lnTo>
                    <a:pt x="38" y="56"/>
                  </a:lnTo>
                  <a:lnTo>
                    <a:pt x="38" y="56"/>
                  </a:lnTo>
                  <a:lnTo>
                    <a:pt x="38" y="56"/>
                  </a:lnTo>
                  <a:lnTo>
                    <a:pt x="38" y="56"/>
                  </a:lnTo>
                  <a:lnTo>
                    <a:pt x="38" y="56"/>
                  </a:lnTo>
                  <a:lnTo>
                    <a:pt x="34" y="56"/>
                  </a:lnTo>
                  <a:lnTo>
                    <a:pt x="34" y="60"/>
                  </a:lnTo>
                  <a:lnTo>
                    <a:pt x="34" y="56"/>
                  </a:lnTo>
                  <a:lnTo>
                    <a:pt x="34" y="56"/>
                  </a:lnTo>
                  <a:lnTo>
                    <a:pt x="34" y="56"/>
                  </a:lnTo>
                  <a:lnTo>
                    <a:pt x="34" y="56"/>
                  </a:lnTo>
                  <a:lnTo>
                    <a:pt x="34" y="56"/>
                  </a:lnTo>
                  <a:lnTo>
                    <a:pt x="34" y="56"/>
                  </a:lnTo>
                  <a:lnTo>
                    <a:pt x="34" y="56"/>
                  </a:lnTo>
                  <a:lnTo>
                    <a:pt x="34" y="56"/>
                  </a:lnTo>
                  <a:lnTo>
                    <a:pt x="34" y="56"/>
                  </a:lnTo>
                  <a:lnTo>
                    <a:pt x="30" y="56"/>
                  </a:lnTo>
                  <a:lnTo>
                    <a:pt x="30" y="56"/>
                  </a:lnTo>
                  <a:lnTo>
                    <a:pt x="30" y="56"/>
                  </a:lnTo>
                  <a:lnTo>
                    <a:pt x="34" y="52"/>
                  </a:lnTo>
                  <a:lnTo>
                    <a:pt x="34" y="52"/>
                  </a:lnTo>
                  <a:lnTo>
                    <a:pt x="34" y="52"/>
                  </a:lnTo>
                  <a:lnTo>
                    <a:pt x="34" y="48"/>
                  </a:lnTo>
                  <a:lnTo>
                    <a:pt x="34" y="48"/>
                  </a:lnTo>
                  <a:lnTo>
                    <a:pt x="34" y="48"/>
                  </a:lnTo>
                  <a:lnTo>
                    <a:pt x="30" y="48"/>
                  </a:lnTo>
                  <a:lnTo>
                    <a:pt x="30" y="48"/>
                  </a:lnTo>
                  <a:lnTo>
                    <a:pt x="30" y="48"/>
                  </a:lnTo>
                  <a:lnTo>
                    <a:pt x="30" y="44"/>
                  </a:lnTo>
                  <a:lnTo>
                    <a:pt x="30" y="48"/>
                  </a:lnTo>
                  <a:lnTo>
                    <a:pt x="30" y="48"/>
                  </a:lnTo>
                  <a:lnTo>
                    <a:pt x="26" y="48"/>
                  </a:lnTo>
                  <a:lnTo>
                    <a:pt x="26" y="48"/>
                  </a:lnTo>
                  <a:lnTo>
                    <a:pt x="26" y="44"/>
                  </a:lnTo>
                  <a:lnTo>
                    <a:pt x="26" y="44"/>
                  </a:lnTo>
                  <a:lnTo>
                    <a:pt x="26" y="44"/>
                  </a:lnTo>
                  <a:lnTo>
                    <a:pt x="26" y="44"/>
                  </a:lnTo>
                  <a:lnTo>
                    <a:pt x="22" y="44"/>
                  </a:lnTo>
                  <a:lnTo>
                    <a:pt x="22" y="44"/>
                  </a:lnTo>
                  <a:lnTo>
                    <a:pt x="22" y="42"/>
                  </a:lnTo>
                  <a:lnTo>
                    <a:pt x="22" y="42"/>
                  </a:lnTo>
                  <a:lnTo>
                    <a:pt x="22" y="42"/>
                  </a:lnTo>
                  <a:lnTo>
                    <a:pt x="22" y="44"/>
                  </a:lnTo>
                  <a:lnTo>
                    <a:pt x="22" y="44"/>
                  </a:lnTo>
                  <a:lnTo>
                    <a:pt x="20" y="44"/>
                  </a:lnTo>
                  <a:lnTo>
                    <a:pt x="20" y="44"/>
                  </a:lnTo>
                  <a:lnTo>
                    <a:pt x="20" y="42"/>
                  </a:lnTo>
                  <a:lnTo>
                    <a:pt x="20" y="42"/>
                  </a:lnTo>
                  <a:lnTo>
                    <a:pt x="20" y="42"/>
                  </a:lnTo>
                  <a:lnTo>
                    <a:pt x="20" y="42"/>
                  </a:lnTo>
                  <a:lnTo>
                    <a:pt x="20" y="42"/>
                  </a:lnTo>
                  <a:lnTo>
                    <a:pt x="20" y="44"/>
                  </a:lnTo>
                  <a:lnTo>
                    <a:pt x="20" y="44"/>
                  </a:lnTo>
                  <a:lnTo>
                    <a:pt x="16" y="44"/>
                  </a:lnTo>
                  <a:lnTo>
                    <a:pt x="16" y="44"/>
                  </a:lnTo>
                  <a:lnTo>
                    <a:pt x="16" y="42"/>
                  </a:lnTo>
                  <a:lnTo>
                    <a:pt x="16" y="42"/>
                  </a:lnTo>
                  <a:lnTo>
                    <a:pt x="16" y="44"/>
                  </a:lnTo>
                  <a:lnTo>
                    <a:pt x="16" y="44"/>
                  </a:lnTo>
                  <a:lnTo>
                    <a:pt x="16" y="44"/>
                  </a:lnTo>
                  <a:lnTo>
                    <a:pt x="16" y="44"/>
                  </a:lnTo>
                  <a:lnTo>
                    <a:pt x="16" y="44"/>
                  </a:lnTo>
                  <a:lnTo>
                    <a:pt x="16" y="44"/>
                  </a:lnTo>
                  <a:lnTo>
                    <a:pt x="16" y="44"/>
                  </a:lnTo>
                  <a:lnTo>
                    <a:pt x="12" y="44"/>
                  </a:lnTo>
                  <a:lnTo>
                    <a:pt x="12" y="44"/>
                  </a:lnTo>
                  <a:lnTo>
                    <a:pt x="12" y="44"/>
                  </a:lnTo>
                  <a:lnTo>
                    <a:pt x="8" y="44"/>
                  </a:lnTo>
                  <a:lnTo>
                    <a:pt x="8" y="44"/>
                  </a:lnTo>
                  <a:lnTo>
                    <a:pt x="8" y="44"/>
                  </a:lnTo>
                  <a:lnTo>
                    <a:pt x="8" y="44"/>
                  </a:lnTo>
                  <a:lnTo>
                    <a:pt x="4" y="44"/>
                  </a:lnTo>
                  <a:lnTo>
                    <a:pt x="0" y="44"/>
                  </a:lnTo>
                  <a:lnTo>
                    <a:pt x="0" y="42"/>
                  </a:lnTo>
                  <a:lnTo>
                    <a:pt x="0" y="42"/>
                  </a:lnTo>
                  <a:lnTo>
                    <a:pt x="0" y="42"/>
                  </a:lnTo>
                  <a:lnTo>
                    <a:pt x="0" y="42"/>
                  </a:lnTo>
                  <a:lnTo>
                    <a:pt x="4" y="42"/>
                  </a:lnTo>
                  <a:lnTo>
                    <a:pt x="4" y="42"/>
                  </a:lnTo>
                  <a:lnTo>
                    <a:pt x="8" y="42"/>
                  </a:lnTo>
                  <a:lnTo>
                    <a:pt x="8" y="42"/>
                  </a:lnTo>
                  <a:lnTo>
                    <a:pt x="8" y="42"/>
                  </a:lnTo>
                  <a:lnTo>
                    <a:pt x="8" y="42"/>
                  </a:lnTo>
                  <a:lnTo>
                    <a:pt x="8" y="42"/>
                  </a:lnTo>
                  <a:lnTo>
                    <a:pt x="8" y="42"/>
                  </a:lnTo>
                  <a:lnTo>
                    <a:pt x="8" y="42"/>
                  </a:lnTo>
                  <a:lnTo>
                    <a:pt x="8" y="42"/>
                  </a:lnTo>
                  <a:lnTo>
                    <a:pt x="8" y="42"/>
                  </a:lnTo>
                  <a:lnTo>
                    <a:pt x="8" y="42"/>
                  </a:lnTo>
                  <a:lnTo>
                    <a:pt x="8" y="42"/>
                  </a:lnTo>
                  <a:lnTo>
                    <a:pt x="8" y="42"/>
                  </a:lnTo>
                  <a:lnTo>
                    <a:pt x="8" y="42"/>
                  </a:lnTo>
                  <a:lnTo>
                    <a:pt x="12" y="44"/>
                  </a:lnTo>
                  <a:lnTo>
                    <a:pt x="12" y="44"/>
                  </a:lnTo>
                  <a:lnTo>
                    <a:pt x="12" y="44"/>
                  </a:lnTo>
                  <a:lnTo>
                    <a:pt x="12" y="44"/>
                  </a:lnTo>
                  <a:lnTo>
                    <a:pt x="12" y="44"/>
                  </a:lnTo>
                  <a:lnTo>
                    <a:pt x="12" y="44"/>
                  </a:lnTo>
                  <a:lnTo>
                    <a:pt x="12" y="42"/>
                  </a:lnTo>
                  <a:lnTo>
                    <a:pt x="12" y="42"/>
                  </a:lnTo>
                  <a:lnTo>
                    <a:pt x="12" y="42"/>
                  </a:lnTo>
                  <a:lnTo>
                    <a:pt x="12" y="42"/>
                  </a:lnTo>
                  <a:lnTo>
                    <a:pt x="12" y="42"/>
                  </a:lnTo>
                  <a:lnTo>
                    <a:pt x="8" y="42"/>
                  </a:lnTo>
                  <a:lnTo>
                    <a:pt x="8" y="42"/>
                  </a:lnTo>
                  <a:lnTo>
                    <a:pt x="8" y="42"/>
                  </a:lnTo>
                  <a:lnTo>
                    <a:pt x="8" y="42"/>
                  </a:lnTo>
                  <a:lnTo>
                    <a:pt x="12" y="42"/>
                  </a:lnTo>
                  <a:lnTo>
                    <a:pt x="12" y="42"/>
                  </a:lnTo>
                  <a:lnTo>
                    <a:pt x="12" y="42"/>
                  </a:lnTo>
                  <a:lnTo>
                    <a:pt x="12" y="42"/>
                  </a:lnTo>
                  <a:lnTo>
                    <a:pt x="12" y="42"/>
                  </a:lnTo>
                  <a:lnTo>
                    <a:pt x="12" y="42"/>
                  </a:lnTo>
                  <a:lnTo>
                    <a:pt x="12" y="42"/>
                  </a:lnTo>
                  <a:lnTo>
                    <a:pt x="12" y="42"/>
                  </a:lnTo>
                  <a:lnTo>
                    <a:pt x="12" y="38"/>
                  </a:lnTo>
                  <a:lnTo>
                    <a:pt x="12" y="38"/>
                  </a:lnTo>
                  <a:lnTo>
                    <a:pt x="12" y="38"/>
                  </a:lnTo>
                  <a:lnTo>
                    <a:pt x="12" y="38"/>
                  </a:lnTo>
                  <a:lnTo>
                    <a:pt x="12" y="38"/>
                  </a:lnTo>
                  <a:lnTo>
                    <a:pt x="12" y="38"/>
                  </a:lnTo>
                  <a:lnTo>
                    <a:pt x="12" y="38"/>
                  </a:lnTo>
                  <a:lnTo>
                    <a:pt x="8" y="38"/>
                  </a:lnTo>
                  <a:lnTo>
                    <a:pt x="8" y="38"/>
                  </a:lnTo>
                  <a:lnTo>
                    <a:pt x="8" y="38"/>
                  </a:lnTo>
                  <a:lnTo>
                    <a:pt x="8" y="38"/>
                  </a:lnTo>
                  <a:lnTo>
                    <a:pt x="8" y="38"/>
                  </a:lnTo>
                  <a:lnTo>
                    <a:pt x="8" y="38"/>
                  </a:lnTo>
                  <a:lnTo>
                    <a:pt x="8" y="34"/>
                  </a:lnTo>
                  <a:lnTo>
                    <a:pt x="8" y="34"/>
                  </a:lnTo>
                  <a:lnTo>
                    <a:pt x="8" y="34"/>
                  </a:lnTo>
                  <a:lnTo>
                    <a:pt x="8" y="34"/>
                  </a:lnTo>
                  <a:lnTo>
                    <a:pt x="8" y="34"/>
                  </a:lnTo>
                  <a:lnTo>
                    <a:pt x="12" y="34"/>
                  </a:lnTo>
                  <a:lnTo>
                    <a:pt x="12" y="34"/>
                  </a:lnTo>
                  <a:lnTo>
                    <a:pt x="12" y="30"/>
                  </a:lnTo>
                  <a:lnTo>
                    <a:pt x="16" y="26"/>
                  </a:lnTo>
                  <a:lnTo>
                    <a:pt x="16" y="26"/>
                  </a:lnTo>
                  <a:lnTo>
                    <a:pt x="16" y="26"/>
                  </a:lnTo>
                  <a:lnTo>
                    <a:pt x="16" y="26"/>
                  </a:lnTo>
                  <a:lnTo>
                    <a:pt x="16" y="26"/>
                  </a:lnTo>
                  <a:lnTo>
                    <a:pt x="16" y="22"/>
                  </a:lnTo>
                  <a:lnTo>
                    <a:pt x="16" y="22"/>
                  </a:lnTo>
                  <a:lnTo>
                    <a:pt x="16" y="22"/>
                  </a:lnTo>
                  <a:lnTo>
                    <a:pt x="16" y="22"/>
                  </a:lnTo>
                  <a:lnTo>
                    <a:pt x="20" y="22"/>
                  </a:lnTo>
                  <a:lnTo>
                    <a:pt x="20" y="22"/>
                  </a:lnTo>
                  <a:lnTo>
                    <a:pt x="20" y="22"/>
                  </a:lnTo>
                  <a:lnTo>
                    <a:pt x="22" y="22"/>
                  </a:lnTo>
                  <a:lnTo>
                    <a:pt x="22" y="22"/>
                  </a:lnTo>
                  <a:lnTo>
                    <a:pt x="22" y="22"/>
                  </a:lnTo>
                  <a:lnTo>
                    <a:pt x="22" y="22"/>
                  </a:lnTo>
                  <a:lnTo>
                    <a:pt x="22" y="26"/>
                  </a:lnTo>
                  <a:lnTo>
                    <a:pt x="26" y="26"/>
                  </a:lnTo>
                  <a:lnTo>
                    <a:pt x="26" y="26"/>
                  </a:lnTo>
                  <a:lnTo>
                    <a:pt x="26" y="26"/>
                  </a:lnTo>
                  <a:lnTo>
                    <a:pt x="26" y="26"/>
                  </a:lnTo>
                  <a:lnTo>
                    <a:pt x="26" y="26"/>
                  </a:lnTo>
                  <a:close/>
                  <a:moveTo>
                    <a:pt x="22" y="22"/>
                  </a:moveTo>
                  <a:lnTo>
                    <a:pt x="22" y="22"/>
                  </a:lnTo>
                  <a:lnTo>
                    <a:pt x="22" y="18"/>
                  </a:lnTo>
                  <a:lnTo>
                    <a:pt x="22" y="18"/>
                  </a:lnTo>
                  <a:lnTo>
                    <a:pt x="22" y="18"/>
                  </a:lnTo>
                  <a:lnTo>
                    <a:pt x="22" y="18"/>
                  </a:lnTo>
                  <a:lnTo>
                    <a:pt x="22" y="18"/>
                  </a:lnTo>
                  <a:lnTo>
                    <a:pt x="22" y="18"/>
                  </a:lnTo>
                  <a:lnTo>
                    <a:pt x="26" y="18"/>
                  </a:lnTo>
                  <a:lnTo>
                    <a:pt x="26" y="18"/>
                  </a:lnTo>
                  <a:lnTo>
                    <a:pt x="26" y="18"/>
                  </a:lnTo>
                  <a:lnTo>
                    <a:pt x="26" y="18"/>
                  </a:lnTo>
                  <a:lnTo>
                    <a:pt x="26" y="18"/>
                  </a:lnTo>
                  <a:lnTo>
                    <a:pt x="26" y="18"/>
                  </a:lnTo>
                  <a:lnTo>
                    <a:pt x="26" y="18"/>
                  </a:lnTo>
                  <a:lnTo>
                    <a:pt x="30" y="18"/>
                  </a:lnTo>
                  <a:lnTo>
                    <a:pt x="30" y="18"/>
                  </a:lnTo>
                  <a:lnTo>
                    <a:pt x="30" y="18"/>
                  </a:lnTo>
                  <a:lnTo>
                    <a:pt x="30" y="18"/>
                  </a:lnTo>
                  <a:lnTo>
                    <a:pt x="30" y="18"/>
                  </a:lnTo>
                  <a:lnTo>
                    <a:pt x="30" y="22"/>
                  </a:lnTo>
                  <a:lnTo>
                    <a:pt x="30" y="22"/>
                  </a:lnTo>
                  <a:lnTo>
                    <a:pt x="26" y="22"/>
                  </a:lnTo>
                  <a:lnTo>
                    <a:pt x="26" y="22"/>
                  </a:lnTo>
                  <a:lnTo>
                    <a:pt x="26" y="22"/>
                  </a:lnTo>
                  <a:lnTo>
                    <a:pt x="26" y="22"/>
                  </a:lnTo>
                  <a:lnTo>
                    <a:pt x="22" y="22"/>
                  </a:lnTo>
                  <a:lnTo>
                    <a:pt x="22" y="22"/>
                  </a:lnTo>
                  <a:lnTo>
                    <a:pt x="22" y="22"/>
                  </a:lnTo>
                  <a:lnTo>
                    <a:pt x="22" y="22"/>
                  </a:lnTo>
                  <a:lnTo>
                    <a:pt x="22" y="22"/>
                  </a:lnTo>
                  <a:lnTo>
                    <a:pt x="22" y="22"/>
                  </a:lnTo>
                  <a:lnTo>
                    <a:pt x="22" y="22"/>
                  </a:lnTo>
                  <a:lnTo>
                    <a:pt x="22" y="22"/>
                  </a:lnTo>
                  <a:lnTo>
                    <a:pt x="22" y="22"/>
                  </a:lnTo>
                  <a:close/>
                  <a:moveTo>
                    <a:pt x="30" y="22"/>
                  </a:moveTo>
                  <a:lnTo>
                    <a:pt x="30" y="22"/>
                  </a:lnTo>
                  <a:lnTo>
                    <a:pt x="30" y="26"/>
                  </a:lnTo>
                  <a:lnTo>
                    <a:pt x="30" y="26"/>
                  </a:lnTo>
                  <a:lnTo>
                    <a:pt x="30" y="26"/>
                  </a:lnTo>
                  <a:lnTo>
                    <a:pt x="30" y="26"/>
                  </a:lnTo>
                  <a:lnTo>
                    <a:pt x="26" y="26"/>
                  </a:lnTo>
                  <a:lnTo>
                    <a:pt x="26" y="26"/>
                  </a:lnTo>
                  <a:lnTo>
                    <a:pt x="26" y="26"/>
                  </a:lnTo>
                  <a:lnTo>
                    <a:pt x="26" y="26"/>
                  </a:lnTo>
                  <a:lnTo>
                    <a:pt x="26" y="26"/>
                  </a:lnTo>
                  <a:lnTo>
                    <a:pt x="26" y="26"/>
                  </a:lnTo>
                  <a:lnTo>
                    <a:pt x="26" y="26"/>
                  </a:lnTo>
                  <a:lnTo>
                    <a:pt x="26" y="26"/>
                  </a:lnTo>
                  <a:lnTo>
                    <a:pt x="26" y="26"/>
                  </a:lnTo>
                  <a:lnTo>
                    <a:pt x="22" y="22"/>
                  </a:lnTo>
                  <a:lnTo>
                    <a:pt x="26" y="22"/>
                  </a:lnTo>
                  <a:lnTo>
                    <a:pt x="26" y="22"/>
                  </a:lnTo>
                  <a:lnTo>
                    <a:pt x="26" y="22"/>
                  </a:lnTo>
                  <a:lnTo>
                    <a:pt x="26" y="22"/>
                  </a:lnTo>
                  <a:lnTo>
                    <a:pt x="30" y="22"/>
                  </a:lnTo>
                  <a:lnTo>
                    <a:pt x="30" y="22"/>
                  </a:lnTo>
                  <a:lnTo>
                    <a:pt x="30" y="22"/>
                  </a:lnTo>
                  <a:lnTo>
                    <a:pt x="30" y="18"/>
                  </a:lnTo>
                  <a:lnTo>
                    <a:pt x="30" y="18"/>
                  </a:lnTo>
                  <a:lnTo>
                    <a:pt x="30" y="18"/>
                  </a:lnTo>
                  <a:lnTo>
                    <a:pt x="34" y="18"/>
                  </a:lnTo>
                  <a:lnTo>
                    <a:pt x="34" y="18"/>
                  </a:lnTo>
                  <a:lnTo>
                    <a:pt x="34" y="22"/>
                  </a:lnTo>
                  <a:lnTo>
                    <a:pt x="34" y="22"/>
                  </a:lnTo>
                  <a:lnTo>
                    <a:pt x="34" y="22"/>
                  </a:lnTo>
                  <a:lnTo>
                    <a:pt x="34" y="22"/>
                  </a:lnTo>
                  <a:lnTo>
                    <a:pt x="34" y="22"/>
                  </a:lnTo>
                  <a:lnTo>
                    <a:pt x="34" y="22"/>
                  </a:lnTo>
                  <a:lnTo>
                    <a:pt x="30" y="22"/>
                  </a:lnTo>
                  <a:lnTo>
                    <a:pt x="30" y="22"/>
                  </a:lnTo>
                  <a:lnTo>
                    <a:pt x="30" y="22"/>
                  </a:lnTo>
                  <a:lnTo>
                    <a:pt x="30" y="22"/>
                  </a:lnTo>
                  <a:close/>
                  <a:moveTo>
                    <a:pt x="8" y="38"/>
                  </a:moveTo>
                  <a:lnTo>
                    <a:pt x="8" y="38"/>
                  </a:lnTo>
                  <a:lnTo>
                    <a:pt x="8" y="38"/>
                  </a:lnTo>
                  <a:lnTo>
                    <a:pt x="8" y="38"/>
                  </a:lnTo>
                  <a:lnTo>
                    <a:pt x="8" y="38"/>
                  </a:lnTo>
                  <a:lnTo>
                    <a:pt x="12" y="38"/>
                  </a:lnTo>
                  <a:lnTo>
                    <a:pt x="12" y="38"/>
                  </a:lnTo>
                  <a:lnTo>
                    <a:pt x="12" y="42"/>
                  </a:lnTo>
                  <a:lnTo>
                    <a:pt x="8" y="42"/>
                  </a:lnTo>
                  <a:lnTo>
                    <a:pt x="8" y="42"/>
                  </a:lnTo>
                  <a:lnTo>
                    <a:pt x="8" y="42"/>
                  </a:lnTo>
                  <a:lnTo>
                    <a:pt x="8" y="42"/>
                  </a:lnTo>
                  <a:lnTo>
                    <a:pt x="4" y="38"/>
                  </a:lnTo>
                  <a:lnTo>
                    <a:pt x="4" y="38"/>
                  </a:lnTo>
                  <a:lnTo>
                    <a:pt x="4" y="38"/>
                  </a:lnTo>
                  <a:lnTo>
                    <a:pt x="4" y="38"/>
                  </a:lnTo>
                  <a:lnTo>
                    <a:pt x="4" y="38"/>
                  </a:lnTo>
                  <a:lnTo>
                    <a:pt x="4" y="38"/>
                  </a:lnTo>
                  <a:lnTo>
                    <a:pt x="4" y="38"/>
                  </a:lnTo>
                  <a:lnTo>
                    <a:pt x="8" y="38"/>
                  </a:lnTo>
                  <a:lnTo>
                    <a:pt x="8" y="38"/>
                  </a:lnTo>
                  <a:lnTo>
                    <a:pt x="8" y="38"/>
                  </a:lnTo>
                  <a:close/>
                  <a:moveTo>
                    <a:pt x="0" y="44"/>
                  </a:moveTo>
                  <a:lnTo>
                    <a:pt x="0" y="44"/>
                  </a:lnTo>
                  <a:lnTo>
                    <a:pt x="0" y="44"/>
                  </a:lnTo>
                  <a:lnTo>
                    <a:pt x="0" y="44"/>
                  </a:lnTo>
                  <a:lnTo>
                    <a:pt x="4" y="44"/>
                  </a:lnTo>
                  <a:lnTo>
                    <a:pt x="4" y="44"/>
                  </a:lnTo>
                  <a:lnTo>
                    <a:pt x="4" y="44"/>
                  </a:lnTo>
                  <a:lnTo>
                    <a:pt x="8" y="44"/>
                  </a:lnTo>
                  <a:lnTo>
                    <a:pt x="8" y="44"/>
                  </a:lnTo>
                  <a:lnTo>
                    <a:pt x="12" y="44"/>
                  </a:lnTo>
                  <a:lnTo>
                    <a:pt x="12" y="44"/>
                  </a:lnTo>
                  <a:lnTo>
                    <a:pt x="12" y="44"/>
                  </a:lnTo>
                  <a:lnTo>
                    <a:pt x="12" y="44"/>
                  </a:lnTo>
                  <a:lnTo>
                    <a:pt x="12" y="48"/>
                  </a:lnTo>
                  <a:lnTo>
                    <a:pt x="8" y="48"/>
                  </a:lnTo>
                  <a:lnTo>
                    <a:pt x="8" y="48"/>
                  </a:lnTo>
                  <a:lnTo>
                    <a:pt x="8" y="48"/>
                  </a:lnTo>
                  <a:lnTo>
                    <a:pt x="4" y="48"/>
                  </a:lnTo>
                  <a:lnTo>
                    <a:pt x="4" y="48"/>
                  </a:lnTo>
                  <a:lnTo>
                    <a:pt x="4" y="44"/>
                  </a:lnTo>
                  <a:lnTo>
                    <a:pt x="4" y="44"/>
                  </a:lnTo>
                  <a:lnTo>
                    <a:pt x="0" y="48"/>
                  </a:lnTo>
                  <a:lnTo>
                    <a:pt x="0" y="48"/>
                  </a:lnTo>
                  <a:lnTo>
                    <a:pt x="0" y="48"/>
                  </a:lnTo>
                  <a:lnTo>
                    <a:pt x="0" y="48"/>
                  </a:lnTo>
                  <a:lnTo>
                    <a:pt x="0" y="48"/>
                  </a:lnTo>
                  <a:lnTo>
                    <a:pt x="0" y="48"/>
                  </a:lnTo>
                  <a:lnTo>
                    <a:pt x="0" y="44"/>
                  </a:lnTo>
                  <a:lnTo>
                    <a:pt x="0" y="44"/>
                  </a:lnTo>
                  <a:lnTo>
                    <a:pt x="0" y="44"/>
                  </a:lnTo>
                  <a:lnTo>
                    <a:pt x="0" y="44"/>
                  </a:lnTo>
                  <a:close/>
                  <a:moveTo>
                    <a:pt x="26" y="4"/>
                  </a:moveTo>
                  <a:lnTo>
                    <a:pt x="26" y="4"/>
                  </a:lnTo>
                  <a:lnTo>
                    <a:pt x="26" y="4"/>
                  </a:lnTo>
                  <a:lnTo>
                    <a:pt x="26" y="4"/>
                  </a:lnTo>
                  <a:lnTo>
                    <a:pt x="26" y="4"/>
                  </a:lnTo>
                  <a:lnTo>
                    <a:pt x="26" y="4"/>
                  </a:lnTo>
                  <a:lnTo>
                    <a:pt x="26" y="4"/>
                  </a:lnTo>
                  <a:lnTo>
                    <a:pt x="30" y="0"/>
                  </a:lnTo>
                  <a:lnTo>
                    <a:pt x="30" y="0"/>
                  </a:lnTo>
                  <a:lnTo>
                    <a:pt x="30" y="0"/>
                  </a:lnTo>
                  <a:lnTo>
                    <a:pt x="30" y="0"/>
                  </a:lnTo>
                  <a:lnTo>
                    <a:pt x="30" y="0"/>
                  </a:lnTo>
                  <a:lnTo>
                    <a:pt x="26" y="4"/>
                  </a:lnTo>
                  <a:lnTo>
                    <a:pt x="26" y="4"/>
                  </a:lnTo>
                  <a:lnTo>
                    <a:pt x="26" y="4"/>
                  </a:lnTo>
                  <a:lnTo>
                    <a:pt x="26" y="4"/>
                  </a:lnTo>
                  <a:lnTo>
                    <a:pt x="26" y="4"/>
                  </a:lnTo>
                  <a:lnTo>
                    <a:pt x="26" y="4"/>
                  </a:lnTo>
                  <a:close/>
                  <a:moveTo>
                    <a:pt x="20" y="12"/>
                  </a:moveTo>
                  <a:lnTo>
                    <a:pt x="20" y="12"/>
                  </a:lnTo>
                  <a:lnTo>
                    <a:pt x="20" y="12"/>
                  </a:lnTo>
                  <a:lnTo>
                    <a:pt x="20" y="12"/>
                  </a:lnTo>
                  <a:lnTo>
                    <a:pt x="20" y="12"/>
                  </a:lnTo>
                  <a:lnTo>
                    <a:pt x="20" y="12"/>
                  </a:lnTo>
                  <a:lnTo>
                    <a:pt x="20" y="8"/>
                  </a:lnTo>
                  <a:lnTo>
                    <a:pt x="20" y="8"/>
                  </a:lnTo>
                  <a:lnTo>
                    <a:pt x="20" y="8"/>
                  </a:lnTo>
                  <a:lnTo>
                    <a:pt x="20" y="8"/>
                  </a:lnTo>
                  <a:lnTo>
                    <a:pt x="20" y="8"/>
                  </a:lnTo>
                  <a:lnTo>
                    <a:pt x="22" y="8"/>
                  </a:lnTo>
                  <a:lnTo>
                    <a:pt x="22" y="8"/>
                  </a:lnTo>
                  <a:lnTo>
                    <a:pt x="22" y="8"/>
                  </a:lnTo>
                  <a:lnTo>
                    <a:pt x="22" y="8"/>
                  </a:lnTo>
                  <a:lnTo>
                    <a:pt x="22" y="8"/>
                  </a:lnTo>
                  <a:lnTo>
                    <a:pt x="20" y="12"/>
                  </a:lnTo>
                  <a:lnTo>
                    <a:pt x="20" y="12"/>
                  </a:lnTo>
                  <a:lnTo>
                    <a:pt x="20" y="12"/>
                  </a:lnTo>
                  <a:lnTo>
                    <a:pt x="20" y="12"/>
                  </a:lnTo>
                  <a:lnTo>
                    <a:pt x="20" y="12"/>
                  </a:lnTo>
                  <a:lnTo>
                    <a:pt x="20" y="12"/>
                  </a:lnTo>
                  <a:lnTo>
                    <a:pt x="20"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1" name="Freeform 116"/>
            <p:cNvSpPr>
              <a:spLocks noChangeAspect="1" noEditPoints="1"/>
            </p:cNvSpPr>
            <p:nvPr/>
          </p:nvSpPr>
          <p:spPr bwMode="gray">
            <a:xfrm>
              <a:off x="4914736" y="2084739"/>
              <a:ext cx="650485" cy="553085"/>
            </a:xfrm>
            <a:custGeom>
              <a:avLst/>
              <a:gdLst>
                <a:gd name="T0" fmla="*/ 104 w 374"/>
                <a:gd name="T1" fmla="*/ 154 h 318"/>
                <a:gd name="T2" fmla="*/ 120 w 374"/>
                <a:gd name="T3" fmla="*/ 132 h 318"/>
                <a:gd name="T4" fmla="*/ 120 w 374"/>
                <a:gd name="T5" fmla="*/ 116 h 318"/>
                <a:gd name="T6" fmla="*/ 142 w 374"/>
                <a:gd name="T7" fmla="*/ 102 h 318"/>
                <a:gd name="T8" fmla="*/ 150 w 374"/>
                <a:gd name="T9" fmla="*/ 94 h 318"/>
                <a:gd name="T10" fmla="*/ 146 w 374"/>
                <a:gd name="T11" fmla="*/ 82 h 318"/>
                <a:gd name="T12" fmla="*/ 164 w 374"/>
                <a:gd name="T13" fmla="*/ 82 h 318"/>
                <a:gd name="T14" fmla="*/ 184 w 374"/>
                <a:gd name="T15" fmla="*/ 72 h 318"/>
                <a:gd name="T16" fmla="*/ 180 w 374"/>
                <a:gd name="T17" fmla="*/ 56 h 318"/>
                <a:gd name="T18" fmla="*/ 202 w 374"/>
                <a:gd name="T19" fmla="*/ 42 h 318"/>
                <a:gd name="T20" fmla="*/ 232 w 374"/>
                <a:gd name="T21" fmla="*/ 30 h 318"/>
                <a:gd name="T22" fmla="*/ 254 w 374"/>
                <a:gd name="T23" fmla="*/ 22 h 318"/>
                <a:gd name="T24" fmla="*/ 276 w 374"/>
                <a:gd name="T25" fmla="*/ 8 h 318"/>
                <a:gd name="T26" fmla="*/ 296 w 374"/>
                <a:gd name="T27" fmla="*/ 22 h 318"/>
                <a:gd name="T28" fmla="*/ 318 w 374"/>
                <a:gd name="T29" fmla="*/ 8 h 318"/>
                <a:gd name="T30" fmla="*/ 332 w 374"/>
                <a:gd name="T31" fmla="*/ 22 h 318"/>
                <a:gd name="T32" fmla="*/ 374 w 374"/>
                <a:gd name="T33" fmla="*/ 22 h 318"/>
                <a:gd name="T34" fmla="*/ 358 w 374"/>
                <a:gd name="T35" fmla="*/ 34 h 318"/>
                <a:gd name="T36" fmla="*/ 348 w 374"/>
                <a:gd name="T37" fmla="*/ 38 h 318"/>
                <a:gd name="T38" fmla="*/ 296 w 374"/>
                <a:gd name="T39" fmla="*/ 56 h 318"/>
                <a:gd name="T40" fmla="*/ 232 w 374"/>
                <a:gd name="T41" fmla="*/ 52 h 318"/>
                <a:gd name="T42" fmla="*/ 168 w 374"/>
                <a:gd name="T43" fmla="*/ 90 h 318"/>
                <a:gd name="T44" fmla="*/ 128 w 374"/>
                <a:gd name="T45" fmla="*/ 162 h 318"/>
                <a:gd name="T46" fmla="*/ 112 w 374"/>
                <a:gd name="T47" fmla="*/ 236 h 318"/>
                <a:gd name="T48" fmla="*/ 90 w 374"/>
                <a:gd name="T49" fmla="*/ 292 h 318"/>
                <a:gd name="T50" fmla="*/ 72 w 374"/>
                <a:gd name="T51" fmla="*/ 294 h 318"/>
                <a:gd name="T52" fmla="*/ 12 w 374"/>
                <a:gd name="T53" fmla="*/ 292 h 318"/>
                <a:gd name="T54" fmla="*/ 14 w 374"/>
                <a:gd name="T55" fmla="*/ 284 h 318"/>
                <a:gd name="T56" fmla="*/ 30 w 374"/>
                <a:gd name="T57" fmla="*/ 262 h 318"/>
                <a:gd name="T58" fmla="*/ 14 w 374"/>
                <a:gd name="T59" fmla="*/ 258 h 318"/>
                <a:gd name="T60" fmla="*/ 34 w 374"/>
                <a:gd name="T61" fmla="*/ 246 h 318"/>
                <a:gd name="T62" fmla="*/ 8 w 374"/>
                <a:gd name="T63" fmla="*/ 238 h 318"/>
                <a:gd name="T64" fmla="*/ 8 w 374"/>
                <a:gd name="T65" fmla="*/ 228 h 318"/>
                <a:gd name="T66" fmla="*/ 30 w 374"/>
                <a:gd name="T67" fmla="*/ 224 h 318"/>
                <a:gd name="T68" fmla="*/ 44 w 374"/>
                <a:gd name="T69" fmla="*/ 210 h 318"/>
                <a:gd name="T70" fmla="*/ 52 w 374"/>
                <a:gd name="T71" fmla="*/ 206 h 318"/>
                <a:gd name="T72" fmla="*/ 64 w 374"/>
                <a:gd name="T73" fmla="*/ 192 h 318"/>
                <a:gd name="T74" fmla="*/ 86 w 374"/>
                <a:gd name="T75" fmla="*/ 180 h 318"/>
                <a:gd name="T76" fmla="*/ 284 w 374"/>
                <a:gd name="T77" fmla="*/ 4 h 318"/>
                <a:gd name="T78" fmla="*/ 206 w 374"/>
                <a:gd name="T79" fmla="*/ 26 h 318"/>
                <a:gd name="T80" fmla="*/ 354 w 374"/>
                <a:gd name="T81" fmla="*/ 38 h 318"/>
                <a:gd name="T82" fmla="*/ 176 w 374"/>
                <a:gd name="T83" fmla="*/ 60 h 318"/>
                <a:gd name="T84" fmla="*/ 124 w 374"/>
                <a:gd name="T85" fmla="*/ 76 h 318"/>
                <a:gd name="T86" fmla="*/ 130 w 374"/>
                <a:gd name="T87" fmla="*/ 106 h 318"/>
                <a:gd name="T88" fmla="*/ 104 w 374"/>
                <a:gd name="T89" fmla="*/ 154 h 318"/>
                <a:gd name="T90" fmla="*/ 52 w 374"/>
                <a:gd name="T91" fmla="*/ 194 h 318"/>
                <a:gd name="T92" fmla="*/ 42 w 374"/>
                <a:gd name="T93" fmla="*/ 202 h 318"/>
                <a:gd name="T94" fmla="*/ 12 w 374"/>
                <a:gd name="T95" fmla="*/ 222 h 318"/>
                <a:gd name="T96" fmla="*/ 12 w 374"/>
                <a:gd name="T97" fmla="*/ 262 h 318"/>
                <a:gd name="T98" fmla="*/ 248 w 374"/>
                <a:gd name="T99" fmla="*/ 16 h 318"/>
                <a:gd name="T100" fmla="*/ 270 w 374"/>
                <a:gd name="T101" fmla="*/ 16 h 318"/>
                <a:gd name="T102" fmla="*/ 228 w 374"/>
                <a:gd name="T103" fmla="*/ 30 h 318"/>
                <a:gd name="T104" fmla="*/ 194 w 374"/>
                <a:gd name="T105" fmla="*/ 38 h 318"/>
                <a:gd name="T106" fmla="*/ 176 w 374"/>
                <a:gd name="T107" fmla="*/ 42 h 318"/>
                <a:gd name="T108" fmla="*/ 154 w 374"/>
                <a:gd name="T109" fmla="*/ 56 h 318"/>
                <a:gd name="T110" fmla="*/ 146 w 374"/>
                <a:gd name="T111" fmla="*/ 60 h 318"/>
                <a:gd name="T112" fmla="*/ 158 w 374"/>
                <a:gd name="T113" fmla="*/ 56 h 318"/>
                <a:gd name="T114" fmla="*/ 134 w 374"/>
                <a:gd name="T115" fmla="*/ 76 h 318"/>
                <a:gd name="T116" fmla="*/ 108 w 374"/>
                <a:gd name="T117" fmla="*/ 132 h 318"/>
                <a:gd name="T118" fmla="*/ 44 w 374"/>
                <a:gd name="T119" fmla="*/ 194 h 318"/>
                <a:gd name="T120" fmla="*/ 8 w 374"/>
                <a:gd name="T121" fmla="*/ 262 h 318"/>
                <a:gd name="T122" fmla="*/ 8 w 374"/>
                <a:gd name="T123" fmla="*/ 280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74" h="318">
                  <a:moveTo>
                    <a:pt x="82" y="168"/>
                  </a:moveTo>
                  <a:lnTo>
                    <a:pt x="86" y="168"/>
                  </a:lnTo>
                  <a:lnTo>
                    <a:pt x="82" y="168"/>
                  </a:lnTo>
                  <a:lnTo>
                    <a:pt x="86" y="164"/>
                  </a:lnTo>
                  <a:lnTo>
                    <a:pt x="90" y="164"/>
                  </a:lnTo>
                  <a:lnTo>
                    <a:pt x="94" y="168"/>
                  </a:lnTo>
                  <a:lnTo>
                    <a:pt x="94" y="164"/>
                  </a:lnTo>
                  <a:lnTo>
                    <a:pt x="98" y="164"/>
                  </a:lnTo>
                  <a:lnTo>
                    <a:pt x="102" y="164"/>
                  </a:lnTo>
                  <a:lnTo>
                    <a:pt x="98" y="164"/>
                  </a:lnTo>
                  <a:lnTo>
                    <a:pt x="94" y="164"/>
                  </a:lnTo>
                  <a:lnTo>
                    <a:pt x="94" y="162"/>
                  </a:lnTo>
                  <a:lnTo>
                    <a:pt x="98" y="162"/>
                  </a:lnTo>
                  <a:lnTo>
                    <a:pt x="102" y="162"/>
                  </a:lnTo>
                  <a:lnTo>
                    <a:pt x="102" y="158"/>
                  </a:lnTo>
                  <a:lnTo>
                    <a:pt x="98" y="158"/>
                  </a:lnTo>
                  <a:lnTo>
                    <a:pt x="102" y="158"/>
                  </a:lnTo>
                  <a:lnTo>
                    <a:pt x="104" y="154"/>
                  </a:lnTo>
                  <a:lnTo>
                    <a:pt x="102" y="154"/>
                  </a:lnTo>
                  <a:lnTo>
                    <a:pt x="102" y="158"/>
                  </a:lnTo>
                  <a:lnTo>
                    <a:pt x="94" y="162"/>
                  </a:lnTo>
                  <a:lnTo>
                    <a:pt x="94" y="158"/>
                  </a:lnTo>
                  <a:lnTo>
                    <a:pt x="98" y="158"/>
                  </a:lnTo>
                  <a:lnTo>
                    <a:pt x="94" y="158"/>
                  </a:lnTo>
                  <a:lnTo>
                    <a:pt x="98" y="154"/>
                  </a:lnTo>
                  <a:lnTo>
                    <a:pt x="102" y="154"/>
                  </a:lnTo>
                  <a:lnTo>
                    <a:pt x="104" y="154"/>
                  </a:lnTo>
                  <a:lnTo>
                    <a:pt x="108" y="154"/>
                  </a:lnTo>
                  <a:lnTo>
                    <a:pt x="112" y="150"/>
                  </a:lnTo>
                  <a:lnTo>
                    <a:pt x="116" y="146"/>
                  </a:lnTo>
                  <a:lnTo>
                    <a:pt x="112" y="150"/>
                  </a:lnTo>
                  <a:lnTo>
                    <a:pt x="108" y="150"/>
                  </a:lnTo>
                  <a:lnTo>
                    <a:pt x="112" y="150"/>
                  </a:lnTo>
                  <a:lnTo>
                    <a:pt x="112" y="146"/>
                  </a:lnTo>
                  <a:lnTo>
                    <a:pt x="108" y="146"/>
                  </a:lnTo>
                  <a:lnTo>
                    <a:pt x="108" y="150"/>
                  </a:lnTo>
                  <a:lnTo>
                    <a:pt x="104" y="150"/>
                  </a:lnTo>
                  <a:lnTo>
                    <a:pt x="108" y="146"/>
                  </a:lnTo>
                  <a:lnTo>
                    <a:pt x="112" y="146"/>
                  </a:lnTo>
                  <a:lnTo>
                    <a:pt x="108" y="142"/>
                  </a:lnTo>
                  <a:lnTo>
                    <a:pt x="112" y="142"/>
                  </a:lnTo>
                  <a:lnTo>
                    <a:pt x="108" y="142"/>
                  </a:lnTo>
                  <a:lnTo>
                    <a:pt x="108" y="138"/>
                  </a:lnTo>
                  <a:lnTo>
                    <a:pt x="108" y="136"/>
                  </a:lnTo>
                  <a:lnTo>
                    <a:pt x="112" y="136"/>
                  </a:lnTo>
                  <a:lnTo>
                    <a:pt x="112" y="138"/>
                  </a:lnTo>
                  <a:lnTo>
                    <a:pt x="116" y="138"/>
                  </a:lnTo>
                  <a:lnTo>
                    <a:pt x="112" y="138"/>
                  </a:lnTo>
                  <a:lnTo>
                    <a:pt x="112" y="136"/>
                  </a:lnTo>
                  <a:lnTo>
                    <a:pt x="112" y="132"/>
                  </a:lnTo>
                  <a:lnTo>
                    <a:pt x="116" y="132"/>
                  </a:lnTo>
                  <a:lnTo>
                    <a:pt x="120" y="132"/>
                  </a:lnTo>
                  <a:lnTo>
                    <a:pt x="120" y="136"/>
                  </a:lnTo>
                  <a:lnTo>
                    <a:pt x="120" y="132"/>
                  </a:lnTo>
                  <a:lnTo>
                    <a:pt x="116" y="132"/>
                  </a:lnTo>
                  <a:lnTo>
                    <a:pt x="116" y="128"/>
                  </a:lnTo>
                  <a:lnTo>
                    <a:pt x="112" y="128"/>
                  </a:lnTo>
                  <a:lnTo>
                    <a:pt x="116" y="128"/>
                  </a:lnTo>
                  <a:lnTo>
                    <a:pt x="120" y="128"/>
                  </a:lnTo>
                  <a:lnTo>
                    <a:pt x="120" y="124"/>
                  </a:lnTo>
                  <a:lnTo>
                    <a:pt x="124" y="124"/>
                  </a:lnTo>
                  <a:lnTo>
                    <a:pt x="128" y="124"/>
                  </a:lnTo>
                  <a:lnTo>
                    <a:pt x="124" y="124"/>
                  </a:lnTo>
                  <a:lnTo>
                    <a:pt x="124" y="128"/>
                  </a:lnTo>
                  <a:lnTo>
                    <a:pt x="128" y="124"/>
                  </a:lnTo>
                  <a:lnTo>
                    <a:pt x="130" y="124"/>
                  </a:lnTo>
                  <a:lnTo>
                    <a:pt x="134" y="124"/>
                  </a:lnTo>
                  <a:lnTo>
                    <a:pt x="134" y="120"/>
                  </a:lnTo>
                  <a:lnTo>
                    <a:pt x="130" y="124"/>
                  </a:lnTo>
                  <a:lnTo>
                    <a:pt x="128" y="124"/>
                  </a:lnTo>
                  <a:lnTo>
                    <a:pt x="124" y="124"/>
                  </a:lnTo>
                  <a:lnTo>
                    <a:pt x="120" y="124"/>
                  </a:lnTo>
                  <a:lnTo>
                    <a:pt x="116" y="124"/>
                  </a:lnTo>
                  <a:lnTo>
                    <a:pt x="120" y="124"/>
                  </a:lnTo>
                  <a:lnTo>
                    <a:pt x="124" y="124"/>
                  </a:lnTo>
                  <a:lnTo>
                    <a:pt x="120" y="124"/>
                  </a:lnTo>
                  <a:lnTo>
                    <a:pt x="116" y="120"/>
                  </a:lnTo>
                  <a:lnTo>
                    <a:pt x="120" y="120"/>
                  </a:lnTo>
                  <a:lnTo>
                    <a:pt x="120" y="116"/>
                  </a:lnTo>
                  <a:lnTo>
                    <a:pt x="116" y="116"/>
                  </a:lnTo>
                  <a:lnTo>
                    <a:pt x="120" y="116"/>
                  </a:lnTo>
                  <a:lnTo>
                    <a:pt x="124" y="116"/>
                  </a:lnTo>
                  <a:lnTo>
                    <a:pt x="128" y="116"/>
                  </a:lnTo>
                  <a:lnTo>
                    <a:pt x="124" y="116"/>
                  </a:lnTo>
                  <a:lnTo>
                    <a:pt x="120" y="116"/>
                  </a:lnTo>
                  <a:lnTo>
                    <a:pt x="120" y="112"/>
                  </a:lnTo>
                  <a:lnTo>
                    <a:pt x="124" y="112"/>
                  </a:lnTo>
                  <a:lnTo>
                    <a:pt x="120" y="112"/>
                  </a:lnTo>
                  <a:lnTo>
                    <a:pt x="124" y="112"/>
                  </a:lnTo>
                  <a:lnTo>
                    <a:pt x="128" y="112"/>
                  </a:lnTo>
                  <a:lnTo>
                    <a:pt x="130" y="112"/>
                  </a:lnTo>
                  <a:lnTo>
                    <a:pt x="128" y="112"/>
                  </a:lnTo>
                  <a:lnTo>
                    <a:pt x="124" y="112"/>
                  </a:lnTo>
                  <a:lnTo>
                    <a:pt x="128" y="112"/>
                  </a:lnTo>
                  <a:lnTo>
                    <a:pt x="124" y="112"/>
                  </a:lnTo>
                  <a:lnTo>
                    <a:pt x="124" y="108"/>
                  </a:lnTo>
                  <a:lnTo>
                    <a:pt x="128" y="108"/>
                  </a:lnTo>
                  <a:lnTo>
                    <a:pt x="130" y="108"/>
                  </a:lnTo>
                  <a:lnTo>
                    <a:pt x="128" y="108"/>
                  </a:lnTo>
                  <a:lnTo>
                    <a:pt x="124" y="108"/>
                  </a:lnTo>
                  <a:lnTo>
                    <a:pt x="128" y="106"/>
                  </a:lnTo>
                  <a:lnTo>
                    <a:pt x="130" y="108"/>
                  </a:lnTo>
                  <a:lnTo>
                    <a:pt x="134" y="106"/>
                  </a:lnTo>
                  <a:lnTo>
                    <a:pt x="138" y="106"/>
                  </a:lnTo>
                  <a:lnTo>
                    <a:pt x="134" y="106"/>
                  </a:lnTo>
                  <a:lnTo>
                    <a:pt x="134" y="102"/>
                  </a:lnTo>
                  <a:lnTo>
                    <a:pt x="138" y="102"/>
                  </a:lnTo>
                  <a:lnTo>
                    <a:pt x="142" y="102"/>
                  </a:lnTo>
                  <a:lnTo>
                    <a:pt x="138" y="102"/>
                  </a:lnTo>
                  <a:lnTo>
                    <a:pt x="142" y="102"/>
                  </a:lnTo>
                  <a:lnTo>
                    <a:pt x="146" y="102"/>
                  </a:lnTo>
                  <a:lnTo>
                    <a:pt x="150" y="102"/>
                  </a:lnTo>
                  <a:lnTo>
                    <a:pt x="154" y="106"/>
                  </a:lnTo>
                  <a:lnTo>
                    <a:pt x="154" y="102"/>
                  </a:lnTo>
                  <a:lnTo>
                    <a:pt x="150" y="102"/>
                  </a:lnTo>
                  <a:lnTo>
                    <a:pt x="154" y="102"/>
                  </a:lnTo>
                  <a:lnTo>
                    <a:pt x="158" y="102"/>
                  </a:lnTo>
                  <a:lnTo>
                    <a:pt x="150" y="102"/>
                  </a:lnTo>
                  <a:lnTo>
                    <a:pt x="150" y="98"/>
                  </a:lnTo>
                  <a:lnTo>
                    <a:pt x="150" y="102"/>
                  </a:lnTo>
                  <a:lnTo>
                    <a:pt x="146" y="98"/>
                  </a:lnTo>
                  <a:lnTo>
                    <a:pt x="150" y="98"/>
                  </a:lnTo>
                  <a:lnTo>
                    <a:pt x="146" y="98"/>
                  </a:lnTo>
                  <a:lnTo>
                    <a:pt x="142" y="98"/>
                  </a:lnTo>
                  <a:lnTo>
                    <a:pt x="142" y="102"/>
                  </a:lnTo>
                  <a:lnTo>
                    <a:pt x="138" y="98"/>
                  </a:lnTo>
                  <a:lnTo>
                    <a:pt x="134" y="98"/>
                  </a:lnTo>
                  <a:lnTo>
                    <a:pt x="138" y="98"/>
                  </a:lnTo>
                  <a:lnTo>
                    <a:pt x="138" y="94"/>
                  </a:lnTo>
                  <a:lnTo>
                    <a:pt x="142" y="94"/>
                  </a:lnTo>
                  <a:lnTo>
                    <a:pt x="146" y="94"/>
                  </a:lnTo>
                  <a:lnTo>
                    <a:pt x="142" y="94"/>
                  </a:lnTo>
                  <a:lnTo>
                    <a:pt x="146" y="90"/>
                  </a:lnTo>
                  <a:lnTo>
                    <a:pt x="146" y="94"/>
                  </a:lnTo>
                  <a:lnTo>
                    <a:pt x="150" y="94"/>
                  </a:lnTo>
                  <a:lnTo>
                    <a:pt x="154" y="94"/>
                  </a:lnTo>
                  <a:lnTo>
                    <a:pt x="154" y="98"/>
                  </a:lnTo>
                  <a:lnTo>
                    <a:pt x="158" y="98"/>
                  </a:lnTo>
                  <a:lnTo>
                    <a:pt x="154" y="98"/>
                  </a:lnTo>
                  <a:lnTo>
                    <a:pt x="154" y="94"/>
                  </a:lnTo>
                  <a:lnTo>
                    <a:pt x="158" y="94"/>
                  </a:lnTo>
                  <a:lnTo>
                    <a:pt x="158" y="90"/>
                  </a:lnTo>
                  <a:lnTo>
                    <a:pt x="154" y="90"/>
                  </a:lnTo>
                  <a:lnTo>
                    <a:pt x="154" y="94"/>
                  </a:lnTo>
                  <a:lnTo>
                    <a:pt x="150" y="94"/>
                  </a:lnTo>
                  <a:lnTo>
                    <a:pt x="150" y="90"/>
                  </a:lnTo>
                  <a:lnTo>
                    <a:pt x="150" y="86"/>
                  </a:lnTo>
                  <a:lnTo>
                    <a:pt x="154" y="90"/>
                  </a:lnTo>
                  <a:lnTo>
                    <a:pt x="154" y="86"/>
                  </a:lnTo>
                  <a:lnTo>
                    <a:pt x="150" y="86"/>
                  </a:lnTo>
                  <a:lnTo>
                    <a:pt x="154" y="86"/>
                  </a:lnTo>
                  <a:lnTo>
                    <a:pt x="158" y="90"/>
                  </a:lnTo>
                  <a:lnTo>
                    <a:pt x="158" y="86"/>
                  </a:lnTo>
                  <a:lnTo>
                    <a:pt x="154" y="86"/>
                  </a:lnTo>
                  <a:lnTo>
                    <a:pt x="150" y="86"/>
                  </a:lnTo>
                  <a:lnTo>
                    <a:pt x="146" y="90"/>
                  </a:lnTo>
                  <a:lnTo>
                    <a:pt x="142" y="90"/>
                  </a:lnTo>
                  <a:lnTo>
                    <a:pt x="142" y="86"/>
                  </a:lnTo>
                  <a:lnTo>
                    <a:pt x="146" y="86"/>
                  </a:lnTo>
                  <a:lnTo>
                    <a:pt x="142" y="86"/>
                  </a:lnTo>
                  <a:lnTo>
                    <a:pt x="146" y="86"/>
                  </a:lnTo>
                  <a:lnTo>
                    <a:pt x="146" y="82"/>
                  </a:lnTo>
                  <a:lnTo>
                    <a:pt x="142" y="86"/>
                  </a:lnTo>
                  <a:lnTo>
                    <a:pt x="142" y="82"/>
                  </a:lnTo>
                  <a:lnTo>
                    <a:pt x="146" y="82"/>
                  </a:lnTo>
                  <a:lnTo>
                    <a:pt x="150" y="82"/>
                  </a:lnTo>
                  <a:lnTo>
                    <a:pt x="154" y="82"/>
                  </a:lnTo>
                  <a:lnTo>
                    <a:pt x="158" y="82"/>
                  </a:lnTo>
                  <a:lnTo>
                    <a:pt x="160" y="78"/>
                  </a:lnTo>
                  <a:lnTo>
                    <a:pt x="158" y="78"/>
                  </a:lnTo>
                  <a:lnTo>
                    <a:pt x="154" y="78"/>
                  </a:lnTo>
                  <a:lnTo>
                    <a:pt x="150" y="82"/>
                  </a:lnTo>
                  <a:lnTo>
                    <a:pt x="150" y="78"/>
                  </a:lnTo>
                  <a:lnTo>
                    <a:pt x="154" y="78"/>
                  </a:lnTo>
                  <a:lnTo>
                    <a:pt x="154" y="76"/>
                  </a:lnTo>
                  <a:lnTo>
                    <a:pt x="158" y="76"/>
                  </a:lnTo>
                  <a:lnTo>
                    <a:pt x="158" y="78"/>
                  </a:lnTo>
                  <a:lnTo>
                    <a:pt x="154" y="78"/>
                  </a:lnTo>
                  <a:lnTo>
                    <a:pt x="158" y="78"/>
                  </a:lnTo>
                  <a:lnTo>
                    <a:pt x="158" y="76"/>
                  </a:lnTo>
                  <a:lnTo>
                    <a:pt x="160" y="76"/>
                  </a:lnTo>
                  <a:lnTo>
                    <a:pt x="160" y="78"/>
                  </a:lnTo>
                  <a:lnTo>
                    <a:pt x="160" y="82"/>
                  </a:lnTo>
                  <a:lnTo>
                    <a:pt x="164" y="82"/>
                  </a:lnTo>
                  <a:lnTo>
                    <a:pt x="164" y="86"/>
                  </a:lnTo>
                  <a:lnTo>
                    <a:pt x="168" y="86"/>
                  </a:lnTo>
                  <a:lnTo>
                    <a:pt x="164" y="82"/>
                  </a:lnTo>
                  <a:lnTo>
                    <a:pt x="164" y="78"/>
                  </a:lnTo>
                  <a:lnTo>
                    <a:pt x="164" y="82"/>
                  </a:lnTo>
                  <a:lnTo>
                    <a:pt x="168" y="82"/>
                  </a:lnTo>
                  <a:lnTo>
                    <a:pt x="168" y="78"/>
                  </a:lnTo>
                  <a:lnTo>
                    <a:pt x="164" y="78"/>
                  </a:lnTo>
                  <a:lnTo>
                    <a:pt x="168" y="78"/>
                  </a:lnTo>
                  <a:lnTo>
                    <a:pt x="164" y="78"/>
                  </a:lnTo>
                  <a:lnTo>
                    <a:pt x="164" y="76"/>
                  </a:lnTo>
                  <a:lnTo>
                    <a:pt x="168" y="76"/>
                  </a:lnTo>
                  <a:lnTo>
                    <a:pt x="164" y="76"/>
                  </a:lnTo>
                  <a:lnTo>
                    <a:pt x="160" y="76"/>
                  </a:lnTo>
                  <a:lnTo>
                    <a:pt x="164" y="76"/>
                  </a:lnTo>
                  <a:lnTo>
                    <a:pt x="160" y="76"/>
                  </a:lnTo>
                  <a:lnTo>
                    <a:pt x="160" y="72"/>
                  </a:lnTo>
                  <a:lnTo>
                    <a:pt x="168" y="76"/>
                  </a:lnTo>
                  <a:lnTo>
                    <a:pt x="172" y="78"/>
                  </a:lnTo>
                  <a:lnTo>
                    <a:pt x="172" y="76"/>
                  </a:lnTo>
                  <a:lnTo>
                    <a:pt x="168" y="76"/>
                  </a:lnTo>
                  <a:lnTo>
                    <a:pt x="164" y="72"/>
                  </a:lnTo>
                  <a:lnTo>
                    <a:pt x="168" y="72"/>
                  </a:lnTo>
                  <a:lnTo>
                    <a:pt x="172" y="72"/>
                  </a:lnTo>
                  <a:lnTo>
                    <a:pt x="176" y="72"/>
                  </a:lnTo>
                  <a:lnTo>
                    <a:pt x="180" y="76"/>
                  </a:lnTo>
                  <a:lnTo>
                    <a:pt x="180" y="72"/>
                  </a:lnTo>
                  <a:lnTo>
                    <a:pt x="176" y="72"/>
                  </a:lnTo>
                  <a:lnTo>
                    <a:pt x="180" y="72"/>
                  </a:lnTo>
                  <a:lnTo>
                    <a:pt x="184" y="72"/>
                  </a:lnTo>
                  <a:lnTo>
                    <a:pt x="180" y="72"/>
                  </a:lnTo>
                  <a:lnTo>
                    <a:pt x="184" y="72"/>
                  </a:lnTo>
                  <a:lnTo>
                    <a:pt x="184" y="68"/>
                  </a:lnTo>
                  <a:lnTo>
                    <a:pt x="180" y="68"/>
                  </a:lnTo>
                  <a:lnTo>
                    <a:pt x="176" y="68"/>
                  </a:lnTo>
                  <a:lnTo>
                    <a:pt x="176" y="72"/>
                  </a:lnTo>
                  <a:lnTo>
                    <a:pt x="176" y="68"/>
                  </a:lnTo>
                  <a:lnTo>
                    <a:pt x="172" y="68"/>
                  </a:lnTo>
                  <a:lnTo>
                    <a:pt x="168" y="72"/>
                  </a:lnTo>
                  <a:lnTo>
                    <a:pt x="164" y="68"/>
                  </a:lnTo>
                  <a:lnTo>
                    <a:pt x="168" y="68"/>
                  </a:lnTo>
                  <a:lnTo>
                    <a:pt x="168" y="64"/>
                  </a:lnTo>
                  <a:lnTo>
                    <a:pt x="172" y="64"/>
                  </a:lnTo>
                  <a:lnTo>
                    <a:pt x="176" y="64"/>
                  </a:lnTo>
                  <a:lnTo>
                    <a:pt x="180" y="64"/>
                  </a:lnTo>
                  <a:lnTo>
                    <a:pt x="184" y="64"/>
                  </a:lnTo>
                  <a:lnTo>
                    <a:pt x="180" y="64"/>
                  </a:lnTo>
                  <a:lnTo>
                    <a:pt x="176" y="60"/>
                  </a:lnTo>
                  <a:lnTo>
                    <a:pt x="180" y="60"/>
                  </a:lnTo>
                  <a:lnTo>
                    <a:pt x="184" y="60"/>
                  </a:lnTo>
                  <a:lnTo>
                    <a:pt x="188" y="60"/>
                  </a:lnTo>
                  <a:lnTo>
                    <a:pt x="184" y="60"/>
                  </a:lnTo>
                  <a:lnTo>
                    <a:pt x="180" y="60"/>
                  </a:lnTo>
                  <a:lnTo>
                    <a:pt x="184" y="60"/>
                  </a:lnTo>
                  <a:lnTo>
                    <a:pt x="184" y="56"/>
                  </a:lnTo>
                  <a:lnTo>
                    <a:pt x="184" y="60"/>
                  </a:lnTo>
                  <a:lnTo>
                    <a:pt x="188" y="60"/>
                  </a:lnTo>
                  <a:lnTo>
                    <a:pt x="184" y="56"/>
                  </a:lnTo>
                  <a:lnTo>
                    <a:pt x="180" y="56"/>
                  </a:lnTo>
                  <a:lnTo>
                    <a:pt x="184" y="52"/>
                  </a:lnTo>
                  <a:lnTo>
                    <a:pt x="188" y="52"/>
                  </a:lnTo>
                  <a:lnTo>
                    <a:pt x="190" y="52"/>
                  </a:lnTo>
                  <a:lnTo>
                    <a:pt x="188" y="50"/>
                  </a:lnTo>
                  <a:lnTo>
                    <a:pt x="190" y="50"/>
                  </a:lnTo>
                  <a:lnTo>
                    <a:pt x="190" y="46"/>
                  </a:lnTo>
                  <a:lnTo>
                    <a:pt x="190" y="42"/>
                  </a:lnTo>
                  <a:lnTo>
                    <a:pt x="194" y="46"/>
                  </a:lnTo>
                  <a:lnTo>
                    <a:pt x="194" y="50"/>
                  </a:lnTo>
                  <a:lnTo>
                    <a:pt x="198" y="50"/>
                  </a:lnTo>
                  <a:lnTo>
                    <a:pt x="202" y="50"/>
                  </a:lnTo>
                  <a:lnTo>
                    <a:pt x="198" y="46"/>
                  </a:lnTo>
                  <a:lnTo>
                    <a:pt x="194" y="46"/>
                  </a:lnTo>
                  <a:lnTo>
                    <a:pt x="194" y="42"/>
                  </a:lnTo>
                  <a:lnTo>
                    <a:pt x="198" y="42"/>
                  </a:lnTo>
                  <a:lnTo>
                    <a:pt x="202" y="42"/>
                  </a:lnTo>
                  <a:lnTo>
                    <a:pt x="202" y="46"/>
                  </a:lnTo>
                  <a:lnTo>
                    <a:pt x="206" y="46"/>
                  </a:lnTo>
                  <a:lnTo>
                    <a:pt x="210" y="50"/>
                  </a:lnTo>
                  <a:lnTo>
                    <a:pt x="206" y="50"/>
                  </a:lnTo>
                  <a:lnTo>
                    <a:pt x="210" y="50"/>
                  </a:lnTo>
                  <a:lnTo>
                    <a:pt x="210" y="46"/>
                  </a:lnTo>
                  <a:lnTo>
                    <a:pt x="206" y="46"/>
                  </a:lnTo>
                  <a:lnTo>
                    <a:pt x="202" y="46"/>
                  </a:lnTo>
                  <a:lnTo>
                    <a:pt x="202" y="42"/>
                  </a:lnTo>
                  <a:lnTo>
                    <a:pt x="206" y="42"/>
                  </a:lnTo>
                  <a:lnTo>
                    <a:pt x="202" y="42"/>
                  </a:lnTo>
                  <a:lnTo>
                    <a:pt x="202" y="38"/>
                  </a:lnTo>
                  <a:lnTo>
                    <a:pt x="206" y="38"/>
                  </a:lnTo>
                  <a:lnTo>
                    <a:pt x="206" y="34"/>
                  </a:lnTo>
                  <a:lnTo>
                    <a:pt x="214" y="34"/>
                  </a:lnTo>
                  <a:lnTo>
                    <a:pt x="214" y="38"/>
                  </a:lnTo>
                  <a:lnTo>
                    <a:pt x="214" y="42"/>
                  </a:lnTo>
                  <a:lnTo>
                    <a:pt x="210" y="42"/>
                  </a:lnTo>
                  <a:lnTo>
                    <a:pt x="210" y="46"/>
                  </a:lnTo>
                  <a:lnTo>
                    <a:pt x="214" y="46"/>
                  </a:lnTo>
                  <a:lnTo>
                    <a:pt x="214" y="42"/>
                  </a:lnTo>
                  <a:lnTo>
                    <a:pt x="214" y="38"/>
                  </a:lnTo>
                  <a:lnTo>
                    <a:pt x="218" y="34"/>
                  </a:lnTo>
                  <a:lnTo>
                    <a:pt x="218" y="30"/>
                  </a:lnTo>
                  <a:lnTo>
                    <a:pt x="220" y="30"/>
                  </a:lnTo>
                  <a:lnTo>
                    <a:pt x="220" y="34"/>
                  </a:lnTo>
                  <a:lnTo>
                    <a:pt x="220" y="38"/>
                  </a:lnTo>
                  <a:lnTo>
                    <a:pt x="220" y="42"/>
                  </a:lnTo>
                  <a:lnTo>
                    <a:pt x="220" y="46"/>
                  </a:lnTo>
                  <a:lnTo>
                    <a:pt x="218" y="46"/>
                  </a:lnTo>
                  <a:lnTo>
                    <a:pt x="218" y="50"/>
                  </a:lnTo>
                  <a:lnTo>
                    <a:pt x="220" y="46"/>
                  </a:lnTo>
                  <a:lnTo>
                    <a:pt x="224" y="42"/>
                  </a:lnTo>
                  <a:lnTo>
                    <a:pt x="228" y="42"/>
                  </a:lnTo>
                  <a:lnTo>
                    <a:pt x="224" y="42"/>
                  </a:lnTo>
                  <a:lnTo>
                    <a:pt x="224" y="38"/>
                  </a:lnTo>
                  <a:lnTo>
                    <a:pt x="228" y="34"/>
                  </a:lnTo>
                  <a:lnTo>
                    <a:pt x="232" y="30"/>
                  </a:lnTo>
                  <a:lnTo>
                    <a:pt x="232" y="34"/>
                  </a:lnTo>
                  <a:lnTo>
                    <a:pt x="228" y="34"/>
                  </a:lnTo>
                  <a:lnTo>
                    <a:pt x="232" y="34"/>
                  </a:lnTo>
                  <a:lnTo>
                    <a:pt x="236" y="30"/>
                  </a:lnTo>
                  <a:lnTo>
                    <a:pt x="240" y="30"/>
                  </a:lnTo>
                  <a:lnTo>
                    <a:pt x="240" y="34"/>
                  </a:lnTo>
                  <a:lnTo>
                    <a:pt x="244" y="34"/>
                  </a:lnTo>
                  <a:lnTo>
                    <a:pt x="244" y="38"/>
                  </a:lnTo>
                  <a:lnTo>
                    <a:pt x="248" y="38"/>
                  </a:lnTo>
                  <a:lnTo>
                    <a:pt x="248" y="34"/>
                  </a:lnTo>
                  <a:lnTo>
                    <a:pt x="244" y="30"/>
                  </a:lnTo>
                  <a:lnTo>
                    <a:pt x="248" y="30"/>
                  </a:lnTo>
                  <a:lnTo>
                    <a:pt x="248" y="26"/>
                  </a:lnTo>
                  <a:lnTo>
                    <a:pt x="244" y="26"/>
                  </a:lnTo>
                  <a:lnTo>
                    <a:pt x="244" y="30"/>
                  </a:lnTo>
                  <a:lnTo>
                    <a:pt x="240" y="30"/>
                  </a:lnTo>
                  <a:lnTo>
                    <a:pt x="236" y="26"/>
                  </a:lnTo>
                  <a:lnTo>
                    <a:pt x="236" y="22"/>
                  </a:lnTo>
                  <a:lnTo>
                    <a:pt x="240" y="22"/>
                  </a:lnTo>
                  <a:lnTo>
                    <a:pt x="244" y="22"/>
                  </a:lnTo>
                  <a:lnTo>
                    <a:pt x="248" y="22"/>
                  </a:lnTo>
                  <a:lnTo>
                    <a:pt x="250" y="22"/>
                  </a:lnTo>
                  <a:lnTo>
                    <a:pt x="250" y="26"/>
                  </a:lnTo>
                  <a:lnTo>
                    <a:pt x="254" y="26"/>
                  </a:lnTo>
                  <a:lnTo>
                    <a:pt x="250" y="26"/>
                  </a:lnTo>
                  <a:lnTo>
                    <a:pt x="250" y="22"/>
                  </a:lnTo>
                  <a:lnTo>
                    <a:pt x="254" y="22"/>
                  </a:lnTo>
                  <a:lnTo>
                    <a:pt x="258" y="26"/>
                  </a:lnTo>
                  <a:lnTo>
                    <a:pt x="254" y="26"/>
                  </a:lnTo>
                  <a:lnTo>
                    <a:pt x="250" y="26"/>
                  </a:lnTo>
                  <a:lnTo>
                    <a:pt x="250" y="30"/>
                  </a:lnTo>
                  <a:lnTo>
                    <a:pt x="250" y="26"/>
                  </a:lnTo>
                  <a:lnTo>
                    <a:pt x="254" y="26"/>
                  </a:lnTo>
                  <a:lnTo>
                    <a:pt x="258" y="26"/>
                  </a:lnTo>
                  <a:lnTo>
                    <a:pt x="258" y="30"/>
                  </a:lnTo>
                  <a:lnTo>
                    <a:pt x="262" y="30"/>
                  </a:lnTo>
                  <a:lnTo>
                    <a:pt x="266" y="30"/>
                  </a:lnTo>
                  <a:lnTo>
                    <a:pt x="262" y="30"/>
                  </a:lnTo>
                  <a:lnTo>
                    <a:pt x="262" y="26"/>
                  </a:lnTo>
                  <a:lnTo>
                    <a:pt x="266" y="26"/>
                  </a:lnTo>
                  <a:lnTo>
                    <a:pt x="266" y="22"/>
                  </a:lnTo>
                  <a:lnTo>
                    <a:pt x="270" y="20"/>
                  </a:lnTo>
                  <a:lnTo>
                    <a:pt x="274" y="20"/>
                  </a:lnTo>
                  <a:lnTo>
                    <a:pt x="274" y="16"/>
                  </a:lnTo>
                  <a:lnTo>
                    <a:pt x="276" y="20"/>
                  </a:lnTo>
                  <a:lnTo>
                    <a:pt x="276" y="16"/>
                  </a:lnTo>
                  <a:lnTo>
                    <a:pt x="276" y="12"/>
                  </a:lnTo>
                  <a:lnTo>
                    <a:pt x="280" y="12"/>
                  </a:lnTo>
                  <a:lnTo>
                    <a:pt x="280" y="16"/>
                  </a:lnTo>
                  <a:lnTo>
                    <a:pt x="284" y="16"/>
                  </a:lnTo>
                  <a:lnTo>
                    <a:pt x="284" y="12"/>
                  </a:lnTo>
                  <a:lnTo>
                    <a:pt x="280" y="12"/>
                  </a:lnTo>
                  <a:lnTo>
                    <a:pt x="276" y="12"/>
                  </a:lnTo>
                  <a:lnTo>
                    <a:pt x="276" y="8"/>
                  </a:lnTo>
                  <a:lnTo>
                    <a:pt x="280" y="8"/>
                  </a:lnTo>
                  <a:lnTo>
                    <a:pt x="280" y="12"/>
                  </a:lnTo>
                  <a:lnTo>
                    <a:pt x="284" y="8"/>
                  </a:lnTo>
                  <a:lnTo>
                    <a:pt x="280" y="8"/>
                  </a:lnTo>
                  <a:lnTo>
                    <a:pt x="280" y="4"/>
                  </a:lnTo>
                  <a:lnTo>
                    <a:pt x="284" y="4"/>
                  </a:lnTo>
                  <a:lnTo>
                    <a:pt x="284" y="8"/>
                  </a:lnTo>
                  <a:lnTo>
                    <a:pt x="288" y="8"/>
                  </a:lnTo>
                  <a:lnTo>
                    <a:pt x="288" y="4"/>
                  </a:lnTo>
                  <a:lnTo>
                    <a:pt x="288" y="8"/>
                  </a:lnTo>
                  <a:lnTo>
                    <a:pt x="292" y="8"/>
                  </a:lnTo>
                  <a:lnTo>
                    <a:pt x="292" y="4"/>
                  </a:lnTo>
                  <a:lnTo>
                    <a:pt x="296" y="4"/>
                  </a:lnTo>
                  <a:lnTo>
                    <a:pt x="296" y="8"/>
                  </a:lnTo>
                  <a:lnTo>
                    <a:pt x="300" y="8"/>
                  </a:lnTo>
                  <a:lnTo>
                    <a:pt x="296" y="12"/>
                  </a:lnTo>
                  <a:lnTo>
                    <a:pt x="292" y="16"/>
                  </a:lnTo>
                  <a:lnTo>
                    <a:pt x="288" y="16"/>
                  </a:lnTo>
                  <a:lnTo>
                    <a:pt x="292" y="16"/>
                  </a:lnTo>
                  <a:lnTo>
                    <a:pt x="292" y="20"/>
                  </a:lnTo>
                  <a:lnTo>
                    <a:pt x="288" y="20"/>
                  </a:lnTo>
                  <a:lnTo>
                    <a:pt x="288" y="22"/>
                  </a:lnTo>
                  <a:lnTo>
                    <a:pt x="288" y="26"/>
                  </a:lnTo>
                  <a:lnTo>
                    <a:pt x="288" y="30"/>
                  </a:lnTo>
                  <a:lnTo>
                    <a:pt x="288" y="26"/>
                  </a:lnTo>
                  <a:lnTo>
                    <a:pt x="292" y="26"/>
                  </a:lnTo>
                  <a:lnTo>
                    <a:pt x="296" y="22"/>
                  </a:lnTo>
                  <a:lnTo>
                    <a:pt x="296" y="20"/>
                  </a:lnTo>
                  <a:lnTo>
                    <a:pt x="300" y="16"/>
                  </a:lnTo>
                  <a:lnTo>
                    <a:pt x="304" y="16"/>
                  </a:lnTo>
                  <a:lnTo>
                    <a:pt x="306" y="12"/>
                  </a:lnTo>
                  <a:lnTo>
                    <a:pt x="306" y="8"/>
                  </a:lnTo>
                  <a:lnTo>
                    <a:pt x="310" y="8"/>
                  </a:lnTo>
                  <a:lnTo>
                    <a:pt x="310" y="4"/>
                  </a:lnTo>
                  <a:lnTo>
                    <a:pt x="310" y="8"/>
                  </a:lnTo>
                  <a:lnTo>
                    <a:pt x="310" y="12"/>
                  </a:lnTo>
                  <a:lnTo>
                    <a:pt x="306" y="12"/>
                  </a:lnTo>
                  <a:lnTo>
                    <a:pt x="306" y="16"/>
                  </a:lnTo>
                  <a:lnTo>
                    <a:pt x="306" y="12"/>
                  </a:lnTo>
                  <a:lnTo>
                    <a:pt x="310" y="12"/>
                  </a:lnTo>
                  <a:lnTo>
                    <a:pt x="310" y="16"/>
                  </a:lnTo>
                  <a:lnTo>
                    <a:pt x="310" y="20"/>
                  </a:lnTo>
                  <a:lnTo>
                    <a:pt x="310" y="22"/>
                  </a:lnTo>
                  <a:lnTo>
                    <a:pt x="310" y="20"/>
                  </a:lnTo>
                  <a:lnTo>
                    <a:pt x="314" y="20"/>
                  </a:lnTo>
                  <a:lnTo>
                    <a:pt x="318" y="20"/>
                  </a:lnTo>
                  <a:lnTo>
                    <a:pt x="314" y="16"/>
                  </a:lnTo>
                  <a:lnTo>
                    <a:pt x="318" y="16"/>
                  </a:lnTo>
                  <a:lnTo>
                    <a:pt x="318" y="12"/>
                  </a:lnTo>
                  <a:lnTo>
                    <a:pt x="322" y="12"/>
                  </a:lnTo>
                  <a:lnTo>
                    <a:pt x="322" y="8"/>
                  </a:lnTo>
                  <a:lnTo>
                    <a:pt x="326" y="8"/>
                  </a:lnTo>
                  <a:lnTo>
                    <a:pt x="322" y="8"/>
                  </a:lnTo>
                  <a:lnTo>
                    <a:pt x="318" y="8"/>
                  </a:lnTo>
                  <a:lnTo>
                    <a:pt x="318" y="4"/>
                  </a:lnTo>
                  <a:lnTo>
                    <a:pt x="322" y="4"/>
                  </a:lnTo>
                  <a:lnTo>
                    <a:pt x="326" y="0"/>
                  </a:lnTo>
                  <a:lnTo>
                    <a:pt x="326" y="4"/>
                  </a:lnTo>
                  <a:lnTo>
                    <a:pt x="330" y="4"/>
                  </a:lnTo>
                  <a:lnTo>
                    <a:pt x="332" y="4"/>
                  </a:lnTo>
                  <a:lnTo>
                    <a:pt x="336" y="4"/>
                  </a:lnTo>
                  <a:lnTo>
                    <a:pt x="336" y="8"/>
                  </a:lnTo>
                  <a:lnTo>
                    <a:pt x="332" y="12"/>
                  </a:lnTo>
                  <a:lnTo>
                    <a:pt x="330" y="12"/>
                  </a:lnTo>
                  <a:lnTo>
                    <a:pt x="326" y="12"/>
                  </a:lnTo>
                  <a:lnTo>
                    <a:pt x="330" y="12"/>
                  </a:lnTo>
                  <a:lnTo>
                    <a:pt x="332" y="12"/>
                  </a:lnTo>
                  <a:lnTo>
                    <a:pt x="330" y="12"/>
                  </a:lnTo>
                  <a:lnTo>
                    <a:pt x="326" y="16"/>
                  </a:lnTo>
                  <a:lnTo>
                    <a:pt x="330" y="16"/>
                  </a:lnTo>
                  <a:lnTo>
                    <a:pt x="332" y="12"/>
                  </a:lnTo>
                  <a:lnTo>
                    <a:pt x="332" y="16"/>
                  </a:lnTo>
                  <a:lnTo>
                    <a:pt x="330" y="16"/>
                  </a:lnTo>
                  <a:lnTo>
                    <a:pt x="330" y="20"/>
                  </a:lnTo>
                  <a:lnTo>
                    <a:pt x="332" y="20"/>
                  </a:lnTo>
                  <a:lnTo>
                    <a:pt x="330" y="20"/>
                  </a:lnTo>
                  <a:lnTo>
                    <a:pt x="332" y="20"/>
                  </a:lnTo>
                  <a:lnTo>
                    <a:pt x="332" y="16"/>
                  </a:lnTo>
                  <a:lnTo>
                    <a:pt x="336" y="20"/>
                  </a:lnTo>
                  <a:lnTo>
                    <a:pt x="332" y="20"/>
                  </a:lnTo>
                  <a:lnTo>
                    <a:pt x="332" y="22"/>
                  </a:lnTo>
                  <a:lnTo>
                    <a:pt x="332" y="26"/>
                  </a:lnTo>
                  <a:lnTo>
                    <a:pt x="330" y="30"/>
                  </a:lnTo>
                  <a:lnTo>
                    <a:pt x="332" y="30"/>
                  </a:lnTo>
                  <a:lnTo>
                    <a:pt x="332" y="26"/>
                  </a:lnTo>
                  <a:lnTo>
                    <a:pt x="332" y="22"/>
                  </a:lnTo>
                  <a:lnTo>
                    <a:pt x="332" y="20"/>
                  </a:lnTo>
                  <a:lnTo>
                    <a:pt x="336" y="20"/>
                  </a:lnTo>
                  <a:lnTo>
                    <a:pt x="336" y="16"/>
                  </a:lnTo>
                  <a:lnTo>
                    <a:pt x="336" y="12"/>
                  </a:lnTo>
                  <a:lnTo>
                    <a:pt x="340" y="8"/>
                  </a:lnTo>
                  <a:lnTo>
                    <a:pt x="344" y="8"/>
                  </a:lnTo>
                  <a:lnTo>
                    <a:pt x="348" y="8"/>
                  </a:lnTo>
                  <a:lnTo>
                    <a:pt x="348" y="12"/>
                  </a:lnTo>
                  <a:lnTo>
                    <a:pt x="350" y="12"/>
                  </a:lnTo>
                  <a:lnTo>
                    <a:pt x="354" y="12"/>
                  </a:lnTo>
                  <a:lnTo>
                    <a:pt x="354" y="16"/>
                  </a:lnTo>
                  <a:lnTo>
                    <a:pt x="354" y="12"/>
                  </a:lnTo>
                  <a:lnTo>
                    <a:pt x="358" y="12"/>
                  </a:lnTo>
                  <a:lnTo>
                    <a:pt x="362" y="12"/>
                  </a:lnTo>
                  <a:lnTo>
                    <a:pt x="362" y="16"/>
                  </a:lnTo>
                  <a:lnTo>
                    <a:pt x="358" y="16"/>
                  </a:lnTo>
                  <a:lnTo>
                    <a:pt x="362" y="16"/>
                  </a:lnTo>
                  <a:lnTo>
                    <a:pt x="366" y="16"/>
                  </a:lnTo>
                  <a:lnTo>
                    <a:pt x="366" y="20"/>
                  </a:lnTo>
                  <a:lnTo>
                    <a:pt x="370" y="20"/>
                  </a:lnTo>
                  <a:lnTo>
                    <a:pt x="374" y="20"/>
                  </a:lnTo>
                  <a:lnTo>
                    <a:pt x="374" y="22"/>
                  </a:lnTo>
                  <a:lnTo>
                    <a:pt x="370" y="22"/>
                  </a:lnTo>
                  <a:lnTo>
                    <a:pt x="366" y="22"/>
                  </a:lnTo>
                  <a:lnTo>
                    <a:pt x="362" y="26"/>
                  </a:lnTo>
                  <a:lnTo>
                    <a:pt x="358" y="26"/>
                  </a:lnTo>
                  <a:lnTo>
                    <a:pt x="358" y="30"/>
                  </a:lnTo>
                  <a:lnTo>
                    <a:pt x="354" y="30"/>
                  </a:lnTo>
                  <a:lnTo>
                    <a:pt x="354" y="26"/>
                  </a:lnTo>
                  <a:lnTo>
                    <a:pt x="350" y="26"/>
                  </a:lnTo>
                  <a:lnTo>
                    <a:pt x="348" y="26"/>
                  </a:lnTo>
                  <a:lnTo>
                    <a:pt x="344" y="26"/>
                  </a:lnTo>
                  <a:lnTo>
                    <a:pt x="340" y="26"/>
                  </a:lnTo>
                  <a:lnTo>
                    <a:pt x="344" y="30"/>
                  </a:lnTo>
                  <a:lnTo>
                    <a:pt x="348" y="30"/>
                  </a:lnTo>
                  <a:lnTo>
                    <a:pt x="350" y="30"/>
                  </a:lnTo>
                  <a:lnTo>
                    <a:pt x="354" y="30"/>
                  </a:lnTo>
                  <a:lnTo>
                    <a:pt x="350" y="30"/>
                  </a:lnTo>
                  <a:lnTo>
                    <a:pt x="350" y="34"/>
                  </a:lnTo>
                  <a:lnTo>
                    <a:pt x="348" y="34"/>
                  </a:lnTo>
                  <a:lnTo>
                    <a:pt x="350" y="34"/>
                  </a:lnTo>
                  <a:lnTo>
                    <a:pt x="354" y="34"/>
                  </a:lnTo>
                  <a:lnTo>
                    <a:pt x="350" y="38"/>
                  </a:lnTo>
                  <a:lnTo>
                    <a:pt x="354" y="38"/>
                  </a:lnTo>
                  <a:lnTo>
                    <a:pt x="358" y="38"/>
                  </a:lnTo>
                  <a:lnTo>
                    <a:pt x="362" y="38"/>
                  </a:lnTo>
                  <a:lnTo>
                    <a:pt x="358" y="38"/>
                  </a:lnTo>
                  <a:lnTo>
                    <a:pt x="362" y="38"/>
                  </a:lnTo>
                  <a:lnTo>
                    <a:pt x="358" y="34"/>
                  </a:lnTo>
                  <a:lnTo>
                    <a:pt x="362" y="34"/>
                  </a:lnTo>
                  <a:lnTo>
                    <a:pt x="362" y="38"/>
                  </a:lnTo>
                  <a:lnTo>
                    <a:pt x="366" y="38"/>
                  </a:lnTo>
                  <a:lnTo>
                    <a:pt x="366" y="34"/>
                  </a:lnTo>
                  <a:lnTo>
                    <a:pt x="370" y="34"/>
                  </a:lnTo>
                  <a:lnTo>
                    <a:pt x="370" y="38"/>
                  </a:lnTo>
                  <a:lnTo>
                    <a:pt x="370" y="42"/>
                  </a:lnTo>
                  <a:lnTo>
                    <a:pt x="366" y="42"/>
                  </a:lnTo>
                  <a:lnTo>
                    <a:pt x="362" y="42"/>
                  </a:lnTo>
                  <a:lnTo>
                    <a:pt x="362" y="38"/>
                  </a:lnTo>
                  <a:lnTo>
                    <a:pt x="358" y="38"/>
                  </a:lnTo>
                  <a:lnTo>
                    <a:pt x="362" y="42"/>
                  </a:lnTo>
                  <a:lnTo>
                    <a:pt x="358" y="42"/>
                  </a:lnTo>
                  <a:lnTo>
                    <a:pt x="354" y="46"/>
                  </a:lnTo>
                  <a:lnTo>
                    <a:pt x="350" y="46"/>
                  </a:lnTo>
                  <a:lnTo>
                    <a:pt x="348" y="50"/>
                  </a:lnTo>
                  <a:lnTo>
                    <a:pt x="348" y="52"/>
                  </a:lnTo>
                  <a:lnTo>
                    <a:pt x="344" y="52"/>
                  </a:lnTo>
                  <a:lnTo>
                    <a:pt x="344" y="56"/>
                  </a:lnTo>
                  <a:lnTo>
                    <a:pt x="344" y="52"/>
                  </a:lnTo>
                  <a:lnTo>
                    <a:pt x="340" y="52"/>
                  </a:lnTo>
                  <a:lnTo>
                    <a:pt x="340" y="50"/>
                  </a:lnTo>
                  <a:lnTo>
                    <a:pt x="344" y="50"/>
                  </a:lnTo>
                  <a:lnTo>
                    <a:pt x="344" y="46"/>
                  </a:lnTo>
                  <a:lnTo>
                    <a:pt x="348" y="46"/>
                  </a:lnTo>
                  <a:lnTo>
                    <a:pt x="348" y="42"/>
                  </a:lnTo>
                  <a:lnTo>
                    <a:pt x="348" y="38"/>
                  </a:lnTo>
                  <a:lnTo>
                    <a:pt x="344" y="38"/>
                  </a:lnTo>
                  <a:lnTo>
                    <a:pt x="340" y="38"/>
                  </a:lnTo>
                  <a:lnTo>
                    <a:pt x="336" y="34"/>
                  </a:lnTo>
                  <a:lnTo>
                    <a:pt x="332" y="34"/>
                  </a:lnTo>
                  <a:lnTo>
                    <a:pt x="332" y="30"/>
                  </a:lnTo>
                  <a:lnTo>
                    <a:pt x="330" y="30"/>
                  </a:lnTo>
                  <a:lnTo>
                    <a:pt x="330" y="26"/>
                  </a:lnTo>
                  <a:lnTo>
                    <a:pt x="326" y="26"/>
                  </a:lnTo>
                  <a:lnTo>
                    <a:pt x="322" y="30"/>
                  </a:lnTo>
                  <a:lnTo>
                    <a:pt x="318" y="30"/>
                  </a:lnTo>
                  <a:lnTo>
                    <a:pt x="318" y="34"/>
                  </a:lnTo>
                  <a:lnTo>
                    <a:pt x="314" y="30"/>
                  </a:lnTo>
                  <a:lnTo>
                    <a:pt x="310" y="30"/>
                  </a:lnTo>
                  <a:lnTo>
                    <a:pt x="306" y="30"/>
                  </a:lnTo>
                  <a:lnTo>
                    <a:pt x="306" y="34"/>
                  </a:lnTo>
                  <a:lnTo>
                    <a:pt x="304" y="38"/>
                  </a:lnTo>
                  <a:lnTo>
                    <a:pt x="300" y="38"/>
                  </a:lnTo>
                  <a:lnTo>
                    <a:pt x="304" y="38"/>
                  </a:lnTo>
                  <a:lnTo>
                    <a:pt x="304" y="42"/>
                  </a:lnTo>
                  <a:lnTo>
                    <a:pt x="300" y="42"/>
                  </a:lnTo>
                  <a:lnTo>
                    <a:pt x="300" y="46"/>
                  </a:lnTo>
                  <a:lnTo>
                    <a:pt x="300" y="50"/>
                  </a:lnTo>
                  <a:lnTo>
                    <a:pt x="300" y="52"/>
                  </a:lnTo>
                  <a:lnTo>
                    <a:pt x="300" y="56"/>
                  </a:lnTo>
                  <a:lnTo>
                    <a:pt x="296" y="56"/>
                  </a:lnTo>
                  <a:lnTo>
                    <a:pt x="296" y="60"/>
                  </a:lnTo>
                  <a:lnTo>
                    <a:pt x="296" y="56"/>
                  </a:lnTo>
                  <a:lnTo>
                    <a:pt x="292" y="56"/>
                  </a:lnTo>
                  <a:lnTo>
                    <a:pt x="292" y="60"/>
                  </a:lnTo>
                  <a:lnTo>
                    <a:pt x="288" y="60"/>
                  </a:lnTo>
                  <a:lnTo>
                    <a:pt x="288" y="64"/>
                  </a:lnTo>
                  <a:lnTo>
                    <a:pt x="288" y="68"/>
                  </a:lnTo>
                  <a:lnTo>
                    <a:pt x="284" y="64"/>
                  </a:lnTo>
                  <a:lnTo>
                    <a:pt x="280" y="64"/>
                  </a:lnTo>
                  <a:lnTo>
                    <a:pt x="276" y="64"/>
                  </a:lnTo>
                  <a:lnTo>
                    <a:pt x="276" y="60"/>
                  </a:lnTo>
                  <a:lnTo>
                    <a:pt x="274" y="60"/>
                  </a:lnTo>
                  <a:lnTo>
                    <a:pt x="270" y="60"/>
                  </a:lnTo>
                  <a:lnTo>
                    <a:pt x="270" y="64"/>
                  </a:lnTo>
                  <a:lnTo>
                    <a:pt x="266" y="64"/>
                  </a:lnTo>
                  <a:lnTo>
                    <a:pt x="262" y="64"/>
                  </a:lnTo>
                  <a:lnTo>
                    <a:pt x="258" y="64"/>
                  </a:lnTo>
                  <a:lnTo>
                    <a:pt x="254" y="60"/>
                  </a:lnTo>
                  <a:lnTo>
                    <a:pt x="250" y="64"/>
                  </a:lnTo>
                  <a:lnTo>
                    <a:pt x="250" y="60"/>
                  </a:lnTo>
                  <a:lnTo>
                    <a:pt x="248" y="56"/>
                  </a:lnTo>
                  <a:lnTo>
                    <a:pt x="248" y="52"/>
                  </a:lnTo>
                  <a:lnTo>
                    <a:pt x="244" y="52"/>
                  </a:lnTo>
                  <a:lnTo>
                    <a:pt x="240" y="50"/>
                  </a:lnTo>
                  <a:lnTo>
                    <a:pt x="236" y="50"/>
                  </a:lnTo>
                  <a:lnTo>
                    <a:pt x="232" y="50"/>
                  </a:lnTo>
                  <a:lnTo>
                    <a:pt x="232" y="52"/>
                  </a:lnTo>
                  <a:lnTo>
                    <a:pt x="232" y="56"/>
                  </a:lnTo>
                  <a:lnTo>
                    <a:pt x="232" y="52"/>
                  </a:lnTo>
                  <a:lnTo>
                    <a:pt x="228" y="52"/>
                  </a:lnTo>
                  <a:lnTo>
                    <a:pt x="224" y="52"/>
                  </a:lnTo>
                  <a:lnTo>
                    <a:pt x="218" y="52"/>
                  </a:lnTo>
                  <a:lnTo>
                    <a:pt x="220" y="56"/>
                  </a:lnTo>
                  <a:lnTo>
                    <a:pt x="220" y="60"/>
                  </a:lnTo>
                  <a:lnTo>
                    <a:pt x="220" y="64"/>
                  </a:lnTo>
                  <a:lnTo>
                    <a:pt x="218" y="68"/>
                  </a:lnTo>
                  <a:lnTo>
                    <a:pt x="220" y="68"/>
                  </a:lnTo>
                  <a:lnTo>
                    <a:pt x="218" y="72"/>
                  </a:lnTo>
                  <a:lnTo>
                    <a:pt x="214" y="72"/>
                  </a:lnTo>
                  <a:lnTo>
                    <a:pt x="210" y="72"/>
                  </a:lnTo>
                  <a:lnTo>
                    <a:pt x="202" y="68"/>
                  </a:lnTo>
                  <a:lnTo>
                    <a:pt x="198" y="68"/>
                  </a:lnTo>
                  <a:lnTo>
                    <a:pt x="194" y="68"/>
                  </a:lnTo>
                  <a:lnTo>
                    <a:pt x="190" y="68"/>
                  </a:lnTo>
                  <a:lnTo>
                    <a:pt x="188" y="72"/>
                  </a:lnTo>
                  <a:lnTo>
                    <a:pt x="190" y="72"/>
                  </a:lnTo>
                  <a:lnTo>
                    <a:pt x="190" y="76"/>
                  </a:lnTo>
                  <a:lnTo>
                    <a:pt x="188" y="78"/>
                  </a:lnTo>
                  <a:lnTo>
                    <a:pt x="188" y="82"/>
                  </a:lnTo>
                  <a:lnTo>
                    <a:pt x="184" y="82"/>
                  </a:lnTo>
                  <a:lnTo>
                    <a:pt x="184" y="78"/>
                  </a:lnTo>
                  <a:lnTo>
                    <a:pt x="180" y="78"/>
                  </a:lnTo>
                  <a:lnTo>
                    <a:pt x="176" y="78"/>
                  </a:lnTo>
                  <a:lnTo>
                    <a:pt x="168" y="82"/>
                  </a:lnTo>
                  <a:lnTo>
                    <a:pt x="168" y="86"/>
                  </a:lnTo>
                  <a:lnTo>
                    <a:pt x="168" y="90"/>
                  </a:lnTo>
                  <a:lnTo>
                    <a:pt x="164" y="94"/>
                  </a:lnTo>
                  <a:lnTo>
                    <a:pt x="160" y="94"/>
                  </a:lnTo>
                  <a:lnTo>
                    <a:pt x="160" y="98"/>
                  </a:lnTo>
                  <a:lnTo>
                    <a:pt x="164" y="98"/>
                  </a:lnTo>
                  <a:lnTo>
                    <a:pt x="164" y="102"/>
                  </a:lnTo>
                  <a:lnTo>
                    <a:pt x="164" y="106"/>
                  </a:lnTo>
                  <a:lnTo>
                    <a:pt x="160" y="108"/>
                  </a:lnTo>
                  <a:lnTo>
                    <a:pt x="158" y="112"/>
                  </a:lnTo>
                  <a:lnTo>
                    <a:pt x="154" y="116"/>
                  </a:lnTo>
                  <a:lnTo>
                    <a:pt x="150" y="116"/>
                  </a:lnTo>
                  <a:lnTo>
                    <a:pt x="150" y="120"/>
                  </a:lnTo>
                  <a:lnTo>
                    <a:pt x="154" y="124"/>
                  </a:lnTo>
                  <a:lnTo>
                    <a:pt x="146" y="128"/>
                  </a:lnTo>
                  <a:lnTo>
                    <a:pt x="142" y="128"/>
                  </a:lnTo>
                  <a:lnTo>
                    <a:pt x="138" y="128"/>
                  </a:lnTo>
                  <a:lnTo>
                    <a:pt x="138" y="132"/>
                  </a:lnTo>
                  <a:lnTo>
                    <a:pt x="142" y="136"/>
                  </a:lnTo>
                  <a:lnTo>
                    <a:pt x="138" y="136"/>
                  </a:lnTo>
                  <a:lnTo>
                    <a:pt x="138" y="138"/>
                  </a:lnTo>
                  <a:lnTo>
                    <a:pt x="138" y="142"/>
                  </a:lnTo>
                  <a:lnTo>
                    <a:pt x="138" y="146"/>
                  </a:lnTo>
                  <a:lnTo>
                    <a:pt x="134" y="150"/>
                  </a:lnTo>
                  <a:lnTo>
                    <a:pt x="134" y="154"/>
                  </a:lnTo>
                  <a:lnTo>
                    <a:pt x="130" y="154"/>
                  </a:lnTo>
                  <a:lnTo>
                    <a:pt x="130" y="158"/>
                  </a:lnTo>
                  <a:lnTo>
                    <a:pt x="130" y="162"/>
                  </a:lnTo>
                  <a:lnTo>
                    <a:pt x="128" y="162"/>
                  </a:lnTo>
                  <a:lnTo>
                    <a:pt x="128" y="164"/>
                  </a:lnTo>
                  <a:lnTo>
                    <a:pt x="130" y="164"/>
                  </a:lnTo>
                  <a:lnTo>
                    <a:pt x="134" y="164"/>
                  </a:lnTo>
                  <a:lnTo>
                    <a:pt x="134" y="168"/>
                  </a:lnTo>
                  <a:lnTo>
                    <a:pt x="134" y="172"/>
                  </a:lnTo>
                  <a:lnTo>
                    <a:pt x="130" y="176"/>
                  </a:lnTo>
                  <a:lnTo>
                    <a:pt x="120" y="176"/>
                  </a:lnTo>
                  <a:lnTo>
                    <a:pt x="116" y="176"/>
                  </a:lnTo>
                  <a:lnTo>
                    <a:pt x="112" y="180"/>
                  </a:lnTo>
                  <a:lnTo>
                    <a:pt x="108" y="184"/>
                  </a:lnTo>
                  <a:lnTo>
                    <a:pt x="104" y="188"/>
                  </a:lnTo>
                  <a:lnTo>
                    <a:pt x="104" y="192"/>
                  </a:lnTo>
                  <a:lnTo>
                    <a:pt x="104" y="194"/>
                  </a:lnTo>
                  <a:lnTo>
                    <a:pt x="102" y="194"/>
                  </a:lnTo>
                  <a:lnTo>
                    <a:pt x="104" y="198"/>
                  </a:lnTo>
                  <a:lnTo>
                    <a:pt x="104" y="202"/>
                  </a:lnTo>
                  <a:lnTo>
                    <a:pt x="104" y="206"/>
                  </a:lnTo>
                  <a:lnTo>
                    <a:pt x="104" y="210"/>
                  </a:lnTo>
                  <a:lnTo>
                    <a:pt x="104" y="214"/>
                  </a:lnTo>
                  <a:lnTo>
                    <a:pt x="104" y="218"/>
                  </a:lnTo>
                  <a:lnTo>
                    <a:pt x="108" y="218"/>
                  </a:lnTo>
                  <a:lnTo>
                    <a:pt x="108" y="222"/>
                  </a:lnTo>
                  <a:lnTo>
                    <a:pt x="104" y="224"/>
                  </a:lnTo>
                  <a:lnTo>
                    <a:pt x="104" y="228"/>
                  </a:lnTo>
                  <a:lnTo>
                    <a:pt x="104" y="232"/>
                  </a:lnTo>
                  <a:lnTo>
                    <a:pt x="108" y="236"/>
                  </a:lnTo>
                  <a:lnTo>
                    <a:pt x="112" y="236"/>
                  </a:lnTo>
                  <a:lnTo>
                    <a:pt x="112" y="238"/>
                  </a:lnTo>
                  <a:lnTo>
                    <a:pt x="116" y="238"/>
                  </a:lnTo>
                  <a:lnTo>
                    <a:pt x="116" y="242"/>
                  </a:lnTo>
                  <a:lnTo>
                    <a:pt x="112" y="242"/>
                  </a:lnTo>
                  <a:lnTo>
                    <a:pt x="112" y="246"/>
                  </a:lnTo>
                  <a:lnTo>
                    <a:pt x="108" y="246"/>
                  </a:lnTo>
                  <a:lnTo>
                    <a:pt x="104" y="246"/>
                  </a:lnTo>
                  <a:lnTo>
                    <a:pt x="108" y="250"/>
                  </a:lnTo>
                  <a:lnTo>
                    <a:pt x="108" y="254"/>
                  </a:lnTo>
                  <a:lnTo>
                    <a:pt x="108" y="258"/>
                  </a:lnTo>
                  <a:lnTo>
                    <a:pt x="112" y="258"/>
                  </a:lnTo>
                  <a:lnTo>
                    <a:pt x="112" y="262"/>
                  </a:lnTo>
                  <a:lnTo>
                    <a:pt x="108" y="264"/>
                  </a:lnTo>
                  <a:lnTo>
                    <a:pt x="108" y="268"/>
                  </a:lnTo>
                  <a:lnTo>
                    <a:pt x="108" y="272"/>
                  </a:lnTo>
                  <a:lnTo>
                    <a:pt x="104" y="272"/>
                  </a:lnTo>
                  <a:lnTo>
                    <a:pt x="102" y="272"/>
                  </a:lnTo>
                  <a:lnTo>
                    <a:pt x="102" y="276"/>
                  </a:lnTo>
                  <a:lnTo>
                    <a:pt x="102" y="280"/>
                  </a:lnTo>
                  <a:lnTo>
                    <a:pt x="98" y="280"/>
                  </a:lnTo>
                  <a:lnTo>
                    <a:pt x="102" y="284"/>
                  </a:lnTo>
                  <a:lnTo>
                    <a:pt x="102" y="288"/>
                  </a:lnTo>
                  <a:lnTo>
                    <a:pt x="102" y="292"/>
                  </a:lnTo>
                  <a:lnTo>
                    <a:pt x="98" y="294"/>
                  </a:lnTo>
                  <a:lnTo>
                    <a:pt x="94" y="294"/>
                  </a:lnTo>
                  <a:lnTo>
                    <a:pt x="94" y="292"/>
                  </a:lnTo>
                  <a:lnTo>
                    <a:pt x="90" y="292"/>
                  </a:lnTo>
                  <a:lnTo>
                    <a:pt x="86" y="292"/>
                  </a:lnTo>
                  <a:lnTo>
                    <a:pt x="86" y="288"/>
                  </a:lnTo>
                  <a:lnTo>
                    <a:pt x="82" y="284"/>
                  </a:lnTo>
                  <a:lnTo>
                    <a:pt x="86" y="284"/>
                  </a:lnTo>
                  <a:lnTo>
                    <a:pt x="82" y="280"/>
                  </a:lnTo>
                  <a:lnTo>
                    <a:pt x="82" y="276"/>
                  </a:lnTo>
                  <a:lnTo>
                    <a:pt x="82" y="272"/>
                  </a:lnTo>
                  <a:lnTo>
                    <a:pt x="86" y="276"/>
                  </a:lnTo>
                  <a:lnTo>
                    <a:pt x="86" y="272"/>
                  </a:lnTo>
                  <a:lnTo>
                    <a:pt x="82" y="272"/>
                  </a:lnTo>
                  <a:lnTo>
                    <a:pt x="82" y="276"/>
                  </a:lnTo>
                  <a:lnTo>
                    <a:pt x="82" y="280"/>
                  </a:lnTo>
                  <a:lnTo>
                    <a:pt x="82" y="276"/>
                  </a:lnTo>
                  <a:lnTo>
                    <a:pt x="78" y="276"/>
                  </a:lnTo>
                  <a:lnTo>
                    <a:pt x="78" y="280"/>
                  </a:lnTo>
                  <a:lnTo>
                    <a:pt x="78" y="284"/>
                  </a:lnTo>
                  <a:lnTo>
                    <a:pt x="82" y="284"/>
                  </a:lnTo>
                  <a:lnTo>
                    <a:pt x="82" y="288"/>
                  </a:lnTo>
                  <a:lnTo>
                    <a:pt x="78" y="288"/>
                  </a:lnTo>
                  <a:lnTo>
                    <a:pt x="78" y="292"/>
                  </a:lnTo>
                  <a:lnTo>
                    <a:pt x="74" y="292"/>
                  </a:lnTo>
                  <a:lnTo>
                    <a:pt x="74" y="294"/>
                  </a:lnTo>
                  <a:lnTo>
                    <a:pt x="72" y="294"/>
                  </a:lnTo>
                  <a:lnTo>
                    <a:pt x="72" y="292"/>
                  </a:lnTo>
                  <a:lnTo>
                    <a:pt x="68" y="292"/>
                  </a:lnTo>
                  <a:lnTo>
                    <a:pt x="72" y="292"/>
                  </a:lnTo>
                  <a:lnTo>
                    <a:pt x="72" y="294"/>
                  </a:lnTo>
                  <a:lnTo>
                    <a:pt x="68" y="294"/>
                  </a:lnTo>
                  <a:lnTo>
                    <a:pt x="64" y="298"/>
                  </a:lnTo>
                  <a:lnTo>
                    <a:pt x="64" y="302"/>
                  </a:lnTo>
                  <a:lnTo>
                    <a:pt x="60" y="302"/>
                  </a:lnTo>
                  <a:lnTo>
                    <a:pt x="60" y="306"/>
                  </a:lnTo>
                  <a:lnTo>
                    <a:pt x="56" y="306"/>
                  </a:lnTo>
                  <a:lnTo>
                    <a:pt x="52" y="310"/>
                  </a:lnTo>
                  <a:lnTo>
                    <a:pt x="48" y="310"/>
                  </a:lnTo>
                  <a:lnTo>
                    <a:pt x="48" y="314"/>
                  </a:lnTo>
                  <a:lnTo>
                    <a:pt x="44" y="314"/>
                  </a:lnTo>
                  <a:lnTo>
                    <a:pt x="42" y="314"/>
                  </a:lnTo>
                  <a:lnTo>
                    <a:pt x="38" y="314"/>
                  </a:lnTo>
                  <a:lnTo>
                    <a:pt x="34" y="314"/>
                  </a:lnTo>
                  <a:lnTo>
                    <a:pt x="34" y="318"/>
                  </a:lnTo>
                  <a:lnTo>
                    <a:pt x="30" y="314"/>
                  </a:lnTo>
                  <a:lnTo>
                    <a:pt x="26" y="314"/>
                  </a:lnTo>
                  <a:lnTo>
                    <a:pt x="26" y="310"/>
                  </a:lnTo>
                  <a:lnTo>
                    <a:pt x="30" y="310"/>
                  </a:lnTo>
                  <a:lnTo>
                    <a:pt x="26" y="310"/>
                  </a:lnTo>
                  <a:lnTo>
                    <a:pt x="22" y="310"/>
                  </a:lnTo>
                  <a:lnTo>
                    <a:pt x="18" y="310"/>
                  </a:lnTo>
                  <a:lnTo>
                    <a:pt x="18" y="306"/>
                  </a:lnTo>
                  <a:lnTo>
                    <a:pt x="14" y="306"/>
                  </a:lnTo>
                  <a:lnTo>
                    <a:pt x="12" y="302"/>
                  </a:lnTo>
                  <a:lnTo>
                    <a:pt x="12" y="298"/>
                  </a:lnTo>
                  <a:lnTo>
                    <a:pt x="12" y="294"/>
                  </a:lnTo>
                  <a:lnTo>
                    <a:pt x="12" y="292"/>
                  </a:lnTo>
                  <a:lnTo>
                    <a:pt x="14" y="294"/>
                  </a:lnTo>
                  <a:lnTo>
                    <a:pt x="18" y="294"/>
                  </a:lnTo>
                  <a:lnTo>
                    <a:pt x="18" y="298"/>
                  </a:lnTo>
                  <a:lnTo>
                    <a:pt x="22" y="294"/>
                  </a:lnTo>
                  <a:lnTo>
                    <a:pt x="18" y="294"/>
                  </a:lnTo>
                  <a:lnTo>
                    <a:pt x="22" y="294"/>
                  </a:lnTo>
                  <a:lnTo>
                    <a:pt x="22" y="292"/>
                  </a:lnTo>
                  <a:lnTo>
                    <a:pt x="26" y="292"/>
                  </a:lnTo>
                  <a:lnTo>
                    <a:pt x="22" y="292"/>
                  </a:lnTo>
                  <a:lnTo>
                    <a:pt x="18" y="294"/>
                  </a:lnTo>
                  <a:lnTo>
                    <a:pt x="18" y="292"/>
                  </a:lnTo>
                  <a:lnTo>
                    <a:pt x="14" y="292"/>
                  </a:lnTo>
                  <a:lnTo>
                    <a:pt x="18" y="292"/>
                  </a:lnTo>
                  <a:lnTo>
                    <a:pt x="18" y="288"/>
                  </a:lnTo>
                  <a:lnTo>
                    <a:pt x="22" y="288"/>
                  </a:lnTo>
                  <a:lnTo>
                    <a:pt x="26" y="288"/>
                  </a:lnTo>
                  <a:lnTo>
                    <a:pt x="22" y="288"/>
                  </a:lnTo>
                  <a:lnTo>
                    <a:pt x="18" y="288"/>
                  </a:lnTo>
                  <a:lnTo>
                    <a:pt x="18" y="284"/>
                  </a:lnTo>
                  <a:lnTo>
                    <a:pt x="22" y="284"/>
                  </a:lnTo>
                  <a:lnTo>
                    <a:pt x="22" y="280"/>
                  </a:lnTo>
                  <a:lnTo>
                    <a:pt x="26" y="280"/>
                  </a:lnTo>
                  <a:lnTo>
                    <a:pt x="22" y="280"/>
                  </a:lnTo>
                  <a:lnTo>
                    <a:pt x="18" y="284"/>
                  </a:lnTo>
                  <a:lnTo>
                    <a:pt x="14" y="284"/>
                  </a:lnTo>
                  <a:lnTo>
                    <a:pt x="18" y="284"/>
                  </a:lnTo>
                  <a:lnTo>
                    <a:pt x="14" y="284"/>
                  </a:lnTo>
                  <a:lnTo>
                    <a:pt x="14" y="288"/>
                  </a:lnTo>
                  <a:lnTo>
                    <a:pt x="12" y="288"/>
                  </a:lnTo>
                  <a:lnTo>
                    <a:pt x="12" y="284"/>
                  </a:lnTo>
                  <a:lnTo>
                    <a:pt x="12" y="288"/>
                  </a:lnTo>
                  <a:lnTo>
                    <a:pt x="8" y="288"/>
                  </a:lnTo>
                  <a:lnTo>
                    <a:pt x="8" y="284"/>
                  </a:lnTo>
                  <a:lnTo>
                    <a:pt x="8" y="280"/>
                  </a:lnTo>
                  <a:lnTo>
                    <a:pt x="12" y="276"/>
                  </a:lnTo>
                  <a:lnTo>
                    <a:pt x="12" y="280"/>
                  </a:lnTo>
                  <a:lnTo>
                    <a:pt x="12" y="276"/>
                  </a:lnTo>
                  <a:lnTo>
                    <a:pt x="14" y="276"/>
                  </a:lnTo>
                  <a:lnTo>
                    <a:pt x="18" y="276"/>
                  </a:lnTo>
                  <a:lnTo>
                    <a:pt x="22" y="272"/>
                  </a:lnTo>
                  <a:lnTo>
                    <a:pt x="18" y="276"/>
                  </a:lnTo>
                  <a:lnTo>
                    <a:pt x="14" y="276"/>
                  </a:lnTo>
                  <a:lnTo>
                    <a:pt x="14" y="272"/>
                  </a:lnTo>
                  <a:lnTo>
                    <a:pt x="18" y="272"/>
                  </a:lnTo>
                  <a:lnTo>
                    <a:pt x="18" y="268"/>
                  </a:lnTo>
                  <a:lnTo>
                    <a:pt x="18" y="264"/>
                  </a:lnTo>
                  <a:lnTo>
                    <a:pt x="22" y="264"/>
                  </a:lnTo>
                  <a:lnTo>
                    <a:pt x="22" y="262"/>
                  </a:lnTo>
                  <a:lnTo>
                    <a:pt x="26" y="262"/>
                  </a:lnTo>
                  <a:lnTo>
                    <a:pt x="26" y="264"/>
                  </a:lnTo>
                  <a:lnTo>
                    <a:pt x="26" y="268"/>
                  </a:lnTo>
                  <a:lnTo>
                    <a:pt x="26" y="264"/>
                  </a:lnTo>
                  <a:lnTo>
                    <a:pt x="26" y="262"/>
                  </a:lnTo>
                  <a:lnTo>
                    <a:pt x="30" y="262"/>
                  </a:lnTo>
                  <a:lnTo>
                    <a:pt x="30" y="258"/>
                  </a:lnTo>
                  <a:lnTo>
                    <a:pt x="34" y="262"/>
                  </a:lnTo>
                  <a:lnTo>
                    <a:pt x="34" y="258"/>
                  </a:lnTo>
                  <a:lnTo>
                    <a:pt x="30" y="258"/>
                  </a:lnTo>
                  <a:lnTo>
                    <a:pt x="34" y="258"/>
                  </a:lnTo>
                  <a:lnTo>
                    <a:pt x="30" y="258"/>
                  </a:lnTo>
                  <a:lnTo>
                    <a:pt x="26" y="262"/>
                  </a:lnTo>
                  <a:lnTo>
                    <a:pt x="22" y="262"/>
                  </a:lnTo>
                  <a:lnTo>
                    <a:pt x="18" y="262"/>
                  </a:lnTo>
                  <a:lnTo>
                    <a:pt x="18" y="264"/>
                  </a:lnTo>
                  <a:lnTo>
                    <a:pt x="14" y="268"/>
                  </a:lnTo>
                  <a:lnTo>
                    <a:pt x="14" y="272"/>
                  </a:lnTo>
                  <a:lnTo>
                    <a:pt x="14" y="268"/>
                  </a:lnTo>
                  <a:lnTo>
                    <a:pt x="12" y="268"/>
                  </a:lnTo>
                  <a:lnTo>
                    <a:pt x="12" y="264"/>
                  </a:lnTo>
                  <a:lnTo>
                    <a:pt x="14" y="262"/>
                  </a:lnTo>
                  <a:lnTo>
                    <a:pt x="12" y="262"/>
                  </a:lnTo>
                  <a:lnTo>
                    <a:pt x="12" y="264"/>
                  </a:lnTo>
                  <a:lnTo>
                    <a:pt x="12" y="268"/>
                  </a:lnTo>
                  <a:lnTo>
                    <a:pt x="8" y="268"/>
                  </a:lnTo>
                  <a:lnTo>
                    <a:pt x="8" y="264"/>
                  </a:lnTo>
                  <a:lnTo>
                    <a:pt x="8" y="262"/>
                  </a:lnTo>
                  <a:lnTo>
                    <a:pt x="8" y="258"/>
                  </a:lnTo>
                  <a:lnTo>
                    <a:pt x="8" y="262"/>
                  </a:lnTo>
                  <a:lnTo>
                    <a:pt x="12" y="262"/>
                  </a:lnTo>
                  <a:lnTo>
                    <a:pt x="14" y="262"/>
                  </a:lnTo>
                  <a:lnTo>
                    <a:pt x="14" y="258"/>
                  </a:lnTo>
                  <a:lnTo>
                    <a:pt x="14" y="254"/>
                  </a:lnTo>
                  <a:lnTo>
                    <a:pt x="12" y="254"/>
                  </a:lnTo>
                  <a:lnTo>
                    <a:pt x="12" y="258"/>
                  </a:lnTo>
                  <a:lnTo>
                    <a:pt x="8" y="258"/>
                  </a:lnTo>
                  <a:lnTo>
                    <a:pt x="4" y="254"/>
                  </a:lnTo>
                  <a:lnTo>
                    <a:pt x="8" y="258"/>
                  </a:lnTo>
                  <a:lnTo>
                    <a:pt x="4" y="254"/>
                  </a:lnTo>
                  <a:lnTo>
                    <a:pt x="8" y="254"/>
                  </a:lnTo>
                  <a:lnTo>
                    <a:pt x="8" y="258"/>
                  </a:lnTo>
                  <a:lnTo>
                    <a:pt x="12" y="258"/>
                  </a:lnTo>
                  <a:lnTo>
                    <a:pt x="12" y="254"/>
                  </a:lnTo>
                  <a:lnTo>
                    <a:pt x="8" y="254"/>
                  </a:lnTo>
                  <a:lnTo>
                    <a:pt x="8" y="250"/>
                  </a:lnTo>
                  <a:lnTo>
                    <a:pt x="12" y="250"/>
                  </a:lnTo>
                  <a:lnTo>
                    <a:pt x="8" y="250"/>
                  </a:lnTo>
                  <a:lnTo>
                    <a:pt x="4" y="250"/>
                  </a:lnTo>
                  <a:lnTo>
                    <a:pt x="4" y="246"/>
                  </a:lnTo>
                  <a:lnTo>
                    <a:pt x="8" y="246"/>
                  </a:lnTo>
                  <a:lnTo>
                    <a:pt x="12" y="246"/>
                  </a:lnTo>
                  <a:lnTo>
                    <a:pt x="14" y="246"/>
                  </a:lnTo>
                  <a:lnTo>
                    <a:pt x="18" y="246"/>
                  </a:lnTo>
                  <a:lnTo>
                    <a:pt x="22" y="246"/>
                  </a:lnTo>
                  <a:lnTo>
                    <a:pt x="26" y="246"/>
                  </a:lnTo>
                  <a:lnTo>
                    <a:pt x="26" y="242"/>
                  </a:lnTo>
                  <a:lnTo>
                    <a:pt x="30" y="242"/>
                  </a:lnTo>
                  <a:lnTo>
                    <a:pt x="30" y="246"/>
                  </a:lnTo>
                  <a:lnTo>
                    <a:pt x="34" y="246"/>
                  </a:lnTo>
                  <a:lnTo>
                    <a:pt x="34" y="250"/>
                  </a:lnTo>
                  <a:lnTo>
                    <a:pt x="34" y="246"/>
                  </a:lnTo>
                  <a:lnTo>
                    <a:pt x="38" y="246"/>
                  </a:lnTo>
                  <a:lnTo>
                    <a:pt x="38" y="242"/>
                  </a:lnTo>
                  <a:lnTo>
                    <a:pt x="38" y="238"/>
                  </a:lnTo>
                  <a:lnTo>
                    <a:pt x="42" y="238"/>
                  </a:lnTo>
                  <a:lnTo>
                    <a:pt x="42" y="236"/>
                  </a:lnTo>
                  <a:lnTo>
                    <a:pt x="38" y="238"/>
                  </a:lnTo>
                  <a:lnTo>
                    <a:pt x="38" y="242"/>
                  </a:lnTo>
                  <a:lnTo>
                    <a:pt x="34" y="242"/>
                  </a:lnTo>
                  <a:lnTo>
                    <a:pt x="30" y="246"/>
                  </a:lnTo>
                  <a:lnTo>
                    <a:pt x="30" y="242"/>
                  </a:lnTo>
                  <a:lnTo>
                    <a:pt x="26" y="242"/>
                  </a:lnTo>
                  <a:lnTo>
                    <a:pt x="26" y="238"/>
                  </a:lnTo>
                  <a:lnTo>
                    <a:pt x="26" y="242"/>
                  </a:lnTo>
                  <a:lnTo>
                    <a:pt x="22" y="246"/>
                  </a:lnTo>
                  <a:lnTo>
                    <a:pt x="22" y="242"/>
                  </a:lnTo>
                  <a:lnTo>
                    <a:pt x="18" y="242"/>
                  </a:lnTo>
                  <a:lnTo>
                    <a:pt x="14" y="242"/>
                  </a:lnTo>
                  <a:lnTo>
                    <a:pt x="12" y="242"/>
                  </a:lnTo>
                  <a:lnTo>
                    <a:pt x="12" y="246"/>
                  </a:lnTo>
                  <a:lnTo>
                    <a:pt x="8" y="246"/>
                  </a:lnTo>
                  <a:lnTo>
                    <a:pt x="8" y="242"/>
                  </a:lnTo>
                  <a:lnTo>
                    <a:pt x="4" y="242"/>
                  </a:lnTo>
                  <a:lnTo>
                    <a:pt x="8" y="242"/>
                  </a:lnTo>
                  <a:lnTo>
                    <a:pt x="4" y="242"/>
                  </a:lnTo>
                  <a:lnTo>
                    <a:pt x="8" y="238"/>
                  </a:lnTo>
                  <a:lnTo>
                    <a:pt x="12" y="238"/>
                  </a:lnTo>
                  <a:lnTo>
                    <a:pt x="8" y="238"/>
                  </a:lnTo>
                  <a:lnTo>
                    <a:pt x="4" y="238"/>
                  </a:lnTo>
                  <a:lnTo>
                    <a:pt x="8" y="236"/>
                  </a:lnTo>
                  <a:lnTo>
                    <a:pt x="8" y="238"/>
                  </a:lnTo>
                  <a:lnTo>
                    <a:pt x="12" y="238"/>
                  </a:lnTo>
                  <a:lnTo>
                    <a:pt x="14" y="238"/>
                  </a:lnTo>
                  <a:lnTo>
                    <a:pt x="14" y="236"/>
                  </a:lnTo>
                  <a:lnTo>
                    <a:pt x="12" y="236"/>
                  </a:lnTo>
                  <a:lnTo>
                    <a:pt x="12" y="238"/>
                  </a:lnTo>
                  <a:lnTo>
                    <a:pt x="8" y="236"/>
                  </a:lnTo>
                  <a:lnTo>
                    <a:pt x="4" y="236"/>
                  </a:lnTo>
                  <a:lnTo>
                    <a:pt x="8" y="232"/>
                  </a:lnTo>
                  <a:lnTo>
                    <a:pt x="4" y="232"/>
                  </a:lnTo>
                  <a:lnTo>
                    <a:pt x="8" y="228"/>
                  </a:lnTo>
                  <a:lnTo>
                    <a:pt x="12" y="228"/>
                  </a:lnTo>
                  <a:lnTo>
                    <a:pt x="14" y="228"/>
                  </a:lnTo>
                  <a:lnTo>
                    <a:pt x="18" y="228"/>
                  </a:lnTo>
                  <a:lnTo>
                    <a:pt x="22" y="228"/>
                  </a:lnTo>
                  <a:lnTo>
                    <a:pt x="26" y="228"/>
                  </a:lnTo>
                  <a:lnTo>
                    <a:pt x="30" y="228"/>
                  </a:lnTo>
                  <a:lnTo>
                    <a:pt x="26" y="228"/>
                  </a:lnTo>
                  <a:lnTo>
                    <a:pt x="22" y="228"/>
                  </a:lnTo>
                  <a:lnTo>
                    <a:pt x="18" y="228"/>
                  </a:lnTo>
                  <a:lnTo>
                    <a:pt x="14" y="228"/>
                  </a:lnTo>
                  <a:lnTo>
                    <a:pt x="12" y="228"/>
                  </a:lnTo>
                  <a:lnTo>
                    <a:pt x="8" y="228"/>
                  </a:lnTo>
                  <a:lnTo>
                    <a:pt x="4" y="228"/>
                  </a:lnTo>
                  <a:lnTo>
                    <a:pt x="8" y="224"/>
                  </a:lnTo>
                  <a:lnTo>
                    <a:pt x="8" y="222"/>
                  </a:lnTo>
                  <a:lnTo>
                    <a:pt x="4" y="222"/>
                  </a:lnTo>
                  <a:lnTo>
                    <a:pt x="8" y="222"/>
                  </a:lnTo>
                  <a:lnTo>
                    <a:pt x="12" y="224"/>
                  </a:lnTo>
                  <a:lnTo>
                    <a:pt x="12" y="222"/>
                  </a:lnTo>
                  <a:lnTo>
                    <a:pt x="8" y="222"/>
                  </a:lnTo>
                  <a:lnTo>
                    <a:pt x="12" y="222"/>
                  </a:lnTo>
                  <a:lnTo>
                    <a:pt x="14" y="222"/>
                  </a:lnTo>
                  <a:lnTo>
                    <a:pt x="18" y="222"/>
                  </a:lnTo>
                  <a:lnTo>
                    <a:pt x="22" y="224"/>
                  </a:lnTo>
                  <a:lnTo>
                    <a:pt x="18" y="224"/>
                  </a:lnTo>
                  <a:lnTo>
                    <a:pt x="18" y="222"/>
                  </a:lnTo>
                  <a:lnTo>
                    <a:pt x="14" y="222"/>
                  </a:lnTo>
                  <a:lnTo>
                    <a:pt x="18" y="222"/>
                  </a:lnTo>
                  <a:lnTo>
                    <a:pt x="18" y="218"/>
                  </a:lnTo>
                  <a:lnTo>
                    <a:pt x="22" y="218"/>
                  </a:lnTo>
                  <a:lnTo>
                    <a:pt x="26" y="222"/>
                  </a:lnTo>
                  <a:lnTo>
                    <a:pt x="26" y="218"/>
                  </a:lnTo>
                  <a:lnTo>
                    <a:pt x="22" y="218"/>
                  </a:lnTo>
                  <a:lnTo>
                    <a:pt x="26" y="214"/>
                  </a:lnTo>
                  <a:lnTo>
                    <a:pt x="30" y="218"/>
                  </a:lnTo>
                  <a:lnTo>
                    <a:pt x="34" y="218"/>
                  </a:lnTo>
                  <a:lnTo>
                    <a:pt x="34" y="222"/>
                  </a:lnTo>
                  <a:lnTo>
                    <a:pt x="30" y="222"/>
                  </a:lnTo>
                  <a:lnTo>
                    <a:pt x="30" y="224"/>
                  </a:lnTo>
                  <a:lnTo>
                    <a:pt x="34" y="224"/>
                  </a:lnTo>
                  <a:lnTo>
                    <a:pt x="34" y="222"/>
                  </a:lnTo>
                  <a:lnTo>
                    <a:pt x="30" y="222"/>
                  </a:lnTo>
                  <a:lnTo>
                    <a:pt x="34" y="222"/>
                  </a:lnTo>
                  <a:lnTo>
                    <a:pt x="34" y="218"/>
                  </a:lnTo>
                  <a:lnTo>
                    <a:pt x="38" y="218"/>
                  </a:lnTo>
                  <a:lnTo>
                    <a:pt x="38" y="222"/>
                  </a:lnTo>
                  <a:lnTo>
                    <a:pt x="38" y="218"/>
                  </a:lnTo>
                  <a:lnTo>
                    <a:pt x="34" y="218"/>
                  </a:lnTo>
                  <a:lnTo>
                    <a:pt x="30" y="218"/>
                  </a:lnTo>
                  <a:lnTo>
                    <a:pt x="30" y="214"/>
                  </a:lnTo>
                  <a:lnTo>
                    <a:pt x="26" y="214"/>
                  </a:lnTo>
                  <a:lnTo>
                    <a:pt x="22" y="214"/>
                  </a:lnTo>
                  <a:lnTo>
                    <a:pt x="26" y="214"/>
                  </a:lnTo>
                  <a:lnTo>
                    <a:pt x="22" y="214"/>
                  </a:lnTo>
                  <a:lnTo>
                    <a:pt x="22" y="210"/>
                  </a:lnTo>
                  <a:lnTo>
                    <a:pt x="26" y="210"/>
                  </a:lnTo>
                  <a:lnTo>
                    <a:pt x="30" y="210"/>
                  </a:lnTo>
                  <a:lnTo>
                    <a:pt x="34" y="210"/>
                  </a:lnTo>
                  <a:lnTo>
                    <a:pt x="38" y="210"/>
                  </a:lnTo>
                  <a:lnTo>
                    <a:pt x="42" y="214"/>
                  </a:lnTo>
                  <a:lnTo>
                    <a:pt x="42" y="210"/>
                  </a:lnTo>
                  <a:lnTo>
                    <a:pt x="42" y="214"/>
                  </a:lnTo>
                  <a:lnTo>
                    <a:pt x="38" y="214"/>
                  </a:lnTo>
                  <a:lnTo>
                    <a:pt x="38" y="210"/>
                  </a:lnTo>
                  <a:lnTo>
                    <a:pt x="42" y="210"/>
                  </a:lnTo>
                  <a:lnTo>
                    <a:pt x="44" y="210"/>
                  </a:lnTo>
                  <a:lnTo>
                    <a:pt x="44" y="206"/>
                  </a:lnTo>
                  <a:lnTo>
                    <a:pt x="48" y="210"/>
                  </a:lnTo>
                  <a:lnTo>
                    <a:pt x="48" y="206"/>
                  </a:lnTo>
                  <a:lnTo>
                    <a:pt x="44" y="206"/>
                  </a:lnTo>
                  <a:lnTo>
                    <a:pt x="42" y="210"/>
                  </a:lnTo>
                  <a:lnTo>
                    <a:pt x="38" y="210"/>
                  </a:lnTo>
                  <a:lnTo>
                    <a:pt x="38" y="206"/>
                  </a:lnTo>
                  <a:lnTo>
                    <a:pt x="42" y="206"/>
                  </a:lnTo>
                  <a:lnTo>
                    <a:pt x="38" y="206"/>
                  </a:lnTo>
                  <a:lnTo>
                    <a:pt x="34" y="206"/>
                  </a:lnTo>
                  <a:lnTo>
                    <a:pt x="30" y="210"/>
                  </a:lnTo>
                  <a:lnTo>
                    <a:pt x="30" y="206"/>
                  </a:lnTo>
                  <a:lnTo>
                    <a:pt x="34" y="206"/>
                  </a:lnTo>
                  <a:lnTo>
                    <a:pt x="30" y="202"/>
                  </a:lnTo>
                  <a:lnTo>
                    <a:pt x="34" y="202"/>
                  </a:lnTo>
                  <a:lnTo>
                    <a:pt x="38" y="202"/>
                  </a:lnTo>
                  <a:lnTo>
                    <a:pt x="42" y="202"/>
                  </a:lnTo>
                  <a:lnTo>
                    <a:pt x="44" y="202"/>
                  </a:lnTo>
                  <a:lnTo>
                    <a:pt x="42" y="202"/>
                  </a:lnTo>
                  <a:lnTo>
                    <a:pt x="44" y="202"/>
                  </a:lnTo>
                  <a:lnTo>
                    <a:pt x="48" y="202"/>
                  </a:lnTo>
                  <a:lnTo>
                    <a:pt x="48" y="206"/>
                  </a:lnTo>
                  <a:lnTo>
                    <a:pt x="52" y="206"/>
                  </a:lnTo>
                  <a:lnTo>
                    <a:pt x="52" y="210"/>
                  </a:lnTo>
                  <a:lnTo>
                    <a:pt x="56" y="210"/>
                  </a:lnTo>
                  <a:lnTo>
                    <a:pt x="52" y="210"/>
                  </a:lnTo>
                  <a:lnTo>
                    <a:pt x="52" y="206"/>
                  </a:lnTo>
                  <a:lnTo>
                    <a:pt x="48" y="206"/>
                  </a:lnTo>
                  <a:lnTo>
                    <a:pt x="48" y="202"/>
                  </a:lnTo>
                  <a:lnTo>
                    <a:pt x="44" y="202"/>
                  </a:lnTo>
                  <a:lnTo>
                    <a:pt x="44" y="198"/>
                  </a:lnTo>
                  <a:lnTo>
                    <a:pt x="48" y="198"/>
                  </a:lnTo>
                  <a:lnTo>
                    <a:pt x="48" y="202"/>
                  </a:lnTo>
                  <a:lnTo>
                    <a:pt x="52" y="202"/>
                  </a:lnTo>
                  <a:lnTo>
                    <a:pt x="52" y="206"/>
                  </a:lnTo>
                  <a:lnTo>
                    <a:pt x="52" y="202"/>
                  </a:lnTo>
                  <a:lnTo>
                    <a:pt x="56" y="202"/>
                  </a:lnTo>
                  <a:lnTo>
                    <a:pt x="52" y="202"/>
                  </a:lnTo>
                  <a:lnTo>
                    <a:pt x="48" y="202"/>
                  </a:lnTo>
                  <a:lnTo>
                    <a:pt x="48" y="198"/>
                  </a:lnTo>
                  <a:lnTo>
                    <a:pt x="52" y="198"/>
                  </a:lnTo>
                  <a:lnTo>
                    <a:pt x="56" y="198"/>
                  </a:lnTo>
                  <a:lnTo>
                    <a:pt x="60" y="198"/>
                  </a:lnTo>
                  <a:lnTo>
                    <a:pt x="56" y="198"/>
                  </a:lnTo>
                  <a:lnTo>
                    <a:pt x="52" y="194"/>
                  </a:lnTo>
                  <a:lnTo>
                    <a:pt x="56" y="194"/>
                  </a:lnTo>
                  <a:lnTo>
                    <a:pt x="56" y="192"/>
                  </a:lnTo>
                  <a:lnTo>
                    <a:pt x="60" y="192"/>
                  </a:lnTo>
                  <a:lnTo>
                    <a:pt x="64" y="192"/>
                  </a:lnTo>
                  <a:lnTo>
                    <a:pt x="64" y="194"/>
                  </a:lnTo>
                  <a:lnTo>
                    <a:pt x="68" y="194"/>
                  </a:lnTo>
                  <a:lnTo>
                    <a:pt x="68" y="192"/>
                  </a:lnTo>
                  <a:lnTo>
                    <a:pt x="64" y="194"/>
                  </a:lnTo>
                  <a:lnTo>
                    <a:pt x="64" y="192"/>
                  </a:lnTo>
                  <a:lnTo>
                    <a:pt x="64" y="188"/>
                  </a:lnTo>
                  <a:lnTo>
                    <a:pt x="68" y="188"/>
                  </a:lnTo>
                  <a:lnTo>
                    <a:pt x="72" y="188"/>
                  </a:lnTo>
                  <a:lnTo>
                    <a:pt x="74" y="192"/>
                  </a:lnTo>
                  <a:lnTo>
                    <a:pt x="74" y="194"/>
                  </a:lnTo>
                  <a:lnTo>
                    <a:pt x="78" y="194"/>
                  </a:lnTo>
                  <a:lnTo>
                    <a:pt x="74" y="194"/>
                  </a:lnTo>
                  <a:lnTo>
                    <a:pt x="74" y="192"/>
                  </a:lnTo>
                  <a:lnTo>
                    <a:pt x="78" y="192"/>
                  </a:lnTo>
                  <a:lnTo>
                    <a:pt x="82" y="192"/>
                  </a:lnTo>
                  <a:lnTo>
                    <a:pt x="86" y="192"/>
                  </a:lnTo>
                  <a:lnTo>
                    <a:pt x="86" y="188"/>
                  </a:lnTo>
                  <a:lnTo>
                    <a:pt x="82" y="188"/>
                  </a:lnTo>
                  <a:lnTo>
                    <a:pt x="86" y="188"/>
                  </a:lnTo>
                  <a:lnTo>
                    <a:pt x="86" y="184"/>
                  </a:lnTo>
                  <a:lnTo>
                    <a:pt x="90" y="184"/>
                  </a:lnTo>
                  <a:lnTo>
                    <a:pt x="94" y="184"/>
                  </a:lnTo>
                  <a:lnTo>
                    <a:pt x="94" y="180"/>
                  </a:lnTo>
                  <a:lnTo>
                    <a:pt x="90" y="180"/>
                  </a:lnTo>
                  <a:lnTo>
                    <a:pt x="94" y="180"/>
                  </a:lnTo>
                  <a:lnTo>
                    <a:pt x="98" y="176"/>
                  </a:lnTo>
                  <a:lnTo>
                    <a:pt x="94" y="176"/>
                  </a:lnTo>
                  <a:lnTo>
                    <a:pt x="90" y="176"/>
                  </a:lnTo>
                  <a:lnTo>
                    <a:pt x="90" y="180"/>
                  </a:lnTo>
                  <a:lnTo>
                    <a:pt x="86" y="180"/>
                  </a:lnTo>
                  <a:lnTo>
                    <a:pt x="82" y="184"/>
                  </a:lnTo>
                  <a:lnTo>
                    <a:pt x="86" y="180"/>
                  </a:lnTo>
                  <a:lnTo>
                    <a:pt x="90" y="180"/>
                  </a:lnTo>
                  <a:lnTo>
                    <a:pt x="90" y="184"/>
                  </a:lnTo>
                  <a:lnTo>
                    <a:pt x="86" y="184"/>
                  </a:lnTo>
                  <a:lnTo>
                    <a:pt x="82" y="188"/>
                  </a:lnTo>
                  <a:lnTo>
                    <a:pt x="78" y="188"/>
                  </a:lnTo>
                  <a:lnTo>
                    <a:pt x="74" y="192"/>
                  </a:lnTo>
                  <a:lnTo>
                    <a:pt x="72" y="188"/>
                  </a:lnTo>
                  <a:lnTo>
                    <a:pt x="72" y="184"/>
                  </a:lnTo>
                  <a:lnTo>
                    <a:pt x="74" y="184"/>
                  </a:lnTo>
                  <a:lnTo>
                    <a:pt x="72" y="184"/>
                  </a:lnTo>
                  <a:lnTo>
                    <a:pt x="68" y="188"/>
                  </a:lnTo>
                  <a:lnTo>
                    <a:pt x="68" y="184"/>
                  </a:lnTo>
                  <a:lnTo>
                    <a:pt x="72" y="184"/>
                  </a:lnTo>
                  <a:lnTo>
                    <a:pt x="72" y="180"/>
                  </a:lnTo>
                  <a:lnTo>
                    <a:pt x="74" y="180"/>
                  </a:lnTo>
                  <a:lnTo>
                    <a:pt x="78" y="180"/>
                  </a:lnTo>
                  <a:lnTo>
                    <a:pt x="74" y="180"/>
                  </a:lnTo>
                  <a:lnTo>
                    <a:pt x="74" y="176"/>
                  </a:lnTo>
                  <a:lnTo>
                    <a:pt x="78" y="172"/>
                  </a:lnTo>
                  <a:lnTo>
                    <a:pt x="82" y="168"/>
                  </a:lnTo>
                  <a:lnTo>
                    <a:pt x="82" y="168"/>
                  </a:lnTo>
                  <a:lnTo>
                    <a:pt x="82" y="168"/>
                  </a:lnTo>
                  <a:close/>
                  <a:moveTo>
                    <a:pt x="284" y="4"/>
                  </a:moveTo>
                  <a:lnTo>
                    <a:pt x="284" y="0"/>
                  </a:lnTo>
                  <a:lnTo>
                    <a:pt x="284" y="4"/>
                  </a:lnTo>
                  <a:lnTo>
                    <a:pt x="284" y="4"/>
                  </a:lnTo>
                  <a:lnTo>
                    <a:pt x="284" y="4"/>
                  </a:lnTo>
                  <a:close/>
                  <a:moveTo>
                    <a:pt x="270" y="16"/>
                  </a:moveTo>
                  <a:lnTo>
                    <a:pt x="270" y="12"/>
                  </a:lnTo>
                  <a:lnTo>
                    <a:pt x="274" y="12"/>
                  </a:lnTo>
                  <a:lnTo>
                    <a:pt x="276" y="16"/>
                  </a:lnTo>
                  <a:lnTo>
                    <a:pt x="274" y="16"/>
                  </a:lnTo>
                  <a:lnTo>
                    <a:pt x="270" y="16"/>
                  </a:lnTo>
                  <a:lnTo>
                    <a:pt x="270" y="16"/>
                  </a:lnTo>
                  <a:lnTo>
                    <a:pt x="270" y="16"/>
                  </a:lnTo>
                  <a:close/>
                  <a:moveTo>
                    <a:pt x="258" y="22"/>
                  </a:moveTo>
                  <a:lnTo>
                    <a:pt x="254" y="22"/>
                  </a:lnTo>
                  <a:lnTo>
                    <a:pt x="250" y="22"/>
                  </a:lnTo>
                  <a:lnTo>
                    <a:pt x="250" y="20"/>
                  </a:lnTo>
                  <a:lnTo>
                    <a:pt x="254" y="20"/>
                  </a:lnTo>
                  <a:lnTo>
                    <a:pt x="258" y="22"/>
                  </a:lnTo>
                  <a:lnTo>
                    <a:pt x="258" y="22"/>
                  </a:lnTo>
                  <a:lnTo>
                    <a:pt x="258" y="22"/>
                  </a:lnTo>
                  <a:close/>
                  <a:moveTo>
                    <a:pt x="244" y="22"/>
                  </a:moveTo>
                  <a:lnTo>
                    <a:pt x="240" y="22"/>
                  </a:lnTo>
                  <a:lnTo>
                    <a:pt x="240" y="20"/>
                  </a:lnTo>
                  <a:lnTo>
                    <a:pt x="244" y="20"/>
                  </a:lnTo>
                  <a:lnTo>
                    <a:pt x="244" y="22"/>
                  </a:lnTo>
                  <a:lnTo>
                    <a:pt x="244" y="22"/>
                  </a:lnTo>
                  <a:lnTo>
                    <a:pt x="244" y="22"/>
                  </a:lnTo>
                  <a:close/>
                  <a:moveTo>
                    <a:pt x="206" y="26"/>
                  </a:moveTo>
                  <a:lnTo>
                    <a:pt x="202" y="26"/>
                  </a:lnTo>
                  <a:lnTo>
                    <a:pt x="206" y="22"/>
                  </a:lnTo>
                  <a:lnTo>
                    <a:pt x="206" y="26"/>
                  </a:lnTo>
                  <a:lnTo>
                    <a:pt x="206" y="26"/>
                  </a:lnTo>
                  <a:lnTo>
                    <a:pt x="206" y="26"/>
                  </a:lnTo>
                  <a:close/>
                  <a:moveTo>
                    <a:pt x="198" y="30"/>
                  </a:moveTo>
                  <a:lnTo>
                    <a:pt x="198" y="26"/>
                  </a:lnTo>
                  <a:lnTo>
                    <a:pt x="202" y="26"/>
                  </a:lnTo>
                  <a:lnTo>
                    <a:pt x="202" y="30"/>
                  </a:lnTo>
                  <a:lnTo>
                    <a:pt x="198" y="30"/>
                  </a:lnTo>
                  <a:lnTo>
                    <a:pt x="198" y="30"/>
                  </a:lnTo>
                  <a:lnTo>
                    <a:pt x="198" y="30"/>
                  </a:lnTo>
                  <a:close/>
                  <a:moveTo>
                    <a:pt x="228" y="30"/>
                  </a:moveTo>
                  <a:lnTo>
                    <a:pt x="232" y="30"/>
                  </a:lnTo>
                  <a:lnTo>
                    <a:pt x="228" y="30"/>
                  </a:lnTo>
                  <a:lnTo>
                    <a:pt x="228" y="30"/>
                  </a:lnTo>
                  <a:lnTo>
                    <a:pt x="228" y="30"/>
                  </a:lnTo>
                  <a:close/>
                  <a:moveTo>
                    <a:pt x="210" y="34"/>
                  </a:moveTo>
                  <a:lnTo>
                    <a:pt x="214" y="30"/>
                  </a:lnTo>
                  <a:lnTo>
                    <a:pt x="218" y="30"/>
                  </a:lnTo>
                  <a:lnTo>
                    <a:pt x="214" y="34"/>
                  </a:lnTo>
                  <a:lnTo>
                    <a:pt x="210" y="34"/>
                  </a:lnTo>
                  <a:lnTo>
                    <a:pt x="210" y="34"/>
                  </a:lnTo>
                  <a:lnTo>
                    <a:pt x="210" y="34"/>
                  </a:lnTo>
                  <a:close/>
                  <a:moveTo>
                    <a:pt x="354" y="38"/>
                  </a:moveTo>
                  <a:lnTo>
                    <a:pt x="354" y="34"/>
                  </a:lnTo>
                  <a:lnTo>
                    <a:pt x="358" y="34"/>
                  </a:lnTo>
                  <a:lnTo>
                    <a:pt x="354" y="38"/>
                  </a:lnTo>
                  <a:lnTo>
                    <a:pt x="354" y="38"/>
                  </a:lnTo>
                  <a:lnTo>
                    <a:pt x="354" y="38"/>
                  </a:lnTo>
                  <a:close/>
                  <a:moveTo>
                    <a:pt x="224" y="34"/>
                  </a:moveTo>
                  <a:lnTo>
                    <a:pt x="228" y="34"/>
                  </a:lnTo>
                  <a:lnTo>
                    <a:pt x="224" y="34"/>
                  </a:lnTo>
                  <a:lnTo>
                    <a:pt x="224" y="34"/>
                  </a:lnTo>
                  <a:lnTo>
                    <a:pt x="224" y="34"/>
                  </a:lnTo>
                  <a:close/>
                  <a:moveTo>
                    <a:pt x="202" y="42"/>
                  </a:moveTo>
                  <a:lnTo>
                    <a:pt x="202" y="38"/>
                  </a:lnTo>
                  <a:lnTo>
                    <a:pt x="202" y="42"/>
                  </a:lnTo>
                  <a:lnTo>
                    <a:pt x="202" y="42"/>
                  </a:lnTo>
                  <a:lnTo>
                    <a:pt x="202" y="42"/>
                  </a:lnTo>
                  <a:close/>
                  <a:moveTo>
                    <a:pt x="180" y="56"/>
                  </a:moveTo>
                  <a:lnTo>
                    <a:pt x="180" y="52"/>
                  </a:lnTo>
                  <a:lnTo>
                    <a:pt x="184" y="52"/>
                  </a:lnTo>
                  <a:lnTo>
                    <a:pt x="180" y="56"/>
                  </a:lnTo>
                  <a:lnTo>
                    <a:pt x="180" y="56"/>
                  </a:lnTo>
                  <a:lnTo>
                    <a:pt x="180" y="56"/>
                  </a:lnTo>
                  <a:close/>
                  <a:moveTo>
                    <a:pt x="168" y="60"/>
                  </a:moveTo>
                  <a:lnTo>
                    <a:pt x="164" y="56"/>
                  </a:lnTo>
                  <a:lnTo>
                    <a:pt x="168" y="56"/>
                  </a:lnTo>
                  <a:lnTo>
                    <a:pt x="168" y="60"/>
                  </a:lnTo>
                  <a:lnTo>
                    <a:pt x="168" y="60"/>
                  </a:lnTo>
                  <a:lnTo>
                    <a:pt x="168" y="60"/>
                  </a:lnTo>
                  <a:close/>
                  <a:moveTo>
                    <a:pt x="176" y="60"/>
                  </a:moveTo>
                  <a:lnTo>
                    <a:pt x="176" y="56"/>
                  </a:lnTo>
                  <a:lnTo>
                    <a:pt x="180" y="56"/>
                  </a:lnTo>
                  <a:lnTo>
                    <a:pt x="180" y="60"/>
                  </a:lnTo>
                  <a:lnTo>
                    <a:pt x="176" y="60"/>
                  </a:lnTo>
                  <a:lnTo>
                    <a:pt x="176" y="60"/>
                  </a:lnTo>
                  <a:lnTo>
                    <a:pt x="176" y="60"/>
                  </a:lnTo>
                  <a:close/>
                  <a:moveTo>
                    <a:pt x="172" y="64"/>
                  </a:moveTo>
                  <a:lnTo>
                    <a:pt x="172" y="60"/>
                  </a:lnTo>
                  <a:lnTo>
                    <a:pt x="176" y="60"/>
                  </a:lnTo>
                  <a:lnTo>
                    <a:pt x="172" y="60"/>
                  </a:lnTo>
                  <a:lnTo>
                    <a:pt x="172" y="64"/>
                  </a:lnTo>
                  <a:lnTo>
                    <a:pt x="172" y="64"/>
                  </a:lnTo>
                  <a:lnTo>
                    <a:pt x="172" y="64"/>
                  </a:lnTo>
                  <a:close/>
                  <a:moveTo>
                    <a:pt x="160" y="72"/>
                  </a:moveTo>
                  <a:lnTo>
                    <a:pt x="160" y="68"/>
                  </a:lnTo>
                  <a:lnTo>
                    <a:pt x="164" y="68"/>
                  </a:lnTo>
                  <a:lnTo>
                    <a:pt x="164" y="72"/>
                  </a:lnTo>
                  <a:lnTo>
                    <a:pt x="160" y="72"/>
                  </a:lnTo>
                  <a:lnTo>
                    <a:pt x="160" y="72"/>
                  </a:lnTo>
                  <a:lnTo>
                    <a:pt x="160" y="72"/>
                  </a:lnTo>
                  <a:close/>
                  <a:moveTo>
                    <a:pt x="134" y="76"/>
                  </a:moveTo>
                  <a:lnTo>
                    <a:pt x="130" y="76"/>
                  </a:lnTo>
                  <a:lnTo>
                    <a:pt x="130" y="72"/>
                  </a:lnTo>
                  <a:lnTo>
                    <a:pt x="134" y="72"/>
                  </a:lnTo>
                  <a:lnTo>
                    <a:pt x="134" y="76"/>
                  </a:lnTo>
                  <a:lnTo>
                    <a:pt x="134" y="76"/>
                  </a:lnTo>
                  <a:lnTo>
                    <a:pt x="134" y="76"/>
                  </a:lnTo>
                  <a:close/>
                  <a:moveTo>
                    <a:pt x="120" y="82"/>
                  </a:moveTo>
                  <a:lnTo>
                    <a:pt x="120" y="78"/>
                  </a:lnTo>
                  <a:lnTo>
                    <a:pt x="120" y="76"/>
                  </a:lnTo>
                  <a:lnTo>
                    <a:pt x="124" y="76"/>
                  </a:lnTo>
                  <a:lnTo>
                    <a:pt x="124" y="78"/>
                  </a:lnTo>
                  <a:lnTo>
                    <a:pt x="120" y="82"/>
                  </a:lnTo>
                  <a:lnTo>
                    <a:pt x="120" y="82"/>
                  </a:lnTo>
                  <a:lnTo>
                    <a:pt x="120" y="82"/>
                  </a:lnTo>
                  <a:close/>
                  <a:moveTo>
                    <a:pt x="116" y="86"/>
                  </a:moveTo>
                  <a:lnTo>
                    <a:pt x="116" y="82"/>
                  </a:lnTo>
                  <a:lnTo>
                    <a:pt x="116" y="78"/>
                  </a:lnTo>
                  <a:lnTo>
                    <a:pt x="120" y="78"/>
                  </a:lnTo>
                  <a:lnTo>
                    <a:pt x="120" y="82"/>
                  </a:lnTo>
                  <a:lnTo>
                    <a:pt x="116" y="82"/>
                  </a:lnTo>
                  <a:lnTo>
                    <a:pt x="116" y="86"/>
                  </a:lnTo>
                  <a:lnTo>
                    <a:pt x="116" y="86"/>
                  </a:lnTo>
                  <a:lnTo>
                    <a:pt x="116" y="86"/>
                  </a:lnTo>
                  <a:close/>
                  <a:moveTo>
                    <a:pt x="154" y="82"/>
                  </a:moveTo>
                  <a:lnTo>
                    <a:pt x="154" y="78"/>
                  </a:lnTo>
                  <a:lnTo>
                    <a:pt x="158" y="78"/>
                  </a:lnTo>
                  <a:lnTo>
                    <a:pt x="158" y="82"/>
                  </a:lnTo>
                  <a:lnTo>
                    <a:pt x="154" y="82"/>
                  </a:lnTo>
                  <a:lnTo>
                    <a:pt x="154" y="82"/>
                  </a:lnTo>
                  <a:lnTo>
                    <a:pt x="154" y="82"/>
                  </a:lnTo>
                  <a:close/>
                  <a:moveTo>
                    <a:pt x="146" y="82"/>
                  </a:moveTo>
                  <a:lnTo>
                    <a:pt x="150" y="82"/>
                  </a:lnTo>
                  <a:lnTo>
                    <a:pt x="146" y="82"/>
                  </a:lnTo>
                  <a:lnTo>
                    <a:pt x="146" y="82"/>
                  </a:lnTo>
                  <a:lnTo>
                    <a:pt x="146" y="82"/>
                  </a:lnTo>
                  <a:close/>
                  <a:moveTo>
                    <a:pt x="134" y="106"/>
                  </a:moveTo>
                  <a:lnTo>
                    <a:pt x="130" y="106"/>
                  </a:lnTo>
                  <a:lnTo>
                    <a:pt x="130" y="102"/>
                  </a:lnTo>
                  <a:lnTo>
                    <a:pt x="134" y="102"/>
                  </a:lnTo>
                  <a:lnTo>
                    <a:pt x="134" y="106"/>
                  </a:lnTo>
                  <a:lnTo>
                    <a:pt x="134" y="106"/>
                  </a:lnTo>
                  <a:lnTo>
                    <a:pt x="134" y="106"/>
                  </a:lnTo>
                  <a:close/>
                  <a:moveTo>
                    <a:pt x="102" y="138"/>
                  </a:moveTo>
                  <a:lnTo>
                    <a:pt x="104" y="138"/>
                  </a:lnTo>
                  <a:lnTo>
                    <a:pt x="102" y="138"/>
                  </a:lnTo>
                  <a:lnTo>
                    <a:pt x="102" y="138"/>
                  </a:lnTo>
                  <a:lnTo>
                    <a:pt x="102" y="138"/>
                  </a:lnTo>
                  <a:close/>
                  <a:moveTo>
                    <a:pt x="104" y="150"/>
                  </a:moveTo>
                  <a:lnTo>
                    <a:pt x="104" y="146"/>
                  </a:lnTo>
                  <a:lnTo>
                    <a:pt x="104" y="142"/>
                  </a:lnTo>
                  <a:lnTo>
                    <a:pt x="104" y="138"/>
                  </a:lnTo>
                  <a:lnTo>
                    <a:pt x="108" y="138"/>
                  </a:lnTo>
                  <a:lnTo>
                    <a:pt x="108" y="142"/>
                  </a:lnTo>
                  <a:lnTo>
                    <a:pt x="108" y="146"/>
                  </a:lnTo>
                  <a:lnTo>
                    <a:pt x="104" y="146"/>
                  </a:lnTo>
                  <a:lnTo>
                    <a:pt x="104" y="150"/>
                  </a:lnTo>
                  <a:lnTo>
                    <a:pt x="104" y="150"/>
                  </a:lnTo>
                  <a:lnTo>
                    <a:pt x="104" y="150"/>
                  </a:lnTo>
                  <a:close/>
                  <a:moveTo>
                    <a:pt x="104" y="154"/>
                  </a:moveTo>
                  <a:lnTo>
                    <a:pt x="102" y="154"/>
                  </a:lnTo>
                  <a:lnTo>
                    <a:pt x="104" y="150"/>
                  </a:lnTo>
                  <a:lnTo>
                    <a:pt x="108" y="150"/>
                  </a:lnTo>
                  <a:lnTo>
                    <a:pt x="108" y="154"/>
                  </a:lnTo>
                  <a:lnTo>
                    <a:pt x="104" y="154"/>
                  </a:lnTo>
                  <a:lnTo>
                    <a:pt x="104" y="154"/>
                  </a:lnTo>
                  <a:lnTo>
                    <a:pt x="104" y="154"/>
                  </a:lnTo>
                  <a:close/>
                  <a:moveTo>
                    <a:pt x="86" y="158"/>
                  </a:moveTo>
                  <a:lnTo>
                    <a:pt x="90" y="154"/>
                  </a:lnTo>
                  <a:lnTo>
                    <a:pt x="86" y="158"/>
                  </a:lnTo>
                  <a:lnTo>
                    <a:pt x="86" y="158"/>
                  </a:lnTo>
                  <a:lnTo>
                    <a:pt x="86" y="158"/>
                  </a:lnTo>
                  <a:close/>
                  <a:moveTo>
                    <a:pt x="90" y="158"/>
                  </a:moveTo>
                  <a:lnTo>
                    <a:pt x="86" y="158"/>
                  </a:lnTo>
                  <a:lnTo>
                    <a:pt x="90" y="154"/>
                  </a:lnTo>
                  <a:lnTo>
                    <a:pt x="94" y="158"/>
                  </a:lnTo>
                  <a:lnTo>
                    <a:pt x="90" y="158"/>
                  </a:lnTo>
                  <a:lnTo>
                    <a:pt x="90" y="158"/>
                  </a:lnTo>
                  <a:lnTo>
                    <a:pt x="90" y="158"/>
                  </a:lnTo>
                  <a:close/>
                  <a:moveTo>
                    <a:pt x="94" y="164"/>
                  </a:moveTo>
                  <a:lnTo>
                    <a:pt x="90" y="164"/>
                  </a:lnTo>
                  <a:lnTo>
                    <a:pt x="90" y="162"/>
                  </a:lnTo>
                  <a:lnTo>
                    <a:pt x="94" y="164"/>
                  </a:lnTo>
                  <a:lnTo>
                    <a:pt x="94" y="164"/>
                  </a:lnTo>
                  <a:lnTo>
                    <a:pt x="94" y="164"/>
                  </a:lnTo>
                  <a:close/>
                  <a:moveTo>
                    <a:pt x="52" y="194"/>
                  </a:moveTo>
                  <a:lnTo>
                    <a:pt x="52" y="192"/>
                  </a:lnTo>
                  <a:lnTo>
                    <a:pt x="56" y="192"/>
                  </a:lnTo>
                  <a:lnTo>
                    <a:pt x="56" y="194"/>
                  </a:lnTo>
                  <a:lnTo>
                    <a:pt x="52" y="194"/>
                  </a:lnTo>
                  <a:lnTo>
                    <a:pt x="52" y="194"/>
                  </a:lnTo>
                  <a:lnTo>
                    <a:pt x="52" y="194"/>
                  </a:lnTo>
                  <a:close/>
                  <a:moveTo>
                    <a:pt x="52" y="198"/>
                  </a:moveTo>
                  <a:lnTo>
                    <a:pt x="48" y="194"/>
                  </a:lnTo>
                  <a:lnTo>
                    <a:pt x="52" y="194"/>
                  </a:lnTo>
                  <a:lnTo>
                    <a:pt x="56" y="198"/>
                  </a:lnTo>
                  <a:lnTo>
                    <a:pt x="52" y="198"/>
                  </a:lnTo>
                  <a:lnTo>
                    <a:pt x="52" y="198"/>
                  </a:lnTo>
                  <a:lnTo>
                    <a:pt x="52" y="198"/>
                  </a:lnTo>
                  <a:close/>
                  <a:moveTo>
                    <a:pt x="44" y="198"/>
                  </a:moveTo>
                  <a:lnTo>
                    <a:pt x="48" y="194"/>
                  </a:lnTo>
                  <a:lnTo>
                    <a:pt x="48" y="198"/>
                  </a:lnTo>
                  <a:lnTo>
                    <a:pt x="44" y="198"/>
                  </a:lnTo>
                  <a:lnTo>
                    <a:pt x="44" y="198"/>
                  </a:lnTo>
                  <a:lnTo>
                    <a:pt x="44" y="198"/>
                  </a:lnTo>
                  <a:close/>
                  <a:moveTo>
                    <a:pt x="44" y="202"/>
                  </a:moveTo>
                  <a:lnTo>
                    <a:pt x="42" y="202"/>
                  </a:lnTo>
                  <a:lnTo>
                    <a:pt x="42" y="198"/>
                  </a:lnTo>
                  <a:lnTo>
                    <a:pt x="44" y="198"/>
                  </a:lnTo>
                  <a:lnTo>
                    <a:pt x="44" y="202"/>
                  </a:lnTo>
                  <a:lnTo>
                    <a:pt x="44" y="202"/>
                  </a:lnTo>
                  <a:lnTo>
                    <a:pt x="44" y="202"/>
                  </a:lnTo>
                  <a:close/>
                  <a:moveTo>
                    <a:pt x="42" y="202"/>
                  </a:moveTo>
                  <a:lnTo>
                    <a:pt x="38" y="202"/>
                  </a:lnTo>
                  <a:lnTo>
                    <a:pt x="38" y="198"/>
                  </a:lnTo>
                  <a:lnTo>
                    <a:pt x="42" y="198"/>
                  </a:lnTo>
                  <a:lnTo>
                    <a:pt x="42" y="202"/>
                  </a:lnTo>
                  <a:lnTo>
                    <a:pt x="42" y="202"/>
                  </a:lnTo>
                  <a:lnTo>
                    <a:pt x="42" y="202"/>
                  </a:lnTo>
                  <a:close/>
                  <a:moveTo>
                    <a:pt x="26" y="210"/>
                  </a:moveTo>
                  <a:lnTo>
                    <a:pt x="30" y="206"/>
                  </a:lnTo>
                  <a:lnTo>
                    <a:pt x="30" y="210"/>
                  </a:lnTo>
                  <a:lnTo>
                    <a:pt x="26" y="210"/>
                  </a:lnTo>
                  <a:lnTo>
                    <a:pt x="26" y="210"/>
                  </a:lnTo>
                  <a:lnTo>
                    <a:pt x="26" y="210"/>
                  </a:lnTo>
                  <a:close/>
                  <a:moveTo>
                    <a:pt x="22" y="218"/>
                  </a:moveTo>
                  <a:lnTo>
                    <a:pt x="18" y="218"/>
                  </a:lnTo>
                  <a:lnTo>
                    <a:pt x="18" y="214"/>
                  </a:lnTo>
                  <a:lnTo>
                    <a:pt x="22" y="214"/>
                  </a:lnTo>
                  <a:lnTo>
                    <a:pt x="22" y="218"/>
                  </a:lnTo>
                  <a:lnTo>
                    <a:pt x="22" y="218"/>
                  </a:lnTo>
                  <a:lnTo>
                    <a:pt x="22" y="218"/>
                  </a:lnTo>
                  <a:close/>
                  <a:moveTo>
                    <a:pt x="14" y="222"/>
                  </a:moveTo>
                  <a:lnTo>
                    <a:pt x="14" y="218"/>
                  </a:lnTo>
                  <a:lnTo>
                    <a:pt x="14" y="214"/>
                  </a:lnTo>
                  <a:lnTo>
                    <a:pt x="18" y="214"/>
                  </a:lnTo>
                  <a:lnTo>
                    <a:pt x="18" y="218"/>
                  </a:lnTo>
                  <a:lnTo>
                    <a:pt x="14" y="218"/>
                  </a:lnTo>
                  <a:lnTo>
                    <a:pt x="14" y="222"/>
                  </a:lnTo>
                  <a:lnTo>
                    <a:pt x="14" y="222"/>
                  </a:lnTo>
                  <a:lnTo>
                    <a:pt x="14" y="222"/>
                  </a:lnTo>
                  <a:close/>
                  <a:moveTo>
                    <a:pt x="12" y="222"/>
                  </a:moveTo>
                  <a:lnTo>
                    <a:pt x="12" y="218"/>
                  </a:lnTo>
                  <a:lnTo>
                    <a:pt x="14" y="218"/>
                  </a:lnTo>
                  <a:lnTo>
                    <a:pt x="14" y="222"/>
                  </a:lnTo>
                  <a:lnTo>
                    <a:pt x="12" y="222"/>
                  </a:lnTo>
                  <a:lnTo>
                    <a:pt x="12" y="222"/>
                  </a:lnTo>
                  <a:lnTo>
                    <a:pt x="12" y="222"/>
                  </a:lnTo>
                  <a:close/>
                  <a:moveTo>
                    <a:pt x="4" y="232"/>
                  </a:moveTo>
                  <a:lnTo>
                    <a:pt x="4" y="228"/>
                  </a:lnTo>
                  <a:lnTo>
                    <a:pt x="0" y="228"/>
                  </a:lnTo>
                  <a:lnTo>
                    <a:pt x="4" y="228"/>
                  </a:lnTo>
                  <a:lnTo>
                    <a:pt x="8" y="228"/>
                  </a:lnTo>
                  <a:lnTo>
                    <a:pt x="4" y="228"/>
                  </a:lnTo>
                  <a:lnTo>
                    <a:pt x="4" y="232"/>
                  </a:lnTo>
                  <a:lnTo>
                    <a:pt x="4" y="232"/>
                  </a:lnTo>
                  <a:lnTo>
                    <a:pt x="4" y="232"/>
                  </a:lnTo>
                  <a:close/>
                  <a:moveTo>
                    <a:pt x="0" y="246"/>
                  </a:moveTo>
                  <a:lnTo>
                    <a:pt x="0" y="242"/>
                  </a:lnTo>
                  <a:lnTo>
                    <a:pt x="4" y="242"/>
                  </a:lnTo>
                  <a:lnTo>
                    <a:pt x="4" y="246"/>
                  </a:lnTo>
                  <a:lnTo>
                    <a:pt x="0" y="246"/>
                  </a:lnTo>
                  <a:lnTo>
                    <a:pt x="0" y="246"/>
                  </a:lnTo>
                  <a:lnTo>
                    <a:pt x="0" y="246"/>
                  </a:lnTo>
                  <a:close/>
                  <a:moveTo>
                    <a:pt x="12" y="262"/>
                  </a:moveTo>
                  <a:lnTo>
                    <a:pt x="8" y="258"/>
                  </a:lnTo>
                  <a:lnTo>
                    <a:pt x="12" y="258"/>
                  </a:lnTo>
                  <a:lnTo>
                    <a:pt x="12" y="254"/>
                  </a:lnTo>
                  <a:lnTo>
                    <a:pt x="14" y="254"/>
                  </a:lnTo>
                  <a:lnTo>
                    <a:pt x="14" y="262"/>
                  </a:lnTo>
                  <a:lnTo>
                    <a:pt x="12" y="262"/>
                  </a:lnTo>
                  <a:lnTo>
                    <a:pt x="12" y="262"/>
                  </a:lnTo>
                  <a:lnTo>
                    <a:pt x="12" y="262"/>
                  </a:lnTo>
                  <a:close/>
                  <a:moveTo>
                    <a:pt x="296" y="8"/>
                  </a:moveTo>
                  <a:lnTo>
                    <a:pt x="292" y="4"/>
                  </a:lnTo>
                  <a:lnTo>
                    <a:pt x="296" y="4"/>
                  </a:lnTo>
                  <a:lnTo>
                    <a:pt x="292" y="4"/>
                  </a:lnTo>
                  <a:lnTo>
                    <a:pt x="296" y="0"/>
                  </a:lnTo>
                  <a:lnTo>
                    <a:pt x="300" y="0"/>
                  </a:lnTo>
                  <a:lnTo>
                    <a:pt x="304" y="0"/>
                  </a:lnTo>
                  <a:lnTo>
                    <a:pt x="304" y="4"/>
                  </a:lnTo>
                  <a:lnTo>
                    <a:pt x="300" y="4"/>
                  </a:lnTo>
                  <a:lnTo>
                    <a:pt x="304" y="4"/>
                  </a:lnTo>
                  <a:lnTo>
                    <a:pt x="300" y="4"/>
                  </a:lnTo>
                  <a:lnTo>
                    <a:pt x="296" y="8"/>
                  </a:lnTo>
                  <a:lnTo>
                    <a:pt x="296" y="8"/>
                  </a:lnTo>
                  <a:lnTo>
                    <a:pt x="296" y="8"/>
                  </a:lnTo>
                  <a:close/>
                  <a:moveTo>
                    <a:pt x="274" y="8"/>
                  </a:moveTo>
                  <a:lnTo>
                    <a:pt x="274" y="4"/>
                  </a:lnTo>
                  <a:lnTo>
                    <a:pt x="276" y="4"/>
                  </a:lnTo>
                  <a:lnTo>
                    <a:pt x="276" y="8"/>
                  </a:lnTo>
                  <a:lnTo>
                    <a:pt x="274" y="8"/>
                  </a:lnTo>
                  <a:lnTo>
                    <a:pt x="274" y="8"/>
                  </a:lnTo>
                  <a:lnTo>
                    <a:pt x="274" y="8"/>
                  </a:lnTo>
                  <a:close/>
                  <a:moveTo>
                    <a:pt x="248" y="20"/>
                  </a:moveTo>
                  <a:lnTo>
                    <a:pt x="248" y="16"/>
                  </a:lnTo>
                  <a:lnTo>
                    <a:pt x="244" y="16"/>
                  </a:lnTo>
                  <a:lnTo>
                    <a:pt x="244" y="12"/>
                  </a:lnTo>
                  <a:lnTo>
                    <a:pt x="248" y="12"/>
                  </a:lnTo>
                  <a:lnTo>
                    <a:pt x="248" y="16"/>
                  </a:lnTo>
                  <a:lnTo>
                    <a:pt x="250" y="12"/>
                  </a:lnTo>
                  <a:lnTo>
                    <a:pt x="254" y="12"/>
                  </a:lnTo>
                  <a:lnTo>
                    <a:pt x="254" y="16"/>
                  </a:lnTo>
                  <a:lnTo>
                    <a:pt x="258" y="16"/>
                  </a:lnTo>
                  <a:lnTo>
                    <a:pt x="258" y="12"/>
                  </a:lnTo>
                  <a:lnTo>
                    <a:pt x="254" y="12"/>
                  </a:lnTo>
                  <a:lnTo>
                    <a:pt x="258" y="12"/>
                  </a:lnTo>
                  <a:lnTo>
                    <a:pt x="262" y="12"/>
                  </a:lnTo>
                  <a:lnTo>
                    <a:pt x="266" y="12"/>
                  </a:lnTo>
                  <a:lnTo>
                    <a:pt x="266" y="8"/>
                  </a:lnTo>
                  <a:lnTo>
                    <a:pt x="262" y="8"/>
                  </a:lnTo>
                  <a:lnTo>
                    <a:pt x="266" y="8"/>
                  </a:lnTo>
                  <a:lnTo>
                    <a:pt x="266" y="12"/>
                  </a:lnTo>
                  <a:lnTo>
                    <a:pt x="262" y="12"/>
                  </a:lnTo>
                  <a:lnTo>
                    <a:pt x="262" y="16"/>
                  </a:lnTo>
                  <a:lnTo>
                    <a:pt x="258" y="16"/>
                  </a:lnTo>
                  <a:lnTo>
                    <a:pt x="254" y="16"/>
                  </a:lnTo>
                  <a:lnTo>
                    <a:pt x="250" y="20"/>
                  </a:lnTo>
                  <a:lnTo>
                    <a:pt x="248" y="16"/>
                  </a:lnTo>
                  <a:lnTo>
                    <a:pt x="248" y="20"/>
                  </a:lnTo>
                  <a:lnTo>
                    <a:pt x="248" y="20"/>
                  </a:lnTo>
                  <a:lnTo>
                    <a:pt x="248" y="20"/>
                  </a:lnTo>
                  <a:close/>
                  <a:moveTo>
                    <a:pt x="262" y="22"/>
                  </a:moveTo>
                  <a:lnTo>
                    <a:pt x="258" y="20"/>
                  </a:lnTo>
                  <a:lnTo>
                    <a:pt x="262" y="16"/>
                  </a:lnTo>
                  <a:lnTo>
                    <a:pt x="266" y="16"/>
                  </a:lnTo>
                  <a:lnTo>
                    <a:pt x="270" y="16"/>
                  </a:lnTo>
                  <a:lnTo>
                    <a:pt x="270" y="20"/>
                  </a:lnTo>
                  <a:lnTo>
                    <a:pt x="266" y="20"/>
                  </a:lnTo>
                  <a:lnTo>
                    <a:pt x="266" y="22"/>
                  </a:lnTo>
                  <a:lnTo>
                    <a:pt x="262" y="22"/>
                  </a:lnTo>
                  <a:lnTo>
                    <a:pt x="262" y="22"/>
                  </a:lnTo>
                  <a:lnTo>
                    <a:pt x="262" y="22"/>
                  </a:lnTo>
                  <a:close/>
                  <a:moveTo>
                    <a:pt x="218" y="30"/>
                  </a:moveTo>
                  <a:lnTo>
                    <a:pt x="214" y="30"/>
                  </a:lnTo>
                  <a:lnTo>
                    <a:pt x="214" y="26"/>
                  </a:lnTo>
                  <a:lnTo>
                    <a:pt x="214" y="22"/>
                  </a:lnTo>
                  <a:lnTo>
                    <a:pt x="210" y="22"/>
                  </a:lnTo>
                  <a:lnTo>
                    <a:pt x="214" y="22"/>
                  </a:lnTo>
                  <a:lnTo>
                    <a:pt x="214" y="26"/>
                  </a:lnTo>
                  <a:lnTo>
                    <a:pt x="218" y="26"/>
                  </a:lnTo>
                  <a:lnTo>
                    <a:pt x="218" y="30"/>
                  </a:lnTo>
                  <a:lnTo>
                    <a:pt x="218" y="30"/>
                  </a:lnTo>
                  <a:lnTo>
                    <a:pt x="218" y="30"/>
                  </a:lnTo>
                  <a:close/>
                  <a:moveTo>
                    <a:pt x="224" y="30"/>
                  </a:moveTo>
                  <a:lnTo>
                    <a:pt x="224" y="26"/>
                  </a:lnTo>
                  <a:lnTo>
                    <a:pt x="224" y="30"/>
                  </a:lnTo>
                  <a:lnTo>
                    <a:pt x="224" y="26"/>
                  </a:lnTo>
                  <a:lnTo>
                    <a:pt x="220" y="26"/>
                  </a:lnTo>
                  <a:lnTo>
                    <a:pt x="224" y="26"/>
                  </a:lnTo>
                  <a:lnTo>
                    <a:pt x="224" y="22"/>
                  </a:lnTo>
                  <a:lnTo>
                    <a:pt x="228" y="22"/>
                  </a:lnTo>
                  <a:lnTo>
                    <a:pt x="228" y="26"/>
                  </a:lnTo>
                  <a:lnTo>
                    <a:pt x="228" y="30"/>
                  </a:lnTo>
                  <a:lnTo>
                    <a:pt x="224" y="30"/>
                  </a:lnTo>
                  <a:lnTo>
                    <a:pt x="224" y="30"/>
                  </a:lnTo>
                  <a:lnTo>
                    <a:pt x="224" y="30"/>
                  </a:lnTo>
                  <a:close/>
                  <a:moveTo>
                    <a:pt x="210" y="26"/>
                  </a:moveTo>
                  <a:lnTo>
                    <a:pt x="206" y="26"/>
                  </a:lnTo>
                  <a:lnTo>
                    <a:pt x="210" y="26"/>
                  </a:lnTo>
                  <a:lnTo>
                    <a:pt x="210" y="26"/>
                  </a:lnTo>
                  <a:lnTo>
                    <a:pt x="210" y="26"/>
                  </a:lnTo>
                  <a:close/>
                  <a:moveTo>
                    <a:pt x="206" y="34"/>
                  </a:moveTo>
                  <a:lnTo>
                    <a:pt x="202" y="34"/>
                  </a:lnTo>
                  <a:lnTo>
                    <a:pt x="198" y="34"/>
                  </a:lnTo>
                  <a:lnTo>
                    <a:pt x="198" y="30"/>
                  </a:lnTo>
                  <a:lnTo>
                    <a:pt x="202" y="30"/>
                  </a:lnTo>
                  <a:lnTo>
                    <a:pt x="206" y="30"/>
                  </a:lnTo>
                  <a:lnTo>
                    <a:pt x="206" y="26"/>
                  </a:lnTo>
                  <a:lnTo>
                    <a:pt x="206" y="30"/>
                  </a:lnTo>
                  <a:lnTo>
                    <a:pt x="210" y="30"/>
                  </a:lnTo>
                  <a:lnTo>
                    <a:pt x="214" y="30"/>
                  </a:lnTo>
                  <a:lnTo>
                    <a:pt x="210" y="34"/>
                  </a:lnTo>
                  <a:lnTo>
                    <a:pt x="206" y="34"/>
                  </a:lnTo>
                  <a:lnTo>
                    <a:pt x="206" y="34"/>
                  </a:lnTo>
                  <a:lnTo>
                    <a:pt x="206" y="34"/>
                  </a:lnTo>
                  <a:close/>
                  <a:moveTo>
                    <a:pt x="194" y="38"/>
                  </a:moveTo>
                  <a:lnTo>
                    <a:pt x="198" y="38"/>
                  </a:lnTo>
                  <a:lnTo>
                    <a:pt x="194" y="38"/>
                  </a:lnTo>
                  <a:lnTo>
                    <a:pt x="194" y="34"/>
                  </a:lnTo>
                  <a:lnTo>
                    <a:pt x="194" y="38"/>
                  </a:lnTo>
                  <a:lnTo>
                    <a:pt x="198" y="38"/>
                  </a:lnTo>
                  <a:lnTo>
                    <a:pt x="198" y="34"/>
                  </a:lnTo>
                  <a:lnTo>
                    <a:pt x="202" y="34"/>
                  </a:lnTo>
                  <a:lnTo>
                    <a:pt x="202" y="38"/>
                  </a:lnTo>
                  <a:lnTo>
                    <a:pt x="198" y="38"/>
                  </a:lnTo>
                  <a:lnTo>
                    <a:pt x="198" y="42"/>
                  </a:lnTo>
                  <a:lnTo>
                    <a:pt x="202" y="42"/>
                  </a:lnTo>
                  <a:lnTo>
                    <a:pt x="198" y="42"/>
                  </a:lnTo>
                  <a:lnTo>
                    <a:pt x="194" y="42"/>
                  </a:lnTo>
                  <a:lnTo>
                    <a:pt x="190" y="42"/>
                  </a:lnTo>
                  <a:lnTo>
                    <a:pt x="188" y="42"/>
                  </a:lnTo>
                  <a:lnTo>
                    <a:pt x="190" y="38"/>
                  </a:lnTo>
                  <a:lnTo>
                    <a:pt x="190" y="42"/>
                  </a:lnTo>
                  <a:lnTo>
                    <a:pt x="190" y="38"/>
                  </a:lnTo>
                  <a:lnTo>
                    <a:pt x="194" y="38"/>
                  </a:lnTo>
                  <a:lnTo>
                    <a:pt x="194" y="38"/>
                  </a:lnTo>
                  <a:lnTo>
                    <a:pt x="194" y="38"/>
                  </a:lnTo>
                  <a:close/>
                  <a:moveTo>
                    <a:pt x="172" y="50"/>
                  </a:moveTo>
                  <a:lnTo>
                    <a:pt x="176" y="50"/>
                  </a:lnTo>
                  <a:lnTo>
                    <a:pt x="172" y="50"/>
                  </a:lnTo>
                  <a:lnTo>
                    <a:pt x="176" y="50"/>
                  </a:lnTo>
                  <a:lnTo>
                    <a:pt x="176" y="46"/>
                  </a:lnTo>
                  <a:lnTo>
                    <a:pt x="172" y="46"/>
                  </a:lnTo>
                  <a:lnTo>
                    <a:pt x="176" y="46"/>
                  </a:lnTo>
                  <a:lnTo>
                    <a:pt x="180" y="46"/>
                  </a:lnTo>
                  <a:lnTo>
                    <a:pt x="176" y="46"/>
                  </a:lnTo>
                  <a:lnTo>
                    <a:pt x="176" y="42"/>
                  </a:lnTo>
                  <a:lnTo>
                    <a:pt x="180" y="46"/>
                  </a:lnTo>
                  <a:lnTo>
                    <a:pt x="180" y="42"/>
                  </a:lnTo>
                  <a:lnTo>
                    <a:pt x="184" y="42"/>
                  </a:lnTo>
                  <a:lnTo>
                    <a:pt x="184" y="46"/>
                  </a:lnTo>
                  <a:lnTo>
                    <a:pt x="184" y="42"/>
                  </a:lnTo>
                  <a:lnTo>
                    <a:pt x="180" y="42"/>
                  </a:lnTo>
                  <a:lnTo>
                    <a:pt x="184" y="42"/>
                  </a:lnTo>
                  <a:lnTo>
                    <a:pt x="188" y="42"/>
                  </a:lnTo>
                  <a:lnTo>
                    <a:pt x="190" y="46"/>
                  </a:lnTo>
                  <a:lnTo>
                    <a:pt x="188" y="46"/>
                  </a:lnTo>
                  <a:lnTo>
                    <a:pt x="188" y="50"/>
                  </a:lnTo>
                  <a:lnTo>
                    <a:pt x="188" y="52"/>
                  </a:lnTo>
                  <a:lnTo>
                    <a:pt x="184" y="52"/>
                  </a:lnTo>
                  <a:lnTo>
                    <a:pt x="180" y="50"/>
                  </a:lnTo>
                  <a:lnTo>
                    <a:pt x="180" y="52"/>
                  </a:lnTo>
                  <a:lnTo>
                    <a:pt x="176" y="52"/>
                  </a:lnTo>
                  <a:lnTo>
                    <a:pt x="176" y="56"/>
                  </a:lnTo>
                  <a:lnTo>
                    <a:pt x="176" y="52"/>
                  </a:lnTo>
                  <a:lnTo>
                    <a:pt x="172" y="52"/>
                  </a:lnTo>
                  <a:lnTo>
                    <a:pt x="176" y="52"/>
                  </a:lnTo>
                  <a:lnTo>
                    <a:pt x="176" y="50"/>
                  </a:lnTo>
                  <a:lnTo>
                    <a:pt x="176" y="52"/>
                  </a:lnTo>
                  <a:lnTo>
                    <a:pt x="172" y="50"/>
                  </a:lnTo>
                  <a:lnTo>
                    <a:pt x="172" y="50"/>
                  </a:lnTo>
                  <a:lnTo>
                    <a:pt x="172" y="50"/>
                  </a:lnTo>
                  <a:close/>
                  <a:moveTo>
                    <a:pt x="154" y="60"/>
                  </a:moveTo>
                  <a:lnTo>
                    <a:pt x="154" y="56"/>
                  </a:lnTo>
                  <a:lnTo>
                    <a:pt x="154" y="52"/>
                  </a:lnTo>
                  <a:lnTo>
                    <a:pt x="158" y="52"/>
                  </a:lnTo>
                  <a:lnTo>
                    <a:pt x="158" y="50"/>
                  </a:lnTo>
                  <a:lnTo>
                    <a:pt x="160" y="50"/>
                  </a:lnTo>
                  <a:lnTo>
                    <a:pt x="160" y="52"/>
                  </a:lnTo>
                  <a:lnTo>
                    <a:pt x="158" y="52"/>
                  </a:lnTo>
                  <a:lnTo>
                    <a:pt x="158" y="56"/>
                  </a:lnTo>
                  <a:lnTo>
                    <a:pt x="154" y="56"/>
                  </a:lnTo>
                  <a:lnTo>
                    <a:pt x="154" y="60"/>
                  </a:lnTo>
                  <a:lnTo>
                    <a:pt x="154" y="60"/>
                  </a:lnTo>
                  <a:lnTo>
                    <a:pt x="154" y="60"/>
                  </a:lnTo>
                  <a:close/>
                  <a:moveTo>
                    <a:pt x="138" y="64"/>
                  </a:moveTo>
                  <a:lnTo>
                    <a:pt x="138" y="60"/>
                  </a:lnTo>
                  <a:lnTo>
                    <a:pt x="142" y="60"/>
                  </a:lnTo>
                  <a:lnTo>
                    <a:pt x="146" y="60"/>
                  </a:lnTo>
                  <a:lnTo>
                    <a:pt x="150" y="60"/>
                  </a:lnTo>
                  <a:lnTo>
                    <a:pt x="146" y="60"/>
                  </a:lnTo>
                  <a:lnTo>
                    <a:pt x="146" y="56"/>
                  </a:lnTo>
                  <a:lnTo>
                    <a:pt x="150" y="56"/>
                  </a:lnTo>
                  <a:lnTo>
                    <a:pt x="150" y="60"/>
                  </a:lnTo>
                  <a:lnTo>
                    <a:pt x="150" y="64"/>
                  </a:lnTo>
                  <a:lnTo>
                    <a:pt x="146" y="68"/>
                  </a:lnTo>
                  <a:lnTo>
                    <a:pt x="142" y="68"/>
                  </a:lnTo>
                  <a:lnTo>
                    <a:pt x="142" y="64"/>
                  </a:lnTo>
                  <a:lnTo>
                    <a:pt x="146" y="64"/>
                  </a:lnTo>
                  <a:lnTo>
                    <a:pt x="150" y="64"/>
                  </a:lnTo>
                  <a:lnTo>
                    <a:pt x="146" y="60"/>
                  </a:lnTo>
                  <a:lnTo>
                    <a:pt x="146" y="64"/>
                  </a:lnTo>
                  <a:lnTo>
                    <a:pt x="142" y="64"/>
                  </a:lnTo>
                  <a:lnTo>
                    <a:pt x="138" y="64"/>
                  </a:lnTo>
                  <a:lnTo>
                    <a:pt x="138" y="64"/>
                  </a:lnTo>
                  <a:lnTo>
                    <a:pt x="138" y="64"/>
                  </a:lnTo>
                  <a:close/>
                  <a:moveTo>
                    <a:pt x="168" y="68"/>
                  </a:moveTo>
                  <a:lnTo>
                    <a:pt x="164" y="68"/>
                  </a:lnTo>
                  <a:lnTo>
                    <a:pt x="160" y="68"/>
                  </a:lnTo>
                  <a:lnTo>
                    <a:pt x="160" y="72"/>
                  </a:lnTo>
                  <a:lnTo>
                    <a:pt x="158" y="72"/>
                  </a:lnTo>
                  <a:lnTo>
                    <a:pt x="154" y="72"/>
                  </a:lnTo>
                  <a:lnTo>
                    <a:pt x="150" y="72"/>
                  </a:lnTo>
                  <a:lnTo>
                    <a:pt x="154" y="72"/>
                  </a:lnTo>
                  <a:lnTo>
                    <a:pt x="154" y="68"/>
                  </a:lnTo>
                  <a:lnTo>
                    <a:pt x="154" y="72"/>
                  </a:lnTo>
                  <a:lnTo>
                    <a:pt x="150" y="72"/>
                  </a:lnTo>
                  <a:lnTo>
                    <a:pt x="146" y="76"/>
                  </a:lnTo>
                  <a:lnTo>
                    <a:pt x="146" y="72"/>
                  </a:lnTo>
                  <a:lnTo>
                    <a:pt x="150" y="68"/>
                  </a:lnTo>
                  <a:lnTo>
                    <a:pt x="154" y="64"/>
                  </a:lnTo>
                  <a:lnTo>
                    <a:pt x="158" y="64"/>
                  </a:lnTo>
                  <a:lnTo>
                    <a:pt x="154" y="64"/>
                  </a:lnTo>
                  <a:lnTo>
                    <a:pt x="154" y="60"/>
                  </a:lnTo>
                  <a:lnTo>
                    <a:pt x="154" y="64"/>
                  </a:lnTo>
                  <a:lnTo>
                    <a:pt x="154" y="60"/>
                  </a:lnTo>
                  <a:lnTo>
                    <a:pt x="154" y="56"/>
                  </a:lnTo>
                  <a:lnTo>
                    <a:pt x="158" y="56"/>
                  </a:lnTo>
                  <a:lnTo>
                    <a:pt x="158" y="60"/>
                  </a:lnTo>
                  <a:lnTo>
                    <a:pt x="160" y="60"/>
                  </a:lnTo>
                  <a:lnTo>
                    <a:pt x="160" y="64"/>
                  </a:lnTo>
                  <a:lnTo>
                    <a:pt x="158" y="64"/>
                  </a:lnTo>
                  <a:lnTo>
                    <a:pt x="158" y="68"/>
                  </a:lnTo>
                  <a:lnTo>
                    <a:pt x="158" y="64"/>
                  </a:lnTo>
                  <a:lnTo>
                    <a:pt x="160" y="64"/>
                  </a:lnTo>
                  <a:lnTo>
                    <a:pt x="160" y="60"/>
                  </a:lnTo>
                  <a:lnTo>
                    <a:pt x="164" y="60"/>
                  </a:lnTo>
                  <a:lnTo>
                    <a:pt x="168" y="60"/>
                  </a:lnTo>
                  <a:lnTo>
                    <a:pt x="168" y="64"/>
                  </a:lnTo>
                  <a:lnTo>
                    <a:pt x="168" y="68"/>
                  </a:lnTo>
                  <a:lnTo>
                    <a:pt x="168" y="68"/>
                  </a:lnTo>
                  <a:lnTo>
                    <a:pt x="168" y="68"/>
                  </a:lnTo>
                  <a:close/>
                  <a:moveTo>
                    <a:pt x="134" y="76"/>
                  </a:moveTo>
                  <a:lnTo>
                    <a:pt x="134" y="72"/>
                  </a:lnTo>
                  <a:lnTo>
                    <a:pt x="138" y="72"/>
                  </a:lnTo>
                  <a:lnTo>
                    <a:pt x="142" y="72"/>
                  </a:lnTo>
                  <a:lnTo>
                    <a:pt x="146" y="72"/>
                  </a:lnTo>
                  <a:lnTo>
                    <a:pt x="146" y="68"/>
                  </a:lnTo>
                  <a:lnTo>
                    <a:pt x="150" y="68"/>
                  </a:lnTo>
                  <a:lnTo>
                    <a:pt x="146" y="72"/>
                  </a:lnTo>
                  <a:lnTo>
                    <a:pt x="142" y="76"/>
                  </a:lnTo>
                  <a:lnTo>
                    <a:pt x="138" y="76"/>
                  </a:lnTo>
                  <a:lnTo>
                    <a:pt x="134" y="76"/>
                  </a:lnTo>
                  <a:lnTo>
                    <a:pt x="134" y="76"/>
                  </a:lnTo>
                  <a:lnTo>
                    <a:pt x="134" y="76"/>
                  </a:lnTo>
                  <a:close/>
                  <a:moveTo>
                    <a:pt x="124" y="78"/>
                  </a:moveTo>
                  <a:lnTo>
                    <a:pt x="124" y="76"/>
                  </a:lnTo>
                  <a:lnTo>
                    <a:pt x="128" y="76"/>
                  </a:lnTo>
                  <a:lnTo>
                    <a:pt x="130" y="76"/>
                  </a:lnTo>
                  <a:lnTo>
                    <a:pt x="134" y="76"/>
                  </a:lnTo>
                  <a:lnTo>
                    <a:pt x="130" y="76"/>
                  </a:lnTo>
                  <a:lnTo>
                    <a:pt x="130" y="78"/>
                  </a:lnTo>
                  <a:lnTo>
                    <a:pt x="128" y="78"/>
                  </a:lnTo>
                  <a:lnTo>
                    <a:pt x="124" y="78"/>
                  </a:lnTo>
                  <a:lnTo>
                    <a:pt x="124" y="78"/>
                  </a:lnTo>
                  <a:lnTo>
                    <a:pt x="124" y="78"/>
                  </a:lnTo>
                  <a:close/>
                  <a:moveTo>
                    <a:pt x="108" y="132"/>
                  </a:moveTo>
                  <a:lnTo>
                    <a:pt x="108" y="128"/>
                  </a:lnTo>
                  <a:lnTo>
                    <a:pt x="108" y="124"/>
                  </a:lnTo>
                  <a:lnTo>
                    <a:pt x="112" y="124"/>
                  </a:lnTo>
                  <a:lnTo>
                    <a:pt x="112" y="128"/>
                  </a:lnTo>
                  <a:lnTo>
                    <a:pt x="108" y="128"/>
                  </a:lnTo>
                  <a:lnTo>
                    <a:pt x="108" y="132"/>
                  </a:lnTo>
                  <a:lnTo>
                    <a:pt x="108" y="132"/>
                  </a:lnTo>
                  <a:lnTo>
                    <a:pt x="108" y="132"/>
                  </a:lnTo>
                  <a:close/>
                  <a:moveTo>
                    <a:pt x="108" y="132"/>
                  </a:moveTo>
                  <a:lnTo>
                    <a:pt x="112" y="132"/>
                  </a:lnTo>
                  <a:lnTo>
                    <a:pt x="112" y="128"/>
                  </a:lnTo>
                  <a:lnTo>
                    <a:pt x="116" y="128"/>
                  </a:lnTo>
                  <a:lnTo>
                    <a:pt x="116" y="132"/>
                  </a:lnTo>
                  <a:lnTo>
                    <a:pt x="112" y="132"/>
                  </a:lnTo>
                  <a:lnTo>
                    <a:pt x="108" y="132"/>
                  </a:lnTo>
                  <a:lnTo>
                    <a:pt x="108" y="132"/>
                  </a:lnTo>
                  <a:lnTo>
                    <a:pt x="108" y="132"/>
                  </a:lnTo>
                  <a:close/>
                  <a:moveTo>
                    <a:pt x="52" y="188"/>
                  </a:moveTo>
                  <a:lnTo>
                    <a:pt x="48" y="188"/>
                  </a:lnTo>
                  <a:lnTo>
                    <a:pt x="48" y="184"/>
                  </a:lnTo>
                  <a:lnTo>
                    <a:pt x="52" y="184"/>
                  </a:lnTo>
                  <a:lnTo>
                    <a:pt x="56" y="184"/>
                  </a:lnTo>
                  <a:lnTo>
                    <a:pt x="60" y="184"/>
                  </a:lnTo>
                  <a:lnTo>
                    <a:pt x="56" y="184"/>
                  </a:lnTo>
                  <a:lnTo>
                    <a:pt x="56" y="188"/>
                  </a:lnTo>
                  <a:lnTo>
                    <a:pt x="52" y="188"/>
                  </a:lnTo>
                  <a:lnTo>
                    <a:pt x="52" y="188"/>
                  </a:lnTo>
                  <a:lnTo>
                    <a:pt x="52" y="188"/>
                  </a:lnTo>
                  <a:close/>
                  <a:moveTo>
                    <a:pt x="52" y="192"/>
                  </a:moveTo>
                  <a:lnTo>
                    <a:pt x="48" y="192"/>
                  </a:lnTo>
                  <a:lnTo>
                    <a:pt x="52" y="192"/>
                  </a:lnTo>
                  <a:lnTo>
                    <a:pt x="52" y="188"/>
                  </a:lnTo>
                  <a:lnTo>
                    <a:pt x="56" y="188"/>
                  </a:lnTo>
                  <a:lnTo>
                    <a:pt x="60" y="188"/>
                  </a:lnTo>
                  <a:lnTo>
                    <a:pt x="64" y="188"/>
                  </a:lnTo>
                  <a:lnTo>
                    <a:pt x="60" y="188"/>
                  </a:lnTo>
                  <a:lnTo>
                    <a:pt x="60" y="192"/>
                  </a:lnTo>
                  <a:lnTo>
                    <a:pt x="56" y="192"/>
                  </a:lnTo>
                  <a:lnTo>
                    <a:pt x="52" y="192"/>
                  </a:lnTo>
                  <a:lnTo>
                    <a:pt x="52" y="192"/>
                  </a:lnTo>
                  <a:lnTo>
                    <a:pt x="52" y="192"/>
                  </a:lnTo>
                  <a:close/>
                  <a:moveTo>
                    <a:pt x="44" y="194"/>
                  </a:moveTo>
                  <a:lnTo>
                    <a:pt x="44" y="192"/>
                  </a:lnTo>
                  <a:lnTo>
                    <a:pt x="48" y="192"/>
                  </a:lnTo>
                  <a:lnTo>
                    <a:pt x="48" y="194"/>
                  </a:lnTo>
                  <a:lnTo>
                    <a:pt x="44" y="194"/>
                  </a:lnTo>
                  <a:lnTo>
                    <a:pt x="44" y="194"/>
                  </a:lnTo>
                  <a:lnTo>
                    <a:pt x="44" y="194"/>
                  </a:lnTo>
                  <a:close/>
                  <a:moveTo>
                    <a:pt x="8" y="258"/>
                  </a:moveTo>
                  <a:lnTo>
                    <a:pt x="4" y="258"/>
                  </a:lnTo>
                  <a:lnTo>
                    <a:pt x="4" y="254"/>
                  </a:lnTo>
                  <a:lnTo>
                    <a:pt x="0" y="254"/>
                  </a:lnTo>
                  <a:lnTo>
                    <a:pt x="4" y="254"/>
                  </a:lnTo>
                  <a:lnTo>
                    <a:pt x="4" y="258"/>
                  </a:lnTo>
                  <a:lnTo>
                    <a:pt x="8" y="258"/>
                  </a:lnTo>
                  <a:lnTo>
                    <a:pt x="8" y="258"/>
                  </a:lnTo>
                  <a:lnTo>
                    <a:pt x="8" y="258"/>
                  </a:lnTo>
                  <a:close/>
                  <a:moveTo>
                    <a:pt x="8" y="258"/>
                  </a:moveTo>
                  <a:lnTo>
                    <a:pt x="4" y="258"/>
                  </a:lnTo>
                  <a:lnTo>
                    <a:pt x="8" y="258"/>
                  </a:lnTo>
                  <a:lnTo>
                    <a:pt x="8" y="258"/>
                  </a:lnTo>
                  <a:lnTo>
                    <a:pt x="8" y="258"/>
                  </a:lnTo>
                  <a:close/>
                  <a:moveTo>
                    <a:pt x="8" y="262"/>
                  </a:moveTo>
                  <a:lnTo>
                    <a:pt x="4" y="262"/>
                  </a:lnTo>
                  <a:lnTo>
                    <a:pt x="4" y="258"/>
                  </a:lnTo>
                  <a:lnTo>
                    <a:pt x="8" y="258"/>
                  </a:lnTo>
                  <a:lnTo>
                    <a:pt x="8" y="262"/>
                  </a:lnTo>
                  <a:lnTo>
                    <a:pt x="8" y="262"/>
                  </a:lnTo>
                  <a:lnTo>
                    <a:pt x="8" y="262"/>
                  </a:lnTo>
                  <a:close/>
                  <a:moveTo>
                    <a:pt x="4" y="264"/>
                  </a:moveTo>
                  <a:lnTo>
                    <a:pt x="4" y="262"/>
                  </a:lnTo>
                  <a:lnTo>
                    <a:pt x="4" y="264"/>
                  </a:lnTo>
                  <a:lnTo>
                    <a:pt x="4" y="264"/>
                  </a:lnTo>
                  <a:lnTo>
                    <a:pt x="4" y="264"/>
                  </a:lnTo>
                  <a:close/>
                  <a:moveTo>
                    <a:pt x="12" y="272"/>
                  </a:moveTo>
                  <a:lnTo>
                    <a:pt x="8" y="272"/>
                  </a:lnTo>
                  <a:lnTo>
                    <a:pt x="12" y="268"/>
                  </a:lnTo>
                  <a:lnTo>
                    <a:pt x="12" y="272"/>
                  </a:lnTo>
                  <a:lnTo>
                    <a:pt x="12" y="272"/>
                  </a:lnTo>
                  <a:lnTo>
                    <a:pt x="12" y="272"/>
                  </a:lnTo>
                  <a:close/>
                  <a:moveTo>
                    <a:pt x="8" y="276"/>
                  </a:moveTo>
                  <a:lnTo>
                    <a:pt x="8" y="272"/>
                  </a:lnTo>
                  <a:lnTo>
                    <a:pt x="12" y="272"/>
                  </a:lnTo>
                  <a:lnTo>
                    <a:pt x="12" y="276"/>
                  </a:lnTo>
                  <a:lnTo>
                    <a:pt x="8" y="276"/>
                  </a:lnTo>
                  <a:lnTo>
                    <a:pt x="8" y="276"/>
                  </a:lnTo>
                  <a:lnTo>
                    <a:pt x="8" y="276"/>
                  </a:lnTo>
                  <a:close/>
                  <a:moveTo>
                    <a:pt x="8" y="280"/>
                  </a:moveTo>
                  <a:lnTo>
                    <a:pt x="4" y="280"/>
                  </a:lnTo>
                  <a:lnTo>
                    <a:pt x="4" y="276"/>
                  </a:lnTo>
                  <a:lnTo>
                    <a:pt x="4" y="272"/>
                  </a:lnTo>
                  <a:lnTo>
                    <a:pt x="8" y="272"/>
                  </a:lnTo>
                  <a:lnTo>
                    <a:pt x="8" y="276"/>
                  </a:lnTo>
                  <a:lnTo>
                    <a:pt x="8" y="280"/>
                  </a:lnTo>
                  <a:lnTo>
                    <a:pt x="8" y="280"/>
                  </a:lnTo>
                  <a:lnTo>
                    <a:pt x="8" y="280"/>
                  </a:lnTo>
                  <a:close/>
                  <a:moveTo>
                    <a:pt x="8" y="292"/>
                  </a:moveTo>
                  <a:lnTo>
                    <a:pt x="4" y="288"/>
                  </a:lnTo>
                  <a:lnTo>
                    <a:pt x="8" y="288"/>
                  </a:lnTo>
                  <a:lnTo>
                    <a:pt x="8" y="284"/>
                  </a:lnTo>
                  <a:lnTo>
                    <a:pt x="8" y="288"/>
                  </a:lnTo>
                  <a:lnTo>
                    <a:pt x="8" y="292"/>
                  </a:lnTo>
                  <a:lnTo>
                    <a:pt x="8" y="292"/>
                  </a:lnTo>
                  <a:lnTo>
                    <a:pt x="8" y="29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2" name="Freeform 117"/>
            <p:cNvSpPr>
              <a:spLocks noChangeAspect="1"/>
            </p:cNvSpPr>
            <p:nvPr/>
          </p:nvSpPr>
          <p:spPr bwMode="gray">
            <a:xfrm>
              <a:off x="5151276" y="2752615"/>
              <a:ext cx="246975" cy="215668"/>
            </a:xfrm>
            <a:custGeom>
              <a:avLst/>
              <a:gdLst>
                <a:gd name="T0" fmla="*/ 118 w 142"/>
                <a:gd name="T1" fmla="*/ 120 h 124"/>
                <a:gd name="T2" fmla="*/ 116 w 142"/>
                <a:gd name="T3" fmla="*/ 124 h 124"/>
                <a:gd name="T4" fmla="*/ 104 w 142"/>
                <a:gd name="T5" fmla="*/ 116 h 124"/>
                <a:gd name="T6" fmla="*/ 96 w 142"/>
                <a:gd name="T7" fmla="*/ 120 h 124"/>
                <a:gd name="T8" fmla="*/ 90 w 142"/>
                <a:gd name="T9" fmla="*/ 116 h 124"/>
                <a:gd name="T10" fmla="*/ 78 w 142"/>
                <a:gd name="T11" fmla="*/ 120 h 124"/>
                <a:gd name="T12" fmla="*/ 74 w 142"/>
                <a:gd name="T13" fmla="*/ 112 h 124"/>
                <a:gd name="T14" fmla="*/ 66 w 142"/>
                <a:gd name="T15" fmla="*/ 116 h 124"/>
                <a:gd name="T16" fmla="*/ 62 w 142"/>
                <a:gd name="T17" fmla="*/ 108 h 124"/>
                <a:gd name="T18" fmla="*/ 56 w 142"/>
                <a:gd name="T19" fmla="*/ 104 h 124"/>
                <a:gd name="T20" fmla="*/ 48 w 142"/>
                <a:gd name="T21" fmla="*/ 102 h 124"/>
                <a:gd name="T22" fmla="*/ 40 w 142"/>
                <a:gd name="T23" fmla="*/ 98 h 124"/>
                <a:gd name="T24" fmla="*/ 36 w 142"/>
                <a:gd name="T25" fmla="*/ 98 h 124"/>
                <a:gd name="T26" fmla="*/ 36 w 142"/>
                <a:gd name="T27" fmla="*/ 102 h 124"/>
                <a:gd name="T28" fmla="*/ 30 w 142"/>
                <a:gd name="T29" fmla="*/ 98 h 124"/>
                <a:gd name="T30" fmla="*/ 26 w 142"/>
                <a:gd name="T31" fmla="*/ 90 h 124"/>
                <a:gd name="T32" fmla="*/ 14 w 142"/>
                <a:gd name="T33" fmla="*/ 86 h 124"/>
                <a:gd name="T34" fmla="*/ 10 w 142"/>
                <a:gd name="T35" fmla="*/ 86 h 124"/>
                <a:gd name="T36" fmla="*/ 10 w 142"/>
                <a:gd name="T37" fmla="*/ 78 h 124"/>
                <a:gd name="T38" fmla="*/ 6 w 142"/>
                <a:gd name="T39" fmla="*/ 72 h 124"/>
                <a:gd name="T40" fmla="*/ 6 w 142"/>
                <a:gd name="T41" fmla="*/ 64 h 124"/>
                <a:gd name="T42" fmla="*/ 4 w 142"/>
                <a:gd name="T43" fmla="*/ 56 h 124"/>
                <a:gd name="T44" fmla="*/ 6 w 142"/>
                <a:gd name="T45" fmla="*/ 48 h 124"/>
                <a:gd name="T46" fmla="*/ 0 w 142"/>
                <a:gd name="T47" fmla="*/ 46 h 124"/>
                <a:gd name="T48" fmla="*/ 4 w 142"/>
                <a:gd name="T49" fmla="*/ 34 h 124"/>
                <a:gd name="T50" fmla="*/ 4 w 142"/>
                <a:gd name="T51" fmla="*/ 26 h 124"/>
                <a:gd name="T52" fmla="*/ 0 w 142"/>
                <a:gd name="T53" fmla="*/ 20 h 124"/>
                <a:gd name="T54" fmla="*/ 4 w 142"/>
                <a:gd name="T55" fmla="*/ 20 h 124"/>
                <a:gd name="T56" fmla="*/ 14 w 142"/>
                <a:gd name="T57" fmla="*/ 16 h 124"/>
                <a:gd name="T58" fmla="*/ 26 w 142"/>
                <a:gd name="T59" fmla="*/ 16 h 124"/>
                <a:gd name="T60" fmla="*/ 32 w 142"/>
                <a:gd name="T61" fmla="*/ 8 h 124"/>
                <a:gd name="T62" fmla="*/ 44 w 142"/>
                <a:gd name="T63" fmla="*/ 4 h 124"/>
                <a:gd name="T64" fmla="*/ 52 w 142"/>
                <a:gd name="T65" fmla="*/ 0 h 124"/>
                <a:gd name="T66" fmla="*/ 62 w 142"/>
                <a:gd name="T67" fmla="*/ 4 h 124"/>
                <a:gd name="T68" fmla="*/ 60 w 142"/>
                <a:gd name="T69" fmla="*/ 4 h 124"/>
                <a:gd name="T70" fmla="*/ 66 w 142"/>
                <a:gd name="T71" fmla="*/ 12 h 124"/>
                <a:gd name="T72" fmla="*/ 74 w 142"/>
                <a:gd name="T73" fmla="*/ 8 h 124"/>
                <a:gd name="T74" fmla="*/ 74 w 142"/>
                <a:gd name="T75" fmla="*/ 12 h 124"/>
                <a:gd name="T76" fmla="*/ 78 w 142"/>
                <a:gd name="T77" fmla="*/ 12 h 124"/>
                <a:gd name="T78" fmla="*/ 90 w 142"/>
                <a:gd name="T79" fmla="*/ 12 h 124"/>
                <a:gd name="T80" fmla="*/ 100 w 142"/>
                <a:gd name="T81" fmla="*/ 12 h 124"/>
                <a:gd name="T82" fmla="*/ 112 w 142"/>
                <a:gd name="T83" fmla="*/ 12 h 124"/>
                <a:gd name="T84" fmla="*/ 122 w 142"/>
                <a:gd name="T85" fmla="*/ 12 h 124"/>
                <a:gd name="T86" fmla="*/ 130 w 142"/>
                <a:gd name="T87" fmla="*/ 20 h 124"/>
                <a:gd name="T88" fmla="*/ 134 w 142"/>
                <a:gd name="T89" fmla="*/ 26 h 124"/>
                <a:gd name="T90" fmla="*/ 138 w 142"/>
                <a:gd name="T91" fmla="*/ 38 h 124"/>
                <a:gd name="T92" fmla="*/ 138 w 142"/>
                <a:gd name="T93" fmla="*/ 48 h 124"/>
                <a:gd name="T94" fmla="*/ 130 w 142"/>
                <a:gd name="T95" fmla="*/ 52 h 124"/>
                <a:gd name="T96" fmla="*/ 130 w 142"/>
                <a:gd name="T97" fmla="*/ 56 h 124"/>
                <a:gd name="T98" fmla="*/ 130 w 142"/>
                <a:gd name="T99" fmla="*/ 68 h 124"/>
                <a:gd name="T100" fmla="*/ 134 w 142"/>
                <a:gd name="T101" fmla="*/ 74 h 124"/>
                <a:gd name="T102" fmla="*/ 138 w 142"/>
                <a:gd name="T103" fmla="*/ 86 h 124"/>
                <a:gd name="T104" fmla="*/ 138 w 142"/>
                <a:gd name="T105" fmla="*/ 90 h 124"/>
                <a:gd name="T106" fmla="*/ 134 w 142"/>
                <a:gd name="T107" fmla="*/ 94 h 124"/>
                <a:gd name="T108" fmla="*/ 130 w 142"/>
                <a:gd name="T109" fmla="*/ 102 h 124"/>
                <a:gd name="T110" fmla="*/ 118 w 142"/>
                <a:gd name="T111" fmla="*/ 112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42" h="124">
                  <a:moveTo>
                    <a:pt x="118" y="112"/>
                  </a:moveTo>
                  <a:lnTo>
                    <a:pt x="118" y="116"/>
                  </a:lnTo>
                  <a:lnTo>
                    <a:pt x="118" y="120"/>
                  </a:lnTo>
                  <a:lnTo>
                    <a:pt x="122" y="124"/>
                  </a:lnTo>
                  <a:lnTo>
                    <a:pt x="118" y="124"/>
                  </a:lnTo>
                  <a:lnTo>
                    <a:pt x="116" y="124"/>
                  </a:lnTo>
                  <a:lnTo>
                    <a:pt x="112" y="120"/>
                  </a:lnTo>
                  <a:lnTo>
                    <a:pt x="108" y="116"/>
                  </a:lnTo>
                  <a:lnTo>
                    <a:pt x="104" y="116"/>
                  </a:lnTo>
                  <a:lnTo>
                    <a:pt x="100" y="116"/>
                  </a:lnTo>
                  <a:lnTo>
                    <a:pt x="96" y="116"/>
                  </a:lnTo>
                  <a:lnTo>
                    <a:pt x="96" y="120"/>
                  </a:lnTo>
                  <a:lnTo>
                    <a:pt x="92" y="120"/>
                  </a:lnTo>
                  <a:lnTo>
                    <a:pt x="92" y="116"/>
                  </a:lnTo>
                  <a:lnTo>
                    <a:pt x="90" y="116"/>
                  </a:lnTo>
                  <a:lnTo>
                    <a:pt x="86" y="116"/>
                  </a:lnTo>
                  <a:lnTo>
                    <a:pt x="82" y="120"/>
                  </a:lnTo>
                  <a:lnTo>
                    <a:pt x="78" y="120"/>
                  </a:lnTo>
                  <a:lnTo>
                    <a:pt x="78" y="116"/>
                  </a:lnTo>
                  <a:lnTo>
                    <a:pt x="74" y="116"/>
                  </a:lnTo>
                  <a:lnTo>
                    <a:pt x="74" y="112"/>
                  </a:lnTo>
                  <a:lnTo>
                    <a:pt x="70" y="112"/>
                  </a:lnTo>
                  <a:lnTo>
                    <a:pt x="70" y="116"/>
                  </a:lnTo>
                  <a:lnTo>
                    <a:pt x="66" y="116"/>
                  </a:lnTo>
                  <a:lnTo>
                    <a:pt x="66" y="112"/>
                  </a:lnTo>
                  <a:lnTo>
                    <a:pt x="62" y="112"/>
                  </a:lnTo>
                  <a:lnTo>
                    <a:pt x="62" y="108"/>
                  </a:lnTo>
                  <a:lnTo>
                    <a:pt x="62" y="104"/>
                  </a:lnTo>
                  <a:lnTo>
                    <a:pt x="60" y="104"/>
                  </a:lnTo>
                  <a:lnTo>
                    <a:pt x="56" y="104"/>
                  </a:lnTo>
                  <a:lnTo>
                    <a:pt x="56" y="102"/>
                  </a:lnTo>
                  <a:lnTo>
                    <a:pt x="52" y="104"/>
                  </a:lnTo>
                  <a:lnTo>
                    <a:pt x="48" y="102"/>
                  </a:lnTo>
                  <a:lnTo>
                    <a:pt x="48" y="98"/>
                  </a:lnTo>
                  <a:lnTo>
                    <a:pt x="44" y="98"/>
                  </a:lnTo>
                  <a:lnTo>
                    <a:pt x="40" y="98"/>
                  </a:lnTo>
                  <a:lnTo>
                    <a:pt x="40" y="94"/>
                  </a:lnTo>
                  <a:lnTo>
                    <a:pt x="36" y="94"/>
                  </a:lnTo>
                  <a:lnTo>
                    <a:pt x="36" y="98"/>
                  </a:lnTo>
                  <a:lnTo>
                    <a:pt x="40" y="102"/>
                  </a:lnTo>
                  <a:lnTo>
                    <a:pt x="36" y="98"/>
                  </a:lnTo>
                  <a:lnTo>
                    <a:pt x="36" y="102"/>
                  </a:lnTo>
                  <a:lnTo>
                    <a:pt x="32" y="102"/>
                  </a:lnTo>
                  <a:lnTo>
                    <a:pt x="32" y="98"/>
                  </a:lnTo>
                  <a:lnTo>
                    <a:pt x="30" y="98"/>
                  </a:lnTo>
                  <a:lnTo>
                    <a:pt x="30" y="94"/>
                  </a:lnTo>
                  <a:lnTo>
                    <a:pt x="30" y="90"/>
                  </a:lnTo>
                  <a:lnTo>
                    <a:pt x="26" y="90"/>
                  </a:lnTo>
                  <a:lnTo>
                    <a:pt x="22" y="90"/>
                  </a:lnTo>
                  <a:lnTo>
                    <a:pt x="18" y="86"/>
                  </a:lnTo>
                  <a:lnTo>
                    <a:pt x="14" y="86"/>
                  </a:lnTo>
                  <a:lnTo>
                    <a:pt x="14" y="82"/>
                  </a:lnTo>
                  <a:lnTo>
                    <a:pt x="10" y="82"/>
                  </a:lnTo>
                  <a:lnTo>
                    <a:pt x="10" y="86"/>
                  </a:lnTo>
                  <a:lnTo>
                    <a:pt x="6" y="86"/>
                  </a:lnTo>
                  <a:lnTo>
                    <a:pt x="10" y="82"/>
                  </a:lnTo>
                  <a:lnTo>
                    <a:pt x="10" y="78"/>
                  </a:lnTo>
                  <a:lnTo>
                    <a:pt x="10" y="74"/>
                  </a:lnTo>
                  <a:lnTo>
                    <a:pt x="10" y="72"/>
                  </a:lnTo>
                  <a:lnTo>
                    <a:pt x="6" y="72"/>
                  </a:lnTo>
                  <a:lnTo>
                    <a:pt x="6" y="68"/>
                  </a:lnTo>
                  <a:lnTo>
                    <a:pt x="4" y="64"/>
                  </a:lnTo>
                  <a:lnTo>
                    <a:pt x="6" y="64"/>
                  </a:lnTo>
                  <a:lnTo>
                    <a:pt x="6" y="60"/>
                  </a:lnTo>
                  <a:lnTo>
                    <a:pt x="6" y="56"/>
                  </a:lnTo>
                  <a:lnTo>
                    <a:pt x="4" y="56"/>
                  </a:lnTo>
                  <a:lnTo>
                    <a:pt x="4" y="52"/>
                  </a:lnTo>
                  <a:lnTo>
                    <a:pt x="6" y="52"/>
                  </a:lnTo>
                  <a:lnTo>
                    <a:pt x="6" y="48"/>
                  </a:lnTo>
                  <a:lnTo>
                    <a:pt x="4" y="48"/>
                  </a:lnTo>
                  <a:lnTo>
                    <a:pt x="4" y="46"/>
                  </a:lnTo>
                  <a:lnTo>
                    <a:pt x="0" y="46"/>
                  </a:lnTo>
                  <a:lnTo>
                    <a:pt x="0" y="42"/>
                  </a:lnTo>
                  <a:lnTo>
                    <a:pt x="4" y="38"/>
                  </a:lnTo>
                  <a:lnTo>
                    <a:pt x="4" y="34"/>
                  </a:lnTo>
                  <a:lnTo>
                    <a:pt x="0" y="30"/>
                  </a:lnTo>
                  <a:lnTo>
                    <a:pt x="0" y="26"/>
                  </a:lnTo>
                  <a:lnTo>
                    <a:pt x="4" y="26"/>
                  </a:lnTo>
                  <a:lnTo>
                    <a:pt x="4" y="22"/>
                  </a:lnTo>
                  <a:lnTo>
                    <a:pt x="0" y="22"/>
                  </a:lnTo>
                  <a:lnTo>
                    <a:pt x="0" y="20"/>
                  </a:lnTo>
                  <a:lnTo>
                    <a:pt x="0" y="22"/>
                  </a:lnTo>
                  <a:lnTo>
                    <a:pt x="4" y="22"/>
                  </a:lnTo>
                  <a:lnTo>
                    <a:pt x="4" y="20"/>
                  </a:lnTo>
                  <a:lnTo>
                    <a:pt x="6" y="20"/>
                  </a:lnTo>
                  <a:lnTo>
                    <a:pt x="10" y="20"/>
                  </a:lnTo>
                  <a:lnTo>
                    <a:pt x="14" y="16"/>
                  </a:lnTo>
                  <a:lnTo>
                    <a:pt x="18" y="16"/>
                  </a:lnTo>
                  <a:lnTo>
                    <a:pt x="22" y="16"/>
                  </a:lnTo>
                  <a:lnTo>
                    <a:pt x="26" y="16"/>
                  </a:lnTo>
                  <a:lnTo>
                    <a:pt x="30" y="12"/>
                  </a:lnTo>
                  <a:lnTo>
                    <a:pt x="30" y="8"/>
                  </a:lnTo>
                  <a:lnTo>
                    <a:pt x="32" y="8"/>
                  </a:lnTo>
                  <a:lnTo>
                    <a:pt x="36" y="8"/>
                  </a:lnTo>
                  <a:lnTo>
                    <a:pt x="40" y="4"/>
                  </a:lnTo>
                  <a:lnTo>
                    <a:pt x="44" y="4"/>
                  </a:lnTo>
                  <a:lnTo>
                    <a:pt x="48" y="4"/>
                  </a:lnTo>
                  <a:lnTo>
                    <a:pt x="48" y="0"/>
                  </a:lnTo>
                  <a:lnTo>
                    <a:pt x="52" y="0"/>
                  </a:lnTo>
                  <a:lnTo>
                    <a:pt x="60" y="0"/>
                  </a:lnTo>
                  <a:lnTo>
                    <a:pt x="60" y="4"/>
                  </a:lnTo>
                  <a:lnTo>
                    <a:pt x="62" y="4"/>
                  </a:lnTo>
                  <a:lnTo>
                    <a:pt x="62" y="8"/>
                  </a:lnTo>
                  <a:lnTo>
                    <a:pt x="62" y="4"/>
                  </a:lnTo>
                  <a:lnTo>
                    <a:pt x="60" y="4"/>
                  </a:lnTo>
                  <a:lnTo>
                    <a:pt x="60" y="8"/>
                  </a:lnTo>
                  <a:lnTo>
                    <a:pt x="62" y="12"/>
                  </a:lnTo>
                  <a:lnTo>
                    <a:pt x="66" y="12"/>
                  </a:lnTo>
                  <a:lnTo>
                    <a:pt x="70" y="12"/>
                  </a:lnTo>
                  <a:lnTo>
                    <a:pt x="74" y="12"/>
                  </a:lnTo>
                  <a:lnTo>
                    <a:pt x="74" y="8"/>
                  </a:lnTo>
                  <a:lnTo>
                    <a:pt x="78" y="8"/>
                  </a:lnTo>
                  <a:lnTo>
                    <a:pt x="74" y="8"/>
                  </a:lnTo>
                  <a:lnTo>
                    <a:pt x="74" y="12"/>
                  </a:lnTo>
                  <a:lnTo>
                    <a:pt x="70" y="12"/>
                  </a:lnTo>
                  <a:lnTo>
                    <a:pt x="74" y="12"/>
                  </a:lnTo>
                  <a:lnTo>
                    <a:pt x="78" y="12"/>
                  </a:lnTo>
                  <a:lnTo>
                    <a:pt x="82" y="12"/>
                  </a:lnTo>
                  <a:lnTo>
                    <a:pt x="86" y="12"/>
                  </a:lnTo>
                  <a:lnTo>
                    <a:pt x="90" y="12"/>
                  </a:lnTo>
                  <a:lnTo>
                    <a:pt x="92" y="12"/>
                  </a:lnTo>
                  <a:lnTo>
                    <a:pt x="96" y="12"/>
                  </a:lnTo>
                  <a:lnTo>
                    <a:pt x="100" y="12"/>
                  </a:lnTo>
                  <a:lnTo>
                    <a:pt x="104" y="12"/>
                  </a:lnTo>
                  <a:lnTo>
                    <a:pt x="108" y="12"/>
                  </a:lnTo>
                  <a:lnTo>
                    <a:pt x="112" y="12"/>
                  </a:lnTo>
                  <a:lnTo>
                    <a:pt x="116" y="12"/>
                  </a:lnTo>
                  <a:lnTo>
                    <a:pt x="118" y="12"/>
                  </a:lnTo>
                  <a:lnTo>
                    <a:pt x="122" y="12"/>
                  </a:lnTo>
                  <a:lnTo>
                    <a:pt x="126" y="12"/>
                  </a:lnTo>
                  <a:lnTo>
                    <a:pt x="130" y="16"/>
                  </a:lnTo>
                  <a:lnTo>
                    <a:pt x="130" y="20"/>
                  </a:lnTo>
                  <a:lnTo>
                    <a:pt x="130" y="22"/>
                  </a:lnTo>
                  <a:lnTo>
                    <a:pt x="130" y="26"/>
                  </a:lnTo>
                  <a:lnTo>
                    <a:pt x="134" y="26"/>
                  </a:lnTo>
                  <a:lnTo>
                    <a:pt x="134" y="30"/>
                  </a:lnTo>
                  <a:lnTo>
                    <a:pt x="134" y="34"/>
                  </a:lnTo>
                  <a:lnTo>
                    <a:pt x="138" y="38"/>
                  </a:lnTo>
                  <a:lnTo>
                    <a:pt x="138" y="42"/>
                  </a:lnTo>
                  <a:lnTo>
                    <a:pt x="138" y="46"/>
                  </a:lnTo>
                  <a:lnTo>
                    <a:pt x="138" y="48"/>
                  </a:lnTo>
                  <a:lnTo>
                    <a:pt x="134" y="48"/>
                  </a:lnTo>
                  <a:lnTo>
                    <a:pt x="130" y="48"/>
                  </a:lnTo>
                  <a:lnTo>
                    <a:pt x="130" y="52"/>
                  </a:lnTo>
                  <a:lnTo>
                    <a:pt x="126" y="52"/>
                  </a:lnTo>
                  <a:lnTo>
                    <a:pt x="126" y="56"/>
                  </a:lnTo>
                  <a:lnTo>
                    <a:pt x="130" y="56"/>
                  </a:lnTo>
                  <a:lnTo>
                    <a:pt x="134" y="60"/>
                  </a:lnTo>
                  <a:lnTo>
                    <a:pt x="134" y="64"/>
                  </a:lnTo>
                  <a:lnTo>
                    <a:pt x="130" y="68"/>
                  </a:lnTo>
                  <a:lnTo>
                    <a:pt x="130" y="72"/>
                  </a:lnTo>
                  <a:lnTo>
                    <a:pt x="134" y="72"/>
                  </a:lnTo>
                  <a:lnTo>
                    <a:pt x="134" y="74"/>
                  </a:lnTo>
                  <a:lnTo>
                    <a:pt x="134" y="78"/>
                  </a:lnTo>
                  <a:lnTo>
                    <a:pt x="138" y="82"/>
                  </a:lnTo>
                  <a:lnTo>
                    <a:pt x="138" y="86"/>
                  </a:lnTo>
                  <a:lnTo>
                    <a:pt x="142" y="86"/>
                  </a:lnTo>
                  <a:lnTo>
                    <a:pt x="138" y="86"/>
                  </a:lnTo>
                  <a:lnTo>
                    <a:pt x="138" y="90"/>
                  </a:lnTo>
                  <a:lnTo>
                    <a:pt x="142" y="94"/>
                  </a:lnTo>
                  <a:lnTo>
                    <a:pt x="138" y="94"/>
                  </a:lnTo>
                  <a:lnTo>
                    <a:pt x="134" y="94"/>
                  </a:lnTo>
                  <a:lnTo>
                    <a:pt x="134" y="98"/>
                  </a:lnTo>
                  <a:lnTo>
                    <a:pt x="130" y="98"/>
                  </a:lnTo>
                  <a:lnTo>
                    <a:pt x="130" y="102"/>
                  </a:lnTo>
                  <a:lnTo>
                    <a:pt x="126" y="102"/>
                  </a:lnTo>
                  <a:lnTo>
                    <a:pt x="126" y="104"/>
                  </a:lnTo>
                  <a:lnTo>
                    <a:pt x="118" y="112"/>
                  </a:lnTo>
                  <a:lnTo>
                    <a:pt x="118" y="112"/>
                  </a:lnTo>
                  <a:lnTo>
                    <a:pt x="118"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3" name="Freeform 118"/>
            <p:cNvSpPr>
              <a:spLocks noChangeAspect="1"/>
            </p:cNvSpPr>
            <p:nvPr/>
          </p:nvSpPr>
          <p:spPr bwMode="gray">
            <a:xfrm>
              <a:off x="5297374" y="2992633"/>
              <a:ext cx="233061" cy="163491"/>
            </a:xfrm>
            <a:custGeom>
              <a:avLst/>
              <a:gdLst>
                <a:gd name="T0" fmla="*/ 56 w 134"/>
                <a:gd name="T1" fmla="*/ 94 h 94"/>
                <a:gd name="T2" fmla="*/ 46 w 134"/>
                <a:gd name="T3" fmla="*/ 90 h 94"/>
                <a:gd name="T4" fmla="*/ 42 w 134"/>
                <a:gd name="T5" fmla="*/ 90 h 94"/>
                <a:gd name="T6" fmla="*/ 38 w 134"/>
                <a:gd name="T7" fmla="*/ 86 h 94"/>
                <a:gd name="T8" fmla="*/ 38 w 134"/>
                <a:gd name="T9" fmla="*/ 86 h 94"/>
                <a:gd name="T10" fmla="*/ 34 w 134"/>
                <a:gd name="T11" fmla="*/ 82 h 94"/>
                <a:gd name="T12" fmla="*/ 34 w 134"/>
                <a:gd name="T13" fmla="*/ 78 h 94"/>
                <a:gd name="T14" fmla="*/ 34 w 134"/>
                <a:gd name="T15" fmla="*/ 76 h 94"/>
                <a:gd name="T16" fmla="*/ 26 w 134"/>
                <a:gd name="T17" fmla="*/ 76 h 94"/>
                <a:gd name="T18" fmla="*/ 24 w 134"/>
                <a:gd name="T19" fmla="*/ 76 h 94"/>
                <a:gd name="T20" fmla="*/ 20 w 134"/>
                <a:gd name="T21" fmla="*/ 72 h 94"/>
                <a:gd name="T22" fmla="*/ 20 w 134"/>
                <a:gd name="T23" fmla="*/ 72 h 94"/>
                <a:gd name="T24" fmla="*/ 16 w 134"/>
                <a:gd name="T25" fmla="*/ 68 h 94"/>
                <a:gd name="T26" fmla="*/ 16 w 134"/>
                <a:gd name="T27" fmla="*/ 64 h 94"/>
                <a:gd name="T28" fmla="*/ 8 w 134"/>
                <a:gd name="T29" fmla="*/ 52 h 94"/>
                <a:gd name="T30" fmla="*/ 4 w 134"/>
                <a:gd name="T31" fmla="*/ 50 h 94"/>
                <a:gd name="T32" fmla="*/ 4 w 134"/>
                <a:gd name="T33" fmla="*/ 46 h 94"/>
                <a:gd name="T34" fmla="*/ 8 w 134"/>
                <a:gd name="T35" fmla="*/ 42 h 94"/>
                <a:gd name="T36" fmla="*/ 12 w 134"/>
                <a:gd name="T37" fmla="*/ 42 h 94"/>
                <a:gd name="T38" fmla="*/ 16 w 134"/>
                <a:gd name="T39" fmla="*/ 34 h 94"/>
                <a:gd name="T40" fmla="*/ 20 w 134"/>
                <a:gd name="T41" fmla="*/ 30 h 94"/>
                <a:gd name="T42" fmla="*/ 24 w 134"/>
                <a:gd name="T43" fmla="*/ 24 h 94"/>
                <a:gd name="T44" fmla="*/ 26 w 134"/>
                <a:gd name="T45" fmla="*/ 20 h 94"/>
                <a:gd name="T46" fmla="*/ 26 w 134"/>
                <a:gd name="T47" fmla="*/ 16 h 94"/>
                <a:gd name="T48" fmla="*/ 34 w 134"/>
                <a:gd name="T49" fmla="*/ 12 h 94"/>
                <a:gd name="T50" fmla="*/ 42 w 134"/>
                <a:gd name="T51" fmla="*/ 8 h 94"/>
                <a:gd name="T52" fmla="*/ 42 w 134"/>
                <a:gd name="T53" fmla="*/ 8 h 94"/>
                <a:gd name="T54" fmla="*/ 52 w 134"/>
                <a:gd name="T55" fmla="*/ 8 h 94"/>
                <a:gd name="T56" fmla="*/ 60 w 134"/>
                <a:gd name="T57" fmla="*/ 8 h 94"/>
                <a:gd name="T58" fmla="*/ 64 w 134"/>
                <a:gd name="T59" fmla="*/ 12 h 94"/>
                <a:gd name="T60" fmla="*/ 68 w 134"/>
                <a:gd name="T61" fmla="*/ 12 h 94"/>
                <a:gd name="T62" fmla="*/ 72 w 134"/>
                <a:gd name="T63" fmla="*/ 8 h 94"/>
                <a:gd name="T64" fmla="*/ 80 w 134"/>
                <a:gd name="T65" fmla="*/ 8 h 94"/>
                <a:gd name="T66" fmla="*/ 86 w 134"/>
                <a:gd name="T67" fmla="*/ 4 h 94"/>
                <a:gd name="T68" fmla="*/ 94 w 134"/>
                <a:gd name="T69" fmla="*/ 4 h 94"/>
                <a:gd name="T70" fmla="*/ 102 w 134"/>
                <a:gd name="T71" fmla="*/ 16 h 94"/>
                <a:gd name="T72" fmla="*/ 106 w 134"/>
                <a:gd name="T73" fmla="*/ 24 h 94"/>
                <a:gd name="T74" fmla="*/ 112 w 134"/>
                <a:gd name="T75" fmla="*/ 30 h 94"/>
                <a:gd name="T76" fmla="*/ 112 w 134"/>
                <a:gd name="T77" fmla="*/ 38 h 94"/>
                <a:gd name="T78" fmla="*/ 112 w 134"/>
                <a:gd name="T79" fmla="*/ 52 h 94"/>
                <a:gd name="T80" fmla="*/ 112 w 134"/>
                <a:gd name="T81" fmla="*/ 60 h 94"/>
                <a:gd name="T82" fmla="*/ 120 w 134"/>
                <a:gd name="T83" fmla="*/ 64 h 94"/>
                <a:gd name="T84" fmla="*/ 130 w 134"/>
                <a:gd name="T85" fmla="*/ 60 h 94"/>
                <a:gd name="T86" fmla="*/ 130 w 134"/>
                <a:gd name="T87" fmla="*/ 64 h 94"/>
                <a:gd name="T88" fmla="*/ 126 w 134"/>
                <a:gd name="T89" fmla="*/ 72 h 94"/>
                <a:gd name="T90" fmla="*/ 122 w 134"/>
                <a:gd name="T91" fmla="*/ 68 h 94"/>
                <a:gd name="T92" fmla="*/ 122 w 134"/>
                <a:gd name="T93" fmla="*/ 72 h 94"/>
                <a:gd name="T94" fmla="*/ 122 w 134"/>
                <a:gd name="T95" fmla="*/ 76 h 94"/>
                <a:gd name="T96" fmla="*/ 122 w 134"/>
                <a:gd name="T97" fmla="*/ 76 h 94"/>
                <a:gd name="T98" fmla="*/ 122 w 134"/>
                <a:gd name="T99" fmla="*/ 78 h 94"/>
                <a:gd name="T100" fmla="*/ 120 w 134"/>
                <a:gd name="T101" fmla="*/ 86 h 94"/>
                <a:gd name="T102" fmla="*/ 116 w 134"/>
                <a:gd name="T103" fmla="*/ 94 h 94"/>
                <a:gd name="T104" fmla="*/ 108 w 134"/>
                <a:gd name="T105" fmla="*/ 90 h 94"/>
                <a:gd name="T106" fmla="*/ 106 w 134"/>
                <a:gd name="T107" fmla="*/ 86 h 94"/>
                <a:gd name="T108" fmla="*/ 98 w 134"/>
                <a:gd name="T109" fmla="*/ 86 h 94"/>
                <a:gd name="T110" fmla="*/ 94 w 134"/>
                <a:gd name="T111" fmla="*/ 86 h 94"/>
                <a:gd name="T112" fmla="*/ 86 w 134"/>
                <a:gd name="T113" fmla="*/ 86 h 94"/>
                <a:gd name="T114" fmla="*/ 80 w 134"/>
                <a:gd name="T115" fmla="*/ 94 h 94"/>
                <a:gd name="T116" fmla="*/ 72 w 134"/>
                <a:gd name="T117" fmla="*/ 94 h 94"/>
                <a:gd name="T118" fmla="*/ 60 w 134"/>
                <a:gd name="T119" fmla="*/ 94 h 94"/>
                <a:gd name="T120" fmla="*/ 56 w 134"/>
                <a:gd name="T121" fmla="*/ 9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4" h="94">
                  <a:moveTo>
                    <a:pt x="56" y="94"/>
                  </a:moveTo>
                  <a:lnTo>
                    <a:pt x="56" y="94"/>
                  </a:lnTo>
                  <a:lnTo>
                    <a:pt x="56" y="94"/>
                  </a:lnTo>
                  <a:lnTo>
                    <a:pt x="56" y="94"/>
                  </a:lnTo>
                  <a:lnTo>
                    <a:pt x="56" y="94"/>
                  </a:lnTo>
                  <a:lnTo>
                    <a:pt x="56" y="94"/>
                  </a:lnTo>
                  <a:lnTo>
                    <a:pt x="56" y="94"/>
                  </a:lnTo>
                  <a:lnTo>
                    <a:pt x="56" y="94"/>
                  </a:lnTo>
                  <a:lnTo>
                    <a:pt x="52" y="94"/>
                  </a:lnTo>
                  <a:lnTo>
                    <a:pt x="52" y="94"/>
                  </a:lnTo>
                  <a:lnTo>
                    <a:pt x="50" y="94"/>
                  </a:lnTo>
                  <a:lnTo>
                    <a:pt x="50" y="94"/>
                  </a:lnTo>
                  <a:lnTo>
                    <a:pt x="50" y="90"/>
                  </a:lnTo>
                  <a:lnTo>
                    <a:pt x="46" y="90"/>
                  </a:lnTo>
                  <a:lnTo>
                    <a:pt x="46" y="90"/>
                  </a:lnTo>
                  <a:lnTo>
                    <a:pt x="46" y="90"/>
                  </a:lnTo>
                  <a:lnTo>
                    <a:pt x="46" y="90"/>
                  </a:lnTo>
                  <a:lnTo>
                    <a:pt x="46" y="90"/>
                  </a:lnTo>
                  <a:lnTo>
                    <a:pt x="42" y="90"/>
                  </a:lnTo>
                  <a:lnTo>
                    <a:pt x="42" y="90"/>
                  </a:lnTo>
                  <a:lnTo>
                    <a:pt x="42" y="90"/>
                  </a:lnTo>
                  <a:lnTo>
                    <a:pt x="42" y="90"/>
                  </a:lnTo>
                  <a:lnTo>
                    <a:pt x="42" y="90"/>
                  </a:lnTo>
                  <a:lnTo>
                    <a:pt x="42" y="90"/>
                  </a:lnTo>
                  <a:lnTo>
                    <a:pt x="42" y="90"/>
                  </a:lnTo>
                  <a:lnTo>
                    <a:pt x="38" y="90"/>
                  </a:lnTo>
                  <a:lnTo>
                    <a:pt x="38" y="90"/>
                  </a:lnTo>
                  <a:lnTo>
                    <a:pt x="38" y="90"/>
                  </a:lnTo>
                  <a:lnTo>
                    <a:pt x="38" y="90"/>
                  </a:lnTo>
                  <a:lnTo>
                    <a:pt x="38" y="90"/>
                  </a:lnTo>
                  <a:lnTo>
                    <a:pt x="38" y="86"/>
                  </a:lnTo>
                  <a:lnTo>
                    <a:pt x="38" y="86"/>
                  </a:lnTo>
                  <a:lnTo>
                    <a:pt x="38" y="86"/>
                  </a:lnTo>
                  <a:lnTo>
                    <a:pt x="38" y="86"/>
                  </a:lnTo>
                  <a:lnTo>
                    <a:pt x="38" y="86"/>
                  </a:lnTo>
                  <a:lnTo>
                    <a:pt x="38" y="86"/>
                  </a:lnTo>
                  <a:lnTo>
                    <a:pt x="38" y="86"/>
                  </a:lnTo>
                  <a:lnTo>
                    <a:pt x="38" y="86"/>
                  </a:lnTo>
                  <a:lnTo>
                    <a:pt x="38" y="86"/>
                  </a:lnTo>
                  <a:lnTo>
                    <a:pt x="38" y="86"/>
                  </a:lnTo>
                  <a:lnTo>
                    <a:pt x="34" y="82"/>
                  </a:lnTo>
                  <a:lnTo>
                    <a:pt x="34" y="82"/>
                  </a:lnTo>
                  <a:lnTo>
                    <a:pt x="34" y="82"/>
                  </a:lnTo>
                  <a:lnTo>
                    <a:pt x="34" y="82"/>
                  </a:lnTo>
                  <a:lnTo>
                    <a:pt x="34" y="82"/>
                  </a:lnTo>
                  <a:lnTo>
                    <a:pt x="34" y="82"/>
                  </a:lnTo>
                  <a:lnTo>
                    <a:pt x="34" y="82"/>
                  </a:lnTo>
                  <a:lnTo>
                    <a:pt x="34" y="82"/>
                  </a:lnTo>
                  <a:lnTo>
                    <a:pt x="34" y="82"/>
                  </a:lnTo>
                  <a:lnTo>
                    <a:pt x="30" y="78"/>
                  </a:lnTo>
                  <a:lnTo>
                    <a:pt x="30" y="78"/>
                  </a:lnTo>
                  <a:lnTo>
                    <a:pt x="34" y="76"/>
                  </a:lnTo>
                  <a:lnTo>
                    <a:pt x="34" y="76"/>
                  </a:lnTo>
                  <a:lnTo>
                    <a:pt x="34" y="78"/>
                  </a:lnTo>
                  <a:lnTo>
                    <a:pt x="34" y="78"/>
                  </a:lnTo>
                  <a:lnTo>
                    <a:pt x="34" y="78"/>
                  </a:lnTo>
                  <a:lnTo>
                    <a:pt x="34" y="78"/>
                  </a:lnTo>
                  <a:lnTo>
                    <a:pt x="34" y="76"/>
                  </a:lnTo>
                  <a:lnTo>
                    <a:pt x="34" y="76"/>
                  </a:lnTo>
                  <a:lnTo>
                    <a:pt x="34" y="76"/>
                  </a:lnTo>
                  <a:lnTo>
                    <a:pt x="34" y="76"/>
                  </a:lnTo>
                  <a:lnTo>
                    <a:pt x="34" y="76"/>
                  </a:lnTo>
                  <a:lnTo>
                    <a:pt x="34" y="76"/>
                  </a:lnTo>
                  <a:lnTo>
                    <a:pt x="34" y="76"/>
                  </a:lnTo>
                  <a:lnTo>
                    <a:pt x="30" y="76"/>
                  </a:lnTo>
                  <a:lnTo>
                    <a:pt x="30" y="76"/>
                  </a:lnTo>
                  <a:lnTo>
                    <a:pt x="30" y="76"/>
                  </a:lnTo>
                  <a:lnTo>
                    <a:pt x="30" y="76"/>
                  </a:lnTo>
                  <a:lnTo>
                    <a:pt x="30" y="76"/>
                  </a:lnTo>
                  <a:lnTo>
                    <a:pt x="30" y="76"/>
                  </a:lnTo>
                  <a:lnTo>
                    <a:pt x="30" y="76"/>
                  </a:lnTo>
                  <a:lnTo>
                    <a:pt x="26" y="76"/>
                  </a:lnTo>
                  <a:lnTo>
                    <a:pt x="26" y="78"/>
                  </a:lnTo>
                  <a:lnTo>
                    <a:pt x="26" y="78"/>
                  </a:lnTo>
                  <a:lnTo>
                    <a:pt x="26" y="78"/>
                  </a:lnTo>
                  <a:lnTo>
                    <a:pt x="26" y="76"/>
                  </a:lnTo>
                  <a:lnTo>
                    <a:pt x="26" y="76"/>
                  </a:lnTo>
                  <a:lnTo>
                    <a:pt x="26" y="76"/>
                  </a:lnTo>
                  <a:lnTo>
                    <a:pt x="24" y="76"/>
                  </a:lnTo>
                  <a:lnTo>
                    <a:pt x="24" y="76"/>
                  </a:lnTo>
                  <a:lnTo>
                    <a:pt x="24" y="76"/>
                  </a:lnTo>
                  <a:lnTo>
                    <a:pt x="20" y="76"/>
                  </a:lnTo>
                  <a:lnTo>
                    <a:pt x="20" y="76"/>
                  </a:lnTo>
                  <a:lnTo>
                    <a:pt x="20" y="76"/>
                  </a:lnTo>
                  <a:lnTo>
                    <a:pt x="20" y="76"/>
                  </a:lnTo>
                  <a:lnTo>
                    <a:pt x="20" y="72"/>
                  </a:lnTo>
                  <a:lnTo>
                    <a:pt x="20" y="72"/>
                  </a:lnTo>
                  <a:lnTo>
                    <a:pt x="20" y="72"/>
                  </a:lnTo>
                  <a:lnTo>
                    <a:pt x="16" y="72"/>
                  </a:lnTo>
                  <a:lnTo>
                    <a:pt x="16" y="72"/>
                  </a:lnTo>
                  <a:lnTo>
                    <a:pt x="16" y="72"/>
                  </a:lnTo>
                  <a:lnTo>
                    <a:pt x="16" y="72"/>
                  </a:lnTo>
                  <a:lnTo>
                    <a:pt x="16" y="72"/>
                  </a:lnTo>
                  <a:lnTo>
                    <a:pt x="16" y="72"/>
                  </a:lnTo>
                  <a:lnTo>
                    <a:pt x="16" y="72"/>
                  </a:lnTo>
                  <a:lnTo>
                    <a:pt x="20" y="72"/>
                  </a:lnTo>
                  <a:lnTo>
                    <a:pt x="20" y="72"/>
                  </a:lnTo>
                  <a:lnTo>
                    <a:pt x="20" y="72"/>
                  </a:lnTo>
                  <a:lnTo>
                    <a:pt x="20" y="72"/>
                  </a:lnTo>
                  <a:lnTo>
                    <a:pt x="20" y="68"/>
                  </a:lnTo>
                  <a:lnTo>
                    <a:pt x="16" y="68"/>
                  </a:lnTo>
                  <a:lnTo>
                    <a:pt x="16" y="68"/>
                  </a:lnTo>
                  <a:lnTo>
                    <a:pt x="16" y="68"/>
                  </a:lnTo>
                  <a:lnTo>
                    <a:pt x="16" y="68"/>
                  </a:lnTo>
                  <a:lnTo>
                    <a:pt x="16" y="68"/>
                  </a:lnTo>
                  <a:lnTo>
                    <a:pt x="16" y="68"/>
                  </a:lnTo>
                  <a:lnTo>
                    <a:pt x="20" y="64"/>
                  </a:lnTo>
                  <a:lnTo>
                    <a:pt x="20" y="64"/>
                  </a:lnTo>
                  <a:lnTo>
                    <a:pt x="16" y="64"/>
                  </a:lnTo>
                  <a:lnTo>
                    <a:pt x="16" y="64"/>
                  </a:lnTo>
                  <a:lnTo>
                    <a:pt x="16" y="64"/>
                  </a:lnTo>
                  <a:lnTo>
                    <a:pt x="16" y="64"/>
                  </a:lnTo>
                  <a:lnTo>
                    <a:pt x="12" y="60"/>
                  </a:lnTo>
                  <a:lnTo>
                    <a:pt x="12" y="60"/>
                  </a:lnTo>
                  <a:lnTo>
                    <a:pt x="8" y="56"/>
                  </a:lnTo>
                  <a:lnTo>
                    <a:pt x="8" y="56"/>
                  </a:lnTo>
                  <a:lnTo>
                    <a:pt x="8" y="56"/>
                  </a:lnTo>
                  <a:lnTo>
                    <a:pt x="8" y="56"/>
                  </a:lnTo>
                  <a:lnTo>
                    <a:pt x="8" y="56"/>
                  </a:lnTo>
                  <a:lnTo>
                    <a:pt x="8" y="52"/>
                  </a:lnTo>
                  <a:lnTo>
                    <a:pt x="8" y="52"/>
                  </a:lnTo>
                  <a:lnTo>
                    <a:pt x="8" y="52"/>
                  </a:lnTo>
                  <a:lnTo>
                    <a:pt x="8" y="52"/>
                  </a:lnTo>
                  <a:lnTo>
                    <a:pt x="4" y="52"/>
                  </a:lnTo>
                  <a:lnTo>
                    <a:pt x="4" y="52"/>
                  </a:lnTo>
                  <a:lnTo>
                    <a:pt x="4" y="50"/>
                  </a:lnTo>
                  <a:lnTo>
                    <a:pt x="4" y="50"/>
                  </a:lnTo>
                  <a:lnTo>
                    <a:pt x="4" y="50"/>
                  </a:lnTo>
                  <a:lnTo>
                    <a:pt x="0" y="50"/>
                  </a:lnTo>
                  <a:lnTo>
                    <a:pt x="0" y="50"/>
                  </a:lnTo>
                  <a:lnTo>
                    <a:pt x="0" y="46"/>
                  </a:lnTo>
                  <a:lnTo>
                    <a:pt x="0" y="46"/>
                  </a:lnTo>
                  <a:lnTo>
                    <a:pt x="0" y="46"/>
                  </a:lnTo>
                  <a:lnTo>
                    <a:pt x="0" y="46"/>
                  </a:lnTo>
                  <a:lnTo>
                    <a:pt x="4" y="46"/>
                  </a:lnTo>
                  <a:lnTo>
                    <a:pt x="4" y="46"/>
                  </a:lnTo>
                  <a:lnTo>
                    <a:pt x="4" y="46"/>
                  </a:lnTo>
                  <a:lnTo>
                    <a:pt x="4" y="46"/>
                  </a:lnTo>
                  <a:lnTo>
                    <a:pt x="4" y="46"/>
                  </a:lnTo>
                  <a:lnTo>
                    <a:pt x="8" y="46"/>
                  </a:lnTo>
                  <a:lnTo>
                    <a:pt x="8" y="46"/>
                  </a:lnTo>
                  <a:lnTo>
                    <a:pt x="8" y="46"/>
                  </a:lnTo>
                  <a:lnTo>
                    <a:pt x="8" y="46"/>
                  </a:lnTo>
                  <a:lnTo>
                    <a:pt x="8" y="42"/>
                  </a:lnTo>
                  <a:lnTo>
                    <a:pt x="8" y="42"/>
                  </a:lnTo>
                  <a:lnTo>
                    <a:pt x="8" y="42"/>
                  </a:lnTo>
                  <a:lnTo>
                    <a:pt x="8" y="42"/>
                  </a:lnTo>
                  <a:lnTo>
                    <a:pt x="8" y="42"/>
                  </a:lnTo>
                  <a:lnTo>
                    <a:pt x="8" y="42"/>
                  </a:lnTo>
                  <a:lnTo>
                    <a:pt x="12" y="42"/>
                  </a:lnTo>
                  <a:lnTo>
                    <a:pt x="12" y="42"/>
                  </a:lnTo>
                  <a:lnTo>
                    <a:pt x="12" y="42"/>
                  </a:lnTo>
                  <a:lnTo>
                    <a:pt x="12" y="42"/>
                  </a:lnTo>
                  <a:lnTo>
                    <a:pt x="12" y="42"/>
                  </a:lnTo>
                  <a:lnTo>
                    <a:pt x="12" y="42"/>
                  </a:lnTo>
                  <a:lnTo>
                    <a:pt x="12" y="42"/>
                  </a:lnTo>
                  <a:lnTo>
                    <a:pt x="16" y="38"/>
                  </a:lnTo>
                  <a:lnTo>
                    <a:pt x="16" y="38"/>
                  </a:lnTo>
                  <a:lnTo>
                    <a:pt x="16" y="38"/>
                  </a:lnTo>
                  <a:lnTo>
                    <a:pt x="16" y="34"/>
                  </a:lnTo>
                  <a:lnTo>
                    <a:pt x="16" y="34"/>
                  </a:lnTo>
                  <a:lnTo>
                    <a:pt x="16" y="34"/>
                  </a:lnTo>
                  <a:lnTo>
                    <a:pt x="20" y="34"/>
                  </a:lnTo>
                  <a:lnTo>
                    <a:pt x="20" y="34"/>
                  </a:lnTo>
                  <a:lnTo>
                    <a:pt x="20" y="34"/>
                  </a:lnTo>
                  <a:lnTo>
                    <a:pt x="20" y="34"/>
                  </a:lnTo>
                  <a:lnTo>
                    <a:pt x="20" y="30"/>
                  </a:lnTo>
                  <a:lnTo>
                    <a:pt x="20" y="30"/>
                  </a:lnTo>
                  <a:lnTo>
                    <a:pt x="20" y="26"/>
                  </a:lnTo>
                  <a:lnTo>
                    <a:pt x="20" y="26"/>
                  </a:lnTo>
                  <a:lnTo>
                    <a:pt x="20" y="26"/>
                  </a:lnTo>
                  <a:lnTo>
                    <a:pt x="20" y="26"/>
                  </a:lnTo>
                  <a:lnTo>
                    <a:pt x="20" y="26"/>
                  </a:lnTo>
                  <a:lnTo>
                    <a:pt x="24" y="26"/>
                  </a:lnTo>
                  <a:lnTo>
                    <a:pt x="24" y="26"/>
                  </a:lnTo>
                  <a:lnTo>
                    <a:pt x="24" y="24"/>
                  </a:lnTo>
                  <a:lnTo>
                    <a:pt x="24" y="24"/>
                  </a:lnTo>
                  <a:lnTo>
                    <a:pt x="24" y="24"/>
                  </a:lnTo>
                  <a:lnTo>
                    <a:pt x="24" y="20"/>
                  </a:lnTo>
                  <a:lnTo>
                    <a:pt x="24" y="20"/>
                  </a:lnTo>
                  <a:lnTo>
                    <a:pt x="24" y="20"/>
                  </a:lnTo>
                  <a:lnTo>
                    <a:pt x="26" y="20"/>
                  </a:lnTo>
                  <a:lnTo>
                    <a:pt x="26" y="20"/>
                  </a:lnTo>
                  <a:lnTo>
                    <a:pt x="26" y="20"/>
                  </a:lnTo>
                  <a:lnTo>
                    <a:pt x="26" y="20"/>
                  </a:lnTo>
                  <a:lnTo>
                    <a:pt x="26" y="16"/>
                  </a:lnTo>
                  <a:lnTo>
                    <a:pt x="26" y="16"/>
                  </a:lnTo>
                  <a:lnTo>
                    <a:pt x="26" y="16"/>
                  </a:lnTo>
                  <a:lnTo>
                    <a:pt x="26" y="16"/>
                  </a:lnTo>
                  <a:lnTo>
                    <a:pt x="26" y="16"/>
                  </a:lnTo>
                  <a:lnTo>
                    <a:pt x="26" y="16"/>
                  </a:lnTo>
                  <a:lnTo>
                    <a:pt x="26" y="16"/>
                  </a:lnTo>
                  <a:lnTo>
                    <a:pt x="26" y="16"/>
                  </a:lnTo>
                  <a:lnTo>
                    <a:pt x="30" y="12"/>
                  </a:lnTo>
                  <a:lnTo>
                    <a:pt x="30" y="12"/>
                  </a:lnTo>
                  <a:lnTo>
                    <a:pt x="30" y="12"/>
                  </a:lnTo>
                  <a:lnTo>
                    <a:pt x="30" y="12"/>
                  </a:lnTo>
                  <a:lnTo>
                    <a:pt x="30" y="12"/>
                  </a:lnTo>
                  <a:lnTo>
                    <a:pt x="34" y="12"/>
                  </a:lnTo>
                  <a:lnTo>
                    <a:pt x="34" y="12"/>
                  </a:lnTo>
                  <a:lnTo>
                    <a:pt x="34" y="12"/>
                  </a:lnTo>
                  <a:lnTo>
                    <a:pt x="34" y="12"/>
                  </a:lnTo>
                  <a:lnTo>
                    <a:pt x="34" y="12"/>
                  </a:lnTo>
                  <a:lnTo>
                    <a:pt x="38" y="8"/>
                  </a:lnTo>
                  <a:lnTo>
                    <a:pt x="38" y="8"/>
                  </a:lnTo>
                  <a:lnTo>
                    <a:pt x="38" y="8"/>
                  </a:lnTo>
                  <a:lnTo>
                    <a:pt x="38" y="8"/>
                  </a:lnTo>
                  <a:lnTo>
                    <a:pt x="42" y="8"/>
                  </a:lnTo>
                  <a:lnTo>
                    <a:pt x="42" y="8"/>
                  </a:lnTo>
                  <a:lnTo>
                    <a:pt x="42" y="4"/>
                  </a:lnTo>
                  <a:lnTo>
                    <a:pt x="42" y="4"/>
                  </a:lnTo>
                  <a:lnTo>
                    <a:pt x="42" y="4"/>
                  </a:lnTo>
                  <a:lnTo>
                    <a:pt x="42" y="4"/>
                  </a:lnTo>
                  <a:lnTo>
                    <a:pt x="42" y="4"/>
                  </a:lnTo>
                  <a:lnTo>
                    <a:pt x="42" y="4"/>
                  </a:lnTo>
                  <a:lnTo>
                    <a:pt x="42" y="8"/>
                  </a:lnTo>
                  <a:lnTo>
                    <a:pt x="46" y="8"/>
                  </a:lnTo>
                  <a:lnTo>
                    <a:pt x="46" y="8"/>
                  </a:lnTo>
                  <a:lnTo>
                    <a:pt x="46" y="8"/>
                  </a:lnTo>
                  <a:lnTo>
                    <a:pt x="46" y="8"/>
                  </a:lnTo>
                  <a:lnTo>
                    <a:pt x="46" y="8"/>
                  </a:lnTo>
                  <a:lnTo>
                    <a:pt x="50" y="8"/>
                  </a:lnTo>
                  <a:lnTo>
                    <a:pt x="52" y="8"/>
                  </a:lnTo>
                  <a:lnTo>
                    <a:pt x="52" y="8"/>
                  </a:lnTo>
                  <a:lnTo>
                    <a:pt x="52" y="8"/>
                  </a:lnTo>
                  <a:lnTo>
                    <a:pt x="56" y="8"/>
                  </a:lnTo>
                  <a:lnTo>
                    <a:pt x="56" y="8"/>
                  </a:lnTo>
                  <a:lnTo>
                    <a:pt x="56" y="8"/>
                  </a:lnTo>
                  <a:lnTo>
                    <a:pt x="60" y="8"/>
                  </a:lnTo>
                  <a:lnTo>
                    <a:pt x="60" y="8"/>
                  </a:lnTo>
                  <a:lnTo>
                    <a:pt x="60" y="8"/>
                  </a:lnTo>
                  <a:lnTo>
                    <a:pt x="60" y="8"/>
                  </a:lnTo>
                  <a:lnTo>
                    <a:pt x="60" y="8"/>
                  </a:lnTo>
                  <a:lnTo>
                    <a:pt x="60" y="8"/>
                  </a:lnTo>
                  <a:lnTo>
                    <a:pt x="64" y="8"/>
                  </a:lnTo>
                  <a:lnTo>
                    <a:pt x="64" y="12"/>
                  </a:lnTo>
                  <a:lnTo>
                    <a:pt x="64" y="12"/>
                  </a:lnTo>
                  <a:lnTo>
                    <a:pt x="64" y="12"/>
                  </a:lnTo>
                  <a:lnTo>
                    <a:pt x="64" y="12"/>
                  </a:lnTo>
                  <a:lnTo>
                    <a:pt x="64" y="12"/>
                  </a:lnTo>
                  <a:lnTo>
                    <a:pt x="64" y="12"/>
                  </a:lnTo>
                  <a:lnTo>
                    <a:pt x="64" y="12"/>
                  </a:lnTo>
                  <a:lnTo>
                    <a:pt x="64" y="12"/>
                  </a:lnTo>
                  <a:lnTo>
                    <a:pt x="68" y="12"/>
                  </a:lnTo>
                  <a:lnTo>
                    <a:pt x="68" y="12"/>
                  </a:lnTo>
                  <a:lnTo>
                    <a:pt x="68" y="12"/>
                  </a:lnTo>
                  <a:lnTo>
                    <a:pt x="68" y="12"/>
                  </a:lnTo>
                  <a:lnTo>
                    <a:pt x="68" y="12"/>
                  </a:lnTo>
                  <a:lnTo>
                    <a:pt x="68" y="12"/>
                  </a:lnTo>
                  <a:lnTo>
                    <a:pt x="68" y="12"/>
                  </a:lnTo>
                  <a:lnTo>
                    <a:pt x="68" y="12"/>
                  </a:lnTo>
                  <a:lnTo>
                    <a:pt x="68" y="12"/>
                  </a:lnTo>
                  <a:lnTo>
                    <a:pt x="72" y="12"/>
                  </a:lnTo>
                  <a:lnTo>
                    <a:pt x="72" y="8"/>
                  </a:lnTo>
                  <a:lnTo>
                    <a:pt x="72" y="8"/>
                  </a:lnTo>
                  <a:lnTo>
                    <a:pt x="72" y="8"/>
                  </a:lnTo>
                  <a:lnTo>
                    <a:pt x="76" y="8"/>
                  </a:lnTo>
                  <a:lnTo>
                    <a:pt x="76" y="8"/>
                  </a:lnTo>
                  <a:lnTo>
                    <a:pt x="76" y="8"/>
                  </a:lnTo>
                  <a:lnTo>
                    <a:pt x="76" y="8"/>
                  </a:lnTo>
                  <a:lnTo>
                    <a:pt x="76" y="8"/>
                  </a:lnTo>
                  <a:lnTo>
                    <a:pt x="80" y="8"/>
                  </a:lnTo>
                  <a:lnTo>
                    <a:pt x="80" y="8"/>
                  </a:lnTo>
                  <a:lnTo>
                    <a:pt x="80" y="8"/>
                  </a:lnTo>
                  <a:lnTo>
                    <a:pt x="80" y="8"/>
                  </a:lnTo>
                  <a:lnTo>
                    <a:pt x="82" y="8"/>
                  </a:lnTo>
                  <a:lnTo>
                    <a:pt x="82" y="8"/>
                  </a:lnTo>
                  <a:lnTo>
                    <a:pt x="82" y="8"/>
                  </a:lnTo>
                  <a:lnTo>
                    <a:pt x="82" y="8"/>
                  </a:lnTo>
                  <a:lnTo>
                    <a:pt x="82" y="8"/>
                  </a:lnTo>
                  <a:lnTo>
                    <a:pt x="86" y="4"/>
                  </a:lnTo>
                  <a:lnTo>
                    <a:pt x="86" y="4"/>
                  </a:lnTo>
                  <a:lnTo>
                    <a:pt x="86" y="4"/>
                  </a:lnTo>
                  <a:lnTo>
                    <a:pt x="90" y="4"/>
                  </a:lnTo>
                  <a:lnTo>
                    <a:pt x="90" y="4"/>
                  </a:lnTo>
                  <a:lnTo>
                    <a:pt x="90" y="4"/>
                  </a:lnTo>
                  <a:lnTo>
                    <a:pt x="90" y="0"/>
                  </a:lnTo>
                  <a:lnTo>
                    <a:pt x="90" y="0"/>
                  </a:lnTo>
                  <a:lnTo>
                    <a:pt x="94" y="0"/>
                  </a:lnTo>
                  <a:lnTo>
                    <a:pt x="94" y="4"/>
                  </a:lnTo>
                  <a:lnTo>
                    <a:pt x="94" y="4"/>
                  </a:lnTo>
                  <a:lnTo>
                    <a:pt x="98" y="8"/>
                  </a:lnTo>
                  <a:lnTo>
                    <a:pt x="98" y="8"/>
                  </a:lnTo>
                  <a:lnTo>
                    <a:pt x="98" y="12"/>
                  </a:lnTo>
                  <a:lnTo>
                    <a:pt x="98" y="12"/>
                  </a:lnTo>
                  <a:lnTo>
                    <a:pt x="102" y="12"/>
                  </a:lnTo>
                  <a:lnTo>
                    <a:pt x="102" y="16"/>
                  </a:lnTo>
                  <a:lnTo>
                    <a:pt x="102" y="16"/>
                  </a:lnTo>
                  <a:lnTo>
                    <a:pt x="102" y="16"/>
                  </a:lnTo>
                  <a:lnTo>
                    <a:pt x="102" y="16"/>
                  </a:lnTo>
                  <a:lnTo>
                    <a:pt x="102" y="20"/>
                  </a:lnTo>
                  <a:lnTo>
                    <a:pt x="106" y="20"/>
                  </a:lnTo>
                  <a:lnTo>
                    <a:pt x="106" y="24"/>
                  </a:lnTo>
                  <a:lnTo>
                    <a:pt x="106" y="24"/>
                  </a:lnTo>
                  <a:lnTo>
                    <a:pt x="106" y="24"/>
                  </a:lnTo>
                  <a:lnTo>
                    <a:pt x="106" y="24"/>
                  </a:lnTo>
                  <a:lnTo>
                    <a:pt x="106" y="24"/>
                  </a:lnTo>
                  <a:lnTo>
                    <a:pt x="106" y="24"/>
                  </a:lnTo>
                  <a:lnTo>
                    <a:pt x="108" y="26"/>
                  </a:lnTo>
                  <a:lnTo>
                    <a:pt x="108" y="26"/>
                  </a:lnTo>
                  <a:lnTo>
                    <a:pt x="108" y="26"/>
                  </a:lnTo>
                  <a:lnTo>
                    <a:pt x="108" y="26"/>
                  </a:lnTo>
                  <a:lnTo>
                    <a:pt x="112" y="26"/>
                  </a:lnTo>
                  <a:lnTo>
                    <a:pt x="112" y="30"/>
                  </a:lnTo>
                  <a:lnTo>
                    <a:pt x="112" y="30"/>
                  </a:lnTo>
                  <a:lnTo>
                    <a:pt x="112" y="30"/>
                  </a:lnTo>
                  <a:lnTo>
                    <a:pt x="112" y="30"/>
                  </a:lnTo>
                  <a:lnTo>
                    <a:pt x="112" y="34"/>
                  </a:lnTo>
                  <a:lnTo>
                    <a:pt x="112" y="34"/>
                  </a:lnTo>
                  <a:lnTo>
                    <a:pt x="112" y="34"/>
                  </a:lnTo>
                  <a:lnTo>
                    <a:pt x="112" y="34"/>
                  </a:lnTo>
                  <a:lnTo>
                    <a:pt x="112" y="38"/>
                  </a:lnTo>
                  <a:lnTo>
                    <a:pt x="112" y="42"/>
                  </a:lnTo>
                  <a:lnTo>
                    <a:pt x="112" y="46"/>
                  </a:lnTo>
                  <a:lnTo>
                    <a:pt x="112" y="46"/>
                  </a:lnTo>
                  <a:lnTo>
                    <a:pt x="112" y="46"/>
                  </a:lnTo>
                  <a:lnTo>
                    <a:pt x="112" y="50"/>
                  </a:lnTo>
                  <a:lnTo>
                    <a:pt x="112" y="50"/>
                  </a:lnTo>
                  <a:lnTo>
                    <a:pt x="112" y="50"/>
                  </a:lnTo>
                  <a:lnTo>
                    <a:pt x="112" y="52"/>
                  </a:lnTo>
                  <a:lnTo>
                    <a:pt x="112" y="52"/>
                  </a:lnTo>
                  <a:lnTo>
                    <a:pt x="112" y="56"/>
                  </a:lnTo>
                  <a:lnTo>
                    <a:pt x="112" y="56"/>
                  </a:lnTo>
                  <a:lnTo>
                    <a:pt x="112" y="56"/>
                  </a:lnTo>
                  <a:lnTo>
                    <a:pt x="112" y="60"/>
                  </a:lnTo>
                  <a:lnTo>
                    <a:pt x="112" y="60"/>
                  </a:lnTo>
                  <a:lnTo>
                    <a:pt x="112" y="60"/>
                  </a:lnTo>
                  <a:lnTo>
                    <a:pt x="112" y="60"/>
                  </a:lnTo>
                  <a:lnTo>
                    <a:pt x="112" y="60"/>
                  </a:lnTo>
                  <a:lnTo>
                    <a:pt x="112" y="60"/>
                  </a:lnTo>
                  <a:lnTo>
                    <a:pt x="112" y="60"/>
                  </a:lnTo>
                  <a:lnTo>
                    <a:pt x="112" y="60"/>
                  </a:lnTo>
                  <a:lnTo>
                    <a:pt x="116" y="60"/>
                  </a:lnTo>
                  <a:lnTo>
                    <a:pt x="116" y="60"/>
                  </a:lnTo>
                  <a:lnTo>
                    <a:pt x="116" y="64"/>
                  </a:lnTo>
                  <a:lnTo>
                    <a:pt x="120" y="64"/>
                  </a:lnTo>
                  <a:lnTo>
                    <a:pt x="120" y="64"/>
                  </a:lnTo>
                  <a:lnTo>
                    <a:pt x="120" y="60"/>
                  </a:lnTo>
                  <a:lnTo>
                    <a:pt x="122" y="60"/>
                  </a:lnTo>
                  <a:lnTo>
                    <a:pt x="126" y="60"/>
                  </a:lnTo>
                  <a:lnTo>
                    <a:pt x="126" y="60"/>
                  </a:lnTo>
                  <a:lnTo>
                    <a:pt x="130" y="60"/>
                  </a:lnTo>
                  <a:lnTo>
                    <a:pt x="130" y="60"/>
                  </a:lnTo>
                  <a:lnTo>
                    <a:pt x="130" y="60"/>
                  </a:lnTo>
                  <a:lnTo>
                    <a:pt x="130" y="60"/>
                  </a:lnTo>
                  <a:lnTo>
                    <a:pt x="130" y="60"/>
                  </a:lnTo>
                  <a:lnTo>
                    <a:pt x="134" y="60"/>
                  </a:lnTo>
                  <a:lnTo>
                    <a:pt x="134" y="60"/>
                  </a:lnTo>
                  <a:lnTo>
                    <a:pt x="134" y="64"/>
                  </a:lnTo>
                  <a:lnTo>
                    <a:pt x="134" y="64"/>
                  </a:lnTo>
                  <a:lnTo>
                    <a:pt x="130" y="64"/>
                  </a:lnTo>
                  <a:lnTo>
                    <a:pt x="130" y="64"/>
                  </a:lnTo>
                  <a:lnTo>
                    <a:pt x="134" y="64"/>
                  </a:lnTo>
                  <a:lnTo>
                    <a:pt x="130" y="68"/>
                  </a:lnTo>
                  <a:lnTo>
                    <a:pt x="130" y="72"/>
                  </a:lnTo>
                  <a:lnTo>
                    <a:pt x="130" y="72"/>
                  </a:lnTo>
                  <a:lnTo>
                    <a:pt x="130" y="72"/>
                  </a:lnTo>
                  <a:lnTo>
                    <a:pt x="130" y="72"/>
                  </a:lnTo>
                  <a:lnTo>
                    <a:pt x="126" y="72"/>
                  </a:lnTo>
                  <a:lnTo>
                    <a:pt x="126" y="72"/>
                  </a:lnTo>
                  <a:lnTo>
                    <a:pt x="126" y="72"/>
                  </a:lnTo>
                  <a:lnTo>
                    <a:pt x="122" y="72"/>
                  </a:lnTo>
                  <a:lnTo>
                    <a:pt x="122" y="72"/>
                  </a:lnTo>
                  <a:lnTo>
                    <a:pt x="122" y="68"/>
                  </a:lnTo>
                  <a:lnTo>
                    <a:pt x="122" y="68"/>
                  </a:lnTo>
                  <a:lnTo>
                    <a:pt x="122" y="68"/>
                  </a:lnTo>
                  <a:lnTo>
                    <a:pt x="122" y="68"/>
                  </a:lnTo>
                  <a:lnTo>
                    <a:pt x="122" y="68"/>
                  </a:lnTo>
                  <a:lnTo>
                    <a:pt x="122" y="68"/>
                  </a:lnTo>
                  <a:lnTo>
                    <a:pt x="122" y="68"/>
                  </a:lnTo>
                  <a:lnTo>
                    <a:pt x="122" y="72"/>
                  </a:lnTo>
                  <a:lnTo>
                    <a:pt x="122" y="72"/>
                  </a:lnTo>
                  <a:lnTo>
                    <a:pt x="122" y="72"/>
                  </a:lnTo>
                  <a:lnTo>
                    <a:pt x="122" y="72"/>
                  </a:lnTo>
                  <a:lnTo>
                    <a:pt x="122" y="72"/>
                  </a:lnTo>
                  <a:lnTo>
                    <a:pt x="122" y="72"/>
                  </a:lnTo>
                  <a:lnTo>
                    <a:pt x="120" y="76"/>
                  </a:lnTo>
                  <a:lnTo>
                    <a:pt x="120" y="76"/>
                  </a:lnTo>
                  <a:lnTo>
                    <a:pt x="120" y="76"/>
                  </a:lnTo>
                  <a:lnTo>
                    <a:pt x="120" y="76"/>
                  </a:lnTo>
                  <a:lnTo>
                    <a:pt x="120" y="76"/>
                  </a:lnTo>
                  <a:lnTo>
                    <a:pt x="120" y="76"/>
                  </a:lnTo>
                  <a:lnTo>
                    <a:pt x="122" y="76"/>
                  </a:lnTo>
                  <a:lnTo>
                    <a:pt x="122" y="76"/>
                  </a:lnTo>
                  <a:lnTo>
                    <a:pt x="122" y="76"/>
                  </a:lnTo>
                  <a:lnTo>
                    <a:pt x="122" y="76"/>
                  </a:lnTo>
                  <a:lnTo>
                    <a:pt x="122" y="76"/>
                  </a:lnTo>
                  <a:lnTo>
                    <a:pt x="122" y="76"/>
                  </a:lnTo>
                  <a:lnTo>
                    <a:pt x="122" y="76"/>
                  </a:lnTo>
                  <a:lnTo>
                    <a:pt x="122" y="76"/>
                  </a:lnTo>
                  <a:lnTo>
                    <a:pt x="122" y="76"/>
                  </a:lnTo>
                  <a:lnTo>
                    <a:pt x="122" y="76"/>
                  </a:lnTo>
                  <a:lnTo>
                    <a:pt x="120" y="76"/>
                  </a:lnTo>
                  <a:lnTo>
                    <a:pt x="120" y="76"/>
                  </a:lnTo>
                  <a:lnTo>
                    <a:pt x="120" y="76"/>
                  </a:lnTo>
                  <a:lnTo>
                    <a:pt x="120" y="78"/>
                  </a:lnTo>
                  <a:lnTo>
                    <a:pt x="120" y="78"/>
                  </a:lnTo>
                  <a:lnTo>
                    <a:pt x="122" y="76"/>
                  </a:lnTo>
                  <a:lnTo>
                    <a:pt x="122" y="76"/>
                  </a:lnTo>
                  <a:lnTo>
                    <a:pt x="122" y="78"/>
                  </a:lnTo>
                  <a:lnTo>
                    <a:pt x="120" y="78"/>
                  </a:lnTo>
                  <a:lnTo>
                    <a:pt x="120" y="78"/>
                  </a:lnTo>
                  <a:lnTo>
                    <a:pt x="120" y="78"/>
                  </a:lnTo>
                  <a:lnTo>
                    <a:pt x="120" y="78"/>
                  </a:lnTo>
                  <a:lnTo>
                    <a:pt x="120" y="82"/>
                  </a:lnTo>
                  <a:lnTo>
                    <a:pt x="120" y="82"/>
                  </a:lnTo>
                  <a:lnTo>
                    <a:pt x="120" y="82"/>
                  </a:lnTo>
                  <a:lnTo>
                    <a:pt x="120" y="86"/>
                  </a:lnTo>
                  <a:lnTo>
                    <a:pt x="120" y="90"/>
                  </a:lnTo>
                  <a:lnTo>
                    <a:pt x="120" y="90"/>
                  </a:lnTo>
                  <a:lnTo>
                    <a:pt x="120" y="90"/>
                  </a:lnTo>
                  <a:lnTo>
                    <a:pt x="120" y="90"/>
                  </a:lnTo>
                  <a:lnTo>
                    <a:pt x="116" y="90"/>
                  </a:lnTo>
                  <a:lnTo>
                    <a:pt x="116" y="94"/>
                  </a:lnTo>
                  <a:lnTo>
                    <a:pt x="116" y="94"/>
                  </a:lnTo>
                  <a:lnTo>
                    <a:pt x="116" y="94"/>
                  </a:lnTo>
                  <a:lnTo>
                    <a:pt x="116" y="94"/>
                  </a:lnTo>
                  <a:lnTo>
                    <a:pt x="112" y="94"/>
                  </a:lnTo>
                  <a:lnTo>
                    <a:pt x="112" y="94"/>
                  </a:lnTo>
                  <a:lnTo>
                    <a:pt x="112" y="94"/>
                  </a:lnTo>
                  <a:lnTo>
                    <a:pt x="112" y="90"/>
                  </a:lnTo>
                  <a:lnTo>
                    <a:pt x="108" y="90"/>
                  </a:lnTo>
                  <a:lnTo>
                    <a:pt x="108" y="90"/>
                  </a:lnTo>
                  <a:lnTo>
                    <a:pt x="108" y="90"/>
                  </a:lnTo>
                  <a:lnTo>
                    <a:pt x="108" y="90"/>
                  </a:lnTo>
                  <a:lnTo>
                    <a:pt x="108" y="86"/>
                  </a:lnTo>
                  <a:lnTo>
                    <a:pt x="108" y="90"/>
                  </a:lnTo>
                  <a:lnTo>
                    <a:pt x="108" y="90"/>
                  </a:lnTo>
                  <a:lnTo>
                    <a:pt x="108" y="90"/>
                  </a:lnTo>
                  <a:lnTo>
                    <a:pt x="106" y="90"/>
                  </a:lnTo>
                  <a:lnTo>
                    <a:pt x="106" y="90"/>
                  </a:lnTo>
                  <a:lnTo>
                    <a:pt x="106" y="86"/>
                  </a:lnTo>
                  <a:lnTo>
                    <a:pt x="106" y="86"/>
                  </a:lnTo>
                  <a:lnTo>
                    <a:pt x="106" y="86"/>
                  </a:lnTo>
                  <a:lnTo>
                    <a:pt x="106" y="86"/>
                  </a:lnTo>
                  <a:lnTo>
                    <a:pt x="102" y="86"/>
                  </a:lnTo>
                  <a:lnTo>
                    <a:pt x="102" y="86"/>
                  </a:lnTo>
                  <a:lnTo>
                    <a:pt x="102" y="86"/>
                  </a:lnTo>
                  <a:lnTo>
                    <a:pt x="102" y="86"/>
                  </a:lnTo>
                  <a:lnTo>
                    <a:pt x="98" y="86"/>
                  </a:lnTo>
                  <a:lnTo>
                    <a:pt x="98" y="86"/>
                  </a:lnTo>
                  <a:lnTo>
                    <a:pt x="98" y="86"/>
                  </a:lnTo>
                  <a:lnTo>
                    <a:pt x="98" y="86"/>
                  </a:lnTo>
                  <a:lnTo>
                    <a:pt x="98" y="86"/>
                  </a:lnTo>
                  <a:lnTo>
                    <a:pt x="98" y="86"/>
                  </a:lnTo>
                  <a:lnTo>
                    <a:pt x="98" y="86"/>
                  </a:lnTo>
                  <a:lnTo>
                    <a:pt x="94" y="86"/>
                  </a:lnTo>
                  <a:lnTo>
                    <a:pt x="94" y="86"/>
                  </a:lnTo>
                  <a:lnTo>
                    <a:pt x="94" y="86"/>
                  </a:lnTo>
                  <a:lnTo>
                    <a:pt x="94" y="86"/>
                  </a:lnTo>
                  <a:lnTo>
                    <a:pt x="90" y="86"/>
                  </a:lnTo>
                  <a:lnTo>
                    <a:pt x="86" y="86"/>
                  </a:lnTo>
                  <a:lnTo>
                    <a:pt x="86" y="86"/>
                  </a:lnTo>
                  <a:lnTo>
                    <a:pt x="86" y="86"/>
                  </a:lnTo>
                  <a:lnTo>
                    <a:pt x="86" y="86"/>
                  </a:lnTo>
                  <a:lnTo>
                    <a:pt x="86" y="86"/>
                  </a:lnTo>
                  <a:lnTo>
                    <a:pt x="82" y="90"/>
                  </a:lnTo>
                  <a:lnTo>
                    <a:pt x="82" y="90"/>
                  </a:lnTo>
                  <a:lnTo>
                    <a:pt x="82" y="90"/>
                  </a:lnTo>
                  <a:lnTo>
                    <a:pt x="80" y="90"/>
                  </a:lnTo>
                  <a:lnTo>
                    <a:pt x="80" y="94"/>
                  </a:lnTo>
                  <a:lnTo>
                    <a:pt x="80" y="94"/>
                  </a:lnTo>
                  <a:lnTo>
                    <a:pt x="80" y="94"/>
                  </a:lnTo>
                  <a:lnTo>
                    <a:pt x="80" y="94"/>
                  </a:lnTo>
                  <a:lnTo>
                    <a:pt x="76" y="94"/>
                  </a:lnTo>
                  <a:lnTo>
                    <a:pt x="76" y="94"/>
                  </a:lnTo>
                  <a:lnTo>
                    <a:pt x="76" y="94"/>
                  </a:lnTo>
                  <a:lnTo>
                    <a:pt x="76" y="94"/>
                  </a:lnTo>
                  <a:lnTo>
                    <a:pt x="76" y="94"/>
                  </a:lnTo>
                  <a:lnTo>
                    <a:pt x="72" y="94"/>
                  </a:lnTo>
                  <a:lnTo>
                    <a:pt x="72" y="94"/>
                  </a:lnTo>
                  <a:lnTo>
                    <a:pt x="72" y="94"/>
                  </a:lnTo>
                  <a:lnTo>
                    <a:pt x="72" y="94"/>
                  </a:lnTo>
                  <a:lnTo>
                    <a:pt x="72" y="94"/>
                  </a:lnTo>
                  <a:lnTo>
                    <a:pt x="68" y="94"/>
                  </a:lnTo>
                  <a:lnTo>
                    <a:pt x="64" y="94"/>
                  </a:lnTo>
                  <a:lnTo>
                    <a:pt x="64" y="94"/>
                  </a:lnTo>
                  <a:lnTo>
                    <a:pt x="64" y="94"/>
                  </a:lnTo>
                  <a:lnTo>
                    <a:pt x="64" y="94"/>
                  </a:lnTo>
                  <a:lnTo>
                    <a:pt x="60" y="94"/>
                  </a:lnTo>
                  <a:lnTo>
                    <a:pt x="60" y="94"/>
                  </a:lnTo>
                  <a:lnTo>
                    <a:pt x="60" y="94"/>
                  </a:lnTo>
                  <a:lnTo>
                    <a:pt x="60" y="94"/>
                  </a:lnTo>
                  <a:lnTo>
                    <a:pt x="60" y="94"/>
                  </a:lnTo>
                  <a:lnTo>
                    <a:pt x="60" y="94"/>
                  </a:lnTo>
                  <a:lnTo>
                    <a:pt x="60" y="94"/>
                  </a:lnTo>
                  <a:lnTo>
                    <a:pt x="56" y="94"/>
                  </a:lnTo>
                  <a:lnTo>
                    <a:pt x="56" y="94"/>
                  </a:lnTo>
                  <a:lnTo>
                    <a:pt x="56" y="94"/>
                  </a:lnTo>
                  <a:lnTo>
                    <a:pt x="56"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4" name="Freeform 119"/>
            <p:cNvSpPr>
              <a:spLocks noChangeAspect="1"/>
            </p:cNvSpPr>
            <p:nvPr/>
          </p:nvSpPr>
          <p:spPr bwMode="gray">
            <a:xfrm>
              <a:off x="5252153" y="3069161"/>
              <a:ext cx="111313" cy="149576"/>
            </a:xfrm>
            <a:custGeom>
              <a:avLst/>
              <a:gdLst>
                <a:gd name="T0" fmla="*/ 0 w 64"/>
                <a:gd name="T1" fmla="*/ 68 h 86"/>
                <a:gd name="T2" fmla="*/ 0 w 64"/>
                <a:gd name="T3" fmla="*/ 64 h 86"/>
                <a:gd name="T4" fmla="*/ 4 w 64"/>
                <a:gd name="T5" fmla="*/ 60 h 86"/>
                <a:gd name="T6" fmla="*/ 8 w 64"/>
                <a:gd name="T7" fmla="*/ 58 h 86"/>
                <a:gd name="T8" fmla="*/ 8 w 64"/>
                <a:gd name="T9" fmla="*/ 54 h 86"/>
                <a:gd name="T10" fmla="*/ 12 w 64"/>
                <a:gd name="T11" fmla="*/ 54 h 86"/>
                <a:gd name="T12" fmla="*/ 16 w 64"/>
                <a:gd name="T13" fmla="*/ 50 h 86"/>
                <a:gd name="T14" fmla="*/ 12 w 64"/>
                <a:gd name="T15" fmla="*/ 46 h 86"/>
                <a:gd name="T16" fmla="*/ 16 w 64"/>
                <a:gd name="T17" fmla="*/ 46 h 86"/>
                <a:gd name="T18" fmla="*/ 12 w 64"/>
                <a:gd name="T19" fmla="*/ 38 h 86"/>
                <a:gd name="T20" fmla="*/ 12 w 64"/>
                <a:gd name="T21" fmla="*/ 30 h 86"/>
                <a:gd name="T22" fmla="*/ 12 w 64"/>
                <a:gd name="T23" fmla="*/ 28 h 86"/>
                <a:gd name="T24" fmla="*/ 8 w 64"/>
                <a:gd name="T25" fmla="*/ 24 h 86"/>
                <a:gd name="T26" fmla="*/ 12 w 64"/>
                <a:gd name="T27" fmla="*/ 20 h 86"/>
                <a:gd name="T28" fmla="*/ 12 w 64"/>
                <a:gd name="T29" fmla="*/ 20 h 86"/>
                <a:gd name="T30" fmla="*/ 12 w 64"/>
                <a:gd name="T31" fmla="*/ 16 h 86"/>
                <a:gd name="T32" fmla="*/ 8 w 64"/>
                <a:gd name="T33" fmla="*/ 12 h 86"/>
                <a:gd name="T34" fmla="*/ 8 w 64"/>
                <a:gd name="T35" fmla="*/ 12 h 86"/>
                <a:gd name="T36" fmla="*/ 4 w 64"/>
                <a:gd name="T37" fmla="*/ 4 h 86"/>
                <a:gd name="T38" fmla="*/ 12 w 64"/>
                <a:gd name="T39" fmla="*/ 4 h 86"/>
                <a:gd name="T40" fmla="*/ 16 w 64"/>
                <a:gd name="T41" fmla="*/ 0 h 86"/>
                <a:gd name="T42" fmla="*/ 24 w 64"/>
                <a:gd name="T43" fmla="*/ 0 h 86"/>
                <a:gd name="T44" fmla="*/ 26 w 64"/>
                <a:gd name="T45" fmla="*/ 4 h 86"/>
                <a:gd name="T46" fmla="*/ 34 w 64"/>
                <a:gd name="T47" fmla="*/ 8 h 86"/>
                <a:gd name="T48" fmla="*/ 34 w 64"/>
                <a:gd name="T49" fmla="*/ 12 h 86"/>
                <a:gd name="T50" fmla="*/ 42 w 64"/>
                <a:gd name="T51" fmla="*/ 20 h 86"/>
                <a:gd name="T52" fmla="*/ 42 w 64"/>
                <a:gd name="T53" fmla="*/ 24 h 86"/>
                <a:gd name="T54" fmla="*/ 46 w 64"/>
                <a:gd name="T55" fmla="*/ 28 h 86"/>
                <a:gd name="T56" fmla="*/ 42 w 64"/>
                <a:gd name="T57" fmla="*/ 28 h 86"/>
                <a:gd name="T58" fmla="*/ 46 w 64"/>
                <a:gd name="T59" fmla="*/ 28 h 86"/>
                <a:gd name="T60" fmla="*/ 50 w 64"/>
                <a:gd name="T61" fmla="*/ 30 h 86"/>
                <a:gd name="T62" fmla="*/ 52 w 64"/>
                <a:gd name="T63" fmla="*/ 34 h 86"/>
                <a:gd name="T64" fmla="*/ 56 w 64"/>
                <a:gd name="T65" fmla="*/ 30 h 86"/>
                <a:gd name="T66" fmla="*/ 60 w 64"/>
                <a:gd name="T67" fmla="*/ 30 h 86"/>
                <a:gd name="T68" fmla="*/ 60 w 64"/>
                <a:gd name="T69" fmla="*/ 34 h 86"/>
                <a:gd name="T70" fmla="*/ 56 w 64"/>
                <a:gd name="T71" fmla="*/ 34 h 86"/>
                <a:gd name="T72" fmla="*/ 60 w 64"/>
                <a:gd name="T73" fmla="*/ 38 h 86"/>
                <a:gd name="T74" fmla="*/ 60 w 64"/>
                <a:gd name="T75" fmla="*/ 42 h 86"/>
                <a:gd name="T76" fmla="*/ 60 w 64"/>
                <a:gd name="T77" fmla="*/ 54 h 86"/>
                <a:gd name="T78" fmla="*/ 64 w 64"/>
                <a:gd name="T79" fmla="*/ 58 h 86"/>
                <a:gd name="T80" fmla="*/ 60 w 64"/>
                <a:gd name="T81" fmla="*/ 64 h 86"/>
                <a:gd name="T82" fmla="*/ 56 w 64"/>
                <a:gd name="T83" fmla="*/ 72 h 86"/>
                <a:gd name="T84" fmla="*/ 56 w 64"/>
                <a:gd name="T85" fmla="*/ 76 h 86"/>
                <a:gd name="T86" fmla="*/ 52 w 64"/>
                <a:gd name="T87" fmla="*/ 76 h 86"/>
                <a:gd name="T88" fmla="*/ 46 w 64"/>
                <a:gd name="T89" fmla="*/ 78 h 86"/>
                <a:gd name="T90" fmla="*/ 42 w 64"/>
                <a:gd name="T91" fmla="*/ 78 h 86"/>
                <a:gd name="T92" fmla="*/ 34 w 64"/>
                <a:gd name="T93" fmla="*/ 82 h 86"/>
                <a:gd name="T94" fmla="*/ 30 w 64"/>
                <a:gd name="T95" fmla="*/ 86 h 86"/>
                <a:gd name="T96" fmla="*/ 30 w 64"/>
                <a:gd name="T97" fmla="*/ 78 h 86"/>
                <a:gd name="T98" fmla="*/ 26 w 64"/>
                <a:gd name="T99" fmla="*/ 76 h 86"/>
                <a:gd name="T100" fmla="*/ 20 w 64"/>
                <a:gd name="T101" fmla="*/ 76 h 86"/>
                <a:gd name="T102" fmla="*/ 20 w 64"/>
                <a:gd name="T103" fmla="*/ 72 h 86"/>
                <a:gd name="T104" fmla="*/ 12 w 64"/>
                <a:gd name="T105" fmla="*/ 78 h 86"/>
                <a:gd name="T106" fmla="*/ 12 w 64"/>
                <a:gd name="T107" fmla="*/ 82 h 86"/>
                <a:gd name="T108" fmla="*/ 12 w 64"/>
                <a:gd name="T109" fmla="*/ 82 h 86"/>
                <a:gd name="T110" fmla="*/ 8 w 64"/>
                <a:gd name="T111" fmla="*/ 78 h 86"/>
                <a:gd name="T112" fmla="*/ 4 w 64"/>
                <a:gd name="T113" fmla="*/ 76 h 86"/>
                <a:gd name="T114" fmla="*/ 4 w 64"/>
                <a:gd name="T115" fmla="*/ 76 h 86"/>
                <a:gd name="T116" fmla="*/ 0 w 64"/>
                <a:gd name="T117" fmla="*/ 72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 h="86">
                  <a:moveTo>
                    <a:pt x="0" y="72"/>
                  </a:moveTo>
                  <a:lnTo>
                    <a:pt x="0" y="72"/>
                  </a:lnTo>
                  <a:lnTo>
                    <a:pt x="0" y="72"/>
                  </a:lnTo>
                  <a:lnTo>
                    <a:pt x="0" y="72"/>
                  </a:lnTo>
                  <a:lnTo>
                    <a:pt x="0" y="72"/>
                  </a:lnTo>
                  <a:lnTo>
                    <a:pt x="0" y="68"/>
                  </a:lnTo>
                  <a:lnTo>
                    <a:pt x="0" y="68"/>
                  </a:lnTo>
                  <a:lnTo>
                    <a:pt x="0" y="68"/>
                  </a:lnTo>
                  <a:lnTo>
                    <a:pt x="0" y="68"/>
                  </a:lnTo>
                  <a:lnTo>
                    <a:pt x="0" y="64"/>
                  </a:lnTo>
                  <a:lnTo>
                    <a:pt x="0" y="64"/>
                  </a:lnTo>
                  <a:lnTo>
                    <a:pt x="0" y="64"/>
                  </a:lnTo>
                  <a:lnTo>
                    <a:pt x="0" y="64"/>
                  </a:lnTo>
                  <a:lnTo>
                    <a:pt x="4" y="64"/>
                  </a:lnTo>
                  <a:lnTo>
                    <a:pt x="4" y="60"/>
                  </a:lnTo>
                  <a:lnTo>
                    <a:pt x="4" y="60"/>
                  </a:lnTo>
                  <a:lnTo>
                    <a:pt x="4" y="60"/>
                  </a:lnTo>
                  <a:lnTo>
                    <a:pt x="4" y="60"/>
                  </a:lnTo>
                  <a:lnTo>
                    <a:pt x="4" y="58"/>
                  </a:lnTo>
                  <a:lnTo>
                    <a:pt x="4" y="58"/>
                  </a:lnTo>
                  <a:lnTo>
                    <a:pt x="8" y="58"/>
                  </a:lnTo>
                  <a:lnTo>
                    <a:pt x="8" y="58"/>
                  </a:lnTo>
                  <a:lnTo>
                    <a:pt x="8" y="58"/>
                  </a:lnTo>
                  <a:lnTo>
                    <a:pt x="8" y="58"/>
                  </a:lnTo>
                  <a:lnTo>
                    <a:pt x="8" y="58"/>
                  </a:lnTo>
                  <a:lnTo>
                    <a:pt x="8" y="58"/>
                  </a:lnTo>
                  <a:lnTo>
                    <a:pt x="8" y="58"/>
                  </a:lnTo>
                  <a:lnTo>
                    <a:pt x="8" y="58"/>
                  </a:lnTo>
                  <a:lnTo>
                    <a:pt x="8" y="54"/>
                  </a:lnTo>
                  <a:lnTo>
                    <a:pt x="8" y="54"/>
                  </a:lnTo>
                  <a:lnTo>
                    <a:pt x="8" y="54"/>
                  </a:lnTo>
                  <a:lnTo>
                    <a:pt x="8" y="54"/>
                  </a:lnTo>
                  <a:lnTo>
                    <a:pt x="8" y="54"/>
                  </a:lnTo>
                  <a:lnTo>
                    <a:pt x="8" y="54"/>
                  </a:lnTo>
                  <a:lnTo>
                    <a:pt x="12" y="54"/>
                  </a:lnTo>
                  <a:lnTo>
                    <a:pt x="12" y="54"/>
                  </a:lnTo>
                  <a:lnTo>
                    <a:pt x="12" y="54"/>
                  </a:lnTo>
                  <a:lnTo>
                    <a:pt x="16" y="54"/>
                  </a:lnTo>
                  <a:lnTo>
                    <a:pt x="16" y="54"/>
                  </a:lnTo>
                  <a:lnTo>
                    <a:pt x="16" y="54"/>
                  </a:lnTo>
                  <a:lnTo>
                    <a:pt x="16" y="50"/>
                  </a:lnTo>
                  <a:lnTo>
                    <a:pt x="16" y="50"/>
                  </a:lnTo>
                  <a:lnTo>
                    <a:pt x="16" y="50"/>
                  </a:lnTo>
                  <a:lnTo>
                    <a:pt x="16" y="50"/>
                  </a:lnTo>
                  <a:lnTo>
                    <a:pt x="16" y="50"/>
                  </a:lnTo>
                  <a:lnTo>
                    <a:pt x="16" y="46"/>
                  </a:lnTo>
                  <a:lnTo>
                    <a:pt x="12" y="46"/>
                  </a:lnTo>
                  <a:lnTo>
                    <a:pt x="12" y="46"/>
                  </a:lnTo>
                  <a:lnTo>
                    <a:pt x="12" y="42"/>
                  </a:lnTo>
                  <a:lnTo>
                    <a:pt x="12" y="42"/>
                  </a:lnTo>
                  <a:lnTo>
                    <a:pt x="12" y="46"/>
                  </a:lnTo>
                  <a:lnTo>
                    <a:pt x="16" y="46"/>
                  </a:lnTo>
                  <a:lnTo>
                    <a:pt x="16" y="46"/>
                  </a:lnTo>
                  <a:lnTo>
                    <a:pt x="16" y="46"/>
                  </a:lnTo>
                  <a:lnTo>
                    <a:pt x="16" y="42"/>
                  </a:lnTo>
                  <a:lnTo>
                    <a:pt x="16" y="42"/>
                  </a:lnTo>
                  <a:lnTo>
                    <a:pt x="16" y="42"/>
                  </a:lnTo>
                  <a:lnTo>
                    <a:pt x="16" y="42"/>
                  </a:lnTo>
                  <a:lnTo>
                    <a:pt x="12" y="38"/>
                  </a:lnTo>
                  <a:lnTo>
                    <a:pt x="12" y="38"/>
                  </a:lnTo>
                  <a:lnTo>
                    <a:pt x="12" y="38"/>
                  </a:lnTo>
                  <a:lnTo>
                    <a:pt x="12" y="38"/>
                  </a:lnTo>
                  <a:lnTo>
                    <a:pt x="12" y="38"/>
                  </a:lnTo>
                  <a:lnTo>
                    <a:pt x="12" y="34"/>
                  </a:lnTo>
                  <a:lnTo>
                    <a:pt x="12" y="34"/>
                  </a:lnTo>
                  <a:lnTo>
                    <a:pt x="12" y="30"/>
                  </a:lnTo>
                  <a:lnTo>
                    <a:pt x="12" y="30"/>
                  </a:lnTo>
                  <a:lnTo>
                    <a:pt x="12" y="28"/>
                  </a:lnTo>
                  <a:lnTo>
                    <a:pt x="12" y="28"/>
                  </a:lnTo>
                  <a:lnTo>
                    <a:pt x="16" y="28"/>
                  </a:lnTo>
                  <a:lnTo>
                    <a:pt x="16" y="28"/>
                  </a:lnTo>
                  <a:lnTo>
                    <a:pt x="12" y="28"/>
                  </a:lnTo>
                  <a:lnTo>
                    <a:pt x="12" y="24"/>
                  </a:lnTo>
                  <a:lnTo>
                    <a:pt x="12" y="28"/>
                  </a:lnTo>
                  <a:lnTo>
                    <a:pt x="8" y="28"/>
                  </a:lnTo>
                  <a:lnTo>
                    <a:pt x="8" y="28"/>
                  </a:lnTo>
                  <a:lnTo>
                    <a:pt x="8" y="28"/>
                  </a:lnTo>
                  <a:lnTo>
                    <a:pt x="8" y="24"/>
                  </a:lnTo>
                  <a:lnTo>
                    <a:pt x="12" y="24"/>
                  </a:lnTo>
                  <a:lnTo>
                    <a:pt x="12" y="24"/>
                  </a:lnTo>
                  <a:lnTo>
                    <a:pt x="12" y="20"/>
                  </a:lnTo>
                  <a:lnTo>
                    <a:pt x="12" y="20"/>
                  </a:lnTo>
                  <a:lnTo>
                    <a:pt x="12" y="20"/>
                  </a:lnTo>
                  <a:lnTo>
                    <a:pt x="12" y="20"/>
                  </a:lnTo>
                  <a:lnTo>
                    <a:pt x="12" y="20"/>
                  </a:lnTo>
                  <a:lnTo>
                    <a:pt x="16" y="20"/>
                  </a:lnTo>
                  <a:lnTo>
                    <a:pt x="16" y="20"/>
                  </a:lnTo>
                  <a:lnTo>
                    <a:pt x="16" y="20"/>
                  </a:lnTo>
                  <a:lnTo>
                    <a:pt x="16" y="20"/>
                  </a:lnTo>
                  <a:lnTo>
                    <a:pt x="12" y="20"/>
                  </a:lnTo>
                  <a:lnTo>
                    <a:pt x="12" y="20"/>
                  </a:lnTo>
                  <a:lnTo>
                    <a:pt x="12" y="20"/>
                  </a:lnTo>
                  <a:lnTo>
                    <a:pt x="12" y="20"/>
                  </a:lnTo>
                  <a:lnTo>
                    <a:pt x="12" y="20"/>
                  </a:lnTo>
                  <a:lnTo>
                    <a:pt x="12" y="20"/>
                  </a:lnTo>
                  <a:lnTo>
                    <a:pt x="12" y="16"/>
                  </a:lnTo>
                  <a:lnTo>
                    <a:pt x="8" y="16"/>
                  </a:lnTo>
                  <a:lnTo>
                    <a:pt x="8" y="12"/>
                  </a:lnTo>
                  <a:lnTo>
                    <a:pt x="8" y="12"/>
                  </a:lnTo>
                  <a:lnTo>
                    <a:pt x="8" y="12"/>
                  </a:lnTo>
                  <a:lnTo>
                    <a:pt x="8" y="12"/>
                  </a:lnTo>
                  <a:lnTo>
                    <a:pt x="8" y="12"/>
                  </a:lnTo>
                  <a:lnTo>
                    <a:pt x="8" y="12"/>
                  </a:lnTo>
                  <a:lnTo>
                    <a:pt x="8" y="12"/>
                  </a:lnTo>
                  <a:lnTo>
                    <a:pt x="8" y="12"/>
                  </a:lnTo>
                  <a:lnTo>
                    <a:pt x="8" y="12"/>
                  </a:lnTo>
                  <a:lnTo>
                    <a:pt x="8" y="12"/>
                  </a:lnTo>
                  <a:lnTo>
                    <a:pt x="8" y="12"/>
                  </a:lnTo>
                  <a:lnTo>
                    <a:pt x="8" y="12"/>
                  </a:lnTo>
                  <a:lnTo>
                    <a:pt x="8" y="8"/>
                  </a:lnTo>
                  <a:lnTo>
                    <a:pt x="8" y="8"/>
                  </a:lnTo>
                  <a:lnTo>
                    <a:pt x="8" y="8"/>
                  </a:lnTo>
                  <a:lnTo>
                    <a:pt x="8" y="8"/>
                  </a:lnTo>
                  <a:lnTo>
                    <a:pt x="4" y="4"/>
                  </a:lnTo>
                  <a:lnTo>
                    <a:pt x="4" y="4"/>
                  </a:lnTo>
                  <a:lnTo>
                    <a:pt x="4" y="4"/>
                  </a:lnTo>
                  <a:lnTo>
                    <a:pt x="8" y="4"/>
                  </a:lnTo>
                  <a:lnTo>
                    <a:pt x="8" y="4"/>
                  </a:lnTo>
                  <a:lnTo>
                    <a:pt x="8" y="4"/>
                  </a:lnTo>
                  <a:lnTo>
                    <a:pt x="12" y="4"/>
                  </a:lnTo>
                  <a:lnTo>
                    <a:pt x="12" y="4"/>
                  </a:lnTo>
                  <a:lnTo>
                    <a:pt x="12" y="4"/>
                  </a:lnTo>
                  <a:lnTo>
                    <a:pt x="16" y="0"/>
                  </a:lnTo>
                  <a:lnTo>
                    <a:pt x="16" y="0"/>
                  </a:lnTo>
                  <a:lnTo>
                    <a:pt x="16" y="0"/>
                  </a:lnTo>
                  <a:lnTo>
                    <a:pt x="16" y="0"/>
                  </a:lnTo>
                  <a:lnTo>
                    <a:pt x="20" y="0"/>
                  </a:lnTo>
                  <a:lnTo>
                    <a:pt x="20" y="0"/>
                  </a:lnTo>
                  <a:lnTo>
                    <a:pt x="20" y="0"/>
                  </a:lnTo>
                  <a:lnTo>
                    <a:pt x="20" y="0"/>
                  </a:lnTo>
                  <a:lnTo>
                    <a:pt x="24" y="0"/>
                  </a:lnTo>
                  <a:lnTo>
                    <a:pt x="24" y="0"/>
                  </a:lnTo>
                  <a:lnTo>
                    <a:pt x="26" y="0"/>
                  </a:lnTo>
                  <a:lnTo>
                    <a:pt x="26" y="0"/>
                  </a:lnTo>
                  <a:lnTo>
                    <a:pt x="26" y="0"/>
                  </a:lnTo>
                  <a:lnTo>
                    <a:pt x="26" y="0"/>
                  </a:lnTo>
                  <a:lnTo>
                    <a:pt x="26" y="4"/>
                  </a:lnTo>
                  <a:lnTo>
                    <a:pt x="26" y="4"/>
                  </a:lnTo>
                  <a:lnTo>
                    <a:pt x="30" y="4"/>
                  </a:lnTo>
                  <a:lnTo>
                    <a:pt x="30" y="4"/>
                  </a:lnTo>
                  <a:lnTo>
                    <a:pt x="30" y="4"/>
                  </a:lnTo>
                  <a:lnTo>
                    <a:pt x="30" y="8"/>
                  </a:lnTo>
                  <a:lnTo>
                    <a:pt x="30" y="8"/>
                  </a:lnTo>
                  <a:lnTo>
                    <a:pt x="34" y="8"/>
                  </a:lnTo>
                  <a:lnTo>
                    <a:pt x="34" y="8"/>
                  </a:lnTo>
                  <a:lnTo>
                    <a:pt x="34" y="8"/>
                  </a:lnTo>
                  <a:lnTo>
                    <a:pt x="34" y="8"/>
                  </a:lnTo>
                  <a:lnTo>
                    <a:pt x="34" y="12"/>
                  </a:lnTo>
                  <a:lnTo>
                    <a:pt x="34" y="12"/>
                  </a:lnTo>
                  <a:lnTo>
                    <a:pt x="34" y="12"/>
                  </a:lnTo>
                  <a:lnTo>
                    <a:pt x="34" y="12"/>
                  </a:lnTo>
                  <a:lnTo>
                    <a:pt x="34" y="12"/>
                  </a:lnTo>
                  <a:lnTo>
                    <a:pt x="38" y="16"/>
                  </a:lnTo>
                  <a:lnTo>
                    <a:pt x="38" y="16"/>
                  </a:lnTo>
                  <a:lnTo>
                    <a:pt x="42" y="20"/>
                  </a:lnTo>
                  <a:lnTo>
                    <a:pt x="42" y="20"/>
                  </a:lnTo>
                  <a:lnTo>
                    <a:pt x="42" y="20"/>
                  </a:lnTo>
                  <a:lnTo>
                    <a:pt x="42" y="20"/>
                  </a:lnTo>
                  <a:lnTo>
                    <a:pt x="46" y="20"/>
                  </a:lnTo>
                  <a:lnTo>
                    <a:pt x="46" y="20"/>
                  </a:lnTo>
                  <a:lnTo>
                    <a:pt x="42" y="24"/>
                  </a:lnTo>
                  <a:lnTo>
                    <a:pt x="42" y="24"/>
                  </a:lnTo>
                  <a:lnTo>
                    <a:pt x="42" y="24"/>
                  </a:lnTo>
                  <a:lnTo>
                    <a:pt x="42" y="24"/>
                  </a:lnTo>
                  <a:lnTo>
                    <a:pt x="42" y="24"/>
                  </a:lnTo>
                  <a:lnTo>
                    <a:pt x="42" y="24"/>
                  </a:lnTo>
                  <a:lnTo>
                    <a:pt x="46" y="24"/>
                  </a:lnTo>
                  <a:lnTo>
                    <a:pt x="46" y="28"/>
                  </a:lnTo>
                  <a:lnTo>
                    <a:pt x="46" y="28"/>
                  </a:lnTo>
                  <a:lnTo>
                    <a:pt x="46" y="28"/>
                  </a:lnTo>
                  <a:lnTo>
                    <a:pt x="46" y="28"/>
                  </a:lnTo>
                  <a:lnTo>
                    <a:pt x="42" y="28"/>
                  </a:lnTo>
                  <a:lnTo>
                    <a:pt x="42" y="28"/>
                  </a:lnTo>
                  <a:lnTo>
                    <a:pt x="42" y="28"/>
                  </a:lnTo>
                  <a:lnTo>
                    <a:pt x="42" y="28"/>
                  </a:lnTo>
                  <a:lnTo>
                    <a:pt x="42" y="28"/>
                  </a:lnTo>
                  <a:lnTo>
                    <a:pt x="42" y="28"/>
                  </a:lnTo>
                  <a:lnTo>
                    <a:pt x="42" y="28"/>
                  </a:lnTo>
                  <a:lnTo>
                    <a:pt x="46" y="28"/>
                  </a:lnTo>
                  <a:lnTo>
                    <a:pt x="46" y="28"/>
                  </a:lnTo>
                  <a:lnTo>
                    <a:pt x="46" y="28"/>
                  </a:lnTo>
                  <a:lnTo>
                    <a:pt x="46" y="30"/>
                  </a:lnTo>
                  <a:lnTo>
                    <a:pt x="46" y="30"/>
                  </a:lnTo>
                  <a:lnTo>
                    <a:pt x="46" y="30"/>
                  </a:lnTo>
                  <a:lnTo>
                    <a:pt x="46" y="30"/>
                  </a:lnTo>
                  <a:lnTo>
                    <a:pt x="50" y="30"/>
                  </a:lnTo>
                  <a:lnTo>
                    <a:pt x="50" y="30"/>
                  </a:lnTo>
                  <a:lnTo>
                    <a:pt x="50" y="30"/>
                  </a:lnTo>
                  <a:lnTo>
                    <a:pt x="52" y="30"/>
                  </a:lnTo>
                  <a:lnTo>
                    <a:pt x="52" y="30"/>
                  </a:lnTo>
                  <a:lnTo>
                    <a:pt x="52" y="30"/>
                  </a:lnTo>
                  <a:lnTo>
                    <a:pt x="52" y="34"/>
                  </a:lnTo>
                  <a:lnTo>
                    <a:pt x="52" y="34"/>
                  </a:lnTo>
                  <a:lnTo>
                    <a:pt x="52" y="34"/>
                  </a:lnTo>
                  <a:lnTo>
                    <a:pt x="52" y="30"/>
                  </a:lnTo>
                  <a:lnTo>
                    <a:pt x="56" y="30"/>
                  </a:lnTo>
                  <a:lnTo>
                    <a:pt x="56" y="30"/>
                  </a:lnTo>
                  <a:lnTo>
                    <a:pt x="56" y="30"/>
                  </a:lnTo>
                  <a:lnTo>
                    <a:pt x="56" y="30"/>
                  </a:lnTo>
                  <a:lnTo>
                    <a:pt x="56" y="30"/>
                  </a:lnTo>
                  <a:lnTo>
                    <a:pt x="56" y="30"/>
                  </a:lnTo>
                  <a:lnTo>
                    <a:pt x="56" y="30"/>
                  </a:lnTo>
                  <a:lnTo>
                    <a:pt x="60" y="30"/>
                  </a:lnTo>
                  <a:lnTo>
                    <a:pt x="60" y="30"/>
                  </a:lnTo>
                  <a:lnTo>
                    <a:pt x="60" y="30"/>
                  </a:lnTo>
                  <a:lnTo>
                    <a:pt x="60" y="30"/>
                  </a:lnTo>
                  <a:lnTo>
                    <a:pt x="60" y="30"/>
                  </a:lnTo>
                  <a:lnTo>
                    <a:pt x="60" y="30"/>
                  </a:lnTo>
                  <a:lnTo>
                    <a:pt x="60" y="30"/>
                  </a:lnTo>
                  <a:lnTo>
                    <a:pt x="60" y="34"/>
                  </a:lnTo>
                  <a:lnTo>
                    <a:pt x="60" y="34"/>
                  </a:lnTo>
                  <a:lnTo>
                    <a:pt x="60" y="34"/>
                  </a:lnTo>
                  <a:lnTo>
                    <a:pt x="60" y="34"/>
                  </a:lnTo>
                  <a:lnTo>
                    <a:pt x="60" y="30"/>
                  </a:lnTo>
                  <a:lnTo>
                    <a:pt x="60" y="30"/>
                  </a:lnTo>
                  <a:lnTo>
                    <a:pt x="56" y="34"/>
                  </a:lnTo>
                  <a:lnTo>
                    <a:pt x="56" y="34"/>
                  </a:lnTo>
                  <a:lnTo>
                    <a:pt x="60" y="38"/>
                  </a:lnTo>
                  <a:lnTo>
                    <a:pt x="60" y="38"/>
                  </a:lnTo>
                  <a:lnTo>
                    <a:pt x="60" y="38"/>
                  </a:lnTo>
                  <a:lnTo>
                    <a:pt x="60" y="38"/>
                  </a:lnTo>
                  <a:lnTo>
                    <a:pt x="60" y="38"/>
                  </a:lnTo>
                  <a:lnTo>
                    <a:pt x="60" y="38"/>
                  </a:lnTo>
                  <a:lnTo>
                    <a:pt x="60" y="38"/>
                  </a:lnTo>
                  <a:lnTo>
                    <a:pt x="60" y="38"/>
                  </a:lnTo>
                  <a:lnTo>
                    <a:pt x="60" y="38"/>
                  </a:lnTo>
                  <a:lnTo>
                    <a:pt x="60" y="38"/>
                  </a:lnTo>
                  <a:lnTo>
                    <a:pt x="60" y="42"/>
                  </a:lnTo>
                  <a:lnTo>
                    <a:pt x="60" y="42"/>
                  </a:lnTo>
                  <a:lnTo>
                    <a:pt x="60" y="42"/>
                  </a:lnTo>
                  <a:lnTo>
                    <a:pt x="56" y="42"/>
                  </a:lnTo>
                  <a:lnTo>
                    <a:pt x="56" y="46"/>
                  </a:lnTo>
                  <a:lnTo>
                    <a:pt x="56" y="50"/>
                  </a:lnTo>
                  <a:lnTo>
                    <a:pt x="60" y="54"/>
                  </a:lnTo>
                  <a:lnTo>
                    <a:pt x="60" y="54"/>
                  </a:lnTo>
                  <a:lnTo>
                    <a:pt x="60" y="58"/>
                  </a:lnTo>
                  <a:lnTo>
                    <a:pt x="60" y="58"/>
                  </a:lnTo>
                  <a:lnTo>
                    <a:pt x="60" y="58"/>
                  </a:lnTo>
                  <a:lnTo>
                    <a:pt x="64" y="58"/>
                  </a:lnTo>
                  <a:lnTo>
                    <a:pt x="64" y="58"/>
                  </a:lnTo>
                  <a:lnTo>
                    <a:pt x="64" y="60"/>
                  </a:lnTo>
                  <a:lnTo>
                    <a:pt x="64" y="60"/>
                  </a:lnTo>
                  <a:lnTo>
                    <a:pt x="64" y="60"/>
                  </a:lnTo>
                  <a:lnTo>
                    <a:pt x="64" y="60"/>
                  </a:lnTo>
                  <a:lnTo>
                    <a:pt x="64" y="60"/>
                  </a:lnTo>
                  <a:lnTo>
                    <a:pt x="60" y="64"/>
                  </a:lnTo>
                  <a:lnTo>
                    <a:pt x="60" y="64"/>
                  </a:lnTo>
                  <a:lnTo>
                    <a:pt x="60" y="64"/>
                  </a:lnTo>
                  <a:lnTo>
                    <a:pt x="60" y="64"/>
                  </a:lnTo>
                  <a:lnTo>
                    <a:pt x="56" y="64"/>
                  </a:lnTo>
                  <a:lnTo>
                    <a:pt x="56" y="68"/>
                  </a:lnTo>
                  <a:lnTo>
                    <a:pt x="56" y="72"/>
                  </a:lnTo>
                  <a:lnTo>
                    <a:pt x="56" y="72"/>
                  </a:lnTo>
                  <a:lnTo>
                    <a:pt x="56" y="72"/>
                  </a:lnTo>
                  <a:lnTo>
                    <a:pt x="60" y="72"/>
                  </a:lnTo>
                  <a:lnTo>
                    <a:pt x="60" y="72"/>
                  </a:lnTo>
                  <a:lnTo>
                    <a:pt x="60" y="76"/>
                  </a:lnTo>
                  <a:lnTo>
                    <a:pt x="56" y="76"/>
                  </a:lnTo>
                  <a:lnTo>
                    <a:pt x="56" y="76"/>
                  </a:lnTo>
                  <a:lnTo>
                    <a:pt x="56" y="76"/>
                  </a:lnTo>
                  <a:lnTo>
                    <a:pt x="56" y="76"/>
                  </a:lnTo>
                  <a:lnTo>
                    <a:pt x="56" y="76"/>
                  </a:lnTo>
                  <a:lnTo>
                    <a:pt x="52" y="76"/>
                  </a:lnTo>
                  <a:lnTo>
                    <a:pt x="52" y="76"/>
                  </a:lnTo>
                  <a:lnTo>
                    <a:pt x="52" y="76"/>
                  </a:lnTo>
                  <a:lnTo>
                    <a:pt x="52" y="76"/>
                  </a:lnTo>
                  <a:lnTo>
                    <a:pt x="50" y="76"/>
                  </a:lnTo>
                  <a:lnTo>
                    <a:pt x="50" y="76"/>
                  </a:lnTo>
                  <a:lnTo>
                    <a:pt x="50" y="78"/>
                  </a:lnTo>
                  <a:lnTo>
                    <a:pt x="46" y="78"/>
                  </a:lnTo>
                  <a:lnTo>
                    <a:pt x="46" y="78"/>
                  </a:lnTo>
                  <a:lnTo>
                    <a:pt x="46" y="78"/>
                  </a:lnTo>
                  <a:lnTo>
                    <a:pt x="46" y="78"/>
                  </a:lnTo>
                  <a:lnTo>
                    <a:pt x="42" y="78"/>
                  </a:lnTo>
                  <a:lnTo>
                    <a:pt x="42" y="78"/>
                  </a:lnTo>
                  <a:lnTo>
                    <a:pt x="42" y="78"/>
                  </a:lnTo>
                  <a:lnTo>
                    <a:pt x="42" y="78"/>
                  </a:lnTo>
                  <a:lnTo>
                    <a:pt x="38" y="78"/>
                  </a:lnTo>
                  <a:lnTo>
                    <a:pt x="38" y="78"/>
                  </a:lnTo>
                  <a:lnTo>
                    <a:pt x="34" y="78"/>
                  </a:lnTo>
                  <a:lnTo>
                    <a:pt x="34" y="82"/>
                  </a:lnTo>
                  <a:lnTo>
                    <a:pt x="34" y="82"/>
                  </a:lnTo>
                  <a:lnTo>
                    <a:pt x="34" y="82"/>
                  </a:lnTo>
                  <a:lnTo>
                    <a:pt x="34" y="82"/>
                  </a:lnTo>
                  <a:lnTo>
                    <a:pt x="34" y="86"/>
                  </a:lnTo>
                  <a:lnTo>
                    <a:pt x="34" y="86"/>
                  </a:lnTo>
                  <a:lnTo>
                    <a:pt x="30" y="86"/>
                  </a:lnTo>
                  <a:lnTo>
                    <a:pt x="30" y="86"/>
                  </a:lnTo>
                  <a:lnTo>
                    <a:pt x="30" y="82"/>
                  </a:lnTo>
                  <a:lnTo>
                    <a:pt x="30" y="82"/>
                  </a:lnTo>
                  <a:lnTo>
                    <a:pt x="30" y="82"/>
                  </a:lnTo>
                  <a:lnTo>
                    <a:pt x="30" y="82"/>
                  </a:lnTo>
                  <a:lnTo>
                    <a:pt x="30" y="78"/>
                  </a:lnTo>
                  <a:lnTo>
                    <a:pt x="30" y="78"/>
                  </a:lnTo>
                  <a:lnTo>
                    <a:pt x="30" y="78"/>
                  </a:lnTo>
                  <a:lnTo>
                    <a:pt x="26" y="76"/>
                  </a:lnTo>
                  <a:lnTo>
                    <a:pt x="26" y="76"/>
                  </a:lnTo>
                  <a:lnTo>
                    <a:pt x="26" y="76"/>
                  </a:lnTo>
                  <a:lnTo>
                    <a:pt x="26" y="76"/>
                  </a:lnTo>
                  <a:lnTo>
                    <a:pt x="26" y="76"/>
                  </a:lnTo>
                  <a:lnTo>
                    <a:pt x="26" y="72"/>
                  </a:lnTo>
                  <a:lnTo>
                    <a:pt x="24" y="72"/>
                  </a:lnTo>
                  <a:lnTo>
                    <a:pt x="24" y="72"/>
                  </a:lnTo>
                  <a:lnTo>
                    <a:pt x="24" y="72"/>
                  </a:lnTo>
                  <a:lnTo>
                    <a:pt x="24" y="72"/>
                  </a:lnTo>
                  <a:lnTo>
                    <a:pt x="20" y="76"/>
                  </a:lnTo>
                  <a:lnTo>
                    <a:pt x="20" y="72"/>
                  </a:lnTo>
                  <a:lnTo>
                    <a:pt x="20" y="72"/>
                  </a:lnTo>
                  <a:lnTo>
                    <a:pt x="20" y="72"/>
                  </a:lnTo>
                  <a:lnTo>
                    <a:pt x="20" y="72"/>
                  </a:lnTo>
                  <a:lnTo>
                    <a:pt x="20" y="72"/>
                  </a:lnTo>
                  <a:lnTo>
                    <a:pt x="20" y="72"/>
                  </a:lnTo>
                  <a:lnTo>
                    <a:pt x="20" y="72"/>
                  </a:lnTo>
                  <a:lnTo>
                    <a:pt x="20" y="72"/>
                  </a:lnTo>
                  <a:lnTo>
                    <a:pt x="16" y="72"/>
                  </a:lnTo>
                  <a:lnTo>
                    <a:pt x="16" y="72"/>
                  </a:lnTo>
                  <a:lnTo>
                    <a:pt x="16" y="76"/>
                  </a:lnTo>
                  <a:lnTo>
                    <a:pt x="12" y="78"/>
                  </a:lnTo>
                  <a:lnTo>
                    <a:pt x="12" y="78"/>
                  </a:lnTo>
                  <a:lnTo>
                    <a:pt x="16" y="78"/>
                  </a:lnTo>
                  <a:lnTo>
                    <a:pt x="16" y="78"/>
                  </a:lnTo>
                  <a:lnTo>
                    <a:pt x="16" y="82"/>
                  </a:lnTo>
                  <a:lnTo>
                    <a:pt x="12" y="82"/>
                  </a:lnTo>
                  <a:lnTo>
                    <a:pt x="12" y="82"/>
                  </a:lnTo>
                  <a:lnTo>
                    <a:pt x="16" y="86"/>
                  </a:lnTo>
                  <a:lnTo>
                    <a:pt x="12" y="86"/>
                  </a:lnTo>
                  <a:lnTo>
                    <a:pt x="12" y="86"/>
                  </a:lnTo>
                  <a:lnTo>
                    <a:pt x="12" y="82"/>
                  </a:lnTo>
                  <a:lnTo>
                    <a:pt x="12" y="82"/>
                  </a:lnTo>
                  <a:lnTo>
                    <a:pt x="12" y="82"/>
                  </a:lnTo>
                  <a:lnTo>
                    <a:pt x="12" y="82"/>
                  </a:lnTo>
                  <a:lnTo>
                    <a:pt x="12" y="82"/>
                  </a:lnTo>
                  <a:lnTo>
                    <a:pt x="12" y="82"/>
                  </a:lnTo>
                  <a:lnTo>
                    <a:pt x="8" y="78"/>
                  </a:lnTo>
                  <a:lnTo>
                    <a:pt x="8" y="78"/>
                  </a:lnTo>
                  <a:lnTo>
                    <a:pt x="8" y="78"/>
                  </a:lnTo>
                  <a:lnTo>
                    <a:pt x="8" y="78"/>
                  </a:lnTo>
                  <a:lnTo>
                    <a:pt x="8" y="78"/>
                  </a:lnTo>
                  <a:lnTo>
                    <a:pt x="8" y="76"/>
                  </a:lnTo>
                  <a:lnTo>
                    <a:pt x="4" y="78"/>
                  </a:lnTo>
                  <a:lnTo>
                    <a:pt x="4" y="76"/>
                  </a:lnTo>
                  <a:lnTo>
                    <a:pt x="4" y="76"/>
                  </a:lnTo>
                  <a:lnTo>
                    <a:pt x="4" y="76"/>
                  </a:lnTo>
                  <a:lnTo>
                    <a:pt x="0" y="76"/>
                  </a:lnTo>
                  <a:lnTo>
                    <a:pt x="4" y="76"/>
                  </a:lnTo>
                  <a:lnTo>
                    <a:pt x="4" y="76"/>
                  </a:lnTo>
                  <a:lnTo>
                    <a:pt x="4" y="76"/>
                  </a:lnTo>
                  <a:lnTo>
                    <a:pt x="4" y="76"/>
                  </a:lnTo>
                  <a:lnTo>
                    <a:pt x="4" y="76"/>
                  </a:lnTo>
                  <a:lnTo>
                    <a:pt x="0" y="76"/>
                  </a:lnTo>
                  <a:lnTo>
                    <a:pt x="0" y="76"/>
                  </a:lnTo>
                  <a:lnTo>
                    <a:pt x="0" y="76"/>
                  </a:lnTo>
                  <a:lnTo>
                    <a:pt x="0" y="76"/>
                  </a:lnTo>
                  <a:lnTo>
                    <a:pt x="0" y="72"/>
                  </a:lnTo>
                  <a:lnTo>
                    <a:pt x="0" y="72"/>
                  </a:lnTo>
                  <a:lnTo>
                    <a:pt x="0" y="72"/>
                  </a:lnTo>
                  <a:lnTo>
                    <a:pt x="0" y="72"/>
                  </a:lnTo>
                  <a:lnTo>
                    <a:pt x="0"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5" name="Freeform 120"/>
            <p:cNvSpPr>
              <a:spLocks noChangeAspect="1"/>
            </p:cNvSpPr>
            <p:nvPr/>
          </p:nvSpPr>
          <p:spPr bwMode="gray">
            <a:xfrm>
              <a:off x="5213890" y="2947413"/>
              <a:ext cx="142620" cy="66092"/>
            </a:xfrm>
            <a:custGeom>
              <a:avLst/>
              <a:gdLst>
                <a:gd name="T0" fmla="*/ 30 w 82"/>
                <a:gd name="T1" fmla="*/ 30 h 38"/>
                <a:gd name="T2" fmla="*/ 26 w 82"/>
                <a:gd name="T3" fmla="*/ 34 h 38"/>
                <a:gd name="T4" fmla="*/ 30 w 82"/>
                <a:gd name="T5" fmla="*/ 38 h 38"/>
                <a:gd name="T6" fmla="*/ 26 w 82"/>
                <a:gd name="T7" fmla="*/ 38 h 38"/>
                <a:gd name="T8" fmla="*/ 22 w 82"/>
                <a:gd name="T9" fmla="*/ 38 h 38"/>
                <a:gd name="T10" fmla="*/ 22 w 82"/>
                <a:gd name="T11" fmla="*/ 38 h 38"/>
                <a:gd name="T12" fmla="*/ 20 w 82"/>
                <a:gd name="T13" fmla="*/ 38 h 38"/>
                <a:gd name="T14" fmla="*/ 16 w 82"/>
                <a:gd name="T15" fmla="*/ 38 h 38"/>
                <a:gd name="T16" fmla="*/ 8 w 82"/>
                <a:gd name="T17" fmla="*/ 34 h 38"/>
                <a:gd name="T18" fmla="*/ 8 w 82"/>
                <a:gd name="T19" fmla="*/ 34 h 38"/>
                <a:gd name="T20" fmla="*/ 4 w 82"/>
                <a:gd name="T21" fmla="*/ 34 h 38"/>
                <a:gd name="T22" fmla="*/ 4 w 82"/>
                <a:gd name="T23" fmla="*/ 30 h 38"/>
                <a:gd name="T24" fmla="*/ 0 w 82"/>
                <a:gd name="T25" fmla="*/ 26 h 38"/>
                <a:gd name="T26" fmla="*/ 0 w 82"/>
                <a:gd name="T27" fmla="*/ 22 h 38"/>
                <a:gd name="T28" fmla="*/ 0 w 82"/>
                <a:gd name="T29" fmla="*/ 18 h 38"/>
                <a:gd name="T30" fmla="*/ 4 w 82"/>
                <a:gd name="T31" fmla="*/ 14 h 38"/>
                <a:gd name="T32" fmla="*/ 8 w 82"/>
                <a:gd name="T33" fmla="*/ 14 h 38"/>
                <a:gd name="T34" fmla="*/ 12 w 82"/>
                <a:gd name="T35" fmla="*/ 14 h 38"/>
                <a:gd name="T36" fmla="*/ 16 w 82"/>
                <a:gd name="T37" fmla="*/ 12 h 38"/>
                <a:gd name="T38" fmla="*/ 20 w 82"/>
                <a:gd name="T39" fmla="*/ 8 h 38"/>
                <a:gd name="T40" fmla="*/ 20 w 82"/>
                <a:gd name="T41" fmla="*/ 8 h 38"/>
                <a:gd name="T42" fmla="*/ 22 w 82"/>
                <a:gd name="T43" fmla="*/ 4 h 38"/>
                <a:gd name="T44" fmla="*/ 30 w 82"/>
                <a:gd name="T45" fmla="*/ 0 h 38"/>
                <a:gd name="T46" fmla="*/ 30 w 82"/>
                <a:gd name="T47" fmla="*/ 4 h 38"/>
                <a:gd name="T48" fmla="*/ 34 w 82"/>
                <a:gd name="T49" fmla="*/ 0 h 38"/>
                <a:gd name="T50" fmla="*/ 38 w 82"/>
                <a:gd name="T51" fmla="*/ 0 h 38"/>
                <a:gd name="T52" fmla="*/ 42 w 82"/>
                <a:gd name="T53" fmla="*/ 4 h 38"/>
                <a:gd name="T54" fmla="*/ 42 w 82"/>
                <a:gd name="T55" fmla="*/ 8 h 38"/>
                <a:gd name="T56" fmla="*/ 42 w 82"/>
                <a:gd name="T57" fmla="*/ 8 h 38"/>
                <a:gd name="T58" fmla="*/ 46 w 82"/>
                <a:gd name="T59" fmla="*/ 8 h 38"/>
                <a:gd name="T60" fmla="*/ 46 w 82"/>
                <a:gd name="T61" fmla="*/ 8 h 38"/>
                <a:gd name="T62" fmla="*/ 48 w 82"/>
                <a:gd name="T63" fmla="*/ 4 h 38"/>
                <a:gd name="T64" fmla="*/ 56 w 82"/>
                <a:gd name="T65" fmla="*/ 4 h 38"/>
                <a:gd name="T66" fmla="*/ 60 w 82"/>
                <a:gd name="T67" fmla="*/ 8 h 38"/>
                <a:gd name="T68" fmla="*/ 64 w 82"/>
                <a:gd name="T69" fmla="*/ 4 h 38"/>
                <a:gd name="T70" fmla="*/ 68 w 82"/>
                <a:gd name="T71" fmla="*/ 4 h 38"/>
                <a:gd name="T72" fmla="*/ 72 w 82"/>
                <a:gd name="T73" fmla="*/ 4 h 38"/>
                <a:gd name="T74" fmla="*/ 74 w 82"/>
                <a:gd name="T75" fmla="*/ 8 h 38"/>
                <a:gd name="T76" fmla="*/ 82 w 82"/>
                <a:gd name="T77" fmla="*/ 12 h 38"/>
                <a:gd name="T78" fmla="*/ 78 w 82"/>
                <a:gd name="T79" fmla="*/ 14 h 38"/>
                <a:gd name="T80" fmla="*/ 74 w 82"/>
                <a:gd name="T81" fmla="*/ 22 h 38"/>
                <a:gd name="T82" fmla="*/ 74 w 82"/>
                <a:gd name="T83" fmla="*/ 26 h 38"/>
                <a:gd name="T84" fmla="*/ 72 w 82"/>
                <a:gd name="T85" fmla="*/ 26 h 38"/>
                <a:gd name="T86" fmla="*/ 68 w 82"/>
                <a:gd name="T87" fmla="*/ 26 h 38"/>
                <a:gd name="T88" fmla="*/ 64 w 82"/>
                <a:gd name="T89" fmla="*/ 22 h 38"/>
                <a:gd name="T90" fmla="*/ 60 w 82"/>
                <a:gd name="T91" fmla="*/ 22 h 38"/>
                <a:gd name="T92" fmla="*/ 56 w 82"/>
                <a:gd name="T93" fmla="*/ 22 h 38"/>
                <a:gd name="T94" fmla="*/ 52 w 82"/>
                <a:gd name="T95" fmla="*/ 22 h 38"/>
                <a:gd name="T96" fmla="*/ 48 w 82"/>
                <a:gd name="T97" fmla="*/ 26 h 38"/>
                <a:gd name="T98" fmla="*/ 48 w 82"/>
                <a:gd name="T99" fmla="*/ 26 h 38"/>
                <a:gd name="T100" fmla="*/ 46 w 82"/>
                <a:gd name="T101" fmla="*/ 30 h 38"/>
                <a:gd name="T102" fmla="*/ 46 w 82"/>
                <a:gd name="T103" fmla="*/ 30 h 38"/>
                <a:gd name="T104" fmla="*/ 42 w 82"/>
                <a:gd name="T105" fmla="*/ 30 h 38"/>
                <a:gd name="T106" fmla="*/ 38 w 82"/>
                <a:gd name="T107" fmla="*/ 30 h 38"/>
                <a:gd name="T108" fmla="*/ 30 w 82"/>
                <a:gd name="T109" fmla="*/ 30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2" h="38">
                  <a:moveTo>
                    <a:pt x="30" y="30"/>
                  </a:moveTo>
                  <a:lnTo>
                    <a:pt x="30" y="30"/>
                  </a:lnTo>
                  <a:lnTo>
                    <a:pt x="30" y="30"/>
                  </a:lnTo>
                  <a:lnTo>
                    <a:pt x="30" y="30"/>
                  </a:lnTo>
                  <a:lnTo>
                    <a:pt x="30" y="34"/>
                  </a:lnTo>
                  <a:lnTo>
                    <a:pt x="26" y="34"/>
                  </a:lnTo>
                  <a:lnTo>
                    <a:pt x="26" y="34"/>
                  </a:lnTo>
                  <a:lnTo>
                    <a:pt x="26" y="34"/>
                  </a:lnTo>
                  <a:lnTo>
                    <a:pt x="26" y="34"/>
                  </a:lnTo>
                  <a:lnTo>
                    <a:pt x="26" y="38"/>
                  </a:lnTo>
                  <a:lnTo>
                    <a:pt x="30" y="38"/>
                  </a:lnTo>
                  <a:lnTo>
                    <a:pt x="30" y="38"/>
                  </a:lnTo>
                  <a:lnTo>
                    <a:pt x="26" y="38"/>
                  </a:lnTo>
                  <a:lnTo>
                    <a:pt x="26" y="38"/>
                  </a:lnTo>
                  <a:lnTo>
                    <a:pt x="26" y="38"/>
                  </a:lnTo>
                  <a:lnTo>
                    <a:pt x="26" y="38"/>
                  </a:lnTo>
                  <a:lnTo>
                    <a:pt x="26" y="38"/>
                  </a:lnTo>
                  <a:lnTo>
                    <a:pt x="26" y="38"/>
                  </a:lnTo>
                  <a:lnTo>
                    <a:pt x="26" y="38"/>
                  </a:lnTo>
                  <a:lnTo>
                    <a:pt x="22" y="38"/>
                  </a:lnTo>
                  <a:lnTo>
                    <a:pt x="22" y="38"/>
                  </a:lnTo>
                  <a:lnTo>
                    <a:pt x="22" y="38"/>
                  </a:lnTo>
                  <a:lnTo>
                    <a:pt x="22" y="38"/>
                  </a:lnTo>
                  <a:lnTo>
                    <a:pt x="22" y="38"/>
                  </a:lnTo>
                  <a:lnTo>
                    <a:pt x="20" y="38"/>
                  </a:lnTo>
                  <a:lnTo>
                    <a:pt x="20" y="38"/>
                  </a:lnTo>
                  <a:lnTo>
                    <a:pt x="20" y="38"/>
                  </a:lnTo>
                  <a:lnTo>
                    <a:pt x="20" y="38"/>
                  </a:lnTo>
                  <a:lnTo>
                    <a:pt x="16" y="38"/>
                  </a:lnTo>
                  <a:lnTo>
                    <a:pt x="16" y="38"/>
                  </a:lnTo>
                  <a:lnTo>
                    <a:pt x="16" y="38"/>
                  </a:lnTo>
                  <a:lnTo>
                    <a:pt x="16" y="38"/>
                  </a:lnTo>
                  <a:lnTo>
                    <a:pt x="12" y="38"/>
                  </a:lnTo>
                  <a:lnTo>
                    <a:pt x="8" y="34"/>
                  </a:lnTo>
                  <a:lnTo>
                    <a:pt x="8" y="34"/>
                  </a:lnTo>
                  <a:lnTo>
                    <a:pt x="8" y="34"/>
                  </a:lnTo>
                  <a:lnTo>
                    <a:pt x="8" y="34"/>
                  </a:lnTo>
                  <a:lnTo>
                    <a:pt x="8" y="34"/>
                  </a:lnTo>
                  <a:lnTo>
                    <a:pt x="8" y="34"/>
                  </a:lnTo>
                  <a:lnTo>
                    <a:pt x="8" y="34"/>
                  </a:lnTo>
                  <a:lnTo>
                    <a:pt x="4" y="34"/>
                  </a:lnTo>
                  <a:lnTo>
                    <a:pt x="4" y="34"/>
                  </a:lnTo>
                  <a:lnTo>
                    <a:pt x="4" y="34"/>
                  </a:lnTo>
                  <a:lnTo>
                    <a:pt x="4" y="34"/>
                  </a:lnTo>
                  <a:lnTo>
                    <a:pt x="4" y="34"/>
                  </a:lnTo>
                  <a:lnTo>
                    <a:pt x="4" y="30"/>
                  </a:lnTo>
                  <a:lnTo>
                    <a:pt x="4" y="30"/>
                  </a:lnTo>
                  <a:lnTo>
                    <a:pt x="4" y="30"/>
                  </a:lnTo>
                  <a:lnTo>
                    <a:pt x="4" y="30"/>
                  </a:lnTo>
                  <a:lnTo>
                    <a:pt x="0" y="30"/>
                  </a:lnTo>
                  <a:lnTo>
                    <a:pt x="0" y="26"/>
                  </a:lnTo>
                  <a:lnTo>
                    <a:pt x="0" y="26"/>
                  </a:lnTo>
                  <a:lnTo>
                    <a:pt x="0" y="26"/>
                  </a:lnTo>
                  <a:lnTo>
                    <a:pt x="0" y="26"/>
                  </a:lnTo>
                  <a:lnTo>
                    <a:pt x="0" y="22"/>
                  </a:lnTo>
                  <a:lnTo>
                    <a:pt x="0" y="22"/>
                  </a:lnTo>
                  <a:lnTo>
                    <a:pt x="0" y="22"/>
                  </a:lnTo>
                  <a:lnTo>
                    <a:pt x="0" y="22"/>
                  </a:lnTo>
                  <a:lnTo>
                    <a:pt x="0" y="22"/>
                  </a:lnTo>
                  <a:lnTo>
                    <a:pt x="0" y="18"/>
                  </a:lnTo>
                  <a:lnTo>
                    <a:pt x="0" y="18"/>
                  </a:lnTo>
                  <a:lnTo>
                    <a:pt x="4" y="18"/>
                  </a:lnTo>
                  <a:lnTo>
                    <a:pt x="4" y="18"/>
                  </a:lnTo>
                  <a:lnTo>
                    <a:pt x="4" y="14"/>
                  </a:lnTo>
                  <a:lnTo>
                    <a:pt x="4" y="14"/>
                  </a:lnTo>
                  <a:lnTo>
                    <a:pt x="4" y="14"/>
                  </a:lnTo>
                  <a:lnTo>
                    <a:pt x="8" y="14"/>
                  </a:lnTo>
                  <a:lnTo>
                    <a:pt x="8" y="14"/>
                  </a:lnTo>
                  <a:lnTo>
                    <a:pt x="8" y="14"/>
                  </a:lnTo>
                  <a:lnTo>
                    <a:pt x="8" y="14"/>
                  </a:lnTo>
                  <a:lnTo>
                    <a:pt x="12" y="14"/>
                  </a:lnTo>
                  <a:lnTo>
                    <a:pt x="12" y="14"/>
                  </a:lnTo>
                  <a:lnTo>
                    <a:pt x="12" y="14"/>
                  </a:lnTo>
                  <a:lnTo>
                    <a:pt x="12" y="14"/>
                  </a:lnTo>
                  <a:lnTo>
                    <a:pt x="16" y="14"/>
                  </a:lnTo>
                  <a:lnTo>
                    <a:pt x="16" y="12"/>
                  </a:lnTo>
                  <a:lnTo>
                    <a:pt x="20" y="12"/>
                  </a:lnTo>
                  <a:lnTo>
                    <a:pt x="20" y="12"/>
                  </a:lnTo>
                  <a:lnTo>
                    <a:pt x="20" y="12"/>
                  </a:lnTo>
                  <a:lnTo>
                    <a:pt x="20" y="8"/>
                  </a:lnTo>
                  <a:lnTo>
                    <a:pt x="20" y="8"/>
                  </a:lnTo>
                  <a:lnTo>
                    <a:pt x="20" y="8"/>
                  </a:lnTo>
                  <a:lnTo>
                    <a:pt x="20" y="8"/>
                  </a:lnTo>
                  <a:lnTo>
                    <a:pt x="20" y="8"/>
                  </a:lnTo>
                  <a:lnTo>
                    <a:pt x="20" y="8"/>
                  </a:lnTo>
                  <a:lnTo>
                    <a:pt x="20" y="8"/>
                  </a:lnTo>
                  <a:lnTo>
                    <a:pt x="22" y="4"/>
                  </a:lnTo>
                  <a:lnTo>
                    <a:pt x="22" y="4"/>
                  </a:lnTo>
                  <a:lnTo>
                    <a:pt x="22" y="4"/>
                  </a:lnTo>
                  <a:lnTo>
                    <a:pt x="26" y="0"/>
                  </a:lnTo>
                  <a:lnTo>
                    <a:pt x="26" y="0"/>
                  </a:lnTo>
                  <a:lnTo>
                    <a:pt x="30" y="0"/>
                  </a:lnTo>
                  <a:lnTo>
                    <a:pt x="30" y="4"/>
                  </a:lnTo>
                  <a:lnTo>
                    <a:pt x="30" y="4"/>
                  </a:lnTo>
                  <a:lnTo>
                    <a:pt x="30" y="4"/>
                  </a:lnTo>
                  <a:lnTo>
                    <a:pt x="30" y="4"/>
                  </a:lnTo>
                  <a:lnTo>
                    <a:pt x="34" y="4"/>
                  </a:lnTo>
                  <a:lnTo>
                    <a:pt x="34" y="4"/>
                  </a:lnTo>
                  <a:lnTo>
                    <a:pt x="34" y="4"/>
                  </a:lnTo>
                  <a:lnTo>
                    <a:pt x="34" y="0"/>
                  </a:lnTo>
                  <a:lnTo>
                    <a:pt x="34" y="0"/>
                  </a:lnTo>
                  <a:lnTo>
                    <a:pt x="38" y="0"/>
                  </a:lnTo>
                  <a:lnTo>
                    <a:pt x="38" y="0"/>
                  </a:lnTo>
                  <a:lnTo>
                    <a:pt x="38" y="0"/>
                  </a:lnTo>
                  <a:lnTo>
                    <a:pt x="38" y="0"/>
                  </a:lnTo>
                  <a:lnTo>
                    <a:pt x="38" y="4"/>
                  </a:lnTo>
                  <a:lnTo>
                    <a:pt x="42" y="4"/>
                  </a:lnTo>
                  <a:lnTo>
                    <a:pt x="42" y="4"/>
                  </a:lnTo>
                  <a:lnTo>
                    <a:pt x="42" y="4"/>
                  </a:lnTo>
                  <a:lnTo>
                    <a:pt x="42" y="4"/>
                  </a:lnTo>
                  <a:lnTo>
                    <a:pt x="42" y="8"/>
                  </a:lnTo>
                  <a:lnTo>
                    <a:pt x="42" y="8"/>
                  </a:lnTo>
                  <a:lnTo>
                    <a:pt x="42" y="8"/>
                  </a:lnTo>
                  <a:lnTo>
                    <a:pt x="42" y="8"/>
                  </a:lnTo>
                  <a:lnTo>
                    <a:pt x="42" y="8"/>
                  </a:lnTo>
                  <a:lnTo>
                    <a:pt x="42" y="8"/>
                  </a:lnTo>
                  <a:lnTo>
                    <a:pt x="42" y="8"/>
                  </a:lnTo>
                  <a:lnTo>
                    <a:pt x="46" y="8"/>
                  </a:lnTo>
                  <a:lnTo>
                    <a:pt x="46" y="8"/>
                  </a:lnTo>
                  <a:lnTo>
                    <a:pt x="46" y="8"/>
                  </a:lnTo>
                  <a:lnTo>
                    <a:pt x="46" y="8"/>
                  </a:lnTo>
                  <a:lnTo>
                    <a:pt x="46" y="8"/>
                  </a:lnTo>
                  <a:lnTo>
                    <a:pt x="46" y="8"/>
                  </a:lnTo>
                  <a:lnTo>
                    <a:pt x="46" y="8"/>
                  </a:lnTo>
                  <a:lnTo>
                    <a:pt x="46" y="8"/>
                  </a:lnTo>
                  <a:lnTo>
                    <a:pt x="46" y="8"/>
                  </a:lnTo>
                  <a:lnTo>
                    <a:pt x="46" y="8"/>
                  </a:lnTo>
                  <a:lnTo>
                    <a:pt x="48" y="4"/>
                  </a:lnTo>
                  <a:lnTo>
                    <a:pt x="48" y="4"/>
                  </a:lnTo>
                  <a:lnTo>
                    <a:pt x="48" y="4"/>
                  </a:lnTo>
                  <a:lnTo>
                    <a:pt x="52" y="4"/>
                  </a:lnTo>
                  <a:lnTo>
                    <a:pt x="56" y="4"/>
                  </a:lnTo>
                  <a:lnTo>
                    <a:pt x="56" y="4"/>
                  </a:lnTo>
                  <a:lnTo>
                    <a:pt x="56" y="8"/>
                  </a:lnTo>
                  <a:lnTo>
                    <a:pt x="60" y="8"/>
                  </a:lnTo>
                  <a:lnTo>
                    <a:pt x="60" y="8"/>
                  </a:lnTo>
                  <a:lnTo>
                    <a:pt x="60" y="4"/>
                  </a:lnTo>
                  <a:lnTo>
                    <a:pt x="60" y="4"/>
                  </a:lnTo>
                  <a:lnTo>
                    <a:pt x="60" y="4"/>
                  </a:lnTo>
                  <a:lnTo>
                    <a:pt x="64" y="4"/>
                  </a:lnTo>
                  <a:lnTo>
                    <a:pt x="64" y="4"/>
                  </a:lnTo>
                  <a:lnTo>
                    <a:pt x="64" y="4"/>
                  </a:lnTo>
                  <a:lnTo>
                    <a:pt x="64" y="4"/>
                  </a:lnTo>
                  <a:lnTo>
                    <a:pt x="68" y="4"/>
                  </a:lnTo>
                  <a:lnTo>
                    <a:pt x="68" y="4"/>
                  </a:lnTo>
                  <a:lnTo>
                    <a:pt x="68" y="4"/>
                  </a:lnTo>
                  <a:lnTo>
                    <a:pt x="72" y="4"/>
                  </a:lnTo>
                  <a:lnTo>
                    <a:pt x="72" y="4"/>
                  </a:lnTo>
                  <a:lnTo>
                    <a:pt x="74" y="8"/>
                  </a:lnTo>
                  <a:lnTo>
                    <a:pt x="74" y="8"/>
                  </a:lnTo>
                  <a:lnTo>
                    <a:pt x="74" y="8"/>
                  </a:lnTo>
                  <a:lnTo>
                    <a:pt x="74" y="8"/>
                  </a:lnTo>
                  <a:lnTo>
                    <a:pt x="78" y="12"/>
                  </a:lnTo>
                  <a:lnTo>
                    <a:pt x="78" y="12"/>
                  </a:lnTo>
                  <a:lnTo>
                    <a:pt x="82" y="12"/>
                  </a:lnTo>
                  <a:lnTo>
                    <a:pt x="82" y="12"/>
                  </a:lnTo>
                  <a:lnTo>
                    <a:pt x="82" y="12"/>
                  </a:lnTo>
                  <a:lnTo>
                    <a:pt x="82" y="12"/>
                  </a:lnTo>
                  <a:lnTo>
                    <a:pt x="78" y="14"/>
                  </a:lnTo>
                  <a:lnTo>
                    <a:pt x="78" y="14"/>
                  </a:lnTo>
                  <a:lnTo>
                    <a:pt x="78" y="14"/>
                  </a:lnTo>
                  <a:lnTo>
                    <a:pt x="78" y="18"/>
                  </a:lnTo>
                  <a:lnTo>
                    <a:pt x="74" y="18"/>
                  </a:lnTo>
                  <a:lnTo>
                    <a:pt x="74" y="22"/>
                  </a:lnTo>
                  <a:lnTo>
                    <a:pt x="74" y="22"/>
                  </a:lnTo>
                  <a:lnTo>
                    <a:pt x="74" y="26"/>
                  </a:lnTo>
                  <a:lnTo>
                    <a:pt x="74" y="26"/>
                  </a:lnTo>
                  <a:lnTo>
                    <a:pt x="74" y="26"/>
                  </a:lnTo>
                  <a:lnTo>
                    <a:pt x="74" y="26"/>
                  </a:lnTo>
                  <a:lnTo>
                    <a:pt x="74" y="26"/>
                  </a:lnTo>
                  <a:lnTo>
                    <a:pt x="72" y="26"/>
                  </a:lnTo>
                  <a:lnTo>
                    <a:pt x="72" y="26"/>
                  </a:lnTo>
                  <a:lnTo>
                    <a:pt x="72" y="26"/>
                  </a:lnTo>
                  <a:lnTo>
                    <a:pt x="72" y="26"/>
                  </a:lnTo>
                  <a:lnTo>
                    <a:pt x="72" y="26"/>
                  </a:lnTo>
                  <a:lnTo>
                    <a:pt x="68" y="26"/>
                  </a:lnTo>
                  <a:lnTo>
                    <a:pt x="68" y="22"/>
                  </a:lnTo>
                  <a:lnTo>
                    <a:pt x="68" y="22"/>
                  </a:lnTo>
                  <a:lnTo>
                    <a:pt x="68" y="22"/>
                  </a:lnTo>
                  <a:lnTo>
                    <a:pt x="64" y="22"/>
                  </a:lnTo>
                  <a:lnTo>
                    <a:pt x="64" y="22"/>
                  </a:lnTo>
                  <a:lnTo>
                    <a:pt x="64" y="22"/>
                  </a:lnTo>
                  <a:lnTo>
                    <a:pt x="60" y="22"/>
                  </a:lnTo>
                  <a:lnTo>
                    <a:pt x="60" y="22"/>
                  </a:lnTo>
                  <a:lnTo>
                    <a:pt x="56" y="22"/>
                  </a:lnTo>
                  <a:lnTo>
                    <a:pt x="56" y="22"/>
                  </a:lnTo>
                  <a:lnTo>
                    <a:pt x="56" y="22"/>
                  </a:lnTo>
                  <a:lnTo>
                    <a:pt x="56" y="22"/>
                  </a:lnTo>
                  <a:lnTo>
                    <a:pt x="56" y="22"/>
                  </a:lnTo>
                  <a:lnTo>
                    <a:pt x="52" y="22"/>
                  </a:lnTo>
                  <a:lnTo>
                    <a:pt x="52" y="22"/>
                  </a:lnTo>
                  <a:lnTo>
                    <a:pt x="52" y="22"/>
                  </a:lnTo>
                  <a:lnTo>
                    <a:pt x="52" y="22"/>
                  </a:lnTo>
                  <a:lnTo>
                    <a:pt x="52" y="22"/>
                  </a:lnTo>
                  <a:lnTo>
                    <a:pt x="52" y="22"/>
                  </a:lnTo>
                  <a:lnTo>
                    <a:pt x="48" y="26"/>
                  </a:lnTo>
                  <a:lnTo>
                    <a:pt x="48" y="26"/>
                  </a:lnTo>
                  <a:lnTo>
                    <a:pt x="48" y="26"/>
                  </a:lnTo>
                  <a:lnTo>
                    <a:pt x="48" y="26"/>
                  </a:lnTo>
                  <a:lnTo>
                    <a:pt x="48" y="26"/>
                  </a:lnTo>
                  <a:lnTo>
                    <a:pt x="48" y="26"/>
                  </a:lnTo>
                  <a:lnTo>
                    <a:pt x="48" y="26"/>
                  </a:lnTo>
                  <a:lnTo>
                    <a:pt x="46" y="30"/>
                  </a:lnTo>
                  <a:lnTo>
                    <a:pt x="46" y="30"/>
                  </a:lnTo>
                  <a:lnTo>
                    <a:pt x="46" y="30"/>
                  </a:lnTo>
                  <a:lnTo>
                    <a:pt x="46" y="30"/>
                  </a:lnTo>
                  <a:lnTo>
                    <a:pt x="46" y="30"/>
                  </a:lnTo>
                  <a:lnTo>
                    <a:pt x="46" y="30"/>
                  </a:lnTo>
                  <a:lnTo>
                    <a:pt x="46" y="30"/>
                  </a:lnTo>
                  <a:lnTo>
                    <a:pt x="42" y="30"/>
                  </a:lnTo>
                  <a:lnTo>
                    <a:pt x="42" y="30"/>
                  </a:lnTo>
                  <a:lnTo>
                    <a:pt x="42" y="30"/>
                  </a:lnTo>
                  <a:lnTo>
                    <a:pt x="38" y="30"/>
                  </a:lnTo>
                  <a:lnTo>
                    <a:pt x="38" y="30"/>
                  </a:lnTo>
                  <a:lnTo>
                    <a:pt x="38" y="30"/>
                  </a:lnTo>
                  <a:lnTo>
                    <a:pt x="38" y="30"/>
                  </a:lnTo>
                  <a:lnTo>
                    <a:pt x="38" y="30"/>
                  </a:lnTo>
                  <a:lnTo>
                    <a:pt x="34" y="30"/>
                  </a:lnTo>
                  <a:lnTo>
                    <a:pt x="34" y="30"/>
                  </a:lnTo>
                  <a:lnTo>
                    <a:pt x="30" y="30"/>
                  </a:lnTo>
                  <a:lnTo>
                    <a:pt x="30" y="30"/>
                  </a:lnTo>
                  <a:lnTo>
                    <a:pt x="30" y="30"/>
                  </a:lnTo>
                  <a:lnTo>
                    <a:pt x="30"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6" name="Freeform 121"/>
            <p:cNvSpPr>
              <a:spLocks noChangeAspect="1"/>
            </p:cNvSpPr>
            <p:nvPr/>
          </p:nvSpPr>
          <p:spPr bwMode="gray">
            <a:xfrm>
              <a:off x="5130405" y="3044811"/>
              <a:ext cx="76528" cy="52178"/>
            </a:xfrm>
            <a:custGeom>
              <a:avLst/>
              <a:gdLst>
                <a:gd name="T0" fmla="*/ 26 w 44"/>
                <a:gd name="T1" fmla="*/ 26 h 30"/>
                <a:gd name="T2" fmla="*/ 26 w 44"/>
                <a:gd name="T3" fmla="*/ 30 h 30"/>
                <a:gd name="T4" fmla="*/ 22 w 44"/>
                <a:gd name="T5" fmla="*/ 26 h 30"/>
                <a:gd name="T6" fmla="*/ 18 w 44"/>
                <a:gd name="T7" fmla="*/ 26 h 30"/>
                <a:gd name="T8" fmla="*/ 14 w 44"/>
                <a:gd name="T9" fmla="*/ 22 h 30"/>
                <a:gd name="T10" fmla="*/ 14 w 44"/>
                <a:gd name="T11" fmla="*/ 26 h 30"/>
                <a:gd name="T12" fmla="*/ 12 w 44"/>
                <a:gd name="T13" fmla="*/ 30 h 30"/>
                <a:gd name="T14" fmla="*/ 8 w 44"/>
                <a:gd name="T15" fmla="*/ 30 h 30"/>
                <a:gd name="T16" fmla="*/ 4 w 44"/>
                <a:gd name="T17" fmla="*/ 30 h 30"/>
                <a:gd name="T18" fmla="*/ 4 w 44"/>
                <a:gd name="T19" fmla="*/ 26 h 30"/>
                <a:gd name="T20" fmla="*/ 4 w 44"/>
                <a:gd name="T21" fmla="*/ 26 h 30"/>
                <a:gd name="T22" fmla="*/ 8 w 44"/>
                <a:gd name="T23" fmla="*/ 26 h 30"/>
                <a:gd name="T24" fmla="*/ 4 w 44"/>
                <a:gd name="T25" fmla="*/ 22 h 30"/>
                <a:gd name="T26" fmla="*/ 4 w 44"/>
                <a:gd name="T27" fmla="*/ 20 h 30"/>
                <a:gd name="T28" fmla="*/ 4 w 44"/>
                <a:gd name="T29" fmla="*/ 20 h 30"/>
                <a:gd name="T30" fmla="*/ 0 w 44"/>
                <a:gd name="T31" fmla="*/ 20 h 30"/>
                <a:gd name="T32" fmla="*/ 0 w 44"/>
                <a:gd name="T33" fmla="*/ 20 h 30"/>
                <a:gd name="T34" fmla="*/ 0 w 44"/>
                <a:gd name="T35" fmla="*/ 16 h 30"/>
                <a:gd name="T36" fmla="*/ 4 w 44"/>
                <a:gd name="T37" fmla="*/ 16 h 30"/>
                <a:gd name="T38" fmla="*/ 0 w 44"/>
                <a:gd name="T39" fmla="*/ 12 h 30"/>
                <a:gd name="T40" fmla="*/ 0 w 44"/>
                <a:gd name="T41" fmla="*/ 12 h 30"/>
                <a:gd name="T42" fmla="*/ 4 w 44"/>
                <a:gd name="T43" fmla="*/ 8 h 30"/>
                <a:gd name="T44" fmla="*/ 4 w 44"/>
                <a:gd name="T45" fmla="*/ 8 h 30"/>
                <a:gd name="T46" fmla="*/ 8 w 44"/>
                <a:gd name="T47" fmla="*/ 8 h 30"/>
                <a:gd name="T48" fmla="*/ 12 w 44"/>
                <a:gd name="T49" fmla="*/ 8 h 30"/>
                <a:gd name="T50" fmla="*/ 14 w 44"/>
                <a:gd name="T51" fmla="*/ 8 h 30"/>
                <a:gd name="T52" fmla="*/ 18 w 44"/>
                <a:gd name="T53" fmla="*/ 8 h 30"/>
                <a:gd name="T54" fmla="*/ 22 w 44"/>
                <a:gd name="T55" fmla="*/ 4 h 30"/>
                <a:gd name="T56" fmla="*/ 26 w 44"/>
                <a:gd name="T57" fmla="*/ 4 h 30"/>
                <a:gd name="T58" fmla="*/ 34 w 44"/>
                <a:gd name="T59" fmla="*/ 4 h 30"/>
                <a:gd name="T60" fmla="*/ 38 w 44"/>
                <a:gd name="T61" fmla="*/ 0 h 30"/>
                <a:gd name="T62" fmla="*/ 38 w 44"/>
                <a:gd name="T63" fmla="*/ 0 h 30"/>
                <a:gd name="T64" fmla="*/ 42 w 44"/>
                <a:gd name="T65" fmla="*/ 0 h 30"/>
                <a:gd name="T66" fmla="*/ 42 w 44"/>
                <a:gd name="T67" fmla="*/ 0 h 30"/>
                <a:gd name="T68" fmla="*/ 42 w 44"/>
                <a:gd name="T69" fmla="*/ 4 h 30"/>
                <a:gd name="T70" fmla="*/ 42 w 44"/>
                <a:gd name="T71" fmla="*/ 4 h 30"/>
                <a:gd name="T72" fmla="*/ 44 w 44"/>
                <a:gd name="T73" fmla="*/ 8 h 30"/>
                <a:gd name="T74" fmla="*/ 44 w 44"/>
                <a:gd name="T75" fmla="*/ 8 h 30"/>
                <a:gd name="T76" fmla="*/ 42 w 44"/>
                <a:gd name="T77" fmla="*/ 8 h 30"/>
                <a:gd name="T78" fmla="*/ 42 w 44"/>
                <a:gd name="T79" fmla="*/ 8 h 30"/>
                <a:gd name="T80" fmla="*/ 38 w 44"/>
                <a:gd name="T81" fmla="*/ 12 h 30"/>
                <a:gd name="T82" fmla="*/ 38 w 44"/>
                <a:gd name="T83" fmla="*/ 12 h 30"/>
                <a:gd name="T84" fmla="*/ 30 w 44"/>
                <a:gd name="T85" fmla="*/ 12 h 30"/>
                <a:gd name="T86" fmla="*/ 30 w 44"/>
                <a:gd name="T87" fmla="*/ 16 h 30"/>
                <a:gd name="T88" fmla="*/ 34 w 44"/>
                <a:gd name="T89" fmla="*/ 16 h 30"/>
                <a:gd name="T90" fmla="*/ 30 w 44"/>
                <a:gd name="T91" fmla="*/ 22 h 30"/>
                <a:gd name="T92" fmla="*/ 30 w 44"/>
                <a:gd name="T93" fmla="*/ 22 h 30"/>
                <a:gd name="T94" fmla="*/ 26 w 44"/>
                <a:gd name="T95" fmla="*/ 22 h 30"/>
                <a:gd name="T96" fmla="*/ 26 w 44"/>
                <a:gd name="T97" fmla="*/ 26 h 30"/>
                <a:gd name="T98" fmla="*/ 26 w 44"/>
                <a:gd name="T99" fmla="*/ 26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4" h="30">
                  <a:moveTo>
                    <a:pt x="26" y="26"/>
                  </a:moveTo>
                  <a:lnTo>
                    <a:pt x="26" y="26"/>
                  </a:lnTo>
                  <a:lnTo>
                    <a:pt x="26" y="26"/>
                  </a:lnTo>
                  <a:lnTo>
                    <a:pt x="26" y="30"/>
                  </a:lnTo>
                  <a:lnTo>
                    <a:pt x="26" y="30"/>
                  </a:lnTo>
                  <a:lnTo>
                    <a:pt x="26" y="30"/>
                  </a:lnTo>
                  <a:lnTo>
                    <a:pt x="22" y="30"/>
                  </a:lnTo>
                  <a:lnTo>
                    <a:pt x="22" y="26"/>
                  </a:lnTo>
                  <a:lnTo>
                    <a:pt x="22" y="26"/>
                  </a:lnTo>
                  <a:lnTo>
                    <a:pt x="18" y="30"/>
                  </a:lnTo>
                  <a:lnTo>
                    <a:pt x="18" y="30"/>
                  </a:lnTo>
                  <a:lnTo>
                    <a:pt x="18" y="26"/>
                  </a:lnTo>
                  <a:lnTo>
                    <a:pt x="14" y="26"/>
                  </a:lnTo>
                  <a:lnTo>
                    <a:pt x="14" y="26"/>
                  </a:lnTo>
                  <a:lnTo>
                    <a:pt x="14" y="22"/>
                  </a:lnTo>
                  <a:lnTo>
                    <a:pt x="14" y="22"/>
                  </a:lnTo>
                  <a:lnTo>
                    <a:pt x="14" y="26"/>
                  </a:lnTo>
                  <a:lnTo>
                    <a:pt x="14" y="26"/>
                  </a:lnTo>
                  <a:lnTo>
                    <a:pt x="14" y="26"/>
                  </a:lnTo>
                  <a:lnTo>
                    <a:pt x="14" y="26"/>
                  </a:lnTo>
                  <a:lnTo>
                    <a:pt x="12" y="30"/>
                  </a:lnTo>
                  <a:lnTo>
                    <a:pt x="8" y="30"/>
                  </a:lnTo>
                  <a:lnTo>
                    <a:pt x="8" y="30"/>
                  </a:lnTo>
                  <a:lnTo>
                    <a:pt x="8" y="30"/>
                  </a:lnTo>
                  <a:lnTo>
                    <a:pt x="4" y="30"/>
                  </a:lnTo>
                  <a:lnTo>
                    <a:pt x="4" y="30"/>
                  </a:lnTo>
                  <a:lnTo>
                    <a:pt x="4" y="30"/>
                  </a:lnTo>
                  <a:lnTo>
                    <a:pt x="4" y="30"/>
                  </a:lnTo>
                  <a:lnTo>
                    <a:pt x="4" y="26"/>
                  </a:lnTo>
                  <a:lnTo>
                    <a:pt x="4" y="26"/>
                  </a:lnTo>
                  <a:lnTo>
                    <a:pt x="4" y="26"/>
                  </a:lnTo>
                  <a:lnTo>
                    <a:pt x="4" y="26"/>
                  </a:lnTo>
                  <a:lnTo>
                    <a:pt x="4" y="26"/>
                  </a:lnTo>
                  <a:lnTo>
                    <a:pt x="4" y="26"/>
                  </a:lnTo>
                  <a:lnTo>
                    <a:pt x="4" y="26"/>
                  </a:lnTo>
                  <a:lnTo>
                    <a:pt x="8" y="26"/>
                  </a:lnTo>
                  <a:lnTo>
                    <a:pt x="8" y="26"/>
                  </a:lnTo>
                  <a:lnTo>
                    <a:pt x="8" y="22"/>
                  </a:lnTo>
                  <a:lnTo>
                    <a:pt x="4" y="22"/>
                  </a:lnTo>
                  <a:lnTo>
                    <a:pt x="4" y="22"/>
                  </a:lnTo>
                  <a:lnTo>
                    <a:pt x="4" y="22"/>
                  </a:lnTo>
                  <a:lnTo>
                    <a:pt x="4" y="20"/>
                  </a:lnTo>
                  <a:lnTo>
                    <a:pt x="4" y="20"/>
                  </a:lnTo>
                  <a:lnTo>
                    <a:pt x="4" y="20"/>
                  </a:lnTo>
                  <a:lnTo>
                    <a:pt x="4" y="20"/>
                  </a:lnTo>
                  <a:lnTo>
                    <a:pt x="4" y="20"/>
                  </a:lnTo>
                  <a:lnTo>
                    <a:pt x="4" y="20"/>
                  </a:lnTo>
                  <a:lnTo>
                    <a:pt x="0" y="20"/>
                  </a:lnTo>
                  <a:lnTo>
                    <a:pt x="0" y="20"/>
                  </a:lnTo>
                  <a:lnTo>
                    <a:pt x="0" y="20"/>
                  </a:lnTo>
                  <a:lnTo>
                    <a:pt x="0" y="20"/>
                  </a:lnTo>
                  <a:lnTo>
                    <a:pt x="0" y="16"/>
                  </a:lnTo>
                  <a:lnTo>
                    <a:pt x="0" y="16"/>
                  </a:lnTo>
                  <a:lnTo>
                    <a:pt x="0" y="16"/>
                  </a:lnTo>
                  <a:lnTo>
                    <a:pt x="4" y="16"/>
                  </a:lnTo>
                  <a:lnTo>
                    <a:pt x="4" y="16"/>
                  </a:lnTo>
                  <a:lnTo>
                    <a:pt x="4" y="16"/>
                  </a:lnTo>
                  <a:lnTo>
                    <a:pt x="0" y="16"/>
                  </a:lnTo>
                  <a:lnTo>
                    <a:pt x="0" y="12"/>
                  </a:lnTo>
                  <a:lnTo>
                    <a:pt x="0" y="12"/>
                  </a:lnTo>
                  <a:lnTo>
                    <a:pt x="0" y="16"/>
                  </a:lnTo>
                  <a:lnTo>
                    <a:pt x="0" y="12"/>
                  </a:lnTo>
                  <a:lnTo>
                    <a:pt x="0" y="12"/>
                  </a:lnTo>
                  <a:lnTo>
                    <a:pt x="0" y="12"/>
                  </a:lnTo>
                  <a:lnTo>
                    <a:pt x="4" y="8"/>
                  </a:lnTo>
                  <a:lnTo>
                    <a:pt x="4" y="8"/>
                  </a:lnTo>
                  <a:lnTo>
                    <a:pt x="4" y="8"/>
                  </a:lnTo>
                  <a:lnTo>
                    <a:pt x="4" y="8"/>
                  </a:lnTo>
                  <a:lnTo>
                    <a:pt x="4" y="8"/>
                  </a:lnTo>
                  <a:lnTo>
                    <a:pt x="4" y="8"/>
                  </a:lnTo>
                  <a:lnTo>
                    <a:pt x="8" y="8"/>
                  </a:lnTo>
                  <a:lnTo>
                    <a:pt x="8" y="8"/>
                  </a:lnTo>
                  <a:lnTo>
                    <a:pt x="8" y="8"/>
                  </a:lnTo>
                  <a:lnTo>
                    <a:pt x="12" y="8"/>
                  </a:lnTo>
                  <a:lnTo>
                    <a:pt x="12" y="8"/>
                  </a:lnTo>
                  <a:lnTo>
                    <a:pt x="12" y="8"/>
                  </a:lnTo>
                  <a:lnTo>
                    <a:pt x="14" y="8"/>
                  </a:lnTo>
                  <a:lnTo>
                    <a:pt x="14" y="8"/>
                  </a:lnTo>
                  <a:lnTo>
                    <a:pt x="18" y="8"/>
                  </a:lnTo>
                  <a:lnTo>
                    <a:pt x="18" y="8"/>
                  </a:lnTo>
                  <a:lnTo>
                    <a:pt x="18" y="8"/>
                  </a:lnTo>
                  <a:lnTo>
                    <a:pt x="18" y="4"/>
                  </a:lnTo>
                  <a:lnTo>
                    <a:pt x="22" y="4"/>
                  </a:lnTo>
                  <a:lnTo>
                    <a:pt x="22" y="4"/>
                  </a:lnTo>
                  <a:lnTo>
                    <a:pt x="22" y="4"/>
                  </a:lnTo>
                  <a:lnTo>
                    <a:pt x="22" y="4"/>
                  </a:lnTo>
                  <a:lnTo>
                    <a:pt x="26" y="4"/>
                  </a:lnTo>
                  <a:lnTo>
                    <a:pt x="30" y="4"/>
                  </a:lnTo>
                  <a:lnTo>
                    <a:pt x="34" y="4"/>
                  </a:lnTo>
                  <a:lnTo>
                    <a:pt x="34" y="4"/>
                  </a:lnTo>
                  <a:lnTo>
                    <a:pt x="34" y="4"/>
                  </a:lnTo>
                  <a:lnTo>
                    <a:pt x="38" y="4"/>
                  </a:lnTo>
                  <a:lnTo>
                    <a:pt x="38" y="0"/>
                  </a:lnTo>
                  <a:lnTo>
                    <a:pt x="38" y="0"/>
                  </a:lnTo>
                  <a:lnTo>
                    <a:pt x="38" y="0"/>
                  </a:lnTo>
                  <a:lnTo>
                    <a:pt x="38" y="0"/>
                  </a:lnTo>
                  <a:lnTo>
                    <a:pt x="38" y="0"/>
                  </a:lnTo>
                  <a:lnTo>
                    <a:pt x="42" y="0"/>
                  </a:lnTo>
                  <a:lnTo>
                    <a:pt x="42" y="0"/>
                  </a:lnTo>
                  <a:lnTo>
                    <a:pt x="42" y="0"/>
                  </a:lnTo>
                  <a:lnTo>
                    <a:pt x="42" y="0"/>
                  </a:lnTo>
                  <a:lnTo>
                    <a:pt x="42" y="0"/>
                  </a:lnTo>
                  <a:lnTo>
                    <a:pt x="42" y="0"/>
                  </a:lnTo>
                  <a:lnTo>
                    <a:pt x="42" y="4"/>
                  </a:lnTo>
                  <a:lnTo>
                    <a:pt x="42" y="4"/>
                  </a:lnTo>
                  <a:lnTo>
                    <a:pt x="42" y="4"/>
                  </a:lnTo>
                  <a:lnTo>
                    <a:pt x="42" y="4"/>
                  </a:lnTo>
                  <a:lnTo>
                    <a:pt x="42" y="4"/>
                  </a:lnTo>
                  <a:lnTo>
                    <a:pt x="44" y="8"/>
                  </a:lnTo>
                  <a:lnTo>
                    <a:pt x="44" y="8"/>
                  </a:lnTo>
                  <a:lnTo>
                    <a:pt x="44" y="8"/>
                  </a:lnTo>
                  <a:lnTo>
                    <a:pt x="44" y="8"/>
                  </a:lnTo>
                  <a:lnTo>
                    <a:pt x="44" y="8"/>
                  </a:lnTo>
                  <a:lnTo>
                    <a:pt x="44" y="8"/>
                  </a:lnTo>
                  <a:lnTo>
                    <a:pt x="42" y="8"/>
                  </a:lnTo>
                  <a:lnTo>
                    <a:pt x="42" y="8"/>
                  </a:lnTo>
                  <a:lnTo>
                    <a:pt x="42" y="8"/>
                  </a:lnTo>
                  <a:lnTo>
                    <a:pt x="42" y="8"/>
                  </a:lnTo>
                  <a:lnTo>
                    <a:pt x="42" y="8"/>
                  </a:lnTo>
                  <a:lnTo>
                    <a:pt x="42" y="8"/>
                  </a:lnTo>
                  <a:lnTo>
                    <a:pt x="42" y="8"/>
                  </a:lnTo>
                  <a:lnTo>
                    <a:pt x="38" y="8"/>
                  </a:lnTo>
                  <a:lnTo>
                    <a:pt x="38" y="12"/>
                  </a:lnTo>
                  <a:lnTo>
                    <a:pt x="38" y="12"/>
                  </a:lnTo>
                  <a:lnTo>
                    <a:pt x="38" y="12"/>
                  </a:lnTo>
                  <a:lnTo>
                    <a:pt x="38" y="12"/>
                  </a:lnTo>
                  <a:lnTo>
                    <a:pt x="34" y="12"/>
                  </a:lnTo>
                  <a:lnTo>
                    <a:pt x="34" y="12"/>
                  </a:lnTo>
                  <a:lnTo>
                    <a:pt x="30" y="12"/>
                  </a:lnTo>
                  <a:lnTo>
                    <a:pt x="30" y="16"/>
                  </a:lnTo>
                  <a:lnTo>
                    <a:pt x="30" y="16"/>
                  </a:lnTo>
                  <a:lnTo>
                    <a:pt x="30" y="16"/>
                  </a:lnTo>
                  <a:lnTo>
                    <a:pt x="30" y="16"/>
                  </a:lnTo>
                  <a:lnTo>
                    <a:pt x="30" y="16"/>
                  </a:lnTo>
                  <a:lnTo>
                    <a:pt x="34" y="16"/>
                  </a:lnTo>
                  <a:lnTo>
                    <a:pt x="34" y="20"/>
                  </a:lnTo>
                  <a:lnTo>
                    <a:pt x="34" y="22"/>
                  </a:lnTo>
                  <a:lnTo>
                    <a:pt x="30" y="22"/>
                  </a:lnTo>
                  <a:lnTo>
                    <a:pt x="30" y="22"/>
                  </a:lnTo>
                  <a:lnTo>
                    <a:pt x="30" y="22"/>
                  </a:lnTo>
                  <a:lnTo>
                    <a:pt x="30" y="22"/>
                  </a:lnTo>
                  <a:lnTo>
                    <a:pt x="26" y="22"/>
                  </a:lnTo>
                  <a:lnTo>
                    <a:pt x="26" y="22"/>
                  </a:lnTo>
                  <a:lnTo>
                    <a:pt x="26" y="22"/>
                  </a:lnTo>
                  <a:lnTo>
                    <a:pt x="26" y="22"/>
                  </a:lnTo>
                  <a:lnTo>
                    <a:pt x="26" y="22"/>
                  </a:lnTo>
                  <a:lnTo>
                    <a:pt x="26" y="26"/>
                  </a:lnTo>
                  <a:lnTo>
                    <a:pt x="26" y="26"/>
                  </a:lnTo>
                  <a:lnTo>
                    <a:pt x="26" y="26"/>
                  </a:lnTo>
                  <a:lnTo>
                    <a:pt x="26"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7" name="Freeform 122"/>
            <p:cNvSpPr>
              <a:spLocks noChangeAspect="1" noEditPoints="1"/>
            </p:cNvSpPr>
            <p:nvPr/>
          </p:nvSpPr>
          <p:spPr bwMode="gray">
            <a:xfrm>
              <a:off x="5057356" y="1625574"/>
              <a:ext cx="570478" cy="309588"/>
            </a:xfrm>
            <a:custGeom>
              <a:avLst/>
              <a:gdLst>
                <a:gd name="T0" fmla="*/ 154 w 328"/>
                <a:gd name="T1" fmla="*/ 4 h 178"/>
                <a:gd name="T2" fmla="*/ 198 w 328"/>
                <a:gd name="T3" fmla="*/ 10 h 178"/>
                <a:gd name="T4" fmla="*/ 112 w 328"/>
                <a:gd name="T5" fmla="*/ 14 h 178"/>
                <a:gd name="T6" fmla="*/ 328 w 328"/>
                <a:gd name="T7" fmla="*/ 14 h 178"/>
                <a:gd name="T8" fmla="*/ 250 w 328"/>
                <a:gd name="T9" fmla="*/ 18 h 178"/>
                <a:gd name="T10" fmla="*/ 8 w 328"/>
                <a:gd name="T11" fmla="*/ 30 h 178"/>
                <a:gd name="T12" fmla="*/ 136 w 328"/>
                <a:gd name="T13" fmla="*/ 40 h 178"/>
                <a:gd name="T14" fmla="*/ 142 w 328"/>
                <a:gd name="T15" fmla="*/ 52 h 178"/>
                <a:gd name="T16" fmla="*/ 268 w 328"/>
                <a:gd name="T17" fmla="*/ 56 h 178"/>
                <a:gd name="T18" fmla="*/ 228 w 328"/>
                <a:gd name="T19" fmla="*/ 64 h 178"/>
                <a:gd name="T20" fmla="*/ 228 w 328"/>
                <a:gd name="T21" fmla="*/ 64 h 178"/>
                <a:gd name="T22" fmla="*/ 120 w 328"/>
                <a:gd name="T23" fmla="*/ 174 h 178"/>
                <a:gd name="T24" fmla="*/ 222 w 328"/>
                <a:gd name="T25" fmla="*/ 34 h 178"/>
                <a:gd name="T26" fmla="*/ 196 w 328"/>
                <a:gd name="T27" fmla="*/ 44 h 178"/>
                <a:gd name="T28" fmla="*/ 162 w 328"/>
                <a:gd name="T29" fmla="*/ 40 h 178"/>
                <a:gd name="T30" fmla="*/ 138 w 328"/>
                <a:gd name="T31" fmla="*/ 34 h 178"/>
                <a:gd name="T32" fmla="*/ 166 w 328"/>
                <a:gd name="T33" fmla="*/ 30 h 178"/>
                <a:gd name="T34" fmla="*/ 128 w 328"/>
                <a:gd name="T35" fmla="*/ 30 h 178"/>
                <a:gd name="T36" fmla="*/ 108 w 328"/>
                <a:gd name="T37" fmla="*/ 18 h 178"/>
                <a:gd name="T38" fmla="*/ 124 w 328"/>
                <a:gd name="T39" fmla="*/ 10 h 178"/>
                <a:gd name="T40" fmla="*/ 142 w 328"/>
                <a:gd name="T41" fmla="*/ 10 h 178"/>
                <a:gd name="T42" fmla="*/ 168 w 328"/>
                <a:gd name="T43" fmla="*/ 22 h 178"/>
                <a:gd name="T44" fmla="*/ 184 w 328"/>
                <a:gd name="T45" fmla="*/ 10 h 178"/>
                <a:gd name="T46" fmla="*/ 196 w 328"/>
                <a:gd name="T47" fmla="*/ 14 h 178"/>
                <a:gd name="T48" fmla="*/ 218 w 328"/>
                <a:gd name="T49" fmla="*/ 18 h 178"/>
                <a:gd name="T50" fmla="*/ 50 w 328"/>
                <a:gd name="T51" fmla="*/ 96 h 178"/>
                <a:gd name="T52" fmla="*/ 82 w 328"/>
                <a:gd name="T53" fmla="*/ 92 h 178"/>
                <a:gd name="T54" fmla="*/ 82 w 328"/>
                <a:gd name="T55" fmla="*/ 86 h 178"/>
                <a:gd name="T56" fmla="*/ 68 w 328"/>
                <a:gd name="T57" fmla="*/ 82 h 178"/>
                <a:gd name="T58" fmla="*/ 52 w 328"/>
                <a:gd name="T59" fmla="*/ 78 h 178"/>
                <a:gd name="T60" fmla="*/ 76 w 328"/>
                <a:gd name="T61" fmla="*/ 70 h 178"/>
                <a:gd name="T62" fmla="*/ 82 w 328"/>
                <a:gd name="T63" fmla="*/ 66 h 178"/>
                <a:gd name="T64" fmla="*/ 68 w 328"/>
                <a:gd name="T65" fmla="*/ 66 h 178"/>
                <a:gd name="T66" fmla="*/ 56 w 328"/>
                <a:gd name="T67" fmla="*/ 66 h 178"/>
                <a:gd name="T68" fmla="*/ 38 w 328"/>
                <a:gd name="T69" fmla="*/ 74 h 178"/>
                <a:gd name="T70" fmla="*/ 26 w 328"/>
                <a:gd name="T71" fmla="*/ 64 h 178"/>
                <a:gd name="T72" fmla="*/ 26 w 328"/>
                <a:gd name="T73" fmla="*/ 52 h 178"/>
                <a:gd name="T74" fmla="*/ 12 w 328"/>
                <a:gd name="T75" fmla="*/ 48 h 178"/>
                <a:gd name="T76" fmla="*/ 12 w 328"/>
                <a:gd name="T77" fmla="*/ 30 h 178"/>
                <a:gd name="T78" fmla="*/ 22 w 328"/>
                <a:gd name="T79" fmla="*/ 26 h 178"/>
                <a:gd name="T80" fmla="*/ 38 w 328"/>
                <a:gd name="T81" fmla="*/ 30 h 178"/>
                <a:gd name="T82" fmla="*/ 42 w 328"/>
                <a:gd name="T83" fmla="*/ 36 h 178"/>
                <a:gd name="T84" fmla="*/ 64 w 328"/>
                <a:gd name="T85" fmla="*/ 34 h 178"/>
                <a:gd name="T86" fmla="*/ 82 w 328"/>
                <a:gd name="T87" fmla="*/ 52 h 178"/>
                <a:gd name="T88" fmla="*/ 80 w 328"/>
                <a:gd name="T89" fmla="*/ 26 h 178"/>
                <a:gd name="T90" fmla="*/ 108 w 328"/>
                <a:gd name="T91" fmla="*/ 30 h 178"/>
                <a:gd name="T92" fmla="*/ 120 w 328"/>
                <a:gd name="T93" fmla="*/ 40 h 178"/>
                <a:gd name="T94" fmla="*/ 154 w 328"/>
                <a:gd name="T95" fmla="*/ 56 h 178"/>
                <a:gd name="T96" fmla="*/ 128 w 328"/>
                <a:gd name="T97" fmla="*/ 64 h 178"/>
                <a:gd name="T98" fmla="*/ 112 w 328"/>
                <a:gd name="T99" fmla="*/ 86 h 178"/>
                <a:gd name="T100" fmla="*/ 90 w 328"/>
                <a:gd name="T101" fmla="*/ 110 h 178"/>
                <a:gd name="T102" fmla="*/ 76 w 328"/>
                <a:gd name="T103" fmla="*/ 110 h 178"/>
                <a:gd name="T104" fmla="*/ 64 w 328"/>
                <a:gd name="T105" fmla="*/ 104 h 178"/>
                <a:gd name="T106" fmla="*/ 8 w 328"/>
                <a:gd name="T107" fmla="*/ 64 h 178"/>
                <a:gd name="T108" fmla="*/ 22 w 328"/>
                <a:gd name="T109" fmla="*/ 70 h 178"/>
                <a:gd name="T110" fmla="*/ 166 w 328"/>
                <a:gd name="T111" fmla="*/ 64 h 178"/>
                <a:gd name="T112" fmla="*/ 146 w 328"/>
                <a:gd name="T113" fmla="*/ 74 h 178"/>
                <a:gd name="T114" fmla="*/ 168 w 328"/>
                <a:gd name="T115" fmla="*/ 92 h 178"/>
                <a:gd name="T116" fmla="*/ 154 w 328"/>
                <a:gd name="T117" fmla="*/ 86 h 178"/>
                <a:gd name="T118" fmla="*/ 176 w 328"/>
                <a:gd name="T119" fmla="*/ 74 h 178"/>
                <a:gd name="T120" fmla="*/ 192 w 328"/>
                <a:gd name="T121" fmla="*/ 82 h 178"/>
                <a:gd name="T122" fmla="*/ 180 w 328"/>
                <a:gd name="T1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28" h="178">
                  <a:moveTo>
                    <a:pt x="146" y="4"/>
                  </a:moveTo>
                  <a:lnTo>
                    <a:pt x="146" y="0"/>
                  </a:lnTo>
                  <a:lnTo>
                    <a:pt x="142" y="0"/>
                  </a:lnTo>
                  <a:lnTo>
                    <a:pt x="146" y="0"/>
                  </a:lnTo>
                  <a:lnTo>
                    <a:pt x="150" y="0"/>
                  </a:lnTo>
                  <a:lnTo>
                    <a:pt x="150" y="4"/>
                  </a:lnTo>
                  <a:lnTo>
                    <a:pt x="146" y="4"/>
                  </a:lnTo>
                  <a:lnTo>
                    <a:pt x="146" y="4"/>
                  </a:lnTo>
                  <a:lnTo>
                    <a:pt x="146" y="4"/>
                  </a:lnTo>
                  <a:close/>
                  <a:moveTo>
                    <a:pt x="150" y="4"/>
                  </a:moveTo>
                  <a:lnTo>
                    <a:pt x="154" y="0"/>
                  </a:lnTo>
                  <a:lnTo>
                    <a:pt x="154" y="4"/>
                  </a:lnTo>
                  <a:lnTo>
                    <a:pt x="150" y="4"/>
                  </a:lnTo>
                  <a:lnTo>
                    <a:pt x="150" y="4"/>
                  </a:lnTo>
                  <a:lnTo>
                    <a:pt x="150" y="4"/>
                  </a:lnTo>
                  <a:close/>
                  <a:moveTo>
                    <a:pt x="136" y="6"/>
                  </a:moveTo>
                  <a:lnTo>
                    <a:pt x="132" y="6"/>
                  </a:lnTo>
                  <a:lnTo>
                    <a:pt x="136" y="6"/>
                  </a:lnTo>
                  <a:lnTo>
                    <a:pt x="136" y="6"/>
                  </a:lnTo>
                  <a:lnTo>
                    <a:pt x="136" y="6"/>
                  </a:lnTo>
                  <a:close/>
                  <a:moveTo>
                    <a:pt x="196" y="10"/>
                  </a:moveTo>
                  <a:lnTo>
                    <a:pt x="196" y="6"/>
                  </a:lnTo>
                  <a:lnTo>
                    <a:pt x="196" y="10"/>
                  </a:lnTo>
                  <a:lnTo>
                    <a:pt x="198" y="10"/>
                  </a:lnTo>
                  <a:lnTo>
                    <a:pt x="196" y="10"/>
                  </a:lnTo>
                  <a:lnTo>
                    <a:pt x="196" y="10"/>
                  </a:lnTo>
                  <a:lnTo>
                    <a:pt x="196" y="10"/>
                  </a:lnTo>
                  <a:close/>
                  <a:moveTo>
                    <a:pt x="112" y="14"/>
                  </a:moveTo>
                  <a:lnTo>
                    <a:pt x="108" y="14"/>
                  </a:lnTo>
                  <a:lnTo>
                    <a:pt x="108" y="10"/>
                  </a:lnTo>
                  <a:lnTo>
                    <a:pt x="112" y="10"/>
                  </a:lnTo>
                  <a:lnTo>
                    <a:pt x="116" y="10"/>
                  </a:lnTo>
                  <a:lnTo>
                    <a:pt x="116" y="14"/>
                  </a:lnTo>
                  <a:lnTo>
                    <a:pt x="112" y="14"/>
                  </a:lnTo>
                  <a:lnTo>
                    <a:pt x="112" y="14"/>
                  </a:lnTo>
                  <a:lnTo>
                    <a:pt x="112" y="14"/>
                  </a:lnTo>
                  <a:close/>
                  <a:moveTo>
                    <a:pt x="298" y="18"/>
                  </a:moveTo>
                  <a:lnTo>
                    <a:pt x="296" y="18"/>
                  </a:lnTo>
                  <a:lnTo>
                    <a:pt x="298" y="18"/>
                  </a:lnTo>
                  <a:lnTo>
                    <a:pt x="302" y="18"/>
                  </a:lnTo>
                  <a:lnTo>
                    <a:pt x="306" y="18"/>
                  </a:lnTo>
                  <a:lnTo>
                    <a:pt x="310" y="18"/>
                  </a:lnTo>
                  <a:lnTo>
                    <a:pt x="314" y="18"/>
                  </a:lnTo>
                  <a:lnTo>
                    <a:pt x="318" y="18"/>
                  </a:lnTo>
                  <a:lnTo>
                    <a:pt x="318" y="14"/>
                  </a:lnTo>
                  <a:lnTo>
                    <a:pt x="322" y="14"/>
                  </a:lnTo>
                  <a:lnTo>
                    <a:pt x="326" y="14"/>
                  </a:lnTo>
                  <a:lnTo>
                    <a:pt x="328" y="14"/>
                  </a:lnTo>
                  <a:lnTo>
                    <a:pt x="326" y="14"/>
                  </a:lnTo>
                  <a:lnTo>
                    <a:pt x="326" y="18"/>
                  </a:lnTo>
                  <a:lnTo>
                    <a:pt x="322" y="18"/>
                  </a:lnTo>
                  <a:lnTo>
                    <a:pt x="318" y="18"/>
                  </a:lnTo>
                  <a:lnTo>
                    <a:pt x="314" y="18"/>
                  </a:lnTo>
                  <a:lnTo>
                    <a:pt x="310" y="18"/>
                  </a:lnTo>
                  <a:lnTo>
                    <a:pt x="306" y="18"/>
                  </a:lnTo>
                  <a:lnTo>
                    <a:pt x="298" y="18"/>
                  </a:lnTo>
                  <a:lnTo>
                    <a:pt x="298" y="18"/>
                  </a:lnTo>
                  <a:lnTo>
                    <a:pt x="298" y="18"/>
                  </a:lnTo>
                  <a:close/>
                  <a:moveTo>
                    <a:pt x="248" y="18"/>
                  </a:moveTo>
                  <a:lnTo>
                    <a:pt x="250" y="18"/>
                  </a:lnTo>
                  <a:lnTo>
                    <a:pt x="248" y="18"/>
                  </a:lnTo>
                  <a:lnTo>
                    <a:pt x="244" y="18"/>
                  </a:lnTo>
                  <a:lnTo>
                    <a:pt x="248" y="18"/>
                  </a:lnTo>
                  <a:lnTo>
                    <a:pt x="248" y="18"/>
                  </a:lnTo>
                  <a:lnTo>
                    <a:pt x="248" y="18"/>
                  </a:lnTo>
                  <a:close/>
                  <a:moveTo>
                    <a:pt x="8" y="30"/>
                  </a:moveTo>
                  <a:lnTo>
                    <a:pt x="4" y="30"/>
                  </a:lnTo>
                  <a:lnTo>
                    <a:pt x="0" y="30"/>
                  </a:lnTo>
                  <a:lnTo>
                    <a:pt x="4" y="30"/>
                  </a:lnTo>
                  <a:lnTo>
                    <a:pt x="8" y="30"/>
                  </a:lnTo>
                  <a:lnTo>
                    <a:pt x="8" y="30"/>
                  </a:lnTo>
                  <a:lnTo>
                    <a:pt x="8" y="30"/>
                  </a:lnTo>
                  <a:close/>
                  <a:moveTo>
                    <a:pt x="4" y="34"/>
                  </a:moveTo>
                  <a:lnTo>
                    <a:pt x="4" y="30"/>
                  </a:lnTo>
                  <a:lnTo>
                    <a:pt x="8" y="30"/>
                  </a:lnTo>
                  <a:lnTo>
                    <a:pt x="8" y="34"/>
                  </a:lnTo>
                  <a:lnTo>
                    <a:pt x="4" y="34"/>
                  </a:lnTo>
                  <a:lnTo>
                    <a:pt x="4" y="34"/>
                  </a:lnTo>
                  <a:lnTo>
                    <a:pt x="4" y="34"/>
                  </a:lnTo>
                  <a:close/>
                  <a:moveTo>
                    <a:pt x="136" y="40"/>
                  </a:moveTo>
                  <a:lnTo>
                    <a:pt x="132" y="40"/>
                  </a:lnTo>
                  <a:lnTo>
                    <a:pt x="128" y="40"/>
                  </a:lnTo>
                  <a:lnTo>
                    <a:pt x="132" y="40"/>
                  </a:lnTo>
                  <a:lnTo>
                    <a:pt x="136" y="40"/>
                  </a:lnTo>
                  <a:lnTo>
                    <a:pt x="138" y="40"/>
                  </a:lnTo>
                  <a:lnTo>
                    <a:pt x="136" y="40"/>
                  </a:lnTo>
                  <a:lnTo>
                    <a:pt x="136" y="40"/>
                  </a:lnTo>
                  <a:lnTo>
                    <a:pt x="136" y="40"/>
                  </a:lnTo>
                  <a:close/>
                  <a:moveTo>
                    <a:pt x="138" y="52"/>
                  </a:moveTo>
                  <a:lnTo>
                    <a:pt x="136" y="52"/>
                  </a:lnTo>
                  <a:lnTo>
                    <a:pt x="136" y="48"/>
                  </a:lnTo>
                  <a:lnTo>
                    <a:pt x="138" y="48"/>
                  </a:lnTo>
                  <a:lnTo>
                    <a:pt x="142" y="48"/>
                  </a:lnTo>
                  <a:lnTo>
                    <a:pt x="146" y="48"/>
                  </a:lnTo>
                  <a:lnTo>
                    <a:pt x="146" y="52"/>
                  </a:lnTo>
                  <a:lnTo>
                    <a:pt x="142" y="52"/>
                  </a:lnTo>
                  <a:lnTo>
                    <a:pt x="138" y="52"/>
                  </a:lnTo>
                  <a:lnTo>
                    <a:pt x="138" y="52"/>
                  </a:lnTo>
                  <a:lnTo>
                    <a:pt x="138" y="52"/>
                  </a:lnTo>
                  <a:close/>
                  <a:moveTo>
                    <a:pt x="250" y="56"/>
                  </a:moveTo>
                  <a:lnTo>
                    <a:pt x="248" y="56"/>
                  </a:lnTo>
                  <a:lnTo>
                    <a:pt x="250" y="52"/>
                  </a:lnTo>
                  <a:lnTo>
                    <a:pt x="254" y="52"/>
                  </a:lnTo>
                  <a:lnTo>
                    <a:pt x="258" y="52"/>
                  </a:lnTo>
                  <a:lnTo>
                    <a:pt x="262" y="52"/>
                  </a:lnTo>
                  <a:lnTo>
                    <a:pt x="262" y="56"/>
                  </a:lnTo>
                  <a:lnTo>
                    <a:pt x="266" y="56"/>
                  </a:lnTo>
                  <a:lnTo>
                    <a:pt x="268" y="56"/>
                  </a:lnTo>
                  <a:lnTo>
                    <a:pt x="268" y="52"/>
                  </a:lnTo>
                  <a:lnTo>
                    <a:pt x="272" y="52"/>
                  </a:lnTo>
                  <a:lnTo>
                    <a:pt x="272" y="56"/>
                  </a:lnTo>
                  <a:lnTo>
                    <a:pt x="268" y="56"/>
                  </a:lnTo>
                  <a:lnTo>
                    <a:pt x="266" y="56"/>
                  </a:lnTo>
                  <a:lnTo>
                    <a:pt x="262" y="56"/>
                  </a:lnTo>
                  <a:lnTo>
                    <a:pt x="258" y="56"/>
                  </a:lnTo>
                  <a:lnTo>
                    <a:pt x="254" y="56"/>
                  </a:lnTo>
                  <a:lnTo>
                    <a:pt x="250" y="56"/>
                  </a:lnTo>
                  <a:lnTo>
                    <a:pt x="250" y="56"/>
                  </a:lnTo>
                  <a:lnTo>
                    <a:pt x="250" y="56"/>
                  </a:lnTo>
                  <a:close/>
                  <a:moveTo>
                    <a:pt x="228" y="64"/>
                  </a:moveTo>
                  <a:lnTo>
                    <a:pt x="228" y="60"/>
                  </a:lnTo>
                  <a:lnTo>
                    <a:pt x="224" y="60"/>
                  </a:lnTo>
                  <a:lnTo>
                    <a:pt x="224" y="56"/>
                  </a:lnTo>
                  <a:lnTo>
                    <a:pt x="228" y="56"/>
                  </a:lnTo>
                  <a:lnTo>
                    <a:pt x="228" y="60"/>
                  </a:lnTo>
                  <a:lnTo>
                    <a:pt x="232" y="60"/>
                  </a:lnTo>
                  <a:lnTo>
                    <a:pt x="236" y="60"/>
                  </a:lnTo>
                  <a:lnTo>
                    <a:pt x="232" y="60"/>
                  </a:lnTo>
                  <a:lnTo>
                    <a:pt x="232" y="64"/>
                  </a:lnTo>
                  <a:lnTo>
                    <a:pt x="228" y="64"/>
                  </a:lnTo>
                  <a:lnTo>
                    <a:pt x="228" y="64"/>
                  </a:lnTo>
                  <a:lnTo>
                    <a:pt x="228" y="64"/>
                  </a:lnTo>
                  <a:close/>
                  <a:moveTo>
                    <a:pt x="206" y="122"/>
                  </a:moveTo>
                  <a:lnTo>
                    <a:pt x="206" y="118"/>
                  </a:lnTo>
                  <a:lnTo>
                    <a:pt x="210" y="118"/>
                  </a:lnTo>
                  <a:lnTo>
                    <a:pt x="210" y="114"/>
                  </a:lnTo>
                  <a:lnTo>
                    <a:pt x="214" y="114"/>
                  </a:lnTo>
                  <a:lnTo>
                    <a:pt x="210" y="118"/>
                  </a:lnTo>
                  <a:lnTo>
                    <a:pt x="206" y="122"/>
                  </a:lnTo>
                  <a:lnTo>
                    <a:pt x="206" y="122"/>
                  </a:lnTo>
                  <a:lnTo>
                    <a:pt x="206" y="122"/>
                  </a:lnTo>
                  <a:close/>
                  <a:moveTo>
                    <a:pt x="120" y="178"/>
                  </a:moveTo>
                  <a:lnTo>
                    <a:pt x="116" y="174"/>
                  </a:lnTo>
                  <a:lnTo>
                    <a:pt x="120" y="174"/>
                  </a:lnTo>
                  <a:lnTo>
                    <a:pt x="124" y="174"/>
                  </a:lnTo>
                  <a:lnTo>
                    <a:pt x="124" y="178"/>
                  </a:lnTo>
                  <a:lnTo>
                    <a:pt x="120" y="178"/>
                  </a:lnTo>
                  <a:lnTo>
                    <a:pt x="120" y="178"/>
                  </a:lnTo>
                  <a:lnTo>
                    <a:pt x="120" y="178"/>
                  </a:lnTo>
                  <a:close/>
                  <a:moveTo>
                    <a:pt x="236" y="22"/>
                  </a:moveTo>
                  <a:lnTo>
                    <a:pt x="236" y="26"/>
                  </a:lnTo>
                  <a:lnTo>
                    <a:pt x="232" y="26"/>
                  </a:lnTo>
                  <a:lnTo>
                    <a:pt x="232" y="30"/>
                  </a:lnTo>
                  <a:lnTo>
                    <a:pt x="228" y="30"/>
                  </a:lnTo>
                  <a:lnTo>
                    <a:pt x="224" y="30"/>
                  </a:lnTo>
                  <a:lnTo>
                    <a:pt x="222" y="34"/>
                  </a:lnTo>
                  <a:lnTo>
                    <a:pt x="218" y="34"/>
                  </a:lnTo>
                  <a:lnTo>
                    <a:pt x="218" y="36"/>
                  </a:lnTo>
                  <a:lnTo>
                    <a:pt x="222" y="36"/>
                  </a:lnTo>
                  <a:lnTo>
                    <a:pt x="218" y="36"/>
                  </a:lnTo>
                  <a:lnTo>
                    <a:pt x="218" y="40"/>
                  </a:lnTo>
                  <a:lnTo>
                    <a:pt x="214" y="40"/>
                  </a:lnTo>
                  <a:lnTo>
                    <a:pt x="210" y="40"/>
                  </a:lnTo>
                  <a:lnTo>
                    <a:pt x="206" y="40"/>
                  </a:lnTo>
                  <a:lnTo>
                    <a:pt x="202" y="40"/>
                  </a:lnTo>
                  <a:lnTo>
                    <a:pt x="198" y="40"/>
                  </a:lnTo>
                  <a:lnTo>
                    <a:pt x="196" y="40"/>
                  </a:lnTo>
                  <a:lnTo>
                    <a:pt x="196" y="44"/>
                  </a:lnTo>
                  <a:lnTo>
                    <a:pt x="192" y="44"/>
                  </a:lnTo>
                  <a:lnTo>
                    <a:pt x="188" y="44"/>
                  </a:lnTo>
                  <a:lnTo>
                    <a:pt x="184" y="44"/>
                  </a:lnTo>
                  <a:lnTo>
                    <a:pt x="180" y="44"/>
                  </a:lnTo>
                  <a:lnTo>
                    <a:pt x="176" y="44"/>
                  </a:lnTo>
                  <a:lnTo>
                    <a:pt x="172" y="44"/>
                  </a:lnTo>
                  <a:lnTo>
                    <a:pt x="172" y="40"/>
                  </a:lnTo>
                  <a:lnTo>
                    <a:pt x="176" y="40"/>
                  </a:lnTo>
                  <a:lnTo>
                    <a:pt x="172" y="40"/>
                  </a:lnTo>
                  <a:lnTo>
                    <a:pt x="168" y="40"/>
                  </a:lnTo>
                  <a:lnTo>
                    <a:pt x="166" y="40"/>
                  </a:lnTo>
                  <a:lnTo>
                    <a:pt x="162" y="40"/>
                  </a:lnTo>
                  <a:lnTo>
                    <a:pt x="158" y="40"/>
                  </a:lnTo>
                  <a:lnTo>
                    <a:pt x="154" y="40"/>
                  </a:lnTo>
                  <a:lnTo>
                    <a:pt x="150" y="40"/>
                  </a:lnTo>
                  <a:lnTo>
                    <a:pt x="146" y="40"/>
                  </a:lnTo>
                  <a:lnTo>
                    <a:pt x="146" y="36"/>
                  </a:lnTo>
                  <a:lnTo>
                    <a:pt x="142" y="36"/>
                  </a:lnTo>
                  <a:lnTo>
                    <a:pt x="138" y="36"/>
                  </a:lnTo>
                  <a:lnTo>
                    <a:pt x="136" y="36"/>
                  </a:lnTo>
                  <a:lnTo>
                    <a:pt x="132" y="36"/>
                  </a:lnTo>
                  <a:lnTo>
                    <a:pt x="132" y="34"/>
                  </a:lnTo>
                  <a:lnTo>
                    <a:pt x="136" y="34"/>
                  </a:lnTo>
                  <a:lnTo>
                    <a:pt x="138" y="34"/>
                  </a:lnTo>
                  <a:lnTo>
                    <a:pt x="142" y="34"/>
                  </a:lnTo>
                  <a:lnTo>
                    <a:pt x="146" y="34"/>
                  </a:lnTo>
                  <a:lnTo>
                    <a:pt x="150" y="34"/>
                  </a:lnTo>
                  <a:lnTo>
                    <a:pt x="146" y="34"/>
                  </a:lnTo>
                  <a:lnTo>
                    <a:pt x="142" y="34"/>
                  </a:lnTo>
                  <a:lnTo>
                    <a:pt x="150" y="30"/>
                  </a:lnTo>
                  <a:lnTo>
                    <a:pt x="154" y="30"/>
                  </a:lnTo>
                  <a:lnTo>
                    <a:pt x="158" y="30"/>
                  </a:lnTo>
                  <a:lnTo>
                    <a:pt x="162" y="30"/>
                  </a:lnTo>
                  <a:lnTo>
                    <a:pt x="166" y="30"/>
                  </a:lnTo>
                  <a:lnTo>
                    <a:pt x="168" y="30"/>
                  </a:lnTo>
                  <a:lnTo>
                    <a:pt x="166" y="30"/>
                  </a:lnTo>
                  <a:lnTo>
                    <a:pt x="162" y="30"/>
                  </a:lnTo>
                  <a:lnTo>
                    <a:pt x="158" y="30"/>
                  </a:lnTo>
                  <a:lnTo>
                    <a:pt x="162" y="30"/>
                  </a:lnTo>
                  <a:lnTo>
                    <a:pt x="162" y="26"/>
                  </a:lnTo>
                  <a:lnTo>
                    <a:pt x="158" y="26"/>
                  </a:lnTo>
                  <a:lnTo>
                    <a:pt x="154" y="26"/>
                  </a:lnTo>
                  <a:lnTo>
                    <a:pt x="150" y="26"/>
                  </a:lnTo>
                  <a:lnTo>
                    <a:pt x="146" y="30"/>
                  </a:lnTo>
                  <a:lnTo>
                    <a:pt x="142" y="30"/>
                  </a:lnTo>
                  <a:lnTo>
                    <a:pt x="138" y="30"/>
                  </a:lnTo>
                  <a:lnTo>
                    <a:pt x="136" y="30"/>
                  </a:lnTo>
                  <a:lnTo>
                    <a:pt x="128" y="30"/>
                  </a:lnTo>
                  <a:lnTo>
                    <a:pt x="120" y="30"/>
                  </a:lnTo>
                  <a:lnTo>
                    <a:pt x="116" y="30"/>
                  </a:lnTo>
                  <a:lnTo>
                    <a:pt x="112" y="30"/>
                  </a:lnTo>
                  <a:lnTo>
                    <a:pt x="108" y="26"/>
                  </a:lnTo>
                  <a:lnTo>
                    <a:pt x="112" y="22"/>
                  </a:lnTo>
                  <a:lnTo>
                    <a:pt x="116" y="22"/>
                  </a:lnTo>
                  <a:lnTo>
                    <a:pt x="112" y="22"/>
                  </a:lnTo>
                  <a:lnTo>
                    <a:pt x="108" y="22"/>
                  </a:lnTo>
                  <a:lnTo>
                    <a:pt x="108" y="18"/>
                  </a:lnTo>
                  <a:lnTo>
                    <a:pt x="108" y="22"/>
                  </a:lnTo>
                  <a:lnTo>
                    <a:pt x="112" y="18"/>
                  </a:lnTo>
                  <a:lnTo>
                    <a:pt x="108" y="18"/>
                  </a:lnTo>
                  <a:lnTo>
                    <a:pt x="106" y="18"/>
                  </a:lnTo>
                  <a:lnTo>
                    <a:pt x="108" y="18"/>
                  </a:lnTo>
                  <a:lnTo>
                    <a:pt x="112" y="18"/>
                  </a:lnTo>
                  <a:lnTo>
                    <a:pt x="116" y="18"/>
                  </a:lnTo>
                  <a:lnTo>
                    <a:pt x="120" y="18"/>
                  </a:lnTo>
                  <a:lnTo>
                    <a:pt x="124" y="18"/>
                  </a:lnTo>
                  <a:lnTo>
                    <a:pt x="128" y="18"/>
                  </a:lnTo>
                  <a:lnTo>
                    <a:pt x="124" y="18"/>
                  </a:lnTo>
                  <a:lnTo>
                    <a:pt x="124" y="14"/>
                  </a:lnTo>
                  <a:lnTo>
                    <a:pt x="120" y="14"/>
                  </a:lnTo>
                  <a:lnTo>
                    <a:pt x="120" y="10"/>
                  </a:lnTo>
                  <a:lnTo>
                    <a:pt x="124" y="10"/>
                  </a:lnTo>
                  <a:lnTo>
                    <a:pt x="128" y="14"/>
                  </a:lnTo>
                  <a:lnTo>
                    <a:pt x="132" y="14"/>
                  </a:lnTo>
                  <a:lnTo>
                    <a:pt x="132" y="10"/>
                  </a:lnTo>
                  <a:lnTo>
                    <a:pt x="136" y="10"/>
                  </a:lnTo>
                  <a:lnTo>
                    <a:pt x="132" y="10"/>
                  </a:lnTo>
                  <a:lnTo>
                    <a:pt x="128" y="10"/>
                  </a:lnTo>
                  <a:lnTo>
                    <a:pt x="128" y="6"/>
                  </a:lnTo>
                  <a:lnTo>
                    <a:pt x="132" y="6"/>
                  </a:lnTo>
                  <a:lnTo>
                    <a:pt x="136" y="6"/>
                  </a:lnTo>
                  <a:lnTo>
                    <a:pt x="136" y="10"/>
                  </a:lnTo>
                  <a:lnTo>
                    <a:pt x="138" y="10"/>
                  </a:lnTo>
                  <a:lnTo>
                    <a:pt x="142" y="10"/>
                  </a:lnTo>
                  <a:lnTo>
                    <a:pt x="142" y="14"/>
                  </a:lnTo>
                  <a:lnTo>
                    <a:pt x="146" y="14"/>
                  </a:lnTo>
                  <a:lnTo>
                    <a:pt x="150" y="14"/>
                  </a:lnTo>
                  <a:lnTo>
                    <a:pt x="154" y="14"/>
                  </a:lnTo>
                  <a:lnTo>
                    <a:pt x="158" y="14"/>
                  </a:lnTo>
                  <a:lnTo>
                    <a:pt x="162" y="14"/>
                  </a:lnTo>
                  <a:lnTo>
                    <a:pt x="162" y="18"/>
                  </a:lnTo>
                  <a:lnTo>
                    <a:pt x="158" y="18"/>
                  </a:lnTo>
                  <a:lnTo>
                    <a:pt x="162" y="18"/>
                  </a:lnTo>
                  <a:lnTo>
                    <a:pt x="166" y="18"/>
                  </a:lnTo>
                  <a:lnTo>
                    <a:pt x="166" y="22"/>
                  </a:lnTo>
                  <a:lnTo>
                    <a:pt x="168" y="22"/>
                  </a:lnTo>
                  <a:lnTo>
                    <a:pt x="168" y="18"/>
                  </a:lnTo>
                  <a:lnTo>
                    <a:pt x="168" y="14"/>
                  </a:lnTo>
                  <a:lnTo>
                    <a:pt x="172" y="14"/>
                  </a:lnTo>
                  <a:lnTo>
                    <a:pt x="168" y="14"/>
                  </a:lnTo>
                  <a:lnTo>
                    <a:pt x="168" y="10"/>
                  </a:lnTo>
                  <a:lnTo>
                    <a:pt x="172" y="10"/>
                  </a:lnTo>
                  <a:lnTo>
                    <a:pt x="172" y="14"/>
                  </a:lnTo>
                  <a:lnTo>
                    <a:pt x="176" y="10"/>
                  </a:lnTo>
                  <a:lnTo>
                    <a:pt x="176" y="6"/>
                  </a:lnTo>
                  <a:lnTo>
                    <a:pt x="180" y="6"/>
                  </a:lnTo>
                  <a:lnTo>
                    <a:pt x="180" y="10"/>
                  </a:lnTo>
                  <a:lnTo>
                    <a:pt x="184" y="10"/>
                  </a:lnTo>
                  <a:lnTo>
                    <a:pt x="180" y="10"/>
                  </a:lnTo>
                  <a:lnTo>
                    <a:pt x="184" y="10"/>
                  </a:lnTo>
                  <a:lnTo>
                    <a:pt x="180" y="14"/>
                  </a:lnTo>
                  <a:lnTo>
                    <a:pt x="176" y="14"/>
                  </a:lnTo>
                  <a:lnTo>
                    <a:pt x="176" y="18"/>
                  </a:lnTo>
                  <a:lnTo>
                    <a:pt x="180" y="18"/>
                  </a:lnTo>
                  <a:lnTo>
                    <a:pt x="184" y="14"/>
                  </a:lnTo>
                  <a:lnTo>
                    <a:pt x="184" y="18"/>
                  </a:lnTo>
                  <a:lnTo>
                    <a:pt x="188" y="18"/>
                  </a:lnTo>
                  <a:lnTo>
                    <a:pt x="188" y="14"/>
                  </a:lnTo>
                  <a:lnTo>
                    <a:pt x="192" y="14"/>
                  </a:lnTo>
                  <a:lnTo>
                    <a:pt x="196" y="14"/>
                  </a:lnTo>
                  <a:lnTo>
                    <a:pt x="198" y="14"/>
                  </a:lnTo>
                  <a:lnTo>
                    <a:pt x="196" y="10"/>
                  </a:lnTo>
                  <a:lnTo>
                    <a:pt x="198" y="10"/>
                  </a:lnTo>
                  <a:lnTo>
                    <a:pt x="198" y="14"/>
                  </a:lnTo>
                  <a:lnTo>
                    <a:pt x="202" y="14"/>
                  </a:lnTo>
                  <a:lnTo>
                    <a:pt x="202" y="10"/>
                  </a:lnTo>
                  <a:lnTo>
                    <a:pt x="202" y="14"/>
                  </a:lnTo>
                  <a:lnTo>
                    <a:pt x="206" y="14"/>
                  </a:lnTo>
                  <a:lnTo>
                    <a:pt x="210" y="14"/>
                  </a:lnTo>
                  <a:lnTo>
                    <a:pt x="214" y="14"/>
                  </a:lnTo>
                  <a:lnTo>
                    <a:pt x="218" y="14"/>
                  </a:lnTo>
                  <a:lnTo>
                    <a:pt x="218" y="18"/>
                  </a:lnTo>
                  <a:lnTo>
                    <a:pt x="222" y="18"/>
                  </a:lnTo>
                  <a:lnTo>
                    <a:pt x="224" y="18"/>
                  </a:lnTo>
                  <a:lnTo>
                    <a:pt x="228" y="18"/>
                  </a:lnTo>
                  <a:lnTo>
                    <a:pt x="232" y="18"/>
                  </a:lnTo>
                  <a:lnTo>
                    <a:pt x="236" y="18"/>
                  </a:lnTo>
                  <a:lnTo>
                    <a:pt x="236" y="22"/>
                  </a:lnTo>
                  <a:lnTo>
                    <a:pt x="236" y="22"/>
                  </a:lnTo>
                  <a:lnTo>
                    <a:pt x="236" y="22"/>
                  </a:lnTo>
                  <a:close/>
                  <a:moveTo>
                    <a:pt x="56" y="104"/>
                  </a:moveTo>
                  <a:lnTo>
                    <a:pt x="52" y="100"/>
                  </a:lnTo>
                  <a:lnTo>
                    <a:pt x="52" y="96"/>
                  </a:lnTo>
                  <a:lnTo>
                    <a:pt x="50" y="96"/>
                  </a:lnTo>
                  <a:lnTo>
                    <a:pt x="50" y="92"/>
                  </a:lnTo>
                  <a:lnTo>
                    <a:pt x="52" y="92"/>
                  </a:lnTo>
                  <a:lnTo>
                    <a:pt x="56" y="92"/>
                  </a:lnTo>
                  <a:lnTo>
                    <a:pt x="60" y="92"/>
                  </a:lnTo>
                  <a:lnTo>
                    <a:pt x="64" y="92"/>
                  </a:lnTo>
                  <a:lnTo>
                    <a:pt x="68" y="92"/>
                  </a:lnTo>
                  <a:lnTo>
                    <a:pt x="72" y="92"/>
                  </a:lnTo>
                  <a:lnTo>
                    <a:pt x="76" y="92"/>
                  </a:lnTo>
                  <a:lnTo>
                    <a:pt x="80" y="92"/>
                  </a:lnTo>
                  <a:lnTo>
                    <a:pt x="80" y="96"/>
                  </a:lnTo>
                  <a:lnTo>
                    <a:pt x="82" y="96"/>
                  </a:lnTo>
                  <a:lnTo>
                    <a:pt x="82" y="92"/>
                  </a:lnTo>
                  <a:lnTo>
                    <a:pt x="80" y="92"/>
                  </a:lnTo>
                  <a:lnTo>
                    <a:pt x="76" y="92"/>
                  </a:lnTo>
                  <a:lnTo>
                    <a:pt x="72" y="92"/>
                  </a:lnTo>
                  <a:lnTo>
                    <a:pt x="68" y="88"/>
                  </a:lnTo>
                  <a:lnTo>
                    <a:pt x="64" y="88"/>
                  </a:lnTo>
                  <a:lnTo>
                    <a:pt x="60" y="88"/>
                  </a:lnTo>
                  <a:lnTo>
                    <a:pt x="64" y="88"/>
                  </a:lnTo>
                  <a:lnTo>
                    <a:pt x="68" y="88"/>
                  </a:lnTo>
                  <a:lnTo>
                    <a:pt x="72" y="86"/>
                  </a:lnTo>
                  <a:lnTo>
                    <a:pt x="76" y="86"/>
                  </a:lnTo>
                  <a:lnTo>
                    <a:pt x="80" y="86"/>
                  </a:lnTo>
                  <a:lnTo>
                    <a:pt x="82" y="86"/>
                  </a:lnTo>
                  <a:lnTo>
                    <a:pt x="86" y="86"/>
                  </a:lnTo>
                  <a:lnTo>
                    <a:pt x="90" y="86"/>
                  </a:lnTo>
                  <a:lnTo>
                    <a:pt x="90" y="82"/>
                  </a:lnTo>
                  <a:lnTo>
                    <a:pt x="94" y="82"/>
                  </a:lnTo>
                  <a:lnTo>
                    <a:pt x="90" y="82"/>
                  </a:lnTo>
                  <a:lnTo>
                    <a:pt x="86" y="82"/>
                  </a:lnTo>
                  <a:lnTo>
                    <a:pt x="86" y="86"/>
                  </a:lnTo>
                  <a:lnTo>
                    <a:pt x="82" y="86"/>
                  </a:lnTo>
                  <a:lnTo>
                    <a:pt x="80" y="86"/>
                  </a:lnTo>
                  <a:lnTo>
                    <a:pt x="76" y="86"/>
                  </a:lnTo>
                  <a:lnTo>
                    <a:pt x="72" y="82"/>
                  </a:lnTo>
                  <a:lnTo>
                    <a:pt x="68" y="82"/>
                  </a:lnTo>
                  <a:lnTo>
                    <a:pt x="68" y="86"/>
                  </a:lnTo>
                  <a:lnTo>
                    <a:pt x="64" y="86"/>
                  </a:lnTo>
                  <a:lnTo>
                    <a:pt x="60" y="86"/>
                  </a:lnTo>
                  <a:lnTo>
                    <a:pt x="56" y="86"/>
                  </a:lnTo>
                  <a:lnTo>
                    <a:pt x="52" y="86"/>
                  </a:lnTo>
                  <a:lnTo>
                    <a:pt x="50" y="86"/>
                  </a:lnTo>
                  <a:lnTo>
                    <a:pt x="50" y="88"/>
                  </a:lnTo>
                  <a:lnTo>
                    <a:pt x="46" y="86"/>
                  </a:lnTo>
                  <a:lnTo>
                    <a:pt x="46" y="82"/>
                  </a:lnTo>
                  <a:lnTo>
                    <a:pt x="46" y="78"/>
                  </a:lnTo>
                  <a:lnTo>
                    <a:pt x="50" y="78"/>
                  </a:lnTo>
                  <a:lnTo>
                    <a:pt x="52" y="78"/>
                  </a:lnTo>
                  <a:lnTo>
                    <a:pt x="52" y="82"/>
                  </a:lnTo>
                  <a:lnTo>
                    <a:pt x="56" y="82"/>
                  </a:lnTo>
                  <a:lnTo>
                    <a:pt x="52" y="78"/>
                  </a:lnTo>
                  <a:lnTo>
                    <a:pt x="56" y="78"/>
                  </a:lnTo>
                  <a:lnTo>
                    <a:pt x="60" y="78"/>
                  </a:lnTo>
                  <a:lnTo>
                    <a:pt x="64" y="78"/>
                  </a:lnTo>
                  <a:lnTo>
                    <a:pt x="64" y="74"/>
                  </a:lnTo>
                  <a:lnTo>
                    <a:pt x="68" y="74"/>
                  </a:lnTo>
                  <a:lnTo>
                    <a:pt x="72" y="74"/>
                  </a:lnTo>
                  <a:lnTo>
                    <a:pt x="76" y="74"/>
                  </a:lnTo>
                  <a:lnTo>
                    <a:pt x="72" y="70"/>
                  </a:lnTo>
                  <a:lnTo>
                    <a:pt x="76" y="70"/>
                  </a:lnTo>
                  <a:lnTo>
                    <a:pt x="80" y="70"/>
                  </a:lnTo>
                  <a:lnTo>
                    <a:pt x="82" y="70"/>
                  </a:lnTo>
                  <a:lnTo>
                    <a:pt x="86" y="70"/>
                  </a:lnTo>
                  <a:lnTo>
                    <a:pt x="90" y="70"/>
                  </a:lnTo>
                  <a:lnTo>
                    <a:pt x="94" y="70"/>
                  </a:lnTo>
                  <a:lnTo>
                    <a:pt x="98" y="66"/>
                  </a:lnTo>
                  <a:lnTo>
                    <a:pt x="94" y="66"/>
                  </a:lnTo>
                  <a:lnTo>
                    <a:pt x="90" y="66"/>
                  </a:lnTo>
                  <a:lnTo>
                    <a:pt x="90" y="70"/>
                  </a:lnTo>
                  <a:lnTo>
                    <a:pt x="90" y="66"/>
                  </a:lnTo>
                  <a:lnTo>
                    <a:pt x="86" y="66"/>
                  </a:lnTo>
                  <a:lnTo>
                    <a:pt x="82" y="66"/>
                  </a:lnTo>
                  <a:lnTo>
                    <a:pt x="82" y="64"/>
                  </a:lnTo>
                  <a:lnTo>
                    <a:pt x="86" y="64"/>
                  </a:lnTo>
                  <a:lnTo>
                    <a:pt x="90" y="64"/>
                  </a:lnTo>
                  <a:lnTo>
                    <a:pt x="90" y="60"/>
                  </a:lnTo>
                  <a:lnTo>
                    <a:pt x="86" y="60"/>
                  </a:lnTo>
                  <a:lnTo>
                    <a:pt x="82" y="60"/>
                  </a:lnTo>
                  <a:lnTo>
                    <a:pt x="82" y="64"/>
                  </a:lnTo>
                  <a:lnTo>
                    <a:pt x="80" y="64"/>
                  </a:lnTo>
                  <a:lnTo>
                    <a:pt x="80" y="66"/>
                  </a:lnTo>
                  <a:lnTo>
                    <a:pt x="76" y="66"/>
                  </a:lnTo>
                  <a:lnTo>
                    <a:pt x="72" y="66"/>
                  </a:lnTo>
                  <a:lnTo>
                    <a:pt x="68" y="66"/>
                  </a:lnTo>
                  <a:lnTo>
                    <a:pt x="68" y="64"/>
                  </a:lnTo>
                  <a:lnTo>
                    <a:pt x="72" y="64"/>
                  </a:lnTo>
                  <a:lnTo>
                    <a:pt x="72" y="60"/>
                  </a:lnTo>
                  <a:lnTo>
                    <a:pt x="72" y="56"/>
                  </a:lnTo>
                  <a:lnTo>
                    <a:pt x="68" y="56"/>
                  </a:lnTo>
                  <a:lnTo>
                    <a:pt x="68" y="60"/>
                  </a:lnTo>
                  <a:lnTo>
                    <a:pt x="64" y="64"/>
                  </a:lnTo>
                  <a:lnTo>
                    <a:pt x="60" y="64"/>
                  </a:lnTo>
                  <a:lnTo>
                    <a:pt x="60" y="60"/>
                  </a:lnTo>
                  <a:lnTo>
                    <a:pt x="56" y="60"/>
                  </a:lnTo>
                  <a:lnTo>
                    <a:pt x="56" y="64"/>
                  </a:lnTo>
                  <a:lnTo>
                    <a:pt x="56" y="66"/>
                  </a:lnTo>
                  <a:lnTo>
                    <a:pt x="60" y="66"/>
                  </a:lnTo>
                  <a:lnTo>
                    <a:pt x="60" y="70"/>
                  </a:lnTo>
                  <a:lnTo>
                    <a:pt x="56" y="70"/>
                  </a:lnTo>
                  <a:lnTo>
                    <a:pt x="56" y="66"/>
                  </a:lnTo>
                  <a:lnTo>
                    <a:pt x="52" y="70"/>
                  </a:lnTo>
                  <a:lnTo>
                    <a:pt x="50" y="70"/>
                  </a:lnTo>
                  <a:lnTo>
                    <a:pt x="46" y="70"/>
                  </a:lnTo>
                  <a:lnTo>
                    <a:pt x="46" y="74"/>
                  </a:lnTo>
                  <a:lnTo>
                    <a:pt x="50" y="74"/>
                  </a:lnTo>
                  <a:lnTo>
                    <a:pt x="46" y="74"/>
                  </a:lnTo>
                  <a:lnTo>
                    <a:pt x="42" y="74"/>
                  </a:lnTo>
                  <a:lnTo>
                    <a:pt x="38" y="74"/>
                  </a:lnTo>
                  <a:lnTo>
                    <a:pt x="34" y="74"/>
                  </a:lnTo>
                  <a:lnTo>
                    <a:pt x="34" y="70"/>
                  </a:lnTo>
                  <a:lnTo>
                    <a:pt x="30" y="70"/>
                  </a:lnTo>
                  <a:lnTo>
                    <a:pt x="30" y="66"/>
                  </a:lnTo>
                  <a:lnTo>
                    <a:pt x="26" y="66"/>
                  </a:lnTo>
                  <a:lnTo>
                    <a:pt x="30" y="66"/>
                  </a:lnTo>
                  <a:lnTo>
                    <a:pt x="34" y="66"/>
                  </a:lnTo>
                  <a:lnTo>
                    <a:pt x="38" y="66"/>
                  </a:lnTo>
                  <a:lnTo>
                    <a:pt x="38" y="64"/>
                  </a:lnTo>
                  <a:lnTo>
                    <a:pt x="34" y="64"/>
                  </a:lnTo>
                  <a:lnTo>
                    <a:pt x="30" y="64"/>
                  </a:lnTo>
                  <a:lnTo>
                    <a:pt x="26" y="64"/>
                  </a:lnTo>
                  <a:lnTo>
                    <a:pt x="22" y="64"/>
                  </a:lnTo>
                  <a:lnTo>
                    <a:pt x="20" y="64"/>
                  </a:lnTo>
                  <a:lnTo>
                    <a:pt x="16" y="60"/>
                  </a:lnTo>
                  <a:lnTo>
                    <a:pt x="16" y="56"/>
                  </a:lnTo>
                  <a:lnTo>
                    <a:pt x="20" y="56"/>
                  </a:lnTo>
                  <a:lnTo>
                    <a:pt x="16" y="56"/>
                  </a:lnTo>
                  <a:lnTo>
                    <a:pt x="12" y="52"/>
                  </a:lnTo>
                  <a:lnTo>
                    <a:pt x="16" y="52"/>
                  </a:lnTo>
                  <a:lnTo>
                    <a:pt x="20" y="52"/>
                  </a:lnTo>
                  <a:lnTo>
                    <a:pt x="22" y="56"/>
                  </a:lnTo>
                  <a:lnTo>
                    <a:pt x="26" y="56"/>
                  </a:lnTo>
                  <a:lnTo>
                    <a:pt x="26" y="52"/>
                  </a:lnTo>
                  <a:lnTo>
                    <a:pt x="22" y="52"/>
                  </a:lnTo>
                  <a:lnTo>
                    <a:pt x="20" y="52"/>
                  </a:lnTo>
                  <a:lnTo>
                    <a:pt x="20" y="48"/>
                  </a:lnTo>
                  <a:lnTo>
                    <a:pt x="20" y="44"/>
                  </a:lnTo>
                  <a:lnTo>
                    <a:pt x="22" y="44"/>
                  </a:lnTo>
                  <a:lnTo>
                    <a:pt x="22" y="40"/>
                  </a:lnTo>
                  <a:lnTo>
                    <a:pt x="20" y="44"/>
                  </a:lnTo>
                  <a:lnTo>
                    <a:pt x="16" y="44"/>
                  </a:lnTo>
                  <a:lnTo>
                    <a:pt x="16" y="40"/>
                  </a:lnTo>
                  <a:lnTo>
                    <a:pt x="16" y="44"/>
                  </a:lnTo>
                  <a:lnTo>
                    <a:pt x="16" y="48"/>
                  </a:lnTo>
                  <a:lnTo>
                    <a:pt x="12" y="48"/>
                  </a:lnTo>
                  <a:lnTo>
                    <a:pt x="8" y="48"/>
                  </a:lnTo>
                  <a:lnTo>
                    <a:pt x="8" y="44"/>
                  </a:lnTo>
                  <a:lnTo>
                    <a:pt x="4" y="40"/>
                  </a:lnTo>
                  <a:lnTo>
                    <a:pt x="4" y="36"/>
                  </a:lnTo>
                  <a:lnTo>
                    <a:pt x="4" y="34"/>
                  </a:lnTo>
                  <a:lnTo>
                    <a:pt x="8" y="34"/>
                  </a:lnTo>
                  <a:lnTo>
                    <a:pt x="8" y="36"/>
                  </a:lnTo>
                  <a:lnTo>
                    <a:pt x="8" y="34"/>
                  </a:lnTo>
                  <a:lnTo>
                    <a:pt x="4" y="34"/>
                  </a:lnTo>
                  <a:lnTo>
                    <a:pt x="8" y="34"/>
                  </a:lnTo>
                  <a:lnTo>
                    <a:pt x="12" y="34"/>
                  </a:lnTo>
                  <a:lnTo>
                    <a:pt x="12" y="30"/>
                  </a:lnTo>
                  <a:lnTo>
                    <a:pt x="8" y="30"/>
                  </a:lnTo>
                  <a:lnTo>
                    <a:pt x="12" y="30"/>
                  </a:lnTo>
                  <a:lnTo>
                    <a:pt x="16" y="30"/>
                  </a:lnTo>
                  <a:lnTo>
                    <a:pt x="16" y="26"/>
                  </a:lnTo>
                  <a:lnTo>
                    <a:pt x="20" y="26"/>
                  </a:lnTo>
                  <a:lnTo>
                    <a:pt x="20" y="30"/>
                  </a:lnTo>
                  <a:lnTo>
                    <a:pt x="22" y="30"/>
                  </a:lnTo>
                  <a:lnTo>
                    <a:pt x="22" y="34"/>
                  </a:lnTo>
                  <a:lnTo>
                    <a:pt x="26" y="34"/>
                  </a:lnTo>
                  <a:lnTo>
                    <a:pt x="26" y="30"/>
                  </a:lnTo>
                  <a:lnTo>
                    <a:pt x="22" y="30"/>
                  </a:lnTo>
                  <a:lnTo>
                    <a:pt x="22" y="26"/>
                  </a:lnTo>
                  <a:lnTo>
                    <a:pt x="26" y="26"/>
                  </a:lnTo>
                  <a:lnTo>
                    <a:pt x="26" y="30"/>
                  </a:lnTo>
                  <a:lnTo>
                    <a:pt x="30" y="30"/>
                  </a:lnTo>
                  <a:lnTo>
                    <a:pt x="34" y="30"/>
                  </a:lnTo>
                  <a:lnTo>
                    <a:pt x="34" y="26"/>
                  </a:lnTo>
                  <a:lnTo>
                    <a:pt x="42" y="26"/>
                  </a:lnTo>
                  <a:lnTo>
                    <a:pt x="46" y="26"/>
                  </a:lnTo>
                  <a:lnTo>
                    <a:pt x="50" y="26"/>
                  </a:lnTo>
                  <a:lnTo>
                    <a:pt x="50" y="30"/>
                  </a:lnTo>
                  <a:lnTo>
                    <a:pt x="46" y="30"/>
                  </a:lnTo>
                  <a:lnTo>
                    <a:pt x="42" y="30"/>
                  </a:lnTo>
                  <a:lnTo>
                    <a:pt x="38" y="30"/>
                  </a:lnTo>
                  <a:lnTo>
                    <a:pt x="34" y="30"/>
                  </a:lnTo>
                  <a:lnTo>
                    <a:pt x="34" y="34"/>
                  </a:lnTo>
                  <a:lnTo>
                    <a:pt x="30" y="34"/>
                  </a:lnTo>
                  <a:lnTo>
                    <a:pt x="26" y="34"/>
                  </a:lnTo>
                  <a:lnTo>
                    <a:pt x="26" y="36"/>
                  </a:lnTo>
                  <a:lnTo>
                    <a:pt x="30" y="36"/>
                  </a:lnTo>
                  <a:lnTo>
                    <a:pt x="34" y="34"/>
                  </a:lnTo>
                  <a:lnTo>
                    <a:pt x="38" y="34"/>
                  </a:lnTo>
                  <a:lnTo>
                    <a:pt x="42" y="34"/>
                  </a:lnTo>
                  <a:lnTo>
                    <a:pt x="42" y="36"/>
                  </a:lnTo>
                  <a:lnTo>
                    <a:pt x="38" y="36"/>
                  </a:lnTo>
                  <a:lnTo>
                    <a:pt x="42" y="36"/>
                  </a:lnTo>
                  <a:lnTo>
                    <a:pt x="46" y="36"/>
                  </a:lnTo>
                  <a:lnTo>
                    <a:pt x="50" y="40"/>
                  </a:lnTo>
                  <a:lnTo>
                    <a:pt x="50" y="44"/>
                  </a:lnTo>
                  <a:lnTo>
                    <a:pt x="52" y="44"/>
                  </a:lnTo>
                  <a:lnTo>
                    <a:pt x="52" y="40"/>
                  </a:lnTo>
                  <a:lnTo>
                    <a:pt x="50" y="36"/>
                  </a:lnTo>
                  <a:lnTo>
                    <a:pt x="50" y="34"/>
                  </a:lnTo>
                  <a:lnTo>
                    <a:pt x="52" y="34"/>
                  </a:lnTo>
                  <a:lnTo>
                    <a:pt x="56" y="30"/>
                  </a:lnTo>
                  <a:lnTo>
                    <a:pt x="60" y="30"/>
                  </a:lnTo>
                  <a:lnTo>
                    <a:pt x="64" y="30"/>
                  </a:lnTo>
                  <a:lnTo>
                    <a:pt x="64" y="34"/>
                  </a:lnTo>
                  <a:lnTo>
                    <a:pt x="68" y="34"/>
                  </a:lnTo>
                  <a:lnTo>
                    <a:pt x="68" y="36"/>
                  </a:lnTo>
                  <a:lnTo>
                    <a:pt x="72" y="40"/>
                  </a:lnTo>
                  <a:lnTo>
                    <a:pt x="72" y="44"/>
                  </a:lnTo>
                  <a:lnTo>
                    <a:pt x="76" y="44"/>
                  </a:lnTo>
                  <a:lnTo>
                    <a:pt x="76" y="48"/>
                  </a:lnTo>
                  <a:lnTo>
                    <a:pt x="80" y="48"/>
                  </a:lnTo>
                  <a:lnTo>
                    <a:pt x="80" y="52"/>
                  </a:lnTo>
                  <a:lnTo>
                    <a:pt x="82" y="52"/>
                  </a:lnTo>
                  <a:lnTo>
                    <a:pt x="82" y="56"/>
                  </a:lnTo>
                  <a:lnTo>
                    <a:pt x="86" y="52"/>
                  </a:lnTo>
                  <a:lnTo>
                    <a:pt x="82" y="52"/>
                  </a:lnTo>
                  <a:lnTo>
                    <a:pt x="82" y="48"/>
                  </a:lnTo>
                  <a:lnTo>
                    <a:pt x="80" y="48"/>
                  </a:lnTo>
                  <a:lnTo>
                    <a:pt x="80" y="44"/>
                  </a:lnTo>
                  <a:lnTo>
                    <a:pt x="80" y="40"/>
                  </a:lnTo>
                  <a:lnTo>
                    <a:pt x="76" y="40"/>
                  </a:lnTo>
                  <a:lnTo>
                    <a:pt x="76" y="36"/>
                  </a:lnTo>
                  <a:lnTo>
                    <a:pt x="76" y="34"/>
                  </a:lnTo>
                  <a:lnTo>
                    <a:pt x="76" y="30"/>
                  </a:lnTo>
                  <a:lnTo>
                    <a:pt x="72" y="30"/>
                  </a:lnTo>
                  <a:lnTo>
                    <a:pt x="72" y="26"/>
                  </a:lnTo>
                  <a:lnTo>
                    <a:pt x="76" y="26"/>
                  </a:lnTo>
                  <a:lnTo>
                    <a:pt x="80" y="26"/>
                  </a:lnTo>
                  <a:lnTo>
                    <a:pt x="80" y="22"/>
                  </a:lnTo>
                  <a:lnTo>
                    <a:pt x="82" y="22"/>
                  </a:lnTo>
                  <a:lnTo>
                    <a:pt x="86" y="22"/>
                  </a:lnTo>
                  <a:lnTo>
                    <a:pt x="86" y="26"/>
                  </a:lnTo>
                  <a:lnTo>
                    <a:pt x="90" y="26"/>
                  </a:lnTo>
                  <a:lnTo>
                    <a:pt x="90" y="22"/>
                  </a:lnTo>
                  <a:lnTo>
                    <a:pt x="94" y="22"/>
                  </a:lnTo>
                  <a:lnTo>
                    <a:pt x="94" y="26"/>
                  </a:lnTo>
                  <a:lnTo>
                    <a:pt x="98" y="26"/>
                  </a:lnTo>
                  <a:lnTo>
                    <a:pt x="102" y="26"/>
                  </a:lnTo>
                  <a:lnTo>
                    <a:pt x="106" y="30"/>
                  </a:lnTo>
                  <a:lnTo>
                    <a:pt x="108" y="30"/>
                  </a:lnTo>
                  <a:lnTo>
                    <a:pt x="106" y="30"/>
                  </a:lnTo>
                  <a:lnTo>
                    <a:pt x="106" y="34"/>
                  </a:lnTo>
                  <a:lnTo>
                    <a:pt x="102" y="36"/>
                  </a:lnTo>
                  <a:lnTo>
                    <a:pt x="102" y="40"/>
                  </a:lnTo>
                  <a:lnTo>
                    <a:pt x="106" y="40"/>
                  </a:lnTo>
                  <a:lnTo>
                    <a:pt x="106" y="36"/>
                  </a:lnTo>
                  <a:lnTo>
                    <a:pt x="108" y="34"/>
                  </a:lnTo>
                  <a:lnTo>
                    <a:pt x="112" y="34"/>
                  </a:lnTo>
                  <a:lnTo>
                    <a:pt x="116" y="34"/>
                  </a:lnTo>
                  <a:lnTo>
                    <a:pt x="116" y="36"/>
                  </a:lnTo>
                  <a:lnTo>
                    <a:pt x="120" y="36"/>
                  </a:lnTo>
                  <a:lnTo>
                    <a:pt x="120" y="40"/>
                  </a:lnTo>
                  <a:lnTo>
                    <a:pt x="120" y="44"/>
                  </a:lnTo>
                  <a:lnTo>
                    <a:pt x="120" y="48"/>
                  </a:lnTo>
                  <a:lnTo>
                    <a:pt x="124" y="48"/>
                  </a:lnTo>
                  <a:lnTo>
                    <a:pt x="124" y="44"/>
                  </a:lnTo>
                  <a:lnTo>
                    <a:pt x="132" y="48"/>
                  </a:lnTo>
                  <a:lnTo>
                    <a:pt x="136" y="52"/>
                  </a:lnTo>
                  <a:lnTo>
                    <a:pt x="138" y="52"/>
                  </a:lnTo>
                  <a:lnTo>
                    <a:pt x="142" y="52"/>
                  </a:lnTo>
                  <a:lnTo>
                    <a:pt x="146" y="52"/>
                  </a:lnTo>
                  <a:lnTo>
                    <a:pt x="150" y="52"/>
                  </a:lnTo>
                  <a:lnTo>
                    <a:pt x="150" y="56"/>
                  </a:lnTo>
                  <a:lnTo>
                    <a:pt x="154" y="56"/>
                  </a:lnTo>
                  <a:lnTo>
                    <a:pt x="158" y="56"/>
                  </a:lnTo>
                  <a:lnTo>
                    <a:pt x="158" y="60"/>
                  </a:lnTo>
                  <a:lnTo>
                    <a:pt x="154" y="60"/>
                  </a:lnTo>
                  <a:lnTo>
                    <a:pt x="150" y="60"/>
                  </a:lnTo>
                  <a:lnTo>
                    <a:pt x="150" y="64"/>
                  </a:lnTo>
                  <a:lnTo>
                    <a:pt x="146" y="60"/>
                  </a:lnTo>
                  <a:lnTo>
                    <a:pt x="142" y="60"/>
                  </a:lnTo>
                  <a:lnTo>
                    <a:pt x="142" y="64"/>
                  </a:lnTo>
                  <a:lnTo>
                    <a:pt x="138" y="64"/>
                  </a:lnTo>
                  <a:lnTo>
                    <a:pt x="136" y="64"/>
                  </a:lnTo>
                  <a:lnTo>
                    <a:pt x="132" y="64"/>
                  </a:lnTo>
                  <a:lnTo>
                    <a:pt x="128" y="64"/>
                  </a:lnTo>
                  <a:lnTo>
                    <a:pt x="132" y="64"/>
                  </a:lnTo>
                  <a:lnTo>
                    <a:pt x="132" y="66"/>
                  </a:lnTo>
                  <a:lnTo>
                    <a:pt x="128" y="66"/>
                  </a:lnTo>
                  <a:lnTo>
                    <a:pt x="124" y="66"/>
                  </a:lnTo>
                  <a:lnTo>
                    <a:pt x="120" y="66"/>
                  </a:lnTo>
                  <a:lnTo>
                    <a:pt x="120" y="70"/>
                  </a:lnTo>
                  <a:lnTo>
                    <a:pt x="120" y="74"/>
                  </a:lnTo>
                  <a:lnTo>
                    <a:pt x="120" y="78"/>
                  </a:lnTo>
                  <a:lnTo>
                    <a:pt x="116" y="78"/>
                  </a:lnTo>
                  <a:lnTo>
                    <a:pt x="112" y="78"/>
                  </a:lnTo>
                  <a:lnTo>
                    <a:pt x="112" y="82"/>
                  </a:lnTo>
                  <a:lnTo>
                    <a:pt x="112" y="86"/>
                  </a:lnTo>
                  <a:lnTo>
                    <a:pt x="112" y="88"/>
                  </a:lnTo>
                  <a:lnTo>
                    <a:pt x="108" y="92"/>
                  </a:lnTo>
                  <a:lnTo>
                    <a:pt x="106" y="92"/>
                  </a:lnTo>
                  <a:lnTo>
                    <a:pt x="102" y="92"/>
                  </a:lnTo>
                  <a:lnTo>
                    <a:pt x="102" y="96"/>
                  </a:lnTo>
                  <a:lnTo>
                    <a:pt x="98" y="100"/>
                  </a:lnTo>
                  <a:lnTo>
                    <a:pt x="98" y="104"/>
                  </a:lnTo>
                  <a:lnTo>
                    <a:pt x="98" y="108"/>
                  </a:lnTo>
                  <a:lnTo>
                    <a:pt x="94" y="108"/>
                  </a:lnTo>
                  <a:lnTo>
                    <a:pt x="98" y="108"/>
                  </a:lnTo>
                  <a:lnTo>
                    <a:pt x="94" y="110"/>
                  </a:lnTo>
                  <a:lnTo>
                    <a:pt x="90" y="110"/>
                  </a:lnTo>
                  <a:lnTo>
                    <a:pt x="90" y="114"/>
                  </a:lnTo>
                  <a:lnTo>
                    <a:pt x="94" y="114"/>
                  </a:lnTo>
                  <a:lnTo>
                    <a:pt x="94" y="118"/>
                  </a:lnTo>
                  <a:lnTo>
                    <a:pt x="90" y="118"/>
                  </a:lnTo>
                  <a:lnTo>
                    <a:pt x="86" y="118"/>
                  </a:lnTo>
                  <a:lnTo>
                    <a:pt x="82" y="118"/>
                  </a:lnTo>
                  <a:lnTo>
                    <a:pt x="82" y="114"/>
                  </a:lnTo>
                  <a:lnTo>
                    <a:pt x="80" y="114"/>
                  </a:lnTo>
                  <a:lnTo>
                    <a:pt x="76" y="114"/>
                  </a:lnTo>
                  <a:lnTo>
                    <a:pt x="76" y="110"/>
                  </a:lnTo>
                  <a:lnTo>
                    <a:pt x="72" y="110"/>
                  </a:lnTo>
                  <a:lnTo>
                    <a:pt x="76" y="110"/>
                  </a:lnTo>
                  <a:lnTo>
                    <a:pt x="76" y="108"/>
                  </a:lnTo>
                  <a:lnTo>
                    <a:pt x="80" y="108"/>
                  </a:lnTo>
                  <a:lnTo>
                    <a:pt x="82" y="108"/>
                  </a:lnTo>
                  <a:lnTo>
                    <a:pt x="86" y="108"/>
                  </a:lnTo>
                  <a:lnTo>
                    <a:pt x="82" y="108"/>
                  </a:lnTo>
                  <a:lnTo>
                    <a:pt x="80" y="108"/>
                  </a:lnTo>
                  <a:lnTo>
                    <a:pt x="80" y="104"/>
                  </a:lnTo>
                  <a:lnTo>
                    <a:pt x="76" y="108"/>
                  </a:lnTo>
                  <a:lnTo>
                    <a:pt x="72" y="108"/>
                  </a:lnTo>
                  <a:lnTo>
                    <a:pt x="68" y="108"/>
                  </a:lnTo>
                  <a:lnTo>
                    <a:pt x="64" y="108"/>
                  </a:lnTo>
                  <a:lnTo>
                    <a:pt x="64" y="104"/>
                  </a:lnTo>
                  <a:lnTo>
                    <a:pt x="60" y="104"/>
                  </a:lnTo>
                  <a:lnTo>
                    <a:pt x="56" y="104"/>
                  </a:lnTo>
                  <a:lnTo>
                    <a:pt x="56" y="104"/>
                  </a:lnTo>
                  <a:lnTo>
                    <a:pt x="56" y="104"/>
                  </a:lnTo>
                  <a:close/>
                  <a:moveTo>
                    <a:pt x="22" y="74"/>
                  </a:moveTo>
                  <a:lnTo>
                    <a:pt x="20" y="74"/>
                  </a:lnTo>
                  <a:lnTo>
                    <a:pt x="20" y="70"/>
                  </a:lnTo>
                  <a:lnTo>
                    <a:pt x="16" y="70"/>
                  </a:lnTo>
                  <a:lnTo>
                    <a:pt x="16" y="66"/>
                  </a:lnTo>
                  <a:lnTo>
                    <a:pt x="12" y="66"/>
                  </a:lnTo>
                  <a:lnTo>
                    <a:pt x="8" y="66"/>
                  </a:lnTo>
                  <a:lnTo>
                    <a:pt x="8" y="64"/>
                  </a:lnTo>
                  <a:lnTo>
                    <a:pt x="4" y="64"/>
                  </a:lnTo>
                  <a:lnTo>
                    <a:pt x="4" y="60"/>
                  </a:lnTo>
                  <a:lnTo>
                    <a:pt x="0" y="60"/>
                  </a:lnTo>
                  <a:lnTo>
                    <a:pt x="0" y="56"/>
                  </a:lnTo>
                  <a:lnTo>
                    <a:pt x="4" y="56"/>
                  </a:lnTo>
                  <a:lnTo>
                    <a:pt x="8" y="56"/>
                  </a:lnTo>
                  <a:lnTo>
                    <a:pt x="8" y="60"/>
                  </a:lnTo>
                  <a:lnTo>
                    <a:pt x="12" y="64"/>
                  </a:lnTo>
                  <a:lnTo>
                    <a:pt x="16" y="64"/>
                  </a:lnTo>
                  <a:lnTo>
                    <a:pt x="16" y="66"/>
                  </a:lnTo>
                  <a:lnTo>
                    <a:pt x="20" y="66"/>
                  </a:lnTo>
                  <a:lnTo>
                    <a:pt x="22" y="70"/>
                  </a:lnTo>
                  <a:lnTo>
                    <a:pt x="22" y="74"/>
                  </a:lnTo>
                  <a:lnTo>
                    <a:pt x="22" y="74"/>
                  </a:lnTo>
                  <a:lnTo>
                    <a:pt x="22" y="74"/>
                  </a:lnTo>
                  <a:close/>
                  <a:moveTo>
                    <a:pt x="136" y="66"/>
                  </a:moveTo>
                  <a:lnTo>
                    <a:pt x="138" y="66"/>
                  </a:lnTo>
                  <a:lnTo>
                    <a:pt x="142" y="64"/>
                  </a:lnTo>
                  <a:lnTo>
                    <a:pt x="146" y="64"/>
                  </a:lnTo>
                  <a:lnTo>
                    <a:pt x="150" y="64"/>
                  </a:lnTo>
                  <a:lnTo>
                    <a:pt x="154" y="64"/>
                  </a:lnTo>
                  <a:lnTo>
                    <a:pt x="158" y="64"/>
                  </a:lnTo>
                  <a:lnTo>
                    <a:pt x="162" y="64"/>
                  </a:lnTo>
                  <a:lnTo>
                    <a:pt x="166" y="64"/>
                  </a:lnTo>
                  <a:lnTo>
                    <a:pt x="166" y="66"/>
                  </a:lnTo>
                  <a:lnTo>
                    <a:pt x="166" y="70"/>
                  </a:lnTo>
                  <a:lnTo>
                    <a:pt x="168" y="70"/>
                  </a:lnTo>
                  <a:lnTo>
                    <a:pt x="166" y="74"/>
                  </a:lnTo>
                  <a:lnTo>
                    <a:pt x="162" y="74"/>
                  </a:lnTo>
                  <a:lnTo>
                    <a:pt x="162" y="70"/>
                  </a:lnTo>
                  <a:lnTo>
                    <a:pt x="158" y="74"/>
                  </a:lnTo>
                  <a:lnTo>
                    <a:pt x="154" y="74"/>
                  </a:lnTo>
                  <a:lnTo>
                    <a:pt x="150" y="74"/>
                  </a:lnTo>
                  <a:lnTo>
                    <a:pt x="146" y="74"/>
                  </a:lnTo>
                  <a:lnTo>
                    <a:pt x="142" y="74"/>
                  </a:lnTo>
                  <a:lnTo>
                    <a:pt x="146" y="74"/>
                  </a:lnTo>
                  <a:lnTo>
                    <a:pt x="146" y="70"/>
                  </a:lnTo>
                  <a:lnTo>
                    <a:pt x="142" y="70"/>
                  </a:lnTo>
                  <a:lnTo>
                    <a:pt x="142" y="66"/>
                  </a:lnTo>
                  <a:lnTo>
                    <a:pt x="138" y="66"/>
                  </a:lnTo>
                  <a:lnTo>
                    <a:pt x="136" y="66"/>
                  </a:lnTo>
                  <a:lnTo>
                    <a:pt x="136" y="66"/>
                  </a:lnTo>
                  <a:lnTo>
                    <a:pt x="136" y="66"/>
                  </a:lnTo>
                  <a:close/>
                  <a:moveTo>
                    <a:pt x="172" y="100"/>
                  </a:moveTo>
                  <a:lnTo>
                    <a:pt x="168" y="100"/>
                  </a:lnTo>
                  <a:lnTo>
                    <a:pt x="168" y="96"/>
                  </a:lnTo>
                  <a:lnTo>
                    <a:pt x="172" y="92"/>
                  </a:lnTo>
                  <a:lnTo>
                    <a:pt x="168" y="92"/>
                  </a:lnTo>
                  <a:lnTo>
                    <a:pt x="166" y="92"/>
                  </a:lnTo>
                  <a:lnTo>
                    <a:pt x="162" y="92"/>
                  </a:lnTo>
                  <a:lnTo>
                    <a:pt x="158" y="92"/>
                  </a:lnTo>
                  <a:lnTo>
                    <a:pt x="154" y="92"/>
                  </a:lnTo>
                  <a:lnTo>
                    <a:pt x="154" y="96"/>
                  </a:lnTo>
                  <a:lnTo>
                    <a:pt x="150" y="96"/>
                  </a:lnTo>
                  <a:lnTo>
                    <a:pt x="146" y="96"/>
                  </a:lnTo>
                  <a:lnTo>
                    <a:pt x="146" y="92"/>
                  </a:lnTo>
                  <a:lnTo>
                    <a:pt x="150" y="92"/>
                  </a:lnTo>
                  <a:lnTo>
                    <a:pt x="150" y="88"/>
                  </a:lnTo>
                  <a:lnTo>
                    <a:pt x="154" y="88"/>
                  </a:lnTo>
                  <a:lnTo>
                    <a:pt x="154" y="86"/>
                  </a:lnTo>
                  <a:lnTo>
                    <a:pt x="158" y="82"/>
                  </a:lnTo>
                  <a:lnTo>
                    <a:pt x="154" y="82"/>
                  </a:lnTo>
                  <a:lnTo>
                    <a:pt x="150" y="78"/>
                  </a:lnTo>
                  <a:lnTo>
                    <a:pt x="146" y="78"/>
                  </a:lnTo>
                  <a:lnTo>
                    <a:pt x="146" y="74"/>
                  </a:lnTo>
                  <a:lnTo>
                    <a:pt x="150" y="74"/>
                  </a:lnTo>
                  <a:lnTo>
                    <a:pt x="154" y="74"/>
                  </a:lnTo>
                  <a:lnTo>
                    <a:pt x="158" y="74"/>
                  </a:lnTo>
                  <a:lnTo>
                    <a:pt x="162" y="74"/>
                  </a:lnTo>
                  <a:lnTo>
                    <a:pt x="166" y="74"/>
                  </a:lnTo>
                  <a:lnTo>
                    <a:pt x="168" y="74"/>
                  </a:lnTo>
                  <a:lnTo>
                    <a:pt x="176" y="74"/>
                  </a:lnTo>
                  <a:lnTo>
                    <a:pt x="180" y="74"/>
                  </a:lnTo>
                  <a:lnTo>
                    <a:pt x="184" y="74"/>
                  </a:lnTo>
                  <a:lnTo>
                    <a:pt x="184" y="78"/>
                  </a:lnTo>
                  <a:lnTo>
                    <a:pt x="180" y="78"/>
                  </a:lnTo>
                  <a:lnTo>
                    <a:pt x="176" y="78"/>
                  </a:lnTo>
                  <a:lnTo>
                    <a:pt x="180" y="78"/>
                  </a:lnTo>
                  <a:lnTo>
                    <a:pt x="180" y="82"/>
                  </a:lnTo>
                  <a:lnTo>
                    <a:pt x="184" y="82"/>
                  </a:lnTo>
                  <a:lnTo>
                    <a:pt x="188" y="82"/>
                  </a:lnTo>
                  <a:lnTo>
                    <a:pt x="188" y="86"/>
                  </a:lnTo>
                  <a:lnTo>
                    <a:pt x="192" y="86"/>
                  </a:lnTo>
                  <a:lnTo>
                    <a:pt x="192" y="82"/>
                  </a:lnTo>
                  <a:lnTo>
                    <a:pt x="196" y="82"/>
                  </a:lnTo>
                  <a:lnTo>
                    <a:pt x="198" y="86"/>
                  </a:lnTo>
                  <a:lnTo>
                    <a:pt x="202" y="86"/>
                  </a:lnTo>
                  <a:lnTo>
                    <a:pt x="206" y="86"/>
                  </a:lnTo>
                  <a:lnTo>
                    <a:pt x="202" y="86"/>
                  </a:lnTo>
                  <a:lnTo>
                    <a:pt x="198" y="88"/>
                  </a:lnTo>
                  <a:lnTo>
                    <a:pt x="196" y="88"/>
                  </a:lnTo>
                  <a:lnTo>
                    <a:pt x="192" y="88"/>
                  </a:lnTo>
                  <a:lnTo>
                    <a:pt x="192" y="92"/>
                  </a:lnTo>
                  <a:lnTo>
                    <a:pt x="188" y="96"/>
                  </a:lnTo>
                  <a:lnTo>
                    <a:pt x="184" y="96"/>
                  </a:lnTo>
                  <a:lnTo>
                    <a:pt x="180" y="96"/>
                  </a:lnTo>
                  <a:lnTo>
                    <a:pt x="176" y="96"/>
                  </a:lnTo>
                  <a:lnTo>
                    <a:pt x="176" y="100"/>
                  </a:lnTo>
                  <a:lnTo>
                    <a:pt x="172" y="100"/>
                  </a:lnTo>
                  <a:lnTo>
                    <a:pt x="172" y="100"/>
                  </a:lnTo>
                  <a:lnTo>
                    <a:pt x="172" y="1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8" name="Freeform 123"/>
            <p:cNvSpPr>
              <a:spLocks noChangeAspect="1" noEditPoints="1"/>
            </p:cNvSpPr>
            <p:nvPr/>
          </p:nvSpPr>
          <p:spPr bwMode="gray">
            <a:xfrm>
              <a:off x="5071270" y="2175181"/>
              <a:ext cx="326982" cy="556563"/>
            </a:xfrm>
            <a:custGeom>
              <a:avLst/>
              <a:gdLst>
                <a:gd name="T0" fmla="*/ 106 w 188"/>
                <a:gd name="T1" fmla="*/ 232 h 320"/>
                <a:gd name="T2" fmla="*/ 98 w 188"/>
                <a:gd name="T3" fmla="*/ 238 h 320"/>
                <a:gd name="T4" fmla="*/ 78 w 188"/>
                <a:gd name="T5" fmla="*/ 250 h 320"/>
                <a:gd name="T6" fmla="*/ 76 w 188"/>
                <a:gd name="T7" fmla="*/ 254 h 320"/>
                <a:gd name="T8" fmla="*/ 82 w 188"/>
                <a:gd name="T9" fmla="*/ 264 h 320"/>
                <a:gd name="T10" fmla="*/ 76 w 188"/>
                <a:gd name="T11" fmla="*/ 280 h 320"/>
                <a:gd name="T12" fmla="*/ 64 w 188"/>
                <a:gd name="T13" fmla="*/ 302 h 320"/>
                <a:gd name="T14" fmla="*/ 46 w 188"/>
                <a:gd name="T15" fmla="*/ 314 h 320"/>
                <a:gd name="T16" fmla="*/ 30 w 188"/>
                <a:gd name="T17" fmla="*/ 320 h 320"/>
                <a:gd name="T18" fmla="*/ 26 w 188"/>
                <a:gd name="T19" fmla="*/ 302 h 320"/>
                <a:gd name="T20" fmla="*/ 18 w 188"/>
                <a:gd name="T21" fmla="*/ 284 h 320"/>
                <a:gd name="T22" fmla="*/ 8 w 188"/>
                <a:gd name="T23" fmla="*/ 264 h 320"/>
                <a:gd name="T24" fmla="*/ 4 w 188"/>
                <a:gd name="T25" fmla="*/ 246 h 320"/>
                <a:gd name="T26" fmla="*/ 8 w 188"/>
                <a:gd name="T27" fmla="*/ 242 h 320"/>
                <a:gd name="T28" fmla="*/ 16 w 188"/>
                <a:gd name="T29" fmla="*/ 220 h 320"/>
                <a:gd name="T30" fmla="*/ 18 w 188"/>
                <a:gd name="T31" fmla="*/ 198 h 320"/>
                <a:gd name="T32" fmla="*/ 22 w 188"/>
                <a:gd name="T33" fmla="*/ 182 h 320"/>
                <a:gd name="T34" fmla="*/ 16 w 188"/>
                <a:gd name="T35" fmla="*/ 162 h 320"/>
                <a:gd name="T36" fmla="*/ 16 w 188"/>
                <a:gd name="T37" fmla="*/ 134 h 320"/>
                <a:gd name="T38" fmla="*/ 46 w 188"/>
                <a:gd name="T39" fmla="*/ 112 h 320"/>
                <a:gd name="T40" fmla="*/ 46 w 188"/>
                <a:gd name="T41" fmla="*/ 98 h 320"/>
                <a:gd name="T42" fmla="*/ 52 w 188"/>
                <a:gd name="T43" fmla="*/ 76 h 320"/>
                <a:gd name="T44" fmla="*/ 76 w 188"/>
                <a:gd name="T45" fmla="*/ 52 h 320"/>
                <a:gd name="T46" fmla="*/ 78 w 188"/>
                <a:gd name="T47" fmla="*/ 30 h 320"/>
                <a:gd name="T48" fmla="*/ 102 w 188"/>
                <a:gd name="T49" fmla="*/ 20 h 320"/>
                <a:gd name="T50" fmla="*/ 128 w 188"/>
                <a:gd name="T51" fmla="*/ 20 h 320"/>
                <a:gd name="T52" fmla="*/ 138 w 188"/>
                <a:gd name="T53" fmla="*/ 4 h 320"/>
                <a:gd name="T54" fmla="*/ 162 w 188"/>
                <a:gd name="T55" fmla="*/ 16 h 320"/>
                <a:gd name="T56" fmla="*/ 176 w 188"/>
                <a:gd name="T57" fmla="*/ 42 h 320"/>
                <a:gd name="T58" fmla="*/ 180 w 188"/>
                <a:gd name="T59" fmla="*/ 64 h 320"/>
                <a:gd name="T60" fmla="*/ 176 w 188"/>
                <a:gd name="T61" fmla="*/ 82 h 320"/>
                <a:gd name="T62" fmla="*/ 158 w 188"/>
                <a:gd name="T63" fmla="*/ 86 h 320"/>
                <a:gd name="T64" fmla="*/ 158 w 188"/>
                <a:gd name="T65" fmla="*/ 90 h 320"/>
                <a:gd name="T66" fmla="*/ 150 w 188"/>
                <a:gd name="T67" fmla="*/ 98 h 320"/>
                <a:gd name="T68" fmla="*/ 142 w 188"/>
                <a:gd name="T69" fmla="*/ 108 h 320"/>
                <a:gd name="T70" fmla="*/ 146 w 188"/>
                <a:gd name="T71" fmla="*/ 120 h 320"/>
                <a:gd name="T72" fmla="*/ 124 w 188"/>
                <a:gd name="T73" fmla="*/ 134 h 320"/>
                <a:gd name="T74" fmla="*/ 116 w 188"/>
                <a:gd name="T75" fmla="*/ 142 h 320"/>
                <a:gd name="T76" fmla="*/ 106 w 188"/>
                <a:gd name="T77" fmla="*/ 150 h 320"/>
                <a:gd name="T78" fmla="*/ 98 w 188"/>
                <a:gd name="T79" fmla="*/ 150 h 320"/>
                <a:gd name="T80" fmla="*/ 90 w 188"/>
                <a:gd name="T81" fmla="*/ 168 h 320"/>
                <a:gd name="T82" fmla="*/ 86 w 188"/>
                <a:gd name="T83" fmla="*/ 178 h 320"/>
                <a:gd name="T84" fmla="*/ 90 w 188"/>
                <a:gd name="T85" fmla="*/ 206 h 320"/>
                <a:gd name="T86" fmla="*/ 108 w 188"/>
                <a:gd name="T87" fmla="*/ 212 h 320"/>
                <a:gd name="T88" fmla="*/ 106 w 188"/>
                <a:gd name="T89" fmla="*/ 232 h 320"/>
                <a:gd name="T90" fmla="*/ 94 w 188"/>
                <a:gd name="T91" fmla="*/ 224 h 320"/>
                <a:gd name="T92" fmla="*/ 94 w 188"/>
                <a:gd name="T93" fmla="*/ 228 h 320"/>
                <a:gd name="T94" fmla="*/ 78 w 188"/>
                <a:gd name="T95" fmla="*/ 228 h 320"/>
                <a:gd name="T96" fmla="*/ 86 w 188"/>
                <a:gd name="T97" fmla="*/ 232 h 320"/>
                <a:gd name="T98" fmla="*/ 90 w 188"/>
                <a:gd name="T99" fmla="*/ 162 h 320"/>
                <a:gd name="T100" fmla="*/ 86 w 188"/>
                <a:gd name="T101" fmla="*/ 232 h 320"/>
                <a:gd name="T102" fmla="*/ 94 w 188"/>
                <a:gd name="T103" fmla="*/ 234 h 320"/>
                <a:gd name="T104" fmla="*/ 106 w 188"/>
                <a:gd name="T105" fmla="*/ 206 h 320"/>
                <a:gd name="T106" fmla="*/ 12 w 188"/>
                <a:gd name="T107" fmla="*/ 258 h 320"/>
                <a:gd name="T108" fmla="*/ 12 w 188"/>
                <a:gd name="T109" fmla="*/ 264 h 320"/>
                <a:gd name="T110" fmla="*/ 108 w 188"/>
                <a:gd name="T111" fmla="*/ 276 h 320"/>
                <a:gd name="T112" fmla="*/ 102 w 188"/>
                <a:gd name="T113" fmla="*/ 272 h 320"/>
                <a:gd name="T114" fmla="*/ 76 w 188"/>
                <a:gd name="T115" fmla="*/ 294 h 320"/>
                <a:gd name="T116" fmla="*/ 86 w 188"/>
                <a:gd name="T117" fmla="*/ 284 h 320"/>
                <a:gd name="T118" fmla="*/ 76 w 188"/>
                <a:gd name="T119" fmla="*/ 302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8" h="320">
                  <a:moveTo>
                    <a:pt x="90" y="234"/>
                  </a:moveTo>
                  <a:lnTo>
                    <a:pt x="94" y="234"/>
                  </a:lnTo>
                  <a:lnTo>
                    <a:pt x="98" y="234"/>
                  </a:lnTo>
                  <a:lnTo>
                    <a:pt x="98" y="232"/>
                  </a:lnTo>
                  <a:lnTo>
                    <a:pt x="98" y="234"/>
                  </a:lnTo>
                  <a:lnTo>
                    <a:pt x="102" y="234"/>
                  </a:lnTo>
                  <a:lnTo>
                    <a:pt x="102" y="232"/>
                  </a:lnTo>
                  <a:lnTo>
                    <a:pt x="106" y="232"/>
                  </a:lnTo>
                  <a:lnTo>
                    <a:pt x="106" y="234"/>
                  </a:lnTo>
                  <a:lnTo>
                    <a:pt x="106" y="232"/>
                  </a:lnTo>
                  <a:lnTo>
                    <a:pt x="108" y="232"/>
                  </a:lnTo>
                  <a:lnTo>
                    <a:pt x="108" y="234"/>
                  </a:lnTo>
                  <a:lnTo>
                    <a:pt x="106" y="234"/>
                  </a:lnTo>
                  <a:lnTo>
                    <a:pt x="102" y="234"/>
                  </a:lnTo>
                  <a:lnTo>
                    <a:pt x="102" y="238"/>
                  </a:lnTo>
                  <a:lnTo>
                    <a:pt x="98" y="238"/>
                  </a:lnTo>
                  <a:lnTo>
                    <a:pt x="98" y="242"/>
                  </a:lnTo>
                  <a:lnTo>
                    <a:pt x="94" y="238"/>
                  </a:lnTo>
                  <a:lnTo>
                    <a:pt x="94" y="242"/>
                  </a:lnTo>
                  <a:lnTo>
                    <a:pt x="90" y="246"/>
                  </a:lnTo>
                  <a:lnTo>
                    <a:pt x="86" y="246"/>
                  </a:lnTo>
                  <a:lnTo>
                    <a:pt x="86" y="250"/>
                  </a:lnTo>
                  <a:lnTo>
                    <a:pt x="82" y="250"/>
                  </a:lnTo>
                  <a:lnTo>
                    <a:pt x="78" y="250"/>
                  </a:lnTo>
                  <a:lnTo>
                    <a:pt x="76" y="250"/>
                  </a:lnTo>
                  <a:lnTo>
                    <a:pt x="72" y="250"/>
                  </a:lnTo>
                  <a:lnTo>
                    <a:pt x="76" y="250"/>
                  </a:lnTo>
                  <a:lnTo>
                    <a:pt x="78" y="250"/>
                  </a:lnTo>
                  <a:lnTo>
                    <a:pt x="82" y="250"/>
                  </a:lnTo>
                  <a:lnTo>
                    <a:pt x="82" y="254"/>
                  </a:lnTo>
                  <a:lnTo>
                    <a:pt x="78" y="254"/>
                  </a:lnTo>
                  <a:lnTo>
                    <a:pt x="76" y="254"/>
                  </a:lnTo>
                  <a:lnTo>
                    <a:pt x="78" y="254"/>
                  </a:lnTo>
                  <a:lnTo>
                    <a:pt x="82" y="254"/>
                  </a:lnTo>
                  <a:lnTo>
                    <a:pt x="82" y="258"/>
                  </a:lnTo>
                  <a:lnTo>
                    <a:pt x="82" y="262"/>
                  </a:lnTo>
                  <a:lnTo>
                    <a:pt x="78" y="262"/>
                  </a:lnTo>
                  <a:lnTo>
                    <a:pt x="82" y="262"/>
                  </a:lnTo>
                  <a:lnTo>
                    <a:pt x="78" y="264"/>
                  </a:lnTo>
                  <a:lnTo>
                    <a:pt x="82" y="264"/>
                  </a:lnTo>
                  <a:lnTo>
                    <a:pt x="78" y="264"/>
                  </a:lnTo>
                  <a:lnTo>
                    <a:pt x="78" y="268"/>
                  </a:lnTo>
                  <a:lnTo>
                    <a:pt x="76" y="264"/>
                  </a:lnTo>
                  <a:lnTo>
                    <a:pt x="78" y="268"/>
                  </a:lnTo>
                  <a:lnTo>
                    <a:pt x="78" y="272"/>
                  </a:lnTo>
                  <a:lnTo>
                    <a:pt x="78" y="276"/>
                  </a:lnTo>
                  <a:lnTo>
                    <a:pt x="78" y="280"/>
                  </a:lnTo>
                  <a:lnTo>
                    <a:pt x="76" y="280"/>
                  </a:lnTo>
                  <a:lnTo>
                    <a:pt x="78" y="284"/>
                  </a:lnTo>
                  <a:lnTo>
                    <a:pt x="76" y="288"/>
                  </a:lnTo>
                  <a:lnTo>
                    <a:pt x="76" y="292"/>
                  </a:lnTo>
                  <a:lnTo>
                    <a:pt x="76" y="294"/>
                  </a:lnTo>
                  <a:lnTo>
                    <a:pt x="72" y="298"/>
                  </a:lnTo>
                  <a:lnTo>
                    <a:pt x="72" y="302"/>
                  </a:lnTo>
                  <a:lnTo>
                    <a:pt x="68" y="306"/>
                  </a:lnTo>
                  <a:lnTo>
                    <a:pt x="64" y="302"/>
                  </a:lnTo>
                  <a:lnTo>
                    <a:pt x="60" y="306"/>
                  </a:lnTo>
                  <a:lnTo>
                    <a:pt x="56" y="302"/>
                  </a:lnTo>
                  <a:lnTo>
                    <a:pt x="52" y="302"/>
                  </a:lnTo>
                  <a:lnTo>
                    <a:pt x="52" y="306"/>
                  </a:lnTo>
                  <a:lnTo>
                    <a:pt x="48" y="306"/>
                  </a:lnTo>
                  <a:lnTo>
                    <a:pt x="48" y="310"/>
                  </a:lnTo>
                  <a:lnTo>
                    <a:pt x="46" y="310"/>
                  </a:lnTo>
                  <a:lnTo>
                    <a:pt x="46" y="314"/>
                  </a:lnTo>
                  <a:lnTo>
                    <a:pt x="46" y="318"/>
                  </a:lnTo>
                  <a:lnTo>
                    <a:pt x="48" y="318"/>
                  </a:lnTo>
                  <a:lnTo>
                    <a:pt x="46" y="318"/>
                  </a:lnTo>
                  <a:lnTo>
                    <a:pt x="46" y="320"/>
                  </a:lnTo>
                  <a:lnTo>
                    <a:pt x="42" y="320"/>
                  </a:lnTo>
                  <a:lnTo>
                    <a:pt x="38" y="320"/>
                  </a:lnTo>
                  <a:lnTo>
                    <a:pt x="34" y="320"/>
                  </a:lnTo>
                  <a:lnTo>
                    <a:pt x="30" y="320"/>
                  </a:lnTo>
                  <a:lnTo>
                    <a:pt x="26" y="320"/>
                  </a:lnTo>
                  <a:lnTo>
                    <a:pt x="26" y="318"/>
                  </a:lnTo>
                  <a:lnTo>
                    <a:pt x="30" y="314"/>
                  </a:lnTo>
                  <a:lnTo>
                    <a:pt x="26" y="310"/>
                  </a:lnTo>
                  <a:lnTo>
                    <a:pt x="22" y="306"/>
                  </a:lnTo>
                  <a:lnTo>
                    <a:pt x="18" y="302"/>
                  </a:lnTo>
                  <a:lnTo>
                    <a:pt x="22" y="302"/>
                  </a:lnTo>
                  <a:lnTo>
                    <a:pt x="26" y="302"/>
                  </a:lnTo>
                  <a:lnTo>
                    <a:pt x="22" y="298"/>
                  </a:lnTo>
                  <a:lnTo>
                    <a:pt x="26" y="298"/>
                  </a:lnTo>
                  <a:lnTo>
                    <a:pt x="26" y="294"/>
                  </a:lnTo>
                  <a:lnTo>
                    <a:pt x="22" y="294"/>
                  </a:lnTo>
                  <a:lnTo>
                    <a:pt x="22" y="292"/>
                  </a:lnTo>
                  <a:lnTo>
                    <a:pt x="22" y="288"/>
                  </a:lnTo>
                  <a:lnTo>
                    <a:pt x="18" y="288"/>
                  </a:lnTo>
                  <a:lnTo>
                    <a:pt x="18" y="284"/>
                  </a:lnTo>
                  <a:lnTo>
                    <a:pt x="16" y="284"/>
                  </a:lnTo>
                  <a:lnTo>
                    <a:pt x="16" y="280"/>
                  </a:lnTo>
                  <a:lnTo>
                    <a:pt x="16" y="276"/>
                  </a:lnTo>
                  <a:lnTo>
                    <a:pt x="12" y="276"/>
                  </a:lnTo>
                  <a:lnTo>
                    <a:pt x="12" y="272"/>
                  </a:lnTo>
                  <a:lnTo>
                    <a:pt x="12" y="268"/>
                  </a:lnTo>
                  <a:lnTo>
                    <a:pt x="8" y="268"/>
                  </a:lnTo>
                  <a:lnTo>
                    <a:pt x="8" y="264"/>
                  </a:lnTo>
                  <a:lnTo>
                    <a:pt x="12" y="264"/>
                  </a:lnTo>
                  <a:lnTo>
                    <a:pt x="12" y="262"/>
                  </a:lnTo>
                  <a:lnTo>
                    <a:pt x="12" y="258"/>
                  </a:lnTo>
                  <a:lnTo>
                    <a:pt x="8" y="258"/>
                  </a:lnTo>
                  <a:lnTo>
                    <a:pt x="4" y="258"/>
                  </a:lnTo>
                  <a:lnTo>
                    <a:pt x="4" y="254"/>
                  </a:lnTo>
                  <a:lnTo>
                    <a:pt x="4" y="250"/>
                  </a:lnTo>
                  <a:lnTo>
                    <a:pt x="4" y="246"/>
                  </a:lnTo>
                  <a:lnTo>
                    <a:pt x="0" y="246"/>
                  </a:lnTo>
                  <a:lnTo>
                    <a:pt x="4" y="246"/>
                  </a:lnTo>
                  <a:lnTo>
                    <a:pt x="4" y="242"/>
                  </a:lnTo>
                  <a:lnTo>
                    <a:pt x="0" y="242"/>
                  </a:lnTo>
                  <a:lnTo>
                    <a:pt x="0" y="238"/>
                  </a:lnTo>
                  <a:lnTo>
                    <a:pt x="4" y="238"/>
                  </a:lnTo>
                  <a:lnTo>
                    <a:pt x="4" y="242"/>
                  </a:lnTo>
                  <a:lnTo>
                    <a:pt x="8" y="242"/>
                  </a:lnTo>
                  <a:lnTo>
                    <a:pt x="12" y="238"/>
                  </a:lnTo>
                  <a:lnTo>
                    <a:pt x="12" y="234"/>
                  </a:lnTo>
                  <a:lnTo>
                    <a:pt x="12" y="232"/>
                  </a:lnTo>
                  <a:lnTo>
                    <a:pt x="8" y="228"/>
                  </a:lnTo>
                  <a:lnTo>
                    <a:pt x="12" y="228"/>
                  </a:lnTo>
                  <a:lnTo>
                    <a:pt x="12" y="224"/>
                  </a:lnTo>
                  <a:lnTo>
                    <a:pt x="12" y="220"/>
                  </a:lnTo>
                  <a:lnTo>
                    <a:pt x="16" y="220"/>
                  </a:lnTo>
                  <a:lnTo>
                    <a:pt x="18" y="220"/>
                  </a:lnTo>
                  <a:lnTo>
                    <a:pt x="18" y="216"/>
                  </a:lnTo>
                  <a:lnTo>
                    <a:pt x="18" y="212"/>
                  </a:lnTo>
                  <a:lnTo>
                    <a:pt x="22" y="208"/>
                  </a:lnTo>
                  <a:lnTo>
                    <a:pt x="22" y="206"/>
                  </a:lnTo>
                  <a:lnTo>
                    <a:pt x="18" y="206"/>
                  </a:lnTo>
                  <a:lnTo>
                    <a:pt x="18" y="202"/>
                  </a:lnTo>
                  <a:lnTo>
                    <a:pt x="18" y="198"/>
                  </a:lnTo>
                  <a:lnTo>
                    <a:pt x="16" y="194"/>
                  </a:lnTo>
                  <a:lnTo>
                    <a:pt x="18" y="194"/>
                  </a:lnTo>
                  <a:lnTo>
                    <a:pt x="22" y="194"/>
                  </a:lnTo>
                  <a:lnTo>
                    <a:pt x="22" y="190"/>
                  </a:lnTo>
                  <a:lnTo>
                    <a:pt x="26" y="190"/>
                  </a:lnTo>
                  <a:lnTo>
                    <a:pt x="26" y="186"/>
                  </a:lnTo>
                  <a:lnTo>
                    <a:pt x="22" y="186"/>
                  </a:lnTo>
                  <a:lnTo>
                    <a:pt x="22" y="182"/>
                  </a:lnTo>
                  <a:lnTo>
                    <a:pt x="18" y="182"/>
                  </a:lnTo>
                  <a:lnTo>
                    <a:pt x="16" y="178"/>
                  </a:lnTo>
                  <a:lnTo>
                    <a:pt x="16" y="176"/>
                  </a:lnTo>
                  <a:lnTo>
                    <a:pt x="16" y="172"/>
                  </a:lnTo>
                  <a:lnTo>
                    <a:pt x="18" y="168"/>
                  </a:lnTo>
                  <a:lnTo>
                    <a:pt x="18" y="164"/>
                  </a:lnTo>
                  <a:lnTo>
                    <a:pt x="16" y="164"/>
                  </a:lnTo>
                  <a:lnTo>
                    <a:pt x="16" y="162"/>
                  </a:lnTo>
                  <a:lnTo>
                    <a:pt x="16" y="158"/>
                  </a:lnTo>
                  <a:lnTo>
                    <a:pt x="16" y="154"/>
                  </a:lnTo>
                  <a:lnTo>
                    <a:pt x="16" y="150"/>
                  </a:lnTo>
                  <a:lnTo>
                    <a:pt x="16" y="146"/>
                  </a:lnTo>
                  <a:lnTo>
                    <a:pt x="12" y="142"/>
                  </a:lnTo>
                  <a:lnTo>
                    <a:pt x="16" y="142"/>
                  </a:lnTo>
                  <a:lnTo>
                    <a:pt x="16" y="138"/>
                  </a:lnTo>
                  <a:lnTo>
                    <a:pt x="16" y="134"/>
                  </a:lnTo>
                  <a:lnTo>
                    <a:pt x="18" y="132"/>
                  </a:lnTo>
                  <a:lnTo>
                    <a:pt x="22" y="128"/>
                  </a:lnTo>
                  <a:lnTo>
                    <a:pt x="26" y="124"/>
                  </a:lnTo>
                  <a:lnTo>
                    <a:pt x="30" y="124"/>
                  </a:lnTo>
                  <a:lnTo>
                    <a:pt x="42" y="124"/>
                  </a:lnTo>
                  <a:lnTo>
                    <a:pt x="46" y="120"/>
                  </a:lnTo>
                  <a:lnTo>
                    <a:pt x="46" y="116"/>
                  </a:lnTo>
                  <a:lnTo>
                    <a:pt x="46" y="112"/>
                  </a:lnTo>
                  <a:lnTo>
                    <a:pt x="42" y="112"/>
                  </a:lnTo>
                  <a:lnTo>
                    <a:pt x="38" y="112"/>
                  </a:lnTo>
                  <a:lnTo>
                    <a:pt x="38" y="108"/>
                  </a:lnTo>
                  <a:lnTo>
                    <a:pt x="42" y="108"/>
                  </a:lnTo>
                  <a:lnTo>
                    <a:pt x="42" y="106"/>
                  </a:lnTo>
                  <a:lnTo>
                    <a:pt x="42" y="102"/>
                  </a:lnTo>
                  <a:lnTo>
                    <a:pt x="46" y="102"/>
                  </a:lnTo>
                  <a:lnTo>
                    <a:pt x="46" y="98"/>
                  </a:lnTo>
                  <a:lnTo>
                    <a:pt x="48" y="94"/>
                  </a:lnTo>
                  <a:lnTo>
                    <a:pt x="48" y="90"/>
                  </a:lnTo>
                  <a:lnTo>
                    <a:pt x="48" y="86"/>
                  </a:lnTo>
                  <a:lnTo>
                    <a:pt x="48" y="82"/>
                  </a:lnTo>
                  <a:lnTo>
                    <a:pt x="52" y="82"/>
                  </a:lnTo>
                  <a:lnTo>
                    <a:pt x="48" y="78"/>
                  </a:lnTo>
                  <a:lnTo>
                    <a:pt x="48" y="76"/>
                  </a:lnTo>
                  <a:lnTo>
                    <a:pt x="52" y="76"/>
                  </a:lnTo>
                  <a:lnTo>
                    <a:pt x="56" y="76"/>
                  </a:lnTo>
                  <a:lnTo>
                    <a:pt x="64" y="72"/>
                  </a:lnTo>
                  <a:lnTo>
                    <a:pt x="60" y="68"/>
                  </a:lnTo>
                  <a:lnTo>
                    <a:pt x="60" y="64"/>
                  </a:lnTo>
                  <a:lnTo>
                    <a:pt x="64" y="64"/>
                  </a:lnTo>
                  <a:lnTo>
                    <a:pt x="68" y="60"/>
                  </a:lnTo>
                  <a:lnTo>
                    <a:pt x="72" y="56"/>
                  </a:lnTo>
                  <a:lnTo>
                    <a:pt x="76" y="52"/>
                  </a:lnTo>
                  <a:lnTo>
                    <a:pt x="76" y="48"/>
                  </a:lnTo>
                  <a:lnTo>
                    <a:pt x="76" y="46"/>
                  </a:lnTo>
                  <a:lnTo>
                    <a:pt x="72" y="46"/>
                  </a:lnTo>
                  <a:lnTo>
                    <a:pt x="72" y="42"/>
                  </a:lnTo>
                  <a:lnTo>
                    <a:pt x="76" y="42"/>
                  </a:lnTo>
                  <a:lnTo>
                    <a:pt x="78" y="38"/>
                  </a:lnTo>
                  <a:lnTo>
                    <a:pt x="78" y="34"/>
                  </a:lnTo>
                  <a:lnTo>
                    <a:pt x="78" y="30"/>
                  </a:lnTo>
                  <a:lnTo>
                    <a:pt x="86" y="26"/>
                  </a:lnTo>
                  <a:lnTo>
                    <a:pt x="90" y="26"/>
                  </a:lnTo>
                  <a:lnTo>
                    <a:pt x="94" y="26"/>
                  </a:lnTo>
                  <a:lnTo>
                    <a:pt x="94" y="30"/>
                  </a:lnTo>
                  <a:lnTo>
                    <a:pt x="98" y="30"/>
                  </a:lnTo>
                  <a:lnTo>
                    <a:pt x="98" y="26"/>
                  </a:lnTo>
                  <a:lnTo>
                    <a:pt x="102" y="22"/>
                  </a:lnTo>
                  <a:lnTo>
                    <a:pt x="102" y="20"/>
                  </a:lnTo>
                  <a:lnTo>
                    <a:pt x="98" y="20"/>
                  </a:lnTo>
                  <a:lnTo>
                    <a:pt x="102" y="16"/>
                  </a:lnTo>
                  <a:lnTo>
                    <a:pt x="106" y="16"/>
                  </a:lnTo>
                  <a:lnTo>
                    <a:pt x="108" y="16"/>
                  </a:lnTo>
                  <a:lnTo>
                    <a:pt x="112" y="16"/>
                  </a:lnTo>
                  <a:lnTo>
                    <a:pt x="120" y="20"/>
                  </a:lnTo>
                  <a:lnTo>
                    <a:pt x="124" y="20"/>
                  </a:lnTo>
                  <a:lnTo>
                    <a:pt x="128" y="20"/>
                  </a:lnTo>
                  <a:lnTo>
                    <a:pt x="132" y="16"/>
                  </a:lnTo>
                  <a:lnTo>
                    <a:pt x="128" y="16"/>
                  </a:lnTo>
                  <a:lnTo>
                    <a:pt x="132" y="12"/>
                  </a:lnTo>
                  <a:lnTo>
                    <a:pt x="132" y="8"/>
                  </a:lnTo>
                  <a:lnTo>
                    <a:pt x="132" y="4"/>
                  </a:lnTo>
                  <a:lnTo>
                    <a:pt x="128" y="0"/>
                  </a:lnTo>
                  <a:lnTo>
                    <a:pt x="134" y="0"/>
                  </a:lnTo>
                  <a:lnTo>
                    <a:pt x="138" y="4"/>
                  </a:lnTo>
                  <a:lnTo>
                    <a:pt x="142" y="8"/>
                  </a:lnTo>
                  <a:lnTo>
                    <a:pt x="146" y="8"/>
                  </a:lnTo>
                  <a:lnTo>
                    <a:pt x="146" y="12"/>
                  </a:lnTo>
                  <a:lnTo>
                    <a:pt x="150" y="12"/>
                  </a:lnTo>
                  <a:lnTo>
                    <a:pt x="150" y="16"/>
                  </a:lnTo>
                  <a:lnTo>
                    <a:pt x="154" y="16"/>
                  </a:lnTo>
                  <a:lnTo>
                    <a:pt x="158" y="16"/>
                  </a:lnTo>
                  <a:lnTo>
                    <a:pt x="162" y="16"/>
                  </a:lnTo>
                  <a:lnTo>
                    <a:pt x="164" y="20"/>
                  </a:lnTo>
                  <a:lnTo>
                    <a:pt x="168" y="20"/>
                  </a:lnTo>
                  <a:lnTo>
                    <a:pt x="176" y="26"/>
                  </a:lnTo>
                  <a:lnTo>
                    <a:pt x="180" y="30"/>
                  </a:lnTo>
                  <a:lnTo>
                    <a:pt x="176" y="30"/>
                  </a:lnTo>
                  <a:lnTo>
                    <a:pt x="176" y="34"/>
                  </a:lnTo>
                  <a:lnTo>
                    <a:pt x="176" y="38"/>
                  </a:lnTo>
                  <a:lnTo>
                    <a:pt x="176" y="42"/>
                  </a:lnTo>
                  <a:lnTo>
                    <a:pt x="180" y="42"/>
                  </a:lnTo>
                  <a:lnTo>
                    <a:pt x="180" y="46"/>
                  </a:lnTo>
                  <a:lnTo>
                    <a:pt x="176" y="48"/>
                  </a:lnTo>
                  <a:lnTo>
                    <a:pt x="180" y="52"/>
                  </a:lnTo>
                  <a:lnTo>
                    <a:pt x="184" y="56"/>
                  </a:lnTo>
                  <a:lnTo>
                    <a:pt x="184" y="60"/>
                  </a:lnTo>
                  <a:lnTo>
                    <a:pt x="184" y="64"/>
                  </a:lnTo>
                  <a:lnTo>
                    <a:pt x="180" y="64"/>
                  </a:lnTo>
                  <a:lnTo>
                    <a:pt x="180" y="68"/>
                  </a:lnTo>
                  <a:lnTo>
                    <a:pt x="180" y="72"/>
                  </a:lnTo>
                  <a:lnTo>
                    <a:pt x="180" y="76"/>
                  </a:lnTo>
                  <a:lnTo>
                    <a:pt x="184" y="76"/>
                  </a:lnTo>
                  <a:lnTo>
                    <a:pt x="188" y="82"/>
                  </a:lnTo>
                  <a:lnTo>
                    <a:pt x="184" y="82"/>
                  </a:lnTo>
                  <a:lnTo>
                    <a:pt x="180" y="82"/>
                  </a:lnTo>
                  <a:lnTo>
                    <a:pt x="176" y="82"/>
                  </a:lnTo>
                  <a:lnTo>
                    <a:pt x="172" y="82"/>
                  </a:lnTo>
                  <a:lnTo>
                    <a:pt x="172" y="86"/>
                  </a:lnTo>
                  <a:lnTo>
                    <a:pt x="168" y="82"/>
                  </a:lnTo>
                  <a:lnTo>
                    <a:pt x="164" y="82"/>
                  </a:lnTo>
                  <a:lnTo>
                    <a:pt x="164" y="78"/>
                  </a:lnTo>
                  <a:lnTo>
                    <a:pt x="164" y="82"/>
                  </a:lnTo>
                  <a:lnTo>
                    <a:pt x="162" y="82"/>
                  </a:lnTo>
                  <a:lnTo>
                    <a:pt x="158" y="86"/>
                  </a:lnTo>
                  <a:lnTo>
                    <a:pt x="162" y="86"/>
                  </a:lnTo>
                  <a:lnTo>
                    <a:pt x="162" y="90"/>
                  </a:lnTo>
                  <a:lnTo>
                    <a:pt x="158" y="86"/>
                  </a:lnTo>
                  <a:lnTo>
                    <a:pt x="154" y="86"/>
                  </a:lnTo>
                  <a:lnTo>
                    <a:pt x="154" y="82"/>
                  </a:lnTo>
                  <a:lnTo>
                    <a:pt x="154" y="86"/>
                  </a:lnTo>
                  <a:lnTo>
                    <a:pt x="158" y="86"/>
                  </a:lnTo>
                  <a:lnTo>
                    <a:pt x="158" y="90"/>
                  </a:lnTo>
                  <a:lnTo>
                    <a:pt x="154" y="90"/>
                  </a:lnTo>
                  <a:lnTo>
                    <a:pt x="158" y="90"/>
                  </a:lnTo>
                  <a:lnTo>
                    <a:pt x="154" y="94"/>
                  </a:lnTo>
                  <a:lnTo>
                    <a:pt x="150" y="94"/>
                  </a:lnTo>
                  <a:lnTo>
                    <a:pt x="150" y="90"/>
                  </a:lnTo>
                  <a:lnTo>
                    <a:pt x="146" y="94"/>
                  </a:lnTo>
                  <a:lnTo>
                    <a:pt x="150" y="94"/>
                  </a:lnTo>
                  <a:lnTo>
                    <a:pt x="150" y="98"/>
                  </a:lnTo>
                  <a:lnTo>
                    <a:pt x="150" y="94"/>
                  </a:lnTo>
                  <a:lnTo>
                    <a:pt x="146" y="94"/>
                  </a:lnTo>
                  <a:lnTo>
                    <a:pt x="150" y="94"/>
                  </a:lnTo>
                  <a:lnTo>
                    <a:pt x="150" y="98"/>
                  </a:lnTo>
                  <a:lnTo>
                    <a:pt x="150" y="102"/>
                  </a:lnTo>
                  <a:lnTo>
                    <a:pt x="146" y="102"/>
                  </a:lnTo>
                  <a:lnTo>
                    <a:pt x="142" y="106"/>
                  </a:lnTo>
                  <a:lnTo>
                    <a:pt x="142" y="108"/>
                  </a:lnTo>
                  <a:lnTo>
                    <a:pt x="146" y="106"/>
                  </a:lnTo>
                  <a:lnTo>
                    <a:pt x="146" y="108"/>
                  </a:lnTo>
                  <a:lnTo>
                    <a:pt x="142" y="108"/>
                  </a:lnTo>
                  <a:lnTo>
                    <a:pt x="146" y="112"/>
                  </a:lnTo>
                  <a:lnTo>
                    <a:pt x="150" y="112"/>
                  </a:lnTo>
                  <a:lnTo>
                    <a:pt x="150" y="116"/>
                  </a:lnTo>
                  <a:lnTo>
                    <a:pt x="146" y="116"/>
                  </a:lnTo>
                  <a:lnTo>
                    <a:pt x="146" y="120"/>
                  </a:lnTo>
                  <a:lnTo>
                    <a:pt x="142" y="124"/>
                  </a:lnTo>
                  <a:lnTo>
                    <a:pt x="138" y="124"/>
                  </a:lnTo>
                  <a:lnTo>
                    <a:pt x="138" y="128"/>
                  </a:lnTo>
                  <a:lnTo>
                    <a:pt x="134" y="132"/>
                  </a:lnTo>
                  <a:lnTo>
                    <a:pt x="132" y="132"/>
                  </a:lnTo>
                  <a:lnTo>
                    <a:pt x="132" y="134"/>
                  </a:lnTo>
                  <a:lnTo>
                    <a:pt x="128" y="134"/>
                  </a:lnTo>
                  <a:lnTo>
                    <a:pt x="124" y="134"/>
                  </a:lnTo>
                  <a:lnTo>
                    <a:pt x="124" y="138"/>
                  </a:lnTo>
                  <a:lnTo>
                    <a:pt x="120" y="138"/>
                  </a:lnTo>
                  <a:lnTo>
                    <a:pt x="120" y="134"/>
                  </a:lnTo>
                  <a:lnTo>
                    <a:pt x="120" y="138"/>
                  </a:lnTo>
                  <a:lnTo>
                    <a:pt x="116" y="138"/>
                  </a:lnTo>
                  <a:lnTo>
                    <a:pt x="116" y="142"/>
                  </a:lnTo>
                  <a:lnTo>
                    <a:pt x="112" y="142"/>
                  </a:lnTo>
                  <a:lnTo>
                    <a:pt x="116" y="142"/>
                  </a:lnTo>
                  <a:lnTo>
                    <a:pt x="112" y="146"/>
                  </a:lnTo>
                  <a:lnTo>
                    <a:pt x="112" y="142"/>
                  </a:lnTo>
                  <a:lnTo>
                    <a:pt x="108" y="142"/>
                  </a:lnTo>
                  <a:lnTo>
                    <a:pt x="112" y="142"/>
                  </a:lnTo>
                  <a:lnTo>
                    <a:pt x="112" y="146"/>
                  </a:lnTo>
                  <a:lnTo>
                    <a:pt x="108" y="146"/>
                  </a:lnTo>
                  <a:lnTo>
                    <a:pt x="106" y="146"/>
                  </a:lnTo>
                  <a:lnTo>
                    <a:pt x="106" y="150"/>
                  </a:lnTo>
                  <a:lnTo>
                    <a:pt x="102" y="150"/>
                  </a:lnTo>
                  <a:lnTo>
                    <a:pt x="106" y="150"/>
                  </a:lnTo>
                  <a:lnTo>
                    <a:pt x="106" y="154"/>
                  </a:lnTo>
                  <a:lnTo>
                    <a:pt x="102" y="154"/>
                  </a:lnTo>
                  <a:lnTo>
                    <a:pt x="98" y="154"/>
                  </a:lnTo>
                  <a:lnTo>
                    <a:pt x="98" y="150"/>
                  </a:lnTo>
                  <a:lnTo>
                    <a:pt x="94" y="150"/>
                  </a:lnTo>
                  <a:lnTo>
                    <a:pt x="98" y="150"/>
                  </a:lnTo>
                  <a:lnTo>
                    <a:pt x="98" y="154"/>
                  </a:lnTo>
                  <a:lnTo>
                    <a:pt x="98" y="158"/>
                  </a:lnTo>
                  <a:lnTo>
                    <a:pt x="98" y="162"/>
                  </a:lnTo>
                  <a:lnTo>
                    <a:pt x="94" y="162"/>
                  </a:lnTo>
                  <a:lnTo>
                    <a:pt x="90" y="162"/>
                  </a:lnTo>
                  <a:lnTo>
                    <a:pt x="90" y="164"/>
                  </a:lnTo>
                  <a:lnTo>
                    <a:pt x="94" y="168"/>
                  </a:lnTo>
                  <a:lnTo>
                    <a:pt x="90" y="168"/>
                  </a:lnTo>
                  <a:lnTo>
                    <a:pt x="90" y="172"/>
                  </a:lnTo>
                  <a:lnTo>
                    <a:pt x="90" y="176"/>
                  </a:lnTo>
                  <a:lnTo>
                    <a:pt x="90" y="178"/>
                  </a:lnTo>
                  <a:lnTo>
                    <a:pt x="94" y="178"/>
                  </a:lnTo>
                  <a:lnTo>
                    <a:pt x="90" y="178"/>
                  </a:lnTo>
                  <a:lnTo>
                    <a:pt x="86" y="178"/>
                  </a:lnTo>
                  <a:lnTo>
                    <a:pt x="90" y="178"/>
                  </a:lnTo>
                  <a:lnTo>
                    <a:pt x="86" y="178"/>
                  </a:lnTo>
                  <a:lnTo>
                    <a:pt x="86" y="182"/>
                  </a:lnTo>
                  <a:lnTo>
                    <a:pt x="86" y="186"/>
                  </a:lnTo>
                  <a:lnTo>
                    <a:pt x="86" y="190"/>
                  </a:lnTo>
                  <a:lnTo>
                    <a:pt x="86" y="194"/>
                  </a:lnTo>
                  <a:lnTo>
                    <a:pt x="86" y="198"/>
                  </a:lnTo>
                  <a:lnTo>
                    <a:pt x="90" y="198"/>
                  </a:lnTo>
                  <a:lnTo>
                    <a:pt x="90" y="202"/>
                  </a:lnTo>
                  <a:lnTo>
                    <a:pt x="90" y="206"/>
                  </a:lnTo>
                  <a:lnTo>
                    <a:pt x="90" y="202"/>
                  </a:lnTo>
                  <a:lnTo>
                    <a:pt x="94" y="202"/>
                  </a:lnTo>
                  <a:lnTo>
                    <a:pt x="94" y="206"/>
                  </a:lnTo>
                  <a:lnTo>
                    <a:pt x="98" y="206"/>
                  </a:lnTo>
                  <a:lnTo>
                    <a:pt x="102" y="208"/>
                  </a:lnTo>
                  <a:lnTo>
                    <a:pt x="106" y="208"/>
                  </a:lnTo>
                  <a:lnTo>
                    <a:pt x="106" y="212"/>
                  </a:lnTo>
                  <a:lnTo>
                    <a:pt x="108" y="212"/>
                  </a:lnTo>
                  <a:lnTo>
                    <a:pt x="106" y="212"/>
                  </a:lnTo>
                  <a:lnTo>
                    <a:pt x="106" y="216"/>
                  </a:lnTo>
                  <a:lnTo>
                    <a:pt x="108" y="216"/>
                  </a:lnTo>
                  <a:lnTo>
                    <a:pt x="112" y="220"/>
                  </a:lnTo>
                  <a:lnTo>
                    <a:pt x="112" y="224"/>
                  </a:lnTo>
                  <a:lnTo>
                    <a:pt x="108" y="224"/>
                  </a:lnTo>
                  <a:lnTo>
                    <a:pt x="108" y="228"/>
                  </a:lnTo>
                  <a:lnTo>
                    <a:pt x="106" y="232"/>
                  </a:lnTo>
                  <a:lnTo>
                    <a:pt x="102" y="232"/>
                  </a:lnTo>
                  <a:lnTo>
                    <a:pt x="106" y="232"/>
                  </a:lnTo>
                  <a:lnTo>
                    <a:pt x="102" y="232"/>
                  </a:lnTo>
                  <a:lnTo>
                    <a:pt x="98" y="232"/>
                  </a:lnTo>
                  <a:lnTo>
                    <a:pt x="94" y="232"/>
                  </a:lnTo>
                  <a:lnTo>
                    <a:pt x="98" y="228"/>
                  </a:lnTo>
                  <a:lnTo>
                    <a:pt x="94" y="228"/>
                  </a:lnTo>
                  <a:lnTo>
                    <a:pt x="94" y="224"/>
                  </a:lnTo>
                  <a:lnTo>
                    <a:pt x="94" y="228"/>
                  </a:lnTo>
                  <a:lnTo>
                    <a:pt x="94" y="224"/>
                  </a:lnTo>
                  <a:lnTo>
                    <a:pt x="90" y="224"/>
                  </a:lnTo>
                  <a:lnTo>
                    <a:pt x="94" y="228"/>
                  </a:lnTo>
                  <a:lnTo>
                    <a:pt x="90" y="228"/>
                  </a:lnTo>
                  <a:lnTo>
                    <a:pt x="90" y="224"/>
                  </a:lnTo>
                  <a:lnTo>
                    <a:pt x="94" y="224"/>
                  </a:lnTo>
                  <a:lnTo>
                    <a:pt x="94" y="228"/>
                  </a:lnTo>
                  <a:lnTo>
                    <a:pt x="94" y="232"/>
                  </a:lnTo>
                  <a:lnTo>
                    <a:pt x="90" y="228"/>
                  </a:lnTo>
                  <a:lnTo>
                    <a:pt x="94" y="228"/>
                  </a:lnTo>
                  <a:lnTo>
                    <a:pt x="90" y="228"/>
                  </a:lnTo>
                  <a:lnTo>
                    <a:pt x="90" y="232"/>
                  </a:lnTo>
                  <a:lnTo>
                    <a:pt x="86" y="228"/>
                  </a:lnTo>
                  <a:lnTo>
                    <a:pt x="82" y="228"/>
                  </a:lnTo>
                  <a:lnTo>
                    <a:pt x="78" y="228"/>
                  </a:lnTo>
                  <a:lnTo>
                    <a:pt x="76" y="232"/>
                  </a:lnTo>
                  <a:lnTo>
                    <a:pt x="72" y="232"/>
                  </a:lnTo>
                  <a:lnTo>
                    <a:pt x="76" y="232"/>
                  </a:lnTo>
                  <a:lnTo>
                    <a:pt x="78" y="232"/>
                  </a:lnTo>
                  <a:lnTo>
                    <a:pt x="82" y="232"/>
                  </a:lnTo>
                  <a:lnTo>
                    <a:pt x="78" y="232"/>
                  </a:lnTo>
                  <a:lnTo>
                    <a:pt x="82" y="232"/>
                  </a:lnTo>
                  <a:lnTo>
                    <a:pt x="86" y="232"/>
                  </a:lnTo>
                  <a:lnTo>
                    <a:pt x="90" y="232"/>
                  </a:lnTo>
                  <a:lnTo>
                    <a:pt x="90" y="234"/>
                  </a:lnTo>
                  <a:lnTo>
                    <a:pt x="86" y="234"/>
                  </a:lnTo>
                  <a:lnTo>
                    <a:pt x="90" y="234"/>
                  </a:lnTo>
                  <a:lnTo>
                    <a:pt x="90" y="234"/>
                  </a:lnTo>
                  <a:lnTo>
                    <a:pt x="90" y="234"/>
                  </a:lnTo>
                  <a:close/>
                  <a:moveTo>
                    <a:pt x="90" y="164"/>
                  </a:moveTo>
                  <a:lnTo>
                    <a:pt x="90" y="162"/>
                  </a:lnTo>
                  <a:lnTo>
                    <a:pt x="90" y="164"/>
                  </a:lnTo>
                  <a:lnTo>
                    <a:pt x="94" y="164"/>
                  </a:lnTo>
                  <a:lnTo>
                    <a:pt x="90" y="164"/>
                  </a:lnTo>
                  <a:lnTo>
                    <a:pt x="90" y="164"/>
                  </a:lnTo>
                  <a:lnTo>
                    <a:pt x="90" y="164"/>
                  </a:lnTo>
                  <a:close/>
                  <a:moveTo>
                    <a:pt x="86" y="232"/>
                  </a:moveTo>
                  <a:lnTo>
                    <a:pt x="90" y="232"/>
                  </a:lnTo>
                  <a:lnTo>
                    <a:pt x="86" y="232"/>
                  </a:lnTo>
                  <a:lnTo>
                    <a:pt x="86" y="232"/>
                  </a:lnTo>
                  <a:lnTo>
                    <a:pt x="86" y="232"/>
                  </a:lnTo>
                  <a:close/>
                  <a:moveTo>
                    <a:pt x="94" y="234"/>
                  </a:moveTo>
                  <a:lnTo>
                    <a:pt x="94" y="232"/>
                  </a:lnTo>
                  <a:lnTo>
                    <a:pt x="98" y="234"/>
                  </a:lnTo>
                  <a:lnTo>
                    <a:pt x="94" y="234"/>
                  </a:lnTo>
                  <a:lnTo>
                    <a:pt x="94" y="234"/>
                  </a:lnTo>
                  <a:lnTo>
                    <a:pt x="94" y="234"/>
                  </a:lnTo>
                  <a:close/>
                  <a:moveTo>
                    <a:pt x="116" y="264"/>
                  </a:moveTo>
                  <a:lnTo>
                    <a:pt x="112" y="264"/>
                  </a:lnTo>
                  <a:lnTo>
                    <a:pt x="116" y="264"/>
                  </a:lnTo>
                  <a:lnTo>
                    <a:pt x="116" y="264"/>
                  </a:lnTo>
                  <a:lnTo>
                    <a:pt x="116" y="264"/>
                  </a:lnTo>
                  <a:close/>
                  <a:moveTo>
                    <a:pt x="106" y="212"/>
                  </a:moveTo>
                  <a:lnTo>
                    <a:pt x="106" y="208"/>
                  </a:lnTo>
                  <a:lnTo>
                    <a:pt x="106" y="206"/>
                  </a:lnTo>
                  <a:lnTo>
                    <a:pt x="106" y="208"/>
                  </a:lnTo>
                  <a:lnTo>
                    <a:pt x="106" y="212"/>
                  </a:lnTo>
                  <a:lnTo>
                    <a:pt x="106" y="212"/>
                  </a:lnTo>
                  <a:lnTo>
                    <a:pt x="106" y="212"/>
                  </a:lnTo>
                  <a:close/>
                  <a:moveTo>
                    <a:pt x="8" y="262"/>
                  </a:moveTo>
                  <a:lnTo>
                    <a:pt x="4" y="262"/>
                  </a:lnTo>
                  <a:lnTo>
                    <a:pt x="8" y="258"/>
                  </a:lnTo>
                  <a:lnTo>
                    <a:pt x="12" y="258"/>
                  </a:lnTo>
                  <a:lnTo>
                    <a:pt x="12" y="262"/>
                  </a:lnTo>
                  <a:lnTo>
                    <a:pt x="8" y="262"/>
                  </a:lnTo>
                  <a:lnTo>
                    <a:pt x="8" y="262"/>
                  </a:lnTo>
                  <a:lnTo>
                    <a:pt x="8" y="262"/>
                  </a:lnTo>
                  <a:close/>
                  <a:moveTo>
                    <a:pt x="8" y="264"/>
                  </a:moveTo>
                  <a:lnTo>
                    <a:pt x="8" y="262"/>
                  </a:lnTo>
                  <a:lnTo>
                    <a:pt x="12" y="262"/>
                  </a:lnTo>
                  <a:lnTo>
                    <a:pt x="12" y="264"/>
                  </a:lnTo>
                  <a:lnTo>
                    <a:pt x="8" y="264"/>
                  </a:lnTo>
                  <a:lnTo>
                    <a:pt x="8" y="264"/>
                  </a:lnTo>
                  <a:lnTo>
                    <a:pt x="8" y="264"/>
                  </a:lnTo>
                  <a:close/>
                  <a:moveTo>
                    <a:pt x="112" y="264"/>
                  </a:moveTo>
                  <a:lnTo>
                    <a:pt x="112" y="268"/>
                  </a:lnTo>
                  <a:lnTo>
                    <a:pt x="108" y="268"/>
                  </a:lnTo>
                  <a:lnTo>
                    <a:pt x="108" y="272"/>
                  </a:lnTo>
                  <a:lnTo>
                    <a:pt x="108" y="276"/>
                  </a:lnTo>
                  <a:lnTo>
                    <a:pt x="108" y="280"/>
                  </a:lnTo>
                  <a:lnTo>
                    <a:pt x="106" y="280"/>
                  </a:lnTo>
                  <a:lnTo>
                    <a:pt x="106" y="284"/>
                  </a:lnTo>
                  <a:lnTo>
                    <a:pt x="102" y="288"/>
                  </a:lnTo>
                  <a:lnTo>
                    <a:pt x="102" y="284"/>
                  </a:lnTo>
                  <a:lnTo>
                    <a:pt x="102" y="280"/>
                  </a:lnTo>
                  <a:lnTo>
                    <a:pt x="102" y="276"/>
                  </a:lnTo>
                  <a:lnTo>
                    <a:pt x="102" y="272"/>
                  </a:lnTo>
                  <a:lnTo>
                    <a:pt x="106" y="268"/>
                  </a:lnTo>
                  <a:lnTo>
                    <a:pt x="108" y="264"/>
                  </a:lnTo>
                  <a:lnTo>
                    <a:pt x="112" y="264"/>
                  </a:lnTo>
                  <a:lnTo>
                    <a:pt x="112" y="264"/>
                  </a:lnTo>
                  <a:lnTo>
                    <a:pt x="112" y="264"/>
                  </a:lnTo>
                  <a:close/>
                  <a:moveTo>
                    <a:pt x="76" y="302"/>
                  </a:moveTo>
                  <a:lnTo>
                    <a:pt x="76" y="298"/>
                  </a:lnTo>
                  <a:lnTo>
                    <a:pt x="76" y="294"/>
                  </a:lnTo>
                  <a:lnTo>
                    <a:pt x="78" y="292"/>
                  </a:lnTo>
                  <a:lnTo>
                    <a:pt x="78" y="288"/>
                  </a:lnTo>
                  <a:lnTo>
                    <a:pt x="82" y="288"/>
                  </a:lnTo>
                  <a:lnTo>
                    <a:pt x="82" y="284"/>
                  </a:lnTo>
                  <a:lnTo>
                    <a:pt x="82" y="280"/>
                  </a:lnTo>
                  <a:lnTo>
                    <a:pt x="86" y="276"/>
                  </a:lnTo>
                  <a:lnTo>
                    <a:pt x="86" y="280"/>
                  </a:lnTo>
                  <a:lnTo>
                    <a:pt x="86" y="284"/>
                  </a:lnTo>
                  <a:lnTo>
                    <a:pt x="82" y="284"/>
                  </a:lnTo>
                  <a:lnTo>
                    <a:pt x="82" y="288"/>
                  </a:lnTo>
                  <a:lnTo>
                    <a:pt x="82" y="292"/>
                  </a:lnTo>
                  <a:lnTo>
                    <a:pt x="78" y="292"/>
                  </a:lnTo>
                  <a:lnTo>
                    <a:pt x="78" y="294"/>
                  </a:lnTo>
                  <a:lnTo>
                    <a:pt x="78" y="298"/>
                  </a:lnTo>
                  <a:lnTo>
                    <a:pt x="78" y="302"/>
                  </a:lnTo>
                  <a:lnTo>
                    <a:pt x="76" y="302"/>
                  </a:lnTo>
                  <a:lnTo>
                    <a:pt x="76" y="302"/>
                  </a:lnTo>
                  <a:lnTo>
                    <a:pt x="76"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69" name="Freeform 124"/>
            <p:cNvSpPr>
              <a:spLocks noChangeAspect="1" noEditPoints="1"/>
            </p:cNvSpPr>
            <p:nvPr/>
          </p:nvSpPr>
          <p:spPr bwMode="gray">
            <a:xfrm>
              <a:off x="4949521" y="3013505"/>
              <a:ext cx="107834" cy="69570"/>
            </a:xfrm>
            <a:custGeom>
              <a:avLst/>
              <a:gdLst>
                <a:gd name="T0" fmla="*/ 6 w 62"/>
                <a:gd name="T1" fmla="*/ 14 h 40"/>
                <a:gd name="T2" fmla="*/ 10 w 62"/>
                <a:gd name="T3" fmla="*/ 10 h 40"/>
                <a:gd name="T4" fmla="*/ 10 w 62"/>
                <a:gd name="T5" fmla="*/ 6 h 40"/>
                <a:gd name="T6" fmla="*/ 18 w 62"/>
                <a:gd name="T7" fmla="*/ 6 h 40"/>
                <a:gd name="T8" fmla="*/ 18 w 62"/>
                <a:gd name="T9" fmla="*/ 6 h 40"/>
                <a:gd name="T10" fmla="*/ 18 w 62"/>
                <a:gd name="T11" fmla="*/ 6 h 40"/>
                <a:gd name="T12" fmla="*/ 22 w 62"/>
                <a:gd name="T13" fmla="*/ 4 h 40"/>
                <a:gd name="T14" fmla="*/ 22 w 62"/>
                <a:gd name="T15" fmla="*/ 4 h 40"/>
                <a:gd name="T16" fmla="*/ 26 w 62"/>
                <a:gd name="T17" fmla="*/ 4 h 40"/>
                <a:gd name="T18" fmla="*/ 28 w 62"/>
                <a:gd name="T19" fmla="*/ 4 h 40"/>
                <a:gd name="T20" fmla="*/ 32 w 62"/>
                <a:gd name="T21" fmla="*/ 4 h 40"/>
                <a:gd name="T22" fmla="*/ 36 w 62"/>
                <a:gd name="T23" fmla="*/ 4 h 40"/>
                <a:gd name="T24" fmla="*/ 32 w 62"/>
                <a:gd name="T25" fmla="*/ 4 h 40"/>
                <a:gd name="T26" fmla="*/ 36 w 62"/>
                <a:gd name="T27" fmla="*/ 0 h 40"/>
                <a:gd name="T28" fmla="*/ 36 w 62"/>
                <a:gd name="T29" fmla="*/ 0 h 40"/>
                <a:gd name="T30" fmla="*/ 40 w 62"/>
                <a:gd name="T31" fmla="*/ 0 h 40"/>
                <a:gd name="T32" fmla="*/ 40 w 62"/>
                <a:gd name="T33" fmla="*/ 4 h 40"/>
                <a:gd name="T34" fmla="*/ 48 w 62"/>
                <a:gd name="T35" fmla="*/ 4 h 40"/>
                <a:gd name="T36" fmla="*/ 52 w 62"/>
                <a:gd name="T37" fmla="*/ 6 h 40"/>
                <a:gd name="T38" fmla="*/ 48 w 62"/>
                <a:gd name="T39" fmla="*/ 10 h 40"/>
                <a:gd name="T40" fmla="*/ 48 w 62"/>
                <a:gd name="T41" fmla="*/ 14 h 40"/>
                <a:gd name="T42" fmla="*/ 52 w 62"/>
                <a:gd name="T43" fmla="*/ 14 h 40"/>
                <a:gd name="T44" fmla="*/ 52 w 62"/>
                <a:gd name="T45" fmla="*/ 18 h 40"/>
                <a:gd name="T46" fmla="*/ 56 w 62"/>
                <a:gd name="T47" fmla="*/ 18 h 40"/>
                <a:gd name="T48" fmla="*/ 58 w 62"/>
                <a:gd name="T49" fmla="*/ 14 h 40"/>
                <a:gd name="T50" fmla="*/ 62 w 62"/>
                <a:gd name="T51" fmla="*/ 22 h 40"/>
                <a:gd name="T52" fmla="*/ 62 w 62"/>
                <a:gd name="T53" fmla="*/ 26 h 40"/>
                <a:gd name="T54" fmla="*/ 58 w 62"/>
                <a:gd name="T55" fmla="*/ 22 h 40"/>
                <a:gd name="T56" fmla="*/ 56 w 62"/>
                <a:gd name="T57" fmla="*/ 26 h 40"/>
                <a:gd name="T58" fmla="*/ 56 w 62"/>
                <a:gd name="T59" fmla="*/ 30 h 40"/>
                <a:gd name="T60" fmla="*/ 56 w 62"/>
                <a:gd name="T61" fmla="*/ 30 h 40"/>
                <a:gd name="T62" fmla="*/ 52 w 62"/>
                <a:gd name="T63" fmla="*/ 30 h 40"/>
                <a:gd name="T64" fmla="*/ 48 w 62"/>
                <a:gd name="T65" fmla="*/ 30 h 40"/>
                <a:gd name="T66" fmla="*/ 44 w 62"/>
                <a:gd name="T67" fmla="*/ 26 h 40"/>
                <a:gd name="T68" fmla="*/ 44 w 62"/>
                <a:gd name="T69" fmla="*/ 30 h 40"/>
                <a:gd name="T70" fmla="*/ 40 w 62"/>
                <a:gd name="T71" fmla="*/ 34 h 40"/>
                <a:gd name="T72" fmla="*/ 40 w 62"/>
                <a:gd name="T73" fmla="*/ 36 h 40"/>
                <a:gd name="T74" fmla="*/ 40 w 62"/>
                <a:gd name="T75" fmla="*/ 36 h 40"/>
                <a:gd name="T76" fmla="*/ 40 w 62"/>
                <a:gd name="T77" fmla="*/ 34 h 40"/>
                <a:gd name="T78" fmla="*/ 36 w 62"/>
                <a:gd name="T79" fmla="*/ 34 h 40"/>
                <a:gd name="T80" fmla="*/ 32 w 62"/>
                <a:gd name="T81" fmla="*/ 30 h 40"/>
                <a:gd name="T82" fmla="*/ 32 w 62"/>
                <a:gd name="T83" fmla="*/ 26 h 40"/>
                <a:gd name="T84" fmla="*/ 26 w 62"/>
                <a:gd name="T85" fmla="*/ 36 h 40"/>
                <a:gd name="T86" fmla="*/ 26 w 62"/>
                <a:gd name="T87" fmla="*/ 36 h 40"/>
                <a:gd name="T88" fmla="*/ 22 w 62"/>
                <a:gd name="T89" fmla="*/ 36 h 40"/>
                <a:gd name="T90" fmla="*/ 18 w 62"/>
                <a:gd name="T91" fmla="*/ 36 h 40"/>
                <a:gd name="T92" fmla="*/ 14 w 62"/>
                <a:gd name="T93" fmla="*/ 36 h 40"/>
                <a:gd name="T94" fmla="*/ 10 w 62"/>
                <a:gd name="T95" fmla="*/ 34 h 40"/>
                <a:gd name="T96" fmla="*/ 10 w 62"/>
                <a:gd name="T97" fmla="*/ 26 h 40"/>
                <a:gd name="T98" fmla="*/ 2 w 62"/>
                <a:gd name="T99" fmla="*/ 26 h 40"/>
                <a:gd name="T100" fmla="*/ 2 w 62"/>
                <a:gd name="T101" fmla="*/ 30 h 40"/>
                <a:gd name="T102" fmla="*/ 0 w 62"/>
                <a:gd name="T103" fmla="*/ 34 h 40"/>
                <a:gd name="T104" fmla="*/ 0 w 62"/>
                <a:gd name="T105" fmla="*/ 30 h 40"/>
                <a:gd name="T106" fmla="*/ 0 w 62"/>
                <a:gd name="T107" fmla="*/ 26 h 40"/>
                <a:gd name="T108" fmla="*/ 2 w 62"/>
                <a:gd name="T109" fmla="*/ 22 h 40"/>
                <a:gd name="T110" fmla="*/ 2 w 62"/>
                <a:gd name="T111" fmla="*/ 18 h 40"/>
                <a:gd name="T112" fmla="*/ 36 w 62"/>
                <a:gd name="T113"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2" h="40">
                  <a:moveTo>
                    <a:pt x="2" y="18"/>
                  </a:moveTo>
                  <a:lnTo>
                    <a:pt x="6" y="18"/>
                  </a:lnTo>
                  <a:lnTo>
                    <a:pt x="6" y="14"/>
                  </a:lnTo>
                  <a:lnTo>
                    <a:pt x="6" y="14"/>
                  </a:lnTo>
                  <a:lnTo>
                    <a:pt x="6" y="14"/>
                  </a:lnTo>
                  <a:lnTo>
                    <a:pt x="6" y="14"/>
                  </a:lnTo>
                  <a:lnTo>
                    <a:pt x="6" y="14"/>
                  </a:lnTo>
                  <a:lnTo>
                    <a:pt x="10" y="14"/>
                  </a:lnTo>
                  <a:lnTo>
                    <a:pt x="10" y="10"/>
                  </a:lnTo>
                  <a:lnTo>
                    <a:pt x="10" y="10"/>
                  </a:lnTo>
                  <a:lnTo>
                    <a:pt x="10" y="10"/>
                  </a:lnTo>
                  <a:lnTo>
                    <a:pt x="14" y="6"/>
                  </a:lnTo>
                  <a:lnTo>
                    <a:pt x="10" y="6"/>
                  </a:lnTo>
                  <a:lnTo>
                    <a:pt x="10" y="6"/>
                  </a:lnTo>
                  <a:lnTo>
                    <a:pt x="10" y="6"/>
                  </a:lnTo>
                  <a:lnTo>
                    <a:pt x="14" y="6"/>
                  </a:lnTo>
                  <a:lnTo>
                    <a:pt x="14" y="4"/>
                  </a:lnTo>
                  <a:lnTo>
                    <a:pt x="14" y="6"/>
                  </a:lnTo>
                  <a:lnTo>
                    <a:pt x="14" y="6"/>
                  </a:lnTo>
                  <a:lnTo>
                    <a:pt x="18" y="6"/>
                  </a:lnTo>
                  <a:lnTo>
                    <a:pt x="18" y="6"/>
                  </a:lnTo>
                  <a:lnTo>
                    <a:pt x="18" y="6"/>
                  </a:lnTo>
                  <a:lnTo>
                    <a:pt x="18" y="6"/>
                  </a:lnTo>
                  <a:lnTo>
                    <a:pt x="18" y="6"/>
                  </a:lnTo>
                  <a:lnTo>
                    <a:pt x="18" y="6"/>
                  </a:lnTo>
                  <a:lnTo>
                    <a:pt x="18" y="6"/>
                  </a:lnTo>
                  <a:lnTo>
                    <a:pt x="18" y="6"/>
                  </a:lnTo>
                  <a:lnTo>
                    <a:pt x="18" y="6"/>
                  </a:lnTo>
                  <a:lnTo>
                    <a:pt x="18" y="6"/>
                  </a:lnTo>
                  <a:lnTo>
                    <a:pt x="18" y="6"/>
                  </a:lnTo>
                  <a:lnTo>
                    <a:pt x="18" y="6"/>
                  </a:lnTo>
                  <a:lnTo>
                    <a:pt x="18" y="4"/>
                  </a:lnTo>
                  <a:lnTo>
                    <a:pt x="22" y="4"/>
                  </a:lnTo>
                  <a:lnTo>
                    <a:pt x="22" y="4"/>
                  </a:lnTo>
                  <a:lnTo>
                    <a:pt x="22" y="4"/>
                  </a:lnTo>
                  <a:lnTo>
                    <a:pt x="22" y="4"/>
                  </a:lnTo>
                  <a:lnTo>
                    <a:pt x="22" y="4"/>
                  </a:lnTo>
                  <a:lnTo>
                    <a:pt x="22" y="4"/>
                  </a:lnTo>
                  <a:lnTo>
                    <a:pt x="22" y="4"/>
                  </a:lnTo>
                  <a:lnTo>
                    <a:pt x="22" y="4"/>
                  </a:lnTo>
                  <a:lnTo>
                    <a:pt x="22" y="4"/>
                  </a:lnTo>
                  <a:lnTo>
                    <a:pt x="22" y="4"/>
                  </a:lnTo>
                  <a:lnTo>
                    <a:pt x="22" y="4"/>
                  </a:lnTo>
                  <a:lnTo>
                    <a:pt x="22" y="4"/>
                  </a:lnTo>
                  <a:lnTo>
                    <a:pt x="26" y="4"/>
                  </a:lnTo>
                  <a:lnTo>
                    <a:pt x="26" y="4"/>
                  </a:lnTo>
                  <a:lnTo>
                    <a:pt x="28" y="4"/>
                  </a:lnTo>
                  <a:lnTo>
                    <a:pt x="28" y="4"/>
                  </a:lnTo>
                  <a:lnTo>
                    <a:pt x="28" y="4"/>
                  </a:lnTo>
                  <a:lnTo>
                    <a:pt x="28" y="4"/>
                  </a:lnTo>
                  <a:lnTo>
                    <a:pt x="32" y="4"/>
                  </a:lnTo>
                  <a:lnTo>
                    <a:pt x="32" y="4"/>
                  </a:lnTo>
                  <a:lnTo>
                    <a:pt x="32" y="4"/>
                  </a:lnTo>
                  <a:lnTo>
                    <a:pt x="32" y="4"/>
                  </a:lnTo>
                  <a:lnTo>
                    <a:pt x="32" y="4"/>
                  </a:lnTo>
                  <a:lnTo>
                    <a:pt x="36" y="4"/>
                  </a:lnTo>
                  <a:lnTo>
                    <a:pt x="36" y="4"/>
                  </a:lnTo>
                  <a:lnTo>
                    <a:pt x="36" y="4"/>
                  </a:lnTo>
                  <a:lnTo>
                    <a:pt x="36" y="4"/>
                  </a:lnTo>
                  <a:lnTo>
                    <a:pt x="36" y="4"/>
                  </a:lnTo>
                  <a:lnTo>
                    <a:pt x="36" y="4"/>
                  </a:lnTo>
                  <a:lnTo>
                    <a:pt x="32" y="4"/>
                  </a:lnTo>
                  <a:lnTo>
                    <a:pt x="32" y="4"/>
                  </a:lnTo>
                  <a:lnTo>
                    <a:pt x="32" y="4"/>
                  </a:lnTo>
                  <a:lnTo>
                    <a:pt x="32" y="4"/>
                  </a:lnTo>
                  <a:lnTo>
                    <a:pt x="32" y="0"/>
                  </a:lnTo>
                  <a:lnTo>
                    <a:pt x="32" y="0"/>
                  </a:lnTo>
                  <a:lnTo>
                    <a:pt x="32" y="0"/>
                  </a:lnTo>
                  <a:lnTo>
                    <a:pt x="36" y="0"/>
                  </a:lnTo>
                  <a:lnTo>
                    <a:pt x="36" y="0"/>
                  </a:lnTo>
                  <a:lnTo>
                    <a:pt x="36" y="0"/>
                  </a:lnTo>
                  <a:lnTo>
                    <a:pt x="36" y="0"/>
                  </a:lnTo>
                  <a:lnTo>
                    <a:pt x="36" y="0"/>
                  </a:lnTo>
                  <a:lnTo>
                    <a:pt x="36" y="0"/>
                  </a:lnTo>
                  <a:lnTo>
                    <a:pt x="36" y="0"/>
                  </a:lnTo>
                  <a:lnTo>
                    <a:pt x="36" y="4"/>
                  </a:lnTo>
                  <a:lnTo>
                    <a:pt x="36" y="0"/>
                  </a:lnTo>
                  <a:lnTo>
                    <a:pt x="36" y="0"/>
                  </a:lnTo>
                  <a:lnTo>
                    <a:pt x="40" y="0"/>
                  </a:lnTo>
                  <a:lnTo>
                    <a:pt x="40" y="0"/>
                  </a:lnTo>
                  <a:lnTo>
                    <a:pt x="40" y="4"/>
                  </a:lnTo>
                  <a:lnTo>
                    <a:pt x="40" y="4"/>
                  </a:lnTo>
                  <a:lnTo>
                    <a:pt x="40" y="4"/>
                  </a:lnTo>
                  <a:lnTo>
                    <a:pt x="40" y="4"/>
                  </a:lnTo>
                  <a:lnTo>
                    <a:pt x="40" y="4"/>
                  </a:lnTo>
                  <a:lnTo>
                    <a:pt x="40" y="4"/>
                  </a:lnTo>
                  <a:lnTo>
                    <a:pt x="40" y="0"/>
                  </a:lnTo>
                  <a:lnTo>
                    <a:pt x="40" y="4"/>
                  </a:lnTo>
                  <a:lnTo>
                    <a:pt x="44" y="4"/>
                  </a:lnTo>
                  <a:lnTo>
                    <a:pt x="48" y="4"/>
                  </a:lnTo>
                  <a:lnTo>
                    <a:pt x="48" y="4"/>
                  </a:lnTo>
                  <a:lnTo>
                    <a:pt x="48" y="6"/>
                  </a:lnTo>
                  <a:lnTo>
                    <a:pt x="48" y="6"/>
                  </a:lnTo>
                  <a:lnTo>
                    <a:pt x="52" y="6"/>
                  </a:lnTo>
                  <a:lnTo>
                    <a:pt x="52" y="6"/>
                  </a:lnTo>
                  <a:lnTo>
                    <a:pt x="52" y="6"/>
                  </a:lnTo>
                  <a:lnTo>
                    <a:pt x="48" y="6"/>
                  </a:lnTo>
                  <a:lnTo>
                    <a:pt x="48" y="10"/>
                  </a:lnTo>
                  <a:lnTo>
                    <a:pt x="48" y="10"/>
                  </a:lnTo>
                  <a:lnTo>
                    <a:pt x="48" y="10"/>
                  </a:lnTo>
                  <a:lnTo>
                    <a:pt x="48" y="10"/>
                  </a:lnTo>
                  <a:lnTo>
                    <a:pt x="48" y="10"/>
                  </a:lnTo>
                  <a:lnTo>
                    <a:pt x="48" y="10"/>
                  </a:lnTo>
                  <a:lnTo>
                    <a:pt x="48" y="14"/>
                  </a:lnTo>
                  <a:lnTo>
                    <a:pt x="48" y="14"/>
                  </a:lnTo>
                  <a:lnTo>
                    <a:pt x="48" y="14"/>
                  </a:lnTo>
                  <a:lnTo>
                    <a:pt x="48" y="14"/>
                  </a:lnTo>
                  <a:lnTo>
                    <a:pt x="48" y="14"/>
                  </a:lnTo>
                  <a:lnTo>
                    <a:pt x="48" y="14"/>
                  </a:lnTo>
                  <a:lnTo>
                    <a:pt x="52" y="14"/>
                  </a:lnTo>
                  <a:lnTo>
                    <a:pt x="52" y="14"/>
                  </a:lnTo>
                  <a:lnTo>
                    <a:pt x="52" y="14"/>
                  </a:lnTo>
                  <a:lnTo>
                    <a:pt x="56" y="14"/>
                  </a:lnTo>
                  <a:lnTo>
                    <a:pt x="52" y="14"/>
                  </a:lnTo>
                  <a:lnTo>
                    <a:pt x="52" y="18"/>
                  </a:lnTo>
                  <a:lnTo>
                    <a:pt x="56" y="18"/>
                  </a:lnTo>
                  <a:lnTo>
                    <a:pt x="56" y="18"/>
                  </a:lnTo>
                  <a:lnTo>
                    <a:pt x="56" y="18"/>
                  </a:lnTo>
                  <a:lnTo>
                    <a:pt x="56" y="18"/>
                  </a:lnTo>
                  <a:lnTo>
                    <a:pt x="56" y="18"/>
                  </a:lnTo>
                  <a:lnTo>
                    <a:pt x="58" y="18"/>
                  </a:lnTo>
                  <a:lnTo>
                    <a:pt x="58" y="18"/>
                  </a:lnTo>
                  <a:lnTo>
                    <a:pt x="58" y="18"/>
                  </a:lnTo>
                  <a:lnTo>
                    <a:pt x="58" y="14"/>
                  </a:lnTo>
                  <a:lnTo>
                    <a:pt x="58" y="14"/>
                  </a:lnTo>
                  <a:lnTo>
                    <a:pt x="58" y="14"/>
                  </a:lnTo>
                  <a:lnTo>
                    <a:pt x="62" y="14"/>
                  </a:lnTo>
                  <a:lnTo>
                    <a:pt x="62" y="18"/>
                  </a:lnTo>
                  <a:lnTo>
                    <a:pt x="62" y="18"/>
                  </a:lnTo>
                  <a:lnTo>
                    <a:pt x="62" y="22"/>
                  </a:lnTo>
                  <a:lnTo>
                    <a:pt x="62" y="22"/>
                  </a:lnTo>
                  <a:lnTo>
                    <a:pt x="62" y="22"/>
                  </a:lnTo>
                  <a:lnTo>
                    <a:pt x="62" y="22"/>
                  </a:lnTo>
                  <a:lnTo>
                    <a:pt x="62" y="26"/>
                  </a:lnTo>
                  <a:lnTo>
                    <a:pt x="62" y="26"/>
                  </a:lnTo>
                  <a:lnTo>
                    <a:pt x="62" y="26"/>
                  </a:lnTo>
                  <a:lnTo>
                    <a:pt x="58" y="26"/>
                  </a:lnTo>
                  <a:lnTo>
                    <a:pt x="58" y="26"/>
                  </a:lnTo>
                  <a:lnTo>
                    <a:pt x="58" y="22"/>
                  </a:lnTo>
                  <a:lnTo>
                    <a:pt x="58" y="22"/>
                  </a:lnTo>
                  <a:lnTo>
                    <a:pt x="58" y="22"/>
                  </a:lnTo>
                  <a:lnTo>
                    <a:pt x="58" y="22"/>
                  </a:lnTo>
                  <a:lnTo>
                    <a:pt x="56" y="22"/>
                  </a:lnTo>
                  <a:lnTo>
                    <a:pt x="56" y="26"/>
                  </a:lnTo>
                  <a:lnTo>
                    <a:pt x="56" y="26"/>
                  </a:lnTo>
                  <a:lnTo>
                    <a:pt x="56" y="26"/>
                  </a:lnTo>
                  <a:lnTo>
                    <a:pt x="56" y="26"/>
                  </a:lnTo>
                  <a:lnTo>
                    <a:pt x="58" y="30"/>
                  </a:lnTo>
                  <a:lnTo>
                    <a:pt x="58" y="30"/>
                  </a:lnTo>
                  <a:lnTo>
                    <a:pt x="56" y="30"/>
                  </a:lnTo>
                  <a:lnTo>
                    <a:pt x="56" y="30"/>
                  </a:lnTo>
                  <a:lnTo>
                    <a:pt x="56" y="30"/>
                  </a:lnTo>
                  <a:lnTo>
                    <a:pt x="56" y="30"/>
                  </a:lnTo>
                  <a:lnTo>
                    <a:pt x="56" y="30"/>
                  </a:lnTo>
                  <a:lnTo>
                    <a:pt x="56" y="30"/>
                  </a:lnTo>
                  <a:lnTo>
                    <a:pt x="56" y="30"/>
                  </a:lnTo>
                  <a:lnTo>
                    <a:pt x="52" y="30"/>
                  </a:lnTo>
                  <a:lnTo>
                    <a:pt x="52" y="30"/>
                  </a:lnTo>
                  <a:lnTo>
                    <a:pt x="52" y="30"/>
                  </a:lnTo>
                  <a:lnTo>
                    <a:pt x="52" y="30"/>
                  </a:lnTo>
                  <a:lnTo>
                    <a:pt x="52" y="30"/>
                  </a:lnTo>
                  <a:lnTo>
                    <a:pt x="48" y="30"/>
                  </a:lnTo>
                  <a:lnTo>
                    <a:pt x="48" y="30"/>
                  </a:lnTo>
                  <a:lnTo>
                    <a:pt x="48" y="30"/>
                  </a:lnTo>
                  <a:lnTo>
                    <a:pt x="48" y="30"/>
                  </a:lnTo>
                  <a:lnTo>
                    <a:pt x="48" y="26"/>
                  </a:lnTo>
                  <a:lnTo>
                    <a:pt x="48" y="26"/>
                  </a:lnTo>
                  <a:lnTo>
                    <a:pt x="48" y="26"/>
                  </a:lnTo>
                  <a:lnTo>
                    <a:pt x="44" y="26"/>
                  </a:lnTo>
                  <a:lnTo>
                    <a:pt x="44" y="26"/>
                  </a:lnTo>
                  <a:lnTo>
                    <a:pt x="44" y="26"/>
                  </a:lnTo>
                  <a:lnTo>
                    <a:pt x="44" y="30"/>
                  </a:lnTo>
                  <a:lnTo>
                    <a:pt x="44" y="30"/>
                  </a:lnTo>
                  <a:lnTo>
                    <a:pt x="44" y="30"/>
                  </a:lnTo>
                  <a:lnTo>
                    <a:pt x="44" y="30"/>
                  </a:lnTo>
                  <a:lnTo>
                    <a:pt x="44" y="34"/>
                  </a:lnTo>
                  <a:lnTo>
                    <a:pt x="44" y="34"/>
                  </a:lnTo>
                  <a:lnTo>
                    <a:pt x="44" y="34"/>
                  </a:lnTo>
                  <a:lnTo>
                    <a:pt x="40" y="34"/>
                  </a:lnTo>
                  <a:lnTo>
                    <a:pt x="40" y="34"/>
                  </a:lnTo>
                  <a:lnTo>
                    <a:pt x="40" y="36"/>
                  </a:lnTo>
                  <a:lnTo>
                    <a:pt x="40" y="36"/>
                  </a:lnTo>
                  <a:lnTo>
                    <a:pt x="40" y="36"/>
                  </a:lnTo>
                  <a:lnTo>
                    <a:pt x="40" y="36"/>
                  </a:lnTo>
                  <a:lnTo>
                    <a:pt x="40" y="36"/>
                  </a:lnTo>
                  <a:lnTo>
                    <a:pt x="40" y="40"/>
                  </a:lnTo>
                  <a:lnTo>
                    <a:pt x="40" y="40"/>
                  </a:lnTo>
                  <a:lnTo>
                    <a:pt x="40" y="40"/>
                  </a:lnTo>
                  <a:lnTo>
                    <a:pt x="40" y="36"/>
                  </a:lnTo>
                  <a:lnTo>
                    <a:pt x="40" y="36"/>
                  </a:lnTo>
                  <a:lnTo>
                    <a:pt x="40" y="36"/>
                  </a:lnTo>
                  <a:lnTo>
                    <a:pt x="36" y="36"/>
                  </a:lnTo>
                  <a:lnTo>
                    <a:pt x="36" y="36"/>
                  </a:lnTo>
                  <a:lnTo>
                    <a:pt x="40" y="34"/>
                  </a:lnTo>
                  <a:lnTo>
                    <a:pt x="40" y="34"/>
                  </a:lnTo>
                  <a:lnTo>
                    <a:pt x="36" y="34"/>
                  </a:lnTo>
                  <a:lnTo>
                    <a:pt x="36" y="34"/>
                  </a:lnTo>
                  <a:lnTo>
                    <a:pt x="36" y="34"/>
                  </a:lnTo>
                  <a:lnTo>
                    <a:pt x="36" y="34"/>
                  </a:lnTo>
                  <a:lnTo>
                    <a:pt x="36" y="34"/>
                  </a:lnTo>
                  <a:lnTo>
                    <a:pt x="36" y="34"/>
                  </a:lnTo>
                  <a:lnTo>
                    <a:pt x="32" y="30"/>
                  </a:lnTo>
                  <a:lnTo>
                    <a:pt x="32" y="30"/>
                  </a:lnTo>
                  <a:lnTo>
                    <a:pt x="32" y="30"/>
                  </a:lnTo>
                  <a:lnTo>
                    <a:pt x="32" y="30"/>
                  </a:lnTo>
                  <a:lnTo>
                    <a:pt x="32" y="30"/>
                  </a:lnTo>
                  <a:lnTo>
                    <a:pt x="32" y="26"/>
                  </a:lnTo>
                  <a:lnTo>
                    <a:pt x="32" y="26"/>
                  </a:lnTo>
                  <a:lnTo>
                    <a:pt x="32" y="26"/>
                  </a:lnTo>
                  <a:lnTo>
                    <a:pt x="32" y="26"/>
                  </a:lnTo>
                  <a:lnTo>
                    <a:pt x="32" y="26"/>
                  </a:lnTo>
                  <a:lnTo>
                    <a:pt x="28" y="30"/>
                  </a:lnTo>
                  <a:lnTo>
                    <a:pt x="28" y="34"/>
                  </a:lnTo>
                  <a:lnTo>
                    <a:pt x="28" y="34"/>
                  </a:lnTo>
                  <a:lnTo>
                    <a:pt x="26" y="36"/>
                  </a:lnTo>
                  <a:lnTo>
                    <a:pt x="26" y="36"/>
                  </a:lnTo>
                  <a:lnTo>
                    <a:pt x="26" y="36"/>
                  </a:lnTo>
                  <a:lnTo>
                    <a:pt x="26" y="36"/>
                  </a:lnTo>
                  <a:lnTo>
                    <a:pt x="26" y="36"/>
                  </a:lnTo>
                  <a:lnTo>
                    <a:pt x="26" y="36"/>
                  </a:lnTo>
                  <a:lnTo>
                    <a:pt x="26" y="36"/>
                  </a:lnTo>
                  <a:lnTo>
                    <a:pt x="26" y="36"/>
                  </a:lnTo>
                  <a:lnTo>
                    <a:pt x="22" y="36"/>
                  </a:lnTo>
                  <a:lnTo>
                    <a:pt x="22" y="36"/>
                  </a:lnTo>
                  <a:lnTo>
                    <a:pt x="22" y="36"/>
                  </a:lnTo>
                  <a:lnTo>
                    <a:pt x="22" y="36"/>
                  </a:lnTo>
                  <a:lnTo>
                    <a:pt x="18" y="36"/>
                  </a:lnTo>
                  <a:lnTo>
                    <a:pt x="18" y="36"/>
                  </a:lnTo>
                  <a:lnTo>
                    <a:pt x="18" y="36"/>
                  </a:lnTo>
                  <a:lnTo>
                    <a:pt x="18" y="36"/>
                  </a:lnTo>
                  <a:lnTo>
                    <a:pt x="18" y="36"/>
                  </a:lnTo>
                  <a:lnTo>
                    <a:pt x="14" y="36"/>
                  </a:lnTo>
                  <a:lnTo>
                    <a:pt x="14" y="36"/>
                  </a:lnTo>
                  <a:lnTo>
                    <a:pt x="14" y="36"/>
                  </a:lnTo>
                  <a:lnTo>
                    <a:pt x="14" y="36"/>
                  </a:lnTo>
                  <a:lnTo>
                    <a:pt x="14" y="36"/>
                  </a:lnTo>
                  <a:lnTo>
                    <a:pt x="14" y="36"/>
                  </a:lnTo>
                  <a:lnTo>
                    <a:pt x="14" y="36"/>
                  </a:lnTo>
                  <a:lnTo>
                    <a:pt x="10" y="34"/>
                  </a:lnTo>
                  <a:lnTo>
                    <a:pt x="10" y="34"/>
                  </a:lnTo>
                  <a:lnTo>
                    <a:pt x="10" y="34"/>
                  </a:lnTo>
                  <a:lnTo>
                    <a:pt x="10" y="30"/>
                  </a:lnTo>
                  <a:lnTo>
                    <a:pt x="10" y="26"/>
                  </a:lnTo>
                  <a:lnTo>
                    <a:pt x="10" y="26"/>
                  </a:lnTo>
                  <a:lnTo>
                    <a:pt x="10" y="26"/>
                  </a:lnTo>
                  <a:lnTo>
                    <a:pt x="6" y="26"/>
                  </a:lnTo>
                  <a:lnTo>
                    <a:pt x="6" y="26"/>
                  </a:lnTo>
                  <a:lnTo>
                    <a:pt x="6" y="26"/>
                  </a:lnTo>
                  <a:lnTo>
                    <a:pt x="6" y="26"/>
                  </a:lnTo>
                  <a:lnTo>
                    <a:pt x="2" y="26"/>
                  </a:lnTo>
                  <a:lnTo>
                    <a:pt x="2" y="30"/>
                  </a:lnTo>
                  <a:lnTo>
                    <a:pt x="2" y="30"/>
                  </a:lnTo>
                  <a:lnTo>
                    <a:pt x="2" y="30"/>
                  </a:lnTo>
                  <a:lnTo>
                    <a:pt x="2" y="30"/>
                  </a:lnTo>
                  <a:lnTo>
                    <a:pt x="2" y="30"/>
                  </a:lnTo>
                  <a:lnTo>
                    <a:pt x="2" y="34"/>
                  </a:lnTo>
                  <a:lnTo>
                    <a:pt x="0" y="34"/>
                  </a:lnTo>
                  <a:lnTo>
                    <a:pt x="0" y="34"/>
                  </a:lnTo>
                  <a:lnTo>
                    <a:pt x="0" y="34"/>
                  </a:lnTo>
                  <a:lnTo>
                    <a:pt x="0" y="34"/>
                  </a:lnTo>
                  <a:lnTo>
                    <a:pt x="0" y="30"/>
                  </a:lnTo>
                  <a:lnTo>
                    <a:pt x="0" y="30"/>
                  </a:lnTo>
                  <a:lnTo>
                    <a:pt x="0" y="30"/>
                  </a:lnTo>
                  <a:lnTo>
                    <a:pt x="0" y="30"/>
                  </a:lnTo>
                  <a:lnTo>
                    <a:pt x="0" y="30"/>
                  </a:lnTo>
                  <a:lnTo>
                    <a:pt x="0" y="30"/>
                  </a:lnTo>
                  <a:lnTo>
                    <a:pt x="0" y="30"/>
                  </a:lnTo>
                  <a:lnTo>
                    <a:pt x="0" y="30"/>
                  </a:lnTo>
                  <a:lnTo>
                    <a:pt x="0" y="26"/>
                  </a:lnTo>
                  <a:lnTo>
                    <a:pt x="0" y="26"/>
                  </a:lnTo>
                  <a:lnTo>
                    <a:pt x="0" y="26"/>
                  </a:lnTo>
                  <a:lnTo>
                    <a:pt x="0" y="26"/>
                  </a:lnTo>
                  <a:lnTo>
                    <a:pt x="0" y="22"/>
                  </a:lnTo>
                  <a:lnTo>
                    <a:pt x="2" y="22"/>
                  </a:lnTo>
                  <a:lnTo>
                    <a:pt x="2" y="22"/>
                  </a:lnTo>
                  <a:lnTo>
                    <a:pt x="2" y="22"/>
                  </a:lnTo>
                  <a:lnTo>
                    <a:pt x="6" y="18"/>
                  </a:lnTo>
                  <a:lnTo>
                    <a:pt x="2" y="18"/>
                  </a:lnTo>
                  <a:lnTo>
                    <a:pt x="2" y="18"/>
                  </a:lnTo>
                  <a:lnTo>
                    <a:pt x="2" y="18"/>
                  </a:lnTo>
                  <a:close/>
                  <a:moveTo>
                    <a:pt x="36" y="0"/>
                  </a:moveTo>
                  <a:lnTo>
                    <a:pt x="36" y="0"/>
                  </a:lnTo>
                  <a:lnTo>
                    <a:pt x="36" y="0"/>
                  </a:lnTo>
                  <a:lnTo>
                    <a:pt x="36" y="0"/>
                  </a:lnTo>
                  <a:lnTo>
                    <a:pt x="36" y="0"/>
                  </a:lnTo>
                  <a:lnTo>
                    <a:pt x="36" y="0"/>
                  </a:lnTo>
                  <a:lnTo>
                    <a:pt x="3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0" name="Freeform 125"/>
            <p:cNvSpPr>
              <a:spLocks noChangeAspect="1"/>
            </p:cNvSpPr>
            <p:nvPr/>
          </p:nvSpPr>
          <p:spPr bwMode="gray">
            <a:xfrm>
              <a:off x="5342594" y="2843057"/>
              <a:ext cx="441773" cy="285239"/>
            </a:xfrm>
            <a:custGeom>
              <a:avLst/>
              <a:gdLst>
                <a:gd name="T0" fmla="*/ 96 w 254"/>
                <a:gd name="T1" fmla="*/ 134 h 164"/>
                <a:gd name="T2" fmla="*/ 104 w 254"/>
                <a:gd name="T3" fmla="*/ 124 h 164"/>
                <a:gd name="T4" fmla="*/ 108 w 254"/>
                <a:gd name="T5" fmla="*/ 124 h 164"/>
                <a:gd name="T6" fmla="*/ 104 w 254"/>
                <a:gd name="T7" fmla="*/ 108 h 164"/>
                <a:gd name="T8" fmla="*/ 100 w 254"/>
                <a:gd name="T9" fmla="*/ 98 h 164"/>
                <a:gd name="T10" fmla="*/ 86 w 254"/>
                <a:gd name="T11" fmla="*/ 90 h 164"/>
                <a:gd name="T12" fmla="*/ 64 w 254"/>
                <a:gd name="T13" fmla="*/ 86 h 164"/>
                <a:gd name="T14" fmla="*/ 46 w 254"/>
                <a:gd name="T15" fmla="*/ 98 h 164"/>
                <a:gd name="T16" fmla="*/ 24 w 254"/>
                <a:gd name="T17" fmla="*/ 94 h 164"/>
                <a:gd name="T18" fmla="*/ 8 w 254"/>
                <a:gd name="T19" fmla="*/ 90 h 164"/>
                <a:gd name="T20" fmla="*/ 4 w 254"/>
                <a:gd name="T21" fmla="*/ 74 h 164"/>
                <a:gd name="T22" fmla="*/ 16 w 254"/>
                <a:gd name="T23" fmla="*/ 48 h 164"/>
                <a:gd name="T24" fmla="*/ 26 w 254"/>
                <a:gd name="T25" fmla="*/ 38 h 164"/>
                <a:gd name="T26" fmla="*/ 24 w 254"/>
                <a:gd name="T27" fmla="*/ 18 h 164"/>
                <a:gd name="T28" fmla="*/ 42 w 254"/>
                <a:gd name="T29" fmla="*/ 12 h 164"/>
                <a:gd name="T30" fmla="*/ 64 w 254"/>
                <a:gd name="T31" fmla="*/ 16 h 164"/>
                <a:gd name="T32" fmla="*/ 82 w 254"/>
                <a:gd name="T33" fmla="*/ 18 h 164"/>
                <a:gd name="T34" fmla="*/ 94 w 254"/>
                <a:gd name="T35" fmla="*/ 18 h 164"/>
                <a:gd name="T36" fmla="*/ 108 w 254"/>
                <a:gd name="T37" fmla="*/ 22 h 164"/>
                <a:gd name="T38" fmla="*/ 120 w 254"/>
                <a:gd name="T39" fmla="*/ 18 h 164"/>
                <a:gd name="T40" fmla="*/ 134 w 254"/>
                <a:gd name="T41" fmla="*/ 8 h 164"/>
                <a:gd name="T42" fmla="*/ 156 w 254"/>
                <a:gd name="T43" fmla="*/ 0 h 164"/>
                <a:gd name="T44" fmla="*/ 172 w 254"/>
                <a:gd name="T45" fmla="*/ 12 h 164"/>
                <a:gd name="T46" fmla="*/ 176 w 254"/>
                <a:gd name="T47" fmla="*/ 26 h 164"/>
                <a:gd name="T48" fmla="*/ 190 w 254"/>
                <a:gd name="T49" fmla="*/ 38 h 164"/>
                <a:gd name="T50" fmla="*/ 198 w 254"/>
                <a:gd name="T51" fmla="*/ 42 h 164"/>
                <a:gd name="T52" fmla="*/ 212 w 254"/>
                <a:gd name="T53" fmla="*/ 46 h 164"/>
                <a:gd name="T54" fmla="*/ 232 w 254"/>
                <a:gd name="T55" fmla="*/ 48 h 164"/>
                <a:gd name="T56" fmla="*/ 246 w 254"/>
                <a:gd name="T57" fmla="*/ 56 h 164"/>
                <a:gd name="T58" fmla="*/ 250 w 254"/>
                <a:gd name="T59" fmla="*/ 72 h 164"/>
                <a:gd name="T60" fmla="*/ 254 w 254"/>
                <a:gd name="T61" fmla="*/ 90 h 164"/>
                <a:gd name="T62" fmla="*/ 236 w 254"/>
                <a:gd name="T63" fmla="*/ 98 h 164"/>
                <a:gd name="T64" fmla="*/ 224 w 254"/>
                <a:gd name="T65" fmla="*/ 112 h 164"/>
                <a:gd name="T66" fmla="*/ 206 w 254"/>
                <a:gd name="T67" fmla="*/ 120 h 164"/>
                <a:gd name="T68" fmla="*/ 190 w 254"/>
                <a:gd name="T69" fmla="*/ 124 h 164"/>
                <a:gd name="T70" fmla="*/ 186 w 254"/>
                <a:gd name="T71" fmla="*/ 128 h 164"/>
                <a:gd name="T72" fmla="*/ 172 w 254"/>
                <a:gd name="T73" fmla="*/ 128 h 164"/>
                <a:gd name="T74" fmla="*/ 168 w 254"/>
                <a:gd name="T75" fmla="*/ 130 h 164"/>
                <a:gd name="T76" fmla="*/ 176 w 254"/>
                <a:gd name="T77" fmla="*/ 134 h 164"/>
                <a:gd name="T78" fmla="*/ 186 w 254"/>
                <a:gd name="T79" fmla="*/ 146 h 164"/>
                <a:gd name="T80" fmla="*/ 184 w 254"/>
                <a:gd name="T81" fmla="*/ 138 h 164"/>
                <a:gd name="T82" fmla="*/ 198 w 254"/>
                <a:gd name="T83" fmla="*/ 146 h 164"/>
                <a:gd name="T84" fmla="*/ 194 w 254"/>
                <a:gd name="T85" fmla="*/ 154 h 164"/>
                <a:gd name="T86" fmla="*/ 176 w 254"/>
                <a:gd name="T87" fmla="*/ 160 h 164"/>
                <a:gd name="T88" fmla="*/ 160 w 254"/>
                <a:gd name="T89" fmla="*/ 158 h 164"/>
                <a:gd name="T90" fmla="*/ 150 w 254"/>
                <a:gd name="T91" fmla="*/ 146 h 164"/>
                <a:gd name="T92" fmla="*/ 160 w 254"/>
                <a:gd name="T93" fmla="*/ 134 h 164"/>
                <a:gd name="T94" fmla="*/ 146 w 254"/>
                <a:gd name="T95" fmla="*/ 130 h 164"/>
                <a:gd name="T96" fmla="*/ 138 w 254"/>
                <a:gd name="T97" fmla="*/ 124 h 164"/>
                <a:gd name="T98" fmla="*/ 142 w 254"/>
                <a:gd name="T99" fmla="*/ 124 h 164"/>
                <a:gd name="T100" fmla="*/ 138 w 254"/>
                <a:gd name="T101" fmla="*/ 112 h 164"/>
                <a:gd name="T102" fmla="*/ 134 w 254"/>
                <a:gd name="T103" fmla="*/ 120 h 164"/>
                <a:gd name="T104" fmla="*/ 116 w 254"/>
                <a:gd name="T105" fmla="*/ 134 h 164"/>
                <a:gd name="T106" fmla="*/ 108 w 254"/>
                <a:gd name="T107" fmla="*/ 146 h 164"/>
                <a:gd name="T108" fmla="*/ 94 w 254"/>
                <a:gd name="T109" fmla="*/ 15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 h="164">
                  <a:moveTo>
                    <a:pt x="86" y="146"/>
                  </a:moveTo>
                  <a:lnTo>
                    <a:pt x="86" y="142"/>
                  </a:lnTo>
                  <a:lnTo>
                    <a:pt x="90" y="142"/>
                  </a:lnTo>
                  <a:lnTo>
                    <a:pt x="90" y="138"/>
                  </a:lnTo>
                  <a:lnTo>
                    <a:pt x="94" y="138"/>
                  </a:lnTo>
                  <a:lnTo>
                    <a:pt x="94" y="134"/>
                  </a:lnTo>
                  <a:lnTo>
                    <a:pt x="96" y="134"/>
                  </a:lnTo>
                  <a:lnTo>
                    <a:pt x="96" y="130"/>
                  </a:lnTo>
                  <a:lnTo>
                    <a:pt x="96" y="128"/>
                  </a:lnTo>
                  <a:lnTo>
                    <a:pt x="96" y="124"/>
                  </a:lnTo>
                  <a:lnTo>
                    <a:pt x="100" y="124"/>
                  </a:lnTo>
                  <a:lnTo>
                    <a:pt x="100" y="128"/>
                  </a:lnTo>
                  <a:lnTo>
                    <a:pt x="100" y="124"/>
                  </a:lnTo>
                  <a:lnTo>
                    <a:pt x="104" y="124"/>
                  </a:lnTo>
                  <a:lnTo>
                    <a:pt x="104" y="128"/>
                  </a:lnTo>
                  <a:lnTo>
                    <a:pt x="108" y="128"/>
                  </a:lnTo>
                  <a:lnTo>
                    <a:pt x="108" y="124"/>
                  </a:lnTo>
                  <a:lnTo>
                    <a:pt x="108" y="128"/>
                  </a:lnTo>
                  <a:lnTo>
                    <a:pt x="112" y="128"/>
                  </a:lnTo>
                  <a:lnTo>
                    <a:pt x="112" y="124"/>
                  </a:lnTo>
                  <a:lnTo>
                    <a:pt x="108" y="124"/>
                  </a:lnTo>
                  <a:lnTo>
                    <a:pt x="112" y="124"/>
                  </a:lnTo>
                  <a:lnTo>
                    <a:pt x="112" y="120"/>
                  </a:lnTo>
                  <a:lnTo>
                    <a:pt x="112" y="116"/>
                  </a:lnTo>
                  <a:lnTo>
                    <a:pt x="108" y="116"/>
                  </a:lnTo>
                  <a:lnTo>
                    <a:pt x="104" y="116"/>
                  </a:lnTo>
                  <a:lnTo>
                    <a:pt x="104" y="112"/>
                  </a:lnTo>
                  <a:lnTo>
                    <a:pt x="104" y="108"/>
                  </a:lnTo>
                  <a:lnTo>
                    <a:pt x="104" y="104"/>
                  </a:lnTo>
                  <a:lnTo>
                    <a:pt x="104" y="108"/>
                  </a:lnTo>
                  <a:lnTo>
                    <a:pt x="100" y="104"/>
                  </a:lnTo>
                  <a:lnTo>
                    <a:pt x="104" y="104"/>
                  </a:lnTo>
                  <a:lnTo>
                    <a:pt x="100" y="104"/>
                  </a:lnTo>
                  <a:lnTo>
                    <a:pt x="100" y="102"/>
                  </a:lnTo>
                  <a:lnTo>
                    <a:pt x="100" y="98"/>
                  </a:lnTo>
                  <a:lnTo>
                    <a:pt x="100" y="94"/>
                  </a:lnTo>
                  <a:lnTo>
                    <a:pt x="96" y="94"/>
                  </a:lnTo>
                  <a:lnTo>
                    <a:pt x="94" y="90"/>
                  </a:lnTo>
                  <a:lnTo>
                    <a:pt x="90" y="90"/>
                  </a:lnTo>
                  <a:lnTo>
                    <a:pt x="90" y="86"/>
                  </a:lnTo>
                  <a:lnTo>
                    <a:pt x="86" y="86"/>
                  </a:lnTo>
                  <a:lnTo>
                    <a:pt x="86" y="90"/>
                  </a:lnTo>
                  <a:lnTo>
                    <a:pt x="86" y="86"/>
                  </a:lnTo>
                  <a:lnTo>
                    <a:pt x="82" y="86"/>
                  </a:lnTo>
                  <a:lnTo>
                    <a:pt x="80" y="82"/>
                  </a:lnTo>
                  <a:lnTo>
                    <a:pt x="76" y="82"/>
                  </a:lnTo>
                  <a:lnTo>
                    <a:pt x="72" y="86"/>
                  </a:lnTo>
                  <a:lnTo>
                    <a:pt x="68" y="86"/>
                  </a:lnTo>
                  <a:lnTo>
                    <a:pt x="64" y="86"/>
                  </a:lnTo>
                  <a:lnTo>
                    <a:pt x="64" y="90"/>
                  </a:lnTo>
                  <a:lnTo>
                    <a:pt x="60" y="90"/>
                  </a:lnTo>
                  <a:lnTo>
                    <a:pt x="56" y="94"/>
                  </a:lnTo>
                  <a:lnTo>
                    <a:pt x="54" y="94"/>
                  </a:lnTo>
                  <a:lnTo>
                    <a:pt x="50" y="94"/>
                  </a:lnTo>
                  <a:lnTo>
                    <a:pt x="46" y="94"/>
                  </a:lnTo>
                  <a:lnTo>
                    <a:pt x="46" y="98"/>
                  </a:lnTo>
                  <a:lnTo>
                    <a:pt x="42" y="98"/>
                  </a:lnTo>
                  <a:lnTo>
                    <a:pt x="38" y="98"/>
                  </a:lnTo>
                  <a:lnTo>
                    <a:pt x="38" y="94"/>
                  </a:lnTo>
                  <a:lnTo>
                    <a:pt x="34" y="94"/>
                  </a:lnTo>
                  <a:lnTo>
                    <a:pt x="30" y="94"/>
                  </a:lnTo>
                  <a:lnTo>
                    <a:pt x="26" y="94"/>
                  </a:lnTo>
                  <a:lnTo>
                    <a:pt x="24" y="94"/>
                  </a:lnTo>
                  <a:lnTo>
                    <a:pt x="20" y="94"/>
                  </a:lnTo>
                  <a:lnTo>
                    <a:pt x="16" y="94"/>
                  </a:lnTo>
                  <a:lnTo>
                    <a:pt x="16" y="90"/>
                  </a:lnTo>
                  <a:lnTo>
                    <a:pt x="16" y="94"/>
                  </a:lnTo>
                  <a:lnTo>
                    <a:pt x="12" y="94"/>
                  </a:lnTo>
                  <a:lnTo>
                    <a:pt x="12" y="90"/>
                  </a:lnTo>
                  <a:lnTo>
                    <a:pt x="8" y="90"/>
                  </a:lnTo>
                  <a:lnTo>
                    <a:pt x="4" y="86"/>
                  </a:lnTo>
                  <a:lnTo>
                    <a:pt x="0" y="82"/>
                  </a:lnTo>
                  <a:lnTo>
                    <a:pt x="0" y="86"/>
                  </a:lnTo>
                  <a:lnTo>
                    <a:pt x="0" y="82"/>
                  </a:lnTo>
                  <a:lnTo>
                    <a:pt x="0" y="78"/>
                  </a:lnTo>
                  <a:lnTo>
                    <a:pt x="4" y="78"/>
                  </a:lnTo>
                  <a:lnTo>
                    <a:pt x="4" y="74"/>
                  </a:lnTo>
                  <a:lnTo>
                    <a:pt x="8" y="72"/>
                  </a:lnTo>
                  <a:lnTo>
                    <a:pt x="12" y="72"/>
                  </a:lnTo>
                  <a:lnTo>
                    <a:pt x="8" y="68"/>
                  </a:lnTo>
                  <a:lnTo>
                    <a:pt x="8" y="64"/>
                  </a:lnTo>
                  <a:lnTo>
                    <a:pt x="8" y="60"/>
                  </a:lnTo>
                  <a:lnTo>
                    <a:pt x="16" y="52"/>
                  </a:lnTo>
                  <a:lnTo>
                    <a:pt x="16" y="48"/>
                  </a:lnTo>
                  <a:lnTo>
                    <a:pt x="20" y="48"/>
                  </a:lnTo>
                  <a:lnTo>
                    <a:pt x="20" y="46"/>
                  </a:lnTo>
                  <a:lnTo>
                    <a:pt x="24" y="46"/>
                  </a:lnTo>
                  <a:lnTo>
                    <a:pt x="24" y="42"/>
                  </a:lnTo>
                  <a:lnTo>
                    <a:pt x="26" y="42"/>
                  </a:lnTo>
                  <a:lnTo>
                    <a:pt x="30" y="42"/>
                  </a:lnTo>
                  <a:lnTo>
                    <a:pt x="26" y="38"/>
                  </a:lnTo>
                  <a:lnTo>
                    <a:pt x="26" y="34"/>
                  </a:lnTo>
                  <a:lnTo>
                    <a:pt x="30" y="34"/>
                  </a:lnTo>
                  <a:lnTo>
                    <a:pt x="26" y="34"/>
                  </a:lnTo>
                  <a:lnTo>
                    <a:pt x="26" y="30"/>
                  </a:lnTo>
                  <a:lnTo>
                    <a:pt x="24" y="26"/>
                  </a:lnTo>
                  <a:lnTo>
                    <a:pt x="24" y="22"/>
                  </a:lnTo>
                  <a:lnTo>
                    <a:pt x="24" y="18"/>
                  </a:lnTo>
                  <a:lnTo>
                    <a:pt x="24" y="16"/>
                  </a:lnTo>
                  <a:lnTo>
                    <a:pt x="26" y="18"/>
                  </a:lnTo>
                  <a:lnTo>
                    <a:pt x="30" y="16"/>
                  </a:lnTo>
                  <a:lnTo>
                    <a:pt x="30" y="12"/>
                  </a:lnTo>
                  <a:lnTo>
                    <a:pt x="34" y="12"/>
                  </a:lnTo>
                  <a:lnTo>
                    <a:pt x="38" y="12"/>
                  </a:lnTo>
                  <a:lnTo>
                    <a:pt x="42" y="12"/>
                  </a:lnTo>
                  <a:lnTo>
                    <a:pt x="46" y="12"/>
                  </a:lnTo>
                  <a:lnTo>
                    <a:pt x="50" y="12"/>
                  </a:lnTo>
                  <a:lnTo>
                    <a:pt x="54" y="12"/>
                  </a:lnTo>
                  <a:lnTo>
                    <a:pt x="56" y="12"/>
                  </a:lnTo>
                  <a:lnTo>
                    <a:pt x="60" y="12"/>
                  </a:lnTo>
                  <a:lnTo>
                    <a:pt x="60" y="16"/>
                  </a:lnTo>
                  <a:lnTo>
                    <a:pt x="64" y="16"/>
                  </a:lnTo>
                  <a:lnTo>
                    <a:pt x="64" y="12"/>
                  </a:lnTo>
                  <a:lnTo>
                    <a:pt x="64" y="16"/>
                  </a:lnTo>
                  <a:lnTo>
                    <a:pt x="68" y="16"/>
                  </a:lnTo>
                  <a:lnTo>
                    <a:pt x="72" y="16"/>
                  </a:lnTo>
                  <a:lnTo>
                    <a:pt x="76" y="18"/>
                  </a:lnTo>
                  <a:lnTo>
                    <a:pt x="80" y="18"/>
                  </a:lnTo>
                  <a:lnTo>
                    <a:pt x="82" y="18"/>
                  </a:lnTo>
                  <a:lnTo>
                    <a:pt x="86" y="18"/>
                  </a:lnTo>
                  <a:lnTo>
                    <a:pt x="86" y="16"/>
                  </a:lnTo>
                  <a:lnTo>
                    <a:pt x="86" y="18"/>
                  </a:lnTo>
                  <a:lnTo>
                    <a:pt x="90" y="18"/>
                  </a:lnTo>
                  <a:lnTo>
                    <a:pt x="94" y="18"/>
                  </a:lnTo>
                  <a:lnTo>
                    <a:pt x="94" y="22"/>
                  </a:lnTo>
                  <a:lnTo>
                    <a:pt x="94" y="18"/>
                  </a:lnTo>
                  <a:lnTo>
                    <a:pt x="96" y="18"/>
                  </a:lnTo>
                  <a:lnTo>
                    <a:pt x="100" y="18"/>
                  </a:lnTo>
                  <a:lnTo>
                    <a:pt x="100" y="22"/>
                  </a:lnTo>
                  <a:lnTo>
                    <a:pt x="104" y="22"/>
                  </a:lnTo>
                  <a:lnTo>
                    <a:pt x="104" y="18"/>
                  </a:lnTo>
                  <a:lnTo>
                    <a:pt x="108" y="18"/>
                  </a:lnTo>
                  <a:lnTo>
                    <a:pt x="108" y="22"/>
                  </a:lnTo>
                  <a:lnTo>
                    <a:pt x="112" y="18"/>
                  </a:lnTo>
                  <a:lnTo>
                    <a:pt x="116" y="18"/>
                  </a:lnTo>
                  <a:lnTo>
                    <a:pt x="116" y="22"/>
                  </a:lnTo>
                  <a:lnTo>
                    <a:pt x="120" y="22"/>
                  </a:lnTo>
                  <a:lnTo>
                    <a:pt x="120" y="26"/>
                  </a:lnTo>
                  <a:lnTo>
                    <a:pt x="120" y="22"/>
                  </a:lnTo>
                  <a:lnTo>
                    <a:pt x="120" y="18"/>
                  </a:lnTo>
                  <a:lnTo>
                    <a:pt x="120" y="16"/>
                  </a:lnTo>
                  <a:lnTo>
                    <a:pt x="120" y="12"/>
                  </a:lnTo>
                  <a:lnTo>
                    <a:pt x="124" y="12"/>
                  </a:lnTo>
                  <a:lnTo>
                    <a:pt x="124" y="8"/>
                  </a:lnTo>
                  <a:lnTo>
                    <a:pt x="126" y="8"/>
                  </a:lnTo>
                  <a:lnTo>
                    <a:pt x="130" y="8"/>
                  </a:lnTo>
                  <a:lnTo>
                    <a:pt x="134" y="8"/>
                  </a:lnTo>
                  <a:lnTo>
                    <a:pt x="138" y="8"/>
                  </a:lnTo>
                  <a:lnTo>
                    <a:pt x="142" y="8"/>
                  </a:lnTo>
                  <a:lnTo>
                    <a:pt x="146" y="8"/>
                  </a:lnTo>
                  <a:lnTo>
                    <a:pt x="146" y="4"/>
                  </a:lnTo>
                  <a:lnTo>
                    <a:pt x="150" y="4"/>
                  </a:lnTo>
                  <a:lnTo>
                    <a:pt x="154" y="4"/>
                  </a:lnTo>
                  <a:lnTo>
                    <a:pt x="156" y="0"/>
                  </a:lnTo>
                  <a:lnTo>
                    <a:pt x="160" y="0"/>
                  </a:lnTo>
                  <a:lnTo>
                    <a:pt x="160" y="4"/>
                  </a:lnTo>
                  <a:lnTo>
                    <a:pt x="164" y="4"/>
                  </a:lnTo>
                  <a:lnTo>
                    <a:pt x="164" y="0"/>
                  </a:lnTo>
                  <a:lnTo>
                    <a:pt x="168" y="4"/>
                  </a:lnTo>
                  <a:lnTo>
                    <a:pt x="168" y="8"/>
                  </a:lnTo>
                  <a:lnTo>
                    <a:pt x="172" y="12"/>
                  </a:lnTo>
                  <a:lnTo>
                    <a:pt x="176" y="16"/>
                  </a:lnTo>
                  <a:lnTo>
                    <a:pt x="172" y="16"/>
                  </a:lnTo>
                  <a:lnTo>
                    <a:pt x="168" y="16"/>
                  </a:lnTo>
                  <a:lnTo>
                    <a:pt x="172" y="18"/>
                  </a:lnTo>
                  <a:lnTo>
                    <a:pt x="172" y="22"/>
                  </a:lnTo>
                  <a:lnTo>
                    <a:pt x="172" y="26"/>
                  </a:lnTo>
                  <a:lnTo>
                    <a:pt x="176" y="26"/>
                  </a:lnTo>
                  <a:lnTo>
                    <a:pt x="180" y="26"/>
                  </a:lnTo>
                  <a:lnTo>
                    <a:pt x="184" y="26"/>
                  </a:lnTo>
                  <a:lnTo>
                    <a:pt x="184" y="30"/>
                  </a:lnTo>
                  <a:lnTo>
                    <a:pt x="186" y="30"/>
                  </a:lnTo>
                  <a:lnTo>
                    <a:pt x="186" y="34"/>
                  </a:lnTo>
                  <a:lnTo>
                    <a:pt x="190" y="34"/>
                  </a:lnTo>
                  <a:lnTo>
                    <a:pt x="190" y="38"/>
                  </a:lnTo>
                  <a:lnTo>
                    <a:pt x="186" y="38"/>
                  </a:lnTo>
                  <a:lnTo>
                    <a:pt x="186" y="42"/>
                  </a:lnTo>
                  <a:lnTo>
                    <a:pt x="190" y="42"/>
                  </a:lnTo>
                  <a:lnTo>
                    <a:pt x="190" y="46"/>
                  </a:lnTo>
                  <a:lnTo>
                    <a:pt x="194" y="46"/>
                  </a:lnTo>
                  <a:lnTo>
                    <a:pt x="194" y="42"/>
                  </a:lnTo>
                  <a:lnTo>
                    <a:pt x="198" y="42"/>
                  </a:lnTo>
                  <a:lnTo>
                    <a:pt x="198" y="46"/>
                  </a:lnTo>
                  <a:lnTo>
                    <a:pt x="202" y="46"/>
                  </a:lnTo>
                  <a:lnTo>
                    <a:pt x="206" y="46"/>
                  </a:lnTo>
                  <a:lnTo>
                    <a:pt x="206" y="48"/>
                  </a:lnTo>
                  <a:lnTo>
                    <a:pt x="206" y="46"/>
                  </a:lnTo>
                  <a:lnTo>
                    <a:pt x="210" y="46"/>
                  </a:lnTo>
                  <a:lnTo>
                    <a:pt x="212" y="46"/>
                  </a:lnTo>
                  <a:lnTo>
                    <a:pt x="216" y="42"/>
                  </a:lnTo>
                  <a:lnTo>
                    <a:pt x="220" y="48"/>
                  </a:lnTo>
                  <a:lnTo>
                    <a:pt x="224" y="48"/>
                  </a:lnTo>
                  <a:lnTo>
                    <a:pt x="224" y="52"/>
                  </a:lnTo>
                  <a:lnTo>
                    <a:pt x="228" y="52"/>
                  </a:lnTo>
                  <a:lnTo>
                    <a:pt x="228" y="48"/>
                  </a:lnTo>
                  <a:lnTo>
                    <a:pt x="232" y="48"/>
                  </a:lnTo>
                  <a:lnTo>
                    <a:pt x="232" y="52"/>
                  </a:lnTo>
                  <a:lnTo>
                    <a:pt x="236" y="52"/>
                  </a:lnTo>
                  <a:lnTo>
                    <a:pt x="240" y="52"/>
                  </a:lnTo>
                  <a:lnTo>
                    <a:pt x="240" y="56"/>
                  </a:lnTo>
                  <a:lnTo>
                    <a:pt x="242" y="52"/>
                  </a:lnTo>
                  <a:lnTo>
                    <a:pt x="242" y="56"/>
                  </a:lnTo>
                  <a:lnTo>
                    <a:pt x="246" y="56"/>
                  </a:lnTo>
                  <a:lnTo>
                    <a:pt x="246" y="60"/>
                  </a:lnTo>
                  <a:lnTo>
                    <a:pt x="250" y="60"/>
                  </a:lnTo>
                  <a:lnTo>
                    <a:pt x="254" y="60"/>
                  </a:lnTo>
                  <a:lnTo>
                    <a:pt x="254" y="64"/>
                  </a:lnTo>
                  <a:lnTo>
                    <a:pt x="254" y="68"/>
                  </a:lnTo>
                  <a:lnTo>
                    <a:pt x="254" y="72"/>
                  </a:lnTo>
                  <a:lnTo>
                    <a:pt x="250" y="72"/>
                  </a:lnTo>
                  <a:lnTo>
                    <a:pt x="250" y="74"/>
                  </a:lnTo>
                  <a:lnTo>
                    <a:pt x="254" y="74"/>
                  </a:lnTo>
                  <a:lnTo>
                    <a:pt x="250" y="74"/>
                  </a:lnTo>
                  <a:lnTo>
                    <a:pt x="250" y="78"/>
                  </a:lnTo>
                  <a:lnTo>
                    <a:pt x="250" y="82"/>
                  </a:lnTo>
                  <a:lnTo>
                    <a:pt x="254" y="86"/>
                  </a:lnTo>
                  <a:lnTo>
                    <a:pt x="254" y="90"/>
                  </a:lnTo>
                  <a:lnTo>
                    <a:pt x="250" y="90"/>
                  </a:lnTo>
                  <a:lnTo>
                    <a:pt x="250" y="94"/>
                  </a:lnTo>
                  <a:lnTo>
                    <a:pt x="250" y="98"/>
                  </a:lnTo>
                  <a:lnTo>
                    <a:pt x="246" y="98"/>
                  </a:lnTo>
                  <a:lnTo>
                    <a:pt x="242" y="98"/>
                  </a:lnTo>
                  <a:lnTo>
                    <a:pt x="240" y="98"/>
                  </a:lnTo>
                  <a:lnTo>
                    <a:pt x="236" y="98"/>
                  </a:lnTo>
                  <a:lnTo>
                    <a:pt x="236" y="102"/>
                  </a:lnTo>
                  <a:lnTo>
                    <a:pt x="232" y="102"/>
                  </a:lnTo>
                  <a:lnTo>
                    <a:pt x="228" y="102"/>
                  </a:lnTo>
                  <a:lnTo>
                    <a:pt x="228" y="104"/>
                  </a:lnTo>
                  <a:lnTo>
                    <a:pt x="228" y="108"/>
                  </a:lnTo>
                  <a:lnTo>
                    <a:pt x="228" y="112"/>
                  </a:lnTo>
                  <a:lnTo>
                    <a:pt x="224" y="112"/>
                  </a:lnTo>
                  <a:lnTo>
                    <a:pt x="220" y="112"/>
                  </a:lnTo>
                  <a:lnTo>
                    <a:pt x="216" y="112"/>
                  </a:lnTo>
                  <a:lnTo>
                    <a:pt x="216" y="116"/>
                  </a:lnTo>
                  <a:lnTo>
                    <a:pt x="212" y="116"/>
                  </a:lnTo>
                  <a:lnTo>
                    <a:pt x="210" y="116"/>
                  </a:lnTo>
                  <a:lnTo>
                    <a:pt x="210" y="120"/>
                  </a:lnTo>
                  <a:lnTo>
                    <a:pt x="206" y="120"/>
                  </a:lnTo>
                  <a:lnTo>
                    <a:pt x="206" y="116"/>
                  </a:lnTo>
                  <a:lnTo>
                    <a:pt x="206" y="120"/>
                  </a:lnTo>
                  <a:lnTo>
                    <a:pt x="202" y="120"/>
                  </a:lnTo>
                  <a:lnTo>
                    <a:pt x="198" y="120"/>
                  </a:lnTo>
                  <a:lnTo>
                    <a:pt x="194" y="120"/>
                  </a:lnTo>
                  <a:lnTo>
                    <a:pt x="194" y="124"/>
                  </a:lnTo>
                  <a:lnTo>
                    <a:pt x="190" y="124"/>
                  </a:lnTo>
                  <a:lnTo>
                    <a:pt x="186" y="128"/>
                  </a:lnTo>
                  <a:lnTo>
                    <a:pt x="186" y="130"/>
                  </a:lnTo>
                  <a:lnTo>
                    <a:pt x="184" y="130"/>
                  </a:lnTo>
                  <a:lnTo>
                    <a:pt x="186" y="130"/>
                  </a:lnTo>
                  <a:lnTo>
                    <a:pt x="186" y="128"/>
                  </a:lnTo>
                  <a:lnTo>
                    <a:pt x="186" y="124"/>
                  </a:lnTo>
                  <a:lnTo>
                    <a:pt x="186" y="128"/>
                  </a:lnTo>
                  <a:lnTo>
                    <a:pt x="184" y="128"/>
                  </a:lnTo>
                  <a:lnTo>
                    <a:pt x="180" y="130"/>
                  </a:lnTo>
                  <a:lnTo>
                    <a:pt x="176" y="130"/>
                  </a:lnTo>
                  <a:lnTo>
                    <a:pt x="176" y="134"/>
                  </a:lnTo>
                  <a:lnTo>
                    <a:pt x="176" y="130"/>
                  </a:lnTo>
                  <a:lnTo>
                    <a:pt x="172" y="130"/>
                  </a:lnTo>
                  <a:lnTo>
                    <a:pt x="172" y="128"/>
                  </a:lnTo>
                  <a:lnTo>
                    <a:pt x="172" y="130"/>
                  </a:lnTo>
                  <a:lnTo>
                    <a:pt x="168" y="130"/>
                  </a:lnTo>
                  <a:lnTo>
                    <a:pt x="172" y="130"/>
                  </a:lnTo>
                  <a:lnTo>
                    <a:pt x="168" y="130"/>
                  </a:lnTo>
                  <a:lnTo>
                    <a:pt x="164" y="128"/>
                  </a:lnTo>
                  <a:lnTo>
                    <a:pt x="164" y="130"/>
                  </a:lnTo>
                  <a:lnTo>
                    <a:pt x="168" y="130"/>
                  </a:lnTo>
                  <a:lnTo>
                    <a:pt x="168" y="134"/>
                  </a:lnTo>
                  <a:lnTo>
                    <a:pt x="168" y="130"/>
                  </a:lnTo>
                  <a:lnTo>
                    <a:pt x="168" y="134"/>
                  </a:lnTo>
                  <a:lnTo>
                    <a:pt x="172" y="134"/>
                  </a:lnTo>
                  <a:lnTo>
                    <a:pt x="176" y="134"/>
                  </a:lnTo>
                  <a:lnTo>
                    <a:pt x="172" y="134"/>
                  </a:lnTo>
                  <a:lnTo>
                    <a:pt x="176" y="134"/>
                  </a:lnTo>
                  <a:lnTo>
                    <a:pt x="176" y="138"/>
                  </a:lnTo>
                  <a:lnTo>
                    <a:pt x="180" y="138"/>
                  </a:lnTo>
                  <a:lnTo>
                    <a:pt x="180" y="142"/>
                  </a:lnTo>
                  <a:lnTo>
                    <a:pt x="184" y="142"/>
                  </a:lnTo>
                  <a:lnTo>
                    <a:pt x="184" y="146"/>
                  </a:lnTo>
                  <a:lnTo>
                    <a:pt x="186" y="150"/>
                  </a:lnTo>
                  <a:lnTo>
                    <a:pt x="186" y="146"/>
                  </a:lnTo>
                  <a:lnTo>
                    <a:pt x="184" y="142"/>
                  </a:lnTo>
                  <a:lnTo>
                    <a:pt x="184" y="138"/>
                  </a:lnTo>
                  <a:lnTo>
                    <a:pt x="180" y="138"/>
                  </a:lnTo>
                  <a:lnTo>
                    <a:pt x="180" y="134"/>
                  </a:lnTo>
                  <a:lnTo>
                    <a:pt x="180" y="130"/>
                  </a:lnTo>
                  <a:lnTo>
                    <a:pt x="180" y="134"/>
                  </a:lnTo>
                  <a:lnTo>
                    <a:pt x="184" y="138"/>
                  </a:lnTo>
                  <a:lnTo>
                    <a:pt x="184" y="142"/>
                  </a:lnTo>
                  <a:lnTo>
                    <a:pt x="186" y="146"/>
                  </a:lnTo>
                  <a:lnTo>
                    <a:pt x="190" y="146"/>
                  </a:lnTo>
                  <a:lnTo>
                    <a:pt x="190" y="150"/>
                  </a:lnTo>
                  <a:lnTo>
                    <a:pt x="190" y="146"/>
                  </a:lnTo>
                  <a:lnTo>
                    <a:pt x="194" y="146"/>
                  </a:lnTo>
                  <a:lnTo>
                    <a:pt x="198" y="146"/>
                  </a:lnTo>
                  <a:lnTo>
                    <a:pt x="202" y="146"/>
                  </a:lnTo>
                  <a:lnTo>
                    <a:pt x="206" y="146"/>
                  </a:lnTo>
                  <a:lnTo>
                    <a:pt x="202" y="146"/>
                  </a:lnTo>
                  <a:lnTo>
                    <a:pt x="202" y="150"/>
                  </a:lnTo>
                  <a:lnTo>
                    <a:pt x="202" y="154"/>
                  </a:lnTo>
                  <a:lnTo>
                    <a:pt x="198" y="154"/>
                  </a:lnTo>
                  <a:lnTo>
                    <a:pt x="194" y="154"/>
                  </a:lnTo>
                  <a:lnTo>
                    <a:pt x="190" y="154"/>
                  </a:lnTo>
                  <a:lnTo>
                    <a:pt x="190" y="150"/>
                  </a:lnTo>
                  <a:lnTo>
                    <a:pt x="186" y="154"/>
                  </a:lnTo>
                  <a:lnTo>
                    <a:pt x="184" y="158"/>
                  </a:lnTo>
                  <a:lnTo>
                    <a:pt x="180" y="158"/>
                  </a:lnTo>
                  <a:lnTo>
                    <a:pt x="176" y="158"/>
                  </a:lnTo>
                  <a:lnTo>
                    <a:pt x="176" y="160"/>
                  </a:lnTo>
                  <a:lnTo>
                    <a:pt x="172" y="160"/>
                  </a:lnTo>
                  <a:lnTo>
                    <a:pt x="172" y="164"/>
                  </a:lnTo>
                  <a:lnTo>
                    <a:pt x="168" y="164"/>
                  </a:lnTo>
                  <a:lnTo>
                    <a:pt x="164" y="164"/>
                  </a:lnTo>
                  <a:lnTo>
                    <a:pt x="160" y="164"/>
                  </a:lnTo>
                  <a:lnTo>
                    <a:pt x="160" y="160"/>
                  </a:lnTo>
                  <a:lnTo>
                    <a:pt x="160" y="158"/>
                  </a:lnTo>
                  <a:lnTo>
                    <a:pt x="164" y="158"/>
                  </a:lnTo>
                  <a:lnTo>
                    <a:pt x="164" y="154"/>
                  </a:lnTo>
                  <a:lnTo>
                    <a:pt x="160" y="154"/>
                  </a:lnTo>
                  <a:lnTo>
                    <a:pt x="160" y="150"/>
                  </a:lnTo>
                  <a:lnTo>
                    <a:pt x="156" y="150"/>
                  </a:lnTo>
                  <a:lnTo>
                    <a:pt x="154" y="146"/>
                  </a:lnTo>
                  <a:lnTo>
                    <a:pt x="150" y="146"/>
                  </a:lnTo>
                  <a:lnTo>
                    <a:pt x="146" y="146"/>
                  </a:lnTo>
                  <a:lnTo>
                    <a:pt x="150" y="142"/>
                  </a:lnTo>
                  <a:lnTo>
                    <a:pt x="154" y="142"/>
                  </a:lnTo>
                  <a:lnTo>
                    <a:pt x="154" y="138"/>
                  </a:lnTo>
                  <a:lnTo>
                    <a:pt x="156" y="138"/>
                  </a:lnTo>
                  <a:lnTo>
                    <a:pt x="160" y="138"/>
                  </a:lnTo>
                  <a:lnTo>
                    <a:pt x="160" y="134"/>
                  </a:lnTo>
                  <a:lnTo>
                    <a:pt x="164" y="134"/>
                  </a:lnTo>
                  <a:lnTo>
                    <a:pt x="164" y="130"/>
                  </a:lnTo>
                  <a:lnTo>
                    <a:pt x="160" y="130"/>
                  </a:lnTo>
                  <a:lnTo>
                    <a:pt x="156" y="130"/>
                  </a:lnTo>
                  <a:lnTo>
                    <a:pt x="154" y="130"/>
                  </a:lnTo>
                  <a:lnTo>
                    <a:pt x="150" y="130"/>
                  </a:lnTo>
                  <a:lnTo>
                    <a:pt x="146" y="130"/>
                  </a:lnTo>
                  <a:lnTo>
                    <a:pt x="142" y="130"/>
                  </a:lnTo>
                  <a:lnTo>
                    <a:pt x="142" y="128"/>
                  </a:lnTo>
                  <a:lnTo>
                    <a:pt x="138" y="128"/>
                  </a:lnTo>
                  <a:lnTo>
                    <a:pt x="142" y="128"/>
                  </a:lnTo>
                  <a:lnTo>
                    <a:pt x="138" y="124"/>
                  </a:lnTo>
                  <a:lnTo>
                    <a:pt x="134" y="124"/>
                  </a:lnTo>
                  <a:lnTo>
                    <a:pt x="138" y="124"/>
                  </a:lnTo>
                  <a:lnTo>
                    <a:pt x="142" y="124"/>
                  </a:lnTo>
                  <a:lnTo>
                    <a:pt x="146" y="124"/>
                  </a:lnTo>
                  <a:lnTo>
                    <a:pt x="150" y="120"/>
                  </a:lnTo>
                  <a:lnTo>
                    <a:pt x="146" y="120"/>
                  </a:lnTo>
                  <a:lnTo>
                    <a:pt x="146" y="124"/>
                  </a:lnTo>
                  <a:lnTo>
                    <a:pt x="142" y="120"/>
                  </a:lnTo>
                  <a:lnTo>
                    <a:pt x="142" y="124"/>
                  </a:lnTo>
                  <a:lnTo>
                    <a:pt x="138" y="120"/>
                  </a:lnTo>
                  <a:lnTo>
                    <a:pt x="138" y="116"/>
                  </a:lnTo>
                  <a:lnTo>
                    <a:pt x="138" y="112"/>
                  </a:lnTo>
                  <a:lnTo>
                    <a:pt x="138" y="108"/>
                  </a:lnTo>
                  <a:lnTo>
                    <a:pt x="134" y="108"/>
                  </a:lnTo>
                  <a:lnTo>
                    <a:pt x="138" y="108"/>
                  </a:lnTo>
                  <a:lnTo>
                    <a:pt x="138" y="112"/>
                  </a:lnTo>
                  <a:lnTo>
                    <a:pt x="138" y="116"/>
                  </a:lnTo>
                  <a:lnTo>
                    <a:pt x="138" y="120"/>
                  </a:lnTo>
                  <a:lnTo>
                    <a:pt x="134" y="120"/>
                  </a:lnTo>
                  <a:lnTo>
                    <a:pt x="130" y="120"/>
                  </a:lnTo>
                  <a:lnTo>
                    <a:pt x="134" y="120"/>
                  </a:lnTo>
                  <a:lnTo>
                    <a:pt x="134" y="116"/>
                  </a:lnTo>
                  <a:lnTo>
                    <a:pt x="134" y="120"/>
                  </a:lnTo>
                  <a:lnTo>
                    <a:pt x="130" y="120"/>
                  </a:lnTo>
                  <a:lnTo>
                    <a:pt x="126" y="120"/>
                  </a:lnTo>
                  <a:lnTo>
                    <a:pt x="124" y="124"/>
                  </a:lnTo>
                  <a:lnTo>
                    <a:pt x="124" y="128"/>
                  </a:lnTo>
                  <a:lnTo>
                    <a:pt x="120" y="128"/>
                  </a:lnTo>
                  <a:lnTo>
                    <a:pt x="120" y="130"/>
                  </a:lnTo>
                  <a:lnTo>
                    <a:pt x="116" y="134"/>
                  </a:lnTo>
                  <a:lnTo>
                    <a:pt x="112" y="138"/>
                  </a:lnTo>
                  <a:lnTo>
                    <a:pt x="108" y="138"/>
                  </a:lnTo>
                  <a:lnTo>
                    <a:pt x="108" y="142"/>
                  </a:lnTo>
                  <a:lnTo>
                    <a:pt x="108" y="138"/>
                  </a:lnTo>
                  <a:lnTo>
                    <a:pt x="104" y="138"/>
                  </a:lnTo>
                  <a:lnTo>
                    <a:pt x="104" y="142"/>
                  </a:lnTo>
                  <a:lnTo>
                    <a:pt x="108" y="146"/>
                  </a:lnTo>
                  <a:lnTo>
                    <a:pt x="108" y="150"/>
                  </a:lnTo>
                  <a:lnTo>
                    <a:pt x="108" y="146"/>
                  </a:lnTo>
                  <a:lnTo>
                    <a:pt x="104" y="146"/>
                  </a:lnTo>
                  <a:lnTo>
                    <a:pt x="100" y="146"/>
                  </a:lnTo>
                  <a:lnTo>
                    <a:pt x="96" y="146"/>
                  </a:lnTo>
                  <a:lnTo>
                    <a:pt x="94" y="146"/>
                  </a:lnTo>
                  <a:lnTo>
                    <a:pt x="94" y="150"/>
                  </a:lnTo>
                  <a:lnTo>
                    <a:pt x="90" y="150"/>
                  </a:lnTo>
                  <a:lnTo>
                    <a:pt x="90" y="146"/>
                  </a:lnTo>
                  <a:lnTo>
                    <a:pt x="86" y="146"/>
                  </a:lnTo>
                  <a:lnTo>
                    <a:pt x="86" y="146"/>
                  </a:lnTo>
                  <a:lnTo>
                    <a:pt x="86" y="1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1" name="Freeform 126"/>
            <p:cNvSpPr>
              <a:spLocks noChangeAspect="1" noEditPoints="1"/>
            </p:cNvSpPr>
            <p:nvPr/>
          </p:nvSpPr>
          <p:spPr bwMode="gray">
            <a:xfrm>
              <a:off x="4598190" y="2519554"/>
              <a:ext cx="246975" cy="417422"/>
            </a:xfrm>
            <a:custGeom>
              <a:avLst/>
              <a:gdLst>
                <a:gd name="T0" fmla="*/ 106 w 142"/>
                <a:gd name="T1" fmla="*/ 2 h 240"/>
                <a:gd name="T2" fmla="*/ 98 w 142"/>
                <a:gd name="T3" fmla="*/ 10 h 240"/>
                <a:gd name="T4" fmla="*/ 94 w 142"/>
                <a:gd name="T5" fmla="*/ 14 h 240"/>
                <a:gd name="T6" fmla="*/ 76 w 142"/>
                <a:gd name="T7" fmla="*/ 44 h 240"/>
                <a:gd name="T8" fmla="*/ 72 w 142"/>
                <a:gd name="T9" fmla="*/ 48 h 240"/>
                <a:gd name="T10" fmla="*/ 46 w 142"/>
                <a:gd name="T11" fmla="*/ 130 h 240"/>
                <a:gd name="T12" fmla="*/ 50 w 142"/>
                <a:gd name="T13" fmla="*/ 108 h 240"/>
                <a:gd name="T14" fmla="*/ 38 w 142"/>
                <a:gd name="T15" fmla="*/ 122 h 240"/>
                <a:gd name="T16" fmla="*/ 34 w 142"/>
                <a:gd name="T17" fmla="*/ 108 h 240"/>
                <a:gd name="T18" fmla="*/ 42 w 142"/>
                <a:gd name="T19" fmla="*/ 92 h 240"/>
                <a:gd name="T20" fmla="*/ 34 w 142"/>
                <a:gd name="T21" fmla="*/ 92 h 240"/>
                <a:gd name="T22" fmla="*/ 34 w 142"/>
                <a:gd name="T23" fmla="*/ 78 h 240"/>
                <a:gd name="T24" fmla="*/ 42 w 142"/>
                <a:gd name="T25" fmla="*/ 62 h 240"/>
                <a:gd name="T26" fmla="*/ 56 w 142"/>
                <a:gd name="T27" fmla="*/ 52 h 240"/>
                <a:gd name="T28" fmla="*/ 60 w 142"/>
                <a:gd name="T29" fmla="*/ 62 h 240"/>
                <a:gd name="T30" fmla="*/ 56 w 142"/>
                <a:gd name="T31" fmla="*/ 70 h 240"/>
                <a:gd name="T32" fmla="*/ 72 w 142"/>
                <a:gd name="T33" fmla="*/ 70 h 240"/>
                <a:gd name="T34" fmla="*/ 90 w 142"/>
                <a:gd name="T35" fmla="*/ 82 h 240"/>
                <a:gd name="T36" fmla="*/ 80 w 142"/>
                <a:gd name="T37" fmla="*/ 100 h 240"/>
                <a:gd name="T38" fmla="*/ 82 w 142"/>
                <a:gd name="T39" fmla="*/ 108 h 240"/>
                <a:gd name="T40" fmla="*/ 98 w 142"/>
                <a:gd name="T41" fmla="*/ 134 h 240"/>
                <a:gd name="T42" fmla="*/ 112 w 142"/>
                <a:gd name="T43" fmla="*/ 156 h 240"/>
                <a:gd name="T44" fmla="*/ 108 w 142"/>
                <a:gd name="T45" fmla="*/ 160 h 240"/>
                <a:gd name="T46" fmla="*/ 124 w 142"/>
                <a:gd name="T47" fmla="*/ 176 h 240"/>
                <a:gd name="T48" fmla="*/ 136 w 142"/>
                <a:gd name="T49" fmla="*/ 198 h 240"/>
                <a:gd name="T50" fmla="*/ 124 w 142"/>
                <a:gd name="T51" fmla="*/ 210 h 240"/>
                <a:gd name="T52" fmla="*/ 132 w 142"/>
                <a:gd name="T53" fmla="*/ 220 h 240"/>
                <a:gd name="T54" fmla="*/ 106 w 142"/>
                <a:gd name="T55" fmla="*/ 224 h 240"/>
                <a:gd name="T56" fmla="*/ 82 w 142"/>
                <a:gd name="T57" fmla="*/ 224 h 240"/>
                <a:gd name="T58" fmla="*/ 50 w 142"/>
                <a:gd name="T59" fmla="*/ 232 h 240"/>
                <a:gd name="T60" fmla="*/ 46 w 142"/>
                <a:gd name="T61" fmla="*/ 228 h 240"/>
                <a:gd name="T62" fmla="*/ 76 w 142"/>
                <a:gd name="T63" fmla="*/ 210 h 240"/>
                <a:gd name="T64" fmla="*/ 64 w 142"/>
                <a:gd name="T65" fmla="*/ 210 h 240"/>
                <a:gd name="T66" fmla="*/ 46 w 142"/>
                <a:gd name="T67" fmla="*/ 206 h 240"/>
                <a:gd name="T68" fmla="*/ 56 w 142"/>
                <a:gd name="T69" fmla="*/ 190 h 240"/>
                <a:gd name="T70" fmla="*/ 50 w 142"/>
                <a:gd name="T71" fmla="*/ 176 h 240"/>
                <a:gd name="T72" fmla="*/ 76 w 142"/>
                <a:gd name="T73" fmla="*/ 168 h 240"/>
                <a:gd name="T74" fmla="*/ 68 w 142"/>
                <a:gd name="T75" fmla="*/ 146 h 240"/>
                <a:gd name="T76" fmla="*/ 64 w 142"/>
                <a:gd name="T77" fmla="*/ 134 h 240"/>
                <a:gd name="T78" fmla="*/ 50 w 142"/>
                <a:gd name="T79" fmla="*/ 138 h 240"/>
                <a:gd name="T80" fmla="*/ 16 w 142"/>
                <a:gd name="T81" fmla="*/ 62 h 240"/>
                <a:gd name="T82" fmla="*/ 26 w 142"/>
                <a:gd name="T83" fmla="*/ 60 h 240"/>
                <a:gd name="T84" fmla="*/ 8 w 142"/>
                <a:gd name="T85" fmla="*/ 74 h 240"/>
                <a:gd name="T86" fmla="*/ 26 w 142"/>
                <a:gd name="T87" fmla="*/ 86 h 240"/>
                <a:gd name="T88" fmla="*/ 30 w 142"/>
                <a:gd name="T89" fmla="*/ 74 h 240"/>
                <a:gd name="T90" fmla="*/ 30 w 142"/>
                <a:gd name="T91" fmla="*/ 78 h 240"/>
                <a:gd name="T92" fmla="*/ 12 w 142"/>
                <a:gd name="T93" fmla="*/ 82 h 240"/>
                <a:gd name="T94" fmla="*/ 12 w 142"/>
                <a:gd name="T95" fmla="*/ 90 h 240"/>
                <a:gd name="T96" fmla="*/ 22 w 142"/>
                <a:gd name="T97" fmla="*/ 96 h 240"/>
                <a:gd name="T98" fmla="*/ 34 w 142"/>
                <a:gd name="T99" fmla="*/ 104 h 240"/>
                <a:gd name="T100" fmla="*/ 26 w 142"/>
                <a:gd name="T101" fmla="*/ 96 h 240"/>
                <a:gd name="T102" fmla="*/ 30 w 142"/>
                <a:gd name="T103" fmla="*/ 112 h 240"/>
                <a:gd name="T104" fmla="*/ 26 w 142"/>
                <a:gd name="T105" fmla="*/ 112 h 240"/>
                <a:gd name="T106" fmla="*/ 46 w 142"/>
                <a:gd name="T107" fmla="*/ 116 h 240"/>
                <a:gd name="T108" fmla="*/ 20 w 142"/>
                <a:gd name="T109" fmla="*/ 146 h 240"/>
                <a:gd name="T110" fmla="*/ 4 w 142"/>
                <a:gd name="T111" fmla="*/ 138 h 240"/>
                <a:gd name="T112" fmla="*/ 34 w 142"/>
                <a:gd name="T113" fmla="*/ 138 h 240"/>
                <a:gd name="T114" fmla="*/ 34 w 142"/>
                <a:gd name="T115" fmla="*/ 150 h 240"/>
                <a:gd name="T116" fmla="*/ 56 w 142"/>
                <a:gd name="T117" fmla="*/ 164 h 240"/>
                <a:gd name="T118" fmla="*/ 128 w 142"/>
                <a:gd name="T119" fmla="*/ 21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42" h="240">
                  <a:moveTo>
                    <a:pt x="80" y="36"/>
                  </a:moveTo>
                  <a:lnTo>
                    <a:pt x="82" y="36"/>
                  </a:lnTo>
                  <a:lnTo>
                    <a:pt x="80" y="36"/>
                  </a:lnTo>
                  <a:lnTo>
                    <a:pt x="80" y="36"/>
                  </a:lnTo>
                  <a:lnTo>
                    <a:pt x="80" y="36"/>
                  </a:lnTo>
                  <a:close/>
                  <a:moveTo>
                    <a:pt x="106" y="2"/>
                  </a:moveTo>
                  <a:lnTo>
                    <a:pt x="102" y="2"/>
                  </a:lnTo>
                  <a:lnTo>
                    <a:pt x="106" y="0"/>
                  </a:lnTo>
                  <a:lnTo>
                    <a:pt x="106" y="2"/>
                  </a:lnTo>
                  <a:lnTo>
                    <a:pt x="106" y="2"/>
                  </a:lnTo>
                  <a:lnTo>
                    <a:pt x="106" y="2"/>
                  </a:lnTo>
                  <a:close/>
                  <a:moveTo>
                    <a:pt x="102" y="6"/>
                  </a:moveTo>
                  <a:lnTo>
                    <a:pt x="102" y="2"/>
                  </a:lnTo>
                  <a:lnTo>
                    <a:pt x="102" y="6"/>
                  </a:lnTo>
                  <a:lnTo>
                    <a:pt x="102" y="6"/>
                  </a:lnTo>
                  <a:lnTo>
                    <a:pt x="102" y="6"/>
                  </a:lnTo>
                  <a:close/>
                  <a:moveTo>
                    <a:pt x="94" y="14"/>
                  </a:moveTo>
                  <a:lnTo>
                    <a:pt x="98" y="10"/>
                  </a:lnTo>
                  <a:lnTo>
                    <a:pt x="94" y="10"/>
                  </a:lnTo>
                  <a:lnTo>
                    <a:pt x="94" y="6"/>
                  </a:lnTo>
                  <a:lnTo>
                    <a:pt x="98" y="6"/>
                  </a:lnTo>
                  <a:lnTo>
                    <a:pt x="98" y="10"/>
                  </a:lnTo>
                  <a:lnTo>
                    <a:pt x="102" y="10"/>
                  </a:lnTo>
                  <a:lnTo>
                    <a:pt x="102" y="14"/>
                  </a:lnTo>
                  <a:lnTo>
                    <a:pt x="98" y="14"/>
                  </a:lnTo>
                  <a:lnTo>
                    <a:pt x="102" y="14"/>
                  </a:lnTo>
                  <a:lnTo>
                    <a:pt x="102" y="18"/>
                  </a:lnTo>
                  <a:lnTo>
                    <a:pt x="98" y="18"/>
                  </a:lnTo>
                  <a:lnTo>
                    <a:pt x="98" y="22"/>
                  </a:lnTo>
                  <a:lnTo>
                    <a:pt x="98" y="18"/>
                  </a:lnTo>
                  <a:lnTo>
                    <a:pt x="98" y="14"/>
                  </a:lnTo>
                  <a:lnTo>
                    <a:pt x="94" y="18"/>
                  </a:lnTo>
                  <a:lnTo>
                    <a:pt x="94" y="14"/>
                  </a:lnTo>
                  <a:lnTo>
                    <a:pt x="94" y="14"/>
                  </a:lnTo>
                  <a:lnTo>
                    <a:pt x="94" y="14"/>
                  </a:lnTo>
                  <a:close/>
                  <a:moveTo>
                    <a:pt x="76" y="44"/>
                  </a:moveTo>
                  <a:lnTo>
                    <a:pt x="72" y="44"/>
                  </a:lnTo>
                  <a:lnTo>
                    <a:pt x="68" y="44"/>
                  </a:lnTo>
                  <a:lnTo>
                    <a:pt x="68" y="40"/>
                  </a:lnTo>
                  <a:lnTo>
                    <a:pt x="72" y="40"/>
                  </a:lnTo>
                  <a:lnTo>
                    <a:pt x="76" y="40"/>
                  </a:lnTo>
                  <a:lnTo>
                    <a:pt x="76" y="44"/>
                  </a:lnTo>
                  <a:lnTo>
                    <a:pt x="80" y="44"/>
                  </a:lnTo>
                  <a:lnTo>
                    <a:pt x="76" y="44"/>
                  </a:lnTo>
                  <a:lnTo>
                    <a:pt x="76" y="44"/>
                  </a:lnTo>
                  <a:lnTo>
                    <a:pt x="76" y="44"/>
                  </a:lnTo>
                  <a:close/>
                  <a:moveTo>
                    <a:pt x="72" y="48"/>
                  </a:moveTo>
                  <a:lnTo>
                    <a:pt x="68" y="48"/>
                  </a:lnTo>
                  <a:lnTo>
                    <a:pt x="68" y="44"/>
                  </a:lnTo>
                  <a:lnTo>
                    <a:pt x="72" y="44"/>
                  </a:lnTo>
                  <a:lnTo>
                    <a:pt x="72" y="48"/>
                  </a:lnTo>
                  <a:lnTo>
                    <a:pt x="72" y="48"/>
                  </a:lnTo>
                  <a:lnTo>
                    <a:pt x="72" y="48"/>
                  </a:lnTo>
                  <a:close/>
                  <a:moveTo>
                    <a:pt x="76" y="48"/>
                  </a:moveTo>
                  <a:lnTo>
                    <a:pt x="72" y="48"/>
                  </a:lnTo>
                  <a:lnTo>
                    <a:pt x="76" y="48"/>
                  </a:lnTo>
                  <a:lnTo>
                    <a:pt x="76" y="44"/>
                  </a:lnTo>
                  <a:lnTo>
                    <a:pt x="76" y="48"/>
                  </a:lnTo>
                  <a:lnTo>
                    <a:pt x="76" y="48"/>
                  </a:lnTo>
                  <a:lnTo>
                    <a:pt x="76" y="48"/>
                  </a:lnTo>
                  <a:close/>
                  <a:moveTo>
                    <a:pt x="50" y="138"/>
                  </a:moveTo>
                  <a:lnTo>
                    <a:pt x="46" y="138"/>
                  </a:lnTo>
                  <a:lnTo>
                    <a:pt x="46" y="134"/>
                  </a:lnTo>
                  <a:lnTo>
                    <a:pt x="42" y="134"/>
                  </a:lnTo>
                  <a:lnTo>
                    <a:pt x="42" y="130"/>
                  </a:lnTo>
                  <a:lnTo>
                    <a:pt x="46" y="130"/>
                  </a:lnTo>
                  <a:lnTo>
                    <a:pt x="46" y="126"/>
                  </a:lnTo>
                  <a:lnTo>
                    <a:pt x="50" y="126"/>
                  </a:lnTo>
                  <a:lnTo>
                    <a:pt x="50" y="122"/>
                  </a:lnTo>
                  <a:lnTo>
                    <a:pt x="50" y="120"/>
                  </a:lnTo>
                  <a:lnTo>
                    <a:pt x="50" y="116"/>
                  </a:lnTo>
                  <a:lnTo>
                    <a:pt x="46" y="116"/>
                  </a:lnTo>
                  <a:lnTo>
                    <a:pt x="46" y="112"/>
                  </a:lnTo>
                  <a:lnTo>
                    <a:pt x="50" y="112"/>
                  </a:lnTo>
                  <a:lnTo>
                    <a:pt x="52" y="112"/>
                  </a:lnTo>
                  <a:lnTo>
                    <a:pt x="50" y="112"/>
                  </a:lnTo>
                  <a:lnTo>
                    <a:pt x="50" y="108"/>
                  </a:lnTo>
                  <a:lnTo>
                    <a:pt x="46" y="108"/>
                  </a:lnTo>
                  <a:lnTo>
                    <a:pt x="46" y="112"/>
                  </a:lnTo>
                  <a:lnTo>
                    <a:pt x="42" y="112"/>
                  </a:lnTo>
                  <a:lnTo>
                    <a:pt x="42" y="108"/>
                  </a:lnTo>
                  <a:lnTo>
                    <a:pt x="46" y="104"/>
                  </a:lnTo>
                  <a:lnTo>
                    <a:pt x="42" y="108"/>
                  </a:lnTo>
                  <a:lnTo>
                    <a:pt x="38" y="108"/>
                  </a:lnTo>
                  <a:lnTo>
                    <a:pt x="38" y="112"/>
                  </a:lnTo>
                  <a:lnTo>
                    <a:pt x="42" y="116"/>
                  </a:lnTo>
                  <a:lnTo>
                    <a:pt x="38" y="116"/>
                  </a:lnTo>
                  <a:lnTo>
                    <a:pt x="38" y="122"/>
                  </a:lnTo>
                  <a:lnTo>
                    <a:pt x="34" y="126"/>
                  </a:lnTo>
                  <a:lnTo>
                    <a:pt x="34" y="122"/>
                  </a:lnTo>
                  <a:lnTo>
                    <a:pt x="34" y="120"/>
                  </a:lnTo>
                  <a:lnTo>
                    <a:pt x="34" y="116"/>
                  </a:lnTo>
                  <a:lnTo>
                    <a:pt x="38" y="116"/>
                  </a:lnTo>
                  <a:lnTo>
                    <a:pt x="34" y="116"/>
                  </a:lnTo>
                  <a:lnTo>
                    <a:pt x="34" y="112"/>
                  </a:lnTo>
                  <a:lnTo>
                    <a:pt x="38" y="112"/>
                  </a:lnTo>
                  <a:lnTo>
                    <a:pt x="38" y="108"/>
                  </a:lnTo>
                  <a:lnTo>
                    <a:pt x="34" y="112"/>
                  </a:lnTo>
                  <a:lnTo>
                    <a:pt x="34" y="108"/>
                  </a:lnTo>
                  <a:lnTo>
                    <a:pt x="38" y="108"/>
                  </a:lnTo>
                  <a:lnTo>
                    <a:pt x="38" y="104"/>
                  </a:lnTo>
                  <a:lnTo>
                    <a:pt x="38" y="100"/>
                  </a:lnTo>
                  <a:lnTo>
                    <a:pt x="42" y="100"/>
                  </a:lnTo>
                  <a:lnTo>
                    <a:pt x="46" y="100"/>
                  </a:lnTo>
                  <a:lnTo>
                    <a:pt x="46" y="96"/>
                  </a:lnTo>
                  <a:lnTo>
                    <a:pt x="42" y="100"/>
                  </a:lnTo>
                  <a:lnTo>
                    <a:pt x="42" y="96"/>
                  </a:lnTo>
                  <a:lnTo>
                    <a:pt x="42" y="92"/>
                  </a:lnTo>
                  <a:lnTo>
                    <a:pt x="46" y="92"/>
                  </a:lnTo>
                  <a:lnTo>
                    <a:pt x="42" y="92"/>
                  </a:lnTo>
                  <a:lnTo>
                    <a:pt x="38" y="96"/>
                  </a:lnTo>
                  <a:lnTo>
                    <a:pt x="34" y="96"/>
                  </a:lnTo>
                  <a:lnTo>
                    <a:pt x="30" y="96"/>
                  </a:lnTo>
                  <a:lnTo>
                    <a:pt x="34" y="96"/>
                  </a:lnTo>
                  <a:lnTo>
                    <a:pt x="34" y="92"/>
                  </a:lnTo>
                  <a:lnTo>
                    <a:pt x="38" y="92"/>
                  </a:lnTo>
                  <a:lnTo>
                    <a:pt x="34" y="92"/>
                  </a:lnTo>
                  <a:lnTo>
                    <a:pt x="30" y="92"/>
                  </a:lnTo>
                  <a:lnTo>
                    <a:pt x="26" y="92"/>
                  </a:lnTo>
                  <a:lnTo>
                    <a:pt x="30" y="92"/>
                  </a:lnTo>
                  <a:lnTo>
                    <a:pt x="34" y="92"/>
                  </a:lnTo>
                  <a:lnTo>
                    <a:pt x="34" y="90"/>
                  </a:lnTo>
                  <a:lnTo>
                    <a:pt x="38" y="90"/>
                  </a:lnTo>
                  <a:lnTo>
                    <a:pt x="34" y="90"/>
                  </a:lnTo>
                  <a:lnTo>
                    <a:pt x="34" y="86"/>
                  </a:lnTo>
                  <a:lnTo>
                    <a:pt x="34" y="90"/>
                  </a:lnTo>
                  <a:lnTo>
                    <a:pt x="38" y="90"/>
                  </a:lnTo>
                  <a:lnTo>
                    <a:pt x="34" y="86"/>
                  </a:lnTo>
                  <a:lnTo>
                    <a:pt x="38" y="86"/>
                  </a:lnTo>
                  <a:lnTo>
                    <a:pt x="38" y="82"/>
                  </a:lnTo>
                  <a:lnTo>
                    <a:pt x="38" y="78"/>
                  </a:lnTo>
                  <a:lnTo>
                    <a:pt x="34" y="78"/>
                  </a:lnTo>
                  <a:lnTo>
                    <a:pt x="34" y="74"/>
                  </a:lnTo>
                  <a:lnTo>
                    <a:pt x="38" y="74"/>
                  </a:lnTo>
                  <a:lnTo>
                    <a:pt x="34" y="74"/>
                  </a:lnTo>
                  <a:lnTo>
                    <a:pt x="34" y="70"/>
                  </a:lnTo>
                  <a:lnTo>
                    <a:pt x="34" y="66"/>
                  </a:lnTo>
                  <a:lnTo>
                    <a:pt x="38" y="70"/>
                  </a:lnTo>
                  <a:lnTo>
                    <a:pt x="38" y="66"/>
                  </a:lnTo>
                  <a:lnTo>
                    <a:pt x="42" y="66"/>
                  </a:lnTo>
                  <a:lnTo>
                    <a:pt x="46" y="66"/>
                  </a:lnTo>
                  <a:lnTo>
                    <a:pt x="42" y="66"/>
                  </a:lnTo>
                  <a:lnTo>
                    <a:pt x="42" y="62"/>
                  </a:lnTo>
                  <a:lnTo>
                    <a:pt x="38" y="62"/>
                  </a:lnTo>
                  <a:lnTo>
                    <a:pt x="42" y="62"/>
                  </a:lnTo>
                  <a:lnTo>
                    <a:pt x="42" y="60"/>
                  </a:lnTo>
                  <a:lnTo>
                    <a:pt x="46" y="60"/>
                  </a:lnTo>
                  <a:lnTo>
                    <a:pt x="42" y="60"/>
                  </a:lnTo>
                  <a:lnTo>
                    <a:pt x="42" y="56"/>
                  </a:lnTo>
                  <a:lnTo>
                    <a:pt x="46" y="52"/>
                  </a:lnTo>
                  <a:lnTo>
                    <a:pt x="50" y="52"/>
                  </a:lnTo>
                  <a:lnTo>
                    <a:pt x="50" y="56"/>
                  </a:lnTo>
                  <a:lnTo>
                    <a:pt x="52" y="52"/>
                  </a:lnTo>
                  <a:lnTo>
                    <a:pt x="56" y="52"/>
                  </a:lnTo>
                  <a:lnTo>
                    <a:pt x="60" y="52"/>
                  </a:lnTo>
                  <a:lnTo>
                    <a:pt x="64" y="52"/>
                  </a:lnTo>
                  <a:lnTo>
                    <a:pt x="68" y="52"/>
                  </a:lnTo>
                  <a:lnTo>
                    <a:pt x="72" y="52"/>
                  </a:lnTo>
                  <a:lnTo>
                    <a:pt x="76" y="52"/>
                  </a:lnTo>
                  <a:lnTo>
                    <a:pt x="72" y="56"/>
                  </a:lnTo>
                  <a:lnTo>
                    <a:pt x="72" y="60"/>
                  </a:lnTo>
                  <a:lnTo>
                    <a:pt x="68" y="60"/>
                  </a:lnTo>
                  <a:lnTo>
                    <a:pt x="68" y="62"/>
                  </a:lnTo>
                  <a:lnTo>
                    <a:pt x="64" y="62"/>
                  </a:lnTo>
                  <a:lnTo>
                    <a:pt x="60" y="62"/>
                  </a:lnTo>
                  <a:lnTo>
                    <a:pt x="60" y="66"/>
                  </a:lnTo>
                  <a:lnTo>
                    <a:pt x="56" y="66"/>
                  </a:lnTo>
                  <a:lnTo>
                    <a:pt x="52" y="66"/>
                  </a:lnTo>
                  <a:lnTo>
                    <a:pt x="56" y="66"/>
                  </a:lnTo>
                  <a:lnTo>
                    <a:pt x="56" y="70"/>
                  </a:lnTo>
                  <a:lnTo>
                    <a:pt x="60" y="70"/>
                  </a:lnTo>
                  <a:lnTo>
                    <a:pt x="60" y="66"/>
                  </a:lnTo>
                  <a:lnTo>
                    <a:pt x="64" y="66"/>
                  </a:lnTo>
                  <a:lnTo>
                    <a:pt x="64" y="70"/>
                  </a:lnTo>
                  <a:lnTo>
                    <a:pt x="60" y="70"/>
                  </a:lnTo>
                  <a:lnTo>
                    <a:pt x="56" y="70"/>
                  </a:lnTo>
                  <a:lnTo>
                    <a:pt x="52" y="74"/>
                  </a:lnTo>
                  <a:lnTo>
                    <a:pt x="56" y="74"/>
                  </a:lnTo>
                  <a:lnTo>
                    <a:pt x="56" y="70"/>
                  </a:lnTo>
                  <a:lnTo>
                    <a:pt x="60" y="74"/>
                  </a:lnTo>
                  <a:lnTo>
                    <a:pt x="56" y="74"/>
                  </a:lnTo>
                  <a:lnTo>
                    <a:pt x="56" y="78"/>
                  </a:lnTo>
                  <a:lnTo>
                    <a:pt x="60" y="74"/>
                  </a:lnTo>
                  <a:lnTo>
                    <a:pt x="64" y="74"/>
                  </a:lnTo>
                  <a:lnTo>
                    <a:pt x="68" y="74"/>
                  </a:lnTo>
                  <a:lnTo>
                    <a:pt x="68" y="70"/>
                  </a:lnTo>
                  <a:lnTo>
                    <a:pt x="72" y="70"/>
                  </a:lnTo>
                  <a:lnTo>
                    <a:pt x="72" y="74"/>
                  </a:lnTo>
                  <a:lnTo>
                    <a:pt x="76" y="74"/>
                  </a:lnTo>
                  <a:lnTo>
                    <a:pt x="76" y="70"/>
                  </a:lnTo>
                  <a:lnTo>
                    <a:pt x="80" y="70"/>
                  </a:lnTo>
                  <a:lnTo>
                    <a:pt x="82" y="74"/>
                  </a:lnTo>
                  <a:lnTo>
                    <a:pt x="86" y="74"/>
                  </a:lnTo>
                  <a:lnTo>
                    <a:pt x="86" y="70"/>
                  </a:lnTo>
                  <a:lnTo>
                    <a:pt x="90" y="70"/>
                  </a:lnTo>
                  <a:lnTo>
                    <a:pt x="90" y="74"/>
                  </a:lnTo>
                  <a:lnTo>
                    <a:pt x="90" y="78"/>
                  </a:lnTo>
                  <a:lnTo>
                    <a:pt x="90" y="82"/>
                  </a:lnTo>
                  <a:lnTo>
                    <a:pt x="86" y="82"/>
                  </a:lnTo>
                  <a:lnTo>
                    <a:pt x="86" y="86"/>
                  </a:lnTo>
                  <a:lnTo>
                    <a:pt x="86" y="90"/>
                  </a:lnTo>
                  <a:lnTo>
                    <a:pt x="82" y="92"/>
                  </a:lnTo>
                  <a:lnTo>
                    <a:pt x="82" y="96"/>
                  </a:lnTo>
                  <a:lnTo>
                    <a:pt x="80" y="96"/>
                  </a:lnTo>
                  <a:lnTo>
                    <a:pt x="80" y="100"/>
                  </a:lnTo>
                  <a:lnTo>
                    <a:pt x="76" y="100"/>
                  </a:lnTo>
                  <a:lnTo>
                    <a:pt x="72" y="100"/>
                  </a:lnTo>
                  <a:lnTo>
                    <a:pt x="76" y="100"/>
                  </a:lnTo>
                  <a:lnTo>
                    <a:pt x="80" y="100"/>
                  </a:lnTo>
                  <a:lnTo>
                    <a:pt x="80" y="104"/>
                  </a:lnTo>
                  <a:lnTo>
                    <a:pt x="76" y="104"/>
                  </a:lnTo>
                  <a:lnTo>
                    <a:pt x="72" y="108"/>
                  </a:lnTo>
                  <a:lnTo>
                    <a:pt x="68" y="108"/>
                  </a:lnTo>
                  <a:lnTo>
                    <a:pt x="64" y="108"/>
                  </a:lnTo>
                  <a:lnTo>
                    <a:pt x="68" y="108"/>
                  </a:lnTo>
                  <a:lnTo>
                    <a:pt x="72" y="112"/>
                  </a:lnTo>
                  <a:lnTo>
                    <a:pt x="76" y="112"/>
                  </a:lnTo>
                  <a:lnTo>
                    <a:pt x="76" y="108"/>
                  </a:lnTo>
                  <a:lnTo>
                    <a:pt x="80" y="108"/>
                  </a:lnTo>
                  <a:lnTo>
                    <a:pt x="82" y="108"/>
                  </a:lnTo>
                  <a:lnTo>
                    <a:pt x="82" y="112"/>
                  </a:lnTo>
                  <a:lnTo>
                    <a:pt x="86" y="112"/>
                  </a:lnTo>
                  <a:lnTo>
                    <a:pt x="86" y="116"/>
                  </a:lnTo>
                  <a:lnTo>
                    <a:pt x="90" y="116"/>
                  </a:lnTo>
                  <a:lnTo>
                    <a:pt x="90" y="120"/>
                  </a:lnTo>
                  <a:lnTo>
                    <a:pt x="94" y="120"/>
                  </a:lnTo>
                  <a:lnTo>
                    <a:pt x="94" y="122"/>
                  </a:lnTo>
                  <a:lnTo>
                    <a:pt x="94" y="126"/>
                  </a:lnTo>
                  <a:lnTo>
                    <a:pt x="94" y="130"/>
                  </a:lnTo>
                  <a:lnTo>
                    <a:pt x="98" y="130"/>
                  </a:lnTo>
                  <a:lnTo>
                    <a:pt x="98" y="134"/>
                  </a:lnTo>
                  <a:lnTo>
                    <a:pt x="98" y="138"/>
                  </a:lnTo>
                  <a:lnTo>
                    <a:pt x="102" y="138"/>
                  </a:lnTo>
                  <a:lnTo>
                    <a:pt x="106" y="142"/>
                  </a:lnTo>
                  <a:lnTo>
                    <a:pt x="108" y="142"/>
                  </a:lnTo>
                  <a:lnTo>
                    <a:pt x="108" y="146"/>
                  </a:lnTo>
                  <a:lnTo>
                    <a:pt x="112" y="146"/>
                  </a:lnTo>
                  <a:lnTo>
                    <a:pt x="112" y="150"/>
                  </a:lnTo>
                  <a:lnTo>
                    <a:pt x="116" y="150"/>
                  </a:lnTo>
                  <a:lnTo>
                    <a:pt x="112" y="150"/>
                  </a:lnTo>
                  <a:lnTo>
                    <a:pt x="112" y="152"/>
                  </a:lnTo>
                  <a:lnTo>
                    <a:pt x="112" y="156"/>
                  </a:lnTo>
                  <a:lnTo>
                    <a:pt x="116" y="156"/>
                  </a:lnTo>
                  <a:lnTo>
                    <a:pt x="116" y="160"/>
                  </a:lnTo>
                  <a:lnTo>
                    <a:pt x="120" y="160"/>
                  </a:lnTo>
                  <a:lnTo>
                    <a:pt x="116" y="164"/>
                  </a:lnTo>
                  <a:lnTo>
                    <a:pt x="116" y="160"/>
                  </a:lnTo>
                  <a:lnTo>
                    <a:pt x="120" y="160"/>
                  </a:lnTo>
                  <a:lnTo>
                    <a:pt x="116" y="160"/>
                  </a:lnTo>
                  <a:lnTo>
                    <a:pt x="112" y="160"/>
                  </a:lnTo>
                  <a:lnTo>
                    <a:pt x="108" y="160"/>
                  </a:lnTo>
                  <a:lnTo>
                    <a:pt x="106" y="160"/>
                  </a:lnTo>
                  <a:lnTo>
                    <a:pt x="108" y="160"/>
                  </a:lnTo>
                  <a:lnTo>
                    <a:pt x="112" y="160"/>
                  </a:lnTo>
                  <a:lnTo>
                    <a:pt x="116" y="160"/>
                  </a:lnTo>
                  <a:lnTo>
                    <a:pt x="116" y="164"/>
                  </a:lnTo>
                  <a:lnTo>
                    <a:pt x="120" y="164"/>
                  </a:lnTo>
                  <a:lnTo>
                    <a:pt x="120" y="168"/>
                  </a:lnTo>
                  <a:lnTo>
                    <a:pt x="120" y="172"/>
                  </a:lnTo>
                  <a:lnTo>
                    <a:pt x="120" y="176"/>
                  </a:lnTo>
                  <a:lnTo>
                    <a:pt x="116" y="176"/>
                  </a:lnTo>
                  <a:lnTo>
                    <a:pt x="120" y="180"/>
                  </a:lnTo>
                  <a:lnTo>
                    <a:pt x="124" y="180"/>
                  </a:lnTo>
                  <a:lnTo>
                    <a:pt x="124" y="176"/>
                  </a:lnTo>
                  <a:lnTo>
                    <a:pt x="128" y="176"/>
                  </a:lnTo>
                  <a:lnTo>
                    <a:pt x="132" y="176"/>
                  </a:lnTo>
                  <a:lnTo>
                    <a:pt x="136" y="176"/>
                  </a:lnTo>
                  <a:lnTo>
                    <a:pt x="138" y="180"/>
                  </a:lnTo>
                  <a:lnTo>
                    <a:pt x="142" y="182"/>
                  </a:lnTo>
                  <a:lnTo>
                    <a:pt x="142" y="186"/>
                  </a:lnTo>
                  <a:lnTo>
                    <a:pt x="138" y="190"/>
                  </a:lnTo>
                  <a:lnTo>
                    <a:pt x="138" y="194"/>
                  </a:lnTo>
                  <a:lnTo>
                    <a:pt x="136" y="198"/>
                  </a:lnTo>
                  <a:lnTo>
                    <a:pt x="132" y="194"/>
                  </a:lnTo>
                  <a:lnTo>
                    <a:pt x="136" y="198"/>
                  </a:lnTo>
                  <a:lnTo>
                    <a:pt x="136" y="202"/>
                  </a:lnTo>
                  <a:lnTo>
                    <a:pt x="132" y="202"/>
                  </a:lnTo>
                  <a:lnTo>
                    <a:pt x="132" y="198"/>
                  </a:lnTo>
                  <a:lnTo>
                    <a:pt x="132" y="202"/>
                  </a:lnTo>
                  <a:lnTo>
                    <a:pt x="128" y="202"/>
                  </a:lnTo>
                  <a:lnTo>
                    <a:pt x="132" y="202"/>
                  </a:lnTo>
                  <a:lnTo>
                    <a:pt x="132" y="206"/>
                  </a:lnTo>
                  <a:lnTo>
                    <a:pt x="128" y="206"/>
                  </a:lnTo>
                  <a:lnTo>
                    <a:pt x="124" y="206"/>
                  </a:lnTo>
                  <a:lnTo>
                    <a:pt x="120" y="210"/>
                  </a:lnTo>
                  <a:lnTo>
                    <a:pt x="124" y="210"/>
                  </a:lnTo>
                  <a:lnTo>
                    <a:pt x="124" y="206"/>
                  </a:lnTo>
                  <a:lnTo>
                    <a:pt x="128" y="206"/>
                  </a:lnTo>
                  <a:lnTo>
                    <a:pt x="128" y="210"/>
                  </a:lnTo>
                  <a:lnTo>
                    <a:pt x="124" y="210"/>
                  </a:lnTo>
                  <a:lnTo>
                    <a:pt x="128" y="210"/>
                  </a:lnTo>
                  <a:lnTo>
                    <a:pt x="132" y="210"/>
                  </a:lnTo>
                  <a:lnTo>
                    <a:pt x="136" y="210"/>
                  </a:lnTo>
                  <a:lnTo>
                    <a:pt x="136" y="212"/>
                  </a:lnTo>
                  <a:lnTo>
                    <a:pt x="136" y="216"/>
                  </a:lnTo>
                  <a:lnTo>
                    <a:pt x="132" y="216"/>
                  </a:lnTo>
                  <a:lnTo>
                    <a:pt x="132" y="220"/>
                  </a:lnTo>
                  <a:lnTo>
                    <a:pt x="128" y="220"/>
                  </a:lnTo>
                  <a:lnTo>
                    <a:pt x="128" y="216"/>
                  </a:lnTo>
                  <a:lnTo>
                    <a:pt x="128" y="220"/>
                  </a:lnTo>
                  <a:lnTo>
                    <a:pt x="124" y="220"/>
                  </a:lnTo>
                  <a:lnTo>
                    <a:pt x="120" y="220"/>
                  </a:lnTo>
                  <a:lnTo>
                    <a:pt x="120" y="224"/>
                  </a:lnTo>
                  <a:lnTo>
                    <a:pt x="116" y="220"/>
                  </a:lnTo>
                  <a:lnTo>
                    <a:pt x="112" y="220"/>
                  </a:lnTo>
                  <a:lnTo>
                    <a:pt x="108" y="220"/>
                  </a:lnTo>
                  <a:lnTo>
                    <a:pt x="106" y="220"/>
                  </a:lnTo>
                  <a:lnTo>
                    <a:pt x="106" y="224"/>
                  </a:lnTo>
                  <a:lnTo>
                    <a:pt x="106" y="220"/>
                  </a:lnTo>
                  <a:lnTo>
                    <a:pt x="102" y="220"/>
                  </a:lnTo>
                  <a:lnTo>
                    <a:pt x="98" y="220"/>
                  </a:lnTo>
                  <a:lnTo>
                    <a:pt x="94" y="224"/>
                  </a:lnTo>
                  <a:lnTo>
                    <a:pt x="90" y="224"/>
                  </a:lnTo>
                  <a:lnTo>
                    <a:pt x="86" y="224"/>
                  </a:lnTo>
                  <a:lnTo>
                    <a:pt x="90" y="224"/>
                  </a:lnTo>
                  <a:lnTo>
                    <a:pt x="86" y="224"/>
                  </a:lnTo>
                  <a:lnTo>
                    <a:pt x="82" y="224"/>
                  </a:lnTo>
                  <a:lnTo>
                    <a:pt x="82" y="228"/>
                  </a:lnTo>
                  <a:lnTo>
                    <a:pt x="82" y="224"/>
                  </a:lnTo>
                  <a:lnTo>
                    <a:pt x="80" y="224"/>
                  </a:lnTo>
                  <a:lnTo>
                    <a:pt x="76" y="224"/>
                  </a:lnTo>
                  <a:lnTo>
                    <a:pt x="72" y="224"/>
                  </a:lnTo>
                  <a:lnTo>
                    <a:pt x="68" y="224"/>
                  </a:lnTo>
                  <a:lnTo>
                    <a:pt x="68" y="228"/>
                  </a:lnTo>
                  <a:lnTo>
                    <a:pt x="64" y="232"/>
                  </a:lnTo>
                  <a:lnTo>
                    <a:pt x="64" y="236"/>
                  </a:lnTo>
                  <a:lnTo>
                    <a:pt x="60" y="232"/>
                  </a:lnTo>
                  <a:lnTo>
                    <a:pt x="56" y="232"/>
                  </a:lnTo>
                  <a:lnTo>
                    <a:pt x="52" y="232"/>
                  </a:lnTo>
                  <a:lnTo>
                    <a:pt x="50" y="232"/>
                  </a:lnTo>
                  <a:lnTo>
                    <a:pt x="46" y="236"/>
                  </a:lnTo>
                  <a:lnTo>
                    <a:pt x="46" y="240"/>
                  </a:lnTo>
                  <a:lnTo>
                    <a:pt x="42" y="240"/>
                  </a:lnTo>
                  <a:lnTo>
                    <a:pt x="42" y="236"/>
                  </a:lnTo>
                  <a:lnTo>
                    <a:pt x="38" y="236"/>
                  </a:lnTo>
                  <a:lnTo>
                    <a:pt x="38" y="240"/>
                  </a:lnTo>
                  <a:lnTo>
                    <a:pt x="34" y="240"/>
                  </a:lnTo>
                  <a:lnTo>
                    <a:pt x="34" y="236"/>
                  </a:lnTo>
                  <a:lnTo>
                    <a:pt x="38" y="236"/>
                  </a:lnTo>
                  <a:lnTo>
                    <a:pt x="42" y="232"/>
                  </a:lnTo>
                  <a:lnTo>
                    <a:pt x="46" y="228"/>
                  </a:lnTo>
                  <a:lnTo>
                    <a:pt x="46" y="224"/>
                  </a:lnTo>
                  <a:lnTo>
                    <a:pt x="50" y="224"/>
                  </a:lnTo>
                  <a:lnTo>
                    <a:pt x="52" y="220"/>
                  </a:lnTo>
                  <a:lnTo>
                    <a:pt x="52" y="216"/>
                  </a:lnTo>
                  <a:lnTo>
                    <a:pt x="56" y="216"/>
                  </a:lnTo>
                  <a:lnTo>
                    <a:pt x="56" y="212"/>
                  </a:lnTo>
                  <a:lnTo>
                    <a:pt x="60" y="212"/>
                  </a:lnTo>
                  <a:lnTo>
                    <a:pt x="64" y="212"/>
                  </a:lnTo>
                  <a:lnTo>
                    <a:pt x="68" y="212"/>
                  </a:lnTo>
                  <a:lnTo>
                    <a:pt x="76" y="212"/>
                  </a:lnTo>
                  <a:lnTo>
                    <a:pt x="76" y="210"/>
                  </a:lnTo>
                  <a:lnTo>
                    <a:pt x="76" y="206"/>
                  </a:lnTo>
                  <a:lnTo>
                    <a:pt x="80" y="206"/>
                  </a:lnTo>
                  <a:lnTo>
                    <a:pt x="80" y="202"/>
                  </a:lnTo>
                  <a:lnTo>
                    <a:pt x="82" y="202"/>
                  </a:lnTo>
                  <a:lnTo>
                    <a:pt x="80" y="202"/>
                  </a:lnTo>
                  <a:lnTo>
                    <a:pt x="80" y="206"/>
                  </a:lnTo>
                  <a:lnTo>
                    <a:pt x="76" y="206"/>
                  </a:lnTo>
                  <a:lnTo>
                    <a:pt x="72" y="206"/>
                  </a:lnTo>
                  <a:lnTo>
                    <a:pt x="72" y="210"/>
                  </a:lnTo>
                  <a:lnTo>
                    <a:pt x="68" y="210"/>
                  </a:lnTo>
                  <a:lnTo>
                    <a:pt x="64" y="210"/>
                  </a:lnTo>
                  <a:lnTo>
                    <a:pt x="64" y="206"/>
                  </a:lnTo>
                  <a:lnTo>
                    <a:pt x="60" y="206"/>
                  </a:lnTo>
                  <a:lnTo>
                    <a:pt x="56" y="206"/>
                  </a:lnTo>
                  <a:lnTo>
                    <a:pt x="60" y="202"/>
                  </a:lnTo>
                  <a:lnTo>
                    <a:pt x="56" y="202"/>
                  </a:lnTo>
                  <a:lnTo>
                    <a:pt x="52" y="202"/>
                  </a:lnTo>
                  <a:lnTo>
                    <a:pt x="50" y="202"/>
                  </a:lnTo>
                  <a:lnTo>
                    <a:pt x="50" y="206"/>
                  </a:lnTo>
                  <a:lnTo>
                    <a:pt x="50" y="202"/>
                  </a:lnTo>
                  <a:lnTo>
                    <a:pt x="50" y="206"/>
                  </a:lnTo>
                  <a:lnTo>
                    <a:pt x="46" y="206"/>
                  </a:lnTo>
                  <a:lnTo>
                    <a:pt x="46" y="202"/>
                  </a:lnTo>
                  <a:lnTo>
                    <a:pt x="50" y="202"/>
                  </a:lnTo>
                  <a:lnTo>
                    <a:pt x="46" y="202"/>
                  </a:lnTo>
                  <a:lnTo>
                    <a:pt x="42" y="202"/>
                  </a:lnTo>
                  <a:lnTo>
                    <a:pt x="46" y="202"/>
                  </a:lnTo>
                  <a:lnTo>
                    <a:pt x="46" y="198"/>
                  </a:lnTo>
                  <a:lnTo>
                    <a:pt x="42" y="198"/>
                  </a:lnTo>
                  <a:lnTo>
                    <a:pt x="46" y="198"/>
                  </a:lnTo>
                  <a:lnTo>
                    <a:pt x="50" y="194"/>
                  </a:lnTo>
                  <a:lnTo>
                    <a:pt x="52" y="194"/>
                  </a:lnTo>
                  <a:lnTo>
                    <a:pt x="56" y="190"/>
                  </a:lnTo>
                  <a:lnTo>
                    <a:pt x="56" y="186"/>
                  </a:lnTo>
                  <a:lnTo>
                    <a:pt x="60" y="186"/>
                  </a:lnTo>
                  <a:lnTo>
                    <a:pt x="60" y="182"/>
                  </a:lnTo>
                  <a:lnTo>
                    <a:pt x="56" y="182"/>
                  </a:lnTo>
                  <a:lnTo>
                    <a:pt x="60" y="180"/>
                  </a:lnTo>
                  <a:lnTo>
                    <a:pt x="56" y="180"/>
                  </a:lnTo>
                  <a:lnTo>
                    <a:pt x="56" y="176"/>
                  </a:lnTo>
                  <a:lnTo>
                    <a:pt x="52" y="176"/>
                  </a:lnTo>
                  <a:lnTo>
                    <a:pt x="52" y="180"/>
                  </a:lnTo>
                  <a:lnTo>
                    <a:pt x="50" y="180"/>
                  </a:lnTo>
                  <a:lnTo>
                    <a:pt x="50" y="176"/>
                  </a:lnTo>
                  <a:lnTo>
                    <a:pt x="52" y="176"/>
                  </a:lnTo>
                  <a:lnTo>
                    <a:pt x="56" y="172"/>
                  </a:lnTo>
                  <a:lnTo>
                    <a:pt x="56" y="168"/>
                  </a:lnTo>
                  <a:lnTo>
                    <a:pt x="60" y="168"/>
                  </a:lnTo>
                  <a:lnTo>
                    <a:pt x="64" y="168"/>
                  </a:lnTo>
                  <a:lnTo>
                    <a:pt x="68" y="168"/>
                  </a:lnTo>
                  <a:lnTo>
                    <a:pt x="72" y="168"/>
                  </a:lnTo>
                  <a:lnTo>
                    <a:pt x="72" y="164"/>
                  </a:lnTo>
                  <a:lnTo>
                    <a:pt x="76" y="168"/>
                  </a:lnTo>
                  <a:lnTo>
                    <a:pt x="80" y="168"/>
                  </a:lnTo>
                  <a:lnTo>
                    <a:pt x="76" y="168"/>
                  </a:lnTo>
                  <a:lnTo>
                    <a:pt x="76" y="164"/>
                  </a:lnTo>
                  <a:lnTo>
                    <a:pt x="72" y="164"/>
                  </a:lnTo>
                  <a:lnTo>
                    <a:pt x="72" y="160"/>
                  </a:lnTo>
                  <a:lnTo>
                    <a:pt x="76" y="160"/>
                  </a:lnTo>
                  <a:lnTo>
                    <a:pt x="72" y="156"/>
                  </a:lnTo>
                  <a:lnTo>
                    <a:pt x="76" y="152"/>
                  </a:lnTo>
                  <a:lnTo>
                    <a:pt x="76" y="150"/>
                  </a:lnTo>
                  <a:lnTo>
                    <a:pt x="72" y="152"/>
                  </a:lnTo>
                  <a:lnTo>
                    <a:pt x="72" y="150"/>
                  </a:lnTo>
                  <a:lnTo>
                    <a:pt x="68" y="150"/>
                  </a:lnTo>
                  <a:lnTo>
                    <a:pt x="68" y="146"/>
                  </a:lnTo>
                  <a:lnTo>
                    <a:pt x="68" y="142"/>
                  </a:lnTo>
                  <a:lnTo>
                    <a:pt x="64" y="142"/>
                  </a:lnTo>
                  <a:lnTo>
                    <a:pt x="64" y="138"/>
                  </a:lnTo>
                  <a:lnTo>
                    <a:pt x="68" y="134"/>
                  </a:lnTo>
                  <a:lnTo>
                    <a:pt x="72" y="134"/>
                  </a:lnTo>
                  <a:lnTo>
                    <a:pt x="76" y="134"/>
                  </a:lnTo>
                  <a:lnTo>
                    <a:pt x="76" y="130"/>
                  </a:lnTo>
                  <a:lnTo>
                    <a:pt x="72" y="130"/>
                  </a:lnTo>
                  <a:lnTo>
                    <a:pt x="68" y="130"/>
                  </a:lnTo>
                  <a:lnTo>
                    <a:pt x="64" y="130"/>
                  </a:lnTo>
                  <a:lnTo>
                    <a:pt x="64" y="134"/>
                  </a:lnTo>
                  <a:lnTo>
                    <a:pt x="60" y="134"/>
                  </a:lnTo>
                  <a:lnTo>
                    <a:pt x="60" y="138"/>
                  </a:lnTo>
                  <a:lnTo>
                    <a:pt x="56" y="138"/>
                  </a:lnTo>
                  <a:lnTo>
                    <a:pt x="52" y="134"/>
                  </a:lnTo>
                  <a:lnTo>
                    <a:pt x="52" y="138"/>
                  </a:lnTo>
                  <a:lnTo>
                    <a:pt x="56" y="138"/>
                  </a:lnTo>
                  <a:lnTo>
                    <a:pt x="52" y="138"/>
                  </a:lnTo>
                  <a:lnTo>
                    <a:pt x="50" y="134"/>
                  </a:lnTo>
                  <a:lnTo>
                    <a:pt x="46" y="134"/>
                  </a:lnTo>
                  <a:lnTo>
                    <a:pt x="46" y="138"/>
                  </a:lnTo>
                  <a:lnTo>
                    <a:pt x="50" y="138"/>
                  </a:lnTo>
                  <a:lnTo>
                    <a:pt x="50" y="138"/>
                  </a:lnTo>
                  <a:lnTo>
                    <a:pt x="50" y="138"/>
                  </a:lnTo>
                  <a:close/>
                  <a:moveTo>
                    <a:pt x="22" y="66"/>
                  </a:moveTo>
                  <a:lnTo>
                    <a:pt x="22" y="62"/>
                  </a:lnTo>
                  <a:lnTo>
                    <a:pt x="20" y="66"/>
                  </a:lnTo>
                  <a:lnTo>
                    <a:pt x="22" y="66"/>
                  </a:lnTo>
                  <a:lnTo>
                    <a:pt x="20" y="70"/>
                  </a:lnTo>
                  <a:lnTo>
                    <a:pt x="16" y="70"/>
                  </a:lnTo>
                  <a:lnTo>
                    <a:pt x="20" y="66"/>
                  </a:lnTo>
                  <a:lnTo>
                    <a:pt x="16" y="66"/>
                  </a:lnTo>
                  <a:lnTo>
                    <a:pt x="16" y="62"/>
                  </a:lnTo>
                  <a:lnTo>
                    <a:pt x="16" y="60"/>
                  </a:lnTo>
                  <a:lnTo>
                    <a:pt x="20" y="60"/>
                  </a:lnTo>
                  <a:lnTo>
                    <a:pt x="20" y="62"/>
                  </a:lnTo>
                  <a:lnTo>
                    <a:pt x="20" y="60"/>
                  </a:lnTo>
                  <a:lnTo>
                    <a:pt x="22" y="56"/>
                  </a:lnTo>
                  <a:lnTo>
                    <a:pt x="26" y="56"/>
                  </a:lnTo>
                  <a:lnTo>
                    <a:pt x="26" y="52"/>
                  </a:lnTo>
                  <a:lnTo>
                    <a:pt x="26" y="56"/>
                  </a:lnTo>
                  <a:lnTo>
                    <a:pt x="30" y="56"/>
                  </a:lnTo>
                  <a:lnTo>
                    <a:pt x="26" y="56"/>
                  </a:lnTo>
                  <a:lnTo>
                    <a:pt x="26" y="60"/>
                  </a:lnTo>
                  <a:lnTo>
                    <a:pt x="30" y="60"/>
                  </a:lnTo>
                  <a:lnTo>
                    <a:pt x="26" y="60"/>
                  </a:lnTo>
                  <a:lnTo>
                    <a:pt x="26" y="62"/>
                  </a:lnTo>
                  <a:lnTo>
                    <a:pt x="22" y="62"/>
                  </a:lnTo>
                  <a:lnTo>
                    <a:pt x="26" y="62"/>
                  </a:lnTo>
                  <a:lnTo>
                    <a:pt x="22" y="66"/>
                  </a:lnTo>
                  <a:lnTo>
                    <a:pt x="22" y="66"/>
                  </a:lnTo>
                  <a:lnTo>
                    <a:pt x="22" y="66"/>
                  </a:lnTo>
                  <a:close/>
                  <a:moveTo>
                    <a:pt x="16" y="74"/>
                  </a:moveTo>
                  <a:lnTo>
                    <a:pt x="12" y="74"/>
                  </a:lnTo>
                  <a:lnTo>
                    <a:pt x="8" y="74"/>
                  </a:lnTo>
                  <a:lnTo>
                    <a:pt x="12" y="74"/>
                  </a:lnTo>
                  <a:lnTo>
                    <a:pt x="16" y="70"/>
                  </a:lnTo>
                  <a:lnTo>
                    <a:pt x="16" y="74"/>
                  </a:lnTo>
                  <a:lnTo>
                    <a:pt x="16" y="74"/>
                  </a:lnTo>
                  <a:lnTo>
                    <a:pt x="16" y="74"/>
                  </a:lnTo>
                  <a:close/>
                  <a:moveTo>
                    <a:pt x="34" y="86"/>
                  </a:moveTo>
                  <a:lnTo>
                    <a:pt x="30" y="86"/>
                  </a:lnTo>
                  <a:lnTo>
                    <a:pt x="30" y="82"/>
                  </a:lnTo>
                  <a:lnTo>
                    <a:pt x="30" y="86"/>
                  </a:lnTo>
                  <a:lnTo>
                    <a:pt x="30" y="82"/>
                  </a:lnTo>
                  <a:lnTo>
                    <a:pt x="26" y="86"/>
                  </a:lnTo>
                  <a:lnTo>
                    <a:pt x="26" y="82"/>
                  </a:lnTo>
                  <a:lnTo>
                    <a:pt x="22" y="82"/>
                  </a:lnTo>
                  <a:lnTo>
                    <a:pt x="26" y="82"/>
                  </a:lnTo>
                  <a:lnTo>
                    <a:pt x="22" y="78"/>
                  </a:lnTo>
                  <a:lnTo>
                    <a:pt x="22" y="82"/>
                  </a:lnTo>
                  <a:lnTo>
                    <a:pt x="22" y="78"/>
                  </a:lnTo>
                  <a:lnTo>
                    <a:pt x="20" y="78"/>
                  </a:lnTo>
                  <a:lnTo>
                    <a:pt x="22" y="74"/>
                  </a:lnTo>
                  <a:lnTo>
                    <a:pt x="26" y="74"/>
                  </a:lnTo>
                  <a:lnTo>
                    <a:pt x="26" y="70"/>
                  </a:lnTo>
                  <a:lnTo>
                    <a:pt x="30" y="74"/>
                  </a:lnTo>
                  <a:lnTo>
                    <a:pt x="30" y="78"/>
                  </a:lnTo>
                  <a:lnTo>
                    <a:pt x="30" y="82"/>
                  </a:lnTo>
                  <a:lnTo>
                    <a:pt x="34" y="82"/>
                  </a:lnTo>
                  <a:lnTo>
                    <a:pt x="38" y="82"/>
                  </a:lnTo>
                  <a:lnTo>
                    <a:pt x="34" y="86"/>
                  </a:lnTo>
                  <a:lnTo>
                    <a:pt x="34" y="86"/>
                  </a:lnTo>
                  <a:lnTo>
                    <a:pt x="34" y="86"/>
                  </a:lnTo>
                  <a:close/>
                  <a:moveTo>
                    <a:pt x="30" y="82"/>
                  </a:moveTo>
                  <a:lnTo>
                    <a:pt x="30" y="78"/>
                  </a:lnTo>
                  <a:lnTo>
                    <a:pt x="30" y="74"/>
                  </a:lnTo>
                  <a:lnTo>
                    <a:pt x="30" y="78"/>
                  </a:lnTo>
                  <a:lnTo>
                    <a:pt x="30" y="82"/>
                  </a:lnTo>
                  <a:lnTo>
                    <a:pt x="30" y="82"/>
                  </a:lnTo>
                  <a:lnTo>
                    <a:pt x="30" y="82"/>
                  </a:lnTo>
                  <a:close/>
                  <a:moveTo>
                    <a:pt x="12" y="78"/>
                  </a:moveTo>
                  <a:lnTo>
                    <a:pt x="16" y="78"/>
                  </a:lnTo>
                  <a:lnTo>
                    <a:pt x="12" y="78"/>
                  </a:lnTo>
                  <a:lnTo>
                    <a:pt x="12" y="78"/>
                  </a:lnTo>
                  <a:lnTo>
                    <a:pt x="12" y="78"/>
                  </a:lnTo>
                  <a:close/>
                  <a:moveTo>
                    <a:pt x="16" y="86"/>
                  </a:moveTo>
                  <a:lnTo>
                    <a:pt x="12" y="86"/>
                  </a:lnTo>
                  <a:lnTo>
                    <a:pt x="12" y="82"/>
                  </a:lnTo>
                  <a:lnTo>
                    <a:pt x="12" y="78"/>
                  </a:lnTo>
                  <a:lnTo>
                    <a:pt x="16" y="78"/>
                  </a:lnTo>
                  <a:lnTo>
                    <a:pt x="16" y="82"/>
                  </a:lnTo>
                  <a:lnTo>
                    <a:pt x="12" y="82"/>
                  </a:lnTo>
                  <a:lnTo>
                    <a:pt x="12" y="78"/>
                  </a:lnTo>
                  <a:lnTo>
                    <a:pt x="12" y="82"/>
                  </a:lnTo>
                  <a:lnTo>
                    <a:pt x="12" y="86"/>
                  </a:lnTo>
                  <a:lnTo>
                    <a:pt x="16" y="86"/>
                  </a:lnTo>
                  <a:lnTo>
                    <a:pt x="16" y="86"/>
                  </a:lnTo>
                  <a:lnTo>
                    <a:pt x="16" y="86"/>
                  </a:lnTo>
                  <a:close/>
                  <a:moveTo>
                    <a:pt x="12" y="90"/>
                  </a:moveTo>
                  <a:lnTo>
                    <a:pt x="8" y="90"/>
                  </a:lnTo>
                  <a:lnTo>
                    <a:pt x="12" y="86"/>
                  </a:lnTo>
                  <a:lnTo>
                    <a:pt x="12" y="90"/>
                  </a:lnTo>
                  <a:lnTo>
                    <a:pt x="12" y="90"/>
                  </a:lnTo>
                  <a:lnTo>
                    <a:pt x="12" y="90"/>
                  </a:lnTo>
                  <a:close/>
                  <a:moveTo>
                    <a:pt x="26" y="90"/>
                  </a:moveTo>
                  <a:lnTo>
                    <a:pt x="26" y="86"/>
                  </a:lnTo>
                  <a:lnTo>
                    <a:pt x="26" y="90"/>
                  </a:lnTo>
                  <a:lnTo>
                    <a:pt x="26" y="90"/>
                  </a:lnTo>
                  <a:lnTo>
                    <a:pt x="26" y="90"/>
                  </a:lnTo>
                  <a:close/>
                  <a:moveTo>
                    <a:pt x="22" y="96"/>
                  </a:moveTo>
                  <a:lnTo>
                    <a:pt x="22" y="92"/>
                  </a:lnTo>
                  <a:lnTo>
                    <a:pt x="26" y="92"/>
                  </a:lnTo>
                  <a:lnTo>
                    <a:pt x="22" y="96"/>
                  </a:lnTo>
                  <a:lnTo>
                    <a:pt x="22" y="96"/>
                  </a:lnTo>
                  <a:lnTo>
                    <a:pt x="22" y="96"/>
                  </a:lnTo>
                  <a:close/>
                  <a:moveTo>
                    <a:pt x="30" y="96"/>
                  </a:moveTo>
                  <a:lnTo>
                    <a:pt x="34" y="96"/>
                  </a:lnTo>
                  <a:lnTo>
                    <a:pt x="34" y="100"/>
                  </a:lnTo>
                  <a:lnTo>
                    <a:pt x="38" y="100"/>
                  </a:lnTo>
                  <a:lnTo>
                    <a:pt x="34" y="100"/>
                  </a:lnTo>
                  <a:lnTo>
                    <a:pt x="34" y="104"/>
                  </a:lnTo>
                  <a:lnTo>
                    <a:pt x="34" y="100"/>
                  </a:lnTo>
                  <a:lnTo>
                    <a:pt x="30" y="104"/>
                  </a:lnTo>
                  <a:lnTo>
                    <a:pt x="26" y="104"/>
                  </a:lnTo>
                  <a:lnTo>
                    <a:pt x="26" y="100"/>
                  </a:lnTo>
                  <a:lnTo>
                    <a:pt x="26" y="104"/>
                  </a:lnTo>
                  <a:lnTo>
                    <a:pt x="30" y="100"/>
                  </a:lnTo>
                  <a:lnTo>
                    <a:pt x="26" y="100"/>
                  </a:lnTo>
                  <a:lnTo>
                    <a:pt x="30" y="100"/>
                  </a:lnTo>
                  <a:lnTo>
                    <a:pt x="30" y="96"/>
                  </a:lnTo>
                  <a:lnTo>
                    <a:pt x="30" y="100"/>
                  </a:lnTo>
                  <a:lnTo>
                    <a:pt x="26" y="96"/>
                  </a:lnTo>
                  <a:lnTo>
                    <a:pt x="30" y="96"/>
                  </a:lnTo>
                  <a:lnTo>
                    <a:pt x="30" y="96"/>
                  </a:lnTo>
                  <a:lnTo>
                    <a:pt x="30" y="96"/>
                  </a:lnTo>
                  <a:close/>
                  <a:moveTo>
                    <a:pt x="20" y="100"/>
                  </a:moveTo>
                  <a:lnTo>
                    <a:pt x="16" y="96"/>
                  </a:lnTo>
                  <a:lnTo>
                    <a:pt x="20" y="96"/>
                  </a:lnTo>
                  <a:lnTo>
                    <a:pt x="20" y="100"/>
                  </a:lnTo>
                  <a:lnTo>
                    <a:pt x="20" y="100"/>
                  </a:lnTo>
                  <a:lnTo>
                    <a:pt x="20" y="100"/>
                  </a:lnTo>
                  <a:close/>
                  <a:moveTo>
                    <a:pt x="30" y="116"/>
                  </a:moveTo>
                  <a:lnTo>
                    <a:pt x="30" y="112"/>
                  </a:lnTo>
                  <a:lnTo>
                    <a:pt x="30" y="108"/>
                  </a:lnTo>
                  <a:lnTo>
                    <a:pt x="34" y="108"/>
                  </a:lnTo>
                  <a:lnTo>
                    <a:pt x="34" y="112"/>
                  </a:lnTo>
                  <a:lnTo>
                    <a:pt x="30" y="112"/>
                  </a:lnTo>
                  <a:lnTo>
                    <a:pt x="30" y="116"/>
                  </a:lnTo>
                  <a:lnTo>
                    <a:pt x="30" y="116"/>
                  </a:lnTo>
                  <a:lnTo>
                    <a:pt x="30" y="116"/>
                  </a:lnTo>
                  <a:close/>
                  <a:moveTo>
                    <a:pt x="26" y="120"/>
                  </a:moveTo>
                  <a:lnTo>
                    <a:pt x="26" y="116"/>
                  </a:lnTo>
                  <a:lnTo>
                    <a:pt x="22" y="116"/>
                  </a:lnTo>
                  <a:lnTo>
                    <a:pt x="26" y="112"/>
                  </a:lnTo>
                  <a:lnTo>
                    <a:pt x="30" y="112"/>
                  </a:lnTo>
                  <a:lnTo>
                    <a:pt x="30" y="116"/>
                  </a:lnTo>
                  <a:lnTo>
                    <a:pt x="26" y="120"/>
                  </a:lnTo>
                  <a:lnTo>
                    <a:pt x="26" y="120"/>
                  </a:lnTo>
                  <a:lnTo>
                    <a:pt x="26" y="120"/>
                  </a:lnTo>
                  <a:close/>
                  <a:moveTo>
                    <a:pt x="46" y="116"/>
                  </a:moveTo>
                  <a:lnTo>
                    <a:pt x="42" y="112"/>
                  </a:lnTo>
                  <a:lnTo>
                    <a:pt x="46" y="112"/>
                  </a:lnTo>
                  <a:lnTo>
                    <a:pt x="46" y="116"/>
                  </a:lnTo>
                  <a:lnTo>
                    <a:pt x="46" y="116"/>
                  </a:lnTo>
                  <a:lnTo>
                    <a:pt x="46" y="116"/>
                  </a:lnTo>
                  <a:close/>
                  <a:moveTo>
                    <a:pt x="42" y="122"/>
                  </a:moveTo>
                  <a:lnTo>
                    <a:pt x="42" y="120"/>
                  </a:lnTo>
                  <a:lnTo>
                    <a:pt x="42" y="116"/>
                  </a:lnTo>
                  <a:lnTo>
                    <a:pt x="46" y="120"/>
                  </a:lnTo>
                  <a:lnTo>
                    <a:pt x="46" y="122"/>
                  </a:lnTo>
                  <a:lnTo>
                    <a:pt x="42" y="122"/>
                  </a:lnTo>
                  <a:lnTo>
                    <a:pt x="42" y="122"/>
                  </a:lnTo>
                  <a:lnTo>
                    <a:pt x="42" y="122"/>
                  </a:lnTo>
                  <a:close/>
                  <a:moveTo>
                    <a:pt x="22" y="152"/>
                  </a:moveTo>
                  <a:lnTo>
                    <a:pt x="20" y="150"/>
                  </a:lnTo>
                  <a:lnTo>
                    <a:pt x="20" y="146"/>
                  </a:lnTo>
                  <a:lnTo>
                    <a:pt x="16" y="146"/>
                  </a:lnTo>
                  <a:lnTo>
                    <a:pt x="16" y="150"/>
                  </a:lnTo>
                  <a:lnTo>
                    <a:pt x="12" y="150"/>
                  </a:lnTo>
                  <a:lnTo>
                    <a:pt x="8" y="150"/>
                  </a:lnTo>
                  <a:lnTo>
                    <a:pt x="4" y="150"/>
                  </a:lnTo>
                  <a:lnTo>
                    <a:pt x="4" y="146"/>
                  </a:lnTo>
                  <a:lnTo>
                    <a:pt x="0" y="146"/>
                  </a:lnTo>
                  <a:lnTo>
                    <a:pt x="0" y="142"/>
                  </a:lnTo>
                  <a:lnTo>
                    <a:pt x="4" y="142"/>
                  </a:lnTo>
                  <a:lnTo>
                    <a:pt x="8" y="142"/>
                  </a:lnTo>
                  <a:lnTo>
                    <a:pt x="4" y="138"/>
                  </a:lnTo>
                  <a:lnTo>
                    <a:pt x="8" y="138"/>
                  </a:lnTo>
                  <a:lnTo>
                    <a:pt x="12" y="134"/>
                  </a:lnTo>
                  <a:lnTo>
                    <a:pt x="12" y="130"/>
                  </a:lnTo>
                  <a:lnTo>
                    <a:pt x="16" y="130"/>
                  </a:lnTo>
                  <a:lnTo>
                    <a:pt x="20" y="126"/>
                  </a:lnTo>
                  <a:lnTo>
                    <a:pt x="22" y="126"/>
                  </a:lnTo>
                  <a:lnTo>
                    <a:pt x="26" y="126"/>
                  </a:lnTo>
                  <a:lnTo>
                    <a:pt x="30" y="126"/>
                  </a:lnTo>
                  <a:lnTo>
                    <a:pt x="30" y="130"/>
                  </a:lnTo>
                  <a:lnTo>
                    <a:pt x="34" y="134"/>
                  </a:lnTo>
                  <a:lnTo>
                    <a:pt x="34" y="138"/>
                  </a:lnTo>
                  <a:lnTo>
                    <a:pt x="34" y="142"/>
                  </a:lnTo>
                  <a:lnTo>
                    <a:pt x="34" y="138"/>
                  </a:lnTo>
                  <a:lnTo>
                    <a:pt x="38" y="138"/>
                  </a:lnTo>
                  <a:lnTo>
                    <a:pt x="38" y="142"/>
                  </a:lnTo>
                  <a:lnTo>
                    <a:pt x="38" y="146"/>
                  </a:lnTo>
                  <a:lnTo>
                    <a:pt x="38" y="142"/>
                  </a:lnTo>
                  <a:lnTo>
                    <a:pt x="34" y="142"/>
                  </a:lnTo>
                  <a:lnTo>
                    <a:pt x="38" y="142"/>
                  </a:lnTo>
                  <a:lnTo>
                    <a:pt x="38" y="146"/>
                  </a:lnTo>
                  <a:lnTo>
                    <a:pt x="38" y="150"/>
                  </a:lnTo>
                  <a:lnTo>
                    <a:pt x="34" y="150"/>
                  </a:lnTo>
                  <a:lnTo>
                    <a:pt x="34" y="152"/>
                  </a:lnTo>
                  <a:lnTo>
                    <a:pt x="30" y="152"/>
                  </a:lnTo>
                  <a:lnTo>
                    <a:pt x="26" y="150"/>
                  </a:lnTo>
                  <a:lnTo>
                    <a:pt x="26" y="152"/>
                  </a:lnTo>
                  <a:lnTo>
                    <a:pt x="22" y="152"/>
                  </a:lnTo>
                  <a:lnTo>
                    <a:pt x="22" y="152"/>
                  </a:lnTo>
                  <a:lnTo>
                    <a:pt x="22" y="152"/>
                  </a:lnTo>
                  <a:close/>
                  <a:moveTo>
                    <a:pt x="52" y="172"/>
                  </a:moveTo>
                  <a:lnTo>
                    <a:pt x="52" y="168"/>
                  </a:lnTo>
                  <a:lnTo>
                    <a:pt x="52" y="164"/>
                  </a:lnTo>
                  <a:lnTo>
                    <a:pt x="56" y="164"/>
                  </a:lnTo>
                  <a:lnTo>
                    <a:pt x="56" y="168"/>
                  </a:lnTo>
                  <a:lnTo>
                    <a:pt x="60" y="168"/>
                  </a:lnTo>
                  <a:lnTo>
                    <a:pt x="56" y="168"/>
                  </a:lnTo>
                  <a:lnTo>
                    <a:pt x="56" y="172"/>
                  </a:lnTo>
                  <a:lnTo>
                    <a:pt x="52" y="172"/>
                  </a:lnTo>
                  <a:lnTo>
                    <a:pt x="52" y="172"/>
                  </a:lnTo>
                  <a:lnTo>
                    <a:pt x="52" y="172"/>
                  </a:lnTo>
                  <a:close/>
                  <a:moveTo>
                    <a:pt x="128" y="210"/>
                  </a:moveTo>
                  <a:lnTo>
                    <a:pt x="132" y="210"/>
                  </a:lnTo>
                  <a:lnTo>
                    <a:pt x="128" y="210"/>
                  </a:lnTo>
                  <a:lnTo>
                    <a:pt x="128" y="210"/>
                  </a:lnTo>
                  <a:lnTo>
                    <a:pt x="128" y="210"/>
                  </a:lnTo>
                  <a:close/>
                  <a:moveTo>
                    <a:pt x="98" y="224"/>
                  </a:moveTo>
                  <a:lnTo>
                    <a:pt x="94" y="224"/>
                  </a:lnTo>
                  <a:lnTo>
                    <a:pt x="98" y="220"/>
                  </a:lnTo>
                  <a:lnTo>
                    <a:pt x="102" y="224"/>
                  </a:lnTo>
                  <a:lnTo>
                    <a:pt x="98" y="224"/>
                  </a:lnTo>
                  <a:lnTo>
                    <a:pt x="98" y="224"/>
                  </a:lnTo>
                  <a:lnTo>
                    <a:pt x="98" y="2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2" name="Freeform 127"/>
            <p:cNvSpPr>
              <a:spLocks noChangeAspect="1"/>
            </p:cNvSpPr>
            <p:nvPr/>
          </p:nvSpPr>
          <p:spPr bwMode="gray">
            <a:xfrm>
              <a:off x="4584276" y="3375270"/>
              <a:ext cx="507865" cy="577433"/>
            </a:xfrm>
            <a:custGeom>
              <a:avLst/>
              <a:gdLst>
                <a:gd name="T0" fmla="*/ 202 w 292"/>
                <a:gd name="T1" fmla="*/ 10 h 332"/>
                <a:gd name="T2" fmla="*/ 214 w 292"/>
                <a:gd name="T3" fmla="*/ 4 h 332"/>
                <a:gd name="T4" fmla="*/ 224 w 292"/>
                <a:gd name="T5" fmla="*/ 4 h 332"/>
                <a:gd name="T6" fmla="*/ 228 w 292"/>
                <a:gd name="T7" fmla="*/ 4 h 332"/>
                <a:gd name="T8" fmla="*/ 236 w 292"/>
                <a:gd name="T9" fmla="*/ 8 h 332"/>
                <a:gd name="T10" fmla="*/ 246 w 292"/>
                <a:gd name="T11" fmla="*/ 8 h 332"/>
                <a:gd name="T12" fmla="*/ 240 w 292"/>
                <a:gd name="T13" fmla="*/ 10 h 332"/>
                <a:gd name="T14" fmla="*/ 244 w 292"/>
                <a:gd name="T15" fmla="*/ 26 h 332"/>
                <a:gd name="T16" fmla="*/ 240 w 292"/>
                <a:gd name="T17" fmla="*/ 44 h 332"/>
                <a:gd name="T18" fmla="*/ 232 w 292"/>
                <a:gd name="T19" fmla="*/ 56 h 332"/>
                <a:gd name="T20" fmla="*/ 232 w 292"/>
                <a:gd name="T21" fmla="*/ 66 h 332"/>
                <a:gd name="T22" fmla="*/ 240 w 292"/>
                <a:gd name="T23" fmla="*/ 78 h 332"/>
                <a:gd name="T24" fmla="*/ 246 w 292"/>
                <a:gd name="T25" fmla="*/ 90 h 332"/>
                <a:gd name="T26" fmla="*/ 254 w 292"/>
                <a:gd name="T27" fmla="*/ 112 h 332"/>
                <a:gd name="T28" fmla="*/ 258 w 292"/>
                <a:gd name="T29" fmla="*/ 130 h 332"/>
                <a:gd name="T30" fmla="*/ 262 w 292"/>
                <a:gd name="T31" fmla="*/ 142 h 332"/>
                <a:gd name="T32" fmla="*/ 262 w 292"/>
                <a:gd name="T33" fmla="*/ 160 h 332"/>
                <a:gd name="T34" fmla="*/ 262 w 292"/>
                <a:gd name="T35" fmla="*/ 180 h 332"/>
                <a:gd name="T36" fmla="*/ 266 w 292"/>
                <a:gd name="T37" fmla="*/ 194 h 332"/>
                <a:gd name="T38" fmla="*/ 266 w 292"/>
                <a:gd name="T39" fmla="*/ 216 h 332"/>
                <a:gd name="T40" fmla="*/ 270 w 292"/>
                <a:gd name="T41" fmla="*/ 232 h 332"/>
                <a:gd name="T42" fmla="*/ 284 w 292"/>
                <a:gd name="T43" fmla="*/ 236 h 332"/>
                <a:gd name="T44" fmla="*/ 288 w 292"/>
                <a:gd name="T45" fmla="*/ 254 h 332"/>
                <a:gd name="T46" fmla="*/ 270 w 292"/>
                <a:gd name="T47" fmla="*/ 270 h 332"/>
                <a:gd name="T48" fmla="*/ 246 w 292"/>
                <a:gd name="T49" fmla="*/ 284 h 332"/>
                <a:gd name="T50" fmla="*/ 228 w 292"/>
                <a:gd name="T51" fmla="*/ 300 h 332"/>
                <a:gd name="T52" fmla="*/ 210 w 292"/>
                <a:gd name="T53" fmla="*/ 320 h 332"/>
                <a:gd name="T54" fmla="*/ 188 w 292"/>
                <a:gd name="T55" fmla="*/ 328 h 332"/>
                <a:gd name="T56" fmla="*/ 170 w 292"/>
                <a:gd name="T57" fmla="*/ 328 h 332"/>
                <a:gd name="T58" fmla="*/ 162 w 292"/>
                <a:gd name="T59" fmla="*/ 314 h 332"/>
                <a:gd name="T60" fmla="*/ 150 w 292"/>
                <a:gd name="T61" fmla="*/ 306 h 332"/>
                <a:gd name="T62" fmla="*/ 142 w 292"/>
                <a:gd name="T63" fmla="*/ 300 h 332"/>
                <a:gd name="T64" fmla="*/ 128 w 292"/>
                <a:gd name="T65" fmla="*/ 284 h 332"/>
                <a:gd name="T66" fmla="*/ 106 w 292"/>
                <a:gd name="T67" fmla="*/ 266 h 332"/>
                <a:gd name="T68" fmla="*/ 80 w 292"/>
                <a:gd name="T69" fmla="*/ 242 h 332"/>
                <a:gd name="T70" fmla="*/ 56 w 292"/>
                <a:gd name="T71" fmla="*/ 224 h 332"/>
                <a:gd name="T72" fmla="*/ 34 w 292"/>
                <a:gd name="T73" fmla="*/ 210 h 332"/>
                <a:gd name="T74" fmla="*/ 20 w 292"/>
                <a:gd name="T75" fmla="*/ 198 h 332"/>
                <a:gd name="T76" fmla="*/ 0 w 292"/>
                <a:gd name="T77" fmla="*/ 180 h 332"/>
                <a:gd name="T78" fmla="*/ 4 w 292"/>
                <a:gd name="T79" fmla="*/ 154 h 332"/>
                <a:gd name="T80" fmla="*/ 16 w 292"/>
                <a:gd name="T81" fmla="*/ 146 h 332"/>
                <a:gd name="T82" fmla="*/ 30 w 292"/>
                <a:gd name="T83" fmla="*/ 142 h 332"/>
                <a:gd name="T84" fmla="*/ 42 w 292"/>
                <a:gd name="T85" fmla="*/ 134 h 332"/>
                <a:gd name="T86" fmla="*/ 54 w 292"/>
                <a:gd name="T87" fmla="*/ 126 h 332"/>
                <a:gd name="T88" fmla="*/ 68 w 292"/>
                <a:gd name="T89" fmla="*/ 116 h 332"/>
                <a:gd name="T90" fmla="*/ 68 w 292"/>
                <a:gd name="T91" fmla="*/ 108 h 332"/>
                <a:gd name="T92" fmla="*/ 76 w 292"/>
                <a:gd name="T93" fmla="*/ 100 h 332"/>
                <a:gd name="T94" fmla="*/ 94 w 292"/>
                <a:gd name="T95" fmla="*/ 94 h 332"/>
                <a:gd name="T96" fmla="*/ 110 w 292"/>
                <a:gd name="T97" fmla="*/ 94 h 332"/>
                <a:gd name="T98" fmla="*/ 106 w 292"/>
                <a:gd name="T99" fmla="*/ 86 h 332"/>
                <a:gd name="T100" fmla="*/ 102 w 292"/>
                <a:gd name="T101" fmla="*/ 66 h 332"/>
                <a:gd name="T102" fmla="*/ 98 w 292"/>
                <a:gd name="T103" fmla="*/ 52 h 332"/>
                <a:gd name="T104" fmla="*/ 94 w 292"/>
                <a:gd name="T105" fmla="*/ 40 h 332"/>
                <a:gd name="T106" fmla="*/ 106 w 292"/>
                <a:gd name="T107" fmla="*/ 34 h 332"/>
                <a:gd name="T108" fmla="*/ 120 w 292"/>
                <a:gd name="T109" fmla="*/ 22 h 332"/>
                <a:gd name="T110" fmla="*/ 132 w 292"/>
                <a:gd name="T111" fmla="*/ 18 h 332"/>
                <a:gd name="T112" fmla="*/ 142 w 292"/>
                <a:gd name="T113" fmla="*/ 10 h 332"/>
                <a:gd name="T114" fmla="*/ 162 w 292"/>
                <a:gd name="T115" fmla="*/ 10 h 332"/>
                <a:gd name="T116" fmla="*/ 176 w 292"/>
                <a:gd name="T117" fmla="*/ 8 h 332"/>
                <a:gd name="T118" fmla="*/ 188 w 292"/>
                <a:gd name="T119" fmla="*/ 4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92" h="332">
                  <a:moveTo>
                    <a:pt x="188" y="4"/>
                  </a:moveTo>
                  <a:lnTo>
                    <a:pt x="192" y="4"/>
                  </a:lnTo>
                  <a:lnTo>
                    <a:pt x="194" y="8"/>
                  </a:lnTo>
                  <a:lnTo>
                    <a:pt x="198" y="10"/>
                  </a:lnTo>
                  <a:lnTo>
                    <a:pt x="202" y="10"/>
                  </a:lnTo>
                  <a:lnTo>
                    <a:pt x="202" y="8"/>
                  </a:lnTo>
                  <a:lnTo>
                    <a:pt x="206" y="8"/>
                  </a:lnTo>
                  <a:lnTo>
                    <a:pt x="210" y="8"/>
                  </a:lnTo>
                  <a:lnTo>
                    <a:pt x="210" y="4"/>
                  </a:lnTo>
                  <a:lnTo>
                    <a:pt x="214" y="4"/>
                  </a:lnTo>
                  <a:lnTo>
                    <a:pt x="214" y="0"/>
                  </a:lnTo>
                  <a:lnTo>
                    <a:pt x="216" y="0"/>
                  </a:lnTo>
                  <a:lnTo>
                    <a:pt x="216" y="4"/>
                  </a:lnTo>
                  <a:lnTo>
                    <a:pt x="220" y="4"/>
                  </a:lnTo>
                  <a:lnTo>
                    <a:pt x="224" y="4"/>
                  </a:lnTo>
                  <a:lnTo>
                    <a:pt x="228" y="4"/>
                  </a:lnTo>
                  <a:lnTo>
                    <a:pt x="224" y="4"/>
                  </a:lnTo>
                  <a:lnTo>
                    <a:pt x="224" y="0"/>
                  </a:lnTo>
                  <a:lnTo>
                    <a:pt x="228" y="0"/>
                  </a:lnTo>
                  <a:lnTo>
                    <a:pt x="228" y="4"/>
                  </a:lnTo>
                  <a:lnTo>
                    <a:pt x="228" y="0"/>
                  </a:lnTo>
                  <a:lnTo>
                    <a:pt x="228" y="4"/>
                  </a:lnTo>
                  <a:lnTo>
                    <a:pt x="232" y="4"/>
                  </a:lnTo>
                  <a:lnTo>
                    <a:pt x="236" y="4"/>
                  </a:lnTo>
                  <a:lnTo>
                    <a:pt x="236" y="8"/>
                  </a:lnTo>
                  <a:lnTo>
                    <a:pt x="240" y="8"/>
                  </a:lnTo>
                  <a:lnTo>
                    <a:pt x="240" y="4"/>
                  </a:lnTo>
                  <a:lnTo>
                    <a:pt x="244" y="4"/>
                  </a:lnTo>
                  <a:lnTo>
                    <a:pt x="246" y="4"/>
                  </a:lnTo>
                  <a:lnTo>
                    <a:pt x="246" y="8"/>
                  </a:lnTo>
                  <a:lnTo>
                    <a:pt x="244" y="8"/>
                  </a:lnTo>
                  <a:lnTo>
                    <a:pt x="244" y="10"/>
                  </a:lnTo>
                  <a:lnTo>
                    <a:pt x="240" y="10"/>
                  </a:lnTo>
                  <a:lnTo>
                    <a:pt x="240" y="14"/>
                  </a:lnTo>
                  <a:lnTo>
                    <a:pt x="240" y="10"/>
                  </a:lnTo>
                  <a:lnTo>
                    <a:pt x="244" y="14"/>
                  </a:lnTo>
                  <a:lnTo>
                    <a:pt x="244" y="18"/>
                  </a:lnTo>
                  <a:lnTo>
                    <a:pt x="240" y="22"/>
                  </a:lnTo>
                  <a:lnTo>
                    <a:pt x="240" y="26"/>
                  </a:lnTo>
                  <a:lnTo>
                    <a:pt x="244" y="26"/>
                  </a:lnTo>
                  <a:lnTo>
                    <a:pt x="244" y="30"/>
                  </a:lnTo>
                  <a:lnTo>
                    <a:pt x="244" y="34"/>
                  </a:lnTo>
                  <a:lnTo>
                    <a:pt x="244" y="38"/>
                  </a:lnTo>
                  <a:lnTo>
                    <a:pt x="240" y="40"/>
                  </a:lnTo>
                  <a:lnTo>
                    <a:pt x="240" y="44"/>
                  </a:lnTo>
                  <a:lnTo>
                    <a:pt x="240" y="48"/>
                  </a:lnTo>
                  <a:lnTo>
                    <a:pt x="236" y="48"/>
                  </a:lnTo>
                  <a:lnTo>
                    <a:pt x="236" y="52"/>
                  </a:lnTo>
                  <a:lnTo>
                    <a:pt x="236" y="56"/>
                  </a:lnTo>
                  <a:lnTo>
                    <a:pt x="232" y="56"/>
                  </a:lnTo>
                  <a:lnTo>
                    <a:pt x="232" y="60"/>
                  </a:lnTo>
                  <a:lnTo>
                    <a:pt x="228" y="60"/>
                  </a:lnTo>
                  <a:lnTo>
                    <a:pt x="228" y="64"/>
                  </a:lnTo>
                  <a:lnTo>
                    <a:pt x="232" y="64"/>
                  </a:lnTo>
                  <a:lnTo>
                    <a:pt x="232" y="66"/>
                  </a:lnTo>
                  <a:lnTo>
                    <a:pt x="232" y="70"/>
                  </a:lnTo>
                  <a:lnTo>
                    <a:pt x="232" y="74"/>
                  </a:lnTo>
                  <a:lnTo>
                    <a:pt x="236" y="74"/>
                  </a:lnTo>
                  <a:lnTo>
                    <a:pt x="240" y="74"/>
                  </a:lnTo>
                  <a:lnTo>
                    <a:pt x="240" y="78"/>
                  </a:lnTo>
                  <a:lnTo>
                    <a:pt x="240" y="82"/>
                  </a:lnTo>
                  <a:lnTo>
                    <a:pt x="244" y="82"/>
                  </a:lnTo>
                  <a:lnTo>
                    <a:pt x="244" y="86"/>
                  </a:lnTo>
                  <a:lnTo>
                    <a:pt x="244" y="90"/>
                  </a:lnTo>
                  <a:lnTo>
                    <a:pt x="246" y="90"/>
                  </a:lnTo>
                  <a:lnTo>
                    <a:pt x="250" y="94"/>
                  </a:lnTo>
                  <a:lnTo>
                    <a:pt x="250" y="96"/>
                  </a:lnTo>
                  <a:lnTo>
                    <a:pt x="254" y="96"/>
                  </a:lnTo>
                  <a:lnTo>
                    <a:pt x="254" y="104"/>
                  </a:lnTo>
                  <a:lnTo>
                    <a:pt x="254" y="112"/>
                  </a:lnTo>
                  <a:lnTo>
                    <a:pt x="254" y="116"/>
                  </a:lnTo>
                  <a:lnTo>
                    <a:pt x="258" y="120"/>
                  </a:lnTo>
                  <a:lnTo>
                    <a:pt x="258" y="124"/>
                  </a:lnTo>
                  <a:lnTo>
                    <a:pt x="258" y="126"/>
                  </a:lnTo>
                  <a:lnTo>
                    <a:pt x="258" y="130"/>
                  </a:lnTo>
                  <a:lnTo>
                    <a:pt x="254" y="130"/>
                  </a:lnTo>
                  <a:lnTo>
                    <a:pt x="258" y="134"/>
                  </a:lnTo>
                  <a:lnTo>
                    <a:pt x="258" y="138"/>
                  </a:lnTo>
                  <a:lnTo>
                    <a:pt x="262" y="138"/>
                  </a:lnTo>
                  <a:lnTo>
                    <a:pt x="262" y="142"/>
                  </a:lnTo>
                  <a:lnTo>
                    <a:pt x="262" y="146"/>
                  </a:lnTo>
                  <a:lnTo>
                    <a:pt x="262" y="150"/>
                  </a:lnTo>
                  <a:lnTo>
                    <a:pt x="262" y="154"/>
                  </a:lnTo>
                  <a:lnTo>
                    <a:pt x="262" y="156"/>
                  </a:lnTo>
                  <a:lnTo>
                    <a:pt x="262" y="160"/>
                  </a:lnTo>
                  <a:lnTo>
                    <a:pt x="262" y="164"/>
                  </a:lnTo>
                  <a:lnTo>
                    <a:pt x="262" y="168"/>
                  </a:lnTo>
                  <a:lnTo>
                    <a:pt x="266" y="172"/>
                  </a:lnTo>
                  <a:lnTo>
                    <a:pt x="266" y="176"/>
                  </a:lnTo>
                  <a:lnTo>
                    <a:pt x="262" y="180"/>
                  </a:lnTo>
                  <a:lnTo>
                    <a:pt x="262" y="182"/>
                  </a:lnTo>
                  <a:lnTo>
                    <a:pt x="262" y="186"/>
                  </a:lnTo>
                  <a:lnTo>
                    <a:pt x="262" y="190"/>
                  </a:lnTo>
                  <a:lnTo>
                    <a:pt x="266" y="190"/>
                  </a:lnTo>
                  <a:lnTo>
                    <a:pt x="266" y="194"/>
                  </a:lnTo>
                  <a:lnTo>
                    <a:pt x="262" y="198"/>
                  </a:lnTo>
                  <a:lnTo>
                    <a:pt x="258" y="202"/>
                  </a:lnTo>
                  <a:lnTo>
                    <a:pt x="258" y="206"/>
                  </a:lnTo>
                  <a:lnTo>
                    <a:pt x="262" y="212"/>
                  </a:lnTo>
                  <a:lnTo>
                    <a:pt x="266" y="216"/>
                  </a:lnTo>
                  <a:lnTo>
                    <a:pt x="266" y="220"/>
                  </a:lnTo>
                  <a:lnTo>
                    <a:pt x="266" y="224"/>
                  </a:lnTo>
                  <a:lnTo>
                    <a:pt x="266" y="228"/>
                  </a:lnTo>
                  <a:lnTo>
                    <a:pt x="270" y="228"/>
                  </a:lnTo>
                  <a:lnTo>
                    <a:pt x="270" y="232"/>
                  </a:lnTo>
                  <a:lnTo>
                    <a:pt x="272" y="236"/>
                  </a:lnTo>
                  <a:lnTo>
                    <a:pt x="272" y="232"/>
                  </a:lnTo>
                  <a:lnTo>
                    <a:pt x="276" y="232"/>
                  </a:lnTo>
                  <a:lnTo>
                    <a:pt x="280" y="236"/>
                  </a:lnTo>
                  <a:lnTo>
                    <a:pt x="284" y="236"/>
                  </a:lnTo>
                  <a:lnTo>
                    <a:pt x="288" y="236"/>
                  </a:lnTo>
                  <a:lnTo>
                    <a:pt x="292" y="242"/>
                  </a:lnTo>
                  <a:lnTo>
                    <a:pt x="292" y="250"/>
                  </a:lnTo>
                  <a:lnTo>
                    <a:pt x="292" y="254"/>
                  </a:lnTo>
                  <a:lnTo>
                    <a:pt x="288" y="254"/>
                  </a:lnTo>
                  <a:lnTo>
                    <a:pt x="280" y="262"/>
                  </a:lnTo>
                  <a:lnTo>
                    <a:pt x="276" y="262"/>
                  </a:lnTo>
                  <a:lnTo>
                    <a:pt x="276" y="266"/>
                  </a:lnTo>
                  <a:lnTo>
                    <a:pt x="272" y="266"/>
                  </a:lnTo>
                  <a:lnTo>
                    <a:pt x="270" y="270"/>
                  </a:lnTo>
                  <a:lnTo>
                    <a:pt x="266" y="270"/>
                  </a:lnTo>
                  <a:lnTo>
                    <a:pt x="262" y="272"/>
                  </a:lnTo>
                  <a:lnTo>
                    <a:pt x="258" y="276"/>
                  </a:lnTo>
                  <a:lnTo>
                    <a:pt x="250" y="280"/>
                  </a:lnTo>
                  <a:lnTo>
                    <a:pt x="246" y="284"/>
                  </a:lnTo>
                  <a:lnTo>
                    <a:pt x="246" y="288"/>
                  </a:lnTo>
                  <a:lnTo>
                    <a:pt x="240" y="292"/>
                  </a:lnTo>
                  <a:lnTo>
                    <a:pt x="236" y="296"/>
                  </a:lnTo>
                  <a:lnTo>
                    <a:pt x="232" y="296"/>
                  </a:lnTo>
                  <a:lnTo>
                    <a:pt x="228" y="300"/>
                  </a:lnTo>
                  <a:lnTo>
                    <a:pt x="220" y="306"/>
                  </a:lnTo>
                  <a:lnTo>
                    <a:pt x="216" y="310"/>
                  </a:lnTo>
                  <a:lnTo>
                    <a:pt x="216" y="314"/>
                  </a:lnTo>
                  <a:lnTo>
                    <a:pt x="214" y="316"/>
                  </a:lnTo>
                  <a:lnTo>
                    <a:pt x="210" y="320"/>
                  </a:lnTo>
                  <a:lnTo>
                    <a:pt x="206" y="324"/>
                  </a:lnTo>
                  <a:lnTo>
                    <a:pt x="202" y="324"/>
                  </a:lnTo>
                  <a:lnTo>
                    <a:pt x="198" y="324"/>
                  </a:lnTo>
                  <a:lnTo>
                    <a:pt x="194" y="324"/>
                  </a:lnTo>
                  <a:lnTo>
                    <a:pt x="188" y="328"/>
                  </a:lnTo>
                  <a:lnTo>
                    <a:pt x="184" y="328"/>
                  </a:lnTo>
                  <a:lnTo>
                    <a:pt x="180" y="328"/>
                  </a:lnTo>
                  <a:lnTo>
                    <a:pt x="176" y="328"/>
                  </a:lnTo>
                  <a:lnTo>
                    <a:pt x="172" y="332"/>
                  </a:lnTo>
                  <a:lnTo>
                    <a:pt x="170" y="328"/>
                  </a:lnTo>
                  <a:lnTo>
                    <a:pt x="170" y="324"/>
                  </a:lnTo>
                  <a:lnTo>
                    <a:pt x="170" y="320"/>
                  </a:lnTo>
                  <a:lnTo>
                    <a:pt x="170" y="316"/>
                  </a:lnTo>
                  <a:lnTo>
                    <a:pt x="166" y="314"/>
                  </a:lnTo>
                  <a:lnTo>
                    <a:pt x="162" y="314"/>
                  </a:lnTo>
                  <a:lnTo>
                    <a:pt x="158" y="314"/>
                  </a:lnTo>
                  <a:lnTo>
                    <a:pt x="158" y="310"/>
                  </a:lnTo>
                  <a:lnTo>
                    <a:pt x="154" y="310"/>
                  </a:lnTo>
                  <a:lnTo>
                    <a:pt x="150" y="310"/>
                  </a:lnTo>
                  <a:lnTo>
                    <a:pt x="150" y="306"/>
                  </a:lnTo>
                  <a:lnTo>
                    <a:pt x="146" y="306"/>
                  </a:lnTo>
                  <a:lnTo>
                    <a:pt x="146" y="302"/>
                  </a:lnTo>
                  <a:lnTo>
                    <a:pt x="142" y="302"/>
                  </a:lnTo>
                  <a:lnTo>
                    <a:pt x="140" y="300"/>
                  </a:lnTo>
                  <a:lnTo>
                    <a:pt x="142" y="300"/>
                  </a:lnTo>
                  <a:lnTo>
                    <a:pt x="142" y="296"/>
                  </a:lnTo>
                  <a:lnTo>
                    <a:pt x="140" y="296"/>
                  </a:lnTo>
                  <a:lnTo>
                    <a:pt x="136" y="292"/>
                  </a:lnTo>
                  <a:lnTo>
                    <a:pt x="132" y="284"/>
                  </a:lnTo>
                  <a:lnTo>
                    <a:pt x="128" y="284"/>
                  </a:lnTo>
                  <a:lnTo>
                    <a:pt x="124" y="280"/>
                  </a:lnTo>
                  <a:lnTo>
                    <a:pt x="116" y="276"/>
                  </a:lnTo>
                  <a:lnTo>
                    <a:pt x="114" y="272"/>
                  </a:lnTo>
                  <a:lnTo>
                    <a:pt x="110" y="270"/>
                  </a:lnTo>
                  <a:lnTo>
                    <a:pt x="106" y="266"/>
                  </a:lnTo>
                  <a:lnTo>
                    <a:pt x="98" y="262"/>
                  </a:lnTo>
                  <a:lnTo>
                    <a:pt x="94" y="258"/>
                  </a:lnTo>
                  <a:lnTo>
                    <a:pt x="90" y="250"/>
                  </a:lnTo>
                  <a:lnTo>
                    <a:pt x="84" y="246"/>
                  </a:lnTo>
                  <a:lnTo>
                    <a:pt x="80" y="242"/>
                  </a:lnTo>
                  <a:lnTo>
                    <a:pt x="76" y="240"/>
                  </a:lnTo>
                  <a:lnTo>
                    <a:pt x="72" y="236"/>
                  </a:lnTo>
                  <a:lnTo>
                    <a:pt x="64" y="232"/>
                  </a:lnTo>
                  <a:lnTo>
                    <a:pt x="60" y="228"/>
                  </a:lnTo>
                  <a:lnTo>
                    <a:pt x="56" y="224"/>
                  </a:lnTo>
                  <a:lnTo>
                    <a:pt x="54" y="224"/>
                  </a:lnTo>
                  <a:lnTo>
                    <a:pt x="50" y="220"/>
                  </a:lnTo>
                  <a:lnTo>
                    <a:pt x="46" y="216"/>
                  </a:lnTo>
                  <a:lnTo>
                    <a:pt x="42" y="212"/>
                  </a:lnTo>
                  <a:lnTo>
                    <a:pt x="34" y="210"/>
                  </a:lnTo>
                  <a:lnTo>
                    <a:pt x="30" y="206"/>
                  </a:lnTo>
                  <a:lnTo>
                    <a:pt x="28" y="202"/>
                  </a:lnTo>
                  <a:lnTo>
                    <a:pt x="24" y="202"/>
                  </a:lnTo>
                  <a:lnTo>
                    <a:pt x="24" y="198"/>
                  </a:lnTo>
                  <a:lnTo>
                    <a:pt x="20" y="198"/>
                  </a:lnTo>
                  <a:lnTo>
                    <a:pt x="16" y="194"/>
                  </a:lnTo>
                  <a:lnTo>
                    <a:pt x="8" y="190"/>
                  </a:lnTo>
                  <a:lnTo>
                    <a:pt x="8" y="186"/>
                  </a:lnTo>
                  <a:lnTo>
                    <a:pt x="0" y="182"/>
                  </a:lnTo>
                  <a:lnTo>
                    <a:pt x="0" y="180"/>
                  </a:lnTo>
                  <a:lnTo>
                    <a:pt x="0" y="176"/>
                  </a:lnTo>
                  <a:lnTo>
                    <a:pt x="0" y="172"/>
                  </a:lnTo>
                  <a:lnTo>
                    <a:pt x="0" y="156"/>
                  </a:lnTo>
                  <a:lnTo>
                    <a:pt x="4" y="156"/>
                  </a:lnTo>
                  <a:lnTo>
                    <a:pt x="4" y="154"/>
                  </a:lnTo>
                  <a:lnTo>
                    <a:pt x="8" y="154"/>
                  </a:lnTo>
                  <a:lnTo>
                    <a:pt x="8" y="150"/>
                  </a:lnTo>
                  <a:lnTo>
                    <a:pt x="12" y="150"/>
                  </a:lnTo>
                  <a:lnTo>
                    <a:pt x="12" y="146"/>
                  </a:lnTo>
                  <a:lnTo>
                    <a:pt x="16" y="146"/>
                  </a:lnTo>
                  <a:lnTo>
                    <a:pt x="20" y="146"/>
                  </a:lnTo>
                  <a:lnTo>
                    <a:pt x="20" y="142"/>
                  </a:lnTo>
                  <a:lnTo>
                    <a:pt x="24" y="142"/>
                  </a:lnTo>
                  <a:lnTo>
                    <a:pt x="28" y="142"/>
                  </a:lnTo>
                  <a:lnTo>
                    <a:pt x="30" y="142"/>
                  </a:lnTo>
                  <a:lnTo>
                    <a:pt x="30" y="138"/>
                  </a:lnTo>
                  <a:lnTo>
                    <a:pt x="34" y="138"/>
                  </a:lnTo>
                  <a:lnTo>
                    <a:pt x="38" y="138"/>
                  </a:lnTo>
                  <a:lnTo>
                    <a:pt x="42" y="138"/>
                  </a:lnTo>
                  <a:lnTo>
                    <a:pt x="42" y="134"/>
                  </a:lnTo>
                  <a:lnTo>
                    <a:pt x="46" y="134"/>
                  </a:lnTo>
                  <a:lnTo>
                    <a:pt x="50" y="134"/>
                  </a:lnTo>
                  <a:lnTo>
                    <a:pt x="50" y="130"/>
                  </a:lnTo>
                  <a:lnTo>
                    <a:pt x="54" y="130"/>
                  </a:lnTo>
                  <a:lnTo>
                    <a:pt x="54" y="126"/>
                  </a:lnTo>
                  <a:lnTo>
                    <a:pt x="54" y="124"/>
                  </a:lnTo>
                  <a:lnTo>
                    <a:pt x="56" y="124"/>
                  </a:lnTo>
                  <a:lnTo>
                    <a:pt x="60" y="124"/>
                  </a:lnTo>
                  <a:lnTo>
                    <a:pt x="64" y="120"/>
                  </a:lnTo>
                  <a:lnTo>
                    <a:pt x="68" y="116"/>
                  </a:lnTo>
                  <a:lnTo>
                    <a:pt x="72" y="116"/>
                  </a:lnTo>
                  <a:lnTo>
                    <a:pt x="72" y="112"/>
                  </a:lnTo>
                  <a:lnTo>
                    <a:pt x="68" y="112"/>
                  </a:lnTo>
                  <a:lnTo>
                    <a:pt x="72" y="108"/>
                  </a:lnTo>
                  <a:lnTo>
                    <a:pt x="68" y="108"/>
                  </a:lnTo>
                  <a:lnTo>
                    <a:pt x="68" y="104"/>
                  </a:lnTo>
                  <a:lnTo>
                    <a:pt x="72" y="100"/>
                  </a:lnTo>
                  <a:lnTo>
                    <a:pt x="72" y="104"/>
                  </a:lnTo>
                  <a:lnTo>
                    <a:pt x="76" y="104"/>
                  </a:lnTo>
                  <a:lnTo>
                    <a:pt x="76" y="100"/>
                  </a:lnTo>
                  <a:lnTo>
                    <a:pt x="80" y="100"/>
                  </a:lnTo>
                  <a:lnTo>
                    <a:pt x="84" y="100"/>
                  </a:lnTo>
                  <a:lnTo>
                    <a:pt x="84" y="96"/>
                  </a:lnTo>
                  <a:lnTo>
                    <a:pt x="90" y="94"/>
                  </a:lnTo>
                  <a:lnTo>
                    <a:pt x="94" y="94"/>
                  </a:lnTo>
                  <a:lnTo>
                    <a:pt x="98" y="94"/>
                  </a:lnTo>
                  <a:lnTo>
                    <a:pt x="102" y="94"/>
                  </a:lnTo>
                  <a:lnTo>
                    <a:pt x="106" y="94"/>
                  </a:lnTo>
                  <a:lnTo>
                    <a:pt x="106" y="96"/>
                  </a:lnTo>
                  <a:lnTo>
                    <a:pt x="110" y="94"/>
                  </a:lnTo>
                  <a:lnTo>
                    <a:pt x="106" y="94"/>
                  </a:lnTo>
                  <a:lnTo>
                    <a:pt x="106" y="90"/>
                  </a:lnTo>
                  <a:lnTo>
                    <a:pt x="110" y="90"/>
                  </a:lnTo>
                  <a:lnTo>
                    <a:pt x="110" y="86"/>
                  </a:lnTo>
                  <a:lnTo>
                    <a:pt x="106" y="86"/>
                  </a:lnTo>
                  <a:lnTo>
                    <a:pt x="106" y="82"/>
                  </a:lnTo>
                  <a:lnTo>
                    <a:pt x="102" y="78"/>
                  </a:lnTo>
                  <a:lnTo>
                    <a:pt x="102" y="74"/>
                  </a:lnTo>
                  <a:lnTo>
                    <a:pt x="102" y="70"/>
                  </a:lnTo>
                  <a:lnTo>
                    <a:pt x="102" y="66"/>
                  </a:lnTo>
                  <a:lnTo>
                    <a:pt x="98" y="64"/>
                  </a:lnTo>
                  <a:lnTo>
                    <a:pt x="102" y="64"/>
                  </a:lnTo>
                  <a:lnTo>
                    <a:pt x="102" y="60"/>
                  </a:lnTo>
                  <a:lnTo>
                    <a:pt x="98" y="56"/>
                  </a:lnTo>
                  <a:lnTo>
                    <a:pt x="98" y="52"/>
                  </a:lnTo>
                  <a:lnTo>
                    <a:pt x="102" y="52"/>
                  </a:lnTo>
                  <a:lnTo>
                    <a:pt x="98" y="52"/>
                  </a:lnTo>
                  <a:lnTo>
                    <a:pt x="98" y="48"/>
                  </a:lnTo>
                  <a:lnTo>
                    <a:pt x="98" y="44"/>
                  </a:lnTo>
                  <a:lnTo>
                    <a:pt x="94" y="40"/>
                  </a:lnTo>
                  <a:lnTo>
                    <a:pt x="98" y="40"/>
                  </a:lnTo>
                  <a:lnTo>
                    <a:pt x="98" y="38"/>
                  </a:lnTo>
                  <a:lnTo>
                    <a:pt x="102" y="38"/>
                  </a:lnTo>
                  <a:lnTo>
                    <a:pt x="102" y="34"/>
                  </a:lnTo>
                  <a:lnTo>
                    <a:pt x="106" y="34"/>
                  </a:lnTo>
                  <a:lnTo>
                    <a:pt x="106" y="30"/>
                  </a:lnTo>
                  <a:lnTo>
                    <a:pt x="110" y="30"/>
                  </a:lnTo>
                  <a:lnTo>
                    <a:pt x="114" y="26"/>
                  </a:lnTo>
                  <a:lnTo>
                    <a:pt x="116" y="26"/>
                  </a:lnTo>
                  <a:lnTo>
                    <a:pt x="120" y="22"/>
                  </a:lnTo>
                  <a:lnTo>
                    <a:pt x="120" y="26"/>
                  </a:lnTo>
                  <a:lnTo>
                    <a:pt x="124" y="26"/>
                  </a:lnTo>
                  <a:lnTo>
                    <a:pt x="124" y="22"/>
                  </a:lnTo>
                  <a:lnTo>
                    <a:pt x="128" y="18"/>
                  </a:lnTo>
                  <a:lnTo>
                    <a:pt x="132" y="18"/>
                  </a:lnTo>
                  <a:lnTo>
                    <a:pt x="132" y="14"/>
                  </a:lnTo>
                  <a:lnTo>
                    <a:pt x="136" y="14"/>
                  </a:lnTo>
                  <a:lnTo>
                    <a:pt x="140" y="14"/>
                  </a:lnTo>
                  <a:lnTo>
                    <a:pt x="140" y="10"/>
                  </a:lnTo>
                  <a:lnTo>
                    <a:pt x="142" y="10"/>
                  </a:lnTo>
                  <a:lnTo>
                    <a:pt x="146" y="10"/>
                  </a:lnTo>
                  <a:lnTo>
                    <a:pt x="150" y="10"/>
                  </a:lnTo>
                  <a:lnTo>
                    <a:pt x="154" y="10"/>
                  </a:lnTo>
                  <a:lnTo>
                    <a:pt x="158" y="10"/>
                  </a:lnTo>
                  <a:lnTo>
                    <a:pt x="162" y="10"/>
                  </a:lnTo>
                  <a:lnTo>
                    <a:pt x="166" y="10"/>
                  </a:lnTo>
                  <a:lnTo>
                    <a:pt x="166" y="8"/>
                  </a:lnTo>
                  <a:lnTo>
                    <a:pt x="170" y="8"/>
                  </a:lnTo>
                  <a:lnTo>
                    <a:pt x="172" y="8"/>
                  </a:lnTo>
                  <a:lnTo>
                    <a:pt x="176" y="8"/>
                  </a:lnTo>
                  <a:lnTo>
                    <a:pt x="176" y="4"/>
                  </a:lnTo>
                  <a:lnTo>
                    <a:pt x="180" y="4"/>
                  </a:lnTo>
                  <a:lnTo>
                    <a:pt x="184" y="4"/>
                  </a:lnTo>
                  <a:lnTo>
                    <a:pt x="188" y="4"/>
                  </a:lnTo>
                  <a:lnTo>
                    <a:pt x="188" y="4"/>
                  </a:lnTo>
                  <a:lnTo>
                    <a:pt x="18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3" name="Freeform 128"/>
            <p:cNvSpPr>
              <a:spLocks noChangeAspect="1" noEditPoints="1"/>
            </p:cNvSpPr>
            <p:nvPr/>
          </p:nvSpPr>
          <p:spPr bwMode="gray">
            <a:xfrm>
              <a:off x="5092141" y="4651887"/>
              <a:ext cx="299153" cy="410464"/>
            </a:xfrm>
            <a:custGeom>
              <a:avLst/>
              <a:gdLst>
                <a:gd name="T0" fmla="*/ 10 w 172"/>
                <a:gd name="T1" fmla="*/ 12 h 236"/>
                <a:gd name="T2" fmla="*/ 4 w 172"/>
                <a:gd name="T3" fmla="*/ 22 h 236"/>
                <a:gd name="T4" fmla="*/ 4 w 172"/>
                <a:gd name="T5" fmla="*/ 8 h 236"/>
                <a:gd name="T6" fmla="*/ 14 w 172"/>
                <a:gd name="T7" fmla="*/ 0 h 236"/>
                <a:gd name="T8" fmla="*/ 18 w 172"/>
                <a:gd name="T9" fmla="*/ 4 h 236"/>
                <a:gd name="T10" fmla="*/ 152 w 172"/>
                <a:gd name="T11" fmla="*/ 232 h 236"/>
                <a:gd name="T12" fmla="*/ 134 w 172"/>
                <a:gd name="T13" fmla="*/ 232 h 236"/>
                <a:gd name="T14" fmla="*/ 122 w 172"/>
                <a:gd name="T15" fmla="*/ 232 h 236"/>
                <a:gd name="T16" fmla="*/ 108 w 172"/>
                <a:gd name="T17" fmla="*/ 232 h 236"/>
                <a:gd name="T18" fmla="*/ 96 w 172"/>
                <a:gd name="T19" fmla="*/ 228 h 236"/>
                <a:gd name="T20" fmla="*/ 82 w 172"/>
                <a:gd name="T21" fmla="*/ 224 h 236"/>
                <a:gd name="T22" fmla="*/ 52 w 172"/>
                <a:gd name="T23" fmla="*/ 224 h 236"/>
                <a:gd name="T24" fmla="*/ 34 w 172"/>
                <a:gd name="T25" fmla="*/ 224 h 236"/>
                <a:gd name="T26" fmla="*/ 22 w 172"/>
                <a:gd name="T27" fmla="*/ 216 h 236"/>
                <a:gd name="T28" fmla="*/ 8 w 172"/>
                <a:gd name="T29" fmla="*/ 220 h 236"/>
                <a:gd name="T30" fmla="*/ 0 w 172"/>
                <a:gd name="T31" fmla="*/ 212 h 236"/>
                <a:gd name="T32" fmla="*/ 0 w 172"/>
                <a:gd name="T33" fmla="*/ 198 h 236"/>
                <a:gd name="T34" fmla="*/ 4 w 172"/>
                <a:gd name="T35" fmla="*/ 182 h 236"/>
                <a:gd name="T36" fmla="*/ 8 w 172"/>
                <a:gd name="T37" fmla="*/ 168 h 236"/>
                <a:gd name="T38" fmla="*/ 8 w 172"/>
                <a:gd name="T39" fmla="*/ 154 h 236"/>
                <a:gd name="T40" fmla="*/ 14 w 172"/>
                <a:gd name="T41" fmla="*/ 146 h 236"/>
                <a:gd name="T42" fmla="*/ 18 w 172"/>
                <a:gd name="T43" fmla="*/ 142 h 236"/>
                <a:gd name="T44" fmla="*/ 26 w 172"/>
                <a:gd name="T45" fmla="*/ 130 h 236"/>
                <a:gd name="T46" fmla="*/ 26 w 172"/>
                <a:gd name="T47" fmla="*/ 116 h 236"/>
                <a:gd name="T48" fmla="*/ 22 w 172"/>
                <a:gd name="T49" fmla="*/ 100 h 236"/>
                <a:gd name="T50" fmla="*/ 18 w 172"/>
                <a:gd name="T51" fmla="*/ 90 h 236"/>
                <a:gd name="T52" fmla="*/ 18 w 172"/>
                <a:gd name="T53" fmla="*/ 74 h 236"/>
                <a:gd name="T54" fmla="*/ 18 w 172"/>
                <a:gd name="T55" fmla="*/ 74 h 236"/>
                <a:gd name="T56" fmla="*/ 22 w 172"/>
                <a:gd name="T57" fmla="*/ 64 h 236"/>
                <a:gd name="T58" fmla="*/ 14 w 172"/>
                <a:gd name="T59" fmla="*/ 52 h 236"/>
                <a:gd name="T60" fmla="*/ 10 w 172"/>
                <a:gd name="T61" fmla="*/ 42 h 236"/>
                <a:gd name="T62" fmla="*/ 4 w 172"/>
                <a:gd name="T63" fmla="*/ 26 h 236"/>
                <a:gd name="T64" fmla="*/ 14 w 172"/>
                <a:gd name="T65" fmla="*/ 22 h 236"/>
                <a:gd name="T66" fmla="*/ 22 w 172"/>
                <a:gd name="T67" fmla="*/ 22 h 236"/>
                <a:gd name="T68" fmla="*/ 34 w 172"/>
                <a:gd name="T69" fmla="*/ 26 h 236"/>
                <a:gd name="T70" fmla="*/ 56 w 172"/>
                <a:gd name="T71" fmla="*/ 22 h 236"/>
                <a:gd name="T72" fmla="*/ 66 w 172"/>
                <a:gd name="T73" fmla="*/ 26 h 236"/>
                <a:gd name="T74" fmla="*/ 70 w 172"/>
                <a:gd name="T75" fmla="*/ 42 h 236"/>
                <a:gd name="T76" fmla="*/ 74 w 172"/>
                <a:gd name="T77" fmla="*/ 52 h 236"/>
                <a:gd name="T78" fmla="*/ 82 w 172"/>
                <a:gd name="T79" fmla="*/ 64 h 236"/>
                <a:gd name="T80" fmla="*/ 90 w 172"/>
                <a:gd name="T81" fmla="*/ 60 h 236"/>
                <a:gd name="T82" fmla="*/ 108 w 172"/>
                <a:gd name="T83" fmla="*/ 60 h 236"/>
                <a:gd name="T84" fmla="*/ 108 w 172"/>
                <a:gd name="T85" fmla="*/ 52 h 236"/>
                <a:gd name="T86" fmla="*/ 120 w 172"/>
                <a:gd name="T87" fmla="*/ 44 h 236"/>
                <a:gd name="T88" fmla="*/ 122 w 172"/>
                <a:gd name="T89" fmla="*/ 48 h 236"/>
                <a:gd name="T90" fmla="*/ 142 w 172"/>
                <a:gd name="T91" fmla="*/ 52 h 236"/>
                <a:gd name="T92" fmla="*/ 142 w 172"/>
                <a:gd name="T93" fmla="*/ 68 h 236"/>
                <a:gd name="T94" fmla="*/ 142 w 172"/>
                <a:gd name="T95" fmla="*/ 82 h 236"/>
                <a:gd name="T96" fmla="*/ 146 w 172"/>
                <a:gd name="T97" fmla="*/ 98 h 236"/>
                <a:gd name="T98" fmla="*/ 146 w 172"/>
                <a:gd name="T99" fmla="*/ 108 h 236"/>
                <a:gd name="T100" fmla="*/ 150 w 172"/>
                <a:gd name="T101" fmla="*/ 112 h 236"/>
                <a:gd name="T102" fmla="*/ 164 w 172"/>
                <a:gd name="T103" fmla="*/ 112 h 236"/>
                <a:gd name="T104" fmla="*/ 172 w 172"/>
                <a:gd name="T105" fmla="*/ 112 h 236"/>
                <a:gd name="T106" fmla="*/ 172 w 172"/>
                <a:gd name="T107" fmla="*/ 126 h 236"/>
                <a:gd name="T108" fmla="*/ 172 w 172"/>
                <a:gd name="T109" fmla="*/ 146 h 236"/>
                <a:gd name="T110" fmla="*/ 156 w 172"/>
                <a:gd name="T111" fmla="*/ 146 h 236"/>
                <a:gd name="T112" fmla="*/ 142 w 172"/>
                <a:gd name="T113" fmla="*/ 160 h 236"/>
                <a:gd name="T114" fmla="*/ 142 w 172"/>
                <a:gd name="T115" fmla="*/ 180 h 236"/>
                <a:gd name="T116" fmla="*/ 146 w 172"/>
                <a:gd name="T117" fmla="*/ 202 h 236"/>
                <a:gd name="T118" fmla="*/ 150 w 172"/>
                <a:gd name="T119" fmla="*/ 212 h 236"/>
                <a:gd name="T120" fmla="*/ 164 w 172"/>
                <a:gd name="T121" fmla="*/ 22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2" h="236">
                  <a:moveTo>
                    <a:pt x="18" y="4"/>
                  </a:moveTo>
                  <a:lnTo>
                    <a:pt x="14" y="4"/>
                  </a:lnTo>
                  <a:lnTo>
                    <a:pt x="10" y="8"/>
                  </a:lnTo>
                  <a:lnTo>
                    <a:pt x="10" y="12"/>
                  </a:lnTo>
                  <a:lnTo>
                    <a:pt x="10" y="14"/>
                  </a:lnTo>
                  <a:lnTo>
                    <a:pt x="10" y="22"/>
                  </a:lnTo>
                  <a:lnTo>
                    <a:pt x="8" y="22"/>
                  </a:lnTo>
                  <a:lnTo>
                    <a:pt x="4" y="22"/>
                  </a:lnTo>
                  <a:lnTo>
                    <a:pt x="4" y="18"/>
                  </a:lnTo>
                  <a:lnTo>
                    <a:pt x="4" y="14"/>
                  </a:lnTo>
                  <a:lnTo>
                    <a:pt x="4" y="12"/>
                  </a:lnTo>
                  <a:lnTo>
                    <a:pt x="4" y="8"/>
                  </a:lnTo>
                  <a:lnTo>
                    <a:pt x="4" y="4"/>
                  </a:lnTo>
                  <a:lnTo>
                    <a:pt x="8" y="4"/>
                  </a:lnTo>
                  <a:lnTo>
                    <a:pt x="10" y="0"/>
                  </a:lnTo>
                  <a:lnTo>
                    <a:pt x="14" y="0"/>
                  </a:lnTo>
                  <a:lnTo>
                    <a:pt x="14" y="4"/>
                  </a:lnTo>
                  <a:lnTo>
                    <a:pt x="18" y="4"/>
                  </a:lnTo>
                  <a:lnTo>
                    <a:pt x="18" y="4"/>
                  </a:lnTo>
                  <a:lnTo>
                    <a:pt x="18" y="4"/>
                  </a:lnTo>
                  <a:close/>
                  <a:moveTo>
                    <a:pt x="164" y="228"/>
                  </a:moveTo>
                  <a:lnTo>
                    <a:pt x="160" y="228"/>
                  </a:lnTo>
                  <a:lnTo>
                    <a:pt x="156" y="228"/>
                  </a:lnTo>
                  <a:lnTo>
                    <a:pt x="152" y="232"/>
                  </a:lnTo>
                  <a:lnTo>
                    <a:pt x="150" y="232"/>
                  </a:lnTo>
                  <a:lnTo>
                    <a:pt x="142" y="232"/>
                  </a:lnTo>
                  <a:lnTo>
                    <a:pt x="134" y="236"/>
                  </a:lnTo>
                  <a:lnTo>
                    <a:pt x="134" y="232"/>
                  </a:lnTo>
                  <a:lnTo>
                    <a:pt x="130" y="232"/>
                  </a:lnTo>
                  <a:lnTo>
                    <a:pt x="126" y="236"/>
                  </a:lnTo>
                  <a:lnTo>
                    <a:pt x="122" y="236"/>
                  </a:lnTo>
                  <a:lnTo>
                    <a:pt x="122" y="232"/>
                  </a:lnTo>
                  <a:lnTo>
                    <a:pt x="120" y="232"/>
                  </a:lnTo>
                  <a:lnTo>
                    <a:pt x="116" y="232"/>
                  </a:lnTo>
                  <a:lnTo>
                    <a:pt x="112" y="232"/>
                  </a:lnTo>
                  <a:lnTo>
                    <a:pt x="108" y="232"/>
                  </a:lnTo>
                  <a:lnTo>
                    <a:pt x="104" y="232"/>
                  </a:lnTo>
                  <a:lnTo>
                    <a:pt x="100" y="232"/>
                  </a:lnTo>
                  <a:lnTo>
                    <a:pt x="96" y="232"/>
                  </a:lnTo>
                  <a:lnTo>
                    <a:pt x="96" y="228"/>
                  </a:lnTo>
                  <a:lnTo>
                    <a:pt x="94" y="224"/>
                  </a:lnTo>
                  <a:lnTo>
                    <a:pt x="90" y="224"/>
                  </a:lnTo>
                  <a:lnTo>
                    <a:pt x="86" y="224"/>
                  </a:lnTo>
                  <a:lnTo>
                    <a:pt x="82" y="224"/>
                  </a:lnTo>
                  <a:lnTo>
                    <a:pt x="78" y="224"/>
                  </a:lnTo>
                  <a:lnTo>
                    <a:pt x="66" y="224"/>
                  </a:lnTo>
                  <a:lnTo>
                    <a:pt x="60" y="224"/>
                  </a:lnTo>
                  <a:lnTo>
                    <a:pt x="52" y="224"/>
                  </a:lnTo>
                  <a:lnTo>
                    <a:pt x="44" y="224"/>
                  </a:lnTo>
                  <a:lnTo>
                    <a:pt x="40" y="224"/>
                  </a:lnTo>
                  <a:lnTo>
                    <a:pt x="38" y="224"/>
                  </a:lnTo>
                  <a:lnTo>
                    <a:pt x="34" y="224"/>
                  </a:lnTo>
                  <a:lnTo>
                    <a:pt x="30" y="224"/>
                  </a:lnTo>
                  <a:lnTo>
                    <a:pt x="30" y="220"/>
                  </a:lnTo>
                  <a:lnTo>
                    <a:pt x="26" y="220"/>
                  </a:lnTo>
                  <a:lnTo>
                    <a:pt x="22" y="216"/>
                  </a:lnTo>
                  <a:lnTo>
                    <a:pt x="18" y="216"/>
                  </a:lnTo>
                  <a:lnTo>
                    <a:pt x="14" y="216"/>
                  </a:lnTo>
                  <a:lnTo>
                    <a:pt x="10" y="220"/>
                  </a:lnTo>
                  <a:lnTo>
                    <a:pt x="8" y="220"/>
                  </a:lnTo>
                  <a:lnTo>
                    <a:pt x="4" y="220"/>
                  </a:lnTo>
                  <a:lnTo>
                    <a:pt x="0" y="220"/>
                  </a:lnTo>
                  <a:lnTo>
                    <a:pt x="0" y="216"/>
                  </a:lnTo>
                  <a:lnTo>
                    <a:pt x="0" y="212"/>
                  </a:lnTo>
                  <a:lnTo>
                    <a:pt x="0" y="210"/>
                  </a:lnTo>
                  <a:lnTo>
                    <a:pt x="0" y="206"/>
                  </a:lnTo>
                  <a:lnTo>
                    <a:pt x="0" y="202"/>
                  </a:lnTo>
                  <a:lnTo>
                    <a:pt x="0" y="198"/>
                  </a:lnTo>
                  <a:lnTo>
                    <a:pt x="0" y="194"/>
                  </a:lnTo>
                  <a:lnTo>
                    <a:pt x="4" y="190"/>
                  </a:lnTo>
                  <a:lnTo>
                    <a:pt x="4" y="186"/>
                  </a:lnTo>
                  <a:lnTo>
                    <a:pt x="4" y="182"/>
                  </a:lnTo>
                  <a:lnTo>
                    <a:pt x="4" y="180"/>
                  </a:lnTo>
                  <a:lnTo>
                    <a:pt x="8" y="176"/>
                  </a:lnTo>
                  <a:lnTo>
                    <a:pt x="8" y="172"/>
                  </a:lnTo>
                  <a:lnTo>
                    <a:pt x="8" y="168"/>
                  </a:lnTo>
                  <a:lnTo>
                    <a:pt x="8" y="164"/>
                  </a:lnTo>
                  <a:lnTo>
                    <a:pt x="8" y="160"/>
                  </a:lnTo>
                  <a:lnTo>
                    <a:pt x="10" y="156"/>
                  </a:lnTo>
                  <a:lnTo>
                    <a:pt x="8" y="154"/>
                  </a:lnTo>
                  <a:lnTo>
                    <a:pt x="10" y="154"/>
                  </a:lnTo>
                  <a:lnTo>
                    <a:pt x="10" y="150"/>
                  </a:lnTo>
                  <a:lnTo>
                    <a:pt x="14" y="150"/>
                  </a:lnTo>
                  <a:lnTo>
                    <a:pt x="14" y="146"/>
                  </a:lnTo>
                  <a:lnTo>
                    <a:pt x="14" y="142"/>
                  </a:lnTo>
                  <a:lnTo>
                    <a:pt x="18" y="142"/>
                  </a:lnTo>
                  <a:lnTo>
                    <a:pt x="18" y="138"/>
                  </a:lnTo>
                  <a:lnTo>
                    <a:pt x="18" y="142"/>
                  </a:lnTo>
                  <a:lnTo>
                    <a:pt x="22" y="138"/>
                  </a:lnTo>
                  <a:lnTo>
                    <a:pt x="22" y="134"/>
                  </a:lnTo>
                  <a:lnTo>
                    <a:pt x="26" y="134"/>
                  </a:lnTo>
                  <a:lnTo>
                    <a:pt x="26" y="130"/>
                  </a:lnTo>
                  <a:lnTo>
                    <a:pt x="26" y="126"/>
                  </a:lnTo>
                  <a:lnTo>
                    <a:pt x="26" y="124"/>
                  </a:lnTo>
                  <a:lnTo>
                    <a:pt x="26" y="120"/>
                  </a:lnTo>
                  <a:lnTo>
                    <a:pt x="26" y="116"/>
                  </a:lnTo>
                  <a:lnTo>
                    <a:pt x="30" y="112"/>
                  </a:lnTo>
                  <a:lnTo>
                    <a:pt x="26" y="108"/>
                  </a:lnTo>
                  <a:lnTo>
                    <a:pt x="26" y="104"/>
                  </a:lnTo>
                  <a:lnTo>
                    <a:pt x="22" y="100"/>
                  </a:lnTo>
                  <a:lnTo>
                    <a:pt x="22" y="98"/>
                  </a:lnTo>
                  <a:lnTo>
                    <a:pt x="22" y="94"/>
                  </a:lnTo>
                  <a:lnTo>
                    <a:pt x="18" y="94"/>
                  </a:lnTo>
                  <a:lnTo>
                    <a:pt x="18" y="90"/>
                  </a:lnTo>
                  <a:lnTo>
                    <a:pt x="18" y="86"/>
                  </a:lnTo>
                  <a:lnTo>
                    <a:pt x="18" y="82"/>
                  </a:lnTo>
                  <a:lnTo>
                    <a:pt x="14" y="78"/>
                  </a:lnTo>
                  <a:lnTo>
                    <a:pt x="18" y="74"/>
                  </a:lnTo>
                  <a:lnTo>
                    <a:pt x="18" y="78"/>
                  </a:lnTo>
                  <a:lnTo>
                    <a:pt x="14" y="78"/>
                  </a:lnTo>
                  <a:lnTo>
                    <a:pt x="18" y="78"/>
                  </a:lnTo>
                  <a:lnTo>
                    <a:pt x="18" y="74"/>
                  </a:lnTo>
                  <a:lnTo>
                    <a:pt x="22" y="74"/>
                  </a:lnTo>
                  <a:lnTo>
                    <a:pt x="22" y="70"/>
                  </a:lnTo>
                  <a:lnTo>
                    <a:pt x="22" y="68"/>
                  </a:lnTo>
                  <a:lnTo>
                    <a:pt x="22" y="64"/>
                  </a:lnTo>
                  <a:lnTo>
                    <a:pt x="18" y="64"/>
                  </a:lnTo>
                  <a:lnTo>
                    <a:pt x="18" y="60"/>
                  </a:lnTo>
                  <a:lnTo>
                    <a:pt x="18" y="56"/>
                  </a:lnTo>
                  <a:lnTo>
                    <a:pt x="14" y="52"/>
                  </a:lnTo>
                  <a:lnTo>
                    <a:pt x="14" y="48"/>
                  </a:lnTo>
                  <a:lnTo>
                    <a:pt x="14" y="44"/>
                  </a:lnTo>
                  <a:lnTo>
                    <a:pt x="14" y="42"/>
                  </a:lnTo>
                  <a:lnTo>
                    <a:pt x="10" y="42"/>
                  </a:lnTo>
                  <a:lnTo>
                    <a:pt x="10" y="38"/>
                  </a:lnTo>
                  <a:lnTo>
                    <a:pt x="8" y="34"/>
                  </a:lnTo>
                  <a:lnTo>
                    <a:pt x="8" y="30"/>
                  </a:lnTo>
                  <a:lnTo>
                    <a:pt x="4" y="26"/>
                  </a:lnTo>
                  <a:lnTo>
                    <a:pt x="8" y="26"/>
                  </a:lnTo>
                  <a:lnTo>
                    <a:pt x="10" y="26"/>
                  </a:lnTo>
                  <a:lnTo>
                    <a:pt x="14" y="26"/>
                  </a:lnTo>
                  <a:lnTo>
                    <a:pt x="14" y="22"/>
                  </a:lnTo>
                  <a:lnTo>
                    <a:pt x="18" y="22"/>
                  </a:lnTo>
                  <a:lnTo>
                    <a:pt x="18" y="26"/>
                  </a:lnTo>
                  <a:lnTo>
                    <a:pt x="18" y="22"/>
                  </a:lnTo>
                  <a:lnTo>
                    <a:pt x="22" y="22"/>
                  </a:lnTo>
                  <a:lnTo>
                    <a:pt x="26" y="22"/>
                  </a:lnTo>
                  <a:lnTo>
                    <a:pt x="30" y="22"/>
                  </a:lnTo>
                  <a:lnTo>
                    <a:pt x="34" y="22"/>
                  </a:lnTo>
                  <a:lnTo>
                    <a:pt x="34" y="26"/>
                  </a:lnTo>
                  <a:lnTo>
                    <a:pt x="38" y="26"/>
                  </a:lnTo>
                  <a:lnTo>
                    <a:pt x="40" y="22"/>
                  </a:lnTo>
                  <a:lnTo>
                    <a:pt x="44" y="22"/>
                  </a:lnTo>
                  <a:lnTo>
                    <a:pt x="56" y="22"/>
                  </a:lnTo>
                  <a:lnTo>
                    <a:pt x="60" y="22"/>
                  </a:lnTo>
                  <a:lnTo>
                    <a:pt x="64" y="22"/>
                  </a:lnTo>
                  <a:lnTo>
                    <a:pt x="66" y="22"/>
                  </a:lnTo>
                  <a:lnTo>
                    <a:pt x="66" y="26"/>
                  </a:lnTo>
                  <a:lnTo>
                    <a:pt x="66" y="30"/>
                  </a:lnTo>
                  <a:lnTo>
                    <a:pt x="66" y="34"/>
                  </a:lnTo>
                  <a:lnTo>
                    <a:pt x="70" y="38"/>
                  </a:lnTo>
                  <a:lnTo>
                    <a:pt x="70" y="42"/>
                  </a:lnTo>
                  <a:lnTo>
                    <a:pt x="70" y="44"/>
                  </a:lnTo>
                  <a:lnTo>
                    <a:pt x="70" y="48"/>
                  </a:lnTo>
                  <a:lnTo>
                    <a:pt x="74" y="48"/>
                  </a:lnTo>
                  <a:lnTo>
                    <a:pt x="74" y="52"/>
                  </a:lnTo>
                  <a:lnTo>
                    <a:pt x="78" y="56"/>
                  </a:lnTo>
                  <a:lnTo>
                    <a:pt x="78" y="60"/>
                  </a:lnTo>
                  <a:lnTo>
                    <a:pt x="82" y="60"/>
                  </a:lnTo>
                  <a:lnTo>
                    <a:pt x="82" y="64"/>
                  </a:lnTo>
                  <a:lnTo>
                    <a:pt x="86" y="60"/>
                  </a:lnTo>
                  <a:lnTo>
                    <a:pt x="86" y="64"/>
                  </a:lnTo>
                  <a:lnTo>
                    <a:pt x="90" y="64"/>
                  </a:lnTo>
                  <a:lnTo>
                    <a:pt x="90" y="60"/>
                  </a:lnTo>
                  <a:lnTo>
                    <a:pt x="94" y="60"/>
                  </a:lnTo>
                  <a:lnTo>
                    <a:pt x="96" y="60"/>
                  </a:lnTo>
                  <a:lnTo>
                    <a:pt x="100" y="60"/>
                  </a:lnTo>
                  <a:lnTo>
                    <a:pt x="108" y="60"/>
                  </a:lnTo>
                  <a:lnTo>
                    <a:pt x="104" y="60"/>
                  </a:lnTo>
                  <a:lnTo>
                    <a:pt x="104" y="56"/>
                  </a:lnTo>
                  <a:lnTo>
                    <a:pt x="108" y="56"/>
                  </a:lnTo>
                  <a:lnTo>
                    <a:pt x="108" y="52"/>
                  </a:lnTo>
                  <a:lnTo>
                    <a:pt x="108" y="48"/>
                  </a:lnTo>
                  <a:lnTo>
                    <a:pt x="108" y="44"/>
                  </a:lnTo>
                  <a:lnTo>
                    <a:pt x="116" y="44"/>
                  </a:lnTo>
                  <a:lnTo>
                    <a:pt x="120" y="44"/>
                  </a:lnTo>
                  <a:lnTo>
                    <a:pt x="120" y="42"/>
                  </a:lnTo>
                  <a:lnTo>
                    <a:pt x="122" y="42"/>
                  </a:lnTo>
                  <a:lnTo>
                    <a:pt x="122" y="44"/>
                  </a:lnTo>
                  <a:lnTo>
                    <a:pt x="122" y="48"/>
                  </a:lnTo>
                  <a:lnTo>
                    <a:pt x="130" y="48"/>
                  </a:lnTo>
                  <a:lnTo>
                    <a:pt x="138" y="48"/>
                  </a:lnTo>
                  <a:lnTo>
                    <a:pt x="142" y="48"/>
                  </a:lnTo>
                  <a:lnTo>
                    <a:pt x="142" y="52"/>
                  </a:lnTo>
                  <a:lnTo>
                    <a:pt x="142" y="56"/>
                  </a:lnTo>
                  <a:lnTo>
                    <a:pt x="142" y="60"/>
                  </a:lnTo>
                  <a:lnTo>
                    <a:pt x="142" y="64"/>
                  </a:lnTo>
                  <a:lnTo>
                    <a:pt x="142" y="68"/>
                  </a:lnTo>
                  <a:lnTo>
                    <a:pt x="142" y="70"/>
                  </a:lnTo>
                  <a:lnTo>
                    <a:pt x="142" y="74"/>
                  </a:lnTo>
                  <a:lnTo>
                    <a:pt x="142" y="78"/>
                  </a:lnTo>
                  <a:lnTo>
                    <a:pt x="142" y="82"/>
                  </a:lnTo>
                  <a:lnTo>
                    <a:pt x="142" y="86"/>
                  </a:lnTo>
                  <a:lnTo>
                    <a:pt x="142" y="90"/>
                  </a:lnTo>
                  <a:lnTo>
                    <a:pt x="146" y="94"/>
                  </a:lnTo>
                  <a:lnTo>
                    <a:pt x="146" y="98"/>
                  </a:lnTo>
                  <a:lnTo>
                    <a:pt x="150" y="100"/>
                  </a:lnTo>
                  <a:lnTo>
                    <a:pt x="150" y="104"/>
                  </a:lnTo>
                  <a:lnTo>
                    <a:pt x="150" y="108"/>
                  </a:lnTo>
                  <a:lnTo>
                    <a:pt x="146" y="108"/>
                  </a:lnTo>
                  <a:lnTo>
                    <a:pt x="146" y="112"/>
                  </a:lnTo>
                  <a:lnTo>
                    <a:pt x="146" y="116"/>
                  </a:lnTo>
                  <a:lnTo>
                    <a:pt x="150" y="116"/>
                  </a:lnTo>
                  <a:lnTo>
                    <a:pt x="150" y="112"/>
                  </a:lnTo>
                  <a:lnTo>
                    <a:pt x="152" y="112"/>
                  </a:lnTo>
                  <a:lnTo>
                    <a:pt x="156" y="112"/>
                  </a:lnTo>
                  <a:lnTo>
                    <a:pt x="160" y="112"/>
                  </a:lnTo>
                  <a:lnTo>
                    <a:pt x="164" y="112"/>
                  </a:lnTo>
                  <a:lnTo>
                    <a:pt x="168" y="112"/>
                  </a:lnTo>
                  <a:lnTo>
                    <a:pt x="172" y="112"/>
                  </a:lnTo>
                  <a:lnTo>
                    <a:pt x="172" y="108"/>
                  </a:lnTo>
                  <a:lnTo>
                    <a:pt x="172" y="112"/>
                  </a:lnTo>
                  <a:lnTo>
                    <a:pt x="172" y="116"/>
                  </a:lnTo>
                  <a:lnTo>
                    <a:pt x="172" y="120"/>
                  </a:lnTo>
                  <a:lnTo>
                    <a:pt x="172" y="124"/>
                  </a:lnTo>
                  <a:lnTo>
                    <a:pt x="172" y="126"/>
                  </a:lnTo>
                  <a:lnTo>
                    <a:pt x="172" y="134"/>
                  </a:lnTo>
                  <a:lnTo>
                    <a:pt x="172" y="138"/>
                  </a:lnTo>
                  <a:lnTo>
                    <a:pt x="172" y="142"/>
                  </a:lnTo>
                  <a:lnTo>
                    <a:pt x="172" y="146"/>
                  </a:lnTo>
                  <a:lnTo>
                    <a:pt x="168" y="146"/>
                  </a:lnTo>
                  <a:lnTo>
                    <a:pt x="164" y="146"/>
                  </a:lnTo>
                  <a:lnTo>
                    <a:pt x="160" y="146"/>
                  </a:lnTo>
                  <a:lnTo>
                    <a:pt x="156" y="146"/>
                  </a:lnTo>
                  <a:lnTo>
                    <a:pt x="150" y="146"/>
                  </a:lnTo>
                  <a:lnTo>
                    <a:pt x="142" y="146"/>
                  </a:lnTo>
                  <a:lnTo>
                    <a:pt x="142" y="154"/>
                  </a:lnTo>
                  <a:lnTo>
                    <a:pt x="142" y="160"/>
                  </a:lnTo>
                  <a:lnTo>
                    <a:pt x="142" y="164"/>
                  </a:lnTo>
                  <a:lnTo>
                    <a:pt x="142" y="172"/>
                  </a:lnTo>
                  <a:lnTo>
                    <a:pt x="142" y="176"/>
                  </a:lnTo>
                  <a:lnTo>
                    <a:pt x="142" y="180"/>
                  </a:lnTo>
                  <a:lnTo>
                    <a:pt x="142" y="190"/>
                  </a:lnTo>
                  <a:lnTo>
                    <a:pt x="142" y="198"/>
                  </a:lnTo>
                  <a:lnTo>
                    <a:pt x="142" y="202"/>
                  </a:lnTo>
                  <a:lnTo>
                    <a:pt x="146" y="202"/>
                  </a:lnTo>
                  <a:lnTo>
                    <a:pt x="146" y="206"/>
                  </a:lnTo>
                  <a:lnTo>
                    <a:pt x="146" y="210"/>
                  </a:lnTo>
                  <a:lnTo>
                    <a:pt x="150" y="210"/>
                  </a:lnTo>
                  <a:lnTo>
                    <a:pt x="150" y="212"/>
                  </a:lnTo>
                  <a:lnTo>
                    <a:pt x="152" y="216"/>
                  </a:lnTo>
                  <a:lnTo>
                    <a:pt x="160" y="224"/>
                  </a:lnTo>
                  <a:lnTo>
                    <a:pt x="164" y="228"/>
                  </a:lnTo>
                  <a:lnTo>
                    <a:pt x="164" y="228"/>
                  </a:lnTo>
                  <a:lnTo>
                    <a:pt x="164" y="2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4" name="Freeform 129"/>
            <p:cNvSpPr>
              <a:spLocks noChangeAspect="1"/>
            </p:cNvSpPr>
            <p:nvPr/>
          </p:nvSpPr>
          <p:spPr bwMode="gray">
            <a:xfrm>
              <a:off x="4820817" y="4147503"/>
              <a:ext cx="76528" cy="187840"/>
            </a:xfrm>
            <a:custGeom>
              <a:avLst/>
              <a:gdLst>
                <a:gd name="T0" fmla="*/ 30 w 44"/>
                <a:gd name="T1" fmla="*/ 90 h 108"/>
                <a:gd name="T2" fmla="*/ 26 w 44"/>
                <a:gd name="T3" fmla="*/ 96 h 108"/>
                <a:gd name="T4" fmla="*/ 26 w 44"/>
                <a:gd name="T5" fmla="*/ 104 h 108"/>
                <a:gd name="T6" fmla="*/ 26 w 44"/>
                <a:gd name="T7" fmla="*/ 104 h 108"/>
                <a:gd name="T8" fmla="*/ 22 w 44"/>
                <a:gd name="T9" fmla="*/ 104 h 108"/>
                <a:gd name="T10" fmla="*/ 18 w 44"/>
                <a:gd name="T11" fmla="*/ 108 h 108"/>
                <a:gd name="T12" fmla="*/ 10 w 44"/>
                <a:gd name="T13" fmla="*/ 108 h 108"/>
                <a:gd name="T14" fmla="*/ 10 w 44"/>
                <a:gd name="T15" fmla="*/ 108 h 108"/>
                <a:gd name="T16" fmla="*/ 14 w 44"/>
                <a:gd name="T17" fmla="*/ 108 h 108"/>
                <a:gd name="T18" fmla="*/ 10 w 44"/>
                <a:gd name="T19" fmla="*/ 100 h 108"/>
                <a:gd name="T20" fmla="*/ 10 w 44"/>
                <a:gd name="T21" fmla="*/ 100 h 108"/>
                <a:gd name="T22" fmla="*/ 10 w 44"/>
                <a:gd name="T23" fmla="*/ 96 h 108"/>
                <a:gd name="T24" fmla="*/ 10 w 44"/>
                <a:gd name="T25" fmla="*/ 90 h 108"/>
                <a:gd name="T26" fmla="*/ 10 w 44"/>
                <a:gd name="T27" fmla="*/ 86 h 108"/>
                <a:gd name="T28" fmla="*/ 10 w 44"/>
                <a:gd name="T29" fmla="*/ 78 h 108"/>
                <a:gd name="T30" fmla="*/ 10 w 44"/>
                <a:gd name="T31" fmla="*/ 66 h 108"/>
                <a:gd name="T32" fmla="*/ 10 w 44"/>
                <a:gd name="T33" fmla="*/ 60 h 108"/>
                <a:gd name="T34" fmla="*/ 10 w 44"/>
                <a:gd name="T35" fmla="*/ 56 h 108"/>
                <a:gd name="T36" fmla="*/ 6 w 44"/>
                <a:gd name="T37" fmla="*/ 56 h 108"/>
                <a:gd name="T38" fmla="*/ 6 w 44"/>
                <a:gd name="T39" fmla="*/ 52 h 108"/>
                <a:gd name="T40" fmla="*/ 6 w 44"/>
                <a:gd name="T41" fmla="*/ 48 h 108"/>
                <a:gd name="T42" fmla="*/ 6 w 44"/>
                <a:gd name="T43" fmla="*/ 40 h 108"/>
                <a:gd name="T44" fmla="*/ 0 w 44"/>
                <a:gd name="T45" fmla="*/ 38 h 108"/>
                <a:gd name="T46" fmla="*/ 0 w 44"/>
                <a:gd name="T47" fmla="*/ 34 h 108"/>
                <a:gd name="T48" fmla="*/ 0 w 44"/>
                <a:gd name="T49" fmla="*/ 30 h 108"/>
                <a:gd name="T50" fmla="*/ 0 w 44"/>
                <a:gd name="T51" fmla="*/ 26 h 108"/>
                <a:gd name="T52" fmla="*/ 2 w 44"/>
                <a:gd name="T53" fmla="*/ 22 h 108"/>
                <a:gd name="T54" fmla="*/ 6 w 44"/>
                <a:gd name="T55" fmla="*/ 18 h 108"/>
                <a:gd name="T56" fmla="*/ 6 w 44"/>
                <a:gd name="T57" fmla="*/ 18 h 108"/>
                <a:gd name="T58" fmla="*/ 10 w 44"/>
                <a:gd name="T59" fmla="*/ 18 h 108"/>
                <a:gd name="T60" fmla="*/ 14 w 44"/>
                <a:gd name="T61" fmla="*/ 18 h 108"/>
                <a:gd name="T62" fmla="*/ 18 w 44"/>
                <a:gd name="T63" fmla="*/ 18 h 108"/>
                <a:gd name="T64" fmla="*/ 18 w 44"/>
                <a:gd name="T65" fmla="*/ 14 h 108"/>
                <a:gd name="T66" fmla="*/ 22 w 44"/>
                <a:gd name="T67" fmla="*/ 12 h 108"/>
                <a:gd name="T68" fmla="*/ 22 w 44"/>
                <a:gd name="T69" fmla="*/ 8 h 108"/>
                <a:gd name="T70" fmla="*/ 26 w 44"/>
                <a:gd name="T71" fmla="*/ 4 h 108"/>
                <a:gd name="T72" fmla="*/ 30 w 44"/>
                <a:gd name="T73" fmla="*/ 0 h 108"/>
                <a:gd name="T74" fmla="*/ 34 w 44"/>
                <a:gd name="T75" fmla="*/ 8 h 108"/>
                <a:gd name="T76" fmla="*/ 36 w 44"/>
                <a:gd name="T77" fmla="*/ 12 h 108"/>
                <a:gd name="T78" fmla="*/ 36 w 44"/>
                <a:gd name="T79" fmla="*/ 12 h 108"/>
                <a:gd name="T80" fmla="*/ 40 w 44"/>
                <a:gd name="T81" fmla="*/ 14 h 108"/>
                <a:gd name="T82" fmla="*/ 40 w 44"/>
                <a:gd name="T83" fmla="*/ 22 h 108"/>
                <a:gd name="T84" fmla="*/ 40 w 44"/>
                <a:gd name="T85" fmla="*/ 26 h 108"/>
                <a:gd name="T86" fmla="*/ 40 w 44"/>
                <a:gd name="T87" fmla="*/ 30 h 108"/>
                <a:gd name="T88" fmla="*/ 44 w 44"/>
                <a:gd name="T89" fmla="*/ 30 h 108"/>
                <a:gd name="T90" fmla="*/ 40 w 44"/>
                <a:gd name="T91" fmla="*/ 38 h 108"/>
                <a:gd name="T92" fmla="*/ 40 w 44"/>
                <a:gd name="T93" fmla="*/ 38 h 108"/>
                <a:gd name="T94" fmla="*/ 40 w 44"/>
                <a:gd name="T95" fmla="*/ 40 h 108"/>
                <a:gd name="T96" fmla="*/ 36 w 44"/>
                <a:gd name="T97" fmla="*/ 44 h 108"/>
                <a:gd name="T98" fmla="*/ 36 w 44"/>
                <a:gd name="T99" fmla="*/ 48 h 108"/>
                <a:gd name="T100" fmla="*/ 34 w 44"/>
                <a:gd name="T101" fmla="*/ 52 h 108"/>
                <a:gd name="T102" fmla="*/ 34 w 44"/>
                <a:gd name="T103" fmla="*/ 56 h 108"/>
                <a:gd name="T104" fmla="*/ 30 w 44"/>
                <a:gd name="T105" fmla="*/ 60 h 108"/>
                <a:gd name="T106" fmla="*/ 30 w 44"/>
                <a:gd name="T107" fmla="*/ 60 h 108"/>
                <a:gd name="T108" fmla="*/ 26 w 44"/>
                <a:gd name="T109" fmla="*/ 66 h 108"/>
                <a:gd name="T110" fmla="*/ 26 w 44"/>
                <a:gd name="T111" fmla="*/ 70 h 108"/>
                <a:gd name="T112" fmla="*/ 26 w 44"/>
                <a:gd name="T113" fmla="*/ 74 h 108"/>
                <a:gd name="T114" fmla="*/ 26 w 44"/>
                <a:gd name="T115" fmla="*/ 78 h 108"/>
                <a:gd name="T116" fmla="*/ 26 w 44"/>
                <a:gd name="T117" fmla="*/ 82 h 108"/>
                <a:gd name="T118" fmla="*/ 26 w 44"/>
                <a:gd name="T119" fmla="*/ 82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 h="108">
                  <a:moveTo>
                    <a:pt x="26" y="82"/>
                  </a:moveTo>
                  <a:lnTo>
                    <a:pt x="26" y="82"/>
                  </a:lnTo>
                  <a:lnTo>
                    <a:pt x="26" y="86"/>
                  </a:lnTo>
                  <a:lnTo>
                    <a:pt x="30" y="90"/>
                  </a:lnTo>
                  <a:lnTo>
                    <a:pt x="30" y="92"/>
                  </a:lnTo>
                  <a:lnTo>
                    <a:pt x="26" y="92"/>
                  </a:lnTo>
                  <a:lnTo>
                    <a:pt x="26" y="96"/>
                  </a:lnTo>
                  <a:lnTo>
                    <a:pt x="26" y="96"/>
                  </a:lnTo>
                  <a:lnTo>
                    <a:pt x="26" y="96"/>
                  </a:lnTo>
                  <a:lnTo>
                    <a:pt x="26" y="100"/>
                  </a:lnTo>
                  <a:lnTo>
                    <a:pt x="26" y="100"/>
                  </a:lnTo>
                  <a:lnTo>
                    <a:pt x="26" y="104"/>
                  </a:lnTo>
                  <a:lnTo>
                    <a:pt x="26" y="104"/>
                  </a:lnTo>
                  <a:lnTo>
                    <a:pt x="26" y="104"/>
                  </a:lnTo>
                  <a:lnTo>
                    <a:pt x="26" y="104"/>
                  </a:lnTo>
                  <a:lnTo>
                    <a:pt x="26" y="104"/>
                  </a:lnTo>
                  <a:lnTo>
                    <a:pt x="22" y="104"/>
                  </a:lnTo>
                  <a:lnTo>
                    <a:pt x="22" y="104"/>
                  </a:lnTo>
                  <a:lnTo>
                    <a:pt x="22" y="104"/>
                  </a:lnTo>
                  <a:lnTo>
                    <a:pt x="22" y="104"/>
                  </a:lnTo>
                  <a:lnTo>
                    <a:pt x="22" y="104"/>
                  </a:lnTo>
                  <a:lnTo>
                    <a:pt x="22" y="104"/>
                  </a:lnTo>
                  <a:lnTo>
                    <a:pt x="22" y="108"/>
                  </a:lnTo>
                  <a:lnTo>
                    <a:pt x="18" y="108"/>
                  </a:lnTo>
                  <a:lnTo>
                    <a:pt x="18" y="108"/>
                  </a:lnTo>
                  <a:lnTo>
                    <a:pt x="14" y="108"/>
                  </a:lnTo>
                  <a:lnTo>
                    <a:pt x="14" y="108"/>
                  </a:lnTo>
                  <a:lnTo>
                    <a:pt x="10" y="108"/>
                  </a:lnTo>
                  <a:lnTo>
                    <a:pt x="10" y="108"/>
                  </a:lnTo>
                  <a:lnTo>
                    <a:pt x="10" y="108"/>
                  </a:lnTo>
                  <a:lnTo>
                    <a:pt x="10" y="108"/>
                  </a:lnTo>
                  <a:lnTo>
                    <a:pt x="10" y="108"/>
                  </a:lnTo>
                  <a:lnTo>
                    <a:pt x="10" y="108"/>
                  </a:lnTo>
                  <a:lnTo>
                    <a:pt x="14" y="108"/>
                  </a:lnTo>
                  <a:lnTo>
                    <a:pt x="14" y="108"/>
                  </a:lnTo>
                  <a:lnTo>
                    <a:pt x="14" y="108"/>
                  </a:lnTo>
                  <a:lnTo>
                    <a:pt x="14" y="104"/>
                  </a:lnTo>
                  <a:lnTo>
                    <a:pt x="14" y="104"/>
                  </a:lnTo>
                  <a:lnTo>
                    <a:pt x="10" y="100"/>
                  </a:lnTo>
                  <a:lnTo>
                    <a:pt x="10" y="100"/>
                  </a:lnTo>
                  <a:lnTo>
                    <a:pt x="10" y="100"/>
                  </a:lnTo>
                  <a:lnTo>
                    <a:pt x="10" y="100"/>
                  </a:lnTo>
                  <a:lnTo>
                    <a:pt x="10" y="100"/>
                  </a:lnTo>
                  <a:lnTo>
                    <a:pt x="10" y="100"/>
                  </a:lnTo>
                  <a:lnTo>
                    <a:pt x="10" y="100"/>
                  </a:lnTo>
                  <a:lnTo>
                    <a:pt x="10" y="96"/>
                  </a:lnTo>
                  <a:lnTo>
                    <a:pt x="10" y="96"/>
                  </a:lnTo>
                  <a:lnTo>
                    <a:pt x="10" y="96"/>
                  </a:lnTo>
                  <a:lnTo>
                    <a:pt x="10" y="96"/>
                  </a:lnTo>
                  <a:lnTo>
                    <a:pt x="10" y="92"/>
                  </a:lnTo>
                  <a:lnTo>
                    <a:pt x="10" y="92"/>
                  </a:lnTo>
                  <a:lnTo>
                    <a:pt x="10" y="90"/>
                  </a:lnTo>
                  <a:lnTo>
                    <a:pt x="10" y="90"/>
                  </a:lnTo>
                  <a:lnTo>
                    <a:pt x="10" y="86"/>
                  </a:lnTo>
                  <a:lnTo>
                    <a:pt x="10" y="86"/>
                  </a:lnTo>
                  <a:lnTo>
                    <a:pt x="10" y="86"/>
                  </a:lnTo>
                  <a:lnTo>
                    <a:pt x="10" y="86"/>
                  </a:lnTo>
                  <a:lnTo>
                    <a:pt x="10" y="86"/>
                  </a:lnTo>
                  <a:lnTo>
                    <a:pt x="10" y="82"/>
                  </a:lnTo>
                  <a:lnTo>
                    <a:pt x="10" y="78"/>
                  </a:lnTo>
                  <a:lnTo>
                    <a:pt x="10" y="70"/>
                  </a:lnTo>
                  <a:lnTo>
                    <a:pt x="10" y="70"/>
                  </a:lnTo>
                  <a:lnTo>
                    <a:pt x="10" y="70"/>
                  </a:lnTo>
                  <a:lnTo>
                    <a:pt x="10" y="66"/>
                  </a:lnTo>
                  <a:lnTo>
                    <a:pt x="10" y="64"/>
                  </a:lnTo>
                  <a:lnTo>
                    <a:pt x="10" y="64"/>
                  </a:lnTo>
                  <a:lnTo>
                    <a:pt x="10" y="60"/>
                  </a:lnTo>
                  <a:lnTo>
                    <a:pt x="10" y="60"/>
                  </a:lnTo>
                  <a:lnTo>
                    <a:pt x="10" y="56"/>
                  </a:lnTo>
                  <a:lnTo>
                    <a:pt x="10" y="56"/>
                  </a:lnTo>
                  <a:lnTo>
                    <a:pt x="10" y="56"/>
                  </a:lnTo>
                  <a:lnTo>
                    <a:pt x="10" y="56"/>
                  </a:lnTo>
                  <a:lnTo>
                    <a:pt x="10" y="56"/>
                  </a:lnTo>
                  <a:lnTo>
                    <a:pt x="6" y="56"/>
                  </a:lnTo>
                  <a:lnTo>
                    <a:pt x="6" y="56"/>
                  </a:lnTo>
                  <a:lnTo>
                    <a:pt x="6" y="56"/>
                  </a:lnTo>
                  <a:lnTo>
                    <a:pt x="6" y="52"/>
                  </a:lnTo>
                  <a:lnTo>
                    <a:pt x="6" y="52"/>
                  </a:lnTo>
                  <a:lnTo>
                    <a:pt x="6" y="52"/>
                  </a:lnTo>
                  <a:lnTo>
                    <a:pt x="6" y="52"/>
                  </a:lnTo>
                  <a:lnTo>
                    <a:pt x="6" y="52"/>
                  </a:lnTo>
                  <a:lnTo>
                    <a:pt x="6" y="52"/>
                  </a:lnTo>
                  <a:lnTo>
                    <a:pt x="6" y="48"/>
                  </a:lnTo>
                  <a:lnTo>
                    <a:pt x="6" y="48"/>
                  </a:lnTo>
                  <a:lnTo>
                    <a:pt x="6" y="44"/>
                  </a:lnTo>
                  <a:lnTo>
                    <a:pt x="6" y="44"/>
                  </a:lnTo>
                  <a:lnTo>
                    <a:pt x="6" y="40"/>
                  </a:lnTo>
                  <a:lnTo>
                    <a:pt x="6" y="40"/>
                  </a:lnTo>
                  <a:lnTo>
                    <a:pt x="2" y="40"/>
                  </a:lnTo>
                  <a:lnTo>
                    <a:pt x="2" y="40"/>
                  </a:lnTo>
                  <a:lnTo>
                    <a:pt x="2" y="40"/>
                  </a:lnTo>
                  <a:lnTo>
                    <a:pt x="0" y="38"/>
                  </a:lnTo>
                  <a:lnTo>
                    <a:pt x="0" y="34"/>
                  </a:lnTo>
                  <a:lnTo>
                    <a:pt x="0" y="34"/>
                  </a:lnTo>
                  <a:lnTo>
                    <a:pt x="0" y="34"/>
                  </a:lnTo>
                  <a:lnTo>
                    <a:pt x="0" y="34"/>
                  </a:lnTo>
                  <a:lnTo>
                    <a:pt x="0" y="34"/>
                  </a:lnTo>
                  <a:lnTo>
                    <a:pt x="0" y="30"/>
                  </a:lnTo>
                  <a:lnTo>
                    <a:pt x="0" y="30"/>
                  </a:lnTo>
                  <a:lnTo>
                    <a:pt x="0" y="30"/>
                  </a:lnTo>
                  <a:lnTo>
                    <a:pt x="0" y="30"/>
                  </a:lnTo>
                  <a:lnTo>
                    <a:pt x="0" y="30"/>
                  </a:lnTo>
                  <a:lnTo>
                    <a:pt x="0" y="30"/>
                  </a:lnTo>
                  <a:lnTo>
                    <a:pt x="0" y="26"/>
                  </a:lnTo>
                  <a:lnTo>
                    <a:pt x="0" y="26"/>
                  </a:lnTo>
                  <a:lnTo>
                    <a:pt x="2" y="26"/>
                  </a:lnTo>
                  <a:lnTo>
                    <a:pt x="2" y="26"/>
                  </a:lnTo>
                  <a:lnTo>
                    <a:pt x="2" y="22"/>
                  </a:lnTo>
                  <a:lnTo>
                    <a:pt x="2" y="22"/>
                  </a:lnTo>
                  <a:lnTo>
                    <a:pt x="6" y="22"/>
                  </a:lnTo>
                  <a:lnTo>
                    <a:pt x="6" y="22"/>
                  </a:lnTo>
                  <a:lnTo>
                    <a:pt x="6" y="18"/>
                  </a:lnTo>
                  <a:lnTo>
                    <a:pt x="6" y="18"/>
                  </a:lnTo>
                  <a:lnTo>
                    <a:pt x="6" y="18"/>
                  </a:lnTo>
                  <a:lnTo>
                    <a:pt x="6" y="18"/>
                  </a:lnTo>
                  <a:lnTo>
                    <a:pt x="6" y="18"/>
                  </a:lnTo>
                  <a:lnTo>
                    <a:pt x="6" y="18"/>
                  </a:lnTo>
                  <a:lnTo>
                    <a:pt x="10" y="18"/>
                  </a:lnTo>
                  <a:lnTo>
                    <a:pt x="10" y="18"/>
                  </a:lnTo>
                  <a:lnTo>
                    <a:pt x="10" y="18"/>
                  </a:lnTo>
                  <a:lnTo>
                    <a:pt x="10" y="18"/>
                  </a:lnTo>
                  <a:lnTo>
                    <a:pt x="10" y="18"/>
                  </a:lnTo>
                  <a:lnTo>
                    <a:pt x="14" y="18"/>
                  </a:lnTo>
                  <a:lnTo>
                    <a:pt x="14" y="18"/>
                  </a:lnTo>
                  <a:lnTo>
                    <a:pt x="14" y="18"/>
                  </a:lnTo>
                  <a:lnTo>
                    <a:pt x="14" y="18"/>
                  </a:lnTo>
                  <a:lnTo>
                    <a:pt x="18" y="18"/>
                  </a:lnTo>
                  <a:lnTo>
                    <a:pt x="18" y="18"/>
                  </a:lnTo>
                  <a:lnTo>
                    <a:pt x="18" y="18"/>
                  </a:lnTo>
                  <a:lnTo>
                    <a:pt x="18" y="18"/>
                  </a:lnTo>
                  <a:lnTo>
                    <a:pt x="18" y="18"/>
                  </a:lnTo>
                  <a:lnTo>
                    <a:pt x="18" y="14"/>
                  </a:lnTo>
                  <a:lnTo>
                    <a:pt x="22" y="14"/>
                  </a:lnTo>
                  <a:lnTo>
                    <a:pt x="22" y="14"/>
                  </a:lnTo>
                  <a:lnTo>
                    <a:pt x="22" y="12"/>
                  </a:lnTo>
                  <a:lnTo>
                    <a:pt x="22" y="12"/>
                  </a:lnTo>
                  <a:lnTo>
                    <a:pt x="22" y="12"/>
                  </a:lnTo>
                  <a:lnTo>
                    <a:pt x="22" y="12"/>
                  </a:lnTo>
                  <a:lnTo>
                    <a:pt x="22" y="8"/>
                  </a:lnTo>
                  <a:lnTo>
                    <a:pt x="22" y="8"/>
                  </a:lnTo>
                  <a:lnTo>
                    <a:pt x="22" y="4"/>
                  </a:lnTo>
                  <a:lnTo>
                    <a:pt x="22" y="4"/>
                  </a:lnTo>
                  <a:lnTo>
                    <a:pt x="26" y="4"/>
                  </a:lnTo>
                  <a:lnTo>
                    <a:pt x="26" y="4"/>
                  </a:lnTo>
                  <a:lnTo>
                    <a:pt x="26" y="4"/>
                  </a:lnTo>
                  <a:lnTo>
                    <a:pt x="26" y="4"/>
                  </a:lnTo>
                  <a:lnTo>
                    <a:pt x="30" y="4"/>
                  </a:lnTo>
                  <a:lnTo>
                    <a:pt x="30" y="0"/>
                  </a:lnTo>
                  <a:lnTo>
                    <a:pt x="30" y="4"/>
                  </a:lnTo>
                  <a:lnTo>
                    <a:pt x="30" y="4"/>
                  </a:lnTo>
                  <a:lnTo>
                    <a:pt x="34" y="8"/>
                  </a:lnTo>
                  <a:lnTo>
                    <a:pt x="34" y="8"/>
                  </a:lnTo>
                  <a:lnTo>
                    <a:pt x="34" y="8"/>
                  </a:lnTo>
                  <a:lnTo>
                    <a:pt x="34" y="12"/>
                  </a:lnTo>
                  <a:lnTo>
                    <a:pt x="36" y="12"/>
                  </a:lnTo>
                  <a:lnTo>
                    <a:pt x="36" y="12"/>
                  </a:lnTo>
                  <a:lnTo>
                    <a:pt x="36" y="12"/>
                  </a:lnTo>
                  <a:lnTo>
                    <a:pt x="36" y="12"/>
                  </a:lnTo>
                  <a:lnTo>
                    <a:pt x="36" y="12"/>
                  </a:lnTo>
                  <a:lnTo>
                    <a:pt x="36" y="12"/>
                  </a:lnTo>
                  <a:lnTo>
                    <a:pt x="36" y="12"/>
                  </a:lnTo>
                  <a:lnTo>
                    <a:pt x="40" y="14"/>
                  </a:lnTo>
                  <a:lnTo>
                    <a:pt x="40" y="14"/>
                  </a:lnTo>
                  <a:lnTo>
                    <a:pt x="40" y="14"/>
                  </a:lnTo>
                  <a:lnTo>
                    <a:pt x="36" y="14"/>
                  </a:lnTo>
                  <a:lnTo>
                    <a:pt x="36" y="18"/>
                  </a:lnTo>
                  <a:lnTo>
                    <a:pt x="40" y="22"/>
                  </a:lnTo>
                  <a:lnTo>
                    <a:pt x="40" y="22"/>
                  </a:lnTo>
                  <a:lnTo>
                    <a:pt x="40" y="22"/>
                  </a:lnTo>
                  <a:lnTo>
                    <a:pt x="40" y="22"/>
                  </a:lnTo>
                  <a:lnTo>
                    <a:pt x="40" y="26"/>
                  </a:lnTo>
                  <a:lnTo>
                    <a:pt x="40" y="26"/>
                  </a:lnTo>
                  <a:lnTo>
                    <a:pt x="40" y="26"/>
                  </a:lnTo>
                  <a:lnTo>
                    <a:pt x="40" y="26"/>
                  </a:lnTo>
                  <a:lnTo>
                    <a:pt x="40" y="30"/>
                  </a:lnTo>
                  <a:lnTo>
                    <a:pt x="40" y="30"/>
                  </a:lnTo>
                  <a:lnTo>
                    <a:pt x="40" y="30"/>
                  </a:lnTo>
                  <a:lnTo>
                    <a:pt x="40" y="30"/>
                  </a:lnTo>
                  <a:lnTo>
                    <a:pt x="44" y="30"/>
                  </a:lnTo>
                  <a:lnTo>
                    <a:pt x="44" y="30"/>
                  </a:lnTo>
                  <a:lnTo>
                    <a:pt x="44" y="34"/>
                  </a:lnTo>
                  <a:lnTo>
                    <a:pt x="40" y="34"/>
                  </a:lnTo>
                  <a:lnTo>
                    <a:pt x="40" y="38"/>
                  </a:lnTo>
                  <a:lnTo>
                    <a:pt x="40" y="38"/>
                  </a:lnTo>
                  <a:lnTo>
                    <a:pt x="40" y="38"/>
                  </a:lnTo>
                  <a:lnTo>
                    <a:pt x="40" y="38"/>
                  </a:lnTo>
                  <a:lnTo>
                    <a:pt x="40" y="38"/>
                  </a:lnTo>
                  <a:lnTo>
                    <a:pt x="40" y="38"/>
                  </a:lnTo>
                  <a:lnTo>
                    <a:pt x="40" y="40"/>
                  </a:lnTo>
                  <a:lnTo>
                    <a:pt x="40" y="40"/>
                  </a:lnTo>
                  <a:lnTo>
                    <a:pt x="40" y="40"/>
                  </a:lnTo>
                  <a:lnTo>
                    <a:pt x="40" y="40"/>
                  </a:lnTo>
                  <a:lnTo>
                    <a:pt x="40" y="44"/>
                  </a:lnTo>
                  <a:lnTo>
                    <a:pt x="40" y="44"/>
                  </a:lnTo>
                  <a:lnTo>
                    <a:pt x="36" y="44"/>
                  </a:lnTo>
                  <a:lnTo>
                    <a:pt x="36" y="44"/>
                  </a:lnTo>
                  <a:lnTo>
                    <a:pt x="36" y="44"/>
                  </a:lnTo>
                  <a:lnTo>
                    <a:pt x="36" y="48"/>
                  </a:lnTo>
                  <a:lnTo>
                    <a:pt x="36" y="48"/>
                  </a:lnTo>
                  <a:lnTo>
                    <a:pt x="36" y="48"/>
                  </a:lnTo>
                  <a:lnTo>
                    <a:pt x="36" y="48"/>
                  </a:lnTo>
                  <a:lnTo>
                    <a:pt x="36" y="48"/>
                  </a:lnTo>
                  <a:lnTo>
                    <a:pt x="36" y="48"/>
                  </a:lnTo>
                  <a:lnTo>
                    <a:pt x="34" y="52"/>
                  </a:lnTo>
                  <a:lnTo>
                    <a:pt x="34" y="52"/>
                  </a:lnTo>
                  <a:lnTo>
                    <a:pt x="34" y="52"/>
                  </a:lnTo>
                  <a:lnTo>
                    <a:pt x="34" y="52"/>
                  </a:lnTo>
                  <a:lnTo>
                    <a:pt x="34" y="56"/>
                  </a:lnTo>
                  <a:lnTo>
                    <a:pt x="34" y="56"/>
                  </a:lnTo>
                  <a:lnTo>
                    <a:pt x="34" y="60"/>
                  </a:lnTo>
                  <a:lnTo>
                    <a:pt x="30" y="60"/>
                  </a:lnTo>
                  <a:lnTo>
                    <a:pt x="30" y="60"/>
                  </a:lnTo>
                  <a:lnTo>
                    <a:pt x="30" y="60"/>
                  </a:lnTo>
                  <a:lnTo>
                    <a:pt x="30" y="60"/>
                  </a:lnTo>
                  <a:lnTo>
                    <a:pt x="30" y="60"/>
                  </a:lnTo>
                  <a:lnTo>
                    <a:pt x="30" y="60"/>
                  </a:lnTo>
                  <a:lnTo>
                    <a:pt x="26" y="64"/>
                  </a:lnTo>
                  <a:lnTo>
                    <a:pt x="26" y="64"/>
                  </a:lnTo>
                  <a:lnTo>
                    <a:pt x="26" y="64"/>
                  </a:lnTo>
                  <a:lnTo>
                    <a:pt x="26" y="66"/>
                  </a:lnTo>
                  <a:lnTo>
                    <a:pt x="26" y="66"/>
                  </a:lnTo>
                  <a:lnTo>
                    <a:pt x="26" y="66"/>
                  </a:lnTo>
                  <a:lnTo>
                    <a:pt x="26" y="66"/>
                  </a:lnTo>
                  <a:lnTo>
                    <a:pt x="26" y="70"/>
                  </a:lnTo>
                  <a:lnTo>
                    <a:pt x="26" y="70"/>
                  </a:lnTo>
                  <a:lnTo>
                    <a:pt x="26" y="70"/>
                  </a:lnTo>
                  <a:lnTo>
                    <a:pt x="26" y="70"/>
                  </a:lnTo>
                  <a:lnTo>
                    <a:pt x="26" y="74"/>
                  </a:lnTo>
                  <a:lnTo>
                    <a:pt x="26" y="74"/>
                  </a:lnTo>
                  <a:lnTo>
                    <a:pt x="26" y="74"/>
                  </a:lnTo>
                  <a:lnTo>
                    <a:pt x="26" y="74"/>
                  </a:lnTo>
                  <a:lnTo>
                    <a:pt x="26" y="78"/>
                  </a:lnTo>
                  <a:lnTo>
                    <a:pt x="26" y="78"/>
                  </a:lnTo>
                  <a:lnTo>
                    <a:pt x="26" y="78"/>
                  </a:lnTo>
                  <a:lnTo>
                    <a:pt x="26" y="78"/>
                  </a:lnTo>
                  <a:lnTo>
                    <a:pt x="26" y="82"/>
                  </a:lnTo>
                  <a:lnTo>
                    <a:pt x="26" y="82"/>
                  </a:lnTo>
                  <a:lnTo>
                    <a:pt x="26" y="82"/>
                  </a:lnTo>
                  <a:lnTo>
                    <a:pt x="26" y="82"/>
                  </a:lnTo>
                  <a:lnTo>
                    <a:pt x="26" y="82"/>
                  </a:lnTo>
                  <a:lnTo>
                    <a:pt x="26" y="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5" name="Freeform 130"/>
            <p:cNvSpPr>
              <a:spLocks noChangeAspect="1"/>
            </p:cNvSpPr>
            <p:nvPr/>
          </p:nvSpPr>
          <p:spPr bwMode="gray">
            <a:xfrm>
              <a:off x="5290417" y="5055396"/>
              <a:ext cx="226104" cy="278282"/>
            </a:xfrm>
            <a:custGeom>
              <a:avLst/>
              <a:gdLst>
                <a:gd name="T0" fmla="*/ 82 w 130"/>
                <a:gd name="T1" fmla="*/ 124 h 160"/>
                <a:gd name="T2" fmla="*/ 80 w 130"/>
                <a:gd name="T3" fmla="*/ 134 h 160"/>
                <a:gd name="T4" fmla="*/ 76 w 130"/>
                <a:gd name="T5" fmla="*/ 142 h 160"/>
                <a:gd name="T6" fmla="*/ 68 w 130"/>
                <a:gd name="T7" fmla="*/ 142 h 160"/>
                <a:gd name="T8" fmla="*/ 64 w 130"/>
                <a:gd name="T9" fmla="*/ 138 h 160"/>
                <a:gd name="T10" fmla="*/ 60 w 130"/>
                <a:gd name="T11" fmla="*/ 138 h 160"/>
                <a:gd name="T12" fmla="*/ 54 w 130"/>
                <a:gd name="T13" fmla="*/ 134 h 160"/>
                <a:gd name="T14" fmla="*/ 46 w 130"/>
                <a:gd name="T15" fmla="*/ 130 h 160"/>
                <a:gd name="T16" fmla="*/ 42 w 130"/>
                <a:gd name="T17" fmla="*/ 138 h 160"/>
                <a:gd name="T18" fmla="*/ 38 w 130"/>
                <a:gd name="T19" fmla="*/ 146 h 160"/>
                <a:gd name="T20" fmla="*/ 30 w 130"/>
                <a:gd name="T21" fmla="*/ 152 h 160"/>
                <a:gd name="T22" fmla="*/ 26 w 130"/>
                <a:gd name="T23" fmla="*/ 156 h 160"/>
                <a:gd name="T24" fmla="*/ 26 w 130"/>
                <a:gd name="T25" fmla="*/ 160 h 160"/>
                <a:gd name="T26" fmla="*/ 20 w 130"/>
                <a:gd name="T27" fmla="*/ 160 h 160"/>
                <a:gd name="T28" fmla="*/ 16 w 130"/>
                <a:gd name="T29" fmla="*/ 160 h 160"/>
                <a:gd name="T30" fmla="*/ 12 w 130"/>
                <a:gd name="T31" fmla="*/ 160 h 160"/>
                <a:gd name="T32" fmla="*/ 8 w 130"/>
                <a:gd name="T33" fmla="*/ 152 h 160"/>
                <a:gd name="T34" fmla="*/ 12 w 130"/>
                <a:gd name="T35" fmla="*/ 150 h 160"/>
                <a:gd name="T36" fmla="*/ 8 w 130"/>
                <a:gd name="T37" fmla="*/ 138 h 160"/>
                <a:gd name="T38" fmla="*/ 4 w 130"/>
                <a:gd name="T39" fmla="*/ 128 h 160"/>
                <a:gd name="T40" fmla="*/ 0 w 130"/>
                <a:gd name="T41" fmla="*/ 124 h 160"/>
                <a:gd name="T42" fmla="*/ 0 w 130"/>
                <a:gd name="T43" fmla="*/ 104 h 160"/>
                <a:gd name="T44" fmla="*/ 0 w 130"/>
                <a:gd name="T45" fmla="*/ 90 h 160"/>
                <a:gd name="T46" fmla="*/ 0 w 130"/>
                <a:gd name="T47" fmla="*/ 74 h 160"/>
                <a:gd name="T48" fmla="*/ 16 w 130"/>
                <a:gd name="T49" fmla="*/ 68 h 160"/>
                <a:gd name="T50" fmla="*/ 16 w 130"/>
                <a:gd name="T51" fmla="*/ 22 h 160"/>
                <a:gd name="T52" fmla="*/ 26 w 130"/>
                <a:gd name="T53" fmla="*/ 8 h 160"/>
                <a:gd name="T54" fmla="*/ 46 w 130"/>
                <a:gd name="T55" fmla="*/ 4 h 160"/>
                <a:gd name="T56" fmla="*/ 50 w 130"/>
                <a:gd name="T57" fmla="*/ 8 h 160"/>
                <a:gd name="T58" fmla="*/ 54 w 130"/>
                <a:gd name="T59" fmla="*/ 12 h 160"/>
                <a:gd name="T60" fmla="*/ 56 w 130"/>
                <a:gd name="T61" fmla="*/ 8 h 160"/>
                <a:gd name="T62" fmla="*/ 64 w 130"/>
                <a:gd name="T63" fmla="*/ 4 h 160"/>
                <a:gd name="T64" fmla="*/ 68 w 130"/>
                <a:gd name="T65" fmla="*/ 0 h 160"/>
                <a:gd name="T66" fmla="*/ 76 w 130"/>
                <a:gd name="T67" fmla="*/ 0 h 160"/>
                <a:gd name="T68" fmla="*/ 76 w 130"/>
                <a:gd name="T69" fmla="*/ 4 h 160"/>
                <a:gd name="T70" fmla="*/ 80 w 130"/>
                <a:gd name="T71" fmla="*/ 8 h 160"/>
                <a:gd name="T72" fmla="*/ 82 w 130"/>
                <a:gd name="T73" fmla="*/ 18 h 160"/>
                <a:gd name="T74" fmla="*/ 86 w 130"/>
                <a:gd name="T75" fmla="*/ 22 h 160"/>
                <a:gd name="T76" fmla="*/ 90 w 130"/>
                <a:gd name="T77" fmla="*/ 30 h 160"/>
                <a:gd name="T78" fmla="*/ 94 w 130"/>
                <a:gd name="T79" fmla="*/ 34 h 160"/>
                <a:gd name="T80" fmla="*/ 102 w 130"/>
                <a:gd name="T81" fmla="*/ 38 h 160"/>
                <a:gd name="T82" fmla="*/ 106 w 130"/>
                <a:gd name="T83" fmla="*/ 46 h 160"/>
                <a:gd name="T84" fmla="*/ 110 w 130"/>
                <a:gd name="T85" fmla="*/ 46 h 160"/>
                <a:gd name="T86" fmla="*/ 110 w 130"/>
                <a:gd name="T87" fmla="*/ 52 h 160"/>
                <a:gd name="T88" fmla="*/ 112 w 130"/>
                <a:gd name="T89" fmla="*/ 64 h 160"/>
                <a:gd name="T90" fmla="*/ 116 w 130"/>
                <a:gd name="T91" fmla="*/ 68 h 160"/>
                <a:gd name="T92" fmla="*/ 120 w 130"/>
                <a:gd name="T93" fmla="*/ 68 h 160"/>
                <a:gd name="T94" fmla="*/ 126 w 130"/>
                <a:gd name="T95" fmla="*/ 68 h 160"/>
                <a:gd name="T96" fmla="*/ 126 w 130"/>
                <a:gd name="T97" fmla="*/ 74 h 160"/>
                <a:gd name="T98" fmla="*/ 130 w 130"/>
                <a:gd name="T99" fmla="*/ 74 h 160"/>
                <a:gd name="T100" fmla="*/ 126 w 130"/>
                <a:gd name="T101" fmla="*/ 78 h 160"/>
                <a:gd name="T102" fmla="*/ 126 w 130"/>
                <a:gd name="T103" fmla="*/ 82 h 160"/>
                <a:gd name="T104" fmla="*/ 116 w 130"/>
                <a:gd name="T105" fmla="*/ 86 h 160"/>
                <a:gd name="T106" fmla="*/ 112 w 130"/>
                <a:gd name="T107" fmla="*/ 90 h 160"/>
                <a:gd name="T108" fmla="*/ 110 w 130"/>
                <a:gd name="T109" fmla="*/ 98 h 160"/>
                <a:gd name="T110" fmla="*/ 102 w 130"/>
                <a:gd name="T111" fmla="*/ 100 h 160"/>
                <a:gd name="T112" fmla="*/ 98 w 130"/>
                <a:gd name="T113" fmla="*/ 108 h 160"/>
                <a:gd name="T114" fmla="*/ 94 w 130"/>
                <a:gd name="T115" fmla="*/ 116 h 160"/>
                <a:gd name="T116" fmla="*/ 90 w 130"/>
                <a:gd name="T117" fmla="*/ 12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0" h="160">
                  <a:moveTo>
                    <a:pt x="90" y="120"/>
                  </a:moveTo>
                  <a:lnTo>
                    <a:pt x="90" y="120"/>
                  </a:lnTo>
                  <a:lnTo>
                    <a:pt x="90" y="120"/>
                  </a:lnTo>
                  <a:lnTo>
                    <a:pt x="90" y="120"/>
                  </a:lnTo>
                  <a:lnTo>
                    <a:pt x="86" y="120"/>
                  </a:lnTo>
                  <a:lnTo>
                    <a:pt x="86" y="120"/>
                  </a:lnTo>
                  <a:lnTo>
                    <a:pt x="82" y="124"/>
                  </a:lnTo>
                  <a:lnTo>
                    <a:pt x="82" y="124"/>
                  </a:lnTo>
                  <a:lnTo>
                    <a:pt x="82" y="124"/>
                  </a:lnTo>
                  <a:lnTo>
                    <a:pt x="82" y="124"/>
                  </a:lnTo>
                  <a:lnTo>
                    <a:pt x="82" y="128"/>
                  </a:lnTo>
                  <a:lnTo>
                    <a:pt x="82" y="130"/>
                  </a:lnTo>
                  <a:lnTo>
                    <a:pt x="80" y="134"/>
                  </a:lnTo>
                  <a:lnTo>
                    <a:pt x="80" y="134"/>
                  </a:lnTo>
                  <a:lnTo>
                    <a:pt x="80" y="138"/>
                  </a:lnTo>
                  <a:lnTo>
                    <a:pt x="80" y="138"/>
                  </a:lnTo>
                  <a:lnTo>
                    <a:pt x="80" y="138"/>
                  </a:lnTo>
                  <a:lnTo>
                    <a:pt x="80" y="138"/>
                  </a:lnTo>
                  <a:lnTo>
                    <a:pt x="76" y="138"/>
                  </a:lnTo>
                  <a:lnTo>
                    <a:pt x="76" y="142"/>
                  </a:lnTo>
                  <a:lnTo>
                    <a:pt x="76" y="142"/>
                  </a:lnTo>
                  <a:lnTo>
                    <a:pt x="72" y="142"/>
                  </a:lnTo>
                  <a:lnTo>
                    <a:pt x="72" y="138"/>
                  </a:lnTo>
                  <a:lnTo>
                    <a:pt x="72" y="138"/>
                  </a:lnTo>
                  <a:lnTo>
                    <a:pt x="72" y="138"/>
                  </a:lnTo>
                  <a:lnTo>
                    <a:pt x="72" y="138"/>
                  </a:lnTo>
                  <a:lnTo>
                    <a:pt x="72" y="142"/>
                  </a:lnTo>
                  <a:lnTo>
                    <a:pt x="68" y="142"/>
                  </a:lnTo>
                  <a:lnTo>
                    <a:pt x="68" y="142"/>
                  </a:lnTo>
                  <a:lnTo>
                    <a:pt x="68" y="142"/>
                  </a:lnTo>
                  <a:lnTo>
                    <a:pt x="68" y="142"/>
                  </a:lnTo>
                  <a:lnTo>
                    <a:pt x="64" y="142"/>
                  </a:lnTo>
                  <a:lnTo>
                    <a:pt x="64" y="142"/>
                  </a:lnTo>
                  <a:lnTo>
                    <a:pt x="64" y="142"/>
                  </a:lnTo>
                  <a:lnTo>
                    <a:pt x="64" y="138"/>
                  </a:lnTo>
                  <a:lnTo>
                    <a:pt x="64" y="138"/>
                  </a:lnTo>
                  <a:lnTo>
                    <a:pt x="64" y="142"/>
                  </a:lnTo>
                  <a:lnTo>
                    <a:pt x="60" y="142"/>
                  </a:lnTo>
                  <a:lnTo>
                    <a:pt x="60" y="138"/>
                  </a:lnTo>
                  <a:lnTo>
                    <a:pt x="60" y="138"/>
                  </a:lnTo>
                  <a:lnTo>
                    <a:pt x="60" y="138"/>
                  </a:lnTo>
                  <a:lnTo>
                    <a:pt x="60" y="138"/>
                  </a:lnTo>
                  <a:lnTo>
                    <a:pt x="60" y="138"/>
                  </a:lnTo>
                  <a:lnTo>
                    <a:pt x="56" y="138"/>
                  </a:lnTo>
                  <a:lnTo>
                    <a:pt x="56" y="138"/>
                  </a:lnTo>
                  <a:lnTo>
                    <a:pt x="56" y="138"/>
                  </a:lnTo>
                  <a:lnTo>
                    <a:pt x="56" y="138"/>
                  </a:lnTo>
                  <a:lnTo>
                    <a:pt x="56" y="138"/>
                  </a:lnTo>
                  <a:lnTo>
                    <a:pt x="54" y="134"/>
                  </a:lnTo>
                  <a:lnTo>
                    <a:pt x="54" y="134"/>
                  </a:lnTo>
                  <a:lnTo>
                    <a:pt x="54" y="134"/>
                  </a:lnTo>
                  <a:lnTo>
                    <a:pt x="54" y="134"/>
                  </a:lnTo>
                  <a:lnTo>
                    <a:pt x="54" y="134"/>
                  </a:lnTo>
                  <a:lnTo>
                    <a:pt x="50" y="130"/>
                  </a:lnTo>
                  <a:lnTo>
                    <a:pt x="50" y="130"/>
                  </a:lnTo>
                  <a:lnTo>
                    <a:pt x="46" y="130"/>
                  </a:lnTo>
                  <a:lnTo>
                    <a:pt x="46" y="130"/>
                  </a:lnTo>
                  <a:lnTo>
                    <a:pt x="42" y="130"/>
                  </a:lnTo>
                  <a:lnTo>
                    <a:pt x="42" y="130"/>
                  </a:lnTo>
                  <a:lnTo>
                    <a:pt x="42" y="134"/>
                  </a:lnTo>
                  <a:lnTo>
                    <a:pt x="42" y="134"/>
                  </a:lnTo>
                  <a:lnTo>
                    <a:pt x="42" y="138"/>
                  </a:lnTo>
                  <a:lnTo>
                    <a:pt x="42" y="138"/>
                  </a:lnTo>
                  <a:lnTo>
                    <a:pt x="42" y="138"/>
                  </a:lnTo>
                  <a:lnTo>
                    <a:pt x="38" y="138"/>
                  </a:lnTo>
                  <a:lnTo>
                    <a:pt x="38" y="138"/>
                  </a:lnTo>
                  <a:lnTo>
                    <a:pt x="38" y="142"/>
                  </a:lnTo>
                  <a:lnTo>
                    <a:pt x="38" y="142"/>
                  </a:lnTo>
                  <a:lnTo>
                    <a:pt x="38" y="146"/>
                  </a:lnTo>
                  <a:lnTo>
                    <a:pt x="38" y="146"/>
                  </a:lnTo>
                  <a:lnTo>
                    <a:pt x="38" y="146"/>
                  </a:lnTo>
                  <a:lnTo>
                    <a:pt x="38" y="146"/>
                  </a:lnTo>
                  <a:lnTo>
                    <a:pt x="38" y="146"/>
                  </a:lnTo>
                  <a:lnTo>
                    <a:pt x="34" y="150"/>
                  </a:lnTo>
                  <a:lnTo>
                    <a:pt x="34" y="150"/>
                  </a:lnTo>
                  <a:lnTo>
                    <a:pt x="30" y="150"/>
                  </a:lnTo>
                  <a:lnTo>
                    <a:pt x="30" y="152"/>
                  </a:lnTo>
                  <a:lnTo>
                    <a:pt x="30" y="152"/>
                  </a:lnTo>
                  <a:lnTo>
                    <a:pt x="30" y="152"/>
                  </a:lnTo>
                  <a:lnTo>
                    <a:pt x="30" y="152"/>
                  </a:lnTo>
                  <a:lnTo>
                    <a:pt x="30" y="156"/>
                  </a:lnTo>
                  <a:lnTo>
                    <a:pt x="30" y="156"/>
                  </a:lnTo>
                  <a:lnTo>
                    <a:pt x="26" y="156"/>
                  </a:lnTo>
                  <a:lnTo>
                    <a:pt x="26" y="156"/>
                  </a:lnTo>
                  <a:lnTo>
                    <a:pt x="26" y="156"/>
                  </a:lnTo>
                  <a:lnTo>
                    <a:pt x="26" y="156"/>
                  </a:lnTo>
                  <a:lnTo>
                    <a:pt x="26" y="156"/>
                  </a:lnTo>
                  <a:lnTo>
                    <a:pt x="26" y="156"/>
                  </a:lnTo>
                  <a:lnTo>
                    <a:pt x="26" y="156"/>
                  </a:lnTo>
                  <a:lnTo>
                    <a:pt x="26" y="160"/>
                  </a:lnTo>
                  <a:lnTo>
                    <a:pt x="26" y="160"/>
                  </a:lnTo>
                  <a:lnTo>
                    <a:pt x="24" y="160"/>
                  </a:lnTo>
                  <a:lnTo>
                    <a:pt x="24" y="160"/>
                  </a:lnTo>
                  <a:lnTo>
                    <a:pt x="24" y="160"/>
                  </a:lnTo>
                  <a:lnTo>
                    <a:pt x="24" y="160"/>
                  </a:lnTo>
                  <a:lnTo>
                    <a:pt x="24" y="160"/>
                  </a:lnTo>
                  <a:lnTo>
                    <a:pt x="20" y="160"/>
                  </a:lnTo>
                  <a:lnTo>
                    <a:pt x="20" y="160"/>
                  </a:lnTo>
                  <a:lnTo>
                    <a:pt x="20" y="160"/>
                  </a:lnTo>
                  <a:lnTo>
                    <a:pt x="20" y="160"/>
                  </a:lnTo>
                  <a:lnTo>
                    <a:pt x="20" y="160"/>
                  </a:lnTo>
                  <a:lnTo>
                    <a:pt x="20" y="160"/>
                  </a:lnTo>
                  <a:lnTo>
                    <a:pt x="16" y="160"/>
                  </a:lnTo>
                  <a:lnTo>
                    <a:pt x="16" y="160"/>
                  </a:lnTo>
                  <a:lnTo>
                    <a:pt x="16" y="160"/>
                  </a:lnTo>
                  <a:lnTo>
                    <a:pt x="16" y="160"/>
                  </a:lnTo>
                  <a:lnTo>
                    <a:pt x="16" y="160"/>
                  </a:lnTo>
                  <a:lnTo>
                    <a:pt x="16" y="160"/>
                  </a:lnTo>
                  <a:lnTo>
                    <a:pt x="16" y="160"/>
                  </a:lnTo>
                  <a:lnTo>
                    <a:pt x="12" y="160"/>
                  </a:lnTo>
                  <a:lnTo>
                    <a:pt x="12" y="160"/>
                  </a:lnTo>
                  <a:lnTo>
                    <a:pt x="12" y="160"/>
                  </a:lnTo>
                  <a:lnTo>
                    <a:pt x="12" y="160"/>
                  </a:lnTo>
                  <a:lnTo>
                    <a:pt x="12" y="160"/>
                  </a:lnTo>
                  <a:lnTo>
                    <a:pt x="12" y="160"/>
                  </a:lnTo>
                  <a:lnTo>
                    <a:pt x="12" y="160"/>
                  </a:lnTo>
                  <a:lnTo>
                    <a:pt x="8" y="160"/>
                  </a:lnTo>
                  <a:lnTo>
                    <a:pt x="8" y="156"/>
                  </a:lnTo>
                  <a:lnTo>
                    <a:pt x="8" y="152"/>
                  </a:lnTo>
                  <a:lnTo>
                    <a:pt x="8" y="152"/>
                  </a:lnTo>
                  <a:lnTo>
                    <a:pt x="8" y="152"/>
                  </a:lnTo>
                  <a:lnTo>
                    <a:pt x="8" y="152"/>
                  </a:lnTo>
                  <a:lnTo>
                    <a:pt x="8" y="152"/>
                  </a:lnTo>
                  <a:lnTo>
                    <a:pt x="12" y="152"/>
                  </a:lnTo>
                  <a:lnTo>
                    <a:pt x="12" y="150"/>
                  </a:lnTo>
                  <a:lnTo>
                    <a:pt x="12" y="150"/>
                  </a:lnTo>
                  <a:lnTo>
                    <a:pt x="12" y="150"/>
                  </a:lnTo>
                  <a:lnTo>
                    <a:pt x="12" y="146"/>
                  </a:lnTo>
                  <a:lnTo>
                    <a:pt x="12" y="142"/>
                  </a:lnTo>
                  <a:lnTo>
                    <a:pt x="12" y="142"/>
                  </a:lnTo>
                  <a:lnTo>
                    <a:pt x="12" y="142"/>
                  </a:lnTo>
                  <a:lnTo>
                    <a:pt x="8" y="138"/>
                  </a:lnTo>
                  <a:lnTo>
                    <a:pt x="8" y="138"/>
                  </a:lnTo>
                  <a:lnTo>
                    <a:pt x="12" y="138"/>
                  </a:lnTo>
                  <a:lnTo>
                    <a:pt x="8" y="134"/>
                  </a:lnTo>
                  <a:lnTo>
                    <a:pt x="8" y="134"/>
                  </a:lnTo>
                  <a:lnTo>
                    <a:pt x="8" y="134"/>
                  </a:lnTo>
                  <a:lnTo>
                    <a:pt x="8" y="130"/>
                  </a:lnTo>
                  <a:lnTo>
                    <a:pt x="8" y="130"/>
                  </a:lnTo>
                  <a:lnTo>
                    <a:pt x="4" y="128"/>
                  </a:lnTo>
                  <a:lnTo>
                    <a:pt x="4" y="128"/>
                  </a:lnTo>
                  <a:lnTo>
                    <a:pt x="4" y="124"/>
                  </a:lnTo>
                  <a:lnTo>
                    <a:pt x="4" y="124"/>
                  </a:lnTo>
                  <a:lnTo>
                    <a:pt x="0" y="124"/>
                  </a:lnTo>
                  <a:lnTo>
                    <a:pt x="0" y="124"/>
                  </a:lnTo>
                  <a:lnTo>
                    <a:pt x="0" y="124"/>
                  </a:lnTo>
                  <a:lnTo>
                    <a:pt x="0" y="124"/>
                  </a:lnTo>
                  <a:lnTo>
                    <a:pt x="0" y="124"/>
                  </a:lnTo>
                  <a:lnTo>
                    <a:pt x="0" y="124"/>
                  </a:lnTo>
                  <a:lnTo>
                    <a:pt x="0" y="120"/>
                  </a:lnTo>
                  <a:lnTo>
                    <a:pt x="0" y="116"/>
                  </a:lnTo>
                  <a:lnTo>
                    <a:pt x="0" y="112"/>
                  </a:lnTo>
                  <a:lnTo>
                    <a:pt x="0" y="108"/>
                  </a:lnTo>
                  <a:lnTo>
                    <a:pt x="0" y="104"/>
                  </a:lnTo>
                  <a:lnTo>
                    <a:pt x="0" y="104"/>
                  </a:lnTo>
                  <a:lnTo>
                    <a:pt x="0" y="100"/>
                  </a:lnTo>
                  <a:lnTo>
                    <a:pt x="0" y="98"/>
                  </a:lnTo>
                  <a:lnTo>
                    <a:pt x="0" y="98"/>
                  </a:lnTo>
                  <a:lnTo>
                    <a:pt x="0" y="94"/>
                  </a:lnTo>
                  <a:lnTo>
                    <a:pt x="0" y="90"/>
                  </a:lnTo>
                  <a:lnTo>
                    <a:pt x="0" y="90"/>
                  </a:lnTo>
                  <a:lnTo>
                    <a:pt x="0" y="90"/>
                  </a:lnTo>
                  <a:lnTo>
                    <a:pt x="0" y="86"/>
                  </a:lnTo>
                  <a:lnTo>
                    <a:pt x="0" y="82"/>
                  </a:lnTo>
                  <a:lnTo>
                    <a:pt x="0" y="78"/>
                  </a:lnTo>
                  <a:lnTo>
                    <a:pt x="0" y="74"/>
                  </a:lnTo>
                  <a:lnTo>
                    <a:pt x="0" y="74"/>
                  </a:lnTo>
                  <a:lnTo>
                    <a:pt x="0" y="74"/>
                  </a:lnTo>
                  <a:lnTo>
                    <a:pt x="4" y="74"/>
                  </a:lnTo>
                  <a:lnTo>
                    <a:pt x="8" y="74"/>
                  </a:lnTo>
                  <a:lnTo>
                    <a:pt x="12" y="74"/>
                  </a:lnTo>
                  <a:lnTo>
                    <a:pt x="16" y="74"/>
                  </a:lnTo>
                  <a:lnTo>
                    <a:pt x="16" y="72"/>
                  </a:lnTo>
                  <a:lnTo>
                    <a:pt x="16" y="72"/>
                  </a:lnTo>
                  <a:lnTo>
                    <a:pt x="16" y="68"/>
                  </a:lnTo>
                  <a:lnTo>
                    <a:pt x="16" y="60"/>
                  </a:lnTo>
                  <a:lnTo>
                    <a:pt x="16" y="56"/>
                  </a:lnTo>
                  <a:lnTo>
                    <a:pt x="16" y="56"/>
                  </a:lnTo>
                  <a:lnTo>
                    <a:pt x="16" y="52"/>
                  </a:lnTo>
                  <a:lnTo>
                    <a:pt x="16" y="42"/>
                  </a:lnTo>
                  <a:lnTo>
                    <a:pt x="16" y="38"/>
                  </a:lnTo>
                  <a:lnTo>
                    <a:pt x="16" y="22"/>
                  </a:lnTo>
                  <a:lnTo>
                    <a:pt x="16" y="16"/>
                  </a:lnTo>
                  <a:lnTo>
                    <a:pt x="16" y="12"/>
                  </a:lnTo>
                  <a:lnTo>
                    <a:pt x="16" y="8"/>
                  </a:lnTo>
                  <a:lnTo>
                    <a:pt x="16" y="8"/>
                  </a:lnTo>
                  <a:lnTo>
                    <a:pt x="20" y="8"/>
                  </a:lnTo>
                  <a:lnTo>
                    <a:pt x="20" y="8"/>
                  </a:lnTo>
                  <a:lnTo>
                    <a:pt x="26" y="8"/>
                  </a:lnTo>
                  <a:lnTo>
                    <a:pt x="30" y="4"/>
                  </a:lnTo>
                  <a:lnTo>
                    <a:pt x="34" y="4"/>
                  </a:lnTo>
                  <a:lnTo>
                    <a:pt x="38" y="4"/>
                  </a:lnTo>
                  <a:lnTo>
                    <a:pt x="46" y="4"/>
                  </a:lnTo>
                  <a:lnTo>
                    <a:pt x="46" y="4"/>
                  </a:lnTo>
                  <a:lnTo>
                    <a:pt x="46" y="4"/>
                  </a:lnTo>
                  <a:lnTo>
                    <a:pt x="46" y="4"/>
                  </a:lnTo>
                  <a:lnTo>
                    <a:pt x="50" y="4"/>
                  </a:lnTo>
                  <a:lnTo>
                    <a:pt x="50" y="4"/>
                  </a:lnTo>
                  <a:lnTo>
                    <a:pt x="50" y="4"/>
                  </a:lnTo>
                  <a:lnTo>
                    <a:pt x="50" y="4"/>
                  </a:lnTo>
                  <a:lnTo>
                    <a:pt x="50" y="8"/>
                  </a:lnTo>
                  <a:lnTo>
                    <a:pt x="50" y="8"/>
                  </a:lnTo>
                  <a:lnTo>
                    <a:pt x="50" y="8"/>
                  </a:lnTo>
                  <a:lnTo>
                    <a:pt x="50" y="8"/>
                  </a:lnTo>
                  <a:lnTo>
                    <a:pt x="50" y="8"/>
                  </a:lnTo>
                  <a:lnTo>
                    <a:pt x="50" y="8"/>
                  </a:lnTo>
                  <a:lnTo>
                    <a:pt x="50" y="12"/>
                  </a:lnTo>
                  <a:lnTo>
                    <a:pt x="50" y="12"/>
                  </a:lnTo>
                  <a:lnTo>
                    <a:pt x="54" y="12"/>
                  </a:lnTo>
                  <a:lnTo>
                    <a:pt x="54" y="12"/>
                  </a:lnTo>
                  <a:lnTo>
                    <a:pt x="54" y="12"/>
                  </a:lnTo>
                  <a:lnTo>
                    <a:pt x="54" y="8"/>
                  </a:lnTo>
                  <a:lnTo>
                    <a:pt x="54" y="8"/>
                  </a:lnTo>
                  <a:lnTo>
                    <a:pt x="54" y="8"/>
                  </a:lnTo>
                  <a:lnTo>
                    <a:pt x="56" y="8"/>
                  </a:lnTo>
                  <a:lnTo>
                    <a:pt x="56" y="8"/>
                  </a:lnTo>
                  <a:lnTo>
                    <a:pt x="56" y="8"/>
                  </a:lnTo>
                  <a:lnTo>
                    <a:pt x="56" y="8"/>
                  </a:lnTo>
                  <a:lnTo>
                    <a:pt x="56" y="4"/>
                  </a:lnTo>
                  <a:lnTo>
                    <a:pt x="60" y="4"/>
                  </a:lnTo>
                  <a:lnTo>
                    <a:pt x="60" y="0"/>
                  </a:lnTo>
                  <a:lnTo>
                    <a:pt x="64" y="0"/>
                  </a:lnTo>
                  <a:lnTo>
                    <a:pt x="64" y="0"/>
                  </a:lnTo>
                  <a:lnTo>
                    <a:pt x="64" y="4"/>
                  </a:lnTo>
                  <a:lnTo>
                    <a:pt x="64" y="4"/>
                  </a:lnTo>
                  <a:lnTo>
                    <a:pt x="64" y="4"/>
                  </a:lnTo>
                  <a:lnTo>
                    <a:pt x="64" y="4"/>
                  </a:lnTo>
                  <a:lnTo>
                    <a:pt x="64" y="4"/>
                  </a:lnTo>
                  <a:lnTo>
                    <a:pt x="64" y="4"/>
                  </a:lnTo>
                  <a:lnTo>
                    <a:pt x="68" y="0"/>
                  </a:lnTo>
                  <a:lnTo>
                    <a:pt x="68" y="0"/>
                  </a:lnTo>
                  <a:lnTo>
                    <a:pt x="72" y="0"/>
                  </a:lnTo>
                  <a:lnTo>
                    <a:pt x="72" y="0"/>
                  </a:lnTo>
                  <a:lnTo>
                    <a:pt x="72" y="0"/>
                  </a:lnTo>
                  <a:lnTo>
                    <a:pt x="72" y="0"/>
                  </a:lnTo>
                  <a:lnTo>
                    <a:pt x="72" y="0"/>
                  </a:lnTo>
                  <a:lnTo>
                    <a:pt x="72" y="0"/>
                  </a:lnTo>
                  <a:lnTo>
                    <a:pt x="76" y="0"/>
                  </a:lnTo>
                  <a:lnTo>
                    <a:pt x="76" y="0"/>
                  </a:lnTo>
                  <a:lnTo>
                    <a:pt x="76" y="0"/>
                  </a:lnTo>
                  <a:lnTo>
                    <a:pt x="76" y="0"/>
                  </a:lnTo>
                  <a:lnTo>
                    <a:pt x="76" y="0"/>
                  </a:lnTo>
                  <a:lnTo>
                    <a:pt x="76" y="0"/>
                  </a:lnTo>
                  <a:lnTo>
                    <a:pt x="76" y="4"/>
                  </a:lnTo>
                  <a:lnTo>
                    <a:pt x="76" y="4"/>
                  </a:lnTo>
                  <a:lnTo>
                    <a:pt x="76" y="4"/>
                  </a:lnTo>
                  <a:lnTo>
                    <a:pt x="76" y="4"/>
                  </a:lnTo>
                  <a:lnTo>
                    <a:pt x="80" y="8"/>
                  </a:lnTo>
                  <a:lnTo>
                    <a:pt x="80" y="8"/>
                  </a:lnTo>
                  <a:lnTo>
                    <a:pt x="80" y="8"/>
                  </a:lnTo>
                  <a:lnTo>
                    <a:pt x="80" y="8"/>
                  </a:lnTo>
                  <a:lnTo>
                    <a:pt x="80" y="8"/>
                  </a:lnTo>
                  <a:lnTo>
                    <a:pt x="80" y="12"/>
                  </a:lnTo>
                  <a:lnTo>
                    <a:pt x="80" y="12"/>
                  </a:lnTo>
                  <a:lnTo>
                    <a:pt x="80" y="12"/>
                  </a:lnTo>
                  <a:lnTo>
                    <a:pt x="82" y="12"/>
                  </a:lnTo>
                  <a:lnTo>
                    <a:pt x="82" y="16"/>
                  </a:lnTo>
                  <a:lnTo>
                    <a:pt x="82" y="18"/>
                  </a:lnTo>
                  <a:lnTo>
                    <a:pt x="82" y="18"/>
                  </a:lnTo>
                  <a:lnTo>
                    <a:pt x="86" y="18"/>
                  </a:lnTo>
                  <a:lnTo>
                    <a:pt x="86" y="18"/>
                  </a:lnTo>
                  <a:lnTo>
                    <a:pt x="86" y="18"/>
                  </a:lnTo>
                  <a:lnTo>
                    <a:pt x="86" y="18"/>
                  </a:lnTo>
                  <a:lnTo>
                    <a:pt x="86" y="22"/>
                  </a:lnTo>
                  <a:lnTo>
                    <a:pt x="86" y="22"/>
                  </a:lnTo>
                  <a:lnTo>
                    <a:pt x="86" y="22"/>
                  </a:lnTo>
                  <a:lnTo>
                    <a:pt x="86" y="22"/>
                  </a:lnTo>
                  <a:lnTo>
                    <a:pt x="86" y="26"/>
                  </a:lnTo>
                  <a:lnTo>
                    <a:pt x="86" y="26"/>
                  </a:lnTo>
                  <a:lnTo>
                    <a:pt x="86" y="30"/>
                  </a:lnTo>
                  <a:lnTo>
                    <a:pt x="86" y="30"/>
                  </a:lnTo>
                  <a:lnTo>
                    <a:pt x="86" y="30"/>
                  </a:lnTo>
                  <a:lnTo>
                    <a:pt x="90" y="30"/>
                  </a:lnTo>
                  <a:lnTo>
                    <a:pt x="90" y="30"/>
                  </a:lnTo>
                  <a:lnTo>
                    <a:pt x="90" y="30"/>
                  </a:lnTo>
                  <a:lnTo>
                    <a:pt x="90" y="34"/>
                  </a:lnTo>
                  <a:lnTo>
                    <a:pt x="94" y="34"/>
                  </a:lnTo>
                  <a:lnTo>
                    <a:pt x="94" y="34"/>
                  </a:lnTo>
                  <a:lnTo>
                    <a:pt x="94" y="34"/>
                  </a:lnTo>
                  <a:lnTo>
                    <a:pt x="94" y="34"/>
                  </a:lnTo>
                  <a:lnTo>
                    <a:pt x="94" y="34"/>
                  </a:lnTo>
                  <a:lnTo>
                    <a:pt x="94" y="34"/>
                  </a:lnTo>
                  <a:lnTo>
                    <a:pt x="94" y="34"/>
                  </a:lnTo>
                  <a:lnTo>
                    <a:pt x="94" y="38"/>
                  </a:lnTo>
                  <a:lnTo>
                    <a:pt x="98" y="38"/>
                  </a:lnTo>
                  <a:lnTo>
                    <a:pt x="102" y="38"/>
                  </a:lnTo>
                  <a:lnTo>
                    <a:pt x="102" y="38"/>
                  </a:lnTo>
                  <a:lnTo>
                    <a:pt x="102" y="42"/>
                  </a:lnTo>
                  <a:lnTo>
                    <a:pt x="106" y="42"/>
                  </a:lnTo>
                  <a:lnTo>
                    <a:pt x="106" y="42"/>
                  </a:lnTo>
                  <a:lnTo>
                    <a:pt x="106" y="46"/>
                  </a:lnTo>
                  <a:lnTo>
                    <a:pt x="106" y="46"/>
                  </a:lnTo>
                  <a:lnTo>
                    <a:pt x="106" y="46"/>
                  </a:lnTo>
                  <a:lnTo>
                    <a:pt x="106" y="46"/>
                  </a:lnTo>
                  <a:lnTo>
                    <a:pt x="106" y="46"/>
                  </a:lnTo>
                  <a:lnTo>
                    <a:pt x="106" y="46"/>
                  </a:lnTo>
                  <a:lnTo>
                    <a:pt x="106" y="46"/>
                  </a:lnTo>
                  <a:lnTo>
                    <a:pt x="106" y="46"/>
                  </a:lnTo>
                  <a:lnTo>
                    <a:pt x="106" y="46"/>
                  </a:lnTo>
                  <a:lnTo>
                    <a:pt x="110" y="46"/>
                  </a:lnTo>
                  <a:lnTo>
                    <a:pt x="110" y="46"/>
                  </a:lnTo>
                  <a:lnTo>
                    <a:pt x="110" y="46"/>
                  </a:lnTo>
                  <a:lnTo>
                    <a:pt x="110" y="48"/>
                  </a:lnTo>
                  <a:lnTo>
                    <a:pt x="110" y="52"/>
                  </a:lnTo>
                  <a:lnTo>
                    <a:pt x="110" y="52"/>
                  </a:lnTo>
                  <a:lnTo>
                    <a:pt x="110" y="52"/>
                  </a:lnTo>
                  <a:lnTo>
                    <a:pt x="110" y="52"/>
                  </a:lnTo>
                  <a:lnTo>
                    <a:pt x="110" y="52"/>
                  </a:lnTo>
                  <a:lnTo>
                    <a:pt x="110" y="56"/>
                  </a:lnTo>
                  <a:lnTo>
                    <a:pt x="110" y="56"/>
                  </a:lnTo>
                  <a:lnTo>
                    <a:pt x="110" y="60"/>
                  </a:lnTo>
                  <a:lnTo>
                    <a:pt x="110" y="60"/>
                  </a:lnTo>
                  <a:lnTo>
                    <a:pt x="112" y="60"/>
                  </a:lnTo>
                  <a:lnTo>
                    <a:pt x="112" y="60"/>
                  </a:lnTo>
                  <a:lnTo>
                    <a:pt x="112" y="64"/>
                  </a:lnTo>
                  <a:lnTo>
                    <a:pt x="112" y="64"/>
                  </a:lnTo>
                  <a:lnTo>
                    <a:pt x="112" y="64"/>
                  </a:lnTo>
                  <a:lnTo>
                    <a:pt x="112" y="64"/>
                  </a:lnTo>
                  <a:lnTo>
                    <a:pt x="112" y="64"/>
                  </a:lnTo>
                  <a:lnTo>
                    <a:pt x="112" y="68"/>
                  </a:lnTo>
                  <a:lnTo>
                    <a:pt x="116" y="68"/>
                  </a:lnTo>
                  <a:lnTo>
                    <a:pt x="116" y="68"/>
                  </a:lnTo>
                  <a:lnTo>
                    <a:pt x="116" y="68"/>
                  </a:lnTo>
                  <a:lnTo>
                    <a:pt x="116" y="68"/>
                  </a:lnTo>
                  <a:lnTo>
                    <a:pt x="120" y="68"/>
                  </a:lnTo>
                  <a:lnTo>
                    <a:pt x="120" y="68"/>
                  </a:lnTo>
                  <a:lnTo>
                    <a:pt x="120" y="68"/>
                  </a:lnTo>
                  <a:lnTo>
                    <a:pt x="120" y="68"/>
                  </a:lnTo>
                  <a:lnTo>
                    <a:pt x="120" y="68"/>
                  </a:lnTo>
                  <a:lnTo>
                    <a:pt x="120" y="68"/>
                  </a:lnTo>
                  <a:lnTo>
                    <a:pt x="120" y="68"/>
                  </a:lnTo>
                  <a:lnTo>
                    <a:pt x="124" y="68"/>
                  </a:lnTo>
                  <a:lnTo>
                    <a:pt x="126" y="68"/>
                  </a:lnTo>
                  <a:lnTo>
                    <a:pt x="126" y="68"/>
                  </a:lnTo>
                  <a:lnTo>
                    <a:pt x="126" y="68"/>
                  </a:lnTo>
                  <a:lnTo>
                    <a:pt x="126" y="68"/>
                  </a:lnTo>
                  <a:lnTo>
                    <a:pt x="126" y="72"/>
                  </a:lnTo>
                  <a:lnTo>
                    <a:pt x="126" y="72"/>
                  </a:lnTo>
                  <a:lnTo>
                    <a:pt x="126" y="72"/>
                  </a:lnTo>
                  <a:lnTo>
                    <a:pt x="126" y="72"/>
                  </a:lnTo>
                  <a:lnTo>
                    <a:pt x="126" y="72"/>
                  </a:lnTo>
                  <a:lnTo>
                    <a:pt x="126" y="72"/>
                  </a:lnTo>
                  <a:lnTo>
                    <a:pt x="126" y="74"/>
                  </a:lnTo>
                  <a:lnTo>
                    <a:pt x="126" y="74"/>
                  </a:lnTo>
                  <a:lnTo>
                    <a:pt x="126" y="74"/>
                  </a:lnTo>
                  <a:lnTo>
                    <a:pt x="126" y="74"/>
                  </a:lnTo>
                  <a:lnTo>
                    <a:pt x="126" y="74"/>
                  </a:lnTo>
                  <a:lnTo>
                    <a:pt x="130" y="74"/>
                  </a:lnTo>
                  <a:lnTo>
                    <a:pt x="130" y="74"/>
                  </a:lnTo>
                  <a:lnTo>
                    <a:pt x="130" y="74"/>
                  </a:lnTo>
                  <a:lnTo>
                    <a:pt x="130" y="74"/>
                  </a:lnTo>
                  <a:lnTo>
                    <a:pt x="130" y="74"/>
                  </a:lnTo>
                  <a:lnTo>
                    <a:pt x="130" y="74"/>
                  </a:lnTo>
                  <a:lnTo>
                    <a:pt x="130" y="74"/>
                  </a:lnTo>
                  <a:lnTo>
                    <a:pt x="130" y="74"/>
                  </a:lnTo>
                  <a:lnTo>
                    <a:pt x="126" y="78"/>
                  </a:lnTo>
                  <a:lnTo>
                    <a:pt x="126" y="78"/>
                  </a:lnTo>
                  <a:lnTo>
                    <a:pt x="126" y="78"/>
                  </a:lnTo>
                  <a:lnTo>
                    <a:pt x="126" y="78"/>
                  </a:lnTo>
                  <a:lnTo>
                    <a:pt x="126" y="78"/>
                  </a:lnTo>
                  <a:lnTo>
                    <a:pt x="126" y="78"/>
                  </a:lnTo>
                  <a:lnTo>
                    <a:pt x="126" y="78"/>
                  </a:lnTo>
                  <a:lnTo>
                    <a:pt x="126" y="82"/>
                  </a:lnTo>
                  <a:lnTo>
                    <a:pt x="126" y="82"/>
                  </a:lnTo>
                  <a:lnTo>
                    <a:pt x="124" y="82"/>
                  </a:lnTo>
                  <a:lnTo>
                    <a:pt x="124" y="82"/>
                  </a:lnTo>
                  <a:lnTo>
                    <a:pt x="120" y="82"/>
                  </a:lnTo>
                  <a:lnTo>
                    <a:pt x="120" y="82"/>
                  </a:lnTo>
                  <a:lnTo>
                    <a:pt x="116" y="82"/>
                  </a:lnTo>
                  <a:lnTo>
                    <a:pt x="116" y="86"/>
                  </a:lnTo>
                  <a:lnTo>
                    <a:pt x="116" y="86"/>
                  </a:lnTo>
                  <a:lnTo>
                    <a:pt x="116" y="86"/>
                  </a:lnTo>
                  <a:lnTo>
                    <a:pt x="116" y="86"/>
                  </a:lnTo>
                  <a:lnTo>
                    <a:pt x="116" y="86"/>
                  </a:lnTo>
                  <a:lnTo>
                    <a:pt x="116" y="86"/>
                  </a:lnTo>
                  <a:lnTo>
                    <a:pt x="116" y="86"/>
                  </a:lnTo>
                  <a:lnTo>
                    <a:pt x="112" y="90"/>
                  </a:lnTo>
                  <a:lnTo>
                    <a:pt x="112" y="90"/>
                  </a:lnTo>
                  <a:lnTo>
                    <a:pt x="112" y="90"/>
                  </a:lnTo>
                  <a:lnTo>
                    <a:pt x="110" y="94"/>
                  </a:lnTo>
                  <a:lnTo>
                    <a:pt x="110" y="94"/>
                  </a:lnTo>
                  <a:lnTo>
                    <a:pt x="110" y="94"/>
                  </a:lnTo>
                  <a:lnTo>
                    <a:pt x="110" y="98"/>
                  </a:lnTo>
                  <a:lnTo>
                    <a:pt x="110" y="98"/>
                  </a:lnTo>
                  <a:lnTo>
                    <a:pt x="110" y="98"/>
                  </a:lnTo>
                  <a:lnTo>
                    <a:pt x="106" y="98"/>
                  </a:lnTo>
                  <a:lnTo>
                    <a:pt x="106" y="98"/>
                  </a:lnTo>
                  <a:lnTo>
                    <a:pt x="106" y="98"/>
                  </a:lnTo>
                  <a:lnTo>
                    <a:pt x="106" y="98"/>
                  </a:lnTo>
                  <a:lnTo>
                    <a:pt x="106" y="98"/>
                  </a:lnTo>
                  <a:lnTo>
                    <a:pt x="102" y="100"/>
                  </a:lnTo>
                  <a:lnTo>
                    <a:pt x="102" y="100"/>
                  </a:lnTo>
                  <a:lnTo>
                    <a:pt x="102" y="100"/>
                  </a:lnTo>
                  <a:lnTo>
                    <a:pt x="102" y="100"/>
                  </a:lnTo>
                  <a:lnTo>
                    <a:pt x="98" y="100"/>
                  </a:lnTo>
                  <a:lnTo>
                    <a:pt x="98" y="104"/>
                  </a:lnTo>
                  <a:lnTo>
                    <a:pt x="98" y="104"/>
                  </a:lnTo>
                  <a:lnTo>
                    <a:pt x="98" y="104"/>
                  </a:lnTo>
                  <a:lnTo>
                    <a:pt x="98" y="108"/>
                  </a:lnTo>
                  <a:lnTo>
                    <a:pt x="98" y="108"/>
                  </a:lnTo>
                  <a:lnTo>
                    <a:pt x="98" y="112"/>
                  </a:lnTo>
                  <a:lnTo>
                    <a:pt x="98" y="112"/>
                  </a:lnTo>
                  <a:lnTo>
                    <a:pt x="98" y="112"/>
                  </a:lnTo>
                  <a:lnTo>
                    <a:pt x="98" y="116"/>
                  </a:lnTo>
                  <a:lnTo>
                    <a:pt x="94" y="116"/>
                  </a:lnTo>
                  <a:lnTo>
                    <a:pt x="94" y="116"/>
                  </a:lnTo>
                  <a:lnTo>
                    <a:pt x="94" y="116"/>
                  </a:lnTo>
                  <a:lnTo>
                    <a:pt x="94" y="120"/>
                  </a:lnTo>
                  <a:lnTo>
                    <a:pt x="94" y="120"/>
                  </a:lnTo>
                  <a:lnTo>
                    <a:pt x="90" y="120"/>
                  </a:lnTo>
                  <a:lnTo>
                    <a:pt x="90" y="120"/>
                  </a:lnTo>
                  <a:lnTo>
                    <a:pt x="90" y="120"/>
                  </a:lnTo>
                  <a:lnTo>
                    <a:pt x="90" y="120"/>
                  </a:lnTo>
                  <a:lnTo>
                    <a:pt x="90" y="120"/>
                  </a:lnTo>
                  <a:lnTo>
                    <a:pt x="90" y="120"/>
                  </a:lnTo>
                  <a:lnTo>
                    <a:pt x="9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6" name="Freeform 131"/>
            <p:cNvSpPr>
              <a:spLocks noChangeAspect="1"/>
            </p:cNvSpPr>
            <p:nvPr/>
          </p:nvSpPr>
          <p:spPr bwMode="gray">
            <a:xfrm>
              <a:off x="4664282" y="4067497"/>
              <a:ext cx="194798" cy="170448"/>
            </a:xfrm>
            <a:custGeom>
              <a:avLst/>
              <a:gdLst>
                <a:gd name="T0" fmla="*/ 86 w 112"/>
                <a:gd name="T1" fmla="*/ 72 h 98"/>
                <a:gd name="T2" fmla="*/ 82 w 112"/>
                <a:gd name="T3" fmla="*/ 72 h 98"/>
                <a:gd name="T4" fmla="*/ 74 w 112"/>
                <a:gd name="T5" fmla="*/ 68 h 98"/>
                <a:gd name="T6" fmla="*/ 66 w 112"/>
                <a:gd name="T7" fmla="*/ 72 h 98"/>
                <a:gd name="T8" fmla="*/ 64 w 112"/>
                <a:gd name="T9" fmla="*/ 72 h 98"/>
                <a:gd name="T10" fmla="*/ 56 w 112"/>
                <a:gd name="T11" fmla="*/ 72 h 98"/>
                <a:gd name="T12" fmla="*/ 38 w 112"/>
                <a:gd name="T13" fmla="*/ 72 h 98"/>
                <a:gd name="T14" fmla="*/ 38 w 112"/>
                <a:gd name="T15" fmla="*/ 80 h 98"/>
                <a:gd name="T16" fmla="*/ 38 w 112"/>
                <a:gd name="T17" fmla="*/ 86 h 98"/>
                <a:gd name="T18" fmla="*/ 38 w 112"/>
                <a:gd name="T19" fmla="*/ 94 h 98"/>
                <a:gd name="T20" fmla="*/ 38 w 112"/>
                <a:gd name="T21" fmla="*/ 94 h 98"/>
                <a:gd name="T22" fmla="*/ 40 w 112"/>
                <a:gd name="T23" fmla="*/ 98 h 98"/>
                <a:gd name="T24" fmla="*/ 38 w 112"/>
                <a:gd name="T25" fmla="*/ 98 h 98"/>
                <a:gd name="T26" fmla="*/ 34 w 112"/>
                <a:gd name="T27" fmla="*/ 90 h 98"/>
                <a:gd name="T28" fmla="*/ 26 w 112"/>
                <a:gd name="T29" fmla="*/ 90 h 98"/>
                <a:gd name="T30" fmla="*/ 22 w 112"/>
                <a:gd name="T31" fmla="*/ 90 h 98"/>
                <a:gd name="T32" fmla="*/ 18 w 112"/>
                <a:gd name="T33" fmla="*/ 94 h 98"/>
                <a:gd name="T34" fmla="*/ 14 w 112"/>
                <a:gd name="T35" fmla="*/ 94 h 98"/>
                <a:gd name="T36" fmla="*/ 12 w 112"/>
                <a:gd name="T37" fmla="*/ 94 h 98"/>
                <a:gd name="T38" fmla="*/ 8 w 112"/>
                <a:gd name="T39" fmla="*/ 84 h 98"/>
                <a:gd name="T40" fmla="*/ 4 w 112"/>
                <a:gd name="T41" fmla="*/ 84 h 98"/>
                <a:gd name="T42" fmla="*/ 0 w 112"/>
                <a:gd name="T43" fmla="*/ 80 h 98"/>
                <a:gd name="T44" fmla="*/ 0 w 112"/>
                <a:gd name="T45" fmla="*/ 76 h 98"/>
                <a:gd name="T46" fmla="*/ 0 w 112"/>
                <a:gd name="T47" fmla="*/ 72 h 98"/>
                <a:gd name="T48" fmla="*/ 4 w 112"/>
                <a:gd name="T49" fmla="*/ 68 h 98"/>
                <a:gd name="T50" fmla="*/ 4 w 112"/>
                <a:gd name="T51" fmla="*/ 60 h 98"/>
                <a:gd name="T52" fmla="*/ 8 w 112"/>
                <a:gd name="T53" fmla="*/ 54 h 98"/>
                <a:gd name="T54" fmla="*/ 12 w 112"/>
                <a:gd name="T55" fmla="*/ 54 h 98"/>
                <a:gd name="T56" fmla="*/ 14 w 112"/>
                <a:gd name="T57" fmla="*/ 46 h 98"/>
                <a:gd name="T58" fmla="*/ 14 w 112"/>
                <a:gd name="T59" fmla="*/ 42 h 98"/>
                <a:gd name="T60" fmla="*/ 18 w 112"/>
                <a:gd name="T61" fmla="*/ 42 h 98"/>
                <a:gd name="T62" fmla="*/ 18 w 112"/>
                <a:gd name="T63" fmla="*/ 38 h 98"/>
                <a:gd name="T64" fmla="*/ 18 w 112"/>
                <a:gd name="T65" fmla="*/ 34 h 98"/>
                <a:gd name="T66" fmla="*/ 22 w 112"/>
                <a:gd name="T67" fmla="*/ 28 h 98"/>
                <a:gd name="T68" fmla="*/ 30 w 112"/>
                <a:gd name="T69" fmla="*/ 34 h 98"/>
                <a:gd name="T70" fmla="*/ 30 w 112"/>
                <a:gd name="T71" fmla="*/ 34 h 98"/>
                <a:gd name="T72" fmla="*/ 30 w 112"/>
                <a:gd name="T73" fmla="*/ 30 h 98"/>
                <a:gd name="T74" fmla="*/ 34 w 112"/>
                <a:gd name="T75" fmla="*/ 28 h 98"/>
                <a:gd name="T76" fmla="*/ 38 w 112"/>
                <a:gd name="T77" fmla="*/ 28 h 98"/>
                <a:gd name="T78" fmla="*/ 38 w 112"/>
                <a:gd name="T79" fmla="*/ 20 h 98"/>
                <a:gd name="T80" fmla="*/ 44 w 112"/>
                <a:gd name="T81" fmla="*/ 16 h 98"/>
                <a:gd name="T82" fmla="*/ 48 w 112"/>
                <a:gd name="T83" fmla="*/ 16 h 98"/>
                <a:gd name="T84" fmla="*/ 52 w 112"/>
                <a:gd name="T85" fmla="*/ 12 h 98"/>
                <a:gd name="T86" fmla="*/ 64 w 112"/>
                <a:gd name="T87" fmla="*/ 4 h 98"/>
                <a:gd name="T88" fmla="*/ 70 w 112"/>
                <a:gd name="T89" fmla="*/ 0 h 98"/>
                <a:gd name="T90" fmla="*/ 82 w 112"/>
                <a:gd name="T91" fmla="*/ 4 h 98"/>
                <a:gd name="T92" fmla="*/ 82 w 112"/>
                <a:gd name="T93" fmla="*/ 12 h 98"/>
                <a:gd name="T94" fmla="*/ 82 w 112"/>
                <a:gd name="T95" fmla="*/ 16 h 98"/>
                <a:gd name="T96" fmla="*/ 86 w 112"/>
                <a:gd name="T97" fmla="*/ 24 h 98"/>
                <a:gd name="T98" fmla="*/ 92 w 112"/>
                <a:gd name="T99" fmla="*/ 28 h 98"/>
                <a:gd name="T100" fmla="*/ 96 w 112"/>
                <a:gd name="T101" fmla="*/ 30 h 98"/>
                <a:gd name="T102" fmla="*/ 92 w 112"/>
                <a:gd name="T103" fmla="*/ 30 h 98"/>
                <a:gd name="T104" fmla="*/ 92 w 112"/>
                <a:gd name="T105" fmla="*/ 34 h 98"/>
                <a:gd name="T106" fmla="*/ 100 w 112"/>
                <a:gd name="T107" fmla="*/ 42 h 98"/>
                <a:gd name="T108" fmla="*/ 108 w 112"/>
                <a:gd name="T109" fmla="*/ 42 h 98"/>
                <a:gd name="T110" fmla="*/ 108 w 112"/>
                <a:gd name="T111" fmla="*/ 46 h 98"/>
                <a:gd name="T112" fmla="*/ 112 w 112"/>
                <a:gd name="T113" fmla="*/ 56 h 98"/>
                <a:gd name="T114" fmla="*/ 108 w 112"/>
                <a:gd name="T115" fmla="*/ 60 h 98"/>
                <a:gd name="T116" fmla="*/ 108 w 112"/>
                <a:gd name="T117" fmla="*/ 64 h 98"/>
                <a:gd name="T118" fmla="*/ 100 w 112"/>
                <a:gd name="T119" fmla="*/ 64 h 98"/>
                <a:gd name="T120" fmla="*/ 96 w 112"/>
                <a:gd name="T121" fmla="*/ 64 h 98"/>
                <a:gd name="T122" fmla="*/ 96 w 112"/>
                <a:gd name="T123" fmla="*/ 64 h 98"/>
                <a:gd name="T124" fmla="*/ 92 w 112"/>
                <a:gd name="T125" fmla="*/ 7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2" h="98">
                  <a:moveTo>
                    <a:pt x="90" y="72"/>
                  </a:moveTo>
                  <a:lnTo>
                    <a:pt x="90" y="72"/>
                  </a:lnTo>
                  <a:lnTo>
                    <a:pt x="90" y="72"/>
                  </a:lnTo>
                  <a:lnTo>
                    <a:pt x="90" y="72"/>
                  </a:lnTo>
                  <a:lnTo>
                    <a:pt x="86" y="72"/>
                  </a:lnTo>
                  <a:lnTo>
                    <a:pt x="86" y="72"/>
                  </a:lnTo>
                  <a:lnTo>
                    <a:pt x="86" y="72"/>
                  </a:lnTo>
                  <a:lnTo>
                    <a:pt x="86" y="72"/>
                  </a:lnTo>
                  <a:lnTo>
                    <a:pt x="86" y="72"/>
                  </a:lnTo>
                  <a:lnTo>
                    <a:pt x="82" y="72"/>
                  </a:lnTo>
                  <a:lnTo>
                    <a:pt x="82" y="72"/>
                  </a:lnTo>
                  <a:lnTo>
                    <a:pt x="78" y="68"/>
                  </a:lnTo>
                  <a:lnTo>
                    <a:pt x="78" y="68"/>
                  </a:lnTo>
                  <a:lnTo>
                    <a:pt x="74" y="68"/>
                  </a:lnTo>
                  <a:lnTo>
                    <a:pt x="74" y="68"/>
                  </a:lnTo>
                  <a:lnTo>
                    <a:pt x="74" y="68"/>
                  </a:lnTo>
                  <a:lnTo>
                    <a:pt x="74" y="68"/>
                  </a:lnTo>
                  <a:lnTo>
                    <a:pt x="74" y="72"/>
                  </a:lnTo>
                  <a:lnTo>
                    <a:pt x="70" y="72"/>
                  </a:lnTo>
                  <a:lnTo>
                    <a:pt x="66" y="72"/>
                  </a:lnTo>
                  <a:lnTo>
                    <a:pt x="66" y="72"/>
                  </a:lnTo>
                  <a:lnTo>
                    <a:pt x="66" y="72"/>
                  </a:lnTo>
                  <a:lnTo>
                    <a:pt x="66" y="72"/>
                  </a:lnTo>
                  <a:lnTo>
                    <a:pt x="66" y="72"/>
                  </a:lnTo>
                  <a:lnTo>
                    <a:pt x="64" y="72"/>
                  </a:lnTo>
                  <a:lnTo>
                    <a:pt x="64" y="72"/>
                  </a:lnTo>
                  <a:lnTo>
                    <a:pt x="60" y="72"/>
                  </a:lnTo>
                  <a:lnTo>
                    <a:pt x="60" y="72"/>
                  </a:lnTo>
                  <a:lnTo>
                    <a:pt x="56" y="72"/>
                  </a:lnTo>
                  <a:lnTo>
                    <a:pt x="56" y="72"/>
                  </a:lnTo>
                  <a:lnTo>
                    <a:pt x="52" y="72"/>
                  </a:lnTo>
                  <a:lnTo>
                    <a:pt x="48" y="72"/>
                  </a:lnTo>
                  <a:lnTo>
                    <a:pt x="44" y="72"/>
                  </a:lnTo>
                  <a:lnTo>
                    <a:pt x="40" y="72"/>
                  </a:lnTo>
                  <a:lnTo>
                    <a:pt x="38" y="72"/>
                  </a:lnTo>
                  <a:lnTo>
                    <a:pt x="38" y="72"/>
                  </a:lnTo>
                  <a:lnTo>
                    <a:pt x="38" y="72"/>
                  </a:lnTo>
                  <a:lnTo>
                    <a:pt x="38" y="76"/>
                  </a:lnTo>
                  <a:lnTo>
                    <a:pt x="38" y="76"/>
                  </a:lnTo>
                  <a:lnTo>
                    <a:pt x="38" y="80"/>
                  </a:lnTo>
                  <a:lnTo>
                    <a:pt x="38" y="80"/>
                  </a:lnTo>
                  <a:lnTo>
                    <a:pt x="38" y="80"/>
                  </a:lnTo>
                  <a:lnTo>
                    <a:pt x="38" y="84"/>
                  </a:lnTo>
                  <a:lnTo>
                    <a:pt x="38" y="84"/>
                  </a:lnTo>
                  <a:lnTo>
                    <a:pt x="38" y="86"/>
                  </a:lnTo>
                  <a:lnTo>
                    <a:pt x="38" y="86"/>
                  </a:lnTo>
                  <a:lnTo>
                    <a:pt x="38" y="86"/>
                  </a:lnTo>
                  <a:lnTo>
                    <a:pt x="38" y="90"/>
                  </a:lnTo>
                  <a:lnTo>
                    <a:pt x="40" y="90"/>
                  </a:lnTo>
                  <a:lnTo>
                    <a:pt x="38" y="94"/>
                  </a:lnTo>
                  <a:lnTo>
                    <a:pt x="38" y="94"/>
                  </a:lnTo>
                  <a:lnTo>
                    <a:pt x="40" y="94"/>
                  </a:lnTo>
                  <a:lnTo>
                    <a:pt x="40" y="94"/>
                  </a:lnTo>
                  <a:lnTo>
                    <a:pt x="40" y="94"/>
                  </a:lnTo>
                  <a:lnTo>
                    <a:pt x="38" y="94"/>
                  </a:lnTo>
                  <a:lnTo>
                    <a:pt x="38" y="98"/>
                  </a:lnTo>
                  <a:lnTo>
                    <a:pt x="40" y="98"/>
                  </a:lnTo>
                  <a:lnTo>
                    <a:pt x="40" y="98"/>
                  </a:lnTo>
                  <a:lnTo>
                    <a:pt x="40" y="98"/>
                  </a:lnTo>
                  <a:lnTo>
                    <a:pt x="40" y="98"/>
                  </a:lnTo>
                  <a:lnTo>
                    <a:pt x="40" y="98"/>
                  </a:lnTo>
                  <a:lnTo>
                    <a:pt x="40" y="98"/>
                  </a:lnTo>
                  <a:lnTo>
                    <a:pt x="38" y="98"/>
                  </a:lnTo>
                  <a:lnTo>
                    <a:pt x="38" y="98"/>
                  </a:lnTo>
                  <a:lnTo>
                    <a:pt x="38" y="98"/>
                  </a:lnTo>
                  <a:lnTo>
                    <a:pt x="38" y="98"/>
                  </a:lnTo>
                  <a:lnTo>
                    <a:pt x="38" y="94"/>
                  </a:lnTo>
                  <a:lnTo>
                    <a:pt x="38" y="94"/>
                  </a:lnTo>
                  <a:lnTo>
                    <a:pt x="38" y="94"/>
                  </a:lnTo>
                  <a:lnTo>
                    <a:pt x="34" y="90"/>
                  </a:lnTo>
                  <a:lnTo>
                    <a:pt x="34" y="90"/>
                  </a:lnTo>
                  <a:lnTo>
                    <a:pt x="30" y="90"/>
                  </a:lnTo>
                  <a:lnTo>
                    <a:pt x="26" y="90"/>
                  </a:lnTo>
                  <a:lnTo>
                    <a:pt x="26" y="90"/>
                  </a:lnTo>
                  <a:lnTo>
                    <a:pt x="26" y="90"/>
                  </a:lnTo>
                  <a:lnTo>
                    <a:pt x="22" y="90"/>
                  </a:lnTo>
                  <a:lnTo>
                    <a:pt x="22" y="90"/>
                  </a:lnTo>
                  <a:lnTo>
                    <a:pt x="22" y="90"/>
                  </a:lnTo>
                  <a:lnTo>
                    <a:pt x="22" y="90"/>
                  </a:lnTo>
                  <a:lnTo>
                    <a:pt x="22" y="90"/>
                  </a:lnTo>
                  <a:lnTo>
                    <a:pt x="18" y="90"/>
                  </a:lnTo>
                  <a:lnTo>
                    <a:pt x="18" y="94"/>
                  </a:lnTo>
                  <a:lnTo>
                    <a:pt x="18" y="94"/>
                  </a:lnTo>
                  <a:lnTo>
                    <a:pt x="18" y="94"/>
                  </a:lnTo>
                  <a:lnTo>
                    <a:pt x="18" y="94"/>
                  </a:lnTo>
                  <a:lnTo>
                    <a:pt x="18" y="94"/>
                  </a:lnTo>
                  <a:lnTo>
                    <a:pt x="18" y="94"/>
                  </a:lnTo>
                  <a:lnTo>
                    <a:pt x="14" y="94"/>
                  </a:lnTo>
                  <a:lnTo>
                    <a:pt x="14" y="94"/>
                  </a:lnTo>
                  <a:lnTo>
                    <a:pt x="14" y="94"/>
                  </a:lnTo>
                  <a:lnTo>
                    <a:pt x="12" y="94"/>
                  </a:lnTo>
                  <a:lnTo>
                    <a:pt x="12" y="94"/>
                  </a:lnTo>
                  <a:lnTo>
                    <a:pt x="12" y="94"/>
                  </a:lnTo>
                  <a:lnTo>
                    <a:pt x="12" y="94"/>
                  </a:lnTo>
                  <a:lnTo>
                    <a:pt x="12" y="94"/>
                  </a:lnTo>
                  <a:lnTo>
                    <a:pt x="12" y="90"/>
                  </a:lnTo>
                  <a:lnTo>
                    <a:pt x="12" y="90"/>
                  </a:lnTo>
                  <a:lnTo>
                    <a:pt x="8" y="90"/>
                  </a:lnTo>
                  <a:lnTo>
                    <a:pt x="8" y="86"/>
                  </a:lnTo>
                  <a:lnTo>
                    <a:pt x="8" y="84"/>
                  </a:lnTo>
                  <a:lnTo>
                    <a:pt x="4" y="84"/>
                  </a:lnTo>
                  <a:lnTo>
                    <a:pt x="4" y="84"/>
                  </a:lnTo>
                  <a:lnTo>
                    <a:pt x="4" y="84"/>
                  </a:lnTo>
                  <a:lnTo>
                    <a:pt x="4" y="84"/>
                  </a:lnTo>
                  <a:lnTo>
                    <a:pt x="4" y="84"/>
                  </a:lnTo>
                  <a:lnTo>
                    <a:pt x="0" y="84"/>
                  </a:lnTo>
                  <a:lnTo>
                    <a:pt x="0" y="84"/>
                  </a:lnTo>
                  <a:lnTo>
                    <a:pt x="0" y="84"/>
                  </a:lnTo>
                  <a:lnTo>
                    <a:pt x="0" y="84"/>
                  </a:lnTo>
                  <a:lnTo>
                    <a:pt x="0" y="80"/>
                  </a:lnTo>
                  <a:lnTo>
                    <a:pt x="0" y="80"/>
                  </a:lnTo>
                  <a:lnTo>
                    <a:pt x="0" y="76"/>
                  </a:lnTo>
                  <a:lnTo>
                    <a:pt x="0" y="76"/>
                  </a:lnTo>
                  <a:lnTo>
                    <a:pt x="0" y="76"/>
                  </a:lnTo>
                  <a:lnTo>
                    <a:pt x="0" y="76"/>
                  </a:lnTo>
                  <a:lnTo>
                    <a:pt x="0" y="76"/>
                  </a:lnTo>
                  <a:lnTo>
                    <a:pt x="0" y="72"/>
                  </a:lnTo>
                  <a:lnTo>
                    <a:pt x="0" y="72"/>
                  </a:lnTo>
                  <a:lnTo>
                    <a:pt x="0" y="72"/>
                  </a:lnTo>
                  <a:lnTo>
                    <a:pt x="0" y="72"/>
                  </a:lnTo>
                  <a:lnTo>
                    <a:pt x="0" y="72"/>
                  </a:lnTo>
                  <a:lnTo>
                    <a:pt x="4" y="72"/>
                  </a:lnTo>
                  <a:lnTo>
                    <a:pt x="4" y="68"/>
                  </a:lnTo>
                  <a:lnTo>
                    <a:pt x="4" y="68"/>
                  </a:lnTo>
                  <a:lnTo>
                    <a:pt x="4" y="68"/>
                  </a:lnTo>
                  <a:lnTo>
                    <a:pt x="4" y="68"/>
                  </a:lnTo>
                  <a:lnTo>
                    <a:pt x="4" y="64"/>
                  </a:lnTo>
                  <a:lnTo>
                    <a:pt x="4" y="60"/>
                  </a:lnTo>
                  <a:lnTo>
                    <a:pt x="4" y="60"/>
                  </a:lnTo>
                  <a:lnTo>
                    <a:pt x="4" y="60"/>
                  </a:lnTo>
                  <a:lnTo>
                    <a:pt x="4" y="56"/>
                  </a:lnTo>
                  <a:lnTo>
                    <a:pt x="4" y="56"/>
                  </a:lnTo>
                  <a:lnTo>
                    <a:pt x="4" y="56"/>
                  </a:lnTo>
                  <a:lnTo>
                    <a:pt x="4" y="56"/>
                  </a:lnTo>
                  <a:lnTo>
                    <a:pt x="8" y="54"/>
                  </a:lnTo>
                  <a:lnTo>
                    <a:pt x="8" y="54"/>
                  </a:lnTo>
                  <a:lnTo>
                    <a:pt x="8" y="54"/>
                  </a:lnTo>
                  <a:lnTo>
                    <a:pt x="12" y="54"/>
                  </a:lnTo>
                  <a:lnTo>
                    <a:pt x="12" y="54"/>
                  </a:lnTo>
                  <a:lnTo>
                    <a:pt x="12" y="54"/>
                  </a:lnTo>
                  <a:lnTo>
                    <a:pt x="12" y="54"/>
                  </a:lnTo>
                  <a:lnTo>
                    <a:pt x="14" y="50"/>
                  </a:lnTo>
                  <a:lnTo>
                    <a:pt x="14" y="50"/>
                  </a:lnTo>
                  <a:lnTo>
                    <a:pt x="14" y="50"/>
                  </a:lnTo>
                  <a:lnTo>
                    <a:pt x="14" y="46"/>
                  </a:lnTo>
                  <a:lnTo>
                    <a:pt x="14" y="46"/>
                  </a:lnTo>
                  <a:lnTo>
                    <a:pt x="14" y="46"/>
                  </a:lnTo>
                  <a:lnTo>
                    <a:pt x="14" y="46"/>
                  </a:lnTo>
                  <a:lnTo>
                    <a:pt x="14" y="42"/>
                  </a:lnTo>
                  <a:lnTo>
                    <a:pt x="14" y="42"/>
                  </a:lnTo>
                  <a:lnTo>
                    <a:pt x="14" y="42"/>
                  </a:lnTo>
                  <a:lnTo>
                    <a:pt x="14" y="42"/>
                  </a:lnTo>
                  <a:lnTo>
                    <a:pt x="14" y="42"/>
                  </a:lnTo>
                  <a:lnTo>
                    <a:pt x="18" y="42"/>
                  </a:lnTo>
                  <a:lnTo>
                    <a:pt x="18" y="42"/>
                  </a:lnTo>
                  <a:lnTo>
                    <a:pt x="18" y="42"/>
                  </a:lnTo>
                  <a:lnTo>
                    <a:pt x="18" y="42"/>
                  </a:lnTo>
                  <a:lnTo>
                    <a:pt x="18" y="38"/>
                  </a:lnTo>
                  <a:lnTo>
                    <a:pt x="18" y="38"/>
                  </a:lnTo>
                  <a:lnTo>
                    <a:pt x="18" y="38"/>
                  </a:lnTo>
                  <a:lnTo>
                    <a:pt x="18" y="38"/>
                  </a:lnTo>
                  <a:lnTo>
                    <a:pt x="18" y="38"/>
                  </a:lnTo>
                  <a:lnTo>
                    <a:pt x="18" y="34"/>
                  </a:lnTo>
                  <a:lnTo>
                    <a:pt x="18" y="34"/>
                  </a:lnTo>
                  <a:lnTo>
                    <a:pt x="18" y="34"/>
                  </a:lnTo>
                  <a:lnTo>
                    <a:pt x="18" y="30"/>
                  </a:lnTo>
                  <a:lnTo>
                    <a:pt x="18" y="30"/>
                  </a:lnTo>
                  <a:lnTo>
                    <a:pt x="22" y="28"/>
                  </a:lnTo>
                  <a:lnTo>
                    <a:pt x="22" y="28"/>
                  </a:lnTo>
                  <a:lnTo>
                    <a:pt x="22" y="28"/>
                  </a:lnTo>
                  <a:lnTo>
                    <a:pt x="22" y="30"/>
                  </a:lnTo>
                  <a:lnTo>
                    <a:pt x="26" y="30"/>
                  </a:lnTo>
                  <a:lnTo>
                    <a:pt x="26" y="34"/>
                  </a:lnTo>
                  <a:lnTo>
                    <a:pt x="26" y="34"/>
                  </a:lnTo>
                  <a:lnTo>
                    <a:pt x="30" y="34"/>
                  </a:lnTo>
                  <a:lnTo>
                    <a:pt x="30" y="34"/>
                  </a:lnTo>
                  <a:lnTo>
                    <a:pt x="30" y="34"/>
                  </a:lnTo>
                  <a:lnTo>
                    <a:pt x="30" y="34"/>
                  </a:lnTo>
                  <a:lnTo>
                    <a:pt x="30" y="34"/>
                  </a:lnTo>
                  <a:lnTo>
                    <a:pt x="30" y="34"/>
                  </a:lnTo>
                  <a:lnTo>
                    <a:pt x="30" y="34"/>
                  </a:lnTo>
                  <a:lnTo>
                    <a:pt x="30" y="30"/>
                  </a:lnTo>
                  <a:lnTo>
                    <a:pt x="30" y="30"/>
                  </a:lnTo>
                  <a:lnTo>
                    <a:pt x="30" y="30"/>
                  </a:lnTo>
                  <a:lnTo>
                    <a:pt x="30" y="30"/>
                  </a:lnTo>
                  <a:lnTo>
                    <a:pt x="34" y="30"/>
                  </a:lnTo>
                  <a:lnTo>
                    <a:pt x="34" y="30"/>
                  </a:lnTo>
                  <a:lnTo>
                    <a:pt x="34" y="30"/>
                  </a:lnTo>
                  <a:lnTo>
                    <a:pt x="34" y="28"/>
                  </a:lnTo>
                  <a:lnTo>
                    <a:pt x="34" y="28"/>
                  </a:lnTo>
                  <a:lnTo>
                    <a:pt x="34" y="24"/>
                  </a:lnTo>
                  <a:lnTo>
                    <a:pt x="34" y="24"/>
                  </a:lnTo>
                  <a:lnTo>
                    <a:pt x="34" y="28"/>
                  </a:lnTo>
                  <a:lnTo>
                    <a:pt x="38" y="28"/>
                  </a:lnTo>
                  <a:lnTo>
                    <a:pt x="38" y="28"/>
                  </a:lnTo>
                  <a:lnTo>
                    <a:pt x="38" y="28"/>
                  </a:lnTo>
                  <a:lnTo>
                    <a:pt x="38" y="24"/>
                  </a:lnTo>
                  <a:lnTo>
                    <a:pt x="38" y="24"/>
                  </a:lnTo>
                  <a:lnTo>
                    <a:pt x="38" y="20"/>
                  </a:lnTo>
                  <a:lnTo>
                    <a:pt x="38" y="20"/>
                  </a:lnTo>
                  <a:lnTo>
                    <a:pt x="40" y="16"/>
                  </a:lnTo>
                  <a:lnTo>
                    <a:pt x="40" y="16"/>
                  </a:lnTo>
                  <a:lnTo>
                    <a:pt x="44" y="16"/>
                  </a:lnTo>
                  <a:lnTo>
                    <a:pt x="44" y="16"/>
                  </a:lnTo>
                  <a:lnTo>
                    <a:pt x="44" y="16"/>
                  </a:lnTo>
                  <a:lnTo>
                    <a:pt x="44" y="16"/>
                  </a:lnTo>
                  <a:lnTo>
                    <a:pt x="48" y="16"/>
                  </a:lnTo>
                  <a:lnTo>
                    <a:pt x="48" y="16"/>
                  </a:lnTo>
                  <a:lnTo>
                    <a:pt x="48" y="16"/>
                  </a:lnTo>
                  <a:lnTo>
                    <a:pt x="48" y="16"/>
                  </a:lnTo>
                  <a:lnTo>
                    <a:pt x="48" y="12"/>
                  </a:lnTo>
                  <a:lnTo>
                    <a:pt x="48" y="12"/>
                  </a:lnTo>
                  <a:lnTo>
                    <a:pt x="48" y="12"/>
                  </a:lnTo>
                  <a:lnTo>
                    <a:pt x="48" y="12"/>
                  </a:lnTo>
                  <a:lnTo>
                    <a:pt x="52" y="12"/>
                  </a:lnTo>
                  <a:lnTo>
                    <a:pt x="52" y="12"/>
                  </a:lnTo>
                  <a:lnTo>
                    <a:pt x="56" y="12"/>
                  </a:lnTo>
                  <a:lnTo>
                    <a:pt x="60" y="8"/>
                  </a:lnTo>
                  <a:lnTo>
                    <a:pt x="60" y="8"/>
                  </a:lnTo>
                  <a:lnTo>
                    <a:pt x="64" y="4"/>
                  </a:lnTo>
                  <a:lnTo>
                    <a:pt x="64" y="4"/>
                  </a:lnTo>
                  <a:lnTo>
                    <a:pt x="64" y="4"/>
                  </a:lnTo>
                  <a:lnTo>
                    <a:pt x="66" y="0"/>
                  </a:lnTo>
                  <a:lnTo>
                    <a:pt x="66" y="0"/>
                  </a:lnTo>
                  <a:lnTo>
                    <a:pt x="70" y="0"/>
                  </a:lnTo>
                  <a:lnTo>
                    <a:pt x="74" y="0"/>
                  </a:lnTo>
                  <a:lnTo>
                    <a:pt x="74" y="0"/>
                  </a:lnTo>
                  <a:lnTo>
                    <a:pt x="78" y="0"/>
                  </a:lnTo>
                  <a:lnTo>
                    <a:pt x="82" y="4"/>
                  </a:lnTo>
                  <a:lnTo>
                    <a:pt x="82" y="4"/>
                  </a:lnTo>
                  <a:lnTo>
                    <a:pt x="82" y="4"/>
                  </a:lnTo>
                  <a:lnTo>
                    <a:pt x="82" y="4"/>
                  </a:lnTo>
                  <a:lnTo>
                    <a:pt x="82" y="8"/>
                  </a:lnTo>
                  <a:lnTo>
                    <a:pt x="82" y="8"/>
                  </a:lnTo>
                  <a:lnTo>
                    <a:pt x="82" y="12"/>
                  </a:lnTo>
                  <a:lnTo>
                    <a:pt x="82" y="12"/>
                  </a:lnTo>
                  <a:lnTo>
                    <a:pt x="82" y="12"/>
                  </a:lnTo>
                  <a:lnTo>
                    <a:pt x="82" y="12"/>
                  </a:lnTo>
                  <a:lnTo>
                    <a:pt x="82" y="12"/>
                  </a:lnTo>
                  <a:lnTo>
                    <a:pt x="82" y="16"/>
                  </a:lnTo>
                  <a:lnTo>
                    <a:pt x="86" y="16"/>
                  </a:lnTo>
                  <a:lnTo>
                    <a:pt x="82" y="16"/>
                  </a:lnTo>
                  <a:lnTo>
                    <a:pt x="82" y="16"/>
                  </a:lnTo>
                  <a:lnTo>
                    <a:pt x="86" y="20"/>
                  </a:lnTo>
                  <a:lnTo>
                    <a:pt x="86" y="24"/>
                  </a:lnTo>
                  <a:lnTo>
                    <a:pt x="86" y="24"/>
                  </a:lnTo>
                  <a:lnTo>
                    <a:pt x="86" y="28"/>
                  </a:lnTo>
                  <a:lnTo>
                    <a:pt x="90" y="28"/>
                  </a:lnTo>
                  <a:lnTo>
                    <a:pt x="92" y="28"/>
                  </a:lnTo>
                  <a:lnTo>
                    <a:pt x="92" y="28"/>
                  </a:lnTo>
                  <a:lnTo>
                    <a:pt x="92" y="28"/>
                  </a:lnTo>
                  <a:lnTo>
                    <a:pt x="92" y="30"/>
                  </a:lnTo>
                  <a:lnTo>
                    <a:pt x="92" y="30"/>
                  </a:lnTo>
                  <a:lnTo>
                    <a:pt x="92" y="30"/>
                  </a:lnTo>
                  <a:lnTo>
                    <a:pt x="96" y="30"/>
                  </a:lnTo>
                  <a:lnTo>
                    <a:pt x="96" y="30"/>
                  </a:lnTo>
                  <a:lnTo>
                    <a:pt x="96" y="30"/>
                  </a:lnTo>
                  <a:lnTo>
                    <a:pt x="92" y="30"/>
                  </a:lnTo>
                  <a:lnTo>
                    <a:pt x="92" y="30"/>
                  </a:lnTo>
                  <a:lnTo>
                    <a:pt x="92" y="30"/>
                  </a:lnTo>
                  <a:lnTo>
                    <a:pt x="92" y="30"/>
                  </a:lnTo>
                  <a:lnTo>
                    <a:pt x="92" y="30"/>
                  </a:lnTo>
                  <a:lnTo>
                    <a:pt x="92" y="30"/>
                  </a:lnTo>
                  <a:lnTo>
                    <a:pt x="92" y="30"/>
                  </a:lnTo>
                  <a:lnTo>
                    <a:pt x="92" y="34"/>
                  </a:lnTo>
                  <a:lnTo>
                    <a:pt x="92" y="34"/>
                  </a:lnTo>
                  <a:lnTo>
                    <a:pt x="92" y="38"/>
                  </a:lnTo>
                  <a:lnTo>
                    <a:pt x="92" y="38"/>
                  </a:lnTo>
                  <a:lnTo>
                    <a:pt x="96" y="38"/>
                  </a:lnTo>
                  <a:lnTo>
                    <a:pt x="100" y="42"/>
                  </a:lnTo>
                  <a:lnTo>
                    <a:pt x="104" y="46"/>
                  </a:lnTo>
                  <a:lnTo>
                    <a:pt x="104" y="42"/>
                  </a:lnTo>
                  <a:lnTo>
                    <a:pt x="108" y="42"/>
                  </a:lnTo>
                  <a:lnTo>
                    <a:pt x="108" y="42"/>
                  </a:lnTo>
                  <a:lnTo>
                    <a:pt x="108" y="42"/>
                  </a:lnTo>
                  <a:lnTo>
                    <a:pt x="108" y="42"/>
                  </a:lnTo>
                  <a:lnTo>
                    <a:pt x="108" y="46"/>
                  </a:lnTo>
                  <a:lnTo>
                    <a:pt x="112" y="46"/>
                  </a:lnTo>
                  <a:lnTo>
                    <a:pt x="108" y="46"/>
                  </a:lnTo>
                  <a:lnTo>
                    <a:pt x="108" y="46"/>
                  </a:lnTo>
                  <a:lnTo>
                    <a:pt x="108" y="50"/>
                  </a:lnTo>
                  <a:lnTo>
                    <a:pt x="108" y="50"/>
                  </a:lnTo>
                  <a:lnTo>
                    <a:pt x="112" y="54"/>
                  </a:lnTo>
                  <a:lnTo>
                    <a:pt x="112" y="56"/>
                  </a:lnTo>
                  <a:lnTo>
                    <a:pt x="112" y="56"/>
                  </a:lnTo>
                  <a:lnTo>
                    <a:pt x="112" y="56"/>
                  </a:lnTo>
                  <a:lnTo>
                    <a:pt x="112" y="56"/>
                  </a:lnTo>
                  <a:lnTo>
                    <a:pt x="112" y="60"/>
                  </a:lnTo>
                  <a:lnTo>
                    <a:pt x="112" y="60"/>
                  </a:lnTo>
                  <a:lnTo>
                    <a:pt x="108" y="60"/>
                  </a:lnTo>
                  <a:lnTo>
                    <a:pt x="108" y="64"/>
                  </a:lnTo>
                  <a:lnTo>
                    <a:pt x="108" y="64"/>
                  </a:lnTo>
                  <a:lnTo>
                    <a:pt x="108" y="64"/>
                  </a:lnTo>
                  <a:lnTo>
                    <a:pt x="108" y="64"/>
                  </a:lnTo>
                  <a:lnTo>
                    <a:pt x="108" y="64"/>
                  </a:lnTo>
                  <a:lnTo>
                    <a:pt x="104" y="64"/>
                  </a:lnTo>
                  <a:lnTo>
                    <a:pt x="104" y="64"/>
                  </a:lnTo>
                  <a:lnTo>
                    <a:pt x="104" y="64"/>
                  </a:lnTo>
                  <a:lnTo>
                    <a:pt x="104" y="64"/>
                  </a:lnTo>
                  <a:lnTo>
                    <a:pt x="100" y="64"/>
                  </a:lnTo>
                  <a:lnTo>
                    <a:pt x="100" y="64"/>
                  </a:lnTo>
                  <a:lnTo>
                    <a:pt x="100" y="64"/>
                  </a:lnTo>
                  <a:lnTo>
                    <a:pt x="100" y="64"/>
                  </a:lnTo>
                  <a:lnTo>
                    <a:pt x="100" y="64"/>
                  </a:lnTo>
                  <a:lnTo>
                    <a:pt x="96" y="64"/>
                  </a:lnTo>
                  <a:lnTo>
                    <a:pt x="96" y="64"/>
                  </a:lnTo>
                  <a:lnTo>
                    <a:pt x="96" y="64"/>
                  </a:lnTo>
                  <a:lnTo>
                    <a:pt x="96" y="64"/>
                  </a:lnTo>
                  <a:lnTo>
                    <a:pt x="96" y="64"/>
                  </a:lnTo>
                  <a:lnTo>
                    <a:pt x="96" y="64"/>
                  </a:lnTo>
                  <a:lnTo>
                    <a:pt x="96" y="68"/>
                  </a:lnTo>
                  <a:lnTo>
                    <a:pt x="96" y="68"/>
                  </a:lnTo>
                  <a:lnTo>
                    <a:pt x="92" y="68"/>
                  </a:lnTo>
                  <a:lnTo>
                    <a:pt x="92" y="68"/>
                  </a:lnTo>
                  <a:lnTo>
                    <a:pt x="92" y="72"/>
                  </a:lnTo>
                  <a:lnTo>
                    <a:pt x="92" y="72"/>
                  </a:lnTo>
                  <a:lnTo>
                    <a:pt x="90" y="72"/>
                  </a:lnTo>
                  <a:lnTo>
                    <a:pt x="90" y="72"/>
                  </a:lnTo>
                  <a:lnTo>
                    <a:pt x="90"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7" name="Freeform 132"/>
            <p:cNvSpPr>
              <a:spLocks noChangeAspect="1"/>
            </p:cNvSpPr>
            <p:nvPr/>
          </p:nvSpPr>
          <p:spPr bwMode="gray">
            <a:xfrm>
              <a:off x="5513043" y="4589274"/>
              <a:ext cx="45221" cy="62613"/>
            </a:xfrm>
            <a:custGeom>
              <a:avLst/>
              <a:gdLst>
                <a:gd name="T0" fmla="*/ 26 w 26"/>
                <a:gd name="T1" fmla="*/ 14 h 36"/>
                <a:gd name="T2" fmla="*/ 26 w 26"/>
                <a:gd name="T3" fmla="*/ 18 h 36"/>
                <a:gd name="T4" fmla="*/ 22 w 26"/>
                <a:gd name="T5" fmla="*/ 18 h 36"/>
                <a:gd name="T6" fmla="*/ 22 w 26"/>
                <a:gd name="T7" fmla="*/ 18 h 36"/>
                <a:gd name="T8" fmla="*/ 22 w 26"/>
                <a:gd name="T9" fmla="*/ 18 h 36"/>
                <a:gd name="T10" fmla="*/ 22 w 26"/>
                <a:gd name="T11" fmla="*/ 18 h 36"/>
                <a:gd name="T12" fmla="*/ 18 w 26"/>
                <a:gd name="T13" fmla="*/ 22 h 36"/>
                <a:gd name="T14" fmla="*/ 18 w 26"/>
                <a:gd name="T15" fmla="*/ 24 h 36"/>
                <a:gd name="T16" fmla="*/ 18 w 26"/>
                <a:gd name="T17" fmla="*/ 24 h 36"/>
                <a:gd name="T18" fmla="*/ 18 w 26"/>
                <a:gd name="T19" fmla="*/ 28 h 36"/>
                <a:gd name="T20" fmla="*/ 10 w 26"/>
                <a:gd name="T21" fmla="*/ 36 h 36"/>
                <a:gd name="T22" fmla="*/ 8 w 26"/>
                <a:gd name="T23" fmla="*/ 36 h 36"/>
                <a:gd name="T24" fmla="*/ 8 w 26"/>
                <a:gd name="T25" fmla="*/ 32 h 36"/>
                <a:gd name="T26" fmla="*/ 4 w 26"/>
                <a:gd name="T27" fmla="*/ 28 h 36"/>
                <a:gd name="T28" fmla="*/ 4 w 26"/>
                <a:gd name="T29" fmla="*/ 28 h 36"/>
                <a:gd name="T30" fmla="*/ 4 w 26"/>
                <a:gd name="T31" fmla="*/ 28 h 36"/>
                <a:gd name="T32" fmla="*/ 4 w 26"/>
                <a:gd name="T33" fmla="*/ 24 h 36"/>
                <a:gd name="T34" fmla="*/ 4 w 26"/>
                <a:gd name="T35" fmla="*/ 24 h 36"/>
                <a:gd name="T36" fmla="*/ 4 w 26"/>
                <a:gd name="T37" fmla="*/ 22 h 36"/>
                <a:gd name="T38" fmla="*/ 4 w 26"/>
                <a:gd name="T39" fmla="*/ 18 h 36"/>
                <a:gd name="T40" fmla="*/ 4 w 26"/>
                <a:gd name="T41" fmla="*/ 18 h 36"/>
                <a:gd name="T42" fmla="*/ 4 w 26"/>
                <a:gd name="T43" fmla="*/ 14 h 36"/>
                <a:gd name="T44" fmla="*/ 4 w 26"/>
                <a:gd name="T45" fmla="*/ 10 h 36"/>
                <a:gd name="T46" fmla="*/ 0 w 26"/>
                <a:gd name="T47" fmla="*/ 8 h 36"/>
                <a:gd name="T48" fmla="*/ 0 w 26"/>
                <a:gd name="T49" fmla="*/ 8 h 36"/>
                <a:gd name="T50" fmla="*/ 0 w 26"/>
                <a:gd name="T51" fmla="*/ 8 h 36"/>
                <a:gd name="T52" fmla="*/ 4 w 26"/>
                <a:gd name="T53" fmla="*/ 4 h 36"/>
                <a:gd name="T54" fmla="*/ 4 w 26"/>
                <a:gd name="T55" fmla="*/ 8 h 36"/>
                <a:gd name="T56" fmla="*/ 4 w 26"/>
                <a:gd name="T57" fmla="*/ 8 h 36"/>
                <a:gd name="T58" fmla="*/ 8 w 26"/>
                <a:gd name="T59" fmla="*/ 8 h 36"/>
                <a:gd name="T60" fmla="*/ 8 w 26"/>
                <a:gd name="T61" fmla="*/ 8 h 36"/>
                <a:gd name="T62" fmla="*/ 8 w 26"/>
                <a:gd name="T63" fmla="*/ 8 h 36"/>
                <a:gd name="T64" fmla="*/ 10 w 26"/>
                <a:gd name="T65" fmla="*/ 8 h 36"/>
                <a:gd name="T66" fmla="*/ 10 w 26"/>
                <a:gd name="T67" fmla="*/ 8 h 36"/>
                <a:gd name="T68" fmla="*/ 14 w 26"/>
                <a:gd name="T69" fmla="*/ 4 h 36"/>
                <a:gd name="T70" fmla="*/ 14 w 26"/>
                <a:gd name="T71" fmla="*/ 0 h 36"/>
                <a:gd name="T72" fmla="*/ 14 w 26"/>
                <a:gd name="T73" fmla="*/ 4 h 36"/>
                <a:gd name="T74" fmla="*/ 18 w 26"/>
                <a:gd name="T75" fmla="*/ 0 h 36"/>
                <a:gd name="T76" fmla="*/ 22 w 26"/>
                <a:gd name="T77" fmla="*/ 0 h 36"/>
                <a:gd name="T78" fmla="*/ 22 w 26"/>
                <a:gd name="T79" fmla="*/ 0 h 36"/>
                <a:gd name="T80" fmla="*/ 18 w 26"/>
                <a:gd name="T81" fmla="*/ 10 h 36"/>
                <a:gd name="T82" fmla="*/ 22 w 26"/>
                <a:gd name="T83" fmla="*/ 10 h 36"/>
                <a:gd name="T84" fmla="*/ 22 w 26"/>
                <a:gd name="T85" fmla="*/ 10 h 36"/>
                <a:gd name="T86" fmla="*/ 26 w 26"/>
                <a:gd name="T87"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 h="36">
                  <a:moveTo>
                    <a:pt x="26" y="10"/>
                  </a:moveTo>
                  <a:lnTo>
                    <a:pt x="26" y="10"/>
                  </a:lnTo>
                  <a:lnTo>
                    <a:pt x="26" y="14"/>
                  </a:lnTo>
                  <a:lnTo>
                    <a:pt x="26" y="14"/>
                  </a:lnTo>
                  <a:lnTo>
                    <a:pt x="26" y="14"/>
                  </a:lnTo>
                  <a:lnTo>
                    <a:pt x="26" y="18"/>
                  </a:lnTo>
                  <a:lnTo>
                    <a:pt x="26" y="18"/>
                  </a:lnTo>
                  <a:lnTo>
                    <a:pt x="26" y="18"/>
                  </a:lnTo>
                  <a:lnTo>
                    <a:pt x="22" y="18"/>
                  </a:lnTo>
                  <a:lnTo>
                    <a:pt x="22" y="18"/>
                  </a:lnTo>
                  <a:lnTo>
                    <a:pt x="22" y="18"/>
                  </a:lnTo>
                  <a:lnTo>
                    <a:pt x="22" y="18"/>
                  </a:lnTo>
                  <a:lnTo>
                    <a:pt x="22" y="18"/>
                  </a:lnTo>
                  <a:lnTo>
                    <a:pt x="22" y="18"/>
                  </a:lnTo>
                  <a:lnTo>
                    <a:pt x="22" y="18"/>
                  </a:lnTo>
                  <a:lnTo>
                    <a:pt x="22" y="18"/>
                  </a:lnTo>
                  <a:lnTo>
                    <a:pt x="22" y="18"/>
                  </a:lnTo>
                  <a:lnTo>
                    <a:pt x="22" y="18"/>
                  </a:lnTo>
                  <a:lnTo>
                    <a:pt x="22" y="22"/>
                  </a:lnTo>
                  <a:lnTo>
                    <a:pt x="22" y="22"/>
                  </a:lnTo>
                  <a:lnTo>
                    <a:pt x="18" y="22"/>
                  </a:lnTo>
                  <a:lnTo>
                    <a:pt x="18" y="24"/>
                  </a:lnTo>
                  <a:lnTo>
                    <a:pt x="18" y="24"/>
                  </a:lnTo>
                  <a:lnTo>
                    <a:pt x="18" y="24"/>
                  </a:lnTo>
                  <a:lnTo>
                    <a:pt x="18" y="24"/>
                  </a:lnTo>
                  <a:lnTo>
                    <a:pt x="18" y="24"/>
                  </a:lnTo>
                  <a:lnTo>
                    <a:pt x="18" y="24"/>
                  </a:lnTo>
                  <a:lnTo>
                    <a:pt x="18" y="28"/>
                  </a:lnTo>
                  <a:lnTo>
                    <a:pt x="18" y="28"/>
                  </a:lnTo>
                  <a:lnTo>
                    <a:pt x="18" y="28"/>
                  </a:lnTo>
                  <a:lnTo>
                    <a:pt x="14" y="32"/>
                  </a:lnTo>
                  <a:lnTo>
                    <a:pt x="14" y="32"/>
                  </a:lnTo>
                  <a:lnTo>
                    <a:pt x="10" y="36"/>
                  </a:lnTo>
                  <a:lnTo>
                    <a:pt x="10" y="36"/>
                  </a:lnTo>
                  <a:lnTo>
                    <a:pt x="8" y="36"/>
                  </a:lnTo>
                  <a:lnTo>
                    <a:pt x="8" y="36"/>
                  </a:lnTo>
                  <a:lnTo>
                    <a:pt x="8" y="36"/>
                  </a:lnTo>
                  <a:lnTo>
                    <a:pt x="8" y="32"/>
                  </a:lnTo>
                  <a:lnTo>
                    <a:pt x="8" y="32"/>
                  </a:lnTo>
                  <a:lnTo>
                    <a:pt x="8" y="32"/>
                  </a:lnTo>
                  <a:lnTo>
                    <a:pt x="8" y="32"/>
                  </a:lnTo>
                  <a:lnTo>
                    <a:pt x="4" y="28"/>
                  </a:lnTo>
                  <a:lnTo>
                    <a:pt x="4" y="28"/>
                  </a:lnTo>
                  <a:lnTo>
                    <a:pt x="4" y="28"/>
                  </a:lnTo>
                  <a:lnTo>
                    <a:pt x="4" y="28"/>
                  </a:lnTo>
                  <a:lnTo>
                    <a:pt x="4" y="28"/>
                  </a:lnTo>
                  <a:lnTo>
                    <a:pt x="4" y="28"/>
                  </a:lnTo>
                  <a:lnTo>
                    <a:pt x="4" y="28"/>
                  </a:lnTo>
                  <a:lnTo>
                    <a:pt x="4" y="24"/>
                  </a:lnTo>
                  <a:lnTo>
                    <a:pt x="4" y="24"/>
                  </a:lnTo>
                  <a:lnTo>
                    <a:pt x="4" y="24"/>
                  </a:lnTo>
                  <a:lnTo>
                    <a:pt x="4" y="24"/>
                  </a:lnTo>
                  <a:lnTo>
                    <a:pt x="4" y="24"/>
                  </a:lnTo>
                  <a:lnTo>
                    <a:pt x="4" y="24"/>
                  </a:lnTo>
                  <a:lnTo>
                    <a:pt x="4" y="22"/>
                  </a:lnTo>
                  <a:lnTo>
                    <a:pt x="4" y="22"/>
                  </a:lnTo>
                  <a:lnTo>
                    <a:pt x="4" y="22"/>
                  </a:lnTo>
                  <a:lnTo>
                    <a:pt x="4" y="18"/>
                  </a:lnTo>
                  <a:lnTo>
                    <a:pt x="4" y="18"/>
                  </a:lnTo>
                  <a:lnTo>
                    <a:pt x="4" y="18"/>
                  </a:lnTo>
                  <a:lnTo>
                    <a:pt x="4" y="18"/>
                  </a:lnTo>
                  <a:lnTo>
                    <a:pt x="4" y="18"/>
                  </a:lnTo>
                  <a:lnTo>
                    <a:pt x="4" y="18"/>
                  </a:lnTo>
                  <a:lnTo>
                    <a:pt x="4" y="14"/>
                  </a:lnTo>
                  <a:lnTo>
                    <a:pt x="4" y="14"/>
                  </a:lnTo>
                  <a:lnTo>
                    <a:pt x="4" y="14"/>
                  </a:lnTo>
                  <a:lnTo>
                    <a:pt x="4" y="14"/>
                  </a:lnTo>
                  <a:lnTo>
                    <a:pt x="4" y="14"/>
                  </a:lnTo>
                  <a:lnTo>
                    <a:pt x="4" y="10"/>
                  </a:lnTo>
                  <a:lnTo>
                    <a:pt x="4" y="10"/>
                  </a:lnTo>
                  <a:lnTo>
                    <a:pt x="4" y="10"/>
                  </a:lnTo>
                  <a:lnTo>
                    <a:pt x="0" y="8"/>
                  </a:lnTo>
                  <a:lnTo>
                    <a:pt x="0" y="8"/>
                  </a:lnTo>
                  <a:lnTo>
                    <a:pt x="0" y="8"/>
                  </a:lnTo>
                  <a:lnTo>
                    <a:pt x="0" y="8"/>
                  </a:lnTo>
                  <a:lnTo>
                    <a:pt x="0" y="8"/>
                  </a:lnTo>
                  <a:lnTo>
                    <a:pt x="0" y="8"/>
                  </a:lnTo>
                  <a:lnTo>
                    <a:pt x="0" y="8"/>
                  </a:lnTo>
                  <a:lnTo>
                    <a:pt x="0" y="4"/>
                  </a:lnTo>
                  <a:lnTo>
                    <a:pt x="0" y="4"/>
                  </a:lnTo>
                  <a:lnTo>
                    <a:pt x="4" y="4"/>
                  </a:lnTo>
                  <a:lnTo>
                    <a:pt x="4" y="8"/>
                  </a:lnTo>
                  <a:lnTo>
                    <a:pt x="4" y="8"/>
                  </a:lnTo>
                  <a:lnTo>
                    <a:pt x="4" y="8"/>
                  </a:lnTo>
                  <a:lnTo>
                    <a:pt x="4" y="8"/>
                  </a:lnTo>
                  <a:lnTo>
                    <a:pt x="4" y="8"/>
                  </a:lnTo>
                  <a:lnTo>
                    <a:pt x="4" y="8"/>
                  </a:lnTo>
                  <a:lnTo>
                    <a:pt x="4" y="8"/>
                  </a:lnTo>
                  <a:lnTo>
                    <a:pt x="4" y="8"/>
                  </a:lnTo>
                  <a:lnTo>
                    <a:pt x="8" y="8"/>
                  </a:lnTo>
                  <a:lnTo>
                    <a:pt x="8" y="8"/>
                  </a:lnTo>
                  <a:lnTo>
                    <a:pt x="8" y="8"/>
                  </a:lnTo>
                  <a:lnTo>
                    <a:pt x="8" y="8"/>
                  </a:lnTo>
                  <a:lnTo>
                    <a:pt x="8" y="8"/>
                  </a:lnTo>
                  <a:lnTo>
                    <a:pt x="8" y="8"/>
                  </a:lnTo>
                  <a:lnTo>
                    <a:pt x="8" y="8"/>
                  </a:lnTo>
                  <a:lnTo>
                    <a:pt x="10" y="8"/>
                  </a:lnTo>
                  <a:lnTo>
                    <a:pt x="10" y="8"/>
                  </a:lnTo>
                  <a:lnTo>
                    <a:pt x="10" y="8"/>
                  </a:lnTo>
                  <a:lnTo>
                    <a:pt x="10" y="8"/>
                  </a:lnTo>
                  <a:lnTo>
                    <a:pt x="10" y="8"/>
                  </a:lnTo>
                  <a:lnTo>
                    <a:pt x="10" y="8"/>
                  </a:lnTo>
                  <a:lnTo>
                    <a:pt x="14" y="8"/>
                  </a:lnTo>
                  <a:lnTo>
                    <a:pt x="14" y="8"/>
                  </a:lnTo>
                  <a:lnTo>
                    <a:pt x="14" y="4"/>
                  </a:lnTo>
                  <a:lnTo>
                    <a:pt x="14" y="0"/>
                  </a:lnTo>
                  <a:lnTo>
                    <a:pt x="14" y="0"/>
                  </a:lnTo>
                  <a:lnTo>
                    <a:pt x="14" y="0"/>
                  </a:lnTo>
                  <a:lnTo>
                    <a:pt x="14" y="0"/>
                  </a:lnTo>
                  <a:lnTo>
                    <a:pt x="14" y="4"/>
                  </a:lnTo>
                  <a:lnTo>
                    <a:pt x="14" y="4"/>
                  </a:lnTo>
                  <a:lnTo>
                    <a:pt x="14" y="4"/>
                  </a:lnTo>
                  <a:lnTo>
                    <a:pt x="18" y="0"/>
                  </a:lnTo>
                  <a:lnTo>
                    <a:pt x="18" y="0"/>
                  </a:lnTo>
                  <a:lnTo>
                    <a:pt x="18" y="0"/>
                  </a:lnTo>
                  <a:lnTo>
                    <a:pt x="22" y="0"/>
                  </a:lnTo>
                  <a:lnTo>
                    <a:pt x="22" y="0"/>
                  </a:lnTo>
                  <a:lnTo>
                    <a:pt x="22" y="0"/>
                  </a:lnTo>
                  <a:lnTo>
                    <a:pt x="22" y="0"/>
                  </a:lnTo>
                  <a:lnTo>
                    <a:pt x="22" y="0"/>
                  </a:lnTo>
                  <a:lnTo>
                    <a:pt x="22" y="4"/>
                  </a:lnTo>
                  <a:lnTo>
                    <a:pt x="22" y="4"/>
                  </a:lnTo>
                  <a:lnTo>
                    <a:pt x="18" y="10"/>
                  </a:lnTo>
                  <a:lnTo>
                    <a:pt x="22" y="10"/>
                  </a:lnTo>
                  <a:lnTo>
                    <a:pt x="22" y="10"/>
                  </a:lnTo>
                  <a:lnTo>
                    <a:pt x="22" y="10"/>
                  </a:lnTo>
                  <a:lnTo>
                    <a:pt x="22" y="10"/>
                  </a:lnTo>
                  <a:lnTo>
                    <a:pt x="22" y="10"/>
                  </a:lnTo>
                  <a:lnTo>
                    <a:pt x="22" y="10"/>
                  </a:lnTo>
                  <a:lnTo>
                    <a:pt x="26" y="10"/>
                  </a:lnTo>
                  <a:lnTo>
                    <a:pt x="26" y="10"/>
                  </a:lnTo>
                  <a:lnTo>
                    <a:pt x="26" y="10"/>
                  </a:lnTo>
                  <a:lnTo>
                    <a:pt x="26"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8" name="Freeform 133"/>
            <p:cNvSpPr>
              <a:spLocks noChangeAspect="1"/>
            </p:cNvSpPr>
            <p:nvPr/>
          </p:nvSpPr>
          <p:spPr bwMode="gray">
            <a:xfrm>
              <a:off x="5005178" y="4126632"/>
              <a:ext cx="198276" cy="344374"/>
            </a:xfrm>
            <a:custGeom>
              <a:avLst/>
              <a:gdLst>
                <a:gd name="T0" fmla="*/ 24 w 114"/>
                <a:gd name="T1" fmla="*/ 188 h 198"/>
                <a:gd name="T2" fmla="*/ 20 w 114"/>
                <a:gd name="T3" fmla="*/ 176 h 198"/>
                <a:gd name="T4" fmla="*/ 20 w 114"/>
                <a:gd name="T5" fmla="*/ 168 h 198"/>
                <a:gd name="T6" fmla="*/ 20 w 114"/>
                <a:gd name="T7" fmla="*/ 162 h 198"/>
                <a:gd name="T8" fmla="*/ 12 w 114"/>
                <a:gd name="T9" fmla="*/ 162 h 198"/>
                <a:gd name="T10" fmla="*/ 8 w 114"/>
                <a:gd name="T11" fmla="*/ 154 h 198"/>
                <a:gd name="T12" fmla="*/ 8 w 114"/>
                <a:gd name="T13" fmla="*/ 150 h 198"/>
                <a:gd name="T14" fmla="*/ 4 w 114"/>
                <a:gd name="T15" fmla="*/ 150 h 198"/>
                <a:gd name="T16" fmla="*/ 4 w 114"/>
                <a:gd name="T17" fmla="*/ 142 h 198"/>
                <a:gd name="T18" fmla="*/ 8 w 114"/>
                <a:gd name="T19" fmla="*/ 132 h 198"/>
                <a:gd name="T20" fmla="*/ 12 w 114"/>
                <a:gd name="T21" fmla="*/ 120 h 198"/>
                <a:gd name="T22" fmla="*/ 20 w 114"/>
                <a:gd name="T23" fmla="*/ 112 h 198"/>
                <a:gd name="T24" fmla="*/ 26 w 114"/>
                <a:gd name="T25" fmla="*/ 106 h 198"/>
                <a:gd name="T26" fmla="*/ 30 w 114"/>
                <a:gd name="T27" fmla="*/ 106 h 198"/>
                <a:gd name="T28" fmla="*/ 38 w 114"/>
                <a:gd name="T29" fmla="*/ 108 h 198"/>
                <a:gd name="T30" fmla="*/ 42 w 114"/>
                <a:gd name="T31" fmla="*/ 116 h 198"/>
                <a:gd name="T32" fmla="*/ 46 w 114"/>
                <a:gd name="T33" fmla="*/ 108 h 198"/>
                <a:gd name="T34" fmla="*/ 50 w 114"/>
                <a:gd name="T35" fmla="*/ 98 h 198"/>
                <a:gd name="T36" fmla="*/ 54 w 114"/>
                <a:gd name="T37" fmla="*/ 90 h 198"/>
                <a:gd name="T38" fmla="*/ 54 w 114"/>
                <a:gd name="T39" fmla="*/ 86 h 198"/>
                <a:gd name="T40" fmla="*/ 56 w 114"/>
                <a:gd name="T41" fmla="*/ 78 h 198"/>
                <a:gd name="T42" fmla="*/ 64 w 114"/>
                <a:gd name="T43" fmla="*/ 72 h 198"/>
                <a:gd name="T44" fmla="*/ 68 w 114"/>
                <a:gd name="T45" fmla="*/ 64 h 198"/>
                <a:gd name="T46" fmla="*/ 68 w 114"/>
                <a:gd name="T47" fmla="*/ 52 h 198"/>
                <a:gd name="T48" fmla="*/ 72 w 114"/>
                <a:gd name="T49" fmla="*/ 46 h 198"/>
                <a:gd name="T50" fmla="*/ 80 w 114"/>
                <a:gd name="T51" fmla="*/ 34 h 198"/>
                <a:gd name="T52" fmla="*/ 86 w 114"/>
                <a:gd name="T53" fmla="*/ 30 h 198"/>
                <a:gd name="T54" fmla="*/ 86 w 114"/>
                <a:gd name="T55" fmla="*/ 22 h 198"/>
                <a:gd name="T56" fmla="*/ 86 w 114"/>
                <a:gd name="T57" fmla="*/ 20 h 198"/>
                <a:gd name="T58" fmla="*/ 86 w 114"/>
                <a:gd name="T59" fmla="*/ 16 h 198"/>
                <a:gd name="T60" fmla="*/ 84 w 114"/>
                <a:gd name="T61" fmla="*/ 8 h 198"/>
                <a:gd name="T62" fmla="*/ 84 w 114"/>
                <a:gd name="T63" fmla="*/ 0 h 198"/>
                <a:gd name="T64" fmla="*/ 86 w 114"/>
                <a:gd name="T65" fmla="*/ 8 h 198"/>
                <a:gd name="T66" fmla="*/ 94 w 114"/>
                <a:gd name="T67" fmla="*/ 20 h 198"/>
                <a:gd name="T68" fmla="*/ 94 w 114"/>
                <a:gd name="T69" fmla="*/ 30 h 198"/>
                <a:gd name="T70" fmla="*/ 94 w 114"/>
                <a:gd name="T71" fmla="*/ 42 h 198"/>
                <a:gd name="T72" fmla="*/ 98 w 114"/>
                <a:gd name="T73" fmla="*/ 50 h 198"/>
                <a:gd name="T74" fmla="*/ 98 w 114"/>
                <a:gd name="T75" fmla="*/ 56 h 198"/>
                <a:gd name="T76" fmla="*/ 86 w 114"/>
                <a:gd name="T77" fmla="*/ 56 h 198"/>
                <a:gd name="T78" fmla="*/ 84 w 114"/>
                <a:gd name="T79" fmla="*/ 68 h 198"/>
                <a:gd name="T80" fmla="*/ 94 w 114"/>
                <a:gd name="T81" fmla="*/ 76 h 198"/>
                <a:gd name="T82" fmla="*/ 98 w 114"/>
                <a:gd name="T83" fmla="*/ 86 h 198"/>
                <a:gd name="T84" fmla="*/ 102 w 114"/>
                <a:gd name="T85" fmla="*/ 94 h 198"/>
                <a:gd name="T86" fmla="*/ 98 w 114"/>
                <a:gd name="T87" fmla="*/ 102 h 198"/>
                <a:gd name="T88" fmla="*/ 94 w 114"/>
                <a:gd name="T89" fmla="*/ 108 h 198"/>
                <a:gd name="T90" fmla="*/ 90 w 114"/>
                <a:gd name="T91" fmla="*/ 120 h 198"/>
                <a:gd name="T92" fmla="*/ 86 w 114"/>
                <a:gd name="T93" fmla="*/ 128 h 198"/>
                <a:gd name="T94" fmla="*/ 86 w 114"/>
                <a:gd name="T95" fmla="*/ 134 h 198"/>
                <a:gd name="T96" fmla="*/ 90 w 114"/>
                <a:gd name="T97" fmla="*/ 146 h 198"/>
                <a:gd name="T98" fmla="*/ 94 w 114"/>
                <a:gd name="T99" fmla="*/ 154 h 198"/>
                <a:gd name="T100" fmla="*/ 98 w 114"/>
                <a:gd name="T101" fmla="*/ 162 h 198"/>
                <a:gd name="T102" fmla="*/ 106 w 114"/>
                <a:gd name="T103" fmla="*/ 172 h 198"/>
                <a:gd name="T104" fmla="*/ 110 w 114"/>
                <a:gd name="T105" fmla="*/ 184 h 198"/>
                <a:gd name="T106" fmla="*/ 110 w 114"/>
                <a:gd name="T107" fmla="*/ 188 h 198"/>
                <a:gd name="T108" fmla="*/ 110 w 114"/>
                <a:gd name="T109" fmla="*/ 198 h 198"/>
                <a:gd name="T110" fmla="*/ 102 w 114"/>
                <a:gd name="T111" fmla="*/ 194 h 198"/>
                <a:gd name="T112" fmla="*/ 94 w 114"/>
                <a:gd name="T113" fmla="*/ 190 h 198"/>
                <a:gd name="T114" fmla="*/ 84 w 114"/>
                <a:gd name="T115" fmla="*/ 190 h 198"/>
                <a:gd name="T116" fmla="*/ 68 w 114"/>
                <a:gd name="T117" fmla="*/ 188 h 198"/>
                <a:gd name="T118" fmla="*/ 56 w 114"/>
                <a:gd name="T119" fmla="*/ 188 h 198"/>
                <a:gd name="T120" fmla="*/ 46 w 114"/>
                <a:gd name="T121" fmla="*/ 188 h 198"/>
                <a:gd name="T122" fmla="*/ 38 w 114"/>
                <a:gd name="T123" fmla="*/ 190 h 198"/>
                <a:gd name="T124" fmla="*/ 26 w 114"/>
                <a:gd name="T125" fmla="*/ 19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14" h="198">
                  <a:moveTo>
                    <a:pt x="26" y="190"/>
                  </a:moveTo>
                  <a:lnTo>
                    <a:pt x="24" y="190"/>
                  </a:lnTo>
                  <a:lnTo>
                    <a:pt x="24" y="188"/>
                  </a:lnTo>
                  <a:lnTo>
                    <a:pt x="20" y="188"/>
                  </a:lnTo>
                  <a:lnTo>
                    <a:pt x="20" y="184"/>
                  </a:lnTo>
                  <a:lnTo>
                    <a:pt x="20" y="176"/>
                  </a:lnTo>
                  <a:lnTo>
                    <a:pt x="24" y="176"/>
                  </a:lnTo>
                  <a:lnTo>
                    <a:pt x="24" y="172"/>
                  </a:lnTo>
                  <a:lnTo>
                    <a:pt x="20" y="168"/>
                  </a:lnTo>
                  <a:lnTo>
                    <a:pt x="20" y="164"/>
                  </a:lnTo>
                  <a:lnTo>
                    <a:pt x="16" y="162"/>
                  </a:lnTo>
                  <a:lnTo>
                    <a:pt x="20" y="162"/>
                  </a:lnTo>
                  <a:lnTo>
                    <a:pt x="16" y="158"/>
                  </a:lnTo>
                  <a:lnTo>
                    <a:pt x="16" y="162"/>
                  </a:lnTo>
                  <a:lnTo>
                    <a:pt x="12" y="162"/>
                  </a:lnTo>
                  <a:lnTo>
                    <a:pt x="12" y="158"/>
                  </a:lnTo>
                  <a:lnTo>
                    <a:pt x="8" y="158"/>
                  </a:lnTo>
                  <a:lnTo>
                    <a:pt x="8" y="154"/>
                  </a:lnTo>
                  <a:lnTo>
                    <a:pt x="8" y="150"/>
                  </a:lnTo>
                  <a:lnTo>
                    <a:pt x="8" y="146"/>
                  </a:lnTo>
                  <a:lnTo>
                    <a:pt x="8" y="150"/>
                  </a:lnTo>
                  <a:lnTo>
                    <a:pt x="4" y="150"/>
                  </a:lnTo>
                  <a:lnTo>
                    <a:pt x="4" y="146"/>
                  </a:lnTo>
                  <a:lnTo>
                    <a:pt x="4" y="150"/>
                  </a:lnTo>
                  <a:lnTo>
                    <a:pt x="0" y="150"/>
                  </a:lnTo>
                  <a:lnTo>
                    <a:pt x="0" y="146"/>
                  </a:lnTo>
                  <a:lnTo>
                    <a:pt x="4" y="142"/>
                  </a:lnTo>
                  <a:lnTo>
                    <a:pt x="4" y="138"/>
                  </a:lnTo>
                  <a:lnTo>
                    <a:pt x="8" y="134"/>
                  </a:lnTo>
                  <a:lnTo>
                    <a:pt x="8" y="132"/>
                  </a:lnTo>
                  <a:lnTo>
                    <a:pt x="8" y="128"/>
                  </a:lnTo>
                  <a:lnTo>
                    <a:pt x="8" y="124"/>
                  </a:lnTo>
                  <a:lnTo>
                    <a:pt x="12" y="120"/>
                  </a:lnTo>
                  <a:lnTo>
                    <a:pt x="16" y="116"/>
                  </a:lnTo>
                  <a:lnTo>
                    <a:pt x="20" y="116"/>
                  </a:lnTo>
                  <a:lnTo>
                    <a:pt x="20" y="112"/>
                  </a:lnTo>
                  <a:lnTo>
                    <a:pt x="20" y="108"/>
                  </a:lnTo>
                  <a:lnTo>
                    <a:pt x="24" y="108"/>
                  </a:lnTo>
                  <a:lnTo>
                    <a:pt x="26" y="106"/>
                  </a:lnTo>
                  <a:lnTo>
                    <a:pt x="26" y="108"/>
                  </a:lnTo>
                  <a:lnTo>
                    <a:pt x="30" y="108"/>
                  </a:lnTo>
                  <a:lnTo>
                    <a:pt x="30" y="106"/>
                  </a:lnTo>
                  <a:lnTo>
                    <a:pt x="34" y="106"/>
                  </a:lnTo>
                  <a:lnTo>
                    <a:pt x="34" y="108"/>
                  </a:lnTo>
                  <a:lnTo>
                    <a:pt x="38" y="108"/>
                  </a:lnTo>
                  <a:lnTo>
                    <a:pt x="38" y="112"/>
                  </a:lnTo>
                  <a:lnTo>
                    <a:pt x="38" y="116"/>
                  </a:lnTo>
                  <a:lnTo>
                    <a:pt x="42" y="116"/>
                  </a:lnTo>
                  <a:lnTo>
                    <a:pt x="42" y="112"/>
                  </a:lnTo>
                  <a:lnTo>
                    <a:pt x="46" y="112"/>
                  </a:lnTo>
                  <a:lnTo>
                    <a:pt x="46" y="108"/>
                  </a:lnTo>
                  <a:lnTo>
                    <a:pt x="50" y="106"/>
                  </a:lnTo>
                  <a:lnTo>
                    <a:pt x="50" y="102"/>
                  </a:lnTo>
                  <a:lnTo>
                    <a:pt x="50" y="98"/>
                  </a:lnTo>
                  <a:lnTo>
                    <a:pt x="54" y="98"/>
                  </a:lnTo>
                  <a:lnTo>
                    <a:pt x="54" y="94"/>
                  </a:lnTo>
                  <a:lnTo>
                    <a:pt x="54" y="90"/>
                  </a:lnTo>
                  <a:lnTo>
                    <a:pt x="54" y="86"/>
                  </a:lnTo>
                  <a:lnTo>
                    <a:pt x="56" y="86"/>
                  </a:lnTo>
                  <a:lnTo>
                    <a:pt x="54" y="86"/>
                  </a:lnTo>
                  <a:lnTo>
                    <a:pt x="54" y="82"/>
                  </a:lnTo>
                  <a:lnTo>
                    <a:pt x="56" y="82"/>
                  </a:lnTo>
                  <a:lnTo>
                    <a:pt x="56" y="78"/>
                  </a:lnTo>
                  <a:lnTo>
                    <a:pt x="60" y="78"/>
                  </a:lnTo>
                  <a:lnTo>
                    <a:pt x="64" y="76"/>
                  </a:lnTo>
                  <a:lnTo>
                    <a:pt x="64" y="72"/>
                  </a:lnTo>
                  <a:lnTo>
                    <a:pt x="64" y="68"/>
                  </a:lnTo>
                  <a:lnTo>
                    <a:pt x="64" y="64"/>
                  </a:lnTo>
                  <a:lnTo>
                    <a:pt x="68" y="64"/>
                  </a:lnTo>
                  <a:lnTo>
                    <a:pt x="68" y="60"/>
                  </a:lnTo>
                  <a:lnTo>
                    <a:pt x="68" y="56"/>
                  </a:lnTo>
                  <a:lnTo>
                    <a:pt x="68" y="52"/>
                  </a:lnTo>
                  <a:lnTo>
                    <a:pt x="72" y="52"/>
                  </a:lnTo>
                  <a:lnTo>
                    <a:pt x="72" y="50"/>
                  </a:lnTo>
                  <a:lnTo>
                    <a:pt x="72" y="46"/>
                  </a:lnTo>
                  <a:lnTo>
                    <a:pt x="76" y="42"/>
                  </a:lnTo>
                  <a:lnTo>
                    <a:pt x="76" y="38"/>
                  </a:lnTo>
                  <a:lnTo>
                    <a:pt x="80" y="34"/>
                  </a:lnTo>
                  <a:lnTo>
                    <a:pt x="84" y="34"/>
                  </a:lnTo>
                  <a:lnTo>
                    <a:pt x="84" y="30"/>
                  </a:lnTo>
                  <a:lnTo>
                    <a:pt x="86" y="30"/>
                  </a:lnTo>
                  <a:lnTo>
                    <a:pt x="90" y="26"/>
                  </a:lnTo>
                  <a:lnTo>
                    <a:pt x="86" y="26"/>
                  </a:lnTo>
                  <a:lnTo>
                    <a:pt x="86" y="22"/>
                  </a:lnTo>
                  <a:lnTo>
                    <a:pt x="90" y="22"/>
                  </a:lnTo>
                  <a:lnTo>
                    <a:pt x="90" y="20"/>
                  </a:lnTo>
                  <a:lnTo>
                    <a:pt x="86" y="20"/>
                  </a:lnTo>
                  <a:lnTo>
                    <a:pt x="90" y="20"/>
                  </a:lnTo>
                  <a:lnTo>
                    <a:pt x="90" y="16"/>
                  </a:lnTo>
                  <a:lnTo>
                    <a:pt x="86" y="16"/>
                  </a:lnTo>
                  <a:lnTo>
                    <a:pt x="84" y="16"/>
                  </a:lnTo>
                  <a:lnTo>
                    <a:pt x="84" y="12"/>
                  </a:lnTo>
                  <a:lnTo>
                    <a:pt x="84" y="8"/>
                  </a:lnTo>
                  <a:lnTo>
                    <a:pt x="84" y="4"/>
                  </a:lnTo>
                  <a:lnTo>
                    <a:pt x="80" y="0"/>
                  </a:lnTo>
                  <a:lnTo>
                    <a:pt x="84" y="0"/>
                  </a:lnTo>
                  <a:lnTo>
                    <a:pt x="86" y="0"/>
                  </a:lnTo>
                  <a:lnTo>
                    <a:pt x="86" y="4"/>
                  </a:lnTo>
                  <a:lnTo>
                    <a:pt x="86" y="8"/>
                  </a:lnTo>
                  <a:lnTo>
                    <a:pt x="90" y="8"/>
                  </a:lnTo>
                  <a:lnTo>
                    <a:pt x="94" y="16"/>
                  </a:lnTo>
                  <a:lnTo>
                    <a:pt x="94" y="20"/>
                  </a:lnTo>
                  <a:lnTo>
                    <a:pt x="94" y="22"/>
                  </a:lnTo>
                  <a:lnTo>
                    <a:pt x="94" y="26"/>
                  </a:lnTo>
                  <a:lnTo>
                    <a:pt x="94" y="30"/>
                  </a:lnTo>
                  <a:lnTo>
                    <a:pt x="94" y="34"/>
                  </a:lnTo>
                  <a:lnTo>
                    <a:pt x="94" y="38"/>
                  </a:lnTo>
                  <a:lnTo>
                    <a:pt x="94" y="42"/>
                  </a:lnTo>
                  <a:lnTo>
                    <a:pt x="94" y="46"/>
                  </a:lnTo>
                  <a:lnTo>
                    <a:pt x="98" y="46"/>
                  </a:lnTo>
                  <a:lnTo>
                    <a:pt x="98" y="50"/>
                  </a:lnTo>
                  <a:lnTo>
                    <a:pt x="102" y="52"/>
                  </a:lnTo>
                  <a:lnTo>
                    <a:pt x="102" y="56"/>
                  </a:lnTo>
                  <a:lnTo>
                    <a:pt x="98" y="56"/>
                  </a:lnTo>
                  <a:lnTo>
                    <a:pt x="94" y="56"/>
                  </a:lnTo>
                  <a:lnTo>
                    <a:pt x="90" y="56"/>
                  </a:lnTo>
                  <a:lnTo>
                    <a:pt x="86" y="56"/>
                  </a:lnTo>
                  <a:lnTo>
                    <a:pt x="84" y="56"/>
                  </a:lnTo>
                  <a:lnTo>
                    <a:pt x="80" y="60"/>
                  </a:lnTo>
                  <a:lnTo>
                    <a:pt x="84" y="68"/>
                  </a:lnTo>
                  <a:lnTo>
                    <a:pt x="86" y="72"/>
                  </a:lnTo>
                  <a:lnTo>
                    <a:pt x="90" y="76"/>
                  </a:lnTo>
                  <a:lnTo>
                    <a:pt x="94" y="76"/>
                  </a:lnTo>
                  <a:lnTo>
                    <a:pt x="94" y="78"/>
                  </a:lnTo>
                  <a:lnTo>
                    <a:pt x="98" y="82"/>
                  </a:lnTo>
                  <a:lnTo>
                    <a:pt x="98" y="86"/>
                  </a:lnTo>
                  <a:lnTo>
                    <a:pt x="98" y="90"/>
                  </a:lnTo>
                  <a:lnTo>
                    <a:pt x="102" y="90"/>
                  </a:lnTo>
                  <a:lnTo>
                    <a:pt x="102" y="94"/>
                  </a:lnTo>
                  <a:lnTo>
                    <a:pt x="102" y="98"/>
                  </a:lnTo>
                  <a:lnTo>
                    <a:pt x="102" y="102"/>
                  </a:lnTo>
                  <a:lnTo>
                    <a:pt x="98" y="102"/>
                  </a:lnTo>
                  <a:lnTo>
                    <a:pt x="98" y="106"/>
                  </a:lnTo>
                  <a:lnTo>
                    <a:pt x="94" y="106"/>
                  </a:lnTo>
                  <a:lnTo>
                    <a:pt x="94" y="108"/>
                  </a:lnTo>
                  <a:lnTo>
                    <a:pt x="94" y="112"/>
                  </a:lnTo>
                  <a:lnTo>
                    <a:pt x="90" y="116"/>
                  </a:lnTo>
                  <a:lnTo>
                    <a:pt x="90" y="120"/>
                  </a:lnTo>
                  <a:lnTo>
                    <a:pt x="86" y="120"/>
                  </a:lnTo>
                  <a:lnTo>
                    <a:pt x="86" y="124"/>
                  </a:lnTo>
                  <a:lnTo>
                    <a:pt x="86" y="128"/>
                  </a:lnTo>
                  <a:lnTo>
                    <a:pt x="90" y="128"/>
                  </a:lnTo>
                  <a:lnTo>
                    <a:pt x="86" y="132"/>
                  </a:lnTo>
                  <a:lnTo>
                    <a:pt x="86" y="134"/>
                  </a:lnTo>
                  <a:lnTo>
                    <a:pt x="90" y="138"/>
                  </a:lnTo>
                  <a:lnTo>
                    <a:pt x="90" y="142"/>
                  </a:lnTo>
                  <a:lnTo>
                    <a:pt x="90" y="146"/>
                  </a:lnTo>
                  <a:lnTo>
                    <a:pt x="90" y="150"/>
                  </a:lnTo>
                  <a:lnTo>
                    <a:pt x="94" y="150"/>
                  </a:lnTo>
                  <a:lnTo>
                    <a:pt x="94" y="154"/>
                  </a:lnTo>
                  <a:lnTo>
                    <a:pt x="94" y="158"/>
                  </a:lnTo>
                  <a:lnTo>
                    <a:pt x="94" y="162"/>
                  </a:lnTo>
                  <a:lnTo>
                    <a:pt x="98" y="162"/>
                  </a:lnTo>
                  <a:lnTo>
                    <a:pt x="98" y="164"/>
                  </a:lnTo>
                  <a:lnTo>
                    <a:pt x="102" y="168"/>
                  </a:lnTo>
                  <a:lnTo>
                    <a:pt x="106" y="172"/>
                  </a:lnTo>
                  <a:lnTo>
                    <a:pt x="110" y="176"/>
                  </a:lnTo>
                  <a:lnTo>
                    <a:pt x="110" y="180"/>
                  </a:lnTo>
                  <a:lnTo>
                    <a:pt x="110" y="184"/>
                  </a:lnTo>
                  <a:lnTo>
                    <a:pt x="110" y="188"/>
                  </a:lnTo>
                  <a:lnTo>
                    <a:pt x="114" y="188"/>
                  </a:lnTo>
                  <a:lnTo>
                    <a:pt x="110" y="188"/>
                  </a:lnTo>
                  <a:lnTo>
                    <a:pt x="110" y="190"/>
                  </a:lnTo>
                  <a:lnTo>
                    <a:pt x="110" y="194"/>
                  </a:lnTo>
                  <a:lnTo>
                    <a:pt x="110" y="198"/>
                  </a:lnTo>
                  <a:lnTo>
                    <a:pt x="110" y="194"/>
                  </a:lnTo>
                  <a:lnTo>
                    <a:pt x="106" y="194"/>
                  </a:lnTo>
                  <a:lnTo>
                    <a:pt x="102" y="194"/>
                  </a:lnTo>
                  <a:lnTo>
                    <a:pt x="102" y="190"/>
                  </a:lnTo>
                  <a:lnTo>
                    <a:pt x="98" y="190"/>
                  </a:lnTo>
                  <a:lnTo>
                    <a:pt x="94" y="190"/>
                  </a:lnTo>
                  <a:lnTo>
                    <a:pt x="90" y="190"/>
                  </a:lnTo>
                  <a:lnTo>
                    <a:pt x="86" y="190"/>
                  </a:lnTo>
                  <a:lnTo>
                    <a:pt x="84" y="190"/>
                  </a:lnTo>
                  <a:lnTo>
                    <a:pt x="76" y="190"/>
                  </a:lnTo>
                  <a:lnTo>
                    <a:pt x="68" y="190"/>
                  </a:lnTo>
                  <a:lnTo>
                    <a:pt x="68" y="188"/>
                  </a:lnTo>
                  <a:lnTo>
                    <a:pt x="64" y="188"/>
                  </a:lnTo>
                  <a:lnTo>
                    <a:pt x="60" y="188"/>
                  </a:lnTo>
                  <a:lnTo>
                    <a:pt x="56" y="188"/>
                  </a:lnTo>
                  <a:lnTo>
                    <a:pt x="54" y="188"/>
                  </a:lnTo>
                  <a:lnTo>
                    <a:pt x="50" y="188"/>
                  </a:lnTo>
                  <a:lnTo>
                    <a:pt x="46" y="188"/>
                  </a:lnTo>
                  <a:lnTo>
                    <a:pt x="42" y="188"/>
                  </a:lnTo>
                  <a:lnTo>
                    <a:pt x="42" y="190"/>
                  </a:lnTo>
                  <a:lnTo>
                    <a:pt x="38" y="190"/>
                  </a:lnTo>
                  <a:lnTo>
                    <a:pt x="30" y="190"/>
                  </a:lnTo>
                  <a:lnTo>
                    <a:pt x="26" y="190"/>
                  </a:lnTo>
                  <a:lnTo>
                    <a:pt x="26" y="190"/>
                  </a:lnTo>
                  <a:lnTo>
                    <a:pt x="26" y="1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79" name="Freeform 134"/>
            <p:cNvSpPr>
              <a:spLocks noChangeAspect="1" noEditPoints="1"/>
            </p:cNvSpPr>
            <p:nvPr/>
          </p:nvSpPr>
          <p:spPr bwMode="gray">
            <a:xfrm>
              <a:off x="4177288" y="4004883"/>
              <a:ext cx="66092" cy="69570"/>
            </a:xfrm>
            <a:custGeom>
              <a:avLst/>
              <a:gdLst>
                <a:gd name="T0" fmla="*/ 0 w 38"/>
                <a:gd name="T1" fmla="*/ 4 h 40"/>
                <a:gd name="T2" fmla="*/ 0 w 38"/>
                <a:gd name="T3" fmla="*/ 4 h 40"/>
                <a:gd name="T4" fmla="*/ 4 w 38"/>
                <a:gd name="T5" fmla="*/ 0 h 40"/>
                <a:gd name="T6" fmla="*/ 4 w 38"/>
                <a:gd name="T7" fmla="*/ 4 h 40"/>
                <a:gd name="T8" fmla="*/ 4 w 38"/>
                <a:gd name="T9" fmla="*/ 4 h 40"/>
                <a:gd name="T10" fmla="*/ 4 w 38"/>
                <a:gd name="T11" fmla="*/ 4 h 40"/>
                <a:gd name="T12" fmla="*/ 0 w 38"/>
                <a:gd name="T13" fmla="*/ 4 h 40"/>
                <a:gd name="T14" fmla="*/ 0 w 38"/>
                <a:gd name="T15" fmla="*/ 4 h 40"/>
                <a:gd name="T16" fmla="*/ 4 w 38"/>
                <a:gd name="T17" fmla="*/ 8 h 40"/>
                <a:gd name="T18" fmla="*/ 4 w 38"/>
                <a:gd name="T19" fmla="*/ 8 h 40"/>
                <a:gd name="T20" fmla="*/ 4 w 38"/>
                <a:gd name="T21" fmla="*/ 4 h 40"/>
                <a:gd name="T22" fmla="*/ 8 w 38"/>
                <a:gd name="T23" fmla="*/ 8 h 40"/>
                <a:gd name="T24" fmla="*/ 4 w 38"/>
                <a:gd name="T25" fmla="*/ 8 h 40"/>
                <a:gd name="T26" fmla="*/ 34 w 38"/>
                <a:gd name="T27" fmla="*/ 10 h 40"/>
                <a:gd name="T28" fmla="*/ 34 w 38"/>
                <a:gd name="T29" fmla="*/ 8 h 40"/>
                <a:gd name="T30" fmla="*/ 34 w 38"/>
                <a:gd name="T31" fmla="*/ 8 h 40"/>
                <a:gd name="T32" fmla="*/ 34 w 38"/>
                <a:gd name="T33" fmla="*/ 8 h 40"/>
                <a:gd name="T34" fmla="*/ 34 w 38"/>
                <a:gd name="T35" fmla="*/ 10 h 40"/>
                <a:gd name="T36" fmla="*/ 16 w 38"/>
                <a:gd name="T37" fmla="*/ 10 h 40"/>
                <a:gd name="T38" fmla="*/ 12 w 38"/>
                <a:gd name="T39" fmla="*/ 10 h 40"/>
                <a:gd name="T40" fmla="*/ 16 w 38"/>
                <a:gd name="T41" fmla="*/ 10 h 40"/>
                <a:gd name="T42" fmla="*/ 20 w 38"/>
                <a:gd name="T43" fmla="*/ 10 h 40"/>
                <a:gd name="T44" fmla="*/ 20 w 38"/>
                <a:gd name="T45" fmla="*/ 10 h 40"/>
                <a:gd name="T46" fmla="*/ 16 w 38"/>
                <a:gd name="T47" fmla="*/ 10 h 40"/>
                <a:gd name="T48" fmla="*/ 16 w 38"/>
                <a:gd name="T49" fmla="*/ 10 h 40"/>
                <a:gd name="T50" fmla="*/ 16 w 38"/>
                <a:gd name="T51" fmla="*/ 10 h 40"/>
                <a:gd name="T52" fmla="*/ 16 w 38"/>
                <a:gd name="T53" fmla="*/ 10 h 40"/>
                <a:gd name="T54" fmla="*/ 16 w 38"/>
                <a:gd name="T55" fmla="*/ 10 h 40"/>
                <a:gd name="T56" fmla="*/ 34 w 38"/>
                <a:gd name="T57" fmla="*/ 22 h 40"/>
                <a:gd name="T58" fmla="*/ 34 w 38"/>
                <a:gd name="T59" fmla="*/ 22 h 40"/>
                <a:gd name="T60" fmla="*/ 34 w 38"/>
                <a:gd name="T61" fmla="*/ 18 h 40"/>
                <a:gd name="T62" fmla="*/ 38 w 38"/>
                <a:gd name="T63" fmla="*/ 18 h 40"/>
                <a:gd name="T64" fmla="*/ 38 w 38"/>
                <a:gd name="T65" fmla="*/ 18 h 40"/>
                <a:gd name="T66" fmla="*/ 34 w 38"/>
                <a:gd name="T67" fmla="*/ 22 h 40"/>
                <a:gd name="T68" fmla="*/ 30 w 38"/>
                <a:gd name="T69" fmla="*/ 38 h 40"/>
                <a:gd name="T70" fmla="*/ 30 w 38"/>
                <a:gd name="T71" fmla="*/ 38 h 40"/>
                <a:gd name="T72" fmla="*/ 30 w 38"/>
                <a:gd name="T73" fmla="*/ 34 h 40"/>
                <a:gd name="T74" fmla="*/ 30 w 38"/>
                <a:gd name="T75" fmla="*/ 34 h 40"/>
                <a:gd name="T76" fmla="*/ 30 w 38"/>
                <a:gd name="T77" fmla="*/ 38 h 40"/>
                <a:gd name="T78" fmla="*/ 30 w 38"/>
                <a:gd name="T79" fmla="*/ 38 h 40"/>
                <a:gd name="T80" fmla="*/ 24 w 38"/>
                <a:gd name="T81" fmla="*/ 40 h 40"/>
                <a:gd name="T82" fmla="*/ 24 w 38"/>
                <a:gd name="T83" fmla="*/ 38 h 40"/>
                <a:gd name="T84" fmla="*/ 24 w 38"/>
                <a:gd name="T85" fmla="*/ 38 h 40"/>
                <a:gd name="T86" fmla="*/ 24 w 38"/>
                <a:gd name="T87" fmla="*/ 34 h 40"/>
                <a:gd name="T88" fmla="*/ 26 w 38"/>
                <a:gd name="T89" fmla="*/ 38 h 40"/>
                <a:gd name="T90" fmla="*/ 26 w 38"/>
                <a:gd name="T91" fmla="*/ 38 h 40"/>
                <a:gd name="T92" fmla="*/ 26 w 38"/>
                <a:gd name="T93" fmla="*/ 40 h 40"/>
                <a:gd name="T94" fmla="*/ 12 w 38"/>
                <a:gd name="T95" fmla="*/ 40 h 40"/>
                <a:gd name="T96" fmla="*/ 12 w 38"/>
                <a:gd name="T97" fmla="*/ 40 h 40"/>
                <a:gd name="T98" fmla="*/ 12 w 38"/>
                <a:gd name="T99" fmla="*/ 40 h 40"/>
                <a:gd name="T100" fmla="*/ 12 w 38"/>
                <a:gd name="T101" fmla="*/ 38 h 40"/>
                <a:gd name="T102" fmla="*/ 16 w 38"/>
                <a:gd name="T103" fmla="*/ 38 h 40"/>
                <a:gd name="T104" fmla="*/ 16 w 38"/>
                <a:gd name="T105" fmla="*/ 40 h 40"/>
                <a:gd name="T106" fmla="*/ 16 w 38"/>
                <a:gd name="T107" fmla="*/ 40 h 40"/>
                <a:gd name="T108" fmla="*/ 12 w 38"/>
                <a:gd name="T109" fmla="*/ 4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8" h="40">
                  <a:moveTo>
                    <a:pt x="0" y="4"/>
                  </a:moveTo>
                  <a:lnTo>
                    <a:pt x="0" y="4"/>
                  </a:lnTo>
                  <a:lnTo>
                    <a:pt x="0" y="4"/>
                  </a:lnTo>
                  <a:lnTo>
                    <a:pt x="0" y="4"/>
                  </a:lnTo>
                  <a:lnTo>
                    <a:pt x="0" y="4"/>
                  </a:lnTo>
                  <a:lnTo>
                    <a:pt x="0" y="4"/>
                  </a:lnTo>
                  <a:lnTo>
                    <a:pt x="0" y="4"/>
                  </a:lnTo>
                  <a:lnTo>
                    <a:pt x="0" y="0"/>
                  </a:lnTo>
                  <a:lnTo>
                    <a:pt x="4" y="0"/>
                  </a:lnTo>
                  <a:lnTo>
                    <a:pt x="4" y="0"/>
                  </a:lnTo>
                  <a:lnTo>
                    <a:pt x="4" y="0"/>
                  </a:lnTo>
                  <a:lnTo>
                    <a:pt x="4" y="4"/>
                  </a:lnTo>
                  <a:lnTo>
                    <a:pt x="4" y="4"/>
                  </a:lnTo>
                  <a:lnTo>
                    <a:pt x="4" y="4"/>
                  </a:lnTo>
                  <a:lnTo>
                    <a:pt x="4" y="4"/>
                  </a:lnTo>
                  <a:lnTo>
                    <a:pt x="4" y="4"/>
                  </a:lnTo>
                  <a:lnTo>
                    <a:pt x="4" y="4"/>
                  </a:lnTo>
                  <a:lnTo>
                    <a:pt x="4" y="4"/>
                  </a:lnTo>
                  <a:lnTo>
                    <a:pt x="4" y="4"/>
                  </a:lnTo>
                  <a:lnTo>
                    <a:pt x="0" y="4"/>
                  </a:lnTo>
                  <a:lnTo>
                    <a:pt x="0" y="4"/>
                  </a:lnTo>
                  <a:lnTo>
                    <a:pt x="0" y="4"/>
                  </a:lnTo>
                  <a:lnTo>
                    <a:pt x="0" y="4"/>
                  </a:lnTo>
                  <a:lnTo>
                    <a:pt x="0" y="4"/>
                  </a:lnTo>
                  <a:lnTo>
                    <a:pt x="0" y="4"/>
                  </a:lnTo>
                  <a:close/>
                  <a:moveTo>
                    <a:pt x="4" y="8"/>
                  </a:moveTo>
                  <a:lnTo>
                    <a:pt x="4" y="8"/>
                  </a:lnTo>
                  <a:lnTo>
                    <a:pt x="4" y="8"/>
                  </a:lnTo>
                  <a:lnTo>
                    <a:pt x="4" y="8"/>
                  </a:lnTo>
                  <a:lnTo>
                    <a:pt x="4" y="8"/>
                  </a:lnTo>
                  <a:lnTo>
                    <a:pt x="4" y="4"/>
                  </a:lnTo>
                  <a:lnTo>
                    <a:pt x="4" y="4"/>
                  </a:lnTo>
                  <a:lnTo>
                    <a:pt x="4" y="4"/>
                  </a:lnTo>
                  <a:lnTo>
                    <a:pt x="8" y="8"/>
                  </a:lnTo>
                  <a:lnTo>
                    <a:pt x="8" y="8"/>
                  </a:lnTo>
                  <a:lnTo>
                    <a:pt x="8" y="8"/>
                  </a:lnTo>
                  <a:lnTo>
                    <a:pt x="8" y="8"/>
                  </a:lnTo>
                  <a:lnTo>
                    <a:pt x="4" y="8"/>
                  </a:lnTo>
                  <a:lnTo>
                    <a:pt x="4" y="8"/>
                  </a:lnTo>
                  <a:lnTo>
                    <a:pt x="4" y="8"/>
                  </a:lnTo>
                  <a:lnTo>
                    <a:pt x="4" y="8"/>
                  </a:lnTo>
                  <a:close/>
                  <a:moveTo>
                    <a:pt x="34" y="10"/>
                  </a:moveTo>
                  <a:lnTo>
                    <a:pt x="34" y="10"/>
                  </a:lnTo>
                  <a:lnTo>
                    <a:pt x="34" y="10"/>
                  </a:lnTo>
                  <a:lnTo>
                    <a:pt x="34" y="8"/>
                  </a:lnTo>
                  <a:lnTo>
                    <a:pt x="34" y="8"/>
                  </a:lnTo>
                  <a:lnTo>
                    <a:pt x="34" y="8"/>
                  </a:lnTo>
                  <a:lnTo>
                    <a:pt x="34" y="8"/>
                  </a:lnTo>
                  <a:lnTo>
                    <a:pt x="34" y="8"/>
                  </a:lnTo>
                  <a:lnTo>
                    <a:pt x="34" y="8"/>
                  </a:lnTo>
                  <a:lnTo>
                    <a:pt x="34" y="8"/>
                  </a:lnTo>
                  <a:lnTo>
                    <a:pt x="34" y="10"/>
                  </a:lnTo>
                  <a:lnTo>
                    <a:pt x="34" y="10"/>
                  </a:lnTo>
                  <a:lnTo>
                    <a:pt x="34" y="10"/>
                  </a:lnTo>
                  <a:lnTo>
                    <a:pt x="34" y="10"/>
                  </a:lnTo>
                  <a:lnTo>
                    <a:pt x="34" y="10"/>
                  </a:lnTo>
                  <a:close/>
                  <a:moveTo>
                    <a:pt x="16" y="10"/>
                  </a:moveTo>
                  <a:lnTo>
                    <a:pt x="12" y="10"/>
                  </a:lnTo>
                  <a:lnTo>
                    <a:pt x="12" y="10"/>
                  </a:lnTo>
                  <a:lnTo>
                    <a:pt x="12" y="10"/>
                  </a:lnTo>
                  <a:lnTo>
                    <a:pt x="12" y="10"/>
                  </a:lnTo>
                  <a:lnTo>
                    <a:pt x="16" y="10"/>
                  </a:lnTo>
                  <a:lnTo>
                    <a:pt x="16" y="10"/>
                  </a:lnTo>
                  <a:lnTo>
                    <a:pt x="16" y="10"/>
                  </a:lnTo>
                  <a:lnTo>
                    <a:pt x="16" y="10"/>
                  </a:lnTo>
                  <a:lnTo>
                    <a:pt x="20" y="10"/>
                  </a:lnTo>
                  <a:lnTo>
                    <a:pt x="20" y="10"/>
                  </a:lnTo>
                  <a:lnTo>
                    <a:pt x="20" y="10"/>
                  </a:lnTo>
                  <a:lnTo>
                    <a:pt x="20" y="10"/>
                  </a:lnTo>
                  <a:lnTo>
                    <a:pt x="20" y="10"/>
                  </a:lnTo>
                  <a:lnTo>
                    <a:pt x="20"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lnTo>
                    <a:pt x="16" y="10"/>
                  </a:lnTo>
                  <a:close/>
                  <a:moveTo>
                    <a:pt x="34" y="22"/>
                  </a:moveTo>
                  <a:lnTo>
                    <a:pt x="34" y="22"/>
                  </a:lnTo>
                  <a:lnTo>
                    <a:pt x="34" y="22"/>
                  </a:lnTo>
                  <a:lnTo>
                    <a:pt x="34" y="22"/>
                  </a:lnTo>
                  <a:lnTo>
                    <a:pt x="34" y="18"/>
                  </a:lnTo>
                  <a:lnTo>
                    <a:pt x="34" y="18"/>
                  </a:lnTo>
                  <a:lnTo>
                    <a:pt x="34" y="18"/>
                  </a:lnTo>
                  <a:lnTo>
                    <a:pt x="34" y="18"/>
                  </a:lnTo>
                  <a:lnTo>
                    <a:pt x="38" y="18"/>
                  </a:lnTo>
                  <a:lnTo>
                    <a:pt x="38" y="18"/>
                  </a:lnTo>
                  <a:lnTo>
                    <a:pt x="38" y="18"/>
                  </a:lnTo>
                  <a:lnTo>
                    <a:pt x="38" y="18"/>
                  </a:lnTo>
                  <a:lnTo>
                    <a:pt x="38" y="18"/>
                  </a:lnTo>
                  <a:lnTo>
                    <a:pt x="38" y="18"/>
                  </a:lnTo>
                  <a:lnTo>
                    <a:pt x="38" y="22"/>
                  </a:lnTo>
                  <a:lnTo>
                    <a:pt x="34" y="22"/>
                  </a:lnTo>
                  <a:lnTo>
                    <a:pt x="34" y="22"/>
                  </a:lnTo>
                  <a:lnTo>
                    <a:pt x="34" y="22"/>
                  </a:lnTo>
                  <a:close/>
                  <a:moveTo>
                    <a:pt x="30" y="38"/>
                  </a:moveTo>
                  <a:lnTo>
                    <a:pt x="30" y="38"/>
                  </a:lnTo>
                  <a:lnTo>
                    <a:pt x="30" y="38"/>
                  </a:lnTo>
                  <a:lnTo>
                    <a:pt x="30" y="38"/>
                  </a:lnTo>
                  <a:lnTo>
                    <a:pt x="30" y="38"/>
                  </a:lnTo>
                  <a:lnTo>
                    <a:pt x="30" y="34"/>
                  </a:lnTo>
                  <a:lnTo>
                    <a:pt x="30" y="34"/>
                  </a:lnTo>
                  <a:lnTo>
                    <a:pt x="30" y="34"/>
                  </a:lnTo>
                  <a:lnTo>
                    <a:pt x="30" y="34"/>
                  </a:lnTo>
                  <a:lnTo>
                    <a:pt x="30" y="34"/>
                  </a:lnTo>
                  <a:lnTo>
                    <a:pt x="30" y="38"/>
                  </a:lnTo>
                  <a:lnTo>
                    <a:pt x="30" y="38"/>
                  </a:lnTo>
                  <a:lnTo>
                    <a:pt x="30" y="38"/>
                  </a:lnTo>
                  <a:lnTo>
                    <a:pt x="30" y="38"/>
                  </a:lnTo>
                  <a:lnTo>
                    <a:pt x="30" y="38"/>
                  </a:lnTo>
                  <a:lnTo>
                    <a:pt x="30" y="38"/>
                  </a:lnTo>
                  <a:close/>
                  <a:moveTo>
                    <a:pt x="26" y="40"/>
                  </a:moveTo>
                  <a:lnTo>
                    <a:pt x="24" y="40"/>
                  </a:lnTo>
                  <a:lnTo>
                    <a:pt x="24" y="40"/>
                  </a:lnTo>
                  <a:lnTo>
                    <a:pt x="24" y="40"/>
                  </a:lnTo>
                  <a:lnTo>
                    <a:pt x="24" y="40"/>
                  </a:lnTo>
                  <a:lnTo>
                    <a:pt x="24" y="38"/>
                  </a:lnTo>
                  <a:lnTo>
                    <a:pt x="24" y="38"/>
                  </a:lnTo>
                  <a:lnTo>
                    <a:pt x="24" y="38"/>
                  </a:lnTo>
                  <a:lnTo>
                    <a:pt x="24" y="38"/>
                  </a:lnTo>
                  <a:lnTo>
                    <a:pt x="24" y="34"/>
                  </a:lnTo>
                  <a:lnTo>
                    <a:pt x="24" y="34"/>
                  </a:lnTo>
                  <a:lnTo>
                    <a:pt x="24" y="34"/>
                  </a:lnTo>
                  <a:lnTo>
                    <a:pt x="24" y="38"/>
                  </a:lnTo>
                  <a:lnTo>
                    <a:pt x="26" y="38"/>
                  </a:lnTo>
                  <a:lnTo>
                    <a:pt x="26" y="38"/>
                  </a:lnTo>
                  <a:lnTo>
                    <a:pt x="26" y="38"/>
                  </a:lnTo>
                  <a:lnTo>
                    <a:pt x="26" y="38"/>
                  </a:lnTo>
                  <a:lnTo>
                    <a:pt x="26" y="38"/>
                  </a:lnTo>
                  <a:lnTo>
                    <a:pt x="26" y="40"/>
                  </a:lnTo>
                  <a:lnTo>
                    <a:pt x="26" y="40"/>
                  </a:lnTo>
                  <a:lnTo>
                    <a:pt x="26" y="40"/>
                  </a:lnTo>
                  <a:close/>
                  <a:moveTo>
                    <a:pt x="12" y="40"/>
                  </a:moveTo>
                  <a:lnTo>
                    <a:pt x="12" y="40"/>
                  </a:lnTo>
                  <a:lnTo>
                    <a:pt x="12" y="40"/>
                  </a:lnTo>
                  <a:lnTo>
                    <a:pt x="12" y="40"/>
                  </a:lnTo>
                  <a:lnTo>
                    <a:pt x="12" y="40"/>
                  </a:lnTo>
                  <a:lnTo>
                    <a:pt x="12" y="40"/>
                  </a:lnTo>
                  <a:lnTo>
                    <a:pt x="12" y="40"/>
                  </a:lnTo>
                  <a:lnTo>
                    <a:pt x="12" y="40"/>
                  </a:lnTo>
                  <a:lnTo>
                    <a:pt x="12" y="40"/>
                  </a:lnTo>
                  <a:lnTo>
                    <a:pt x="12" y="38"/>
                  </a:lnTo>
                  <a:lnTo>
                    <a:pt x="12" y="38"/>
                  </a:lnTo>
                  <a:lnTo>
                    <a:pt x="12" y="38"/>
                  </a:lnTo>
                  <a:lnTo>
                    <a:pt x="12" y="38"/>
                  </a:lnTo>
                  <a:lnTo>
                    <a:pt x="16" y="38"/>
                  </a:lnTo>
                  <a:lnTo>
                    <a:pt x="16" y="38"/>
                  </a:lnTo>
                  <a:lnTo>
                    <a:pt x="16" y="38"/>
                  </a:lnTo>
                  <a:lnTo>
                    <a:pt x="16" y="40"/>
                  </a:lnTo>
                  <a:lnTo>
                    <a:pt x="16" y="40"/>
                  </a:lnTo>
                  <a:lnTo>
                    <a:pt x="16" y="40"/>
                  </a:lnTo>
                  <a:lnTo>
                    <a:pt x="16" y="40"/>
                  </a:lnTo>
                  <a:lnTo>
                    <a:pt x="16" y="40"/>
                  </a:lnTo>
                  <a:lnTo>
                    <a:pt x="16" y="40"/>
                  </a:lnTo>
                  <a:lnTo>
                    <a:pt x="16" y="40"/>
                  </a:lnTo>
                  <a:lnTo>
                    <a:pt x="12" y="40"/>
                  </a:lnTo>
                  <a:lnTo>
                    <a:pt x="12" y="40"/>
                  </a:lnTo>
                  <a:lnTo>
                    <a:pt x="12"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0" name="Freeform 135"/>
            <p:cNvSpPr>
              <a:spLocks noChangeAspect="1"/>
            </p:cNvSpPr>
            <p:nvPr/>
          </p:nvSpPr>
          <p:spPr bwMode="gray">
            <a:xfrm>
              <a:off x="5158233" y="4192723"/>
              <a:ext cx="316546" cy="260889"/>
            </a:xfrm>
            <a:custGeom>
              <a:avLst/>
              <a:gdLst>
                <a:gd name="T0" fmla="*/ 82 w 182"/>
                <a:gd name="T1" fmla="*/ 104 h 150"/>
                <a:gd name="T2" fmla="*/ 70 w 182"/>
                <a:gd name="T3" fmla="*/ 102 h 150"/>
                <a:gd name="T4" fmla="*/ 58 w 182"/>
                <a:gd name="T5" fmla="*/ 112 h 150"/>
                <a:gd name="T6" fmla="*/ 58 w 182"/>
                <a:gd name="T7" fmla="*/ 116 h 150"/>
                <a:gd name="T8" fmla="*/ 58 w 182"/>
                <a:gd name="T9" fmla="*/ 132 h 150"/>
                <a:gd name="T10" fmla="*/ 52 w 182"/>
                <a:gd name="T11" fmla="*/ 132 h 150"/>
                <a:gd name="T12" fmla="*/ 40 w 182"/>
                <a:gd name="T13" fmla="*/ 128 h 150"/>
                <a:gd name="T14" fmla="*/ 32 w 182"/>
                <a:gd name="T15" fmla="*/ 128 h 150"/>
                <a:gd name="T16" fmla="*/ 26 w 182"/>
                <a:gd name="T17" fmla="*/ 138 h 150"/>
                <a:gd name="T18" fmla="*/ 26 w 182"/>
                <a:gd name="T19" fmla="*/ 146 h 150"/>
                <a:gd name="T20" fmla="*/ 22 w 182"/>
                <a:gd name="T21" fmla="*/ 142 h 150"/>
                <a:gd name="T22" fmla="*/ 10 w 182"/>
                <a:gd name="T23" fmla="*/ 128 h 150"/>
                <a:gd name="T24" fmla="*/ 6 w 182"/>
                <a:gd name="T25" fmla="*/ 116 h 150"/>
                <a:gd name="T26" fmla="*/ 2 w 182"/>
                <a:gd name="T27" fmla="*/ 104 h 150"/>
                <a:gd name="T28" fmla="*/ 2 w 182"/>
                <a:gd name="T29" fmla="*/ 90 h 150"/>
                <a:gd name="T30" fmla="*/ 2 w 182"/>
                <a:gd name="T31" fmla="*/ 82 h 150"/>
                <a:gd name="T32" fmla="*/ 6 w 182"/>
                <a:gd name="T33" fmla="*/ 68 h 150"/>
                <a:gd name="T34" fmla="*/ 14 w 182"/>
                <a:gd name="T35" fmla="*/ 60 h 150"/>
                <a:gd name="T36" fmla="*/ 26 w 182"/>
                <a:gd name="T37" fmla="*/ 56 h 150"/>
                <a:gd name="T38" fmla="*/ 32 w 182"/>
                <a:gd name="T39" fmla="*/ 56 h 150"/>
                <a:gd name="T40" fmla="*/ 48 w 182"/>
                <a:gd name="T41" fmla="*/ 52 h 150"/>
                <a:gd name="T42" fmla="*/ 58 w 182"/>
                <a:gd name="T43" fmla="*/ 48 h 150"/>
                <a:gd name="T44" fmla="*/ 66 w 182"/>
                <a:gd name="T45" fmla="*/ 42 h 150"/>
                <a:gd name="T46" fmla="*/ 70 w 182"/>
                <a:gd name="T47" fmla="*/ 34 h 150"/>
                <a:gd name="T48" fmla="*/ 84 w 182"/>
                <a:gd name="T49" fmla="*/ 34 h 150"/>
                <a:gd name="T50" fmla="*/ 96 w 182"/>
                <a:gd name="T51" fmla="*/ 18 h 150"/>
                <a:gd name="T52" fmla="*/ 104 w 182"/>
                <a:gd name="T53" fmla="*/ 12 h 150"/>
                <a:gd name="T54" fmla="*/ 108 w 182"/>
                <a:gd name="T55" fmla="*/ 4 h 150"/>
                <a:gd name="T56" fmla="*/ 118 w 182"/>
                <a:gd name="T57" fmla="*/ 0 h 150"/>
                <a:gd name="T58" fmla="*/ 126 w 182"/>
                <a:gd name="T59" fmla="*/ 14 h 150"/>
                <a:gd name="T60" fmla="*/ 130 w 182"/>
                <a:gd name="T61" fmla="*/ 30 h 150"/>
                <a:gd name="T62" fmla="*/ 126 w 182"/>
                <a:gd name="T63" fmla="*/ 42 h 150"/>
                <a:gd name="T64" fmla="*/ 134 w 182"/>
                <a:gd name="T65" fmla="*/ 42 h 150"/>
                <a:gd name="T66" fmla="*/ 140 w 182"/>
                <a:gd name="T67" fmla="*/ 48 h 150"/>
                <a:gd name="T68" fmla="*/ 152 w 182"/>
                <a:gd name="T69" fmla="*/ 52 h 150"/>
                <a:gd name="T70" fmla="*/ 156 w 182"/>
                <a:gd name="T71" fmla="*/ 64 h 150"/>
                <a:gd name="T72" fmla="*/ 166 w 182"/>
                <a:gd name="T73" fmla="*/ 74 h 150"/>
                <a:gd name="T74" fmla="*/ 166 w 182"/>
                <a:gd name="T75" fmla="*/ 82 h 150"/>
                <a:gd name="T76" fmla="*/ 174 w 182"/>
                <a:gd name="T77" fmla="*/ 90 h 150"/>
                <a:gd name="T78" fmla="*/ 178 w 182"/>
                <a:gd name="T79" fmla="*/ 94 h 150"/>
                <a:gd name="T80" fmla="*/ 182 w 182"/>
                <a:gd name="T81" fmla="*/ 104 h 150"/>
                <a:gd name="T82" fmla="*/ 170 w 182"/>
                <a:gd name="T83" fmla="*/ 102 h 150"/>
                <a:gd name="T84" fmla="*/ 162 w 182"/>
                <a:gd name="T85" fmla="*/ 102 h 150"/>
                <a:gd name="T86" fmla="*/ 152 w 182"/>
                <a:gd name="T87" fmla="*/ 98 h 150"/>
                <a:gd name="T88" fmla="*/ 144 w 182"/>
                <a:gd name="T89" fmla="*/ 104 h 150"/>
                <a:gd name="T90" fmla="*/ 136 w 182"/>
                <a:gd name="T91" fmla="*/ 104 h 150"/>
                <a:gd name="T92" fmla="*/ 122 w 182"/>
                <a:gd name="T93" fmla="*/ 108 h 150"/>
                <a:gd name="T94" fmla="*/ 114 w 182"/>
                <a:gd name="T95" fmla="*/ 108 h 150"/>
                <a:gd name="T96" fmla="*/ 110 w 182"/>
                <a:gd name="T97" fmla="*/ 120 h 150"/>
                <a:gd name="T98" fmla="*/ 100 w 182"/>
                <a:gd name="T99" fmla="*/ 116 h 150"/>
                <a:gd name="T100" fmla="*/ 84 w 182"/>
                <a:gd name="T101" fmla="*/ 11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82" h="150">
                  <a:moveTo>
                    <a:pt x="84" y="112"/>
                  </a:moveTo>
                  <a:lnTo>
                    <a:pt x="84" y="108"/>
                  </a:lnTo>
                  <a:lnTo>
                    <a:pt x="82" y="108"/>
                  </a:lnTo>
                  <a:lnTo>
                    <a:pt x="82" y="104"/>
                  </a:lnTo>
                  <a:lnTo>
                    <a:pt x="78" y="104"/>
                  </a:lnTo>
                  <a:lnTo>
                    <a:pt x="74" y="104"/>
                  </a:lnTo>
                  <a:lnTo>
                    <a:pt x="74" y="102"/>
                  </a:lnTo>
                  <a:lnTo>
                    <a:pt x="70" y="102"/>
                  </a:lnTo>
                  <a:lnTo>
                    <a:pt x="66" y="104"/>
                  </a:lnTo>
                  <a:lnTo>
                    <a:pt x="62" y="104"/>
                  </a:lnTo>
                  <a:lnTo>
                    <a:pt x="62" y="108"/>
                  </a:lnTo>
                  <a:lnTo>
                    <a:pt x="58" y="112"/>
                  </a:lnTo>
                  <a:lnTo>
                    <a:pt x="58" y="116"/>
                  </a:lnTo>
                  <a:lnTo>
                    <a:pt x="58" y="112"/>
                  </a:lnTo>
                  <a:lnTo>
                    <a:pt x="54" y="116"/>
                  </a:lnTo>
                  <a:lnTo>
                    <a:pt x="58" y="116"/>
                  </a:lnTo>
                  <a:lnTo>
                    <a:pt x="58" y="120"/>
                  </a:lnTo>
                  <a:lnTo>
                    <a:pt x="58" y="124"/>
                  </a:lnTo>
                  <a:lnTo>
                    <a:pt x="58" y="128"/>
                  </a:lnTo>
                  <a:lnTo>
                    <a:pt x="58" y="132"/>
                  </a:lnTo>
                  <a:lnTo>
                    <a:pt x="58" y="128"/>
                  </a:lnTo>
                  <a:lnTo>
                    <a:pt x="54" y="128"/>
                  </a:lnTo>
                  <a:lnTo>
                    <a:pt x="52" y="128"/>
                  </a:lnTo>
                  <a:lnTo>
                    <a:pt x="52" y="132"/>
                  </a:lnTo>
                  <a:lnTo>
                    <a:pt x="52" y="128"/>
                  </a:lnTo>
                  <a:lnTo>
                    <a:pt x="48" y="128"/>
                  </a:lnTo>
                  <a:lnTo>
                    <a:pt x="44" y="128"/>
                  </a:lnTo>
                  <a:lnTo>
                    <a:pt x="40" y="128"/>
                  </a:lnTo>
                  <a:lnTo>
                    <a:pt x="40" y="124"/>
                  </a:lnTo>
                  <a:lnTo>
                    <a:pt x="40" y="128"/>
                  </a:lnTo>
                  <a:lnTo>
                    <a:pt x="36" y="128"/>
                  </a:lnTo>
                  <a:lnTo>
                    <a:pt x="32" y="128"/>
                  </a:lnTo>
                  <a:lnTo>
                    <a:pt x="28" y="128"/>
                  </a:lnTo>
                  <a:lnTo>
                    <a:pt x="28" y="132"/>
                  </a:lnTo>
                  <a:lnTo>
                    <a:pt x="28" y="134"/>
                  </a:lnTo>
                  <a:lnTo>
                    <a:pt x="26" y="138"/>
                  </a:lnTo>
                  <a:lnTo>
                    <a:pt x="28" y="138"/>
                  </a:lnTo>
                  <a:lnTo>
                    <a:pt x="28" y="142"/>
                  </a:lnTo>
                  <a:lnTo>
                    <a:pt x="26" y="142"/>
                  </a:lnTo>
                  <a:lnTo>
                    <a:pt x="26" y="146"/>
                  </a:lnTo>
                  <a:lnTo>
                    <a:pt x="26" y="150"/>
                  </a:lnTo>
                  <a:lnTo>
                    <a:pt x="22" y="150"/>
                  </a:lnTo>
                  <a:lnTo>
                    <a:pt x="22" y="146"/>
                  </a:lnTo>
                  <a:lnTo>
                    <a:pt x="22" y="142"/>
                  </a:lnTo>
                  <a:lnTo>
                    <a:pt x="22" y="138"/>
                  </a:lnTo>
                  <a:lnTo>
                    <a:pt x="18" y="134"/>
                  </a:lnTo>
                  <a:lnTo>
                    <a:pt x="14" y="132"/>
                  </a:lnTo>
                  <a:lnTo>
                    <a:pt x="10" y="128"/>
                  </a:lnTo>
                  <a:lnTo>
                    <a:pt x="10" y="124"/>
                  </a:lnTo>
                  <a:lnTo>
                    <a:pt x="6" y="124"/>
                  </a:lnTo>
                  <a:lnTo>
                    <a:pt x="6" y="120"/>
                  </a:lnTo>
                  <a:lnTo>
                    <a:pt x="6" y="116"/>
                  </a:lnTo>
                  <a:lnTo>
                    <a:pt x="6" y="112"/>
                  </a:lnTo>
                  <a:lnTo>
                    <a:pt x="2" y="112"/>
                  </a:lnTo>
                  <a:lnTo>
                    <a:pt x="2" y="108"/>
                  </a:lnTo>
                  <a:lnTo>
                    <a:pt x="2" y="104"/>
                  </a:lnTo>
                  <a:lnTo>
                    <a:pt x="2" y="102"/>
                  </a:lnTo>
                  <a:lnTo>
                    <a:pt x="0" y="98"/>
                  </a:lnTo>
                  <a:lnTo>
                    <a:pt x="0" y="94"/>
                  </a:lnTo>
                  <a:lnTo>
                    <a:pt x="2" y="90"/>
                  </a:lnTo>
                  <a:lnTo>
                    <a:pt x="0" y="90"/>
                  </a:lnTo>
                  <a:lnTo>
                    <a:pt x="0" y="86"/>
                  </a:lnTo>
                  <a:lnTo>
                    <a:pt x="0" y="82"/>
                  </a:lnTo>
                  <a:lnTo>
                    <a:pt x="2" y="82"/>
                  </a:lnTo>
                  <a:lnTo>
                    <a:pt x="2" y="78"/>
                  </a:lnTo>
                  <a:lnTo>
                    <a:pt x="6" y="74"/>
                  </a:lnTo>
                  <a:lnTo>
                    <a:pt x="6" y="72"/>
                  </a:lnTo>
                  <a:lnTo>
                    <a:pt x="6" y="68"/>
                  </a:lnTo>
                  <a:lnTo>
                    <a:pt x="10" y="68"/>
                  </a:lnTo>
                  <a:lnTo>
                    <a:pt x="10" y="64"/>
                  </a:lnTo>
                  <a:lnTo>
                    <a:pt x="14" y="64"/>
                  </a:lnTo>
                  <a:lnTo>
                    <a:pt x="14" y="60"/>
                  </a:lnTo>
                  <a:lnTo>
                    <a:pt x="18" y="60"/>
                  </a:lnTo>
                  <a:lnTo>
                    <a:pt x="22" y="60"/>
                  </a:lnTo>
                  <a:lnTo>
                    <a:pt x="26" y="60"/>
                  </a:lnTo>
                  <a:lnTo>
                    <a:pt x="26" y="56"/>
                  </a:lnTo>
                  <a:lnTo>
                    <a:pt x="28" y="52"/>
                  </a:lnTo>
                  <a:lnTo>
                    <a:pt x="28" y="56"/>
                  </a:lnTo>
                  <a:lnTo>
                    <a:pt x="32" y="60"/>
                  </a:lnTo>
                  <a:lnTo>
                    <a:pt x="32" y="56"/>
                  </a:lnTo>
                  <a:lnTo>
                    <a:pt x="36" y="56"/>
                  </a:lnTo>
                  <a:lnTo>
                    <a:pt x="40" y="52"/>
                  </a:lnTo>
                  <a:lnTo>
                    <a:pt x="44" y="52"/>
                  </a:lnTo>
                  <a:lnTo>
                    <a:pt x="48" y="52"/>
                  </a:lnTo>
                  <a:lnTo>
                    <a:pt x="52" y="52"/>
                  </a:lnTo>
                  <a:lnTo>
                    <a:pt x="54" y="52"/>
                  </a:lnTo>
                  <a:lnTo>
                    <a:pt x="58" y="52"/>
                  </a:lnTo>
                  <a:lnTo>
                    <a:pt x="58" y="48"/>
                  </a:lnTo>
                  <a:lnTo>
                    <a:pt x="58" y="44"/>
                  </a:lnTo>
                  <a:lnTo>
                    <a:pt x="62" y="44"/>
                  </a:lnTo>
                  <a:lnTo>
                    <a:pt x="62" y="42"/>
                  </a:lnTo>
                  <a:lnTo>
                    <a:pt x="66" y="42"/>
                  </a:lnTo>
                  <a:lnTo>
                    <a:pt x="62" y="38"/>
                  </a:lnTo>
                  <a:lnTo>
                    <a:pt x="62" y="34"/>
                  </a:lnTo>
                  <a:lnTo>
                    <a:pt x="66" y="34"/>
                  </a:lnTo>
                  <a:lnTo>
                    <a:pt x="70" y="34"/>
                  </a:lnTo>
                  <a:lnTo>
                    <a:pt x="74" y="34"/>
                  </a:lnTo>
                  <a:lnTo>
                    <a:pt x="78" y="34"/>
                  </a:lnTo>
                  <a:lnTo>
                    <a:pt x="82" y="34"/>
                  </a:lnTo>
                  <a:lnTo>
                    <a:pt x="84" y="34"/>
                  </a:lnTo>
                  <a:lnTo>
                    <a:pt x="84" y="30"/>
                  </a:lnTo>
                  <a:lnTo>
                    <a:pt x="88" y="26"/>
                  </a:lnTo>
                  <a:lnTo>
                    <a:pt x="92" y="22"/>
                  </a:lnTo>
                  <a:lnTo>
                    <a:pt x="96" y="18"/>
                  </a:lnTo>
                  <a:lnTo>
                    <a:pt x="96" y="14"/>
                  </a:lnTo>
                  <a:lnTo>
                    <a:pt x="100" y="14"/>
                  </a:lnTo>
                  <a:lnTo>
                    <a:pt x="100" y="12"/>
                  </a:lnTo>
                  <a:lnTo>
                    <a:pt x="104" y="12"/>
                  </a:lnTo>
                  <a:lnTo>
                    <a:pt x="100" y="12"/>
                  </a:lnTo>
                  <a:lnTo>
                    <a:pt x="100" y="8"/>
                  </a:lnTo>
                  <a:lnTo>
                    <a:pt x="104" y="4"/>
                  </a:lnTo>
                  <a:lnTo>
                    <a:pt x="108" y="4"/>
                  </a:lnTo>
                  <a:lnTo>
                    <a:pt x="108" y="0"/>
                  </a:lnTo>
                  <a:lnTo>
                    <a:pt x="110" y="0"/>
                  </a:lnTo>
                  <a:lnTo>
                    <a:pt x="114" y="0"/>
                  </a:lnTo>
                  <a:lnTo>
                    <a:pt x="118" y="0"/>
                  </a:lnTo>
                  <a:lnTo>
                    <a:pt x="118" y="4"/>
                  </a:lnTo>
                  <a:lnTo>
                    <a:pt x="122" y="8"/>
                  </a:lnTo>
                  <a:lnTo>
                    <a:pt x="126" y="12"/>
                  </a:lnTo>
                  <a:lnTo>
                    <a:pt x="126" y="14"/>
                  </a:lnTo>
                  <a:lnTo>
                    <a:pt x="130" y="18"/>
                  </a:lnTo>
                  <a:lnTo>
                    <a:pt x="130" y="22"/>
                  </a:lnTo>
                  <a:lnTo>
                    <a:pt x="130" y="26"/>
                  </a:lnTo>
                  <a:lnTo>
                    <a:pt x="130" y="30"/>
                  </a:lnTo>
                  <a:lnTo>
                    <a:pt x="126" y="30"/>
                  </a:lnTo>
                  <a:lnTo>
                    <a:pt x="126" y="34"/>
                  </a:lnTo>
                  <a:lnTo>
                    <a:pt x="126" y="38"/>
                  </a:lnTo>
                  <a:lnTo>
                    <a:pt x="126" y="42"/>
                  </a:lnTo>
                  <a:lnTo>
                    <a:pt x="130" y="42"/>
                  </a:lnTo>
                  <a:lnTo>
                    <a:pt x="130" y="38"/>
                  </a:lnTo>
                  <a:lnTo>
                    <a:pt x="134" y="38"/>
                  </a:lnTo>
                  <a:lnTo>
                    <a:pt x="134" y="42"/>
                  </a:lnTo>
                  <a:lnTo>
                    <a:pt x="136" y="42"/>
                  </a:lnTo>
                  <a:lnTo>
                    <a:pt x="136" y="44"/>
                  </a:lnTo>
                  <a:lnTo>
                    <a:pt x="136" y="48"/>
                  </a:lnTo>
                  <a:lnTo>
                    <a:pt x="140" y="48"/>
                  </a:lnTo>
                  <a:lnTo>
                    <a:pt x="144" y="48"/>
                  </a:lnTo>
                  <a:lnTo>
                    <a:pt x="148" y="48"/>
                  </a:lnTo>
                  <a:lnTo>
                    <a:pt x="148" y="52"/>
                  </a:lnTo>
                  <a:lnTo>
                    <a:pt x="152" y="52"/>
                  </a:lnTo>
                  <a:lnTo>
                    <a:pt x="152" y="56"/>
                  </a:lnTo>
                  <a:lnTo>
                    <a:pt x="152" y="60"/>
                  </a:lnTo>
                  <a:lnTo>
                    <a:pt x="152" y="64"/>
                  </a:lnTo>
                  <a:lnTo>
                    <a:pt x="156" y="64"/>
                  </a:lnTo>
                  <a:lnTo>
                    <a:pt x="160" y="68"/>
                  </a:lnTo>
                  <a:lnTo>
                    <a:pt x="162" y="68"/>
                  </a:lnTo>
                  <a:lnTo>
                    <a:pt x="162" y="72"/>
                  </a:lnTo>
                  <a:lnTo>
                    <a:pt x="166" y="74"/>
                  </a:lnTo>
                  <a:lnTo>
                    <a:pt x="166" y="78"/>
                  </a:lnTo>
                  <a:lnTo>
                    <a:pt x="166" y="82"/>
                  </a:lnTo>
                  <a:lnTo>
                    <a:pt x="170" y="82"/>
                  </a:lnTo>
                  <a:lnTo>
                    <a:pt x="166" y="82"/>
                  </a:lnTo>
                  <a:lnTo>
                    <a:pt x="166" y="86"/>
                  </a:lnTo>
                  <a:lnTo>
                    <a:pt x="170" y="86"/>
                  </a:lnTo>
                  <a:lnTo>
                    <a:pt x="174" y="86"/>
                  </a:lnTo>
                  <a:lnTo>
                    <a:pt x="174" y="90"/>
                  </a:lnTo>
                  <a:lnTo>
                    <a:pt x="178" y="90"/>
                  </a:lnTo>
                  <a:lnTo>
                    <a:pt x="178" y="94"/>
                  </a:lnTo>
                  <a:lnTo>
                    <a:pt x="182" y="94"/>
                  </a:lnTo>
                  <a:lnTo>
                    <a:pt x="178" y="94"/>
                  </a:lnTo>
                  <a:lnTo>
                    <a:pt x="178" y="98"/>
                  </a:lnTo>
                  <a:lnTo>
                    <a:pt x="182" y="98"/>
                  </a:lnTo>
                  <a:lnTo>
                    <a:pt x="182" y="102"/>
                  </a:lnTo>
                  <a:lnTo>
                    <a:pt x="182" y="104"/>
                  </a:lnTo>
                  <a:lnTo>
                    <a:pt x="182" y="102"/>
                  </a:lnTo>
                  <a:lnTo>
                    <a:pt x="178" y="102"/>
                  </a:lnTo>
                  <a:lnTo>
                    <a:pt x="174" y="102"/>
                  </a:lnTo>
                  <a:lnTo>
                    <a:pt x="170" y="102"/>
                  </a:lnTo>
                  <a:lnTo>
                    <a:pt x="166" y="102"/>
                  </a:lnTo>
                  <a:lnTo>
                    <a:pt x="162" y="102"/>
                  </a:lnTo>
                  <a:lnTo>
                    <a:pt x="162" y="98"/>
                  </a:lnTo>
                  <a:lnTo>
                    <a:pt x="162" y="102"/>
                  </a:lnTo>
                  <a:lnTo>
                    <a:pt x="160" y="102"/>
                  </a:lnTo>
                  <a:lnTo>
                    <a:pt x="160" y="98"/>
                  </a:lnTo>
                  <a:lnTo>
                    <a:pt x="156" y="98"/>
                  </a:lnTo>
                  <a:lnTo>
                    <a:pt x="152" y="98"/>
                  </a:lnTo>
                  <a:lnTo>
                    <a:pt x="152" y="102"/>
                  </a:lnTo>
                  <a:lnTo>
                    <a:pt x="152" y="104"/>
                  </a:lnTo>
                  <a:lnTo>
                    <a:pt x="148" y="104"/>
                  </a:lnTo>
                  <a:lnTo>
                    <a:pt x="144" y="104"/>
                  </a:lnTo>
                  <a:lnTo>
                    <a:pt x="140" y="102"/>
                  </a:lnTo>
                  <a:lnTo>
                    <a:pt x="136" y="102"/>
                  </a:lnTo>
                  <a:lnTo>
                    <a:pt x="140" y="102"/>
                  </a:lnTo>
                  <a:lnTo>
                    <a:pt x="136" y="104"/>
                  </a:lnTo>
                  <a:lnTo>
                    <a:pt x="134" y="104"/>
                  </a:lnTo>
                  <a:lnTo>
                    <a:pt x="130" y="104"/>
                  </a:lnTo>
                  <a:lnTo>
                    <a:pt x="126" y="108"/>
                  </a:lnTo>
                  <a:lnTo>
                    <a:pt x="122" y="108"/>
                  </a:lnTo>
                  <a:lnTo>
                    <a:pt x="118" y="108"/>
                  </a:lnTo>
                  <a:lnTo>
                    <a:pt x="118" y="104"/>
                  </a:lnTo>
                  <a:lnTo>
                    <a:pt x="118" y="108"/>
                  </a:lnTo>
                  <a:lnTo>
                    <a:pt x="114" y="108"/>
                  </a:lnTo>
                  <a:lnTo>
                    <a:pt x="114" y="112"/>
                  </a:lnTo>
                  <a:lnTo>
                    <a:pt x="114" y="116"/>
                  </a:lnTo>
                  <a:lnTo>
                    <a:pt x="110" y="116"/>
                  </a:lnTo>
                  <a:lnTo>
                    <a:pt x="110" y="120"/>
                  </a:lnTo>
                  <a:lnTo>
                    <a:pt x="108" y="120"/>
                  </a:lnTo>
                  <a:lnTo>
                    <a:pt x="108" y="116"/>
                  </a:lnTo>
                  <a:lnTo>
                    <a:pt x="104" y="116"/>
                  </a:lnTo>
                  <a:lnTo>
                    <a:pt x="100" y="116"/>
                  </a:lnTo>
                  <a:lnTo>
                    <a:pt x="92" y="116"/>
                  </a:lnTo>
                  <a:lnTo>
                    <a:pt x="92" y="112"/>
                  </a:lnTo>
                  <a:lnTo>
                    <a:pt x="88" y="112"/>
                  </a:lnTo>
                  <a:lnTo>
                    <a:pt x="84" y="112"/>
                  </a:lnTo>
                  <a:lnTo>
                    <a:pt x="84" y="112"/>
                  </a:lnTo>
                  <a:lnTo>
                    <a:pt x="84" y="1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1" name="Freeform 136"/>
            <p:cNvSpPr>
              <a:spLocks noChangeAspect="1"/>
            </p:cNvSpPr>
            <p:nvPr/>
          </p:nvSpPr>
          <p:spPr bwMode="gray">
            <a:xfrm>
              <a:off x="5130405" y="3817043"/>
              <a:ext cx="260890" cy="480036"/>
            </a:xfrm>
            <a:custGeom>
              <a:avLst/>
              <a:gdLst>
                <a:gd name="T0" fmla="*/ 22 w 150"/>
                <a:gd name="T1" fmla="*/ 234 h 276"/>
                <a:gd name="T2" fmla="*/ 30 w 150"/>
                <a:gd name="T3" fmla="*/ 234 h 276"/>
                <a:gd name="T4" fmla="*/ 26 w 150"/>
                <a:gd name="T5" fmla="*/ 226 h 276"/>
                <a:gd name="T6" fmla="*/ 22 w 150"/>
                <a:gd name="T7" fmla="*/ 220 h 276"/>
                <a:gd name="T8" fmla="*/ 22 w 150"/>
                <a:gd name="T9" fmla="*/ 208 h 276"/>
                <a:gd name="T10" fmla="*/ 22 w 150"/>
                <a:gd name="T11" fmla="*/ 198 h 276"/>
                <a:gd name="T12" fmla="*/ 14 w 150"/>
                <a:gd name="T13" fmla="*/ 186 h 276"/>
                <a:gd name="T14" fmla="*/ 14 w 150"/>
                <a:gd name="T15" fmla="*/ 178 h 276"/>
                <a:gd name="T16" fmla="*/ 0 w 150"/>
                <a:gd name="T17" fmla="*/ 164 h 276"/>
                <a:gd name="T18" fmla="*/ 4 w 150"/>
                <a:gd name="T19" fmla="*/ 156 h 276"/>
                <a:gd name="T20" fmla="*/ 4 w 150"/>
                <a:gd name="T21" fmla="*/ 148 h 276"/>
                <a:gd name="T22" fmla="*/ 14 w 150"/>
                <a:gd name="T23" fmla="*/ 130 h 276"/>
                <a:gd name="T24" fmla="*/ 30 w 150"/>
                <a:gd name="T25" fmla="*/ 112 h 276"/>
                <a:gd name="T26" fmla="*/ 34 w 150"/>
                <a:gd name="T27" fmla="*/ 66 h 276"/>
                <a:gd name="T28" fmla="*/ 30 w 150"/>
                <a:gd name="T29" fmla="*/ 48 h 276"/>
                <a:gd name="T30" fmla="*/ 30 w 150"/>
                <a:gd name="T31" fmla="*/ 42 h 276"/>
                <a:gd name="T32" fmla="*/ 26 w 150"/>
                <a:gd name="T33" fmla="*/ 26 h 276"/>
                <a:gd name="T34" fmla="*/ 38 w 150"/>
                <a:gd name="T35" fmla="*/ 0 h 276"/>
                <a:gd name="T36" fmla="*/ 78 w 150"/>
                <a:gd name="T37" fmla="*/ 22 h 276"/>
                <a:gd name="T38" fmla="*/ 134 w 150"/>
                <a:gd name="T39" fmla="*/ 58 h 276"/>
                <a:gd name="T40" fmla="*/ 150 w 150"/>
                <a:gd name="T41" fmla="*/ 88 h 276"/>
                <a:gd name="T42" fmla="*/ 146 w 150"/>
                <a:gd name="T43" fmla="*/ 134 h 276"/>
                <a:gd name="T44" fmla="*/ 142 w 150"/>
                <a:gd name="T45" fmla="*/ 134 h 276"/>
                <a:gd name="T46" fmla="*/ 138 w 150"/>
                <a:gd name="T47" fmla="*/ 134 h 276"/>
                <a:gd name="T48" fmla="*/ 134 w 150"/>
                <a:gd name="T49" fmla="*/ 142 h 276"/>
                <a:gd name="T50" fmla="*/ 134 w 150"/>
                <a:gd name="T51" fmla="*/ 144 h 276"/>
                <a:gd name="T52" fmla="*/ 128 w 150"/>
                <a:gd name="T53" fmla="*/ 152 h 276"/>
                <a:gd name="T54" fmla="*/ 128 w 150"/>
                <a:gd name="T55" fmla="*/ 160 h 276"/>
                <a:gd name="T56" fmla="*/ 124 w 150"/>
                <a:gd name="T57" fmla="*/ 164 h 276"/>
                <a:gd name="T58" fmla="*/ 124 w 150"/>
                <a:gd name="T59" fmla="*/ 178 h 276"/>
                <a:gd name="T60" fmla="*/ 120 w 150"/>
                <a:gd name="T61" fmla="*/ 186 h 276"/>
                <a:gd name="T62" fmla="*/ 124 w 150"/>
                <a:gd name="T63" fmla="*/ 186 h 276"/>
                <a:gd name="T64" fmla="*/ 130 w 150"/>
                <a:gd name="T65" fmla="*/ 198 h 276"/>
                <a:gd name="T66" fmla="*/ 130 w 150"/>
                <a:gd name="T67" fmla="*/ 204 h 276"/>
                <a:gd name="T68" fmla="*/ 134 w 150"/>
                <a:gd name="T69" fmla="*/ 216 h 276"/>
                <a:gd name="T70" fmla="*/ 124 w 150"/>
                <a:gd name="T71" fmla="*/ 220 h 276"/>
                <a:gd name="T72" fmla="*/ 116 w 150"/>
                <a:gd name="T73" fmla="*/ 224 h 276"/>
                <a:gd name="T74" fmla="*/ 116 w 150"/>
                <a:gd name="T75" fmla="*/ 230 h 276"/>
                <a:gd name="T76" fmla="*/ 112 w 150"/>
                <a:gd name="T77" fmla="*/ 234 h 276"/>
                <a:gd name="T78" fmla="*/ 104 w 150"/>
                <a:gd name="T79" fmla="*/ 242 h 276"/>
                <a:gd name="T80" fmla="*/ 100 w 150"/>
                <a:gd name="T81" fmla="*/ 246 h 276"/>
                <a:gd name="T82" fmla="*/ 94 w 150"/>
                <a:gd name="T83" fmla="*/ 250 h 276"/>
                <a:gd name="T84" fmla="*/ 78 w 150"/>
                <a:gd name="T85" fmla="*/ 250 h 276"/>
                <a:gd name="T86" fmla="*/ 78 w 150"/>
                <a:gd name="T87" fmla="*/ 254 h 276"/>
                <a:gd name="T88" fmla="*/ 78 w 150"/>
                <a:gd name="T89" fmla="*/ 260 h 276"/>
                <a:gd name="T90" fmla="*/ 74 w 150"/>
                <a:gd name="T91" fmla="*/ 264 h 276"/>
                <a:gd name="T92" fmla="*/ 64 w 150"/>
                <a:gd name="T93" fmla="*/ 268 h 276"/>
                <a:gd name="T94" fmla="*/ 56 w 150"/>
                <a:gd name="T95" fmla="*/ 268 h 276"/>
                <a:gd name="T96" fmla="*/ 48 w 150"/>
                <a:gd name="T97" fmla="*/ 276 h 276"/>
                <a:gd name="T98" fmla="*/ 44 w 150"/>
                <a:gd name="T99" fmla="*/ 268 h 276"/>
                <a:gd name="T100" fmla="*/ 38 w 150"/>
                <a:gd name="T101" fmla="*/ 276 h 276"/>
                <a:gd name="T102" fmla="*/ 34 w 150"/>
                <a:gd name="T103" fmla="*/ 276 h 276"/>
                <a:gd name="T104" fmla="*/ 30 w 150"/>
                <a:gd name="T105" fmla="*/ 276 h 276"/>
                <a:gd name="T106" fmla="*/ 30 w 150"/>
                <a:gd name="T107" fmla="*/ 272 h 276"/>
                <a:gd name="T108" fmla="*/ 26 w 150"/>
                <a:gd name="T109" fmla="*/ 264 h 276"/>
                <a:gd name="T110" fmla="*/ 18 w 150"/>
                <a:gd name="T111" fmla="*/ 254 h 276"/>
                <a:gd name="T112" fmla="*/ 8 w 150"/>
                <a:gd name="T113" fmla="*/ 238 h 276"/>
                <a:gd name="T114" fmla="*/ 12 w 150"/>
                <a:gd name="T115" fmla="*/ 234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0" h="276">
                  <a:moveTo>
                    <a:pt x="12" y="234"/>
                  </a:moveTo>
                  <a:lnTo>
                    <a:pt x="14" y="234"/>
                  </a:lnTo>
                  <a:lnTo>
                    <a:pt x="14" y="234"/>
                  </a:lnTo>
                  <a:lnTo>
                    <a:pt x="18" y="234"/>
                  </a:lnTo>
                  <a:lnTo>
                    <a:pt x="18" y="234"/>
                  </a:lnTo>
                  <a:lnTo>
                    <a:pt x="22" y="234"/>
                  </a:lnTo>
                  <a:lnTo>
                    <a:pt x="22" y="234"/>
                  </a:lnTo>
                  <a:lnTo>
                    <a:pt x="22" y="234"/>
                  </a:lnTo>
                  <a:lnTo>
                    <a:pt x="22" y="234"/>
                  </a:lnTo>
                  <a:lnTo>
                    <a:pt x="22" y="234"/>
                  </a:lnTo>
                  <a:lnTo>
                    <a:pt x="22" y="234"/>
                  </a:lnTo>
                  <a:lnTo>
                    <a:pt x="26" y="234"/>
                  </a:lnTo>
                  <a:lnTo>
                    <a:pt x="26" y="234"/>
                  </a:lnTo>
                  <a:lnTo>
                    <a:pt x="26" y="234"/>
                  </a:lnTo>
                  <a:lnTo>
                    <a:pt x="30" y="234"/>
                  </a:lnTo>
                  <a:lnTo>
                    <a:pt x="30" y="234"/>
                  </a:lnTo>
                  <a:lnTo>
                    <a:pt x="30" y="234"/>
                  </a:lnTo>
                  <a:lnTo>
                    <a:pt x="30" y="234"/>
                  </a:lnTo>
                  <a:lnTo>
                    <a:pt x="30" y="234"/>
                  </a:lnTo>
                  <a:lnTo>
                    <a:pt x="30" y="230"/>
                  </a:lnTo>
                  <a:lnTo>
                    <a:pt x="30" y="230"/>
                  </a:lnTo>
                  <a:lnTo>
                    <a:pt x="30" y="230"/>
                  </a:lnTo>
                  <a:lnTo>
                    <a:pt x="30" y="230"/>
                  </a:lnTo>
                  <a:lnTo>
                    <a:pt x="26" y="226"/>
                  </a:lnTo>
                  <a:lnTo>
                    <a:pt x="26" y="226"/>
                  </a:lnTo>
                  <a:lnTo>
                    <a:pt x="26" y="224"/>
                  </a:lnTo>
                  <a:lnTo>
                    <a:pt x="22" y="224"/>
                  </a:lnTo>
                  <a:lnTo>
                    <a:pt x="22" y="224"/>
                  </a:lnTo>
                  <a:lnTo>
                    <a:pt x="22" y="220"/>
                  </a:lnTo>
                  <a:lnTo>
                    <a:pt x="22" y="220"/>
                  </a:lnTo>
                  <a:lnTo>
                    <a:pt x="22" y="220"/>
                  </a:lnTo>
                  <a:lnTo>
                    <a:pt x="22" y="220"/>
                  </a:lnTo>
                  <a:lnTo>
                    <a:pt x="22" y="220"/>
                  </a:lnTo>
                  <a:lnTo>
                    <a:pt x="22" y="220"/>
                  </a:lnTo>
                  <a:lnTo>
                    <a:pt x="22" y="216"/>
                  </a:lnTo>
                  <a:lnTo>
                    <a:pt x="22" y="216"/>
                  </a:lnTo>
                  <a:lnTo>
                    <a:pt x="22" y="212"/>
                  </a:lnTo>
                  <a:lnTo>
                    <a:pt x="22" y="212"/>
                  </a:lnTo>
                  <a:lnTo>
                    <a:pt x="22" y="208"/>
                  </a:lnTo>
                  <a:lnTo>
                    <a:pt x="22" y="208"/>
                  </a:lnTo>
                  <a:lnTo>
                    <a:pt x="22" y="208"/>
                  </a:lnTo>
                  <a:lnTo>
                    <a:pt x="22" y="204"/>
                  </a:lnTo>
                  <a:lnTo>
                    <a:pt x="22" y="204"/>
                  </a:lnTo>
                  <a:lnTo>
                    <a:pt x="22" y="200"/>
                  </a:lnTo>
                  <a:lnTo>
                    <a:pt x="22" y="198"/>
                  </a:lnTo>
                  <a:lnTo>
                    <a:pt x="22" y="198"/>
                  </a:lnTo>
                  <a:lnTo>
                    <a:pt x="22" y="198"/>
                  </a:lnTo>
                  <a:lnTo>
                    <a:pt x="22" y="198"/>
                  </a:lnTo>
                  <a:lnTo>
                    <a:pt x="22" y="194"/>
                  </a:lnTo>
                  <a:lnTo>
                    <a:pt x="22" y="194"/>
                  </a:lnTo>
                  <a:lnTo>
                    <a:pt x="22" y="194"/>
                  </a:lnTo>
                  <a:lnTo>
                    <a:pt x="22" y="194"/>
                  </a:lnTo>
                  <a:lnTo>
                    <a:pt x="18" y="186"/>
                  </a:lnTo>
                  <a:lnTo>
                    <a:pt x="18" y="186"/>
                  </a:lnTo>
                  <a:lnTo>
                    <a:pt x="18" y="186"/>
                  </a:lnTo>
                  <a:lnTo>
                    <a:pt x="14" y="186"/>
                  </a:lnTo>
                  <a:lnTo>
                    <a:pt x="14" y="186"/>
                  </a:lnTo>
                  <a:lnTo>
                    <a:pt x="14" y="182"/>
                  </a:lnTo>
                  <a:lnTo>
                    <a:pt x="14" y="182"/>
                  </a:lnTo>
                  <a:lnTo>
                    <a:pt x="14" y="182"/>
                  </a:lnTo>
                  <a:lnTo>
                    <a:pt x="14" y="182"/>
                  </a:lnTo>
                  <a:lnTo>
                    <a:pt x="14" y="182"/>
                  </a:lnTo>
                  <a:lnTo>
                    <a:pt x="14" y="178"/>
                  </a:lnTo>
                  <a:lnTo>
                    <a:pt x="14" y="178"/>
                  </a:lnTo>
                  <a:lnTo>
                    <a:pt x="12" y="178"/>
                  </a:lnTo>
                  <a:lnTo>
                    <a:pt x="8" y="178"/>
                  </a:lnTo>
                  <a:lnTo>
                    <a:pt x="8" y="174"/>
                  </a:lnTo>
                  <a:lnTo>
                    <a:pt x="4" y="170"/>
                  </a:lnTo>
                  <a:lnTo>
                    <a:pt x="4" y="168"/>
                  </a:lnTo>
                  <a:lnTo>
                    <a:pt x="4" y="168"/>
                  </a:lnTo>
                  <a:lnTo>
                    <a:pt x="4" y="168"/>
                  </a:lnTo>
                  <a:lnTo>
                    <a:pt x="0" y="164"/>
                  </a:lnTo>
                  <a:lnTo>
                    <a:pt x="0" y="156"/>
                  </a:lnTo>
                  <a:lnTo>
                    <a:pt x="0" y="156"/>
                  </a:lnTo>
                  <a:lnTo>
                    <a:pt x="0" y="156"/>
                  </a:lnTo>
                  <a:lnTo>
                    <a:pt x="0" y="156"/>
                  </a:lnTo>
                  <a:lnTo>
                    <a:pt x="0" y="156"/>
                  </a:lnTo>
                  <a:lnTo>
                    <a:pt x="0" y="156"/>
                  </a:lnTo>
                  <a:lnTo>
                    <a:pt x="4" y="156"/>
                  </a:lnTo>
                  <a:lnTo>
                    <a:pt x="4" y="156"/>
                  </a:lnTo>
                  <a:lnTo>
                    <a:pt x="4" y="156"/>
                  </a:lnTo>
                  <a:lnTo>
                    <a:pt x="4" y="152"/>
                  </a:lnTo>
                  <a:lnTo>
                    <a:pt x="4" y="152"/>
                  </a:lnTo>
                  <a:lnTo>
                    <a:pt x="4" y="152"/>
                  </a:lnTo>
                  <a:lnTo>
                    <a:pt x="4" y="152"/>
                  </a:lnTo>
                  <a:lnTo>
                    <a:pt x="4" y="152"/>
                  </a:lnTo>
                  <a:lnTo>
                    <a:pt x="4" y="148"/>
                  </a:lnTo>
                  <a:lnTo>
                    <a:pt x="4" y="148"/>
                  </a:lnTo>
                  <a:lnTo>
                    <a:pt x="4" y="148"/>
                  </a:lnTo>
                  <a:lnTo>
                    <a:pt x="8" y="144"/>
                  </a:lnTo>
                  <a:lnTo>
                    <a:pt x="8" y="142"/>
                  </a:lnTo>
                  <a:lnTo>
                    <a:pt x="8" y="142"/>
                  </a:lnTo>
                  <a:lnTo>
                    <a:pt x="12" y="138"/>
                  </a:lnTo>
                  <a:lnTo>
                    <a:pt x="12" y="138"/>
                  </a:lnTo>
                  <a:lnTo>
                    <a:pt x="14" y="134"/>
                  </a:lnTo>
                  <a:lnTo>
                    <a:pt x="14" y="130"/>
                  </a:lnTo>
                  <a:lnTo>
                    <a:pt x="22" y="122"/>
                  </a:lnTo>
                  <a:lnTo>
                    <a:pt x="22" y="118"/>
                  </a:lnTo>
                  <a:lnTo>
                    <a:pt x="26" y="118"/>
                  </a:lnTo>
                  <a:lnTo>
                    <a:pt x="26" y="114"/>
                  </a:lnTo>
                  <a:lnTo>
                    <a:pt x="30" y="114"/>
                  </a:lnTo>
                  <a:lnTo>
                    <a:pt x="30" y="114"/>
                  </a:lnTo>
                  <a:lnTo>
                    <a:pt x="30" y="114"/>
                  </a:lnTo>
                  <a:lnTo>
                    <a:pt x="30" y="112"/>
                  </a:lnTo>
                  <a:lnTo>
                    <a:pt x="30" y="104"/>
                  </a:lnTo>
                  <a:lnTo>
                    <a:pt x="30" y="92"/>
                  </a:lnTo>
                  <a:lnTo>
                    <a:pt x="30" y="88"/>
                  </a:lnTo>
                  <a:lnTo>
                    <a:pt x="30" y="88"/>
                  </a:lnTo>
                  <a:lnTo>
                    <a:pt x="30" y="82"/>
                  </a:lnTo>
                  <a:lnTo>
                    <a:pt x="30" y="78"/>
                  </a:lnTo>
                  <a:lnTo>
                    <a:pt x="30" y="78"/>
                  </a:lnTo>
                  <a:lnTo>
                    <a:pt x="34" y="66"/>
                  </a:lnTo>
                  <a:lnTo>
                    <a:pt x="34" y="62"/>
                  </a:lnTo>
                  <a:lnTo>
                    <a:pt x="34" y="58"/>
                  </a:lnTo>
                  <a:lnTo>
                    <a:pt x="34" y="58"/>
                  </a:lnTo>
                  <a:lnTo>
                    <a:pt x="34" y="56"/>
                  </a:lnTo>
                  <a:lnTo>
                    <a:pt x="38" y="52"/>
                  </a:lnTo>
                  <a:lnTo>
                    <a:pt x="38" y="52"/>
                  </a:lnTo>
                  <a:lnTo>
                    <a:pt x="30" y="48"/>
                  </a:lnTo>
                  <a:lnTo>
                    <a:pt x="30" y="48"/>
                  </a:lnTo>
                  <a:lnTo>
                    <a:pt x="30" y="44"/>
                  </a:lnTo>
                  <a:lnTo>
                    <a:pt x="30" y="44"/>
                  </a:lnTo>
                  <a:lnTo>
                    <a:pt x="30" y="44"/>
                  </a:lnTo>
                  <a:lnTo>
                    <a:pt x="30" y="44"/>
                  </a:lnTo>
                  <a:lnTo>
                    <a:pt x="30" y="44"/>
                  </a:lnTo>
                  <a:lnTo>
                    <a:pt x="30" y="44"/>
                  </a:lnTo>
                  <a:lnTo>
                    <a:pt x="30" y="44"/>
                  </a:lnTo>
                  <a:lnTo>
                    <a:pt x="30" y="42"/>
                  </a:lnTo>
                  <a:lnTo>
                    <a:pt x="30" y="42"/>
                  </a:lnTo>
                  <a:lnTo>
                    <a:pt x="30" y="42"/>
                  </a:lnTo>
                  <a:lnTo>
                    <a:pt x="26" y="34"/>
                  </a:lnTo>
                  <a:lnTo>
                    <a:pt x="26" y="34"/>
                  </a:lnTo>
                  <a:lnTo>
                    <a:pt x="26" y="34"/>
                  </a:lnTo>
                  <a:lnTo>
                    <a:pt x="26" y="30"/>
                  </a:lnTo>
                  <a:lnTo>
                    <a:pt x="26" y="30"/>
                  </a:lnTo>
                  <a:lnTo>
                    <a:pt x="26" y="26"/>
                  </a:lnTo>
                  <a:lnTo>
                    <a:pt x="26" y="22"/>
                  </a:lnTo>
                  <a:lnTo>
                    <a:pt x="26" y="22"/>
                  </a:lnTo>
                  <a:lnTo>
                    <a:pt x="22" y="12"/>
                  </a:lnTo>
                  <a:lnTo>
                    <a:pt x="22" y="8"/>
                  </a:lnTo>
                  <a:lnTo>
                    <a:pt x="22" y="8"/>
                  </a:lnTo>
                  <a:lnTo>
                    <a:pt x="22" y="4"/>
                  </a:lnTo>
                  <a:lnTo>
                    <a:pt x="26" y="4"/>
                  </a:lnTo>
                  <a:lnTo>
                    <a:pt x="38" y="0"/>
                  </a:lnTo>
                  <a:lnTo>
                    <a:pt x="40" y="0"/>
                  </a:lnTo>
                  <a:lnTo>
                    <a:pt x="48" y="8"/>
                  </a:lnTo>
                  <a:lnTo>
                    <a:pt x="60" y="12"/>
                  </a:lnTo>
                  <a:lnTo>
                    <a:pt x="60" y="12"/>
                  </a:lnTo>
                  <a:lnTo>
                    <a:pt x="64" y="14"/>
                  </a:lnTo>
                  <a:lnTo>
                    <a:pt x="70" y="18"/>
                  </a:lnTo>
                  <a:lnTo>
                    <a:pt x="74" y="22"/>
                  </a:lnTo>
                  <a:lnTo>
                    <a:pt x="78" y="22"/>
                  </a:lnTo>
                  <a:lnTo>
                    <a:pt x="82" y="26"/>
                  </a:lnTo>
                  <a:lnTo>
                    <a:pt x="90" y="30"/>
                  </a:lnTo>
                  <a:lnTo>
                    <a:pt x="98" y="38"/>
                  </a:lnTo>
                  <a:lnTo>
                    <a:pt x="108" y="42"/>
                  </a:lnTo>
                  <a:lnTo>
                    <a:pt x="112" y="44"/>
                  </a:lnTo>
                  <a:lnTo>
                    <a:pt x="120" y="48"/>
                  </a:lnTo>
                  <a:lnTo>
                    <a:pt x="128" y="52"/>
                  </a:lnTo>
                  <a:lnTo>
                    <a:pt x="134" y="58"/>
                  </a:lnTo>
                  <a:lnTo>
                    <a:pt x="142" y="62"/>
                  </a:lnTo>
                  <a:lnTo>
                    <a:pt x="150" y="66"/>
                  </a:lnTo>
                  <a:lnTo>
                    <a:pt x="150" y="66"/>
                  </a:lnTo>
                  <a:lnTo>
                    <a:pt x="150" y="70"/>
                  </a:lnTo>
                  <a:lnTo>
                    <a:pt x="150" y="78"/>
                  </a:lnTo>
                  <a:lnTo>
                    <a:pt x="150" y="82"/>
                  </a:lnTo>
                  <a:lnTo>
                    <a:pt x="150" y="84"/>
                  </a:lnTo>
                  <a:lnTo>
                    <a:pt x="150" y="88"/>
                  </a:lnTo>
                  <a:lnTo>
                    <a:pt x="150" y="122"/>
                  </a:lnTo>
                  <a:lnTo>
                    <a:pt x="150" y="126"/>
                  </a:lnTo>
                  <a:lnTo>
                    <a:pt x="150" y="134"/>
                  </a:lnTo>
                  <a:lnTo>
                    <a:pt x="150" y="134"/>
                  </a:lnTo>
                  <a:lnTo>
                    <a:pt x="150" y="134"/>
                  </a:lnTo>
                  <a:lnTo>
                    <a:pt x="150" y="134"/>
                  </a:lnTo>
                  <a:lnTo>
                    <a:pt x="150" y="134"/>
                  </a:lnTo>
                  <a:lnTo>
                    <a:pt x="146" y="134"/>
                  </a:lnTo>
                  <a:lnTo>
                    <a:pt x="146" y="134"/>
                  </a:lnTo>
                  <a:lnTo>
                    <a:pt x="146" y="134"/>
                  </a:lnTo>
                  <a:lnTo>
                    <a:pt x="142" y="134"/>
                  </a:lnTo>
                  <a:lnTo>
                    <a:pt x="142" y="134"/>
                  </a:lnTo>
                  <a:lnTo>
                    <a:pt x="142" y="134"/>
                  </a:lnTo>
                  <a:lnTo>
                    <a:pt x="142" y="134"/>
                  </a:lnTo>
                  <a:lnTo>
                    <a:pt x="142" y="134"/>
                  </a:lnTo>
                  <a:lnTo>
                    <a:pt x="142" y="134"/>
                  </a:lnTo>
                  <a:lnTo>
                    <a:pt x="142" y="134"/>
                  </a:lnTo>
                  <a:lnTo>
                    <a:pt x="142" y="134"/>
                  </a:lnTo>
                  <a:lnTo>
                    <a:pt x="142" y="134"/>
                  </a:lnTo>
                  <a:lnTo>
                    <a:pt x="138" y="134"/>
                  </a:lnTo>
                  <a:lnTo>
                    <a:pt x="138" y="134"/>
                  </a:lnTo>
                  <a:lnTo>
                    <a:pt x="138" y="134"/>
                  </a:lnTo>
                  <a:lnTo>
                    <a:pt x="138" y="134"/>
                  </a:lnTo>
                  <a:lnTo>
                    <a:pt x="138" y="134"/>
                  </a:lnTo>
                  <a:lnTo>
                    <a:pt x="138" y="134"/>
                  </a:lnTo>
                  <a:lnTo>
                    <a:pt x="134" y="138"/>
                  </a:lnTo>
                  <a:lnTo>
                    <a:pt x="134" y="138"/>
                  </a:lnTo>
                  <a:lnTo>
                    <a:pt x="134" y="138"/>
                  </a:lnTo>
                  <a:lnTo>
                    <a:pt x="134" y="138"/>
                  </a:lnTo>
                  <a:lnTo>
                    <a:pt x="134" y="138"/>
                  </a:lnTo>
                  <a:lnTo>
                    <a:pt x="134" y="138"/>
                  </a:lnTo>
                  <a:lnTo>
                    <a:pt x="134" y="142"/>
                  </a:lnTo>
                  <a:lnTo>
                    <a:pt x="134" y="142"/>
                  </a:lnTo>
                  <a:lnTo>
                    <a:pt x="134" y="142"/>
                  </a:lnTo>
                  <a:lnTo>
                    <a:pt x="134" y="142"/>
                  </a:lnTo>
                  <a:lnTo>
                    <a:pt x="134" y="142"/>
                  </a:lnTo>
                  <a:lnTo>
                    <a:pt x="134" y="144"/>
                  </a:lnTo>
                  <a:lnTo>
                    <a:pt x="134" y="144"/>
                  </a:lnTo>
                  <a:lnTo>
                    <a:pt x="134" y="144"/>
                  </a:lnTo>
                  <a:lnTo>
                    <a:pt x="134" y="144"/>
                  </a:lnTo>
                  <a:lnTo>
                    <a:pt x="130" y="144"/>
                  </a:lnTo>
                  <a:lnTo>
                    <a:pt x="130" y="148"/>
                  </a:lnTo>
                  <a:lnTo>
                    <a:pt x="130" y="148"/>
                  </a:lnTo>
                  <a:lnTo>
                    <a:pt x="130" y="148"/>
                  </a:lnTo>
                  <a:lnTo>
                    <a:pt x="130" y="152"/>
                  </a:lnTo>
                  <a:lnTo>
                    <a:pt x="130" y="152"/>
                  </a:lnTo>
                  <a:lnTo>
                    <a:pt x="128" y="152"/>
                  </a:lnTo>
                  <a:lnTo>
                    <a:pt x="128" y="152"/>
                  </a:lnTo>
                  <a:lnTo>
                    <a:pt x="128" y="152"/>
                  </a:lnTo>
                  <a:lnTo>
                    <a:pt x="128" y="152"/>
                  </a:lnTo>
                  <a:lnTo>
                    <a:pt x="128" y="152"/>
                  </a:lnTo>
                  <a:lnTo>
                    <a:pt x="128" y="156"/>
                  </a:lnTo>
                  <a:lnTo>
                    <a:pt x="128" y="156"/>
                  </a:lnTo>
                  <a:lnTo>
                    <a:pt x="128" y="156"/>
                  </a:lnTo>
                  <a:lnTo>
                    <a:pt x="128" y="156"/>
                  </a:lnTo>
                  <a:lnTo>
                    <a:pt x="128" y="160"/>
                  </a:lnTo>
                  <a:lnTo>
                    <a:pt x="128" y="160"/>
                  </a:lnTo>
                  <a:lnTo>
                    <a:pt x="130" y="160"/>
                  </a:lnTo>
                  <a:lnTo>
                    <a:pt x="130" y="160"/>
                  </a:lnTo>
                  <a:lnTo>
                    <a:pt x="130" y="160"/>
                  </a:lnTo>
                  <a:lnTo>
                    <a:pt x="128" y="164"/>
                  </a:lnTo>
                  <a:lnTo>
                    <a:pt x="128" y="164"/>
                  </a:lnTo>
                  <a:lnTo>
                    <a:pt x="128" y="164"/>
                  </a:lnTo>
                  <a:lnTo>
                    <a:pt x="124" y="164"/>
                  </a:lnTo>
                  <a:lnTo>
                    <a:pt x="124" y="164"/>
                  </a:lnTo>
                  <a:lnTo>
                    <a:pt x="124" y="168"/>
                  </a:lnTo>
                  <a:lnTo>
                    <a:pt x="124" y="170"/>
                  </a:lnTo>
                  <a:lnTo>
                    <a:pt x="124" y="170"/>
                  </a:lnTo>
                  <a:lnTo>
                    <a:pt x="128" y="174"/>
                  </a:lnTo>
                  <a:lnTo>
                    <a:pt x="128" y="174"/>
                  </a:lnTo>
                  <a:lnTo>
                    <a:pt x="128" y="174"/>
                  </a:lnTo>
                  <a:lnTo>
                    <a:pt x="124" y="178"/>
                  </a:lnTo>
                  <a:lnTo>
                    <a:pt x="124" y="178"/>
                  </a:lnTo>
                  <a:lnTo>
                    <a:pt x="124" y="178"/>
                  </a:lnTo>
                  <a:lnTo>
                    <a:pt x="120" y="178"/>
                  </a:lnTo>
                  <a:lnTo>
                    <a:pt x="120" y="182"/>
                  </a:lnTo>
                  <a:lnTo>
                    <a:pt x="120" y="186"/>
                  </a:lnTo>
                  <a:lnTo>
                    <a:pt x="120" y="186"/>
                  </a:lnTo>
                  <a:lnTo>
                    <a:pt x="120" y="186"/>
                  </a:lnTo>
                  <a:lnTo>
                    <a:pt x="120" y="186"/>
                  </a:lnTo>
                  <a:lnTo>
                    <a:pt x="120" y="186"/>
                  </a:lnTo>
                  <a:lnTo>
                    <a:pt x="120" y="186"/>
                  </a:lnTo>
                  <a:lnTo>
                    <a:pt x="124" y="186"/>
                  </a:lnTo>
                  <a:lnTo>
                    <a:pt x="124" y="186"/>
                  </a:lnTo>
                  <a:lnTo>
                    <a:pt x="124" y="186"/>
                  </a:lnTo>
                  <a:lnTo>
                    <a:pt x="124" y="186"/>
                  </a:lnTo>
                  <a:lnTo>
                    <a:pt x="124" y="186"/>
                  </a:lnTo>
                  <a:lnTo>
                    <a:pt x="124" y="186"/>
                  </a:lnTo>
                  <a:lnTo>
                    <a:pt x="124" y="186"/>
                  </a:lnTo>
                  <a:lnTo>
                    <a:pt x="124" y="186"/>
                  </a:lnTo>
                  <a:lnTo>
                    <a:pt x="128" y="186"/>
                  </a:lnTo>
                  <a:lnTo>
                    <a:pt x="128" y="186"/>
                  </a:lnTo>
                  <a:lnTo>
                    <a:pt x="128" y="190"/>
                  </a:lnTo>
                  <a:lnTo>
                    <a:pt x="128" y="194"/>
                  </a:lnTo>
                  <a:lnTo>
                    <a:pt x="128" y="198"/>
                  </a:lnTo>
                  <a:lnTo>
                    <a:pt x="130" y="198"/>
                  </a:lnTo>
                  <a:lnTo>
                    <a:pt x="130" y="198"/>
                  </a:lnTo>
                  <a:lnTo>
                    <a:pt x="130" y="200"/>
                  </a:lnTo>
                  <a:lnTo>
                    <a:pt x="130" y="200"/>
                  </a:lnTo>
                  <a:lnTo>
                    <a:pt x="130" y="204"/>
                  </a:lnTo>
                  <a:lnTo>
                    <a:pt x="130" y="204"/>
                  </a:lnTo>
                  <a:lnTo>
                    <a:pt x="130" y="204"/>
                  </a:lnTo>
                  <a:lnTo>
                    <a:pt x="130" y="204"/>
                  </a:lnTo>
                  <a:lnTo>
                    <a:pt x="130" y="204"/>
                  </a:lnTo>
                  <a:lnTo>
                    <a:pt x="130" y="208"/>
                  </a:lnTo>
                  <a:lnTo>
                    <a:pt x="130" y="208"/>
                  </a:lnTo>
                  <a:lnTo>
                    <a:pt x="134" y="208"/>
                  </a:lnTo>
                  <a:lnTo>
                    <a:pt x="134" y="212"/>
                  </a:lnTo>
                  <a:lnTo>
                    <a:pt x="134" y="212"/>
                  </a:lnTo>
                  <a:lnTo>
                    <a:pt x="134" y="216"/>
                  </a:lnTo>
                  <a:lnTo>
                    <a:pt x="134" y="216"/>
                  </a:lnTo>
                  <a:lnTo>
                    <a:pt x="134" y="216"/>
                  </a:lnTo>
                  <a:lnTo>
                    <a:pt x="130" y="216"/>
                  </a:lnTo>
                  <a:lnTo>
                    <a:pt x="128" y="216"/>
                  </a:lnTo>
                  <a:lnTo>
                    <a:pt x="128" y="216"/>
                  </a:lnTo>
                  <a:lnTo>
                    <a:pt x="128" y="216"/>
                  </a:lnTo>
                  <a:lnTo>
                    <a:pt x="128" y="216"/>
                  </a:lnTo>
                  <a:lnTo>
                    <a:pt x="128" y="216"/>
                  </a:lnTo>
                  <a:lnTo>
                    <a:pt x="124" y="216"/>
                  </a:lnTo>
                  <a:lnTo>
                    <a:pt x="124" y="220"/>
                  </a:lnTo>
                  <a:lnTo>
                    <a:pt x="120" y="220"/>
                  </a:lnTo>
                  <a:lnTo>
                    <a:pt x="120" y="220"/>
                  </a:lnTo>
                  <a:lnTo>
                    <a:pt x="120" y="220"/>
                  </a:lnTo>
                  <a:lnTo>
                    <a:pt x="120" y="220"/>
                  </a:lnTo>
                  <a:lnTo>
                    <a:pt x="116" y="224"/>
                  </a:lnTo>
                  <a:lnTo>
                    <a:pt x="116" y="224"/>
                  </a:lnTo>
                  <a:lnTo>
                    <a:pt x="116" y="224"/>
                  </a:lnTo>
                  <a:lnTo>
                    <a:pt x="116" y="224"/>
                  </a:lnTo>
                  <a:lnTo>
                    <a:pt x="116" y="224"/>
                  </a:lnTo>
                  <a:lnTo>
                    <a:pt x="116" y="226"/>
                  </a:lnTo>
                  <a:lnTo>
                    <a:pt x="120" y="226"/>
                  </a:lnTo>
                  <a:lnTo>
                    <a:pt x="116" y="226"/>
                  </a:lnTo>
                  <a:lnTo>
                    <a:pt x="116" y="226"/>
                  </a:lnTo>
                  <a:lnTo>
                    <a:pt x="116" y="230"/>
                  </a:lnTo>
                  <a:lnTo>
                    <a:pt x="116" y="230"/>
                  </a:lnTo>
                  <a:lnTo>
                    <a:pt x="116" y="230"/>
                  </a:lnTo>
                  <a:lnTo>
                    <a:pt x="116" y="230"/>
                  </a:lnTo>
                  <a:lnTo>
                    <a:pt x="116" y="230"/>
                  </a:lnTo>
                  <a:lnTo>
                    <a:pt x="116" y="230"/>
                  </a:lnTo>
                  <a:lnTo>
                    <a:pt x="112" y="230"/>
                  </a:lnTo>
                  <a:lnTo>
                    <a:pt x="112" y="230"/>
                  </a:lnTo>
                  <a:lnTo>
                    <a:pt x="112" y="230"/>
                  </a:lnTo>
                  <a:lnTo>
                    <a:pt x="112" y="230"/>
                  </a:lnTo>
                  <a:lnTo>
                    <a:pt x="112" y="234"/>
                  </a:lnTo>
                  <a:lnTo>
                    <a:pt x="112" y="234"/>
                  </a:lnTo>
                  <a:lnTo>
                    <a:pt x="112" y="234"/>
                  </a:lnTo>
                  <a:lnTo>
                    <a:pt x="112" y="234"/>
                  </a:lnTo>
                  <a:lnTo>
                    <a:pt x="112" y="234"/>
                  </a:lnTo>
                  <a:lnTo>
                    <a:pt x="112" y="234"/>
                  </a:lnTo>
                  <a:lnTo>
                    <a:pt x="108" y="238"/>
                  </a:lnTo>
                  <a:lnTo>
                    <a:pt x="108" y="238"/>
                  </a:lnTo>
                  <a:lnTo>
                    <a:pt x="104" y="242"/>
                  </a:lnTo>
                  <a:lnTo>
                    <a:pt x="104" y="242"/>
                  </a:lnTo>
                  <a:lnTo>
                    <a:pt x="104" y="242"/>
                  </a:lnTo>
                  <a:lnTo>
                    <a:pt x="104" y="242"/>
                  </a:lnTo>
                  <a:lnTo>
                    <a:pt x="104" y="242"/>
                  </a:lnTo>
                  <a:lnTo>
                    <a:pt x="104" y="242"/>
                  </a:lnTo>
                  <a:lnTo>
                    <a:pt x="100" y="246"/>
                  </a:lnTo>
                  <a:lnTo>
                    <a:pt x="100" y="246"/>
                  </a:lnTo>
                  <a:lnTo>
                    <a:pt x="100" y="246"/>
                  </a:lnTo>
                  <a:lnTo>
                    <a:pt x="100" y="246"/>
                  </a:lnTo>
                  <a:lnTo>
                    <a:pt x="100" y="250"/>
                  </a:lnTo>
                  <a:lnTo>
                    <a:pt x="98" y="250"/>
                  </a:lnTo>
                  <a:lnTo>
                    <a:pt x="98" y="250"/>
                  </a:lnTo>
                  <a:lnTo>
                    <a:pt x="98" y="250"/>
                  </a:lnTo>
                  <a:lnTo>
                    <a:pt x="98" y="250"/>
                  </a:lnTo>
                  <a:lnTo>
                    <a:pt x="94" y="250"/>
                  </a:lnTo>
                  <a:lnTo>
                    <a:pt x="94" y="250"/>
                  </a:lnTo>
                  <a:lnTo>
                    <a:pt x="94" y="250"/>
                  </a:lnTo>
                  <a:lnTo>
                    <a:pt x="94" y="250"/>
                  </a:lnTo>
                  <a:lnTo>
                    <a:pt x="90" y="250"/>
                  </a:lnTo>
                  <a:lnTo>
                    <a:pt x="86" y="250"/>
                  </a:lnTo>
                  <a:lnTo>
                    <a:pt x="86" y="250"/>
                  </a:lnTo>
                  <a:lnTo>
                    <a:pt x="82" y="250"/>
                  </a:lnTo>
                  <a:lnTo>
                    <a:pt x="82" y="250"/>
                  </a:lnTo>
                  <a:lnTo>
                    <a:pt x="78" y="250"/>
                  </a:lnTo>
                  <a:lnTo>
                    <a:pt x="78" y="250"/>
                  </a:lnTo>
                  <a:lnTo>
                    <a:pt x="78" y="250"/>
                  </a:lnTo>
                  <a:lnTo>
                    <a:pt x="78" y="254"/>
                  </a:lnTo>
                  <a:lnTo>
                    <a:pt x="78" y="254"/>
                  </a:lnTo>
                  <a:lnTo>
                    <a:pt x="78" y="254"/>
                  </a:lnTo>
                  <a:lnTo>
                    <a:pt x="78" y="254"/>
                  </a:lnTo>
                  <a:lnTo>
                    <a:pt x="78" y="254"/>
                  </a:lnTo>
                  <a:lnTo>
                    <a:pt x="78" y="254"/>
                  </a:lnTo>
                  <a:lnTo>
                    <a:pt x="78" y="254"/>
                  </a:lnTo>
                  <a:lnTo>
                    <a:pt x="82" y="256"/>
                  </a:lnTo>
                  <a:lnTo>
                    <a:pt x="82" y="256"/>
                  </a:lnTo>
                  <a:lnTo>
                    <a:pt x="78" y="256"/>
                  </a:lnTo>
                  <a:lnTo>
                    <a:pt x="78" y="256"/>
                  </a:lnTo>
                  <a:lnTo>
                    <a:pt x="78" y="260"/>
                  </a:lnTo>
                  <a:lnTo>
                    <a:pt x="78" y="260"/>
                  </a:lnTo>
                  <a:lnTo>
                    <a:pt x="78" y="260"/>
                  </a:lnTo>
                  <a:lnTo>
                    <a:pt x="78" y="260"/>
                  </a:lnTo>
                  <a:lnTo>
                    <a:pt x="74" y="260"/>
                  </a:lnTo>
                  <a:lnTo>
                    <a:pt x="74" y="264"/>
                  </a:lnTo>
                  <a:lnTo>
                    <a:pt x="74" y="264"/>
                  </a:lnTo>
                  <a:lnTo>
                    <a:pt x="74" y="264"/>
                  </a:lnTo>
                  <a:lnTo>
                    <a:pt x="74" y="264"/>
                  </a:lnTo>
                  <a:lnTo>
                    <a:pt x="74" y="264"/>
                  </a:lnTo>
                  <a:lnTo>
                    <a:pt x="74" y="264"/>
                  </a:lnTo>
                  <a:lnTo>
                    <a:pt x="74" y="264"/>
                  </a:lnTo>
                  <a:lnTo>
                    <a:pt x="74" y="264"/>
                  </a:lnTo>
                  <a:lnTo>
                    <a:pt x="74" y="268"/>
                  </a:lnTo>
                  <a:lnTo>
                    <a:pt x="74" y="268"/>
                  </a:lnTo>
                  <a:lnTo>
                    <a:pt x="70" y="268"/>
                  </a:lnTo>
                  <a:lnTo>
                    <a:pt x="70" y="268"/>
                  </a:lnTo>
                  <a:lnTo>
                    <a:pt x="68" y="268"/>
                  </a:lnTo>
                  <a:lnTo>
                    <a:pt x="64" y="268"/>
                  </a:lnTo>
                  <a:lnTo>
                    <a:pt x="64" y="268"/>
                  </a:lnTo>
                  <a:lnTo>
                    <a:pt x="60" y="268"/>
                  </a:lnTo>
                  <a:lnTo>
                    <a:pt x="60" y="268"/>
                  </a:lnTo>
                  <a:lnTo>
                    <a:pt x="60" y="268"/>
                  </a:lnTo>
                  <a:lnTo>
                    <a:pt x="60" y="268"/>
                  </a:lnTo>
                  <a:lnTo>
                    <a:pt x="56" y="268"/>
                  </a:lnTo>
                  <a:lnTo>
                    <a:pt x="56" y="268"/>
                  </a:lnTo>
                  <a:lnTo>
                    <a:pt x="56" y="268"/>
                  </a:lnTo>
                  <a:lnTo>
                    <a:pt x="52" y="272"/>
                  </a:lnTo>
                  <a:lnTo>
                    <a:pt x="52" y="272"/>
                  </a:lnTo>
                  <a:lnTo>
                    <a:pt x="52" y="272"/>
                  </a:lnTo>
                  <a:lnTo>
                    <a:pt x="52" y="272"/>
                  </a:lnTo>
                  <a:lnTo>
                    <a:pt x="52" y="272"/>
                  </a:lnTo>
                  <a:lnTo>
                    <a:pt x="48" y="272"/>
                  </a:lnTo>
                  <a:lnTo>
                    <a:pt x="48" y="272"/>
                  </a:lnTo>
                  <a:lnTo>
                    <a:pt x="48" y="276"/>
                  </a:lnTo>
                  <a:lnTo>
                    <a:pt x="48" y="276"/>
                  </a:lnTo>
                  <a:lnTo>
                    <a:pt x="48" y="276"/>
                  </a:lnTo>
                  <a:lnTo>
                    <a:pt x="48" y="276"/>
                  </a:lnTo>
                  <a:lnTo>
                    <a:pt x="48" y="276"/>
                  </a:lnTo>
                  <a:lnTo>
                    <a:pt x="48" y="276"/>
                  </a:lnTo>
                  <a:lnTo>
                    <a:pt x="44" y="272"/>
                  </a:lnTo>
                  <a:lnTo>
                    <a:pt x="44" y="272"/>
                  </a:lnTo>
                  <a:lnTo>
                    <a:pt x="44" y="268"/>
                  </a:lnTo>
                  <a:lnTo>
                    <a:pt x="44" y="268"/>
                  </a:lnTo>
                  <a:lnTo>
                    <a:pt x="44" y="268"/>
                  </a:lnTo>
                  <a:lnTo>
                    <a:pt x="40" y="272"/>
                  </a:lnTo>
                  <a:lnTo>
                    <a:pt x="40" y="272"/>
                  </a:lnTo>
                  <a:lnTo>
                    <a:pt x="40" y="272"/>
                  </a:lnTo>
                  <a:lnTo>
                    <a:pt x="40" y="272"/>
                  </a:lnTo>
                  <a:lnTo>
                    <a:pt x="40" y="276"/>
                  </a:lnTo>
                  <a:lnTo>
                    <a:pt x="38" y="276"/>
                  </a:lnTo>
                  <a:lnTo>
                    <a:pt x="38" y="276"/>
                  </a:lnTo>
                  <a:lnTo>
                    <a:pt x="38" y="276"/>
                  </a:lnTo>
                  <a:lnTo>
                    <a:pt x="38" y="276"/>
                  </a:lnTo>
                  <a:lnTo>
                    <a:pt x="38" y="276"/>
                  </a:lnTo>
                  <a:lnTo>
                    <a:pt x="38" y="276"/>
                  </a:lnTo>
                  <a:lnTo>
                    <a:pt x="34" y="276"/>
                  </a:lnTo>
                  <a:lnTo>
                    <a:pt x="34" y="276"/>
                  </a:lnTo>
                  <a:lnTo>
                    <a:pt x="34" y="276"/>
                  </a:lnTo>
                  <a:lnTo>
                    <a:pt x="34" y="276"/>
                  </a:lnTo>
                  <a:lnTo>
                    <a:pt x="34" y="276"/>
                  </a:lnTo>
                  <a:lnTo>
                    <a:pt x="30" y="276"/>
                  </a:lnTo>
                  <a:lnTo>
                    <a:pt x="30" y="276"/>
                  </a:lnTo>
                  <a:lnTo>
                    <a:pt x="30" y="276"/>
                  </a:lnTo>
                  <a:lnTo>
                    <a:pt x="30" y="276"/>
                  </a:lnTo>
                  <a:lnTo>
                    <a:pt x="30" y="276"/>
                  </a:lnTo>
                  <a:lnTo>
                    <a:pt x="30" y="276"/>
                  </a:lnTo>
                  <a:lnTo>
                    <a:pt x="30" y="276"/>
                  </a:lnTo>
                  <a:lnTo>
                    <a:pt x="30" y="276"/>
                  </a:lnTo>
                  <a:lnTo>
                    <a:pt x="30" y="272"/>
                  </a:lnTo>
                  <a:lnTo>
                    <a:pt x="30" y="272"/>
                  </a:lnTo>
                  <a:lnTo>
                    <a:pt x="30" y="272"/>
                  </a:lnTo>
                  <a:lnTo>
                    <a:pt x="30" y="272"/>
                  </a:lnTo>
                  <a:lnTo>
                    <a:pt x="30" y="272"/>
                  </a:lnTo>
                  <a:lnTo>
                    <a:pt x="30" y="272"/>
                  </a:lnTo>
                  <a:lnTo>
                    <a:pt x="30" y="272"/>
                  </a:lnTo>
                  <a:lnTo>
                    <a:pt x="30" y="268"/>
                  </a:lnTo>
                  <a:lnTo>
                    <a:pt x="30" y="268"/>
                  </a:lnTo>
                  <a:lnTo>
                    <a:pt x="26" y="268"/>
                  </a:lnTo>
                  <a:lnTo>
                    <a:pt x="26" y="264"/>
                  </a:lnTo>
                  <a:lnTo>
                    <a:pt x="26" y="264"/>
                  </a:lnTo>
                  <a:lnTo>
                    <a:pt x="26" y="264"/>
                  </a:lnTo>
                  <a:lnTo>
                    <a:pt x="26" y="264"/>
                  </a:lnTo>
                  <a:lnTo>
                    <a:pt x="26" y="260"/>
                  </a:lnTo>
                  <a:lnTo>
                    <a:pt x="26" y="260"/>
                  </a:lnTo>
                  <a:lnTo>
                    <a:pt x="26" y="260"/>
                  </a:lnTo>
                  <a:lnTo>
                    <a:pt x="22" y="256"/>
                  </a:lnTo>
                  <a:lnTo>
                    <a:pt x="22" y="254"/>
                  </a:lnTo>
                  <a:lnTo>
                    <a:pt x="18" y="254"/>
                  </a:lnTo>
                  <a:lnTo>
                    <a:pt x="18" y="254"/>
                  </a:lnTo>
                  <a:lnTo>
                    <a:pt x="18" y="254"/>
                  </a:lnTo>
                  <a:lnTo>
                    <a:pt x="14" y="250"/>
                  </a:lnTo>
                  <a:lnTo>
                    <a:pt x="14" y="250"/>
                  </a:lnTo>
                  <a:lnTo>
                    <a:pt x="12" y="246"/>
                  </a:lnTo>
                  <a:lnTo>
                    <a:pt x="12" y="246"/>
                  </a:lnTo>
                  <a:lnTo>
                    <a:pt x="12" y="246"/>
                  </a:lnTo>
                  <a:lnTo>
                    <a:pt x="8" y="238"/>
                  </a:lnTo>
                  <a:lnTo>
                    <a:pt x="8" y="238"/>
                  </a:lnTo>
                  <a:lnTo>
                    <a:pt x="8" y="238"/>
                  </a:lnTo>
                  <a:lnTo>
                    <a:pt x="8" y="238"/>
                  </a:lnTo>
                  <a:lnTo>
                    <a:pt x="8" y="238"/>
                  </a:lnTo>
                  <a:lnTo>
                    <a:pt x="8" y="238"/>
                  </a:lnTo>
                  <a:lnTo>
                    <a:pt x="8" y="238"/>
                  </a:lnTo>
                  <a:lnTo>
                    <a:pt x="12" y="234"/>
                  </a:lnTo>
                  <a:lnTo>
                    <a:pt x="12" y="234"/>
                  </a:lnTo>
                  <a:lnTo>
                    <a:pt x="12" y="234"/>
                  </a:lnTo>
                  <a:lnTo>
                    <a:pt x="12" y="234"/>
                  </a:lnTo>
                  <a:lnTo>
                    <a:pt x="12" y="234"/>
                  </a:lnTo>
                  <a:lnTo>
                    <a:pt x="12" y="234"/>
                  </a:lnTo>
                  <a:lnTo>
                    <a:pt x="12" y="2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2" name="Freeform 137"/>
            <p:cNvSpPr>
              <a:spLocks noChangeAspect="1" noEditPoints="1"/>
            </p:cNvSpPr>
            <p:nvPr/>
          </p:nvSpPr>
          <p:spPr bwMode="gray">
            <a:xfrm>
              <a:off x="5864374" y="4860600"/>
              <a:ext cx="31307" cy="24350"/>
            </a:xfrm>
            <a:custGeom>
              <a:avLst/>
              <a:gdLst>
                <a:gd name="T0" fmla="*/ 2 w 18"/>
                <a:gd name="T1" fmla="*/ 8 h 14"/>
                <a:gd name="T2" fmla="*/ 0 w 18"/>
                <a:gd name="T3" fmla="*/ 8 h 14"/>
                <a:gd name="T4" fmla="*/ 0 w 18"/>
                <a:gd name="T5" fmla="*/ 8 h 14"/>
                <a:gd name="T6" fmla="*/ 0 w 18"/>
                <a:gd name="T7" fmla="*/ 4 h 14"/>
                <a:gd name="T8" fmla="*/ 0 w 18"/>
                <a:gd name="T9" fmla="*/ 4 h 14"/>
                <a:gd name="T10" fmla="*/ 0 w 18"/>
                <a:gd name="T11" fmla="*/ 4 h 14"/>
                <a:gd name="T12" fmla="*/ 0 w 18"/>
                <a:gd name="T13" fmla="*/ 0 h 14"/>
                <a:gd name="T14" fmla="*/ 0 w 18"/>
                <a:gd name="T15" fmla="*/ 0 h 14"/>
                <a:gd name="T16" fmla="*/ 0 w 18"/>
                <a:gd name="T17" fmla="*/ 0 h 14"/>
                <a:gd name="T18" fmla="*/ 0 w 18"/>
                <a:gd name="T19" fmla="*/ 0 h 14"/>
                <a:gd name="T20" fmla="*/ 2 w 18"/>
                <a:gd name="T21" fmla="*/ 0 h 14"/>
                <a:gd name="T22" fmla="*/ 2 w 18"/>
                <a:gd name="T23" fmla="*/ 0 h 14"/>
                <a:gd name="T24" fmla="*/ 2 w 18"/>
                <a:gd name="T25" fmla="*/ 0 h 14"/>
                <a:gd name="T26" fmla="*/ 2 w 18"/>
                <a:gd name="T27" fmla="*/ 4 h 14"/>
                <a:gd name="T28" fmla="*/ 2 w 18"/>
                <a:gd name="T29" fmla="*/ 4 h 14"/>
                <a:gd name="T30" fmla="*/ 2 w 18"/>
                <a:gd name="T31" fmla="*/ 8 h 14"/>
                <a:gd name="T32" fmla="*/ 2 w 18"/>
                <a:gd name="T33" fmla="*/ 8 h 14"/>
                <a:gd name="T34" fmla="*/ 2 w 18"/>
                <a:gd name="T35" fmla="*/ 8 h 14"/>
                <a:gd name="T36" fmla="*/ 18 w 18"/>
                <a:gd name="T37" fmla="*/ 14 h 14"/>
                <a:gd name="T38" fmla="*/ 18 w 18"/>
                <a:gd name="T39" fmla="*/ 14 h 14"/>
                <a:gd name="T40" fmla="*/ 14 w 18"/>
                <a:gd name="T41" fmla="*/ 14 h 14"/>
                <a:gd name="T42" fmla="*/ 14 w 18"/>
                <a:gd name="T43" fmla="*/ 14 h 14"/>
                <a:gd name="T44" fmla="*/ 14 w 18"/>
                <a:gd name="T45" fmla="*/ 14 h 14"/>
                <a:gd name="T46" fmla="*/ 14 w 18"/>
                <a:gd name="T47" fmla="*/ 10 h 14"/>
                <a:gd name="T48" fmla="*/ 14 w 18"/>
                <a:gd name="T49" fmla="*/ 10 h 14"/>
                <a:gd name="T50" fmla="*/ 14 w 18"/>
                <a:gd name="T51" fmla="*/ 14 h 14"/>
                <a:gd name="T52" fmla="*/ 14 w 18"/>
                <a:gd name="T53" fmla="*/ 10 h 14"/>
                <a:gd name="T54" fmla="*/ 18 w 18"/>
                <a:gd name="T55" fmla="*/ 10 h 14"/>
                <a:gd name="T56" fmla="*/ 18 w 18"/>
                <a:gd name="T57" fmla="*/ 10 h 14"/>
                <a:gd name="T58" fmla="*/ 18 w 18"/>
                <a:gd name="T59" fmla="*/ 10 h 14"/>
                <a:gd name="T60" fmla="*/ 18 w 18"/>
                <a:gd name="T61" fmla="*/ 10 h 14"/>
                <a:gd name="T62" fmla="*/ 18 w 18"/>
                <a:gd name="T63" fmla="*/ 10 h 14"/>
                <a:gd name="T64" fmla="*/ 18 w 18"/>
                <a:gd name="T65" fmla="*/ 14 h 14"/>
                <a:gd name="T66" fmla="*/ 18 w 18"/>
                <a:gd name="T67" fmla="*/ 14 h 14"/>
                <a:gd name="T68" fmla="*/ 18 w 18"/>
                <a:gd name="T69" fmla="*/ 14 h 14"/>
                <a:gd name="T70" fmla="*/ 6 w 18"/>
                <a:gd name="T71" fmla="*/ 14 h 14"/>
                <a:gd name="T72" fmla="*/ 6 w 18"/>
                <a:gd name="T73" fmla="*/ 14 h 14"/>
                <a:gd name="T74" fmla="*/ 6 w 18"/>
                <a:gd name="T75" fmla="*/ 14 h 14"/>
                <a:gd name="T76" fmla="*/ 6 w 18"/>
                <a:gd name="T77" fmla="*/ 14 h 14"/>
                <a:gd name="T78" fmla="*/ 6 w 18"/>
                <a:gd name="T79" fmla="*/ 14 h 14"/>
                <a:gd name="T80" fmla="*/ 6 w 18"/>
                <a:gd name="T81" fmla="*/ 14 h 14"/>
                <a:gd name="T82" fmla="*/ 6 w 18"/>
                <a:gd name="T83" fmla="*/ 14 h 14"/>
                <a:gd name="T84" fmla="*/ 6 w 18"/>
                <a:gd name="T85" fmla="*/ 14 h 14"/>
                <a:gd name="T86" fmla="*/ 6 w 18"/>
                <a:gd name="T87" fmla="*/ 14 h 14"/>
                <a:gd name="T88" fmla="*/ 6 w 18"/>
                <a:gd name="T89" fmla="*/ 14 h 14"/>
                <a:gd name="T90" fmla="*/ 6 w 18"/>
                <a:gd name="T91"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8" h="14">
                  <a:moveTo>
                    <a:pt x="2" y="8"/>
                  </a:moveTo>
                  <a:lnTo>
                    <a:pt x="2" y="8"/>
                  </a:lnTo>
                  <a:lnTo>
                    <a:pt x="0" y="8"/>
                  </a:lnTo>
                  <a:lnTo>
                    <a:pt x="0" y="8"/>
                  </a:lnTo>
                  <a:lnTo>
                    <a:pt x="0" y="8"/>
                  </a:lnTo>
                  <a:lnTo>
                    <a:pt x="0" y="8"/>
                  </a:lnTo>
                  <a:lnTo>
                    <a:pt x="0" y="4"/>
                  </a:lnTo>
                  <a:lnTo>
                    <a:pt x="0" y="4"/>
                  </a:lnTo>
                  <a:lnTo>
                    <a:pt x="0" y="4"/>
                  </a:lnTo>
                  <a:lnTo>
                    <a:pt x="0" y="4"/>
                  </a:lnTo>
                  <a:lnTo>
                    <a:pt x="0" y="4"/>
                  </a:lnTo>
                  <a:lnTo>
                    <a:pt x="0" y="4"/>
                  </a:lnTo>
                  <a:lnTo>
                    <a:pt x="0" y="4"/>
                  </a:lnTo>
                  <a:lnTo>
                    <a:pt x="0" y="0"/>
                  </a:lnTo>
                  <a:lnTo>
                    <a:pt x="0" y="0"/>
                  </a:lnTo>
                  <a:lnTo>
                    <a:pt x="0" y="0"/>
                  </a:lnTo>
                  <a:lnTo>
                    <a:pt x="0" y="0"/>
                  </a:lnTo>
                  <a:lnTo>
                    <a:pt x="0" y="0"/>
                  </a:lnTo>
                  <a:lnTo>
                    <a:pt x="0" y="0"/>
                  </a:lnTo>
                  <a:lnTo>
                    <a:pt x="0" y="0"/>
                  </a:lnTo>
                  <a:lnTo>
                    <a:pt x="0" y="0"/>
                  </a:lnTo>
                  <a:lnTo>
                    <a:pt x="2" y="0"/>
                  </a:lnTo>
                  <a:lnTo>
                    <a:pt x="2" y="0"/>
                  </a:lnTo>
                  <a:lnTo>
                    <a:pt x="2" y="0"/>
                  </a:lnTo>
                  <a:lnTo>
                    <a:pt x="2" y="0"/>
                  </a:lnTo>
                  <a:lnTo>
                    <a:pt x="2" y="0"/>
                  </a:lnTo>
                  <a:lnTo>
                    <a:pt x="2" y="4"/>
                  </a:lnTo>
                  <a:lnTo>
                    <a:pt x="2" y="4"/>
                  </a:lnTo>
                  <a:lnTo>
                    <a:pt x="2" y="4"/>
                  </a:lnTo>
                  <a:lnTo>
                    <a:pt x="2" y="4"/>
                  </a:lnTo>
                  <a:lnTo>
                    <a:pt x="2" y="4"/>
                  </a:lnTo>
                  <a:lnTo>
                    <a:pt x="2" y="8"/>
                  </a:lnTo>
                  <a:lnTo>
                    <a:pt x="2" y="8"/>
                  </a:lnTo>
                  <a:lnTo>
                    <a:pt x="2" y="8"/>
                  </a:lnTo>
                  <a:lnTo>
                    <a:pt x="2" y="8"/>
                  </a:lnTo>
                  <a:lnTo>
                    <a:pt x="2" y="8"/>
                  </a:lnTo>
                  <a:lnTo>
                    <a:pt x="2" y="8"/>
                  </a:lnTo>
                  <a:close/>
                  <a:moveTo>
                    <a:pt x="18" y="14"/>
                  </a:moveTo>
                  <a:lnTo>
                    <a:pt x="18" y="14"/>
                  </a:lnTo>
                  <a:lnTo>
                    <a:pt x="18" y="14"/>
                  </a:lnTo>
                  <a:lnTo>
                    <a:pt x="18" y="14"/>
                  </a:lnTo>
                  <a:lnTo>
                    <a:pt x="14" y="14"/>
                  </a:lnTo>
                  <a:lnTo>
                    <a:pt x="14" y="14"/>
                  </a:lnTo>
                  <a:lnTo>
                    <a:pt x="14" y="14"/>
                  </a:lnTo>
                  <a:lnTo>
                    <a:pt x="14" y="14"/>
                  </a:lnTo>
                  <a:lnTo>
                    <a:pt x="14" y="14"/>
                  </a:lnTo>
                  <a:lnTo>
                    <a:pt x="14" y="14"/>
                  </a:lnTo>
                  <a:lnTo>
                    <a:pt x="14" y="10"/>
                  </a:lnTo>
                  <a:lnTo>
                    <a:pt x="14" y="10"/>
                  </a:lnTo>
                  <a:lnTo>
                    <a:pt x="14" y="10"/>
                  </a:lnTo>
                  <a:lnTo>
                    <a:pt x="14" y="14"/>
                  </a:lnTo>
                  <a:lnTo>
                    <a:pt x="14" y="14"/>
                  </a:lnTo>
                  <a:lnTo>
                    <a:pt x="14" y="14"/>
                  </a:lnTo>
                  <a:lnTo>
                    <a:pt x="14" y="10"/>
                  </a:lnTo>
                  <a:lnTo>
                    <a:pt x="14" y="10"/>
                  </a:lnTo>
                  <a:lnTo>
                    <a:pt x="18" y="10"/>
                  </a:lnTo>
                  <a:lnTo>
                    <a:pt x="18" y="10"/>
                  </a:lnTo>
                  <a:lnTo>
                    <a:pt x="18" y="10"/>
                  </a:lnTo>
                  <a:lnTo>
                    <a:pt x="18" y="10"/>
                  </a:lnTo>
                  <a:lnTo>
                    <a:pt x="18" y="10"/>
                  </a:lnTo>
                  <a:lnTo>
                    <a:pt x="18" y="10"/>
                  </a:lnTo>
                  <a:lnTo>
                    <a:pt x="18" y="10"/>
                  </a:lnTo>
                  <a:lnTo>
                    <a:pt x="18" y="10"/>
                  </a:lnTo>
                  <a:lnTo>
                    <a:pt x="18" y="10"/>
                  </a:lnTo>
                  <a:lnTo>
                    <a:pt x="18" y="14"/>
                  </a:lnTo>
                  <a:lnTo>
                    <a:pt x="18" y="14"/>
                  </a:lnTo>
                  <a:lnTo>
                    <a:pt x="18" y="14"/>
                  </a:lnTo>
                  <a:lnTo>
                    <a:pt x="18" y="14"/>
                  </a:lnTo>
                  <a:lnTo>
                    <a:pt x="18" y="14"/>
                  </a:lnTo>
                  <a:lnTo>
                    <a:pt x="18" y="14"/>
                  </a:lnTo>
                  <a:lnTo>
                    <a:pt x="18" y="14"/>
                  </a:lnTo>
                  <a:close/>
                  <a:moveTo>
                    <a:pt x="6" y="14"/>
                  </a:move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3" name="Freeform 138"/>
            <p:cNvSpPr>
              <a:spLocks noChangeAspect="1"/>
            </p:cNvSpPr>
            <p:nvPr/>
          </p:nvSpPr>
          <p:spPr bwMode="gray">
            <a:xfrm>
              <a:off x="5071270" y="4404913"/>
              <a:ext cx="187840" cy="260889"/>
            </a:xfrm>
            <a:custGeom>
              <a:avLst/>
              <a:gdLst>
                <a:gd name="T0" fmla="*/ 64 w 108"/>
                <a:gd name="T1" fmla="*/ 138 h 150"/>
                <a:gd name="T2" fmla="*/ 56 w 108"/>
                <a:gd name="T3" fmla="*/ 146 h 150"/>
                <a:gd name="T4" fmla="*/ 48 w 108"/>
                <a:gd name="T5" fmla="*/ 150 h 150"/>
                <a:gd name="T6" fmla="*/ 48 w 108"/>
                <a:gd name="T7" fmla="*/ 138 h 150"/>
                <a:gd name="T8" fmla="*/ 38 w 108"/>
                <a:gd name="T9" fmla="*/ 142 h 150"/>
                <a:gd name="T10" fmla="*/ 34 w 108"/>
                <a:gd name="T11" fmla="*/ 150 h 150"/>
                <a:gd name="T12" fmla="*/ 30 w 108"/>
                <a:gd name="T13" fmla="*/ 146 h 150"/>
                <a:gd name="T14" fmla="*/ 22 w 108"/>
                <a:gd name="T15" fmla="*/ 142 h 150"/>
                <a:gd name="T16" fmla="*/ 16 w 108"/>
                <a:gd name="T17" fmla="*/ 150 h 150"/>
                <a:gd name="T18" fmla="*/ 12 w 108"/>
                <a:gd name="T19" fmla="*/ 142 h 150"/>
                <a:gd name="T20" fmla="*/ 4 w 108"/>
                <a:gd name="T21" fmla="*/ 138 h 150"/>
                <a:gd name="T22" fmla="*/ 0 w 108"/>
                <a:gd name="T23" fmla="*/ 130 h 150"/>
                <a:gd name="T24" fmla="*/ 12 w 108"/>
                <a:gd name="T25" fmla="*/ 128 h 150"/>
                <a:gd name="T26" fmla="*/ 8 w 108"/>
                <a:gd name="T27" fmla="*/ 120 h 150"/>
                <a:gd name="T28" fmla="*/ 8 w 108"/>
                <a:gd name="T29" fmla="*/ 116 h 150"/>
                <a:gd name="T30" fmla="*/ 8 w 108"/>
                <a:gd name="T31" fmla="*/ 106 h 150"/>
                <a:gd name="T32" fmla="*/ 16 w 108"/>
                <a:gd name="T33" fmla="*/ 106 h 150"/>
                <a:gd name="T34" fmla="*/ 18 w 108"/>
                <a:gd name="T35" fmla="*/ 102 h 150"/>
                <a:gd name="T36" fmla="*/ 26 w 108"/>
                <a:gd name="T37" fmla="*/ 98 h 150"/>
                <a:gd name="T38" fmla="*/ 30 w 108"/>
                <a:gd name="T39" fmla="*/ 106 h 150"/>
                <a:gd name="T40" fmla="*/ 38 w 108"/>
                <a:gd name="T41" fmla="*/ 106 h 150"/>
                <a:gd name="T42" fmla="*/ 42 w 108"/>
                <a:gd name="T43" fmla="*/ 110 h 150"/>
                <a:gd name="T44" fmla="*/ 46 w 108"/>
                <a:gd name="T45" fmla="*/ 102 h 150"/>
                <a:gd name="T46" fmla="*/ 48 w 108"/>
                <a:gd name="T47" fmla="*/ 94 h 150"/>
                <a:gd name="T48" fmla="*/ 48 w 108"/>
                <a:gd name="T49" fmla="*/ 84 h 150"/>
                <a:gd name="T50" fmla="*/ 46 w 108"/>
                <a:gd name="T51" fmla="*/ 76 h 150"/>
                <a:gd name="T52" fmla="*/ 42 w 108"/>
                <a:gd name="T53" fmla="*/ 68 h 150"/>
                <a:gd name="T54" fmla="*/ 42 w 108"/>
                <a:gd name="T55" fmla="*/ 58 h 150"/>
                <a:gd name="T56" fmla="*/ 48 w 108"/>
                <a:gd name="T57" fmla="*/ 50 h 150"/>
                <a:gd name="T58" fmla="*/ 42 w 108"/>
                <a:gd name="T59" fmla="*/ 42 h 150"/>
                <a:gd name="T60" fmla="*/ 34 w 108"/>
                <a:gd name="T61" fmla="*/ 46 h 150"/>
                <a:gd name="T62" fmla="*/ 30 w 108"/>
                <a:gd name="T63" fmla="*/ 38 h 150"/>
                <a:gd name="T64" fmla="*/ 38 w 108"/>
                <a:gd name="T65" fmla="*/ 30 h 150"/>
                <a:gd name="T66" fmla="*/ 52 w 108"/>
                <a:gd name="T67" fmla="*/ 30 h 150"/>
                <a:gd name="T68" fmla="*/ 64 w 108"/>
                <a:gd name="T69" fmla="*/ 30 h 150"/>
                <a:gd name="T70" fmla="*/ 72 w 108"/>
                <a:gd name="T71" fmla="*/ 34 h 150"/>
                <a:gd name="T72" fmla="*/ 72 w 108"/>
                <a:gd name="T73" fmla="*/ 30 h 150"/>
                <a:gd name="T74" fmla="*/ 74 w 108"/>
                <a:gd name="T75" fmla="*/ 24 h 150"/>
                <a:gd name="T76" fmla="*/ 78 w 108"/>
                <a:gd name="T77" fmla="*/ 16 h 150"/>
                <a:gd name="T78" fmla="*/ 78 w 108"/>
                <a:gd name="T79" fmla="*/ 8 h 150"/>
                <a:gd name="T80" fmla="*/ 86 w 108"/>
                <a:gd name="T81" fmla="*/ 4 h 150"/>
                <a:gd name="T82" fmla="*/ 90 w 108"/>
                <a:gd name="T83" fmla="*/ 4 h 150"/>
                <a:gd name="T84" fmla="*/ 102 w 108"/>
                <a:gd name="T85" fmla="*/ 4 h 150"/>
                <a:gd name="T86" fmla="*/ 104 w 108"/>
                <a:gd name="T87" fmla="*/ 4 h 150"/>
                <a:gd name="T88" fmla="*/ 108 w 108"/>
                <a:gd name="T89" fmla="*/ 12 h 150"/>
                <a:gd name="T90" fmla="*/ 104 w 108"/>
                <a:gd name="T91" fmla="*/ 20 h 150"/>
                <a:gd name="T92" fmla="*/ 102 w 108"/>
                <a:gd name="T93" fmla="*/ 28 h 150"/>
                <a:gd name="T94" fmla="*/ 102 w 108"/>
                <a:gd name="T95" fmla="*/ 38 h 150"/>
                <a:gd name="T96" fmla="*/ 98 w 108"/>
                <a:gd name="T97" fmla="*/ 54 h 150"/>
                <a:gd name="T98" fmla="*/ 98 w 108"/>
                <a:gd name="T99" fmla="*/ 64 h 150"/>
                <a:gd name="T100" fmla="*/ 94 w 108"/>
                <a:gd name="T101" fmla="*/ 72 h 150"/>
                <a:gd name="T102" fmla="*/ 90 w 108"/>
                <a:gd name="T103" fmla="*/ 84 h 150"/>
                <a:gd name="T104" fmla="*/ 82 w 108"/>
                <a:gd name="T105" fmla="*/ 90 h 150"/>
                <a:gd name="T106" fmla="*/ 78 w 108"/>
                <a:gd name="T107" fmla="*/ 98 h 150"/>
                <a:gd name="T108" fmla="*/ 72 w 108"/>
                <a:gd name="T109" fmla="*/ 102 h 150"/>
                <a:gd name="T110" fmla="*/ 74 w 108"/>
                <a:gd name="T111" fmla="*/ 114 h 150"/>
                <a:gd name="T112" fmla="*/ 72 w 108"/>
                <a:gd name="T113" fmla="*/ 120 h 150"/>
                <a:gd name="T114" fmla="*/ 72 w 108"/>
                <a:gd name="T115" fmla="*/ 128 h 150"/>
                <a:gd name="T116" fmla="*/ 68 w 108"/>
                <a:gd name="T117" fmla="*/ 13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8" h="150">
                  <a:moveTo>
                    <a:pt x="68" y="134"/>
                  </a:moveTo>
                  <a:lnTo>
                    <a:pt x="64" y="134"/>
                  </a:lnTo>
                  <a:lnTo>
                    <a:pt x="64" y="138"/>
                  </a:lnTo>
                  <a:lnTo>
                    <a:pt x="60" y="138"/>
                  </a:lnTo>
                  <a:lnTo>
                    <a:pt x="56" y="142"/>
                  </a:lnTo>
                  <a:lnTo>
                    <a:pt x="56" y="146"/>
                  </a:lnTo>
                  <a:lnTo>
                    <a:pt x="52" y="146"/>
                  </a:lnTo>
                  <a:lnTo>
                    <a:pt x="52" y="150"/>
                  </a:lnTo>
                  <a:lnTo>
                    <a:pt x="48" y="150"/>
                  </a:lnTo>
                  <a:lnTo>
                    <a:pt x="48" y="146"/>
                  </a:lnTo>
                  <a:lnTo>
                    <a:pt x="48" y="142"/>
                  </a:lnTo>
                  <a:lnTo>
                    <a:pt x="48" y="138"/>
                  </a:lnTo>
                  <a:lnTo>
                    <a:pt x="46" y="138"/>
                  </a:lnTo>
                  <a:lnTo>
                    <a:pt x="42" y="142"/>
                  </a:lnTo>
                  <a:lnTo>
                    <a:pt x="38" y="142"/>
                  </a:lnTo>
                  <a:lnTo>
                    <a:pt x="38" y="146"/>
                  </a:lnTo>
                  <a:lnTo>
                    <a:pt x="34" y="146"/>
                  </a:lnTo>
                  <a:lnTo>
                    <a:pt x="34" y="150"/>
                  </a:lnTo>
                  <a:lnTo>
                    <a:pt x="30" y="146"/>
                  </a:lnTo>
                  <a:lnTo>
                    <a:pt x="30" y="142"/>
                  </a:lnTo>
                  <a:lnTo>
                    <a:pt x="30" y="146"/>
                  </a:lnTo>
                  <a:lnTo>
                    <a:pt x="26" y="146"/>
                  </a:lnTo>
                  <a:lnTo>
                    <a:pt x="26" y="142"/>
                  </a:lnTo>
                  <a:lnTo>
                    <a:pt x="22" y="142"/>
                  </a:lnTo>
                  <a:lnTo>
                    <a:pt x="18" y="146"/>
                  </a:lnTo>
                  <a:lnTo>
                    <a:pt x="16" y="146"/>
                  </a:lnTo>
                  <a:lnTo>
                    <a:pt x="16" y="150"/>
                  </a:lnTo>
                  <a:lnTo>
                    <a:pt x="12" y="150"/>
                  </a:lnTo>
                  <a:lnTo>
                    <a:pt x="12" y="146"/>
                  </a:lnTo>
                  <a:lnTo>
                    <a:pt x="12" y="142"/>
                  </a:lnTo>
                  <a:lnTo>
                    <a:pt x="8" y="142"/>
                  </a:lnTo>
                  <a:lnTo>
                    <a:pt x="8" y="138"/>
                  </a:lnTo>
                  <a:lnTo>
                    <a:pt x="4" y="138"/>
                  </a:lnTo>
                  <a:lnTo>
                    <a:pt x="4" y="134"/>
                  </a:lnTo>
                  <a:lnTo>
                    <a:pt x="0" y="134"/>
                  </a:lnTo>
                  <a:lnTo>
                    <a:pt x="0" y="130"/>
                  </a:lnTo>
                  <a:lnTo>
                    <a:pt x="4" y="128"/>
                  </a:lnTo>
                  <a:lnTo>
                    <a:pt x="8" y="128"/>
                  </a:lnTo>
                  <a:lnTo>
                    <a:pt x="12" y="128"/>
                  </a:lnTo>
                  <a:lnTo>
                    <a:pt x="12" y="124"/>
                  </a:lnTo>
                  <a:lnTo>
                    <a:pt x="12" y="120"/>
                  </a:lnTo>
                  <a:lnTo>
                    <a:pt x="8" y="120"/>
                  </a:lnTo>
                  <a:lnTo>
                    <a:pt x="12" y="116"/>
                  </a:lnTo>
                  <a:lnTo>
                    <a:pt x="8" y="114"/>
                  </a:lnTo>
                  <a:lnTo>
                    <a:pt x="8" y="116"/>
                  </a:lnTo>
                  <a:lnTo>
                    <a:pt x="8" y="114"/>
                  </a:lnTo>
                  <a:lnTo>
                    <a:pt x="8" y="110"/>
                  </a:lnTo>
                  <a:lnTo>
                    <a:pt x="8" y="106"/>
                  </a:lnTo>
                  <a:lnTo>
                    <a:pt x="12" y="110"/>
                  </a:lnTo>
                  <a:lnTo>
                    <a:pt x="12" y="106"/>
                  </a:lnTo>
                  <a:lnTo>
                    <a:pt x="16" y="106"/>
                  </a:lnTo>
                  <a:lnTo>
                    <a:pt x="16" y="110"/>
                  </a:lnTo>
                  <a:lnTo>
                    <a:pt x="18" y="106"/>
                  </a:lnTo>
                  <a:lnTo>
                    <a:pt x="18" y="102"/>
                  </a:lnTo>
                  <a:lnTo>
                    <a:pt x="18" y="98"/>
                  </a:lnTo>
                  <a:lnTo>
                    <a:pt x="22" y="98"/>
                  </a:lnTo>
                  <a:lnTo>
                    <a:pt x="26" y="98"/>
                  </a:lnTo>
                  <a:lnTo>
                    <a:pt x="26" y="102"/>
                  </a:lnTo>
                  <a:lnTo>
                    <a:pt x="26" y="106"/>
                  </a:lnTo>
                  <a:lnTo>
                    <a:pt x="30" y="106"/>
                  </a:lnTo>
                  <a:lnTo>
                    <a:pt x="34" y="110"/>
                  </a:lnTo>
                  <a:lnTo>
                    <a:pt x="34" y="106"/>
                  </a:lnTo>
                  <a:lnTo>
                    <a:pt x="38" y="106"/>
                  </a:lnTo>
                  <a:lnTo>
                    <a:pt x="38" y="102"/>
                  </a:lnTo>
                  <a:lnTo>
                    <a:pt x="42" y="106"/>
                  </a:lnTo>
                  <a:lnTo>
                    <a:pt x="42" y="110"/>
                  </a:lnTo>
                  <a:lnTo>
                    <a:pt x="46" y="110"/>
                  </a:lnTo>
                  <a:lnTo>
                    <a:pt x="46" y="106"/>
                  </a:lnTo>
                  <a:lnTo>
                    <a:pt x="46" y="102"/>
                  </a:lnTo>
                  <a:lnTo>
                    <a:pt x="46" y="98"/>
                  </a:lnTo>
                  <a:lnTo>
                    <a:pt x="48" y="98"/>
                  </a:lnTo>
                  <a:lnTo>
                    <a:pt x="48" y="94"/>
                  </a:lnTo>
                  <a:lnTo>
                    <a:pt x="48" y="90"/>
                  </a:lnTo>
                  <a:lnTo>
                    <a:pt x="48" y="86"/>
                  </a:lnTo>
                  <a:lnTo>
                    <a:pt x="48" y="84"/>
                  </a:lnTo>
                  <a:lnTo>
                    <a:pt x="48" y="80"/>
                  </a:lnTo>
                  <a:lnTo>
                    <a:pt x="48" y="76"/>
                  </a:lnTo>
                  <a:lnTo>
                    <a:pt x="46" y="76"/>
                  </a:lnTo>
                  <a:lnTo>
                    <a:pt x="46" y="72"/>
                  </a:lnTo>
                  <a:lnTo>
                    <a:pt x="42" y="72"/>
                  </a:lnTo>
                  <a:lnTo>
                    <a:pt x="42" y="68"/>
                  </a:lnTo>
                  <a:lnTo>
                    <a:pt x="42" y="64"/>
                  </a:lnTo>
                  <a:lnTo>
                    <a:pt x="42" y="60"/>
                  </a:lnTo>
                  <a:lnTo>
                    <a:pt x="42" y="58"/>
                  </a:lnTo>
                  <a:lnTo>
                    <a:pt x="46" y="58"/>
                  </a:lnTo>
                  <a:lnTo>
                    <a:pt x="48" y="54"/>
                  </a:lnTo>
                  <a:lnTo>
                    <a:pt x="48" y="50"/>
                  </a:lnTo>
                  <a:lnTo>
                    <a:pt x="46" y="46"/>
                  </a:lnTo>
                  <a:lnTo>
                    <a:pt x="46" y="42"/>
                  </a:lnTo>
                  <a:lnTo>
                    <a:pt x="42" y="42"/>
                  </a:lnTo>
                  <a:lnTo>
                    <a:pt x="38" y="42"/>
                  </a:lnTo>
                  <a:lnTo>
                    <a:pt x="38" y="46"/>
                  </a:lnTo>
                  <a:lnTo>
                    <a:pt x="34" y="46"/>
                  </a:lnTo>
                  <a:lnTo>
                    <a:pt x="30" y="46"/>
                  </a:lnTo>
                  <a:lnTo>
                    <a:pt x="30" y="42"/>
                  </a:lnTo>
                  <a:lnTo>
                    <a:pt x="30" y="38"/>
                  </a:lnTo>
                  <a:lnTo>
                    <a:pt x="30" y="34"/>
                  </a:lnTo>
                  <a:lnTo>
                    <a:pt x="30" y="30"/>
                  </a:lnTo>
                  <a:lnTo>
                    <a:pt x="38" y="30"/>
                  </a:lnTo>
                  <a:lnTo>
                    <a:pt x="46" y="30"/>
                  </a:lnTo>
                  <a:lnTo>
                    <a:pt x="48" y="30"/>
                  </a:lnTo>
                  <a:lnTo>
                    <a:pt x="52" y="30"/>
                  </a:lnTo>
                  <a:lnTo>
                    <a:pt x="56" y="30"/>
                  </a:lnTo>
                  <a:lnTo>
                    <a:pt x="60" y="30"/>
                  </a:lnTo>
                  <a:lnTo>
                    <a:pt x="64" y="30"/>
                  </a:lnTo>
                  <a:lnTo>
                    <a:pt x="64" y="34"/>
                  </a:lnTo>
                  <a:lnTo>
                    <a:pt x="68" y="34"/>
                  </a:lnTo>
                  <a:lnTo>
                    <a:pt x="72" y="34"/>
                  </a:lnTo>
                  <a:lnTo>
                    <a:pt x="72" y="38"/>
                  </a:lnTo>
                  <a:lnTo>
                    <a:pt x="72" y="34"/>
                  </a:lnTo>
                  <a:lnTo>
                    <a:pt x="72" y="30"/>
                  </a:lnTo>
                  <a:lnTo>
                    <a:pt x="72" y="28"/>
                  </a:lnTo>
                  <a:lnTo>
                    <a:pt x="74" y="28"/>
                  </a:lnTo>
                  <a:lnTo>
                    <a:pt x="74" y="24"/>
                  </a:lnTo>
                  <a:lnTo>
                    <a:pt x="74" y="20"/>
                  </a:lnTo>
                  <a:lnTo>
                    <a:pt x="78" y="20"/>
                  </a:lnTo>
                  <a:lnTo>
                    <a:pt x="78" y="16"/>
                  </a:lnTo>
                  <a:lnTo>
                    <a:pt x="74" y="16"/>
                  </a:lnTo>
                  <a:lnTo>
                    <a:pt x="78" y="12"/>
                  </a:lnTo>
                  <a:lnTo>
                    <a:pt x="78" y="8"/>
                  </a:lnTo>
                  <a:lnTo>
                    <a:pt x="78" y="4"/>
                  </a:lnTo>
                  <a:lnTo>
                    <a:pt x="82" y="4"/>
                  </a:lnTo>
                  <a:lnTo>
                    <a:pt x="86" y="4"/>
                  </a:lnTo>
                  <a:lnTo>
                    <a:pt x="90" y="4"/>
                  </a:lnTo>
                  <a:lnTo>
                    <a:pt x="90" y="0"/>
                  </a:lnTo>
                  <a:lnTo>
                    <a:pt x="90" y="4"/>
                  </a:lnTo>
                  <a:lnTo>
                    <a:pt x="94" y="4"/>
                  </a:lnTo>
                  <a:lnTo>
                    <a:pt x="98" y="4"/>
                  </a:lnTo>
                  <a:lnTo>
                    <a:pt x="102" y="4"/>
                  </a:lnTo>
                  <a:lnTo>
                    <a:pt x="102" y="8"/>
                  </a:lnTo>
                  <a:lnTo>
                    <a:pt x="102" y="4"/>
                  </a:lnTo>
                  <a:lnTo>
                    <a:pt x="104" y="4"/>
                  </a:lnTo>
                  <a:lnTo>
                    <a:pt x="108" y="4"/>
                  </a:lnTo>
                  <a:lnTo>
                    <a:pt x="108" y="8"/>
                  </a:lnTo>
                  <a:lnTo>
                    <a:pt x="108" y="12"/>
                  </a:lnTo>
                  <a:lnTo>
                    <a:pt x="104" y="12"/>
                  </a:lnTo>
                  <a:lnTo>
                    <a:pt x="104" y="16"/>
                  </a:lnTo>
                  <a:lnTo>
                    <a:pt x="104" y="20"/>
                  </a:lnTo>
                  <a:lnTo>
                    <a:pt x="104" y="24"/>
                  </a:lnTo>
                  <a:lnTo>
                    <a:pt x="102" y="24"/>
                  </a:lnTo>
                  <a:lnTo>
                    <a:pt x="102" y="28"/>
                  </a:lnTo>
                  <a:lnTo>
                    <a:pt x="102" y="30"/>
                  </a:lnTo>
                  <a:lnTo>
                    <a:pt x="102" y="34"/>
                  </a:lnTo>
                  <a:lnTo>
                    <a:pt x="102" y="38"/>
                  </a:lnTo>
                  <a:lnTo>
                    <a:pt x="98" y="46"/>
                  </a:lnTo>
                  <a:lnTo>
                    <a:pt x="98" y="50"/>
                  </a:lnTo>
                  <a:lnTo>
                    <a:pt x="98" y="54"/>
                  </a:lnTo>
                  <a:lnTo>
                    <a:pt x="98" y="58"/>
                  </a:lnTo>
                  <a:lnTo>
                    <a:pt x="98" y="60"/>
                  </a:lnTo>
                  <a:lnTo>
                    <a:pt x="98" y="64"/>
                  </a:lnTo>
                  <a:lnTo>
                    <a:pt x="94" y="64"/>
                  </a:lnTo>
                  <a:lnTo>
                    <a:pt x="94" y="68"/>
                  </a:lnTo>
                  <a:lnTo>
                    <a:pt x="94" y="72"/>
                  </a:lnTo>
                  <a:lnTo>
                    <a:pt x="94" y="76"/>
                  </a:lnTo>
                  <a:lnTo>
                    <a:pt x="94" y="80"/>
                  </a:lnTo>
                  <a:lnTo>
                    <a:pt x="90" y="84"/>
                  </a:lnTo>
                  <a:lnTo>
                    <a:pt x="86" y="84"/>
                  </a:lnTo>
                  <a:lnTo>
                    <a:pt x="82" y="86"/>
                  </a:lnTo>
                  <a:lnTo>
                    <a:pt x="82" y="90"/>
                  </a:lnTo>
                  <a:lnTo>
                    <a:pt x="78" y="90"/>
                  </a:lnTo>
                  <a:lnTo>
                    <a:pt x="78" y="94"/>
                  </a:lnTo>
                  <a:lnTo>
                    <a:pt x="78" y="98"/>
                  </a:lnTo>
                  <a:lnTo>
                    <a:pt x="74" y="98"/>
                  </a:lnTo>
                  <a:lnTo>
                    <a:pt x="74" y="102"/>
                  </a:lnTo>
                  <a:lnTo>
                    <a:pt x="72" y="102"/>
                  </a:lnTo>
                  <a:lnTo>
                    <a:pt x="72" y="106"/>
                  </a:lnTo>
                  <a:lnTo>
                    <a:pt x="74" y="110"/>
                  </a:lnTo>
                  <a:lnTo>
                    <a:pt x="74" y="114"/>
                  </a:lnTo>
                  <a:lnTo>
                    <a:pt x="72" y="114"/>
                  </a:lnTo>
                  <a:lnTo>
                    <a:pt x="72" y="116"/>
                  </a:lnTo>
                  <a:lnTo>
                    <a:pt x="72" y="120"/>
                  </a:lnTo>
                  <a:lnTo>
                    <a:pt x="74" y="124"/>
                  </a:lnTo>
                  <a:lnTo>
                    <a:pt x="72" y="124"/>
                  </a:lnTo>
                  <a:lnTo>
                    <a:pt x="72" y="128"/>
                  </a:lnTo>
                  <a:lnTo>
                    <a:pt x="72" y="130"/>
                  </a:lnTo>
                  <a:lnTo>
                    <a:pt x="68" y="130"/>
                  </a:lnTo>
                  <a:lnTo>
                    <a:pt x="68" y="134"/>
                  </a:lnTo>
                  <a:lnTo>
                    <a:pt x="68" y="134"/>
                  </a:lnTo>
                  <a:lnTo>
                    <a:pt x="68" y="1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4" name="Freeform 139"/>
            <p:cNvSpPr>
              <a:spLocks noChangeAspect="1"/>
            </p:cNvSpPr>
            <p:nvPr/>
          </p:nvSpPr>
          <p:spPr bwMode="gray">
            <a:xfrm>
              <a:off x="5095620" y="4359692"/>
              <a:ext cx="476558" cy="560042"/>
            </a:xfrm>
            <a:custGeom>
              <a:avLst/>
              <a:gdLst>
                <a:gd name="T0" fmla="*/ 30 w 274"/>
                <a:gd name="T1" fmla="*/ 194 h 322"/>
                <a:gd name="T2" fmla="*/ 12 w 274"/>
                <a:gd name="T3" fmla="*/ 190 h 322"/>
                <a:gd name="T4" fmla="*/ 4 w 274"/>
                <a:gd name="T5" fmla="*/ 190 h 322"/>
                <a:gd name="T6" fmla="*/ 16 w 274"/>
                <a:gd name="T7" fmla="*/ 172 h 322"/>
                <a:gd name="T8" fmla="*/ 24 w 274"/>
                <a:gd name="T9" fmla="*/ 168 h 322"/>
                <a:gd name="T10" fmla="*/ 34 w 274"/>
                <a:gd name="T11" fmla="*/ 176 h 322"/>
                <a:gd name="T12" fmla="*/ 50 w 274"/>
                <a:gd name="T13" fmla="*/ 164 h 322"/>
                <a:gd name="T14" fmla="*/ 56 w 274"/>
                <a:gd name="T15" fmla="*/ 150 h 322"/>
                <a:gd name="T16" fmla="*/ 60 w 274"/>
                <a:gd name="T17" fmla="*/ 136 h 322"/>
                <a:gd name="T18" fmla="*/ 64 w 274"/>
                <a:gd name="T19" fmla="*/ 120 h 322"/>
                <a:gd name="T20" fmla="*/ 80 w 274"/>
                <a:gd name="T21" fmla="*/ 106 h 322"/>
                <a:gd name="T22" fmla="*/ 84 w 274"/>
                <a:gd name="T23" fmla="*/ 86 h 322"/>
                <a:gd name="T24" fmla="*/ 86 w 274"/>
                <a:gd name="T25" fmla="*/ 60 h 322"/>
                <a:gd name="T26" fmla="*/ 90 w 274"/>
                <a:gd name="T27" fmla="*/ 42 h 322"/>
                <a:gd name="T28" fmla="*/ 94 w 274"/>
                <a:gd name="T29" fmla="*/ 24 h 322"/>
                <a:gd name="T30" fmla="*/ 98 w 274"/>
                <a:gd name="T31" fmla="*/ 12 h 322"/>
                <a:gd name="T32" fmla="*/ 114 w 274"/>
                <a:gd name="T33" fmla="*/ 8 h 322"/>
                <a:gd name="T34" fmla="*/ 128 w 274"/>
                <a:gd name="T35" fmla="*/ 16 h 322"/>
                <a:gd name="T36" fmla="*/ 146 w 274"/>
                <a:gd name="T37" fmla="*/ 24 h 322"/>
                <a:gd name="T38" fmla="*/ 154 w 274"/>
                <a:gd name="T39" fmla="*/ 8 h 322"/>
                <a:gd name="T40" fmla="*/ 172 w 274"/>
                <a:gd name="T41" fmla="*/ 8 h 322"/>
                <a:gd name="T42" fmla="*/ 188 w 274"/>
                <a:gd name="T43" fmla="*/ 8 h 322"/>
                <a:gd name="T44" fmla="*/ 200 w 274"/>
                <a:gd name="T45" fmla="*/ 4 h 322"/>
                <a:gd name="T46" fmla="*/ 214 w 274"/>
                <a:gd name="T47" fmla="*/ 4 h 322"/>
                <a:gd name="T48" fmla="*/ 228 w 274"/>
                <a:gd name="T49" fmla="*/ 16 h 322"/>
                <a:gd name="T50" fmla="*/ 244 w 274"/>
                <a:gd name="T51" fmla="*/ 16 h 322"/>
                <a:gd name="T52" fmla="*/ 250 w 274"/>
                <a:gd name="T53" fmla="*/ 16 h 322"/>
                <a:gd name="T54" fmla="*/ 262 w 274"/>
                <a:gd name="T55" fmla="*/ 28 h 322"/>
                <a:gd name="T56" fmla="*/ 266 w 274"/>
                <a:gd name="T57" fmla="*/ 46 h 322"/>
                <a:gd name="T58" fmla="*/ 270 w 274"/>
                <a:gd name="T59" fmla="*/ 58 h 322"/>
                <a:gd name="T60" fmla="*/ 258 w 274"/>
                <a:gd name="T61" fmla="*/ 76 h 322"/>
                <a:gd name="T62" fmla="*/ 250 w 274"/>
                <a:gd name="T63" fmla="*/ 90 h 322"/>
                <a:gd name="T64" fmla="*/ 246 w 274"/>
                <a:gd name="T65" fmla="*/ 110 h 322"/>
                <a:gd name="T66" fmla="*/ 244 w 274"/>
                <a:gd name="T67" fmla="*/ 128 h 322"/>
                <a:gd name="T68" fmla="*/ 244 w 274"/>
                <a:gd name="T69" fmla="*/ 146 h 322"/>
                <a:gd name="T70" fmla="*/ 246 w 274"/>
                <a:gd name="T71" fmla="*/ 168 h 322"/>
                <a:gd name="T72" fmla="*/ 246 w 274"/>
                <a:gd name="T73" fmla="*/ 184 h 322"/>
                <a:gd name="T74" fmla="*/ 250 w 274"/>
                <a:gd name="T75" fmla="*/ 206 h 322"/>
                <a:gd name="T76" fmla="*/ 262 w 274"/>
                <a:gd name="T77" fmla="*/ 220 h 322"/>
                <a:gd name="T78" fmla="*/ 258 w 274"/>
                <a:gd name="T79" fmla="*/ 232 h 322"/>
                <a:gd name="T80" fmla="*/ 240 w 274"/>
                <a:gd name="T81" fmla="*/ 244 h 322"/>
                <a:gd name="T82" fmla="*/ 236 w 274"/>
                <a:gd name="T83" fmla="*/ 262 h 322"/>
                <a:gd name="T84" fmla="*/ 232 w 274"/>
                <a:gd name="T85" fmla="*/ 280 h 322"/>
                <a:gd name="T86" fmla="*/ 236 w 274"/>
                <a:gd name="T87" fmla="*/ 300 h 322"/>
                <a:gd name="T88" fmla="*/ 250 w 274"/>
                <a:gd name="T89" fmla="*/ 302 h 322"/>
                <a:gd name="T90" fmla="*/ 250 w 274"/>
                <a:gd name="T91" fmla="*/ 322 h 322"/>
                <a:gd name="T92" fmla="*/ 236 w 274"/>
                <a:gd name="T93" fmla="*/ 314 h 322"/>
                <a:gd name="T94" fmla="*/ 222 w 274"/>
                <a:gd name="T95" fmla="*/ 302 h 322"/>
                <a:gd name="T96" fmla="*/ 210 w 274"/>
                <a:gd name="T97" fmla="*/ 300 h 322"/>
                <a:gd name="T98" fmla="*/ 188 w 274"/>
                <a:gd name="T99" fmla="*/ 292 h 322"/>
                <a:gd name="T100" fmla="*/ 172 w 274"/>
                <a:gd name="T101" fmla="*/ 288 h 322"/>
                <a:gd name="T102" fmla="*/ 170 w 274"/>
                <a:gd name="T103" fmla="*/ 280 h 322"/>
                <a:gd name="T104" fmla="*/ 146 w 274"/>
                <a:gd name="T105" fmla="*/ 280 h 322"/>
                <a:gd name="T106" fmla="*/ 146 w 274"/>
                <a:gd name="T107" fmla="*/ 272 h 322"/>
                <a:gd name="T108" fmla="*/ 140 w 274"/>
                <a:gd name="T109" fmla="*/ 250 h 322"/>
                <a:gd name="T110" fmla="*/ 140 w 274"/>
                <a:gd name="T111" fmla="*/ 228 h 322"/>
                <a:gd name="T112" fmla="*/ 120 w 274"/>
                <a:gd name="T113" fmla="*/ 216 h 322"/>
                <a:gd name="T114" fmla="*/ 106 w 274"/>
                <a:gd name="T115" fmla="*/ 214 h 322"/>
                <a:gd name="T116" fmla="*/ 106 w 274"/>
                <a:gd name="T117" fmla="*/ 228 h 322"/>
                <a:gd name="T118" fmla="*/ 84 w 274"/>
                <a:gd name="T119" fmla="*/ 232 h 322"/>
                <a:gd name="T120" fmla="*/ 72 w 274"/>
                <a:gd name="T121" fmla="*/ 220 h 322"/>
                <a:gd name="T122" fmla="*/ 64 w 274"/>
                <a:gd name="T123" fmla="*/ 202 h 322"/>
                <a:gd name="T124" fmla="*/ 56 w 274"/>
                <a:gd name="T125" fmla="*/ 190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74" h="322">
                  <a:moveTo>
                    <a:pt x="56" y="190"/>
                  </a:moveTo>
                  <a:lnTo>
                    <a:pt x="54" y="190"/>
                  </a:lnTo>
                  <a:lnTo>
                    <a:pt x="42" y="190"/>
                  </a:lnTo>
                  <a:lnTo>
                    <a:pt x="38" y="190"/>
                  </a:lnTo>
                  <a:lnTo>
                    <a:pt x="34" y="194"/>
                  </a:lnTo>
                  <a:lnTo>
                    <a:pt x="30" y="194"/>
                  </a:lnTo>
                  <a:lnTo>
                    <a:pt x="30" y="190"/>
                  </a:lnTo>
                  <a:lnTo>
                    <a:pt x="26" y="190"/>
                  </a:lnTo>
                  <a:lnTo>
                    <a:pt x="24" y="190"/>
                  </a:lnTo>
                  <a:lnTo>
                    <a:pt x="20" y="190"/>
                  </a:lnTo>
                  <a:lnTo>
                    <a:pt x="16" y="190"/>
                  </a:lnTo>
                  <a:lnTo>
                    <a:pt x="12" y="190"/>
                  </a:lnTo>
                  <a:lnTo>
                    <a:pt x="8" y="190"/>
                  </a:lnTo>
                  <a:lnTo>
                    <a:pt x="8" y="194"/>
                  </a:lnTo>
                  <a:lnTo>
                    <a:pt x="4" y="194"/>
                  </a:lnTo>
                  <a:lnTo>
                    <a:pt x="4" y="190"/>
                  </a:lnTo>
                  <a:lnTo>
                    <a:pt x="0" y="190"/>
                  </a:lnTo>
                  <a:lnTo>
                    <a:pt x="4" y="190"/>
                  </a:lnTo>
                  <a:lnTo>
                    <a:pt x="8" y="190"/>
                  </a:lnTo>
                  <a:lnTo>
                    <a:pt x="8" y="184"/>
                  </a:lnTo>
                  <a:lnTo>
                    <a:pt x="8" y="180"/>
                  </a:lnTo>
                  <a:lnTo>
                    <a:pt x="8" y="176"/>
                  </a:lnTo>
                  <a:lnTo>
                    <a:pt x="12" y="172"/>
                  </a:lnTo>
                  <a:lnTo>
                    <a:pt x="16" y="172"/>
                  </a:lnTo>
                  <a:lnTo>
                    <a:pt x="16" y="168"/>
                  </a:lnTo>
                  <a:lnTo>
                    <a:pt x="16" y="172"/>
                  </a:lnTo>
                  <a:lnTo>
                    <a:pt x="20" y="176"/>
                  </a:lnTo>
                  <a:lnTo>
                    <a:pt x="20" y="172"/>
                  </a:lnTo>
                  <a:lnTo>
                    <a:pt x="24" y="172"/>
                  </a:lnTo>
                  <a:lnTo>
                    <a:pt x="24" y="168"/>
                  </a:lnTo>
                  <a:lnTo>
                    <a:pt x="26" y="168"/>
                  </a:lnTo>
                  <a:lnTo>
                    <a:pt x="30" y="164"/>
                  </a:lnTo>
                  <a:lnTo>
                    <a:pt x="34" y="164"/>
                  </a:lnTo>
                  <a:lnTo>
                    <a:pt x="34" y="168"/>
                  </a:lnTo>
                  <a:lnTo>
                    <a:pt x="34" y="172"/>
                  </a:lnTo>
                  <a:lnTo>
                    <a:pt x="34" y="176"/>
                  </a:lnTo>
                  <a:lnTo>
                    <a:pt x="38" y="176"/>
                  </a:lnTo>
                  <a:lnTo>
                    <a:pt x="38" y="172"/>
                  </a:lnTo>
                  <a:lnTo>
                    <a:pt x="42" y="172"/>
                  </a:lnTo>
                  <a:lnTo>
                    <a:pt x="42" y="168"/>
                  </a:lnTo>
                  <a:lnTo>
                    <a:pt x="46" y="164"/>
                  </a:lnTo>
                  <a:lnTo>
                    <a:pt x="50" y="164"/>
                  </a:lnTo>
                  <a:lnTo>
                    <a:pt x="50" y="160"/>
                  </a:lnTo>
                  <a:lnTo>
                    <a:pt x="54" y="160"/>
                  </a:lnTo>
                  <a:lnTo>
                    <a:pt x="54" y="158"/>
                  </a:lnTo>
                  <a:lnTo>
                    <a:pt x="56" y="158"/>
                  </a:lnTo>
                  <a:lnTo>
                    <a:pt x="56" y="154"/>
                  </a:lnTo>
                  <a:lnTo>
                    <a:pt x="56" y="150"/>
                  </a:lnTo>
                  <a:lnTo>
                    <a:pt x="60" y="150"/>
                  </a:lnTo>
                  <a:lnTo>
                    <a:pt x="56" y="146"/>
                  </a:lnTo>
                  <a:lnTo>
                    <a:pt x="56" y="144"/>
                  </a:lnTo>
                  <a:lnTo>
                    <a:pt x="56" y="140"/>
                  </a:lnTo>
                  <a:lnTo>
                    <a:pt x="60" y="140"/>
                  </a:lnTo>
                  <a:lnTo>
                    <a:pt x="60" y="136"/>
                  </a:lnTo>
                  <a:lnTo>
                    <a:pt x="56" y="132"/>
                  </a:lnTo>
                  <a:lnTo>
                    <a:pt x="56" y="128"/>
                  </a:lnTo>
                  <a:lnTo>
                    <a:pt x="60" y="128"/>
                  </a:lnTo>
                  <a:lnTo>
                    <a:pt x="60" y="124"/>
                  </a:lnTo>
                  <a:lnTo>
                    <a:pt x="64" y="124"/>
                  </a:lnTo>
                  <a:lnTo>
                    <a:pt x="64" y="120"/>
                  </a:lnTo>
                  <a:lnTo>
                    <a:pt x="64" y="116"/>
                  </a:lnTo>
                  <a:lnTo>
                    <a:pt x="68" y="116"/>
                  </a:lnTo>
                  <a:lnTo>
                    <a:pt x="68" y="114"/>
                  </a:lnTo>
                  <a:lnTo>
                    <a:pt x="72" y="110"/>
                  </a:lnTo>
                  <a:lnTo>
                    <a:pt x="76" y="110"/>
                  </a:lnTo>
                  <a:lnTo>
                    <a:pt x="80" y="106"/>
                  </a:lnTo>
                  <a:lnTo>
                    <a:pt x="80" y="102"/>
                  </a:lnTo>
                  <a:lnTo>
                    <a:pt x="80" y="98"/>
                  </a:lnTo>
                  <a:lnTo>
                    <a:pt x="80" y="94"/>
                  </a:lnTo>
                  <a:lnTo>
                    <a:pt x="80" y="90"/>
                  </a:lnTo>
                  <a:lnTo>
                    <a:pt x="84" y="90"/>
                  </a:lnTo>
                  <a:lnTo>
                    <a:pt x="84" y="86"/>
                  </a:lnTo>
                  <a:lnTo>
                    <a:pt x="84" y="84"/>
                  </a:lnTo>
                  <a:lnTo>
                    <a:pt x="84" y="80"/>
                  </a:lnTo>
                  <a:lnTo>
                    <a:pt x="84" y="76"/>
                  </a:lnTo>
                  <a:lnTo>
                    <a:pt x="84" y="72"/>
                  </a:lnTo>
                  <a:lnTo>
                    <a:pt x="86" y="64"/>
                  </a:lnTo>
                  <a:lnTo>
                    <a:pt x="86" y="60"/>
                  </a:lnTo>
                  <a:lnTo>
                    <a:pt x="86" y="58"/>
                  </a:lnTo>
                  <a:lnTo>
                    <a:pt x="86" y="54"/>
                  </a:lnTo>
                  <a:lnTo>
                    <a:pt x="86" y="50"/>
                  </a:lnTo>
                  <a:lnTo>
                    <a:pt x="90" y="50"/>
                  </a:lnTo>
                  <a:lnTo>
                    <a:pt x="90" y="46"/>
                  </a:lnTo>
                  <a:lnTo>
                    <a:pt x="90" y="42"/>
                  </a:lnTo>
                  <a:lnTo>
                    <a:pt x="90" y="38"/>
                  </a:lnTo>
                  <a:lnTo>
                    <a:pt x="94" y="38"/>
                  </a:lnTo>
                  <a:lnTo>
                    <a:pt x="94" y="34"/>
                  </a:lnTo>
                  <a:lnTo>
                    <a:pt x="94" y="30"/>
                  </a:lnTo>
                  <a:lnTo>
                    <a:pt x="94" y="28"/>
                  </a:lnTo>
                  <a:lnTo>
                    <a:pt x="94" y="24"/>
                  </a:lnTo>
                  <a:lnTo>
                    <a:pt x="94" y="20"/>
                  </a:lnTo>
                  <a:lnTo>
                    <a:pt x="90" y="20"/>
                  </a:lnTo>
                  <a:lnTo>
                    <a:pt x="94" y="16"/>
                  </a:lnTo>
                  <a:lnTo>
                    <a:pt x="94" y="20"/>
                  </a:lnTo>
                  <a:lnTo>
                    <a:pt x="94" y="16"/>
                  </a:lnTo>
                  <a:lnTo>
                    <a:pt x="98" y="12"/>
                  </a:lnTo>
                  <a:lnTo>
                    <a:pt x="98" y="8"/>
                  </a:lnTo>
                  <a:lnTo>
                    <a:pt x="102" y="8"/>
                  </a:lnTo>
                  <a:lnTo>
                    <a:pt x="106" y="4"/>
                  </a:lnTo>
                  <a:lnTo>
                    <a:pt x="110" y="4"/>
                  </a:lnTo>
                  <a:lnTo>
                    <a:pt x="110" y="8"/>
                  </a:lnTo>
                  <a:lnTo>
                    <a:pt x="114" y="8"/>
                  </a:lnTo>
                  <a:lnTo>
                    <a:pt x="116" y="8"/>
                  </a:lnTo>
                  <a:lnTo>
                    <a:pt x="116" y="12"/>
                  </a:lnTo>
                  <a:lnTo>
                    <a:pt x="120" y="12"/>
                  </a:lnTo>
                  <a:lnTo>
                    <a:pt x="120" y="16"/>
                  </a:lnTo>
                  <a:lnTo>
                    <a:pt x="124" y="16"/>
                  </a:lnTo>
                  <a:lnTo>
                    <a:pt x="128" y="16"/>
                  </a:lnTo>
                  <a:lnTo>
                    <a:pt x="128" y="20"/>
                  </a:lnTo>
                  <a:lnTo>
                    <a:pt x="136" y="20"/>
                  </a:lnTo>
                  <a:lnTo>
                    <a:pt x="140" y="20"/>
                  </a:lnTo>
                  <a:lnTo>
                    <a:pt x="142" y="20"/>
                  </a:lnTo>
                  <a:lnTo>
                    <a:pt x="142" y="24"/>
                  </a:lnTo>
                  <a:lnTo>
                    <a:pt x="146" y="24"/>
                  </a:lnTo>
                  <a:lnTo>
                    <a:pt x="146" y="20"/>
                  </a:lnTo>
                  <a:lnTo>
                    <a:pt x="150" y="20"/>
                  </a:lnTo>
                  <a:lnTo>
                    <a:pt x="150" y="16"/>
                  </a:lnTo>
                  <a:lnTo>
                    <a:pt x="150" y="12"/>
                  </a:lnTo>
                  <a:lnTo>
                    <a:pt x="154" y="12"/>
                  </a:lnTo>
                  <a:lnTo>
                    <a:pt x="154" y="8"/>
                  </a:lnTo>
                  <a:lnTo>
                    <a:pt x="154" y="12"/>
                  </a:lnTo>
                  <a:lnTo>
                    <a:pt x="158" y="12"/>
                  </a:lnTo>
                  <a:lnTo>
                    <a:pt x="162" y="12"/>
                  </a:lnTo>
                  <a:lnTo>
                    <a:pt x="166" y="8"/>
                  </a:lnTo>
                  <a:lnTo>
                    <a:pt x="170" y="8"/>
                  </a:lnTo>
                  <a:lnTo>
                    <a:pt x="172" y="8"/>
                  </a:lnTo>
                  <a:lnTo>
                    <a:pt x="176" y="4"/>
                  </a:lnTo>
                  <a:lnTo>
                    <a:pt x="172" y="4"/>
                  </a:lnTo>
                  <a:lnTo>
                    <a:pt x="176" y="4"/>
                  </a:lnTo>
                  <a:lnTo>
                    <a:pt x="180" y="8"/>
                  </a:lnTo>
                  <a:lnTo>
                    <a:pt x="184" y="8"/>
                  </a:lnTo>
                  <a:lnTo>
                    <a:pt x="188" y="8"/>
                  </a:lnTo>
                  <a:lnTo>
                    <a:pt x="188" y="4"/>
                  </a:lnTo>
                  <a:lnTo>
                    <a:pt x="188" y="0"/>
                  </a:lnTo>
                  <a:lnTo>
                    <a:pt x="192" y="0"/>
                  </a:lnTo>
                  <a:lnTo>
                    <a:pt x="196" y="0"/>
                  </a:lnTo>
                  <a:lnTo>
                    <a:pt x="196" y="4"/>
                  </a:lnTo>
                  <a:lnTo>
                    <a:pt x="200" y="4"/>
                  </a:lnTo>
                  <a:lnTo>
                    <a:pt x="200" y="0"/>
                  </a:lnTo>
                  <a:lnTo>
                    <a:pt x="200" y="4"/>
                  </a:lnTo>
                  <a:lnTo>
                    <a:pt x="202" y="4"/>
                  </a:lnTo>
                  <a:lnTo>
                    <a:pt x="206" y="4"/>
                  </a:lnTo>
                  <a:lnTo>
                    <a:pt x="210" y="4"/>
                  </a:lnTo>
                  <a:lnTo>
                    <a:pt x="214" y="4"/>
                  </a:lnTo>
                  <a:lnTo>
                    <a:pt x="218" y="4"/>
                  </a:lnTo>
                  <a:lnTo>
                    <a:pt x="218" y="8"/>
                  </a:lnTo>
                  <a:lnTo>
                    <a:pt x="222" y="8"/>
                  </a:lnTo>
                  <a:lnTo>
                    <a:pt x="222" y="12"/>
                  </a:lnTo>
                  <a:lnTo>
                    <a:pt x="226" y="16"/>
                  </a:lnTo>
                  <a:lnTo>
                    <a:pt x="228" y="16"/>
                  </a:lnTo>
                  <a:lnTo>
                    <a:pt x="228" y="20"/>
                  </a:lnTo>
                  <a:lnTo>
                    <a:pt x="232" y="20"/>
                  </a:lnTo>
                  <a:lnTo>
                    <a:pt x="232" y="16"/>
                  </a:lnTo>
                  <a:lnTo>
                    <a:pt x="236" y="16"/>
                  </a:lnTo>
                  <a:lnTo>
                    <a:pt x="240" y="16"/>
                  </a:lnTo>
                  <a:lnTo>
                    <a:pt x="244" y="16"/>
                  </a:lnTo>
                  <a:lnTo>
                    <a:pt x="244" y="20"/>
                  </a:lnTo>
                  <a:lnTo>
                    <a:pt x="244" y="16"/>
                  </a:lnTo>
                  <a:lnTo>
                    <a:pt x="246" y="16"/>
                  </a:lnTo>
                  <a:lnTo>
                    <a:pt x="246" y="12"/>
                  </a:lnTo>
                  <a:lnTo>
                    <a:pt x="250" y="12"/>
                  </a:lnTo>
                  <a:lnTo>
                    <a:pt x="250" y="16"/>
                  </a:lnTo>
                  <a:lnTo>
                    <a:pt x="250" y="20"/>
                  </a:lnTo>
                  <a:lnTo>
                    <a:pt x="254" y="20"/>
                  </a:lnTo>
                  <a:lnTo>
                    <a:pt x="254" y="24"/>
                  </a:lnTo>
                  <a:lnTo>
                    <a:pt x="258" y="24"/>
                  </a:lnTo>
                  <a:lnTo>
                    <a:pt x="258" y="28"/>
                  </a:lnTo>
                  <a:lnTo>
                    <a:pt x="262" y="28"/>
                  </a:lnTo>
                  <a:lnTo>
                    <a:pt x="262" y="30"/>
                  </a:lnTo>
                  <a:lnTo>
                    <a:pt x="266" y="30"/>
                  </a:lnTo>
                  <a:lnTo>
                    <a:pt x="266" y="34"/>
                  </a:lnTo>
                  <a:lnTo>
                    <a:pt x="266" y="38"/>
                  </a:lnTo>
                  <a:lnTo>
                    <a:pt x="266" y="42"/>
                  </a:lnTo>
                  <a:lnTo>
                    <a:pt x="266" y="46"/>
                  </a:lnTo>
                  <a:lnTo>
                    <a:pt x="266" y="50"/>
                  </a:lnTo>
                  <a:lnTo>
                    <a:pt x="266" y="54"/>
                  </a:lnTo>
                  <a:lnTo>
                    <a:pt x="270" y="50"/>
                  </a:lnTo>
                  <a:lnTo>
                    <a:pt x="270" y="54"/>
                  </a:lnTo>
                  <a:lnTo>
                    <a:pt x="274" y="58"/>
                  </a:lnTo>
                  <a:lnTo>
                    <a:pt x="270" y="58"/>
                  </a:lnTo>
                  <a:lnTo>
                    <a:pt x="270" y="60"/>
                  </a:lnTo>
                  <a:lnTo>
                    <a:pt x="266" y="64"/>
                  </a:lnTo>
                  <a:lnTo>
                    <a:pt x="262" y="68"/>
                  </a:lnTo>
                  <a:lnTo>
                    <a:pt x="262" y="72"/>
                  </a:lnTo>
                  <a:lnTo>
                    <a:pt x="258" y="72"/>
                  </a:lnTo>
                  <a:lnTo>
                    <a:pt x="258" y="76"/>
                  </a:lnTo>
                  <a:lnTo>
                    <a:pt x="254" y="76"/>
                  </a:lnTo>
                  <a:lnTo>
                    <a:pt x="254" y="80"/>
                  </a:lnTo>
                  <a:lnTo>
                    <a:pt x="254" y="84"/>
                  </a:lnTo>
                  <a:lnTo>
                    <a:pt x="254" y="86"/>
                  </a:lnTo>
                  <a:lnTo>
                    <a:pt x="250" y="86"/>
                  </a:lnTo>
                  <a:lnTo>
                    <a:pt x="250" y="90"/>
                  </a:lnTo>
                  <a:lnTo>
                    <a:pt x="250" y="94"/>
                  </a:lnTo>
                  <a:lnTo>
                    <a:pt x="250" y="98"/>
                  </a:lnTo>
                  <a:lnTo>
                    <a:pt x="250" y="102"/>
                  </a:lnTo>
                  <a:lnTo>
                    <a:pt x="246" y="102"/>
                  </a:lnTo>
                  <a:lnTo>
                    <a:pt x="246" y="106"/>
                  </a:lnTo>
                  <a:lnTo>
                    <a:pt x="246" y="110"/>
                  </a:lnTo>
                  <a:lnTo>
                    <a:pt x="246" y="114"/>
                  </a:lnTo>
                  <a:lnTo>
                    <a:pt x="246" y="116"/>
                  </a:lnTo>
                  <a:lnTo>
                    <a:pt x="244" y="116"/>
                  </a:lnTo>
                  <a:lnTo>
                    <a:pt x="244" y="120"/>
                  </a:lnTo>
                  <a:lnTo>
                    <a:pt x="244" y="124"/>
                  </a:lnTo>
                  <a:lnTo>
                    <a:pt x="244" y="128"/>
                  </a:lnTo>
                  <a:lnTo>
                    <a:pt x="244" y="132"/>
                  </a:lnTo>
                  <a:lnTo>
                    <a:pt x="240" y="132"/>
                  </a:lnTo>
                  <a:lnTo>
                    <a:pt x="240" y="136"/>
                  </a:lnTo>
                  <a:lnTo>
                    <a:pt x="240" y="140"/>
                  </a:lnTo>
                  <a:lnTo>
                    <a:pt x="244" y="144"/>
                  </a:lnTo>
                  <a:lnTo>
                    <a:pt x="244" y="146"/>
                  </a:lnTo>
                  <a:lnTo>
                    <a:pt x="244" y="150"/>
                  </a:lnTo>
                  <a:lnTo>
                    <a:pt x="244" y="154"/>
                  </a:lnTo>
                  <a:lnTo>
                    <a:pt x="244" y="158"/>
                  </a:lnTo>
                  <a:lnTo>
                    <a:pt x="244" y="160"/>
                  </a:lnTo>
                  <a:lnTo>
                    <a:pt x="246" y="164"/>
                  </a:lnTo>
                  <a:lnTo>
                    <a:pt x="246" y="168"/>
                  </a:lnTo>
                  <a:lnTo>
                    <a:pt x="246" y="172"/>
                  </a:lnTo>
                  <a:lnTo>
                    <a:pt x="244" y="172"/>
                  </a:lnTo>
                  <a:lnTo>
                    <a:pt x="244" y="176"/>
                  </a:lnTo>
                  <a:lnTo>
                    <a:pt x="244" y="180"/>
                  </a:lnTo>
                  <a:lnTo>
                    <a:pt x="246" y="180"/>
                  </a:lnTo>
                  <a:lnTo>
                    <a:pt x="246" y="184"/>
                  </a:lnTo>
                  <a:lnTo>
                    <a:pt x="246" y="186"/>
                  </a:lnTo>
                  <a:lnTo>
                    <a:pt x="246" y="190"/>
                  </a:lnTo>
                  <a:lnTo>
                    <a:pt x="246" y="194"/>
                  </a:lnTo>
                  <a:lnTo>
                    <a:pt x="246" y="198"/>
                  </a:lnTo>
                  <a:lnTo>
                    <a:pt x="246" y="202"/>
                  </a:lnTo>
                  <a:lnTo>
                    <a:pt x="250" y="206"/>
                  </a:lnTo>
                  <a:lnTo>
                    <a:pt x="254" y="210"/>
                  </a:lnTo>
                  <a:lnTo>
                    <a:pt x="258" y="210"/>
                  </a:lnTo>
                  <a:lnTo>
                    <a:pt x="258" y="214"/>
                  </a:lnTo>
                  <a:lnTo>
                    <a:pt x="258" y="216"/>
                  </a:lnTo>
                  <a:lnTo>
                    <a:pt x="258" y="220"/>
                  </a:lnTo>
                  <a:lnTo>
                    <a:pt x="262" y="220"/>
                  </a:lnTo>
                  <a:lnTo>
                    <a:pt x="262" y="224"/>
                  </a:lnTo>
                  <a:lnTo>
                    <a:pt x="262" y="228"/>
                  </a:lnTo>
                  <a:lnTo>
                    <a:pt x="266" y="228"/>
                  </a:lnTo>
                  <a:lnTo>
                    <a:pt x="266" y="232"/>
                  </a:lnTo>
                  <a:lnTo>
                    <a:pt x="262" y="232"/>
                  </a:lnTo>
                  <a:lnTo>
                    <a:pt x="258" y="232"/>
                  </a:lnTo>
                  <a:lnTo>
                    <a:pt x="254" y="236"/>
                  </a:lnTo>
                  <a:lnTo>
                    <a:pt x="246" y="236"/>
                  </a:lnTo>
                  <a:lnTo>
                    <a:pt x="244" y="236"/>
                  </a:lnTo>
                  <a:lnTo>
                    <a:pt x="240" y="236"/>
                  </a:lnTo>
                  <a:lnTo>
                    <a:pt x="240" y="240"/>
                  </a:lnTo>
                  <a:lnTo>
                    <a:pt x="240" y="244"/>
                  </a:lnTo>
                  <a:lnTo>
                    <a:pt x="236" y="244"/>
                  </a:lnTo>
                  <a:lnTo>
                    <a:pt x="236" y="246"/>
                  </a:lnTo>
                  <a:lnTo>
                    <a:pt x="232" y="250"/>
                  </a:lnTo>
                  <a:lnTo>
                    <a:pt x="232" y="254"/>
                  </a:lnTo>
                  <a:lnTo>
                    <a:pt x="236" y="258"/>
                  </a:lnTo>
                  <a:lnTo>
                    <a:pt x="236" y="262"/>
                  </a:lnTo>
                  <a:lnTo>
                    <a:pt x="236" y="266"/>
                  </a:lnTo>
                  <a:lnTo>
                    <a:pt x="236" y="270"/>
                  </a:lnTo>
                  <a:lnTo>
                    <a:pt x="236" y="272"/>
                  </a:lnTo>
                  <a:lnTo>
                    <a:pt x="236" y="276"/>
                  </a:lnTo>
                  <a:lnTo>
                    <a:pt x="232" y="276"/>
                  </a:lnTo>
                  <a:lnTo>
                    <a:pt x="232" y="280"/>
                  </a:lnTo>
                  <a:lnTo>
                    <a:pt x="232" y="284"/>
                  </a:lnTo>
                  <a:lnTo>
                    <a:pt x="232" y="288"/>
                  </a:lnTo>
                  <a:lnTo>
                    <a:pt x="232" y="292"/>
                  </a:lnTo>
                  <a:lnTo>
                    <a:pt x="232" y="296"/>
                  </a:lnTo>
                  <a:lnTo>
                    <a:pt x="236" y="296"/>
                  </a:lnTo>
                  <a:lnTo>
                    <a:pt x="236" y="300"/>
                  </a:lnTo>
                  <a:lnTo>
                    <a:pt x="240" y="302"/>
                  </a:lnTo>
                  <a:lnTo>
                    <a:pt x="244" y="302"/>
                  </a:lnTo>
                  <a:lnTo>
                    <a:pt x="246" y="306"/>
                  </a:lnTo>
                  <a:lnTo>
                    <a:pt x="246" y="302"/>
                  </a:lnTo>
                  <a:lnTo>
                    <a:pt x="250" y="300"/>
                  </a:lnTo>
                  <a:lnTo>
                    <a:pt x="250" y="302"/>
                  </a:lnTo>
                  <a:lnTo>
                    <a:pt x="250" y="306"/>
                  </a:lnTo>
                  <a:lnTo>
                    <a:pt x="250" y="310"/>
                  </a:lnTo>
                  <a:lnTo>
                    <a:pt x="250" y="318"/>
                  </a:lnTo>
                  <a:lnTo>
                    <a:pt x="250" y="322"/>
                  </a:lnTo>
                  <a:lnTo>
                    <a:pt x="246" y="322"/>
                  </a:lnTo>
                  <a:lnTo>
                    <a:pt x="250" y="322"/>
                  </a:lnTo>
                  <a:lnTo>
                    <a:pt x="246" y="318"/>
                  </a:lnTo>
                  <a:lnTo>
                    <a:pt x="246" y="322"/>
                  </a:lnTo>
                  <a:lnTo>
                    <a:pt x="244" y="322"/>
                  </a:lnTo>
                  <a:lnTo>
                    <a:pt x="240" y="322"/>
                  </a:lnTo>
                  <a:lnTo>
                    <a:pt x="240" y="318"/>
                  </a:lnTo>
                  <a:lnTo>
                    <a:pt x="236" y="314"/>
                  </a:lnTo>
                  <a:lnTo>
                    <a:pt x="232" y="314"/>
                  </a:lnTo>
                  <a:lnTo>
                    <a:pt x="232" y="310"/>
                  </a:lnTo>
                  <a:lnTo>
                    <a:pt x="232" y="306"/>
                  </a:lnTo>
                  <a:lnTo>
                    <a:pt x="228" y="306"/>
                  </a:lnTo>
                  <a:lnTo>
                    <a:pt x="226" y="302"/>
                  </a:lnTo>
                  <a:lnTo>
                    <a:pt x="222" y="302"/>
                  </a:lnTo>
                  <a:lnTo>
                    <a:pt x="218" y="300"/>
                  </a:lnTo>
                  <a:lnTo>
                    <a:pt x="218" y="296"/>
                  </a:lnTo>
                  <a:lnTo>
                    <a:pt x="214" y="296"/>
                  </a:lnTo>
                  <a:lnTo>
                    <a:pt x="214" y="292"/>
                  </a:lnTo>
                  <a:lnTo>
                    <a:pt x="210" y="296"/>
                  </a:lnTo>
                  <a:lnTo>
                    <a:pt x="210" y="300"/>
                  </a:lnTo>
                  <a:lnTo>
                    <a:pt x="206" y="300"/>
                  </a:lnTo>
                  <a:lnTo>
                    <a:pt x="202" y="296"/>
                  </a:lnTo>
                  <a:lnTo>
                    <a:pt x="200" y="296"/>
                  </a:lnTo>
                  <a:lnTo>
                    <a:pt x="196" y="296"/>
                  </a:lnTo>
                  <a:lnTo>
                    <a:pt x="192" y="292"/>
                  </a:lnTo>
                  <a:lnTo>
                    <a:pt x="188" y="292"/>
                  </a:lnTo>
                  <a:lnTo>
                    <a:pt x="188" y="288"/>
                  </a:lnTo>
                  <a:lnTo>
                    <a:pt x="188" y="284"/>
                  </a:lnTo>
                  <a:lnTo>
                    <a:pt x="184" y="284"/>
                  </a:lnTo>
                  <a:lnTo>
                    <a:pt x="180" y="288"/>
                  </a:lnTo>
                  <a:lnTo>
                    <a:pt x="176" y="288"/>
                  </a:lnTo>
                  <a:lnTo>
                    <a:pt x="172" y="288"/>
                  </a:lnTo>
                  <a:lnTo>
                    <a:pt x="176" y="284"/>
                  </a:lnTo>
                  <a:lnTo>
                    <a:pt x="176" y="280"/>
                  </a:lnTo>
                  <a:lnTo>
                    <a:pt x="172" y="280"/>
                  </a:lnTo>
                  <a:lnTo>
                    <a:pt x="170" y="280"/>
                  </a:lnTo>
                  <a:lnTo>
                    <a:pt x="170" y="276"/>
                  </a:lnTo>
                  <a:lnTo>
                    <a:pt x="170" y="280"/>
                  </a:lnTo>
                  <a:lnTo>
                    <a:pt x="166" y="280"/>
                  </a:lnTo>
                  <a:lnTo>
                    <a:pt x="162" y="280"/>
                  </a:lnTo>
                  <a:lnTo>
                    <a:pt x="158" y="280"/>
                  </a:lnTo>
                  <a:lnTo>
                    <a:pt x="154" y="280"/>
                  </a:lnTo>
                  <a:lnTo>
                    <a:pt x="150" y="280"/>
                  </a:lnTo>
                  <a:lnTo>
                    <a:pt x="146" y="280"/>
                  </a:lnTo>
                  <a:lnTo>
                    <a:pt x="146" y="284"/>
                  </a:lnTo>
                  <a:lnTo>
                    <a:pt x="142" y="284"/>
                  </a:lnTo>
                  <a:lnTo>
                    <a:pt x="142" y="280"/>
                  </a:lnTo>
                  <a:lnTo>
                    <a:pt x="142" y="276"/>
                  </a:lnTo>
                  <a:lnTo>
                    <a:pt x="146" y="276"/>
                  </a:lnTo>
                  <a:lnTo>
                    <a:pt x="146" y="272"/>
                  </a:lnTo>
                  <a:lnTo>
                    <a:pt x="146" y="270"/>
                  </a:lnTo>
                  <a:lnTo>
                    <a:pt x="142" y="266"/>
                  </a:lnTo>
                  <a:lnTo>
                    <a:pt x="142" y="262"/>
                  </a:lnTo>
                  <a:lnTo>
                    <a:pt x="140" y="258"/>
                  </a:lnTo>
                  <a:lnTo>
                    <a:pt x="140" y="254"/>
                  </a:lnTo>
                  <a:lnTo>
                    <a:pt x="140" y="250"/>
                  </a:lnTo>
                  <a:lnTo>
                    <a:pt x="140" y="246"/>
                  </a:lnTo>
                  <a:lnTo>
                    <a:pt x="140" y="244"/>
                  </a:lnTo>
                  <a:lnTo>
                    <a:pt x="140" y="240"/>
                  </a:lnTo>
                  <a:lnTo>
                    <a:pt x="140" y="236"/>
                  </a:lnTo>
                  <a:lnTo>
                    <a:pt x="140" y="232"/>
                  </a:lnTo>
                  <a:lnTo>
                    <a:pt x="140" y="228"/>
                  </a:lnTo>
                  <a:lnTo>
                    <a:pt x="140" y="224"/>
                  </a:lnTo>
                  <a:lnTo>
                    <a:pt x="140" y="220"/>
                  </a:lnTo>
                  <a:lnTo>
                    <a:pt x="140" y="216"/>
                  </a:lnTo>
                  <a:lnTo>
                    <a:pt x="136" y="216"/>
                  </a:lnTo>
                  <a:lnTo>
                    <a:pt x="128" y="216"/>
                  </a:lnTo>
                  <a:lnTo>
                    <a:pt x="120" y="216"/>
                  </a:lnTo>
                  <a:lnTo>
                    <a:pt x="120" y="214"/>
                  </a:lnTo>
                  <a:lnTo>
                    <a:pt x="120" y="210"/>
                  </a:lnTo>
                  <a:lnTo>
                    <a:pt x="116" y="210"/>
                  </a:lnTo>
                  <a:lnTo>
                    <a:pt x="116" y="214"/>
                  </a:lnTo>
                  <a:lnTo>
                    <a:pt x="114" y="214"/>
                  </a:lnTo>
                  <a:lnTo>
                    <a:pt x="106" y="214"/>
                  </a:lnTo>
                  <a:lnTo>
                    <a:pt x="106" y="216"/>
                  </a:lnTo>
                  <a:lnTo>
                    <a:pt x="106" y="220"/>
                  </a:lnTo>
                  <a:lnTo>
                    <a:pt x="106" y="224"/>
                  </a:lnTo>
                  <a:lnTo>
                    <a:pt x="102" y="224"/>
                  </a:lnTo>
                  <a:lnTo>
                    <a:pt x="102" y="228"/>
                  </a:lnTo>
                  <a:lnTo>
                    <a:pt x="106" y="228"/>
                  </a:lnTo>
                  <a:lnTo>
                    <a:pt x="98" y="228"/>
                  </a:lnTo>
                  <a:lnTo>
                    <a:pt x="94" y="228"/>
                  </a:lnTo>
                  <a:lnTo>
                    <a:pt x="90" y="228"/>
                  </a:lnTo>
                  <a:lnTo>
                    <a:pt x="86" y="228"/>
                  </a:lnTo>
                  <a:lnTo>
                    <a:pt x="86" y="232"/>
                  </a:lnTo>
                  <a:lnTo>
                    <a:pt x="84" y="232"/>
                  </a:lnTo>
                  <a:lnTo>
                    <a:pt x="84" y="228"/>
                  </a:lnTo>
                  <a:lnTo>
                    <a:pt x="80" y="232"/>
                  </a:lnTo>
                  <a:lnTo>
                    <a:pt x="80" y="228"/>
                  </a:lnTo>
                  <a:lnTo>
                    <a:pt x="76" y="228"/>
                  </a:lnTo>
                  <a:lnTo>
                    <a:pt x="76" y="224"/>
                  </a:lnTo>
                  <a:lnTo>
                    <a:pt x="72" y="220"/>
                  </a:lnTo>
                  <a:lnTo>
                    <a:pt x="72" y="216"/>
                  </a:lnTo>
                  <a:lnTo>
                    <a:pt x="68" y="216"/>
                  </a:lnTo>
                  <a:lnTo>
                    <a:pt x="68" y="214"/>
                  </a:lnTo>
                  <a:lnTo>
                    <a:pt x="68" y="210"/>
                  </a:lnTo>
                  <a:lnTo>
                    <a:pt x="68" y="206"/>
                  </a:lnTo>
                  <a:lnTo>
                    <a:pt x="64" y="202"/>
                  </a:lnTo>
                  <a:lnTo>
                    <a:pt x="64" y="198"/>
                  </a:lnTo>
                  <a:lnTo>
                    <a:pt x="64" y="194"/>
                  </a:lnTo>
                  <a:lnTo>
                    <a:pt x="64" y="190"/>
                  </a:lnTo>
                  <a:lnTo>
                    <a:pt x="60" y="190"/>
                  </a:lnTo>
                  <a:lnTo>
                    <a:pt x="56" y="190"/>
                  </a:lnTo>
                  <a:lnTo>
                    <a:pt x="56" y="190"/>
                  </a:lnTo>
                  <a:lnTo>
                    <a:pt x="56" y="1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5" name="Freeform 140"/>
            <p:cNvSpPr>
              <a:spLocks noChangeAspect="1" noEditPoints="1"/>
            </p:cNvSpPr>
            <p:nvPr/>
          </p:nvSpPr>
          <p:spPr bwMode="gray">
            <a:xfrm>
              <a:off x="4584276" y="4199680"/>
              <a:ext cx="156534" cy="194797"/>
            </a:xfrm>
            <a:custGeom>
              <a:avLst/>
              <a:gdLst>
                <a:gd name="T0" fmla="*/ 46 w 90"/>
                <a:gd name="T1" fmla="*/ 96 h 112"/>
                <a:gd name="T2" fmla="*/ 52 w 90"/>
                <a:gd name="T3" fmla="*/ 96 h 112"/>
                <a:gd name="T4" fmla="*/ 46 w 90"/>
                <a:gd name="T5" fmla="*/ 96 h 112"/>
                <a:gd name="T6" fmla="*/ 34 w 90"/>
                <a:gd name="T7" fmla="*/ 100 h 112"/>
                <a:gd name="T8" fmla="*/ 30 w 90"/>
                <a:gd name="T9" fmla="*/ 104 h 112"/>
                <a:gd name="T10" fmla="*/ 24 w 90"/>
                <a:gd name="T11" fmla="*/ 108 h 112"/>
                <a:gd name="T12" fmla="*/ 20 w 90"/>
                <a:gd name="T13" fmla="*/ 112 h 112"/>
                <a:gd name="T14" fmla="*/ 16 w 90"/>
                <a:gd name="T15" fmla="*/ 104 h 112"/>
                <a:gd name="T16" fmla="*/ 20 w 90"/>
                <a:gd name="T17" fmla="*/ 92 h 112"/>
                <a:gd name="T18" fmla="*/ 20 w 90"/>
                <a:gd name="T19" fmla="*/ 86 h 112"/>
                <a:gd name="T20" fmla="*/ 16 w 90"/>
                <a:gd name="T21" fmla="*/ 82 h 112"/>
                <a:gd name="T22" fmla="*/ 12 w 90"/>
                <a:gd name="T23" fmla="*/ 78 h 112"/>
                <a:gd name="T24" fmla="*/ 0 w 90"/>
                <a:gd name="T25" fmla="*/ 74 h 112"/>
                <a:gd name="T26" fmla="*/ 4 w 90"/>
                <a:gd name="T27" fmla="*/ 70 h 112"/>
                <a:gd name="T28" fmla="*/ 4 w 90"/>
                <a:gd name="T29" fmla="*/ 66 h 112"/>
                <a:gd name="T30" fmla="*/ 4 w 90"/>
                <a:gd name="T31" fmla="*/ 56 h 112"/>
                <a:gd name="T32" fmla="*/ 8 w 90"/>
                <a:gd name="T33" fmla="*/ 56 h 112"/>
                <a:gd name="T34" fmla="*/ 8 w 90"/>
                <a:gd name="T35" fmla="*/ 48 h 112"/>
                <a:gd name="T36" fmla="*/ 8 w 90"/>
                <a:gd name="T37" fmla="*/ 44 h 112"/>
                <a:gd name="T38" fmla="*/ 12 w 90"/>
                <a:gd name="T39" fmla="*/ 36 h 112"/>
                <a:gd name="T40" fmla="*/ 16 w 90"/>
                <a:gd name="T41" fmla="*/ 40 h 112"/>
                <a:gd name="T42" fmla="*/ 12 w 90"/>
                <a:gd name="T43" fmla="*/ 34 h 112"/>
                <a:gd name="T44" fmla="*/ 16 w 90"/>
                <a:gd name="T45" fmla="*/ 30 h 112"/>
                <a:gd name="T46" fmla="*/ 8 w 90"/>
                <a:gd name="T47" fmla="*/ 22 h 112"/>
                <a:gd name="T48" fmla="*/ 8 w 90"/>
                <a:gd name="T49" fmla="*/ 14 h 112"/>
                <a:gd name="T50" fmla="*/ 8 w 90"/>
                <a:gd name="T51" fmla="*/ 10 h 112"/>
                <a:gd name="T52" fmla="*/ 12 w 90"/>
                <a:gd name="T53" fmla="*/ 8 h 112"/>
                <a:gd name="T54" fmla="*/ 20 w 90"/>
                <a:gd name="T55" fmla="*/ 8 h 112"/>
                <a:gd name="T56" fmla="*/ 24 w 90"/>
                <a:gd name="T57" fmla="*/ 10 h 112"/>
                <a:gd name="T58" fmla="*/ 30 w 90"/>
                <a:gd name="T59" fmla="*/ 8 h 112"/>
                <a:gd name="T60" fmla="*/ 30 w 90"/>
                <a:gd name="T61" fmla="*/ 4 h 112"/>
                <a:gd name="T62" fmla="*/ 34 w 90"/>
                <a:gd name="T63" fmla="*/ 4 h 112"/>
                <a:gd name="T64" fmla="*/ 38 w 90"/>
                <a:gd name="T65" fmla="*/ 8 h 112"/>
                <a:gd name="T66" fmla="*/ 38 w 90"/>
                <a:gd name="T67" fmla="*/ 10 h 112"/>
                <a:gd name="T68" fmla="*/ 42 w 90"/>
                <a:gd name="T69" fmla="*/ 8 h 112"/>
                <a:gd name="T70" fmla="*/ 50 w 90"/>
                <a:gd name="T71" fmla="*/ 8 h 112"/>
                <a:gd name="T72" fmla="*/ 56 w 90"/>
                <a:gd name="T73" fmla="*/ 14 h 112"/>
                <a:gd name="T74" fmla="*/ 60 w 90"/>
                <a:gd name="T75" fmla="*/ 18 h 112"/>
                <a:gd name="T76" fmla="*/ 68 w 90"/>
                <a:gd name="T77" fmla="*/ 14 h 112"/>
                <a:gd name="T78" fmla="*/ 76 w 90"/>
                <a:gd name="T79" fmla="*/ 14 h 112"/>
                <a:gd name="T80" fmla="*/ 82 w 90"/>
                <a:gd name="T81" fmla="*/ 22 h 112"/>
                <a:gd name="T82" fmla="*/ 86 w 90"/>
                <a:gd name="T83" fmla="*/ 26 h 112"/>
                <a:gd name="T84" fmla="*/ 86 w 90"/>
                <a:gd name="T85" fmla="*/ 34 h 112"/>
                <a:gd name="T86" fmla="*/ 86 w 90"/>
                <a:gd name="T87" fmla="*/ 44 h 112"/>
                <a:gd name="T88" fmla="*/ 82 w 90"/>
                <a:gd name="T89" fmla="*/ 60 h 112"/>
                <a:gd name="T90" fmla="*/ 78 w 90"/>
                <a:gd name="T91" fmla="*/ 70 h 112"/>
                <a:gd name="T92" fmla="*/ 78 w 90"/>
                <a:gd name="T93" fmla="*/ 78 h 112"/>
                <a:gd name="T94" fmla="*/ 82 w 90"/>
                <a:gd name="T95" fmla="*/ 88 h 112"/>
                <a:gd name="T96" fmla="*/ 86 w 90"/>
                <a:gd name="T97" fmla="*/ 96 h 112"/>
                <a:gd name="T98" fmla="*/ 82 w 90"/>
                <a:gd name="T99" fmla="*/ 96 h 112"/>
                <a:gd name="T100" fmla="*/ 78 w 90"/>
                <a:gd name="T101" fmla="*/ 92 h 112"/>
                <a:gd name="T102" fmla="*/ 76 w 90"/>
                <a:gd name="T103" fmla="*/ 96 h 112"/>
                <a:gd name="T104" fmla="*/ 72 w 90"/>
                <a:gd name="T105" fmla="*/ 96 h 112"/>
                <a:gd name="T106" fmla="*/ 72 w 90"/>
                <a:gd name="T107" fmla="*/ 92 h 112"/>
                <a:gd name="T108" fmla="*/ 72 w 90"/>
                <a:gd name="T109" fmla="*/ 92 h 112"/>
                <a:gd name="T110" fmla="*/ 60 w 90"/>
                <a:gd name="T111" fmla="*/ 92 h 112"/>
                <a:gd name="T112" fmla="*/ 60 w 90"/>
                <a:gd name="T113" fmla="*/ 96 h 112"/>
                <a:gd name="T114" fmla="*/ 64 w 90"/>
                <a:gd name="T115" fmla="*/ 92 h 112"/>
                <a:gd name="T116" fmla="*/ 56 w 90"/>
                <a:gd name="T117" fmla="*/ 96 h 112"/>
                <a:gd name="T118" fmla="*/ 52 w 90"/>
                <a:gd name="T119" fmla="*/ 96 h 112"/>
                <a:gd name="T120" fmla="*/ 50 w 90"/>
                <a:gd name="T121" fmla="*/ 96 h 112"/>
                <a:gd name="T122" fmla="*/ 50 w 90"/>
                <a:gd name="T123" fmla="*/ 96 h 112"/>
                <a:gd name="T124" fmla="*/ 78 w 90"/>
                <a:gd name="T125" fmla="*/ 96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0" h="112">
                  <a:moveTo>
                    <a:pt x="50" y="96"/>
                  </a:moveTo>
                  <a:lnTo>
                    <a:pt x="50" y="96"/>
                  </a:lnTo>
                  <a:lnTo>
                    <a:pt x="50" y="96"/>
                  </a:lnTo>
                  <a:lnTo>
                    <a:pt x="50" y="96"/>
                  </a:lnTo>
                  <a:lnTo>
                    <a:pt x="50" y="96"/>
                  </a:lnTo>
                  <a:lnTo>
                    <a:pt x="50" y="96"/>
                  </a:lnTo>
                  <a:lnTo>
                    <a:pt x="50" y="96"/>
                  </a:lnTo>
                  <a:lnTo>
                    <a:pt x="46" y="96"/>
                  </a:lnTo>
                  <a:lnTo>
                    <a:pt x="50" y="96"/>
                  </a:lnTo>
                  <a:lnTo>
                    <a:pt x="50" y="96"/>
                  </a:lnTo>
                  <a:lnTo>
                    <a:pt x="50" y="96"/>
                  </a:lnTo>
                  <a:lnTo>
                    <a:pt x="50" y="96"/>
                  </a:lnTo>
                  <a:lnTo>
                    <a:pt x="50" y="96"/>
                  </a:lnTo>
                  <a:lnTo>
                    <a:pt x="52" y="96"/>
                  </a:lnTo>
                  <a:lnTo>
                    <a:pt x="52" y="96"/>
                  </a:lnTo>
                  <a:lnTo>
                    <a:pt x="52" y="96"/>
                  </a:lnTo>
                  <a:lnTo>
                    <a:pt x="52" y="96"/>
                  </a:lnTo>
                  <a:lnTo>
                    <a:pt x="52" y="96"/>
                  </a:lnTo>
                  <a:lnTo>
                    <a:pt x="52" y="96"/>
                  </a:lnTo>
                  <a:lnTo>
                    <a:pt x="50" y="96"/>
                  </a:lnTo>
                  <a:lnTo>
                    <a:pt x="50" y="96"/>
                  </a:lnTo>
                  <a:lnTo>
                    <a:pt x="50" y="96"/>
                  </a:lnTo>
                  <a:lnTo>
                    <a:pt x="46" y="96"/>
                  </a:lnTo>
                  <a:lnTo>
                    <a:pt x="46" y="96"/>
                  </a:lnTo>
                  <a:lnTo>
                    <a:pt x="42" y="96"/>
                  </a:lnTo>
                  <a:lnTo>
                    <a:pt x="42" y="96"/>
                  </a:lnTo>
                  <a:lnTo>
                    <a:pt x="42" y="96"/>
                  </a:lnTo>
                  <a:lnTo>
                    <a:pt x="38" y="100"/>
                  </a:lnTo>
                  <a:lnTo>
                    <a:pt x="38" y="100"/>
                  </a:lnTo>
                  <a:lnTo>
                    <a:pt x="38" y="100"/>
                  </a:lnTo>
                  <a:lnTo>
                    <a:pt x="34" y="100"/>
                  </a:lnTo>
                  <a:lnTo>
                    <a:pt x="34" y="100"/>
                  </a:lnTo>
                  <a:lnTo>
                    <a:pt x="34" y="100"/>
                  </a:lnTo>
                  <a:lnTo>
                    <a:pt x="34" y="100"/>
                  </a:lnTo>
                  <a:lnTo>
                    <a:pt x="34" y="100"/>
                  </a:lnTo>
                  <a:lnTo>
                    <a:pt x="30" y="104"/>
                  </a:lnTo>
                  <a:lnTo>
                    <a:pt x="30" y="104"/>
                  </a:lnTo>
                  <a:lnTo>
                    <a:pt x="30" y="104"/>
                  </a:lnTo>
                  <a:lnTo>
                    <a:pt x="30" y="104"/>
                  </a:lnTo>
                  <a:lnTo>
                    <a:pt x="30" y="104"/>
                  </a:lnTo>
                  <a:lnTo>
                    <a:pt x="26" y="104"/>
                  </a:lnTo>
                  <a:lnTo>
                    <a:pt x="26" y="104"/>
                  </a:lnTo>
                  <a:lnTo>
                    <a:pt x="26" y="104"/>
                  </a:lnTo>
                  <a:lnTo>
                    <a:pt x="26" y="104"/>
                  </a:lnTo>
                  <a:lnTo>
                    <a:pt x="26" y="104"/>
                  </a:lnTo>
                  <a:lnTo>
                    <a:pt x="26" y="104"/>
                  </a:lnTo>
                  <a:lnTo>
                    <a:pt x="24" y="108"/>
                  </a:lnTo>
                  <a:lnTo>
                    <a:pt x="24" y="108"/>
                  </a:lnTo>
                  <a:lnTo>
                    <a:pt x="24" y="108"/>
                  </a:lnTo>
                  <a:lnTo>
                    <a:pt x="24" y="108"/>
                  </a:lnTo>
                  <a:lnTo>
                    <a:pt x="24" y="108"/>
                  </a:lnTo>
                  <a:lnTo>
                    <a:pt x="20" y="108"/>
                  </a:lnTo>
                  <a:lnTo>
                    <a:pt x="20" y="108"/>
                  </a:lnTo>
                  <a:lnTo>
                    <a:pt x="20" y="112"/>
                  </a:lnTo>
                  <a:lnTo>
                    <a:pt x="20" y="112"/>
                  </a:lnTo>
                  <a:lnTo>
                    <a:pt x="20" y="112"/>
                  </a:lnTo>
                  <a:lnTo>
                    <a:pt x="20" y="112"/>
                  </a:lnTo>
                  <a:lnTo>
                    <a:pt x="16" y="112"/>
                  </a:lnTo>
                  <a:lnTo>
                    <a:pt x="16" y="108"/>
                  </a:lnTo>
                  <a:lnTo>
                    <a:pt x="16" y="108"/>
                  </a:lnTo>
                  <a:lnTo>
                    <a:pt x="16" y="108"/>
                  </a:lnTo>
                  <a:lnTo>
                    <a:pt x="16" y="104"/>
                  </a:lnTo>
                  <a:lnTo>
                    <a:pt x="16" y="104"/>
                  </a:lnTo>
                  <a:lnTo>
                    <a:pt x="16" y="104"/>
                  </a:lnTo>
                  <a:lnTo>
                    <a:pt x="16" y="100"/>
                  </a:lnTo>
                  <a:lnTo>
                    <a:pt x="16" y="100"/>
                  </a:lnTo>
                  <a:lnTo>
                    <a:pt x="16" y="100"/>
                  </a:lnTo>
                  <a:lnTo>
                    <a:pt x="16" y="96"/>
                  </a:lnTo>
                  <a:lnTo>
                    <a:pt x="20" y="96"/>
                  </a:lnTo>
                  <a:lnTo>
                    <a:pt x="20" y="92"/>
                  </a:lnTo>
                  <a:lnTo>
                    <a:pt x="20" y="92"/>
                  </a:lnTo>
                  <a:lnTo>
                    <a:pt x="20" y="92"/>
                  </a:lnTo>
                  <a:lnTo>
                    <a:pt x="20" y="92"/>
                  </a:lnTo>
                  <a:lnTo>
                    <a:pt x="20" y="88"/>
                  </a:lnTo>
                  <a:lnTo>
                    <a:pt x="20" y="88"/>
                  </a:lnTo>
                  <a:lnTo>
                    <a:pt x="20" y="88"/>
                  </a:lnTo>
                  <a:lnTo>
                    <a:pt x="20" y="88"/>
                  </a:lnTo>
                  <a:lnTo>
                    <a:pt x="20" y="88"/>
                  </a:lnTo>
                  <a:lnTo>
                    <a:pt x="20" y="86"/>
                  </a:lnTo>
                  <a:lnTo>
                    <a:pt x="20" y="86"/>
                  </a:lnTo>
                  <a:lnTo>
                    <a:pt x="20" y="86"/>
                  </a:lnTo>
                  <a:lnTo>
                    <a:pt x="20" y="86"/>
                  </a:lnTo>
                  <a:lnTo>
                    <a:pt x="20" y="86"/>
                  </a:lnTo>
                  <a:lnTo>
                    <a:pt x="20" y="86"/>
                  </a:lnTo>
                  <a:lnTo>
                    <a:pt x="20" y="86"/>
                  </a:lnTo>
                  <a:lnTo>
                    <a:pt x="16" y="86"/>
                  </a:lnTo>
                  <a:lnTo>
                    <a:pt x="16" y="82"/>
                  </a:lnTo>
                  <a:lnTo>
                    <a:pt x="16" y="82"/>
                  </a:lnTo>
                  <a:lnTo>
                    <a:pt x="16" y="82"/>
                  </a:lnTo>
                  <a:lnTo>
                    <a:pt x="12" y="82"/>
                  </a:lnTo>
                  <a:lnTo>
                    <a:pt x="12" y="82"/>
                  </a:lnTo>
                  <a:lnTo>
                    <a:pt x="12" y="82"/>
                  </a:lnTo>
                  <a:lnTo>
                    <a:pt x="12" y="78"/>
                  </a:lnTo>
                  <a:lnTo>
                    <a:pt x="12" y="78"/>
                  </a:lnTo>
                  <a:lnTo>
                    <a:pt x="12" y="78"/>
                  </a:lnTo>
                  <a:lnTo>
                    <a:pt x="12" y="78"/>
                  </a:lnTo>
                  <a:lnTo>
                    <a:pt x="8" y="78"/>
                  </a:lnTo>
                  <a:lnTo>
                    <a:pt x="8" y="78"/>
                  </a:lnTo>
                  <a:lnTo>
                    <a:pt x="8" y="78"/>
                  </a:lnTo>
                  <a:lnTo>
                    <a:pt x="8" y="78"/>
                  </a:lnTo>
                  <a:lnTo>
                    <a:pt x="4" y="74"/>
                  </a:lnTo>
                  <a:lnTo>
                    <a:pt x="4" y="74"/>
                  </a:lnTo>
                  <a:lnTo>
                    <a:pt x="4" y="74"/>
                  </a:lnTo>
                  <a:lnTo>
                    <a:pt x="0" y="74"/>
                  </a:lnTo>
                  <a:lnTo>
                    <a:pt x="0" y="74"/>
                  </a:lnTo>
                  <a:lnTo>
                    <a:pt x="0" y="74"/>
                  </a:lnTo>
                  <a:lnTo>
                    <a:pt x="0" y="70"/>
                  </a:lnTo>
                  <a:lnTo>
                    <a:pt x="4" y="70"/>
                  </a:lnTo>
                  <a:lnTo>
                    <a:pt x="4" y="70"/>
                  </a:lnTo>
                  <a:lnTo>
                    <a:pt x="4" y="70"/>
                  </a:lnTo>
                  <a:lnTo>
                    <a:pt x="4" y="70"/>
                  </a:lnTo>
                  <a:lnTo>
                    <a:pt x="4" y="70"/>
                  </a:lnTo>
                  <a:lnTo>
                    <a:pt x="4" y="70"/>
                  </a:lnTo>
                  <a:lnTo>
                    <a:pt x="4" y="70"/>
                  </a:lnTo>
                  <a:lnTo>
                    <a:pt x="4" y="70"/>
                  </a:lnTo>
                  <a:lnTo>
                    <a:pt x="4" y="70"/>
                  </a:lnTo>
                  <a:lnTo>
                    <a:pt x="4" y="70"/>
                  </a:lnTo>
                  <a:lnTo>
                    <a:pt x="4" y="66"/>
                  </a:lnTo>
                  <a:lnTo>
                    <a:pt x="4" y="66"/>
                  </a:lnTo>
                  <a:lnTo>
                    <a:pt x="4" y="66"/>
                  </a:lnTo>
                  <a:lnTo>
                    <a:pt x="8" y="62"/>
                  </a:lnTo>
                  <a:lnTo>
                    <a:pt x="8" y="62"/>
                  </a:lnTo>
                  <a:lnTo>
                    <a:pt x="4" y="60"/>
                  </a:lnTo>
                  <a:lnTo>
                    <a:pt x="4" y="60"/>
                  </a:lnTo>
                  <a:lnTo>
                    <a:pt x="4" y="60"/>
                  </a:lnTo>
                  <a:lnTo>
                    <a:pt x="4" y="60"/>
                  </a:lnTo>
                  <a:lnTo>
                    <a:pt x="4" y="56"/>
                  </a:lnTo>
                  <a:lnTo>
                    <a:pt x="4" y="56"/>
                  </a:lnTo>
                  <a:lnTo>
                    <a:pt x="4" y="56"/>
                  </a:lnTo>
                  <a:lnTo>
                    <a:pt x="4" y="56"/>
                  </a:lnTo>
                  <a:lnTo>
                    <a:pt x="4" y="56"/>
                  </a:lnTo>
                  <a:lnTo>
                    <a:pt x="4" y="56"/>
                  </a:lnTo>
                  <a:lnTo>
                    <a:pt x="4" y="56"/>
                  </a:lnTo>
                  <a:lnTo>
                    <a:pt x="8" y="56"/>
                  </a:lnTo>
                  <a:lnTo>
                    <a:pt x="8" y="56"/>
                  </a:lnTo>
                  <a:lnTo>
                    <a:pt x="8" y="56"/>
                  </a:lnTo>
                  <a:lnTo>
                    <a:pt x="8" y="56"/>
                  </a:lnTo>
                  <a:lnTo>
                    <a:pt x="8" y="56"/>
                  </a:lnTo>
                  <a:lnTo>
                    <a:pt x="8" y="52"/>
                  </a:lnTo>
                  <a:lnTo>
                    <a:pt x="8" y="52"/>
                  </a:lnTo>
                  <a:lnTo>
                    <a:pt x="8" y="52"/>
                  </a:lnTo>
                  <a:lnTo>
                    <a:pt x="8" y="48"/>
                  </a:lnTo>
                  <a:lnTo>
                    <a:pt x="8" y="48"/>
                  </a:lnTo>
                  <a:lnTo>
                    <a:pt x="8" y="48"/>
                  </a:lnTo>
                  <a:lnTo>
                    <a:pt x="8" y="48"/>
                  </a:lnTo>
                  <a:lnTo>
                    <a:pt x="8" y="48"/>
                  </a:lnTo>
                  <a:lnTo>
                    <a:pt x="12" y="48"/>
                  </a:lnTo>
                  <a:lnTo>
                    <a:pt x="12" y="48"/>
                  </a:lnTo>
                  <a:lnTo>
                    <a:pt x="12" y="48"/>
                  </a:lnTo>
                  <a:lnTo>
                    <a:pt x="12" y="44"/>
                  </a:lnTo>
                  <a:lnTo>
                    <a:pt x="12" y="44"/>
                  </a:lnTo>
                  <a:lnTo>
                    <a:pt x="8" y="44"/>
                  </a:lnTo>
                  <a:lnTo>
                    <a:pt x="8" y="44"/>
                  </a:lnTo>
                  <a:lnTo>
                    <a:pt x="8" y="44"/>
                  </a:lnTo>
                  <a:lnTo>
                    <a:pt x="8" y="44"/>
                  </a:lnTo>
                  <a:lnTo>
                    <a:pt x="8" y="44"/>
                  </a:lnTo>
                  <a:lnTo>
                    <a:pt x="8" y="40"/>
                  </a:lnTo>
                  <a:lnTo>
                    <a:pt x="8" y="40"/>
                  </a:lnTo>
                  <a:lnTo>
                    <a:pt x="8" y="36"/>
                  </a:lnTo>
                  <a:lnTo>
                    <a:pt x="12" y="36"/>
                  </a:lnTo>
                  <a:lnTo>
                    <a:pt x="12" y="40"/>
                  </a:lnTo>
                  <a:lnTo>
                    <a:pt x="12" y="40"/>
                  </a:lnTo>
                  <a:lnTo>
                    <a:pt x="16" y="40"/>
                  </a:lnTo>
                  <a:lnTo>
                    <a:pt x="16" y="40"/>
                  </a:lnTo>
                  <a:lnTo>
                    <a:pt x="16" y="40"/>
                  </a:lnTo>
                  <a:lnTo>
                    <a:pt x="16" y="40"/>
                  </a:lnTo>
                  <a:lnTo>
                    <a:pt x="16" y="40"/>
                  </a:lnTo>
                  <a:lnTo>
                    <a:pt x="16" y="40"/>
                  </a:lnTo>
                  <a:lnTo>
                    <a:pt x="16" y="36"/>
                  </a:lnTo>
                  <a:lnTo>
                    <a:pt x="16" y="36"/>
                  </a:lnTo>
                  <a:lnTo>
                    <a:pt x="16" y="34"/>
                  </a:lnTo>
                  <a:lnTo>
                    <a:pt x="12" y="34"/>
                  </a:lnTo>
                  <a:lnTo>
                    <a:pt x="12" y="34"/>
                  </a:lnTo>
                  <a:lnTo>
                    <a:pt x="12" y="34"/>
                  </a:lnTo>
                  <a:lnTo>
                    <a:pt x="12" y="34"/>
                  </a:lnTo>
                  <a:lnTo>
                    <a:pt x="12" y="34"/>
                  </a:lnTo>
                  <a:lnTo>
                    <a:pt x="12" y="34"/>
                  </a:lnTo>
                  <a:lnTo>
                    <a:pt x="12" y="30"/>
                  </a:lnTo>
                  <a:lnTo>
                    <a:pt x="12" y="30"/>
                  </a:lnTo>
                  <a:lnTo>
                    <a:pt x="12" y="30"/>
                  </a:lnTo>
                  <a:lnTo>
                    <a:pt x="12" y="30"/>
                  </a:lnTo>
                  <a:lnTo>
                    <a:pt x="12" y="30"/>
                  </a:lnTo>
                  <a:lnTo>
                    <a:pt x="16" y="30"/>
                  </a:lnTo>
                  <a:lnTo>
                    <a:pt x="16" y="30"/>
                  </a:lnTo>
                  <a:lnTo>
                    <a:pt x="12" y="30"/>
                  </a:lnTo>
                  <a:lnTo>
                    <a:pt x="12" y="26"/>
                  </a:lnTo>
                  <a:lnTo>
                    <a:pt x="12" y="26"/>
                  </a:lnTo>
                  <a:lnTo>
                    <a:pt x="12" y="26"/>
                  </a:lnTo>
                  <a:lnTo>
                    <a:pt x="12" y="26"/>
                  </a:lnTo>
                  <a:lnTo>
                    <a:pt x="12" y="22"/>
                  </a:lnTo>
                  <a:lnTo>
                    <a:pt x="12" y="22"/>
                  </a:lnTo>
                  <a:lnTo>
                    <a:pt x="8" y="22"/>
                  </a:lnTo>
                  <a:lnTo>
                    <a:pt x="8" y="22"/>
                  </a:lnTo>
                  <a:lnTo>
                    <a:pt x="8" y="22"/>
                  </a:lnTo>
                  <a:lnTo>
                    <a:pt x="8" y="22"/>
                  </a:lnTo>
                  <a:lnTo>
                    <a:pt x="8" y="22"/>
                  </a:lnTo>
                  <a:lnTo>
                    <a:pt x="8" y="22"/>
                  </a:lnTo>
                  <a:lnTo>
                    <a:pt x="8" y="18"/>
                  </a:lnTo>
                  <a:lnTo>
                    <a:pt x="8" y="14"/>
                  </a:lnTo>
                  <a:lnTo>
                    <a:pt x="8" y="14"/>
                  </a:lnTo>
                  <a:lnTo>
                    <a:pt x="8" y="14"/>
                  </a:lnTo>
                  <a:lnTo>
                    <a:pt x="8" y="14"/>
                  </a:lnTo>
                  <a:lnTo>
                    <a:pt x="8" y="14"/>
                  </a:lnTo>
                  <a:lnTo>
                    <a:pt x="8" y="14"/>
                  </a:lnTo>
                  <a:lnTo>
                    <a:pt x="8" y="14"/>
                  </a:lnTo>
                  <a:lnTo>
                    <a:pt x="8" y="10"/>
                  </a:lnTo>
                  <a:lnTo>
                    <a:pt x="8" y="10"/>
                  </a:lnTo>
                  <a:lnTo>
                    <a:pt x="8" y="10"/>
                  </a:lnTo>
                  <a:lnTo>
                    <a:pt x="12" y="10"/>
                  </a:lnTo>
                  <a:lnTo>
                    <a:pt x="12" y="10"/>
                  </a:lnTo>
                  <a:lnTo>
                    <a:pt x="12" y="10"/>
                  </a:lnTo>
                  <a:lnTo>
                    <a:pt x="12" y="10"/>
                  </a:lnTo>
                  <a:lnTo>
                    <a:pt x="12" y="10"/>
                  </a:lnTo>
                  <a:lnTo>
                    <a:pt x="12" y="10"/>
                  </a:lnTo>
                  <a:lnTo>
                    <a:pt x="12" y="10"/>
                  </a:lnTo>
                  <a:lnTo>
                    <a:pt x="12" y="8"/>
                  </a:lnTo>
                  <a:lnTo>
                    <a:pt x="16" y="8"/>
                  </a:lnTo>
                  <a:lnTo>
                    <a:pt x="16" y="8"/>
                  </a:lnTo>
                  <a:lnTo>
                    <a:pt x="16" y="8"/>
                  </a:lnTo>
                  <a:lnTo>
                    <a:pt x="16" y="8"/>
                  </a:lnTo>
                  <a:lnTo>
                    <a:pt x="16" y="8"/>
                  </a:lnTo>
                  <a:lnTo>
                    <a:pt x="20" y="8"/>
                  </a:lnTo>
                  <a:lnTo>
                    <a:pt x="20" y="8"/>
                  </a:lnTo>
                  <a:lnTo>
                    <a:pt x="20" y="8"/>
                  </a:lnTo>
                  <a:lnTo>
                    <a:pt x="20" y="8"/>
                  </a:lnTo>
                  <a:lnTo>
                    <a:pt x="24" y="8"/>
                  </a:lnTo>
                  <a:lnTo>
                    <a:pt x="24" y="10"/>
                  </a:lnTo>
                  <a:lnTo>
                    <a:pt x="24" y="10"/>
                  </a:lnTo>
                  <a:lnTo>
                    <a:pt x="24" y="10"/>
                  </a:lnTo>
                  <a:lnTo>
                    <a:pt x="24" y="10"/>
                  </a:lnTo>
                  <a:lnTo>
                    <a:pt x="24" y="10"/>
                  </a:lnTo>
                  <a:lnTo>
                    <a:pt x="24" y="10"/>
                  </a:lnTo>
                  <a:lnTo>
                    <a:pt x="26" y="10"/>
                  </a:lnTo>
                  <a:lnTo>
                    <a:pt x="26" y="10"/>
                  </a:lnTo>
                  <a:lnTo>
                    <a:pt x="26" y="10"/>
                  </a:lnTo>
                  <a:lnTo>
                    <a:pt x="26" y="10"/>
                  </a:lnTo>
                  <a:lnTo>
                    <a:pt x="26" y="8"/>
                  </a:lnTo>
                  <a:lnTo>
                    <a:pt x="26" y="8"/>
                  </a:lnTo>
                  <a:lnTo>
                    <a:pt x="26" y="8"/>
                  </a:lnTo>
                  <a:lnTo>
                    <a:pt x="30" y="8"/>
                  </a:lnTo>
                  <a:lnTo>
                    <a:pt x="30" y="8"/>
                  </a:lnTo>
                  <a:lnTo>
                    <a:pt x="30" y="8"/>
                  </a:lnTo>
                  <a:lnTo>
                    <a:pt x="30" y="8"/>
                  </a:lnTo>
                  <a:lnTo>
                    <a:pt x="30" y="4"/>
                  </a:lnTo>
                  <a:lnTo>
                    <a:pt x="30" y="4"/>
                  </a:lnTo>
                  <a:lnTo>
                    <a:pt x="30" y="4"/>
                  </a:lnTo>
                  <a:lnTo>
                    <a:pt x="30" y="4"/>
                  </a:lnTo>
                  <a:lnTo>
                    <a:pt x="30" y="4"/>
                  </a:lnTo>
                  <a:lnTo>
                    <a:pt x="30" y="4"/>
                  </a:lnTo>
                  <a:lnTo>
                    <a:pt x="30" y="4"/>
                  </a:lnTo>
                  <a:lnTo>
                    <a:pt x="30" y="4"/>
                  </a:lnTo>
                  <a:lnTo>
                    <a:pt x="30" y="4"/>
                  </a:lnTo>
                  <a:lnTo>
                    <a:pt x="30" y="4"/>
                  </a:lnTo>
                  <a:lnTo>
                    <a:pt x="34" y="4"/>
                  </a:lnTo>
                  <a:lnTo>
                    <a:pt x="34" y="4"/>
                  </a:lnTo>
                  <a:lnTo>
                    <a:pt x="34" y="4"/>
                  </a:lnTo>
                  <a:lnTo>
                    <a:pt x="34" y="0"/>
                  </a:lnTo>
                  <a:lnTo>
                    <a:pt x="34" y="0"/>
                  </a:lnTo>
                  <a:lnTo>
                    <a:pt x="34" y="0"/>
                  </a:lnTo>
                  <a:lnTo>
                    <a:pt x="38" y="4"/>
                  </a:lnTo>
                  <a:lnTo>
                    <a:pt x="34" y="4"/>
                  </a:lnTo>
                  <a:lnTo>
                    <a:pt x="38" y="4"/>
                  </a:lnTo>
                  <a:lnTo>
                    <a:pt x="38" y="8"/>
                  </a:lnTo>
                  <a:lnTo>
                    <a:pt x="38" y="8"/>
                  </a:lnTo>
                  <a:lnTo>
                    <a:pt x="38" y="8"/>
                  </a:lnTo>
                  <a:lnTo>
                    <a:pt x="34" y="8"/>
                  </a:lnTo>
                  <a:lnTo>
                    <a:pt x="38" y="10"/>
                  </a:lnTo>
                  <a:lnTo>
                    <a:pt x="38" y="10"/>
                  </a:lnTo>
                  <a:lnTo>
                    <a:pt x="38" y="10"/>
                  </a:lnTo>
                  <a:lnTo>
                    <a:pt x="38" y="10"/>
                  </a:lnTo>
                  <a:lnTo>
                    <a:pt x="38" y="10"/>
                  </a:lnTo>
                  <a:lnTo>
                    <a:pt x="38" y="10"/>
                  </a:lnTo>
                  <a:lnTo>
                    <a:pt x="38" y="8"/>
                  </a:lnTo>
                  <a:lnTo>
                    <a:pt x="38" y="8"/>
                  </a:lnTo>
                  <a:lnTo>
                    <a:pt x="42" y="8"/>
                  </a:lnTo>
                  <a:lnTo>
                    <a:pt x="42" y="8"/>
                  </a:lnTo>
                  <a:lnTo>
                    <a:pt x="42" y="8"/>
                  </a:lnTo>
                  <a:lnTo>
                    <a:pt x="42" y="8"/>
                  </a:lnTo>
                  <a:lnTo>
                    <a:pt x="42" y="8"/>
                  </a:lnTo>
                  <a:lnTo>
                    <a:pt x="42" y="8"/>
                  </a:lnTo>
                  <a:lnTo>
                    <a:pt x="42" y="8"/>
                  </a:lnTo>
                  <a:lnTo>
                    <a:pt x="46" y="4"/>
                  </a:lnTo>
                  <a:lnTo>
                    <a:pt x="46" y="8"/>
                  </a:lnTo>
                  <a:lnTo>
                    <a:pt x="46" y="8"/>
                  </a:lnTo>
                  <a:lnTo>
                    <a:pt x="46" y="8"/>
                  </a:lnTo>
                  <a:lnTo>
                    <a:pt x="46" y="8"/>
                  </a:lnTo>
                  <a:lnTo>
                    <a:pt x="50" y="8"/>
                  </a:lnTo>
                  <a:lnTo>
                    <a:pt x="50" y="8"/>
                  </a:lnTo>
                  <a:lnTo>
                    <a:pt x="50" y="8"/>
                  </a:lnTo>
                  <a:lnTo>
                    <a:pt x="50" y="8"/>
                  </a:lnTo>
                  <a:lnTo>
                    <a:pt x="50" y="8"/>
                  </a:lnTo>
                  <a:lnTo>
                    <a:pt x="52" y="8"/>
                  </a:lnTo>
                  <a:lnTo>
                    <a:pt x="52" y="10"/>
                  </a:lnTo>
                  <a:lnTo>
                    <a:pt x="52" y="14"/>
                  </a:lnTo>
                  <a:lnTo>
                    <a:pt x="56" y="14"/>
                  </a:lnTo>
                  <a:lnTo>
                    <a:pt x="56" y="14"/>
                  </a:lnTo>
                  <a:lnTo>
                    <a:pt x="56" y="18"/>
                  </a:lnTo>
                  <a:lnTo>
                    <a:pt x="56" y="18"/>
                  </a:lnTo>
                  <a:lnTo>
                    <a:pt x="56" y="18"/>
                  </a:lnTo>
                  <a:lnTo>
                    <a:pt x="56" y="18"/>
                  </a:lnTo>
                  <a:lnTo>
                    <a:pt x="56" y="18"/>
                  </a:lnTo>
                  <a:lnTo>
                    <a:pt x="60" y="18"/>
                  </a:lnTo>
                  <a:lnTo>
                    <a:pt x="60" y="18"/>
                  </a:lnTo>
                  <a:lnTo>
                    <a:pt x="60" y="18"/>
                  </a:lnTo>
                  <a:lnTo>
                    <a:pt x="64" y="18"/>
                  </a:lnTo>
                  <a:lnTo>
                    <a:pt x="64" y="18"/>
                  </a:lnTo>
                  <a:lnTo>
                    <a:pt x="64" y="18"/>
                  </a:lnTo>
                  <a:lnTo>
                    <a:pt x="64" y="18"/>
                  </a:lnTo>
                  <a:lnTo>
                    <a:pt x="64" y="18"/>
                  </a:lnTo>
                  <a:lnTo>
                    <a:pt x="64" y="18"/>
                  </a:lnTo>
                  <a:lnTo>
                    <a:pt x="64" y="14"/>
                  </a:lnTo>
                  <a:lnTo>
                    <a:pt x="68" y="14"/>
                  </a:lnTo>
                  <a:lnTo>
                    <a:pt x="68" y="14"/>
                  </a:lnTo>
                  <a:lnTo>
                    <a:pt x="68" y="14"/>
                  </a:lnTo>
                  <a:lnTo>
                    <a:pt x="68" y="14"/>
                  </a:lnTo>
                  <a:lnTo>
                    <a:pt x="68" y="14"/>
                  </a:lnTo>
                  <a:lnTo>
                    <a:pt x="72" y="14"/>
                  </a:lnTo>
                  <a:lnTo>
                    <a:pt x="72" y="14"/>
                  </a:lnTo>
                  <a:lnTo>
                    <a:pt x="72" y="14"/>
                  </a:lnTo>
                  <a:lnTo>
                    <a:pt x="76" y="14"/>
                  </a:lnTo>
                  <a:lnTo>
                    <a:pt x="78" y="14"/>
                  </a:lnTo>
                  <a:lnTo>
                    <a:pt x="78" y="14"/>
                  </a:lnTo>
                  <a:lnTo>
                    <a:pt x="82" y="18"/>
                  </a:lnTo>
                  <a:lnTo>
                    <a:pt x="82" y="18"/>
                  </a:lnTo>
                  <a:lnTo>
                    <a:pt x="82" y="18"/>
                  </a:lnTo>
                  <a:lnTo>
                    <a:pt x="82" y="22"/>
                  </a:lnTo>
                  <a:lnTo>
                    <a:pt x="82" y="22"/>
                  </a:lnTo>
                  <a:lnTo>
                    <a:pt x="82" y="22"/>
                  </a:lnTo>
                  <a:lnTo>
                    <a:pt x="82" y="22"/>
                  </a:lnTo>
                  <a:lnTo>
                    <a:pt x="86" y="22"/>
                  </a:lnTo>
                  <a:lnTo>
                    <a:pt x="86" y="22"/>
                  </a:lnTo>
                  <a:lnTo>
                    <a:pt x="86" y="22"/>
                  </a:lnTo>
                  <a:lnTo>
                    <a:pt x="86" y="22"/>
                  </a:lnTo>
                  <a:lnTo>
                    <a:pt x="86" y="22"/>
                  </a:lnTo>
                  <a:lnTo>
                    <a:pt x="86" y="26"/>
                  </a:lnTo>
                  <a:lnTo>
                    <a:pt x="86" y="26"/>
                  </a:lnTo>
                  <a:lnTo>
                    <a:pt x="86" y="30"/>
                  </a:lnTo>
                  <a:lnTo>
                    <a:pt x="86" y="30"/>
                  </a:lnTo>
                  <a:lnTo>
                    <a:pt x="86" y="30"/>
                  </a:lnTo>
                  <a:lnTo>
                    <a:pt x="86" y="30"/>
                  </a:lnTo>
                  <a:lnTo>
                    <a:pt x="86" y="34"/>
                  </a:lnTo>
                  <a:lnTo>
                    <a:pt x="86" y="34"/>
                  </a:lnTo>
                  <a:lnTo>
                    <a:pt x="86" y="34"/>
                  </a:lnTo>
                  <a:lnTo>
                    <a:pt x="86" y="34"/>
                  </a:lnTo>
                  <a:lnTo>
                    <a:pt x="86" y="34"/>
                  </a:lnTo>
                  <a:lnTo>
                    <a:pt x="86" y="34"/>
                  </a:lnTo>
                  <a:lnTo>
                    <a:pt x="86" y="36"/>
                  </a:lnTo>
                  <a:lnTo>
                    <a:pt x="86" y="36"/>
                  </a:lnTo>
                  <a:lnTo>
                    <a:pt x="90" y="44"/>
                  </a:lnTo>
                  <a:lnTo>
                    <a:pt x="90" y="44"/>
                  </a:lnTo>
                  <a:lnTo>
                    <a:pt x="86" y="44"/>
                  </a:lnTo>
                  <a:lnTo>
                    <a:pt x="86" y="44"/>
                  </a:lnTo>
                  <a:lnTo>
                    <a:pt x="86" y="48"/>
                  </a:lnTo>
                  <a:lnTo>
                    <a:pt x="82" y="48"/>
                  </a:lnTo>
                  <a:lnTo>
                    <a:pt x="82" y="48"/>
                  </a:lnTo>
                  <a:lnTo>
                    <a:pt x="82" y="52"/>
                  </a:lnTo>
                  <a:lnTo>
                    <a:pt x="82" y="52"/>
                  </a:lnTo>
                  <a:lnTo>
                    <a:pt x="82" y="56"/>
                  </a:lnTo>
                  <a:lnTo>
                    <a:pt x="82" y="56"/>
                  </a:lnTo>
                  <a:lnTo>
                    <a:pt x="82" y="60"/>
                  </a:lnTo>
                  <a:lnTo>
                    <a:pt x="82" y="62"/>
                  </a:lnTo>
                  <a:lnTo>
                    <a:pt x="78" y="62"/>
                  </a:lnTo>
                  <a:lnTo>
                    <a:pt x="78" y="62"/>
                  </a:lnTo>
                  <a:lnTo>
                    <a:pt x="78" y="66"/>
                  </a:lnTo>
                  <a:lnTo>
                    <a:pt x="78" y="70"/>
                  </a:lnTo>
                  <a:lnTo>
                    <a:pt x="78" y="70"/>
                  </a:lnTo>
                  <a:lnTo>
                    <a:pt x="78" y="70"/>
                  </a:lnTo>
                  <a:lnTo>
                    <a:pt x="78" y="70"/>
                  </a:lnTo>
                  <a:lnTo>
                    <a:pt x="78" y="70"/>
                  </a:lnTo>
                  <a:lnTo>
                    <a:pt x="78" y="74"/>
                  </a:lnTo>
                  <a:lnTo>
                    <a:pt x="78" y="78"/>
                  </a:lnTo>
                  <a:lnTo>
                    <a:pt x="78" y="78"/>
                  </a:lnTo>
                  <a:lnTo>
                    <a:pt x="78" y="78"/>
                  </a:lnTo>
                  <a:lnTo>
                    <a:pt x="78" y="78"/>
                  </a:lnTo>
                  <a:lnTo>
                    <a:pt x="78" y="78"/>
                  </a:lnTo>
                  <a:lnTo>
                    <a:pt x="78" y="78"/>
                  </a:lnTo>
                  <a:lnTo>
                    <a:pt x="78" y="82"/>
                  </a:lnTo>
                  <a:lnTo>
                    <a:pt x="82" y="86"/>
                  </a:lnTo>
                  <a:lnTo>
                    <a:pt x="82" y="86"/>
                  </a:lnTo>
                  <a:lnTo>
                    <a:pt x="82" y="88"/>
                  </a:lnTo>
                  <a:lnTo>
                    <a:pt x="82" y="88"/>
                  </a:lnTo>
                  <a:lnTo>
                    <a:pt x="82" y="88"/>
                  </a:lnTo>
                  <a:lnTo>
                    <a:pt x="82" y="88"/>
                  </a:lnTo>
                  <a:lnTo>
                    <a:pt x="82" y="88"/>
                  </a:lnTo>
                  <a:lnTo>
                    <a:pt x="82" y="88"/>
                  </a:lnTo>
                  <a:lnTo>
                    <a:pt x="86" y="88"/>
                  </a:lnTo>
                  <a:lnTo>
                    <a:pt x="86" y="92"/>
                  </a:lnTo>
                  <a:lnTo>
                    <a:pt x="82" y="92"/>
                  </a:lnTo>
                  <a:lnTo>
                    <a:pt x="82" y="92"/>
                  </a:lnTo>
                  <a:lnTo>
                    <a:pt x="86" y="96"/>
                  </a:lnTo>
                  <a:lnTo>
                    <a:pt x="86" y="96"/>
                  </a:lnTo>
                  <a:lnTo>
                    <a:pt x="86" y="96"/>
                  </a:lnTo>
                  <a:lnTo>
                    <a:pt x="86" y="96"/>
                  </a:lnTo>
                  <a:lnTo>
                    <a:pt x="86" y="96"/>
                  </a:lnTo>
                  <a:lnTo>
                    <a:pt x="82" y="96"/>
                  </a:lnTo>
                  <a:lnTo>
                    <a:pt x="82" y="96"/>
                  </a:lnTo>
                  <a:lnTo>
                    <a:pt x="82" y="96"/>
                  </a:lnTo>
                  <a:lnTo>
                    <a:pt x="82" y="96"/>
                  </a:lnTo>
                  <a:lnTo>
                    <a:pt x="82" y="96"/>
                  </a:lnTo>
                  <a:lnTo>
                    <a:pt x="82" y="96"/>
                  </a:lnTo>
                  <a:lnTo>
                    <a:pt x="82" y="96"/>
                  </a:lnTo>
                  <a:lnTo>
                    <a:pt x="82" y="96"/>
                  </a:lnTo>
                  <a:lnTo>
                    <a:pt x="78" y="96"/>
                  </a:lnTo>
                  <a:lnTo>
                    <a:pt x="78" y="96"/>
                  </a:lnTo>
                  <a:lnTo>
                    <a:pt x="78" y="96"/>
                  </a:lnTo>
                  <a:lnTo>
                    <a:pt x="78" y="92"/>
                  </a:lnTo>
                  <a:lnTo>
                    <a:pt x="78" y="92"/>
                  </a:lnTo>
                  <a:lnTo>
                    <a:pt x="78" y="92"/>
                  </a:lnTo>
                  <a:lnTo>
                    <a:pt x="78" y="92"/>
                  </a:lnTo>
                  <a:lnTo>
                    <a:pt x="78" y="92"/>
                  </a:lnTo>
                  <a:lnTo>
                    <a:pt x="78" y="92"/>
                  </a:lnTo>
                  <a:lnTo>
                    <a:pt x="78" y="92"/>
                  </a:lnTo>
                  <a:lnTo>
                    <a:pt x="78" y="96"/>
                  </a:lnTo>
                  <a:lnTo>
                    <a:pt x="78" y="96"/>
                  </a:lnTo>
                  <a:lnTo>
                    <a:pt x="76" y="96"/>
                  </a:lnTo>
                  <a:lnTo>
                    <a:pt x="76" y="96"/>
                  </a:lnTo>
                  <a:lnTo>
                    <a:pt x="76" y="96"/>
                  </a:lnTo>
                  <a:lnTo>
                    <a:pt x="76" y="96"/>
                  </a:lnTo>
                  <a:lnTo>
                    <a:pt x="76" y="96"/>
                  </a:lnTo>
                  <a:lnTo>
                    <a:pt x="76" y="96"/>
                  </a:lnTo>
                  <a:lnTo>
                    <a:pt x="76" y="96"/>
                  </a:lnTo>
                  <a:lnTo>
                    <a:pt x="72" y="96"/>
                  </a:lnTo>
                  <a:lnTo>
                    <a:pt x="72" y="96"/>
                  </a:lnTo>
                  <a:lnTo>
                    <a:pt x="72" y="96"/>
                  </a:lnTo>
                  <a:lnTo>
                    <a:pt x="68" y="96"/>
                  </a:lnTo>
                  <a:lnTo>
                    <a:pt x="68" y="92"/>
                  </a:lnTo>
                  <a:lnTo>
                    <a:pt x="68" y="92"/>
                  </a:lnTo>
                  <a:lnTo>
                    <a:pt x="68" y="92"/>
                  </a:lnTo>
                  <a:lnTo>
                    <a:pt x="68" y="92"/>
                  </a:lnTo>
                  <a:lnTo>
                    <a:pt x="68" y="92"/>
                  </a:lnTo>
                  <a:lnTo>
                    <a:pt x="72" y="92"/>
                  </a:lnTo>
                  <a:lnTo>
                    <a:pt x="72" y="92"/>
                  </a:lnTo>
                  <a:lnTo>
                    <a:pt x="72" y="92"/>
                  </a:lnTo>
                  <a:lnTo>
                    <a:pt x="72" y="92"/>
                  </a:lnTo>
                  <a:lnTo>
                    <a:pt x="72" y="92"/>
                  </a:lnTo>
                  <a:lnTo>
                    <a:pt x="72" y="92"/>
                  </a:lnTo>
                  <a:lnTo>
                    <a:pt x="72" y="92"/>
                  </a:lnTo>
                  <a:lnTo>
                    <a:pt x="72" y="92"/>
                  </a:lnTo>
                  <a:lnTo>
                    <a:pt x="72" y="92"/>
                  </a:lnTo>
                  <a:lnTo>
                    <a:pt x="72" y="92"/>
                  </a:lnTo>
                  <a:lnTo>
                    <a:pt x="68" y="92"/>
                  </a:lnTo>
                  <a:lnTo>
                    <a:pt x="68" y="92"/>
                  </a:lnTo>
                  <a:lnTo>
                    <a:pt x="68" y="92"/>
                  </a:lnTo>
                  <a:lnTo>
                    <a:pt x="64" y="92"/>
                  </a:lnTo>
                  <a:lnTo>
                    <a:pt x="60" y="92"/>
                  </a:lnTo>
                  <a:lnTo>
                    <a:pt x="60" y="92"/>
                  </a:lnTo>
                  <a:lnTo>
                    <a:pt x="60" y="92"/>
                  </a:lnTo>
                  <a:lnTo>
                    <a:pt x="60" y="92"/>
                  </a:lnTo>
                  <a:lnTo>
                    <a:pt x="56" y="96"/>
                  </a:lnTo>
                  <a:lnTo>
                    <a:pt x="56" y="96"/>
                  </a:lnTo>
                  <a:lnTo>
                    <a:pt x="56" y="96"/>
                  </a:lnTo>
                  <a:lnTo>
                    <a:pt x="56" y="96"/>
                  </a:lnTo>
                  <a:lnTo>
                    <a:pt x="56" y="96"/>
                  </a:lnTo>
                  <a:lnTo>
                    <a:pt x="56" y="96"/>
                  </a:lnTo>
                  <a:lnTo>
                    <a:pt x="56" y="96"/>
                  </a:lnTo>
                  <a:lnTo>
                    <a:pt x="60" y="96"/>
                  </a:lnTo>
                  <a:lnTo>
                    <a:pt x="60" y="96"/>
                  </a:lnTo>
                  <a:lnTo>
                    <a:pt x="60" y="96"/>
                  </a:lnTo>
                  <a:lnTo>
                    <a:pt x="60" y="96"/>
                  </a:lnTo>
                  <a:lnTo>
                    <a:pt x="60" y="96"/>
                  </a:lnTo>
                  <a:lnTo>
                    <a:pt x="64" y="92"/>
                  </a:lnTo>
                  <a:lnTo>
                    <a:pt x="64" y="92"/>
                  </a:lnTo>
                  <a:lnTo>
                    <a:pt x="64" y="92"/>
                  </a:lnTo>
                  <a:lnTo>
                    <a:pt x="64" y="92"/>
                  </a:lnTo>
                  <a:lnTo>
                    <a:pt x="64" y="92"/>
                  </a:lnTo>
                  <a:lnTo>
                    <a:pt x="68" y="92"/>
                  </a:lnTo>
                  <a:lnTo>
                    <a:pt x="68" y="96"/>
                  </a:lnTo>
                  <a:lnTo>
                    <a:pt x="64" y="96"/>
                  </a:lnTo>
                  <a:lnTo>
                    <a:pt x="64" y="96"/>
                  </a:lnTo>
                  <a:lnTo>
                    <a:pt x="64" y="96"/>
                  </a:lnTo>
                  <a:lnTo>
                    <a:pt x="60" y="96"/>
                  </a:lnTo>
                  <a:lnTo>
                    <a:pt x="56" y="96"/>
                  </a:lnTo>
                  <a:lnTo>
                    <a:pt x="56" y="96"/>
                  </a:lnTo>
                  <a:lnTo>
                    <a:pt x="56" y="96"/>
                  </a:lnTo>
                  <a:lnTo>
                    <a:pt x="56" y="96"/>
                  </a:lnTo>
                  <a:lnTo>
                    <a:pt x="56" y="96"/>
                  </a:lnTo>
                  <a:lnTo>
                    <a:pt x="56" y="96"/>
                  </a:lnTo>
                  <a:lnTo>
                    <a:pt x="56" y="96"/>
                  </a:lnTo>
                  <a:lnTo>
                    <a:pt x="56" y="96"/>
                  </a:lnTo>
                  <a:lnTo>
                    <a:pt x="52" y="96"/>
                  </a:lnTo>
                  <a:lnTo>
                    <a:pt x="52" y="96"/>
                  </a:lnTo>
                  <a:lnTo>
                    <a:pt x="52" y="96"/>
                  </a:lnTo>
                  <a:lnTo>
                    <a:pt x="52" y="96"/>
                  </a:lnTo>
                  <a:lnTo>
                    <a:pt x="52" y="96"/>
                  </a:lnTo>
                  <a:lnTo>
                    <a:pt x="52" y="96"/>
                  </a:lnTo>
                  <a:lnTo>
                    <a:pt x="52" y="96"/>
                  </a:lnTo>
                  <a:lnTo>
                    <a:pt x="52" y="96"/>
                  </a:lnTo>
                  <a:lnTo>
                    <a:pt x="50" y="96"/>
                  </a:lnTo>
                  <a:lnTo>
                    <a:pt x="50" y="96"/>
                  </a:lnTo>
                  <a:lnTo>
                    <a:pt x="50" y="96"/>
                  </a:lnTo>
                  <a:lnTo>
                    <a:pt x="50" y="96"/>
                  </a:lnTo>
                  <a:lnTo>
                    <a:pt x="50" y="96"/>
                  </a:lnTo>
                  <a:lnTo>
                    <a:pt x="50" y="96"/>
                  </a:lnTo>
                  <a:lnTo>
                    <a:pt x="50" y="96"/>
                  </a:lnTo>
                  <a:lnTo>
                    <a:pt x="50" y="96"/>
                  </a:lnTo>
                  <a:lnTo>
                    <a:pt x="50" y="96"/>
                  </a:lnTo>
                  <a:lnTo>
                    <a:pt x="50" y="96"/>
                  </a:lnTo>
                  <a:close/>
                  <a:moveTo>
                    <a:pt x="78" y="96"/>
                  </a:moveTo>
                  <a:lnTo>
                    <a:pt x="78" y="96"/>
                  </a:lnTo>
                  <a:lnTo>
                    <a:pt x="78" y="96"/>
                  </a:lnTo>
                  <a:lnTo>
                    <a:pt x="78" y="96"/>
                  </a:lnTo>
                  <a:lnTo>
                    <a:pt x="78" y="96"/>
                  </a:lnTo>
                  <a:lnTo>
                    <a:pt x="78" y="96"/>
                  </a:lnTo>
                  <a:lnTo>
                    <a:pt x="78" y="9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6" name="Freeform 141"/>
            <p:cNvSpPr>
              <a:spLocks noChangeAspect="1"/>
            </p:cNvSpPr>
            <p:nvPr/>
          </p:nvSpPr>
          <p:spPr bwMode="gray">
            <a:xfrm>
              <a:off x="5822632" y="4140546"/>
              <a:ext cx="48699" cy="52178"/>
            </a:xfrm>
            <a:custGeom>
              <a:avLst/>
              <a:gdLst>
                <a:gd name="T0" fmla="*/ 24 w 28"/>
                <a:gd name="T1" fmla="*/ 4 h 30"/>
                <a:gd name="T2" fmla="*/ 28 w 28"/>
                <a:gd name="T3" fmla="*/ 8 h 30"/>
                <a:gd name="T4" fmla="*/ 28 w 28"/>
                <a:gd name="T5" fmla="*/ 12 h 30"/>
                <a:gd name="T6" fmla="*/ 28 w 28"/>
                <a:gd name="T7" fmla="*/ 12 h 30"/>
                <a:gd name="T8" fmla="*/ 24 w 28"/>
                <a:gd name="T9" fmla="*/ 12 h 30"/>
                <a:gd name="T10" fmla="*/ 24 w 28"/>
                <a:gd name="T11" fmla="*/ 16 h 30"/>
                <a:gd name="T12" fmla="*/ 24 w 28"/>
                <a:gd name="T13" fmla="*/ 16 h 30"/>
                <a:gd name="T14" fmla="*/ 20 w 28"/>
                <a:gd name="T15" fmla="*/ 16 h 30"/>
                <a:gd name="T16" fmla="*/ 20 w 28"/>
                <a:gd name="T17" fmla="*/ 16 h 30"/>
                <a:gd name="T18" fmla="*/ 20 w 28"/>
                <a:gd name="T19" fmla="*/ 16 h 30"/>
                <a:gd name="T20" fmla="*/ 16 w 28"/>
                <a:gd name="T21" fmla="*/ 18 h 30"/>
                <a:gd name="T22" fmla="*/ 16 w 28"/>
                <a:gd name="T23" fmla="*/ 18 h 30"/>
                <a:gd name="T24" fmla="*/ 16 w 28"/>
                <a:gd name="T25" fmla="*/ 18 h 30"/>
                <a:gd name="T26" fmla="*/ 12 w 28"/>
                <a:gd name="T27" fmla="*/ 18 h 30"/>
                <a:gd name="T28" fmla="*/ 12 w 28"/>
                <a:gd name="T29" fmla="*/ 18 h 30"/>
                <a:gd name="T30" fmla="*/ 16 w 28"/>
                <a:gd name="T31" fmla="*/ 22 h 30"/>
                <a:gd name="T32" fmla="*/ 16 w 28"/>
                <a:gd name="T33" fmla="*/ 22 h 30"/>
                <a:gd name="T34" fmla="*/ 16 w 28"/>
                <a:gd name="T35" fmla="*/ 18 h 30"/>
                <a:gd name="T36" fmla="*/ 20 w 28"/>
                <a:gd name="T37" fmla="*/ 18 h 30"/>
                <a:gd name="T38" fmla="*/ 20 w 28"/>
                <a:gd name="T39" fmla="*/ 18 h 30"/>
                <a:gd name="T40" fmla="*/ 20 w 28"/>
                <a:gd name="T41" fmla="*/ 18 h 30"/>
                <a:gd name="T42" fmla="*/ 20 w 28"/>
                <a:gd name="T43" fmla="*/ 18 h 30"/>
                <a:gd name="T44" fmla="*/ 24 w 28"/>
                <a:gd name="T45" fmla="*/ 18 h 30"/>
                <a:gd name="T46" fmla="*/ 24 w 28"/>
                <a:gd name="T47" fmla="*/ 22 h 30"/>
                <a:gd name="T48" fmla="*/ 24 w 28"/>
                <a:gd name="T49" fmla="*/ 22 h 30"/>
                <a:gd name="T50" fmla="*/ 24 w 28"/>
                <a:gd name="T51" fmla="*/ 26 h 30"/>
                <a:gd name="T52" fmla="*/ 20 w 28"/>
                <a:gd name="T53" fmla="*/ 30 h 30"/>
                <a:gd name="T54" fmla="*/ 20 w 28"/>
                <a:gd name="T55" fmla="*/ 30 h 30"/>
                <a:gd name="T56" fmla="*/ 16 w 28"/>
                <a:gd name="T57" fmla="*/ 30 h 30"/>
                <a:gd name="T58" fmla="*/ 16 w 28"/>
                <a:gd name="T59" fmla="*/ 30 h 30"/>
                <a:gd name="T60" fmla="*/ 16 w 28"/>
                <a:gd name="T61" fmla="*/ 30 h 30"/>
                <a:gd name="T62" fmla="*/ 16 w 28"/>
                <a:gd name="T63" fmla="*/ 30 h 30"/>
                <a:gd name="T64" fmla="*/ 12 w 28"/>
                <a:gd name="T65" fmla="*/ 30 h 30"/>
                <a:gd name="T66" fmla="*/ 8 w 28"/>
                <a:gd name="T67" fmla="*/ 30 h 30"/>
                <a:gd name="T68" fmla="*/ 8 w 28"/>
                <a:gd name="T69" fmla="*/ 30 h 30"/>
                <a:gd name="T70" fmla="*/ 4 w 28"/>
                <a:gd name="T71" fmla="*/ 30 h 30"/>
                <a:gd name="T72" fmla="*/ 4 w 28"/>
                <a:gd name="T73" fmla="*/ 30 h 30"/>
                <a:gd name="T74" fmla="*/ 4 w 28"/>
                <a:gd name="T75" fmla="*/ 30 h 30"/>
                <a:gd name="T76" fmla="*/ 4 w 28"/>
                <a:gd name="T77" fmla="*/ 30 h 30"/>
                <a:gd name="T78" fmla="*/ 4 w 28"/>
                <a:gd name="T79" fmla="*/ 26 h 30"/>
                <a:gd name="T80" fmla="*/ 4 w 28"/>
                <a:gd name="T81" fmla="*/ 26 h 30"/>
                <a:gd name="T82" fmla="*/ 0 w 28"/>
                <a:gd name="T83" fmla="*/ 22 h 30"/>
                <a:gd name="T84" fmla="*/ 4 w 28"/>
                <a:gd name="T85" fmla="*/ 18 h 30"/>
                <a:gd name="T86" fmla="*/ 4 w 28"/>
                <a:gd name="T87" fmla="*/ 16 h 30"/>
                <a:gd name="T88" fmla="*/ 8 w 28"/>
                <a:gd name="T89" fmla="*/ 12 h 30"/>
                <a:gd name="T90" fmla="*/ 8 w 28"/>
                <a:gd name="T91" fmla="*/ 12 h 30"/>
                <a:gd name="T92" fmla="*/ 8 w 28"/>
                <a:gd name="T93" fmla="*/ 8 h 30"/>
                <a:gd name="T94" fmla="*/ 12 w 28"/>
                <a:gd name="T95" fmla="*/ 8 h 30"/>
                <a:gd name="T96" fmla="*/ 12 w 28"/>
                <a:gd name="T97" fmla="*/ 4 h 30"/>
                <a:gd name="T98" fmla="*/ 12 w 28"/>
                <a:gd name="T99" fmla="*/ 4 h 30"/>
                <a:gd name="T100" fmla="*/ 12 w 28"/>
                <a:gd name="T101" fmla="*/ 4 h 30"/>
                <a:gd name="T102" fmla="*/ 16 w 28"/>
                <a:gd name="T103" fmla="*/ 4 h 30"/>
                <a:gd name="T104" fmla="*/ 16 w 28"/>
                <a:gd name="T105" fmla="*/ 4 h 30"/>
                <a:gd name="T106" fmla="*/ 16 w 28"/>
                <a:gd name="T107" fmla="*/ 8 h 30"/>
                <a:gd name="T108" fmla="*/ 16 w 28"/>
                <a:gd name="T109" fmla="*/ 4 h 30"/>
                <a:gd name="T110" fmla="*/ 20 w 28"/>
                <a:gd name="T111" fmla="*/ 0 h 30"/>
                <a:gd name="T112" fmla="*/ 24 w 28"/>
                <a:gd name="T113" fmla="*/ 0 h 30"/>
                <a:gd name="T114" fmla="*/ 24 w 28"/>
                <a:gd name="T115" fmla="*/ 4 h 30"/>
                <a:gd name="T116" fmla="*/ 24 w 28"/>
                <a:gd name="T117" fmla="*/ 4 h 30"/>
                <a:gd name="T118" fmla="*/ 24 w 28"/>
                <a:gd name="T119" fmla="*/ 4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8" h="30">
                  <a:moveTo>
                    <a:pt x="24" y="4"/>
                  </a:moveTo>
                  <a:lnTo>
                    <a:pt x="24" y="4"/>
                  </a:lnTo>
                  <a:lnTo>
                    <a:pt x="28" y="8"/>
                  </a:lnTo>
                  <a:lnTo>
                    <a:pt x="28" y="8"/>
                  </a:lnTo>
                  <a:lnTo>
                    <a:pt x="28" y="8"/>
                  </a:lnTo>
                  <a:lnTo>
                    <a:pt x="28" y="12"/>
                  </a:lnTo>
                  <a:lnTo>
                    <a:pt x="28" y="12"/>
                  </a:lnTo>
                  <a:lnTo>
                    <a:pt x="28" y="12"/>
                  </a:lnTo>
                  <a:lnTo>
                    <a:pt x="28" y="12"/>
                  </a:lnTo>
                  <a:lnTo>
                    <a:pt x="24" y="12"/>
                  </a:lnTo>
                  <a:lnTo>
                    <a:pt x="24" y="16"/>
                  </a:lnTo>
                  <a:lnTo>
                    <a:pt x="24" y="16"/>
                  </a:lnTo>
                  <a:lnTo>
                    <a:pt x="24" y="16"/>
                  </a:lnTo>
                  <a:lnTo>
                    <a:pt x="24" y="16"/>
                  </a:lnTo>
                  <a:lnTo>
                    <a:pt x="24" y="16"/>
                  </a:lnTo>
                  <a:lnTo>
                    <a:pt x="20" y="16"/>
                  </a:lnTo>
                  <a:lnTo>
                    <a:pt x="20" y="16"/>
                  </a:lnTo>
                  <a:lnTo>
                    <a:pt x="20" y="16"/>
                  </a:lnTo>
                  <a:lnTo>
                    <a:pt x="20" y="16"/>
                  </a:lnTo>
                  <a:lnTo>
                    <a:pt x="20" y="16"/>
                  </a:lnTo>
                  <a:lnTo>
                    <a:pt x="16" y="18"/>
                  </a:lnTo>
                  <a:lnTo>
                    <a:pt x="16" y="18"/>
                  </a:lnTo>
                  <a:lnTo>
                    <a:pt x="16" y="18"/>
                  </a:lnTo>
                  <a:lnTo>
                    <a:pt x="16" y="18"/>
                  </a:lnTo>
                  <a:lnTo>
                    <a:pt x="16" y="18"/>
                  </a:lnTo>
                  <a:lnTo>
                    <a:pt x="16" y="18"/>
                  </a:lnTo>
                  <a:lnTo>
                    <a:pt x="16" y="18"/>
                  </a:lnTo>
                  <a:lnTo>
                    <a:pt x="12" y="18"/>
                  </a:lnTo>
                  <a:lnTo>
                    <a:pt x="12" y="18"/>
                  </a:lnTo>
                  <a:lnTo>
                    <a:pt x="12" y="18"/>
                  </a:lnTo>
                  <a:lnTo>
                    <a:pt x="12" y="22"/>
                  </a:lnTo>
                  <a:lnTo>
                    <a:pt x="16" y="22"/>
                  </a:lnTo>
                  <a:lnTo>
                    <a:pt x="16" y="22"/>
                  </a:lnTo>
                  <a:lnTo>
                    <a:pt x="16" y="22"/>
                  </a:lnTo>
                  <a:lnTo>
                    <a:pt x="16" y="22"/>
                  </a:lnTo>
                  <a:lnTo>
                    <a:pt x="16" y="18"/>
                  </a:lnTo>
                  <a:lnTo>
                    <a:pt x="16" y="18"/>
                  </a:lnTo>
                  <a:lnTo>
                    <a:pt x="20" y="18"/>
                  </a:lnTo>
                  <a:lnTo>
                    <a:pt x="20" y="18"/>
                  </a:lnTo>
                  <a:lnTo>
                    <a:pt x="20" y="18"/>
                  </a:lnTo>
                  <a:lnTo>
                    <a:pt x="20" y="18"/>
                  </a:lnTo>
                  <a:lnTo>
                    <a:pt x="20" y="18"/>
                  </a:lnTo>
                  <a:lnTo>
                    <a:pt x="20" y="18"/>
                  </a:lnTo>
                  <a:lnTo>
                    <a:pt x="20" y="18"/>
                  </a:lnTo>
                  <a:lnTo>
                    <a:pt x="24" y="18"/>
                  </a:lnTo>
                  <a:lnTo>
                    <a:pt x="24" y="18"/>
                  </a:lnTo>
                  <a:lnTo>
                    <a:pt x="24" y="22"/>
                  </a:lnTo>
                  <a:lnTo>
                    <a:pt x="24" y="22"/>
                  </a:lnTo>
                  <a:lnTo>
                    <a:pt x="24" y="22"/>
                  </a:lnTo>
                  <a:lnTo>
                    <a:pt x="24" y="22"/>
                  </a:lnTo>
                  <a:lnTo>
                    <a:pt x="24" y="22"/>
                  </a:lnTo>
                  <a:lnTo>
                    <a:pt x="24" y="26"/>
                  </a:lnTo>
                  <a:lnTo>
                    <a:pt x="20" y="26"/>
                  </a:lnTo>
                  <a:lnTo>
                    <a:pt x="20" y="30"/>
                  </a:lnTo>
                  <a:lnTo>
                    <a:pt x="20" y="30"/>
                  </a:lnTo>
                  <a:lnTo>
                    <a:pt x="20" y="30"/>
                  </a:lnTo>
                  <a:lnTo>
                    <a:pt x="20" y="30"/>
                  </a:lnTo>
                  <a:lnTo>
                    <a:pt x="16" y="30"/>
                  </a:lnTo>
                  <a:lnTo>
                    <a:pt x="16" y="30"/>
                  </a:lnTo>
                  <a:lnTo>
                    <a:pt x="16" y="30"/>
                  </a:lnTo>
                  <a:lnTo>
                    <a:pt x="16" y="30"/>
                  </a:lnTo>
                  <a:lnTo>
                    <a:pt x="16" y="30"/>
                  </a:lnTo>
                  <a:lnTo>
                    <a:pt x="16" y="30"/>
                  </a:lnTo>
                  <a:lnTo>
                    <a:pt x="16" y="30"/>
                  </a:lnTo>
                  <a:lnTo>
                    <a:pt x="12" y="30"/>
                  </a:lnTo>
                  <a:lnTo>
                    <a:pt x="12" y="30"/>
                  </a:lnTo>
                  <a:lnTo>
                    <a:pt x="12" y="30"/>
                  </a:lnTo>
                  <a:lnTo>
                    <a:pt x="8" y="30"/>
                  </a:lnTo>
                  <a:lnTo>
                    <a:pt x="8" y="30"/>
                  </a:lnTo>
                  <a:lnTo>
                    <a:pt x="8" y="30"/>
                  </a:lnTo>
                  <a:lnTo>
                    <a:pt x="4" y="30"/>
                  </a:lnTo>
                  <a:lnTo>
                    <a:pt x="4" y="30"/>
                  </a:lnTo>
                  <a:lnTo>
                    <a:pt x="4" y="30"/>
                  </a:lnTo>
                  <a:lnTo>
                    <a:pt x="4" y="30"/>
                  </a:lnTo>
                  <a:lnTo>
                    <a:pt x="4" y="30"/>
                  </a:lnTo>
                  <a:lnTo>
                    <a:pt x="4" y="30"/>
                  </a:lnTo>
                  <a:lnTo>
                    <a:pt x="4" y="30"/>
                  </a:lnTo>
                  <a:lnTo>
                    <a:pt x="4" y="30"/>
                  </a:lnTo>
                  <a:lnTo>
                    <a:pt x="4" y="30"/>
                  </a:lnTo>
                  <a:lnTo>
                    <a:pt x="4" y="26"/>
                  </a:lnTo>
                  <a:lnTo>
                    <a:pt x="4" y="26"/>
                  </a:lnTo>
                  <a:lnTo>
                    <a:pt x="4" y="26"/>
                  </a:lnTo>
                  <a:lnTo>
                    <a:pt x="4" y="22"/>
                  </a:lnTo>
                  <a:lnTo>
                    <a:pt x="0" y="22"/>
                  </a:lnTo>
                  <a:lnTo>
                    <a:pt x="4" y="18"/>
                  </a:lnTo>
                  <a:lnTo>
                    <a:pt x="4" y="18"/>
                  </a:lnTo>
                  <a:lnTo>
                    <a:pt x="4" y="16"/>
                  </a:lnTo>
                  <a:lnTo>
                    <a:pt x="4" y="16"/>
                  </a:lnTo>
                  <a:lnTo>
                    <a:pt x="4" y="16"/>
                  </a:lnTo>
                  <a:lnTo>
                    <a:pt x="8" y="12"/>
                  </a:lnTo>
                  <a:lnTo>
                    <a:pt x="8" y="12"/>
                  </a:lnTo>
                  <a:lnTo>
                    <a:pt x="8" y="12"/>
                  </a:lnTo>
                  <a:lnTo>
                    <a:pt x="8" y="8"/>
                  </a:lnTo>
                  <a:lnTo>
                    <a:pt x="8" y="8"/>
                  </a:lnTo>
                  <a:lnTo>
                    <a:pt x="12" y="8"/>
                  </a:lnTo>
                  <a:lnTo>
                    <a:pt x="12" y="8"/>
                  </a:lnTo>
                  <a:lnTo>
                    <a:pt x="12" y="4"/>
                  </a:lnTo>
                  <a:lnTo>
                    <a:pt x="12" y="4"/>
                  </a:lnTo>
                  <a:lnTo>
                    <a:pt x="12" y="4"/>
                  </a:lnTo>
                  <a:lnTo>
                    <a:pt x="12" y="4"/>
                  </a:lnTo>
                  <a:lnTo>
                    <a:pt x="12" y="4"/>
                  </a:lnTo>
                  <a:lnTo>
                    <a:pt x="12" y="4"/>
                  </a:lnTo>
                  <a:lnTo>
                    <a:pt x="12" y="4"/>
                  </a:lnTo>
                  <a:lnTo>
                    <a:pt x="16" y="4"/>
                  </a:lnTo>
                  <a:lnTo>
                    <a:pt x="16" y="4"/>
                  </a:lnTo>
                  <a:lnTo>
                    <a:pt x="16" y="4"/>
                  </a:lnTo>
                  <a:lnTo>
                    <a:pt x="16" y="8"/>
                  </a:lnTo>
                  <a:lnTo>
                    <a:pt x="16" y="8"/>
                  </a:lnTo>
                  <a:lnTo>
                    <a:pt x="16" y="4"/>
                  </a:lnTo>
                  <a:lnTo>
                    <a:pt x="16" y="4"/>
                  </a:lnTo>
                  <a:lnTo>
                    <a:pt x="16" y="4"/>
                  </a:lnTo>
                  <a:lnTo>
                    <a:pt x="20" y="0"/>
                  </a:lnTo>
                  <a:lnTo>
                    <a:pt x="24" y="0"/>
                  </a:lnTo>
                  <a:lnTo>
                    <a:pt x="24" y="0"/>
                  </a:lnTo>
                  <a:lnTo>
                    <a:pt x="24" y="0"/>
                  </a:lnTo>
                  <a:lnTo>
                    <a:pt x="24" y="4"/>
                  </a:lnTo>
                  <a:lnTo>
                    <a:pt x="24" y="4"/>
                  </a:lnTo>
                  <a:lnTo>
                    <a:pt x="24" y="4"/>
                  </a:lnTo>
                  <a:lnTo>
                    <a:pt x="24" y="4"/>
                  </a:lnTo>
                  <a:lnTo>
                    <a:pt x="24" y="4"/>
                  </a:lnTo>
                  <a:lnTo>
                    <a:pt x="2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7" name="Freeform 142"/>
            <p:cNvSpPr>
              <a:spLocks noChangeAspect="1"/>
            </p:cNvSpPr>
            <p:nvPr/>
          </p:nvSpPr>
          <p:spPr bwMode="gray">
            <a:xfrm>
              <a:off x="5408687" y="3556153"/>
              <a:ext cx="295675" cy="299153"/>
            </a:xfrm>
            <a:custGeom>
              <a:avLst/>
              <a:gdLst>
                <a:gd name="T0" fmla="*/ 108 w 170"/>
                <a:gd name="T1" fmla="*/ 8 h 172"/>
                <a:gd name="T2" fmla="*/ 118 w 170"/>
                <a:gd name="T3" fmla="*/ 12 h 172"/>
                <a:gd name="T4" fmla="*/ 130 w 170"/>
                <a:gd name="T5" fmla="*/ 8 h 172"/>
                <a:gd name="T6" fmla="*/ 138 w 170"/>
                <a:gd name="T7" fmla="*/ 18 h 172"/>
                <a:gd name="T8" fmla="*/ 142 w 170"/>
                <a:gd name="T9" fmla="*/ 34 h 172"/>
                <a:gd name="T10" fmla="*/ 142 w 170"/>
                <a:gd name="T11" fmla="*/ 48 h 172"/>
                <a:gd name="T12" fmla="*/ 138 w 170"/>
                <a:gd name="T13" fmla="*/ 64 h 172"/>
                <a:gd name="T14" fmla="*/ 130 w 170"/>
                <a:gd name="T15" fmla="*/ 68 h 172"/>
                <a:gd name="T16" fmla="*/ 122 w 170"/>
                <a:gd name="T17" fmla="*/ 60 h 172"/>
                <a:gd name="T18" fmla="*/ 114 w 170"/>
                <a:gd name="T19" fmla="*/ 46 h 172"/>
                <a:gd name="T20" fmla="*/ 112 w 170"/>
                <a:gd name="T21" fmla="*/ 30 h 172"/>
                <a:gd name="T22" fmla="*/ 112 w 170"/>
                <a:gd name="T23" fmla="*/ 42 h 172"/>
                <a:gd name="T24" fmla="*/ 114 w 170"/>
                <a:gd name="T25" fmla="*/ 52 h 172"/>
                <a:gd name="T26" fmla="*/ 122 w 170"/>
                <a:gd name="T27" fmla="*/ 64 h 172"/>
                <a:gd name="T28" fmla="*/ 122 w 170"/>
                <a:gd name="T29" fmla="*/ 72 h 172"/>
                <a:gd name="T30" fmla="*/ 126 w 170"/>
                <a:gd name="T31" fmla="*/ 82 h 172"/>
                <a:gd name="T32" fmla="*/ 134 w 170"/>
                <a:gd name="T33" fmla="*/ 98 h 172"/>
                <a:gd name="T34" fmla="*/ 142 w 170"/>
                <a:gd name="T35" fmla="*/ 112 h 172"/>
                <a:gd name="T36" fmla="*/ 144 w 170"/>
                <a:gd name="T37" fmla="*/ 124 h 172"/>
                <a:gd name="T38" fmla="*/ 152 w 170"/>
                <a:gd name="T39" fmla="*/ 134 h 172"/>
                <a:gd name="T40" fmla="*/ 152 w 170"/>
                <a:gd name="T41" fmla="*/ 142 h 172"/>
                <a:gd name="T42" fmla="*/ 152 w 170"/>
                <a:gd name="T43" fmla="*/ 158 h 172"/>
                <a:gd name="T44" fmla="*/ 164 w 170"/>
                <a:gd name="T45" fmla="*/ 164 h 172"/>
                <a:gd name="T46" fmla="*/ 170 w 170"/>
                <a:gd name="T47" fmla="*/ 172 h 172"/>
                <a:gd name="T48" fmla="*/ 156 w 170"/>
                <a:gd name="T49" fmla="*/ 172 h 172"/>
                <a:gd name="T50" fmla="*/ 142 w 170"/>
                <a:gd name="T51" fmla="*/ 172 h 172"/>
                <a:gd name="T52" fmla="*/ 122 w 170"/>
                <a:gd name="T53" fmla="*/ 172 h 172"/>
                <a:gd name="T54" fmla="*/ 100 w 170"/>
                <a:gd name="T55" fmla="*/ 172 h 172"/>
                <a:gd name="T56" fmla="*/ 92 w 170"/>
                <a:gd name="T57" fmla="*/ 168 h 172"/>
                <a:gd name="T58" fmla="*/ 82 w 170"/>
                <a:gd name="T59" fmla="*/ 172 h 172"/>
                <a:gd name="T60" fmla="*/ 62 w 170"/>
                <a:gd name="T61" fmla="*/ 172 h 172"/>
                <a:gd name="T62" fmla="*/ 42 w 170"/>
                <a:gd name="T63" fmla="*/ 172 h 172"/>
                <a:gd name="T64" fmla="*/ 26 w 170"/>
                <a:gd name="T65" fmla="*/ 172 h 172"/>
                <a:gd name="T66" fmla="*/ 4 w 170"/>
                <a:gd name="T67" fmla="*/ 172 h 172"/>
                <a:gd name="T68" fmla="*/ 4 w 170"/>
                <a:gd name="T69" fmla="*/ 130 h 172"/>
                <a:gd name="T70" fmla="*/ 4 w 170"/>
                <a:gd name="T71" fmla="*/ 102 h 172"/>
                <a:gd name="T72" fmla="*/ 4 w 170"/>
                <a:gd name="T73" fmla="*/ 82 h 172"/>
                <a:gd name="T74" fmla="*/ 4 w 170"/>
                <a:gd name="T75" fmla="*/ 64 h 172"/>
                <a:gd name="T76" fmla="*/ 4 w 170"/>
                <a:gd name="T77" fmla="*/ 42 h 172"/>
                <a:gd name="T78" fmla="*/ 0 w 170"/>
                <a:gd name="T79" fmla="*/ 26 h 172"/>
                <a:gd name="T80" fmla="*/ 4 w 170"/>
                <a:gd name="T81" fmla="*/ 12 h 172"/>
                <a:gd name="T82" fmla="*/ 4 w 170"/>
                <a:gd name="T83" fmla="*/ 0 h 172"/>
                <a:gd name="T84" fmla="*/ 18 w 170"/>
                <a:gd name="T85" fmla="*/ 0 h 172"/>
                <a:gd name="T86" fmla="*/ 30 w 170"/>
                <a:gd name="T87" fmla="*/ 4 h 172"/>
                <a:gd name="T88" fmla="*/ 42 w 170"/>
                <a:gd name="T89" fmla="*/ 8 h 172"/>
                <a:gd name="T90" fmla="*/ 56 w 170"/>
                <a:gd name="T91" fmla="*/ 12 h 172"/>
                <a:gd name="T92" fmla="*/ 70 w 170"/>
                <a:gd name="T93" fmla="*/ 12 h 172"/>
                <a:gd name="T94" fmla="*/ 74 w 170"/>
                <a:gd name="T95" fmla="*/ 8 h 172"/>
                <a:gd name="T96" fmla="*/ 78 w 170"/>
                <a:gd name="T97" fmla="*/ 4 h 172"/>
                <a:gd name="T98" fmla="*/ 86 w 170"/>
                <a:gd name="T99" fmla="*/ 4 h 172"/>
                <a:gd name="T100" fmla="*/ 88 w 170"/>
                <a:gd name="T101" fmla="*/ 0 h 172"/>
                <a:gd name="T102" fmla="*/ 100 w 170"/>
                <a:gd name="T103" fmla="*/ 4 h 172"/>
                <a:gd name="T104" fmla="*/ 100 w 170"/>
                <a:gd name="T105" fmla="*/ 4 h 172"/>
                <a:gd name="T106" fmla="*/ 104 w 170"/>
                <a:gd name="T107" fmla="*/ 12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0" h="172">
                  <a:moveTo>
                    <a:pt x="104" y="8"/>
                  </a:moveTo>
                  <a:lnTo>
                    <a:pt x="108" y="8"/>
                  </a:lnTo>
                  <a:lnTo>
                    <a:pt x="104" y="8"/>
                  </a:lnTo>
                  <a:lnTo>
                    <a:pt x="108" y="8"/>
                  </a:lnTo>
                  <a:lnTo>
                    <a:pt x="112" y="12"/>
                  </a:lnTo>
                  <a:lnTo>
                    <a:pt x="114" y="8"/>
                  </a:lnTo>
                  <a:lnTo>
                    <a:pt x="118" y="8"/>
                  </a:lnTo>
                  <a:lnTo>
                    <a:pt x="118" y="12"/>
                  </a:lnTo>
                  <a:lnTo>
                    <a:pt x="118" y="8"/>
                  </a:lnTo>
                  <a:lnTo>
                    <a:pt x="122" y="8"/>
                  </a:lnTo>
                  <a:lnTo>
                    <a:pt x="126" y="8"/>
                  </a:lnTo>
                  <a:lnTo>
                    <a:pt x="130" y="8"/>
                  </a:lnTo>
                  <a:lnTo>
                    <a:pt x="134" y="4"/>
                  </a:lnTo>
                  <a:lnTo>
                    <a:pt x="134" y="8"/>
                  </a:lnTo>
                  <a:lnTo>
                    <a:pt x="138" y="16"/>
                  </a:lnTo>
                  <a:lnTo>
                    <a:pt x="138" y="18"/>
                  </a:lnTo>
                  <a:lnTo>
                    <a:pt x="138" y="22"/>
                  </a:lnTo>
                  <a:lnTo>
                    <a:pt x="142" y="26"/>
                  </a:lnTo>
                  <a:lnTo>
                    <a:pt x="142" y="30"/>
                  </a:lnTo>
                  <a:lnTo>
                    <a:pt x="142" y="34"/>
                  </a:lnTo>
                  <a:lnTo>
                    <a:pt x="142" y="38"/>
                  </a:lnTo>
                  <a:lnTo>
                    <a:pt x="142" y="42"/>
                  </a:lnTo>
                  <a:lnTo>
                    <a:pt x="142" y="46"/>
                  </a:lnTo>
                  <a:lnTo>
                    <a:pt x="142" y="48"/>
                  </a:lnTo>
                  <a:lnTo>
                    <a:pt x="138" y="52"/>
                  </a:lnTo>
                  <a:lnTo>
                    <a:pt x="138" y="56"/>
                  </a:lnTo>
                  <a:lnTo>
                    <a:pt x="138" y="60"/>
                  </a:lnTo>
                  <a:lnTo>
                    <a:pt x="138" y="64"/>
                  </a:lnTo>
                  <a:lnTo>
                    <a:pt x="138" y="68"/>
                  </a:lnTo>
                  <a:lnTo>
                    <a:pt x="134" y="68"/>
                  </a:lnTo>
                  <a:lnTo>
                    <a:pt x="134" y="72"/>
                  </a:lnTo>
                  <a:lnTo>
                    <a:pt x="130" y="68"/>
                  </a:lnTo>
                  <a:lnTo>
                    <a:pt x="126" y="68"/>
                  </a:lnTo>
                  <a:lnTo>
                    <a:pt x="126" y="64"/>
                  </a:lnTo>
                  <a:lnTo>
                    <a:pt x="126" y="60"/>
                  </a:lnTo>
                  <a:lnTo>
                    <a:pt x="122" y="60"/>
                  </a:lnTo>
                  <a:lnTo>
                    <a:pt x="118" y="56"/>
                  </a:lnTo>
                  <a:lnTo>
                    <a:pt x="118" y="52"/>
                  </a:lnTo>
                  <a:lnTo>
                    <a:pt x="118" y="48"/>
                  </a:lnTo>
                  <a:lnTo>
                    <a:pt x="114" y="46"/>
                  </a:lnTo>
                  <a:lnTo>
                    <a:pt x="112" y="42"/>
                  </a:lnTo>
                  <a:lnTo>
                    <a:pt x="112" y="38"/>
                  </a:lnTo>
                  <a:lnTo>
                    <a:pt x="112" y="34"/>
                  </a:lnTo>
                  <a:lnTo>
                    <a:pt x="112" y="30"/>
                  </a:lnTo>
                  <a:lnTo>
                    <a:pt x="108" y="30"/>
                  </a:lnTo>
                  <a:lnTo>
                    <a:pt x="108" y="34"/>
                  </a:lnTo>
                  <a:lnTo>
                    <a:pt x="108" y="38"/>
                  </a:lnTo>
                  <a:lnTo>
                    <a:pt x="112" y="42"/>
                  </a:lnTo>
                  <a:lnTo>
                    <a:pt x="112" y="46"/>
                  </a:lnTo>
                  <a:lnTo>
                    <a:pt x="112" y="48"/>
                  </a:lnTo>
                  <a:lnTo>
                    <a:pt x="112" y="52"/>
                  </a:lnTo>
                  <a:lnTo>
                    <a:pt x="114" y="52"/>
                  </a:lnTo>
                  <a:lnTo>
                    <a:pt x="114" y="56"/>
                  </a:lnTo>
                  <a:lnTo>
                    <a:pt x="118" y="60"/>
                  </a:lnTo>
                  <a:lnTo>
                    <a:pt x="118" y="64"/>
                  </a:lnTo>
                  <a:lnTo>
                    <a:pt x="122" y="64"/>
                  </a:lnTo>
                  <a:lnTo>
                    <a:pt x="122" y="68"/>
                  </a:lnTo>
                  <a:lnTo>
                    <a:pt x="122" y="72"/>
                  </a:lnTo>
                  <a:lnTo>
                    <a:pt x="122" y="68"/>
                  </a:lnTo>
                  <a:lnTo>
                    <a:pt x="122" y="72"/>
                  </a:lnTo>
                  <a:lnTo>
                    <a:pt x="122" y="74"/>
                  </a:lnTo>
                  <a:lnTo>
                    <a:pt x="126" y="74"/>
                  </a:lnTo>
                  <a:lnTo>
                    <a:pt x="126" y="78"/>
                  </a:lnTo>
                  <a:lnTo>
                    <a:pt x="126" y="82"/>
                  </a:lnTo>
                  <a:lnTo>
                    <a:pt x="130" y="86"/>
                  </a:lnTo>
                  <a:lnTo>
                    <a:pt x="130" y="90"/>
                  </a:lnTo>
                  <a:lnTo>
                    <a:pt x="130" y="94"/>
                  </a:lnTo>
                  <a:lnTo>
                    <a:pt x="134" y="98"/>
                  </a:lnTo>
                  <a:lnTo>
                    <a:pt x="134" y="102"/>
                  </a:lnTo>
                  <a:lnTo>
                    <a:pt x="138" y="104"/>
                  </a:lnTo>
                  <a:lnTo>
                    <a:pt x="138" y="108"/>
                  </a:lnTo>
                  <a:lnTo>
                    <a:pt x="142" y="112"/>
                  </a:lnTo>
                  <a:lnTo>
                    <a:pt x="142" y="116"/>
                  </a:lnTo>
                  <a:lnTo>
                    <a:pt x="142" y="120"/>
                  </a:lnTo>
                  <a:lnTo>
                    <a:pt x="144" y="120"/>
                  </a:lnTo>
                  <a:lnTo>
                    <a:pt x="144" y="124"/>
                  </a:lnTo>
                  <a:lnTo>
                    <a:pt x="144" y="128"/>
                  </a:lnTo>
                  <a:lnTo>
                    <a:pt x="148" y="130"/>
                  </a:lnTo>
                  <a:lnTo>
                    <a:pt x="148" y="134"/>
                  </a:lnTo>
                  <a:lnTo>
                    <a:pt x="152" y="134"/>
                  </a:lnTo>
                  <a:lnTo>
                    <a:pt x="152" y="138"/>
                  </a:lnTo>
                  <a:lnTo>
                    <a:pt x="156" y="138"/>
                  </a:lnTo>
                  <a:lnTo>
                    <a:pt x="152" y="138"/>
                  </a:lnTo>
                  <a:lnTo>
                    <a:pt x="152" y="142"/>
                  </a:lnTo>
                  <a:lnTo>
                    <a:pt x="152" y="146"/>
                  </a:lnTo>
                  <a:lnTo>
                    <a:pt x="152" y="150"/>
                  </a:lnTo>
                  <a:lnTo>
                    <a:pt x="152" y="154"/>
                  </a:lnTo>
                  <a:lnTo>
                    <a:pt x="152" y="158"/>
                  </a:lnTo>
                  <a:lnTo>
                    <a:pt x="156" y="158"/>
                  </a:lnTo>
                  <a:lnTo>
                    <a:pt x="156" y="160"/>
                  </a:lnTo>
                  <a:lnTo>
                    <a:pt x="160" y="160"/>
                  </a:lnTo>
                  <a:lnTo>
                    <a:pt x="164" y="164"/>
                  </a:lnTo>
                  <a:lnTo>
                    <a:pt x="164" y="168"/>
                  </a:lnTo>
                  <a:lnTo>
                    <a:pt x="168" y="168"/>
                  </a:lnTo>
                  <a:lnTo>
                    <a:pt x="168" y="172"/>
                  </a:lnTo>
                  <a:lnTo>
                    <a:pt x="170" y="172"/>
                  </a:lnTo>
                  <a:lnTo>
                    <a:pt x="168" y="172"/>
                  </a:lnTo>
                  <a:lnTo>
                    <a:pt x="164" y="172"/>
                  </a:lnTo>
                  <a:lnTo>
                    <a:pt x="160" y="172"/>
                  </a:lnTo>
                  <a:lnTo>
                    <a:pt x="156" y="172"/>
                  </a:lnTo>
                  <a:lnTo>
                    <a:pt x="152" y="172"/>
                  </a:lnTo>
                  <a:lnTo>
                    <a:pt x="148" y="172"/>
                  </a:lnTo>
                  <a:lnTo>
                    <a:pt x="144" y="172"/>
                  </a:lnTo>
                  <a:lnTo>
                    <a:pt x="142" y="172"/>
                  </a:lnTo>
                  <a:lnTo>
                    <a:pt x="134" y="172"/>
                  </a:lnTo>
                  <a:lnTo>
                    <a:pt x="130" y="172"/>
                  </a:lnTo>
                  <a:lnTo>
                    <a:pt x="126" y="172"/>
                  </a:lnTo>
                  <a:lnTo>
                    <a:pt x="122" y="172"/>
                  </a:lnTo>
                  <a:lnTo>
                    <a:pt x="118" y="172"/>
                  </a:lnTo>
                  <a:lnTo>
                    <a:pt x="112" y="172"/>
                  </a:lnTo>
                  <a:lnTo>
                    <a:pt x="108" y="172"/>
                  </a:lnTo>
                  <a:lnTo>
                    <a:pt x="100" y="172"/>
                  </a:lnTo>
                  <a:lnTo>
                    <a:pt x="96" y="172"/>
                  </a:lnTo>
                  <a:lnTo>
                    <a:pt x="92" y="172"/>
                  </a:lnTo>
                  <a:lnTo>
                    <a:pt x="96" y="172"/>
                  </a:lnTo>
                  <a:lnTo>
                    <a:pt x="92" y="168"/>
                  </a:lnTo>
                  <a:lnTo>
                    <a:pt x="92" y="172"/>
                  </a:lnTo>
                  <a:lnTo>
                    <a:pt x="88" y="172"/>
                  </a:lnTo>
                  <a:lnTo>
                    <a:pt x="86" y="172"/>
                  </a:lnTo>
                  <a:lnTo>
                    <a:pt x="82" y="172"/>
                  </a:lnTo>
                  <a:lnTo>
                    <a:pt x="78" y="172"/>
                  </a:lnTo>
                  <a:lnTo>
                    <a:pt x="74" y="172"/>
                  </a:lnTo>
                  <a:lnTo>
                    <a:pt x="66" y="172"/>
                  </a:lnTo>
                  <a:lnTo>
                    <a:pt x="62" y="172"/>
                  </a:lnTo>
                  <a:lnTo>
                    <a:pt x="58" y="172"/>
                  </a:lnTo>
                  <a:lnTo>
                    <a:pt x="56" y="172"/>
                  </a:lnTo>
                  <a:lnTo>
                    <a:pt x="48" y="172"/>
                  </a:lnTo>
                  <a:lnTo>
                    <a:pt x="42" y="172"/>
                  </a:lnTo>
                  <a:lnTo>
                    <a:pt x="38" y="172"/>
                  </a:lnTo>
                  <a:lnTo>
                    <a:pt x="34" y="172"/>
                  </a:lnTo>
                  <a:lnTo>
                    <a:pt x="30" y="172"/>
                  </a:lnTo>
                  <a:lnTo>
                    <a:pt x="26" y="172"/>
                  </a:lnTo>
                  <a:lnTo>
                    <a:pt x="22" y="172"/>
                  </a:lnTo>
                  <a:lnTo>
                    <a:pt x="16" y="172"/>
                  </a:lnTo>
                  <a:lnTo>
                    <a:pt x="8" y="172"/>
                  </a:lnTo>
                  <a:lnTo>
                    <a:pt x="4" y="172"/>
                  </a:lnTo>
                  <a:lnTo>
                    <a:pt x="4" y="168"/>
                  </a:lnTo>
                  <a:lnTo>
                    <a:pt x="4" y="146"/>
                  </a:lnTo>
                  <a:lnTo>
                    <a:pt x="4" y="138"/>
                  </a:lnTo>
                  <a:lnTo>
                    <a:pt x="4" y="130"/>
                  </a:lnTo>
                  <a:lnTo>
                    <a:pt x="4" y="124"/>
                  </a:lnTo>
                  <a:lnTo>
                    <a:pt x="4" y="120"/>
                  </a:lnTo>
                  <a:lnTo>
                    <a:pt x="4" y="112"/>
                  </a:lnTo>
                  <a:lnTo>
                    <a:pt x="4" y="102"/>
                  </a:lnTo>
                  <a:lnTo>
                    <a:pt x="4" y="94"/>
                  </a:lnTo>
                  <a:lnTo>
                    <a:pt x="4" y="90"/>
                  </a:lnTo>
                  <a:lnTo>
                    <a:pt x="4" y="86"/>
                  </a:lnTo>
                  <a:lnTo>
                    <a:pt x="4" y="82"/>
                  </a:lnTo>
                  <a:lnTo>
                    <a:pt x="4" y="74"/>
                  </a:lnTo>
                  <a:lnTo>
                    <a:pt x="4" y="72"/>
                  </a:lnTo>
                  <a:lnTo>
                    <a:pt x="4" y="68"/>
                  </a:lnTo>
                  <a:lnTo>
                    <a:pt x="4" y="64"/>
                  </a:lnTo>
                  <a:lnTo>
                    <a:pt x="4" y="60"/>
                  </a:lnTo>
                  <a:lnTo>
                    <a:pt x="4" y="48"/>
                  </a:lnTo>
                  <a:lnTo>
                    <a:pt x="4" y="46"/>
                  </a:lnTo>
                  <a:lnTo>
                    <a:pt x="4" y="42"/>
                  </a:lnTo>
                  <a:lnTo>
                    <a:pt x="0" y="38"/>
                  </a:lnTo>
                  <a:lnTo>
                    <a:pt x="0" y="34"/>
                  </a:lnTo>
                  <a:lnTo>
                    <a:pt x="0" y="30"/>
                  </a:lnTo>
                  <a:lnTo>
                    <a:pt x="0" y="26"/>
                  </a:lnTo>
                  <a:lnTo>
                    <a:pt x="0" y="22"/>
                  </a:lnTo>
                  <a:lnTo>
                    <a:pt x="4" y="18"/>
                  </a:lnTo>
                  <a:lnTo>
                    <a:pt x="4" y="16"/>
                  </a:lnTo>
                  <a:lnTo>
                    <a:pt x="4" y="12"/>
                  </a:lnTo>
                  <a:lnTo>
                    <a:pt x="0" y="8"/>
                  </a:lnTo>
                  <a:lnTo>
                    <a:pt x="0" y="4"/>
                  </a:lnTo>
                  <a:lnTo>
                    <a:pt x="4" y="4"/>
                  </a:lnTo>
                  <a:lnTo>
                    <a:pt x="4" y="0"/>
                  </a:lnTo>
                  <a:lnTo>
                    <a:pt x="8" y="0"/>
                  </a:lnTo>
                  <a:lnTo>
                    <a:pt x="12" y="0"/>
                  </a:lnTo>
                  <a:lnTo>
                    <a:pt x="16" y="0"/>
                  </a:lnTo>
                  <a:lnTo>
                    <a:pt x="18" y="0"/>
                  </a:lnTo>
                  <a:lnTo>
                    <a:pt x="22" y="0"/>
                  </a:lnTo>
                  <a:lnTo>
                    <a:pt x="26" y="0"/>
                  </a:lnTo>
                  <a:lnTo>
                    <a:pt x="26" y="4"/>
                  </a:lnTo>
                  <a:lnTo>
                    <a:pt x="30" y="4"/>
                  </a:lnTo>
                  <a:lnTo>
                    <a:pt x="34" y="4"/>
                  </a:lnTo>
                  <a:lnTo>
                    <a:pt x="38" y="4"/>
                  </a:lnTo>
                  <a:lnTo>
                    <a:pt x="38" y="8"/>
                  </a:lnTo>
                  <a:lnTo>
                    <a:pt x="42" y="8"/>
                  </a:lnTo>
                  <a:lnTo>
                    <a:pt x="44" y="8"/>
                  </a:lnTo>
                  <a:lnTo>
                    <a:pt x="48" y="12"/>
                  </a:lnTo>
                  <a:lnTo>
                    <a:pt x="52" y="12"/>
                  </a:lnTo>
                  <a:lnTo>
                    <a:pt x="56" y="12"/>
                  </a:lnTo>
                  <a:lnTo>
                    <a:pt x="58" y="16"/>
                  </a:lnTo>
                  <a:lnTo>
                    <a:pt x="62" y="16"/>
                  </a:lnTo>
                  <a:lnTo>
                    <a:pt x="66" y="12"/>
                  </a:lnTo>
                  <a:lnTo>
                    <a:pt x="70" y="12"/>
                  </a:lnTo>
                  <a:lnTo>
                    <a:pt x="70" y="8"/>
                  </a:lnTo>
                  <a:lnTo>
                    <a:pt x="74" y="8"/>
                  </a:lnTo>
                  <a:lnTo>
                    <a:pt x="74" y="4"/>
                  </a:lnTo>
                  <a:lnTo>
                    <a:pt x="74" y="8"/>
                  </a:lnTo>
                  <a:lnTo>
                    <a:pt x="78" y="8"/>
                  </a:lnTo>
                  <a:lnTo>
                    <a:pt x="78" y="4"/>
                  </a:lnTo>
                  <a:lnTo>
                    <a:pt x="78" y="0"/>
                  </a:lnTo>
                  <a:lnTo>
                    <a:pt x="78" y="4"/>
                  </a:lnTo>
                  <a:lnTo>
                    <a:pt x="82" y="4"/>
                  </a:lnTo>
                  <a:lnTo>
                    <a:pt x="82" y="0"/>
                  </a:lnTo>
                  <a:lnTo>
                    <a:pt x="86" y="0"/>
                  </a:lnTo>
                  <a:lnTo>
                    <a:pt x="86" y="4"/>
                  </a:lnTo>
                  <a:lnTo>
                    <a:pt x="82" y="4"/>
                  </a:lnTo>
                  <a:lnTo>
                    <a:pt x="86" y="4"/>
                  </a:lnTo>
                  <a:lnTo>
                    <a:pt x="88" y="4"/>
                  </a:lnTo>
                  <a:lnTo>
                    <a:pt x="88" y="0"/>
                  </a:lnTo>
                  <a:lnTo>
                    <a:pt x="92" y="0"/>
                  </a:lnTo>
                  <a:lnTo>
                    <a:pt x="92" y="4"/>
                  </a:lnTo>
                  <a:lnTo>
                    <a:pt x="96" y="4"/>
                  </a:lnTo>
                  <a:lnTo>
                    <a:pt x="100" y="4"/>
                  </a:lnTo>
                  <a:lnTo>
                    <a:pt x="100" y="0"/>
                  </a:lnTo>
                  <a:lnTo>
                    <a:pt x="100" y="4"/>
                  </a:lnTo>
                  <a:lnTo>
                    <a:pt x="104" y="4"/>
                  </a:lnTo>
                  <a:lnTo>
                    <a:pt x="100" y="4"/>
                  </a:lnTo>
                  <a:lnTo>
                    <a:pt x="100" y="0"/>
                  </a:lnTo>
                  <a:lnTo>
                    <a:pt x="100" y="8"/>
                  </a:lnTo>
                  <a:lnTo>
                    <a:pt x="104" y="8"/>
                  </a:lnTo>
                  <a:lnTo>
                    <a:pt x="104" y="12"/>
                  </a:lnTo>
                  <a:lnTo>
                    <a:pt x="104" y="8"/>
                  </a:lnTo>
                  <a:lnTo>
                    <a:pt x="104" y="8"/>
                  </a:lnTo>
                  <a:lnTo>
                    <a:pt x="104"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8" name="Freeform 143"/>
            <p:cNvSpPr>
              <a:spLocks noChangeAspect="1" noEditPoints="1"/>
            </p:cNvSpPr>
            <p:nvPr/>
          </p:nvSpPr>
          <p:spPr bwMode="gray">
            <a:xfrm>
              <a:off x="5005178" y="4404913"/>
              <a:ext cx="73049" cy="86963"/>
            </a:xfrm>
            <a:custGeom>
              <a:avLst/>
              <a:gdLst>
                <a:gd name="T0" fmla="*/ 28 w 42"/>
                <a:gd name="T1" fmla="*/ 50 h 50"/>
                <a:gd name="T2" fmla="*/ 24 w 42"/>
                <a:gd name="T3" fmla="*/ 50 h 50"/>
                <a:gd name="T4" fmla="*/ 24 w 42"/>
                <a:gd name="T5" fmla="*/ 50 h 50"/>
                <a:gd name="T6" fmla="*/ 20 w 42"/>
                <a:gd name="T7" fmla="*/ 50 h 50"/>
                <a:gd name="T8" fmla="*/ 20 w 42"/>
                <a:gd name="T9" fmla="*/ 50 h 50"/>
                <a:gd name="T10" fmla="*/ 20 w 42"/>
                <a:gd name="T11" fmla="*/ 46 h 50"/>
                <a:gd name="T12" fmla="*/ 16 w 42"/>
                <a:gd name="T13" fmla="*/ 50 h 50"/>
                <a:gd name="T14" fmla="*/ 16 w 42"/>
                <a:gd name="T15" fmla="*/ 46 h 50"/>
                <a:gd name="T16" fmla="*/ 16 w 42"/>
                <a:gd name="T17" fmla="*/ 46 h 50"/>
                <a:gd name="T18" fmla="*/ 16 w 42"/>
                <a:gd name="T19" fmla="*/ 42 h 50"/>
                <a:gd name="T20" fmla="*/ 16 w 42"/>
                <a:gd name="T21" fmla="*/ 38 h 50"/>
                <a:gd name="T22" fmla="*/ 20 w 42"/>
                <a:gd name="T23" fmla="*/ 38 h 50"/>
                <a:gd name="T24" fmla="*/ 20 w 42"/>
                <a:gd name="T25" fmla="*/ 34 h 50"/>
                <a:gd name="T26" fmla="*/ 20 w 42"/>
                <a:gd name="T27" fmla="*/ 28 h 50"/>
                <a:gd name="T28" fmla="*/ 20 w 42"/>
                <a:gd name="T29" fmla="*/ 28 h 50"/>
                <a:gd name="T30" fmla="*/ 24 w 42"/>
                <a:gd name="T31" fmla="*/ 32 h 50"/>
                <a:gd name="T32" fmla="*/ 28 w 42"/>
                <a:gd name="T33" fmla="*/ 32 h 50"/>
                <a:gd name="T34" fmla="*/ 30 w 42"/>
                <a:gd name="T35" fmla="*/ 32 h 50"/>
                <a:gd name="T36" fmla="*/ 30 w 42"/>
                <a:gd name="T37" fmla="*/ 32 h 50"/>
                <a:gd name="T38" fmla="*/ 38 w 42"/>
                <a:gd name="T39" fmla="*/ 32 h 50"/>
                <a:gd name="T40" fmla="*/ 42 w 42"/>
                <a:gd name="T41" fmla="*/ 32 h 50"/>
                <a:gd name="T42" fmla="*/ 42 w 42"/>
                <a:gd name="T43" fmla="*/ 34 h 50"/>
                <a:gd name="T44" fmla="*/ 42 w 42"/>
                <a:gd name="T45" fmla="*/ 38 h 50"/>
                <a:gd name="T46" fmla="*/ 42 w 42"/>
                <a:gd name="T47" fmla="*/ 50 h 50"/>
                <a:gd name="T48" fmla="*/ 34 w 42"/>
                <a:gd name="T49" fmla="*/ 50 h 50"/>
                <a:gd name="T50" fmla="*/ 30 w 42"/>
                <a:gd name="T51" fmla="*/ 50 h 50"/>
                <a:gd name="T52" fmla="*/ 30 w 42"/>
                <a:gd name="T53" fmla="*/ 50 h 50"/>
                <a:gd name="T54" fmla="*/ 4 w 42"/>
                <a:gd name="T55" fmla="*/ 8 h 50"/>
                <a:gd name="T56" fmla="*/ 4 w 42"/>
                <a:gd name="T57" fmla="*/ 8 h 50"/>
                <a:gd name="T58" fmla="*/ 0 w 42"/>
                <a:gd name="T59" fmla="*/ 12 h 50"/>
                <a:gd name="T60" fmla="*/ 0 w 42"/>
                <a:gd name="T61" fmla="*/ 8 h 50"/>
                <a:gd name="T62" fmla="*/ 0 w 42"/>
                <a:gd name="T63" fmla="*/ 8 h 50"/>
                <a:gd name="T64" fmla="*/ 0 w 42"/>
                <a:gd name="T65" fmla="*/ 8 h 50"/>
                <a:gd name="T66" fmla="*/ 0 w 42"/>
                <a:gd name="T67" fmla="*/ 8 h 50"/>
                <a:gd name="T68" fmla="*/ 0 w 42"/>
                <a:gd name="T69" fmla="*/ 8 h 50"/>
                <a:gd name="T70" fmla="*/ 4 w 42"/>
                <a:gd name="T71" fmla="*/ 8 h 50"/>
                <a:gd name="T72" fmla="*/ 4 w 42"/>
                <a:gd name="T73" fmla="*/ 4 h 50"/>
                <a:gd name="T74" fmla="*/ 4 w 42"/>
                <a:gd name="T75" fmla="*/ 4 h 50"/>
                <a:gd name="T76" fmla="*/ 8 w 42"/>
                <a:gd name="T77" fmla="*/ 0 h 50"/>
                <a:gd name="T78" fmla="*/ 8 w 42"/>
                <a:gd name="T79" fmla="*/ 4 h 50"/>
                <a:gd name="T80" fmla="*/ 8 w 42"/>
                <a:gd name="T81" fmla="*/ 4 h 50"/>
                <a:gd name="T82" fmla="*/ 8 w 42"/>
                <a:gd name="T83" fmla="*/ 4 h 50"/>
                <a:gd name="T84" fmla="*/ 8 w 42"/>
                <a:gd name="T85" fmla="*/ 4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2" h="50">
                  <a:moveTo>
                    <a:pt x="30" y="50"/>
                  </a:moveTo>
                  <a:lnTo>
                    <a:pt x="28" y="50"/>
                  </a:lnTo>
                  <a:lnTo>
                    <a:pt x="28" y="50"/>
                  </a:lnTo>
                  <a:lnTo>
                    <a:pt x="28" y="50"/>
                  </a:lnTo>
                  <a:lnTo>
                    <a:pt x="28" y="50"/>
                  </a:lnTo>
                  <a:lnTo>
                    <a:pt x="24" y="50"/>
                  </a:lnTo>
                  <a:lnTo>
                    <a:pt x="24" y="50"/>
                  </a:lnTo>
                  <a:lnTo>
                    <a:pt x="24" y="50"/>
                  </a:lnTo>
                  <a:lnTo>
                    <a:pt x="24" y="50"/>
                  </a:lnTo>
                  <a:lnTo>
                    <a:pt x="24" y="50"/>
                  </a:lnTo>
                  <a:lnTo>
                    <a:pt x="24" y="50"/>
                  </a:lnTo>
                  <a:lnTo>
                    <a:pt x="20" y="50"/>
                  </a:lnTo>
                  <a:lnTo>
                    <a:pt x="20" y="50"/>
                  </a:lnTo>
                  <a:lnTo>
                    <a:pt x="20" y="50"/>
                  </a:lnTo>
                  <a:lnTo>
                    <a:pt x="20" y="50"/>
                  </a:lnTo>
                  <a:lnTo>
                    <a:pt x="20" y="50"/>
                  </a:lnTo>
                  <a:lnTo>
                    <a:pt x="20" y="46"/>
                  </a:lnTo>
                  <a:lnTo>
                    <a:pt x="20" y="46"/>
                  </a:lnTo>
                  <a:lnTo>
                    <a:pt x="20" y="46"/>
                  </a:lnTo>
                  <a:lnTo>
                    <a:pt x="20" y="50"/>
                  </a:lnTo>
                  <a:lnTo>
                    <a:pt x="16" y="50"/>
                  </a:lnTo>
                  <a:lnTo>
                    <a:pt x="16" y="46"/>
                  </a:lnTo>
                  <a:lnTo>
                    <a:pt x="16" y="46"/>
                  </a:lnTo>
                  <a:lnTo>
                    <a:pt x="16" y="46"/>
                  </a:lnTo>
                  <a:lnTo>
                    <a:pt x="16" y="46"/>
                  </a:lnTo>
                  <a:lnTo>
                    <a:pt x="16" y="46"/>
                  </a:lnTo>
                  <a:lnTo>
                    <a:pt x="16" y="46"/>
                  </a:lnTo>
                  <a:lnTo>
                    <a:pt x="16" y="46"/>
                  </a:lnTo>
                  <a:lnTo>
                    <a:pt x="16" y="42"/>
                  </a:lnTo>
                  <a:lnTo>
                    <a:pt x="16" y="42"/>
                  </a:lnTo>
                  <a:lnTo>
                    <a:pt x="16" y="42"/>
                  </a:lnTo>
                  <a:lnTo>
                    <a:pt x="20" y="38"/>
                  </a:lnTo>
                  <a:lnTo>
                    <a:pt x="16" y="38"/>
                  </a:lnTo>
                  <a:lnTo>
                    <a:pt x="16" y="38"/>
                  </a:lnTo>
                  <a:lnTo>
                    <a:pt x="20" y="38"/>
                  </a:lnTo>
                  <a:lnTo>
                    <a:pt x="20" y="38"/>
                  </a:lnTo>
                  <a:lnTo>
                    <a:pt x="20" y="34"/>
                  </a:lnTo>
                  <a:lnTo>
                    <a:pt x="20" y="34"/>
                  </a:lnTo>
                  <a:lnTo>
                    <a:pt x="20" y="34"/>
                  </a:lnTo>
                  <a:lnTo>
                    <a:pt x="20" y="32"/>
                  </a:lnTo>
                  <a:lnTo>
                    <a:pt x="20" y="32"/>
                  </a:lnTo>
                  <a:lnTo>
                    <a:pt x="20" y="28"/>
                  </a:lnTo>
                  <a:lnTo>
                    <a:pt x="20" y="28"/>
                  </a:lnTo>
                  <a:lnTo>
                    <a:pt x="20" y="28"/>
                  </a:lnTo>
                  <a:lnTo>
                    <a:pt x="20" y="28"/>
                  </a:lnTo>
                  <a:lnTo>
                    <a:pt x="24" y="28"/>
                  </a:lnTo>
                  <a:lnTo>
                    <a:pt x="24" y="28"/>
                  </a:lnTo>
                  <a:lnTo>
                    <a:pt x="24" y="32"/>
                  </a:lnTo>
                  <a:lnTo>
                    <a:pt x="24" y="32"/>
                  </a:lnTo>
                  <a:lnTo>
                    <a:pt x="24" y="32"/>
                  </a:lnTo>
                  <a:lnTo>
                    <a:pt x="28" y="32"/>
                  </a:lnTo>
                  <a:lnTo>
                    <a:pt x="28" y="32"/>
                  </a:lnTo>
                  <a:lnTo>
                    <a:pt x="28" y="32"/>
                  </a:lnTo>
                  <a:lnTo>
                    <a:pt x="30" y="32"/>
                  </a:lnTo>
                  <a:lnTo>
                    <a:pt x="30" y="32"/>
                  </a:lnTo>
                  <a:lnTo>
                    <a:pt x="30" y="32"/>
                  </a:lnTo>
                  <a:lnTo>
                    <a:pt x="30" y="32"/>
                  </a:lnTo>
                  <a:lnTo>
                    <a:pt x="30" y="32"/>
                  </a:lnTo>
                  <a:lnTo>
                    <a:pt x="30" y="32"/>
                  </a:lnTo>
                  <a:lnTo>
                    <a:pt x="38" y="32"/>
                  </a:lnTo>
                  <a:lnTo>
                    <a:pt x="42" y="32"/>
                  </a:lnTo>
                  <a:lnTo>
                    <a:pt x="42" y="32"/>
                  </a:lnTo>
                  <a:lnTo>
                    <a:pt x="42" y="32"/>
                  </a:lnTo>
                  <a:lnTo>
                    <a:pt x="42" y="32"/>
                  </a:lnTo>
                  <a:lnTo>
                    <a:pt x="42" y="32"/>
                  </a:lnTo>
                  <a:lnTo>
                    <a:pt x="42" y="34"/>
                  </a:lnTo>
                  <a:lnTo>
                    <a:pt x="42" y="34"/>
                  </a:lnTo>
                  <a:lnTo>
                    <a:pt x="42" y="38"/>
                  </a:lnTo>
                  <a:lnTo>
                    <a:pt x="42" y="38"/>
                  </a:lnTo>
                  <a:lnTo>
                    <a:pt x="42" y="38"/>
                  </a:lnTo>
                  <a:lnTo>
                    <a:pt x="42" y="42"/>
                  </a:lnTo>
                  <a:lnTo>
                    <a:pt x="42" y="50"/>
                  </a:lnTo>
                  <a:lnTo>
                    <a:pt x="42" y="50"/>
                  </a:lnTo>
                  <a:lnTo>
                    <a:pt x="38" y="50"/>
                  </a:lnTo>
                  <a:lnTo>
                    <a:pt x="34" y="50"/>
                  </a:lnTo>
                  <a:lnTo>
                    <a:pt x="34" y="50"/>
                  </a:lnTo>
                  <a:lnTo>
                    <a:pt x="30" y="50"/>
                  </a:lnTo>
                  <a:lnTo>
                    <a:pt x="30" y="50"/>
                  </a:lnTo>
                  <a:lnTo>
                    <a:pt x="30" y="50"/>
                  </a:lnTo>
                  <a:lnTo>
                    <a:pt x="30" y="50"/>
                  </a:lnTo>
                  <a:lnTo>
                    <a:pt x="30" y="50"/>
                  </a:lnTo>
                  <a:close/>
                  <a:moveTo>
                    <a:pt x="8" y="4"/>
                  </a:moveTo>
                  <a:lnTo>
                    <a:pt x="8" y="4"/>
                  </a:lnTo>
                  <a:lnTo>
                    <a:pt x="4" y="8"/>
                  </a:lnTo>
                  <a:lnTo>
                    <a:pt x="4" y="8"/>
                  </a:lnTo>
                  <a:lnTo>
                    <a:pt x="4" y="8"/>
                  </a:lnTo>
                  <a:lnTo>
                    <a:pt x="4" y="8"/>
                  </a:lnTo>
                  <a:lnTo>
                    <a:pt x="4" y="12"/>
                  </a:lnTo>
                  <a:lnTo>
                    <a:pt x="4" y="12"/>
                  </a:lnTo>
                  <a:lnTo>
                    <a:pt x="0" y="12"/>
                  </a:lnTo>
                  <a:lnTo>
                    <a:pt x="0" y="12"/>
                  </a:lnTo>
                  <a:lnTo>
                    <a:pt x="0" y="12"/>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0" y="8"/>
                  </a:lnTo>
                  <a:lnTo>
                    <a:pt x="4" y="8"/>
                  </a:lnTo>
                  <a:lnTo>
                    <a:pt x="4" y="8"/>
                  </a:lnTo>
                  <a:lnTo>
                    <a:pt x="4" y="8"/>
                  </a:lnTo>
                  <a:lnTo>
                    <a:pt x="4" y="4"/>
                  </a:lnTo>
                  <a:lnTo>
                    <a:pt x="4" y="4"/>
                  </a:lnTo>
                  <a:lnTo>
                    <a:pt x="4" y="4"/>
                  </a:lnTo>
                  <a:lnTo>
                    <a:pt x="4" y="4"/>
                  </a:lnTo>
                  <a:lnTo>
                    <a:pt x="4" y="4"/>
                  </a:lnTo>
                  <a:lnTo>
                    <a:pt x="4" y="0"/>
                  </a:lnTo>
                  <a:lnTo>
                    <a:pt x="4" y="0"/>
                  </a:lnTo>
                  <a:lnTo>
                    <a:pt x="8" y="0"/>
                  </a:lnTo>
                  <a:lnTo>
                    <a:pt x="8" y="0"/>
                  </a:lnTo>
                  <a:lnTo>
                    <a:pt x="8" y="0"/>
                  </a:lnTo>
                  <a:lnTo>
                    <a:pt x="8" y="4"/>
                  </a:lnTo>
                  <a:lnTo>
                    <a:pt x="8" y="4"/>
                  </a:lnTo>
                  <a:lnTo>
                    <a:pt x="8" y="4"/>
                  </a:lnTo>
                  <a:lnTo>
                    <a:pt x="8" y="4"/>
                  </a:lnTo>
                  <a:lnTo>
                    <a:pt x="8" y="4"/>
                  </a:lnTo>
                  <a:lnTo>
                    <a:pt x="8" y="4"/>
                  </a:lnTo>
                  <a:lnTo>
                    <a:pt x="8" y="4"/>
                  </a:lnTo>
                  <a:lnTo>
                    <a:pt x="8" y="4"/>
                  </a:lnTo>
                  <a:lnTo>
                    <a:pt x="8" y="4"/>
                  </a:lnTo>
                  <a:lnTo>
                    <a:pt x="8" y="4"/>
                  </a:lnTo>
                  <a:lnTo>
                    <a:pt x="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89" name="Freeform 144"/>
            <p:cNvSpPr>
              <a:spLocks noChangeAspect="1" noEditPoints="1"/>
            </p:cNvSpPr>
            <p:nvPr/>
          </p:nvSpPr>
          <p:spPr bwMode="gray">
            <a:xfrm>
              <a:off x="5693926" y="3977054"/>
              <a:ext cx="170448" cy="173926"/>
            </a:xfrm>
            <a:custGeom>
              <a:avLst/>
              <a:gdLst>
                <a:gd name="T0" fmla="*/ 42 w 98"/>
                <a:gd name="T1" fmla="*/ 34 h 100"/>
                <a:gd name="T2" fmla="*/ 46 w 98"/>
                <a:gd name="T3" fmla="*/ 44 h 100"/>
                <a:gd name="T4" fmla="*/ 46 w 98"/>
                <a:gd name="T5" fmla="*/ 44 h 100"/>
                <a:gd name="T6" fmla="*/ 48 w 98"/>
                <a:gd name="T7" fmla="*/ 52 h 100"/>
                <a:gd name="T8" fmla="*/ 48 w 98"/>
                <a:gd name="T9" fmla="*/ 48 h 100"/>
                <a:gd name="T10" fmla="*/ 48 w 98"/>
                <a:gd name="T11" fmla="*/ 44 h 100"/>
                <a:gd name="T12" fmla="*/ 52 w 98"/>
                <a:gd name="T13" fmla="*/ 52 h 100"/>
                <a:gd name="T14" fmla="*/ 56 w 98"/>
                <a:gd name="T15" fmla="*/ 52 h 100"/>
                <a:gd name="T16" fmla="*/ 64 w 98"/>
                <a:gd name="T17" fmla="*/ 60 h 100"/>
                <a:gd name="T18" fmla="*/ 72 w 98"/>
                <a:gd name="T19" fmla="*/ 68 h 100"/>
                <a:gd name="T20" fmla="*/ 74 w 98"/>
                <a:gd name="T21" fmla="*/ 72 h 100"/>
                <a:gd name="T22" fmla="*/ 82 w 98"/>
                <a:gd name="T23" fmla="*/ 74 h 100"/>
                <a:gd name="T24" fmla="*/ 82 w 98"/>
                <a:gd name="T25" fmla="*/ 78 h 100"/>
                <a:gd name="T26" fmla="*/ 86 w 98"/>
                <a:gd name="T27" fmla="*/ 82 h 100"/>
                <a:gd name="T28" fmla="*/ 90 w 98"/>
                <a:gd name="T29" fmla="*/ 86 h 100"/>
                <a:gd name="T30" fmla="*/ 94 w 98"/>
                <a:gd name="T31" fmla="*/ 94 h 100"/>
                <a:gd name="T32" fmla="*/ 98 w 98"/>
                <a:gd name="T33" fmla="*/ 94 h 100"/>
                <a:gd name="T34" fmla="*/ 90 w 98"/>
                <a:gd name="T35" fmla="*/ 100 h 100"/>
                <a:gd name="T36" fmla="*/ 86 w 98"/>
                <a:gd name="T37" fmla="*/ 98 h 100"/>
                <a:gd name="T38" fmla="*/ 86 w 98"/>
                <a:gd name="T39" fmla="*/ 98 h 100"/>
                <a:gd name="T40" fmla="*/ 82 w 98"/>
                <a:gd name="T41" fmla="*/ 94 h 100"/>
                <a:gd name="T42" fmla="*/ 78 w 98"/>
                <a:gd name="T43" fmla="*/ 90 h 100"/>
                <a:gd name="T44" fmla="*/ 78 w 98"/>
                <a:gd name="T45" fmla="*/ 86 h 100"/>
                <a:gd name="T46" fmla="*/ 74 w 98"/>
                <a:gd name="T47" fmla="*/ 82 h 100"/>
                <a:gd name="T48" fmla="*/ 68 w 98"/>
                <a:gd name="T49" fmla="*/ 78 h 100"/>
                <a:gd name="T50" fmla="*/ 68 w 98"/>
                <a:gd name="T51" fmla="*/ 74 h 100"/>
                <a:gd name="T52" fmla="*/ 64 w 98"/>
                <a:gd name="T53" fmla="*/ 68 h 100"/>
                <a:gd name="T54" fmla="*/ 60 w 98"/>
                <a:gd name="T55" fmla="*/ 68 h 100"/>
                <a:gd name="T56" fmla="*/ 56 w 98"/>
                <a:gd name="T57" fmla="*/ 64 h 100"/>
                <a:gd name="T58" fmla="*/ 52 w 98"/>
                <a:gd name="T59" fmla="*/ 64 h 100"/>
                <a:gd name="T60" fmla="*/ 48 w 98"/>
                <a:gd name="T61" fmla="*/ 64 h 100"/>
                <a:gd name="T62" fmla="*/ 42 w 98"/>
                <a:gd name="T63" fmla="*/ 64 h 100"/>
                <a:gd name="T64" fmla="*/ 38 w 98"/>
                <a:gd name="T65" fmla="*/ 60 h 100"/>
                <a:gd name="T66" fmla="*/ 34 w 98"/>
                <a:gd name="T67" fmla="*/ 64 h 100"/>
                <a:gd name="T68" fmla="*/ 26 w 98"/>
                <a:gd name="T69" fmla="*/ 60 h 100"/>
                <a:gd name="T70" fmla="*/ 22 w 98"/>
                <a:gd name="T71" fmla="*/ 56 h 100"/>
                <a:gd name="T72" fmla="*/ 18 w 98"/>
                <a:gd name="T73" fmla="*/ 72 h 100"/>
                <a:gd name="T74" fmla="*/ 12 w 98"/>
                <a:gd name="T75" fmla="*/ 64 h 100"/>
                <a:gd name="T76" fmla="*/ 12 w 98"/>
                <a:gd name="T77" fmla="*/ 68 h 100"/>
                <a:gd name="T78" fmla="*/ 4 w 98"/>
                <a:gd name="T79" fmla="*/ 68 h 100"/>
                <a:gd name="T80" fmla="*/ 0 w 98"/>
                <a:gd name="T81" fmla="*/ 52 h 100"/>
                <a:gd name="T82" fmla="*/ 4 w 98"/>
                <a:gd name="T83" fmla="*/ 42 h 100"/>
                <a:gd name="T84" fmla="*/ 8 w 98"/>
                <a:gd name="T85" fmla="*/ 34 h 100"/>
                <a:gd name="T86" fmla="*/ 8 w 98"/>
                <a:gd name="T87" fmla="*/ 26 h 100"/>
                <a:gd name="T88" fmla="*/ 8 w 98"/>
                <a:gd name="T89" fmla="*/ 18 h 100"/>
                <a:gd name="T90" fmla="*/ 16 w 98"/>
                <a:gd name="T91" fmla="*/ 18 h 100"/>
                <a:gd name="T92" fmla="*/ 16 w 98"/>
                <a:gd name="T93" fmla="*/ 16 h 100"/>
                <a:gd name="T94" fmla="*/ 22 w 98"/>
                <a:gd name="T95" fmla="*/ 12 h 100"/>
                <a:gd name="T96" fmla="*/ 30 w 98"/>
                <a:gd name="T97" fmla="*/ 8 h 100"/>
                <a:gd name="T98" fmla="*/ 34 w 98"/>
                <a:gd name="T99" fmla="*/ 4 h 100"/>
                <a:gd name="T100" fmla="*/ 38 w 98"/>
                <a:gd name="T101" fmla="*/ 16 h 100"/>
                <a:gd name="T102" fmla="*/ 42 w 98"/>
                <a:gd name="T103" fmla="*/ 26 h 100"/>
                <a:gd name="T104" fmla="*/ 42 w 98"/>
                <a:gd name="T105" fmla="*/ 30 h 100"/>
                <a:gd name="T106" fmla="*/ 52 w 98"/>
                <a:gd name="T107" fmla="*/ 42 h 100"/>
                <a:gd name="T108" fmla="*/ 52 w 98"/>
                <a:gd name="T109" fmla="*/ 42 h 100"/>
                <a:gd name="T110" fmla="*/ 56 w 98"/>
                <a:gd name="T111" fmla="*/ 42 h 100"/>
                <a:gd name="T112" fmla="*/ 56 w 98"/>
                <a:gd name="T113" fmla="*/ 42 h 100"/>
                <a:gd name="T114" fmla="*/ 56 w 98"/>
                <a:gd name="T115" fmla="*/ 44 h 100"/>
                <a:gd name="T116" fmla="*/ 52 w 98"/>
                <a:gd name="T117" fmla="*/ 42 h 100"/>
                <a:gd name="T118" fmla="*/ 52 w 98"/>
                <a:gd name="T119" fmla="*/ 42 h 100"/>
                <a:gd name="T120" fmla="*/ 52 w 98"/>
                <a:gd name="T121" fmla="*/ 42 h 100"/>
                <a:gd name="T122" fmla="*/ 52 w 98"/>
                <a:gd name="T123" fmla="*/ 38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98" h="100">
                  <a:moveTo>
                    <a:pt x="42" y="30"/>
                  </a:moveTo>
                  <a:lnTo>
                    <a:pt x="42" y="30"/>
                  </a:lnTo>
                  <a:lnTo>
                    <a:pt x="42" y="30"/>
                  </a:lnTo>
                  <a:lnTo>
                    <a:pt x="42" y="34"/>
                  </a:lnTo>
                  <a:lnTo>
                    <a:pt x="42" y="34"/>
                  </a:lnTo>
                  <a:lnTo>
                    <a:pt x="42" y="34"/>
                  </a:lnTo>
                  <a:lnTo>
                    <a:pt x="42" y="38"/>
                  </a:lnTo>
                  <a:lnTo>
                    <a:pt x="42" y="38"/>
                  </a:lnTo>
                  <a:lnTo>
                    <a:pt x="42" y="38"/>
                  </a:lnTo>
                  <a:lnTo>
                    <a:pt x="46" y="42"/>
                  </a:lnTo>
                  <a:lnTo>
                    <a:pt x="46" y="42"/>
                  </a:lnTo>
                  <a:lnTo>
                    <a:pt x="46" y="44"/>
                  </a:lnTo>
                  <a:lnTo>
                    <a:pt x="46" y="44"/>
                  </a:lnTo>
                  <a:lnTo>
                    <a:pt x="46" y="44"/>
                  </a:lnTo>
                  <a:lnTo>
                    <a:pt x="46" y="44"/>
                  </a:lnTo>
                  <a:lnTo>
                    <a:pt x="46" y="44"/>
                  </a:lnTo>
                  <a:lnTo>
                    <a:pt x="46" y="44"/>
                  </a:lnTo>
                  <a:lnTo>
                    <a:pt x="46" y="44"/>
                  </a:lnTo>
                  <a:lnTo>
                    <a:pt x="46" y="44"/>
                  </a:lnTo>
                  <a:lnTo>
                    <a:pt x="48" y="48"/>
                  </a:lnTo>
                  <a:lnTo>
                    <a:pt x="48" y="48"/>
                  </a:lnTo>
                  <a:lnTo>
                    <a:pt x="48" y="48"/>
                  </a:lnTo>
                  <a:lnTo>
                    <a:pt x="48" y="52"/>
                  </a:lnTo>
                  <a:lnTo>
                    <a:pt x="48" y="52"/>
                  </a:lnTo>
                  <a:lnTo>
                    <a:pt x="48" y="52"/>
                  </a:lnTo>
                  <a:lnTo>
                    <a:pt x="48" y="52"/>
                  </a:lnTo>
                  <a:lnTo>
                    <a:pt x="48" y="52"/>
                  </a:lnTo>
                  <a:lnTo>
                    <a:pt x="48" y="52"/>
                  </a:lnTo>
                  <a:lnTo>
                    <a:pt x="48" y="52"/>
                  </a:lnTo>
                  <a:lnTo>
                    <a:pt x="48" y="48"/>
                  </a:lnTo>
                  <a:lnTo>
                    <a:pt x="48" y="48"/>
                  </a:lnTo>
                  <a:lnTo>
                    <a:pt x="48" y="48"/>
                  </a:lnTo>
                  <a:lnTo>
                    <a:pt x="48" y="48"/>
                  </a:lnTo>
                  <a:lnTo>
                    <a:pt x="48" y="44"/>
                  </a:lnTo>
                  <a:lnTo>
                    <a:pt x="48" y="44"/>
                  </a:lnTo>
                  <a:lnTo>
                    <a:pt x="48" y="44"/>
                  </a:lnTo>
                  <a:lnTo>
                    <a:pt x="52" y="48"/>
                  </a:lnTo>
                  <a:lnTo>
                    <a:pt x="52" y="48"/>
                  </a:lnTo>
                  <a:lnTo>
                    <a:pt x="52" y="48"/>
                  </a:lnTo>
                  <a:lnTo>
                    <a:pt x="52" y="48"/>
                  </a:lnTo>
                  <a:lnTo>
                    <a:pt x="52" y="52"/>
                  </a:lnTo>
                  <a:lnTo>
                    <a:pt x="52" y="52"/>
                  </a:lnTo>
                  <a:lnTo>
                    <a:pt x="52" y="52"/>
                  </a:lnTo>
                  <a:lnTo>
                    <a:pt x="52" y="56"/>
                  </a:lnTo>
                  <a:lnTo>
                    <a:pt x="56" y="56"/>
                  </a:lnTo>
                  <a:lnTo>
                    <a:pt x="56" y="56"/>
                  </a:lnTo>
                  <a:lnTo>
                    <a:pt x="56" y="56"/>
                  </a:lnTo>
                  <a:lnTo>
                    <a:pt x="56" y="52"/>
                  </a:lnTo>
                  <a:lnTo>
                    <a:pt x="60" y="52"/>
                  </a:lnTo>
                  <a:lnTo>
                    <a:pt x="60" y="56"/>
                  </a:lnTo>
                  <a:lnTo>
                    <a:pt x="60" y="56"/>
                  </a:lnTo>
                  <a:lnTo>
                    <a:pt x="64" y="56"/>
                  </a:lnTo>
                  <a:lnTo>
                    <a:pt x="64" y="56"/>
                  </a:lnTo>
                  <a:lnTo>
                    <a:pt x="64" y="60"/>
                  </a:lnTo>
                  <a:lnTo>
                    <a:pt x="64" y="60"/>
                  </a:lnTo>
                  <a:lnTo>
                    <a:pt x="64" y="60"/>
                  </a:lnTo>
                  <a:lnTo>
                    <a:pt x="68" y="60"/>
                  </a:lnTo>
                  <a:lnTo>
                    <a:pt x="72" y="64"/>
                  </a:lnTo>
                  <a:lnTo>
                    <a:pt x="72" y="64"/>
                  </a:lnTo>
                  <a:lnTo>
                    <a:pt x="72" y="68"/>
                  </a:lnTo>
                  <a:lnTo>
                    <a:pt x="74" y="68"/>
                  </a:lnTo>
                  <a:lnTo>
                    <a:pt x="74" y="72"/>
                  </a:lnTo>
                  <a:lnTo>
                    <a:pt x="74" y="72"/>
                  </a:lnTo>
                  <a:lnTo>
                    <a:pt x="74" y="72"/>
                  </a:lnTo>
                  <a:lnTo>
                    <a:pt x="74" y="72"/>
                  </a:lnTo>
                  <a:lnTo>
                    <a:pt x="74" y="72"/>
                  </a:lnTo>
                  <a:lnTo>
                    <a:pt x="78" y="74"/>
                  </a:lnTo>
                  <a:lnTo>
                    <a:pt x="78" y="74"/>
                  </a:lnTo>
                  <a:lnTo>
                    <a:pt x="78" y="74"/>
                  </a:lnTo>
                  <a:lnTo>
                    <a:pt x="78" y="74"/>
                  </a:lnTo>
                  <a:lnTo>
                    <a:pt x="82" y="74"/>
                  </a:lnTo>
                  <a:lnTo>
                    <a:pt x="82" y="74"/>
                  </a:lnTo>
                  <a:lnTo>
                    <a:pt x="82" y="78"/>
                  </a:lnTo>
                  <a:lnTo>
                    <a:pt x="82" y="78"/>
                  </a:lnTo>
                  <a:lnTo>
                    <a:pt x="82" y="78"/>
                  </a:lnTo>
                  <a:lnTo>
                    <a:pt x="82" y="78"/>
                  </a:lnTo>
                  <a:lnTo>
                    <a:pt x="82" y="78"/>
                  </a:lnTo>
                  <a:lnTo>
                    <a:pt x="82" y="78"/>
                  </a:lnTo>
                  <a:lnTo>
                    <a:pt x="82" y="78"/>
                  </a:lnTo>
                  <a:lnTo>
                    <a:pt x="82" y="78"/>
                  </a:lnTo>
                  <a:lnTo>
                    <a:pt x="82" y="78"/>
                  </a:lnTo>
                  <a:lnTo>
                    <a:pt x="86" y="78"/>
                  </a:lnTo>
                  <a:lnTo>
                    <a:pt x="86" y="82"/>
                  </a:lnTo>
                  <a:lnTo>
                    <a:pt x="86" y="82"/>
                  </a:lnTo>
                  <a:lnTo>
                    <a:pt x="86" y="82"/>
                  </a:lnTo>
                  <a:lnTo>
                    <a:pt x="86" y="86"/>
                  </a:lnTo>
                  <a:lnTo>
                    <a:pt x="86" y="86"/>
                  </a:lnTo>
                  <a:lnTo>
                    <a:pt x="86" y="86"/>
                  </a:lnTo>
                  <a:lnTo>
                    <a:pt x="90" y="86"/>
                  </a:lnTo>
                  <a:lnTo>
                    <a:pt x="90" y="86"/>
                  </a:lnTo>
                  <a:lnTo>
                    <a:pt x="90" y="90"/>
                  </a:lnTo>
                  <a:lnTo>
                    <a:pt x="90" y="90"/>
                  </a:lnTo>
                  <a:lnTo>
                    <a:pt x="90" y="90"/>
                  </a:lnTo>
                  <a:lnTo>
                    <a:pt x="90" y="90"/>
                  </a:lnTo>
                  <a:lnTo>
                    <a:pt x="94" y="94"/>
                  </a:lnTo>
                  <a:lnTo>
                    <a:pt x="94" y="94"/>
                  </a:lnTo>
                  <a:lnTo>
                    <a:pt x="94" y="94"/>
                  </a:lnTo>
                  <a:lnTo>
                    <a:pt x="94" y="90"/>
                  </a:lnTo>
                  <a:lnTo>
                    <a:pt x="94" y="90"/>
                  </a:lnTo>
                  <a:lnTo>
                    <a:pt x="94" y="90"/>
                  </a:lnTo>
                  <a:lnTo>
                    <a:pt x="98" y="94"/>
                  </a:lnTo>
                  <a:lnTo>
                    <a:pt x="98" y="94"/>
                  </a:lnTo>
                  <a:lnTo>
                    <a:pt x="98" y="94"/>
                  </a:lnTo>
                  <a:lnTo>
                    <a:pt x="94" y="94"/>
                  </a:lnTo>
                  <a:lnTo>
                    <a:pt x="90" y="98"/>
                  </a:lnTo>
                  <a:lnTo>
                    <a:pt x="90" y="98"/>
                  </a:lnTo>
                  <a:lnTo>
                    <a:pt x="90" y="98"/>
                  </a:lnTo>
                  <a:lnTo>
                    <a:pt x="90" y="100"/>
                  </a:lnTo>
                  <a:lnTo>
                    <a:pt x="90" y="100"/>
                  </a:lnTo>
                  <a:lnTo>
                    <a:pt x="90" y="98"/>
                  </a:lnTo>
                  <a:lnTo>
                    <a:pt x="90" y="98"/>
                  </a:lnTo>
                  <a:lnTo>
                    <a:pt x="90" y="98"/>
                  </a:lnTo>
                  <a:lnTo>
                    <a:pt x="86" y="98"/>
                  </a:lnTo>
                  <a:lnTo>
                    <a:pt x="86" y="98"/>
                  </a:lnTo>
                  <a:lnTo>
                    <a:pt x="86" y="98"/>
                  </a:lnTo>
                  <a:lnTo>
                    <a:pt x="86" y="98"/>
                  </a:lnTo>
                  <a:lnTo>
                    <a:pt x="86" y="98"/>
                  </a:lnTo>
                  <a:lnTo>
                    <a:pt x="86" y="98"/>
                  </a:lnTo>
                  <a:lnTo>
                    <a:pt x="86" y="98"/>
                  </a:lnTo>
                  <a:lnTo>
                    <a:pt x="86" y="98"/>
                  </a:lnTo>
                  <a:lnTo>
                    <a:pt x="86" y="98"/>
                  </a:lnTo>
                  <a:lnTo>
                    <a:pt x="82" y="98"/>
                  </a:lnTo>
                  <a:lnTo>
                    <a:pt x="82" y="94"/>
                  </a:lnTo>
                  <a:lnTo>
                    <a:pt x="82" y="94"/>
                  </a:lnTo>
                  <a:lnTo>
                    <a:pt x="82" y="94"/>
                  </a:lnTo>
                  <a:lnTo>
                    <a:pt x="82" y="94"/>
                  </a:lnTo>
                  <a:lnTo>
                    <a:pt x="82" y="94"/>
                  </a:lnTo>
                  <a:lnTo>
                    <a:pt x="82" y="94"/>
                  </a:lnTo>
                  <a:lnTo>
                    <a:pt x="82" y="94"/>
                  </a:lnTo>
                  <a:lnTo>
                    <a:pt x="82" y="90"/>
                  </a:lnTo>
                  <a:lnTo>
                    <a:pt x="78" y="90"/>
                  </a:lnTo>
                  <a:lnTo>
                    <a:pt x="78" y="90"/>
                  </a:lnTo>
                  <a:lnTo>
                    <a:pt x="78" y="90"/>
                  </a:lnTo>
                  <a:lnTo>
                    <a:pt x="78" y="90"/>
                  </a:lnTo>
                  <a:lnTo>
                    <a:pt x="78" y="90"/>
                  </a:lnTo>
                  <a:lnTo>
                    <a:pt x="78" y="90"/>
                  </a:lnTo>
                  <a:lnTo>
                    <a:pt x="78" y="86"/>
                  </a:lnTo>
                  <a:lnTo>
                    <a:pt x="78" y="86"/>
                  </a:lnTo>
                  <a:lnTo>
                    <a:pt x="78" y="86"/>
                  </a:lnTo>
                  <a:lnTo>
                    <a:pt x="78" y="86"/>
                  </a:lnTo>
                  <a:lnTo>
                    <a:pt x="78" y="86"/>
                  </a:lnTo>
                  <a:lnTo>
                    <a:pt x="74" y="86"/>
                  </a:lnTo>
                  <a:lnTo>
                    <a:pt x="74" y="82"/>
                  </a:lnTo>
                  <a:lnTo>
                    <a:pt x="74" y="82"/>
                  </a:lnTo>
                  <a:lnTo>
                    <a:pt x="74" y="82"/>
                  </a:lnTo>
                  <a:lnTo>
                    <a:pt x="74" y="82"/>
                  </a:lnTo>
                  <a:lnTo>
                    <a:pt x="74" y="82"/>
                  </a:lnTo>
                  <a:lnTo>
                    <a:pt x="72" y="82"/>
                  </a:lnTo>
                  <a:lnTo>
                    <a:pt x="68" y="78"/>
                  </a:lnTo>
                  <a:lnTo>
                    <a:pt x="68" y="78"/>
                  </a:lnTo>
                  <a:lnTo>
                    <a:pt x="68" y="78"/>
                  </a:lnTo>
                  <a:lnTo>
                    <a:pt x="68" y="74"/>
                  </a:lnTo>
                  <a:lnTo>
                    <a:pt x="68" y="74"/>
                  </a:lnTo>
                  <a:lnTo>
                    <a:pt x="68" y="74"/>
                  </a:lnTo>
                  <a:lnTo>
                    <a:pt x="68" y="74"/>
                  </a:lnTo>
                  <a:lnTo>
                    <a:pt x="68" y="74"/>
                  </a:lnTo>
                  <a:lnTo>
                    <a:pt x="68" y="72"/>
                  </a:lnTo>
                  <a:lnTo>
                    <a:pt x="64" y="72"/>
                  </a:lnTo>
                  <a:lnTo>
                    <a:pt x="64" y="72"/>
                  </a:lnTo>
                  <a:lnTo>
                    <a:pt x="64" y="68"/>
                  </a:lnTo>
                  <a:lnTo>
                    <a:pt x="64" y="68"/>
                  </a:lnTo>
                  <a:lnTo>
                    <a:pt x="64" y="68"/>
                  </a:lnTo>
                  <a:lnTo>
                    <a:pt x="60" y="68"/>
                  </a:lnTo>
                  <a:lnTo>
                    <a:pt x="60" y="68"/>
                  </a:lnTo>
                  <a:lnTo>
                    <a:pt x="60" y="68"/>
                  </a:lnTo>
                  <a:lnTo>
                    <a:pt x="60" y="68"/>
                  </a:lnTo>
                  <a:lnTo>
                    <a:pt x="60" y="68"/>
                  </a:lnTo>
                  <a:lnTo>
                    <a:pt x="60" y="68"/>
                  </a:lnTo>
                  <a:lnTo>
                    <a:pt x="56" y="68"/>
                  </a:lnTo>
                  <a:lnTo>
                    <a:pt x="56" y="68"/>
                  </a:lnTo>
                  <a:lnTo>
                    <a:pt x="56" y="64"/>
                  </a:lnTo>
                  <a:lnTo>
                    <a:pt x="56" y="64"/>
                  </a:lnTo>
                  <a:lnTo>
                    <a:pt x="56" y="64"/>
                  </a:lnTo>
                  <a:lnTo>
                    <a:pt x="56" y="64"/>
                  </a:lnTo>
                  <a:lnTo>
                    <a:pt x="56" y="64"/>
                  </a:lnTo>
                  <a:lnTo>
                    <a:pt x="52" y="64"/>
                  </a:lnTo>
                  <a:lnTo>
                    <a:pt x="52" y="64"/>
                  </a:lnTo>
                  <a:lnTo>
                    <a:pt x="52" y="64"/>
                  </a:lnTo>
                  <a:lnTo>
                    <a:pt x="52" y="64"/>
                  </a:lnTo>
                  <a:lnTo>
                    <a:pt x="52" y="64"/>
                  </a:lnTo>
                  <a:lnTo>
                    <a:pt x="48" y="64"/>
                  </a:lnTo>
                  <a:lnTo>
                    <a:pt x="48" y="64"/>
                  </a:lnTo>
                  <a:lnTo>
                    <a:pt x="48" y="64"/>
                  </a:lnTo>
                  <a:lnTo>
                    <a:pt x="48" y="64"/>
                  </a:lnTo>
                  <a:lnTo>
                    <a:pt x="48" y="64"/>
                  </a:lnTo>
                  <a:lnTo>
                    <a:pt x="48" y="64"/>
                  </a:lnTo>
                  <a:lnTo>
                    <a:pt x="48" y="64"/>
                  </a:lnTo>
                  <a:lnTo>
                    <a:pt x="46" y="64"/>
                  </a:lnTo>
                  <a:lnTo>
                    <a:pt x="46" y="60"/>
                  </a:lnTo>
                  <a:lnTo>
                    <a:pt x="46" y="64"/>
                  </a:lnTo>
                  <a:lnTo>
                    <a:pt x="42" y="64"/>
                  </a:lnTo>
                  <a:lnTo>
                    <a:pt x="42" y="64"/>
                  </a:lnTo>
                  <a:lnTo>
                    <a:pt x="42" y="64"/>
                  </a:lnTo>
                  <a:lnTo>
                    <a:pt x="42" y="64"/>
                  </a:lnTo>
                  <a:lnTo>
                    <a:pt x="42" y="60"/>
                  </a:lnTo>
                  <a:lnTo>
                    <a:pt x="42" y="60"/>
                  </a:lnTo>
                  <a:lnTo>
                    <a:pt x="42" y="60"/>
                  </a:lnTo>
                  <a:lnTo>
                    <a:pt x="38" y="60"/>
                  </a:lnTo>
                  <a:lnTo>
                    <a:pt x="38" y="60"/>
                  </a:lnTo>
                  <a:lnTo>
                    <a:pt x="38" y="60"/>
                  </a:lnTo>
                  <a:lnTo>
                    <a:pt x="38" y="60"/>
                  </a:lnTo>
                  <a:lnTo>
                    <a:pt x="38" y="64"/>
                  </a:lnTo>
                  <a:lnTo>
                    <a:pt x="38" y="64"/>
                  </a:lnTo>
                  <a:lnTo>
                    <a:pt x="34" y="64"/>
                  </a:lnTo>
                  <a:lnTo>
                    <a:pt x="30" y="64"/>
                  </a:lnTo>
                  <a:lnTo>
                    <a:pt x="30" y="64"/>
                  </a:lnTo>
                  <a:lnTo>
                    <a:pt x="26" y="64"/>
                  </a:lnTo>
                  <a:lnTo>
                    <a:pt x="26" y="60"/>
                  </a:lnTo>
                  <a:lnTo>
                    <a:pt x="26" y="60"/>
                  </a:lnTo>
                  <a:lnTo>
                    <a:pt x="26" y="60"/>
                  </a:lnTo>
                  <a:lnTo>
                    <a:pt x="26" y="60"/>
                  </a:lnTo>
                  <a:lnTo>
                    <a:pt x="26" y="60"/>
                  </a:lnTo>
                  <a:lnTo>
                    <a:pt x="22" y="60"/>
                  </a:lnTo>
                  <a:lnTo>
                    <a:pt x="22" y="60"/>
                  </a:lnTo>
                  <a:lnTo>
                    <a:pt x="22" y="56"/>
                  </a:lnTo>
                  <a:lnTo>
                    <a:pt x="22" y="56"/>
                  </a:lnTo>
                  <a:lnTo>
                    <a:pt x="22" y="56"/>
                  </a:lnTo>
                  <a:lnTo>
                    <a:pt x="22" y="56"/>
                  </a:lnTo>
                  <a:lnTo>
                    <a:pt x="22" y="56"/>
                  </a:lnTo>
                  <a:lnTo>
                    <a:pt x="22" y="60"/>
                  </a:lnTo>
                  <a:lnTo>
                    <a:pt x="18" y="64"/>
                  </a:lnTo>
                  <a:lnTo>
                    <a:pt x="18" y="72"/>
                  </a:lnTo>
                  <a:lnTo>
                    <a:pt x="16" y="72"/>
                  </a:lnTo>
                  <a:lnTo>
                    <a:pt x="16" y="68"/>
                  </a:lnTo>
                  <a:lnTo>
                    <a:pt x="16" y="64"/>
                  </a:lnTo>
                  <a:lnTo>
                    <a:pt x="16" y="64"/>
                  </a:lnTo>
                  <a:lnTo>
                    <a:pt x="16" y="64"/>
                  </a:lnTo>
                  <a:lnTo>
                    <a:pt x="12" y="64"/>
                  </a:lnTo>
                  <a:lnTo>
                    <a:pt x="12" y="64"/>
                  </a:lnTo>
                  <a:lnTo>
                    <a:pt x="12" y="64"/>
                  </a:lnTo>
                  <a:lnTo>
                    <a:pt x="12" y="64"/>
                  </a:lnTo>
                  <a:lnTo>
                    <a:pt x="12" y="64"/>
                  </a:lnTo>
                  <a:lnTo>
                    <a:pt x="12" y="68"/>
                  </a:lnTo>
                  <a:lnTo>
                    <a:pt x="12" y="68"/>
                  </a:lnTo>
                  <a:lnTo>
                    <a:pt x="8" y="68"/>
                  </a:lnTo>
                  <a:lnTo>
                    <a:pt x="8" y="68"/>
                  </a:lnTo>
                  <a:lnTo>
                    <a:pt x="8" y="68"/>
                  </a:lnTo>
                  <a:lnTo>
                    <a:pt x="8" y="68"/>
                  </a:lnTo>
                  <a:lnTo>
                    <a:pt x="4" y="68"/>
                  </a:lnTo>
                  <a:lnTo>
                    <a:pt x="4" y="68"/>
                  </a:lnTo>
                  <a:lnTo>
                    <a:pt x="4" y="68"/>
                  </a:lnTo>
                  <a:lnTo>
                    <a:pt x="4" y="68"/>
                  </a:lnTo>
                  <a:lnTo>
                    <a:pt x="4" y="68"/>
                  </a:lnTo>
                  <a:lnTo>
                    <a:pt x="4" y="64"/>
                  </a:lnTo>
                  <a:lnTo>
                    <a:pt x="0" y="52"/>
                  </a:lnTo>
                  <a:lnTo>
                    <a:pt x="0" y="52"/>
                  </a:lnTo>
                  <a:lnTo>
                    <a:pt x="0" y="52"/>
                  </a:lnTo>
                  <a:lnTo>
                    <a:pt x="4" y="48"/>
                  </a:lnTo>
                  <a:lnTo>
                    <a:pt x="4" y="48"/>
                  </a:lnTo>
                  <a:lnTo>
                    <a:pt x="4" y="44"/>
                  </a:lnTo>
                  <a:lnTo>
                    <a:pt x="4" y="44"/>
                  </a:lnTo>
                  <a:lnTo>
                    <a:pt x="4" y="42"/>
                  </a:lnTo>
                  <a:lnTo>
                    <a:pt x="4" y="42"/>
                  </a:lnTo>
                  <a:lnTo>
                    <a:pt x="8" y="42"/>
                  </a:lnTo>
                  <a:lnTo>
                    <a:pt x="8" y="38"/>
                  </a:lnTo>
                  <a:lnTo>
                    <a:pt x="8" y="34"/>
                  </a:lnTo>
                  <a:lnTo>
                    <a:pt x="8" y="34"/>
                  </a:lnTo>
                  <a:lnTo>
                    <a:pt x="8" y="34"/>
                  </a:lnTo>
                  <a:lnTo>
                    <a:pt x="8" y="30"/>
                  </a:lnTo>
                  <a:lnTo>
                    <a:pt x="8" y="30"/>
                  </a:lnTo>
                  <a:lnTo>
                    <a:pt x="8" y="30"/>
                  </a:lnTo>
                  <a:lnTo>
                    <a:pt x="8" y="26"/>
                  </a:lnTo>
                  <a:lnTo>
                    <a:pt x="8" y="26"/>
                  </a:lnTo>
                  <a:lnTo>
                    <a:pt x="8" y="26"/>
                  </a:lnTo>
                  <a:lnTo>
                    <a:pt x="8" y="26"/>
                  </a:lnTo>
                  <a:lnTo>
                    <a:pt x="8" y="26"/>
                  </a:lnTo>
                  <a:lnTo>
                    <a:pt x="8" y="22"/>
                  </a:lnTo>
                  <a:lnTo>
                    <a:pt x="8" y="22"/>
                  </a:lnTo>
                  <a:lnTo>
                    <a:pt x="8" y="22"/>
                  </a:lnTo>
                  <a:lnTo>
                    <a:pt x="8" y="18"/>
                  </a:lnTo>
                  <a:lnTo>
                    <a:pt x="8" y="18"/>
                  </a:lnTo>
                  <a:lnTo>
                    <a:pt x="12" y="18"/>
                  </a:lnTo>
                  <a:lnTo>
                    <a:pt x="12" y="18"/>
                  </a:lnTo>
                  <a:lnTo>
                    <a:pt x="12" y="18"/>
                  </a:lnTo>
                  <a:lnTo>
                    <a:pt x="12" y="18"/>
                  </a:lnTo>
                  <a:lnTo>
                    <a:pt x="16" y="18"/>
                  </a:lnTo>
                  <a:lnTo>
                    <a:pt x="16" y="18"/>
                  </a:lnTo>
                  <a:lnTo>
                    <a:pt x="16" y="18"/>
                  </a:lnTo>
                  <a:lnTo>
                    <a:pt x="16" y="16"/>
                  </a:lnTo>
                  <a:lnTo>
                    <a:pt x="16" y="16"/>
                  </a:lnTo>
                  <a:lnTo>
                    <a:pt x="16" y="16"/>
                  </a:lnTo>
                  <a:lnTo>
                    <a:pt x="16" y="16"/>
                  </a:lnTo>
                  <a:lnTo>
                    <a:pt x="18" y="12"/>
                  </a:lnTo>
                  <a:lnTo>
                    <a:pt x="18" y="12"/>
                  </a:lnTo>
                  <a:lnTo>
                    <a:pt x="18" y="12"/>
                  </a:lnTo>
                  <a:lnTo>
                    <a:pt x="22" y="12"/>
                  </a:lnTo>
                  <a:lnTo>
                    <a:pt x="22" y="12"/>
                  </a:lnTo>
                  <a:lnTo>
                    <a:pt x="22" y="12"/>
                  </a:lnTo>
                  <a:lnTo>
                    <a:pt x="22" y="12"/>
                  </a:lnTo>
                  <a:lnTo>
                    <a:pt x="22" y="8"/>
                  </a:lnTo>
                  <a:lnTo>
                    <a:pt x="26" y="12"/>
                  </a:lnTo>
                  <a:lnTo>
                    <a:pt x="26" y="12"/>
                  </a:lnTo>
                  <a:lnTo>
                    <a:pt x="26" y="12"/>
                  </a:lnTo>
                  <a:lnTo>
                    <a:pt x="30" y="8"/>
                  </a:lnTo>
                  <a:lnTo>
                    <a:pt x="30" y="4"/>
                  </a:lnTo>
                  <a:lnTo>
                    <a:pt x="30" y="4"/>
                  </a:lnTo>
                  <a:lnTo>
                    <a:pt x="30" y="4"/>
                  </a:lnTo>
                  <a:lnTo>
                    <a:pt x="30" y="0"/>
                  </a:lnTo>
                  <a:lnTo>
                    <a:pt x="34" y="4"/>
                  </a:lnTo>
                  <a:lnTo>
                    <a:pt x="34" y="4"/>
                  </a:lnTo>
                  <a:lnTo>
                    <a:pt x="34" y="4"/>
                  </a:lnTo>
                  <a:lnTo>
                    <a:pt x="34" y="8"/>
                  </a:lnTo>
                  <a:lnTo>
                    <a:pt x="34" y="8"/>
                  </a:lnTo>
                  <a:lnTo>
                    <a:pt x="38" y="12"/>
                  </a:lnTo>
                  <a:lnTo>
                    <a:pt x="38" y="12"/>
                  </a:lnTo>
                  <a:lnTo>
                    <a:pt x="38" y="16"/>
                  </a:lnTo>
                  <a:lnTo>
                    <a:pt x="38" y="18"/>
                  </a:lnTo>
                  <a:lnTo>
                    <a:pt x="38" y="22"/>
                  </a:lnTo>
                  <a:lnTo>
                    <a:pt x="38" y="22"/>
                  </a:lnTo>
                  <a:lnTo>
                    <a:pt x="42" y="22"/>
                  </a:lnTo>
                  <a:lnTo>
                    <a:pt x="42" y="26"/>
                  </a:lnTo>
                  <a:lnTo>
                    <a:pt x="42" y="26"/>
                  </a:lnTo>
                  <a:lnTo>
                    <a:pt x="42" y="26"/>
                  </a:lnTo>
                  <a:lnTo>
                    <a:pt x="42" y="26"/>
                  </a:lnTo>
                  <a:lnTo>
                    <a:pt x="42" y="26"/>
                  </a:lnTo>
                  <a:lnTo>
                    <a:pt x="42" y="30"/>
                  </a:lnTo>
                  <a:lnTo>
                    <a:pt x="42" y="30"/>
                  </a:lnTo>
                  <a:lnTo>
                    <a:pt x="42" y="30"/>
                  </a:lnTo>
                  <a:lnTo>
                    <a:pt x="42" y="30"/>
                  </a:lnTo>
                  <a:lnTo>
                    <a:pt x="42" y="30"/>
                  </a:lnTo>
                  <a:close/>
                  <a:moveTo>
                    <a:pt x="52" y="38"/>
                  </a:moveTo>
                  <a:lnTo>
                    <a:pt x="52" y="38"/>
                  </a:lnTo>
                  <a:lnTo>
                    <a:pt x="52" y="38"/>
                  </a:lnTo>
                  <a:lnTo>
                    <a:pt x="52" y="42"/>
                  </a:lnTo>
                  <a:lnTo>
                    <a:pt x="52" y="42"/>
                  </a:lnTo>
                  <a:lnTo>
                    <a:pt x="52" y="42"/>
                  </a:lnTo>
                  <a:lnTo>
                    <a:pt x="52" y="42"/>
                  </a:lnTo>
                  <a:lnTo>
                    <a:pt x="52" y="42"/>
                  </a:lnTo>
                  <a:lnTo>
                    <a:pt x="52" y="42"/>
                  </a:lnTo>
                  <a:lnTo>
                    <a:pt x="52" y="42"/>
                  </a:lnTo>
                  <a:lnTo>
                    <a:pt x="52" y="42"/>
                  </a:lnTo>
                  <a:lnTo>
                    <a:pt x="56" y="42"/>
                  </a:lnTo>
                  <a:lnTo>
                    <a:pt x="56" y="42"/>
                  </a:lnTo>
                  <a:lnTo>
                    <a:pt x="56" y="42"/>
                  </a:lnTo>
                  <a:lnTo>
                    <a:pt x="56" y="42"/>
                  </a:lnTo>
                  <a:lnTo>
                    <a:pt x="56" y="42"/>
                  </a:lnTo>
                  <a:lnTo>
                    <a:pt x="56" y="42"/>
                  </a:lnTo>
                  <a:lnTo>
                    <a:pt x="56" y="42"/>
                  </a:lnTo>
                  <a:lnTo>
                    <a:pt x="56" y="42"/>
                  </a:lnTo>
                  <a:lnTo>
                    <a:pt x="56" y="42"/>
                  </a:lnTo>
                  <a:lnTo>
                    <a:pt x="56" y="42"/>
                  </a:lnTo>
                  <a:lnTo>
                    <a:pt x="56" y="42"/>
                  </a:lnTo>
                  <a:lnTo>
                    <a:pt x="56" y="42"/>
                  </a:lnTo>
                  <a:lnTo>
                    <a:pt x="56" y="44"/>
                  </a:lnTo>
                  <a:lnTo>
                    <a:pt x="56" y="44"/>
                  </a:lnTo>
                  <a:lnTo>
                    <a:pt x="56" y="44"/>
                  </a:lnTo>
                  <a:lnTo>
                    <a:pt x="56" y="44"/>
                  </a:lnTo>
                  <a:lnTo>
                    <a:pt x="56" y="44"/>
                  </a:lnTo>
                  <a:lnTo>
                    <a:pt x="52" y="44"/>
                  </a:lnTo>
                  <a:lnTo>
                    <a:pt x="52" y="44"/>
                  </a:lnTo>
                  <a:lnTo>
                    <a:pt x="52" y="44"/>
                  </a:lnTo>
                  <a:lnTo>
                    <a:pt x="52" y="44"/>
                  </a:lnTo>
                  <a:lnTo>
                    <a:pt x="52" y="44"/>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42"/>
                  </a:lnTo>
                  <a:lnTo>
                    <a:pt x="52" y="38"/>
                  </a:lnTo>
                  <a:lnTo>
                    <a:pt x="52" y="38"/>
                  </a:lnTo>
                  <a:lnTo>
                    <a:pt x="52" y="38"/>
                  </a:lnTo>
                  <a:lnTo>
                    <a:pt x="52"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0" name="Freeform 145"/>
            <p:cNvSpPr>
              <a:spLocks noChangeAspect="1"/>
            </p:cNvSpPr>
            <p:nvPr/>
          </p:nvSpPr>
          <p:spPr bwMode="gray">
            <a:xfrm>
              <a:off x="5610442" y="4074454"/>
              <a:ext cx="368724" cy="344374"/>
            </a:xfrm>
            <a:custGeom>
              <a:avLst/>
              <a:gdLst>
                <a:gd name="T0" fmla="*/ 172 w 212"/>
                <a:gd name="T1" fmla="*/ 172 h 198"/>
                <a:gd name="T2" fmla="*/ 152 w 212"/>
                <a:gd name="T3" fmla="*/ 172 h 198"/>
                <a:gd name="T4" fmla="*/ 142 w 212"/>
                <a:gd name="T5" fmla="*/ 176 h 198"/>
                <a:gd name="T6" fmla="*/ 134 w 212"/>
                <a:gd name="T7" fmla="*/ 184 h 198"/>
                <a:gd name="T8" fmla="*/ 122 w 212"/>
                <a:gd name="T9" fmla="*/ 188 h 198"/>
                <a:gd name="T10" fmla="*/ 108 w 212"/>
                <a:gd name="T11" fmla="*/ 184 h 198"/>
                <a:gd name="T12" fmla="*/ 96 w 212"/>
                <a:gd name="T13" fmla="*/ 194 h 198"/>
                <a:gd name="T14" fmla="*/ 90 w 212"/>
                <a:gd name="T15" fmla="*/ 194 h 198"/>
                <a:gd name="T16" fmla="*/ 78 w 212"/>
                <a:gd name="T17" fmla="*/ 194 h 198"/>
                <a:gd name="T18" fmla="*/ 60 w 212"/>
                <a:gd name="T19" fmla="*/ 184 h 198"/>
                <a:gd name="T20" fmla="*/ 48 w 212"/>
                <a:gd name="T21" fmla="*/ 180 h 198"/>
                <a:gd name="T22" fmla="*/ 40 w 212"/>
                <a:gd name="T23" fmla="*/ 168 h 198"/>
                <a:gd name="T24" fmla="*/ 32 w 212"/>
                <a:gd name="T25" fmla="*/ 162 h 198"/>
                <a:gd name="T26" fmla="*/ 30 w 212"/>
                <a:gd name="T27" fmla="*/ 150 h 198"/>
                <a:gd name="T28" fmla="*/ 22 w 212"/>
                <a:gd name="T29" fmla="*/ 142 h 198"/>
                <a:gd name="T30" fmla="*/ 14 w 212"/>
                <a:gd name="T31" fmla="*/ 132 h 198"/>
                <a:gd name="T32" fmla="*/ 4 w 212"/>
                <a:gd name="T33" fmla="*/ 124 h 198"/>
                <a:gd name="T34" fmla="*/ 4 w 212"/>
                <a:gd name="T35" fmla="*/ 112 h 198"/>
                <a:gd name="T36" fmla="*/ 14 w 212"/>
                <a:gd name="T37" fmla="*/ 110 h 198"/>
                <a:gd name="T38" fmla="*/ 18 w 212"/>
                <a:gd name="T39" fmla="*/ 90 h 198"/>
                <a:gd name="T40" fmla="*/ 18 w 212"/>
                <a:gd name="T41" fmla="*/ 76 h 198"/>
                <a:gd name="T42" fmla="*/ 30 w 212"/>
                <a:gd name="T43" fmla="*/ 72 h 198"/>
                <a:gd name="T44" fmla="*/ 30 w 212"/>
                <a:gd name="T45" fmla="*/ 56 h 198"/>
                <a:gd name="T46" fmla="*/ 36 w 212"/>
                <a:gd name="T47" fmla="*/ 42 h 198"/>
                <a:gd name="T48" fmla="*/ 44 w 212"/>
                <a:gd name="T49" fmla="*/ 34 h 198"/>
                <a:gd name="T50" fmla="*/ 48 w 212"/>
                <a:gd name="T51" fmla="*/ 16 h 198"/>
                <a:gd name="T52" fmla="*/ 60 w 212"/>
                <a:gd name="T53" fmla="*/ 8 h 198"/>
                <a:gd name="T54" fmla="*/ 66 w 212"/>
                <a:gd name="T55" fmla="*/ 16 h 198"/>
                <a:gd name="T56" fmla="*/ 70 w 212"/>
                <a:gd name="T57" fmla="*/ 4 h 198"/>
                <a:gd name="T58" fmla="*/ 82 w 212"/>
                <a:gd name="T59" fmla="*/ 8 h 198"/>
                <a:gd name="T60" fmla="*/ 90 w 212"/>
                <a:gd name="T61" fmla="*/ 8 h 198"/>
                <a:gd name="T62" fmla="*/ 96 w 212"/>
                <a:gd name="T63" fmla="*/ 8 h 198"/>
                <a:gd name="T64" fmla="*/ 108 w 212"/>
                <a:gd name="T65" fmla="*/ 12 h 198"/>
                <a:gd name="T66" fmla="*/ 116 w 212"/>
                <a:gd name="T67" fmla="*/ 20 h 198"/>
                <a:gd name="T68" fmla="*/ 122 w 212"/>
                <a:gd name="T69" fmla="*/ 30 h 198"/>
                <a:gd name="T70" fmla="*/ 130 w 212"/>
                <a:gd name="T71" fmla="*/ 38 h 198"/>
                <a:gd name="T72" fmla="*/ 130 w 212"/>
                <a:gd name="T73" fmla="*/ 46 h 198"/>
                <a:gd name="T74" fmla="*/ 122 w 212"/>
                <a:gd name="T75" fmla="*/ 60 h 198"/>
                <a:gd name="T76" fmla="*/ 130 w 212"/>
                <a:gd name="T77" fmla="*/ 68 h 198"/>
                <a:gd name="T78" fmla="*/ 142 w 212"/>
                <a:gd name="T79" fmla="*/ 72 h 198"/>
                <a:gd name="T80" fmla="*/ 142 w 212"/>
                <a:gd name="T81" fmla="*/ 82 h 198"/>
                <a:gd name="T82" fmla="*/ 148 w 212"/>
                <a:gd name="T83" fmla="*/ 94 h 198"/>
                <a:gd name="T84" fmla="*/ 164 w 212"/>
                <a:gd name="T85" fmla="*/ 106 h 198"/>
                <a:gd name="T86" fmla="*/ 186 w 212"/>
                <a:gd name="T87" fmla="*/ 112 h 198"/>
                <a:gd name="T88" fmla="*/ 198 w 212"/>
                <a:gd name="T89" fmla="*/ 120 h 198"/>
                <a:gd name="T90" fmla="*/ 208 w 212"/>
                <a:gd name="T91" fmla="*/ 124 h 198"/>
                <a:gd name="T92" fmla="*/ 186 w 212"/>
                <a:gd name="T93" fmla="*/ 150 h 198"/>
                <a:gd name="T94" fmla="*/ 178 w 212"/>
                <a:gd name="T95" fmla="*/ 162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12" h="198">
                  <a:moveTo>
                    <a:pt x="178" y="162"/>
                  </a:moveTo>
                  <a:lnTo>
                    <a:pt x="176" y="164"/>
                  </a:lnTo>
                  <a:lnTo>
                    <a:pt x="172" y="168"/>
                  </a:lnTo>
                  <a:lnTo>
                    <a:pt x="172" y="172"/>
                  </a:lnTo>
                  <a:lnTo>
                    <a:pt x="164" y="172"/>
                  </a:lnTo>
                  <a:lnTo>
                    <a:pt x="160" y="172"/>
                  </a:lnTo>
                  <a:lnTo>
                    <a:pt x="156" y="172"/>
                  </a:lnTo>
                  <a:lnTo>
                    <a:pt x="152" y="172"/>
                  </a:lnTo>
                  <a:lnTo>
                    <a:pt x="148" y="172"/>
                  </a:lnTo>
                  <a:lnTo>
                    <a:pt x="148" y="176"/>
                  </a:lnTo>
                  <a:lnTo>
                    <a:pt x="146" y="176"/>
                  </a:lnTo>
                  <a:lnTo>
                    <a:pt x="142" y="176"/>
                  </a:lnTo>
                  <a:lnTo>
                    <a:pt x="142" y="180"/>
                  </a:lnTo>
                  <a:lnTo>
                    <a:pt x="142" y="184"/>
                  </a:lnTo>
                  <a:lnTo>
                    <a:pt x="138" y="184"/>
                  </a:lnTo>
                  <a:lnTo>
                    <a:pt x="134" y="184"/>
                  </a:lnTo>
                  <a:lnTo>
                    <a:pt x="130" y="184"/>
                  </a:lnTo>
                  <a:lnTo>
                    <a:pt x="130" y="188"/>
                  </a:lnTo>
                  <a:lnTo>
                    <a:pt x="126" y="188"/>
                  </a:lnTo>
                  <a:lnTo>
                    <a:pt x="122" y="188"/>
                  </a:lnTo>
                  <a:lnTo>
                    <a:pt x="118" y="188"/>
                  </a:lnTo>
                  <a:lnTo>
                    <a:pt x="116" y="188"/>
                  </a:lnTo>
                  <a:lnTo>
                    <a:pt x="112" y="184"/>
                  </a:lnTo>
                  <a:lnTo>
                    <a:pt x="108" y="184"/>
                  </a:lnTo>
                  <a:lnTo>
                    <a:pt x="104" y="188"/>
                  </a:lnTo>
                  <a:lnTo>
                    <a:pt x="100" y="188"/>
                  </a:lnTo>
                  <a:lnTo>
                    <a:pt x="96" y="192"/>
                  </a:lnTo>
                  <a:lnTo>
                    <a:pt x="96" y="194"/>
                  </a:lnTo>
                  <a:lnTo>
                    <a:pt x="92" y="194"/>
                  </a:lnTo>
                  <a:lnTo>
                    <a:pt x="92" y="198"/>
                  </a:lnTo>
                  <a:lnTo>
                    <a:pt x="90" y="198"/>
                  </a:lnTo>
                  <a:lnTo>
                    <a:pt x="90" y="194"/>
                  </a:lnTo>
                  <a:lnTo>
                    <a:pt x="90" y="198"/>
                  </a:lnTo>
                  <a:lnTo>
                    <a:pt x="86" y="194"/>
                  </a:lnTo>
                  <a:lnTo>
                    <a:pt x="82" y="194"/>
                  </a:lnTo>
                  <a:lnTo>
                    <a:pt x="78" y="194"/>
                  </a:lnTo>
                  <a:lnTo>
                    <a:pt x="74" y="194"/>
                  </a:lnTo>
                  <a:lnTo>
                    <a:pt x="70" y="194"/>
                  </a:lnTo>
                  <a:lnTo>
                    <a:pt x="70" y="192"/>
                  </a:lnTo>
                  <a:lnTo>
                    <a:pt x="60" y="184"/>
                  </a:lnTo>
                  <a:lnTo>
                    <a:pt x="60" y="180"/>
                  </a:lnTo>
                  <a:lnTo>
                    <a:pt x="56" y="180"/>
                  </a:lnTo>
                  <a:lnTo>
                    <a:pt x="52" y="180"/>
                  </a:lnTo>
                  <a:lnTo>
                    <a:pt x="48" y="180"/>
                  </a:lnTo>
                  <a:lnTo>
                    <a:pt x="44" y="180"/>
                  </a:lnTo>
                  <a:lnTo>
                    <a:pt x="40" y="180"/>
                  </a:lnTo>
                  <a:lnTo>
                    <a:pt x="40" y="176"/>
                  </a:lnTo>
                  <a:lnTo>
                    <a:pt x="40" y="168"/>
                  </a:lnTo>
                  <a:lnTo>
                    <a:pt x="40" y="164"/>
                  </a:lnTo>
                  <a:lnTo>
                    <a:pt x="36" y="164"/>
                  </a:lnTo>
                  <a:lnTo>
                    <a:pt x="32" y="164"/>
                  </a:lnTo>
                  <a:lnTo>
                    <a:pt x="32" y="162"/>
                  </a:lnTo>
                  <a:lnTo>
                    <a:pt x="30" y="162"/>
                  </a:lnTo>
                  <a:lnTo>
                    <a:pt x="30" y="158"/>
                  </a:lnTo>
                  <a:lnTo>
                    <a:pt x="30" y="154"/>
                  </a:lnTo>
                  <a:lnTo>
                    <a:pt x="30" y="150"/>
                  </a:lnTo>
                  <a:lnTo>
                    <a:pt x="26" y="150"/>
                  </a:lnTo>
                  <a:lnTo>
                    <a:pt x="26" y="146"/>
                  </a:lnTo>
                  <a:lnTo>
                    <a:pt x="26" y="142"/>
                  </a:lnTo>
                  <a:lnTo>
                    <a:pt x="22" y="142"/>
                  </a:lnTo>
                  <a:lnTo>
                    <a:pt x="22" y="138"/>
                  </a:lnTo>
                  <a:lnTo>
                    <a:pt x="18" y="138"/>
                  </a:lnTo>
                  <a:lnTo>
                    <a:pt x="18" y="136"/>
                  </a:lnTo>
                  <a:lnTo>
                    <a:pt x="14" y="132"/>
                  </a:lnTo>
                  <a:lnTo>
                    <a:pt x="14" y="128"/>
                  </a:lnTo>
                  <a:lnTo>
                    <a:pt x="10" y="124"/>
                  </a:lnTo>
                  <a:lnTo>
                    <a:pt x="6" y="124"/>
                  </a:lnTo>
                  <a:lnTo>
                    <a:pt x="4" y="124"/>
                  </a:lnTo>
                  <a:lnTo>
                    <a:pt x="0" y="124"/>
                  </a:lnTo>
                  <a:lnTo>
                    <a:pt x="0" y="120"/>
                  </a:lnTo>
                  <a:lnTo>
                    <a:pt x="4" y="116"/>
                  </a:lnTo>
                  <a:lnTo>
                    <a:pt x="4" y="112"/>
                  </a:lnTo>
                  <a:lnTo>
                    <a:pt x="6" y="112"/>
                  </a:lnTo>
                  <a:lnTo>
                    <a:pt x="10" y="112"/>
                  </a:lnTo>
                  <a:lnTo>
                    <a:pt x="14" y="112"/>
                  </a:lnTo>
                  <a:lnTo>
                    <a:pt x="14" y="110"/>
                  </a:lnTo>
                  <a:lnTo>
                    <a:pt x="18" y="106"/>
                  </a:lnTo>
                  <a:lnTo>
                    <a:pt x="18" y="102"/>
                  </a:lnTo>
                  <a:lnTo>
                    <a:pt x="14" y="94"/>
                  </a:lnTo>
                  <a:lnTo>
                    <a:pt x="18" y="90"/>
                  </a:lnTo>
                  <a:lnTo>
                    <a:pt x="18" y="86"/>
                  </a:lnTo>
                  <a:lnTo>
                    <a:pt x="18" y="82"/>
                  </a:lnTo>
                  <a:lnTo>
                    <a:pt x="18" y="80"/>
                  </a:lnTo>
                  <a:lnTo>
                    <a:pt x="18" y="76"/>
                  </a:lnTo>
                  <a:lnTo>
                    <a:pt x="22" y="72"/>
                  </a:lnTo>
                  <a:lnTo>
                    <a:pt x="22" y="68"/>
                  </a:lnTo>
                  <a:lnTo>
                    <a:pt x="26" y="72"/>
                  </a:lnTo>
                  <a:lnTo>
                    <a:pt x="30" y="72"/>
                  </a:lnTo>
                  <a:lnTo>
                    <a:pt x="30" y="68"/>
                  </a:lnTo>
                  <a:lnTo>
                    <a:pt x="30" y="64"/>
                  </a:lnTo>
                  <a:lnTo>
                    <a:pt x="30" y="60"/>
                  </a:lnTo>
                  <a:lnTo>
                    <a:pt x="30" y="56"/>
                  </a:lnTo>
                  <a:lnTo>
                    <a:pt x="30" y="54"/>
                  </a:lnTo>
                  <a:lnTo>
                    <a:pt x="32" y="54"/>
                  </a:lnTo>
                  <a:lnTo>
                    <a:pt x="32" y="50"/>
                  </a:lnTo>
                  <a:lnTo>
                    <a:pt x="36" y="42"/>
                  </a:lnTo>
                  <a:lnTo>
                    <a:pt x="36" y="38"/>
                  </a:lnTo>
                  <a:lnTo>
                    <a:pt x="40" y="38"/>
                  </a:lnTo>
                  <a:lnTo>
                    <a:pt x="44" y="38"/>
                  </a:lnTo>
                  <a:lnTo>
                    <a:pt x="44" y="34"/>
                  </a:lnTo>
                  <a:lnTo>
                    <a:pt x="48" y="26"/>
                  </a:lnTo>
                  <a:lnTo>
                    <a:pt x="48" y="24"/>
                  </a:lnTo>
                  <a:lnTo>
                    <a:pt x="48" y="20"/>
                  </a:lnTo>
                  <a:lnTo>
                    <a:pt x="48" y="16"/>
                  </a:lnTo>
                  <a:lnTo>
                    <a:pt x="52" y="12"/>
                  </a:lnTo>
                  <a:lnTo>
                    <a:pt x="56" y="12"/>
                  </a:lnTo>
                  <a:lnTo>
                    <a:pt x="60" y="12"/>
                  </a:lnTo>
                  <a:lnTo>
                    <a:pt x="60" y="8"/>
                  </a:lnTo>
                  <a:lnTo>
                    <a:pt x="62" y="8"/>
                  </a:lnTo>
                  <a:lnTo>
                    <a:pt x="62" y="12"/>
                  </a:lnTo>
                  <a:lnTo>
                    <a:pt x="62" y="16"/>
                  </a:lnTo>
                  <a:lnTo>
                    <a:pt x="66" y="16"/>
                  </a:lnTo>
                  <a:lnTo>
                    <a:pt x="66" y="8"/>
                  </a:lnTo>
                  <a:lnTo>
                    <a:pt x="70" y="4"/>
                  </a:lnTo>
                  <a:lnTo>
                    <a:pt x="70" y="0"/>
                  </a:lnTo>
                  <a:lnTo>
                    <a:pt x="70" y="4"/>
                  </a:lnTo>
                  <a:lnTo>
                    <a:pt x="74" y="4"/>
                  </a:lnTo>
                  <a:lnTo>
                    <a:pt x="74" y="8"/>
                  </a:lnTo>
                  <a:lnTo>
                    <a:pt x="78" y="8"/>
                  </a:lnTo>
                  <a:lnTo>
                    <a:pt x="82" y="8"/>
                  </a:lnTo>
                  <a:lnTo>
                    <a:pt x="86" y="8"/>
                  </a:lnTo>
                  <a:lnTo>
                    <a:pt x="86" y="4"/>
                  </a:lnTo>
                  <a:lnTo>
                    <a:pt x="90" y="4"/>
                  </a:lnTo>
                  <a:lnTo>
                    <a:pt x="90" y="8"/>
                  </a:lnTo>
                  <a:lnTo>
                    <a:pt x="92" y="8"/>
                  </a:lnTo>
                  <a:lnTo>
                    <a:pt x="92" y="4"/>
                  </a:lnTo>
                  <a:lnTo>
                    <a:pt x="92" y="8"/>
                  </a:lnTo>
                  <a:lnTo>
                    <a:pt x="96" y="8"/>
                  </a:lnTo>
                  <a:lnTo>
                    <a:pt x="100" y="8"/>
                  </a:lnTo>
                  <a:lnTo>
                    <a:pt x="104" y="8"/>
                  </a:lnTo>
                  <a:lnTo>
                    <a:pt x="104" y="12"/>
                  </a:lnTo>
                  <a:lnTo>
                    <a:pt x="108" y="12"/>
                  </a:lnTo>
                  <a:lnTo>
                    <a:pt x="112" y="12"/>
                  </a:lnTo>
                  <a:lnTo>
                    <a:pt x="112" y="16"/>
                  </a:lnTo>
                  <a:lnTo>
                    <a:pt x="116" y="16"/>
                  </a:lnTo>
                  <a:lnTo>
                    <a:pt x="116" y="20"/>
                  </a:lnTo>
                  <a:lnTo>
                    <a:pt x="116" y="24"/>
                  </a:lnTo>
                  <a:lnTo>
                    <a:pt x="118" y="26"/>
                  </a:lnTo>
                  <a:lnTo>
                    <a:pt x="122" y="26"/>
                  </a:lnTo>
                  <a:lnTo>
                    <a:pt x="122" y="30"/>
                  </a:lnTo>
                  <a:lnTo>
                    <a:pt x="126" y="30"/>
                  </a:lnTo>
                  <a:lnTo>
                    <a:pt x="126" y="34"/>
                  </a:lnTo>
                  <a:lnTo>
                    <a:pt x="130" y="34"/>
                  </a:lnTo>
                  <a:lnTo>
                    <a:pt x="130" y="38"/>
                  </a:lnTo>
                  <a:lnTo>
                    <a:pt x="130" y="42"/>
                  </a:lnTo>
                  <a:lnTo>
                    <a:pt x="134" y="42"/>
                  </a:lnTo>
                  <a:lnTo>
                    <a:pt x="134" y="46"/>
                  </a:lnTo>
                  <a:lnTo>
                    <a:pt x="130" y="46"/>
                  </a:lnTo>
                  <a:lnTo>
                    <a:pt x="130" y="50"/>
                  </a:lnTo>
                  <a:lnTo>
                    <a:pt x="126" y="54"/>
                  </a:lnTo>
                  <a:lnTo>
                    <a:pt x="126" y="56"/>
                  </a:lnTo>
                  <a:lnTo>
                    <a:pt x="122" y="60"/>
                  </a:lnTo>
                  <a:lnTo>
                    <a:pt x="126" y="60"/>
                  </a:lnTo>
                  <a:lnTo>
                    <a:pt x="126" y="64"/>
                  </a:lnTo>
                  <a:lnTo>
                    <a:pt x="126" y="68"/>
                  </a:lnTo>
                  <a:lnTo>
                    <a:pt x="130" y="68"/>
                  </a:lnTo>
                  <a:lnTo>
                    <a:pt x="134" y="68"/>
                  </a:lnTo>
                  <a:lnTo>
                    <a:pt x="138" y="68"/>
                  </a:lnTo>
                  <a:lnTo>
                    <a:pt x="142" y="68"/>
                  </a:lnTo>
                  <a:lnTo>
                    <a:pt x="142" y="72"/>
                  </a:lnTo>
                  <a:lnTo>
                    <a:pt x="138" y="72"/>
                  </a:lnTo>
                  <a:lnTo>
                    <a:pt x="138" y="76"/>
                  </a:lnTo>
                  <a:lnTo>
                    <a:pt x="138" y="80"/>
                  </a:lnTo>
                  <a:lnTo>
                    <a:pt x="142" y="82"/>
                  </a:lnTo>
                  <a:lnTo>
                    <a:pt x="142" y="86"/>
                  </a:lnTo>
                  <a:lnTo>
                    <a:pt x="146" y="86"/>
                  </a:lnTo>
                  <a:lnTo>
                    <a:pt x="146" y="90"/>
                  </a:lnTo>
                  <a:lnTo>
                    <a:pt x="148" y="94"/>
                  </a:lnTo>
                  <a:lnTo>
                    <a:pt x="148" y="98"/>
                  </a:lnTo>
                  <a:lnTo>
                    <a:pt x="152" y="98"/>
                  </a:lnTo>
                  <a:lnTo>
                    <a:pt x="156" y="102"/>
                  </a:lnTo>
                  <a:lnTo>
                    <a:pt x="164" y="106"/>
                  </a:lnTo>
                  <a:lnTo>
                    <a:pt x="172" y="110"/>
                  </a:lnTo>
                  <a:lnTo>
                    <a:pt x="176" y="110"/>
                  </a:lnTo>
                  <a:lnTo>
                    <a:pt x="178" y="112"/>
                  </a:lnTo>
                  <a:lnTo>
                    <a:pt x="186" y="112"/>
                  </a:lnTo>
                  <a:lnTo>
                    <a:pt x="190" y="116"/>
                  </a:lnTo>
                  <a:lnTo>
                    <a:pt x="194" y="116"/>
                  </a:lnTo>
                  <a:lnTo>
                    <a:pt x="198" y="116"/>
                  </a:lnTo>
                  <a:lnTo>
                    <a:pt x="198" y="120"/>
                  </a:lnTo>
                  <a:lnTo>
                    <a:pt x="202" y="120"/>
                  </a:lnTo>
                  <a:lnTo>
                    <a:pt x="208" y="120"/>
                  </a:lnTo>
                  <a:lnTo>
                    <a:pt x="212" y="120"/>
                  </a:lnTo>
                  <a:lnTo>
                    <a:pt x="208" y="124"/>
                  </a:lnTo>
                  <a:lnTo>
                    <a:pt x="204" y="128"/>
                  </a:lnTo>
                  <a:lnTo>
                    <a:pt x="198" y="136"/>
                  </a:lnTo>
                  <a:lnTo>
                    <a:pt x="194" y="142"/>
                  </a:lnTo>
                  <a:lnTo>
                    <a:pt x="186" y="150"/>
                  </a:lnTo>
                  <a:lnTo>
                    <a:pt x="186" y="154"/>
                  </a:lnTo>
                  <a:lnTo>
                    <a:pt x="182" y="154"/>
                  </a:lnTo>
                  <a:lnTo>
                    <a:pt x="178" y="158"/>
                  </a:lnTo>
                  <a:lnTo>
                    <a:pt x="178" y="162"/>
                  </a:lnTo>
                  <a:lnTo>
                    <a:pt x="178" y="162"/>
                  </a:lnTo>
                  <a:lnTo>
                    <a:pt x="178" y="16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1" name="Freeform 146"/>
            <p:cNvSpPr>
              <a:spLocks noChangeAspect="1" noEditPoints="1"/>
            </p:cNvSpPr>
            <p:nvPr/>
          </p:nvSpPr>
          <p:spPr bwMode="gray">
            <a:xfrm>
              <a:off x="5012136" y="4453613"/>
              <a:ext cx="146098" cy="180883"/>
            </a:xfrm>
            <a:custGeom>
              <a:avLst/>
              <a:gdLst>
                <a:gd name="T0" fmla="*/ 46 w 84"/>
                <a:gd name="T1" fmla="*/ 90 h 104"/>
                <a:gd name="T2" fmla="*/ 46 w 84"/>
                <a:gd name="T3" fmla="*/ 96 h 104"/>
                <a:gd name="T4" fmla="*/ 46 w 84"/>
                <a:gd name="T5" fmla="*/ 100 h 104"/>
                <a:gd name="T6" fmla="*/ 42 w 84"/>
                <a:gd name="T7" fmla="*/ 100 h 104"/>
                <a:gd name="T8" fmla="*/ 34 w 84"/>
                <a:gd name="T9" fmla="*/ 104 h 104"/>
                <a:gd name="T10" fmla="*/ 30 w 84"/>
                <a:gd name="T11" fmla="*/ 100 h 104"/>
                <a:gd name="T12" fmla="*/ 26 w 84"/>
                <a:gd name="T13" fmla="*/ 92 h 104"/>
                <a:gd name="T14" fmla="*/ 20 w 84"/>
                <a:gd name="T15" fmla="*/ 86 h 104"/>
                <a:gd name="T16" fmla="*/ 16 w 84"/>
                <a:gd name="T17" fmla="*/ 82 h 104"/>
                <a:gd name="T18" fmla="*/ 20 w 84"/>
                <a:gd name="T19" fmla="*/ 82 h 104"/>
                <a:gd name="T20" fmla="*/ 16 w 84"/>
                <a:gd name="T21" fmla="*/ 82 h 104"/>
                <a:gd name="T22" fmla="*/ 12 w 84"/>
                <a:gd name="T23" fmla="*/ 74 h 104"/>
                <a:gd name="T24" fmla="*/ 12 w 84"/>
                <a:gd name="T25" fmla="*/ 74 h 104"/>
                <a:gd name="T26" fmla="*/ 8 w 84"/>
                <a:gd name="T27" fmla="*/ 70 h 104"/>
                <a:gd name="T28" fmla="*/ 8 w 84"/>
                <a:gd name="T29" fmla="*/ 68 h 104"/>
                <a:gd name="T30" fmla="*/ 4 w 84"/>
                <a:gd name="T31" fmla="*/ 60 h 104"/>
                <a:gd name="T32" fmla="*/ 12 w 84"/>
                <a:gd name="T33" fmla="*/ 68 h 104"/>
                <a:gd name="T34" fmla="*/ 12 w 84"/>
                <a:gd name="T35" fmla="*/ 68 h 104"/>
                <a:gd name="T36" fmla="*/ 8 w 84"/>
                <a:gd name="T37" fmla="*/ 64 h 104"/>
                <a:gd name="T38" fmla="*/ 4 w 84"/>
                <a:gd name="T39" fmla="*/ 64 h 104"/>
                <a:gd name="T40" fmla="*/ 0 w 84"/>
                <a:gd name="T41" fmla="*/ 48 h 104"/>
                <a:gd name="T42" fmla="*/ 4 w 84"/>
                <a:gd name="T43" fmla="*/ 52 h 104"/>
                <a:gd name="T44" fmla="*/ 8 w 84"/>
                <a:gd name="T45" fmla="*/ 44 h 104"/>
                <a:gd name="T46" fmla="*/ 8 w 84"/>
                <a:gd name="T47" fmla="*/ 40 h 104"/>
                <a:gd name="T48" fmla="*/ 8 w 84"/>
                <a:gd name="T49" fmla="*/ 38 h 104"/>
                <a:gd name="T50" fmla="*/ 12 w 84"/>
                <a:gd name="T51" fmla="*/ 38 h 104"/>
                <a:gd name="T52" fmla="*/ 16 w 84"/>
                <a:gd name="T53" fmla="*/ 38 h 104"/>
                <a:gd name="T54" fmla="*/ 12 w 84"/>
                <a:gd name="T55" fmla="*/ 30 h 104"/>
                <a:gd name="T56" fmla="*/ 12 w 84"/>
                <a:gd name="T57" fmla="*/ 30 h 104"/>
                <a:gd name="T58" fmla="*/ 16 w 84"/>
                <a:gd name="T59" fmla="*/ 26 h 104"/>
                <a:gd name="T60" fmla="*/ 16 w 84"/>
                <a:gd name="T61" fmla="*/ 22 h 104"/>
                <a:gd name="T62" fmla="*/ 20 w 84"/>
                <a:gd name="T63" fmla="*/ 22 h 104"/>
                <a:gd name="T64" fmla="*/ 26 w 84"/>
                <a:gd name="T65" fmla="*/ 22 h 104"/>
                <a:gd name="T66" fmla="*/ 38 w 84"/>
                <a:gd name="T67" fmla="*/ 10 h 104"/>
                <a:gd name="T68" fmla="*/ 38 w 84"/>
                <a:gd name="T69" fmla="*/ 0 h 104"/>
                <a:gd name="T70" fmla="*/ 54 w 84"/>
                <a:gd name="T71" fmla="*/ 0 h 104"/>
                <a:gd name="T72" fmla="*/ 64 w 84"/>
                <a:gd name="T73" fmla="*/ 0 h 104"/>
                <a:gd name="T74" fmla="*/ 64 w 84"/>
                <a:gd name="T75" fmla="*/ 4 h 104"/>
                <a:gd name="T76" fmla="*/ 64 w 84"/>
                <a:gd name="T77" fmla="*/ 10 h 104"/>
                <a:gd name="T78" fmla="*/ 64 w 84"/>
                <a:gd name="T79" fmla="*/ 18 h 104"/>
                <a:gd name="T80" fmla="*/ 72 w 84"/>
                <a:gd name="T81" fmla="*/ 14 h 104"/>
                <a:gd name="T82" fmla="*/ 80 w 84"/>
                <a:gd name="T83" fmla="*/ 14 h 104"/>
                <a:gd name="T84" fmla="*/ 84 w 84"/>
                <a:gd name="T85" fmla="*/ 22 h 104"/>
                <a:gd name="T86" fmla="*/ 76 w 84"/>
                <a:gd name="T87" fmla="*/ 30 h 104"/>
                <a:gd name="T88" fmla="*/ 76 w 84"/>
                <a:gd name="T89" fmla="*/ 40 h 104"/>
                <a:gd name="T90" fmla="*/ 80 w 84"/>
                <a:gd name="T91" fmla="*/ 44 h 104"/>
                <a:gd name="T92" fmla="*/ 84 w 84"/>
                <a:gd name="T93" fmla="*/ 48 h 104"/>
                <a:gd name="T94" fmla="*/ 84 w 84"/>
                <a:gd name="T95" fmla="*/ 60 h 104"/>
                <a:gd name="T96" fmla="*/ 84 w 84"/>
                <a:gd name="T97" fmla="*/ 70 h 104"/>
                <a:gd name="T98" fmla="*/ 80 w 84"/>
                <a:gd name="T99" fmla="*/ 74 h 104"/>
                <a:gd name="T100" fmla="*/ 76 w 84"/>
                <a:gd name="T101" fmla="*/ 82 h 104"/>
                <a:gd name="T102" fmla="*/ 72 w 84"/>
                <a:gd name="T103" fmla="*/ 78 h 104"/>
                <a:gd name="T104" fmla="*/ 64 w 84"/>
                <a:gd name="T105" fmla="*/ 78 h 104"/>
                <a:gd name="T106" fmla="*/ 60 w 84"/>
                <a:gd name="T107" fmla="*/ 78 h 104"/>
                <a:gd name="T108" fmla="*/ 56 w 84"/>
                <a:gd name="T109" fmla="*/ 70 h 104"/>
                <a:gd name="T110" fmla="*/ 54 w 84"/>
                <a:gd name="T111" fmla="*/ 74 h 104"/>
                <a:gd name="T112" fmla="*/ 50 w 84"/>
                <a:gd name="T113" fmla="*/ 78 h 104"/>
                <a:gd name="T114" fmla="*/ 42 w 84"/>
                <a:gd name="T115" fmla="*/ 78 h 104"/>
                <a:gd name="T116" fmla="*/ 42 w 84"/>
                <a:gd name="T117" fmla="*/ 86 h 104"/>
                <a:gd name="T118" fmla="*/ 4 w 84"/>
                <a:gd name="T119" fmla="*/ 52 h 104"/>
                <a:gd name="T120" fmla="*/ 4 w 84"/>
                <a:gd name="T121" fmla="*/ 52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84" h="104">
                  <a:moveTo>
                    <a:pt x="42" y="86"/>
                  </a:moveTo>
                  <a:lnTo>
                    <a:pt x="42" y="86"/>
                  </a:lnTo>
                  <a:lnTo>
                    <a:pt x="42" y="90"/>
                  </a:lnTo>
                  <a:lnTo>
                    <a:pt x="42" y="90"/>
                  </a:lnTo>
                  <a:lnTo>
                    <a:pt x="42" y="86"/>
                  </a:lnTo>
                  <a:lnTo>
                    <a:pt x="46" y="90"/>
                  </a:lnTo>
                  <a:lnTo>
                    <a:pt x="46" y="90"/>
                  </a:lnTo>
                  <a:lnTo>
                    <a:pt x="46" y="90"/>
                  </a:lnTo>
                  <a:lnTo>
                    <a:pt x="46" y="90"/>
                  </a:lnTo>
                  <a:lnTo>
                    <a:pt x="42" y="92"/>
                  </a:lnTo>
                  <a:lnTo>
                    <a:pt x="42" y="92"/>
                  </a:lnTo>
                  <a:lnTo>
                    <a:pt x="42" y="92"/>
                  </a:lnTo>
                  <a:lnTo>
                    <a:pt x="46" y="92"/>
                  </a:lnTo>
                  <a:lnTo>
                    <a:pt x="46" y="92"/>
                  </a:lnTo>
                  <a:lnTo>
                    <a:pt x="46" y="92"/>
                  </a:lnTo>
                  <a:lnTo>
                    <a:pt x="46" y="96"/>
                  </a:lnTo>
                  <a:lnTo>
                    <a:pt x="46" y="96"/>
                  </a:lnTo>
                  <a:lnTo>
                    <a:pt x="46" y="96"/>
                  </a:lnTo>
                  <a:lnTo>
                    <a:pt x="46" y="96"/>
                  </a:lnTo>
                  <a:lnTo>
                    <a:pt x="46" y="96"/>
                  </a:lnTo>
                  <a:lnTo>
                    <a:pt x="46" y="96"/>
                  </a:lnTo>
                  <a:lnTo>
                    <a:pt x="46" y="100"/>
                  </a:lnTo>
                  <a:lnTo>
                    <a:pt x="46" y="100"/>
                  </a:lnTo>
                  <a:lnTo>
                    <a:pt x="46" y="100"/>
                  </a:lnTo>
                  <a:lnTo>
                    <a:pt x="46" y="100"/>
                  </a:lnTo>
                  <a:lnTo>
                    <a:pt x="46" y="100"/>
                  </a:lnTo>
                  <a:lnTo>
                    <a:pt x="46" y="100"/>
                  </a:lnTo>
                  <a:lnTo>
                    <a:pt x="46" y="100"/>
                  </a:lnTo>
                  <a:lnTo>
                    <a:pt x="46" y="100"/>
                  </a:lnTo>
                  <a:lnTo>
                    <a:pt x="46" y="100"/>
                  </a:lnTo>
                  <a:lnTo>
                    <a:pt x="42" y="100"/>
                  </a:lnTo>
                  <a:lnTo>
                    <a:pt x="42" y="100"/>
                  </a:lnTo>
                  <a:lnTo>
                    <a:pt x="42" y="100"/>
                  </a:lnTo>
                  <a:lnTo>
                    <a:pt x="42" y="100"/>
                  </a:lnTo>
                  <a:lnTo>
                    <a:pt x="42" y="100"/>
                  </a:lnTo>
                  <a:lnTo>
                    <a:pt x="42" y="100"/>
                  </a:lnTo>
                  <a:lnTo>
                    <a:pt x="38" y="100"/>
                  </a:lnTo>
                  <a:lnTo>
                    <a:pt x="38" y="100"/>
                  </a:lnTo>
                  <a:lnTo>
                    <a:pt x="34" y="104"/>
                  </a:lnTo>
                  <a:lnTo>
                    <a:pt x="34" y="104"/>
                  </a:lnTo>
                  <a:lnTo>
                    <a:pt x="34" y="104"/>
                  </a:lnTo>
                  <a:lnTo>
                    <a:pt x="34" y="104"/>
                  </a:lnTo>
                  <a:lnTo>
                    <a:pt x="34" y="104"/>
                  </a:lnTo>
                  <a:lnTo>
                    <a:pt x="34" y="104"/>
                  </a:lnTo>
                  <a:lnTo>
                    <a:pt x="34" y="104"/>
                  </a:lnTo>
                  <a:lnTo>
                    <a:pt x="34" y="100"/>
                  </a:lnTo>
                  <a:lnTo>
                    <a:pt x="34" y="100"/>
                  </a:lnTo>
                  <a:lnTo>
                    <a:pt x="30" y="100"/>
                  </a:lnTo>
                  <a:lnTo>
                    <a:pt x="30" y="100"/>
                  </a:lnTo>
                  <a:lnTo>
                    <a:pt x="30" y="100"/>
                  </a:lnTo>
                  <a:lnTo>
                    <a:pt x="30" y="100"/>
                  </a:lnTo>
                  <a:lnTo>
                    <a:pt x="30" y="96"/>
                  </a:lnTo>
                  <a:lnTo>
                    <a:pt x="26" y="96"/>
                  </a:lnTo>
                  <a:lnTo>
                    <a:pt x="26" y="96"/>
                  </a:lnTo>
                  <a:lnTo>
                    <a:pt x="26" y="96"/>
                  </a:lnTo>
                  <a:lnTo>
                    <a:pt x="26" y="92"/>
                  </a:lnTo>
                  <a:lnTo>
                    <a:pt x="26" y="92"/>
                  </a:lnTo>
                  <a:lnTo>
                    <a:pt x="24" y="90"/>
                  </a:lnTo>
                  <a:lnTo>
                    <a:pt x="24" y="90"/>
                  </a:lnTo>
                  <a:lnTo>
                    <a:pt x="24" y="90"/>
                  </a:lnTo>
                  <a:lnTo>
                    <a:pt x="20" y="86"/>
                  </a:lnTo>
                  <a:lnTo>
                    <a:pt x="20" y="86"/>
                  </a:lnTo>
                  <a:lnTo>
                    <a:pt x="20" y="86"/>
                  </a:lnTo>
                  <a:lnTo>
                    <a:pt x="20" y="86"/>
                  </a:lnTo>
                  <a:lnTo>
                    <a:pt x="20" y="86"/>
                  </a:lnTo>
                  <a:lnTo>
                    <a:pt x="20" y="86"/>
                  </a:lnTo>
                  <a:lnTo>
                    <a:pt x="16" y="82"/>
                  </a:lnTo>
                  <a:lnTo>
                    <a:pt x="16" y="82"/>
                  </a:lnTo>
                  <a:lnTo>
                    <a:pt x="16" y="82"/>
                  </a:lnTo>
                  <a:lnTo>
                    <a:pt x="16" y="82"/>
                  </a:lnTo>
                  <a:lnTo>
                    <a:pt x="16" y="82"/>
                  </a:lnTo>
                  <a:lnTo>
                    <a:pt x="16" y="82"/>
                  </a:lnTo>
                  <a:lnTo>
                    <a:pt x="20" y="82"/>
                  </a:lnTo>
                  <a:lnTo>
                    <a:pt x="20" y="82"/>
                  </a:lnTo>
                  <a:lnTo>
                    <a:pt x="20" y="86"/>
                  </a:lnTo>
                  <a:lnTo>
                    <a:pt x="24" y="82"/>
                  </a:lnTo>
                  <a:lnTo>
                    <a:pt x="20" y="82"/>
                  </a:lnTo>
                  <a:lnTo>
                    <a:pt x="20" y="82"/>
                  </a:lnTo>
                  <a:lnTo>
                    <a:pt x="20" y="82"/>
                  </a:lnTo>
                  <a:lnTo>
                    <a:pt x="20" y="82"/>
                  </a:lnTo>
                  <a:lnTo>
                    <a:pt x="20" y="82"/>
                  </a:lnTo>
                  <a:lnTo>
                    <a:pt x="20" y="82"/>
                  </a:lnTo>
                  <a:lnTo>
                    <a:pt x="16" y="82"/>
                  </a:lnTo>
                  <a:lnTo>
                    <a:pt x="16" y="82"/>
                  </a:lnTo>
                  <a:lnTo>
                    <a:pt x="16" y="82"/>
                  </a:lnTo>
                  <a:lnTo>
                    <a:pt x="16" y="82"/>
                  </a:lnTo>
                  <a:lnTo>
                    <a:pt x="16" y="82"/>
                  </a:lnTo>
                  <a:lnTo>
                    <a:pt x="16" y="82"/>
                  </a:lnTo>
                  <a:lnTo>
                    <a:pt x="16" y="78"/>
                  </a:lnTo>
                  <a:lnTo>
                    <a:pt x="12" y="78"/>
                  </a:lnTo>
                  <a:lnTo>
                    <a:pt x="12" y="78"/>
                  </a:lnTo>
                  <a:lnTo>
                    <a:pt x="12" y="78"/>
                  </a:lnTo>
                  <a:lnTo>
                    <a:pt x="12" y="78"/>
                  </a:lnTo>
                  <a:lnTo>
                    <a:pt x="12" y="78"/>
                  </a:lnTo>
                  <a:lnTo>
                    <a:pt x="12" y="78"/>
                  </a:lnTo>
                  <a:lnTo>
                    <a:pt x="12" y="74"/>
                  </a:lnTo>
                  <a:lnTo>
                    <a:pt x="12" y="74"/>
                  </a:lnTo>
                  <a:lnTo>
                    <a:pt x="12" y="74"/>
                  </a:lnTo>
                  <a:lnTo>
                    <a:pt x="12" y="74"/>
                  </a:lnTo>
                  <a:lnTo>
                    <a:pt x="12" y="74"/>
                  </a:lnTo>
                  <a:lnTo>
                    <a:pt x="8" y="70"/>
                  </a:lnTo>
                  <a:lnTo>
                    <a:pt x="8" y="70"/>
                  </a:lnTo>
                  <a:lnTo>
                    <a:pt x="12" y="70"/>
                  </a:lnTo>
                  <a:lnTo>
                    <a:pt x="12" y="74"/>
                  </a:lnTo>
                  <a:lnTo>
                    <a:pt x="12" y="74"/>
                  </a:lnTo>
                  <a:lnTo>
                    <a:pt x="12" y="74"/>
                  </a:lnTo>
                  <a:lnTo>
                    <a:pt x="12" y="74"/>
                  </a:lnTo>
                  <a:lnTo>
                    <a:pt x="12" y="74"/>
                  </a:lnTo>
                  <a:lnTo>
                    <a:pt x="12" y="70"/>
                  </a:lnTo>
                  <a:lnTo>
                    <a:pt x="12" y="70"/>
                  </a:lnTo>
                  <a:lnTo>
                    <a:pt x="12" y="70"/>
                  </a:lnTo>
                  <a:lnTo>
                    <a:pt x="8" y="70"/>
                  </a:lnTo>
                  <a:lnTo>
                    <a:pt x="8" y="70"/>
                  </a:lnTo>
                  <a:lnTo>
                    <a:pt x="8" y="70"/>
                  </a:lnTo>
                  <a:lnTo>
                    <a:pt x="8" y="70"/>
                  </a:lnTo>
                  <a:lnTo>
                    <a:pt x="8" y="70"/>
                  </a:lnTo>
                  <a:lnTo>
                    <a:pt x="8" y="68"/>
                  </a:lnTo>
                  <a:lnTo>
                    <a:pt x="8" y="68"/>
                  </a:lnTo>
                  <a:lnTo>
                    <a:pt x="8" y="68"/>
                  </a:lnTo>
                  <a:lnTo>
                    <a:pt x="8" y="68"/>
                  </a:lnTo>
                  <a:lnTo>
                    <a:pt x="8" y="68"/>
                  </a:lnTo>
                  <a:lnTo>
                    <a:pt x="8" y="64"/>
                  </a:lnTo>
                  <a:lnTo>
                    <a:pt x="4" y="64"/>
                  </a:lnTo>
                  <a:lnTo>
                    <a:pt x="4" y="64"/>
                  </a:lnTo>
                  <a:lnTo>
                    <a:pt x="4" y="64"/>
                  </a:lnTo>
                  <a:lnTo>
                    <a:pt x="4" y="60"/>
                  </a:lnTo>
                  <a:lnTo>
                    <a:pt x="4" y="60"/>
                  </a:lnTo>
                  <a:lnTo>
                    <a:pt x="4" y="60"/>
                  </a:lnTo>
                  <a:lnTo>
                    <a:pt x="4" y="60"/>
                  </a:lnTo>
                  <a:lnTo>
                    <a:pt x="4" y="64"/>
                  </a:lnTo>
                  <a:lnTo>
                    <a:pt x="4" y="64"/>
                  </a:lnTo>
                  <a:lnTo>
                    <a:pt x="8" y="64"/>
                  </a:lnTo>
                  <a:lnTo>
                    <a:pt x="8" y="68"/>
                  </a:lnTo>
                  <a:lnTo>
                    <a:pt x="8" y="68"/>
                  </a:lnTo>
                  <a:lnTo>
                    <a:pt x="12" y="68"/>
                  </a:lnTo>
                  <a:lnTo>
                    <a:pt x="12" y="68"/>
                  </a:lnTo>
                  <a:lnTo>
                    <a:pt x="12" y="68"/>
                  </a:lnTo>
                  <a:lnTo>
                    <a:pt x="12" y="68"/>
                  </a:lnTo>
                  <a:lnTo>
                    <a:pt x="12" y="68"/>
                  </a:lnTo>
                  <a:lnTo>
                    <a:pt x="12" y="68"/>
                  </a:lnTo>
                  <a:lnTo>
                    <a:pt x="12" y="68"/>
                  </a:lnTo>
                  <a:lnTo>
                    <a:pt x="12" y="68"/>
                  </a:lnTo>
                  <a:lnTo>
                    <a:pt x="12" y="64"/>
                  </a:lnTo>
                  <a:lnTo>
                    <a:pt x="12" y="68"/>
                  </a:lnTo>
                  <a:lnTo>
                    <a:pt x="8" y="68"/>
                  </a:lnTo>
                  <a:lnTo>
                    <a:pt x="8" y="68"/>
                  </a:lnTo>
                  <a:lnTo>
                    <a:pt x="8" y="68"/>
                  </a:lnTo>
                  <a:lnTo>
                    <a:pt x="8" y="64"/>
                  </a:lnTo>
                  <a:lnTo>
                    <a:pt x="8" y="64"/>
                  </a:lnTo>
                  <a:lnTo>
                    <a:pt x="8" y="64"/>
                  </a:lnTo>
                  <a:lnTo>
                    <a:pt x="8" y="64"/>
                  </a:lnTo>
                  <a:lnTo>
                    <a:pt x="8" y="64"/>
                  </a:lnTo>
                  <a:lnTo>
                    <a:pt x="8" y="60"/>
                  </a:lnTo>
                  <a:lnTo>
                    <a:pt x="8" y="60"/>
                  </a:lnTo>
                  <a:lnTo>
                    <a:pt x="8" y="64"/>
                  </a:lnTo>
                  <a:lnTo>
                    <a:pt x="8" y="64"/>
                  </a:lnTo>
                  <a:lnTo>
                    <a:pt x="8" y="64"/>
                  </a:lnTo>
                  <a:lnTo>
                    <a:pt x="8" y="64"/>
                  </a:lnTo>
                  <a:lnTo>
                    <a:pt x="8" y="64"/>
                  </a:lnTo>
                  <a:lnTo>
                    <a:pt x="4" y="64"/>
                  </a:lnTo>
                  <a:lnTo>
                    <a:pt x="4" y="60"/>
                  </a:lnTo>
                  <a:lnTo>
                    <a:pt x="4" y="60"/>
                  </a:lnTo>
                  <a:lnTo>
                    <a:pt x="4" y="60"/>
                  </a:lnTo>
                  <a:lnTo>
                    <a:pt x="4" y="60"/>
                  </a:lnTo>
                  <a:lnTo>
                    <a:pt x="4" y="56"/>
                  </a:lnTo>
                  <a:lnTo>
                    <a:pt x="0" y="52"/>
                  </a:lnTo>
                  <a:lnTo>
                    <a:pt x="0" y="52"/>
                  </a:lnTo>
                  <a:lnTo>
                    <a:pt x="0" y="48"/>
                  </a:lnTo>
                  <a:lnTo>
                    <a:pt x="0" y="48"/>
                  </a:lnTo>
                  <a:lnTo>
                    <a:pt x="0" y="48"/>
                  </a:lnTo>
                  <a:lnTo>
                    <a:pt x="0" y="48"/>
                  </a:lnTo>
                  <a:lnTo>
                    <a:pt x="0" y="48"/>
                  </a:lnTo>
                  <a:lnTo>
                    <a:pt x="0" y="52"/>
                  </a:lnTo>
                  <a:lnTo>
                    <a:pt x="4" y="52"/>
                  </a:lnTo>
                  <a:lnTo>
                    <a:pt x="4" y="52"/>
                  </a:lnTo>
                  <a:lnTo>
                    <a:pt x="4" y="52"/>
                  </a:lnTo>
                  <a:lnTo>
                    <a:pt x="4" y="52"/>
                  </a:lnTo>
                  <a:lnTo>
                    <a:pt x="4" y="48"/>
                  </a:lnTo>
                  <a:lnTo>
                    <a:pt x="8" y="48"/>
                  </a:lnTo>
                  <a:lnTo>
                    <a:pt x="8" y="48"/>
                  </a:lnTo>
                  <a:lnTo>
                    <a:pt x="8" y="48"/>
                  </a:lnTo>
                  <a:lnTo>
                    <a:pt x="8" y="48"/>
                  </a:lnTo>
                  <a:lnTo>
                    <a:pt x="8" y="48"/>
                  </a:lnTo>
                  <a:lnTo>
                    <a:pt x="8" y="44"/>
                  </a:lnTo>
                  <a:lnTo>
                    <a:pt x="8" y="44"/>
                  </a:lnTo>
                  <a:lnTo>
                    <a:pt x="8" y="44"/>
                  </a:lnTo>
                  <a:lnTo>
                    <a:pt x="8" y="44"/>
                  </a:lnTo>
                  <a:lnTo>
                    <a:pt x="8" y="44"/>
                  </a:lnTo>
                  <a:lnTo>
                    <a:pt x="8" y="44"/>
                  </a:lnTo>
                  <a:lnTo>
                    <a:pt x="8" y="40"/>
                  </a:lnTo>
                  <a:lnTo>
                    <a:pt x="8" y="40"/>
                  </a:lnTo>
                  <a:lnTo>
                    <a:pt x="8" y="40"/>
                  </a:lnTo>
                  <a:lnTo>
                    <a:pt x="8" y="40"/>
                  </a:lnTo>
                  <a:lnTo>
                    <a:pt x="8" y="40"/>
                  </a:lnTo>
                  <a:lnTo>
                    <a:pt x="8" y="40"/>
                  </a:lnTo>
                  <a:lnTo>
                    <a:pt x="8" y="40"/>
                  </a:lnTo>
                  <a:lnTo>
                    <a:pt x="8" y="38"/>
                  </a:lnTo>
                  <a:lnTo>
                    <a:pt x="8" y="38"/>
                  </a:lnTo>
                  <a:lnTo>
                    <a:pt x="8" y="38"/>
                  </a:lnTo>
                  <a:lnTo>
                    <a:pt x="8" y="38"/>
                  </a:lnTo>
                  <a:lnTo>
                    <a:pt x="8" y="34"/>
                  </a:lnTo>
                  <a:lnTo>
                    <a:pt x="8" y="34"/>
                  </a:lnTo>
                  <a:lnTo>
                    <a:pt x="8" y="34"/>
                  </a:lnTo>
                  <a:lnTo>
                    <a:pt x="12" y="34"/>
                  </a:lnTo>
                  <a:lnTo>
                    <a:pt x="12" y="38"/>
                  </a:lnTo>
                  <a:lnTo>
                    <a:pt x="12" y="38"/>
                  </a:lnTo>
                  <a:lnTo>
                    <a:pt x="12" y="38"/>
                  </a:lnTo>
                  <a:lnTo>
                    <a:pt x="12" y="38"/>
                  </a:lnTo>
                  <a:lnTo>
                    <a:pt x="16" y="38"/>
                  </a:lnTo>
                  <a:lnTo>
                    <a:pt x="16" y="38"/>
                  </a:lnTo>
                  <a:lnTo>
                    <a:pt x="16" y="38"/>
                  </a:lnTo>
                  <a:lnTo>
                    <a:pt x="20" y="38"/>
                  </a:lnTo>
                  <a:lnTo>
                    <a:pt x="16" y="38"/>
                  </a:lnTo>
                  <a:lnTo>
                    <a:pt x="16" y="38"/>
                  </a:lnTo>
                  <a:lnTo>
                    <a:pt x="16" y="38"/>
                  </a:lnTo>
                  <a:lnTo>
                    <a:pt x="16" y="38"/>
                  </a:lnTo>
                  <a:lnTo>
                    <a:pt x="16" y="34"/>
                  </a:lnTo>
                  <a:lnTo>
                    <a:pt x="12" y="34"/>
                  </a:lnTo>
                  <a:lnTo>
                    <a:pt x="12" y="34"/>
                  </a:lnTo>
                  <a:lnTo>
                    <a:pt x="12" y="34"/>
                  </a:lnTo>
                  <a:lnTo>
                    <a:pt x="12" y="34"/>
                  </a:lnTo>
                  <a:lnTo>
                    <a:pt x="12" y="34"/>
                  </a:lnTo>
                  <a:lnTo>
                    <a:pt x="12" y="30"/>
                  </a:lnTo>
                  <a:lnTo>
                    <a:pt x="12" y="30"/>
                  </a:lnTo>
                  <a:lnTo>
                    <a:pt x="8" y="30"/>
                  </a:lnTo>
                  <a:lnTo>
                    <a:pt x="8" y="30"/>
                  </a:lnTo>
                  <a:lnTo>
                    <a:pt x="8" y="30"/>
                  </a:lnTo>
                  <a:lnTo>
                    <a:pt x="8" y="30"/>
                  </a:lnTo>
                  <a:lnTo>
                    <a:pt x="8" y="30"/>
                  </a:lnTo>
                  <a:lnTo>
                    <a:pt x="12" y="26"/>
                  </a:lnTo>
                  <a:lnTo>
                    <a:pt x="12" y="26"/>
                  </a:lnTo>
                  <a:lnTo>
                    <a:pt x="12" y="30"/>
                  </a:lnTo>
                  <a:lnTo>
                    <a:pt x="12" y="30"/>
                  </a:lnTo>
                  <a:lnTo>
                    <a:pt x="12" y="30"/>
                  </a:lnTo>
                  <a:lnTo>
                    <a:pt x="12" y="30"/>
                  </a:lnTo>
                  <a:lnTo>
                    <a:pt x="12" y="30"/>
                  </a:lnTo>
                  <a:lnTo>
                    <a:pt x="12" y="30"/>
                  </a:lnTo>
                  <a:lnTo>
                    <a:pt x="16" y="30"/>
                  </a:lnTo>
                  <a:lnTo>
                    <a:pt x="16" y="30"/>
                  </a:lnTo>
                  <a:lnTo>
                    <a:pt x="16" y="26"/>
                  </a:lnTo>
                  <a:lnTo>
                    <a:pt x="12" y="26"/>
                  </a:lnTo>
                  <a:lnTo>
                    <a:pt x="12" y="26"/>
                  </a:lnTo>
                  <a:lnTo>
                    <a:pt x="12" y="22"/>
                  </a:lnTo>
                  <a:lnTo>
                    <a:pt x="12" y="22"/>
                  </a:lnTo>
                  <a:lnTo>
                    <a:pt x="12" y="22"/>
                  </a:lnTo>
                  <a:lnTo>
                    <a:pt x="16" y="22"/>
                  </a:lnTo>
                  <a:lnTo>
                    <a:pt x="16" y="22"/>
                  </a:lnTo>
                  <a:lnTo>
                    <a:pt x="16" y="22"/>
                  </a:lnTo>
                  <a:lnTo>
                    <a:pt x="16" y="22"/>
                  </a:lnTo>
                  <a:lnTo>
                    <a:pt x="16" y="22"/>
                  </a:lnTo>
                  <a:lnTo>
                    <a:pt x="16" y="22"/>
                  </a:lnTo>
                  <a:lnTo>
                    <a:pt x="20" y="22"/>
                  </a:lnTo>
                  <a:lnTo>
                    <a:pt x="20" y="22"/>
                  </a:lnTo>
                  <a:lnTo>
                    <a:pt x="20" y="22"/>
                  </a:lnTo>
                  <a:lnTo>
                    <a:pt x="20" y="22"/>
                  </a:lnTo>
                  <a:lnTo>
                    <a:pt x="20" y="22"/>
                  </a:lnTo>
                  <a:lnTo>
                    <a:pt x="20" y="22"/>
                  </a:lnTo>
                  <a:lnTo>
                    <a:pt x="24" y="22"/>
                  </a:lnTo>
                  <a:lnTo>
                    <a:pt x="24" y="22"/>
                  </a:lnTo>
                  <a:lnTo>
                    <a:pt x="24" y="22"/>
                  </a:lnTo>
                  <a:lnTo>
                    <a:pt x="24" y="22"/>
                  </a:lnTo>
                  <a:lnTo>
                    <a:pt x="26" y="22"/>
                  </a:lnTo>
                  <a:lnTo>
                    <a:pt x="26" y="22"/>
                  </a:lnTo>
                  <a:lnTo>
                    <a:pt x="26" y="22"/>
                  </a:lnTo>
                  <a:lnTo>
                    <a:pt x="30" y="22"/>
                  </a:lnTo>
                  <a:lnTo>
                    <a:pt x="30" y="22"/>
                  </a:lnTo>
                  <a:lnTo>
                    <a:pt x="34" y="22"/>
                  </a:lnTo>
                  <a:lnTo>
                    <a:pt x="38" y="22"/>
                  </a:lnTo>
                  <a:lnTo>
                    <a:pt x="38" y="22"/>
                  </a:lnTo>
                  <a:lnTo>
                    <a:pt x="38" y="14"/>
                  </a:lnTo>
                  <a:lnTo>
                    <a:pt x="38" y="10"/>
                  </a:lnTo>
                  <a:lnTo>
                    <a:pt x="38" y="10"/>
                  </a:lnTo>
                  <a:lnTo>
                    <a:pt x="38" y="10"/>
                  </a:lnTo>
                  <a:lnTo>
                    <a:pt x="38" y="8"/>
                  </a:lnTo>
                  <a:lnTo>
                    <a:pt x="38" y="8"/>
                  </a:lnTo>
                  <a:lnTo>
                    <a:pt x="38" y="4"/>
                  </a:lnTo>
                  <a:lnTo>
                    <a:pt x="38" y="4"/>
                  </a:lnTo>
                  <a:lnTo>
                    <a:pt x="38" y="4"/>
                  </a:lnTo>
                  <a:lnTo>
                    <a:pt x="38" y="4"/>
                  </a:lnTo>
                  <a:lnTo>
                    <a:pt x="38" y="0"/>
                  </a:lnTo>
                  <a:lnTo>
                    <a:pt x="38" y="0"/>
                  </a:lnTo>
                  <a:lnTo>
                    <a:pt x="42" y="0"/>
                  </a:lnTo>
                  <a:lnTo>
                    <a:pt x="42" y="0"/>
                  </a:lnTo>
                  <a:lnTo>
                    <a:pt x="46" y="0"/>
                  </a:lnTo>
                  <a:lnTo>
                    <a:pt x="50" y="0"/>
                  </a:lnTo>
                  <a:lnTo>
                    <a:pt x="54" y="0"/>
                  </a:lnTo>
                  <a:lnTo>
                    <a:pt x="54" y="0"/>
                  </a:lnTo>
                  <a:lnTo>
                    <a:pt x="54" y="0"/>
                  </a:lnTo>
                  <a:lnTo>
                    <a:pt x="54" y="0"/>
                  </a:lnTo>
                  <a:lnTo>
                    <a:pt x="56" y="0"/>
                  </a:lnTo>
                  <a:lnTo>
                    <a:pt x="56" y="0"/>
                  </a:lnTo>
                  <a:lnTo>
                    <a:pt x="56" y="0"/>
                  </a:lnTo>
                  <a:lnTo>
                    <a:pt x="56" y="0"/>
                  </a:lnTo>
                  <a:lnTo>
                    <a:pt x="60" y="0"/>
                  </a:lnTo>
                  <a:lnTo>
                    <a:pt x="60" y="0"/>
                  </a:lnTo>
                  <a:lnTo>
                    <a:pt x="64" y="0"/>
                  </a:lnTo>
                  <a:lnTo>
                    <a:pt x="64" y="0"/>
                  </a:lnTo>
                  <a:lnTo>
                    <a:pt x="64" y="0"/>
                  </a:lnTo>
                  <a:lnTo>
                    <a:pt x="64" y="0"/>
                  </a:lnTo>
                  <a:lnTo>
                    <a:pt x="64" y="4"/>
                  </a:lnTo>
                  <a:lnTo>
                    <a:pt x="64" y="4"/>
                  </a:lnTo>
                  <a:lnTo>
                    <a:pt x="64" y="4"/>
                  </a:lnTo>
                  <a:lnTo>
                    <a:pt x="64" y="4"/>
                  </a:lnTo>
                  <a:lnTo>
                    <a:pt x="64" y="4"/>
                  </a:lnTo>
                  <a:lnTo>
                    <a:pt x="64" y="8"/>
                  </a:lnTo>
                  <a:lnTo>
                    <a:pt x="64" y="8"/>
                  </a:lnTo>
                  <a:lnTo>
                    <a:pt x="64" y="8"/>
                  </a:lnTo>
                  <a:lnTo>
                    <a:pt x="64" y="8"/>
                  </a:lnTo>
                  <a:lnTo>
                    <a:pt x="64" y="8"/>
                  </a:lnTo>
                  <a:lnTo>
                    <a:pt x="64" y="10"/>
                  </a:lnTo>
                  <a:lnTo>
                    <a:pt x="64" y="10"/>
                  </a:lnTo>
                  <a:lnTo>
                    <a:pt x="64" y="10"/>
                  </a:lnTo>
                  <a:lnTo>
                    <a:pt x="64" y="14"/>
                  </a:lnTo>
                  <a:lnTo>
                    <a:pt x="64" y="14"/>
                  </a:lnTo>
                  <a:lnTo>
                    <a:pt x="64" y="14"/>
                  </a:lnTo>
                  <a:lnTo>
                    <a:pt x="64" y="14"/>
                  </a:lnTo>
                  <a:lnTo>
                    <a:pt x="64" y="14"/>
                  </a:lnTo>
                  <a:lnTo>
                    <a:pt x="64" y="18"/>
                  </a:lnTo>
                  <a:lnTo>
                    <a:pt x="64" y="18"/>
                  </a:lnTo>
                  <a:lnTo>
                    <a:pt x="64" y="18"/>
                  </a:lnTo>
                  <a:lnTo>
                    <a:pt x="64" y="18"/>
                  </a:lnTo>
                  <a:lnTo>
                    <a:pt x="64" y="18"/>
                  </a:lnTo>
                  <a:lnTo>
                    <a:pt x="64" y="18"/>
                  </a:lnTo>
                  <a:lnTo>
                    <a:pt x="64" y="18"/>
                  </a:lnTo>
                  <a:lnTo>
                    <a:pt x="68" y="18"/>
                  </a:lnTo>
                  <a:lnTo>
                    <a:pt x="68" y="18"/>
                  </a:lnTo>
                  <a:lnTo>
                    <a:pt x="72" y="18"/>
                  </a:lnTo>
                  <a:lnTo>
                    <a:pt x="72" y="14"/>
                  </a:lnTo>
                  <a:lnTo>
                    <a:pt x="72" y="14"/>
                  </a:lnTo>
                  <a:lnTo>
                    <a:pt x="76" y="14"/>
                  </a:lnTo>
                  <a:lnTo>
                    <a:pt x="76" y="14"/>
                  </a:lnTo>
                  <a:lnTo>
                    <a:pt x="76" y="14"/>
                  </a:lnTo>
                  <a:lnTo>
                    <a:pt x="80" y="14"/>
                  </a:lnTo>
                  <a:lnTo>
                    <a:pt x="80" y="14"/>
                  </a:lnTo>
                  <a:lnTo>
                    <a:pt x="80" y="14"/>
                  </a:lnTo>
                  <a:lnTo>
                    <a:pt x="80" y="14"/>
                  </a:lnTo>
                  <a:lnTo>
                    <a:pt x="80" y="14"/>
                  </a:lnTo>
                  <a:lnTo>
                    <a:pt x="80" y="14"/>
                  </a:lnTo>
                  <a:lnTo>
                    <a:pt x="80" y="18"/>
                  </a:lnTo>
                  <a:lnTo>
                    <a:pt x="80" y="18"/>
                  </a:lnTo>
                  <a:lnTo>
                    <a:pt x="80" y="18"/>
                  </a:lnTo>
                  <a:lnTo>
                    <a:pt x="84" y="22"/>
                  </a:lnTo>
                  <a:lnTo>
                    <a:pt x="84" y="22"/>
                  </a:lnTo>
                  <a:lnTo>
                    <a:pt x="84" y="22"/>
                  </a:lnTo>
                  <a:lnTo>
                    <a:pt x="84" y="26"/>
                  </a:lnTo>
                  <a:lnTo>
                    <a:pt x="80" y="30"/>
                  </a:lnTo>
                  <a:lnTo>
                    <a:pt x="80" y="30"/>
                  </a:lnTo>
                  <a:lnTo>
                    <a:pt x="80" y="30"/>
                  </a:lnTo>
                  <a:lnTo>
                    <a:pt x="80" y="30"/>
                  </a:lnTo>
                  <a:lnTo>
                    <a:pt x="80" y="30"/>
                  </a:lnTo>
                  <a:lnTo>
                    <a:pt x="80" y="30"/>
                  </a:lnTo>
                  <a:lnTo>
                    <a:pt x="76" y="30"/>
                  </a:lnTo>
                  <a:lnTo>
                    <a:pt x="76" y="34"/>
                  </a:lnTo>
                  <a:lnTo>
                    <a:pt x="76" y="34"/>
                  </a:lnTo>
                  <a:lnTo>
                    <a:pt x="76" y="38"/>
                  </a:lnTo>
                  <a:lnTo>
                    <a:pt x="76" y="38"/>
                  </a:lnTo>
                  <a:lnTo>
                    <a:pt x="76" y="38"/>
                  </a:lnTo>
                  <a:lnTo>
                    <a:pt x="76" y="40"/>
                  </a:lnTo>
                  <a:lnTo>
                    <a:pt x="76" y="40"/>
                  </a:lnTo>
                  <a:lnTo>
                    <a:pt x="76" y="40"/>
                  </a:lnTo>
                  <a:lnTo>
                    <a:pt x="76" y="40"/>
                  </a:lnTo>
                  <a:lnTo>
                    <a:pt x="76" y="40"/>
                  </a:lnTo>
                  <a:lnTo>
                    <a:pt x="76" y="44"/>
                  </a:lnTo>
                  <a:lnTo>
                    <a:pt x="76" y="44"/>
                  </a:lnTo>
                  <a:lnTo>
                    <a:pt x="76" y="44"/>
                  </a:lnTo>
                  <a:lnTo>
                    <a:pt x="76" y="44"/>
                  </a:lnTo>
                  <a:lnTo>
                    <a:pt x="80" y="44"/>
                  </a:lnTo>
                  <a:lnTo>
                    <a:pt x="80" y="44"/>
                  </a:lnTo>
                  <a:lnTo>
                    <a:pt x="80" y="44"/>
                  </a:lnTo>
                  <a:lnTo>
                    <a:pt x="80" y="44"/>
                  </a:lnTo>
                  <a:lnTo>
                    <a:pt x="80" y="48"/>
                  </a:lnTo>
                  <a:lnTo>
                    <a:pt x="80" y="48"/>
                  </a:lnTo>
                  <a:lnTo>
                    <a:pt x="80" y="48"/>
                  </a:lnTo>
                  <a:lnTo>
                    <a:pt x="84" y="48"/>
                  </a:lnTo>
                  <a:lnTo>
                    <a:pt x="84" y="48"/>
                  </a:lnTo>
                  <a:lnTo>
                    <a:pt x="84" y="48"/>
                  </a:lnTo>
                  <a:lnTo>
                    <a:pt x="84" y="48"/>
                  </a:lnTo>
                  <a:lnTo>
                    <a:pt x="84" y="52"/>
                  </a:lnTo>
                  <a:lnTo>
                    <a:pt x="84" y="52"/>
                  </a:lnTo>
                  <a:lnTo>
                    <a:pt x="84" y="52"/>
                  </a:lnTo>
                  <a:lnTo>
                    <a:pt x="84" y="56"/>
                  </a:lnTo>
                  <a:lnTo>
                    <a:pt x="84" y="56"/>
                  </a:lnTo>
                  <a:lnTo>
                    <a:pt x="84" y="56"/>
                  </a:lnTo>
                  <a:lnTo>
                    <a:pt x="84" y="60"/>
                  </a:lnTo>
                  <a:lnTo>
                    <a:pt x="84" y="60"/>
                  </a:lnTo>
                  <a:lnTo>
                    <a:pt x="84" y="60"/>
                  </a:lnTo>
                  <a:lnTo>
                    <a:pt x="84" y="64"/>
                  </a:lnTo>
                  <a:lnTo>
                    <a:pt x="84" y="68"/>
                  </a:lnTo>
                  <a:lnTo>
                    <a:pt x="84" y="68"/>
                  </a:lnTo>
                  <a:lnTo>
                    <a:pt x="84" y="68"/>
                  </a:lnTo>
                  <a:lnTo>
                    <a:pt x="84" y="70"/>
                  </a:lnTo>
                  <a:lnTo>
                    <a:pt x="84" y="70"/>
                  </a:lnTo>
                  <a:lnTo>
                    <a:pt x="84" y="70"/>
                  </a:lnTo>
                  <a:lnTo>
                    <a:pt x="84" y="70"/>
                  </a:lnTo>
                  <a:lnTo>
                    <a:pt x="84" y="70"/>
                  </a:lnTo>
                  <a:lnTo>
                    <a:pt x="80" y="70"/>
                  </a:lnTo>
                  <a:lnTo>
                    <a:pt x="80" y="70"/>
                  </a:lnTo>
                  <a:lnTo>
                    <a:pt x="80" y="74"/>
                  </a:lnTo>
                  <a:lnTo>
                    <a:pt x="80" y="74"/>
                  </a:lnTo>
                  <a:lnTo>
                    <a:pt x="80" y="74"/>
                  </a:lnTo>
                  <a:lnTo>
                    <a:pt x="80" y="74"/>
                  </a:lnTo>
                  <a:lnTo>
                    <a:pt x="80" y="78"/>
                  </a:lnTo>
                  <a:lnTo>
                    <a:pt x="80" y="78"/>
                  </a:lnTo>
                  <a:lnTo>
                    <a:pt x="80" y="78"/>
                  </a:lnTo>
                  <a:lnTo>
                    <a:pt x="80" y="78"/>
                  </a:lnTo>
                  <a:lnTo>
                    <a:pt x="80" y="82"/>
                  </a:lnTo>
                  <a:lnTo>
                    <a:pt x="80" y="82"/>
                  </a:lnTo>
                  <a:lnTo>
                    <a:pt x="76" y="82"/>
                  </a:lnTo>
                  <a:lnTo>
                    <a:pt x="76" y="82"/>
                  </a:lnTo>
                  <a:lnTo>
                    <a:pt x="76" y="82"/>
                  </a:lnTo>
                  <a:lnTo>
                    <a:pt x="76" y="82"/>
                  </a:lnTo>
                  <a:lnTo>
                    <a:pt x="76" y="78"/>
                  </a:lnTo>
                  <a:lnTo>
                    <a:pt x="72" y="74"/>
                  </a:lnTo>
                  <a:lnTo>
                    <a:pt x="72" y="74"/>
                  </a:lnTo>
                  <a:lnTo>
                    <a:pt x="72" y="74"/>
                  </a:lnTo>
                  <a:lnTo>
                    <a:pt x="72" y="78"/>
                  </a:lnTo>
                  <a:lnTo>
                    <a:pt x="72" y="78"/>
                  </a:lnTo>
                  <a:lnTo>
                    <a:pt x="72" y="78"/>
                  </a:lnTo>
                  <a:lnTo>
                    <a:pt x="68" y="78"/>
                  </a:lnTo>
                  <a:lnTo>
                    <a:pt x="68" y="78"/>
                  </a:lnTo>
                  <a:lnTo>
                    <a:pt x="68" y="82"/>
                  </a:lnTo>
                  <a:lnTo>
                    <a:pt x="68" y="82"/>
                  </a:lnTo>
                  <a:lnTo>
                    <a:pt x="68" y="82"/>
                  </a:lnTo>
                  <a:lnTo>
                    <a:pt x="64" y="78"/>
                  </a:lnTo>
                  <a:lnTo>
                    <a:pt x="64" y="78"/>
                  </a:lnTo>
                  <a:lnTo>
                    <a:pt x="60" y="78"/>
                  </a:lnTo>
                  <a:lnTo>
                    <a:pt x="60" y="78"/>
                  </a:lnTo>
                  <a:lnTo>
                    <a:pt x="60" y="78"/>
                  </a:lnTo>
                  <a:lnTo>
                    <a:pt x="60" y="78"/>
                  </a:lnTo>
                  <a:lnTo>
                    <a:pt x="60" y="78"/>
                  </a:lnTo>
                  <a:lnTo>
                    <a:pt x="60" y="78"/>
                  </a:lnTo>
                  <a:lnTo>
                    <a:pt x="60" y="78"/>
                  </a:lnTo>
                  <a:lnTo>
                    <a:pt x="60" y="74"/>
                  </a:lnTo>
                  <a:lnTo>
                    <a:pt x="60" y="74"/>
                  </a:lnTo>
                  <a:lnTo>
                    <a:pt x="60" y="70"/>
                  </a:lnTo>
                  <a:lnTo>
                    <a:pt x="60" y="70"/>
                  </a:lnTo>
                  <a:lnTo>
                    <a:pt x="60" y="70"/>
                  </a:lnTo>
                  <a:lnTo>
                    <a:pt x="56" y="70"/>
                  </a:lnTo>
                  <a:lnTo>
                    <a:pt x="56" y="70"/>
                  </a:lnTo>
                  <a:lnTo>
                    <a:pt x="56" y="70"/>
                  </a:lnTo>
                  <a:lnTo>
                    <a:pt x="56" y="70"/>
                  </a:lnTo>
                  <a:lnTo>
                    <a:pt x="56" y="70"/>
                  </a:lnTo>
                  <a:lnTo>
                    <a:pt x="54" y="70"/>
                  </a:lnTo>
                  <a:lnTo>
                    <a:pt x="54" y="70"/>
                  </a:lnTo>
                  <a:lnTo>
                    <a:pt x="54" y="70"/>
                  </a:lnTo>
                  <a:lnTo>
                    <a:pt x="54" y="70"/>
                  </a:lnTo>
                  <a:lnTo>
                    <a:pt x="54" y="70"/>
                  </a:lnTo>
                  <a:lnTo>
                    <a:pt x="54" y="74"/>
                  </a:lnTo>
                  <a:lnTo>
                    <a:pt x="54" y="74"/>
                  </a:lnTo>
                  <a:lnTo>
                    <a:pt x="54" y="74"/>
                  </a:lnTo>
                  <a:lnTo>
                    <a:pt x="54" y="78"/>
                  </a:lnTo>
                  <a:lnTo>
                    <a:pt x="54" y="78"/>
                  </a:lnTo>
                  <a:lnTo>
                    <a:pt x="50" y="82"/>
                  </a:lnTo>
                  <a:lnTo>
                    <a:pt x="50" y="82"/>
                  </a:lnTo>
                  <a:lnTo>
                    <a:pt x="50" y="78"/>
                  </a:lnTo>
                  <a:lnTo>
                    <a:pt x="50" y="78"/>
                  </a:lnTo>
                  <a:lnTo>
                    <a:pt x="46" y="78"/>
                  </a:lnTo>
                  <a:lnTo>
                    <a:pt x="46" y="78"/>
                  </a:lnTo>
                  <a:lnTo>
                    <a:pt x="46" y="78"/>
                  </a:lnTo>
                  <a:lnTo>
                    <a:pt x="46" y="82"/>
                  </a:lnTo>
                  <a:lnTo>
                    <a:pt x="46" y="82"/>
                  </a:lnTo>
                  <a:lnTo>
                    <a:pt x="42" y="78"/>
                  </a:lnTo>
                  <a:lnTo>
                    <a:pt x="42" y="78"/>
                  </a:lnTo>
                  <a:lnTo>
                    <a:pt x="42" y="78"/>
                  </a:lnTo>
                  <a:lnTo>
                    <a:pt x="42" y="78"/>
                  </a:lnTo>
                  <a:lnTo>
                    <a:pt x="42" y="82"/>
                  </a:lnTo>
                  <a:lnTo>
                    <a:pt x="42" y="82"/>
                  </a:lnTo>
                  <a:lnTo>
                    <a:pt x="42" y="82"/>
                  </a:lnTo>
                  <a:lnTo>
                    <a:pt x="42" y="86"/>
                  </a:lnTo>
                  <a:lnTo>
                    <a:pt x="42" y="86"/>
                  </a:lnTo>
                  <a:lnTo>
                    <a:pt x="42" y="86"/>
                  </a:lnTo>
                  <a:lnTo>
                    <a:pt x="42" y="86"/>
                  </a:lnTo>
                  <a:lnTo>
                    <a:pt x="42" y="86"/>
                  </a:lnTo>
                  <a:lnTo>
                    <a:pt x="42" y="86"/>
                  </a:lnTo>
                  <a:lnTo>
                    <a:pt x="42" y="86"/>
                  </a:lnTo>
                  <a:lnTo>
                    <a:pt x="42" y="86"/>
                  </a:lnTo>
                  <a:close/>
                  <a:moveTo>
                    <a:pt x="4" y="52"/>
                  </a:moveTo>
                  <a:lnTo>
                    <a:pt x="4" y="52"/>
                  </a:lnTo>
                  <a:lnTo>
                    <a:pt x="4" y="52"/>
                  </a:lnTo>
                  <a:lnTo>
                    <a:pt x="4" y="52"/>
                  </a:lnTo>
                  <a:lnTo>
                    <a:pt x="4" y="52"/>
                  </a:lnTo>
                  <a:lnTo>
                    <a:pt x="4" y="52"/>
                  </a:lnTo>
                  <a:lnTo>
                    <a:pt x="4" y="52"/>
                  </a:lnTo>
                  <a:lnTo>
                    <a:pt x="4" y="48"/>
                  </a:lnTo>
                  <a:lnTo>
                    <a:pt x="4" y="48"/>
                  </a:lnTo>
                  <a:lnTo>
                    <a:pt x="4" y="48"/>
                  </a:lnTo>
                  <a:lnTo>
                    <a:pt x="4" y="52"/>
                  </a:lnTo>
                  <a:lnTo>
                    <a:pt x="4" y="52"/>
                  </a:lnTo>
                  <a:lnTo>
                    <a:pt x="4" y="52"/>
                  </a:lnTo>
                  <a:lnTo>
                    <a:pt x="4" y="52"/>
                  </a:lnTo>
                  <a:lnTo>
                    <a:pt x="4" y="52"/>
                  </a:lnTo>
                  <a:lnTo>
                    <a:pt x="4" y="52"/>
                  </a:lnTo>
                  <a:lnTo>
                    <a:pt x="4" y="52"/>
                  </a:lnTo>
                  <a:lnTo>
                    <a:pt x="4"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2" name="Freeform 147"/>
            <p:cNvSpPr>
              <a:spLocks noChangeAspect="1"/>
            </p:cNvSpPr>
            <p:nvPr/>
          </p:nvSpPr>
          <p:spPr bwMode="gray">
            <a:xfrm>
              <a:off x="4723417" y="4185766"/>
              <a:ext cx="107834" cy="194797"/>
            </a:xfrm>
            <a:custGeom>
              <a:avLst/>
              <a:gdLst>
                <a:gd name="T0" fmla="*/ 0 w 62"/>
                <a:gd name="T1" fmla="*/ 78 h 112"/>
                <a:gd name="T2" fmla="*/ 0 w 62"/>
                <a:gd name="T3" fmla="*/ 72 h 112"/>
                <a:gd name="T4" fmla="*/ 4 w 62"/>
                <a:gd name="T5" fmla="*/ 60 h 112"/>
                <a:gd name="T6" fmla="*/ 10 w 62"/>
                <a:gd name="T7" fmla="*/ 52 h 112"/>
                <a:gd name="T8" fmla="*/ 6 w 62"/>
                <a:gd name="T9" fmla="*/ 42 h 112"/>
                <a:gd name="T10" fmla="*/ 6 w 62"/>
                <a:gd name="T11" fmla="*/ 38 h 112"/>
                <a:gd name="T12" fmla="*/ 6 w 62"/>
                <a:gd name="T13" fmla="*/ 30 h 112"/>
                <a:gd name="T14" fmla="*/ 6 w 62"/>
                <a:gd name="T15" fmla="*/ 26 h 112"/>
                <a:gd name="T16" fmla="*/ 4 w 62"/>
                <a:gd name="T17" fmla="*/ 22 h 112"/>
                <a:gd name="T18" fmla="*/ 4 w 62"/>
                <a:gd name="T19" fmla="*/ 12 h 112"/>
                <a:gd name="T20" fmla="*/ 4 w 62"/>
                <a:gd name="T21" fmla="*/ 4 h 112"/>
                <a:gd name="T22" fmla="*/ 22 w 62"/>
                <a:gd name="T23" fmla="*/ 4 h 112"/>
                <a:gd name="T24" fmla="*/ 34 w 62"/>
                <a:gd name="T25" fmla="*/ 4 h 112"/>
                <a:gd name="T26" fmla="*/ 40 w 62"/>
                <a:gd name="T27" fmla="*/ 4 h 112"/>
                <a:gd name="T28" fmla="*/ 44 w 62"/>
                <a:gd name="T29" fmla="*/ 4 h 112"/>
                <a:gd name="T30" fmla="*/ 44 w 62"/>
                <a:gd name="T31" fmla="*/ 8 h 112"/>
                <a:gd name="T32" fmla="*/ 44 w 62"/>
                <a:gd name="T33" fmla="*/ 12 h 112"/>
                <a:gd name="T34" fmla="*/ 48 w 62"/>
                <a:gd name="T35" fmla="*/ 16 h 112"/>
                <a:gd name="T36" fmla="*/ 52 w 62"/>
                <a:gd name="T37" fmla="*/ 18 h 112"/>
                <a:gd name="T38" fmla="*/ 48 w 62"/>
                <a:gd name="T39" fmla="*/ 30 h 112"/>
                <a:gd name="T40" fmla="*/ 52 w 62"/>
                <a:gd name="T41" fmla="*/ 30 h 112"/>
                <a:gd name="T42" fmla="*/ 52 w 62"/>
                <a:gd name="T43" fmla="*/ 34 h 112"/>
                <a:gd name="T44" fmla="*/ 52 w 62"/>
                <a:gd name="T45" fmla="*/ 42 h 112"/>
                <a:gd name="T46" fmla="*/ 52 w 62"/>
                <a:gd name="T47" fmla="*/ 46 h 112"/>
                <a:gd name="T48" fmla="*/ 56 w 62"/>
                <a:gd name="T49" fmla="*/ 52 h 112"/>
                <a:gd name="T50" fmla="*/ 52 w 62"/>
                <a:gd name="T51" fmla="*/ 60 h 112"/>
                <a:gd name="T52" fmla="*/ 52 w 62"/>
                <a:gd name="T53" fmla="*/ 68 h 112"/>
                <a:gd name="T54" fmla="*/ 52 w 62"/>
                <a:gd name="T55" fmla="*/ 72 h 112"/>
                <a:gd name="T56" fmla="*/ 52 w 62"/>
                <a:gd name="T57" fmla="*/ 78 h 112"/>
                <a:gd name="T58" fmla="*/ 56 w 62"/>
                <a:gd name="T59" fmla="*/ 82 h 112"/>
                <a:gd name="T60" fmla="*/ 60 w 62"/>
                <a:gd name="T61" fmla="*/ 82 h 112"/>
                <a:gd name="T62" fmla="*/ 62 w 62"/>
                <a:gd name="T63" fmla="*/ 90 h 112"/>
                <a:gd name="T64" fmla="*/ 60 w 62"/>
                <a:gd name="T65" fmla="*/ 90 h 112"/>
                <a:gd name="T66" fmla="*/ 56 w 62"/>
                <a:gd name="T67" fmla="*/ 94 h 112"/>
                <a:gd name="T68" fmla="*/ 52 w 62"/>
                <a:gd name="T69" fmla="*/ 94 h 112"/>
                <a:gd name="T70" fmla="*/ 52 w 62"/>
                <a:gd name="T71" fmla="*/ 90 h 112"/>
                <a:gd name="T72" fmla="*/ 48 w 62"/>
                <a:gd name="T73" fmla="*/ 90 h 112"/>
                <a:gd name="T74" fmla="*/ 48 w 62"/>
                <a:gd name="T75" fmla="*/ 90 h 112"/>
                <a:gd name="T76" fmla="*/ 52 w 62"/>
                <a:gd name="T77" fmla="*/ 90 h 112"/>
                <a:gd name="T78" fmla="*/ 52 w 62"/>
                <a:gd name="T79" fmla="*/ 94 h 112"/>
                <a:gd name="T80" fmla="*/ 48 w 62"/>
                <a:gd name="T81" fmla="*/ 94 h 112"/>
                <a:gd name="T82" fmla="*/ 40 w 62"/>
                <a:gd name="T83" fmla="*/ 98 h 112"/>
                <a:gd name="T84" fmla="*/ 36 w 62"/>
                <a:gd name="T85" fmla="*/ 102 h 112"/>
                <a:gd name="T86" fmla="*/ 34 w 62"/>
                <a:gd name="T87" fmla="*/ 104 h 112"/>
                <a:gd name="T88" fmla="*/ 30 w 62"/>
                <a:gd name="T89" fmla="*/ 104 h 112"/>
                <a:gd name="T90" fmla="*/ 22 w 62"/>
                <a:gd name="T91" fmla="*/ 104 h 112"/>
                <a:gd name="T92" fmla="*/ 18 w 62"/>
                <a:gd name="T93" fmla="*/ 112 h 112"/>
                <a:gd name="T94" fmla="*/ 10 w 62"/>
                <a:gd name="T95" fmla="*/ 108 h 112"/>
                <a:gd name="T96" fmla="*/ 6 w 62"/>
                <a:gd name="T97" fmla="*/ 108 h 112"/>
                <a:gd name="T98" fmla="*/ 0 w 62"/>
                <a:gd name="T99" fmla="*/ 104 h 112"/>
                <a:gd name="T100" fmla="*/ 6 w 62"/>
                <a:gd name="T101" fmla="*/ 104 h 112"/>
                <a:gd name="T102" fmla="*/ 4 w 62"/>
                <a:gd name="T103" fmla="*/ 102 h 112"/>
                <a:gd name="T104" fmla="*/ 4 w 62"/>
                <a:gd name="T105" fmla="*/ 98 h 112"/>
                <a:gd name="T106" fmla="*/ 0 w 62"/>
                <a:gd name="T107" fmla="*/ 86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2" h="112">
                  <a:moveTo>
                    <a:pt x="0" y="86"/>
                  </a:moveTo>
                  <a:lnTo>
                    <a:pt x="0" y="86"/>
                  </a:lnTo>
                  <a:lnTo>
                    <a:pt x="0" y="86"/>
                  </a:lnTo>
                  <a:lnTo>
                    <a:pt x="0" y="82"/>
                  </a:lnTo>
                  <a:lnTo>
                    <a:pt x="0" y="78"/>
                  </a:lnTo>
                  <a:lnTo>
                    <a:pt x="0" y="78"/>
                  </a:lnTo>
                  <a:lnTo>
                    <a:pt x="0" y="78"/>
                  </a:lnTo>
                  <a:lnTo>
                    <a:pt x="0" y="78"/>
                  </a:lnTo>
                  <a:lnTo>
                    <a:pt x="0" y="78"/>
                  </a:lnTo>
                  <a:lnTo>
                    <a:pt x="0" y="76"/>
                  </a:lnTo>
                  <a:lnTo>
                    <a:pt x="0" y="72"/>
                  </a:lnTo>
                  <a:lnTo>
                    <a:pt x="0" y="72"/>
                  </a:lnTo>
                  <a:lnTo>
                    <a:pt x="4" y="72"/>
                  </a:lnTo>
                  <a:lnTo>
                    <a:pt x="4" y="68"/>
                  </a:lnTo>
                  <a:lnTo>
                    <a:pt x="4" y="64"/>
                  </a:lnTo>
                  <a:lnTo>
                    <a:pt x="4" y="64"/>
                  </a:lnTo>
                  <a:lnTo>
                    <a:pt x="4" y="60"/>
                  </a:lnTo>
                  <a:lnTo>
                    <a:pt x="4" y="60"/>
                  </a:lnTo>
                  <a:lnTo>
                    <a:pt x="4" y="56"/>
                  </a:lnTo>
                  <a:lnTo>
                    <a:pt x="4" y="56"/>
                  </a:lnTo>
                  <a:lnTo>
                    <a:pt x="6" y="56"/>
                  </a:lnTo>
                  <a:lnTo>
                    <a:pt x="6" y="52"/>
                  </a:lnTo>
                  <a:lnTo>
                    <a:pt x="6" y="52"/>
                  </a:lnTo>
                  <a:lnTo>
                    <a:pt x="10" y="52"/>
                  </a:lnTo>
                  <a:lnTo>
                    <a:pt x="10" y="52"/>
                  </a:lnTo>
                  <a:lnTo>
                    <a:pt x="6" y="46"/>
                  </a:lnTo>
                  <a:lnTo>
                    <a:pt x="6" y="46"/>
                  </a:lnTo>
                  <a:lnTo>
                    <a:pt x="6" y="42"/>
                  </a:lnTo>
                  <a:lnTo>
                    <a:pt x="6" y="42"/>
                  </a:lnTo>
                  <a:lnTo>
                    <a:pt x="6" y="42"/>
                  </a:lnTo>
                  <a:lnTo>
                    <a:pt x="6" y="42"/>
                  </a:lnTo>
                  <a:lnTo>
                    <a:pt x="6" y="42"/>
                  </a:lnTo>
                  <a:lnTo>
                    <a:pt x="6" y="42"/>
                  </a:lnTo>
                  <a:lnTo>
                    <a:pt x="6" y="38"/>
                  </a:lnTo>
                  <a:lnTo>
                    <a:pt x="6" y="38"/>
                  </a:lnTo>
                  <a:lnTo>
                    <a:pt x="6" y="38"/>
                  </a:lnTo>
                  <a:lnTo>
                    <a:pt x="6" y="38"/>
                  </a:lnTo>
                  <a:lnTo>
                    <a:pt x="6" y="34"/>
                  </a:lnTo>
                  <a:lnTo>
                    <a:pt x="6" y="34"/>
                  </a:lnTo>
                  <a:lnTo>
                    <a:pt x="6" y="30"/>
                  </a:lnTo>
                  <a:lnTo>
                    <a:pt x="6" y="30"/>
                  </a:lnTo>
                  <a:lnTo>
                    <a:pt x="6" y="30"/>
                  </a:lnTo>
                  <a:lnTo>
                    <a:pt x="6" y="30"/>
                  </a:lnTo>
                  <a:lnTo>
                    <a:pt x="6" y="30"/>
                  </a:lnTo>
                  <a:lnTo>
                    <a:pt x="6" y="30"/>
                  </a:lnTo>
                  <a:lnTo>
                    <a:pt x="4" y="30"/>
                  </a:lnTo>
                  <a:lnTo>
                    <a:pt x="4" y="26"/>
                  </a:lnTo>
                  <a:lnTo>
                    <a:pt x="6" y="26"/>
                  </a:lnTo>
                  <a:lnTo>
                    <a:pt x="6" y="26"/>
                  </a:lnTo>
                  <a:lnTo>
                    <a:pt x="6" y="26"/>
                  </a:lnTo>
                  <a:lnTo>
                    <a:pt x="4" y="26"/>
                  </a:lnTo>
                  <a:lnTo>
                    <a:pt x="4" y="26"/>
                  </a:lnTo>
                  <a:lnTo>
                    <a:pt x="6" y="22"/>
                  </a:lnTo>
                  <a:lnTo>
                    <a:pt x="4" y="22"/>
                  </a:lnTo>
                  <a:lnTo>
                    <a:pt x="4" y="18"/>
                  </a:lnTo>
                  <a:lnTo>
                    <a:pt x="4" y="18"/>
                  </a:lnTo>
                  <a:lnTo>
                    <a:pt x="4" y="18"/>
                  </a:lnTo>
                  <a:lnTo>
                    <a:pt x="4" y="16"/>
                  </a:lnTo>
                  <a:lnTo>
                    <a:pt x="4" y="16"/>
                  </a:lnTo>
                  <a:lnTo>
                    <a:pt x="4" y="12"/>
                  </a:lnTo>
                  <a:lnTo>
                    <a:pt x="4" y="12"/>
                  </a:lnTo>
                  <a:lnTo>
                    <a:pt x="4" y="12"/>
                  </a:lnTo>
                  <a:lnTo>
                    <a:pt x="4" y="8"/>
                  </a:lnTo>
                  <a:lnTo>
                    <a:pt x="4" y="8"/>
                  </a:lnTo>
                  <a:lnTo>
                    <a:pt x="4" y="4"/>
                  </a:lnTo>
                  <a:lnTo>
                    <a:pt x="4" y="4"/>
                  </a:lnTo>
                  <a:lnTo>
                    <a:pt x="4" y="4"/>
                  </a:lnTo>
                  <a:lnTo>
                    <a:pt x="6" y="4"/>
                  </a:lnTo>
                  <a:lnTo>
                    <a:pt x="10" y="4"/>
                  </a:lnTo>
                  <a:lnTo>
                    <a:pt x="14" y="4"/>
                  </a:lnTo>
                  <a:lnTo>
                    <a:pt x="18" y="4"/>
                  </a:lnTo>
                  <a:lnTo>
                    <a:pt x="22" y="4"/>
                  </a:lnTo>
                  <a:lnTo>
                    <a:pt x="22" y="4"/>
                  </a:lnTo>
                  <a:lnTo>
                    <a:pt x="26" y="4"/>
                  </a:lnTo>
                  <a:lnTo>
                    <a:pt x="26" y="4"/>
                  </a:lnTo>
                  <a:lnTo>
                    <a:pt x="30" y="4"/>
                  </a:lnTo>
                  <a:lnTo>
                    <a:pt x="30" y="4"/>
                  </a:lnTo>
                  <a:lnTo>
                    <a:pt x="34" y="4"/>
                  </a:lnTo>
                  <a:lnTo>
                    <a:pt x="34" y="4"/>
                  </a:lnTo>
                  <a:lnTo>
                    <a:pt x="34" y="4"/>
                  </a:lnTo>
                  <a:lnTo>
                    <a:pt x="34" y="4"/>
                  </a:lnTo>
                  <a:lnTo>
                    <a:pt x="34" y="4"/>
                  </a:lnTo>
                  <a:lnTo>
                    <a:pt x="36" y="4"/>
                  </a:lnTo>
                  <a:lnTo>
                    <a:pt x="40" y="4"/>
                  </a:lnTo>
                  <a:lnTo>
                    <a:pt x="40" y="0"/>
                  </a:lnTo>
                  <a:lnTo>
                    <a:pt x="40" y="0"/>
                  </a:lnTo>
                  <a:lnTo>
                    <a:pt x="40" y="0"/>
                  </a:lnTo>
                  <a:lnTo>
                    <a:pt x="40" y="0"/>
                  </a:lnTo>
                  <a:lnTo>
                    <a:pt x="44" y="4"/>
                  </a:lnTo>
                  <a:lnTo>
                    <a:pt x="44" y="4"/>
                  </a:lnTo>
                  <a:lnTo>
                    <a:pt x="44" y="0"/>
                  </a:lnTo>
                  <a:lnTo>
                    <a:pt x="44" y="0"/>
                  </a:lnTo>
                  <a:lnTo>
                    <a:pt x="44" y="4"/>
                  </a:lnTo>
                  <a:lnTo>
                    <a:pt x="44" y="4"/>
                  </a:lnTo>
                  <a:lnTo>
                    <a:pt x="44" y="4"/>
                  </a:lnTo>
                  <a:lnTo>
                    <a:pt x="44" y="8"/>
                  </a:lnTo>
                  <a:lnTo>
                    <a:pt x="44" y="8"/>
                  </a:lnTo>
                  <a:lnTo>
                    <a:pt x="44" y="8"/>
                  </a:lnTo>
                  <a:lnTo>
                    <a:pt x="44" y="8"/>
                  </a:lnTo>
                  <a:lnTo>
                    <a:pt x="44" y="12"/>
                  </a:lnTo>
                  <a:lnTo>
                    <a:pt x="44" y="12"/>
                  </a:lnTo>
                  <a:lnTo>
                    <a:pt x="44" y="12"/>
                  </a:lnTo>
                  <a:lnTo>
                    <a:pt x="44" y="12"/>
                  </a:lnTo>
                  <a:lnTo>
                    <a:pt x="44" y="12"/>
                  </a:lnTo>
                  <a:lnTo>
                    <a:pt x="48" y="16"/>
                  </a:lnTo>
                  <a:lnTo>
                    <a:pt x="48" y="16"/>
                  </a:lnTo>
                  <a:lnTo>
                    <a:pt x="48" y="16"/>
                  </a:lnTo>
                  <a:lnTo>
                    <a:pt x="48" y="16"/>
                  </a:lnTo>
                  <a:lnTo>
                    <a:pt x="48" y="18"/>
                  </a:lnTo>
                  <a:lnTo>
                    <a:pt x="48" y="18"/>
                  </a:lnTo>
                  <a:lnTo>
                    <a:pt x="48" y="18"/>
                  </a:lnTo>
                  <a:lnTo>
                    <a:pt x="48" y="18"/>
                  </a:lnTo>
                  <a:lnTo>
                    <a:pt x="52" y="18"/>
                  </a:lnTo>
                  <a:lnTo>
                    <a:pt x="52" y="18"/>
                  </a:lnTo>
                  <a:lnTo>
                    <a:pt x="48" y="18"/>
                  </a:lnTo>
                  <a:lnTo>
                    <a:pt x="48" y="26"/>
                  </a:lnTo>
                  <a:lnTo>
                    <a:pt x="48" y="26"/>
                  </a:lnTo>
                  <a:lnTo>
                    <a:pt x="48" y="30"/>
                  </a:lnTo>
                  <a:lnTo>
                    <a:pt x="48" y="30"/>
                  </a:lnTo>
                  <a:lnTo>
                    <a:pt x="48" y="30"/>
                  </a:lnTo>
                  <a:lnTo>
                    <a:pt x="48" y="30"/>
                  </a:lnTo>
                  <a:lnTo>
                    <a:pt x="48" y="30"/>
                  </a:lnTo>
                  <a:lnTo>
                    <a:pt x="48" y="30"/>
                  </a:lnTo>
                  <a:lnTo>
                    <a:pt x="48" y="30"/>
                  </a:lnTo>
                  <a:lnTo>
                    <a:pt x="52" y="30"/>
                  </a:lnTo>
                  <a:lnTo>
                    <a:pt x="52" y="30"/>
                  </a:lnTo>
                  <a:lnTo>
                    <a:pt x="52" y="30"/>
                  </a:lnTo>
                  <a:lnTo>
                    <a:pt x="52" y="30"/>
                  </a:lnTo>
                  <a:lnTo>
                    <a:pt x="52" y="30"/>
                  </a:lnTo>
                  <a:lnTo>
                    <a:pt x="52" y="34"/>
                  </a:lnTo>
                  <a:lnTo>
                    <a:pt x="52" y="34"/>
                  </a:lnTo>
                  <a:lnTo>
                    <a:pt x="52" y="34"/>
                  </a:lnTo>
                  <a:lnTo>
                    <a:pt x="52" y="38"/>
                  </a:lnTo>
                  <a:lnTo>
                    <a:pt x="52" y="38"/>
                  </a:lnTo>
                  <a:lnTo>
                    <a:pt x="52" y="42"/>
                  </a:lnTo>
                  <a:lnTo>
                    <a:pt x="52" y="42"/>
                  </a:lnTo>
                  <a:lnTo>
                    <a:pt x="52" y="42"/>
                  </a:lnTo>
                  <a:lnTo>
                    <a:pt x="52" y="42"/>
                  </a:lnTo>
                  <a:lnTo>
                    <a:pt x="52" y="42"/>
                  </a:lnTo>
                  <a:lnTo>
                    <a:pt x="48" y="42"/>
                  </a:lnTo>
                  <a:lnTo>
                    <a:pt x="48" y="42"/>
                  </a:lnTo>
                  <a:lnTo>
                    <a:pt x="52" y="46"/>
                  </a:lnTo>
                  <a:lnTo>
                    <a:pt x="52" y="46"/>
                  </a:lnTo>
                  <a:lnTo>
                    <a:pt x="52" y="46"/>
                  </a:lnTo>
                  <a:lnTo>
                    <a:pt x="52" y="48"/>
                  </a:lnTo>
                  <a:lnTo>
                    <a:pt x="52" y="48"/>
                  </a:lnTo>
                  <a:lnTo>
                    <a:pt x="56" y="48"/>
                  </a:lnTo>
                  <a:lnTo>
                    <a:pt x="56" y="48"/>
                  </a:lnTo>
                  <a:lnTo>
                    <a:pt x="56" y="48"/>
                  </a:lnTo>
                  <a:lnTo>
                    <a:pt x="56" y="52"/>
                  </a:lnTo>
                  <a:lnTo>
                    <a:pt x="56" y="52"/>
                  </a:lnTo>
                  <a:lnTo>
                    <a:pt x="52" y="52"/>
                  </a:lnTo>
                  <a:lnTo>
                    <a:pt x="52" y="52"/>
                  </a:lnTo>
                  <a:lnTo>
                    <a:pt x="52" y="52"/>
                  </a:lnTo>
                  <a:lnTo>
                    <a:pt x="52" y="56"/>
                  </a:lnTo>
                  <a:lnTo>
                    <a:pt x="52" y="60"/>
                  </a:lnTo>
                  <a:lnTo>
                    <a:pt x="52" y="64"/>
                  </a:lnTo>
                  <a:lnTo>
                    <a:pt x="52" y="64"/>
                  </a:lnTo>
                  <a:lnTo>
                    <a:pt x="52" y="64"/>
                  </a:lnTo>
                  <a:lnTo>
                    <a:pt x="52" y="64"/>
                  </a:lnTo>
                  <a:lnTo>
                    <a:pt x="52" y="64"/>
                  </a:lnTo>
                  <a:lnTo>
                    <a:pt x="52" y="68"/>
                  </a:lnTo>
                  <a:lnTo>
                    <a:pt x="52" y="68"/>
                  </a:lnTo>
                  <a:lnTo>
                    <a:pt x="52" y="68"/>
                  </a:lnTo>
                  <a:lnTo>
                    <a:pt x="52" y="68"/>
                  </a:lnTo>
                  <a:lnTo>
                    <a:pt x="52" y="68"/>
                  </a:lnTo>
                  <a:lnTo>
                    <a:pt x="52" y="68"/>
                  </a:lnTo>
                  <a:lnTo>
                    <a:pt x="52" y="72"/>
                  </a:lnTo>
                  <a:lnTo>
                    <a:pt x="52" y="72"/>
                  </a:lnTo>
                  <a:lnTo>
                    <a:pt x="52" y="76"/>
                  </a:lnTo>
                  <a:lnTo>
                    <a:pt x="52" y="76"/>
                  </a:lnTo>
                  <a:lnTo>
                    <a:pt x="52" y="78"/>
                  </a:lnTo>
                  <a:lnTo>
                    <a:pt x="52" y="78"/>
                  </a:lnTo>
                  <a:lnTo>
                    <a:pt x="52" y="78"/>
                  </a:lnTo>
                  <a:lnTo>
                    <a:pt x="52" y="78"/>
                  </a:lnTo>
                  <a:lnTo>
                    <a:pt x="56" y="78"/>
                  </a:lnTo>
                  <a:lnTo>
                    <a:pt x="56" y="78"/>
                  </a:lnTo>
                  <a:lnTo>
                    <a:pt x="56" y="78"/>
                  </a:lnTo>
                  <a:lnTo>
                    <a:pt x="56" y="78"/>
                  </a:lnTo>
                  <a:lnTo>
                    <a:pt x="56" y="82"/>
                  </a:lnTo>
                  <a:lnTo>
                    <a:pt x="56" y="82"/>
                  </a:lnTo>
                  <a:lnTo>
                    <a:pt x="56" y="82"/>
                  </a:lnTo>
                  <a:lnTo>
                    <a:pt x="56" y="82"/>
                  </a:lnTo>
                  <a:lnTo>
                    <a:pt x="56" y="82"/>
                  </a:lnTo>
                  <a:lnTo>
                    <a:pt x="56" y="82"/>
                  </a:lnTo>
                  <a:lnTo>
                    <a:pt x="60" y="82"/>
                  </a:lnTo>
                  <a:lnTo>
                    <a:pt x="60" y="86"/>
                  </a:lnTo>
                  <a:lnTo>
                    <a:pt x="60" y="86"/>
                  </a:lnTo>
                  <a:lnTo>
                    <a:pt x="60" y="86"/>
                  </a:lnTo>
                  <a:lnTo>
                    <a:pt x="62" y="86"/>
                  </a:lnTo>
                  <a:lnTo>
                    <a:pt x="62" y="86"/>
                  </a:lnTo>
                  <a:lnTo>
                    <a:pt x="62" y="90"/>
                  </a:lnTo>
                  <a:lnTo>
                    <a:pt x="60" y="90"/>
                  </a:lnTo>
                  <a:lnTo>
                    <a:pt x="60" y="90"/>
                  </a:lnTo>
                  <a:lnTo>
                    <a:pt x="60" y="90"/>
                  </a:lnTo>
                  <a:lnTo>
                    <a:pt x="60" y="90"/>
                  </a:lnTo>
                  <a:lnTo>
                    <a:pt x="60" y="90"/>
                  </a:lnTo>
                  <a:lnTo>
                    <a:pt x="60" y="90"/>
                  </a:lnTo>
                  <a:lnTo>
                    <a:pt x="60" y="94"/>
                  </a:lnTo>
                  <a:lnTo>
                    <a:pt x="60" y="94"/>
                  </a:lnTo>
                  <a:lnTo>
                    <a:pt x="60" y="94"/>
                  </a:lnTo>
                  <a:lnTo>
                    <a:pt x="60" y="94"/>
                  </a:lnTo>
                  <a:lnTo>
                    <a:pt x="60" y="94"/>
                  </a:lnTo>
                  <a:lnTo>
                    <a:pt x="56" y="94"/>
                  </a:lnTo>
                  <a:lnTo>
                    <a:pt x="56" y="94"/>
                  </a:lnTo>
                  <a:lnTo>
                    <a:pt x="56" y="94"/>
                  </a:lnTo>
                  <a:lnTo>
                    <a:pt x="56" y="94"/>
                  </a:lnTo>
                  <a:lnTo>
                    <a:pt x="56" y="94"/>
                  </a:lnTo>
                  <a:lnTo>
                    <a:pt x="52" y="94"/>
                  </a:lnTo>
                  <a:lnTo>
                    <a:pt x="52" y="94"/>
                  </a:lnTo>
                  <a:lnTo>
                    <a:pt x="52" y="94"/>
                  </a:lnTo>
                  <a:lnTo>
                    <a:pt x="52" y="90"/>
                  </a:lnTo>
                  <a:lnTo>
                    <a:pt x="52" y="90"/>
                  </a:lnTo>
                  <a:lnTo>
                    <a:pt x="52" y="90"/>
                  </a:lnTo>
                  <a:lnTo>
                    <a:pt x="52" y="90"/>
                  </a:lnTo>
                  <a:lnTo>
                    <a:pt x="52" y="90"/>
                  </a:lnTo>
                  <a:lnTo>
                    <a:pt x="52"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48" y="90"/>
                  </a:lnTo>
                  <a:lnTo>
                    <a:pt x="52" y="90"/>
                  </a:lnTo>
                  <a:lnTo>
                    <a:pt x="52" y="90"/>
                  </a:lnTo>
                  <a:lnTo>
                    <a:pt x="52" y="90"/>
                  </a:lnTo>
                  <a:lnTo>
                    <a:pt x="52" y="90"/>
                  </a:lnTo>
                  <a:lnTo>
                    <a:pt x="52" y="90"/>
                  </a:lnTo>
                  <a:lnTo>
                    <a:pt x="52" y="90"/>
                  </a:lnTo>
                  <a:lnTo>
                    <a:pt x="52" y="90"/>
                  </a:lnTo>
                  <a:lnTo>
                    <a:pt x="52" y="94"/>
                  </a:lnTo>
                  <a:lnTo>
                    <a:pt x="52" y="94"/>
                  </a:lnTo>
                  <a:lnTo>
                    <a:pt x="56" y="94"/>
                  </a:lnTo>
                  <a:lnTo>
                    <a:pt x="52" y="94"/>
                  </a:lnTo>
                  <a:lnTo>
                    <a:pt x="52" y="94"/>
                  </a:lnTo>
                  <a:lnTo>
                    <a:pt x="48" y="94"/>
                  </a:lnTo>
                  <a:lnTo>
                    <a:pt x="48" y="94"/>
                  </a:lnTo>
                  <a:lnTo>
                    <a:pt x="48" y="94"/>
                  </a:lnTo>
                  <a:lnTo>
                    <a:pt x="48" y="94"/>
                  </a:lnTo>
                  <a:lnTo>
                    <a:pt x="48" y="94"/>
                  </a:lnTo>
                  <a:lnTo>
                    <a:pt x="44" y="98"/>
                  </a:lnTo>
                  <a:lnTo>
                    <a:pt x="44" y="98"/>
                  </a:lnTo>
                  <a:lnTo>
                    <a:pt x="44" y="98"/>
                  </a:lnTo>
                  <a:lnTo>
                    <a:pt x="40" y="98"/>
                  </a:lnTo>
                  <a:lnTo>
                    <a:pt x="40" y="98"/>
                  </a:lnTo>
                  <a:lnTo>
                    <a:pt x="40" y="98"/>
                  </a:lnTo>
                  <a:lnTo>
                    <a:pt x="40" y="98"/>
                  </a:lnTo>
                  <a:lnTo>
                    <a:pt x="36" y="102"/>
                  </a:lnTo>
                  <a:lnTo>
                    <a:pt x="36" y="102"/>
                  </a:lnTo>
                  <a:lnTo>
                    <a:pt x="36" y="102"/>
                  </a:lnTo>
                  <a:lnTo>
                    <a:pt x="36" y="102"/>
                  </a:lnTo>
                  <a:lnTo>
                    <a:pt x="36" y="102"/>
                  </a:lnTo>
                  <a:lnTo>
                    <a:pt x="34" y="102"/>
                  </a:lnTo>
                  <a:lnTo>
                    <a:pt x="34" y="102"/>
                  </a:lnTo>
                  <a:lnTo>
                    <a:pt x="34" y="102"/>
                  </a:lnTo>
                  <a:lnTo>
                    <a:pt x="34" y="104"/>
                  </a:lnTo>
                  <a:lnTo>
                    <a:pt x="34" y="104"/>
                  </a:lnTo>
                  <a:lnTo>
                    <a:pt x="30" y="104"/>
                  </a:lnTo>
                  <a:lnTo>
                    <a:pt x="30" y="104"/>
                  </a:lnTo>
                  <a:lnTo>
                    <a:pt x="30" y="104"/>
                  </a:lnTo>
                  <a:lnTo>
                    <a:pt x="30" y="104"/>
                  </a:lnTo>
                  <a:lnTo>
                    <a:pt x="30" y="104"/>
                  </a:lnTo>
                  <a:lnTo>
                    <a:pt x="30" y="104"/>
                  </a:lnTo>
                  <a:lnTo>
                    <a:pt x="26" y="104"/>
                  </a:lnTo>
                  <a:lnTo>
                    <a:pt x="26" y="104"/>
                  </a:lnTo>
                  <a:lnTo>
                    <a:pt x="26" y="104"/>
                  </a:lnTo>
                  <a:lnTo>
                    <a:pt x="26" y="104"/>
                  </a:lnTo>
                  <a:lnTo>
                    <a:pt x="22" y="104"/>
                  </a:lnTo>
                  <a:lnTo>
                    <a:pt x="22" y="104"/>
                  </a:lnTo>
                  <a:lnTo>
                    <a:pt x="22" y="104"/>
                  </a:lnTo>
                  <a:lnTo>
                    <a:pt x="22" y="108"/>
                  </a:lnTo>
                  <a:lnTo>
                    <a:pt x="22" y="108"/>
                  </a:lnTo>
                  <a:lnTo>
                    <a:pt x="18" y="108"/>
                  </a:lnTo>
                  <a:lnTo>
                    <a:pt x="18" y="112"/>
                  </a:lnTo>
                  <a:lnTo>
                    <a:pt x="14" y="112"/>
                  </a:lnTo>
                  <a:lnTo>
                    <a:pt x="14" y="112"/>
                  </a:lnTo>
                  <a:lnTo>
                    <a:pt x="14" y="112"/>
                  </a:lnTo>
                  <a:lnTo>
                    <a:pt x="10" y="108"/>
                  </a:lnTo>
                  <a:lnTo>
                    <a:pt x="10" y="108"/>
                  </a:lnTo>
                  <a:lnTo>
                    <a:pt x="10" y="108"/>
                  </a:lnTo>
                  <a:lnTo>
                    <a:pt x="10" y="108"/>
                  </a:lnTo>
                  <a:lnTo>
                    <a:pt x="10" y="108"/>
                  </a:lnTo>
                  <a:lnTo>
                    <a:pt x="10" y="108"/>
                  </a:lnTo>
                  <a:lnTo>
                    <a:pt x="10" y="108"/>
                  </a:lnTo>
                  <a:lnTo>
                    <a:pt x="6" y="108"/>
                  </a:lnTo>
                  <a:lnTo>
                    <a:pt x="6" y="108"/>
                  </a:lnTo>
                  <a:lnTo>
                    <a:pt x="6" y="108"/>
                  </a:lnTo>
                  <a:lnTo>
                    <a:pt x="4" y="104"/>
                  </a:lnTo>
                  <a:lnTo>
                    <a:pt x="4" y="104"/>
                  </a:lnTo>
                  <a:lnTo>
                    <a:pt x="4" y="104"/>
                  </a:lnTo>
                  <a:lnTo>
                    <a:pt x="0" y="104"/>
                  </a:lnTo>
                  <a:lnTo>
                    <a:pt x="0" y="104"/>
                  </a:lnTo>
                  <a:lnTo>
                    <a:pt x="0" y="104"/>
                  </a:lnTo>
                  <a:lnTo>
                    <a:pt x="0" y="104"/>
                  </a:lnTo>
                  <a:lnTo>
                    <a:pt x="0" y="104"/>
                  </a:lnTo>
                  <a:lnTo>
                    <a:pt x="4" y="104"/>
                  </a:lnTo>
                  <a:lnTo>
                    <a:pt x="4" y="104"/>
                  </a:lnTo>
                  <a:lnTo>
                    <a:pt x="6" y="104"/>
                  </a:lnTo>
                  <a:lnTo>
                    <a:pt x="6" y="104"/>
                  </a:lnTo>
                  <a:lnTo>
                    <a:pt x="6" y="104"/>
                  </a:lnTo>
                  <a:lnTo>
                    <a:pt x="6" y="104"/>
                  </a:lnTo>
                  <a:lnTo>
                    <a:pt x="6" y="104"/>
                  </a:lnTo>
                  <a:lnTo>
                    <a:pt x="4" y="102"/>
                  </a:lnTo>
                  <a:lnTo>
                    <a:pt x="4" y="102"/>
                  </a:lnTo>
                  <a:lnTo>
                    <a:pt x="6" y="102"/>
                  </a:lnTo>
                  <a:lnTo>
                    <a:pt x="6" y="98"/>
                  </a:lnTo>
                  <a:lnTo>
                    <a:pt x="4" y="98"/>
                  </a:lnTo>
                  <a:lnTo>
                    <a:pt x="4" y="98"/>
                  </a:lnTo>
                  <a:lnTo>
                    <a:pt x="4" y="98"/>
                  </a:lnTo>
                  <a:lnTo>
                    <a:pt x="4" y="98"/>
                  </a:lnTo>
                  <a:lnTo>
                    <a:pt x="4" y="98"/>
                  </a:lnTo>
                  <a:lnTo>
                    <a:pt x="4" y="98"/>
                  </a:lnTo>
                  <a:lnTo>
                    <a:pt x="4" y="94"/>
                  </a:lnTo>
                  <a:lnTo>
                    <a:pt x="4" y="94"/>
                  </a:lnTo>
                  <a:lnTo>
                    <a:pt x="0" y="90"/>
                  </a:lnTo>
                  <a:lnTo>
                    <a:pt x="0" y="86"/>
                  </a:lnTo>
                  <a:lnTo>
                    <a:pt x="0" y="86"/>
                  </a:lnTo>
                  <a:lnTo>
                    <a:pt x="0" y="86"/>
                  </a:lnTo>
                  <a:lnTo>
                    <a:pt x="0" y="86"/>
                  </a:lnTo>
                  <a:lnTo>
                    <a:pt x="0" y="86"/>
                  </a:lnTo>
                  <a:lnTo>
                    <a:pt x="0" y="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3" name="Freeform 148"/>
            <p:cNvSpPr>
              <a:spLocks noChangeAspect="1"/>
            </p:cNvSpPr>
            <p:nvPr/>
          </p:nvSpPr>
          <p:spPr bwMode="gray">
            <a:xfrm>
              <a:off x="4431221" y="4140546"/>
              <a:ext cx="180883" cy="170448"/>
            </a:xfrm>
            <a:custGeom>
              <a:avLst/>
              <a:gdLst>
                <a:gd name="T0" fmla="*/ 96 w 104"/>
                <a:gd name="T1" fmla="*/ 86 h 98"/>
                <a:gd name="T2" fmla="*/ 92 w 104"/>
                <a:gd name="T3" fmla="*/ 90 h 98"/>
                <a:gd name="T4" fmla="*/ 90 w 104"/>
                <a:gd name="T5" fmla="*/ 86 h 98"/>
                <a:gd name="T6" fmla="*/ 86 w 104"/>
                <a:gd name="T7" fmla="*/ 94 h 98"/>
                <a:gd name="T8" fmla="*/ 82 w 104"/>
                <a:gd name="T9" fmla="*/ 94 h 98"/>
                <a:gd name="T10" fmla="*/ 78 w 104"/>
                <a:gd name="T11" fmla="*/ 90 h 98"/>
                <a:gd name="T12" fmla="*/ 78 w 104"/>
                <a:gd name="T13" fmla="*/ 86 h 98"/>
                <a:gd name="T14" fmla="*/ 74 w 104"/>
                <a:gd name="T15" fmla="*/ 74 h 98"/>
                <a:gd name="T16" fmla="*/ 66 w 104"/>
                <a:gd name="T17" fmla="*/ 74 h 98"/>
                <a:gd name="T18" fmla="*/ 60 w 104"/>
                <a:gd name="T19" fmla="*/ 74 h 98"/>
                <a:gd name="T20" fmla="*/ 64 w 104"/>
                <a:gd name="T21" fmla="*/ 64 h 98"/>
                <a:gd name="T22" fmla="*/ 60 w 104"/>
                <a:gd name="T23" fmla="*/ 60 h 98"/>
                <a:gd name="T24" fmla="*/ 56 w 104"/>
                <a:gd name="T25" fmla="*/ 52 h 98"/>
                <a:gd name="T26" fmla="*/ 48 w 104"/>
                <a:gd name="T27" fmla="*/ 48 h 98"/>
                <a:gd name="T28" fmla="*/ 40 w 104"/>
                <a:gd name="T29" fmla="*/ 48 h 98"/>
                <a:gd name="T30" fmla="*/ 34 w 104"/>
                <a:gd name="T31" fmla="*/ 52 h 98"/>
                <a:gd name="T32" fmla="*/ 30 w 104"/>
                <a:gd name="T33" fmla="*/ 60 h 98"/>
                <a:gd name="T34" fmla="*/ 26 w 104"/>
                <a:gd name="T35" fmla="*/ 64 h 98"/>
                <a:gd name="T36" fmla="*/ 22 w 104"/>
                <a:gd name="T37" fmla="*/ 60 h 98"/>
                <a:gd name="T38" fmla="*/ 18 w 104"/>
                <a:gd name="T39" fmla="*/ 56 h 98"/>
                <a:gd name="T40" fmla="*/ 18 w 104"/>
                <a:gd name="T41" fmla="*/ 52 h 98"/>
                <a:gd name="T42" fmla="*/ 18 w 104"/>
                <a:gd name="T43" fmla="*/ 48 h 98"/>
                <a:gd name="T44" fmla="*/ 14 w 104"/>
                <a:gd name="T45" fmla="*/ 44 h 98"/>
                <a:gd name="T46" fmla="*/ 8 w 104"/>
                <a:gd name="T47" fmla="*/ 38 h 98"/>
                <a:gd name="T48" fmla="*/ 8 w 104"/>
                <a:gd name="T49" fmla="*/ 34 h 98"/>
                <a:gd name="T50" fmla="*/ 4 w 104"/>
                <a:gd name="T51" fmla="*/ 30 h 98"/>
                <a:gd name="T52" fmla="*/ 0 w 104"/>
                <a:gd name="T53" fmla="*/ 30 h 98"/>
                <a:gd name="T54" fmla="*/ 0 w 104"/>
                <a:gd name="T55" fmla="*/ 30 h 98"/>
                <a:gd name="T56" fmla="*/ 4 w 104"/>
                <a:gd name="T57" fmla="*/ 22 h 98"/>
                <a:gd name="T58" fmla="*/ 8 w 104"/>
                <a:gd name="T59" fmla="*/ 22 h 98"/>
                <a:gd name="T60" fmla="*/ 14 w 104"/>
                <a:gd name="T61" fmla="*/ 18 h 98"/>
                <a:gd name="T62" fmla="*/ 14 w 104"/>
                <a:gd name="T63" fmla="*/ 12 h 98"/>
                <a:gd name="T64" fmla="*/ 18 w 104"/>
                <a:gd name="T65" fmla="*/ 8 h 98"/>
                <a:gd name="T66" fmla="*/ 18 w 104"/>
                <a:gd name="T67" fmla="*/ 4 h 98"/>
                <a:gd name="T68" fmla="*/ 26 w 104"/>
                <a:gd name="T69" fmla="*/ 0 h 98"/>
                <a:gd name="T70" fmla="*/ 30 w 104"/>
                <a:gd name="T71" fmla="*/ 4 h 98"/>
                <a:gd name="T72" fmla="*/ 36 w 104"/>
                <a:gd name="T73" fmla="*/ 4 h 98"/>
                <a:gd name="T74" fmla="*/ 40 w 104"/>
                <a:gd name="T75" fmla="*/ 8 h 98"/>
                <a:gd name="T76" fmla="*/ 48 w 104"/>
                <a:gd name="T77" fmla="*/ 4 h 98"/>
                <a:gd name="T78" fmla="*/ 48 w 104"/>
                <a:gd name="T79" fmla="*/ 8 h 98"/>
                <a:gd name="T80" fmla="*/ 52 w 104"/>
                <a:gd name="T81" fmla="*/ 12 h 98"/>
                <a:gd name="T82" fmla="*/ 60 w 104"/>
                <a:gd name="T83" fmla="*/ 8 h 98"/>
                <a:gd name="T84" fmla="*/ 64 w 104"/>
                <a:gd name="T85" fmla="*/ 12 h 98"/>
                <a:gd name="T86" fmla="*/ 74 w 104"/>
                <a:gd name="T87" fmla="*/ 12 h 98"/>
                <a:gd name="T88" fmla="*/ 78 w 104"/>
                <a:gd name="T89" fmla="*/ 8 h 98"/>
                <a:gd name="T90" fmla="*/ 82 w 104"/>
                <a:gd name="T91" fmla="*/ 4 h 98"/>
                <a:gd name="T92" fmla="*/ 86 w 104"/>
                <a:gd name="T93" fmla="*/ 8 h 98"/>
                <a:gd name="T94" fmla="*/ 86 w 104"/>
                <a:gd name="T95" fmla="*/ 18 h 98"/>
                <a:gd name="T96" fmla="*/ 90 w 104"/>
                <a:gd name="T97" fmla="*/ 22 h 98"/>
                <a:gd name="T98" fmla="*/ 92 w 104"/>
                <a:gd name="T99" fmla="*/ 22 h 98"/>
                <a:gd name="T100" fmla="*/ 90 w 104"/>
                <a:gd name="T101" fmla="*/ 26 h 98"/>
                <a:gd name="T102" fmla="*/ 96 w 104"/>
                <a:gd name="T103" fmla="*/ 34 h 98"/>
                <a:gd name="T104" fmla="*/ 100 w 104"/>
                <a:gd name="T105" fmla="*/ 42 h 98"/>
                <a:gd name="T106" fmla="*/ 96 w 104"/>
                <a:gd name="T107" fmla="*/ 48 h 98"/>
                <a:gd name="T108" fmla="*/ 96 w 104"/>
                <a:gd name="T109" fmla="*/ 56 h 98"/>
                <a:gd name="T110" fmla="*/ 100 w 104"/>
                <a:gd name="T111" fmla="*/ 60 h 98"/>
                <a:gd name="T112" fmla="*/ 100 w 104"/>
                <a:gd name="T113" fmla="*/ 64 h 98"/>
                <a:gd name="T114" fmla="*/ 100 w 104"/>
                <a:gd name="T115" fmla="*/ 68 h 98"/>
                <a:gd name="T116" fmla="*/ 104 w 104"/>
                <a:gd name="T117" fmla="*/ 74 h 98"/>
                <a:gd name="T118" fmla="*/ 96 w 104"/>
                <a:gd name="T119" fmla="*/ 78 h 98"/>
                <a:gd name="T120" fmla="*/ 100 w 104"/>
                <a:gd name="T121" fmla="*/ 8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04" h="98">
                  <a:moveTo>
                    <a:pt x="100" y="82"/>
                  </a:moveTo>
                  <a:lnTo>
                    <a:pt x="100" y="82"/>
                  </a:lnTo>
                  <a:lnTo>
                    <a:pt x="96" y="82"/>
                  </a:lnTo>
                  <a:lnTo>
                    <a:pt x="96" y="82"/>
                  </a:lnTo>
                  <a:lnTo>
                    <a:pt x="96" y="82"/>
                  </a:lnTo>
                  <a:lnTo>
                    <a:pt x="96" y="82"/>
                  </a:lnTo>
                  <a:lnTo>
                    <a:pt x="96" y="82"/>
                  </a:lnTo>
                  <a:lnTo>
                    <a:pt x="96" y="86"/>
                  </a:lnTo>
                  <a:lnTo>
                    <a:pt x="96" y="86"/>
                  </a:lnTo>
                  <a:lnTo>
                    <a:pt x="96" y="86"/>
                  </a:lnTo>
                  <a:lnTo>
                    <a:pt x="96" y="90"/>
                  </a:lnTo>
                  <a:lnTo>
                    <a:pt x="96" y="90"/>
                  </a:lnTo>
                  <a:lnTo>
                    <a:pt x="96" y="90"/>
                  </a:lnTo>
                  <a:lnTo>
                    <a:pt x="96" y="90"/>
                  </a:lnTo>
                  <a:lnTo>
                    <a:pt x="96" y="90"/>
                  </a:lnTo>
                  <a:lnTo>
                    <a:pt x="92" y="90"/>
                  </a:lnTo>
                  <a:lnTo>
                    <a:pt x="92" y="90"/>
                  </a:lnTo>
                  <a:lnTo>
                    <a:pt x="92" y="90"/>
                  </a:lnTo>
                  <a:lnTo>
                    <a:pt x="92" y="90"/>
                  </a:lnTo>
                  <a:lnTo>
                    <a:pt x="92" y="90"/>
                  </a:lnTo>
                  <a:lnTo>
                    <a:pt x="92" y="86"/>
                  </a:lnTo>
                  <a:lnTo>
                    <a:pt x="92" y="86"/>
                  </a:lnTo>
                  <a:lnTo>
                    <a:pt x="90" y="86"/>
                  </a:lnTo>
                  <a:lnTo>
                    <a:pt x="90" y="86"/>
                  </a:lnTo>
                  <a:lnTo>
                    <a:pt x="90" y="86"/>
                  </a:lnTo>
                  <a:lnTo>
                    <a:pt x="90" y="86"/>
                  </a:lnTo>
                  <a:lnTo>
                    <a:pt x="90" y="90"/>
                  </a:lnTo>
                  <a:lnTo>
                    <a:pt x="90" y="90"/>
                  </a:lnTo>
                  <a:lnTo>
                    <a:pt x="90" y="90"/>
                  </a:lnTo>
                  <a:lnTo>
                    <a:pt x="90" y="90"/>
                  </a:lnTo>
                  <a:lnTo>
                    <a:pt x="90" y="94"/>
                  </a:lnTo>
                  <a:lnTo>
                    <a:pt x="86" y="94"/>
                  </a:lnTo>
                  <a:lnTo>
                    <a:pt x="86" y="94"/>
                  </a:lnTo>
                  <a:lnTo>
                    <a:pt x="86" y="94"/>
                  </a:lnTo>
                  <a:lnTo>
                    <a:pt x="86" y="94"/>
                  </a:lnTo>
                  <a:lnTo>
                    <a:pt x="86" y="94"/>
                  </a:lnTo>
                  <a:lnTo>
                    <a:pt x="82" y="94"/>
                  </a:lnTo>
                  <a:lnTo>
                    <a:pt x="82" y="98"/>
                  </a:lnTo>
                  <a:lnTo>
                    <a:pt x="82" y="94"/>
                  </a:lnTo>
                  <a:lnTo>
                    <a:pt x="82" y="94"/>
                  </a:lnTo>
                  <a:lnTo>
                    <a:pt x="82" y="94"/>
                  </a:lnTo>
                  <a:lnTo>
                    <a:pt x="82" y="90"/>
                  </a:lnTo>
                  <a:lnTo>
                    <a:pt x="78" y="90"/>
                  </a:lnTo>
                  <a:lnTo>
                    <a:pt x="78" y="94"/>
                  </a:lnTo>
                  <a:lnTo>
                    <a:pt x="78" y="94"/>
                  </a:lnTo>
                  <a:lnTo>
                    <a:pt x="78" y="94"/>
                  </a:lnTo>
                  <a:lnTo>
                    <a:pt x="78" y="90"/>
                  </a:lnTo>
                  <a:lnTo>
                    <a:pt x="78" y="90"/>
                  </a:lnTo>
                  <a:lnTo>
                    <a:pt x="78" y="90"/>
                  </a:lnTo>
                  <a:lnTo>
                    <a:pt x="78" y="90"/>
                  </a:lnTo>
                  <a:lnTo>
                    <a:pt x="78" y="86"/>
                  </a:lnTo>
                  <a:lnTo>
                    <a:pt x="78" y="86"/>
                  </a:lnTo>
                  <a:lnTo>
                    <a:pt x="78" y="86"/>
                  </a:lnTo>
                  <a:lnTo>
                    <a:pt x="82" y="86"/>
                  </a:lnTo>
                  <a:lnTo>
                    <a:pt x="78" y="86"/>
                  </a:lnTo>
                  <a:lnTo>
                    <a:pt x="78" y="86"/>
                  </a:lnTo>
                  <a:lnTo>
                    <a:pt x="78" y="82"/>
                  </a:lnTo>
                  <a:lnTo>
                    <a:pt x="78" y="82"/>
                  </a:lnTo>
                  <a:lnTo>
                    <a:pt x="78" y="82"/>
                  </a:lnTo>
                  <a:lnTo>
                    <a:pt x="78" y="82"/>
                  </a:lnTo>
                  <a:lnTo>
                    <a:pt x="78" y="78"/>
                  </a:lnTo>
                  <a:lnTo>
                    <a:pt x="78" y="74"/>
                  </a:lnTo>
                  <a:lnTo>
                    <a:pt x="74" y="74"/>
                  </a:lnTo>
                  <a:lnTo>
                    <a:pt x="74" y="74"/>
                  </a:lnTo>
                  <a:lnTo>
                    <a:pt x="74" y="72"/>
                  </a:lnTo>
                  <a:lnTo>
                    <a:pt x="74" y="74"/>
                  </a:lnTo>
                  <a:lnTo>
                    <a:pt x="74" y="72"/>
                  </a:lnTo>
                  <a:lnTo>
                    <a:pt x="70" y="72"/>
                  </a:lnTo>
                  <a:lnTo>
                    <a:pt x="70" y="74"/>
                  </a:lnTo>
                  <a:lnTo>
                    <a:pt x="66" y="72"/>
                  </a:lnTo>
                  <a:lnTo>
                    <a:pt x="66" y="74"/>
                  </a:lnTo>
                  <a:lnTo>
                    <a:pt x="66" y="74"/>
                  </a:lnTo>
                  <a:lnTo>
                    <a:pt x="66" y="72"/>
                  </a:lnTo>
                  <a:lnTo>
                    <a:pt x="66" y="74"/>
                  </a:lnTo>
                  <a:lnTo>
                    <a:pt x="64" y="74"/>
                  </a:lnTo>
                  <a:lnTo>
                    <a:pt x="64" y="74"/>
                  </a:lnTo>
                  <a:lnTo>
                    <a:pt x="64" y="74"/>
                  </a:lnTo>
                  <a:lnTo>
                    <a:pt x="64" y="74"/>
                  </a:lnTo>
                  <a:lnTo>
                    <a:pt x="64" y="74"/>
                  </a:lnTo>
                  <a:lnTo>
                    <a:pt x="60" y="74"/>
                  </a:lnTo>
                  <a:lnTo>
                    <a:pt x="60" y="74"/>
                  </a:lnTo>
                  <a:lnTo>
                    <a:pt x="64" y="72"/>
                  </a:lnTo>
                  <a:lnTo>
                    <a:pt x="64" y="72"/>
                  </a:lnTo>
                  <a:lnTo>
                    <a:pt x="64" y="72"/>
                  </a:lnTo>
                  <a:lnTo>
                    <a:pt x="64" y="68"/>
                  </a:lnTo>
                  <a:lnTo>
                    <a:pt x="64" y="68"/>
                  </a:lnTo>
                  <a:lnTo>
                    <a:pt x="64" y="68"/>
                  </a:lnTo>
                  <a:lnTo>
                    <a:pt x="64" y="64"/>
                  </a:lnTo>
                  <a:lnTo>
                    <a:pt x="64" y="64"/>
                  </a:lnTo>
                  <a:lnTo>
                    <a:pt x="64" y="64"/>
                  </a:lnTo>
                  <a:lnTo>
                    <a:pt x="64" y="64"/>
                  </a:lnTo>
                  <a:lnTo>
                    <a:pt x="64" y="64"/>
                  </a:lnTo>
                  <a:lnTo>
                    <a:pt x="60" y="64"/>
                  </a:lnTo>
                  <a:lnTo>
                    <a:pt x="60" y="64"/>
                  </a:lnTo>
                  <a:lnTo>
                    <a:pt x="60" y="64"/>
                  </a:lnTo>
                  <a:lnTo>
                    <a:pt x="60" y="60"/>
                  </a:lnTo>
                  <a:lnTo>
                    <a:pt x="60" y="60"/>
                  </a:lnTo>
                  <a:lnTo>
                    <a:pt x="64" y="60"/>
                  </a:lnTo>
                  <a:lnTo>
                    <a:pt x="64" y="60"/>
                  </a:lnTo>
                  <a:lnTo>
                    <a:pt x="60" y="60"/>
                  </a:lnTo>
                  <a:lnTo>
                    <a:pt x="60" y="56"/>
                  </a:lnTo>
                  <a:lnTo>
                    <a:pt x="60" y="56"/>
                  </a:lnTo>
                  <a:lnTo>
                    <a:pt x="60" y="52"/>
                  </a:lnTo>
                  <a:lnTo>
                    <a:pt x="56" y="52"/>
                  </a:lnTo>
                  <a:lnTo>
                    <a:pt x="56" y="52"/>
                  </a:lnTo>
                  <a:lnTo>
                    <a:pt x="56" y="52"/>
                  </a:lnTo>
                  <a:lnTo>
                    <a:pt x="56" y="48"/>
                  </a:lnTo>
                  <a:lnTo>
                    <a:pt x="56" y="48"/>
                  </a:lnTo>
                  <a:lnTo>
                    <a:pt x="56" y="48"/>
                  </a:lnTo>
                  <a:lnTo>
                    <a:pt x="52" y="48"/>
                  </a:lnTo>
                  <a:lnTo>
                    <a:pt x="52" y="48"/>
                  </a:lnTo>
                  <a:lnTo>
                    <a:pt x="48" y="48"/>
                  </a:lnTo>
                  <a:lnTo>
                    <a:pt x="48" y="48"/>
                  </a:lnTo>
                  <a:lnTo>
                    <a:pt x="48" y="48"/>
                  </a:lnTo>
                  <a:lnTo>
                    <a:pt x="44" y="48"/>
                  </a:lnTo>
                  <a:lnTo>
                    <a:pt x="44" y="48"/>
                  </a:lnTo>
                  <a:lnTo>
                    <a:pt x="44" y="48"/>
                  </a:lnTo>
                  <a:lnTo>
                    <a:pt x="40" y="48"/>
                  </a:lnTo>
                  <a:lnTo>
                    <a:pt x="40" y="48"/>
                  </a:lnTo>
                  <a:lnTo>
                    <a:pt x="40" y="48"/>
                  </a:lnTo>
                  <a:lnTo>
                    <a:pt x="40" y="48"/>
                  </a:lnTo>
                  <a:lnTo>
                    <a:pt x="40" y="48"/>
                  </a:lnTo>
                  <a:lnTo>
                    <a:pt x="40" y="48"/>
                  </a:lnTo>
                  <a:lnTo>
                    <a:pt x="36" y="48"/>
                  </a:lnTo>
                  <a:lnTo>
                    <a:pt x="36" y="48"/>
                  </a:lnTo>
                  <a:lnTo>
                    <a:pt x="34" y="52"/>
                  </a:lnTo>
                  <a:lnTo>
                    <a:pt x="34" y="52"/>
                  </a:lnTo>
                  <a:lnTo>
                    <a:pt x="34" y="52"/>
                  </a:lnTo>
                  <a:lnTo>
                    <a:pt x="34" y="56"/>
                  </a:lnTo>
                  <a:lnTo>
                    <a:pt x="34" y="56"/>
                  </a:lnTo>
                  <a:lnTo>
                    <a:pt x="34" y="56"/>
                  </a:lnTo>
                  <a:lnTo>
                    <a:pt x="30" y="60"/>
                  </a:lnTo>
                  <a:lnTo>
                    <a:pt x="30" y="60"/>
                  </a:lnTo>
                  <a:lnTo>
                    <a:pt x="30" y="60"/>
                  </a:lnTo>
                  <a:lnTo>
                    <a:pt x="30" y="60"/>
                  </a:lnTo>
                  <a:lnTo>
                    <a:pt x="30" y="60"/>
                  </a:lnTo>
                  <a:lnTo>
                    <a:pt x="30" y="60"/>
                  </a:lnTo>
                  <a:lnTo>
                    <a:pt x="30" y="60"/>
                  </a:lnTo>
                  <a:lnTo>
                    <a:pt x="30" y="64"/>
                  </a:lnTo>
                  <a:lnTo>
                    <a:pt x="30" y="64"/>
                  </a:lnTo>
                  <a:lnTo>
                    <a:pt x="26" y="64"/>
                  </a:lnTo>
                  <a:lnTo>
                    <a:pt x="26" y="64"/>
                  </a:lnTo>
                  <a:lnTo>
                    <a:pt x="26" y="64"/>
                  </a:lnTo>
                  <a:lnTo>
                    <a:pt x="26" y="64"/>
                  </a:lnTo>
                  <a:lnTo>
                    <a:pt x="26" y="64"/>
                  </a:lnTo>
                  <a:lnTo>
                    <a:pt x="26" y="64"/>
                  </a:lnTo>
                  <a:lnTo>
                    <a:pt x="26" y="64"/>
                  </a:lnTo>
                  <a:lnTo>
                    <a:pt x="22" y="64"/>
                  </a:lnTo>
                  <a:lnTo>
                    <a:pt x="22" y="64"/>
                  </a:lnTo>
                  <a:lnTo>
                    <a:pt x="26" y="64"/>
                  </a:lnTo>
                  <a:lnTo>
                    <a:pt x="26" y="60"/>
                  </a:lnTo>
                  <a:lnTo>
                    <a:pt x="22" y="60"/>
                  </a:lnTo>
                  <a:lnTo>
                    <a:pt x="22" y="60"/>
                  </a:lnTo>
                  <a:lnTo>
                    <a:pt x="22" y="56"/>
                  </a:lnTo>
                  <a:lnTo>
                    <a:pt x="22" y="56"/>
                  </a:lnTo>
                  <a:lnTo>
                    <a:pt x="22" y="56"/>
                  </a:lnTo>
                  <a:lnTo>
                    <a:pt x="22" y="56"/>
                  </a:lnTo>
                  <a:lnTo>
                    <a:pt x="22" y="56"/>
                  </a:lnTo>
                  <a:lnTo>
                    <a:pt x="22" y="56"/>
                  </a:lnTo>
                  <a:lnTo>
                    <a:pt x="18" y="56"/>
                  </a:lnTo>
                  <a:lnTo>
                    <a:pt x="18" y="56"/>
                  </a:lnTo>
                  <a:lnTo>
                    <a:pt x="18" y="52"/>
                  </a:lnTo>
                  <a:lnTo>
                    <a:pt x="18" y="52"/>
                  </a:lnTo>
                  <a:lnTo>
                    <a:pt x="18" y="48"/>
                  </a:lnTo>
                  <a:lnTo>
                    <a:pt x="18" y="48"/>
                  </a:lnTo>
                  <a:lnTo>
                    <a:pt x="18" y="52"/>
                  </a:lnTo>
                  <a:lnTo>
                    <a:pt x="18" y="52"/>
                  </a:lnTo>
                  <a:lnTo>
                    <a:pt x="18" y="52"/>
                  </a:lnTo>
                  <a:lnTo>
                    <a:pt x="18" y="52"/>
                  </a:lnTo>
                  <a:lnTo>
                    <a:pt x="18" y="52"/>
                  </a:lnTo>
                  <a:lnTo>
                    <a:pt x="18" y="52"/>
                  </a:lnTo>
                  <a:lnTo>
                    <a:pt x="18" y="48"/>
                  </a:lnTo>
                  <a:lnTo>
                    <a:pt x="18" y="48"/>
                  </a:lnTo>
                  <a:lnTo>
                    <a:pt x="18" y="48"/>
                  </a:lnTo>
                  <a:lnTo>
                    <a:pt x="18" y="48"/>
                  </a:lnTo>
                  <a:lnTo>
                    <a:pt x="18" y="48"/>
                  </a:lnTo>
                  <a:lnTo>
                    <a:pt x="18" y="48"/>
                  </a:lnTo>
                  <a:lnTo>
                    <a:pt x="18" y="48"/>
                  </a:lnTo>
                  <a:lnTo>
                    <a:pt x="18" y="48"/>
                  </a:lnTo>
                  <a:lnTo>
                    <a:pt x="18" y="48"/>
                  </a:lnTo>
                  <a:lnTo>
                    <a:pt x="14" y="48"/>
                  </a:lnTo>
                  <a:lnTo>
                    <a:pt x="14" y="48"/>
                  </a:lnTo>
                  <a:lnTo>
                    <a:pt x="14" y="48"/>
                  </a:lnTo>
                  <a:lnTo>
                    <a:pt x="14" y="44"/>
                  </a:lnTo>
                  <a:lnTo>
                    <a:pt x="10" y="44"/>
                  </a:lnTo>
                  <a:lnTo>
                    <a:pt x="10" y="44"/>
                  </a:lnTo>
                  <a:lnTo>
                    <a:pt x="8" y="42"/>
                  </a:lnTo>
                  <a:lnTo>
                    <a:pt x="8" y="42"/>
                  </a:lnTo>
                  <a:lnTo>
                    <a:pt x="8" y="38"/>
                  </a:lnTo>
                  <a:lnTo>
                    <a:pt x="8" y="38"/>
                  </a:lnTo>
                  <a:lnTo>
                    <a:pt x="8" y="38"/>
                  </a:lnTo>
                  <a:lnTo>
                    <a:pt x="8" y="38"/>
                  </a:lnTo>
                  <a:lnTo>
                    <a:pt x="4" y="38"/>
                  </a:lnTo>
                  <a:lnTo>
                    <a:pt x="4" y="38"/>
                  </a:lnTo>
                  <a:lnTo>
                    <a:pt x="8" y="34"/>
                  </a:lnTo>
                  <a:lnTo>
                    <a:pt x="8" y="34"/>
                  </a:lnTo>
                  <a:lnTo>
                    <a:pt x="8" y="34"/>
                  </a:lnTo>
                  <a:lnTo>
                    <a:pt x="8" y="34"/>
                  </a:lnTo>
                  <a:lnTo>
                    <a:pt x="8" y="34"/>
                  </a:lnTo>
                  <a:lnTo>
                    <a:pt x="8" y="34"/>
                  </a:lnTo>
                  <a:lnTo>
                    <a:pt x="4" y="34"/>
                  </a:lnTo>
                  <a:lnTo>
                    <a:pt x="4" y="38"/>
                  </a:lnTo>
                  <a:lnTo>
                    <a:pt x="4" y="34"/>
                  </a:lnTo>
                  <a:lnTo>
                    <a:pt x="4" y="34"/>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34"/>
                  </a:lnTo>
                  <a:lnTo>
                    <a:pt x="0" y="34"/>
                  </a:lnTo>
                  <a:lnTo>
                    <a:pt x="0" y="34"/>
                  </a:lnTo>
                  <a:lnTo>
                    <a:pt x="0" y="34"/>
                  </a:lnTo>
                  <a:lnTo>
                    <a:pt x="0" y="34"/>
                  </a:lnTo>
                  <a:lnTo>
                    <a:pt x="0" y="34"/>
                  </a:lnTo>
                  <a:lnTo>
                    <a:pt x="0" y="30"/>
                  </a:lnTo>
                  <a:lnTo>
                    <a:pt x="0" y="30"/>
                  </a:lnTo>
                  <a:lnTo>
                    <a:pt x="0" y="30"/>
                  </a:lnTo>
                  <a:lnTo>
                    <a:pt x="0" y="30"/>
                  </a:lnTo>
                  <a:lnTo>
                    <a:pt x="0" y="30"/>
                  </a:lnTo>
                  <a:lnTo>
                    <a:pt x="4" y="26"/>
                  </a:lnTo>
                  <a:lnTo>
                    <a:pt x="4" y="26"/>
                  </a:lnTo>
                  <a:lnTo>
                    <a:pt x="4" y="26"/>
                  </a:lnTo>
                  <a:lnTo>
                    <a:pt x="4" y="26"/>
                  </a:lnTo>
                  <a:lnTo>
                    <a:pt x="4" y="22"/>
                  </a:lnTo>
                  <a:lnTo>
                    <a:pt x="4" y="22"/>
                  </a:lnTo>
                  <a:lnTo>
                    <a:pt x="4" y="22"/>
                  </a:lnTo>
                  <a:lnTo>
                    <a:pt x="4" y="22"/>
                  </a:lnTo>
                  <a:lnTo>
                    <a:pt x="4" y="22"/>
                  </a:lnTo>
                  <a:lnTo>
                    <a:pt x="8" y="22"/>
                  </a:lnTo>
                  <a:lnTo>
                    <a:pt x="8" y="22"/>
                  </a:lnTo>
                  <a:lnTo>
                    <a:pt x="8" y="22"/>
                  </a:lnTo>
                  <a:lnTo>
                    <a:pt x="8" y="22"/>
                  </a:lnTo>
                  <a:lnTo>
                    <a:pt x="8" y="18"/>
                  </a:lnTo>
                  <a:lnTo>
                    <a:pt x="8" y="18"/>
                  </a:lnTo>
                  <a:lnTo>
                    <a:pt x="10" y="18"/>
                  </a:lnTo>
                  <a:lnTo>
                    <a:pt x="10" y="18"/>
                  </a:lnTo>
                  <a:lnTo>
                    <a:pt x="10" y="18"/>
                  </a:lnTo>
                  <a:lnTo>
                    <a:pt x="10" y="18"/>
                  </a:lnTo>
                  <a:lnTo>
                    <a:pt x="14" y="18"/>
                  </a:lnTo>
                  <a:lnTo>
                    <a:pt x="14" y="18"/>
                  </a:lnTo>
                  <a:lnTo>
                    <a:pt x="14" y="18"/>
                  </a:lnTo>
                  <a:lnTo>
                    <a:pt x="18" y="18"/>
                  </a:lnTo>
                  <a:lnTo>
                    <a:pt x="18" y="18"/>
                  </a:lnTo>
                  <a:lnTo>
                    <a:pt x="18" y="16"/>
                  </a:lnTo>
                  <a:lnTo>
                    <a:pt x="18" y="12"/>
                  </a:lnTo>
                  <a:lnTo>
                    <a:pt x="18" y="12"/>
                  </a:lnTo>
                  <a:lnTo>
                    <a:pt x="18" y="12"/>
                  </a:lnTo>
                  <a:lnTo>
                    <a:pt x="14" y="12"/>
                  </a:lnTo>
                  <a:lnTo>
                    <a:pt x="14" y="12"/>
                  </a:lnTo>
                  <a:lnTo>
                    <a:pt x="14" y="12"/>
                  </a:lnTo>
                  <a:lnTo>
                    <a:pt x="14" y="8"/>
                  </a:lnTo>
                  <a:lnTo>
                    <a:pt x="14" y="8"/>
                  </a:lnTo>
                  <a:lnTo>
                    <a:pt x="18" y="8"/>
                  </a:lnTo>
                  <a:lnTo>
                    <a:pt x="18" y="8"/>
                  </a:lnTo>
                  <a:lnTo>
                    <a:pt x="18" y="8"/>
                  </a:lnTo>
                  <a:lnTo>
                    <a:pt x="18" y="8"/>
                  </a:lnTo>
                  <a:lnTo>
                    <a:pt x="18" y="8"/>
                  </a:lnTo>
                  <a:lnTo>
                    <a:pt x="18" y="8"/>
                  </a:lnTo>
                  <a:lnTo>
                    <a:pt x="18" y="4"/>
                  </a:lnTo>
                  <a:lnTo>
                    <a:pt x="18" y="4"/>
                  </a:lnTo>
                  <a:lnTo>
                    <a:pt x="18" y="4"/>
                  </a:lnTo>
                  <a:lnTo>
                    <a:pt x="18" y="4"/>
                  </a:lnTo>
                  <a:lnTo>
                    <a:pt x="18" y="4"/>
                  </a:lnTo>
                  <a:lnTo>
                    <a:pt x="18" y="4"/>
                  </a:lnTo>
                  <a:lnTo>
                    <a:pt x="18" y="0"/>
                  </a:lnTo>
                  <a:lnTo>
                    <a:pt x="18" y="0"/>
                  </a:lnTo>
                  <a:lnTo>
                    <a:pt x="18" y="0"/>
                  </a:lnTo>
                  <a:lnTo>
                    <a:pt x="18" y="0"/>
                  </a:lnTo>
                  <a:lnTo>
                    <a:pt x="22" y="0"/>
                  </a:lnTo>
                  <a:lnTo>
                    <a:pt x="22" y="0"/>
                  </a:lnTo>
                  <a:lnTo>
                    <a:pt x="26" y="0"/>
                  </a:lnTo>
                  <a:lnTo>
                    <a:pt x="26" y="0"/>
                  </a:lnTo>
                  <a:lnTo>
                    <a:pt x="30" y="4"/>
                  </a:lnTo>
                  <a:lnTo>
                    <a:pt x="26" y="4"/>
                  </a:lnTo>
                  <a:lnTo>
                    <a:pt x="26" y="4"/>
                  </a:lnTo>
                  <a:lnTo>
                    <a:pt x="26" y="4"/>
                  </a:lnTo>
                  <a:lnTo>
                    <a:pt x="26" y="4"/>
                  </a:lnTo>
                  <a:lnTo>
                    <a:pt x="30" y="4"/>
                  </a:lnTo>
                  <a:lnTo>
                    <a:pt x="30" y="4"/>
                  </a:lnTo>
                  <a:lnTo>
                    <a:pt x="30" y="4"/>
                  </a:lnTo>
                  <a:lnTo>
                    <a:pt x="30" y="4"/>
                  </a:lnTo>
                  <a:lnTo>
                    <a:pt x="30" y="4"/>
                  </a:lnTo>
                  <a:lnTo>
                    <a:pt x="30" y="4"/>
                  </a:lnTo>
                  <a:lnTo>
                    <a:pt x="34" y="4"/>
                  </a:lnTo>
                  <a:lnTo>
                    <a:pt x="34" y="8"/>
                  </a:lnTo>
                  <a:lnTo>
                    <a:pt x="34" y="8"/>
                  </a:lnTo>
                  <a:lnTo>
                    <a:pt x="36" y="4"/>
                  </a:lnTo>
                  <a:lnTo>
                    <a:pt x="36" y="4"/>
                  </a:lnTo>
                  <a:lnTo>
                    <a:pt x="36" y="8"/>
                  </a:lnTo>
                  <a:lnTo>
                    <a:pt x="36" y="8"/>
                  </a:lnTo>
                  <a:lnTo>
                    <a:pt x="36" y="8"/>
                  </a:lnTo>
                  <a:lnTo>
                    <a:pt x="36" y="8"/>
                  </a:lnTo>
                  <a:lnTo>
                    <a:pt x="40" y="8"/>
                  </a:lnTo>
                  <a:lnTo>
                    <a:pt x="40" y="8"/>
                  </a:lnTo>
                  <a:lnTo>
                    <a:pt x="40" y="8"/>
                  </a:lnTo>
                  <a:lnTo>
                    <a:pt x="40" y="8"/>
                  </a:lnTo>
                  <a:lnTo>
                    <a:pt x="40" y="4"/>
                  </a:lnTo>
                  <a:lnTo>
                    <a:pt x="44" y="4"/>
                  </a:lnTo>
                  <a:lnTo>
                    <a:pt x="44" y="8"/>
                  </a:lnTo>
                  <a:lnTo>
                    <a:pt x="44" y="8"/>
                  </a:lnTo>
                  <a:lnTo>
                    <a:pt x="44" y="8"/>
                  </a:lnTo>
                  <a:lnTo>
                    <a:pt x="48" y="8"/>
                  </a:lnTo>
                  <a:lnTo>
                    <a:pt x="48" y="4"/>
                  </a:lnTo>
                  <a:lnTo>
                    <a:pt x="48" y="4"/>
                  </a:lnTo>
                  <a:lnTo>
                    <a:pt x="48" y="4"/>
                  </a:lnTo>
                  <a:lnTo>
                    <a:pt x="48" y="4"/>
                  </a:lnTo>
                  <a:lnTo>
                    <a:pt x="52" y="4"/>
                  </a:lnTo>
                  <a:lnTo>
                    <a:pt x="52" y="4"/>
                  </a:lnTo>
                  <a:lnTo>
                    <a:pt x="52" y="8"/>
                  </a:lnTo>
                  <a:lnTo>
                    <a:pt x="52" y="8"/>
                  </a:lnTo>
                  <a:lnTo>
                    <a:pt x="48" y="8"/>
                  </a:lnTo>
                  <a:lnTo>
                    <a:pt x="48" y="8"/>
                  </a:lnTo>
                  <a:lnTo>
                    <a:pt x="48" y="12"/>
                  </a:lnTo>
                  <a:lnTo>
                    <a:pt x="52" y="12"/>
                  </a:lnTo>
                  <a:lnTo>
                    <a:pt x="52" y="12"/>
                  </a:lnTo>
                  <a:lnTo>
                    <a:pt x="52" y="12"/>
                  </a:lnTo>
                  <a:lnTo>
                    <a:pt x="52" y="12"/>
                  </a:lnTo>
                  <a:lnTo>
                    <a:pt x="52" y="12"/>
                  </a:lnTo>
                  <a:lnTo>
                    <a:pt x="52" y="12"/>
                  </a:lnTo>
                  <a:lnTo>
                    <a:pt x="52" y="12"/>
                  </a:lnTo>
                  <a:lnTo>
                    <a:pt x="56" y="12"/>
                  </a:lnTo>
                  <a:lnTo>
                    <a:pt x="56" y="12"/>
                  </a:lnTo>
                  <a:lnTo>
                    <a:pt x="56" y="12"/>
                  </a:lnTo>
                  <a:lnTo>
                    <a:pt x="56" y="12"/>
                  </a:lnTo>
                  <a:lnTo>
                    <a:pt x="56" y="8"/>
                  </a:lnTo>
                  <a:lnTo>
                    <a:pt x="56" y="8"/>
                  </a:lnTo>
                  <a:lnTo>
                    <a:pt x="60" y="8"/>
                  </a:lnTo>
                  <a:lnTo>
                    <a:pt x="60" y="8"/>
                  </a:lnTo>
                  <a:lnTo>
                    <a:pt x="60" y="8"/>
                  </a:lnTo>
                  <a:lnTo>
                    <a:pt x="60" y="12"/>
                  </a:lnTo>
                  <a:lnTo>
                    <a:pt x="60" y="12"/>
                  </a:lnTo>
                  <a:lnTo>
                    <a:pt x="60" y="16"/>
                  </a:lnTo>
                  <a:lnTo>
                    <a:pt x="60" y="16"/>
                  </a:lnTo>
                  <a:lnTo>
                    <a:pt x="64" y="16"/>
                  </a:lnTo>
                  <a:lnTo>
                    <a:pt x="64" y="12"/>
                  </a:lnTo>
                  <a:lnTo>
                    <a:pt x="64" y="12"/>
                  </a:lnTo>
                  <a:lnTo>
                    <a:pt x="66" y="12"/>
                  </a:lnTo>
                  <a:lnTo>
                    <a:pt x="66" y="8"/>
                  </a:lnTo>
                  <a:lnTo>
                    <a:pt x="66" y="8"/>
                  </a:lnTo>
                  <a:lnTo>
                    <a:pt x="70" y="8"/>
                  </a:lnTo>
                  <a:lnTo>
                    <a:pt x="70" y="12"/>
                  </a:lnTo>
                  <a:lnTo>
                    <a:pt x="74" y="12"/>
                  </a:lnTo>
                  <a:lnTo>
                    <a:pt x="74" y="12"/>
                  </a:lnTo>
                  <a:lnTo>
                    <a:pt x="74" y="12"/>
                  </a:lnTo>
                  <a:lnTo>
                    <a:pt x="74" y="12"/>
                  </a:lnTo>
                  <a:lnTo>
                    <a:pt x="74" y="12"/>
                  </a:lnTo>
                  <a:lnTo>
                    <a:pt x="74" y="12"/>
                  </a:lnTo>
                  <a:lnTo>
                    <a:pt x="74" y="12"/>
                  </a:lnTo>
                  <a:lnTo>
                    <a:pt x="74" y="12"/>
                  </a:lnTo>
                  <a:lnTo>
                    <a:pt x="78" y="8"/>
                  </a:lnTo>
                  <a:lnTo>
                    <a:pt x="78" y="8"/>
                  </a:lnTo>
                  <a:lnTo>
                    <a:pt x="78" y="8"/>
                  </a:lnTo>
                  <a:lnTo>
                    <a:pt x="82" y="8"/>
                  </a:lnTo>
                  <a:lnTo>
                    <a:pt x="82" y="8"/>
                  </a:lnTo>
                  <a:lnTo>
                    <a:pt x="82" y="8"/>
                  </a:lnTo>
                  <a:lnTo>
                    <a:pt x="82" y="8"/>
                  </a:lnTo>
                  <a:lnTo>
                    <a:pt x="82" y="4"/>
                  </a:lnTo>
                  <a:lnTo>
                    <a:pt x="78" y="4"/>
                  </a:lnTo>
                  <a:lnTo>
                    <a:pt x="78" y="4"/>
                  </a:lnTo>
                  <a:lnTo>
                    <a:pt x="82" y="4"/>
                  </a:lnTo>
                  <a:lnTo>
                    <a:pt x="82" y="4"/>
                  </a:lnTo>
                  <a:lnTo>
                    <a:pt x="82" y="4"/>
                  </a:lnTo>
                  <a:lnTo>
                    <a:pt x="86" y="4"/>
                  </a:lnTo>
                  <a:lnTo>
                    <a:pt x="86" y="4"/>
                  </a:lnTo>
                  <a:lnTo>
                    <a:pt x="86" y="8"/>
                  </a:lnTo>
                  <a:lnTo>
                    <a:pt x="86" y="8"/>
                  </a:lnTo>
                  <a:lnTo>
                    <a:pt x="86" y="8"/>
                  </a:lnTo>
                  <a:lnTo>
                    <a:pt x="86" y="8"/>
                  </a:lnTo>
                  <a:lnTo>
                    <a:pt x="86" y="8"/>
                  </a:lnTo>
                  <a:lnTo>
                    <a:pt x="86" y="8"/>
                  </a:lnTo>
                  <a:lnTo>
                    <a:pt x="86" y="8"/>
                  </a:lnTo>
                  <a:lnTo>
                    <a:pt x="86" y="8"/>
                  </a:lnTo>
                  <a:lnTo>
                    <a:pt x="90" y="12"/>
                  </a:lnTo>
                  <a:lnTo>
                    <a:pt x="90" y="16"/>
                  </a:lnTo>
                  <a:lnTo>
                    <a:pt x="90" y="16"/>
                  </a:lnTo>
                  <a:lnTo>
                    <a:pt x="86" y="18"/>
                  </a:lnTo>
                  <a:lnTo>
                    <a:pt x="90" y="18"/>
                  </a:lnTo>
                  <a:lnTo>
                    <a:pt x="90" y="18"/>
                  </a:lnTo>
                  <a:lnTo>
                    <a:pt x="90" y="18"/>
                  </a:lnTo>
                  <a:lnTo>
                    <a:pt x="90" y="18"/>
                  </a:lnTo>
                  <a:lnTo>
                    <a:pt x="90" y="18"/>
                  </a:lnTo>
                  <a:lnTo>
                    <a:pt x="90" y="18"/>
                  </a:lnTo>
                  <a:lnTo>
                    <a:pt x="90" y="22"/>
                  </a:lnTo>
                  <a:lnTo>
                    <a:pt x="90" y="22"/>
                  </a:lnTo>
                  <a:lnTo>
                    <a:pt x="90" y="22"/>
                  </a:lnTo>
                  <a:lnTo>
                    <a:pt x="90" y="22"/>
                  </a:lnTo>
                  <a:lnTo>
                    <a:pt x="92" y="22"/>
                  </a:lnTo>
                  <a:lnTo>
                    <a:pt x="92" y="22"/>
                  </a:lnTo>
                  <a:lnTo>
                    <a:pt x="92" y="22"/>
                  </a:lnTo>
                  <a:lnTo>
                    <a:pt x="92" y="22"/>
                  </a:lnTo>
                  <a:lnTo>
                    <a:pt x="92" y="22"/>
                  </a:lnTo>
                  <a:lnTo>
                    <a:pt x="92" y="22"/>
                  </a:lnTo>
                  <a:lnTo>
                    <a:pt x="92" y="22"/>
                  </a:lnTo>
                  <a:lnTo>
                    <a:pt x="92" y="26"/>
                  </a:lnTo>
                  <a:lnTo>
                    <a:pt x="92" y="26"/>
                  </a:lnTo>
                  <a:lnTo>
                    <a:pt x="92" y="26"/>
                  </a:lnTo>
                  <a:lnTo>
                    <a:pt x="92" y="26"/>
                  </a:lnTo>
                  <a:lnTo>
                    <a:pt x="92" y="26"/>
                  </a:lnTo>
                  <a:lnTo>
                    <a:pt x="92" y="26"/>
                  </a:lnTo>
                  <a:lnTo>
                    <a:pt x="90" y="26"/>
                  </a:lnTo>
                  <a:lnTo>
                    <a:pt x="90" y="30"/>
                  </a:lnTo>
                  <a:lnTo>
                    <a:pt x="90" y="30"/>
                  </a:lnTo>
                  <a:lnTo>
                    <a:pt x="90" y="30"/>
                  </a:lnTo>
                  <a:lnTo>
                    <a:pt x="92" y="30"/>
                  </a:lnTo>
                  <a:lnTo>
                    <a:pt x="92" y="30"/>
                  </a:lnTo>
                  <a:lnTo>
                    <a:pt x="92" y="30"/>
                  </a:lnTo>
                  <a:lnTo>
                    <a:pt x="96" y="30"/>
                  </a:lnTo>
                  <a:lnTo>
                    <a:pt x="96" y="34"/>
                  </a:lnTo>
                  <a:lnTo>
                    <a:pt x="92" y="34"/>
                  </a:lnTo>
                  <a:lnTo>
                    <a:pt x="96" y="38"/>
                  </a:lnTo>
                  <a:lnTo>
                    <a:pt x="96" y="38"/>
                  </a:lnTo>
                  <a:lnTo>
                    <a:pt x="96" y="42"/>
                  </a:lnTo>
                  <a:lnTo>
                    <a:pt x="96" y="42"/>
                  </a:lnTo>
                  <a:lnTo>
                    <a:pt x="96" y="42"/>
                  </a:lnTo>
                  <a:lnTo>
                    <a:pt x="100" y="42"/>
                  </a:lnTo>
                  <a:lnTo>
                    <a:pt x="100" y="42"/>
                  </a:lnTo>
                  <a:lnTo>
                    <a:pt x="100" y="44"/>
                  </a:lnTo>
                  <a:lnTo>
                    <a:pt x="100" y="44"/>
                  </a:lnTo>
                  <a:lnTo>
                    <a:pt x="100" y="44"/>
                  </a:lnTo>
                  <a:lnTo>
                    <a:pt x="96" y="44"/>
                  </a:lnTo>
                  <a:lnTo>
                    <a:pt x="96" y="44"/>
                  </a:lnTo>
                  <a:lnTo>
                    <a:pt x="96" y="44"/>
                  </a:lnTo>
                  <a:lnTo>
                    <a:pt x="96" y="48"/>
                  </a:lnTo>
                  <a:lnTo>
                    <a:pt x="96" y="48"/>
                  </a:lnTo>
                  <a:lnTo>
                    <a:pt x="96" y="48"/>
                  </a:lnTo>
                  <a:lnTo>
                    <a:pt x="96" y="48"/>
                  </a:lnTo>
                  <a:lnTo>
                    <a:pt x="96" y="48"/>
                  </a:lnTo>
                  <a:lnTo>
                    <a:pt x="96" y="48"/>
                  </a:lnTo>
                  <a:lnTo>
                    <a:pt x="96" y="48"/>
                  </a:lnTo>
                  <a:lnTo>
                    <a:pt x="96" y="52"/>
                  </a:lnTo>
                  <a:lnTo>
                    <a:pt x="96" y="56"/>
                  </a:lnTo>
                  <a:lnTo>
                    <a:pt x="96" y="56"/>
                  </a:lnTo>
                  <a:lnTo>
                    <a:pt x="96" y="56"/>
                  </a:lnTo>
                  <a:lnTo>
                    <a:pt x="96" y="56"/>
                  </a:lnTo>
                  <a:lnTo>
                    <a:pt x="96" y="56"/>
                  </a:lnTo>
                  <a:lnTo>
                    <a:pt x="96" y="56"/>
                  </a:lnTo>
                  <a:lnTo>
                    <a:pt x="100" y="56"/>
                  </a:lnTo>
                  <a:lnTo>
                    <a:pt x="100" y="56"/>
                  </a:lnTo>
                  <a:lnTo>
                    <a:pt x="100" y="60"/>
                  </a:lnTo>
                  <a:lnTo>
                    <a:pt x="100" y="60"/>
                  </a:lnTo>
                  <a:lnTo>
                    <a:pt x="100" y="60"/>
                  </a:lnTo>
                  <a:lnTo>
                    <a:pt x="100" y="60"/>
                  </a:lnTo>
                  <a:lnTo>
                    <a:pt x="100" y="64"/>
                  </a:lnTo>
                  <a:lnTo>
                    <a:pt x="104" y="64"/>
                  </a:lnTo>
                  <a:lnTo>
                    <a:pt x="104" y="64"/>
                  </a:lnTo>
                  <a:lnTo>
                    <a:pt x="100" y="64"/>
                  </a:lnTo>
                  <a:lnTo>
                    <a:pt x="100" y="64"/>
                  </a:lnTo>
                  <a:lnTo>
                    <a:pt x="100" y="64"/>
                  </a:lnTo>
                  <a:lnTo>
                    <a:pt x="100" y="64"/>
                  </a:lnTo>
                  <a:lnTo>
                    <a:pt x="100" y="64"/>
                  </a:lnTo>
                  <a:lnTo>
                    <a:pt x="100" y="68"/>
                  </a:lnTo>
                  <a:lnTo>
                    <a:pt x="100" y="68"/>
                  </a:lnTo>
                  <a:lnTo>
                    <a:pt x="100" y="68"/>
                  </a:lnTo>
                  <a:lnTo>
                    <a:pt x="100" y="68"/>
                  </a:lnTo>
                  <a:lnTo>
                    <a:pt x="100" y="68"/>
                  </a:lnTo>
                  <a:lnTo>
                    <a:pt x="100" y="68"/>
                  </a:lnTo>
                  <a:lnTo>
                    <a:pt x="104" y="68"/>
                  </a:lnTo>
                  <a:lnTo>
                    <a:pt x="104" y="72"/>
                  </a:lnTo>
                  <a:lnTo>
                    <a:pt x="104" y="72"/>
                  </a:lnTo>
                  <a:lnTo>
                    <a:pt x="104" y="74"/>
                  </a:lnTo>
                  <a:lnTo>
                    <a:pt x="104" y="74"/>
                  </a:lnTo>
                  <a:lnTo>
                    <a:pt x="104" y="74"/>
                  </a:lnTo>
                  <a:lnTo>
                    <a:pt x="104" y="74"/>
                  </a:lnTo>
                  <a:lnTo>
                    <a:pt x="104" y="74"/>
                  </a:lnTo>
                  <a:lnTo>
                    <a:pt x="104" y="74"/>
                  </a:lnTo>
                  <a:lnTo>
                    <a:pt x="100" y="74"/>
                  </a:lnTo>
                  <a:lnTo>
                    <a:pt x="100" y="74"/>
                  </a:lnTo>
                  <a:lnTo>
                    <a:pt x="100" y="72"/>
                  </a:lnTo>
                  <a:lnTo>
                    <a:pt x="96" y="72"/>
                  </a:lnTo>
                  <a:lnTo>
                    <a:pt x="96" y="74"/>
                  </a:lnTo>
                  <a:lnTo>
                    <a:pt x="96" y="74"/>
                  </a:lnTo>
                  <a:lnTo>
                    <a:pt x="96" y="78"/>
                  </a:lnTo>
                  <a:lnTo>
                    <a:pt x="96" y="78"/>
                  </a:lnTo>
                  <a:lnTo>
                    <a:pt x="96" y="78"/>
                  </a:lnTo>
                  <a:lnTo>
                    <a:pt x="96" y="78"/>
                  </a:lnTo>
                  <a:lnTo>
                    <a:pt x="96" y="78"/>
                  </a:lnTo>
                  <a:lnTo>
                    <a:pt x="100" y="78"/>
                  </a:lnTo>
                  <a:lnTo>
                    <a:pt x="100" y="78"/>
                  </a:lnTo>
                  <a:lnTo>
                    <a:pt x="100" y="82"/>
                  </a:lnTo>
                  <a:lnTo>
                    <a:pt x="100" y="82"/>
                  </a:lnTo>
                  <a:lnTo>
                    <a:pt x="100" y="82"/>
                  </a:lnTo>
                  <a:lnTo>
                    <a:pt x="100" y="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4" name="Freeform 149"/>
            <p:cNvSpPr>
              <a:spLocks noChangeAspect="1" noEditPoints="1"/>
            </p:cNvSpPr>
            <p:nvPr/>
          </p:nvSpPr>
          <p:spPr bwMode="gray">
            <a:xfrm>
              <a:off x="4389479" y="4140546"/>
              <a:ext cx="73049" cy="52178"/>
            </a:xfrm>
            <a:custGeom>
              <a:avLst/>
              <a:gdLst>
                <a:gd name="T0" fmla="*/ 12 w 42"/>
                <a:gd name="T1" fmla="*/ 16 h 30"/>
                <a:gd name="T2" fmla="*/ 12 w 42"/>
                <a:gd name="T3" fmla="*/ 12 h 30"/>
                <a:gd name="T4" fmla="*/ 12 w 42"/>
                <a:gd name="T5" fmla="*/ 12 h 30"/>
                <a:gd name="T6" fmla="*/ 8 w 42"/>
                <a:gd name="T7" fmla="*/ 16 h 30"/>
                <a:gd name="T8" fmla="*/ 4 w 42"/>
                <a:gd name="T9" fmla="*/ 12 h 30"/>
                <a:gd name="T10" fmla="*/ 4 w 42"/>
                <a:gd name="T11" fmla="*/ 8 h 30"/>
                <a:gd name="T12" fmla="*/ 0 w 42"/>
                <a:gd name="T13" fmla="*/ 8 h 30"/>
                <a:gd name="T14" fmla="*/ 0 w 42"/>
                <a:gd name="T15" fmla="*/ 8 h 30"/>
                <a:gd name="T16" fmla="*/ 8 w 42"/>
                <a:gd name="T17" fmla="*/ 4 h 30"/>
                <a:gd name="T18" fmla="*/ 12 w 42"/>
                <a:gd name="T19" fmla="*/ 4 h 30"/>
                <a:gd name="T20" fmla="*/ 20 w 42"/>
                <a:gd name="T21" fmla="*/ 0 h 30"/>
                <a:gd name="T22" fmla="*/ 34 w 42"/>
                <a:gd name="T23" fmla="*/ 0 h 30"/>
                <a:gd name="T24" fmla="*/ 42 w 42"/>
                <a:gd name="T25" fmla="*/ 0 h 30"/>
                <a:gd name="T26" fmla="*/ 42 w 42"/>
                <a:gd name="T27" fmla="*/ 4 h 30"/>
                <a:gd name="T28" fmla="*/ 42 w 42"/>
                <a:gd name="T29" fmla="*/ 8 h 30"/>
                <a:gd name="T30" fmla="*/ 42 w 42"/>
                <a:gd name="T31" fmla="*/ 12 h 30"/>
                <a:gd name="T32" fmla="*/ 38 w 42"/>
                <a:gd name="T33" fmla="*/ 18 h 30"/>
                <a:gd name="T34" fmla="*/ 34 w 42"/>
                <a:gd name="T35" fmla="*/ 18 h 30"/>
                <a:gd name="T36" fmla="*/ 30 w 42"/>
                <a:gd name="T37" fmla="*/ 22 h 30"/>
                <a:gd name="T38" fmla="*/ 26 w 42"/>
                <a:gd name="T39" fmla="*/ 26 h 30"/>
                <a:gd name="T40" fmla="*/ 24 w 42"/>
                <a:gd name="T41" fmla="*/ 30 h 30"/>
                <a:gd name="T42" fmla="*/ 24 w 42"/>
                <a:gd name="T43" fmla="*/ 26 h 30"/>
                <a:gd name="T44" fmla="*/ 20 w 42"/>
                <a:gd name="T45" fmla="*/ 30 h 30"/>
                <a:gd name="T46" fmla="*/ 20 w 42"/>
                <a:gd name="T47" fmla="*/ 26 h 30"/>
                <a:gd name="T48" fmla="*/ 20 w 42"/>
                <a:gd name="T49" fmla="*/ 26 h 30"/>
                <a:gd name="T50" fmla="*/ 20 w 42"/>
                <a:gd name="T51" fmla="*/ 22 h 30"/>
                <a:gd name="T52" fmla="*/ 20 w 42"/>
                <a:gd name="T53" fmla="*/ 22 h 30"/>
                <a:gd name="T54" fmla="*/ 16 w 42"/>
                <a:gd name="T55" fmla="*/ 22 h 30"/>
                <a:gd name="T56" fmla="*/ 24 w 42"/>
                <a:gd name="T57" fmla="*/ 18 h 30"/>
                <a:gd name="T58" fmla="*/ 20 w 42"/>
                <a:gd name="T59" fmla="*/ 18 h 30"/>
                <a:gd name="T60" fmla="*/ 16 w 42"/>
                <a:gd name="T61" fmla="*/ 18 h 30"/>
                <a:gd name="T62" fmla="*/ 16 w 42"/>
                <a:gd name="T63" fmla="*/ 18 h 30"/>
                <a:gd name="T64" fmla="*/ 16 w 42"/>
                <a:gd name="T65" fmla="*/ 16 h 30"/>
                <a:gd name="T66" fmla="*/ 20 w 42"/>
                <a:gd name="T67" fmla="*/ 16 h 30"/>
                <a:gd name="T68" fmla="*/ 24 w 42"/>
                <a:gd name="T69" fmla="*/ 16 h 30"/>
                <a:gd name="T70" fmla="*/ 24 w 42"/>
                <a:gd name="T71" fmla="*/ 16 h 30"/>
                <a:gd name="T72" fmla="*/ 20 w 42"/>
                <a:gd name="T73" fmla="*/ 16 h 30"/>
                <a:gd name="T74" fmla="*/ 20 w 42"/>
                <a:gd name="T75" fmla="*/ 12 h 30"/>
                <a:gd name="T76" fmla="*/ 12 w 42"/>
                <a:gd name="T77" fmla="*/ 16 h 30"/>
                <a:gd name="T78" fmla="*/ 12 w 42"/>
                <a:gd name="T79" fmla="*/ 26 h 30"/>
                <a:gd name="T80" fmla="*/ 16 w 42"/>
                <a:gd name="T81" fmla="*/ 26 h 30"/>
                <a:gd name="T82" fmla="*/ 8 w 42"/>
                <a:gd name="T83" fmla="*/ 16 h 30"/>
                <a:gd name="T84" fmla="*/ 8 w 42"/>
                <a:gd name="T85" fmla="*/ 16 h 30"/>
                <a:gd name="T86" fmla="*/ 16 w 42"/>
                <a:gd name="T87" fmla="*/ 18 h 30"/>
                <a:gd name="T88" fmla="*/ 16 w 42"/>
                <a:gd name="T89" fmla="*/ 18 h 30"/>
                <a:gd name="T90" fmla="*/ 8 w 42"/>
                <a:gd name="T91" fmla="*/ 18 h 30"/>
                <a:gd name="T92" fmla="*/ 12 w 42"/>
                <a:gd name="T93" fmla="*/ 22 h 30"/>
                <a:gd name="T94" fmla="*/ 4 w 42"/>
                <a:gd name="T95" fmla="*/ 22 h 30"/>
                <a:gd name="T96" fmla="*/ 4 w 42"/>
                <a:gd name="T97" fmla="*/ 18 h 30"/>
                <a:gd name="T98" fmla="*/ 4 w 42"/>
                <a:gd name="T99" fmla="*/ 18 h 30"/>
                <a:gd name="T100" fmla="*/ 8 w 42"/>
                <a:gd name="T101" fmla="*/ 30 h 30"/>
                <a:gd name="T102" fmla="*/ 4 w 42"/>
                <a:gd name="T103" fmla="*/ 26 h 30"/>
                <a:gd name="T104" fmla="*/ 8 w 42"/>
                <a:gd name="T105" fmla="*/ 26 h 30"/>
                <a:gd name="T106" fmla="*/ 8 w 42"/>
                <a:gd name="T107"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2" h="30">
                  <a:moveTo>
                    <a:pt x="12" y="16"/>
                  </a:moveTo>
                  <a:lnTo>
                    <a:pt x="12" y="16"/>
                  </a:lnTo>
                  <a:lnTo>
                    <a:pt x="12" y="16"/>
                  </a:lnTo>
                  <a:lnTo>
                    <a:pt x="8" y="18"/>
                  </a:lnTo>
                  <a:lnTo>
                    <a:pt x="8" y="16"/>
                  </a:lnTo>
                  <a:lnTo>
                    <a:pt x="12" y="16"/>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2"/>
                  </a:lnTo>
                  <a:lnTo>
                    <a:pt x="12" y="16"/>
                  </a:lnTo>
                  <a:lnTo>
                    <a:pt x="8" y="16"/>
                  </a:lnTo>
                  <a:lnTo>
                    <a:pt x="8" y="16"/>
                  </a:lnTo>
                  <a:lnTo>
                    <a:pt x="8" y="16"/>
                  </a:lnTo>
                  <a:lnTo>
                    <a:pt x="8" y="16"/>
                  </a:lnTo>
                  <a:lnTo>
                    <a:pt x="4" y="16"/>
                  </a:lnTo>
                  <a:lnTo>
                    <a:pt x="4" y="12"/>
                  </a:lnTo>
                  <a:lnTo>
                    <a:pt x="4" y="12"/>
                  </a:lnTo>
                  <a:lnTo>
                    <a:pt x="4" y="12"/>
                  </a:lnTo>
                  <a:lnTo>
                    <a:pt x="4" y="12"/>
                  </a:lnTo>
                  <a:lnTo>
                    <a:pt x="4" y="12"/>
                  </a:lnTo>
                  <a:lnTo>
                    <a:pt x="4" y="8"/>
                  </a:lnTo>
                  <a:lnTo>
                    <a:pt x="4" y="8"/>
                  </a:lnTo>
                  <a:lnTo>
                    <a:pt x="8" y="8"/>
                  </a:lnTo>
                  <a:lnTo>
                    <a:pt x="8" y="8"/>
                  </a:lnTo>
                  <a:lnTo>
                    <a:pt x="8" y="8"/>
                  </a:lnTo>
                  <a:lnTo>
                    <a:pt x="4" y="8"/>
                  </a:lnTo>
                  <a:lnTo>
                    <a:pt x="4" y="8"/>
                  </a:lnTo>
                  <a:lnTo>
                    <a:pt x="4" y="8"/>
                  </a:lnTo>
                  <a:lnTo>
                    <a:pt x="4" y="12"/>
                  </a:lnTo>
                  <a:lnTo>
                    <a:pt x="0" y="8"/>
                  </a:lnTo>
                  <a:lnTo>
                    <a:pt x="0" y="8"/>
                  </a:lnTo>
                  <a:lnTo>
                    <a:pt x="0" y="8"/>
                  </a:lnTo>
                  <a:lnTo>
                    <a:pt x="0" y="8"/>
                  </a:lnTo>
                  <a:lnTo>
                    <a:pt x="0" y="8"/>
                  </a:lnTo>
                  <a:lnTo>
                    <a:pt x="0" y="8"/>
                  </a:lnTo>
                  <a:lnTo>
                    <a:pt x="0" y="8"/>
                  </a:lnTo>
                  <a:lnTo>
                    <a:pt x="0" y="8"/>
                  </a:lnTo>
                  <a:lnTo>
                    <a:pt x="0" y="8"/>
                  </a:lnTo>
                  <a:lnTo>
                    <a:pt x="0" y="8"/>
                  </a:lnTo>
                  <a:lnTo>
                    <a:pt x="0" y="8"/>
                  </a:lnTo>
                  <a:lnTo>
                    <a:pt x="4" y="8"/>
                  </a:lnTo>
                  <a:lnTo>
                    <a:pt x="4" y="4"/>
                  </a:lnTo>
                  <a:lnTo>
                    <a:pt x="8" y="4"/>
                  </a:lnTo>
                  <a:lnTo>
                    <a:pt x="8" y="4"/>
                  </a:lnTo>
                  <a:lnTo>
                    <a:pt x="8" y="4"/>
                  </a:lnTo>
                  <a:lnTo>
                    <a:pt x="8" y="4"/>
                  </a:lnTo>
                  <a:lnTo>
                    <a:pt x="8" y="4"/>
                  </a:lnTo>
                  <a:lnTo>
                    <a:pt x="8" y="4"/>
                  </a:lnTo>
                  <a:lnTo>
                    <a:pt x="12" y="4"/>
                  </a:lnTo>
                  <a:lnTo>
                    <a:pt x="12" y="4"/>
                  </a:lnTo>
                  <a:lnTo>
                    <a:pt x="12" y="4"/>
                  </a:lnTo>
                  <a:lnTo>
                    <a:pt x="16" y="4"/>
                  </a:lnTo>
                  <a:lnTo>
                    <a:pt x="16" y="4"/>
                  </a:lnTo>
                  <a:lnTo>
                    <a:pt x="20" y="4"/>
                  </a:lnTo>
                  <a:lnTo>
                    <a:pt x="20" y="0"/>
                  </a:lnTo>
                  <a:lnTo>
                    <a:pt x="20" y="0"/>
                  </a:lnTo>
                  <a:lnTo>
                    <a:pt x="24" y="0"/>
                  </a:lnTo>
                  <a:lnTo>
                    <a:pt x="26" y="0"/>
                  </a:lnTo>
                  <a:lnTo>
                    <a:pt x="26" y="0"/>
                  </a:lnTo>
                  <a:lnTo>
                    <a:pt x="30" y="0"/>
                  </a:lnTo>
                  <a:lnTo>
                    <a:pt x="30" y="0"/>
                  </a:lnTo>
                  <a:lnTo>
                    <a:pt x="34" y="0"/>
                  </a:lnTo>
                  <a:lnTo>
                    <a:pt x="34" y="0"/>
                  </a:lnTo>
                  <a:lnTo>
                    <a:pt x="38" y="0"/>
                  </a:lnTo>
                  <a:lnTo>
                    <a:pt x="38" y="0"/>
                  </a:lnTo>
                  <a:lnTo>
                    <a:pt x="42" y="0"/>
                  </a:lnTo>
                  <a:lnTo>
                    <a:pt x="42" y="0"/>
                  </a:lnTo>
                  <a:lnTo>
                    <a:pt x="42" y="0"/>
                  </a:lnTo>
                  <a:lnTo>
                    <a:pt x="42" y="4"/>
                  </a:lnTo>
                  <a:lnTo>
                    <a:pt x="42" y="4"/>
                  </a:lnTo>
                  <a:lnTo>
                    <a:pt x="42" y="4"/>
                  </a:lnTo>
                  <a:lnTo>
                    <a:pt x="42" y="4"/>
                  </a:lnTo>
                  <a:lnTo>
                    <a:pt x="42" y="4"/>
                  </a:lnTo>
                  <a:lnTo>
                    <a:pt x="42" y="4"/>
                  </a:lnTo>
                  <a:lnTo>
                    <a:pt x="42" y="8"/>
                  </a:lnTo>
                  <a:lnTo>
                    <a:pt x="42" y="8"/>
                  </a:lnTo>
                  <a:lnTo>
                    <a:pt x="42" y="8"/>
                  </a:lnTo>
                  <a:lnTo>
                    <a:pt x="42" y="8"/>
                  </a:lnTo>
                  <a:lnTo>
                    <a:pt x="42" y="8"/>
                  </a:lnTo>
                  <a:lnTo>
                    <a:pt x="42" y="8"/>
                  </a:lnTo>
                  <a:lnTo>
                    <a:pt x="38" y="8"/>
                  </a:lnTo>
                  <a:lnTo>
                    <a:pt x="38" y="8"/>
                  </a:lnTo>
                  <a:lnTo>
                    <a:pt x="38" y="12"/>
                  </a:lnTo>
                  <a:lnTo>
                    <a:pt x="38" y="12"/>
                  </a:lnTo>
                  <a:lnTo>
                    <a:pt x="38" y="12"/>
                  </a:lnTo>
                  <a:lnTo>
                    <a:pt x="42" y="12"/>
                  </a:lnTo>
                  <a:lnTo>
                    <a:pt x="42" y="12"/>
                  </a:lnTo>
                  <a:lnTo>
                    <a:pt x="42" y="12"/>
                  </a:lnTo>
                  <a:lnTo>
                    <a:pt x="42" y="16"/>
                  </a:lnTo>
                  <a:lnTo>
                    <a:pt x="42" y="18"/>
                  </a:lnTo>
                  <a:lnTo>
                    <a:pt x="42" y="18"/>
                  </a:lnTo>
                  <a:lnTo>
                    <a:pt x="38" y="18"/>
                  </a:lnTo>
                  <a:lnTo>
                    <a:pt x="38" y="18"/>
                  </a:lnTo>
                  <a:lnTo>
                    <a:pt x="38" y="18"/>
                  </a:lnTo>
                  <a:lnTo>
                    <a:pt x="34" y="18"/>
                  </a:lnTo>
                  <a:lnTo>
                    <a:pt x="34" y="18"/>
                  </a:lnTo>
                  <a:lnTo>
                    <a:pt x="34" y="18"/>
                  </a:lnTo>
                  <a:lnTo>
                    <a:pt x="34" y="18"/>
                  </a:lnTo>
                  <a:lnTo>
                    <a:pt x="30" y="18"/>
                  </a:lnTo>
                  <a:lnTo>
                    <a:pt x="30" y="18"/>
                  </a:lnTo>
                  <a:lnTo>
                    <a:pt x="30" y="22"/>
                  </a:lnTo>
                  <a:lnTo>
                    <a:pt x="30" y="22"/>
                  </a:lnTo>
                  <a:lnTo>
                    <a:pt x="30" y="22"/>
                  </a:lnTo>
                  <a:lnTo>
                    <a:pt x="30" y="22"/>
                  </a:lnTo>
                  <a:lnTo>
                    <a:pt x="26" y="22"/>
                  </a:lnTo>
                  <a:lnTo>
                    <a:pt x="26" y="22"/>
                  </a:lnTo>
                  <a:lnTo>
                    <a:pt x="26" y="22"/>
                  </a:lnTo>
                  <a:lnTo>
                    <a:pt x="26" y="22"/>
                  </a:lnTo>
                  <a:lnTo>
                    <a:pt x="26" y="22"/>
                  </a:lnTo>
                  <a:lnTo>
                    <a:pt x="26" y="26"/>
                  </a:lnTo>
                  <a:lnTo>
                    <a:pt x="26" y="26"/>
                  </a:lnTo>
                  <a:lnTo>
                    <a:pt x="26" y="26"/>
                  </a:lnTo>
                  <a:lnTo>
                    <a:pt x="26" y="26"/>
                  </a:lnTo>
                  <a:lnTo>
                    <a:pt x="24" y="30"/>
                  </a:lnTo>
                  <a:lnTo>
                    <a:pt x="24" y="30"/>
                  </a:lnTo>
                  <a:lnTo>
                    <a:pt x="24" y="30"/>
                  </a:lnTo>
                  <a:lnTo>
                    <a:pt x="24" y="30"/>
                  </a:lnTo>
                  <a:lnTo>
                    <a:pt x="24" y="30"/>
                  </a:lnTo>
                  <a:lnTo>
                    <a:pt x="24" y="30"/>
                  </a:lnTo>
                  <a:lnTo>
                    <a:pt x="24" y="30"/>
                  </a:lnTo>
                  <a:lnTo>
                    <a:pt x="24" y="30"/>
                  </a:lnTo>
                  <a:lnTo>
                    <a:pt x="24" y="26"/>
                  </a:lnTo>
                  <a:lnTo>
                    <a:pt x="24" y="26"/>
                  </a:lnTo>
                  <a:lnTo>
                    <a:pt x="24" y="26"/>
                  </a:lnTo>
                  <a:lnTo>
                    <a:pt x="24" y="26"/>
                  </a:lnTo>
                  <a:lnTo>
                    <a:pt x="24" y="30"/>
                  </a:lnTo>
                  <a:lnTo>
                    <a:pt x="20" y="30"/>
                  </a:lnTo>
                  <a:lnTo>
                    <a:pt x="20" y="30"/>
                  </a:lnTo>
                  <a:lnTo>
                    <a:pt x="20" y="30"/>
                  </a:lnTo>
                  <a:lnTo>
                    <a:pt x="20" y="30"/>
                  </a:lnTo>
                  <a:lnTo>
                    <a:pt x="20" y="30"/>
                  </a:lnTo>
                  <a:lnTo>
                    <a:pt x="20" y="30"/>
                  </a:lnTo>
                  <a:lnTo>
                    <a:pt x="20" y="30"/>
                  </a:lnTo>
                  <a:lnTo>
                    <a:pt x="20" y="26"/>
                  </a:lnTo>
                  <a:lnTo>
                    <a:pt x="20" y="26"/>
                  </a:lnTo>
                  <a:lnTo>
                    <a:pt x="20" y="26"/>
                  </a:lnTo>
                  <a:lnTo>
                    <a:pt x="20" y="26"/>
                  </a:lnTo>
                  <a:lnTo>
                    <a:pt x="20" y="26"/>
                  </a:lnTo>
                  <a:lnTo>
                    <a:pt x="20" y="26"/>
                  </a:lnTo>
                  <a:lnTo>
                    <a:pt x="20" y="26"/>
                  </a:lnTo>
                  <a:lnTo>
                    <a:pt x="20" y="26"/>
                  </a:lnTo>
                  <a:lnTo>
                    <a:pt x="20" y="26"/>
                  </a:lnTo>
                  <a:lnTo>
                    <a:pt x="20" y="26"/>
                  </a:lnTo>
                  <a:lnTo>
                    <a:pt x="16" y="26"/>
                  </a:lnTo>
                  <a:lnTo>
                    <a:pt x="20" y="22"/>
                  </a:lnTo>
                  <a:lnTo>
                    <a:pt x="20" y="22"/>
                  </a:lnTo>
                  <a:lnTo>
                    <a:pt x="20" y="22"/>
                  </a:lnTo>
                  <a:lnTo>
                    <a:pt x="20" y="22"/>
                  </a:lnTo>
                  <a:lnTo>
                    <a:pt x="20" y="22"/>
                  </a:lnTo>
                  <a:lnTo>
                    <a:pt x="20" y="22"/>
                  </a:lnTo>
                  <a:lnTo>
                    <a:pt x="20" y="22"/>
                  </a:lnTo>
                  <a:lnTo>
                    <a:pt x="20" y="22"/>
                  </a:lnTo>
                  <a:lnTo>
                    <a:pt x="20" y="22"/>
                  </a:lnTo>
                  <a:lnTo>
                    <a:pt x="20" y="22"/>
                  </a:lnTo>
                  <a:lnTo>
                    <a:pt x="20" y="22"/>
                  </a:lnTo>
                  <a:lnTo>
                    <a:pt x="16" y="22"/>
                  </a:lnTo>
                  <a:lnTo>
                    <a:pt x="16" y="22"/>
                  </a:lnTo>
                  <a:lnTo>
                    <a:pt x="16" y="22"/>
                  </a:lnTo>
                  <a:lnTo>
                    <a:pt x="16" y="22"/>
                  </a:lnTo>
                  <a:lnTo>
                    <a:pt x="20" y="18"/>
                  </a:lnTo>
                  <a:lnTo>
                    <a:pt x="20" y="18"/>
                  </a:lnTo>
                  <a:lnTo>
                    <a:pt x="20" y="18"/>
                  </a:lnTo>
                  <a:lnTo>
                    <a:pt x="24" y="18"/>
                  </a:lnTo>
                  <a:lnTo>
                    <a:pt x="24" y="18"/>
                  </a:lnTo>
                  <a:lnTo>
                    <a:pt x="24" y="18"/>
                  </a:lnTo>
                  <a:lnTo>
                    <a:pt x="24" y="18"/>
                  </a:lnTo>
                  <a:lnTo>
                    <a:pt x="24" y="18"/>
                  </a:lnTo>
                  <a:lnTo>
                    <a:pt x="20" y="18"/>
                  </a:lnTo>
                  <a:lnTo>
                    <a:pt x="20" y="18"/>
                  </a:lnTo>
                  <a:lnTo>
                    <a:pt x="20" y="18"/>
                  </a:lnTo>
                  <a:lnTo>
                    <a:pt x="20" y="18"/>
                  </a:lnTo>
                  <a:lnTo>
                    <a:pt x="20" y="18"/>
                  </a:lnTo>
                  <a:lnTo>
                    <a:pt x="20" y="18"/>
                  </a:lnTo>
                  <a:lnTo>
                    <a:pt x="20" y="18"/>
                  </a:lnTo>
                  <a:lnTo>
                    <a:pt x="20" y="18"/>
                  </a:lnTo>
                  <a:lnTo>
                    <a:pt x="16" y="18"/>
                  </a:lnTo>
                  <a:lnTo>
                    <a:pt x="16" y="18"/>
                  </a:lnTo>
                  <a:lnTo>
                    <a:pt x="16" y="18"/>
                  </a:lnTo>
                  <a:lnTo>
                    <a:pt x="16" y="18"/>
                  </a:lnTo>
                  <a:lnTo>
                    <a:pt x="16" y="18"/>
                  </a:lnTo>
                  <a:lnTo>
                    <a:pt x="16" y="18"/>
                  </a:lnTo>
                  <a:lnTo>
                    <a:pt x="16" y="18"/>
                  </a:lnTo>
                  <a:lnTo>
                    <a:pt x="16" y="18"/>
                  </a:lnTo>
                  <a:lnTo>
                    <a:pt x="16" y="18"/>
                  </a:lnTo>
                  <a:lnTo>
                    <a:pt x="16" y="18"/>
                  </a:lnTo>
                  <a:lnTo>
                    <a:pt x="16" y="16"/>
                  </a:lnTo>
                  <a:lnTo>
                    <a:pt x="16" y="16"/>
                  </a:lnTo>
                  <a:lnTo>
                    <a:pt x="16" y="16"/>
                  </a:lnTo>
                  <a:lnTo>
                    <a:pt x="20" y="16"/>
                  </a:lnTo>
                  <a:lnTo>
                    <a:pt x="20" y="16"/>
                  </a:lnTo>
                  <a:lnTo>
                    <a:pt x="20" y="16"/>
                  </a:lnTo>
                  <a:lnTo>
                    <a:pt x="20" y="16"/>
                  </a:lnTo>
                  <a:lnTo>
                    <a:pt x="20" y="16"/>
                  </a:lnTo>
                  <a:lnTo>
                    <a:pt x="20" y="16"/>
                  </a:lnTo>
                  <a:lnTo>
                    <a:pt x="24" y="16"/>
                  </a:lnTo>
                  <a:lnTo>
                    <a:pt x="24" y="16"/>
                  </a:lnTo>
                  <a:lnTo>
                    <a:pt x="24" y="16"/>
                  </a:lnTo>
                  <a:lnTo>
                    <a:pt x="24" y="16"/>
                  </a:lnTo>
                  <a:lnTo>
                    <a:pt x="24" y="18"/>
                  </a:lnTo>
                  <a:lnTo>
                    <a:pt x="24" y="16"/>
                  </a:lnTo>
                  <a:lnTo>
                    <a:pt x="24" y="16"/>
                  </a:lnTo>
                  <a:lnTo>
                    <a:pt x="24" y="16"/>
                  </a:lnTo>
                  <a:lnTo>
                    <a:pt x="24" y="16"/>
                  </a:lnTo>
                  <a:lnTo>
                    <a:pt x="24" y="16"/>
                  </a:lnTo>
                  <a:lnTo>
                    <a:pt x="24" y="16"/>
                  </a:lnTo>
                  <a:lnTo>
                    <a:pt x="24" y="16"/>
                  </a:lnTo>
                  <a:lnTo>
                    <a:pt x="24" y="16"/>
                  </a:lnTo>
                  <a:lnTo>
                    <a:pt x="24" y="16"/>
                  </a:lnTo>
                  <a:lnTo>
                    <a:pt x="24" y="12"/>
                  </a:lnTo>
                  <a:lnTo>
                    <a:pt x="24" y="12"/>
                  </a:lnTo>
                  <a:lnTo>
                    <a:pt x="24" y="16"/>
                  </a:lnTo>
                  <a:lnTo>
                    <a:pt x="20" y="16"/>
                  </a:lnTo>
                  <a:lnTo>
                    <a:pt x="20" y="16"/>
                  </a:lnTo>
                  <a:lnTo>
                    <a:pt x="20" y="16"/>
                  </a:lnTo>
                  <a:lnTo>
                    <a:pt x="20" y="16"/>
                  </a:lnTo>
                  <a:lnTo>
                    <a:pt x="20" y="16"/>
                  </a:lnTo>
                  <a:lnTo>
                    <a:pt x="20" y="12"/>
                  </a:lnTo>
                  <a:lnTo>
                    <a:pt x="20" y="12"/>
                  </a:lnTo>
                  <a:lnTo>
                    <a:pt x="16" y="16"/>
                  </a:lnTo>
                  <a:lnTo>
                    <a:pt x="16" y="16"/>
                  </a:lnTo>
                  <a:lnTo>
                    <a:pt x="16" y="16"/>
                  </a:lnTo>
                  <a:lnTo>
                    <a:pt x="16" y="16"/>
                  </a:lnTo>
                  <a:lnTo>
                    <a:pt x="16" y="16"/>
                  </a:lnTo>
                  <a:lnTo>
                    <a:pt x="12" y="16"/>
                  </a:lnTo>
                  <a:lnTo>
                    <a:pt x="12" y="16"/>
                  </a:lnTo>
                  <a:lnTo>
                    <a:pt x="12" y="16"/>
                  </a:lnTo>
                  <a:close/>
                  <a:moveTo>
                    <a:pt x="12" y="26"/>
                  </a:moveTo>
                  <a:lnTo>
                    <a:pt x="12" y="26"/>
                  </a:lnTo>
                  <a:lnTo>
                    <a:pt x="12" y="26"/>
                  </a:lnTo>
                  <a:lnTo>
                    <a:pt x="12" y="26"/>
                  </a:lnTo>
                  <a:lnTo>
                    <a:pt x="12" y="26"/>
                  </a:lnTo>
                  <a:lnTo>
                    <a:pt x="12" y="26"/>
                  </a:lnTo>
                  <a:lnTo>
                    <a:pt x="12" y="26"/>
                  </a:lnTo>
                  <a:lnTo>
                    <a:pt x="16" y="26"/>
                  </a:lnTo>
                  <a:lnTo>
                    <a:pt x="16" y="26"/>
                  </a:lnTo>
                  <a:lnTo>
                    <a:pt x="16" y="26"/>
                  </a:lnTo>
                  <a:lnTo>
                    <a:pt x="12" y="26"/>
                  </a:lnTo>
                  <a:lnTo>
                    <a:pt x="12" y="26"/>
                  </a:lnTo>
                  <a:lnTo>
                    <a:pt x="12" y="26"/>
                  </a:lnTo>
                  <a:lnTo>
                    <a:pt x="12" y="26"/>
                  </a:lnTo>
                  <a:close/>
                  <a:moveTo>
                    <a:pt x="8" y="16"/>
                  </a:moveTo>
                  <a:lnTo>
                    <a:pt x="8" y="16"/>
                  </a:lnTo>
                  <a:lnTo>
                    <a:pt x="8" y="16"/>
                  </a:lnTo>
                  <a:lnTo>
                    <a:pt x="8" y="16"/>
                  </a:lnTo>
                  <a:lnTo>
                    <a:pt x="8" y="16"/>
                  </a:lnTo>
                  <a:lnTo>
                    <a:pt x="8" y="16"/>
                  </a:lnTo>
                  <a:lnTo>
                    <a:pt x="8" y="16"/>
                  </a:lnTo>
                  <a:lnTo>
                    <a:pt x="8" y="16"/>
                  </a:lnTo>
                  <a:lnTo>
                    <a:pt x="8" y="16"/>
                  </a:lnTo>
                  <a:lnTo>
                    <a:pt x="8" y="16"/>
                  </a:lnTo>
                  <a:lnTo>
                    <a:pt x="8" y="16"/>
                  </a:lnTo>
                  <a:lnTo>
                    <a:pt x="8" y="16"/>
                  </a:lnTo>
                  <a:close/>
                  <a:moveTo>
                    <a:pt x="16" y="18"/>
                  </a:moveTo>
                  <a:lnTo>
                    <a:pt x="16" y="18"/>
                  </a:lnTo>
                  <a:lnTo>
                    <a:pt x="16" y="22"/>
                  </a:lnTo>
                  <a:lnTo>
                    <a:pt x="16" y="22"/>
                  </a:lnTo>
                  <a:lnTo>
                    <a:pt x="16" y="18"/>
                  </a:lnTo>
                  <a:lnTo>
                    <a:pt x="16" y="18"/>
                  </a:lnTo>
                  <a:lnTo>
                    <a:pt x="16" y="18"/>
                  </a:lnTo>
                  <a:lnTo>
                    <a:pt x="16" y="18"/>
                  </a:lnTo>
                  <a:lnTo>
                    <a:pt x="16" y="18"/>
                  </a:lnTo>
                  <a:lnTo>
                    <a:pt x="16" y="18"/>
                  </a:lnTo>
                  <a:close/>
                  <a:moveTo>
                    <a:pt x="8" y="22"/>
                  </a:moveTo>
                  <a:lnTo>
                    <a:pt x="8" y="22"/>
                  </a:lnTo>
                  <a:lnTo>
                    <a:pt x="8" y="18"/>
                  </a:lnTo>
                  <a:lnTo>
                    <a:pt x="8" y="18"/>
                  </a:lnTo>
                  <a:lnTo>
                    <a:pt x="8" y="18"/>
                  </a:lnTo>
                  <a:lnTo>
                    <a:pt x="12" y="18"/>
                  </a:lnTo>
                  <a:lnTo>
                    <a:pt x="12" y="18"/>
                  </a:lnTo>
                  <a:lnTo>
                    <a:pt x="12" y="18"/>
                  </a:lnTo>
                  <a:lnTo>
                    <a:pt x="12" y="22"/>
                  </a:lnTo>
                  <a:lnTo>
                    <a:pt x="12" y="22"/>
                  </a:lnTo>
                  <a:lnTo>
                    <a:pt x="8" y="22"/>
                  </a:lnTo>
                  <a:lnTo>
                    <a:pt x="8" y="22"/>
                  </a:lnTo>
                  <a:lnTo>
                    <a:pt x="8" y="22"/>
                  </a:lnTo>
                  <a:lnTo>
                    <a:pt x="8" y="22"/>
                  </a:lnTo>
                  <a:close/>
                  <a:moveTo>
                    <a:pt x="4" y="22"/>
                  </a:moveTo>
                  <a:lnTo>
                    <a:pt x="4" y="22"/>
                  </a:lnTo>
                  <a:lnTo>
                    <a:pt x="4" y="22"/>
                  </a:lnTo>
                  <a:lnTo>
                    <a:pt x="4" y="22"/>
                  </a:lnTo>
                  <a:lnTo>
                    <a:pt x="4" y="22"/>
                  </a:lnTo>
                  <a:lnTo>
                    <a:pt x="4" y="22"/>
                  </a:lnTo>
                  <a:lnTo>
                    <a:pt x="4" y="22"/>
                  </a:lnTo>
                  <a:lnTo>
                    <a:pt x="4" y="18"/>
                  </a:lnTo>
                  <a:lnTo>
                    <a:pt x="4" y="18"/>
                  </a:lnTo>
                  <a:lnTo>
                    <a:pt x="4" y="18"/>
                  </a:lnTo>
                  <a:lnTo>
                    <a:pt x="4" y="18"/>
                  </a:lnTo>
                  <a:lnTo>
                    <a:pt x="4" y="18"/>
                  </a:lnTo>
                  <a:lnTo>
                    <a:pt x="4" y="18"/>
                  </a:lnTo>
                  <a:lnTo>
                    <a:pt x="4" y="18"/>
                  </a:lnTo>
                  <a:lnTo>
                    <a:pt x="4" y="22"/>
                  </a:lnTo>
                  <a:lnTo>
                    <a:pt x="4" y="22"/>
                  </a:lnTo>
                  <a:lnTo>
                    <a:pt x="4" y="22"/>
                  </a:lnTo>
                  <a:lnTo>
                    <a:pt x="4" y="22"/>
                  </a:lnTo>
                  <a:lnTo>
                    <a:pt x="4" y="22"/>
                  </a:lnTo>
                  <a:close/>
                  <a:moveTo>
                    <a:pt x="8" y="30"/>
                  </a:moveTo>
                  <a:lnTo>
                    <a:pt x="8" y="30"/>
                  </a:lnTo>
                  <a:lnTo>
                    <a:pt x="8" y="30"/>
                  </a:lnTo>
                  <a:lnTo>
                    <a:pt x="4" y="30"/>
                  </a:lnTo>
                  <a:lnTo>
                    <a:pt x="4" y="30"/>
                  </a:lnTo>
                  <a:lnTo>
                    <a:pt x="4" y="30"/>
                  </a:lnTo>
                  <a:lnTo>
                    <a:pt x="4" y="26"/>
                  </a:lnTo>
                  <a:lnTo>
                    <a:pt x="4" y="26"/>
                  </a:lnTo>
                  <a:lnTo>
                    <a:pt x="8" y="26"/>
                  </a:lnTo>
                  <a:lnTo>
                    <a:pt x="8" y="26"/>
                  </a:lnTo>
                  <a:lnTo>
                    <a:pt x="8" y="26"/>
                  </a:lnTo>
                  <a:lnTo>
                    <a:pt x="8" y="26"/>
                  </a:lnTo>
                  <a:lnTo>
                    <a:pt x="8" y="26"/>
                  </a:lnTo>
                  <a:lnTo>
                    <a:pt x="8" y="26"/>
                  </a:lnTo>
                  <a:lnTo>
                    <a:pt x="8" y="26"/>
                  </a:lnTo>
                  <a:lnTo>
                    <a:pt x="8" y="26"/>
                  </a:lnTo>
                  <a:lnTo>
                    <a:pt x="8" y="26"/>
                  </a:lnTo>
                  <a:lnTo>
                    <a:pt x="8" y="30"/>
                  </a:lnTo>
                  <a:lnTo>
                    <a:pt x="8" y="30"/>
                  </a:lnTo>
                  <a:lnTo>
                    <a:pt x="8" y="30"/>
                  </a:lnTo>
                  <a:lnTo>
                    <a:pt x="8" y="30"/>
                  </a:lnTo>
                  <a:lnTo>
                    <a:pt x="8" y="30"/>
                  </a:lnTo>
                  <a:lnTo>
                    <a:pt x="8"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5" name="Freeform 150"/>
            <p:cNvSpPr>
              <a:spLocks noChangeAspect="1" noEditPoints="1"/>
            </p:cNvSpPr>
            <p:nvPr/>
          </p:nvSpPr>
          <p:spPr bwMode="gray">
            <a:xfrm>
              <a:off x="5634791" y="4380564"/>
              <a:ext cx="194798" cy="278282"/>
            </a:xfrm>
            <a:custGeom>
              <a:avLst/>
              <a:gdLst>
                <a:gd name="T0" fmla="*/ 0 w 112"/>
                <a:gd name="T1" fmla="*/ 82 h 160"/>
                <a:gd name="T2" fmla="*/ 0 w 112"/>
                <a:gd name="T3" fmla="*/ 78 h 160"/>
                <a:gd name="T4" fmla="*/ 4 w 112"/>
                <a:gd name="T5" fmla="*/ 72 h 160"/>
                <a:gd name="T6" fmla="*/ 8 w 112"/>
                <a:gd name="T7" fmla="*/ 64 h 160"/>
                <a:gd name="T8" fmla="*/ 12 w 112"/>
                <a:gd name="T9" fmla="*/ 60 h 160"/>
                <a:gd name="T10" fmla="*/ 12 w 112"/>
                <a:gd name="T11" fmla="*/ 56 h 160"/>
                <a:gd name="T12" fmla="*/ 12 w 112"/>
                <a:gd name="T13" fmla="*/ 56 h 160"/>
                <a:gd name="T14" fmla="*/ 16 w 112"/>
                <a:gd name="T15" fmla="*/ 52 h 160"/>
                <a:gd name="T16" fmla="*/ 12 w 112"/>
                <a:gd name="T17" fmla="*/ 42 h 160"/>
                <a:gd name="T18" fmla="*/ 12 w 112"/>
                <a:gd name="T19" fmla="*/ 34 h 160"/>
                <a:gd name="T20" fmla="*/ 8 w 112"/>
                <a:gd name="T21" fmla="*/ 30 h 160"/>
                <a:gd name="T22" fmla="*/ 8 w 112"/>
                <a:gd name="T23" fmla="*/ 22 h 160"/>
                <a:gd name="T24" fmla="*/ 4 w 112"/>
                <a:gd name="T25" fmla="*/ 16 h 160"/>
                <a:gd name="T26" fmla="*/ 0 w 112"/>
                <a:gd name="T27" fmla="*/ 8 h 160"/>
                <a:gd name="T28" fmla="*/ 8 w 112"/>
                <a:gd name="T29" fmla="*/ 0 h 160"/>
                <a:gd name="T30" fmla="*/ 16 w 112"/>
                <a:gd name="T31" fmla="*/ 0 h 160"/>
                <a:gd name="T32" fmla="*/ 22 w 112"/>
                <a:gd name="T33" fmla="*/ 0 h 160"/>
                <a:gd name="T34" fmla="*/ 26 w 112"/>
                <a:gd name="T35" fmla="*/ 0 h 160"/>
                <a:gd name="T36" fmla="*/ 38 w 112"/>
                <a:gd name="T37" fmla="*/ 4 h 160"/>
                <a:gd name="T38" fmla="*/ 46 w 112"/>
                <a:gd name="T39" fmla="*/ 8 h 160"/>
                <a:gd name="T40" fmla="*/ 60 w 112"/>
                <a:gd name="T41" fmla="*/ 20 h 160"/>
                <a:gd name="T42" fmla="*/ 72 w 112"/>
                <a:gd name="T43" fmla="*/ 20 h 160"/>
                <a:gd name="T44" fmla="*/ 74 w 112"/>
                <a:gd name="T45" fmla="*/ 22 h 160"/>
                <a:gd name="T46" fmla="*/ 78 w 112"/>
                <a:gd name="T47" fmla="*/ 22 h 160"/>
                <a:gd name="T48" fmla="*/ 82 w 112"/>
                <a:gd name="T49" fmla="*/ 20 h 160"/>
                <a:gd name="T50" fmla="*/ 94 w 112"/>
                <a:gd name="T51" fmla="*/ 8 h 160"/>
                <a:gd name="T52" fmla="*/ 100 w 112"/>
                <a:gd name="T53" fmla="*/ 12 h 160"/>
                <a:gd name="T54" fmla="*/ 104 w 112"/>
                <a:gd name="T55" fmla="*/ 12 h 160"/>
                <a:gd name="T56" fmla="*/ 112 w 112"/>
                <a:gd name="T57" fmla="*/ 12 h 160"/>
                <a:gd name="T58" fmla="*/ 112 w 112"/>
                <a:gd name="T59" fmla="*/ 16 h 160"/>
                <a:gd name="T60" fmla="*/ 100 w 112"/>
                <a:gd name="T61" fmla="*/ 56 h 160"/>
                <a:gd name="T62" fmla="*/ 108 w 112"/>
                <a:gd name="T63" fmla="*/ 108 h 160"/>
                <a:gd name="T64" fmla="*/ 104 w 112"/>
                <a:gd name="T65" fmla="*/ 112 h 160"/>
                <a:gd name="T66" fmla="*/ 98 w 112"/>
                <a:gd name="T67" fmla="*/ 116 h 160"/>
                <a:gd name="T68" fmla="*/ 98 w 112"/>
                <a:gd name="T69" fmla="*/ 120 h 160"/>
                <a:gd name="T70" fmla="*/ 98 w 112"/>
                <a:gd name="T71" fmla="*/ 120 h 160"/>
                <a:gd name="T72" fmla="*/ 94 w 112"/>
                <a:gd name="T73" fmla="*/ 124 h 160"/>
                <a:gd name="T74" fmla="*/ 90 w 112"/>
                <a:gd name="T75" fmla="*/ 124 h 160"/>
                <a:gd name="T76" fmla="*/ 86 w 112"/>
                <a:gd name="T77" fmla="*/ 130 h 160"/>
                <a:gd name="T78" fmla="*/ 86 w 112"/>
                <a:gd name="T79" fmla="*/ 138 h 160"/>
                <a:gd name="T80" fmla="*/ 82 w 112"/>
                <a:gd name="T81" fmla="*/ 142 h 160"/>
                <a:gd name="T82" fmla="*/ 82 w 112"/>
                <a:gd name="T83" fmla="*/ 144 h 160"/>
                <a:gd name="T84" fmla="*/ 74 w 112"/>
                <a:gd name="T85" fmla="*/ 160 h 160"/>
                <a:gd name="T86" fmla="*/ 68 w 112"/>
                <a:gd name="T87" fmla="*/ 152 h 160"/>
                <a:gd name="T88" fmla="*/ 52 w 112"/>
                <a:gd name="T89" fmla="*/ 142 h 160"/>
                <a:gd name="T90" fmla="*/ 52 w 112"/>
                <a:gd name="T91" fmla="*/ 138 h 160"/>
                <a:gd name="T92" fmla="*/ 52 w 112"/>
                <a:gd name="T93" fmla="*/ 134 h 160"/>
                <a:gd name="T94" fmla="*/ 46 w 112"/>
                <a:gd name="T95" fmla="*/ 128 h 160"/>
                <a:gd name="T96" fmla="*/ 30 w 112"/>
                <a:gd name="T97" fmla="*/ 116 h 160"/>
                <a:gd name="T98" fmla="*/ 8 w 112"/>
                <a:gd name="T99" fmla="*/ 102 h 160"/>
                <a:gd name="T100" fmla="*/ 0 w 112"/>
                <a:gd name="T101" fmla="*/ 98 h 160"/>
                <a:gd name="T102" fmla="*/ 100 w 112"/>
                <a:gd name="T103" fmla="*/ 116 h 160"/>
                <a:gd name="T104" fmla="*/ 100 w 112"/>
                <a:gd name="T105" fmla="*/ 116 h 160"/>
                <a:gd name="T106" fmla="*/ 100 w 112"/>
                <a:gd name="T107" fmla="*/ 12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2" h="160">
                  <a:moveTo>
                    <a:pt x="0" y="98"/>
                  </a:moveTo>
                  <a:lnTo>
                    <a:pt x="0" y="98"/>
                  </a:lnTo>
                  <a:lnTo>
                    <a:pt x="0" y="90"/>
                  </a:lnTo>
                  <a:lnTo>
                    <a:pt x="0" y="86"/>
                  </a:lnTo>
                  <a:lnTo>
                    <a:pt x="0" y="82"/>
                  </a:lnTo>
                  <a:lnTo>
                    <a:pt x="0" y="82"/>
                  </a:lnTo>
                  <a:lnTo>
                    <a:pt x="0" y="82"/>
                  </a:lnTo>
                  <a:lnTo>
                    <a:pt x="0" y="78"/>
                  </a:lnTo>
                  <a:lnTo>
                    <a:pt x="0" y="78"/>
                  </a:lnTo>
                  <a:lnTo>
                    <a:pt x="0" y="78"/>
                  </a:lnTo>
                  <a:lnTo>
                    <a:pt x="0" y="78"/>
                  </a:lnTo>
                  <a:lnTo>
                    <a:pt x="0" y="78"/>
                  </a:lnTo>
                  <a:lnTo>
                    <a:pt x="0" y="76"/>
                  </a:lnTo>
                  <a:lnTo>
                    <a:pt x="0" y="76"/>
                  </a:lnTo>
                  <a:lnTo>
                    <a:pt x="4" y="72"/>
                  </a:lnTo>
                  <a:lnTo>
                    <a:pt x="4" y="72"/>
                  </a:lnTo>
                  <a:lnTo>
                    <a:pt x="4" y="72"/>
                  </a:lnTo>
                  <a:lnTo>
                    <a:pt x="4" y="72"/>
                  </a:lnTo>
                  <a:lnTo>
                    <a:pt x="8" y="68"/>
                  </a:lnTo>
                  <a:lnTo>
                    <a:pt x="8" y="68"/>
                  </a:lnTo>
                  <a:lnTo>
                    <a:pt x="8" y="64"/>
                  </a:lnTo>
                  <a:lnTo>
                    <a:pt x="8" y="64"/>
                  </a:lnTo>
                  <a:lnTo>
                    <a:pt x="8" y="64"/>
                  </a:lnTo>
                  <a:lnTo>
                    <a:pt x="8" y="64"/>
                  </a:lnTo>
                  <a:lnTo>
                    <a:pt x="8" y="64"/>
                  </a:lnTo>
                  <a:lnTo>
                    <a:pt x="8" y="60"/>
                  </a:lnTo>
                  <a:lnTo>
                    <a:pt x="8" y="60"/>
                  </a:lnTo>
                  <a:lnTo>
                    <a:pt x="8" y="60"/>
                  </a:lnTo>
                  <a:lnTo>
                    <a:pt x="12" y="60"/>
                  </a:lnTo>
                  <a:lnTo>
                    <a:pt x="12" y="60"/>
                  </a:lnTo>
                  <a:lnTo>
                    <a:pt x="12" y="60"/>
                  </a:lnTo>
                  <a:lnTo>
                    <a:pt x="12" y="60"/>
                  </a:lnTo>
                  <a:lnTo>
                    <a:pt x="12" y="60"/>
                  </a:lnTo>
                  <a:lnTo>
                    <a:pt x="12" y="60"/>
                  </a:lnTo>
                  <a:lnTo>
                    <a:pt x="12" y="60"/>
                  </a:lnTo>
                  <a:lnTo>
                    <a:pt x="12" y="56"/>
                  </a:lnTo>
                  <a:lnTo>
                    <a:pt x="12" y="56"/>
                  </a:lnTo>
                  <a:lnTo>
                    <a:pt x="12" y="56"/>
                  </a:lnTo>
                  <a:lnTo>
                    <a:pt x="12" y="56"/>
                  </a:lnTo>
                  <a:lnTo>
                    <a:pt x="12" y="56"/>
                  </a:lnTo>
                  <a:lnTo>
                    <a:pt x="12" y="56"/>
                  </a:lnTo>
                  <a:lnTo>
                    <a:pt x="12" y="56"/>
                  </a:lnTo>
                  <a:lnTo>
                    <a:pt x="12" y="52"/>
                  </a:lnTo>
                  <a:lnTo>
                    <a:pt x="12" y="52"/>
                  </a:lnTo>
                  <a:lnTo>
                    <a:pt x="16" y="52"/>
                  </a:lnTo>
                  <a:lnTo>
                    <a:pt x="16" y="52"/>
                  </a:lnTo>
                  <a:lnTo>
                    <a:pt x="16" y="52"/>
                  </a:lnTo>
                  <a:lnTo>
                    <a:pt x="16" y="52"/>
                  </a:lnTo>
                  <a:lnTo>
                    <a:pt x="16" y="48"/>
                  </a:lnTo>
                  <a:lnTo>
                    <a:pt x="16" y="46"/>
                  </a:lnTo>
                  <a:lnTo>
                    <a:pt x="16" y="42"/>
                  </a:lnTo>
                  <a:lnTo>
                    <a:pt x="16" y="42"/>
                  </a:lnTo>
                  <a:lnTo>
                    <a:pt x="12" y="42"/>
                  </a:lnTo>
                  <a:lnTo>
                    <a:pt x="12" y="42"/>
                  </a:lnTo>
                  <a:lnTo>
                    <a:pt x="12" y="38"/>
                  </a:lnTo>
                  <a:lnTo>
                    <a:pt x="12" y="38"/>
                  </a:lnTo>
                  <a:lnTo>
                    <a:pt x="12" y="38"/>
                  </a:lnTo>
                  <a:lnTo>
                    <a:pt x="12" y="34"/>
                  </a:lnTo>
                  <a:lnTo>
                    <a:pt x="12" y="34"/>
                  </a:lnTo>
                  <a:lnTo>
                    <a:pt x="12" y="34"/>
                  </a:lnTo>
                  <a:lnTo>
                    <a:pt x="12" y="30"/>
                  </a:lnTo>
                  <a:lnTo>
                    <a:pt x="12" y="30"/>
                  </a:lnTo>
                  <a:lnTo>
                    <a:pt x="12" y="30"/>
                  </a:lnTo>
                  <a:lnTo>
                    <a:pt x="12" y="30"/>
                  </a:lnTo>
                  <a:lnTo>
                    <a:pt x="8" y="30"/>
                  </a:lnTo>
                  <a:lnTo>
                    <a:pt x="8" y="30"/>
                  </a:lnTo>
                  <a:lnTo>
                    <a:pt x="8" y="26"/>
                  </a:lnTo>
                  <a:lnTo>
                    <a:pt x="8" y="26"/>
                  </a:lnTo>
                  <a:lnTo>
                    <a:pt x="8" y="26"/>
                  </a:lnTo>
                  <a:lnTo>
                    <a:pt x="8" y="26"/>
                  </a:lnTo>
                  <a:lnTo>
                    <a:pt x="8" y="26"/>
                  </a:lnTo>
                  <a:lnTo>
                    <a:pt x="8" y="22"/>
                  </a:lnTo>
                  <a:lnTo>
                    <a:pt x="8" y="22"/>
                  </a:lnTo>
                  <a:lnTo>
                    <a:pt x="8" y="20"/>
                  </a:lnTo>
                  <a:lnTo>
                    <a:pt x="8" y="20"/>
                  </a:lnTo>
                  <a:lnTo>
                    <a:pt x="8" y="20"/>
                  </a:lnTo>
                  <a:lnTo>
                    <a:pt x="8" y="20"/>
                  </a:lnTo>
                  <a:lnTo>
                    <a:pt x="4" y="16"/>
                  </a:lnTo>
                  <a:lnTo>
                    <a:pt x="4" y="16"/>
                  </a:lnTo>
                  <a:lnTo>
                    <a:pt x="4" y="16"/>
                  </a:lnTo>
                  <a:lnTo>
                    <a:pt x="4" y="16"/>
                  </a:lnTo>
                  <a:lnTo>
                    <a:pt x="4" y="12"/>
                  </a:lnTo>
                  <a:lnTo>
                    <a:pt x="0" y="12"/>
                  </a:lnTo>
                  <a:lnTo>
                    <a:pt x="0" y="8"/>
                  </a:lnTo>
                  <a:lnTo>
                    <a:pt x="0" y="8"/>
                  </a:lnTo>
                  <a:lnTo>
                    <a:pt x="0" y="8"/>
                  </a:lnTo>
                  <a:lnTo>
                    <a:pt x="0" y="8"/>
                  </a:lnTo>
                  <a:lnTo>
                    <a:pt x="0" y="8"/>
                  </a:lnTo>
                  <a:lnTo>
                    <a:pt x="4" y="0"/>
                  </a:lnTo>
                  <a:lnTo>
                    <a:pt x="8" y="0"/>
                  </a:lnTo>
                  <a:lnTo>
                    <a:pt x="8" y="0"/>
                  </a:lnTo>
                  <a:lnTo>
                    <a:pt x="8" y="0"/>
                  </a:lnTo>
                  <a:lnTo>
                    <a:pt x="12" y="0"/>
                  </a:lnTo>
                  <a:lnTo>
                    <a:pt x="12" y="0"/>
                  </a:lnTo>
                  <a:lnTo>
                    <a:pt x="12" y="0"/>
                  </a:lnTo>
                  <a:lnTo>
                    <a:pt x="16" y="0"/>
                  </a:lnTo>
                  <a:lnTo>
                    <a:pt x="16" y="0"/>
                  </a:lnTo>
                  <a:lnTo>
                    <a:pt x="22" y="0"/>
                  </a:lnTo>
                  <a:lnTo>
                    <a:pt x="22" y="0"/>
                  </a:lnTo>
                  <a:lnTo>
                    <a:pt x="22" y="0"/>
                  </a:lnTo>
                  <a:lnTo>
                    <a:pt x="22" y="0"/>
                  </a:lnTo>
                  <a:lnTo>
                    <a:pt x="22" y="0"/>
                  </a:lnTo>
                  <a:lnTo>
                    <a:pt x="22" y="0"/>
                  </a:lnTo>
                  <a:lnTo>
                    <a:pt x="22" y="0"/>
                  </a:lnTo>
                  <a:lnTo>
                    <a:pt x="22" y="0"/>
                  </a:lnTo>
                  <a:lnTo>
                    <a:pt x="26" y="0"/>
                  </a:lnTo>
                  <a:lnTo>
                    <a:pt x="26" y="0"/>
                  </a:lnTo>
                  <a:lnTo>
                    <a:pt x="26" y="0"/>
                  </a:lnTo>
                  <a:lnTo>
                    <a:pt x="26" y="4"/>
                  </a:lnTo>
                  <a:lnTo>
                    <a:pt x="30" y="4"/>
                  </a:lnTo>
                  <a:lnTo>
                    <a:pt x="30" y="4"/>
                  </a:lnTo>
                  <a:lnTo>
                    <a:pt x="34" y="4"/>
                  </a:lnTo>
                  <a:lnTo>
                    <a:pt x="34" y="4"/>
                  </a:lnTo>
                  <a:lnTo>
                    <a:pt x="38" y="4"/>
                  </a:lnTo>
                  <a:lnTo>
                    <a:pt x="38" y="4"/>
                  </a:lnTo>
                  <a:lnTo>
                    <a:pt x="38" y="4"/>
                  </a:lnTo>
                  <a:lnTo>
                    <a:pt x="42" y="4"/>
                  </a:lnTo>
                  <a:lnTo>
                    <a:pt x="46" y="4"/>
                  </a:lnTo>
                  <a:lnTo>
                    <a:pt x="46" y="8"/>
                  </a:lnTo>
                  <a:lnTo>
                    <a:pt x="46" y="8"/>
                  </a:lnTo>
                  <a:lnTo>
                    <a:pt x="46" y="8"/>
                  </a:lnTo>
                  <a:lnTo>
                    <a:pt x="56" y="16"/>
                  </a:lnTo>
                  <a:lnTo>
                    <a:pt x="56" y="20"/>
                  </a:lnTo>
                  <a:lnTo>
                    <a:pt x="56" y="20"/>
                  </a:lnTo>
                  <a:lnTo>
                    <a:pt x="60" y="20"/>
                  </a:lnTo>
                  <a:lnTo>
                    <a:pt x="60" y="20"/>
                  </a:lnTo>
                  <a:lnTo>
                    <a:pt x="64" y="20"/>
                  </a:lnTo>
                  <a:lnTo>
                    <a:pt x="64" y="20"/>
                  </a:lnTo>
                  <a:lnTo>
                    <a:pt x="68" y="20"/>
                  </a:lnTo>
                  <a:lnTo>
                    <a:pt x="68" y="20"/>
                  </a:lnTo>
                  <a:lnTo>
                    <a:pt x="68" y="20"/>
                  </a:lnTo>
                  <a:lnTo>
                    <a:pt x="72" y="20"/>
                  </a:lnTo>
                  <a:lnTo>
                    <a:pt x="72" y="20"/>
                  </a:lnTo>
                  <a:lnTo>
                    <a:pt x="72" y="20"/>
                  </a:lnTo>
                  <a:lnTo>
                    <a:pt x="72" y="20"/>
                  </a:lnTo>
                  <a:lnTo>
                    <a:pt x="72" y="20"/>
                  </a:lnTo>
                  <a:lnTo>
                    <a:pt x="74" y="22"/>
                  </a:lnTo>
                  <a:lnTo>
                    <a:pt x="74" y="22"/>
                  </a:lnTo>
                  <a:lnTo>
                    <a:pt x="74" y="22"/>
                  </a:lnTo>
                  <a:lnTo>
                    <a:pt x="74" y="22"/>
                  </a:lnTo>
                  <a:lnTo>
                    <a:pt x="74" y="20"/>
                  </a:lnTo>
                  <a:lnTo>
                    <a:pt x="74" y="22"/>
                  </a:lnTo>
                  <a:lnTo>
                    <a:pt x="78" y="22"/>
                  </a:lnTo>
                  <a:lnTo>
                    <a:pt x="78" y="22"/>
                  </a:lnTo>
                  <a:lnTo>
                    <a:pt x="78" y="22"/>
                  </a:lnTo>
                  <a:lnTo>
                    <a:pt x="78" y="22"/>
                  </a:lnTo>
                  <a:lnTo>
                    <a:pt x="78" y="22"/>
                  </a:lnTo>
                  <a:lnTo>
                    <a:pt x="78" y="22"/>
                  </a:lnTo>
                  <a:lnTo>
                    <a:pt x="78" y="20"/>
                  </a:lnTo>
                  <a:lnTo>
                    <a:pt x="82" y="20"/>
                  </a:lnTo>
                  <a:lnTo>
                    <a:pt x="82" y="16"/>
                  </a:lnTo>
                  <a:lnTo>
                    <a:pt x="86" y="12"/>
                  </a:lnTo>
                  <a:lnTo>
                    <a:pt x="86" y="12"/>
                  </a:lnTo>
                  <a:lnTo>
                    <a:pt x="90" y="12"/>
                  </a:lnTo>
                  <a:lnTo>
                    <a:pt x="90" y="12"/>
                  </a:lnTo>
                  <a:lnTo>
                    <a:pt x="94" y="8"/>
                  </a:lnTo>
                  <a:lnTo>
                    <a:pt x="98" y="8"/>
                  </a:lnTo>
                  <a:lnTo>
                    <a:pt x="98" y="8"/>
                  </a:lnTo>
                  <a:lnTo>
                    <a:pt x="98" y="8"/>
                  </a:lnTo>
                  <a:lnTo>
                    <a:pt x="100" y="12"/>
                  </a:lnTo>
                  <a:lnTo>
                    <a:pt x="100" y="12"/>
                  </a:lnTo>
                  <a:lnTo>
                    <a:pt x="100" y="12"/>
                  </a:lnTo>
                  <a:lnTo>
                    <a:pt x="100" y="12"/>
                  </a:lnTo>
                  <a:lnTo>
                    <a:pt x="100" y="12"/>
                  </a:lnTo>
                  <a:lnTo>
                    <a:pt x="100" y="12"/>
                  </a:lnTo>
                  <a:lnTo>
                    <a:pt x="100" y="12"/>
                  </a:lnTo>
                  <a:lnTo>
                    <a:pt x="100" y="12"/>
                  </a:lnTo>
                  <a:lnTo>
                    <a:pt x="104" y="12"/>
                  </a:lnTo>
                  <a:lnTo>
                    <a:pt x="104" y="12"/>
                  </a:lnTo>
                  <a:lnTo>
                    <a:pt x="104" y="12"/>
                  </a:lnTo>
                  <a:lnTo>
                    <a:pt x="108" y="12"/>
                  </a:lnTo>
                  <a:lnTo>
                    <a:pt x="108" y="12"/>
                  </a:lnTo>
                  <a:lnTo>
                    <a:pt x="108" y="12"/>
                  </a:lnTo>
                  <a:lnTo>
                    <a:pt x="112" y="12"/>
                  </a:lnTo>
                  <a:lnTo>
                    <a:pt x="112" y="12"/>
                  </a:lnTo>
                  <a:lnTo>
                    <a:pt x="112" y="12"/>
                  </a:lnTo>
                  <a:lnTo>
                    <a:pt x="112" y="12"/>
                  </a:lnTo>
                  <a:lnTo>
                    <a:pt x="112" y="12"/>
                  </a:lnTo>
                  <a:lnTo>
                    <a:pt x="112" y="12"/>
                  </a:lnTo>
                  <a:lnTo>
                    <a:pt x="112" y="16"/>
                  </a:lnTo>
                  <a:lnTo>
                    <a:pt x="104" y="26"/>
                  </a:lnTo>
                  <a:lnTo>
                    <a:pt x="104" y="26"/>
                  </a:lnTo>
                  <a:lnTo>
                    <a:pt x="100" y="34"/>
                  </a:lnTo>
                  <a:lnTo>
                    <a:pt x="100" y="34"/>
                  </a:lnTo>
                  <a:lnTo>
                    <a:pt x="100" y="42"/>
                  </a:lnTo>
                  <a:lnTo>
                    <a:pt x="100" y="56"/>
                  </a:lnTo>
                  <a:lnTo>
                    <a:pt x="100" y="78"/>
                  </a:lnTo>
                  <a:lnTo>
                    <a:pt x="100" y="94"/>
                  </a:lnTo>
                  <a:lnTo>
                    <a:pt x="100" y="98"/>
                  </a:lnTo>
                  <a:lnTo>
                    <a:pt x="104" y="104"/>
                  </a:lnTo>
                  <a:lnTo>
                    <a:pt x="108" y="108"/>
                  </a:lnTo>
                  <a:lnTo>
                    <a:pt x="108" y="108"/>
                  </a:lnTo>
                  <a:lnTo>
                    <a:pt x="108" y="108"/>
                  </a:lnTo>
                  <a:lnTo>
                    <a:pt x="104" y="112"/>
                  </a:lnTo>
                  <a:lnTo>
                    <a:pt x="104" y="112"/>
                  </a:lnTo>
                  <a:lnTo>
                    <a:pt x="104" y="112"/>
                  </a:lnTo>
                  <a:lnTo>
                    <a:pt x="104" y="112"/>
                  </a:lnTo>
                  <a:lnTo>
                    <a:pt x="104" y="112"/>
                  </a:lnTo>
                  <a:lnTo>
                    <a:pt x="104" y="112"/>
                  </a:lnTo>
                  <a:lnTo>
                    <a:pt x="104" y="116"/>
                  </a:lnTo>
                  <a:lnTo>
                    <a:pt x="100" y="116"/>
                  </a:lnTo>
                  <a:lnTo>
                    <a:pt x="100" y="116"/>
                  </a:lnTo>
                  <a:lnTo>
                    <a:pt x="100" y="116"/>
                  </a:lnTo>
                  <a:lnTo>
                    <a:pt x="98" y="116"/>
                  </a:lnTo>
                  <a:lnTo>
                    <a:pt x="98" y="116"/>
                  </a:lnTo>
                  <a:lnTo>
                    <a:pt x="98" y="120"/>
                  </a:lnTo>
                  <a:lnTo>
                    <a:pt x="98" y="120"/>
                  </a:lnTo>
                  <a:lnTo>
                    <a:pt x="100" y="120"/>
                  </a:lnTo>
                  <a:lnTo>
                    <a:pt x="98" y="120"/>
                  </a:lnTo>
                  <a:lnTo>
                    <a:pt x="98" y="120"/>
                  </a:lnTo>
                  <a:lnTo>
                    <a:pt x="98" y="120"/>
                  </a:lnTo>
                  <a:lnTo>
                    <a:pt x="98" y="120"/>
                  </a:lnTo>
                  <a:lnTo>
                    <a:pt x="98" y="120"/>
                  </a:lnTo>
                  <a:lnTo>
                    <a:pt x="98" y="120"/>
                  </a:lnTo>
                  <a:lnTo>
                    <a:pt x="98" y="120"/>
                  </a:lnTo>
                  <a:lnTo>
                    <a:pt x="98" y="120"/>
                  </a:lnTo>
                  <a:lnTo>
                    <a:pt x="98" y="120"/>
                  </a:lnTo>
                  <a:lnTo>
                    <a:pt x="98" y="120"/>
                  </a:lnTo>
                  <a:lnTo>
                    <a:pt x="98" y="120"/>
                  </a:lnTo>
                  <a:lnTo>
                    <a:pt x="94" y="124"/>
                  </a:lnTo>
                  <a:lnTo>
                    <a:pt x="94" y="124"/>
                  </a:lnTo>
                  <a:lnTo>
                    <a:pt x="94" y="124"/>
                  </a:lnTo>
                  <a:lnTo>
                    <a:pt x="94" y="124"/>
                  </a:lnTo>
                  <a:lnTo>
                    <a:pt x="94" y="124"/>
                  </a:lnTo>
                  <a:lnTo>
                    <a:pt x="90" y="124"/>
                  </a:lnTo>
                  <a:lnTo>
                    <a:pt x="90" y="124"/>
                  </a:lnTo>
                  <a:lnTo>
                    <a:pt x="90" y="124"/>
                  </a:lnTo>
                  <a:lnTo>
                    <a:pt x="90" y="124"/>
                  </a:lnTo>
                  <a:lnTo>
                    <a:pt x="90" y="128"/>
                  </a:lnTo>
                  <a:lnTo>
                    <a:pt x="90" y="128"/>
                  </a:lnTo>
                  <a:lnTo>
                    <a:pt x="90" y="128"/>
                  </a:lnTo>
                  <a:lnTo>
                    <a:pt x="86" y="128"/>
                  </a:lnTo>
                  <a:lnTo>
                    <a:pt x="86" y="130"/>
                  </a:lnTo>
                  <a:lnTo>
                    <a:pt x="86" y="130"/>
                  </a:lnTo>
                  <a:lnTo>
                    <a:pt x="86" y="130"/>
                  </a:lnTo>
                  <a:lnTo>
                    <a:pt x="86" y="134"/>
                  </a:lnTo>
                  <a:lnTo>
                    <a:pt x="86" y="134"/>
                  </a:lnTo>
                  <a:lnTo>
                    <a:pt x="86" y="134"/>
                  </a:lnTo>
                  <a:lnTo>
                    <a:pt x="86" y="134"/>
                  </a:lnTo>
                  <a:lnTo>
                    <a:pt x="86" y="138"/>
                  </a:lnTo>
                  <a:lnTo>
                    <a:pt x="86" y="138"/>
                  </a:lnTo>
                  <a:lnTo>
                    <a:pt x="86" y="138"/>
                  </a:lnTo>
                  <a:lnTo>
                    <a:pt x="86" y="138"/>
                  </a:lnTo>
                  <a:lnTo>
                    <a:pt x="86" y="138"/>
                  </a:lnTo>
                  <a:lnTo>
                    <a:pt x="82" y="142"/>
                  </a:lnTo>
                  <a:lnTo>
                    <a:pt x="82" y="142"/>
                  </a:lnTo>
                  <a:lnTo>
                    <a:pt x="82" y="142"/>
                  </a:lnTo>
                  <a:lnTo>
                    <a:pt x="82" y="142"/>
                  </a:lnTo>
                  <a:lnTo>
                    <a:pt x="82" y="144"/>
                  </a:lnTo>
                  <a:lnTo>
                    <a:pt x="82" y="144"/>
                  </a:lnTo>
                  <a:lnTo>
                    <a:pt x="82" y="144"/>
                  </a:lnTo>
                  <a:lnTo>
                    <a:pt x="82" y="144"/>
                  </a:lnTo>
                  <a:lnTo>
                    <a:pt x="82" y="148"/>
                  </a:lnTo>
                  <a:lnTo>
                    <a:pt x="82" y="148"/>
                  </a:lnTo>
                  <a:lnTo>
                    <a:pt x="82" y="148"/>
                  </a:lnTo>
                  <a:lnTo>
                    <a:pt x="78" y="156"/>
                  </a:lnTo>
                  <a:lnTo>
                    <a:pt x="78" y="160"/>
                  </a:lnTo>
                  <a:lnTo>
                    <a:pt x="74" y="160"/>
                  </a:lnTo>
                  <a:lnTo>
                    <a:pt x="74" y="160"/>
                  </a:lnTo>
                  <a:lnTo>
                    <a:pt x="74" y="160"/>
                  </a:lnTo>
                  <a:lnTo>
                    <a:pt x="74" y="160"/>
                  </a:lnTo>
                  <a:lnTo>
                    <a:pt x="74" y="160"/>
                  </a:lnTo>
                  <a:lnTo>
                    <a:pt x="72" y="156"/>
                  </a:lnTo>
                  <a:lnTo>
                    <a:pt x="68" y="152"/>
                  </a:lnTo>
                  <a:lnTo>
                    <a:pt x="68" y="152"/>
                  </a:lnTo>
                  <a:lnTo>
                    <a:pt x="64" y="152"/>
                  </a:lnTo>
                  <a:lnTo>
                    <a:pt x="64" y="148"/>
                  </a:lnTo>
                  <a:lnTo>
                    <a:pt x="56" y="142"/>
                  </a:lnTo>
                  <a:lnTo>
                    <a:pt x="52" y="142"/>
                  </a:lnTo>
                  <a:lnTo>
                    <a:pt x="52" y="142"/>
                  </a:lnTo>
                  <a:lnTo>
                    <a:pt x="52" y="142"/>
                  </a:lnTo>
                  <a:lnTo>
                    <a:pt x="52" y="142"/>
                  </a:lnTo>
                  <a:lnTo>
                    <a:pt x="52" y="142"/>
                  </a:lnTo>
                  <a:lnTo>
                    <a:pt x="52" y="142"/>
                  </a:lnTo>
                  <a:lnTo>
                    <a:pt x="52" y="142"/>
                  </a:lnTo>
                  <a:lnTo>
                    <a:pt x="52" y="138"/>
                  </a:lnTo>
                  <a:lnTo>
                    <a:pt x="52" y="138"/>
                  </a:lnTo>
                  <a:lnTo>
                    <a:pt x="52" y="138"/>
                  </a:lnTo>
                  <a:lnTo>
                    <a:pt x="52" y="138"/>
                  </a:lnTo>
                  <a:lnTo>
                    <a:pt x="52" y="138"/>
                  </a:lnTo>
                  <a:lnTo>
                    <a:pt x="52" y="134"/>
                  </a:lnTo>
                  <a:lnTo>
                    <a:pt x="52" y="134"/>
                  </a:lnTo>
                  <a:lnTo>
                    <a:pt x="52" y="130"/>
                  </a:lnTo>
                  <a:lnTo>
                    <a:pt x="52" y="130"/>
                  </a:lnTo>
                  <a:lnTo>
                    <a:pt x="48" y="130"/>
                  </a:lnTo>
                  <a:lnTo>
                    <a:pt x="48" y="130"/>
                  </a:lnTo>
                  <a:lnTo>
                    <a:pt x="48" y="130"/>
                  </a:lnTo>
                  <a:lnTo>
                    <a:pt x="46" y="128"/>
                  </a:lnTo>
                  <a:lnTo>
                    <a:pt x="46" y="128"/>
                  </a:lnTo>
                  <a:lnTo>
                    <a:pt x="46" y="128"/>
                  </a:lnTo>
                  <a:lnTo>
                    <a:pt x="38" y="124"/>
                  </a:lnTo>
                  <a:lnTo>
                    <a:pt x="34" y="120"/>
                  </a:lnTo>
                  <a:lnTo>
                    <a:pt x="30" y="120"/>
                  </a:lnTo>
                  <a:lnTo>
                    <a:pt x="30" y="116"/>
                  </a:lnTo>
                  <a:lnTo>
                    <a:pt x="26" y="116"/>
                  </a:lnTo>
                  <a:lnTo>
                    <a:pt x="22" y="112"/>
                  </a:lnTo>
                  <a:lnTo>
                    <a:pt x="20" y="108"/>
                  </a:lnTo>
                  <a:lnTo>
                    <a:pt x="12" y="104"/>
                  </a:lnTo>
                  <a:lnTo>
                    <a:pt x="8" y="102"/>
                  </a:lnTo>
                  <a:lnTo>
                    <a:pt x="8" y="102"/>
                  </a:lnTo>
                  <a:lnTo>
                    <a:pt x="0" y="98"/>
                  </a:lnTo>
                  <a:lnTo>
                    <a:pt x="0" y="98"/>
                  </a:lnTo>
                  <a:lnTo>
                    <a:pt x="0" y="98"/>
                  </a:lnTo>
                  <a:lnTo>
                    <a:pt x="0" y="98"/>
                  </a:lnTo>
                  <a:lnTo>
                    <a:pt x="0" y="98"/>
                  </a:lnTo>
                  <a:lnTo>
                    <a:pt x="0" y="98"/>
                  </a:lnTo>
                  <a:close/>
                  <a:moveTo>
                    <a:pt x="100" y="120"/>
                  </a:moveTo>
                  <a:lnTo>
                    <a:pt x="100" y="120"/>
                  </a:lnTo>
                  <a:lnTo>
                    <a:pt x="98" y="116"/>
                  </a:lnTo>
                  <a:lnTo>
                    <a:pt x="98"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16"/>
                  </a:lnTo>
                  <a:lnTo>
                    <a:pt x="100" y="120"/>
                  </a:lnTo>
                  <a:lnTo>
                    <a:pt x="100" y="120"/>
                  </a:lnTo>
                  <a:lnTo>
                    <a:pt x="100" y="1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6" name="Freeform 151"/>
            <p:cNvSpPr>
              <a:spLocks noChangeAspect="1"/>
            </p:cNvSpPr>
            <p:nvPr/>
          </p:nvSpPr>
          <p:spPr bwMode="gray">
            <a:xfrm>
              <a:off x="5467821" y="5385855"/>
              <a:ext cx="55656" cy="62613"/>
            </a:xfrm>
            <a:custGeom>
              <a:avLst/>
              <a:gdLst>
                <a:gd name="T0" fmla="*/ 24 w 32"/>
                <a:gd name="T1" fmla="*/ 26 h 36"/>
                <a:gd name="T2" fmla="*/ 22 w 32"/>
                <a:gd name="T3" fmla="*/ 30 h 36"/>
                <a:gd name="T4" fmla="*/ 22 w 32"/>
                <a:gd name="T5" fmla="*/ 30 h 36"/>
                <a:gd name="T6" fmla="*/ 18 w 32"/>
                <a:gd name="T7" fmla="*/ 30 h 36"/>
                <a:gd name="T8" fmla="*/ 18 w 32"/>
                <a:gd name="T9" fmla="*/ 30 h 36"/>
                <a:gd name="T10" fmla="*/ 14 w 32"/>
                <a:gd name="T11" fmla="*/ 34 h 36"/>
                <a:gd name="T12" fmla="*/ 14 w 32"/>
                <a:gd name="T13" fmla="*/ 36 h 36"/>
                <a:gd name="T14" fmla="*/ 10 w 32"/>
                <a:gd name="T15" fmla="*/ 36 h 36"/>
                <a:gd name="T16" fmla="*/ 10 w 32"/>
                <a:gd name="T17" fmla="*/ 36 h 36"/>
                <a:gd name="T18" fmla="*/ 8 w 32"/>
                <a:gd name="T19" fmla="*/ 36 h 36"/>
                <a:gd name="T20" fmla="*/ 8 w 32"/>
                <a:gd name="T21" fmla="*/ 34 h 36"/>
                <a:gd name="T22" fmla="*/ 4 w 32"/>
                <a:gd name="T23" fmla="*/ 34 h 36"/>
                <a:gd name="T24" fmla="*/ 4 w 32"/>
                <a:gd name="T25" fmla="*/ 30 h 36"/>
                <a:gd name="T26" fmla="*/ 0 w 32"/>
                <a:gd name="T27" fmla="*/ 26 h 36"/>
                <a:gd name="T28" fmla="*/ 0 w 32"/>
                <a:gd name="T29" fmla="*/ 26 h 36"/>
                <a:gd name="T30" fmla="*/ 0 w 32"/>
                <a:gd name="T31" fmla="*/ 22 h 36"/>
                <a:gd name="T32" fmla="*/ 0 w 32"/>
                <a:gd name="T33" fmla="*/ 22 h 36"/>
                <a:gd name="T34" fmla="*/ 0 w 32"/>
                <a:gd name="T35" fmla="*/ 18 h 36"/>
                <a:gd name="T36" fmla="*/ 0 w 32"/>
                <a:gd name="T37" fmla="*/ 18 h 36"/>
                <a:gd name="T38" fmla="*/ 4 w 32"/>
                <a:gd name="T39" fmla="*/ 18 h 36"/>
                <a:gd name="T40" fmla="*/ 4 w 32"/>
                <a:gd name="T41" fmla="*/ 14 h 36"/>
                <a:gd name="T42" fmla="*/ 4 w 32"/>
                <a:gd name="T43" fmla="*/ 14 h 36"/>
                <a:gd name="T44" fmla="*/ 8 w 32"/>
                <a:gd name="T45" fmla="*/ 10 h 36"/>
                <a:gd name="T46" fmla="*/ 8 w 32"/>
                <a:gd name="T47" fmla="*/ 10 h 36"/>
                <a:gd name="T48" fmla="*/ 8 w 32"/>
                <a:gd name="T49" fmla="*/ 6 h 36"/>
                <a:gd name="T50" fmla="*/ 10 w 32"/>
                <a:gd name="T51" fmla="*/ 6 h 36"/>
                <a:gd name="T52" fmla="*/ 14 w 32"/>
                <a:gd name="T53" fmla="*/ 4 h 36"/>
                <a:gd name="T54" fmla="*/ 14 w 32"/>
                <a:gd name="T55" fmla="*/ 4 h 36"/>
                <a:gd name="T56" fmla="*/ 18 w 32"/>
                <a:gd name="T57" fmla="*/ 4 h 36"/>
                <a:gd name="T58" fmla="*/ 18 w 32"/>
                <a:gd name="T59" fmla="*/ 0 h 36"/>
                <a:gd name="T60" fmla="*/ 18 w 32"/>
                <a:gd name="T61" fmla="*/ 0 h 36"/>
                <a:gd name="T62" fmla="*/ 18 w 32"/>
                <a:gd name="T63" fmla="*/ 0 h 36"/>
                <a:gd name="T64" fmla="*/ 22 w 32"/>
                <a:gd name="T65" fmla="*/ 0 h 36"/>
                <a:gd name="T66" fmla="*/ 22 w 32"/>
                <a:gd name="T67" fmla="*/ 4 h 36"/>
                <a:gd name="T68" fmla="*/ 24 w 32"/>
                <a:gd name="T69" fmla="*/ 4 h 36"/>
                <a:gd name="T70" fmla="*/ 24 w 32"/>
                <a:gd name="T71" fmla="*/ 4 h 36"/>
                <a:gd name="T72" fmla="*/ 24 w 32"/>
                <a:gd name="T73" fmla="*/ 6 h 36"/>
                <a:gd name="T74" fmla="*/ 28 w 32"/>
                <a:gd name="T75" fmla="*/ 6 h 36"/>
                <a:gd name="T76" fmla="*/ 28 w 32"/>
                <a:gd name="T77" fmla="*/ 10 h 36"/>
                <a:gd name="T78" fmla="*/ 32 w 32"/>
                <a:gd name="T79" fmla="*/ 14 h 36"/>
                <a:gd name="T80" fmla="*/ 32 w 32"/>
                <a:gd name="T81" fmla="*/ 14 h 36"/>
                <a:gd name="T82" fmla="*/ 28 w 32"/>
                <a:gd name="T83" fmla="*/ 14 h 36"/>
                <a:gd name="T84" fmla="*/ 28 w 32"/>
                <a:gd name="T85" fmla="*/ 18 h 36"/>
                <a:gd name="T86" fmla="*/ 28 w 32"/>
                <a:gd name="T87" fmla="*/ 18 h 36"/>
                <a:gd name="T88" fmla="*/ 28 w 32"/>
                <a:gd name="T89" fmla="*/ 18 h 36"/>
                <a:gd name="T90" fmla="*/ 28 w 32"/>
                <a:gd name="T91" fmla="*/ 22 h 36"/>
                <a:gd name="T92" fmla="*/ 28 w 32"/>
                <a:gd name="T93" fmla="*/ 22 h 36"/>
                <a:gd name="T94" fmla="*/ 28 w 32"/>
                <a:gd name="T95" fmla="*/ 22 h 36"/>
                <a:gd name="T96" fmla="*/ 28 w 32"/>
                <a:gd name="T97" fmla="*/ 22 h 36"/>
                <a:gd name="T98" fmla="*/ 24 w 32"/>
                <a:gd name="T99" fmla="*/ 26 h 36"/>
                <a:gd name="T100" fmla="*/ 24 w 32"/>
                <a:gd name="T101" fmla="*/ 26 h 36"/>
                <a:gd name="T102" fmla="*/ 24 w 32"/>
                <a:gd name="T103" fmla="*/ 26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2" h="36">
                  <a:moveTo>
                    <a:pt x="24" y="26"/>
                  </a:moveTo>
                  <a:lnTo>
                    <a:pt x="24" y="26"/>
                  </a:lnTo>
                  <a:lnTo>
                    <a:pt x="24" y="26"/>
                  </a:lnTo>
                  <a:lnTo>
                    <a:pt x="22" y="30"/>
                  </a:lnTo>
                  <a:lnTo>
                    <a:pt x="22" y="30"/>
                  </a:lnTo>
                  <a:lnTo>
                    <a:pt x="22" y="30"/>
                  </a:lnTo>
                  <a:lnTo>
                    <a:pt x="18" y="30"/>
                  </a:lnTo>
                  <a:lnTo>
                    <a:pt x="18" y="30"/>
                  </a:lnTo>
                  <a:lnTo>
                    <a:pt x="18" y="30"/>
                  </a:lnTo>
                  <a:lnTo>
                    <a:pt x="18" y="30"/>
                  </a:lnTo>
                  <a:lnTo>
                    <a:pt x="14" y="30"/>
                  </a:lnTo>
                  <a:lnTo>
                    <a:pt x="14" y="34"/>
                  </a:lnTo>
                  <a:lnTo>
                    <a:pt x="14" y="36"/>
                  </a:lnTo>
                  <a:lnTo>
                    <a:pt x="14" y="36"/>
                  </a:lnTo>
                  <a:lnTo>
                    <a:pt x="14" y="36"/>
                  </a:lnTo>
                  <a:lnTo>
                    <a:pt x="10" y="36"/>
                  </a:lnTo>
                  <a:lnTo>
                    <a:pt x="10" y="36"/>
                  </a:lnTo>
                  <a:lnTo>
                    <a:pt x="10" y="36"/>
                  </a:lnTo>
                  <a:lnTo>
                    <a:pt x="8" y="36"/>
                  </a:lnTo>
                  <a:lnTo>
                    <a:pt x="8" y="36"/>
                  </a:lnTo>
                  <a:lnTo>
                    <a:pt x="8" y="34"/>
                  </a:lnTo>
                  <a:lnTo>
                    <a:pt x="8" y="34"/>
                  </a:lnTo>
                  <a:lnTo>
                    <a:pt x="4" y="34"/>
                  </a:lnTo>
                  <a:lnTo>
                    <a:pt x="4" y="34"/>
                  </a:lnTo>
                  <a:lnTo>
                    <a:pt x="4" y="34"/>
                  </a:lnTo>
                  <a:lnTo>
                    <a:pt x="4" y="30"/>
                  </a:lnTo>
                  <a:lnTo>
                    <a:pt x="4" y="26"/>
                  </a:lnTo>
                  <a:lnTo>
                    <a:pt x="0" y="26"/>
                  </a:lnTo>
                  <a:lnTo>
                    <a:pt x="0" y="26"/>
                  </a:lnTo>
                  <a:lnTo>
                    <a:pt x="0" y="26"/>
                  </a:lnTo>
                  <a:lnTo>
                    <a:pt x="0" y="22"/>
                  </a:lnTo>
                  <a:lnTo>
                    <a:pt x="0" y="22"/>
                  </a:lnTo>
                  <a:lnTo>
                    <a:pt x="0" y="22"/>
                  </a:lnTo>
                  <a:lnTo>
                    <a:pt x="0" y="22"/>
                  </a:lnTo>
                  <a:lnTo>
                    <a:pt x="0" y="18"/>
                  </a:lnTo>
                  <a:lnTo>
                    <a:pt x="0" y="18"/>
                  </a:lnTo>
                  <a:lnTo>
                    <a:pt x="0" y="18"/>
                  </a:lnTo>
                  <a:lnTo>
                    <a:pt x="0" y="18"/>
                  </a:lnTo>
                  <a:lnTo>
                    <a:pt x="4" y="18"/>
                  </a:lnTo>
                  <a:lnTo>
                    <a:pt x="4" y="18"/>
                  </a:lnTo>
                  <a:lnTo>
                    <a:pt x="4" y="18"/>
                  </a:lnTo>
                  <a:lnTo>
                    <a:pt x="4" y="14"/>
                  </a:lnTo>
                  <a:lnTo>
                    <a:pt x="4" y="14"/>
                  </a:lnTo>
                  <a:lnTo>
                    <a:pt x="4" y="14"/>
                  </a:lnTo>
                  <a:lnTo>
                    <a:pt x="8" y="10"/>
                  </a:lnTo>
                  <a:lnTo>
                    <a:pt x="8" y="10"/>
                  </a:lnTo>
                  <a:lnTo>
                    <a:pt x="8" y="10"/>
                  </a:lnTo>
                  <a:lnTo>
                    <a:pt x="8" y="10"/>
                  </a:lnTo>
                  <a:lnTo>
                    <a:pt x="8" y="6"/>
                  </a:lnTo>
                  <a:lnTo>
                    <a:pt x="8" y="6"/>
                  </a:lnTo>
                  <a:lnTo>
                    <a:pt x="10" y="6"/>
                  </a:lnTo>
                  <a:lnTo>
                    <a:pt x="10" y="6"/>
                  </a:lnTo>
                  <a:lnTo>
                    <a:pt x="14" y="4"/>
                  </a:lnTo>
                  <a:lnTo>
                    <a:pt x="14" y="4"/>
                  </a:lnTo>
                  <a:lnTo>
                    <a:pt x="14" y="4"/>
                  </a:lnTo>
                  <a:lnTo>
                    <a:pt x="14" y="4"/>
                  </a:lnTo>
                  <a:lnTo>
                    <a:pt x="14" y="4"/>
                  </a:lnTo>
                  <a:lnTo>
                    <a:pt x="18" y="4"/>
                  </a:lnTo>
                  <a:lnTo>
                    <a:pt x="18" y="4"/>
                  </a:lnTo>
                  <a:lnTo>
                    <a:pt x="18" y="0"/>
                  </a:lnTo>
                  <a:lnTo>
                    <a:pt x="18" y="0"/>
                  </a:lnTo>
                  <a:lnTo>
                    <a:pt x="18" y="0"/>
                  </a:lnTo>
                  <a:lnTo>
                    <a:pt x="18" y="0"/>
                  </a:lnTo>
                  <a:lnTo>
                    <a:pt x="18" y="0"/>
                  </a:lnTo>
                  <a:lnTo>
                    <a:pt x="22" y="0"/>
                  </a:lnTo>
                  <a:lnTo>
                    <a:pt x="22" y="0"/>
                  </a:lnTo>
                  <a:lnTo>
                    <a:pt x="22" y="0"/>
                  </a:lnTo>
                  <a:lnTo>
                    <a:pt x="22" y="4"/>
                  </a:lnTo>
                  <a:lnTo>
                    <a:pt x="22" y="4"/>
                  </a:lnTo>
                  <a:lnTo>
                    <a:pt x="24" y="4"/>
                  </a:lnTo>
                  <a:lnTo>
                    <a:pt x="24" y="4"/>
                  </a:lnTo>
                  <a:lnTo>
                    <a:pt x="24" y="4"/>
                  </a:lnTo>
                  <a:lnTo>
                    <a:pt x="24" y="4"/>
                  </a:lnTo>
                  <a:lnTo>
                    <a:pt x="24" y="6"/>
                  </a:lnTo>
                  <a:lnTo>
                    <a:pt x="24" y="6"/>
                  </a:lnTo>
                  <a:lnTo>
                    <a:pt x="28" y="6"/>
                  </a:lnTo>
                  <a:lnTo>
                    <a:pt x="28" y="10"/>
                  </a:lnTo>
                  <a:lnTo>
                    <a:pt x="28" y="10"/>
                  </a:lnTo>
                  <a:lnTo>
                    <a:pt x="32" y="14"/>
                  </a:lnTo>
                  <a:lnTo>
                    <a:pt x="32" y="14"/>
                  </a:lnTo>
                  <a:lnTo>
                    <a:pt x="32" y="14"/>
                  </a:lnTo>
                  <a:lnTo>
                    <a:pt x="32" y="14"/>
                  </a:lnTo>
                  <a:lnTo>
                    <a:pt x="28" y="14"/>
                  </a:lnTo>
                  <a:lnTo>
                    <a:pt x="28" y="14"/>
                  </a:lnTo>
                  <a:lnTo>
                    <a:pt x="28" y="18"/>
                  </a:lnTo>
                  <a:lnTo>
                    <a:pt x="28" y="18"/>
                  </a:lnTo>
                  <a:lnTo>
                    <a:pt x="28" y="18"/>
                  </a:lnTo>
                  <a:lnTo>
                    <a:pt x="28" y="18"/>
                  </a:lnTo>
                  <a:lnTo>
                    <a:pt x="28" y="18"/>
                  </a:lnTo>
                  <a:lnTo>
                    <a:pt x="28" y="18"/>
                  </a:lnTo>
                  <a:lnTo>
                    <a:pt x="28" y="18"/>
                  </a:lnTo>
                  <a:lnTo>
                    <a:pt x="28" y="22"/>
                  </a:lnTo>
                  <a:lnTo>
                    <a:pt x="28" y="22"/>
                  </a:lnTo>
                  <a:lnTo>
                    <a:pt x="28" y="22"/>
                  </a:lnTo>
                  <a:lnTo>
                    <a:pt x="28" y="22"/>
                  </a:lnTo>
                  <a:lnTo>
                    <a:pt x="28" y="22"/>
                  </a:lnTo>
                  <a:lnTo>
                    <a:pt x="28" y="22"/>
                  </a:lnTo>
                  <a:lnTo>
                    <a:pt x="28" y="22"/>
                  </a:lnTo>
                  <a:lnTo>
                    <a:pt x="28" y="26"/>
                  </a:lnTo>
                  <a:lnTo>
                    <a:pt x="24" y="26"/>
                  </a:lnTo>
                  <a:lnTo>
                    <a:pt x="24" y="26"/>
                  </a:lnTo>
                  <a:lnTo>
                    <a:pt x="24" y="26"/>
                  </a:lnTo>
                  <a:lnTo>
                    <a:pt x="24" y="26"/>
                  </a:lnTo>
                  <a:lnTo>
                    <a:pt x="24"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7" name="Freeform 152"/>
            <p:cNvSpPr>
              <a:spLocks noChangeAspect="1"/>
            </p:cNvSpPr>
            <p:nvPr/>
          </p:nvSpPr>
          <p:spPr bwMode="gray">
            <a:xfrm>
              <a:off x="4514706" y="4265772"/>
              <a:ext cx="104356" cy="128705"/>
            </a:xfrm>
            <a:custGeom>
              <a:avLst/>
              <a:gdLst>
                <a:gd name="T0" fmla="*/ 4 w 60"/>
                <a:gd name="T1" fmla="*/ 26 h 74"/>
                <a:gd name="T2" fmla="*/ 4 w 60"/>
                <a:gd name="T3" fmla="*/ 22 h 74"/>
                <a:gd name="T4" fmla="*/ 6 w 60"/>
                <a:gd name="T5" fmla="*/ 22 h 74"/>
                <a:gd name="T6" fmla="*/ 10 w 60"/>
                <a:gd name="T7" fmla="*/ 18 h 74"/>
                <a:gd name="T8" fmla="*/ 10 w 60"/>
                <a:gd name="T9" fmla="*/ 18 h 74"/>
                <a:gd name="T10" fmla="*/ 10 w 60"/>
                <a:gd name="T11" fmla="*/ 14 h 74"/>
                <a:gd name="T12" fmla="*/ 14 w 60"/>
                <a:gd name="T13" fmla="*/ 10 h 74"/>
                <a:gd name="T14" fmla="*/ 14 w 60"/>
                <a:gd name="T15" fmla="*/ 6 h 74"/>
                <a:gd name="T16" fmla="*/ 18 w 60"/>
                <a:gd name="T17" fmla="*/ 2 h 74"/>
                <a:gd name="T18" fmla="*/ 22 w 60"/>
                <a:gd name="T19" fmla="*/ 2 h 74"/>
                <a:gd name="T20" fmla="*/ 26 w 60"/>
                <a:gd name="T21" fmla="*/ 0 h 74"/>
                <a:gd name="T22" fmla="*/ 30 w 60"/>
                <a:gd name="T23" fmla="*/ 6 h 74"/>
                <a:gd name="T24" fmla="*/ 30 w 60"/>
                <a:gd name="T25" fmla="*/ 10 h 74"/>
                <a:gd name="T26" fmla="*/ 30 w 60"/>
                <a:gd name="T27" fmla="*/ 14 h 74"/>
                <a:gd name="T28" fmla="*/ 30 w 60"/>
                <a:gd name="T29" fmla="*/ 18 h 74"/>
                <a:gd name="T30" fmla="*/ 30 w 60"/>
                <a:gd name="T31" fmla="*/ 22 h 74"/>
                <a:gd name="T32" fmla="*/ 34 w 60"/>
                <a:gd name="T33" fmla="*/ 22 h 74"/>
                <a:gd name="T34" fmla="*/ 34 w 60"/>
                <a:gd name="T35" fmla="*/ 22 h 74"/>
                <a:gd name="T36" fmla="*/ 36 w 60"/>
                <a:gd name="T37" fmla="*/ 22 h 74"/>
                <a:gd name="T38" fmla="*/ 40 w 60"/>
                <a:gd name="T39" fmla="*/ 18 h 74"/>
                <a:gd name="T40" fmla="*/ 40 w 60"/>
                <a:gd name="T41" fmla="*/ 14 h 74"/>
                <a:gd name="T42" fmla="*/ 44 w 60"/>
                <a:gd name="T43" fmla="*/ 14 h 74"/>
                <a:gd name="T44" fmla="*/ 44 w 60"/>
                <a:gd name="T45" fmla="*/ 18 h 74"/>
                <a:gd name="T46" fmla="*/ 44 w 60"/>
                <a:gd name="T47" fmla="*/ 22 h 74"/>
                <a:gd name="T48" fmla="*/ 48 w 60"/>
                <a:gd name="T49" fmla="*/ 26 h 74"/>
                <a:gd name="T50" fmla="*/ 44 w 60"/>
                <a:gd name="T51" fmla="*/ 28 h 74"/>
                <a:gd name="T52" fmla="*/ 44 w 60"/>
                <a:gd name="T53" fmla="*/ 32 h 74"/>
                <a:gd name="T54" fmla="*/ 44 w 60"/>
                <a:gd name="T55" fmla="*/ 32 h 74"/>
                <a:gd name="T56" fmla="*/ 40 w 60"/>
                <a:gd name="T57" fmla="*/ 36 h 74"/>
                <a:gd name="T58" fmla="*/ 44 w 60"/>
                <a:gd name="T59" fmla="*/ 36 h 74"/>
                <a:gd name="T60" fmla="*/ 48 w 60"/>
                <a:gd name="T61" fmla="*/ 40 h 74"/>
                <a:gd name="T62" fmla="*/ 52 w 60"/>
                <a:gd name="T63" fmla="*/ 40 h 74"/>
                <a:gd name="T64" fmla="*/ 52 w 60"/>
                <a:gd name="T65" fmla="*/ 44 h 74"/>
                <a:gd name="T66" fmla="*/ 56 w 60"/>
                <a:gd name="T67" fmla="*/ 48 h 74"/>
                <a:gd name="T68" fmla="*/ 60 w 60"/>
                <a:gd name="T69" fmla="*/ 48 h 74"/>
                <a:gd name="T70" fmla="*/ 60 w 60"/>
                <a:gd name="T71" fmla="*/ 52 h 74"/>
                <a:gd name="T72" fmla="*/ 60 w 60"/>
                <a:gd name="T73" fmla="*/ 52 h 74"/>
                <a:gd name="T74" fmla="*/ 60 w 60"/>
                <a:gd name="T75" fmla="*/ 54 h 74"/>
                <a:gd name="T76" fmla="*/ 56 w 60"/>
                <a:gd name="T77" fmla="*/ 62 h 74"/>
                <a:gd name="T78" fmla="*/ 56 w 60"/>
                <a:gd name="T79" fmla="*/ 66 h 74"/>
                <a:gd name="T80" fmla="*/ 56 w 60"/>
                <a:gd name="T81" fmla="*/ 74 h 74"/>
                <a:gd name="T82" fmla="*/ 52 w 60"/>
                <a:gd name="T83" fmla="*/ 70 h 74"/>
                <a:gd name="T84" fmla="*/ 52 w 60"/>
                <a:gd name="T85" fmla="*/ 70 h 74"/>
                <a:gd name="T86" fmla="*/ 44 w 60"/>
                <a:gd name="T87" fmla="*/ 66 h 74"/>
                <a:gd name="T88" fmla="*/ 40 w 60"/>
                <a:gd name="T89" fmla="*/ 62 h 74"/>
                <a:gd name="T90" fmla="*/ 36 w 60"/>
                <a:gd name="T91" fmla="*/ 62 h 74"/>
                <a:gd name="T92" fmla="*/ 34 w 60"/>
                <a:gd name="T93" fmla="*/ 58 h 74"/>
                <a:gd name="T94" fmla="*/ 30 w 60"/>
                <a:gd name="T95" fmla="*/ 54 h 74"/>
                <a:gd name="T96" fmla="*/ 26 w 60"/>
                <a:gd name="T97" fmla="*/ 52 h 74"/>
                <a:gd name="T98" fmla="*/ 18 w 60"/>
                <a:gd name="T99" fmla="*/ 44 h 74"/>
                <a:gd name="T100" fmla="*/ 18 w 60"/>
                <a:gd name="T101" fmla="*/ 40 h 74"/>
                <a:gd name="T102" fmla="*/ 14 w 60"/>
                <a:gd name="T103" fmla="*/ 40 h 74"/>
                <a:gd name="T104" fmla="*/ 10 w 60"/>
                <a:gd name="T105" fmla="*/ 40 h 74"/>
                <a:gd name="T106" fmla="*/ 10 w 60"/>
                <a:gd name="T107" fmla="*/ 36 h 74"/>
                <a:gd name="T108" fmla="*/ 10 w 60"/>
                <a:gd name="T109" fmla="*/ 36 h 74"/>
                <a:gd name="T110" fmla="*/ 4 w 60"/>
                <a:gd name="T111" fmla="*/ 32 h 74"/>
                <a:gd name="T112" fmla="*/ 4 w 60"/>
                <a:gd name="T113" fmla="*/ 28 h 74"/>
                <a:gd name="T114" fmla="*/ 0 w 60"/>
                <a:gd name="T115" fmla="*/ 2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0" h="74">
                  <a:moveTo>
                    <a:pt x="0" y="28"/>
                  </a:moveTo>
                  <a:lnTo>
                    <a:pt x="0" y="28"/>
                  </a:lnTo>
                  <a:lnTo>
                    <a:pt x="4" y="28"/>
                  </a:lnTo>
                  <a:lnTo>
                    <a:pt x="4" y="26"/>
                  </a:lnTo>
                  <a:lnTo>
                    <a:pt x="4" y="26"/>
                  </a:lnTo>
                  <a:lnTo>
                    <a:pt x="4" y="26"/>
                  </a:lnTo>
                  <a:lnTo>
                    <a:pt x="4" y="26"/>
                  </a:lnTo>
                  <a:lnTo>
                    <a:pt x="4" y="22"/>
                  </a:lnTo>
                  <a:lnTo>
                    <a:pt x="4" y="22"/>
                  </a:lnTo>
                  <a:lnTo>
                    <a:pt x="4" y="22"/>
                  </a:lnTo>
                  <a:lnTo>
                    <a:pt x="6" y="22"/>
                  </a:lnTo>
                  <a:lnTo>
                    <a:pt x="6" y="22"/>
                  </a:lnTo>
                  <a:lnTo>
                    <a:pt x="6" y="22"/>
                  </a:lnTo>
                  <a:lnTo>
                    <a:pt x="6" y="22"/>
                  </a:lnTo>
                  <a:lnTo>
                    <a:pt x="6" y="22"/>
                  </a:lnTo>
                  <a:lnTo>
                    <a:pt x="10" y="18"/>
                  </a:lnTo>
                  <a:lnTo>
                    <a:pt x="10" y="18"/>
                  </a:lnTo>
                  <a:lnTo>
                    <a:pt x="10" y="18"/>
                  </a:lnTo>
                  <a:lnTo>
                    <a:pt x="10" y="18"/>
                  </a:lnTo>
                  <a:lnTo>
                    <a:pt x="10" y="18"/>
                  </a:lnTo>
                  <a:lnTo>
                    <a:pt x="10" y="14"/>
                  </a:lnTo>
                  <a:lnTo>
                    <a:pt x="10" y="14"/>
                  </a:lnTo>
                  <a:lnTo>
                    <a:pt x="10" y="14"/>
                  </a:lnTo>
                  <a:lnTo>
                    <a:pt x="10" y="14"/>
                  </a:lnTo>
                  <a:lnTo>
                    <a:pt x="14" y="14"/>
                  </a:lnTo>
                  <a:lnTo>
                    <a:pt x="14" y="14"/>
                  </a:lnTo>
                  <a:lnTo>
                    <a:pt x="14" y="10"/>
                  </a:lnTo>
                  <a:lnTo>
                    <a:pt x="14" y="10"/>
                  </a:lnTo>
                  <a:lnTo>
                    <a:pt x="14" y="6"/>
                  </a:lnTo>
                  <a:lnTo>
                    <a:pt x="14" y="6"/>
                  </a:lnTo>
                  <a:lnTo>
                    <a:pt x="14" y="6"/>
                  </a:lnTo>
                  <a:lnTo>
                    <a:pt x="14" y="6"/>
                  </a:lnTo>
                  <a:lnTo>
                    <a:pt x="18" y="6"/>
                  </a:lnTo>
                  <a:lnTo>
                    <a:pt x="18" y="6"/>
                  </a:lnTo>
                  <a:lnTo>
                    <a:pt x="18" y="6"/>
                  </a:lnTo>
                  <a:lnTo>
                    <a:pt x="18" y="2"/>
                  </a:lnTo>
                  <a:lnTo>
                    <a:pt x="18" y="2"/>
                  </a:lnTo>
                  <a:lnTo>
                    <a:pt x="18" y="2"/>
                  </a:lnTo>
                  <a:lnTo>
                    <a:pt x="18" y="0"/>
                  </a:lnTo>
                  <a:lnTo>
                    <a:pt x="22" y="2"/>
                  </a:lnTo>
                  <a:lnTo>
                    <a:pt x="22" y="0"/>
                  </a:lnTo>
                  <a:lnTo>
                    <a:pt x="26" y="0"/>
                  </a:lnTo>
                  <a:lnTo>
                    <a:pt x="26" y="2"/>
                  </a:lnTo>
                  <a:lnTo>
                    <a:pt x="26" y="0"/>
                  </a:lnTo>
                  <a:lnTo>
                    <a:pt x="26" y="2"/>
                  </a:lnTo>
                  <a:lnTo>
                    <a:pt x="26" y="2"/>
                  </a:lnTo>
                  <a:lnTo>
                    <a:pt x="30" y="2"/>
                  </a:lnTo>
                  <a:lnTo>
                    <a:pt x="30" y="6"/>
                  </a:lnTo>
                  <a:lnTo>
                    <a:pt x="30" y="10"/>
                  </a:lnTo>
                  <a:lnTo>
                    <a:pt x="30" y="10"/>
                  </a:lnTo>
                  <a:lnTo>
                    <a:pt x="30" y="10"/>
                  </a:lnTo>
                  <a:lnTo>
                    <a:pt x="30" y="10"/>
                  </a:lnTo>
                  <a:lnTo>
                    <a:pt x="30" y="14"/>
                  </a:lnTo>
                  <a:lnTo>
                    <a:pt x="30" y="14"/>
                  </a:lnTo>
                  <a:lnTo>
                    <a:pt x="34" y="14"/>
                  </a:lnTo>
                  <a:lnTo>
                    <a:pt x="30" y="14"/>
                  </a:lnTo>
                  <a:lnTo>
                    <a:pt x="30" y="14"/>
                  </a:lnTo>
                  <a:lnTo>
                    <a:pt x="30" y="14"/>
                  </a:lnTo>
                  <a:lnTo>
                    <a:pt x="30" y="18"/>
                  </a:lnTo>
                  <a:lnTo>
                    <a:pt x="30" y="18"/>
                  </a:lnTo>
                  <a:lnTo>
                    <a:pt x="30" y="18"/>
                  </a:lnTo>
                  <a:lnTo>
                    <a:pt x="30" y="18"/>
                  </a:lnTo>
                  <a:lnTo>
                    <a:pt x="30" y="22"/>
                  </a:lnTo>
                  <a:lnTo>
                    <a:pt x="30" y="22"/>
                  </a:lnTo>
                  <a:lnTo>
                    <a:pt x="30" y="22"/>
                  </a:lnTo>
                  <a:lnTo>
                    <a:pt x="30" y="18"/>
                  </a:lnTo>
                  <a:lnTo>
                    <a:pt x="34" y="18"/>
                  </a:lnTo>
                  <a:lnTo>
                    <a:pt x="34" y="22"/>
                  </a:lnTo>
                  <a:lnTo>
                    <a:pt x="34" y="22"/>
                  </a:lnTo>
                  <a:lnTo>
                    <a:pt x="34" y="22"/>
                  </a:lnTo>
                  <a:lnTo>
                    <a:pt x="34" y="26"/>
                  </a:lnTo>
                  <a:lnTo>
                    <a:pt x="34" y="22"/>
                  </a:lnTo>
                  <a:lnTo>
                    <a:pt x="36" y="22"/>
                  </a:lnTo>
                  <a:lnTo>
                    <a:pt x="36" y="22"/>
                  </a:lnTo>
                  <a:lnTo>
                    <a:pt x="36" y="22"/>
                  </a:lnTo>
                  <a:lnTo>
                    <a:pt x="36" y="22"/>
                  </a:lnTo>
                  <a:lnTo>
                    <a:pt x="36" y="22"/>
                  </a:lnTo>
                  <a:lnTo>
                    <a:pt x="40" y="22"/>
                  </a:lnTo>
                  <a:lnTo>
                    <a:pt x="40" y="18"/>
                  </a:lnTo>
                  <a:lnTo>
                    <a:pt x="40" y="18"/>
                  </a:lnTo>
                  <a:lnTo>
                    <a:pt x="40" y="18"/>
                  </a:lnTo>
                  <a:lnTo>
                    <a:pt x="40" y="18"/>
                  </a:lnTo>
                  <a:lnTo>
                    <a:pt x="40" y="14"/>
                  </a:lnTo>
                  <a:lnTo>
                    <a:pt x="40" y="14"/>
                  </a:lnTo>
                  <a:lnTo>
                    <a:pt x="40" y="14"/>
                  </a:lnTo>
                  <a:lnTo>
                    <a:pt x="40" y="14"/>
                  </a:lnTo>
                  <a:lnTo>
                    <a:pt x="44" y="14"/>
                  </a:lnTo>
                  <a:lnTo>
                    <a:pt x="44" y="14"/>
                  </a:lnTo>
                  <a:lnTo>
                    <a:pt x="44" y="18"/>
                  </a:lnTo>
                  <a:lnTo>
                    <a:pt x="44" y="18"/>
                  </a:lnTo>
                  <a:lnTo>
                    <a:pt x="44" y="18"/>
                  </a:lnTo>
                  <a:lnTo>
                    <a:pt x="44" y="18"/>
                  </a:lnTo>
                  <a:lnTo>
                    <a:pt x="44" y="18"/>
                  </a:lnTo>
                  <a:lnTo>
                    <a:pt x="44" y="18"/>
                  </a:lnTo>
                  <a:lnTo>
                    <a:pt x="44" y="18"/>
                  </a:lnTo>
                  <a:lnTo>
                    <a:pt x="44" y="22"/>
                  </a:lnTo>
                  <a:lnTo>
                    <a:pt x="44" y="22"/>
                  </a:lnTo>
                  <a:lnTo>
                    <a:pt x="44" y="22"/>
                  </a:lnTo>
                  <a:lnTo>
                    <a:pt x="44" y="22"/>
                  </a:lnTo>
                  <a:lnTo>
                    <a:pt x="48" y="26"/>
                  </a:lnTo>
                  <a:lnTo>
                    <a:pt x="48" y="26"/>
                  </a:lnTo>
                  <a:lnTo>
                    <a:pt x="44" y="28"/>
                  </a:lnTo>
                  <a:lnTo>
                    <a:pt x="44" y="28"/>
                  </a:lnTo>
                  <a:lnTo>
                    <a:pt x="44" y="28"/>
                  </a:lnTo>
                  <a:lnTo>
                    <a:pt x="44" y="32"/>
                  </a:lnTo>
                  <a:lnTo>
                    <a:pt x="44" y="32"/>
                  </a:lnTo>
                  <a:lnTo>
                    <a:pt x="44" y="32"/>
                  </a:lnTo>
                  <a:lnTo>
                    <a:pt x="44" y="32"/>
                  </a:lnTo>
                  <a:lnTo>
                    <a:pt x="44" y="32"/>
                  </a:lnTo>
                  <a:lnTo>
                    <a:pt x="44" y="32"/>
                  </a:lnTo>
                  <a:lnTo>
                    <a:pt x="44" y="32"/>
                  </a:lnTo>
                  <a:lnTo>
                    <a:pt x="44" y="32"/>
                  </a:lnTo>
                  <a:lnTo>
                    <a:pt x="44" y="32"/>
                  </a:lnTo>
                  <a:lnTo>
                    <a:pt x="44" y="32"/>
                  </a:lnTo>
                  <a:lnTo>
                    <a:pt x="40" y="32"/>
                  </a:lnTo>
                  <a:lnTo>
                    <a:pt x="40" y="36"/>
                  </a:lnTo>
                  <a:lnTo>
                    <a:pt x="40" y="36"/>
                  </a:lnTo>
                  <a:lnTo>
                    <a:pt x="40" y="36"/>
                  </a:lnTo>
                  <a:lnTo>
                    <a:pt x="44" y="36"/>
                  </a:lnTo>
                  <a:lnTo>
                    <a:pt x="44" y="36"/>
                  </a:lnTo>
                  <a:lnTo>
                    <a:pt x="44" y="36"/>
                  </a:lnTo>
                  <a:lnTo>
                    <a:pt x="48" y="40"/>
                  </a:lnTo>
                  <a:lnTo>
                    <a:pt x="48" y="40"/>
                  </a:lnTo>
                  <a:lnTo>
                    <a:pt x="48" y="40"/>
                  </a:lnTo>
                  <a:lnTo>
                    <a:pt x="48" y="40"/>
                  </a:lnTo>
                  <a:lnTo>
                    <a:pt x="52" y="40"/>
                  </a:lnTo>
                  <a:lnTo>
                    <a:pt x="52" y="40"/>
                  </a:lnTo>
                  <a:lnTo>
                    <a:pt x="52" y="40"/>
                  </a:lnTo>
                  <a:lnTo>
                    <a:pt x="52" y="40"/>
                  </a:lnTo>
                  <a:lnTo>
                    <a:pt x="52" y="44"/>
                  </a:lnTo>
                  <a:lnTo>
                    <a:pt x="52" y="44"/>
                  </a:lnTo>
                  <a:lnTo>
                    <a:pt x="52" y="44"/>
                  </a:lnTo>
                  <a:lnTo>
                    <a:pt x="56" y="44"/>
                  </a:lnTo>
                  <a:lnTo>
                    <a:pt x="56" y="44"/>
                  </a:lnTo>
                  <a:lnTo>
                    <a:pt x="56" y="44"/>
                  </a:lnTo>
                  <a:lnTo>
                    <a:pt x="56" y="48"/>
                  </a:lnTo>
                  <a:lnTo>
                    <a:pt x="60" y="48"/>
                  </a:lnTo>
                  <a:lnTo>
                    <a:pt x="60" y="48"/>
                  </a:lnTo>
                  <a:lnTo>
                    <a:pt x="60" y="48"/>
                  </a:lnTo>
                  <a:lnTo>
                    <a:pt x="60" y="48"/>
                  </a:lnTo>
                  <a:lnTo>
                    <a:pt x="60" y="48"/>
                  </a:lnTo>
                  <a:lnTo>
                    <a:pt x="60" y="48"/>
                  </a:lnTo>
                  <a:lnTo>
                    <a:pt x="60" y="48"/>
                  </a:lnTo>
                  <a:lnTo>
                    <a:pt x="60" y="52"/>
                  </a:lnTo>
                  <a:lnTo>
                    <a:pt x="60" y="52"/>
                  </a:lnTo>
                  <a:lnTo>
                    <a:pt x="60" y="52"/>
                  </a:lnTo>
                  <a:lnTo>
                    <a:pt x="60" y="52"/>
                  </a:lnTo>
                  <a:lnTo>
                    <a:pt x="60" y="52"/>
                  </a:lnTo>
                  <a:lnTo>
                    <a:pt x="60" y="54"/>
                  </a:lnTo>
                  <a:lnTo>
                    <a:pt x="60" y="54"/>
                  </a:lnTo>
                  <a:lnTo>
                    <a:pt x="60" y="54"/>
                  </a:lnTo>
                  <a:lnTo>
                    <a:pt x="60" y="54"/>
                  </a:lnTo>
                  <a:lnTo>
                    <a:pt x="60" y="58"/>
                  </a:lnTo>
                  <a:lnTo>
                    <a:pt x="56" y="58"/>
                  </a:lnTo>
                  <a:lnTo>
                    <a:pt x="56" y="62"/>
                  </a:lnTo>
                  <a:lnTo>
                    <a:pt x="56" y="62"/>
                  </a:lnTo>
                  <a:lnTo>
                    <a:pt x="56" y="62"/>
                  </a:lnTo>
                  <a:lnTo>
                    <a:pt x="56" y="66"/>
                  </a:lnTo>
                  <a:lnTo>
                    <a:pt x="56" y="66"/>
                  </a:lnTo>
                  <a:lnTo>
                    <a:pt x="56" y="66"/>
                  </a:lnTo>
                  <a:lnTo>
                    <a:pt x="56" y="70"/>
                  </a:lnTo>
                  <a:lnTo>
                    <a:pt x="56" y="70"/>
                  </a:lnTo>
                  <a:lnTo>
                    <a:pt x="56" y="70"/>
                  </a:lnTo>
                  <a:lnTo>
                    <a:pt x="56" y="74"/>
                  </a:lnTo>
                  <a:lnTo>
                    <a:pt x="56" y="74"/>
                  </a:lnTo>
                  <a:lnTo>
                    <a:pt x="56" y="74"/>
                  </a:lnTo>
                  <a:lnTo>
                    <a:pt x="56" y="74"/>
                  </a:lnTo>
                  <a:lnTo>
                    <a:pt x="52" y="70"/>
                  </a:lnTo>
                  <a:lnTo>
                    <a:pt x="52" y="70"/>
                  </a:lnTo>
                  <a:lnTo>
                    <a:pt x="52" y="70"/>
                  </a:lnTo>
                  <a:lnTo>
                    <a:pt x="52" y="70"/>
                  </a:lnTo>
                  <a:lnTo>
                    <a:pt x="52" y="70"/>
                  </a:lnTo>
                  <a:lnTo>
                    <a:pt x="48" y="70"/>
                  </a:lnTo>
                  <a:lnTo>
                    <a:pt x="48" y="70"/>
                  </a:lnTo>
                  <a:lnTo>
                    <a:pt x="48" y="70"/>
                  </a:lnTo>
                  <a:lnTo>
                    <a:pt x="44" y="66"/>
                  </a:lnTo>
                  <a:lnTo>
                    <a:pt x="44" y="66"/>
                  </a:lnTo>
                  <a:lnTo>
                    <a:pt x="40" y="66"/>
                  </a:lnTo>
                  <a:lnTo>
                    <a:pt x="40" y="62"/>
                  </a:lnTo>
                  <a:lnTo>
                    <a:pt x="40" y="62"/>
                  </a:lnTo>
                  <a:lnTo>
                    <a:pt x="40" y="62"/>
                  </a:lnTo>
                  <a:lnTo>
                    <a:pt x="36" y="62"/>
                  </a:lnTo>
                  <a:lnTo>
                    <a:pt x="36" y="62"/>
                  </a:lnTo>
                  <a:lnTo>
                    <a:pt x="36" y="62"/>
                  </a:lnTo>
                  <a:lnTo>
                    <a:pt x="36" y="62"/>
                  </a:lnTo>
                  <a:lnTo>
                    <a:pt x="34" y="58"/>
                  </a:lnTo>
                  <a:lnTo>
                    <a:pt x="34" y="58"/>
                  </a:lnTo>
                  <a:lnTo>
                    <a:pt x="34" y="58"/>
                  </a:lnTo>
                  <a:lnTo>
                    <a:pt x="30" y="54"/>
                  </a:lnTo>
                  <a:lnTo>
                    <a:pt x="30" y="54"/>
                  </a:lnTo>
                  <a:lnTo>
                    <a:pt x="30" y="54"/>
                  </a:lnTo>
                  <a:lnTo>
                    <a:pt x="30" y="54"/>
                  </a:lnTo>
                  <a:lnTo>
                    <a:pt x="30" y="54"/>
                  </a:lnTo>
                  <a:lnTo>
                    <a:pt x="30" y="54"/>
                  </a:lnTo>
                  <a:lnTo>
                    <a:pt x="30" y="52"/>
                  </a:lnTo>
                  <a:lnTo>
                    <a:pt x="26" y="52"/>
                  </a:lnTo>
                  <a:lnTo>
                    <a:pt x="26" y="52"/>
                  </a:lnTo>
                  <a:lnTo>
                    <a:pt x="22" y="48"/>
                  </a:lnTo>
                  <a:lnTo>
                    <a:pt x="22" y="44"/>
                  </a:lnTo>
                  <a:lnTo>
                    <a:pt x="18" y="44"/>
                  </a:lnTo>
                  <a:lnTo>
                    <a:pt x="18" y="44"/>
                  </a:lnTo>
                  <a:lnTo>
                    <a:pt x="18" y="44"/>
                  </a:lnTo>
                  <a:lnTo>
                    <a:pt x="18" y="44"/>
                  </a:lnTo>
                  <a:lnTo>
                    <a:pt x="18" y="40"/>
                  </a:lnTo>
                  <a:lnTo>
                    <a:pt x="18" y="40"/>
                  </a:lnTo>
                  <a:lnTo>
                    <a:pt x="18" y="40"/>
                  </a:lnTo>
                  <a:lnTo>
                    <a:pt x="14" y="40"/>
                  </a:lnTo>
                  <a:lnTo>
                    <a:pt x="14" y="40"/>
                  </a:lnTo>
                  <a:lnTo>
                    <a:pt x="14" y="40"/>
                  </a:lnTo>
                  <a:lnTo>
                    <a:pt x="14" y="40"/>
                  </a:lnTo>
                  <a:lnTo>
                    <a:pt x="14" y="40"/>
                  </a:lnTo>
                  <a:lnTo>
                    <a:pt x="10" y="40"/>
                  </a:lnTo>
                  <a:lnTo>
                    <a:pt x="10" y="40"/>
                  </a:lnTo>
                  <a:lnTo>
                    <a:pt x="10" y="40"/>
                  </a:lnTo>
                  <a:lnTo>
                    <a:pt x="10" y="36"/>
                  </a:lnTo>
                  <a:lnTo>
                    <a:pt x="10" y="36"/>
                  </a:lnTo>
                  <a:lnTo>
                    <a:pt x="10" y="36"/>
                  </a:lnTo>
                  <a:lnTo>
                    <a:pt x="10" y="36"/>
                  </a:lnTo>
                  <a:lnTo>
                    <a:pt x="10" y="36"/>
                  </a:lnTo>
                  <a:lnTo>
                    <a:pt x="10" y="36"/>
                  </a:lnTo>
                  <a:lnTo>
                    <a:pt x="10" y="36"/>
                  </a:lnTo>
                  <a:lnTo>
                    <a:pt x="6" y="36"/>
                  </a:lnTo>
                  <a:lnTo>
                    <a:pt x="6" y="32"/>
                  </a:lnTo>
                  <a:lnTo>
                    <a:pt x="4" y="32"/>
                  </a:lnTo>
                  <a:lnTo>
                    <a:pt x="4" y="32"/>
                  </a:lnTo>
                  <a:lnTo>
                    <a:pt x="4" y="28"/>
                  </a:lnTo>
                  <a:lnTo>
                    <a:pt x="4" y="28"/>
                  </a:lnTo>
                  <a:lnTo>
                    <a:pt x="4" y="28"/>
                  </a:lnTo>
                  <a:lnTo>
                    <a:pt x="4" y="28"/>
                  </a:lnTo>
                  <a:lnTo>
                    <a:pt x="0" y="28"/>
                  </a:lnTo>
                  <a:lnTo>
                    <a:pt x="0" y="28"/>
                  </a:lnTo>
                  <a:lnTo>
                    <a:pt x="0" y="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8" name="Freeform 153"/>
            <p:cNvSpPr>
              <a:spLocks noChangeAspect="1"/>
            </p:cNvSpPr>
            <p:nvPr/>
          </p:nvSpPr>
          <p:spPr bwMode="gray">
            <a:xfrm>
              <a:off x="5026049" y="3503976"/>
              <a:ext cx="389595" cy="427858"/>
            </a:xfrm>
            <a:custGeom>
              <a:avLst/>
              <a:gdLst>
                <a:gd name="T0" fmla="*/ 74 w 224"/>
                <a:gd name="T1" fmla="*/ 12 h 246"/>
                <a:gd name="T2" fmla="*/ 86 w 224"/>
                <a:gd name="T3" fmla="*/ 20 h 246"/>
                <a:gd name="T4" fmla="*/ 90 w 224"/>
                <a:gd name="T5" fmla="*/ 34 h 246"/>
                <a:gd name="T6" fmla="*/ 100 w 224"/>
                <a:gd name="T7" fmla="*/ 38 h 246"/>
                <a:gd name="T8" fmla="*/ 116 w 224"/>
                <a:gd name="T9" fmla="*/ 38 h 246"/>
                <a:gd name="T10" fmla="*/ 124 w 224"/>
                <a:gd name="T11" fmla="*/ 46 h 246"/>
                <a:gd name="T12" fmla="*/ 134 w 224"/>
                <a:gd name="T13" fmla="*/ 52 h 246"/>
                <a:gd name="T14" fmla="*/ 142 w 224"/>
                <a:gd name="T15" fmla="*/ 52 h 246"/>
                <a:gd name="T16" fmla="*/ 154 w 224"/>
                <a:gd name="T17" fmla="*/ 42 h 246"/>
                <a:gd name="T18" fmla="*/ 154 w 224"/>
                <a:gd name="T19" fmla="*/ 26 h 246"/>
                <a:gd name="T20" fmla="*/ 160 w 224"/>
                <a:gd name="T21" fmla="*/ 12 h 246"/>
                <a:gd name="T22" fmla="*/ 172 w 224"/>
                <a:gd name="T23" fmla="*/ 8 h 246"/>
                <a:gd name="T24" fmla="*/ 182 w 224"/>
                <a:gd name="T25" fmla="*/ 4 h 246"/>
                <a:gd name="T26" fmla="*/ 194 w 224"/>
                <a:gd name="T27" fmla="*/ 8 h 246"/>
                <a:gd name="T28" fmla="*/ 198 w 224"/>
                <a:gd name="T29" fmla="*/ 20 h 246"/>
                <a:gd name="T30" fmla="*/ 210 w 224"/>
                <a:gd name="T31" fmla="*/ 22 h 246"/>
                <a:gd name="T32" fmla="*/ 224 w 224"/>
                <a:gd name="T33" fmla="*/ 22 h 246"/>
                <a:gd name="T34" fmla="*/ 220 w 224"/>
                <a:gd name="T35" fmla="*/ 34 h 246"/>
                <a:gd name="T36" fmla="*/ 224 w 224"/>
                <a:gd name="T37" fmla="*/ 50 h 246"/>
                <a:gd name="T38" fmla="*/ 220 w 224"/>
                <a:gd name="T39" fmla="*/ 64 h 246"/>
                <a:gd name="T40" fmla="*/ 224 w 224"/>
                <a:gd name="T41" fmla="*/ 78 h 246"/>
                <a:gd name="T42" fmla="*/ 224 w 224"/>
                <a:gd name="T43" fmla="*/ 102 h 246"/>
                <a:gd name="T44" fmla="*/ 224 w 224"/>
                <a:gd name="T45" fmla="*/ 120 h 246"/>
                <a:gd name="T46" fmla="*/ 224 w 224"/>
                <a:gd name="T47" fmla="*/ 150 h 246"/>
                <a:gd name="T48" fmla="*/ 224 w 224"/>
                <a:gd name="T49" fmla="*/ 176 h 246"/>
                <a:gd name="T50" fmla="*/ 224 w 224"/>
                <a:gd name="T51" fmla="*/ 238 h 246"/>
                <a:gd name="T52" fmla="*/ 210 w 224"/>
                <a:gd name="T53" fmla="*/ 238 h 246"/>
                <a:gd name="T54" fmla="*/ 186 w 224"/>
                <a:gd name="T55" fmla="*/ 232 h 246"/>
                <a:gd name="T56" fmla="*/ 156 w 224"/>
                <a:gd name="T57" fmla="*/ 218 h 246"/>
                <a:gd name="T58" fmla="*/ 134 w 224"/>
                <a:gd name="T59" fmla="*/ 202 h 246"/>
                <a:gd name="T60" fmla="*/ 108 w 224"/>
                <a:gd name="T61" fmla="*/ 188 h 246"/>
                <a:gd name="T62" fmla="*/ 82 w 224"/>
                <a:gd name="T63" fmla="*/ 184 h 246"/>
                <a:gd name="T64" fmla="*/ 72 w 224"/>
                <a:gd name="T65" fmla="*/ 192 h 246"/>
                <a:gd name="T66" fmla="*/ 60 w 224"/>
                <a:gd name="T67" fmla="*/ 184 h 246"/>
                <a:gd name="T68" fmla="*/ 44 w 224"/>
                <a:gd name="T69" fmla="*/ 180 h 246"/>
                <a:gd name="T70" fmla="*/ 34 w 224"/>
                <a:gd name="T71" fmla="*/ 162 h 246"/>
                <a:gd name="T72" fmla="*/ 18 w 224"/>
                <a:gd name="T73" fmla="*/ 158 h 246"/>
                <a:gd name="T74" fmla="*/ 12 w 224"/>
                <a:gd name="T75" fmla="*/ 154 h 246"/>
                <a:gd name="T76" fmla="*/ 8 w 224"/>
                <a:gd name="T77" fmla="*/ 138 h 246"/>
                <a:gd name="T78" fmla="*/ 12 w 224"/>
                <a:gd name="T79" fmla="*/ 120 h 246"/>
                <a:gd name="T80" fmla="*/ 8 w 224"/>
                <a:gd name="T81" fmla="*/ 108 h 246"/>
                <a:gd name="T82" fmla="*/ 8 w 224"/>
                <a:gd name="T83" fmla="*/ 94 h 246"/>
                <a:gd name="T84" fmla="*/ 8 w 224"/>
                <a:gd name="T85" fmla="*/ 78 h 246"/>
                <a:gd name="T86" fmla="*/ 8 w 224"/>
                <a:gd name="T87" fmla="*/ 64 h 246"/>
                <a:gd name="T88" fmla="*/ 4 w 224"/>
                <a:gd name="T89" fmla="*/ 56 h 246"/>
                <a:gd name="T90" fmla="*/ 16 w 224"/>
                <a:gd name="T91" fmla="*/ 46 h 246"/>
                <a:gd name="T92" fmla="*/ 12 w 224"/>
                <a:gd name="T93" fmla="*/ 34 h 246"/>
                <a:gd name="T94" fmla="*/ 22 w 224"/>
                <a:gd name="T95" fmla="*/ 22 h 246"/>
                <a:gd name="T96" fmla="*/ 34 w 224"/>
                <a:gd name="T97" fmla="*/ 16 h 246"/>
                <a:gd name="T98" fmla="*/ 34 w 224"/>
                <a:gd name="T99" fmla="*/ 0 h 246"/>
                <a:gd name="T100" fmla="*/ 42 w 224"/>
                <a:gd name="T101" fmla="*/ 8 h 246"/>
                <a:gd name="T102" fmla="*/ 56 w 224"/>
                <a:gd name="T103" fmla="*/ 8 h 246"/>
                <a:gd name="T104" fmla="*/ 64 w 224"/>
                <a:gd name="T105" fmla="*/ 8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24" h="246">
                  <a:moveTo>
                    <a:pt x="68" y="8"/>
                  </a:moveTo>
                  <a:lnTo>
                    <a:pt x="72" y="8"/>
                  </a:lnTo>
                  <a:lnTo>
                    <a:pt x="72" y="12"/>
                  </a:lnTo>
                  <a:lnTo>
                    <a:pt x="74" y="12"/>
                  </a:lnTo>
                  <a:lnTo>
                    <a:pt x="78" y="16"/>
                  </a:lnTo>
                  <a:lnTo>
                    <a:pt x="82" y="16"/>
                  </a:lnTo>
                  <a:lnTo>
                    <a:pt x="86" y="16"/>
                  </a:lnTo>
                  <a:lnTo>
                    <a:pt x="86" y="20"/>
                  </a:lnTo>
                  <a:lnTo>
                    <a:pt x="86" y="22"/>
                  </a:lnTo>
                  <a:lnTo>
                    <a:pt x="86" y="26"/>
                  </a:lnTo>
                  <a:lnTo>
                    <a:pt x="90" y="30"/>
                  </a:lnTo>
                  <a:lnTo>
                    <a:pt x="90" y="34"/>
                  </a:lnTo>
                  <a:lnTo>
                    <a:pt x="94" y="34"/>
                  </a:lnTo>
                  <a:lnTo>
                    <a:pt x="98" y="34"/>
                  </a:lnTo>
                  <a:lnTo>
                    <a:pt x="98" y="38"/>
                  </a:lnTo>
                  <a:lnTo>
                    <a:pt x="100" y="38"/>
                  </a:lnTo>
                  <a:lnTo>
                    <a:pt x="104" y="38"/>
                  </a:lnTo>
                  <a:lnTo>
                    <a:pt x="108" y="38"/>
                  </a:lnTo>
                  <a:lnTo>
                    <a:pt x="112" y="38"/>
                  </a:lnTo>
                  <a:lnTo>
                    <a:pt x="116" y="38"/>
                  </a:lnTo>
                  <a:lnTo>
                    <a:pt x="116" y="42"/>
                  </a:lnTo>
                  <a:lnTo>
                    <a:pt x="120" y="42"/>
                  </a:lnTo>
                  <a:lnTo>
                    <a:pt x="124" y="42"/>
                  </a:lnTo>
                  <a:lnTo>
                    <a:pt x="124" y="46"/>
                  </a:lnTo>
                  <a:lnTo>
                    <a:pt x="128" y="46"/>
                  </a:lnTo>
                  <a:lnTo>
                    <a:pt x="128" y="50"/>
                  </a:lnTo>
                  <a:lnTo>
                    <a:pt x="130" y="50"/>
                  </a:lnTo>
                  <a:lnTo>
                    <a:pt x="134" y="52"/>
                  </a:lnTo>
                  <a:lnTo>
                    <a:pt x="138" y="52"/>
                  </a:lnTo>
                  <a:lnTo>
                    <a:pt x="138" y="56"/>
                  </a:lnTo>
                  <a:lnTo>
                    <a:pt x="142" y="56"/>
                  </a:lnTo>
                  <a:lnTo>
                    <a:pt x="142" y="52"/>
                  </a:lnTo>
                  <a:lnTo>
                    <a:pt x="146" y="52"/>
                  </a:lnTo>
                  <a:lnTo>
                    <a:pt x="150" y="50"/>
                  </a:lnTo>
                  <a:lnTo>
                    <a:pt x="154" y="46"/>
                  </a:lnTo>
                  <a:lnTo>
                    <a:pt x="154" y="42"/>
                  </a:lnTo>
                  <a:lnTo>
                    <a:pt x="154" y="38"/>
                  </a:lnTo>
                  <a:lnTo>
                    <a:pt x="154" y="34"/>
                  </a:lnTo>
                  <a:lnTo>
                    <a:pt x="154" y="30"/>
                  </a:lnTo>
                  <a:lnTo>
                    <a:pt x="154" y="26"/>
                  </a:lnTo>
                  <a:lnTo>
                    <a:pt x="154" y="22"/>
                  </a:lnTo>
                  <a:lnTo>
                    <a:pt x="154" y="20"/>
                  </a:lnTo>
                  <a:lnTo>
                    <a:pt x="156" y="16"/>
                  </a:lnTo>
                  <a:lnTo>
                    <a:pt x="160" y="12"/>
                  </a:lnTo>
                  <a:lnTo>
                    <a:pt x="164" y="12"/>
                  </a:lnTo>
                  <a:lnTo>
                    <a:pt x="164" y="8"/>
                  </a:lnTo>
                  <a:lnTo>
                    <a:pt x="168" y="8"/>
                  </a:lnTo>
                  <a:lnTo>
                    <a:pt x="172" y="8"/>
                  </a:lnTo>
                  <a:lnTo>
                    <a:pt x="176" y="8"/>
                  </a:lnTo>
                  <a:lnTo>
                    <a:pt x="176" y="4"/>
                  </a:lnTo>
                  <a:lnTo>
                    <a:pt x="180" y="4"/>
                  </a:lnTo>
                  <a:lnTo>
                    <a:pt x="182" y="4"/>
                  </a:lnTo>
                  <a:lnTo>
                    <a:pt x="182" y="8"/>
                  </a:lnTo>
                  <a:lnTo>
                    <a:pt x="186" y="8"/>
                  </a:lnTo>
                  <a:lnTo>
                    <a:pt x="190" y="8"/>
                  </a:lnTo>
                  <a:lnTo>
                    <a:pt x="194" y="8"/>
                  </a:lnTo>
                  <a:lnTo>
                    <a:pt x="194" y="12"/>
                  </a:lnTo>
                  <a:lnTo>
                    <a:pt x="198" y="12"/>
                  </a:lnTo>
                  <a:lnTo>
                    <a:pt x="198" y="16"/>
                  </a:lnTo>
                  <a:lnTo>
                    <a:pt x="198" y="20"/>
                  </a:lnTo>
                  <a:lnTo>
                    <a:pt x="202" y="20"/>
                  </a:lnTo>
                  <a:lnTo>
                    <a:pt x="206" y="20"/>
                  </a:lnTo>
                  <a:lnTo>
                    <a:pt x="210" y="20"/>
                  </a:lnTo>
                  <a:lnTo>
                    <a:pt x="210" y="22"/>
                  </a:lnTo>
                  <a:lnTo>
                    <a:pt x="212" y="22"/>
                  </a:lnTo>
                  <a:lnTo>
                    <a:pt x="216" y="22"/>
                  </a:lnTo>
                  <a:lnTo>
                    <a:pt x="220" y="22"/>
                  </a:lnTo>
                  <a:lnTo>
                    <a:pt x="224" y="22"/>
                  </a:lnTo>
                  <a:lnTo>
                    <a:pt x="224" y="26"/>
                  </a:lnTo>
                  <a:lnTo>
                    <a:pt x="224" y="30"/>
                  </a:lnTo>
                  <a:lnTo>
                    <a:pt x="224" y="34"/>
                  </a:lnTo>
                  <a:lnTo>
                    <a:pt x="220" y="34"/>
                  </a:lnTo>
                  <a:lnTo>
                    <a:pt x="220" y="38"/>
                  </a:lnTo>
                  <a:lnTo>
                    <a:pt x="224" y="42"/>
                  </a:lnTo>
                  <a:lnTo>
                    <a:pt x="224" y="46"/>
                  </a:lnTo>
                  <a:lnTo>
                    <a:pt x="224" y="50"/>
                  </a:lnTo>
                  <a:lnTo>
                    <a:pt x="220" y="52"/>
                  </a:lnTo>
                  <a:lnTo>
                    <a:pt x="220" y="56"/>
                  </a:lnTo>
                  <a:lnTo>
                    <a:pt x="220" y="60"/>
                  </a:lnTo>
                  <a:lnTo>
                    <a:pt x="220" y="64"/>
                  </a:lnTo>
                  <a:lnTo>
                    <a:pt x="220" y="68"/>
                  </a:lnTo>
                  <a:lnTo>
                    <a:pt x="224" y="72"/>
                  </a:lnTo>
                  <a:lnTo>
                    <a:pt x="224" y="76"/>
                  </a:lnTo>
                  <a:lnTo>
                    <a:pt x="224" y="78"/>
                  </a:lnTo>
                  <a:lnTo>
                    <a:pt x="224" y="90"/>
                  </a:lnTo>
                  <a:lnTo>
                    <a:pt x="224" y="94"/>
                  </a:lnTo>
                  <a:lnTo>
                    <a:pt x="224" y="98"/>
                  </a:lnTo>
                  <a:lnTo>
                    <a:pt x="224" y="102"/>
                  </a:lnTo>
                  <a:lnTo>
                    <a:pt x="224" y="106"/>
                  </a:lnTo>
                  <a:lnTo>
                    <a:pt x="224" y="112"/>
                  </a:lnTo>
                  <a:lnTo>
                    <a:pt x="224" y="116"/>
                  </a:lnTo>
                  <a:lnTo>
                    <a:pt x="224" y="120"/>
                  </a:lnTo>
                  <a:lnTo>
                    <a:pt x="224" y="124"/>
                  </a:lnTo>
                  <a:lnTo>
                    <a:pt x="224" y="132"/>
                  </a:lnTo>
                  <a:lnTo>
                    <a:pt x="224" y="142"/>
                  </a:lnTo>
                  <a:lnTo>
                    <a:pt x="224" y="150"/>
                  </a:lnTo>
                  <a:lnTo>
                    <a:pt x="224" y="154"/>
                  </a:lnTo>
                  <a:lnTo>
                    <a:pt x="224" y="162"/>
                  </a:lnTo>
                  <a:lnTo>
                    <a:pt x="224" y="168"/>
                  </a:lnTo>
                  <a:lnTo>
                    <a:pt x="224" y="176"/>
                  </a:lnTo>
                  <a:lnTo>
                    <a:pt x="224" y="198"/>
                  </a:lnTo>
                  <a:lnTo>
                    <a:pt x="224" y="202"/>
                  </a:lnTo>
                  <a:lnTo>
                    <a:pt x="224" y="222"/>
                  </a:lnTo>
                  <a:lnTo>
                    <a:pt x="224" y="238"/>
                  </a:lnTo>
                  <a:lnTo>
                    <a:pt x="220" y="238"/>
                  </a:lnTo>
                  <a:lnTo>
                    <a:pt x="216" y="238"/>
                  </a:lnTo>
                  <a:lnTo>
                    <a:pt x="212" y="238"/>
                  </a:lnTo>
                  <a:lnTo>
                    <a:pt x="210" y="238"/>
                  </a:lnTo>
                  <a:lnTo>
                    <a:pt x="210" y="246"/>
                  </a:lnTo>
                  <a:lnTo>
                    <a:pt x="202" y="242"/>
                  </a:lnTo>
                  <a:lnTo>
                    <a:pt x="194" y="238"/>
                  </a:lnTo>
                  <a:lnTo>
                    <a:pt x="186" y="232"/>
                  </a:lnTo>
                  <a:lnTo>
                    <a:pt x="180" y="228"/>
                  </a:lnTo>
                  <a:lnTo>
                    <a:pt x="172" y="224"/>
                  </a:lnTo>
                  <a:lnTo>
                    <a:pt x="168" y="222"/>
                  </a:lnTo>
                  <a:lnTo>
                    <a:pt x="156" y="218"/>
                  </a:lnTo>
                  <a:lnTo>
                    <a:pt x="150" y="210"/>
                  </a:lnTo>
                  <a:lnTo>
                    <a:pt x="142" y="206"/>
                  </a:lnTo>
                  <a:lnTo>
                    <a:pt x="138" y="202"/>
                  </a:lnTo>
                  <a:lnTo>
                    <a:pt x="134" y="202"/>
                  </a:lnTo>
                  <a:lnTo>
                    <a:pt x="130" y="198"/>
                  </a:lnTo>
                  <a:lnTo>
                    <a:pt x="124" y="194"/>
                  </a:lnTo>
                  <a:lnTo>
                    <a:pt x="120" y="192"/>
                  </a:lnTo>
                  <a:lnTo>
                    <a:pt x="108" y="188"/>
                  </a:lnTo>
                  <a:lnTo>
                    <a:pt x="100" y="180"/>
                  </a:lnTo>
                  <a:lnTo>
                    <a:pt x="98" y="180"/>
                  </a:lnTo>
                  <a:lnTo>
                    <a:pt x="86" y="184"/>
                  </a:lnTo>
                  <a:lnTo>
                    <a:pt x="82" y="184"/>
                  </a:lnTo>
                  <a:lnTo>
                    <a:pt x="82" y="188"/>
                  </a:lnTo>
                  <a:lnTo>
                    <a:pt x="78" y="188"/>
                  </a:lnTo>
                  <a:lnTo>
                    <a:pt x="74" y="192"/>
                  </a:lnTo>
                  <a:lnTo>
                    <a:pt x="72" y="192"/>
                  </a:lnTo>
                  <a:lnTo>
                    <a:pt x="72" y="194"/>
                  </a:lnTo>
                  <a:lnTo>
                    <a:pt x="68" y="188"/>
                  </a:lnTo>
                  <a:lnTo>
                    <a:pt x="64" y="184"/>
                  </a:lnTo>
                  <a:lnTo>
                    <a:pt x="60" y="184"/>
                  </a:lnTo>
                  <a:lnTo>
                    <a:pt x="56" y="180"/>
                  </a:lnTo>
                  <a:lnTo>
                    <a:pt x="52" y="180"/>
                  </a:lnTo>
                  <a:lnTo>
                    <a:pt x="48" y="180"/>
                  </a:lnTo>
                  <a:lnTo>
                    <a:pt x="44" y="180"/>
                  </a:lnTo>
                  <a:lnTo>
                    <a:pt x="42" y="176"/>
                  </a:lnTo>
                  <a:lnTo>
                    <a:pt x="38" y="176"/>
                  </a:lnTo>
                  <a:lnTo>
                    <a:pt x="38" y="168"/>
                  </a:lnTo>
                  <a:lnTo>
                    <a:pt x="34" y="162"/>
                  </a:lnTo>
                  <a:lnTo>
                    <a:pt x="30" y="162"/>
                  </a:lnTo>
                  <a:lnTo>
                    <a:pt x="26" y="162"/>
                  </a:lnTo>
                  <a:lnTo>
                    <a:pt x="22" y="158"/>
                  </a:lnTo>
                  <a:lnTo>
                    <a:pt x="18" y="158"/>
                  </a:lnTo>
                  <a:lnTo>
                    <a:pt x="18" y="162"/>
                  </a:lnTo>
                  <a:lnTo>
                    <a:pt x="16" y="158"/>
                  </a:lnTo>
                  <a:lnTo>
                    <a:pt x="16" y="154"/>
                  </a:lnTo>
                  <a:lnTo>
                    <a:pt x="12" y="154"/>
                  </a:lnTo>
                  <a:lnTo>
                    <a:pt x="12" y="150"/>
                  </a:lnTo>
                  <a:lnTo>
                    <a:pt x="12" y="146"/>
                  </a:lnTo>
                  <a:lnTo>
                    <a:pt x="12" y="142"/>
                  </a:lnTo>
                  <a:lnTo>
                    <a:pt x="8" y="138"/>
                  </a:lnTo>
                  <a:lnTo>
                    <a:pt x="4" y="132"/>
                  </a:lnTo>
                  <a:lnTo>
                    <a:pt x="4" y="128"/>
                  </a:lnTo>
                  <a:lnTo>
                    <a:pt x="8" y="124"/>
                  </a:lnTo>
                  <a:lnTo>
                    <a:pt x="12" y="120"/>
                  </a:lnTo>
                  <a:lnTo>
                    <a:pt x="12" y="116"/>
                  </a:lnTo>
                  <a:lnTo>
                    <a:pt x="8" y="116"/>
                  </a:lnTo>
                  <a:lnTo>
                    <a:pt x="8" y="112"/>
                  </a:lnTo>
                  <a:lnTo>
                    <a:pt x="8" y="108"/>
                  </a:lnTo>
                  <a:lnTo>
                    <a:pt x="8" y="106"/>
                  </a:lnTo>
                  <a:lnTo>
                    <a:pt x="12" y="102"/>
                  </a:lnTo>
                  <a:lnTo>
                    <a:pt x="12" y="98"/>
                  </a:lnTo>
                  <a:lnTo>
                    <a:pt x="8" y="94"/>
                  </a:lnTo>
                  <a:lnTo>
                    <a:pt x="8" y="90"/>
                  </a:lnTo>
                  <a:lnTo>
                    <a:pt x="8" y="86"/>
                  </a:lnTo>
                  <a:lnTo>
                    <a:pt x="8" y="82"/>
                  </a:lnTo>
                  <a:lnTo>
                    <a:pt x="8" y="78"/>
                  </a:lnTo>
                  <a:lnTo>
                    <a:pt x="8" y="76"/>
                  </a:lnTo>
                  <a:lnTo>
                    <a:pt x="8" y="72"/>
                  </a:lnTo>
                  <a:lnTo>
                    <a:pt x="8" y="68"/>
                  </a:lnTo>
                  <a:lnTo>
                    <a:pt x="8" y="64"/>
                  </a:lnTo>
                  <a:lnTo>
                    <a:pt x="4" y="64"/>
                  </a:lnTo>
                  <a:lnTo>
                    <a:pt x="4" y="60"/>
                  </a:lnTo>
                  <a:lnTo>
                    <a:pt x="0" y="56"/>
                  </a:lnTo>
                  <a:lnTo>
                    <a:pt x="4" y="56"/>
                  </a:lnTo>
                  <a:lnTo>
                    <a:pt x="8" y="52"/>
                  </a:lnTo>
                  <a:lnTo>
                    <a:pt x="12" y="52"/>
                  </a:lnTo>
                  <a:lnTo>
                    <a:pt x="12" y="50"/>
                  </a:lnTo>
                  <a:lnTo>
                    <a:pt x="16" y="46"/>
                  </a:lnTo>
                  <a:lnTo>
                    <a:pt x="16" y="42"/>
                  </a:lnTo>
                  <a:lnTo>
                    <a:pt x="16" y="38"/>
                  </a:lnTo>
                  <a:lnTo>
                    <a:pt x="16" y="34"/>
                  </a:lnTo>
                  <a:lnTo>
                    <a:pt x="12" y="34"/>
                  </a:lnTo>
                  <a:lnTo>
                    <a:pt x="12" y="30"/>
                  </a:lnTo>
                  <a:lnTo>
                    <a:pt x="16" y="26"/>
                  </a:lnTo>
                  <a:lnTo>
                    <a:pt x="18" y="26"/>
                  </a:lnTo>
                  <a:lnTo>
                    <a:pt x="22" y="22"/>
                  </a:lnTo>
                  <a:lnTo>
                    <a:pt x="22" y="20"/>
                  </a:lnTo>
                  <a:lnTo>
                    <a:pt x="26" y="20"/>
                  </a:lnTo>
                  <a:lnTo>
                    <a:pt x="30" y="16"/>
                  </a:lnTo>
                  <a:lnTo>
                    <a:pt x="34" y="16"/>
                  </a:lnTo>
                  <a:lnTo>
                    <a:pt x="34" y="12"/>
                  </a:lnTo>
                  <a:lnTo>
                    <a:pt x="34" y="8"/>
                  </a:lnTo>
                  <a:lnTo>
                    <a:pt x="34" y="4"/>
                  </a:lnTo>
                  <a:lnTo>
                    <a:pt x="34" y="0"/>
                  </a:lnTo>
                  <a:lnTo>
                    <a:pt x="34" y="4"/>
                  </a:lnTo>
                  <a:lnTo>
                    <a:pt x="38" y="4"/>
                  </a:lnTo>
                  <a:lnTo>
                    <a:pt x="42" y="4"/>
                  </a:lnTo>
                  <a:lnTo>
                    <a:pt x="42" y="8"/>
                  </a:lnTo>
                  <a:lnTo>
                    <a:pt x="44" y="8"/>
                  </a:lnTo>
                  <a:lnTo>
                    <a:pt x="48" y="8"/>
                  </a:lnTo>
                  <a:lnTo>
                    <a:pt x="52" y="8"/>
                  </a:lnTo>
                  <a:lnTo>
                    <a:pt x="56" y="8"/>
                  </a:lnTo>
                  <a:lnTo>
                    <a:pt x="56" y="4"/>
                  </a:lnTo>
                  <a:lnTo>
                    <a:pt x="60" y="4"/>
                  </a:lnTo>
                  <a:lnTo>
                    <a:pt x="60" y="8"/>
                  </a:lnTo>
                  <a:lnTo>
                    <a:pt x="64" y="8"/>
                  </a:lnTo>
                  <a:lnTo>
                    <a:pt x="68" y="8"/>
                  </a:lnTo>
                  <a:lnTo>
                    <a:pt x="68" y="8"/>
                  </a:lnTo>
                  <a:lnTo>
                    <a:pt x="68"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399" name="Freeform 154"/>
            <p:cNvSpPr>
              <a:spLocks noChangeAspect="1" noEditPoints="1"/>
            </p:cNvSpPr>
            <p:nvPr/>
          </p:nvSpPr>
          <p:spPr bwMode="gray">
            <a:xfrm>
              <a:off x="5864374" y="4874513"/>
              <a:ext cx="180883" cy="420901"/>
            </a:xfrm>
            <a:custGeom>
              <a:avLst/>
              <a:gdLst>
                <a:gd name="T0" fmla="*/ 70 w 104"/>
                <a:gd name="T1" fmla="*/ 26 h 242"/>
                <a:gd name="T2" fmla="*/ 74 w 104"/>
                <a:gd name="T3" fmla="*/ 152 h 242"/>
                <a:gd name="T4" fmla="*/ 70 w 104"/>
                <a:gd name="T5" fmla="*/ 168 h 242"/>
                <a:gd name="T6" fmla="*/ 66 w 104"/>
                <a:gd name="T7" fmla="*/ 182 h 242"/>
                <a:gd name="T8" fmla="*/ 62 w 104"/>
                <a:gd name="T9" fmla="*/ 194 h 242"/>
                <a:gd name="T10" fmla="*/ 62 w 104"/>
                <a:gd name="T11" fmla="*/ 208 h 242"/>
                <a:gd name="T12" fmla="*/ 60 w 104"/>
                <a:gd name="T13" fmla="*/ 220 h 242"/>
                <a:gd name="T14" fmla="*/ 52 w 104"/>
                <a:gd name="T15" fmla="*/ 232 h 242"/>
                <a:gd name="T16" fmla="*/ 36 w 104"/>
                <a:gd name="T17" fmla="*/ 236 h 242"/>
                <a:gd name="T18" fmla="*/ 30 w 104"/>
                <a:gd name="T19" fmla="*/ 242 h 242"/>
                <a:gd name="T20" fmla="*/ 22 w 104"/>
                <a:gd name="T21" fmla="*/ 236 h 242"/>
                <a:gd name="T22" fmla="*/ 14 w 104"/>
                <a:gd name="T23" fmla="*/ 236 h 242"/>
                <a:gd name="T24" fmla="*/ 10 w 104"/>
                <a:gd name="T25" fmla="*/ 224 h 242"/>
                <a:gd name="T26" fmla="*/ 6 w 104"/>
                <a:gd name="T27" fmla="*/ 208 h 242"/>
                <a:gd name="T28" fmla="*/ 2 w 104"/>
                <a:gd name="T29" fmla="*/ 198 h 242"/>
                <a:gd name="T30" fmla="*/ 0 w 104"/>
                <a:gd name="T31" fmla="*/ 186 h 242"/>
                <a:gd name="T32" fmla="*/ 0 w 104"/>
                <a:gd name="T33" fmla="*/ 172 h 242"/>
                <a:gd name="T34" fmla="*/ 6 w 104"/>
                <a:gd name="T35" fmla="*/ 164 h 242"/>
                <a:gd name="T36" fmla="*/ 10 w 104"/>
                <a:gd name="T37" fmla="*/ 152 h 242"/>
                <a:gd name="T38" fmla="*/ 18 w 104"/>
                <a:gd name="T39" fmla="*/ 138 h 242"/>
                <a:gd name="T40" fmla="*/ 14 w 104"/>
                <a:gd name="T41" fmla="*/ 130 h 242"/>
                <a:gd name="T42" fmla="*/ 14 w 104"/>
                <a:gd name="T43" fmla="*/ 116 h 242"/>
                <a:gd name="T44" fmla="*/ 10 w 104"/>
                <a:gd name="T45" fmla="*/ 104 h 242"/>
                <a:gd name="T46" fmla="*/ 14 w 104"/>
                <a:gd name="T47" fmla="*/ 94 h 242"/>
                <a:gd name="T48" fmla="*/ 18 w 104"/>
                <a:gd name="T49" fmla="*/ 82 h 242"/>
                <a:gd name="T50" fmla="*/ 22 w 104"/>
                <a:gd name="T51" fmla="*/ 74 h 242"/>
                <a:gd name="T52" fmla="*/ 30 w 104"/>
                <a:gd name="T53" fmla="*/ 74 h 242"/>
                <a:gd name="T54" fmla="*/ 32 w 104"/>
                <a:gd name="T55" fmla="*/ 70 h 242"/>
                <a:gd name="T56" fmla="*/ 40 w 104"/>
                <a:gd name="T57" fmla="*/ 70 h 242"/>
                <a:gd name="T58" fmla="*/ 44 w 104"/>
                <a:gd name="T59" fmla="*/ 70 h 242"/>
                <a:gd name="T60" fmla="*/ 48 w 104"/>
                <a:gd name="T61" fmla="*/ 60 h 242"/>
                <a:gd name="T62" fmla="*/ 52 w 104"/>
                <a:gd name="T63" fmla="*/ 64 h 242"/>
                <a:gd name="T64" fmla="*/ 60 w 104"/>
                <a:gd name="T65" fmla="*/ 52 h 242"/>
                <a:gd name="T66" fmla="*/ 60 w 104"/>
                <a:gd name="T67" fmla="*/ 52 h 242"/>
                <a:gd name="T68" fmla="*/ 66 w 104"/>
                <a:gd name="T69" fmla="*/ 48 h 242"/>
                <a:gd name="T70" fmla="*/ 62 w 104"/>
                <a:gd name="T71" fmla="*/ 44 h 242"/>
                <a:gd name="T72" fmla="*/ 66 w 104"/>
                <a:gd name="T73" fmla="*/ 40 h 242"/>
                <a:gd name="T74" fmla="*/ 70 w 104"/>
                <a:gd name="T75" fmla="*/ 30 h 242"/>
                <a:gd name="T76" fmla="*/ 74 w 104"/>
                <a:gd name="T77" fmla="*/ 30 h 242"/>
                <a:gd name="T78" fmla="*/ 78 w 104"/>
                <a:gd name="T79" fmla="*/ 18 h 242"/>
                <a:gd name="T80" fmla="*/ 82 w 104"/>
                <a:gd name="T81" fmla="*/ 10 h 242"/>
                <a:gd name="T82" fmla="*/ 82 w 104"/>
                <a:gd name="T83" fmla="*/ 4 h 242"/>
                <a:gd name="T84" fmla="*/ 86 w 104"/>
                <a:gd name="T85" fmla="*/ 8 h 242"/>
                <a:gd name="T86" fmla="*/ 88 w 104"/>
                <a:gd name="T87" fmla="*/ 10 h 242"/>
                <a:gd name="T88" fmla="*/ 96 w 104"/>
                <a:gd name="T89" fmla="*/ 18 h 242"/>
                <a:gd name="T90" fmla="*/ 96 w 104"/>
                <a:gd name="T91" fmla="*/ 26 h 242"/>
                <a:gd name="T92" fmla="*/ 96 w 104"/>
                <a:gd name="T93" fmla="*/ 40 h 242"/>
                <a:gd name="T94" fmla="*/ 100 w 104"/>
                <a:gd name="T95" fmla="*/ 48 h 242"/>
                <a:gd name="T96" fmla="*/ 100 w 104"/>
                <a:gd name="T97" fmla="*/ 64 h 242"/>
                <a:gd name="T98" fmla="*/ 96 w 104"/>
                <a:gd name="T99" fmla="*/ 66 h 242"/>
                <a:gd name="T100" fmla="*/ 92 w 104"/>
                <a:gd name="T101" fmla="*/ 66 h 242"/>
                <a:gd name="T102" fmla="*/ 92 w 104"/>
                <a:gd name="T103" fmla="*/ 82 h 242"/>
                <a:gd name="T104" fmla="*/ 88 w 104"/>
                <a:gd name="T105" fmla="*/ 94 h 242"/>
                <a:gd name="T106" fmla="*/ 88 w 104"/>
                <a:gd name="T107" fmla="*/ 108 h 242"/>
                <a:gd name="T108" fmla="*/ 86 w 104"/>
                <a:gd name="T109" fmla="*/ 122 h 242"/>
                <a:gd name="T110" fmla="*/ 82 w 104"/>
                <a:gd name="T111" fmla="*/ 134 h 242"/>
                <a:gd name="T112" fmla="*/ 78 w 104"/>
                <a:gd name="T113" fmla="*/ 146 h 242"/>
                <a:gd name="T114" fmla="*/ 74 w 104"/>
                <a:gd name="T115" fmla="*/ 150 h 242"/>
                <a:gd name="T116" fmla="*/ 96 w 104"/>
                <a:gd name="T117" fmla="*/ 90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4" h="242">
                  <a:moveTo>
                    <a:pt x="70" y="26"/>
                  </a:moveTo>
                  <a:lnTo>
                    <a:pt x="70" y="22"/>
                  </a:lnTo>
                  <a:lnTo>
                    <a:pt x="74" y="26"/>
                  </a:lnTo>
                  <a:lnTo>
                    <a:pt x="70" y="26"/>
                  </a:lnTo>
                  <a:lnTo>
                    <a:pt x="70" y="26"/>
                  </a:lnTo>
                  <a:lnTo>
                    <a:pt x="70" y="26"/>
                  </a:lnTo>
                  <a:close/>
                  <a:moveTo>
                    <a:pt x="74" y="150"/>
                  </a:moveTo>
                  <a:lnTo>
                    <a:pt x="74" y="152"/>
                  </a:lnTo>
                  <a:lnTo>
                    <a:pt x="74" y="156"/>
                  </a:lnTo>
                  <a:lnTo>
                    <a:pt x="74" y="160"/>
                  </a:lnTo>
                  <a:lnTo>
                    <a:pt x="74" y="164"/>
                  </a:lnTo>
                  <a:lnTo>
                    <a:pt x="70" y="168"/>
                  </a:lnTo>
                  <a:lnTo>
                    <a:pt x="70" y="172"/>
                  </a:lnTo>
                  <a:lnTo>
                    <a:pt x="70" y="176"/>
                  </a:lnTo>
                  <a:lnTo>
                    <a:pt x="66" y="180"/>
                  </a:lnTo>
                  <a:lnTo>
                    <a:pt x="66" y="182"/>
                  </a:lnTo>
                  <a:lnTo>
                    <a:pt x="66" y="186"/>
                  </a:lnTo>
                  <a:lnTo>
                    <a:pt x="66" y="190"/>
                  </a:lnTo>
                  <a:lnTo>
                    <a:pt x="66" y="194"/>
                  </a:lnTo>
                  <a:lnTo>
                    <a:pt x="62" y="194"/>
                  </a:lnTo>
                  <a:lnTo>
                    <a:pt x="62" y="198"/>
                  </a:lnTo>
                  <a:lnTo>
                    <a:pt x="62" y="202"/>
                  </a:lnTo>
                  <a:lnTo>
                    <a:pt x="62" y="206"/>
                  </a:lnTo>
                  <a:lnTo>
                    <a:pt x="62" y="208"/>
                  </a:lnTo>
                  <a:lnTo>
                    <a:pt x="60" y="208"/>
                  </a:lnTo>
                  <a:lnTo>
                    <a:pt x="60" y="212"/>
                  </a:lnTo>
                  <a:lnTo>
                    <a:pt x="60" y="216"/>
                  </a:lnTo>
                  <a:lnTo>
                    <a:pt x="60" y="220"/>
                  </a:lnTo>
                  <a:lnTo>
                    <a:pt x="56" y="224"/>
                  </a:lnTo>
                  <a:lnTo>
                    <a:pt x="56" y="228"/>
                  </a:lnTo>
                  <a:lnTo>
                    <a:pt x="56" y="232"/>
                  </a:lnTo>
                  <a:lnTo>
                    <a:pt x="52" y="232"/>
                  </a:lnTo>
                  <a:lnTo>
                    <a:pt x="48" y="236"/>
                  </a:lnTo>
                  <a:lnTo>
                    <a:pt x="44" y="236"/>
                  </a:lnTo>
                  <a:lnTo>
                    <a:pt x="40" y="236"/>
                  </a:lnTo>
                  <a:lnTo>
                    <a:pt x="36" y="236"/>
                  </a:lnTo>
                  <a:lnTo>
                    <a:pt x="36" y="238"/>
                  </a:lnTo>
                  <a:lnTo>
                    <a:pt x="32" y="238"/>
                  </a:lnTo>
                  <a:lnTo>
                    <a:pt x="32" y="242"/>
                  </a:lnTo>
                  <a:lnTo>
                    <a:pt x="30" y="242"/>
                  </a:lnTo>
                  <a:lnTo>
                    <a:pt x="26" y="242"/>
                  </a:lnTo>
                  <a:lnTo>
                    <a:pt x="26" y="238"/>
                  </a:lnTo>
                  <a:lnTo>
                    <a:pt x="22" y="238"/>
                  </a:lnTo>
                  <a:lnTo>
                    <a:pt x="22" y="236"/>
                  </a:lnTo>
                  <a:lnTo>
                    <a:pt x="18" y="236"/>
                  </a:lnTo>
                  <a:lnTo>
                    <a:pt x="14" y="236"/>
                  </a:lnTo>
                  <a:lnTo>
                    <a:pt x="18" y="236"/>
                  </a:lnTo>
                  <a:lnTo>
                    <a:pt x="14" y="236"/>
                  </a:lnTo>
                  <a:lnTo>
                    <a:pt x="14" y="232"/>
                  </a:lnTo>
                  <a:lnTo>
                    <a:pt x="10" y="232"/>
                  </a:lnTo>
                  <a:lnTo>
                    <a:pt x="10" y="228"/>
                  </a:lnTo>
                  <a:lnTo>
                    <a:pt x="10" y="224"/>
                  </a:lnTo>
                  <a:lnTo>
                    <a:pt x="6" y="220"/>
                  </a:lnTo>
                  <a:lnTo>
                    <a:pt x="6" y="216"/>
                  </a:lnTo>
                  <a:lnTo>
                    <a:pt x="6" y="212"/>
                  </a:lnTo>
                  <a:lnTo>
                    <a:pt x="6" y="208"/>
                  </a:lnTo>
                  <a:lnTo>
                    <a:pt x="6" y="206"/>
                  </a:lnTo>
                  <a:lnTo>
                    <a:pt x="6" y="202"/>
                  </a:lnTo>
                  <a:lnTo>
                    <a:pt x="2" y="202"/>
                  </a:lnTo>
                  <a:lnTo>
                    <a:pt x="2" y="198"/>
                  </a:lnTo>
                  <a:lnTo>
                    <a:pt x="2" y="194"/>
                  </a:lnTo>
                  <a:lnTo>
                    <a:pt x="2" y="190"/>
                  </a:lnTo>
                  <a:lnTo>
                    <a:pt x="0" y="190"/>
                  </a:lnTo>
                  <a:lnTo>
                    <a:pt x="0" y="186"/>
                  </a:lnTo>
                  <a:lnTo>
                    <a:pt x="0" y="182"/>
                  </a:lnTo>
                  <a:lnTo>
                    <a:pt x="0" y="180"/>
                  </a:lnTo>
                  <a:lnTo>
                    <a:pt x="0" y="176"/>
                  </a:lnTo>
                  <a:lnTo>
                    <a:pt x="0" y="172"/>
                  </a:lnTo>
                  <a:lnTo>
                    <a:pt x="2" y="172"/>
                  </a:lnTo>
                  <a:lnTo>
                    <a:pt x="2" y="168"/>
                  </a:lnTo>
                  <a:lnTo>
                    <a:pt x="2" y="164"/>
                  </a:lnTo>
                  <a:lnTo>
                    <a:pt x="6" y="164"/>
                  </a:lnTo>
                  <a:lnTo>
                    <a:pt x="6" y="160"/>
                  </a:lnTo>
                  <a:lnTo>
                    <a:pt x="10" y="160"/>
                  </a:lnTo>
                  <a:lnTo>
                    <a:pt x="10" y="156"/>
                  </a:lnTo>
                  <a:lnTo>
                    <a:pt x="10" y="152"/>
                  </a:lnTo>
                  <a:lnTo>
                    <a:pt x="14" y="150"/>
                  </a:lnTo>
                  <a:lnTo>
                    <a:pt x="14" y="146"/>
                  </a:lnTo>
                  <a:lnTo>
                    <a:pt x="18" y="142"/>
                  </a:lnTo>
                  <a:lnTo>
                    <a:pt x="18" y="138"/>
                  </a:lnTo>
                  <a:lnTo>
                    <a:pt x="14" y="138"/>
                  </a:lnTo>
                  <a:lnTo>
                    <a:pt x="18" y="134"/>
                  </a:lnTo>
                  <a:lnTo>
                    <a:pt x="18" y="130"/>
                  </a:lnTo>
                  <a:lnTo>
                    <a:pt x="14" y="130"/>
                  </a:lnTo>
                  <a:lnTo>
                    <a:pt x="14" y="126"/>
                  </a:lnTo>
                  <a:lnTo>
                    <a:pt x="14" y="122"/>
                  </a:lnTo>
                  <a:lnTo>
                    <a:pt x="14" y="120"/>
                  </a:lnTo>
                  <a:lnTo>
                    <a:pt x="14" y="116"/>
                  </a:lnTo>
                  <a:lnTo>
                    <a:pt x="10" y="116"/>
                  </a:lnTo>
                  <a:lnTo>
                    <a:pt x="10" y="112"/>
                  </a:lnTo>
                  <a:lnTo>
                    <a:pt x="10" y="108"/>
                  </a:lnTo>
                  <a:lnTo>
                    <a:pt x="10" y="104"/>
                  </a:lnTo>
                  <a:lnTo>
                    <a:pt x="10" y="100"/>
                  </a:lnTo>
                  <a:lnTo>
                    <a:pt x="10" y="96"/>
                  </a:lnTo>
                  <a:lnTo>
                    <a:pt x="10" y="94"/>
                  </a:lnTo>
                  <a:lnTo>
                    <a:pt x="14" y="94"/>
                  </a:lnTo>
                  <a:lnTo>
                    <a:pt x="14" y="90"/>
                  </a:lnTo>
                  <a:lnTo>
                    <a:pt x="14" y="86"/>
                  </a:lnTo>
                  <a:lnTo>
                    <a:pt x="18" y="86"/>
                  </a:lnTo>
                  <a:lnTo>
                    <a:pt x="18" y="82"/>
                  </a:lnTo>
                  <a:lnTo>
                    <a:pt x="18" y="78"/>
                  </a:lnTo>
                  <a:lnTo>
                    <a:pt x="14" y="78"/>
                  </a:lnTo>
                  <a:lnTo>
                    <a:pt x="18" y="74"/>
                  </a:lnTo>
                  <a:lnTo>
                    <a:pt x="22" y="74"/>
                  </a:lnTo>
                  <a:lnTo>
                    <a:pt x="26" y="74"/>
                  </a:lnTo>
                  <a:lnTo>
                    <a:pt x="26" y="70"/>
                  </a:lnTo>
                  <a:lnTo>
                    <a:pt x="30" y="70"/>
                  </a:lnTo>
                  <a:lnTo>
                    <a:pt x="30" y="74"/>
                  </a:lnTo>
                  <a:lnTo>
                    <a:pt x="30" y="70"/>
                  </a:lnTo>
                  <a:lnTo>
                    <a:pt x="32" y="70"/>
                  </a:lnTo>
                  <a:lnTo>
                    <a:pt x="32" y="74"/>
                  </a:lnTo>
                  <a:lnTo>
                    <a:pt x="32" y="70"/>
                  </a:lnTo>
                  <a:lnTo>
                    <a:pt x="32" y="66"/>
                  </a:lnTo>
                  <a:lnTo>
                    <a:pt x="36" y="66"/>
                  </a:lnTo>
                  <a:lnTo>
                    <a:pt x="36" y="70"/>
                  </a:lnTo>
                  <a:lnTo>
                    <a:pt x="40" y="70"/>
                  </a:lnTo>
                  <a:lnTo>
                    <a:pt x="40" y="66"/>
                  </a:lnTo>
                  <a:lnTo>
                    <a:pt x="44" y="66"/>
                  </a:lnTo>
                  <a:lnTo>
                    <a:pt x="40" y="66"/>
                  </a:lnTo>
                  <a:lnTo>
                    <a:pt x="44" y="70"/>
                  </a:lnTo>
                  <a:lnTo>
                    <a:pt x="44" y="66"/>
                  </a:lnTo>
                  <a:lnTo>
                    <a:pt x="44" y="64"/>
                  </a:lnTo>
                  <a:lnTo>
                    <a:pt x="48" y="64"/>
                  </a:lnTo>
                  <a:lnTo>
                    <a:pt x="48" y="60"/>
                  </a:lnTo>
                  <a:lnTo>
                    <a:pt x="52" y="60"/>
                  </a:lnTo>
                  <a:lnTo>
                    <a:pt x="56" y="60"/>
                  </a:lnTo>
                  <a:lnTo>
                    <a:pt x="52" y="60"/>
                  </a:lnTo>
                  <a:lnTo>
                    <a:pt x="52" y="64"/>
                  </a:lnTo>
                  <a:lnTo>
                    <a:pt x="56" y="64"/>
                  </a:lnTo>
                  <a:lnTo>
                    <a:pt x="56" y="60"/>
                  </a:lnTo>
                  <a:lnTo>
                    <a:pt x="56" y="56"/>
                  </a:lnTo>
                  <a:lnTo>
                    <a:pt x="60" y="52"/>
                  </a:lnTo>
                  <a:lnTo>
                    <a:pt x="56" y="52"/>
                  </a:lnTo>
                  <a:lnTo>
                    <a:pt x="60" y="52"/>
                  </a:lnTo>
                  <a:lnTo>
                    <a:pt x="60" y="48"/>
                  </a:lnTo>
                  <a:lnTo>
                    <a:pt x="60" y="52"/>
                  </a:lnTo>
                  <a:lnTo>
                    <a:pt x="60" y="56"/>
                  </a:lnTo>
                  <a:lnTo>
                    <a:pt x="62" y="52"/>
                  </a:lnTo>
                  <a:lnTo>
                    <a:pt x="62" y="48"/>
                  </a:lnTo>
                  <a:lnTo>
                    <a:pt x="66" y="48"/>
                  </a:lnTo>
                  <a:lnTo>
                    <a:pt x="66" y="52"/>
                  </a:lnTo>
                  <a:lnTo>
                    <a:pt x="66" y="48"/>
                  </a:lnTo>
                  <a:lnTo>
                    <a:pt x="62" y="48"/>
                  </a:lnTo>
                  <a:lnTo>
                    <a:pt x="62" y="44"/>
                  </a:lnTo>
                  <a:lnTo>
                    <a:pt x="62" y="40"/>
                  </a:lnTo>
                  <a:lnTo>
                    <a:pt x="66" y="40"/>
                  </a:lnTo>
                  <a:lnTo>
                    <a:pt x="66" y="38"/>
                  </a:lnTo>
                  <a:lnTo>
                    <a:pt x="66" y="40"/>
                  </a:lnTo>
                  <a:lnTo>
                    <a:pt x="66" y="38"/>
                  </a:lnTo>
                  <a:lnTo>
                    <a:pt x="66" y="34"/>
                  </a:lnTo>
                  <a:lnTo>
                    <a:pt x="66" y="30"/>
                  </a:lnTo>
                  <a:lnTo>
                    <a:pt x="70" y="30"/>
                  </a:lnTo>
                  <a:lnTo>
                    <a:pt x="70" y="34"/>
                  </a:lnTo>
                  <a:lnTo>
                    <a:pt x="74" y="30"/>
                  </a:lnTo>
                  <a:lnTo>
                    <a:pt x="70" y="30"/>
                  </a:lnTo>
                  <a:lnTo>
                    <a:pt x="74" y="30"/>
                  </a:lnTo>
                  <a:lnTo>
                    <a:pt x="74" y="26"/>
                  </a:lnTo>
                  <a:lnTo>
                    <a:pt x="78" y="26"/>
                  </a:lnTo>
                  <a:lnTo>
                    <a:pt x="78" y="22"/>
                  </a:lnTo>
                  <a:lnTo>
                    <a:pt x="78" y="18"/>
                  </a:lnTo>
                  <a:lnTo>
                    <a:pt x="82" y="18"/>
                  </a:lnTo>
                  <a:lnTo>
                    <a:pt x="82" y="14"/>
                  </a:lnTo>
                  <a:lnTo>
                    <a:pt x="78" y="10"/>
                  </a:lnTo>
                  <a:lnTo>
                    <a:pt x="82" y="10"/>
                  </a:lnTo>
                  <a:lnTo>
                    <a:pt x="82" y="8"/>
                  </a:lnTo>
                  <a:lnTo>
                    <a:pt x="86" y="8"/>
                  </a:lnTo>
                  <a:lnTo>
                    <a:pt x="86" y="4"/>
                  </a:lnTo>
                  <a:lnTo>
                    <a:pt x="82" y="4"/>
                  </a:lnTo>
                  <a:lnTo>
                    <a:pt x="86" y="4"/>
                  </a:lnTo>
                  <a:lnTo>
                    <a:pt x="86" y="0"/>
                  </a:lnTo>
                  <a:lnTo>
                    <a:pt x="86" y="4"/>
                  </a:lnTo>
                  <a:lnTo>
                    <a:pt x="86" y="8"/>
                  </a:lnTo>
                  <a:lnTo>
                    <a:pt x="86" y="4"/>
                  </a:lnTo>
                  <a:lnTo>
                    <a:pt x="86" y="8"/>
                  </a:lnTo>
                  <a:lnTo>
                    <a:pt x="88" y="8"/>
                  </a:lnTo>
                  <a:lnTo>
                    <a:pt x="88" y="10"/>
                  </a:lnTo>
                  <a:lnTo>
                    <a:pt x="88" y="14"/>
                  </a:lnTo>
                  <a:lnTo>
                    <a:pt x="92" y="14"/>
                  </a:lnTo>
                  <a:lnTo>
                    <a:pt x="92" y="18"/>
                  </a:lnTo>
                  <a:lnTo>
                    <a:pt x="96" y="18"/>
                  </a:lnTo>
                  <a:lnTo>
                    <a:pt x="96" y="22"/>
                  </a:lnTo>
                  <a:lnTo>
                    <a:pt x="92" y="22"/>
                  </a:lnTo>
                  <a:lnTo>
                    <a:pt x="96" y="22"/>
                  </a:lnTo>
                  <a:lnTo>
                    <a:pt x="96" y="26"/>
                  </a:lnTo>
                  <a:lnTo>
                    <a:pt x="96" y="30"/>
                  </a:lnTo>
                  <a:lnTo>
                    <a:pt x="96" y="34"/>
                  </a:lnTo>
                  <a:lnTo>
                    <a:pt x="96" y="38"/>
                  </a:lnTo>
                  <a:lnTo>
                    <a:pt x="96" y="40"/>
                  </a:lnTo>
                  <a:lnTo>
                    <a:pt x="100" y="40"/>
                  </a:lnTo>
                  <a:lnTo>
                    <a:pt x="100" y="44"/>
                  </a:lnTo>
                  <a:lnTo>
                    <a:pt x="96" y="44"/>
                  </a:lnTo>
                  <a:lnTo>
                    <a:pt x="100" y="48"/>
                  </a:lnTo>
                  <a:lnTo>
                    <a:pt x="100" y="52"/>
                  </a:lnTo>
                  <a:lnTo>
                    <a:pt x="100" y="56"/>
                  </a:lnTo>
                  <a:lnTo>
                    <a:pt x="104" y="60"/>
                  </a:lnTo>
                  <a:lnTo>
                    <a:pt x="100" y="64"/>
                  </a:lnTo>
                  <a:lnTo>
                    <a:pt x="100" y="66"/>
                  </a:lnTo>
                  <a:lnTo>
                    <a:pt x="100" y="70"/>
                  </a:lnTo>
                  <a:lnTo>
                    <a:pt x="96" y="70"/>
                  </a:lnTo>
                  <a:lnTo>
                    <a:pt x="96" y="66"/>
                  </a:lnTo>
                  <a:lnTo>
                    <a:pt x="92" y="64"/>
                  </a:lnTo>
                  <a:lnTo>
                    <a:pt x="88" y="64"/>
                  </a:lnTo>
                  <a:lnTo>
                    <a:pt x="88" y="66"/>
                  </a:lnTo>
                  <a:lnTo>
                    <a:pt x="92" y="66"/>
                  </a:lnTo>
                  <a:lnTo>
                    <a:pt x="92" y="70"/>
                  </a:lnTo>
                  <a:lnTo>
                    <a:pt x="92" y="74"/>
                  </a:lnTo>
                  <a:lnTo>
                    <a:pt x="92" y="78"/>
                  </a:lnTo>
                  <a:lnTo>
                    <a:pt x="92" y="82"/>
                  </a:lnTo>
                  <a:lnTo>
                    <a:pt x="92" y="86"/>
                  </a:lnTo>
                  <a:lnTo>
                    <a:pt x="88" y="86"/>
                  </a:lnTo>
                  <a:lnTo>
                    <a:pt x="88" y="90"/>
                  </a:lnTo>
                  <a:lnTo>
                    <a:pt x="88" y="94"/>
                  </a:lnTo>
                  <a:lnTo>
                    <a:pt x="88" y="96"/>
                  </a:lnTo>
                  <a:lnTo>
                    <a:pt x="88" y="100"/>
                  </a:lnTo>
                  <a:lnTo>
                    <a:pt x="88" y="104"/>
                  </a:lnTo>
                  <a:lnTo>
                    <a:pt x="88" y="108"/>
                  </a:lnTo>
                  <a:lnTo>
                    <a:pt x="86" y="112"/>
                  </a:lnTo>
                  <a:lnTo>
                    <a:pt x="86" y="116"/>
                  </a:lnTo>
                  <a:lnTo>
                    <a:pt x="86" y="120"/>
                  </a:lnTo>
                  <a:lnTo>
                    <a:pt x="86" y="122"/>
                  </a:lnTo>
                  <a:lnTo>
                    <a:pt x="82" y="122"/>
                  </a:lnTo>
                  <a:lnTo>
                    <a:pt x="82" y="126"/>
                  </a:lnTo>
                  <a:lnTo>
                    <a:pt x="82" y="130"/>
                  </a:lnTo>
                  <a:lnTo>
                    <a:pt x="82" y="134"/>
                  </a:lnTo>
                  <a:lnTo>
                    <a:pt x="78" y="134"/>
                  </a:lnTo>
                  <a:lnTo>
                    <a:pt x="78" y="138"/>
                  </a:lnTo>
                  <a:lnTo>
                    <a:pt x="78" y="142"/>
                  </a:lnTo>
                  <a:lnTo>
                    <a:pt x="78" y="146"/>
                  </a:lnTo>
                  <a:lnTo>
                    <a:pt x="78" y="150"/>
                  </a:lnTo>
                  <a:lnTo>
                    <a:pt x="74" y="150"/>
                  </a:lnTo>
                  <a:lnTo>
                    <a:pt x="74" y="150"/>
                  </a:lnTo>
                  <a:lnTo>
                    <a:pt x="74" y="150"/>
                  </a:lnTo>
                  <a:close/>
                  <a:moveTo>
                    <a:pt x="92" y="90"/>
                  </a:moveTo>
                  <a:lnTo>
                    <a:pt x="92" y="86"/>
                  </a:lnTo>
                  <a:lnTo>
                    <a:pt x="96" y="86"/>
                  </a:lnTo>
                  <a:lnTo>
                    <a:pt x="96" y="90"/>
                  </a:lnTo>
                  <a:lnTo>
                    <a:pt x="92" y="90"/>
                  </a:lnTo>
                  <a:lnTo>
                    <a:pt x="92" y="90"/>
                  </a:lnTo>
                  <a:lnTo>
                    <a:pt x="92" y="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0" name="Freeform 155"/>
            <p:cNvSpPr>
              <a:spLocks noChangeAspect="1" noEditPoints="1"/>
            </p:cNvSpPr>
            <p:nvPr/>
          </p:nvSpPr>
          <p:spPr bwMode="gray">
            <a:xfrm>
              <a:off x="5603485" y="4801464"/>
              <a:ext cx="76528" cy="233061"/>
            </a:xfrm>
            <a:custGeom>
              <a:avLst/>
              <a:gdLst>
                <a:gd name="T0" fmla="*/ 4 w 44"/>
                <a:gd name="T1" fmla="*/ 78 h 134"/>
                <a:gd name="T2" fmla="*/ 0 w 44"/>
                <a:gd name="T3" fmla="*/ 72 h 134"/>
                <a:gd name="T4" fmla="*/ 4 w 44"/>
                <a:gd name="T5" fmla="*/ 68 h 134"/>
                <a:gd name="T6" fmla="*/ 4 w 44"/>
                <a:gd name="T7" fmla="*/ 60 h 134"/>
                <a:gd name="T8" fmla="*/ 4 w 44"/>
                <a:gd name="T9" fmla="*/ 56 h 134"/>
                <a:gd name="T10" fmla="*/ 10 w 44"/>
                <a:gd name="T11" fmla="*/ 52 h 134"/>
                <a:gd name="T12" fmla="*/ 10 w 44"/>
                <a:gd name="T13" fmla="*/ 48 h 134"/>
                <a:gd name="T14" fmla="*/ 10 w 44"/>
                <a:gd name="T15" fmla="*/ 48 h 134"/>
                <a:gd name="T16" fmla="*/ 6 w 44"/>
                <a:gd name="T17" fmla="*/ 38 h 134"/>
                <a:gd name="T18" fmla="*/ 10 w 44"/>
                <a:gd name="T19" fmla="*/ 30 h 134"/>
                <a:gd name="T20" fmla="*/ 6 w 44"/>
                <a:gd name="T21" fmla="*/ 26 h 134"/>
                <a:gd name="T22" fmla="*/ 10 w 44"/>
                <a:gd name="T23" fmla="*/ 22 h 134"/>
                <a:gd name="T24" fmla="*/ 14 w 44"/>
                <a:gd name="T25" fmla="*/ 20 h 134"/>
                <a:gd name="T26" fmla="*/ 10 w 44"/>
                <a:gd name="T27" fmla="*/ 16 h 134"/>
                <a:gd name="T28" fmla="*/ 6 w 44"/>
                <a:gd name="T29" fmla="*/ 12 h 134"/>
                <a:gd name="T30" fmla="*/ 6 w 44"/>
                <a:gd name="T31" fmla="*/ 4 h 134"/>
                <a:gd name="T32" fmla="*/ 6 w 44"/>
                <a:gd name="T33" fmla="*/ 4 h 134"/>
                <a:gd name="T34" fmla="*/ 4 w 44"/>
                <a:gd name="T35" fmla="*/ 0 h 134"/>
                <a:gd name="T36" fmla="*/ 4 w 44"/>
                <a:gd name="T37" fmla="*/ 0 h 134"/>
                <a:gd name="T38" fmla="*/ 10 w 44"/>
                <a:gd name="T39" fmla="*/ 0 h 134"/>
                <a:gd name="T40" fmla="*/ 14 w 44"/>
                <a:gd name="T41" fmla="*/ 4 h 134"/>
                <a:gd name="T42" fmla="*/ 18 w 44"/>
                <a:gd name="T43" fmla="*/ 4 h 134"/>
                <a:gd name="T44" fmla="*/ 18 w 44"/>
                <a:gd name="T45" fmla="*/ 0 h 134"/>
                <a:gd name="T46" fmla="*/ 26 w 44"/>
                <a:gd name="T47" fmla="*/ 8 h 134"/>
                <a:gd name="T48" fmla="*/ 26 w 44"/>
                <a:gd name="T49" fmla="*/ 16 h 134"/>
                <a:gd name="T50" fmla="*/ 26 w 44"/>
                <a:gd name="T51" fmla="*/ 20 h 134"/>
                <a:gd name="T52" fmla="*/ 26 w 44"/>
                <a:gd name="T53" fmla="*/ 26 h 134"/>
                <a:gd name="T54" fmla="*/ 30 w 44"/>
                <a:gd name="T55" fmla="*/ 30 h 134"/>
                <a:gd name="T56" fmla="*/ 34 w 44"/>
                <a:gd name="T57" fmla="*/ 38 h 134"/>
                <a:gd name="T58" fmla="*/ 26 w 44"/>
                <a:gd name="T59" fmla="*/ 38 h 134"/>
                <a:gd name="T60" fmla="*/ 26 w 44"/>
                <a:gd name="T61" fmla="*/ 42 h 134"/>
                <a:gd name="T62" fmla="*/ 22 w 44"/>
                <a:gd name="T63" fmla="*/ 48 h 134"/>
                <a:gd name="T64" fmla="*/ 26 w 44"/>
                <a:gd name="T65" fmla="*/ 52 h 134"/>
                <a:gd name="T66" fmla="*/ 26 w 44"/>
                <a:gd name="T67" fmla="*/ 56 h 134"/>
                <a:gd name="T68" fmla="*/ 26 w 44"/>
                <a:gd name="T69" fmla="*/ 68 h 134"/>
                <a:gd name="T70" fmla="*/ 30 w 44"/>
                <a:gd name="T71" fmla="*/ 72 h 134"/>
                <a:gd name="T72" fmla="*/ 40 w 44"/>
                <a:gd name="T73" fmla="*/ 82 h 134"/>
                <a:gd name="T74" fmla="*/ 44 w 44"/>
                <a:gd name="T75" fmla="*/ 94 h 134"/>
                <a:gd name="T76" fmla="*/ 44 w 44"/>
                <a:gd name="T77" fmla="*/ 102 h 134"/>
                <a:gd name="T78" fmla="*/ 44 w 44"/>
                <a:gd name="T79" fmla="*/ 112 h 134"/>
                <a:gd name="T80" fmla="*/ 40 w 44"/>
                <a:gd name="T81" fmla="*/ 116 h 134"/>
                <a:gd name="T82" fmla="*/ 38 w 44"/>
                <a:gd name="T83" fmla="*/ 124 h 134"/>
                <a:gd name="T84" fmla="*/ 38 w 44"/>
                <a:gd name="T85" fmla="*/ 124 h 134"/>
                <a:gd name="T86" fmla="*/ 38 w 44"/>
                <a:gd name="T87" fmla="*/ 132 h 134"/>
                <a:gd name="T88" fmla="*/ 34 w 44"/>
                <a:gd name="T89" fmla="*/ 132 h 134"/>
                <a:gd name="T90" fmla="*/ 34 w 44"/>
                <a:gd name="T91" fmla="*/ 128 h 134"/>
                <a:gd name="T92" fmla="*/ 30 w 44"/>
                <a:gd name="T93" fmla="*/ 124 h 134"/>
                <a:gd name="T94" fmla="*/ 26 w 44"/>
                <a:gd name="T95" fmla="*/ 120 h 134"/>
                <a:gd name="T96" fmla="*/ 26 w 44"/>
                <a:gd name="T97" fmla="*/ 116 h 134"/>
                <a:gd name="T98" fmla="*/ 22 w 44"/>
                <a:gd name="T99" fmla="*/ 112 h 134"/>
                <a:gd name="T100" fmla="*/ 22 w 44"/>
                <a:gd name="T101" fmla="*/ 108 h 134"/>
                <a:gd name="T102" fmla="*/ 26 w 44"/>
                <a:gd name="T103" fmla="*/ 104 h 134"/>
                <a:gd name="T104" fmla="*/ 26 w 44"/>
                <a:gd name="T105" fmla="*/ 102 h 134"/>
                <a:gd name="T106" fmla="*/ 26 w 44"/>
                <a:gd name="T107" fmla="*/ 98 h 134"/>
                <a:gd name="T108" fmla="*/ 26 w 44"/>
                <a:gd name="T109" fmla="*/ 90 h 134"/>
                <a:gd name="T110" fmla="*/ 22 w 44"/>
                <a:gd name="T111" fmla="*/ 86 h 134"/>
                <a:gd name="T112" fmla="*/ 14 w 44"/>
                <a:gd name="T113" fmla="*/ 86 h 134"/>
                <a:gd name="T114" fmla="*/ 6 w 44"/>
                <a:gd name="T115" fmla="*/ 78 h 134"/>
                <a:gd name="T116" fmla="*/ 26 w 44"/>
                <a:gd name="T117" fmla="*/ 46 h 134"/>
                <a:gd name="T118" fmla="*/ 30 w 44"/>
                <a:gd name="T119" fmla="*/ 46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 h="134">
                  <a:moveTo>
                    <a:pt x="6" y="78"/>
                  </a:moveTo>
                  <a:lnTo>
                    <a:pt x="6" y="78"/>
                  </a:lnTo>
                  <a:lnTo>
                    <a:pt x="6" y="78"/>
                  </a:lnTo>
                  <a:lnTo>
                    <a:pt x="6" y="78"/>
                  </a:lnTo>
                  <a:lnTo>
                    <a:pt x="6" y="78"/>
                  </a:lnTo>
                  <a:lnTo>
                    <a:pt x="4" y="78"/>
                  </a:lnTo>
                  <a:lnTo>
                    <a:pt x="4" y="76"/>
                  </a:lnTo>
                  <a:lnTo>
                    <a:pt x="4" y="76"/>
                  </a:lnTo>
                  <a:lnTo>
                    <a:pt x="0" y="72"/>
                  </a:lnTo>
                  <a:lnTo>
                    <a:pt x="0" y="72"/>
                  </a:lnTo>
                  <a:lnTo>
                    <a:pt x="0" y="72"/>
                  </a:lnTo>
                  <a:lnTo>
                    <a:pt x="0" y="72"/>
                  </a:lnTo>
                  <a:lnTo>
                    <a:pt x="0" y="72"/>
                  </a:lnTo>
                  <a:lnTo>
                    <a:pt x="0" y="72"/>
                  </a:lnTo>
                  <a:lnTo>
                    <a:pt x="4" y="72"/>
                  </a:lnTo>
                  <a:lnTo>
                    <a:pt x="4" y="72"/>
                  </a:lnTo>
                  <a:lnTo>
                    <a:pt x="4" y="68"/>
                  </a:lnTo>
                  <a:lnTo>
                    <a:pt x="4" y="68"/>
                  </a:lnTo>
                  <a:lnTo>
                    <a:pt x="4" y="64"/>
                  </a:lnTo>
                  <a:lnTo>
                    <a:pt x="4" y="64"/>
                  </a:lnTo>
                  <a:lnTo>
                    <a:pt x="4" y="64"/>
                  </a:lnTo>
                  <a:lnTo>
                    <a:pt x="4" y="60"/>
                  </a:lnTo>
                  <a:lnTo>
                    <a:pt x="4" y="60"/>
                  </a:lnTo>
                  <a:lnTo>
                    <a:pt x="4" y="60"/>
                  </a:lnTo>
                  <a:lnTo>
                    <a:pt x="4" y="60"/>
                  </a:lnTo>
                  <a:lnTo>
                    <a:pt x="4" y="60"/>
                  </a:lnTo>
                  <a:lnTo>
                    <a:pt x="4" y="60"/>
                  </a:lnTo>
                  <a:lnTo>
                    <a:pt x="4" y="60"/>
                  </a:lnTo>
                  <a:lnTo>
                    <a:pt x="4" y="60"/>
                  </a:lnTo>
                  <a:lnTo>
                    <a:pt x="4" y="56"/>
                  </a:lnTo>
                  <a:lnTo>
                    <a:pt x="4" y="52"/>
                  </a:lnTo>
                  <a:lnTo>
                    <a:pt x="4" y="52"/>
                  </a:lnTo>
                  <a:lnTo>
                    <a:pt x="6" y="52"/>
                  </a:lnTo>
                  <a:lnTo>
                    <a:pt x="6" y="52"/>
                  </a:lnTo>
                  <a:lnTo>
                    <a:pt x="6" y="52"/>
                  </a:lnTo>
                  <a:lnTo>
                    <a:pt x="10" y="52"/>
                  </a:lnTo>
                  <a:lnTo>
                    <a:pt x="10" y="52"/>
                  </a:lnTo>
                  <a:lnTo>
                    <a:pt x="10" y="52"/>
                  </a:lnTo>
                  <a:lnTo>
                    <a:pt x="10" y="48"/>
                  </a:lnTo>
                  <a:lnTo>
                    <a:pt x="10" y="48"/>
                  </a:lnTo>
                  <a:lnTo>
                    <a:pt x="10" y="48"/>
                  </a:lnTo>
                  <a:lnTo>
                    <a:pt x="10" y="48"/>
                  </a:lnTo>
                  <a:lnTo>
                    <a:pt x="10" y="48"/>
                  </a:lnTo>
                  <a:lnTo>
                    <a:pt x="10" y="48"/>
                  </a:lnTo>
                  <a:lnTo>
                    <a:pt x="10" y="48"/>
                  </a:lnTo>
                  <a:lnTo>
                    <a:pt x="10" y="48"/>
                  </a:lnTo>
                  <a:lnTo>
                    <a:pt x="10" y="48"/>
                  </a:lnTo>
                  <a:lnTo>
                    <a:pt x="10" y="48"/>
                  </a:lnTo>
                  <a:lnTo>
                    <a:pt x="6" y="46"/>
                  </a:lnTo>
                  <a:lnTo>
                    <a:pt x="6" y="46"/>
                  </a:lnTo>
                  <a:lnTo>
                    <a:pt x="6" y="46"/>
                  </a:lnTo>
                  <a:lnTo>
                    <a:pt x="6" y="42"/>
                  </a:lnTo>
                  <a:lnTo>
                    <a:pt x="6" y="38"/>
                  </a:lnTo>
                  <a:lnTo>
                    <a:pt x="6" y="38"/>
                  </a:lnTo>
                  <a:lnTo>
                    <a:pt x="6" y="38"/>
                  </a:lnTo>
                  <a:lnTo>
                    <a:pt x="6" y="38"/>
                  </a:lnTo>
                  <a:lnTo>
                    <a:pt x="6" y="34"/>
                  </a:lnTo>
                  <a:lnTo>
                    <a:pt x="6" y="34"/>
                  </a:lnTo>
                  <a:lnTo>
                    <a:pt x="6" y="34"/>
                  </a:lnTo>
                  <a:lnTo>
                    <a:pt x="10" y="30"/>
                  </a:lnTo>
                  <a:lnTo>
                    <a:pt x="10" y="30"/>
                  </a:lnTo>
                  <a:lnTo>
                    <a:pt x="10" y="30"/>
                  </a:lnTo>
                  <a:lnTo>
                    <a:pt x="10" y="30"/>
                  </a:lnTo>
                  <a:lnTo>
                    <a:pt x="10" y="30"/>
                  </a:lnTo>
                  <a:lnTo>
                    <a:pt x="10" y="26"/>
                  </a:lnTo>
                  <a:lnTo>
                    <a:pt x="6" y="26"/>
                  </a:lnTo>
                  <a:lnTo>
                    <a:pt x="6" y="22"/>
                  </a:lnTo>
                  <a:lnTo>
                    <a:pt x="10" y="22"/>
                  </a:lnTo>
                  <a:lnTo>
                    <a:pt x="10" y="22"/>
                  </a:lnTo>
                  <a:lnTo>
                    <a:pt x="10" y="22"/>
                  </a:lnTo>
                  <a:lnTo>
                    <a:pt x="10" y="22"/>
                  </a:lnTo>
                  <a:lnTo>
                    <a:pt x="10" y="22"/>
                  </a:lnTo>
                  <a:lnTo>
                    <a:pt x="10" y="22"/>
                  </a:lnTo>
                  <a:lnTo>
                    <a:pt x="10" y="22"/>
                  </a:lnTo>
                  <a:lnTo>
                    <a:pt x="14" y="20"/>
                  </a:lnTo>
                  <a:lnTo>
                    <a:pt x="14" y="20"/>
                  </a:lnTo>
                  <a:lnTo>
                    <a:pt x="14" y="20"/>
                  </a:lnTo>
                  <a:lnTo>
                    <a:pt x="14" y="20"/>
                  </a:lnTo>
                  <a:lnTo>
                    <a:pt x="14" y="20"/>
                  </a:lnTo>
                  <a:lnTo>
                    <a:pt x="14" y="20"/>
                  </a:lnTo>
                  <a:lnTo>
                    <a:pt x="14" y="20"/>
                  </a:lnTo>
                  <a:lnTo>
                    <a:pt x="10" y="16"/>
                  </a:lnTo>
                  <a:lnTo>
                    <a:pt x="10" y="16"/>
                  </a:lnTo>
                  <a:lnTo>
                    <a:pt x="10" y="16"/>
                  </a:lnTo>
                  <a:lnTo>
                    <a:pt x="10" y="16"/>
                  </a:lnTo>
                  <a:lnTo>
                    <a:pt x="10" y="16"/>
                  </a:lnTo>
                  <a:lnTo>
                    <a:pt x="10" y="12"/>
                  </a:lnTo>
                  <a:lnTo>
                    <a:pt x="10" y="12"/>
                  </a:lnTo>
                  <a:lnTo>
                    <a:pt x="10" y="12"/>
                  </a:lnTo>
                  <a:lnTo>
                    <a:pt x="6" y="12"/>
                  </a:lnTo>
                  <a:lnTo>
                    <a:pt x="6" y="8"/>
                  </a:lnTo>
                  <a:lnTo>
                    <a:pt x="10" y="8"/>
                  </a:lnTo>
                  <a:lnTo>
                    <a:pt x="6" y="8"/>
                  </a:lnTo>
                  <a:lnTo>
                    <a:pt x="6" y="4"/>
                  </a:lnTo>
                  <a:lnTo>
                    <a:pt x="6" y="4"/>
                  </a:lnTo>
                  <a:lnTo>
                    <a:pt x="6" y="4"/>
                  </a:lnTo>
                  <a:lnTo>
                    <a:pt x="6" y="4"/>
                  </a:lnTo>
                  <a:lnTo>
                    <a:pt x="6" y="4"/>
                  </a:lnTo>
                  <a:lnTo>
                    <a:pt x="6" y="4"/>
                  </a:lnTo>
                  <a:lnTo>
                    <a:pt x="6" y="4"/>
                  </a:lnTo>
                  <a:lnTo>
                    <a:pt x="6" y="4"/>
                  </a:lnTo>
                  <a:lnTo>
                    <a:pt x="6" y="4"/>
                  </a:lnTo>
                  <a:lnTo>
                    <a:pt x="6" y="4"/>
                  </a:lnTo>
                  <a:lnTo>
                    <a:pt x="4" y="4"/>
                  </a:lnTo>
                  <a:lnTo>
                    <a:pt x="4" y="4"/>
                  </a:lnTo>
                  <a:lnTo>
                    <a:pt x="4" y="0"/>
                  </a:lnTo>
                  <a:lnTo>
                    <a:pt x="4" y="0"/>
                  </a:lnTo>
                  <a:lnTo>
                    <a:pt x="4" y="0"/>
                  </a:lnTo>
                  <a:lnTo>
                    <a:pt x="4" y="0"/>
                  </a:lnTo>
                  <a:lnTo>
                    <a:pt x="4" y="0"/>
                  </a:lnTo>
                  <a:lnTo>
                    <a:pt x="4" y="0"/>
                  </a:lnTo>
                  <a:lnTo>
                    <a:pt x="4" y="0"/>
                  </a:lnTo>
                  <a:lnTo>
                    <a:pt x="4" y="0"/>
                  </a:lnTo>
                  <a:lnTo>
                    <a:pt x="4" y="0"/>
                  </a:lnTo>
                  <a:lnTo>
                    <a:pt x="6" y="0"/>
                  </a:lnTo>
                  <a:lnTo>
                    <a:pt x="6" y="0"/>
                  </a:lnTo>
                  <a:lnTo>
                    <a:pt x="6" y="0"/>
                  </a:lnTo>
                  <a:lnTo>
                    <a:pt x="6" y="0"/>
                  </a:lnTo>
                  <a:lnTo>
                    <a:pt x="10" y="0"/>
                  </a:lnTo>
                  <a:lnTo>
                    <a:pt x="10" y="0"/>
                  </a:lnTo>
                  <a:lnTo>
                    <a:pt x="10" y="4"/>
                  </a:lnTo>
                  <a:lnTo>
                    <a:pt x="10" y="4"/>
                  </a:lnTo>
                  <a:lnTo>
                    <a:pt x="10" y="4"/>
                  </a:lnTo>
                  <a:lnTo>
                    <a:pt x="10" y="4"/>
                  </a:lnTo>
                  <a:lnTo>
                    <a:pt x="10" y="4"/>
                  </a:lnTo>
                  <a:lnTo>
                    <a:pt x="14" y="4"/>
                  </a:lnTo>
                  <a:lnTo>
                    <a:pt x="18" y="4"/>
                  </a:lnTo>
                  <a:lnTo>
                    <a:pt x="18" y="4"/>
                  </a:lnTo>
                  <a:lnTo>
                    <a:pt x="18" y="4"/>
                  </a:lnTo>
                  <a:lnTo>
                    <a:pt x="18" y="4"/>
                  </a:lnTo>
                  <a:lnTo>
                    <a:pt x="18" y="4"/>
                  </a:lnTo>
                  <a:lnTo>
                    <a:pt x="18" y="4"/>
                  </a:lnTo>
                  <a:lnTo>
                    <a:pt x="18" y="0"/>
                  </a:lnTo>
                  <a:lnTo>
                    <a:pt x="18" y="0"/>
                  </a:lnTo>
                  <a:lnTo>
                    <a:pt x="18" y="0"/>
                  </a:lnTo>
                  <a:lnTo>
                    <a:pt x="18" y="0"/>
                  </a:lnTo>
                  <a:lnTo>
                    <a:pt x="18" y="0"/>
                  </a:lnTo>
                  <a:lnTo>
                    <a:pt x="18" y="0"/>
                  </a:lnTo>
                  <a:lnTo>
                    <a:pt x="22" y="0"/>
                  </a:lnTo>
                  <a:lnTo>
                    <a:pt x="22" y="4"/>
                  </a:lnTo>
                  <a:lnTo>
                    <a:pt x="22" y="4"/>
                  </a:lnTo>
                  <a:lnTo>
                    <a:pt x="22" y="4"/>
                  </a:lnTo>
                  <a:lnTo>
                    <a:pt x="22" y="8"/>
                  </a:lnTo>
                  <a:lnTo>
                    <a:pt x="26" y="8"/>
                  </a:lnTo>
                  <a:lnTo>
                    <a:pt x="26" y="8"/>
                  </a:lnTo>
                  <a:lnTo>
                    <a:pt x="26" y="8"/>
                  </a:lnTo>
                  <a:lnTo>
                    <a:pt x="26" y="8"/>
                  </a:lnTo>
                  <a:lnTo>
                    <a:pt x="26" y="12"/>
                  </a:lnTo>
                  <a:lnTo>
                    <a:pt x="26" y="16"/>
                  </a:lnTo>
                  <a:lnTo>
                    <a:pt x="26" y="16"/>
                  </a:lnTo>
                  <a:lnTo>
                    <a:pt x="26" y="16"/>
                  </a:lnTo>
                  <a:lnTo>
                    <a:pt x="26" y="20"/>
                  </a:lnTo>
                  <a:lnTo>
                    <a:pt x="26" y="20"/>
                  </a:lnTo>
                  <a:lnTo>
                    <a:pt x="26" y="20"/>
                  </a:lnTo>
                  <a:lnTo>
                    <a:pt x="26" y="20"/>
                  </a:lnTo>
                  <a:lnTo>
                    <a:pt x="26" y="20"/>
                  </a:lnTo>
                  <a:lnTo>
                    <a:pt x="30" y="20"/>
                  </a:lnTo>
                  <a:lnTo>
                    <a:pt x="30" y="20"/>
                  </a:lnTo>
                  <a:lnTo>
                    <a:pt x="30" y="22"/>
                  </a:lnTo>
                  <a:lnTo>
                    <a:pt x="30" y="22"/>
                  </a:lnTo>
                  <a:lnTo>
                    <a:pt x="26" y="26"/>
                  </a:lnTo>
                  <a:lnTo>
                    <a:pt x="26" y="26"/>
                  </a:lnTo>
                  <a:lnTo>
                    <a:pt x="26" y="26"/>
                  </a:lnTo>
                  <a:lnTo>
                    <a:pt x="26" y="26"/>
                  </a:lnTo>
                  <a:lnTo>
                    <a:pt x="26" y="26"/>
                  </a:lnTo>
                  <a:lnTo>
                    <a:pt x="26" y="30"/>
                  </a:lnTo>
                  <a:lnTo>
                    <a:pt x="26" y="30"/>
                  </a:lnTo>
                  <a:lnTo>
                    <a:pt x="30" y="30"/>
                  </a:lnTo>
                  <a:lnTo>
                    <a:pt x="30" y="34"/>
                  </a:lnTo>
                  <a:lnTo>
                    <a:pt x="30" y="34"/>
                  </a:lnTo>
                  <a:lnTo>
                    <a:pt x="30" y="34"/>
                  </a:lnTo>
                  <a:lnTo>
                    <a:pt x="34" y="34"/>
                  </a:lnTo>
                  <a:lnTo>
                    <a:pt x="34" y="34"/>
                  </a:lnTo>
                  <a:lnTo>
                    <a:pt x="34" y="38"/>
                  </a:lnTo>
                  <a:lnTo>
                    <a:pt x="34" y="38"/>
                  </a:lnTo>
                  <a:lnTo>
                    <a:pt x="30" y="38"/>
                  </a:lnTo>
                  <a:lnTo>
                    <a:pt x="30" y="38"/>
                  </a:lnTo>
                  <a:lnTo>
                    <a:pt x="26" y="38"/>
                  </a:lnTo>
                  <a:lnTo>
                    <a:pt x="26" y="38"/>
                  </a:lnTo>
                  <a:lnTo>
                    <a:pt x="26" y="38"/>
                  </a:lnTo>
                  <a:lnTo>
                    <a:pt x="26" y="38"/>
                  </a:lnTo>
                  <a:lnTo>
                    <a:pt x="26" y="38"/>
                  </a:lnTo>
                  <a:lnTo>
                    <a:pt x="26" y="38"/>
                  </a:lnTo>
                  <a:lnTo>
                    <a:pt x="26" y="42"/>
                  </a:lnTo>
                  <a:lnTo>
                    <a:pt x="26" y="42"/>
                  </a:lnTo>
                  <a:lnTo>
                    <a:pt x="26" y="42"/>
                  </a:lnTo>
                  <a:lnTo>
                    <a:pt x="26" y="42"/>
                  </a:lnTo>
                  <a:lnTo>
                    <a:pt x="26" y="46"/>
                  </a:lnTo>
                  <a:lnTo>
                    <a:pt x="26" y="46"/>
                  </a:lnTo>
                  <a:lnTo>
                    <a:pt x="22" y="46"/>
                  </a:lnTo>
                  <a:lnTo>
                    <a:pt x="22" y="46"/>
                  </a:lnTo>
                  <a:lnTo>
                    <a:pt x="22" y="48"/>
                  </a:lnTo>
                  <a:lnTo>
                    <a:pt x="22" y="48"/>
                  </a:lnTo>
                  <a:lnTo>
                    <a:pt x="22" y="48"/>
                  </a:lnTo>
                  <a:lnTo>
                    <a:pt x="26" y="48"/>
                  </a:lnTo>
                  <a:lnTo>
                    <a:pt x="26" y="52"/>
                  </a:lnTo>
                  <a:lnTo>
                    <a:pt x="26" y="52"/>
                  </a:lnTo>
                  <a:lnTo>
                    <a:pt x="26" y="52"/>
                  </a:lnTo>
                  <a:lnTo>
                    <a:pt x="26" y="52"/>
                  </a:lnTo>
                  <a:lnTo>
                    <a:pt x="26" y="56"/>
                  </a:lnTo>
                  <a:lnTo>
                    <a:pt x="26" y="56"/>
                  </a:lnTo>
                  <a:lnTo>
                    <a:pt x="26" y="56"/>
                  </a:lnTo>
                  <a:lnTo>
                    <a:pt x="26" y="56"/>
                  </a:lnTo>
                  <a:lnTo>
                    <a:pt x="26" y="56"/>
                  </a:lnTo>
                  <a:lnTo>
                    <a:pt x="26" y="60"/>
                  </a:lnTo>
                  <a:lnTo>
                    <a:pt x="26" y="60"/>
                  </a:lnTo>
                  <a:lnTo>
                    <a:pt x="26" y="60"/>
                  </a:lnTo>
                  <a:lnTo>
                    <a:pt x="26" y="60"/>
                  </a:lnTo>
                  <a:lnTo>
                    <a:pt x="26" y="64"/>
                  </a:lnTo>
                  <a:lnTo>
                    <a:pt x="26" y="68"/>
                  </a:lnTo>
                  <a:lnTo>
                    <a:pt x="26" y="68"/>
                  </a:lnTo>
                  <a:lnTo>
                    <a:pt x="26" y="68"/>
                  </a:lnTo>
                  <a:lnTo>
                    <a:pt x="26" y="68"/>
                  </a:lnTo>
                  <a:lnTo>
                    <a:pt x="30" y="72"/>
                  </a:lnTo>
                  <a:lnTo>
                    <a:pt x="30" y="72"/>
                  </a:lnTo>
                  <a:lnTo>
                    <a:pt x="30" y="72"/>
                  </a:lnTo>
                  <a:lnTo>
                    <a:pt x="30" y="72"/>
                  </a:lnTo>
                  <a:lnTo>
                    <a:pt x="34" y="72"/>
                  </a:lnTo>
                  <a:lnTo>
                    <a:pt x="34" y="76"/>
                  </a:lnTo>
                  <a:lnTo>
                    <a:pt x="38" y="76"/>
                  </a:lnTo>
                  <a:lnTo>
                    <a:pt x="40" y="82"/>
                  </a:lnTo>
                  <a:lnTo>
                    <a:pt x="40" y="82"/>
                  </a:lnTo>
                  <a:lnTo>
                    <a:pt x="40" y="82"/>
                  </a:lnTo>
                  <a:lnTo>
                    <a:pt x="40" y="82"/>
                  </a:lnTo>
                  <a:lnTo>
                    <a:pt x="44" y="90"/>
                  </a:lnTo>
                  <a:lnTo>
                    <a:pt x="44" y="90"/>
                  </a:lnTo>
                  <a:lnTo>
                    <a:pt x="44" y="90"/>
                  </a:lnTo>
                  <a:lnTo>
                    <a:pt x="44" y="94"/>
                  </a:lnTo>
                  <a:lnTo>
                    <a:pt x="44" y="94"/>
                  </a:lnTo>
                  <a:lnTo>
                    <a:pt x="44" y="94"/>
                  </a:lnTo>
                  <a:lnTo>
                    <a:pt x="44" y="98"/>
                  </a:lnTo>
                  <a:lnTo>
                    <a:pt x="44" y="98"/>
                  </a:lnTo>
                  <a:lnTo>
                    <a:pt x="44" y="102"/>
                  </a:lnTo>
                  <a:lnTo>
                    <a:pt x="44" y="102"/>
                  </a:lnTo>
                  <a:lnTo>
                    <a:pt x="44" y="104"/>
                  </a:lnTo>
                  <a:lnTo>
                    <a:pt x="44" y="104"/>
                  </a:lnTo>
                  <a:lnTo>
                    <a:pt x="44" y="104"/>
                  </a:lnTo>
                  <a:lnTo>
                    <a:pt x="44" y="104"/>
                  </a:lnTo>
                  <a:lnTo>
                    <a:pt x="44" y="112"/>
                  </a:lnTo>
                  <a:lnTo>
                    <a:pt x="44" y="112"/>
                  </a:lnTo>
                  <a:lnTo>
                    <a:pt x="44" y="116"/>
                  </a:lnTo>
                  <a:lnTo>
                    <a:pt x="44" y="116"/>
                  </a:lnTo>
                  <a:lnTo>
                    <a:pt x="44" y="116"/>
                  </a:lnTo>
                  <a:lnTo>
                    <a:pt x="40" y="116"/>
                  </a:lnTo>
                  <a:lnTo>
                    <a:pt x="40" y="116"/>
                  </a:lnTo>
                  <a:lnTo>
                    <a:pt x="40" y="116"/>
                  </a:lnTo>
                  <a:lnTo>
                    <a:pt x="38" y="116"/>
                  </a:lnTo>
                  <a:lnTo>
                    <a:pt x="38" y="116"/>
                  </a:lnTo>
                  <a:lnTo>
                    <a:pt x="38" y="120"/>
                  </a:lnTo>
                  <a:lnTo>
                    <a:pt x="38" y="120"/>
                  </a:lnTo>
                  <a:lnTo>
                    <a:pt x="38" y="120"/>
                  </a:lnTo>
                  <a:lnTo>
                    <a:pt x="38" y="124"/>
                  </a:lnTo>
                  <a:lnTo>
                    <a:pt x="34" y="124"/>
                  </a:lnTo>
                  <a:lnTo>
                    <a:pt x="34" y="124"/>
                  </a:lnTo>
                  <a:lnTo>
                    <a:pt x="34" y="124"/>
                  </a:lnTo>
                  <a:lnTo>
                    <a:pt x="38" y="124"/>
                  </a:lnTo>
                  <a:lnTo>
                    <a:pt x="38" y="124"/>
                  </a:lnTo>
                  <a:lnTo>
                    <a:pt x="38" y="124"/>
                  </a:lnTo>
                  <a:lnTo>
                    <a:pt x="38" y="128"/>
                  </a:lnTo>
                  <a:lnTo>
                    <a:pt x="38" y="128"/>
                  </a:lnTo>
                  <a:lnTo>
                    <a:pt x="38" y="128"/>
                  </a:lnTo>
                  <a:lnTo>
                    <a:pt x="38" y="132"/>
                  </a:lnTo>
                  <a:lnTo>
                    <a:pt x="38" y="132"/>
                  </a:lnTo>
                  <a:lnTo>
                    <a:pt x="38" y="132"/>
                  </a:lnTo>
                  <a:lnTo>
                    <a:pt x="38" y="132"/>
                  </a:lnTo>
                  <a:lnTo>
                    <a:pt x="38" y="134"/>
                  </a:lnTo>
                  <a:lnTo>
                    <a:pt x="38" y="134"/>
                  </a:lnTo>
                  <a:lnTo>
                    <a:pt x="34" y="134"/>
                  </a:lnTo>
                  <a:lnTo>
                    <a:pt x="34" y="134"/>
                  </a:lnTo>
                  <a:lnTo>
                    <a:pt x="34" y="132"/>
                  </a:lnTo>
                  <a:lnTo>
                    <a:pt x="34" y="132"/>
                  </a:lnTo>
                  <a:lnTo>
                    <a:pt x="34" y="132"/>
                  </a:lnTo>
                  <a:lnTo>
                    <a:pt x="34" y="132"/>
                  </a:lnTo>
                  <a:lnTo>
                    <a:pt x="34" y="132"/>
                  </a:lnTo>
                  <a:lnTo>
                    <a:pt x="34" y="128"/>
                  </a:lnTo>
                  <a:lnTo>
                    <a:pt x="34" y="128"/>
                  </a:lnTo>
                  <a:lnTo>
                    <a:pt x="34" y="128"/>
                  </a:lnTo>
                  <a:lnTo>
                    <a:pt x="34" y="128"/>
                  </a:lnTo>
                  <a:lnTo>
                    <a:pt x="34" y="128"/>
                  </a:lnTo>
                  <a:lnTo>
                    <a:pt x="34" y="128"/>
                  </a:lnTo>
                  <a:lnTo>
                    <a:pt x="30" y="124"/>
                  </a:lnTo>
                  <a:lnTo>
                    <a:pt x="30" y="124"/>
                  </a:lnTo>
                  <a:lnTo>
                    <a:pt x="30" y="124"/>
                  </a:lnTo>
                  <a:lnTo>
                    <a:pt x="30" y="120"/>
                  </a:lnTo>
                  <a:lnTo>
                    <a:pt x="26" y="120"/>
                  </a:lnTo>
                  <a:lnTo>
                    <a:pt x="26" y="120"/>
                  </a:lnTo>
                  <a:lnTo>
                    <a:pt x="26" y="120"/>
                  </a:lnTo>
                  <a:lnTo>
                    <a:pt x="26" y="120"/>
                  </a:lnTo>
                  <a:lnTo>
                    <a:pt x="26" y="120"/>
                  </a:lnTo>
                  <a:lnTo>
                    <a:pt x="26" y="120"/>
                  </a:lnTo>
                  <a:lnTo>
                    <a:pt x="26" y="120"/>
                  </a:lnTo>
                  <a:lnTo>
                    <a:pt x="26" y="120"/>
                  </a:lnTo>
                  <a:lnTo>
                    <a:pt x="26" y="116"/>
                  </a:lnTo>
                  <a:lnTo>
                    <a:pt x="26" y="116"/>
                  </a:lnTo>
                  <a:lnTo>
                    <a:pt x="26" y="116"/>
                  </a:lnTo>
                  <a:lnTo>
                    <a:pt x="26" y="116"/>
                  </a:lnTo>
                  <a:lnTo>
                    <a:pt x="26" y="116"/>
                  </a:lnTo>
                  <a:lnTo>
                    <a:pt x="22" y="112"/>
                  </a:lnTo>
                  <a:lnTo>
                    <a:pt x="22" y="112"/>
                  </a:lnTo>
                  <a:lnTo>
                    <a:pt x="22" y="112"/>
                  </a:lnTo>
                  <a:lnTo>
                    <a:pt x="22" y="112"/>
                  </a:lnTo>
                  <a:lnTo>
                    <a:pt x="22" y="112"/>
                  </a:lnTo>
                  <a:lnTo>
                    <a:pt x="22" y="112"/>
                  </a:lnTo>
                  <a:lnTo>
                    <a:pt x="22" y="108"/>
                  </a:lnTo>
                  <a:lnTo>
                    <a:pt x="22" y="108"/>
                  </a:lnTo>
                  <a:lnTo>
                    <a:pt x="22" y="108"/>
                  </a:lnTo>
                  <a:lnTo>
                    <a:pt x="22" y="108"/>
                  </a:lnTo>
                  <a:lnTo>
                    <a:pt x="22" y="108"/>
                  </a:lnTo>
                  <a:lnTo>
                    <a:pt x="22" y="108"/>
                  </a:lnTo>
                  <a:lnTo>
                    <a:pt x="26" y="108"/>
                  </a:lnTo>
                  <a:lnTo>
                    <a:pt x="26" y="104"/>
                  </a:lnTo>
                  <a:lnTo>
                    <a:pt x="26" y="104"/>
                  </a:lnTo>
                  <a:lnTo>
                    <a:pt x="26" y="104"/>
                  </a:lnTo>
                  <a:lnTo>
                    <a:pt x="26" y="104"/>
                  </a:lnTo>
                  <a:lnTo>
                    <a:pt x="26" y="104"/>
                  </a:lnTo>
                  <a:lnTo>
                    <a:pt x="26" y="102"/>
                  </a:lnTo>
                  <a:lnTo>
                    <a:pt x="26" y="102"/>
                  </a:lnTo>
                  <a:lnTo>
                    <a:pt x="26" y="102"/>
                  </a:lnTo>
                  <a:lnTo>
                    <a:pt x="26" y="102"/>
                  </a:lnTo>
                  <a:lnTo>
                    <a:pt x="26" y="102"/>
                  </a:lnTo>
                  <a:lnTo>
                    <a:pt x="26" y="102"/>
                  </a:lnTo>
                  <a:lnTo>
                    <a:pt x="26" y="102"/>
                  </a:lnTo>
                  <a:lnTo>
                    <a:pt x="26" y="102"/>
                  </a:lnTo>
                  <a:lnTo>
                    <a:pt x="26" y="98"/>
                  </a:lnTo>
                  <a:lnTo>
                    <a:pt x="26" y="98"/>
                  </a:lnTo>
                  <a:lnTo>
                    <a:pt x="26" y="94"/>
                  </a:lnTo>
                  <a:lnTo>
                    <a:pt x="26" y="94"/>
                  </a:lnTo>
                  <a:lnTo>
                    <a:pt x="26" y="90"/>
                  </a:lnTo>
                  <a:lnTo>
                    <a:pt x="26" y="90"/>
                  </a:lnTo>
                  <a:lnTo>
                    <a:pt x="26" y="90"/>
                  </a:lnTo>
                  <a:lnTo>
                    <a:pt x="26" y="90"/>
                  </a:lnTo>
                  <a:lnTo>
                    <a:pt x="26" y="86"/>
                  </a:lnTo>
                  <a:lnTo>
                    <a:pt x="26" y="86"/>
                  </a:lnTo>
                  <a:lnTo>
                    <a:pt x="26" y="86"/>
                  </a:lnTo>
                  <a:lnTo>
                    <a:pt x="26" y="86"/>
                  </a:lnTo>
                  <a:lnTo>
                    <a:pt x="22" y="86"/>
                  </a:lnTo>
                  <a:lnTo>
                    <a:pt x="22" y="86"/>
                  </a:lnTo>
                  <a:lnTo>
                    <a:pt x="22" y="86"/>
                  </a:lnTo>
                  <a:lnTo>
                    <a:pt x="18" y="86"/>
                  </a:lnTo>
                  <a:lnTo>
                    <a:pt x="14" y="86"/>
                  </a:lnTo>
                  <a:lnTo>
                    <a:pt x="14" y="86"/>
                  </a:lnTo>
                  <a:lnTo>
                    <a:pt x="14" y="86"/>
                  </a:lnTo>
                  <a:lnTo>
                    <a:pt x="10" y="86"/>
                  </a:lnTo>
                  <a:lnTo>
                    <a:pt x="10" y="82"/>
                  </a:lnTo>
                  <a:lnTo>
                    <a:pt x="10" y="82"/>
                  </a:lnTo>
                  <a:lnTo>
                    <a:pt x="6" y="82"/>
                  </a:lnTo>
                  <a:lnTo>
                    <a:pt x="6" y="78"/>
                  </a:lnTo>
                  <a:lnTo>
                    <a:pt x="6" y="78"/>
                  </a:lnTo>
                  <a:lnTo>
                    <a:pt x="6" y="78"/>
                  </a:lnTo>
                  <a:lnTo>
                    <a:pt x="6" y="78"/>
                  </a:lnTo>
                  <a:close/>
                  <a:moveTo>
                    <a:pt x="26" y="46"/>
                  </a:moveTo>
                  <a:lnTo>
                    <a:pt x="26" y="46"/>
                  </a:lnTo>
                  <a:lnTo>
                    <a:pt x="26" y="46"/>
                  </a:lnTo>
                  <a:lnTo>
                    <a:pt x="26" y="46"/>
                  </a:lnTo>
                  <a:lnTo>
                    <a:pt x="26" y="46"/>
                  </a:lnTo>
                  <a:lnTo>
                    <a:pt x="26" y="46"/>
                  </a:lnTo>
                  <a:close/>
                  <a:moveTo>
                    <a:pt x="30" y="46"/>
                  </a:moveTo>
                  <a:lnTo>
                    <a:pt x="30" y="46"/>
                  </a:lnTo>
                  <a:lnTo>
                    <a:pt x="30" y="46"/>
                  </a:lnTo>
                  <a:lnTo>
                    <a:pt x="30" y="46"/>
                  </a:lnTo>
                  <a:lnTo>
                    <a:pt x="30" y="46"/>
                  </a:lnTo>
                  <a:lnTo>
                    <a:pt x="30" y="46"/>
                  </a:lnTo>
                  <a:lnTo>
                    <a:pt x="30" y="46"/>
                  </a:lnTo>
                  <a:lnTo>
                    <a:pt x="30" y="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1" name="Freeform 156"/>
            <p:cNvSpPr>
              <a:spLocks noChangeAspect="1"/>
            </p:cNvSpPr>
            <p:nvPr/>
          </p:nvSpPr>
          <p:spPr bwMode="gray">
            <a:xfrm>
              <a:off x="4500791" y="3764865"/>
              <a:ext cx="403509" cy="452208"/>
            </a:xfrm>
            <a:custGeom>
              <a:avLst/>
              <a:gdLst>
                <a:gd name="T0" fmla="*/ 26 w 232"/>
                <a:gd name="T1" fmla="*/ 226 h 260"/>
                <a:gd name="T2" fmla="*/ 18 w 232"/>
                <a:gd name="T3" fmla="*/ 224 h 260"/>
                <a:gd name="T4" fmla="*/ 8 w 232"/>
                <a:gd name="T5" fmla="*/ 224 h 260"/>
                <a:gd name="T6" fmla="*/ 12 w 232"/>
                <a:gd name="T7" fmla="*/ 208 h 260"/>
                <a:gd name="T8" fmla="*/ 0 w 232"/>
                <a:gd name="T9" fmla="*/ 200 h 260"/>
                <a:gd name="T10" fmla="*/ 4 w 232"/>
                <a:gd name="T11" fmla="*/ 190 h 260"/>
                <a:gd name="T12" fmla="*/ 0 w 232"/>
                <a:gd name="T13" fmla="*/ 182 h 260"/>
                <a:gd name="T14" fmla="*/ 8 w 232"/>
                <a:gd name="T15" fmla="*/ 168 h 260"/>
                <a:gd name="T16" fmla="*/ 18 w 232"/>
                <a:gd name="T17" fmla="*/ 174 h 260"/>
                <a:gd name="T18" fmla="*/ 30 w 232"/>
                <a:gd name="T19" fmla="*/ 170 h 260"/>
                <a:gd name="T20" fmla="*/ 42 w 232"/>
                <a:gd name="T21" fmla="*/ 168 h 260"/>
                <a:gd name="T22" fmla="*/ 60 w 232"/>
                <a:gd name="T23" fmla="*/ 168 h 260"/>
                <a:gd name="T24" fmla="*/ 82 w 232"/>
                <a:gd name="T25" fmla="*/ 168 h 260"/>
                <a:gd name="T26" fmla="*/ 98 w 232"/>
                <a:gd name="T27" fmla="*/ 152 h 260"/>
                <a:gd name="T28" fmla="*/ 90 w 232"/>
                <a:gd name="T29" fmla="*/ 122 h 260"/>
                <a:gd name="T30" fmla="*/ 86 w 232"/>
                <a:gd name="T31" fmla="*/ 92 h 260"/>
                <a:gd name="T32" fmla="*/ 86 w 232"/>
                <a:gd name="T33" fmla="*/ 68 h 260"/>
                <a:gd name="T34" fmla="*/ 82 w 232"/>
                <a:gd name="T35" fmla="*/ 42 h 260"/>
                <a:gd name="T36" fmla="*/ 78 w 232"/>
                <a:gd name="T37" fmla="*/ 12 h 260"/>
                <a:gd name="T38" fmla="*/ 90 w 232"/>
                <a:gd name="T39" fmla="*/ 0 h 260"/>
                <a:gd name="T40" fmla="*/ 120 w 232"/>
                <a:gd name="T41" fmla="*/ 12 h 260"/>
                <a:gd name="T42" fmla="*/ 142 w 232"/>
                <a:gd name="T43" fmla="*/ 34 h 260"/>
                <a:gd name="T44" fmla="*/ 164 w 232"/>
                <a:gd name="T45" fmla="*/ 52 h 260"/>
                <a:gd name="T46" fmla="*/ 188 w 232"/>
                <a:gd name="T47" fmla="*/ 72 h 260"/>
                <a:gd name="T48" fmla="*/ 194 w 232"/>
                <a:gd name="T49" fmla="*/ 78 h 260"/>
                <a:gd name="T50" fmla="*/ 206 w 232"/>
                <a:gd name="T51" fmla="*/ 86 h 260"/>
                <a:gd name="T52" fmla="*/ 218 w 232"/>
                <a:gd name="T53" fmla="*/ 96 h 260"/>
                <a:gd name="T54" fmla="*/ 228 w 232"/>
                <a:gd name="T55" fmla="*/ 104 h 260"/>
                <a:gd name="T56" fmla="*/ 232 w 232"/>
                <a:gd name="T57" fmla="*/ 130 h 260"/>
                <a:gd name="T58" fmla="*/ 232 w 232"/>
                <a:gd name="T59" fmla="*/ 152 h 260"/>
                <a:gd name="T60" fmla="*/ 224 w 232"/>
                <a:gd name="T61" fmla="*/ 164 h 260"/>
                <a:gd name="T62" fmla="*/ 214 w 232"/>
                <a:gd name="T63" fmla="*/ 168 h 260"/>
                <a:gd name="T64" fmla="*/ 188 w 232"/>
                <a:gd name="T65" fmla="*/ 174 h 260"/>
                <a:gd name="T66" fmla="*/ 176 w 232"/>
                <a:gd name="T67" fmla="*/ 178 h 260"/>
                <a:gd name="T68" fmla="*/ 164 w 232"/>
                <a:gd name="T69" fmla="*/ 174 h 260"/>
                <a:gd name="T70" fmla="*/ 146 w 232"/>
                <a:gd name="T71" fmla="*/ 186 h 260"/>
                <a:gd name="T72" fmla="*/ 132 w 232"/>
                <a:gd name="T73" fmla="*/ 194 h 260"/>
                <a:gd name="T74" fmla="*/ 128 w 232"/>
                <a:gd name="T75" fmla="*/ 200 h 260"/>
                <a:gd name="T76" fmla="*/ 120 w 232"/>
                <a:gd name="T77" fmla="*/ 204 h 260"/>
                <a:gd name="T78" fmla="*/ 112 w 232"/>
                <a:gd name="T79" fmla="*/ 212 h 260"/>
                <a:gd name="T80" fmla="*/ 104 w 232"/>
                <a:gd name="T81" fmla="*/ 226 h 260"/>
                <a:gd name="T82" fmla="*/ 98 w 232"/>
                <a:gd name="T83" fmla="*/ 242 h 260"/>
                <a:gd name="T84" fmla="*/ 94 w 232"/>
                <a:gd name="T85" fmla="*/ 256 h 260"/>
                <a:gd name="T86" fmla="*/ 82 w 232"/>
                <a:gd name="T87" fmla="*/ 256 h 260"/>
                <a:gd name="T88" fmla="*/ 82 w 232"/>
                <a:gd name="T89" fmla="*/ 250 h 260"/>
                <a:gd name="T90" fmla="*/ 74 w 232"/>
                <a:gd name="T91" fmla="*/ 260 h 260"/>
                <a:gd name="T92" fmla="*/ 60 w 232"/>
                <a:gd name="T93" fmla="*/ 256 h 260"/>
                <a:gd name="T94" fmla="*/ 52 w 232"/>
                <a:gd name="T95" fmla="*/ 250 h 260"/>
                <a:gd name="T96" fmla="*/ 48 w 232"/>
                <a:gd name="T97" fmla="*/ 242 h 260"/>
                <a:gd name="T98" fmla="*/ 44 w 232"/>
                <a:gd name="T99" fmla="*/ 234 h 260"/>
                <a:gd name="T100" fmla="*/ 42 w 232"/>
                <a:gd name="T101" fmla="*/ 220 h 260"/>
                <a:gd name="T102" fmla="*/ 34 w 232"/>
                <a:gd name="T103" fmla="*/ 226 h 2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32" h="260">
                  <a:moveTo>
                    <a:pt x="34" y="226"/>
                  </a:moveTo>
                  <a:lnTo>
                    <a:pt x="30" y="226"/>
                  </a:lnTo>
                  <a:lnTo>
                    <a:pt x="30" y="224"/>
                  </a:lnTo>
                  <a:lnTo>
                    <a:pt x="26" y="224"/>
                  </a:lnTo>
                  <a:lnTo>
                    <a:pt x="26" y="226"/>
                  </a:lnTo>
                  <a:lnTo>
                    <a:pt x="22" y="226"/>
                  </a:lnTo>
                  <a:lnTo>
                    <a:pt x="22" y="230"/>
                  </a:lnTo>
                  <a:lnTo>
                    <a:pt x="18" y="230"/>
                  </a:lnTo>
                  <a:lnTo>
                    <a:pt x="18" y="226"/>
                  </a:lnTo>
                  <a:lnTo>
                    <a:pt x="18" y="224"/>
                  </a:lnTo>
                  <a:lnTo>
                    <a:pt x="14" y="224"/>
                  </a:lnTo>
                  <a:lnTo>
                    <a:pt x="14" y="226"/>
                  </a:lnTo>
                  <a:lnTo>
                    <a:pt x="12" y="226"/>
                  </a:lnTo>
                  <a:lnTo>
                    <a:pt x="8" y="226"/>
                  </a:lnTo>
                  <a:lnTo>
                    <a:pt x="8" y="224"/>
                  </a:lnTo>
                  <a:lnTo>
                    <a:pt x="12" y="224"/>
                  </a:lnTo>
                  <a:lnTo>
                    <a:pt x="12" y="220"/>
                  </a:lnTo>
                  <a:lnTo>
                    <a:pt x="12" y="216"/>
                  </a:lnTo>
                  <a:lnTo>
                    <a:pt x="12" y="212"/>
                  </a:lnTo>
                  <a:lnTo>
                    <a:pt x="12" y="208"/>
                  </a:lnTo>
                  <a:lnTo>
                    <a:pt x="8" y="208"/>
                  </a:lnTo>
                  <a:lnTo>
                    <a:pt x="8" y="204"/>
                  </a:lnTo>
                  <a:lnTo>
                    <a:pt x="4" y="204"/>
                  </a:lnTo>
                  <a:lnTo>
                    <a:pt x="4" y="200"/>
                  </a:lnTo>
                  <a:lnTo>
                    <a:pt x="0" y="200"/>
                  </a:lnTo>
                  <a:lnTo>
                    <a:pt x="0" y="196"/>
                  </a:lnTo>
                  <a:lnTo>
                    <a:pt x="4" y="196"/>
                  </a:lnTo>
                  <a:lnTo>
                    <a:pt x="4" y="194"/>
                  </a:lnTo>
                  <a:lnTo>
                    <a:pt x="0" y="194"/>
                  </a:lnTo>
                  <a:lnTo>
                    <a:pt x="4" y="190"/>
                  </a:lnTo>
                  <a:lnTo>
                    <a:pt x="0" y="190"/>
                  </a:lnTo>
                  <a:lnTo>
                    <a:pt x="0" y="186"/>
                  </a:lnTo>
                  <a:lnTo>
                    <a:pt x="0" y="182"/>
                  </a:lnTo>
                  <a:lnTo>
                    <a:pt x="0" y="178"/>
                  </a:lnTo>
                  <a:lnTo>
                    <a:pt x="0" y="182"/>
                  </a:lnTo>
                  <a:lnTo>
                    <a:pt x="4" y="178"/>
                  </a:lnTo>
                  <a:lnTo>
                    <a:pt x="4" y="174"/>
                  </a:lnTo>
                  <a:lnTo>
                    <a:pt x="4" y="170"/>
                  </a:lnTo>
                  <a:lnTo>
                    <a:pt x="4" y="168"/>
                  </a:lnTo>
                  <a:lnTo>
                    <a:pt x="8" y="168"/>
                  </a:lnTo>
                  <a:lnTo>
                    <a:pt x="8" y="164"/>
                  </a:lnTo>
                  <a:lnTo>
                    <a:pt x="12" y="164"/>
                  </a:lnTo>
                  <a:lnTo>
                    <a:pt x="12" y="168"/>
                  </a:lnTo>
                  <a:lnTo>
                    <a:pt x="14" y="170"/>
                  </a:lnTo>
                  <a:lnTo>
                    <a:pt x="18" y="174"/>
                  </a:lnTo>
                  <a:lnTo>
                    <a:pt x="18" y="170"/>
                  </a:lnTo>
                  <a:lnTo>
                    <a:pt x="18" y="168"/>
                  </a:lnTo>
                  <a:lnTo>
                    <a:pt x="22" y="168"/>
                  </a:lnTo>
                  <a:lnTo>
                    <a:pt x="26" y="168"/>
                  </a:lnTo>
                  <a:lnTo>
                    <a:pt x="30" y="170"/>
                  </a:lnTo>
                  <a:lnTo>
                    <a:pt x="34" y="170"/>
                  </a:lnTo>
                  <a:lnTo>
                    <a:pt x="34" y="168"/>
                  </a:lnTo>
                  <a:lnTo>
                    <a:pt x="38" y="168"/>
                  </a:lnTo>
                  <a:lnTo>
                    <a:pt x="42" y="164"/>
                  </a:lnTo>
                  <a:lnTo>
                    <a:pt x="42" y="168"/>
                  </a:lnTo>
                  <a:lnTo>
                    <a:pt x="44" y="168"/>
                  </a:lnTo>
                  <a:lnTo>
                    <a:pt x="48" y="168"/>
                  </a:lnTo>
                  <a:lnTo>
                    <a:pt x="52" y="168"/>
                  </a:lnTo>
                  <a:lnTo>
                    <a:pt x="56" y="168"/>
                  </a:lnTo>
                  <a:lnTo>
                    <a:pt x="60" y="168"/>
                  </a:lnTo>
                  <a:lnTo>
                    <a:pt x="64" y="168"/>
                  </a:lnTo>
                  <a:lnTo>
                    <a:pt x="68" y="168"/>
                  </a:lnTo>
                  <a:lnTo>
                    <a:pt x="72" y="168"/>
                  </a:lnTo>
                  <a:lnTo>
                    <a:pt x="78" y="168"/>
                  </a:lnTo>
                  <a:lnTo>
                    <a:pt x="82" y="168"/>
                  </a:lnTo>
                  <a:lnTo>
                    <a:pt x="86" y="168"/>
                  </a:lnTo>
                  <a:lnTo>
                    <a:pt x="94" y="168"/>
                  </a:lnTo>
                  <a:lnTo>
                    <a:pt x="94" y="160"/>
                  </a:lnTo>
                  <a:lnTo>
                    <a:pt x="98" y="156"/>
                  </a:lnTo>
                  <a:lnTo>
                    <a:pt x="98" y="152"/>
                  </a:lnTo>
                  <a:lnTo>
                    <a:pt x="94" y="148"/>
                  </a:lnTo>
                  <a:lnTo>
                    <a:pt x="94" y="144"/>
                  </a:lnTo>
                  <a:lnTo>
                    <a:pt x="90" y="134"/>
                  </a:lnTo>
                  <a:lnTo>
                    <a:pt x="90" y="126"/>
                  </a:lnTo>
                  <a:lnTo>
                    <a:pt x="90" y="122"/>
                  </a:lnTo>
                  <a:lnTo>
                    <a:pt x="90" y="118"/>
                  </a:lnTo>
                  <a:lnTo>
                    <a:pt x="90" y="112"/>
                  </a:lnTo>
                  <a:lnTo>
                    <a:pt x="90" y="104"/>
                  </a:lnTo>
                  <a:lnTo>
                    <a:pt x="90" y="100"/>
                  </a:lnTo>
                  <a:lnTo>
                    <a:pt x="86" y="92"/>
                  </a:lnTo>
                  <a:lnTo>
                    <a:pt x="86" y="86"/>
                  </a:lnTo>
                  <a:lnTo>
                    <a:pt x="86" y="78"/>
                  </a:lnTo>
                  <a:lnTo>
                    <a:pt x="86" y="74"/>
                  </a:lnTo>
                  <a:lnTo>
                    <a:pt x="86" y="72"/>
                  </a:lnTo>
                  <a:lnTo>
                    <a:pt x="86" y="68"/>
                  </a:lnTo>
                  <a:lnTo>
                    <a:pt x="86" y="64"/>
                  </a:lnTo>
                  <a:lnTo>
                    <a:pt x="86" y="60"/>
                  </a:lnTo>
                  <a:lnTo>
                    <a:pt x="82" y="56"/>
                  </a:lnTo>
                  <a:lnTo>
                    <a:pt x="82" y="52"/>
                  </a:lnTo>
                  <a:lnTo>
                    <a:pt x="82" y="42"/>
                  </a:lnTo>
                  <a:lnTo>
                    <a:pt x="82" y="38"/>
                  </a:lnTo>
                  <a:lnTo>
                    <a:pt x="82" y="30"/>
                  </a:lnTo>
                  <a:lnTo>
                    <a:pt x="82" y="22"/>
                  </a:lnTo>
                  <a:lnTo>
                    <a:pt x="78" y="16"/>
                  </a:lnTo>
                  <a:lnTo>
                    <a:pt x="78" y="12"/>
                  </a:lnTo>
                  <a:lnTo>
                    <a:pt x="78" y="8"/>
                  </a:lnTo>
                  <a:lnTo>
                    <a:pt x="78" y="0"/>
                  </a:lnTo>
                  <a:lnTo>
                    <a:pt x="82" y="0"/>
                  </a:lnTo>
                  <a:lnTo>
                    <a:pt x="86" y="0"/>
                  </a:lnTo>
                  <a:lnTo>
                    <a:pt x="90" y="0"/>
                  </a:lnTo>
                  <a:lnTo>
                    <a:pt x="102" y="0"/>
                  </a:lnTo>
                  <a:lnTo>
                    <a:pt x="104" y="0"/>
                  </a:lnTo>
                  <a:lnTo>
                    <a:pt x="108" y="4"/>
                  </a:lnTo>
                  <a:lnTo>
                    <a:pt x="112" y="8"/>
                  </a:lnTo>
                  <a:lnTo>
                    <a:pt x="120" y="12"/>
                  </a:lnTo>
                  <a:lnTo>
                    <a:pt x="124" y="16"/>
                  </a:lnTo>
                  <a:lnTo>
                    <a:pt x="128" y="18"/>
                  </a:lnTo>
                  <a:lnTo>
                    <a:pt x="132" y="22"/>
                  </a:lnTo>
                  <a:lnTo>
                    <a:pt x="138" y="26"/>
                  </a:lnTo>
                  <a:lnTo>
                    <a:pt x="142" y="34"/>
                  </a:lnTo>
                  <a:lnTo>
                    <a:pt x="146" y="38"/>
                  </a:lnTo>
                  <a:lnTo>
                    <a:pt x="154" y="42"/>
                  </a:lnTo>
                  <a:lnTo>
                    <a:pt x="158" y="44"/>
                  </a:lnTo>
                  <a:lnTo>
                    <a:pt x="160" y="48"/>
                  </a:lnTo>
                  <a:lnTo>
                    <a:pt x="164" y="52"/>
                  </a:lnTo>
                  <a:lnTo>
                    <a:pt x="172" y="56"/>
                  </a:lnTo>
                  <a:lnTo>
                    <a:pt x="176" y="60"/>
                  </a:lnTo>
                  <a:lnTo>
                    <a:pt x="180" y="60"/>
                  </a:lnTo>
                  <a:lnTo>
                    <a:pt x="184" y="68"/>
                  </a:lnTo>
                  <a:lnTo>
                    <a:pt x="188" y="72"/>
                  </a:lnTo>
                  <a:lnTo>
                    <a:pt x="190" y="72"/>
                  </a:lnTo>
                  <a:lnTo>
                    <a:pt x="190" y="74"/>
                  </a:lnTo>
                  <a:lnTo>
                    <a:pt x="188" y="74"/>
                  </a:lnTo>
                  <a:lnTo>
                    <a:pt x="190" y="78"/>
                  </a:lnTo>
                  <a:lnTo>
                    <a:pt x="194" y="78"/>
                  </a:lnTo>
                  <a:lnTo>
                    <a:pt x="194" y="82"/>
                  </a:lnTo>
                  <a:lnTo>
                    <a:pt x="198" y="82"/>
                  </a:lnTo>
                  <a:lnTo>
                    <a:pt x="198" y="86"/>
                  </a:lnTo>
                  <a:lnTo>
                    <a:pt x="202" y="86"/>
                  </a:lnTo>
                  <a:lnTo>
                    <a:pt x="206" y="86"/>
                  </a:lnTo>
                  <a:lnTo>
                    <a:pt x="206" y="88"/>
                  </a:lnTo>
                  <a:lnTo>
                    <a:pt x="210" y="88"/>
                  </a:lnTo>
                  <a:lnTo>
                    <a:pt x="214" y="88"/>
                  </a:lnTo>
                  <a:lnTo>
                    <a:pt x="218" y="92"/>
                  </a:lnTo>
                  <a:lnTo>
                    <a:pt x="218" y="96"/>
                  </a:lnTo>
                  <a:lnTo>
                    <a:pt x="218" y="100"/>
                  </a:lnTo>
                  <a:lnTo>
                    <a:pt x="218" y="104"/>
                  </a:lnTo>
                  <a:lnTo>
                    <a:pt x="220" y="108"/>
                  </a:lnTo>
                  <a:lnTo>
                    <a:pt x="224" y="104"/>
                  </a:lnTo>
                  <a:lnTo>
                    <a:pt x="228" y="104"/>
                  </a:lnTo>
                  <a:lnTo>
                    <a:pt x="232" y="104"/>
                  </a:lnTo>
                  <a:lnTo>
                    <a:pt x="232" y="108"/>
                  </a:lnTo>
                  <a:lnTo>
                    <a:pt x="232" y="112"/>
                  </a:lnTo>
                  <a:lnTo>
                    <a:pt x="232" y="122"/>
                  </a:lnTo>
                  <a:lnTo>
                    <a:pt x="232" y="130"/>
                  </a:lnTo>
                  <a:lnTo>
                    <a:pt x="232" y="134"/>
                  </a:lnTo>
                  <a:lnTo>
                    <a:pt x="232" y="138"/>
                  </a:lnTo>
                  <a:lnTo>
                    <a:pt x="232" y="142"/>
                  </a:lnTo>
                  <a:lnTo>
                    <a:pt x="232" y="144"/>
                  </a:lnTo>
                  <a:lnTo>
                    <a:pt x="232" y="152"/>
                  </a:lnTo>
                  <a:lnTo>
                    <a:pt x="228" y="152"/>
                  </a:lnTo>
                  <a:lnTo>
                    <a:pt x="228" y="156"/>
                  </a:lnTo>
                  <a:lnTo>
                    <a:pt x="228" y="160"/>
                  </a:lnTo>
                  <a:lnTo>
                    <a:pt x="228" y="164"/>
                  </a:lnTo>
                  <a:lnTo>
                    <a:pt x="224" y="164"/>
                  </a:lnTo>
                  <a:lnTo>
                    <a:pt x="224" y="168"/>
                  </a:lnTo>
                  <a:lnTo>
                    <a:pt x="220" y="168"/>
                  </a:lnTo>
                  <a:lnTo>
                    <a:pt x="220" y="170"/>
                  </a:lnTo>
                  <a:lnTo>
                    <a:pt x="218" y="168"/>
                  </a:lnTo>
                  <a:lnTo>
                    <a:pt x="214" y="168"/>
                  </a:lnTo>
                  <a:lnTo>
                    <a:pt x="214" y="170"/>
                  </a:lnTo>
                  <a:lnTo>
                    <a:pt x="210" y="170"/>
                  </a:lnTo>
                  <a:lnTo>
                    <a:pt x="198" y="170"/>
                  </a:lnTo>
                  <a:lnTo>
                    <a:pt x="190" y="170"/>
                  </a:lnTo>
                  <a:lnTo>
                    <a:pt x="188" y="174"/>
                  </a:lnTo>
                  <a:lnTo>
                    <a:pt x="184" y="178"/>
                  </a:lnTo>
                  <a:lnTo>
                    <a:pt x="180" y="178"/>
                  </a:lnTo>
                  <a:lnTo>
                    <a:pt x="180" y="174"/>
                  </a:lnTo>
                  <a:lnTo>
                    <a:pt x="180" y="178"/>
                  </a:lnTo>
                  <a:lnTo>
                    <a:pt x="176" y="178"/>
                  </a:lnTo>
                  <a:lnTo>
                    <a:pt x="176" y="174"/>
                  </a:lnTo>
                  <a:lnTo>
                    <a:pt x="176" y="178"/>
                  </a:lnTo>
                  <a:lnTo>
                    <a:pt x="172" y="174"/>
                  </a:lnTo>
                  <a:lnTo>
                    <a:pt x="168" y="174"/>
                  </a:lnTo>
                  <a:lnTo>
                    <a:pt x="164" y="174"/>
                  </a:lnTo>
                  <a:lnTo>
                    <a:pt x="160" y="174"/>
                  </a:lnTo>
                  <a:lnTo>
                    <a:pt x="158" y="178"/>
                  </a:lnTo>
                  <a:lnTo>
                    <a:pt x="154" y="182"/>
                  </a:lnTo>
                  <a:lnTo>
                    <a:pt x="150" y="186"/>
                  </a:lnTo>
                  <a:lnTo>
                    <a:pt x="146" y="186"/>
                  </a:lnTo>
                  <a:lnTo>
                    <a:pt x="142" y="186"/>
                  </a:lnTo>
                  <a:lnTo>
                    <a:pt x="142" y="190"/>
                  </a:lnTo>
                  <a:lnTo>
                    <a:pt x="138" y="190"/>
                  </a:lnTo>
                  <a:lnTo>
                    <a:pt x="134" y="190"/>
                  </a:lnTo>
                  <a:lnTo>
                    <a:pt x="132" y="194"/>
                  </a:lnTo>
                  <a:lnTo>
                    <a:pt x="132" y="196"/>
                  </a:lnTo>
                  <a:lnTo>
                    <a:pt x="132" y="200"/>
                  </a:lnTo>
                  <a:lnTo>
                    <a:pt x="128" y="200"/>
                  </a:lnTo>
                  <a:lnTo>
                    <a:pt x="128" y="196"/>
                  </a:lnTo>
                  <a:lnTo>
                    <a:pt x="128" y="200"/>
                  </a:lnTo>
                  <a:lnTo>
                    <a:pt x="128" y="204"/>
                  </a:lnTo>
                  <a:lnTo>
                    <a:pt x="124" y="204"/>
                  </a:lnTo>
                  <a:lnTo>
                    <a:pt x="124" y="208"/>
                  </a:lnTo>
                  <a:lnTo>
                    <a:pt x="120" y="208"/>
                  </a:lnTo>
                  <a:lnTo>
                    <a:pt x="120" y="204"/>
                  </a:lnTo>
                  <a:lnTo>
                    <a:pt x="116" y="204"/>
                  </a:lnTo>
                  <a:lnTo>
                    <a:pt x="116" y="200"/>
                  </a:lnTo>
                  <a:lnTo>
                    <a:pt x="112" y="204"/>
                  </a:lnTo>
                  <a:lnTo>
                    <a:pt x="112" y="208"/>
                  </a:lnTo>
                  <a:lnTo>
                    <a:pt x="112" y="212"/>
                  </a:lnTo>
                  <a:lnTo>
                    <a:pt x="112" y="216"/>
                  </a:lnTo>
                  <a:lnTo>
                    <a:pt x="108" y="216"/>
                  </a:lnTo>
                  <a:lnTo>
                    <a:pt x="108" y="220"/>
                  </a:lnTo>
                  <a:lnTo>
                    <a:pt x="108" y="224"/>
                  </a:lnTo>
                  <a:lnTo>
                    <a:pt x="104" y="226"/>
                  </a:lnTo>
                  <a:lnTo>
                    <a:pt x="102" y="226"/>
                  </a:lnTo>
                  <a:lnTo>
                    <a:pt x="98" y="230"/>
                  </a:lnTo>
                  <a:lnTo>
                    <a:pt x="98" y="234"/>
                  </a:lnTo>
                  <a:lnTo>
                    <a:pt x="98" y="238"/>
                  </a:lnTo>
                  <a:lnTo>
                    <a:pt x="98" y="242"/>
                  </a:lnTo>
                  <a:lnTo>
                    <a:pt x="98" y="246"/>
                  </a:lnTo>
                  <a:lnTo>
                    <a:pt x="94" y="246"/>
                  </a:lnTo>
                  <a:lnTo>
                    <a:pt x="94" y="250"/>
                  </a:lnTo>
                  <a:lnTo>
                    <a:pt x="94" y="252"/>
                  </a:lnTo>
                  <a:lnTo>
                    <a:pt x="94" y="256"/>
                  </a:lnTo>
                  <a:lnTo>
                    <a:pt x="94" y="252"/>
                  </a:lnTo>
                  <a:lnTo>
                    <a:pt x="90" y="256"/>
                  </a:lnTo>
                  <a:lnTo>
                    <a:pt x="86" y="256"/>
                  </a:lnTo>
                  <a:lnTo>
                    <a:pt x="86" y="260"/>
                  </a:lnTo>
                  <a:lnTo>
                    <a:pt x="82" y="256"/>
                  </a:lnTo>
                  <a:lnTo>
                    <a:pt x="86" y="256"/>
                  </a:lnTo>
                  <a:lnTo>
                    <a:pt x="86" y="252"/>
                  </a:lnTo>
                  <a:lnTo>
                    <a:pt x="82" y="252"/>
                  </a:lnTo>
                  <a:lnTo>
                    <a:pt x="86" y="252"/>
                  </a:lnTo>
                  <a:lnTo>
                    <a:pt x="82" y="250"/>
                  </a:lnTo>
                  <a:lnTo>
                    <a:pt x="82" y="252"/>
                  </a:lnTo>
                  <a:lnTo>
                    <a:pt x="78" y="252"/>
                  </a:lnTo>
                  <a:lnTo>
                    <a:pt x="78" y="256"/>
                  </a:lnTo>
                  <a:lnTo>
                    <a:pt x="74" y="256"/>
                  </a:lnTo>
                  <a:lnTo>
                    <a:pt x="74" y="260"/>
                  </a:lnTo>
                  <a:lnTo>
                    <a:pt x="72" y="260"/>
                  </a:lnTo>
                  <a:lnTo>
                    <a:pt x="72" y="256"/>
                  </a:lnTo>
                  <a:lnTo>
                    <a:pt x="68" y="256"/>
                  </a:lnTo>
                  <a:lnTo>
                    <a:pt x="64" y="256"/>
                  </a:lnTo>
                  <a:lnTo>
                    <a:pt x="60" y="256"/>
                  </a:lnTo>
                  <a:lnTo>
                    <a:pt x="60" y="260"/>
                  </a:lnTo>
                  <a:lnTo>
                    <a:pt x="60" y="256"/>
                  </a:lnTo>
                  <a:lnTo>
                    <a:pt x="56" y="256"/>
                  </a:lnTo>
                  <a:lnTo>
                    <a:pt x="56" y="252"/>
                  </a:lnTo>
                  <a:lnTo>
                    <a:pt x="52" y="250"/>
                  </a:lnTo>
                  <a:lnTo>
                    <a:pt x="56" y="250"/>
                  </a:lnTo>
                  <a:lnTo>
                    <a:pt x="56" y="246"/>
                  </a:lnTo>
                  <a:lnTo>
                    <a:pt x="52" y="246"/>
                  </a:lnTo>
                  <a:lnTo>
                    <a:pt x="48" y="246"/>
                  </a:lnTo>
                  <a:lnTo>
                    <a:pt x="48" y="242"/>
                  </a:lnTo>
                  <a:lnTo>
                    <a:pt x="52" y="242"/>
                  </a:lnTo>
                  <a:lnTo>
                    <a:pt x="52" y="238"/>
                  </a:lnTo>
                  <a:lnTo>
                    <a:pt x="48" y="238"/>
                  </a:lnTo>
                  <a:lnTo>
                    <a:pt x="48" y="234"/>
                  </a:lnTo>
                  <a:lnTo>
                    <a:pt x="44" y="234"/>
                  </a:lnTo>
                  <a:lnTo>
                    <a:pt x="48" y="230"/>
                  </a:lnTo>
                  <a:lnTo>
                    <a:pt x="48" y="226"/>
                  </a:lnTo>
                  <a:lnTo>
                    <a:pt x="44" y="224"/>
                  </a:lnTo>
                  <a:lnTo>
                    <a:pt x="44" y="220"/>
                  </a:lnTo>
                  <a:lnTo>
                    <a:pt x="42" y="220"/>
                  </a:lnTo>
                  <a:lnTo>
                    <a:pt x="38" y="220"/>
                  </a:lnTo>
                  <a:lnTo>
                    <a:pt x="42" y="220"/>
                  </a:lnTo>
                  <a:lnTo>
                    <a:pt x="42" y="224"/>
                  </a:lnTo>
                  <a:lnTo>
                    <a:pt x="38" y="224"/>
                  </a:lnTo>
                  <a:lnTo>
                    <a:pt x="34" y="226"/>
                  </a:lnTo>
                  <a:lnTo>
                    <a:pt x="34" y="226"/>
                  </a:lnTo>
                  <a:lnTo>
                    <a:pt x="34" y="2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2" name="Freeform 157"/>
            <p:cNvSpPr>
              <a:spLocks noChangeAspect="1" noEditPoints="1"/>
            </p:cNvSpPr>
            <p:nvPr/>
          </p:nvSpPr>
          <p:spPr bwMode="gray">
            <a:xfrm>
              <a:off x="4375564" y="3691816"/>
              <a:ext cx="306110" cy="389594"/>
            </a:xfrm>
            <a:custGeom>
              <a:avLst/>
              <a:gdLst>
                <a:gd name="T0" fmla="*/ 90 w 176"/>
                <a:gd name="T1" fmla="*/ 218 h 224"/>
                <a:gd name="T2" fmla="*/ 84 w 176"/>
                <a:gd name="T3" fmla="*/ 210 h 224"/>
                <a:gd name="T4" fmla="*/ 80 w 176"/>
                <a:gd name="T5" fmla="*/ 206 h 224"/>
                <a:gd name="T6" fmla="*/ 76 w 176"/>
                <a:gd name="T7" fmla="*/ 210 h 224"/>
                <a:gd name="T8" fmla="*/ 76 w 176"/>
                <a:gd name="T9" fmla="*/ 218 h 224"/>
                <a:gd name="T10" fmla="*/ 72 w 176"/>
                <a:gd name="T11" fmla="*/ 220 h 224"/>
                <a:gd name="T12" fmla="*/ 64 w 176"/>
                <a:gd name="T13" fmla="*/ 218 h 224"/>
                <a:gd name="T14" fmla="*/ 60 w 176"/>
                <a:gd name="T15" fmla="*/ 214 h 224"/>
                <a:gd name="T16" fmla="*/ 60 w 176"/>
                <a:gd name="T17" fmla="*/ 210 h 224"/>
                <a:gd name="T18" fmla="*/ 54 w 176"/>
                <a:gd name="T19" fmla="*/ 198 h 224"/>
                <a:gd name="T20" fmla="*/ 50 w 176"/>
                <a:gd name="T21" fmla="*/ 198 h 224"/>
                <a:gd name="T22" fmla="*/ 38 w 176"/>
                <a:gd name="T23" fmla="*/ 190 h 224"/>
                <a:gd name="T24" fmla="*/ 30 w 176"/>
                <a:gd name="T25" fmla="*/ 190 h 224"/>
                <a:gd name="T26" fmla="*/ 26 w 176"/>
                <a:gd name="T27" fmla="*/ 190 h 224"/>
                <a:gd name="T28" fmla="*/ 20 w 176"/>
                <a:gd name="T29" fmla="*/ 190 h 224"/>
                <a:gd name="T30" fmla="*/ 16 w 176"/>
                <a:gd name="T31" fmla="*/ 190 h 224"/>
                <a:gd name="T32" fmla="*/ 12 w 176"/>
                <a:gd name="T33" fmla="*/ 194 h 224"/>
                <a:gd name="T34" fmla="*/ 8 w 176"/>
                <a:gd name="T35" fmla="*/ 194 h 224"/>
                <a:gd name="T36" fmla="*/ 12 w 176"/>
                <a:gd name="T37" fmla="*/ 190 h 224"/>
                <a:gd name="T38" fmla="*/ 16 w 176"/>
                <a:gd name="T39" fmla="*/ 180 h 224"/>
                <a:gd name="T40" fmla="*/ 16 w 176"/>
                <a:gd name="T41" fmla="*/ 172 h 224"/>
                <a:gd name="T42" fmla="*/ 16 w 176"/>
                <a:gd name="T43" fmla="*/ 158 h 224"/>
                <a:gd name="T44" fmla="*/ 16 w 176"/>
                <a:gd name="T45" fmla="*/ 154 h 224"/>
                <a:gd name="T46" fmla="*/ 12 w 176"/>
                <a:gd name="T47" fmla="*/ 146 h 224"/>
                <a:gd name="T48" fmla="*/ 12 w 176"/>
                <a:gd name="T49" fmla="*/ 142 h 224"/>
                <a:gd name="T50" fmla="*/ 12 w 176"/>
                <a:gd name="T51" fmla="*/ 138 h 224"/>
                <a:gd name="T52" fmla="*/ 12 w 176"/>
                <a:gd name="T53" fmla="*/ 138 h 224"/>
                <a:gd name="T54" fmla="*/ 12 w 176"/>
                <a:gd name="T55" fmla="*/ 124 h 224"/>
                <a:gd name="T56" fmla="*/ 8 w 176"/>
                <a:gd name="T57" fmla="*/ 120 h 224"/>
                <a:gd name="T58" fmla="*/ 4 w 176"/>
                <a:gd name="T59" fmla="*/ 114 h 224"/>
                <a:gd name="T60" fmla="*/ 0 w 176"/>
                <a:gd name="T61" fmla="*/ 118 h 224"/>
                <a:gd name="T62" fmla="*/ 4 w 176"/>
                <a:gd name="T63" fmla="*/ 110 h 224"/>
                <a:gd name="T64" fmla="*/ 30 w 176"/>
                <a:gd name="T65" fmla="*/ 110 h 224"/>
                <a:gd name="T66" fmla="*/ 60 w 176"/>
                <a:gd name="T67" fmla="*/ 110 h 224"/>
                <a:gd name="T68" fmla="*/ 56 w 176"/>
                <a:gd name="T69" fmla="*/ 88 h 224"/>
                <a:gd name="T70" fmla="*/ 60 w 176"/>
                <a:gd name="T71" fmla="*/ 80 h 224"/>
                <a:gd name="T72" fmla="*/ 72 w 176"/>
                <a:gd name="T73" fmla="*/ 72 h 224"/>
                <a:gd name="T74" fmla="*/ 72 w 176"/>
                <a:gd name="T75" fmla="*/ 46 h 224"/>
                <a:gd name="T76" fmla="*/ 72 w 176"/>
                <a:gd name="T77" fmla="*/ 30 h 224"/>
                <a:gd name="T78" fmla="*/ 102 w 176"/>
                <a:gd name="T79" fmla="*/ 24 h 224"/>
                <a:gd name="T80" fmla="*/ 120 w 176"/>
                <a:gd name="T81" fmla="*/ 24 h 224"/>
                <a:gd name="T82" fmla="*/ 120 w 176"/>
                <a:gd name="T83" fmla="*/ 0 h 224"/>
                <a:gd name="T84" fmla="*/ 142 w 176"/>
                <a:gd name="T85" fmla="*/ 20 h 224"/>
                <a:gd name="T86" fmla="*/ 166 w 176"/>
                <a:gd name="T87" fmla="*/ 34 h 224"/>
                <a:gd name="T88" fmla="*/ 172 w 176"/>
                <a:gd name="T89" fmla="*/ 42 h 224"/>
                <a:gd name="T90" fmla="*/ 150 w 176"/>
                <a:gd name="T91" fmla="*/ 50 h 224"/>
                <a:gd name="T92" fmla="*/ 154 w 176"/>
                <a:gd name="T93" fmla="*/ 80 h 224"/>
                <a:gd name="T94" fmla="*/ 158 w 176"/>
                <a:gd name="T95" fmla="*/ 110 h 224"/>
                <a:gd name="T96" fmla="*/ 162 w 176"/>
                <a:gd name="T97" fmla="*/ 142 h 224"/>
                <a:gd name="T98" fmla="*/ 162 w 176"/>
                <a:gd name="T99" fmla="*/ 168 h 224"/>
                <a:gd name="T100" fmla="*/ 166 w 176"/>
                <a:gd name="T101" fmla="*/ 202 h 224"/>
                <a:gd name="T102" fmla="*/ 154 w 176"/>
                <a:gd name="T103" fmla="*/ 210 h 224"/>
                <a:gd name="T104" fmla="*/ 132 w 176"/>
                <a:gd name="T105" fmla="*/ 210 h 224"/>
                <a:gd name="T106" fmla="*/ 116 w 176"/>
                <a:gd name="T107" fmla="*/ 210 h 224"/>
                <a:gd name="T108" fmla="*/ 110 w 176"/>
                <a:gd name="T109" fmla="*/ 210 h 224"/>
                <a:gd name="T110" fmla="*/ 106 w 176"/>
                <a:gd name="T111" fmla="*/ 214 h 224"/>
                <a:gd name="T112" fmla="*/ 98 w 176"/>
                <a:gd name="T113" fmla="*/ 210 h 224"/>
                <a:gd name="T114" fmla="*/ 90 w 176"/>
                <a:gd name="T115" fmla="*/ 210 h 224"/>
                <a:gd name="T116" fmla="*/ 12 w 176"/>
                <a:gd name="T117" fmla="*/ 134 h 224"/>
                <a:gd name="T118" fmla="*/ 12 w 176"/>
                <a:gd name="T119" fmla="*/ 138 h 224"/>
                <a:gd name="T120" fmla="*/ 12 w 176"/>
                <a:gd name="T121" fmla="*/ 138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6" h="224">
                  <a:moveTo>
                    <a:pt x="90" y="210"/>
                  </a:moveTo>
                  <a:lnTo>
                    <a:pt x="90" y="214"/>
                  </a:lnTo>
                  <a:lnTo>
                    <a:pt x="90" y="214"/>
                  </a:lnTo>
                  <a:lnTo>
                    <a:pt x="90" y="214"/>
                  </a:lnTo>
                  <a:lnTo>
                    <a:pt x="90" y="214"/>
                  </a:lnTo>
                  <a:lnTo>
                    <a:pt x="90" y="218"/>
                  </a:lnTo>
                  <a:lnTo>
                    <a:pt x="90" y="218"/>
                  </a:lnTo>
                  <a:lnTo>
                    <a:pt x="86" y="214"/>
                  </a:lnTo>
                  <a:lnTo>
                    <a:pt x="86" y="214"/>
                  </a:lnTo>
                  <a:lnTo>
                    <a:pt x="86" y="214"/>
                  </a:lnTo>
                  <a:lnTo>
                    <a:pt x="86" y="214"/>
                  </a:lnTo>
                  <a:lnTo>
                    <a:pt x="86" y="214"/>
                  </a:lnTo>
                  <a:lnTo>
                    <a:pt x="84" y="210"/>
                  </a:lnTo>
                  <a:lnTo>
                    <a:pt x="84" y="210"/>
                  </a:lnTo>
                  <a:lnTo>
                    <a:pt x="84" y="210"/>
                  </a:lnTo>
                  <a:lnTo>
                    <a:pt x="84" y="210"/>
                  </a:lnTo>
                  <a:lnTo>
                    <a:pt x="84" y="210"/>
                  </a:lnTo>
                  <a:lnTo>
                    <a:pt x="84" y="210"/>
                  </a:lnTo>
                  <a:lnTo>
                    <a:pt x="84" y="206"/>
                  </a:lnTo>
                  <a:lnTo>
                    <a:pt x="84" y="206"/>
                  </a:lnTo>
                  <a:lnTo>
                    <a:pt x="80" y="206"/>
                  </a:lnTo>
                  <a:lnTo>
                    <a:pt x="80" y="210"/>
                  </a:lnTo>
                  <a:lnTo>
                    <a:pt x="80" y="210"/>
                  </a:lnTo>
                  <a:lnTo>
                    <a:pt x="80" y="210"/>
                  </a:lnTo>
                  <a:lnTo>
                    <a:pt x="80" y="210"/>
                  </a:lnTo>
                  <a:lnTo>
                    <a:pt x="80" y="210"/>
                  </a:lnTo>
                  <a:lnTo>
                    <a:pt x="80" y="210"/>
                  </a:lnTo>
                  <a:lnTo>
                    <a:pt x="76" y="210"/>
                  </a:lnTo>
                  <a:lnTo>
                    <a:pt x="76" y="210"/>
                  </a:lnTo>
                  <a:lnTo>
                    <a:pt x="76" y="214"/>
                  </a:lnTo>
                  <a:lnTo>
                    <a:pt x="76" y="214"/>
                  </a:lnTo>
                  <a:lnTo>
                    <a:pt x="76" y="218"/>
                  </a:lnTo>
                  <a:lnTo>
                    <a:pt x="76" y="218"/>
                  </a:lnTo>
                  <a:lnTo>
                    <a:pt x="76" y="218"/>
                  </a:lnTo>
                  <a:lnTo>
                    <a:pt x="76" y="218"/>
                  </a:lnTo>
                  <a:lnTo>
                    <a:pt x="76" y="220"/>
                  </a:lnTo>
                  <a:lnTo>
                    <a:pt x="76" y="220"/>
                  </a:lnTo>
                  <a:lnTo>
                    <a:pt x="76" y="220"/>
                  </a:lnTo>
                  <a:lnTo>
                    <a:pt x="76" y="220"/>
                  </a:lnTo>
                  <a:lnTo>
                    <a:pt x="72" y="224"/>
                  </a:lnTo>
                  <a:lnTo>
                    <a:pt x="72" y="224"/>
                  </a:lnTo>
                  <a:lnTo>
                    <a:pt x="72" y="220"/>
                  </a:lnTo>
                  <a:lnTo>
                    <a:pt x="72" y="220"/>
                  </a:lnTo>
                  <a:lnTo>
                    <a:pt x="68" y="220"/>
                  </a:lnTo>
                  <a:lnTo>
                    <a:pt x="68" y="220"/>
                  </a:lnTo>
                  <a:lnTo>
                    <a:pt x="68" y="220"/>
                  </a:lnTo>
                  <a:lnTo>
                    <a:pt x="68" y="220"/>
                  </a:lnTo>
                  <a:lnTo>
                    <a:pt x="68" y="218"/>
                  </a:lnTo>
                  <a:lnTo>
                    <a:pt x="64" y="218"/>
                  </a:lnTo>
                  <a:lnTo>
                    <a:pt x="64" y="218"/>
                  </a:lnTo>
                  <a:lnTo>
                    <a:pt x="64" y="218"/>
                  </a:lnTo>
                  <a:lnTo>
                    <a:pt x="64" y="218"/>
                  </a:lnTo>
                  <a:lnTo>
                    <a:pt x="60" y="218"/>
                  </a:lnTo>
                  <a:lnTo>
                    <a:pt x="60" y="214"/>
                  </a:lnTo>
                  <a:lnTo>
                    <a:pt x="60" y="214"/>
                  </a:lnTo>
                  <a:lnTo>
                    <a:pt x="60" y="214"/>
                  </a:lnTo>
                  <a:lnTo>
                    <a:pt x="60" y="214"/>
                  </a:lnTo>
                  <a:lnTo>
                    <a:pt x="60" y="214"/>
                  </a:lnTo>
                  <a:lnTo>
                    <a:pt x="60" y="214"/>
                  </a:lnTo>
                  <a:lnTo>
                    <a:pt x="60" y="214"/>
                  </a:lnTo>
                  <a:lnTo>
                    <a:pt x="60" y="214"/>
                  </a:lnTo>
                  <a:lnTo>
                    <a:pt x="60" y="214"/>
                  </a:lnTo>
                  <a:lnTo>
                    <a:pt x="60" y="210"/>
                  </a:lnTo>
                  <a:lnTo>
                    <a:pt x="56" y="210"/>
                  </a:lnTo>
                  <a:lnTo>
                    <a:pt x="56" y="210"/>
                  </a:lnTo>
                  <a:lnTo>
                    <a:pt x="56" y="210"/>
                  </a:lnTo>
                  <a:lnTo>
                    <a:pt x="56" y="206"/>
                  </a:lnTo>
                  <a:lnTo>
                    <a:pt x="56" y="206"/>
                  </a:lnTo>
                  <a:lnTo>
                    <a:pt x="54" y="202"/>
                  </a:lnTo>
                  <a:lnTo>
                    <a:pt x="54" y="198"/>
                  </a:lnTo>
                  <a:lnTo>
                    <a:pt x="54" y="198"/>
                  </a:lnTo>
                  <a:lnTo>
                    <a:pt x="50" y="198"/>
                  </a:lnTo>
                  <a:lnTo>
                    <a:pt x="50" y="198"/>
                  </a:lnTo>
                  <a:lnTo>
                    <a:pt x="50" y="198"/>
                  </a:lnTo>
                  <a:lnTo>
                    <a:pt x="50" y="198"/>
                  </a:lnTo>
                  <a:lnTo>
                    <a:pt x="50" y="198"/>
                  </a:lnTo>
                  <a:lnTo>
                    <a:pt x="50" y="198"/>
                  </a:lnTo>
                  <a:lnTo>
                    <a:pt x="50" y="198"/>
                  </a:lnTo>
                  <a:lnTo>
                    <a:pt x="46" y="198"/>
                  </a:lnTo>
                  <a:lnTo>
                    <a:pt x="46" y="194"/>
                  </a:lnTo>
                  <a:lnTo>
                    <a:pt x="46" y="194"/>
                  </a:lnTo>
                  <a:lnTo>
                    <a:pt x="42" y="190"/>
                  </a:lnTo>
                  <a:lnTo>
                    <a:pt x="42" y="190"/>
                  </a:lnTo>
                  <a:lnTo>
                    <a:pt x="38" y="190"/>
                  </a:lnTo>
                  <a:lnTo>
                    <a:pt x="38" y="190"/>
                  </a:lnTo>
                  <a:lnTo>
                    <a:pt x="38" y="190"/>
                  </a:lnTo>
                  <a:lnTo>
                    <a:pt x="34" y="190"/>
                  </a:lnTo>
                  <a:lnTo>
                    <a:pt x="34" y="190"/>
                  </a:lnTo>
                  <a:lnTo>
                    <a:pt x="34" y="190"/>
                  </a:lnTo>
                  <a:lnTo>
                    <a:pt x="30" y="190"/>
                  </a:lnTo>
                  <a:lnTo>
                    <a:pt x="30" y="190"/>
                  </a:lnTo>
                  <a:lnTo>
                    <a:pt x="30" y="190"/>
                  </a:lnTo>
                  <a:lnTo>
                    <a:pt x="30" y="190"/>
                  </a:lnTo>
                  <a:lnTo>
                    <a:pt x="30" y="188"/>
                  </a:lnTo>
                  <a:lnTo>
                    <a:pt x="30" y="190"/>
                  </a:lnTo>
                  <a:lnTo>
                    <a:pt x="30" y="190"/>
                  </a:lnTo>
                  <a:lnTo>
                    <a:pt x="30" y="190"/>
                  </a:lnTo>
                  <a:lnTo>
                    <a:pt x="26" y="190"/>
                  </a:lnTo>
                  <a:lnTo>
                    <a:pt x="26" y="190"/>
                  </a:lnTo>
                  <a:lnTo>
                    <a:pt x="24" y="190"/>
                  </a:lnTo>
                  <a:lnTo>
                    <a:pt x="24" y="190"/>
                  </a:lnTo>
                  <a:lnTo>
                    <a:pt x="24" y="190"/>
                  </a:lnTo>
                  <a:lnTo>
                    <a:pt x="24" y="190"/>
                  </a:lnTo>
                  <a:lnTo>
                    <a:pt x="20" y="190"/>
                  </a:lnTo>
                  <a:lnTo>
                    <a:pt x="20" y="190"/>
                  </a:lnTo>
                  <a:lnTo>
                    <a:pt x="20" y="190"/>
                  </a:lnTo>
                  <a:lnTo>
                    <a:pt x="20" y="190"/>
                  </a:lnTo>
                  <a:lnTo>
                    <a:pt x="20" y="190"/>
                  </a:lnTo>
                  <a:lnTo>
                    <a:pt x="16" y="190"/>
                  </a:lnTo>
                  <a:lnTo>
                    <a:pt x="16" y="190"/>
                  </a:lnTo>
                  <a:lnTo>
                    <a:pt x="16" y="190"/>
                  </a:lnTo>
                  <a:lnTo>
                    <a:pt x="16" y="190"/>
                  </a:lnTo>
                  <a:lnTo>
                    <a:pt x="16" y="190"/>
                  </a:lnTo>
                  <a:lnTo>
                    <a:pt x="12" y="190"/>
                  </a:lnTo>
                  <a:lnTo>
                    <a:pt x="12" y="190"/>
                  </a:lnTo>
                  <a:lnTo>
                    <a:pt x="12" y="194"/>
                  </a:lnTo>
                  <a:lnTo>
                    <a:pt x="12" y="194"/>
                  </a:lnTo>
                  <a:lnTo>
                    <a:pt x="12" y="194"/>
                  </a:lnTo>
                  <a:lnTo>
                    <a:pt x="12" y="194"/>
                  </a:lnTo>
                  <a:lnTo>
                    <a:pt x="12" y="198"/>
                  </a:lnTo>
                  <a:lnTo>
                    <a:pt x="8" y="198"/>
                  </a:lnTo>
                  <a:lnTo>
                    <a:pt x="8" y="198"/>
                  </a:lnTo>
                  <a:lnTo>
                    <a:pt x="8" y="198"/>
                  </a:lnTo>
                  <a:lnTo>
                    <a:pt x="8" y="194"/>
                  </a:lnTo>
                  <a:lnTo>
                    <a:pt x="8" y="194"/>
                  </a:lnTo>
                  <a:lnTo>
                    <a:pt x="8" y="194"/>
                  </a:lnTo>
                  <a:lnTo>
                    <a:pt x="8" y="194"/>
                  </a:lnTo>
                  <a:lnTo>
                    <a:pt x="8" y="194"/>
                  </a:lnTo>
                  <a:lnTo>
                    <a:pt x="12" y="190"/>
                  </a:lnTo>
                  <a:lnTo>
                    <a:pt x="12" y="190"/>
                  </a:lnTo>
                  <a:lnTo>
                    <a:pt x="12" y="190"/>
                  </a:lnTo>
                  <a:lnTo>
                    <a:pt x="12" y="190"/>
                  </a:lnTo>
                  <a:lnTo>
                    <a:pt x="12" y="190"/>
                  </a:lnTo>
                  <a:lnTo>
                    <a:pt x="12" y="188"/>
                  </a:lnTo>
                  <a:lnTo>
                    <a:pt x="12" y="188"/>
                  </a:lnTo>
                  <a:lnTo>
                    <a:pt x="12" y="184"/>
                  </a:lnTo>
                  <a:lnTo>
                    <a:pt x="12" y="184"/>
                  </a:lnTo>
                  <a:lnTo>
                    <a:pt x="12" y="184"/>
                  </a:lnTo>
                  <a:lnTo>
                    <a:pt x="12" y="184"/>
                  </a:lnTo>
                  <a:lnTo>
                    <a:pt x="16" y="180"/>
                  </a:lnTo>
                  <a:lnTo>
                    <a:pt x="16" y="180"/>
                  </a:lnTo>
                  <a:lnTo>
                    <a:pt x="16" y="176"/>
                  </a:lnTo>
                  <a:lnTo>
                    <a:pt x="16" y="176"/>
                  </a:lnTo>
                  <a:lnTo>
                    <a:pt x="16" y="176"/>
                  </a:lnTo>
                  <a:lnTo>
                    <a:pt x="16" y="172"/>
                  </a:lnTo>
                  <a:lnTo>
                    <a:pt x="16" y="172"/>
                  </a:lnTo>
                  <a:lnTo>
                    <a:pt x="16" y="172"/>
                  </a:lnTo>
                  <a:lnTo>
                    <a:pt x="16" y="168"/>
                  </a:lnTo>
                  <a:lnTo>
                    <a:pt x="16" y="164"/>
                  </a:lnTo>
                  <a:lnTo>
                    <a:pt x="16" y="164"/>
                  </a:lnTo>
                  <a:lnTo>
                    <a:pt x="16" y="160"/>
                  </a:lnTo>
                  <a:lnTo>
                    <a:pt x="16" y="160"/>
                  </a:lnTo>
                  <a:lnTo>
                    <a:pt x="16" y="160"/>
                  </a:lnTo>
                  <a:lnTo>
                    <a:pt x="16" y="158"/>
                  </a:lnTo>
                  <a:lnTo>
                    <a:pt x="16" y="158"/>
                  </a:lnTo>
                  <a:lnTo>
                    <a:pt x="16" y="158"/>
                  </a:lnTo>
                  <a:lnTo>
                    <a:pt x="16" y="158"/>
                  </a:lnTo>
                  <a:lnTo>
                    <a:pt x="16" y="158"/>
                  </a:lnTo>
                  <a:lnTo>
                    <a:pt x="16" y="158"/>
                  </a:lnTo>
                  <a:lnTo>
                    <a:pt x="16" y="154"/>
                  </a:lnTo>
                  <a:lnTo>
                    <a:pt x="16" y="154"/>
                  </a:lnTo>
                  <a:lnTo>
                    <a:pt x="16" y="150"/>
                  </a:lnTo>
                  <a:lnTo>
                    <a:pt x="16" y="150"/>
                  </a:lnTo>
                  <a:lnTo>
                    <a:pt x="16" y="150"/>
                  </a:lnTo>
                  <a:lnTo>
                    <a:pt x="12" y="150"/>
                  </a:lnTo>
                  <a:lnTo>
                    <a:pt x="12" y="146"/>
                  </a:lnTo>
                  <a:lnTo>
                    <a:pt x="12" y="146"/>
                  </a:lnTo>
                  <a:lnTo>
                    <a:pt x="12" y="146"/>
                  </a:lnTo>
                  <a:lnTo>
                    <a:pt x="12" y="146"/>
                  </a:lnTo>
                  <a:lnTo>
                    <a:pt x="12" y="146"/>
                  </a:lnTo>
                  <a:lnTo>
                    <a:pt x="12" y="146"/>
                  </a:lnTo>
                  <a:lnTo>
                    <a:pt x="12" y="142"/>
                  </a:lnTo>
                  <a:lnTo>
                    <a:pt x="8" y="142"/>
                  </a:lnTo>
                  <a:lnTo>
                    <a:pt x="8" y="142"/>
                  </a:lnTo>
                  <a:lnTo>
                    <a:pt x="12" y="142"/>
                  </a:lnTo>
                  <a:lnTo>
                    <a:pt x="12" y="142"/>
                  </a:lnTo>
                  <a:lnTo>
                    <a:pt x="12" y="142"/>
                  </a:lnTo>
                  <a:lnTo>
                    <a:pt x="12" y="142"/>
                  </a:lnTo>
                  <a:lnTo>
                    <a:pt x="12" y="138"/>
                  </a:lnTo>
                  <a:lnTo>
                    <a:pt x="12" y="138"/>
                  </a:lnTo>
                  <a:lnTo>
                    <a:pt x="12" y="138"/>
                  </a:lnTo>
                  <a:lnTo>
                    <a:pt x="12" y="138"/>
                  </a:lnTo>
                  <a:lnTo>
                    <a:pt x="12" y="142"/>
                  </a:lnTo>
                  <a:lnTo>
                    <a:pt x="12" y="142"/>
                  </a:lnTo>
                  <a:lnTo>
                    <a:pt x="12" y="142"/>
                  </a:lnTo>
                  <a:lnTo>
                    <a:pt x="12" y="142"/>
                  </a:lnTo>
                  <a:lnTo>
                    <a:pt x="12" y="138"/>
                  </a:lnTo>
                  <a:lnTo>
                    <a:pt x="12" y="138"/>
                  </a:lnTo>
                  <a:lnTo>
                    <a:pt x="12" y="138"/>
                  </a:lnTo>
                  <a:lnTo>
                    <a:pt x="12" y="138"/>
                  </a:lnTo>
                  <a:lnTo>
                    <a:pt x="12" y="134"/>
                  </a:lnTo>
                  <a:lnTo>
                    <a:pt x="12" y="132"/>
                  </a:lnTo>
                  <a:lnTo>
                    <a:pt x="12" y="132"/>
                  </a:lnTo>
                  <a:lnTo>
                    <a:pt x="16" y="128"/>
                  </a:lnTo>
                  <a:lnTo>
                    <a:pt x="12" y="128"/>
                  </a:lnTo>
                  <a:lnTo>
                    <a:pt x="12" y="124"/>
                  </a:lnTo>
                  <a:lnTo>
                    <a:pt x="12" y="124"/>
                  </a:lnTo>
                  <a:lnTo>
                    <a:pt x="12" y="120"/>
                  </a:lnTo>
                  <a:lnTo>
                    <a:pt x="12" y="120"/>
                  </a:lnTo>
                  <a:lnTo>
                    <a:pt x="12" y="120"/>
                  </a:lnTo>
                  <a:lnTo>
                    <a:pt x="8" y="120"/>
                  </a:lnTo>
                  <a:lnTo>
                    <a:pt x="8" y="118"/>
                  </a:lnTo>
                  <a:lnTo>
                    <a:pt x="8" y="120"/>
                  </a:lnTo>
                  <a:lnTo>
                    <a:pt x="8" y="120"/>
                  </a:lnTo>
                  <a:lnTo>
                    <a:pt x="8" y="120"/>
                  </a:lnTo>
                  <a:lnTo>
                    <a:pt x="8" y="120"/>
                  </a:lnTo>
                  <a:lnTo>
                    <a:pt x="8" y="120"/>
                  </a:lnTo>
                  <a:lnTo>
                    <a:pt x="8" y="120"/>
                  </a:lnTo>
                  <a:lnTo>
                    <a:pt x="4" y="114"/>
                  </a:lnTo>
                  <a:lnTo>
                    <a:pt x="4" y="114"/>
                  </a:lnTo>
                  <a:lnTo>
                    <a:pt x="4" y="110"/>
                  </a:lnTo>
                  <a:lnTo>
                    <a:pt x="4" y="114"/>
                  </a:lnTo>
                  <a:lnTo>
                    <a:pt x="0" y="114"/>
                  </a:lnTo>
                  <a:lnTo>
                    <a:pt x="4" y="114"/>
                  </a:lnTo>
                  <a:lnTo>
                    <a:pt x="0" y="118"/>
                  </a:lnTo>
                  <a:lnTo>
                    <a:pt x="0" y="118"/>
                  </a:lnTo>
                  <a:lnTo>
                    <a:pt x="0" y="118"/>
                  </a:lnTo>
                  <a:lnTo>
                    <a:pt x="0" y="118"/>
                  </a:lnTo>
                  <a:lnTo>
                    <a:pt x="0" y="118"/>
                  </a:lnTo>
                  <a:lnTo>
                    <a:pt x="0" y="114"/>
                  </a:lnTo>
                  <a:lnTo>
                    <a:pt x="0" y="114"/>
                  </a:lnTo>
                  <a:lnTo>
                    <a:pt x="4" y="114"/>
                  </a:lnTo>
                  <a:lnTo>
                    <a:pt x="4" y="110"/>
                  </a:lnTo>
                  <a:lnTo>
                    <a:pt x="4" y="110"/>
                  </a:lnTo>
                  <a:lnTo>
                    <a:pt x="8" y="110"/>
                  </a:lnTo>
                  <a:lnTo>
                    <a:pt x="16" y="110"/>
                  </a:lnTo>
                  <a:lnTo>
                    <a:pt x="16" y="110"/>
                  </a:lnTo>
                  <a:lnTo>
                    <a:pt x="20" y="110"/>
                  </a:lnTo>
                  <a:lnTo>
                    <a:pt x="20" y="110"/>
                  </a:lnTo>
                  <a:lnTo>
                    <a:pt x="26" y="110"/>
                  </a:lnTo>
                  <a:lnTo>
                    <a:pt x="30" y="110"/>
                  </a:lnTo>
                  <a:lnTo>
                    <a:pt x="34" y="110"/>
                  </a:lnTo>
                  <a:lnTo>
                    <a:pt x="38" y="110"/>
                  </a:lnTo>
                  <a:lnTo>
                    <a:pt x="42" y="110"/>
                  </a:lnTo>
                  <a:lnTo>
                    <a:pt x="42" y="110"/>
                  </a:lnTo>
                  <a:lnTo>
                    <a:pt x="46" y="110"/>
                  </a:lnTo>
                  <a:lnTo>
                    <a:pt x="54" y="110"/>
                  </a:lnTo>
                  <a:lnTo>
                    <a:pt x="60" y="110"/>
                  </a:lnTo>
                  <a:lnTo>
                    <a:pt x="60" y="106"/>
                  </a:lnTo>
                  <a:lnTo>
                    <a:pt x="60" y="98"/>
                  </a:lnTo>
                  <a:lnTo>
                    <a:pt x="56" y="94"/>
                  </a:lnTo>
                  <a:lnTo>
                    <a:pt x="56" y="94"/>
                  </a:lnTo>
                  <a:lnTo>
                    <a:pt x="56" y="90"/>
                  </a:lnTo>
                  <a:lnTo>
                    <a:pt x="56" y="90"/>
                  </a:lnTo>
                  <a:lnTo>
                    <a:pt x="56" y="88"/>
                  </a:lnTo>
                  <a:lnTo>
                    <a:pt x="56" y="88"/>
                  </a:lnTo>
                  <a:lnTo>
                    <a:pt x="56" y="88"/>
                  </a:lnTo>
                  <a:lnTo>
                    <a:pt x="56" y="84"/>
                  </a:lnTo>
                  <a:lnTo>
                    <a:pt x="56" y="84"/>
                  </a:lnTo>
                  <a:lnTo>
                    <a:pt x="56" y="80"/>
                  </a:lnTo>
                  <a:lnTo>
                    <a:pt x="56" y="80"/>
                  </a:lnTo>
                  <a:lnTo>
                    <a:pt x="60" y="80"/>
                  </a:lnTo>
                  <a:lnTo>
                    <a:pt x="64" y="76"/>
                  </a:lnTo>
                  <a:lnTo>
                    <a:pt x="64" y="76"/>
                  </a:lnTo>
                  <a:lnTo>
                    <a:pt x="64" y="72"/>
                  </a:lnTo>
                  <a:lnTo>
                    <a:pt x="64" y="72"/>
                  </a:lnTo>
                  <a:lnTo>
                    <a:pt x="68" y="72"/>
                  </a:lnTo>
                  <a:lnTo>
                    <a:pt x="72" y="72"/>
                  </a:lnTo>
                  <a:lnTo>
                    <a:pt x="72" y="72"/>
                  </a:lnTo>
                  <a:lnTo>
                    <a:pt x="72" y="72"/>
                  </a:lnTo>
                  <a:lnTo>
                    <a:pt x="72" y="64"/>
                  </a:lnTo>
                  <a:lnTo>
                    <a:pt x="72" y="60"/>
                  </a:lnTo>
                  <a:lnTo>
                    <a:pt x="72" y="54"/>
                  </a:lnTo>
                  <a:lnTo>
                    <a:pt x="72" y="54"/>
                  </a:lnTo>
                  <a:lnTo>
                    <a:pt x="72" y="46"/>
                  </a:lnTo>
                  <a:lnTo>
                    <a:pt x="72" y="46"/>
                  </a:lnTo>
                  <a:lnTo>
                    <a:pt x="72" y="46"/>
                  </a:lnTo>
                  <a:lnTo>
                    <a:pt x="72" y="38"/>
                  </a:lnTo>
                  <a:lnTo>
                    <a:pt x="72" y="38"/>
                  </a:lnTo>
                  <a:lnTo>
                    <a:pt x="72" y="38"/>
                  </a:lnTo>
                  <a:lnTo>
                    <a:pt x="72" y="30"/>
                  </a:lnTo>
                  <a:lnTo>
                    <a:pt x="72" y="30"/>
                  </a:lnTo>
                  <a:lnTo>
                    <a:pt x="72" y="30"/>
                  </a:lnTo>
                  <a:lnTo>
                    <a:pt x="72" y="24"/>
                  </a:lnTo>
                  <a:lnTo>
                    <a:pt x="80" y="24"/>
                  </a:lnTo>
                  <a:lnTo>
                    <a:pt x="84" y="24"/>
                  </a:lnTo>
                  <a:lnTo>
                    <a:pt x="90" y="24"/>
                  </a:lnTo>
                  <a:lnTo>
                    <a:pt x="94" y="24"/>
                  </a:lnTo>
                  <a:lnTo>
                    <a:pt x="102" y="24"/>
                  </a:lnTo>
                  <a:lnTo>
                    <a:pt x="102" y="24"/>
                  </a:lnTo>
                  <a:lnTo>
                    <a:pt x="102" y="24"/>
                  </a:lnTo>
                  <a:lnTo>
                    <a:pt x="102" y="24"/>
                  </a:lnTo>
                  <a:lnTo>
                    <a:pt x="106" y="24"/>
                  </a:lnTo>
                  <a:lnTo>
                    <a:pt x="106" y="24"/>
                  </a:lnTo>
                  <a:lnTo>
                    <a:pt x="110" y="24"/>
                  </a:lnTo>
                  <a:lnTo>
                    <a:pt x="110" y="24"/>
                  </a:lnTo>
                  <a:lnTo>
                    <a:pt x="120" y="24"/>
                  </a:lnTo>
                  <a:lnTo>
                    <a:pt x="120" y="24"/>
                  </a:lnTo>
                  <a:lnTo>
                    <a:pt x="120" y="24"/>
                  </a:lnTo>
                  <a:lnTo>
                    <a:pt x="120" y="16"/>
                  </a:lnTo>
                  <a:lnTo>
                    <a:pt x="120" y="8"/>
                  </a:lnTo>
                  <a:lnTo>
                    <a:pt x="120" y="8"/>
                  </a:lnTo>
                  <a:lnTo>
                    <a:pt x="120" y="0"/>
                  </a:lnTo>
                  <a:lnTo>
                    <a:pt x="120" y="0"/>
                  </a:lnTo>
                  <a:lnTo>
                    <a:pt x="128" y="4"/>
                  </a:lnTo>
                  <a:lnTo>
                    <a:pt x="128" y="8"/>
                  </a:lnTo>
                  <a:lnTo>
                    <a:pt x="136" y="12"/>
                  </a:lnTo>
                  <a:lnTo>
                    <a:pt x="136" y="12"/>
                  </a:lnTo>
                  <a:lnTo>
                    <a:pt x="140" y="16"/>
                  </a:lnTo>
                  <a:lnTo>
                    <a:pt x="142" y="16"/>
                  </a:lnTo>
                  <a:lnTo>
                    <a:pt x="142" y="20"/>
                  </a:lnTo>
                  <a:lnTo>
                    <a:pt x="146" y="20"/>
                  </a:lnTo>
                  <a:lnTo>
                    <a:pt x="150" y="24"/>
                  </a:lnTo>
                  <a:lnTo>
                    <a:pt x="154" y="28"/>
                  </a:lnTo>
                  <a:lnTo>
                    <a:pt x="154" y="28"/>
                  </a:lnTo>
                  <a:lnTo>
                    <a:pt x="162" y="30"/>
                  </a:lnTo>
                  <a:lnTo>
                    <a:pt x="162" y="30"/>
                  </a:lnTo>
                  <a:lnTo>
                    <a:pt x="166" y="34"/>
                  </a:lnTo>
                  <a:lnTo>
                    <a:pt x="170" y="38"/>
                  </a:lnTo>
                  <a:lnTo>
                    <a:pt x="172" y="42"/>
                  </a:lnTo>
                  <a:lnTo>
                    <a:pt x="172" y="42"/>
                  </a:lnTo>
                  <a:lnTo>
                    <a:pt x="176" y="42"/>
                  </a:lnTo>
                  <a:lnTo>
                    <a:pt x="176" y="42"/>
                  </a:lnTo>
                  <a:lnTo>
                    <a:pt x="176" y="42"/>
                  </a:lnTo>
                  <a:lnTo>
                    <a:pt x="172" y="42"/>
                  </a:lnTo>
                  <a:lnTo>
                    <a:pt x="162" y="42"/>
                  </a:lnTo>
                  <a:lnTo>
                    <a:pt x="158" y="42"/>
                  </a:lnTo>
                  <a:lnTo>
                    <a:pt x="154" y="42"/>
                  </a:lnTo>
                  <a:lnTo>
                    <a:pt x="154" y="42"/>
                  </a:lnTo>
                  <a:lnTo>
                    <a:pt x="150" y="42"/>
                  </a:lnTo>
                  <a:lnTo>
                    <a:pt x="150" y="42"/>
                  </a:lnTo>
                  <a:lnTo>
                    <a:pt x="150" y="50"/>
                  </a:lnTo>
                  <a:lnTo>
                    <a:pt x="150" y="50"/>
                  </a:lnTo>
                  <a:lnTo>
                    <a:pt x="150" y="54"/>
                  </a:lnTo>
                  <a:lnTo>
                    <a:pt x="150" y="58"/>
                  </a:lnTo>
                  <a:lnTo>
                    <a:pt x="154" y="64"/>
                  </a:lnTo>
                  <a:lnTo>
                    <a:pt x="154" y="72"/>
                  </a:lnTo>
                  <a:lnTo>
                    <a:pt x="154" y="80"/>
                  </a:lnTo>
                  <a:lnTo>
                    <a:pt x="154" y="80"/>
                  </a:lnTo>
                  <a:lnTo>
                    <a:pt x="154" y="80"/>
                  </a:lnTo>
                  <a:lnTo>
                    <a:pt x="154" y="84"/>
                  </a:lnTo>
                  <a:lnTo>
                    <a:pt x="154" y="94"/>
                  </a:lnTo>
                  <a:lnTo>
                    <a:pt x="154" y="98"/>
                  </a:lnTo>
                  <a:lnTo>
                    <a:pt x="158" y="102"/>
                  </a:lnTo>
                  <a:lnTo>
                    <a:pt x="158" y="106"/>
                  </a:lnTo>
                  <a:lnTo>
                    <a:pt x="158" y="110"/>
                  </a:lnTo>
                  <a:lnTo>
                    <a:pt x="158" y="114"/>
                  </a:lnTo>
                  <a:lnTo>
                    <a:pt x="158" y="118"/>
                  </a:lnTo>
                  <a:lnTo>
                    <a:pt x="158" y="120"/>
                  </a:lnTo>
                  <a:lnTo>
                    <a:pt x="158" y="128"/>
                  </a:lnTo>
                  <a:lnTo>
                    <a:pt x="158" y="134"/>
                  </a:lnTo>
                  <a:lnTo>
                    <a:pt x="158" y="134"/>
                  </a:lnTo>
                  <a:lnTo>
                    <a:pt x="162" y="142"/>
                  </a:lnTo>
                  <a:lnTo>
                    <a:pt x="162" y="146"/>
                  </a:lnTo>
                  <a:lnTo>
                    <a:pt x="162" y="146"/>
                  </a:lnTo>
                  <a:lnTo>
                    <a:pt x="162" y="154"/>
                  </a:lnTo>
                  <a:lnTo>
                    <a:pt x="162" y="154"/>
                  </a:lnTo>
                  <a:lnTo>
                    <a:pt x="162" y="160"/>
                  </a:lnTo>
                  <a:lnTo>
                    <a:pt x="162" y="164"/>
                  </a:lnTo>
                  <a:lnTo>
                    <a:pt x="162" y="168"/>
                  </a:lnTo>
                  <a:lnTo>
                    <a:pt x="162" y="176"/>
                  </a:lnTo>
                  <a:lnTo>
                    <a:pt x="166" y="188"/>
                  </a:lnTo>
                  <a:lnTo>
                    <a:pt x="166" y="190"/>
                  </a:lnTo>
                  <a:lnTo>
                    <a:pt x="170" y="194"/>
                  </a:lnTo>
                  <a:lnTo>
                    <a:pt x="170" y="198"/>
                  </a:lnTo>
                  <a:lnTo>
                    <a:pt x="170" y="198"/>
                  </a:lnTo>
                  <a:lnTo>
                    <a:pt x="166" y="202"/>
                  </a:lnTo>
                  <a:lnTo>
                    <a:pt x="166" y="210"/>
                  </a:lnTo>
                  <a:lnTo>
                    <a:pt x="166" y="210"/>
                  </a:lnTo>
                  <a:lnTo>
                    <a:pt x="166" y="210"/>
                  </a:lnTo>
                  <a:lnTo>
                    <a:pt x="166" y="210"/>
                  </a:lnTo>
                  <a:lnTo>
                    <a:pt x="158" y="210"/>
                  </a:lnTo>
                  <a:lnTo>
                    <a:pt x="154" y="210"/>
                  </a:lnTo>
                  <a:lnTo>
                    <a:pt x="154" y="210"/>
                  </a:lnTo>
                  <a:lnTo>
                    <a:pt x="154" y="210"/>
                  </a:lnTo>
                  <a:lnTo>
                    <a:pt x="150" y="210"/>
                  </a:lnTo>
                  <a:lnTo>
                    <a:pt x="142" y="210"/>
                  </a:lnTo>
                  <a:lnTo>
                    <a:pt x="140" y="210"/>
                  </a:lnTo>
                  <a:lnTo>
                    <a:pt x="140" y="210"/>
                  </a:lnTo>
                  <a:lnTo>
                    <a:pt x="136" y="210"/>
                  </a:lnTo>
                  <a:lnTo>
                    <a:pt x="132" y="210"/>
                  </a:lnTo>
                  <a:lnTo>
                    <a:pt x="128" y="210"/>
                  </a:lnTo>
                  <a:lnTo>
                    <a:pt x="124" y="210"/>
                  </a:lnTo>
                  <a:lnTo>
                    <a:pt x="124" y="210"/>
                  </a:lnTo>
                  <a:lnTo>
                    <a:pt x="120" y="210"/>
                  </a:lnTo>
                  <a:lnTo>
                    <a:pt x="116" y="210"/>
                  </a:lnTo>
                  <a:lnTo>
                    <a:pt x="116" y="210"/>
                  </a:lnTo>
                  <a:lnTo>
                    <a:pt x="116" y="210"/>
                  </a:lnTo>
                  <a:lnTo>
                    <a:pt x="112" y="210"/>
                  </a:lnTo>
                  <a:lnTo>
                    <a:pt x="112" y="210"/>
                  </a:lnTo>
                  <a:lnTo>
                    <a:pt x="112" y="210"/>
                  </a:lnTo>
                  <a:lnTo>
                    <a:pt x="112" y="210"/>
                  </a:lnTo>
                  <a:lnTo>
                    <a:pt x="112" y="206"/>
                  </a:lnTo>
                  <a:lnTo>
                    <a:pt x="112" y="206"/>
                  </a:lnTo>
                  <a:lnTo>
                    <a:pt x="110" y="210"/>
                  </a:lnTo>
                  <a:lnTo>
                    <a:pt x="110" y="210"/>
                  </a:lnTo>
                  <a:lnTo>
                    <a:pt x="110" y="210"/>
                  </a:lnTo>
                  <a:lnTo>
                    <a:pt x="106" y="210"/>
                  </a:lnTo>
                  <a:lnTo>
                    <a:pt x="106" y="210"/>
                  </a:lnTo>
                  <a:lnTo>
                    <a:pt x="106" y="214"/>
                  </a:lnTo>
                  <a:lnTo>
                    <a:pt x="106" y="214"/>
                  </a:lnTo>
                  <a:lnTo>
                    <a:pt x="106" y="214"/>
                  </a:lnTo>
                  <a:lnTo>
                    <a:pt x="102" y="214"/>
                  </a:lnTo>
                  <a:lnTo>
                    <a:pt x="102" y="214"/>
                  </a:lnTo>
                  <a:lnTo>
                    <a:pt x="102" y="214"/>
                  </a:lnTo>
                  <a:lnTo>
                    <a:pt x="102" y="214"/>
                  </a:lnTo>
                  <a:lnTo>
                    <a:pt x="98" y="210"/>
                  </a:lnTo>
                  <a:lnTo>
                    <a:pt x="98" y="210"/>
                  </a:lnTo>
                  <a:lnTo>
                    <a:pt x="98" y="210"/>
                  </a:lnTo>
                  <a:lnTo>
                    <a:pt x="94" y="210"/>
                  </a:lnTo>
                  <a:lnTo>
                    <a:pt x="94" y="210"/>
                  </a:lnTo>
                  <a:lnTo>
                    <a:pt x="94" y="210"/>
                  </a:lnTo>
                  <a:lnTo>
                    <a:pt x="94" y="210"/>
                  </a:lnTo>
                  <a:lnTo>
                    <a:pt x="90" y="210"/>
                  </a:lnTo>
                  <a:lnTo>
                    <a:pt x="90" y="210"/>
                  </a:lnTo>
                  <a:lnTo>
                    <a:pt x="90" y="210"/>
                  </a:lnTo>
                  <a:lnTo>
                    <a:pt x="90" y="210"/>
                  </a:lnTo>
                  <a:close/>
                  <a:moveTo>
                    <a:pt x="12" y="138"/>
                  </a:moveTo>
                  <a:lnTo>
                    <a:pt x="12" y="138"/>
                  </a:lnTo>
                  <a:lnTo>
                    <a:pt x="12" y="138"/>
                  </a:lnTo>
                  <a:lnTo>
                    <a:pt x="12" y="134"/>
                  </a:lnTo>
                  <a:lnTo>
                    <a:pt x="12" y="134"/>
                  </a:lnTo>
                  <a:lnTo>
                    <a:pt x="12" y="134"/>
                  </a:lnTo>
                  <a:lnTo>
                    <a:pt x="12" y="134"/>
                  </a:lnTo>
                  <a:lnTo>
                    <a:pt x="12" y="134"/>
                  </a:lnTo>
                  <a:lnTo>
                    <a:pt x="12" y="134"/>
                  </a:lnTo>
                  <a:lnTo>
                    <a:pt x="12" y="134"/>
                  </a:lnTo>
                  <a:lnTo>
                    <a:pt x="12" y="134"/>
                  </a:lnTo>
                  <a:lnTo>
                    <a:pt x="12" y="134"/>
                  </a:lnTo>
                  <a:lnTo>
                    <a:pt x="12" y="138"/>
                  </a:lnTo>
                  <a:lnTo>
                    <a:pt x="12" y="138"/>
                  </a:lnTo>
                  <a:lnTo>
                    <a:pt x="12" y="138"/>
                  </a:lnTo>
                  <a:lnTo>
                    <a:pt x="12" y="138"/>
                  </a:lnTo>
                  <a:lnTo>
                    <a:pt x="12" y="138"/>
                  </a:lnTo>
                  <a:lnTo>
                    <a:pt x="12" y="138"/>
                  </a:lnTo>
                  <a:lnTo>
                    <a:pt x="12" y="138"/>
                  </a:lnTo>
                  <a:lnTo>
                    <a:pt x="12" y="1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3" name="Freeform 158"/>
            <p:cNvSpPr>
              <a:spLocks noChangeAspect="1"/>
            </p:cNvSpPr>
            <p:nvPr/>
          </p:nvSpPr>
          <p:spPr bwMode="gray">
            <a:xfrm>
              <a:off x="4476442" y="3413535"/>
              <a:ext cx="299153" cy="267846"/>
            </a:xfrm>
            <a:custGeom>
              <a:avLst/>
              <a:gdLst>
                <a:gd name="T0" fmla="*/ 126 w 172"/>
                <a:gd name="T1" fmla="*/ 16 h 154"/>
                <a:gd name="T2" fmla="*/ 134 w 172"/>
                <a:gd name="T3" fmla="*/ 16 h 154"/>
                <a:gd name="T4" fmla="*/ 142 w 172"/>
                <a:gd name="T5" fmla="*/ 16 h 154"/>
                <a:gd name="T6" fmla="*/ 146 w 172"/>
                <a:gd name="T7" fmla="*/ 16 h 154"/>
                <a:gd name="T8" fmla="*/ 146 w 172"/>
                <a:gd name="T9" fmla="*/ 16 h 154"/>
                <a:gd name="T10" fmla="*/ 148 w 172"/>
                <a:gd name="T11" fmla="*/ 16 h 154"/>
                <a:gd name="T12" fmla="*/ 156 w 172"/>
                <a:gd name="T13" fmla="*/ 20 h 154"/>
                <a:gd name="T14" fmla="*/ 160 w 172"/>
                <a:gd name="T15" fmla="*/ 26 h 154"/>
                <a:gd name="T16" fmla="*/ 164 w 172"/>
                <a:gd name="T17" fmla="*/ 38 h 154"/>
                <a:gd name="T18" fmla="*/ 164 w 172"/>
                <a:gd name="T19" fmla="*/ 46 h 154"/>
                <a:gd name="T20" fmla="*/ 164 w 172"/>
                <a:gd name="T21" fmla="*/ 56 h 154"/>
                <a:gd name="T22" fmla="*/ 172 w 172"/>
                <a:gd name="T23" fmla="*/ 64 h 154"/>
                <a:gd name="T24" fmla="*/ 168 w 172"/>
                <a:gd name="T25" fmla="*/ 72 h 154"/>
                <a:gd name="T26" fmla="*/ 168 w 172"/>
                <a:gd name="T27" fmla="*/ 76 h 154"/>
                <a:gd name="T28" fmla="*/ 160 w 172"/>
                <a:gd name="T29" fmla="*/ 72 h 154"/>
                <a:gd name="T30" fmla="*/ 152 w 172"/>
                <a:gd name="T31" fmla="*/ 72 h 154"/>
                <a:gd name="T32" fmla="*/ 146 w 172"/>
                <a:gd name="T33" fmla="*/ 76 h 154"/>
                <a:gd name="T34" fmla="*/ 142 w 172"/>
                <a:gd name="T35" fmla="*/ 78 h 154"/>
                <a:gd name="T36" fmla="*/ 134 w 172"/>
                <a:gd name="T37" fmla="*/ 78 h 154"/>
                <a:gd name="T38" fmla="*/ 130 w 172"/>
                <a:gd name="T39" fmla="*/ 86 h 154"/>
                <a:gd name="T40" fmla="*/ 134 w 172"/>
                <a:gd name="T41" fmla="*/ 94 h 154"/>
                <a:gd name="T42" fmla="*/ 130 w 172"/>
                <a:gd name="T43" fmla="*/ 94 h 154"/>
                <a:gd name="T44" fmla="*/ 126 w 172"/>
                <a:gd name="T45" fmla="*/ 98 h 154"/>
                <a:gd name="T46" fmla="*/ 118 w 172"/>
                <a:gd name="T47" fmla="*/ 102 h 154"/>
                <a:gd name="T48" fmla="*/ 116 w 172"/>
                <a:gd name="T49" fmla="*/ 108 h 154"/>
                <a:gd name="T50" fmla="*/ 112 w 172"/>
                <a:gd name="T51" fmla="*/ 112 h 154"/>
                <a:gd name="T52" fmla="*/ 100 w 172"/>
                <a:gd name="T53" fmla="*/ 116 h 154"/>
                <a:gd name="T54" fmla="*/ 96 w 172"/>
                <a:gd name="T55" fmla="*/ 116 h 154"/>
                <a:gd name="T56" fmla="*/ 92 w 172"/>
                <a:gd name="T57" fmla="*/ 120 h 154"/>
                <a:gd name="T58" fmla="*/ 86 w 172"/>
                <a:gd name="T59" fmla="*/ 120 h 154"/>
                <a:gd name="T60" fmla="*/ 78 w 172"/>
                <a:gd name="T61" fmla="*/ 124 h 154"/>
                <a:gd name="T62" fmla="*/ 74 w 172"/>
                <a:gd name="T63" fmla="*/ 124 h 154"/>
                <a:gd name="T64" fmla="*/ 66 w 172"/>
                <a:gd name="T65" fmla="*/ 130 h 154"/>
                <a:gd name="T66" fmla="*/ 62 w 172"/>
                <a:gd name="T67" fmla="*/ 154 h 154"/>
                <a:gd name="T68" fmla="*/ 44 w 172"/>
                <a:gd name="T69" fmla="*/ 154 h 154"/>
                <a:gd name="T70" fmla="*/ 0 w 172"/>
                <a:gd name="T71" fmla="*/ 154 h 154"/>
                <a:gd name="T72" fmla="*/ 4 w 172"/>
                <a:gd name="T73" fmla="*/ 150 h 154"/>
                <a:gd name="T74" fmla="*/ 18 w 172"/>
                <a:gd name="T75" fmla="*/ 146 h 154"/>
                <a:gd name="T76" fmla="*/ 30 w 172"/>
                <a:gd name="T77" fmla="*/ 134 h 154"/>
                <a:gd name="T78" fmla="*/ 36 w 172"/>
                <a:gd name="T79" fmla="*/ 130 h 154"/>
                <a:gd name="T80" fmla="*/ 40 w 172"/>
                <a:gd name="T81" fmla="*/ 124 h 154"/>
                <a:gd name="T82" fmla="*/ 48 w 172"/>
                <a:gd name="T83" fmla="*/ 116 h 154"/>
                <a:gd name="T84" fmla="*/ 52 w 172"/>
                <a:gd name="T85" fmla="*/ 104 h 154"/>
                <a:gd name="T86" fmla="*/ 48 w 172"/>
                <a:gd name="T87" fmla="*/ 98 h 154"/>
                <a:gd name="T88" fmla="*/ 48 w 172"/>
                <a:gd name="T89" fmla="*/ 86 h 154"/>
                <a:gd name="T90" fmla="*/ 48 w 172"/>
                <a:gd name="T91" fmla="*/ 78 h 154"/>
                <a:gd name="T92" fmla="*/ 56 w 172"/>
                <a:gd name="T93" fmla="*/ 64 h 154"/>
                <a:gd name="T94" fmla="*/ 60 w 172"/>
                <a:gd name="T95" fmla="*/ 60 h 154"/>
                <a:gd name="T96" fmla="*/ 66 w 172"/>
                <a:gd name="T97" fmla="*/ 52 h 154"/>
                <a:gd name="T98" fmla="*/ 70 w 172"/>
                <a:gd name="T99" fmla="*/ 50 h 154"/>
                <a:gd name="T100" fmla="*/ 82 w 172"/>
                <a:gd name="T101" fmla="*/ 42 h 154"/>
                <a:gd name="T102" fmla="*/ 90 w 172"/>
                <a:gd name="T103" fmla="*/ 38 h 154"/>
                <a:gd name="T104" fmla="*/ 96 w 172"/>
                <a:gd name="T105" fmla="*/ 22 h 154"/>
                <a:gd name="T106" fmla="*/ 100 w 172"/>
                <a:gd name="T107" fmla="*/ 12 h 154"/>
                <a:gd name="T108" fmla="*/ 108 w 172"/>
                <a:gd name="T109" fmla="*/ 4 h 154"/>
                <a:gd name="T110" fmla="*/ 112 w 172"/>
                <a:gd name="T111" fmla="*/ 4 h 154"/>
                <a:gd name="T112" fmla="*/ 112 w 172"/>
                <a:gd name="T113" fmla="*/ 8 h 154"/>
                <a:gd name="T114" fmla="*/ 122 w 172"/>
                <a:gd name="T115" fmla="*/ 16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72" h="154">
                  <a:moveTo>
                    <a:pt x="122" y="16"/>
                  </a:moveTo>
                  <a:lnTo>
                    <a:pt x="122" y="16"/>
                  </a:lnTo>
                  <a:lnTo>
                    <a:pt x="122" y="16"/>
                  </a:lnTo>
                  <a:lnTo>
                    <a:pt x="126" y="16"/>
                  </a:lnTo>
                  <a:lnTo>
                    <a:pt x="126" y="16"/>
                  </a:lnTo>
                  <a:lnTo>
                    <a:pt x="126" y="16"/>
                  </a:lnTo>
                  <a:lnTo>
                    <a:pt x="126" y="16"/>
                  </a:lnTo>
                  <a:lnTo>
                    <a:pt x="126" y="16"/>
                  </a:lnTo>
                  <a:lnTo>
                    <a:pt x="130" y="16"/>
                  </a:lnTo>
                  <a:lnTo>
                    <a:pt x="130" y="16"/>
                  </a:lnTo>
                  <a:lnTo>
                    <a:pt x="130" y="16"/>
                  </a:lnTo>
                  <a:lnTo>
                    <a:pt x="130" y="16"/>
                  </a:lnTo>
                  <a:lnTo>
                    <a:pt x="130" y="16"/>
                  </a:lnTo>
                  <a:lnTo>
                    <a:pt x="134" y="16"/>
                  </a:lnTo>
                  <a:lnTo>
                    <a:pt x="134" y="16"/>
                  </a:lnTo>
                  <a:lnTo>
                    <a:pt x="134" y="16"/>
                  </a:lnTo>
                  <a:lnTo>
                    <a:pt x="134" y="16"/>
                  </a:lnTo>
                  <a:lnTo>
                    <a:pt x="134" y="16"/>
                  </a:lnTo>
                  <a:lnTo>
                    <a:pt x="138" y="16"/>
                  </a:lnTo>
                  <a:lnTo>
                    <a:pt x="138" y="16"/>
                  </a:lnTo>
                  <a:lnTo>
                    <a:pt x="138" y="16"/>
                  </a:lnTo>
                  <a:lnTo>
                    <a:pt x="138" y="16"/>
                  </a:lnTo>
                  <a:lnTo>
                    <a:pt x="142" y="16"/>
                  </a:lnTo>
                  <a:lnTo>
                    <a:pt x="142" y="16"/>
                  </a:lnTo>
                  <a:lnTo>
                    <a:pt x="146" y="12"/>
                  </a:lnTo>
                  <a:lnTo>
                    <a:pt x="146" y="12"/>
                  </a:lnTo>
                  <a:lnTo>
                    <a:pt x="146" y="12"/>
                  </a:lnTo>
                  <a:lnTo>
                    <a:pt x="146" y="12"/>
                  </a:lnTo>
                  <a:lnTo>
                    <a:pt x="146" y="12"/>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6" y="16"/>
                  </a:lnTo>
                  <a:lnTo>
                    <a:pt x="148" y="16"/>
                  </a:lnTo>
                  <a:lnTo>
                    <a:pt x="148" y="16"/>
                  </a:lnTo>
                  <a:lnTo>
                    <a:pt x="148" y="16"/>
                  </a:lnTo>
                  <a:lnTo>
                    <a:pt x="148" y="20"/>
                  </a:lnTo>
                  <a:lnTo>
                    <a:pt x="148" y="20"/>
                  </a:lnTo>
                  <a:lnTo>
                    <a:pt x="152" y="16"/>
                  </a:lnTo>
                  <a:lnTo>
                    <a:pt x="152" y="16"/>
                  </a:lnTo>
                  <a:lnTo>
                    <a:pt x="152" y="20"/>
                  </a:lnTo>
                  <a:lnTo>
                    <a:pt x="156" y="20"/>
                  </a:lnTo>
                  <a:lnTo>
                    <a:pt x="156" y="20"/>
                  </a:lnTo>
                  <a:lnTo>
                    <a:pt x="156" y="20"/>
                  </a:lnTo>
                  <a:lnTo>
                    <a:pt x="156" y="20"/>
                  </a:lnTo>
                  <a:lnTo>
                    <a:pt x="156" y="20"/>
                  </a:lnTo>
                  <a:lnTo>
                    <a:pt x="160" y="22"/>
                  </a:lnTo>
                  <a:lnTo>
                    <a:pt x="160" y="22"/>
                  </a:lnTo>
                  <a:lnTo>
                    <a:pt x="160" y="22"/>
                  </a:lnTo>
                  <a:lnTo>
                    <a:pt x="160" y="26"/>
                  </a:lnTo>
                  <a:lnTo>
                    <a:pt x="160" y="26"/>
                  </a:lnTo>
                  <a:lnTo>
                    <a:pt x="160" y="26"/>
                  </a:lnTo>
                  <a:lnTo>
                    <a:pt x="160" y="30"/>
                  </a:lnTo>
                  <a:lnTo>
                    <a:pt x="164" y="30"/>
                  </a:lnTo>
                  <a:lnTo>
                    <a:pt x="160" y="30"/>
                  </a:lnTo>
                  <a:lnTo>
                    <a:pt x="160" y="30"/>
                  </a:lnTo>
                  <a:lnTo>
                    <a:pt x="160" y="30"/>
                  </a:lnTo>
                  <a:lnTo>
                    <a:pt x="160" y="34"/>
                  </a:lnTo>
                  <a:lnTo>
                    <a:pt x="164" y="38"/>
                  </a:lnTo>
                  <a:lnTo>
                    <a:pt x="164" y="38"/>
                  </a:lnTo>
                  <a:lnTo>
                    <a:pt x="164" y="38"/>
                  </a:lnTo>
                  <a:lnTo>
                    <a:pt x="164" y="42"/>
                  </a:lnTo>
                  <a:lnTo>
                    <a:pt x="160" y="42"/>
                  </a:lnTo>
                  <a:lnTo>
                    <a:pt x="164" y="46"/>
                  </a:lnTo>
                  <a:lnTo>
                    <a:pt x="164" y="46"/>
                  </a:lnTo>
                  <a:lnTo>
                    <a:pt x="164" y="46"/>
                  </a:lnTo>
                  <a:lnTo>
                    <a:pt x="164" y="46"/>
                  </a:lnTo>
                  <a:lnTo>
                    <a:pt x="164" y="46"/>
                  </a:lnTo>
                  <a:lnTo>
                    <a:pt x="164" y="50"/>
                  </a:lnTo>
                  <a:lnTo>
                    <a:pt x="164" y="50"/>
                  </a:lnTo>
                  <a:lnTo>
                    <a:pt x="164" y="50"/>
                  </a:lnTo>
                  <a:lnTo>
                    <a:pt x="164" y="52"/>
                  </a:lnTo>
                  <a:lnTo>
                    <a:pt x="164" y="52"/>
                  </a:lnTo>
                  <a:lnTo>
                    <a:pt x="164" y="52"/>
                  </a:lnTo>
                  <a:lnTo>
                    <a:pt x="164" y="52"/>
                  </a:lnTo>
                  <a:lnTo>
                    <a:pt x="164" y="56"/>
                  </a:lnTo>
                  <a:lnTo>
                    <a:pt x="164" y="56"/>
                  </a:lnTo>
                  <a:lnTo>
                    <a:pt x="164" y="56"/>
                  </a:lnTo>
                  <a:lnTo>
                    <a:pt x="164" y="56"/>
                  </a:lnTo>
                  <a:lnTo>
                    <a:pt x="164" y="56"/>
                  </a:lnTo>
                  <a:lnTo>
                    <a:pt x="164" y="56"/>
                  </a:lnTo>
                  <a:lnTo>
                    <a:pt x="168" y="60"/>
                  </a:lnTo>
                  <a:lnTo>
                    <a:pt x="168" y="64"/>
                  </a:lnTo>
                  <a:lnTo>
                    <a:pt x="172" y="64"/>
                  </a:lnTo>
                  <a:lnTo>
                    <a:pt x="172" y="68"/>
                  </a:lnTo>
                  <a:lnTo>
                    <a:pt x="172" y="68"/>
                  </a:lnTo>
                  <a:lnTo>
                    <a:pt x="172" y="68"/>
                  </a:lnTo>
                  <a:lnTo>
                    <a:pt x="172" y="68"/>
                  </a:lnTo>
                  <a:lnTo>
                    <a:pt x="168" y="68"/>
                  </a:lnTo>
                  <a:lnTo>
                    <a:pt x="168" y="68"/>
                  </a:lnTo>
                  <a:lnTo>
                    <a:pt x="168" y="68"/>
                  </a:lnTo>
                  <a:lnTo>
                    <a:pt x="168" y="72"/>
                  </a:lnTo>
                  <a:lnTo>
                    <a:pt x="168" y="72"/>
                  </a:lnTo>
                  <a:lnTo>
                    <a:pt x="168" y="72"/>
                  </a:lnTo>
                  <a:lnTo>
                    <a:pt x="168" y="72"/>
                  </a:lnTo>
                  <a:lnTo>
                    <a:pt x="168" y="72"/>
                  </a:lnTo>
                  <a:lnTo>
                    <a:pt x="168" y="72"/>
                  </a:lnTo>
                  <a:lnTo>
                    <a:pt x="172" y="72"/>
                  </a:lnTo>
                  <a:lnTo>
                    <a:pt x="172" y="72"/>
                  </a:lnTo>
                  <a:lnTo>
                    <a:pt x="168" y="76"/>
                  </a:lnTo>
                  <a:lnTo>
                    <a:pt x="168" y="76"/>
                  </a:lnTo>
                  <a:lnTo>
                    <a:pt x="168" y="76"/>
                  </a:lnTo>
                  <a:lnTo>
                    <a:pt x="168" y="76"/>
                  </a:lnTo>
                  <a:lnTo>
                    <a:pt x="168" y="72"/>
                  </a:lnTo>
                  <a:lnTo>
                    <a:pt x="164" y="72"/>
                  </a:lnTo>
                  <a:lnTo>
                    <a:pt x="164" y="72"/>
                  </a:lnTo>
                  <a:lnTo>
                    <a:pt x="164" y="72"/>
                  </a:lnTo>
                  <a:lnTo>
                    <a:pt x="160" y="72"/>
                  </a:lnTo>
                  <a:lnTo>
                    <a:pt x="160" y="72"/>
                  </a:lnTo>
                  <a:lnTo>
                    <a:pt x="156" y="72"/>
                  </a:lnTo>
                  <a:lnTo>
                    <a:pt x="156" y="72"/>
                  </a:lnTo>
                  <a:lnTo>
                    <a:pt x="156" y="72"/>
                  </a:lnTo>
                  <a:lnTo>
                    <a:pt x="156" y="72"/>
                  </a:lnTo>
                  <a:lnTo>
                    <a:pt x="152" y="72"/>
                  </a:lnTo>
                  <a:lnTo>
                    <a:pt x="152" y="72"/>
                  </a:lnTo>
                  <a:lnTo>
                    <a:pt x="152" y="72"/>
                  </a:lnTo>
                  <a:lnTo>
                    <a:pt x="152" y="72"/>
                  </a:lnTo>
                  <a:lnTo>
                    <a:pt x="152" y="72"/>
                  </a:lnTo>
                  <a:lnTo>
                    <a:pt x="146" y="76"/>
                  </a:lnTo>
                  <a:lnTo>
                    <a:pt x="146" y="76"/>
                  </a:lnTo>
                  <a:lnTo>
                    <a:pt x="146" y="76"/>
                  </a:lnTo>
                  <a:lnTo>
                    <a:pt x="146" y="76"/>
                  </a:lnTo>
                  <a:lnTo>
                    <a:pt x="146" y="76"/>
                  </a:lnTo>
                  <a:lnTo>
                    <a:pt x="146" y="76"/>
                  </a:lnTo>
                  <a:lnTo>
                    <a:pt x="146" y="76"/>
                  </a:lnTo>
                  <a:lnTo>
                    <a:pt x="146" y="78"/>
                  </a:lnTo>
                  <a:lnTo>
                    <a:pt x="146" y="78"/>
                  </a:lnTo>
                  <a:lnTo>
                    <a:pt x="146" y="78"/>
                  </a:lnTo>
                  <a:lnTo>
                    <a:pt x="142" y="78"/>
                  </a:lnTo>
                  <a:lnTo>
                    <a:pt x="142" y="78"/>
                  </a:lnTo>
                  <a:lnTo>
                    <a:pt x="142" y="78"/>
                  </a:lnTo>
                  <a:lnTo>
                    <a:pt x="142" y="78"/>
                  </a:lnTo>
                  <a:lnTo>
                    <a:pt x="138" y="78"/>
                  </a:lnTo>
                  <a:lnTo>
                    <a:pt x="138" y="78"/>
                  </a:lnTo>
                  <a:lnTo>
                    <a:pt x="138" y="82"/>
                  </a:lnTo>
                  <a:lnTo>
                    <a:pt x="138" y="82"/>
                  </a:lnTo>
                  <a:lnTo>
                    <a:pt x="138" y="82"/>
                  </a:lnTo>
                  <a:lnTo>
                    <a:pt x="134" y="82"/>
                  </a:lnTo>
                  <a:lnTo>
                    <a:pt x="134" y="78"/>
                  </a:lnTo>
                  <a:lnTo>
                    <a:pt x="134" y="78"/>
                  </a:lnTo>
                  <a:lnTo>
                    <a:pt x="134" y="78"/>
                  </a:lnTo>
                  <a:lnTo>
                    <a:pt x="134" y="78"/>
                  </a:lnTo>
                  <a:lnTo>
                    <a:pt x="134" y="78"/>
                  </a:lnTo>
                  <a:lnTo>
                    <a:pt x="134" y="78"/>
                  </a:lnTo>
                  <a:lnTo>
                    <a:pt x="130" y="82"/>
                  </a:lnTo>
                  <a:lnTo>
                    <a:pt x="130" y="82"/>
                  </a:lnTo>
                  <a:lnTo>
                    <a:pt x="130" y="86"/>
                  </a:lnTo>
                  <a:lnTo>
                    <a:pt x="130" y="86"/>
                  </a:lnTo>
                  <a:lnTo>
                    <a:pt x="134" y="86"/>
                  </a:lnTo>
                  <a:lnTo>
                    <a:pt x="130" y="90"/>
                  </a:lnTo>
                  <a:lnTo>
                    <a:pt x="130" y="90"/>
                  </a:lnTo>
                  <a:lnTo>
                    <a:pt x="134" y="90"/>
                  </a:lnTo>
                  <a:lnTo>
                    <a:pt x="134" y="90"/>
                  </a:lnTo>
                  <a:lnTo>
                    <a:pt x="134" y="90"/>
                  </a:lnTo>
                  <a:lnTo>
                    <a:pt x="134" y="90"/>
                  </a:lnTo>
                  <a:lnTo>
                    <a:pt x="134" y="94"/>
                  </a:lnTo>
                  <a:lnTo>
                    <a:pt x="134" y="94"/>
                  </a:lnTo>
                  <a:lnTo>
                    <a:pt x="134" y="94"/>
                  </a:lnTo>
                  <a:lnTo>
                    <a:pt x="134" y="94"/>
                  </a:lnTo>
                  <a:lnTo>
                    <a:pt x="134" y="94"/>
                  </a:lnTo>
                  <a:lnTo>
                    <a:pt x="134" y="94"/>
                  </a:lnTo>
                  <a:lnTo>
                    <a:pt x="134" y="94"/>
                  </a:lnTo>
                  <a:lnTo>
                    <a:pt x="130" y="94"/>
                  </a:lnTo>
                  <a:lnTo>
                    <a:pt x="130" y="94"/>
                  </a:lnTo>
                  <a:lnTo>
                    <a:pt x="130" y="94"/>
                  </a:lnTo>
                  <a:lnTo>
                    <a:pt x="130" y="94"/>
                  </a:lnTo>
                  <a:lnTo>
                    <a:pt x="130" y="94"/>
                  </a:lnTo>
                  <a:lnTo>
                    <a:pt x="130" y="94"/>
                  </a:lnTo>
                  <a:lnTo>
                    <a:pt x="126" y="98"/>
                  </a:lnTo>
                  <a:lnTo>
                    <a:pt x="126" y="98"/>
                  </a:lnTo>
                  <a:lnTo>
                    <a:pt x="126" y="98"/>
                  </a:lnTo>
                  <a:lnTo>
                    <a:pt x="126" y="98"/>
                  </a:lnTo>
                  <a:lnTo>
                    <a:pt x="126" y="98"/>
                  </a:lnTo>
                  <a:lnTo>
                    <a:pt x="126" y="98"/>
                  </a:lnTo>
                  <a:lnTo>
                    <a:pt x="122" y="102"/>
                  </a:lnTo>
                  <a:lnTo>
                    <a:pt x="122" y="102"/>
                  </a:lnTo>
                  <a:lnTo>
                    <a:pt x="122" y="102"/>
                  </a:lnTo>
                  <a:lnTo>
                    <a:pt x="122" y="102"/>
                  </a:lnTo>
                  <a:lnTo>
                    <a:pt x="122" y="102"/>
                  </a:lnTo>
                  <a:lnTo>
                    <a:pt x="118" y="102"/>
                  </a:lnTo>
                  <a:lnTo>
                    <a:pt x="116" y="102"/>
                  </a:lnTo>
                  <a:lnTo>
                    <a:pt x="116" y="102"/>
                  </a:lnTo>
                  <a:lnTo>
                    <a:pt x="116" y="104"/>
                  </a:lnTo>
                  <a:lnTo>
                    <a:pt x="116" y="104"/>
                  </a:lnTo>
                  <a:lnTo>
                    <a:pt x="116" y="104"/>
                  </a:lnTo>
                  <a:lnTo>
                    <a:pt x="116" y="104"/>
                  </a:lnTo>
                  <a:lnTo>
                    <a:pt x="116" y="104"/>
                  </a:lnTo>
                  <a:lnTo>
                    <a:pt x="116" y="108"/>
                  </a:lnTo>
                  <a:lnTo>
                    <a:pt x="116" y="108"/>
                  </a:lnTo>
                  <a:lnTo>
                    <a:pt x="112" y="108"/>
                  </a:lnTo>
                  <a:lnTo>
                    <a:pt x="112" y="108"/>
                  </a:lnTo>
                  <a:lnTo>
                    <a:pt x="112" y="108"/>
                  </a:lnTo>
                  <a:lnTo>
                    <a:pt x="112" y="112"/>
                  </a:lnTo>
                  <a:lnTo>
                    <a:pt x="112" y="112"/>
                  </a:lnTo>
                  <a:lnTo>
                    <a:pt x="112" y="112"/>
                  </a:lnTo>
                  <a:lnTo>
                    <a:pt x="112" y="112"/>
                  </a:lnTo>
                  <a:lnTo>
                    <a:pt x="108" y="112"/>
                  </a:lnTo>
                  <a:lnTo>
                    <a:pt x="108" y="112"/>
                  </a:lnTo>
                  <a:lnTo>
                    <a:pt x="108" y="112"/>
                  </a:lnTo>
                  <a:lnTo>
                    <a:pt x="104" y="112"/>
                  </a:lnTo>
                  <a:lnTo>
                    <a:pt x="104" y="112"/>
                  </a:lnTo>
                  <a:lnTo>
                    <a:pt x="104" y="112"/>
                  </a:lnTo>
                  <a:lnTo>
                    <a:pt x="104" y="116"/>
                  </a:lnTo>
                  <a:lnTo>
                    <a:pt x="100" y="116"/>
                  </a:lnTo>
                  <a:lnTo>
                    <a:pt x="100" y="116"/>
                  </a:lnTo>
                  <a:lnTo>
                    <a:pt x="100" y="116"/>
                  </a:lnTo>
                  <a:lnTo>
                    <a:pt x="100" y="116"/>
                  </a:lnTo>
                  <a:lnTo>
                    <a:pt x="100" y="116"/>
                  </a:lnTo>
                  <a:lnTo>
                    <a:pt x="100" y="116"/>
                  </a:lnTo>
                  <a:lnTo>
                    <a:pt x="100" y="116"/>
                  </a:lnTo>
                  <a:lnTo>
                    <a:pt x="100" y="116"/>
                  </a:lnTo>
                  <a:lnTo>
                    <a:pt x="96" y="116"/>
                  </a:lnTo>
                  <a:lnTo>
                    <a:pt x="96" y="116"/>
                  </a:lnTo>
                  <a:lnTo>
                    <a:pt x="96" y="116"/>
                  </a:lnTo>
                  <a:lnTo>
                    <a:pt x="92" y="116"/>
                  </a:lnTo>
                  <a:lnTo>
                    <a:pt x="92" y="116"/>
                  </a:lnTo>
                  <a:lnTo>
                    <a:pt x="92" y="120"/>
                  </a:lnTo>
                  <a:lnTo>
                    <a:pt x="92" y="120"/>
                  </a:lnTo>
                  <a:lnTo>
                    <a:pt x="92" y="120"/>
                  </a:lnTo>
                  <a:lnTo>
                    <a:pt x="92" y="120"/>
                  </a:lnTo>
                  <a:lnTo>
                    <a:pt x="92" y="120"/>
                  </a:lnTo>
                  <a:lnTo>
                    <a:pt x="92" y="120"/>
                  </a:lnTo>
                  <a:lnTo>
                    <a:pt x="90" y="120"/>
                  </a:lnTo>
                  <a:lnTo>
                    <a:pt x="90" y="120"/>
                  </a:lnTo>
                  <a:lnTo>
                    <a:pt x="90" y="120"/>
                  </a:lnTo>
                  <a:lnTo>
                    <a:pt x="86" y="120"/>
                  </a:lnTo>
                  <a:lnTo>
                    <a:pt x="86" y="120"/>
                  </a:lnTo>
                  <a:lnTo>
                    <a:pt x="86" y="120"/>
                  </a:lnTo>
                  <a:lnTo>
                    <a:pt x="82" y="120"/>
                  </a:lnTo>
                  <a:lnTo>
                    <a:pt x="82" y="120"/>
                  </a:lnTo>
                  <a:lnTo>
                    <a:pt x="82" y="120"/>
                  </a:lnTo>
                  <a:lnTo>
                    <a:pt x="82" y="120"/>
                  </a:lnTo>
                  <a:lnTo>
                    <a:pt x="82" y="124"/>
                  </a:lnTo>
                  <a:lnTo>
                    <a:pt x="82" y="124"/>
                  </a:lnTo>
                  <a:lnTo>
                    <a:pt x="82" y="124"/>
                  </a:lnTo>
                  <a:lnTo>
                    <a:pt x="78" y="124"/>
                  </a:lnTo>
                  <a:lnTo>
                    <a:pt x="78" y="124"/>
                  </a:lnTo>
                  <a:lnTo>
                    <a:pt x="78" y="124"/>
                  </a:lnTo>
                  <a:lnTo>
                    <a:pt x="78" y="124"/>
                  </a:lnTo>
                  <a:lnTo>
                    <a:pt x="78" y="124"/>
                  </a:lnTo>
                  <a:lnTo>
                    <a:pt x="78" y="124"/>
                  </a:lnTo>
                  <a:lnTo>
                    <a:pt x="78" y="124"/>
                  </a:lnTo>
                  <a:lnTo>
                    <a:pt x="78" y="124"/>
                  </a:lnTo>
                  <a:lnTo>
                    <a:pt x="74" y="124"/>
                  </a:lnTo>
                  <a:lnTo>
                    <a:pt x="74" y="128"/>
                  </a:lnTo>
                  <a:lnTo>
                    <a:pt x="70" y="128"/>
                  </a:lnTo>
                  <a:lnTo>
                    <a:pt x="70" y="130"/>
                  </a:lnTo>
                  <a:lnTo>
                    <a:pt x="70" y="130"/>
                  </a:lnTo>
                  <a:lnTo>
                    <a:pt x="66" y="130"/>
                  </a:lnTo>
                  <a:lnTo>
                    <a:pt x="66" y="130"/>
                  </a:lnTo>
                  <a:lnTo>
                    <a:pt x="66" y="130"/>
                  </a:lnTo>
                  <a:lnTo>
                    <a:pt x="66" y="130"/>
                  </a:lnTo>
                  <a:lnTo>
                    <a:pt x="66" y="134"/>
                  </a:lnTo>
                  <a:lnTo>
                    <a:pt x="66" y="134"/>
                  </a:lnTo>
                  <a:lnTo>
                    <a:pt x="66" y="134"/>
                  </a:lnTo>
                  <a:lnTo>
                    <a:pt x="62" y="134"/>
                  </a:lnTo>
                  <a:lnTo>
                    <a:pt x="62" y="134"/>
                  </a:lnTo>
                  <a:lnTo>
                    <a:pt x="62" y="134"/>
                  </a:lnTo>
                  <a:lnTo>
                    <a:pt x="62" y="150"/>
                  </a:lnTo>
                  <a:lnTo>
                    <a:pt x="62" y="154"/>
                  </a:lnTo>
                  <a:lnTo>
                    <a:pt x="56" y="154"/>
                  </a:lnTo>
                  <a:lnTo>
                    <a:pt x="56" y="154"/>
                  </a:lnTo>
                  <a:lnTo>
                    <a:pt x="48" y="154"/>
                  </a:lnTo>
                  <a:lnTo>
                    <a:pt x="48" y="154"/>
                  </a:lnTo>
                  <a:lnTo>
                    <a:pt x="44" y="154"/>
                  </a:lnTo>
                  <a:lnTo>
                    <a:pt x="44" y="154"/>
                  </a:lnTo>
                  <a:lnTo>
                    <a:pt x="44" y="154"/>
                  </a:lnTo>
                  <a:lnTo>
                    <a:pt x="44" y="154"/>
                  </a:lnTo>
                  <a:lnTo>
                    <a:pt x="44" y="154"/>
                  </a:lnTo>
                  <a:lnTo>
                    <a:pt x="40" y="154"/>
                  </a:lnTo>
                  <a:lnTo>
                    <a:pt x="4" y="154"/>
                  </a:lnTo>
                  <a:lnTo>
                    <a:pt x="0" y="154"/>
                  </a:lnTo>
                  <a:lnTo>
                    <a:pt x="0" y="154"/>
                  </a:lnTo>
                  <a:lnTo>
                    <a:pt x="0" y="154"/>
                  </a:lnTo>
                  <a:lnTo>
                    <a:pt x="0" y="154"/>
                  </a:lnTo>
                  <a:lnTo>
                    <a:pt x="0" y="154"/>
                  </a:lnTo>
                  <a:lnTo>
                    <a:pt x="0" y="154"/>
                  </a:lnTo>
                  <a:lnTo>
                    <a:pt x="0" y="154"/>
                  </a:lnTo>
                  <a:lnTo>
                    <a:pt x="4" y="154"/>
                  </a:lnTo>
                  <a:lnTo>
                    <a:pt x="4" y="154"/>
                  </a:lnTo>
                  <a:lnTo>
                    <a:pt x="4" y="150"/>
                  </a:lnTo>
                  <a:lnTo>
                    <a:pt x="4" y="150"/>
                  </a:lnTo>
                  <a:lnTo>
                    <a:pt x="4" y="150"/>
                  </a:lnTo>
                  <a:lnTo>
                    <a:pt x="4" y="150"/>
                  </a:lnTo>
                  <a:lnTo>
                    <a:pt x="4" y="150"/>
                  </a:lnTo>
                  <a:lnTo>
                    <a:pt x="4" y="150"/>
                  </a:lnTo>
                  <a:lnTo>
                    <a:pt x="6" y="150"/>
                  </a:lnTo>
                  <a:lnTo>
                    <a:pt x="6" y="150"/>
                  </a:lnTo>
                  <a:lnTo>
                    <a:pt x="6" y="150"/>
                  </a:lnTo>
                  <a:lnTo>
                    <a:pt x="10" y="146"/>
                  </a:lnTo>
                  <a:lnTo>
                    <a:pt x="14" y="146"/>
                  </a:lnTo>
                  <a:lnTo>
                    <a:pt x="18" y="146"/>
                  </a:lnTo>
                  <a:lnTo>
                    <a:pt x="18" y="146"/>
                  </a:lnTo>
                  <a:lnTo>
                    <a:pt x="22" y="142"/>
                  </a:lnTo>
                  <a:lnTo>
                    <a:pt x="22" y="142"/>
                  </a:lnTo>
                  <a:lnTo>
                    <a:pt x="22" y="142"/>
                  </a:lnTo>
                  <a:lnTo>
                    <a:pt x="26" y="142"/>
                  </a:lnTo>
                  <a:lnTo>
                    <a:pt x="26" y="138"/>
                  </a:lnTo>
                  <a:lnTo>
                    <a:pt x="26" y="138"/>
                  </a:lnTo>
                  <a:lnTo>
                    <a:pt x="30" y="134"/>
                  </a:lnTo>
                  <a:lnTo>
                    <a:pt x="30" y="134"/>
                  </a:lnTo>
                  <a:lnTo>
                    <a:pt x="30" y="134"/>
                  </a:lnTo>
                  <a:lnTo>
                    <a:pt x="30" y="134"/>
                  </a:lnTo>
                  <a:lnTo>
                    <a:pt x="34" y="134"/>
                  </a:lnTo>
                  <a:lnTo>
                    <a:pt x="34" y="130"/>
                  </a:lnTo>
                  <a:lnTo>
                    <a:pt x="36" y="130"/>
                  </a:lnTo>
                  <a:lnTo>
                    <a:pt x="36" y="130"/>
                  </a:lnTo>
                  <a:lnTo>
                    <a:pt x="36" y="130"/>
                  </a:lnTo>
                  <a:lnTo>
                    <a:pt x="36" y="130"/>
                  </a:lnTo>
                  <a:lnTo>
                    <a:pt x="36" y="130"/>
                  </a:lnTo>
                  <a:lnTo>
                    <a:pt x="36" y="128"/>
                  </a:lnTo>
                  <a:lnTo>
                    <a:pt x="36" y="128"/>
                  </a:lnTo>
                  <a:lnTo>
                    <a:pt x="40" y="128"/>
                  </a:lnTo>
                  <a:lnTo>
                    <a:pt x="40" y="128"/>
                  </a:lnTo>
                  <a:lnTo>
                    <a:pt x="40" y="124"/>
                  </a:lnTo>
                  <a:lnTo>
                    <a:pt x="40" y="124"/>
                  </a:lnTo>
                  <a:lnTo>
                    <a:pt x="40" y="124"/>
                  </a:lnTo>
                  <a:lnTo>
                    <a:pt x="40" y="124"/>
                  </a:lnTo>
                  <a:lnTo>
                    <a:pt x="44" y="124"/>
                  </a:lnTo>
                  <a:lnTo>
                    <a:pt x="44" y="120"/>
                  </a:lnTo>
                  <a:lnTo>
                    <a:pt x="44" y="120"/>
                  </a:lnTo>
                  <a:lnTo>
                    <a:pt x="44" y="120"/>
                  </a:lnTo>
                  <a:lnTo>
                    <a:pt x="44" y="120"/>
                  </a:lnTo>
                  <a:lnTo>
                    <a:pt x="48" y="116"/>
                  </a:lnTo>
                  <a:lnTo>
                    <a:pt x="48" y="116"/>
                  </a:lnTo>
                  <a:lnTo>
                    <a:pt x="48" y="116"/>
                  </a:lnTo>
                  <a:lnTo>
                    <a:pt x="48" y="112"/>
                  </a:lnTo>
                  <a:lnTo>
                    <a:pt x="48" y="112"/>
                  </a:lnTo>
                  <a:lnTo>
                    <a:pt x="48" y="112"/>
                  </a:lnTo>
                  <a:lnTo>
                    <a:pt x="48" y="108"/>
                  </a:lnTo>
                  <a:lnTo>
                    <a:pt x="48" y="108"/>
                  </a:lnTo>
                  <a:lnTo>
                    <a:pt x="52" y="104"/>
                  </a:lnTo>
                  <a:lnTo>
                    <a:pt x="52" y="104"/>
                  </a:lnTo>
                  <a:lnTo>
                    <a:pt x="48" y="102"/>
                  </a:lnTo>
                  <a:lnTo>
                    <a:pt x="48" y="102"/>
                  </a:lnTo>
                  <a:lnTo>
                    <a:pt x="48" y="102"/>
                  </a:lnTo>
                  <a:lnTo>
                    <a:pt x="48" y="98"/>
                  </a:lnTo>
                  <a:lnTo>
                    <a:pt x="48" y="98"/>
                  </a:lnTo>
                  <a:lnTo>
                    <a:pt x="48" y="98"/>
                  </a:lnTo>
                  <a:lnTo>
                    <a:pt x="48" y="98"/>
                  </a:lnTo>
                  <a:lnTo>
                    <a:pt x="48" y="98"/>
                  </a:lnTo>
                  <a:lnTo>
                    <a:pt x="48" y="94"/>
                  </a:lnTo>
                  <a:lnTo>
                    <a:pt x="48" y="90"/>
                  </a:lnTo>
                  <a:lnTo>
                    <a:pt x="48" y="90"/>
                  </a:lnTo>
                  <a:lnTo>
                    <a:pt x="48" y="90"/>
                  </a:lnTo>
                  <a:lnTo>
                    <a:pt x="48" y="90"/>
                  </a:lnTo>
                  <a:lnTo>
                    <a:pt x="48" y="90"/>
                  </a:lnTo>
                  <a:lnTo>
                    <a:pt x="48" y="86"/>
                  </a:lnTo>
                  <a:lnTo>
                    <a:pt x="48" y="86"/>
                  </a:lnTo>
                  <a:lnTo>
                    <a:pt x="48" y="86"/>
                  </a:lnTo>
                  <a:lnTo>
                    <a:pt x="48" y="82"/>
                  </a:lnTo>
                  <a:lnTo>
                    <a:pt x="48" y="82"/>
                  </a:lnTo>
                  <a:lnTo>
                    <a:pt x="48" y="82"/>
                  </a:lnTo>
                  <a:lnTo>
                    <a:pt x="48" y="82"/>
                  </a:lnTo>
                  <a:lnTo>
                    <a:pt x="48" y="78"/>
                  </a:lnTo>
                  <a:lnTo>
                    <a:pt x="48" y="78"/>
                  </a:lnTo>
                  <a:lnTo>
                    <a:pt x="48" y="78"/>
                  </a:lnTo>
                  <a:lnTo>
                    <a:pt x="52" y="76"/>
                  </a:lnTo>
                  <a:lnTo>
                    <a:pt x="52" y="76"/>
                  </a:lnTo>
                  <a:lnTo>
                    <a:pt x="52" y="76"/>
                  </a:lnTo>
                  <a:lnTo>
                    <a:pt x="56" y="72"/>
                  </a:lnTo>
                  <a:lnTo>
                    <a:pt x="56" y="72"/>
                  </a:lnTo>
                  <a:lnTo>
                    <a:pt x="56" y="68"/>
                  </a:lnTo>
                  <a:lnTo>
                    <a:pt x="56" y="64"/>
                  </a:lnTo>
                  <a:lnTo>
                    <a:pt x="56" y="64"/>
                  </a:lnTo>
                  <a:lnTo>
                    <a:pt x="56" y="64"/>
                  </a:lnTo>
                  <a:lnTo>
                    <a:pt x="56" y="64"/>
                  </a:lnTo>
                  <a:lnTo>
                    <a:pt x="56" y="64"/>
                  </a:lnTo>
                  <a:lnTo>
                    <a:pt x="60" y="60"/>
                  </a:lnTo>
                  <a:lnTo>
                    <a:pt x="60" y="60"/>
                  </a:lnTo>
                  <a:lnTo>
                    <a:pt x="60" y="60"/>
                  </a:lnTo>
                  <a:lnTo>
                    <a:pt x="60" y="60"/>
                  </a:lnTo>
                  <a:lnTo>
                    <a:pt x="60" y="56"/>
                  </a:lnTo>
                  <a:lnTo>
                    <a:pt x="62" y="56"/>
                  </a:lnTo>
                  <a:lnTo>
                    <a:pt x="62" y="52"/>
                  </a:lnTo>
                  <a:lnTo>
                    <a:pt x="62" y="52"/>
                  </a:lnTo>
                  <a:lnTo>
                    <a:pt x="62" y="52"/>
                  </a:lnTo>
                  <a:lnTo>
                    <a:pt x="66" y="52"/>
                  </a:lnTo>
                  <a:lnTo>
                    <a:pt x="66" y="52"/>
                  </a:lnTo>
                  <a:lnTo>
                    <a:pt x="66" y="52"/>
                  </a:lnTo>
                  <a:lnTo>
                    <a:pt x="66" y="52"/>
                  </a:lnTo>
                  <a:lnTo>
                    <a:pt x="66" y="52"/>
                  </a:lnTo>
                  <a:lnTo>
                    <a:pt x="66" y="50"/>
                  </a:lnTo>
                  <a:lnTo>
                    <a:pt x="66" y="50"/>
                  </a:lnTo>
                  <a:lnTo>
                    <a:pt x="66" y="50"/>
                  </a:lnTo>
                  <a:lnTo>
                    <a:pt x="70" y="50"/>
                  </a:lnTo>
                  <a:lnTo>
                    <a:pt x="70" y="50"/>
                  </a:lnTo>
                  <a:lnTo>
                    <a:pt x="70" y="50"/>
                  </a:lnTo>
                  <a:lnTo>
                    <a:pt x="74" y="50"/>
                  </a:lnTo>
                  <a:lnTo>
                    <a:pt x="74" y="46"/>
                  </a:lnTo>
                  <a:lnTo>
                    <a:pt x="74" y="46"/>
                  </a:lnTo>
                  <a:lnTo>
                    <a:pt x="78" y="46"/>
                  </a:lnTo>
                  <a:lnTo>
                    <a:pt x="78" y="46"/>
                  </a:lnTo>
                  <a:lnTo>
                    <a:pt x="78" y="46"/>
                  </a:lnTo>
                  <a:lnTo>
                    <a:pt x="82" y="46"/>
                  </a:lnTo>
                  <a:lnTo>
                    <a:pt x="82" y="42"/>
                  </a:lnTo>
                  <a:lnTo>
                    <a:pt x="86" y="42"/>
                  </a:lnTo>
                  <a:lnTo>
                    <a:pt x="86" y="42"/>
                  </a:lnTo>
                  <a:lnTo>
                    <a:pt x="86" y="42"/>
                  </a:lnTo>
                  <a:lnTo>
                    <a:pt x="86" y="42"/>
                  </a:lnTo>
                  <a:lnTo>
                    <a:pt x="86" y="42"/>
                  </a:lnTo>
                  <a:lnTo>
                    <a:pt x="90" y="38"/>
                  </a:lnTo>
                  <a:lnTo>
                    <a:pt x="90" y="38"/>
                  </a:lnTo>
                  <a:lnTo>
                    <a:pt x="90" y="38"/>
                  </a:lnTo>
                  <a:lnTo>
                    <a:pt x="90" y="38"/>
                  </a:lnTo>
                  <a:lnTo>
                    <a:pt x="92" y="34"/>
                  </a:lnTo>
                  <a:lnTo>
                    <a:pt x="92" y="34"/>
                  </a:lnTo>
                  <a:lnTo>
                    <a:pt x="92" y="30"/>
                  </a:lnTo>
                  <a:lnTo>
                    <a:pt x="92" y="30"/>
                  </a:lnTo>
                  <a:lnTo>
                    <a:pt x="92" y="30"/>
                  </a:lnTo>
                  <a:lnTo>
                    <a:pt x="92" y="26"/>
                  </a:lnTo>
                  <a:lnTo>
                    <a:pt x="96" y="22"/>
                  </a:lnTo>
                  <a:lnTo>
                    <a:pt x="96" y="22"/>
                  </a:lnTo>
                  <a:lnTo>
                    <a:pt x="96" y="22"/>
                  </a:lnTo>
                  <a:lnTo>
                    <a:pt x="96" y="22"/>
                  </a:lnTo>
                  <a:lnTo>
                    <a:pt x="96" y="20"/>
                  </a:lnTo>
                  <a:lnTo>
                    <a:pt x="96" y="20"/>
                  </a:lnTo>
                  <a:lnTo>
                    <a:pt x="96" y="20"/>
                  </a:lnTo>
                  <a:lnTo>
                    <a:pt x="100" y="16"/>
                  </a:lnTo>
                  <a:lnTo>
                    <a:pt x="100" y="12"/>
                  </a:lnTo>
                  <a:lnTo>
                    <a:pt x="100" y="12"/>
                  </a:lnTo>
                  <a:lnTo>
                    <a:pt x="100" y="8"/>
                  </a:lnTo>
                  <a:lnTo>
                    <a:pt x="100" y="8"/>
                  </a:lnTo>
                  <a:lnTo>
                    <a:pt x="100" y="4"/>
                  </a:lnTo>
                  <a:lnTo>
                    <a:pt x="104" y="4"/>
                  </a:lnTo>
                  <a:lnTo>
                    <a:pt x="104" y="4"/>
                  </a:lnTo>
                  <a:lnTo>
                    <a:pt x="104" y="4"/>
                  </a:lnTo>
                  <a:lnTo>
                    <a:pt x="108" y="4"/>
                  </a:lnTo>
                  <a:lnTo>
                    <a:pt x="108" y="4"/>
                  </a:lnTo>
                  <a:lnTo>
                    <a:pt x="108" y="4"/>
                  </a:lnTo>
                  <a:lnTo>
                    <a:pt x="108" y="0"/>
                  </a:lnTo>
                  <a:lnTo>
                    <a:pt x="108" y="0"/>
                  </a:lnTo>
                  <a:lnTo>
                    <a:pt x="108" y="0"/>
                  </a:lnTo>
                  <a:lnTo>
                    <a:pt x="112" y="0"/>
                  </a:lnTo>
                  <a:lnTo>
                    <a:pt x="112" y="0"/>
                  </a:lnTo>
                  <a:lnTo>
                    <a:pt x="112" y="4"/>
                  </a:lnTo>
                  <a:lnTo>
                    <a:pt x="112" y="4"/>
                  </a:lnTo>
                  <a:lnTo>
                    <a:pt x="112" y="4"/>
                  </a:lnTo>
                  <a:lnTo>
                    <a:pt x="112" y="4"/>
                  </a:lnTo>
                  <a:lnTo>
                    <a:pt x="112" y="4"/>
                  </a:lnTo>
                  <a:lnTo>
                    <a:pt x="112" y="4"/>
                  </a:lnTo>
                  <a:lnTo>
                    <a:pt x="112" y="4"/>
                  </a:lnTo>
                  <a:lnTo>
                    <a:pt x="112" y="8"/>
                  </a:lnTo>
                  <a:lnTo>
                    <a:pt x="112" y="8"/>
                  </a:lnTo>
                  <a:lnTo>
                    <a:pt x="116" y="12"/>
                  </a:lnTo>
                  <a:lnTo>
                    <a:pt x="116" y="12"/>
                  </a:lnTo>
                  <a:lnTo>
                    <a:pt x="118" y="16"/>
                  </a:lnTo>
                  <a:lnTo>
                    <a:pt x="118" y="16"/>
                  </a:lnTo>
                  <a:lnTo>
                    <a:pt x="118" y="16"/>
                  </a:lnTo>
                  <a:lnTo>
                    <a:pt x="122" y="16"/>
                  </a:lnTo>
                  <a:lnTo>
                    <a:pt x="122" y="16"/>
                  </a:lnTo>
                  <a:lnTo>
                    <a:pt x="122" y="16"/>
                  </a:lnTo>
                  <a:lnTo>
                    <a:pt x="122"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4" name="Freeform 159"/>
            <p:cNvSpPr>
              <a:spLocks noChangeAspect="1" noEditPoints="1"/>
            </p:cNvSpPr>
            <p:nvPr/>
          </p:nvSpPr>
          <p:spPr bwMode="gray">
            <a:xfrm>
              <a:off x="5544350" y="4832771"/>
              <a:ext cx="260890" cy="500907"/>
            </a:xfrm>
            <a:custGeom>
              <a:avLst/>
              <a:gdLst>
                <a:gd name="T0" fmla="*/ 22 w 150"/>
                <a:gd name="T1" fmla="*/ 274 h 288"/>
                <a:gd name="T2" fmla="*/ 22 w 150"/>
                <a:gd name="T3" fmla="*/ 254 h 288"/>
                <a:gd name="T4" fmla="*/ 22 w 150"/>
                <a:gd name="T5" fmla="*/ 240 h 288"/>
                <a:gd name="T6" fmla="*/ 18 w 150"/>
                <a:gd name="T7" fmla="*/ 226 h 288"/>
                <a:gd name="T8" fmla="*/ 22 w 150"/>
                <a:gd name="T9" fmla="*/ 198 h 288"/>
                <a:gd name="T10" fmla="*/ 34 w 150"/>
                <a:gd name="T11" fmla="*/ 176 h 288"/>
                <a:gd name="T12" fmla="*/ 38 w 150"/>
                <a:gd name="T13" fmla="*/ 158 h 288"/>
                <a:gd name="T14" fmla="*/ 38 w 150"/>
                <a:gd name="T15" fmla="*/ 146 h 288"/>
                <a:gd name="T16" fmla="*/ 42 w 150"/>
                <a:gd name="T17" fmla="*/ 136 h 288"/>
                <a:gd name="T18" fmla="*/ 38 w 150"/>
                <a:gd name="T19" fmla="*/ 120 h 288"/>
                <a:gd name="T20" fmla="*/ 34 w 150"/>
                <a:gd name="T21" fmla="*/ 106 h 288"/>
                <a:gd name="T22" fmla="*/ 22 w 150"/>
                <a:gd name="T23" fmla="*/ 98 h 288"/>
                <a:gd name="T24" fmla="*/ 8 w 150"/>
                <a:gd name="T25" fmla="*/ 94 h 288"/>
                <a:gd name="T26" fmla="*/ 0 w 150"/>
                <a:gd name="T27" fmla="*/ 80 h 288"/>
                <a:gd name="T28" fmla="*/ 12 w 150"/>
                <a:gd name="T29" fmla="*/ 72 h 288"/>
                <a:gd name="T30" fmla="*/ 26 w 150"/>
                <a:gd name="T31" fmla="*/ 68 h 288"/>
                <a:gd name="T32" fmla="*/ 44 w 150"/>
                <a:gd name="T33" fmla="*/ 64 h 288"/>
                <a:gd name="T34" fmla="*/ 60 w 150"/>
                <a:gd name="T35" fmla="*/ 68 h 288"/>
                <a:gd name="T36" fmla="*/ 60 w 150"/>
                <a:gd name="T37" fmla="*/ 86 h 288"/>
                <a:gd name="T38" fmla="*/ 60 w 150"/>
                <a:gd name="T39" fmla="*/ 102 h 288"/>
                <a:gd name="T40" fmla="*/ 68 w 150"/>
                <a:gd name="T41" fmla="*/ 116 h 288"/>
                <a:gd name="T42" fmla="*/ 68 w 150"/>
                <a:gd name="T43" fmla="*/ 106 h 288"/>
                <a:gd name="T44" fmla="*/ 78 w 150"/>
                <a:gd name="T45" fmla="*/ 98 h 288"/>
                <a:gd name="T46" fmla="*/ 78 w 150"/>
                <a:gd name="T47" fmla="*/ 76 h 288"/>
                <a:gd name="T48" fmla="*/ 68 w 150"/>
                <a:gd name="T49" fmla="*/ 52 h 288"/>
                <a:gd name="T50" fmla="*/ 60 w 150"/>
                <a:gd name="T51" fmla="*/ 38 h 288"/>
                <a:gd name="T52" fmla="*/ 60 w 150"/>
                <a:gd name="T53" fmla="*/ 26 h 288"/>
                <a:gd name="T54" fmla="*/ 70 w 150"/>
                <a:gd name="T55" fmla="*/ 20 h 288"/>
                <a:gd name="T56" fmla="*/ 90 w 150"/>
                <a:gd name="T57" fmla="*/ 20 h 288"/>
                <a:gd name="T58" fmla="*/ 108 w 150"/>
                <a:gd name="T59" fmla="*/ 20 h 288"/>
                <a:gd name="T60" fmla="*/ 112 w 150"/>
                <a:gd name="T61" fmla="*/ 12 h 288"/>
                <a:gd name="T62" fmla="*/ 128 w 150"/>
                <a:gd name="T63" fmla="*/ 12 h 288"/>
                <a:gd name="T64" fmla="*/ 138 w 150"/>
                <a:gd name="T65" fmla="*/ 4 h 288"/>
                <a:gd name="T66" fmla="*/ 146 w 150"/>
                <a:gd name="T67" fmla="*/ 12 h 288"/>
                <a:gd name="T68" fmla="*/ 146 w 150"/>
                <a:gd name="T69" fmla="*/ 24 h 288"/>
                <a:gd name="T70" fmla="*/ 142 w 150"/>
                <a:gd name="T71" fmla="*/ 42 h 288"/>
                <a:gd name="T72" fmla="*/ 146 w 150"/>
                <a:gd name="T73" fmla="*/ 56 h 288"/>
                <a:gd name="T74" fmla="*/ 146 w 150"/>
                <a:gd name="T75" fmla="*/ 68 h 288"/>
                <a:gd name="T76" fmla="*/ 146 w 150"/>
                <a:gd name="T77" fmla="*/ 80 h 288"/>
                <a:gd name="T78" fmla="*/ 142 w 150"/>
                <a:gd name="T79" fmla="*/ 86 h 288"/>
                <a:gd name="T80" fmla="*/ 134 w 150"/>
                <a:gd name="T81" fmla="*/ 102 h 288"/>
                <a:gd name="T82" fmla="*/ 124 w 150"/>
                <a:gd name="T83" fmla="*/ 112 h 288"/>
                <a:gd name="T84" fmla="*/ 108 w 150"/>
                <a:gd name="T85" fmla="*/ 120 h 288"/>
                <a:gd name="T86" fmla="*/ 94 w 150"/>
                <a:gd name="T87" fmla="*/ 132 h 288"/>
                <a:gd name="T88" fmla="*/ 86 w 150"/>
                <a:gd name="T89" fmla="*/ 140 h 288"/>
                <a:gd name="T90" fmla="*/ 82 w 150"/>
                <a:gd name="T91" fmla="*/ 146 h 288"/>
                <a:gd name="T92" fmla="*/ 70 w 150"/>
                <a:gd name="T93" fmla="*/ 158 h 288"/>
                <a:gd name="T94" fmla="*/ 64 w 150"/>
                <a:gd name="T95" fmla="*/ 162 h 288"/>
                <a:gd name="T96" fmla="*/ 68 w 150"/>
                <a:gd name="T97" fmla="*/ 176 h 288"/>
                <a:gd name="T98" fmla="*/ 70 w 150"/>
                <a:gd name="T99" fmla="*/ 192 h 288"/>
                <a:gd name="T100" fmla="*/ 70 w 150"/>
                <a:gd name="T101" fmla="*/ 210 h 288"/>
                <a:gd name="T102" fmla="*/ 74 w 150"/>
                <a:gd name="T103" fmla="*/ 210 h 288"/>
                <a:gd name="T104" fmla="*/ 70 w 150"/>
                <a:gd name="T105" fmla="*/ 228 h 288"/>
                <a:gd name="T106" fmla="*/ 74 w 150"/>
                <a:gd name="T107" fmla="*/ 236 h 288"/>
                <a:gd name="T108" fmla="*/ 68 w 150"/>
                <a:gd name="T109" fmla="*/ 248 h 288"/>
                <a:gd name="T110" fmla="*/ 52 w 150"/>
                <a:gd name="T111" fmla="*/ 254 h 288"/>
                <a:gd name="T112" fmla="*/ 38 w 150"/>
                <a:gd name="T113" fmla="*/ 262 h 288"/>
                <a:gd name="T114" fmla="*/ 34 w 150"/>
                <a:gd name="T115" fmla="*/ 278 h 288"/>
                <a:gd name="T116" fmla="*/ 38 w 150"/>
                <a:gd name="T117" fmla="*/ 288 h 288"/>
                <a:gd name="T118" fmla="*/ 26 w 150"/>
                <a:gd name="T119" fmla="*/ 288 h 288"/>
                <a:gd name="T120" fmla="*/ 74 w 150"/>
                <a:gd name="T121" fmla="*/ 196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288">
                  <a:moveTo>
                    <a:pt x="26" y="288"/>
                  </a:moveTo>
                  <a:lnTo>
                    <a:pt x="26" y="280"/>
                  </a:lnTo>
                  <a:lnTo>
                    <a:pt x="26" y="278"/>
                  </a:lnTo>
                  <a:lnTo>
                    <a:pt x="26" y="274"/>
                  </a:lnTo>
                  <a:lnTo>
                    <a:pt x="22" y="274"/>
                  </a:lnTo>
                  <a:lnTo>
                    <a:pt x="22" y="270"/>
                  </a:lnTo>
                  <a:lnTo>
                    <a:pt x="22" y="266"/>
                  </a:lnTo>
                  <a:lnTo>
                    <a:pt x="22" y="262"/>
                  </a:lnTo>
                  <a:lnTo>
                    <a:pt x="26" y="254"/>
                  </a:lnTo>
                  <a:lnTo>
                    <a:pt x="22" y="254"/>
                  </a:lnTo>
                  <a:lnTo>
                    <a:pt x="22" y="252"/>
                  </a:lnTo>
                  <a:lnTo>
                    <a:pt x="22" y="248"/>
                  </a:lnTo>
                  <a:lnTo>
                    <a:pt x="26" y="244"/>
                  </a:lnTo>
                  <a:lnTo>
                    <a:pt x="22" y="244"/>
                  </a:lnTo>
                  <a:lnTo>
                    <a:pt x="22" y="240"/>
                  </a:lnTo>
                  <a:lnTo>
                    <a:pt x="22" y="236"/>
                  </a:lnTo>
                  <a:lnTo>
                    <a:pt x="22" y="232"/>
                  </a:lnTo>
                  <a:lnTo>
                    <a:pt x="18" y="232"/>
                  </a:lnTo>
                  <a:lnTo>
                    <a:pt x="18" y="228"/>
                  </a:lnTo>
                  <a:lnTo>
                    <a:pt x="18" y="226"/>
                  </a:lnTo>
                  <a:lnTo>
                    <a:pt x="18" y="222"/>
                  </a:lnTo>
                  <a:lnTo>
                    <a:pt x="14" y="210"/>
                  </a:lnTo>
                  <a:lnTo>
                    <a:pt x="14" y="206"/>
                  </a:lnTo>
                  <a:lnTo>
                    <a:pt x="18" y="202"/>
                  </a:lnTo>
                  <a:lnTo>
                    <a:pt x="22" y="198"/>
                  </a:lnTo>
                  <a:lnTo>
                    <a:pt x="30" y="188"/>
                  </a:lnTo>
                  <a:lnTo>
                    <a:pt x="30" y="184"/>
                  </a:lnTo>
                  <a:lnTo>
                    <a:pt x="30" y="180"/>
                  </a:lnTo>
                  <a:lnTo>
                    <a:pt x="30" y="176"/>
                  </a:lnTo>
                  <a:lnTo>
                    <a:pt x="34" y="176"/>
                  </a:lnTo>
                  <a:lnTo>
                    <a:pt x="34" y="172"/>
                  </a:lnTo>
                  <a:lnTo>
                    <a:pt x="38" y="168"/>
                  </a:lnTo>
                  <a:lnTo>
                    <a:pt x="38" y="166"/>
                  </a:lnTo>
                  <a:lnTo>
                    <a:pt x="38" y="162"/>
                  </a:lnTo>
                  <a:lnTo>
                    <a:pt x="38" y="158"/>
                  </a:lnTo>
                  <a:lnTo>
                    <a:pt x="34" y="158"/>
                  </a:lnTo>
                  <a:lnTo>
                    <a:pt x="34" y="154"/>
                  </a:lnTo>
                  <a:lnTo>
                    <a:pt x="38" y="154"/>
                  </a:lnTo>
                  <a:lnTo>
                    <a:pt x="38" y="150"/>
                  </a:lnTo>
                  <a:lnTo>
                    <a:pt x="38" y="146"/>
                  </a:lnTo>
                  <a:lnTo>
                    <a:pt x="34" y="146"/>
                  </a:lnTo>
                  <a:lnTo>
                    <a:pt x="34" y="142"/>
                  </a:lnTo>
                  <a:lnTo>
                    <a:pt x="38" y="142"/>
                  </a:lnTo>
                  <a:lnTo>
                    <a:pt x="38" y="140"/>
                  </a:lnTo>
                  <a:lnTo>
                    <a:pt x="42" y="136"/>
                  </a:lnTo>
                  <a:lnTo>
                    <a:pt x="38" y="136"/>
                  </a:lnTo>
                  <a:lnTo>
                    <a:pt x="38" y="132"/>
                  </a:lnTo>
                  <a:lnTo>
                    <a:pt x="38" y="128"/>
                  </a:lnTo>
                  <a:lnTo>
                    <a:pt x="38" y="124"/>
                  </a:lnTo>
                  <a:lnTo>
                    <a:pt x="38" y="120"/>
                  </a:lnTo>
                  <a:lnTo>
                    <a:pt x="38" y="116"/>
                  </a:lnTo>
                  <a:lnTo>
                    <a:pt x="38" y="112"/>
                  </a:lnTo>
                  <a:lnTo>
                    <a:pt x="38" y="110"/>
                  </a:lnTo>
                  <a:lnTo>
                    <a:pt x="34" y="110"/>
                  </a:lnTo>
                  <a:lnTo>
                    <a:pt x="34" y="106"/>
                  </a:lnTo>
                  <a:lnTo>
                    <a:pt x="30" y="106"/>
                  </a:lnTo>
                  <a:lnTo>
                    <a:pt x="30" y="102"/>
                  </a:lnTo>
                  <a:lnTo>
                    <a:pt x="26" y="102"/>
                  </a:lnTo>
                  <a:lnTo>
                    <a:pt x="22" y="102"/>
                  </a:lnTo>
                  <a:lnTo>
                    <a:pt x="22" y="98"/>
                  </a:lnTo>
                  <a:lnTo>
                    <a:pt x="18" y="98"/>
                  </a:lnTo>
                  <a:lnTo>
                    <a:pt x="14" y="98"/>
                  </a:lnTo>
                  <a:lnTo>
                    <a:pt x="14" y="94"/>
                  </a:lnTo>
                  <a:lnTo>
                    <a:pt x="12" y="94"/>
                  </a:lnTo>
                  <a:lnTo>
                    <a:pt x="8" y="94"/>
                  </a:lnTo>
                  <a:lnTo>
                    <a:pt x="0" y="94"/>
                  </a:lnTo>
                  <a:lnTo>
                    <a:pt x="0" y="90"/>
                  </a:lnTo>
                  <a:lnTo>
                    <a:pt x="0" y="86"/>
                  </a:lnTo>
                  <a:lnTo>
                    <a:pt x="0" y="82"/>
                  </a:lnTo>
                  <a:lnTo>
                    <a:pt x="0" y="80"/>
                  </a:lnTo>
                  <a:lnTo>
                    <a:pt x="0" y="76"/>
                  </a:lnTo>
                  <a:lnTo>
                    <a:pt x="4" y="76"/>
                  </a:lnTo>
                  <a:lnTo>
                    <a:pt x="8" y="76"/>
                  </a:lnTo>
                  <a:lnTo>
                    <a:pt x="8" y="72"/>
                  </a:lnTo>
                  <a:lnTo>
                    <a:pt x="12" y="72"/>
                  </a:lnTo>
                  <a:lnTo>
                    <a:pt x="14" y="72"/>
                  </a:lnTo>
                  <a:lnTo>
                    <a:pt x="18" y="72"/>
                  </a:lnTo>
                  <a:lnTo>
                    <a:pt x="18" y="68"/>
                  </a:lnTo>
                  <a:lnTo>
                    <a:pt x="22" y="68"/>
                  </a:lnTo>
                  <a:lnTo>
                    <a:pt x="26" y="68"/>
                  </a:lnTo>
                  <a:lnTo>
                    <a:pt x="30" y="64"/>
                  </a:lnTo>
                  <a:lnTo>
                    <a:pt x="38" y="60"/>
                  </a:lnTo>
                  <a:lnTo>
                    <a:pt x="42" y="60"/>
                  </a:lnTo>
                  <a:lnTo>
                    <a:pt x="42" y="64"/>
                  </a:lnTo>
                  <a:lnTo>
                    <a:pt x="44" y="64"/>
                  </a:lnTo>
                  <a:lnTo>
                    <a:pt x="44" y="68"/>
                  </a:lnTo>
                  <a:lnTo>
                    <a:pt x="48" y="68"/>
                  </a:lnTo>
                  <a:lnTo>
                    <a:pt x="52" y="68"/>
                  </a:lnTo>
                  <a:lnTo>
                    <a:pt x="56" y="68"/>
                  </a:lnTo>
                  <a:lnTo>
                    <a:pt x="60" y="68"/>
                  </a:lnTo>
                  <a:lnTo>
                    <a:pt x="60" y="72"/>
                  </a:lnTo>
                  <a:lnTo>
                    <a:pt x="60" y="76"/>
                  </a:lnTo>
                  <a:lnTo>
                    <a:pt x="60" y="80"/>
                  </a:lnTo>
                  <a:lnTo>
                    <a:pt x="60" y="82"/>
                  </a:lnTo>
                  <a:lnTo>
                    <a:pt x="60" y="86"/>
                  </a:lnTo>
                  <a:lnTo>
                    <a:pt x="60" y="90"/>
                  </a:lnTo>
                  <a:lnTo>
                    <a:pt x="56" y="90"/>
                  </a:lnTo>
                  <a:lnTo>
                    <a:pt x="56" y="94"/>
                  </a:lnTo>
                  <a:lnTo>
                    <a:pt x="60" y="98"/>
                  </a:lnTo>
                  <a:lnTo>
                    <a:pt x="60" y="102"/>
                  </a:lnTo>
                  <a:lnTo>
                    <a:pt x="64" y="102"/>
                  </a:lnTo>
                  <a:lnTo>
                    <a:pt x="64" y="106"/>
                  </a:lnTo>
                  <a:lnTo>
                    <a:pt x="68" y="110"/>
                  </a:lnTo>
                  <a:lnTo>
                    <a:pt x="68" y="112"/>
                  </a:lnTo>
                  <a:lnTo>
                    <a:pt x="68" y="116"/>
                  </a:lnTo>
                  <a:lnTo>
                    <a:pt x="70" y="116"/>
                  </a:lnTo>
                  <a:lnTo>
                    <a:pt x="70" y="112"/>
                  </a:lnTo>
                  <a:lnTo>
                    <a:pt x="70" y="110"/>
                  </a:lnTo>
                  <a:lnTo>
                    <a:pt x="70" y="106"/>
                  </a:lnTo>
                  <a:lnTo>
                    <a:pt x="68" y="106"/>
                  </a:lnTo>
                  <a:lnTo>
                    <a:pt x="70" y="106"/>
                  </a:lnTo>
                  <a:lnTo>
                    <a:pt x="70" y="102"/>
                  </a:lnTo>
                  <a:lnTo>
                    <a:pt x="70" y="98"/>
                  </a:lnTo>
                  <a:lnTo>
                    <a:pt x="74" y="98"/>
                  </a:lnTo>
                  <a:lnTo>
                    <a:pt x="78" y="98"/>
                  </a:lnTo>
                  <a:lnTo>
                    <a:pt x="78" y="94"/>
                  </a:lnTo>
                  <a:lnTo>
                    <a:pt x="78" y="86"/>
                  </a:lnTo>
                  <a:lnTo>
                    <a:pt x="78" y="82"/>
                  </a:lnTo>
                  <a:lnTo>
                    <a:pt x="78" y="80"/>
                  </a:lnTo>
                  <a:lnTo>
                    <a:pt x="78" y="76"/>
                  </a:lnTo>
                  <a:lnTo>
                    <a:pt x="78" y="72"/>
                  </a:lnTo>
                  <a:lnTo>
                    <a:pt x="74" y="64"/>
                  </a:lnTo>
                  <a:lnTo>
                    <a:pt x="70" y="56"/>
                  </a:lnTo>
                  <a:lnTo>
                    <a:pt x="68" y="56"/>
                  </a:lnTo>
                  <a:lnTo>
                    <a:pt x="68" y="52"/>
                  </a:lnTo>
                  <a:lnTo>
                    <a:pt x="64" y="52"/>
                  </a:lnTo>
                  <a:lnTo>
                    <a:pt x="60" y="50"/>
                  </a:lnTo>
                  <a:lnTo>
                    <a:pt x="60" y="46"/>
                  </a:lnTo>
                  <a:lnTo>
                    <a:pt x="60" y="42"/>
                  </a:lnTo>
                  <a:lnTo>
                    <a:pt x="60" y="38"/>
                  </a:lnTo>
                  <a:lnTo>
                    <a:pt x="60" y="34"/>
                  </a:lnTo>
                  <a:lnTo>
                    <a:pt x="60" y="30"/>
                  </a:lnTo>
                  <a:lnTo>
                    <a:pt x="56" y="30"/>
                  </a:lnTo>
                  <a:lnTo>
                    <a:pt x="56" y="26"/>
                  </a:lnTo>
                  <a:lnTo>
                    <a:pt x="60" y="26"/>
                  </a:lnTo>
                  <a:lnTo>
                    <a:pt x="60" y="24"/>
                  </a:lnTo>
                  <a:lnTo>
                    <a:pt x="60" y="20"/>
                  </a:lnTo>
                  <a:lnTo>
                    <a:pt x="64" y="20"/>
                  </a:lnTo>
                  <a:lnTo>
                    <a:pt x="68" y="20"/>
                  </a:lnTo>
                  <a:lnTo>
                    <a:pt x="70" y="20"/>
                  </a:lnTo>
                  <a:lnTo>
                    <a:pt x="74" y="20"/>
                  </a:lnTo>
                  <a:lnTo>
                    <a:pt x="78" y="16"/>
                  </a:lnTo>
                  <a:lnTo>
                    <a:pt x="82" y="20"/>
                  </a:lnTo>
                  <a:lnTo>
                    <a:pt x="86" y="20"/>
                  </a:lnTo>
                  <a:lnTo>
                    <a:pt x="90" y="20"/>
                  </a:lnTo>
                  <a:lnTo>
                    <a:pt x="94" y="20"/>
                  </a:lnTo>
                  <a:lnTo>
                    <a:pt x="98" y="20"/>
                  </a:lnTo>
                  <a:lnTo>
                    <a:pt x="100" y="20"/>
                  </a:lnTo>
                  <a:lnTo>
                    <a:pt x="104" y="20"/>
                  </a:lnTo>
                  <a:lnTo>
                    <a:pt x="108" y="20"/>
                  </a:lnTo>
                  <a:lnTo>
                    <a:pt x="108" y="16"/>
                  </a:lnTo>
                  <a:lnTo>
                    <a:pt x="104" y="16"/>
                  </a:lnTo>
                  <a:lnTo>
                    <a:pt x="108" y="16"/>
                  </a:lnTo>
                  <a:lnTo>
                    <a:pt x="108" y="12"/>
                  </a:lnTo>
                  <a:lnTo>
                    <a:pt x="112" y="12"/>
                  </a:lnTo>
                  <a:lnTo>
                    <a:pt x="112" y="16"/>
                  </a:lnTo>
                  <a:lnTo>
                    <a:pt x="116" y="16"/>
                  </a:lnTo>
                  <a:lnTo>
                    <a:pt x="120" y="12"/>
                  </a:lnTo>
                  <a:lnTo>
                    <a:pt x="124" y="12"/>
                  </a:lnTo>
                  <a:lnTo>
                    <a:pt x="128" y="12"/>
                  </a:lnTo>
                  <a:lnTo>
                    <a:pt x="128" y="8"/>
                  </a:lnTo>
                  <a:lnTo>
                    <a:pt x="130" y="8"/>
                  </a:lnTo>
                  <a:lnTo>
                    <a:pt x="134" y="8"/>
                  </a:lnTo>
                  <a:lnTo>
                    <a:pt x="134" y="4"/>
                  </a:lnTo>
                  <a:lnTo>
                    <a:pt x="138" y="4"/>
                  </a:lnTo>
                  <a:lnTo>
                    <a:pt x="142" y="0"/>
                  </a:lnTo>
                  <a:lnTo>
                    <a:pt x="146" y="0"/>
                  </a:lnTo>
                  <a:lnTo>
                    <a:pt x="146" y="4"/>
                  </a:lnTo>
                  <a:lnTo>
                    <a:pt x="146" y="8"/>
                  </a:lnTo>
                  <a:lnTo>
                    <a:pt x="146" y="12"/>
                  </a:lnTo>
                  <a:lnTo>
                    <a:pt x="142" y="12"/>
                  </a:lnTo>
                  <a:lnTo>
                    <a:pt x="142" y="16"/>
                  </a:lnTo>
                  <a:lnTo>
                    <a:pt x="146" y="16"/>
                  </a:lnTo>
                  <a:lnTo>
                    <a:pt x="142" y="20"/>
                  </a:lnTo>
                  <a:lnTo>
                    <a:pt x="146" y="24"/>
                  </a:lnTo>
                  <a:lnTo>
                    <a:pt x="146" y="30"/>
                  </a:lnTo>
                  <a:lnTo>
                    <a:pt x="146" y="34"/>
                  </a:lnTo>
                  <a:lnTo>
                    <a:pt x="146" y="38"/>
                  </a:lnTo>
                  <a:lnTo>
                    <a:pt x="146" y="42"/>
                  </a:lnTo>
                  <a:lnTo>
                    <a:pt x="142" y="42"/>
                  </a:lnTo>
                  <a:lnTo>
                    <a:pt x="146" y="42"/>
                  </a:lnTo>
                  <a:lnTo>
                    <a:pt x="146" y="46"/>
                  </a:lnTo>
                  <a:lnTo>
                    <a:pt x="146" y="50"/>
                  </a:lnTo>
                  <a:lnTo>
                    <a:pt x="146" y="52"/>
                  </a:lnTo>
                  <a:lnTo>
                    <a:pt x="146" y="56"/>
                  </a:lnTo>
                  <a:lnTo>
                    <a:pt x="146" y="60"/>
                  </a:lnTo>
                  <a:lnTo>
                    <a:pt x="146" y="64"/>
                  </a:lnTo>
                  <a:lnTo>
                    <a:pt x="150" y="64"/>
                  </a:lnTo>
                  <a:lnTo>
                    <a:pt x="150" y="68"/>
                  </a:lnTo>
                  <a:lnTo>
                    <a:pt x="146" y="68"/>
                  </a:lnTo>
                  <a:lnTo>
                    <a:pt x="150" y="68"/>
                  </a:lnTo>
                  <a:lnTo>
                    <a:pt x="150" y="72"/>
                  </a:lnTo>
                  <a:lnTo>
                    <a:pt x="150" y="76"/>
                  </a:lnTo>
                  <a:lnTo>
                    <a:pt x="150" y="80"/>
                  </a:lnTo>
                  <a:lnTo>
                    <a:pt x="146" y="80"/>
                  </a:lnTo>
                  <a:lnTo>
                    <a:pt x="146" y="82"/>
                  </a:lnTo>
                  <a:lnTo>
                    <a:pt x="146" y="80"/>
                  </a:lnTo>
                  <a:lnTo>
                    <a:pt x="146" y="82"/>
                  </a:lnTo>
                  <a:lnTo>
                    <a:pt x="146" y="86"/>
                  </a:lnTo>
                  <a:lnTo>
                    <a:pt x="142" y="86"/>
                  </a:lnTo>
                  <a:lnTo>
                    <a:pt x="142" y="90"/>
                  </a:lnTo>
                  <a:lnTo>
                    <a:pt x="138" y="94"/>
                  </a:lnTo>
                  <a:lnTo>
                    <a:pt x="138" y="98"/>
                  </a:lnTo>
                  <a:lnTo>
                    <a:pt x="134" y="98"/>
                  </a:lnTo>
                  <a:lnTo>
                    <a:pt x="134" y="102"/>
                  </a:lnTo>
                  <a:lnTo>
                    <a:pt x="134" y="106"/>
                  </a:lnTo>
                  <a:lnTo>
                    <a:pt x="130" y="106"/>
                  </a:lnTo>
                  <a:lnTo>
                    <a:pt x="128" y="110"/>
                  </a:lnTo>
                  <a:lnTo>
                    <a:pt x="124" y="110"/>
                  </a:lnTo>
                  <a:lnTo>
                    <a:pt x="124" y="112"/>
                  </a:lnTo>
                  <a:lnTo>
                    <a:pt x="120" y="112"/>
                  </a:lnTo>
                  <a:lnTo>
                    <a:pt x="116" y="116"/>
                  </a:lnTo>
                  <a:lnTo>
                    <a:pt x="112" y="116"/>
                  </a:lnTo>
                  <a:lnTo>
                    <a:pt x="108" y="116"/>
                  </a:lnTo>
                  <a:lnTo>
                    <a:pt x="108" y="120"/>
                  </a:lnTo>
                  <a:lnTo>
                    <a:pt x="104" y="120"/>
                  </a:lnTo>
                  <a:lnTo>
                    <a:pt x="100" y="124"/>
                  </a:lnTo>
                  <a:lnTo>
                    <a:pt x="98" y="124"/>
                  </a:lnTo>
                  <a:lnTo>
                    <a:pt x="98" y="128"/>
                  </a:lnTo>
                  <a:lnTo>
                    <a:pt x="94" y="132"/>
                  </a:lnTo>
                  <a:lnTo>
                    <a:pt x="94" y="128"/>
                  </a:lnTo>
                  <a:lnTo>
                    <a:pt x="94" y="132"/>
                  </a:lnTo>
                  <a:lnTo>
                    <a:pt x="94" y="136"/>
                  </a:lnTo>
                  <a:lnTo>
                    <a:pt x="90" y="140"/>
                  </a:lnTo>
                  <a:lnTo>
                    <a:pt x="86" y="140"/>
                  </a:lnTo>
                  <a:lnTo>
                    <a:pt x="86" y="142"/>
                  </a:lnTo>
                  <a:lnTo>
                    <a:pt x="86" y="146"/>
                  </a:lnTo>
                  <a:lnTo>
                    <a:pt x="82" y="146"/>
                  </a:lnTo>
                  <a:lnTo>
                    <a:pt x="82" y="142"/>
                  </a:lnTo>
                  <a:lnTo>
                    <a:pt x="82" y="146"/>
                  </a:lnTo>
                  <a:lnTo>
                    <a:pt x="78" y="146"/>
                  </a:lnTo>
                  <a:lnTo>
                    <a:pt x="78" y="150"/>
                  </a:lnTo>
                  <a:lnTo>
                    <a:pt x="74" y="150"/>
                  </a:lnTo>
                  <a:lnTo>
                    <a:pt x="74" y="154"/>
                  </a:lnTo>
                  <a:lnTo>
                    <a:pt x="70" y="158"/>
                  </a:lnTo>
                  <a:lnTo>
                    <a:pt x="68" y="162"/>
                  </a:lnTo>
                  <a:lnTo>
                    <a:pt x="64" y="162"/>
                  </a:lnTo>
                  <a:lnTo>
                    <a:pt x="60" y="158"/>
                  </a:lnTo>
                  <a:lnTo>
                    <a:pt x="60" y="162"/>
                  </a:lnTo>
                  <a:lnTo>
                    <a:pt x="64" y="162"/>
                  </a:lnTo>
                  <a:lnTo>
                    <a:pt x="64" y="166"/>
                  </a:lnTo>
                  <a:lnTo>
                    <a:pt x="64" y="168"/>
                  </a:lnTo>
                  <a:lnTo>
                    <a:pt x="64" y="172"/>
                  </a:lnTo>
                  <a:lnTo>
                    <a:pt x="64" y="176"/>
                  </a:lnTo>
                  <a:lnTo>
                    <a:pt x="68" y="176"/>
                  </a:lnTo>
                  <a:lnTo>
                    <a:pt x="68" y="180"/>
                  </a:lnTo>
                  <a:lnTo>
                    <a:pt x="68" y="184"/>
                  </a:lnTo>
                  <a:lnTo>
                    <a:pt x="68" y="188"/>
                  </a:lnTo>
                  <a:lnTo>
                    <a:pt x="68" y="192"/>
                  </a:lnTo>
                  <a:lnTo>
                    <a:pt x="70" y="192"/>
                  </a:lnTo>
                  <a:lnTo>
                    <a:pt x="70" y="196"/>
                  </a:lnTo>
                  <a:lnTo>
                    <a:pt x="70" y="198"/>
                  </a:lnTo>
                  <a:lnTo>
                    <a:pt x="70" y="202"/>
                  </a:lnTo>
                  <a:lnTo>
                    <a:pt x="70" y="206"/>
                  </a:lnTo>
                  <a:lnTo>
                    <a:pt x="70" y="210"/>
                  </a:lnTo>
                  <a:lnTo>
                    <a:pt x="70" y="206"/>
                  </a:lnTo>
                  <a:lnTo>
                    <a:pt x="70" y="202"/>
                  </a:lnTo>
                  <a:lnTo>
                    <a:pt x="74" y="202"/>
                  </a:lnTo>
                  <a:lnTo>
                    <a:pt x="74" y="206"/>
                  </a:lnTo>
                  <a:lnTo>
                    <a:pt x="74" y="210"/>
                  </a:lnTo>
                  <a:lnTo>
                    <a:pt x="74" y="214"/>
                  </a:lnTo>
                  <a:lnTo>
                    <a:pt x="74" y="218"/>
                  </a:lnTo>
                  <a:lnTo>
                    <a:pt x="74" y="222"/>
                  </a:lnTo>
                  <a:lnTo>
                    <a:pt x="74" y="226"/>
                  </a:lnTo>
                  <a:lnTo>
                    <a:pt x="70" y="228"/>
                  </a:lnTo>
                  <a:lnTo>
                    <a:pt x="70" y="232"/>
                  </a:lnTo>
                  <a:lnTo>
                    <a:pt x="70" y="236"/>
                  </a:lnTo>
                  <a:lnTo>
                    <a:pt x="70" y="232"/>
                  </a:lnTo>
                  <a:lnTo>
                    <a:pt x="74" y="232"/>
                  </a:lnTo>
                  <a:lnTo>
                    <a:pt x="74" y="236"/>
                  </a:lnTo>
                  <a:lnTo>
                    <a:pt x="74" y="240"/>
                  </a:lnTo>
                  <a:lnTo>
                    <a:pt x="70" y="240"/>
                  </a:lnTo>
                  <a:lnTo>
                    <a:pt x="70" y="244"/>
                  </a:lnTo>
                  <a:lnTo>
                    <a:pt x="70" y="248"/>
                  </a:lnTo>
                  <a:lnTo>
                    <a:pt x="68" y="248"/>
                  </a:lnTo>
                  <a:lnTo>
                    <a:pt x="64" y="252"/>
                  </a:lnTo>
                  <a:lnTo>
                    <a:pt x="60" y="252"/>
                  </a:lnTo>
                  <a:lnTo>
                    <a:pt x="56" y="252"/>
                  </a:lnTo>
                  <a:lnTo>
                    <a:pt x="56" y="254"/>
                  </a:lnTo>
                  <a:lnTo>
                    <a:pt x="52" y="254"/>
                  </a:lnTo>
                  <a:lnTo>
                    <a:pt x="48" y="254"/>
                  </a:lnTo>
                  <a:lnTo>
                    <a:pt x="44" y="258"/>
                  </a:lnTo>
                  <a:lnTo>
                    <a:pt x="42" y="258"/>
                  </a:lnTo>
                  <a:lnTo>
                    <a:pt x="42" y="262"/>
                  </a:lnTo>
                  <a:lnTo>
                    <a:pt x="38" y="262"/>
                  </a:lnTo>
                  <a:lnTo>
                    <a:pt x="38" y="266"/>
                  </a:lnTo>
                  <a:lnTo>
                    <a:pt x="34" y="266"/>
                  </a:lnTo>
                  <a:lnTo>
                    <a:pt x="34" y="270"/>
                  </a:lnTo>
                  <a:lnTo>
                    <a:pt x="34" y="274"/>
                  </a:lnTo>
                  <a:lnTo>
                    <a:pt x="34" y="278"/>
                  </a:lnTo>
                  <a:lnTo>
                    <a:pt x="38" y="278"/>
                  </a:lnTo>
                  <a:lnTo>
                    <a:pt x="38" y="274"/>
                  </a:lnTo>
                  <a:lnTo>
                    <a:pt x="38" y="278"/>
                  </a:lnTo>
                  <a:lnTo>
                    <a:pt x="38" y="284"/>
                  </a:lnTo>
                  <a:lnTo>
                    <a:pt x="38" y="288"/>
                  </a:lnTo>
                  <a:lnTo>
                    <a:pt x="34" y="288"/>
                  </a:lnTo>
                  <a:lnTo>
                    <a:pt x="30" y="288"/>
                  </a:lnTo>
                  <a:lnTo>
                    <a:pt x="26" y="288"/>
                  </a:lnTo>
                  <a:lnTo>
                    <a:pt x="26" y="288"/>
                  </a:lnTo>
                  <a:lnTo>
                    <a:pt x="26" y="288"/>
                  </a:lnTo>
                  <a:close/>
                  <a:moveTo>
                    <a:pt x="74" y="198"/>
                  </a:moveTo>
                  <a:lnTo>
                    <a:pt x="70" y="198"/>
                  </a:lnTo>
                  <a:lnTo>
                    <a:pt x="70" y="196"/>
                  </a:lnTo>
                  <a:lnTo>
                    <a:pt x="74" y="192"/>
                  </a:lnTo>
                  <a:lnTo>
                    <a:pt x="74" y="196"/>
                  </a:lnTo>
                  <a:lnTo>
                    <a:pt x="74" y="198"/>
                  </a:lnTo>
                  <a:lnTo>
                    <a:pt x="74" y="198"/>
                  </a:lnTo>
                  <a:lnTo>
                    <a:pt x="74" y="1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5" name="Freeform 160"/>
            <p:cNvSpPr>
              <a:spLocks noChangeAspect="1"/>
            </p:cNvSpPr>
            <p:nvPr/>
          </p:nvSpPr>
          <p:spPr bwMode="gray">
            <a:xfrm>
              <a:off x="5085183" y="5027569"/>
              <a:ext cx="337417" cy="372202"/>
            </a:xfrm>
            <a:custGeom>
              <a:avLst/>
              <a:gdLst>
                <a:gd name="T0" fmla="*/ 120 w 194"/>
                <a:gd name="T1" fmla="*/ 124 h 214"/>
                <a:gd name="T2" fmla="*/ 120 w 194"/>
                <a:gd name="T3" fmla="*/ 140 h 214"/>
                <a:gd name="T4" fmla="*/ 120 w 194"/>
                <a:gd name="T5" fmla="*/ 154 h 214"/>
                <a:gd name="T6" fmla="*/ 120 w 194"/>
                <a:gd name="T7" fmla="*/ 184 h 214"/>
                <a:gd name="T8" fmla="*/ 120 w 194"/>
                <a:gd name="T9" fmla="*/ 202 h 214"/>
                <a:gd name="T10" fmla="*/ 108 w 194"/>
                <a:gd name="T11" fmla="*/ 210 h 214"/>
                <a:gd name="T12" fmla="*/ 96 w 194"/>
                <a:gd name="T13" fmla="*/ 214 h 214"/>
                <a:gd name="T14" fmla="*/ 86 w 194"/>
                <a:gd name="T15" fmla="*/ 210 h 214"/>
                <a:gd name="T16" fmla="*/ 82 w 194"/>
                <a:gd name="T17" fmla="*/ 198 h 214"/>
                <a:gd name="T18" fmla="*/ 74 w 194"/>
                <a:gd name="T19" fmla="*/ 198 h 214"/>
                <a:gd name="T20" fmla="*/ 66 w 194"/>
                <a:gd name="T21" fmla="*/ 206 h 214"/>
                <a:gd name="T22" fmla="*/ 60 w 194"/>
                <a:gd name="T23" fmla="*/ 194 h 214"/>
                <a:gd name="T24" fmla="*/ 56 w 194"/>
                <a:gd name="T25" fmla="*/ 190 h 214"/>
                <a:gd name="T26" fmla="*/ 52 w 194"/>
                <a:gd name="T27" fmla="*/ 176 h 214"/>
                <a:gd name="T28" fmla="*/ 48 w 194"/>
                <a:gd name="T29" fmla="*/ 166 h 214"/>
                <a:gd name="T30" fmla="*/ 44 w 194"/>
                <a:gd name="T31" fmla="*/ 154 h 214"/>
                <a:gd name="T32" fmla="*/ 44 w 194"/>
                <a:gd name="T33" fmla="*/ 140 h 214"/>
                <a:gd name="T34" fmla="*/ 40 w 194"/>
                <a:gd name="T35" fmla="*/ 128 h 214"/>
                <a:gd name="T36" fmla="*/ 40 w 194"/>
                <a:gd name="T37" fmla="*/ 114 h 214"/>
                <a:gd name="T38" fmla="*/ 40 w 194"/>
                <a:gd name="T39" fmla="*/ 98 h 214"/>
                <a:gd name="T40" fmla="*/ 34 w 194"/>
                <a:gd name="T41" fmla="*/ 86 h 214"/>
                <a:gd name="T42" fmla="*/ 30 w 194"/>
                <a:gd name="T43" fmla="*/ 76 h 214"/>
                <a:gd name="T44" fmla="*/ 22 w 194"/>
                <a:gd name="T45" fmla="*/ 64 h 214"/>
                <a:gd name="T46" fmla="*/ 18 w 194"/>
                <a:gd name="T47" fmla="*/ 54 h 214"/>
                <a:gd name="T48" fmla="*/ 14 w 194"/>
                <a:gd name="T49" fmla="*/ 42 h 214"/>
                <a:gd name="T50" fmla="*/ 8 w 194"/>
                <a:gd name="T51" fmla="*/ 30 h 214"/>
                <a:gd name="T52" fmla="*/ 4 w 194"/>
                <a:gd name="T53" fmla="*/ 20 h 214"/>
                <a:gd name="T54" fmla="*/ 4 w 194"/>
                <a:gd name="T55" fmla="*/ 8 h 214"/>
                <a:gd name="T56" fmla="*/ 14 w 194"/>
                <a:gd name="T57" fmla="*/ 4 h 214"/>
                <a:gd name="T58" fmla="*/ 30 w 194"/>
                <a:gd name="T59" fmla="*/ 4 h 214"/>
                <a:gd name="T60" fmla="*/ 40 w 194"/>
                <a:gd name="T61" fmla="*/ 8 h 214"/>
                <a:gd name="T62" fmla="*/ 64 w 194"/>
                <a:gd name="T63" fmla="*/ 8 h 214"/>
                <a:gd name="T64" fmla="*/ 90 w 194"/>
                <a:gd name="T65" fmla="*/ 8 h 214"/>
                <a:gd name="T66" fmla="*/ 100 w 194"/>
                <a:gd name="T67" fmla="*/ 16 h 214"/>
                <a:gd name="T68" fmla="*/ 116 w 194"/>
                <a:gd name="T69" fmla="*/ 16 h 214"/>
                <a:gd name="T70" fmla="*/ 126 w 194"/>
                <a:gd name="T71" fmla="*/ 20 h 214"/>
                <a:gd name="T72" fmla="*/ 138 w 194"/>
                <a:gd name="T73" fmla="*/ 20 h 214"/>
                <a:gd name="T74" fmla="*/ 160 w 194"/>
                <a:gd name="T75" fmla="*/ 12 h 214"/>
                <a:gd name="T76" fmla="*/ 176 w 194"/>
                <a:gd name="T77" fmla="*/ 8 h 214"/>
                <a:gd name="T78" fmla="*/ 190 w 194"/>
                <a:gd name="T79" fmla="*/ 8 h 214"/>
                <a:gd name="T80" fmla="*/ 186 w 194"/>
                <a:gd name="T81" fmla="*/ 16 h 214"/>
                <a:gd name="T82" fmla="*/ 178 w 194"/>
                <a:gd name="T83" fmla="*/ 20 h 214"/>
                <a:gd name="T84" fmla="*/ 172 w 194"/>
                <a:gd name="T85" fmla="*/ 28 h 214"/>
                <a:gd name="T86" fmla="*/ 164 w 194"/>
                <a:gd name="T87" fmla="*/ 20 h 214"/>
                <a:gd name="T88" fmla="*/ 146 w 194"/>
                <a:gd name="T89" fmla="*/ 24 h 214"/>
                <a:gd name="T90" fmla="*/ 134 w 194"/>
                <a:gd name="T91" fmla="*/ 30 h 214"/>
                <a:gd name="T92" fmla="*/ 134 w 194"/>
                <a:gd name="T93" fmla="*/ 68 h 214"/>
                <a:gd name="T94" fmla="*/ 134 w 194"/>
                <a:gd name="T95" fmla="*/ 86 h 214"/>
                <a:gd name="T96" fmla="*/ 122 w 194"/>
                <a:gd name="T97" fmla="*/ 90 h 214"/>
                <a:gd name="T98" fmla="*/ 120 w 194"/>
                <a:gd name="T99" fmla="*/ 102 h 214"/>
                <a:gd name="T100" fmla="*/ 120 w 194"/>
                <a:gd name="T101" fmla="*/ 114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94" h="214">
                  <a:moveTo>
                    <a:pt x="120" y="114"/>
                  </a:moveTo>
                  <a:lnTo>
                    <a:pt x="120" y="116"/>
                  </a:lnTo>
                  <a:lnTo>
                    <a:pt x="120" y="120"/>
                  </a:lnTo>
                  <a:lnTo>
                    <a:pt x="120" y="124"/>
                  </a:lnTo>
                  <a:lnTo>
                    <a:pt x="120" y="128"/>
                  </a:lnTo>
                  <a:lnTo>
                    <a:pt x="120" y="132"/>
                  </a:lnTo>
                  <a:lnTo>
                    <a:pt x="120" y="136"/>
                  </a:lnTo>
                  <a:lnTo>
                    <a:pt x="120" y="140"/>
                  </a:lnTo>
                  <a:lnTo>
                    <a:pt x="120" y="144"/>
                  </a:lnTo>
                  <a:lnTo>
                    <a:pt x="120" y="146"/>
                  </a:lnTo>
                  <a:lnTo>
                    <a:pt x="120" y="150"/>
                  </a:lnTo>
                  <a:lnTo>
                    <a:pt x="120" y="154"/>
                  </a:lnTo>
                  <a:lnTo>
                    <a:pt x="120" y="158"/>
                  </a:lnTo>
                  <a:lnTo>
                    <a:pt x="120" y="168"/>
                  </a:lnTo>
                  <a:lnTo>
                    <a:pt x="120" y="180"/>
                  </a:lnTo>
                  <a:lnTo>
                    <a:pt x="120" y="184"/>
                  </a:lnTo>
                  <a:lnTo>
                    <a:pt x="120" y="186"/>
                  </a:lnTo>
                  <a:lnTo>
                    <a:pt x="120" y="194"/>
                  </a:lnTo>
                  <a:lnTo>
                    <a:pt x="120" y="198"/>
                  </a:lnTo>
                  <a:lnTo>
                    <a:pt x="120" y="202"/>
                  </a:lnTo>
                  <a:lnTo>
                    <a:pt x="116" y="206"/>
                  </a:lnTo>
                  <a:lnTo>
                    <a:pt x="112" y="206"/>
                  </a:lnTo>
                  <a:lnTo>
                    <a:pt x="112" y="210"/>
                  </a:lnTo>
                  <a:lnTo>
                    <a:pt x="108" y="210"/>
                  </a:lnTo>
                  <a:lnTo>
                    <a:pt x="108" y="214"/>
                  </a:lnTo>
                  <a:lnTo>
                    <a:pt x="104" y="214"/>
                  </a:lnTo>
                  <a:lnTo>
                    <a:pt x="100" y="210"/>
                  </a:lnTo>
                  <a:lnTo>
                    <a:pt x="96" y="214"/>
                  </a:lnTo>
                  <a:lnTo>
                    <a:pt x="94" y="214"/>
                  </a:lnTo>
                  <a:lnTo>
                    <a:pt x="90" y="214"/>
                  </a:lnTo>
                  <a:lnTo>
                    <a:pt x="90" y="210"/>
                  </a:lnTo>
                  <a:lnTo>
                    <a:pt x="86" y="210"/>
                  </a:lnTo>
                  <a:lnTo>
                    <a:pt x="82" y="210"/>
                  </a:lnTo>
                  <a:lnTo>
                    <a:pt x="82" y="206"/>
                  </a:lnTo>
                  <a:lnTo>
                    <a:pt x="82" y="202"/>
                  </a:lnTo>
                  <a:lnTo>
                    <a:pt x="82" y="198"/>
                  </a:lnTo>
                  <a:lnTo>
                    <a:pt x="82" y="202"/>
                  </a:lnTo>
                  <a:lnTo>
                    <a:pt x="78" y="202"/>
                  </a:lnTo>
                  <a:lnTo>
                    <a:pt x="78" y="198"/>
                  </a:lnTo>
                  <a:lnTo>
                    <a:pt x="74" y="198"/>
                  </a:lnTo>
                  <a:lnTo>
                    <a:pt x="74" y="202"/>
                  </a:lnTo>
                  <a:lnTo>
                    <a:pt x="74" y="206"/>
                  </a:lnTo>
                  <a:lnTo>
                    <a:pt x="70" y="206"/>
                  </a:lnTo>
                  <a:lnTo>
                    <a:pt x="66" y="206"/>
                  </a:lnTo>
                  <a:lnTo>
                    <a:pt x="64" y="202"/>
                  </a:lnTo>
                  <a:lnTo>
                    <a:pt x="64" y="198"/>
                  </a:lnTo>
                  <a:lnTo>
                    <a:pt x="60" y="198"/>
                  </a:lnTo>
                  <a:lnTo>
                    <a:pt x="60" y="194"/>
                  </a:lnTo>
                  <a:lnTo>
                    <a:pt x="56" y="194"/>
                  </a:lnTo>
                  <a:lnTo>
                    <a:pt x="60" y="194"/>
                  </a:lnTo>
                  <a:lnTo>
                    <a:pt x="56" y="194"/>
                  </a:lnTo>
                  <a:lnTo>
                    <a:pt x="56" y="190"/>
                  </a:lnTo>
                  <a:lnTo>
                    <a:pt x="52" y="186"/>
                  </a:lnTo>
                  <a:lnTo>
                    <a:pt x="52" y="184"/>
                  </a:lnTo>
                  <a:lnTo>
                    <a:pt x="52" y="180"/>
                  </a:lnTo>
                  <a:lnTo>
                    <a:pt x="52" y="176"/>
                  </a:lnTo>
                  <a:lnTo>
                    <a:pt x="48" y="172"/>
                  </a:lnTo>
                  <a:lnTo>
                    <a:pt x="52" y="172"/>
                  </a:lnTo>
                  <a:lnTo>
                    <a:pt x="48" y="168"/>
                  </a:lnTo>
                  <a:lnTo>
                    <a:pt x="48" y="166"/>
                  </a:lnTo>
                  <a:lnTo>
                    <a:pt x="48" y="162"/>
                  </a:lnTo>
                  <a:lnTo>
                    <a:pt x="48" y="158"/>
                  </a:lnTo>
                  <a:lnTo>
                    <a:pt x="44" y="158"/>
                  </a:lnTo>
                  <a:lnTo>
                    <a:pt x="44" y="154"/>
                  </a:lnTo>
                  <a:lnTo>
                    <a:pt x="44" y="150"/>
                  </a:lnTo>
                  <a:lnTo>
                    <a:pt x="44" y="146"/>
                  </a:lnTo>
                  <a:lnTo>
                    <a:pt x="44" y="144"/>
                  </a:lnTo>
                  <a:lnTo>
                    <a:pt x="44" y="140"/>
                  </a:lnTo>
                  <a:lnTo>
                    <a:pt x="44" y="136"/>
                  </a:lnTo>
                  <a:lnTo>
                    <a:pt x="40" y="136"/>
                  </a:lnTo>
                  <a:lnTo>
                    <a:pt x="40" y="132"/>
                  </a:lnTo>
                  <a:lnTo>
                    <a:pt x="40" y="128"/>
                  </a:lnTo>
                  <a:lnTo>
                    <a:pt x="40" y="124"/>
                  </a:lnTo>
                  <a:lnTo>
                    <a:pt x="40" y="120"/>
                  </a:lnTo>
                  <a:lnTo>
                    <a:pt x="40" y="116"/>
                  </a:lnTo>
                  <a:lnTo>
                    <a:pt x="40" y="114"/>
                  </a:lnTo>
                  <a:lnTo>
                    <a:pt x="40" y="110"/>
                  </a:lnTo>
                  <a:lnTo>
                    <a:pt x="40" y="106"/>
                  </a:lnTo>
                  <a:lnTo>
                    <a:pt x="40" y="102"/>
                  </a:lnTo>
                  <a:lnTo>
                    <a:pt x="40" y="98"/>
                  </a:lnTo>
                  <a:lnTo>
                    <a:pt x="40" y="94"/>
                  </a:lnTo>
                  <a:lnTo>
                    <a:pt x="38" y="90"/>
                  </a:lnTo>
                  <a:lnTo>
                    <a:pt x="38" y="86"/>
                  </a:lnTo>
                  <a:lnTo>
                    <a:pt x="34" y="86"/>
                  </a:lnTo>
                  <a:lnTo>
                    <a:pt x="34" y="84"/>
                  </a:lnTo>
                  <a:lnTo>
                    <a:pt x="34" y="80"/>
                  </a:lnTo>
                  <a:lnTo>
                    <a:pt x="30" y="80"/>
                  </a:lnTo>
                  <a:lnTo>
                    <a:pt x="30" y="76"/>
                  </a:lnTo>
                  <a:lnTo>
                    <a:pt x="30" y="72"/>
                  </a:lnTo>
                  <a:lnTo>
                    <a:pt x="26" y="68"/>
                  </a:lnTo>
                  <a:lnTo>
                    <a:pt x="26" y="64"/>
                  </a:lnTo>
                  <a:lnTo>
                    <a:pt x="22" y="64"/>
                  </a:lnTo>
                  <a:lnTo>
                    <a:pt x="22" y="60"/>
                  </a:lnTo>
                  <a:lnTo>
                    <a:pt x="22" y="58"/>
                  </a:lnTo>
                  <a:lnTo>
                    <a:pt x="22" y="54"/>
                  </a:lnTo>
                  <a:lnTo>
                    <a:pt x="18" y="54"/>
                  </a:lnTo>
                  <a:lnTo>
                    <a:pt x="18" y="50"/>
                  </a:lnTo>
                  <a:lnTo>
                    <a:pt x="18" y="46"/>
                  </a:lnTo>
                  <a:lnTo>
                    <a:pt x="14" y="46"/>
                  </a:lnTo>
                  <a:lnTo>
                    <a:pt x="14" y="42"/>
                  </a:lnTo>
                  <a:lnTo>
                    <a:pt x="14" y="38"/>
                  </a:lnTo>
                  <a:lnTo>
                    <a:pt x="12" y="34"/>
                  </a:lnTo>
                  <a:lnTo>
                    <a:pt x="12" y="30"/>
                  </a:lnTo>
                  <a:lnTo>
                    <a:pt x="8" y="30"/>
                  </a:lnTo>
                  <a:lnTo>
                    <a:pt x="8" y="28"/>
                  </a:lnTo>
                  <a:lnTo>
                    <a:pt x="8" y="24"/>
                  </a:lnTo>
                  <a:lnTo>
                    <a:pt x="4" y="24"/>
                  </a:lnTo>
                  <a:lnTo>
                    <a:pt x="4" y="20"/>
                  </a:lnTo>
                  <a:lnTo>
                    <a:pt x="4" y="16"/>
                  </a:lnTo>
                  <a:lnTo>
                    <a:pt x="0" y="12"/>
                  </a:lnTo>
                  <a:lnTo>
                    <a:pt x="0" y="8"/>
                  </a:lnTo>
                  <a:lnTo>
                    <a:pt x="4" y="8"/>
                  </a:lnTo>
                  <a:lnTo>
                    <a:pt x="4" y="4"/>
                  </a:lnTo>
                  <a:lnTo>
                    <a:pt x="8" y="4"/>
                  </a:lnTo>
                  <a:lnTo>
                    <a:pt x="12" y="4"/>
                  </a:lnTo>
                  <a:lnTo>
                    <a:pt x="14" y="4"/>
                  </a:lnTo>
                  <a:lnTo>
                    <a:pt x="18" y="0"/>
                  </a:lnTo>
                  <a:lnTo>
                    <a:pt x="22" y="0"/>
                  </a:lnTo>
                  <a:lnTo>
                    <a:pt x="26" y="0"/>
                  </a:lnTo>
                  <a:lnTo>
                    <a:pt x="30" y="4"/>
                  </a:lnTo>
                  <a:lnTo>
                    <a:pt x="34" y="4"/>
                  </a:lnTo>
                  <a:lnTo>
                    <a:pt x="34" y="8"/>
                  </a:lnTo>
                  <a:lnTo>
                    <a:pt x="38" y="8"/>
                  </a:lnTo>
                  <a:lnTo>
                    <a:pt x="40" y="8"/>
                  </a:lnTo>
                  <a:lnTo>
                    <a:pt x="44" y="8"/>
                  </a:lnTo>
                  <a:lnTo>
                    <a:pt x="48" y="8"/>
                  </a:lnTo>
                  <a:lnTo>
                    <a:pt x="56" y="8"/>
                  </a:lnTo>
                  <a:lnTo>
                    <a:pt x="64" y="8"/>
                  </a:lnTo>
                  <a:lnTo>
                    <a:pt x="70" y="8"/>
                  </a:lnTo>
                  <a:lnTo>
                    <a:pt x="82" y="8"/>
                  </a:lnTo>
                  <a:lnTo>
                    <a:pt x="86" y="8"/>
                  </a:lnTo>
                  <a:lnTo>
                    <a:pt x="90" y="8"/>
                  </a:lnTo>
                  <a:lnTo>
                    <a:pt x="94" y="8"/>
                  </a:lnTo>
                  <a:lnTo>
                    <a:pt x="96" y="8"/>
                  </a:lnTo>
                  <a:lnTo>
                    <a:pt x="100" y="12"/>
                  </a:lnTo>
                  <a:lnTo>
                    <a:pt x="100" y="16"/>
                  </a:lnTo>
                  <a:lnTo>
                    <a:pt x="104" y="16"/>
                  </a:lnTo>
                  <a:lnTo>
                    <a:pt x="108" y="16"/>
                  </a:lnTo>
                  <a:lnTo>
                    <a:pt x="112" y="16"/>
                  </a:lnTo>
                  <a:lnTo>
                    <a:pt x="116" y="16"/>
                  </a:lnTo>
                  <a:lnTo>
                    <a:pt x="120" y="16"/>
                  </a:lnTo>
                  <a:lnTo>
                    <a:pt x="122" y="16"/>
                  </a:lnTo>
                  <a:lnTo>
                    <a:pt x="126" y="16"/>
                  </a:lnTo>
                  <a:lnTo>
                    <a:pt x="126" y="20"/>
                  </a:lnTo>
                  <a:lnTo>
                    <a:pt x="130" y="20"/>
                  </a:lnTo>
                  <a:lnTo>
                    <a:pt x="134" y="16"/>
                  </a:lnTo>
                  <a:lnTo>
                    <a:pt x="138" y="16"/>
                  </a:lnTo>
                  <a:lnTo>
                    <a:pt x="138" y="20"/>
                  </a:lnTo>
                  <a:lnTo>
                    <a:pt x="146" y="16"/>
                  </a:lnTo>
                  <a:lnTo>
                    <a:pt x="152" y="16"/>
                  </a:lnTo>
                  <a:lnTo>
                    <a:pt x="156" y="16"/>
                  </a:lnTo>
                  <a:lnTo>
                    <a:pt x="160" y="12"/>
                  </a:lnTo>
                  <a:lnTo>
                    <a:pt x="164" y="12"/>
                  </a:lnTo>
                  <a:lnTo>
                    <a:pt x="168" y="12"/>
                  </a:lnTo>
                  <a:lnTo>
                    <a:pt x="172" y="12"/>
                  </a:lnTo>
                  <a:lnTo>
                    <a:pt x="176" y="8"/>
                  </a:lnTo>
                  <a:lnTo>
                    <a:pt x="178" y="8"/>
                  </a:lnTo>
                  <a:lnTo>
                    <a:pt x="182" y="8"/>
                  </a:lnTo>
                  <a:lnTo>
                    <a:pt x="186" y="8"/>
                  </a:lnTo>
                  <a:lnTo>
                    <a:pt x="190" y="8"/>
                  </a:lnTo>
                  <a:lnTo>
                    <a:pt x="190" y="12"/>
                  </a:lnTo>
                  <a:lnTo>
                    <a:pt x="194" y="16"/>
                  </a:lnTo>
                  <a:lnTo>
                    <a:pt x="190" y="16"/>
                  </a:lnTo>
                  <a:lnTo>
                    <a:pt x="186" y="16"/>
                  </a:lnTo>
                  <a:lnTo>
                    <a:pt x="182" y="20"/>
                  </a:lnTo>
                  <a:lnTo>
                    <a:pt x="182" y="16"/>
                  </a:lnTo>
                  <a:lnTo>
                    <a:pt x="178" y="16"/>
                  </a:lnTo>
                  <a:lnTo>
                    <a:pt x="178" y="20"/>
                  </a:lnTo>
                  <a:lnTo>
                    <a:pt x="176" y="20"/>
                  </a:lnTo>
                  <a:lnTo>
                    <a:pt x="176" y="24"/>
                  </a:lnTo>
                  <a:lnTo>
                    <a:pt x="172" y="24"/>
                  </a:lnTo>
                  <a:lnTo>
                    <a:pt x="172" y="28"/>
                  </a:lnTo>
                  <a:lnTo>
                    <a:pt x="168" y="28"/>
                  </a:lnTo>
                  <a:lnTo>
                    <a:pt x="168" y="24"/>
                  </a:lnTo>
                  <a:lnTo>
                    <a:pt x="168" y="20"/>
                  </a:lnTo>
                  <a:lnTo>
                    <a:pt x="164" y="20"/>
                  </a:lnTo>
                  <a:lnTo>
                    <a:pt x="156" y="20"/>
                  </a:lnTo>
                  <a:lnTo>
                    <a:pt x="152" y="20"/>
                  </a:lnTo>
                  <a:lnTo>
                    <a:pt x="150" y="20"/>
                  </a:lnTo>
                  <a:lnTo>
                    <a:pt x="146" y="24"/>
                  </a:lnTo>
                  <a:lnTo>
                    <a:pt x="138" y="24"/>
                  </a:lnTo>
                  <a:lnTo>
                    <a:pt x="134" y="24"/>
                  </a:lnTo>
                  <a:lnTo>
                    <a:pt x="134" y="28"/>
                  </a:lnTo>
                  <a:lnTo>
                    <a:pt x="134" y="30"/>
                  </a:lnTo>
                  <a:lnTo>
                    <a:pt x="134" y="38"/>
                  </a:lnTo>
                  <a:lnTo>
                    <a:pt x="134" y="54"/>
                  </a:lnTo>
                  <a:lnTo>
                    <a:pt x="134" y="58"/>
                  </a:lnTo>
                  <a:lnTo>
                    <a:pt x="134" y="68"/>
                  </a:lnTo>
                  <a:lnTo>
                    <a:pt x="134" y="72"/>
                  </a:lnTo>
                  <a:lnTo>
                    <a:pt x="134" y="76"/>
                  </a:lnTo>
                  <a:lnTo>
                    <a:pt x="134" y="84"/>
                  </a:lnTo>
                  <a:lnTo>
                    <a:pt x="134" y="86"/>
                  </a:lnTo>
                  <a:lnTo>
                    <a:pt x="134" y="90"/>
                  </a:lnTo>
                  <a:lnTo>
                    <a:pt x="130" y="90"/>
                  </a:lnTo>
                  <a:lnTo>
                    <a:pt x="126" y="90"/>
                  </a:lnTo>
                  <a:lnTo>
                    <a:pt x="122" y="90"/>
                  </a:lnTo>
                  <a:lnTo>
                    <a:pt x="120" y="90"/>
                  </a:lnTo>
                  <a:lnTo>
                    <a:pt x="120" y="94"/>
                  </a:lnTo>
                  <a:lnTo>
                    <a:pt x="120" y="98"/>
                  </a:lnTo>
                  <a:lnTo>
                    <a:pt x="120" y="102"/>
                  </a:lnTo>
                  <a:lnTo>
                    <a:pt x="120" y="106"/>
                  </a:lnTo>
                  <a:lnTo>
                    <a:pt x="120" y="110"/>
                  </a:lnTo>
                  <a:lnTo>
                    <a:pt x="120" y="114"/>
                  </a:lnTo>
                  <a:lnTo>
                    <a:pt x="120" y="114"/>
                  </a:lnTo>
                  <a:lnTo>
                    <a:pt x="120" y="1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6" name="Freeform 161"/>
            <p:cNvSpPr>
              <a:spLocks noChangeAspect="1"/>
            </p:cNvSpPr>
            <p:nvPr/>
          </p:nvSpPr>
          <p:spPr bwMode="gray">
            <a:xfrm>
              <a:off x="4806902" y="3810085"/>
              <a:ext cx="389595" cy="361766"/>
            </a:xfrm>
            <a:custGeom>
              <a:avLst/>
              <a:gdLst>
                <a:gd name="T0" fmla="*/ 84 w 224"/>
                <a:gd name="T1" fmla="*/ 174 h 208"/>
                <a:gd name="T2" fmla="*/ 80 w 224"/>
                <a:gd name="T3" fmla="*/ 172 h 208"/>
                <a:gd name="T4" fmla="*/ 70 w 224"/>
                <a:gd name="T5" fmla="*/ 172 h 208"/>
                <a:gd name="T6" fmla="*/ 60 w 224"/>
                <a:gd name="T7" fmla="*/ 172 h 208"/>
                <a:gd name="T8" fmla="*/ 52 w 224"/>
                <a:gd name="T9" fmla="*/ 186 h 208"/>
                <a:gd name="T10" fmla="*/ 48 w 224"/>
                <a:gd name="T11" fmla="*/ 202 h 208"/>
                <a:gd name="T12" fmla="*/ 48 w 224"/>
                <a:gd name="T13" fmla="*/ 208 h 208"/>
                <a:gd name="T14" fmla="*/ 44 w 224"/>
                <a:gd name="T15" fmla="*/ 204 h 208"/>
                <a:gd name="T16" fmla="*/ 36 w 224"/>
                <a:gd name="T17" fmla="*/ 198 h 208"/>
                <a:gd name="T18" fmla="*/ 30 w 224"/>
                <a:gd name="T19" fmla="*/ 198 h 208"/>
                <a:gd name="T20" fmla="*/ 30 w 224"/>
                <a:gd name="T21" fmla="*/ 202 h 208"/>
                <a:gd name="T22" fmla="*/ 26 w 224"/>
                <a:gd name="T23" fmla="*/ 190 h 208"/>
                <a:gd name="T24" fmla="*/ 14 w 224"/>
                <a:gd name="T25" fmla="*/ 186 h 208"/>
                <a:gd name="T26" fmla="*/ 10 w 224"/>
                <a:gd name="T27" fmla="*/ 178 h 208"/>
                <a:gd name="T28" fmla="*/ 14 w 224"/>
                <a:gd name="T29" fmla="*/ 178 h 208"/>
                <a:gd name="T30" fmla="*/ 8 w 224"/>
                <a:gd name="T31" fmla="*/ 174 h 208"/>
                <a:gd name="T32" fmla="*/ 4 w 224"/>
                <a:gd name="T33" fmla="*/ 164 h 208"/>
                <a:gd name="T34" fmla="*/ 0 w 224"/>
                <a:gd name="T35" fmla="*/ 156 h 208"/>
                <a:gd name="T36" fmla="*/ 0 w 224"/>
                <a:gd name="T37" fmla="*/ 148 h 208"/>
                <a:gd name="T38" fmla="*/ 4 w 224"/>
                <a:gd name="T39" fmla="*/ 152 h 208"/>
                <a:gd name="T40" fmla="*/ 10 w 224"/>
                <a:gd name="T41" fmla="*/ 148 h 208"/>
                <a:gd name="T42" fmla="*/ 36 w 224"/>
                <a:gd name="T43" fmla="*/ 144 h 208"/>
                <a:gd name="T44" fmla="*/ 48 w 224"/>
                <a:gd name="T45" fmla="*/ 142 h 208"/>
                <a:gd name="T46" fmla="*/ 52 w 224"/>
                <a:gd name="T47" fmla="*/ 138 h 208"/>
                <a:gd name="T48" fmla="*/ 56 w 224"/>
                <a:gd name="T49" fmla="*/ 126 h 208"/>
                <a:gd name="T50" fmla="*/ 56 w 224"/>
                <a:gd name="T51" fmla="*/ 112 h 208"/>
                <a:gd name="T52" fmla="*/ 56 w 224"/>
                <a:gd name="T53" fmla="*/ 78 h 208"/>
                <a:gd name="T54" fmla="*/ 74 w 224"/>
                <a:gd name="T55" fmla="*/ 74 h 208"/>
                <a:gd name="T56" fmla="*/ 88 w 224"/>
                <a:gd name="T57" fmla="*/ 60 h 208"/>
                <a:gd name="T58" fmla="*/ 118 w 224"/>
                <a:gd name="T59" fmla="*/ 38 h 208"/>
                <a:gd name="T60" fmla="*/ 144 w 224"/>
                <a:gd name="T61" fmla="*/ 16 h 208"/>
                <a:gd name="T62" fmla="*/ 168 w 224"/>
                <a:gd name="T63" fmla="*/ 0 h 208"/>
                <a:gd name="T64" fmla="*/ 182 w 224"/>
                <a:gd name="T65" fmla="*/ 4 h 208"/>
                <a:gd name="T66" fmla="*/ 190 w 224"/>
                <a:gd name="T67" fmla="*/ 8 h 208"/>
                <a:gd name="T68" fmla="*/ 204 w 224"/>
                <a:gd name="T69" fmla="*/ 12 h 208"/>
                <a:gd name="T70" fmla="*/ 212 w 224"/>
                <a:gd name="T71" fmla="*/ 26 h 208"/>
                <a:gd name="T72" fmla="*/ 216 w 224"/>
                <a:gd name="T73" fmla="*/ 44 h 208"/>
                <a:gd name="T74" fmla="*/ 216 w 224"/>
                <a:gd name="T75" fmla="*/ 48 h 208"/>
                <a:gd name="T76" fmla="*/ 220 w 224"/>
                <a:gd name="T77" fmla="*/ 60 h 208"/>
                <a:gd name="T78" fmla="*/ 216 w 224"/>
                <a:gd name="T79" fmla="*/ 86 h 208"/>
                <a:gd name="T80" fmla="*/ 216 w 224"/>
                <a:gd name="T81" fmla="*/ 118 h 208"/>
                <a:gd name="T82" fmla="*/ 200 w 224"/>
                <a:gd name="T83" fmla="*/ 138 h 208"/>
                <a:gd name="T84" fmla="*/ 190 w 224"/>
                <a:gd name="T85" fmla="*/ 152 h 208"/>
                <a:gd name="T86" fmla="*/ 190 w 224"/>
                <a:gd name="T87" fmla="*/ 160 h 208"/>
                <a:gd name="T88" fmla="*/ 186 w 224"/>
                <a:gd name="T89" fmla="*/ 160 h 208"/>
                <a:gd name="T90" fmla="*/ 182 w 224"/>
                <a:gd name="T91" fmla="*/ 174 h 208"/>
                <a:gd name="T92" fmla="*/ 174 w 224"/>
                <a:gd name="T93" fmla="*/ 178 h 208"/>
                <a:gd name="T94" fmla="*/ 174 w 224"/>
                <a:gd name="T95" fmla="*/ 182 h 208"/>
                <a:gd name="T96" fmla="*/ 164 w 224"/>
                <a:gd name="T97" fmla="*/ 182 h 208"/>
                <a:gd name="T98" fmla="*/ 156 w 224"/>
                <a:gd name="T99" fmla="*/ 178 h 208"/>
                <a:gd name="T100" fmla="*/ 152 w 224"/>
                <a:gd name="T101" fmla="*/ 178 h 208"/>
                <a:gd name="T102" fmla="*/ 148 w 224"/>
                <a:gd name="T103" fmla="*/ 178 h 208"/>
                <a:gd name="T104" fmla="*/ 144 w 224"/>
                <a:gd name="T105" fmla="*/ 178 h 208"/>
                <a:gd name="T106" fmla="*/ 138 w 224"/>
                <a:gd name="T107" fmla="*/ 182 h 208"/>
                <a:gd name="T108" fmla="*/ 134 w 224"/>
                <a:gd name="T109" fmla="*/ 190 h 208"/>
                <a:gd name="T110" fmla="*/ 122 w 224"/>
                <a:gd name="T111" fmla="*/ 186 h 208"/>
                <a:gd name="T112" fmla="*/ 114 w 224"/>
                <a:gd name="T113" fmla="*/ 182 h 208"/>
                <a:gd name="T114" fmla="*/ 110 w 224"/>
                <a:gd name="T115" fmla="*/ 182 h 208"/>
                <a:gd name="T116" fmla="*/ 100 w 224"/>
                <a:gd name="T117" fmla="*/ 18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24" h="208">
                  <a:moveTo>
                    <a:pt x="96" y="186"/>
                  </a:moveTo>
                  <a:lnTo>
                    <a:pt x="92" y="186"/>
                  </a:lnTo>
                  <a:lnTo>
                    <a:pt x="92" y="182"/>
                  </a:lnTo>
                  <a:lnTo>
                    <a:pt x="92" y="182"/>
                  </a:lnTo>
                  <a:lnTo>
                    <a:pt x="88" y="178"/>
                  </a:lnTo>
                  <a:lnTo>
                    <a:pt x="88" y="178"/>
                  </a:lnTo>
                  <a:lnTo>
                    <a:pt x="84" y="174"/>
                  </a:lnTo>
                  <a:lnTo>
                    <a:pt x="84" y="174"/>
                  </a:lnTo>
                  <a:lnTo>
                    <a:pt x="84" y="174"/>
                  </a:lnTo>
                  <a:lnTo>
                    <a:pt x="84" y="174"/>
                  </a:lnTo>
                  <a:lnTo>
                    <a:pt x="84" y="174"/>
                  </a:lnTo>
                  <a:lnTo>
                    <a:pt x="80" y="174"/>
                  </a:lnTo>
                  <a:lnTo>
                    <a:pt x="80" y="172"/>
                  </a:lnTo>
                  <a:lnTo>
                    <a:pt x="80" y="172"/>
                  </a:lnTo>
                  <a:lnTo>
                    <a:pt x="78" y="172"/>
                  </a:lnTo>
                  <a:lnTo>
                    <a:pt x="78" y="172"/>
                  </a:lnTo>
                  <a:lnTo>
                    <a:pt x="74" y="172"/>
                  </a:lnTo>
                  <a:lnTo>
                    <a:pt x="74" y="172"/>
                  </a:lnTo>
                  <a:lnTo>
                    <a:pt x="74" y="172"/>
                  </a:lnTo>
                  <a:lnTo>
                    <a:pt x="70" y="172"/>
                  </a:lnTo>
                  <a:lnTo>
                    <a:pt x="70" y="172"/>
                  </a:lnTo>
                  <a:lnTo>
                    <a:pt x="70" y="172"/>
                  </a:lnTo>
                  <a:lnTo>
                    <a:pt x="70" y="172"/>
                  </a:lnTo>
                  <a:lnTo>
                    <a:pt x="66" y="172"/>
                  </a:lnTo>
                  <a:lnTo>
                    <a:pt x="66" y="172"/>
                  </a:lnTo>
                  <a:lnTo>
                    <a:pt x="66" y="172"/>
                  </a:lnTo>
                  <a:lnTo>
                    <a:pt x="64" y="172"/>
                  </a:lnTo>
                  <a:lnTo>
                    <a:pt x="60" y="172"/>
                  </a:lnTo>
                  <a:lnTo>
                    <a:pt x="56" y="174"/>
                  </a:lnTo>
                  <a:lnTo>
                    <a:pt x="56" y="174"/>
                  </a:lnTo>
                  <a:lnTo>
                    <a:pt x="56" y="178"/>
                  </a:lnTo>
                  <a:lnTo>
                    <a:pt x="56" y="178"/>
                  </a:lnTo>
                  <a:lnTo>
                    <a:pt x="56" y="182"/>
                  </a:lnTo>
                  <a:lnTo>
                    <a:pt x="56" y="186"/>
                  </a:lnTo>
                  <a:lnTo>
                    <a:pt x="52" y="186"/>
                  </a:lnTo>
                  <a:lnTo>
                    <a:pt x="52" y="190"/>
                  </a:lnTo>
                  <a:lnTo>
                    <a:pt x="52" y="190"/>
                  </a:lnTo>
                  <a:lnTo>
                    <a:pt x="48" y="194"/>
                  </a:lnTo>
                  <a:lnTo>
                    <a:pt x="48" y="194"/>
                  </a:lnTo>
                  <a:lnTo>
                    <a:pt x="48" y="198"/>
                  </a:lnTo>
                  <a:lnTo>
                    <a:pt x="48" y="198"/>
                  </a:lnTo>
                  <a:lnTo>
                    <a:pt x="48" y="202"/>
                  </a:lnTo>
                  <a:lnTo>
                    <a:pt x="48" y="202"/>
                  </a:lnTo>
                  <a:lnTo>
                    <a:pt x="48" y="202"/>
                  </a:lnTo>
                  <a:lnTo>
                    <a:pt x="48" y="204"/>
                  </a:lnTo>
                  <a:lnTo>
                    <a:pt x="48" y="204"/>
                  </a:lnTo>
                  <a:lnTo>
                    <a:pt x="48" y="204"/>
                  </a:lnTo>
                  <a:lnTo>
                    <a:pt x="48" y="204"/>
                  </a:lnTo>
                  <a:lnTo>
                    <a:pt x="48" y="208"/>
                  </a:lnTo>
                  <a:lnTo>
                    <a:pt x="48" y="208"/>
                  </a:lnTo>
                  <a:lnTo>
                    <a:pt x="44" y="204"/>
                  </a:lnTo>
                  <a:lnTo>
                    <a:pt x="44" y="204"/>
                  </a:lnTo>
                  <a:lnTo>
                    <a:pt x="44" y="204"/>
                  </a:lnTo>
                  <a:lnTo>
                    <a:pt x="44" y="204"/>
                  </a:lnTo>
                  <a:lnTo>
                    <a:pt x="44" y="204"/>
                  </a:lnTo>
                  <a:lnTo>
                    <a:pt x="44" y="204"/>
                  </a:lnTo>
                  <a:lnTo>
                    <a:pt x="44" y="204"/>
                  </a:lnTo>
                  <a:lnTo>
                    <a:pt x="40" y="204"/>
                  </a:lnTo>
                  <a:lnTo>
                    <a:pt x="40" y="202"/>
                  </a:lnTo>
                  <a:lnTo>
                    <a:pt x="40" y="202"/>
                  </a:lnTo>
                  <a:lnTo>
                    <a:pt x="40" y="202"/>
                  </a:lnTo>
                  <a:lnTo>
                    <a:pt x="36" y="198"/>
                  </a:lnTo>
                  <a:lnTo>
                    <a:pt x="36" y="198"/>
                  </a:lnTo>
                  <a:lnTo>
                    <a:pt x="36" y="194"/>
                  </a:lnTo>
                  <a:lnTo>
                    <a:pt x="36" y="198"/>
                  </a:lnTo>
                  <a:lnTo>
                    <a:pt x="34" y="198"/>
                  </a:lnTo>
                  <a:lnTo>
                    <a:pt x="34" y="198"/>
                  </a:lnTo>
                  <a:lnTo>
                    <a:pt x="34" y="198"/>
                  </a:lnTo>
                  <a:lnTo>
                    <a:pt x="34" y="198"/>
                  </a:lnTo>
                  <a:lnTo>
                    <a:pt x="30" y="198"/>
                  </a:lnTo>
                  <a:lnTo>
                    <a:pt x="30" y="198"/>
                  </a:lnTo>
                  <a:lnTo>
                    <a:pt x="30" y="202"/>
                  </a:lnTo>
                  <a:lnTo>
                    <a:pt x="30" y="202"/>
                  </a:lnTo>
                  <a:lnTo>
                    <a:pt x="30" y="204"/>
                  </a:lnTo>
                  <a:lnTo>
                    <a:pt x="30" y="204"/>
                  </a:lnTo>
                  <a:lnTo>
                    <a:pt x="30" y="204"/>
                  </a:lnTo>
                  <a:lnTo>
                    <a:pt x="30" y="202"/>
                  </a:lnTo>
                  <a:lnTo>
                    <a:pt x="26" y="198"/>
                  </a:lnTo>
                  <a:lnTo>
                    <a:pt x="26" y="198"/>
                  </a:lnTo>
                  <a:lnTo>
                    <a:pt x="26" y="194"/>
                  </a:lnTo>
                  <a:lnTo>
                    <a:pt x="26" y="194"/>
                  </a:lnTo>
                  <a:lnTo>
                    <a:pt x="30" y="194"/>
                  </a:lnTo>
                  <a:lnTo>
                    <a:pt x="26" y="194"/>
                  </a:lnTo>
                  <a:lnTo>
                    <a:pt x="26" y="190"/>
                  </a:lnTo>
                  <a:lnTo>
                    <a:pt x="26" y="190"/>
                  </a:lnTo>
                  <a:lnTo>
                    <a:pt x="26" y="190"/>
                  </a:lnTo>
                  <a:lnTo>
                    <a:pt x="26" y="190"/>
                  </a:lnTo>
                  <a:lnTo>
                    <a:pt x="22" y="190"/>
                  </a:lnTo>
                  <a:lnTo>
                    <a:pt x="22" y="194"/>
                  </a:lnTo>
                  <a:lnTo>
                    <a:pt x="18" y="190"/>
                  </a:lnTo>
                  <a:lnTo>
                    <a:pt x="14" y="186"/>
                  </a:lnTo>
                  <a:lnTo>
                    <a:pt x="10" y="186"/>
                  </a:lnTo>
                  <a:lnTo>
                    <a:pt x="10" y="186"/>
                  </a:lnTo>
                  <a:lnTo>
                    <a:pt x="10" y="182"/>
                  </a:lnTo>
                  <a:lnTo>
                    <a:pt x="10" y="182"/>
                  </a:lnTo>
                  <a:lnTo>
                    <a:pt x="10" y="178"/>
                  </a:lnTo>
                  <a:lnTo>
                    <a:pt x="10" y="178"/>
                  </a:lnTo>
                  <a:lnTo>
                    <a:pt x="10" y="178"/>
                  </a:lnTo>
                  <a:lnTo>
                    <a:pt x="10" y="178"/>
                  </a:lnTo>
                  <a:lnTo>
                    <a:pt x="10" y="178"/>
                  </a:lnTo>
                  <a:lnTo>
                    <a:pt x="10" y="178"/>
                  </a:lnTo>
                  <a:lnTo>
                    <a:pt x="10" y="178"/>
                  </a:lnTo>
                  <a:lnTo>
                    <a:pt x="14" y="178"/>
                  </a:lnTo>
                  <a:lnTo>
                    <a:pt x="14" y="178"/>
                  </a:lnTo>
                  <a:lnTo>
                    <a:pt x="14" y="178"/>
                  </a:lnTo>
                  <a:lnTo>
                    <a:pt x="10" y="178"/>
                  </a:lnTo>
                  <a:lnTo>
                    <a:pt x="10" y="178"/>
                  </a:lnTo>
                  <a:lnTo>
                    <a:pt x="10" y="178"/>
                  </a:lnTo>
                  <a:lnTo>
                    <a:pt x="10" y="174"/>
                  </a:lnTo>
                  <a:lnTo>
                    <a:pt x="10" y="174"/>
                  </a:lnTo>
                  <a:lnTo>
                    <a:pt x="10" y="174"/>
                  </a:lnTo>
                  <a:lnTo>
                    <a:pt x="8" y="174"/>
                  </a:lnTo>
                  <a:lnTo>
                    <a:pt x="4" y="174"/>
                  </a:lnTo>
                  <a:lnTo>
                    <a:pt x="4" y="172"/>
                  </a:lnTo>
                  <a:lnTo>
                    <a:pt x="4" y="172"/>
                  </a:lnTo>
                  <a:lnTo>
                    <a:pt x="4" y="168"/>
                  </a:lnTo>
                  <a:lnTo>
                    <a:pt x="0" y="164"/>
                  </a:lnTo>
                  <a:lnTo>
                    <a:pt x="0" y="164"/>
                  </a:lnTo>
                  <a:lnTo>
                    <a:pt x="4" y="164"/>
                  </a:lnTo>
                  <a:lnTo>
                    <a:pt x="0" y="164"/>
                  </a:lnTo>
                  <a:lnTo>
                    <a:pt x="0" y="160"/>
                  </a:lnTo>
                  <a:lnTo>
                    <a:pt x="0" y="160"/>
                  </a:lnTo>
                  <a:lnTo>
                    <a:pt x="0" y="160"/>
                  </a:lnTo>
                  <a:lnTo>
                    <a:pt x="0" y="160"/>
                  </a:lnTo>
                  <a:lnTo>
                    <a:pt x="0" y="160"/>
                  </a:lnTo>
                  <a:lnTo>
                    <a:pt x="0" y="156"/>
                  </a:lnTo>
                  <a:lnTo>
                    <a:pt x="0" y="156"/>
                  </a:lnTo>
                  <a:lnTo>
                    <a:pt x="0" y="152"/>
                  </a:lnTo>
                  <a:lnTo>
                    <a:pt x="0" y="152"/>
                  </a:lnTo>
                  <a:lnTo>
                    <a:pt x="0" y="152"/>
                  </a:lnTo>
                  <a:lnTo>
                    <a:pt x="0" y="152"/>
                  </a:lnTo>
                  <a:lnTo>
                    <a:pt x="0" y="152"/>
                  </a:lnTo>
                  <a:lnTo>
                    <a:pt x="0" y="148"/>
                  </a:lnTo>
                  <a:lnTo>
                    <a:pt x="0" y="148"/>
                  </a:lnTo>
                  <a:lnTo>
                    <a:pt x="0" y="152"/>
                  </a:lnTo>
                  <a:lnTo>
                    <a:pt x="4" y="152"/>
                  </a:lnTo>
                  <a:lnTo>
                    <a:pt x="4" y="148"/>
                  </a:lnTo>
                  <a:lnTo>
                    <a:pt x="4" y="148"/>
                  </a:lnTo>
                  <a:lnTo>
                    <a:pt x="4" y="152"/>
                  </a:lnTo>
                  <a:lnTo>
                    <a:pt x="4" y="152"/>
                  </a:lnTo>
                  <a:lnTo>
                    <a:pt x="8" y="152"/>
                  </a:lnTo>
                  <a:lnTo>
                    <a:pt x="8" y="152"/>
                  </a:lnTo>
                  <a:lnTo>
                    <a:pt x="8" y="152"/>
                  </a:lnTo>
                  <a:lnTo>
                    <a:pt x="10" y="148"/>
                  </a:lnTo>
                  <a:lnTo>
                    <a:pt x="10" y="148"/>
                  </a:lnTo>
                  <a:lnTo>
                    <a:pt x="10" y="148"/>
                  </a:lnTo>
                  <a:lnTo>
                    <a:pt x="10" y="148"/>
                  </a:lnTo>
                  <a:lnTo>
                    <a:pt x="14" y="144"/>
                  </a:lnTo>
                  <a:lnTo>
                    <a:pt x="22" y="144"/>
                  </a:lnTo>
                  <a:lnTo>
                    <a:pt x="22" y="144"/>
                  </a:lnTo>
                  <a:lnTo>
                    <a:pt x="34" y="144"/>
                  </a:lnTo>
                  <a:lnTo>
                    <a:pt x="34" y="144"/>
                  </a:lnTo>
                  <a:lnTo>
                    <a:pt x="36" y="144"/>
                  </a:lnTo>
                  <a:lnTo>
                    <a:pt x="36" y="144"/>
                  </a:lnTo>
                  <a:lnTo>
                    <a:pt x="36" y="142"/>
                  </a:lnTo>
                  <a:lnTo>
                    <a:pt x="40" y="142"/>
                  </a:lnTo>
                  <a:lnTo>
                    <a:pt x="44" y="144"/>
                  </a:lnTo>
                  <a:lnTo>
                    <a:pt x="44" y="144"/>
                  </a:lnTo>
                  <a:lnTo>
                    <a:pt x="44" y="144"/>
                  </a:lnTo>
                  <a:lnTo>
                    <a:pt x="44" y="142"/>
                  </a:lnTo>
                  <a:lnTo>
                    <a:pt x="48" y="142"/>
                  </a:lnTo>
                  <a:lnTo>
                    <a:pt x="48" y="138"/>
                  </a:lnTo>
                  <a:lnTo>
                    <a:pt x="48" y="138"/>
                  </a:lnTo>
                  <a:lnTo>
                    <a:pt x="48" y="138"/>
                  </a:lnTo>
                  <a:lnTo>
                    <a:pt x="52" y="138"/>
                  </a:lnTo>
                  <a:lnTo>
                    <a:pt x="52" y="138"/>
                  </a:lnTo>
                  <a:lnTo>
                    <a:pt x="52" y="138"/>
                  </a:lnTo>
                  <a:lnTo>
                    <a:pt x="52" y="138"/>
                  </a:lnTo>
                  <a:lnTo>
                    <a:pt x="52" y="138"/>
                  </a:lnTo>
                  <a:lnTo>
                    <a:pt x="52" y="134"/>
                  </a:lnTo>
                  <a:lnTo>
                    <a:pt x="52" y="130"/>
                  </a:lnTo>
                  <a:lnTo>
                    <a:pt x="52" y="126"/>
                  </a:lnTo>
                  <a:lnTo>
                    <a:pt x="56" y="126"/>
                  </a:lnTo>
                  <a:lnTo>
                    <a:pt x="56" y="126"/>
                  </a:lnTo>
                  <a:lnTo>
                    <a:pt x="56" y="126"/>
                  </a:lnTo>
                  <a:lnTo>
                    <a:pt x="56" y="126"/>
                  </a:lnTo>
                  <a:lnTo>
                    <a:pt x="56" y="126"/>
                  </a:lnTo>
                  <a:lnTo>
                    <a:pt x="56" y="118"/>
                  </a:lnTo>
                  <a:lnTo>
                    <a:pt x="56" y="118"/>
                  </a:lnTo>
                  <a:lnTo>
                    <a:pt x="56" y="116"/>
                  </a:lnTo>
                  <a:lnTo>
                    <a:pt x="56" y="116"/>
                  </a:lnTo>
                  <a:lnTo>
                    <a:pt x="56" y="112"/>
                  </a:lnTo>
                  <a:lnTo>
                    <a:pt x="56" y="108"/>
                  </a:lnTo>
                  <a:lnTo>
                    <a:pt x="56" y="104"/>
                  </a:lnTo>
                  <a:lnTo>
                    <a:pt x="56" y="96"/>
                  </a:lnTo>
                  <a:lnTo>
                    <a:pt x="56" y="86"/>
                  </a:lnTo>
                  <a:lnTo>
                    <a:pt x="56" y="86"/>
                  </a:lnTo>
                  <a:lnTo>
                    <a:pt x="56" y="82"/>
                  </a:lnTo>
                  <a:lnTo>
                    <a:pt x="56" y="78"/>
                  </a:lnTo>
                  <a:lnTo>
                    <a:pt x="56" y="78"/>
                  </a:lnTo>
                  <a:lnTo>
                    <a:pt x="60" y="78"/>
                  </a:lnTo>
                  <a:lnTo>
                    <a:pt x="60" y="78"/>
                  </a:lnTo>
                  <a:lnTo>
                    <a:pt x="66" y="74"/>
                  </a:lnTo>
                  <a:lnTo>
                    <a:pt x="70" y="74"/>
                  </a:lnTo>
                  <a:lnTo>
                    <a:pt x="74" y="74"/>
                  </a:lnTo>
                  <a:lnTo>
                    <a:pt x="74" y="74"/>
                  </a:lnTo>
                  <a:lnTo>
                    <a:pt x="78" y="74"/>
                  </a:lnTo>
                  <a:lnTo>
                    <a:pt x="78" y="74"/>
                  </a:lnTo>
                  <a:lnTo>
                    <a:pt x="80" y="70"/>
                  </a:lnTo>
                  <a:lnTo>
                    <a:pt x="80" y="70"/>
                  </a:lnTo>
                  <a:lnTo>
                    <a:pt x="84" y="66"/>
                  </a:lnTo>
                  <a:lnTo>
                    <a:pt x="88" y="62"/>
                  </a:lnTo>
                  <a:lnTo>
                    <a:pt x="88" y="60"/>
                  </a:lnTo>
                  <a:lnTo>
                    <a:pt x="92" y="56"/>
                  </a:lnTo>
                  <a:lnTo>
                    <a:pt x="100" y="48"/>
                  </a:lnTo>
                  <a:lnTo>
                    <a:pt x="104" y="44"/>
                  </a:lnTo>
                  <a:lnTo>
                    <a:pt x="104" y="44"/>
                  </a:lnTo>
                  <a:lnTo>
                    <a:pt x="108" y="44"/>
                  </a:lnTo>
                  <a:lnTo>
                    <a:pt x="110" y="42"/>
                  </a:lnTo>
                  <a:lnTo>
                    <a:pt x="118" y="38"/>
                  </a:lnTo>
                  <a:lnTo>
                    <a:pt x="118" y="34"/>
                  </a:lnTo>
                  <a:lnTo>
                    <a:pt x="122" y="30"/>
                  </a:lnTo>
                  <a:lnTo>
                    <a:pt x="130" y="26"/>
                  </a:lnTo>
                  <a:lnTo>
                    <a:pt x="134" y="22"/>
                  </a:lnTo>
                  <a:lnTo>
                    <a:pt x="138" y="18"/>
                  </a:lnTo>
                  <a:lnTo>
                    <a:pt x="140" y="18"/>
                  </a:lnTo>
                  <a:lnTo>
                    <a:pt x="144" y="16"/>
                  </a:lnTo>
                  <a:lnTo>
                    <a:pt x="148" y="16"/>
                  </a:lnTo>
                  <a:lnTo>
                    <a:pt x="148" y="12"/>
                  </a:lnTo>
                  <a:lnTo>
                    <a:pt x="152" y="12"/>
                  </a:lnTo>
                  <a:lnTo>
                    <a:pt x="160" y="4"/>
                  </a:lnTo>
                  <a:lnTo>
                    <a:pt x="164" y="4"/>
                  </a:lnTo>
                  <a:lnTo>
                    <a:pt x="164" y="0"/>
                  </a:lnTo>
                  <a:lnTo>
                    <a:pt x="168" y="0"/>
                  </a:lnTo>
                  <a:lnTo>
                    <a:pt x="170" y="4"/>
                  </a:lnTo>
                  <a:lnTo>
                    <a:pt x="170" y="4"/>
                  </a:lnTo>
                  <a:lnTo>
                    <a:pt x="170" y="4"/>
                  </a:lnTo>
                  <a:lnTo>
                    <a:pt x="170" y="4"/>
                  </a:lnTo>
                  <a:lnTo>
                    <a:pt x="174" y="4"/>
                  </a:lnTo>
                  <a:lnTo>
                    <a:pt x="178" y="4"/>
                  </a:lnTo>
                  <a:lnTo>
                    <a:pt x="182" y="4"/>
                  </a:lnTo>
                  <a:lnTo>
                    <a:pt x="186" y="8"/>
                  </a:lnTo>
                  <a:lnTo>
                    <a:pt x="186" y="8"/>
                  </a:lnTo>
                  <a:lnTo>
                    <a:pt x="186" y="8"/>
                  </a:lnTo>
                  <a:lnTo>
                    <a:pt x="186" y="8"/>
                  </a:lnTo>
                  <a:lnTo>
                    <a:pt x="186" y="8"/>
                  </a:lnTo>
                  <a:lnTo>
                    <a:pt x="186" y="8"/>
                  </a:lnTo>
                  <a:lnTo>
                    <a:pt x="190" y="8"/>
                  </a:lnTo>
                  <a:lnTo>
                    <a:pt x="190" y="8"/>
                  </a:lnTo>
                  <a:lnTo>
                    <a:pt x="194" y="12"/>
                  </a:lnTo>
                  <a:lnTo>
                    <a:pt x="198" y="18"/>
                  </a:lnTo>
                  <a:lnTo>
                    <a:pt x="198" y="16"/>
                  </a:lnTo>
                  <a:lnTo>
                    <a:pt x="200" y="16"/>
                  </a:lnTo>
                  <a:lnTo>
                    <a:pt x="200" y="16"/>
                  </a:lnTo>
                  <a:lnTo>
                    <a:pt x="204" y="12"/>
                  </a:lnTo>
                  <a:lnTo>
                    <a:pt x="204" y="12"/>
                  </a:lnTo>
                  <a:lnTo>
                    <a:pt x="208" y="12"/>
                  </a:lnTo>
                  <a:lnTo>
                    <a:pt x="208" y="12"/>
                  </a:lnTo>
                  <a:lnTo>
                    <a:pt x="208" y="12"/>
                  </a:lnTo>
                  <a:lnTo>
                    <a:pt x="208" y="16"/>
                  </a:lnTo>
                  <a:lnTo>
                    <a:pt x="212" y="26"/>
                  </a:lnTo>
                  <a:lnTo>
                    <a:pt x="212" y="26"/>
                  </a:lnTo>
                  <a:lnTo>
                    <a:pt x="212" y="30"/>
                  </a:lnTo>
                  <a:lnTo>
                    <a:pt x="212" y="34"/>
                  </a:lnTo>
                  <a:lnTo>
                    <a:pt x="212" y="34"/>
                  </a:lnTo>
                  <a:lnTo>
                    <a:pt x="212" y="38"/>
                  </a:lnTo>
                  <a:lnTo>
                    <a:pt x="212" y="38"/>
                  </a:lnTo>
                  <a:lnTo>
                    <a:pt x="212" y="38"/>
                  </a:lnTo>
                  <a:lnTo>
                    <a:pt x="216" y="44"/>
                  </a:lnTo>
                  <a:lnTo>
                    <a:pt x="216" y="44"/>
                  </a:lnTo>
                  <a:lnTo>
                    <a:pt x="216" y="44"/>
                  </a:lnTo>
                  <a:lnTo>
                    <a:pt x="216" y="48"/>
                  </a:lnTo>
                  <a:lnTo>
                    <a:pt x="216" y="48"/>
                  </a:lnTo>
                  <a:lnTo>
                    <a:pt x="216" y="48"/>
                  </a:lnTo>
                  <a:lnTo>
                    <a:pt x="216" y="48"/>
                  </a:lnTo>
                  <a:lnTo>
                    <a:pt x="216" y="48"/>
                  </a:lnTo>
                  <a:lnTo>
                    <a:pt x="216" y="48"/>
                  </a:lnTo>
                  <a:lnTo>
                    <a:pt x="216" y="48"/>
                  </a:lnTo>
                  <a:lnTo>
                    <a:pt x="216" y="52"/>
                  </a:lnTo>
                  <a:lnTo>
                    <a:pt x="216" y="52"/>
                  </a:lnTo>
                  <a:lnTo>
                    <a:pt x="224" y="56"/>
                  </a:lnTo>
                  <a:lnTo>
                    <a:pt x="224" y="56"/>
                  </a:lnTo>
                  <a:lnTo>
                    <a:pt x="220" y="60"/>
                  </a:lnTo>
                  <a:lnTo>
                    <a:pt x="220" y="62"/>
                  </a:lnTo>
                  <a:lnTo>
                    <a:pt x="220" y="62"/>
                  </a:lnTo>
                  <a:lnTo>
                    <a:pt x="220" y="66"/>
                  </a:lnTo>
                  <a:lnTo>
                    <a:pt x="220" y="70"/>
                  </a:lnTo>
                  <a:lnTo>
                    <a:pt x="216" y="82"/>
                  </a:lnTo>
                  <a:lnTo>
                    <a:pt x="216" y="82"/>
                  </a:lnTo>
                  <a:lnTo>
                    <a:pt x="216" y="86"/>
                  </a:lnTo>
                  <a:lnTo>
                    <a:pt x="216" y="92"/>
                  </a:lnTo>
                  <a:lnTo>
                    <a:pt x="216" y="92"/>
                  </a:lnTo>
                  <a:lnTo>
                    <a:pt x="216" y="96"/>
                  </a:lnTo>
                  <a:lnTo>
                    <a:pt x="216" y="108"/>
                  </a:lnTo>
                  <a:lnTo>
                    <a:pt x="216" y="116"/>
                  </a:lnTo>
                  <a:lnTo>
                    <a:pt x="216" y="118"/>
                  </a:lnTo>
                  <a:lnTo>
                    <a:pt x="216" y="118"/>
                  </a:lnTo>
                  <a:lnTo>
                    <a:pt x="216" y="118"/>
                  </a:lnTo>
                  <a:lnTo>
                    <a:pt x="212" y="118"/>
                  </a:lnTo>
                  <a:lnTo>
                    <a:pt x="212" y="122"/>
                  </a:lnTo>
                  <a:lnTo>
                    <a:pt x="208" y="122"/>
                  </a:lnTo>
                  <a:lnTo>
                    <a:pt x="208" y="126"/>
                  </a:lnTo>
                  <a:lnTo>
                    <a:pt x="200" y="134"/>
                  </a:lnTo>
                  <a:lnTo>
                    <a:pt x="200" y="138"/>
                  </a:lnTo>
                  <a:lnTo>
                    <a:pt x="198" y="142"/>
                  </a:lnTo>
                  <a:lnTo>
                    <a:pt x="198" y="142"/>
                  </a:lnTo>
                  <a:lnTo>
                    <a:pt x="194" y="144"/>
                  </a:lnTo>
                  <a:lnTo>
                    <a:pt x="194" y="144"/>
                  </a:lnTo>
                  <a:lnTo>
                    <a:pt x="194" y="148"/>
                  </a:lnTo>
                  <a:lnTo>
                    <a:pt x="190" y="152"/>
                  </a:lnTo>
                  <a:lnTo>
                    <a:pt x="190" y="152"/>
                  </a:lnTo>
                  <a:lnTo>
                    <a:pt x="190" y="152"/>
                  </a:lnTo>
                  <a:lnTo>
                    <a:pt x="190" y="156"/>
                  </a:lnTo>
                  <a:lnTo>
                    <a:pt x="190" y="156"/>
                  </a:lnTo>
                  <a:lnTo>
                    <a:pt x="190" y="156"/>
                  </a:lnTo>
                  <a:lnTo>
                    <a:pt x="190" y="156"/>
                  </a:lnTo>
                  <a:lnTo>
                    <a:pt x="190" y="156"/>
                  </a:lnTo>
                  <a:lnTo>
                    <a:pt x="190" y="160"/>
                  </a:lnTo>
                  <a:lnTo>
                    <a:pt x="190" y="160"/>
                  </a:lnTo>
                  <a:lnTo>
                    <a:pt x="190" y="160"/>
                  </a:lnTo>
                  <a:lnTo>
                    <a:pt x="186" y="160"/>
                  </a:lnTo>
                  <a:lnTo>
                    <a:pt x="186" y="160"/>
                  </a:lnTo>
                  <a:lnTo>
                    <a:pt x="186" y="160"/>
                  </a:lnTo>
                  <a:lnTo>
                    <a:pt x="186" y="160"/>
                  </a:lnTo>
                  <a:lnTo>
                    <a:pt x="186" y="160"/>
                  </a:lnTo>
                  <a:lnTo>
                    <a:pt x="186" y="160"/>
                  </a:lnTo>
                  <a:lnTo>
                    <a:pt x="186" y="168"/>
                  </a:lnTo>
                  <a:lnTo>
                    <a:pt x="190" y="172"/>
                  </a:lnTo>
                  <a:lnTo>
                    <a:pt x="190" y="172"/>
                  </a:lnTo>
                  <a:lnTo>
                    <a:pt x="186" y="172"/>
                  </a:lnTo>
                  <a:lnTo>
                    <a:pt x="182" y="174"/>
                  </a:lnTo>
                  <a:lnTo>
                    <a:pt x="182" y="174"/>
                  </a:lnTo>
                  <a:lnTo>
                    <a:pt x="182" y="174"/>
                  </a:lnTo>
                  <a:lnTo>
                    <a:pt x="182" y="174"/>
                  </a:lnTo>
                  <a:lnTo>
                    <a:pt x="182" y="174"/>
                  </a:lnTo>
                  <a:lnTo>
                    <a:pt x="178" y="174"/>
                  </a:lnTo>
                  <a:lnTo>
                    <a:pt x="178" y="174"/>
                  </a:lnTo>
                  <a:lnTo>
                    <a:pt x="178" y="174"/>
                  </a:lnTo>
                  <a:lnTo>
                    <a:pt x="174" y="178"/>
                  </a:lnTo>
                  <a:lnTo>
                    <a:pt x="174" y="178"/>
                  </a:lnTo>
                  <a:lnTo>
                    <a:pt x="174" y="178"/>
                  </a:lnTo>
                  <a:lnTo>
                    <a:pt x="174" y="178"/>
                  </a:lnTo>
                  <a:lnTo>
                    <a:pt x="174" y="178"/>
                  </a:lnTo>
                  <a:lnTo>
                    <a:pt x="174" y="182"/>
                  </a:lnTo>
                  <a:lnTo>
                    <a:pt x="174" y="182"/>
                  </a:lnTo>
                  <a:lnTo>
                    <a:pt x="174" y="182"/>
                  </a:lnTo>
                  <a:lnTo>
                    <a:pt x="170" y="182"/>
                  </a:lnTo>
                  <a:lnTo>
                    <a:pt x="170" y="182"/>
                  </a:lnTo>
                  <a:lnTo>
                    <a:pt x="170" y="182"/>
                  </a:lnTo>
                  <a:lnTo>
                    <a:pt x="170" y="182"/>
                  </a:lnTo>
                  <a:lnTo>
                    <a:pt x="168" y="182"/>
                  </a:lnTo>
                  <a:lnTo>
                    <a:pt x="168" y="182"/>
                  </a:lnTo>
                  <a:lnTo>
                    <a:pt x="164" y="182"/>
                  </a:lnTo>
                  <a:lnTo>
                    <a:pt x="164" y="178"/>
                  </a:lnTo>
                  <a:lnTo>
                    <a:pt x="160" y="178"/>
                  </a:lnTo>
                  <a:lnTo>
                    <a:pt x="160" y="178"/>
                  </a:lnTo>
                  <a:lnTo>
                    <a:pt x="160" y="178"/>
                  </a:lnTo>
                  <a:lnTo>
                    <a:pt x="156" y="178"/>
                  </a:lnTo>
                  <a:lnTo>
                    <a:pt x="156" y="178"/>
                  </a:lnTo>
                  <a:lnTo>
                    <a:pt x="156" y="178"/>
                  </a:lnTo>
                  <a:lnTo>
                    <a:pt x="156" y="178"/>
                  </a:lnTo>
                  <a:lnTo>
                    <a:pt x="156" y="178"/>
                  </a:lnTo>
                  <a:lnTo>
                    <a:pt x="156" y="178"/>
                  </a:lnTo>
                  <a:lnTo>
                    <a:pt x="152" y="178"/>
                  </a:lnTo>
                  <a:lnTo>
                    <a:pt x="152" y="178"/>
                  </a:lnTo>
                  <a:lnTo>
                    <a:pt x="152" y="178"/>
                  </a:lnTo>
                  <a:lnTo>
                    <a:pt x="152" y="178"/>
                  </a:lnTo>
                  <a:lnTo>
                    <a:pt x="152" y="178"/>
                  </a:lnTo>
                  <a:lnTo>
                    <a:pt x="152" y="178"/>
                  </a:lnTo>
                  <a:lnTo>
                    <a:pt x="152" y="178"/>
                  </a:lnTo>
                  <a:lnTo>
                    <a:pt x="152" y="178"/>
                  </a:lnTo>
                  <a:lnTo>
                    <a:pt x="148" y="178"/>
                  </a:lnTo>
                  <a:lnTo>
                    <a:pt x="148" y="178"/>
                  </a:lnTo>
                  <a:lnTo>
                    <a:pt x="148" y="178"/>
                  </a:lnTo>
                  <a:lnTo>
                    <a:pt x="148" y="178"/>
                  </a:lnTo>
                  <a:lnTo>
                    <a:pt x="148" y="178"/>
                  </a:lnTo>
                  <a:lnTo>
                    <a:pt x="148" y="178"/>
                  </a:lnTo>
                  <a:lnTo>
                    <a:pt x="144" y="178"/>
                  </a:lnTo>
                  <a:lnTo>
                    <a:pt x="144" y="178"/>
                  </a:lnTo>
                  <a:lnTo>
                    <a:pt x="144" y="178"/>
                  </a:lnTo>
                  <a:lnTo>
                    <a:pt x="144" y="178"/>
                  </a:lnTo>
                  <a:lnTo>
                    <a:pt x="144" y="178"/>
                  </a:lnTo>
                  <a:lnTo>
                    <a:pt x="144" y="178"/>
                  </a:lnTo>
                  <a:lnTo>
                    <a:pt x="140" y="178"/>
                  </a:lnTo>
                  <a:lnTo>
                    <a:pt x="140" y="178"/>
                  </a:lnTo>
                  <a:lnTo>
                    <a:pt x="140" y="178"/>
                  </a:lnTo>
                  <a:lnTo>
                    <a:pt x="140" y="178"/>
                  </a:lnTo>
                  <a:lnTo>
                    <a:pt x="138" y="182"/>
                  </a:lnTo>
                  <a:lnTo>
                    <a:pt x="138" y="182"/>
                  </a:lnTo>
                  <a:lnTo>
                    <a:pt x="138" y="182"/>
                  </a:lnTo>
                  <a:lnTo>
                    <a:pt x="138" y="182"/>
                  </a:lnTo>
                  <a:lnTo>
                    <a:pt x="134" y="182"/>
                  </a:lnTo>
                  <a:lnTo>
                    <a:pt x="134" y="186"/>
                  </a:lnTo>
                  <a:lnTo>
                    <a:pt x="134" y="190"/>
                  </a:lnTo>
                  <a:lnTo>
                    <a:pt x="134" y="190"/>
                  </a:lnTo>
                  <a:lnTo>
                    <a:pt x="130" y="190"/>
                  </a:lnTo>
                  <a:lnTo>
                    <a:pt x="126" y="186"/>
                  </a:lnTo>
                  <a:lnTo>
                    <a:pt x="126" y="186"/>
                  </a:lnTo>
                  <a:lnTo>
                    <a:pt x="122" y="186"/>
                  </a:lnTo>
                  <a:lnTo>
                    <a:pt x="122" y="186"/>
                  </a:lnTo>
                  <a:lnTo>
                    <a:pt x="122" y="186"/>
                  </a:lnTo>
                  <a:lnTo>
                    <a:pt x="122" y="186"/>
                  </a:lnTo>
                  <a:lnTo>
                    <a:pt x="118" y="186"/>
                  </a:lnTo>
                  <a:lnTo>
                    <a:pt x="118" y="186"/>
                  </a:lnTo>
                  <a:lnTo>
                    <a:pt x="118" y="186"/>
                  </a:lnTo>
                  <a:lnTo>
                    <a:pt x="118" y="186"/>
                  </a:lnTo>
                  <a:lnTo>
                    <a:pt x="118" y="186"/>
                  </a:lnTo>
                  <a:lnTo>
                    <a:pt x="114" y="182"/>
                  </a:lnTo>
                  <a:lnTo>
                    <a:pt x="114" y="182"/>
                  </a:lnTo>
                  <a:lnTo>
                    <a:pt x="114" y="182"/>
                  </a:lnTo>
                  <a:lnTo>
                    <a:pt x="114" y="182"/>
                  </a:lnTo>
                  <a:lnTo>
                    <a:pt x="114" y="182"/>
                  </a:lnTo>
                  <a:lnTo>
                    <a:pt x="114" y="182"/>
                  </a:lnTo>
                  <a:lnTo>
                    <a:pt x="114" y="182"/>
                  </a:lnTo>
                  <a:lnTo>
                    <a:pt x="110" y="182"/>
                  </a:lnTo>
                  <a:lnTo>
                    <a:pt x="110" y="182"/>
                  </a:lnTo>
                  <a:lnTo>
                    <a:pt x="110" y="182"/>
                  </a:lnTo>
                  <a:lnTo>
                    <a:pt x="110" y="178"/>
                  </a:lnTo>
                  <a:lnTo>
                    <a:pt x="110" y="178"/>
                  </a:lnTo>
                  <a:lnTo>
                    <a:pt x="110" y="178"/>
                  </a:lnTo>
                  <a:lnTo>
                    <a:pt x="108" y="178"/>
                  </a:lnTo>
                  <a:lnTo>
                    <a:pt x="100" y="182"/>
                  </a:lnTo>
                  <a:lnTo>
                    <a:pt x="100" y="182"/>
                  </a:lnTo>
                  <a:lnTo>
                    <a:pt x="96" y="182"/>
                  </a:lnTo>
                  <a:lnTo>
                    <a:pt x="96" y="182"/>
                  </a:lnTo>
                  <a:lnTo>
                    <a:pt x="96" y="186"/>
                  </a:lnTo>
                  <a:lnTo>
                    <a:pt x="96" y="186"/>
                  </a:lnTo>
                  <a:lnTo>
                    <a:pt x="96" y="186"/>
                  </a:lnTo>
                  <a:lnTo>
                    <a:pt x="96" y="18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7" name="Freeform 162"/>
            <p:cNvSpPr>
              <a:spLocks noChangeAspect="1" noEditPoints="1"/>
            </p:cNvSpPr>
            <p:nvPr/>
          </p:nvSpPr>
          <p:spPr bwMode="gray">
            <a:xfrm>
              <a:off x="4866037" y="4109238"/>
              <a:ext cx="295675" cy="285239"/>
            </a:xfrm>
            <a:custGeom>
              <a:avLst/>
              <a:gdLst>
                <a:gd name="T0" fmla="*/ 126 w 170"/>
                <a:gd name="T1" fmla="*/ 122 h 164"/>
                <a:gd name="T2" fmla="*/ 118 w 170"/>
                <a:gd name="T3" fmla="*/ 122 h 164"/>
                <a:gd name="T4" fmla="*/ 110 w 170"/>
                <a:gd name="T5" fmla="*/ 114 h 164"/>
                <a:gd name="T6" fmla="*/ 102 w 170"/>
                <a:gd name="T7" fmla="*/ 118 h 164"/>
                <a:gd name="T8" fmla="*/ 96 w 170"/>
                <a:gd name="T9" fmla="*/ 126 h 164"/>
                <a:gd name="T10" fmla="*/ 88 w 170"/>
                <a:gd name="T11" fmla="*/ 140 h 164"/>
                <a:gd name="T12" fmla="*/ 80 w 170"/>
                <a:gd name="T13" fmla="*/ 152 h 164"/>
                <a:gd name="T14" fmla="*/ 76 w 170"/>
                <a:gd name="T15" fmla="*/ 156 h 164"/>
                <a:gd name="T16" fmla="*/ 70 w 170"/>
                <a:gd name="T17" fmla="*/ 160 h 164"/>
                <a:gd name="T18" fmla="*/ 62 w 170"/>
                <a:gd name="T19" fmla="*/ 156 h 164"/>
                <a:gd name="T20" fmla="*/ 58 w 170"/>
                <a:gd name="T21" fmla="*/ 160 h 164"/>
                <a:gd name="T22" fmla="*/ 58 w 170"/>
                <a:gd name="T23" fmla="*/ 160 h 164"/>
                <a:gd name="T24" fmla="*/ 58 w 170"/>
                <a:gd name="T25" fmla="*/ 156 h 164"/>
                <a:gd name="T26" fmla="*/ 50 w 170"/>
                <a:gd name="T27" fmla="*/ 160 h 164"/>
                <a:gd name="T28" fmla="*/ 40 w 170"/>
                <a:gd name="T29" fmla="*/ 156 h 164"/>
                <a:gd name="T30" fmla="*/ 36 w 170"/>
                <a:gd name="T31" fmla="*/ 148 h 164"/>
                <a:gd name="T32" fmla="*/ 40 w 170"/>
                <a:gd name="T33" fmla="*/ 144 h 164"/>
                <a:gd name="T34" fmla="*/ 36 w 170"/>
                <a:gd name="T35" fmla="*/ 140 h 164"/>
                <a:gd name="T36" fmla="*/ 30 w 170"/>
                <a:gd name="T37" fmla="*/ 130 h 164"/>
                <a:gd name="T38" fmla="*/ 18 w 170"/>
                <a:gd name="T39" fmla="*/ 126 h 164"/>
                <a:gd name="T40" fmla="*/ 18 w 170"/>
                <a:gd name="T41" fmla="*/ 122 h 164"/>
                <a:gd name="T42" fmla="*/ 10 w 170"/>
                <a:gd name="T43" fmla="*/ 126 h 164"/>
                <a:gd name="T44" fmla="*/ 0 w 170"/>
                <a:gd name="T45" fmla="*/ 122 h 164"/>
                <a:gd name="T46" fmla="*/ 2 w 170"/>
                <a:gd name="T47" fmla="*/ 110 h 164"/>
                <a:gd name="T48" fmla="*/ 0 w 170"/>
                <a:gd name="T49" fmla="*/ 96 h 164"/>
                <a:gd name="T50" fmla="*/ 2 w 170"/>
                <a:gd name="T51" fmla="*/ 82 h 164"/>
                <a:gd name="T52" fmla="*/ 10 w 170"/>
                <a:gd name="T53" fmla="*/ 70 h 164"/>
                <a:gd name="T54" fmla="*/ 14 w 170"/>
                <a:gd name="T55" fmla="*/ 58 h 164"/>
                <a:gd name="T56" fmla="*/ 14 w 170"/>
                <a:gd name="T57" fmla="*/ 52 h 164"/>
                <a:gd name="T58" fmla="*/ 10 w 170"/>
                <a:gd name="T59" fmla="*/ 36 h 164"/>
                <a:gd name="T60" fmla="*/ 14 w 170"/>
                <a:gd name="T61" fmla="*/ 26 h 164"/>
                <a:gd name="T62" fmla="*/ 22 w 170"/>
                <a:gd name="T63" fmla="*/ 14 h 164"/>
                <a:gd name="T64" fmla="*/ 26 w 170"/>
                <a:gd name="T65" fmla="*/ 0 h 164"/>
                <a:gd name="T66" fmla="*/ 40 w 170"/>
                <a:gd name="T67" fmla="*/ 0 h 164"/>
                <a:gd name="T68" fmla="*/ 50 w 170"/>
                <a:gd name="T69" fmla="*/ 2 h 164"/>
                <a:gd name="T70" fmla="*/ 62 w 170"/>
                <a:gd name="T71" fmla="*/ 14 h 164"/>
                <a:gd name="T72" fmla="*/ 76 w 170"/>
                <a:gd name="T73" fmla="*/ 6 h 164"/>
                <a:gd name="T74" fmla="*/ 88 w 170"/>
                <a:gd name="T75" fmla="*/ 14 h 164"/>
                <a:gd name="T76" fmla="*/ 100 w 170"/>
                <a:gd name="T77" fmla="*/ 14 h 164"/>
                <a:gd name="T78" fmla="*/ 110 w 170"/>
                <a:gd name="T79" fmla="*/ 6 h 164"/>
                <a:gd name="T80" fmla="*/ 126 w 170"/>
                <a:gd name="T81" fmla="*/ 6 h 164"/>
                <a:gd name="T82" fmla="*/ 136 w 170"/>
                <a:gd name="T83" fmla="*/ 10 h 164"/>
                <a:gd name="T84" fmla="*/ 148 w 170"/>
                <a:gd name="T85" fmla="*/ 2 h 164"/>
                <a:gd name="T86" fmla="*/ 158 w 170"/>
                <a:gd name="T87" fmla="*/ 6 h 164"/>
                <a:gd name="T88" fmla="*/ 162 w 170"/>
                <a:gd name="T89" fmla="*/ 22 h 164"/>
                <a:gd name="T90" fmla="*/ 170 w 170"/>
                <a:gd name="T91" fmla="*/ 28 h 164"/>
                <a:gd name="T92" fmla="*/ 166 w 170"/>
                <a:gd name="T93" fmla="*/ 32 h 164"/>
                <a:gd name="T94" fmla="*/ 162 w 170"/>
                <a:gd name="T95" fmla="*/ 40 h 164"/>
                <a:gd name="T96" fmla="*/ 156 w 170"/>
                <a:gd name="T97" fmla="*/ 52 h 164"/>
                <a:gd name="T98" fmla="*/ 148 w 170"/>
                <a:gd name="T99" fmla="*/ 62 h 164"/>
                <a:gd name="T100" fmla="*/ 144 w 170"/>
                <a:gd name="T101" fmla="*/ 74 h 164"/>
                <a:gd name="T102" fmla="*/ 140 w 170"/>
                <a:gd name="T103" fmla="*/ 88 h 164"/>
                <a:gd name="T104" fmla="*/ 132 w 170"/>
                <a:gd name="T105" fmla="*/ 96 h 164"/>
                <a:gd name="T106" fmla="*/ 132 w 170"/>
                <a:gd name="T107" fmla="*/ 104 h 164"/>
                <a:gd name="T108" fmla="*/ 128 w 170"/>
                <a:gd name="T109" fmla="*/ 110 h 164"/>
                <a:gd name="T110" fmla="*/ 62 w 170"/>
                <a:gd name="T111" fmla="*/ 16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70" h="164">
                  <a:moveTo>
                    <a:pt x="128" y="110"/>
                  </a:moveTo>
                  <a:lnTo>
                    <a:pt x="128" y="114"/>
                  </a:lnTo>
                  <a:lnTo>
                    <a:pt x="126" y="118"/>
                  </a:lnTo>
                  <a:lnTo>
                    <a:pt x="126" y="122"/>
                  </a:lnTo>
                  <a:lnTo>
                    <a:pt x="122" y="122"/>
                  </a:lnTo>
                  <a:lnTo>
                    <a:pt x="122" y="126"/>
                  </a:lnTo>
                  <a:lnTo>
                    <a:pt x="118" y="126"/>
                  </a:lnTo>
                  <a:lnTo>
                    <a:pt x="118" y="122"/>
                  </a:lnTo>
                  <a:lnTo>
                    <a:pt x="118" y="118"/>
                  </a:lnTo>
                  <a:lnTo>
                    <a:pt x="114" y="118"/>
                  </a:lnTo>
                  <a:lnTo>
                    <a:pt x="114" y="114"/>
                  </a:lnTo>
                  <a:lnTo>
                    <a:pt x="110" y="114"/>
                  </a:lnTo>
                  <a:lnTo>
                    <a:pt x="110" y="118"/>
                  </a:lnTo>
                  <a:lnTo>
                    <a:pt x="106" y="118"/>
                  </a:lnTo>
                  <a:lnTo>
                    <a:pt x="106" y="114"/>
                  </a:lnTo>
                  <a:lnTo>
                    <a:pt x="102" y="118"/>
                  </a:lnTo>
                  <a:lnTo>
                    <a:pt x="100" y="118"/>
                  </a:lnTo>
                  <a:lnTo>
                    <a:pt x="100" y="122"/>
                  </a:lnTo>
                  <a:lnTo>
                    <a:pt x="100" y="126"/>
                  </a:lnTo>
                  <a:lnTo>
                    <a:pt x="96" y="126"/>
                  </a:lnTo>
                  <a:lnTo>
                    <a:pt x="92" y="130"/>
                  </a:lnTo>
                  <a:lnTo>
                    <a:pt x="88" y="134"/>
                  </a:lnTo>
                  <a:lnTo>
                    <a:pt x="88" y="138"/>
                  </a:lnTo>
                  <a:lnTo>
                    <a:pt x="88" y="140"/>
                  </a:lnTo>
                  <a:lnTo>
                    <a:pt x="88" y="144"/>
                  </a:lnTo>
                  <a:lnTo>
                    <a:pt x="84" y="148"/>
                  </a:lnTo>
                  <a:lnTo>
                    <a:pt x="84" y="152"/>
                  </a:lnTo>
                  <a:lnTo>
                    <a:pt x="80" y="152"/>
                  </a:lnTo>
                  <a:lnTo>
                    <a:pt x="80" y="156"/>
                  </a:lnTo>
                  <a:lnTo>
                    <a:pt x="80" y="152"/>
                  </a:lnTo>
                  <a:lnTo>
                    <a:pt x="76" y="152"/>
                  </a:lnTo>
                  <a:lnTo>
                    <a:pt x="76" y="156"/>
                  </a:lnTo>
                  <a:lnTo>
                    <a:pt x="80" y="156"/>
                  </a:lnTo>
                  <a:lnTo>
                    <a:pt x="76" y="160"/>
                  </a:lnTo>
                  <a:lnTo>
                    <a:pt x="72" y="160"/>
                  </a:lnTo>
                  <a:lnTo>
                    <a:pt x="70" y="160"/>
                  </a:lnTo>
                  <a:lnTo>
                    <a:pt x="70" y="156"/>
                  </a:lnTo>
                  <a:lnTo>
                    <a:pt x="66" y="160"/>
                  </a:lnTo>
                  <a:lnTo>
                    <a:pt x="62" y="160"/>
                  </a:lnTo>
                  <a:lnTo>
                    <a:pt x="62" y="156"/>
                  </a:lnTo>
                  <a:lnTo>
                    <a:pt x="62" y="160"/>
                  </a:lnTo>
                  <a:lnTo>
                    <a:pt x="62" y="156"/>
                  </a:lnTo>
                  <a:lnTo>
                    <a:pt x="58" y="156"/>
                  </a:lnTo>
                  <a:lnTo>
                    <a:pt x="58" y="160"/>
                  </a:lnTo>
                  <a:lnTo>
                    <a:pt x="62" y="160"/>
                  </a:lnTo>
                  <a:lnTo>
                    <a:pt x="58" y="160"/>
                  </a:lnTo>
                  <a:lnTo>
                    <a:pt x="58" y="156"/>
                  </a:lnTo>
                  <a:lnTo>
                    <a:pt x="58" y="160"/>
                  </a:lnTo>
                  <a:lnTo>
                    <a:pt x="58" y="164"/>
                  </a:lnTo>
                  <a:lnTo>
                    <a:pt x="54" y="160"/>
                  </a:lnTo>
                  <a:lnTo>
                    <a:pt x="58" y="160"/>
                  </a:lnTo>
                  <a:lnTo>
                    <a:pt x="58" y="156"/>
                  </a:lnTo>
                  <a:lnTo>
                    <a:pt x="54" y="160"/>
                  </a:lnTo>
                  <a:lnTo>
                    <a:pt x="54" y="164"/>
                  </a:lnTo>
                  <a:lnTo>
                    <a:pt x="50" y="164"/>
                  </a:lnTo>
                  <a:lnTo>
                    <a:pt x="50" y="160"/>
                  </a:lnTo>
                  <a:lnTo>
                    <a:pt x="50" y="164"/>
                  </a:lnTo>
                  <a:lnTo>
                    <a:pt x="46" y="164"/>
                  </a:lnTo>
                  <a:lnTo>
                    <a:pt x="44" y="160"/>
                  </a:lnTo>
                  <a:lnTo>
                    <a:pt x="40" y="156"/>
                  </a:lnTo>
                  <a:lnTo>
                    <a:pt x="40" y="152"/>
                  </a:lnTo>
                  <a:lnTo>
                    <a:pt x="36" y="148"/>
                  </a:lnTo>
                  <a:lnTo>
                    <a:pt x="40" y="148"/>
                  </a:lnTo>
                  <a:lnTo>
                    <a:pt x="36" y="148"/>
                  </a:lnTo>
                  <a:lnTo>
                    <a:pt x="36" y="144"/>
                  </a:lnTo>
                  <a:lnTo>
                    <a:pt x="40" y="144"/>
                  </a:lnTo>
                  <a:lnTo>
                    <a:pt x="40" y="140"/>
                  </a:lnTo>
                  <a:lnTo>
                    <a:pt x="40" y="144"/>
                  </a:lnTo>
                  <a:lnTo>
                    <a:pt x="36" y="144"/>
                  </a:lnTo>
                  <a:lnTo>
                    <a:pt x="36" y="140"/>
                  </a:lnTo>
                  <a:lnTo>
                    <a:pt x="40" y="140"/>
                  </a:lnTo>
                  <a:lnTo>
                    <a:pt x="36" y="140"/>
                  </a:lnTo>
                  <a:lnTo>
                    <a:pt x="32" y="138"/>
                  </a:lnTo>
                  <a:lnTo>
                    <a:pt x="32" y="134"/>
                  </a:lnTo>
                  <a:lnTo>
                    <a:pt x="30" y="134"/>
                  </a:lnTo>
                  <a:lnTo>
                    <a:pt x="30" y="130"/>
                  </a:lnTo>
                  <a:lnTo>
                    <a:pt x="26" y="130"/>
                  </a:lnTo>
                  <a:lnTo>
                    <a:pt x="26" y="126"/>
                  </a:lnTo>
                  <a:lnTo>
                    <a:pt x="22" y="126"/>
                  </a:lnTo>
                  <a:lnTo>
                    <a:pt x="18" y="126"/>
                  </a:lnTo>
                  <a:lnTo>
                    <a:pt x="14" y="126"/>
                  </a:lnTo>
                  <a:lnTo>
                    <a:pt x="10" y="126"/>
                  </a:lnTo>
                  <a:lnTo>
                    <a:pt x="14" y="126"/>
                  </a:lnTo>
                  <a:lnTo>
                    <a:pt x="18" y="122"/>
                  </a:lnTo>
                  <a:lnTo>
                    <a:pt x="14" y="122"/>
                  </a:lnTo>
                  <a:lnTo>
                    <a:pt x="10" y="126"/>
                  </a:lnTo>
                  <a:lnTo>
                    <a:pt x="10" y="122"/>
                  </a:lnTo>
                  <a:lnTo>
                    <a:pt x="10" y="126"/>
                  </a:lnTo>
                  <a:lnTo>
                    <a:pt x="6" y="126"/>
                  </a:lnTo>
                  <a:lnTo>
                    <a:pt x="2" y="126"/>
                  </a:lnTo>
                  <a:lnTo>
                    <a:pt x="0" y="126"/>
                  </a:lnTo>
                  <a:lnTo>
                    <a:pt x="0" y="122"/>
                  </a:lnTo>
                  <a:lnTo>
                    <a:pt x="0" y="118"/>
                  </a:lnTo>
                  <a:lnTo>
                    <a:pt x="0" y="114"/>
                  </a:lnTo>
                  <a:lnTo>
                    <a:pt x="2" y="114"/>
                  </a:lnTo>
                  <a:lnTo>
                    <a:pt x="2" y="110"/>
                  </a:lnTo>
                  <a:lnTo>
                    <a:pt x="0" y="108"/>
                  </a:lnTo>
                  <a:lnTo>
                    <a:pt x="0" y="104"/>
                  </a:lnTo>
                  <a:lnTo>
                    <a:pt x="0" y="100"/>
                  </a:lnTo>
                  <a:lnTo>
                    <a:pt x="0" y="96"/>
                  </a:lnTo>
                  <a:lnTo>
                    <a:pt x="0" y="92"/>
                  </a:lnTo>
                  <a:lnTo>
                    <a:pt x="0" y="88"/>
                  </a:lnTo>
                  <a:lnTo>
                    <a:pt x="0" y="84"/>
                  </a:lnTo>
                  <a:lnTo>
                    <a:pt x="2" y="82"/>
                  </a:lnTo>
                  <a:lnTo>
                    <a:pt x="6" y="82"/>
                  </a:lnTo>
                  <a:lnTo>
                    <a:pt x="6" y="78"/>
                  </a:lnTo>
                  <a:lnTo>
                    <a:pt x="6" y="74"/>
                  </a:lnTo>
                  <a:lnTo>
                    <a:pt x="10" y="70"/>
                  </a:lnTo>
                  <a:lnTo>
                    <a:pt x="10" y="66"/>
                  </a:lnTo>
                  <a:lnTo>
                    <a:pt x="14" y="66"/>
                  </a:lnTo>
                  <a:lnTo>
                    <a:pt x="14" y="62"/>
                  </a:lnTo>
                  <a:lnTo>
                    <a:pt x="14" y="58"/>
                  </a:lnTo>
                  <a:lnTo>
                    <a:pt x="14" y="56"/>
                  </a:lnTo>
                  <a:lnTo>
                    <a:pt x="18" y="56"/>
                  </a:lnTo>
                  <a:lnTo>
                    <a:pt x="18" y="52"/>
                  </a:lnTo>
                  <a:lnTo>
                    <a:pt x="14" y="52"/>
                  </a:lnTo>
                  <a:lnTo>
                    <a:pt x="14" y="48"/>
                  </a:lnTo>
                  <a:lnTo>
                    <a:pt x="14" y="44"/>
                  </a:lnTo>
                  <a:lnTo>
                    <a:pt x="10" y="40"/>
                  </a:lnTo>
                  <a:lnTo>
                    <a:pt x="10" y="36"/>
                  </a:lnTo>
                  <a:lnTo>
                    <a:pt x="14" y="36"/>
                  </a:lnTo>
                  <a:lnTo>
                    <a:pt x="14" y="32"/>
                  </a:lnTo>
                  <a:lnTo>
                    <a:pt x="14" y="28"/>
                  </a:lnTo>
                  <a:lnTo>
                    <a:pt x="14" y="26"/>
                  </a:lnTo>
                  <a:lnTo>
                    <a:pt x="14" y="22"/>
                  </a:lnTo>
                  <a:lnTo>
                    <a:pt x="18" y="18"/>
                  </a:lnTo>
                  <a:lnTo>
                    <a:pt x="18" y="14"/>
                  </a:lnTo>
                  <a:lnTo>
                    <a:pt x="22" y="14"/>
                  </a:lnTo>
                  <a:lnTo>
                    <a:pt x="22" y="10"/>
                  </a:lnTo>
                  <a:lnTo>
                    <a:pt x="22" y="6"/>
                  </a:lnTo>
                  <a:lnTo>
                    <a:pt x="22" y="2"/>
                  </a:lnTo>
                  <a:lnTo>
                    <a:pt x="26" y="0"/>
                  </a:lnTo>
                  <a:lnTo>
                    <a:pt x="30" y="0"/>
                  </a:lnTo>
                  <a:lnTo>
                    <a:pt x="32" y="0"/>
                  </a:lnTo>
                  <a:lnTo>
                    <a:pt x="36" y="0"/>
                  </a:lnTo>
                  <a:lnTo>
                    <a:pt x="40" y="0"/>
                  </a:lnTo>
                  <a:lnTo>
                    <a:pt x="44" y="0"/>
                  </a:lnTo>
                  <a:lnTo>
                    <a:pt x="46" y="0"/>
                  </a:lnTo>
                  <a:lnTo>
                    <a:pt x="46" y="2"/>
                  </a:lnTo>
                  <a:lnTo>
                    <a:pt x="50" y="2"/>
                  </a:lnTo>
                  <a:lnTo>
                    <a:pt x="54" y="6"/>
                  </a:lnTo>
                  <a:lnTo>
                    <a:pt x="58" y="10"/>
                  </a:lnTo>
                  <a:lnTo>
                    <a:pt x="58" y="14"/>
                  </a:lnTo>
                  <a:lnTo>
                    <a:pt x="62" y="14"/>
                  </a:lnTo>
                  <a:lnTo>
                    <a:pt x="62" y="10"/>
                  </a:lnTo>
                  <a:lnTo>
                    <a:pt x="66" y="10"/>
                  </a:lnTo>
                  <a:lnTo>
                    <a:pt x="72" y="6"/>
                  </a:lnTo>
                  <a:lnTo>
                    <a:pt x="76" y="6"/>
                  </a:lnTo>
                  <a:lnTo>
                    <a:pt x="76" y="10"/>
                  </a:lnTo>
                  <a:lnTo>
                    <a:pt x="80" y="10"/>
                  </a:lnTo>
                  <a:lnTo>
                    <a:pt x="84" y="14"/>
                  </a:lnTo>
                  <a:lnTo>
                    <a:pt x="88" y="14"/>
                  </a:lnTo>
                  <a:lnTo>
                    <a:pt x="92" y="14"/>
                  </a:lnTo>
                  <a:lnTo>
                    <a:pt x="96" y="18"/>
                  </a:lnTo>
                  <a:lnTo>
                    <a:pt x="100" y="18"/>
                  </a:lnTo>
                  <a:lnTo>
                    <a:pt x="100" y="14"/>
                  </a:lnTo>
                  <a:lnTo>
                    <a:pt x="100" y="10"/>
                  </a:lnTo>
                  <a:lnTo>
                    <a:pt x="102" y="10"/>
                  </a:lnTo>
                  <a:lnTo>
                    <a:pt x="106" y="6"/>
                  </a:lnTo>
                  <a:lnTo>
                    <a:pt x="110" y="6"/>
                  </a:lnTo>
                  <a:lnTo>
                    <a:pt x="114" y="6"/>
                  </a:lnTo>
                  <a:lnTo>
                    <a:pt x="118" y="6"/>
                  </a:lnTo>
                  <a:lnTo>
                    <a:pt x="122" y="6"/>
                  </a:lnTo>
                  <a:lnTo>
                    <a:pt x="126" y="6"/>
                  </a:lnTo>
                  <a:lnTo>
                    <a:pt x="128" y="6"/>
                  </a:lnTo>
                  <a:lnTo>
                    <a:pt x="128" y="10"/>
                  </a:lnTo>
                  <a:lnTo>
                    <a:pt x="132" y="10"/>
                  </a:lnTo>
                  <a:lnTo>
                    <a:pt x="136" y="10"/>
                  </a:lnTo>
                  <a:lnTo>
                    <a:pt x="140" y="10"/>
                  </a:lnTo>
                  <a:lnTo>
                    <a:pt x="140" y="6"/>
                  </a:lnTo>
                  <a:lnTo>
                    <a:pt x="144" y="2"/>
                  </a:lnTo>
                  <a:lnTo>
                    <a:pt x="148" y="2"/>
                  </a:lnTo>
                  <a:lnTo>
                    <a:pt x="152" y="0"/>
                  </a:lnTo>
                  <a:lnTo>
                    <a:pt x="156" y="0"/>
                  </a:lnTo>
                  <a:lnTo>
                    <a:pt x="156" y="2"/>
                  </a:lnTo>
                  <a:lnTo>
                    <a:pt x="158" y="6"/>
                  </a:lnTo>
                  <a:lnTo>
                    <a:pt x="158" y="10"/>
                  </a:lnTo>
                  <a:lnTo>
                    <a:pt x="162" y="14"/>
                  </a:lnTo>
                  <a:lnTo>
                    <a:pt x="162" y="18"/>
                  </a:lnTo>
                  <a:lnTo>
                    <a:pt x="162" y="22"/>
                  </a:lnTo>
                  <a:lnTo>
                    <a:pt x="162" y="26"/>
                  </a:lnTo>
                  <a:lnTo>
                    <a:pt x="166" y="26"/>
                  </a:lnTo>
                  <a:lnTo>
                    <a:pt x="170" y="26"/>
                  </a:lnTo>
                  <a:lnTo>
                    <a:pt x="170" y="28"/>
                  </a:lnTo>
                  <a:lnTo>
                    <a:pt x="166" y="28"/>
                  </a:lnTo>
                  <a:lnTo>
                    <a:pt x="170" y="28"/>
                  </a:lnTo>
                  <a:lnTo>
                    <a:pt x="170" y="32"/>
                  </a:lnTo>
                  <a:lnTo>
                    <a:pt x="166" y="32"/>
                  </a:lnTo>
                  <a:lnTo>
                    <a:pt x="166" y="36"/>
                  </a:lnTo>
                  <a:lnTo>
                    <a:pt x="170" y="36"/>
                  </a:lnTo>
                  <a:lnTo>
                    <a:pt x="166" y="40"/>
                  </a:lnTo>
                  <a:lnTo>
                    <a:pt x="162" y="40"/>
                  </a:lnTo>
                  <a:lnTo>
                    <a:pt x="162" y="44"/>
                  </a:lnTo>
                  <a:lnTo>
                    <a:pt x="158" y="44"/>
                  </a:lnTo>
                  <a:lnTo>
                    <a:pt x="156" y="48"/>
                  </a:lnTo>
                  <a:lnTo>
                    <a:pt x="156" y="52"/>
                  </a:lnTo>
                  <a:lnTo>
                    <a:pt x="152" y="56"/>
                  </a:lnTo>
                  <a:lnTo>
                    <a:pt x="152" y="58"/>
                  </a:lnTo>
                  <a:lnTo>
                    <a:pt x="152" y="62"/>
                  </a:lnTo>
                  <a:lnTo>
                    <a:pt x="148" y="62"/>
                  </a:lnTo>
                  <a:lnTo>
                    <a:pt x="148" y="66"/>
                  </a:lnTo>
                  <a:lnTo>
                    <a:pt x="148" y="70"/>
                  </a:lnTo>
                  <a:lnTo>
                    <a:pt x="148" y="74"/>
                  </a:lnTo>
                  <a:lnTo>
                    <a:pt x="144" y="74"/>
                  </a:lnTo>
                  <a:lnTo>
                    <a:pt x="144" y="78"/>
                  </a:lnTo>
                  <a:lnTo>
                    <a:pt x="144" y="82"/>
                  </a:lnTo>
                  <a:lnTo>
                    <a:pt x="144" y="84"/>
                  </a:lnTo>
                  <a:lnTo>
                    <a:pt x="140" y="88"/>
                  </a:lnTo>
                  <a:lnTo>
                    <a:pt x="136" y="88"/>
                  </a:lnTo>
                  <a:lnTo>
                    <a:pt x="136" y="92"/>
                  </a:lnTo>
                  <a:lnTo>
                    <a:pt x="132" y="92"/>
                  </a:lnTo>
                  <a:lnTo>
                    <a:pt x="132" y="96"/>
                  </a:lnTo>
                  <a:lnTo>
                    <a:pt x="136" y="96"/>
                  </a:lnTo>
                  <a:lnTo>
                    <a:pt x="132" y="96"/>
                  </a:lnTo>
                  <a:lnTo>
                    <a:pt x="132" y="100"/>
                  </a:lnTo>
                  <a:lnTo>
                    <a:pt x="132" y="104"/>
                  </a:lnTo>
                  <a:lnTo>
                    <a:pt x="132" y="108"/>
                  </a:lnTo>
                  <a:lnTo>
                    <a:pt x="128" y="108"/>
                  </a:lnTo>
                  <a:lnTo>
                    <a:pt x="128" y="110"/>
                  </a:lnTo>
                  <a:lnTo>
                    <a:pt x="128" y="110"/>
                  </a:lnTo>
                  <a:lnTo>
                    <a:pt x="128" y="110"/>
                  </a:lnTo>
                  <a:close/>
                  <a:moveTo>
                    <a:pt x="62" y="160"/>
                  </a:moveTo>
                  <a:lnTo>
                    <a:pt x="66" y="160"/>
                  </a:lnTo>
                  <a:lnTo>
                    <a:pt x="62" y="160"/>
                  </a:lnTo>
                  <a:lnTo>
                    <a:pt x="62" y="160"/>
                  </a:lnTo>
                  <a:lnTo>
                    <a:pt x="62" y="1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8" name="Freeform 163"/>
            <p:cNvSpPr>
              <a:spLocks noChangeAspect="1"/>
            </p:cNvSpPr>
            <p:nvPr/>
          </p:nvSpPr>
          <p:spPr bwMode="gray">
            <a:xfrm>
              <a:off x="5513043" y="4551010"/>
              <a:ext cx="45221" cy="52178"/>
            </a:xfrm>
            <a:custGeom>
              <a:avLst/>
              <a:gdLst>
                <a:gd name="T0" fmla="*/ 0 w 26"/>
                <a:gd name="T1" fmla="*/ 30 h 30"/>
                <a:gd name="T2" fmla="*/ 0 w 26"/>
                <a:gd name="T3" fmla="*/ 30 h 30"/>
                <a:gd name="T4" fmla="*/ 0 w 26"/>
                <a:gd name="T5" fmla="*/ 22 h 30"/>
                <a:gd name="T6" fmla="*/ 4 w 26"/>
                <a:gd name="T7" fmla="*/ 22 h 30"/>
                <a:gd name="T8" fmla="*/ 4 w 26"/>
                <a:gd name="T9" fmla="*/ 18 h 30"/>
                <a:gd name="T10" fmla="*/ 4 w 26"/>
                <a:gd name="T11" fmla="*/ 18 h 30"/>
                <a:gd name="T12" fmla="*/ 4 w 26"/>
                <a:gd name="T13" fmla="*/ 14 h 30"/>
                <a:gd name="T14" fmla="*/ 4 w 26"/>
                <a:gd name="T15" fmla="*/ 14 h 30"/>
                <a:gd name="T16" fmla="*/ 4 w 26"/>
                <a:gd name="T17" fmla="*/ 6 h 30"/>
                <a:gd name="T18" fmla="*/ 8 w 26"/>
                <a:gd name="T19" fmla="*/ 6 h 30"/>
                <a:gd name="T20" fmla="*/ 8 w 26"/>
                <a:gd name="T21" fmla="*/ 6 h 30"/>
                <a:gd name="T22" fmla="*/ 8 w 26"/>
                <a:gd name="T23" fmla="*/ 6 h 30"/>
                <a:gd name="T24" fmla="*/ 10 w 26"/>
                <a:gd name="T25" fmla="*/ 6 h 30"/>
                <a:gd name="T26" fmla="*/ 10 w 26"/>
                <a:gd name="T27" fmla="*/ 6 h 30"/>
                <a:gd name="T28" fmla="*/ 14 w 26"/>
                <a:gd name="T29" fmla="*/ 6 h 30"/>
                <a:gd name="T30" fmla="*/ 14 w 26"/>
                <a:gd name="T31" fmla="*/ 6 h 30"/>
                <a:gd name="T32" fmla="*/ 18 w 26"/>
                <a:gd name="T33" fmla="*/ 4 h 30"/>
                <a:gd name="T34" fmla="*/ 18 w 26"/>
                <a:gd name="T35" fmla="*/ 4 h 30"/>
                <a:gd name="T36" fmla="*/ 22 w 26"/>
                <a:gd name="T37" fmla="*/ 0 h 30"/>
                <a:gd name="T38" fmla="*/ 22 w 26"/>
                <a:gd name="T39" fmla="*/ 4 h 30"/>
                <a:gd name="T40" fmla="*/ 22 w 26"/>
                <a:gd name="T41" fmla="*/ 6 h 30"/>
                <a:gd name="T42" fmla="*/ 26 w 26"/>
                <a:gd name="T43" fmla="*/ 6 h 30"/>
                <a:gd name="T44" fmla="*/ 26 w 26"/>
                <a:gd name="T45" fmla="*/ 10 h 30"/>
                <a:gd name="T46" fmla="*/ 26 w 26"/>
                <a:gd name="T47" fmla="*/ 14 h 30"/>
                <a:gd name="T48" fmla="*/ 26 w 26"/>
                <a:gd name="T49" fmla="*/ 18 h 30"/>
                <a:gd name="T50" fmla="*/ 26 w 26"/>
                <a:gd name="T51" fmla="*/ 22 h 30"/>
                <a:gd name="T52" fmla="*/ 26 w 26"/>
                <a:gd name="T53" fmla="*/ 22 h 30"/>
                <a:gd name="T54" fmla="*/ 26 w 26"/>
                <a:gd name="T55" fmla="*/ 22 h 30"/>
                <a:gd name="T56" fmla="*/ 22 w 26"/>
                <a:gd name="T57" fmla="*/ 22 h 30"/>
                <a:gd name="T58" fmla="*/ 22 w 26"/>
                <a:gd name="T59" fmla="*/ 22 h 30"/>
                <a:gd name="T60" fmla="*/ 18 w 26"/>
                <a:gd name="T61" fmla="*/ 22 h 30"/>
                <a:gd name="T62" fmla="*/ 14 w 26"/>
                <a:gd name="T63" fmla="*/ 26 h 30"/>
                <a:gd name="T64" fmla="*/ 14 w 26"/>
                <a:gd name="T65" fmla="*/ 22 h 30"/>
                <a:gd name="T66" fmla="*/ 14 w 26"/>
                <a:gd name="T67" fmla="*/ 30 h 30"/>
                <a:gd name="T68" fmla="*/ 10 w 26"/>
                <a:gd name="T69" fmla="*/ 30 h 30"/>
                <a:gd name="T70" fmla="*/ 10 w 26"/>
                <a:gd name="T71" fmla="*/ 30 h 30"/>
                <a:gd name="T72" fmla="*/ 8 w 26"/>
                <a:gd name="T73" fmla="*/ 30 h 30"/>
                <a:gd name="T74" fmla="*/ 8 w 26"/>
                <a:gd name="T75" fmla="*/ 30 h 30"/>
                <a:gd name="T76" fmla="*/ 4 w 26"/>
                <a:gd name="T77" fmla="*/ 30 h 30"/>
                <a:gd name="T78" fmla="*/ 4 w 26"/>
                <a:gd name="T79" fmla="*/ 30 h 30"/>
                <a:gd name="T80" fmla="*/ 4 w 26"/>
                <a:gd name="T81" fmla="*/ 30 h 30"/>
                <a:gd name="T82" fmla="*/ 0 w 26"/>
                <a:gd name="T83" fmla="*/ 26 h 30"/>
                <a:gd name="T84" fmla="*/ 0 w 26"/>
                <a:gd name="T85" fmla="*/ 30 h 30"/>
                <a:gd name="T86" fmla="*/ 0 w 26"/>
                <a:gd name="T87"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 h="30">
                  <a:moveTo>
                    <a:pt x="0" y="30"/>
                  </a:moveTo>
                  <a:lnTo>
                    <a:pt x="0" y="30"/>
                  </a:lnTo>
                  <a:lnTo>
                    <a:pt x="0" y="30"/>
                  </a:lnTo>
                  <a:lnTo>
                    <a:pt x="0" y="30"/>
                  </a:lnTo>
                  <a:lnTo>
                    <a:pt x="0" y="30"/>
                  </a:lnTo>
                  <a:lnTo>
                    <a:pt x="0" y="30"/>
                  </a:lnTo>
                  <a:lnTo>
                    <a:pt x="0" y="26"/>
                  </a:lnTo>
                  <a:lnTo>
                    <a:pt x="0" y="22"/>
                  </a:lnTo>
                  <a:lnTo>
                    <a:pt x="0" y="22"/>
                  </a:lnTo>
                  <a:lnTo>
                    <a:pt x="0" y="22"/>
                  </a:lnTo>
                  <a:lnTo>
                    <a:pt x="0" y="22"/>
                  </a:lnTo>
                  <a:lnTo>
                    <a:pt x="4" y="22"/>
                  </a:lnTo>
                  <a:lnTo>
                    <a:pt x="4" y="22"/>
                  </a:lnTo>
                  <a:lnTo>
                    <a:pt x="4" y="22"/>
                  </a:lnTo>
                  <a:lnTo>
                    <a:pt x="4" y="18"/>
                  </a:lnTo>
                  <a:lnTo>
                    <a:pt x="4" y="18"/>
                  </a:lnTo>
                  <a:lnTo>
                    <a:pt x="4" y="18"/>
                  </a:lnTo>
                  <a:lnTo>
                    <a:pt x="4" y="18"/>
                  </a:lnTo>
                  <a:lnTo>
                    <a:pt x="4" y="18"/>
                  </a:lnTo>
                  <a:lnTo>
                    <a:pt x="4" y="18"/>
                  </a:lnTo>
                  <a:lnTo>
                    <a:pt x="4" y="14"/>
                  </a:lnTo>
                  <a:lnTo>
                    <a:pt x="4" y="14"/>
                  </a:lnTo>
                  <a:lnTo>
                    <a:pt x="4" y="14"/>
                  </a:lnTo>
                  <a:lnTo>
                    <a:pt x="4" y="14"/>
                  </a:lnTo>
                  <a:lnTo>
                    <a:pt x="4" y="10"/>
                  </a:lnTo>
                  <a:lnTo>
                    <a:pt x="4" y="10"/>
                  </a:lnTo>
                  <a:lnTo>
                    <a:pt x="4" y="6"/>
                  </a:lnTo>
                  <a:lnTo>
                    <a:pt x="8" y="6"/>
                  </a:lnTo>
                  <a:lnTo>
                    <a:pt x="8" y="6"/>
                  </a:lnTo>
                  <a:lnTo>
                    <a:pt x="8" y="6"/>
                  </a:lnTo>
                  <a:lnTo>
                    <a:pt x="8" y="6"/>
                  </a:lnTo>
                  <a:lnTo>
                    <a:pt x="8" y="6"/>
                  </a:lnTo>
                  <a:lnTo>
                    <a:pt x="8" y="6"/>
                  </a:lnTo>
                  <a:lnTo>
                    <a:pt x="8" y="6"/>
                  </a:lnTo>
                  <a:lnTo>
                    <a:pt x="8" y="6"/>
                  </a:lnTo>
                  <a:lnTo>
                    <a:pt x="8" y="6"/>
                  </a:lnTo>
                  <a:lnTo>
                    <a:pt x="10" y="6"/>
                  </a:lnTo>
                  <a:lnTo>
                    <a:pt x="10" y="6"/>
                  </a:lnTo>
                  <a:lnTo>
                    <a:pt x="10" y="6"/>
                  </a:lnTo>
                  <a:lnTo>
                    <a:pt x="10" y="6"/>
                  </a:lnTo>
                  <a:lnTo>
                    <a:pt x="10" y="6"/>
                  </a:lnTo>
                  <a:lnTo>
                    <a:pt x="10" y="6"/>
                  </a:lnTo>
                  <a:lnTo>
                    <a:pt x="10" y="6"/>
                  </a:lnTo>
                  <a:lnTo>
                    <a:pt x="10" y="6"/>
                  </a:lnTo>
                  <a:lnTo>
                    <a:pt x="14" y="6"/>
                  </a:lnTo>
                  <a:lnTo>
                    <a:pt x="14" y="6"/>
                  </a:lnTo>
                  <a:lnTo>
                    <a:pt x="14" y="6"/>
                  </a:lnTo>
                  <a:lnTo>
                    <a:pt x="14" y="6"/>
                  </a:lnTo>
                  <a:lnTo>
                    <a:pt x="14" y="6"/>
                  </a:lnTo>
                  <a:lnTo>
                    <a:pt x="18" y="6"/>
                  </a:lnTo>
                  <a:lnTo>
                    <a:pt x="18" y="4"/>
                  </a:lnTo>
                  <a:lnTo>
                    <a:pt x="18" y="4"/>
                  </a:lnTo>
                  <a:lnTo>
                    <a:pt x="18" y="4"/>
                  </a:lnTo>
                  <a:lnTo>
                    <a:pt x="18" y="4"/>
                  </a:lnTo>
                  <a:lnTo>
                    <a:pt x="18" y="0"/>
                  </a:lnTo>
                  <a:lnTo>
                    <a:pt x="22" y="0"/>
                  </a:lnTo>
                  <a:lnTo>
                    <a:pt x="22" y="0"/>
                  </a:lnTo>
                  <a:lnTo>
                    <a:pt x="22" y="0"/>
                  </a:lnTo>
                  <a:lnTo>
                    <a:pt x="22" y="0"/>
                  </a:lnTo>
                  <a:lnTo>
                    <a:pt x="22" y="4"/>
                  </a:lnTo>
                  <a:lnTo>
                    <a:pt x="22" y="4"/>
                  </a:lnTo>
                  <a:lnTo>
                    <a:pt x="22" y="6"/>
                  </a:lnTo>
                  <a:lnTo>
                    <a:pt x="22" y="6"/>
                  </a:lnTo>
                  <a:lnTo>
                    <a:pt x="22" y="6"/>
                  </a:lnTo>
                  <a:lnTo>
                    <a:pt x="26" y="6"/>
                  </a:lnTo>
                  <a:lnTo>
                    <a:pt x="26" y="6"/>
                  </a:lnTo>
                  <a:lnTo>
                    <a:pt x="26" y="10"/>
                  </a:lnTo>
                  <a:lnTo>
                    <a:pt x="26" y="10"/>
                  </a:lnTo>
                  <a:lnTo>
                    <a:pt x="26" y="10"/>
                  </a:lnTo>
                  <a:lnTo>
                    <a:pt x="26" y="14"/>
                  </a:lnTo>
                  <a:lnTo>
                    <a:pt x="26" y="14"/>
                  </a:lnTo>
                  <a:lnTo>
                    <a:pt x="26" y="14"/>
                  </a:lnTo>
                  <a:lnTo>
                    <a:pt x="26" y="18"/>
                  </a:lnTo>
                  <a:lnTo>
                    <a:pt x="26" y="18"/>
                  </a:lnTo>
                  <a:lnTo>
                    <a:pt x="26" y="18"/>
                  </a:lnTo>
                  <a:lnTo>
                    <a:pt x="26" y="22"/>
                  </a:lnTo>
                  <a:lnTo>
                    <a:pt x="26" y="22"/>
                  </a:lnTo>
                  <a:lnTo>
                    <a:pt x="26" y="22"/>
                  </a:lnTo>
                  <a:lnTo>
                    <a:pt x="26" y="22"/>
                  </a:lnTo>
                  <a:lnTo>
                    <a:pt x="26" y="22"/>
                  </a:lnTo>
                  <a:lnTo>
                    <a:pt x="26" y="22"/>
                  </a:lnTo>
                  <a:lnTo>
                    <a:pt x="26" y="22"/>
                  </a:lnTo>
                  <a:lnTo>
                    <a:pt x="26" y="22"/>
                  </a:lnTo>
                  <a:lnTo>
                    <a:pt x="26" y="22"/>
                  </a:lnTo>
                  <a:lnTo>
                    <a:pt x="22" y="22"/>
                  </a:lnTo>
                  <a:lnTo>
                    <a:pt x="22" y="22"/>
                  </a:lnTo>
                  <a:lnTo>
                    <a:pt x="22" y="22"/>
                  </a:lnTo>
                  <a:lnTo>
                    <a:pt x="22" y="22"/>
                  </a:lnTo>
                  <a:lnTo>
                    <a:pt x="22" y="22"/>
                  </a:lnTo>
                  <a:lnTo>
                    <a:pt x="22" y="22"/>
                  </a:lnTo>
                  <a:lnTo>
                    <a:pt x="18" y="22"/>
                  </a:lnTo>
                  <a:lnTo>
                    <a:pt x="18" y="22"/>
                  </a:lnTo>
                  <a:lnTo>
                    <a:pt x="18" y="22"/>
                  </a:lnTo>
                  <a:lnTo>
                    <a:pt x="14" y="26"/>
                  </a:lnTo>
                  <a:lnTo>
                    <a:pt x="14" y="26"/>
                  </a:lnTo>
                  <a:lnTo>
                    <a:pt x="14" y="26"/>
                  </a:lnTo>
                  <a:lnTo>
                    <a:pt x="14" y="22"/>
                  </a:lnTo>
                  <a:lnTo>
                    <a:pt x="14" y="22"/>
                  </a:lnTo>
                  <a:lnTo>
                    <a:pt x="14" y="22"/>
                  </a:lnTo>
                  <a:lnTo>
                    <a:pt x="14" y="22"/>
                  </a:lnTo>
                  <a:lnTo>
                    <a:pt x="14" y="26"/>
                  </a:lnTo>
                  <a:lnTo>
                    <a:pt x="14" y="30"/>
                  </a:lnTo>
                  <a:lnTo>
                    <a:pt x="14" y="30"/>
                  </a:lnTo>
                  <a:lnTo>
                    <a:pt x="10" y="30"/>
                  </a:lnTo>
                  <a:lnTo>
                    <a:pt x="10" y="30"/>
                  </a:lnTo>
                  <a:lnTo>
                    <a:pt x="10" y="30"/>
                  </a:lnTo>
                  <a:lnTo>
                    <a:pt x="10" y="30"/>
                  </a:lnTo>
                  <a:lnTo>
                    <a:pt x="10" y="30"/>
                  </a:lnTo>
                  <a:lnTo>
                    <a:pt x="10" y="30"/>
                  </a:lnTo>
                  <a:lnTo>
                    <a:pt x="8" y="30"/>
                  </a:lnTo>
                  <a:lnTo>
                    <a:pt x="8" y="30"/>
                  </a:lnTo>
                  <a:lnTo>
                    <a:pt x="8" y="30"/>
                  </a:lnTo>
                  <a:lnTo>
                    <a:pt x="8" y="30"/>
                  </a:lnTo>
                  <a:lnTo>
                    <a:pt x="8" y="30"/>
                  </a:lnTo>
                  <a:lnTo>
                    <a:pt x="8" y="30"/>
                  </a:lnTo>
                  <a:lnTo>
                    <a:pt x="8" y="30"/>
                  </a:lnTo>
                  <a:lnTo>
                    <a:pt x="4" y="30"/>
                  </a:lnTo>
                  <a:lnTo>
                    <a:pt x="4" y="30"/>
                  </a:lnTo>
                  <a:lnTo>
                    <a:pt x="4" y="30"/>
                  </a:lnTo>
                  <a:lnTo>
                    <a:pt x="4" y="30"/>
                  </a:lnTo>
                  <a:lnTo>
                    <a:pt x="4" y="30"/>
                  </a:lnTo>
                  <a:lnTo>
                    <a:pt x="4" y="30"/>
                  </a:lnTo>
                  <a:lnTo>
                    <a:pt x="4" y="30"/>
                  </a:lnTo>
                  <a:lnTo>
                    <a:pt x="4" y="30"/>
                  </a:lnTo>
                  <a:lnTo>
                    <a:pt x="4" y="26"/>
                  </a:lnTo>
                  <a:lnTo>
                    <a:pt x="0" y="26"/>
                  </a:lnTo>
                  <a:lnTo>
                    <a:pt x="0" y="26"/>
                  </a:lnTo>
                  <a:lnTo>
                    <a:pt x="0" y="30"/>
                  </a:lnTo>
                  <a:lnTo>
                    <a:pt x="0" y="30"/>
                  </a:lnTo>
                  <a:lnTo>
                    <a:pt x="0" y="30"/>
                  </a:lnTo>
                  <a:lnTo>
                    <a:pt x="0" y="30"/>
                  </a:lnTo>
                  <a:lnTo>
                    <a:pt x="0" y="30"/>
                  </a:lnTo>
                  <a:lnTo>
                    <a:pt x="0"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09" name="Freeform 164"/>
            <p:cNvSpPr>
              <a:spLocks noChangeAspect="1" noEditPoints="1"/>
            </p:cNvSpPr>
            <p:nvPr/>
          </p:nvSpPr>
          <p:spPr bwMode="gray">
            <a:xfrm>
              <a:off x="4959957" y="4471004"/>
              <a:ext cx="20871" cy="45221"/>
            </a:xfrm>
            <a:custGeom>
              <a:avLst/>
              <a:gdLst>
                <a:gd name="T0" fmla="*/ 12 w 12"/>
                <a:gd name="T1" fmla="*/ 0 h 26"/>
                <a:gd name="T2" fmla="*/ 12 w 12"/>
                <a:gd name="T3" fmla="*/ 0 h 26"/>
                <a:gd name="T4" fmla="*/ 12 w 12"/>
                <a:gd name="T5" fmla="*/ 0 h 26"/>
                <a:gd name="T6" fmla="*/ 12 w 12"/>
                <a:gd name="T7" fmla="*/ 0 h 26"/>
                <a:gd name="T8" fmla="*/ 12 w 12"/>
                <a:gd name="T9" fmla="*/ 0 h 26"/>
                <a:gd name="T10" fmla="*/ 12 w 12"/>
                <a:gd name="T11" fmla="*/ 0 h 26"/>
                <a:gd name="T12" fmla="*/ 12 w 12"/>
                <a:gd name="T13" fmla="*/ 0 h 26"/>
                <a:gd name="T14" fmla="*/ 12 w 12"/>
                <a:gd name="T15" fmla="*/ 0 h 26"/>
                <a:gd name="T16" fmla="*/ 12 w 12"/>
                <a:gd name="T17" fmla="*/ 0 h 26"/>
                <a:gd name="T18" fmla="*/ 12 w 12"/>
                <a:gd name="T19" fmla="*/ 0 h 26"/>
                <a:gd name="T20" fmla="*/ 12 w 12"/>
                <a:gd name="T21" fmla="*/ 0 h 26"/>
                <a:gd name="T22" fmla="*/ 12 w 12"/>
                <a:gd name="T23" fmla="*/ 0 h 26"/>
                <a:gd name="T24" fmla="*/ 12 w 12"/>
                <a:gd name="T25" fmla="*/ 0 h 26"/>
                <a:gd name="T26" fmla="*/ 0 w 12"/>
                <a:gd name="T27" fmla="*/ 26 h 26"/>
                <a:gd name="T28" fmla="*/ 0 w 12"/>
                <a:gd name="T29" fmla="*/ 26 h 26"/>
                <a:gd name="T30" fmla="*/ 0 w 12"/>
                <a:gd name="T31" fmla="*/ 26 h 26"/>
                <a:gd name="T32" fmla="*/ 0 w 12"/>
                <a:gd name="T33" fmla="*/ 26 h 26"/>
                <a:gd name="T34" fmla="*/ 0 w 12"/>
                <a:gd name="T35" fmla="*/ 22 h 26"/>
                <a:gd name="T36" fmla="*/ 0 w 12"/>
                <a:gd name="T37" fmla="*/ 22 h 26"/>
                <a:gd name="T38" fmla="*/ 0 w 12"/>
                <a:gd name="T39" fmla="*/ 22 h 26"/>
                <a:gd name="T40" fmla="*/ 0 w 12"/>
                <a:gd name="T41" fmla="*/ 22 h 26"/>
                <a:gd name="T42" fmla="*/ 0 w 12"/>
                <a:gd name="T43" fmla="*/ 22 h 26"/>
                <a:gd name="T44" fmla="*/ 0 w 12"/>
                <a:gd name="T45" fmla="*/ 22 h 26"/>
                <a:gd name="T46" fmla="*/ 0 w 12"/>
                <a:gd name="T47" fmla="*/ 22 h 26"/>
                <a:gd name="T48" fmla="*/ 4 w 12"/>
                <a:gd name="T49" fmla="*/ 22 h 26"/>
                <a:gd name="T50" fmla="*/ 4 w 12"/>
                <a:gd name="T51" fmla="*/ 22 h 26"/>
                <a:gd name="T52" fmla="*/ 4 w 12"/>
                <a:gd name="T53" fmla="*/ 22 h 26"/>
                <a:gd name="T54" fmla="*/ 4 w 12"/>
                <a:gd name="T55" fmla="*/ 22 h 26"/>
                <a:gd name="T56" fmla="*/ 4 w 12"/>
                <a:gd name="T57" fmla="*/ 26 h 26"/>
                <a:gd name="T58" fmla="*/ 0 w 12"/>
                <a:gd name="T59" fmla="*/ 26 h 26"/>
                <a:gd name="T60" fmla="*/ 0 w 12"/>
                <a:gd name="T61" fmla="*/ 26 h 26"/>
                <a:gd name="T62" fmla="*/ 0 w 12"/>
                <a:gd name="T63" fmla="*/ 26 h 26"/>
                <a:gd name="T64" fmla="*/ 0 w 12"/>
                <a:gd name="T65" fmla="*/ 26 h 26"/>
                <a:gd name="T66" fmla="*/ 0 w 12"/>
                <a:gd name="T67" fmla="*/ 26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2" h="26">
                  <a:moveTo>
                    <a:pt x="12" y="0"/>
                  </a:moveTo>
                  <a:lnTo>
                    <a:pt x="12" y="0"/>
                  </a:lnTo>
                  <a:lnTo>
                    <a:pt x="12" y="0"/>
                  </a:lnTo>
                  <a:lnTo>
                    <a:pt x="12" y="0"/>
                  </a:lnTo>
                  <a:lnTo>
                    <a:pt x="12" y="0"/>
                  </a:lnTo>
                  <a:lnTo>
                    <a:pt x="12" y="0"/>
                  </a:lnTo>
                  <a:lnTo>
                    <a:pt x="12" y="0"/>
                  </a:lnTo>
                  <a:lnTo>
                    <a:pt x="12" y="0"/>
                  </a:lnTo>
                  <a:lnTo>
                    <a:pt x="12" y="0"/>
                  </a:lnTo>
                  <a:lnTo>
                    <a:pt x="12" y="0"/>
                  </a:lnTo>
                  <a:lnTo>
                    <a:pt x="12" y="0"/>
                  </a:lnTo>
                  <a:lnTo>
                    <a:pt x="12" y="0"/>
                  </a:lnTo>
                  <a:lnTo>
                    <a:pt x="12" y="0"/>
                  </a:lnTo>
                  <a:close/>
                  <a:moveTo>
                    <a:pt x="0" y="26"/>
                  </a:moveTo>
                  <a:lnTo>
                    <a:pt x="0" y="26"/>
                  </a:lnTo>
                  <a:lnTo>
                    <a:pt x="0" y="26"/>
                  </a:lnTo>
                  <a:lnTo>
                    <a:pt x="0" y="26"/>
                  </a:lnTo>
                  <a:lnTo>
                    <a:pt x="0" y="22"/>
                  </a:lnTo>
                  <a:lnTo>
                    <a:pt x="0" y="22"/>
                  </a:lnTo>
                  <a:lnTo>
                    <a:pt x="0" y="22"/>
                  </a:lnTo>
                  <a:lnTo>
                    <a:pt x="0" y="22"/>
                  </a:lnTo>
                  <a:lnTo>
                    <a:pt x="0" y="22"/>
                  </a:lnTo>
                  <a:lnTo>
                    <a:pt x="0" y="22"/>
                  </a:lnTo>
                  <a:lnTo>
                    <a:pt x="0" y="22"/>
                  </a:lnTo>
                  <a:lnTo>
                    <a:pt x="4" y="22"/>
                  </a:lnTo>
                  <a:lnTo>
                    <a:pt x="4" y="22"/>
                  </a:lnTo>
                  <a:lnTo>
                    <a:pt x="4" y="22"/>
                  </a:lnTo>
                  <a:lnTo>
                    <a:pt x="4" y="22"/>
                  </a:lnTo>
                  <a:lnTo>
                    <a:pt x="4" y="26"/>
                  </a:lnTo>
                  <a:lnTo>
                    <a:pt x="0" y="26"/>
                  </a:lnTo>
                  <a:lnTo>
                    <a:pt x="0" y="26"/>
                  </a:lnTo>
                  <a:lnTo>
                    <a:pt x="0" y="26"/>
                  </a:lnTo>
                  <a:lnTo>
                    <a:pt x="0" y="26"/>
                  </a:lnTo>
                  <a:lnTo>
                    <a:pt x="0"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0" name="Freeform 165"/>
            <p:cNvSpPr>
              <a:spLocks noChangeAspect="1"/>
            </p:cNvSpPr>
            <p:nvPr/>
          </p:nvSpPr>
          <p:spPr bwMode="gray">
            <a:xfrm>
              <a:off x="4365129" y="4018797"/>
              <a:ext cx="156534" cy="132184"/>
            </a:xfrm>
            <a:custGeom>
              <a:avLst/>
              <a:gdLst>
                <a:gd name="T0" fmla="*/ 82 w 90"/>
                <a:gd name="T1" fmla="*/ 76 h 76"/>
                <a:gd name="T2" fmla="*/ 78 w 90"/>
                <a:gd name="T3" fmla="*/ 76 h 76"/>
                <a:gd name="T4" fmla="*/ 70 w 90"/>
                <a:gd name="T5" fmla="*/ 76 h 76"/>
                <a:gd name="T6" fmla="*/ 64 w 90"/>
                <a:gd name="T7" fmla="*/ 74 h 76"/>
                <a:gd name="T8" fmla="*/ 60 w 90"/>
                <a:gd name="T9" fmla="*/ 70 h 76"/>
                <a:gd name="T10" fmla="*/ 44 w 90"/>
                <a:gd name="T11" fmla="*/ 70 h 76"/>
                <a:gd name="T12" fmla="*/ 30 w 90"/>
                <a:gd name="T13" fmla="*/ 74 h 76"/>
                <a:gd name="T14" fmla="*/ 22 w 90"/>
                <a:gd name="T15" fmla="*/ 74 h 76"/>
                <a:gd name="T16" fmla="*/ 14 w 90"/>
                <a:gd name="T17" fmla="*/ 76 h 76"/>
                <a:gd name="T18" fmla="*/ 14 w 90"/>
                <a:gd name="T19" fmla="*/ 70 h 76"/>
                <a:gd name="T20" fmla="*/ 22 w 90"/>
                <a:gd name="T21" fmla="*/ 74 h 76"/>
                <a:gd name="T22" fmla="*/ 26 w 90"/>
                <a:gd name="T23" fmla="*/ 74 h 76"/>
                <a:gd name="T24" fmla="*/ 30 w 90"/>
                <a:gd name="T25" fmla="*/ 70 h 76"/>
                <a:gd name="T26" fmla="*/ 30 w 90"/>
                <a:gd name="T27" fmla="*/ 70 h 76"/>
                <a:gd name="T28" fmla="*/ 26 w 90"/>
                <a:gd name="T29" fmla="*/ 70 h 76"/>
                <a:gd name="T30" fmla="*/ 22 w 90"/>
                <a:gd name="T31" fmla="*/ 70 h 76"/>
                <a:gd name="T32" fmla="*/ 14 w 90"/>
                <a:gd name="T33" fmla="*/ 70 h 76"/>
                <a:gd name="T34" fmla="*/ 12 w 90"/>
                <a:gd name="T35" fmla="*/ 74 h 76"/>
                <a:gd name="T36" fmla="*/ 12 w 90"/>
                <a:gd name="T37" fmla="*/ 66 h 76"/>
                <a:gd name="T38" fmla="*/ 26 w 90"/>
                <a:gd name="T39" fmla="*/ 62 h 76"/>
                <a:gd name="T40" fmla="*/ 34 w 90"/>
                <a:gd name="T41" fmla="*/ 58 h 76"/>
                <a:gd name="T42" fmla="*/ 38 w 90"/>
                <a:gd name="T43" fmla="*/ 54 h 76"/>
                <a:gd name="T44" fmla="*/ 42 w 90"/>
                <a:gd name="T45" fmla="*/ 58 h 76"/>
                <a:gd name="T46" fmla="*/ 44 w 90"/>
                <a:gd name="T47" fmla="*/ 62 h 76"/>
                <a:gd name="T48" fmla="*/ 52 w 90"/>
                <a:gd name="T49" fmla="*/ 58 h 76"/>
                <a:gd name="T50" fmla="*/ 56 w 90"/>
                <a:gd name="T51" fmla="*/ 54 h 76"/>
                <a:gd name="T52" fmla="*/ 48 w 90"/>
                <a:gd name="T53" fmla="*/ 54 h 76"/>
                <a:gd name="T54" fmla="*/ 44 w 90"/>
                <a:gd name="T55" fmla="*/ 54 h 76"/>
                <a:gd name="T56" fmla="*/ 42 w 90"/>
                <a:gd name="T57" fmla="*/ 54 h 76"/>
                <a:gd name="T58" fmla="*/ 42 w 90"/>
                <a:gd name="T59" fmla="*/ 52 h 76"/>
                <a:gd name="T60" fmla="*/ 34 w 90"/>
                <a:gd name="T61" fmla="*/ 52 h 76"/>
                <a:gd name="T62" fmla="*/ 30 w 90"/>
                <a:gd name="T63" fmla="*/ 54 h 76"/>
                <a:gd name="T64" fmla="*/ 14 w 90"/>
                <a:gd name="T65" fmla="*/ 54 h 76"/>
                <a:gd name="T66" fmla="*/ 14 w 90"/>
                <a:gd name="T67" fmla="*/ 52 h 76"/>
                <a:gd name="T68" fmla="*/ 14 w 90"/>
                <a:gd name="T69" fmla="*/ 48 h 76"/>
                <a:gd name="T70" fmla="*/ 18 w 90"/>
                <a:gd name="T71" fmla="*/ 44 h 76"/>
                <a:gd name="T72" fmla="*/ 14 w 90"/>
                <a:gd name="T73" fmla="*/ 48 h 76"/>
                <a:gd name="T74" fmla="*/ 12 w 90"/>
                <a:gd name="T75" fmla="*/ 40 h 76"/>
                <a:gd name="T76" fmla="*/ 8 w 90"/>
                <a:gd name="T77" fmla="*/ 36 h 76"/>
                <a:gd name="T78" fmla="*/ 4 w 90"/>
                <a:gd name="T79" fmla="*/ 36 h 76"/>
                <a:gd name="T80" fmla="*/ 8 w 90"/>
                <a:gd name="T81" fmla="*/ 32 h 76"/>
                <a:gd name="T82" fmla="*/ 12 w 90"/>
                <a:gd name="T83" fmla="*/ 22 h 76"/>
                <a:gd name="T84" fmla="*/ 14 w 90"/>
                <a:gd name="T85" fmla="*/ 18 h 76"/>
                <a:gd name="T86" fmla="*/ 18 w 90"/>
                <a:gd name="T87" fmla="*/ 6 h 76"/>
                <a:gd name="T88" fmla="*/ 22 w 90"/>
                <a:gd name="T89" fmla="*/ 2 h 76"/>
                <a:gd name="T90" fmla="*/ 30 w 90"/>
                <a:gd name="T91" fmla="*/ 2 h 76"/>
                <a:gd name="T92" fmla="*/ 38 w 90"/>
                <a:gd name="T93" fmla="*/ 2 h 76"/>
                <a:gd name="T94" fmla="*/ 44 w 90"/>
                <a:gd name="T95" fmla="*/ 2 h 76"/>
                <a:gd name="T96" fmla="*/ 56 w 90"/>
                <a:gd name="T97" fmla="*/ 10 h 76"/>
                <a:gd name="T98" fmla="*/ 60 w 90"/>
                <a:gd name="T99" fmla="*/ 14 h 76"/>
                <a:gd name="T100" fmla="*/ 68 w 90"/>
                <a:gd name="T101" fmla="*/ 26 h 76"/>
                <a:gd name="T102" fmla="*/ 68 w 90"/>
                <a:gd name="T103" fmla="*/ 28 h 76"/>
                <a:gd name="T104" fmla="*/ 74 w 90"/>
                <a:gd name="T105" fmla="*/ 32 h 76"/>
                <a:gd name="T106" fmla="*/ 78 w 90"/>
                <a:gd name="T107" fmla="*/ 40 h 76"/>
                <a:gd name="T108" fmla="*/ 82 w 90"/>
                <a:gd name="T109" fmla="*/ 48 h 76"/>
                <a:gd name="T110" fmla="*/ 78 w 90"/>
                <a:gd name="T111" fmla="*/ 52 h 76"/>
                <a:gd name="T112" fmla="*/ 82 w 90"/>
                <a:gd name="T113" fmla="*/ 58 h 76"/>
                <a:gd name="T114" fmla="*/ 86 w 90"/>
                <a:gd name="T115" fmla="*/ 62 h 76"/>
                <a:gd name="T116" fmla="*/ 90 w 90"/>
                <a:gd name="T117" fmla="*/ 70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90" h="76">
                  <a:moveTo>
                    <a:pt x="90" y="74"/>
                  </a:moveTo>
                  <a:lnTo>
                    <a:pt x="90" y="74"/>
                  </a:lnTo>
                  <a:lnTo>
                    <a:pt x="86" y="74"/>
                  </a:lnTo>
                  <a:lnTo>
                    <a:pt x="86" y="74"/>
                  </a:lnTo>
                  <a:lnTo>
                    <a:pt x="86" y="74"/>
                  </a:lnTo>
                  <a:lnTo>
                    <a:pt x="86" y="74"/>
                  </a:lnTo>
                  <a:lnTo>
                    <a:pt x="86" y="76"/>
                  </a:lnTo>
                  <a:lnTo>
                    <a:pt x="82" y="76"/>
                  </a:lnTo>
                  <a:lnTo>
                    <a:pt x="82" y="76"/>
                  </a:lnTo>
                  <a:lnTo>
                    <a:pt x="82" y="76"/>
                  </a:lnTo>
                  <a:lnTo>
                    <a:pt x="82" y="74"/>
                  </a:lnTo>
                  <a:lnTo>
                    <a:pt x="78" y="74"/>
                  </a:lnTo>
                  <a:lnTo>
                    <a:pt x="78" y="76"/>
                  </a:lnTo>
                  <a:lnTo>
                    <a:pt x="78" y="76"/>
                  </a:lnTo>
                  <a:lnTo>
                    <a:pt x="78" y="76"/>
                  </a:lnTo>
                  <a:lnTo>
                    <a:pt x="78" y="76"/>
                  </a:lnTo>
                  <a:lnTo>
                    <a:pt x="74" y="76"/>
                  </a:lnTo>
                  <a:lnTo>
                    <a:pt x="74" y="76"/>
                  </a:lnTo>
                  <a:lnTo>
                    <a:pt x="74" y="76"/>
                  </a:lnTo>
                  <a:lnTo>
                    <a:pt x="74" y="76"/>
                  </a:lnTo>
                  <a:lnTo>
                    <a:pt x="74" y="74"/>
                  </a:lnTo>
                  <a:lnTo>
                    <a:pt x="74" y="74"/>
                  </a:lnTo>
                  <a:lnTo>
                    <a:pt x="70" y="76"/>
                  </a:lnTo>
                  <a:lnTo>
                    <a:pt x="70" y="76"/>
                  </a:lnTo>
                  <a:lnTo>
                    <a:pt x="70" y="74"/>
                  </a:lnTo>
                  <a:lnTo>
                    <a:pt x="68" y="74"/>
                  </a:lnTo>
                  <a:lnTo>
                    <a:pt x="68" y="74"/>
                  </a:lnTo>
                  <a:lnTo>
                    <a:pt x="68" y="74"/>
                  </a:lnTo>
                  <a:lnTo>
                    <a:pt x="68" y="74"/>
                  </a:lnTo>
                  <a:lnTo>
                    <a:pt x="68" y="74"/>
                  </a:lnTo>
                  <a:lnTo>
                    <a:pt x="68" y="74"/>
                  </a:lnTo>
                  <a:lnTo>
                    <a:pt x="64" y="74"/>
                  </a:lnTo>
                  <a:lnTo>
                    <a:pt x="64" y="74"/>
                  </a:lnTo>
                  <a:lnTo>
                    <a:pt x="64" y="74"/>
                  </a:lnTo>
                  <a:lnTo>
                    <a:pt x="64" y="74"/>
                  </a:lnTo>
                  <a:lnTo>
                    <a:pt x="68" y="74"/>
                  </a:lnTo>
                  <a:lnTo>
                    <a:pt x="64" y="70"/>
                  </a:lnTo>
                  <a:lnTo>
                    <a:pt x="64" y="70"/>
                  </a:lnTo>
                  <a:lnTo>
                    <a:pt x="60" y="70"/>
                  </a:lnTo>
                  <a:lnTo>
                    <a:pt x="60" y="70"/>
                  </a:lnTo>
                  <a:lnTo>
                    <a:pt x="56" y="70"/>
                  </a:lnTo>
                  <a:lnTo>
                    <a:pt x="56" y="70"/>
                  </a:lnTo>
                  <a:lnTo>
                    <a:pt x="52" y="70"/>
                  </a:lnTo>
                  <a:lnTo>
                    <a:pt x="52" y="70"/>
                  </a:lnTo>
                  <a:lnTo>
                    <a:pt x="48" y="70"/>
                  </a:lnTo>
                  <a:lnTo>
                    <a:pt x="48" y="70"/>
                  </a:lnTo>
                  <a:lnTo>
                    <a:pt x="44" y="70"/>
                  </a:lnTo>
                  <a:lnTo>
                    <a:pt x="44" y="70"/>
                  </a:lnTo>
                  <a:lnTo>
                    <a:pt x="42" y="70"/>
                  </a:lnTo>
                  <a:lnTo>
                    <a:pt x="42" y="70"/>
                  </a:lnTo>
                  <a:lnTo>
                    <a:pt x="38" y="70"/>
                  </a:lnTo>
                  <a:lnTo>
                    <a:pt x="34" y="70"/>
                  </a:lnTo>
                  <a:lnTo>
                    <a:pt x="34" y="70"/>
                  </a:lnTo>
                  <a:lnTo>
                    <a:pt x="34" y="74"/>
                  </a:lnTo>
                  <a:lnTo>
                    <a:pt x="30" y="74"/>
                  </a:lnTo>
                  <a:lnTo>
                    <a:pt x="30" y="74"/>
                  </a:lnTo>
                  <a:lnTo>
                    <a:pt x="26" y="74"/>
                  </a:lnTo>
                  <a:lnTo>
                    <a:pt x="26" y="74"/>
                  </a:lnTo>
                  <a:lnTo>
                    <a:pt x="26" y="74"/>
                  </a:lnTo>
                  <a:lnTo>
                    <a:pt x="22" y="74"/>
                  </a:lnTo>
                  <a:lnTo>
                    <a:pt x="22" y="74"/>
                  </a:lnTo>
                  <a:lnTo>
                    <a:pt x="22" y="74"/>
                  </a:lnTo>
                  <a:lnTo>
                    <a:pt x="22" y="74"/>
                  </a:lnTo>
                  <a:lnTo>
                    <a:pt x="22" y="74"/>
                  </a:lnTo>
                  <a:lnTo>
                    <a:pt x="22" y="74"/>
                  </a:lnTo>
                  <a:lnTo>
                    <a:pt x="18" y="74"/>
                  </a:lnTo>
                  <a:lnTo>
                    <a:pt x="18" y="76"/>
                  </a:lnTo>
                  <a:lnTo>
                    <a:pt x="14" y="76"/>
                  </a:lnTo>
                  <a:lnTo>
                    <a:pt x="14" y="76"/>
                  </a:lnTo>
                  <a:lnTo>
                    <a:pt x="14" y="76"/>
                  </a:lnTo>
                  <a:lnTo>
                    <a:pt x="14" y="76"/>
                  </a:lnTo>
                  <a:lnTo>
                    <a:pt x="14" y="76"/>
                  </a:lnTo>
                  <a:lnTo>
                    <a:pt x="14" y="76"/>
                  </a:lnTo>
                  <a:lnTo>
                    <a:pt x="14" y="76"/>
                  </a:lnTo>
                  <a:lnTo>
                    <a:pt x="12" y="74"/>
                  </a:lnTo>
                  <a:lnTo>
                    <a:pt x="12" y="74"/>
                  </a:lnTo>
                  <a:lnTo>
                    <a:pt x="12" y="74"/>
                  </a:lnTo>
                  <a:lnTo>
                    <a:pt x="12" y="74"/>
                  </a:lnTo>
                  <a:lnTo>
                    <a:pt x="12" y="74"/>
                  </a:lnTo>
                  <a:lnTo>
                    <a:pt x="14" y="70"/>
                  </a:lnTo>
                  <a:lnTo>
                    <a:pt x="14" y="74"/>
                  </a:lnTo>
                  <a:lnTo>
                    <a:pt x="18" y="74"/>
                  </a:lnTo>
                  <a:lnTo>
                    <a:pt x="18" y="74"/>
                  </a:lnTo>
                  <a:lnTo>
                    <a:pt x="18" y="74"/>
                  </a:lnTo>
                  <a:lnTo>
                    <a:pt x="18" y="74"/>
                  </a:lnTo>
                  <a:lnTo>
                    <a:pt x="18" y="74"/>
                  </a:lnTo>
                  <a:lnTo>
                    <a:pt x="22" y="74"/>
                  </a:lnTo>
                  <a:lnTo>
                    <a:pt x="22" y="74"/>
                  </a:lnTo>
                  <a:lnTo>
                    <a:pt x="22" y="70"/>
                  </a:lnTo>
                  <a:lnTo>
                    <a:pt x="22" y="70"/>
                  </a:lnTo>
                  <a:lnTo>
                    <a:pt x="22" y="74"/>
                  </a:lnTo>
                  <a:lnTo>
                    <a:pt x="26" y="74"/>
                  </a:lnTo>
                  <a:lnTo>
                    <a:pt x="26" y="74"/>
                  </a:lnTo>
                  <a:lnTo>
                    <a:pt x="26" y="74"/>
                  </a:lnTo>
                  <a:lnTo>
                    <a:pt x="26" y="74"/>
                  </a:lnTo>
                  <a:lnTo>
                    <a:pt x="26" y="74"/>
                  </a:lnTo>
                  <a:lnTo>
                    <a:pt x="26" y="74"/>
                  </a:lnTo>
                  <a:lnTo>
                    <a:pt x="30" y="74"/>
                  </a:lnTo>
                  <a:lnTo>
                    <a:pt x="30" y="74"/>
                  </a:lnTo>
                  <a:lnTo>
                    <a:pt x="30" y="74"/>
                  </a:lnTo>
                  <a:lnTo>
                    <a:pt x="30" y="70"/>
                  </a:lnTo>
                  <a:lnTo>
                    <a:pt x="30" y="70"/>
                  </a:lnTo>
                  <a:lnTo>
                    <a:pt x="30" y="70"/>
                  </a:lnTo>
                  <a:lnTo>
                    <a:pt x="30" y="70"/>
                  </a:lnTo>
                  <a:lnTo>
                    <a:pt x="30" y="70"/>
                  </a:lnTo>
                  <a:lnTo>
                    <a:pt x="34" y="70"/>
                  </a:lnTo>
                  <a:lnTo>
                    <a:pt x="34" y="66"/>
                  </a:lnTo>
                  <a:lnTo>
                    <a:pt x="30" y="66"/>
                  </a:lnTo>
                  <a:lnTo>
                    <a:pt x="30" y="70"/>
                  </a:lnTo>
                  <a:lnTo>
                    <a:pt x="30" y="70"/>
                  </a:lnTo>
                  <a:lnTo>
                    <a:pt x="30" y="70"/>
                  </a:lnTo>
                  <a:lnTo>
                    <a:pt x="30" y="70"/>
                  </a:lnTo>
                  <a:lnTo>
                    <a:pt x="30" y="70"/>
                  </a:lnTo>
                  <a:lnTo>
                    <a:pt x="30" y="70"/>
                  </a:lnTo>
                  <a:lnTo>
                    <a:pt x="30" y="74"/>
                  </a:lnTo>
                  <a:lnTo>
                    <a:pt x="30" y="74"/>
                  </a:lnTo>
                  <a:lnTo>
                    <a:pt x="30" y="74"/>
                  </a:lnTo>
                  <a:lnTo>
                    <a:pt x="30" y="74"/>
                  </a:lnTo>
                  <a:lnTo>
                    <a:pt x="26" y="70"/>
                  </a:lnTo>
                  <a:lnTo>
                    <a:pt x="26" y="70"/>
                  </a:lnTo>
                  <a:lnTo>
                    <a:pt x="26" y="74"/>
                  </a:lnTo>
                  <a:lnTo>
                    <a:pt x="26" y="74"/>
                  </a:lnTo>
                  <a:lnTo>
                    <a:pt x="22" y="70"/>
                  </a:lnTo>
                  <a:lnTo>
                    <a:pt x="22" y="70"/>
                  </a:lnTo>
                  <a:lnTo>
                    <a:pt x="22" y="70"/>
                  </a:lnTo>
                  <a:lnTo>
                    <a:pt x="22" y="70"/>
                  </a:lnTo>
                  <a:lnTo>
                    <a:pt x="22" y="70"/>
                  </a:lnTo>
                  <a:lnTo>
                    <a:pt x="22" y="70"/>
                  </a:lnTo>
                  <a:lnTo>
                    <a:pt x="22" y="74"/>
                  </a:lnTo>
                  <a:lnTo>
                    <a:pt x="22" y="70"/>
                  </a:lnTo>
                  <a:lnTo>
                    <a:pt x="18" y="74"/>
                  </a:lnTo>
                  <a:lnTo>
                    <a:pt x="18" y="74"/>
                  </a:lnTo>
                  <a:lnTo>
                    <a:pt x="18" y="74"/>
                  </a:lnTo>
                  <a:lnTo>
                    <a:pt x="18" y="74"/>
                  </a:lnTo>
                  <a:lnTo>
                    <a:pt x="18" y="74"/>
                  </a:lnTo>
                  <a:lnTo>
                    <a:pt x="14" y="70"/>
                  </a:lnTo>
                  <a:lnTo>
                    <a:pt x="14" y="70"/>
                  </a:lnTo>
                  <a:lnTo>
                    <a:pt x="14" y="70"/>
                  </a:lnTo>
                  <a:lnTo>
                    <a:pt x="14" y="70"/>
                  </a:lnTo>
                  <a:lnTo>
                    <a:pt x="14" y="70"/>
                  </a:lnTo>
                  <a:lnTo>
                    <a:pt x="14" y="70"/>
                  </a:lnTo>
                  <a:lnTo>
                    <a:pt x="14" y="70"/>
                  </a:lnTo>
                  <a:lnTo>
                    <a:pt x="14" y="74"/>
                  </a:lnTo>
                  <a:lnTo>
                    <a:pt x="12" y="74"/>
                  </a:lnTo>
                  <a:lnTo>
                    <a:pt x="12" y="74"/>
                  </a:lnTo>
                  <a:lnTo>
                    <a:pt x="12" y="70"/>
                  </a:lnTo>
                  <a:lnTo>
                    <a:pt x="12" y="70"/>
                  </a:lnTo>
                  <a:lnTo>
                    <a:pt x="12" y="66"/>
                  </a:lnTo>
                  <a:lnTo>
                    <a:pt x="12" y="66"/>
                  </a:lnTo>
                  <a:lnTo>
                    <a:pt x="12" y="66"/>
                  </a:lnTo>
                  <a:lnTo>
                    <a:pt x="12" y="66"/>
                  </a:lnTo>
                  <a:lnTo>
                    <a:pt x="12" y="66"/>
                  </a:lnTo>
                  <a:lnTo>
                    <a:pt x="12" y="62"/>
                  </a:lnTo>
                  <a:lnTo>
                    <a:pt x="12" y="62"/>
                  </a:lnTo>
                  <a:lnTo>
                    <a:pt x="14" y="62"/>
                  </a:lnTo>
                  <a:lnTo>
                    <a:pt x="14" y="62"/>
                  </a:lnTo>
                  <a:lnTo>
                    <a:pt x="22" y="62"/>
                  </a:lnTo>
                  <a:lnTo>
                    <a:pt x="26" y="62"/>
                  </a:lnTo>
                  <a:lnTo>
                    <a:pt x="26" y="62"/>
                  </a:lnTo>
                  <a:lnTo>
                    <a:pt x="26" y="62"/>
                  </a:lnTo>
                  <a:lnTo>
                    <a:pt x="26" y="62"/>
                  </a:lnTo>
                  <a:lnTo>
                    <a:pt x="26" y="58"/>
                  </a:lnTo>
                  <a:lnTo>
                    <a:pt x="30" y="58"/>
                  </a:lnTo>
                  <a:lnTo>
                    <a:pt x="34" y="58"/>
                  </a:lnTo>
                  <a:lnTo>
                    <a:pt x="34" y="58"/>
                  </a:lnTo>
                  <a:lnTo>
                    <a:pt x="34" y="58"/>
                  </a:lnTo>
                  <a:lnTo>
                    <a:pt x="34" y="58"/>
                  </a:lnTo>
                  <a:lnTo>
                    <a:pt x="34" y="58"/>
                  </a:lnTo>
                  <a:lnTo>
                    <a:pt x="34" y="58"/>
                  </a:lnTo>
                  <a:lnTo>
                    <a:pt x="34" y="58"/>
                  </a:lnTo>
                  <a:lnTo>
                    <a:pt x="34" y="58"/>
                  </a:lnTo>
                  <a:lnTo>
                    <a:pt x="34" y="54"/>
                  </a:lnTo>
                  <a:lnTo>
                    <a:pt x="34" y="54"/>
                  </a:lnTo>
                  <a:lnTo>
                    <a:pt x="34" y="54"/>
                  </a:lnTo>
                  <a:lnTo>
                    <a:pt x="38" y="54"/>
                  </a:lnTo>
                  <a:lnTo>
                    <a:pt x="38" y="54"/>
                  </a:lnTo>
                  <a:lnTo>
                    <a:pt x="38" y="54"/>
                  </a:lnTo>
                  <a:lnTo>
                    <a:pt x="38" y="54"/>
                  </a:lnTo>
                  <a:lnTo>
                    <a:pt x="38" y="54"/>
                  </a:lnTo>
                  <a:lnTo>
                    <a:pt x="38" y="54"/>
                  </a:lnTo>
                  <a:lnTo>
                    <a:pt x="38" y="58"/>
                  </a:lnTo>
                  <a:lnTo>
                    <a:pt x="38" y="58"/>
                  </a:lnTo>
                  <a:lnTo>
                    <a:pt x="42" y="58"/>
                  </a:lnTo>
                  <a:lnTo>
                    <a:pt x="42" y="58"/>
                  </a:lnTo>
                  <a:lnTo>
                    <a:pt x="42" y="58"/>
                  </a:lnTo>
                  <a:lnTo>
                    <a:pt x="42" y="58"/>
                  </a:lnTo>
                  <a:lnTo>
                    <a:pt x="42" y="58"/>
                  </a:lnTo>
                  <a:lnTo>
                    <a:pt x="42" y="58"/>
                  </a:lnTo>
                  <a:lnTo>
                    <a:pt x="42" y="58"/>
                  </a:lnTo>
                  <a:lnTo>
                    <a:pt x="44" y="58"/>
                  </a:lnTo>
                  <a:lnTo>
                    <a:pt x="44" y="58"/>
                  </a:lnTo>
                  <a:lnTo>
                    <a:pt x="44" y="62"/>
                  </a:lnTo>
                  <a:lnTo>
                    <a:pt x="48" y="62"/>
                  </a:lnTo>
                  <a:lnTo>
                    <a:pt x="48" y="62"/>
                  </a:lnTo>
                  <a:lnTo>
                    <a:pt x="48" y="62"/>
                  </a:lnTo>
                  <a:lnTo>
                    <a:pt x="48" y="62"/>
                  </a:lnTo>
                  <a:lnTo>
                    <a:pt x="48" y="58"/>
                  </a:lnTo>
                  <a:lnTo>
                    <a:pt x="52" y="58"/>
                  </a:lnTo>
                  <a:lnTo>
                    <a:pt x="52" y="58"/>
                  </a:lnTo>
                  <a:lnTo>
                    <a:pt x="52" y="58"/>
                  </a:lnTo>
                  <a:lnTo>
                    <a:pt x="52" y="58"/>
                  </a:lnTo>
                  <a:lnTo>
                    <a:pt x="52" y="58"/>
                  </a:lnTo>
                  <a:lnTo>
                    <a:pt x="52" y="58"/>
                  </a:lnTo>
                  <a:lnTo>
                    <a:pt x="56" y="58"/>
                  </a:lnTo>
                  <a:lnTo>
                    <a:pt x="56" y="58"/>
                  </a:lnTo>
                  <a:lnTo>
                    <a:pt x="56" y="58"/>
                  </a:lnTo>
                  <a:lnTo>
                    <a:pt x="56" y="58"/>
                  </a:lnTo>
                  <a:lnTo>
                    <a:pt x="56" y="54"/>
                  </a:lnTo>
                  <a:lnTo>
                    <a:pt x="52" y="54"/>
                  </a:lnTo>
                  <a:lnTo>
                    <a:pt x="52" y="54"/>
                  </a:lnTo>
                  <a:lnTo>
                    <a:pt x="52" y="54"/>
                  </a:lnTo>
                  <a:lnTo>
                    <a:pt x="52" y="54"/>
                  </a:lnTo>
                  <a:lnTo>
                    <a:pt x="52" y="54"/>
                  </a:lnTo>
                  <a:lnTo>
                    <a:pt x="52" y="54"/>
                  </a:lnTo>
                  <a:lnTo>
                    <a:pt x="48" y="54"/>
                  </a:lnTo>
                  <a:lnTo>
                    <a:pt x="48" y="54"/>
                  </a:lnTo>
                  <a:lnTo>
                    <a:pt x="48" y="54"/>
                  </a:lnTo>
                  <a:lnTo>
                    <a:pt x="48" y="54"/>
                  </a:lnTo>
                  <a:lnTo>
                    <a:pt x="48" y="58"/>
                  </a:lnTo>
                  <a:lnTo>
                    <a:pt x="44" y="58"/>
                  </a:lnTo>
                  <a:lnTo>
                    <a:pt x="44" y="54"/>
                  </a:lnTo>
                  <a:lnTo>
                    <a:pt x="44" y="54"/>
                  </a:lnTo>
                  <a:lnTo>
                    <a:pt x="44" y="54"/>
                  </a:lnTo>
                  <a:lnTo>
                    <a:pt x="44" y="54"/>
                  </a:lnTo>
                  <a:lnTo>
                    <a:pt x="44" y="54"/>
                  </a:lnTo>
                  <a:lnTo>
                    <a:pt x="44" y="54"/>
                  </a:lnTo>
                  <a:lnTo>
                    <a:pt x="44" y="54"/>
                  </a:lnTo>
                  <a:lnTo>
                    <a:pt x="44" y="54"/>
                  </a:lnTo>
                  <a:lnTo>
                    <a:pt x="44" y="54"/>
                  </a:lnTo>
                  <a:lnTo>
                    <a:pt x="44" y="54"/>
                  </a:lnTo>
                  <a:lnTo>
                    <a:pt x="44" y="54"/>
                  </a:lnTo>
                  <a:lnTo>
                    <a:pt x="42" y="54"/>
                  </a:lnTo>
                  <a:lnTo>
                    <a:pt x="42" y="54"/>
                  </a:lnTo>
                  <a:lnTo>
                    <a:pt x="42" y="54"/>
                  </a:lnTo>
                  <a:lnTo>
                    <a:pt x="42" y="54"/>
                  </a:lnTo>
                  <a:lnTo>
                    <a:pt x="42" y="54"/>
                  </a:lnTo>
                  <a:lnTo>
                    <a:pt x="42" y="54"/>
                  </a:lnTo>
                  <a:lnTo>
                    <a:pt x="42" y="52"/>
                  </a:lnTo>
                  <a:lnTo>
                    <a:pt x="42" y="52"/>
                  </a:lnTo>
                  <a:lnTo>
                    <a:pt x="42" y="52"/>
                  </a:lnTo>
                  <a:lnTo>
                    <a:pt x="42" y="52"/>
                  </a:lnTo>
                  <a:lnTo>
                    <a:pt x="42" y="52"/>
                  </a:lnTo>
                  <a:lnTo>
                    <a:pt x="42" y="52"/>
                  </a:lnTo>
                  <a:lnTo>
                    <a:pt x="38" y="52"/>
                  </a:lnTo>
                  <a:lnTo>
                    <a:pt x="38" y="52"/>
                  </a:lnTo>
                  <a:lnTo>
                    <a:pt x="34" y="52"/>
                  </a:lnTo>
                  <a:lnTo>
                    <a:pt x="34" y="52"/>
                  </a:lnTo>
                  <a:lnTo>
                    <a:pt x="34" y="52"/>
                  </a:lnTo>
                  <a:lnTo>
                    <a:pt x="34" y="52"/>
                  </a:lnTo>
                  <a:lnTo>
                    <a:pt x="34" y="52"/>
                  </a:lnTo>
                  <a:lnTo>
                    <a:pt x="34" y="52"/>
                  </a:lnTo>
                  <a:lnTo>
                    <a:pt x="34" y="52"/>
                  </a:lnTo>
                  <a:lnTo>
                    <a:pt x="30" y="52"/>
                  </a:lnTo>
                  <a:lnTo>
                    <a:pt x="30" y="52"/>
                  </a:lnTo>
                  <a:lnTo>
                    <a:pt x="30" y="52"/>
                  </a:lnTo>
                  <a:lnTo>
                    <a:pt x="30" y="54"/>
                  </a:lnTo>
                  <a:lnTo>
                    <a:pt x="30" y="54"/>
                  </a:lnTo>
                  <a:lnTo>
                    <a:pt x="30" y="54"/>
                  </a:lnTo>
                  <a:lnTo>
                    <a:pt x="30" y="54"/>
                  </a:lnTo>
                  <a:lnTo>
                    <a:pt x="30" y="54"/>
                  </a:lnTo>
                  <a:lnTo>
                    <a:pt x="26" y="54"/>
                  </a:lnTo>
                  <a:lnTo>
                    <a:pt x="22" y="54"/>
                  </a:lnTo>
                  <a:lnTo>
                    <a:pt x="22" y="54"/>
                  </a:lnTo>
                  <a:lnTo>
                    <a:pt x="14" y="54"/>
                  </a:lnTo>
                  <a:lnTo>
                    <a:pt x="14" y="54"/>
                  </a:lnTo>
                  <a:lnTo>
                    <a:pt x="14" y="52"/>
                  </a:lnTo>
                  <a:lnTo>
                    <a:pt x="14" y="52"/>
                  </a:lnTo>
                  <a:lnTo>
                    <a:pt x="14" y="52"/>
                  </a:lnTo>
                  <a:lnTo>
                    <a:pt x="14" y="52"/>
                  </a:lnTo>
                  <a:lnTo>
                    <a:pt x="14" y="52"/>
                  </a:lnTo>
                  <a:lnTo>
                    <a:pt x="14" y="52"/>
                  </a:lnTo>
                  <a:lnTo>
                    <a:pt x="14" y="52"/>
                  </a:lnTo>
                  <a:lnTo>
                    <a:pt x="14" y="52"/>
                  </a:lnTo>
                  <a:lnTo>
                    <a:pt x="14" y="48"/>
                  </a:lnTo>
                  <a:lnTo>
                    <a:pt x="14" y="52"/>
                  </a:lnTo>
                  <a:lnTo>
                    <a:pt x="14" y="52"/>
                  </a:lnTo>
                  <a:lnTo>
                    <a:pt x="12" y="52"/>
                  </a:lnTo>
                  <a:lnTo>
                    <a:pt x="12" y="52"/>
                  </a:lnTo>
                  <a:lnTo>
                    <a:pt x="12" y="48"/>
                  </a:lnTo>
                  <a:lnTo>
                    <a:pt x="14" y="48"/>
                  </a:lnTo>
                  <a:lnTo>
                    <a:pt x="14" y="48"/>
                  </a:lnTo>
                  <a:lnTo>
                    <a:pt x="14" y="48"/>
                  </a:lnTo>
                  <a:lnTo>
                    <a:pt x="14" y="48"/>
                  </a:lnTo>
                  <a:lnTo>
                    <a:pt x="14" y="48"/>
                  </a:lnTo>
                  <a:lnTo>
                    <a:pt x="14" y="48"/>
                  </a:lnTo>
                  <a:lnTo>
                    <a:pt x="14" y="48"/>
                  </a:lnTo>
                  <a:lnTo>
                    <a:pt x="14" y="48"/>
                  </a:lnTo>
                  <a:lnTo>
                    <a:pt x="18" y="44"/>
                  </a:lnTo>
                  <a:lnTo>
                    <a:pt x="18" y="44"/>
                  </a:lnTo>
                  <a:lnTo>
                    <a:pt x="18" y="44"/>
                  </a:lnTo>
                  <a:lnTo>
                    <a:pt x="18" y="44"/>
                  </a:lnTo>
                  <a:lnTo>
                    <a:pt x="18" y="44"/>
                  </a:lnTo>
                  <a:lnTo>
                    <a:pt x="14" y="44"/>
                  </a:lnTo>
                  <a:lnTo>
                    <a:pt x="14" y="48"/>
                  </a:lnTo>
                  <a:lnTo>
                    <a:pt x="14" y="48"/>
                  </a:lnTo>
                  <a:lnTo>
                    <a:pt x="14" y="48"/>
                  </a:lnTo>
                  <a:lnTo>
                    <a:pt x="14" y="48"/>
                  </a:lnTo>
                  <a:lnTo>
                    <a:pt x="12" y="48"/>
                  </a:lnTo>
                  <a:lnTo>
                    <a:pt x="12" y="48"/>
                  </a:lnTo>
                  <a:lnTo>
                    <a:pt x="12" y="44"/>
                  </a:lnTo>
                  <a:lnTo>
                    <a:pt x="12" y="44"/>
                  </a:lnTo>
                  <a:lnTo>
                    <a:pt x="12" y="44"/>
                  </a:lnTo>
                  <a:lnTo>
                    <a:pt x="12" y="44"/>
                  </a:lnTo>
                  <a:lnTo>
                    <a:pt x="12" y="40"/>
                  </a:lnTo>
                  <a:lnTo>
                    <a:pt x="12" y="40"/>
                  </a:lnTo>
                  <a:lnTo>
                    <a:pt x="8" y="40"/>
                  </a:lnTo>
                  <a:lnTo>
                    <a:pt x="8" y="40"/>
                  </a:lnTo>
                  <a:lnTo>
                    <a:pt x="8" y="40"/>
                  </a:lnTo>
                  <a:lnTo>
                    <a:pt x="8" y="40"/>
                  </a:lnTo>
                  <a:lnTo>
                    <a:pt x="8" y="40"/>
                  </a:lnTo>
                  <a:lnTo>
                    <a:pt x="8" y="36"/>
                  </a:lnTo>
                  <a:lnTo>
                    <a:pt x="8" y="36"/>
                  </a:lnTo>
                  <a:lnTo>
                    <a:pt x="8" y="36"/>
                  </a:lnTo>
                  <a:lnTo>
                    <a:pt x="8" y="36"/>
                  </a:lnTo>
                  <a:lnTo>
                    <a:pt x="8" y="36"/>
                  </a:lnTo>
                  <a:lnTo>
                    <a:pt x="4" y="36"/>
                  </a:lnTo>
                  <a:lnTo>
                    <a:pt x="4" y="36"/>
                  </a:lnTo>
                  <a:lnTo>
                    <a:pt x="4" y="36"/>
                  </a:lnTo>
                  <a:lnTo>
                    <a:pt x="4" y="36"/>
                  </a:lnTo>
                  <a:lnTo>
                    <a:pt x="4" y="36"/>
                  </a:lnTo>
                  <a:lnTo>
                    <a:pt x="4" y="36"/>
                  </a:lnTo>
                  <a:lnTo>
                    <a:pt x="0" y="36"/>
                  </a:lnTo>
                  <a:lnTo>
                    <a:pt x="4" y="32"/>
                  </a:lnTo>
                  <a:lnTo>
                    <a:pt x="4" y="32"/>
                  </a:lnTo>
                  <a:lnTo>
                    <a:pt x="4" y="32"/>
                  </a:lnTo>
                  <a:lnTo>
                    <a:pt x="4" y="32"/>
                  </a:lnTo>
                  <a:lnTo>
                    <a:pt x="8" y="32"/>
                  </a:lnTo>
                  <a:lnTo>
                    <a:pt x="8" y="32"/>
                  </a:lnTo>
                  <a:lnTo>
                    <a:pt x="8" y="32"/>
                  </a:lnTo>
                  <a:lnTo>
                    <a:pt x="8" y="32"/>
                  </a:lnTo>
                  <a:lnTo>
                    <a:pt x="8" y="32"/>
                  </a:lnTo>
                  <a:lnTo>
                    <a:pt x="12" y="28"/>
                  </a:lnTo>
                  <a:lnTo>
                    <a:pt x="12" y="26"/>
                  </a:lnTo>
                  <a:lnTo>
                    <a:pt x="12" y="26"/>
                  </a:lnTo>
                  <a:lnTo>
                    <a:pt x="12" y="26"/>
                  </a:lnTo>
                  <a:lnTo>
                    <a:pt x="12" y="22"/>
                  </a:lnTo>
                  <a:lnTo>
                    <a:pt x="12" y="22"/>
                  </a:lnTo>
                  <a:lnTo>
                    <a:pt x="14" y="22"/>
                  </a:lnTo>
                  <a:lnTo>
                    <a:pt x="14" y="22"/>
                  </a:lnTo>
                  <a:lnTo>
                    <a:pt x="14" y="22"/>
                  </a:lnTo>
                  <a:lnTo>
                    <a:pt x="14" y="22"/>
                  </a:lnTo>
                  <a:lnTo>
                    <a:pt x="14" y="18"/>
                  </a:lnTo>
                  <a:lnTo>
                    <a:pt x="14" y="18"/>
                  </a:lnTo>
                  <a:lnTo>
                    <a:pt x="14" y="18"/>
                  </a:lnTo>
                  <a:lnTo>
                    <a:pt x="14" y="18"/>
                  </a:lnTo>
                  <a:lnTo>
                    <a:pt x="14" y="14"/>
                  </a:lnTo>
                  <a:lnTo>
                    <a:pt x="14" y="10"/>
                  </a:lnTo>
                  <a:lnTo>
                    <a:pt x="14" y="10"/>
                  </a:lnTo>
                  <a:lnTo>
                    <a:pt x="18" y="10"/>
                  </a:lnTo>
                  <a:lnTo>
                    <a:pt x="18" y="6"/>
                  </a:lnTo>
                  <a:lnTo>
                    <a:pt x="18" y="6"/>
                  </a:lnTo>
                  <a:lnTo>
                    <a:pt x="18" y="6"/>
                  </a:lnTo>
                  <a:lnTo>
                    <a:pt x="18" y="6"/>
                  </a:lnTo>
                  <a:lnTo>
                    <a:pt x="18" y="2"/>
                  </a:lnTo>
                  <a:lnTo>
                    <a:pt x="18" y="2"/>
                  </a:lnTo>
                  <a:lnTo>
                    <a:pt x="22" y="2"/>
                  </a:lnTo>
                  <a:lnTo>
                    <a:pt x="22" y="2"/>
                  </a:lnTo>
                  <a:lnTo>
                    <a:pt x="22" y="2"/>
                  </a:lnTo>
                  <a:lnTo>
                    <a:pt x="22" y="2"/>
                  </a:lnTo>
                  <a:lnTo>
                    <a:pt x="22" y="2"/>
                  </a:lnTo>
                  <a:lnTo>
                    <a:pt x="26" y="2"/>
                  </a:lnTo>
                  <a:lnTo>
                    <a:pt x="26" y="2"/>
                  </a:lnTo>
                  <a:lnTo>
                    <a:pt x="26" y="2"/>
                  </a:lnTo>
                  <a:lnTo>
                    <a:pt x="26" y="2"/>
                  </a:lnTo>
                  <a:lnTo>
                    <a:pt x="26" y="2"/>
                  </a:lnTo>
                  <a:lnTo>
                    <a:pt x="30" y="2"/>
                  </a:lnTo>
                  <a:lnTo>
                    <a:pt x="30" y="2"/>
                  </a:lnTo>
                  <a:lnTo>
                    <a:pt x="30" y="2"/>
                  </a:lnTo>
                  <a:lnTo>
                    <a:pt x="30" y="2"/>
                  </a:lnTo>
                  <a:lnTo>
                    <a:pt x="34" y="2"/>
                  </a:lnTo>
                  <a:lnTo>
                    <a:pt x="34" y="2"/>
                  </a:lnTo>
                  <a:lnTo>
                    <a:pt x="38" y="2"/>
                  </a:lnTo>
                  <a:lnTo>
                    <a:pt x="38" y="2"/>
                  </a:lnTo>
                  <a:lnTo>
                    <a:pt x="38" y="2"/>
                  </a:lnTo>
                  <a:lnTo>
                    <a:pt x="38" y="0"/>
                  </a:lnTo>
                  <a:lnTo>
                    <a:pt x="38" y="2"/>
                  </a:lnTo>
                  <a:lnTo>
                    <a:pt x="38" y="2"/>
                  </a:lnTo>
                  <a:lnTo>
                    <a:pt x="38" y="2"/>
                  </a:lnTo>
                  <a:lnTo>
                    <a:pt x="38" y="2"/>
                  </a:lnTo>
                  <a:lnTo>
                    <a:pt x="42" y="2"/>
                  </a:lnTo>
                  <a:lnTo>
                    <a:pt x="42" y="2"/>
                  </a:lnTo>
                  <a:lnTo>
                    <a:pt x="42" y="2"/>
                  </a:lnTo>
                  <a:lnTo>
                    <a:pt x="44" y="2"/>
                  </a:lnTo>
                  <a:lnTo>
                    <a:pt x="44" y="2"/>
                  </a:lnTo>
                  <a:lnTo>
                    <a:pt x="44" y="2"/>
                  </a:lnTo>
                  <a:lnTo>
                    <a:pt x="48" y="2"/>
                  </a:lnTo>
                  <a:lnTo>
                    <a:pt x="48" y="2"/>
                  </a:lnTo>
                  <a:lnTo>
                    <a:pt x="52" y="6"/>
                  </a:lnTo>
                  <a:lnTo>
                    <a:pt x="52" y="6"/>
                  </a:lnTo>
                  <a:lnTo>
                    <a:pt x="52" y="10"/>
                  </a:lnTo>
                  <a:lnTo>
                    <a:pt x="56" y="10"/>
                  </a:lnTo>
                  <a:lnTo>
                    <a:pt x="56" y="10"/>
                  </a:lnTo>
                  <a:lnTo>
                    <a:pt x="56" y="10"/>
                  </a:lnTo>
                  <a:lnTo>
                    <a:pt x="56" y="10"/>
                  </a:lnTo>
                  <a:lnTo>
                    <a:pt x="56" y="10"/>
                  </a:lnTo>
                  <a:lnTo>
                    <a:pt x="56" y="10"/>
                  </a:lnTo>
                  <a:lnTo>
                    <a:pt x="56" y="10"/>
                  </a:lnTo>
                  <a:lnTo>
                    <a:pt x="60" y="10"/>
                  </a:lnTo>
                  <a:lnTo>
                    <a:pt x="60" y="10"/>
                  </a:lnTo>
                  <a:lnTo>
                    <a:pt x="60" y="14"/>
                  </a:lnTo>
                  <a:lnTo>
                    <a:pt x="64" y="18"/>
                  </a:lnTo>
                  <a:lnTo>
                    <a:pt x="64" y="18"/>
                  </a:lnTo>
                  <a:lnTo>
                    <a:pt x="64" y="22"/>
                  </a:lnTo>
                  <a:lnTo>
                    <a:pt x="64" y="22"/>
                  </a:lnTo>
                  <a:lnTo>
                    <a:pt x="64" y="22"/>
                  </a:lnTo>
                  <a:lnTo>
                    <a:pt x="68" y="22"/>
                  </a:lnTo>
                  <a:lnTo>
                    <a:pt x="68" y="26"/>
                  </a:lnTo>
                  <a:lnTo>
                    <a:pt x="68" y="26"/>
                  </a:lnTo>
                  <a:lnTo>
                    <a:pt x="68" y="26"/>
                  </a:lnTo>
                  <a:lnTo>
                    <a:pt x="68" y="26"/>
                  </a:lnTo>
                  <a:lnTo>
                    <a:pt x="68" y="26"/>
                  </a:lnTo>
                  <a:lnTo>
                    <a:pt x="68" y="26"/>
                  </a:lnTo>
                  <a:lnTo>
                    <a:pt x="68" y="26"/>
                  </a:lnTo>
                  <a:lnTo>
                    <a:pt x="68" y="26"/>
                  </a:lnTo>
                  <a:lnTo>
                    <a:pt x="68" y="26"/>
                  </a:lnTo>
                  <a:lnTo>
                    <a:pt x="68" y="28"/>
                  </a:lnTo>
                  <a:lnTo>
                    <a:pt x="70" y="28"/>
                  </a:lnTo>
                  <a:lnTo>
                    <a:pt x="70" y="28"/>
                  </a:lnTo>
                  <a:lnTo>
                    <a:pt x="70" y="28"/>
                  </a:lnTo>
                  <a:lnTo>
                    <a:pt x="70" y="28"/>
                  </a:lnTo>
                  <a:lnTo>
                    <a:pt x="74" y="28"/>
                  </a:lnTo>
                  <a:lnTo>
                    <a:pt x="74" y="32"/>
                  </a:lnTo>
                  <a:lnTo>
                    <a:pt x="74" y="32"/>
                  </a:lnTo>
                  <a:lnTo>
                    <a:pt x="74" y="32"/>
                  </a:lnTo>
                  <a:lnTo>
                    <a:pt x="74" y="32"/>
                  </a:lnTo>
                  <a:lnTo>
                    <a:pt x="78" y="32"/>
                  </a:lnTo>
                  <a:lnTo>
                    <a:pt x="78" y="36"/>
                  </a:lnTo>
                  <a:lnTo>
                    <a:pt x="78" y="36"/>
                  </a:lnTo>
                  <a:lnTo>
                    <a:pt x="78" y="40"/>
                  </a:lnTo>
                  <a:lnTo>
                    <a:pt x="78" y="40"/>
                  </a:lnTo>
                  <a:lnTo>
                    <a:pt x="78" y="40"/>
                  </a:lnTo>
                  <a:lnTo>
                    <a:pt x="78" y="40"/>
                  </a:lnTo>
                  <a:lnTo>
                    <a:pt x="78" y="44"/>
                  </a:lnTo>
                  <a:lnTo>
                    <a:pt x="82" y="44"/>
                  </a:lnTo>
                  <a:lnTo>
                    <a:pt x="82" y="44"/>
                  </a:lnTo>
                  <a:lnTo>
                    <a:pt x="78" y="48"/>
                  </a:lnTo>
                  <a:lnTo>
                    <a:pt x="78" y="48"/>
                  </a:lnTo>
                  <a:lnTo>
                    <a:pt x="78" y="48"/>
                  </a:lnTo>
                  <a:lnTo>
                    <a:pt x="82" y="48"/>
                  </a:lnTo>
                  <a:lnTo>
                    <a:pt x="82" y="48"/>
                  </a:lnTo>
                  <a:lnTo>
                    <a:pt x="82" y="48"/>
                  </a:lnTo>
                  <a:lnTo>
                    <a:pt x="82" y="52"/>
                  </a:lnTo>
                  <a:lnTo>
                    <a:pt x="82" y="52"/>
                  </a:lnTo>
                  <a:lnTo>
                    <a:pt x="82" y="52"/>
                  </a:lnTo>
                  <a:lnTo>
                    <a:pt x="82" y="52"/>
                  </a:lnTo>
                  <a:lnTo>
                    <a:pt x="82" y="52"/>
                  </a:lnTo>
                  <a:lnTo>
                    <a:pt x="82" y="52"/>
                  </a:lnTo>
                  <a:lnTo>
                    <a:pt x="78" y="52"/>
                  </a:lnTo>
                  <a:lnTo>
                    <a:pt x="78" y="52"/>
                  </a:lnTo>
                  <a:lnTo>
                    <a:pt x="78" y="52"/>
                  </a:lnTo>
                  <a:lnTo>
                    <a:pt x="78" y="54"/>
                  </a:lnTo>
                  <a:lnTo>
                    <a:pt x="78" y="54"/>
                  </a:lnTo>
                  <a:lnTo>
                    <a:pt x="78" y="54"/>
                  </a:lnTo>
                  <a:lnTo>
                    <a:pt x="82" y="54"/>
                  </a:lnTo>
                  <a:lnTo>
                    <a:pt x="82" y="58"/>
                  </a:lnTo>
                  <a:lnTo>
                    <a:pt x="82" y="58"/>
                  </a:lnTo>
                  <a:lnTo>
                    <a:pt x="82" y="58"/>
                  </a:lnTo>
                  <a:lnTo>
                    <a:pt x="82" y="58"/>
                  </a:lnTo>
                  <a:lnTo>
                    <a:pt x="82" y="58"/>
                  </a:lnTo>
                  <a:lnTo>
                    <a:pt x="86" y="58"/>
                  </a:lnTo>
                  <a:lnTo>
                    <a:pt x="86" y="58"/>
                  </a:lnTo>
                  <a:lnTo>
                    <a:pt x="86" y="58"/>
                  </a:lnTo>
                  <a:lnTo>
                    <a:pt x="86" y="58"/>
                  </a:lnTo>
                  <a:lnTo>
                    <a:pt x="86" y="62"/>
                  </a:lnTo>
                  <a:lnTo>
                    <a:pt x="86" y="62"/>
                  </a:lnTo>
                  <a:lnTo>
                    <a:pt x="86" y="62"/>
                  </a:lnTo>
                  <a:lnTo>
                    <a:pt x="86" y="62"/>
                  </a:lnTo>
                  <a:lnTo>
                    <a:pt x="90" y="62"/>
                  </a:lnTo>
                  <a:lnTo>
                    <a:pt x="90" y="66"/>
                  </a:lnTo>
                  <a:lnTo>
                    <a:pt x="90" y="66"/>
                  </a:lnTo>
                  <a:lnTo>
                    <a:pt x="90" y="66"/>
                  </a:lnTo>
                  <a:lnTo>
                    <a:pt x="90" y="70"/>
                  </a:lnTo>
                  <a:lnTo>
                    <a:pt x="90" y="74"/>
                  </a:lnTo>
                  <a:lnTo>
                    <a:pt x="90" y="74"/>
                  </a:lnTo>
                  <a:lnTo>
                    <a:pt x="90" y="74"/>
                  </a:lnTo>
                  <a:lnTo>
                    <a:pt x="90" y="74"/>
                  </a:lnTo>
                  <a:lnTo>
                    <a:pt x="90" y="74"/>
                  </a:lnTo>
                  <a:lnTo>
                    <a:pt x="90" y="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1" name="Freeform 166"/>
            <p:cNvSpPr>
              <a:spLocks noChangeAspect="1" noEditPoints="1"/>
            </p:cNvSpPr>
            <p:nvPr/>
          </p:nvSpPr>
          <p:spPr bwMode="gray">
            <a:xfrm>
              <a:off x="5933945" y="4651887"/>
              <a:ext cx="233061" cy="149576"/>
            </a:xfrm>
            <a:custGeom>
              <a:avLst/>
              <a:gdLst>
                <a:gd name="T0" fmla="*/ 4 w 134"/>
                <a:gd name="T1" fmla="*/ 86 h 86"/>
                <a:gd name="T2" fmla="*/ 4 w 134"/>
                <a:gd name="T3" fmla="*/ 86 h 86"/>
                <a:gd name="T4" fmla="*/ 0 w 134"/>
                <a:gd name="T5" fmla="*/ 86 h 86"/>
                <a:gd name="T6" fmla="*/ 0 w 134"/>
                <a:gd name="T7" fmla="*/ 86 h 86"/>
                <a:gd name="T8" fmla="*/ 0 w 134"/>
                <a:gd name="T9" fmla="*/ 86 h 86"/>
                <a:gd name="T10" fmla="*/ 0 w 134"/>
                <a:gd name="T11" fmla="*/ 86 h 86"/>
                <a:gd name="T12" fmla="*/ 0 w 134"/>
                <a:gd name="T13" fmla="*/ 86 h 86"/>
                <a:gd name="T14" fmla="*/ 0 w 134"/>
                <a:gd name="T15" fmla="*/ 86 h 86"/>
                <a:gd name="T16" fmla="*/ 0 w 134"/>
                <a:gd name="T17" fmla="*/ 86 h 86"/>
                <a:gd name="T18" fmla="*/ 4 w 134"/>
                <a:gd name="T19" fmla="*/ 86 h 86"/>
                <a:gd name="T20" fmla="*/ 4 w 134"/>
                <a:gd name="T21" fmla="*/ 86 h 86"/>
                <a:gd name="T22" fmla="*/ 4 w 134"/>
                <a:gd name="T23" fmla="*/ 86 h 86"/>
                <a:gd name="T24" fmla="*/ 4 w 134"/>
                <a:gd name="T25" fmla="*/ 86 h 86"/>
                <a:gd name="T26" fmla="*/ 4 w 134"/>
                <a:gd name="T27" fmla="*/ 82 h 86"/>
                <a:gd name="T28" fmla="*/ 4 w 134"/>
                <a:gd name="T29" fmla="*/ 82 h 86"/>
                <a:gd name="T30" fmla="*/ 4 w 134"/>
                <a:gd name="T31" fmla="*/ 82 h 86"/>
                <a:gd name="T32" fmla="*/ 8 w 134"/>
                <a:gd name="T33" fmla="*/ 82 h 86"/>
                <a:gd name="T34" fmla="*/ 8 w 134"/>
                <a:gd name="T35" fmla="*/ 86 h 86"/>
                <a:gd name="T36" fmla="*/ 8 w 134"/>
                <a:gd name="T37" fmla="*/ 86 h 86"/>
                <a:gd name="T38" fmla="*/ 4 w 134"/>
                <a:gd name="T39" fmla="*/ 86 h 86"/>
                <a:gd name="T40" fmla="*/ 4 w 134"/>
                <a:gd name="T41" fmla="*/ 86 h 86"/>
                <a:gd name="T42" fmla="*/ 4 w 134"/>
                <a:gd name="T43" fmla="*/ 86 h 86"/>
                <a:gd name="T44" fmla="*/ 4 w 134"/>
                <a:gd name="T45" fmla="*/ 86 h 86"/>
                <a:gd name="T46" fmla="*/ 4 w 134"/>
                <a:gd name="T47" fmla="*/ 86 h 86"/>
                <a:gd name="T48" fmla="*/ 4 w 134"/>
                <a:gd name="T49" fmla="*/ 86 h 86"/>
                <a:gd name="T50" fmla="*/ 4 w 134"/>
                <a:gd name="T51" fmla="*/ 86 h 86"/>
                <a:gd name="T52" fmla="*/ 4 w 134"/>
                <a:gd name="T53" fmla="*/ 86 h 86"/>
                <a:gd name="T54" fmla="*/ 4 w 134"/>
                <a:gd name="T55" fmla="*/ 86 h 86"/>
                <a:gd name="T56" fmla="*/ 4 w 134"/>
                <a:gd name="T57" fmla="*/ 86 h 86"/>
                <a:gd name="T58" fmla="*/ 4 w 134"/>
                <a:gd name="T59" fmla="*/ 86 h 86"/>
                <a:gd name="T60" fmla="*/ 134 w 134"/>
                <a:gd name="T61" fmla="*/ 4 h 86"/>
                <a:gd name="T62" fmla="*/ 134 w 134"/>
                <a:gd name="T63" fmla="*/ 4 h 86"/>
                <a:gd name="T64" fmla="*/ 134 w 134"/>
                <a:gd name="T65" fmla="*/ 4 h 86"/>
                <a:gd name="T66" fmla="*/ 134 w 134"/>
                <a:gd name="T67" fmla="*/ 4 h 86"/>
                <a:gd name="T68" fmla="*/ 130 w 134"/>
                <a:gd name="T69" fmla="*/ 4 h 86"/>
                <a:gd name="T70" fmla="*/ 130 w 134"/>
                <a:gd name="T71" fmla="*/ 0 h 86"/>
                <a:gd name="T72" fmla="*/ 130 w 134"/>
                <a:gd name="T73" fmla="*/ 0 h 86"/>
                <a:gd name="T74" fmla="*/ 134 w 134"/>
                <a:gd name="T75" fmla="*/ 0 h 86"/>
                <a:gd name="T76" fmla="*/ 134 w 134"/>
                <a:gd name="T77" fmla="*/ 4 h 86"/>
                <a:gd name="T78" fmla="*/ 134 w 134"/>
                <a:gd name="T79" fmla="*/ 4 h 86"/>
                <a:gd name="T80" fmla="*/ 134 w 134"/>
                <a:gd name="T81" fmla="*/ 4 h 86"/>
                <a:gd name="T82" fmla="*/ 134 w 134"/>
                <a:gd name="T83" fmla="*/ 4 h 86"/>
                <a:gd name="T84" fmla="*/ 134 w 134"/>
                <a:gd name="T85" fmla="*/ 4 h 86"/>
                <a:gd name="T86" fmla="*/ 134 w 134"/>
                <a:gd name="T87" fmla="*/ 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4" h="86">
                  <a:moveTo>
                    <a:pt x="4" y="86"/>
                  </a:moveTo>
                  <a:lnTo>
                    <a:pt x="4" y="86"/>
                  </a:lnTo>
                  <a:lnTo>
                    <a:pt x="0" y="86"/>
                  </a:lnTo>
                  <a:lnTo>
                    <a:pt x="0" y="86"/>
                  </a:lnTo>
                  <a:lnTo>
                    <a:pt x="0" y="86"/>
                  </a:lnTo>
                  <a:lnTo>
                    <a:pt x="0" y="86"/>
                  </a:lnTo>
                  <a:lnTo>
                    <a:pt x="0" y="86"/>
                  </a:lnTo>
                  <a:lnTo>
                    <a:pt x="0" y="86"/>
                  </a:lnTo>
                  <a:lnTo>
                    <a:pt x="0" y="86"/>
                  </a:lnTo>
                  <a:lnTo>
                    <a:pt x="4" y="86"/>
                  </a:lnTo>
                  <a:lnTo>
                    <a:pt x="4" y="86"/>
                  </a:lnTo>
                  <a:lnTo>
                    <a:pt x="4" y="86"/>
                  </a:lnTo>
                  <a:lnTo>
                    <a:pt x="4" y="86"/>
                  </a:lnTo>
                  <a:lnTo>
                    <a:pt x="4" y="82"/>
                  </a:lnTo>
                  <a:lnTo>
                    <a:pt x="4" y="82"/>
                  </a:lnTo>
                  <a:lnTo>
                    <a:pt x="4" y="82"/>
                  </a:lnTo>
                  <a:lnTo>
                    <a:pt x="8" y="82"/>
                  </a:lnTo>
                  <a:lnTo>
                    <a:pt x="8" y="86"/>
                  </a:lnTo>
                  <a:lnTo>
                    <a:pt x="8" y="86"/>
                  </a:lnTo>
                  <a:lnTo>
                    <a:pt x="4" y="86"/>
                  </a:lnTo>
                  <a:lnTo>
                    <a:pt x="4" y="86"/>
                  </a:lnTo>
                  <a:lnTo>
                    <a:pt x="4" y="86"/>
                  </a:lnTo>
                  <a:lnTo>
                    <a:pt x="4" y="86"/>
                  </a:lnTo>
                  <a:lnTo>
                    <a:pt x="4" y="86"/>
                  </a:lnTo>
                  <a:lnTo>
                    <a:pt x="4" y="86"/>
                  </a:lnTo>
                  <a:lnTo>
                    <a:pt x="4" y="86"/>
                  </a:lnTo>
                  <a:lnTo>
                    <a:pt x="4" y="86"/>
                  </a:lnTo>
                  <a:lnTo>
                    <a:pt x="4" y="86"/>
                  </a:lnTo>
                  <a:lnTo>
                    <a:pt x="4" y="86"/>
                  </a:lnTo>
                  <a:lnTo>
                    <a:pt x="4" y="86"/>
                  </a:lnTo>
                  <a:close/>
                  <a:moveTo>
                    <a:pt x="134" y="4"/>
                  </a:moveTo>
                  <a:lnTo>
                    <a:pt x="134" y="4"/>
                  </a:lnTo>
                  <a:lnTo>
                    <a:pt x="134" y="4"/>
                  </a:lnTo>
                  <a:lnTo>
                    <a:pt x="134" y="4"/>
                  </a:lnTo>
                  <a:lnTo>
                    <a:pt x="130" y="4"/>
                  </a:lnTo>
                  <a:lnTo>
                    <a:pt x="130" y="0"/>
                  </a:lnTo>
                  <a:lnTo>
                    <a:pt x="130" y="0"/>
                  </a:lnTo>
                  <a:lnTo>
                    <a:pt x="134" y="0"/>
                  </a:lnTo>
                  <a:lnTo>
                    <a:pt x="134" y="4"/>
                  </a:lnTo>
                  <a:lnTo>
                    <a:pt x="134" y="4"/>
                  </a:lnTo>
                  <a:lnTo>
                    <a:pt x="134" y="4"/>
                  </a:lnTo>
                  <a:lnTo>
                    <a:pt x="134" y="4"/>
                  </a:lnTo>
                  <a:lnTo>
                    <a:pt x="134" y="4"/>
                  </a:lnTo>
                  <a:lnTo>
                    <a:pt x="13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2" name="Freeform 167"/>
            <p:cNvSpPr>
              <a:spLocks noChangeAspect="1" noEditPoints="1"/>
            </p:cNvSpPr>
            <p:nvPr/>
          </p:nvSpPr>
          <p:spPr bwMode="gray">
            <a:xfrm>
              <a:off x="4476442" y="4224029"/>
              <a:ext cx="69571" cy="93920"/>
            </a:xfrm>
            <a:custGeom>
              <a:avLst/>
              <a:gdLst>
                <a:gd name="T0" fmla="*/ 22 w 40"/>
                <a:gd name="T1" fmla="*/ 50 h 54"/>
                <a:gd name="T2" fmla="*/ 18 w 40"/>
                <a:gd name="T3" fmla="*/ 50 h 54"/>
                <a:gd name="T4" fmla="*/ 10 w 40"/>
                <a:gd name="T5" fmla="*/ 46 h 54"/>
                <a:gd name="T6" fmla="*/ 10 w 40"/>
                <a:gd name="T7" fmla="*/ 42 h 54"/>
                <a:gd name="T8" fmla="*/ 10 w 40"/>
                <a:gd name="T9" fmla="*/ 42 h 54"/>
                <a:gd name="T10" fmla="*/ 14 w 40"/>
                <a:gd name="T11" fmla="*/ 42 h 54"/>
                <a:gd name="T12" fmla="*/ 10 w 40"/>
                <a:gd name="T13" fmla="*/ 42 h 54"/>
                <a:gd name="T14" fmla="*/ 6 w 40"/>
                <a:gd name="T15" fmla="*/ 38 h 54"/>
                <a:gd name="T16" fmla="*/ 4 w 40"/>
                <a:gd name="T17" fmla="*/ 34 h 54"/>
                <a:gd name="T18" fmla="*/ 4 w 40"/>
                <a:gd name="T19" fmla="*/ 30 h 54"/>
                <a:gd name="T20" fmla="*/ 4 w 40"/>
                <a:gd name="T21" fmla="*/ 30 h 54"/>
                <a:gd name="T22" fmla="*/ 0 w 40"/>
                <a:gd name="T23" fmla="*/ 26 h 54"/>
                <a:gd name="T24" fmla="*/ 0 w 40"/>
                <a:gd name="T25" fmla="*/ 26 h 54"/>
                <a:gd name="T26" fmla="*/ 0 w 40"/>
                <a:gd name="T27" fmla="*/ 26 h 54"/>
                <a:gd name="T28" fmla="*/ 4 w 40"/>
                <a:gd name="T29" fmla="*/ 22 h 54"/>
                <a:gd name="T30" fmla="*/ 4 w 40"/>
                <a:gd name="T31" fmla="*/ 22 h 54"/>
                <a:gd name="T32" fmla="*/ 0 w 40"/>
                <a:gd name="T33" fmla="*/ 22 h 54"/>
                <a:gd name="T34" fmla="*/ 0 w 40"/>
                <a:gd name="T35" fmla="*/ 20 h 54"/>
                <a:gd name="T36" fmla="*/ 0 w 40"/>
                <a:gd name="T37" fmla="*/ 16 h 54"/>
                <a:gd name="T38" fmla="*/ 0 w 40"/>
                <a:gd name="T39" fmla="*/ 16 h 54"/>
                <a:gd name="T40" fmla="*/ 0 w 40"/>
                <a:gd name="T41" fmla="*/ 16 h 54"/>
                <a:gd name="T42" fmla="*/ 4 w 40"/>
                <a:gd name="T43" fmla="*/ 12 h 54"/>
                <a:gd name="T44" fmla="*/ 4 w 40"/>
                <a:gd name="T45" fmla="*/ 12 h 54"/>
                <a:gd name="T46" fmla="*/ 6 w 40"/>
                <a:gd name="T47" fmla="*/ 8 h 54"/>
                <a:gd name="T48" fmla="*/ 6 w 40"/>
                <a:gd name="T49" fmla="*/ 4 h 54"/>
                <a:gd name="T50" fmla="*/ 14 w 40"/>
                <a:gd name="T51" fmla="*/ 0 h 54"/>
                <a:gd name="T52" fmla="*/ 14 w 40"/>
                <a:gd name="T53" fmla="*/ 0 h 54"/>
                <a:gd name="T54" fmla="*/ 22 w 40"/>
                <a:gd name="T55" fmla="*/ 0 h 54"/>
                <a:gd name="T56" fmla="*/ 26 w 40"/>
                <a:gd name="T57" fmla="*/ 0 h 54"/>
                <a:gd name="T58" fmla="*/ 30 w 40"/>
                <a:gd name="T59" fmla="*/ 4 h 54"/>
                <a:gd name="T60" fmla="*/ 34 w 40"/>
                <a:gd name="T61" fmla="*/ 8 h 54"/>
                <a:gd name="T62" fmla="*/ 36 w 40"/>
                <a:gd name="T63" fmla="*/ 12 h 54"/>
                <a:gd name="T64" fmla="*/ 34 w 40"/>
                <a:gd name="T65" fmla="*/ 16 h 54"/>
                <a:gd name="T66" fmla="*/ 36 w 40"/>
                <a:gd name="T67" fmla="*/ 16 h 54"/>
                <a:gd name="T68" fmla="*/ 36 w 40"/>
                <a:gd name="T69" fmla="*/ 20 h 54"/>
                <a:gd name="T70" fmla="*/ 36 w 40"/>
                <a:gd name="T71" fmla="*/ 22 h 54"/>
                <a:gd name="T72" fmla="*/ 36 w 40"/>
                <a:gd name="T73" fmla="*/ 26 h 54"/>
                <a:gd name="T74" fmla="*/ 40 w 40"/>
                <a:gd name="T75" fmla="*/ 26 h 54"/>
                <a:gd name="T76" fmla="*/ 40 w 40"/>
                <a:gd name="T77" fmla="*/ 30 h 54"/>
                <a:gd name="T78" fmla="*/ 36 w 40"/>
                <a:gd name="T79" fmla="*/ 30 h 54"/>
                <a:gd name="T80" fmla="*/ 36 w 40"/>
                <a:gd name="T81" fmla="*/ 34 h 54"/>
                <a:gd name="T82" fmla="*/ 34 w 40"/>
                <a:gd name="T83" fmla="*/ 38 h 54"/>
                <a:gd name="T84" fmla="*/ 34 w 40"/>
                <a:gd name="T85" fmla="*/ 42 h 54"/>
                <a:gd name="T86" fmla="*/ 30 w 40"/>
                <a:gd name="T87" fmla="*/ 46 h 54"/>
                <a:gd name="T88" fmla="*/ 30 w 40"/>
                <a:gd name="T89" fmla="*/ 46 h 54"/>
                <a:gd name="T90" fmla="*/ 26 w 40"/>
                <a:gd name="T91" fmla="*/ 50 h 54"/>
                <a:gd name="T92" fmla="*/ 26 w 40"/>
                <a:gd name="T93" fmla="*/ 54 h 54"/>
                <a:gd name="T94" fmla="*/ 22 w 40"/>
                <a:gd name="T95" fmla="*/ 54 h 54"/>
                <a:gd name="T96" fmla="*/ 6 w 40"/>
                <a:gd name="T97" fmla="*/ 38 h 54"/>
                <a:gd name="T98" fmla="*/ 10 w 40"/>
                <a:gd name="T99" fmla="*/ 42 h 54"/>
                <a:gd name="T100" fmla="*/ 6 w 40"/>
                <a:gd name="T101" fmla="*/ 42 h 54"/>
                <a:gd name="T102" fmla="*/ 6 w 40"/>
                <a:gd name="T103" fmla="*/ 42 h 54"/>
                <a:gd name="T104" fmla="*/ 6 w 40"/>
                <a:gd name="T105" fmla="*/ 42 h 54"/>
                <a:gd name="T106" fmla="*/ 4 w 40"/>
                <a:gd name="T107" fmla="*/ 42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0" h="54">
                  <a:moveTo>
                    <a:pt x="22" y="54"/>
                  </a:moveTo>
                  <a:lnTo>
                    <a:pt x="22" y="54"/>
                  </a:lnTo>
                  <a:lnTo>
                    <a:pt x="22" y="54"/>
                  </a:lnTo>
                  <a:lnTo>
                    <a:pt x="22" y="50"/>
                  </a:lnTo>
                  <a:lnTo>
                    <a:pt x="22" y="50"/>
                  </a:lnTo>
                  <a:lnTo>
                    <a:pt x="18" y="50"/>
                  </a:lnTo>
                  <a:lnTo>
                    <a:pt x="18" y="50"/>
                  </a:lnTo>
                  <a:lnTo>
                    <a:pt x="18" y="50"/>
                  </a:lnTo>
                  <a:lnTo>
                    <a:pt x="18" y="50"/>
                  </a:lnTo>
                  <a:lnTo>
                    <a:pt x="10" y="46"/>
                  </a:lnTo>
                  <a:lnTo>
                    <a:pt x="10" y="46"/>
                  </a:lnTo>
                  <a:lnTo>
                    <a:pt x="10" y="46"/>
                  </a:lnTo>
                  <a:lnTo>
                    <a:pt x="10" y="46"/>
                  </a:lnTo>
                  <a:lnTo>
                    <a:pt x="10" y="46"/>
                  </a:lnTo>
                  <a:lnTo>
                    <a:pt x="10" y="42"/>
                  </a:lnTo>
                  <a:lnTo>
                    <a:pt x="10" y="42"/>
                  </a:lnTo>
                  <a:lnTo>
                    <a:pt x="10" y="42"/>
                  </a:lnTo>
                  <a:lnTo>
                    <a:pt x="10" y="42"/>
                  </a:lnTo>
                  <a:lnTo>
                    <a:pt x="10" y="42"/>
                  </a:lnTo>
                  <a:lnTo>
                    <a:pt x="10" y="42"/>
                  </a:lnTo>
                  <a:lnTo>
                    <a:pt x="14" y="42"/>
                  </a:lnTo>
                  <a:lnTo>
                    <a:pt x="14" y="42"/>
                  </a:lnTo>
                  <a:lnTo>
                    <a:pt x="14" y="42"/>
                  </a:lnTo>
                  <a:lnTo>
                    <a:pt x="14" y="42"/>
                  </a:lnTo>
                  <a:lnTo>
                    <a:pt x="10" y="42"/>
                  </a:lnTo>
                  <a:lnTo>
                    <a:pt x="10" y="42"/>
                  </a:lnTo>
                  <a:lnTo>
                    <a:pt x="10" y="42"/>
                  </a:lnTo>
                  <a:lnTo>
                    <a:pt x="10" y="42"/>
                  </a:lnTo>
                  <a:lnTo>
                    <a:pt x="10" y="42"/>
                  </a:lnTo>
                  <a:lnTo>
                    <a:pt x="6" y="38"/>
                  </a:lnTo>
                  <a:lnTo>
                    <a:pt x="6" y="38"/>
                  </a:lnTo>
                  <a:lnTo>
                    <a:pt x="6" y="38"/>
                  </a:lnTo>
                  <a:lnTo>
                    <a:pt x="6" y="38"/>
                  </a:lnTo>
                  <a:lnTo>
                    <a:pt x="4" y="38"/>
                  </a:lnTo>
                  <a:lnTo>
                    <a:pt x="4" y="34"/>
                  </a:lnTo>
                  <a:lnTo>
                    <a:pt x="4" y="34"/>
                  </a:lnTo>
                  <a:lnTo>
                    <a:pt x="4" y="34"/>
                  </a:lnTo>
                  <a:lnTo>
                    <a:pt x="4" y="30"/>
                  </a:lnTo>
                  <a:lnTo>
                    <a:pt x="4" y="30"/>
                  </a:lnTo>
                  <a:lnTo>
                    <a:pt x="4" y="30"/>
                  </a:lnTo>
                  <a:lnTo>
                    <a:pt x="4" y="30"/>
                  </a:lnTo>
                  <a:lnTo>
                    <a:pt x="4" y="30"/>
                  </a:lnTo>
                  <a:lnTo>
                    <a:pt x="4" y="30"/>
                  </a:lnTo>
                  <a:lnTo>
                    <a:pt x="4" y="30"/>
                  </a:lnTo>
                  <a:lnTo>
                    <a:pt x="0" y="30"/>
                  </a:lnTo>
                  <a:lnTo>
                    <a:pt x="0" y="30"/>
                  </a:lnTo>
                  <a:lnTo>
                    <a:pt x="0" y="26"/>
                  </a:lnTo>
                  <a:lnTo>
                    <a:pt x="0" y="26"/>
                  </a:lnTo>
                  <a:lnTo>
                    <a:pt x="0" y="26"/>
                  </a:lnTo>
                  <a:lnTo>
                    <a:pt x="0" y="26"/>
                  </a:lnTo>
                  <a:lnTo>
                    <a:pt x="0" y="26"/>
                  </a:lnTo>
                  <a:lnTo>
                    <a:pt x="0" y="26"/>
                  </a:lnTo>
                  <a:lnTo>
                    <a:pt x="0" y="26"/>
                  </a:lnTo>
                  <a:lnTo>
                    <a:pt x="4" y="26"/>
                  </a:lnTo>
                  <a:lnTo>
                    <a:pt x="4" y="26"/>
                  </a:lnTo>
                  <a:lnTo>
                    <a:pt x="0" y="26"/>
                  </a:lnTo>
                  <a:lnTo>
                    <a:pt x="0" y="26"/>
                  </a:lnTo>
                  <a:lnTo>
                    <a:pt x="0" y="26"/>
                  </a:lnTo>
                  <a:lnTo>
                    <a:pt x="0" y="26"/>
                  </a:lnTo>
                  <a:lnTo>
                    <a:pt x="4" y="22"/>
                  </a:lnTo>
                  <a:lnTo>
                    <a:pt x="4" y="22"/>
                  </a:lnTo>
                  <a:lnTo>
                    <a:pt x="4" y="22"/>
                  </a:lnTo>
                  <a:lnTo>
                    <a:pt x="4" y="22"/>
                  </a:lnTo>
                  <a:lnTo>
                    <a:pt x="4" y="22"/>
                  </a:lnTo>
                  <a:lnTo>
                    <a:pt x="4" y="22"/>
                  </a:lnTo>
                  <a:lnTo>
                    <a:pt x="0" y="22"/>
                  </a:lnTo>
                  <a:lnTo>
                    <a:pt x="0" y="22"/>
                  </a:lnTo>
                  <a:lnTo>
                    <a:pt x="0" y="22"/>
                  </a:lnTo>
                  <a:lnTo>
                    <a:pt x="0" y="22"/>
                  </a:lnTo>
                  <a:lnTo>
                    <a:pt x="0" y="22"/>
                  </a:lnTo>
                  <a:lnTo>
                    <a:pt x="0" y="20"/>
                  </a:lnTo>
                  <a:lnTo>
                    <a:pt x="0" y="20"/>
                  </a:lnTo>
                  <a:lnTo>
                    <a:pt x="0" y="20"/>
                  </a:lnTo>
                  <a:lnTo>
                    <a:pt x="0" y="20"/>
                  </a:lnTo>
                  <a:lnTo>
                    <a:pt x="0" y="20"/>
                  </a:lnTo>
                  <a:lnTo>
                    <a:pt x="0" y="16"/>
                  </a:lnTo>
                  <a:lnTo>
                    <a:pt x="0" y="16"/>
                  </a:lnTo>
                  <a:lnTo>
                    <a:pt x="0" y="16"/>
                  </a:lnTo>
                  <a:lnTo>
                    <a:pt x="0" y="16"/>
                  </a:lnTo>
                  <a:lnTo>
                    <a:pt x="0" y="16"/>
                  </a:lnTo>
                  <a:lnTo>
                    <a:pt x="0" y="16"/>
                  </a:lnTo>
                  <a:lnTo>
                    <a:pt x="0" y="16"/>
                  </a:lnTo>
                  <a:lnTo>
                    <a:pt x="0" y="16"/>
                  </a:lnTo>
                  <a:lnTo>
                    <a:pt x="0" y="16"/>
                  </a:lnTo>
                  <a:lnTo>
                    <a:pt x="0" y="16"/>
                  </a:lnTo>
                  <a:lnTo>
                    <a:pt x="4" y="16"/>
                  </a:lnTo>
                  <a:lnTo>
                    <a:pt x="4" y="16"/>
                  </a:lnTo>
                  <a:lnTo>
                    <a:pt x="4" y="12"/>
                  </a:lnTo>
                  <a:lnTo>
                    <a:pt x="4" y="12"/>
                  </a:lnTo>
                  <a:lnTo>
                    <a:pt x="4" y="12"/>
                  </a:lnTo>
                  <a:lnTo>
                    <a:pt x="4" y="12"/>
                  </a:lnTo>
                  <a:lnTo>
                    <a:pt x="4" y="12"/>
                  </a:lnTo>
                  <a:lnTo>
                    <a:pt x="4" y="12"/>
                  </a:lnTo>
                  <a:lnTo>
                    <a:pt x="4" y="12"/>
                  </a:lnTo>
                  <a:lnTo>
                    <a:pt x="6" y="8"/>
                  </a:lnTo>
                  <a:lnTo>
                    <a:pt x="6" y="8"/>
                  </a:lnTo>
                  <a:lnTo>
                    <a:pt x="6" y="8"/>
                  </a:lnTo>
                  <a:lnTo>
                    <a:pt x="6" y="4"/>
                  </a:lnTo>
                  <a:lnTo>
                    <a:pt x="6" y="4"/>
                  </a:lnTo>
                  <a:lnTo>
                    <a:pt x="6" y="4"/>
                  </a:lnTo>
                  <a:lnTo>
                    <a:pt x="10" y="0"/>
                  </a:lnTo>
                  <a:lnTo>
                    <a:pt x="10" y="0"/>
                  </a:lnTo>
                  <a:lnTo>
                    <a:pt x="14" y="0"/>
                  </a:lnTo>
                  <a:lnTo>
                    <a:pt x="14" y="0"/>
                  </a:lnTo>
                  <a:lnTo>
                    <a:pt x="14" y="0"/>
                  </a:lnTo>
                  <a:lnTo>
                    <a:pt x="14" y="0"/>
                  </a:lnTo>
                  <a:lnTo>
                    <a:pt x="14" y="0"/>
                  </a:lnTo>
                  <a:lnTo>
                    <a:pt x="14" y="0"/>
                  </a:lnTo>
                  <a:lnTo>
                    <a:pt x="18" y="0"/>
                  </a:lnTo>
                  <a:lnTo>
                    <a:pt x="18" y="0"/>
                  </a:lnTo>
                  <a:lnTo>
                    <a:pt x="18" y="0"/>
                  </a:lnTo>
                  <a:lnTo>
                    <a:pt x="22" y="0"/>
                  </a:lnTo>
                  <a:lnTo>
                    <a:pt x="22" y="0"/>
                  </a:lnTo>
                  <a:lnTo>
                    <a:pt x="22" y="0"/>
                  </a:lnTo>
                  <a:lnTo>
                    <a:pt x="26" y="0"/>
                  </a:lnTo>
                  <a:lnTo>
                    <a:pt x="26" y="0"/>
                  </a:lnTo>
                  <a:lnTo>
                    <a:pt x="30" y="0"/>
                  </a:lnTo>
                  <a:lnTo>
                    <a:pt x="30" y="0"/>
                  </a:lnTo>
                  <a:lnTo>
                    <a:pt x="30" y="0"/>
                  </a:lnTo>
                  <a:lnTo>
                    <a:pt x="30" y="4"/>
                  </a:lnTo>
                  <a:lnTo>
                    <a:pt x="30" y="4"/>
                  </a:lnTo>
                  <a:lnTo>
                    <a:pt x="30" y="4"/>
                  </a:lnTo>
                  <a:lnTo>
                    <a:pt x="34" y="4"/>
                  </a:lnTo>
                  <a:lnTo>
                    <a:pt x="34" y="8"/>
                  </a:lnTo>
                  <a:lnTo>
                    <a:pt x="34" y="8"/>
                  </a:lnTo>
                  <a:lnTo>
                    <a:pt x="34" y="12"/>
                  </a:lnTo>
                  <a:lnTo>
                    <a:pt x="36" y="12"/>
                  </a:lnTo>
                  <a:lnTo>
                    <a:pt x="36" y="12"/>
                  </a:lnTo>
                  <a:lnTo>
                    <a:pt x="34" y="12"/>
                  </a:lnTo>
                  <a:lnTo>
                    <a:pt x="34" y="12"/>
                  </a:lnTo>
                  <a:lnTo>
                    <a:pt x="34" y="16"/>
                  </a:lnTo>
                  <a:lnTo>
                    <a:pt x="34" y="16"/>
                  </a:lnTo>
                  <a:lnTo>
                    <a:pt x="34" y="16"/>
                  </a:lnTo>
                  <a:lnTo>
                    <a:pt x="36" y="16"/>
                  </a:lnTo>
                  <a:lnTo>
                    <a:pt x="36" y="16"/>
                  </a:lnTo>
                  <a:lnTo>
                    <a:pt x="36" y="16"/>
                  </a:lnTo>
                  <a:lnTo>
                    <a:pt x="36" y="16"/>
                  </a:lnTo>
                  <a:lnTo>
                    <a:pt x="36" y="16"/>
                  </a:lnTo>
                  <a:lnTo>
                    <a:pt x="36" y="20"/>
                  </a:lnTo>
                  <a:lnTo>
                    <a:pt x="36" y="20"/>
                  </a:lnTo>
                  <a:lnTo>
                    <a:pt x="36" y="20"/>
                  </a:lnTo>
                  <a:lnTo>
                    <a:pt x="36" y="22"/>
                  </a:lnTo>
                  <a:lnTo>
                    <a:pt x="36" y="22"/>
                  </a:lnTo>
                  <a:lnTo>
                    <a:pt x="36" y="22"/>
                  </a:lnTo>
                  <a:lnTo>
                    <a:pt x="34" y="26"/>
                  </a:lnTo>
                  <a:lnTo>
                    <a:pt x="34" y="26"/>
                  </a:lnTo>
                  <a:lnTo>
                    <a:pt x="36" y="26"/>
                  </a:lnTo>
                  <a:lnTo>
                    <a:pt x="36" y="26"/>
                  </a:lnTo>
                  <a:lnTo>
                    <a:pt x="36" y="26"/>
                  </a:lnTo>
                  <a:lnTo>
                    <a:pt x="36" y="26"/>
                  </a:lnTo>
                  <a:lnTo>
                    <a:pt x="36" y="26"/>
                  </a:lnTo>
                  <a:lnTo>
                    <a:pt x="40" y="26"/>
                  </a:lnTo>
                  <a:lnTo>
                    <a:pt x="40" y="22"/>
                  </a:lnTo>
                  <a:lnTo>
                    <a:pt x="40" y="26"/>
                  </a:lnTo>
                  <a:lnTo>
                    <a:pt x="40" y="26"/>
                  </a:lnTo>
                  <a:lnTo>
                    <a:pt x="40" y="30"/>
                  </a:lnTo>
                  <a:lnTo>
                    <a:pt x="40" y="30"/>
                  </a:lnTo>
                  <a:lnTo>
                    <a:pt x="40" y="30"/>
                  </a:lnTo>
                  <a:lnTo>
                    <a:pt x="36" y="30"/>
                  </a:lnTo>
                  <a:lnTo>
                    <a:pt x="36" y="30"/>
                  </a:lnTo>
                  <a:lnTo>
                    <a:pt x="36" y="30"/>
                  </a:lnTo>
                  <a:lnTo>
                    <a:pt x="36" y="30"/>
                  </a:lnTo>
                  <a:lnTo>
                    <a:pt x="36" y="34"/>
                  </a:lnTo>
                  <a:lnTo>
                    <a:pt x="36" y="34"/>
                  </a:lnTo>
                  <a:lnTo>
                    <a:pt x="36" y="38"/>
                  </a:lnTo>
                  <a:lnTo>
                    <a:pt x="36" y="38"/>
                  </a:lnTo>
                  <a:lnTo>
                    <a:pt x="34" y="38"/>
                  </a:lnTo>
                  <a:lnTo>
                    <a:pt x="34" y="38"/>
                  </a:lnTo>
                  <a:lnTo>
                    <a:pt x="34" y="38"/>
                  </a:lnTo>
                  <a:lnTo>
                    <a:pt x="34" y="38"/>
                  </a:lnTo>
                  <a:lnTo>
                    <a:pt x="34" y="42"/>
                  </a:lnTo>
                  <a:lnTo>
                    <a:pt x="34" y="42"/>
                  </a:lnTo>
                  <a:lnTo>
                    <a:pt x="34" y="42"/>
                  </a:lnTo>
                  <a:lnTo>
                    <a:pt x="34" y="42"/>
                  </a:lnTo>
                  <a:lnTo>
                    <a:pt x="34" y="42"/>
                  </a:lnTo>
                  <a:lnTo>
                    <a:pt x="30" y="46"/>
                  </a:lnTo>
                  <a:lnTo>
                    <a:pt x="30" y="46"/>
                  </a:lnTo>
                  <a:lnTo>
                    <a:pt x="30" y="46"/>
                  </a:lnTo>
                  <a:lnTo>
                    <a:pt x="30" y="46"/>
                  </a:lnTo>
                  <a:lnTo>
                    <a:pt x="30" y="46"/>
                  </a:lnTo>
                  <a:lnTo>
                    <a:pt x="26" y="46"/>
                  </a:lnTo>
                  <a:lnTo>
                    <a:pt x="26" y="46"/>
                  </a:lnTo>
                  <a:lnTo>
                    <a:pt x="26" y="46"/>
                  </a:lnTo>
                  <a:lnTo>
                    <a:pt x="26" y="50"/>
                  </a:lnTo>
                  <a:lnTo>
                    <a:pt x="26" y="50"/>
                  </a:lnTo>
                  <a:lnTo>
                    <a:pt x="26" y="50"/>
                  </a:lnTo>
                  <a:lnTo>
                    <a:pt x="26" y="50"/>
                  </a:lnTo>
                  <a:lnTo>
                    <a:pt x="26" y="54"/>
                  </a:lnTo>
                  <a:lnTo>
                    <a:pt x="22" y="54"/>
                  </a:lnTo>
                  <a:lnTo>
                    <a:pt x="22" y="54"/>
                  </a:lnTo>
                  <a:lnTo>
                    <a:pt x="22" y="54"/>
                  </a:lnTo>
                  <a:lnTo>
                    <a:pt x="22" y="54"/>
                  </a:lnTo>
                  <a:close/>
                  <a:moveTo>
                    <a:pt x="4" y="42"/>
                  </a:moveTo>
                  <a:lnTo>
                    <a:pt x="6" y="38"/>
                  </a:lnTo>
                  <a:lnTo>
                    <a:pt x="6" y="38"/>
                  </a:lnTo>
                  <a:lnTo>
                    <a:pt x="6" y="38"/>
                  </a:lnTo>
                  <a:lnTo>
                    <a:pt x="6" y="38"/>
                  </a:lnTo>
                  <a:lnTo>
                    <a:pt x="6" y="38"/>
                  </a:lnTo>
                  <a:lnTo>
                    <a:pt x="6" y="42"/>
                  </a:lnTo>
                  <a:lnTo>
                    <a:pt x="10" y="42"/>
                  </a:lnTo>
                  <a:lnTo>
                    <a:pt x="10" y="42"/>
                  </a:lnTo>
                  <a:lnTo>
                    <a:pt x="6" y="42"/>
                  </a:lnTo>
                  <a:lnTo>
                    <a:pt x="6" y="42"/>
                  </a:lnTo>
                  <a:lnTo>
                    <a:pt x="6" y="42"/>
                  </a:lnTo>
                  <a:lnTo>
                    <a:pt x="6" y="42"/>
                  </a:lnTo>
                  <a:lnTo>
                    <a:pt x="6" y="42"/>
                  </a:lnTo>
                  <a:lnTo>
                    <a:pt x="6" y="42"/>
                  </a:lnTo>
                  <a:lnTo>
                    <a:pt x="6" y="42"/>
                  </a:lnTo>
                  <a:lnTo>
                    <a:pt x="6" y="42"/>
                  </a:lnTo>
                  <a:lnTo>
                    <a:pt x="6" y="42"/>
                  </a:lnTo>
                  <a:lnTo>
                    <a:pt x="6" y="42"/>
                  </a:lnTo>
                  <a:lnTo>
                    <a:pt x="6" y="42"/>
                  </a:lnTo>
                  <a:lnTo>
                    <a:pt x="4" y="42"/>
                  </a:lnTo>
                  <a:lnTo>
                    <a:pt x="4" y="42"/>
                  </a:lnTo>
                  <a:lnTo>
                    <a:pt x="4" y="42"/>
                  </a:lnTo>
                  <a:lnTo>
                    <a:pt x="4" y="42"/>
                  </a:lnTo>
                  <a:lnTo>
                    <a:pt x="4" y="42"/>
                  </a:lnTo>
                  <a:lnTo>
                    <a:pt x="4" y="4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3" name="Freeform 168"/>
            <p:cNvSpPr>
              <a:spLocks noChangeAspect="1"/>
            </p:cNvSpPr>
            <p:nvPr/>
          </p:nvSpPr>
          <p:spPr bwMode="gray">
            <a:xfrm>
              <a:off x="5812196" y="4157938"/>
              <a:ext cx="250454" cy="410464"/>
            </a:xfrm>
            <a:custGeom>
              <a:avLst/>
              <a:gdLst>
                <a:gd name="T0" fmla="*/ 78 w 144"/>
                <a:gd name="T1" fmla="*/ 24 h 236"/>
                <a:gd name="T2" fmla="*/ 92 w 144"/>
                <a:gd name="T3" fmla="*/ 16 h 236"/>
                <a:gd name="T4" fmla="*/ 108 w 144"/>
                <a:gd name="T5" fmla="*/ 12 h 236"/>
                <a:gd name="T6" fmla="*/ 118 w 144"/>
                <a:gd name="T7" fmla="*/ 12 h 236"/>
                <a:gd name="T8" fmla="*/ 134 w 144"/>
                <a:gd name="T9" fmla="*/ 8 h 236"/>
                <a:gd name="T10" fmla="*/ 140 w 144"/>
                <a:gd name="T11" fmla="*/ 4 h 236"/>
                <a:gd name="T12" fmla="*/ 140 w 144"/>
                <a:gd name="T13" fmla="*/ 16 h 236"/>
                <a:gd name="T14" fmla="*/ 140 w 144"/>
                <a:gd name="T15" fmla="*/ 30 h 236"/>
                <a:gd name="T16" fmla="*/ 140 w 144"/>
                <a:gd name="T17" fmla="*/ 30 h 236"/>
                <a:gd name="T18" fmla="*/ 136 w 144"/>
                <a:gd name="T19" fmla="*/ 46 h 236"/>
                <a:gd name="T20" fmla="*/ 130 w 144"/>
                <a:gd name="T21" fmla="*/ 58 h 236"/>
                <a:gd name="T22" fmla="*/ 126 w 144"/>
                <a:gd name="T23" fmla="*/ 68 h 236"/>
                <a:gd name="T24" fmla="*/ 122 w 144"/>
                <a:gd name="T25" fmla="*/ 80 h 236"/>
                <a:gd name="T26" fmla="*/ 114 w 144"/>
                <a:gd name="T27" fmla="*/ 88 h 236"/>
                <a:gd name="T28" fmla="*/ 110 w 144"/>
                <a:gd name="T29" fmla="*/ 102 h 236"/>
                <a:gd name="T30" fmla="*/ 104 w 144"/>
                <a:gd name="T31" fmla="*/ 120 h 236"/>
                <a:gd name="T32" fmla="*/ 96 w 144"/>
                <a:gd name="T33" fmla="*/ 128 h 236"/>
                <a:gd name="T34" fmla="*/ 88 w 144"/>
                <a:gd name="T35" fmla="*/ 140 h 236"/>
                <a:gd name="T36" fmla="*/ 82 w 144"/>
                <a:gd name="T37" fmla="*/ 150 h 236"/>
                <a:gd name="T38" fmla="*/ 74 w 144"/>
                <a:gd name="T39" fmla="*/ 162 h 236"/>
                <a:gd name="T40" fmla="*/ 62 w 144"/>
                <a:gd name="T41" fmla="*/ 170 h 236"/>
                <a:gd name="T42" fmla="*/ 56 w 144"/>
                <a:gd name="T43" fmla="*/ 176 h 236"/>
                <a:gd name="T44" fmla="*/ 44 w 144"/>
                <a:gd name="T45" fmla="*/ 188 h 236"/>
                <a:gd name="T46" fmla="*/ 36 w 144"/>
                <a:gd name="T47" fmla="*/ 196 h 236"/>
                <a:gd name="T48" fmla="*/ 26 w 144"/>
                <a:gd name="T49" fmla="*/ 206 h 236"/>
                <a:gd name="T50" fmla="*/ 18 w 144"/>
                <a:gd name="T51" fmla="*/ 214 h 236"/>
                <a:gd name="T52" fmla="*/ 10 w 144"/>
                <a:gd name="T53" fmla="*/ 226 h 236"/>
                <a:gd name="T54" fmla="*/ 6 w 144"/>
                <a:gd name="T55" fmla="*/ 236 h 236"/>
                <a:gd name="T56" fmla="*/ 0 w 144"/>
                <a:gd name="T57" fmla="*/ 206 h 236"/>
                <a:gd name="T58" fmla="*/ 4 w 144"/>
                <a:gd name="T59" fmla="*/ 154 h 236"/>
                <a:gd name="T60" fmla="*/ 14 w 144"/>
                <a:gd name="T61" fmla="*/ 136 h 236"/>
                <a:gd name="T62" fmla="*/ 26 w 144"/>
                <a:gd name="T63" fmla="*/ 132 h 236"/>
                <a:gd name="T64" fmla="*/ 32 w 144"/>
                <a:gd name="T65" fmla="*/ 124 h 236"/>
                <a:gd name="T66" fmla="*/ 48 w 144"/>
                <a:gd name="T67" fmla="*/ 124 h 236"/>
                <a:gd name="T68" fmla="*/ 62 w 144"/>
                <a:gd name="T69" fmla="*/ 114 h 236"/>
                <a:gd name="T70" fmla="*/ 70 w 144"/>
                <a:gd name="T71" fmla="*/ 102 h 236"/>
                <a:gd name="T72" fmla="*/ 92 w 144"/>
                <a:gd name="T73" fmla="*/ 76 h 236"/>
                <a:gd name="T74" fmla="*/ 82 w 144"/>
                <a:gd name="T75" fmla="*/ 72 h 236"/>
                <a:gd name="T76" fmla="*/ 70 w 144"/>
                <a:gd name="T77" fmla="*/ 64 h 236"/>
                <a:gd name="T78" fmla="*/ 48 w 144"/>
                <a:gd name="T79" fmla="*/ 58 h 236"/>
                <a:gd name="T80" fmla="*/ 32 w 144"/>
                <a:gd name="T81" fmla="*/ 46 h 236"/>
                <a:gd name="T82" fmla="*/ 26 w 144"/>
                <a:gd name="T83" fmla="*/ 34 h 236"/>
                <a:gd name="T84" fmla="*/ 26 w 144"/>
                <a:gd name="T85" fmla="*/ 24 h 236"/>
                <a:gd name="T86" fmla="*/ 30 w 144"/>
                <a:gd name="T87" fmla="*/ 12 h 236"/>
                <a:gd name="T88" fmla="*/ 36 w 144"/>
                <a:gd name="T89" fmla="*/ 24 h 236"/>
                <a:gd name="T90" fmla="*/ 48 w 144"/>
                <a:gd name="T91" fmla="*/ 30 h 236"/>
                <a:gd name="T92" fmla="*/ 56 w 144"/>
                <a:gd name="T93" fmla="*/ 28 h 236"/>
                <a:gd name="T94" fmla="*/ 62 w 144"/>
                <a:gd name="T95" fmla="*/ 24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44" h="236">
                  <a:moveTo>
                    <a:pt x="66" y="24"/>
                  </a:moveTo>
                  <a:lnTo>
                    <a:pt x="70" y="24"/>
                  </a:lnTo>
                  <a:lnTo>
                    <a:pt x="74" y="24"/>
                  </a:lnTo>
                  <a:lnTo>
                    <a:pt x="78" y="24"/>
                  </a:lnTo>
                  <a:lnTo>
                    <a:pt x="82" y="20"/>
                  </a:lnTo>
                  <a:lnTo>
                    <a:pt x="84" y="20"/>
                  </a:lnTo>
                  <a:lnTo>
                    <a:pt x="88" y="16"/>
                  </a:lnTo>
                  <a:lnTo>
                    <a:pt x="92" y="16"/>
                  </a:lnTo>
                  <a:lnTo>
                    <a:pt x="96" y="16"/>
                  </a:lnTo>
                  <a:lnTo>
                    <a:pt x="100" y="16"/>
                  </a:lnTo>
                  <a:lnTo>
                    <a:pt x="104" y="12"/>
                  </a:lnTo>
                  <a:lnTo>
                    <a:pt x="108" y="12"/>
                  </a:lnTo>
                  <a:lnTo>
                    <a:pt x="108" y="16"/>
                  </a:lnTo>
                  <a:lnTo>
                    <a:pt x="110" y="16"/>
                  </a:lnTo>
                  <a:lnTo>
                    <a:pt x="114" y="16"/>
                  </a:lnTo>
                  <a:lnTo>
                    <a:pt x="118" y="12"/>
                  </a:lnTo>
                  <a:lnTo>
                    <a:pt x="122" y="12"/>
                  </a:lnTo>
                  <a:lnTo>
                    <a:pt x="126" y="12"/>
                  </a:lnTo>
                  <a:lnTo>
                    <a:pt x="130" y="8"/>
                  </a:lnTo>
                  <a:lnTo>
                    <a:pt x="134" y="8"/>
                  </a:lnTo>
                  <a:lnTo>
                    <a:pt x="134" y="4"/>
                  </a:lnTo>
                  <a:lnTo>
                    <a:pt x="136" y="0"/>
                  </a:lnTo>
                  <a:lnTo>
                    <a:pt x="136" y="4"/>
                  </a:lnTo>
                  <a:lnTo>
                    <a:pt x="140" y="4"/>
                  </a:lnTo>
                  <a:lnTo>
                    <a:pt x="144" y="4"/>
                  </a:lnTo>
                  <a:lnTo>
                    <a:pt x="140" y="8"/>
                  </a:lnTo>
                  <a:lnTo>
                    <a:pt x="140" y="12"/>
                  </a:lnTo>
                  <a:lnTo>
                    <a:pt x="140" y="16"/>
                  </a:lnTo>
                  <a:lnTo>
                    <a:pt x="140" y="20"/>
                  </a:lnTo>
                  <a:lnTo>
                    <a:pt x="140" y="24"/>
                  </a:lnTo>
                  <a:lnTo>
                    <a:pt x="140" y="28"/>
                  </a:lnTo>
                  <a:lnTo>
                    <a:pt x="140" y="30"/>
                  </a:lnTo>
                  <a:lnTo>
                    <a:pt x="140" y="28"/>
                  </a:lnTo>
                  <a:lnTo>
                    <a:pt x="144" y="28"/>
                  </a:lnTo>
                  <a:lnTo>
                    <a:pt x="144" y="30"/>
                  </a:lnTo>
                  <a:lnTo>
                    <a:pt x="140" y="30"/>
                  </a:lnTo>
                  <a:lnTo>
                    <a:pt x="136" y="30"/>
                  </a:lnTo>
                  <a:lnTo>
                    <a:pt x="136" y="34"/>
                  </a:lnTo>
                  <a:lnTo>
                    <a:pt x="136" y="42"/>
                  </a:lnTo>
                  <a:lnTo>
                    <a:pt x="136" y="46"/>
                  </a:lnTo>
                  <a:lnTo>
                    <a:pt x="136" y="50"/>
                  </a:lnTo>
                  <a:lnTo>
                    <a:pt x="134" y="50"/>
                  </a:lnTo>
                  <a:lnTo>
                    <a:pt x="134" y="54"/>
                  </a:lnTo>
                  <a:lnTo>
                    <a:pt x="130" y="58"/>
                  </a:lnTo>
                  <a:lnTo>
                    <a:pt x="130" y="60"/>
                  </a:lnTo>
                  <a:lnTo>
                    <a:pt x="130" y="64"/>
                  </a:lnTo>
                  <a:lnTo>
                    <a:pt x="126" y="64"/>
                  </a:lnTo>
                  <a:lnTo>
                    <a:pt x="126" y="68"/>
                  </a:lnTo>
                  <a:lnTo>
                    <a:pt x="126" y="72"/>
                  </a:lnTo>
                  <a:lnTo>
                    <a:pt x="122" y="72"/>
                  </a:lnTo>
                  <a:lnTo>
                    <a:pt x="122" y="76"/>
                  </a:lnTo>
                  <a:lnTo>
                    <a:pt x="122" y="80"/>
                  </a:lnTo>
                  <a:lnTo>
                    <a:pt x="118" y="80"/>
                  </a:lnTo>
                  <a:lnTo>
                    <a:pt x="118" y="84"/>
                  </a:lnTo>
                  <a:lnTo>
                    <a:pt x="118" y="88"/>
                  </a:lnTo>
                  <a:lnTo>
                    <a:pt x="114" y="88"/>
                  </a:lnTo>
                  <a:lnTo>
                    <a:pt x="114" y="90"/>
                  </a:lnTo>
                  <a:lnTo>
                    <a:pt x="114" y="94"/>
                  </a:lnTo>
                  <a:lnTo>
                    <a:pt x="110" y="98"/>
                  </a:lnTo>
                  <a:lnTo>
                    <a:pt x="110" y="102"/>
                  </a:lnTo>
                  <a:lnTo>
                    <a:pt x="108" y="110"/>
                  </a:lnTo>
                  <a:lnTo>
                    <a:pt x="108" y="114"/>
                  </a:lnTo>
                  <a:lnTo>
                    <a:pt x="104" y="118"/>
                  </a:lnTo>
                  <a:lnTo>
                    <a:pt x="104" y="120"/>
                  </a:lnTo>
                  <a:lnTo>
                    <a:pt x="100" y="120"/>
                  </a:lnTo>
                  <a:lnTo>
                    <a:pt x="100" y="124"/>
                  </a:lnTo>
                  <a:lnTo>
                    <a:pt x="100" y="128"/>
                  </a:lnTo>
                  <a:lnTo>
                    <a:pt x="96" y="128"/>
                  </a:lnTo>
                  <a:lnTo>
                    <a:pt x="96" y="132"/>
                  </a:lnTo>
                  <a:lnTo>
                    <a:pt x="92" y="136"/>
                  </a:lnTo>
                  <a:lnTo>
                    <a:pt x="92" y="140"/>
                  </a:lnTo>
                  <a:lnTo>
                    <a:pt x="88" y="140"/>
                  </a:lnTo>
                  <a:lnTo>
                    <a:pt x="88" y="144"/>
                  </a:lnTo>
                  <a:lnTo>
                    <a:pt x="84" y="146"/>
                  </a:lnTo>
                  <a:lnTo>
                    <a:pt x="84" y="150"/>
                  </a:lnTo>
                  <a:lnTo>
                    <a:pt x="82" y="150"/>
                  </a:lnTo>
                  <a:lnTo>
                    <a:pt x="78" y="154"/>
                  </a:lnTo>
                  <a:lnTo>
                    <a:pt x="78" y="158"/>
                  </a:lnTo>
                  <a:lnTo>
                    <a:pt x="74" y="158"/>
                  </a:lnTo>
                  <a:lnTo>
                    <a:pt x="74" y="162"/>
                  </a:lnTo>
                  <a:lnTo>
                    <a:pt x="70" y="162"/>
                  </a:lnTo>
                  <a:lnTo>
                    <a:pt x="70" y="166"/>
                  </a:lnTo>
                  <a:lnTo>
                    <a:pt x="66" y="170"/>
                  </a:lnTo>
                  <a:lnTo>
                    <a:pt x="62" y="170"/>
                  </a:lnTo>
                  <a:lnTo>
                    <a:pt x="62" y="174"/>
                  </a:lnTo>
                  <a:lnTo>
                    <a:pt x="58" y="174"/>
                  </a:lnTo>
                  <a:lnTo>
                    <a:pt x="58" y="176"/>
                  </a:lnTo>
                  <a:lnTo>
                    <a:pt x="56" y="176"/>
                  </a:lnTo>
                  <a:lnTo>
                    <a:pt x="52" y="176"/>
                  </a:lnTo>
                  <a:lnTo>
                    <a:pt x="48" y="180"/>
                  </a:lnTo>
                  <a:lnTo>
                    <a:pt x="44" y="184"/>
                  </a:lnTo>
                  <a:lnTo>
                    <a:pt x="44" y="188"/>
                  </a:lnTo>
                  <a:lnTo>
                    <a:pt x="40" y="188"/>
                  </a:lnTo>
                  <a:lnTo>
                    <a:pt x="40" y="192"/>
                  </a:lnTo>
                  <a:lnTo>
                    <a:pt x="36" y="192"/>
                  </a:lnTo>
                  <a:lnTo>
                    <a:pt x="36" y="196"/>
                  </a:lnTo>
                  <a:lnTo>
                    <a:pt x="32" y="200"/>
                  </a:lnTo>
                  <a:lnTo>
                    <a:pt x="30" y="200"/>
                  </a:lnTo>
                  <a:lnTo>
                    <a:pt x="30" y="204"/>
                  </a:lnTo>
                  <a:lnTo>
                    <a:pt x="26" y="206"/>
                  </a:lnTo>
                  <a:lnTo>
                    <a:pt x="26" y="210"/>
                  </a:lnTo>
                  <a:lnTo>
                    <a:pt x="22" y="210"/>
                  </a:lnTo>
                  <a:lnTo>
                    <a:pt x="22" y="214"/>
                  </a:lnTo>
                  <a:lnTo>
                    <a:pt x="18" y="214"/>
                  </a:lnTo>
                  <a:lnTo>
                    <a:pt x="18" y="218"/>
                  </a:lnTo>
                  <a:lnTo>
                    <a:pt x="14" y="222"/>
                  </a:lnTo>
                  <a:lnTo>
                    <a:pt x="14" y="226"/>
                  </a:lnTo>
                  <a:lnTo>
                    <a:pt x="10" y="226"/>
                  </a:lnTo>
                  <a:lnTo>
                    <a:pt x="10" y="230"/>
                  </a:lnTo>
                  <a:lnTo>
                    <a:pt x="10" y="234"/>
                  </a:lnTo>
                  <a:lnTo>
                    <a:pt x="6" y="234"/>
                  </a:lnTo>
                  <a:lnTo>
                    <a:pt x="6" y="236"/>
                  </a:lnTo>
                  <a:lnTo>
                    <a:pt x="4" y="234"/>
                  </a:lnTo>
                  <a:lnTo>
                    <a:pt x="0" y="226"/>
                  </a:lnTo>
                  <a:lnTo>
                    <a:pt x="0" y="222"/>
                  </a:lnTo>
                  <a:lnTo>
                    <a:pt x="0" y="206"/>
                  </a:lnTo>
                  <a:lnTo>
                    <a:pt x="0" y="184"/>
                  </a:lnTo>
                  <a:lnTo>
                    <a:pt x="0" y="170"/>
                  </a:lnTo>
                  <a:lnTo>
                    <a:pt x="0" y="162"/>
                  </a:lnTo>
                  <a:lnTo>
                    <a:pt x="4" y="154"/>
                  </a:lnTo>
                  <a:lnTo>
                    <a:pt x="10" y="144"/>
                  </a:lnTo>
                  <a:lnTo>
                    <a:pt x="10" y="140"/>
                  </a:lnTo>
                  <a:lnTo>
                    <a:pt x="14" y="140"/>
                  </a:lnTo>
                  <a:lnTo>
                    <a:pt x="14" y="136"/>
                  </a:lnTo>
                  <a:lnTo>
                    <a:pt x="18" y="136"/>
                  </a:lnTo>
                  <a:lnTo>
                    <a:pt x="22" y="136"/>
                  </a:lnTo>
                  <a:lnTo>
                    <a:pt x="26" y="136"/>
                  </a:lnTo>
                  <a:lnTo>
                    <a:pt x="26" y="132"/>
                  </a:lnTo>
                  <a:lnTo>
                    <a:pt x="26" y="128"/>
                  </a:lnTo>
                  <a:lnTo>
                    <a:pt x="30" y="128"/>
                  </a:lnTo>
                  <a:lnTo>
                    <a:pt x="32" y="128"/>
                  </a:lnTo>
                  <a:lnTo>
                    <a:pt x="32" y="124"/>
                  </a:lnTo>
                  <a:lnTo>
                    <a:pt x="36" y="124"/>
                  </a:lnTo>
                  <a:lnTo>
                    <a:pt x="40" y="124"/>
                  </a:lnTo>
                  <a:lnTo>
                    <a:pt x="44" y="124"/>
                  </a:lnTo>
                  <a:lnTo>
                    <a:pt x="48" y="124"/>
                  </a:lnTo>
                  <a:lnTo>
                    <a:pt x="56" y="124"/>
                  </a:lnTo>
                  <a:lnTo>
                    <a:pt x="56" y="120"/>
                  </a:lnTo>
                  <a:lnTo>
                    <a:pt x="58" y="118"/>
                  </a:lnTo>
                  <a:lnTo>
                    <a:pt x="62" y="114"/>
                  </a:lnTo>
                  <a:lnTo>
                    <a:pt x="62" y="110"/>
                  </a:lnTo>
                  <a:lnTo>
                    <a:pt x="66" y="106"/>
                  </a:lnTo>
                  <a:lnTo>
                    <a:pt x="70" y="106"/>
                  </a:lnTo>
                  <a:lnTo>
                    <a:pt x="70" y="102"/>
                  </a:lnTo>
                  <a:lnTo>
                    <a:pt x="78" y="94"/>
                  </a:lnTo>
                  <a:lnTo>
                    <a:pt x="82" y="88"/>
                  </a:lnTo>
                  <a:lnTo>
                    <a:pt x="88" y="80"/>
                  </a:lnTo>
                  <a:lnTo>
                    <a:pt x="92" y="76"/>
                  </a:lnTo>
                  <a:lnTo>
                    <a:pt x="96" y="72"/>
                  </a:lnTo>
                  <a:lnTo>
                    <a:pt x="92" y="72"/>
                  </a:lnTo>
                  <a:lnTo>
                    <a:pt x="84" y="72"/>
                  </a:lnTo>
                  <a:lnTo>
                    <a:pt x="82" y="72"/>
                  </a:lnTo>
                  <a:lnTo>
                    <a:pt x="82" y="68"/>
                  </a:lnTo>
                  <a:lnTo>
                    <a:pt x="78" y="68"/>
                  </a:lnTo>
                  <a:lnTo>
                    <a:pt x="74" y="68"/>
                  </a:lnTo>
                  <a:lnTo>
                    <a:pt x="70" y="64"/>
                  </a:lnTo>
                  <a:lnTo>
                    <a:pt x="62" y="64"/>
                  </a:lnTo>
                  <a:lnTo>
                    <a:pt x="58" y="60"/>
                  </a:lnTo>
                  <a:lnTo>
                    <a:pt x="56" y="60"/>
                  </a:lnTo>
                  <a:lnTo>
                    <a:pt x="48" y="58"/>
                  </a:lnTo>
                  <a:lnTo>
                    <a:pt x="40" y="54"/>
                  </a:lnTo>
                  <a:lnTo>
                    <a:pt x="36" y="50"/>
                  </a:lnTo>
                  <a:lnTo>
                    <a:pt x="32" y="50"/>
                  </a:lnTo>
                  <a:lnTo>
                    <a:pt x="32" y="46"/>
                  </a:lnTo>
                  <a:lnTo>
                    <a:pt x="30" y="42"/>
                  </a:lnTo>
                  <a:lnTo>
                    <a:pt x="30" y="38"/>
                  </a:lnTo>
                  <a:lnTo>
                    <a:pt x="26" y="38"/>
                  </a:lnTo>
                  <a:lnTo>
                    <a:pt x="26" y="34"/>
                  </a:lnTo>
                  <a:lnTo>
                    <a:pt x="22" y="30"/>
                  </a:lnTo>
                  <a:lnTo>
                    <a:pt x="22" y="28"/>
                  </a:lnTo>
                  <a:lnTo>
                    <a:pt x="22" y="24"/>
                  </a:lnTo>
                  <a:lnTo>
                    <a:pt x="26" y="24"/>
                  </a:lnTo>
                  <a:lnTo>
                    <a:pt x="26" y="20"/>
                  </a:lnTo>
                  <a:lnTo>
                    <a:pt x="26" y="16"/>
                  </a:lnTo>
                  <a:lnTo>
                    <a:pt x="30" y="16"/>
                  </a:lnTo>
                  <a:lnTo>
                    <a:pt x="30" y="12"/>
                  </a:lnTo>
                  <a:lnTo>
                    <a:pt x="32" y="12"/>
                  </a:lnTo>
                  <a:lnTo>
                    <a:pt x="32" y="16"/>
                  </a:lnTo>
                  <a:lnTo>
                    <a:pt x="36" y="20"/>
                  </a:lnTo>
                  <a:lnTo>
                    <a:pt x="36" y="24"/>
                  </a:lnTo>
                  <a:lnTo>
                    <a:pt x="40" y="24"/>
                  </a:lnTo>
                  <a:lnTo>
                    <a:pt x="44" y="28"/>
                  </a:lnTo>
                  <a:lnTo>
                    <a:pt x="44" y="30"/>
                  </a:lnTo>
                  <a:lnTo>
                    <a:pt x="48" y="30"/>
                  </a:lnTo>
                  <a:lnTo>
                    <a:pt x="52" y="28"/>
                  </a:lnTo>
                  <a:lnTo>
                    <a:pt x="52" y="30"/>
                  </a:lnTo>
                  <a:lnTo>
                    <a:pt x="56" y="30"/>
                  </a:lnTo>
                  <a:lnTo>
                    <a:pt x="56" y="28"/>
                  </a:lnTo>
                  <a:lnTo>
                    <a:pt x="58" y="28"/>
                  </a:lnTo>
                  <a:lnTo>
                    <a:pt x="58" y="24"/>
                  </a:lnTo>
                  <a:lnTo>
                    <a:pt x="58" y="28"/>
                  </a:lnTo>
                  <a:lnTo>
                    <a:pt x="62" y="24"/>
                  </a:lnTo>
                  <a:lnTo>
                    <a:pt x="66" y="24"/>
                  </a:lnTo>
                  <a:lnTo>
                    <a:pt x="66" y="24"/>
                  </a:lnTo>
                  <a:lnTo>
                    <a:pt x="66"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4" name="Freeform 169"/>
            <p:cNvSpPr>
              <a:spLocks noChangeAspect="1"/>
            </p:cNvSpPr>
            <p:nvPr/>
          </p:nvSpPr>
          <p:spPr bwMode="gray">
            <a:xfrm>
              <a:off x="5558264" y="5295414"/>
              <a:ext cx="31307" cy="52178"/>
            </a:xfrm>
            <a:custGeom>
              <a:avLst/>
              <a:gdLst>
                <a:gd name="T0" fmla="*/ 0 w 18"/>
                <a:gd name="T1" fmla="*/ 18 h 30"/>
                <a:gd name="T2" fmla="*/ 0 w 18"/>
                <a:gd name="T3" fmla="*/ 22 h 30"/>
                <a:gd name="T4" fmla="*/ 0 w 18"/>
                <a:gd name="T5" fmla="*/ 22 h 30"/>
                <a:gd name="T6" fmla="*/ 0 w 18"/>
                <a:gd name="T7" fmla="*/ 18 h 30"/>
                <a:gd name="T8" fmla="*/ 0 w 18"/>
                <a:gd name="T9" fmla="*/ 18 h 30"/>
                <a:gd name="T10" fmla="*/ 0 w 18"/>
                <a:gd name="T11" fmla="*/ 18 h 30"/>
                <a:gd name="T12" fmla="*/ 0 w 18"/>
                <a:gd name="T13" fmla="*/ 18 h 30"/>
                <a:gd name="T14" fmla="*/ 0 w 18"/>
                <a:gd name="T15" fmla="*/ 14 h 30"/>
                <a:gd name="T16" fmla="*/ 0 w 18"/>
                <a:gd name="T17" fmla="*/ 14 h 30"/>
                <a:gd name="T18" fmla="*/ 0 w 18"/>
                <a:gd name="T19" fmla="*/ 14 h 30"/>
                <a:gd name="T20" fmla="*/ 0 w 18"/>
                <a:gd name="T21" fmla="*/ 14 h 30"/>
                <a:gd name="T22" fmla="*/ 0 w 18"/>
                <a:gd name="T23" fmla="*/ 12 h 30"/>
                <a:gd name="T24" fmla="*/ 4 w 18"/>
                <a:gd name="T25" fmla="*/ 12 h 30"/>
                <a:gd name="T26" fmla="*/ 4 w 18"/>
                <a:gd name="T27" fmla="*/ 12 h 30"/>
                <a:gd name="T28" fmla="*/ 4 w 18"/>
                <a:gd name="T29" fmla="*/ 8 h 30"/>
                <a:gd name="T30" fmla="*/ 4 w 18"/>
                <a:gd name="T31" fmla="*/ 8 h 30"/>
                <a:gd name="T32" fmla="*/ 4 w 18"/>
                <a:gd name="T33" fmla="*/ 8 h 30"/>
                <a:gd name="T34" fmla="*/ 4 w 18"/>
                <a:gd name="T35" fmla="*/ 8 h 30"/>
                <a:gd name="T36" fmla="*/ 4 w 18"/>
                <a:gd name="T37" fmla="*/ 8 h 30"/>
                <a:gd name="T38" fmla="*/ 4 w 18"/>
                <a:gd name="T39" fmla="*/ 4 h 30"/>
                <a:gd name="T40" fmla="*/ 6 w 18"/>
                <a:gd name="T41" fmla="*/ 0 h 30"/>
                <a:gd name="T42" fmla="*/ 6 w 18"/>
                <a:gd name="T43" fmla="*/ 0 h 30"/>
                <a:gd name="T44" fmla="*/ 10 w 18"/>
                <a:gd name="T45" fmla="*/ 4 h 30"/>
                <a:gd name="T46" fmla="*/ 10 w 18"/>
                <a:gd name="T47" fmla="*/ 4 h 30"/>
                <a:gd name="T48" fmla="*/ 14 w 18"/>
                <a:gd name="T49" fmla="*/ 4 h 30"/>
                <a:gd name="T50" fmla="*/ 14 w 18"/>
                <a:gd name="T51" fmla="*/ 4 h 30"/>
                <a:gd name="T52" fmla="*/ 14 w 18"/>
                <a:gd name="T53" fmla="*/ 8 h 30"/>
                <a:gd name="T54" fmla="*/ 14 w 18"/>
                <a:gd name="T55" fmla="*/ 4 h 30"/>
                <a:gd name="T56" fmla="*/ 14 w 18"/>
                <a:gd name="T57" fmla="*/ 8 h 30"/>
                <a:gd name="T58" fmla="*/ 18 w 18"/>
                <a:gd name="T59" fmla="*/ 8 h 30"/>
                <a:gd name="T60" fmla="*/ 18 w 18"/>
                <a:gd name="T61" fmla="*/ 8 h 30"/>
                <a:gd name="T62" fmla="*/ 18 w 18"/>
                <a:gd name="T63" fmla="*/ 12 h 30"/>
                <a:gd name="T64" fmla="*/ 18 w 18"/>
                <a:gd name="T65" fmla="*/ 14 h 30"/>
                <a:gd name="T66" fmla="*/ 18 w 18"/>
                <a:gd name="T67" fmla="*/ 14 h 30"/>
                <a:gd name="T68" fmla="*/ 18 w 18"/>
                <a:gd name="T69" fmla="*/ 14 h 30"/>
                <a:gd name="T70" fmla="*/ 18 w 18"/>
                <a:gd name="T71" fmla="*/ 22 h 30"/>
                <a:gd name="T72" fmla="*/ 18 w 18"/>
                <a:gd name="T73" fmla="*/ 22 h 30"/>
                <a:gd name="T74" fmla="*/ 18 w 18"/>
                <a:gd name="T75" fmla="*/ 22 h 30"/>
                <a:gd name="T76" fmla="*/ 14 w 18"/>
                <a:gd name="T77" fmla="*/ 22 h 30"/>
                <a:gd name="T78" fmla="*/ 14 w 18"/>
                <a:gd name="T79" fmla="*/ 26 h 30"/>
                <a:gd name="T80" fmla="*/ 14 w 18"/>
                <a:gd name="T81" fmla="*/ 26 h 30"/>
                <a:gd name="T82" fmla="*/ 14 w 18"/>
                <a:gd name="T83" fmla="*/ 26 h 30"/>
                <a:gd name="T84" fmla="*/ 14 w 18"/>
                <a:gd name="T85" fmla="*/ 30 h 30"/>
                <a:gd name="T86" fmla="*/ 14 w 18"/>
                <a:gd name="T87" fmla="*/ 30 h 30"/>
                <a:gd name="T88" fmla="*/ 14 w 18"/>
                <a:gd name="T89" fmla="*/ 30 h 30"/>
                <a:gd name="T90" fmla="*/ 14 w 18"/>
                <a:gd name="T91" fmla="*/ 30 h 30"/>
                <a:gd name="T92" fmla="*/ 14 w 18"/>
                <a:gd name="T93" fmla="*/ 30 h 30"/>
                <a:gd name="T94" fmla="*/ 14 w 18"/>
                <a:gd name="T95" fmla="*/ 30 h 30"/>
                <a:gd name="T96" fmla="*/ 10 w 18"/>
                <a:gd name="T97" fmla="*/ 30 h 30"/>
                <a:gd name="T98" fmla="*/ 10 w 18"/>
                <a:gd name="T99" fmla="*/ 30 h 30"/>
                <a:gd name="T100" fmla="*/ 6 w 18"/>
                <a:gd name="T101" fmla="*/ 30 h 30"/>
                <a:gd name="T102" fmla="*/ 6 w 18"/>
                <a:gd name="T103" fmla="*/ 30 h 30"/>
                <a:gd name="T104" fmla="*/ 4 w 18"/>
                <a:gd name="T105" fmla="*/ 30 h 30"/>
                <a:gd name="T106" fmla="*/ 4 w 18"/>
                <a:gd name="T107" fmla="*/ 30 h 30"/>
                <a:gd name="T108" fmla="*/ 4 w 18"/>
                <a:gd name="T109" fmla="*/ 26 h 30"/>
                <a:gd name="T110" fmla="*/ 4 w 18"/>
                <a:gd name="T111" fmla="*/ 22 h 30"/>
                <a:gd name="T112" fmla="*/ 0 w 18"/>
                <a:gd name="T113" fmla="*/ 22 h 30"/>
                <a:gd name="T114" fmla="*/ 0 w 18"/>
                <a:gd name="T115" fmla="*/ 18 h 30"/>
                <a:gd name="T116" fmla="*/ 0 w 18"/>
                <a:gd name="T117" fmla="*/ 18 h 30"/>
                <a:gd name="T118" fmla="*/ 0 w 18"/>
                <a:gd name="T119" fmla="*/ 18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8" h="30">
                  <a:moveTo>
                    <a:pt x="0" y="18"/>
                  </a:moveTo>
                  <a:lnTo>
                    <a:pt x="0" y="22"/>
                  </a:lnTo>
                  <a:lnTo>
                    <a:pt x="0" y="22"/>
                  </a:lnTo>
                  <a:lnTo>
                    <a:pt x="0" y="18"/>
                  </a:lnTo>
                  <a:lnTo>
                    <a:pt x="0" y="18"/>
                  </a:lnTo>
                  <a:lnTo>
                    <a:pt x="0" y="18"/>
                  </a:lnTo>
                  <a:lnTo>
                    <a:pt x="0" y="18"/>
                  </a:lnTo>
                  <a:lnTo>
                    <a:pt x="0" y="14"/>
                  </a:lnTo>
                  <a:lnTo>
                    <a:pt x="0" y="14"/>
                  </a:lnTo>
                  <a:lnTo>
                    <a:pt x="0" y="14"/>
                  </a:lnTo>
                  <a:lnTo>
                    <a:pt x="0" y="14"/>
                  </a:lnTo>
                  <a:lnTo>
                    <a:pt x="0" y="12"/>
                  </a:lnTo>
                  <a:lnTo>
                    <a:pt x="4" y="12"/>
                  </a:lnTo>
                  <a:lnTo>
                    <a:pt x="4" y="12"/>
                  </a:lnTo>
                  <a:lnTo>
                    <a:pt x="4" y="8"/>
                  </a:lnTo>
                  <a:lnTo>
                    <a:pt x="4" y="8"/>
                  </a:lnTo>
                  <a:lnTo>
                    <a:pt x="4" y="8"/>
                  </a:lnTo>
                  <a:lnTo>
                    <a:pt x="4" y="8"/>
                  </a:lnTo>
                  <a:lnTo>
                    <a:pt x="4" y="8"/>
                  </a:lnTo>
                  <a:lnTo>
                    <a:pt x="4" y="4"/>
                  </a:lnTo>
                  <a:lnTo>
                    <a:pt x="6" y="0"/>
                  </a:lnTo>
                  <a:lnTo>
                    <a:pt x="6" y="0"/>
                  </a:lnTo>
                  <a:lnTo>
                    <a:pt x="10" y="4"/>
                  </a:lnTo>
                  <a:lnTo>
                    <a:pt x="10" y="4"/>
                  </a:lnTo>
                  <a:lnTo>
                    <a:pt x="14" y="4"/>
                  </a:lnTo>
                  <a:lnTo>
                    <a:pt x="14" y="4"/>
                  </a:lnTo>
                  <a:lnTo>
                    <a:pt x="14" y="8"/>
                  </a:lnTo>
                  <a:lnTo>
                    <a:pt x="14" y="4"/>
                  </a:lnTo>
                  <a:lnTo>
                    <a:pt x="14" y="8"/>
                  </a:lnTo>
                  <a:lnTo>
                    <a:pt x="18" y="8"/>
                  </a:lnTo>
                  <a:lnTo>
                    <a:pt x="18" y="8"/>
                  </a:lnTo>
                  <a:lnTo>
                    <a:pt x="18" y="12"/>
                  </a:lnTo>
                  <a:lnTo>
                    <a:pt x="18" y="14"/>
                  </a:lnTo>
                  <a:lnTo>
                    <a:pt x="18" y="14"/>
                  </a:lnTo>
                  <a:lnTo>
                    <a:pt x="18" y="14"/>
                  </a:lnTo>
                  <a:lnTo>
                    <a:pt x="18" y="22"/>
                  </a:lnTo>
                  <a:lnTo>
                    <a:pt x="18" y="22"/>
                  </a:lnTo>
                  <a:lnTo>
                    <a:pt x="18" y="22"/>
                  </a:lnTo>
                  <a:lnTo>
                    <a:pt x="14" y="22"/>
                  </a:lnTo>
                  <a:lnTo>
                    <a:pt x="14" y="26"/>
                  </a:lnTo>
                  <a:lnTo>
                    <a:pt x="14" y="26"/>
                  </a:lnTo>
                  <a:lnTo>
                    <a:pt x="14" y="26"/>
                  </a:lnTo>
                  <a:lnTo>
                    <a:pt x="14" y="30"/>
                  </a:lnTo>
                  <a:lnTo>
                    <a:pt x="14" y="30"/>
                  </a:lnTo>
                  <a:lnTo>
                    <a:pt x="14" y="30"/>
                  </a:lnTo>
                  <a:lnTo>
                    <a:pt x="14" y="30"/>
                  </a:lnTo>
                  <a:lnTo>
                    <a:pt x="14" y="30"/>
                  </a:lnTo>
                  <a:lnTo>
                    <a:pt x="14" y="30"/>
                  </a:lnTo>
                  <a:lnTo>
                    <a:pt x="10" y="30"/>
                  </a:lnTo>
                  <a:lnTo>
                    <a:pt x="10" y="30"/>
                  </a:lnTo>
                  <a:lnTo>
                    <a:pt x="6" y="30"/>
                  </a:lnTo>
                  <a:lnTo>
                    <a:pt x="6" y="30"/>
                  </a:lnTo>
                  <a:lnTo>
                    <a:pt x="4" y="30"/>
                  </a:lnTo>
                  <a:lnTo>
                    <a:pt x="4" y="30"/>
                  </a:lnTo>
                  <a:lnTo>
                    <a:pt x="4" y="26"/>
                  </a:lnTo>
                  <a:lnTo>
                    <a:pt x="4" y="22"/>
                  </a:lnTo>
                  <a:lnTo>
                    <a:pt x="0" y="22"/>
                  </a:lnTo>
                  <a:lnTo>
                    <a:pt x="0" y="18"/>
                  </a:lnTo>
                  <a:lnTo>
                    <a:pt x="0" y="18"/>
                  </a:lnTo>
                  <a:lnTo>
                    <a:pt x="0"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5" name="Freeform 170"/>
            <p:cNvSpPr>
              <a:spLocks noChangeAspect="1" noEditPoints="1"/>
            </p:cNvSpPr>
            <p:nvPr/>
          </p:nvSpPr>
          <p:spPr bwMode="gray">
            <a:xfrm>
              <a:off x="5516521" y="4551010"/>
              <a:ext cx="274804" cy="316545"/>
            </a:xfrm>
            <a:custGeom>
              <a:avLst/>
              <a:gdLst>
                <a:gd name="T0" fmla="*/ 64 w 158"/>
                <a:gd name="T1" fmla="*/ 148 h 182"/>
                <a:gd name="T2" fmla="*/ 52 w 158"/>
                <a:gd name="T3" fmla="*/ 144 h 182"/>
                <a:gd name="T4" fmla="*/ 42 w 158"/>
                <a:gd name="T5" fmla="*/ 136 h 182"/>
                <a:gd name="T6" fmla="*/ 30 w 158"/>
                <a:gd name="T7" fmla="*/ 130 h 182"/>
                <a:gd name="T8" fmla="*/ 22 w 158"/>
                <a:gd name="T9" fmla="*/ 122 h 182"/>
                <a:gd name="T10" fmla="*/ 20 w 158"/>
                <a:gd name="T11" fmla="*/ 110 h 182"/>
                <a:gd name="T12" fmla="*/ 16 w 158"/>
                <a:gd name="T13" fmla="*/ 100 h 182"/>
                <a:gd name="T14" fmla="*/ 4 w 158"/>
                <a:gd name="T15" fmla="*/ 88 h 182"/>
                <a:gd name="T16" fmla="*/ 4 w 158"/>
                <a:gd name="T17" fmla="*/ 74 h 182"/>
                <a:gd name="T18" fmla="*/ 0 w 158"/>
                <a:gd name="T19" fmla="*/ 62 h 182"/>
                <a:gd name="T20" fmla="*/ 12 w 158"/>
                <a:gd name="T21" fmla="*/ 54 h 182"/>
                <a:gd name="T22" fmla="*/ 20 w 158"/>
                <a:gd name="T23" fmla="*/ 44 h 182"/>
                <a:gd name="T24" fmla="*/ 22 w 158"/>
                <a:gd name="T25" fmla="*/ 34 h 182"/>
                <a:gd name="T26" fmla="*/ 20 w 158"/>
                <a:gd name="T27" fmla="*/ 22 h 182"/>
                <a:gd name="T28" fmla="*/ 22 w 158"/>
                <a:gd name="T29" fmla="*/ 10 h 182"/>
                <a:gd name="T30" fmla="*/ 20 w 158"/>
                <a:gd name="T31" fmla="*/ 0 h 182"/>
                <a:gd name="T32" fmla="*/ 34 w 158"/>
                <a:gd name="T33" fmla="*/ 0 h 182"/>
                <a:gd name="T34" fmla="*/ 56 w 158"/>
                <a:gd name="T35" fmla="*/ 0 h 182"/>
                <a:gd name="T36" fmla="*/ 80 w 158"/>
                <a:gd name="T37" fmla="*/ 6 h 182"/>
                <a:gd name="T38" fmla="*/ 98 w 158"/>
                <a:gd name="T39" fmla="*/ 18 h 182"/>
                <a:gd name="T40" fmla="*/ 112 w 158"/>
                <a:gd name="T41" fmla="*/ 30 h 182"/>
                <a:gd name="T42" fmla="*/ 120 w 158"/>
                <a:gd name="T43" fmla="*/ 40 h 182"/>
                <a:gd name="T44" fmla="*/ 132 w 158"/>
                <a:gd name="T45" fmla="*/ 54 h 182"/>
                <a:gd name="T46" fmla="*/ 142 w 158"/>
                <a:gd name="T47" fmla="*/ 66 h 182"/>
                <a:gd name="T48" fmla="*/ 136 w 158"/>
                <a:gd name="T49" fmla="*/ 80 h 182"/>
                <a:gd name="T50" fmla="*/ 140 w 158"/>
                <a:gd name="T51" fmla="*/ 92 h 182"/>
                <a:gd name="T52" fmla="*/ 146 w 158"/>
                <a:gd name="T53" fmla="*/ 104 h 182"/>
                <a:gd name="T54" fmla="*/ 142 w 158"/>
                <a:gd name="T55" fmla="*/ 114 h 182"/>
                <a:gd name="T56" fmla="*/ 142 w 158"/>
                <a:gd name="T57" fmla="*/ 126 h 182"/>
                <a:gd name="T58" fmla="*/ 142 w 158"/>
                <a:gd name="T59" fmla="*/ 134 h 182"/>
                <a:gd name="T60" fmla="*/ 146 w 158"/>
                <a:gd name="T61" fmla="*/ 140 h 182"/>
                <a:gd name="T62" fmla="*/ 150 w 158"/>
                <a:gd name="T63" fmla="*/ 156 h 182"/>
                <a:gd name="T64" fmla="*/ 158 w 158"/>
                <a:gd name="T65" fmla="*/ 156 h 182"/>
                <a:gd name="T66" fmla="*/ 150 w 158"/>
                <a:gd name="T67" fmla="*/ 166 h 182"/>
                <a:gd name="T68" fmla="*/ 142 w 158"/>
                <a:gd name="T69" fmla="*/ 174 h 182"/>
                <a:gd name="T70" fmla="*/ 128 w 158"/>
                <a:gd name="T71" fmla="*/ 178 h 182"/>
                <a:gd name="T72" fmla="*/ 120 w 158"/>
                <a:gd name="T73" fmla="*/ 178 h 182"/>
                <a:gd name="T74" fmla="*/ 116 w 158"/>
                <a:gd name="T75" fmla="*/ 182 h 182"/>
                <a:gd name="T76" fmla="*/ 102 w 158"/>
                <a:gd name="T77" fmla="*/ 182 h 182"/>
                <a:gd name="T78" fmla="*/ 86 w 158"/>
                <a:gd name="T79" fmla="*/ 182 h 182"/>
                <a:gd name="T80" fmla="*/ 80 w 158"/>
                <a:gd name="T81" fmla="*/ 174 h 182"/>
                <a:gd name="T82" fmla="*/ 80 w 158"/>
                <a:gd name="T83" fmla="*/ 164 h 182"/>
                <a:gd name="T84" fmla="*/ 76 w 158"/>
                <a:gd name="T85" fmla="*/ 152 h 182"/>
                <a:gd name="T86" fmla="*/ 72 w 158"/>
                <a:gd name="T87" fmla="*/ 144 h 182"/>
                <a:gd name="T88" fmla="*/ 150 w 158"/>
                <a:gd name="T89" fmla="*/ 70 h 182"/>
                <a:gd name="T90" fmla="*/ 150 w 158"/>
                <a:gd name="T91" fmla="*/ 74 h 182"/>
                <a:gd name="T92" fmla="*/ 142 w 158"/>
                <a:gd name="T93" fmla="*/ 84 h 182"/>
                <a:gd name="T94" fmla="*/ 146 w 158"/>
                <a:gd name="T95" fmla="*/ 88 h 182"/>
                <a:gd name="T96" fmla="*/ 142 w 158"/>
                <a:gd name="T97" fmla="*/ 84 h 182"/>
                <a:gd name="T98" fmla="*/ 150 w 158"/>
                <a:gd name="T99" fmla="*/ 114 h 182"/>
                <a:gd name="T100" fmla="*/ 146 w 158"/>
                <a:gd name="T101" fmla="*/ 118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8" h="182">
                  <a:moveTo>
                    <a:pt x="72" y="144"/>
                  </a:moveTo>
                  <a:lnTo>
                    <a:pt x="68" y="144"/>
                  </a:lnTo>
                  <a:lnTo>
                    <a:pt x="68" y="148"/>
                  </a:lnTo>
                  <a:lnTo>
                    <a:pt x="64" y="148"/>
                  </a:lnTo>
                  <a:lnTo>
                    <a:pt x="60" y="148"/>
                  </a:lnTo>
                  <a:lnTo>
                    <a:pt x="60" y="144"/>
                  </a:lnTo>
                  <a:lnTo>
                    <a:pt x="56" y="144"/>
                  </a:lnTo>
                  <a:lnTo>
                    <a:pt x="52" y="144"/>
                  </a:lnTo>
                  <a:lnTo>
                    <a:pt x="50" y="140"/>
                  </a:lnTo>
                  <a:lnTo>
                    <a:pt x="46" y="140"/>
                  </a:lnTo>
                  <a:lnTo>
                    <a:pt x="46" y="136"/>
                  </a:lnTo>
                  <a:lnTo>
                    <a:pt x="42" y="136"/>
                  </a:lnTo>
                  <a:lnTo>
                    <a:pt x="38" y="136"/>
                  </a:lnTo>
                  <a:lnTo>
                    <a:pt x="38" y="134"/>
                  </a:lnTo>
                  <a:lnTo>
                    <a:pt x="34" y="134"/>
                  </a:lnTo>
                  <a:lnTo>
                    <a:pt x="30" y="130"/>
                  </a:lnTo>
                  <a:lnTo>
                    <a:pt x="26" y="130"/>
                  </a:lnTo>
                  <a:lnTo>
                    <a:pt x="22" y="130"/>
                  </a:lnTo>
                  <a:lnTo>
                    <a:pt x="22" y="126"/>
                  </a:lnTo>
                  <a:lnTo>
                    <a:pt x="22" y="122"/>
                  </a:lnTo>
                  <a:lnTo>
                    <a:pt x="22" y="118"/>
                  </a:lnTo>
                  <a:lnTo>
                    <a:pt x="20" y="118"/>
                  </a:lnTo>
                  <a:lnTo>
                    <a:pt x="20" y="114"/>
                  </a:lnTo>
                  <a:lnTo>
                    <a:pt x="20" y="110"/>
                  </a:lnTo>
                  <a:lnTo>
                    <a:pt x="16" y="110"/>
                  </a:lnTo>
                  <a:lnTo>
                    <a:pt x="16" y="108"/>
                  </a:lnTo>
                  <a:lnTo>
                    <a:pt x="16" y="104"/>
                  </a:lnTo>
                  <a:lnTo>
                    <a:pt x="16" y="100"/>
                  </a:lnTo>
                  <a:lnTo>
                    <a:pt x="12" y="100"/>
                  </a:lnTo>
                  <a:lnTo>
                    <a:pt x="8" y="96"/>
                  </a:lnTo>
                  <a:lnTo>
                    <a:pt x="4" y="92"/>
                  </a:lnTo>
                  <a:lnTo>
                    <a:pt x="4" y="88"/>
                  </a:lnTo>
                  <a:lnTo>
                    <a:pt x="4" y="84"/>
                  </a:lnTo>
                  <a:lnTo>
                    <a:pt x="4" y="80"/>
                  </a:lnTo>
                  <a:lnTo>
                    <a:pt x="4" y="78"/>
                  </a:lnTo>
                  <a:lnTo>
                    <a:pt x="4" y="74"/>
                  </a:lnTo>
                  <a:lnTo>
                    <a:pt x="4" y="70"/>
                  </a:lnTo>
                  <a:lnTo>
                    <a:pt x="0" y="70"/>
                  </a:lnTo>
                  <a:lnTo>
                    <a:pt x="0" y="66"/>
                  </a:lnTo>
                  <a:lnTo>
                    <a:pt x="0" y="62"/>
                  </a:lnTo>
                  <a:lnTo>
                    <a:pt x="4" y="62"/>
                  </a:lnTo>
                  <a:lnTo>
                    <a:pt x="4" y="58"/>
                  </a:lnTo>
                  <a:lnTo>
                    <a:pt x="8" y="58"/>
                  </a:lnTo>
                  <a:lnTo>
                    <a:pt x="12" y="54"/>
                  </a:lnTo>
                  <a:lnTo>
                    <a:pt x="16" y="50"/>
                  </a:lnTo>
                  <a:lnTo>
                    <a:pt x="16" y="48"/>
                  </a:lnTo>
                  <a:lnTo>
                    <a:pt x="16" y="44"/>
                  </a:lnTo>
                  <a:lnTo>
                    <a:pt x="20" y="44"/>
                  </a:lnTo>
                  <a:lnTo>
                    <a:pt x="20" y="40"/>
                  </a:lnTo>
                  <a:lnTo>
                    <a:pt x="22" y="40"/>
                  </a:lnTo>
                  <a:lnTo>
                    <a:pt x="22" y="36"/>
                  </a:lnTo>
                  <a:lnTo>
                    <a:pt x="22" y="34"/>
                  </a:lnTo>
                  <a:lnTo>
                    <a:pt x="20" y="34"/>
                  </a:lnTo>
                  <a:lnTo>
                    <a:pt x="16" y="34"/>
                  </a:lnTo>
                  <a:lnTo>
                    <a:pt x="20" y="26"/>
                  </a:lnTo>
                  <a:lnTo>
                    <a:pt x="20" y="22"/>
                  </a:lnTo>
                  <a:lnTo>
                    <a:pt x="22" y="22"/>
                  </a:lnTo>
                  <a:lnTo>
                    <a:pt x="22" y="18"/>
                  </a:lnTo>
                  <a:lnTo>
                    <a:pt x="22" y="14"/>
                  </a:lnTo>
                  <a:lnTo>
                    <a:pt x="22" y="10"/>
                  </a:lnTo>
                  <a:lnTo>
                    <a:pt x="22" y="6"/>
                  </a:lnTo>
                  <a:lnTo>
                    <a:pt x="20" y="6"/>
                  </a:lnTo>
                  <a:lnTo>
                    <a:pt x="20" y="4"/>
                  </a:lnTo>
                  <a:lnTo>
                    <a:pt x="20" y="0"/>
                  </a:lnTo>
                  <a:lnTo>
                    <a:pt x="22" y="0"/>
                  </a:lnTo>
                  <a:lnTo>
                    <a:pt x="26" y="0"/>
                  </a:lnTo>
                  <a:lnTo>
                    <a:pt x="30" y="0"/>
                  </a:lnTo>
                  <a:lnTo>
                    <a:pt x="34" y="0"/>
                  </a:lnTo>
                  <a:lnTo>
                    <a:pt x="46" y="0"/>
                  </a:lnTo>
                  <a:lnTo>
                    <a:pt x="50" y="0"/>
                  </a:lnTo>
                  <a:lnTo>
                    <a:pt x="52" y="0"/>
                  </a:lnTo>
                  <a:lnTo>
                    <a:pt x="56" y="0"/>
                  </a:lnTo>
                  <a:lnTo>
                    <a:pt x="60" y="0"/>
                  </a:lnTo>
                  <a:lnTo>
                    <a:pt x="68" y="0"/>
                  </a:lnTo>
                  <a:lnTo>
                    <a:pt x="76" y="4"/>
                  </a:lnTo>
                  <a:lnTo>
                    <a:pt x="80" y="6"/>
                  </a:lnTo>
                  <a:lnTo>
                    <a:pt x="86" y="10"/>
                  </a:lnTo>
                  <a:lnTo>
                    <a:pt x="90" y="14"/>
                  </a:lnTo>
                  <a:lnTo>
                    <a:pt x="94" y="18"/>
                  </a:lnTo>
                  <a:lnTo>
                    <a:pt x="98" y="18"/>
                  </a:lnTo>
                  <a:lnTo>
                    <a:pt x="98" y="22"/>
                  </a:lnTo>
                  <a:lnTo>
                    <a:pt x="102" y="22"/>
                  </a:lnTo>
                  <a:lnTo>
                    <a:pt x="106" y="26"/>
                  </a:lnTo>
                  <a:lnTo>
                    <a:pt x="112" y="30"/>
                  </a:lnTo>
                  <a:lnTo>
                    <a:pt x="116" y="34"/>
                  </a:lnTo>
                  <a:lnTo>
                    <a:pt x="120" y="34"/>
                  </a:lnTo>
                  <a:lnTo>
                    <a:pt x="120" y="36"/>
                  </a:lnTo>
                  <a:lnTo>
                    <a:pt x="120" y="40"/>
                  </a:lnTo>
                  <a:lnTo>
                    <a:pt x="120" y="44"/>
                  </a:lnTo>
                  <a:lnTo>
                    <a:pt x="124" y="44"/>
                  </a:lnTo>
                  <a:lnTo>
                    <a:pt x="132" y="50"/>
                  </a:lnTo>
                  <a:lnTo>
                    <a:pt x="132" y="54"/>
                  </a:lnTo>
                  <a:lnTo>
                    <a:pt x="136" y="54"/>
                  </a:lnTo>
                  <a:lnTo>
                    <a:pt x="140" y="58"/>
                  </a:lnTo>
                  <a:lnTo>
                    <a:pt x="142" y="62"/>
                  </a:lnTo>
                  <a:lnTo>
                    <a:pt x="142" y="66"/>
                  </a:lnTo>
                  <a:lnTo>
                    <a:pt x="140" y="70"/>
                  </a:lnTo>
                  <a:lnTo>
                    <a:pt x="140" y="74"/>
                  </a:lnTo>
                  <a:lnTo>
                    <a:pt x="140" y="78"/>
                  </a:lnTo>
                  <a:lnTo>
                    <a:pt x="136" y="80"/>
                  </a:lnTo>
                  <a:lnTo>
                    <a:pt x="136" y="84"/>
                  </a:lnTo>
                  <a:lnTo>
                    <a:pt x="136" y="88"/>
                  </a:lnTo>
                  <a:lnTo>
                    <a:pt x="136" y="92"/>
                  </a:lnTo>
                  <a:lnTo>
                    <a:pt x="140" y="92"/>
                  </a:lnTo>
                  <a:lnTo>
                    <a:pt x="142" y="96"/>
                  </a:lnTo>
                  <a:lnTo>
                    <a:pt x="142" y="100"/>
                  </a:lnTo>
                  <a:lnTo>
                    <a:pt x="146" y="100"/>
                  </a:lnTo>
                  <a:lnTo>
                    <a:pt x="146" y="104"/>
                  </a:lnTo>
                  <a:lnTo>
                    <a:pt x="146" y="108"/>
                  </a:lnTo>
                  <a:lnTo>
                    <a:pt x="142" y="108"/>
                  </a:lnTo>
                  <a:lnTo>
                    <a:pt x="142" y="110"/>
                  </a:lnTo>
                  <a:lnTo>
                    <a:pt x="142" y="114"/>
                  </a:lnTo>
                  <a:lnTo>
                    <a:pt x="146" y="114"/>
                  </a:lnTo>
                  <a:lnTo>
                    <a:pt x="146" y="118"/>
                  </a:lnTo>
                  <a:lnTo>
                    <a:pt x="142" y="122"/>
                  </a:lnTo>
                  <a:lnTo>
                    <a:pt x="142" y="126"/>
                  </a:lnTo>
                  <a:lnTo>
                    <a:pt x="142" y="122"/>
                  </a:lnTo>
                  <a:lnTo>
                    <a:pt x="142" y="126"/>
                  </a:lnTo>
                  <a:lnTo>
                    <a:pt x="142" y="130"/>
                  </a:lnTo>
                  <a:lnTo>
                    <a:pt x="142" y="134"/>
                  </a:lnTo>
                  <a:lnTo>
                    <a:pt x="146" y="134"/>
                  </a:lnTo>
                  <a:lnTo>
                    <a:pt x="142" y="134"/>
                  </a:lnTo>
                  <a:lnTo>
                    <a:pt x="146" y="136"/>
                  </a:lnTo>
                  <a:lnTo>
                    <a:pt x="146" y="140"/>
                  </a:lnTo>
                  <a:lnTo>
                    <a:pt x="150" y="144"/>
                  </a:lnTo>
                  <a:lnTo>
                    <a:pt x="150" y="148"/>
                  </a:lnTo>
                  <a:lnTo>
                    <a:pt x="150" y="152"/>
                  </a:lnTo>
                  <a:lnTo>
                    <a:pt x="150" y="156"/>
                  </a:lnTo>
                  <a:lnTo>
                    <a:pt x="154" y="156"/>
                  </a:lnTo>
                  <a:lnTo>
                    <a:pt x="154" y="160"/>
                  </a:lnTo>
                  <a:lnTo>
                    <a:pt x="158" y="160"/>
                  </a:lnTo>
                  <a:lnTo>
                    <a:pt x="158" y="156"/>
                  </a:lnTo>
                  <a:lnTo>
                    <a:pt x="158" y="160"/>
                  </a:lnTo>
                  <a:lnTo>
                    <a:pt x="158" y="164"/>
                  </a:lnTo>
                  <a:lnTo>
                    <a:pt x="154" y="166"/>
                  </a:lnTo>
                  <a:lnTo>
                    <a:pt x="150" y="166"/>
                  </a:lnTo>
                  <a:lnTo>
                    <a:pt x="150" y="170"/>
                  </a:lnTo>
                  <a:lnTo>
                    <a:pt x="146" y="170"/>
                  </a:lnTo>
                  <a:lnTo>
                    <a:pt x="142" y="170"/>
                  </a:lnTo>
                  <a:lnTo>
                    <a:pt x="142" y="174"/>
                  </a:lnTo>
                  <a:lnTo>
                    <a:pt x="140" y="174"/>
                  </a:lnTo>
                  <a:lnTo>
                    <a:pt x="136" y="174"/>
                  </a:lnTo>
                  <a:lnTo>
                    <a:pt x="132" y="178"/>
                  </a:lnTo>
                  <a:lnTo>
                    <a:pt x="128" y="178"/>
                  </a:lnTo>
                  <a:lnTo>
                    <a:pt x="128" y="174"/>
                  </a:lnTo>
                  <a:lnTo>
                    <a:pt x="124" y="174"/>
                  </a:lnTo>
                  <a:lnTo>
                    <a:pt x="124" y="178"/>
                  </a:lnTo>
                  <a:lnTo>
                    <a:pt x="120" y="178"/>
                  </a:lnTo>
                  <a:lnTo>
                    <a:pt x="124" y="178"/>
                  </a:lnTo>
                  <a:lnTo>
                    <a:pt x="124" y="182"/>
                  </a:lnTo>
                  <a:lnTo>
                    <a:pt x="120" y="182"/>
                  </a:lnTo>
                  <a:lnTo>
                    <a:pt x="116" y="182"/>
                  </a:lnTo>
                  <a:lnTo>
                    <a:pt x="112" y="182"/>
                  </a:lnTo>
                  <a:lnTo>
                    <a:pt x="110" y="182"/>
                  </a:lnTo>
                  <a:lnTo>
                    <a:pt x="106" y="182"/>
                  </a:lnTo>
                  <a:lnTo>
                    <a:pt x="102" y="182"/>
                  </a:lnTo>
                  <a:lnTo>
                    <a:pt x="98" y="182"/>
                  </a:lnTo>
                  <a:lnTo>
                    <a:pt x="94" y="178"/>
                  </a:lnTo>
                  <a:lnTo>
                    <a:pt x="90" y="182"/>
                  </a:lnTo>
                  <a:lnTo>
                    <a:pt x="86" y="182"/>
                  </a:lnTo>
                  <a:lnTo>
                    <a:pt x="82" y="182"/>
                  </a:lnTo>
                  <a:lnTo>
                    <a:pt x="82" y="178"/>
                  </a:lnTo>
                  <a:lnTo>
                    <a:pt x="80" y="178"/>
                  </a:lnTo>
                  <a:lnTo>
                    <a:pt x="80" y="174"/>
                  </a:lnTo>
                  <a:lnTo>
                    <a:pt x="76" y="174"/>
                  </a:lnTo>
                  <a:lnTo>
                    <a:pt x="76" y="170"/>
                  </a:lnTo>
                  <a:lnTo>
                    <a:pt x="80" y="166"/>
                  </a:lnTo>
                  <a:lnTo>
                    <a:pt x="80" y="164"/>
                  </a:lnTo>
                  <a:lnTo>
                    <a:pt x="76" y="164"/>
                  </a:lnTo>
                  <a:lnTo>
                    <a:pt x="76" y="160"/>
                  </a:lnTo>
                  <a:lnTo>
                    <a:pt x="76" y="156"/>
                  </a:lnTo>
                  <a:lnTo>
                    <a:pt x="76" y="152"/>
                  </a:lnTo>
                  <a:lnTo>
                    <a:pt x="72" y="152"/>
                  </a:lnTo>
                  <a:lnTo>
                    <a:pt x="72" y="148"/>
                  </a:lnTo>
                  <a:lnTo>
                    <a:pt x="72" y="144"/>
                  </a:lnTo>
                  <a:lnTo>
                    <a:pt x="72" y="144"/>
                  </a:lnTo>
                  <a:lnTo>
                    <a:pt x="72" y="144"/>
                  </a:lnTo>
                  <a:close/>
                  <a:moveTo>
                    <a:pt x="150" y="70"/>
                  </a:moveTo>
                  <a:lnTo>
                    <a:pt x="150" y="66"/>
                  </a:lnTo>
                  <a:lnTo>
                    <a:pt x="150" y="70"/>
                  </a:lnTo>
                  <a:lnTo>
                    <a:pt x="150" y="74"/>
                  </a:lnTo>
                  <a:lnTo>
                    <a:pt x="150" y="78"/>
                  </a:lnTo>
                  <a:lnTo>
                    <a:pt x="146" y="74"/>
                  </a:lnTo>
                  <a:lnTo>
                    <a:pt x="150" y="74"/>
                  </a:lnTo>
                  <a:lnTo>
                    <a:pt x="150" y="70"/>
                  </a:lnTo>
                  <a:lnTo>
                    <a:pt x="150" y="70"/>
                  </a:lnTo>
                  <a:lnTo>
                    <a:pt x="150" y="70"/>
                  </a:lnTo>
                  <a:close/>
                  <a:moveTo>
                    <a:pt x="142" y="84"/>
                  </a:moveTo>
                  <a:lnTo>
                    <a:pt x="142" y="80"/>
                  </a:lnTo>
                  <a:lnTo>
                    <a:pt x="142" y="84"/>
                  </a:lnTo>
                  <a:lnTo>
                    <a:pt x="146" y="84"/>
                  </a:lnTo>
                  <a:lnTo>
                    <a:pt x="146" y="88"/>
                  </a:lnTo>
                  <a:lnTo>
                    <a:pt x="146" y="92"/>
                  </a:lnTo>
                  <a:lnTo>
                    <a:pt x="146" y="88"/>
                  </a:lnTo>
                  <a:lnTo>
                    <a:pt x="142" y="88"/>
                  </a:lnTo>
                  <a:lnTo>
                    <a:pt x="142" y="84"/>
                  </a:lnTo>
                  <a:lnTo>
                    <a:pt x="142" y="84"/>
                  </a:lnTo>
                  <a:lnTo>
                    <a:pt x="142" y="84"/>
                  </a:lnTo>
                  <a:close/>
                  <a:moveTo>
                    <a:pt x="146" y="118"/>
                  </a:moveTo>
                  <a:lnTo>
                    <a:pt x="150" y="114"/>
                  </a:lnTo>
                  <a:lnTo>
                    <a:pt x="150" y="118"/>
                  </a:lnTo>
                  <a:lnTo>
                    <a:pt x="146" y="118"/>
                  </a:lnTo>
                  <a:lnTo>
                    <a:pt x="146" y="118"/>
                  </a:lnTo>
                  <a:lnTo>
                    <a:pt x="146" y="1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6" name="Freeform 171"/>
            <p:cNvSpPr>
              <a:spLocks noChangeAspect="1"/>
            </p:cNvSpPr>
            <p:nvPr/>
          </p:nvSpPr>
          <p:spPr bwMode="gray">
            <a:xfrm>
              <a:off x="4382521" y="4109238"/>
              <a:ext cx="80006" cy="17393"/>
            </a:xfrm>
            <a:custGeom>
              <a:avLst/>
              <a:gdLst>
                <a:gd name="T0" fmla="*/ 4 w 46"/>
                <a:gd name="T1" fmla="*/ 6 h 10"/>
                <a:gd name="T2" fmla="*/ 4 w 46"/>
                <a:gd name="T3" fmla="*/ 6 h 10"/>
                <a:gd name="T4" fmla="*/ 4 w 46"/>
                <a:gd name="T5" fmla="*/ 6 h 10"/>
                <a:gd name="T6" fmla="*/ 8 w 46"/>
                <a:gd name="T7" fmla="*/ 10 h 10"/>
                <a:gd name="T8" fmla="*/ 8 w 46"/>
                <a:gd name="T9" fmla="*/ 6 h 10"/>
                <a:gd name="T10" fmla="*/ 12 w 46"/>
                <a:gd name="T11" fmla="*/ 6 h 10"/>
                <a:gd name="T12" fmla="*/ 12 w 46"/>
                <a:gd name="T13" fmla="*/ 6 h 10"/>
                <a:gd name="T14" fmla="*/ 8 w 46"/>
                <a:gd name="T15" fmla="*/ 6 h 10"/>
                <a:gd name="T16" fmla="*/ 12 w 46"/>
                <a:gd name="T17" fmla="*/ 6 h 10"/>
                <a:gd name="T18" fmla="*/ 20 w 46"/>
                <a:gd name="T19" fmla="*/ 6 h 10"/>
                <a:gd name="T20" fmla="*/ 24 w 46"/>
                <a:gd name="T21" fmla="*/ 6 h 10"/>
                <a:gd name="T22" fmla="*/ 24 w 46"/>
                <a:gd name="T23" fmla="*/ 6 h 10"/>
                <a:gd name="T24" fmla="*/ 24 w 46"/>
                <a:gd name="T25" fmla="*/ 2 h 10"/>
                <a:gd name="T26" fmla="*/ 24 w 46"/>
                <a:gd name="T27" fmla="*/ 6 h 10"/>
                <a:gd name="T28" fmla="*/ 20 w 46"/>
                <a:gd name="T29" fmla="*/ 2 h 10"/>
                <a:gd name="T30" fmla="*/ 12 w 46"/>
                <a:gd name="T31" fmla="*/ 6 h 10"/>
                <a:gd name="T32" fmla="*/ 12 w 46"/>
                <a:gd name="T33" fmla="*/ 6 h 10"/>
                <a:gd name="T34" fmla="*/ 8 w 46"/>
                <a:gd name="T35" fmla="*/ 6 h 10"/>
                <a:gd name="T36" fmla="*/ 4 w 46"/>
                <a:gd name="T37" fmla="*/ 6 h 10"/>
                <a:gd name="T38" fmla="*/ 4 w 46"/>
                <a:gd name="T39" fmla="*/ 2 h 10"/>
                <a:gd name="T40" fmla="*/ 12 w 46"/>
                <a:gd name="T41" fmla="*/ 2 h 10"/>
                <a:gd name="T42" fmla="*/ 20 w 46"/>
                <a:gd name="T43" fmla="*/ 2 h 10"/>
                <a:gd name="T44" fmla="*/ 20 w 46"/>
                <a:gd name="T45" fmla="*/ 2 h 10"/>
                <a:gd name="T46" fmla="*/ 20 w 46"/>
                <a:gd name="T47" fmla="*/ 0 h 10"/>
                <a:gd name="T48" fmla="*/ 24 w 46"/>
                <a:gd name="T49" fmla="*/ 0 h 10"/>
                <a:gd name="T50" fmla="*/ 24 w 46"/>
                <a:gd name="T51" fmla="*/ 0 h 10"/>
                <a:gd name="T52" fmla="*/ 26 w 46"/>
                <a:gd name="T53" fmla="*/ 0 h 10"/>
                <a:gd name="T54" fmla="*/ 30 w 46"/>
                <a:gd name="T55" fmla="*/ 0 h 10"/>
                <a:gd name="T56" fmla="*/ 30 w 46"/>
                <a:gd name="T57" fmla="*/ 0 h 10"/>
                <a:gd name="T58" fmla="*/ 30 w 46"/>
                <a:gd name="T59" fmla="*/ 2 h 10"/>
                <a:gd name="T60" fmla="*/ 30 w 46"/>
                <a:gd name="T61" fmla="*/ 2 h 10"/>
                <a:gd name="T62" fmla="*/ 34 w 46"/>
                <a:gd name="T63" fmla="*/ 2 h 10"/>
                <a:gd name="T64" fmla="*/ 34 w 46"/>
                <a:gd name="T65" fmla="*/ 2 h 10"/>
                <a:gd name="T66" fmla="*/ 34 w 46"/>
                <a:gd name="T67" fmla="*/ 2 h 10"/>
                <a:gd name="T68" fmla="*/ 34 w 46"/>
                <a:gd name="T69" fmla="*/ 6 h 10"/>
                <a:gd name="T70" fmla="*/ 38 w 46"/>
                <a:gd name="T71" fmla="*/ 2 h 10"/>
                <a:gd name="T72" fmla="*/ 42 w 46"/>
                <a:gd name="T73" fmla="*/ 2 h 10"/>
                <a:gd name="T74" fmla="*/ 42 w 46"/>
                <a:gd name="T75" fmla="*/ 2 h 10"/>
                <a:gd name="T76" fmla="*/ 46 w 46"/>
                <a:gd name="T77" fmla="*/ 2 h 10"/>
                <a:gd name="T78" fmla="*/ 46 w 46"/>
                <a:gd name="T79" fmla="*/ 6 h 10"/>
                <a:gd name="T80" fmla="*/ 42 w 46"/>
                <a:gd name="T81" fmla="*/ 6 h 10"/>
                <a:gd name="T82" fmla="*/ 42 w 46"/>
                <a:gd name="T83" fmla="*/ 6 h 10"/>
                <a:gd name="T84" fmla="*/ 38 w 46"/>
                <a:gd name="T85" fmla="*/ 10 h 10"/>
                <a:gd name="T86" fmla="*/ 38 w 46"/>
                <a:gd name="T87" fmla="*/ 10 h 10"/>
                <a:gd name="T88" fmla="*/ 34 w 46"/>
                <a:gd name="T89" fmla="*/ 6 h 10"/>
                <a:gd name="T90" fmla="*/ 30 w 46"/>
                <a:gd name="T91" fmla="*/ 6 h 10"/>
                <a:gd name="T92" fmla="*/ 30 w 46"/>
                <a:gd name="T93" fmla="*/ 6 h 10"/>
                <a:gd name="T94" fmla="*/ 26 w 46"/>
                <a:gd name="T95" fmla="*/ 6 h 10"/>
                <a:gd name="T96" fmla="*/ 26 w 46"/>
                <a:gd name="T97" fmla="*/ 2 h 10"/>
                <a:gd name="T98" fmla="*/ 26 w 46"/>
                <a:gd name="T99" fmla="*/ 2 h 10"/>
                <a:gd name="T100" fmla="*/ 24 w 46"/>
                <a:gd name="T101" fmla="*/ 2 h 10"/>
                <a:gd name="T102" fmla="*/ 24 w 46"/>
                <a:gd name="T103" fmla="*/ 6 h 10"/>
                <a:gd name="T104" fmla="*/ 24 w 46"/>
                <a:gd name="T105" fmla="*/ 6 h 10"/>
                <a:gd name="T106" fmla="*/ 20 w 46"/>
                <a:gd name="T107" fmla="*/ 6 h 10"/>
                <a:gd name="T108" fmla="*/ 16 w 46"/>
                <a:gd name="T109" fmla="*/ 10 h 10"/>
                <a:gd name="T110" fmla="*/ 12 w 46"/>
                <a:gd name="T111" fmla="*/ 10 h 10"/>
                <a:gd name="T112" fmla="*/ 0 w 46"/>
                <a:gd name="T113" fmla="*/ 10 h 10"/>
                <a:gd name="T114" fmla="*/ 0 w 46"/>
                <a:gd name="T115" fmla="*/ 6 h 10"/>
                <a:gd name="T116" fmla="*/ 0 w 46"/>
                <a:gd name="T117" fmla="*/ 6 h 10"/>
                <a:gd name="T118" fmla="*/ 4 w 46"/>
                <a:gd name="T119" fmla="*/ 2 h 10"/>
                <a:gd name="T120" fmla="*/ 4 w 46"/>
                <a:gd name="T121" fmla="*/ 6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6" h="10">
                  <a:moveTo>
                    <a:pt x="4" y="6"/>
                  </a:moveTo>
                  <a:lnTo>
                    <a:pt x="4" y="6"/>
                  </a:lnTo>
                  <a:lnTo>
                    <a:pt x="4" y="6"/>
                  </a:lnTo>
                  <a:lnTo>
                    <a:pt x="4" y="6"/>
                  </a:lnTo>
                  <a:lnTo>
                    <a:pt x="4" y="6"/>
                  </a:lnTo>
                  <a:lnTo>
                    <a:pt x="4" y="6"/>
                  </a:lnTo>
                  <a:lnTo>
                    <a:pt x="4" y="6"/>
                  </a:lnTo>
                  <a:lnTo>
                    <a:pt x="4" y="6"/>
                  </a:lnTo>
                  <a:lnTo>
                    <a:pt x="4" y="6"/>
                  </a:lnTo>
                  <a:lnTo>
                    <a:pt x="4" y="6"/>
                  </a:lnTo>
                  <a:lnTo>
                    <a:pt x="4" y="6"/>
                  </a:lnTo>
                  <a:lnTo>
                    <a:pt x="8" y="10"/>
                  </a:lnTo>
                  <a:lnTo>
                    <a:pt x="8" y="6"/>
                  </a:lnTo>
                  <a:lnTo>
                    <a:pt x="8" y="6"/>
                  </a:lnTo>
                  <a:lnTo>
                    <a:pt x="8" y="6"/>
                  </a:lnTo>
                  <a:lnTo>
                    <a:pt x="8" y="6"/>
                  </a:lnTo>
                  <a:lnTo>
                    <a:pt x="12" y="10"/>
                  </a:lnTo>
                  <a:lnTo>
                    <a:pt x="12" y="6"/>
                  </a:lnTo>
                  <a:lnTo>
                    <a:pt x="12" y="6"/>
                  </a:lnTo>
                  <a:lnTo>
                    <a:pt x="12" y="6"/>
                  </a:lnTo>
                  <a:lnTo>
                    <a:pt x="12" y="6"/>
                  </a:lnTo>
                  <a:lnTo>
                    <a:pt x="8" y="6"/>
                  </a:lnTo>
                  <a:lnTo>
                    <a:pt x="8" y="6"/>
                  </a:lnTo>
                  <a:lnTo>
                    <a:pt x="8" y="6"/>
                  </a:lnTo>
                  <a:lnTo>
                    <a:pt x="12" y="6"/>
                  </a:lnTo>
                  <a:lnTo>
                    <a:pt x="12" y="6"/>
                  </a:lnTo>
                  <a:lnTo>
                    <a:pt x="12" y="6"/>
                  </a:lnTo>
                  <a:lnTo>
                    <a:pt x="12" y="6"/>
                  </a:lnTo>
                  <a:lnTo>
                    <a:pt x="16" y="6"/>
                  </a:lnTo>
                  <a:lnTo>
                    <a:pt x="20" y="6"/>
                  </a:lnTo>
                  <a:lnTo>
                    <a:pt x="20" y="2"/>
                  </a:lnTo>
                  <a:lnTo>
                    <a:pt x="20" y="2"/>
                  </a:lnTo>
                  <a:lnTo>
                    <a:pt x="24" y="6"/>
                  </a:lnTo>
                  <a:lnTo>
                    <a:pt x="24" y="6"/>
                  </a:lnTo>
                  <a:lnTo>
                    <a:pt x="24" y="6"/>
                  </a:lnTo>
                  <a:lnTo>
                    <a:pt x="24" y="6"/>
                  </a:lnTo>
                  <a:lnTo>
                    <a:pt x="24" y="2"/>
                  </a:lnTo>
                  <a:lnTo>
                    <a:pt x="24" y="2"/>
                  </a:lnTo>
                  <a:lnTo>
                    <a:pt x="24" y="2"/>
                  </a:lnTo>
                  <a:lnTo>
                    <a:pt x="24" y="6"/>
                  </a:lnTo>
                  <a:lnTo>
                    <a:pt x="24" y="6"/>
                  </a:lnTo>
                  <a:lnTo>
                    <a:pt x="24" y="6"/>
                  </a:lnTo>
                  <a:lnTo>
                    <a:pt x="20" y="2"/>
                  </a:lnTo>
                  <a:lnTo>
                    <a:pt x="20" y="2"/>
                  </a:lnTo>
                  <a:lnTo>
                    <a:pt x="20" y="2"/>
                  </a:lnTo>
                  <a:lnTo>
                    <a:pt x="16" y="2"/>
                  </a:lnTo>
                  <a:lnTo>
                    <a:pt x="16" y="6"/>
                  </a:lnTo>
                  <a:lnTo>
                    <a:pt x="12" y="6"/>
                  </a:lnTo>
                  <a:lnTo>
                    <a:pt x="12" y="6"/>
                  </a:lnTo>
                  <a:lnTo>
                    <a:pt x="12" y="6"/>
                  </a:lnTo>
                  <a:lnTo>
                    <a:pt x="12" y="6"/>
                  </a:lnTo>
                  <a:lnTo>
                    <a:pt x="8" y="6"/>
                  </a:lnTo>
                  <a:lnTo>
                    <a:pt x="8" y="6"/>
                  </a:lnTo>
                  <a:lnTo>
                    <a:pt x="8" y="6"/>
                  </a:lnTo>
                  <a:lnTo>
                    <a:pt x="8" y="6"/>
                  </a:lnTo>
                  <a:lnTo>
                    <a:pt x="4" y="6"/>
                  </a:lnTo>
                  <a:lnTo>
                    <a:pt x="4" y="6"/>
                  </a:lnTo>
                  <a:lnTo>
                    <a:pt x="4" y="6"/>
                  </a:lnTo>
                  <a:lnTo>
                    <a:pt x="4" y="6"/>
                  </a:lnTo>
                  <a:lnTo>
                    <a:pt x="4" y="2"/>
                  </a:lnTo>
                  <a:lnTo>
                    <a:pt x="4" y="2"/>
                  </a:lnTo>
                  <a:lnTo>
                    <a:pt x="12" y="2"/>
                  </a:lnTo>
                  <a:lnTo>
                    <a:pt x="12" y="2"/>
                  </a:lnTo>
                  <a:lnTo>
                    <a:pt x="16" y="2"/>
                  </a:lnTo>
                  <a:lnTo>
                    <a:pt x="20" y="2"/>
                  </a:lnTo>
                  <a:lnTo>
                    <a:pt x="20" y="2"/>
                  </a:lnTo>
                  <a:lnTo>
                    <a:pt x="20" y="2"/>
                  </a:lnTo>
                  <a:lnTo>
                    <a:pt x="20" y="2"/>
                  </a:lnTo>
                  <a:lnTo>
                    <a:pt x="20" y="2"/>
                  </a:lnTo>
                  <a:lnTo>
                    <a:pt x="20" y="0"/>
                  </a:lnTo>
                  <a:lnTo>
                    <a:pt x="20" y="0"/>
                  </a:lnTo>
                  <a:lnTo>
                    <a:pt x="20" y="0"/>
                  </a:lnTo>
                  <a:lnTo>
                    <a:pt x="24" y="0"/>
                  </a:lnTo>
                  <a:lnTo>
                    <a:pt x="24" y="0"/>
                  </a:lnTo>
                  <a:lnTo>
                    <a:pt x="24" y="0"/>
                  </a:lnTo>
                  <a:lnTo>
                    <a:pt x="24" y="0"/>
                  </a:lnTo>
                  <a:lnTo>
                    <a:pt x="24" y="0"/>
                  </a:lnTo>
                  <a:lnTo>
                    <a:pt x="24" y="0"/>
                  </a:lnTo>
                  <a:lnTo>
                    <a:pt x="24" y="0"/>
                  </a:lnTo>
                  <a:lnTo>
                    <a:pt x="26" y="0"/>
                  </a:lnTo>
                  <a:lnTo>
                    <a:pt x="26" y="0"/>
                  </a:lnTo>
                  <a:lnTo>
                    <a:pt x="30" y="0"/>
                  </a:lnTo>
                  <a:lnTo>
                    <a:pt x="30" y="0"/>
                  </a:lnTo>
                  <a:lnTo>
                    <a:pt x="30" y="0"/>
                  </a:lnTo>
                  <a:lnTo>
                    <a:pt x="30" y="0"/>
                  </a:lnTo>
                  <a:lnTo>
                    <a:pt x="30" y="0"/>
                  </a:lnTo>
                  <a:lnTo>
                    <a:pt x="30" y="0"/>
                  </a:lnTo>
                  <a:lnTo>
                    <a:pt x="30" y="2"/>
                  </a:lnTo>
                  <a:lnTo>
                    <a:pt x="30" y="2"/>
                  </a:lnTo>
                  <a:lnTo>
                    <a:pt x="30" y="2"/>
                  </a:lnTo>
                  <a:lnTo>
                    <a:pt x="30" y="2"/>
                  </a:lnTo>
                  <a:lnTo>
                    <a:pt x="30" y="2"/>
                  </a:lnTo>
                  <a:lnTo>
                    <a:pt x="30" y="2"/>
                  </a:lnTo>
                  <a:lnTo>
                    <a:pt x="34" y="2"/>
                  </a:lnTo>
                  <a:lnTo>
                    <a:pt x="34" y="2"/>
                  </a:lnTo>
                  <a:lnTo>
                    <a:pt x="34" y="2"/>
                  </a:lnTo>
                  <a:lnTo>
                    <a:pt x="34" y="2"/>
                  </a:lnTo>
                  <a:lnTo>
                    <a:pt x="34" y="2"/>
                  </a:lnTo>
                  <a:lnTo>
                    <a:pt x="34" y="2"/>
                  </a:lnTo>
                  <a:lnTo>
                    <a:pt x="34" y="2"/>
                  </a:lnTo>
                  <a:lnTo>
                    <a:pt x="34" y="2"/>
                  </a:lnTo>
                  <a:lnTo>
                    <a:pt x="34" y="2"/>
                  </a:lnTo>
                  <a:lnTo>
                    <a:pt x="34" y="2"/>
                  </a:lnTo>
                  <a:lnTo>
                    <a:pt x="34" y="2"/>
                  </a:lnTo>
                  <a:lnTo>
                    <a:pt x="34" y="6"/>
                  </a:lnTo>
                  <a:lnTo>
                    <a:pt x="38" y="6"/>
                  </a:lnTo>
                  <a:lnTo>
                    <a:pt x="38" y="2"/>
                  </a:lnTo>
                  <a:lnTo>
                    <a:pt x="38" y="2"/>
                  </a:lnTo>
                  <a:lnTo>
                    <a:pt x="38" y="2"/>
                  </a:lnTo>
                  <a:lnTo>
                    <a:pt x="38" y="2"/>
                  </a:lnTo>
                  <a:lnTo>
                    <a:pt x="42" y="2"/>
                  </a:lnTo>
                  <a:lnTo>
                    <a:pt x="42" y="2"/>
                  </a:lnTo>
                  <a:lnTo>
                    <a:pt x="42" y="2"/>
                  </a:lnTo>
                  <a:lnTo>
                    <a:pt x="42" y="2"/>
                  </a:lnTo>
                  <a:lnTo>
                    <a:pt x="42" y="2"/>
                  </a:lnTo>
                  <a:lnTo>
                    <a:pt x="42" y="2"/>
                  </a:lnTo>
                  <a:lnTo>
                    <a:pt x="46" y="2"/>
                  </a:lnTo>
                  <a:lnTo>
                    <a:pt x="46" y="6"/>
                  </a:lnTo>
                  <a:lnTo>
                    <a:pt x="46" y="6"/>
                  </a:lnTo>
                  <a:lnTo>
                    <a:pt x="46" y="6"/>
                  </a:lnTo>
                  <a:lnTo>
                    <a:pt x="46" y="6"/>
                  </a:lnTo>
                  <a:lnTo>
                    <a:pt x="42" y="6"/>
                  </a:lnTo>
                  <a:lnTo>
                    <a:pt x="42" y="6"/>
                  </a:lnTo>
                  <a:lnTo>
                    <a:pt x="42" y="6"/>
                  </a:lnTo>
                  <a:lnTo>
                    <a:pt x="42" y="6"/>
                  </a:lnTo>
                  <a:lnTo>
                    <a:pt x="42" y="6"/>
                  </a:lnTo>
                  <a:lnTo>
                    <a:pt x="42" y="6"/>
                  </a:lnTo>
                  <a:lnTo>
                    <a:pt x="38" y="6"/>
                  </a:lnTo>
                  <a:lnTo>
                    <a:pt x="38" y="10"/>
                  </a:lnTo>
                  <a:lnTo>
                    <a:pt x="38" y="10"/>
                  </a:lnTo>
                  <a:lnTo>
                    <a:pt x="38" y="10"/>
                  </a:lnTo>
                  <a:lnTo>
                    <a:pt x="38" y="10"/>
                  </a:lnTo>
                  <a:lnTo>
                    <a:pt x="34" y="10"/>
                  </a:lnTo>
                  <a:lnTo>
                    <a:pt x="34" y="6"/>
                  </a:lnTo>
                  <a:lnTo>
                    <a:pt x="34" y="6"/>
                  </a:lnTo>
                  <a:lnTo>
                    <a:pt x="30" y="6"/>
                  </a:lnTo>
                  <a:lnTo>
                    <a:pt x="30" y="6"/>
                  </a:lnTo>
                  <a:lnTo>
                    <a:pt x="30" y="6"/>
                  </a:lnTo>
                  <a:lnTo>
                    <a:pt x="30" y="6"/>
                  </a:lnTo>
                  <a:lnTo>
                    <a:pt x="30" y="6"/>
                  </a:lnTo>
                  <a:lnTo>
                    <a:pt x="30" y="6"/>
                  </a:lnTo>
                  <a:lnTo>
                    <a:pt x="30" y="6"/>
                  </a:lnTo>
                  <a:lnTo>
                    <a:pt x="26" y="6"/>
                  </a:lnTo>
                  <a:lnTo>
                    <a:pt x="26" y="6"/>
                  </a:lnTo>
                  <a:lnTo>
                    <a:pt x="26" y="2"/>
                  </a:lnTo>
                  <a:lnTo>
                    <a:pt x="26" y="2"/>
                  </a:lnTo>
                  <a:lnTo>
                    <a:pt x="26" y="2"/>
                  </a:lnTo>
                  <a:lnTo>
                    <a:pt x="26" y="2"/>
                  </a:lnTo>
                  <a:lnTo>
                    <a:pt x="26" y="2"/>
                  </a:lnTo>
                  <a:lnTo>
                    <a:pt x="26" y="2"/>
                  </a:lnTo>
                  <a:lnTo>
                    <a:pt x="24" y="2"/>
                  </a:lnTo>
                  <a:lnTo>
                    <a:pt x="24" y="2"/>
                  </a:lnTo>
                  <a:lnTo>
                    <a:pt x="24" y="2"/>
                  </a:lnTo>
                  <a:lnTo>
                    <a:pt x="24" y="6"/>
                  </a:lnTo>
                  <a:lnTo>
                    <a:pt x="24" y="6"/>
                  </a:lnTo>
                  <a:lnTo>
                    <a:pt x="24" y="6"/>
                  </a:lnTo>
                  <a:lnTo>
                    <a:pt x="24" y="6"/>
                  </a:lnTo>
                  <a:lnTo>
                    <a:pt x="24" y="6"/>
                  </a:lnTo>
                  <a:lnTo>
                    <a:pt x="24" y="6"/>
                  </a:lnTo>
                  <a:lnTo>
                    <a:pt x="24" y="6"/>
                  </a:lnTo>
                  <a:lnTo>
                    <a:pt x="24" y="6"/>
                  </a:lnTo>
                  <a:lnTo>
                    <a:pt x="20" y="6"/>
                  </a:lnTo>
                  <a:lnTo>
                    <a:pt x="16" y="6"/>
                  </a:lnTo>
                  <a:lnTo>
                    <a:pt x="16" y="10"/>
                  </a:lnTo>
                  <a:lnTo>
                    <a:pt x="16" y="10"/>
                  </a:lnTo>
                  <a:lnTo>
                    <a:pt x="16" y="10"/>
                  </a:lnTo>
                  <a:lnTo>
                    <a:pt x="16" y="10"/>
                  </a:lnTo>
                  <a:lnTo>
                    <a:pt x="12" y="10"/>
                  </a:lnTo>
                  <a:lnTo>
                    <a:pt x="4" y="10"/>
                  </a:lnTo>
                  <a:lnTo>
                    <a:pt x="4" y="10"/>
                  </a:lnTo>
                  <a:lnTo>
                    <a:pt x="0" y="10"/>
                  </a:lnTo>
                  <a:lnTo>
                    <a:pt x="0" y="10"/>
                  </a:lnTo>
                  <a:lnTo>
                    <a:pt x="0" y="6"/>
                  </a:lnTo>
                  <a:lnTo>
                    <a:pt x="0" y="6"/>
                  </a:lnTo>
                  <a:lnTo>
                    <a:pt x="0" y="6"/>
                  </a:lnTo>
                  <a:lnTo>
                    <a:pt x="0" y="6"/>
                  </a:lnTo>
                  <a:lnTo>
                    <a:pt x="0" y="6"/>
                  </a:lnTo>
                  <a:lnTo>
                    <a:pt x="4" y="6"/>
                  </a:lnTo>
                  <a:lnTo>
                    <a:pt x="4" y="6"/>
                  </a:lnTo>
                  <a:lnTo>
                    <a:pt x="4" y="2"/>
                  </a:lnTo>
                  <a:lnTo>
                    <a:pt x="4" y="2"/>
                  </a:lnTo>
                  <a:lnTo>
                    <a:pt x="4" y="6"/>
                  </a:lnTo>
                  <a:lnTo>
                    <a:pt x="4" y="6"/>
                  </a:lnTo>
                  <a:lnTo>
                    <a:pt x="4"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7" name="Freeform 172"/>
            <p:cNvSpPr>
              <a:spLocks noChangeAspect="1"/>
            </p:cNvSpPr>
            <p:nvPr/>
          </p:nvSpPr>
          <p:spPr bwMode="gray">
            <a:xfrm>
              <a:off x="4792988" y="4185766"/>
              <a:ext cx="52178" cy="156533"/>
            </a:xfrm>
            <a:custGeom>
              <a:avLst/>
              <a:gdLst>
                <a:gd name="T0" fmla="*/ 26 w 30"/>
                <a:gd name="T1" fmla="*/ 68 h 90"/>
                <a:gd name="T2" fmla="*/ 26 w 30"/>
                <a:gd name="T3" fmla="*/ 74 h 90"/>
                <a:gd name="T4" fmla="*/ 26 w 30"/>
                <a:gd name="T5" fmla="*/ 78 h 90"/>
                <a:gd name="T6" fmla="*/ 26 w 30"/>
                <a:gd name="T7" fmla="*/ 78 h 90"/>
                <a:gd name="T8" fmla="*/ 30 w 30"/>
                <a:gd name="T9" fmla="*/ 82 h 90"/>
                <a:gd name="T10" fmla="*/ 26 w 30"/>
                <a:gd name="T11" fmla="*/ 86 h 90"/>
                <a:gd name="T12" fmla="*/ 26 w 30"/>
                <a:gd name="T13" fmla="*/ 86 h 90"/>
                <a:gd name="T14" fmla="*/ 24 w 30"/>
                <a:gd name="T15" fmla="*/ 86 h 90"/>
                <a:gd name="T16" fmla="*/ 20 w 30"/>
                <a:gd name="T17" fmla="*/ 86 h 90"/>
                <a:gd name="T18" fmla="*/ 16 w 30"/>
                <a:gd name="T19" fmla="*/ 82 h 90"/>
                <a:gd name="T20" fmla="*/ 16 w 30"/>
                <a:gd name="T21" fmla="*/ 82 h 90"/>
                <a:gd name="T22" fmla="*/ 16 w 30"/>
                <a:gd name="T23" fmla="*/ 78 h 90"/>
                <a:gd name="T24" fmla="*/ 12 w 30"/>
                <a:gd name="T25" fmla="*/ 78 h 90"/>
                <a:gd name="T26" fmla="*/ 12 w 30"/>
                <a:gd name="T27" fmla="*/ 70 h 90"/>
                <a:gd name="T28" fmla="*/ 12 w 30"/>
                <a:gd name="T29" fmla="*/ 68 h 90"/>
                <a:gd name="T30" fmla="*/ 12 w 30"/>
                <a:gd name="T31" fmla="*/ 64 h 90"/>
                <a:gd name="T32" fmla="*/ 12 w 30"/>
                <a:gd name="T33" fmla="*/ 64 h 90"/>
                <a:gd name="T34" fmla="*/ 12 w 30"/>
                <a:gd name="T35" fmla="*/ 52 h 90"/>
                <a:gd name="T36" fmla="*/ 16 w 30"/>
                <a:gd name="T37" fmla="*/ 48 h 90"/>
                <a:gd name="T38" fmla="*/ 12 w 30"/>
                <a:gd name="T39" fmla="*/ 48 h 90"/>
                <a:gd name="T40" fmla="*/ 8 w 30"/>
                <a:gd name="T41" fmla="*/ 42 h 90"/>
                <a:gd name="T42" fmla="*/ 12 w 30"/>
                <a:gd name="T43" fmla="*/ 42 h 90"/>
                <a:gd name="T44" fmla="*/ 12 w 30"/>
                <a:gd name="T45" fmla="*/ 38 h 90"/>
                <a:gd name="T46" fmla="*/ 12 w 30"/>
                <a:gd name="T47" fmla="*/ 30 h 90"/>
                <a:gd name="T48" fmla="*/ 12 w 30"/>
                <a:gd name="T49" fmla="*/ 30 h 90"/>
                <a:gd name="T50" fmla="*/ 8 w 30"/>
                <a:gd name="T51" fmla="*/ 30 h 90"/>
                <a:gd name="T52" fmla="*/ 8 w 30"/>
                <a:gd name="T53" fmla="*/ 26 h 90"/>
                <a:gd name="T54" fmla="*/ 12 w 30"/>
                <a:gd name="T55" fmla="*/ 18 h 90"/>
                <a:gd name="T56" fmla="*/ 8 w 30"/>
                <a:gd name="T57" fmla="*/ 18 h 90"/>
                <a:gd name="T58" fmla="*/ 8 w 30"/>
                <a:gd name="T59" fmla="*/ 16 h 90"/>
                <a:gd name="T60" fmla="*/ 4 w 30"/>
                <a:gd name="T61" fmla="*/ 12 h 90"/>
                <a:gd name="T62" fmla="*/ 4 w 30"/>
                <a:gd name="T63" fmla="*/ 8 h 90"/>
                <a:gd name="T64" fmla="*/ 4 w 30"/>
                <a:gd name="T65" fmla="*/ 4 h 90"/>
                <a:gd name="T66" fmla="*/ 4 w 30"/>
                <a:gd name="T67" fmla="*/ 4 h 90"/>
                <a:gd name="T68" fmla="*/ 4 w 30"/>
                <a:gd name="T69" fmla="*/ 0 h 90"/>
                <a:gd name="T70" fmla="*/ 12 w 30"/>
                <a:gd name="T71" fmla="*/ 4 h 90"/>
                <a:gd name="T72" fmla="*/ 12 w 30"/>
                <a:gd name="T73" fmla="*/ 4 h 90"/>
                <a:gd name="T74" fmla="*/ 16 w 30"/>
                <a:gd name="T75" fmla="*/ 4 h 90"/>
                <a:gd name="T76" fmla="*/ 16 w 30"/>
                <a:gd name="T77" fmla="*/ 8 h 90"/>
                <a:gd name="T78" fmla="*/ 16 w 30"/>
                <a:gd name="T79" fmla="*/ 12 h 90"/>
                <a:gd name="T80" fmla="*/ 16 w 30"/>
                <a:gd name="T81" fmla="*/ 12 h 90"/>
                <a:gd name="T82" fmla="*/ 20 w 30"/>
                <a:gd name="T83" fmla="*/ 18 h 90"/>
                <a:gd name="T84" fmla="*/ 24 w 30"/>
                <a:gd name="T85" fmla="*/ 22 h 90"/>
                <a:gd name="T86" fmla="*/ 24 w 30"/>
                <a:gd name="T87" fmla="*/ 30 h 90"/>
                <a:gd name="T88" fmla="*/ 24 w 30"/>
                <a:gd name="T89" fmla="*/ 30 h 90"/>
                <a:gd name="T90" fmla="*/ 26 w 30"/>
                <a:gd name="T91" fmla="*/ 34 h 90"/>
                <a:gd name="T92" fmla="*/ 26 w 30"/>
                <a:gd name="T93" fmla="*/ 34 h 90"/>
                <a:gd name="T94" fmla="*/ 26 w 30"/>
                <a:gd name="T95" fmla="*/ 42 h 90"/>
                <a:gd name="T96" fmla="*/ 26 w 30"/>
                <a:gd name="T97" fmla="*/ 48 h 90"/>
                <a:gd name="T98" fmla="*/ 26 w 30"/>
                <a:gd name="T99" fmla="*/ 64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0" h="90">
                  <a:moveTo>
                    <a:pt x="26" y="64"/>
                  </a:moveTo>
                  <a:lnTo>
                    <a:pt x="26" y="64"/>
                  </a:lnTo>
                  <a:lnTo>
                    <a:pt x="26" y="64"/>
                  </a:lnTo>
                  <a:lnTo>
                    <a:pt x="26" y="68"/>
                  </a:lnTo>
                  <a:lnTo>
                    <a:pt x="26" y="68"/>
                  </a:lnTo>
                  <a:lnTo>
                    <a:pt x="26" y="70"/>
                  </a:lnTo>
                  <a:lnTo>
                    <a:pt x="26" y="70"/>
                  </a:lnTo>
                  <a:lnTo>
                    <a:pt x="26" y="74"/>
                  </a:lnTo>
                  <a:lnTo>
                    <a:pt x="26" y="74"/>
                  </a:lnTo>
                  <a:lnTo>
                    <a:pt x="26" y="74"/>
                  </a:lnTo>
                  <a:lnTo>
                    <a:pt x="26" y="74"/>
                  </a:lnTo>
                  <a:lnTo>
                    <a:pt x="26" y="78"/>
                  </a:lnTo>
                  <a:lnTo>
                    <a:pt x="26" y="78"/>
                  </a:lnTo>
                  <a:lnTo>
                    <a:pt x="26" y="78"/>
                  </a:lnTo>
                  <a:lnTo>
                    <a:pt x="26" y="78"/>
                  </a:lnTo>
                  <a:lnTo>
                    <a:pt x="26" y="78"/>
                  </a:lnTo>
                  <a:lnTo>
                    <a:pt x="26" y="78"/>
                  </a:lnTo>
                  <a:lnTo>
                    <a:pt x="26" y="78"/>
                  </a:lnTo>
                  <a:lnTo>
                    <a:pt x="30" y="82"/>
                  </a:lnTo>
                  <a:lnTo>
                    <a:pt x="30" y="82"/>
                  </a:lnTo>
                  <a:lnTo>
                    <a:pt x="30" y="86"/>
                  </a:lnTo>
                  <a:lnTo>
                    <a:pt x="30" y="86"/>
                  </a:lnTo>
                  <a:lnTo>
                    <a:pt x="30" y="86"/>
                  </a:lnTo>
                  <a:lnTo>
                    <a:pt x="26" y="86"/>
                  </a:lnTo>
                  <a:lnTo>
                    <a:pt x="26" y="86"/>
                  </a:lnTo>
                  <a:lnTo>
                    <a:pt x="26" y="86"/>
                  </a:lnTo>
                  <a:lnTo>
                    <a:pt x="26" y="86"/>
                  </a:lnTo>
                  <a:lnTo>
                    <a:pt x="26" y="86"/>
                  </a:lnTo>
                  <a:lnTo>
                    <a:pt x="26" y="86"/>
                  </a:lnTo>
                  <a:lnTo>
                    <a:pt x="24" y="86"/>
                  </a:lnTo>
                  <a:lnTo>
                    <a:pt x="24" y="86"/>
                  </a:lnTo>
                  <a:lnTo>
                    <a:pt x="24" y="86"/>
                  </a:lnTo>
                  <a:lnTo>
                    <a:pt x="24" y="90"/>
                  </a:lnTo>
                  <a:lnTo>
                    <a:pt x="24" y="86"/>
                  </a:lnTo>
                  <a:lnTo>
                    <a:pt x="24" y="86"/>
                  </a:lnTo>
                  <a:lnTo>
                    <a:pt x="20" y="86"/>
                  </a:lnTo>
                  <a:lnTo>
                    <a:pt x="20" y="86"/>
                  </a:lnTo>
                  <a:lnTo>
                    <a:pt x="20" y="86"/>
                  </a:lnTo>
                  <a:lnTo>
                    <a:pt x="20" y="82"/>
                  </a:lnTo>
                  <a:lnTo>
                    <a:pt x="16" y="82"/>
                  </a:lnTo>
                  <a:lnTo>
                    <a:pt x="16" y="82"/>
                  </a:lnTo>
                  <a:lnTo>
                    <a:pt x="16" y="82"/>
                  </a:lnTo>
                  <a:lnTo>
                    <a:pt x="16" y="82"/>
                  </a:lnTo>
                  <a:lnTo>
                    <a:pt x="16" y="82"/>
                  </a:lnTo>
                  <a:lnTo>
                    <a:pt x="16" y="82"/>
                  </a:lnTo>
                  <a:lnTo>
                    <a:pt x="16" y="78"/>
                  </a:lnTo>
                  <a:lnTo>
                    <a:pt x="16" y="78"/>
                  </a:lnTo>
                  <a:lnTo>
                    <a:pt x="16" y="78"/>
                  </a:lnTo>
                  <a:lnTo>
                    <a:pt x="16" y="78"/>
                  </a:lnTo>
                  <a:lnTo>
                    <a:pt x="12" y="78"/>
                  </a:lnTo>
                  <a:lnTo>
                    <a:pt x="12" y="78"/>
                  </a:lnTo>
                  <a:lnTo>
                    <a:pt x="12" y="78"/>
                  </a:lnTo>
                  <a:lnTo>
                    <a:pt x="12" y="78"/>
                  </a:lnTo>
                  <a:lnTo>
                    <a:pt x="12" y="74"/>
                  </a:lnTo>
                  <a:lnTo>
                    <a:pt x="12" y="74"/>
                  </a:lnTo>
                  <a:lnTo>
                    <a:pt x="12" y="70"/>
                  </a:lnTo>
                  <a:lnTo>
                    <a:pt x="12" y="70"/>
                  </a:lnTo>
                  <a:lnTo>
                    <a:pt x="12" y="68"/>
                  </a:lnTo>
                  <a:lnTo>
                    <a:pt x="12" y="68"/>
                  </a:lnTo>
                  <a:lnTo>
                    <a:pt x="12" y="68"/>
                  </a:lnTo>
                  <a:lnTo>
                    <a:pt x="12" y="68"/>
                  </a:lnTo>
                  <a:lnTo>
                    <a:pt x="12" y="68"/>
                  </a:lnTo>
                  <a:lnTo>
                    <a:pt x="12" y="68"/>
                  </a:lnTo>
                  <a:lnTo>
                    <a:pt x="12" y="64"/>
                  </a:lnTo>
                  <a:lnTo>
                    <a:pt x="12" y="64"/>
                  </a:lnTo>
                  <a:lnTo>
                    <a:pt x="12" y="64"/>
                  </a:lnTo>
                  <a:lnTo>
                    <a:pt x="12" y="64"/>
                  </a:lnTo>
                  <a:lnTo>
                    <a:pt x="12" y="64"/>
                  </a:lnTo>
                  <a:lnTo>
                    <a:pt x="12" y="60"/>
                  </a:lnTo>
                  <a:lnTo>
                    <a:pt x="12" y="56"/>
                  </a:lnTo>
                  <a:lnTo>
                    <a:pt x="12" y="52"/>
                  </a:lnTo>
                  <a:lnTo>
                    <a:pt x="12" y="52"/>
                  </a:lnTo>
                  <a:lnTo>
                    <a:pt x="12" y="52"/>
                  </a:lnTo>
                  <a:lnTo>
                    <a:pt x="16" y="52"/>
                  </a:lnTo>
                  <a:lnTo>
                    <a:pt x="16" y="52"/>
                  </a:lnTo>
                  <a:lnTo>
                    <a:pt x="16" y="48"/>
                  </a:lnTo>
                  <a:lnTo>
                    <a:pt x="16" y="48"/>
                  </a:lnTo>
                  <a:lnTo>
                    <a:pt x="16" y="48"/>
                  </a:lnTo>
                  <a:lnTo>
                    <a:pt x="12" y="48"/>
                  </a:lnTo>
                  <a:lnTo>
                    <a:pt x="12" y="48"/>
                  </a:lnTo>
                  <a:lnTo>
                    <a:pt x="12" y="44"/>
                  </a:lnTo>
                  <a:lnTo>
                    <a:pt x="12" y="44"/>
                  </a:lnTo>
                  <a:lnTo>
                    <a:pt x="12" y="44"/>
                  </a:lnTo>
                  <a:lnTo>
                    <a:pt x="8" y="42"/>
                  </a:lnTo>
                  <a:lnTo>
                    <a:pt x="8" y="42"/>
                  </a:lnTo>
                  <a:lnTo>
                    <a:pt x="12" y="42"/>
                  </a:lnTo>
                  <a:lnTo>
                    <a:pt x="12" y="42"/>
                  </a:lnTo>
                  <a:lnTo>
                    <a:pt x="12" y="42"/>
                  </a:lnTo>
                  <a:lnTo>
                    <a:pt x="12" y="42"/>
                  </a:lnTo>
                  <a:lnTo>
                    <a:pt x="12" y="42"/>
                  </a:lnTo>
                  <a:lnTo>
                    <a:pt x="12" y="38"/>
                  </a:lnTo>
                  <a:lnTo>
                    <a:pt x="12" y="38"/>
                  </a:lnTo>
                  <a:lnTo>
                    <a:pt x="12" y="34"/>
                  </a:lnTo>
                  <a:lnTo>
                    <a:pt x="12" y="34"/>
                  </a:lnTo>
                  <a:lnTo>
                    <a:pt x="12" y="34"/>
                  </a:lnTo>
                  <a:lnTo>
                    <a:pt x="12" y="30"/>
                  </a:lnTo>
                  <a:lnTo>
                    <a:pt x="12" y="30"/>
                  </a:lnTo>
                  <a:lnTo>
                    <a:pt x="12" y="30"/>
                  </a:lnTo>
                  <a:lnTo>
                    <a:pt x="12" y="30"/>
                  </a:lnTo>
                  <a:lnTo>
                    <a:pt x="12" y="30"/>
                  </a:lnTo>
                  <a:lnTo>
                    <a:pt x="8" y="30"/>
                  </a:lnTo>
                  <a:lnTo>
                    <a:pt x="8" y="30"/>
                  </a:lnTo>
                  <a:lnTo>
                    <a:pt x="8" y="30"/>
                  </a:lnTo>
                  <a:lnTo>
                    <a:pt x="8" y="30"/>
                  </a:lnTo>
                  <a:lnTo>
                    <a:pt x="8" y="30"/>
                  </a:lnTo>
                  <a:lnTo>
                    <a:pt x="8" y="30"/>
                  </a:lnTo>
                  <a:lnTo>
                    <a:pt x="8" y="30"/>
                  </a:lnTo>
                  <a:lnTo>
                    <a:pt x="8" y="26"/>
                  </a:lnTo>
                  <a:lnTo>
                    <a:pt x="8" y="26"/>
                  </a:lnTo>
                  <a:lnTo>
                    <a:pt x="8" y="18"/>
                  </a:lnTo>
                  <a:lnTo>
                    <a:pt x="12" y="18"/>
                  </a:lnTo>
                  <a:lnTo>
                    <a:pt x="12" y="18"/>
                  </a:lnTo>
                  <a:lnTo>
                    <a:pt x="8" y="18"/>
                  </a:lnTo>
                  <a:lnTo>
                    <a:pt x="8" y="18"/>
                  </a:lnTo>
                  <a:lnTo>
                    <a:pt x="8" y="18"/>
                  </a:lnTo>
                  <a:lnTo>
                    <a:pt x="8" y="18"/>
                  </a:lnTo>
                  <a:lnTo>
                    <a:pt x="8" y="16"/>
                  </a:lnTo>
                  <a:lnTo>
                    <a:pt x="8" y="16"/>
                  </a:lnTo>
                  <a:lnTo>
                    <a:pt x="8" y="16"/>
                  </a:lnTo>
                  <a:lnTo>
                    <a:pt x="8" y="16"/>
                  </a:lnTo>
                  <a:lnTo>
                    <a:pt x="4" y="12"/>
                  </a:lnTo>
                  <a:lnTo>
                    <a:pt x="4" y="12"/>
                  </a:lnTo>
                  <a:lnTo>
                    <a:pt x="4" y="12"/>
                  </a:lnTo>
                  <a:lnTo>
                    <a:pt x="4" y="12"/>
                  </a:lnTo>
                  <a:lnTo>
                    <a:pt x="4" y="12"/>
                  </a:lnTo>
                  <a:lnTo>
                    <a:pt x="4" y="8"/>
                  </a:lnTo>
                  <a:lnTo>
                    <a:pt x="4" y="8"/>
                  </a:lnTo>
                  <a:lnTo>
                    <a:pt x="4" y="8"/>
                  </a:lnTo>
                  <a:lnTo>
                    <a:pt x="4" y="8"/>
                  </a:lnTo>
                  <a:lnTo>
                    <a:pt x="4" y="4"/>
                  </a:lnTo>
                  <a:lnTo>
                    <a:pt x="4" y="4"/>
                  </a:lnTo>
                  <a:lnTo>
                    <a:pt x="4" y="4"/>
                  </a:lnTo>
                  <a:lnTo>
                    <a:pt x="4" y="0"/>
                  </a:lnTo>
                  <a:lnTo>
                    <a:pt x="4" y="0"/>
                  </a:lnTo>
                  <a:lnTo>
                    <a:pt x="4" y="4"/>
                  </a:lnTo>
                  <a:lnTo>
                    <a:pt x="4" y="4"/>
                  </a:lnTo>
                  <a:lnTo>
                    <a:pt x="0" y="0"/>
                  </a:lnTo>
                  <a:lnTo>
                    <a:pt x="0" y="0"/>
                  </a:lnTo>
                  <a:lnTo>
                    <a:pt x="0" y="0"/>
                  </a:lnTo>
                  <a:lnTo>
                    <a:pt x="4" y="0"/>
                  </a:lnTo>
                  <a:lnTo>
                    <a:pt x="4" y="0"/>
                  </a:lnTo>
                  <a:lnTo>
                    <a:pt x="8" y="4"/>
                  </a:lnTo>
                  <a:lnTo>
                    <a:pt x="8" y="4"/>
                  </a:lnTo>
                  <a:lnTo>
                    <a:pt x="12" y="4"/>
                  </a:lnTo>
                  <a:lnTo>
                    <a:pt x="12" y="4"/>
                  </a:lnTo>
                  <a:lnTo>
                    <a:pt x="12" y="4"/>
                  </a:lnTo>
                  <a:lnTo>
                    <a:pt x="12" y="4"/>
                  </a:lnTo>
                  <a:lnTo>
                    <a:pt x="12" y="4"/>
                  </a:lnTo>
                  <a:lnTo>
                    <a:pt x="16" y="4"/>
                  </a:lnTo>
                  <a:lnTo>
                    <a:pt x="16" y="4"/>
                  </a:lnTo>
                  <a:lnTo>
                    <a:pt x="16" y="4"/>
                  </a:lnTo>
                  <a:lnTo>
                    <a:pt x="16" y="4"/>
                  </a:lnTo>
                  <a:lnTo>
                    <a:pt x="16" y="4"/>
                  </a:lnTo>
                  <a:lnTo>
                    <a:pt x="16" y="8"/>
                  </a:lnTo>
                  <a:lnTo>
                    <a:pt x="16" y="8"/>
                  </a:lnTo>
                  <a:lnTo>
                    <a:pt x="16" y="8"/>
                  </a:lnTo>
                  <a:lnTo>
                    <a:pt x="16" y="8"/>
                  </a:lnTo>
                  <a:lnTo>
                    <a:pt x="16" y="8"/>
                  </a:lnTo>
                  <a:lnTo>
                    <a:pt x="16" y="8"/>
                  </a:lnTo>
                  <a:lnTo>
                    <a:pt x="16" y="12"/>
                  </a:lnTo>
                  <a:lnTo>
                    <a:pt x="16" y="12"/>
                  </a:lnTo>
                  <a:lnTo>
                    <a:pt x="16" y="12"/>
                  </a:lnTo>
                  <a:lnTo>
                    <a:pt x="16" y="12"/>
                  </a:lnTo>
                  <a:lnTo>
                    <a:pt x="16" y="12"/>
                  </a:lnTo>
                  <a:lnTo>
                    <a:pt x="16" y="16"/>
                  </a:lnTo>
                  <a:lnTo>
                    <a:pt x="20" y="18"/>
                  </a:lnTo>
                  <a:lnTo>
                    <a:pt x="20" y="18"/>
                  </a:lnTo>
                  <a:lnTo>
                    <a:pt x="20" y="18"/>
                  </a:lnTo>
                  <a:lnTo>
                    <a:pt x="24" y="18"/>
                  </a:lnTo>
                  <a:lnTo>
                    <a:pt x="24" y="18"/>
                  </a:lnTo>
                  <a:lnTo>
                    <a:pt x="24" y="22"/>
                  </a:lnTo>
                  <a:lnTo>
                    <a:pt x="24" y="22"/>
                  </a:lnTo>
                  <a:lnTo>
                    <a:pt x="24" y="26"/>
                  </a:lnTo>
                  <a:lnTo>
                    <a:pt x="24" y="26"/>
                  </a:lnTo>
                  <a:lnTo>
                    <a:pt x="24" y="30"/>
                  </a:lnTo>
                  <a:lnTo>
                    <a:pt x="24" y="30"/>
                  </a:lnTo>
                  <a:lnTo>
                    <a:pt x="24" y="30"/>
                  </a:lnTo>
                  <a:lnTo>
                    <a:pt x="24" y="30"/>
                  </a:lnTo>
                  <a:lnTo>
                    <a:pt x="24" y="30"/>
                  </a:lnTo>
                  <a:lnTo>
                    <a:pt x="24" y="30"/>
                  </a:lnTo>
                  <a:lnTo>
                    <a:pt x="24" y="34"/>
                  </a:lnTo>
                  <a:lnTo>
                    <a:pt x="24" y="34"/>
                  </a:lnTo>
                  <a:lnTo>
                    <a:pt x="24" y="34"/>
                  </a:lnTo>
                  <a:lnTo>
                    <a:pt x="26" y="34"/>
                  </a:lnTo>
                  <a:lnTo>
                    <a:pt x="26" y="34"/>
                  </a:lnTo>
                  <a:lnTo>
                    <a:pt x="26" y="34"/>
                  </a:lnTo>
                  <a:lnTo>
                    <a:pt x="26" y="34"/>
                  </a:lnTo>
                  <a:lnTo>
                    <a:pt x="26" y="34"/>
                  </a:lnTo>
                  <a:lnTo>
                    <a:pt x="26" y="38"/>
                  </a:lnTo>
                  <a:lnTo>
                    <a:pt x="26" y="38"/>
                  </a:lnTo>
                  <a:lnTo>
                    <a:pt x="26" y="42"/>
                  </a:lnTo>
                  <a:lnTo>
                    <a:pt x="26" y="42"/>
                  </a:lnTo>
                  <a:lnTo>
                    <a:pt x="26" y="44"/>
                  </a:lnTo>
                  <a:lnTo>
                    <a:pt x="26" y="48"/>
                  </a:lnTo>
                  <a:lnTo>
                    <a:pt x="26" y="48"/>
                  </a:lnTo>
                  <a:lnTo>
                    <a:pt x="26" y="48"/>
                  </a:lnTo>
                  <a:lnTo>
                    <a:pt x="26" y="56"/>
                  </a:lnTo>
                  <a:lnTo>
                    <a:pt x="26" y="60"/>
                  </a:lnTo>
                  <a:lnTo>
                    <a:pt x="26" y="64"/>
                  </a:lnTo>
                  <a:lnTo>
                    <a:pt x="26" y="64"/>
                  </a:lnTo>
                  <a:lnTo>
                    <a:pt x="26" y="64"/>
                  </a:lnTo>
                  <a:lnTo>
                    <a:pt x="26" y="64"/>
                  </a:lnTo>
                  <a:lnTo>
                    <a:pt x="26" y="6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8" name="Freeform 173"/>
            <p:cNvSpPr>
              <a:spLocks noChangeAspect="1" noEditPoints="1"/>
            </p:cNvSpPr>
            <p:nvPr/>
          </p:nvSpPr>
          <p:spPr bwMode="gray">
            <a:xfrm>
              <a:off x="4980828" y="3368313"/>
              <a:ext cx="104356" cy="236539"/>
            </a:xfrm>
            <a:custGeom>
              <a:avLst/>
              <a:gdLst>
                <a:gd name="T0" fmla="*/ 40 w 60"/>
                <a:gd name="T1" fmla="*/ 12 h 136"/>
                <a:gd name="T2" fmla="*/ 44 w 60"/>
                <a:gd name="T3" fmla="*/ 12 h 136"/>
                <a:gd name="T4" fmla="*/ 44 w 60"/>
                <a:gd name="T5" fmla="*/ 8 h 136"/>
                <a:gd name="T6" fmla="*/ 48 w 60"/>
                <a:gd name="T7" fmla="*/ 8 h 136"/>
                <a:gd name="T8" fmla="*/ 48 w 60"/>
                <a:gd name="T9" fmla="*/ 14 h 136"/>
                <a:gd name="T10" fmla="*/ 48 w 60"/>
                <a:gd name="T11" fmla="*/ 18 h 136"/>
                <a:gd name="T12" fmla="*/ 44 w 60"/>
                <a:gd name="T13" fmla="*/ 18 h 136"/>
                <a:gd name="T14" fmla="*/ 44 w 60"/>
                <a:gd name="T15" fmla="*/ 30 h 136"/>
                <a:gd name="T16" fmla="*/ 48 w 60"/>
                <a:gd name="T17" fmla="*/ 34 h 136"/>
                <a:gd name="T18" fmla="*/ 52 w 60"/>
                <a:gd name="T19" fmla="*/ 34 h 136"/>
                <a:gd name="T20" fmla="*/ 52 w 60"/>
                <a:gd name="T21" fmla="*/ 42 h 136"/>
                <a:gd name="T22" fmla="*/ 48 w 60"/>
                <a:gd name="T23" fmla="*/ 52 h 136"/>
                <a:gd name="T24" fmla="*/ 44 w 60"/>
                <a:gd name="T25" fmla="*/ 56 h 136"/>
                <a:gd name="T26" fmla="*/ 38 w 60"/>
                <a:gd name="T27" fmla="*/ 60 h 136"/>
                <a:gd name="T28" fmla="*/ 38 w 60"/>
                <a:gd name="T29" fmla="*/ 64 h 136"/>
                <a:gd name="T30" fmla="*/ 40 w 60"/>
                <a:gd name="T31" fmla="*/ 72 h 136"/>
                <a:gd name="T32" fmla="*/ 44 w 60"/>
                <a:gd name="T33" fmla="*/ 72 h 136"/>
                <a:gd name="T34" fmla="*/ 48 w 60"/>
                <a:gd name="T35" fmla="*/ 74 h 136"/>
                <a:gd name="T36" fmla="*/ 52 w 60"/>
                <a:gd name="T37" fmla="*/ 72 h 136"/>
                <a:gd name="T38" fmla="*/ 52 w 60"/>
                <a:gd name="T39" fmla="*/ 74 h 136"/>
                <a:gd name="T40" fmla="*/ 56 w 60"/>
                <a:gd name="T41" fmla="*/ 78 h 136"/>
                <a:gd name="T42" fmla="*/ 60 w 60"/>
                <a:gd name="T43" fmla="*/ 82 h 136"/>
                <a:gd name="T44" fmla="*/ 60 w 60"/>
                <a:gd name="T45" fmla="*/ 90 h 136"/>
                <a:gd name="T46" fmla="*/ 60 w 60"/>
                <a:gd name="T47" fmla="*/ 94 h 136"/>
                <a:gd name="T48" fmla="*/ 48 w 60"/>
                <a:gd name="T49" fmla="*/ 102 h 136"/>
                <a:gd name="T50" fmla="*/ 44 w 60"/>
                <a:gd name="T51" fmla="*/ 106 h 136"/>
                <a:gd name="T52" fmla="*/ 38 w 60"/>
                <a:gd name="T53" fmla="*/ 108 h 136"/>
                <a:gd name="T54" fmla="*/ 40 w 60"/>
                <a:gd name="T55" fmla="*/ 124 h 136"/>
                <a:gd name="T56" fmla="*/ 34 w 60"/>
                <a:gd name="T57" fmla="*/ 132 h 136"/>
                <a:gd name="T58" fmla="*/ 30 w 60"/>
                <a:gd name="T59" fmla="*/ 124 h 136"/>
                <a:gd name="T60" fmla="*/ 22 w 60"/>
                <a:gd name="T61" fmla="*/ 102 h 136"/>
                <a:gd name="T62" fmla="*/ 14 w 60"/>
                <a:gd name="T63" fmla="*/ 90 h 136"/>
                <a:gd name="T64" fmla="*/ 10 w 60"/>
                <a:gd name="T65" fmla="*/ 82 h 136"/>
                <a:gd name="T66" fmla="*/ 4 w 60"/>
                <a:gd name="T67" fmla="*/ 78 h 136"/>
                <a:gd name="T68" fmla="*/ 4 w 60"/>
                <a:gd name="T69" fmla="*/ 68 h 136"/>
                <a:gd name="T70" fmla="*/ 4 w 60"/>
                <a:gd name="T71" fmla="*/ 64 h 136"/>
                <a:gd name="T72" fmla="*/ 4 w 60"/>
                <a:gd name="T73" fmla="*/ 60 h 136"/>
                <a:gd name="T74" fmla="*/ 10 w 60"/>
                <a:gd name="T75" fmla="*/ 52 h 136"/>
                <a:gd name="T76" fmla="*/ 10 w 60"/>
                <a:gd name="T77" fmla="*/ 48 h 136"/>
                <a:gd name="T78" fmla="*/ 14 w 60"/>
                <a:gd name="T79" fmla="*/ 42 h 136"/>
                <a:gd name="T80" fmla="*/ 14 w 60"/>
                <a:gd name="T81" fmla="*/ 34 h 136"/>
                <a:gd name="T82" fmla="*/ 10 w 60"/>
                <a:gd name="T83" fmla="*/ 30 h 136"/>
                <a:gd name="T84" fmla="*/ 14 w 60"/>
                <a:gd name="T85" fmla="*/ 22 h 136"/>
                <a:gd name="T86" fmla="*/ 10 w 60"/>
                <a:gd name="T87" fmla="*/ 14 h 136"/>
                <a:gd name="T88" fmla="*/ 10 w 60"/>
                <a:gd name="T89" fmla="*/ 14 h 136"/>
                <a:gd name="T90" fmla="*/ 18 w 60"/>
                <a:gd name="T91" fmla="*/ 8 h 136"/>
                <a:gd name="T92" fmla="*/ 22 w 60"/>
                <a:gd name="T93" fmla="*/ 8 h 136"/>
                <a:gd name="T94" fmla="*/ 22 w 60"/>
                <a:gd name="T95" fmla="*/ 4 h 136"/>
                <a:gd name="T96" fmla="*/ 34 w 60"/>
                <a:gd name="T97" fmla="*/ 0 h 136"/>
                <a:gd name="T98" fmla="*/ 34 w 60"/>
                <a:gd name="T99" fmla="*/ 4 h 136"/>
                <a:gd name="T100" fmla="*/ 40 w 60"/>
                <a:gd name="T101" fmla="*/ 4 h 136"/>
                <a:gd name="T102" fmla="*/ 40 w 60"/>
                <a:gd name="T103" fmla="*/ 8 h 136"/>
                <a:gd name="T104" fmla="*/ 52 w 60"/>
                <a:gd name="T105" fmla="*/ 52 h 136"/>
                <a:gd name="T106" fmla="*/ 56 w 60"/>
                <a:gd name="T107" fmla="*/ 48 h 136"/>
                <a:gd name="T108" fmla="*/ 52 w 60"/>
                <a:gd name="T109" fmla="*/ 52 h 136"/>
                <a:gd name="T110" fmla="*/ 48 w 60"/>
                <a:gd name="T111" fmla="*/ 68 h 136"/>
                <a:gd name="T112" fmla="*/ 48 w 60"/>
                <a:gd name="T113" fmla="*/ 68 h 136"/>
                <a:gd name="T114" fmla="*/ 48 w 60"/>
                <a:gd name="T115" fmla="*/ 68 h 136"/>
                <a:gd name="T116" fmla="*/ 52 w 60"/>
                <a:gd name="T117" fmla="*/ 68 h 136"/>
                <a:gd name="T118" fmla="*/ 48 w 60"/>
                <a:gd name="T119" fmla="*/ 72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0" h="136">
                  <a:moveTo>
                    <a:pt x="40" y="8"/>
                  </a:moveTo>
                  <a:lnTo>
                    <a:pt x="40" y="8"/>
                  </a:lnTo>
                  <a:lnTo>
                    <a:pt x="40" y="12"/>
                  </a:lnTo>
                  <a:lnTo>
                    <a:pt x="40" y="12"/>
                  </a:lnTo>
                  <a:lnTo>
                    <a:pt x="40" y="12"/>
                  </a:lnTo>
                  <a:lnTo>
                    <a:pt x="40" y="12"/>
                  </a:lnTo>
                  <a:lnTo>
                    <a:pt x="40" y="12"/>
                  </a:lnTo>
                  <a:lnTo>
                    <a:pt x="40" y="12"/>
                  </a:lnTo>
                  <a:lnTo>
                    <a:pt x="40" y="12"/>
                  </a:lnTo>
                  <a:lnTo>
                    <a:pt x="40" y="12"/>
                  </a:lnTo>
                  <a:lnTo>
                    <a:pt x="40" y="12"/>
                  </a:lnTo>
                  <a:lnTo>
                    <a:pt x="40" y="12"/>
                  </a:lnTo>
                  <a:lnTo>
                    <a:pt x="40" y="12"/>
                  </a:lnTo>
                  <a:lnTo>
                    <a:pt x="44" y="12"/>
                  </a:lnTo>
                  <a:lnTo>
                    <a:pt x="44" y="12"/>
                  </a:lnTo>
                  <a:lnTo>
                    <a:pt x="44" y="12"/>
                  </a:lnTo>
                  <a:lnTo>
                    <a:pt x="44" y="12"/>
                  </a:lnTo>
                  <a:lnTo>
                    <a:pt x="44" y="12"/>
                  </a:lnTo>
                  <a:lnTo>
                    <a:pt x="44" y="12"/>
                  </a:lnTo>
                  <a:lnTo>
                    <a:pt x="44" y="12"/>
                  </a:lnTo>
                  <a:lnTo>
                    <a:pt x="44" y="8"/>
                  </a:lnTo>
                  <a:lnTo>
                    <a:pt x="44" y="8"/>
                  </a:lnTo>
                  <a:lnTo>
                    <a:pt x="44" y="8"/>
                  </a:lnTo>
                  <a:lnTo>
                    <a:pt x="48" y="8"/>
                  </a:lnTo>
                  <a:lnTo>
                    <a:pt x="48" y="8"/>
                  </a:lnTo>
                  <a:lnTo>
                    <a:pt x="48" y="8"/>
                  </a:lnTo>
                  <a:lnTo>
                    <a:pt x="48" y="8"/>
                  </a:lnTo>
                  <a:lnTo>
                    <a:pt x="48" y="8"/>
                  </a:lnTo>
                  <a:lnTo>
                    <a:pt x="52" y="4"/>
                  </a:lnTo>
                  <a:lnTo>
                    <a:pt x="52" y="8"/>
                  </a:lnTo>
                  <a:lnTo>
                    <a:pt x="52" y="8"/>
                  </a:lnTo>
                  <a:lnTo>
                    <a:pt x="52" y="12"/>
                  </a:lnTo>
                  <a:lnTo>
                    <a:pt x="52" y="12"/>
                  </a:lnTo>
                  <a:lnTo>
                    <a:pt x="52" y="12"/>
                  </a:lnTo>
                  <a:lnTo>
                    <a:pt x="48" y="14"/>
                  </a:lnTo>
                  <a:lnTo>
                    <a:pt x="48" y="14"/>
                  </a:lnTo>
                  <a:lnTo>
                    <a:pt x="48" y="14"/>
                  </a:lnTo>
                  <a:lnTo>
                    <a:pt x="48" y="14"/>
                  </a:lnTo>
                  <a:lnTo>
                    <a:pt x="48" y="14"/>
                  </a:lnTo>
                  <a:lnTo>
                    <a:pt x="48" y="18"/>
                  </a:lnTo>
                  <a:lnTo>
                    <a:pt x="48" y="18"/>
                  </a:lnTo>
                  <a:lnTo>
                    <a:pt x="48" y="18"/>
                  </a:lnTo>
                  <a:lnTo>
                    <a:pt x="44" y="18"/>
                  </a:lnTo>
                  <a:lnTo>
                    <a:pt x="44" y="18"/>
                  </a:lnTo>
                  <a:lnTo>
                    <a:pt x="44" y="18"/>
                  </a:lnTo>
                  <a:lnTo>
                    <a:pt x="44" y="18"/>
                  </a:lnTo>
                  <a:lnTo>
                    <a:pt x="44" y="18"/>
                  </a:lnTo>
                  <a:lnTo>
                    <a:pt x="44" y="18"/>
                  </a:lnTo>
                  <a:lnTo>
                    <a:pt x="44" y="18"/>
                  </a:lnTo>
                  <a:lnTo>
                    <a:pt x="44" y="22"/>
                  </a:lnTo>
                  <a:lnTo>
                    <a:pt x="44" y="22"/>
                  </a:lnTo>
                  <a:lnTo>
                    <a:pt x="44" y="22"/>
                  </a:lnTo>
                  <a:lnTo>
                    <a:pt x="44" y="26"/>
                  </a:lnTo>
                  <a:lnTo>
                    <a:pt x="44" y="26"/>
                  </a:lnTo>
                  <a:lnTo>
                    <a:pt x="44" y="30"/>
                  </a:lnTo>
                  <a:lnTo>
                    <a:pt x="44" y="30"/>
                  </a:lnTo>
                  <a:lnTo>
                    <a:pt x="48" y="30"/>
                  </a:lnTo>
                  <a:lnTo>
                    <a:pt x="48" y="30"/>
                  </a:lnTo>
                  <a:lnTo>
                    <a:pt x="48" y="30"/>
                  </a:lnTo>
                  <a:lnTo>
                    <a:pt x="48" y="30"/>
                  </a:lnTo>
                  <a:lnTo>
                    <a:pt x="48" y="30"/>
                  </a:lnTo>
                  <a:lnTo>
                    <a:pt x="48" y="34"/>
                  </a:lnTo>
                  <a:lnTo>
                    <a:pt x="48" y="34"/>
                  </a:lnTo>
                  <a:lnTo>
                    <a:pt x="48" y="34"/>
                  </a:lnTo>
                  <a:lnTo>
                    <a:pt x="52" y="34"/>
                  </a:lnTo>
                  <a:lnTo>
                    <a:pt x="52" y="34"/>
                  </a:lnTo>
                  <a:lnTo>
                    <a:pt x="52" y="34"/>
                  </a:lnTo>
                  <a:lnTo>
                    <a:pt x="52" y="34"/>
                  </a:lnTo>
                  <a:lnTo>
                    <a:pt x="52" y="34"/>
                  </a:lnTo>
                  <a:lnTo>
                    <a:pt x="52" y="34"/>
                  </a:lnTo>
                  <a:lnTo>
                    <a:pt x="52" y="38"/>
                  </a:lnTo>
                  <a:lnTo>
                    <a:pt x="52" y="38"/>
                  </a:lnTo>
                  <a:lnTo>
                    <a:pt x="52" y="38"/>
                  </a:lnTo>
                  <a:lnTo>
                    <a:pt x="52" y="42"/>
                  </a:lnTo>
                  <a:lnTo>
                    <a:pt x="52" y="42"/>
                  </a:lnTo>
                  <a:lnTo>
                    <a:pt x="52" y="42"/>
                  </a:lnTo>
                  <a:lnTo>
                    <a:pt x="52" y="42"/>
                  </a:lnTo>
                  <a:lnTo>
                    <a:pt x="52" y="42"/>
                  </a:lnTo>
                  <a:lnTo>
                    <a:pt x="52" y="42"/>
                  </a:lnTo>
                  <a:lnTo>
                    <a:pt x="52" y="44"/>
                  </a:lnTo>
                  <a:lnTo>
                    <a:pt x="52" y="44"/>
                  </a:lnTo>
                  <a:lnTo>
                    <a:pt x="48" y="48"/>
                  </a:lnTo>
                  <a:lnTo>
                    <a:pt x="48" y="48"/>
                  </a:lnTo>
                  <a:lnTo>
                    <a:pt x="48" y="52"/>
                  </a:lnTo>
                  <a:lnTo>
                    <a:pt x="48" y="52"/>
                  </a:lnTo>
                  <a:lnTo>
                    <a:pt x="48" y="52"/>
                  </a:lnTo>
                  <a:lnTo>
                    <a:pt x="44" y="52"/>
                  </a:lnTo>
                  <a:lnTo>
                    <a:pt x="44" y="52"/>
                  </a:lnTo>
                  <a:lnTo>
                    <a:pt x="44" y="52"/>
                  </a:lnTo>
                  <a:lnTo>
                    <a:pt x="44" y="52"/>
                  </a:lnTo>
                  <a:lnTo>
                    <a:pt x="44" y="56"/>
                  </a:lnTo>
                  <a:lnTo>
                    <a:pt x="40" y="56"/>
                  </a:lnTo>
                  <a:lnTo>
                    <a:pt x="40" y="56"/>
                  </a:lnTo>
                  <a:lnTo>
                    <a:pt x="40" y="56"/>
                  </a:lnTo>
                  <a:lnTo>
                    <a:pt x="40" y="56"/>
                  </a:lnTo>
                  <a:lnTo>
                    <a:pt x="38" y="56"/>
                  </a:lnTo>
                  <a:lnTo>
                    <a:pt x="38" y="60"/>
                  </a:lnTo>
                  <a:lnTo>
                    <a:pt x="38" y="60"/>
                  </a:lnTo>
                  <a:lnTo>
                    <a:pt x="38" y="60"/>
                  </a:lnTo>
                  <a:lnTo>
                    <a:pt x="38" y="60"/>
                  </a:lnTo>
                  <a:lnTo>
                    <a:pt x="38" y="60"/>
                  </a:lnTo>
                  <a:lnTo>
                    <a:pt x="38" y="64"/>
                  </a:lnTo>
                  <a:lnTo>
                    <a:pt x="38" y="64"/>
                  </a:lnTo>
                  <a:lnTo>
                    <a:pt x="38" y="64"/>
                  </a:lnTo>
                  <a:lnTo>
                    <a:pt x="38" y="64"/>
                  </a:lnTo>
                  <a:lnTo>
                    <a:pt x="38" y="64"/>
                  </a:lnTo>
                  <a:lnTo>
                    <a:pt x="38" y="64"/>
                  </a:lnTo>
                  <a:lnTo>
                    <a:pt x="40" y="68"/>
                  </a:lnTo>
                  <a:lnTo>
                    <a:pt x="40" y="68"/>
                  </a:lnTo>
                  <a:lnTo>
                    <a:pt x="40" y="68"/>
                  </a:lnTo>
                  <a:lnTo>
                    <a:pt x="40" y="72"/>
                  </a:lnTo>
                  <a:lnTo>
                    <a:pt x="40" y="72"/>
                  </a:lnTo>
                  <a:lnTo>
                    <a:pt x="40" y="72"/>
                  </a:lnTo>
                  <a:lnTo>
                    <a:pt x="44" y="72"/>
                  </a:lnTo>
                  <a:lnTo>
                    <a:pt x="44" y="72"/>
                  </a:lnTo>
                  <a:lnTo>
                    <a:pt x="44" y="72"/>
                  </a:lnTo>
                  <a:lnTo>
                    <a:pt x="44" y="72"/>
                  </a:lnTo>
                  <a:lnTo>
                    <a:pt x="44" y="72"/>
                  </a:lnTo>
                  <a:lnTo>
                    <a:pt x="44" y="72"/>
                  </a:lnTo>
                  <a:lnTo>
                    <a:pt x="48" y="68"/>
                  </a:lnTo>
                  <a:lnTo>
                    <a:pt x="48" y="68"/>
                  </a:lnTo>
                  <a:lnTo>
                    <a:pt x="48" y="72"/>
                  </a:lnTo>
                  <a:lnTo>
                    <a:pt x="48" y="72"/>
                  </a:lnTo>
                  <a:lnTo>
                    <a:pt x="48" y="72"/>
                  </a:lnTo>
                  <a:lnTo>
                    <a:pt x="48" y="72"/>
                  </a:lnTo>
                  <a:lnTo>
                    <a:pt x="48" y="74"/>
                  </a:lnTo>
                  <a:lnTo>
                    <a:pt x="48" y="74"/>
                  </a:lnTo>
                  <a:lnTo>
                    <a:pt x="48" y="72"/>
                  </a:lnTo>
                  <a:lnTo>
                    <a:pt x="48" y="72"/>
                  </a:lnTo>
                  <a:lnTo>
                    <a:pt x="48" y="72"/>
                  </a:lnTo>
                  <a:lnTo>
                    <a:pt x="48" y="72"/>
                  </a:lnTo>
                  <a:lnTo>
                    <a:pt x="48" y="72"/>
                  </a:lnTo>
                  <a:lnTo>
                    <a:pt x="52" y="72"/>
                  </a:lnTo>
                  <a:lnTo>
                    <a:pt x="52" y="72"/>
                  </a:lnTo>
                  <a:lnTo>
                    <a:pt x="52" y="72"/>
                  </a:lnTo>
                  <a:lnTo>
                    <a:pt x="52" y="72"/>
                  </a:lnTo>
                  <a:lnTo>
                    <a:pt x="52" y="72"/>
                  </a:lnTo>
                  <a:lnTo>
                    <a:pt x="52" y="72"/>
                  </a:lnTo>
                  <a:lnTo>
                    <a:pt x="52" y="72"/>
                  </a:lnTo>
                  <a:lnTo>
                    <a:pt x="52" y="74"/>
                  </a:lnTo>
                  <a:lnTo>
                    <a:pt x="52" y="74"/>
                  </a:lnTo>
                  <a:lnTo>
                    <a:pt x="52" y="74"/>
                  </a:lnTo>
                  <a:lnTo>
                    <a:pt x="52" y="78"/>
                  </a:lnTo>
                  <a:lnTo>
                    <a:pt x="52" y="78"/>
                  </a:lnTo>
                  <a:lnTo>
                    <a:pt x="56" y="78"/>
                  </a:lnTo>
                  <a:lnTo>
                    <a:pt x="56" y="78"/>
                  </a:lnTo>
                  <a:lnTo>
                    <a:pt x="56" y="78"/>
                  </a:lnTo>
                  <a:lnTo>
                    <a:pt x="60" y="78"/>
                  </a:lnTo>
                  <a:lnTo>
                    <a:pt x="60" y="78"/>
                  </a:lnTo>
                  <a:lnTo>
                    <a:pt x="60" y="78"/>
                  </a:lnTo>
                  <a:lnTo>
                    <a:pt x="60" y="78"/>
                  </a:lnTo>
                  <a:lnTo>
                    <a:pt x="60" y="82"/>
                  </a:lnTo>
                  <a:lnTo>
                    <a:pt x="60" y="82"/>
                  </a:lnTo>
                  <a:lnTo>
                    <a:pt x="60" y="82"/>
                  </a:lnTo>
                  <a:lnTo>
                    <a:pt x="60" y="82"/>
                  </a:lnTo>
                  <a:lnTo>
                    <a:pt x="60" y="86"/>
                  </a:lnTo>
                  <a:lnTo>
                    <a:pt x="60" y="90"/>
                  </a:lnTo>
                  <a:lnTo>
                    <a:pt x="60" y="90"/>
                  </a:lnTo>
                  <a:lnTo>
                    <a:pt x="60" y="90"/>
                  </a:lnTo>
                  <a:lnTo>
                    <a:pt x="60" y="90"/>
                  </a:lnTo>
                  <a:lnTo>
                    <a:pt x="60" y="90"/>
                  </a:lnTo>
                  <a:lnTo>
                    <a:pt x="60" y="90"/>
                  </a:lnTo>
                  <a:lnTo>
                    <a:pt x="60" y="90"/>
                  </a:lnTo>
                  <a:lnTo>
                    <a:pt x="60" y="94"/>
                  </a:lnTo>
                  <a:lnTo>
                    <a:pt x="60" y="94"/>
                  </a:lnTo>
                  <a:lnTo>
                    <a:pt x="60" y="94"/>
                  </a:lnTo>
                  <a:lnTo>
                    <a:pt x="60" y="94"/>
                  </a:lnTo>
                  <a:lnTo>
                    <a:pt x="60" y="94"/>
                  </a:lnTo>
                  <a:lnTo>
                    <a:pt x="56" y="94"/>
                  </a:lnTo>
                  <a:lnTo>
                    <a:pt x="56" y="94"/>
                  </a:lnTo>
                  <a:lnTo>
                    <a:pt x="52" y="98"/>
                  </a:lnTo>
                  <a:lnTo>
                    <a:pt x="52" y="98"/>
                  </a:lnTo>
                  <a:lnTo>
                    <a:pt x="52" y="98"/>
                  </a:lnTo>
                  <a:lnTo>
                    <a:pt x="48" y="98"/>
                  </a:lnTo>
                  <a:lnTo>
                    <a:pt x="48" y="102"/>
                  </a:lnTo>
                  <a:lnTo>
                    <a:pt x="48" y="102"/>
                  </a:lnTo>
                  <a:lnTo>
                    <a:pt x="48" y="102"/>
                  </a:lnTo>
                  <a:lnTo>
                    <a:pt x="48" y="102"/>
                  </a:lnTo>
                  <a:lnTo>
                    <a:pt x="44" y="106"/>
                  </a:lnTo>
                  <a:lnTo>
                    <a:pt x="44" y="106"/>
                  </a:lnTo>
                  <a:lnTo>
                    <a:pt x="44" y="106"/>
                  </a:lnTo>
                  <a:lnTo>
                    <a:pt x="44" y="106"/>
                  </a:lnTo>
                  <a:lnTo>
                    <a:pt x="44" y="106"/>
                  </a:lnTo>
                  <a:lnTo>
                    <a:pt x="44" y="106"/>
                  </a:lnTo>
                  <a:lnTo>
                    <a:pt x="40" y="106"/>
                  </a:lnTo>
                  <a:lnTo>
                    <a:pt x="40" y="106"/>
                  </a:lnTo>
                  <a:lnTo>
                    <a:pt x="40" y="106"/>
                  </a:lnTo>
                  <a:lnTo>
                    <a:pt x="40" y="106"/>
                  </a:lnTo>
                  <a:lnTo>
                    <a:pt x="38" y="108"/>
                  </a:lnTo>
                  <a:lnTo>
                    <a:pt x="38" y="112"/>
                  </a:lnTo>
                  <a:lnTo>
                    <a:pt x="40" y="112"/>
                  </a:lnTo>
                  <a:lnTo>
                    <a:pt x="40" y="116"/>
                  </a:lnTo>
                  <a:lnTo>
                    <a:pt x="40" y="120"/>
                  </a:lnTo>
                  <a:lnTo>
                    <a:pt x="40" y="120"/>
                  </a:lnTo>
                  <a:lnTo>
                    <a:pt x="40" y="124"/>
                  </a:lnTo>
                  <a:lnTo>
                    <a:pt x="40" y="124"/>
                  </a:lnTo>
                  <a:lnTo>
                    <a:pt x="40" y="124"/>
                  </a:lnTo>
                  <a:lnTo>
                    <a:pt x="38" y="128"/>
                  </a:lnTo>
                  <a:lnTo>
                    <a:pt x="38" y="132"/>
                  </a:lnTo>
                  <a:lnTo>
                    <a:pt x="38" y="132"/>
                  </a:lnTo>
                  <a:lnTo>
                    <a:pt x="34" y="132"/>
                  </a:lnTo>
                  <a:lnTo>
                    <a:pt x="34" y="132"/>
                  </a:lnTo>
                  <a:lnTo>
                    <a:pt x="34" y="132"/>
                  </a:lnTo>
                  <a:lnTo>
                    <a:pt x="34" y="132"/>
                  </a:lnTo>
                  <a:lnTo>
                    <a:pt x="30" y="136"/>
                  </a:lnTo>
                  <a:lnTo>
                    <a:pt x="30" y="136"/>
                  </a:lnTo>
                  <a:lnTo>
                    <a:pt x="30" y="132"/>
                  </a:lnTo>
                  <a:lnTo>
                    <a:pt x="30" y="128"/>
                  </a:lnTo>
                  <a:lnTo>
                    <a:pt x="30" y="128"/>
                  </a:lnTo>
                  <a:lnTo>
                    <a:pt x="30" y="124"/>
                  </a:lnTo>
                  <a:lnTo>
                    <a:pt x="26" y="120"/>
                  </a:lnTo>
                  <a:lnTo>
                    <a:pt x="26" y="116"/>
                  </a:lnTo>
                  <a:lnTo>
                    <a:pt x="26" y="108"/>
                  </a:lnTo>
                  <a:lnTo>
                    <a:pt x="26" y="108"/>
                  </a:lnTo>
                  <a:lnTo>
                    <a:pt x="26" y="102"/>
                  </a:lnTo>
                  <a:lnTo>
                    <a:pt x="22" y="102"/>
                  </a:lnTo>
                  <a:lnTo>
                    <a:pt x="22" y="102"/>
                  </a:lnTo>
                  <a:lnTo>
                    <a:pt x="22" y="98"/>
                  </a:lnTo>
                  <a:lnTo>
                    <a:pt x="22" y="98"/>
                  </a:lnTo>
                  <a:lnTo>
                    <a:pt x="18" y="94"/>
                  </a:lnTo>
                  <a:lnTo>
                    <a:pt x="14" y="94"/>
                  </a:lnTo>
                  <a:lnTo>
                    <a:pt x="14" y="94"/>
                  </a:lnTo>
                  <a:lnTo>
                    <a:pt x="14" y="90"/>
                  </a:lnTo>
                  <a:lnTo>
                    <a:pt x="14" y="90"/>
                  </a:lnTo>
                  <a:lnTo>
                    <a:pt x="14" y="90"/>
                  </a:lnTo>
                  <a:lnTo>
                    <a:pt x="14" y="86"/>
                  </a:lnTo>
                  <a:lnTo>
                    <a:pt x="14" y="86"/>
                  </a:lnTo>
                  <a:lnTo>
                    <a:pt x="14" y="86"/>
                  </a:lnTo>
                  <a:lnTo>
                    <a:pt x="14" y="86"/>
                  </a:lnTo>
                  <a:lnTo>
                    <a:pt x="10" y="86"/>
                  </a:lnTo>
                  <a:lnTo>
                    <a:pt x="10" y="82"/>
                  </a:lnTo>
                  <a:lnTo>
                    <a:pt x="10" y="78"/>
                  </a:lnTo>
                  <a:lnTo>
                    <a:pt x="10" y="78"/>
                  </a:lnTo>
                  <a:lnTo>
                    <a:pt x="6" y="78"/>
                  </a:lnTo>
                  <a:lnTo>
                    <a:pt x="4" y="78"/>
                  </a:lnTo>
                  <a:lnTo>
                    <a:pt x="4" y="78"/>
                  </a:lnTo>
                  <a:lnTo>
                    <a:pt x="4" y="78"/>
                  </a:lnTo>
                  <a:lnTo>
                    <a:pt x="4" y="78"/>
                  </a:lnTo>
                  <a:lnTo>
                    <a:pt x="4" y="74"/>
                  </a:lnTo>
                  <a:lnTo>
                    <a:pt x="4" y="74"/>
                  </a:lnTo>
                  <a:lnTo>
                    <a:pt x="4" y="74"/>
                  </a:lnTo>
                  <a:lnTo>
                    <a:pt x="4" y="74"/>
                  </a:lnTo>
                  <a:lnTo>
                    <a:pt x="4" y="72"/>
                  </a:lnTo>
                  <a:lnTo>
                    <a:pt x="4" y="72"/>
                  </a:lnTo>
                  <a:lnTo>
                    <a:pt x="4" y="68"/>
                  </a:lnTo>
                  <a:lnTo>
                    <a:pt x="0" y="68"/>
                  </a:lnTo>
                  <a:lnTo>
                    <a:pt x="0" y="64"/>
                  </a:lnTo>
                  <a:lnTo>
                    <a:pt x="0" y="64"/>
                  </a:lnTo>
                  <a:lnTo>
                    <a:pt x="0" y="64"/>
                  </a:lnTo>
                  <a:lnTo>
                    <a:pt x="4" y="64"/>
                  </a:lnTo>
                  <a:lnTo>
                    <a:pt x="4" y="64"/>
                  </a:lnTo>
                  <a:lnTo>
                    <a:pt x="4" y="64"/>
                  </a:lnTo>
                  <a:lnTo>
                    <a:pt x="4" y="60"/>
                  </a:lnTo>
                  <a:lnTo>
                    <a:pt x="4" y="60"/>
                  </a:lnTo>
                  <a:lnTo>
                    <a:pt x="4" y="60"/>
                  </a:lnTo>
                  <a:lnTo>
                    <a:pt x="4" y="60"/>
                  </a:lnTo>
                  <a:lnTo>
                    <a:pt x="4" y="60"/>
                  </a:lnTo>
                  <a:lnTo>
                    <a:pt x="4" y="60"/>
                  </a:lnTo>
                  <a:lnTo>
                    <a:pt x="4" y="60"/>
                  </a:lnTo>
                  <a:lnTo>
                    <a:pt x="6" y="60"/>
                  </a:lnTo>
                  <a:lnTo>
                    <a:pt x="6" y="56"/>
                  </a:lnTo>
                  <a:lnTo>
                    <a:pt x="6" y="56"/>
                  </a:lnTo>
                  <a:lnTo>
                    <a:pt x="6" y="56"/>
                  </a:lnTo>
                  <a:lnTo>
                    <a:pt x="6" y="56"/>
                  </a:lnTo>
                  <a:lnTo>
                    <a:pt x="6" y="52"/>
                  </a:lnTo>
                  <a:lnTo>
                    <a:pt x="10" y="52"/>
                  </a:lnTo>
                  <a:lnTo>
                    <a:pt x="10" y="52"/>
                  </a:lnTo>
                  <a:lnTo>
                    <a:pt x="10" y="52"/>
                  </a:lnTo>
                  <a:lnTo>
                    <a:pt x="10" y="52"/>
                  </a:lnTo>
                  <a:lnTo>
                    <a:pt x="10" y="52"/>
                  </a:lnTo>
                  <a:lnTo>
                    <a:pt x="10" y="52"/>
                  </a:lnTo>
                  <a:lnTo>
                    <a:pt x="10" y="48"/>
                  </a:lnTo>
                  <a:lnTo>
                    <a:pt x="10" y="48"/>
                  </a:lnTo>
                  <a:lnTo>
                    <a:pt x="10" y="48"/>
                  </a:lnTo>
                  <a:lnTo>
                    <a:pt x="10" y="48"/>
                  </a:lnTo>
                  <a:lnTo>
                    <a:pt x="10" y="48"/>
                  </a:lnTo>
                  <a:lnTo>
                    <a:pt x="10" y="44"/>
                  </a:lnTo>
                  <a:lnTo>
                    <a:pt x="14" y="42"/>
                  </a:lnTo>
                  <a:lnTo>
                    <a:pt x="14" y="42"/>
                  </a:lnTo>
                  <a:lnTo>
                    <a:pt x="14" y="42"/>
                  </a:lnTo>
                  <a:lnTo>
                    <a:pt x="14" y="38"/>
                  </a:lnTo>
                  <a:lnTo>
                    <a:pt x="14" y="38"/>
                  </a:lnTo>
                  <a:lnTo>
                    <a:pt x="14" y="38"/>
                  </a:lnTo>
                  <a:lnTo>
                    <a:pt x="14" y="38"/>
                  </a:lnTo>
                  <a:lnTo>
                    <a:pt x="14" y="38"/>
                  </a:lnTo>
                  <a:lnTo>
                    <a:pt x="14" y="38"/>
                  </a:lnTo>
                  <a:lnTo>
                    <a:pt x="14" y="34"/>
                  </a:lnTo>
                  <a:lnTo>
                    <a:pt x="14" y="34"/>
                  </a:lnTo>
                  <a:lnTo>
                    <a:pt x="14" y="34"/>
                  </a:lnTo>
                  <a:lnTo>
                    <a:pt x="14" y="34"/>
                  </a:lnTo>
                  <a:lnTo>
                    <a:pt x="14" y="30"/>
                  </a:lnTo>
                  <a:lnTo>
                    <a:pt x="10" y="30"/>
                  </a:lnTo>
                  <a:lnTo>
                    <a:pt x="10" y="30"/>
                  </a:lnTo>
                  <a:lnTo>
                    <a:pt x="10" y="30"/>
                  </a:lnTo>
                  <a:lnTo>
                    <a:pt x="10" y="30"/>
                  </a:lnTo>
                  <a:lnTo>
                    <a:pt x="10" y="30"/>
                  </a:lnTo>
                  <a:lnTo>
                    <a:pt x="10" y="26"/>
                  </a:lnTo>
                  <a:lnTo>
                    <a:pt x="10" y="26"/>
                  </a:lnTo>
                  <a:lnTo>
                    <a:pt x="10" y="26"/>
                  </a:lnTo>
                  <a:lnTo>
                    <a:pt x="10" y="26"/>
                  </a:lnTo>
                  <a:lnTo>
                    <a:pt x="14" y="22"/>
                  </a:lnTo>
                  <a:lnTo>
                    <a:pt x="14" y="22"/>
                  </a:lnTo>
                  <a:lnTo>
                    <a:pt x="14" y="18"/>
                  </a:lnTo>
                  <a:lnTo>
                    <a:pt x="14" y="18"/>
                  </a:lnTo>
                  <a:lnTo>
                    <a:pt x="14" y="18"/>
                  </a:lnTo>
                  <a:lnTo>
                    <a:pt x="14" y="18"/>
                  </a:lnTo>
                  <a:lnTo>
                    <a:pt x="14" y="18"/>
                  </a:lnTo>
                  <a:lnTo>
                    <a:pt x="10" y="14"/>
                  </a:lnTo>
                  <a:lnTo>
                    <a:pt x="10" y="18"/>
                  </a:lnTo>
                  <a:lnTo>
                    <a:pt x="10" y="14"/>
                  </a:lnTo>
                  <a:lnTo>
                    <a:pt x="10" y="14"/>
                  </a:lnTo>
                  <a:lnTo>
                    <a:pt x="10" y="14"/>
                  </a:lnTo>
                  <a:lnTo>
                    <a:pt x="10" y="14"/>
                  </a:lnTo>
                  <a:lnTo>
                    <a:pt x="10" y="14"/>
                  </a:lnTo>
                  <a:lnTo>
                    <a:pt x="10" y="14"/>
                  </a:lnTo>
                  <a:lnTo>
                    <a:pt x="14" y="14"/>
                  </a:lnTo>
                  <a:lnTo>
                    <a:pt x="14" y="14"/>
                  </a:lnTo>
                  <a:lnTo>
                    <a:pt x="14" y="12"/>
                  </a:lnTo>
                  <a:lnTo>
                    <a:pt x="14" y="12"/>
                  </a:lnTo>
                  <a:lnTo>
                    <a:pt x="18" y="12"/>
                  </a:lnTo>
                  <a:lnTo>
                    <a:pt x="18" y="8"/>
                  </a:lnTo>
                  <a:lnTo>
                    <a:pt x="18" y="8"/>
                  </a:lnTo>
                  <a:lnTo>
                    <a:pt x="18" y="8"/>
                  </a:lnTo>
                  <a:lnTo>
                    <a:pt x="18" y="8"/>
                  </a:lnTo>
                  <a:lnTo>
                    <a:pt x="22" y="8"/>
                  </a:lnTo>
                  <a:lnTo>
                    <a:pt x="22" y="8"/>
                  </a:lnTo>
                  <a:lnTo>
                    <a:pt x="22" y="8"/>
                  </a:lnTo>
                  <a:lnTo>
                    <a:pt x="22" y="8"/>
                  </a:lnTo>
                  <a:lnTo>
                    <a:pt x="22" y="8"/>
                  </a:lnTo>
                  <a:lnTo>
                    <a:pt x="22" y="8"/>
                  </a:lnTo>
                  <a:lnTo>
                    <a:pt x="22" y="8"/>
                  </a:lnTo>
                  <a:lnTo>
                    <a:pt x="22" y="4"/>
                  </a:lnTo>
                  <a:lnTo>
                    <a:pt x="22" y="4"/>
                  </a:lnTo>
                  <a:lnTo>
                    <a:pt x="22" y="4"/>
                  </a:lnTo>
                  <a:lnTo>
                    <a:pt x="22" y="4"/>
                  </a:lnTo>
                  <a:lnTo>
                    <a:pt x="22" y="4"/>
                  </a:lnTo>
                  <a:lnTo>
                    <a:pt x="26" y="4"/>
                  </a:lnTo>
                  <a:lnTo>
                    <a:pt x="26" y="4"/>
                  </a:lnTo>
                  <a:lnTo>
                    <a:pt x="30" y="0"/>
                  </a:lnTo>
                  <a:lnTo>
                    <a:pt x="34" y="0"/>
                  </a:lnTo>
                  <a:lnTo>
                    <a:pt x="34" y="0"/>
                  </a:lnTo>
                  <a:lnTo>
                    <a:pt x="34" y="0"/>
                  </a:lnTo>
                  <a:lnTo>
                    <a:pt x="34" y="0"/>
                  </a:lnTo>
                  <a:lnTo>
                    <a:pt x="34" y="4"/>
                  </a:lnTo>
                  <a:lnTo>
                    <a:pt x="34" y="4"/>
                  </a:lnTo>
                  <a:lnTo>
                    <a:pt x="34" y="4"/>
                  </a:lnTo>
                  <a:lnTo>
                    <a:pt x="34" y="4"/>
                  </a:lnTo>
                  <a:lnTo>
                    <a:pt x="34" y="4"/>
                  </a:lnTo>
                  <a:lnTo>
                    <a:pt x="34" y="4"/>
                  </a:lnTo>
                  <a:lnTo>
                    <a:pt x="34" y="4"/>
                  </a:lnTo>
                  <a:lnTo>
                    <a:pt x="38" y="4"/>
                  </a:lnTo>
                  <a:lnTo>
                    <a:pt x="38" y="4"/>
                  </a:lnTo>
                  <a:lnTo>
                    <a:pt x="38" y="4"/>
                  </a:lnTo>
                  <a:lnTo>
                    <a:pt x="34" y="4"/>
                  </a:lnTo>
                  <a:lnTo>
                    <a:pt x="38" y="4"/>
                  </a:lnTo>
                  <a:lnTo>
                    <a:pt x="38" y="4"/>
                  </a:lnTo>
                  <a:lnTo>
                    <a:pt x="40" y="4"/>
                  </a:lnTo>
                  <a:lnTo>
                    <a:pt x="40" y="4"/>
                  </a:lnTo>
                  <a:lnTo>
                    <a:pt x="40" y="4"/>
                  </a:lnTo>
                  <a:lnTo>
                    <a:pt x="40" y="4"/>
                  </a:lnTo>
                  <a:lnTo>
                    <a:pt x="38" y="4"/>
                  </a:lnTo>
                  <a:lnTo>
                    <a:pt x="40" y="4"/>
                  </a:lnTo>
                  <a:lnTo>
                    <a:pt x="40" y="4"/>
                  </a:lnTo>
                  <a:lnTo>
                    <a:pt x="40" y="8"/>
                  </a:lnTo>
                  <a:lnTo>
                    <a:pt x="40" y="8"/>
                  </a:lnTo>
                  <a:lnTo>
                    <a:pt x="40" y="8"/>
                  </a:lnTo>
                  <a:lnTo>
                    <a:pt x="40" y="8"/>
                  </a:lnTo>
                  <a:lnTo>
                    <a:pt x="40" y="8"/>
                  </a:lnTo>
                  <a:lnTo>
                    <a:pt x="40" y="8"/>
                  </a:lnTo>
                  <a:close/>
                  <a:moveTo>
                    <a:pt x="52" y="52"/>
                  </a:moveTo>
                  <a:lnTo>
                    <a:pt x="52" y="52"/>
                  </a:lnTo>
                  <a:lnTo>
                    <a:pt x="52" y="52"/>
                  </a:lnTo>
                  <a:lnTo>
                    <a:pt x="52" y="48"/>
                  </a:lnTo>
                  <a:lnTo>
                    <a:pt x="56" y="48"/>
                  </a:lnTo>
                  <a:lnTo>
                    <a:pt x="56" y="48"/>
                  </a:lnTo>
                  <a:lnTo>
                    <a:pt x="56" y="48"/>
                  </a:lnTo>
                  <a:lnTo>
                    <a:pt x="56" y="48"/>
                  </a:lnTo>
                  <a:lnTo>
                    <a:pt x="56" y="48"/>
                  </a:lnTo>
                  <a:lnTo>
                    <a:pt x="56" y="48"/>
                  </a:lnTo>
                  <a:lnTo>
                    <a:pt x="56" y="48"/>
                  </a:lnTo>
                  <a:lnTo>
                    <a:pt x="52" y="48"/>
                  </a:lnTo>
                  <a:lnTo>
                    <a:pt x="52" y="48"/>
                  </a:lnTo>
                  <a:lnTo>
                    <a:pt x="52" y="52"/>
                  </a:lnTo>
                  <a:lnTo>
                    <a:pt x="52" y="52"/>
                  </a:lnTo>
                  <a:lnTo>
                    <a:pt x="52" y="52"/>
                  </a:lnTo>
                  <a:lnTo>
                    <a:pt x="52" y="52"/>
                  </a:lnTo>
                  <a:close/>
                  <a:moveTo>
                    <a:pt x="48" y="72"/>
                  </a:moveTo>
                  <a:lnTo>
                    <a:pt x="48" y="72"/>
                  </a:lnTo>
                  <a:lnTo>
                    <a:pt x="48" y="72"/>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48" y="68"/>
                  </a:lnTo>
                  <a:lnTo>
                    <a:pt x="52" y="68"/>
                  </a:lnTo>
                  <a:lnTo>
                    <a:pt x="52" y="68"/>
                  </a:lnTo>
                  <a:lnTo>
                    <a:pt x="52" y="68"/>
                  </a:lnTo>
                  <a:lnTo>
                    <a:pt x="52" y="68"/>
                  </a:lnTo>
                  <a:lnTo>
                    <a:pt x="52" y="68"/>
                  </a:lnTo>
                  <a:lnTo>
                    <a:pt x="52" y="68"/>
                  </a:lnTo>
                  <a:lnTo>
                    <a:pt x="52" y="68"/>
                  </a:lnTo>
                  <a:lnTo>
                    <a:pt x="52" y="68"/>
                  </a:lnTo>
                  <a:lnTo>
                    <a:pt x="48" y="72"/>
                  </a:lnTo>
                  <a:lnTo>
                    <a:pt x="48" y="72"/>
                  </a:lnTo>
                  <a:lnTo>
                    <a:pt x="48" y="72"/>
                  </a:lnTo>
                  <a:lnTo>
                    <a:pt x="48" y="72"/>
                  </a:lnTo>
                  <a:lnTo>
                    <a:pt x="48" y="7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19" name="Freeform 174"/>
            <p:cNvSpPr>
              <a:spLocks noChangeAspect="1"/>
            </p:cNvSpPr>
            <p:nvPr/>
          </p:nvSpPr>
          <p:spPr bwMode="gray">
            <a:xfrm>
              <a:off x="5523479" y="4394477"/>
              <a:ext cx="139141" cy="170448"/>
            </a:xfrm>
            <a:custGeom>
              <a:avLst/>
              <a:gdLst>
                <a:gd name="T0" fmla="*/ 42 w 80"/>
                <a:gd name="T1" fmla="*/ 90 h 98"/>
                <a:gd name="T2" fmla="*/ 22 w 80"/>
                <a:gd name="T3" fmla="*/ 90 h 98"/>
                <a:gd name="T4" fmla="*/ 16 w 80"/>
                <a:gd name="T5" fmla="*/ 90 h 98"/>
                <a:gd name="T6" fmla="*/ 12 w 80"/>
                <a:gd name="T7" fmla="*/ 94 h 98"/>
                <a:gd name="T8" fmla="*/ 8 w 80"/>
                <a:gd name="T9" fmla="*/ 98 h 98"/>
                <a:gd name="T10" fmla="*/ 4 w 80"/>
                <a:gd name="T11" fmla="*/ 98 h 98"/>
                <a:gd name="T12" fmla="*/ 4 w 80"/>
                <a:gd name="T13" fmla="*/ 98 h 98"/>
                <a:gd name="T14" fmla="*/ 0 w 80"/>
                <a:gd name="T15" fmla="*/ 98 h 98"/>
                <a:gd name="T16" fmla="*/ 0 w 80"/>
                <a:gd name="T17" fmla="*/ 90 h 98"/>
                <a:gd name="T18" fmla="*/ 4 w 80"/>
                <a:gd name="T19" fmla="*/ 82 h 98"/>
                <a:gd name="T20" fmla="*/ 4 w 80"/>
                <a:gd name="T21" fmla="*/ 74 h 98"/>
                <a:gd name="T22" fmla="*/ 4 w 80"/>
                <a:gd name="T23" fmla="*/ 70 h 98"/>
                <a:gd name="T24" fmla="*/ 8 w 80"/>
                <a:gd name="T25" fmla="*/ 64 h 98"/>
                <a:gd name="T26" fmla="*/ 8 w 80"/>
                <a:gd name="T27" fmla="*/ 60 h 98"/>
                <a:gd name="T28" fmla="*/ 8 w 80"/>
                <a:gd name="T29" fmla="*/ 56 h 98"/>
                <a:gd name="T30" fmla="*/ 12 w 80"/>
                <a:gd name="T31" fmla="*/ 52 h 98"/>
                <a:gd name="T32" fmla="*/ 16 w 80"/>
                <a:gd name="T33" fmla="*/ 52 h 98"/>
                <a:gd name="T34" fmla="*/ 22 w 80"/>
                <a:gd name="T35" fmla="*/ 40 h 98"/>
                <a:gd name="T36" fmla="*/ 22 w 80"/>
                <a:gd name="T37" fmla="*/ 34 h 98"/>
                <a:gd name="T38" fmla="*/ 20 w 80"/>
                <a:gd name="T39" fmla="*/ 34 h 98"/>
                <a:gd name="T40" fmla="*/ 20 w 80"/>
                <a:gd name="T41" fmla="*/ 30 h 98"/>
                <a:gd name="T42" fmla="*/ 20 w 80"/>
                <a:gd name="T43" fmla="*/ 22 h 98"/>
                <a:gd name="T44" fmla="*/ 20 w 80"/>
                <a:gd name="T45" fmla="*/ 18 h 98"/>
                <a:gd name="T46" fmla="*/ 20 w 80"/>
                <a:gd name="T47" fmla="*/ 10 h 98"/>
                <a:gd name="T48" fmla="*/ 20 w 80"/>
                <a:gd name="T49" fmla="*/ 10 h 98"/>
                <a:gd name="T50" fmla="*/ 26 w 80"/>
                <a:gd name="T51" fmla="*/ 6 h 98"/>
                <a:gd name="T52" fmla="*/ 34 w 80"/>
                <a:gd name="T53" fmla="*/ 6 h 98"/>
                <a:gd name="T54" fmla="*/ 34 w 80"/>
                <a:gd name="T55" fmla="*/ 10 h 98"/>
                <a:gd name="T56" fmla="*/ 38 w 80"/>
                <a:gd name="T57" fmla="*/ 10 h 98"/>
                <a:gd name="T58" fmla="*/ 42 w 80"/>
                <a:gd name="T59" fmla="*/ 6 h 98"/>
                <a:gd name="T60" fmla="*/ 46 w 80"/>
                <a:gd name="T61" fmla="*/ 6 h 98"/>
                <a:gd name="T62" fmla="*/ 50 w 80"/>
                <a:gd name="T63" fmla="*/ 6 h 98"/>
                <a:gd name="T64" fmla="*/ 56 w 80"/>
                <a:gd name="T65" fmla="*/ 6 h 98"/>
                <a:gd name="T66" fmla="*/ 64 w 80"/>
                <a:gd name="T67" fmla="*/ 0 h 98"/>
                <a:gd name="T68" fmla="*/ 68 w 80"/>
                <a:gd name="T69" fmla="*/ 6 h 98"/>
                <a:gd name="T70" fmla="*/ 72 w 80"/>
                <a:gd name="T71" fmla="*/ 10 h 98"/>
                <a:gd name="T72" fmla="*/ 72 w 80"/>
                <a:gd name="T73" fmla="*/ 18 h 98"/>
                <a:gd name="T74" fmla="*/ 76 w 80"/>
                <a:gd name="T75" fmla="*/ 22 h 98"/>
                <a:gd name="T76" fmla="*/ 76 w 80"/>
                <a:gd name="T77" fmla="*/ 26 h 98"/>
                <a:gd name="T78" fmla="*/ 76 w 80"/>
                <a:gd name="T79" fmla="*/ 34 h 98"/>
                <a:gd name="T80" fmla="*/ 80 w 80"/>
                <a:gd name="T81" fmla="*/ 40 h 98"/>
                <a:gd name="T82" fmla="*/ 76 w 80"/>
                <a:gd name="T83" fmla="*/ 44 h 98"/>
                <a:gd name="T84" fmla="*/ 76 w 80"/>
                <a:gd name="T85" fmla="*/ 48 h 98"/>
                <a:gd name="T86" fmla="*/ 76 w 80"/>
                <a:gd name="T87" fmla="*/ 52 h 98"/>
                <a:gd name="T88" fmla="*/ 76 w 80"/>
                <a:gd name="T89" fmla="*/ 52 h 98"/>
                <a:gd name="T90" fmla="*/ 72 w 80"/>
                <a:gd name="T91" fmla="*/ 56 h 98"/>
                <a:gd name="T92" fmla="*/ 72 w 80"/>
                <a:gd name="T93" fmla="*/ 60 h 98"/>
                <a:gd name="T94" fmla="*/ 64 w 80"/>
                <a:gd name="T95" fmla="*/ 66 h 98"/>
                <a:gd name="T96" fmla="*/ 64 w 80"/>
                <a:gd name="T97" fmla="*/ 70 h 98"/>
                <a:gd name="T98" fmla="*/ 64 w 80"/>
                <a:gd name="T99" fmla="*/ 78 h 98"/>
                <a:gd name="T100" fmla="*/ 56 w 80"/>
                <a:gd name="T101" fmla="*/ 90 h 98"/>
                <a:gd name="T102" fmla="*/ 52 w 80"/>
                <a:gd name="T103" fmla="*/ 9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80" h="98">
                  <a:moveTo>
                    <a:pt x="50" y="90"/>
                  </a:moveTo>
                  <a:lnTo>
                    <a:pt x="46" y="90"/>
                  </a:lnTo>
                  <a:lnTo>
                    <a:pt x="46" y="90"/>
                  </a:lnTo>
                  <a:lnTo>
                    <a:pt x="46" y="90"/>
                  </a:lnTo>
                  <a:lnTo>
                    <a:pt x="42" y="90"/>
                  </a:lnTo>
                  <a:lnTo>
                    <a:pt x="30" y="90"/>
                  </a:lnTo>
                  <a:lnTo>
                    <a:pt x="30" y="90"/>
                  </a:lnTo>
                  <a:lnTo>
                    <a:pt x="26" y="90"/>
                  </a:lnTo>
                  <a:lnTo>
                    <a:pt x="26" y="90"/>
                  </a:lnTo>
                  <a:lnTo>
                    <a:pt x="22" y="90"/>
                  </a:lnTo>
                  <a:lnTo>
                    <a:pt x="20" y="90"/>
                  </a:lnTo>
                  <a:lnTo>
                    <a:pt x="20" y="90"/>
                  </a:lnTo>
                  <a:lnTo>
                    <a:pt x="16" y="90"/>
                  </a:lnTo>
                  <a:lnTo>
                    <a:pt x="16" y="90"/>
                  </a:lnTo>
                  <a:lnTo>
                    <a:pt x="16" y="90"/>
                  </a:lnTo>
                  <a:lnTo>
                    <a:pt x="16" y="90"/>
                  </a:lnTo>
                  <a:lnTo>
                    <a:pt x="16" y="90"/>
                  </a:lnTo>
                  <a:lnTo>
                    <a:pt x="12" y="90"/>
                  </a:lnTo>
                  <a:lnTo>
                    <a:pt x="12" y="94"/>
                  </a:lnTo>
                  <a:lnTo>
                    <a:pt x="12" y="94"/>
                  </a:lnTo>
                  <a:lnTo>
                    <a:pt x="12" y="94"/>
                  </a:lnTo>
                  <a:lnTo>
                    <a:pt x="12" y="94"/>
                  </a:lnTo>
                  <a:lnTo>
                    <a:pt x="12" y="98"/>
                  </a:lnTo>
                  <a:lnTo>
                    <a:pt x="8" y="98"/>
                  </a:lnTo>
                  <a:lnTo>
                    <a:pt x="8" y="98"/>
                  </a:lnTo>
                  <a:lnTo>
                    <a:pt x="8" y="98"/>
                  </a:lnTo>
                  <a:lnTo>
                    <a:pt x="8" y="98"/>
                  </a:lnTo>
                  <a:lnTo>
                    <a:pt x="8" y="98"/>
                  </a:lnTo>
                  <a:lnTo>
                    <a:pt x="4" y="98"/>
                  </a:lnTo>
                  <a:lnTo>
                    <a:pt x="4" y="98"/>
                  </a:lnTo>
                  <a:lnTo>
                    <a:pt x="4" y="98"/>
                  </a:lnTo>
                  <a:lnTo>
                    <a:pt x="4" y="98"/>
                  </a:lnTo>
                  <a:lnTo>
                    <a:pt x="4" y="98"/>
                  </a:lnTo>
                  <a:lnTo>
                    <a:pt x="4" y="98"/>
                  </a:lnTo>
                  <a:lnTo>
                    <a:pt x="4" y="98"/>
                  </a:lnTo>
                  <a:lnTo>
                    <a:pt x="4" y="98"/>
                  </a:lnTo>
                  <a:lnTo>
                    <a:pt x="0" y="98"/>
                  </a:lnTo>
                  <a:lnTo>
                    <a:pt x="0" y="98"/>
                  </a:lnTo>
                  <a:lnTo>
                    <a:pt x="0" y="98"/>
                  </a:lnTo>
                  <a:lnTo>
                    <a:pt x="0" y="98"/>
                  </a:lnTo>
                  <a:lnTo>
                    <a:pt x="0" y="94"/>
                  </a:lnTo>
                  <a:lnTo>
                    <a:pt x="0" y="94"/>
                  </a:lnTo>
                  <a:lnTo>
                    <a:pt x="0" y="90"/>
                  </a:lnTo>
                  <a:lnTo>
                    <a:pt x="0" y="90"/>
                  </a:lnTo>
                  <a:lnTo>
                    <a:pt x="0" y="90"/>
                  </a:lnTo>
                  <a:lnTo>
                    <a:pt x="0" y="86"/>
                  </a:lnTo>
                  <a:lnTo>
                    <a:pt x="0" y="86"/>
                  </a:lnTo>
                  <a:lnTo>
                    <a:pt x="0" y="82"/>
                  </a:lnTo>
                  <a:lnTo>
                    <a:pt x="4" y="82"/>
                  </a:lnTo>
                  <a:lnTo>
                    <a:pt x="4" y="82"/>
                  </a:lnTo>
                  <a:lnTo>
                    <a:pt x="4" y="82"/>
                  </a:lnTo>
                  <a:lnTo>
                    <a:pt x="4" y="78"/>
                  </a:lnTo>
                  <a:lnTo>
                    <a:pt x="4" y="74"/>
                  </a:lnTo>
                  <a:lnTo>
                    <a:pt x="4" y="74"/>
                  </a:lnTo>
                  <a:lnTo>
                    <a:pt x="4" y="74"/>
                  </a:lnTo>
                  <a:lnTo>
                    <a:pt x="4" y="70"/>
                  </a:lnTo>
                  <a:lnTo>
                    <a:pt x="4" y="70"/>
                  </a:lnTo>
                  <a:lnTo>
                    <a:pt x="4" y="70"/>
                  </a:lnTo>
                  <a:lnTo>
                    <a:pt x="4" y="70"/>
                  </a:lnTo>
                  <a:lnTo>
                    <a:pt x="4" y="70"/>
                  </a:lnTo>
                  <a:lnTo>
                    <a:pt x="4" y="66"/>
                  </a:lnTo>
                  <a:lnTo>
                    <a:pt x="4" y="66"/>
                  </a:lnTo>
                  <a:lnTo>
                    <a:pt x="8" y="66"/>
                  </a:lnTo>
                  <a:lnTo>
                    <a:pt x="8" y="64"/>
                  </a:lnTo>
                  <a:lnTo>
                    <a:pt x="8" y="64"/>
                  </a:lnTo>
                  <a:lnTo>
                    <a:pt x="8" y="64"/>
                  </a:lnTo>
                  <a:lnTo>
                    <a:pt x="8" y="60"/>
                  </a:lnTo>
                  <a:lnTo>
                    <a:pt x="8" y="60"/>
                  </a:lnTo>
                  <a:lnTo>
                    <a:pt x="8" y="60"/>
                  </a:lnTo>
                  <a:lnTo>
                    <a:pt x="8" y="60"/>
                  </a:lnTo>
                  <a:lnTo>
                    <a:pt x="8" y="60"/>
                  </a:lnTo>
                  <a:lnTo>
                    <a:pt x="8" y="60"/>
                  </a:lnTo>
                  <a:lnTo>
                    <a:pt x="8" y="56"/>
                  </a:lnTo>
                  <a:lnTo>
                    <a:pt x="8" y="56"/>
                  </a:lnTo>
                  <a:lnTo>
                    <a:pt x="8" y="56"/>
                  </a:lnTo>
                  <a:lnTo>
                    <a:pt x="8" y="56"/>
                  </a:lnTo>
                  <a:lnTo>
                    <a:pt x="12" y="56"/>
                  </a:lnTo>
                  <a:lnTo>
                    <a:pt x="12" y="56"/>
                  </a:lnTo>
                  <a:lnTo>
                    <a:pt x="12" y="56"/>
                  </a:lnTo>
                  <a:lnTo>
                    <a:pt x="12" y="52"/>
                  </a:lnTo>
                  <a:lnTo>
                    <a:pt x="12" y="52"/>
                  </a:lnTo>
                  <a:lnTo>
                    <a:pt x="12" y="52"/>
                  </a:lnTo>
                  <a:lnTo>
                    <a:pt x="16" y="52"/>
                  </a:lnTo>
                  <a:lnTo>
                    <a:pt x="16" y="52"/>
                  </a:lnTo>
                  <a:lnTo>
                    <a:pt x="16" y="52"/>
                  </a:lnTo>
                  <a:lnTo>
                    <a:pt x="16" y="48"/>
                  </a:lnTo>
                  <a:lnTo>
                    <a:pt x="16" y="48"/>
                  </a:lnTo>
                  <a:lnTo>
                    <a:pt x="16" y="48"/>
                  </a:lnTo>
                  <a:lnTo>
                    <a:pt x="20" y="44"/>
                  </a:lnTo>
                  <a:lnTo>
                    <a:pt x="22" y="40"/>
                  </a:lnTo>
                  <a:lnTo>
                    <a:pt x="22" y="36"/>
                  </a:lnTo>
                  <a:lnTo>
                    <a:pt x="26" y="36"/>
                  </a:lnTo>
                  <a:lnTo>
                    <a:pt x="26" y="36"/>
                  </a:lnTo>
                  <a:lnTo>
                    <a:pt x="22" y="34"/>
                  </a:lnTo>
                  <a:lnTo>
                    <a:pt x="22" y="34"/>
                  </a:lnTo>
                  <a:lnTo>
                    <a:pt x="22" y="34"/>
                  </a:lnTo>
                  <a:lnTo>
                    <a:pt x="22" y="30"/>
                  </a:lnTo>
                  <a:lnTo>
                    <a:pt x="22" y="30"/>
                  </a:lnTo>
                  <a:lnTo>
                    <a:pt x="20" y="34"/>
                  </a:lnTo>
                  <a:lnTo>
                    <a:pt x="20" y="34"/>
                  </a:lnTo>
                  <a:lnTo>
                    <a:pt x="20" y="34"/>
                  </a:lnTo>
                  <a:lnTo>
                    <a:pt x="20" y="34"/>
                  </a:lnTo>
                  <a:lnTo>
                    <a:pt x="20" y="30"/>
                  </a:lnTo>
                  <a:lnTo>
                    <a:pt x="20" y="30"/>
                  </a:lnTo>
                  <a:lnTo>
                    <a:pt x="20" y="30"/>
                  </a:lnTo>
                  <a:lnTo>
                    <a:pt x="20" y="26"/>
                  </a:lnTo>
                  <a:lnTo>
                    <a:pt x="20" y="26"/>
                  </a:lnTo>
                  <a:lnTo>
                    <a:pt x="20" y="26"/>
                  </a:lnTo>
                  <a:lnTo>
                    <a:pt x="20" y="22"/>
                  </a:lnTo>
                  <a:lnTo>
                    <a:pt x="20" y="22"/>
                  </a:lnTo>
                  <a:lnTo>
                    <a:pt x="20" y="22"/>
                  </a:lnTo>
                  <a:lnTo>
                    <a:pt x="20" y="22"/>
                  </a:lnTo>
                  <a:lnTo>
                    <a:pt x="20" y="22"/>
                  </a:lnTo>
                  <a:lnTo>
                    <a:pt x="20" y="22"/>
                  </a:lnTo>
                  <a:lnTo>
                    <a:pt x="20" y="18"/>
                  </a:lnTo>
                  <a:lnTo>
                    <a:pt x="20" y="18"/>
                  </a:lnTo>
                  <a:lnTo>
                    <a:pt x="20" y="14"/>
                  </a:lnTo>
                  <a:lnTo>
                    <a:pt x="20" y="14"/>
                  </a:lnTo>
                  <a:lnTo>
                    <a:pt x="20" y="14"/>
                  </a:lnTo>
                  <a:lnTo>
                    <a:pt x="20" y="10"/>
                  </a:lnTo>
                  <a:lnTo>
                    <a:pt x="20" y="10"/>
                  </a:lnTo>
                  <a:lnTo>
                    <a:pt x="20" y="10"/>
                  </a:lnTo>
                  <a:lnTo>
                    <a:pt x="20" y="10"/>
                  </a:lnTo>
                  <a:lnTo>
                    <a:pt x="20" y="10"/>
                  </a:lnTo>
                  <a:lnTo>
                    <a:pt x="20" y="10"/>
                  </a:lnTo>
                  <a:lnTo>
                    <a:pt x="22" y="10"/>
                  </a:lnTo>
                  <a:lnTo>
                    <a:pt x="22" y="6"/>
                  </a:lnTo>
                  <a:lnTo>
                    <a:pt x="22" y="6"/>
                  </a:lnTo>
                  <a:lnTo>
                    <a:pt x="26" y="6"/>
                  </a:lnTo>
                  <a:lnTo>
                    <a:pt x="26" y="6"/>
                  </a:lnTo>
                  <a:lnTo>
                    <a:pt x="26" y="10"/>
                  </a:lnTo>
                  <a:lnTo>
                    <a:pt x="30" y="10"/>
                  </a:lnTo>
                  <a:lnTo>
                    <a:pt x="30" y="6"/>
                  </a:lnTo>
                  <a:lnTo>
                    <a:pt x="30" y="6"/>
                  </a:lnTo>
                  <a:lnTo>
                    <a:pt x="34" y="6"/>
                  </a:lnTo>
                  <a:lnTo>
                    <a:pt x="34" y="6"/>
                  </a:lnTo>
                  <a:lnTo>
                    <a:pt x="34" y="6"/>
                  </a:lnTo>
                  <a:lnTo>
                    <a:pt x="34" y="10"/>
                  </a:lnTo>
                  <a:lnTo>
                    <a:pt x="34" y="10"/>
                  </a:lnTo>
                  <a:lnTo>
                    <a:pt x="34" y="10"/>
                  </a:lnTo>
                  <a:lnTo>
                    <a:pt x="38" y="10"/>
                  </a:lnTo>
                  <a:lnTo>
                    <a:pt x="38" y="10"/>
                  </a:lnTo>
                  <a:lnTo>
                    <a:pt x="38" y="10"/>
                  </a:lnTo>
                  <a:lnTo>
                    <a:pt x="38" y="10"/>
                  </a:lnTo>
                  <a:lnTo>
                    <a:pt x="38" y="10"/>
                  </a:lnTo>
                  <a:lnTo>
                    <a:pt x="38" y="10"/>
                  </a:lnTo>
                  <a:lnTo>
                    <a:pt x="38" y="10"/>
                  </a:lnTo>
                  <a:lnTo>
                    <a:pt x="38" y="10"/>
                  </a:lnTo>
                  <a:lnTo>
                    <a:pt x="38" y="10"/>
                  </a:lnTo>
                  <a:lnTo>
                    <a:pt x="42" y="6"/>
                  </a:lnTo>
                  <a:lnTo>
                    <a:pt x="42" y="6"/>
                  </a:lnTo>
                  <a:lnTo>
                    <a:pt x="46" y="6"/>
                  </a:lnTo>
                  <a:lnTo>
                    <a:pt x="46" y="6"/>
                  </a:lnTo>
                  <a:lnTo>
                    <a:pt x="46" y="6"/>
                  </a:lnTo>
                  <a:lnTo>
                    <a:pt x="46" y="6"/>
                  </a:lnTo>
                  <a:lnTo>
                    <a:pt x="50" y="6"/>
                  </a:lnTo>
                  <a:lnTo>
                    <a:pt x="50" y="6"/>
                  </a:lnTo>
                  <a:lnTo>
                    <a:pt x="50" y="6"/>
                  </a:lnTo>
                  <a:lnTo>
                    <a:pt x="50" y="6"/>
                  </a:lnTo>
                  <a:lnTo>
                    <a:pt x="50" y="6"/>
                  </a:lnTo>
                  <a:lnTo>
                    <a:pt x="52" y="6"/>
                  </a:lnTo>
                  <a:lnTo>
                    <a:pt x="52" y="6"/>
                  </a:lnTo>
                  <a:lnTo>
                    <a:pt x="52" y="6"/>
                  </a:lnTo>
                  <a:lnTo>
                    <a:pt x="56" y="6"/>
                  </a:lnTo>
                  <a:lnTo>
                    <a:pt x="56" y="6"/>
                  </a:lnTo>
                  <a:lnTo>
                    <a:pt x="56" y="6"/>
                  </a:lnTo>
                  <a:lnTo>
                    <a:pt x="64" y="0"/>
                  </a:lnTo>
                  <a:lnTo>
                    <a:pt x="64" y="0"/>
                  </a:lnTo>
                  <a:lnTo>
                    <a:pt x="64" y="0"/>
                  </a:lnTo>
                  <a:lnTo>
                    <a:pt x="64" y="0"/>
                  </a:lnTo>
                  <a:lnTo>
                    <a:pt x="64" y="2"/>
                  </a:lnTo>
                  <a:lnTo>
                    <a:pt x="68" y="2"/>
                  </a:lnTo>
                  <a:lnTo>
                    <a:pt x="68" y="6"/>
                  </a:lnTo>
                  <a:lnTo>
                    <a:pt x="68" y="6"/>
                  </a:lnTo>
                  <a:lnTo>
                    <a:pt x="68" y="6"/>
                  </a:lnTo>
                  <a:lnTo>
                    <a:pt x="68" y="6"/>
                  </a:lnTo>
                  <a:lnTo>
                    <a:pt x="72" y="10"/>
                  </a:lnTo>
                  <a:lnTo>
                    <a:pt x="72" y="10"/>
                  </a:lnTo>
                  <a:lnTo>
                    <a:pt x="72" y="10"/>
                  </a:lnTo>
                  <a:lnTo>
                    <a:pt x="72" y="10"/>
                  </a:lnTo>
                  <a:lnTo>
                    <a:pt x="72" y="14"/>
                  </a:lnTo>
                  <a:lnTo>
                    <a:pt x="72" y="14"/>
                  </a:lnTo>
                  <a:lnTo>
                    <a:pt x="72" y="18"/>
                  </a:lnTo>
                  <a:lnTo>
                    <a:pt x="72" y="18"/>
                  </a:lnTo>
                  <a:lnTo>
                    <a:pt x="72" y="18"/>
                  </a:lnTo>
                  <a:lnTo>
                    <a:pt x="72" y="18"/>
                  </a:lnTo>
                  <a:lnTo>
                    <a:pt x="72" y="18"/>
                  </a:lnTo>
                  <a:lnTo>
                    <a:pt x="72" y="22"/>
                  </a:lnTo>
                  <a:lnTo>
                    <a:pt x="72" y="22"/>
                  </a:lnTo>
                  <a:lnTo>
                    <a:pt x="76" y="22"/>
                  </a:lnTo>
                  <a:lnTo>
                    <a:pt x="76" y="22"/>
                  </a:lnTo>
                  <a:lnTo>
                    <a:pt x="76" y="22"/>
                  </a:lnTo>
                  <a:lnTo>
                    <a:pt x="76" y="22"/>
                  </a:lnTo>
                  <a:lnTo>
                    <a:pt x="76" y="26"/>
                  </a:lnTo>
                  <a:lnTo>
                    <a:pt x="76" y="26"/>
                  </a:lnTo>
                  <a:lnTo>
                    <a:pt x="76" y="26"/>
                  </a:lnTo>
                  <a:lnTo>
                    <a:pt x="76" y="30"/>
                  </a:lnTo>
                  <a:lnTo>
                    <a:pt x="76" y="30"/>
                  </a:lnTo>
                  <a:lnTo>
                    <a:pt x="76" y="30"/>
                  </a:lnTo>
                  <a:lnTo>
                    <a:pt x="76" y="34"/>
                  </a:lnTo>
                  <a:lnTo>
                    <a:pt x="76" y="34"/>
                  </a:lnTo>
                  <a:lnTo>
                    <a:pt x="80" y="34"/>
                  </a:lnTo>
                  <a:lnTo>
                    <a:pt x="80" y="34"/>
                  </a:lnTo>
                  <a:lnTo>
                    <a:pt x="80" y="36"/>
                  </a:lnTo>
                  <a:lnTo>
                    <a:pt x="80" y="40"/>
                  </a:lnTo>
                  <a:lnTo>
                    <a:pt x="80" y="44"/>
                  </a:lnTo>
                  <a:lnTo>
                    <a:pt x="80" y="44"/>
                  </a:lnTo>
                  <a:lnTo>
                    <a:pt x="80" y="44"/>
                  </a:lnTo>
                  <a:lnTo>
                    <a:pt x="80" y="44"/>
                  </a:lnTo>
                  <a:lnTo>
                    <a:pt x="76" y="44"/>
                  </a:lnTo>
                  <a:lnTo>
                    <a:pt x="76" y="44"/>
                  </a:lnTo>
                  <a:lnTo>
                    <a:pt x="76" y="48"/>
                  </a:lnTo>
                  <a:lnTo>
                    <a:pt x="76" y="48"/>
                  </a:lnTo>
                  <a:lnTo>
                    <a:pt x="76" y="48"/>
                  </a:lnTo>
                  <a:lnTo>
                    <a:pt x="76" y="48"/>
                  </a:lnTo>
                  <a:lnTo>
                    <a:pt x="76" y="48"/>
                  </a:lnTo>
                  <a:lnTo>
                    <a:pt x="76" y="48"/>
                  </a:lnTo>
                  <a:lnTo>
                    <a:pt x="76" y="48"/>
                  </a:lnTo>
                  <a:lnTo>
                    <a:pt x="76" y="52"/>
                  </a:lnTo>
                  <a:lnTo>
                    <a:pt x="76" y="52"/>
                  </a:lnTo>
                  <a:lnTo>
                    <a:pt x="76" y="52"/>
                  </a:lnTo>
                  <a:lnTo>
                    <a:pt x="76" y="52"/>
                  </a:lnTo>
                  <a:lnTo>
                    <a:pt x="76" y="52"/>
                  </a:lnTo>
                  <a:lnTo>
                    <a:pt x="76" y="52"/>
                  </a:lnTo>
                  <a:lnTo>
                    <a:pt x="76" y="52"/>
                  </a:lnTo>
                  <a:lnTo>
                    <a:pt x="72" y="52"/>
                  </a:lnTo>
                  <a:lnTo>
                    <a:pt x="72" y="52"/>
                  </a:lnTo>
                  <a:lnTo>
                    <a:pt x="72" y="52"/>
                  </a:lnTo>
                  <a:lnTo>
                    <a:pt x="72" y="56"/>
                  </a:lnTo>
                  <a:lnTo>
                    <a:pt x="72" y="56"/>
                  </a:lnTo>
                  <a:lnTo>
                    <a:pt x="72" y="56"/>
                  </a:lnTo>
                  <a:lnTo>
                    <a:pt x="72" y="56"/>
                  </a:lnTo>
                  <a:lnTo>
                    <a:pt x="72" y="56"/>
                  </a:lnTo>
                  <a:lnTo>
                    <a:pt x="72" y="60"/>
                  </a:lnTo>
                  <a:lnTo>
                    <a:pt x="72" y="60"/>
                  </a:lnTo>
                  <a:lnTo>
                    <a:pt x="68" y="64"/>
                  </a:lnTo>
                  <a:lnTo>
                    <a:pt x="68" y="64"/>
                  </a:lnTo>
                  <a:lnTo>
                    <a:pt x="68" y="64"/>
                  </a:lnTo>
                  <a:lnTo>
                    <a:pt x="68" y="64"/>
                  </a:lnTo>
                  <a:lnTo>
                    <a:pt x="64" y="66"/>
                  </a:lnTo>
                  <a:lnTo>
                    <a:pt x="64" y="66"/>
                  </a:lnTo>
                  <a:lnTo>
                    <a:pt x="64" y="70"/>
                  </a:lnTo>
                  <a:lnTo>
                    <a:pt x="64" y="70"/>
                  </a:lnTo>
                  <a:lnTo>
                    <a:pt x="64" y="70"/>
                  </a:lnTo>
                  <a:lnTo>
                    <a:pt x="64" y="70"/>
                  </a:lnTo>
                  <a:lnTo>
                    <a:pt x="64" y="70"/>
                  </a:lnTo>
                  <a:lnTo>
                    <a:pt x="64" y="74"/>
                  </a:lnTo>
                  <a:lnTo>
                    <a:pt x="64" y="74"/>
                  </a:lnTo>
                  <a:lnTo>
                    <a:pt x="64" y="74"/>
                  </a:lnTo>
                  <a:lnTo>
                    <a:pt x="64" y="78"/>
                  </a:lnTo>
                  <a:lnTo>
                    <a:pt x="64" y="82"/>
                  </a:lnTo>
                  <a:lnTo>
                    <a:pt x="64" y="90"/>
                  </a:lnTo>
                  <a:lnTo>
                    <a:pt x="64" y="90"/>
                  </a:lnTo>
                  <a:lnTo>
                    <a:pt x="64" y="90"/>
                  </a:lnTo>
                  <a:lnTo>
                    <a:pt x="56" y="90"/>
                  </a:lnTo>
                  <a:lnTo>
                    <a:pt x="56" y="90"/>
                  </a:lnTo>
                  <a:lnTo>
                    <a:pt x="56" y="90"/>
                  </a:lnTo>
                  <a:lnTo>
                    <a:pt x="52" y="90"/>
                  </a:lnTo>
                  <a:lnTo>
                    <a:pt x="52" y="90"/>
                  </a:lnTo>
                  <a:lnTo>
                    <a:pt x="52" y="90"/>
                  </a:lnTo>
                  <a:lnTo>
                    <a:pt x="50" y="90"/>
                  </a:lnTo>
                  <a:lnTo>
                    <a:pt x="50" y="90"/>
                  </a:lnTo>
                  <a:lnTo>
                    <a:pt x="50" y="90"/>
                  </a:lnTo>
                  <a:lnTo>
                    <a:pt x="50" y="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0" name="Freeform 175"/>
            <p:cNvSpPr>
              <a:spLocks noChangeAspect="1"/>
            </p:cNvSpPr>
            <p:nvPr/>
          </p:nvSpPr>
          <p:spPr bwMode="gray">
            <a:xfrm>
              <a:off x="4375564" y="3681380"/>
              <a:ext cx="208712" cy="215668"/>
            </a:xfrm>
            <a:custGeom>
              <a:avLst/>
              <a:gdLst>
                <a:gd name="T0" fmla="*/ 0 w 120"/>
                <a:gd name="T1" fmla="*/ 120 h 124"/>
                <a:gd name="T2" fmla="*/ 0 w 120"/>
                <a:gd name="T3" fmla="*/ 112 h 124"/>
                <a:gd name="T4" fmla="*/ 4 w 120"/>
                <a:gd name="T5" fmla="*/ 108 h 124"/>
                <a:gd name="T6" fmla="*/ 4 w 120"/>
                <a:gd name="T7" fmla="*/ 104 h 124"/>
                <a:gd name="T8" fmla="*/ 8 w 120"/>
                <a:gd name="T9" fmla="*/ 96 h 124"/>
                <a:gd name="T10" fmla="*/ 12 w 120"/>
                <a:gd name="T11" fmla="*/ 96 h 124"/>
                <a:gd name="T12" fmla="*/ 12 w 120"/>
                <a:gd name="T13" fmla="*/ 94 h 124"/>
                <a:gd name="T14" fmla="*/ 12 w 120"/>
                <a:gd name="T15" fmla="*/ 90 h 124"/>
                <a:gd name="T16" fmla="*/ 16 w 120"/>
                <a:gd name="T17" fmla="*/ 86 h 124"/>
                <a:gd name="T18" fmla="*/ 16 w 120"/>
                <a:gd name="T19" fmla="*/ 82 h 124"/>
                <a:gd name="T20" fmla="*/ 16 w 120"/>
                <a:gd name="T21" fmla="*/ 78 h 124"/>
                <a:gd name="T22" fmla="*/ 16 w 120"/>
                <a:gd name="T23" fmla="*/ 78 h 124"/>
                <a:gd name="T24" fmla="*/ 20 w 120"/>
                <a:gd name="T25" fmla="*/ 74 h 124"/>
                <a:gd name="T26" fmla="*/ 20 w 120"/>
                <a:gd name="T27" fmla="*/ 70 h 124"/>
                <a:gd name="T28" fmla="*/ 20 w 120"/>
                <a:gd name="T29" fmla="*/ 70 h 124"/>
                <a:gd name="T30" fmla="*/ 20 w 120"/>
                <a:gd name="T31" fmla="*/ 70 h 124"/>
                <a:gd name="T32" fmla="*/ 20 w 120"/>
                <a:gd name="T33" fmla="*/ 66 h 124"/>
                <a:gd name="T34" fmla="*/ 28 w 120"/>
                <a:gd name="T35" fmla="*/ 64 h 124"/>
                <a:gd name="T36" fmla="*/ 28 w 120"/>
                <a:gd name="T37" fmla="*/ 60 h 124"/>
                <a:gd name="T38" fmla="*/ 30 w 120"/>
                <a:gd name="T39" fmla="*/ 56 h 124"/>
                <a:gd name="T40" fmla="*/ 34 w 120"/>
                <a:gd name="T41" fmla="*/ 52 h 124"/>
                <a:gd name="T42" fmla="*/ 34 w 120"/>
                <a:gd name="T43" fmla="*/ 48 h 124"/>
                <a:gd name="T44" fmla="*/ 34 w 120"/>
                <a:gd name="T45" fmla="*/ 40 h 124"/>
                <a:gd name="T46" fmla="*/ 34 w 120"/>
                <a:gd name="T47" fmla="*/ 34 h 124"/>
                <a:gd name="T48" fmla="*/ 38 w 120"/>
                <a:gd name="T49" fmla="*/ 34 h 124"/>
                <a:gd name="T50" fmla="*/ 38 w 120"/>
                <a:gd name="T51" fmla="*/ 30 h 124"/>
                <a:gd name="T52" fmla="*/ 38 w 120"/>
                <a:gd name="T53" fmla="*/ 30 h 124"/>
                <a:gd name="T54" fmla="*/ 42 w 120"/>
                <a:gd name="T55" fmla="*/ 26 h 124"/>
                <a:gd name="T56" fmla="*/ 42 w 120"/>
                <a:gd name="T57" fmla="*/ 26 h 124"/>
                <a:gd name="T58" fmla="*/ 46 w 120"/>
                <a:gd name="T59" fmla="*/ 22 h 124"/>
                <a:gd name="T60" fmla="*/ 50 w 120"/>
                <a:gd name="T61" fmla="*/ 18 h 124"/>
                <a:gd name="T62" fmla="*/ 54 w 120"/>
                <a:gd name="T63" fmla="*/ 14 h 124"/>
                <a:gd name="T64" fmla="*/ 54 w 120"/>
                <a:gd name="T65" fmla="*/ 10 h 124"/>
                <a:gd name="T66" fmla="*/ 54 w 120"/>
                <a:gd name="T67" fmla="*/ 6 h 124"/>
                <a:gd name="T68" fmla="*/ 58 w 120"/>
                <a:gd name="T69" fmla="*/ 4 h 124"/>
                <a:gd name="T70" fmla="*/ 58 w 120"/>
                <a:gd name="T71" fmla="*/ 0 h 124"/>
                <a:gd name="T72" fmla="*/ 102 w 120"/>
                <a:gd name="T73" fmla="*/ 0 h 124"/>
                <a:gd name="T74" fmla="*/ 106 w 120"/>
                <a:gd name="T75" fmla="*/ 0 h 124"/>
                <a:gd name="T76" fmla="*/ 120 w 120"/>
                <a:gd name="T77" fmla="*/ 0 h 124"/>
                <a:gd name="T78" fmla="*/ 120 w 120"/>
                <a:gd name="T79" fmla="*/ 14 h 124"/>
                <a:gd name="T80" fmla="*/ 120 w 120"/>
                <a:gd name="T81" fmla="*/ 30 h 124"/>
                <a:gd name="T82" fmla="*/ 106 w 120"/>
                <a:gd name="T83" fmla="*/ 30 h 124"/>
                <a:gd name="T84" fmla="*/ 102 w 120"/>
                <a:gd name="T85" fmla="*/ 30 h 124"/>
                <a:gd name="T86" fmla="*/ 84 w 120"/>
                <a:gd name="T87" fmla="*/ 30 h 124"/>
                <a:gd name="T88" fmla="*/ 72 w 120"/>
                <a:gd name="T89" fmla="*/ 36 h 124"/>
                <a:gd name="T90" fmla="*/ 72 w 120"/>
                <a:gd name="T91" fmla="*/ 44 h 124"/>
                <a:gd name="T92" fmla="*/ 72 w 120"/>
                <a:gd name="T93" fmla="*/ 60 h 124"/>
                <a:gd name="T94" fmla="*/ 72 w 120"/>
                <a:gd name="T95" fmla="*/ 78 h 124"/>
                <a:gd name="T96" fmla="*/ 64 w 120"/>
                <a:gd name="T97" fmla="*/ 78 h 124"/>
                <a:gd name="T98" fmla="*/ 60 w 120"/>
                <a:gd name="T99" fmla="*/ 86 h 124"/>
                <a:gd name="T100" fmla="*/ 58 w 120"/>
                <a:gd name="T101" fmla="*/ 90 h 124"/>
                <a:gd name="T102" fmla="*/ 58 w 120"/>
                <a:gd name="T103" fmla="*/ 96 h 124"/>
                <a:gd name="T104" fmla="*/ 60 w 120"/>
                <a:gd name="T105" fmla="*/ 104 h 124"/>
                <a:gd name="T106" fmla="*/ 46 w 120"/>
                <a:gd name="T107" fmla="*/ 116 h 124"/>
                <a:gd name="T108" fmla="*/ 34 w 120"/>
                <a:gd name="T109" fmla="*/ 116 h 124"/>
                <a:gd name="T110" fmla="*/ 20 w 120"/>
                <a:gd name="T111" fmla="*/ 116 h 124"/>
                <a:gd name="T112" fmla="*/ 4 w 120"/>
                <a:gd name="T113" fmla="*/ 116 h 124"/>
                <a:gd name="T114" fmla="*/ 0 w 120"/>
                <a:gd name="T115" fmla="*/ 120 h 124"/>
                <a:gd name="T116" fmla="*/ 0 w 120"/>
                <a:gd name="T117"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20" h="124">
                  <a:moveTo>
                    <a:pt x="0" y="124"/>
                  </a:moveTo>
                  <a:lnTo>
                    <a:pt x="0" y="124"/>
                  </a:lnTo>
                  <a:lnTo>
                    <a:pt x="0" y="124"/>
                  </a:lnTo>
                  <a:lnTo>
                    <a:pt x="0" y="120"/>
                  </a:lnTo>
                  <a:lnTo>
                    <a:pt x="0" y="120"/>
                  </a:lnTo>
                  <a:lnTo>
                    <a:pt x="0" y="116"/>
                  </a:lnTo>
                  <a:lnTo>
                    <a:pt x="0" y="112"/>
                  </a:lnTo>
                  <a:lnTo>
                    <a:pt x="0" y="112"/>
                  </a:lnTo>
                  <a:lnTo>
                    <a:pt x="0" y="112"/>
                  </a:lnTo>
                  <a:lnTo>
                    <a:pt x="4" y="112"/>
                  </a:lnTo>
                  <a:lnTo>
                    <a:pt x="4" y="108"/>
                  </a:lnTo>
                  <a:lnTo>
                    <a:pt x="4" y="108"/>
                  </a:lnTo>
                  <a:lnTo>
                    <a:pt x="4" y="108"/>
                  </a:lnTo>
                  <a:lnTo>
                    <a:pt x="4" y="104"/>
                  </a:lnTo>
                  <a:lnTo>
                    <a:pt x="4" y="104"/>
                  </a:lnTo>
                  <a:lnTo>
                    <a:pt x="4" y="104"/>
                  </a:lnTo>
                  <a:lnTo>
                    <a:pt x="4" y="100"/>
                  </a:lnTo>
                  <a:lnTo>
                    <a:pt x="8" y="96"/>
                  </a:lnTo>
                  <a:lnTo>
                    <a:pt x="8" y="96"/>
                  </a:lnTo>
                  <a:lnTo>
                    <a:pt x="8" y="96"/>
                  </a:lnTo>
                  <a:lnTo>
                    <a:pt x="8" y="96"/>
                  </a:lnTo>
                  <a:lnTo>
                    <a:pt x="8" y="96"/>
                  </a:lnTo>
                  <a:lnTo>
                    <a:pt x="8" y="96"/>
                  </a:lnTo>
                  <a:lnTo>
                    <a:pt x="12" y="96"/>
                  </a:lnTo>
                  <a:lnTo>
                    <a:pt x="12" y="96"/>
                  </a:lnTo>
                  <a:lnTo>
                    <a:pt x="12" y="94"/>
                  </a:lnTo>
                  <a:lnTo>
                    <a:pt x="12" y="94"/>
                  </a:lnTo>
                  <a:lnTo>
                    <a:pt x="12" y="94"/>
                  </a:lnTo>
                  <a:lnTo>
                    <a:pt x="12" y="90"/>
                  </a:lnTo>
                  <a:lnTo>
                    <a:pt x="12" y="90"/>
                  </a:lnTo>
                  <a:lnTo>
                    <a:pt x="12" y="90"/>
                  </a:lnTo>
                  <a:lnTo>
                    <a:pt x="12" y="90"/>
                  </a:lnTo>
                  <a:lnTo>
                    <a:pt x="12" y="90"/>
                  </a:lnTo>
                  <a:lnTo>
                    <a:pt x="12" y="86"/>
                  </a:lnTo>
                  <a:lnTo>
                    <a:pt x="12" y="86"/>
                  </a:lnTo>
                  <a:lnTo>
                    <a:pt x="16" y="86"/>
                  </a:lnTo>
                  <a:lnTo>
                    <a:pt x="16" y="86"/>
                  </a:lnTo>
                  <a:lnTo>
                    <a:pt x="16" y="86"/>
                  </a:lnTo>
                  <a:lnTo>
                    <a:pt x="16" y="86"/>
                  </a:lnTo>
                  <a:lnTo>
                    <a:pt x="16" y="82"/>
                  </a:lnTo>
                  <a:lnTo>
                    <a:pt x="16" y="82"/>
                  </a:lnTo>
                  <a:lnTo>
                    <a:pt x="16" y="82"/>
                  </a:lnTo>
                  <a:lnTo>
                    <a:pt x="16" y="78"/>
                  </a:lnTo>
                  <a:lnTo>
                    <a:pt x="16" y="78"/>
                  </a:lnTo>
                  <a:lnTo>
                    <a:pt x="16" y="78"/>
                  </a:lnTo>
                  <a:lnTo>
                    <a:pt x="16" y="78"/>
                  </a:lnTo>
                  <a:lnTo>
                    <a:pt x="16" y="78"/>
                  </a:lnTo>
                  <a:lnTo>
                    <a:pt x="16" y="78"/>
                  </a:lnTo>
                  <a:lnTo>
                    <a:pt x="16" y="74"/>
                  </a:lnTo>
                  <a:lnTo>
                    <a:pt x="16" y="74"/>
                  </a:lnTo>
                  <a:lnTo>
                    <a:pt x="20" y="74"/>
                  </a:lnTo>
                  <a:lnTo>
                    <a:pt x="20" y="74"/>
                  </a:lnTo>
                  <a:lnTo>
                    <a:pt x="20" y="74"/>
                  </a:lnTo>
                  <a:lnTo>
                    <a:pt x="20" y="70"/>
                  </a:lnTo>
                  <a:lnTo>
                    <a:pt x="20" y="70"/>
                  </a:lnTo>
                  <a:lnTo>
                    <a:pt x="20" y="70"/>
                  </a:lnTo>
                  <a:lnTo>
                    <a:pt x="20" y="66"/>
                  </a:lnTo>
                  <a:lnTo>
                    <a:pt x="20" y="70"/>
                  </a:lnTo>
                  <a:lnTo>
                    <a:pt x="20" y="70"/>
                  </a:lnTo>
                  <a:lnTo>
                    <a:pt x="20" y="70"/>
                  </a:lnTo>
                  <a:lnTo>
                    <a:pt x="20" y="70"/>
                  </a:lnTo>
                  <a:lnTo>
                    <a:pt x="20" y="70"/>
                  </a:lnTo>
                  <a:lnTo>
                    <a:pt x="16" y="74"/>
                  </a:lnTo>
                  <a:lnTo>
                    <a:pt x="20" y="70"/>
                  </a:lnTo>
                  <a:lnTo>
                    <a:pt x="20" y="70"/>
                  </a:lnTo>
                  <a:lnTo>
                    <a:pt x="20" y="70"/>
                  </a:lnTo>
                  <a:lnTo>
                    <a:pt x="20" y="66"/>
                  </a:lnTo>
                  <a:lnTo>
                    <a:pt x="20" y="66"/>
                  </a:lnTo>
                  <a:lnTo>
                    <a:pt x="24" y="66"/>
                  </a:lnTo>
                  <a:lnTo>
                    <a:pt x="24" y="64"/>
                  </a:lnTo>
                  <a:lnTo>
                    <a:pt x="24" y="64"/>
                  </a:lnTo>
                  <a:lnTo>
                    <a:pt x="28" y="64"/>
                  </a:lnTo>
                  <a:lnTo>
                    <a:pt x="28" y="60"/>
                  </a:lnTo>
                  <a:lnTo>
                    <a:pt x="28" y="60"/>
                  </a:lnTo>
                  <a:lnTo>
                    <a:pt x="28" y="60"/>
                  </a:lnTo>
                  <a:lnTo>
                    <a:pt x="28" y="60"/>
                  </a:lnTo>
                  <a:lnTo>
                    <a:pt x="28" y="60"/>
                  </a:lnTo>
                  <a:lnTo>
                    <a:pt x="28" y="60"/>
                  </a:lnTo>
                  <a:lnTo>
                    <a:pt x="30" y="56"/>
                  </a:lnTo>
                  <a:lnTo>
                    <a:pt x="30" y="56"/>
                  </a:lnTo>
                  <a:lnTo>
                    <a:pt x="30" y="56"/>
                  </a:lnTo>
                  <a:lnTo>
                    <a:pt x="30" y="56"/>
                  </a:lnTo>
                  <a:lnTo>
                    <a:pt x="30" y="56"/>
                  </a:lnTo>
                  <a:lnTo>
                    <a:pt x="34" y="52"/>
                  </a:lnTo>
                  <a:lnTo>
                    <a:pt x="34" y="48"/>
                  </a:lnTo>
                  <a:lnTo>
                    <a:pt x="34" y="48"/>
                  </a:lnTo>
                  <a:lnTo>
                    <a:pt x="34" y="48"/>
                  </a:lnTo>
                  <a:lnTo>
                    <a:pt x="34" y="48"/>
                  </a:lnTo>
                  <a:lnTo>
                    <a:pt x="34" y="44"/>
                  </a:lnTo>
                  <a:lnTo>
                    <a:pt x="34" y="44"/>
                  </a:lnTo>
                  <a:lnTo>
                    <a:pt x="34" y="40"/>
                  </a:lnTo>
                  <a:lnTo>
                    <a:pt x="34" y="40"/>
                  </a:lnTo>
                  <a:lnTo>
                    <a:pt x="34" y="40"/>
                  </a:lnTo>
                  <a:lnTo>
                    <a:pt x="34" y="36"/>
                  </a:lnTo>
                  <a:lnTo>
                    <a:pt x="34" y="36"/>
                  </a:lnTo>
                  <a:lnTo>
                    <a:pt x="34" y="34"/>
                  </a:lnTo>
                  <a:lnTo>
                    <a:pt x="38" y="34"/>
                  </a:lnTo>
                  <a:lnTo>
                    <a:pt x="38" y="34"/>
                  </a:lnTo>
                  <a:lnTo>
                    <a:pt x="38" y="34"/>
                  </a:lnTo>
                  <a:lnTo>
                    <a:pt x="38" y="34"/>
                  </a:lnTo>
                  <a:lnTo>
                    <a:pt x="38" y="34"/>
                  </a:lnTo>
                  <a:lnTo>
                    <a:pt x="38" y="30"/>
                  </a:lnTo>
                  <a:lnTo>
                    <a:pt x="38" y="30"/>
                  </a:lnTo>
                  <a:lnTo>
                    <a:pt x="38" y="30"/>
                  </a:lnTo>
                  <a:lnTo>
                    <a:pt x="38" y="30"/>
                  </a:lnTo>
                  <a:lnTo>
                    <a:pt x="38" y="30"/>
                  </a:lnTo>
                  <a:lnTo>
                    <a:pt x="38" y="30"/>
                  </a:lnTo>
                  <a:lnTo>
                    <a:pt x="38" y="30"/>
                  </a:lnTo>
                  <a:lnTo>
                    <a:pt x="38" y="26"/>
                  </a:lnTo>
                  <a:lnTo>
                    <a:pt x="38" y="26"/>
                  </a:lnTo>
                  <a:lnTo>
                    <a:pt x="38" y="26"/>
                  </a:lnTo>
                  <a:lnTo>
                    <a:pt x="42" y="26"/>
                  </a:lnTo>
                  <a:lnTo>
                    <a:pt x="42" y="26"/>
                  </a:lnTo>
                  <a:lnTo>
                    <a:pt x="42" y="26"/>
                  </a:lnTo>
                  <a:lnTo>
                    <a:pt x="42" y="26"/>
                  </a:lnTo>
                  <a:lnTo>
                    <a:pt x="42" y="26"/>
                  </a:lnTo>
                  <a:lnTo>
                    <a:pt x="42" y="22"/>
                  </a:lnTo>
                  <a:lnTo>
                    <a:pt x="42" y="22"/>
                  </a:lnTo>
                  <a:lnTo>
                    <a:pt x="46" y="22"/>
                  </a:lnTo>
                  <a:lnTo>
                    <a:pt x="46" y="22"/>
                  </a:lnTo>
                  <a:lnTo>
                    <a:pt x="46" y="22"/>
                  </a:lnTo>
                  <a:lnTo>
                    <a:pt x="50" y="18"/>
                  </a:lnTo>
                  <a:lnTo>
                    <a:pt x="50" y="18"/>
                  </a:lnTo>
                  <a:lnTo>
                    <a:pt x="50" y="18"/>
                  </a:lnTo>
                  <a:lnTo>
                    <a:pt x="50" y="18"/>
                  </a:lnTo>
                  <a:lnTo>
                    <a:pt x="54" y="18"/>
                  </a:lnTo>
                  <a:lnTo>
                    <a:pt x="54" y="14"/>
                  </a:lnTo>
                  <a:lnTo>
                    <a:pt x="54" y="14"/>
                  </a:lnTo>
                  <a:lnTo>
                    <a:pt x="54" y="14"/>
                  </a:lnTo>
                  <a:lnTo>
                    <a:pt x="54" y="10"/>
                  </a:lnTo>
                  <a:lnTo>
                    <a:pt x="54" y="10"/>
                  </a:lnTo>
                  <a:lnTo>
                    <a:pt x="54" y="10"/>
                  </a:lnTo>
                  <a:lnTo>
                    <a:pt x="54" y="10"/>
                  </a:lnTo>
                  <a:lnTo>
                    <a:pt x="54" y="10"/>
                  </a:lnTo>
                  <a:lnTo>
                    <a:pt x="54" y="10"/>
                  </a:lnTo>
                  <a:lnTo>
                    <a:pt x="54" y="6"/>
                  </a:lnTo>
                  <a:lnTo>
                    <a:pt x="54" y="6"/>
                  </a:lnTo>
                  <a:lnTo>
                    <a:pt x="54" y="6"/>
                  </a:lnTo>
                  <a:lnTo>
                    <a:pt x="58" y="6"/>
                  </a:lnTo>
                  <a:lnTo>
                    <a:pt x="58" y="4"/>
                  </a:lnTo>
                  <a:lnTo>
                    <a:pt x="58" y="4"/>
                  </a:lnTo>
                  <a:lnTo>
                    <a:pt x="58" y="0"/>
                  </a:lnTo>
                  <a:lnTo>
                    <a:pt x="58" y="0"/>
                  </a:lnTo>
                  <a:lnTo>
                    <a:pt x="58" y="0"/>
                  </a:lnTo>
                  <a:lnTo>
                    <a:pt x="60" y="0"/>
                  </a:lnTo>
                  <a:lnTo>
                    <a:pt x="98" y="0"/>
                  </a:lnTo>
                  <a:lnTo>
                    <a:pt x="102" y="0"/>
                  </a:lnTo>
                  <a:lnTo>
                    <a:pt x="102" y="0"/>
                  </a:lnTo>
                  <a:lnTo>
                    <a:pt x="102" y="0"/>
                  </a:lnTo>
                  <a:lnTo>
                    <a:pt x="102" y="0"/>
                  </a:lnTo>
                  <a:lnTo>
                    <a:pt x="102" y="0"/>
                  </a:lnTo>
                  <a:lnTo>
                    <a:pt x="106" y="0"/>
                  </a:lnTo>
                  <a:lnTo>
                    <a:pt x="106" y="0"/>
                  </a:lnTo>
                  <a:lnTo>
                    <a:pt x="114" y="0"/>
                  </a:lnTo>
                  <a:lnTo>
                    <a:pt x="114" y="0"/>
                  </a:lnTo>
                  <a:lnTo>
                    <a:pt x="120" y="0"/>
                  </a:lnTo>
                  <a:lnTo>
                    <a:pt x="120" y="4"/>
                  </a:lnTo>
                  <a:lnTo>
                    <a:pt x="120" y="4"/>
                  </a:lnTo>
                  <a:lnTo>
                    <a:pt x="120" y="6"/>
                  </a:lnTo>
                  <a:lnTo>
                    <a:pt x="120" y="14"/>
                  </a:lnTo>
                  <a:lnTo>
                    <a:pt x="120" y="14"/>
                  </a:lnTo>
                  <a:lnTo>
                    <a:pt x="120" y="22"/>
                  </a:lnTo>
                  <a:lnTo>
                    <a:pt x="120" y="30"/>
                  </a:lnTo>
                  <a:lnTo>
                    <a:pt x="120" y="30"/>
                  </a:lnTo>
                  <a:lnTo>
                    <a:pt x="120" y="30"/>
                  </a:lnTo>
                  <a:lnTo>
                    <a:pt x="110" y="30"/>
                  </a:lnTo>
                  <a:lnTo>
                    <a:pt x="110" y="30"/>
                  </a:lnTo>
                  <a:lnTo>
                    <a:pt x="106" y="30"/>
                  </a:lnTo>
                  <a:lnTo>
                    <a:pt x="106" y="30"/>
                  </a:lnTo>
                  <a:lnTo>
                    <a:pt x="102" y="30"/>
                  </a:lnTo>
                  <a:lnTo>
                    <a:pt x="102" y="30"/>
                  </a:lnTo>
                  <a:lnTo>
                    <a:pt x="102" y="30"/>
                  </a:lnTo>
                  <a:lnTo>
                    <a:pt x="102" y="30"/>
                  </a:lnTo>
                  <a:lnTo>
                    <a:pt x="94" y="30"/>
                  </a:lnTo>
                  <a:lnTo>
                    <a:pt x="90" y="30"/>
                  </a:lnTo>
                  <a:lnTo>
                    <a:pt x="84" y="30"/>
                  </a:lnTo>
                  <a:lnTo>
                    <a:pt x="80" y="30"/>
                  </a:lnTo>
                  <a:lnTo>
                    <a:pt x="72" y="30"/>
                  </a:lnTo>
                  <a:lnTo>
                    <a:pt x="72" y="36"/>
                  </a:lnTo>
                  <a:lnTo>
                    <a:pt x="72" y="36"/>
                  </a:lnTo>
                  <a:lnTo>
                    <a:pt x="72" y="36"/>
                  </a:lnTo>
                  <a:lnTo>
                    <a:pt x="72" y="44"/>
                  </a:lnTo>
                  <a:lnTo>
                    <a:pt x="72" y="44"/>
                  </a:lnTo>
                  <a:lnTo>
                    <a:pt x="72" y="44"/>
                  </a:lnTo>
                  <a:lnTo>
                    <a:pt x="72" y="52"/>
                  </a:lnTo>
                  <a:lnTo>
                    <a:pt x="72" y="52"/>
                  </a:lnTo>
                  <a:lnTo>
                    <a:pt x="72" y="52"/>
                  </a:lnTo>
                  <a:lnTo>
                    <a:pt x="72" y="60"/>
                  </a:lnTo>
                  <a:lnTo>
                    <a:pt x="72" y="60"/>
                  </a:lnTo>
                  <a:lnTo>
                    <a:pt x="72" y="66"/>
                  </a:lnTo>
                  <a:lnTo>
                    <a:pt x="72" y="70"/>
                  </a:lnTo>
                  <a:lnTo>
                    <a:pt x="72" y="78"/>
                  </a:lnTo>
                  <a:lnTo>
                    <a:pt x="72" y="78"/>
                  </a:lnTo>
                  <a:lnTo>
                    <a:pt x="72" y="78"/>
                  </a:lnTo>
                  <a:lnTo>
                    <a:pt x="68" y="78"/>
                  </a:lnTo>
                  <a:lnTo>
                    <a:pt x="64" y="78"/>
                  </a:lnTo>
                  <a:lnTo>
                    <a:pt x="64" y="78"/>
                  </a:lnTo>
                  <a:lnTo>
                    <a:pt x="64" y="82"/>
                  </a:lnTo>
                  <a:lnTo>
                    <a:pt x="64" y="82"/>
                  </a:lnTo>
                  <a:lnTo>
                    <a:pt x="60" y="86"/>
                  </a:lnTo>
                  <a:lnTo>
                    <a:pt x="58" y="86"/>
                  </a:lnTo>
                  <a:lnTo>
                    <a:pt x="58" y="86"/>
                  </a:lnTo>
                  <a:lnTo>
                    <a:pt x="58" y="90"/>
                  </a:lnTo>
                  <a:lnTo>
                    <a:pt x="58" y="90"/>
                  </a:lnTo>
                  <a:lnTo>
                    <a:pt x="58" y="94"/>
                  </a:lnTo>
                  <a:lnTo>
                    <a:pt x="58" y="94"/>
                  </a:lnTo>
                  <a:lnTo>
                    <a:pt x="58" y="94"/>
                  </a:lnTo>
                  <a:lnTo>
                    <a:pt x="58" y="96"/>
                  </a:lnTo>
                  <a:lnTo>
                    <a:pt x="58" y="96"/>
                  </a:lnTo>
                  <a:lnTo>
                    <a:pt x="58" y="100"/>
                  </a:lnTo>
                  <a:lnTo>
                    <a:pt x="58" y="100"/>
                  </a:lnTo>
                  <a:lnTo>
                    <a:pt x="60" y="104"/>
                  </a:lnTo>
                  <a:lnTo>
                    <a:pt x="60" y="112"/>
                  </a:lnTo>
                  <a:lnTo>
                    <a:pt x="60" y="116"/>
                  </a:lnTo>
                  <a:lnTo>
                    <a:pt x="54" y="116"/>
                  </a:lnTo>
                  <a:lnTo>
                    <a:pt x="46" y="116"/>
                  </a:lnTo>
                  <a:lnTo>
                    <a:pt x="42" y="116"/>
                  </a:lnTo>
                  <a:lnTo>
                    <a:pt x="42" y="116"/>
                  </a:lnTo>
                  <a:lnTo>
                    <a:pt x="38" y="116"/>
                  </a:lnTo>
                  <a:lnTo>
                    <a:pt x="34" y="116"/>
                  </a:lnTo>
                  <a:lnTo>
                    <a:pt x="30" y="116"/>
                  </a:lnTo>
                  <a:lnTo>
                    <a:pt x="28" y="116"/>
                  </a:lnTo>
                  <a:lnTo>
                    <a:pt x="20" y="116"/>
                  </a:lnTo>
                  <a:lnTo>
                    <a:pt x="20" y="116"/>
                  </a:lnTo>
                  <a:lnTo>
                    <a:pt x="16" y="116"/>
                  </a:lnTo>
                  <a:lnTo>
                    <a:pt x="16" y="116"/>
                  </a:lnTo>
                  <a:lnTo>
                    <a:pt x="8" y="116"/>
                  </a:lnTo>
                  <a:lnTo>
                    <a:pt x="4" y="116"/>
                  </a:lnTo>
                  <a:lnTo>
                    <a:pt x="4" y="116"/>
                  </a:lnTo>
                  <a:lnTo>
                    <a:pt x="4" y="120"/>
                  </a:lnTo>
                  <a:lnTo>
                    <a:pt x="0" y="120"/>
                  </a:lnTo>
                  <a:lnTo>
                    <a:pt x="0" y="120"/>
                  </a:lnTo>
                  <a:lnTo>
                    <a:pt x="0" y="124"/>
                  </a:lnTo>
                  <a:lnTo>
                    <a:pt x="0" y="124"/>
                  </a:lnTo>
                  <a:lnTo>
                    <a:pt x="0" y="124"/>
                  </a:lnTo>
                  <a:lnTo>
                    <a:pt x="0" y="124"/>
                  </a:lnTo>
                  <a:lnTo>
                    <a:pt x="0" y="1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1" name="Freeform 176"/>
            <p:cNvSpPr>
              <a:spLocks noChangeAspect="1"/>
            </p:cNvSpPr>
            <p:nvPr/>
          </p:nvSpPr>
          <p:spPr bwMode="gray">
            <a:xfrm>
              <a:off x="5335639" y="4763200"/>
              <a:ext cx="292196" cy="299153"/>
            </a:xfrm>
            <a:custGeom>
              <a:avLst/>
              <a:gdLst>
                <a:gd name="T0" fmla="*/ 120 w 168"/>
                <a:gd name="T1" fmla="*/ 130 h 172"/>
                <a:gd name="T2" fmla="*/ 108 w 168"/>
                <a:gd name="T3" fmla="*/ 130 h 172"/>
                <a:gd name="T4" fmla="*/ 98 w 168"/>
                <a:gd name="T5" fmla="*/ 138 h 172"/>
                <a:gd name="T6" fmla="*/ 90 w 168"/>
                <a:gd name="T7" fmla="*/ 148 h 172"/>
                <a:gd name="T8" fmla="*/ 84 w 168"/>
                <a:gd name="T9" fmla="*/ 160 h 172"/>
                <a:gd name="T10" fmla="*/ 72 w 168"/>
                <a:gd name="T11" fmla="*/ 168 h 172"/>
                <a:gd name="T12" fmla="*/ 60 w 168"/>
                <a:gd name="T13" fmla="*/ 168 h 172"/>
                <a:gd name="T14" fmla="*/ 54 w 168"/>
                <a:gd name="T15" fmla="*/ 168 h 172"/>
                <a:gd name="T16" fmla="*/ 42 w 168"/>
                <a:gd name="T17" fmla="*/ 160 h 172"/>
                <a:gd name="T18" fmla="*/ 28 w 168"/>
                <a:gd name="T19" fmla="*/ 164 h 172"/>
                <a:gd name="T20" fmla="*/ 8 w 168"/>
                <a:gd name="T21" fmla="*/ 148 h 172"/>
                <a:gd name="T22" fmla="*/ 4 w 168"/>
                <a:gd name="T23" fmla="*/ 138 h 172"/>
                <a:gd name="T24" fmla="*/ 0 w 168"/>
                <a:gd name="T25" fmla="*/ 116 h 172"/>
                <a:gd name="T26" fmla="*/ 0 w 168"/>
                <a:gd name="T27" fmla="*/ 96 h 172"/>
                <a:gd name="T28" fmla="*/ 16 w 168"/>
                <a:gd name="T29" fmla="*/ 82 h 172"/>
                <a:gd name="T30" fmla="*/ 30 w 168"/>
                <a:gd name="T31" fmla="*/ 82 h 172"/>
                <a:gd name="T32" fmla="*/ 30 w 168"/>
                <a:gd name="T33" fmla="*/ 62 h 172"/>
                <a:gd name="T34" fmla="*/ 30 w 168"/>
                <a:gd name="T35" fmla="*/ 48 h 172"/>
                <a:gd name="T36" fmla="*/ 38 w 168"/>
                <a:gd name="T37" fmla="*/ 48 h 172"/>
                <a:gd name="T38" fmla="*/ 42 w 168"/>
                <a:gd name="T39" fmla="*/ 56 h 172"/>
                <a:gd name="T40" fmla="*/ 50 w 168"/>
                <a:gd name="T41" fmla="*/ 60 h 172"/>
                <a:gd name="T42" fmla="*/ 64 w 168"/>
                <a:gd name="T43" fmla="*/ 62 h 172"/>
                <a:gd name="T44" fmla="*/ 76 w 168"/>
                <a:gd name="T45" fmla="*/ 60 h 172"/>
                <a:gd name="T46" fmla="*/ 84 w 168"/>
                <a:gd name="T47" fmla="*/ 70 h 172"/>
                <a:gd name="T48" fmla="*/ 94 w 168"/>
                <a:gd name="T49" fmla="*/ 78 h 172"/>
                <a:gd name="T50" fmla="*/ 102 w 168"/>
                <a:gd name="T51" fmla="*/ 90 h 172"/>
                <a:gd name="T52" fmla="*/ 112 w 168"/>
                <a:gd name="T53" fmla="*/ 90 h 172"/>
                <a:gd name="T54" fmla="*/ 112 w 168"/>
                <a:gd name="T55" fmla="*/ 78 h 172"/>
                <a:gd name="T56" fmla="*/ 108 w 168"/>
                <a:gd name="T57" fmla="*/ 70 h 172"/>
                <a:gd name="T58" fmla="*/ 98 w 168"/>
                <a:gd name="T59" fmla="*/ 66 h 172"/>
                <a:gd name="T60" fmla="*/ 94 w 168"/>
                <a:gd name="T61" fmla="*/ 56 h 172"/>
                <a:gd name="T62" fmla="*/ 98 w 168"/>
                <a:gd name="T63" fmla="*/ 44 h 172"/>
                <a:gd name="T64" fmla="*/ 98 w 168"/>
                <a:gd name="T65" fmla="*/ 30 h 172"/>
                <a:gd name="T66" fmla="*/ 98 w 168"/>
                <a:gd name="T67" fmla="*/ 14 h 172"/>
                <a:gd name="T68" fmla="*/ 102 w 168"/>
                <a:gd name="T69" fmla="*/ 4 h 172"/>
                <a:gd name="T70" fmla="*/ 120 w 168"/>
                <a:gd name="T71" fmla="*/ 0 h 172"/>
                <a:gd name="T72" fmla="*/ 128 w 168"/>
                <a:gd name="T73" fmla="*/ 6 h 172"/>
                <a:gd name="T74" fmla="*/ 142 w 168"/>
                <a:gd name="T75" fmla="*/ 10 h 172"/>
                <a:gd name="T76" fmla="*/ 150 w 168"/>
                <a:gd name="T77" fmla="*/ 18 h 172"/>
                <a:gd name="T78" fmla="*/ 162 w 168"/>
                <a:gd name="T79" fmla="*/ 26 h 172"/>
                <a:gd name="T80" fmla="*/ 162 w 168"/>
                <a:gd name="T81" fmla="*/ 32 h 172"/>
                <a:gd name="T82" fmla="*/ 166 w 168"/>
                <a:gd name="T83" fmla="*/ 44 h 172"/>
                <a:gd name="T84" fmla="*/ 166 w 168"/>
                <a:gd name="T85" fmla="*/ 52 h 172"/>
                <a:gd name="T86" fmla="*/ 162 w 168"/>
                <a:gd name="T87" fmla="*/ 66 h 172"/>
                <a:gd name="T88" fmla="*/ 158 w 168"/>
                <a:gd name="T89" fmla="*/ 74 h 172"/>
                <a:gd name="T90" fmla="*/ 158 w 168"/>
                <a:gd name="T91" fmla="*/ 90 h 172"/>
                <a:gd name="T92" fmla="*/ 158 w 168"/>
                <a:gd name="T93" fmla="*/ 100 h 172"/>
                <a:gd name="T94" fmla="*/ 146 w 168"/>
                <a:gd name="T95" fmla="*/ 108 h 172"/>
                <a:gd name="T96" fmla="*/ 136 w 168"/>
                <a:gd name="T97" fmla="*/ 112 h 172"/>
                <a:gd name="T98" fmla="*/ 124 w 168"/>
                <a:gd name="T99" fmla="*/ 116 h 172"/>
                <a:gd name="T100" fmla="*/ 120 w 168"/>
                <a:gd name="T101" fmla="*/ 118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68" h="172">
                  <a:moveTo>
                    <a:pt x="120" y="118"/>
                  </a:moveTo>
                  <a:lnTo>
                    <a:pt x="120" y="122"/>
                  </a:lnTo>
                  <a:lnTo>
                    <a:pt x="120" y="126"/>
                  </a:lnTo>
                  <a:lnTo>
                    <a:pt x="120" y="130"/>
                  </a:lnTo>
                  <a:lnTo>
                    <a:pt x="116" y="130"/>
                  </a:lnTo>
                  <a:lnTo>
                    <a:pt x="112" y="126"/>
                  </a:lnTo>
                  <a:lnTo>
                    <a:pt x="112" y="130"/>
                  </a:lnTo>
                  <a:lnTo>
                    <a:pt x="108" y="130"/>
                  </a:lnTo>
                  <a:lnTo>
                    <a:pt x="104" y="130"/>
                  </a:lnTo>
                  <a:lnTo>
                    <a:pt x="102" y="134"/>
                  </a:lnTo>
                  <a:lnTo>
                    <a:pt x="102" y="138"/>
                  </a:lnTo>
                  <a:lnTo>
                    <a:pt x="98" y="138"/>
                  </a:lnTo>
                  <a:lnTo>
                    <a:pt x="98" y="142"/>
                  </a:lnTo>
                  <a:lnTo>
                    <a:pt x="98" y="146"/>
                  </a:lnTo>
                  <a:lnTo>
                    <a:pt x="94" y="146"/>
                  </a:lnTo>
                  <a:lnTo>
                    <a:pt x="90" y="148"/>
                  </a:lnTo>
                  <a:lnTo>
                    <a:pt x="88" y="148"/>
                  </a:lnTo>
                  <a:lnTo>
                    <a:pt x="88" y="152"/>
                  </a:lnTo>
                  <a:lnTo>
                    <a:pt x="84" y="156"/>
                  </a:lnTo>
                  <a:lnTo>
                    <a:pt x="84" y="160"/>
                  </a:lnTo>
                  <a:lnTo>
                    <a:pt x="80" y="160"/>
                  </a:lnTo>
                  <a:lnTo>
                    <a:pt x="80" y="164"/>
                  </a:lnTo>
                  <a:lnTo>
                    <a:pt x="76" y="168"/>
                  </a:lnTo>
                  <a:lnTo>
                    <a:pt x="72" y="168"/>
                  </a:lnTo>
                  <a:lnTo>
                    <a:pt x="72" y="172"/>
                  </a:lnTo>
                  <a:lnTo>
                    <a:pt x="68" y="172"/>
                  </a:lnTo>
                  <a:lnTo>
                    <a:pt x="64" y="168"/>
                  </a:lnTo>
                  <a:lnTo>
                    <a:pt x="60" y="168"/>
                  </a:lnTo>
                  <a:lnTo>
                    <a:pt x="60" y="172"/>
                  </a:lnTo>
                  <a:lnTo>
                    <a:pt x="58" y="172"/>
                  </a:lnTo>
                  <a:lnTo>
                    <a:pt x="58" y="168"/>
                  </a:lnTo>
                  <a:lnTo>
                    <a:pt x="54" y="168"/>
                  </a:lnTo>
                  <a:lnTo>
                    <a:pt x="50" y="168"/>
                  </a:lnTo>
                  <a:lnTo>
                    <a:pt x="46" y="164"/>
                  </a:lnTo>
                  <a:lnTo>
                    <a:pt x="46" y="160"/>
                  </a:lnTo>
                  <a:lnTo>
                    <a:pt x="42" y="160"/>
                  </a:lnTo>
                  <a:lnTo>
                    <a:pt x="38" y="160"/>
                  </a:lnTo>
                  <a:lnTo>
                    <a:pt x="34" y="160"/>
                  </a:lnTo>
                  <a:lnTo>
                    <a:pt x="30" y="160"/>
                  </a:lnTo>
                  <a:lnTo>
                    <a:pt x="28" y="164"/>
                  </a:lnTo>
                  <a:lnTo>
                    <a:pt x="24" y="164"/>
                  </a:lnTo>
                  <a:lnTo>
                    <a:pt x="20" y="160"/>
                  </a:lnTo>
                  <a:lnTo>
                    <a:pt x="12" y="152"/>
                  </a:lnTo>
                  <a:lnTo>
                    <a:pt x="8" y="148"/>
                  </a:lnTo>
                  <a:lnTo>
                    <a:pt x="8" y="146"/>
                  </a:lnTo>
                  <a:lnTo>
                    <a:pt x="4" y="146"/>
                  </a:lnTo>
                  <a:lnTo>
                    <a:pt x="4" y="142"/>
                  </a:lnTo>
                  <a:lnTo>
                    <a:pt x="4" y="138"/>
                  </a:lnTo>
                  <a:lnTo>
                    <a:pt x="0" y="138"/>
                  </a:lnTo>
                  <a:lnTo>
                    <a:pt x="0" y="134"/>
                  </a:lnTo>
                  <a:lnTo>
                    <a:pt x="0" y="126"/>
                  </a:lnTo>
                  <a:lnTo>
                    <a:pt x="0" y="116"/>
                  </a:lnTo>
                  <a:lnTo>
                    <a:pt x="0" y="112"/>
                  </a:lnTo>
                  <a:lnTo>
                    <a:pt x="0" y="108"/>
                  </a:lnTo>
                  <a:lnTo>
                    <a:pt x="0" y="100"/>
                  </a:lnTo>
                  <a:lnTo>
                    <a:pt x="0" y="96"/>
                  </a:lnTo>
                  <a:lnTo>
                    <a:pt x="0" y="90"/>
                  </a:lnTo>
                  <a:lnTo>
                    <a:pt x="0" y="82"/>
                  </a:lnTo>
                  <a:lnTo>
                    <a:pt x="8" y="82"/>
                  </a:lnTo>
                  <a:lnTo>
                    <a:pt x="16" y="82"/>
                  </a:lnTo>
                  <a:lnTo>
                    <a:pt x="20" y="82"/>
                  </a:lnTo>
                  <a:lnTo>
                    <a:pt x="24" y="82"/>
                  </a:lnTo>
                  <a:lnTo>
                    <a:pt x="28" y="82"/>
                  </a:lnTo>
                  <a:lnTo>
                    <a:pt x="30" y="82"/>
                  </a:lnTo>
                  <a:lnTo>
                    <a:pt x="30" y="78"/>
                  </a:lnTo>
                  <a:lnTo>
                    <a:pt x="30" y="74"/>
                  </a:lnTo>
                  <a:lnTo>
                    <a:pt x="30" y="70"/>
                  </a:lnTo>
                  <a:lnTo>
                    <a:pt x="30" y="62"/>
                  </a:lnTo>
                  <a:lnTo>
                    <a:pt x="30" y="60"/>
                  </a:lnTo>
                  <a:lnTo>
                    <a:pt x="30" y="56"/>
                  </a:lnTo>
                  <a:lnTo>
                    <a:pt x="30" y="52"/>
                  </a:lnTo>
                  <a:lnTo>
                    <a:pt x="30" y="48"/>
                  </a:lnTo>
                  <a:lnTo>
                    <a:pt x="30" y="44"/>
                  </a:lnTo>
                  <a:lnTo>
                    <a:pt x="30" y="48"/>
                  </a:lnTo>
                  <a:lnTo>
                    <a:pt x="34" y="48"/>
                  </a:lnTo>
                  <a:lnTo>
                    <a:pt x="38" y="48"/>
                  </a:lnTo>
                  <a:lnTo>
                    <a:pt x="38" y="52"/>
                  </a:lnTo>
                  <a:lnTo>
                    <a:pt x="34" y="56"/>
                  </a:lnTo>
                  <a:lnTo>
                    <a:pt x="38" y="56"/>
                  </a:lnTo>
                  <a:lnTo>
                    <a:pt x="42" y="56"/>
                  </a:lnTo>
                  <a:lnTo>
                    <a:pt x="46" y="52"/>
                  </a:lnTo>
                  <a:lnTo>
                    <a:pt x="50" y="52"/>
                  </a:lnTo>
                  <a:lnTo>
                    <a:pt x="50" y="56"/>
                  </a:lnTo>
                  <a:lnTo>
                    <a:pt x="50" y="60"/>
                  </a:lnTo>
                  <a:lnTo>
                    <a:pt x="54" y="60"/>
                  </a:lnTo>
                  <a:lnTo>
                    <a:pt x="58" y="62"/>
                  </a:lnTo>
                  <a:lnTo>
                    <a:pt x="60" y="62"/>
                  </a:lnTo>
                  <a:lnTo>
                    <a:pt x="64" y="62"/>
                  </a:lnTo>
                  <a:lnTo>
                    <a:pt x="68" y="66"/>
                  </a:lnTo>
                  <a:lnTo>
                    <a:pt x="72" y="66"/>
                  </a:lnTo>
                  <a:lnTo>
                    <a:pt x="72" y="62"/>
                  </a:lnTo>
                  <a:lnTo>
                    <a:pt x="76" y="60"/>
                  </a:lnTo>
                  <a:lnTo>
                    <a:pt x="76" y="62"/>
                  </a:lnTo>
                  <a:lnTo>
                    <a:pt x="80" y="62"/>
                  </a:lnTo>
                  <a:lnTo>
                    <a:pt x="80" y="66"/>
                  </a:lnTo>
                  <a:lnTo>
                    <a:pt x="84" y="70"/>
                  </a:lnTo>
                  <a:lnTo>
                    <a:pt x="88" y="70"/>
                  </a:lnTo>
                  <a:lnTo>
                    <a:pt x="90" y="74"/>
                  </a:lnTo>
                  <a:lnTo>
                    <a:pt x="94" y="74"/>
                  </a:lnTo>
                  <a:lnTo>
                    <a:pt x="94" y="78"/>
                  </a:lnTo>
                  <a:lnTo>
                    <a:pt x="94" y="82"/>
                  </a:lnTo>
                  <a:lnTo>
                    <a:pt x="98" y="82"/>
                  </a:lnTo>
                  <a:lnTo>
                    <a:pt x="102" y="86"/>
                  </a:lnTo>
                  <a:lnTo>
                    <a:pt x="102" y="90"/>
                  </a:lnTo>
                  <a:lnTo>
                    <a:pt x="104" y="90"/>
                  </a:lnTo>
                  <a:lnTo>
                    <a:pt x="108" y="90"/>
                  </a:lnTo>
                  <a:lnTo>
                    <a:pt x="108" y="86"/>
                  </a:lnTo>
                  <a:lnTo>
                    <a:pt x="112" y="90"/>
                  </a:lnTo>
                  <a:lnTo>
                    <a:pt x="108" y="90"/>
                  </a:lnTo>
                  <a:lnTo>
                    <a:pt x="112" y="90"/>
                  </a:lnTo>
                  <a:lnTo>
                    <a:pt x="112" y="86"/>
                  </a:lnTo>
                  <a:lnTo>
                    <a:pt x="112" y="78"/>
                  </a:lnTo>
                  <a:lnTo>
                    <a:pt x="112" y="74"/>
                  </a:lnTo>
                  <a:lnTo>
                    <a:pt x="112" y="70"/>
                  </a:lnTo>
                  <a:lnTo>
                    <a:pt x="112" y="66"/>
                  </a:lnTo>
                  <a:lnTo>
                    <a:pt x="108" y="70"/>
                  </a:lnTo>
                  <a:lnTo>
                    <a:pt x="108" y="74"/>
                  </a:lnTo>
                  <a:lnTo>
                    <a:pt x="104" y="70"/>
                  </a:lnTo>
                  <a:lnTo>
                    <a:pt x="102" y="70"/>
                  </a:lnTo>
                  <a:lnTo>
                    <a:pt x="98" y="66"/>
                  </a:lnTo>
                  <a:lnTo>
                    <a:pt x="98" y="62"/>
                  </a:lnTo>
                  <a:lnTo>
                    <a:pt x="94" y="62"/>
                  </a:lnTo>
                  <a:lnTo>
                    <a:pt x="94" y="60"/>
                  </a:lnTo>
                  <a:lnTo>
                    <a:pt x="94" y="56"/>
                  </a:lnTo>
                  <a:lnTo>
                    <a:pt x="94" y="52"/>
                  </a:lnTo>
                  <a:lnTo>
                    <a:pt x="94" y="48"/>
                  </a:lnTo>
                  <a:lnTo>
                    <a:pt x="94" y="44"/>
                  </a:lnTo>
                  <a:lnTo>
                    <a:pt x="98" y="44"/>
                  </a:lnTo>
                  <a:lnTo>
                    <a:pt x="98" y="40"/>
                  </a:lnTo>
                  <a:lnTo>
                    <a:pt x="98" y="36"/>
                  </a:lnTo>
                  <a:lnTo>
                    <a:pt x="98" y="32"/>
                  </a:lnTo>
                  <a:lnTo>
                    <a:pt x="98" y="30"/>
                  </a:lnTo>
                  <a:lnTo>
                    <a:pt x="98" y="26"/>
                  </a:lnTo>
                  <a:lnTo>
                    <a:pt x="94" y="22"/>
                  </a:lnTo>
                  <a:lnTo>
                    <a:pt x="94" y="18"/>
                  </a:lnTo>
                  <a:lnTo>
                    <a:pt x="98" y="14"/>
                  </a:lnTo>
                  <a:lnTo>
                    <a:pt x="98" y="10"/>
                  </a:lnTo>
                  <a:lnTo>
                    <a:pt x="102" y="10"/>
                  </a:lnTo>
                  <a:lnTo>
                    <a:pt x="102" y="6"/>
                  </a:lnTo>
                  <a:lnTo>
                    <a:pt x="102" y="4"/>
                  </a:lnTo>
                  <a:lnTo>
                    <a:pt x="104" y="4"/>
                  </a:lnTo>
                  <a:lnTo>
                    <a:pt x="108" y="4"/>
                  </a:lnTo>
                  <a:lnTo>
                    <a:pt x="116" y="4"/>
                  </a:lnTo>
                  <a:lnTo>
                    <a:pt x="120" y="0"/>
                  </a:lnTo>
                  <a:lnTo>
                    <a:pt x="124" y="0"/>
                  </a:lnTo>
                  <a:lnTo>
                    <a:pt x="128" y="0"/>
                  </a:lnTo>
                  <a:lnTo>
                    <a:pt x="128" y="4"/>
                  </a:lnTo>
                  <a:lnTo>
                    <a:pt x="128" y="6"/>
                  </a:lnTo>
                  <a:lnTo>
                    <a:pt x="132" y="6"/>
                  </a:lnTo>
                  <a:lnTo>
                    <a:pt x="136" y="6"/>
                  </a:lnTo>
                  <a:lnTo>
                    <a:pt x="138" y="10"/>
                  </a:lnTo>
                  <a:lnTo>
                    <a:pt x="142" y="10"/>
                  </a:lnTo>
                  <a:lnTo>
                    <a:pt x="142" y="14"/>
                  </a:lnTo>
                  <a:lnTo>
                    <a:pt x="146" y="14"/>
                  </a:lnTo>
                  <a:lnTo>
                    <a:pt x="150" y="14"/>
                  </a:lnTo>
                  <a:lnTo>
                    <a:pt x="150" y="18"/>
                  </a:lnTo>
                  <a:lnTo>
                    <a:pt x="154" y="18"/>
                  </a:lnTo>
                  <a:lnTo>
                    <a:pt x="158" y="22"/>
                  </a:lnTo>
                  <a:lnTo>
                    <a:pt x="158" y="26"/>
                  </a:lnTo>
                  <a:lnTo>
                    <a:pt x="162" y="26"/>
                  </a:lnTo>
                  <a:lnTo>
                    <a:pt x="162" y="30"/>
                  </a:lnTo>
                  <a:lnTo>
                    <a:pt x="166" y="30"/>
                  </a:lnTo>
                  <a:lnTo>
                    <a:pt x="162" y="30"/>
                  </a:lnTo>
                  <a:lnTo>
                    <a:pt x="162" y="32"/>
                  </a:lnTo>
                  <a:lnTo>
                    <a:pt x="166" y="32"/>
                  </a:lnTo>
                  <a:lnTo>
                    <a:pt x="166" y="36"/>
                  </a:lnTo>
                  <a:lnTo>
                    <a:pt x="168" y="40"/>
                  </a:lnTo>
                  <a:lnTo>
                    <a:pt x="166" y="44"/>
                  </a:lnTo>
                  <a:lnTo>
                    <a:pt x="162" y="44"/>
                  </a:lnTo>
                  <a:lnTo>
                    <a:pt x="162" y="48"/>
                  </a:lnTo>
                  <a:lnTo>
                    <a:pt x="166" y="48"/>
                  </a:lnTo>
                  <a:lnTo>
                    <a:pt x="166" y="52"/>
                  </a:lnTo>
                  <a:lnTo>
                    <a:pt x="162" y="56"/>
                  </a:lnTo>
                  <a:lnTo>
                    <a:pt x="162" y="60"/>
                  </a:lnTo>
                  <a:lnTo>
                    <a:pt x="162" y="62"/>
                  </a:lnTo>
                  <a:lnTo>
                    <a:pt x="162" y="66"/>
                  </a:lnTo>
                  <a:lnTo>
                    <a:pt x="166" y="70"/>
                  </a:lnTo>
                  <a:lnTo>
                    <a:pt x="166" y="74"/>
                  </a:lnTo>
                  <a:lnTo>
                    <a:pt x="162" y="74"/>
                  </a:lnTo>
                  <a:lnTo>
                    <a:pt x="158" y="74"/>
                  </a:lnTo>
                  <a:lnTo>
                    <a:pt x="158" y="78"/>
                  </a:lnTo>
                  <a:lnTo>
                    <a:pt x="158" y="82"/>
                  </a:lnTo>
                  <a:lnTo>
                    <a:pt x="158" y="86"/>
                  </a:lnTo>
                  <a:lnTo>
                    <a:pt x="158" y="90"/>
                  </a:lnTo>
                  <a:lnTo>
                    <a:pt x="158" y="92"/>
                  </a:lnTo>
                  <a:lnTo>
                    <a:pt x="154" y="92"/>
                  </a:lnTo>
                  <a:lnTo>
                    <a:pt x="158" y="96"/>
                  </a:lnTo>
                  <a:lnTo>
                    <a:pt x="158" y="100"/>
                  </a:lnTo>
                  <a:lnTo>
                    <a:pt x="162" y="100"/>
                  </a:lnTo>
                  <a:lnTo>
                    <a:pt x="158" y="100"/>
                  </a:lnTo>
                  <a:lnTo>
                    <a:pt x="150" y="104"/>
                  </a:lnTo>
                  <a:lnTo>
                    <a:pt x="146" y="108"/>
                  </a:lnTo>
                  <a:lnTo>
                    <a:pt x="142" y="108"/>
                  </a:lnTo>
                  <a:lnTo>
                    <a:pt x="138" y="108"/>
                  </a:lnTo>
                  <a:lnTo>
                    <a:pt x="138" y="112"/>
                  </a:lnTo>
                  <a:lnTo>
                    <a:pt x="136" y="112"/>
                  </a:lnTo>
                  <a:lnTo>
                    <a:pt x="132" y="112"/>
                  </a:lnTo>
                  <a:lnTo>
                    <a:pt x="128" y="112"/>
                  </a:lnTo>
                  <a:lnTo>
                    <a:pt x="128" y="116"/>
                  </a:lnTo>
                  <a:lnTo>
                    <a:pt x="124" y="116"/>
                  </a:lnTo>
                  <a:lnTo>
                    <a:pt x="120" y="116"/>
                  </a:lnTo>
                  <a:lnTo>
                    <a:pt x="120" y="118"/>
                  </a:lnTo>
                  <a:lnTo>
                    <a:pt x="120" y="118"/>
                  </a:lnTo>
                  <a:lnTo>
                    <a:pt x="120" y="1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2" name="Freeform 177"/>
            <p:cNvSpPr>
              <a:spLocks noChangeAspect="1"/>
            </p:cNvSpPr>
            <p:nvPr/>
          </p:nvSpPr>
          <p:spPr bwMode="gray">
            <a:xfrm>
              <a:off x="5422601" y="4985825"/>
              <a:ext cx="194798" cy="212190"/>
            </a:xfrm>
            <a:custGeom>
              <a:avLst/>
              <a:gdLst>
                <a:gd name="T0" fmla="*/ 88 w 112"/>
                <a:gd name="T1" fmla="*/ 114 h 122"/>
                <a:gd name="T2" fmla="*/ 84 w 112"/>
                <a:gd name="T3" fmla="*/ 118 h 122"/>
                <a:gd name="T4" fmla="*/ 82 w 112"/>
                <a:gd name="T5" fmla="*/ 118 h 122"/>
                <a:gd name="T6" fmla="*/ 74 w 112"/>
                <a:gd name="T7" fmla="*/ 118 h 122"/>
                <a:gd name="T8" fmla="*/ 70 w 112"/>
                <a:gd name="T9" fmla="*/ 118 h 122"/>
                <a:gd name="T10" fmla="*/ 62 w 112"/>
                <a:gd name="T11" fmla="*/ 114 h 122"/>
                <a:gd name="T12" fmla="*/ 54 w 112"/>
                <a:gd name="T13" fmla="*/ 114 h 122"/>
                <a:gd name="T14" fmla="*/ 52 w 112"/>
                <a:gd name="T15" fmla="*/ 114 h 122"/>
                <a:gd name="T16" fmla="*/ 52 w 112"/>
                <a:gd name="T17" fmla="*/ 110 h 122"/>
                <a:gd name="T18" fmla="*/ 52 w 112"/>
                <a:gd name="T19" fmla="*/ 108 h 122"/>
                <a:gd name="T20" fmla="*/ 44 w 112"/>
                <a:gd name="T21" fmla="*/ 108 h 122"/>
                <a:gd name="T22" fmla="*/ 40 w 112"/>
                <a:gd name="T23" fmla="*/ 108 h 122"/>
                <a:gd name="T24" fmla="*/ 38 w 112"/>
                <a:gd name="T25" fmla="*/ 104 h 122"/>
                <a:gd name="T26" fmla="*/ 34 w 112"/>
                <a:gd name="T27" fmla="*/ 96 h 122"/>
                <a:gd name="T28" fmla="*/ 34 w 112"/>
                <a:gd name="T29" fmla="*/ 92 h 122"/>
                <a:gd name="T30" fmla="*/ 30 w 112"/>
                <a:gd name="T31" fmla="*/ 84 h 122"/>
                <a:gd name="T32" fmla="*/ 30 w 112"/>
                <a:gd name="T33" fmla="*/ 84 h 122"/>
                <a:gd name="T34" fmla="*/ 26 w 112"/>
                <a:gd name="T35" fmla="*/ 78 h 122"/>
                <a:gd name="T36" fmla="*/ 18 w 112"/>
                <a:gd name="T37" fmla="*/ 74 h 122"/>
                <a:gd name="T38" fmla="*/ 14 w 112"/>
                <a:gd name="T39" fmla="*/ 70 h 122"/>
                <a:gd name="T40" fmla="*/ 12 w 112"/>
                <a:gd name="T41" fmla="*/ 66 h 122"/>
                <a:gd name="T42" fmla="*/ 12 w 112"/>
                <a:gd name="T43" fmla="*/ 58 h 122"/>
                <a:gd name="T44" fmla="*/ 8 w 112"/>
                <a:gd name="T45" fmla="*/ 52 h 122"/>
                <a:gd name="T46" fmla="*/ 4 w 112"/>
                <a:gd name="T47" fmla="*/ 48 h 122"/>
                <a:gd name="T48" fmla="*/ 0 w 112"/>
                <a:gd name="T49" fmla="*/ 44 h 122"/>
                <a:gd name="T50" fmla="*/ 0 w 112"/>
                <a:gd name="T51" fmla="*/ 40 h 122"/>
                <a:gd name="T52" fmla="*/ 4 w 112"/>
                <a:gd name="T53" fmla="*/ 40 h 122"/>
                <a:gd name="T54" fmla="*/ 12 w 112"/>
                <a:gd name="T55" fmla="*/ 44 h 122"/>
                <a:gd name="T56" fmla="*/ 14 w 112"/>
                <a:gd name="T57" fmla="*/ 40 h 122"/>
                <a:gd name="T58" fmla="*/ 22 w 112"/>
                <a:gd name="T59" fmla="*/ 44 h 122"/>
                <a:gd name="T60" fmla="*/ 26 w 112"/>
                <a:gd name="T61" fmla="*/ 40 h 122"/>
                <a:gd name="T62" fmla="*/ 38 w 112"/>
                <a:gd name="T63" fmla="*/ 26 h 122"/>
                <a:gd name="T64" fmla="*/ 48 w 112"/>
                <a:gd name="T65" fmla="*/ 18 h 122"/>
                <a:gd name="T66" fmla="*/ 48 w 112"/>
                <a:gd name="T67" fmla="*/ 10 h 122"/>
                <a:gd name="T68" fmla="*/ 52 w 112"/>
                <a:gd name="T69" fmla="*/ 6 h 122"/>
                <a:gd name="T70" fmla="*/ 62 w 112"/>
                <a:gd name="T71" fmla="*/ 2 h 122"/>
                <a:gd name="T72" fmla="*/ 70 w 112"/>
                <a:gd name="T73" fmla="*/ 2 h 122"/>
                <a:gd name="T74" fmla="*/ 78 w 112"/>
                <a:gd name="T75" fmla="*/ 6 h 122"/>
                <a:gd name="T76" fmla="*/ 84 w 112"/>
                <a:gd name="T77" fmla="*/ 10 h 122"/>
                <a:gd name="T78" fmla="*/ 88 w 112"/>
                <a:gd name="T79" fmla="*/ 10 h 122"/>
                <a:gd name="T80" fmla="*/ 96 w 112"/>
                <a:gd name="T81" fmla="*/ 14 h 122"/>
                <a:gd name="T82" fmla="*/ 100 w 112"/>
                <a:gd name="T83" fmla="*/ 14 h 122"/>
                <a:gd name="T84" fmla="*/ 104 w 112"/>
                <a:gd name="T85" fmla="*/ 22 h 122"/>
                <a:gd name="T86" fmla="*/ 108 w 112"/>
                <a:gd name="T87" fmla="*/ 22 h 122"/>
                <a:gd name="T88" fmla="*/ 108 w 112"/>
                <a:gd name="T89" fmla="*/ 26 h 122"/>
                <a:gd name="T90" fmla="*/ 108 w 112"/>
                <a:gd name="T91" fmla="*/ 28 h 122"/>
                <a:gd name="T92" fmla="*/ 108 w 112"/>
                <a:gd name="T93" fmla="*/ 32 h 122"/>
                <a:gd name="T94" fmla="*/ 108 w 112"/>
                <a:gd name="T95" fmla="*/ 40 h 122"/>
                <a:gd name="T96" fmla="*/ 108 w 112"/>
                <a:gd name="T97" fmla="*/ 44 h 122"/>
                <a:gd name="T98" fmla="*/ 108 w 112"/>
                <a:gd name="T99" fmla="*/ 52 h 122"/>
                <a:gd name="T100" fmla="*/ 108 w 112"/>
                <a:gd name="T101" fmla="*/ 54 h 122"/>
                <a:gd name="T102" fmla="*/ 104 w 112"/>
                <a:gd name="T103" fmla="*/ 54 h 122"/>
                <a:gd name="T104" fmla="*/ 108 w 112"/>
                <a:gd name="T105" fmla="*/ 58 h 122"/>
                <a:gd name="T106" fmla="*/ 108 w 112"/>
                <a:gd name="T107" fmla="*/ 70 h 122"/>
                <a:gd name="T108" fmla="*/ 108 w 112"/>
                <a:gd name="T109" fmla="*/ 78 h 122"/>
                <a:gd name="T110" fmla="*/ 104 w 112"/>
                <a:gd name="T111" fmla="*/ 84 h 122"/>
                <a:gd name="T112" fmla="*/ 100 w 112"/>
                <a:gd name="T113" fmla="*/ 92 h 122"/>
                <a:gd name="T114" fmla="*/ 100 w 112"/>
                <a:gd name="T115" fmla="*/ 10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2" h="122">
                  <a:moveTo>
                    <a:pt x="100" y="100"/>
                  </a:moveTo>
                  <a:lnTo>
                    <a:pt x="100" y="100"/>
                  </a:lnTo>
                  <a:lnTo>
                    <a:pt x="100" y="100"/>
                  </a:lnTo>
                  <a:lnTo>
                    <a:pt x="100" y="100"/>
                  </a:lnTo>
                  <a:lnTo>
                    <a:pt x="92" y="110"/>
                  </a:lnTo>
                  <a:lnTo>
                    <a:pt x="88" y="114"/>
                  </a:lnTo>
                  <a:lnTo>
                    <a:pt x="84" y="118"/>
                  </a:lnTo>
                  <a:lnTo>
                    <a:pt x="84" y="118"/>
                  </a:lnTo>
                  <a:lnTo>
                    <a:pt x="84" y="118"/>
                  </a:lnTo>
                  <a:lnTo>
                    <a:pt x="84" y="122"/>
                  </a:lnTo>
                  <a:lnTo>
                    <a:pt x="84" y="118"/>
                  </a:lnTo>
                  <a:lnTo>
                    <a:pt x="84" y="118"/>
                  </a:lnTo>
                  <a:lnTo>
                    <a:pt x="82" y="118"/>
                  </a:lnTo>
                  <a:lnTo>
                    <a:pt x="82" y="118"/>
                  </a:lnTo>
                  <a:lnTo>
                    <a:pt x="82" y="118"/>
                  </a:lnTo>
                  <a:lnTo>
                    <a:pt x="82" y="118"/>
                  </a:lnTo>
                  <a:lnTo>
                    <a:pt x="82" y="118"/>
                  </a:lnTo>
                  <a:lnTo>
                    <a:pt x="82" y="118"/>
                  </a:lnTo>
                  <a:lnTo>
                    <a:pt x="78" y="118"/>
                  </a:lnTo>
                  <a:lnTo>
                    <a:pt x="78" y="118"/>
                  </a:lnTo>
                  <a:lnTo>
                    <a:pt x="78" y="118"/>
                  </a:lnTo>
                  <a:lnTo>
                    <a:pt x="78" y="118"/>
                  </a:lnTo>
                  <a:lnTo>
                    <a:pt x="78" y="118"/>
                  </a:lnTo>
                  <a:lnTo>
                    <a:pt x="74" y="118"/>
                  </a:lnTo>
                  <a:lnTo>
                    <a:pt x="74" y="118"/>
                  </a:lnTo>
                  <a:lnTo>
                    <a:pt x="74" y="118"/>
                  </a:lnTo>
                  <a:lnTo>
                    <a:pt x="74" y="118"/>
                  </a:lnTo>
                  <a:lnTo>
                    <a:pt x="74" y="118"/>
                  </a:lnTo>
                  <a:lnTo>
                    <a:pt x="70" y="118"/>
                  </a:lnTo>
                  <a:lnTo>
                    <a:pt x="70" y="118"/>
                  </a:lnTo>
                  <a:lnTo>
                    <a:pt x="70" y="118"/>
                  </a:lnTo>
                  <a:lnTo>
                    <a:pt x="66" y="118"/>
                  </a:lnTo>
                  <a:lnTo>
                    <a:pt x="66" y="114"/>
                  </a:lnTo>
                  <a:lnTo>
                    <a:pt x="62" y="114"/>
                  </a:lnTo>
                  <a:lnTo>
                    <a:pt x="62" y="114"/>
                  </a:lnTo>
                  <a:lnTo>
                    <a:pt x="62" y="114"/>
                  </a:lnTo>
                  <a:lnTo>
                    <a:pt x="62" y="114"/>
                  </a:lnTo>
                  <a:lnTo>
                    <a:pt x="62" y="114"/>
                  </a:lnTo>
                  <a:lnTo>
                    <a:pt x="58" y="114"/>
                  </a:lnTo>
                  <a:lnTo>
                    <a:pt x="54" y="114"/>
                  </a:lnTo>
                  <a:lnTo>
                    <a:pt x="54" y="114"/>
                  </a:lnTo>
                  <a:lnTo>
                    <a:pt x="54" y="114"/>
                  </a:lnTo>
                  <a:lnTo>
                    <a:pt x="54" y="114"/>
                  </a:lnTo>
                  <a:lnTo>
                    <a:pt x="54" y="114"/>
                  </a:lnTo>
                  <a:lnTo>
                    <a:pt x="54" y="114"/>
                  </a:lnTo>
                  <a:lnTo>
                    <a:pt x="54" y="114"/>
                  </a:lnTo>
                  <a:lnTo>
                    <a:pt x="52" y="114"/>
                  </a:lnTo>
                  <a:lnTo>
                    <a:pt x="52" y="114"/>
                  </a:lnTo>
                  <a:lnTo>
                    <a:pt x="52" y="114"/>
                  </a:lnTo>
                  <a:lnTo>
                    <a:pt x="52" y="114"/>
                  </a:lnTo>
                  <a:lnTo>
                    <a:pt x="52" y="114"/>
                  </a:lnTo>
                  <a:lnTo>
                    <a:pt x="52" y="110"/>
                  </a:lnTo>
                  <a:lnTo>
                    <a:pt x="52" y="110"/>
                  </a:lnTo>
                  <a:lnTo>
                    <a:pt x="52" y="110"/>
                  </a:lnTo>
                  <a:lnTo>
                    <a:pt x="52" y="110"/>
                  </a:lnTo>
                  <a:lnTo>
                    <a:pt x="52" y="110"/>
                  </a:lnTo>
                  <a:lnTo>
                    <a:pt x="52" y="110"/>
                  </a:lnTo>
                  <a:lnTo>
                    <a:pt x="52" y="108"/>
                  </a:lnTo>
                  <a:lnTo>
                    <a:pt x="52" y="108"/>
                  </a:lnTo>
                  <a:lnTo>
                    <a:pt x="52" y="108"/>
                  </a:lnTo>
                  <a:lnTo>
                    <a:pt x="52" y="108"/>
                  </a:lnTo>
                  <a:lnTo>
                    <a:pt x="48" y="108"/>
                  </a:lnTo>
                  <a:lnTo>
                    <a:pt x="44" y="108"/>
                  </a:lnTo>
                  <a:lnTo>
                    <a:pt x="44" y="108"/>
                  </a:lnTo>
                  <a:lnTo>
                    <a:pt x="44" y="108"/>
                  </a:lnTo>
                  <a:lnTo>
                    <a:pt x="44" y="108"/>
                  </a:lnTo>
                  <a:lnTo>
                    <a:pt x="44" y="108"/>
                  </a:lnTo>
                  <a:lnTo>
                    <a:pt x="44" y="108"/>
                  </a:lnTo>
                  <a:lnTo>
                    <a:pt x="44" y="108"/>
                  </a:lnTo>
                  <a:lnTo>
                    <a:pt x="40" y="108"/>
                  </a:lnTo>
                  <a:lnTo>
                    <a:pt x="40" y="108"/>
                  </a:lnTo>
                  <a:lnTo>
                    <a:pt x="40" y="108"/>
                  </a:lnTo>
                  <a:lnTo>
                    <a:pt x="40" y="108"/>
                  </a:lnTo>
                  <a:lnTo>
                    <a:pt x="38" y="108"/>
                  </a:lnTo>
                  <a:lnTo>
                    <a:pt x="38" y="104"/>
                  </a:lnTo>
                  <a:lnTo>
                    <a:pt x="38" y="104"/>
                  </a:lnTo>
                  <a:lnTo>
                    <a:pt x="38" y="104"/>
                  </a:lnTo>
                  <a:lnTo>
                    <a:pt x="38" y="104"/>
                  </a:lnTo>
                  <a:lnTo>
                    <a:pt x="38" y="104"/>
                  </a:lnTo>
                  <a:lnTo>
                    <a:pt x="38" y="100"/>
                  </a:lnTo>
                  <a:lnTo>
                    <a:pt x="38" y="100"/>
                  </a:lnTo>
                  <a:lnTo>
                    <a:pt x="34" y="100"/>
                  </a:lnTo>
                  <a:lnTo>
                    <a:pt x="34" y="100"/>
                  </a:lnTo>
                  <a:lnTo>
                    <a:pt x="34" y="96"/>
                  </a:lnTo>
                  <a:lnTo>
                    <a:pt x="34" y="96"/>
                  </a:lnTo>
                  <a:lnTo>
                    <a:pt x="34" y="92"/>
                  </a:lnTo>
                  <a:lnTo>
                    <a:pt x="34" y="92"/>
                  </a:lnTo>
                  <a:lnTo>
                    <a:pt x="34" y="92"/>
                  </a:lnTo>
                  <a:lnTo>
                    <a:pt x="34" y="92"/>
                  </a:lnTo>
                  <a:lnTo>
                    <a:pt x="34" y="92"/>
                  </a:lnTo>
                  <a:lnTo>
                    <a:pt x="34" y="88"/>
                  </a:lnTo>
                  <a:lnTo>
                    <a:pt x="34" y="84"/>
                  </a:lnTo>
                  <a:lnTo>
                    <a:pt x="34" y="84"/>
                  </a:lnTo>
                  <a:lnTo>
                    <a:pt x="34" y="84"/>
                  </a:lnTo>
                  <a:lnTo>
                    <a:pt x="30" y="84"/>
                  </a:lnTo>
                  <a:lnTo>
                    <a:pt x="30" y="84"/>
                  </a:lnTo>
                  <a:lnTo>
                    <a:pt x="30" y="84"/>
                  </a:lnTo>
                  <a:lnTo>
                    <a:pt x="30" y="84"/>
                  </a:lnTo>
                  <a:lnTo>
                    <a:pt x="30" y="84"/>
                  </a:lnTo>
                  <a:lnTo>
                    <a:pt x="30" y="84"/>
                  </a:lnTo>
                  <a:lnTo>
                    <a:pt x="30" y="84"/>
                  </a:lnTo>
                  <a:lnTo>
                    <a:pt x="30" y="84"/>
                  </a:lnTo>
                  <a:lnTo>
                    <a:pt x="30" y="84"/>
                  </a:lnTo>
                  <a:lnTo>
                    <a:pt x="30" y="80"/>
                  </a:lnTo>
                  <a:lnTo>
                    <a:pt x="30" y="80"/>
                  </a:lnTo>
                  <a:lnTo>
                    <a:pt x="26" y="80"/>
                  </a:lnTo>
                  <a:lnTo>
                    <a:pt x="26" y="78"/>
                  </a:lnTo>
                  <a:lnTo>
                    <a:pt x="26" y="78"/>
                  </a:lnTo>
                  <a:lnTo>
                    <a:pt x="22" y="78"/>
                  </a:lnTo>
                  <a:lnTo>
                    <a:pt x="18" y="78"/>
                  </a:lnTo>
                  <a:lnTo>
                    <a:pt x="18" y="74"/>
                  </a:lnTo>
                  <a:lnTo>
                    <a:pt x="18" y="74"/>
                  </a:lnTo>
                  <a:lnTo>
                    <a:pt x="18" y="74"/>
                  </a:lnTo>
                  <a:lnTo>
                    <a:pt x="18" y="74"/>
                  </a:lnTo>
                  <a:lnTo>
                    <a:pt x="18" y="74"/>
                  </a:lnTo>
                  <a:lnTo>
                    <a:pt x="18" y="74"/>
                  </a:lnTo>
                  <a:lnTo>
                    <a:pt x="18" y="74"/>
                  </a:lnTo>
                  <a:lnTo>
                    <a:pt x="14" y="74"/>
                  </a:lnTo>
                  <a:lnTo>
                    <a:pt x="14" y="70"/>
                  </a:lnTo>
                  <a:lnTo>
                    <a:pt x="14" y="70"/>
                  </a:lnTo>
                  <a:lnTo>
                    <a:pt x="14" y="70"/>
                  </a:lnTo>
                  <a:lnTo>
                    <a:pt x="12" y="70"/>
                  </a:lnTo>
                  <a:lnTo>
                    <a:pt x="12" y="70"/>
                  </a:lnTo>
                  <a:lnTo>
                    <a:pt x="12" y="70"/>
                  </a:lnTo>
                  <a:lnTo>
                    <a:pt x="12" y="66"/>
                  </a:lnTo>
                  <a:lnTo>
                    <a:pt x="12" y="66"/>
                  </a:lnTo>
                  <a:lnTo>
                    <a:pt x="12" y="62"/>
                  </a:lnTo>
                  <a:lnTo>
                    <a:pt x="12" y="62"/>
                  </a:lnTo>
                  <a:lnTo>
                    <a:pt x="12" y="62"/>
                  </a:lnTo>
                  <a:lnTo>
                    <a:pt x="12" y="62"/>
                  </a:lnTo>
                  <a:lnTo>
                    <a:pt x="12" y="58"/>
                  </a:lnTo>
                  <a:lnTo>
                    <a:pt x="12" y="58"/>
                  </a:lnTo>
                  <a:lnTo>
                    <a:pt x="12" y="58"/>
                  </a:lnTo>
                  <a:lnTo>
                    <a:pt x="12" y="58"/>
                  </a:lnTo>
                  <a:lnTo>
                    <a:pt x="8" y="58"/>
                  </a:lnTo>
                  <a:lnTo>
                    <a:pt x="8" y="58"/>
                  </a:lnTo>
                  <a:lnTo>
                    <a:pt x="8" y="54"/>
                  </a:lnTo>
                  <a:lnTo>
                    <a:pt x="8" y="52"/>
                  </a:lnTo>
                  <a:lnTo>
                    <a:pt x="4" y="52"/>
                  </a:lnTo>
                  <a:lnTo>
                    <a:pt x="4" y="52"/>
                  </a:lnTo>
                  <a:lnTo>
                    <a:pt x="4" y="52"/>
                  </a:lnTo>
                  <a:lnTo>
                    <a:pt x="4" y="48"/>
                  </a:lnTo>
                  <a:lnTo>
                    <a:pt x="4" y="48"/>
                  </a:lnTo>
                  <a:lnTo>
                    <a:pt x="4" y="48"/>
                  </a:lnTo>
                  <a:lnTo>
                    <a:pt x="4" y="48"/>
                  </a:lnTo>
                  <a:lnTo>
                    <a:pt x="4" y="48"/>
                  </a:lnTo>
                  <a:lnTo>
                    <a:pt x="0" y="44"/>
                  </a:lnTo>
                  <a:lnTo>
                    <a:pt x="0" y="44"/>
                  </a:lnTo>
                  <a:lnTo>
                    <a:pt x="0" y="44"/>
                  </a:lnTo>
                  <a:lnTo>
                    <a:pt x="0" y="44"/>
                  </a:lnTo>
                  <a:lnTo>
                    <a:pt x="0" y="40"/>
                  </a:lnTo>
                  <a:lnTo>
                    <a:pt x="0" y="40"/>
                  </a:lnTo>
                  <a:lnTo>
                    <a:pt x="0" y="40"/>
                  </a:lnTo>
                  <a:lnTo>
                    <a:pt x="0" y="40"/>
                  </a:lnTo>
                  <a:lnTo>
                    <a:pt x="0" y="40"/>
                  </a:lnTo>
                  <a:lnTo>
                    <a:pt x="0" y="40"/>
                  </a:lnTo>
                  <a:lnTo>
                    <a:pt x="0" y="40"/>
                  </a:lnTo>
                  <a:lnTo>
                    <a:pt x="4" y="40"/>
                  </a:lnTo>
                  <a:lnTo>
                    <a:pt x="4" y="40"/>
                  </a:lnTo>
                  <a:lnTo>
                    <a:pt x="4" y="40"/>
                  </a:lnTo>
                  <a:lnTo>
                    <a:pt x="4" y="40"/>
                  </a:lnTo>
                  <a:lnTo>
                    <a:pt x="4" y="40"/>
                  </a:lnTo>
                  <a:lnTo>
                    <a:pt x="8" y="40"/>
                  </a:lnTo>
                  <a:lnTo>
                    <a:pt x="8" y="40"/>
                  </a:lnTo>
                  <a:lnTo>
                    <a:pt x="8" y="40"/>
                  </a:lnTo>
                  <a:lnTo>
                    <a:pt x="8" y="44"/>
                  </a:lnTo>
                  <a:lnTo>
                    <a:pt x="8" y="44"/>
                  </a:lnTo>
                  <a:lnTo>
                    <a:pt x="12" y="44"/>
                  </a:lnTo>
                  <a:lnTo>
                    <a:pt x="12" y="40"/>
                  </a:lnTo>
                  <a:lnTo>
                    <a:pt x="12" y="40"/>
                  </a:lnTo>
                  <a:lnTo>
                    <a:pt x="12" y="40"/>
                  </a:lnTo>
                  <a:lnTo>
                    <a:pt x="14" y="40"/>
                  </a:lnTo>
                  <a:lnTo>
                    <a:pt x="14" y="40"/>
                  </a:lnTo>
                  <a:lnTo>
                    <a:pt x="14" y="40"/>
                  </a:lnTo>
                  <a:lnTo>
                    <a:pt x="18" y="44"/>
                  </a:lnTo>
                  <a:lnTo>
                    <a:pt x="18" y="44"/>
                  </a:lnTo>
                  <a:lnTo>
                    <a:pt x="18" y="44"/>
                  </a:lnTo>
                  <a:lnTo>
                    <a:pt x="18" y="44"/>
                  </a:lnTo>
                  <a:lnTo>
                    <a:pt x="18" y="44"/>
                  </a:lnTo>
                  <a:lnTo>
                    <a:pt x="22" y="44"/>
                  </a:lnTo>
                  <a:lnTo>
                    <a:pt x="22" y="44"/>
                  </a:lnTo>
                  <a:lnTo>
                    <a:pt x="22" y="44"/>
                  </a:lnTo>
                  <a:lnTo>
                    <a:pt x="22" y="40"/>
                  </a:lnTo>
                  <a:lnTo>
                    <a:pt x="26" y="40"/>
                  </a:lnTo>
                  <a:lnTo>
                    <a:pt x="26" y="40"/>
                  </a:lnTo>
                  <a:lnTo>
                    <a:pt x="26" y="40"/>
                  </a:lnTo>
                  <a:lnTo>
                    <a:pt x="30" y="36"/>
                  </a:lnTo>
                  <a:lnTo>
                    <a:pt x="30" y="32"/>
                  </a:lnTo>
                  <a:lnTo>
                    <a:pt x="34" y="32"/>
                  </a:lnTo>
                  <a:lnTo>
                    <a:pt x="34" y="28"/>
                  </a:lnTo>
                  <a:lnTo>
                    <a:pt x="34" y="28"/>
                  </a:lnTo>
                  <a:lnTo>
                    <a:pt x="38" y="26"/>
                  </a:lnTo>
                  <a:lnTo>
                    <a:pt x="38" y="26"/>
                  </a:lnTo>
                  <a:lnTo>
                    <a:pt x="38" y="22"/>
                  </a:lnTo>
                  <a:lnTo>
                    <a:pt x="40" y="22"/>
                  </a:lnTo>
                  <a:lnTo>
                    <a:pt x="40" y="22"/>
                  </a:lnTo>
                  <a:lnTo>
                    <a:pt x="44" y="18"/>
                  </a:lnTo>
                  <a:lnTo>
                    <a:pt x="48" y="18"/>
                  </a:lnTo>
                  <a:lnTo>
                    <a:pt x="48" y="14"/>
                  </a:lnTo>
                  <a:lnTo>
                    <a:pt x="48" y="14"/>
                  </a:lnTo>
                  <a:lnTo>
                    <a:pt x="48" y="14"/>
                  </a:lnTo>
                  <a:lnTo>
                    <a:pt x="48" y="14"/>
                  </a:lnTo>
                  <a:lnTo>
                    <a:pt x="48" y="14"/>
                  </a:lnTo>
                  <a:lnTo>
                    <a:pt x="48" y="10"/>
                  </a:lnTo>
                  <a:lnTo>
                    <a:pt x="52" y="10"/>
                  </a:lnTo>
                  <a:lnTo>
                    <a:pt x="52" y="6"/>
                  </a:lnTo>
                  <a:lnTo>
                    <a:pt x="52" y="6"/>
                  </a:lnTo>
                  <a:lnTo>
                    <a:pt x="52" y="6"/>
                  </a:lnTo>
                  <a:lnTo>
                    <a:pt x="52" y="6"/>
                  </a:lnTo>
                  <a:lnTo>
                    <a:pt x="52" y="6"/>
                  </a:lnTo>
                  <a:lnTo>
                    <a:pt x="54" y="2"/>
                  </a:lnTo>
                  <a:lnTo>
                    <a:pt x="54" y="2"/>
                  </a:lnTo>
                  <a:lnTo>
                    <a:pt x="58" y="2"/>
                  </a:lnTo>
                  <a:lnTo>
                    <a:pt x="58" y="2"/>
                  </a:lnTo>
                  <a:lnTo>
                    <a:pt x="58" y="2"/>
                  </a:lnTo>
                  <a:lnTo>
                    <a:pt x="62" y="2"/>
                  </a:lnTo>
                  <a:lnTo>
                    <a:pt x="62" y="2"/>
                  </a:lnTo>
                  <a:lnTo>
                    <a:pt x="62" y="2"/>
                  </a:lnTo>
                  <a:lnTo>
                    <a:pt x="62" y="0"/>
                  </a:lnTo>
                  <a:lnTo>
                    <a:pt x="66" y="2"/>
                  </a:lnTo>
                  <a:lnTo>
                    <a:pt x="70" y="2"/>
                  </a:lnTo>
                  <a:lnTo>
                    <a:pt x="70" y="2"/>
                  </a:lnTo>
                  <a:lnTo>
                    <a:pt x="70" y="2"/>
                  </a:lnTo>
                  <a:lnTo>
                    <a:pt x="70" y="2"/>
                  </a:lnTo>
                  <a:lnTo>
                    <a:pt x="70" y="2"/>
                  </a:lnTo>
                  <a:lnTo>
                    <a:pt x="70" y="2"/>
                  </a:lnTo>
                  <a:lnTo>
                    <a:pt x="70" y="6"/>
                  </a:lnTo>
                  <a:lnTo>
                    <a:pt x="78" y="6"/>
                  </a:lnTo>
                  <a:lnTo>
                    <a:pt x="82" y="6"/>
                  </a:lnTo>
                  <a:lnTo>
                    <a:pt x="82" y="6"/>
                  </a:lnTo>
                  <a:lnTo>
                    <a:pt x="84" y="6"/>
                  </a:lnTo>
                  <a:lnTo>
                    <a:pt x="84" y="6"/>
                  </a:lnTo>
                  <a:lnTo>
                    <a:pt x="84" y="10"/>
                  </a:lnTo>
                  <a:lnTo>
                    <a:pt x="84" y="10"/>
                  </a:lnTo>
                  <a:lnTo>
                    <a:pt x="84" y="10"/>
                  </a:lnTo>
                  <a:lnTo>
                    <a:pt x="84" y="10"/>
                  </a:lnTo>
                  <a:lnTo>
                    <a:pt x="88" y="10"/>
                  </a:lnTo>
                  <a:lnTo>
                    <a:pt x="88" y="10"/>
                  </a:lnTo>
                  <a:lnTo>
                    <a:pt x="88" y="10"/>
                  </a:lnTo>
                  <a:lnTo>
                    <a:pt x="88" y="10"/>
                  </a:lnTo>
                  <a:lnTo>
                    <a:pt x="88" y="10"/>
                  </a:lnTo>
                  <a:lnTo>
                    <a:pt x="92" y="10"/>
                  </a:lnTo>
                  <a:lnTo>
                    <a:pt x="92" y="14"/>
                  </a:lnTo>
                  <a:lnTo>
                    <a:pt x="92" y="14"/>
                  </a:lnTo>
                  <a:lnTo>
                    <a:pt x="92" y="14"/>
                  </a:lnTo>
                  <a:lnTo>
                    <a:pt x="96" y="14"/>
                  </a:lnTo>
                  <a:lnTo>
                    <a:pt x="96" y="14"/>
                  </a:lnTo>
                  <a:lnTo>
                    <a:pt x="96" y="14"/>
                  </a:lnTo>
                  <a:lnTo>
                    <a:pt x="96" y="14"/>
                  </a:lnTo>
                  <a:lnTo>
                    <a:pt x="96" y="14"/>
                  </a:lnTo>
                  <a:lnTo>
                    <a:pt x="100" y="14"/>
                  </a:lnTo>
                  <a:lnTo>
                    <a:pt x="100" y="14"/>
                  </a:lnTo>
                  <a:lnTo>
                    <a:pt x="100" y="14"/>
                  </a:lnTo>
                  <a:lnTo>
                    <a:pt x="100" y="18"/>
                  </a:lnTo>
                  <a:lnTo>
                    <a:pt x="104" y="18"/>
                  </a:lnTo>
                  <a:lnTo>
                    <a:pt x="104" y="18"/>
                  </a:lnTo>
                  <a:lnTo>
                    <a:pt x="104" y="22"/>
                  </a:lnTo>
                  <a:lnTo>
                    <a:pt x="104" y="22"/>
                  </a:lnTo>
                  <a:lnTo>
                    <a:pt x="104" y="22"/>
                  </a:lnTo>
                  <a:lnTo>
                    <a:pt x="108" y="22"/>
                  </a:lnTo>
                  <a:lnTo>
                    <a:pt x="108" y="22"/>
                  </a:lnTo>
                  <a:lnTo>
                    <a:pt x="108" y="22"/>
                  </a:lnTo>
                  <a:lnTo>
                    <a:pt x="108" y="22"/>
                  </a:lnTo>
                  <a:lnTo>
                    <a:pt x="108" y="22"/>
                  </a:lnTo>
                  <a:lnTo>
                    <a:pt x="108" y="22"/>
                  </a:lnTo>
                  <a:lnTo>
                    <a:pt x="108" y="22"/>
                  </a:lnTo>
                  <a:lnTo>
                    <a:pt x="108" y="22"/>
                  </a:lnTo>
                  <a:lnTo>
                    <a:pt x="108" y="22"/>
                  </a:lnTo>
                  <a:lnTo>
                    <a:pt x="108" y="22"/>
                  </a:lnTo>
                  <a:lnTo>
                    <a:pt x="108" y="26"/>
                  </a:lnTo>
                  <a:lnTo>
                    <a:pt x="108" y="26"/>
                  </a:lnTo>
                  <a:lnTo>
                    <a:pt x="108" y="26"/>
                  </a:lnTo>
                  <a:lnTo>
                    <a:pt x="108" y="28"/>
                  </a:lnTo>
                  <a:lnTo>
                    <a:pt x="108" y="28"/>
                  </a:lnTo>
                  <a:lnTo>
                    <a:pt x="108" y="28"/>
                  </a:lnTo>
                  <a:lnTo>
                    <a:pt x="108" y="28"/>
                  </a:lnTo>
                  <a:lnTo>
                    <a:pt x="108" y="28"/>
                  </a:lnTo>
                  <a:lnTo>
                    <a:pt x="108" y="28"/>
                  </a:lnTo>
                  <a:lnTo>
                    <a:pt x="108" y="28"/>
                  </a:lnTo>
                  <a:lnTo>
                    <a:pt x="108" y="32"/>
                  </a:lnTo>
                  <a:lnTo>
                    <a:pt x="108" y="32"/>
                  </a:lnTo>
                  <a:lnTo>
                    <a:pt x="108" y="32"/>
                  </a:lnTo>
                  <a:lnTo>
                    <a:pt x="108" y="36"/>
                  </a:lnTo>
                  <a:lnTo>
                    <a:pt x="108" y="36"/>
                  </a:lnTo>
                  <a:lnTo>
                    <a:pt x="108" y="36"/>
                  </a:lnTo>
                  <a:lnTo>
                    <a:pt x="108" y="36"/>
                  </a:lnTo>
                  <a:lnTo>
                    <a:pt x="108" y="36"/>
                  </a:lnTo>
                  <a:lnTo>
                    <a:pt x="108" y="40"/>
                  </a:lnTo>
                  <a:lnTo>
                    <a:pt x="108" y="40"/>
                  </a:lnTo>
                  <a:lnTo>
                    <a:pt x="108" y="44"/>
                  </a:lnTo>
                  <a:lnTo>
                    <a:pt x="108" y="44"/>
                  </a:lnTo>
                  <a:lnTo>
                    <a:pt x="108" y="44"/>
                  </a:lnTo>
                  <a:lnTo>
                    <a:pt x="108" y="44"/>
                  </a:lnTo>
                  <a:lnTo>
                    <a:pt x="108" y="44"/>
                  </a:lnTo>
                  <a:lnTo>
                    <a:pt x="108" y="48"/>
                  </a:lnTo>
                  <a:lnTo>
                    <a:pt x="108" y="48"/>
                  </a:lnTo>
                  <a:lnTo>
                    <a:pt x="108" y="48"/>
                  </a:lnTo>
                  <a:lnTo>
                    <a:pt x="108" y="48"/>
                  </a:lnTo>
                  <a:lnTo>
                    <a:pt x="112" y="48"/>
                  </a:lnTo>
                  <a:lnTo>
                    <a:pt x="108" y="52"/>
                  </a:lnTo>
                  <a:lnTo>
                    <a:pt x="108" y="52"/>
                  </a:lnTo>
                  <a:lnTo>
                    <a:pt x="108" y="52"/>
                  </a:lnTo>
                  <a:lnTo>
                    <a:pt x="108" y="52"/>
                  </a:lnTo>
                  <a:lnTo>
                    <a:pt x="108" y="52"/>
                  </a:lnTo>
                  <a:lnTo>
                    <a:pt x="108" y="52"/>
                  </a:lnTo>
                  <a:lnTo>
                    <a:pt x="108" y="54"/>
                  </a:lnTo>
                  <a:lnTo>
                    <a:pt x="108" y="54"/>
                  </a:lnTo>
                  <a:lnTo>
                    <a:pt x="108" y="54"/>
                  </a:lnTo>
                  <a:lnTo>
                    <a:pt x="108" y="54"/>
                  </a:lnTo>
                  <a:lnTo>
                    <a:pt x="108" y="54"/>
                  </a:lnTo>
                  <a:lnTo>
                    <a:pt x="108" y="54"/>
                  </a:lnTo>
                  <a:lnTo>
                    <a:pt x="104" y="54"/>
                  </a:lnTo>
                  <a:lnTo>
                    <a:pt x="104" y="58"/>
                  </a:lnTo>
                  <a:lnTo>
                    <a:pt x="104" y="58"/>
                  </a:lnTo>
                  <a:lnTo>
                    <a:pt x="104" y="58"/>
                  </a:lnTo>
                  <a:lnTo>
                    <a:pt x="104" y="58"/>
                  </a:lnTo>
                  <a:lnTo>
                    <a:pt x="104" y="58"/>
                  </a:lnTo>
                  <a:lnTo>
                    <a:pt x="108" y="58"/>
                  </a:lnTo>
                  <a:lnTo>
                    <a:pt x="108" y="62"/>
                  </a:lnTo>
                  <a:lnTo>
                    <a:pt x="108" y="66"/>
                  </a:lnTo>
                  <a:lnTo>
                    <a:pt x="108" y="66"/>
                  </a:lnTo>
                  <a:lnTo>
                    <a:pt x="104" y="66"/>
                  </a:lnTo>
                  <a:lnTo>
                    <a:pt x="104" y="70"/>
                  </a:lnTo>
                  <a:lnTo>
                    <a:pt x="108" y="70"/>
                  </a:lnTo>
                  <a:lnTo>
                    <a:pt x="108" y="70"/>
                  </a:lnTo>
                  <a:lnTo>
                    <a:pt x="108" y="70"/>
                  </a:lnTo>
                  <a:lnTo>
                    <a:pt x="108" y="70"/>
                  </a:lnTo>
                  <a:lnTo>
                    <a:pt x="108" y="74"/>
                  </a:lnTo>
                  <a:lnTo>
                    <a:pt x="108" y="74"/>
                  </a:lnTo>
                  <a:lnTo>
                    <a:pt x="108" y="78"/>
                  </a:lnTo>
                  <a:lnTo>
                    <a:pt x="108" y="78"/>
                  </a:lnTo>
                  <a:lnTo>
                    <a:pt x="108" y="80"/>
                  </a:lnTo>
                  <a:lnTo>
                    <a:pt x="108" y="80"/>
                  </a:lnTo>
                  <a:lnTo>
                    <a:pt x="108" y="80"/>
                  </a:lnTo>
                  <a:lnTo>
                    <a:pt x="108" y="80"/>
                  </a:lnTo>
                  <a:lnTo>
                    <a:pt x="104" y="84"/>
                  </a:lnTo>
                  <a:lnTo>
                    <a:pt x="104" y="88"/>
                  </a:lnTo>
                  <a:lnTo>
                    <a:pt x="104" y="88"/>
                  </a:lnTo>
                  <a:lnTo>
                    <a:pt x="100" y="88"/>
                  </a:lnTo>
                  <a:lnTo>
                    <a:pt x="100" y="88"/>
                  </a:lnTo>
                  <a:lnTo>
                    <a:pt x="100" y="92"/>
                  </a:lnTo>
                  <a:lnTo>
                    <a:pt x="100" y="92"/>
                  </a:lnTo>
                  <a:lnTo>
                    <a:pt x="100" y="92"/>
                  </a:lnTo>
                  <a:lnTo>
                    <a:pt x="100" y="96"/>
                  </a:lnTo>
                  <a:lnTo>
                    <a:pt x="100" y="96"/>
                  </a:lnTo>
                  <a:lnTo>
                    <a:pt x="100" y="96"/>
                  </a:lnTo>
                  <a:lnTo>
                    <a:pt x="100" y="100"/>
                  </a:lnTo>
                  <a:lnTo>
                    <a:pt x="100" y="100"/>
                  </a:lnTo>
                  <a:lnTo>
                    <a:pt x="100" y="100"/>
                  </a:lnTo>
                  <a:lnTo>
                    <a:pt x="100" y="100"/>
                  </a:lnTo>
                  <a:lnTo>
                    <a:pt x="100" y="1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3" name="Freeform 193"/>
            <p:cNvSpPr>
              <a:spLocks noChangeAspect="1" noEditPoints="1"/>
            </p:cNvSpPr>
            <p:nvPr/>
          </p:nvSpPr>
          <p:spPr bwMode="gray">
            <a:xfrm>
              <a:off x="4027712" y="3204823"/>
              <a:ext cx="622656" cy="320024"/>
            </a:xfrm>
            <a:custGeom>
              <a:avLst/>
              <a:gdLst>
                <a:gd name="T0" fmla="*/ 320 w 358"/>
                <a:gd name="T1" fmla="*/ 16 h 184"/>
                <a:gd name="T2" fmla="*/ 320 w 358"/>
                <a:gd name="T3" fmla="*/ 8 h 184"/>
                <a:gd name="T4" fmla="*/ 324 w 358"/>
                <a:gd name="T5" fmla="*/ 0 h 184"/>
                <a:gd name="T6" fmla="*/ 328 w 358"/>
                <a:gd name="T7" fmla="*/ 8 h 184"/>
                <a:gd name="T8" fmla="*/ 340 w 358"/>
                <a:gd name="T9" fmla="*/ 8 h 184"/>
                <a:gd name="T10" fmla="*/ 348 w 358"/>
                <a:gd name="T11" fmla="*/ 4 h 184"/>
                <a:gd name="T12" fmla="*/ 350 w 358"/>
                <a:gd name="T13" fmla="*/ 12 h 184"/>
                <a:gd name="T14" fmla="*/ 354 w 358"/>
                <a:gd name="T15" fmla="*/ 12 h 184"/>
                <a:gd name="T16" fmla="*/ 350 w 358"/>
                <a:gd name="T17" fmla="*/ 20 h 184"/>
                <a:gd name="T18" fmla="*/ 348 w 358"/>
                <a:gd name="T19" fmla="*/ 30 h 184"/>
                <a:gd name="T20" fmla="*/ 344 w 358"/>
                <a:gd name="T21" fmla="*/ 38 h 184"/>
                <a:gd name="T22" fmla="*/ 344 w 358"/>
                <a:gd name="T23" fmla="*/ 50 h 184"/>
                <a:gd name="T24" fmla="*/ 340 w 358"/>
                <a:gd name="T25" fmla="*/ 54 h 184"/>
                <a:gd name="T26" fmla="*/ 348 w 358"/>
                <a:gd name="T27" fmla="*/ 60 h 184"/>
                <a:gd name="T28" fmla="*/ 340 w 358"/>
                <a:gd name="T29" fmla="*/ 68 h 184"/>
                <a:gd name="T30" fmla="*/ 344 w 358"/>
                <a:gd name="T31" fmla="*/ 76 h 184"/>
                <a:gd name="T32" fmla="*/ 344 w 358"/>
                <a:gd name="T33" fmla="*/ 82 h 184"/>
                <a:gd name="T34" fmla="*/ 336 w 358"/>
                <a:gd name="T35" fmla="*/ 90 h 184"/>
                <a:gd name="T36" fmla="*/ 340 w 358"/>
                <a:gd name="T37" fmla="*/ 98 h 184"/>
                <a:gd name="T38" fmla="*/ 332 w 358"/>
                <a:gd name="T39" fmla="*/ 102 h 184"/>
                <a:gd name="T40" fmla="*/ 324 w 358"/>
                <a:gd name="T41" fmla="*/ 98 h 184"/>
                <a:gd name="T42" fmla="*/ 318 w 358"/>
                <a:gd name="T43" fmla="*/ 102 h 184"/>
                <a:gd name="T44" fmla="*/ 320 w 358"/>
                <a:gd name="T45" fmla="*/ 94 h 184"/>
                <a:gd name="T46" fmla="*/ 320 w 358"/>
                <a:gd name="T47" fmla="*/ 82 h 184"/>
                <a:gd name="T48" fmla="*/ 320 w 358"/>
                <a:gd name="T49" fmla="*/ 76 h 184"/>
                <a:gd name="T50" fmla="*/ 318 w 358"/>
                <a:gd name="T51" fmla="*/ 76 h 184"/>
                <a:gd name="T52" fmla="*/ 314 w 358"/>
                <a:gd name="T53" fmla="*/ 68 h 184"/>
                <a:gd name="T54" fmla="*/ 318 w 358"/>
                <a:gd name="T55" fmla="*/ 64 h 184"/>
                <a:gd name="T56" fmla="*/ 310 w 358"/>
                <a:gd name="T57" fmla="*/ 68 h 184"/>
                <a:gd name="T58" fmla="*/ 314 w 358"/>
                <a:gd name="T59" fmla="*/ 56 h 184"/>
                <a:gd name="T60" fmla="*/ 314 w 358"/>
                <a:gd name="T61" fmla="*/ 54 h 184"/>
                <a:gd name="T62" fmla="*/ 318 w 358"/>
                <a:gd name="T63" fmla="*/ 42 h 184"/>
                <a:gd name="T64" fmla="*/ 320 w 358"/>
                <a:gd name="T65" fmla="*/ 30 h 184"/>
                <a:gd name="T66" fmla="*/ 320 w 358"/>
                <a:gd name="T67" fmla="*/ 26 h 184"/>
                <a:gd name="T68" fmla="*/ 320 w 358"/>
                <a:gd name="T69" fmla="*/ 24 h 184"/>
                <a:gd name="T70" fmla="*/ 0 w 358"/>
                <a:gd name="T71" fmla="*/ 54 h 184"/>
                <a:gd name="T72" fmla="*/ 4 w 358"/>
                <a:gd name="T73" fmla="*/ 56 h 184"/>
                <a:gd name="T74" fmla="*/ 60 w 358"/>
                <a:gd name="T75" fmla="*/ 68 h 184"/>
                <a:gd name="T76" fmla="*/ 60 w 358"/>
                <a:gd name="T77" fmla="*/ 72 h 184"/>
                <a:gd name="T78" fmla="*/ 48 w 358"/>
                <a:gd name="T79" fmla="*/ 72 h 184"/>
                <a:gd name="T80" fmla="*/ 52 w 358"/>
                <a:gd name="T81" fmla="*/ 72 h 184"/>
                <a:gd name="T82" fmla="*/ 48 w 358"/>
                <a:gd name="T83" fmla="*/ 72 h 184"/>
                <a:gd name="T84" fmla="*/ 38 w 358"/>
                <a:gd name="T85" fmla="*/ 72 h 184"/>
                <a:gd name="T86" fmla="*/ 46 w 358"/>
                <a:gd name="T87" fmla="*/ 76 h 184"/>
                <a:gd name="T88" fmla="*/ 46 w 358"/>
                <a:gd name="T89" fmla="*/ 72 h 184"/>
                <a:gd name="T90" fmla="*/ 46 w 358"/>
                <a:gd name="T91" fmla="*/ 76 h 184"/>
                <a:gd name="T92" fmla="*/ 78 w 358"/>
                <a:gd name="T93" fmla="*/ 86 h 184"/>
                <a:gd name="T94" fmla="*/ 86 w 358"/>
                <a:gd name="T95" fmla="*/ 86 h 184"/>
                <a:gd name="T96" fmla="*/ 90 w 358"/>
                <a:gd name="T97" fmla="*/ 86 h 184"/>
                <a:gd name="T98" fmla="*/ 82 w 358"/>
                <a:gd name="T99" fmla="*/ 86 h 184"/>
                <a:gd name="T100" fmla="*/ 86 w 358"/>
                <a:gd name="T101" fmla="*/ 102 h 184"/>
                <a:gd name="T102" fmla="*/ 90 w 358"/>
                <a:gd name="T103" fmla="*/ 102 h 184"/>
                <a:gd name="T104" fmla="*/ 202 w 358"/>
                <a:gd name="T105" fmla="*/ 180 h 184"/>
                <a:gd name="T106" fmla="*/ 204 w 358"/>
                <a:gd name="T107" fmla="*/ 184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184">
                  <a:moveTo>
                    <a:pt x="320" y="24"/>
                  </a:moveTo>
                  <a:lnTo>
                    <a:pt x="320" y="20"/>
                  </a:lnTo>
                  <a:lnTo>
                    <a:pt x="320" y="16"/>
                  </a:lnTo>
                  <a:lnTo>
                    <a:pt x="320" y="12"/>
                  </a:lnTo>
                  <a:lnTo>
                    <a:pt x="318" y="8"/>
                  </a:lnTo>
                  <a:lnTo>
                    <a:pt x="320" y="8"/>
                  </a:lnTo>
                  <a:lnTo>
                    <a:pt x="320" y="4"/>
                  </a:lnTo>
                  <a:lnTo>
                    <a:pt x="324" y="4"/>
                  </a:lnTo>
                  <a:lnTo>
                    <a:pt x="324" y="0"/>
                  </a:lnTo>
                  <a:lnTo>
                    <a:pt x="328" y="0"/>
                  </a:lnTo>
                  <a:lnTo>
                    <a:pt x="328" y="4"/>
                  </a:lnTo>
                  <a:lnTo>
                    <a:pt x="328" y="8"/>
                  </a:lnTo>
                  <a:lnTo>
                    <a:pt x="332" y="8"/>
                  </a:lnTo>
                  <a:lnTo>
                    <a:pt x="336" y="8"/>
                  </a:lnTo>
                  <a:lnTo>
                    <a:pt x="340" y="8"/>
                  </a:lnTo>
                  <a:lnTo>
                    <a:pt x="344" y="8"/>
                  </a:lnTo>
                  <a:lnTo>
                    <a:pt x="344" y="4"/>
                  </a:lnTo>
                  <a:lnTo>
                    <a:pt x="348" y="4"/>
                  </a:lnTo>
                  <a:lnTo>
                    <a:pt x="350" y="4"/>
                  </a:lnTo>
                  <a:lnTo>
                    <a:pt x="350" y="8"/>
                  </a:lnTo>
                  <a:lnTo>
                    <a:pt x="350" y="12"/>
                  </a:lnTo>
                  <a:lnTo>
                    <a:pt x="354" y="12"/>
                  </a:lnTo>
                  <a:lnTo>
                    <a:pt x="358" y="12"/>
                  </a:lnTo>
                  <a:lnTo>
                    <a:pt x="354" y="12"/>
                  </a:lnTo>
                  <a:lnTo>
                    <a:pt x="354" y="16"/>
                  </a:lnTo>
                  <a:lnTo>
                    <a:pt x="354" y="20"/>
                  </a:lnTo>
                  <a:lnTo>
                    <a:pt x="350" y="20"/>
                  </a:lnTo>
                  <a:lnTo>
                    <a:pt x="348" y="24"/>
                  </a:lnTo>
                  <a:lnTo>
                    <a:pt x="348" y="26"/>
                  </a:lnTo>
                  <a:lnTo>
                    <a:pt x="348" y="30"/>
                  </a:lnTo>
                  <a:lnTo>
                    <a:pt x="348" y="34"/>
                  </a:lnTo>
                  <a:lnTo>
                    <a:pt x="348" y="38"/>
                  </a:lnTo>
                  <a:lnTo>
                    <a:pt x="344" y="38"/>
                  </a:lnTo>
                  <a:lnTo>
                    <a:pt x="344" y="42"/>
                  </a:lnTo>
                  <a:lnTo>
                    <a:pt x="348" y="42"/>
                  </a:lnTo>
                  <a:lnTo>
                    <a:pt x="344" y="50"/>
                  </a:lnTo>
                  <a:lnTo>
                    <a:pt x="340" y="50"/>
                  </a:lnTo>
                  <a:lnTo>
                    <a:pt x="336" y="50"/>
                  </a:lnTo>
                  <a:lnTo>
                    <a:pt x="340" y="54"/>
                  </a:lnTo>
                  <a:lnTo>
                    <a:pt x="340" y="56"/>
                  </a:lnTo>
                  <a:lnTo>
                    <a:pt x="344" y="60"/>
                  </a:lnTo>
                  <a:lnTo>
                    <a:pt x="348" y="60"/>
                  </a:lnTo>
                  <a:lnTo>
                    <a:pt x="344" y="64"/>
                  </a:lnTo>
                  <a:lnTo>
                    <a:pt x="344" y="68"/>
                  </a:lnTo>
                  <a:lnTo>
                    <a:pt x="340" y="68"/>
                  </a:lnTo>
                  <a:lnTo>
                    <a:pt x="340" y="72"/>
                  </a:lnTo>
                  <a:lnTo>
                    <a:pt x="340" y="76"/>
                  </a:lnTo>
                  <a:lnTo>
                    <a:pt x="344" y="76"/>
                  </a:lnTo>
                  <a:lnTo>
                    <a:pt x="344" y="80"/>
                  </a:lnTo>
                  <a:lnTo>
                    <a:pt x="348" y="80"/>
                  </a:lnTo>
                  <a:lnTo>
                    <a:pt x="344" y="82"/>
                  </a:lnTo>
                  <a:lnTo>
                    <a:pt x="340" y="82"/>
                  </a:lnTo>
                  <a:lnTo>
                    <a:pt x="340" y="86"/>
                  </a:lnTo>
                  <a:lnTo>
                    <a:pt x="336" y="90"/>
                  </a:lnTo>
                  <a:lnTo>
                    <a:pt x="340" y="90"/>
                  </a:lnTo>
                  <a:lnTo>
                    <a:pt x="340" y="94"/>
                  </a:lnTo>
                  <a:lnTo>
                    <a:pt x="340" y="98"/>
                  </a:lnTo>
                  <a:lnTo>
                    <a:pt x="336" y="98"/>
                  </a:lnTo>
                  <a:lnTo>
                    <a:pt x="336" y="102"/>
                  </a:lnTo>
                  <a:lnTo>
                    <a:pt x="332" y="102"/>
                  </a:lnTo>
                  <a:lnTo>
                    <a:pt x="328" y="102"/>
                  </a:lnTo>
                  <a:lnTo>
                    <a:pt x="328" y="98"/>
                  </a:lnTo>
                  <a:lnTo>
                    <a:pt x="324" y="98"/>
                  </a:lnTo>
                  <a:lnTo>
                    <a:pt x="320" y="98"/>
                  </a:lnTo>
                  <a:lnTo>
                    <a:pt x="320" y="102"/>
                  </a:lnTo>
                  <a:lnTo>
                    <a:pt x="318" y="102"/>
                  </a:lnTo>
                  <a:lnTo>
                    <a:pt x="318" y="98"/>
                  </a:lnTo>
                  <a:lnTo>
                    <a:pt x="318" y="94"/>
                  </a:lnTo>
                  <a:lnTo>
                    <a:pt x="320" y="94"/>
                  </a:lnTo>
                  <a:lnTo>
                    <a:pt x="320" y="90"/>
                  </a:lnTo>
                  <a:lnTo>
                    <a:pt x="320" y="86"/>
                  </a:lnTo>
                  <a:lnTo>
                    <a:pt x="320" y="82"/>
                  </a:lnTo>
                  <a:lnTo>
                    <a:pt x="318" y="82"/>
                  </a:lnTo>
                  <a:lnTo>
                    <a:pt x="320" y="80"/>
                  </a:lnTo>
                  <a:lnTo>
                    <a:pt x="320" y="76"/>
                  </a:lnTo>
                  <a:lnTo>
                    <a:pt x="320" y="72"/>
                  </a:lnTo>
                  <a:lnTo>
                    <a:pt x="318" y="72"/>
                  </a:lnTo>
                  <a:lnTo>
                    <a:pt x="318" y="76"/>
                  </a:lnTo>
                  <a:lnTo>
                    <a:pt x="314" y="76"/>
                  </a:lnTo>
                  <a:lnTo>
                    <a:pt x="314" y="72"/>
                  </a:lnTo>
                  <a:lnTo>
                    <a:pt x="314" y="68"/>
                  </a:lnTo>
                  <a:lnTo>
                    <a:pt x="318" y="72"/>
                  </a:lnTo>
                  <a:lnTo>
                    <a:pt x="318" y="68"/>
                  </a:lnTo>
                  <a:lnTo>
                    <a:pt x="318" y="64"/>
                  </a:lnTo>
                  <a:lnTo>
                    <a:pt x="318" y="68"/>
                  </a:lnTo>
                  <a:lnTo>
                    <a:pt x="314" y="68"/>
                  </a:lnTo>
                  <a:lnTo>
                    <a:pt x="310" y="68"/>
                  </a:lnTo>
                  <a:lnTo>
                    <a:pt x="310" y="64"/>
                  </a:lnTo>
                  <a:lnTo>
                    <a:pt x="310" y="60"/>
                  </a:lnTo>
                  <a:lnTo>
                    <a:pt x="314" y="56"/>
                  </a:lnTo>
                  <a:lnTo>
                    <a:pt x="310" y="56"/>
                  </a:lnTo>
                  <a:lnTo>
                    <a:pt x="314" y="56"/>
                  </a:lnTo>
                  <a:lnTo>
                    <a:pt x="314" y="54"/>
                  </a:lnTo>
                  <a:lnTo>
                    <a:pt x="318" y="50"/>
                  </a:lnTo>
                  <a:lnTo>
                    <a:pt x="318" y="46"/>
                  </a:lnTo>
                  <a:lnTo>
                    <a:pt x="318" y="42"/>
                  </a:lnTo>
                  <a:lnTo>
                    <a:pt x="318" y="38"/>
                  </a:lnTo>
                  <a:lnTo>
                    <a:pt x="320" y="34"/>
                  </a:lnTo>
                  <a:lnTo>
                    <a:pt x="320" y="30"/>
                  </a:lnTo>
                  <a:lnTo>
                    <a:pt x="320" y="26"/>
                  </a:lnTo>
                  <a:lnTo>
                    <a:pt x="320" y="30"/>
                  </a:lnTo>
                  <a:lnTo>
                    <a:pt x="320" y="26"/>
                  </a:lnTo>
                  <a:lnTo>
                    <a:pt x="320" y="24"/>
                  </a:lnTo>
                  <a:lnTo>
                    <a:pt x="320" y="24"/>
                  </a:lnTo>
                  <a:lnTo>
                    <a:pt x="320" y="24"/>
                  </a:lnTo>
                  <a:close/>
                  <a:moveTo>
                    <a:pt x="4" y="56"/>
                  </a:moveTo>
                  <a:lnTo>
                    <a:pt x="0" y="56"/>
                  </a:lnTo>
                  <a:lnTo>
                    <a:pt x="0" y="54"/>
                  </a:lnTo>
                  <a:lnTo>
                    <a:pt x="4" y="54"/>
                  </a:lnTo>
                  <a:lnTo>
                    <a:pt x="4" y="56"/>
                  </a:lnTo>
                  <a:lnTo>
                    <a:pt x="4" y="56"/>
                  </a:lnTo>
                  <a:lnTo>
                    <a:pt x="4" y="56"/>
                  </a:lnTo>
                  <a:close/>
                  <a:moveTo>
                    <a:pt x="60" y="72"/>
                  </a:moveTo>
                  <a:lnTo>
                    <a:pt x="60" y="68"/>
                  </a:lnTo>
                  <a:lnTo>
                    <a:pt x="56" y="68"/>
                  </a:lnTo>
                  <a:lnTo>
                    <a:pt x="60" y="68"/>
                  </a:lnTo>
                  <a:lnTo>
                    <a:pt x="60" y="72"/>
                  </a:lnTo>
                  <a:lnTo>
                    <a:pt x="60" y="72"/>
                  </a:lnTo>
                  <a:lnTo>
                    <a:pt x="60" y="72"/>
                  </a:lnTo>
                  <a:close/>
                  <a:moveTo>
                    <a:pt x="48" y="72"/>
                  </a:moveTo>
                  <a:lnTo>
                    <a:pt x="46" y="68"/>
                  </a:lnTo>
                  <a:lnTo>
                    <a:pt x="48" y="68"/>
                  </a:lnTo>
                  <a:lnTo>
                    <a:pt x="52" y="72"/>
                  </a:lnTo>
                  <a:lnTo>
                    <a:pt x="48" y="72"/>
                  </a:lnTo>
                  <a:lnTo>
                    <a:pt x="48" y="72"/>
                  </a:lnTo>
                  <a:lnTo>
                    <a:pt x="48" y="72"/>
                  </a:lnTo>
                  <a:close/>
                  <a:moveTo>
                    <a:pt x="38" y="72"/>
                  </a:moveTo>
                  <a:lnTo>
                    <a:pt x="38" y="68"/>
                  </a:lnTo>
                  <a:lnTo>
                    <a:pt x="38" y="72"/>
                  </a:lnTo>
                  <a:lnTo>
                    <a:pt x="38" y="72"/>
                  </a:lnTo>
                  <a:lnTo>
                    <a:pt x="38" y="72"/>
                  </a:lnTo>
                  <a:close/>
                  <a:moveTo>
                    <a:pt x="46" y="76"/>
                  </a:moveTo>
                  <a:lnTo>
                    <a:pt x="42" y="76"/>
                  </a:lnTo>
                  <a:lnTo>
                    <a:pt x="42" y="72"/>
                  </a:lnTo>
                  <a:lnTo>
                    <a:pt x="46" y="72"/>
                  </a:lnTo>
                  <a:lnTo>
                    <a:pt x="48" y="76"/>
                  </a:lnTo>
                  <a:lnTo>
                    <a:pt x="46" y="76"/>
                  </a:lnTo>
                  <a:lnTo>
                    <a:pt x="46" y="76"/>
                  </a:lnTo>
                  <a:lnTo>
                    <a:pt x="46" y="76"/>
                  </a:lnTo>
                  <a:close/>
                  <a:moveTo>
                    <a:pt x="82" y="86"/>
                  </a:moveTo>
                  <a:lnTo>
                    <a:pt x="78" y="86"/>
                  </a:lnTo>
                  <a:lnTo>
                    <a:pt x="78" y="82"/>
                  </a:lnTo>
                  <a:lnTo>
                    <a:pt x="82" y="86"/>
                  </a:lnTo>
                  <a:lnTo>
                    <a:pt x="86" y="86"/>
                  </a:lnTo>
                  <a:lnTo>
                    <a:pt x="86" y="82"/>
                  </a:lnTo>
                  <a:lnTo>
                    <a:pt x="90" y="82"/>
                  </a:lnTo>
                  <a:lnTo>
                    <a:pt x="90" y="86"/>
                  </a:lnTo>
                  <a:lnTo>
                    <a:pt x="86" y="86"/>
                  </a:lnTo>
                  <a:lnTo>
                    <a:pt x="82" y="86"/>
                  </a:lnTo>
                  <a:lnTo>
                    <a:pt x="82" y="86"/>
                  </a:lnTo>
                  <a:lnTo>
                    <a:pt x="82" y="86"/>
                  </a:lnTo>
                  <a:close/>
                  <a:moveTo>
                    <a:pt x="90" y="102"/>
                  </a:moveTo>
                  <a:lnTo>
                    <a:pt x="86" y="102"/>
                  </a:lnTo>
                  <a:lnTo>
                    <a:pt x="90" y="102"/>
                  </a:lnTo>
                  <a:lnTo>
                    <a:pt x="90" y="102"/>
                  </a:lnTo>
                  <a:lnTo>
                    <a:pt x="90" y="102"/>
                  </a:lnTo>
                  <a:close/>
                  <a:moveTo>
                    <a:pt x="204" y="184"/>
                  </a:moveTo>
                  <a:lnTo>
                    <a:pt x="202" y="184"/>
                  </a:lnTo>
                  <a:lnTo>
                    <a:pt x="202" y="180"/>
                  </a:lnTo>
                  <a:lnTo>
                    <a:pt x="204" y="180"/>
                  </a:lnTo>
                  <a:lnTo>
                    <a:pt x="208" y="180"/>
                  </a:lnTo>
                  <a:lnTo>
                    <a:pt x="204" y="184"/>
                  </a:lnTo>
                  <a:lnTo>
                    <a:pt x="204" y="184"/>
                  </a:lnTo>
                  <a:lnTo>
                    <a:pt x="204" y="18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4" name="Freeform 194"/>
            <p:cNvSpPr>
              <a:spLocks noChangeAspect="1" noEditPoints="1"/>
            </p:cNvSpPr>
            <p:nvPr/>
          </p:nvSpPr>
          <p:spPr bwMode="gray">
            <a:xfrm>
              <a:off x="5206933" y="5184101"/>
              <a:ext cx="525258" cy="817451"/>
            </a:xfrm>
            <a:custGeom>
              <a:avLst/>
              <a:gdLst>
                <a:gd name="T0" fmla="*/ 12 w 302"/>
                <a:gd name="T1" fmla="*/ 116 h 470"/>
                <a:gd name="T2" fmla="*/ 28 w 302"/>
                <a:gd name="T3" fmla="*/ 122 h 470"/>
                <a:gd name="T4" fmla="*/ 42 w 302"/>
                <a:gd name="T5" fmla="*/ 116 h 470"/>
                <a:gd name="T6" fmla="*/ 50 w 302"/>
                <a:gd name="T7" fmla="*/ 92 h 470"/>
                <a:gd name="T8" fmla="*/ 50 w 302"/>
                <a:gd name="T9" fmla="*/ 56 h 470"/>
                <a:gd name="T10" fmla="*/ 56 w 302"/>
                <a:gd name="T11" fmla="*/ 60 h 470"/>
                <a:gd name="T12" fmla="*/ 60 w 302"/>
                <a:gd name="T13" fmla="*/ 78 h 470"/>
                <a:gd name="T14" fmla="*/ 68 w 302"/>
                <a:gd name="T15" fmla="*/ 86 h 470"/>
                <a:gd name="T16" fmla="*/ 80 w 302"/>
                <a:gd name="T17" fmla="*/ 76 h 470"/>
                <a:gd name="T18" fmla="*/ 90 w 302"/>
                <a:gd name="T19" fmla="*/ 60 h 470"/>
                <a:gd name="T20" fmla="*/ 110 w 302"/>
                <a:gd name="T21" fmla="*/ 64 h 470"/>
                <a:gd name="T22" fmla="*/ 120 w 302"/>
                <a:gd name="T23" fmla="*/ 68 h 470"/>
                <a:gd name="T24" fmla="*/ 128 w 302"/>
                <a:gd name="T25" fmla="*/ 60 h 470"/>
                <a:gd name="T26" fmla="*/ 142 w 302"/>
                <a:gd name="T27" fmla="*/ 46 h 470"/>
                <a:gd name="T28" fmla="*/ 146 w 302"/>
                <a:gd name="T29" fmla="*/ 26 h 470"/>
                <a:gd name="T30" fmla="*/ 164 w 302"/>
                <a:gd name="T31" fmla="*/ 12 h 470"/>
                <a:gd name="T32" fmla="*/ 180 w 302"/>
                <a:gd name="T33" fmla="*/ 0 h 470"/>
                <a:gd name="T34" fmla="*/ 198 w 302"/>
                <a:gd name="T35" fmla="*/ 4 h 470"/>
                <a:gd name="T36" fmla="*/ 212 w 302"/>
                <a:gd name="T37" fmla="*/ 22 h 470"/>
                <a:gd name="T38" fmla="*/ 216 w 302"/>
                <a:gd name="T39" fmla="*/ 42 h 470"/>
                <a:gd name="T40" fmla="*/ 216 w 302"/>
                <a:gd name="T41" fmla="*/ 60 h 470"/>
                <a:gd name="T42" fmla="*/ 210 w 302"/>
                <a:gd name="T43" fmla="*/ 64 h 470"/>
                <a:gd name="T44" fmla="*/ 202 w 302"/>
                <a:gd name="T45" fmla="*/ 82 h 470"/>
                <a:gd name="T46" fmla="*/ 206 w 302"/>
                <a:gd name="T47" fmla="*/ 92 h 470"/>
                <a:gd name="T48" fmla="*/ 220 w 302"/>
                <a:gd name="T49" fmla="*/ 86 h 470"/>
                <a:gd name="T50" fmla="*/ 228 w 302"/>
                <a:gd name="T51" fmla="*/ 96 h 470"/>
                <a:gd name="T52" fmla="*/ 224 w 302"/>
                <a:gd name="T53" fmla="*/ 116 h 470"/>
                <a:gd name="T54" fmla="*/ 210 w 302"/>
                <a:gd name="T55" fmla="*/ 130 h 470"/>
                <a:gd name="T56" fmla="*/ 202 w 302"/>
                <a:gd name="T57" fmla="*/ 148 h 470"/>
                <a:gd name="T58" fmla="*/ 190 w 302"/>
                <a:gd name="T59" fmla="*/ 168 h 470"/>
                <a:gd name="T60" fmla="*/ 180 w 302"/>
                <a:gd name="T61" fmla="*/ 178 h 470"/>
                <a:gd name="T62" fmla="*/ 164 w 302"/>
                <a:gd name="T63" fmla="*/ 194 h 470"/>
                <a:gd name="T64" fmla="*/ 150 w 302"/>
                <a:gd name="T65" fmla="*/ 206 h 470"/>
                <a:gd name="T66" fmla="*/ 136 w 302"/>
                <a:gd name="T67" fmla="*/ 212 h 470"/>
                <a:gd name="T68" fmla="*/ 124 w 302"/>
                <a:gd name="T69" fmla="*/ 216 h 470"/>
                <a:gd name="T70" fmla="*/ 98 w 302"/>
                <a:gd name="T71" fmla="*/ 216 h 470"/>
                <a:gd name="T72" fmla="*/ 80 w 302"/>
                <a:gd name="T73" fmla="*/ 220 h 470"/>
                <a:gd name="T74" fmla="*/ 60 w 302"/>
                <a:gd name="T75" fmla="*/ 224 h 470"/>
                <a:gd name="T76" fmla="*/ 42 w 302"/>
                <a:gd name="T77" fmla="*/ 232 h 470"/>
                <a:gd name="T78" fmla="*/ 30 w 302"/>
                <a:gd name="T79" fmla="*/ 220 h 470"/>
                <a:gd name="T80" fmla="*/ 28 w 302"/>
                <a:gd name="T81" fmla="*/ 224 h 470"/>
                <a:gd name="T82" fmla="*/ 28 w 302"/>
                <a:gd name="T83" fmla="*/ 212 h 470"/>
                <a:gd name="T84" fmla="*/ 24 w 302"/>
                <a:gd name="T85" fmla="*/ 194 h 470"/>
                <a:gd name="T86" fmla="*/ 24 w 302"/>
                <a:gd name="T87" fmla="*/ 178 h 470"/>
                <a:gd name="T88" fmla="*/ 16 w 302"/>
                <a:gd name="T89" fmla="*/ 164 h 470"/>
                <a:gd name="T90" fmla="*/ 8 w 302"/>
                <a:gd name="T91" fmla="*/ 142 h 470"/>
                <a:gd name="T92" fmla="*/ 0 w 302"/>
                <a:gd name="T93" fmla="*/ 120 h 470"/>
                <a:gd name="T94" fmla="*/ 8 w 302"/>
                <a:gd name="T95" fmla="*/ 108 h 470"/>
                <a:gd name="T96" fmla="*/ 180 w 302"/>
                <a:gd name="T97" fmla="*/ 122 h 470"/>
                <a:gd name="T98" fmla="*/ 168 w 302"/>
                <a:gd name="T99" fmla="*/ 120 h 470"/>
                <a:gd name="T100" fmla="*/ 154 w 302"/>
                <a:gd name="T101" fmla="*/ 134 h 470"/>
                <a:gd name="T102" fmla="*/ 154 w 302"/>
                <a:gd name="T103" fmla="*/ 148 h 470"/>
                <a:gd name="T104" fmla="*/ 164 w 302"/>
                <a:gd name="T105" fmla="*/ 146 h 470"/>
                <a:gd name="T106" fmla="*/ 180 w 302"/>
                <a:gd name="T107" fmla="*/ 134 h 470"/>
                <a:gd name="T108" fmla="*/ 302 w 302"/>
                <a:gd name="T109" fmla="*/ 466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02" h="470">
                  <a:moveTo>
                    <a:pt x="8" y="108"/>
                  </a:moveTo>
                  <a:lnTo>
                    <a:pt x="8" y="112"/>
                  </a:lnTo>
                  <a:lnTo>
                    <a:pt x="12" y="112"/>
                  </a:lnTo>
                  <a:lnTo>
                    <a:pt x="12" y="108"/>
                  </a:lnTo>
                  <a:lnTo>
                    <a:pt x="12" y="112"/>
                  </a:lnTo>
                  <a:lnTo>
                    <a:pt x="12" y="116"/>
                  </a:lnTo>
                  <a:lnTo>
                    <a:pt x="12" y="120"/>
                  </a:lnTo>
                  <a:lnTo>
                    <a:pt x="16" y="120"/>
                  </a:lnTo>
                  <a:lnTo>
                    <a:pt x="20" y="120"/>
                  </a:lnTo>
                  <a:lnTo>
                    <a:pt x="20" y="122"/>
                  </a:lnTo>
                  <a:lnTo>
                    <a:pt x="24" y="122"/>
                  </a:lnTo>
                  <a:lnTo>
                    <a:pt x="28" y="122"/>
                  </a:lnTo>
                  <a:lnTo>
                    <a:pt x="30" y="120"/>
                  </a:lnTo>
                  <a:lnTo>
                    <a:pt x="34" y="122"/>
                  </a:lnTo>
                  <a:lnTo>
                    <a:pt x="38" y="122"/>
                  </a:lnTo>
                  <a:lnTo>
                    <a:pt x="38" y="120"/>
                  </a:lnTo>
                  <a:lnTo>
                    <a:pt x="42" y="120"/>
                  </a:lnTo>
                  <a:lnTo>
                    <a:pt x="42" y="116"/>
                  </a:lnTo>
                  <a:lnTo>
                    <a:pt x="46" y="116"/>
                  </a:lnTo>
                  <a:lnTo>
                    <a:pt x="50" y="112"/>
                  </a:lnTo>
                  <a:lnTo>
                    <a:pt x="50" y="108"/>
                  </a:lnTo>
                  <a:lnTo>
                    <a:pt x="50" y="104"/>
                  </a:lnTo>
                  <a:lnTo>
                    <a:pt x="50" y="96"/>
                  </a:lnTo>
                  <a:lnTo>
                    <a:pt x="50" y="92"/>
                  </a:lnTo>
                  <a:lnTo>
                    <a:pt x="50" y="90"/>
                  </a:lnTo>
                  <a:lnTo>
                    <a:pt x="50" y="78"/>
                  </a:lnTo>
                  <a:lnTo>
                    <a:pt x="50" y="68"/>
                  </a:lnTo>
                  <a:lnTo>
                    <a:pt x="50" y="64"/>
                  </a:lnTo>
                  <a:lnTo>
                    <a:pt x="50" y="60"/>
                  </a:lnTo>
                  <a:lnTo>
                    <a:pt x="50" y="56"/>
                  </a:lnTo>
                  <a:lnTo>
                    <a:pt x="50" y="52"/>
                  </a:lnTo>
                  <a:lnTo>
                    <a:pt x="50" y="48"/>
                  </a:lnTo>
                  <a:lnTo>
                    <a:pt x="54" y="48"/>
                  </a:lnTo>
                  <a:lnTo>
                    <a:pt x="54" y="52"/>
                  </a:lnTo>
                  <a:lnTo>
                    <a:pt x="56" y="56"/>
                  </a:lnTo>
                  <a:lnTo>
                    <a:pt x="56" y="60"/>
                  </a:lnTo>
                  <a:lnTo>
                    <a:pt x="60" y="64"/>
                  </a:lnTo>
                  <a:lnTo>
                    <a:pt x="56" y="64"/>
                  </a:lnTo>
                  <a:lnTo>
                    <a:pt x="60" y="68"/>
                  </a:lnTo>
                  <a:lnTo>
                    <a:pt x="60" y="72"/>
                  </a:lnTo>
                  <a:lnTo>
                    <a:pt x="60" y="76"/>
                  </a:lnTo>
                  <a:lnTo>
                    <a:pt x="60" y="78"/>
                  </a:lnTo>
                  <a:lnTo>
                    <a:pt x="56" y="78"/>
                  </a:lnTo>
                  <a:lnTo>
                    <a:pt x="56" y="82"/>
                  </a:lnTo>
                  <a:lnTo>
                    <a:pt x="56" y="86"/>
                  </a:lnTo>
                  <a:lnTo>
                    <a:pt x="60" y="86"/>
                  </a:lnTo>
                  <a:lnTo>
                    <a:pt x="64" y="86"/>
                  </a:lnTo>
                  <a:lnTo>
                    <a:pt x="68" y="86"/>
                  </a:lnTo>
                  <a:lnTo>
                    <a:pt x="72" y="86"/>
                  </a:lnTo>
                  <a:lnTo>
                    <a:pt x="76" y="86"/>
                  </a:lnTo>
                  <a:lnTo>
                    <a:pt x="76" y="82"/>
                  </a:lnTo>
                  <a:lnTo>
                    <a:pt x="80" y="82"/>
                  </a:lnTo>
                  <a:lnTo>
                    <a:pt x="80" y="78"/>
                  </a:lnTo>
                  <a:lnTo>
                    <a:pt x="80" y="76"/>
                  </a:lnTo>
                  <a:lnTo>
                    <a:pt x="84" y="76"/>
                  </a:lnTo>
                  <a:lnTo>
                    <a:pt x="86" y="72"/>
                  </a:lnTo>
                  <a:lnTo>
                    <a:pt x="86" y="68"/>
                  </a:lnTo>
                  <a:lnTo>
                    <a:pt x="86" y="64"/>
                  </a:lnTo>
                  <a:lnTo>
                    <a:pt x="90" y="64"/>
                  </a:lnTo>
                  <a:lnTo>
                    <a:pt x="90" y="60"/>
                  </a:lnTo>
                  <a:lnTo>
                    <a:pt x="90" y="56"/>
                  </a:lnTo>
                  <a:lnTo>
                    <a:pt x="94" y="56"/>
                  </a:lnTo>
                  <a:lnTo>
                    <a:pt x="98" y="56"/>
                  </a:lnTo>
                  <a:lnTo>
                    <a:pt x="102" y="60"/>
                  </a:lnTo>
                  <a:lnTo>
                    <a:pt x="106" y="64"/>
                  </a:lnTo>
                  <a:lnTo>
                    <a:pt x="110" y="64"/>
                  </a:lnTo>
                  <a:lnTo>
                    <a:pt x="110" y="68"/>
                  </a:lnTo>
                  <a:lnTo>
                    <a:pt x="112" y="68"/>
                  </a:lnTo>
                  <a:lnTo>
                    <a:pt x="112" y="64"/>
                  </a:lnTo>
                  <a:lnTo>
                    <a:pt x="112" y="68"/>
                  </a:lnTo>
                  <a:lnTo>
                    <a:pt x="116" y="68"/>
                  </a:lnTo>
                  <a:lnTo>
                    <a:pt x="120" y="68"/>
                  </a:lnTo>
                  <a:lnTo>
                    <a:pt x="120" y="64"/>
                  </a:lnTo>
                  <a:lnTo>
                    <a:pt x="120" y="68"/>
                  </a:lnTo>
                  <a:lnTo>
                    <a:pt x="124" y="68"/>
                  </a:lnTo>
                  <a:lnTo>
                    <a:pt x="124" y="64"/>
                  </a:lnTo>
                  <a:lnTo>
                    <a:pt x="128" y="64"/>
                  </a:lnTo>
                  <a:lnTo>
                    <a:pt x="128" y="60"/>
                  </a:lnTo>
                  <a:lnTo>
                    <a:pt x="132" y="56"/>
                  </a:lnTo>
                  <a:lnTo>
                    <a:pt x="132" y="52"/>
                  </a:lnTo>
                  <a:lnTo>
                    <a:pt x="132" y="48"/>
                  </a:lnTo>
                  <a:lnTo>
                    <a:pt x="136" y="46"/>
                  </a:lnTo>
                  <a:lnTo>
                    <a:pt x="140" y="46"/>
                  </a:lnTo>
                  <a:lnTo>
                    <a:pt x="142" y="46"/>
                  </a:lnTo>
                  <a:lnTo>
                    <a:pt x="142" y="42"/>
                  </a:lnTo>
                  <a:lnTo>
                    <a:pt x="146" y="42"/>
                  </a:lnTo>
                  <a:lnTo>
                    <a:pt x="146" y="38"/>
                  </a:lnTo>
                  <a:lnTo>
                    <a:pt x="146" y="34"/>
                  </a:lnTo>
                  <a:lnTo>
                    <a:pt x="146" y="30"/>
                  </a:lnTo>
                  <a:lnTo>
                    <a:pt x="146" y="26"/>
                  </a:lnTo>
                  <a:lnTo>
                    <a:pt x="150" y="26"/>
                  </a:lnTo>
                  <a:lnTo>
                    <a:pt x="154" y="22"/>
                  </a:lnTo>
                  <a:lnTo>
                    <a:pt x="158" y="22"/>
                  </a:lnTo>
                  <a:lnTo>
                    <a:pt x="158" y="18"/>
                  </a:lnTo>
                  <a:lnTo>
                    <a:pt x="162" y="16"/>
                  </a:lnTo>
                  <a:lnTo>
                    <a:pt x="164" y="12"/>
                  </a:lnTo>
                  <a:lnTo>
                    <a:pt x="164" y="8"/>
                  </a:lnTo>
                  <a:lnTo>
                    <a:pt x="168" y="8"/>
                  </a:lnTo>
                  <a:lnTo>
                    <a:pt x="172" y="8"/>
                  </a:lnTo>
                  <a:lnTo>
                    <a:pt x="176" y="8"/>
                  </a:lnTo>
                  <a:lnTo>
                    <a:pt x="176" y="4"/>
                  </a:lnTo>
                  <a:lnTo>
                    <a:pt x="180" y="0"/>
                  </a:lnTo>
                  <a:lnTo>
                    <a:pt x="182" y="0"/>
                  </a:lnTo>
                  <a:lnTo>
                    <a:pt x="186" y="0"/>
                  </a:lnTo>
                  <a:lnTo>
                    <a:pt x="190" y="0"/>
                  </a:lnTo>
                  <a:lnTo>
                    <a:pt x="190" y="4"/>
                  </a:lnTo>
                  <a:lnTo>
                    <a:pt x="194" y="4"/>
                  </a:lnTo>
                  <a:lnTo>
                    <a:pt x="198" y="4"/>
                  </a:lnTo>
                  <a:lnTo>
                    <a:pt x="202" y="4"/>
                  </a:lnTo>
                  <a:lnTo>
                    <a:pt x="206" y="4"/>
                  </a:lnTo>
                  <a:lnTo>
                    <a:pt x="210" y="4"/>
                  </a:lnTo>
                  <a:lnTo>
                    <a:pt x="210" y="8"/>
                  </a:lnTo>
                  <a:lnTo>
                    <a:pt x="212" y="18"/>
                  </a:lnTo>
                  <a:lnTo>
                    <a:pt x="212" y="22"/>
                  </a:lnTo>
                  <a:lnTo>
                    <a:pt x="212" y="26"/>
                  </a:lnTo>
                  <a:lnTo>
                    <a:pt x="212" y="30"/>
                  </a:lnTo>
                  <a:lnTo>
                    <a:pt x="216" y="30"/>
                  </a:lnTo>
                  <a:lnTo>
                    <a:pt x="216" y="34"/>
                  </a:lnTo>
                  <a:lnTo>
                    <a:pt x="216" y="38"/>
                  </a:lnTo>
                  <a:lnTo>
                    <a:pt x="216" y="42"/>
                  </a:lnTo>
                  <a:lnTo>
                    <a:pt x="220" y="42"/>
                  </a:lnTo>
                  <a:lnTo>
                    <a:pt x="216" y="46"/>
                  </a:lnTo>
                  <a:lnTo>
                    <a:pt x="216" y="48"/>
                  </a:lnTo>
                  <a:lnTo>
                    <a:pt x="216" y="52"/>
                  </a:lnTo>
                  <a:lnTo>
                    <a:pt x="220" y="52"/>
                  </a:lnTo>
                  <a:lnTo>
                    <a:pt x="216" y="60"/>
                  </a:lnTo>
                  <a:lnTo>
                    <a:pt x="216" y="64"/>
                  </a:lnTo>
                  <a:lnTo>
                    <a:pt x="216" y="68"/>
                  </a:lnTo>
                  <a:lnTo>
                    <a:pt x="216" y="72"/>
                  </a:lnTo>
                  <a:lnTo>
                    <a:pt x="216" y="68"/>
                  </a:lnTo>
                  <a:lnTo>
                    <a:pt x="212" y="68"/>
                  </a:lnTo>
                  <a:lnTo>
                    <a:pt x="210" y="64"/>
                  </a:lnTo>
                  <a:lnTo>
                    <a:pt x="206" y="68"/>
                  </a:lnTo>
                  <a:lnTo>
                    <a:pt x="206" y="72"/>
                  </a:lnTo>
                  <a:lnTo>
                    <a:pt x="206" y="76"/>
                  </a:lnTo>
                  <a:lnTo>
                    <a:pt x="202" y="76"/>
                  </a:lnTo>
                  <a:lnTo>
                    <a:pt x="202" y="78"/>
                  </a:lnTo>
                  <a:lnTo>
                    <a:pt x="202" y="82"/>
                  </a:lnTo>
                  <a:lnTo>
                    <a:pt x="202" y="86"/>
                  </a:lnTo>
                  <a:lnTo>
                    <a:pt x="202" y="82"/>
                  </a:lnTo>
                  <a:lnTo>
                    <a:pt x="202" y="86"/>
                  </a:lnTo>
                  <a:lnTo>
                    <a:pt x="206" y="86"/>
                  </a:lnTo>
                  <a:lnTo>
                    <a:pt x="206" y="90"/>
                  </a:lnTo>
                  <a:lnTo>
                    <a:pt x="206" y="92"/>
                  </a:lnTo>
                  <a:lnTo>
                    <a:pt x="210" y="92"/>
                  </a:lnTo>
                  <a:lnTo>
                    <a:pt x="212" y="92"/>
                  </a:lnTo>
                  <a:lnTo>
                    <a:pt x="216" y="92"/>
                  </a:lnTo>
                  <a:lnTo>
                    <a:pt x="216" y="90"/>
                  </a:lnTo>
                  <a:lnTo>
                    <a:pt x="216" y="86"/>
                  </a:lnTo>
                  <a:lnTo>
                    <a:pt x="220" y="86"/>
                  </a:lnTo>
                  <a:lnTo>
                    <a:pt x="224" y="86"/>
                  </a:lnTo>
                  <a:lnTo>
                    <a:pt x="228" y="86"/>
                  </a:lnTo>
                  <a:lnTo>
                    <a:pt x="232" y="86"/>
                  </a:lnTo>
                  <a:lnTo>
                    <a:pt x="232" y="90"/>
                  </a:lnTo>
                  <a:lnTo>
                    <a:pt x="228" y="92"/>
                  </a:lnTo>
                  <a:lnTo>
                    <a:pt x="228" y="96"/>
                  </a:lnTo>
                  <a:lnTo>
                    <a:pt x="228" y="100"/>
                  </a:lnTo>
                  <a:lnTo>
                    <a:pt x="228" y="104"/>
                  </a:lnTo>
                  <a:lnTo>
                    <a:pt x="228" y="108"/>
                  </a:lnTo>
                  <a:lnTo>
                    <a:pt x="224" y="108"/>
                  </a:lnTo>
                  <a:lnTo>
                    <a:pt x="224" y="112"/>
                  </a:lnTo>
                  <a:lnTo>
                    <a:pt x="224" y="116"/>
                  </a:lnTo>
                  <a:lnTo>
                    <a:pt x="220" y="120"/>
                  </a:lnTo>
                  <a:lnTo>
                    <a:pt x="220" y="122"/>
                  </a:lnTo>
                  <a:lnTo>
                    <a:pt x="216" y="122"/>
                  </a:lnTo>
                  <a:lnTo>
                    <a:pt x="212" y="122"/>
                  </a:lnTo>
                  <a:lnTo>
                    <a:pt x="212" y="126"/>
                  </a:lnTo>
                  <a:lnTo>
                    <a:pt x="210" y="130"/>
                  </a:lnTo>
                  <a:lnTo>
                    <a:pt x="206" y="134"/>
                  </a:lnTo>
                  <a:lnTo>
                    <a:pt x="206" y="138"/>
                  </a:lnTo>
                  <a:lnTo>
                    <a:pt x="206" y="142"/>
                  </a:lnTo>
                  <a:lnTo>
                    <a:pt x="202" y="142"/>
                  </a:lnTo>
                  <a:lnTo>
                    <a:pt x="202" y="146"/>
                  </a:lnTo>
                  <a:lnTo>
                    <a:pt x="202" y="148"/>
                  </a:lnTo>
                  <a:lnTo>
                    <a:pt x="198" y="148"/>
                  </a:lnTo>
                  <a:lnTo>
                    <a:pt x="198" y="156"/>
                  </a:lnTo>
                  <a:lnTo>
                    <a:pt x="194" y="156"/>
                  </a:lnTo>
                  <a:lnTo>
                    <a:pt x="194" y="160"/>
                  </a:lnTo>
                  <a:lnTo>
                    <a:pt x="190" y="164"/>
                  </a:lnTo>
                  <a:lnTo>
                    <a:pt x="190" y="168"/>
                  </a:lnTo>
                  <a:lnTo>
                    <a:pt x="186" y="168"/>
                  </a:lnTo>
                  <a:lnTo>
                    <a:pt x="186" y="172"/>
                  </a:lnTo>
                  <a:lnTo>
                    <a:pt x="182" y="172"/>
                  </a:lnTo>
                  <a:lnTo>
                    <a:pt x="182" y="176"/>
                  </a:lnTo>
                  <a:lnTo>
                    <a:pt x="180" y="176"/>
                  </a:lnTo>
                  <a:lnTo>
                    <a:pt x="180" y="178"/>
                  </a:lnTo>
                  <a:lnTo>
                    <a:pt x="176" y="178"/>
                  </a:lnTo>
                  <a:lnTo>
                    <a:pt x="176" y="182"/>
                  </a:lnTo>
                  <a:lnTo>
                    <a:pt x="172" y="186"/>
                  </a:lnTo>
                  <a:lnTo>
                    <a:pt x="168" y="190"/>
                  </a:lnTo>
                  <a:lnTo>
                    <a:pt x="168" y="194"/>
                  </a:lnTo>
                  <a:lnTo>
                    <a:pt x="164" y="194"/>
                  </a:lnTo>
                  <a:lnTo>
                    <a:pt x="164" y="198"/>
                  </a:lnTo>
                  <a:lnTo>
                    <a:pt x="162" y="198"/>
                  </a:lnTo>
                  <a:lnTo>
                    <a:pt x="158" y="198"/>
                  </a:lnTo>
                  <a:lnTo>
                    <a:pt x="158" y="202"/>
                  </a:lnTo>
                  <a:lnTo>
                    <a:pt x="154" y="206"/>
                  </a:lnTo>
                  <a:lnTo>
                    <a:pt x="150" y="206"/>
                  </a:lnTo>
                  <a:lnTo>
                    <a:pt x="150" y="208"/>
                  </a:lnTo>
                  <a:lnTo>
                    <a:pt x="146" y="208"/>
                  </a:lnTo>
                  <a:lnTo>
                    <a:pt x="142" y="208"/>
                  </a:lnTo>
                  <a:lnTo>
                    <a:pt x="142" y="212"/>
                  </a:lnTo>
                  <a:lnTo>
                    <a:pt x="140" y="212"/>
                  </a:lnTo>
                  <a:lnTo>
                    <a:pt x="136" y="212"/>
                  </a:lnTo>
                  <a:lnTo>
                    <a:pt x="132" y="212"/>
                  </a:lnTo>
                  <a:lnTo>
                    <a:pt x="128" y="212"/>
                  </a:lnTo>
                  <a:lnTo>
                    <a:pt x="128" y="216"/>
                  </a:lnTo>
                  <a:lnTo>
                    <a:pt x="132" y="216"/>
                  </a:lnTo>
                  <a:lnTo>
                    <a:pt x="128" y="216"/>
                  </a:lnTo>
                  <a:lnTo>
                    <a:pt x="124" y="216"/>
                  </a:lnTo>
                  <a:lnTo>
                    <a:pt x="120" y="216"/>
                  </a:lnTo>
                  <a:lnTo>
                    <a:pt x="116" y="220"/>
                  </a:lnTo>
                  <a:lnTo>
                    <a:pt x="112" y="220"/>
                  </a:lnTo>
                  <a:lnTo>
                    <a:pt x="106" y="216"/>
                  </a:lnTo>
                  <a:lnTo>
                    <a:pt x="102" y="216"/>
                  </a:lnTo>
                  <a:lnTo>
                    <a:pt x="98" y="216"/>
                  </a:lnTo>
                  <a:lnTo>
                    <a:pt x="94" y="216"/>
                  </a:lnTo>
                  <a:lnTo>
                    <a:pt x="90" y="216"/>
                  </a:lnTo>
                  <a:lnTo>
                    <a:pt x="86" y="216"/>
                  </a:lnTo>
                  <a:lnTo>
                    <a:pt x="84" y="216"/>
                  </a:lnTo>
                  <a:lnTo>
                    <a:pt x="80" y="216"/>
                  </a:lnTo>
                  <a:lnTo>
                    <a:pt x="80" y="220"/>
                  </a:lnTo>
                  <a:lnTo>
                    <a:pt x="76" y="220"/>
                  </a:lnTo>
                  <a:lnTo>
                    <a:pt x="76" y="224"/>
                  </a:lnTo>
                  <a:lnTo>
                    <a:pt x="72" y="224"/>
                  </a:lnTo>
                  <a:lnTo>
                    <a:pt x="68" y="224"/>
                  </a:lnTo>
                  <a:lnTo>
                    <a:pt x="64" y="224"/>
                  </a:lnTo>
                  <a:lnTo>
                    <a:pt x="60" y="224"/>
                  </a:lnTo>
                  <a:lnTo>
                    <a:pt x="56" y="224"/>
                  </a:lnTo>
                  <a:lnTo>
                    <a:pt x="56" y="228"/>
                  </a:lnTo>
                  <a:lnTo>
                    <a:pt x="54" y="228"/>
                  </a:lnTo>
                  <a:lnTo>
                    <a:pt x="50" y="232"/>
                  </a:lnTo>
                  <a:lnTo>
                    <a:pt x="46" y="232"/>
                  </a:lnTo>
                  <a:lnTo>
                    <a:pt x="42" y="232"/>
                  </a:lnTo>
                  <a:lnTo>
                    <a:pt x="42" y="228"/>
                  </a:lnTo>
                  <a:lnTo>
                    <a:pt x="38" y="228"/>
                  </a:lnTo>
                  <a:lnTo>
                    <a:pt x="38" y="224"/>
                  </a:lnTo>
                  <a:lnTo>
                    <a:pt x="34" y="224"/>
                  </a:lnTo>
                  <a:lnTo>
                    <a:pt x="30" y="224"/>
                  </a:lnTo>
                  <a:lnTo>
                    <a:pt x="30" y="220"/>
                  </a:lnTo>
                  <a:lnTo>
                    <a:pt x="34" y="220"/>
                  </a:lnTo>
                  <a:lnTo>
                    <a:pt x="30" y="220"/>
                  </a:lnTo>
                  <a:lnTo>
                    <a:pt x="30" y="216"/>
                  </a:lnTo>
                  <a:lnTo>
                    <a:pt x="28" y="216"/>
                  </a:lnTo>
                  <a:lnTo>
                    <a:pt x="28" y="220"/>
                  </a:lnTo>
                  <a:lnTo>
                    <a:pt x="28" y="224"/>
                  </a:lnTo>
                  <a:lnTo>
                    <a:pt x="28" y="220"/>
                  </a:lnTo>
                  <a:lnTo>
                    <a:pt x="24" y="216"/>
                  </a:lnTo>
                  <a:lnTo>
                    <a:pt x="28" y="216"/>
                  </a:lnTo>
                  <a:lnTo>
                    <a:pt x="28" y="212"/>
                  </a:lnTo>
                  <a:lnTo>
                    <a:pt x="28" y="216"/>
                  </a:lnTo>
                  <a:lnTo>
                    <a:pt x="28" y="212"/>
                  </a:lnTo>
                  <a:lnTo>
                    <a:pt x="28" y="208"/>
                  </a:lnTo>
                  <a:lnTo>
                    <a:pt x="24" y="206"/>
                  </a:lnTo>
                  <a:lnTo>
                    <a:pt x="24" y="202"/>
                  </a:lnTo>
                  <a:lnTo>
                    <a:pt x="20" y="198"/>
                  </a:lnTo>
                  <a:lnTo>
                    <a:pt x="20" y="194"/>
                  </a:lnTo>
                  <a:lnTo>
                    <a:pt x="24" y="194"/>
                  </a:lnTo>
                  <a:lnTo>
                    <a:pt x="24" y="190"/>
                  </a:lnTo>
                  <a:lnTo>
                    <a:pt x="28" y="190"/>
                  </a:lnTo>
                  <a:lnTo>
                    <a:pt x="28" y="186"/>
                  </a:lnTo>
                  <a:lnTo>
                    <a:pt x="28" y="182"/>
                  </a:lnTo>
                  <a:lnTo>
                    <a:pt x="24" y="182"/>
                  </a:lnTo>
                  <a:lnTo>
                    <a:pt x="24" y="178"/>
                  </a:lnTo>
                  <a:lnTo>
                    <a:pt x="24" y="176"/>
                  </a:lnTo>
                  <a:lnTo>
                    <a:pt x="24" y="172"/>
                  </a:lnTo>
                  <a:lnTo>
                    <a:pt x="20" y="172"/>
                  </a:lnTo>
                  <a:lnTo>
                    <a:pt x="20" y="168"/>
                  </a:lnTo>
                  <a:lnTo>
                    <a:pt x="20" y="164"/>
                  </a:lnTo>
                  <a:lnTo>
                    <a:pt x="16" y="164"/>
                  </a:lnTo>
                  <a:lnTo>
                    <a:pt x="16" y="160"/>
                  </a:lnTo>
                  <a:lnTo>
                    <a:pt x="12" y="156"/>
                  </a:lnTo>
                  <a:lnTo>
                    <a:pt x="12" y="152"/>
                  </a:lnTo>
                  <a:lnTo>
                    <a:pt x="12" y="148"/>
                  </a:lnTo>
                  <a:lnTo>
                    <a:pt x="8" y="146"/>
                  </a:lnTo>
                  <a:lnTo>
                    <a:pt x="8" y="142"/>
                  </a:lnTo>
                  <a:lnTo>
                    <a:pt x="8" y="138"/>
                  </a:lnTo>
                  <a:lnTo>
                    <a:pt x="8" y="134"/>
                  </a:lnTo>
                  <a:lnTo>
                    <a:pt x="4" y="130"/>
                  </a:lnTo>
                  <a:lnTo>
                    <a:pt x="4" y="126"/>
                  </a:lnTo>
                  <a:lnTo>
                    <a:pt x="0" y="122"/>
                  </a:lnTo>
                  <a:lnTo>
                    <a:pt x="0" y="120"/>
                  </a:lnTo>
                  <a:lnTo>
                    <a:pt x="0" y="116"/>
                  </a:lnTo>
                  <a:lnTo>
                    <a:pt x="4" y="116"/>
                  </a:lnTo>
                  <a:lnTo>
                    <a:pt x="4" y="112"/>
                  </a:lnTo>
                  <a:lnTo>
                    <a:pt x="4" y="108"/>
                  </a:lnTo>
                  <a:lnTo>
                    <a:pt x="8" y="108"/>
                  </a:lnTo>
                  <a:lnTo>
                    <a:pt x="8" y="108"/>
                  </a:lnTo>
                  <a:lnTo>
                    <a:pt x="8" y="108"/>
                  </a:lnTo>
                  <a:close/>
                  <a:moveTo>
                    <a:pt x="180" y="134"/>
                  </a:moveTo>
                  <a:lnTo>
                    <a:pt x="180" y="130"/>
                  </a:lnTo>
                  <a:lnTo>
                    <a:pt x="182" y="130"/>
                  </a:lnTo>
                  <a:lnTo>
                    <a:pt x="180" y="126"/>
                  </a:lnTo>
                  <a:lnTo>
                    <a:pt x="180" y="122"/>
                  </a:lnTo>
                  <a:lnTo>
                    <a:pt x="176" y="122"/>
                  </a:lnTo>
                  <a:lnTo>
                    <a:pt x="176" y="120"/>
                  </a:lnTo>
                  <a:lnTo>
                    <a:pt x="172" y="120"/>
                  </a:lnTo>
                  <a:lnTo>
                    <a:pt x="172" y="116"/>
                  </a:lnTo>
                  <a:lnTo>
                    <a:pt x="168" y="116"/>
                  </a:lnTo>
                  <a:lnTo>
                    <a:pt x="168" y="120"/>
                  </a:lnTo>
                  <a:lnTo>
                    <a:pt x="164" y="120"/>
                  </a:lnTo>
                  <a:lnTo>
                    <a:pt x="162" y="122"/>
                  </a:lnTo>
                  <a:lnTo>
                    <a:pt x="158" y="122"/>
                  </a:lnTo>
                  <a:lnTo>
                    <a:pt x="158" y="126"/>
                  </a:lnTo>
                  <a:lnTo>
                    <a:pt x="154" y="130"/>
                  </a:lnTo>
                  <a:lnTo>
                    <a:pt x="154" y="134"/>
                  </a:lnTo>
                  <a:lnTo>
                    <a:pt x="150" y="134"/>
                  </a:lnTo>
                  <a:lnTo>
                    <a:pt x="150" y="138"/>
                  </a:lnTo>
                  <a:lnTo>
                    <a:pt x="150" y="142"/>
                  </a:lnTo>
                  <a:lnTo>
                    <a:pt x="154" y="142"/>
                  </a:lnTo>
                  <a:lnTo>
                    <a:pt x="154" y="146"/>
                  </a:lnTo>
                  <a:lnTo>
                    <a:pt x="154" y="148"/>
                  </a:lnTo>
                  <a:lnTo>
                    <a:pt x="158" y="148"/>
                  </a:lnTo>
                  <a:lnTo>
                    <a:pt x="158" y="152"/>
                  </a:lnTo>
                  <a:lnTo>
                    <a:pt x="162" y="152"/>
                  </a:lnTo>
                  <a:lnTo>
                    <a:pt x="164" y="152"/>
                  </a:lnTo>
                  <a:lnTo>
                    <a:pt x="164" y="148"/>
                  </a:lnTo>
                  <a:lnTo>
                    <a:pt x="164" y="146"/>
                  </a:lnTo>
                  <a:lnTo>
                    <a:pt x="168" y="146"/>
                  </a:lnTo>
                  <a:lnTo>
                    <a:pt x="172" y="146"/>
                  </a:lnTo>
                  <a:lnTo>
                    <a:pt x="176" y="142"/>
                  </a:lnTo>
                  <a:lnTo>
                    <a:pt x="180" y="142"/>
                  </a:lnTo>
                  <a:lnTo>
                    <a:pt x="180" y="138"/>
                  </a:lnTo>
                  <a:lnTo>
                    <a:pt x="180" y="134"/>
                  </a:lnTo>
                  <a:lnTo>
                    <a:pt x="180" y="134"/>
                  </a:lnTo>
                  <a:lnTo>
                    <a:pt x="180" y="134"/>
                  </a:lnTo>
                  <a:close/>
                  <a:moveTo>
                    <a:pt x="302" y="470"/>
                  </a:moveTo>
                  <a:lnTo>
                    <a:pt x="298" y="470"/>
                  </a:lnTo>
                  <a:lnTo>
                    <a:pt x="298" y="466"/>
                  </a:lnTo>
                  <a:lnTo>
                    <a:pt x="302" y="466"/>
                  </a:lnTo>
                  <a:lnTo>
                    <a:pt x="302" y="470"/>
                  </a:lnTo>
                  <a:lnTo>
                    <a:pt x="302" y="470"/>
                  </a:lnTo>
                  <a:lnTo>
                    <a:pt x="302" y="4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5" name="Freeform 195"/>
            <p:cNvSpPr>
              <a:spLocks noChangeAspect="1" noEditPoints="1"/>
            </p:cNvSpPr>
            <p:nvPr/>
          </p:nvSpPr>
          <p:spPr bwMode="gray">
            <a:xfrm>
              <a:off x="4351215" y="3156124"/>
              <a:ext cx="553086" cy="525257"/>
            </a:xfrm>
            <a:custGeom>
              <a:avLst/>
              <a:gdLst>
                <a:gd name="T0" fmla="*/ 210 w 318"/>
                <a:gd name="T1" fmla="*/ 8 h 302"/>
                <a:gd name="T2" fmla="*/ 224 w 318"/>
                <a:gd name="T3" fmla="*/ 8 h 302"/>
                <a:gd name="T4" fmla="*/ 236 w 318"/>
                <a:gd name="T5" fmla="*/ 12 h 302"/>
                <a:gd name="T6" fmla="*/ 250 w 318"/>
                <a:gd name="T7" fmla="*/ 18 h 302"/>
                <a:gd name="T8" fmla="*/ 266 w 318"/>
                <a:gd name="T9" fmla="*/ 18 h 302"/>
                <a:gd name="T10" fmla="*/ 278 w 318"/>
                <a:gd name="T11" fmla="*/ 22 h 302"/>
                <a:gd name="T12" fmla="*/ 296 w 318"/>
                <a:gd name="T13" fmla="*/ 26 h 302"/>
                <a:gd name="T14" fmla="*/ 304 w 318"/>
                <a:gd name="T15" fmla="*/ 36 h 302"/>
                <a:gd name="T16" fmla="*/ 284 w 318"/>
                <a:gd name="T17" fmla="*/ 48 h 302"/>
                <a:gd name="T18" fmla="*/ 270 w 318"/>
                <a:gd name="T19" fmla="*/ 58 h 302"/>
                <a:gd name="T20" fmla="*/ 266 w 318"/>
                <a:gd name="T21" fmla="*/ 62 h 302"/>
                <a:gd name="T22" fmla="*/ 254 w 318"/>
                <a:gd name="T23" fmla="*/ 88 h 302"/>
                <a:gd name="T24" fmla="*/ 258 w 318"/>
                <a:gd name="T25" fmla="*/ 100 h 302"/>
                <a:gd name="T26" fmla="*/ 248 w 318"/>
                <a:gd name="T27" fmla="*/ 110 h 302"/>
                <a:gd name="T28" fmla="*/ 236 w 318"/>
                <a:gd name="T29" fmla="*/ 122 h 302"/>
                <a:gd name="T30" fmla="*/ 220 w 318"/>
                <a:gd name="T31" fmla="*/ 134 h 302"/>
                <a:gd name="T32" fmla="*/ 202 w 318"/>
                <a:gd name="T33" fmla="*/ 134 h 302"/>
                <a:gd name="T34" fmla="*/ 188 w 318"/>
                <a:gd name="T35" fmla="*/ 140 h 302"/>
                <a:gd name="T36" fmla="*/ 176 w 318"/>
                <a:gd name="T37" fmla="*/ 144 h 302"/>
                <a:gd name="T38" fmla="*/ 168 w 318"/>
                <a:gd name="T39" fmla="*/ 134 h 302"/>
                <a:gd name="T40" fmla="*/ 154 w 318"/>
                <a:gd name="T41" fmla="*/ 118 h 302"/>
                <a:gd name="T42" fmla="*/ 158 w 318"/>
                <a:gd name="T43" fmla="*/ 108 h 302"/>
                <a:gd name="T44" fmla="*/ 158 w 318"/>
                <a:gd name="T45" fmla="*/ 92 h 302"/>
                <a:gd name="T46" fmla="*/ 154 w 318"/>
                <a:gd name="T47" fmla="*/ 78 h 302"/>
                <a:gd name="T48" fmla="*/ 162 w 318"/>
                <a:gd name="T49" fmla="*/ 62 h 302"/>
                <a:gd name="T50" fmla="*/ 168 w 318"/>
                <a:gd name="T51" fmla="*/ 44 h 302"/>
                <a:gd name="T52" fmla="*/ 164 w 318"/>
                <a:gd name="T53" fmla="*/ 32 h 302"/>
                <a:gd name="T54" fmla="*/ 146 w 318"/>
                <a:gd name="T55" fmla="*/ 36 h 302"/>
                <a:gd name="T56" fmla="*/ 134 w 318"/>
                <a:gd name="T57" fmla="*/ 32 h 302"/>
                <a:gd name="T58" fmla="*/ 134 w 318"/>
                <a:gd name="T59" fmla="*/ 28 h 302"/>
                <a:gd name="T60" fmla="*/ 132 w 318"/>
                <a:gd name="T61" fmla="*/ 26 h 302"/>
                <a:gd name="T62" fmla="*/ 132 w 318"/>
                <a:gd name="T63" fmla="*/ 18 h 302"/>
                <a:gd name="T64" fmla="*/ 134 w 318"/>
                <a:gd name="T65" fmla="*/ 8 h 302"/>
                <a:gd name="T66" fmla="*/ 154 w 318"/>
                <a:gd name="T67" fmla="*/ 4 h 302"/>
                <a:gd name="T68" fmla="*/ 176 w 318"/>
                <a:gd name="T69" fmla="*/ 0 h 302"/>
                <a:gd name="T70" fmla="*/ 192 w 318"/>
                <a:gd name="T71" fmla="*/ 8 h 302"/>
                <a:gd name="T72" fmla="*/ 184 w 318"/>
                <a:gd name="T73" fmla="*/ 152 h 302"/>
                <a:gd name="T74" fmla="*/ 218 w 318"/>
                <a:gd name="T75" fmla="*/ 164 h 302"/>
                <a:gd name="T76" fmla="*/ 318 w 318"/>
                <a:gd name="T77" fmla="*/ 70 h 302"/>
                <a:gd name="T78" fmla="*/ 296 w 318"/>
                <a:gd name="T79" fmla="*/ 78 h 302"/>
                <a:gd name="T80" fmla="*/ 304 w 318"/>
                <a:gd name="T81" fmla="*/ 82 h 302"/>
                <a:gd name="T82" fmla="*/ 292 w 318"/>
                <a:gd name="T83" fmla="*/ 82 h 302"/>
                <a:gd name="T84" fmla="*/ 278 w 318"/>
                <a:gd name="T85" fmla="*/ 92 h 302"/>
                <a:gd name="T86" fmla="*/ 278 w 318"/>
                <a:gd name="T87" fmla="*/ 96 h 302"/>
                <a:gd name="T88" fmla="*/ 64 w 318"/>
                <a:gd name="T89" fmla="*/ 276 h 302"/>
                <a:gd name="T90" fmla="*/ 64 w 318"/>
                <a:gd name="T91" fmla="*/ 282 h 302"/>
                <a:gd name="T92" fmla="*/ 8 w 318"/>
                <a:gd name="T93" fmla="*/ 282 h 302"/>
                <a:gd name="T94" fmla="*/ 56 w 318"/>
                <a:gd name="T95" fmla="*/ 294 h 302"/>
                <a:gd name="T96" fmla="*/ 60 w 318"/>
                <a:gd name="T97" fmla="*/ 290 h 302"/>
                <a:gd name="T98" fmla="*/ 22 w 318"/>
                <a:gd name="T99" fmla="*/ 294 h 302"/>
                <a:gd name="T100" fmla="*/ 26 w 318"/>
                <a:gd name="T101" fmla="*/ 286 h 302"/>
                <a:gd name="T102" fmla="*/ 22 w 318"/>
                <a:gd name="T103" fmla="*/ 298 h 302"/>
                <a:gd name="T104" fmla="*/ 16 w 318"/>
                <a:gd name="T105" fmla="*/ 298 h 302"/>
                <a:gd name="T106" fmla="*/ 42 w 318"/>
                <a:gd name="T107" fmla="*/ 298 h 302"/>
                <a:gd name="T108" fmla="*/ 4 w 318"/>
                <a:gd name="T109" fmla="*/ 302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18" h="302">
                  <a:moveTo>
                    <a:pt x="194" y="8"/>
                  </a:moveTo>
                  <a:lnTo>
                    <a:pt x="198" y="8"/>
                  </a:lnTo>
                  <a:lnTo>
                    <a:pt x="202" y="4"/>
                  </a:lnTo>
                  <a:lnTo>
                    <a:pt x="206" y="4"/>
                  </a:lnTo>
                  <a:lnTo>
                    <a:pt x="210" y="4"/>
                  </a:lnTo>
                  <a:lnTo>
                    <a:pt x="210" y="8"/>
                  </a:lnTo>
                  <a:lnTo>
                    <a:pt x="214" y="8"/>
                  </a:lnTo>
                  <a:lnTo>
                    <a:pt x="218" y="8"/>
                  </a:lnTo>
                  <a:lnTo>
                    <a:pt x="218" y="4"/>
                  </a:lnTo>
                  <a:lnTo>
                    <a:pt x="220" y="4"/>
                  </a:lnTo>
                  <a:lnTo>
                    <a:pt x="220" y="8"/>
                  </a:lnTo>
                  <a:lnTo>
                    <a:pt x="224" y="8"/>
                  </a:lnTo>
                  <a:lnTo>
                    <a:pt x="228" y="8"/>
                  </a:lnTo>
                  <a:lnTo>
                    <a:pt x="232" y="8"/>
                  </a:lnTo>
                  <a:lnTo>
                    <a:pt x="236" y="8"/>
                  </a:lnTo>
                  <a:lnTo>
                    <a:pt x="240" y="8"/>
                  </a:lnTo>
                  <a:lnTo>
                    <a:pt x="240" y="12"/>
                  </a:lnTo>
                  <a:lnTo>
                    <a:pt x="236" y="12"/>
                  </a:lnTo>
                  <a:lnTo>
                    <a:pt x="240" y="12"/>
                  </a:lnTo>
                  <a:lnTo>
                    <a:pt x="240" y="14"/>
                  </a:lnTo>
                  <a:lnTo>
                    <a:pt x="240" y="12"/>
                  </a:lnTo>
                  <a:lnTo>
                    <a:pt x="244" y="14"/>
                  </a:lnTo>
                  <a:lnTo>
                    <a:pt x="248" y="14"/>
                  </a:lnTo>
                  <a:lnTo>
                    <a:pt x="250" y="18"/>
                  </a:lnTo>
                  <a:lnTo>
                    <a:pt x="254" y="18"/>
                  </a:lnTo>
                  <a:lnTo>
                    <a:pt x="258" y="18"/>
                  </a:lnTo>
                  <a:lnTo>
                    <a:pt x="262" y="18"/>
                  </a:lnTo>
                  <a:lnTo>
                    <a:pt x="266" y="18"/>
                  </a:lnTo>
                  <a:lnTo>
                    <a:pt x="270" y="18"/>
                  </a:lnTo>
                  <a:lnTo>
                    <a:pt x="266" y="18"/>
                  </a:lnTo>
                  <a:lnTo>
                    <a:pt x="270" y="18"/>
                  </a:lnTo>
                  <a:lnTo>
                    <a:pt x="270" y="14"/>
                  </a:lnTo>
                  <a:lnTo>
                    <a:pt x="270" y="18"/>
                  </a:lnTo>
                  <a:lnTo>
                    <a:pt x="274" y="18"/>
                  </a:lnTo>
                  <a:lnTo>
                    <a:pt x="278" y="18"/>
                  </a:lnTo>
                  <a:lnTo>
                    <a:pt x="278" y="22"/>
                  </a:lnTo>
                  <a:lnTo>
                    <a:pt x="280" y="26"/>
                  </a:lnTo>
                  <a:lnTo>
                    <a:pt x="284" y="22"/>
                  </a:lnTo>
                  <a:lnTo>
                    <a:pt x="284" y="26"/>
                  </a:lnTo>
                  <a:lnTo>
                    <a:pt x="288" y="26"/>
                  </a:lnTo>
                  <a:lnTo>
                    <a:pt x="292" y="26"/>
                  </a:lnTo>
                  <a:lnTo>
                    <a:pt x="296" y="26"/>
                  </a:lnTo>
                  <a:lnTo>
                    <a:pt x="300" y="22"/>
                  </a:lnTo>
                  <a:lnTo>
                    <a:pt x="304" y="26"/>
                  </a:lnTo>
                  <a:lnTo>
                    <a:pt x="306" y="26"/>
                  </a:lnTo>
                  <a:lnTo>
                    <a:pt x="304" y="28"/>
                  </a:lnTo>
                  <a:lnTo>
                    <a:pt x="304" y="32"/>
                  </a:lnTo>
                  <a:lnTo>
                    <a:pt x="304" y="36"/>
                  </a:lnTo>
                  <a:lnTo>
                    <a:pt x="300" y="36"/>
                  </a:lnTo>
                  <a:lnTo>
                    <a:pt x="296" y="40"/>
                  </a:lnTo>
                  <a:lnTo>
                    <a:pt x="292" y="44"/>
                  </a:lnTo>
                  <a:lnTo>
                    <a:pt x="288" y="44"/>
                  </a:lnTo>
                  <a:lnTo>
                    <a:pt x="288" y="48"/>
                  </a:lnTo>
                  <a:lnTo>
                    <a:pt x="284" y="48"/>
                  </a:lnTo>
                  <a:lnTo>
                    <a:pt x="280" y="48"/>
                  </a:lnTo>
                  <a:lnTo>
                    <a:pt x="278" y="52"/>
                  </a:lnTo>
                  <a:lnTo>
                    <a:pt x="274" y="52"/>
                  </a:lnTo>
                  <a:lnTo>
                    <a:pt x="270" y="52"/>
                  </a:lnTo>
                  <a:lnTo>
                    <a:pt x="270" y="54"/>
                  </a:lnTo>
                  <a:lnTo>
                    <a:pt x="270" y="58"/>
                  </a:lnTo>
                  <a:lnTo>
                    <a:pt x="270" y="62"/>
                  </a:lnTo>
                  <a:lnTo>
                    <a:pt x="266" y="62"/>
                  </a:lnTo>
                  <a:lnTo>
                    <a:pt x="266" y="58"/>
                  </a:lnTo>
                  <a:lnTo>
                    <a:pt x="270" y="58"/>
                  </a:lnTo>
                  <a:lnTo>
                    <a:pt x="266" y="58"/>
                  </a:lnTo>
                  <a:lnTo>
                    <a:pt x="266" y="62"/>
                  </a:lnTo>
                  <a:lnTo>
                    <a:pt x="262" y="66"/>
                  </a:lnTo>
                  <a:lnTo>
                    <a:pt x="258" y="70"/>
                  </a:lnTo>
                  <a:lnTo>
                    <a:pt x="258" y="74"/>
                  </a:lnTo>
                  <a:lnTo>
                    <a:pt x="254" y="78"/>
                  </a:lnTo>
                  <a:lnTo>
                    <a:pt x="254" y="82"/>
                  </a:lnTo>
                  <a:lnTo>
                    <a:pt x="254" y="88"/>
                  </a:lnTo>
                  <a:lnTo>
                    <a:pt x="254" y="92"/>
                  </a:lnTo>
                  <a:lnTo>
                    <a:pt x="258" y="92"/>
                  </a:lnTo>
                  <a:lnTo>
                    <a:pt x="262" y="92"/>
                  </a:lnTo>
                  <a:lnTo>
                    <a:pt x="262" y="96"/>
                  </a:lnTo>
                  <a:lnTo>
                    <a:pt x="258" y="96"/>
                  </a:lnTo>
                  <a:lnTo>
                    <a:pt x="258" y="100"/>
                  </a:lnTo>
                  <a:lnTo>
                    <a:pt x="254" y="100"/>
                  </a:lnTo>
                  <a:lnTo>
                    <a:pt x="254" y="104"/>
                  </a:lnTo>
                  <a:lnTo>
                    <a:pt x="250" y="104"/>
                  </a:lnTo>
                  <a:lnTo>
                    <a:pt x="250" y="108"/>
                  </a:lnTo>
                  <a:lnTo>
                    <a:pt x="250" y="110"/>
                  </a:lnTo>
                  <a:lnTo>
                    <a:pt x="248" y="110"/>
                  </a:lnTo>
                  <a:lnTo>
                    <a:pt x="248" y="114"/>
                  </a:lnTo>
                  <a:lnTo>
                    <a:pt x="248" y="118"/>
                  </a:lnTo>
                  <a:lnTo>
                    <a:pt x="244" y="118"/>
                  </a:lnTo>
                  <a:lnTo>
                    <a:pt x="240" y="118"/>
                  </a:lnTo>
                  <a:lnTo>
                    <a:pt x="236" y="118"/>
                  </a:lnTo>
                  <a:lnTo>
                    <a:pt x="236" y="122"/>
                  </a:lnTo>
                  <a:lnTo>
                    <a:pt x="232" y="126"/>
                  </a:lnTo>
                  <a:lnTo>
                    <a:pt x="232" y="130"/>
                  </a:lnTo>
                  <a:lnTo>
                    <a:pt x="228" y="130"/>
                  </a:lnTo>
                  <a:lnTo>
                    <a:pt x="228" y="134"/>
                  </a:lnTo>
                  <a:lnTo>
                    <a:pt x="224" y="134"/>
                  </a:lnTo>
                  <a:lnTo>
                    <a:pt x="220" y="134"/>
                  </a:lnTo>
                  <a:lnTo>
                    <a:pt x="218" y="138"/>
                  </a:lnTo>
                  <a:lnTo>
                    <a:pt x="218" y="134"/>
                  </a:lnTo>
                  <a:lnTo>
                    <a:pt x="214" y="134"/>
                  </a:lnTo>
                  <a:lnTo>
                    <a:pt x="210" y="134"/>
                  </a:lnTo>
                  <a:lnTo>
                    <a:pt x="206" y="134"/>
                  </a:lnTo>
                  <a:lnTo>
                    <a:pt x="202" y="134"/>
                  </a:lnTo>
                  <a:lnTo>
                    <a:pt x="198" y="134"/>
                  </a:lnTo>
                  <a:lnTo>
                    <a:pt x="194" y="134"/>
                  </a:lnTo>
                  <a:lnTo>
                    <a:pt x="194" y="138"/>
                  </a:lnTo>
                  <a:lnTo>
                    <a:pt x="192" y="138"/>
                  </a:lnTo>
                  <a:lnTo>
                    <a:pt x="188" y="138"/>
                  </a:lnTo>
                  <a:lnTo>
                    <a:pt x="188" y="140"/>
                  </a:lnTo>
                  <a:lnTo>
                    <a:pt x="184" y="140"/>
                  </a:lnTo>
                  <a:lnTo>
                    <a:pt x="184" y="144"/>
                  </a:lnTo>
                  <a:lnTo>
                    <a:pt x="180" y="144"/>
                  </a:lnTo>
                  <a:lnTo>
                    <a:pt x="180" y="148"/>
                  </a:lnTo>
                  <a:lnTo>
                    <a:pt x="176" y="148"/>
                  </a:lnTo>
                  <a:lnTo>
                    <a:pt x="176" y="144"/>
                  </a:lnTo>
                  <a:lnTo>
                    <a:pt x="172" y="144"/>
                  </a:lnTo>
                  <a:lnTo>
                    <a:pt x="172" y="140"/>
                  </a:lnTo>
                  <a:lnTo>
                    <a:pt x="168" y="140"/>
                  </a:lnTo>
                  <a:lnTo>
                    <a:pt x="172" y="138"/>
                  </a:lnTo>
                  <a:lnTo>
                    <a:pt x="168" y="138"/>
                  </a:lnTo>
                  <a:lnTo>
                    <a:pt x="168" y="134"/>
                  </a:lnTo>
                  <a:lnTo>
                    <a:pt x="164" y="130"/>
                  </a:lnTo>
                  <a:lnTo>
                    <a:pt x="162" y="126"/>
                  </a:lnTo>
                  <a:lnTo>
                    <a:pt x="158" y="126"/>
                  </a:lnTo>
                  <a:lnTo>
                    <a:pt x="154" y="126"/>
                  </a:lnTo>
                  <a:lnTo>
                    <a:pt x="154" y="122"/>
                  </a:lnTo>
                  <a:lnTo>
                    <a:pt x="154" y="118"/>
                  </a:lnTo>
                  <a:lnTo>
                    <a:pt x="150" y="118"/>
                  </a:lnTo>
                  <a:lnTo>
                    <a:pt x="154" y="114"/>
                  </a:lnTo>
                  <a:lnTo>
                    <a:pt x="154" y="110"/>
                  </a:lnTo>
                  <a:lnTo>
                    <a:pt x="158" y="110"/>
                  </a:lnTo>
                  <a:lnTo>
                    <a:pt x="162" y="108"/>
                  </a:lnTo>
                  <a:lnTo>
                    <a:pt x="158" y="108"/>
                  </a:lnTo>
                  <a:lnTo>
                    <a:pt x="158" y="104"/>
                  </a:lnTo>
                  <a:lnTo>
                    <a:pt x="154" y="104"/>
                  </a:lnTo>
                  <a:lnTo>
                    <a:pt x="154" y="100"/>
                  </a:lnTo>
                  <a:lnTo>
                    <a:pt x="154" y="96"/>
                  </a:lnTo>
                  <a:lnTo>
                    <a:pt x="158" y="96"/>
                  </a:lnTo>
                  <a:lnTo>
                    <a:pt x="158" y="92"/>
                  </a:lnTo>
                  <a:lnTo>
                    <a:pt x="162" y="88"/>
                  </a:lnTo>
                  <a:lnTo>
                    <a:pt x="158" y="88"/>
                  </a:lnTo>
                  <a:lnTo>
                    <a:pt x="154" y="84"/>
                  </a:lnTo>
                  <a:lnTo>
                    <a:pt x="154" y="82"/>
                  </a:lnTo>
                  <a:lnTo>
                    <a:pt x="150" y="78"/>
                  </a:lnTo>
                  <a:lnTo>
                    <a:pt x="154" y="78"/>
                  </a:lnTo>
                  <a:lnTo>
                    <a:pt x="158" y="78"/>
                  </a:lnTo>
                  <a:lnTo>
                    <a:pt x="162" y="70"/>
                  </a:lnTo>
                  <a:lnTo>
                    <a:pt x="158" y="70"/>
                  </a:lnTo>
                  <a:lnTo>
                    <a:pt x="158" y="66"/>
                  </a:lnTo>
                  <a:lnTo>
                    <a:pt x="162" y="66"/>
                  </a:lnTo>
                  <a:lnTo>
                    <a:pt x="162" y="62"/>
                  </a:lnTo>
                  <a:lnTo>
                    <a:pt x="162" y="58"/>
                  </a:lnTo>
                  <a:lnTo>
                    <a:pt x="162" y="54"/>
                  </a:lnTo>
                  <a:lnTo>
                    <a:pt x="162" y="52"/>
                  </a:lnTo>
                  <a:lnTo>
                    <a:pt x="164" y="48"/>
                  </a:lnTo>
                  <a:lnTo>
                    <a:pt x="168" y="48"/>
                  </a:lnTo>
                  <a:lnTo>
                    <a:pt x="168" y="44"/>
                  </a:lnTo>
                  <a:lnTo>
                    <a:pt x="168" y="40"/>
                  </a:lnTo>
                  <a:lnTo>
                    <a:pt x="172" y="40"/>
                  </a:lnTo>
                  <a:lnTo>
                    <a:pt x="168" y="40"/>
                  </a:lnTo>
                  <a:lnTo>
                    <a:pt x="164" y="40"/>
                  </a:lnTo>
                  <a:lnTo>
                    <a:pt x="164" y="36"/>
                  </a:lnTo>
                  <a:lnTo>
                    <a:pt x="164" y="32"/>
                  </a:lnTo>
                  <a:lnTo>
                    <a:pt x="162" y="32"/>
                  </a:lnTo>
                  <a:lnTo>
                    <a:pt x="158" y="32"/>
                  </a:lnTo>
                  <a:lnTo>
                    <a:pt x="158" y="36"/>
                  </a:lnTo>
                  <a:lnTo>
                    <a:pt x="154" y="36"/>
                  </a:lnTo>
                  <a:lnTo>
                    <a:pt x="150" y="36"/>
                  </a:lnTo>
                  <a:lnTo>
                    <a:pt x="146" y="36"/>
                  </a:lnTo>
                  <a:lnTo>
                    <a:pt x="142" y="36"/>
                  </a:lnTo>
                  <a:lnTo>
                    <a:pt x="142" y="32"/>
                  </a:lnTo>
                  <a:lnTo>
                    <a:pt x="142" y="28"/>
                  </a:lnTo>
                  <a:lnTo>
                    <a:pt x="138" y="28"/>
                  </a:lnTo>
                  <a:lnTo>
                    <a:pt x="138" y="32"/>
                  </a:lnTo>
                  <a:lnTo>
                    <a:pt x="134" y="32"/>
                  </a:lnTo>
                  <a:lnTo>
                    <a:pt x="132" y="36"/>
                  </a:lnTo>
                  <a:lnTo>
                    <a:pt x="132" y="32"/>
                  </a:lnTo>
                  <a:lnTo>
                    <a:pt x="132" y="28"/>
                  </a:lnTo>
                  <a:lnTo>
                    <a:pt x="134" y="28"/>
                  </a:lnTo>
                  <a:lnTo>
                    <a:pt x="134" y="26"/>
                  </a:lnTo>
                  <a:lnTo>
                    <a:pt x="134" y="28"/>
                  </a:lnTo>
                  <a:lnTo>
                    <a:pt x="132" y="28"/>
                  </a:lnTo>
                  <a:lnTo>
                    <a:pt x="132" y="26"/>
                  </a:lnTo>
                  <a:lnTo>
                    <a:pt x="134" y="26"/>
                  </a:lnTo>
                  <a:lnTo>
                    <a:pt x="132" y="26"/>
                  </a:lnTo>
                  <a:lnTo>
                    <a:pt x="132" y="22"/>
                  </a:lnTo>
                  <a:lnTo>
                    <a:pt x="132" y="26"/>
                  </a:lnTo>
                  <a:lnTo>
                    <a:pt x="134" y="22"/>
                  </a:lnTo>
                  <a:lnTo>
                    <a:pt x="132" y="22"/>
                  </a:lnTo>
                  <a:lnTo>
                    <a:pt x="134" y="22"/>
                  </a:lnTo>
                  <a:lnTo>
                    <a:pt x="134" y="18"/>
                  </a:lnTo>
                  <a:lnTo>
                    <a:pt x="132" y="22"/>
                  </a:lnTo>
                  <a:lnTo>
                    <a:pt x="132" y="18"/>
                  </a:lnTo>
                  <a:lnTo>
                    <a:pt x="128" y="18"/>
                  </a:lnTo>
                  <a:lnTo>
                    <a:pt x="128" y="14"/>
                  </a:lnTo>
                  <a:lnTo>
                    <a:pt x="128" y="12"/>
                  </a:lnTo>
                  <a:lnTo>
                    <a:pt x="132" y="12"/>
                  </a:lnTo>
                  <a:lnTo>
                    <a:pt x="132" y="8"/>
                  </a:lnTo>
                  <a:lnTo>
                    <a:pt x="134" y="8"/>
                  </a:lnTo>
                  <a:lnTo>
                    <a:pt x="138" y="8"/>
                  </a:lnTo>
                  <a:lnTo>
                    <a:pt x="142" y="4"/>
                  </a:lnTo>
                  <a:lnTo>
                    <a:pt x="146" y="0"/>
                  </a:lnTo>
                  <a:lnTo>
                    <a:pt x="150" y="0"/>
                  </a:lnTo>
                  <a:lnTo>
                    <a:pt x="154" y="0"/>
                  </a:lnTo>
                  <a:lnTo>
                    <a:pt x="154" y="4"/>
                  </a:lnTo>
                  <a:lnTo>
                    <a:pt x="158" y="4"/>
                  </a:lnTo>
                  <a:lnTo>
                    <a:pt x="162" y="4"/>
                  </a:lnTo>
                  <a:lnTo>
                    <a:pt x="164" y="4"/>
                  </a:lnTo>
                  <a:lnTo>
                    <a:pt x="168" y="4"/>
                  </a:lnTo>
                  <a:lnTo>
                    <a:pt x="172" y="4"/>
                  </a:lnTo>
                  <a:lnTo>
                    <a:pt x="176" y="0"/>
                  </a:lnTo>
                  <a:lnTo>
                    <a:pt x="176" y="4"/>
                  </a:lnTo>
                  <a:lnTo>
                    <a:pt x="180" y="4"/>
                  </a:lnTo>
                  <a:lnTo>
                    <a:pt x="184" y="4"/>
                  </a:lnTo>
                  <a:lnTo>
                    <a:pt x="188" y="4"/>
                  </a:lnTo>
                  <a:lnTo>
                    <a:pt x="192" y="4"/>
                  </a:lnTo>
                  <a:lnTo>
                    <a:pt x="192" y="8"/>
                  </a:lnTo>
                  <a:lnTo>
                    <a:pt x="194" y="8"/>
                  </a:lnTo>
                  <a:lnTo>
                    <a:pt x="194" y="8"/>
                  </a:lnTo>
                  <a:lnTo>
                    <a:pt x="194" y="8"/>
                  </a:lnTo>
                  <a:close/>
                  <a:moveTo>
                    <a:pt x="184" y="152"/>
                  </a:moveTo>
                  <a:lnTo>
                    <a:pt x="184" y="148"/>
                  </a:lnTo>
                  <a:lnTo>
                    <a:pt x="184" y="152"/>
                  </a:lnTo>
                  <a:lnTo>
                    <a:pt x="184" y="152"/>
                  </a:lnTo>
                  <a:lnTo>
                    <a:pt x="184" y="152"/>
                  </a:lnTo>
                  <a:close/>
                  <a:moveTo>
                    <a:pt x="218" y="164"/>
                  </a:moveTo>
                  <a:lnTo>
                    <a:pt x="218" y="160"/>
                  </a:lnTo>
                  <a:lnTo>
                    <a:pt x="218" y="164"/>
                  </a:lnTo>
                  <a:lnTo>
                    <a:pt x="218" y="164"/>
                  </a:lnTo>
                  <a:lnTo>
                    <a:pt x="218" y="164"/>
                  </a:lnTo>
                  <a:close/>
                  <a:moveTo>
                    <a:pt x="318" y="74"/>
                  </a:moveTo>
                  <a:lnTo>
                    <a:pt x="314" y="74"/>
                  </a:lnTo>
                  <a:lnTo>
                    <a:pt x="310" y="70"/>
                  </a:lnTo>
                  <a:lnTo>
                    <a:pt x="314" y="70"/>
                  </a:lnTo>
                  <a:lnTo>
                    <a:pt x="318" y="70"/>
                  </a:lnTo>
                  <a:lnTo>
                    <a:pt x="318" y="74"/>
                  </a:lnTo>
                  <a:lnTo>
                    <a:pt x="318" y="74"/>
                  </a:lnTo>
                  <a:lnTo>
                    <a:pt x="318" y="74"/>
                  </a:lnTo>
                  <a:close/>
                  <a:moveTo>
                    <a:pt x="292" y="82"/>
                  </a:moveTo>
                  <a:lnTo>
                    <a:pt x="292" y="78"/>
                  </a:lnTo>
                  <a:lnTo>
                    <a:pt x="296" y="78"/>
                  </a:lnTo>
                  <a:lnTo>
                    <a:pt x="300" y="74"/>
                  </a:lnTo>
                  <a:lnTo>
                    <a:pt x="304" y="74"/>
                  </a:lnTo>
                  <a:lnTo>
                    <a:pt x="304" y="78"/>
                  </a:lnTo>
                  <a:lnTo>
                    <a:pt x="306" y="78"/>
                  </a:lnTo>
                  <a:lnTo>
                    <a:pt x="306" y="82"/>
                  </a:lnTo>
                  <a:lnTo>
                    <a:pt x="304" y="82"/>
                  </a:lnTo>
                  <a:lnTo>
                    <a:pt x="304" y="84"/>
                  </a:lnTo>
                  <a:lnTo>
                    <a:pt x="300" y="84"/>
                  </a:lnTo>
                  <a:lnTo>
                    <a:pt x="296" y="84"/>
                  </a:lnTo>
                  <a:lnTo>
                    <a:pt x="296" y="82"/>
                  </a:lnTo>
                  <a:lnTo>
                    <a:pt x="292" y="82"/>
                  </a:lnTo>
                  <a:lnTo>
                    <a:pt x="292" y="82"/>
                  </a:lnTo>
                  <a:lnTo>
                    <a:pt x="292" y="82"/>
                  </a:lnTo>
                  <a:close/>
                  <a:moveTo>
                    <a:pt x="278" y="92"/>
                  </a:moveTo>
                  <a:lnTo>
                    <a:pt x="278" y="88"/>
                  </a:lnTo>
                  <a:lnTo>
                    <a:pt x="280" y="88"/>
                  </a:lnTo>
                  <a:lnTo>
                    <a:pt x="280" y="92"/>
                  </a:lnTo>
                  <a:lnTo>
                    <a:pt x="278" y="92"/>
                  </a:lnTo>
                  <a:lnTo>
                    <a:pt x="278" y="92"/>
                  </a:lnTo>
                  <a:lnTo>
                    <a:pt x="278" y="92"/>
                  </a:lnTo>
                  <a:close/>
                  <a:moveTo>
                    <a:pt x="278" y="96"/>
                  </a:moveTo>
                  <a:lnTo>
                    <a:pt x="280" y="96"/>
                  </a:lnTo>
                  <a:lnTo>
                    <a:pt x="278" y="96"/>
                  </a:lnTo>
                  <a:lnTo>
                    <a:pt x="278" y="96"/>
                  </a:lnTo>
                  <a:lnTo>
                    <a:pt x="278" y="96"/>
                  </a:lnTo>
                  <a:close/>
                  <a:moveTo>
                    <a:pt x="64" y="282"/>
                  </a:moveTo>
                  <a:lnTo>
                    <a:pt x="64" y="278"/>
                  </a:lnTo>
                  <a:lnTo>
                    <a:pt x="60" y="278"/>
                  </a:lnTo>
                  <a:lnTo>
                    <a:pt x="64" y="278"/>
                  </a:lnTo>
                  <a:lnTo>
                    <a:pt x="64" y="276"/>
                  </a:lnTo>
                  <a:lnTo>
                    <a:pt x="68" y="276"/>
                  </a:lnTo>
                  <a:lnTo>
                    <a:pt x="68" y="278"/>
                  </a:lnTo>
                  <a:lnTo>
                    <a:pt x="64" y="278"/>
                  </a:lnTo>
                  <a:lnTo>
                    <a:pt x="64" y="282"/>
                  </a:lnTo>
                  <a:lnTo>
                    <a:pt x="64" y="282"/>
                  </a:lnTo>
                  <a:lnTo>
                    <a:pt x="64" y="282"/>
                  </a:lnTo>
                  <a:close/>
                  <a:moveTo>
                    <a:pt x="8" y="286"/>
                  </a:moveTo>
                  <a:lnTo>
                    <a:pt x="4" y="286"/>
                  </a:lnTo>
                  <a:lnTo>
                    <a:pt x="4" y="282"/>
                  </a:lnTo>
                  <a:lnTo>
                    <a:pt x="4" y="278"/>
                  </a:lnTo>
                  <a:lnTo>
                    <a:pt x="4" y="282"/>
                  </a:lnTo>
                  <a:lnTo>
                    <a:pt x="8" y="282"/>
                  </a:lnTo>
                  <a:lnTo>
                    <a:pt x="8" y="286"/>
                  </a:lnTo>
                  <a:lnTo>
                    <a:pt x="8" y="286"/>
                  </a:lnTo>
                  <a:lnTo>
                    <a:pt x="8" y="286"/>
                  </a:lnTo>
                  <a:close/>
                  <a:moveTo>
                    <a:pt x="56" y="294"/>
                  </a:moveTo>
                  <a:lnTo>
                    <a:pt x="52" y="294"/>
                  </a:lnTo>
                  <a:lnTo>
                    <a:pt x="56" y="294"/>
                  </a:lnTo>
                  <a:lnTo>
                    <a:pt x="56" y="290"/>
                  </a:lnTo>
                  <a:lnTo>
                    <a:pt x="60" y="286"/>
                  </a:lnTo>
                  <a:lnTo>
                    <a:pt x="60" y="282"/>
                  </a:lnTo>
                  <a:lnTo>
                    <a:pt x="64" y="282"/>
                  </a:lnTo>
                  <a:lnTo>
                    <a:pt x="64" y="286"/>
                  </a:lnTo>
                  <a:lnTo>
                    <a:pt x="60" y="290"/>
                  </a:lnTo>
                  <a:lnTo>
                    <a:pt x="60" y="294"/>
                  </a:lnTo>
                  <a:lnTo>
                    <a:pt x="56" y="294"/>
                  </a:lnTo>
                  <a:lnTo>
                    <a:pt x="56" y="294"/>
                  </a:lnTo>
                  <a:lnTo>
                    <a:pt x="56" y="294"/>
                  </a:lnTo>
                  <a:close/>
                  <a:moveTo>
                    <a:pt x="22" y="298"/>
                  </a:moveTo>
                  <a:lnTo>
                    <a:pt x="22" y="294"/>
                  </a:lnTo>
                  <a:lnTo>
                    <a:pt x="20" y="294"/>
                  </a:lnTo>
                  <a:lnTo>
                    <a:pt x="20" y="290"/>
                  </a:lnTo>
                  <a:lnTo>
                    <a:pt x="22" y="290"/>
                  </a:lnTo>
                  <a:lnTo>
                    <a:pt x="26" y="286"/>
                  </a:lnTo>
                  <a:lnTo>
                    <a:pt x="30" y="286"/>
                  </a:lnTo>
                  <a:lnTo>
                    <a:pt x="26" y="286"/>
                  </a:lnTo>
                  <a:lnTo>
                    <a:pt x="26" y="290"/>
                  </a:lnTo>
                  <a:lnTo>
                    <a:pt x="26" y="294"/>
                  </a:lnTo>
                  <a:lnTo>
                    <a:pt x="22" y="294"/>
                  </a:lnTo>
                  <a:lnTo>
                    <a:pt x="22" y="298"/>
                  </a:lnTo>
                  <a:lnTo>
                    <a:pt x="22" y="298"/>
                  </a:lnTo>
                  <a:lnTo>
                    <a:pt x="22" y="298"/>
                  </a:lnTo>
                  <a:close/>
                  <a:moveTo>
                    <a:pt x="16" y="298"/>
                  </a:moveTo>
                  <a:lnTo>
                    <a:pt x="12" y="294"/>
                  </a:lnTo>
                  <a:lnTo>
                    <a:pt x="16" y="294"/>
                  </a:lnTo>
                  <a:lnTo>
                    <a:pt x="16" y="298"/>
                  </a:lnTo>
                  <a:lnTo>
                    <a:pt x="16" y="298"/>
                  </a:lnTo>
                  <a:lnTo>
                    <a:pt x="16" y="298"/>
                  </a:lnTo>
                  <a:close/>
                  <a:moveTo>
                    <a:pt x="38" y="302"/>
                  </a:moveTo>
                  <a:lnTo>
                    <a:pt x="34" y="298"/>
                  </a:lnTo>
                  <a:lnTo>
                    <a:pt x="34" y="294"/>
                  </a:lnTo>
                  <a:lnTo>
                    <a:pt x="38" y="294"/>
                  </a:lnTo>
                  <a:lnTo>
                    <a:pt x="42" y="294"/>
                  </a:lnTo>
                  <a:lnTo>
                    <a:pt x="42" y="298"/>
                  </a:lnTo>
                  <a:lnTo>
                    <a:pt x="38" y="302"/>
                  </a:lnTo>
                  <a:lnTo>
                    <a:pt x="38" y="302"/>
                  </a:lnTo>
                  <a:lnTo>
                    <a:pt x="38" y="302"/>
                  </a:lnTo>
                  <a:close/>
                  <a:moveTo>
                    <a:pt x="4" y="302"/>
                  </a:moveTo>
                  <a:lnTo>
                    <a:pt x="0" y="302"/>
                  </a:lnTo>
                  <a:lnTo>
                    <a:pt x="4" y="302"/>
                  </a:lnTo>
                  <a:lnTo>
                    <a:pt x="4" y="298"/>
                  </a:lnTo>
                  <a:lnTo>
                    <a:pt x="4" y="302"/>
                  </a:lnTo>
                  <a:lnTo>
                    <a:pt x="4" y="302"/>
                  </a:lnTo>
                  <a:lnTo>
                    <a:pt x="4"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6" name="Freeform 217"/>
            <p:cNvSpPr>
              <a:spLocks noChangeAspect="1"/>
            </p:cNvSpPr>
            <p:nvPr/>
          </p:nvSpPr>
          <p:spPr bwMode="gray">
            <a:xfrm>
              <a:off x="5116492" y="4088367"/>
              <a:ext cx="59135" cy="59135"/>
            </a:xfrm>
            <a:custGeom>
              <a:avLst/>
              <a:gdLst>
                <a:gd name="T0" fmla="*/ 4 w 34"/>
                <a:gd name="T1" fmla="*/ 8 h 34"/>
                <a:gd name="T2" fmla="*/ 4 w 34"/>
                <a:gd name="T3" fmla="*/ 8 h 34"/>
                <a:gd name="T4" fmla="*/ 0 w 34"/>
                <a:gd name="T5" fmla="*/ 8 h 34"/>
                <a:gd name="T6" fmla="*/ 4 w 34"/>
                <a:gd name="T7" fmla="*/ 4 h 34"/>
                <a:gd name="T8" fmla="*/ 8 w 34"/>
                <a:gd name="T9" fmla="*/ 0 h 34"/>
                <a:gd name="T10" fmla="*/ 12 w 34"/>
                <a:gd name="T11" fmla="*/ 0 h 34"/>
                <a:gd name="T12" fmla="*/ 12 w 34"/>
                <a:gd name="T13" fmla="*/ 4 h 34"/>
                <a:gd name="T14" fmla="*/ 16 w 34"/>
                <a:gd name="T15" fmla="*/ 4 h 34"/>
                <a:gd name="T16" fmla="*/ 18 w 34"/>
                <a:gd name="T17" fmla="*/ 8 h 34"/>
                <a:gd name="T18" fmla="*/ 18 w 34"/>
                <a:gd name="T19" fmla="*/ 8 h 34"/>
                <a:gd name="T20" fmla="*/ 18 w 34"/>
                <a:gd name="T21" fmla="*/ 8 h 34"/>
                <a:gd name="T22" fmla="*/ 18 w 34"/>
                <a:gd name="T23" fmla="*/ 12 h 34"/>
                <a:gd name="T24" fmla="*/ 18 w 34"/>
                <a:gd name="T25" fmla="*/ 16 h 34"/>
                <a:gd name="T26" fmla="*/ 18 w 34"/>
                <a:gd name="T27" fmla="*/ 16 h 34"/>
                <a:gd name="T28" fmla="*/ 22 w 34"/>
                <a:gd name="T29" fmla="*/ 16 h 34"/>
                <a:gd name="T30" fmla="*/ 22 w 34"/>
                <a:gd name="T31" fmla="*/ 16 h 34"/>
                <a:gd name="T32" fmla="*/ 26 w 34"/>
                <a:gd name="T33" fmla="*/ 16 h 34"/>
                <a:gd name="T34" fmla="*/ 30 w 34"/>
                <a:gd name="T35" fmla="*/ 20 h 34"/>
                <a:gd name="T36" fmla="*/ 34 w 34"/>
                <a:gd name="T37" fmla="*/ 20 h 34"/>
                <a:gd name="T38" fmla="*/ 34 w 34"/>
                <a:gd name="T39" fmla="*/ 20 h 34"/>
                <a:gd name="T40" fmla="*/ 34 w 34"/>
                <a:gd name="T41" fmla="*/ 20 h 34"/>
                <a:gd name="T42" fmla="*/ 34 w 34"/>
                <a:gd name="T43" fmla="*/ 22 h 34"/>
                <a:gd name="T44" fmla="*/ 34 w 34"/>
                <a:gd name="T45" fmla="*/ 22 h 34"/>
                <a:gd name="T46" fmla="*/ 34 w 34"/>
                <a:gd name="T47" fmla="*/ 22 h 34"/>
                <a:gd name="T48" fmla="*/ 34 w 34"/>
                <a:gd name="T49" fmla="*/ 22 h 34"/>
                <a:gd name="T50" fmla="*/ 30 w 34"/>
                <a:gd name="T51" fmla="*/ 26 h 34"/>
                <a:gd name="T52" fmla="*/ 30 w 34"/>
                <a:gd name="T53" fmla="*/ 26 h 34"/>
                <a:gd name="T54" fmla="*/ 26 w 34"/>
                <a:gd name="T55" fmla="*/ 26 h 34"/>
                <a:gd name="T56" fmla="*/ 22 w 34"/>
                <a:gd name="T57" fmla="*/ 26 h 34"/>
                <a:gd name="T58" fmla="*/ 22 w 34"/>
                <a:gd name="T59" fmla="*/ 26 h 34"/>
                <a:gd name="T60" fmla="*/ 22 w 34"/>
                <a:gd name="T61" fmla="*/ 26 h 34"/>
                <a:gd name="T62" fmla="*/ 22 w 34"/>
                <a:gd name="T63" fmla="*/ 26 h 34"/>
                <a:gd name="T64" fmla="*/ 22 w 34"/>
                <a:gd name="T65" fmla="*/ 30 h 34"/>
                <a:gd name="T66" fmla="*/ 22 w 34"/>
                <a:gd name="T67" fmla="*/ 30 h 34"/>
                <a:gd name="T68" fmla="*/ 18 w 34"/>
                <a:gd name="T69" fmla="*/ 30 h 34"/>
                <a:gd name="T70" fmla="*/ 18 w 34"/>
                <a:gd name="T71" fmla="*/ 30 h 34"/>
                <a:gd name="T72" fmla="*/ 18 w 34"/>
                <a:gd name="T73" fmla="*/ 30 h 34"/>
                <a:gd name="T74" fmla="*/ 18 w 34"/>
                <a:gd name="T75" fmla="*/ 34 h 34"/>
                <a:gd name="T76" fmla="*/ 18 w 34"/>
                <a:gd name="T77" fmla="*/ 34 h 34"/>
                <a:gd name="T78" fmla="*/ 18 w 34"/>
                <a:gd name="T79" fmla="*/ 34 h 34"/>
                <a:gd name="T80" fmla="*/ 18 w 34"/>
                <a:gd name="T81" fmla="*/ 34 h 34"/>
                <a:gd name="T82" fmla="*/ 18 w 34"/>
                <a:gd name="T83" fmla="*/ 34 h 34"/>
                <a:gd name="T84" fmla="*/ 16 w 34"/>
                <a:gd name="T85" fmla="*/ 34 h 34"/>
                <a:gd name="T86" fmla="*/ 16 w 34"/>
                <a:gd name="T87" fmla="*/ 34 h 34"/>
                <a:gd name="T88" fmla="*/ 16 w 34"/>
                <a:gd name="T89" fmla="*/ 30 h 34"/>
                <a:gd name="T90" fmla="*/ 12 w 34"/>
                <a:gd name="T91" fmla="*/ 22 h 34"/>
                <a:gd name="T92" fmla="*/ 8 w 34"/>
                <a:gd name="T93" fmla="*/ 20 h 34"/>
                <a:gd name="T94" fmla="*/ 8 w 34"/>
                <a:gd name="T95" fmla="*/ 20 h 34"/>
                <a:gd name="T96" fmla="*/ 8 w 34"/>
                <a:gd name="T97" fmla="*/ 20 h 34"/>
                <a:gd name="T98" fmla="*/ 8 w 34"/>
                <a:gd name="T99" fmla="*/ 12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 h="34">
                  <a:moveTo>
                    <a:pt x="8" y="12"/>
                  </a:moveTo>
                  <a:lnTo>
                    <a:pt x="8" y="12"/>
                  </a:lnTo>
                  <a:lnTo>
                    <a:pt x="4" y="12"/>
                  </a:lnTo>
                  <a:lnTo>
                    <a:pt x="4" y="8"/>
                  </a:lnTo>
                  <a:lnTo>
                    <a:pt x="4" y="8"/>
                  </a:lnTo>
                  <a:lnTo>
                    <a:pt x="4" y="8"/>
                  </a:lnTo>
                  <a:lnTo>
                    <a:pt x="4" y="8"/>
                  </a:lnTo>
                  <a:lnTo>
                    <a:pt x="4" y="8"/>
                  </a:lnTo>
                  <a:lnTo>
                    <a:pt x="4" y="8"/>
                  </a:lnTo>
                  <a:lnTo>
                    <a:pt x="4" y="8"/>
                  </a:lnTo>
                  <a:lnTo>
                    <a:pt x="4" y="8"/>
                  </a:lnTo>
                  <a:lnTo>
                    <a:pt x="0" y="8"/>
                  </a:lnTo>
                  <a:lnTo>
                    <a:pt x="0" y="4"/>
                  </a:lnTo>
                  <a:lnTo>
                    <a:pt x="0" y="4"/>
                  </a:lnTo>
                  <a:lnTo>
                    <a:pt x="4" y="4"/>
                  </a:lnTo>
                  <a:lnTo>
                    <a:pt x="4" y="4"/>
                  </a:lnTo>
                  <a:lnTo>
                    <a:pt x="4" y="4"/>
                  </a:lnTo>
                  <a:lnTo>
                    <a:pt x="4" y="4"/>
                  </a:lnTo>
                  <a:lnTo>
                    <a:pt x="8" y="4"/>
                  </a:lnTo>
                  <a:lnTo>
                    <a:pt x="8" y="0"/>
                  </a:lnTo>
                  <a:lnTo>
                    <a:pt x="8" y="0"/>
                  </a:lnTo>
                  <a:lnTo>
                    <a:pt x="8" y="0"/>
                  </a:lnTo>
                  <a:lnTo>
                    <a:pt x="12" y="0"/>
                  </a:lnTo>
                  <a:lnTo>
                    <a:pt x="12" y="0"/>
                  </a:lnTo>
                  <a:lnTo>
                    <a:pt x="12" y="0"/>
                  </a:lnTo>
                  <a:lnTo>
                    <a:pt x="12" y="0"/>
                  </a:lnTo>
                  <a:lnTo>
                    <a:pt x="12" y="0"/>
                  </a:lnTo>
                  <a:lnTo>
                    <a:pt x="12" y="4"/>
                  </a:lnTo>
                  <a:lnTo>
                    <a:pt x="16" y="4"/>
                  </a:lnTo>
                  <a:lnTo>
                    <a:pt x="16" y="4"/>
                  </a:lnTo>
                  <a:lnTo>
                    <a:pt x="16" y="4"/>
                  </a:lnTo>
                  <a:lnTo>
                    <a:pt x="16" y="4"/>
                  </a:lnTo>
                  <a:lnTo>
                    <a:pt x="16" y="4"/>
                  </a:lnTo>
                  <a:lnTo>
                    <a:pt x="16" y="4"/>
                  </a:lnTo>
                  <a:lnTo>
                    <a:pt x="16" y="4"/>
                  </a:lnTo>
                  <a:lnTo>
                    <a:pt x="18" y="8"/>
                  </a:lnTo>
                  <a:lnTo>
                    <a:pt x="18" y="8"/>
                  </a:lnTo>
                  <a:lnTo>
                    <a:pt x="18" y="8"/>
                  </a:lnTo>
                  <a:lnTo>
                    <a:pt x="18" y="8"/>
                  </a:lnTo>
                  <a:lnTo>
                    <a:pt x="18" y="8"/>
                  </a:lnTo>
                  <a:lnTo>
                    <a:pt x="18" y="8"/>
                  </a:lnTo>
                  <a:lnTo>
                    <a:pt x="18" y="8"/>
                  </a:lnTo>
                  <a:lnTo>
                    <a:pt x="18" y="8"/>
                  </a:lnTo>
                  <a:lnTo>
                    <a:pt x="18" y="8"/>
                  </a:lnTo>
                  <a:lnTo>
                    <a:pt x="18" y="8"/>
                  </a:lnTo>
                  <a:lnTo>
                    <a:pt x="18" y="12"/>
                  </a:lnTo>
                  <a:lnTo>
                    <a:pt x="18" y="12"/>
                  </a:lnTo>
                  <a:lnTo>
                    <a:pt x="18" y="12"/>
                  </a:lnTo>
                  <a:lnTo>
                    <a:pt x="18" y="12"/>
                  </a:lnTo>
                  <a:lnTo>
                    <a:pt x="18" y="16"/>
                  </a:lnTo>
                  <a:lnTo>
                    <a:pt x="18" y="16"/>
                  </a:lnTo>
                  <a:lnTo>
                    <a:pt x="18" y="16"/>
                  </a:lnTo>
                  <a:lnTo>
                    <a:pt x="18" y="16"/>
                  </a:lnTo>
                  <a:lnTo>
                    <a:pt x="18" y="16"/>
                  </a:lnTo>
                  <a:lnTo>
                    <a:pt x="18" y="16"/>
                  </a:lnTo>
                  <a:lnTo>
                    <a:pt x="18" y="16"/>
                  </a:lnTo>
                  <a:lnTo>
                    <a:pt x="22" y="16"/>
                  </a:lnTo>
                  <a:lnTo>
                    <a:pt x="22" y="16"/>
                  </a:lnTo>
                  <a:lnTo>
                    <a:pt x="22" y="16"/>
                  </a:lnTo>
                  <a:lnTo>
                    <a:pt x="22" y="16"/>
                  </a:lnTo>
                  <a:lnTo>
                    <a:pt x="22" y="16"/>
                  </a:lnTo>
                  <a:lnTo>
                    <a:pt x="22" y="16"/>
                  </a:lnTo>
                  <a:lnTo>
                    <a:pt x="22" y="16"/>
                  </a:lnTo>
                  <a:lnTo>
                    <a:pt x="22" y="16"/>
                  </a:lnTo>
                  <a:lnTo>
                    <a:pt x="26" y="16"/>
                  </a:lnTo>
                  <a:lnTo>
                    <a:pt x="26" y="16"/>
                  </a:lnTo>
                  <a:lnTo>
                    <a:pt x="26" y="16"/>
                  </a:lnTo>
                  <a:lnTo>
                    <a:pt x="26" y="16"/>
                  </a:lnTo>
                  <a:lnTo>
                    <a:pt x="26" y="16"/>
                  </a:lnTo>
                  <a:lnTo>
                    <a:pt x="30" y="16"/>
                  </a:lnTo>
                  <a:lnTo>
                    <a:pt x="30" y="16"/>
                  </a:lnTo>
                  <a:lnTo>
                    <a:pt x="30" y="20"/>
                  </a:lnTo>
                  <a:lnTo>
                    <a:pt x="30" y="20"/>
                  </a:lnTo>
                  <a:lnTo>
                    <a:pt x="30" y="20"/>
                  </a:lnTo>
                  <a:lnTo>
                    <a:pt x="30" y="20"/>
                  </a:lnTo>
                  <a:lnTo>
                    <a:pt x="34" y="20"/>
                  </a:lnTo>
                  <a:lnTo>
                    <a:pt x="34" y="20"/>
                  </a:lnTo>
                  <a:lnTo>
                    <a:pt x="34" y="20"/>
                  </a:lnTo>
                  <a:lnTo>
                    <a:pt x="34" y="20"/>
                  </a:lnTo>
                  <a:lnTo>
                    <a:pt x="34" y="20"/>
                  </a:lnTo>
                  <a:lnTo>
                    <a:pt x="34" y="20"/>
                  </a:lnTo>
                  <a:lnTo>
                    <a:pt x="34" y="20"/>
                  </a:lnTo>
                  <a:lnTo>
                    <a:pt x="34" y="20"/>
                  </a:lnTo>
                  <a:lnTo>
                    <a:pt x="34" y="20"/>
                  </a:lnTo>
                  <a:lnTo>
                    <a:pt x="34" y="20"/>
                  </a:lnTo>
                  <a:lnTo>
                    <a:pt x="34" y="20"/>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2"/>
                  </a:lnTo>
                  <a:lnTo>
                    <a:pt x="34" y="26"/>
                  </a:lnTo>
                  <a:lnTo>
                    <a:pt x="30" y="26"/>
                  </a:lnTo>
                  <a:lnTo>
                    <a:pt x="30" y="26"/>
                  </a:lnTo>
                  <a:lnTo>
                    <a:pt x="30" y="26"/>
                  </a:lnTo>
                  <a:lnTo>
                    <a:pt x="30" y="26"/>
                  </a:lnTo>
                  <a:lnTo>
                    <a:pt x="30" y="26"/>
                  </a:lnTo>
                  <a:lnTo>
                    <a:pt x="30" y="26"/>
                  </a:lnTo>
                  <a:lnTo>
                    <a:pt x="30" y="26"/>
                  </a:lnTo>
                  <a:lnTo>
                    <a:pt x="30" y="26"/>
                  </a:lnTo>
                  <a:lnTo>
                    <a:pt x="26" y="26"/>
                  </a:lnTo>
                  <a:lnTo>
                    <a:pt x="26" y="26"/>
                  </a:lnTo>
                  <a:lnTo>
                    <a:pt x="26" y="26"/>
                  </a:lnTo>
                  <a:lnTo>
                    <a:pt x="26" y="26"/>
                  </a:lnTo>
                  <a:lnTo>
                    <a:pt x="26"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26"/>
                  </a:lnTo>
                  <a:lnTo>
                    <a:pt x="22" y="30"/>
                  </a:lnTo>
                  <a:lnTo>
                    <a:pt x="22" y="30"/>
                  </a:lnTo>
                  <a:lnTo>
                    <a:pt x="22" y="30"/>
                  </a:lnTo>
                  <a:lnTo>
                    <a:pt x="22" y="30"/>
                  </a:lnTo>
                  <a:lnTo>
                    <a:pt x="22" y="30"/>
                  </a:lnTo>
                  <a:lnTo>
                    <a:pt x="22" y="30"/>
                  </a:lnTo>
                  <a:lnTo>
                    <a:pt x="22" y="30"/>
                  </a:lnTo>
                  <a:lnTo>
                    <a:pt x="22" y="30"/>
                  </a:lnTo>
                  <a:lnTo>
                    <a:pt x="22" y="30"/>
                  </a:lnTo>
                  <a:lnTo>
                    <a:pt x="22" y="30"/>
                  </a:lnTo>
                  <a:lnTo>
                    <a:pt x="18" y="30"/>
                  </a:lnTo>
                  <a:lnTo>
                    <a:pt x="18" y="30"/>
                  </a:lnTo>
                  <a:lnTo>
                    <a:pt x="18" y="30"/>
                  </a:lnTo>
                  <a:lnTo>
                    <a:pt x="18" y="30"/>
                  </a:lnTo>
                  <a:lnTo>
                    <a:pt x="18" y="30"/>
                  </a:lnTo>
                  <a:lnTo>
                    <a:pt x="18" y="30"/>
                  </a:lnTo>
                  <a:lnTo>
                    <a:pt x="18" y="30"/>
                  </a:lnTo>
                  <a:lnTo>
                    <a:pt x="18" y="30"/>
                  </a:lnTo>
                  <a:lnTo>
                    <a:pt x="18" y="30"/>
                  </a:lnTo>
                  <a:lnTo>
                    <a:pt x="18" y="30"/>
                  </a:lnTo>
                  <a:lnTo>
                    <a:pt x="18" y="30"/>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8" y="34"/>
                  </a:lnTo>
                  <a:lnTo>
                    <a:pt x="16" y="34"/>
                  </a:lnTo>
                  <a:lnTo>
                    <a:pt x="16" y="34"/>
                  </a:lnTo>
                  <a:lnTo>
                    <a:pt x="16" y="34"/>
                  </a:lnTo>
                  <a:lnTo>
                    <a:pt x="16" y="34"/>
                  </a:lnTo>
                  <a:lnTo>
                    <a:pt x="16" y="34"/>
                  </a:lnTo>
                  <a:lnTo>
                    <a:pt x="16" y="34"/>
                  </a:lnTo>
                  <a:lnTo>
                    <a:pt x="16" y="30"/>
                  </a:lnTo>
                  <a:lnTo>
                    <a:pt x="16" y="30"/>
                  </a:lnTo>
                  <a:lnTo>
                    <a:pt x="16" y="30"/>
                  </a:lnTo>
                  <a:lnTo>
                    <a:pt x="16" y="30"/>
                  </a:lnTo>
                  <a:lnTo>
                    <a:pt x="16" y="26"/>
                  </a:lnTo>
                  <a:lnTo>
                    <a:pt x="12" y="26"/>
                  </a:lnTo>
                  <a:lnTo>
                    <a:pt x="12" y="22"/>
                  </a:lnTo>
                  <a:lnTo>
                    <a:pt x="12" y="22"/>
                  </a:lnTo>
                  <a:lnTo>
                    <a:pt x="12" y="22"/>
                  </a:lnTo>
                  <a:lnTo>
                    <a:pt x="12" y="22"/>
                  </a:lnTo>
                  <a:lnTo>
                    <a:pt x="8" y="22"/>
                  </a:lnTo>
                  <a:lnTo>
                    <a:pt x="8" y="20"/>
                  </a:lnTo>
                  <a:lnTo>
                    <a:pt x="8" y="20"/>
                  </a:lnTo>
                  <a:lnTo>
                    <a:pt x="8" y="20"/>
                  </a:lnTo>
                  <a:lnTo>
                    <a:pt x="8" y="20"/>
                  </a:lnTo>
                  <a:lnTo>
                    <a:pt x="8" y="20"/>
                  </a:lnTo>
                  <a:lnTo>
                    <a:pt x="8" y="20"/>
                  </a:lnTo>
                  <a:lnTo>
                    <a:pt x="8" y="20"/>
                  </a:lnTo>
                  <a:lnTo>
                    <a:pt x="8" y="20"/>
                  </a:lnTo>
                  <a:lnTo>
                    <a:pt x="8" y="20"/>
                  </a:lnTo>
                  <a:lnTo>
                    <a:pt x="8" y="16"/>
                  </a:lnTo>
                  <a:lnTo>
                    <a:pt x="8" y="12"/>
                  </a:lnTo>
                  <a:lnTo>
                    <a:pt x="8" y="12"/>
                  </a:lnTo>
                  <a:lnTo>
                    <a:pt x="8" y="12"/>
                  </a:lnTo>
                  <a:lnTo>
                    <a:pt x="8"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7" name="Freeform 218"/>
            <p:cNvSpPr>
              <a:spLocks noChangeAspect="1"/>
            </p:cNvSpPr>
            <p:nvPr/>
          </p:nvSpPr>
          <p:spPr bwMode="gray">
            <a:xfrm>
              <a:off x="5579135" y="4512746"/>
              <a:ext cx="76528" cy="97399"/>
            </a:xfrm>
            <a:custGeom>
              <a:avLst/>
              <a:gdLst>
                <a:gd name="T0" fmla="*/ 24 w 44"/>
                <a:gd name="T1" fmla="*/ 0 h 56"/>
                <a:gd name="T2" fmla="*/ 28 w 44"/>
                <a:gd name="T3" fmla="*/ 0 h 56"/>
                <a:gd name="T4" fmla="*/ 32 w 44"/>
                <a:gd name="T5" fmla="*/ 4 h 56"/>
                <a:gd name="T6" fmla="*/ 32 w 44"/>
                <a:gd name="T7" fmla="*/ 4 h 56"/>
                <a:gd name="T8" fmla="*/ 36 w 44"/>
                <a:gd name="T9" fmla="*/ 6 h 56"/>
                <a:gd name="T10" fmla="*/ 36 w 44"/>
                <a:gd name="T11" fmla="*/ 6 h 56"/>
                <a:gd name="T12" fmla="*/ 40 w 44"/>
                <a:gd name="T13" fmla="*/ 10 h 56"/>
                <a:gd name="T14" fmla="*/ 36 w 44"/>
                <a:gd name="T15" fmla="*/ 6 h 56"/>
                <a:gd name="T16" fmla="*/ 44 w 44"/>
                <a:gd name="T17" fmla="*/ 6 h 56"/>
                <a:gd name="T18" fmla="*/ 40 w 44"/>
                <a:gd name="T19" fmla="*/ 10 h 56"/>
                <a:gd name="T20" fmla="*/ 36 w 44"/>
                <a:gd name="T21" fmla="*/ 14 h 56"/>
                <a:gd name="T22" fmla="*/ 32 w 44"/>
                <a:gd name="T23" fmla="*/ 14 h 56"/>
                <a:gd name="T24" fmla="*/ 36 w 44"/>
                <a:gd name="T25" fmla="*/ 22 h 56"/>
                <a:gd name="T26" fmla="*/ 32 w 44"/>
                <a:gd name="T27" fmla="*/ 26 h 56"/>
                <a:gd name="T28" fmla="*/ 32 w 44"/>
                <a:gd name="T29" fmla="*/ 30 h 56"/>
                <a:gd name="T30" fmla="*/ 28 w 44"/>
                <a:gd name="T31" fmla="*/ 30 h 56"/>
                <a:gd name="T32" fmla="*/ 28 w 44"/>
                <a:gd name="T33" fmla="*/ 36 h 56"/>
                <a:gd name="T34" fmla="*/ 22 w 44"/>
                <a:gd name="T35" fmla="*/ 36 h 56"/>
                <a:gd name="T36" fmla="*/ 24 w 44"/>
                <a:gd name="T37" fmla="*/ 40 h 56"/>
                <a:gd name="T38" fmla="*/ 24 w 44"/>
                <a:gd name="T39" fmla="*/ 40 h 56"/>
                <a:gd name="T40" fmla="*/ 28 w 44"/>
                <a:gd name="T41" fmla="*/ 40 h 56"/>
                <a:gd name="T42" fmla="*/ 24 w 44"/>
                <a:gd name="T43" fmla="*/ 44 h 56"/>
                <a:gd name="T44" fmla="*/ 22 w 44"/>
                <a:gd name="T45" fmla="*/ 48 h 56"/>
                <a:gd name="T46" fmla="*/ 18 w 44"/>
                <a:gd name="T47" fmla="*/ 44 h 56"/>
                <a:gd name="T48" fmla="*/ 18 w 44"/>
                <a:gd name="T49" fmla="*/ 52 h 56"/>
                <a:gd name="T50" fmla="*/ 14 w 44"/>
                <a:gd name="T51" fmla="*/ 56 h 56"/>
                <a:gd name="T52" fmla="*/ 18 w 44"/>
                <a:gd name="T53" fmla="*/ 52 h 56"/>
                <a:gd name="T54" fmla="*/ 14 w 44"/>
                <a:gd name="T55" fmla="*/ 48 h 56"/>
                <a:gd name="T56" fmla="*/ 14 w 44"/>
                <a:gd name="T57" fmla="*/ 48 h 56"/>
                <a:gd name="T58" fmla="*/ 10 w 44"/>
                <a:gd name="T59" fmla="*/ 44 h 56"/>
                <a:gd name="T60" fmla="*/ 6 w 44"/>
                <a:gd name="T61" fmla="*/ 48 h 56"/>
                <a:gd name="T62" fmla="*/ 2 w 44"/>
                <a:gd name="T63" fmla="*/ 52 h 56"/>
                <a:gd name="T64" fmla="*/ 2 w 44"/>
                <a:gd name="T65" fmla="*/ 48 h 56"/>
                <a:gd name="T66" fmla="*/ 0 w 44"/>
                <a:gd name="T67" fmla="*/ 44 h 56"/>
                <a:gd name="T68" fmla="*/ 0 w 44"/>
                <a:gd name="T69" fmla="*/ 36 h 56"/>
                <a:gd name="T70" fmla="*/ 0 w 44"/>
                <a:gd name="T71" fmla="*/ 30 h 56"/>
                <a:gd name="T72" fmla="*/ 2 w 44"/>
                <a:gd name="T73" fmla="*/ 26 h 56"/>
                <a:gd name="T74" fmla="*/ 0 w 44"/>
                <a:gd name="T75" fmla="*/ 18 h 56"/>
                <a:gd name="T76" fmla="*/ 2 w 44"/>
                <a:gd name="T77" fmla="*/ 10 h 56"/>
                <a:gd name="T78" fmla="*/ 6 w 44"/>
                <a:gd name="T79" fmla="*/ 6 h 56"/>
                <a:gd name="T80" fmla="*/ 10 w 44"/>
                <a:gd name="T81" fmla="*/ 4 h 56"/>
                <a:gd name="T82" fmla="*/ 14 w 44"/>
                <a:gd name="T83" fmla="*/ 0 h 56"/>
                <a:gd name="T84" fmla="*/ 18 w 44"/>
                <a:gd name="T85" fmla="*/ 4 h 56"/>
                <a:gd name="T86" fmla="*/ 22 w 44"/>
                <a:gd name="T87" fmla="*/ 0 h 56"/>
                <a:gd name="T88" fmla="*/ 22 w 44"/>
                <a:gd name="T89"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4" h="56">
                  <a:moveTo>
                    <a:pt x="22" y="0"/>
                  </a:moveTo>
                  <a:lnTo>
                    <a:pt x="24" y="0"/>
                  </a:lnTo>
                  <a:lnTo>
                    <a:pt x="24" y="4"/>
                  </a:lnTo>
                  <a:lnTo>
                    <a:pt x="28" y="0"/>
                  </a:lnTo>
                  <a:lnTo>
                    <a:pt x="28" y="4"/>
                  </a:lnTo>
                  <a:lnTo>
                    <a:pt x="32" y="4"/>
                  </a:lnTo>
                  <a:lnTo>
                    <a:pt x="32" y="0"/>
                  </a:lnTo>
                  <a:lnTo>
                    <a:pt x="32" y="4"/>
                  </a:lnTo>
                  <a:lnTo>
                    <a:pt x="32" y="6"/>
                  </a:lnTo>
                  <a:lnTo>
                    <a:pt x="36" y="6"/>
                  </a:lnTo>
                  <a:lnTo>
                    <a:pt x="32" y="6"/>
                  </a:lnTo>
                  <a:lnTo>
                    <a:pt x="36" y="6"/>
                  </a:lnTo>
                  <a:lnTo>
                    <a:pt x="36" y="10"/>
                  </a:lnTo>
                  <a:lnTo>
                    <a:pt x="40" y="10"/>
                  </a:lnTo>
                  <a:lnTo>
                    <a:pt x="36" y="10"/>
                  </a:lnTo>
                  <a:lnTo>
                    <a:pt x="36" y="6"/>
                  </a:lnTo>
                  <a:lnTo>
                    <a:pt x="40" y="6"/>
                  </a:lnTo>
                  <a:lnTo>
                    <a:pt x="44" y="6"/>
                  </a:lnTo>
                  <a:lnTo>
                    <a:pt x="44" y="10"/>
                  </a:lnTo>
                  <a:lnTo>
                    <a:pt x="40" y="10"/>
                  </a:lnTo>
                  <a:lnTo>
                    <a:pt x="40" y="14"/>
                  </a:lnTo>
                  <a:lnTo>
                    <a:pt x="36" y="14"/>
                  </a:lnTo>
                  <a:lnTo>
                    <a:pt x="36" y="10"/>
                  </a:lnTo>
                  <a:lnTo>
                    <a:pt x="32" y="14"/>
                  </a:lnTo>
                  <a:lnTo>
                    <a:pt x="32" y="18"/>
                  </a:lnTo>
                  <a:lnTo>
                    <a:pt x="36" y="22"/>
                  </a:lnTo>
                  <a:lnTo>
                    <a:pt x="32" y="22"/>
                  </a:lnTo>
                  <a:lnTo>
                    <a:pt x="32" y="26"/>
                  </a:lnTo>
                  <a:lnTo>
                    <a:pt x="28" y="30"/>
                  </a:lnTo>
                  <a:lnTo>
                    <a:pt x="32" y="30"/>
                  </a:lnTo>
                  <a:lnTo>
                    <a:pt x="32" y="32"/>
                  </a:lnTo>
                  <a:lnTo>
                    <a:pt x="28" y="30"/>
                  </a:lnTo>
                  <a:lnTo>
                    <a:pt x="28" y="32"/>
                  </a:lnTo>
                  <a:lnTo>
                    <a:pt x="28" y="36"/>
                  </a:lnTo>
                  <a:lnTo>
                    <a:pt x="24" y="36"/>
                  </a:lnTo>
                  <a:lnTo>
                    <a:pt x="22" y="36"/>
                  </a:lnTo>
                  <a:lnTo>
                    <a:pt x="24" y="36"/>
                  </a:lnTo>
                  <a:lnTo>
                    <a:pt x="24" y="40"/>
                  </a:lnTo>
                  <a:lnTo>
                    <a:pt x="22" y="40"/>
                  </a:lnTo>
                  <a:lnTo>
                    <a:pt x="24" y="40"/>
                  </a:lnTo>
                  <a:lnTo>
                    <a:pt x="28" y="44"/>
                  </a:lnTo>
                  <a:lnTo>
                    <a:pt x="28" y="40"/>
                  </a:lnTo>
                  <a:lnTo>
                    <a:pt x="28" y="44"/>
                  </a:lnTo>
                  <a:lnTo>
                    <a:pt x="24" y="44"/>
                  </a:lnTo>
                  <a:lnTo>
                    <a:pt x="24" y="48"/>
                  </a:lnTo>
                  <a:lnTo>
                    <a:pt x="22" y="48"/>
                  </a:lnTo>
                  <a:lnTo>
                    <a:pt x="22" y="44"/>
                  </a:lnTo>
                  <a:lnTo>
                    <a:pt x="18" y="44"/>
                  </a:lnTo>
                  <a:lnTo>
                    <a:pt x="18" y="48"/>
                  </a:lnTo>
                  <a:lnTo>
                    <a:pt x="18" y="52"/>
                  </a:lnTo>
                  <a:lnTo>
                    <a:pt x="18" y="56"/>
                  </a:lnTo>
                  <a:lnTo>
                    <a:pt x="14" y="56"/>
                  </a:lnTo>
                  <a:lnTo>
                    <a:pt x="18" y="56"/>
                  </a:lnTo>
                  <a:lnTo>
                    <a:pt x="18" y="52"/>
                  </a:lnTo>
                  <a:lnTo>
                    <a:pt x="18" y="48"/>
                  </a:lnTo>
                  <a:lnTo>
                    <a:pt x="14" y="48"/>
                  </a:lnTo>
                  <a:lnTo>
                    <a:pt x="14" y="44"/>
                  </a:lnTo>
                  <a:lnTo>
                    <a:pt x="14" y="48"/>
                  </a:lnTo>
                  <a:lnTo>
                    <a:pt x="10" y="48"/>
                  </a:lnTo>
                  <a:lnTo>
                    <a:pt x="10" y="44"/>
                  </a:lnTo>
                  <a:lnTo>
                    <a:pt x="6" y="44"/>
                  </a:lnTo>
                  <a:lnTo>
                    <a:pt x="6" y="48"/>
                  </a:lnTo>
                  <a:lnTo>
                    <a:pt x="2" y="48"/>
                  </a:lnTo>
                  <a:lnTo>
                    <a:pt x="2" y="52"/>
                  </a:lnTo>
                  <a:lnTo>
                    <a:pt x="0" y="48"/>
                  </a:lnTo>
                  <a:lnTo>
                    <a:pt x="2" y="48"/>
                  </a:lnTo>
                  <a:lnTo>
                    <a:pt x="2" y="44"/>
                  </a:lnTo>
                  <a:lnTo>
                    <a:pt x="0" y="44"/>
                  </a:lnTo>
                  <a:lnTo>
                    <a:pt x="0" y="40"/>
                  </a:lnTo>
                  <a:lnTo>
                    <a:pt x="0" y="36"/>
                  </a:lnTo>
                  <a:lnTo>
                    <a:pt x="0" y="32"/>
                  </a:lnTo>
                  <a:lnTo>
                    <a:pt x="0" y="30"/>
                  </a:lnTo>
                  <a:lnTo>
                    <a:pt x="2" y="30"/>
                  </a:lnTo>
                  <a:lnTo>
                    <a:pt x="2" y="26"/>
                  </a:lnTo>
                  <a:lnTo>
                    <a:pt x="2" y="22"/>
                  </a:lnTo>
                  <a:lnTo>
                    <a:pt x="0" y="18"/>
                  </a:lnTo>
                  <a:lnTo>
                    <a:pt x="2" y="14"/>
                  </a:lnTo>
                  <a:lnTo>
                    <a:pt x="2" y="10"/>
                  </a:lnTo>
                  <a:lnTo>
                    <a:pt x="2" y="6"/>
                  </a:lnTo>
                  <a:lnTo>
                    <a:pt x="6" y="6"/>
                  </a:lnTo>
                  <a:lnTo>
                    <a:pt x="10" y="6"/>
                  </a:lnTo>
                  <a:lnTo>
                    <a:pt x="10" y="4"/>
                  </a:lnTo>
                  <a:lnTo>
                    <a:pt x="14" y="4"/>
                  </a:lnTo>
                  <a:lnTo>
                    <a:pt x="14" y="0"/>
                  </a:lnTo>
                  <a:lnTo>
                    <a:pt x="14" y="4"/>
                  </a:lnTo>
                  <a:lnTo>
                    <a:pt x="18" y="4"/>
                  </a:lnTo>
                  <a:lnTo>
                    <a:pt x="22" y="4"/>
                  </a:lnTo>
                  <a:lnTo>
                    <a:pt x="22" y="0"/>
                  </a:lnTo>
                  <a:lnTo>
                    <a:pt x="22" y="0"/>
                  </a:lnTo>
                  <a:lnTo>
                    <a:pt x="2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8" name="Freeform 219"/>
            <p:cNvSpPr>
              <a:spLocks noChangeAspect="1"/>
            </p:cNvSpPr>
            <p:nvPr/>
          </p:nvSpPr>
          <p:spPr bwMode="gray">
            <a:xfrm>
              <a:off x="5530437" y="2481291"/>
              <a:ext cx="80006" cy="76527"/>
            </a:xfrm>
            <a:custGeom>
              <a:avLst/>
              <a:gdLst>
                <a:gd name="T0" fmla="*/ 18 w 46"/>
                <a:gd name="T1" fmla="*/ 40 h 44"/>
                <a:gd name="T2" fmla="*/ 18 w 46"/>
                <a:gd name="T3" fmla="*/ 40 h 44"/>
                <a:gd name="T4" fmla="*/ 18 w 46"/>
                <a:gd name="T5" fmla="*/ 36 h 44"/>
                <a:gd name="T6" fmla="*/ 16 w 46"/>
                <a:gd name="T7" fmla="*/ 32 h 44"/>
                <a:gd name="T8" fmla="*/ 16 w 46"/>
                <a:gd name="T9" fmla="*/ 32 h 44"/>
                <a:gd name="T10" fmla="*/ 12 w 46"/>
                <a:gd name="T11" fmla="*/ 30 h 44"/>
                <a:gd name="T12" fmla="*/ 12 w 46"/>
                <a:gd name="T13" fmla="*/ 26 h 44"/>
                <a:gd name="T14" fmla="*/ 12 w 46"/>
                <a:gd name="T15" fmla="*/ 26 h 44"/>
                <a:gd name="T16" fmla="*/ 8 w 46"/>
                <a:gd name="T17" fmla="*/ 18 h 44"/>
                <a:gd name="T18" fmla="*/ 4 w 46"/>
                <a:gd name="T19" fmla="*/ 14 h 44"/>
                <a:gd name="T20" fmla="*/ 0 w 46"/>
                <a:gd name="T21" fmla="*/ 14 h 44"/>
                <a:gd name="T22" fmla="*/ 4 w 46"/>
                <a:gd name="T23" fmla="*/ 14 h 44"/>
                <a:gd name="T24" fmla="*/ 4 w 46"/>
                <a:gd name="T25" fmla="*/ 14 h 44"/>
                <a:gd name="T26" fmla="*/ 0 w 46"/>
                <a:gd name="T27" fmla="*/ 14 h 44"/>
                <a:gd name="T28" fmla="*/ 4 w 46"/>
                <a:gd name="T29" fmla="*/ 10 h 44"/>
                <a:gd name="T30" fmla="*/ 8 w 46"/>
                <a:gd name="T31" fmla="*/ 10 h 44"/>
                <a:gd name="T32" fmla="*/ 8 w 46"/>
                <a:gd name="T33" fmla="*/ 10 h 44"/>
                <a:gd name="T34" fmla="*/ 8 w 46"/>
                <a:gd name="T35" fmla="*/ 6 h 44"/>
                <a:gd name="T36" fmla="*/ 12 w 46"/>
                <a:gd name="T37" fmla="*/ 6 h 44"/>
                <a:gd name="T38" fmla="*/ 16 w 46"/>
                <a:gd name="T39" fmla="*/ 2 h 44"/>
                <a:gd name="T40" fmla="*/ 16 w 46"/>
                <a:gd name="T41" fmla="*/ 2 h 44"/>
                <a:gd name="T42" fmla="*/ 18 w 46"/>
                <a:gd name="T43" fmla="*/ 2 h 44"/>
                <a:gd name="T44" fmla="*/ 18 w 46"/>
                <a:gd name="T45" fmla="*/ 2 h 44"/>
                <a:gd name="T46" fmla="*/ 18 w 46"/>
                <a:gd name="T47" fmla="*/ 2 h 44"/>
                <a:gd name="T48" fmla="*/ 18 w 46"/>
                <a:gd name="T49" fmla="*/ 6 h 44"/>
                <a:gd name="T50" fmla="*/ 18 w 46"/>
                <a:gd name="T51" fmla="*/ 2 h 44"/>
                <a:gd name="T52" fmla="*/ 22 w 46"/>
                <a:gd name="T53" fmla="*/ 2 h 44"/>
                <a:gd name="T54" fmla="*/ 26 w 46"/>
                <a:gd name="T55" fmla="*/ 6 h 44"/>
                <a:gd name="T56" fmla="*/ 26 w 46"/>
                <a:gd name="T57" fmla="*/ 10 h 44"/>
                <a:gd name="T58" fmla="*/ 26 w 46"/>
                <a:gd name="T59" fmla="*/ 10 h 44"/>
                <a:gd name="T60" fmla="*/ 30 w 46"/>
                <a:gd name="T61" fmla="*/ 14 h 44"/>
                <a:gd name="T62" fmla="*/ 38 w 46"/>
                <a:gd name="T63" fmla="*/ 14 h 44"/>
                <a:gd name="T64" fmla="*/ 42 w 46"/>
                <a:gd name="T65" fmla="*/ 18 h 44"/>
                <a:gd name="T66" fmla="*/ 42 w 46"/>
                <a:gd name="T67" fmla="*/ 18 h 44"/>
                <a:gd name="T68" fmla="*/ 42 w 46"/>
                <a:gd name="T69" fmla="*/ 22 h 44"/>
                <a:gd name="T70" fmla="*/ 46 w 46"/>
                <a:gd name="T71" fmla="*/ 22 h 44"/>
                <a:gd name="T72" fmla="*/ 42 w 46"/>
                <a:gd name="T73" fmla="*/ 26 h 44"/>
                <a:gd name="T74" fmla="*/ 46 w 46"/>
                <a:gd name="T75" fmla="*/ 26 h 44"/>
                <a:gd name="T76" fmla="*/ 46 w 46"/>
                <a:gd name="T77" fmla="*/ 30 h 44"/>
                <a:gd name="T78" fmla="*/ 46 w 46"/>
                <a:gd name="T79" fmla="*/ 30 h 44"/>
                <a:gd name="T80" fmla="*/ 42 w 46"/>
                <a:gd name="T81" fmla="*/ 30 h 44"/>
                <a:gd name="T82" fmla="*/ 42 w 46"/>
                <a:gd name="T83" fmla="*/ 30 h 44"/>
                <a:gd name="T84" fmla="*/ 42 w 46"/>
                <a:gd name="T85" fmla="*/ 32 h 44"/>
                <a:gd name="T86" fmla="*/ 42 w 46"/>
                <a:gd name="T87" fmla="*/ 32 h 44"/>
                <a:gd name="T88" fmla="*/ 42 w 46"/>
                <a:gd name="T89" fmla="*/ 36 h 44"/>
                <a:gd name="T90" fmla="*/ 38 w 46"/>
                <a:gd name="T91" fmla="*/ 40 h 44"/>
                <a:gd name="T92" fmla="*/ 34 w 46"/>
                <a:gd name="T93" fmla="*/ 36 h 44"/>
                <a:gd name="T94" fmla="*/ 34 w 46"/>
                <a:gd name="T95" fmla="*/ 36 h 44"/>
                <a:gd name="T96" fmla="*/ 26 w 46"/>
                <a:gd name="T97" fmla="*/ 36 h 44"/>
                <a:gd name="T98" fmla="*/ 26 w 46"/>
                <a:gd name="T99" fmla="*/ 40 h 44"/>
                <a:gd name="T100" fmla="*/ 26 w 46"/>
                <a:gd name="T101" fmla="*/ 40 h 44"/>
                <a:gd name="T102" fmla="*/ 26 w 46"/>
                <a:gd name="T103" fmla="*/ 44 h 44"/>
                <a:gd name="T104" fmla="*/ 22 w 46"/>
                <a:gd name="T105" fmla="*/ 44 h 44"/>
                <a:gd name="T106" fmla="*/ 18 w 46"/>
                <a:gd name="T107" fmla="*/ 44 h 44"/>
                <a:gd name="T108" fmla="*/ 18 w 46"/>
                <a:gd name="T109"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6" h="44">
                  <a:moveTo>
                    <a:pt x="18" y="44"/>
                  </a:moveTo>
                  <a:lnTo>
                    <a:pt x="18" y="44"/>
                  </a:lnTo>
                  <a:lnTo>
                    <a:pt x="18" y="44"/>
                  </a:lnTo>
                  <a:lnTo>
                    <a:pt x="18" y="40"/>
                  </a:lnTo>
                  <a:lnTo>
                    <a:pt x="18" y="40"/>
                  </a:lnTo>
                  <a:lnTo>
                    <a:pt x="18" y="40"/>
                  </a:lnTo>
                  <a:lnTo>
                    <a:pt x="18" y="40"/>
                  </a:lnTo>
                  <a:lnTo>
                    <a:pt x="18" y="40"/>
                  </a:lnTo>
                  <a:lnTo>
                    <a:pt x="18" y="36"/>
                  </a:lnTo>
                  <a:lnTo>
                    <a:pt x="18" y="36"/>
                  </a:lnTo>
                  <a:lnTo>
                    <a:pt x="18" y="36"/>
                  </a:lnTo>
                  <a:lnTo>
                    <a:pt x="18" y="36"/>
                  </a:lnTo>
                  <a:lnTo>
                    <a:pt x="18" y="36"/>
                  </a:lnTo>
                  <a:lnTo>
                    <a:pt x="18" y="36"/>
                  </a:lnTo>
                  <a:lnTo>
                    <a:pt x="18" y="36"/>
                  </a:lnTo>
                  <a:lnTo>
                    <a:pt x="16" y="32"/>
                  </a:lnTo>
                  <a:lnTo>
                    <a:pt x="16" y="32"/>
                  </a:lnTo>
                  <a:lnTo>
                    <a:pt x="16" y="32"/>
                  </a:lnTo>
                  <a:lnTo>
                    <a:pt x="16" y="32"/>
                  </a:lnTo>
                  <a:lnTo>
                    <a:pt x="16" y="32"/>
                  </a:lnTo>
                  <a:lnTo>
                    <a:pt x="16" y="30"/>
                  </a:lnTo>
                  <a:lnTo>
                    <a:pt x="12" y="30"/>
                  </a:lnTo>
                  <a:lnTo>
                    <a:pt x="12" y="30"/>
                  </a:lnTo>
                  <a:lnTo>
                    <a:pt x="12" y="30"/>
                  </a:lnTo>
                  <a:lnTo>
                    <a:pt x="12" y="30"/>
                  </a:lnTo>
                  <a:lnTo>
                    <a:pt x="12" y="30"/>
                  </a:lnTo>
                  <a:lnTo>
                    <a:pt x="12" y="26"/>
                  </a:lnTo>
                  <a:lnTo>
                    <a:pt x="12" y="26"/>
                  </a:lnTo>
                  <a:lnTo>
                    <a:pt x="12" y="26"/>
                  </a:lnTo>
                  <a:lnTo>
                    <a:pt x="12" y="26"/>
                  </a:lnTo>
                  <a:lnTo>
                    <a:pt x="12" y="26"/>
                  </a:lnTo>
                  <a:lnTo>
                    <a:pt x="12" y="26"/>
                  </a:lnTo>
                  <a:lnTo>
                    <a:pt x="12" y="22"/>
                  </a:lnTo>
                  <a:lnTo>
                    <a:pt x="12" y="22"/>
                  </a:lnTo>
                  <a:lnTo>
                    <a:pt x="8" y="22"/>
                  </a:lnTo>
                  <a:lnTo>
                    <a:pt x="8" y="18"/>
                  </a:lnTo>
                  <a:lnTo>
                    <a:pt x="4" y="18"/>
                  </a:lnTo>
                  <a:lnTo>
                    <a:pt x="4" y="18"/>
                  </a:lnTo>
                  <a:lnTo>
                    <a:pt x="4" y="14"/>
                  </a:lnTo>
                  <a:lnTo>
                    <a:pt x="4" y="14"/>
                  </a:lnTo>
                  <a:lnTo>
                    <a:pt x="0" y="14"/>
                  </a:lnTo>
                  <a:lnTo>
                    <a:pt x="0" y="14"/>
                  </a:lnTo>
                  <a:lnTo>
                    <a:pt x="0" y="14"/>
                  </a:lnTo>
                  <a:lnTo>
                    <a:pt x="0" y="14"/>
                  </a:lnTo>
                  <a:lnTo>
                    <a:pt x="0" y="14"/>
                  </a:lnTo>
                  <a:lnTo>
                    <a:pt x="4" y="14"/>
                  </a:lnTo>
                  <a:lnTo>
                    <a:pt x="4" y="14"/>
                  </a:lnTo>
                  <a:lnTo>
                    <a:pt x="4" y="14"/>
                  </a:lnTo>
                  <a:lnTo>
                    <a:pt x="4" y="14"/>
                  </a:lnTo>
                  <a:lnTo>
                    <a:pt x="4" y="14"/>
                  </a:lnTo>
                  <a:lnTo>
                    <a:pt x="4" y="14"/>
                  </a:lnTo>
                  <a:lnTo>
                    <a:pt x="4" y="14"/>
                  </a:lnTo>
                  <a:lnTo>
                    <a:pt x="4" y="14"/>
                  </a:lnTo>
                  <a:lnTo>
                    <a:pt x="4" y="14"/>
                  </a:lnTo>
                  <a:lnTo>
                    <a:pt x="0" y="14"/>
                  </a:lnTo>
                  <a:lnTo>
                    <a:pt x="0" y="14"/>
                  </a:lnTo>
                  <a:lnTo>
                    <a:pt x="0" y="14"/>
                  </a:lnTo>
                  <a:lnTo>
                    <a:pt x="0" y="10"/>
                  </a:lnTo>
                  <a:lnTo>
                    <a:pt x="0" y="10"/>
                  </a:lnTo>
                  <a:lnTo>
                    <a:pt x="4" y="10"/>
                  </a:lnTo>
                  <a:lnTo>
                    <a:pt x="4" y="14"/>
                  </a:lnTo>
                  <a:lnTo>
                    <a:pt x="4" y="14"/>
                  </a:lnTo>
                  <a:lnTo>
                    <a:pt x="8" y="10"/>
                  </a:lnTo>
                  <a:lnTo>
                    <a:pt x="8" y="10"/>
                  </a:lnTo>
                  <a:lnTo>
                    <a:pt x="8" y="10"/>
                  </a:lnTo>
                  <a:lnTo>
                    <a:pt x="8" y="10"/>
                  </a:lnTo>
                  <a:lnTo>
                    <a:pt x="8" y="10"/>
                  </a:lnTo>
                  <a:lnTo>
                    <a:pt x="8" y="10"/>
                  </a:lnTo>
                  <a:lnTo>
                    <a:pt x="8" y="10"/>
                  </a:lnTo>
                  <a:lnTo>
                    <a:pt x="8" y="6"/>
                  </a:lnTo>
                  <a:lnTo>
                    <a:pt x="8" y="6"/>
                  </a:lnTo>
                  <a:lnTo>
                    <a:pt x="8" y="6"/>
                  </a:lnTo>
                  <a:lnTo>
                    <a:pt x="8" y="6"/>
                  </a:lnTo>
                  <a:lnTo>
                    <a:pt x="8" y="6"/>
                  </a:lnTo>
                  <a:lnTo>
                    <a:pt x="12" y="6"/>
                  </a:lnTo>
                  <a:lnTo>
                    <a:pt x="12" y="6"/>
                  </a:lnTo>
                  <a:lnTo>
                    <a:pt x="12" y="6"/>
                  </a:lnTo>
                  <a:lnTo>
                    <a:pt x="12" y="6"/>
                  </a:lnTo>
                  <a:lnTo>
                    <a:pt x="12" y="6"/>
                  </a:lnTo>
                  <a:lnTo>
                    <a:pt x="16" y="2"/>
                  </a:lnTo>
                  <a:lnTo>
                    <a:pt x="16" y="2"/>
                  </a:lnTo>
                  <a:lnTo>
                    <a:pt x="16" y="0"/>
                  </a:lnTo>
                  <a:lnTo>
                    <a:pt x="16" y="0"/>
                  </a:lnTo>
                  <a:lnTo>
                    <a:pt x="16" y="2"/>
                  </a:lnTo>
                  <a:lnTo>
                    <a:pt x="16" y="2"/>
                  </a:lnTo>
                  <a:lnTo>
                    <a:pt x="16" y="2"/>
                  </a:lnTo>
                  <a:lnTo>
                    <a:pt x="16" y="2"/>
                  </a:lnTo>
                  <a:lnTo>
                    <a:pt x="18" y="2"/>
                  </a:lnTo>
                  <a:lnTo>
                    <a:pt x="18" y="2"/>
                  </a:lnTo>
                  <a:lnTo>
                    <a:pt x="18" y="2"/>
                  </a:lnTo>
                  <a:lnTo>
                    <a:pt x="18" y="2"/>
                  </a:lnTo>
                  <a:lnTo>
                    <a:pt x="18" y="2"/>
                  </a:lnTo>
                  <a:lnTo>
                    <a:pt x="18" y="2"/>
                  </a:lnTo>
                  <a:lnTo>
                    <a:pt x="18" y="2"/>
                  </a:lnTo>
                  <a:lnTo>
                    <a:pt x="18" y="2"/>
                  </a:lnTo>
                  <a:lnTo>
                    <a:pt x="18" y="2"/>
                  </a:lnTo>
                  <a:lnTo>
                    <a:pt x="18" y="2"/>
                  </a:lnTo>
                  <a:lnTo>
                    <a:pt x="18" y="6"/>
                  </a:lnTo>
                  <a:lnTo>
                    <a:pt x="18" y="6"/>
                  </a:lnTo>
                  <a:lnTo>
                    <a:pt x="18" y="6"/>
                  </a:lnTo>
                  <a:lnTo>
                    <a:pt x="18" y="2"/>
                  </a:lnTo>
                  <a:lnTo>
                    <a:pt x="18" y="2"/>
                  </a:lnTo>
                  <a:lnTo>
                    <a:pt x="18" y="2"/>
                  </a:lnTo>
                  <a:lnTo>
                    <a:pt x="18" y="2"/>
                  </a:lnTo>
                  <a:lnTo>
                    <a:pt x="22" y="2"/>
                  </a:lnTo>
                  <a:lnTo>
                    <a:pt x="22" y="2"/>
                  </a:lnTo>
                  <a:lnTo>
                    <a:pt x="22" y="2"/>
                  </a:lnTo>
                  <a:lnTo>
                    <a:pt x="22" y="2"/>
                  </a:lnTo>
                  <a:lnTo>
                    <a:pt x="22" y="6"/>
                  </a:lnTo>
                  <a:lnTo>
                    <a:pt x="26" y="6"/>
                  </a:lnTo>
                  <a:lnTo>
                    <a:pt x="26" y="6"/>
                  </a:lnTo>
                  <a:lnTo>
                    <a:pt x="26" y="6"/>
                  </a:lnTo>
                  <a:lnTo>
                    <a:pt x="26" y="6"/>
                  </a:lnTo>
                  <a:lnTo>
                    <a:pt x="26" y="6"/>
                  </a:lnTo>
                  <a:lnTo>
                    <a:pt x="26" y="10"/>
                  </a:lnTo>
                  <a:lnTo>
                    <a:pt x="26" y="10"/>
                  </a:lnTo>
                  <a:lnTo>
                    <a:pt x="26" y="10"/>
                  </a:lnTo>
                  <a:lnTo>
                    <a:pt x="26" y="10"/>
                  </a:lnTo>
                  <a:lnTo>
                    <a:pt x="26" y="10"/>
                  </a:lnTo>
                  <a:lnTo>
                    <a:pt x="26" y="10"/>
                  </a:lnTo>
                  <a:lnTo>
                    <a:pt x="26" y="10"/>
                  </a:lnTo>
                  <a:lnTo>
                    <a:pt x="30" y="10"/>
                  </a:lnTo>
                  <a:lnTo>
                    <a:pt x="30" y="10"/>
                  </a:lnTo>
                  <a:lnTo>
                    <a:pt x="30" y="14"/>
                  </a:lnTo>
                  <a:lnTo>
                    <a:pt x="34" y="14"/>
                  </a:lnTo>
                  <a:lnTo>
                    <a:pt x="34" y="14"/>
                  </a:lnTo>
                  <a:lnTo>
                    <a:pt x="38" y="14"/>
                  </a:lnTo>
                  <a:lnTo>
                    <a:pt x="38" y="14"/>
                  </a:lnTo>
                  <a:lnTo>
                    <a:pt x="38" y="14"/>
                  </a:lnTo>
                  <a:lnTo>
                    <a:pt x="38" y="18"/>
                  </a:lnTo>
                  <a:lnTo>
                    <a:pt x="42" y="18"/>
                  </a:lnTo>
                  <a:lnTo>
                    <a:pt x="42" y="18"/>
                  </a:lnTo>
                  <a:lnTo>
                    <a:pt x="42" y="18"/>
                  </a:lnTo>
                  <a:lnTo>
                    <a:pt x="42" y="18"/>
                  </a:lnTo>
                  <a:lnTo>
                    <a:pt x="42" y="18"/>
                  </a:lnTo>
                  <a:lnTo>
                    <a:pt x="42" y="18"/>
                  </a:lnTo>
                  <a:lnTo>
                    <a:pt x="42" y="18"/>
                  </a:lnTo>
                  <a:lnTo>
                    <a:pt x="42" y="18"/>
                  </a:lnTo>
                  <a:lnTo>
                    <a:pt x="42" y="22"/>
                  </a:lnTo>
                  <a:lnTo>
                    <a:pt x="42" y="22"/>
                  </a:lnTo>
                  <a:lnTo>
                    <a:pt x="42" y="22"/>
                  </a:lnTo>
                  <a:lnTo>
                    <a:pt x="46" y="22"/>
                  </a:lnTo>
                  <a:lnTo>
                    <a:pt x="46" y="22"/>
                  </a:lnTo>
                  <a:lnTo>
                    <a:pt x="46" y="22"/>
                  </a:lnTo>
                  <a:lnTo>
                    <a:pt x="46" y="22"/>
                  </a:lnTo>
                  <a:lnTo>
                    <a:pt x="46" y="26"/>
                  </a:lnTo>
                  <a:lnTo>
                    <a:pt x="42" y="26"/>
                  </a:lnTo>
                  <a:lnTo>
                    <a:pt x="42" y="26"/>
                  </a:lnTo>
                  <a:lnTo>
                    <a:pt x="46" y="26"/>
                  </a:lnTo>
                  <a:lnTo>
                    <a:pt x="46" y="26"/>
                  </a:lnTo>
                  <a:lnTo>
                    <a:pt x="46" y="26"/>
                  </a:lnTo>
                  <a:lnTo>
                    <a:pt x="46" y="26"/>
                  </a:lnTo>
                  <a:lnTo>
                    <a:pt x="46" y="26"/>
                  </a:lnTo>
                  <a:lnTo>
                    <a:pt x="46" y="26"/>
                  </a:lnTo>
                  <a:lnTo>
                    <a:pt x="46" y="26"/>
                  </a:lnTo>
                  <a:lnTo>
                    <a:pt x="46" y="30"/>
                  </a:lnTo>
                  <a:lnTo>
                    <a:pt x="46" y="30"/>
                  </a:lnTo>
                  <a:lnTo>
                    <a:pt x="46" y="30"/>
                  </a:lnTo>
                  <a:lnTo>
                    <a:pt x="46" y="30"/>
                  </a:lnTo>
                  <a:lnTo>
                    <a:pt x="46" y="30"/>
                  </a:lnTo>
                  <a:lnTo>
                    <a:pt x="42" y="32"/>
                  </a:lnTo>
                  <a:lnTo>
                    <a:pt x="42" y="30"/>
                  </a:lnTo>
                  <a:lnTo>
                    <a:pt x="42" y="30"/>
                  </a:lnTo>
                  <a:lnTo>
                    <a:pt x="42" y="30"/>
                  </a:lnTo>
                  <a:lnTo>
                    <a:pt x="42" y="30"/>
                  </a:lnTo>
                  <a:lnTo>
                    <a:pt x="42" y="30"/>
                  </a:lnTo>
                  <a:lnTo>
                    <a:pt x="42" y="30"/>
                  </a:lnTo>
                  <a:lnTo>
                    <a:pt x="42" y="30"/>
                  </a:lnTo>
                  <a:lnTo>
                    <a:pt x="42" y="30"/>
                  </a:lnTo>
                  <a:lnTo>
                    <a:pt x="42" y="30"/>
                  </a:lnTo>
                  <a:lnTo>
                    <a:pt x="42" y="32"/>
                  </a:lnTo>
                  <a:lnTo>
                    <a:pt x="42" y="32"/>
                  </a:lnTo>
                  <a:lnTo>
                    <a:pt x="42" y="32"/>
                  </a:lnTo>
                  <a:lnTo>
                    <a:pt x="42" y="32"/>
                  </a:lnTo>
                  <a:lnTo>
                    <a:pt x="42" y="32"/>
                  </a:lnTo>
                  <a:lnTo>
                    <a:pt x="42" y="32"/>
                  </a:lnTo>
                  <a:lnTo>
                    <a:pt x="42" y="36"/>
                  </a:lnTo>
                  <a:lnTo>
                    <a:pt x="42" y="36"/>
                  </a:lnTo>
                  <a:lnTo>
                    <a:pt x="42" y="36"/>
                  </a:lnTo>
                  <a:lnTo>
                    <a:pt x="42" y="36"/>
                  </a:lnTo>
                  <a:lnTo>
                    <a:pt x="38" y="36"/>
                  </a:lnTo>
                  <a:lnTo>
                    <a:pt x="38" y="36"/>
                  </a:lnTo>
                  <a:lnTo>
                    <a:pt x="38" y="40"/>
                  </a:lnTo>
                  <a:lnTo>
                    <a:pt x="38" y="40"/>
                  </a:lnTo>
                  <a:lnTo>
                    <a:pt x="38" y="40"/>
                  </a:lnTo>
                  <a:lnTo>
                    <a:pt x="34" y="40"/>
                  </a:lnTo>
                  <a:lnTo>
                    <a:pt x="34" y="40"/>
                  </a:lnTo>
                  <a:lnTo>
                    <a:pt x="34" y="36"/>
                  </a:lnTo>
                  <a:lnTo>
                    <a:pt x="34" y="36"/>
                  </a:lnTo>
                  <a:lnTo>
                    <a:pt x="34" y="36"/>
                  </a:lnTo>
                  <a:lnTo>
                    <a:pt x="34" y="36"/>
                  </a:lnTo>
                  <a:lnTo>
                    <a:pt x="34" y="36"/>
                  </a:lnTo>
                  <a:lnTo>
                    <a:pt x="30" y="36"/>
                  </a:lnTo>
                  <a:lnTo>
                    <a:pt x="30" y="36"/>
                  </a:lnTo>
                  <a:lnTo>
                    <a:pt x="30" y="36"/>
                  </a:lnTo>
                  <a:lnTo>
                    <a:pt x="26" y="36"/>
                  </a:lnTo>
                  <a:lnTo>
                    <a:pt x="26" y="36"/>
                  </a:lnTo>
                  <a:lnTo>
                    <a:pt x="26" y="36"/>
                  </a:lnTo>
                  <a:lnTo>
                    <a:pt x="26" y="40"/>
                  </a:lnTo>
                  <a:lnTo>
                    <a:pt x="26" y="40"/>
                  </a:lnTo>
                  <a:lnTo>
                    <a:pt x="26" y="40"/>
                  </a:lnTo>
                  <a:lnTo>
                    <a:pt x="26" y="40"/>
                  </a:lnTo>
                  <a:lnTo>
                    <a:pt x="26" y="40"/>
                  </a:lnTo>
                  <a:lnTo>
                    <a:pt x="26" y="40"/>
                  </a:lnTo>
                  <a:lnTo>
                    <a:pt x="26" y="44"/>
                  </a:lnTo>
                  <a:lnTo>
                    <a:pt x="26" y="44"/>
                  </a:lnTo>
                  <a:lnTo>
                    <a:pt x="26" y="44"/>
                  </a:lnTo>
                  <a:lnTo>
                    <a:pt x="26" y="44"/>
                  </a:lnTo>
                  <a:lnTo>
                    <a:pt x="26" y="44"/>
                  </a:lnTo>
                  <a:lnTo>
                    <a:pt x="22" y="44"/>
                  </a:lnTo>
                  <a:lnTo>
                    <a:pt x="22" y="44"/>
                  </a:lnTo>
                  <a:lnTo>
                    <a:pt x="22" y="44"/>
                  </a:lnTo>
                  <a:lnTo>
                    <a:pt x="22" y="44"/>
                  </a:lnTo>
                  <a:lnTo>
                    <a:pt x="18" y="44"/>
                  </a:lnTo>
                  <a:lnTo>
                    <a:pt x="18" y="44"/>
                  </a:lnTo>
                  <a:lnTo>
                    <a:pt x="18" y="44"/>
                  </a:lnTo>
                  <a:lnTo>
                    <a:pt x="18" y="44"/>
                  </a:lnTo>
                  <a:lnTo>
                    <a:pt x="18" y="44"/>
                  </a:lnTo>
                  <a:lnTo>
                    <a:pt x="18" y="44"/>
                  </a:lnTo>
                  <a:lnTo>
                    <a:pt x="18" y="44"/>
                  </a:lnTo>
                  <a:lnTo>
                    <a:pt x="18" y="4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29" name="Freeform 220"/>
            <p:cNvSpPr>
              <a:spLocks noChangeAspect="1"/>
            </p:cNvSpPr>
            <p:nvPr/>
          </p:nvSpPr>
          <p:spPr bwMode="gray">
            <a:xfrm>
              <a:off x="5947860" y="3037854"/>
              <a:ext cx="198276" cy="358288"/>
            </a:xfrm>
            <a:custGeom>
              <a:avLst/>
              <a:gdLst>
                <a:gd name="T0" fmla="*/ 36 w 114"/>
                <a:gd name="T1" fmla="*/ 146 h 206"/>
                <a:gd name="T2" fmla="*/ 48 w 114"/>
                <a:gd name="T3" fmla="*/ 134 h 206"/>
                <a:gd name="T4" fmla="*/ 44 w 114"/>
                <a:gd name="T5" fmla="*/ 130 h 206"/>
                <a:gd name="T6" fmla="*/ 36 w 114"/>
                <a:gd name="T7" fmla="*/ 120 h 206"/>
                <a:gd name="T8" fmla="*/ 30 w 114"/>
                <a:gd name="T9" fmla="*/ 108 h 206"/>
                <a:gd name="T10" fmla="*/ 22 w 114"/>
                <a:gd name="T11" fmla="*/ 94 h 206"/>
                <a:gd name="T12" fmla="*/ 14 w 114"/>
                <a:gd name="T13" fmla="*/ 82 h 206"/>
                <a:gd name="T14" fmla="*/ 10 w 114"/>
                <a:gd name="T15" fmla="*/ 76 h 206"/>
                <a:gd name="T16" fmla="*/ 10 w 114"/>
                <a:gd name="T17" fmla="*/ 64 h 206"/>
                <a:gd name="T18" fmla="*/ 10 w 114"/>
                <a:gd name="T19" fmla="*/ 68 h 206"/>
                <a:gd name="T20" fmla="*/ 2 w 114"/>
                <a:gd name="T21" fmla="*/ 52 h 206"/>
                <a:gd name="T22" fmla="*/ 6 w 114"/>
                <a:gd name="T23" fmla="*/ 46 h 206"/>
                <a:gd name="T24" fmla="*/ 10 w 114"/>
                <a:gd name="T25" fmla="*/ 30 h 206"/>
                <a:gd name="T26" fmla="*/ 14 w 114"/>
                <a:gd name="T27" fmla="*/ 26 h 206"/>
                <a:gd name="T28" fmla="*/ 30 w 114"/>
                <a:gd name="T29" fmla="*/ 24 h 206"/>
                <a:gd name="T30" fmla="*/ 36 w 114"/>
                <a:gd name="T31" fmla="*/ 16 h 206"/>
                <a:gd name="T32" fmla="*/ 44 w 114"/>
                <a:gd name="T33" fmla="*/ 12 h 206"/>
                <a:gd name="T34" fmla="*/ 60 w 114"/>
                <a:gd name="T35" fmla="*/ 4 h 206"/>
                <a:gd name="T36" fmla="*/ 70 w 114"/>
                <a:gd name="T37" fmla="*/ 4 h 206"/>
                <a:gd name="T38" fmla="*/ 84 w 114"/>
                <a:gd name="T39" fmla="*/ 4 h 206"/>
                <a:gd name="T40" fmla="*/ 92 w 114"/>
                <a:gd name="T41" fmla="*/ 16 h 206"/>
                <a:gd name="T42" fmla="*/ 88 w 114"/>
                <a:gd name="T43" fmla="*/ 34 h 206"/>
                <a:gd name="T44" fmla="*/ 76 w 114"/>
                <a:gd name="T45" fmla="*/ 34 h 206"/>
                <a:gd name="T46" fmla="*/ 62 w 114"/>
                <a:gd name="T47" fmla="*/ 38 h 206"/>
                <a:gd name="T48" fmla="*/ 62 w 114"/>
                <a:gd name="T49" fmla="*/ 50 h 206"/>
                <a:gd name="T50" fmla="*/ 62 w 114"/>
                <a:gd name="T51" fmla="*/ 52 h 206"/>
                <a:gd name="T52" fmla="*/ 52 w 114"/>
                <a:gd name="T53" fmla="*/ 56 h 206"/>
                <a:gd name="T54" fmla="*/ 62 w 114"/>
                <a:gd name="T55" fmla="*/ 68 h 206"/>
                <a:gd name="T56" fmla="*/ 74 w 114"/>
                <a:gd name="T57" fmla="*/ 82 h 206"/>
                <a:gd name="T58" fmla="*/ 84 w 114"/>
                <a:gd name="T59" fmla="*/ 86 h 206"/>
                <a:gd name="T60" fmla="*/ 80 w 114"/>
                <a:gd name="T61" fmla="*/ 100 h 206"/>
                <a:gd name="T62" fmla="*/ 80 w 114"/>
                <a:gd name="T63" fmla="*/ 112 h 206"/>
                <a:gd name="T64" fmla="*/ 84 w 114"/>
                <a:gd name="T65" fmla="*/ 112 h 206"/>
                <a:gd name="T66" fmla="*/ 88 w 114"/>
                <a:gd name="T67" fmla="*/ 100 h 206"/>
                <a:gd name="T68" fmla="*/ 104 w 114"/>
                <a:gd name="T69" fmla="*/ 104 h 206"/>
                <a:gd name="T70" fmla="*/ 110 w 114"/>
                <a:gd name="T71" fmla="*/ 116 h 206"/>
                <a:gd name="T72" fmla="*/ 106 w 114"/>
                <a:gd name="T73" fmla="*/ 126 h 206"/>
                <a:gd name="T74" fmla="*/ 100 w 114"/>
                <a:gd name="T75" fmla="*/ 122 h 206"/>
                <a:gd name="T76" fmla="*/ 88 w 114"/>
                <a:gd name="T77" fmla="*/ 122 h 206"/>
                <a:gd name="T78" fmla="*/ 88 w 114"/>
                <a:gd name="T79" fmla="*/ 126 h 206"/>
                <a:gd name="T80" fmla="*/ 84 w 114"/>
                <a:gd name="T81" fmla="*/ 142 h 206"/>
                <a:gd name="T82" fmla="*/ 88 w 114"/>
                <a:gd name="T83" fmla="*/ 142 h 206"/>
                <a:gd name="T84" fmla="*/ 100 w 114"/>
                <a:gd name="T85" fmla="*/ 146 h 206"/>
                <a:gd name="T86" fmla="*/ 92 w 114"/>
                <a:gd name="T87" fmla="*/ 150 h 206"/>
                <a:gd name="T88" fmla="*/ 100 w 114"/>
                <a:gd name="T89" fmla="*/ 156 h 206"/>
                <a:gd name="T90" fmla="*/ 100 w 114"/>
                <a:gd name="T91" fmla="*/ 172 h 206"/>
                <a:gd name="T92" fmla="*/ 104 w 114"/>
                <a:gd name="T93" fmla="*/ 190 h 206"/>
                <a:gd name="T94" fmla="*/ 96 w 114"/>
                <a:gd name="T95" fmla="*/ 202 h 206"/>
                <a:gd name="T96" fmla="*/ 100 w 114"/>
                <a:gd name="T97" fmla="*/ 198 h 206"/>
                <a:gd name="T98" fmla="*/ 80 w 114"/>
                <a:gd name="T99" fmla="*/ 202 h 206"/>
                <a:gd name="T100" fmla="*/ 66 w 114"/>
                <a:gd name="T101" fmla="*/ 202 h 206"/>
                <a:gd name="T102" fmla="*/ 52 w 114"/>
                <a:gd name="T103" fmla="*/ 190 h 206"/>
                <a:gd name="T104" fmla="*/ 32 w 114"/>
                <a:gd name="T105" fmla="*/ 186 h 206"/>
                <a:gd name="T106" fmla="*/ 30 w 114"/>
                <a:gd name="T107" fmla="*/ 164 h 206"/>
                <a:gd name="T108" fmla="*/ 32 w 114"/>
                <a:gd name="T109" fmla="*/ 16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14" h="206">
                  <a:moveTo>
                    <a:pt x="36" y="156"/>
                  </a:moveTo>
                  <a:lnTo>
                    <a:pt x="36" y="152"/>
                  </a:lnTo>
                  <a:lnTo>
                    <a:pt x="40" y="152"/>
                  </a:lnTo>
                  <a:lnTo>
                    <a:pt x="36" y="150"/>
                  </a:lnTo>
                  <a:lnTo>
                    <a:pt x="36" y="146"/>
                  </a:lnTo>
                  <a:lnTo>
                    <a:pt x="40" y="142"/>
                  </a:lnTo>
                  <a:lnTo>
                    <a:pt x="40" y="138"/>
                  </a:lnTo>
                  <a:lnTo>
                    <a:pt x="40" y="134"/>
                  </a:lnTo>
                  <a:lnTo>
                    <a:pt x="44" y="134"/>
                  </a:lnTo>
                  <a:lnTo>
                    <a:pt x="48" y="134"/>
                  </a:lnTo>
                  <a:lnTo>
                    <a:pt x="52" y="134"/>
                  </a:lnTo>
                  <a:lnTo>
                    <a:pt x="52" y="130"/>
                  </a:lnTo>
                  <a:lnTo>
                    <a:pt x="48" y="126"/>
                  </a:lnTo>
                  <a:lnTo>
                    <a:pt x="44" y="126"/>
                  </a:lnTo>
                  <a:lnTo>
                    <a:pt x="44" y="130"/>
                  </a:lnTo>
                  <a:lnTo>
                    <a:pt x="44" y="126"/>
                  </a:lnTo>
                  <a:lnTo>
                    <a:pt x="40" y="126"/>
                  </a:lnTo>
                  <a:lnTo>
                    <a:pt x="40" y="122"/>
                  </a:lnTo>
                  <a:lnTo>
                    <a:pt x="36" y="122"/>
                  </a:lnTo>
                  <a:lnTo>
                    <a:pt x="36" y="120"/>
                  </a:lnTo>
                  <a:lnTo>
                    <a:pt x="36" y="116"/>
                  </a:lnTo>
                  <a:lnTo>
                    <a:pt x="32" y="116"/>
                  </a:lnTo>
                  <a:lnTo>
                    <a:pt x="32" y="112"/>
                  </a:lnTo>
                  <a:lnTo>
                    <a:pt x="32" y="108"/>
                  </a:lnTo>
                  <a:lnTo>
                    <a:pt x="30" y="108"/>
                  </a:lnTo>
                  <a:lnTo>
                    <a:pt x="30" y="104"/>
                  </a:lnTo>
                  <a:lnTo>
                    <a:pt x="26" y="104"/>
                  </a:lnTo>
                  <a:lnTo>
                    <a:pt x="26" y="100"/>
                  </a:lnTo>
                  <a:lnTo>
                    <a:pt x="22" y="100"/>
                  </a:lnTo>
                  <a:lnTo>
                    <a:pt x="22" y="94"/>
                  </a:lnTo>
                  <a:lnTo>
                    <a:pt x="18" y="94"/>
                  </a:lnTo>
                  <a:lnTo>
                    <a:pt x="18" y="90"/>
                  </a:lnTo>
                  <a:lnTo>
                    <a:pt x="14" y="90"/>
                  </a:lnTo>
                  <a:lnTo>
                    <a:pt x="14" y="86"/>
                  </a:lnTo>
                  <a:lnTo>
                    <a:pt x="14" y="82"/>
                  </a:lnTo>
                  <a:lnTo>
                    <a:pt x="10" y="82"/>
                  </a:lnTo>
                  <a:lnTo>
                    <a:pt x="10" y="80"/>
                  </a:lnTo>
                  <a:lnTo>
                    <a:pt x="10" y="76"/>
                  </a:lnTo>
                  <a:lnTo>
                    <a:pt x="14" y="76"/>
                  </a:lnTo>
                  <a:lnTo>
                    <a:pt x="10" y="76"/>
                  </a:lnTo>
                  <a:lnTo>
                    <a:pt x="10" y="72"/>
                  </a:lnTo>
                  <a:lnTo>
                    <a:pt x="10" y="68"/>
                  </a:lnTo>
                  <a:lnTo>
                    <a:pt x="14" y="68"/>
                  </a:lnTo>
                  <a:lnTo>
                    <a:pt x="14" y="64"/>
                  </a:lnTo>
                  <a:lnTo>
                    <a:pt x="10" y="64"/>
                  </a:lnTo>
                  <a:lnTo>
                    <a:pt x="10" y="68"/>
                  </a:lnTo>
                  <a:lnTo>
                    <a:pt x="10" y="72"/>
                  </a:lnTo>
                  <a:lnTo>
                    <a:pt x="10" y="68"/>
                  </a:lnTo>
                  <a:lnTo>
                    <a:pt x="10" y="72"/>
                  </a:lnTo>
                  <a:lnTo>
                    <a:pt x="10" y="68"/>
                  </a:lnTo>
                  <a:lnTo>
                    <a:pt x="10" y="64"/>
                  </a:lnTo>
                  <a:lnTo>
                    <a:pt x="10" y="60"/>
                  </a:lnTo>
                  <a:lnTo>
                    <a:pt x="6" y="60"/>
                  </a:lnTo>
                  <a:lnTo>
                    <a:pt x="6" y="56"/>
                  </a:lnTo>
                  <a:lnTo>
                    <a:pt x="2" y="52"/>
                  </a:lnTo>
                  <a:lnTo>
                    <a:pt x="0" y="52"/>
                  </a:lnTo>
                  <a:lnTo>
                    <a:pt x="0" y="50"/>
                  </a:lnTo>
                  <a:lnTo>
                    <a:pt x="2" y="50"/>
                  </a:lnTo>
                  <a:lnTo>
                    <a:pt x="2" y="46"/>
                  </a:lnTo>
                  <a:lnTo>
                    <a:pt x="6" y="46"/>
                  </a:lnTo>
                  <a:lnTo>
                    <a:pt x="6" y="42"/>
                  </a:lnTo>
                  <a:lnTo>
                    <a:pt x="10" y="38"/>
                  </a:lnTo>
                  <a:lnTo>
                    <a:pt x="10" y="34"/>
                  </a:lnTo>
                  <a:lnTo>
                    <a:pt x="14" y="30"/>
                  </a:lnTo>
                  <a:lnTo>
                    <a:pt x="10" y="30"/>
                  </a:lnTo>
                  <a:lnTo>
                    <a:pt x="10" y="26"/>
                  </a:lnTo>
                  <a:lnTo>
                    <a:pt x="14" y="30"/>
                  </a:lnTo>
                  <a:lnTo>
                    <a:pt x="14" y="26"/>
                  </a:lnTo>
                  <a:lnTo>
                    <a:pt x="10" y="26"/>
                  </a:lnTo>
                  <a:lnTo>
                    <a:pt x="14" y="26"/>
                  </a:lnTo>
                  <a:lnTo>
                    <a:pt x="18" y="30"/>
                  </a:lnTo>
                  <a:lnTo>
                    <a:pt x="18" y="26"/>
                  </a:lnTo>
                  <a:lnTo>
                    <a:pt x="22" y="26"/>
                  </a:lnTo>
                  <a:lnTo>
                    <a:pt x="26" y="24"/>
                  </a:lnTo>
                  <a:lnTo>
                    <a:pt x="30" y="24"/>
                  </a:lnTo>
                  <a:lnTo>
                    <a:pt x="30" y="26"/>
                  </a:lnTo>
                  <a:lnTo>
                    <a:pt x="30" y="24"/>
                  </a:lnTo>
                  <a:lnTo>
                    <a:pt x="30" y="20"/>
                  </a:lnTo>
                  <a:lnTo>
                    <a:pt x="32" y="20"/>
                  </a:lnTo>
                  <a:lnTo>
                    <a:pt x="36" y="16"/>
                  </a:lnTo>
                  <a:lnTo>
                    <a:pt x="36" y="12"/>
                  </a:lnTo>
                  <a:lnTo>
                    <a:pt x="36" y="16"/>
                  </a:lnTo>
                  <a:lnTo>
                    <a:pt x="36" y="12"/>
                  </a:lnTo>
                  <a:lnTo>
                    <a:pt x="40" y="12"/>
                  </a:lnTo>
                  <a:lnTo>
                    <a:pt x="44" y="12"/>
                  </a:lnTo>
                  <a:lnTo>
                    <a:pt x="48" y="8"/>
                  </a:lnTo>
                  <a:lnTo>
                    <a:pt x="52" y="8"/>
                  </a:lnTo>
                  <a:lnTo>
                    <a:pt x="52" y="4"/>
                  </a:lnTo>
                  <a:lnTo>
                    <a:pt x="56" y="4"/>
                  </a:lnTo>
                  <a:lnTo>
                    <a:pt x="60" y="4"/>
                  </a:lnTo>
                  <a:lnTo>
                    <a:pt x="60" y="0"/>
                  </a:lnTo>
                  <a:lnTo>
                    <a:pt x="62" y="0"/>
                  </a:lnTo>
                  <a:lnTo>
                    <a:pt x="66" y="0"/>
                  </a:lnTo>
                  <a:lnTo>
                    <a:pt x="70" y="0"/>
                  </a:lnTo>
                  <a:lnTo>
                    <a:pt x="70" y="4"/>
                  </a:lnTo>
                  <a:lnTo>
                    <a:pt x="74" y="4"/>
                  </a:lnTo>
                  <a:lnTo>
                    <a:pt x="76" y="4"/>
                  </a:lnTo>
                  <a:lnTo>
                    <a:pt x="80" y="4"/>
                  </a:lnTo>
                  <a:lnTo>
                    <a:pt x="80" y="0"/>
                  </a:lnTo>
                  <a:lnTo>
                    <a:pt x="84" y="4"/>
                  </a:lnTo>
                  <a:lnTo>
                    <a:pt x="88" y="4"/>
                  </a:lnTo>
                  <a:lnTo>
                    <a:pt x="92" y="4"/>
                  </a:lnTo>
                  <a:lnTo>
                    <a:pt x="92" y="8"/>
                  </a:lnTo>
                  <a:lnTo>
                    <a:pt x="88" y="12"/>
                  </a:lnTo>
                  <a:lnTo>
                    <a:pt x="92" y="16"/>
                  </a:lnTo>
                  <a:lnTo>
                    <a:pt x="92" y="20"/>
                  </a:lnTo>
                  <a:lnTo>
                    <a:pt x="88" y="24"/>
                  </a:lnTo>
                  <a:lnTo>
                    <a:pt x="88" y="26"/>
                  </a:lnTo>
                  <a:lnTo>
                    <a:pt x="84" y="30"/>
                  </a:lnTo>
                  <a:lnTo>
                    <a:pt x="88" y="34"/>
                  </a:lnTo>
                  <a:lnTo>
                    <a:pt x="92" y="34"/>
                  </a:lnTo>
                  <a:lnTo>
                    <a:pt x="88" y="34"/>
                  </a:lnTo>
                  <a:lnTo>
                    <a:pt x="84" y="34"/>
                  </a:lnTo>
                  <a:lnTo>
                    <a:pt x="80" y="34"/>
                  </a:lnTo>
                  <a:lnTo>
                    <a:pt x="76" y="34"/>
                  </a:lnTo>
                  <a:lnTo>
                    <a:pt x="74" y="34"/>
                  </a:lnTo>
                  <a:lnTo>
                    <a:pt x="70" y="34"/>
                  </a:lnTo>
                  <a:lnTo>
                    <a:pt x="66" y="34"/>
                  </a:lnTo>
                  <a:lnTo>
                    <a:pt x="66" y="38"/>
                  </a:lnTo>
                  <a:lnTo>
                    <a:pt x="62" y="38"/>
                  </a:lnTo>
                  <a:lnTo>
                    <a:pt x="62" y="42"/>
                  </a:lnTo>
                  <a:lnTo>
                    <a:pt x="60" y="42"/>
                  </a:lnTo>
                  <a:lnTo>
                    <a:pt x="60" y="46"/>
                  </a:lnTo>
                  <a:lnTo>
                    <a:pt x="62" y="46"/>
                  </a:lnTo>
                  <a:lnTo>
                    <a:pt x="62" y="50"/>
                  </a:lnTo>
                  <a:lnTo>
                    <a:pt x="66" y="50"/>
                  </a:lnTo>
                  <a:lnTo>
                    <a:pt x="70" y="50"/>
                  </a:lnTo>
                  <a:lnTo>
                    <a:pt x="70" y="52"/>
                  </a:lnTo>
                  <a:lnTo>
                    <a:pt x="66" y="52"/>
                  </a:lnTo>
                  <a:lnTo>
                    <a:pt x="62" y="52"/>
                  </a:lnTo>
                  <a:lnTo>
                    <a:pt x="60" y="50"/>
                  </a:lnTo>
                  <a:lnTo>
                    <a:pt x="56" y="50"/>
                  </a:lnTo>
                  <a:lnTo>
                    <a:pt x="52" y="50"/>
                  </a:lnTo>
                  <a:lnTo>
                    <a:pt x="52" y="52"/>
                  </a:lnTo>
                  <a:lnTo>
                    <a:pt x="52" y="56"/>
                  </a:lnTo>
                  <a:lnTo>
                    <a:pt x="56" y="56"/>
                  </a:lnTo>
                  <a:lnTo>
                    <a:pt x="60" y="56"/>
                  </a:lnTo>
                  <a:lnTo>
                    <a:pt x="60" y="60"/>
                  </a:lnTo>
                  <a:lnTo>
                    <a:pt x="62" y="64"/>
                  </a:lnTo>
                  <a:lnTo>
                    <a:pt x="62" y="68"/>
                  </a:lnTo>
                  <a:lnTo>
                    <a:pt x="66" y="72"/>
                  </a:lnTo>
                  <a:lnTo>
                    <a:pt x="66" y="76"/>
                  </a:lnTo>
                  <a:lnTo>
                    <a:pt x="66" y="80"/>
                  </a:lnTo>
                  <a:lnTo>
                    <a:pt x="70" y="80"/>
                  </a:lnTo>
                  <a:lnTo>
                    <a:pt x="74" y="82"/>
                  </a:lnTo>
                  <a:lnTo>
                    <a:pt x="74" y="86"/>
                  </a:lnTo>
                  <a:lnTo>
                    <a:pt x="74" y="82"/>
                  </a:lnTo>
                  <a:lnTo>
                    <a:pt x="76" y="82"/>
                  </a:lnTo>
                  <a:lnTo>
                    <a:pt x="80" y="86"/>
                  </a:lnTo>
                  <a:lnTo>
                    <a:pt x="84" y="86"/>
                  </a:lnTo>
                  <a:lnTo>
                    <a:pt x="84" y="90"/>
                  </a:lnTo>
                  <a:lnTo>
                    <a:pt x="84" y="94"/>
                  </a:lnTo>
                  <a:lnTo>
                    <a:pt x="80" y="94"/>
                  </a:lnTo>
                  <a:lnTo>
                    <a:pt x="80" y="96"/>
                  </a:lnTo>
                  <a:lnTo>
                    <a:pt x="80" y="100"/>
                  </a:lnTo>
                  <a:lnTo>
                    <a:pt x="80" y="104"/>
                  </a:lnTo>
                  <a:lnTo>
                    <a:pt x="80" y="108"/>
                  </a:lnTo>
                  <a:lnTo>
                    <a:pt x="84" y="108"/>
                  </a:lnTo>
                  <a:lnTo>
                    <a:pt x="80" y="108"/>
                  </a:lnTo>
                  <a:lnTo>
                    <a:pt x="80" y="112"/>
                  </a:lnTo>
                  <a:lnTo>
                    <a:pt x="84" y="112"/>
                  </a:lnTo>
                  <a:lnTo>
                    <a:pt x="84" y="116"/>
                  </a:lnTo>
                  <a:lnTo>
                    <a:pt x="88" y="120"/>
                  </a:lnTo>
                  <a:lnTo>
                    <a:pt x="88" y="116"/>
                  </a:lnTo>
                  <a:lnTo>
                    <a:pt x="84" y="112"/>
                  </a:lnTo>
                  <a:lnTo>
                    <a:pt x="88" y="112"/>
                  </a:lnTo>
                  <a:lnTo>
                    <a:pt x="88" y="108"/>
                  </a:lnTo>
                  <a:lnTo>
                    <a:pt x="84" y="108"/>
                  </a:lnTo>
                  <a:lnTo>
                    <a:pt x="88" y="104"/>
                  </a:lnTo>
                  <a:lnTo>
                    <a:pt x="88" y="100"/>
                  </a:lnTo>
                  <a:lnTo>
                    <a:pt x="92" y="100"/>
                  </a:lnTo>
                  <a:lnTo>
                    <a:pt x="96" y="96"/>
                  </a:lnTo>
                  <a:lnTo>
                    <a:pt x="100" y="96"/>
                  </a:lnTo>
                  <a:lnTo>
                    <a:pt x="104" y="100"/>
                  </a:lnTo>
                  <a:lnTo>
                    <a:pt x="104" y="104"/>
                  </a:lnTo>
                  <a:lnTo>
                    <a:pt x="104" y="108"/>
                  </a:lnTo>
                  <a:lnTo>
                    <a:pt x="104" y="112"/>
                  </a:lnTo>
                  <a:lnTo>
                    <a:pt x="106" y="112"/>
                  </a:lnTo>
                  <a:lnTo>
                    <a:pt x="106" y="116"/>
                  </a:lnTo>
                  <a:lnTo>
                    <a:pt x="110" y="116"/>
                  </a:lnTo>
                  <a:lnTo>
                    <a:pt x="114" y="120"/>
                  </a:lnTo>
                  <a:lnTo>
                    <a:pt x="114" y="122"/>
                  </a:lnTo>
                  <a:lnTo>
                    <a:pt x="110" y="122"/>
                  </a:lnTo>
                  <a:lnTo>
                    <a:pt x="106" y="122"/>
                  </a:lnTo>
                  <a:lnTo>
                    <a:pt x="106" y="126"/>
                  </a:lnTo>
                  <a:lnTo>
                    <a:pt x="110" y="126"/>
                  </a:lnTo>
                  <a:lnTo>
                    <a:pt x="106" y="126"/>
                  </a:lnTo>
                  <a:lnTo>
                    <a:pt x="104" y="126"/>
                  </a:lnTo>
                  <a:lnTo>
                    <a:pt x="100" y="126"/>
                  </a:lnTo>
                  <a:lnTo>
                    <a:pt x="100" y="122"/>
                  </a:lnTo>
                  <a:lnTo>
                    <a:pt x="96" y="122"/>
                  </a:lnTo>
                  <a:lnTo>
                    <a:pt x="96" y="126"/>
                  </a:lnTo>
                  <a:lnTo>
                    <a:pt x="96" y="122"/>
                  </a:lnTo>
                  <a:lnTo>
                    <a:pt x="92" y="122"/>
                  </a:lnTo>
                  <a:lnTo>
                    <a:pt x="88" y="122"/>
                  </a:lnTo>
                  <a:lnTo>
                    <a:pt x="88" y="120"/>
                  </a:lnTo>
                  <a:lnTo>
                    <a:pt x="88" y="122"/>
                  </a:lnTo>
                  <a:lnTo>
                    <a:pt x="88" y="126"/>
                  </a:lnTo>
                  <a:lnTo>
                    <a:pt x="84" y="126"/>
                  </a:lnTo>
                  <a:lnTo>
                    <a:pt x="88" y="126"/>
                  </a:lnTo>
                  <a:lnTo>
                    <a:pt x="84" y="126"/>
                  </a:lnTo>
                  <a:lnTo>
                    <a:pt x="84" y="130"/>
                  </a:lnTo>
                  <a:lnTo>
                    <a:pt x="84" y="134"/>
                  </a:lnTo>
                  <a:lnTo>
                    <a:pt x="84" y="138"/>
                  </a:lnTo>
                  <a:lnTo>
                    <a:pt x="84" y="142"/>
                  </a:lnTo>
                  <a:lnTo>
                    <a:pt x="88" y="142"/>
                  </a:lnTo>
                  <a:lnTo>
                    <a:pt x="88" y="146"/>
                  </a:lnTo>
                  <a:lnTo>
                    <a:pt x="88" y="142"/>
                  </a:lnTo>
                  <a:lnTo>
                    <a:pt x="88" y="138"/>
                  </a:lnTo>
                  <a:lnTo>
                    <a:pt x="88" y="142"/>
                  </a:lnTo>
                  <a:lnTo>
                    <a:pt x="92" y="142"/>
                  </a:lnTo>
                  <a:lnTo>
                    <a:pt x="96" y="138"/>
                  </a:lnTo>
                  <a:lnTo>
                    <a:pt x="96" y="142"/>
                  </a:lnTo>
                  <a:lnTo>
                    <a:pt x="96" y="146"/>
                  </a:lnTo>
                  <a:lnTo>
                    <a:pt x="100" y="146"/>
                  </a:lnTo>
                  <a:lnTo>
                    <a:pt x="100" y="150"/>
                  </a:lnTo>
                  <a:lnTo>
                    <a:pt x="96" y="150"/>
                  </a:lnTo>
                  <a:lnTo>
                    <a:pt x="92" y="150"/>
                  </a:lnTo>
                  <a:lnTo>
                    <a:pt x="92" y="146"/>
                  </a:lnTo>
                  <a:lnTo>
                    <a:pt x="92" y="150"/>
                  </a:lnTo>
                  <a:lnTo>
                    <a:pt x="92" y="152"/>
                  </a:lnTo>
                  <a:lnTo>
                    <a:pt x="92" y="156"/>
                  </a:lnTo>
                  <a:lnTo>
                    <a:pt x="92" y="152"/>
                  </a:lnTo>
                  <a:lnTo>
                    <a:pt x="96" y="152"/>
                  </a:lnTo>
                  <a:lnTo>
                    <a:pt x="100" y="156"/>
                  </a:lnTo>
                  <a:lnTo>
                    <a:pt x="104" y="160"/>
                  </a:lnTo>
                  <a:lnTo>
                    <a:pt x="104" y="164"/>
                  </a:lnTo>
                  <a:lnTo>
                    <a:pt x="100" y="164"/>
                  </a:lnTo>
                  <a:lnTo>
                    <a:pt x="100" y="168"/>
                  </a:lnTo>
                  <a:lnTo>
                    <a:pt x="100" y="172"/>
                  </a:lnTo>
                  <a:lnTo>
                    <a:pt x="100" y="176"/>
                  </a:lnTo>
                  <a:lnTo>
                    <a:pt x="100" y="178"/>
                  </a:lnTo>
                  <a:lnTo>
                    <a:pt x="100" y="182"/>
                  </a:lnTo>
                  <a:lnTo>
                    <a:pt x="100" y="186"/>
                  </a:lnTo>
                  <a:lnTo>
                    <a:pt x="104" y="190"/>
                  </a:lnTo>
                  <a:lnTo>
                    <a:pt x="104" y="194"/>
                  </a:lnTo>
                  <a:lnTo>
                    <a:pt x="104" y="198"/>
                  </a:lnTo>
                  <a:lnTo>
                    <a:pt x="104" y="202"/>
                  </a:lnTo>
                  <a:lnTo>
                    <a:pt x="100" y="202"/>
                  </a:lnTo>
                  <a:lnTo>
                    <a:pt x="96" y="202"/>
                  </a:lnTo>
                  <a:lnTo>
                    <a:pt x="100" y="198"/>
                  </a:lnTo>
                  <a:lnTo>
                    <a:pt x="100" y="202"/>
                  </a:lnTo>
                  <a:lnTo>
                    <a:pt x="100" y="198"/>
                  </a:lnTo>
                  <a:lnTo>
                    <a:pt x="104" y="198"/>
                  </a:lnTo>
                  <a:lnTo>
                    <a:pt x="100" y="198"/>
                  </a:lnTo>
                  <a:lnTo>
                    <a:pt x="96" y="198"/>
                  </a:lnTo>
                  <a:lnTo>
                    <a:pt x="92" y="202"/>
                  </a:lnTo>
                  <a:lnTo>
                    <a:pt x="88" y="202"/>
                  </a:lnTo>
                  <a:lnTo>
                    <a:pt x="84" y="202"/>
                  </a:lnTo>
                  <a:lnTo>
                    <a:pt x="80" y="202"/>
                  </a:lnTo>
                  <a:lnTo>
                    <a:pt x="76" y="206"/>
                  </a:lnTo>
                  <a:lnTo>
                    <a:pt x="74" y="206"/>
                  </a:lnTo>
                  <a:lnTo>
                    <a:pt x="70" y="206"/>
                  </a:lnTo>
                  <a:lnTo>
                    <a:pt x="66" y="206"/>
                  </a:lnTo>
                  <a:lnTo>
                    <a:pt x="66" y="202"/>
                  </a:lnTo>
                  <a:lnTo>
                    <a:pt x="62" y="202"/>
                  </a:lnTo>
                  <a:lnTo>
                    <a:pt x="60" y="202"/>
                  </a:lnTo>
                  <a:lnTo>
                    <a:pt x="56" y="198"/>
                  </a:lnTo>
                  <a:lnTo>
                    <a:pt x="52" y="194"/>
                  </a:lnTo>
                  <a:lnTo>
                    <a:pt x="52" y="190"/>
                  </a:lnTo>
                  <a:lnTo>
                    <a:pt x="48" y="190"/>
                  </a:lnTo>
                  <a:lnTo>
                    <a:pt x="44" y="190"/>
                  </a:lnTo>
                  <a:lnTo>
                    <a:pt x="40" y="186"/>
                  </a:lnTo>
                  <a:lnTo>
                    <a:pt x="36" y="186"/>
                  </a:lnTo>
                  <a:lnTo>
                    <a:pt x="32" y="186"/>
                  </a:lnTo>
                  <a:lnTo>
                    <a:pt x="32" y="182"/>
                  </a:lnTo>
                  <a:lnTo>
                    <a:pt x="32" y="178"/>
                  </a:lnTo>
                  <a:lnTo>
                    <a:pt x="30" y="172"/>
                  </a:lnTo>
                  <a:lnTo>
                    <a:pt x="30" y="168"/>
                  </a:lnTo>
                  <a:lnTo>
                    <a:pt x="30" y="164"/>
                  </a:lnTo>
                  <a:lnTo>
                    <a:pt x="32" y="160"/>
                  </a:lnTo>
                  <a:lnTo>
                    <a:pt x="32" y="156"/>
                  </a:lnTo>
                  <a:lnTo>
                    <a:pt x="36" y="156"/>
                  </a:lnTo>
                  <a:lnTo>
                    <a:pt x="32" y="156"/>
                  </a:lnTo>
                  <a:lnTo>
                    <a:pt x="32" y="160"/>
                  </a:lnTo>
                  <a:lnTo>
                    <a:pt x="36" y="160"/>
                  </a:lnTo>
                  <a:lnTo>
                    <a:pt x="36" y="156"/>
                  </a:lnTo>
                  <a:lnTo>
                    <a:pt x="36" y="156"/>
                  </a:lnTo>
                  <a:lnTo>
                    <a:pt x="36" y="1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30" name="Freeform 221"/>
            <p:cNvSpPr>
              <a:spLocks noChangeAspect="1"/>
            </p:cNvSpPr>
            <p:nvPr/>
          </p:nvSpPr>
          <p:spPr bwMode="gray">
            <a:xfrm>
              <a:off x="6233099" y="3044811"/>
              <a:ext cx="90442" cy="125227"/>
            </a:xfrm>
            <a:custGeom>
              <a:avLst/>
              <a:gdLst>
                <a:gd name="T0" fmla="*/ 40 w 52"/>
                <a:gd name="T1" fmla="*/ 20 h 72"/>
                <a:gd name="T2" fmla="*/ 36 w 52"/>
                <a:gd name="T3" fmla="*/ 22 h 72"/>
                <a:gd name="T4" fmla="*/ 40 w 52"/>
                <a:gd name="T5" fmla="*/ 26 h 72"/>
                <a:gd name="T6" fmla="*/ 44 w 52"/>
                <a:gd name="T7" fmla="*/ 22 h 72"/>
                <a:gd name="T8" fmla="*/ 40 w 52"/>
                <a:gd name="T9" fmla="*/ 26 h 72"/>
                <a:gd name="T10" fmla="*/ 44 w 52"/>
                <a:gd name="T11" fmla="*/ 34 h 72"/>
                <a:gd name="T12" fmla="*/ 52 w 52"/>
                <a:gd name="T13" fmla="*/ 34 h 72"/>
                <a:gd name="T14" fmla="*/ 48 w 52"/>
                <a:gd name="T15" fmla="*/ 38 h 72"/>
                <a:gd name="T16" fmla="*/ 48 w 52"/>
                <a:gd name="T17" fmla="*/ 42 h 72"/>
                <a:gd name="T18" fmla="*/ 44 w 52"/>
                <a:gd name="T19" fmla="*/ 46 h 72"/>
                <a:gd name="T20" fmla="*/ 40 w 52"/>
                <a:gd name="T21" fmla="*/ 50 h 72"/>
                <a:gd name="T22" fmla="*/ 40 w 52"/>
                <a:gd name="T23" fmla="*/ 50 h 72"/>
                <a:gd name="T24" fmla="*/ 40 w 52"/>
                <a:gd name="T25" fmla="*/ 56 h 72"/>
                <a:gd name="T26" fmla="*/ 36 w 52"/>
                <a:gd name="T27" fmla="*/ 52 h 72"/>
                <a:gd name="T28" fmla="*/ 32 w 52"/>
                <a:gd name="T29" fmla="*/ 56 h 72"/>
                <a:gd name="T30" fmla="*/ 36 w 52"/>
                <a:gd name="T31" fmla="*/ 60 h 72"/>
                <a:gd name="T32" fmla="*/ 40 w 52"/>
                <a:gd name="T33" fmla="*/ 64 h 72"/>
                <a:gd name="T34" fmla="*/ 32 w 52"/>
                <a:gd name="T35" fmla="*/ 68 h 72"/>
                <a:gd name="T36" fmla="*/ 28 w 52"/>
                <a:gd name="T37" fmla="*/ 64 h 72"/>
                <a:gd name="T38" fmla="*/ 26 w 52"/>
                <a:gd name="T39" fmla="*/ 68 h 72"/>
                <a:gd name="T40" fmla="*/ 22 w 52"/>
                <a:gd name="T41" fmla="*/ 72 h 72"/>
                <a:gd name="T42" fmla="*/ 18 w 52"/>
                <a:gd name="T43" fmla="*/ 68 h 72"/>
                <a:gd name="T44" fmla="*/ 18 w 52"/>
                <a:gd name="T45" fmla="*/ 64 h 72"/>
                <a:gd name="T46" fmla="*/ 14 w 52"/>
                <a:gd name="T47" fmla="*/ 60 h 72"/>
                <a:gd name="T48" fmla="*/ 10 w 52"/>
                <a:gd name="T49" fmla="*/ 64 h 72"/>
                <a:gd name="T50" fmla="*/ 6 w 52"/>
                <a:gd name="T51" fmla="*/ 60 h 72"/>
                <a:gd name="T52" fmla="*/ 6 w 52"/>
                <a:gd name="T53" fmla="*/ 60 h 72"/>
                <a:gd name="T54" fmla="*/ 10 w 52"/>
                <a:gd name="T55" fmla="*/ 64 h 72"/>
                <a:gd name="T56" fmla="*/ 4 w 52"/>
                <a:gd name="T57" fmla="*/ 64 h 72"/>
                <a:gd name="T58" fmla="*/ 0 w 52"/>
                <a:gd name="T59" fmla="*/ 60 h 72"/>
                <a:gd name="T60" fmla="*/ 0 w 52"/>
                <a:gd name="T61" fmla="*/ 52 h 72"/>
                <a:gd name="T62" fmla="*/ 0 w 52"/>
                <a:gd name="T63" fmla="*/ 46 h 72"/>
                <a:gd name="T64" fmla="*/ 0 w 52"/>
                <a:gd name="T65" fmla="*/ 38 h 72"/>
                <a:gd name="T66" fmla="*/ 4 w 52"/>
                <a:gd name="T67" fmla="*/ 30 h 72"/>
                <a:gd name="T68" fmla="*/ 4 w 52"/>
                <a:gd name="T69" fmla="*/ 22 h 72"/>
                <a:gd name="T70" fmla="*/ 6 w 52"/>
                <a:gd name="T71" fmla="*/ 20 h 72"/>
                <a:gd name="T72" fmla="*/ 14 w 52"/>
                <a:gd name="T73" fmla="*/ 20 h 72"/>
                <a:gd name="T74" fmla="*/ 14 w 52"/>
                <a:gd name="T75" fmla="*/ 20 h 72"/>
                <a:gd name="T76" fmla="*/ 14 w 52"/>
                <a:gd name="T77" fmla="*/ 20 h 72"/>
                <a:gd name="T78" fmla="*/ 18 w 52"/>
                <a:gd name="T79" fmla="*/ 22 h 72"/>
                <a:gd name="T80" fmla="*/ 18 w 52"/>
                <a:gd name="T81" fmla="*/ 16 h 72"/>
                <a:gd name="T82" fmla="*/ 22 w 52"/>
                <a:gd name="T83" fmla="*/ 12 h 72"/>
                <a:gd name="T84" fmla="*/ 26 w 52"/>
                <a:gd name="T85" fmla="*/ 16 h 72"/>
                <a:gd name="T86" fmla="*/ 22 w 52"/>
                <a:gd name="T87" fmla="*/ 12 h 72"/>
                <a:gd name="T88" fmla="*/ 22 w 52"/>
                <a:gd name="T89" fmla="*/ 4 h 72"/>
                <a:gd name="T90" fmla="*/ 28 w 52"/>
                <a:gd name="T91" fmla="*/ 4 h 72"/>
                <a:gd name="T92" fmla="*/ 32 w 52"/>
                <a:gd name="T93" fmla="*/ 4 h 72"/>
                <a:gd name="T94" fmla="*/ 32 w 52"/>
                <a:gd name="T95" fmla="*/ 0 h 72"/>
                <a:gd name="T96" fmla="*/ 36 w 52"/>
                <a:gd name="T97" fmla="*/ 4 h 72"/>
                <a:gd name="T98" fmla="*/ 40 w 52"/>
                <a:gd name="T99" fmla="*/ 8 h 72"/>
                <a:gd name="T100" fmla="*/ 44 w 52"/>
                <a:gd name="T101" fmla="*/ 4 h 72"/>
                <a:gd name="T102" fmla="*/ 48 w 52"/>
                <a:gd name="T103" fmla="*/ 0 h 72"/>
                <a:gd name="T104" fmla="*/ 48 w 52"/>
                <a:gd name="T105" fmla="*/ 8 h 72"/>
                <a:gd name="T106" fmla="*/ 40 w 52"/>
                <a:gd name="T107" fmla="*/ 12 h 72"/>
                <a:gd name="T108" fmla="*/ 36 w 52"/>
                <a:gd name="T109" fmla="*/ 16 h 72"/>
                <a:gd name="T110" fmla="*/ 36 w 52"/>
                <a:gd name="T111" fmla="*/ 16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2" h="72">
                  <a:moveTo>
                    <a:pt x="36" y="16"/>
                  </a:moveTo>
                  <a:lnTo>
                    <a:pt x="40" y="20"/>
                  </a:lnTo>
                  <a:lnTo>
                    <a:pt x="40" y="22"/>
                  </a:lnTo>
                  <a:lnTo>
                    <a:pt x="36" y="22"/>
                  </a:lnTo>
                  <a:lnTo>
                    <a:pt x="36" y="26"/>
                  </a:lnTo>
                  <a:lnTo>
                    <a:pt x="40" y="26"/>
                  </a:lnTo>
                  <a:lnTo>
                    <a:pt x="40" y="22"/>
                  </a:lnTo>
                  <a:lnTo>
                    <a:pt x="44" y="22"/>
                  </a:lnTo>
                  <a:lnTo>
                    <a:pt x="44" y="26"/>
                  </a:lnTo>
                  <a:lnTo>
                    <a:pt x="40" y="26"/>
                  </a:lnTo>
                  <a:lnTo>
                    <a:pt x="44" y="30"/>
                  </a:lnTo>
                  <a:lnTo>
                    <a:pt x="44" y="34"/>
                  </a:lnTo>
                  <a:lnTo>
                    <a:pt x="48" y="34"/>
                  </a:lnTo>
                  <a:lnTo>
                    <a:pt x="52" y="34"/>
                  </a:lnTo>
                  <a:lnTo>
                    <a:pt x="48" y="34"/>
                  </a:lnTo>
                  <a:lnTo>
                    <a:pt x="48" y="38"/>
                  </a:lnTo>
                  <a:lnTo>
                    <a:pt x="52" y="38"/>
                  </a:lnTo>
                  <a:lnTo>
                    <a:pt x="48" y="42"/>
                  </a:lnTo>
                  <a:lnTo>
                    <a:pt x="44" y="42"/>
                  </a:lnTo>
                  <a:lnTo>
                    <a:pt x="44" y="46"/>
                  </a:lnTo>
                  <a:lnTo>
                    <a:pt x="40" y="46"/>
                  </a:lnTo>
                  <a:lnTo>
                    <a:pt x="40" y="50"/>
                  </a:lnTo>
                  <a:lnTo>
                    <a:pt x="40" y="52"/>
                  </a:lnTo>
                  <a:lnTo>
                    <a:pt x="40" y="50"/>
                  </a:lnTo>
                  <a:lnTo>
                    <a:pt x="40" y="52"/>
                  </a:lnTo>
                  <a:lnTo>
                    <a:pt x="40" y="56"/>
                  </a:lnTo>
                  <a:lnTo>
                    <a:pt x="40" y="52"/>
                  </a:lnTo>
                  <a:lnTo>
                    <a:pt x="36" y="52"/>
                  </a:lnTo>
                  <a:lnTo>
                    <a:pt x="36" y="56"/>
                  </a:lnTo>
                  <a:lnTo>
                    <a:pt x="32" y="56"/>
                  </a:lnTo>
                  <a:lnTo>
                    <a:pt x="32" y="60"/>
                  </a:lnTo>
                  <a:lnTo>
                    <a:pt x="36" y="60"/>
                  </a:lnTo>
                  <a:lnTo>
                    <a:pt x="40" y="60"/>
                  </a:lnTo>
                  <a:lnTo>
                    <a:pt x="40" y="64"/>
                  </a:lnTo>
                  <a:lnTo>
                    <a:pt x="36" y="64"/>
                  </a:lnTo>
                  <a:lnTo>
                    <a:pt x="32" y="68"/>
                  </a:lnTo>
                  <a:lnTo>
                    <a:pt x="32" y="64"/>
                  </a:lnTo>
                  <a:lnTo>
                    <a:pt x="28" y="64"/>
                  </a:lnTo>
                  <a:lnTo>
                    <a:pt x="28" y="68"/>
                  </a:lnTo>
                  <a:lnTo>
                    <a:pt x="26" y="68"/>
                  </a:lnTo>
                  <a:lnTo>
                    <a:pt x="22" y="68"/>
                  </a:lnTo>
                  <a:lnTo>
                    <a:pt x="22" y="72"/>
                  </a:lnTo>
                  <a:lnTo>
                    <a:pt x="22" y="68"/>
                  </a:lnTo>
                  <a:lnTo>
                    <a:pt x="18" y="68"/>
                  </a:lnTo>
                  <a:lnTo>
                    <a:pt x="22" y="64"/>
                  </a:lnTo>
                  <a:lnTo>
                    <a:pt x="18" y="64"/>
                  </a:lnTo>
                  <a:lnTo>
                    <a:pt x="14" y="64"/>
                  </a:lnTo>
                  <a:lnTo>
                    <a:pt x="14" y="60"/>
                  </a:lnTo>
                  <a:lnTo>
                    <a:pt x="14" y="64"/>
                  </a:lnTo>
                  <a:lnTo>
                    <a:pt x="10" y="64"/>
                  </a:lnTo>
                  <a:lnTo>
                    <a:pt x="10" y="60"/>
                  </a:lnTo>
                  <a:lnTo>
                    <a:pt x="6" y="60"/>
                  </a:lnTo>
                  <a:lnTo>
                    <a:pt x="10" y="60"/>
                  </a:lnTo>
                  <a:lnTo>
                    <a:pt x="6" y="60"/>
                  </a:lnTo>
                  <a:lnTo>
                    <a:pt x="10" y="60"/>
                  </a:lnTo>
                  <a:lnTo>
                    <a:pt x="10" y="64"/>
                  </a:lnTo>
                  <a:lnTo>
                    <a:pt x="6" y="64"/>
                  </a:lnTo>
                  <a:lnTo>
                    <a:pt x="4" y="64"/>
                  </a:lnTo>
                  <a:lnTo>
                    <a:pt x="0" y="64"/>
                  </a:lnTo>
                  <a:lnTo>
                    <a:pt x="0" y="60"/>
                  </a:lnTo>
                  <a:lnTo>
                    <a:pt x="4" y="56"/>
                  </a:lnTo>
                  <a:lnTo>
                    <a:pt x="0" y="52"/>
                  </a:lnTo>
                  <a:lnTo>
                    <a:pt x="0" y="50"/>
                  </a:lnTo>
                  <a:lnTo>
                    <a:pt x="0" y="46"/>
                  </a:lnTo>
                  <a:lnTo>
                    <a:pt x="0" y="42"/>
                  </a:lnTo>
                  <a:lnTo>
                    <a:pt x="0" y="38"/>
                  </a:lnTo>
                  <a:lnTo>
                    <a:pt x="0" y="34"/>
                  </a:lnTo>
                  <a:lnTo>
                    <a:pt x="4" y="30"/>
                  </a:lnTo>
                  <a:lnTo>
                    <a:pt x="4" y="26"/>
                  </a:lnTo>
                  <a:lnTo>
                    <a:pt x="4" y="22"/>
                  </a:lnTo>
                  <a:lnTo>
                    <a:pt x="6" y="22"/>
                  </a:lnTo>
                  <a:lnTo>
                    <a:pt x="6" y="20"/>
                  </a:lnTo>
                  <a:lnTo>
                    <a:pt x="10" y="20"/>
                  </a:lnTo>
                  <a:lnTo>
                    <a:pt x="14" y="20"/>
                  </a:lnTo>
                  <a:lnTo>
                    <a:pt x="14" y="16"/>
                  </a:lnTo>
                  <a:lnTo>
                    <a:pt x="14" y="20"/>
                  </a:lnTo>
                  <a:lnTo>
                    <a:pt x="18" y="20"/>
                  </a:lnTo>
                  <a:lnTo>
                    <a:pt x="14" y="20"/>
                  </a:lnTo>
                  <a:lnTo>
                    <a:pt x="14" y="22"/>
                  </a:lnTo>
                  <a:lnTo>
                    <a:pt x="18" y="22"/>
                  </a:lnTo>
                  <a:lnTo>
                    <a:pt x="18" y="20"/>
                  </a:lnTo>
                  <a:lnTo>
                    <a:pt x="18" y="16"/>
                  </a:lnTo>
                  <a:lnTo>
                    <a:pt x="18" y="12"/>
                  </a:lnTo>
                  <a:lnTo>
                    <a:pt x="22" y="12"/>
                  </a:lnTo>
                  <a:lnTo>
                    <a:pt x="22" y="16"/>
                  </a:lnTo>
                  <a:lnTo>
                    <a:pt x="26" y="16"/>
                  </a:lnTo>
                  <a:lnTo>
                    <a:pt x="26" y="12"/>
                  </a:lnTo>
                  <a:lnTo>
                    <a:pt x="22" y="12"/>
                  </a:lnTo>
                  <a:lnTo>
                    <a:pt x="22" y="8"/>
                  </a:lnTo>
                  <a:lnTo>
                    <a:pt x="22" y="4"/>
                  </a:lnTo>
                  <a:lnTo>
                    <a:pt x="26" y="4"/>
                  </a:lnTo>
                  <a:lnTo>
                    <a:pt x="28" y="4"/>
                  </a:lnTo>
                  <a:lnTo>
                    <a:pt x="32" y="8"/>
                  </a:lnTo>
                  <a:lnTo>
                    <a:pt x="32" y="4"/>
                  </a:lnTo>
                  <a:lnTo>
                    <a:pt x="28" y="4"/>
                  </a:lnTo>
                  <a:lnTo>
                    <a:pt x="32" y="0"/>
                  </a:lnTo>
                  <a:lnTo>
                    <a:pt x="36" y="0"/>
                  </a:lnTo>
                  <a:lnTo>
                    <a:pt x="36" y="4"/>
                  </a:lnTo>
                  <a:lnTo>
                    <a:pt x="36" y="8"/>
                  </a:lnTo>
                  <a:lnTo>
                    <a:pt x="40" y="8"/>
                  </a:lnTo>
                  <a:lnTo>
                    <a:pt x="40" y="4"/>
                  </a:lnTo>
                  <a:lnTo>
                    <a:pt x="44" y="4"/>
                  </a:lnTo>
                  <a:lnTo>
                    <a:pt x="44" y="0"/>
                  </a:lnTo>
                  <a:lnTo>
                    <a:pt x="48" y="0"/>
                  </a:lnTo>
                  <a:lnTo>
                    <a:pt x="48" y="4"/>
                  </a:lnTo>
                  <a:lnTo>
                    <a:pt x="48" y="8"/>
                  </a:lnTo>
                  <a:lnTo>
                    <a:pt x="44" y="12"/>
                  </a:lnTo>
                  <a:lnTo>
                    <a:pt x="40" y="12"/>
                  </a:lnTo>
                  <a:lnTo>
                    <a:pt x="40" y="16"/>
                  </a:lnTo>
                  <a:lnTo>
                    <a:pt x="36" y="16"/>
                  </a:lnTo>
                  <a:lnTo>
                    <a:pt x="36" y="16"/>
                  </a:lnTo>
                  <a:lnTo>
                    <a:pt x="36"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sp>
          <p:nvSpPr>
            <p:cNvPr id="431" name="Freeform 227"/>
            <p:cNvSpPr>
              <a:spLocks noChangeAspect="1" noEditPoints="1"/>
            </p:cNvSpPr>
            <p:nvPr/>
          </p:nvSpPr>
          <p:spPr bwMode="gray">
            <a:xfrm>
              <a:off x="6480074" y="3392663"/>
              <a:ext cx="720055" cy="928765"/>
            </a:xfrm>
            <a:custGeom>
              <a:avLst/>
              <a:gdLst>
                <a:gd name="T0" fmla="*/ 34 w 414"/>
                <a:gd name="T1" fmla="*/ 226 h 534"/>
                <a:gd name="T2" fmla="*/ 26 w 414"/>
                <a:gd name="T3" fmla="*/ 198 h 534"/>
                <a:gd name="T4" fmla="*/ 30 w 414"/>
                <a:gd name="T5" fmla="*/ 162 h 534"/>
                <a:gd name="T6" fmla="*/ 60 w 414"/>
                <a:gd name="T7" fmla="*/ 146 h 534"/>
                <a:gd name="T8" fmla="*/ 90 w 414"/>
                <a:gd name="T9" fmla="*/ 106 h 534"/>
                <a:gd name="T10" fmla="*/ 92 w 414"/>
                <a:gd name="T11" fmla="*/ 80 h 534"/>
                <a:gd name="T12" fmla="*/ 76 w 414"/>
                <a:gd name="T13" fmla="*/ 42 h 534"/>
                <a:gd name="T14" fmla="*/ 122 w 414"/>
                <a:gd name="T15" fmla="*/ 20 h 534"/>
                <a:gd name="T16" fmla="*/ 140 w 414"/>
                <a:gd name="T17" fmla="*/ 28 h 534"/>
                <a:gd name="T18" fmla="*/ 156 w 414"/>
                <a:gd name="T19" fmla="*/ 68 h 534"/>
                <a:gd name="T20" fmla="*/ 148 w 414"/>
                <a:gd name="T21" fmla="*/ 94 h 534"/>
                <a:gd name="T22" fmla="*/ 178 w 414"/>
                <a:gd name="T23" fmla="*/ 116 h 534"/>
                <a:gd name="T24" fmla="*/ 170 w 414"/>
                <a:gd name="T25" fmla="*/ 150 h 534"/>
                <a:gd name="T26" fmla="*/ 212 w 414"/>
                <a:gd name="T27" fmla="*/ 170 h 534"/>
                <a:gd name="T28" fmla="*/ 242 w 414"/>
                <a:gd name="T29" fmla="*/ 184 h 534"/>
                <a:gd name="T30" fmla="*/ 278 w 414"/>
                <a:gd name="T31" fmla="*/ 188 h 534"/>
                <a:gd name="T32" fmla="*/ 290 w 414"/>
                <a:gd name="T33" fmla="*/ 162 h 534"/>
                <a:gd name="T34" fmla="*/ 316 w 414"/>
                <a:gd name="T35" fmla="*/ 184 h 534"/>
                <a:gd name="T36" fmla="*/ 334 w 414"/>
                <a:gd name="T37" fmla="*/ 166 h 534"/>
                <a:gd name="T38" fmla="*/ 372 w 414"/>
                <a:gd name="T39" fmla="*/ 140 h 534"/>
                <a:gd name="T40" fmla="*/ 394 w 414"/>
                <a:gd name="T41" fmla="*/ 140 h 534"/>
                <a:gd name="T42" fmla="*/ 410 w 414"/>
                <a:gd name="T43" fmla="*/ 166 h 534"/>
                <a:gd name="T44" fmla="*/ 380 w 414"/>
                <a:gd name="T45" fmla="*/ 188 h 534"/>
                <a:gd name="T46" fmla="*/ 364 w 414"/>
                <a:gd name="T47" fmla="*/ 236 h 534"/>
                <a:gd name="T48" fmla="*/ 350 w 414"/>
                <a:gd name="T49" fmla="*/ 256 h 534"/>
                <a:gd name="T50" fmla="*/ 338 w 414"/>
                <a:gd name="T51" fmla="*/ 248 h 534"/>
                <a:gd name="T52" fmla="*/ 328 w 414"/>
                <a:gd name="T53" fmla="*/ 244 h 534"/>
                <a:gd name="T54" fmla="*/ 342 w 414"/>
                <a:gd name="T55" fmla="*/ 218 h 534"/>
                <a:gd name="T56" fmla="*/ 304 w 414"/>
                <a:gd name="T57" fmla="*/ 198 h 534"/>
                <a:gd name="T58" fmla="*/ 286 w 414"/>
                <a:gd name="T59" fmla="*/ 184 h 534"/>
                <a:gd name="T60" fmla="*/ 286 w 414"/>
                <a:gd name="T61" fmla="*/ 214 h 534"/>
                <a:gd name="T62" fmla="*/ 286 w 414"/>
                <a:gd name="T63" fmla="*/ 236 h 534"/>
                <a:gd name="T64" fmla="*/ 290 w 414"/>
                <a:gd name="T65" fmla="*/ 270 h 534"/>
                <a:gd name="T66" fmla="*/ 282 w 414"/>
                <a:gd name="T67" fmla="*/ 274 h 534"/>
                <a:gd name="T68" fmla="*/ 268 w 414"/>
                <a:gd name="T69" fmla="*/ 278 h 534"/>
                <a:gd name="T70" fmla="*/ 248 w 414"/>
                <a:gd name="T71" fmla="*/ 306 h 534"/>
                <a:gd name="T72" fmla="*/ 230 w 414"/>
                <a:gd name="T73" fmla="*/ 318 h 534"/>
                <a:gd name="T74" fmla="*/ 200 w 414"/>
                <a:gd name="T75" fmla="*/ 352 h 534"/>
                <a:gd name="T76" fmla="*/ 178 w 414"/>
                <a:gd name="T77" fmla="*/ 378 h 534"/>
                <a:gd name="T78" fmla="*/ 170 w 414"/>
                <a:gd name="T79" fmla="*/ 412 h 534"/>
                <a:gd name="T80" fmla="*/ 162 w 414"/>
                <a:gd name="T81" fmla="*/ 442 h 534"/>
                <a:gd name="T82" fmla="*/ 152 w 414"/>
                <a:gd name="T83" fmla="*/ 478 h 534"/>
                <a:gd name="T84" fmla="*/ 126 w 414"/>
                <a:gd name="T85" fmla="*/ 508 h 534"/>
                <a:gd name="T86" fmla="*/ 114 w 414"/>
                <a:gd name="T87" fmla="*/ 486 h 534"/>
                <a:gd name="T88" fmla="*/ 96 w 414"/>
                <a:gd name="T89" fmla="*/ 442 h 534"/>
                <a:gd name="T90" fmla="*/ 86 w 414"/>
                <a:gd name="T91" fmla="*/ 396 h 534"/>
                <a:gd name="T92" fmla="*/ 70 w 414"/>
                <a:gd name="T93" fmla="*/ 358 h 534"/>
                <a:gd name="T94" fmla="*/ 62 w 414"/>
                <a:gd name="T95" fmla="*/ 322 h 534"/>
                <a:gd name="T96" fmla="*/ 62 w 414"/>
                <a:gd name="T97" fmla="*/ 286 h 534"/>
                <a:gd name="T98" fmla="*/ 60 w 414"/>
                <a:gd name="T99" fmla="*/ 270 h 534"/>
                <a:gd name="T100" fmla="*/ 56 w 414"/>
                <a:gd name="T101" fmla="*/ 270 h 534"/>
                <a:gd name="T102" fmla="*/ 22 w 414"/>
                <a:gd name="T103" fmla="*/ 282 h 534"/>
                <a:gd name="T104" fmla="*/ 30 w 414"/>
                <a:gd name="T105" fmla="*/ 256 h 534"/>
                <a:gd name="T106" fmla="*/ 4 w 414"/>
                <a:gd name="T107" fmla="*/ 240 h 534"/>
                <a:gd name="T108" fmla="*/ 346 w 414"/>
                <a:gd name="T109" fmla="*/ 442 h 534"/>
                <a:gd name="T110" fmla="*/ 346 w 414"/>
                <a:gd name="T111" fmla="*/ 490 h 534"/>
                <a:gd name="T112" fmla="*/ 354 w 414"/>
                <a:gd name="T113" fmla="*/ 512 h 534"/>
                <a:gd name="T114" fmla="*/ 350 w 414"/>
                <a:gd name="T115" fmla="*/ 426 h 534"/>
                <a:gd name="T116" fmla="*/ 346 w 414"/>
                <a:gd name="T117" fmla="*/ 438 h 534"/>
                <a:gd name="T118" fmla="*/ 346 w 414"/>
                <a:gd name="T119" fmla="*/ 442 h 534"/>
                <a:gd name="T120" fmla="*/ 360 w 414"/>
                <a:gd name="T121" fmla="*/ 528 h 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14" h="534">
                  <a:moveTo>
                    <a:pt x="0" y="236"/>
                  </a:moveTo>
                  <a:lnTo>
                    <a:pt x="0" y="232"/>
                  </a:lnTo>
                  <a:lnTo>
                    <a:pt x="4" y="232"/>
                  </a:lnTo>
                  <a:lnTo>
                    <a:pt x="6" y="232"/>
                  </a:lnTo>
                  <a:lnTo>
                    <a:pt x="6" y="228"/>
                  </a:lnTo>
                  <a:lnTo>
                    <a:pt x="6" y="226"/>
                  </a:lnTo>
                  <a:lnTo>
                    <a:pt x="10" y="226"/>
                  </a:lnTo>
                  <a:lnTo>
                    <a:pt x="10" y="228"/>
                  </a:lnTo>
                  <a:lnTo>
                    <a:pt x="14" y="228"/>
                  </a:lnTo>
                  <a:lnTo>
                    <a:pt x="18" y="228"/>
                  </a:lnTo>
                  <a:lnTo>
                    <a:pt x="22" y="228"/>
                  </a:lnTo>
                  <a:lnTo>
                    <a:pt x="26" y="228"/>
                  </a:lnTo>
                  <a:lnTo>
                    <a:pt x="26" y="226"/>
                  </a:lnTo>
                  <a:lnTo>
                    <a:pt x="30" y="226"/>
                  </a:lnTo>
                  <a:lnTo>
                    <a:pt x="34" y="226"/>
                  </a:lnTo>
                  <a:lnTo>
                    <a:pt x="34" y="228"/>
                  </a:lnTo>
                  <a:lnTo>
                    <a:pt x="36" y="228"/>
                  </a:lnTo>
                  <a:lnTo>
                    <a:pt x="36" y="226"/>
                  </a:lnTo>
                  <a:lnTo>
                    <a:pt x="40" y="226"/>
                  </a:lnTo>
                  <a:lnTo>
                    <a:pt x="36" y="226"/>
                  </a:lnTo>
                  <a:lnTo>
                    <a:pt x="36" y="222"/>
                  </a:lnTo>
                  <a:lnTo>
                    <a:pt x="40" y="222"/>
                  </a:lnTo>
                  <a:lnTo>
                    <a:pt x="36" y="218"/>
                  </a:lnTo>
                  <a:lnTo>
                    <a:pt x="36" y="214"/>
                  </a:lnTo>
                  <a:lnTo>
                    <a:pt x="36" y="210"/>
                  </a:lnTo>
                  <a:lnTo>
                    <a:pt x="34" y="210"/>
                  </a:lnTo>
                  <a:lnTo>
                    <a:pt x="34" y="206"/>
                  </a:lnTo>
                  <a:lnTo>
                    <a:pt x="34" y="202"/>
                  </a:lnTo>
                  <a:lnTo>
                    <a:pt x="30" y="202"/>
                  </a:lnTo>
                  <a:lnTo>
                    <a:pt x="26" y="198"/>
                  </a:lnTo>
                  <a:lnTo>
                    <a:pt x="26" y="196"/>
                  </a:lnTo>
                  <a:lnTo>
                    <a:pt x="26" y="192"/>
                  </a:lnTo>
                  <a:lnTo>
                    <a:pt x="26" y="188"/>
                  </a:lnTo>
                  <a:lnTo>
                    <a:pt x="26" y="184"/>
                  </a:lnTo>
                  <a:lnTo>
                    <a:pt x="22" y="184"/>
                  </a:lnTo>
                  <a:lnTo>
                    <a:pt x="18" y="184"/>
                  </a:lnTo>
                  <a:lnTo>
                    <a:pt x="18" y="180"/>
                  </a:lnTo>
                  <a:lnTo>
                    <a:pt x="18" y="176"/>
                  </a:lnTo>
                  <a:lnTo>
                    <a:pt x="18" y="172"/>
                  </a:lnTo>
                  <a:lnTo>
                    <a:pt x="22" y="172"/>
                  </a:lnTo>
                  <a:lnTo>
                    <a:pt x="22" y="170"/>
                  </a:lnTo>
                  <a:lnTo>
                    <a:pt x="26" y="170"/>
                  </a:lnTo>
                  <a:lnTo>
                    <a:pt x="26" y="166"/>
                  </a:lnTo>
                  <a:lnTo>
                    <a:pt x="26" y="162"/>
                  </a:lnTo>
                  <a:lnTo>
                    <a:pt x="30" y="162"/>
                  </a:lnTo>
                  <a:lnTo>
                    <a:pt x="30" y="158"/>
                  </a:lnTo>
                  <a:lnTo>
                    <a:pt x="34" y="158"/>
                  </a:lnTo>
                  <a:lnTo>
                    <a:pt x="34" y="162"/>
                  </a:lnTo>
                  <a:lnTo>
                    <a:pt x="34" y="166"/>
                  </a:lnTo>
                  <a:lnTo>
                    <a:pt x="36" y="166"/>
                  </a:lnTo>
                  <a:lnTo>
                    <a:pt x="40" y="166"/>
                  </a:lnTo>
                  <a:lnTo>
                    <a:pt x="40" y="162"/>
                  </a:lnTo>
                  <a:lnTo>
                    <a:pt x="44" y="162"/>
                  </a:lnTo>
                  <a:lnTo>
                    <a:pt x="48" y="162"/>
                  </a:lnTo>
                  <a:lnTo>
                    <a:pt x="52" y="162"/>
                  </a:lnTo>
                  <a:lnTo>
                    <a:pt x="52" y="158"/>
                  </a:lnTo>
                  <a:lnTo>
                    <a:pt x="56" y="154"/>
                  </a:lnTo>
                  <a:lnTo>
                    <a:pt x="56" y="150"/>
                  </a:lnTo>
                  <a:lnTo>
                    <a:pt x="56" y="146"/>
                  </a:lnTo>
                  <a:lnTo>
                    <a:pt x="60" y="146"/>
                  </a:lnTo>
                  <a:lnTo>
                    <a:pt x="60" y="142"/>
                  </a:lnTo>
                  <a:lnTo>
                    <a:pt x="62" y="142"/>
                  </a:lnTo>
                  <a:lnTo>
                    <a:pt x="66" y="142"/>
                  </a:lnTo>
                  <a:lnTo>
                    <a:pt x="66" y="140"/>
                  </a:lnTo>
                  <a:lnTo>
                    <a:pt x="70" y="132"/>
                  </a:lnTo>
                  <a:lnTo>
                    <a:pt x="70" y="128"/>
                  </a:lnTo>
                  <a:lnTo>
                    <a:pt x="74" y="124"/>
                  </a:lnTo>
                  <a:lnTo>
                    <a:pt x="78" y="124"/>
                  </a:lnTo>
                  <a:lnTo>
                    <a:pt x="82" y="120"/>
                  </a:lnTo>
                  <a:lnTo>
                    <a:pt x="82" y="116"/>
                  </a:lnTo>
                  <a:lnTo>
                    <a:pt x="78" y="116"/>
                  </a:lnTo>
                  <a:lnTo>
                    <a:pt x="82" y="112"/>
                  </a:lnTo>
                  <a:lnTo>
                    <a:pt x="86" y="110"/>
                  </a:lnTo>
                  <a:lnTo>
                    <a:pt x="86" y="106"/>
                  </a:lnTo>
                  <a:lnTo>
                    <a:pt x="90" y="106"/>
                  </a:lnTo>
                  <a:lnTo>
                    <a:pt x="92" y="102"/>
                  </a:lnTo>
                  <a:lnTo>
                    <a:pt x="90" y="102"/>
                  </a:lnTo>
                  <a:lnTo>
                    <a:pt x="90" y="106"/>
                  </a:lnTo>
                  <a:lnTo>
                    <a:pt x="90" y="102"/>
                  </a:lnTo>
                  <a:lnTo>
                    <a:pt x="90" y="98"/>
                  </a:lnTo>
                  <a:lnTo>
                    <a:pt x="90" y="94"/>
                  </a:lnTo>
                  <a:lnTo>
                    <a:pt x="90" y="90"/>
                  </a:lnTo>
                  <a:lnTo>
                    <a:pt x="90" y="86"/>
                  </a:lnTo>
                  <a:lnTo>
                    <a:pt x="92" y="86"/>
                  </a:lnTo>
                  <a:lnTo>
                    <a:pt x="96" y="86"/>
                  </a:lnTo>
                  <a:lnTo>
                    <a:pt x="100" y="86"/>
                  </a:lnTo>
                  <a:lnTo>
                    <a:pt x="100" y="82"/>
                  </a:lnTo>
                  <a:lnTo>
                    <a:pt x="100" y="80"/>
                  </a:lnTo>
                  <a:lnTo>
                    <a:pt x="96" y="80"/>
                  </a:lnTo>
                  <a:lnTo>
                    <a:pt x="92" y="80"/>
                  </a:lnTo>
                  <a:lnTo>
                    <a:pt x="92" y="80"/>
                  </a:lnTo>
                  <a:lnTo>
                    <a:pt x="90" y="80"/>
                  </a:lnTo>
                  <a:lnTo>
                    <a:pt x="88" y="78"/>
                  </a:lnTo>
                  <a:lnTo>
                    <a:pt x="86" y="78"/>
                  </a:lnTo>
                  <a:lnTo>
                    <a:pt x="84" y="76"/>
                  </a:lnTo>
                  <a:lnTo>
                    <a:pt x="82" y="76"/>
                  </a:lnTo>
                  <a:lnTo>
                    <a:pt x="80" y="72"/>
                  </a:lnTo>
                  <a:lnTo>
                    <a:pt x="78" y="72"/>
                  </a:lnTo>
                  <a:lnTo>
                    <a:pt x="76" y="70"/>
                  </a:lnTo>
                  <a:lnTo>
                    <a:pt x="76" y="66"/>
                  </a:lnTo>
                  <a:lnTo>
                    <a:pt x="76" y="62"/>
                  </a:lnTo>
                  <a:lnTo>
                    <a:pt x="76" y="58"/>
                  </a:lnTo>
                  <a:lnTo>
                    <a:pt x="74" y="54"/>
                  </a:lnTo>
                  <a:lnTo>
                    <a:pt x="74" y="48"/>
                  </a:lnTo>
                  <a:lnTo>
                    <a:pt x="76" y="42"/>
                  </a:lnTo>
                  <a:lnTo>
                    <a:pt x="84" y="36"/>
                  </a:lnTo>
                  <a:lnTo>
                    <a:pt x="66" y="22"/>
                  </a:lnTo>
                  <a:lnTo>
                    <a:pt x="62" y="18"/>
                  </a:lnTo>
                  <a:lnTo>
                    <a:pt x="66" y="10"/>
                  </a:lnTo>
                  <a:lnTo>
                    <a:pt x="78" y="4"/>
                  </a:lnTo>
                  <a:lnTo>
                    <a:pt x="88" y="2"/>
                  </a:lnTo>
                  <a:lnTo>
                    <a:pt x="92" y="0"/>
                  </a:lnTo>
                  <a:lnTo>
                    <a:pt x="100" y="0"/>
                  </a:lnTo>
                  <a:lnTo>
                    <a:pt x="104" y="4"/>
                  </a:lnTo>
                  <a:lnTo>
                    <a:pt x="114" y="12"/>
                  </a:lnTo>
                  <a:lnTo>
                    <a:pt x="118" y="18"/>
                  </a:lnTo>
                  <a:lnTo>
                    <a:pt x="118" y="18"/>
                  </a:lnTo>
                  <a:lnTo>
                    <a:pt x="120" y="18"/>
                  </a:lnTo>
                  <a:lnTo>
                    <a:pt x="120" y="18"/>
                  </a:lnTo>
                  <a:lnTo>
                    <a:pt x="122" y="20"/>
                  </a:lnTo>
                  <a:lnTo>
                    <a:pt x="124" y="20"/>
                  </a:lnTo>
                  <a:lnTo>
                    <a:pt x="124" y="20"/>
                  </a:lnTo>
                  <a:lnTo>
                    <a:pt x="128" y="22"/>
                  </a:lnTo>
                  <a:lnTo>
                    <a:pt x="126" y="26"/>
                  </a:lnTo>
                  <a:lnTo>
                    <a:pt x="126" y="26"/>
                  </a:lnTo>
                  <a:lnTo>
                    <a:pt x="130" y="26"/>
                  </a:lnTo>
                  <a:lnTo>
                    <a:pt x="132" y="28"/>
                  </a:lnTo>
                  <a:lnTo>
                    <a:pt x="132" y="28"/>
                  </a:lnTo>
                  <a:lnTo>
                    <a:pt x="132" y="28"/>
                  </a:lnTo>
                  <a:lnTo>
                    <a:pt x="130" y="28"/>
                  </a:lnTo>
                  <a:lnTo>
                    <a:pt x="130" y="28"/>
                  </a:lnTo>
                  <a:lnTo>
                    <a:pt x="132" y="30"/>
                  </a:lnTo>
                  <a:lnTo>
                    <a:pt x="132" y="30"/>
                  </a:lnTo>
                  <a:lnTo>
                    <a:pt x="132" y="30"/>
                  </a:lnTo>
                  <a:lnTo>
                    <a:pt x="140" y="28"/>
                  </a:lnTo>
                  <a:lnTo>
                    <a:pt x="142" y="26"/>
                  </a:lnTo>
                  <a:lnTo>
                    <a:pt x="148" y="24"/>
                  </a:lnTo>
                  <a:lnTo>
                    <a:pt x="152" y="24"/>
                  </a:lnTo>
                  <a:lnTo>
                    <a:pt x="158" y="22"/>
                  </a:lnTo>
                  <a:lnTo>
                    <a:pt x="168" y="30"/>
                  </a:lnTo>
                  <a:lnTo>
                    <a:pt x="168" y="36"/>
                  </a:lnTo>
                  <a:lnTo>
                    <a:pt x="166" y="44"/>
                  </a:lnTo>
                  <a:lnTo>
                    <a:pt x="158" y="52"/>
                  </a:lnTo>
                  <a:lnTo>
                    <a:pt x="156" y="54"/>
                  </a:lnTo>
                  <a:lnTo>
                    <a:pt x="148" y="54"/>
                  </a:lnTo>
                  <a:lnTo>
                    <a:pt x="148" y="60"/>
                  </a:lnTo>
                  <a:lnTo>
                    <a:pt x="152" y="60"/>
                  </a:lnTo>
                  <a:lnTo>
                    <a:pt x="152" y="64"/>
                  </a:lnTo>
                  <a:lnTo>
                    <a:pt x="156" y="64"/>
                  </a:lnTo>
                  <a:lnTo>
                    <a:pt x="156" y="68"/>
                  </a:lnTo>
                  <a:lnTo>
                    <a:pt x="156" y="72"/>
                  </a:lnTo>
                  <a:lnTo>
                    <a:pt x="160" y="72"/>
                  </a:lnTo>
                  <a:lnTo>
                    <a:pt x="160" y="76"/>
                  </a:lnTo>
                  <a:lnTo>
                    <a:pt x="156" y="80"/>
                  </a:lnTo>
                  <a:lnTo>
                    <a:pt x="156" y="76"/>
                  </a:lnTo>
                  <a:lnTo>
                    <a:pt x="152" y="80"/>
                  </a:lnTo>
                  <a:lnTo>
                    <a:pt x="148" y="80"/>
                  </a:lnTo>
                  <a:lnTo>
                    <a:pt x="148" y="76"/>
                  </a:lnTo>
                  <a:lnTo>
                    <a:pt x="144" y="76"/>
                  </a:lnTo>
                  <a:lnTo>
                    <a:pt x="144" y="80"/>
                  </a:lnTo>
                  <a:lnTo>
                    <a:pt x="144" y="82"/>
                  </a:lnTo>
                  <a:lnTo>
                    <a:pt x="144" y="86"/>
                  </a:lnTo>
                  <a:lnTo>
                    <a:pt x="148" y="86"/>
                  </a:lnTo>
                  <a:lnTo>
                    <a:pt x="148" y="90"/>
                  </a:lnTo>
                  <a:lnTo>
                    <a:pt x="148" y="94"/>
                  </a:lnTo>
                  <a:lnTo>
                    <a:pt x="148" y="98"/>
                  </a:lnTo>
                  <a:lnTo>
                    <a:pt x="148" y="102"/>
                  </a:lnTo>
                  <a:lnTo>
                    <a:pt x="148" y="98"/>
                  </a:lnTo>
                  <a:lnTo>
                    <a:pt x="152" y="98"/>
                  </a:lnTo>
                  <a:lnTo>
                    <a:pt x="156" y="98"/>
                  </a:lnTo>
                  <a:lnTo>
                    <a:pt x="156" y="102"/>
                  </a:lnTo>
                  <a:lnTo>
                    <a:pt x="156" y="106"/>
                  </a:lnTo>
                  <a:lnTo>
                    <a:pt x="160" y="106"/>
                  </a:lnTo>
                  <a:lnTo>
                    <a:pt x="162" y="106"/>
                  </a:lnTo>
                  <a:lnTo>
                    <a:pt x="166" y="110"/>
                  </a:lnTo>
                  <a:lnTo>
                    <a:pt x="170" y="110"/>
                  </a:lnTo>
                  <a:lnTo>
                    <a:pt x="166" y="112"/>
                  </a:lnTo>
                  <a:lnTo>
                    <a:pt x="170" y="112"/>
                  </a:lnTo>
                  <a:lnTo>
                    <a:pt x="174" y="116"/>
                  </a:lnTo>
                  <a:lnTo>
                    <a:pt x="178" y="116"/>
                  </a:lnTo>
                  <a:lnTo>
                    <a:pt x="178" y="120"/>
                  </a:lnTo>
                  <a:lnTo>
                    <a:pt x="182" y="120"/>
                  </a:lnTo>
                  <a:lnTo>
                    <a:pt x="178" y="120"/>
                  </a:lnTo>
                  <a:lnTo>
                    <a:pt x="174" y="124"/>
                  </a:lnTo>
                  <a:lnTo>
                    <a:pt x="174" y="128"/>
                  </a:lnTo>
                  <a:lnTo>
                    <a:pt x="170" y="128"/>
                  </a:lnTo>
                  <a:lnTo>
                    <a:pt x="170" y="132"/>
                  </a:lnTo>
                  <a:lnTo>
                    <a:pt x="166" y="136"/>
                  </a:lnTo>
                  <a:lnTo>
                    <a:pt x="170" y="136"/>
                  </a:lnTo>
                  <a:lnTo>
                    <a:pt x="170" y="140"/>
                  </a:lnTo>
                  <a:lnTo>
                    <a:pt x="166" y="140"/>
                  </a:lnTo>
                  <a:lnTo>
                    <a:pt x="166" y="142"/>
                  </a:lnTo>
                  <a:lnTo>
                    <a:pt x="166" y="146"/>
                  </a:lnTo>
                  <a:lnTo>
                    <a:pt x="170" y="146"/>
                  </a:lnTo>
                  <a:lnTo>
                    <a:pt x="170" y="150"/>
                  </a:lnTo>
                  <a:lnTo>
                    <a:pt x="174" y="150"/>
                  </a:lnTo>
                  <a:lnTo>
                    <a:pt x="174" y="146"/>
                  </a:lnTo>
                  <a:lnTo>
                    <a:pt x="174" y="150"/>
                  </a:lnTo>
                  <a:lnTo>
                    <a:pt x="178" y="150"/>
                  </a:lnTo>
                  <a:lnTo>
                    <a:pt x="182" y="154"/>
                  </a:lnTo>
                  <a:lnTo>
                    <a:pt x="186" y="158"/>
                  </a:lnTo>
                  <a:lnTo>
                    <a:pt x="190" y="162"/>
                  </a:lnTo>
                  <a:lnTo>
                    <a:pt x="192" y="162"/>
                  </a:lnTo>
                  <a:lnTo>
                    <a:pt x="196" y="162"/>
                  </a:lnTo>
                  <a:lnTo>
                    <a:pt x="196" y="166"/>
                  </a:lnTo>
                  <a:lnTo>
                    <a:pt x="200" y="166"/>
                  </a:lnTo>
                  <a:lnTo>
                    <a:pt x="204" y="166"/>
                  </a:lnTo>
                  <a:lnTo>
                    <a:pt x="204" y="170"/>
                  </a:lnTo>
                  <a:lnTo>
                    <a:pt x="208" y="170"/>
                  </a:lnTo>
                  <a:lnTo>
                    <a:pt x="212" y="170"/>
                  </a:lnTo>
                  <a:lnTo>
                    <a:pt x="212" y="172"/>
                  </a:lnTo>
                  <a:lnTo>
                    <a:pt x="212" y="170"/>
                  </a:lnTo>
                  <a:lnTo>
                    <a:pt x="216" y="170"/>
                  </a:lnTo>
                  <a:lnTo>
                    <a:pt x="218" y="170"/>
                  </a:lnTo>
                  <a:lnTo>
                    <a:pt x="218" y="172"/>
                  </a:lnTo>
                  <a:lnTo>
                    <a:pt x="218" y="170"/>
                  </a:lnTo>
                  <a:lnTo>
                    <a:pt x="222" y="170"/>
                  </a:lnTo>
                  <a:lnTo>
                    <a:pt x="226" y="172"/>
                  </a:lnTo>
                  <a:lnTo>
                    <a:pt x="230" y="172"/>
                  </a:lnTo>
                  <a:lnTo>
                    <a:pt x="230" y="176"/>
                  </a:lnTo>
                  <a:lnTo>
                    <a:pt x="234" y="176"/>
                  </a:lnTo>
                  <a:lnTo>
                    <a:pt x="234" y="180"/>
                  </a:lnTo>
                  <a:lnTo>
                    <a:pt x="238" y="180"/>
                  </a:lnTo>
                  <a:lnTo>
                    <a:pt x="238" y="184"/>
                  </a:lnTo>
                  <a:lnTo>
                    <a:pt x="242" y="184"/>
                  </a:lnTo>
                  <a:lnTo>
                    <a:pt x="242" y="180"/>
                  </a:lnTo>
                  <a:lnTo>
                    <a:pt x="246" y="180"/>
                  </a:lnTo>
                  <a:lnTo>
                    <a:pt x="246" y="184"/>
                  </a:lnTo>
                  <a:lnTo>
                    <a:pt x="248" y="188"/>
                  </a:lnTo>
                  <a:lnTo>
                    <a:pt x="248" y="184"/>
                  </a:lnTo>
                  <a:lnTo>
                    <a:pt x="252" y="184"/>
                  </a:lnTo>
                  <a:lnTo>
                    <a:pt x="256" y="184"/>
                  </a:lnTo>
                  <a:lnTo>
                    <a:pt x="256" y="188"/>
                  </a:lnTo>
                  <a:lnTo>
                    <a:pt x="260" y="188"/>
                  </a:lnTo>
                  <a:lnTo>
                    <a:pt x="264" y="188"/>
                  </a:lnTo>
                  <a:lnTo>
                    <a:pt x="268" y="188"/>
                  </a:lnTo>
                  <a:lnTo>
                    <a:pt x="268" y="192"/>
                  </a:lnTo>
                  <a:lnTo>
                    <a:pt x="272" y="188"/>
                  </a:lnTo>
                  <a:lnTo>
                    <a:pt x="274" y="188"/>
                  </a:lnTo>
                  <a:lnTo>
                    <a:pt x="278" y="188"/>
                  </a:lnTo>
                  <a:lnTo>
                    <a:pt x="278" y="192"/>
                  </a:lnTo>
                  <a:lnTo>
                    <a:pt x="278" y="188"/>
                  </a:lnTo>
                  <a:lnTo>
                    <a:pt x="282" y="184"/>
                  </a:lnTo>
                  <a:lnTo>
                    <a:pt x="282" y="180"/>
                  </a:lnTo>
                  <a:lnTo>
                    <a:pt x="278" y="180"/>
                  </a:lnTo>
                  <a:lnTo>
                    <a:pt x="278" y="176"/>
                  </a:lnTo>
                  <a:lnTo>
                    <a:pt x="278" y="172"/>
                  </a:lnTo>
                  <a:lnTo>
                    <a:pt x="278" y="170"/>
                  </a:lnTo>
                  <a:lnTo>
                    <a:pt x="282" y="166"/>
                  </a:lnTo>
                  <a:lnTo>
                    <a:pt x="282" y="162"/>
                  </a:lnTo>
                  <a:lnTo>
                    <a:pt x="278" y="162"/>
                  </a:lnTo>
                  <a:lnTo>
                    <a:pt x="282" y="162"/>
                  </a:lnTo>
                  <a:lnTo>
                    <a:pt x="286" y="158"/>
                  </a:lnTo>
                  <a:lnTo>
                    <a:pt x="290" y="158"/>
                  </a:lnTo>
                  <a:lnTo>
                    <a:pt x="290" y="162"/>
                  </a:lnTo>
                  <a:lnTo>
                    <a:pt x="290" y="166"/>
                  </a:lnTo>
                  <a:lnTo>
                    <a:pt x="290" y="170"/>
                  </a:lnTo>
                  <a:lnTo>
                    <a:pt x="290" y="172"/>
                  </a:lnTo>
                  <a:lnTo>
                    <a:pt x="290" y="176"/>
                  </a:lnTo>
                  <a:lnTo>
                    <a:pt x="290" y="180"/>
                  </a:lnTo>
                  <a:lnTo>
                    <a:pt x="294" y="180"/>
                  </a:lnTo>
                  <a:lnTo>
                    <a:pt x="298" y="180"/>
                  </a:lnTo>
                  <a:lnTo>
                    <a:pt x="302" y="180"/>
                  </a:lnTo>
                  <a:lnTo>
                    <a:pt x="302" y="184"/>
                  </a:lnTo>
                  <a:lnTo>
                    <a:pt x="304" y="184"/>
                  </a:lnTo>
                  <a:lnTo>
                    <a:pt x="308" y="184"/>
                  </a:lnTo>
                  <a:lnTo>
                    <a:pt x="308" y="180"/>
                  </a:lnTo>
                  <a:lnTo>
                    <a:pt x="312" y="180"/>
                  </a:lnTo>
                  <a:lnTo>
                    <a:pt x="316" y="180"/>
                  </a:lnTo>
                  <a:lnTo>
                    <a:pt x="316" y="184"/>
                  </a:lnTo>
                  <a:lnTo>
                    <a:pt x="320" y="184"/>
                  </a:lnTo>
                  <a:lnTo>
                    <a:pt x="324" y="180"/>
                  </a:lnTo>
                  <a:lnTo>
                    <a:pt x="324" y="184"/>
                  </a:lnTo>
                  <a:lnTo>
                    <a:pt x="328" y="184"/>
                  </a:lnTo>
                  <a:lnTo>
                    <a:pt x="328" y="180"/>
                  </a:lnTo>
                  <a:lnTo>
                    <a:pt x="332" y="180"/>
                  </a:lnTo>
                  <a:lnTo>
                    <a:pt x="334" y="180"/>
                  </a:lnTo>
                  <a:lnTo>
                    <a:pt x="338" y="180"/>
                  </a:lnTo>
                  <a:lnTo>
                    <a:pt x="334" y="176"/>
                  </a:lnTo>
                  <a:lnTo>
                    <a:pt x="338" y="172"/>
                  </a:lnTo>
                  <a:lnTo>
                    <a:pt x="334" y="172"/>
                  </a:lnTo>
                  <a:lnTo>
                    <a:pt x="334" y="170"/>
                  </a:lnTo>
                  <a:lnTo>
                    <a:pt x="332" y="170"/>
                  </a:lnTo>
                  <a:lnTo>
                    <a:pt x="332" y="166"/>
                  </a:lnTo>
                  <a:lnTo>
                    <a:pt x="334" y="166"/>
                  </a:lnTo>
                  <a:lnTo>
                    <a:pt x="338" y="166"/>
                  </a:lnTo>
                  <a:lnTo>
                    <a:pt x="338" y="162"/>
                  </a:lnTo>
                  <a:lnTo>
                    <a:pt x="338" y="166"/>
                  </a:lnTo>
                  <a:lnTo>
                    <a:pt x="342" y="162"/>
                  </a:lnTo>
                  <a:lnTo>
                    <a:pt x="346" y="162"/>
                  </a:lnTo>
                  <a:lnTo>
                    <a:pt x="346" y="158"/>
                  </a:lnTo>
                  <a:lnTo>
                    <a:pt x="350" y="154"/>
                  </a:lnTo>
                  <a:lnTo>
                    <a:pt x="354" y="154"/>
                  </a:lnTo>
                  <a:lnTo>
                    <a:pt x="354" y="150"/>
                  </a:lnTo>
                  <a:lnTo>
                    <a:pt x="358" y="146"/>
                  </a:lnTo>
                  <a:lnTo>
                    <a:pt x="360" y="146"/>
                  </a:lnTo>
                  <a:lnTo>
                    <a:pt x="364" y="146"/>
                  </a:lnTo>
                  <a:lnTo>
                    <a:pt x="364" y="142"/>
                  </a:lnTo>
                  <a:lnTo>
                    <a:pt x="368" y="140"/>
                  </a:lnTo>
                  <a:lnTo>
                    <a:pt x="372" y="140"/>
                  </a:lnTo>
                  <a:lnTo>
                    <a:pt x="372" y="136"/>
                  </a:lnTo>
                  <a:lnTo>
                    <a:pt x="376" y="136"/>
                  </a:lnTo>
                  <a:lnTo>
                    <a:pt x="376" y="140"/>
                  </a:lnTo>
                  <a:lnTo>
                    <a:pt x="380" y="140"/>
                  </a:lnTo>
                  <a:lnTo>
                    <a:pt x="384" y="142"/>
                  </a:lnTo>
                  <a:lnTo>
                    <a:pt x="384" y="140"/>
                  </a:lnTo>
                  <a:lnTo>
                    <a:pt x="388" y="140"/>
                  </a:lnTo>
                  <a:lnTo>
                    <a:pt x="388" y="136"/>
                  </a:lnTo>
                  <a:lnTo>
                    <a:pt x="390" y="136"/>
                  </a:lnTo>
                  <a:lnTo>
                    <a:pt x="394" y="132"/>
                  </a:lnTo>
                  <a:lnTo>
                    <a:pt x="394" y="136"/>
                  </a:lnTo>
                  <a:lnTo>
                    <a:pt x="394" y="140"/>
                  </a:lnTo>
                  <a:lnTo>
                    <a:pt x="398" y="136"/>
                  </a:lnTo>
                  <a:lnTo>
                    <a:pt x="398" y="140"/>
                  </a:lnTo>
                  <a:lnTo>
                    <a:pt x="394" y="140"/>
                  </a:lnTo>
                  <a:lnTo>
                    <a:pt x="394" y="142"/>
                  </a:lnTo>
                  <a:lnTo>
                    <a:pt x="398" y="142"/>
                  </a:lnTo>
                  <a:lnTo>
                    <a:pt x="398" y="140"/>
                  </a:lnTo>
                  <a:lnTo>
                    <a:pt x="398" y="142"/>
                  </a:lnTo>
                  <a:lnTo>
                    <a:pt x="402" y="146"/>
                  </a:lnTo>
                  <a:lnTo>
                    <a:pt x="398" y="150"/>
                  </a:lnTo>
                  <a:lnTo>
                    <a:pt x="398" y="154"/>
                  </a:lnTo>
                  <a:lnTo>
                    <a:pt x="402" y="150"/>
                  </a:lnTo>
                  <a:lnTo>
                    <a:pt x="402" y="154"/>
                  </a:lnTo>
                  <a:lnTo>
                    <a:pt x="406" y="154"/>
                  </a:lnTo>
                  <a:lnTo>
                    <a:pt x="410" y="154"/>
                  </a:lnTo>
                  <a:lnTo>
                    <a:pt x="410" y="158"/>
                  </a:lnTo>
                  <a:lnTo>
                    <a:pt x="414" y="162"/>
                  </a:lnTo>
                  <a:lnTo>
                    <a:pt x="410" y="162"/>
                  </a:lnTo>
                  <a:lnTo>
                    <a:pt x="410" y="166"/>
                  </a:lnTo>
                  <a:lnTo>
                    <a:pt x="406" y="166"/>
                  </a:lnTo>
                  <a:lnTo>
                    <a:pt x="406" y="170"/>
                  </a:lnTo>
                  <a:lnTo>
                    <a:pt x="406" y="172"/>
                  </a:lnTo>
                  <a:lnTo>
                    <a:pt x="410" y="176"/>
                  </a:lnTo>
                  <a:lnTo>
                    <a:pt x="406" y="176"/>
                  </a:lnTo>
                  <a:lnTo>
                    <a:pt x="406" y="172"/>
                  </a:lnTo>
                  <a:lnTo>
                    <a:pt x="402" y="172"/>
                  </a:lnTo>
                  <a:lnTo>
                    <a:pt x="398" y="172"/>
                  </a:lnTo>
                  <a:lnTo>
                    <a:pt x="394" y="172"/>
                  </a:lnTo>
                  <a:lnTo>
                    <a:pt x="390" y="176"/>
                  </a:lnTo>
                  <a:lnTo>
                    <a:pt x="388" y="180"/>
                  </a:lnTo>
                  <a:lnTo>
                    <a:pt x="384" y="180"/>
                  </a:lnTo>
                  <a:lnTo>
                    <a:pt x="384" y="184"/>
                  </a:lnTo>
                  <a:lnTo>
                    <a:pt x="380" y="184"/>
                  </a:lnTo>
                  <a:lnTo>
                    <a:pt x="380" y="188"/>
                  </a:lnTo>
                  <a:lnTo>
                    <a:pt x="380" y="192"/>
                  </a:lnTo>
                  <a:lnTo>
                    <a:pt x="380" y="196"/>
                  </a:lnTo>
                  <a:lnTo>
                    <a:pt x="380" y="198"/>
                  </a:lnTo>
                  <a:lnTo>
                    <a:pt x="380" y="202"/>
                  </a:lnTo>
                  <a:lnTo>
                    <a:pt x="376" y="202"/>
                  </a:lnTo>
                  <a:lnTo>
                    <a:pt x="376" y="206"/>
                  </a:lnTo>
                  <a:lnTo>
                    <a:pt x="372" y="206"/>
                  </a:lnTo>
                  <a:lnTo>
                    <a:pt x="372" y="210"/>
                  </a:lnTo>
                  <a:lnTo>
                    <a:pt x="376" y="214"/>
                  </a:lnTo>
                  <a:lnTo>
                    <a:pt x="372" y="218"/>
                  </a:lnTo>
                  <a:lnTo>
                    <a:pt x="372" y="222"/>
                  </a:lnTo>
                  <a:lnTo>
                    <a:pt x="368" y="226"/>
                  </a:lnTo>
                  <a:lnTo>
                    <a:pt x="368" y="228"/>
                  </a:lnTo>
                  <a:lnTo>
                    <a:pt x="368" y="232"/>
                  </a:lnTo>
                  <a:lnTo>
                    <a:pt x="364" y="236"/>
                  </a:lnTo>
                  <a:lnTo>
                    <a:pt x="364" y="232"/>
                  </a:lnTo>
                  <a:lnTo>
                    <a:pt x="360" y="232"/>
                  </a:lnTo>
                  <a:lnTo>
                    <a:pt x="358" y="232"/>
                  </a:lnTo>
                  <a:lnTo>
                    <a:pt x="354" y="232"/>
                  </a:lnTo>
                  <a:lnTo>
                    <a:pt x="354" y="228"/>
                  </a:lnTo>
                  <a:lnTo>
                    <a:pt x="354" y="232"/>
                  </a:lnTo>
                  <a:lnTo>
                    <a:pt x="354" y="236"/>
                  </a:lnTo>
                  <a:lnTo>
                    <a:pt x="358" y="240"/>
                  </a:lnTo>
                  <a:lnTo>
                    <a:pt x="354" y="244"/>
                  </a:lnTo>
                  <a:lnTo>
                    <a:pt x="354" y="248"/>
                  </a:lnTo>
                  <a:lnTo>
                    <a:pt x="354" y="252"/>
                  </a:lnTo>
                  <a:lnTo>
                    <a:pt x="354" y="248"/>
                  </a:lnTo>
                  <a:lnTo>
                    <a:pt x="350" y="248"/>
                  </a:lnTo>
                  <a:lnTo>
                    <a:pt x="350" y="252"/>
                  </a:lnTo>
                  <a:lnTo>
                    <a:pt x="350" y="256"/>
                  </a:lnTo>
                  <a:lnTo>
                    <a:pt x="350" y="258"/>
                  </a:lnTo>
                  <a:lnTo>
                    <a:pt x="354" y="258"/>
                  </a:lnTo>
                  <a:lnTo>
                    <a:pt x="354" y="262"/>
                  </a:lnTo>
                  <a:lnTo>
                    <a:pt x="354" y="266"/>
                  </a:lnTo>
                  <a:lnTo>
                    <a:pt x="350" y="266"/>
                  </a:lnTo>
                  <a:lnTo>
                    <a:pt x="350" y="262"/>
                  </a:lnTo>
                  <a:lnTo>
                    <a:pt x="350" y="266"/>
                  </a:lnTo>
                  <a:lnTo>
                    <a:pt x="346" y="266"/>
                  </a:lnTo>
                  <a:lnTo>
                    <a:pt x="342" y="270"/>
                  </a:lnTo>
                  <a:lnTo>
                    <a:pt x="342" y="266"/>
                  </a:lnTo>
                  <a:lnTo>
                    <a:pt x="342" y="262"/>
                  </a:lnTo>
                  <a:lnTo>
                    <a:pt x="342" y="258"/>
                  </a:lnTo>
                  <a:lnTo>
                    <a:pt x="342" y="256"/>
                  </a:lnTo>
                  <a:lnTo>
                    <a:pt x="342" y="252"/>
                  </a:lnTo>
                  <a:lnTo>
                    <a:pt x="338" y="248"/>
                  </a:lnTo>
                  <a:lnTo>
                    <a:pt x="342" y="248"/>
                  </a:lnTo>
                  <a:lnTo>
                    <a:pt x="342" y="244"/>
                  </a:lnTo>
                  <a:lnTo>
                    <a:pt x="338" y="244"/>
                  </a:lnTo>
                  <a:lnTo>
                    <a:pt x="338" y="240"/>
                  </a:lnTo>
                  <a:lnTo>
                    <a:pt x="338" y="236"/>
                  </a:lnTo>
                  <a:lnTo>
                    <a:pt x="334" y="240"/>
                  </a:lnTo>
                  <a:lnTo>
                    <a:pt x="334" y="236"/>
                  </a:lnTo>
                  <a:lnTo>
                    <a:pt x="334" y="240"/>
                  </a:lnTo>
                  <a:lnTo>
                    <a:pt x="334" y="244"/>
                  </a:lnTo>
                  <a:lnTo>
                    <a:pt x="332" y="244"/>
                  </a:lnTo>
                  <a:lnTo>
                    <a:pt x="332" y="248"/>
                  </a:lnTo>
                  <a:lnTo>
                    <a:pt x="332" y="252"/>
                  </a:lnTo>
                  <a:lnTo>
                    <a:pt x="328" y="252"/>
                  </a:lnTo>
                  <a:lnTo>
                    <a:pt x="328" y="248"/>
                  </a:lnTo>
                  <a:lnTo>
                    <a:pt x="328" y="244"/>
                  </a:lnTo>
                  <a:lnTo>
                    <a:pt x="328" y="248"/>
                  </a:lnTo>
                  <a:lnTo>
                    <a:pt x="324" y="244"/>
                  </a:lnTo>
                  <a:lnTo>
                    <a:pt x="324" y="240"/>
                  </a:lnTo>
                  <a:lnTo>
                    <a:pt x="324" y="236"/>
                  </a:lnTo>
                  <a:lnTo>
                    <a:pt x="324" y="232"/>
                  </a:lnTo>
                  <a:lnTo>
                    <a:pt x="328" y="228"/>
                  </a:lnTo>
                  <a:lnTo>
                    <a:pt x="328" y="232"/>
                  </a:lnTo>
                  <a:lnTo>
                    <a:pt x="328" y="228"/>
                  </a:lnTo>
                  <a:lnTo>
                    <a:pt x="332" y="228"/>
                  </a:lnTo>
                  <a:lnTo>
                    <a:pt x="334" y="228"/>
                  </a:lnTo>
                  <a:lnTo>
                    <a:pt x="334" y="226"/>
                  </a:lnTo>
                  <a:lnTo>
                    <a:pt x="338" y="226"/>
                  </a:lnTo>
                  <a:lnTo>
                    <a:pt x="338" y="222"/>
                  </a:lnTo>
                  <a:lnTo>
                    <a:pt x="338" y="218"/>
                  </a:lnTo>
                  <a:lnTo>
                    <a:pt x="342" y="218"/>
                  </a:lnTo>
                  <a:lnTo>
                    <a:pt x="342" y="214"/>
                  </a:lnTo>
                  <a:lnTo>
                    <a:pt x="338" y="214"/>
                  </a:lnTo>
                  <a:lnTo>
                    <a:pt x="338" y="210"/>
                  </a:lnTo>
                  <a:lnTo>
                    <a:pt x="334" y="210"/>
                  </a:lnTo>
                  <a:lnTo>
                    <a:pt x="332" y="210"/>
                  </a:lnTo>
                  <a:lnTo>
                    <a:pt x="328" y="210"/>
                  </a:lnTo>
                  <a:lnTo>
                    <a:pt x="324" y="210"/>
                  </a:lnTo>
                  <a:lnTo>
                    <a:pt x="320" y="210"/>
                  </a:lnTo>
                  <a:lnTo>
                    <a:pt x="316" y="210"/>
                  </a:lnTo>
                  <a:lnTo>
                    <a:pt x="312" y="210"/>
                  </a:lnTo>
                  <a:lnTo>
                    <a:pt x="308" y="210"/>
                  </a:lnTo>
                  <a:lnTo>
                    <a:pt x="304" y="210"/>
                  </a:lnTo>
                  <a:lnTo>
                    <a:pt x="304" y="206"/>
                  </a:lnTo>
                  <a:lnTo>
                    <a:pt x="304" y="202"/>
                  </a:lnTo>
                  <a:lnTo>
                    <a:pt x="304" y="198"/>
                  </a:lnTo>
                  <a:lnTo>
                    <a:pt x="304" y="196"/>
                  </a:lnTo>
                  <a:lnTo>
                    <a:pt x="302" y="196"/>
                  </a:lnTo>
                  <a:lnTo>
                    <a:pt x="302" y="192"/>
                  </a:lnTo>
                  <a:lnTo>
                    <a:pt x="302" y="196"/>
                  </a:lnTo>
                  <a:lnTo>
                    <a:pt x="298" y="196"/>
                  </a:lnTo>
                  <a:lnTo>
                    <a:pt x="294" y="196"/>
                  </a:lnTo>
                  <a:lnTo>
                    <a:pt x="294" y="192"/>
                  </a:lnTo>
                  <a:lnTo>
                    <a:pt x="294" y="188"/>
                  </a:lnTo>
                  <a:lnTo>
                    <a:pt x="290" y="188"/>
                  </a:lnTo>
                  <a:lnTo>
                    <a:pt x="290" y="192"/>
                  </a:lnTo>
                  <a:lnTo>
                    <a:pt x="294" y="192"/>
                  </a:lnTo>
                  <a:lnTo>
                    <a:pt x="290" y="192"/>
                  </a:lnTo>
                  <a:lnTo>
                    <a:pt x="290" y="188"/>
                  </a:lnTo>
                  <a:lnTo>
                    <a:pt x="286" y="188"/>
                  </a:lnTo>
                  <a:lnTo>
                    <a:pt x="286" y="184"/>
                  </a:lnTo>
                  <a:lnTo>
                    <a:pt x="282" y="188"/>
                  </a:lnTo>
                  <a:lnTo>
                    <a:pt x="286" y="188"/>
                  </a:lnTo>
                  <a:lnTo>
                    <a:pt x="286" y="192"/>
                  </a:lnTo>
                  <a:lnTo>
                    <a:pt x="282" y="192"/>
                  </a:lnTo>
                  <a:lnTo>
                    <a:pt x="282" y="196"/>
                  </a:lnTo>
                  <a:lnTo>
                    <a:pt x="278" y="198"/>
                  </a:lnTo>
                  <a:lnTo>
                    <a:pt x="282" y="198"/>
                  </a:lnTo>
                  <a:lnTo>
                    <a:pt x="286" y="202"/>
                  </a:lnTo>
                  <a:lnTo>
                    <a:pt x="286" y="206"/>
                  </a:lnTo>
                  <a:lnTo>
                    <a:pt x="290" y="206"/>
                  </a:lnTo>
                  <a:lnTo>
                    <a:pt x="290" y="210"/>
                  </a:lnTo>
                  <a:lnTo>
                    <a:pt x="294" y="210"/>
                  </a:lnTo>
                  <a:lnTo>
                    <a:pt x="290" y="210"/>
                  </a:lnTo>
                  <a:lnTo>
                    <a:pt x="286" y="210"/>
                  </a:lnTo>
                  <a:lnTo>
                    <a:pt x="286" y="214"/>
                  </a:lnTo>
                  <a:lnTo>
                    <a:pt x="282" y="214"/>
                  </a:lnTo>
                  <a:lnTo>
                    <a:pt x="282" y="218"/>
                  </a:lnTo>
                  <a:lnTo>
                    <a:pt x="282" y="214"/>
                  </a:lnTo>
                  <a:lnTo>
                    <a:pt x="278" y="218"/>
                  </a:lnTo>
                  <a:lnTo>
                    <a:pt x="282" y="218"/>
                  </a:lnTo>
                  <a:lnTo>
                    <a:pt x="278" y="218"/>
                  </a:lnTo>
                  <a:lnTo>
                    <a:pt x="278" y="222"/>
                  </a:lnTo>
                  <a:lnTo>
                    <a:pt x="282" y="226"/>
                  </a:lnTo>
                  <a:lnTo>
                    <a:pt x="286" y="226"/>
                  </a:lnTo>
                  <a:lnTo>
                    <a:pt x="286" y="228"/>
                  </a:lnTo>
                  <a:lnTo>
                    <a:pt x="286" y="226"/>
                  </a:lnTo>
                  <a:lnTo>
                    <a:pt x="290" y="226"/>
                  </a:lnTo>
                  <a:lnTo>
                    <a:pt x="290" y="228"/>
                  </a:lnTo>
                  <a:lnTo>
                    <a:pt x="290" y="232"/>
                  </a:lnTo>
                  <a:lnTo>
                    <a:pt x="286" y="236"/>
                  </a:lnTo>
                  <a:lnTo>
                    <a:pt x="286" y="240"/>
                  </a:lnTo>
                  <a:lnTo>
                    <a:pt x="290" y="240"/>
                  </a:lnTo>
                  <a:lnTo>
                    <a:pt x="290" y="244"/>
                  </a:lnTo>
                  <a:lnTo>
                    <a:pt x="290" y="248"/>
                  </a:lnTo>
                  <a:lnTo>
                    <a:pt x="294" y="248"/>
                  </a:lnTo>
                  <a:lnTo>
                    <a:pt x="290" y="248"/>
                  </a:lnTo>
                  <a:lnTo>
                    <a:pt x="290" y="252"/>
                  </a:lnTo>
                  <a:lnTo>
                    <a:pt x="294" y="262"/>
                  </a:lnTo>
                  <a:lnTo>
                    <a:pt x="294" y="266"/>
                  </a:lnTo>
                  <a:lnTo>
                    <a:pt x="294" y="270"/>
                  </a:lnTo>
                  <a:lnTo>
                    <a:pt x="294" y="274"/>
                  </a:lnTo>
                  <a:lnTo>
                    <a:pt x="290" y="274"/>
                  </a:lnTo>
                  <a:lnTo>
                    <a:pt x="290" y="278"/>
                  </a:lnTo>
                  <a:lnTo>
                    <a:pt x="290" y="274"/>
                  </a:lnTo>
                  <a:lnTo>
                    <a:pt x="290" y="270"/>
                  </a:lnTo>
                  <a:lnTo>
                    <a:pt x="290" y="266"/>
                  </a:lnTo>
                  <a:lnTo>
                    <a:pt x="290" y="270"/>
                  </a:lnTo>
                  <a:lnTo>
                    <a:pt x="286" y="270"/>
                  </a:lnTo>
                  <a:lnTo>
                    <a:pt x="286" y="266"/>
                  </a:lnTo>
                  <a:lnTo>
                    <a:pt x="290" y="266"/>
                  </a:lnTo>
                  <a:lnTo>
                    <a:pt x="286" y="266"/>
                  </a:lnTo>
                  <a:lnTo>
                    <a:pt x="286" y="270"/>
                  </a:lnTo>
                  <a:lnTo>
                    <a:pt x="286" y="274"/>
                  </a:lnTo>
                  <a:lnTo>
                    <a:pt x="286" y="278"/>
                  </a:lnTo>
                  <a:lnTo>
                    <a:pt x="286" y="274"/>
                  </a:lnTo>
                  <a:lnTo>
                    <a:pt x="286" y="270"/>
                  </a:lnTo>
                  <a:lnTo>
                    <a:pt x="286" y="274"/>
                  </a:lnTo>
                  <a:lnTo>
                    <a:pt x="282" y="274"/>
                  </a:lnTo>
                  <a:lnTo>
                    <a:pt x="282" y="270"/>
                  </a:lnTo>
                  <a:lnTo>
                    <a:pt x="282" y="274"/>
                  </a:lnTo>
                  <a:lnTo>
                    <a:pt x="282" y="278"/>
                  </a:lnTo>
                  <a:lnTo>
                    <a:pt x="282" y="274"/>
                  </a:lnTo>
                  <a:lnTo>
                    <a:pt x="282" y="270"/>
                  </a:lnTo>
                  <a:lnTo>
                    <a:pt x="278" y="270"/>
                  </a:lnTo>
                  <a:lnTo>
                    <a:pt x="282" y="266"/>
                  </a:lnTo>
                  <a:lnTo>
                    <a:pt x="278" y="262"/>
                  </a:lnTo>
                  <a:lnTo>
                    <a:pt x="278" y="258"/>
                  </a:lnTo>
                  <a:lnTo>
                    <a:pt x="278" y="262"/>
                  </a:lnTo>
                  <a:lnTo>
                    <a:pt x="278" y="266"/>
                  </a:lnTo>
                  <a:lnTo>
                    <a:pt x="282" y="266"/>
                  </a:lnTo>
                  <a:lnTo>
                    <a:pt x="278" y="266"/>
                  </a:lnTo>
                  <a:lnTo>
                    <a:pt x="278" y="270"/>
                  </a:lnTo>
                  <a:lnTo>
                    <a:pt x="274" y="274"/>
                  </a:lnTo>
                  <a:lnTo>
                    <a:pt x="272" y="274"/>
                  </a:lnTo>
                  <a:lnTo>
                    <a:pt x="268" y="278"/>
                  </a:lnTo>
                  <a:lnTo>
                    <a:pt x="264" y="278"/>
                  </a:lnTo>
                  <a:lnTo>
                    <a:pt x="264" y="282"/>
                  </a:lnTo>
                  <a:lnTo>
                    <a:pt x="264" y="286"/>
                  </a:lnTo>
                  <a:lnTo>
                    <a:pt x="264" y="288"/>
                  </a:lnTo>
                  <a:lnTo>
                    <a:pt x="264" y="292"/>
                  </a:lnTo>
                  <a:lnTo>
                    <a:pt x="260" y="292"/>
                  </a:lnTo>
                  <a:lnTo>
                    <a:pt x="260" y="296"/>
                  </a:lnTo>
                  <a:lnTo>
                    <a:pt x="260" y="300"/>
                  </a:lnTo>
                  <a:lnTo>
                    <a:pt x="256" y="300"/>
                  </a:lnTo>
                  <a:lnTo>
                    <a:pt x="256" y="302"/>
                  </a:lnTo>
                  <a:lnTo>
                    <a:pt x="252" y="302"/>
                  </a:lnTo>
                  <a:lnTo>
                    <a:pt x="256" y="302"/>
                  </a:lnTo>
                  <a:lnTo>
                    <a:pt x="252" y="302"/>
                  </a:lnTo>
                  <a:lnTo>
                    <a:pt x="252" y="306"/>
                  </a:lnTo>
                  <a:lnTo>
                    <a:pt x="248" y="306"/>
                  </a:lnTo>
                  <a:lnTo>
                    <a:pt x="246" y="306"/>
                  </a:lnTo>
                  <a:lnTo>
                    <a:pt x="242" y="310"/>
                  </a:lnTo>
                  <a:lnTo>
                    <a:pt x="242" y="306"/>
                  </a:lnTo>
                  <a:lnTo>
                    <a:pt x="246" y="306"/>
                  </a:lnTo>
                  <a:lnTo>
                    <a:pt x="242" y="302"/>
                  </a:lnTo>
                  <a:lnTo>
                    <a:pt x="242" y="306"/>
                  </a:lnTo>
                  <a:lnTo>
                    <a:pt x="238" y="306"/>
                  </a:lnTo>
                  <a:lnTo>
                    <a:pt x="238" y="310"/>
                  </a:lnTo>
                  <a:lnTo>
                    <a:pt x="242" y="310"/>
                  </a:lnTo>
                  <a:lnTo>
                    <a:pt x="242" y="306"/>
                  </a:lnTo>
                  <a:lnTo>
                    <a:pt x="242" y="310"/>
                  </a:lnTo>
                  <a:lnTo>
                    <a:pt x="238" y="310"/>
                  </a:lnTo>
                  <a:lnTo>
                    <a:pt x="238" y="314"/>
                  </a:lnTo>
                  <a:lnTo>
                    <a:pt x="234" y="318"/>
                  </a:lnTo>
                  <a:lnTo>
                    <a:pt x="230" y="318"/>
                  </a:lnTo>
                  <a:lnTo>
                    <a:pt x="234" y="318"/>
                  </a:lnTo>
                  <a:lnTo>
                    <a:pt x="230" y="322"/>
                  </a:lnTo>
                  <a:lnTo>
                    <a:pt x="230" y="326"/>
                  </a:lnTo>
                  <a:lnTo>
                    <a:pt x="226" y="330"/>
                  </a:lnTo>
                  <a:lnTo>
                    <a:pt x="222" y="332"/>
                  </a:lnTo>
                  <a:lnTo>
                    <a:pt x="218" y="332"/>
                  </a:lnTo>
                  <a:lnTo>
                    <a:pt x="218" y="336"/>
                  </a:lnTo>
                  <a:lnTo>
                    <a:pt x="216" y="336"/>
                  </a:lnTo>
                  <a:lnTo>
                    <a:pt x="216" y="340"/>
                  </a:lnTo>
                  <a:lnTo>
                    <a:pt x="212" y="340"/>
                  </a:lnTo>
                  <a:lnTo>
                    <a:pt x="212" y="344"/>
                  </a:lnTo>
                  <a:lnTo>
                    <a:pt x="208" y="348"/>
                  </a:lnTo>
                  <a:lnTo>
                    <a:pt x="204" y="348"/>
                  </a:lnTo>
                  <a:lnTo>
                    <a:pt x="204" y="352"/>
                  </a:lnTo>
                  <a:lnTo>
                    <a:pt x="200" y="352"/>
                  </a:lnTo>
                  <a:lnTo>
                    <a:pt x="200" y="356"/>
                  </a:lnTo>
                  <a:lnTo>
                    <a:pt x="196" y="356"/>
                  </a:lnTo>
                  <a:lnTo>
                    <a:pt x="196" y="358"/>
                  </a:lnTo>
                  <a:lnTo>
                    <a:pt x="200" y="358"/>
                  </a:lnTo>
                  <a:lnTo>
                    <a:pt x="196" y="358"/>
                  </a:lnTo>
                  <a:lnTo>
                    <a:pt x="196" y="362"/>
                  </a:lnTo>
                  <a:lnTo>
                    <a:pt x="196" y="366"/>
                  </a:lnTo>
                  <a:lnTo>
                    <a:pt x="192" y="366"/>
                  </a:lnTo>
                  <a:lnTo>
                    <a:pt x="190" y="366"/>
                  </a:lnTo>
                  <a:lnTo>
                    <a:pt x="186" y="366"/>
                  </a:lnTo>
                  <a:lnTo>
                    <a:pt x="182" y="366"/>
                  </a:lnTo>
                  <a:lnTo>
                    <a:pt x="182" y="370"/>
                  </a:lnTo>
                  <a:lnTo>
                    <a:pt x="182" y="374"/>
                  </a:lnTo>
                  <a:lnTo>
                    <a:pt x="178" y="374"/>
                  </a:lnTo>
                  <a:lnTo>
                    <a:pt x="178" y="378"/>
                  </a:lnTo>
                  <a:lnTo>
                    <a:pt x="178" y="374"/>
                  </a:lnTo>
                  <a:lnTo>
                    <a:pt x="178" y="378"/>
                  </a:lnTo>
                  <a:lnTo>
                    <a:pt x="178" y="374"/>
                  </a:lnTo>
                  <a:lnTo>
                    <a:pt x="174" y="374"/>
                  </a:lnTo>
                  <a:lnTo>
                    <a:pt x="170" y="378"/>
                  </a:lnTo>
                  <a:lnTo>
                    <a:pt x="166" y="382"/>
                  </a:lnTo>
                  <a:lnTo>
                    <a:pt x="166" y="386"/>
                  </a:lnTo>
                  <a:lnTo>
                    <a:pt x="166" y="388"/>
                  </a:lnTo>
                  <a:lnTo>
                    <a:pt x="166" y="392"/>
                  </a:lnTo>
                  <a:lnTo>
                    <a:pt x="166" y="396"/>
                  </a:lnTo>
                  <a:lnTo>
                    <a:pt x="166" y="400"/>
                  </a:lnTo>
                  <a:lnTo>
                    <a:pt x="166" y="404"/>
                  </a:lnTo>
                  <a:lnTo>
                    <a:pt x="166" y="408"/>
                  </a:lnTo>
                  <a:lnTo>
                    <a:pt x="166" y="412"/>
                  </a:lnTo>
                  <a:lnTo>
                    <a:pt x="170" y="412"/>
                  </a:lnTo>
                  <a:lnTo>
                    <a:pt x="166" y="412"/>
                  </a:lnTo>
                  <a:lnTo>
                    <a:pt x="166" y="416"/>
                  </a:lnTo>
                  <a:lnTo>
                    <a:pt x="170" y="416"/>
                  </a:lnTo>
                  <a:lnTo>
                    <a:pt x="170" y="418"/>
                  </a:lnTo>
                  <a:lnTo>
                    <a:pt x="170" y="416"/>
                  </a:lnTo>
                  <a:lnTo>
                    <a:pt x="166" y="412"/>
                  </a:lnTo>
                  <a:lnTo>
                    <a:pt x="166" y="416"/>
                  </a:lnTo>
                  <a:lnTo>
                    <a:pt x="170" y="418"/>
                  </a:lnTo>
                  <a:lnTo>
                    <a:pt x="170" y="422"/>
                  </a:lnTo>
                  <a:lnTo>
                    <a:pt x="170" y="426"/>
                  </a:lnTo>
                  <a:lnTo>
                    <a:pt x="170" y="430"/>
                  </a:lnTo>
                  <a:lnTo>
                    <a:pt x="166" y="430"/>
                  </a:lnTo>
                  <a:lnTo>
                    <a:pt x="166" y="434"/>
                  </a:lnTo>
                  <a:lnTo>
                    <a:pt x="166" y="438"/>
                  </a:lnTo>
                  <a:lnTo>
                    <a:pt x="162" y="442"/>
                  </a:lnTo>
                  <a:lnTo>
                    <a:pt x="162" y="446"/>
                  </a:lnTo>
                  <a:lnTo>
                    <a:pt x="162" y="448"/>
                  </a:lnTo>
                  <a:lnTo>
                    <a:pt x="162" y="452"/>
                  </a:lnTo>
                  <a:lnTo>
                    <a:pt x="162" y="456"/>
                  </a:lnTo>
                  <a:lnTo>
                    <a:pt x="162" y="460"/>
                  </a:lnTo>
                  <a:lnTo>
                    <a:pt x="162" y="464"/>
                  </a:lnTo>
                  <a:lnTo>
                    <a:pt x="162" y="468"/>
                  </a:lnTo>
                  <a:lnTo>
                    <a:pt x="162" y="472"/>
                  </a:lnTo>
                  <a:lnTo>
                    <a:pt x="160" y="472"/>
                  </a:lnTo>
                  <a:lnTo>
                    <a:pt x="162" y="472"/>
                  </a:lnTo>
                  <a:lnTo>
                    <a:pt x="160" y="472"/>
                  </a:lnTo>
                  <a:lnTo>
                    <a:pt x="156" y="472"/>
                  </a:lnTo>
                  <a:lnTo>
                    <a:pt x="156" y="474"/>
                  </a:lnTo>
                  <a:lnTo>
                    <a:pt x="156" y="478"/>
                  </a:lnTo>
                  <a:lnTo>
                    <a:pt x="152" y="478"/>
                  </a:lnTo>
                  <a:lnTo>
                    <a:pt x="152" y="482"/>
                  </a:lnTo>
                  <a:lnTo>
                    <a:pt x="148" y="486"/>
                  </a:lnTo>
                  <a:lnTo>
                    <a:pt x="152" y="486"/>
                  </a:lnTo>
                  <a:lnTo>
                    <a:pt x="152" y="490"/>
                  </a:lnTo>
                  <a:lnTo>
                    <a:pt x="156" y="490"/>
                  </a:lnTo>
                  <a:lnTo>
                    <a:pt x="152" y="490"/>
                  </a:lnTo>
                  <a:lnTo>
                    <a:pt x="148" y="490"/>
                  </a:lnTo>
                  <a:lnTo>
                    <a:pt x="144" y="494"/>
                  </a:lnTo>
                  <a:lnTo>
                    <a:pt x="140" y="494"/>
                  </a:lnTo>
                  <a:lnTo>
                    <a:pt x="140" y="498"/>
                  </a:lnTo>
                  <a:lnTo>
                    <a:pt x="140" y="502"/>
                  </a:lnTo>
                  <a:lnTo>
                    <a:pt x="136" y="504"/>
                  </a:lnTo>
                  <a:lnTo>
                    <a:pt x="134" y="508"/>
                  </a:lnTo>
                  <a:lnTo>
                    <a:pt x="130" y="508"/>
                  </a:lnTo>
                  <a:lnTo>
                    <a:pt x="126" y="508"/>
                  </a:lnTo>
                  <a:lnTo>
                    <a:pt x="126" y="504"/>
                  </a:lnTo>
                  <a:lnTo>
                    <a:pt x="122" y="504"/>
                  </a:lnTo>
                  <a:lnTo>
                    <a:pt x="122" y="502"/>
                  </a:lnTo>
                  <a:lnTo>
                    <a:pt x="118" y="502"/>
                  </a:lnTo>
                  <a:lnTo>
                    <a:pt x="118" y="498"/>
                  </a:lnTo>
                  <a:lnTo>
                    <a:pt x="118" y="494"/>
                  </a:lnTo>
                  <a:lnTo>
                    <a:pt x="114" y="494"/>
                  </a:lnTo>
                  <a:lnTo>
                    <a:pt x="114" y="490"/>
                  </a:lnTo>
                  <a:lnTo>
                    <a:pt x="114" y="486"/>
                  </a:lnTo>
                  <a:lnTo>
                    <a:pt x="114" y="482"/>
                  </a:lnTo>
                  <a:lnTo>
                    <a:pt x="110" y="478"/>
                  </a:lnTo>
                  <a:lnTo>
                    <a:pt x="114" y="478"/>
                  </a:lnTo>
                  <a:lnTo>
                    <a:pt x="110" y="478"/>
                  </a:lnTo>
                  <a:lnTo>
                    <a:pt x="114" y="482"/>
                  </a:lnTo>
                  <a:lnTo>
                    <a:pt x="114" y="486"/>
                  </a:lnTo>
                  <a:lnTo>
                    <a:pt x="114" y="482"/>
                  </a:lnTo>
                  <a:lnTo>
                    <a:pt x="114" y="478"/>
                  </a:lnTo>
                  <a:lnTo>
                    <a:pt x="110" y="478"/>
                  </a:lnTo>
                  <a:lnTo>
                    <a:pt x="110" y="474"/>
                  </a:lnTo>
                  <a:lnTo>
                    <a:pt x="110" y="478"/>
                  </a:lnTo>
                  <a:lnTo>
                    <a:pt x="110" y="474"/>
                  </a:lnTo>
                  <a:lnTo>
                    <a:pt x="110" y="472"/>
                  </a:lnTo>
                  <a:lnTo>
                    <a:pt x="110" y="468"/>
                  </a:lnTo>
                  <a:lnTo>
                    <a:pt x="106" y="464"/>
                  </a:lnTo>
                  <a:lnTo>
                    <a:pt x="106" y="460"/>
                  </a:lnTo>
                  <a:lnTo>
                    <a:pt x="104" y="452"/>
                  </a:lnTo>
                  <a:lnTo>
                    <a:pt x="104" y="448"/>
                  </a:lnTo>
                  <a:lnTo>
                    <a:pt x="100" y="446"/>
                  </a:lnTo>
                  <a:lnTo>
                    <a:pt x="100" y="442"/>
                  </a:lnTo>
                  <a:lnTo>
                    <a:pt x="96" y="442"/>
                  </a:lnTo>
                  <a:lnTo>
                    <a:pt x="96" y="438"/>
                  </a:lnTo>
                  <a:lnTo>
                    <a:pt x="96" y="434"/>
                  </a:lnTo>
                  <a:lnTo>
                    <a:pt x="92" y="430"/>
                  </a:lnTo>
                  <a:lnTo>
                    <a:pt x="92" y="426"/>
                  </a:lnTo>
                  <a:lnTo>
                    <a:pt x="92" y="422"/>
                  </a:lnTo>
                  <a:lnTo>
                    <a:pt x="92" y="418"/>
                  </a:lnTo>
                  <a:lnTo>
                    <a:pt x="90" y="416"/>
                  </a:lnTo>
                  <a:lnTo>
                    <a:pt x="90" y="412"/>
                  </a:lnTo>
                  <a:lnTo>
                    <a:pt x="90" y="408"/>
                  </a:lnTo>
                  <a:lnTo>
                    <a:pt x="90" y="404"/>
                  </a:lnTo>
                  <a:lnTo>
                    <a:pt x="86" y="404"/>
                  </a:lnTo>
                  <a:lnTo>
                    <a:pt x="86" y="400"/>
                  </a:lnTo>
                  <a:lnTo>
                    <a:pt x="86" y="396"/>
                  </a:lnTo>
                  <a:lnTo>
                    <a:pt x="86" y="400"/>
                  </a:lnTo>
                  <a:lnTo>
                    <a:pt x="86" y="396"/>
                  </a:lnTo>
                  <a:lnTo>
                    <a:pt x="82" y="396"/>
                  </a:lnTo>
                  <a:lnTo>
                    <a:pt x="82" y="392"/>
                  </a:lnTo>
                  <a:lnTo>
                    <a:pt x="82" y="388"/>
                  </a:lnTo>
                  <a:lnTo>
                    <a:pt x="78" y="386"/>
                  </a:lnTo>
                  <a:lnTo>
                    <a:pt x="78" y="382"/>
                  </a:lnTo>
                  <a:lnTo>
                    <a:pt x="82" y="386"/>
                  </a:lnTo>
                  <a:lnTo>
                    <a:pt x="82" y="382"/>
                  </a:lnTo>
                  <a:lnTo>
                    <a:pt x="78" y="382"/>
                  </a:lnTo>
                  <a:lnTo>
                    <a:pt x="78" y="378"/>
                  </a:lnTo>
                  <a:lnTo>
                    <a:pt x="74" y="378"/>
                  </a:lnTo>
                  <a:lnTo>
                    <a:pt x="74" y="374"/>
                  </a:lnTo>
                  <a:lnTo>
                    <a:pt x="74" y="370"/>
                  </a:lnTo>
                  <a:lnTo>
                    <a:pt x="70" y="366"/>
                  </a:lnTo>
                  <a:lnTo>
                    <a:pt x="70" y="362"/>
                  </a:lnTo>
                  <a:lnTo>
                    <a:pt x="70" y="358"/>
                  </a:lnTo>
                  <a:lnTo>
                    <a:pt x="70" y="356"/>
                  </a:lnTo>
                  <a:lnTo>
                    <a:pt x="70" y="352"/>
                  </a:lnTo>
                  <a:lnTo>
                    <a:pt x="70" y="348"/>
                  </a:lnTo>
                  <a:lnTo>
                    <a:pt x="70" y="344"/>
                  </a:lnTo>
                  <a:lnTo>
                    <a:pt x="66" y="344"/>
                  </a:lnTo>
                  <a:lnTo>
                    <a:pt x="66" y="340"/>
                  </a:lnTo>
                  <a:lnTo>
                    <a:pt x="66" y="336"/>
                  </a:lnTo>
                  <a:lnTo>
                    <a:pt x="66" y="332"/>
                  </a:lnTo>
                  <a:lnTo>
                    <a:pt x="66" y="330"/>
                  </a:lnTo>
                  <a:lnTo>
                    <a:pt x="62" y="326"/>
                  </a:lnTo>
                  <a:lnTo>
                    <a:pt x="66" y="326"/>
                  </a:lnTo>
                  <a:lnTo>
                    <a:pt x="66" y="322"/>
                  </a:lnTo>
                  <a:lnTo>
                    <a:pt x="66" y="318"/>
                  </a:lnTo>
                  <a:lnTo>
                    <a:pt x="66" y="322"/>
                  </a:lnTo>
                  <a:lnTo>
                    <a:pt x="62" y="322"/>
                  </a:lnTo>
                  <a:lnTo>
                    <a:pt x="62" y="318"/>
                  </a:lnTo>
                  <a:lnTo>
                    <a:pt x="62" y="314"/>
                  </a:lnTo>
                  <a:lnTo>
                    <a:pt x="66" y="314"/>
                  </a:lnTo>
                  <a:lnTo>
                    <a:pt x="66" y="318"/>
                  </a:lnTo>
                  <a:lnTo>
                    <a:pt x="66" y="314"/>
                  </a:lnTo>
                  <a:lnTo>
                    <a:pt x="62" y="314"/>
                  </a:lnTo>
                  <a:lnTo>
                    <a:pt x="62" y="310"/>
                  </a:lnTo>
                  <a:lnTo>
                    <a:pt x="62" y="306"/>
                  </a:lnTo>
                  <a:lnTo>
                    <a:pt x="62" y="302"/>
                  </a:lnTo>
                  <a:lnTo>
                    <a:pt x="62" y="300"/>
                  </a:lnTo>
                  <a:lnTo>
                    <a:pt x="62" y="296"/>
                  </a:lnTo>
                  <a:lnTo>
                    <a:pt x="66" y="296"/>
                  </a:lnTo>
                  <a:lnTo>
                    <a:pt x="66" y="288"/>
                  </a:lnTo>
                  <a:lnTo>
                    <a:pt x="62" y="288"/>
                  </a:lnTo>
                  <a:lnTo>
                    <a:pt x="62" y="286"/>
                  </a:lnTo>
                  <a:lnTo>
                    <a:pt x="62" y="282"/>
                  </a:lnTo>
                  <a:lnTo>
                    <a:pt x="60" y="282"/>
                  </a:lnTo>
                  <a:lnTo>
                    <a:pt x="60" y="278"/>
                  </a:lnTo>
                  <a:lnTo>
                    <a:pt x="62" y="278"/>
                  </a:lnTo>
                  <a:lnTo>
                    <a:pt x="60" y="278"/>
                  </a:lnTo>
                  <a:lnTo>
                    <a:pt x="62" y="278"/>
                  </a:lnTo>
                  <a:lnTo>
                    <a:pt x="62" y="274"/>
                  </a:lnTo>
                  <a:lnTo>
                    <a:pt x="66" y="274"/>
                  </a:lnTo>
                  <a:lnTo>
                    <a:pt x="70" y="274"/>
                  </a:lnTo>
                  <a:lnTo>
                    <a:pt x="66" y="274"/>
                  </a:lnTo>
                  <a:lnTo>
                    <a:pt x="62" y="274"/>
                  </a:lnTo>
                  <a:lnTo>
                    <a:pt x="60" y="274"/>
                  </a:lnTo>
                  <a:lnTo>
                    <a:pt x="60" y="270"/>
                  </a:lnTo>
                  <a:lnTo>
                    <a:pt x="62" y="270"/>
                  </a:lnTo>
                  <a:lnTo>
                    <a:pt x="60" y="270"/>
                  </a:lnTo>
                  <a:lnTo>
                    <a:pt x="60" y="266"/>
                  </a:lnTo>
                  <a:lnTo>
                    <a:pt x="62" y="262"/>
                  </a:lnTo>
                  <a:lnTo>
                    <a:pt x="62" y="266"/>
                  </a:lnTo>
                  <a:lnTo>
                    <a:pt x="62" y="262"/>
                  </a:lnTo>
                  <a:lnTo>
                    <a:pt x="66" y="262"/>
                  </a:lnTo>
                  <a:lnTo>
                    <a:pt x="62" y="262"/>
                  </a:lnTo>
                  <a:lnTo>
                    <a:pt x="60" y="262"/>
                  </a:lnTo>
                  <a:lnTo>
                    <a:pt x="56" y="262"/>
                  </a:lnTo>
                  <a:lnTo>
                    <a:pt x="56" y="266"/>
                  </a:lnTo>
                  <a:lnTo>
                    <a:pt x="56" y="270"/>
                  </a:lnTo>
                  <a:lnTo>
                    <a:pt x="52" y="270"/>
                  </a:lnTo>
                  <a:lnTo>
                    <a:pt x="56" y="270"/>
                  </a:lnTo>
                  <a:lnTo>
                    <a:pt x="52" y="270"/>
                  </a:lnTo>
                  <a:lnTo>
                    <a:pt x="52" y="274"/>
                  </a:lnTo>
                  <a:lnTo>
                    <a:pt x="56" y="270"/>
                  </a:lnTo>
                  <a:lnTo>
                    <a:pt x="56" y="274"/>
                  </a:lnTo>
                  <a:lnTo>
                    <a:pt x="56" y="278"/>
                  </a:lnTo>
                  <a:lnTo>
                    <a:pt x="56" y="282"/>
                  </a:lnTo>
                  <a:lnTo>
                    <a:pt x="52" y="282"/>
                  </a:lnTo>
                  <a:lnTo>
                    <a:pt x="52" y="286"/>
                  </a:lnTo>
                  <a:lnTo>
                    <a:pt x="48" y="286"/>
                  </a:lnTo>
                  <a:lnTo>
                    <a:pt x="44" y="288"/>
                  </a:lnTo>
                  <a:lnTo>
                    <a:pt x="40" y="288"/>
                  </a:lnTo>
                  <a:lnTo>
                    <a:pt x="36" y="292"/>
                  </a:lnTo>
                  <a:lnTo>
                    <a:pt x="34" y="288"/>
                  </a:lnTo>
                  <a:lnTo>
                    <a:pt x="30" y="288"/>
                  </a:lnTo>
                  <a:lnTo>
                    <a:pt x="30" y="286"/>
                  </a:lnTo>
                  <a:lnTo>
                    <a:pt x="26" y="286"/>
                  </a:lnTo>
                  <a:lnTo>
                    <a:pt x="26" y="282"/>
                  </a:lnTo>
                  <a:lnTo>
                    <a:pt x="22" y="282"/>
                  </a:lnTo>
                  <a:lnTo>
                    <a:pt x="22" y="278"/>
                  </a:lnTo>
                  <a:lnTo>
                    <a:pt x="18" y="274"/>
                  </a:lnTo>
                  <a:lnTo>
                    <a:pt x="14" y="270"/>
                  </a:lnTo>
                  <a:lnTo>
                    <a:pt x="10" y="266"/>
                  </a:lnTo>
                  <a:lnTo>
                    <a:pt x="10" y="262"/>
                  </a:lnTo>
                  <a:lnTo>
                    <a:pt x="10" y="258"/>
                  </a:lnTo>
                  <a:lnTo>
                    <a:pt x="10" y="262"/>
                  </a:lnTo>
                  <a:lnTo>
                    <a:pt x="14" y="262"/>
                  </a:lnTo>
                  <a:lnTo>
                    <a:pt x="10" y="262"/>
                  </a:lnTo>
                  <a:lnTo>
                    <a:pt x="14" y="262"/>
                  </a:lnTo>
                  <a:lnTo>
                    <a:pt x="18" y="262"/>
                  </a:lnTo>
                  <a:lnTo>
                    <a:pt x="22" y="262"/>
                  </a:lnTo>
                  <a:lnTo>
                    <a:pt x="22" y="258"/>
                  </a:lnTo>
                  <a:lnTo>
                    <a:pt x="26" y="258"/>
                  </a:lnTo>
                  <a:lnTo>
                    <a:pt x="30" y="256"/>
                  </a:lnTo>
                  <a:lnTo>
                    <a:pt x="30" y="252"/>
                  </a:lnTo>
                  <a:lnTo>
                    <a:pt x="34" y="252"/>
                  </a:lnTo>
                  <a:lnTo>
                    <a:pt x="34" y="248"/>
                  </a:lnTo>
                  <a:lnTo>
                    <a:pt x="30" y="248"/>
                  </a:lnTo>
                  <a:lnTo>
                    <a:pt x="30" y="252"/>
                  </a:lnTo>
                  <a:lnTo>
                    <a:pt x="22" y="252"/>
                  </a:lnTo>
                  <a:lnTo>
                    <a:pt x="22" y="256"/>
                  </a:lnTo>
                  <a:lnTo>
                    <a:pt x="18" y="256"/>
                  </a:lnTo>
                  <a:lnTo>
                    <a:pt x="14" y="256"/>
                  </a:lnTo>
                  <a:lnTo>
                    <a:pt x="14" y="252"/>
                  </a:lnTo>
                  <a:lnTo>
                    <a:pt x="10" y="252"/>
                  </a:lnTo>
                  <a:lnTo>
                    <a:pt x="6" y="252"/>
                  </a:lnTo>
                  <a:lnTo>
                    <a:pt x="6" y="248"/>
                  </a:lnTo>
                  <a:lnTo>
                    <a:pt x="4" y="244"/>
                  </a:lnTo>
                  <a:lnTo>
                    <a:pt x="4" y="240"/>
                  </a:lnTo>
                  <a:lnTo>
                    <a:pt x="4" y="236"/>
                  </a:lnTo>
                  <a:lnTo>
                    <a:pt x="6" y="236"/>
                  </a:lnTo>
                  <a:lnTo>
                    <a:pt x="4" y="236"/>
                  </a:lnTo>
                  <a:lnTo>
                    <a:pt x="0" y="240"/>
                  </a:lnTo>
                  <a:lnTo>
                    <a:pt x="0" y="236"/>
                  </a:lnTo>
                  <a:lnTo>
                    <a:pt x="0" y="236"/>
                  </a:lnTo>
                  <a:lnTo>
                    <a:pt x="0" y="236"/>
                  </a:lnTo>
                  <a:close/>
                  <a:moveTo>
                    <a:pt x="282" y="270"/>
                  </a:moveTo>
                  <a:lnTo>
                    <a:pt x="282" y="274"/>
                  </a:lnTo>
                  <a:lnTo>
                    <a:pt x="278" y="274"/>
                  </a:lnTo>
                  <a:lnTo>
                    <a:pt x="278" y="270"/>
                  </a:lnTo>
                  <a:lnTo>
                    <a:pt x="282" y="270"/>
                  </a:lnTo>
                  <a:lnTo>
                    <a:pt x="282" y="270"/>
                  </a:lnTo>
                  <a:lnTo>
                    <a:pt x="282" y="270"/>
                  </a:lnTo>
                  <a:close/>
                  <a:moveTo>
                    <a:pt x="346" y="442"/>
                  </a:moveTo>
                  <a:lnTo>
                    <a:pt x="346" y="438"/>
                  </a:lnTo>
                  <a:lnTo>
                    <a:pt x="350" y="438"/>
                  </a:lnTo>
                  <a:lnTo>
                    <a:pt x="346" y="442"/>
                  </a:lnTo>
                  <a:lnTo>
                    <a:pt x="346" y="442"/>
                  </a:lnTo>
                  <a:lnTo>
                    <a:pt x="346" y="442"/>
                  </a:lnTo>
                  <a:close/>
                  <a:moveTo>
                    <a:pt x="346" y="452"/>
                  </a:moveTo>
                  <a:lnTo>
                    <a:pt x="342" y="452"/>
                  </a:lnTo>
                  <a:lnTo>
                    <a:pt x="346" y="452"/>
                  </a:lnTo>
                  <a:lnTo>
                    <a:pt x="346" y="452"/>
                  </a:lnTo>
                  <a:lnTo>
                    <a:pt x="346" y="452"/>
                  </a:lnTo>
                  <a:close/>
                  <a:moveTo>
                    <a:pt x="346" y="490"/>
                  </a:moveTo>
                  <a:lnTo>
                    <a:pt x="346" y="494"/>
                  </a:lnTo>
                  <a:lnTo>
                    <a:pt x="346" y="490"/>
                  </a:lnTo>
                  <a:lnTo>
                    <a:pt x="346" y="490"/>
                  </a:lnTo>
                  <a:lnTo>
                    <a:pt x="346" y="490"/>
                  </a:lnTo>
                  <a:close/>
                  <a:moveTo>
                    <a:pt x="66" y="504"/>
                  </a:moveTo>
                  <a:lnTo>
                    <a:pt x="66" y="508"/>
                  </a:lnTo>
                  <a:lnTo>
                    <a:pt x="66" y="504"/>
                  </a:lnTo>
                  <a:lnTo>
                    <a:pt x="66" y="504"/>
                  </a:lnTo>
                  <a:lnTo>
                    <a:pt x="66" y="504"/>
                  </a:lnTo>
                  <a:close/>
                  <a:moveTo>
                    <a:pt x="358" y="508"/>
                  </a:moveTo>
                  <a:lnTo>
                    <a:pt x="358" y="512"/>
                  </a:lnTo>
                  <a:lnTo>
                    <a:pt x="358" y="508"/>
                  </a:lnTo>
                  <a:lnTo>
                    <a:pt x="358" y="508"/>
                  </a:lnTo>
                  <a:lnTo>
                    <a:pt x="358" y="508"/>
                  </a:lnTo>
                  <a:close/>
                  <a:moveTo>
                    <a:pt x="354" y="512"/>
                  </a:moveTo>
                  <a:lnTo>
                    <a:pt x="358" y="512"/>
                  </a:lnTo>
                  <a:lnTo>
                    <a:pt x="354" y="512"/>
                  </a:lnTo>
                  <a:lnTo>
                    <a:pt x="354" y="512"/>
                  </a:lnTo>
                  <a:lnTo>
                    <a:pt x="354" y="512"/>
                  </a:lnTo>
                  <a:close/>
                  <a:moveTo>
                    <a:pt x="360" y="524"/>
                  </a:moveTo>
                  <a:lnTo>
                    <a:pt x="358" y="524"/>
                  </a:lnTo>
                  <a:lnTo>
                    <a:pt x="360" y="524"/>
                  </a:lnTo>
                  <a:lnTo>
                    <a:pt x="360" y="520"/>
                  </a:lnTo>
                  <a:lnTo>
                    <a:pt x="360" y="524"/>
                  </a:lnTo>
                  <a:lnTo>
                    <a:pt x="360" y="524"/>
                  </a:lnTo>
                  <a:lnTo>
                    <a:pt x="360" y="524"/>
                  </a:lnTo>
                  <a:close/>
                  <a:moveTo>
                    <a:pt x="346" y="426"/>
                  </a:moveTo>
                  <a:lnTo>
                    <a:pt x="346" y="422"/>
                  </a:lnTo>
                  <a:lnTo>
                    <a:pt x="346" y="418"/>
                  </a:lnTo>
                  <a:lnTo>
                    <a:pt x="350" y="418"/>
                  </a:lnTo>
                  <a:lnTo>
                    <a:pt x="350" y="416"/>
                  </a:lnTo>
                  <a:lnTo>
                    <a:pt x="350" y="418"/>
                  </a:lnTo>
                  <a:lnTo>
                    <a:pt x="350" y="422"/>
                  </a:lnTo>
                  <a:lnTo>
                    <a:pt x="350" y="426"/>
                  </a:lnTo>
                  <a:lnTo>
                    <a:pt x="350" y="422"/>
                  </a:lnTo>
                  <a:lnTo>
                    <a:pt x="346" y="426"/>
                  </a:lnTo>
                  <a:lnTo>
                    <a:pt x="346" y="426"/>
                  </a:lnTo>
                  <a:lnTo>
                    <a:pt x="346" y="426"/>
                  </a:lnTo>
                  <a:close/>
                  <a:moveTo>
                    <a:pt x="346" y="438"/>
                  </a:moveTo>
                  <a:lnTo>
                    <a:pt x="346" y="434"/>
                  </a:lnTo>
                  <a:lnTo>
                    <a:pt x="346" y="430"/>
                  </a:lnTo>
                  <a:lnTo>
                    <a:pt x="346" y="426"/>
                  </a:lnTo>
                  <a:lnTo>
                    <a:pt x="350" y="426"/>
                  </a:lnTo>
                  <a:lnTo>
                    <a:pt x="350" y="430"/>
                  </a:lnTo>
                  <a:lnTo>
                    <a:pt x="350" y="434"/>
                  </a:lnTo>
                  <a:lnTo>
                    <a:pt x="346" y="434"/>
                  </a:lnTo>
                  <a:lnTo>
                    <a:pt x="346" y="438"/>
                  </a:lnTo>
                  <a:lnTo>
                    <a:pt x="350" y="438"/>
                  </a:lnTo>
                  <a:lnTo>
                    <a:pt x="346" y="438"/>
                  </a:lnTo>
                  <a:lnTo>
                    <a:pt x="346" y="438"/>
                  </a:lnTo>
                  <a:lnTo>
                    <a:pt x="346" y="438"/>
                  </a:lnTo>
                  <a:close/>
                  <a:moveTo>
                    <a:pt x="346" y="442"/>
                  </a:moveTo>
                  <a:lnTo>
                    <a:pt x="346" y="446"/>
                  </a:lnTo>
                  <a:lnTo>
                    <a:pt x="346" y="448"/>
                  </a:lnTo>
                  <a:lnTo>
                    <a:pt x="346" y="452"/>
                  </a:lnTo>
                  <a:lnTo>
                    <a:pt x="342" y="448"/>
                  </a:lnTo>
                  <a:lnTo>
                    <a:pt x="342" y="446"/>
                  </a:lnTo>
                  <a:lnTo>
                    <a:pt x="346" y="446"/>
                  </a:lnTo>
                  <a:lnTo>
                    <a:pt x="346" y="442"/>
                  </a:lnTo>
                  <a:lnTo>
                    <a:pt x="346" y="438"/>
                  </a:lnTo>
                  <a:lnTo>
                    <a:pt x="346" y="442"/>
                  </a:lnTo>
                  <a:lnTo>
                    <a:pt x="346" y="438"/>
                  </a:lnTo>
                  <a:lnTo>
                    <a:pt x="346" y="442"/>
                  </a:lnTo>
                  <a:lnTo>
                    <a:pt x="346" y="442"/>
                  </a:lnTo>
                  <a:lnTo>
                    <a:pt x="346" y="442"/>
                  </a:lnTo>
                  <a:close/>
                  <a:moveTo>
                    <a:pt x="342" y="464"/>
                  </a:moveTo>
                  <a:lnTo>
                    <a:pt x="342" y="468"/>
                  </a:lnTo>
                  <a:lnTo>
                    <a:pt x="338" y="468"/>
                  </a:lnTo>
                  <a:lnTo>
                    <a:pt x="338" y="464"/>
                  </a:lnTo>
                  <a:lnTo>
                    <a:pt x="342" y="464"/>
                  </a:lnTo>
                  <a:lnTo>
                    <a:pt x="342" y="460"/>
                  </a:lnTo>
                  <a:lnTo>
                    <a:pt x="342" y="464"/>
                  </a:lnTo>
                  <a:lnTo>
                    <a:pt x="342" y="464"/>
                  </a:lnTo>
                  <a:lnTo>
                    <a:pt x="342" y="464"/>
                  </a:lnTo>
                  <a:close/>
                  <a:moveTo>
                    <a:pt x="360" y="528"/>
                  </a:moveTo>
                  <a:lnTo>
                    <a:pt x="360" y="532"/>
                  </a:lnTo>
                  <a:lnTo>
                    <a:pt x="360" y="534"/>
                  </a:lnTo>
                  <a:lnTo>
                    <a:pt x="360" y="532"/>
                  </a:lnTo>
                  <a:lnTo>
                    <a:pt x="360" y="528"/>
                  </a:lnTo>
                  <a:lnTo>
                    <a:pt x="358" y="528"/>
                  </a:lnTo>
                  <a:lnTo>
                    <a:pt x="360" y="524"/>
                  </a:lnTo>
                  <a:lnTo>
                    <a:pt x="360" y="528"/>
                  </a:lnTo>
                  <a:lnTo>
                    <a:pt x="360" y="528"/>
                  </a:lnTo>
                  <a:lnTo>
                    <a:pt x="360" y="52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endParaRPr lang="en-US" sz="1200"/>
            </a:p>
          </p:txBody>
        </p:sp>
      </p:grpSp>
    </p:spTree>
    <p:extLst>
      <p:ext uri="{BB962C8B-B14F-4D97-AF65-F5344CB8AC3E}">
        <p14:creationId xmlns:p14="http://schemas.microsoft.com/office/powerpoint/2010/main" val="3189965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テキスト プレースホルダー 3"/>
          <p:cNvSpPr>
            <a:spLocks noGrp="1"/>
          </p:cNvSpPr>
          <p:nvPr>
            <p:ph type="body" sz="quarter" idx="15"/>
          </p:nvPr>
        </p:nvSpPr>
        <p:spPr bwMode="gray"/>
        <p:txBody>
          <a:bodyPr/>
          <a:lstStyle/>
          <a:p>
            <a:r>
              <a:rPr lang="en-US" altLang="ja-JP" dirty="0"/>
              <a:t>Header</a:t>
            </a:r>
          </a:p>
        </p:txBody>
      </p:sp>
      <p:sp>
        <p:nvSpPr>
          <p:cNvPr id="2" name="タイトル 1"/>
          <p:cNvSpPr>
            <a:spLocks noGrp="1"/>
          </p:cNvSpPr>
          <p:nvPr>
            <p:ph type="title"/>
          </p:nvPr>
        </p:nvSpPr>
        <p:spPr bwMode="gray"/>
        <p:txBody>
          <a:bodyPr/>
          <a:lstStyle/>
          <a:p>
            <a:r>
              <a:rPr lang="ja-JP" altLang="en-US" dirty="0"/>
              <a:t>地図 </a:t>
            </a:r>
            <a:r>
              <a:rPr lang="nl-NL" altLang="ja-JP" dirty="0"/>
              <a:t>– </a:t>
            </a:r>
            <a:r>
              <a:rPr lang="ja-JP" altLang="en-US" dirty="0"/>
              <a:t>ヨーロッパ、アジア、北アフリカ</a:t>
            </a:r>
          </a:p>
        </p:txBody>
      </p:sp>
      <p:grpSp>
        <p:nvGrpSpPr>
          <p:cNvPr id="25" name="グループ化 24"/>
          <p:cNvGrpSpPr>
            <a:grpSpLocks noChangeAspect="1"/>
          </p:cNvGrpSpPr>
          <p:nvPr/>
        </p:nvGrpSpPr>
        <p:grpSpPr bwMode="gray">
          <a:xfrm>
            <a:off x="1302542" y="1476000"/>
            <a:ext cx="7300917" cy="4824000"/>
            <a:chOff x="1329784" y="1476000"/>
            <a:chExt cx="7246433" cy="4788000"/>
          </a:xfrm>
          <a:solidFill>
            <a:srgbClr val="BBBCBC"/>
          </a:solidFill>
        </p:grpSpPr>
        <p:grpSp>
          <p:nvGrpSpPr>
            <p:cNvPr id="8" name="グループ化 7"/>
            <p:cNvGrpSpPr>
              <a:grpSpLocks noChangeAspect="1"/>
            </p:cNvGrpSpPr>
            <p:nvPr/>
          </p:nvGrpSpPr>
          <p:grpSpPr bwMode="gray">
            <a:xfrm>
              <a:off x="2818800" y="4129200"/>
              <a:ext cx="141180" cy="310087"/>
              <a:chOff x="1760389" y="3503289"/>
              <a:chExt cx="98125" cy="215511"/>
            </a:xfrm>
            <a:grpFill/>
          </p:grpSpPr>
          <p:sp>
            <p:nvSpPr>
              <p:cNvPr id="195" name="フリーフォーム 194"/>
              <p:cNvSpPr/>
              <p:nvPr/>
            </p:nvSpPr>
            <p:spPr bwMode="gray">
              <a:xfrm>
                <a:off x="1792207" y="3628835"/>
                <a:ext cx="61782" cy="48443"/>
              </a:xfrm>
              <a:custGeom>
                <a:avLst/>
                <a:gdLst>
                  <a:gd name="connsiteX0" fmla="*/ 0 w 721755"/>
                  <a:gd name="connsiteY0" fmla="*/ 172950 h 442906"/>
                  <a:gd name="connsiteX1" fmla="*/ 35719 w 721755"/>
                  <a:gd name="connsiteY1" fmla="*/ 44363 h 442906"/>
                  <a:gd name="connsiteX2" fmla="*/ 11906 w 721755"/>
                  <a:gd name="connsiteY2" fmla="*/ 58650 h 442906"/>
                  <a:gd name="connsiteX3" fmla="*/ 42863 w 721755"/>
                  <a:gd name="connsiteY3" fmla="*/ 3881 h 442906"/>
                  <a:gd name="connsiteX4" fmla="*/ 161925 w 721755"/>
                  <a:gd name="connsiteY4" fmla="*/ 6263 h 442906"/>
                  <a:gd name="connsiteX5" fmla="*/ 190500 w 721755"/>
                  <a:gd name="connsiteY5" fmla="*/ 20550 h 442906"/>
                  <a:gd name="connsiteX6" fmla="*/ 245269 w 721755"/>
                  <a:gd name="connsiteY6" fmla="*/ 149138 h 442906"/>
                  <a:gd name="connsiteX7" fmla="*/ 409575 w 721755"/>
                  <a:gd name="connsiteY7" fmla="*/ 68175 h 442906"/>
                  <a:gd name="connsiteX8" fmla="*/ 581025 w 721755"/>
                  <a:gd name="connsiteY8" fmla="*/ 61031 h 442906"/>
                  <a:gd name="connsiteX9" fmla="*/ 623888 w 721755"/>
                  <a:gd name="connsiteY9" fmla="*/ 192000 h 442906"/>
                  <a:gd name="connsiteX10" fmla="*/ 721519 w 721755"/>
                  <a:gd name="connsiteY10" fmla="*/ 358688 h 442906"/>
                  <a:gd name="connsiteX11" fmla="*/ 650081 w 721755"/>
                  <a:gd name="connsiteY11" fmla="*/ 399169 h 442906"/>
                  <a:gd name="connsiteX12" fmla="*/ 609600 w 721755"/>
                  <a:gd name="connsiteY12" fmla="*/ 411075 h 442906"/>
                  <a:gd name="connsiteX13" fmla="*/ 269081 w 721755"/>
                  <a:gd name="connsiteY13" fmla="*/ 425363 h 442906"/>
                  <a:gd name="connsiteX14" fmla="*/ 252413 w 721755"/>
                  <a:gd name="connsiteY14" fmla="*/ 141994 h 442906"/>
                  <a:gd name="connsiteX0" fmla="*/ 23852 w 709888"/>
                  <a:gd name="connsiteY0" fmla="*/ 44363 h 442906"/>
                  <a:gd name="connsiteX1" fmla="*/ 39 w 709888"/>
                  <a:gd name="connsiteY1" fmla="*/ 58650 h 442906"/>
                  <a:gd name="connsiteX2" fmla="*/ 30996 w 709888"/>
                  <a:gd name="connsiteY2" fmla="*/ 3881 h 442906"/>
                  <a:gd name="connsiteX3" fmla="*/ 150058 w 709888"/>
                  <a:gd name="connsiteY3" fmla="*/ 6263 h 442906"/>
                  <a:gd name="connsiteX4" fmla="*/ 178633 w 709888"/>
                  <a:gd name="connsiteY4" fmla="*/ 20550 h 442906"/>
                  <a:gd name="connsiteX5" fmla="*/ 233402 w 709888"/>
                  <a:gd name="connsiteY5" fmla="*/ 149138 h 442906"/>
                  <a:gd name="connsiteX6" fmla="*/ 397708 w 709888"/>
                  <a:gd name="connsiteY6" fmla="*/ 68175 h 442906"/>
                  <a:gd name="connsiteX7" fmla="*/ 569158 w 709888"/>
                  <a:gd name="connsiteY7" fmla="*/ 61031 h 442906"/>
                  <a:gd name="connsiteX8" fmla="*/ 612021 w 709888"/>
                  <a:gd name="connsiteY8" fmla="*/ 192000 h 442906"/>
                  <a:gd name="connsiteX9" fmla="*/ 709652 w 709888"/>
                  <a:gd name="connsiteY9" fmla="*/ 358688 h 442906"/>
                  <a:gd name="connsiteX10" fmla="*/ 638214 w 709888"/>
                  <a:gd name="connsiteY10" fmla="*/ 399169 h 442906"/>
                  <a:gd name="connsiteX11" fmla="*/ 597733 w 709888"/>
                  <a:gd name="connsiteY11" fmla="*/ 411075 h 442906"/>
                  <a:gd name="connsiteX12" fmla="*/ 257214 w 709888"/>
                  <a:gd name="connsiteY12" fmla="*/ 425363 h 442906"/>
                  <a:gd name="connsiteX13" fmla="*/ 240546 w 709888"/>
                  <a:gd name="connsiteY13" fmla="*/ 141994 h 442906"/>
                  <a:gd name="connsiteX0" fmla="*/ 23852 w 709888"/>
                  <a:gd name="connsiteY0" fmla="*/ 44363 h 442906"/>
                  <a:gd name="connsiteX1" fmla="*/ 39 w 709888"/>
                  <a:gd name="connsiteY1" fmla="*/ 58650 h 442906"/>
                  <a:gd name="connsiteX2" fmla="*/ 30996 w 709888"/>
                  <a:gd name="connsiteY2" fmla="*/ 3881 h 442906"/>
                  <a:gd name="connsiteX3" fmla="*/ 150058 w 709888"/>
                  <a:gd name="connsiteY3" fmla="*/ 6263 h 442906"/>
                  <a:gd name="connsiteX4" fmla="*/ 178633 w 709888"/>
                  <a:gd name="connsiteY4" fmla="*/ 20550 h 442906"/>
                  <a:gd name="connsiteX5" fmla="*/ 233402 w 709888"/>
                  <a:gd name="connsiteY5" fmla="*/ 149138 h 442906"/>
                  <a:gd name="connsiteX6" fmla="*/ 397708 w 709888"/>
                  <a:gd name="connsiteY6" fmla="*/ 68175 h 442906"/>
                  <a:gd name="connsiteX7" fmla="*/ 569158 w 709888"/>
                  <a:gd name="connsiteY7" fmla="*/ 61031 h 442906"/>
                  <a:gd name="connsiteX8" fmla="*/ 612021 w 709888"/>
                  <a:gd name="connsiteY8" fmla="*/ 192000 h 442906"/>
                  <a:gd name="connsiteX9" fmla="*/ 709652 w 709888"/>
                  <a:gd name="connsiteY9" fmla="*/ 358688 h 442906"/>
                  <a:gd name="connsiteX10" fmla="*/ 638214 w 709888"/>
                  <a:gd name="connsiteY10" fmla="*/ 399169 h 442906"/>
                  <a:gd name="connsiteX11" fmla="*/ 597733 w 709888"/>
                  <a:gd name="connsiteY11" fmla="*/ 411075 h 442906"/>
                  <a:gd name="connsiteX12" fmla="*/ 257214 w 709888"/>
                  <a:gd name="connsiteY12" fmla="*/ 425363 h 442906"/>
                  <a:gd name="connsiteX13" fmla="*/ 240546 w 709888"/>
                  <a:gd name="connsiteY13" fmla="*/ 141994 h 442906"/>
                  <a:gd name="connsiteX14" fmla="*/ 23852 w 709888"/>
                  <a:gd name="connsiteY14" fmla="*/ 44363 h 442906"/>
                  <a:gd name="connsiteX0" fmla="*/ 18649 w 704685"/>
                  <a:gd name="connsiteY0" fmla="*/ 43306 h 441849"/>
                  <a:gd name="connsiteX1" fmla="*/ 25793 w 704685"/>
                  <a:gd name="connsiteY1" fmla="*/ 2824 h 441849"/>
                  <a:gd name="connsiteX2" fmla="*/ 144855 w 704685"/>
                  <a:gd name="connsiteY2" fmla="*/ 5206 h 441849"/>
                  <a:gd name="connsiteX3" fmla="*/ 173430 w 704685"/>
                  <a:gd name="connsiteY3" fmla="*/ 19493 h 441849"/>
                  <a:gd name="connsiteX4" fmla="*/ 228199 w 704685"/>
                  <a:gd name="connsiteY4" fmla="*/ 148081 h 441849"/>
                  <a:gd name="connsiteX5" fmla="*/ 392505 w 704685"/>
                  <a:gd name="connsiteY5" fmla="*/ 67118 h 441849"/>
                  <a:gd name="connsiteX6" fmla="*/ 563955 w 704685"/>
                  <a:gd name="connsiteY6" fmla="*/ 59974 h 441849"/>
                  <a:gd name="connsiteX7" fmla="*/ 606818 w 704685"/>
                  <a:gd name="connsiteY7" fmla="*/ 190943 h 441849"/>
                  <a:gd name="connsiteX8" fmla="*/ 704449 w 704685"/>
                  <a:gd name="connsiteY8" fmla="*/ 357631 h 441849"/>
                  <a:gd name="connsiteX9" fmla="*/ 633011 w 704685"/>
                  <a:gd name="connsiteY9" fmla="*/ 398112 h 441849"/>
                  <a:gd name="connsiteX10" fmla="*/ 592530 w 704685"/>
                  <a:gd name="connsiteY10" fmla="*/ 410018 h 441849"/>
                  <a:gd name="connsiteX11" fmla="*/ 252011 w 704685"/>
                  <a:gd name="connsiteY11" fmla="*/ 424306 h 441849"/>
                  <a:gd name="connsiteX12" fmla="*/ 235343 w 704685"/>
                  <a:gd name="connsiteY12" fmla="*/ 140937 h 441849"/>
                  <a:gd name="connsiteX13" fmla="*/ 18649 w 704685"/>
                  <a:gd name="connsiteY13" fmla="*/ 43306 h 441849"/>
                  <a:gd name="connsiteX0" fmla="*/ 209550 w 678892"/>
                  <a:gd name="connsiteY0" fmla="*/ 140937 h 441849"/>
                  <a:gd name="connsiteX1" fmla="*/ 0 w 678892"/>
                  <a:gd name="connsiteY1" fmla="*/ 2824 h 441849"/>
                  <a:gd name="connsiteX2" fmla="*/ 119062 w 678892"/>
                  <a:gd name="connsiteY2" fmla="*/ 5206 h 441849"/>
                  <a:gd name="connsiteX3" fmla="*/ 147637 w 678892"/>
                  <a:gd name="connsiteY3" fmla="*/ 19493 h 441849"/>
                  <a:gd name="connsiteX4" fmla="*/ 202406 w 678892"/>
                  <a:gd name="connsiteY4" fmla="*/ 148081 h 441849"/>
                  <a:gd name="connsiteX5" fmla="*/ 366712 w 678892"/>
                  <a:gd name="connsiteY5" fmla="*/ 67118 h 441849"/>
                  <a:gd name="connsiteX6" fmla="*/ 538162 w 678892"/>
                  <a:gd name="connsiteY6" fmla="*/ 59974 h 441849"/>
                  <a:gd name="connsiteX7" fmla="*/ 581025 w 678892"/>
                  <a:gd name="connsiteY7" fmla="*/ 190943 h 441849"/>
                  <a:gd name="connsiteX8" fmla="*/ 678656 w 678892"/>
                  <a:gd name="connsiteY8" fmla="*/ 357631 h 441849"/>
                  <a:gd name="connsiteX9" fmla="*/ 607218 w 678892"/>
                  <a:gd name="connsiteY9" fmla="*/ 398112 h 441849"/>
                  <a:gd name="connsiteX10" fmla="*/ 566737 w 678892"/>
                  <a:gd name="connsiteY10" fmla="*/ 410018 h 441849"/>
                  <a:gd name="connsiteX11" fmla="*/ 226218 w 678892"/>
                  <a:gd name="connsiteY11" fmla="*/ 424306 h 441849"/>
                  <a:gd name="connsiteX12" fmla="*/ 209550 w 678892"/>
                  <a:gd name="connsiteY12" fmla="*/ 140937 h 441849"/>
                  <a:gd name="connsiteX0" fmla="*/ 90488 w 559830"/>
                  <a:gd name="connsiteY0" fmla="*/ 136494 h 437406"/>
                  <a:gd name="connsiteX1" fmla="*/ 0 w 559830"/>
                  <a:gd name="connsiteY1" fmla="*/ 763 h 437406"/>
                  <a:gd name="connsiteX2" fmla="*/ 28575 w 559830"/>
                  <a:gd name="connsiteY2" fmla="*/ 15050 h 437406"/>
                  <a:gd name="connsiteX3" fmla="*/ 83344 w 559830"/>
                  <a:gd name="connsiteY3" fmla="*/ 143638 h 437406"/>
                  <a:gd name="connsiteX4" fmla="*/ 247650 w 559830"/>
                  <a:gd name="connsiteY4" fmla="*/ 62675 h 437406"/>
                  <a:gd name="connsiteX5" fmla="*/ 419100 w 559830"/>
                  <a:gd name="connsiteY5" fmla="*/ 55531 h 437406"/>
                  <a:gd name="connsiteX6" fmla="*/ 461963 w 559830"/>
                  <a:gd name="connsiteY6" fmla="*/ 186500 h 437406"/>
                  <a:gd name="connsiteX7" fmla="*/ 559594 w 559830"/>
                  <a:gd name="connsiteY7" fmla="*/ 353188 h 437406"/>
                  <a:gd name="connsiteX8" fmla="*/ 488156 w 559830"/>
                  <a:gd name="connsiteY8" fmla="*/ 393669 h 437406"/>
                  <a:gd name="connsiteX9" fmla="*/ 447675 w 559830"/>
                  <a:gd name="connsiteY9" fmla="*/ 405575 h 437406"/>
                  <a:gd name="connsiteX10" fmla="*/ 107156 w 559830"/>
                  <a:gd name="connsiteY10" fmla="*/ 419863 h 437406"/>
                  <a:gd name="connsiteX11" fmla="*/ 90488 w 559830"/>
                  <a:gd name="connsiteY11" fmla="*/ 136494 h 437406"/>
                  <a:gd name="connsiteX0" fmla="*/ 61913 w 531255"/>
                  <a:gd name="connsiteY0" fmla="*/ 121444 h 422356"/>
                  <a:gd name="connsiteX1" fmla="*/ 0 w 531255"/>
                  <a:gd name="connsiteY1" fmla="*/ 0 h 422356"/>
                  <a:gd name="connsiteX2" fmla="*/ 54769 w 531255"/>
                  <a:gd name="connsiteY2" fmla="*/ 128588 h 422356"/>
                  <a:gd name="connsiteX3" fmla="*/ 219075 w 531255"/>
                  <a:gd name="connsiteY3" fmla="*/ 47625 h 422356"/>
                  <a:gd name="connsiteX4" fmla="*/ 390525 w 531255"/>
                  <a:gd name="connsiteY4" fmla="*/ 40481 h 422356"/>
                  <a:gd name="connsiteX5" fmla="*/ 433388 w 531255"/>
                  <a:gd name="connsiteY5" fmla="*/ 171450 h 422356"/>
                  <a:gd name="connsiteX6" fmla="*/ 531019 w 531255"/>
                  <a:gd name="connsiteY6" fmla="*/ 338138 h 422356"/>
                  <a:gd name="connsiteX7" fmla="*/ 459581 w 531255"/>
                  <a:gd name="connsiteY7" fmla="*/ 378619 h 422356"/>
                  <a:gd name="connsiteX8" fmla="*/ 419100 w 531255"/>
                  <a:gd name="connsiteY8" fmla="*/ 390525 h 422356"/>
                  <a:gd name="connsiteX9" fmla="*/ 78581 w 531255"/>
                  <a:gd name="connsiteY9" fmla="*/ 404813 h 422356"/>
                  <a:gd name="connsiteX10" fmla="*/ 61913 w 531255"/>
                  <a:gd name="connsiteY10" fmla="*/ 121444 h 422356"/>
                  <a:gd name="connsiteX0" fmla="*/ 22054 w 491396"/>
                  <a:gd name="connsiteY0" fmla="*/ 91645 h 392557"/>
                  <a:gd name="connsiteX1" fmla="*/ 14910 w 491396"/>
                  <a:gd name="connsiteY1" fmla="*/ 98789 h 392557"/>
                  <a:gd name="connsiteX2" fmla="*/ 179216 w 491396"/>
                  <a:gd name="connsiteY2" fmla="*/ 17826 h 392557"/>
                  <a:gd name="connsiteX3" fmla="*/ 350666 w 491396"/>
                  <a:gd name="connsiteY3" fmla="*/ 10682 h 392557"/>
                  <a:gd name="connsiteX4" fmla="*/ 393529 w 491396"/>
                  <a:gd name="connsiteY4" fmla="*/ 141651 h 392557"/>
                  <a:gd name="connsiteX5" fmla="*/ 491160 w 491396"/>
                  <a:gd name="connsiteY5" fmla="*/ 308339 h 392557"/>
                  <a:gd name="connsiteX6" fmla="*/ 419722 w 491396"/>
                  <a:gd name="connsiteY6" fmla="*/ 348820 h 392557"/>
                  <a:gd name="connsiteX7" fmla="*/ 379241 w 491396"/>
                  <a:gd name="connsiteY7" fmla="*/ 360726 h 392557"/>
                  <a:gd name="connsiteX8" fmla="*/ 38722 w 491396"/>
                  <a:gd name="connsiteY8" fmla="*/ 375014 h 392557"/>
                  <a:gd name="connsiteX9" fmla="*/ 22054 w 491396"/>
                  <a:gd name="connsiteY9" fmla="*/ 91645 h 392557"/>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28473 w 481147"/>
                  <a:gd name="connsiteY0" fmla="*/ 375014 h 392036"/>
                  <a:gd name="connsiteX1" fmla="*/ 4661 w 481147"/>
                  <a:gd name="connsiteY1" fmla="*/ 98789 h 392036"/>
                  <a:gd name="connsiteX2" fmla="*/ 168967 w 481147"/>
                  <a:gd name="connsiteY2" fmla="*/ 17826 h 392036"/>
                  <a:gd name="connsiteX3" fmla="*/ 340417 w 481147"/>
                  <a:gd name="connsiteY3" fmla="*/ 10682 h 392036"/>
                  <a:gd name="connsiteX4" fmla="*/ 383280 w 481147"/>
                  <a:gd name="connsiteY4" fmla="*/ 141651 h 392036"/>
                  <a:gd name="connsiteX5" fmla="*/ 480911 w 481147"/>
                  <a:gd name="connsiteY5" fmla="*/ 308339 h 392036"/>
                  <a:gd name="connsiteX6" fmla="*/ 409473 w 481147"/>
                  <a:gd name="connsiteY6" fmla="*/ 348820 h 392036"/>
                  <a:gd name="connsiteX7" fmla="*/ 368992 w 481147"/>
                  <a:gd name="connsiteY7" fmla="*/ 360726 h 392036"/>
                  <a:gd name="connsiteX8" fmla="*/ 28473 w 481147"/>
                  <a:gd name="connsiteY8" fmla="*/ 375014 h 392036"/>
                  <a:gd name="connsiteX0" fmla="*/ 23812 w 476486"/>
                  <a:gd name="connsiteY0" fmla="*/ 375014 h 392036"/>
                  <a:gd name="connsiteX1" fmla="*/ 0 w 476486"/>
                  <a:gd name="connsiteY1" fmla="*/ 98789 h 392036"/>
                  <a:gd name="connsiteX2" fmla="*/ 164306 w 476486"/>
                  <a:gd name="connsiteY2" fmla="*/ 17826 h 392036"/>
                  <a:gd name="connsiteX3" fmla="*/ 335756 w 476486"/>
                  <a:gd name="connsiteY3" fmla="*/ 10682 h 392036"/>
                  <a:gd name="connsiteX4" fmla="*/ 378619 w 476486"/>
                  <a:gd name="connsiteY4" fmla="*/ 141651 h 392036"/>
                  <a:gd name="connsiteX5" fmla="*/ 476250 w 476486"/>
                  <a:gd name="connsiteY5" fmla="*/ 308339 h 392036"/>
                  <a:gd name="connsiteX6" fmla="*/ 404812 w 476486"/>
                  <a:gd name="connsiteY6" fmla="*/ 348820 h 392036"/>
                  <a:gd name="connsiteX7" fmla="*/ 364331 w 476486"/>
                  <a:gd name="connsiteY7" fmla="*/ 360726 h 392036"/>
                  <a:gd name="connsiteX8" fmla="*/ 23812 w 476486"/>
                  <a:gd name="connsiteY8" fmla="*/ 375014 h 392036"/>
                  <a:gd name="connsiteX0" fmla="*/ 23812 w 476486"/>
                  <a:gd name="connsiteY0" fmla="*/ 375014 h 392036"/>
                  <a:gd name="connsiteX1" fmla="*/ 0 w 476486"/>
                  <a:gd name="connsiteY1" fmla="*/ 98789 h 392036"/>
                  <a:gd name="connsiteX2" fmla="*/ 164306 w 476486"/>
                  <a:gd name="connsiteY2" fmla="*/ 17826 h 392036"/>
                  <a:gd name="connsiteX3" fmla="*/ 335756 w 476486"/>
                  <a:gd name="connsiteY3" fmla="*/ 10682 h 392036"/>
                  <a:gd name="connsiteX4" fmla="*/ 378619 w 476486"/>
                  <a:gd name="connsiteY4" fmla="*/ 141651 h 392036"/>
                  <a:gd name="connsiteX5" fmla="*/ 476250 w 476486"/>
                  <a:gd name="connsiteY5" fmla="*/ 308339 h 392036"/>
                  <a:gd name="connsiteX6" fmla="*/ 404812 w 476486"/>
                  <a:gd name="connsiteY6" fmla="*/ 348820 h 392036"/>
                  <a:gd name="connsiteX7" fmla="*/ 364331 w 476486"/>
                  <a:gd name="connsiteY7" fmla="*/ 360726 h 392036"/>
                  <a:gd name="connsiteX8" fmla="*/ 23812 w 476486"/>
                  <a:gd name="connsiteY8" fmla="*/ 375014 h 392036"/>
                  <a:gd name="connsiteX0" fmla="*/ 23812 w 476486"/>
                  <a:gd name="connsiteY0" fmla="*/ 375014 h 375014"/>
                  <a:gd name="connsiteX1" fmla="*/ 0 w 476486"/>
                  <a:gd name="connsiteY1" fmla="*/ 98789 h 375014"/>
                  <a:gd name="connsiteX2" fmla="*/ 164306 w 476486"/>
                  <a:gd name="connsiteY2" fmla="*/ 17826 h 375014"/>
                  <a:gd name="connsiteX3" fmla="*/ 335756 w 476486"/>
                  <a:gd name="connsiteY3" fmla="*/ 10682 h 375014"/>
                  <a:gd name="connsiteX4" fmla="*/ 378619 w 476486"/>
                  <a:gd name="connsiteY4" fmla="*/ 141651 h 375014"/>
                  <a:gd name="connsiteX5" fmla="*/ 476250 w 476486"/>
                  <a:gd name="connsiteY5" fmla="*/ 308339 h 375014"/>
                  <a:gd name="connsiteX6" fmla="*/ 404812 w 476486"/>
                  <a:gd name="connsiteY6" fmla="*/ 348820 h 375014"/>
                  <a:gd name="connsiteX7" fmla="*/ 364331 w 476486"/>
                  <a:gd name="connsiteY7" fmla="*/ 360726 h 375014"/>
                  <a:gd name="connsiteX8" fmla="*/ 23812 w 476486"/>
                  <a:gd name="connsiteY8" fmla="*/ 375014 h 375014"/>
                  <a:gd name="connsiteX0" fmla="*/ 23812 w 476486"/>
                  <a:gd name="connsiteY0" fmla="*/ 375014 h 375014"/>
                  <a:gd name="connsiteX1" fmla="*/ 0 w 476486"/>
                  <a:gd name="connsiteY1" fmla="*/ 98789 h 375014"/>
                  <a:gd name="connsiteX2" fmla="*/ 164306 w 476486"/>
                  <a:gd name="connsiteY2" fmla="*/ 17826 h 375014"/>
                  <a:gd name="connsiteX3" fmla="*/ 335756 w 476486"/>
                  <a:gd name="connsiteY3" fmla="*/ 10682 h 375014"/>
                  <a:gd name="connsiteX4" fmla="*/ 378619 w 476486"/>
                  <a:gd name="connsiteY4" fmla="*/ 141651 h 375014"/>
                  <a:gd name="connsiteX5" fmla="*/ 476250 w 476486"/>
                  <a:gd name="connsiteY5" fmla="*/ 308339 h 375014"/>
                  <a:gd name="connsiteX6" fmla="*/ 404812 w 476486"/>
                  <a:gd name="connsiteY6" fmla="*/ 348820 h 375014"/>
                  <a:gd name="connsiteX7" fmla="*/ 364331 w 476486"/>
                  <a:gd name="connsiteY7" fmla="*/ 360726 h 375014"/>
                  <a:gd name="connsiteX8" fmla="*/ 23812 w 476486"/>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64332 h 364332"/>
                  <a:gd name="connsiteX1" fmla="*/ 0 w 476250"/>
                  <a:gd name="connsiteY1" fmla="*/ 88107 h 364332"/>
                  <a:gd name="connsiteX2" fmla="*/ 164306 w 476250"/>
                  <a:gd name="connsiteY2" fmla="*/ 7144 h 364332"/>
                  <a:gd name="connsiteX3" fmla="*/ 335756 w 476250"/>
                  <a:gd name="connsiteY3" fmla="*/ 0 h 364332"/>
                  <a:gd name="connsiteX4" fmla="*/ 378619 w 476250"/>
                  <a:gd name="connsiteY4" fmla="*/ 130969 h 364332"/>
                  <a:gd name="connsiteX5" fmla="*/ 476250 w 476250"/>
                  <a:gd name="connsiteY5" fmla="*/ 297657 h 364332"/>
                  <a:gd name="connsiteX6" fmla="*/ 404812 w 476250"/>
                  <a:gd name="connsiteY6" fmla="*/ 338138 h 364332"/>
                  <a:gd name="connsiteX7" fmla="*/ 364331 w 476250"/>
                  <a:gd name="connsiteY7" fmla="*/ 350044 h 364332"/>
                  <a:gd name="connsiteX8" fmla="*/ 23812 w 476250"/>
                  <a:gd name="connsiteY8" fmla="*/ 364332 h 364332"/>
                  <a:gd name="connsiteX0" fmla="*/ 23812 w 476250"/>
                  <a:gd name="connsiteY0" fmla="*/ 364332 h 364332"/>
                  <a:gd name="connsiteX1" fmla="*/ 0 w 476250"/>
                  <a:gd name="connsiteY1" fmla="*/ 88107 h 364332"/>
                  <a:gd name="connsiteX2" fmla="*/ 164306 w 476250"/>
                  <a:gd name="connsiteY2" fmla="*/ 7144 h 364332"/>
                  <a:gd name="connsiteX3" fmla="*/ 335756 w 476250"/>
                  <a:gd name="connsiteY3" fmla="*/ 0 h 364332"/>
                  <a:gd name="connsiteX4" fmla="*/ 378619 w 476250"/>
                  <a:gd name="connsiteY4" fmla="*/ 130969 h 364332"/>
                  <a:gd name="connsiteX5" fmla="*/ 476250 w 476250"/>
                  <a:gd name="connsiteY5" fmla="*/ 297657 h 364332"/>
                  <a:gd name="connsiteX6" fmla="*/ 404812 w 476250"/>
                  <a:gd name="connsiteY6" fmla="*/ 338138 h 364332"/>
                  <a:gd name="connsiteX7" fmla="*/ 364331 w 476250"/>
                  <a:gd name="connsiteY7" fmla="*/ 350044 h 364332"/>
                  <a:gd name="connsiteX8" fmla="*/ 23812 w 476250"/>
                  <a:gd name="connsiteY8" fmla="*/ 364332 h 364332"/>
                  <a:gd name="connsiteX0" fmla="*/ 23812 w 476250"/>
                  <a:gd name="connsiteY0" fmla="*/ 364332 h 364332"/>
                  <a:gd name="connsiteX1" fmla="*/ 0 w 476250"/>
                  <a:gd name="connsiteY1" fmla="*/ 88107 h 364332"/>
                  <a:gd name="connsiteX2" fmla="*/ 164306 w 476250"/>
                  <a:gd name="connsiteY2" fmla="*/ 7144 h 364332"/>
                  <a:gd name="connsiteX3" fmla="*/ 335756 w 476250"/>
                  <a:gd name="connsiteY3" fmla="*/ 0 h 364332"/>
                  <a:gd name="connsiteX4" fmla="*/ 378619 w 476250"/>
                  <a:gd name="connsiteY4" fmla="*/ 130969 h 364332"/>
                  <a:gd name="connsiteX5" fmla="*/ 476250 w 476250"/>
                  <a:gd name="connsiteY5" fmla="*/ 297657 h 364332"/>
                  <a:gd name="connsiteX6" fmla="*/ 404812 w 476250"/>
                  <a:gd name="connsiteY6" fmla="*/ 338138 h 364332"/>
                  <a:gd name="connsiteX7" fmla="*/ 364331 w 476250"/>
                  <a:gd name="connsiteY7" fmla="*/ 350044 h 364332"/>
                  <a:gd name="connsiteX8" fmla="*/ 23812 w 476250"/>
                  <a:gd name="connsiteY8" fmla="*/ 364332 h 364332"/>
                  <a:gd name="connsiteX0" fmla="*/ 23812 w 476250"/>
                  <a:gd name="connsiteY0" fmla="*/ 364945 h 364945"/>
                  <a:gd name="connsiteX1" fmla="*/ 0 w 476250"/>
                  <a:gd name="connsiteY1" fmla="*/ 88720 h 364945"/>
                  <a:gd name="connsiteX2" fmla="*/ 164306 w 476250"/>
                  <a:gd name="connsiteY2" fmla="*/ 7757 h 364945"/>
                  <a:gd name="connsiteX3" fmla="*/ 335756 w 476250"/>
                  <a:gd name="connsiteY3" fmla="*/ 613 h 364945"/>
                  <a:gd name="connsiteX4" fmla="*/ 378619 w 476250"/>
                  <a:gd name="connsiteY4" fmla="*/ 131582 h 364945"/>
                  <a:gd name="connsiteX5" fmla="*/ 476250 w 476250"/>
                  <a:gd name="connsiteY5" fmla="*/ 298270 h 364945"/>
                  <a:gd name="connsiteX6" fmla="*/ 404812 w 476250"/>
                  <a:gd name="connsiteY6" fmla="*/ 338751 h 364945"/>
                  <a:gd name="connsiteX7" fmla="*/ 364331 w 476250"/>
                  <a:gd name="connsiteY7" fmla="*/ 350657 h 364945"/>
                  <a:gd name="connsiteX8" fmla="*/ 23812 w 476250"/>
                  <a:gd name="connsiteY8" fmla="*/ 364945 h 364945"/>
                  <a:gd name="connsiteX0" fmla="*/ 23812 w 476250"/>
                  <a:gd name="connsiteY0" fmla="*/ 364945 h 364945"/>
                  <a:gd name="connsiteX1" fmla="*/ 0 w 476250"/>
                  <a:gd name="connsiteY1" fmla="*/ 88720 h 364945"/>
                  <a:gd name="connsiteX2" fmla="*/ 164306 w 476250"/>
                  <a:gd name="connsiteY2" fmla="*/ 7757 h 364945"/>
                  <a:gd name="connsiteX3" fmla="*/ 335756 w 476250"/>
                  <a:gd name="connsiteY3" fmla="*/ 613 h 364945"/>
                  <a:gd name="connsiteX4" fmla="*/ 378619 w 476250"/>
                  <a:gd name="connsiteY4" fmla="*/ 131582 h 364945"/>
                  <a:gd name="connsiteX5" fmla="*/ 476250 w 476250"/>
                  <a:gd name="connsiteY5" fmla="*/ 298270 h 364945"/>
                  <a:gd name="connsiteX6" fmla="*/ 404812 w 476250"/>
                  <a:gd name="connsiteY6" fmla="*/ 338751 h 364945"/>
                  <a:gd name="connsiteX7" fmla="*/ 364331 w 476250"/>
                  <a:gd name="connsiteY7" fmla="*/ 350657 h 364945"/>
                  <a:gd name="connsiteX8" fmla="*/ 23812 w 476250"/>
                  <a:gd name="connsiteY8" fmla="*/ 364945 h 364945"/>
                  <a:gd name="connsiteX0" fmla="*/ 23812 w 476250"/>
                  <a:gd name="connsiteY0" fmla="*/ 367083 h 367083"/>
                  <a:gd name="connsiteX1" fmla="*/ 0 w 476250"/>
                  <a:gd name="connsiteY1" fmla="*/ 90858 h 367083"/>
                  <a:gd name="connsiteX2" fmla="*/ 164306 w 476250"/>
                  <a:gd name="connsiteY2" fmla="*/ 9895 h 367083"/>
                  <a:gd name="connsiteX3" fmla="*/ 335756 w 476250"/>
                  <a:gd name="connsiteY3" fmla="*/ 370 h 367083"/>
                  <a:gd name="connsiteX4" fmla="*/ 378619 w 476250"/>
                  <a:gd name="connsiteY4" fmla="*/ 133720 h 367083"/>
                  <a:gd name="connsiteX5" fmla="*/ 476250 w 476250"/>
                  <a:gd name="connsiteY5" fmla="*/ 300408 h 367083"/>
                  <a:gd name="connsiteX6" fmla="*/ 404812 w 476250"/>
                  <a:gd name="connsiteY6" fmla="*/ 340889 h 367083"/>
                  <a:gd name="connsiteX7" fmla="*/ 364331 w 476250"/>
                  <a:gd name="connsiteY7" fmla="*/ 352795 h 367083"/>
                  <a:gd name="connsiteX8" fmla="*/ 23812 w 476250"/>
                  <a:gd name="connsiteY8" fmla="*/ 367083 h 367083"/>
                  <a:gd name="connsiteX0" fmla="*/ 23812 w 476250"/>
                  <a:gd name="connsiteY0" fmla="*/ 366713 h 366713"/>
                  <a:gd name="connsiteX1" fmla="*/ 0 w 476250"/>
                  <a:gd name="connsiteY1" fmla="*/ 90488 h 366713"/>
                  <a:gd name="connsiteX2" fmla="*/ 164306 w 476250"/>
                  <a:gd name="connsiteY2" fmla="*/ 9525 h 366713"/>
                  <a:gd name="connsiteX3" fmla="*/ 335756 w 476250"/>
                  <a:gd name="connsiteY3" fmla="*/ 0 h 366713"/>
                  <a:gd name="connsiteX4" fmla="*/ 378619 w 476250"/>
                  <a:gd name="connsiteY4" fmla="*/ 133350 h 366713"/>
                  <a:gd name="connsiteX5" fmla="*/ 476250 w 476250"/>
                  <a:gd name="connsiteY5" fmla="*/ 300038 h 366713"/>
                  <a:gd name="connsiteX6" fmla="*/ 404812 w 476250"/>
                  <a:gd name="connsiteY6" fmla="*/ 340519 h 366713"/>
                  <a:gd name="connsiteX7" fmla="*/ 364331 w 476250"/>
                  <a:gd name="connsiteY7" fmla="*/ 352425 h 366713"/>
                  <a:gd name="connsiteX8" fmla="*/ 23812 w 476250"/>
                  <a:gd name="connsiteY8" fmla="*/ 366713 h 366713"/>
                  <a:gd name="connsiteX0" fmla="*/ 23812 w 476250"/>
                  <a:gd name="connsiteY0" fmla="*/ 366713 h 366713"/>
                  <a:gd name="connsiteX1" fmla="*/ 0 w 476250"/>
                  <a:gd name="connsiteY1" fmla="*/ 90488 h 366713"/>
                  <a:gd name="connsiteX2" fmla="*/ 164306 w 476250"/>
                  <a:gd name="connsiteY2" fmla="*/ 9525 h 366713"/>
                  <a:gd name="connsiteX3" fmla="*/ 335756 w 476250"/>
                  <a:gd name="connsiteY3" fmla="*/ 0 h 366713"/>
                  <a:gd name="connsiteX4" fmla="*/ 378619 w 476250"/>
                  <a:gd name="connsiteY4" fmla="*/ 133350 h 366713"/>
                  <a:gd name="connsiteX5" fmla="*/ 476250 w 476250"/>
                  <a:gd name="connsiteY5" fmla="*/ 300038 h 366713"/>
                  <a:gd name="connsiteX6" fmla="*/ 404812 w 476250"/>
                  <a:gd name="connsiteY6" fmla="*/ 340519 h 366713"/>
                  <a:gd name="connsiteX7" fmla="*/ 364331 w 476250"/>
                  <a:gd name="connsiteY7" fmla="*/ 352425 h 366713"/>
                  <a:gd name="connsiteX8" fmla="*/ 23812 w 476250"/>
                  <a:gd name="connsiteY8" fmla="*/ 366713 h 366713"/>
                  <a:gd name="connsiteX0" fmla="*/ 23812 w 476250"/>
                  <a:gd name="connsiteY0" fmla="*/ 366713 h 366713"/>
                  <a:gd name="connsiteX1" fmla="*/ 0 w 476250"/>
                  <a:gd name="connsiteY1" fmla="*/ 90488 h 366713"/>
                  <a:gd name="connsiteX2" fmla="*/ 164306 w 476250"/>
                  <a:gd name="connsiteY2" fmla="*/ 9525 h 366713"/>
                  <a:gd name="connsiteX3" fmla="*/ 335756 w 476250"/>
                  <a:gd name="connsiteY3" fmla="*/ 0 h 366713"/>
                  <a:gd name="connsiteX4" fmla="*/ 378619 w 476250"/>
                  <a:gd name="connsiteY4" fmla="*/ 133350 h 366713"/>
                  <a:gd name="connsiteX5" fmla="*/ 476250 w 476250"/>
                  <a:gd name="connsiteY5" fmla="*/ 300038 h 366713"/>
                  <a:gd name="connsiteX6" fmla="*/ 404812 w 476250"/>
                  <a:gd name="connsiteY6" fmla="*/ 340519 h 366713"/>
                  <a:gd name="connsiteX7" fmla="*/ 364331 w 476250"/>
                  <a:gd name="connsiteY7" fmla="*/ 352425 h 366713"/>
                  <a:gd name="connsiteX8" fmla="*/ 23812 w 476250"/>
                  <a:gd name="connsiteY8" fmla="*/ 366713 h 36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6250" h="366713">
                    <a:moveTo>
                      <a:pt x="23812" y="366713"/>
                    </a:moveTo>
                    <a:cubicBezTo>
                      <a:pt x="8334" y="275432"/>
                      <a:pt x="9921" y="152401"/>
                      <a:pt x="0" y="90488"/>
                    </a:cubicBezTo>
                    <a:cubicBezTo>
                      <a:pt x="32941" y="71438"/>
                      <a:pt x="108347" y="36115"/>
                      <a:pt x="164306" y="9525"/>
                    </a:cubicBezTo>
                    <a:cubicBezTo>
                      <a:pt x="239314" y="4367"/>
                      <a:pt x="295275" y="3175"/>
                      <a:pt x="335756" y="0"/>
                    </a:cubicBezTo>
                    <a:cubicBezTo>
                      <a:pt x="354807" y="49212"/>
                      <a:pt x="364728" y="76597"/>
                      <a:pt x="378619" y="133350"/>
                    </a:cubicBezTo>
                    <a:cubicBezTo>
                      <a:pt x="402035" y="182960"/>
                      <a:pt x="459979" y="260748"/>
                      <a:pt x="476250" y="300038"/>
                    </a:cubicBezTo>
                    <a:cubicBezTo>
                      <a:pt x="430609" y="329803"/>
                      <a:pt x="423465" y="331788"/>
                      <a:pt x="404812" y="340519"/>
                    </a:cubicBezTo>
                    <a:cubicBezTo>
                      <a:pt x="386159" y="349250"/>
                      <a:pt x="384968" y="340915"/>
                      <a:pt x="364331" y="352425"/>
                    </a:cubicBezTo>
                    <a:cubicBezTo>
                      <a:pt x="300831" y="356791"/>
                      <a:pt x="146446" y="360363"/>
                      <a:pt x="23812" y="366713"/>
                    </a:cubicBezTo>
                    <a:close/>
                  </a:path>
                </a:pathLst>
              </a:custGeom>
              <a:grpFill/>
              <a:ln w="3175">
                <a:solidFill>
                  <a:schemeClr val="bg1"/>
                </a:solidFill>
                <a:round/>
                <a:headEnd/>
                <a:tailEnd/>
              </a:ln>
            </p:spPr>
            <p:txBody>
              <a:bodyPr wrap="none" lIns="0" tIns="0" rIns="0" bIns="0" rtlCol="0" anchor="ctr" anchorCtr="0"/>
              <a:lstStyle/>
              <a:p>
                <a:pPr algn="ctr"/>
                <a:endParaRPr kumimoji="1" lang="ja-JP" altLang="en-US" sz="1200"/>
              </a:p>
            </p:txBody>
          </p:sp>
          <p:sp>
            <p:nvSpPr>
              <p:cNvPr id="196" name="フリーフォーム 195"/>
              <p:cNvSpPr/>
              <p:nvPr/>
            </p:nvSpPr>
            <p:spPr bwMode="gray">
              <a:xfrm>
                <a:off x="1760389" y="3621600"/>
                <a:ext cx="35258" cy="97200"/>
              </a:xfrm>
              <a:custGeom>
                <a:avLst/>
                <a:gdLst>
                  <a:gd name="connsiteX0" fmla="*/ 9525 w 271463"/>
                  <a:gd name="connsiteY0" fmla="*/ 45244 h 735807"/>
                  <a:gd name="connsiteX1" fmla="*/ 45244 w 271463"/>
                  <a:gd name="connsiteY1" fmla="*/ 0 h 735807"/>
                  <a:gd name="connsiteX2" fmla="*/ 159544 w 271463"/>
                  <a:gd name="connsiteY2" fmla="*/ 0 h 735807"/>
                  <a:gd name="connsiteX3" fmla="*/ 192881 w 271463"/>
                  <a:gd name="connsiteY3" fmla="*/ 16669 h 735807"/>
                  <a:gd name="connsiteX4" fmla="*/ 245269 w 271463"/>
                  <a:gd name="connsiteY4" fmla="*/ 147638 h 735807"/>
                  <a:gd name="connsiteX5" fmla="*/ 271463 w 271463"/>
                  <a:gd name="connsiteY5" fmla="*/ 590550 h 735807"/>
                  <a:gd name="connsiteX6" fmla="*/ 109538 w 271463"/>
                  <a:gd name="connsiteY6" fmla="*/ 735807 h 735807"/>
                  <a:gd name="connsiteX7" fmla="*/ 76200 w 271463"/>
                  <a:gd name="connsiteY7" fmla="*/ 681038 h 735807"/>
                  <a:gd name="connsiteX8" fmla="*/ 52388 w 271463"/>
                  <a:gd name="connsiteY8" fmla="*/ 607219 h 735807"/>
                  <a:gd name="connsiteX9" fmla="*/ 38100 w 271463"/>
                  <a:gd name="connsiteY9" fmla="*/ 490538 h 735807"/>
                  <a:gd name="connsiteX10" fmla="*/ 35719 w 271463"/>
                  <a:gd name="connsiteY10" fmla="*/ 221457 h 735807"/>
                  <a:gd name="connsiteX11" fmla="*/ 0 w 271463"/>
                  <a:gd name="connsiteY11" fmla="*/ 176213 h 735807"/>
                  <a:gd name="connsiteX12" fmla="*/ 9525 w 271463"/>
                  <a:gd name="connsiteY12" fmla="*/ 45244 h 735807"/>
                  <a:gd name="connsiteX0" fmla="*/ 9525 w 271463"/>
                  <a:gd name="connsiteY0" fmla="*/ 52388 h 735807"/>
                  <a:gd name="connsiteX1" fmla="*/ 45244 w 271463"/>
                  <a:gd name="connsiteY1" fmla="*/ 0 h 735807"/>
                  <a:gd name="connsiteX2" fmla="*/ 159544 w 271463"/>
                  <a:gd name="connsiteY2" fmla="*/ 0 h 735807"/>
                  <a:gd name="connsiteX3" fmla="*/ 192881 w 271463"/>
                  <a:gd name="connsiteY3" fmla="*/ 16669 h 735807"/>
                  <a:gd name="connsiteX4" fmla="*/ 245269 w 271463"/>
                  <a:gd name="connsiteY4" fmla="*/ 147638 h 735807"/>
                  <a:gd name="connsiteX5" fmla="*/ 271463 w 271463"/>
                  <a:gd name="connsiteY5" fmla="*/ 590550 h 735807"/>
                  <a:gd name="connsiteX6" fmla="*/ 109538 w 271463"/>
                  <a:gd name="connsiteY6" fmla="*/ 735807 h 735807"/>
                  <a:gd name="connsiteX7" fmla="*/ 76200 w 271463"/>
                  <a:gd name="connsiteY7" fmla="*/ 681038 h 735807"/>
                  <a:gd name="connsiteX8" fmla="*/ 52388 w 271463"/>
                  <a:gd name="connsiteY8" fmla="*/ 607219 h 735807"/>
                  <a:gd name="connsiteX9" fmla="*/ 38100 w 271463"/>
                  <a:gd name="connsiteY9" fmla="*/ 490538 h 735807"/>
                  <a:gd name="connsiteX10" fmla="*/ 35719 w 271463"/>
                  <a:gd name="connsiteY10" fmla="*/ 221457 h 735807"/>
                  <a:gd name="connsiteX11" fmla="*/ 0 w 271463"/>
                  <a:gd name="connsiteY11" fmla="*/ 176213 h 735807"/>
                  <a:gd name="connsiteX12" fmla="*/ 9525 w 271463"/>
                  <a:gd name="connsiteY12" fmla="*/ 52388 h 735807"/>
                  <a:gd name="connsiteX0" fmla="*/ 9525 w 271463"/>
                  <a:gd name="connsiteY0" fmla="*/ 52388 h 735807"/>
                  <a:gd name="connsiteX1" fmla="*/ 7144 w 271463"/>
                  <a:gd name="connsiteY1" fmla="*/ 83344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9525 w 271463"/>
                  <a:gd name="connsiteY13" fmla="*/ 52388 h 735807"/>
                  <a:gd name="connsiteX0" fmla="*/ 83344 w 271463"/>
                  <a:gd name="connsiteY0" fmla="*/ 54770 h 735807"/>
                  <a:gd name="connsiteX1" fmla="*/ 7144 w 271463"/>
                  <a:gd name="connsiteY1" fmla="*/ 83344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83344 w 271463"/>
                  <a:gd name="connsiteY13" fmla="*/ 54770 h 735807"/>
                  <a:gd name="connsiteX0" fmla="*/ 83344 w 271463"/>
                  <a:gd name="connsiteY0" fmla="*/ 54770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83344 w 271463"/>
                  <a:gd name="connsiteY13" fmla="*/ 54770 h 735807"/>
                  <a:gd name="connsiteX0" fmla="*/ 35719 w 271463"/>
                  <a:gd name="connsiteY0" fmla="*/ 33339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35719 w 271463"/>
                  <a:gd name="connsiteY13" fmla="*/ 33339 h 735807"/>
                  <a:gd name="connsiteX0" fmla="*/ 35719 w 271463"/>
                  <a:gd name="connsiteY0" fmla="*/ 40483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35719 w 271463"/>
                  <a:gd name="connsiteY13" fmla="*/ 40483 h 735807"/>
                  <a:gd name="connsiteX0" fmla="*/ 35719 w 271463"/>
                  <a:gd name="connsiteY0" fmla="*/ 40483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69069 h 735807"/>
                  <a:gd name="connsiteX13" fmla="*/ 35719 w 271463"/>
                  <a:gd name="connsiteY13" fmla="*/ 40483 h 735807"/>
                  <a:gd name="connsiteX0" fmla="*/ 35719 w 271792"/>
                  <a:gd name="connsiteY0" fmla="*/ 40483 h 735807"/>
                  <a:gd name="connsiteX1" fmla="*/ 4763 w 271792"/>
                  <a:gd name="connsiteY1" fmla="*/ 57150 h 735807"/>
                  <a:gd name="connsiteX2" fmla="*/ 45244 w 271792"/>
                  <a:gd name="connsiteY2" fmla="*/ 0 h 735807"/>
                  <a:gd name="connsiteX3" fmla="*/ 159544 w 271792"/>
                  <a:gd name="connsiteY3" fmla="*/ 0 h 735807"/>
                  <a:gd name="connsiteX4" fmla="*/ 192881 w 271792"/>
                  <a:gd name="connsiteY4" fmla="*/ 16669 h 735807"/>
                  <a:gd name="connsiteX5" fmla="*/ 245269 w 271792"/>
                  <a:gd name="connsiteY5" fmla="*/ 147638 h 735807"/>
                  <a:gd name="connsiteX6" fmla="*/ 271463 w 271792"/>
                  <a:gd name="connsiteY6" fmla="*/ 590550 h 735807"/>
                  <a:gd name="connsiteX7" fmla="*/ 109538 w 271792"/>
                  <a:gd name="connsiteY7" fmla="*/ 735807 h 735807"/>
                  <a:gd name="connsiteX8" fmla="*/ 76200 w 271792"/>
                  <a:gd name="connsiteY8" fmla="*/ 681038 h 735807"/>
                  <a:gd name="connsiteX9" fmla="*/ 52388 w 271792"/>
                  <a:gd name="connsiteY9" fmla="*/ 607219 h 735807"/>
                  <a:gd name="connsiteX10" fmla="*/ 38100 w 271792"/>
                  <a:gd name="connsiteY10" fmla="*/ 490538 h 735807"/>
                  <a:gd name="connsiteX11" fmla="*/ 35719 w 271792"/>
                  <a:gd name="connsiteY11" fmla="*/ 221457 h 735807"/>
                  <a:gd name="connsiteX12" fmla="*/ 0 w 271792"/>
                  <a:gd name="connsiteY12" fmla="*/ 169069 h 735807"/>
                  <a:gd name="connsiteX13" fmla="*/ 35719 w 271792"/>
                  <a:gd name="connsiteY13" fmla="*/ 40483 h 735807"/>
                  <a:gd name="connsiteX0" fmla="*/ 35719 w 271792"/>
                  <a:gd name="connsiteY0" fmla="*/ 40483 h 735807"/>
                  <a:gd name="connsiteX1" fmla="*/ 4763 w 271792"/>
                  <a:gd name="connsiteY1" fmla="*/ 57150 h 735807"/>
                  <a:gd name="connsiteX2" fmla="*/ 45244 w 271792"/>
                  <a:gd name="connsiteY2" fmla="*/ 0 h 735807"/>
                  <a:gd name="connsiteX3" fmla="*/ 159544 w 271792"/>
                  <a:gd name="connsiteY3" fmla="*/ 0 h 735807"/>
                  <a:gd name="connsiteX4" fmla="*/ 192881 w 271792"/>
                  <a:gd name="connsiteY4" fmla="*/ 16669 h 735807"/>
                  <a:gd name="connsiteX5" fmla="*/ 245269 w 271792"/>
                  <a:gd name="connsiteY5" fmla="*/ 147638 h 735807"/>
                  <a:gd name="connsiteX6" fmla="*/ 271463 w 271792"/>
                  <a:gd name="connsiteY6" fmla="*/ 590550 h 735807"/>
                  <a:gd name="connsiteX7" fmla="*/ 109538 w 271792"/>
                  <a:gd name="connsiteY7" fmla="*/ 735807 h 735807"/>
                  <a:gd name="connsiteX8" fmla="*/ 76200 w 271792"/>
                  <a:gd name="connsiteY8" fmla="*/ 681038 h 735807"/>
                  <a:gd name="connsiteX9" fmla="*/ 52388 w 271792"/>
                  <a:gd name="connsiteY9" fmla="*/ 607219 h 735807"/>
                  <a:gd name="connsiteX10" fmla="*/ 38100 w 271792"/>
                  <a:gd name="connsiteY10" fmla="*/ 490538 h 735807"/>
                  <a:gd name="connsiteX11" fmla="*/ 35719 w 271792"/>
                  <a:gd name="connsiteY11" fmla="*/ 221457 h 735807"/>
                  <a:gd name="connsiteX12" fmla="*/ 0 w 271792"/>
                  <a:gd name="connsiteY12" fmla="*/ 169069 h 735807"/>
                  <a:gd name="connsiteX13" fmla="*/ 35719 w 271792"/>
                  <a:gd name="connsiteY13" fmla="*/ 40483 h 735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71792" h="735807">
                    <a:moveTo>
                      <a:pt x="35719" y="40483"/>
                    </a:moveTo>
                    <a:lnTo>
                      <a:pt x="4763" y="57150"/>
                    </a:lnTo>
                    <a:lnTo>
                      <a:pt x="45244" y="0"/>
                    </a:lnTo>
                    <a:lnTo>
                      <a:pt x="159544" y="0"/>
                    </a:lnTo>
                    <a:lnTo>
                      <a:pt x="192881" y="16669"/>
                    </a:lnTo>
                    <a:lnTo>
                      <a:pt x="245269" y="147638"/>
                    </a:lnTo>
                    <a:cubicBezTo>
                      <a:pt x="254000" y="295275"/>
                      <a:pt x="274639" y="442913"/>
                      <a:pt x="271463" y="590550"/>
                    </a:cubicBezTo>
                    <a:cubicBezTo>
                      <a:pt x="219869" y="638969"/>
                      <a:pt x="163513" y="687388"/>
                      <a:pt x="109538" y="735807"/>
                    </a:cubicBezTo>
                    <a:lnTo>
                      <a:pt x="76200" y="681038"/>
                    </a:lnTo>
                    <a:lnTo>
                      <a:pt x="52388" y="607219"/>
                    </a:lnTo>
                    <a:lnTo>
                      <a:pt x="38100" y="490538"/>
                    </a:lnTo>
                    <a:cubicBezTo>
                      <a:pt x="37306" y="400844"/>
                      <a:pt x="36513" y="311151"/>
                      <a:pt x="35719" y="221457"/>
                    </a:cubicBezTo>
                    <a:lnTo>
                      <a:pt x="0" y="169069"/>
                    </a:lnTo>
                    <a:lnTo>
                      <a:pt x="35719" y="40483"/>
                    </a:lnTo>
                    <a:close/>
                  </a:path>
                </a:pathLst>
              </a:custGeom>
              <a:grpFill/>
              <a:ln w="3175">
                <a:solidFill>
                  <a:schemeClr val="bg1"/>
                </a:solidFill>
                <a:round/>
                <a:headEnd/>
                <a:tailEnd/>
              </a:ln>
            </p:spPr>
            <p:txBody>
              <a:bodyPr vert="horz" wrap="none" lIns="0" tIns="0" rIns="0" bIns="0" numCol="1" rtlCol="0" anchor="ctr" anchorCtr="0" compatLnSpc="1">
                <a:prstTxWarp prst="textNoShape">
                  <a:avLst/>
                </a:prstTxWarp>
              </a:bodyPr>
              <a:lstStyle/>
              <a:p>
                <a:pPr algn="ctr"/>
                <a:endParaRPr kumimoji="1" lang="ja-JP" altLang="en-US" sz="1200"/>
              </a:p>
            </p:txBody>
          </p:sp>
          <p:sp>
            <p:nvSpPr>
              <p:cNvPr id="199" name="Freeform 1214"/>
              <p:cNvSpPr>
                <a:spLocks/>
              </p:cNvSpPr>
              <p:nvPr/>
            </p:nvSpPr>
            <p:spPr bwMode="gray">
              <a:xfrm>
                <a:off x="1761158" y="3503289"/>
                <a:ext cx="97356" cy="125859"/>
              </a:xfrm>
              <a:custGeom>
                <a:avLst/>
                <a:gdLst>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520479 w 1854206"/>
                  <a:gd name="connsiteY26" fmla="*/ 2440532 h 2605433"/>
                  <a:gd name="connsiteX27" fmla="*/ 455419 w 1854206"/>
                  <a:gd name="connsiteY27" fmla="*/ 2275631 h 2605433"/>
                  <a:gd name="connsiteX28" fmla="*/ 520479 w 1854206"/>
                  <a:gd name="connsiteY28" fmla="*/ 2440531 h 2605433"/>
                  <a:gd name="connsiteX29" fmla="*/ 618069 w 1854206"/>
                  <a:gd name="connsiteY29" fmla="*/ 2605432 h 2605433"/>
                  <a:gd name="connsiteX30" fmla="*/ 1008428 w 1854206"/>
                  <a:gd name="connsiteY30" fmla="*/ 2407551 h 2605433"/>
                  <a:gd name="connsiteX31" fmla="*/ 1132690 w 1854206"/>
                  <a:gd name="connsiteY31" fmla="*/ 2397053 h 2605433"/>
                  <a:gd name="connsiteX32" fmla="*/ 1223748 w 1854206"/>
                  <a:gd name="connsiteY32" fmla="*/ 2133739 h 2605433"/>
                  <a:gd name="connsiteX33" fmla="*/ 1053816 w 1854206"/>
                  <a:gd name="connsiteY33" fmla="*/ 2087051 h 2605433"/>
                  <a:gd name="connsiteX34" fmla="*/ 1066917 w 1854206"/>
                  <a:gd name="connsiteY34" fmla="*/ 2029410 h 2605433"/>
                  <a:gd name="connsiteX35" fmla="*/ 990936 w 1854206"/>
                  <a:gd name="connsiteY35" fmla="*/ 2008450 h 2605433"/>
                  <a:gd name="connsiteX36" fmla="*/ 969975 w 1854206"/>
                  <a:gd name="connsiteY36" fmla="*/ 1945568 h 2605433"/>
                  <a:gd name="connsiteX37" fmla="*/ 946395 w 1854206"/>
                  <a:gd name="connsiteY37" fmla="*/ 1953429 h 2605433"/>
                  <a:gd name="connsiteX38" fmla="*/ 930931 w 1854206"/>
                  <a:gd name="connsiteY38" fmla="*/ 1882099 h 2605433"/>
                  <a:gd name="connsiteX39" fmla="*/ 812772 w 1854206"/>
                  <a:gd name="connsiteY39" fmla="*/ 1853866 h 2605433"/>
                  <a:gd name="connsiteX40" fmla="*/ 829147 w 1854206"/>
                  <a:gd name="connsiteY40" fmla="*/ 1824458 h 2605433"/>
                  <a:gd name="connsiteX41" fmla="*/ 797051 w 1854206"/>
                  <a:gd name="connsiteY41" fmla="*/ 1793605 h 2605433"/>
                  <a:gd name="connsiteX42" fmla="*/ 692248 w 1854206"/>
                  <a:gd name="connsiteY42" fmla="*/ 1835527 h 2605433"/>
                  <a:gd name="connsiteX43" fmla="*/ 744650 w 1854206"/>
                  <a:gd name="connsiteY43" fmla="*/ 1887928 h 2605433"/>
                  <a:gd name="connsiteX44" fmla="*/ 715830 w 1854206"/>
                  <a:gd name="connsiteY44" fmla="*/ 1953429 h 2605433"/>
                  <a:gd name="connsiteX45" fmla="*/ 694869 w 1854206"/>
                  <a:gd name="connsiteY45" fmla="*/ 1942949 h 2605433"/>
                  <a:gd name="connsiteX46" fmla="*/ 647708 w 1854206"/>
                  <a:gd name="connsiteY46" fmla="*/ 1977010 h 2605433"/>
                  <a:gd name="connsiteX47" fmla="*/ 663428 w 1854206"/>
                  <a:gd name="connsiteY47" fmla="*/ 2021551 h 2605433"/>
                  <a:gd name="connsiteX48" fmla="*/ 637229 w 1854206"/>
                  <a:gd name="connsiteY48" fmla="*/ 2055612 h 2605433"/>
                  <a:gd name="connsiteX49" fmla="*/ 595307 w 1854206"/>
                  <a:gd name="connsiteY49" fmla="*/ 2042511 h 2605433"/>
                  <a:gd name="connsiteX50" fmla="*/ 553386 w 1854206"/>
                  <a:gd name="connsiteY50" fmla="*/ 2060852 h 2605433"/>
                  <a:gd name="connsiteX51" fmla="*/ 542971 w 1854206"/>
                  <a:gd name="connsiteY51" fmla="*/ 2104342 h 2605433"/>
                  <a:gd name="connsiteX52" fmla="*/ 487949 w 1854206"/>
                  <a:gd name="connsiteY52" fmla="*/ 2087072 h 2605433"/>
                  <a:gd name="connsiteX53" fmla="*/ 487949 w 1854206"/>
                  <a:gd name="connsiteY53" fmla="*/ 2011790 h 2605433"/>
                  <a:gd name="connsiteX54" fmla="*/ 455419 w 1854206"/>
                  <a:gd name="connsiteY54" fmla="*/ 1879870 h 2605433"/>
                  <a:gd name="connsiteX55" fmla="*/ 390359 w 1854206"/>
                  <a:gd name="connsiteY55" fmla="*/ 1747949 h 2605433"/>
                  <a:gd name="connsiteX56" fmla="*/ 325300 w 1854206"/>
                  <a:gd name="connsiteY56" fmla="*/ 1649008 h 2605433"/>
                  <a:gd name="connsiteX57" fmla="*/ 97590 w 1854206"/>
                  <a:gd name="connsiteY57" fmla="*/ 1385167 h 2605433"/>
                  <a:gd name="connsiteX58" fmla="*/ 162650 w 1854206"/>
                  <a:gd name="connsiteY58" fmla="*/ 1286227 h 2605433"/>
                  <a:gd name="connsiteX59" fmla="*/ 162650 w 1854206"/>
                  <a:gd name="connsiteY59" fmla="*/ 1121326 h 2605433"/>
                  <a:gd name="connsiteX60" fmla="*/ 130120 w 1854206"/>
                  <a:gd name="connsiteY60" fmla="*/ 857484 h 2605433"/>
                  <a:gd name="connsiteX61" fmla="*/ 97590 w 1854206"/>
                  <a:gd name="connsiteY61" fmla="*/ 593643 h 2605433"/>
                  <a:gd name="connsiteX62" fmla="*/ 0 w 1854206"/>
                  <a:gd name="connsiteY62" fmla="*/ 329802 h 2605433"/>
                  <a:gd name="connsiteX63" fmla="*/ 0 w 1854206"/>
                  <a:gd name="connsiteY63" fmla="*/ 230861 h 2605433"/>
                  <a:gd name="connsiteX64" fmla="*/ 97590 w 1854206"/>
                  <a:gd name="connsiteY64" fmla="*/ 164901 h 2605433"/>
                  <a:gd name="connsiteX65" fmla="*/ 195180 w 1854206"/>
                  <a:gd name="connsiteY65" fmla="*/ 131921 h 2605433"/>
                  <a:gd name="connsiteX66" fmla="*/ 553009 w 1854206"/>
                  <a:gd name="connsiteY66"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520479 w 1854206"/>
                  <a:gd name="connsiteY26" fmla="*/ 2440532 h 2605433"/>
                  <a:gd name="connsiteX27" fmla="*/ 455419 w 1854206"/>
                  <a:gd name="connsiteY27" fmla="*/ 2275631 h 2605433"/>
                  <a:gd name="connsiteX28" fmla="*/ 618069 w 1854206"/>
                  <a:gd name="connsiteY28" fmla="*/ 2605432 h 2605433"/>
                  <a:gd name="connsiteX29" fmla="*/ 1008428 w 1854206"/>
                  <a:gd name="connsiteY29" fmla="*/ 2407551 h 2605433"/>
                  <a:gd name="connsiteX30" fmla="*/ 1132690 w 1854206"/>
                  <a:gd name="connsiteY30" fmla="*/ 2397053 h 2605433"/>
                  <a:gd name="connsiteX31" fmla="*/ 1223748 w 1854206"/>
                  <a:gd name="connsiteY31" fmla="*/ 2133739 h 2605433"/>
                  <a:gd name="connsiteX32" fmla="*/ 1053816 w 1854206"/>
                  <a:gd name="connsiteY32" fmla="*/ 2087051 h 2605433"/>
                  <a:gd name="connsiteX33" fmla="*/ 1066917 w 1854206"/>
                  <a:gd name="connsiteY33" fmla="*/ 2029410 h 2605433"/>
                  <a:gd name="connsiteX34" fmla="*/ 990936 w 1854206"/>
                  <a:gd name="connsiteY34" fmla="*/ 2008450 h 2605433"/>
                  <a:gd name="connsiteX35" fmla="*/ 969975 w 1854206"/>
                  <a:gd name="connsiteY35" fmla="*/ 1945568 h 2605433"/>
                  <a:gd name="connsiteX36" fmla="*/ 946395 w 1854206"/>
                  <a:gd name="connsiteY36" fmla="*/ 1953429 h 2605433"/>
                  <a:gd name="connsiteX37" fmla="*/ 930931 w 1854206"/>
                  <a:gd name="connsiteY37" fmla="*/ 1882099 h 2605433"/>
                  <a:gd name="connsiteX38" fmla="*/ 812772 w 1854206"/>
                  <a:gd name="connsiteY38" fmla="*/ 1853866 h 2605433"/>
                  <a:gd name="connsiteX39" fmla="*/ 829147 w 1854206"/>
                  <a:gd name="connsiteY39" fmla="*/ 1824458 h 2605433"/>
                  <a:gd name="connsiteX40" fmla="*/ 797051 w 1854206"/>
                  <a:gd name="connsiteY40" fmla="*/ 1793605 h 2605433"/>
                  <a:gd name="connsiteX41" fmla="*/ 692248 w 1854206"/>
                  <a:gd name="connsiteY41" fmla="*/ 1835527 h 2605433"/>
                  <a:gd name="connsiteX42" fmla="*/ 744650 w 1854206"/>
                  <a:gd name="connsiteY42" fmla="*/ 1887928 h 2605433"/>
                  <a:gd name="connsiteX43" fmla="*/ 715830 w 1854206"/>
                  <a:gd name="connsiteY43" fmla="*/ 1953429 h 2605433"/>
                  <a:gd name="connsiteX44" fmla="*/ 694869 w 1854206"/>
                  <a:gd name="connsiteY44" fmla="*/ 1942949 h 2605433"/>
                  <a:gd name="connsiteX45" fmla="*/ 647708 w 1854206"/>
                  <a:gd name="connsiteY45" fmla="*/ 1977010 h 2605433"/>
                  <a:gd name="connsiteX46" fmla="*/ 663428 w 1854206"/>
                  <a:gd name="connsiteY46" fmla="*/ 2021551 h 2605433"/>
                  <a:gd name="connsiteX47" fmla="*/ 637229 w 1854206"/>
                  <a:gd name="connsiteY47" fmla="*/ 2055612 h 2605433"/>
                  <a:gd name="connsiteX48" fmla="*/ 595307 w 1854206"/>
                  <a:gd name="connsiteY48" fmla="*/ 2042511 h 2605433"/>
                  <a:gd name="connsiteX49" fmla="*/ 553386 w 1854206"/>
                  <a:gd name="connsiteY49" fmla="*/ 2060852 h 2605433"/>
                  <a:gd name="connsiteX50" fmla="*/ 542971 w 1854206"/>
                  <a:gd name="connsiteY50" fmla="*/ 2104342 h 2605433"/>
                  <a:gd name="connsiteX51" fmla="*/ 487949 w 1854206"/>
                  <a:gd name="connsiteY51" fmla="*/ 2087072 h 2605433"/>
                  <a:gd name="connsiteX52" fmla="*/ 487949 w 1854206"/>
                  <a:gd name="connsiteY52" fmla="*/ 2011790 h 2605433"/>
                  <a:gd name="connsiteX53" fmla="*/ 455419 w 1854206"/>
                  <a:gd name="connsiteY53" fmla="*/ 1879870 h 2605433"/>
                  <a:gd name="connsiteX54" fmla="*/ 390359 w 1854206"/>
                  <a:gd name="connsiteY54" fmla="*/ 1747949 h 2605433"/>
                  <a:gd name="connsiteX55" fmla="*/ 325300 w 1854206"/>
                  <a:gd name="connsiteY55" fmla="*/ 1649008 h 2605433"/>
                  <a:gd name="connsiteX56" fmla="*/ 97590 w 1854206"/>
                  <a:gd name="connsiteY56" fmla="*/ 1385167 h 2605433"/>
                  <a:gd name="connsiteX57" fmla="*/ 162650 w 1854206"/>
                  <a:gd name="connsiteY57" fmla="*/ 1286227 h 2605433"/>
                  <a:gd name="connsiteX58" fmla="*/ 162650 w 1854206"/>
                  <a:gd name="connsiteY58" fmla="*/ 1121326 h 2605433"/>
                  <a:gd name="connsiteX59" fmla="*/ 130120 w 1854206"/>
                  <a:gd name="connsiteY59" fmla="*/ 857484 h 2605433"/>
                  <a:gd name="connsiteX60" fmla="*/ 97590 w 1854206"/>
                  <a:gd name="connsiteY60" fmla="*/ 593643 h 2605433"/>
                  <a:gd name="connsiteX61" fmla="*/ 0 w 1854206"/>
                  <a:gd name="connsiteY61" fmla="*/ 329802 h 2605433"/>
                  <a:gd name="connsiteX62" fmla="*/ 0 w 1854206"/>
                  <a:gd name="connsiteY62" fmla="*/ 230861 h 2605433"/>
                  <a:gd name="connsiteX63" fmla="*/ 97590 w 1854206"/>
                  <a:gd name="connsiteY63" fmla="*/ 164901 h 2605433"/>
                  <a:gd name="connsiteX64" fmla="*/ 195180 w 1854206"/>
                  <a:gd name="connsiteY64" fmla="*/ 131921 h 2605433"/>
                  <a:gd name="connsiteX65" fmla="*/ 553009 w 1854206"/>
                  <a:gd name="connsiteY65"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520479 w 1854206"/>
                  <a:gd name="connsiteY26" fmla="*/ 2440532 h 2605433"/>
                  <a:gd name="connsiteX27" fmla="*/ 618069 w 1854206"/>
                  <a:gd name="connsiteY27" fmla="*/ 2605432 h 2605433"/>
                  <a:gd name="connsiteX28" fmla="*/ 1008428 w 1854206"/>
                  <a:gd name="connsiteY28" fmla="*/ 2407551 h 2605433"/>
                  <a:gd name="connsiteX29" fmla="*/ 1132690 w 1854206"/>
                  <a:gd name="connsiteY29" fmla="*/ 2397053 h 2605433"/>
                  <a:gd name="connsiteX30" fmla="*/ 1223748 w 1854206"/>
                  <a:gd name="connsiteY30" fmla="*/ 2133739 h 2605433"/>
                  <a:gd name="connsiteX31" fmla="*/ 1053816 w 1854206"/>
                  <a:gd name="connsiteY31" fmla="*/ 2087051 h 2605433"/>
                  <a:gd name="connsiteX32" fmla="*/ 1066917 w 1854206"/>
                  <a:gd name="connsiteY32" fmla="*/ 2029410 h 2605433"/>
                  <a:gd name="connsiteX33" fmla="*/ 990936 w 1854206"/>
                  <a:gd name="connsiteY33" fmla="*/ 2008450 h 2605433"/>
                  <a:gd name="connsiteX34" fmla="*/ 969975 w 1854206"/>
                  <a:gd name="connsiteY34" fmla="*/ 1945568 h 2605433"/>
                  <a:gd name="connsiteX35" fmla="*/ 946395 w 1854206"/>
                  <a:gd name="connsiteY35" fmla="*/ 1953429 h 2605433"/>
                  <a:gd name="connsiteX36" fmla="*/ 930931 w 1854206"/>
                  <a:gd name="connsiteY36" fmla="*/ 1882099 h 2605433"/>
                  <a:gd name="connsiteX37" fmla="*/ 812772 w 1854206"/>
                  <a:gd name="connsiteY37" fmla="*/ 1853866 h 2605433"/>
                  <a:gd name="connsiteX38" fmla="*/ 829147 w 1854206"/>
                  <a:gd name="connsiteY38" fmla="*/ 1824458 h 2605433"/>
                  <a:gd name="connsiteX39" fmla="*/ 797051 w 1854206"/>
                  <a:gd name="connsiteY39" fmla="*/ 1793605 h 2605433"/>
                  <a:gd name="connsiteX40" fmla="*/ 692248 w 1854206"/>
                  <a:gd name="connsiteY40" fmla="*/ 1835527 h 2605433"/>
                  <a:gd name="connsiteX41" fmla="*/ 744650 w 1854206"/>
                  <a:gd name="connsiteY41" fmla="*/ 1887928 h 2605433"/>
                  <a:gd name="connsiteX42" fmla="*/ 715830 w 1854206"/>
                  <a:gd name="connsiteY42" fmla="*/ 1953429 h 2605433"/>
                  <a:gd name="connsiteX43" fmla="*/ 694869 w 1854206"/>
                  <a:gd name="connsiteY43" fmla="*/ 1942949 h 2605433"/>
                  <a:gd name="connsiteX44" fmla="*/ 647708 w 1854206"/>
                  <a:gd name="connsiteY44" fmla="*/ 1977010 h 2605433"/>
                  <a:gd name="connsiteX45" fmla="*/ 663428 w 1854206"/>
                  <a:gd name="connsiteY45" fmla="*/ 2021551 h 2605433"/>
                  <a:gd name="connsiteX46" fmla="*/ 637229 w 1854206"/>
                  <a:gd name="connsiteY46" fmla="*/ 2055612 h 2605433"/>
                  <a:gd name="connsiteX47" fmla="*/ 595307 w 1854206"/>
                  <a:gd name="connsiteY47" fmla="*/ 2042511 h 2605433"/>
                  <a:gd name="connsiteX48" fmla="*/ 553386 w 1854206"/>
                  <a:gd name="connsiteY48" fmla="*/ 2060852 h 2605433"/>
                  <a:gd name="connsiteX49" fmla="*/ 542971 w 1854206"/>
                  <a:gd name="connsiteY49" fmla="*/ 2104342 h 2605433"/>
                  <a:gd name="connsiteX50" fmla="*/ 487949 w 1854206"/>
                  <a:gd name="connsiteY50" fmla="*/ 2087072 h 2605433"/>
                  <a:gd name="connsiteX51" fmla="*/ 487949 w 1854206"/>
                  <a:gd name="connsiteY51" fmla="*/ 2011790 h 2605433"/>
                  <a:gd name="connsiteX52" fmla="*/ 455419 w 1854206"/>
                  <a:gd name="connsiteY52" fmla="*/ 1879870 h 2605433"/>
                  <a:gd name="connsiteX53" fmla="*/ 390359 w 1854206"/>
                  <a:gd name="connsiteY53" fmla="*/ 1747949 h 2605433"/>
                  <a:gd name="connsiteX54" fmla="*/ 325300 w 1854206"/>
                  <a:gd name="connsiteY54" fmla="*/ 1649008 h 2605433"/>
                  <a:gd name="connsiteX55" fmla="*/ 97590 w 1854206"/>
                  <a:gd name="connsiteY55" fmla="*/ 1385167 h 2605433"/>
                  <a:gd name="connsiteX56" fmla="*/ 162650 w 1854206"/>
                  <a:gd name="connsiteY56" fmla="*/ 1286227 h 2605433"/>
                  <a:gd name="connsiteX57" fmla="*/ 162650 w 1854206"/>
                  <a:gd name="connsiteY57" fmla="*/ 1121326 h 2605433"/>
                  <a:gd name="connsiteX58" fmla="*/ 130120 w 1854206"/>
                  <a:gd name="connsiteY58" fmla="*/ 857484 h 2605433"/>
                  <a:gd name="connsiteX59" fmla="*/ 97590 w 1854206"/>
                  <a:gd name="connsiteY59" fmla="*/ 593643 h 2605433"/>
                  <a:gd name="connsiteX60" fmla="*/ 0 w 1854206"/>
                  <a:gd name="connsiteY60" fmla="*/ 329802 h 2605433"/>
                  <a:gd name="connsiteX61" fmla="*/ 0 w 1854206"/>
                  <a:gd name="connsiteY61" fmla="*/ 230861 h 2605433"/>
                  <a:gd name="connsiteX62" fmla="*/ 97590 w 1854206"/>
                  <a:gd name="connsiteY62" fmla="*/ 164901 h 2605433"/>
                  <a:gd name="connsiteX63" fmla="*/ 195180 w 1854206"/>
                  <a:gd name="connsiteY63" fmla="*/ 131921 h 2605433"/>
                  <a:gd name="connsiteX64" fmla="*/ 553009 w 1854206"/>
                  <a:gd name="connsiteY64"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618069 w 1854206"/>
                  <a:gd name="connsiteY26" fmla="*/ 2605432 h 2605433"/>
                  <a:gd name="connsiteX27" fmla="*/ 1008428 w 1854206"/>
                  <a:gd name="connsiteY27" fmla="*/ 2407551 h 2605433"/>
                  <a:gd name="connsiteX28" fmla="*/ 1132690 w 1854206"/>
                  <a:gd name="connsiteY28" fmla="*/ 2397053 h 2605433"/>
                  <a:gd name="connsiteX29" fmla="*/ 1223748 w 1854206"/>
                  <a:gd name="connsiteY29" fmla="*/ 2133739 h 2605433"/>
                  <a:gd name="connsiteX30" fmla="*/ 1053816 w 1854206"/>
                  <a:gd name="connsiteY30" fmla="*/ 2087051 h 2605433"/>
                  <a:gd name="connsiteX31" fmla="*/ 1066917 w 1854206"/>
                  <a:gd name="connsiteY31" fmla="*/ 2029410 h 2605433"/>
                  <a:gd name="connsiteX32" fmla="*/ 990936 w 1854206"/>
                  <a:gd name="connsiteY32" fmla="*/ 2008450 h 2605433"/>
                  <a:gd name="connsiteX33" fmla="*/ 969975 w 1854206"/>
                  <a:gd name="connsiteY33" fmla="*/ 1945568 h 2605433"/>
                  <a:gd name="connsiteX34" fmla="*/ 946395 w 1854206"/>
                  <a:gd name="connsiteY34" fmla="*/ 1953429 h 2605433"/>
                  <a:gd name="connsiteX35" fmla="*/ 930931 w 1854206"/>
                  <a:gd name="connsiteY35" fmla="*/ 1882099 h 2605433"/>
                  <a:gd name="connsiteX36" fmla="*/ 812772 w 1854206"/>
                  <a:gd name="connsiteY36" fmla="*/ 1853866 h 2605433"/>
                  <a:gd name="connsiteX37" fmla="*/ 829147 w 1854206"/>
                  <a:gd name="connsiteY37" fmla="*/ 1824458 h 2605433"/>
                  <a:gd name="connsiteX38" fmla="*/ 797051 w 1854206"/>
                  <a:gd name="connsiteY38" fmla="*/ 1793605 h 2605433"/>
                  <a:gd name="connsiteX39" fmla="*/ 692248 w 1854206"/>
                  <a:gd name="connsiteY39" fmla="*/ 1835527 h 2605433"/>
                  <a:gd name="connsiteX40" fmla="*/ 744650 w 1854206"/>
                  <a:gd name="connsiteY40" fmla="*/ 1887928 h 2605433"/>
                  <a:gd name="connsiteX41" fmla="*/ 715830 w 1854206"/>
                  <a:gd name="connsiteY41" fmla="*/ 1953429 h 2605433"/>
                  <a:gd name="connsiteX42" fmla="*/ 694869 w 1854206"/>
                  <a:gd name="connsiteY42" fmla="*/ 1942949 h 2605433"/>
                  <a:gd name="connsiteX43" fmla="*/ 647708 w 1854206"/>
                  <a:gd name="connsiteY43" fmla="*/ 1977010 h 2605433"/>
                  <a:gd name="connsiteX44" fmla="*/ 663428 w 1854206"/>
                  <a:gd name="connsiteY44" fmla="*/ 2021551 h 2605433"/>
                  <a:gd name="connsiteX45" fmla="*/ 637229 w 1854206"/>
                  <a:gd name="connsiteY45" fmla="*/ 2055612 h 2605433"/>
                  <a:gd name="connsiteX46" fmla="*/ 595307 w 1854206"/>
                  <a:gd name="connsiteY46" fmla="*/ 2042511 h 2605433"/>
                  <a:gd name="connsiteX47" fmla="*/ 553386 w 1854206"/>
                  <a:gd name="connsiteY47" fmla="*/ 2060852 h 2605433"/>
                  <a:gd name="connsiteX48" fmla="*/ 542971 w 1854206"/>
                  <a:gd name="connsiteY48" fmla="*/ 2104342 h 2605433"/>
                  <a:gd name="connsiteX49" fmla="*/ 487949 w 1854206"/>
                  <a:gd name="connsiteY49" fmla="*/ 2087072 h 2605433"/>
                  <a:gd name="connsiteX50" fmla="*/ 487949 w 1854206"/>
                  <a:gd name="connsiteY50" fmla="*/ 2011790 h 2605433"/>
                  <a:gd name="connsiteX51" fmla="*/ 455419 w 1854206"/>
                  <a:gd name="connsiteY51" fmla="*/ 1879870 h 2605433"/>
                  <a:gd name="connsiteX52" fmla="*/ 390359 w 1854206"/>
                  <a:gd name="connsiteY52" fmla="*/ 1747949 h 2605433"/>
                  <a:gd name="connsiteX53" fmla="*/ 325300 w 1854206"/>
                  <a:gd name="connsiteY53" fmla="*/ 1649008 h 2605433"/>
                  <a:gd name="connsiteX54" fmla="*/ 97590 w 1854206"/>
                  <a:gd name="connsiteY54" fmla="*/ 1385167 h 2605433"/>
                  <a:gd name="connsiteX55" fmla="*/ 162650 w 1854206"/>
                  <a:gd name="connsiteY55" fmla="*/ 1286227 h 2605433"/>
                  <a:gd name="connsiteX56" fmla="*/ 162650 w 1854206"/>
                  <a:gd name="connsiteY56" fmla="*/ 1121326 h 2605433"/>
                  <a:gd name="connsiteX57" fmla="*/ 130120 w 1854206"/>
                  <a:gd name="connsiteY57" fmla="*/ 857484 h 2605433"/>
                  <a:gd name="connsiteX58" fmla="*/ 97590 w 1854206"/>
                  <a:gd name="connsiteY58" fmla="*/ 593643 h 2605433"/>
                  <a:gd name="connsiteX59" fmla="*/ 0 w 1854206"/>
                  <a:gd name="connsiteY59" fmla="*/ 329802 h 2605433"/>
                  <a:gd name="connsiteX60" fmla="*/ 0 w 1854206"/>
                  <a:gd name="connsiteY60" fmla="*/ 230861 h 2605433"/>
                  <a:gd name="connsiteX61" fmla="*/ 97590 w 1854206"/>
                  <a:gd name="connsiteY61" fmla="*/ 164901 h 2605433"/>
                  <a:gd name="connsiteX62" fmla="*/ 195180 w 1854206"/>
                  <a:gd name="connsiteY62" fmla="*/ 131921 h 2605433"/>
                  <a:gd name="connsiteX63" fmla="*/ 553009 w 1854206"/>
                  <a:gd name="connsiteY63"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1008428 w 1854206"/>
                  <a:gd name="connsiteY26" fmla="*/ 2407551 h 2605433"/>
                  <a:gd name="connsiteX27" fmla="*/ 1132690 w 1854206"/>
                  <a:gd name="connsiteY27" fmla="*/ 2397053 h 2605433"/>
                  <a:gd name="connsiteX28" fmla="*/ 1223748 w 1854206"/>
                  <a:gd name="connsiteY28" fmla="*/ 2133739 h 2605433"/>
                  <a:gd name="connsiteX29" fmla="*/ 1053816 w 1854206"/>
                  <a:gd name="connsiteY29" fmla="*/ 2087051 h 2605433"/>
                  <a:gd name="connsiteX30" fmla="*/ 1066917 w 1854206"/>
                  <a:gd name="connsiteY30" fmla="*/ 2029410 h 2605433"/>
                  <a:gd name="connsiteX31" fmla="*/ 990936 w 1854206"/>
                  <a:gd name="connsiteY31" fmla="*/ 2008450 h 2605433"/>
                  <a:gd name="connsiteX32" fmla="*/ 969975 w 1854206"/>
                  <a:gd name="connsiteY32" fmla="*/ 1945568 h 2605433"/>
                  <a:gd name="connsiteX33" fmla="*/ 946395 w 1854206"/>
                  <a:gd name="connsiteY33" fmla="*/ 1953429 h 2605433"/>
                  <a:gd name="connsiteX34" fmla="*/ 930931 w 1854206"/>
                  <a:gd name="connsiteY34" fmla="*/ 1882099 h 2605433"/>
                  <a:gd name="connsiteX35" fmla="*/ 812772 w 1854206"/>
                  <a:gd name="connsiteY35" fmla="*/ 1853866 h 2605433"/>
                  <a:gd name="connsiteX36" fmla="*/ 829147 w 1854206"/>
                  <a:gd name="connsiteY36" fmla="*/ 1824458 h 2605433"/>
                  <a:gd name="connsiteX37" fmla="*/ 797051 w 1854206"/>
                  <a:gd name="connsiteY37" fmla="*/ 1793605 h 2605433"/>
                  <a:gd name="connsiteX38" fmla="*/ 692248 w 1854206"/>
                  <a:gd name="connsiteY38" fmla="*/ 1835527 h 2605433"/>
                  <a:gd name="connsiteX39" fmla="*/ 744650 w 1854206"/>
                  <a:gd name="connsiteY39" fmla="*/ 1887928 h 2605433"/>
                  <a:gd name="connsiteX40" fmla="*/ 715830 w 1854206"/>
                  <a:gd name="connsiteY40" fmla="*/ 1953429 h 2605433"/>
                  <a:gd name="connsiteX41" fmla="*/ 694869 w 1854206"/>
                  <a:gd name="connsiteY41" fmla="*/ 1942949 h 2605433"/>
                  <a:gd name="connsiteX42" fmla="*/ 647708 w 1854206"/>
                  <a:gd name="connsiteY42" fmla="*/ 1977010 h 2605433"/>
                  <a:gd name="connsiteX43" fmla="*/ 663428 w 1854206"/>
                  <a:gd name="connsiteY43" fmla="*/ 2021551 h 2605433"/>
                  <a:gd name="connsiteX44" fmla="*/ 637229 w 1854206"/>
                  <a:gd name="connsiteY44" fmla="*/ 2055612 h 2605433"/>
                  <a:gd name="connsiteX45" fmla="*/ 595307 w 1854206"/>
                  <a:gd name="connsiteY45" fmla="*/ 2042511 h 2605433"/>
                  <a:gd name="connsiteX46" fmla="*/ 553386 w 1854206"/>
                  <a:gd name="connsiteY46" fmla="*/ 2060852 h 2605433"/>
                  <a:gd name="connsiteX47" fmla="*/ 542971 w 1854206"/>
                  <a:gd name="connsiteY47" fmla="*/ 2104342 h 2605433"/>
                  <a:gd name="connsiteX48" fmla="*/ 487949 w 1854206"/>
                  <a:gd name="connsiteY48" fmla="*/ 2087072 h 2605433"/>
                  <a:gd name="connsiteX49" fmla="*/ 487949 w 1854206"/>
                  <a:gd name="connsiteY49" fmla="*/ 2011790 h 2605433"/>
                  <a:gd name="connsiteX50" fmla="*/ 455419 w 1854206"/>
                  <a:gd name="connsiteY50" fmla="*/ 1879870 h 2605433"/>
                  <a:gd name="connsiteX51" fmla="*/ 390359 w 1854206"/>
                  <a:gd name="connsiteY51" fmla="*/ 1747949 h 2605433"/>
                  <a:gd name="connsiteX52" fmla="*/ 325300 w 1854206"/>
                  <a:gd name="connsiteY52" fmla="*/ 1649008 h 2605433"/>
                  <a:gd name="connsiteX53" fmla="*/ 97590 w 1854206"/>
                  <a:gd name="connsiteY53" fmla="*/ 1385167 h 2605433"/>
                  <a:gd name="connsiteX54" fmla="*/ 162650 w 1854206"/>
                  <a:gd name="connsiteY54" fmla="*/ 1286227 h 2605433"/>
                  <a:gd name="connsiteX55" fmla="*/ 162650 w 1854206"/>
                  <a:gd name="connsiteY55" fmla="*/ 1121326 h 2605433"/>
                  <a:gd name="connsiteX56" fmla="*/ 130120 w 1854206"/>
                  <a:gd name="connsiteY56" fmla="*/ 857484 h 2605433"/>
                  <a:gd name="connsiteX57" fmla="*/ 97590 w 1854206"/>
                  <a:gd name="connsiteY57" fmla="*/ 593643 h 2605433"/>
                  <a:gd name="connsiteX58" fmla="*/ 0 w 1854206"/>
                  <a:gd name="connsiteY58" fmla="*/ 329802 h 2605433"/>
                  <a:gd name="connsiteX59" fmla="*/ 0 w 1854206"/>
                  <a:gd name="connsiteY59" fmla="*/ 230861 h 2605433"/>
                  <a:gd name="connsiteX60" fmla="*/ 97590 w 1854206"/>
                  <a:gd name="connsiteY60" fmla="*/ 164901 h 2605433"/>
                  <a:gd name="connsiteX61" fmla="*/ 195180 w 1854206"/>
                  <a:gd name="connsiteY61" fmla="*/ 131921 h 2605433"/>
                  <a:gd name="connsiteX62" fmla="*/ 553009 w 1854206"/>
                  <a:gd name="connsiteY62" fmla="*/ 0 h 2605433"/>
                  <a:gd name="connsiteX0" fmla="*/ 553009 w 1854206"/>
                  <a:gd name="connsiteY0" fmla="*/ 0 h 2407552"/>
                  <a:gd name="connsiteX1" fmla="*/ 618069 w 1854206"/>
                  <a:gd name="connsiteY1" fmla="*/ 263841 h 2407552"/>
                  <a:gd name="connsiteX2" fmla="*/ 715659 w 1854206"/>
                  <a:gd name="connsiteY2" fmla="*/ 428742 h 2407552"/>
                  <a:gd name="connsiteX3" fmla="*/ 813248 w 1854206"/>
                  <a:gd name="connsiteY3" fmla="*/ 593643 h 2407552"/>
                  <a:gd name="connsiteX4" fmla="*/ 878308 w 1854206"/>
                  <a:gd name="connsiteY4" fmla="*/ 659603 h 2407552"/>
                  <a:gd name="connsiteX5" fmla="*/ 975898 w 1854206"/>
                  <a:gd name="connsiteY5" fmla="*/ 758544 h 2407552"/>
                  <a:gd name="connsiteX6" fmla="*/ 1040958 w 1854206"/>
                  <a:gd name="connsiteY6" fmla="*/ 824504 h 2407552"/>
                  <a:gd name="connsiteX7" fmla="*/ 1073488 w 1854206"/>
                  <a:gd name="connsiteY7" fmla="*/ 923445 h 2407552"/>
                  <a:gd name="connsiteX8" fmla="*/ 1203608 w 1854206"/>
                  <a:gd name="connsiteY8" fmla="*/ 989405 h 2407552"/>
                  <a:gd name="connsiteX9" fmla="*/ 1301197 w 1854206"/>
                  <a:gd name="connsiteY9" fmla="*/ 1022385 h 2407552"/>
                  <a:gd name="connsiteX10" fmla="*/ 1398787 w 1854206"/>
                  <a:gd name="connsiteY10" fmla="*/ 1022385 h 2407552"/>
                  <a:gd name="connsiteX11" fmla="*/ 1593966 w 1854206"/>
                  <a:gd name="connsiteY11" fmla="*/ 956425 h 2407552"/>
                  <a:gd name="connsiteX12" fmla="*/ 1659026 w 1854206"/>
                  <a:gd name="connsiteY12" fmla="*/ 989405 h 2407552"/>
                  <a:gd name="connsiteX13" fmla="*/ 1659026 w 1854206"/>
                  <a:gd name="connsiteY13" fmla="*/ 1022385 h 2407552"/>
                  <a:gd name="connsiteX14" fmla="*/ 1659026 w 1854206"/>
                  <a:gd name="connsiteY14" fmla="*/ 1121326 h 2407552"/>
                  <a:gd name="connsiteX15" fmla="*/ 1724086 w 1854206"/>
                  <a:gd name="connsiteY15" fmla="*/ 1220266 h 2407552"/>
                  <a:gd name="connsiteX16" fmla="*/ 1821676 w 1854206"/>
                  <a:gd name="connsiteY16" fmla="*/ 1319207 h 2407552"/>
                  <a:gd name="connsiteX17" fmla="*/ 1854206 w 1854206"/>
                  <a:gd name="connsiteY17" fmla="*/ 1484108 h 2407552"/>
                  <a:gd name="connsiteX18" fmla="*/ 1724086 w 1854206"/>
                  <a:gd name="connsiteY18" fmla="*/ 1484108 h 2407552"/>
                  <a:gd name="connsiteX19" fmla="*/ 1659026 w 1854206"/>
                  <a:gd name="connsiteY19" fmla="*/ 1517088 h 2407552"/>
                  <a:gd name="connsiteX20" fmla="*/ 1593966 w 1854206"/>
                  <a:gd name="connsiteY20" fmla="*/ 1550068 h 2407552"/>
                  <a:gd name="connsiteX21" fmla="*/ 1528907 w 1854206"/>
                  <a:gd name="connsiteY21" fmla="*/ 1813909 h 2407552"/>
                  <a:gd name="connsiteX22" fmla="*/ 1398787 w 1854206"/>
                  <a:gd name="connsiteY22" fmla="*/ 2242651 h 2407552"/>
                  <a:gd name="connsiteX23" fmla="*/ 1398787 w 1854206"/>
                  <a:gd name="connsiteY23" fmla="*/ 2374572 h 2407552"/>
                  <a:gd name="connsiteX24" fmla="*/ 1008428 w 1854206"/>
                  <a:gd name="connsiteY24" fmla="*/ 2407552 h 2407552"/>
                  <a:gd name="connsiteX25" fmla="*/ 1008428 w 1854206"/>
                  <a:gd name="connsiteY25" fmla="*/ 2407551 h 2407552"/>
                  <a:gd name="connsiteX26" fmla="*/ 1132690 w 1854206"/>
                  <a:gd name="connsiteY26" fmla="*/ 2397053 h 2407552"/>
                  <a:gd name="connsiteX27" fmla="*/ 1223748 w 1854206"/>
                  <a:gd name="connsiteY27" fmla="*/ 2133739 h 2407552"/>
                  <a:gd name="connsiteX28" fmla="*/ 1053816 w 1854206"/>
                  <a:gd name="connsiteY28" fmla="*/ 2087051 h 2407552"/>
                  <a:gd name="connsiteX29" fmla="*/ 1066917 w 1854206"/>
                  <a:gd name="connsiteY29" fmla="*/ 2029410 h 2407552"/>
                  <a:gd name="connsiteX30" fmla="*/ 990936 w 1854206"/>
                  <a:gd name="connsiteY30" fmla="*/ 2008450 h 2407552"/>
                  <a:gd name="connsiteX31" fmla="*/ 969975 w 1854206"/>
                  <a:gd name="connsiteY31" fmla="*/ 1945568 h 2407552"/>
                  <a:gd name="connsiteX32" fmla="*/ 946395 w 1854206"/>
                  <a:gd name="connsiteY32" fmla="*/ 1953429 h 2407552"/>
                  <a:gd name="connsiteX33" fmla="*/ 930931 w 1854206"/>
                  <a:gd name="connsiteY33" fmla="*/ 1882099 h 2407552"/>
                  <a:gd name="connsiteX34" fmla="*/ 812772 w 1854206"/>
                  <a:gd name="connsiteY34" fmla="*/ 1853866 h 2407552"/>
                  <a:gd name="connsiteX35" fmla="*/ 829147 w 1854206"/>
                  <a:gd name="connsiteY35" fmla="*/ 1824458 h 2407552"/>
                  <a:gd name="connsiteX36" fmla="*/ 797051 w 1854206"/>
                  <a:gd name="connsiteY36" fmla="*/ 1793605 h 2407552"/>
                  <a:gd name="connsiteX37" fmla="*/ 692248 w 1854206"/>
                  <a:gd name="connsiteY37" fmla="*/ 1835527 h 2407552"/>
                  <a:gd name="connsiteX38" fmla="*/ 744650 w 1854206"/>
                  <a:gd name="connsiteY38" fmla="*/ 1887928 h 2407552"/>
                  <a:gd name="connsiteX39" fmla="*/ 715830 w 1854206"/>
                  <a:gd name="connsiteY39" fmla="*/ 1953429 h 2407552"/>
                  <a:gd name="connsiteX40" fmla="*/ 694869 w 1854206"/>
                  <a:gd name="connsiteY40" fmla="*/ 1942949 h 2407552"/>
                  <a:gd name="connsiteX41" fmla="*/ 647708 w 1854206"/>
                  <a:gd name="connsiteY41" fmla="*/ 1977010 h 2407552"/>
                  <a:gd name="connsiteX42" fmla="*/ 663428 w 1854206"/>
                  <a:gd name="connsiteY42" fmla="*/ 2021551 h 2407552"/>
                  <a:gd name="connsiteX43" fmla="*/ 637229 w 1854206"/>
                  <a:gd name="connsiteY43" fmla="*/ 2055612 h 2407552"/>
                  <a:gd name="connsiteX44" fmla="*/ 595307 w 1854206"/>
                  <a:gd name="connsiteY44" fmla="*/ 2042511 h 2407552"/>
                  <a:gd name="connsiteX45" fmla="*/ 553386 w 1854206"/>
                  <a:gd name="connsiteY45" fmla="*/ 2060852 h 2407552"/>
                  <a:gd name="connsiteX46" fmla="*/ 542971 w 1854206"/>
                  <a:gd name="connsiteY46" fmla="*/ 2104342 h 2407552"/>
                  <a:gd name="connsiteX47" fmla="*/ 487949 w 1854206"/>
                  <a:gd name="connsiteY47" fmla="*/ 2087072 h 2407552"/>
                  <a:gd name="connsiteX48" fmla="*/ 487949 w 1854206"/>
                  <a:gd name="connsiteY48" fmla="*/ 2011790 h 2407552"/>
                  <a:gd name="connsiteX49" fmla="*/ 455419 w 1854206"/>
                  <a:gd name="connsiteY49" fmla="*/ 1879870 h 2407552"/>
                  <a:gd name="connsiteX50" fmla="*/ 390359 w 1854206"/>
                  <a:gd name="connsiteY50" fmla="*/ 1747949 h 2407552"/>
                  <a:gd name="connsiteX51" fmla="*/ 325300 w 1854206"/>
                  <a:gd name="connsiteY51" fmla="*/ 1649008 h 2407552"/>
                  <a:gd name="connsiteX52" fmla="*/ 97590 w 1854206"/>
                  <a:gd name="connsiteY52" fmla="*/ 1385167 h 2407552"/>
                  <a:gd name="connsiteX53" fmla="*/ 162650 w 1854206"/>
                  <a:gd name="connsiteY53" fmla="*/ 1286227 h 2407552"/>
                  <a:gd name="connsiteX54" fmla="*/ 162650 w 1854206"/>
                  <a:gd name="connsiteY54" fmla="*/ 1121326 h 2407552"/>
                  <a:gd name="connsiteX55" fmla="*/ 130120 w 1854206"/>
                  <a:gd name="connsiteY55" fmla="*/ 857484 h 2407552"/>
                  <a:gd name="connsiteX56" fmla="*/ 97590 w 1854206"/>
                  <a:gd name="connsiteY56" fmla="*/ 593643 h 2407552"/>
                  <a:gd name="connsiteX57" fmla="*/ 0 w 1854206"/>
                  <a:gd name="connsiteY57" fmla="*/ 329802 h 2407552"/>
                  <a:gd name="connsiteX58" fmla="*/ 0 w 1854206"/>
                  <a:gd name="connsiteY58" fmla="*/ 230861 h 2407552"/>
                  <a:gd name="connsiteX59" fmla="*/ 97590 w 1854206"/>
                  <a:gd name="connsiteY59" fmla="*/ 164901 h 2407552"/>
                  <a:gd name="connsiteX60" fmla="*/ 195180 w 1854206"/>
                  <a:gd name="connsiteY60" fmla="*/ 131921 h 2407552"/>
                  <a:gd name="connsiteX61" fmla="*/ 553009 w 1854206"/>
                  <a:gd name="connsiteY61" fmla="*/ 0 h 2407552"/>
                  <a:gd name="connsiteX0" fmla="*/ 553009 w 1854206"/>
                  <a:gd name="connsiteY0" fmla="*/ 0 h 2407552"/>
                  <a:gd name="connsiteX1" fmla="*/ 618069 w 1854206"/>
                  <a:gd name="connsiteY1" fmla="*/ 263841 h 2407552"/>
                  <a:gd name="connsiteX2" fmla="*/ 715659 w 1854206"/>
                  <a:gd name="connsiteY2" fmla="*/ 428742 h 2407552"/>
                  <a:gd name="connsiteX3" fmla="*/ 813248 w 1854206"/>
                  <a:gd name="connsiteY3" fmla="*/ 593643 h 2407552"/>
                  <a:gd name="connsiteX4" fmla="*/ 878308 w 1854206"/>
                  <a:gd name="connsiteY4" fmla="*/ 659603 h 2407552"/>
                  <a:gd name="connsiteX5" fmla="*/ 975898 w 1854206"/>
                  <a:gd name="connsiteY5" fmla="*/ 758544 h 2407552"/>
                  <a:gd name="connsiteX6" fmla="*/ 1040958 w 1854206"/>
                  <a:gd name="connsiteY6" fmla="*/ 824504 h 2407552"/>
                  <a:gd name="connsiteX7" fmla="*/ 1073488 w 1854206"/>
                  <a:gd name="connsiteY7" fmla="*/ 923445 h 2407552"/>
                  <a:gd name="connsiteX8" fmla="*/ 1203608 w 1854206"/>
                  <a:gd name="connsiteY8" fmla="*/ 989405 h 2407552"/>
                  <a:gd name="connsiteX9" fmla="*/ 1301197 w 1854206"/>
                  <a:gd name="connsiteY9" fmla="*/ 1022385 h 2407552"/>
                  <a:gd name="connsiteX10" fmla="*/ 1398787 w 1854206"/>
                  <a:gd name="connsiteY10" fmla="*/ 1022385 h 2407552"/>
                  <a:gd name="connsiteX11" fmla="*/ 1593966 w 1854206"/>
                  <a:gd name="connsiteY11" fmla="*/ 956425 h 2407552"/>
                  <a:gd name="connsiteX12" fmla="*/ 1659026 w 1854206"/>
                  <a:gd name="connsiteY12" fmla="*/ 989405 h 2407552"/>
                  <a:gd name="connsiteX13" fmla="*/ 1659026 w 1854206"/>
                  <a:gd name="connsiteY13" fmla="*/ 1022385 h 2407552"/>
                  <a:gd name="connsiteX14" fmla="*/ 1659026 w 1854206"/>
                  <a:gd name="connsiteY14" fmla="*/ 1121326 h 2407552"/>
                  <a:gd name="connsiteX15" fmla="*/ 1724086 w 1854206"/>
                  <a:gd name="connsiteY15" fmla="*/ 1220266 h 2407552"/>
                  <a:gd name="connsiteX16" fmla="*/ 1821676 w 1854206"/>
                  <a:gd name="connsiteY16" fmla="*/ 1319207 h 2407552"/>
                  <a:gd name="connsiteX17" fmla="*/ 1854206 w 1854206"/>
                  <a:gd name="connsiteY17" fmla="*/ 1484108 h 2407552"/>
                  <a:gd name="connsiteX18" fmla="*/ 1724086 w 1854206"/>
                  <a:gd name="connsiteY18" fmla="*/ 1484108 h 2407552"/>
                  <a:gd name="connsiteX19" fmla="*/ 1659026 w 1854206"/>
                  <a:gd name="connsiteY19" fmla="*/ 1517088 h 2407552"/>
                  <a:gd name="connsiteX20" fmla="*/ 1593966 w 1854206"/>
                  <a:gd name="connsiteY20" fmla="*/ 1550068 h 2407552"/>
                  <a:gd name="connsiteX21" fmla="*/ 1528907 w 1854206"/>
                  <a:gd name="connsiteY21" fmla="*/ 1813909 h 2407552"/>
                  <a:gd name="connsiteX22" fmla="*/ 1398787 w 1854206"/>
                  <a:gd name="connsiteY22" fmla="*/ 2242651 h 2407552"/>
                  <a:gd name="connsiteX23" fmla="*/ 1398787 w 1854206"/>
                  <a:gd name="connsiteY23" fmla="*/ 2374572 h 2407552"/>
                  <a:gd name="connsiteX24" fmla="*/ 1008428 w 1854206"/>
                  <a:gd name="connsiteY24" fmla="*/ 2407552 h 2407552"/>
                  <a:gd name="connsiteX25" fmla="*/ 1132690 w 1854206"/>
                  <a:gd name="connsiteY25" fmla="*/ 2397053 h 2407552"/>
                  <a:gd name="connsiteX26" fmla="*/ 1223748 w 1854206"/>
                  <a:gd name="connsiteY26" fmla="*/ 2133739 h 2407552"/>
                  <a:gd name="connsiteX27" fmla="*/ 1053816 w 1854206"/>
                  <a:gd name="connsiteY27" fmla="*/ 2087051 h 2407552"/>
                  <a:gd name="connsiteX28" fmla="*/ 1066917 w 1854206"/>
                  <a:gd name="connsiteY28" fmla="*/ 2029410 h 2407552"/>
                  <a:gd name="connsiteX29" fmla="*/ 990936 w 1854206"/>
                  <a:gd name="connsiteY29" fmla="*/ 2008450 h 2407552"/>
                  <a:gd name="connsiteX30" fmla="*/ 969975 w 1854206"/>
                  <a:gd name="connsiteY30" fmla="*/ 1945568 h 2407552"/>
                  <a:gd name="connsiteX31" fmla="*/ 946395 w 1854206"/>
                  <a:gd name="connsiteY31" fmla="*/ 1953429 h 2407552"/>
                  <a:gd name="connsiteX32" fmla="*/ 930931 w 1854206"/>
                  <a:gd name="connsiteY32" fmla="*/ 1882099 h 2407552"/>
                  <a:gd name="connsiteX33" fmla="*/ 812772 w 1854206"/>
                  <a:gd name="connsiteY33" fmla="*/ 1853866 h 2407552"/>
                  <a:gd name="connsiteX34" fmla="*/ 829147 w 1854206"/>
                  <a:gd name="connsiteY34" fmla="*/ 1824458 h 2407552"/>
                  <a:gd name="connsiteX35" fmla="*/ 797051 w 1854206"/>
                  <a:gd name="connsiteY35" fmla="*/ 1793605 h 2407552"/>
                  <a:gd name="connsiteX36" fmla="*/ 692248 w 1854206"/>
                  <a:gd name="connsiteY36" fmla="*/ 1835527 h 2407552"/>
                  <a:gd name="connsiteX37" fmla="*/ 744650 w 1854206"/>
                  <a:gd name="connsiteY37" fmla="*/ 1887928 h 2407552"/>
                  <a:gd name="connsiteX38" fmla="*/ 715830 w 1854206"/>
                  <a:gd name="connsiteY38" fmla="*/ 1953429 h 2407552"/>
                  <a:gd name="connsiteX39" fmla="*/ 694869 w 1854206"/>
                  <a:gd name="connsiteY39" fmla="*/ 1942949 h 2407552"/>
                  <a:gd name="connsiteX40" fmla="*/ 647708 w 1854206"/>
                  <a:gd name="connsiteY40" fmla="*/ 1977010 h 2407552"/>
                  <a:gd name="connsiteX41" fmla="*/ 663428 w 1854206"/>
                  <a:gd name="connsiteY41" fmla="*/ 2021551 h 2407552"/>
                  <a:gd name="connsiteX42" fmla="*/ 637229 w 1854206"/>
                  <a:gd name="connsiteY42" fmla="*/ 2055612 h 2407552"/>
                  <a:gd name="connsiteX43" fmla="*/ 595307 w 1854206"/>
                  <a:gd name="connsiteY43" fmla="*/ 2042511 h 2407552"/>
                  <a:gd name="connsiteX44" fmla="*/ 553386 w 1854206"/>
                  <a:gd name="connsiteY44" fmla="*/ 2060852 h 2407552"/>
                  <a:gd name="connsiteX45" fmla="*/ 542971 w 1854206"/>
                  <a:gd name="connsiteY45" fmla="*/ 2104342 h 2407552"/>
                  <a:gd name="connsiteX46" fmla="*/ 487949 w 1854206"/>
                  <a:gd name="connsiteY46" fmla="*/ 2087072 h 2407552"/>
                  <a:gd name="connsiteX47" fmla="*/ 487949 w 1854206"/>
                  <a:gd name="connsiteY47" fmla="*/ 2011790 h 2407552"/>
                  <a:gd name="connsiteX48" fmla="*/ 455419 w 1854206"/>
                  <a:gd name="connsiteY48" fmla="*/ 1879870 h 2407552"/>
                  <a:gd name="connsiteX49" fmla="*/ 390359 w 1854206"/>
                  <a:gd name="connsiteY49" fmla="*/ 1747949 h 2407552"/>
                  <a:gd name="connsiteX50" fmla="*/ 325300 w 1854206"/>
                  <a:gd name="connsiteY50" fmla="*/ 1649008 h 2407552"/>
                  <a:gd name="connsiteX51" fmla="*/ 97590 w 1854206"/>
                  <a:gd name="connsiteY51" fmla="*/ 1385167 h 2407552"/>
                  <a:gd name="connsiteX52" fmla="*/ 162650 w 1854206"/>
                  <a:gd name="connsiteY52" fmla="*/ 1286227 h 2407552"/>
                  <a:gd name="connsiteX53" fmla="*/ 162650 w 1854206"/>
                  <a:gd name="connsiteY53" fmla="*/ 1121326 h 2407552"/>
                  <a:gd name="connsiteX54" fmla="*/ 130120 w 1854206"/>
                  <a:gd name="connsiteY54" fmla="*/ 857484 h 2407552"/>
                  <a:gd name="connsiteX55" fmla="*/ 97590 w 1854206"/>
                  <a:gd name="connsiteY55" fmla="*/ 593643 h 2407552"/>
                  <a:gd name="connsiteX56" fmla="*/ 0 w 1854206"/>
                  <a:gd name="connsiteY56" fmla="*/ 329802 h 2407552"/>
                  <a:gd name="connsiteX57" fmla="*/ 0 w 1854206"/>
                  <a:gd name="connsiteY57" fmla="*/ 230861 h 2407552"/>
                  <a:gd name="connsiteX58" fmla="*/ 97590 w 1854206"/>
                  <a:gd name="connsiteY58" fmla="*/ 164901 h 2407552"/>
                  <a:gd name="connsiteX59" fmla="*/ 195180 w 1854206"/>
                  <a:gd name="connsiteY59" fmla="*/ 131921 h 2407552"/>
                  <a:gd name="connsiteX60" fmla="*/ 553009 w 1854206"/>
                  <a:gd name="connsiteY60" fmla="*/ 0 h 2407552"/>
                  <a:gd name="connsiteX0" fmla="*/ 553009 w 1854206"/>
                  <a:gd name="connsiteY0" fmla="*/ 0 h 2397053"/>
                  <a:gd name="connsiteX1" fmla="*/ 618069 w 1854206"/>
                  <a:gd name="connsiteY1" fmla="*/ 263841 h 2397053"/>
                  <a:gd name="connsiteX2" fmla="*/ 715659 w 1854206"/>
                  <a:gd name="connsiteY2" fmla="*/ 428742 h 2397053"/>
                  <a:gd name="connsiteX3" fmla="*/ 813248 w 1854206"/>
                  <a:gd name="connsiteY3" fmla="*/ 593643 h 2397053"/>
                  <a:gd name="connsiteX4" fmla="*/ 878308 w 1854206"/>
                  <a:gd name="connsiteY4" fmla="*/ 659603 h 2397053"/>
                  <a:gd name="connsiteX5" fmla="*/ 975898 w 1854206"/>
                  <a:gd name="connsiteY5" fmla="*/ 758544 h 2397053"/>
                  <a:gd name="connsiteX6" fmla="*/ 1040958 w 1854206"/>
                  <a:gd name="connsiteY6" fmla="*/ 824504 h 2397053"/>
                  <a:gd name="connsiteX7" fmla="*/ 1073488 w 1854206"/>
                  <a:gd name="connsiteY7" fmla="*/ 923445 h 2397053"/>
                  <a:gd name="connsiteX8" fmla="*/ 1203608 w 1854206"/>
                  <a:gd name="connsiteY8" fmla="*/ 989405 h 2397053"/>
                  <a:gd name="connsiteX9" fmla="*/ 1301197 w 1854206"/>
                  <a:gd name="connsiteY9" fmla="*/ 1022385 h 2397053"/>
                  <a:gd name="connsiteX10" fmla="*/ 1398787 w 1854206"/>
                  <a:gd name="connsiteY10" fmla="*/ 1022385 h 2397053"/>
                  <a:gd name="connsiteX11" fmla="*/ 1593966 w 1854206"/>
                  <a:gd name="connsiteY11" fmla="*/ 956425 h 2397053"/>
                  <a:gd name="connsiteX12" fmla="*/ 1659026 w 1854206"/>
                  <a:gd name="connsiteY12" fmla="*/ 989405 h 2397053"/>
                  <a:gd name="connsiteX13" fmla="*/ 1659026 w 1854206"/>
                  <a:gd name="connsiteY13" fmla="*/ 1022385 h 2397053"/>
                  <a:gd name="connsiteX14" fmla="*/ 1659026 w 1854206"/>
                  <a:gd name="connsiteY14" fmla="*/ 1121326 h 2397053"/>
                  <a:gd name="connsiteX15" fmla="*/ 1724086 w 1854206"/>
                  <a:gd name="connsiteY15" fmla="*/ 1220266 h 2397053"/>
                  <a:gd name="connsiteX16" fmla="*/ 1821676 w 1854206"/>
                  <a:gd name="connsiteY16" fmla="*/ 1319207 h 2397053"/>
                  <a:gd name="connsiteX17" fmla="*/ 1854206 w 1854206"/>
                  <a:gd name="connsiteY17" fmla="*/ 1484108 h 2397053"/>
                  <a:gd name="connsiteX18" fmla="*/ 1724086 w 1854206"/>
                  <a:gd name="connsiteY18" fmla="*/ 1484108 h 2397053"/>
                  <a:gd name="connsiteX19" fmla="*/ 1659026 w 1854206"/>
                  <a:gd name="connsiteY19" fmla="*/ 1517088 h 2397053"/>
                  <a:gd name="connsiteX20" fmla="*/ 1593966 w 1854206"/>
                  <a:gd name="connsiteY20" fmla="*/ 1550068 h 2397053"/>
                  <a:gd name="connsiteX21" fmla="*/ 1528907 w 1854206"/>
                  <a:gd name="connsiteY21" fmla="*/ 1813909 h 2397053"/>
                  <a:gd name="connsiteX22" fmla="*/ 1398787 w 1854206"/>
                  <a:gd name="connsiteY22" fmla="*/ 2242651 h 2397053"/>
                  <a:gd name="connsiteX23" fmla="*/ 1398787 w 1854206"/>
                  <a:gd name="connsiteY23" fmla="*/ 2374572 h 2397053"/>
                  <a:gd name="connsiteX24" fmla="*/ 1132690 w 1854206"/>
                  <a:gd name="connsiteY24" fmla="*/ 2397053 h 2397053"/>
                  <a:gd name="connsiteX25" fmla="*/ 1223748 w 1854206"/>
                  <a:gd name="connsiteY25" fmla="*/ 2133739 h 2397053"/>
                  <a:gd name="connsiteX26" fmla="*/ 1053816 w 1854206"/>
                  <a:gd name="connsiteY26" fmla="*/ 2087051 h 2397053"/>
                  <a:gd name="connsiteX27" fmla="*/ 1066917 w 1854206"/>
                  <a:gd name="connsiteY27" fmla="*/ 2029410 h 2397053"/>
                  <a:gd name="connsiteX28" fmla="*/ 990936 w 1854206"/>
                  <a:gd name="connsiteY28" fmla="*/ 2008450 h 2397053"/>
                  <a:gd name="connsiteX29" fmla="*/ 969975 w 1854206"/>
                  <a:gd name="connsiteY29" fmla="*/ 1945568 h 2397053"/>
                  <a:gd name="connsiteX30" fmla="*/ 946395 w 1854206"/>
                  <a:gd name="connsiteY30" fmla="*/ 1953429 h 2397053"/>
                  <a:gd name="connsiteX31" fmla="*/ 930931 w 1854206"/>
                  <a:gd name="connsiteY31" fmla="*/ 1882099 h 2397053"/>
                  <a:gd name="connsiteX32" fmla="*/ 812772 w 1854206"/>
                  <a:gd name="connsiteY32" fmla="*/ 1853866 h 2397053"/>
                  <a:gd name="connsiteX33" fmla="*/ 829147 w 1854206"/>
                  <a:gd name="connsiteY33" fmla="*/ 1824458 h 2397053"/>
                  <a:gd name="connsiteX34" fmla="*/ 797051 w 1854206"/>
                  <a:gd name="connsiteY34" fmla="*/ 1793605 h 2397053"/>
                  <a:gd name="connsiteX35" fmla="*/ 692248 w 1854206"/>
                  <a:gd name="connsiteY35" fmla="*/ 1835527 h 2397053"/>
                  <a:gd name="connsiteX36" fmla="*/ 744650 w 1854206"/>
                  <a:gd name="connsiteY36" fmla="*/ 1887928 h 2397053"/>
                  <a:gd name="connsiteX37" fmla="*/ 715830 w 1854206"/>
                  <a:gd name="connsiteY37" fmla="*/ 1953429 h 2397053"/>
                  <a:gd name="connsiteX38" fmla="*/ 694869 w 1854206"/>
                  <a:gd name="connsiteY38" fmla="*/ 1942949 h 2397053"/>
                  <a:gd name="connsiteX39" fmla="*/ 647708 w 1854206"/>
                  <a:gd name="connsiteY39" fmla="*/ 1977010 h 2397053"/>
                  <a:gd name="connsiteX40" fmla="*/ 663428 w 1854206"/>
                  <a:gd name="connsiteY40" fmla="*/ 2021551 h 2397053"/>
                  <a:gd name="connsiteX41" fmla="*/ 637229 w 1854206"/>
                  <a:gd name="connsiteY41" fmla="*/ 2055612 h 2397053"/>
                  <a:gd name="connsiteX42" fmla="*/ 595307 w 1854206"/>
                  <a:gd name="connsiteY42" fmla="*/ 2042511 h 2397053"/>
                  <a:gd name="connsiteX43" fmla="*/ 553386 w 1854206"/>
                  <a:gd name="connsiteY43" fmla="*/ 2060852 h 2397053"/>
                  <a:gd name="connsiteX44" fmla="*/ 542971 w 1854206"/>
                  <a:gd name="connsiteY44" fmla="*/ 2104342 h 2397053"/>
                  <a:gd name="connsiteX45" fmla="*/ 487949 w 1854206"/>
                  <a:gd name="connsiteY45" fmla="*/ 2087072 h 2397053"/>
                  <a:gd name="connsiteX46" fmla="*/ 487949 w 1854206"/>
                  <a:gd name="connsiteY46" fmla="*/ 2011790 h 2397053"/>
                  <a:gd name="connsiteX47" fmla="*/ 455419 w 1854206"/>
                  <a:gd name="connsiteY47" fmla="*/ 1879870 h 2397053"/>
                  <a:gd name="connsiteX48" fmla="*/ 390359 w 1854206"/>
                  <a:gd name="connsiteY48" fmla="*/ 1747949 h 2397053"/>
                  <a:gd name="connsiteX49" fmla="*/ 325300 w 1854206"/>
                  <a:gd name="connsiteY49" fmla="*/ 1649008 h 2397053"/>
                  <a:gd name="connsiteX50" fmla="*/ 97590 w 1854206"/>
                  <a:gd name="connsiteY50" fmla="*/ 1385167 h 2397053"/>
                  <a:gd name="connsiteX51" fmla="*/ 162650 w 1854206"/>
                  <a:gd name="connsiteY51" fmla="*/ 1286227 h 2397053"/>
                  <a:gd name="connsiteX52" fmla="*/ 162650 w 1854206"/>
                  <a:gd name="connsiteY52" fmla="*/ 1121326 h 2397053"/>
                  <a:gd name="connsiteX53" fmla="*/ 130120 w 1854206"/>
                  <a:gd name="connsiteY53" fmla="*/ 857484 h 2397053"/>
                  <a:gd name="connsiteX54" fmla="*/ 97590 w 1854206"/>
                  <a:gd name="connsiteY54" fmla="*/ 593643 h 2397053"/>
                  <a:gd name="connsiteX55" fmla="*/ 0 w 1854206"/>
                  <a:gd name="connsiteY55" fmla="*/ 329802 h 2397053"/>
                  <a:gd name="connsiteX56" fmla="*/ 0 w 1854206"/>
                  <a:gd name="connsiteY56" fmla="*/ 230861 h 2397053"/>
                  <a:gd name="connsiteX57" fmla="*/ 97590 w 1854206"/>
                  <a:gd name="connsiteY57" fmla="*/ 164901 h 2397053"/>
                  <a:gd name="connsiteX58" fmla="*/ 195180 w 1854206"/>
                  <a:gd name="connsiteY58" fmla="*/ 131921 h 2397053"/>
                  <a:gd name="connsiteX59" fmla="*/ 553009 w 1854206"/>
                  <a:gd name="connsiteY59" fmla="*/ 0 h 239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854206" h="2397053">
                    <a:moveTo>
                      <a:pt x="553009" y="0"/>
                    </a:moveTo>
                    <a:lnTo>
                      <a:pt x="618069" y="263841"/>
                    </a:lnTo>
                    <a:lnTo>
                      <a:pt x="715659" y="428742"/>
                    </a:lnTo>
                    <a:lnTo>
                      <a:pt x="813248" y="593643"/>
                    </a:lnTo>
                    <a:lnTo>
                      <a:pt x="878308" y="659603"/>
                    </a:lnTo>
                    <a:lnTo>
                      <a:pt x="975898" y="758544"/>
                    </a:lnTo>
                    <a:lnTo>
                      <a:pt x="1040958" y="824504"/>
                    </a:lnTo>
                    <a:lnTo>
                      <a:pt x="1073488" y="923445"/>
                    </a:lnTo>
                    <a:lnTo>
                      <a:pt x="1203608" y="989405"/>
                    </a:lnTo>
                    <a:lnTo>
                      <a:pt x="1301197" y="1022385"/>
                    </a:lnTo>
                    <a:lnTo>
                      <a:pt x="1398787" y="1022385"/>
                    </a:lnTo>
                    <a:lnTo>
                      <a:pt x="1593966" y="956425"/>
                    </a:lnTo>
                    <a:lnTo>
                      <a:pt x="1659026" y="989405"/>
                    </a:lnTo>
                    <a:lnTo>
                      <a:pt x="1659026" y="1022385"/>
                    </a:lnTo>
                    <a:lnTo>
                      <a:pt x="1659026" y="1121326"/>
                    </a:lnTo>
                    <a:lnTo>
                      <a:pt x="1724086" y="1220266"/>
                    </a:lnTo>
                    <a:lnTo>
                      <a:pt x="1821676" y="1319207"/>
                    </a:lnTo>
                    <a:lnTo>
                      <a:pt x="1854206" y="1484108"/>
                    </a:lnTo>
                    <a:lnTo>
                      <a:pt x="1724086" y="1484108"/>
                    </a:lnTo>
                    <a:lnTo>
                      <a:pt x="1659026" y="1517088"/>
                    </a:lnTo>
                    <a:lnTo>
                      <a:pt x="1593966" y="1550068"/>
                    </a:lnTo>
                    <a:lnTo>
                      <a:pt x="1528907" y="1813909"/>
                    </a:lnTo>
                    <a:lnTo>
                      <a:pt x="1398787" y="2242651"/>
                    </a:lnTo>
                    <a:lnTo>
                      <a:pt x="1398787" y="2374572"/>
                    </a:lnTo>
                    <a:lnTo>
                      <a:pt x="1132690" y="2397053"/>
                    </a:lnTo>
                    <a:lnTo>
                      <a:pt x="1223748" y="2133739"/>
                    </a:lnTo>
                    <a:lnTo>
                      <a:pt x="1053816" y="2087051"/>
                    </a:lnTo>
                    <a:lnTo>
                      <a:pt x="1066917" y="2029410"/>
                    </a:lnTo>
                    <a:lnTo>
                      <a:pt x="990936" y="2008450"/>
                    </a:lnTo>
                    <a:lnTo>
                      <a:pt x="969975" y="1945568"/>
                    </a:lnTo>
                    <a:lnTo>
                      <a:pt x="946395" y="1953429"/>
                    </a:lnTo>
                    <a:lnTo>
                      <a:pt x="930931" y="1882099"/>
                    </a:lnTo>
                    <a:lnTo>
                      <a:pt x="812772" y="1853866"/>
                    </a:lnTo>
                    <a:lnTo>
                      <a:pt x="829147" y="1824458"/>
                    </a:lnTo>
                    <a:lnTo>
                      <a:pt x="797051" y="1793605"/>
                    </a:lnTo>
                    <a:lnTo>
                      <a:pt x="692248" y="1835527"/>
                    </a:lnTo>
                    <a:lnTo>
                      <a:pt x="744650" y="1887928"/>
                    </a:lnTo>
                    <a:lnTo>
                      <a:pt x="715830" y="1953429"/>
                    </a:lnTo>
                    <a:lnTo>
                      <a:pt x="694869" y="1942949"/>
                    </a:lnTo>
                    <a:lnTo>
                      <a:pt x="647708" y="1977010"/>
                    </a:lnTo>
                    <a:lnTo>
                      <a:pt x="663428" y="2021551"/>
                    </a:lnTo>
                    <a:lnTo>
                      <a:pt x="637229" y="2055612"/>
                    </a:lnTo>
                    <a:lnTo>
                      <a:pt x="595307" y="2042511"/>
                    </a:lnTo>
                    <a:lnTo>
                      <a:pt x="553386" y="2060852"/>
                    </a:lnTo>
                    <a:lnTo>
                      <a:pt x="542971" y="2104342"/>
                    </a:lnTo>
                    <a:lnTo>
                      <a:pt x="487949" y="2087072"/>
                    </a:lnTo>
                    <a:lnTo>
                      <a:pt x="487949" y="2011790"/>
                    </a:lnTo>
                    <a:lnTo>
                      <a:pt x="455419" y="1879870"/>
                    </a:lnTo>
                    <a:lnTo>
                      <a:pt x="390359" y="1747949"/>
                    </a:lnTo>
                    <a:lnTo>
                      <a:pt x="325300" y="1649008"/>
                    </a:lnTo>
                    <a:lnTo>
                      <a:pt x="97590" y="1385167"/>
                    </a:lnTo>
                    <a:lnTo>
                      <a:pt x="162650" y="1286227"/>
                    </a:lnTo>
                    <a:lnTo>
                      <a:pt x="162650" y="1121326"/>
                    </a:lnTo>
                    <a:lnTo>
                      <a:pt x="130120" y="857484"/>
                    </a:lnTo>
                    <a:lnTo>
                      <a:pt x="97590" y="593643"/>
                    </a:lnTo>
                    <a:lnTo>
                      <a:pt x="0" y="329802"/>
                    </a:lnTo>
                    <a:lnTo>
                      <a:pt x="0" y="230861"/>
                    </a:lnTo>
                    <a:lnTo>
                      <a:pt x="97590" y="164901"/>
                    </a:lnTo>
                    <a:lnTo>
                      <a:pt x="195180" y="131921"/>
                    </a:lnTo>
                    <a:lnTo>
                      <a:pt x="553009"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0" name="Freeform 1214"/>
              <p:cNvSpPr>
                <a:spLocks/>
              </p:cNvSpPr>
              <p:nvPr/>
            </p:nvSpPr>
            <p:spPr bwMode="gray">
              <a:xfrm>
                <a:off x="1785070" y="3597463"/>
                <a:ext cx="40341" cy="42626"/>
              </a:xfrm>
              <a:custGeom>
                <a:avLst/>
                <a:gdLst>
                  <a:gd name="connsiteX0" fmla="*/ 271546 w 805010"/>
                  <a:gd name="connsiteY0" fmla="*/ 0 h 841236"/>
                  <a:gd name="connsiteX1" fmla="*/ 457172 w 805010"/>
                  <a:gd name="connsiteY1" fmla="*/ 0 h 841236"/>
                  <a:gd name="connsiteX2" fmla="*/ 676999 w 805010"/>
                  <a:gd name="connsiteY2" fmla="*/ 259974 h 841236"/>
                  <a:gd name="connsiteX3" fmla="*/ 805010 w 805010"/>
                  <a:gd name="connsiteY3" fmla="*/ 406224 h 841236"/>
                  <a:gd name="connsiteX4" fmla="*/ 677271 w 805010"/>
                  <a:gd name="connsiteY4" fmla="*/ 632857 h 841236"/>
                  <a:gd name="connsiteX5" fmla="*/ 553009 w 805010"/>
                  <a:gd name="connsiteY5" fmla="*/ 643355 h 841236"/>
                  <a:gd name="connsiteX6" fmla="*/ 162650 w 805010"/>
                  <a:gd name="connsiteY6" fmla="*/ 841236 h 841236"/>
                  <a:gd name="connsiteX7" fmla="*/ 65060 w 805010"/>
                  <a:gd name="connsiteY7" fmla="*/ 676335 h 841236"/>
                  <a:gd name="connsiteX8" fmla="*/ 0 w 805010"/>
                  <a:gd name="connsiteY8" fmla="*/ 511434 h 841236"/>
                  <a:gd name="connsiteX9" fmla="*/ 32530 w 805010"/>
                  <a:gd name="connsiteY9" fmla="*/ 379514 h 841236"/>
                  <a:gd name="connsiteX10" fmla="*/ 32530 w 805010"/>
                  <a:gd name="connsiteY10" fmla="*/ 272024 h 841236"/>
                  <a:gd name="connsiteX11" fmla="*/ 271546 w 805010"/>
                  <a:gd name="connsiteY11" fmla="*/ 0 h 841236"/>
                  <a:gd name="connsiteX0" fmla="*/ 271546 w 805010"/>
                  <a:gd name="connsiteY0" fmla="*/ 0 h 841236"/>
                  <a:gd name="connsiteX1" fmla="*/ 457172 w 805010"/>
                  <a:gd name="connsiteY1" fmla="*/ 0 h 841236"/>
                  <a:gd name="connsiteX2" fmla="*/ 598397 w 805010"/>
                  <a:gd name="connsiteY2" fmla="*/ 322855 h 841236"/>
                  <a:gd name="connsiteX3" fmla="*/ 805010 w 805010"/>
                  <a:gd name="connsiteY3" fmla="*/ 406224 h 841236"/>
                  <a:gd name="connsiteX4" fmla="*/ 677271 w 805010"/>
                  <a:gd name="connsiteY4" fmla="*/ 632857 h 841236"/>
                  <a:gd name="connsiteX5" fmla="*/ 553009 w 805010"/>
                  <a:gd name="connsiteY5" fmla="*/ 643355 h 841236"/>
                  <a:gd name="connsiteX6" fmla="*/ 162650 w 805010"/>
                  <a:gd name="connsiteY6" fmla="*/ 841236 h 841236"/>
                  <a:gd name="connsiteX7" fmla="*/ 65060 w 805010"/>
                  <a:gd name="connsiteY7" fmla="*/ 676335 h 841236"/>
                  <a:gd name="connsiteX8" fmla="*/ 0 w 805010"/>
                  <a:gd name="connsiteY8" fmla="*/ 511434 h 841236"/>
                  <a:gd name="connsiteX9" fmla="*/ 32530 w 805010"/>
                  <a:gd name="connsiteY9" fmla="*/ 379514 h 841236"/>
                  <a:gd name="connsiteX10" fmla="*/ 32530 w 805010"/>
                  <a:gd name="connsiteY10" fmla="*/ 272024 h 841236"/>
                  <a:gd name="connsiteX11" fmla="*/ 271546 w 805010"/>
                  <a:gd name="connsiteY11" fmla="*/ 0 h 841236"/>
                  <a:gd name="connsiteX0" fmla="*/ 271546 w 768329"/>
                  <a:gd name="connsiteY0" fmla="*/ 0 h 841236"/>
                  <a:gd name="connsiteX1" fmla="*/ 457172 w 768329"/>
                  <a:gd name="connsiteY1" fmla="*/ 0 h 841236"/>
                  <a:gd name="connsiteX2" fmla="*/ 598397 w 768329"/>
                  <a:gd name="connsiteY2" fmla="*/ 322855 h 841236"/>
                  <a:gd name="connsiteX3" fmla="*/ 768329 w 768329"/>
                  <a:gd name="connsiteY3" fmla="*/ 369543 h 841236"/>
                  <a:gd name="connsiteX4" fmla="*/ 677271 w 768329"/>
                  <a:gd name="connsiteY4" fmla="*/ 632857 h 841236"/>
                  <a:gd name="connsiteX5" fmla="*/ 553009 w 768329"/>
                  <a:gd name="connsiteY5" fmla="*/ 643355 h 841236"/>
                  <a:gd name="connsiteX6" fmla="*/ 162650 w 768329"/>
                  <a:gd name="connsiteY6" fmla="*/ 841236 h 841236"/>
                  <a:gd name="connsiteX7" fmla="*/ 65060 w 768329"/>
                  <a:gd name="connsiteY7" fmla="*/ 676335 h 841236"/>
                  <a:gd name="connsiteX8" fmla="*/ 0 w 768329"/>
                  <a:gd name="connsiteY8" fmla="*/ 511434 h 841236"/>
                  <a:gd name="connsiteX9" fmla="*/ 32530 w 768329"/>
                  <a:gd name="connsiteY9" fmla="*/ 379514 h 841236"/>
                  <a:gd name="connsiteX10" fmla="*/ 32530 w 768329"/>
                  <a:gd name="connsiteY10" fmla="*/ 272024 h 841236"/>
                  <a:gd name="connsiteX11" fmla="*/ 271546 w 768329"/>
                  <a:gd name="connsiteY11" fmla="*/ 0 h 841236"/>
                  <a:gd name="connsiteX0" fmla="*/ 271546 w 768329"/>
                  <a:gd name="connsiteY0" fmla="*/ 0 h 841236"/>
                  <a:gd name="connsiteX1" fmla="*/ 457172 w 768329"/>
                  <a:gd name="connsiteY1" fmla="*/ 0 h 841236"/>
                  <a:gd name="connsiteX2" fmla="*/ 569577 w 768329"/>
                  <a:gd name="connsiteY2" fmla="*/ 254734 h 841236"/>
                  <a:gd name="connsiteX3" fmla="*/ 598397 w 768329"/>
                  <a:gd name="connsiteY3" fmla="*/ 322855 h 841236"/>
                  <a:gd name="connsiteX4" fmla="*/ 768329 w 768329"/>
                  <a:gd name="connsiteY4" fmla="*/ 369543 h 841236"/>
                  <a:gd name="connsiteX5" fmla="*/ 677271 w 768329"/>
                  <a:gd name="connsiteY5" fmla="*/ 632857 h 841236"/>
                  <a:gd name="connsiteX6" fmla="*/ 553009 w 768329"/>
                  <a:gd name="connsiteY6" fmla="*/ 643355 h 841236"/>
                  <a:gd name="connsiteX7" fmla="*/ 162650 w 768329"/>
                  <a:gd name="connsiteY7" fmla="*/ 841236 h 841236"/>
                  <a:gd name="connsiteX8" fmla="*/ 65060 w 768329"/>
                  <a:gd name="connsiteY8" fmla="*/ 676335 h 841236"/>
                  <a:gd name="connsiteX9" fmla="*/ 0 w 768329"/>
                  <a:gd name="connsiteY9" fmla="*/ 511434 h 841236"/>
                  <a:gd name="connsiteX10" fmla="*/ 32530 w 768329"/>
                  <a:gd name="connsiteY10" fmla="*/ 379514 h 841236"/>
                  <a:gd name="connsiteX11" fmla="*/ 32530 w 768329"/>
                  <a:gd name="connsiteY11" fmla="*/ 272024 h 841236"/>
                  <a:gd name="connsiteX12" fmla="*/ 271546 w 768329"/>
                  <a:gd name="connsiteY12" fmla="*/ 0 h 841236"/>
                  <a:gd name="connsiteX0" fmla="*/ 271546 w 768329"/>
                  <a:gd name="connsiteY0" fmla="*/ 0 h 841236"/>
                  <a:gd name="connsiteX1" fmla="*/ 457172 w 768329"/>
                  <a:gd name="connsiteY1" fmla="*/ 0 h 841236"/>
                  <a:gd name="connsiteX2" fmla="*/ 608878 w 768329"/>
                  <a:gd name="connsiteY2" fmla="*/ 259974 h 841236"/>
                  <a:gd name="connsiteX3" fmla="*/ 598397 w 768329"/>
                  <a:gd name="connsiteY3" fmla="*/ 322855 h 841236"/>
                  <a:gd name="connsiteX4" fmla="*/ 768329 w 768329"/>
                  <a:gd name="connsiteY4" fmla="*/ 369543 h 841236"/>
                  <a:gd name="connsiteX5" fmla="*/ 677271 w 768329"/>
                  <a:gd name="connsiteY5" fmla="*/ 632857 h 841236"/>
                  <a:gd name="connsiteX6" fmla="*/ 553009 w 768329"/>
                  <a:gd name="connsiteY6" fmla="*/ 643355 h 841236"/>
                  <a:gd name="connsiteX7" fmla="*/ 162650 w 768329"/>
                  <a:gd name="connsiteY7" fmla="*/ 841236 h 841236"/>
                  <a:gd name="connsiteX8" fmla="*/ 65060 w 768329"/>
                  <a:gd name="connsiteY8" fmla="*/ 676335 h 841236"/>
                  <a:gd name="connsiteX9" fmla="*/ 0 w 768329"/>
                  <a:gd name="connsiteY9" fmla="*/ 511434 h 841236"/>
                  <a:gd name="connsiteX10" fmla="*/ 32530 w 768329"/>
                  <a:gd name="connsiteY10" fmla="*/ 379514 h 841236"/>
                  <a:gd name="connsiteX11" fmla="*/ 32530 w 768329"/>
                  <a:gd name="connsiteY11" fmla="*/ 272024 h 841236"/>
                  <a:gd name="connsiteX12" fmla="*/ 271546 w 768329"/>
                  <a:gd name="connsiteY12" fmla="*/ 0 h 841236"/>
                  <a:gd name="connsiteX0" fmla="*/ 271546 w 768329"/>
                  <a:gd name="connsiteY0" fmla="*/ 0 h 841236"/>
                  <a:gd name="connsiteX1" fmla="*/ 457172 w 768329"/>
                  <a:gd name="connsiteY1" fmla="*/ 0 h 841236"/>
                  <a:gd name="connsiteX2" fmla="*/ 611498 w 768329"/>
                  <a:gd name="connsiteY2" fmla="*/ 265214 h 841236"/>
                  <a:gd name="connsiteX3" fmla="*/ 598397 w 768329"/>
                  <a:gd name="connsiteY3" fmla="*/ 322855 h 841236"/>
                  <a:gd name="connsiteX4" fmla="*/ 768329 w 768329"/>
                  <a:gd name="connsiteY4" fmla="*/ 369543 h 841236"/>
                  <a:gd name="connsiteX5" fmla="*/ 677271 w 768329"/>
                  <a:gd name="connsiteY5" fmla="*/ 632857 h 841236"/>
                  <a:gd name="connsiteX6" fmla="*/ 553009 w 768329"/>
                  <a:gd name="connsiteY6" fmla="*/ 643355 h 841236"/>
                  <a:gd name="connsiteX7" fmla="*/ 162650 w 768329"/>
                  <a:gd name="connsiteY7" fmla="*/ 841236 h 841236"/>
                  <a:gd name="connsiteX8" fmla="*/ 65060 w 768329"/>
                  <a:gd name="connsiteY8" fmla="*/ 676335 h 841236"/>
                  <a:gd name="connsiteX9" fmla="*/ 0 w 768329"/>
                  <a:gd name="connsiteY9" fmla="*/ 511434 h 841236"/>
                  <a:gd name="connsiteX10" fmla="*/ 32530 w 768329"/>
                  <a:gd name="connsiteY10" fmla="*/ 379514 h 841236"/>
                  <a:gd name="connsiteX11" fmla="*/ 32530 w 768329"/>
                  <a:gd name="connsiteY11" fmla="*/ 272024 h 841236"/>
                  <a:gd name="connsiteX12" fmla="*/ 271546 w 768329"/>
                  <a:gd name="connsiteY12" fmla="*/ 0 h 841236"/>
                  <a:gd name="connsiteX0" fmla="*/ 271546 w 768329"/>
                  <a:gd name="connsiteY0" fmla="*/ 0 h 841236"/>
                  <a:gd name="connsiteX1" fmla="*/ 457172 w 768329"/>
                  <a:gd name="connsiteY1" fmla="*/ 0 h 841236"/>
                  <a:gd name="connsiteX2" fmla="*/ 548617 w 768329"/>
                  <a:gd name="connsiteY2" fmla="*/ 160412 h 841236"/>
                  <a:gd name="connsiteX3" fmla="*/ 611498 w 768329"/>
                  <a:gd name="connsiteY3" fmla="*/ 265214 h 841236"/>
                  <a:gd name="connsiteX4" fmla="*/ 598397 w 768329"/>
                  <a:gd name="connsiteY4" fmla="*/ 322855 h 841236"/>
                  <a:gd name="connsiteX5" fmla="*/ 768329 w 768329"/>
                  <a:gd name="connsiteY5" fmla="*/ 369543 h 841236"/>
                  <a:gd name="connsiteX6" fmla="*/ 677271 w 768329"/>
                  <a:gd name="connsiteY6" fmla="*/ 632857 h 841236"/>
                  <a:gd name="connsiteX7" fmla="*/ 553009 w 768329"/>
                  <a:gd name="connsiteY7" fmla="*/ 643355 h 841236"/>
                  <a:gd name="connsiteX8" fmla="*/ 162650 w 768329"/>
                  <a:gd name="connsiteY8" fmla="*/ 841236 h 841236"/>
                  <a:gd name="connsiteX9" fmla="*/ 65060 w 768329"/>
                  <a:gd name="connsiteY9" fmla="*/ 676335 h 841236"/>
                  <a:gd name="connsiteX10" fmla="*/ 0 w 768329"/>
                  <a:gd name="connsiteY10" fmla="*/ 511434 h 841236"/>
                  <a:gd name="connsiteX11" fmla="*/ 32530 w 768329"/>
                  <a:gd name="connsiteY11" fmla="*/ 379514 h 841236"/>
                  <a:gd name="connsiteX12" fmla="*/ 32530 w 768329"/>
                  <a:gd name="connsiteY12" fmla="*/ 272024 h 841236"/>
                  <a:gd name="connsiteX13" fmla="*/ 271546 w 768329"/>
                  <a:gd name="connsiteY13" fmla="*/ 0 h 841236"/>
                  <a:gd name="connsiteX0" fmla="*/ 271546 w 768329"/>
                  <a:gd name="connsiteY0" fmla="*/ 0 h 841236"/>
                  <a:gd name="connsiteX1" fmla="*/ 457172 w 768329"/>
                  <a:gd name="connsiteY1" fmla="*/ 0 h 841236"/>
                  <a:gd name="connsiteX2" fmla="*/ 535517 w 768329"/>
                  <a:gd name="connsiteY2" fmla="*/ 244254 h 841236"/>
                  <a:gd name="connsiteX3" fmla="*/ 611498 w 768329"/>
                  <a:gd name="connsiteY3" fmla="*/ 265214 h 841236"/>
                  <a:gd name="connsiteX4" fmla="*/ 598397 w 768329"/>
                  <a:gd name="connsiteY4" fmla="*/ 322855 h 841236"/>
                  <a:gd name="connsiteX5" fmla="*/ 768329 w 768329"/>
                  <a:gd name="connsiteY5" fmla="*/ 369543 h 841236"/>
                  <a:gd name="connsiteX6" fmla="*/ 677271 w 768329"/>
                  <a:gd name="connsiteY6" fmla="*/ 632857 h 841236"/>
                  <a:gd name="connsiteX7" fmla="*/ 553009 w 768329"/>
                  <a:gd name="connsiteY7" fmla="*/ 643355 h 841236"/>
                  <a:gd name="connsiteX8" fmla="*/ 162650 w 768329"/>
                  <a:gd name="connsiteY8" fmla="*/ 841236 h 841236"/>
                  <a:gd name="connsiteX9" fmla="*/ 65060 w 768329"/>
                  <a:gd name="connsiteY9" fmla="*/ 676335 h 841236"/>
                  <a:gd name="connsiteX10" fmla="*/ 0 w 768329"/>
                  <a:gd name="connsiteY10" fmla="*/ 511434 h 841236"/>
                  <a:gd name="connsiteX11" fmla="*/ 32530 w 768329"/>
                  <a:gd name="connsiteY11" fmla="*/ 379514 h 841236"/>
                  <a:gd name="connsiteX12" fmla="*/ 32530 w 768329"/>
                  <a:gd name="connsiteY12" fmla="*/ 272024 h 841236"/>
                  <a:gd name="connsiteX13" fmla="*/ 271546 w 768329"/>
                  <a:gd name="connsiteY13" fmla="*/ 0 h 841236"/>
                  <a:gd name="connsiteX0" fmla="*/ 271546 w 768329"/>
                  <a:gd name="connsiteY0" fmla="*/ 0 h 841236"/>
                  <a:gd name="connsiteX1" fmla="*/ 457172 w 768329"/>
                  <a:gd name="connsiteY1" fmla="*/ 0 h 841236"/>
                  <a:gd name="connsiteX2" fmla="*/ 514556 w 768329"/>
                  <a:gd name="connsiteY2" fmla="*/ 181372 h 841236"/>
                  <a:gd name="connsiteX3" fmla="*/ 535517 w 768329"/>
                  <a:gd name="connsiteY3" fmla="*/ 244254 h 841236"/>
                  <a:gd name="connsiteX4" fmla="*/ 611498 w 768329"/>
                  <a:gd name="connsiteY4" fmla="*/ 265214 h 841236"/>
                  <a:gd name="connsiteX5" fmla="*/ 598397 w 768329"/>
                  <a:gd name="connsiteY5" fmla="*/ 322855 h 841236"/>
                  <a:gd name="connsiteX6" fmla="*/ 768329 w 768329"/>
                  <a:gd name="connsiteY6" fmla="*/ 369543 h 841236"/>
                  <a:gd name="connsiteX7" fmla="*/ 677271 w 768329"/>
                  <a:gd name="connsiteY7" fmla="*/ 632857 h 841236"/>
                  <a:gd name="connsiteX8" fmla="*/ 553009 w 768329"/>
                  <a:gd name="connsiteY8" fmla="*/ 643355 h 841236"/>
                  <a:gd name="connsiteX9" fmla="*/ 162650 w 768329"/>
                  <a:gd name="connsiteY9" fmla="*/ 841236 h 841236"/>
                  <a:gd name="connsiteX10" fmla="*/ 65060 w 768329"/>
                  <a:gd name="connsiteY10" fmla="*/ 676335 h 841236"/>
                  <a:gd name="connsiteX11" fmla="*/ 0 w 768329"/>
                  <a:gd name="connsiteY11" fmla="*/ 511434 h 841236"/>
                  <a:gd name="connsiteX12" fmla="*/ 32530 w 768329"/>
                  <a:gd name="connsiteY12" fmla="*/ 379514 h 841236"/>
                  <a:gd name="connsiteX13" fmla="*/ 32530 w 768329"/>
                  <a:gd name="connsiteY13" fmla="*/ 272024 h 841236"/>
                  <a:gd name="connsiteX14" fmla="*/ 271546 w 768329"/>
                  <a:gd name="connsiteY14" fmla="*/ 0 h 841236"/>
                  <a:gd name="connsiteX0" fmla="*/ 271546 w 768329"/>
                  <a:gd name="connsiteY0" fmla="*/ 0 h 841236"/>
                  <a:gd name="connsiteX1" fmla="*/ 457172 w 768329"/>
                  <a:gd name="connsiteY1" fmla="*/ 0 h 841236"/>
                  <a:gd name="connsiteX2" fmla="*/ 504076 w 768329"/>
                  <a:gd name="connsiteY2" fmla="*/ 139451 h 841236"/>
                  <a:gd name="connsiteX3" fmla="*/ 514556 w 768329"/>
                  <a:gd name="connsiteY3" fmla="*/ 181372 h 841236"/>
                  <a:gd name="connsiteX4" fmla="*/ 535517 w 768329"/>
                  <a:gd name="connsiteY4" fmla="*/ 244254 h 841236"/>
                  <a:gd name="connsiteX5" fmla="*/ 611498 w 768329"/>
                  <a:gd name="connsiteY5" fmla="*/ 265214 h 841236"/>
                  <a:gd name="connsiteX6" fmla="*/ 598397 w 768329"/>
                  <a:gd name="connsiteY6" fmla="*/ 322855 h 841236"/>
                  <a:gd name="connsiteX7" fmla="*/ 768329 w 768329"/>
                  <a:gd name="connsiteY7" fmla="*/ 369543 h 841236"/>
                  <a:gd name="connsiteX8" fmla="*/ 677271 w 768329"/>
                  <a:gd name="connsiteY8" fmla="*/ 632857 h 841236"/>
                  <a:gd name="connsiteX9" fmla="*/ 553009 w 768329"/>
                  <a:gd name="connsiteY9" fmla="*/ 643355 h 841236"/>
                  <a:gd name="connsiteX10" fmla="*/ 162650 w 768329"/>
                  <a:gd name="connsiteY10" fmla="*/ 841236 h 841236"/>
                  <a:gd name="connsiteX11" fmla="*/ 65060 w 768329"/>
                  <a:gd name="connsiteY11" fmla="*/ 676335 h 841236"/>
                  <a:gd name="connsiteX12" fmla="*/ 0 w 768329"/>
                  <a:gd name="connsiteY12" fmla="*/ 511434 h 841236"/>
                  <a:gd name="connsiteX13" fmla="*/ 32530 w 768329"/>
                  <a:gd name="connsiteY13" fmla="*/ 379514 h 841236"/>
                  <a:gd name="connsiteX14" fmla="*/ 32530 w 768329"/>
                  <a:gd name="connsiteY14" fmla="*/ 272024 h 841236"/>
                  <a:gd name="connsiteX15" fmla="*/ 271546 w 768329"/>
                  <a:gd name="connsiteY15" fmla="*/ 0 h 841236"/>
                  <a:gd name="connsiteX0" fmla="*/ 271546 w 768329"/>
                  <a:gd name="connsiteY0" fmla="*/ 0 h 841236"/>
                  <a:gd name="connsiteX1" fmla="*/ 457172 w 768329"/>
                  <a:gd name="connsiteY1" fmla="*/ 0 h 841236"/>
                  <a:gd name="connsiteX2" fmla="*/ 490976 w 768329"/>
                  <a:gd name="connsiteY2" fmla="*/ 189233 h 841236"/>
                  <a:gd name="connsiteX3" fmla="*/ 514556 w 768329"/>
                  <a:gd name="connsiteY3" fmla="*/ 181372 h 841236"/>
                  <a:gd name="connsiteX4" fmla="*/ 535517 w 768329"/>
                  <a:gd name="connsiteY4" fmla="*/ 244254 h 841236"/>
                  <a:gd name="connsiteX5" fmla="*/ 611498 w 768329"/>
                  <a:gd name="connsiteY5" fmla="*/ 265214 h 841236"/>
                  <a:gd name="connsiteX6" fmla="*/ 598397 w 768329"/>
                  <a:gd name="connsiteY6" fmla="*/ 322855 h 841236"/>
                  <a:gd name="connsiteX7" fmla="*/ 768329 w 768329"/>
                  <a:gd name="connsiteY7" fmla="*/ 369543 h 841236"/>
                  <a:gd name="connsiteX8" fmla="*/ 677271 w 768329"/>
                  <a:gd name="connsiteY8" fmla="*/ 632857 h 841236"/>
                  <a:gd name="connsiteX9" fmla="*/ 553009 w 768329"/>
                  <a:gd name="connsiteY9" fmla="*/ 643355 h 841236"/>
                  <a:gd name="connsiteX10" fmla="*/ 162650 w 768329"/>
                  <a:gd name="connsiteY10" fmla="*/ 841236 h 841236"/>
                  <a:gd name="connsiteX11" fmla="*/ 65060 w 768329"/>
                  <a:gd name="connsiteY11" fmla="*/ 676335 h 841236"/>
                  <a:gd name="connsiteX12" fmla="*/ 0 w 768329"/>
                  <a:gd name="connsiteY12" fmla="*/ 511434 h 841236"/>
                  <a:gd name="connsiteX13" fmla="*/ 32530 w 768329"/>
                  <a:gd name="connsiteY13" fmla="*/ 379514 h 841236"/>
                  <a:gd name="connsiteX14" fmla="*/ 32530 w 768329"/>
                  <a:gd name="connsiteY14" fmla="*/ 272024 h 841236"/>
                  <a:gd name="connsiteX15" fmla="*/ 271546 w 768329"/>
                  <a:gd name="connsiteY15" fmla="*/ 0 h 841236"/>
                  <a:gd name="connsiteX0" fmla="*/ 271546 w 768329"/>
                  <a:gd name="connsiteY0" fmla="*/ 0 h 841236"/>
                  <a:gd name="connsiteX1" fmla="*/ 475512 w 768329"/>
                  <a:gd name="connsiteY1" fmla="*/ 117903 h 841236"/>
                  <a:gd name="connsiteX2" fmla="*/ 490976 w 768329"/>
                  <a:gd name="connsiteY2" fmla="*/ 189233 h 841236"/>
                  <a:gd name="connsiteX3" fmla="*/ 514556 w 768329"/>
                  <a:gd name="connsiteY3" fmla="*/ 181372 h 841236"/>
                  <a:gd name="connsiteX4" fmla="*/ 535517 w 768329"/>
                  <a:gd name="connsiteY4" fmla="*/ 244254 h 841236"/>
                  <a:gd name="connsiteX5" fmla="*/ 611498 w 768329"/>
                  <a:gd name="connsiteY5" fmla="*/ 265214 h 841236"/>
                  <a:gd name="connsiteX6" fmla="*/ 598397 w 768329"/>
                  <a:gd name="connsiteY6" fmla="*/ 322855 h 841236"/>
                  <a:gd name="connsiteX7" fmla="*/ 768329 w 768329"/>
                  <a:gd name="connsiteY7" fmla="*/ 369543 h 841236"/>
                  <a:gd name="connsiteX8" fmla="*/ 677271 w 768329"/>
                  <a:gd name="connsiteY8" fmla="*/ 632857 h 841236"/>
                  <a:gd name="connsiteX9" fmla="*/ 553009 w 768329"/>
                  <a:gd name="connsiteY9" fmla="*/ 643355 h 841236"/>
                  <a:gd name="connsiteX10" fmla="*/ 162650 w 768329"/>
                  <a:gd name="connsiteY10" fmla="*/ 841236 h 841236"/>
                  <a:gd name="connsiteX11" fmla="*/ 65060 w 768329"/>
                  <a:gd name="connsiteY11" fmla="*/ 676335 h 841236"/>
                  <a:gd name="connsiteX12" fmla="*/ 0 w 768329"/>
                  <a:gd name="connsiteY12" fmla="*/ 511434 h 841236"/>
                  <a:gd name="connsiteX13" fmla="*/ 32530 w 768329"/>
                  <a:gd name="connsiteY13" fmla="*/ 379514 h 841236"/>
                  <a:gd name="connsiteX14" fmla="*/ 32530 w 768329"/>
                  <a:gd name="connsiteY14" fmla="*/ 272024 h 841236"/>
                  <a:gd name="connsiteX15" fmla="*/ 271546 w 768329"/>
                  <a:gd name="connsiteY15" fmla="*/ 0 h 841236"/>
                  <a:gd name="connsiteX0" fmla="*/ 271546 w 768329"/>
                  <a:gd name="connsiteY0" fmla="*/ 0 h 841236"/>
                  <a:gd name="connsiteX1" fmla="*/ 375693 w 768329"/>
                  <a:gd name="connsiteY1" fmla="*/ 60850 h 841236"/>
                  <a:gd name="connsiteX2" fmla="*/ 475512 w 768329"/>
                  <a:gd name="connsiteY2" fmla="*/ 117903 h 841236"/>
                  <a:gd name="connsiteX3" fmla="*/ 490976 w 768329"/>
                  <a:gd name="connsiteY3" fmla="*/ 189233 h 841236"/>
                  <a:gd name="connsiteX4" fmla="*/ 514556 w 768329"/>
                  <a:gd name="connsiteY4" fmla="*/ 181372 h 841236"/>
                  <a:gd name="connsiteX5" fmla="*/ 535517 w 768329"/>
                  <a:gd name="connsiteY5" fmla="*/ 244254 h 841236"/>
                  <a:gd name="connsiteX6" fmla="*/ 611498 w 768329"/>
                  <a:gd name="connsiteY6" fmla="*/ 265214 h 841236"/>
                  <a:gd name="connsiteX7" fmla="*/ 598397 w 768329"/>
                  <a:gd name="connsiteY7" fmla="*/ 322855 h 841236"/>
                  <a:gd name="connsiteX8" fmla="*/ 768329 w 768329"/>
                  <a:gd name="connsiteY8" fmla="*/ 369543 h 841236"/>
                  <a:gd name="connsiteX9" fmla="*/ 677271 w 768329"/>
                  <a:gd name="connsiteY9" fmla="*/ 632857 h 841236"/>
                  <a:gd name="connsiteX10" fmla="*/ 553009 w 768329"/>
                  <a:gd name="connsiteY10" fmla="*/ 643355 h 841236"/>
                  <a:gd name="connsiteX11" fmla="*/ 162650 w 768329"/>
                  <a:gd name="connsiteY11" fmla="*/ 841236 h 841236"/>
                  <a:gd name="connsiteX12" fmla="*/ 65060 w 768329"/>
                  <a:gd name="connsiteY12" fmla="*/ 676335 h 841236"/>
                  <a:gd name="connsiteX13" fmla="*/ 0 w 768329"/>
                  <a:gd name="connsiteY13" fmla="*/ 511434 h 841236"/>
                  <a:gd name="connsiteX14" fmla="*/ 32530 w 768329"/>
                  <a:gd name="connsiteY14" fmla="*/ 379514 h 841236"/>
                  <a:gd name="connsiteX15" fmla="*/ 32530 w 768329"/>
                  <a:gd name="connsiteY15" fmla="*/ 272024 h 841236"/>
                  <a:gd name="connsiteX16" fmla="*/ 271546 w 768329"/>
                  <a:gd name="connsiteY16" fmla="*/ 0 h 841236"/>
                  <a:gd name="connsiteX0" fmla="*/ 271546 w 768329"/>
                  <a:gd name="connsiteY0" fmla="*/ 0 h 841236"/>
                  <a:gd name="connsiteX1" fmla="*/ 357353 w 768329"/>
                  <a:gd name="connsiteY1" fmla="*/ 89670 h 841236"/>
                  <a:gd name="connsiteX2" fmla="*/ 475512 w 768329"/>
                  <a:gd name="connsiteY2" fmla="*/ 117903 h 841236"/>
                  <a:gd name="connsiteX3" fmla="*/ 490976 w 768329"/>
                  <a:gd name="connsiteY3" fmla="*/ 189233 h 841236"/>
                  <a:gd name="connsiteX4" fmla="*/ 514556 w 768329"/>
                  <a:gd name="connsiteY4" fmla="*/ 181372 h 841236"/>
                  <a:gd name="connsiteX5" fmla="*/ 535517 w 768329"/>
                  <a:gd name="connsiteY5" fmla="*/ 244254 h 841236"/>
                  <a:gd name="connsiteX6" fmla="*/ 611498 w 768329"/>
                  <a:gd name="connsiteY6" fmla="*/ 265214 h 841236"/>
                  <a:gd name="connsiteX7" fmla="*/ 598397 w 768329"/>
                  <a:gd name="connsiteY7" fmla="*/ 322855 h 841236"/>
                  <a:gd name="connsiteX8" fmla="*/ 768329 w 768329"/>
                  <a:gd name="connsiteY8" fmla="*/ 369543 h 841236"/>
                  <a:gd name="connsiteX9" fmla="*/ 677271 w 768329"/>
                  <a:gd name="connsiteY9" fmla="*/ 632857 h 841236"/>
                  <a:gd name="connsiteX10" fmla="*/ 553009 w 768329"/>
                  <a:gd name="connsiteY10" fmla="*/ 643355 h 841236"/>
                  <a:gd name="connsiteX11" fmla="*/ 162650 w 768329"/>
                  <a:gd name="connsiteY11" fmla="*/ 841236 h 841236"/>
                  <a:gd name="connsiteX12" fmla="*/ 65060 w 768329"/>
                  <a:gd name="connsiteY12" fmla="*/ 676335 h 841236"/>
                  <a:gd name="connsiteX13" fmla="*/ 0 w 768329"/>
                  <a:gd name="connsiteY13" fmla="*/ 511434 h 841236"/>
                  <a:gd name="connsiteX14" fmla="*/ 32530 w 768329"/>
                  <a:gd name="connsiteY14" fmla="*/ 379514 h 841236"/>
                  <a:gd name="connsiteX15" fmla="*/ 32530 w 768329"/>
                  <a:gd name="connsiteY15" fmla="*/ 272024 h 841236"/>
                  <a:gd name="connsiteX16" fmla="*/ 271546 w 768329"/>
                  <a:gd name="connsiteY16" fmla="*/ 0 h 841236"/>
                  <a:gd name="connsiteX0" fmla="*/ 373728 w 768329"/>
                  <a:gd name="connsiteY0" fmla="*/ 0 h 780974"/>
                  <a:gd name="connsiteX1" fmla="*/ 357353 w 768329"/>
                  <a:gd name="connsiteY1" fmla="*/ 29408 h 780974"/>
                  <a:gd name="connsiteX2" fmla="*/ 475512 w 768329"/>
                  <a:gd name="connsiteY2" fmla="*/ 57641 h 780974"/>
                  <a:gd name="connsiteX3" fmla="*/ 490976 w 768329"/>
                  <a:gd name="connsiteY3" fmla="*/ 128971 h 780974"/>
                  <a:gd name="connsiteX4" fmla="*/ 514556 w 768329"/>
                  <a:gd name="connsiteY4" fmla="*/ 121110 h 780974"/>
                  <a:gd name="connsiteX5" fmla="*/ 535517 w 768329"/>
                  <a:gd name="connsiteY5" fmla="*/ 183992 h 780974"/>
                  <a:gd name="connsiteX6" fmla="*/ 611498 w 768329"/>
                  <a:gd name="connsiteY6" fmla="*/ 204952 h 780974"/>
                  <a:gd name="connsiteX7" fmla="*/ 598397 w 768329"/>
                  <a:gd name="connsiteY7" fmla="*/ 262593 h 780974"/>
                  <a:gd name="connsiteX8" fmla="*/ 768329 w 768329"/>
                  <a:gd name="connsiteY8" fmla="*/ 309281 h 780974"/>
                  <a:gd name="connsiteX9" fmla="*/ 677271 w 768329"/>
                  <a:gd name="connsiteY9" fmla="*/ 572595 h 780974"/>
                  <a:gd name="connsiteX10" fmla="*/ 553009 w 768329"/>
                  <a:gd name="connsiteY10" fmla="*/ 583093 h 780974"/>
                  <a:gd name="connsiteX11" fmla="*/ 162650 w 768329"/>
                  <a:gd name="connsiteY11" fmla="*/ 780974 h 780974"/>
                  <a:gd name="connsiteX12" fmla="*/ 65060 w 768329"/>
                  <a:gd name="connsiteY12" fmla="*/ 616073 h 780974"/>
                  <a:gd name="connsiteX13" fmla="*/ 0 w 768329"/>
                  <a:gd name="connsiteY13" fmla="*/ 451172 h 780974"/>
                  <a:gd name="connsiteX14" fmla="*/ 32530 w 768329"/>
                  <a:gd name="connsiteY14" fmla="*/ 319252 h 780974"/>
                  <a:gd name="connsiteX15" fmla="*/ 32530 w 768329"/>
                  <a:gd name="connsiteY15" fmla="*/ 211762 h 780974"/>
                  <a:gd name="connsiteX16" fmla="*/ 373728 w 768329"/>
                  <a:gd name="connsiteY16" fmla="*/ 0 h 780974"/>
                  <a:gd name="connsiteX0" fmla="*/ 373728 w 768329"/>
                  <a:gd name="connsiteY0" fmla="*/ 0 h 780974"/>
                  <a:gd name="connsiteX1" fmla="*/ 357353 w 768329"/>
                  <a:gd name="connsiteY1" fmla="*/ 29408 h 780974"/>
                  <a:gd name="connsiteX2" fmla="*/ 475512 w 768329"/>
                  <a:gd name="connsiteY2" fmla="*/ 57641 h 780974"/>
                  <a:gd name="connsiteX3" fmla="*/ 490976 w 768329"/>
                  <a:gd name="connsiteY3" fmla="*/ 128971 h 780974"/>
                  <a:gd name="connsiteX4" fmla="*/ 514556 w 768329"/>
                  <a:gd name="connsiteY4" fmla="*/ 121110 h 780974"/>
                  <a:gd name="connsiteX5" fmla="*/ 535517 w 768329"/>
                  <a:gd name="connsiteY5" fmla="*/ 183992 h 780974"/>
                  <a:gd name="connsiteX6" fmla="*/ 611498 w 768329"/>
                  <a:gd name="connsiteY6" fmla="*/ 204952 h 780974"/>
                  <a:gd name="connsiteX7" fmla="*/ 598397 w 768329"/>
                  <a:gd name="connsiteY7" fmla="*/ 262593 h 780974"/>
                  <a:gd name="connsiteX8" fmla="*/ 768329 w 768329"/>
                  <a:gd name="connsiteY8" fmla="*/ 309281 h 780974"/>
                  <a:gd name="connsiteX9" fmla="*/ 677271 w 768329"/>
                  <a:gd name="connsiteY9" fmla="*/ 572595 h 780974"/>
                  <a:gd name="connsiteX10" fmla="*/ 553009 w 768329"/>
                  <a:gd name="connsiteY10" fmla="*/ 583093 h 780974"/>
                  <a:gd name="connsiteX11" fmla="*/ 162650 w 768329"/>
                  <a:gd name="connsiteY11" fmla="*/ 780974 h 780974"/>
                  <a:gd name="connsiteX12" fmla="*/ 65060 w 768329"/>
                  <a:gd name="connsiteY12" fmla="*/ 616073 h 780974"/>
                  <a:gd name="connsiteX13" fmla="*/ 0 w 768329"/>
                  <a:gd name="connsiteY13" fmla="*/ 451172 h 780974"/>
                  <a:gd name="connsiteX14" fmla="*/ 32530 w 768329"/>
                  <a:gd name="connsiteY14" fmla="*/ 319252 h 780974"/>
                  <a:gd name="connsiteX15" fmla="*/ 32530 w 768329"/>
                  <a:gd name="connsiteY15" fmla="*/ 211762 h 780974"/>
                  <a:gd name="connsiteX16" fmla="*/ 273511 w 768329"/>
                  <a:gd name="connsiteY16" fmla="*/ 55609 h 780974"/>
                  <a:gd name="connsiteX17" fmla="*/ 373728 w 768329"/>
                  <a:gd name="connsiteY17" fmla="*/ 0 h 780974"/>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341632 w 768329"/>
                  <a:gd name="connsiteY16" fmla="*/ 0 h 811827"/>
                  <a:gd name="connsiteX17" fmla="*/ 373728 w 768329"/>
                  <a:gd name="connsiteY17"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49930 w 768329"/>
                  <a:gd name="connsiteY16" fmla="*/ 70742 h 811827"/>
                  <a:gd name="connsiteX17" fmla="*/ 341632 w 768329"/>
                  <a:gd name="connsiteY17" fmla="*/ 0 h 811827"/>
                  <a:gd name="connsiteX18" fmla="*/ 373728 w 768329"/>
                  <a:gd name="connsiteY18"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36829 w 768329"/>
                  <a:gd name="connsiteY16" fmla="*/ 41922 h 811827"/>
                  <a:gd name="connsiteX17" fmla="*/ 341632 w 768329"/>
                  <a:gd name="connsiteY17" fmla="*/ 0 h 811827"/>
                  <a:gd name="connsiteX18" fmla="*/ 373728 w 768329"/>
                  <a:gd name="connsiteY18"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92289 w 768329"/>
                  <a:gd name="connsiteY16" fmla="*/ 86463 h 811827"/>
                  <a:gd name="connsiteX17" fmla="*/ 236829 w 768329"/>
                  <a:gd name="connsiteY17" fmla="*/ 41922 h 811827"/>
                  <a:gd name="connsiteX18" fmla="*/ 341632 w 768329"/>
                  <a:gd name="connsiteY18" fmla="*/ 0 h 811827"/>
                  <a:gd name="connsiteX19" fmla="*/ 373728 w 768329"/>
                  <a:gd name="connsiteY19"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89231 w 768329"/>
                  <a:gd name="connsiteY16" fmla="*/ 94323 h 811827"/>
                  <a:gd name="connsiteX17" fmla="*/ 236829 w 768329"/>
                  <a:gd name="connsiteY17" fmla="*/ 41922 h 811827"/>
                  <a:gd name="connsiteX18" fmla="*/ 341632 w 768329"/>
                  <a:gd name="connsiteY18" fmla="*/ 0 h 811827"/>
                  <a:gd name="connsiteX19" fmla="*/ 373728 w 768329"/>
                  <a:gd name="connsiteY19"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18490 w 768329"/>
                  <a:gd name="connsiteY16" fmla="*/ 133624 h 811827"/>
                  <a:gd name="connsiteX17" fmla="*/ 289231 w 768329"/>
                  <a:gd name="connsiteY17" fmla="*/ 94323 h 811827"/>
                  <a:gd name="connsiteX18" fmla="*/ 236829 w 768329"/>
                  <a:gd name="connsiteY18" fmla="*/ 41922 h 811827"/>
                  <a:gd name="connsiteX19" fmla="*/ 341632 w 768329"/>
                  <a:gd name="connsiteY19" fmla="*/ 0 h 811827"/>
                  <a:gd name="connsiteX20" fmla="*/ 373728 w 768329"/>
                  <a:gd name="connsiteY20"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60411 w 768329"/>
                  <a:gd name="connsiteY16" fmla="*/ 159824 h 811827"/>
                  <a:gd name="connsiteX17" fmla="*/ 289231 w 768329"/>
                  <a:gd name="connsiteY17" fmla="*/ 94323 h 811827"/>
                  <a:gd name="connsiteX18" fmla="*/ 236829 w 768329"/>
                  <a:gd name="connsiteY18" fmla="*/ 41922 h 811827"/>
                  <a:gd name="connsiteX19" fmla="*/ 341632 w 768329"/>
                  <a:gd name="connsiteY19" fmla="*/ 0 h 811827"/>
                  <a:gd name="connsiteX20" fmla="*/ 373728 w 768329"/>
                  <a:gd name="connsiteY20"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97529 w 768329"/>
                  <a:gd name="connsiteY16" fmla="*/ 186025 h 811827"/>
                  <a:gd name="connsiteX17" fmla="*/ 260411 w 768329"/>
                  <a:gd name="connsiteY17" fmla="*/ 159824 h 811827"/>
                  <a:gd name="connsiteX18" fmla="*/ 289231 w 768329"/>
                  <a:gd name="connsiteY18" fmla="*/ 94323 h 811827"/>
                  <a:gd name="connsiteX19" fmla="*/ 236829 w 768329"/>
                  <a:gd name="connsiteY19" fmla="*/ 41922 h 811827"/>
                  <a:gd name="connsiteX20" fmla="*/ 341632 w 768329"/>
                  <a:gd name="connsiteY20" fmla="*/ 0 h 811827"/>
                  <a:gd name="connsiteX21" fmla="*/ 373728 w 768329"/>
                  <a:gd name="connsiteY21"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39450 w 768329"/>
                  <a:gd name="connsiteY16" fmla="*/ 149344 h 811827"/>
                  <a:gd name="connsiteX17" fmla="*/ 260411 w 768329"/>
                  <a:gd name="connsiteY17" fmla="*/ 159824 h 811827"/>
                  <a:gd name="connsiteX18" fmla="*/ 289231 w 768329"/>
                  <a:gd name="connsiteY18" fmla="*/ 94323 h 811827"/>
                  <a:gd name="connsiteX19" fmla="*/ 236829 w 768329"/>
                  <a:gd name="connsiteY19" fmla="*/ 41922 h 811827"/>
                  <a:gd name="connsiteX20" fmla="*/ 341632 w 768329"/>
                  <a:gd name="connsiteY20" fmla="*/ 0 h 811827"/>
                  <a:gd name="connsiteX21" fmla="*/ 373728 w 768329"/>
                  <a:gd name="connsiteY21"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55608 w 768329"/>
                  <a:gd name="connsiteY16" fmla="*/ 186025 h 811827"/>
                  <a:gd name="connsiteX17" fmla="*/ 239450 w 768329"/>
                  <a:gd name="connsiteY17" fmla="*/ 149344 h 811827"/>
                  <a:gd name="connsiteX18" fmla="*/ 260411 w 768329"/>
                  <a:gd name="connsiteY18" fmla="*/ 159824 h 811827"/>
                  <a:gd name="connsiteX19" fmla="*/ 289231 w 768329"/>
                  <a:gd name="connsiteY19" fmla="*/ 94323 h 811827"/>
                  <a:gd name="connsiteX20" fmla="*/ 236829 w 768329"/>
                  <a:gd name="connsiteY20" fmla="*/ 41922 h 811827"/>
                  <a:gd name="connsiteX21" fmla="*/ 341632 w 768329"/>
                  <a:gd name="connsiteY21" fmla="*/ 0 h 811827"/>
                  <a:gd name="connsiteX22" fmla="*/ 373728 w 768329"/>
                  <a:gd name="connsiteY22"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5389 w 768329"/>
                  <a:gd name="connsiteY16" fmla="*/ 186025 h 811827"/>
                  <a:gd name="connsiteX17" fmla="*/ 239450 w 768329"/>
                  <a:gd name="connsiteY17" fmla="*/ 149344 h 811827"/>
                  <a:gd name="connsiteX18" fmla="*/ 260411 w 768329"/>
                  <a:gd name="connsiteY18" fmla="*/ 159824 h 811827"/>
                  <a:gd name="connsiteX19" fmla="*/ 289231 w 768329"/>
                  <a:gd name="connsiteY19" fmla="*/ 94323 h 811827"/>
                  <a:gd name="connsiteX20" fmla="*/ 236829 w 768329"/>
                  <a:gd name="connsiteY20" fmla="*/ 41922 h 811827"/>
                  <a:gd name="connsiteX21" fmla="*/ 341632 w 768329"/>
                  <a:gd name="connsiteY21" fmla="*/ 0 h 811827"/>
                  <a:gd name="connsiteX22" fmla="*/ 373728 w 768329"/>
                  <a:gd name="connsiteY22"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16307 w 768329"/>
                  <a:gd name="connsiteY16" fmla="*/ 209605 h 811827"/>
                  <a:gd name="connsiteX17" fmla="*/ 205389 w 768329"/>
                  <a:gd name="connsiteY17" fmla="*/ 18602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8009 w 768329"/>
                  <a:gd name="connsiteY16" fmla="*/ 238426 h 811827"/>
                  <a:gd name="connsiteX17" fmla="*/ 205389 w 768329"/>
                  <a:gd name="connsiteY17" fmla="*/ 18602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8009 w 768329"/>
                  <a:gd name="connsiteY16" fmla="*/ 238426 h 811827"/>
                  <a:gd name="connsiteX17" fmla="*/ 192289 w 768329"/>
                  <a:gd name="connsiteY17" fmla="*/ 18340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8009 w 768329"/>
                  <a:gd name="connsiteY16" fmla="*/ 227946 h 811827"/>
                  <a:gd name="connsiteX17" fmla="*/ 192289 w 768329"/>
                  <a:gd name="connsiteY17" fmla="*/ 18340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24168 w 768329"/>
                  <a:gd name="connsiteY16" fmla="*/ 238426 h 811827"/>
                  <a:gd name="connsiteX17" fmla="*/ 208009 w 768329"/>
                  <a:gd name="connsiteY17" fmla="*/ 227946 h 811827"/>
                  <a:gd name="connsiteX18" fmla="*/ 192289 w 768329"/>
                  <a:gd name="connsiteY18" fmla="*/ 183405 h 811827"/>
                  <a:gd name="connsiteX19" fmla="*/ 239450 w 768329"/>
                  <a:gd name="connsiteY19" fmla="*/ 149344 h 811827"/>
                  <a:gd name="connsiteX20" fmla="*/ 260411 w 768329"/>
                  <a:gd name="connsiteY20" fmla="*/ 159824 h 811827"/>
                  <a:gd name="connsiteX21" fmla="*/ 289231 w 768329"/>
                  <a:gd name="connsiteY21" fmla="*/ 94323 h 811827"/>
                  <a:gd name="connsiteX22" fmla="*/ 236829 w 768329"/>
                  <a:gd name="connsiteY22" fmla="*/ 41922 h 811827"/>
                  <a:gd name="connsiteX23" fmla="*/ 341632 w 768329"/>
                  <a:gd name="connsiteY23" fmla="*/ 0 h 811827"/>
                  <a:gd name="connsiteX24" fmla="*/ 373728 w 768329"/>
                  <a:gd name="connsiteY24"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81810 w 768329"/>
                  <a:gd name="connsiteY16" fmla="*/ 262007 h 811827"/>
                  <a:gd name="connsiteX17" fmla="*/ 208009 w 768329"/>
                  <a:gd name="connsiteY17" fmla="*/ 227946 h 811827"/>
                  <a:gd name="connsiteX18" fmla="*/ 192289 w 768329"/>
                  <a:gd name="connsiteY18" fmla="*/ 183405 h 811827"/>
                  <a:gd name="connsiteX19" fmla="*/ 239450 w 768329"/>
                  <a:gd name="connsiteY19" fmla="*/ 149344 h 811827"/>
                  <a:gd name="connsiteX20" fmla="*/ 260411 w 768329"/>
                  <a:gd name="connsiteY20" fmla="*/ 159824 h 811827"/>
                  <a:gd name="connsiteX21" fmla="*/ 289231 w 768329"/>
                  <a:gd name="connsiteY21" fmla="*/ 94323 h 811827"/>
                  <a:gd name="connsiteX22" fmla="*/ 236829 w 768329"/>
                  <a:gd name="connsiteY22" fmla="*/ 41922 h 811827"/>
                  <a:gd name="connsiteX23" fmla="*/ 341632 w 768329"/>
                  <a:gd name="connsiteY23" fmla="*/ 0 h 811827"/>
                  <a:gd name="connsiteX24" fmla="*/ 373728 w 768329"/>
                  <a:gd name="connsiteY24"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03207 w 768329"/>
                  <a:gd name="connsiteY16" fmla="*/ 254146 h 811827"/>
                  <a:gd name="connsiteX17" fmla="*/ 181810 w 768329"/>
                  <a:gd name="connsiteY17" fmla="*/ 262007 h 811827"/>
                  <a:gd name="connsiteX18" fmla="*/ 208009 w 768329"/>
                  <a:gd name="connsiteY18" fmla="*/ 227946 h 811827"/>
                  <a:gd name="connsiteX19" fmla="*/ 192289 w 768329"/>
                  <a:gd name="connsiteY19" fmla="*/ 183405 h 811827"/>
                  <a:gd name="connsiteX20" fmla="*/ 239450 w 768329"/>
                  <a:gd name="connsiteY20" fmla="*/ 149344 h 811827"/>
                  <a:gd name="connsiteX21" fmla="*/ 260411 w 768329"/>
                  <a:gd name="connsiteY21" fmla="*/ 159824 h 811827"/>
                  <a:gd name="connsiteX22" fmla="*/ 289231 w 768329"/>
                  <a:gd name="connsiteY22" fmla="*/ 94323 h 811827"/>
                  <a:gd name="connsiteX23" fmla="*/ 236829 w 768329"/>
                  <a:gd name="connsiteY23" fmla="*/ 41922 h 811827"/>
                  <a:gd name="connsiteX24" fmla="*/ 341632 w 768329"/>
                  <a:gd name="connsiteY24" fmla="*/ 0 h 811827"/>
                  <a:gd name="connsiteX25" fmla="*/ 373728 w 768329"/>
                  <a:gd name="connsiteY25"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39888 w 768329"/>
                  <a:gd name="connsiteY16" fmla="*/ 248906 h 811827"/>
                  <a:gd name="connsiteX17" fmla="*/ 181810 w 768329"/>
                  <a:gd name="connsiteY17" fmla="*/ 262007 h 811827"/>
                  <a:gd name="connsiteX18" fmla="*/ 208009 w 768329"/>
                  <a:gd name="connsiteY18" fmla="*/ 227946 h 811827"/>
                  <a:gd name="connsiteX19" fmla="*/ 192289 w 768329"/>
                  <a:gd name="connsiteY19" fmla="*/ 183405 h 811827"/>
                  <a:gd name="connsiteX20" fmla="*/ 239450 w 768329"/>
                  <a:gd name="connsiteY20" fmla="*/ 149344 h 811827"/>
                  <a:gd name="connsiteX21" fmla="*/ 260411 w 768329"/>
                  <a:gd name="connsiteY21" fmla="*/ 159824 h 811827"/>
                  <a:gd name="connsiteX22" fmla="*/ 289231 w 768329"/>
                  <a:gd name="connsiteY22" fmla="*/ 94323 h 811827"/>
                  <a:gd name="connsiteX23" fmla="*/ 236829 w 768329"/>
                  <a:gd name="connsiteY23" fmla="*/ 41922 h 811827"/>
                  <a:gd name="connsiteX24" fmla="*/ 341632 w 768329"/>
                  <a:gd name="connsiteY24" fmla="*/ 0 h 811827"/>
                  <a:gd name="connsiteX25" fmla="*/ 373728 w 768329"/>
                  <a:gd name="connsiteY25"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82247 w 768329"/>
                  <a:gd name="connsiteY16" fmla="*/ 246286 h 811827"/>
                  <a:gd name="connsiteX17" fmla="*/ 139888 w 768329"/>
                  <a:gd name="connsiteY17" fmla="*/ 248906 h 811827"/>
                  <a:gd name="connsiteX18" fmla="*/ 181810 w 768329"/>
                  <a:gd name="connsiteY18" fmla="*/ 262007 h 811827"/>
                  <a:gd name="connsiteX19" fmla="*/ 208009 w 768329"/>
                  <a:gd name="connsiteY19" fmla="*/ 227946 h 811827"/>
                  <a:gd name="connsiteX20" fmla="*/ 192289 w 768329"/>
                  <a:gd name="connsiteY20" fmla="*/ 183405 h 811827"/>
                  <a:gd name="connsiteX21" fmla="*/ 239450 w 768329"/>
                  <a:gd name="connsiteY21" fmla="*/ 149344 h 811827"/>
                  <a:gd name="connsiteX22" fmla="*/ 260411 w 768329"/>
                  <a:gd name="connsiteY22" fmla="*/ 159824 h 811827"/>
                  <a:gd name="connsiteX23" fmla="*/ 289231 w 768329"/>
                  <a:gd name="connsiteY23" fmla="*/ 94323 h 811827"/>
                  <a:gd name="connsiteX24" fmla="*/ 236829 w 768329"/>
                  <a:gd name="connsiteY24" fmla="*/ 41922 h 811827"/>
                  <a:gd name="connsiteX25" fmla="*/ 341632 w 768329"/>
                  <a:gd name="connsiteY25" fmla="*/ 0 h 811827"/>
                  <a:gd name="connsiteX26" fmla="*/ 373728 w 768329"/>
                  <a:gd name="connsiteY26"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97967 w 768329"/>
                  <a:gd name="connsiteY16" fmla="*/ 267247 h 811827"/>
                  <a:gd name="connsiteX17" fmla="*/ 139888 w 768329"/>
                  <a:gd name="connsiteY17" fmla="*/ 248906 h 811827"/>
                  <a:gd name="connsiteX18" fmla="*/ 181810 w 768329"/>
                  <a:gd name="connsiteY18" fmla="*/ 262007 h 811827"/>
                  <a:gd name="connsiteX19" fmla="*/ 208009 w 768329"/>
                  <a:gd name="connsiteY19" fmla="*/ 227946 h 811827"/>
                  <a:gd name="connsiteX20" fmla="*/ 192289 w 768329"/>
                  <a:gd name="connsiteY20" fmla="*/ 183405 h 811827"/>
                  <a:gd name="connsiteX21" fmla="*/ 239450 w 768329"/>
                  <a:gd name="connsiteY21" fmla="*/ 149344 h 811827"/>
                  <a:gd name="connsiteX22" fmla="*/ 260411 w 768329"/>
                  <a:gd name="connsiteY22" fmla="*/ 159824 h 811827"/>
                  <a:gd name="connsiteX23" fmla="*/ 289231 w 768329"/>
                  <a:gd name="connsiteY23" fmla="*/ 94323 h 811827"/>
                  <a:gd name="connsiteX24" fmla="*/ 236829 w 768329"/>
                  <a:gd name="connsiteY24" fmla="*/ 41922 h 811827"/>
                  <a:gd name="connsiteX25" fmla="*/ 341632 w 768329"/>
                  <a:gd name="connsiteY25" fmla="*/ 0 h 811827"/>
                  <a:gd name="connsiteX26" fmla="*/ 373728 w 768329"/>
                  <a:gd name="connsiteY26"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87552 w 768329"/>
                  <a:gd name="connsiteY15" fmla="*/ 310737 h 811827"/>
                  <a:gd name="connsiteX16" fmla="*/ 97967 w 768329"/>
                  <a:gd name="connsiteY16" fmla="*/ 267247 h 811827"/>
                  <a:gd name="connsiteX17" fmla="*/ 139888 w 768329"/>
                  <a:gd name="connsiteY17" fmla="*/ 248906 h 811827"/>
                  <a:gd name="connsiteX18" fmla="*/ 181810 w 768329"/>
                  <a:gd name="connsiteY18" fmla="*/ 262007 h 811827"/>
                  <a:gd name="connsiteX19" fmla="*/ 208009 w 768329"/>
                  <a:gd name="connsiteY19" fmla="*/ 227946 h 811827"/>
                  <a:gd name="connsiteX20" fmla="*/ 192289 w 768329"/>
                  <a:gd name="connsiteY20" fmla="*/ 183405 h 811827"/>
                  <a:gd name="connsiteX21" fmla="*/ 239450 w 768329"/>
                  <a:gd name="connsiteY21" fmla="*/ 149344 h 811827"/>
                  <a:gd name="connsiteX22" fmla="*/ 260411 w 768329"/>
                  <a:gd name="connsiteY22" fmla="*/ 159824 h 811827"/>
                  <a:gd name="connsiteX23" fmla="*/ 289231 w 768329"/>
                  <a:gd name="connsiteY23" fmla="*/ 94323 h 811827"/>
                  <a:gd name="connsiteX24" fmla="*/ 236829 w 768329"/>
                  <a:gd name="connsiteY24" fmla="*/ 41922 h 811827"/>
                  <a:gd name="connsiteX25" fmla="*/ 341632 w 768329"/>
                  <a:gd name="connsiteY25" fmla="*/ 0 h 811827"/>
                  <a:gd name="connsiteX26" fmla="*/ 373728 w 768329"/>
                  <a:gd name="connsiteY26"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50806 w 768329"/>
                  <a:gd name="connsiteY15" fmla="*/ 335368 h 811827"/>
                  <a:gd name="connsiteX16" fmla="*/ 87552 w 768329"/>
                  <a:gd name="connsiteY16" fmla="*/ 310737 h 811827"/>
                  <a:gd name="connsiteX17" fmla="*/ 97967 w 768329"/>
                  <a:gd name="connsiteY17" fmla="*/ 267247 h 811827"/>
                  <a:gd name="connsiteX18" fmla="*/ 139888 w 768329"/>
                  <a:gd name="connsiteY18" fmla="*/ 248906 h 811827"/>
                  <a:gd name="connsiteX19" fmla="*/ 181810 w 768329"/>
                  <a:gd name="connsiteY19" fmla="*/ 262007 h 811827"/>
                  <a:gd name="connsiteX20" fmla="*/ 208009 w 768329"/>
                  <a:gd name="connsiteY20" fmla="*/ 227946 h 811827"/>
                  <a:gd name="connsiteX21" fmla="*/ 192289 w 768329"/>
                  <a:gd name="connsiteY21" fmla="*/ 183405 h 811827"/>
                  <a:gd name="connsiteX22" fmla="*/ 239450 w 768329"/>
                  <a:gd name="connsiteY22" fmla="*/ 149344 h 811827"/>
                  <a:gd name="connsiteX23" fmla="*/ 260411 w 768329"/>
                  <a:gd name="connsiteY23" fmla="*/ 159824 h 811827"/>
                  <a:gd name="connsiteX24" fmla="*/ 289231 w 768329"/>
                  <a:gd name="connsiteY24" fmla="*/ 94323 h 811827"/>
                  <a:gd name="connsiteX25" fmla="*/ 236829 w 768329"/>
                  <a:gd name="connsiteY25" fmla="*/ 41922 h 811827"/>
                  <a:gd name="connsiteX26" fmla="*/ 341632 w 768329"/>
                  <a:gd name="connsiteY26" fmla="*/ 0 h 811827"/>
                  <a:gd name="connsiteX27" fmla="*/ 373728 w 768329"/>
                  <a:gd name="connsiteY27"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5086 w 768329"/>
                  <a:gd name="connsiteY15" fmla="*/ 293447 h 811827"/>
                  <a:gd name="connsiteX16" fmla="*/ 87552 w 768329"/>
                  <a:gd name="connsiteY16" fmla="*/ 310737 h 811827"/>
                  <a:gd name="connsiteX17" fmla="*/ 97967 w 768329"/>
                  <a:gd name="connsiteY17" fmla="*/ 267247 h 811827"/>
                  <a:gd name="connsiteX18" fmla="*/ 139888 w 768329"/>
                  <a:gd name="connsiteY18" fmla="*/ 248906 h 811827"/>
                  <a:gd name="connsiteX19" fmla="*/ 181810 w 768329"/>
                  <a:gd name="connsiteY19" fmla="*/ 262007 h 811827"/>
                  <a:gd name="connsiteX20" fmla="*/ 208009 w 768329"/>
                  <a:gd name="connsiteY20" fmla="*/ 227946 h 811827"/>
                  <a:gd name="connsiteX21" fmla="*/ 192289 w 768329"/>
                  <a:gd name="connsiteY21" fmla="*/ 183405 h 811827"/>
                  <a:gd name="connsiteX22" fmla="*/ 239450 w 768329"/>
                  <a:gd name="connsiteY22" fmla="*/ 149344 h 811827"/>
                  <a:gd name="connsiteX23" fmla="*/ 260411 w 768329"/>
                  <a:gd name="connsiteY23" fmla="*/ 159824 h 811827"/>
                  <a:gd name="connsiteX24" fmla="*/ 289231 w 768329"/>
                  <a:gd name="connsiteY24" fmla="*/ 94323 h 811827"/>
                  <a:gd name="connsiteX25" fmla="*/ 236829 w 768329"/>
                  <a:gd name="connsiteY25" fmla="*/ 41922 h 811827"/>
                  <a:gd name="connsiteX26" fmla="*/ 341632 w 768329"/>
                  <a:gd name="connsiteY26" fmla="*/ 0 h 811827"/>
                  <a:gd name="connsiteX27" fmla="*/ 373728 w 768329"/>
                  <a:gd name="connsiteY27"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466 w 768329"/>
                  <a:gd name="connsiteY15" fmla="*/ 293447 h 811827"/>
                  <a:gd name="connsiteX16" fmla="*/ 87552 w 768329"/>
                  <a:gd name="connsiteY16" fmla="*/ 310737 h 811827"/>
                  <a:gd name="connsiteX17" fmla="*/ 97967 w 768329"/>
                  <a:gd name="connsiteY17" fmla="*/ 267247 h 811827"/>
                  <a:gd name="connsiteX18" fmla="*/ 139888 w 768329"/>
                  <a:gd name="connsiteY18" fmla="*/ 248906 h 811827"/>
                  <a:gd name="connsiteX19" fmla="*/ 181810 w 768329"/>
                  <a:gd name="connsiteY19" fmla="*/ 262007 h 811827"/>
                  <a:gd name="connsiteX20" fmla="*/ 208009 w 768329"/>
                  <a:gd name="connsiteY20" fmla="*/ 227946 h 811827"/>
                  <a:gd name="connsiteX21" fmla="*/ 192289 w 768329"/>
                  <a:gd name="connsiteY21" fmla="*/ 183405 h 811827"/>
                  <a:gd name="connsiteX22" fmla="*/ 239450 w 768329"/>
                  <a:gd name="connsiteY22" fmla="*/ 149344 h 811827"/>
                  <a:gd name="connsiteX23" fmla="*/ 260411 w 768329"/>
                  <a:gd name="connsiteY23" fmla="*/ 159824 h 811827"/>
                  <a:gd name="connsiteX24" fmla="*/ 289231 w 768329"/>
                  <a:gd name="connsiteY24" fmla="*/ 94323 h 811827"/>
                  <a:gd name="connsiteX25" fmla="*/ 236829 w 768329"/>
                  <a:gd name="connsiteY25" fmla="*/ 41922 h 811827"/>
                  <a:gd name="connsiteX26" fmla="*/ 341632 w 768329"/>
                  <a:gd name="connsiteY26" fmla="*/ 0 h 811827"/>
                  <a:gd name="connsiteX27" fmla="*/ 373728 w 768329"/>
                  <a:gd name="connsiteY27" fmla="*/ 30853 h 811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68329" h="811827">
                    <a:moveTo>
                      <a:pt x="373728" y="30853"/>
                    </a:moveTo>
                    <a:lnTo>
                      <a:pt x="357353" y="60261"/>
                    </a:lnTo>
                    <a:lnTo>
                      <a:pt x="475512" y="88494"/>
                    </a:lnTo>
                    <a:lnTo>
                      <a:pt x="490976" y="159824"/>
                    </a:lnTo>
                    <a:lnTo>
                      <a:pt x="514556" y="151963"/>
                    </a:lnTo>
                    <a:lnTo>
                      <a:pt x="535517" y="214845"/>
                    </a:lnTo>
                    <a:lnTo>
                      <a:pt x="611498" y="235805"/>
                    </a:lnTo>
                    <a:lnTo>
                      <a:pt x="598397" y="293446"/>
                    </a:lnTo>
                    <a:lnTo>
                      <a:pt x="768329" y="340134"/>
                    </a:lnTo>
                    <a:lnTo>
                      <a:pt x="677271" y="603448"/>
                    </a:lnTo>
                    <a:lnTo>
                      <a:pt x="553009" y="613946"/>
                    </a:lnTo>
                    <a:lnTo>
                      <a:pt x="162650" y="811827"/>
                    </a:lnTo>
                    <a:lnTo>
                      <a:pt x="65060" y="646926"/>
                    </a:lnTo>
                    <a:lnTo>
                      <a:pt x="0" y="482025"/>
                    </a:lnTo>
                    <a:lnTo>
                      <a:pt x="32530" y="350105"/>
                    </a:lnTo>
                    <a:cubicBezTo>
                      <a:pt x="32509" y="331219"/>
                      <a:pt x="32487" y="312333"/>
                      <a:pt x="32466" y="293447"/>
                    </a:cubicBezTo>
                    <a:lnTo>
                      <a:pt x="87552" y="310737"/>
                    </a:lnTo>
                    <a:lnTo>
                      <a:pt x="97967" y="267247"/>
                    </a:lnTo>
                    <a:lnTo>
                      <a:pt x="139888" y="248906"/>
                    </a:lnTo>
                    <a:lnTo>
                      <a:pt x="181810" y="262007"/>
                    </a:lnTo>
                    <a:lnTo>
                      <a:pt x="208009" y="227946"/>
                    </a:lnTo>
                    <a:lnTo>
                      <a:pt x="192289" y="183405"/>
                    </a:lnTo>
                    <a:lnTo>
                      <a:pt x="239450" y="149344"/>
                    </a:lnTo>
                    <a:lnTo>
                      <a:pt x="260411" y="159824"/>
                    </a:lnTo>
                    <a:lnTo>
                      <a:pt x="289231" y="94323"/>
                    </a:lnTo>
                    <a:lnTo>
                      <a:pt x="236829" y="41922"/>
                    </a:lnTo>
                    <a:lnTo>
                      <a:pt x="341632" y="0"/>
                    </a:lnTo>
                    <a:lnTo>
                      <a:pt x="373728" y="3085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grpSp>
        <p:sp>
          <p:nvSpPr>
            <p:cNvPr id="9" name="Freeform 146"/>
            <p:cNvSpPr>
              <a:spLocks/>
            </p:cNvSpPr>
            <p:nvPr/>
          </p:nvSpPr>
          <p:spPr bwMode="gray">
            <a:xfrm>
              <a:off x="2901198" y="5118918"/>
              <a:ext cx="577633" cy="470352"/>
            </a:xfrm>
            <a:custGeom>
              <a:avLst/>
              <a:gdLst>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39766 w 454962"/>
                <a:gd name="connsiteY37" fmla="*/ 368205 h 378196"/>
                <a:gd name="connsiteX38" fmla="*/ 262805 w 454962"/>
                <a:gd name="connsiteY38" fmla="*/ 378196 h 378196"/>
                <a:gd name="connsiteX39" fmla="*/ 68688 w 454962"/>
                <a:gd name="connsiteY39" fmla="*/ 378196 h 378196"/>
                <a:gd name="connsiteX40" fmla="*/ 70292 w 454962"/>
                <a:gd name="connsiteY40" fmla="*/ 374133 h 378196"/>
                <a:gd name="connsiteX41" fmla="*/ 72248 w 454962"/>
                <a:gd name="connsiteY41" fmla="*/ 366212 h 378196"/>
                <a:gd name="connsiteX42" fmla="*/ 76161 w 454962"/>
                <a:gd name="connsiteY42" fmla="*/ 356297 h 378196"/>
                <a:gd name="connsiteX43" fmla="*/ 70292 w 454962"/>
                <a:gd name="connsiteY43" fmla="*/ 346435 h 378196"/>
                <a:gd name="connsiteX44" fmla="*/ 62467 w 454962"/>
                <a:gd name="connsiteY44" fmla="*/ 336520 h 378196"/>
                <a:gd name="connsiteX45" fmla="*/ 50774 w 454962"/>
                <a:gd name="connsiteY45" fmla="*/ 330592 h 378196"/>
                <a:gd name="connsiteX46" fmla="*/ 37080 w 454962"/>
                <a:gd name="connsiteY46" fmla="*/ 324665 h 378196"/>
                <a:gd name="connsiteX47" fmla="*/ 37080 w 454962"/>
                <a:gd name="connsiteY47" fmla="*/ 318684 h 378196"/>
                <a:gd name="connsiteX48" fmla="*/ 23431 w 454962"/>
                <a:gd name="connsiteY48" fmla="*/ 294973 h 378196"/>
                <a:gd name="connsiteX49" fmla="*/ 15605 w 454962"/>
                <a:gd name="connsiteY49" fmla="*/ 288993 h 378196"/>
                <a:gd name="connsiteX50" fmla="*/ 7826 w 454962"/>
                <a:gd name="connsiteY50" fmla="*/ 283065 h 378196"/>
                <a:gd name="connsiteX51" fmla="*/ 3913 w 454962"/>
                <a:gd name="connsiteY51" fmla="*/ 281072 h 378196"/>
                <a:gd name="connsiteX52" fmla="*/ 0 w 454962"/>
                <a:gd name="connsiteY52" fmla="*/ 277137 h 378196"/>
                <a:gd name="connsiteX53" fmla="*/ 0 w 454962"/>
                <a:gd name="connsiteY53" fmla="*/ 269216 h 378196"/>
                <a:gd name="connsiteX54" fmla="*/ 3913 w 454962"/>
                <a:gd name="connsiteY54" fmla="*/ 263288 h 378196"/>
                <a:gd name="connsiteX55" fmla="*/ 5869 w 454962"/>
                <a:gd name="connsiteY55" fmla="*/ 245453 h 378196"/>
                <a:gd name="connsiteX56" fmla="*/ 7826 w 454962"/>
                <a:gd name="connsiteY56" fmla="*/ 231604 h 378196"/>
                <a:gd name="connsiteX57" fmla="*/ 13649 w 454962"/>
                <a:gd name="connsiteY57" fmla="*/ 223682 h 378196"/>
                <a:gd name="connsiteX58" fmla="*/ 27343 w 454962"/>
                <a:gd name="connsiteY58" fmla="*/ 205899 h 378196"/>
                <a:gd name="connsiteX59" fmla="*/ 31256 w 454962"/>
                <a:gd name="connsiteY59" fmla="*/ 197978 h 378196"/>
                <a:gd name="connsiteX60" fmla="*/ 37080 w 454962"/>
                <a:gd name="connsiteY60" fmla="*/ 191998 h 378196"/>
                <a:gd name="connsiteX61" fmla="*/ 39036 w 454962"/>
                <a:gd name="connsiteY61" fmla="*/ 178149 h 378196"/>
                <a:gd name="connsiteX62" fmla="*/ 40992 w 454962"/>
                <a:gd name="connsiteY62" fmla="*/ 176155 h 378196"/>
                <a:gd name="connsiteX63" fmla="*/ 46861 w 454962"/>
                <a:gd name="connsiteY63" fmla="*/ 176155 h 378196"/>
                <a:gd name="connsiteX64" fmla="*/ 60510 w 454962"/>
                <a:gd name="connsiteY64" fmla="*/ 184076 h 378196"/>
                <a:gd name="connsiteX65" fmla="*/ 66379 w 454962"/>
                <a:gd name="connsiteY65" fmla="*/ 184076 h 378196"/>
                <a:gd name="connsiteX66" fmla="*/ 68336 w 454962"/>
                <a:gd name="connsiteY66" fmla="*/ 184076 h 378196"/>
                <a:gd name="connsiteX67" fmla="*/ 68336 w 454962"/>
                <a:gd name="connsiteY67" fmla="*/ 182135 h 378196"/>
                <a:gd name="connsiteX68" fmla="*/ 68336 w 454962"/>
                <a:gd name="connsiteY68" fmla="*/ 124694 h 378196"/>
                <a:gd name="connsiteX69" fmla="*/ 68336 w 454962"/>
                <a:gd name="connsiteY69" fmla="*/ 77219 h 378196"/>
                <a:gd name="connsiteX70" fmla="*/ 101548 w 454962"/>
                <a:gd name="connsiteY70" fmla="*/ 77219 h 378196"/>
                <a:gd name="connsiteX71" fmla="*/ 101548 w 454962"/>
                <a:gd name="connsiteY71" fmla="*/ 17836 h 378196"/>
                <a:gd name="connsiteX72" fmla="*/ 267518 w 454962"/>
                <a:gd name="connsiteY72" fmla="*/ 17836 h 378196"/>
                <a:gd name="connsiteX73" fmla="*/ 290948 w 454962"/>
                <a:gd name="connsiteY73" fmla="*/ 19777 h 378196"/>
                <a:gd name="connsiteX74" fmla="*/ 316335 w 454962"/>
                <a:gd name="connsiteY74" fmla="*/ 25757 h 378196"/>
                <a:gd name="connsiteX75" fmla="*/ 335853 w 454962"/>
                <a:gd name="connsiteY75" fmla="*/ 29692 h 378196"/>
                <a:gd name="connsiteX76" fmla="*/ 347546 w 454962"/>
                <a:gd name="connsiteY76" fmla="*/ 33678 h 378196"/>
                <a:gd name="connsiteX77" fmla="*/ 351458 w 454962"/>
                <a:gd name="connsiteY77" fmla="*/ 33678 h 378196"/>
                <a:gd name="connsiteX78" fmla="*/ 357327 w 454962"/>
                <a:gd name="connsiteY78" fmla="*/ 29692 h 378196"/>
                <a:gd name="connsiteX79" fmla="*/ 363196 w 454962"/>
                <a:gd name="connsiteY79" fmla="*/ 19777 h 378196"/>
                <a:gd name="connsiteX80" fmla="*/ 378802 w 454962"/>
                <a:gd name="connsiteY80" fmla="*/ 7921 h 378196"/>
                <a:gd name="connsiteX81" fmla="*/ 394452 w 454962"/>
                <a:gd name="connsiteY81" fmla="*/ 0 h 378196"/>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04047 w 454962"/>
                <a:gd name="connsiteY37" fmla="*/ 368205 h 378196"/>
                <a:gd name="connsiteX38" fmla="*/ 262805 w 454962"/>
                <a:gd name="connsiteY38" fmla="*/ 378196 h 378196"/>
                <a:gd name="connsiteX39" fmla="*/ 68688 w 454962"/>
                <a:gd name="connsiteY39" fmla="*/ 378196 h 378196"/>
                <a:gd name="connsiteX40" fmla="*/ 70292 w 454962"/>
                <a:gd name="connsiteY40" fmla="*/ 374133 h 378196"/>
                <a:gd name="connsiteX41" fmla="*/ 72248 w 454962"/>
                <a:gd name="connsiteY41" fmla="*/ 366212 h 378196"/>
                <a:gd name="connsiteX42" fmla="*/ 76161 w 454962"/>
                <a:gd name="connsiteY42" fmla="*/ 356297 h 378196"/>
                <a:gd name="connsiteX43" fmla="*/ 70292 w 454962"/>
                <a:gd name="connsiteY43" fmla="*/ 346435 h 378196"/>
                <a:gd name="connsiteX44" fmla="*/ 62467 w 454962"/>
                <a:gd name="connsiteY44" fmla="*/ 336520 h 378196"/>
                <a:gd name="connsiteX45" fmla="*/ 50774 w 454962"/>
                <a:gd name="connsiteY45" fmla="*/ 330592 h 378196"/>
                <a:gd name="connsiteX46" fmla="*/ 37080 w 454962"/>
                <a:gd name="connsiteY46" fmla="*/ 324665 h 378196"/>
                <a:gd name="connsiteX47" fmla="*/ 37080 w 454962"/>
                <a:gd name="connsiteY47" fmla="*/ 318684 h 378196"/>
                <a:gd name="connsiteX48" fmla="*/ 23431 w 454962"/>
                <a:gd name="connsiteY48" fmla="*/ 294973 h 378196"/>
                <a:gd name="connsiteX49" fmla="*/ 15605 w 454962"/>
                <a:gd name="connsiteY49" fmla="*/ 288993 h 378196"/>
                <a:gd name="connsiteX50" fmla="*/ 7826 w 454962"/>
                <a:gd name="connsiteY50" fmla="*/ 283065 h 378196"/>
                <a:gd name="connsiteX51" fmla="*/ 3913 w 454962"/>
                <a:gd name="connsiteY51" fmla="*/ 281072 h 378196"/>
                <a:gd name="connsiteX52" fmla="*/ 0 w 454962"/>
                <a:gd name="connsiteY52" fmla="*/ 277137 h 378196"/>
                <a:gd name="connsiteX53" fmla="*/ 0 w 454962"/>
                <a:gd name="connsiteY53" fmla="*/ 269216 h 378196"/>
                <a:gd name="connsiteX54" fmla="*/ 3913 w 454962"/>
                <a:gd name="connsiteY54" fmla="*/ 263288 h 378196"/>
                <a:gd name="connsiteX55" fmla="*/ 5869 w 454962"/>
                <a:gd name="connsiteY55" fmla="*/ 245453 h 378196"/>
                <a:gd name="connsiteX56" fmla="*/ 7826 w 454962"/>
                <a:gd name="connsiteY56" fmla="*/ 231604 h 378196"/>
                <a:gd name="connsiteX57" fmla="*/ 13649 w 454962"/>
                <a:gd name="connsiteY57" fmla="*/ 223682 h 378196"/>
                <a:gd name="connsiteX58" fmla="*/ 27343 w 454962"/>
                <a:gd name="connsiteY58" fmla="*/ 205899 h 378196"/>
                <a:gd name="connsiteX59" fmla="*/ 31256 w 454962"/>
                <a:gd name="connsiteY59" fmla="*/ 197978 h 378196"/>
                <a:gd name="connsiteX60" fmla="*/ 37080 w 454962"/>
                <a:gd name="connsiteY60" fmla="*/ 191998 h 378196"/>
                <a:gd name="connsiteX61" fmla="*/ 39036 w 454962"/>
                <a:gd name="connsiteY61" fmla="*/ 178149 h 378196"/>
                <a:gd name="connsiteX62" fmla="*/ 40992 w 454962"/>
                <a:gd name="connsiteY62" fmla="*/ 176155 h 378196"/>
                <a:gd name="connsiteX63" fmla="*/ 46861 w 454962"/>
                <a:gd name="connsiteY63" fmla="*/ 176155 h 378196"/>
                <a:gd name="connsiteX64" fmla="*/ 60510 w 454962"/>
                <a:gd name="connsiteY64" fmla="*/ 184076 h 378196"/>
                <a:gd name="connsiteX65" fmla="*/ 66379 w 454962"/>
                <a:gd name="connsiteY65" fmla="*/ 184076 h 378196"/>
                <a:gd name="connsiteX66" fmla="*/ 68336 w 454962"/>
                <a:gd name="connsiteY66" fmla="*/ 184076 h 378196"/>
                <a:gd name="connsiteX67" fmla="*/ 68336 w 454962"/>
                <a:gd name="connsiteY67" fmla="*/ 182135 h 378196"/>
                <a:gd name="connsiteX68" fmla="*/ 68336 w 454962"/>
                <a:gd name="connsiteY68" fmla="*/ 124694 h 378196"/>
                <a:gd name="connsiteX69" fmla="*/ 68336 w 454962"/>
                <a:gd name="connsiteY69" fmla="*/ 77219 h 378196"/>
                <a:gd name="connsiteX70" fmla="*/ 101548 w 454962"/>
                <a:gd name="connsiteY70" fmla="*/ 77219 h 378196"/>
                <a:gd name="connsiteX71" fmla="*/ 101548 w 454962"/>
                <a:gd name="connsiteY71" fmla="*/ 17836 h 378196"/>
                <a:gd name="connsiteX72" fmla="*/ 267518 w 454962"/>
                <a:gd name="connsiteY72" fmla="*/ 17836 h 378196"/>
                <a:gd name="connsiteX73" fmla="*/ 290948 w 454962"/>
                <a:gd name="connsiteY73" fmla="*/ 19777 h 378196"/>
                <a:gd name="connsiteX74" fmla="*/ 316335 w 454962"/>
                <a:gd name="connsiteY74" fmla="*/ 25757 h 378196"/>
                <a:gd name="connsiteX75" fmla="*/ 335853 w 454962"/>
                <a:gd name="connsiteY75" fmla="*/ 29692 h 378196"/>
                <a:gd name="connsiteX76" fmla="*/ 347546 w 454962"/>
                <a:gd name="connsiteY76" fmla="*/ 33678 h 378196"/>
                <a:gd name="connsiteX77" fmla="*/ 351458 w 454962"/>
                <a:gd name="connsiteY77" fmla="*/ 33678 h 378196"/>
                <a:gd name="connsiteX78" fmla="*/ 357327 w 454962"/>
                <a:gd name="connsiteY78" fmla="*/ 29692 h 378196"/>
                <a:gd name="connsiteX79" fmla="*/ 363196 w 454962"/>
                <a:gd name="connsiteY79" fmla="*/ 19777 h 378196"/>
                <a:gd name="connsiteX80" fmla="*/ 378802 w 454962"/>
                <a:gd name="connsiteY80" fmla="*/ 7921 h 378196"/>
                <a:gd name="connsiteX81" fmla="*/ 394452 w 454962"/>
                <a:gd name="connsiteY81" fmla="*/ 0 h 378196"/>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25478 w 454962"/>
                <a:gd name="connsiteY37" fmla="*/ 339630 h 378196"/>
                <a:gd name="connsiteX38" fmla="*/ 262805 w 454962"/>
                <a:gd name="connsiteY38" fmla="*/ 378196 h 378196"/>
                <a:gd name="connsiteX39" fmla="*/ 68688 w 454962"/>
                <a:gd name="connsiteY39" fmla="*/ 378196 h 378196"/>
                <a:gd name="connsiteX40" fmla="*/ 70292 w 454962"/>
                <a:gd name="connsiteY40" fmla="*/ 374133 h 378196"/>
                <a:gd name="connsiteX41" fmla="*/ 72248 w 454962"/>
                <a:gd name="connsiteY41" fmla="*/ 366212 h 378196"/>
                <a:gd name="connsiteX42" fmla="*/ 76161 w 454962"/>
                <a:gd name="connsiteY42" fmla="*/ 356297 h 378196"/>
                <a:gd name="connsiteX43" fmla="*/ 70292 w 454962"/>
                <a:gd name="connsiteY43" fmla="*/ 346435 h 378196"/>
                <a:gd name="connsiteX44" fmla="*/ 62467 w 454962"/>
                <a:gd name="connsiteY44" fmla="*/ 336520 h 378196"/>
                <a:gd name="connsiteX45" fmla="*/ 50774 w 454962"/>
                <a:gd name="connsiteY45" fmla="*/ 330592 h 378196"/>
                <a:gd name="connsiteX46" fmla="*/ 37080 w 454962"/>
                <a:gd name="connsiteY46" fmla="*/ 324665 h 378196"/>
                <a:gd name="connsiteX47" fmla="*/ 37080 w 454962"/>
                <a:gd name="connsiteY47" fmla="*/ 318684 h 378196"/>
                <a:gd name="connsiteX48" fmla="*/ 23431 w 454962"/>
                <a:gd name="connsiteY48" fmla="*/ 294973 h 378196"/>
                <a:gd name="connsiteX49" fmla="*/ 15605 w 454962"/>
                <a:gd name="connsiteY49" fmla="*/ 288993 h 378196"/>
                <a:gd name="connsiteX50" fmla="*/ 7826 w 454962"/>
                <a:gd name="connsiteY50" fmla="*/ 283065 h 378196"/>
                <a:gd name="connsiteX51" fmla="*/ 3913 w 454962"/>
                <a:gd name="connsiteY51" fmla="*/ 281072 h 378196"/>
                <a:gd name="connsiteX52" fmla="*/ 0 w 454962"/>
                <a:gd name="connsiteY52" fmla="*/ 277137 h 378196"/>
                <a:gd name="connsiteX53" fmla="*/ 0 w 454962"/>
                <a:gd name="connsiteY53" fmla="*/ 269216 h 378196"/>
                <a:gd name="connsiteX54" fmla="*/ 3913 w 454962"/>
                <a:gd name="connsiteY54" fmla="*/ 263288 h 378196"/>
                <a:gd name="connsiteX55" fmla="*/ 5869 w 454962"/>
                <a:gd name="connsiteY55" fmla="*/ 245453 h 378196"/>
                <a:gd name="connsiteX56" fmla="*/ 7826 w 454962"/>
                <a:gd name="connsiteY56" fmla="*/ 231604 h 378196"/>
                <a:gd name="connsiteX57" fmla="*/ 13649 w 454962"/>
                <a:gd name="connsiteY57" fmla="*/ 223682 h 378196"/>
                <a:gd name="connsiteX58" fmla="*/ 27343 w 454962"/>
                <a:gd name="connsiteY58" fmla="*/ 205899 h 378196"/>
                <a:gd name="connsiteX59" fmla="*/ 31256 w 454962"/>
                <a:gd name="connsiteY59" fmla="*/ 197978 h 378196"/>
                <a:gd name="connsiteX60" fmla="*/ 37080 w 454962"/>
                <a:gd name="connsiteY60" fmla="*/ 191998 h 378196"/>
                <a:gd name="connsiteX61" fmla="*/ 39036 w 454962"/>
                <a:gd name="connsiteY61" fmla="*/ 178149 h 378196"/>
                <a:gd name="connsiteX62" fmla="*/ 40992 w 454962"/>
                <a:gd name="connsiteY62" fmla="*/ 176155 h 378196"/>
                <a:gd name="connsiteX63" fmla="*/ 46861 w 454962"/>
                <a:gd name="connsiteY63" fmla="*/ 176155 h 378196"/>
                <a:gd name="connsiteX64" fmla="*/ 60510 w 454962"/>
                <a:gd name="connsiteY64" fmla="*/ 184076 h 378196"/>
                <a:gd name="connsiteX65" fmla="*/ 66379 w 454962"/>
                <a:gd name="connsiteY65" fmla="*/ 184076 h 378196"/>
                <a:gd name="connsiteX66" fmla="*/ 68336 w 454962"/>
                <a:gd name="connsiteY66" fmla="*/ 184076 h 378196"/>
                <a:gd name="connsiteX67" fmla="*/ 68336 w 454962"/>
                <a:gd name="connsiteY67" fmla="*/ 182135 h 378196"/>
                <a:gd name="connsiteX68" fmla="*/ 68336 w 454962"/>
                <a:gd name="connsiteY68" fmla="*/ 124694 h 378196"/>
                <a:gd name="connsiteX69" fmla="*/ 68336 w 454962"/>
                <a:gd name="connsiteY69" fmla="*/ 77219 h 378196"/>
                <a:gd name="connsiteX70" fmla="*/ 101548 w 454962"/>
                <a:gd name="connsiteY70" fmla="*/ 77219 h 378196"/>
                <a:gd name="connsiteX71" fmla="*/ 101548 w 454962"/>
                <a:gd name="connsiteY71" fmla="*/ 17836 h 378196"/>
                <a:gd name="connsiteX72" fmla="*/ 267518 w 454962"/>
                <a:gd name="connsiteY72" fmla="*/ 17836 h 378196"/>
                <a:gd name="connsiteX73" fmla="*/ 290948 w 454962"/>
                <a:gd name="connsiteY73" fmla="*/ 19777 h 378196"/>
                <a:gd name="connsiteX74" fmla="*/ 316335 w 454962"/>
                <a:gd name="connsiteY74" fmla="*/ 25757 h 378196"/>
                <a:gd name="connsiteX75" fmla="*/ 335853 w 454962"/>
                <a:gd name="connsiteY75" fmla="*/ 29692 h 378196"/>
                <a:gd name="connsiteX76" fmla="*/ 347546 w 454962"/>
                <a:gd name="connsiteY76" fmla="*/ 33678 h 378196"/>
                <a:gd name="connsiteX77" fmla="*/ 351458 w 454962"/>
                <a:gd name="connsiteY77" fmla="*/ 33678 h 378196"/>
                <a:gd name="connsiteX78" fmla="*/ 357327 w 454962"/>
                <a:gd name="connsiteY78" fmla="*/ 29692 h 378196"/>
                <a:gd name="connsiteX79" fmla="*/ 363196 w 454962"/>
                <a:gd name="connsiteY79" fmla="*/ 19777 h 378196"/>
                <a:gd name="connsiteX80" fmla="*/ 378802 w 454962"/>
                <a:gd name="connsiteY80" fmla="*/ 7921 h 378196"/>
                <a:gd name="connsiteX81" fmla="*/ 394452 w 454962"/>
                <a:gd name="connsiteY81" fmla="*/ 0 h 378196"/>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25478 w 454962"/>
                <a:gd name="connsiteY37" fmla="*/ 339630 h 378196"/>
                <a:gd name="connsiteX38" fmla="*/ 315192 w 454962"/>
                <a:gd name="connsiteY38" fmla="*/ 313903 h 378196"/>
                <a:gd name="connsiteX39" fmla="*/ 68688 w 454962"/>
                <a:gd name="connsiteY39" fmla="*/ 378196 h 378196"/>
                <a:gd name="connsiteX40" fmla="*/ 70292 w 454962"/>
                <a:gd name="connsiteY40" fmla="*/ 374133 h 378196"/>
                <a:gd name="connsiteX41" fmla="*/ 72248 w 454962"/>
                <a:gd name="connsiteY41" fmla="*/ 366212 h 378196"/>
                <a:gd name="connsiteX42" fmla="*/ 76161 w 454962"/>
                <a:gd name="connsiteY42" fmla="*/ 356297 h 378196"/>
                <a:gd name="connsiteX43" fmla="*/ 70292 w 454962"/>
                <a:gd name="connsiteY43" fmla="*/ 346435 h 378196"/>
                <a:gd name="connsiteX44" fmla="*/ 62467 w 454962"/>
                <a:gd name="connsiteY44" fmla="*/ 336520 h 378196"/>
                <a:gd name="connsiteX45" fmla="*/ 50774 w 454962"/>
                <a:gd name="connsiteY45" fmla="*/ 330592 h 378196"/>
                <a:gd name="connsiteX46" fmla="*/ 37080 w 454962"/>
                <a:gd name="connsiteY46" fmla="*/ 324665 h 378196"/>
                <a:gd name="connsiteX47" fmla="*/ 37080 w 454962"/>
                <a:gd name="connsiteY47" fmla="*/ 318684 h 378196"/>
                <a:gd name="connsiteX48" fmla="*/ 23431 w 454962"/>
                <a:gd name="connsiteY48" fmla="*/ 294973 h 378196"/>
                <a:gd name="connsiteX49" fmla="*/ 15605 w 454962"/>
                <a:gd name="connsiteY49" fmla="*/ 288993 h 378196"/>
                <a:gd name="connsiteX50" fmla="*/ 7826 w 454962"/>
                <a:gd name="connsiteY50" fmla="*/ 283065 h 378196"/>
                <a:gd name="connsiteX51" fmla="*/ 3913 w 454962"/>
                <a:gd name="connsiteY51" fmla="*/ 281072 h 378196"/>
                <a:gd name="connsiteX52" fmla="*/ 0 w 454962"/>
                <a:gd name="connsiteY52" fmla="*/ 277137 h 378196"/>
                <a:gd name="connsiteX53" fmla="*/ 0 w 454962"/>
                <a:gd name="connsiteY53" fmla="*/ 269216 h 378196"/>
                <a:gd name="connsiteX54" fmla="*/ 3913 w 454962"/>
                <a:gd name="connsiteY54" fmla="*/ 263288 h 378196"/>
                <a:gd name="connsiteX55" fmla="*/ 5869 w 454962"/>
                <a:gd name="connsiteY55" fmla="*/ 245453 h 378196"/>
                <a:gd name="connsiteX56" fmla="*/ 7826 w 454962"/>
                <a:gd name="connsiteY56" fmla="*/ 231604 h 378196"/>
                <a:gd name="connsiteX57" fmla="*/ 13649 w 454962"/>
                <a:gd name="connsiteY57" fmla="*/ 223682 h 378196"/>
                <a:gd name="connsiteX58" fmla="*/ 27343 w 454962"/>
                <a:gd name="connsiteY58" fmla="*/ 205899 h 378196"/>
                <a:gd name="connsiteX59" fmla="*/ 31256 w 454962"/>
                <a:gd name="connsiteY59" fmla="*/ 197978 h 378196"/>
                <a:gd name="connsiteX60" fmla="*/ 37080 w 454962"/>
                <a:gd name="connsiteY60" fmla="*/ 191998 h 378196"/>
                <a:gd name="connsiteX61" fmla="*/ 39036 w 454962"/>
                <a:gd name="connsiteY61" fmla="*/ 178149 h 378196"/>
                <a:gd name="connsiteX62" fmla="*/ 40992 w 454962"/>
                <a:gd name="connsiteY62" fmla="*/ 176155 h 378196"/>
                <a:gd name="connsiteX63" fmla="*/ 46861 w 454962"/>
                <a:gd name="connsiteY63" fmla="*/ 176155 h 378196"/>
                <a:gd name="connsiteX64" fmla="*/ 60510 w 454962"/>
                <a:gd name="connsiteY64" fmla="*/ 184076 h 378196"/>
                <a:gd name="connsiteX65" fmla="*/ 66379 w 454962"/>
                <a:gd name="connsiteY65" fmla="*/ 184076 h 378196"/>
                <a:gd name="connsiteX66" fmla="*/ 68336 w 454962"/>
                <a:gd name="connsiteY66" fmla="*/ 184076 h 378196"/>
                <a:gd name="connsiteX67" fmla="*/ 68336 w 454962"/>
                <a:gd name="connsiteY67" fmla="*/ 182135 h 378196"/>
                <a:gd name="connsiteX68" fmla="*/ 68336 w 454962"/>
                <a:gd name="connsiteY68" fmla="*/ 124694 h 378196"/>
                <a:gd name="connsiteX69" fmla="*/ 68336 w 454962"/>
                <a:gd name="connsiteY69" fmla="*/ 77219 h 378196"/>
                <a:gd name="connsiteX70" fmla="*/ 101548 w 454962"/>
                <a:gd name="connsiteY70" fmla="*/ 77219 h 378196"/>
                <a:gd name="connsiteX71" fmla="*/ 101548 w 454962"/>
                <a:gd name="connsiteY71" fmla="*/ 17836 h 378196"/>
                <a:gd name="connsiteX72" fmla="*/ 267518 w 454962"/>
                <a:gd name="connsiteY72" fmla="*/ 17836 h 378196"/>
                <a:gd name="connsiteX73" fmla="*/ 290948 w 454962"/>
                <a:gd name="connsiteY73" fmla="*/ 19777 h 378196"/>
                <a:gd name="connsiteX74" fmla="*/ 316335 w 454962"/>
                <a:gd name="connsiteY74" fmla="*/ 25757 h 378196"/>
                <a:gd name="connsiteX75" fmla="*/ 335853 w 454962"/>
                <a:gd name="connsiteY75" fmla="*/ 29692 h 378196"/>
                <a:gd name="connsiteX76" fmla="*/ 347546 w 454962"/>
                <a:gd name="connsiteY76" fmla="*/ 33678 h 378196"/>
                <a:gd name="connsiteX77" fmla="*/ 351458 w 454962"/>
                <a:gd name="connsiteY77" fmla="*/ 33678 h 378196"/>
                <a:gd name="connsiteX78" fmla="*/ 357327 w 454962"/>
                <a:gd name="connsiteY78" fmla="*/ 29692 h 378196"/>
                <a:gd name="connsiteX79" fmla="*/ 363196 w 454962"/>
                <a:gd name="connsiteY79" fmla="*/ 19777 h 378196"/>
                <a:gd name="connsiteX80" fmla="*/ 378802 w 454962"/>
                <a:gd name="connsiteY80" fmla="*/ 7921 h 378196"/>
                <a:gd name="connsiteX81" fmla="*/ 394452 w 454962"/>
                <a:gd name="connsiteY81" fmla="*/ 0 h 378196"/>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25478 w 454962"/>
                <a:gd name="connsiteY37" fmla="*/ 339630 h 378196"/>
                <a:gd name="connsiteX38" fmla="*/ 315192 w 454962"/>
                <a:gd name="connsiteY38" fmla="*/ 313903 h 378196"/>
                <a:gd name="connsiteX39" fmla="*/ 282731 w 454962"/>
                <a:gd name="connsiteY39" fmla="*/ 318075 h 378196"/>
                <a:gd name="connsiteX40" fmla="*/ 68688 w 454962"/>
                <a:gd name="connsiteY40" fmla="*/ 378196 h 378196"/>
                <a:gd name="connsiteX41" fmla="*/ 70292 w 454962"/>
                <a:gd name="connsiteY41" fmla="*/ 374133 h 378196"/>
                <a:gd name="connsiteX42" fmla="*/ 72248 w 454962"/>
                <a:gd name="connsiteY42" fmla="*/ 366212 h 378196"/>
                <a:gd name="connsiteX43" fmla="*/ 76161 w 454962"/>
                <a:gd name="connsiteY43" fmla="*/ 356297 h 378196"/>
                <a:gd name="connsiteX44" fmla="*/ 70292 w 454962"/>
                <a:gd name="connsiteY44" fmla="*/ 346435 h 378196"/>
                <a:gd name="connsiteX45" fmla="*/ 62467 w 454962"/>
                <a:gd name="connsiteY45" fmla="*/ 336520 h 378196"/>
                <a:gd name="connsiteX46" fmla="*/ 50774 w 454962"/>
                <a:gd name="connsiteY46" fmla="*/ 330592 h 378196"/>
                <a:gd name="connsiteX47" fmla="*/ 37080 w 454962"/>
                <a:gd name="connsiteY47" fmla="*/ 324665 h 378196"/>
                <a:gd name="connsiteX48" fmla="*/ 37080 w 454962"/>
                <a:gd name="connsiteY48" fmla="*/ 318684 h 378196"/>
                <a:gd name="connsiteX49" fmla="*/ 23431 w 454962"/>
                <a:gd name="connsiteY49" fmla="*/ 294973 h 378196"/>
                <a:gd name="connsiteX50" fmla="*/ 15605 w 454962"/>
                <a:gd name="connsiteY50" fmla="*/ 288993 h 378196"/>
                <a:gd name="connsiteX51" fmla="*/ 7826 w 454962"/>
                <a:gd name="connsiteY51" fmla="*/ 283065 h 378196"/>
                <a:gd name="connsiteX52" fmla="*/ 3913 w 454962"/>
                <a:gd name="connsiteY52" fmla="*/ 281072 h 378196"/>
                <a:gd name="connsiteX53" fmla="*/ 0 w 454962"/>
                <a:gd name="connsiteY53" fmla="*/ 277137 h 378196"/>
                <a:gd name="connsiteX54" fmla="*/ 0 w 454962"/>
                <a:gd name="connsiteY54" fmla="*/ 269216 h 378196"/>
                <a:gd name="connsiteX55" fmla="*/ 3913 w 454962"/>
                <a:gd name="connsiteY55" fmla="*/ 263288 h 378196"/>
                <a:gd name="connsiteX56" fmla="*/ 5869 w 454962"/>
                <a:gd name="connsiteY56" fmla="*/ 245453 h 378196"/>
                <a:gd name="connsiteX57" fmla="*/ 7826 w 454962"/>
                <a:gd name="connsiteY57" fmla="*/ 231604 h 378196"/>
                <a:gd name="connsiteX58" fmla="*/ 13649 w 454962"/>
                <a:gd name="connsiteY58" fmla="*/ 223682 h 378196"/>
                <a:gd name="connsiteX59" fmla="*/ 27343 w 454962"/>
                <a:gd name="connsiteY59" fmla="*/ 205899 h 378196"/>
                <a:gd name="connsiteX60" fmla="*/ 31256 w 454962"/>
                <a:gd name="connsiteY60" fmla="*/ 197978 h 378196"/>
                <a:gd name="connsiteX61" fmla="*/ 37080 w 454962"/>
                <a:gd name="connsiteY61" fmla="*/ 191998 h 378196"/>
                <a:gd name="connsiteX62" fmla="*/ 39036 w 454962"/>
                <a:gd name="connsiteY62" fmla="*/ 178149 h 378196"/>
                <a:gd name="connsiteX63" fmla="*/ 40992 w 454962"/>
                <a:gd name="connsiteY63" fmla="*/ 176155 h 378196"/>
                <a:gd name="connsiteX64" fmla="*/ 46861 w 454962"/>
                <a:gd name="connsiteY64" fmla="*/ 176155 h 378196"/>
                <a:gd name="connsiteX65" fmla="*/ 60510 w 454962"/>
                <a:gd name="connsiteY65" fmla="*/ 184076 h 378196"/>
                <a:gd name="connsiteX66" fmla="*/ 66379 w 454962"/>
                <a:gd name="connsiteY66" fmla="*/ 184076 h 378196"/>
                <a:gd name="connsiteX67" fmla="*/ 68336 w 454962"/>
                <a:gd name="connsiteY67" fmla="*/ 184076 h 378196"/>
                <a:gd name="connsiteX68" fmla="*/ 68336 w 454962"/>
                <a:gd name="connsiteY68" fmla="*/ 182135 h 378196"/>
                <a:gd name="connsiteX69" fmla="*/ 68336 w 454962"/>
                <a:gd name="connsiteY69" fmla="*/ 124694 h 378196"/>
                <a:gd name="connsiteX70" fmla="*/ 68336 w 454962"/>
                <a:gd name="connsiteY70" fmla="*/ 77219 h 378196"/>
                <a:gd name="connsiteX71" fmla="*/ 101548 w 454962"/>
                <a:gd name="connsiteY71" fmla="*/ 77219 h 378196"/>
                <a:gd name="connsiteX72" fmla="*/ 101548 w 454962"/>
                <a:gd name="connsiteY72" fmla="*/ 17836 h 378196"/>
                <a:gd name="connsiteX73" fmla="*/ 267518 w 454962"/>
                <a:gd name="connsiteY73" fmla="*/ 17836 h 378196"/>
                <a:gd name="connsiteX74" fmla="*/ 290948 w 454962"/>
                <a:gd name="connsiteY74" fmla="*/ 19777 h 378196"/>
                <a:gd name="connsiteX75" fmla="*/ 316335 w 454962"/>
                <a:gd name="connsiteY75" fmla="*/ 25757 h 378196"/>
                <a:gd name="connsiteX76" fmla="*/ 335853 w 454962"/>
                <a:gd name="connsiteY76" fmla="*/ 29692 h 378196"/>
                <a:gd name="connsiteX77" fmla="*/ 347546 w 454962"/>
                <a:gd name="connsiteY77" fmla="*/ 33678 h 378196"/>
                <a:gd name="connsiteX78" fmla="*/ 351458 w 454962"/>
                <a:gd name="connsiteY78" fmla="*/ 33678 h 378196"/>
                <a:gd name="connsiteX79" fmla="*/ 357327 w 454962"/>
                <a:gd name="connsiteY79" fmla="*/ 29692 h 378196"/>
                <a:gd name="connsiteX80" fmla="*/ 363196 w 454962"/>
                <a:gd name="connsiteY80" fmla="*/ 19777 h 378196"/>
                <a:gd name="connsiteX81" fmla="*/ 378802 w 454962"/>
                <a:gd name="connsiteY81" fmla="*/ 7921 h 378196"/>
                <a:gd name="connsiteX82" fmla="*/ 394452 w 454962"/>
                <a:gd name="connsiteY82" fmla="*/ 0 h 378196"/>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25478 w 454962"/>
                <a:gd name="connsiteY37" fmla="*/ 339630 h 378196"/>
                <a:gd name="connsiteX38" fmla="*/ 315192 w 454962"/>
                <a:gd name="connsiteY38" fmla="*/ 313903 h 378196"/>
                <a:gd name="connsiteX39" fmla="*/ 318449 w 454962"/>
                <a:gd name="connsiteY39" fmla="*/ 296644 h 378196"/>
                <a:gd name="connsiteX40" fmla="*/ 68688 w 454962"/>
                <a:gd name="connsiteY40" fmla="*/ 378196 h 378196"/>
                <a:gd name="connsiteX41" fmla="*/ 70292 w 454962"/>
                <a:gd name="connsiteY41" fmla="*/ 374133 h 378196"/>
                <a:gd name="connsiteX42" fmla="*/ 72248 w 454962"/>
                <a:gd name="connsiteY42" fmla="*/ 366212 h 378196"/>
                <a:gd name="connsiteX43" fmla="*/ 76161 w 454962"/>
                <a:gd name="connsiteY43" fmla="*/ 356297 h 378196"/>
                <a:gd name="connsiteX44" fmla="*/ 70292 w 454962"/>
                <a:gd name="connsiteY44" fmla="*/ 346435 h 378196"/>
                <a:gd name="connsiteX45" fmla="*/ 62467 w 454962"/>
                <a:gd name="connsiteY45" fmla="*/ 336520 h 378196"/>
                <a:gd name="connsiteX46" fmla="*/ 50774 w 454962"/>
                <a:gd name="connsiteY46" fmla="*/ 330592 h 378196"/>
                <a:gd name="connsiteX47" fmla="*/ 37080 w 454962"/>
                <a:gd name="connsiteY47" fmla="*/ 324665 h 378196"/>
                <a:gd name="connsiteX48" fmla="*/ 37080 w 454962"/>
                <a:gd name="connsiteY48" fmla="*/ 318684 h 378196"/>
                <a:gd name="connsiteX49" fmla="*/ 23431 w 454962"/>
                <a:gd name="connsiteY49" fmla="*/ 294973 h 378196"/>
                <a:gd name="connsiteX50" fmla="*/ 15605 w 454962"/>
                <a:gd name="connsiteY50" fmla="*/ 288993 h 378196"/>
                <a:gd name="connsiteX51" fmla="*/ 7826 w 454962"/>
                <a:gd name="connsiteY51" fmla="*/ 283065 h 378196"/>
                <a:gd name="connsiteX52" fmla="*/ 3913 w 454962"/>
                <a:gd name="connsiteY52" fmla="*/ 281072 h 378196"/>
                <a:gd name="connsiteX53" fmla="*/ 0 w 454962"/>
                <a:gd name="connsiteY53" fmla="*/ 277137 h 378196"/>
                <a:gd name="connsiteX54" fmla="*/ 0 w 454962"/>
                <a:gd name="connsiteY54" fmla="*/ 269216 h 378196"/>
                <a:gd name="connsiteX55" fmla="*/ 3913 w 454962"/>
                <a:gd name="connsiteY55" fmla="*/ 263288 h 378196"/>
                <a:gd name="connsiteX56" fmla="*/ 5869 w 454962"/>
                <a:gd name="connsiteY56" fmla="*/ 245453 h 378196"/>
                <a:gd name="connsiteX57" fmla="*/ 7826 w 454962"/>
                <a:gd name="connsiteY57" fmla="*/ 231604 h 378196"/>
                <a:gd name="connsiteX58" fmla="*/ 13649 w 454962"/>
                <a:gd name="connsiteY58" fmla="*/ 223682 h 378196"/>
                <a:gd name="connsiteX59" fmla="*/ 27343 w 454962"/>
                <a:gd name="connsiteY59" fmla="*/ 205899 h 378196"/>
                <a:gd name="connsiteX60" fmla="*/ 31256 w 454962"/>
                <a:gd name="connsiteY60" fmla="*/ 197978 h 378196"/>
                <a:gd name="connsiteX61" fmla="*/ 37080 w 454962"/>
                <a:gd name="connsiteY61" fmla="*/ 191998 h 378196"/>
                <a:gd name="connsiteX62" fmla="*/ 39036 w 454962"/>
                <a:gd name="connsiteY62" fmla="*/ 178149 h 378196"/>
                <a:gd name="connsiteX63" fmla="*/ 40992 w 454962"/>
                <a:gd name="connsiteY63" fmla="*/ 176155 h 378196"/>
                <a:gd name="connsiteX64" fmla="*/ 46861 w 454962"/>
                <a:gd name="connsiteY64" fmla="*/ 176155 h 378196"/>
                <a:gd name="connsiteX65" fmla="*/ 60510 w 454962"/>
                <a:gd name="connsiteY65" fmla="*/ 184076 h 378196"/>
                <a:gd name="connsiteX66" fmla="*/ 66379 w 454962"/>
                <a:gd name="connsiteY66" fmla="*/ 184076 h 378196"/>
                <a:gd name="connsiteX67" fmla="*/ 68336 w 454962"/>
                <a:gd name="connsiteY67" fmla="*/ 184076 h 378196"/>
                <a:gd name="connsiteX68" fmla="*/ 68336 w 454962"/>
                <a:gd name="connsiteY68" fmla="*/ 182135 h 378196"/>
                <a:gd name="connsiteX69" fmla="*/ 68336 w 454962"/>
                <a:gd name="connsiteY69" fmla="*/ 124694 h 378196"/>
                <a:gd name="connsiteX70" fmla="*/ 68336 w 454962"/>
                <a:gd name="connsiteY70" fmla="*/ 77219 h 378196"/>
                <a:gd name="connsiteX71" fmla="*/ 101548 w 454962"/>
                <a:gd name="connsiteY71" fmla="*/ 77219 h 378196"/>
                <a:gd name="connsiteX72" fmla="*/ 101548 w 454962"/>
                <a:gd name="connsiteY72" fmla="*/ 17836 h 378196"/>
                <a:gd name="connsiteX73" fmla="*/ 267518 w 454962"/>
                <a:gd name="connsiteY73" fmla="*/ 17836 h 378196"/>
                <a:gd name="connsiteX74" fmla="*/ 290948 w 454962"/>
                <a:gd name="connsiteY74" fmla="*/ 19777 h 378196"/>
                <a:gd name="connsiteX75" fmla="*/ 316335 w 454962"/>
                <a:gd name="connsiteY75" fmla="*/ 25757 h 378196"/>
                <a:gd name="connsiteX76" fmla="*/ 335853 w 454962"/>
                <a:gd name="connsiteY76" fmla="*/ 29692 h 378196"/>
                <a:gd name="connsiteX77" fmla="*/ 347546 w 454962"/>
                <a:gd name="connsiteY77" fmla="*/ 33678 h 378196"/>
                <a:gd name="connsiteX78" fmla="*/ 351458 w 454962"/>
                <a:gd name="connsiteY78" fmla="*/ 33678 h 378196"/>
                <a:gd name="connsiteX79" fmla="*/ 357327 w 454962"/>
                <a:gd name="connsiteY79" fmla="*/ 29692 h 378196"/>
                <a:gd name="connsiteX80" fmla="*/ 363196 w 454962"/>
                <a:gd name="connsiteY80" fmla="*/ 19777 h 378196"/>
                <a:gd name="connsiteX81" fmla="*/ 378802 w 454962"/>
                <a:gd name="connsiteY81" fmla="*/ 7921 h 378196"/>
                <a:gd name="connsiteX82" fmla="*/ 394452 w 454962"/>
                <a:gd name="connsiteY82" fmla="*/ 0 h 378196"/>
                <a:gd name="connsiteX0" fmla="*/ 394452 w 454962"/>
                <a:gd name="connsiteY0" fmla="*/ 0 h 378196"/>
                <a:gd name="connsiteX1" fmla="*/ 402232 w 454962"/>
                <a:gd name="connsiteY1" fmla="*/ 5928 h 378196"/>
                <a:gd name="connsiteX2" fmla="*/ 406145 w 454962"/>
                <a:gd name="connsiteY2" fmla="*/ 7921 h 378196"/>
                <a:gd name="connsiteX3" fmla="*/ 406145 w 454962"/>
                <a:gd name="connsiteY3" fmla="*/ 13849 h 378196"/>
                <a:gd name="connsiteX4" fmla="*/ 406145 w 454962"/>
                <a:gd name="connsiteY4" fmla="*/ 19777 h 378196"/>
                <a:gd name="connsiteX5" fmla="*/ 410057 w 454962"/>
                <a:gd name="connsiteY5" fmla="*/ 41547 h 378196"/>
                <a:gd name="connsiteX6" fmla="*/ 413970 w 454962"/>
                <a:gd name="connsiteY6" fmla="*/ 67304 h 378196"/>
                <a:gd name="connsiteX7" fmla="*/ 415926 w 454962"/>
                <a:gd name="connsiteY7" fmla="*/ 79160 h 378196"/>
                <a:gd name="connsiteX8" fmla="*/ 423706 w 454962"/>
                <a:gd name="connsiteY8" fmla="*/ 93061 h 378196"/>
                <a:gd name="connsiteX9" fmla="*/ 431532 w 454962"/>
                <a:gd name="connsiteY9" fmla="*/ 104917 h 378196"/>
                <a:gd name="connsiteX10" fmla="*/ 437401 w 454962"/>
                <a:gd name="connsiteY10" fmla="*/ 112838 h 378196"/>
                <a:gd name="connsiteX11" fmla="*/ 445181 w 454962"/>
                <a:gd name="connsiteY11" fmla="*/ 120759 h 378196"/>
                <a:gd name="connsiteX12" fmla="*/ 454962 w 454962"/>
                <a:gd name="connsiteY12" fmla="*/ 132615 h 378196"/>
                <a:gd name="connsiteX13" fmla="*/ 451050 w 454962"/>
                <a:gd name="connsiteY13" fmla="*/ 140536 h 378196"/>
                <a:gd name="connsiteX14" fmla="*/ 443224 w 454962"/>
                <a:gd name="connsiteY14" fmla="*/ 144523 h 378196"/>
                <a:gd name="connsiteX15" fmla="*/ 435444 w 454962"/>
                <a:gd name="connsiteY15" fmla="*/ 150451 h 378196"/>
                <a:gd name="connsiteX16" fmla="*/ 425663 w 454962"/>
                <a:gd name="connsiteY16" fmla="*/ 154385 h 378196"/>
                <a:gd name="connsiteX17" fmla="*/ 415926 w 454962"/>
                <a:gd name="connsiteY17" fmla="*/ 162306 h 378196"/>
                <a:gd name="connsiteX18" fmla="*/ 412014 w 454962"/>
                <a:gd name="connsiteY18" fmla="*/ 166293 h 378196"/>
                <a:gd name="connsiteX19" fmla="*/ 410057 w 454962"/>
                <a:gd name="connsiteY19" fmla="*/ 174214 h 378196"/>
                <a:gd name="connsiteX20" fmla="*/ 404188 w 454962"/>
                <a:gd name="connsiteY20" fmla="*/ 195984 h 378196"/>
                <a:gd name="connsiteX21" fmla="*/ 402232 w 454962"/>
                <a:gd name="connsiteY21" fmla="*/ 219748 h 378196"/>
                <a:gd name="connsiteX22" fmla="*/ 400276 w 454962"/>
                <a:gd name="connsiteY22" fmla="*/ 235590 h 378196"/>
                <a:gd name="connsiteX23" fmla="*/ 398319 w 454962"/>
                <a:gd name="connsiteY23" fmla="*/ 245453 h 378196"/>
                <a:gd name="connsiteX24" fmla="*/ 398319 w 454962"/>
                <a:gd name="connsiteY24" fmla="*/ 257361 h 378196"/>
                <a:gd name="connsiteX25" fmla="*/ 394452 w 454962"/>
                <a:gd name="connsiteY25" fmla="*/ 269216 h 378196"/>
                <a:gd name="connsiteX26" fmla="*/ 392496 w 454962"/>
                <a:gd name="connsiteY26" fmla="*/ 279131 h 378196"/>
                <a:gd name="connsiteX27" fmla="*/ 388583 w 454962"/>
                <a:gd name="connsiteY27" fmla="*/ 287052 h 378196"/>
                <a:gd name="connsiteX28" fmla="*/ 380758 w 454962"/>
                <a:gd name="connsiteY28" fmla="*/ 292980 h 378196"/>
                <a:gd name="connsiteX29" fmla="*/ 372933 w 454962"/>
                <a:gd name="connsiteY29" fmla="*/ 298908 h 378196"/>
                <a:gd name="connsiteX30" fmla="*/ 367109 w 454962"/>
                <a:gd name="connsiteY30" fmla="*/ 304835 h 378196"/>
                <a:gd name="connsiteX31" fmla="*/ 361240 w 454962"/>
                <a:gd name="connsiteY31" fmla="*/ 314750 h 378196"/>
                <a:gd name="connsiteX32" fmla="*/ 359284 w 454962"/>
                <a:gd name="connsiteY32" fmla="*/ 322671 h 378196"/>
                <a:gd name="connsiteX33" fmla="*/ 357327 w 454962"/>
                <a:gd name="connsiteY33" fmla="*/ 332586 h 378196"/>
                <a:gd name="connsiteX34" fmla="*/ 351458 w 454962"/>
                <a:gd name="connsiteY34" fmla="*/ 340507 h 378196"/>
                <a:gd name="connsiteX35" fmla="*/ 347546 w 454962"/>
                <a:gd name="connsiteY35" fmla="*/ 342448 h 378196"/>
                <a:gd name="connsiteX36" fmla="*/ 343679 w 454962"/>
                <a:gd name="connsiteY36" fmla="*/ 350369 h 378196"/>
                <a:gd name="connsiteX37" fmla="*/ 325478 w 454962"/>
                <a:gd name="connsiteY37" fmla="*/ 339630 h 378196"/>
                <a:gd name="connsiteX38" fmla="*/ 315192 w 454962"/>
                <a:gd name="connsiteY38" fmla="*/ 313903 h 378196"/>
                <a:gd name="connsiteX39" fmla="*/ 318449 w 454962"/>
                <a:gd name="connsiteY39" fmla="*/ 296644 h 378196"/>
                <a:gd name="connsiteX40" fmla="*/ 68688 w 454962"/>
                <a:gd name="connsiteY40" fmla="*/ 378196 h 378196"/>
                <a:gd name="connsiteX41" fmla="*/ 151255 w 454962"/>
                <a:gd name="connsiteY41" fmla="*/ 355083 h 378196"/>
                <a:gd name="connsiteX42" fmla="*/ 72248 w 454962"/>
                <a:gd name="connsiteY42" fmla="*/ 366212 h 378196"/>
                <a:gd name="connsiteX43" fmla="*/ 76161 w 454962"/>
                <a:gd name="connsiteY43" fmla="*/ 356297 h 378196"/>
                <a:gd name="connsiteX44" fmla="*/ 70292 w 454962"/>
                <a:gd name="connsiteY44" fmla="*/ 346435 h 378196"/>
                <a:gd name="connsiteX45" fmla="*/ 62467 w 454962"/>
                <a:gd name="connsiteY45" fmla="*/ 336520 h 378196"/>
                <a:gd name="connsiteX46" fmla="*/ 50774 w 454962"/>
                <a:gd name="connsiteY46" fmla="*/ 330592 h 378196"/>
                <a:gd name="connsiteX47" fmla="*/ 37080 w 454962"/>
                <a:gd name="connsiteY47" fmla="*/ 324665 h 378196"/>
                <a:gd name="connsiteX48" fmla="*/ 37080 w 454962"/>
                <a:gd name="connsiteY48" fmla="*/ 318684 h 378196"/>
                <a:gd name="connsiteX49" fmla="*/ 23431 w 454962"/>
                <a:gd name="connsiteY49" fmla="*/ 294973 h 378196"/>
                <a:gd name="connsiteX50" fmla="*/ 15605 w 454962"/>
                <a:gd name="connsiteY50" fmla="*/ 288993 h 378196"/>
                <a:gd name="connsiteX51" fmla="*/ 7826 w 454962"/>
                <a:gd name="connsiteY51" fmla="*/ 283065 h 378196"/>
                <a:gd name="connsiteX52" fmla="*/ 3913 w 454962"/>
                <a:gd name="connsiteY52" fmla="*/ 281072 h 378196"/>
                <a:gd name="connsiteX53" fmla="*/ 0 w 454962"/>
                <a:gd name="connsiteY53" fmla="*/ 277137 h 378196"/>
                <a:gd name="connsiteX54" fmla="*/ 0 w 454962"/>
                <a:gd name="connsiteY54" fmla="*/ 269216 h 378196"/>
                <a:gd name="connsiteX55" fmla="*/ 3913 w 454962"/>
                <a:gd name="connsiteY55" fmla="*/ 263288 h 378196"/>
                <a:gd name="connsiteX56" fmla="*/ 5869 w 454962"/>
                <a:gd name="connsiteY56" fmla="*/ 245453 h 378196"/>
                <a:gd name="connsiteX57" fmla="*/ 7826 w 454962"/>
                <a:gd name="connsiteY57" fmla="*/ 231604 h 378196"/>
                <a:gd name="connsiteX58" fmla="*/ 13649 w 454962"/>
                <a:gd name="connsiteY58" fmla="*/ 223682 h 378196"/>
                <a:gd name="connsiteX59" fmla="*/ 27343 w 454962"/>
                <a:gd name="connsiteY59" fmla="*/ 205899 h 378196"/>
                <a:gd name="connsiteX60" fmla="*/ 31256 w 454962"/>
                <a:gd name="connsiteY60" fmla="*/ 197978 h 378196"/>
                <a:gd name="connsiteX61" fmla="*/ 37080 w 454962"/>
                <a:gd name="connsiteY61" fmla="*/ 191998 h 378196"/>
                <a:gd name="connsiteX62" fmla="*/ 39036 w 454962"/>
                <a:gd name="connsiteY62" fmla="*/ 178149 h 378196"/>
                <a:gd name="connsiteX63" fmla="*/ 40992 w 454962"/>
                <a:gd name="connsiteY63" fmla="*/ 176155 h 378196"/>
                <a:gd name="connsiteX64" fmla="*/ 46861 w 454962"/>
                <a:gd name="connsiteY64" fmla="*/ 176155 h 378196"/>
                <a:gd name="connsiteX65" fmla="*/ 60510 w 454962"/>
                <a:gd name="connsiteY65" fmla="*/ 184076 h 378196"/>
                <a:gd name="connsiteX66" fmla="*/ 66379 w 454962"/>
                <a:gd name="connsiteY66" fmla="*/ 184076 h 378196"/>
                <a:gd name="connsiteX67" fmla="*/ 68336 w 454962"/>
                <a:gd name="connsiteY67" fmla="*/ 184076 h 378196"/>
                <a:gd name="connsiteX68" fmla="*/ 68336 w 454962"/>
                <a:gd name="connsiteY68" fmla="*/ 182135 h 378196"/>
                <a:gd name="connsiteX69" fmla="*/ 68336 w 454962"/>
                <a:gd name="connsiteY69" fmla="*/ 124694 h 378196"/>
                <a:gd name="connsiteX70" fmla="*/ 68336 w 454962"/>
                <a:gd name="connsiteY70" fmla="*/ 77219 h 378196"/>
                <a:gd name="connsiteX71" fmla="*/ 101548 w 454962"/>
                <a:gd name="connsiteY71" fmla="*/ 77219 h 378196"/>
                <a:gd name="connsiteX72" fmla="*/ 101548 w 454962"/>
                <a:gd name="connsiteY72" fmla="*/ 17836 h 378196"/>
                <a:gd name="connsiteX73" fmla="*/ 267518 w 454962"/>
                <a:gd name="connsiteY73" fmla="*/ 17836 h 378196"/>
                <a:gd name="connsiteX74" fmla="*/ 290948 w 454962"/>
                <a:gd name="connsiteY74" fmla="*/ 19777 h 378196"/>
                <a:gd name="connsiteX75" fmla="*/ 316335 w 454962"/>
                <a:gd name="connsiteY75" fmla="*/ 25757 h 378196"/>
                <a:gd name="connsiteX76" fmla="*/ 335853 w 454962"/>
                <a:gd name="connsiteY76" fmla="*/ 29692 h 378196"/>
                <a:gd name="connsiteX77" fmla="*/ 347546 w 454962"/>
                <a:gd name="connsiteY77" fmla="*/ 33678 h 378196"/>
                <a:gd name="connsiteX78" fmla="*/ 351458 w 454962"/>
                <a:gd name="connsiteY78" fmla="*/ 33678 h 378196"/>
                <a:gd name="connsiteX79" fmla="*/ 357327 w 454962"/>
                <a:gd name="connsiteY79" fmla="*/ 29692 h 378196"/>
                <a:gd name="connsiteX80" fmla="*/ 363196 w 454962"/>
                <a:gd name="connsiteY80" fmla="*/ 19777 h 378196"/>
                <a:gd name="connsiteX81" fmla="*/ 378802 w 454962"/>
                <a:gd name="connsiteY81" fmla="*/ 7921 h 378196"/>
                <a:gd name="connsiteX82" fmla="*/ 394452 w 454962"/>
                <a:gd name="connsiteY82" fmla="*/ 0 h 378196"/>
                <a:gd name="connsiteX0" fmla="*/ 394452 w 454962"/>
                <a:gd name="connsiteY0" fmla="*/ 0 h 366497"/>
                <a:gd name="connsiteX1" fmla="*/ 402232 w 454962"/>
                <a:gd name="connsiteY1" fmla="*/ 5928 h 366497"/>
                <a:gd name="connsiteX2" fmla="*/ 406145 w 454962"/>
                <a:gd name="connsiteY2" fmla="*/ 7921 h 366497"/>
                <a:gd name="connsiteX3" fmla="*/ 406145 w 454962"/>
                <a:gd name="connsiteY3" fmla="*/ 13849 h 366497"/>
                <a:gd name="connsiteX4" fmla="*/ 406145 w 454962"/>
                <a:gd name="connsiteY4" fmla="*/ 19777 h 366497"/>
                <a:gd name="connsiteX5" fmla="*/ 410057 w 454962"/>
                <a:gd name="connsiteY5" fmla="*/ 41547 h 366497"/>
                <a:gd name="connsiteX6" fmla="*/ 413970 w 454962"/>
                <a:gd name="connsiteY6" fmla="*/ 67304 h 366497"/>
                <a:gd name="connsiteX7" fmla="*/ 415926 w 454962"/>
                <a:gd name="connsiteY7" fmla="*/ 79160 h 366497"/>
                <a:gd name="connsiteX8" fmla="*/ 423706 w 454962"/>
                <a:gd name="connsiteY8" fmla="*/ 93061 h 366497"/>
                <a:gd name="connsiteX9" fmla="*/ 431532 w 454962"/>
                <a:gd name="connsiteY9" fmla="*/ 104917 h 366497"/>
                <a:gd name="connsiteX10" fmla="*/ 437401 w 454962"/>
                <a:gd name="connsiteY10" fmla="*/ 112838 h 366497"/>
                <a:gd name="connsiteX11" fmla="*/ 445181 w 454962"/>
                <a:gd name="connsiteY11" fmla="*/ 120759 h 366497"/>
                <a:gd name="connsiteX12" fmla="*/ 454962 w 454962"/>
                <a:gd name="connsiteY12" fmla="*/ 132615 h 366497"/>
                <a:gd name="connsiteX13" fmla="*/ 451050 w 454962"/>
                <a:gd name="connsiteY13" fmla="*/ 140536 h 366497"/>
                <a:gd name="connsiteX14" fmla="*/ 443224 w 454962"/>
                <a:gd name="connsiteY14" fmla="*/ 144523 h 366497"/>
                <a:gd name="connsiteX15" fmla="*/ 435444 w 454962"/>
                <a:gd name="connsiteY15" fmla="*/ 150451 h 366497"/>
                <a:gd name="connsiteX16" fmla="*/ 425663 w 454962"/>
                <a:gd name="connsiteY16" fmla="*/ 154385 h 366497"/>
                <a:gd name="connsiteX17" fmla="*/ 415926 w 454962"/>
                <a:gd name="connsiteY17" fmla="*/ 162306 h 366497"/>
                <a:gd name="connsiteX18" fmla="*/ 412014 w 454962"/>
                <a:gd name="connsiteY18" fmla="*/ 166293 h 366497"/>
                <a:gd name="connsiteX19" fmla="*/ 410057 w 454962"/>
                <a:gd name="connsiteY19" fmla="*/ 174214 h 366497"/>
                <a:gd name="connsiteX20" fmla="*/ 404188 w 454962"/>
                <a:gd name="connsiteY20" fmla="*/ 195984 h 366497"/>
                <a:gd name="connsiteX21" fmla="*/ 402232 w 454962"/>
                <a:gd name="connsiteY21" fmla="*/ 219748 h 366497"/>
                <a:gd name="connsiteX22" fmla="*/ 400276 w 454962"/>
                <a:gd name="connsiteY22" fmla="*/ 235590 h 366497"/>
                <a:gd name="connsiteX23" fmla="*/ 398319 w 454962"/>
                <a:gd name="connsiteY23" fmla="*/ 245453 h 366497"/>
                <a:gd name="connsiteX24" fmla="*/ 398319 w 454962"/>
                <a:gd name="connsiteY24" fmla="*/ 257361 h 366497"/>
                <a:gd name="connsiteX25" fmla="*/ 394452 w 454962"/>
                <a:gd name="connsiteY25" fmla="*/ 269216 h 366497"/>
                <a:gd name="connsiteX26" fmla="*/ 392496 w 454962"/>
                <a:gd name="connsiteY26" fmla="*/ 279131 h 366497"/>
                <a:gd name="connsiteX27" fmla="*/ 388583 w 454962"/>
                <a:gd name="connsiteY27" fmla="*/ 287052 h 366497"/>
                <a:gd name="connsiteX28" fmla="*/ 380758 w 454962"/>
                <a:gd name="connsiteY28" fmla="*/ 292980 h 366497"/>
                <a:gd name="connsiteX29" fmla="*/ 372933 w 454962"/>
                <a:gd name="connsiteY29" fmla="*/ 298908 h 366497"/>
                <a:gd name="connsiteX30" fmla="*/ 367109 w 454962"/>
                <a:gd name="connsiteY30" fmla="*/ 304835 h 366497"/>
                <a:gd name="connsiteX31" fmla="*/ 361240 w 454962"/>
                <a:gd name="connsiteY31" fmla="*/ 314750 h 366497"/>
                <a:gd name="connsiteX32" fmla="*/ 359284 w 454962"/>
                <a:gd name="connsiteY32" fmla="*/ 322671 h 366497"/>
                <a:gd name="connsiteX33" fmla="*/ 357327 w 454962"/>
                <a:gd name="connsiteY33" fmla="*/ 332586 h 366497"/>
                <a:gd name="connsiteX34" fmla="*/ 351458 w 454962"/>
                <a:gd name="connsiteY34" fmla="*/ 340507 h 366497"/>
                <a:gd name="connsiteX35" fmla="*/ 347546 w 454962"/>
                <a:gd name="connsiteY35" fmla="*/ 342448 h 366497"/>
                <a:gd name="connsiteX36" fmla="*/ 343679 w 454962"/>
                <a:gd name="connsiteY36" fmla="*/ 350369 h 366497"/>
                <a:gd name="connsiteX37" fmla="*/ 325478 w 454962"/>
                <a:gd name="connsiteY37" fmla="*/ 339630 h 366497"/>
                <a:gd name="connsiteX38" fmla="*/ 315192 w 454962"/>
                <a:gd name="connsiteY38" fmla="*/ 313903 h 366497"/>
                <a:gd name="connsiteX39" fmla="*/ 318449 w 454962"/>
                <a:gd name="connsiteY39" fmla="*/ 296644 h 366497"/>
                <a:gd name="connsiteX40" fmla="*/ 178226 w 454962"/>
                <a:gd name="connsiteY40" fmla="*/ 347240 h 366497"/>
                <a:gd name="connsiteX41" fmla="*/ 151255 w 454962"/>
                <a:gd name="connsiteY41" fmla="*/ 355083 h 366497"/>
                <a:gd name="connsiteX42" fmla="*/ 72248 w 454962"/>
                <a:gd name="connsiteY42" fmla="*/ 366212 h 366497"/>
                <a:gd name="connsiteX43" fmla="*/ 76161 w 454962"/>
                <a:gd name="connsiteY43" fmla="*/ 356297 h 366497"/>
                <a:gd name="connsiteX44" fmla="*/ 70292 w 454962"/>
                <a:gd name="connsiteY44" fmla="*/ 346435 h 366497"/>
                <a:gd name="connsiteX45" fmla="*/ 62467 w 454962"/>
                <a:gd name="connsiteY45" fmla="*/ 336520 h 366497"/>
                <a:gd name="connsiteX46" fmla="*/ 50774 w 454962"/>
                <a:gd name="connsiteY46" fmla="*/ 330592 h 366497"/>
                <a:gd name="connsiteX47" fmla="*/ 37080 w 454962"/>
                <a:gd name="connsiteY47" fmla="*/ 324665 h 366497"/>
                <a:gd name="connsiteX48" fmla="*/ 37080 w 454962"/>
                <a:gd name="connsiteY48" fmla="*/ 318684 h 366497"/>
                <a:gd name="connsiteX49" fmla="*/ 23431 w 454962"/>
                <a:gd name="connsiteY49" fmla="*/ 294973 h 366497"/>
                <a:gd name="connsiteX50" fmla="*/ 15605 w 454962"/>
                <a:gd name="connsiteY50" fmla="*/ 288993 h 366497"/>
                <a:gd name="connsiteX51" fmla="*/ 7826 w 454962"/>
                <a:gd name="connsiteY51" fmla="*/ 283065 h 366497"/>
                <a:gd name="connsiteX52" fmla="*/ 3913 w 454962"/>
                <a:gd name="connsiteY52" fmla="*/ 281072 h 366497"/>
                <a:gd name="connsiteX53" fmla="*/ 0 w 454962"/>
                <a:gd name="connsiteY53" fmla="*/ 277137 h 366497"/>
                <a:gd name="connsiteX54" fmla="*/ 0 w 454962"/>
                <a:gd name="connsiteY54" fmla="*/ 269216 h 366497"/>
                <a:gd name="connsiteX55" fmla="*/ 3913 w 454962"/>
                <a:gd name="connsiteY55" fmla="*/ 263288 h 366497"/>
                <a:gd name="connsiteX56" fmla="*/ 5869 w 454962"/>
                <a:gd name="connsiteY56" fmla="*/ 245453 h 366497"/>
                <a:gd name="connsiteX57" fmla="*/ 7826 w 454962"/>
                <a:gd name="connsiteY57" fmla="*/ 231604 h 366497"/>
                <a:gd name="connsiteX58" fmla="*/ 13649 w 454962"/>
                <a:gd name="connsiteY58" fmla="*/ 223682 h 366497"/>
                <a:gd name="connsiteX59" fmla="*/ 27343 w 454962"/>
                <a:gd name="connsiteY59" fmla="*/ 205899 h 366497"/>
                <a:gd name="connsiteX60" fmla="*/ 31256 w 454962"/>
                <a:gd name="connsiteY60" fmla="*/ 197978 h 366497"/>
                <a:gd name="connsiteX61" fmla="*/ 37080 w 454962"/>
                <a:gd name="connsiteY61" fmla="*/ 191998 h 366497"/>
                <a:gd name="connsiteX62" fmla="*/ 39036 w 454962"/>
                <a:gd name="connsiteY62" fmla="*/ 178149 h 366497"/>
                <a:gd name="connsiteX63" fmla="*/ 40992 w 454962"/>
                <a:gd name="connsiteY63" fmla="*/ 176155 h 366497"/>
                <a:gd name="connsiteX64" fmla="*/ 46861 w 454962"/>
                <a:gd name="connsiteY64" fmla="*/ 176155 h 366497"/>
                <a:gd name="connsiteX65" fmla="*/ 60510 w 454962"/>
                <a:gd name="connsiteY65" fmla="*/ 184076 h 366497"/>
                <a:gd name="connsiteX66" fmla="*/ 66379 w 454962"/>
                <a:gd name="connsiteY66" fmla="*/ 184076 h 366497"/>
                <a:gd name="connsiteX67" fmla="*/ 68336 w 454962"/>
                <a:gd name="connsiteY67" fmla="*/ 184076 h 366497"/>
                <a:gd name="connsiteX68" fmla="*/ 68336 w 454962"/>
                <a:gd name="connsiteY68" fmla="*/ 182135 h 366497"/>
                <a:gd name="connsiteX69" fmla="*/ 68336 w 454962"/>
                <a:gd name="connsiteY69" fmla="*/ 124694 h 366497"/>
                <a:gd name="connsiteX70" fmla="*/ 68336 w 454962"/>
                <a:gd name="connsiteY70" fmla="*/ 77219 h 366497"/>
                <a:gd name="connsiteX71" fmla="*/ 101548 w 454962"/>
                <a:gd name="connsiteY71" fmla="*/ 77219 h 366497"/>
                <a:gd name="connsiteX72" fmla="*/ 101548 w 454962"/>
                <a:gd name="connsiteY72" fmla="*/ 17836 h 366497"/>
                <a:gd name="connsiteX73" fmla="*/ 267518 w 454962"/>
                <a:gd name="connsiteY73" fmla="*/ 17836 h 366497"/>
                <a:gd name="connsiteX74" fmla="*/ 290948 w 454962"/>
                <a:gd name="connsiteY74" fmla="*/ 19777 h 366497"/>
                <a:gd name="connsiteX75" fmla="*/ 316335 w 454962"/>
                <a:gd name="connsiteY75" fmla="*/ 25757 h 366497"/>
                <a:gd name="connsiteX76" fmla="*/ 335853 w 454962"/>
                <a:gd name="connsiteY76" fmla="*/ 29692 h 366497"/>
                <a:gd name="connsiteX77" fmla="*/ 347546 w 454962"/>
                <a:gd name="connsiteY77" fmla="*/ 33678 h 366497"/>
                <a:gd name="connsiteX78" fmla="*/ 351458 w 454962"/>
                <a:gd name="connsiteY78" fmla="*/ 33678 h 366497"/>
                <a:gd name="connsiteX79" fmla="*/ 357327 w 454962"/>
                <a:gd name="connsiteY79" fmla="*/ 29692 h 366497"/>
                <a:gd name="connsiteX80" fmla="*/ 363196 w 454962"/>
                <a:gd name="connsiteY80" fmla="*/ 19777 h 366497"/>
                <a:gd name="connsiteX81" fmla="*/ 378802 w 454962"/>
                <a:gd name="connsiteY81" fmla="*/ 7921 h 366497"/>
                <a:gd name="connsiteX82" fmla="*/ 394452 w 454962"/>
                <a:gd name="connsiteY82" fmla="*/ 0 h 366497"/>
                <a:gd name="connsiteX0" fmla="*/ 394452 w 454962"/>
                <a:gd name="connsiteY0" fmla="*/ 0 h 366600"/>
                <a:gd name="connsiteX1" fmla="*/ 402232 w 454962"/>
                <a:gd name="connsiteY1" fmla="*/ 5928 h 366600"/>
                <a:gd name="connsiteX2" fmla="*/ 406145 w 454962"/>
                <a:gd name="connsiteY2" fmla="*/ 7921 h 366600"/>
                <a:gd name="connsiteX3" fmla="*/ 406145 w 454962"/>
                <a:gd name="connsiteY3" fmla="*/ 13849 h 366600"/>
                <a:gd name="connsiteX4" fmla="*/ 406145 w 454962"/>
                <a:gd name="connsiteY4" fmla="*/ 19777 h 366600"/>
                <a:gd name="connsiteX5" fmla="*/ 410057 w 454962"/>
                <a:gd name="connsiteY5" fmla="*/ 41547 h 366600"/>
                <a:gd name="connsiteX6" fmla="*/ 413970 w 454962"/>
                <a:gd name="connsiteY6" fmla="*/ 67304 h 366600"/>
                <a:gd name="connsiteX7" fmla="*/ 415926 w 454962"/>
                <a:gd name="connsiteY7" fmla="*/ 79160 h 366600"/>
                <a:gd name="connsiteX8" fmla="*/ 423706 w 454962"/>
                <a:gd name="connsiteY8" fmla="*/ 93061 h 366600"/>
                <a:gd name="connsiteX9" fmla="*/ 431532 w 454962"/>
                <a:gd name="connsiteY9" fmla="*/ 104917 h 366600"/>
                <a:gd name="connsiteX10" fmla="*/ 437401 w 454962"/>
                <a:gd name="connsiteY10" fmla="*/ 112838 h 366600"/>
                <a:gd name="connsiteX11" fmla="*/ 445181 w 454962"/>
                <a:gd name="connsiteY11" fmla="*/ 120759 h 366600"/>
                <a:gd name="connsiteX12" fmla="*/ 454962 w 454962"/>
                <a:gd name="connsiteY12" fmla="*/ 132615 h 366600"/>
                <a:gd name="connsiteX13" fmla="*/ 451050 w 454962"/>
                <a:gd name="connsiteY13" fmla="*/ 140536 h 366600"/>
                <a:gd name="connsiteX14" fmla="*/ 443224 w 454962"/>
                <a:gd name="connsiteY14" fmla="*/ 144523 h 366600"/>
                <a:gd name="connsiteX15" fmla="*/ 435444 w 454962"/>
                <a:gd name="connsiteY15" fmla="*/ 150451 h 366600"/>
                <a:gd name="connsiteX16" fmla="*/ 425663 w 454962"/>
                <a:gd name="connsiteY16" fmla="*/ 154385 h 366600"/>
                <a:gd name="connsiteX17" fmla="*/ 415926 w 454962"/>
                <a:gd name="connsiteY17" fmla="*/ 162306 h 366600"/>
                <a:gd name="connsiteX18" fmla="*/ 412014 w 454962"/>
                <a:gd name="connsiteY18" fmla="*/ 166293 h 366600"/>
                <a:gd name="connsiteX19" fmla="*/ 410057 w 454962"/>
                <a:gd name="connsiteY19" fmla="*/ 174214 h 366600"/>
                <a:gd name="connsiteX20" fmla="*/ 404188 w 454962"/>
                <a:gd name="connsiteY20" fmla="*/ 195984 h 366600"/>
                <a:gd name="connsiteX21" fmla="*/ 402232 w 454962"/>
                <a:gd name="connsiteY21" fmla="*/ 219748 h 366600"/>
                <a:gd name="connsiteX22" fmla="*/ 400276 w 454962"/>
                <a:gd name="connsiteY22" fmla="*/ 235590 h 366600"/>
                <a:gd name="connsiteX23" fmla="*/ 398319 w 454962"/>
                <a:gd name="connsiteY23" fmla="*/ 245453 h 366600"/>
                <a:gd name="connsiteX24" fmla="*/ 398319 w 454962"/>
                <a:gd name="connsiteY24" fmla="*/ 257361 h 366600"/>
                <a:gd name="connsiteX25" fmla="*/ 394452 w 454962"/>
                <a:gd name="connsiteY25" fmla="*/ 269216 h 366600"/>
                <a:gd name="connsiteX26" fmla="*/ 392496 w 454962"/>
                <a:gd name="connsiteY26" fmla="*/ 279131 h 366600"/>
                <a:gd name="connsiteX27" fmla="*/ 388583 w 454962"/>
                <a:gd name="connsiteY27" fmla="*/ 287052 h 366600"/>
                <a:gd name="connsiteX28" fmla="*/ 380758 w 454962"/>
                <a:gd name="connsiteY28" fmla="*/ 292980 h 366600"/>
                <a:gd name="connsiteX29" fmla="*/ 372933 w 454962"/>
                <a:gd name="connsiteY29" fmla="*/ 298908 h 366600"/>
                <a:gd name="connsiteX30" fmla="*/ 367109 w 454962"/>
                <a:gd name="connsiteY30" fmla="*/ 304835 h 366600"/>
                <a:gd name="connsiteX31" fmla="*/ 361240 w 454962"/>
                <a:gd name="connsiteY31" fmla="*/ 314750 h 366600"/>
                <a:gd name="connsiteX32" fmla="*/ 359284 w 454962"/>
                <a:gd name="connsiteY32" fmla="*/ 322671 h 366600"/>
                <a:gd name="connsiteX33" fmla="*/ 357327 w 454962"/>
                <a:gd name="connsiteY33" fmla="*/ 332586 h 366600"/>
                <a:gd name="connsiteX34" fmla="*/ 351458 w 454962"/>
                <a:gd name="connsiteY34" fmla="*/ 340507 h 366600"/>
                <a:gd name="connsiteX35" fmla="*/ 347546 w 454962"/>
                <a:gd name="connsiteY35" fmla="*/ 342448 h 366600"/>
                <a:gd name="connsiteX36" fmla="*/ 343679 w 454962"/>
                <a:gd name="connsiteY36" fmla="*/ 350369 h 366600"/>
                <a:gd name="connsiteX37" fmla="*/ 325478 w 454962"/>
                <a:gd name="connsiteY37" fmla="*/ 339630 h 366600"/>
                <a:gd name="connsiteX38" fmla="*/ 315192 w 454962"/>
                <a:gd name="connsiteY38" fmla="*/ 313903 h 366600"/>
                <a:gd name="connsiteX39" fmla="*/ 318449 w 454962"/>
                <a:gd name="connsiteY39" fmla="*/ 296644 h 366600"/>
                <a:gd name="connsiteX40" fmla="*/ 178226 w 454962"/>
                <a:gd name="connsiteY40" fmla="*/ 347240 h 366600"/>
                <a:gd name="connsiteX41" fmla="*/ 98868 w 454962"/>
                <a:gd name="connsiteY41" fmla="*/ 359845 h 366600"/>
                <a:gd name="connsiteX42" fmla="*/ 72248 w 454962"/>
                <a:gd name="connsiteY42" fmla="*/ 366212 h 366600"/>
                <a:gd name="connsiteX43" fmla="*/ 76161 w 454962"/>
                <a:gd name="connsiteY43" fmla="*/ 356297 h 366600"/>
                <a:gd name="connsiteX44" fmla="*/ 70292 w 454962"/>
                <a:gd name="connsiteY44" fmla="*/ 346435 h 366600"/>
                <a:gd name="connsiteX45" fmla="*/ 62467 w 454962"/>
                <a:gd name="connsiteY45" fmla="*/ 336520 h 366600"/>
                <a:gd name="connsiteX46" fmla="*/ 50774 w 454962"/>
                <a:gd name="connsiteY46" fmla="*/ 330592 h 366600"/>
                <a:gd name="connsiteX47" fmla="*/ 37080 w 454962"/>
                <a:gd name="connsiteY47" fmla="*/ 324665 h 366600"/>
                <a:gd name="connsiteX48" fmla="*/ 37080 w 454962"/>
                <a:gd name="connsiteY48" fmla="*/ 318684 h 366600"/>
                <a:gd name="connsiteX49" fmla="*/ 23431 w 454962"/>
                <a:gd name="connsiteY49" fmla="*/ 294973 h 366600"/>
                <a:gd name="connsiteX50" fmla="*/ 15605 w 454962"/>
                <a:gd name="connsiteY50" fmla="*/ 288993 h 366600"/>
                <a:gd name="connsiteX51" fmla="*/ 7826 w 454962"/>
                <a:gd name="connsiteY51" fmla="*/ 283065 h 366600"/>
                <a:gd name="connsiteX52" fmla="*/ 3913 w 454962"/>
                <a:gd name="connsiteY52" fmla="*/ 281072 h 366600"/>
                <a:gd name="connsiteX53" fmla="*/ 0 w 454962"/>
                <a:gd name="connsiteY53" fmla="*/ 277137 h 366600"/>
                <a:gd name="connsiteX54" fmla="*/ 0 w 454962"/>
                <a:gd name="connsiteY54" fmla="*/ 269216 h 366600"/>
                <a:gd name="connsiteX55" fmla="*/ 3913 w 454962"/>
                <a:gd name="connsiteY55" fmla="*/ 263288 h 366600"/>
                <a:gd name="connsiteX56" fmla="*/ 5869 w 454962"/>
                <a:gd name="connsiteY56" fmla="*/ 245453 h 366600"/>
                <a:gd name="connsiteX57" fmla="*/ 7826 w 454962"/>
                <a:gd name="connsiteY57" fmla="*/ 231604 h 366600"/>
                <a:gd name="connsiteX58" fmla="*/ 13649 w 454962"/>
                <a:gd name="connsiteY58" fmla="*/ 223682 h 366600"/>
                <a:gd name="connsiteX59" fmla="*/ 27343 w 454962"/>
                <a:gd name="connsiteY59" fmla="*/ 205899 h 366600"/>
                <a:gd name="connsiteX60" fmla="*/ 31256 w 454962"/>
                <a:gd name="connsiteY60" fmla="*/ 197978 h 366600"/>
                <a:gd name="connsiteX61" fmla="*/ 37080 w 454962"/>
                <a:gd name="connsiteY61" fmla="*/ 191998 h 366600"/>
                <a:gd name="connsiteX62" fmla="*/ 39036 w 454962"/>
                <a:gd name="connsiteY62" fmla="*/ 178149 h 366600"/>
                <a:gd name="connsiteX63" fmla="*/ 40992 w 454962"/>
                <a:gd name="connsiteY63" fmla="*/ 176155 h 366600"/>
                <a:gd name="connsiteX64" fmla="*/ 46861 w 454962"/>
                <a:gd name="connsiteY64" fmla="*/ 176155 h 366600"/>
                <a:gd name="connsiteX65" fmla="*/ 60510 w 454962"/>
                <a:gd name="connsiteY65" fmla="*/ 184076 h 366600"/>
                <a:gd name="connsiteX66" fmla="*/ 66379 w 454962"/>
                <a:gd name="connsiteY66" fmla="*/ 184076 h 366600"/>
                <a:gd name="connsiteX67" fmla="*/ 68336 w 454962"/>
                <a:gd name="connsiteY67" fmla="*/ 184076 h 366600"/>
                <a:gd name="connsiteX68" fmla="*/ 68336 w 454962"/>
                <a:gd name="connsiteY68" fmla="*/ 182135 h 366600"/>
                <a:gd name="connsiteX69" fmla="*/ 68336 w 454962"/>
                <a:gd name="connsiteY69" fmla="*/ 124694 h 366600"/>
                <a:gd name="connsiteX70" fmla="*/ 68336 w 454962"/>
                <a:gd name="connsiteY70" fmla="*/ 77219 h 366600"/>
                <a:gd name="connsiteX71" fmla="*/ 101548 w 454962"/>
                <a:gd name="connsiteY71" fmla="*/ 77219 h 366600"/>
                <a:gd name="connsiteX72" fmla="*/ 101548 w 454962"/>
                <a:gd name="connsiteY72" fmla="*/ 17836 h 366600"/>
                <a:gd name="connsiteX73" fmla="*/ 267518 w 454962"/>
                <a:gd name="connsiteY73" fmla="*/ 17836 h 366600"/>
                <a:gd name="connsiteX74" fmla="*/ 290948 w 454962"/>
                <a:gd name="connsiteY74" fmla="*/ 19777 h 366600"/>
                <a:gd name="connsiteX75" fmla="*/ 316335 w 454962"/>
                <a:gd name="connsiteY75" fmla="*/ 25757 h 366600"/>
                <a:gd name="connsiteX76" fmla="*/ 335853 w 454962"/>
                <a:gd name="connsiteY76" fmla="*/ 29692 h 366600"/>
                <a:gd name="connsiteX77" fmla="*/ 347546 w 454962"/>
                <a:gd name="connsiteY77" fmla="*/ 33678 h 366600"/>
                <a:gd name="connsiteX78" fmla="*/ 351458 w 454962"/>
                <a:gd name="connsiteY78" fmla="*/ 33678 h 366600"/>
                <a:gd name="connsiteX79" fmla="*/ 357327 w 454962"/>
                <a:gd name="connsiteY79" fmla="*/ 29692 h 366600"/>
                <a:gd name="connsiteX80" fmla="*/ 363196 w 454962"/>
                <a:gd name="connsiteY80" fmla="*/ 19777 h 366600"/>
                <a:gd name="connsiteX81" fmla="*/ 378802 w 454962"/>
                <a:gd name="connsiteY81" fmla="*/ 7921 h 366600"/>
                <a:gd name="connsiteX82" fmla="*/ 394452 w 454962"/>
                <a:gd name="connsiteY82" fmla="*/ 0 h 366600"/>
                <a:gd name="connsiteX0" fmla="*/ 394452 w 454962"/>
                <a:gd name="connsiteY0" fmla="*/ 0 h 428902"/>
                <a:gd name="connsiteX1" fmla="*/ 402232 w 454962"/>
                <a:gd name="connsiteY1" fmla="*/ 5928 h 428902"/>
                <a:gd name="connsiteX2" fmla="*/ 406145 w 454962"/>
                <a:gd name="connsiteY2" fmla="*/ 7921 h 428902"/>
                <a:gd name="connsiteX3" fmla="*/ 406145 w 454962"/>
                <a:gd name="connsiteY3" fmla="*/ 13849 h 428902"/>
                <a:gd name="connsiteX4" fmla="*/ 406145 w 454962"/>
                <a:gd name="connsiteY4" fmla="*/ 19777 h 428902"/>
                <a:gd name="connsiteX5" fmla="*/ 410057 w 454962"/>
                <a:gd name="connsiteY5" fmla="*/ 41547 h 428902"/>
                <a:gd name="connsiteX6" fmla="*/ 413970 w 454962"/>
                <a:gd name="connsiteY6" fmla="*/ 67304 h 428902"/>
                <a:gd name="connsiteX7" fmla="*/ 415926 w 454962"/>
                <a:gd name="connsiteY7" fmla="*/ 79160 h 428902"/>
                <a:gd name="connsiteX8" fmla="*/ 423706 w 454962"/>
                <a:gd name="connsiteY8" fmla="*/ 93061 h 428902"/>
                <a:gd name="connsiteX9" fmla="*/ 431532 w 454962"/>
                <a:gd name="connsiteY9" fmla="*/ 104917 h 428902"/>
                <a:gd name="connsiteX10" fmla="*/ 437401 w 454962"/>
                <a:gd name="connsiteY10" fmla="*/ 112838 h 428902"/>
                <a:gd name="connsiteX11" fmla="*/ 445181 w 454962"/>
                <a:gd name="connsiteY11" fmla="*/ 120759 h 428902"/>
                <a:gd name="connsiteX12" fmla="*/ 454962 w 454962"/>
                <a:gd name="connsiteY12" fmla="*/ 132615 h 428902"/>
                <a:gd name="connsiteX13" fmla="*/ 451050 w 454962"/>
                <a:gd name="connsiteY13" fmla="*/ 140536 h 428902"/>
                <a:gd name="connsiteX14" fmla="*/ 443224 w 454962"/>
                <a:gd name="connsiteY14" fmla="*/ 144523 h 428902"/>
                <a:gd name="connsiteX15" fmla="*/ 435444 w 454962"/>
                <a:gd name="connsiteY15" fmla="*/ 150451 h 428902"/>
                <a:gd name="connsiteX16" fmla="*/ 425663 w 454962"/>
                <a:gd name="connsiteY16" fmla="*/ 154385 h 428902"/>
                <a:gd name="connsiteX17" fmla="*/ 415926 w 454962"/>
                <a:gd name="connsiteY17" fmla="*/ 162306 h 428902"/>
                <a:gd name="connsiteX18" fmla="*/ 412014 w 454962"/>
                <a:gd name="connsiteY18" fmla="*/ 166293 h 428902"/>
                <a:gd name="connsiteX19" fmla="*/ 410057 w 454962"/>
                <a:gd name="connsiteY19" fmla="*/ 174214 h 428902"/>
                <a:gd name="connsiteX20" fmla="*/ 404188 w 454962"/>
                <a:gd name="connsiteY20" fmla="*/ 195984 h 428902"/>
                <a:gd name="connsiteX21" fmla="*/ 402232 w 454962"/>
                <a:gd name="connsiteY21" fmla="*/ 219748 h 428902"/>
                <a:gd name="connsiteX22" fmla="*/ 400276 w 454962"/>
                <a:gd name="connsiteY22" fmla="*/ 235590 h 428902"/>
                <a:gd name="connsiteX23" fmla="*/ 398319 w 454962"/>
                <a:gd name="connsiteY23" fmla="*/ 245453 h 428902"/>
                <a:gd name="connsiteX24" fmla="*/ 398319 w 454962"/>
                <a:gd name="connsiteY24" fmla="*/ 257361 h 428902"/>
                <a:gd name="connsiteX25" fmla="*/ 394452 w 454962"/>
                <a:gd name="connsiteY25" fmla="*/ 269216 h 428902"/>
                <a:gd name="connsiteX26" fmla="*/ 392496 w 454962"/>
                <a:gd name="connsiteY26" fmla="*/ 279131 h 428902"/>
                <a:gd name="connsiteX27" fmla="*/ 388583 w 454962"/>
                <a:gd name="connsiteY27" fmla="*/ 287052 h 428902"/>
                <a:gd name="connsiteX28" fmla="*/ 380758 w 454962"/>
                <a:gd name="connsiteY28" fmla="*/ 292980 h 428902"/>
                <a:gd name="connsiteX29" fmla="*/ 372933 w 454962"/>
                <a:gd name="connsiteY29" fmla="*/ 298908 h 428902"/>
                <a:gd name="connsiteX30" fmla="*/ 367109 w 454962"/>
                <a:gd name="connsiteY30" fmla="*/ 304835 h 428902"/>
                <a:gd name="connsiteX31" fmla="*/ 361240 w 454962"/>
                <a:gd name="connsiteY31" fmla="*/ 314750 h 428902"/>
                <a:gd name="connsiteX32" fmla="*/ 359284 w 454962"/>
                <a:gd name="connsiteY32" fmla="*/ 322671 h 428902"/>
                <a:gd name="connsiteX33" fmla="*/ 357327 w 454962"/>
                <a:gd name="connsiteY33" fmla="*/ 332586 h 428902"/>
                <a:gd name="connsiteX34" fmla="*/ 351458 w 454962"/>
                <a:gd name="connsiteY34" fmla="*/ 340507 h 428902"/>
                <a:gd name="connsiteX35" fmla="*/ 347546 w 454962"/>
                <a:gd name="connsiteY35" fmla="*/ 342448 h 428902"/>
                <a:gd name="connsiteX36" fmla="*/ 343679 w 454962"/>
                <a:gd name="connsiteY36" fmla="*/ 350369 h 428902"/>
                <a:gd name="connsiteX37" fmla="*/ 325478 w 454962"/>
                <a:gd name="connsiteY37" fmla="*/ 339630 h 428902"/>
                <a:gd name="connsiteX38" fmla="*/ 315192 w 454962"/>
                <a:gd name="connsiteY38" fmla="*/ 313903 h 428902"/>
                <a:gd name="connsiteX39" fmla="*/ 318449 w 454962"/>
                <a:gd name="connsiteY39" fmla="*/ 296644 h 428902"/>
                <a:gd name="connsiteX40" fmla="*/ 178226 w 454962"/>
                <a:gd name="connsiteY40" fmla="*/ 347240 h 428902"/>
                <a:gd name="connsiteX41" fmla="*/ 160781 w 454962"/>
                <a:gd name="connsiteY41" fmla="*/ 428902 h 428902"/>
                <a:gd name="connsiteX42" fmla="*/ 72248 w 454962"/>
                <a:gd name="connsiteY42" fmla="*/ 366212 h 428902"/>
                <a:gd name="connsiteX43" fmla="*/ 76161 w 454962"/>
                <a:gd name="connsiteY43" fmla="*/ 356297 h 428902"/>
                <a:gd name="connsiteX44" fmla="*/ 70292 w 454962"/>
                <a:gd name="connsiteY44" fmla="*/ 346435 h 428902"/>
                <a:gd name="connsiteX45" fmla="*/ 62467 w 454962"/>
                <a:gd name="connsiteY45" fmla="*/ 336520 h 428902"/>
                <a:gd name="connsiteX46" fmla="*/ 50774 w 454962"/>
                <a:gd name="connsiteY46" fmla="*/ 330592 h 428902"/>
                <a:gd name="connsiteX47" fmla="*/ 37080 w 454962"/>
                <a:gd name="connsiteY47" fmla="*/ 324665 h 428902"/>
                <a:gd name="connsiteX48" fmla="*/ 37080 w 454962"/>
                <a:gd name="connsiteY48" fmla="*/ 318684 h 428902"/>
                <a:gd name="connsiteX49" fmla="*/ 23431 w 454962"/>
                <a:gd name="connsiteY49" fmla="*/ 294973 h 428902"/>
                <a:gd name="connsiteX50" fmla="*/ 15605 w 454962"/>
                <a:gd name="connsiteY50" fmla="*/ 288993 h 428902"/>
                <a:gd name="connsiteX51" fmla="*/ 7826 w 454962"/>
                <a:gd name="connsiteY51" fmla="*/ 283065 h 428902"/>
                <a:gd name="connsiteX52" fmla="*/ 3913 w 454962"/>
                <a:gd name="connsiteY52" fmla="*/ 281072 h 428902"/>
                <a:gd name="connsiteX53" fmla="*/ 0 w 454962"/>
                <a:gd name="connsiteY53" fmla="*/ 277137 h 428902"/>
                <a:gd name="connsiteX54" fmla="*/ 0 w 454962"/>
                <a:gd name="connsiteY54" fmla="*/ 269216 h 428902"/>
                <a:gd name="connsiteX55" fmla="*/ 3913 w 454962"/>
                <a:gd name="connsiteY55" fmla="*/ 263288 h 428902"/>
                <a:gd name="connsiteX56" fmla="*/ 5869 w 454962"/>
                <a:gd name="connsiteY56" fmla="*/ 245453 h 428902"/>
                <a:gd name="connsiteX57" fmla="*/ 7826 w 454962"/>
                <a:gd name="connsiteY57" fmla="*/ 231604 h 428902"/>
                <a:gd name="connsiteX58" fmla="*/ 13649 w 454962"/>
                <a:gd name="connsiteY58" fmla="*/ 223682 h 428902"/>
                <a:gd name="connsiteX59" fmla="*/ 27343 w 454962"/>
                <a:gd name="connsiteY59" fmla="*/ 205899 h 428902"/>
                <a:gd name="connsiteX60" fmla="*/ 31256 w 454962"/>
                <a:gd name="connsiteY60" fmla="*/ 197978 h 428902"/>
                <a:gd name="connsiteX61" fmla="*/ 37080 w 454962"/>
                <a:gd name="connsiteY61" fmla="*/ 191998 h 428902"/>
                <a:gd name="connsiteX62" fmla="*/ 39036 w 454962"/>
                <a:gd name="connsiteY62" fmla="*/ 178149 h 428902"/>
                <a:gd name="connsiteX63" fmla="*/ 40992 w 454962"/>
                <a:gd name="connsiteY63" fmla="*/ 176155 h 428902"/>
                <a:gd name="connsiteX64" fmla="*/ 46861 w 454962"/>
                <a:gd name="connsiteY64" fmla="*/ 176155 h 428902"/>
                <a:gd name="connsiteX65" fmla="*/ 60510 w 454962"/>
                <a:gd name="connsiteY65" fmla="*/ 184076 h 428902"/>
                <a:gd name="connsiteX66" fmla="*/ 66379 w 454962"/>
                <a:gd name="connsiteY66" fmla="*/ 184076 h 428902"/>
                <a:gd name="connsiteX67" fmla="*/ 68336 w 454962"/>
                <a:gd name="connsiteY67" fmla="*/ 184076 h 428902"/>
                <a:gd name="connsiteX68" fmla="*/ 68336 w 454962"/>
                <a:gd name="connsiteY68" fmla="*/ 182135 h 428902"/>
                <a:gd name="connsiteX69" fmla="*/ 68336 w 454962"/>
                <a:gd name="connsiteY69" fmla="*/ 124694 h 428902"/>
                <a:gd name="connsiteX70" fmla="*/ 68336 w 454962"/>
                <a:gd name="connsiteY70" fmla="*/ 77219 h 428902"/>
                <a:gd name="connsiteX71" fmla="*/ 101548 w 454962"/>
                <a:gd name="connsiteY71" fmla="*/ 77219 h 428902"/>
                <a:gd name="connsiteX72" fmla="*/ 101548 w 454962"/>
                <a:gd name="connsiteY72" fmla="*/ 17836 h 428902"/>
                <a:gd name="connsiteX73" fmla="*/ 267518 w 454962"/>
                <a:gd name="connsiteY73" fmla="*/ 17836 h 428902"/>
                <a:gd name="connsiteX74" fmla="*/ 290948 w 454962"/>
                <a:gd name="connsiteY74" fmla="*/ 19777 h 428902"/>
                <a:gd name="connsiteX75" fmla="*/ 316335 w 454962"/>
                <a:gd name="connsiteY75" fmla="*/ 25757 h 428902"/>
                <a:gd name="connsiteX76" fmla="*/ 335853 w 454962"/>
                <a:gd name="connsiteY76" fmla="*/ 29692 h 428902"/>
                <a:gd name="connsiteX77" fmla="*/ 347546 w 454962"/>
                <a:gd name="connsiteY77" fmla="*/ 33678 h 428902"/>
                <a:gd name="connsiteX78" fmla="*/ 351458 w 454962"/>
                <a:gd name="connsiteY78" fmla="*/ 33678 h 428902"/>
                <a:gd name="connsiteX79" fmla="*/ 357327 w 454962"/>
                <a:gd name="connsiteY79" fmla="*/ 29692 h 428902"/>
                <a:gd name="connsiteX80" fmla="*/ 363196 w 454962"/>
                <a:gd name="connsiteY80" fmla="*/ 19777 h 428902"/>
                <a:gd name="connsiteX81" fmla="*/ 378802 w 454962"/>
                <a:gd name="connsiteY81" fmla="*/ 7921 h 428902"/>
                <a:gd name="connsiteX82" fmla="*/ 394452 w 454962"/>
                <a:gd name="connsiteY82" fmla="*/ 0 h 428902"/>
                <a:gd name="connsiteX0" fmla="*/ 394452 w 454962"/>
                <a:gd name="connsiteY0" fmla="*/ 0 h 366821"/>
                <a:gd name="connsiteX1" fmla="*/ 402232 w 454962"/>
                <a:gd name="connsiteY1" fmla="*/ 5928 h 366821"/>
                <a:gd name="connsiteX2" fmla="*/ 406145 w 454962"/>
                <a:gd name="connsiteY2" fmla="*/ 7921 h 366821"/>
                <a:gd name="connsiteX3" fmla="*/ 406145 w 454962"/>
                <a:gd name="connsiteY3" fmla="*/ 13849 h 366821"/>
                <a:gd name="connsiteX4" fmla="*/ 406145 w 454962"/>
                <a:gd name="connsiteY4" fmla="*/ 19777 h 366821"/>
                <a:gd name="connsiteX5" fmla="*/ 410057 w 454962"/>
                <a:gd name="connsiteY5" fmla="*/ 41547 h 366821"/>
                <a:gd name="connsiteX6" fmla="*/ 413970 w 454962"/>
                <a:gd name="connsiteY6" fmla="*/ 67304 h 366821"/>
                <a:gd name="connsiteX7" fmla="*/ 415926 w 454962"/>
                <a:gd name="connsiteY7" fmla="*/ 79160 h 366821"/>
                <a:gd name="connsiteX8" fmla="*/ 423706 w 454962"/>
                <a:gd name="connsiteY8" fmla="*/ 93061 h 366821"/>
                <a:gd name="connsiteX9" fmla="*/ 431532 w 454962"/>
                <a:gd name="connsiteY9" fmla="*/ 104917 h 366821"/>
                <a:gd name="connsiteX10" fmla="*/ 437401 w 454962"/>
                <a:gd name="connsiteY10" fmla="*/ 112838 h 366821"/>
                <a:gd name="connsiteX11" fmla="*/ 445181 w 454962"/>
                <a:gd name="connsiteY11" fmla="*/ 120759 h 366821"/>
                <a:gd name="connsiteX12" fmla="*/ 454962 w 454962"/>
                <a:gd name="connsiteY12" fmla="*/ 132615 h 366821"/>
                <a:gd name="connsiteX13" fmla="*/ 451050 w 454962"/>
                <a:gd name="connsiteY13" fmla="*/ 140536 h 366821"/>
                <a:gd name="connsiteX14" fmla="*/ 443224 w 454962"/>
                <a:gd name="connsiteY14" fmla="*/ 144523 h 366821"/>
                <a:gd name="connsiteX15" fmla="*/ 435444 w 454962"/>
                <a:gd name="connsiteY15" fmla="*/ 150451 h 366821"/>
                <a:gd name="connsiteX16" fmla="*/ 425663 w 454962"/>
                <a:gd name="connsiteY16" fmla="*/ 154385 h 366821"/>
                <a:gd name="connsiteX17" fmla="*/ 415926 w 454962"/>
                <a:gd name="connsiteY17" fmla="*/ 162306 h 366821"/>
                <a:gd name="connsiteX18" fmla="*/ 412014 w 454962"/>
                <a:gd name="connsiteY18" fmla="*/ 166293 h 366821"/>
                <a:gd name="connsiteX19" fmla="*/ 410057 w 454962"/>
                <a:gd name="connsiteY19" fmla="*/ 174214 h 366821"/>
                <a:gd name="connsiteX20" fmla="*/ 404188 w 454962"/>
                <a:gd name="connsiteY20" fmla="*/ 195984 h 366821"/>
                <a:gd name="connsiteX21" fmla="*/ 402232 w 454962"/>
                <a:gd name="connsiteY21" fmla="*/ 219748 h 366821"/>
                <a:gd name="connsiteX22" fmla="*/ 400276 w 454962"/>
                <a:gd name="connsiteY22" fmla="*/ 235590 h 366821"/>
                <a:gd name="connsiteX23" fmla="*/ 398319 w 454962"/>
                <a:gd name="connsiteY23" fmla="*/ 245453 h 366821"/>
                <a:gd name="connsiteX24" fmla="*/ 398319 w 454962"/>
                <a:gd name="connsiteY24" fmla="*/ 257361 h 366821"/>
                <a:gd name="connsiteX25" fmla="*/ 394452 w 454962"/>
                <a:gd name="connsiteY25" fmla="*/ 269216 h 366821"/>
                <a:gd name="connsiteX26" fmla="*/ 392496 w 454962"/>
                <a:gd name="connsiteY26" fmla="*/ 279131 h 366821"/>
                <a:gd name="connsiteX27" fmla="*/ 388583 w 454962"/>
                <a:gd name="connsiteY27" fmla="*/ 287052 h 366821"/>
                <a:gd name="connsiteX28" fmla="*/ 380758 w 454962"/>
                <a:gd name="connsiteY28" fmla="*/ 292980 h 366821"/>
                <a:gd name="connsiteX29" fmla="*/ 372933 w 454962"/>
                <a:gd name="connsiteY29" fmla="*/ 298908 h 366821"/>
                <a:gd name="connsiteX30" fmla="*/ 367109 w 454962"/>
                <a:gd name="connsiteY30" fmla="*/ 304835 h 366821"/>
                <a:gd name="connsiteX31" fmla="*/ 361240 w 454962"/>
                <a:gd name="connsiteY31" fmla="*/ 314750 h 366821"/>
                <a:gd name="connsiteX32" fmla="*/ 359284 w 454962"/>
                <a:gd name="connsiteY32" fmla="*/ 322671 h 366821"/>
                <a:gd name="connsiteX33" fmla="*/ 357327 w 454962"/>
                <a:gd name="connsiteY33" fmla="*/ 332586 h 366821"/>
                <a:gd name="connsiteX34" fmla="*/ 351458 w 454962"/>
                <a:gd name="connsiteY34" fmla="*/ 340507 h 366821"/>
                <a:gd name="connsiteX35" fmla="*/ 347546 w 454962"/>
                <a:gd name="connsiteY35" fmla="*/ 342448 h 366821"/>
                <a:gd name="connsiteX36" fmla="*/ 343679 w 454962"/>
                <a:gd name="connsiteY36" fmla="*/ 350369 h 366821"/>
                <a:gd name="connsiteX37" fmla="*/ 325478 w 454962"/>
                <a:gd name="connsiteY37" fmla="*/ 339630 h 366821"/>
                <a:gd name="connsiteX38" fmla="*/ 315192 w 454962"/>
                <a:gd name="connsiteY38" fmla="*/ 313903 h 366821"/>
                <a:gd name="connsiteX39" fmla="*/ 318449 w 454962"/>
                <a:gd name="connsiteY39" fmla="*/ 296644 h 366821"/>
                <a:gd name="connsiteX40" fmla="*/ 178226 w 454962"/>
                <a:gd name="connsiteY40" fmla="*/ 347240 h 366821"/>
                <a:gd name="connsiteX41" fmla="*/ 94106 w 454962"/>
                <a:gd name="connsiteY41" fmla="*/ 364608 h 366821"/>
                <a:gd name="connsiteX42" fmla="*/ 72248 w 454962"/>
                <a:gd name="connsiteY42" fmla="*/ 366212 h 366821"/>
                <a:gd name="connsiteX43" fmla="*/ 76161 w 454962"/>
                <a:gd name="connsiteY43" fmla="*/ 356297 h 366821"/>
                <a:gd name="connsiteX44" fmla="*/ 70292 w 454962"/>
                <a:gd name="connsiteY44" fmla="*/ 346435 h 366821"/>
                <a:gd name="connsiteX45" fmla="*/ 62467 w 454962"/>
                <a:gd name="connsiteY45" fmla="*/ 336520 h 366821"/>
                <a:gd name="connsiteX46" fmla="*/ 50774 w 454962"/>
                <a:gd name="connsiteY46" fmla="*/ 330592 h 366821"/>
                <a:gd name="connsiteX47" fmla="*/ 37080 w 454962"/>
                <a:gd name="connsiteY47" fmla="*/ 324665 h 366821"/>
                <a:gd name="connsiteX48" fmla="*/ 37080 w 454962"/>
                <a:gd name="connsiteY48" fmla="*/ 318684 h 366821"/>
                <a:gd name="connsiteX49" fmla="*/ 23431 w 454962"/>
                <a:gd name="connsiteY49" fmla="*/ 294973 h 366821"/>
                <a:gd name="connsiteX50" fmla="*/ 15605 w 454962"/>
                <a:gd name="connsiteY50" fmla="*/ 288993 h 366821"/>
                <a:gd name="connsiteX51" fmla="*/ 7826 w 454962"/>
                <a:gd name="connsiteY51" fmla="*/ 283065 h 366821"/>
                <a:gd name="connsiteX52" fmla="*/ 3913 w 454962"/>
                <a:gd name="connsiteY52" fmla="*/ 281072 h 366821"/>
                <a:gd name="connsiteX53" fmla="*/ 0 w 454962"/>
                <a:gd name="connsiteY53" fmla="*/ 277137 h 366821"/>
                <a:gd name="connsiteX54" fmla="*/ 0 w 454962"/>
                <a:gd name="connsiteY54" fmla="*/ 269216 h 366821"/>
                <a:gd name="connsiteX55" fmla="*/ 3913 w 454962"/>
                <a:gd name="connsiteY55" fmla="*/ 263288 h 366821"/>
                <a:gd name="connsiteX56" fmla="*/ 5869 w 454962"/>
                <a:gd name="connsiteY56" fmla="*/ 245453 h 366821"/>
                <a:gd name="connsiteX57" fmla="*/ 7826 w 454962"/>
                <a:gd name="connsiteY57" fmla="*/ 231604 h 366821"/>
                <a:gd name="connsiteX58" fmla="*/ 13649 w 454962"/>
                <a:gd name="connsiteY58" fmla="*/ 223682 h 366821"/>
                <a:gd name="connsiteX59" fmla="*/ 27343 w 454962"/>
                <a:gd name="connsiteY59" fmla="*/ 205899 h 366821"/>
                <a:gd name="connsiteX60" fmla="*/ 31256 w 454962"/>
                <a:gd name="connsiteY60" fmla="*/ 197978 h 366821"/>
                <a:gd name="connsiteX61" fmla="*/ 37080 w 454962"/>
                <a:gd name="connsiteY61" fmla="*/ 191998 h 366821"/>
                <a:gd name="connsiteX62" fmla="*/ 39036 w 454962"/>
                <a:gd name="connsiteY62" fmla="*/ 178149 h 366821"/>
                <a:gd name="connsiteX63" fmla="*/ 40992 w 454962"/>
                <a:gd name="connsiteY63" fmla="*/ 176155 h 366821"/>
                <a:gd name="connsiteX64" fmla="*/ 46861 w 454962"/>
                <a:gd name="connsiteY64" fmla="*/ 176155 h 366821"/>
                <a:gd name="connsiteX65" fmla="*/ 60510 w 454962"/>
                <a:gd name="connsiteY65" fmla="*/ 184076 h 366821"/>
                <a:gd name="connsiteX66" fmla="*/ 66379 w 454962"/>
                <a:gd name="connsiteY66" fmla="*/ 184076 h 366821"/>
                <a:gd name="connsiteX67" fmla="*/ 68336 w 454962"/>
                <a:gd name="connsiteY67" fmla="*/ 184076 h 366821"/>
                <a:gd name="connsiteX68" fmla="*/ 68336 w 454962"/>
                <a:gd name="connsiteY68" fmla="*/ 182135 h 366821"/>
                <a:gd name="connsiteX69" fmla="*/ 68336 w 454962"/>
                <a:gd name="connsiteY69" fmla="*/ 124694 h 366821"/>
                <a:gd name="connsiteX70" fmla="*/ 68336 w 454962"/>
                <a:gd name="connsiteY70" fmla="*/ 77219 h 366821"/>
                <a:gd name="connsiteX71" fmla="*/ 101548 w 454962"/>
                <a:gd name="connsiteY71" fmla="*/ 77219 h 366821"/>
                <a:gd name="connsiteX72" fmla="*/ 101548 w 454962"/>
                <a:gd name="connsiteY72" fmla="*/ 17836 h 366821"/>
                <a:gd name="connsiteX73" fmla="*/ 267518 w 454962"/>
                <a:gd name="connsiteY73" fmla="*/ 17836 h 366821"/>
                <a:gd name="connsiteX74" fmla="*/ 290948 w 454962"/>
                <a:gd name="connsiteY74" fmla="*/ 19777 h 366821"/>
                <a:gd name="connsiteX75" fmla="*/ 316335 w 454962"/>
                <a:gd name="connsiteY75" fmla="*/ 25757 h 366821"/>
                <a:gd name="connsiteX76" fmla="*/ 335853 w 454962"/>
                <a:gd name="connsiteY76" fmla="*/ 29692 h 366821"/>
                <a:gd name="connsiteX77" fmla="*/ 347546 w 454962"/>
                <a:gd name="connsiteY77" fmla="*/ 33678 h 366821"/>
                <a:gd name="connsiteX78" fmla="*/ 351458 w 454962"/>
                <a:gd name="connsiteY78" fmla="*/ 33678 h 366821"/>
                <a:gd name="connsiteX79" fmla="*/ 357327 w 454962"/>
                <a:gd name="connsiteY79" fmla="*/ 29692 h 366821"/>
                <a:gd name="connsiteX80" fmla="*/ 363196 w 454962"/>
                <a:gd name="connsiteY80" fmla="*/ 19777 h 366821"/>
                <a:gd name="connsiteX81" fmla="*/ 378802 w 454962"/>
                <a:gd name="connsiteY81" fmla="*/ 7921 h 366821"/>
                <a:gd name="connsiteX82" fmla="*/ 394452 w 454962"/>
                <a:gd name="connsiteY82" fmla="*/ 0 h 366821"/>
                <a:gd name="connsiteX0" fmla="*/ 394452 w 454962"/>
                <a:gd name="connsiteY0" fmla="*/ 0 h 366821"/>
                <a:gd name="connsiteX1" fmla="*/ 402232 w 454962"/>
                <a:gd name="connsiteY1" fmla="*/ 5928 h 366821"/>
                <a:gd name="connsiteX2" fmla="*/ 406145 w 454962"/>
                <a:gd name="connsiteY2" fmla="*/ 7921 h 366821"/>
                <a:gd name="connsiteX3" fmla="*/ 406145 w 454962"/>
                <a:gd name="connsiteY3" fmla="*/ 13849 h 366821"/>
                <a:gd name="connsiteX4" fmla="*/ 406145 w 454962"/>
                <a:gd name="connsiteY4" fmla="*/ 19777 h 366821"/>
                <a:gd name="connsiteX5" fmla="*/ 410057 w 454962"/>
                <a:gd name="connsiteY5" fmla="*/ 41547 h 366821"/>
                <a:gd name="connsiteX6" fmla="*/ 413970 w 454962"/>
                <a:gd name="connsiteY6" fmla="*/ 67304 h 366821"/>
                <a:gd name="connsiteX7" fmla="*/ 415926 w 454962"/>
                <a:gd name="connsiteY7" fmla="*/ 79160 h 366821"/>
                <a:gd name="connsiteX8" fmla="*/ 423706 w 454962"/>
                <a:gd name="connsiteY8" fmla="*/ 93061 h 366821"/>
                <a:gd name="connsiteX9" fmla="*/ 431532 w 454962"/>
                <a:gd name="connsiteY9" fmla="*/ 104917 h 366821"/>
                <a:gd name="connsiteX10" fmla="*/ 437401 w 454962"/>
                <a:gd name="connsiteY10" fmla="*/ 112838 h 366821"/>
                <a:gd name="connsiteX11" fmla="*/ 445181 w 454962"/>
                <a:gd name="connsiteY11" fmla="*/ 120759 h 366821"/>
                <a:gd name="connsiteX12" fmla="*/ 454962 w 454962"/>
                <a:gd name="connsiteY12" fmla="*/ 132615 h 366821"/>
                <a:gd name="connsiteX13" fmla="*/ 451050 w 454962"/>
                <a:gd name="connsiteY13" fmla="*/ 140536 h 366821"/>
                <a:gd name="connsiteX14" fmla="*/ 443224 w 454962"/>
                <a:gd name="connsiteY14" fmla="*/ 144523 h 366821"/>
                <a:gd name="connsiteX15" fmla="*/ 435444 w 454962"/>
                <a:gd name="connsiteY15" fmla="*/ 150451 h 366821"/>
                <a:gd name="connsiteX16" fmla="*/ 425663 w 454962"/>
                <a:gd name="connsiteY16" fmla="*/ 154385 h 366821"/>
                <a:gd name="connsiteX17" fmla="*/ 415926 w 454962"/>
                <a:gd name="connsiteY17" fmla="*/ 162306 h 366821"/>
                <a:gd name="connsiteX18" fmla="*/ 412014 w 454962"/>
                <a:gd name="connsiteY18" fmla="*/ 166293 h 366821"/>
                <a:gd name="connsiteX19" fmla="*/ 410057 w 454962"/>
                <a:gd name="connsiteY19" fmla="*/ 174214 h 366821"/>
                <a:gd name="connsiteX20" fmla="*/ 404188 w 454962"/>
                <a:gd name="connsiteY20" fmla="*/ 195984 h 366821"/>
                <a:gd name="connsiteX21" fmla="*/ 402232 w 454962"/>
                <a:gd name="connsiteY21" fmla="*/ 219748 h 366821"/>
                <a:gd name="connsiteX22" fmla="*/ 400276 w 454962"/>
                <a:gd name="connsiteY22" fmla="*/ 235590 h 366821"/>
                <a:gd name="connsiteX23" fmla="*/ 398319 w 454962"/>
                <a:gd name="connsiteY23" fmla="*/ 245453 h 366821"/>
                <a:gd name="connsiteX24" fmla="*/ 398319 w 454962"/>
                <a:gd name="connsiteY24" fmla="*/ 257361 h 366821"/>
                <a:gd name="connsiteX25" fmla="*/ 394452 w 454962"/>
                <a:gd name="connsiteY25" fmla="*/ 269216 h 366821"/>
                <a:gd name="connsiteX26" fmla="*/ 392496 w 454962"/>
                <a:gd name="connsiteY26" fmla="*/ 279131 h 366821"/>
                <a:gd name="connsiteX27" fmla="*/ 388583 w 454962"/>
                <a:gd name="connsiteY27" fmla="*/ 287052 h 366821"/>
                <a:gd name="connsiteX28" fmla="*/ 380758 w 454962"/>
                <a:gd name="connsiteY28" fmla="*/ 292980 h 366821"/>
                <a:gd name="connsiteX29" fmla="*/ 372933 w 454962"/>
                <a:gd name="connsiteY29" fmla="*/ 298908 h 366821"/>
                <a:gd name="connsiteX30" fmla="*/ 367109 w 454962"/>
                <a:gd name="connsiteY30" fmla="*/ 304835 h 366821"/>
                <a:gd name="connsiteX31" fmla="*/ 361240 w 454962"/>
                <a:gd name="connsiteY31" fmla="*/ 314750 h 366821"/>
                <a:gd name="connsiteX32" fmla="*/ 359284 w 454962"/>
                <a:gd name="connsiteY32" fmla="*/ 322671 h 366821"/>
                <a:gd name="connsiteX33" fmla="*/ 357327 w 454962"/>
                <a:gd name="connsiteY33" fmla="*/ 332586 h 366821"/>
                <a:gd name="connsiteX34" fmla="*/ 351458 w 454962"/>
                <a:gd name="connsiteY34" fmla="*/ 340507 h 366821"/>
                <a:gd name="connsiteX35" fmla="*/ 347546 w 454962"/>
                <a:gd name="connsiteY35" fmla="*/ 342448 h 366821"/>
                <a:gd name="connsiteX36" fmla="*/ 343679 w 454962"/>
                <a:gd name="connsiteY36" fmla="*/ 350369 h 366821"/>
                <a:gd name="connsiteX37" fmla="*/ 325478 w 454962"/>
                <a:gd name="connsiteY37" fmla="*/ 339630 h 366821"/>
                <a:gd name="connsiteX38" fmla="*/ 315192 w 454962"/>
                <a:gd name="connsiteY38" fmla="*/ 313903 h 366821"/>
                <a:gd name="connsiteX39" fmla="*/ 318449 w 454962"/>
                <a:gd name="connsiteY39" fmla="*/ 296644 h 366821"/>
                <a:gd name="connsiteX40" fmla="*/ 106789 w 454962"/>
                <a:gd name="connsiteY40" fmla="*/ 347240 h 366821"/>
                <a:gd name="connsiteX41" fmla="*/ 94106 w 454962"/>
                <a:gd name="connsiteY41" fmla="*/ 364608 h 366821"/>
                <a:gd name="connsiteX42" fmla="*/ 72248 w 454962"/>
                <a:gd name="connsiteY42" fmla="*/ 366212 h 366821"/>
                <a:gd name="connsiteX43" fmla="*/ 76161 w 454962"/>
                <a:gd name="connsiteY43" fmla="*/ 356297 h 366821"/>
                <a:gd name="connsiteX44" fmla="*/ 70292 w 454962"/>
                <a:gd name="connsiteY44" fmla="*/ 346435 h 366821"/>
                <a:gd name="connsiteX45" fmla="*/ 62467 w 454962"/>
                <a:gd name="connsiteY45" fmla="*/ 336520 h 366821"/>
                <a:gd name="connsiteX46" fmla="*/ 50774 w 454962"/>
                <a:gd name="connsiteY46" fmla="*/ 330592 h 366821"/>
                <a:gd name="connsiteX47" fmla="*/ 37080 w 454962"/>
                <a:gd name="connsiteY47" fmla="*/ 324665 h 366821"/>
                <a:gd name="connsiteX48" fmla="*/ 37080 w 454962"/>
                <a:gd name="connsiteY48" fmla="*/ 318684 h 366821"/>
                <a:gd name="connsiteX49" fmla="*/ 23431 w 454962"/>
                <a:gd name="connsiteY49" fmla="*/ 294973 h 366821"/>
                <a:gd name="connsiteX50" fmla="*/ 15605 w 454962"/>
                <a:gd name="connsiteY50" fmla="*/ 288993 h 366821"/>
                <a:gd name="connsiteX51" fmla="*/ 7826 w 454962"/>
                <a:gd name="connsiteY51" fmla="*/ 283065 h 366821"/>
                <a:gd name="connsiteX52" fmla="*/ 3913 w 454962"/>
                <a:gd name="connsiteY52" fmla="*/ 281072 h 366821"/>
                <a:gd name="connsiteX53" fmla="*/ 0 w 454962"/>
                <a:gd name="connsiteY53" fmla="*/ 277137 h 366821"/>
                <a:gd name="connsiteX54" fmla="*/ 0 w 454962"/>
                <a:gd name="connsiteY54" fmla="*/ 269216 h 366821"/>
                <a:gd name="connsiteX55" fmla="*/ 3913 w 454962"/>
                <a:gd name="connsiteY55" fmla="*/ 263288 h 366821"/>
                <a:gd name="connsiteX56" fmla="*/ 5869 w 454962"/>
                <a:gd name="connsiteY56" fmla="*/ 245453 h 366821"/>
                <a:gd name="connsiteX57" fmla="*/ 7826 w 454962"/>
                <a:gd name="connsiteY57" fmla="*/ 231604 h 366821"/>
                <a:gd name="connsiteX58" fmla="*/ 13649 w 454962"/>
                <a:gd name="connsiteY58" fmla="*/ 223682 h 366821"/>
                <a:gd name="connsiteX59" fmla="*/ 27343 w 454962"/>
                <a:gd name="connsiteY59" fmla="*/ 205899 h 366821"/>
                <a:gd name="connsiteX60" fmla="*/ 31256 w 454962"/>
                <a:gd name="connsiteY60" fmla="*/ 197978 h 366821"/>
                <a:gd name="connsiteX61" fmla="*/ 37080 w 454962"/>
                <a:gd name="connsiteY61" fmla="*/ 191998 h 366821"/>
                <a:gd name="connsiteX62" fmla="*/ 39036 w 454962"/>
                <a:gd name="connsiteY62" fmla="*/ 178149 h 366821"/>
                <a:gd name="connsiteX63" fmla="*/ 40992 w 454962"/>
                <a:gd name="connsiteY63" fmla="*/ 176155 h 366821"/>
                <a:gd name="connsiteX64" fmla="*/ 46861 w 454962"/>
                <a:gd name="connsiteY64" fmla="*/ 176155 h 366821"/>
                <a:gd name="connsiteX65" fmla="*/ 60510 w 454962"/>
                <a:gd name="connsiteY65" fmla="*/ 184076 h 366821"/>
                <a:gd name="connsiteX66" fmla="*/ 66379 w 454962"/>
                <a:gd name="connsiteY66" fmla="*/ 184076 h 366821"/>
                <a:gd name="connsiteX67" fmla="*/ 68336 w 454962"/>
                <a:gd name="connsiteY67" fmla="*/ 184076 h 366821"/>
                <a:gd name="connsiteX68" fmla="*/ 68336 w 454962"/>
                <a:gd name="connsiteY68" fmla="*/ 182135 h 366821"/>
                <a:gd name="connsiteX69" fmla="*/ 68336 w 454962"/>
                <a:gd name="connsiteY69" fmla="*/ 124694 h 366821"/>
                <a:gd name="connsiteX70" fmla="*/ 68336 w 454962"/>
                <a:gd name="connsiteY70" fmla="*/ 77219 h 366821"/>
                <a:gd name="connsiteX71" fmla="*/ 101548 w 454962"/>
                <a:gd name="connsiteY71" fmla="*/ 77219 h 366821"/>
                <a:gd name="connsiteX72" fmla="*/ 101548 w 454962"/>
                <a:gd name="connsiteY72" fmla="*/ 17836 h 366821"/>
                <a:gd name="connsiteX73" fmla="*/ 267518 w 454962"/>
                <a:gd name="connsiteY73" fmla="*/ 17836 h 366821"/>
                <a:gd name="connsiteX74" fmla="*/ 290948 w 454962"/>
                <a:gd name="connsiteY74" fmla="*/ 19777 h 366821"/>
                <a:gd name="connsiteX75" fmla="*/ 316335 w 454962"/>
                <a:gd name="connsiteY75" fmla="*/ 25757 h 366821"/>
                <a:gd name="connsiteX76" fmla="*/ 335853 w 454962"/>
                <a:gd name="connsiteY76" fmla="*/ 29692 h 366821"/>
                <a:gd name="connsiteX77" fmla="*/ 347546 w 454962"/>
                <a:gd name="connsiteY77" fmla="*/ 33678 h 366821"/>
                <a:gd name="connsiteX78" fmla="*/ 351458 w 454962"/>
                <a:gd name="connsiteY78" fmla="*/ 33678 h 366821"/>
                <a:gd name="connsiteX79" fmla="*/ 357327 w 454962"/>
                <a:gd name="connsiteY79" fmla="*/ 29692 h 366821"/>
                <a:gd name="connsiteX80" fmla="*/ 363196 w 454962"/>
                <a:gd name="connsiteY80" fmla="*/ 19777 h 366821"/>
                <a:gd name="connsiteX81" fmla="*/ 378802 w 454962"/>
                <a:gd name="connsiteY81" fmla="*/ 7921 h 366821"/>
                <a:gd name="connsiteX82" fmla="*/ 394452 w 454962"/>
                <a:gd name="connsiteY82" fmla="*/ 0 h 366821"/>
                <a:gd name="connsiteX0" fmla="*/ 394452 w 454962"/>
                <a:gd name="connsiteY0" fmla="*/ 0 h 366821"/>
                <a:gd name="connsiteX1" fmla="*/ 402232 w 454962"/>
                <a:gd name="connsiteY1" fmla="*/ 5928 h 366821"/>
                <a:gd name="connsiteX2" fmla="*/ 406145 w 454962"/>
                <a:gd name="connsiteY2" fmla="*/ 7921 h 366821"/>
                <a:gd name="connsiteX3" fmla="*/ 406145 w 454962"/>
                <a:gd name="connsiteY3" fmla="*/ 13849 h 366821"/>
                <a:gd name="connsiteX4" fmla="*/ 406145 w 454962"/>
                <a:gd name="connsiteY4" fmla="*/ 19777 h 366821"/>
                <a:gd name="connsiteX5" fmla="*/ 410057 w 454962"/>
                <a:gd name="connsiteY5" fmla="*/ 41547 h 366821"/>
                <a:gd name="connsiteX6" fmla="*/ 413970 w 454962"/>
                <a:gd name="connsiteY6" fmla="*/ 67304 h 366821"/>
                <a:gd name="connsiteX7" fmla="*/ 415926 w 454962"/>
                <a:gd name="connsiteY7" fmla="*/ 79160 h 366821"/>
                <a:gd name="connsiteX8" fmla="*/ 423706 w 454962"/>
                <a:gd name="connsiteY8" fmla="*/ 93061 h 366821"/>
                <a:gd name="connsiteX9" fmla="*/ 431532 w 454962"/>
                <a:gd name="connsiteY9" fmla="*/ 104917 h 366821"/>
                <a:gd name="connsiteX10" fmla="*/ 437401 w 454962"/>
                <a:gd name="connsiteY10" fmla="*/ 112838 h 366821"/>
                <a:gd name="connsiteX11" fmla="*/ 445181 w 454962"/>
                <a:gd name="connsiteY11" fmla="*/ 120759 h 366821"/>
                <a:gd name="connsiteX12" fmla="*/ 454962 w 454962"/>
                <a:gd name="connsiteY12" fmla="*/ 132615 h 366821"/>
                <a:gd name="connsiteX13" fmla="*/ 451050 w 454962"/>
                <a:gd name="connsiteY13" fmla="*/ 140536 h 366821"/>
                <a:gd name="connsiteX14" fmla="*/ 443224 w 454962"/>
                <a:gd name="connsiteY14" fmla="*/ 144523 h 366821"/>
                <a:gd name="connsiteX15" fmla="*/ 435444 w 454962"/>
                <a:gd name="connsiteY15" fmla="*/ 150451 h 366821"/>
                <a:gd name="connsiteX16" fmla="*/ 425663 w 454962"/>
                <a:gd name="connsiteY16" fmla="*/ 154385 h 366821"/>
                <a:gd name="connsiteX17" fmla="*/ 415926 w 454962"/>
                <a:gd name="connsiteY17" fmla="*/ 162306 h 366821"/>
                <a:gd name="connsiteX18" fmla="*/ 412014 w 454962"/>
                <a:gd name="connsiteY18" fmla="*/ 166293 h 366821"/>
                <a:gd name="connsiteX19" fmla="*/ 410057 w 454962"/>
                <a:gd name="connsiteY19" fmla="*/ 174214 h 366821"/>
                <a:gd name="connsiteX20" fmla="*/ 404188 w 454962"/>
                <a:gd name="connsiteY20" fmla="*/ 195984 h 366821"/>
                <a:gd name="connsiteX21" fmla="*/ 402232 w 454962"/>
                <a:gd name="connsiteY21" fmla="*/ 219748 h 366821"/>
                <a:gd name="connsiteX22" fmla="*/ 400276 w 454962"/>
                <a:gd name="connsiteY22" fmla="*/ 235590 h 366821"/>
                <a:gd name="connsiteX23" fmla="*/ 398319 w 454962"/>
                <a:gd name="connsiteY23" fmla="*/ 245453 h 366821"/>
                <a:gd name="connsiteX24" fmla="*/ 398319 w 454962"/>
                <a:gd name="connsiteY24" fmla="*/ 257361 h 366821"/>
                <a:gd name="connsiteX25" fmla="*/ 394452 w 454962"/>
                <a:gd name="connsiteY25" fmla="*/ 269216 h 366821"/>
                <a:gd name="connsiteX26" fmla="*/ 392496 w 454962"/>
                <a:gd name="connsiteY26" fmla="*/ 279131 h 366821"/>
                <a:gd name="connsiteX27" fmla="*/ 388583 w 454962"/>
                <a:gd name="connsiteY27" fmla="*/ 287052 h 366821"/>
                <a:gd name="connsiteX28" fmla="*/ 380758 w 454962"/>
                <a:gd name="connsiteY28" fmla="*/ 292980 h 366821"/>
                <a:gd name="connsiteX29" fmla="*/ 372933 w 454962"/>
                <a:gd name="connsiteY29" fmla="*/ 298908 h 366821"/>
                <a:gd name="connsiteX30" fmla="*/ 367109 w 454962"/>
                <a:gd name="connsiteY30" fmla="*/ 304835 h 366821"/>
                <a:gd name="connsiteX31" fmla="*/ 361240 w 454962"/>
                <a:gd name="connsiteY31" fmla="*/ 314750 h 366821"/>
                <a:gd name="connsiteX32" fmla="*/ 359284 w 454962"/>
                <a:gd name="connsiteY32" fmla="*/ 322671 h 366821"/>
                <a:gd name="connsiteX33" fmla="*/ 357327 w 454962"/>
                <a:gd name="connsiteY33" fmla="*/ 332586 h 366821"/>
                <a:gd name="connsiteX34" fmla="*/ 351458 w 454962"/>
                <a:gd name="connsiteY34" fmla="*/ 340507 h 366821"/>
                <a:gd name="connsiteX35" fmla="*/ 347546 w 454962"/>
                <a:gd name="connsiteY35" fmla="*/ 342448 h 366821"/>
                <a:gd name="connsiteX36" fmla="*/ 343679 w 454962"/>
                <a:gd name="connsiteY36" fmla="*/ 350369 h 366821"/>
                <a:gd name="connsiteX37" fmla="*/ 325478 w 454962"/>
                <a:gd name="connsiteY37" fmla="*/ 339630 h 366821"/>
                <a:gd name="connsiteX38" fmla="*/ 315192 w 454962"/>
                <a:gd name="connsiteY38" fmla="*/ 313903 h 366821"/>
                <a:gd name="connsiteX39" fmla="*/ 318449 w 454962"/>
                <a:gd name="connsiteY39" fmla="*/ 296644 h 366821"/>
                <a:gd name="connsiteX40" fmla="*/ 120806 w 454962"/>
                <a:gd name="connsiteY40" fmla="*/ 339507 h 366821"/>
                <a:gd name="connsiteX41" fmla="*/ 106789 w 454962"/>
                <a:gd name="connsiteY41" fmla="*/ 347240 h 366821"/>
                <a:gd name="connsiteX42" fmla="*/ 94106 w 454962"/>
                <a:gd name="connsiteY42" fmla="*/ 364608 h 366821"/>
                <a:gd name="connsiteX43" fmla="*/ 72248 w 454962"/>
                <a:gd name="connsiteY43" fmla="*/ 366212 h 366821"/>
                <a:gd name="connsiteX44" fmla="*/ 76161 w 454962"/>
                <a:gd name="connsiteY44" fmla="*/ 356297 h 366821"/>
                <a:gd name="connsiteX45" fmla="*/ 70292 w 454962"/>
                <a:gd name="connsiteY45" fmla="*/ 346435 h 366821"/>
                <a:gd name="connsiteX46" fmla="*/ 62467 w 454962"/>
                <a:gd name="connsiteY46" fmla="*/ 336520 h 366821"/>
                <a:gd name="connsiteX47" fmla="*/ 50774 w 454962"/>
                <a:gd name="connsiteY47" fmla="*/ 330592 h 366821"/>
                <a:gd name="connsiteX48" fmla="*/ 37080 w 454962"/>
                <a:gd name="connsiteY48" fmla="*/ 324665 h 366821"/>
                <a:gd name="connsiteX49" fmla="*/ 37080 w 454962"/>
                <a:gd name="connsiteY49" fmla="*/ 318684 h 366821"/>
                <a:gd name="connsiteX50" fmla="*/ 23431 w 454962"/>
                <a:gd name="connsiteY50" fmla="*/ 294973 h 366821"/>
                <a:gd name="connsiteX51" fmla="*/ 15605 w 454962"/>
                <a:gd name="connsiteY51" fmla="*/ 288993 h 366821"/>
                <a:gd name="connsiteX52" fmla="*/ 7826 w 454962"/>
                <a:gd name="connsiteY52" fmla="*/ 283065 h 366821"/>
                <a:gd name="connsiteX53" fmla="*/ 3913 w 454962"/>
                <a:gd name="connsiteY53" fmla="*/ 281072 h 366821"/>
                <a:gd name="connsiteX54" fmla="*/ 0 w 454962"/>
                <a:gd name="connsiteY54" fmla="*/ 277137 h 366821"/>
                <a:gd name="connsiteX55" fmla="*/ 0 w 454962"/>
                <a:gd name="connsiteY55" fmla="*/ 269216 h 366821"/>
                <a:gd name="connsiteX56" fmla="*/ 3913 w 454962"/>
                <a:gd name="connsiteY56" fmla="*/ 263288 h 366821"/>
                <a:gd name="connsiteX57" fmla="*/ 5869 w 454962"/>
                <a:gd name="connsiteY57" fmla="*/ 245453 h 366821"/>
                <a:gd name="connsiteX58" fmla="*/ 7826 w 454962"/>
                <a:gd name="connsiteY58" fmla="*/ 231604 h 366821"/>
                <a:gd name="connsiteX59" fmla="*/ 13649 w 454962"/>
                <a:gd name="connsiteY59" fmla="*/ 223682 h 366821"/>
                <a:gd name="connsiteX60" fmla="*/ 27343 w 454962"/>
                <a:gd name="connsiteY60" fmla="*/ 205899 h 366821"/>
                <a:gd name="connsiteX61" fmla="*/ 31256 w 454962"/>
                <a:gd name="connsiteY61" fmla="*/ 197978 h 366821"/>
                <a:gd name="connsiteX62" fmla="*/ 37080 w 454962"/>
                <a:gd name="connsiteY62" fmla="*/ 191998 h 366821"/>
                <a:gd name="connsiteX63" fmla="*/ 39036 w 454962"/>
                <a:gd name="connsiteY63" fmla="*/ 178149 h 366821"/>
                <a:gd name="connsiteX64" fmla="*/ 40992 w 454962"/>
                <a:gd name="connsiteY64" fmla="*/ 176155 h 366821"/>
                <a:gd name="connsiteX65" fmla="*/ 46861 w 454962"/>
                <a:gd name="connsiteY65" fmla="*/ 176155 h 366821"/>
                <a:gd name="connsiteX66" fmla="*/ 60510 w 454962"/>
                <a:gd name="connsiteY66" fmla="*/ 184076 h 366821"/>
                <a:gd name="connsiteX67" fmla="*/ 66379 w 454962"/>
                <a:gd name="connsiteY67" fmla="*/ 184076 h 366821"/>
                <a:gd name="connsiteX68" fmla="*/ 68336 w 454962"/>
                <a:gd name="connsiteY68" fmla="*/ 184076 h 366821"/>
                <a:gd name="connsiteX69" fmla="*/ 68336 w 454962"/>
                <a:gd name="connsiteY69" fmla="*/ 182135 h 366821"/>
                <a:gd name="connsiteX70" fmla="*/ 68336 w 454962"/>
                <a:gd name="connsiteY70" fmla="*/ 124694 h 366821"/>
                <a:gd name="connsiteX71" fmla="*/ 68336 w 454962"/>
                <a:gd name="connsiteY71" fmla="*/ 77219 h 366821"/>
                <a:gd name="connsiteX72" fmla="*/ 101548 w 454962"/>
                <a:gd name="connsiteY72" fmla="*/ 77219 h 366821"/>
                <a:gd name="connsiteX73" fmla="*/ 101548 w 454962"/>
                <a:gd name="connsiteY73" fmla="*/ 17836 h 366821"/>
                <a:gd name="connsiteX74" fmla="*/ 267518 w 454962"/>
                <a:gd name="connsiteY74" fmla="*/ 17836 h 366821"/>
                <a:gd name="connsiteX75" fmla="*/ 290948 w 454962"/>
                <a:gd name="connsiteY75" fmla="*/ 19777 h 366821"/>
                <a:gd name="connsiteX76" fmla="*/ 316335 w 454962"/>
                <a:gd name="connsiteY76" fmla="*/ 25757 h 366821"/>
                <a:gd name="connsiteX77" fmla="*/ 335853 w 454962"/>
                <a:gd name="connsiteY77" fmla="*/ 29692 h 366821"/>
                <a:gd name="connsiteX78" fmla="*/ 347546 w 454962"/>
                <a:gd name="connsiteY78" fmla="*/ 33678 h 366821"/>
                <a:gd name="connsiteX79" fmla="*/ 351458 w 454962"/>
                <a:gd name="connsiteY79" fmla="*/ 33678 h 366821"/>
                <a:gd name="connsiteX80" fmla="*/ 357327 w 454962"/>
                <a:gd name="connsiteY80" fmla="*/ 29692 h 366821"/>
                <a:gd name="connsiteX81" fmla="*/ 363196 w 454962"/>
                <a:gd name="connsiteY81" fmla="*/ 19777 h 366821"/>
                <a:gd name="connsiteX82" fmla="*/ 378802 w 454962"/>
                <a:gd name="connsiteY82" fmla="*/ 7921 h 366821"/>
                <a:gd name="connsiteX83" fmla="*/ 394452 w 454962"/>
                <a:gd name="connsiteY83" fmla="*/ 0 h 366821"/>
                <a:gd name="connsiteX0" fmla="*/ 394452 w 454962"/>
                <a:gd name="connsiteY0" fmla="*/ 0 h 366821"/>
                <a:gd name="connsiteX1" fmla="*/ 402232 w 454962"/>
                <a:gd name="connsiteY1" fmla="*/ 5928 h 366821"/>
                <a:gd name="connsiteX2" fmla="*/ 406145 w 454962"/>
                <a:gd name="connsiteY2" fmla="*/ 7921 h 366821"/>
                <a:gd name="connsiteX3" fmla="*/ 406145 w 454962"/>
                <a:gd name="connsiteY3" fmla="*/ 13849 h 366821"/>
                <a:gd name="connsiteX4" fmla="*/ 406145 w 454962"/>
                <a:gd name="connsiteY4" fmla="*/ 19777 h 366821"/>
                <a:gd name="connsiteX5" fmla="*/ 410057 w 454962"/>
                <a:gd name="connsiteY5" fmla="*/ 41547 h 366821"/>
                <a:gd name="connsiteX6" fmla="*/ 413970 w 454962"/>
                <a:gd name="connsiteY6" fmla="*/ 67304 h 366821"/>
                <a:gd name="connsiteX7" fmla="*/ 415926 w 454962"/>
                <a:gd name="connsiteY7" fmla="*/ 79160 h 366821"/>
                <a:gd name="connsiteX8" fmla="*/ 423706 w 454962"/>
                <a:gd name="connsiteY8" fmla="*/ 93061 h 366821"/>
                <a:gd name="connsiteX9" fmla="*/ 431532 w 454962"/>
                <a:gd name="connsiteY9" fmla="*/ 104917 h 366821"/>
                <a:gd name="connsiteX10" fmla="*/ 437401 w 454962"/>
                <a:gd name="connsiteY10" fmla="*/ 112838 h 366821"/>
                <a:gd name="connsiteX11" fmla="*/ 445181 w 454962"/>
                <a:gd name="connsiteY11" fmla="*/ 120759 h 366821"/>
                <a:gd name="connsiteX12" fmla="*/ 454962 w 454962"/>
                <a:gd name="connsiteY12" fmla="*/ 132615 h 366821"/>
                <a:gd name="connsiteX13" fmla="*/ 451050 w 454962"/>
                <a:gd name="connsiteY13" fmla="*/ 140536 h 366821"/>
                <a:gd name="connsiteX14" fmla="*/ 443224 w 454962"/>
                <a:gd name="connsiteY14" fmla="*/ 144523 h 366821"/>
                <a:gd name="connsiteX15" fmla="*/ 435444 w 454962"/>
                <a:gd name="connsiteY15" fmla="*/ 150451 h 366821"/>
                <a:gd name="connsiteX16" fmla="*/ 425663 w 454962"/>
                <a:gd name="connsiteY16" fmla="*/ 154385 h 366821"/>
                <a:gd name="connsiteX17" fmla="*/ 415926 w 454962"/>
                <a:gd name="connsiteY17" fmla="*/ 162306 h 366821"/>
                <a:gd name="connsiteX18" fmla="*/ 412014 w 454962"/>
                <a:gd name="connsiteY18" fmla="*/ 166293 h 366821"/>
                <a:gd name="connsiteX19" fmla="*/ 410057 w 454962"/>
                <a:gd name="connsiteY19" fmla="*/ 174214 h 366821"/>
                <a:gd name="connsiteX20" fmla="*/ 404188 w 454962"/>
                <a:gd name="connsiteY20" fmla="*/ 195984 h 366821"/>
                <a:gd name="connsiteX21" fmla="*/ 402232 w 454962"/>
                <a:gd name="connsiteY21" fmla="*/ 219748 h 366821"/>
                <a:gd name="connsiteX22" fmla="*/ 400276 w 454962"/>
                <a:gd name="connsiteY22" fmla="*/ 235590 h 366821"/>
                <a:gd name="connsiteX23" fmla="*/ 398319 w 454962"/>
                <a:gd name="connsiteY23" fmla="*/ 245453 h 366821"/>
                <a:gd name="connsiteX24" fmla="*/ 398319 w 454962"/>
                <a:gd name="connsiteY24" fmla="*/ 257361 h 366821"/>
                <a:gd name="connsiteX25" fmla="*/ 394452 w 454962"/>
                <a:gd name="connsiteY25" fmla="*/ 269216 h 366821"/>
                <a:gd name="connsiteX26" fmla="*/ 392496 w 454962"/>
                <a:gd name="connsiteY26" fmla="*/ 279131 h 366821"/>
                <a:gd name="connsiteX27" fmla="*/ 388583 w 454962"/>
                <a:gd name="connsiteY27" fmla="*/ 287052 h 366821"/>
                <a:gd name="connsiteX28" fmla="*/ 380758 w 454962"/>
                <a:gd name="connsiteY28" fmla="*/ 292980 h 366821"/>
                <a:gd name="connsiteX29" fmla="*/ 372933 w 454962"/>
                <a:gd name="connsiteY29" fmla="*/ 298908 h 366821"/>
                <a:gd name="connsiteX30" fmla="*/ 367109 w 454962"/>
                <a:gd name="connsiteY30" fmla="*/ 304835 h 366821"/>
                <a:gd name="connsiteX31" fmla="*/ 361240 w 454962"/>
                <a:gd name="connsiteY31" fmla="*/ 314750 h 366821"/>
                <a:gd name="connsiteX32" fmla="*/ 359284 w 454962"/>
                <a:gd name="connsiteY32" fmla="*/ 322671 h 366821"/>
                <a:gd name="connsiteX33" fmla="*/ 357327 w 454962"/>
                <a:gd name="connsiteY33" fmla="*/ 332586 h 366821"/>
                <a:gd name="connsiteX34" fmla="*/ 351458 w 454962"/>
                <a:gd name="connsiteY34" fmla="*/ 340507 h 366821"/>
                <a:gd name="connsiteX35" fmla="*/ 347546 w 454962"/>
                <a:gd name="connsiteY35" fmla="*/ 342448 h 366821"/>
                <a:gd name="connsiteX36" fmla="*/ 343679 w 454962"/>
                <a:gd name="connsiteY36" fmla="*/ 350369 h 366821"/>
                <a:gd name="connsiteX37" fmla="*/ 325478 w 454962"/>
                <a:gd name="connsiteY37" fmla="*/ 339630 h 366821"/>
                <a:gd name="connsiteX38" fmla="*/ 315192 w 454962"/>
                <a:gd name="connsiteY38" fmla="*/ 313903 h 366821"/>
                <a:gd name="connsiteX39" fmla="*/ 318449 w 454962"/>
                <a:gd name="connsiteY39" fmla="*/ 296644 h 366821"/>
                <a:gd name="connsiteX40" fmla="*/ 151763 w 454962"/>
                <a:gd name="connsiteY40" fmla="*/ 337126 h 366821"/>
                <a:gd name="connsiteX41" fmla="*/ 120806 w 454962"/>
                <a:gd name="connsiteY41" fmla="*/ 339507 h 366821"/>
                <a:gd name="connsiteX42" fmla="*/ 106789 w 454962"/>
                <a:gd name="connsiteY42" fmla="*/ 347240 h 366821"/>
                <a:gd name="connsiteX43" fmla="*/ 94106 w 454962"/>
                <a:gd name="connsiteY43" fmla="*/ 364608 h 366821"/>
                <a:gd name="connsiteX44" fmla="*/ 72248 w 454962"/>
                <a:gd name="connsiteY44" fmla="*/ 366212 h 366821"/>
                <a:gd name="connsiteX45" fmla="*/ 76161 w 454962"/>
                <a:gd name="connsiteY45" fmla="*/ 356297 h 366821"/>
                <a:gd name="connsiteX46" fmla="*/ 70292 w 454962"/>
                <a:gd name="connsiteY46" fmla="*/ 346435 h 366821"/>
                <a:gd name="connsiteX47" fmla="*/ 62467 w 454962"/>
                <a:gd name="connsiteY47" fmla="*/ 336520 h 366821"/>
                <a:gd name="connsiteX48" fmla="*/ 50774 w 454962"/>
                <a:gd name="connsiteY48" fmla="*/ 330592 h 366821"/>
                <a:gd name="connsiteX49" fmla="*/ 37080 w 454962"/>
                <a:gd name="connsiteY49" fmla="*/ 324665 h 366821"/>
                <a:gd name="connsiteX50" fmla="*/ 37080 w 454962"/>
                <a:gd name="connsiteY50" fmla="*/ 318684 h 366821"/>
                <a:gd name="connsiteX51" fmla="*/ 23431 w 454962"/>
                <a:gd name="connsiteY51" fmla="*/ 294973 h 366821"/>
                <a:gd name="connsiteX52" fmla="*/ 15605 w 454962"/>
                <a:gd name="connsiteY52" fmla="*/ 288993 h 366821"/>
                <a:gd name="connsiteX53" fmla="*/ 7826 w 454962"/>
                <a:gd name="connsiteY53" fmla="*/ 283065 h 366821"/>
                <a:gd name="connsiteX54" fmla="*/ 3913 w 454962"/>
                <a:gd name="connsiteY54" fmla="*/ 281072 h 366821"/>
                <a:gd name="connsiteX55" fmla="*/ 0 w 454962"/>
                <a:gd name="connsiteY55" fmla="*/ 277137 h 366821"/>
                <a:gd name="connsiteX56" fmla="*/ 0 w 454962"/>
                <a:gd name="connsiteY56" fmla="*/ 269216 h 366821"/>
                <a:gd name="connsiteX57" fmla="*/ 3913 w 454962"/>
                <a:gd name="connsiteY57" fmla="*/ 263288 h 366821"/>
                <a:gd name="connsiteX58" fmla="*/ 5869 w 454962"/>
                <a:gd name="connsiteY58" fmla="*/ 245453 h 366821"/>
                <a:gd name="connsiteX59" fmla="*/ 7826 w 454962"/>
                <a:gd name="connsiteY59" fmla="*/ 231604 h 366821"/>
                <a:gd name="connsiteX60" fmla="*/ 13649 w 454962"/>
                <a:gd name="connsiteY60" fmla="*/ 223682 h 366821"/>
                <a:gd name="connsiteX61" fmla="*/ 27343 w 454962"/>
                <a:gd name="connsiteY61" fmla="*/ 205899 h 366821"/>
                <a:gd name="connsiteX62" fmla="*/ 31256 w 454962"/>
                <a:gd name="connsiteY62" fmla="*/ 197978 h 366821"/>
                <a:gd name="connsiteX63" fmla="*/ 37080 w 454962"/>
                <a:gd name="connsiteY63" fmla="*/ 191998 h 366821"/>
                <a:gd name="connsiteX64" fmla="*/ 39036 w 454962"/>
                <a:gd name="connsiteY64" fmla="*/ 178149 h 366821"/>
                <a:gd name="connsiteX65" fmla="*/ 40992 w 454962"/>
                <a:gd name="connsiteY65" fmla="*/ 176155 h 366821"/>
                <a:gd name="connsiteX66" fmla="*/ 46861 w 454962"/>
                <a:gd name="connsiteY66" fmla="*/ 176155 h 366821"/>
                <a:gd name="connsiteX67" fmla="*/ 60510 w 454962"/>
                <a:gd name="connsiteY67" fmla="*/ 184076 h 366821"/>
                <a:gd name="connsiteX68" fmla="*/ 66379 w 454962"/>
                <a:gd name="connsiteY68" fmla="*/ 184076 h 366821"/>
                <a:gd name="connsiteX69" fmla="*/ 68336 w 454962"/>
                <a:gd name="connsiteY69" fmla="*/ 184076 h 366821"/>
                <a:gd name="connsiteX70" fmla="*/ 68336 w 454962"/>
                <a:gd name="connsiteY70" fmla="*/ 182135 h 366821"/>
                <a:gd name="connsiteX71" fmla="*/ 68336 w 454962"/>
                <a:gd name="connsiteY71" fmla="*/ 124694 h 366821"/>
                <a:gd name="connsiteX72" fmla="*/ 68336 w 454962"/>
                <a:gd name="connsiteY72" fmla="*/ 77219 h 366821"/>
                <a:gd name="connsiteX73" fmla="*/ 101548 w 454962"/>
                <a:gd name="connsiteY73" fmla="*/ 77219 h 366821"/>
                <a:gd name="connsiteX74" fmla="*/ 101548 w 454962"/>
                <a:gd name="connsiteY74" fmla="*/ 17836 h 366821"/>
                <a:gd name="connsiteX75" fmla="*/ 267518 w 454962"/>
                <a:gd name="connsiteY75" fmla="*/ 17836 h 366821"/>
                <a:gd name="connsiteX76" fmla="*/ 290948 w 454962"/>
                <a:gd name="connsiteY76" fmla="*/ 19777 h 366821"/>
                <a:gd name="connsiteX77" fmla="*/ 316335 w 454962"/>
                <a:gd name="connsiteY77" fmla="*/ 25757 h 366821"/>
                <a:gd name="connsiteX78" fmla="*/ 335853 w 454962"/>
                <a:gd name="connsiteY78" fmla="*/ 29692 h 366821"/>
                <a:gd name="connsiteX79" fmla="*/ 347546 w 454962"/>
                <a:gd name="connsiteY79" fmla="*/ 33678 h 366821"/>
                <a:gd name="connsiteX80" fmla="*/ 351458 w 454962"/>
                <a:gd name="connsiteY80" fmla="*/ 33678 h 366821"/>
                <a:gd name="connsiteX81" fmla="*/ 357327 w 454962"/>
                <a:gd name="connsiteY81" fmla="*/ 29692 h 366821"/>
                <a:gd name="connsiteX82" fmla="*/ 363196 w 454962"/>
                <a:gd name="connsiteY82" fmla="*/ 19777 h 366821"/>
                <a:gd name="connsiteX83" fmla="*/ 378802 w 454962"/>
                <a:gd name="connsiteY83" fmla="*/ 7921 h 366821"/>
                <a:gd name="connsiteX84" fmla="*/ 394452 w 454962"/>
                <a:gd name="connsiteY84" fmla="*/ 0 h 366821"/>
                <a:gd name="connsiteX0" fmla="*/ 394452 w 454962"/>
                <a:gd name="connsiteY0" fmla="*/ 0 h 366821"/>
                <a:gd name="connsiteX1" fmla="*/ 402232 w 454962"/>
                <a:gd name="connsiteY1" fmla="*/ 5928 h 366821"/>
                <a:gd name="connsiteX2" fmla="*/ 406145 w 454962"/>
                <a:gd name="connsiteY2" fmla="*/ 7921 h 366821"/>
                <a:gd name="connsiteX3" fmla="*/ 406145 w 454962"/>
                <a:gd name="connsiteY3" fmla="*/ 13849 h 366821"/>
                <a:gd name="connsiteX4" fmla="*/ 406145 w 454962"/>
                <a:gd name="connsiteY4" fmla="*/ 19777 h 366821"/>
                <a:gd name="connsiteX5" fmla="*/ 410057 w 454962"/>
                <a:gd name="connsiteY5" fmla="*/ 41547 h 366821"/>
                <a:gd name="connsiteX6" fmla="*/ 413970 w 454962"/>
                <a:gd name="connsiteY6" fmla="*/ 67304 h 366821"/>
                <a:gd name="connsiteX7" fmla="*/ 415926 w 454962"/>
                <a:gd name="connsiteY7" fmla="*/ 79160 h 366821"/>
                <a:gd name="connsiteX8" fmla="*/ 423706 w 454962"/>
                <a:gd name="connsiteY8" fmla="*/ 93061 h 366821"/>
                <a:gd name="connsiteX9" fmla="*/ 431532 w 454962"/>
                <a:gd name="connsiteY9" fmla="*/ 104917 h 366821"/>
                <a:gd name="connsiteX10" fmla="*/ 437401 w 454962"/>
                <a:gd name="connsiteY10" fmla="*/ 112838 h 366821"/>
                <a:gd name="connsiteX11" fmla="*/ 445181 w 454962"/>
                <a:gd name="connsiteY11" fmla="*/ 120759 h 366821"/>
                <a:gd name="connsiteX12" fmla="*/ 454962 w 454962"/>
                <a:gd name="connsiteY12" fmla="*/ 132615 h 366821"/>
                <a:gd name="connsiteX13" fmla="*/ 451050 w 454962"/>
                <a:gd name="connsiteY13" fmla="*/ 140536 h 366821"/>
                <a:gd name="connsiteX14" fmla="*/ 443224 w 454962"/>
                <a:gd name="connsiteY14" fmla="*/ 144523 h 366821"/>
                <a:gd name="connsiteX15" fmla="*/ 435444 w 454962"/>
                <a:gd name="connsiteY15" fmla="*/ 150451 h 366821"/>
                <a:gd name="connsiteX16" fmla="*/ 425663 w 454962"/>
                <a:gd name="connsiteY16" fmla="*/ 154385 h 366821"/>
                <a:gd name="connsiteX17" fmla="*/ 415926 w 454962"/>
                <a:gd name="connsiteY17" fmla="*/ 162306 h 366821"/>
                <a:gd name="connsiteX18" fmla="*/ 412014 w 454962"/>
                <a:gd name="connsiteY18" fmla="*/ 166293 h 366821"/>
                <a:gd name="connsiteX19" fmla="*/ 410057 w 454962"/>
                <a:gd name="connsiteY19" fmla="*/ 174214 h 366821"/>
                <a:gd name="connsiteX20" fmla="*/ 404188 w 454962"/>
                <a:gd name="connsiteY20" fmla="*/ 195984 h 366821"/>
                <a:gd name="connsiteX21" fmla="*/ 402232 w 454962"/>
                <a:gd name="connsiteY21" fmla="*/ 219748 h 366821"/>
                <a:gd name="connsiteX22" fmla="*/ 400276 w 454962"/>
                <a:gd name="connsiteY22" fmla="*/ 235590 h 366821"/>
                <a:gd name="connsiteX23" fmla="*/ 398319 w 454962"/>
                <a:gd name="connsiteY23" fmla="*/ 245453 h 366821"/>
                <a:gd name="connsiteX24" fmla="*/ 398319 w 454962"/>
                <a:gd name="connsiteY24" fmla="*/ 257361 h 366821"/>
                <a:gd name="connsiteX25" fmla="*/ 394452 w 454962"/>
                <a:gd name="connsiteY25" fmla="*/ 269216 h 366821"/>
                <a:gd name="connsiteX26" fmla="*/ 392496 w 454962"/>
                <a:gd name="connsiteY26" fmla="*/ 279131 h 366821"/>
                <a:gd name="connsiteX27" fmla="*/ 388583 w 454962"/>
                <a:gd name="connsiteY27" fmla="*/ 287052 h 366821"/>
                <a:gd name="connsiteX28" fmla="*/ 380758 w 454962"/>
                <a:gd name="connsiteY28" fmla="*/ 292980 h 366821"/>
                <a:gd name="connsiteX29" fmla="*/ 372933 w 454962"/>
                <a:gd name="connsiteY29" fmla="*/ 298908 h 366821"/>
                <a:gd name="connsiteX30" fmla="*/ 367109 w 454962"/>
                <a:gd name="connsiteY30" fmla="*/ 304835 h 366821"/>
                <a:gd name="connsiteX31" fmla="*/ 361240 w 454962"/>
                <a:gd name="connsiteY31" fmla="*/ 314750 h 366821"/>
                <a:gd name="connsiteX32" fmla="*/ 359284 w 454962"/>
                <a:gd name="connsiteY32" fmla="*/ 322671 h 366821"/>
                <a:gd name="connsiteX33" fmla="*/ 357327 w 454962"/>
                <a:gd name="connsiteY33" fmla="*/ 332586 h 366821"/>
                <a:gd name="connsiteX34" fmla="*/ 351458 w 454962"/>
                <a:gd name="connsiteY34" fmla="*/ 340507 h 366821"/>
                <a:gd name="connsiteX35" fmla="*/ 347546 w 454962"/>
                <a:gd name="connsiteY35" fmla="*/ 342448 h 366821"/>
                <a:gd name="connsiteX36" fmla="*/ 343679 w 454962"/>
                <a:gd name="connsiteY36" fmla="*/ 350369 h 366821"/>
                <a:gd name="connsiteX37" fmla="*/ 325478 w 454962"/>
                <a:gd name="connsiteY37" fmla="*/ 339630 h 366821"/>
                <a:gd name="connsiteX38" fmla="*/ 315192 w 454962"/>
                <a:gd name="connsiteY38" fmla="*/ 313903 h 366821"/>
                <a:gd name="connsiteX39" fmla="*/ 318449 w 454962"/>
                <a:gd name="connsiteY39" fmla="*/ 296644 h 366821"/>
                <a:gd name="connsiteX40" fmla="*/ 130332 w 454962"/>
                <a:gd name="connsiteY40" fmla="*/ 356176 h 366821"/>
                <a:gd name="connsiteX41" fmla="*/ 120806 w 454962"/>
                <a:gd name="connsiteY41" fmla="*/ 339507 h 366821"/>
                <a:gd name="connsiteX42" fmla="*/ 106789 w 454962"/>
                <a:gd name="connsiteY42" fmla="*/ 347240 h 366821"/>
                <a:gd name="connsiteX43" fmla="*/ 94106 w 454962"/>
                <a:gd name="connsiteY43" fmla="*/ 364608 h 366821"/>
                <a:gd name="connsiteX44" fmla="*/ 72248 w 454962"/>
                <a:gd name="connsiteY44" fmla="*/ 366212 h 366821"/>
                <a:gd name="connsiteX45" fmla="*/ 76161 w 454962"/>
                <a:gd name="connsiteY45" fmla="*/ 356297 h 366821"/>
                <a:gd name="connsiteX46" fmla="*/ 70292 w 454962"/>
                <a:gd name="connsiteY46" fmla="*/ 346435 h 366821"/>
                <a:gd name="connsiteX47" fmla="*/ 62467 w 454962"/>
                <a:gd name="connsiteY47" fmla="*/ 336520 h 366821"/>
                <a:gd name="connsiteX48" fmla="*/ 50774 w 454962"/>
                <a:gd name="connsiteY48" fmla="*/ 330592 h 366821"/>
                <a:gd name="connsiteX49" fmla="*/ 37080 w 454962"/>
                <a:gd name="connsiteY49" fmla="*/ 324665 h 366821"/>
                <a:gd name="connsiteX50" fmla="*/ 37080 w 454962"/>
                <a:gd name="connsiteY50" fmla="*/ 318684 h 366821"/>
                <a:gd name="connsiteX51" fmla="*/ 23431 w 454962"/>
                <a:gd name="connsiteY51" fmla="*/ 294973 h 366821"/>
                <a:gd name="connsiteX52" fmla="*/ 15605 w 454962"/>
                <a:gd name="connsiteY52" fmla="*/ 288993 h 366821"/>
                <a:gd name="connsiteX53" fmla="*/ 7826 w 454962"/>
                <a:gd name="connsiteY53" fmla="*/ 283065 h 366821"/>
                <a:gd name="connsiteX54" fmla="*/ 3913 w 454962"/>
                <a:gd name="connsiteY54" fmla="*/ 281072 h 366821"/>
                <a:gd name="connsiteX55" fmla="*/ 0 w 454962"/>
                <a:gd name="connsiteY55" fmla="*/ 277137 h 366821"/>
                <a:gd name="connsiteX56" fmla="*/ 0 w 454962"/>
                <a:gd name="connsiteY56" fmla="*/ 269216 h 366821"/>
                <a:gd name="connsiteX57" fmla="*/ 3913 w 454962"/>
                <a:gd name="connsiteY57" fmla="*/ 263288 h 366821"/>
                <a:gd name="connsiteX58" fmla="*/ 5869 w 454962"/>
                <a:gd name="connsiteY58" fmla="*/ 245453 h 366821"/>
                <a:gd name="connsiteX59" fmla="*/ 7826 w 454962"/>
                <a:gd name="connsiteY59" fmla="*/ 231604 h 366821"/>
                <a:gd name="connsiteX60" fmla="*/ 13649 w 454962"/>
                <a:gd name="connsiteY60" fmla="*/ 223682 h 366821"/>
                <a:gd name="connsiteX61" fmla="*/ 27343 w 454962"/>
                <a:gd name="connsiteY61" fmla="*/ 205899 h 366821"/>
                <a:gd name="connsiteX62" fmla="*/ 31256 w 454962"/>
                <a:gd name="connsiteY62" fmla="*/ 197978 h 366821"/>
                <a:gd name="connsiteX63" fmla="*/ 37080 w 454962"/>
                <a:gd name="connsiteY63" fmla="*/ 191998 h 366821"/>
                <a:gd name="connsiteX64" fmla="*/ 39036 w 454962"/>
                <a:gd name="connsiteY64" fmla="*/ 178149 h 366821"/>
                <a:gd name="connsiteX65" fmla="*/ 40992 w 454962"/>
                <a:gd name="connsiteY65" fmla="*/ 176155 h 366821"/>
                <a:gd name="connsiteX66" fmla="*/ 46861 w 454962"/>
                <a:gd name="connsiteY66" fmla="*/ 176155 h 366821"/>
                <a:gd name="connsiteX67" fmla="*/ 60510 w 454962"/>
                <a:gd name="connsiteY67" fmla="*/ 184076 h 366821"/>
                <a:gd name="connsiteX68" fmla="*/ 66379 w 454962"/>
                <a:gd name="connsiteY68" fmla="*/ 184076 h 366821"/>
                <a:gd name="connsiteX69" fmla="*/ 68336 w 454962"/>
                <a:gd name="connsiteY69" fmla="*/ 184076 h 366821"/>
                <a:gd name="connsiteX70" fmla="*/ 68336 w 454962"/>
                <a:gd name="connsiteY70" fmla="*/ 182135 h 366821"/>
                <a:gd name="connsiteX71" fmla="*/ 68336 w 454962"/>
                <a:gd name="connsiteY71" fmla="*/ 124694 h 366821"/>
                <a:gd name="connsiteX72" fmla="*/ 68336 w 454962"/>
                <a:gd name="connsiteY72" fmla="*/ 77219 h 366821"/>
                <a:gd name="connsiteX73" fmla="*/ 101548 w 454962"/>
                <a:gd name="connsiteY73" fmla="*/ 77219 h 366821"/>
                <a:gd name="connsiteX74" fmla="*/ 101548 w 454962"/>
                <a:gd name="connsiteY74" fmla="*/ 17836 h 366821"/>
                <a:gd name="connsiteX75" fmla="*/ 267518 w 454962"/>
                <a:gd name="connsiteY75" fmla="*/ 17836 h 366821"/>
                <a:gd name="connsiteX76" fmla="*/ 290948 w 454962"/>
                <a:gd name="connsiteY76" fmla="*/ 19777 h 366821"/>
                <a:gd name="connsiteX77" fmla="*/ 316335 w 454962"/>
                <a:gd name="connsiteY77" fmla="*/ 25757 h 366821"/>
                <a:gd name="connsiteX78" fmla="*/ 335853 w 454962"/>
                <a:gd name="connsiteY78" fmla="*/ 29692 h 366821"/>
                <a:gd name="connsiteX79" fmla="*/ 347546 w 454962"/>
                <a:gd name="connsiteY79" fmla="*/ 33678 h 366821"/>
                <a:gd name="connsiteX80" fmla="*/ 351458 w 454962"/>
                <a:gd name="connsiteY80" fmla="*/ 33678 h 366821"/>
                <a:gd name="connsiteX81" fmla="*/ 357327 w 454962"/>
                <a:gd name="connsiteY81" fmla="*/ 29692 h 366821"/>
                <a:gd name="connsiteX82" fmla="*/ 363196 w 454962"/>
                <a:gd name="connsiteY82" fmla="*/ 19777 h 366821"/>
                <a:gd name="connsiteX83" fmla="*/ 378802 w 454962"/>
                <a:gd name="connsiteY83" fmla="*/ 7921 h 366821"/>
                <a:gd name="connsiteX84" fmla="*/ 394452 w 454962"/>
                <a:gd name="connsiteY84" fmla="*/ 0 h 366821"/>
                <a:gd name="connsiteX0" fmla="*/ 394452 w 454962"/>
                <a:gd name="connsiteY0" fmla="*/ 0 h 366821"/>
                <a:gd name="connsiteX1" fmla="*/ 402232 w 454962"/>
                <a:gd name="connsiteY1" fmla="*/ 5928 h 366821"/>
                <a:gd name="connsiteX2" fmla="*/ 406145 w 454962"/>
                <a:gd name="connsiteY2" fmla="*/ 7921 h 366821"/>
                <a:gd name="connsiteX3" fmla="*/ 406145 w 454962"/>
                <a:gd name="connsiteY3" fmla="*/ 13849 h 366821"/>
                <a:gd name="connsiteX4" fmla="*/ 406145 w 454962"/>
                <a:gd name="connsiteY4" fmla="*/ 19777 h 366821"/>
                <a:gd name="connsiteX5" fmla="*/ 410057 w 454962"/>
                <a:gd name="connsiteY5" fmla="*/ 41547 h 366821"/>
                <a:gd name="connsiteX6" fmla="*/ 413970 w 454962"/>
                <a:gd name="connsiteY6" fmla="*/ 67304 h 366821"/>
                <a:gd name="connsiteX7" fmla="*/ 415926 w 454962"/>
                <a:gd name="connsiteY7" fmla="*/ 79160 h 366821"/>
                <a:gd name="connsiteX8" fmla="*/ 423706 w 454962"/>
                <a:gd name="connsiteY8" fmla="*/ 93061 h 366821"/>
                <a:gd name="connsiteX9" fmla="*/ 431532 w 454962"/>
                <a:gd name="connsiteY9" fmla="*/ 104917 h 366821"/>
                <a:gd name="connsiteX10" fmla="*/ 437401 w 454962"/>
                <a:gd name="connsiteY10" fmla="*/ 112838 h 366821"/>
                <a:gd name="connsiteX11" fmla="*/ 445181 w 454962"/>
                <a:gd name="connsiteY11" fmla="*/ 120759 h 366821"/>
                <a:gd name="connsiteX12" fmla="*/ 454962 w 454962"/>
                <a:gd name="connsiteY12" fmla="*/ 132615 h 366821"/>
                <a:gd name="connsiteX13" fmla="*/ 451050 w 454962"/>
                <a:gd name="connsiteY13" fmla="*/ 140536 h 366821"/>
                <a:gd name="connsiteX14" fmla="*/ 443224 w 454962"/>
                <a:gd name="connsiteY14" fmla="*/ 144523 h 366821"/>
                <a:gd name="connsiteX15" fmla="*/ 435444 w 454962"/>
                <a:gd name="connsiteY15" fmla="*/ 150451 h 366821"/>
                <a:gd name="connsiteX16" fmla="*/ 425663 w 454962"/>
                <a:gd name="connsiteY16" fmla="*/ 154385 h 366821"/>
                <a:gd name="connsiteX17" fmla="*/ 415926 w 454962"/>
                <a:gd name="connsiteY17" fmla="*/ 162306 h 366821"/>
                <a:gd name="connsiteX18" fmla="*/ 412014 w 454962"/>
                <a:gd name="connsiteY18" fmla="*/ 166293 h 366821"/>
                <a:gd name="connsiteX19" fmla="*/ 410057 w 454962"/>
                <a:gd name="connsiteY19" fmla="*/ 174214 h 366821"/>
                <a:gd name="connsiteX20" fmla="*/ 404188 w 454962"/>
                <a:gd name="connsiteY20" fmla="*/ 195984 h 366821"/>
                <a:gd name="connsiteX21" fmla="*/ 402232 w 454962"/>
                <a:gd name="connsiteY21" fmla="*/ 219748 h 366821"/>
                <a:gd name="connsiteX22" fmla="*/ 400276 w 454962"/>
                <a:gd name="connsiteY22" fmla="*/ 235590 h 366821"/>
                <a:gd name="connsiteX23" fmla="*/ 398319 w 454962"/>
                <a:gd name="connsiteY23" fmla="*/ 245453 h 366821"/>
                <a:gd name="connsiteX24" fmla="*/ 398319 w 454962"/>
                <a:gd name="connsiteY24" fmla="*/ 257361 h 366821"/>
                <a:gd name="connsiteX25" fmla="*/ 394452 w 454962"/>
                <a:gd name="connsiteY25" fmla="*/ 269216 h 366821"/>
                <a:gd name="connsiteX26" fmla="*/ 392496 w 454962"/>
                <a:gd name="connsiteY26" fmla="*/ 279131 h 366821"/>
                <a:gd name="connsiteX27" fmla="*/ 388583 w 454962"/>
                <a:gd name="connsiteY27" fmla="*/ 287052 h 366821"/>
                <a:gd name="connsiteX28" fmla="*/ 380758 w 454962"/>
                <a:gd name="connsiteY28" fmla="*/ 292980 h 366821"/>
                <a:gd name="connsiteX29" fmla="*/ 372933 w 454962"/>
                <a:gd name="connsiteY29" fmla="*/ 298908 h 366821"/>
                <a:gd name="connsiteX30" fmla="*/ 367109 w 454962"/>
                <a:gd name="connsiteY30" fmla="*/ 304835 h 366821"/>
                <a:gd name="connsiteX31" fmla="*/ 361240 w 454962"/>
                <a:gd name="connsiteY31" fmla="*/ 314750 h 366821"/>
                <a:gd name="connsiteX32" fmla="*/ 359284 w 454962"/>
                <a:gd name="connsiteY32" fmla="*/ 322671 h 366821"/>
                <a:gd name="connsiteX33" fmla="*/ 357327 w 454962"/>
                <a:gd name="connsiteY33" fmla="*/ 332586 h 366821"/>
                <a:gd name="connsiteX34" fmla="*/ 351458 w 454962"/>
                <a:gd name="connsiteY34" fmla="*/ 340507 h 366821"/>
                <a:gd name="connsiteX35" fmla="*/ 347546 w 454962"/>
                <a:gd name="connsiteY35" fmla="*/ 342448 h 366821"/>
                <a:gd name="connsiteX36" fmla="*/ 343679 w 454962"/>
                <a:gd name="connsiteY36" fmla="*/ 350369 h 366821"/>
                <a:gd name="connsiteX37" fmla="*/ 325478 w 454962"/>
                <a:gd name="connsiteY37" fmla="*/ 339630 h 366821"/>
                <a:gd name="connsiteX38" fmla="*/ 315192 w 454962"/>
                <a:gd name="connsiteY38" fmla="*/ 313903 h 366821"/>
                <a:gd name="connsiteX39" fmla="*/ 318449 w 454962"/>
                <a:gd name="connsiteY39" fmla="*/ 296644 h 366821"/>
                <a:gd name="connsiteX40" fmla="*/ 161288 w 454962"/>
                <a:gd name="connsiteY40" fmla="*/ 349032 h 366821"/>
                <a:gd name="connsiteX41" fmla="*/ 130332 w 454962"/>
                <a:gd name="connsiteY41" fmla="*/ 356176 h 366821"/>
                <a:gd name="connsiteX42" fmla="*/ 120806 w 454962"/>
                <a:gd name="connsiteY42" fmla="*/ 339507 h 366821"/>
                <a:gd name="connsiteX43" fmla="*/ 106789 w 454962"/>
                <a:gd name="connsiteY43" fmla="*/ 347240 h 366821"/>
                <a:gd name="connsiteX44" fmla="*/ 94106 w 454962"/>
                <a:gd name="connsiteY44" fmla="*/ 364608 h 366821"/>
                <a:gd name="connsiteX45" fmla="*/ 72248 w 454962"/>
                <a:gd name="connsiteY45" fmla="*/ 366212 h 366821"/>
                <a:gd name="connsiteX46" fmla="*/ 76161 w 454962"/>
                <a:gd name="connsiteY46" fmla="*/ 356297 h 366821"/>
                <a:gd name="connsiteX47" fmla="*/ 70292 w 454962"/>
                <a:gd name="connsiteY47" fmla="*/ 346435 h 366821"/>
                <a:gd name="connsiteX48" fmla="*/ 62467 w 454962"/>
                <a:gd name="connsiteY48" fmla="*/ 336520 h 366821"/>
                <a:gd name="connsiteX49" fmla="*/ 50774 w 454962"/>
                <a:gd name="connsiteY49" fmla="*/ 330592 h 366821"/>
                <a:gd name="connsiteX50" fmla="*/ 37080 w 454962"/>
                <a:gd name="connsiteY50" fmla="*/ 324665 h 366821"/>
                <a:gd name="connsiteX51" fmla="*/ 37080 w 454962"/>
                <a:gd name="connsiteY51" fmla="*/ 318684 h 366821"/>
                <a:gd name="connsiteX52" fmla="*/ 23431 w 454962"/>
                <a:gd name="connsiteY52" fmla="*/ 294973 h 366821"/>
                <a:gd name="connsiteX53" fmla="*/ 15605 w 454962"/>
                <a:gd name="connsiteY53" fmla="*/ 288993 h 366821"/>
                <a:gd name="connsiteX54" fmla="*/ 7826 w 454962"/>
                <a:gd name="connsiteY54" fmla="*/ 283065 h 366821"/>
                <a:gd name="connsiteX55" fmla="*/ 3913 w 454962"/>
                <a:gd name="connsiteY55" fmla="*/ 281072 h 366821"/>
                <a:gd name="connsiteX56" fmla="*/ 0 w 454962"/>
                <a:gd name="connsiteY56" fmla="*/ 277137 h 366821"/>
                <a:gd name="connsiteX57" fmla="*/ 0 w 454962"/>
                <a:gd name="connsiteY57" fmla="*/ 269216 h 366821"/>
                <a:gd name="connsiteX58" fmla="*/ 3913 w 454962"/>
                <a:gd name="connsiteY58" fmla="*/ 263288 h 366821"/>
                <a:gd name="connsiteX59" fmla="*/ 5869 w 454962"/>
                <a:gd name="connsiteY59" fmla="*/ 245453 h 366821"/>
                <a:gd name="connsiteX60" fmla="*/ 7826 w 454962"/>
                <a:gd name="connsiteY60" fmla="*/ 231604 h 366821"/>
                <a:gd name="connsiteX61" fmla="*/ 13649 w 454962"/>
                <a:gd name="connsiteY61" fmla="*/ 223682 h 366821"/>
                <a:gd name="connsiteX62" fmla="*/ 27343 w 454962"/>
                <a:gd name="connsiteY62" fmla="*/ 205899 h 366821"/>
                <a:gd name="connsiteX63" fmla="*/ 31256 w 454962"/>
                <a:gd name="connsiteY63" fmla="*/ 197978 h 366821"/>
                <a:gd name="connsiteX64" fmla="*/ 37080 w 454962"/>
                <a:gd name="connsiteY64" fmla="*/ 191998 h 366821"/>
                <a:gd name="connsiteX65" fmla="*/ 39036 w 454962"/>
                <a:gd name="connsiteY65" fmla="*/ 178149 h 366821"/>
                <a:gd name="connsiteX66" fmla="*/ 40992 w 454962"/>
                <a:gd name="connsiteY66" fmla="*/ 176155 h 366821"/>
                <a:gd name="connsiteX67" fmla="*/ 46861 w 454962"/>
                <a:gd name="connsiteY67" fmla="*/ 176155 h 366821"/>
                <a:gd name="connsiteX68" fmla="*/ 60510 w 454962"/>
                <a:gd name="connsiteY68" fmla="*/ 184076 h 366821"/>
                <a:gd name="connsiteX69" fmla="*/ 66379 w 454962"/>
                <a:gd name="connsiteY69" fmla="*/ 184076 h 366821"/>
                <a:gd name="connsiteX70" fmla="*/ 68336 w 454962"/>
                <a:gd name="connsiteY70" fmla="*/ 184076 h 366821"/>
                <a:gd name="connsiteX71" fmla="*/ 68336 w 454962"/>
                <a:gd name="connsiteY71" fmla="*/ 182135 h 366821"/>
                <a:gd name="connsiteX72" fmla="*/ 68336 w 454962"/>
                <a:gd name="connsiteY72" fmla="*/ 124694 h 366821"/>
                <a:gd name="connsiteX73" fmla="*/ 68336 w 454962"/>
                <a:gd name="connsiteY73" fmla="*/ 77219 h 366821"/>
                <a:gd name="connsiteX74" fmla="*/ 101548 w 454962"/>
                <a:gd name="connsiteY74" fmla="*/ 77219 h 366821"/>
                <a:gd name="connsiteX75" fmla="*/ 101548 w 454962"/>
                <a:gd name="connsiteY75" fmla="*/ 17836 h 366821"/>
                <a:gd name="connsiteX76" fmla="*/ 267518 w 454962"/>
                <a:gd name="connsiteY76" fmla="*/ 17836 h 366821"/>
                <a:gd name="connsiteX77" fmla="*/ 290948 w 454962"/>
                <a:gd name="connsiteY77" fmla="*/ 19777 h 366821"/>
                <a:gd name="connsiteX78" fmla="*/ 316335 w 454962"/>
                <a:gd name="connsiteY78" fmla="*/ 25757 h 366821"/>
                <a:gd name="connsiteX79" fmla="*/ 335853 w 454962"/>
                <a:gd name="connsiteY79" fmla="*/ 29692 h 366821"/>
                <a:gd name="connsiteX80" fmla="*/ 347546 w 454962"/>
                <a:gd name="connsiteY80" fmla="*/ 33678 h 366821"/>
                <a:gd name="connsiteX81" fmla="*/ 351458 w 454962"/>
                <a:gd name="connsiteY81" fmla="*/ 33678 h 366821"/>
                <a:gd name="connsiteX82" fmla="*/ 357327 w 454962"/>
                <a:gd name="connsiteY82" fmla="*/ 29692 h 366821"/>
                <a:gd name="connsiteX83" fmla="*/ 363196 w 454962"/>
                <a:gd name="connsiteY83" fmla="*/ 19777 h 366821"/>
                <a:gd name="connsiteX84" fmla="*/ 378802 w 454962"/>
                <a:gd name="connsiteY84" fmla="*/ 7921 h 366821"/>
                <a:gd name="connsiteX85" fmla="*/ 394452 w 454962"/>
                <a:gd name="connsiteY85" fmla="*/ 0 h 366821"/>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144619 w 454962"/>
                <a:gd name="connsiteY40" fmla="*/ 370464 h 370464"/>
                <a:gd name="connsiteX41" fmla="*/ 130332 w 454962"/>
                <a:gd name="connsiteY41" fmla="*/ 356176 h 370464"/>
                <a:gd name="connsiteX42" fmla="*/ 120806 w 454962"/>
                <a:gd name="connsiteY42" fmla="*/ 339507 h 370464"/>
                <a:gd name="connsiteX43" fmla="*/ 106789 w 454962"/>
                <a:gd name="connsiteY43" fmla="*/ 347240 h 370464"/>
                <a:gd name="connsiteX44" fmla="*/ 94106 w 454962"/>
                <a:gd name="connsiteY44" fmla="*/ 364608 h 370464"/>
                <a:gd name="connsiteX45" fmla="*/ 72248 w 454962"/>
                <a:gd name="connsiteY45" fmla="*/ 366212 h 370464"/>
                <a:gd name="connsiteX46" fmla="*/ 76161 w 454962"/>
                <a:gd name="connsiteY46" fmla="*/ 356297 h 370464"/>
                <a:gd name="connsiteX47" fmla="*/ 70292 w 454962"/>
                <a:gd name="connsiteY47" fmla="*/ 346435 h 370464"/>
                <a:gd name="connsiteX48" fmla="*/ 62467 w 454962"/>
                <a:gd name="connsiteY48" fmla="*/ 336520 h 370464"/>
                <a:gd name="connsiteX49" fmla="*/ 50774 w 454962"/>
                <a:gd name="connsiteY49" fmla="*/ 330592 h 370464"/>
                <a:gd name="connsiteX50" fmla="*/ 37080 w 454962"/>
                <a:gd name="connsiteY50" fmla="*/ 324665 h 370464"/>
                <a:gd name="connsiteX51" fmla="*/ 37080 w 454962"/>
                <a:gd name="connsiteY51" fmla="*/ 318684 h 370464"/>
                <a:gd name="connsiteX52" fmla="*/ 23431 w 454962"/>
                <a:gd name="connsiteY52" fmla="*/ 294973 h 370464"/>
                <a:gd name="connsiteX53" fmla="*/ 15605 w 454962"/>
                <a:gd name="connsiteY53" fmla="*/ 288993 h 370464"/>
                <a:gd name="connsiteX54" fmla="*/ 7826 w 454962"/>
                <a:gd name="connsiteY54" fmla="*/ 283065 h 370464"/>
                <a:gd name="connsiteX55" fmla="*/ 3913 w 454962"/>
                <a:gd name="connsiteY55" fmla="*/ 281072 h 370464"/>
                <a:gd name="connsiteX56" fmla="*/ 0 w 454962"/>
                <a:gd name="connsiteY56" fmla="*/ 277137 h 370464"/>
                <a:gd name="connsiteX57" fmla="*/ 0 w 454962"/>
                <a:gd name="connsiteY57" fmla="*/ 269216 h 370464"/>
                <a:gd name="connsiteX58" fmla="*/ 3913 w 454962"/>
                <a:gd name="connsiteY58" fmla="*/ 263288 h 370464"/>
                <a:gd name="connsiteX59" fmla="*/ 5869 w 454962"/>
                <a:gd name="connsiteY59" fmla="*/ 245453 h 370464"/>
                <a:gd name="connsiteX60" fmla="*/ 7826 w 454962"/>
                <a:gd name="connsiteY60" fmla="*/ 231604 h 370464"/>
                <a:gd name="connsiteX61" fmla="*/ 13649 w 454962"/>
                <a:gd name="connsiteY61" fmla="*/ 223682 h 370464"/>
                <a:gd name="connsiteX62" fmla="*/ 27343 w 454962"/>
                <a:gd name="connsiteY62" fmla="*/ 205899 h 370464"/>
                <a:gd name="connsiteX63" fmla="*/ 31256 w 454962"/>
                <a:gd name="connsiteY63" fmla="*/ 197978 h 370464"/>
                <a:gd name="connsiteX64" fmla="*/ 37080 w 454962"/>
                <a:gd name="connsiteY64" fmla="*/ 191998 h 370464"/>
                <a:gd name="connsiteX65" fmla="*/ 39036 w 454962"/>
                <a:gd name="connsiteY65" fmla="*/ 178149 h 370464"/>
                <a:gd name="connsiteX66" fmla="*/ 40992 w 454962"/>
                <a:gd name="connsiteY66" fmla="*/ 176155 h 370464"/>
                <a:gd name="connsiteX67" fmla="*/ 46861 w 454962"/>
                <a:gd name="connsiteY67" fmla="*/ 176155 h 370464"/>
                <a:gd name="connsiteX68" fmla="*/ 60510 w 454962"/>
                <a:gd name="connsiteY68" fmla="*/ 184076 h 370464"/>
                <a:gd name="connsiteX69" fmla="*/ 66379 w 454962"/>
                <a:gd name="connsiteY69" fmla="*/ 184076 h 370464"/>
                <a:gd name="connsiteX70" fmla="*/ 68336 w 454962"/>
                <a:gd name="connsiteY70" fmla="*/ 184076 h 370464"/>
                <a:gd name="connsiteX71" fmla="*/ 68336 w 454962"/>
                <a:gd name="connsiteY71" fmla="*/ 182135 h 370464"/>
                <a:gd name="connsiteX72" fmla="*/ 68336 w 454962"/>
                <a:gd name="connsiteY72" fmla="*/ 124694 h 370464"/>
                <a:gd name="connsiteX73" fmla="*/ 68336 w 454962"/>
                <a:gd name="connsiteY73" fmla="*/ 77219 h 370464"/>
                <a:gd name="connsiteX74" fmla="*/ 101548 w 454962"/>
                <a:gd name="connsiteY74" fmla="*/ 77219 h 370464"/>
                <a:gd name="connsiteX75" fmla="*/ 101548 w 454962"/>
                <a:gd name="connsiteY75" fmla="*/ 17836 h 370464"/>
                <a:gd name="connsiteX76" fmla="*/ 267518 w 454962"/>
                <a:gd name="connsiteY76" fmla="*/ 17836 h 370464"/>
                <a:gd name="connsiteX77" fmla="*/ 290948 w 454962"/>
                <a:gd name="connsiteY77" fmla="*/ 19777 h 370464"/>
                <a:gd name="connsiteX78" fmla="*/ 316335 w 454962"/>
                <a:gd name="connsiteY78" fmla="*/ 25757 h 370464"/>
                <a:gd name="connsiteX79" fmla="*/ 335853 w 454962"/>
                <a:gd name="connsiteY79" fmla="*/ 29692 h 370464"/>
                <a:gd name="connsiteX80" fmla="*/ 347546 w 454962"/>
                <a:gd name="connsiteY80" fmla="*/ 33678 h 370464"/>
                <a:gd name="connsiteX81" fmla="*/ 351458 w 454962"/>
                <a:gd name="connsiteY81" fmla="*/ 33678 h 370464"/>
                <a:gd name="connsiteX82" fmla="*/ 357327 w 454962"/>
                <a:gd name="connsiteY82" fmla="*/ 29692 h 370464"/>
                <a:gd name="connsiteX83" fmla="*/ 363196 w 454962"/>
                <a:gd name="connsiteY83" fmla="*/ 19777 h 370464"/>
                <a:gd name="connsiteX84" fmla="*/ 378802 w 454962"/>
                <a:gd name="connsiteY84" fmla="*/ 7921 h 370464"/>
                <a:gd name="connsiteX85" fmla="*/ 394452 w 454962"/>
                <a:gd name="connsiteY85"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175575 w 454962"/>
                <a:gd name="connsiteY40" fmla="*/ 360938 h 370464"/>
                <a:gd name="connsiteX41" fmla="*/ 144619 w 454962"/>
                <a:gd name="connsiteY41" fmla="*/ 370464 h 370464"/>
                <a:gd name="connsiteX42" fmla="*/ 130332 w 454962"/>
                <a:gd name="connsiteY42" fmla="*/ 356176 h 370464"/>
                <a:gd name="connsiteX43" fmla="*/ 120806 w 454962"/>
                <a:gd name="connsiteY43" fmla="*/ 339507 h 370464"/>
                <a:gd name="connsiteX44" fmla="*/ 106789 w 454962"/>
                <a:gd name="connsiteY44" fmla="*/ 347240 h 370464"/>
                <a:gd name="connsiteX45" fmla="*/ 94106 w 454962"/>
                <a:gd name="connsiteY45" fmla="*/ 364608 h 370464"/>
                <a:gd name="connsiteX46" fmla="*/ 72248 w 454962"/>
                <a:gd name="connsiteY46" fmla="*/ 366212 h 370464"/>
                <a:gd name="connsiteX47" fmla="*/ 76161 w 454962"/>
                <a:gd name="connsiteY47" fmla="*/ 356297 h 370464"/>
                <a:gd name="connsiteX48" fmla="*/ 70292 w 454962"/>
                <a:gd name="connsiteY48" fmla="*/ 346435 h 370464"/>
                <a:gd name="connsiteX49" fmla="*/ 62467 w 454962"/>
                <a:gd name="connsiteY49" fmla="*/ 336520 h 370464"/>
                <a:gd name="connsiteX50" fmla="*/ 50774 w 454962"/>
                <a:gd name="connsiteY50" fmla="*/ 330592 h 370464"/>
                <a:gd name="connsiteX51" fmla="*/ 37080 w 454962"/>
                <a:gd name="connsiteY51" fmla="*/ 324665 h 370464"/>
                <a:gd name="connsiteX52" fmla="*/ 37080 w 454962"/>
                <a:gd name="connsiteY52" fmla="*/ 318684 h 370464"/>
                <a:gd name="connsiteX53" fmla="*/ 23431 w 454962"/>
                <a:gd name="connsiteY53" fmla="*/ 294973 h 370464"/>
                <a:gd name="connsiteX54" fmla="*/ 15605 w 454962"/>
                <a:gd name="connsiteY54" fmla="*/ 288993 h 370464"/>
                <a:gd name="connsiteX55" fmla="*/ 7826 w 454962"/>
                <a:gd name="connsiteY55" fmla="*/ 283065 h 370464"/>
                <a:gd name="connsiteX56" fmla="*/ 3913 w 454962"/>
                <a:gd name="connsiteY56" fmla="*/ 281072 h 370464"/>
                <a:gd name="connsiteX57" fmla="*/ 0 w 454962"/>
                <a:gd name="connsiteY57" fmla="*/ 277137 h 370464"/>
                <a:gd name="connsiteX58" fmla="*/ 0 w 454962"/>
                <a:gd name="connsiteY58" fmla="*/ 269216 h 370464"/>
                <a:gd name="connsiteX59" fmla="*/ 3913 w 454962"/>
                <a:gd name="connsiteY59" fmla="*/ 263288 h 370464"/>
                <a:gd name="connsiteX60" fmla="*/ 5869 w 454962"/>
                <a:gd name="connsiteY60" fmla="*/ 245453 h 370464"/>
                <a:gd name="connsiteX61" fmla="*/ 7826 w 454962"/>
                <a:gd name="connsiteY61" fmla="*/ 231604 h 370464"/>
                <a:gd name="connsiteX62" fmla="*/ 13649 w 454962"/>
                <a:gd name="connsiteY62" fmla="*/ 223682 h 370464"/>
                <a:gd name="connsiteX63" fmla="*/ 27343 w 454962"/>
                <a:gd name="connsiteY63" fmla="*/ 205899 h 370464"/>
                <a:gd name="connsiteX64" fmla="*/ 31256 w 454962"/>
                <a:gd name="connsiteY64" fmla="*/ 197978 h 370464"/>
                <a:gd name="connsiteX65" fmla="*/ 37080 w 454962"/>
                <a:gd name="connsiteY65" fmla="*/ 191998 h 370464"/>
                <a:gd name="connsiteX66" fmla="*/ 39036 w 454962"/>
                <a:gd name="connsiteY66" fmla="*/ 178149 h 370464"/>
                <a:gd name="connsiteX67" fmla="*/ 40992 w 454962"/>
                <a:gd name="connsiteY67" fmla="*/ 176155 h 370464"/>
                <a:gd name="connsiteX68" fmla="*/ 46861 w 454962"/>
                <a:gd name="connsiteY68" fmla="*/ 176155 h 370464"/>
                <a:gd name="connsiteX69" fmla="*/ 60510 w 454962"/>
                <a:gd name="connsiteY69" fmla="*/ 184076 h 370464"/>
                <a:gd name="connsiteX70" fmla="*/ 66379 w 454962"/>
                <a:gd name="connsiteY70" fmla="*/ 184076 h 370464"/>
                <a:gd name="connsiteX71" fmla="*/ 68336 w 454962"/>
                <a:gd name="connsiteY71" fmla="*/ 184076 h 370464"/>
                <a:gd name="connsiteX72" fmla="*/ 68336 w 454962"/>
                <a:gd name="connsiteY72" fmla="*/ 182135 h 370464"/>
                <a:gd name="connsiteX73" fmla="*/ 68336 w 454962"/>
                <a:gd name="connsiteY73" fmla="*/ 124694 h 370464"/>
                <a:gd name="connsiteX74" fmla="*/ 68336 w 454962"/>
                <a:gd name="connsiteY74" fmla="*/ 77219 h 370464"/>
                <a:gd name="connsiteX75" fmla="*/ 101548 w 454962"/>
                <a:gd name="connsiteY75" fmla="*/ 77219 h 370464"/>
                <a:gd name="connsiteX76" fmla="*/ 101548 w 454962"/>
                <a:gd name="connsiteY76" fmla="*/ 17836 h 370464"/>
                <a:gd name="connsiteX77" fmla="*/ 267518 w 454962"/>
                <a:gd name="connsiteY77" fmla="*/ 17836 h 370464"/>
                <a:gd name="connsiteX78" fmla="*/ 290948 w 454962"/>
                <a:gd name="connsiteY78" fmla="*/ 19777 h 370464"/>
                <a:gd name="connsiteX79" fmla="*/ 316335 w 454962"/>
                <a:gd name="connsiteY79" fmla="*/ 25757 h 370464"/>
                <a:gd name="connsiteX80" fmla="*/ 335853 w 454962"/>
                <a:gd name="connsiteY80" fmla="*/ 29692 h 370464"/>
                <a:gd name="connsiteX81" fmla="*/ 347546 w 454962"/>
                <a:gd name="connsiteY81" fmla="*/ 33678 h 370464"/>
                <a:gd name="connsiteX82" fmla="*/ 351458 w 454962"/>
                <a:gd name="connsiteY82" fmla="*/ 33678 h 370464"/>
                <a:gd name="connsiteX83" fmla="*/ 357327 w 454962"/>
                <a:gd name="connsiteY83" fmla="*/ 29692 h 370464"/>
                <a:gd name="connsiteX84" fmla="*/ 363196 w 454962"/>
                <a:gd name="connsiteY84" fmla="*/ 19777 h 370464"/>
                <a:gd name="connsiteX85" fmla="*/ 378802 w 454962"/>
                <a:gd name="connsiteY85" fmla="*/ 7921 h 370464"/>
                <a:gd name="connsiteX86" fmla="*/ 394452 w 454962"/>
                <a:gd name="connsiteY86"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163669 w 454962"/>
                <a:gd name="connsiteY40" fmla="*/ 368081 h 370464"/>
                <a:gd name="connsiteX41" fmla="*/ 144619 w 454962"/>
                <a:gd name="connsiteY41" fmla="*/ 370464 h 370464"/>
                <a:gd name="connsiteX42" fmla="*/ 130332 w 454962"/>
                <a:gd name="connsiteY42" fmla="*/ 356176 h 370464"/>
                <a:gd name="connsiteX43" fmla="*/ 120806 w 454962"/>
                <a:gd name="connsiteY43" fmla="*/ 339507 h 370464"/>
                <a:gd name="connsiteX44" fmla="*/ 106789 w 454962"/>
                <a:gd name="connsiteY44" fmla="*/ 347240 h 370464"/>
                <a:gd name="connsiteX45" fmla="*/ 94106 w 454962"/>
                <a:gd name="connsiteY45" fmla="*/ 364608 h 370464"/>
                <a:gd name="connsiteX46" fmla="*/ 72248 w 454962"/>
                <a:gd name="connsiteY46" fmla="*/ 366212 h 370464"/>
                <a:gd name="connsiteX47" fmla="*/ 76161 w 454962"/>
                <a:gd name="connsiteY47" fmla="*/ 356297 h 370464"/>
                <a:gd name="connsiteX48" fmla="*/ 70292 w 454962"/>
                <a:gd name="connsiteY48" fmla="*/ 346435 h 370464"/>
                <a:gd name="connsiteX49" fmla="*/ 62467 w 454962"/>
                <a:gd name="connsiteY49" fmla="*/ 336520 h 370464"/>
                <a:gd name="connsiteX50" fmla="*/ 50774 w 454962"/>
                <a:gd name="connsiteY50" fmla="*/ 330592 h 370464"/>
                <a:gd name="connsiteX51" fmla="*/ 37080 w 454962"/>
                <a:gd name="connsiteY51" fmla="*/ 324665 h 370464"/>
                <a:gd name="connsiteX52" fmla="*/ 37080 w 454962"/>
                <a:gd name="connsiteY52" fmla="*/ 318684 h 370464"/>
                <a:gd name="connsiteX53" fmla="*/ 23431 w 454962"/>
                <a:gd name="connsiteY53" fmla="*/ 294973 h 370464"/>
                <a:gd name="connsiteX54" fmla="*/ 15605 w 454962"/>
                <a:gd name="connsiteY54" fmla="*/ 288993 h 370464"/>
                <a:gd name="connsiteX55" fmla="*/ 7826 w 454962"/>
                <a:gd name="connsiteY55" fmla="*/ 283065 h 370464"/>
                <a:gd name="connsiteX56" fmla="*/ 3913 w 454962"/>
                <a:gd name="connsiteY56" fmla="*/ 281072 h 370464"/>
                <a:gd name="connsiteX57" fmla="*/ 0 w 454962"/>
                <a:gd name="connsiteY57" fmla="*/ 277137 h 370464"/>
                <a:gd name="connsiteX58" fmla="*/ 0 w 454962"/>
                <a:gd name="connsiteY58" fmla="*/ 269216 h 370464"/>
                <a:gd name="connsiteX59" fmla="*/ 3913 w 454962"/>
                <a:gd name="connsiteY59" fmla="*/ 263288 h 370464"/>
                <a:gd name="connsiteX60" fmla="*/ 5869 w 454962"/>
                <a:gd name="connsiteY60" fmla="*/ 245453 h 370464"/>
                <a:gd name="connsiteX61" fmla="*/ 7826 w 454962"/>
                <a:gd name="connsiteY61" fmla="*/ 231604 h 370464"/>
                <a:gd name="connsiteX62" fmla="*/ 13649 w 454962"/>
                <a:gd name="connsiteY62" fmla="*/ 223682 h 370464"/>
                <a:gd name="connsiteX63" fmla="*/ 27343 w 454962"/>
                <a:gd name="connsiteY63" fmla="*/ 205899 h 370464"/>
                <a:gd name="connsiteX64" fmla="*/ 31256 w 454962"/>
                <a:gd name="connsiteY64" fmla="*/ 197978 h 370464"/>
                <a:gd name="connsiteX65" fmla="*/ 37080 w 454962"/>
                <a:gd name="connsiteY65" fmla="*/ 191998 h 370464"/>
                <a:gd name="connsiteX66" fmla="*/ 39036 w 454962"/>
                <a:gd name="connsiteY66" fmla="*/ 178149 h 370464"/>
                <a:gd name="connsiteX67" fmla="*/ 40992 w 454962"/>
                <a:gd name="connsiteY67" fmla="*/ 176155 h 370464"/>
                <a:gd name="connsiteX68" fmla="*/ 46861 w 454962"/>
                <a:gd name="connsiteY68" fmla="*/ 176155 h 370464"/>
                <a:gd name="connsiteX69" fmla="*/ 60510 w 454962"/>
                <a:gd name="connsiteY69" fmla="*/ 184076 h 370464"/>
                <a:gd name="connsiteX70" fmla="*/ 66379 w 454962"/>
                <a:gd name="connsiteY70" fmla="*/ 184076 h 370464"/>
                <a:gd name="connsiteX71" fmla="*/ 68336 w 454962"/>
                <a:gd name="connsiteY71" fmla="*/ 184076 h 370464"/>
                <a:gd name="connsiteX72" fmla="*/ 68336 w 454962"/>
                <a:gd name="connsiteY72" fmla="*/ 182135 h 370464"/>
                <a:gd name="connsiteX73" fmla="*/ 68336 w 454962"/>
                <a:gd name="connsiteY73" fmla="*/ 124694 h 370464"/>
                <a:gd name="connsiteX74" fmla="*/ 68336 w 454962"/>
                <a:gd name="connsiteY74" fmla="*/ 77219 h 370464"/>
                <a:gd name="connsiteX75" fmla="*/ 101548 w 454962"/>
                <a:gd name="connsiteY75" fmla="*/ 77219 h 370464"/>
                <a:gd name="connsiteX76" fmla="*/ 101548 w 454962"/>
                <a:gd name="connsiteY76" fmla="*/ 17836 h 370464"/>
                <a:gd name="connsiteX77" fmla="*/ 267518 w 454962"/>
                <a:gd name="connsiteY77" fmla="*/ 17836 h 370464"/>
                <a:gd name="connsiteX78" fmla="*/ 290948 w 454962"/>
                <a:gd name="connsiteY78" fmla="*/ 19777 h 370464"/>
                <a:gd name="connsiteX79" fmla="*/ 316335 w 454962"/>
                <a:gd name="connsiteY79" fmla="*/ 25757 h 370464"/>
                <a:gd name="connsiteX80" fmla="*/ 335853 w 454962"/>
                <a:gd name="connsiteY80" fmla="*/ 29692 h 370464"/>
                <a:gd name="connsiteX81" fmla="*/ 347546 w 454962"/>
                <a:gd name="connsiteY81" fmla="*/ 33678 h 370464"/>
                <a:gd name="connsiteX82" fmla="*/ 351458 w 454962"/>
                <a:gd name="connsiteY82" fmla="*/ 33678 h 370464"/>
                <a:gd name="connsiteX83" fmla="*/ 357327 w 454962"/>
                <a:gd name="connsiteY83" fmla="*/ 29692 h 370464"/>
                <a:gd name="connsiteX84" fmla="*/ 363196 w 454962"/>
                <a:gd name="connsiteY84" fmla="*/ 19777 h 370464"/>
                <a:gd name="connsiteX85" fmla="*/ 378802 w 454962"/>
                <a:gd name="connsiteY85" fmla="*/ 7921 h 370464"/>
                <a:gd name="connsiteX86" fmla="*/ 394452 w 454962"/>
                <a:gd name="connsiteY86"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175575 w 454962"/>
                <a:gd name="connsiteY40" fmla="*/ 360938 h 370464"/>
                <a:gd name="connsiteX41" fmla="*/ 163669 w 454962"/>
                <a:gd name="connsiteY41" fmla="*/ 368081 h 370464"/>
                <a:gd name="connsiteX42" fmla="*/ 144619 w 454962"/>
                <a:gd name="connsiteY42" fmla="*/ 370464 h 370464"/>
                <a:gd name="connsiteX43" fmla="*/ 130332 w 454962"/>
                <a:gd name="connsiteY43" fmla="*/ 356176 h 370464"/>
                <a:gd name="connsiteX44" fmla="*/ 120806 w 454962"/>
                <a:gd name="connsiteY44" fmla="*/ 339507 h 370464"/>
                <a:gd name="connsiteX45" fmla="*/ 106789 w 454962"/>
                <a:gd name="connsiteY45" fmla="*/ 347240 h 370464"/>
                <a:gd name="connsiteX46" fmla="*/ 94106 w 454962"/>
                <a:gd name="connsiteY46" fmla="*/ 364608 h 370464"/>
                <a:gd name="connsiteX47" fmla="*/ 72248 w 454962"/>
                <a:gd name="connsiteY47" fmla="*/ 366212 h 370464"/>
                <a:gd name="connsiteX48" fmla="*/ 76161 w 454962"/>
                <a:gd name="connsiteY48" fmla="*/ 356297 h 370464"/>
                <a:gd name="connsiteX49" fmla="*/ 70292 w 454962"/>
                <a:gd name="connsiteY49" fmla="*/ 346435 h 370464"/>
                <a:gd name="connsiteX50" fmla="*/ 62467 w 454962"/>
                <a:gd name="connsiteY50" fmla="*/ 336520 h 370464"/>
                <a:gd name="connsiteX51" fmla="*/ 50774 w 454962"/>
                <a:gd name="connsiteY51" fmla="*/ 330592 h 370464"/>
                <a:gd name="connsiteX52" fmla="*/ 37080 w 454962"/>
                <a:gd name="connsiteY52" fmla="*/ 324665 h 370464"/>
                <a:gd name="connsiteX53" fmla="*/ 37080 w 454962"/>
                <a:gd name="connsiteY53" fmla="*/ 318684 h 370464"/>
                <a:gd name="connsiteX54" fmla="*/ 23431 w 454962"/>
                <a:gd name="connsiteY54" fmla="*/ 294973 h 370464"/>
                <a:gd name="connsiteX55" fmla="*/ 15605 w 454962"/>
                <a:gd name="connsiteY55" fmla="*/ 288993 h 370464"/>
                <a:gd name="connsiteX56" fmla="*/ 7826 w 454962"/>
                <a:gd name="connsiteY56" fmla="*/ 283065 h 370464"/>
                <a:gd name="connsiteX57" fmla="*/ 3913 w 454962"/>
                <a:gd name="connsiteY57" fmla="*/ 281072 h 370464"/>
                <a:gd name="connsiteX58" fmla="*/ 0 w 454962"/>
                <a:gd name="connsiteY58" fmla="*/ 277137 h 370464"/>
                <a:gd name="connsiteX59" fmla="*/ 0 w 454962"/>
                <a:gd name="connsiteY59" fmla="*/ 269216 h 370464"/>
                <a:gd name="connsiteX60" fmla="*/ 3913 w 454962"/>
                <a:gd name="connsiteY60" fmla="*/ 263288 h 370464"/>
                <a:gd name="connsiteX61" fmla="*/ 5869 w 454962"/>
                <a:gd name="connsiteY61" fmla="*/ 245453 h 370464"/>
                <a:gd name="connsiteX62" fmla="*/ 7826 w 454962"/>
                <a:gd name="connsiteY62" fmla="*/ 231604 h 370464"/>
                <a:gd name="connsiteX63" fmla="*/ 13649 w 454962"/>
                <a:gd name="connsiteY63" fmla="*/ 223682 h 370464"/>
                <a:gd name="connsiteX64" fmla="*/ 27343 w 454962"/>
                <a:gd name="connsiteY64" fmla="*/ 205899 h 370464"/>
                <a:gd name="connsiteX65" fmla="*/ 31256 w 454962"/>
                <a:gd name="connsiteY65" fmla="*/ 197978 h 370464"/>
                <a:gd name="connsiteX66" fmla="*/ 37080 w 454962"/>
                <a:gd name="connsiteY66" fmla="*/ 191998 h 370464"/>
                <a:gd name="connsiteX67" fmla="*/ 39036 w 454962"/>
                <a:gd name="connsiteY67" fmla="*/ 178149 h 370464"/>
                <a:gd name="connsiteX68" fmla="*/ 40992 w 454962"/>
                <a:gd name="connsiteY68" fmla="*/ 176155 h 370464"/>
                <a:gd name="connsiteX69" fmla="*/ 46861 w 454962"/>
                <a:gd name="connsiteY69" fmla="*/ 176155 h 370464"/>
                <a:gd name="connsiteX70" fmla="*/ 60510 w 454962"/>
                <a:gd name="connsiteY70" fmla="*/ 184076 h 370464"/>
                <a:gd name="connsiteX71" fmla="*/ 66379 w 454962"/>
                <a:gd name="connsiteY71" fmla="*/ 184076 h 370464"/>
                <a:gd name="connsiteX72" fmla="*/ 68336 w 454962"/>
                <a:gd name="connsiteY72" fmla="*/ 184076 h 370464"/>
                <a:gd name="connsiteX73" fmla="*/ 68336 w 454962"/>
                <a:gd name="connsiteY73" fmla="*/ 182135 h 370464"/>
                <a:gd name="connsiteX74" fmla="*/ 68336 w 454962"/>
                <a:gd name="connsiteY74" fmla="*/ 124694 h 370464"/>
                <a:gd name="connsiteX75" fmla="*/ 68336 w 454962"/>
                <a:gd name="connsiteY75" fmla="*/ 77219 h 370464"/>
                <a:gd name="connsiteX76" fmla="*/ 101548 w 454962"/>
                <a:gd name="connsiteY76" fmla="*/ 77219 h 370464"/>
                <a:gd name="connsiteX77" fmla="*/ 101548 w 454962"/>
                <a:gd name="connsiteY77" fmla="*/ 17836 h 370464"/>
                <a:gd name="connsiteX78" fmla="*/ 267518 w 454962"/>
                <a:gd name="connsiteY78" fmla="*/ 17836 h 370464"/>
                <a:gd name="connsiteX79" fmla="*/ 290948 w 454962"/>
                <a:gd name="connsiteY79" fmla="*/ 19777 h 370464"/>
                <a:gd name="connsiteX80" fmla="*/ 316335 w 454962"/>
                <a:gd name="connsiteY80" fmla="*/ 25757 h 370464"/>
                <a:gd name="connsiteX81" fmla="*/ 335853 w 454962"/>
                <a:gd name="connsiteY81" fmla="*/ 29692 h 370464"/>
                <a:gd name="connsiteX82" fmla="*/ 347546 w 454962"/>
                <a:gd name="connsiteY82" fmla="*/ 33678 h 370464"/>
                <a:gd name="connsiteX83" fmla="*/ 351458 w 454962"/>
                <a:gd name="connsiteY83" fmla="*/ 33678 h 370464"/>
                <a:gd name="connsiteX84" fmla="*/ 357327 w 454962"/>
                <a:gd name="connsiteY84" fmla="*/ 29692 h 370464"/>
                <a:gd name="connsiteX85" fmla="*/ 363196 w 454962"/>
                <a:gd name="connsiteY85" fmla="*/ 19777 h 370464"/>
                <a:gd name="connsiteX86" fmla="*/ 378802 w 454962"/>
                <a:gd name="connsiteY86" fmla="*/ 7921 h 370464"/>
                <a:gd name="connsiteX87" fmla="*/ 394452 w 454962"/>
                <a:gd name="connsiteY87"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197006 w 454962"/>
                <a:gd name="connsiteY40" fmla="*/ 353794 h 370464"/>
                <a:gd name="connsiteX41" fmla="*/ 175575 w 454962"/>
                <a:gd name="connsiteY41" fmla="*/ 360938 h 370464"/>
                <a:gd name="connsiteX42" fmla="*/ 163669 w 454962"/>
                <a:gd name="connsiteY42" fmla="*/ 368081 h 370464"/>
                <a:gd name="connsiteX43" fmla="*/ 144619 w 454962"/>
                <a:gd name="connsiteY43" fmla="*/ 370464 h 370464"/>
                <a:gd name="connsiteX44" fmla="*/ 130332 w 454962"/>
                <a:gd name="connsiteY44" fmla="*/ 356176 h 370464"/>
                <a:gd name="connsiteX45" fmla="*/ 120806 w 454962"/>
                <a:gd name="connsiteY45" fmla="*/ 339507 h 370464"/>
                <a:gd name="connsiteX46" fmla="*/ 106789 w 454962"/>
                <a:gd name="connsiteY46" fmla="*/ 347240 h 370464"/>
                <a:gd name="connsiteX47" fmla="*/ 94106 w 454962"/>
                <a:gd name="connsiteY47" fmla="*/ 364608 h 370464"/>
                <a:gd name="connsiteX48" fmla="*/ 72248 w 454962"/>
                <a:gd name="connsiteY48" fmla="*/ 366212 h 370464"/>
                <a:gd name="connsiteX49" fmla="*/ 76161 w 454962"/>
                <a:gd name="connsiteY49" fmla="*/ 356297 h 370464"/>
                <a:gd name="connsiteX50" fmla="*/ 70292 w 454962"/>
                <a:gd name="connsiteY50" fmla="*/ 346435 h 370464"/>
                <a:gd name="connsiteX51" fmla="*/ 62467 w 454962"/>
                <a:gd name="connsiteY51" fmla="*/ 336520 h 370464"/>
                <a:gd name="connsiteX52" fmla="*/ 50774 w 454962"/>
                <a:gd name="connsiteY52" fmla="*/ 330592 h 370464"/>
                <a:gd name="connsiteX53" fmla="*/ 37080 w 454962"/>
                <a:gd name="connsiteY53" fmla="*/ 324665 h 370464"/>
                <a:gd name="connsiteX54" fmla="*/ 37080 w 454962"/>
                <a:gd name="connsiteY54" fmla="*/ 318684 h 370464"/>
                <a:gd name="connsiteX55" fmla="*/ 23431 w 454962"/>
                <a:gd name="connsiteY55" fmla="*/ 294973 h 370464"/>
                <a:gd name="connsiteX56" fmla="*/ 15605 w 454962"/>
                <a:gd name="connsiteY56" fmla="*/ 288993 h 370464"/>
                <a:gd name="connsiteX57" fmla="*/ 7826 w 454962"/>
                <a:gd name="connsiteY57" fmla="*/ 283065 h 370464"/>
                <a:gd name="connsiteX58" fmla="*/ 3913 w 454962"/>
                <a:gd name="connsiteY58" fmla="*/ 281072 h 370464"/>
                <a:gd name="connsiteX59" fmla="*/ 0 w 454962"/>
                <a:gd name="connsiteY59" fmla="*/ 277137 h 370464"/>
                <a:gd name="connsiteX60" fmla="*/ 0 w 454962"/>
                <a:gd name="connsiteY60" fmla="*/ 269216 h 370464"/>
                <a:gd name="connsiteX61" fmla="*/ 3913 w 454962"/>
                <a:gd name="connsiteY61" fmla="*/ 263288 h 370464"/>
                <a:gd name="connsiteX62" fmla="*/ 5869 w 454962"/>
                <a:gd name="connsiteY62" fmla="*/ 245453 h 370464"/>
                <a:gd name="connsiteX63" fmla="*/ 7826 w 454962"/>
                <a:gd name="connsiteY63" fmla="*/ 231604 h 370464"/>
                <a:gd name="connsiteX64" fmla="*/ 13649 w 454962"/>
                <a:gd name="connsiteY64" fmla="*/ 223682 h 370464"/>
                <a:gd name="connsiteX65" fmla="*/ 27343 w 454962"/>
                <a:gd name="connsiteY65" fmla="*/ 205899 h 370464"/>
                <a:gd name="connsiteX66" fmla="*/ 31256 w 454962"/>
                <a:gd name="connsiteY66" fmla="*/ 197978 h 370464"/>
                <a:gd name="connsiteX67" fmla="*/ 37080 w 454962"/>
                <a:gd name="connsiteY67" fmla="*/ 191998 h 370464"/>
                <a:gd name="connsiteX68" fmla="*/ 39036 w 454962"/>
                <a:gd name="connsiteY68" fmla="*/ 178149 h 370464"/>
                <a:gd name="connsiteX69" fmla="*/ 40992 w 454962"/>
                <a:gd name="connsiteY69" fmla="*/ 176155 h 370464"/>
                <a:gd name="connsiteX70" fmla="*/ 46861 w 454962"/>
                <a:gd name="connsiteY70" fmla="*/ 176155 h 370464"/>
                <a:gd name="connsiteX71" fmla="*/ 60510 w 454962"/>
                <a:gd name="connsiteY71" fmla="*/ 184076 h 370464"/>
                <a:gd name="connsiteX72" fmla="*/ 66379 w 454962"/>
                <a:gd name="connsiteY72" fmla="*/ 184076 h 370464"/>
                <a:gd name="connsiteX73" fmla="*/ 68336 w 454962"/>
                <a:gd name="connsiteY73" fmla="*/ 184076 h 370464"/>
                <a:gd name="connsiteX74" fmla="*/ 68336 w 454962"/>
                <a:gd name="connsiteY74" fmla="*/ 182135 h 370464"/>
                <a:gd name="connsiteX75" fmla="*/ 68336 w 454962"/>
                <a:gd name="connsiteY75" fmla="*/ 124694 h 370464"/>
                <a:gd name="connsiteX76" fmla="*/ 68336 w 454962"/>
                <a:gd name="connsiteY76" fmla="*/ 77219 h 370464"/>
                <a:gd name="connsiteX77" fmla="*/ 101548 w 454962"/>
                <a:gd name="connsiteY77" fmla="*/ 77219 h 370464"/>
                <a:gd name="connsiteX78" fmla="*/ 101548 w 454962"/>
                <a:gd name="connsiteY78" fmla="*/ 17836 h 370464"/>
                <a:gd name="connsiteX79" fmla="*/ 267518 w 454962"/>
                <a:gd name="connsiteY79" fmla="*/ 17836 h 370464"/>
                <a:gd name="connsiteX80" fmla="*/ 290948 w 454962"/>
                <a:gd name="connsiteY80" fmla="*/ 19777 h 370464"/>
                <a:gd name="connsiteX81" fmla="*/ 316335 w 454962"/>
                <a:gd name="connsiteY81" fmla="*/ 25757 h 370464"/>
                <a:gd name="connsiteX82" fmla="*/ 335853 w 454962"/>
                <a:gd name="connsiteY82" fmla="*/ 29692 h 370464"/>
                <a:gd name="connsiteX83" fmla="*/ 347546 w 454962"/>
                <a:gd name="connsiteY83" fmla="*/ 33678 h 370464"/>
                <a:gd name="connsiteX84" fmla="*/ 351458 w 454962"/>
                <a:gd name="connsiteY84" fmla="*/ 33678 h 370464"/>
                <a:gd name="connsiteX85" fmla="*/ 357327 w 454962"/>
                <a:gd name="connsiteY85" fmla="*/ 29692 h 370464"/>
                <a:gd name="connsiteX86" fmla="*/ 363196 w 454962"/>
                <a:gd name="connsiteY86" fmla="*/ 19777 h 370464"/>
                <a:gd name="connsiteX87" fmla="*/ 378802 w 454962"/>
                <a:gd name="connsiteY87" fmla="*/ 7921 h 370464"/>
                <a:gd name="connsiteX88" fmla="*/ 394452 w 454962"/>
                <a:gd name="connsiteY88"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187481 w 454962"/>
                <a:gd name="connsiteY40" fmla="*/ 370463 h 370464"/>
                <a:gd name="connsiteX41" fmla="*/ 175575 w 454962"/>
                <a:gd name="connsiteY41" fmla="*/ 360938 h 370464"/>
                <a:gd name="connsiteX42" fmla="*/ 163669 w 454962"/>
                <a:gd name="connsiteY42" fmla="*/ 368081 h 370464"/>
                <a:gd name="connsiteX43" fmla="*/ 144619 w 454962"/>
                <a:gd name="connsiteY43" fmla="*/ 370464 h 370464"/>
                <a:gd name="connsiteX44" fmla="*/ 130332 w 454962"/>
                <a:gd name="connsiteY44" fmla="*/ 356176 h 370464"/>
                <a:gd name="connsiteX45" fmla="*/ 120806 w 454962"/>
                <a:gd name="connsiteY45" fmla="*/ 339507 h 370464"/>
                <a:gd name="connsiteX46" fmla="*/ 106789 w 454962"/>
                <a:gd name="connsiteY46" fmla="*/ 347240 h 370464"/>
                <a:gd name="connsiteX47" fmla="*/ 94106 w 454962"/>
                <a:gd name="connsiteY47" fmla="*/ 364608 h 370464"/>
                <a:gd name="connsiteX48" fmla="*/ 72248 w 454962"/>
                <a:gd name="connsiteY48" fmla="*/ 366212 h 370464"/>
                <a:gd name="connsiteX49" fmla="*/ 76161 w 454962"/>
                <a:gd name="connsiteY49" fmla="*/ 356297 h 370464"/>
                <a:gd name="connsiteX50" fmla="*/ 70292 w 454962"/>
                <a:gd name="connsiteY50" fmla="*/ 346435 h 370464"/>
                <a:gd name="connsiteX51" fmla="*/ 62467 w 454962"/>
                <a:gd name="connsiteY51" fmla="*/ 336520 h 370464"/>
                <a:gd name="connsiteX52" fmla="*/ 50774 w 454962"/>
                <a:gd name="connsiteY52" fmla="*/ 330592 h 370464"/>
                <a:gd name="connsiteX53" fmla="*/ 37080 w 454962"/>
                <a:gd name="connsiteY53" fmla="*/ 324665 h 370464"/>
                <a:gd name="connsiteX54" fmla="*/ 37080 w 454962"/>
                <a:gd name="connsiteY54" fmla="*/ 318684 h 370464"/>
                <a:gd name="connsiteX55" fmla="*/ 23431 w 454962"/>
                <a:gd name="connsiteY55" fmla="*/ 294973 h 370464"/>
                <a:gd name="connsiteX56" fmla="*/ 15605 w 454962"/>
                <a:gd name="connsiteY56" fmla="*/ 288993 h 370464"/>
                <a:gd name="connsiteX57" fmla="*/ 7826 w 454962"/>
                <a:gd name="connsiteY57" fmla="*/ 283065 h 370464"/>
                <a:gd name="connsiteX58" fmla="*/ 3913 w 454962"/>
                <a:gd name="connsiteY58" fmla="*/ 281072 h 370464"/>
                <a:gd name="connsiteX59" fmla="*/ 0 w 454962"/>
                <a:gd name="connsiteY59" fmla="*/ 277137 h 370464"/>
                <a:gd name="connsiteX60" fmla="*/ 0 w 454962"/>
                <a:gd name="connsiteY60" fmla="*/ 269216 h 370464"/>
                <a:gd name="connsiteX61" fmla="*/ 3913 w 454962"/>
                <a:gd name="connsiteY61" fmla="*/ 263288 h 370464"/>
                <a:gd name="connsiteX62" fmla="*/ 5869 w 454962"/>
                <a:gd name="connsiteY62" fmla="*/ 245453 h 370464"/>
                <a:gd name="connsiteX63" fmla="*/ 7826 w 454962"/>
                <a:gd name="connsiteY63" fmla="*/ 231604 h 370464"/>
                <a:gd name="connsiteX64" fmla="*/ 13649 w 454962"/>
                <a:gd name="connsiteY64" fmla="*/ 223682 h 370464"/>
                <a:gd name="connsiteX65" fmla="*/ 27343 w 454962"/>
                <a:gd name="connsiteY65" fmla="*/ 205899 h 370464"/>
                <a:gd name="connsiteX66" fmla="*/ 31256 w 454962"/>
                <a:gd name="connsiteY66" fmla="*/ 197978 h 370464"/>
                <a:gd name="connsiteX67" fmla="*/ 37080 w 454962"/>
                <a:gd name="connsiteY67" fmla="*/ 191998 h 370464"/>
                <a:gd name="connsiteX68" fmla="*/ 39036 w 454962"/>
                <a:gd name="connsiteY68" fmla="*/ 178149 h 370464"/>
                <a:gd name="connsiteX69" fmla="*/ 40992 w 454962"/>
                <a:gd name="connsiteY69" fmla="*/ 176155 h 370464"/>
                <a:gd name="connsiteX70" fmla="*/ 46861 w 454962"/>
                <a:gd name="connsiteY70" fmla="*/ 176155 h 370464"/>
                <a:gd name="connsiteX71" fmla="*/ 60510 w 454962"/>
                <a:gd name="connsiteY71" fmla="*/ 184076 h 370464"/>
                <a:gd name="connsiteX72" fmla="*/ 66379 w 454962"/>
                <a:gd name="connsiteY72" fmla="*/ 184076 h 370464"/>
                <a:gd name="connsiteX73" fmla="*/ 68336 w 454962"/>
                <a:gd name="connsiteY73" fmla="*/ 184076 h 370464"/>
                <a:gd name="connsiteX74" fmla="*/ 68336 w 454962"/>
                <a:gd name="connsiteY74" fmla="*/ 182135 h 370464"/>
                <a:gd name="connsiteX75" fmla="*/ 68336 w 454962"/>
                <a:gd name="connsiteY75" fmla="*/ 124694 h 370464"/>
                <a:gd name="connsiteX76" fmla="*/ 68336 w 454962"/>
                <a:gd name="connsiteY76" fmla="*/ 77219 h 370464"/>
                <a:gd name="connsiteX77" fmla="*/ 101548 w 454962"/>
                <a:gd name="connsiteY77" fmla="*/ 77219 h 370464"/>
                <a:gd name="connsiteX78" fmla="*/ 101548 w 454962"/>
                <a:gd name="connsiteY78" fmla="*/ 17836 h 370464"/>
                <a:gd name="connsiteX79" fmla="*/ 267518 w 454962"/>
                <a:gd name="connsiteY79" fmla="*/ 17836 h 370464"/>
                <a:gd name="connsiteX80" fmla="*/ 290948 w 454962"/>
                <a:gd name="connsiteY80" fmla="*/ 19777 h 370464"/>
                <a:gd name="connsiteX81" fmla="*/ 316335 w 454962"/>
                <a:gd name="connsiteY81" fmla="*/ 25757 h 370464"/>
                <a:gd name="connsiteX82" fmla="*/ 335853 w 454962"/>
                <a:gd name="connsiteY82" fmla="*/ 29692 h 370464"/>
                <a:gd name="connsiteX83" fmla="*/ 347546 w 454962"/>
                <a:gd name="connsiteY83" fmla="*/ 33678 h 370464"/>
                <a:gd name="connsiteX84" fmla="*/ 351458 w 454962"/>
                <a:gd name="connsiteY84" fmla="*/ 33678 h 370464"/>
                <a:gd name="connsiteX85" fmla="*/ 357327 w 454962"/>
                <a:gd name="connsiteY85" fmla="*/ 29692 h 370464"/>
                <a:gd name="connsiteX86" fmla="*/ 363196 w 454962"/>
                <a:gd name="connsiteY86" fmla="*/ 19777 h 370464"/>
                <a:gd name="connsiteX87" fmla="*/ 378802 w 454962"/>
                <a:gd name="connsiteY87" fmla="*/ 7921 h 370464"/>
                <a:gd name="connsiteX88" fmla="*/ 394452 w 454962"/>
                <a:gd name="connsiteY88"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01769 w 454962"/>
                <a:gd name="connsiteY40" fmla="*/ 363319 h 370464"/>
                <a:gd name="connsiteX41" fmla="*/ 187481 w 454962"/>
                <a:gd name="connsiteY41" fmla="*/ 370463 h 370464"/>
                <a:gd name="connsiteX42" fmla="*/ 175575 w 454962"/>
                <a:gd name="connsiteY42" fmla="*/ 360938 h 370464"/>
                <a:gd name="connsiteX43" fmla="*/ 163669 w 454962"/>
                <a:gd name="connsiteY43" fmla="*/ 368081 h 370464"/>
                <a:gd name="connsiteX44" fmla="*/ 144619 w 454962"/>
                <a:gd name="connsiteY44" fmla="*/ 370464 h 370464"/>
                <a:gd name="connsiteX45" fmla="*/ 130332 w 454962"/>
                <a:gd name="connsiteY45" fmla="*/ 356176 h 370464"/>
                <a:gd name="connsiteX46" fmla="*/ 120806 w 454962"/>
                <a:gd name="connsiteY46" fmla="*/ 339507 h 370464"/>
                <a:gd name="connsiteX47" fmla="*/ 106789 w 454962"/>
                <a:gd name="connsiteY47" fmla="*/ 347240 h 370464"/>
                <a:gd name="connsiteX48" fmla="*/ 94106 w 454962"/>
                <a:gd name="connsiteY48" fmla="*/ 364608 h 370464"/>
                <a:gd name="connsiteX49" fmla="*/ 72248 w 454962"/>
                <a:gd name="connsiteY49" fmla="*/ 366212 h 370464"/>
                <a:gd name="connsiteX50" fmla="*/ 76161 w 454962"/>
                <a:gd name="connsiteY50" fmla="*/ 356297 h 370464"/>
                <a:gd name="connsiteX51" fmla="*/ 70292 w 454962"/>
                <a:gd name="connsiteY51" fmla="*/ 346435 h 370464"/>
                <a:gd name="connsiteX52" fmla="*/ 62467 w 454962"/>
                <a:gd name="connsiteY52" fmla="*/ 336520 h 370464"/>
                <a:gd name="connsiteX53" fmla="*/ 50774 w 454962"/>
                <a:gd name="connsiteY53" fmla="*/ 330592 h 370464"/>
                <a:gd name="connsiteX54" fmla="*/ 37080 w 454962"/>
                <a:gd name="connsiteY54" fmla="*/ 324665 h 370464"/>
                <a:gd name="connsiteX55" fmla="*/ 37080 w 454962"/>
                <a:gd name="connsiteY55" fmla="*/ 318684 h 370464"/>
                <a:gd name="connsiteX56" fmla="*/ 23431 w 454962"/>
                <a:gd name="connsiteY56" fmla="*/ 294973 h 370464"/>
                <a:gd name="connsiteX57" fmla="*/ 15605 w 454962"/>
                <a:gd name="connsiteY57" fmla="*/ 288993 h 370464"/>
                <a:gd name="connsiteX58" fmla="*/ 7826 w 454962"/>
                <a:gd name="connsiteY58" fmla="*/ 283065 h 370464"/>
                <a:gd name="connsiteX59" fmla="*/ 3913 w 454962"/>
                <a:gd name="connsiteY59" fmla="*/ 281072 h 370464"/>
                <a:gd name="connsiteX60" fmla="*/ 0 w 454962"/>
                <a:gd name="connsiteY60" fmla="*/ 277137 h 370464"/>
                <a:gd name="connsiteX61" fmla="*/ 0 w 454962"/>
                <a:gd name="connsiteY61" fmla="*/ 269216 h 370464"/>
                <a:gd name="connsiteX62" fmla="*/ 3913 w 454962"/>
                <a:gd name="connsiteY62" fmla="*/ 263288 h 370464"/>
                <a:gd name="connsiteX63" fmla="*/ 5869 w 454962"/>
                <a:gd name="connsiteY63" fmla="*/ 245453 h 370464"/>
                <a:gd name="connsiteX64" fmla="*/ 7826 w 454962"/>
                <a:gd name="connsiteY64" fmla="*/ 231604 h 370464"/>
                <a:gd name="connsiteX65" fmla="*/ 13649 w 454962"/>
                <a:gd name="connsiteY65" fmla="*/ 223682 h 370464"/>
                <a:gd name="connsiteX66" fmla="*/ 27343 w 454962"/>
                <a:gd name="connsiteY66" fmla="*/ 205899 h 370464"/>
                <a:gd name="connsiteX67" fmla="*/ 31256 w 454962"/>
                <a:gd name="connsiteY67" fmla="*/ 197978 h 370464"/>
                <a:gd name="connsiteX68" fmla="*/ 37080 w 454962"/>
                <a:gd name="connsiteY68" fmla="*/ 191998 h 370464"/>
                <a:gd name="connsiteX69" fmla="*/ 39036 w 454962"/>
                <a:gd name="connsiteY69" fmla="*/ 178149 h 370464"/>
                <a:gd name="connsiteX70" fmla="*/ 40992 w 454962"/>
                <a:gd name="connsiteY70" fmla="*/ 176155 h 370464"/>
                <a:gd name="connsiteX71" fmla="*/ 46861 w 454962"/>
                <a:gd name="connsiteY71" fmla="*/ 176155 h 370464"/>
                <a:gd name="connsiteX72" fmla="*/ 60510 w 454962"/>
                <a:gd name="connsiteY72" fmla="*/ 184076 h 370464"/>
                <a:gd name="connsiteX73" fmla="*/ 66379 w 454962"/>
                <a:gd name="connsiteY73" fmla="*/ 184076 h 370464"/>
                <a:gd name="connsiteX74" fmla="*/ 68336 w 454962"/>
                <a:gd name="connsiteY74" fmla="*/ 184076 h 370464"/>
                <a:gd name="connsiteX75" fmla="*/ 68336 w 454962"/>
                <a:gd name="connsiteY75" fmla="*/ 182135 h 370464"/>
                <a:gd name="connsiteX76" fmla="*/ 68336 w 454962"/>
                <a:gd name="connsiteY76" fmla="*/ 124694 h 370464"/>
                <a:gd name="connsiteX77" fmla="*/ 68336 w 454962"/>
                <a:gd name="connsiteY77" fmla="*/ 77219 h 370464"/>
                <a:gd name="connsiteX78" fmla="*/ 101548 w 454962"/>
                <a:gd name="connsiteY78" fmla="*/ 77219 h 370464"/>
                <a:gd name="connsiteX79" fmla="*/ 101548 w 454962"/>
                <a:gd name="connsiteY79" fmla="*/ 17836 h 370464"/>
                <a:gd name="connsiteX80" fmla="*/ 267518 w 454962"/>
                <a:gd name="connsiteY80" fmla="*/ 17836 h 370464"/>
                <a:gd name="connsiteX81" fmla="*/ 290948 w 454962"/>
                <a:gd name="connsiteY81" fmla="*/ 19777 h 370464"/>
                <a:gd name="connsiteX82" fmla="*/ 316335 w 454962"/>
                <a:gd name="connsiteY82" fmla="*/ 25757 h 370464"/>
                <a:gd name="connsiteX83" fmla="*/ 335853 w 454962"/>
                <a:gd name="connsiteY83" fmla="*/ 29692 h 370464"/>
                <a:gd name="connsiteX84" fmla="*/ 347546 w 454962"/>
                <a:gd name="connsiteY84" fmla="*/ 33678 h 370464"/>
                <a:gd name="connsiteX85" fmla="*/ 351458 w 454962"/>
                <a:gd name="connsiteY85" fmla="*/ 33678 h 370464"/>
                <a:gd name="connsiteX86" fmla="*/ 357327 w 454962"/>
                <a:gd name="connsiteY86" fmla="*/ 29692 h 370464"/>
                <a:gd name="connsiteX87" fmla="*/ 363196 w 454962"/>
                <a:gd name="connsiteY87" fmla="*/ 19777 h 370464"/>
                <a:gd name="connsiteX88" fmla="*/ 378802 w 454962"/>
                <a:gd name="connsiteY88" fmla="*/ 7921 h 370464"/>
                <a:gd name="connsiteX89" fmla="*/ 394452 w 454962"/>
                <a:gd name="connsiteY89"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08913 w 454962"/>
                <a:gd name="connsiteY40" fmla="*/ 368081 h 370464"/>
                <a:gd name="connsiteX41" fmla="*/ 187481 w 454962"/>
                <a:gd name="connsiteY41" fmla="*/ 370463 h 370464"/>
                <a:gd name="connsiteX42" fmla="*/ 175575 w 454962"/>
                <a:gd name="connsiteY42" fmla="*/ 360938 h 370464"/>
                <a:gd name="connsiteX43" fmla="*/ 163669 w 454962"/>
                <a:gd name="connsiteY43" fmla="*/ 368081 h 370464"/>
                <a:gd name="connsiteX44" fmla="*/ 144619 w 454962"/>
                <a:gd name="connsiteY44" fmla="*/ 370464 h 370464"/>
                <a:gd name="connsiteX45" fmla="*/ 130332 w 454962"/>
                <a:gd name="connsiteY45" fmla="*/ 356176 h 370464"/>
                <a:gd name="connsiteX46" fmla="*/ 120806 w 454962"/>
                <a:gd name="connsiteY46" fmla="*/ 339507 h 370464"/>
                <a:gd name="connsiteX47" fmla="*/ 106789 w 454962"/>
                <a:gd name="connsiteY47" fmla="*/ 347240 h 370464"/>
                <a:gd name="connsiteX48" fmla="*/ 94106 w 454962"/>
                <a:gd name="connsiteY48" fmla="*/ 364608 h 370464"/>
                <a:gd name="connsiteX49" fmla="*/ 72248 w 454962"/>
                <a:gd name="connsiteY49" fmla="*/ 366212 h 370464"/>
                <a:gd name="connsiteX50" fmla="*/ 76161 w 454962"/>
                <a:gd name="connsiteY50" fmla="*/ 356297 h 370464"/>
                <a:gd name="connsiteX51" fmla="*/ 70292 w 454962"/>
                <a:gd name="connsiteY51" fmla="*/ 346435 h 370464"/>
                <a:gd name="connsiteX52" fmla="*/ 62467 w 454962"/>
                <a:gd name="connsiteY52" fmla="*/ 336520 h 370464"/>
                <a:gd name="connsiteX53" fmla="*/ 50774 w 454962"/>
                <a:gd name="connsiteY53" fmla="*/ 330592 h 370464"/>
                <a:gd name="connsiteX54" fmla="*/ 37080 w 454962"/>
                <a:gd name="connsiteY54" fmla="*/ 324665 h 370464"/>
                <a:gd name="connsiteX55" fmla="*/ 37080 w 454962"/>
                <a:gd name="connsiteY55" fmla="*/ 318684 h 370464"/>
                <a:gd name="connsiteX56" fmla="*/ 23431 w 454962"/>
                <a:gd name="connsiteY56" fmla="*/ 294973 h 370464"/>
                <a:gd name="connsiteX57" fmla="*/ 15605 w 454962"/>
                <a:gd name="connsiteY57" fmla="*/ 288993 h 370464"/>
                <a:gd name="connsiteX58" fmla="*/ 7826 w 454962"/>
                <a:gd name="connsiteY58" fmla="*/ 283065 h 370464"/>
                <a:gd name="connsiteX59" fmla="*/ 3913 w 454962"/>
                <a:gd name="connsiteY59" fmla="*/ 281072 h 370464"/>
                <a:gd name="connsiteX60" fmla="*/ 0 w 454962"/>
                <a:gd name="connsiteY60" fmla="*/ 277137 h 370464"/>
                <a:gd name="connsiteX61" fmla="*/ 0 w 454962"/>
                <a:gd name="connsiteY61" fmla="*/ 269216 h 370464"/>
                <a:gd name="connsiteX62" fmla="*/ 3913 w 454962"/>
                <a:gd name="connsiteY62" fmla="*/ 263288 h 370464"/>
                <a:gd name="connsiteX63" fmla="*/ 5869 w 454962"/>
                <a:gd name="connsiteY63" fmla="*/ 245453 h 370464"/>
                <a:gd name="connsiteX64" fmla="*/ 7826 w 454962"/>
                <a:gd name="connsiteY64" fmla="*/ 231604 h 370464"/>
                <a:gd name="connsiteX65" fmla="*/ 13649 w 454962"/>
                <a:gd name="connsiteY65" fmla="*/ 223682 h 370464"/>
                <a:gd name="connsiteX66" fmla="*/ 27343 w 454962"/>
                <a:gd name="connsiteY66" fmla="*/ 205899 h 370464"/>
                <a:gd name="connsiteX67" fmla="*/ 31256 w 454962"/>
                <a:gd name="connsiteY67" fmla="*/ 197978 h 370464"/>
                <a:gd name="connsiteX68" fmla="*/ 37080 w 454962"/>
                <a:gd name="connsiteY68" fmla="*/ 191998 h 370464"/>
                <a:gd name="connsiteX69" fmla="*/ 39036 w 454962"/>
                <a:gd name="connsiteY69" fmla="*/ 178149 h 370464"/>
                <a:gd name="connsiteX70" fmla="*/ 40992 w 454962"/>
                <a:gd name="connsiteY70" fmla="*/ 176155 h 370464"/>
                <a:gd name="connsiteX71" fmla="*/ 46861 w 454962"/>
                <a:gd name="connsiteY71" fmla="*/ 176155 h 370464"/>
                <a:gd name="connsiteX72" fmla="*/ 60510 w 454962"/>
                <a:gd name="connsiteY72" fmla="*/ 184076 h 370464"/>
                <a:gd name="connsiteX73" fmla="*/ 66379 w 454962"/>
                <a:gd name="connsiteY73" fmla="*/ 184076 h 370464"/>
                <a:gd name="connsiteX74" fmla="*/ 68336 w 454962"/>
                <a:gd name="connsiteY74" fmla="*/ 184076 h 370464"/>
                <a:gd name="connsiteX75" fmla="*/ 68336 w 454962"/>
                <a:gd name="connsiteY75" fmla="*/ 182135 h 370464"/>
                <a:gd name="connsiteX76" fmla="*/ 68336 w 454962"/>
                <a:gd name="connsiteY76" fmla="*/ 124694 h 370464"/>
                <a:gd name="connsiteX77" fmla="*/ 68336 w 454962"/>
                <a:gd name="connsiteY77" fmla="*/ 77219 h 370464"/>
                <a:gd name="connsiteX78" fmla="*/ 101548 w 454962"/>
                <a:gd name="connsiteY78" fmla="*/ 77219 h 370464"/>
                <a:gd name="connsiteX79" fmla="*/ 101548 w 454962"/>
                <a:gd name="connsiteY79" fmla="*/ 17836 h 370464"/>
                <a:gd name="connsiteX80" fmla="*/ 267518 w 454962"/>
                <a:gd name="connsiteY80" fmla="*/ 17836 h 370464"/>
                <a:gd name="connsiteX81" fmla="*/ 290948 w 454962"/>
                <a:gd name="connsiteY81" fmla="*/ 19777 h 370464"/>
                <a:gd name="connsiteX82" fmla="*/ 316335 w 454962"/>
                <a:gd name="connsiteY82" fmla="*/ 25757 h 370464"/>
                <a:gd name="connsiteX83" fmla="*/ 335853 w 454962"/>
                <a:gd name="connsiteY83" fmla="*/ 29692 h 370464"/>
                <a:gd name="connsiteX84" fmla="*/ 347546 w 454962"/>
                <a:gd name="connsiteY84" fmla="*/ 33678 h 370464"/>
                <a:gd name="connsiteX85" fmla="*/ 351458 w 454962"/>
                <a:gd name="connsiteY85" fmla="*/ 33678 h 370464"/>
                <a:gd name="connsiteX86" fmla="*/ 357327 w 454962"/>
                <a:gd name="connsiteY86" fmla="*/ 29692 h 370464"/>
                <a:gd name="connsiteX87" fmla="*/ 363196 w 454962"/>
                <a:gd name="connsiteY87" fmla="*/ 19777 h 370464"/>
                <a:gd name="connsiteX88" fmla="*/ 378802 w 454962"/>
                <a:gd name="connsiteY88" fmla="*/ 7921 h 370464"/>
                <a:gd name="connsiteX89" fmla="*/ 394452 w 454962"/>
                <a:gd name="connsiteY89"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25581 w 454962"/>
                <a:gd name="connsiteY40" fmla="*/ 358556 h 370464"/>
                <a:gd name="connsiteX41" fmla="*/ 208913 w 454962"/>
                <a:gd name="connsiteY41" fmla="*/ 368081 h 370464"/>
                <a:gd name="connsiteX42" fmla="*/ 187481 w 454962"/>
                <a:gd name="connsiteY42" fmla="*/ 370463 h 370464"/>
                <a:gd name="connsiteX43" fmla="*/ 175575 w 454962"/>
                <a:gd name="connsiteY43" fmla="*/ 360938 h 370464"/>
                <a:gd name="connsiteX44" fmla="*/ 163669 w 454962"/>
                <a:gd name="connsiteY44" fmla="*/ 368081 h 370464"/>
                <a:gd name="connsiteX45" fmla="*/ 144619 w 454962"/>
                <a:gd name="connsiteY45" fmla="*/ 370464 h 370464"/>
                <a:gd name="connsiteX46" fmla="*/ 130332 w 454962"/>
                <a:gd name="connsiteY46" fmla="*/ 356176 h 370464"/>
                <a:gd name="connsiteX47" fmla="*/ 120806 w 454962"/>
                <a:gd name="connsiteY47" fmla="*/ 339507 h 370464"/>
                <a:gd name="connsiteX48" fmla="*/ 106789 w 454962"/>
                <a:gd name="connsiteY48" fmla="*/ 347240 h 370464"/>
                <a:gd name="connsiteX49" fmla="*/ 94106 w 454962"/>
                <a:gd name="connsiteY49" fmla="*/ 364608 h 370464"/>
                <a:gd name="connsiteX50" fmla="*/ 72248 w 454962"/>
                <a:gd name="connsiteY50" fmla="*/ 366212 h 370464"/>
                <a:gd name="connsiteX51" fmla="*/ 76161 w 454962"/>
                <a:gd name="connsiteY51" fmla="*/ 356297 h 370464"/>
                <a:gd name="connsiteX52" fmla="*/ 70292 w 454962"/>
                <a:gd name="connsiteY52" fmla="*/ 346435 h 370464"/>
                <a:gd name="connsiteX53" fmla="*/ 62467 w 454962"/>
                <a:gd name="connsiteY53" fmla="*/ 336520 h 370464"/>
                <a:gd name="connsiteX54" fmla="*/ 50774 w 454962"/>
                <a:gd name="connsiteY54" fmla="*/ 330592 h 370464"/>
                <a:gd name="connsiteX55" fmla="*/ 37080 w 454962"/>
                <a:gd name="connsiteY55" fmla="*/ 324665 h 370464"/>
                <a:gd name="connsiteX56" fmla="*/ 37080 w 454962"/>
                <a:gd name="connsiteY56" fmla="*/ 318684 h 370464"/>
                <a:gd name="connsiteX57" fmla="*/ 23431 w 454962"/>
                <a:gd name="connsiteY57" fmla="*/ 294973 h 370464"/>
                <a:gd name="connsiteX58" fmla="*/ 15605 w 454962"/>
                <a:gd name="connsiteY58" fmla="*/ 288993 h 370464"/>
                <a:gd name="connsiteX59" fmla="*/ 7826 w 454962"/>
                <a:gd name="connsiteY59" fmla="*/ 283065 h 370464"/>
                <a:gd name="connsiteX60" fmla="*/ 3913 w 454962"/>
                <a:gd name="connsiteY60" fmla="*/ 281072 h 370464"/>
                <a:gd name="connsiteX61" fmla="*/ 0 w 454962"/>
                <a:gd name="connsiteY61" fmla="*/ 277137 h 370464"/>
                <a:gd name="connsiteX62" fmla="*/ 0 w 454962"/>
                <a:gd name="connsiteY62" fmla="*/ 269216 h 370464"/>
                <a:gd name="connsiteX63" fmla="*/ 3913 w 454962"/>
                <a:gd name="connsiteY63" fmla="*/ 263288 h 370464"/>
                <a:gd name="connsiteX64" fmla="*/ 5869 w 454962"/>
                <a:gd name="connsiteY64" fmla="*/ 245453 h 370464"/>
                <a:gd name="connsiteX65" fmla="*/ 7826 w 454962"/>
                <a:gd name="connsiteY65" fmla="*/ 231604 h 370464"/>
                <a:gd name="connsiteX66" fmla="*/ 13649 w 454962"/>
                <a:gd name="connsiteY66" fmla="*/ 223682 h 370464"/>
                <a:gd name="connsiteX67" fmla="*/ 27343 w 454962"/>
                <a:gd name="connsiteY67" fmla="*/ 205899 h 370464"/>
                <a:gd name="connsiteX68" fmla="*/ 31256 w 454962"/>
                <a:gd name="connsiteY68" fmla="*/ 197978 h 370464"/>
                <a:gd name="connsiteX69" fmla="*/ 37080 w 454962"/>
                <a:gd name="connsiteY69" fmla="*/ 191998 h 370464"/>
                <a:gd name="connsiteX70" fmla="*/ 39036 w 454962"/>
                <a:gd name="connsiteY70" fmla="*/ 178149 h 370464"/>
                <a:gd name="connsiteX71" fmla="*/ 40992 w 454962"/>
                <a:gd name="connsiteY71" fmla="*/ 176155 h 370464"/>
                <a:gd name="connsiteX72" fmla="*/ 46861 w 454962"/>
                <a:gd name="connsiteY72" fmla="*/ 176155 h 370464"/>
                <a:gd name="connsiteX73" fmla="*/ 60510 w 454962"/>
                <a:gd name="connsiteY73" fmla="*/ 184076 h 370464"/>
                <a:gd name="connsiteX74" fmla="*/ 66379 w 454962"/>
                <a:gd name="connsiteY74" fmla="*/ 184076 h 370464"/>
                <a:gd name="connsiteX75" fmla="*/ 68336 w 454962"/>
                <a:gd name="connsiteY75" fmla="*/ 184076 h 370464"/>
                <a:gd name="connsiteX76" fmla="*/ 68336 w 454962"/>
                <a:gd name="connsiteY76" fmla="*/ 182135 h 370464"/>
                <a:gd name="connsiteX77" fmla="*/ 68336 w 454962"/>
                <a:gd name="connsiteY77" fmla="*/ 124694 h 370464"/>
                <a:gd name="connsiteX78" fmla="*/ 68336 w 454962"/>
                <a:gd name="connsiteY78" fmla="*/ 77219 h 370464"/>
                <a:gd name="connsiteX79" fmla="*/ 101548 w 454962"/>
                <a:gd name="connsiteY79" fmla="*/ 77219 h 370464"/>
                <a:gd name="connsiteX80" fmla="*/ 101548 w 454962"/>
                <a:gd name="connsiteY80" fmla="*/ 17836 h 370464"/>
                <a:gd name="connsiteX81" fmla="*/ 267518 w 454962"/>
                <a:gd name="connsiteY81" fmla="*/ 17836 h 370464"/>
                <a:gd name="connsiteX82" fmla="*/ 290948 w 454962"/>
                <a:gd name="connsiteY82" fmla="*/ 19777 h 370464"/>
                <a:gd name="connsiteX83" fmla="*/ 316335 w 454962"/>
                <a:gd name="connsiteY83" fmla="*/ 25757 h 370464"/>
                <a:gd name="connsiteX84" fmla="*/ 335853 w 454962"/>
                <a:gd name="connsiteY84" fmla="*/ 29692 h 370464"/>
                <a:gd name="connsiteX85" fmla="*/ 347546 w 454962"/>
                <a:gd name="connsiteY85" fmla="*/ 33678 h 370464"/>
                <a:gd name="connsiteX86" fmla="*/ 351458 w 454962"/>
                <a:gd name="connsiteY86" fmla="*/ 33678 h 370464"/>
                <a:gd name="connsiteX87" fmla="*/ 357327 w 454962"/>
                <a:gd name="connsiteY87" fmla="*/ 29692 h 370464"/>
                <a:gd name="connsiteX88" fmla="*/ 363196 w 454962"/>
                <a:gd name="connsiteY88" fmla="*/ 19777 h 370464"/>
                <a:gd name="connsiteX89" fmla="*/ 378802 w 454962"/>
                <a:gd name="connsiteY89" fmla="*/ 7921 h 370464"/>
                <a:gd name="connsiteX90" fmla="*/ 394452 w 454962"/>
                <a:gd name="connsiteY90"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39869 w 454962"/>
                <a:gd name="connsiteY40" fmla="*/ 349031 h 370464"/>
                <a:gd name="connsiteX41" fmla="*/ 225581 w 454962"/>
                <a:gd name="connsiteY41" fmla="*/ 358556 h 370464"/>
                <a:gd name="connsiteX42" fmla="*/ 208913 w 454962"/>
                <a:gd name="connsiteY42" fmla="*/ 368081 h 370464"/>
                <a:gd name="connsiteX43" fmla="*/ 187481 w 454962"/>
                <a:gd name="connsiteY43" fmla="*/ 370463 h 370464"/>
                <a:gd name="connsiteX44" fmla="*/ 175575 w 454962"/>
                <a:gd name="connsiteY44" fmla="*/ 360938 h 370464"/>
                <a:gd name="connsiteX45" fmla="*/ 163669 w 454962"/>
                <a:gd name="connsiteY45" fmla="*/ 368081 h 370464"/>
                <a:gd name="connsiteX46" fmla="*/ 144619 w 454962"/>
                <a:gd name="connsiteY46" fmla="*/ 370464 h 370464"/>
                <a:gd name="connsiteX47" fmla="*/ 130332 w 454962"/>
                <a:gd name="connsiteY47" fmla="*/ 356176 h 370464"/>
                <a:gd name="connsiteX48" fmla="*/ 120806 w 454962"/>
                <a:gd name="connsiteY48" fmla="*/ 339507 h 370464"/>
                <a:gd name="connsiteX49" fmla="*/ 106789 w 454962"/>
                <a:gd name="connsiteY49" fmla="*/ 347240 h 370464"/>
                <a:gd name="connsiteX50" fmla="*/ 94106 w 454962"/>
                <a:gd name="connsiteY50" fmla="*/ 364608 h 370464"/>
                <a:gd name="connsiteX51" fmla="*/ 72248 w 454962"/>
                <a:gd name="connsiteY51" fmla="*/ 366212 h 370464"/>
                <a:gd name="connsiteX52" fmla="*/ 76161 w 454962"/>
                <a:gd name="connsiteY52" fmla="*/ 356297 h 370464"/>
                <a:gd name="connsiteX53" fmla="*/ 70292 w 454962"/>
                <a:gd name="connsiteY53" fmla="*/ 346435 h 370464"/>
                <a:gd name="connsiteX54" fmla="*/ 62467 w 454962"/>
                <a:gd name="connsiteY54" fmla="*/ 336520 h 370464"/>
                <a:gd name="connsiteX55" fmla="*/ 50774 w 454962"/>
                <a:gd name="connsiteY55" fmla="*/ 330592 h 370464"/>
                <a:gd name="connsiteX56" fmla="*/ 37080 w 454962"/>
                <a:gd name="connsiteY56" fmla="*/ 324665 h 370464"/>
                <a:gd name="connsiteX57" fmla="*/ 37080 w 454962"/>
                <a:gd name="connsiteY57" fmla="*/ 318684 h 370464"/>
                <a:gd name="connsiteX58" fmla="*/ 23431 w 454962"/>
                <a:gd name="connsiteY58" fmla="*/ 294973 h 370464"/>
                <a:gd name="connsiteX59" fmla="*/ 15605 w 454962"/>
                <a:gd name="connsiteY59" fmla="*/ 288993 h 370464"/>
                <a:gd name="connsiteX60" fmla="*/ 7826 w 454962"/>
                <a:gd name="connsiteY60" fmla="*/ 283065 h 370464"/>
                <a:gd name="connsiteX61" fmla="*/ 3913 w 454962"/>
                <a:gd name="connsiteY61" fmla="*/ 281072 h 370464"/>
                <a:gd name="connsiteX62" fmla="*/ 0 w 454962"/>
                <a:gd name="connsiteY62" fmla="*/ 277137 h 370464"/>
                <a:gd name="connsiteX63" fmla="*/ 0 w 454962"/>
                <a:gd name="connsiteY63" fmla="*/ 269216 h 370464"/>
                <a:gd name="connsiteX64" fmla="*/ 3913 w 454962"/>
                <a:gd name="connsiteY64" fmla="*/ 263288 h 370464"/>
                <a:gd name="connsiteX65" fmla="*/ 5869 w 454962"/>
                <a:gd name="connsiteY65" fmla="*/ 245453 h 370464"/>
                <a:gd name="connsiteX66" fmla="*/ 7826 w 454962"/>
                <a:gd name="connsiteY66" fmla="*/ 231604 h 370464"/>
                <a:gd name="connsiteX67" fmla="*/ 13649 w 454962"/>
                <a:gd name="connsiteY67" fmla="*/ 223682 h 370464"/>
                <a:gd name="connsiteX68" fmla="*/ 27343 w 454962"/>
                <a:gd name="connsiteY68" fmla="*/ 205899 h 370464"/>
                <a:gd name="connsiteX69" fmla="*/ 31256 w 454962"/>
                <a:gd name="connsiteY69" fmla="*/ 197978 h 370464"/>
                <a:gd name="connsiteX70" fmla="*/ 37080 w 454962"/>
                <a:gd name="connsiteY70" fmla="*/ 191998 h 370464"/>
                <a:gd name="connsiteX71" fmla="*/ 39036 w 454962"/>
                <a:gd name="connsiteY71" fmla="*/ 178149 h 370464"/>
                <a:gd name="connsiteX72" fmla="*/ 40992 w 454962"/>
                <a:gd name="connsiteY72" fmla="*/ 176155 h 370464"/>
                <a:gd name="connsiteX73" fmla="*/ 46861 w 454962"/>
                <a:gd name="connsiteY73" fmla="*/ 176155 h 370464"/>
                <a:gd name="connsiteX74" fmla="*/ 60510 w 454962"/>
                <a:gd name="connsiteY74" fmla="*/ 184076 h 370464"/>
                <a:gd name="connsiteX75" fmla="*/ 66379 w 454962"/>
                <a:gd name="connsiteY75" fmla="*/ 184076 h 370464"/>
                <a:gd name="connsiteX76" fmla="*/ 68336 w 454962"/>
                <a:gd name="connsiteY76" fmla="*/ 184076 h 370464"/>
                <a:gd name="connsiteX77" fmla="*/ 68336 w 454962"/>
                <a:gd name="connsiteY77" fmla="*/ 182135 h 370464"/>
                <a:gd name="connsiteX78" fmla="*/ 68336 w 454962"/>
                <a:gd name="connsiteY78" fmla="*/ 124694 h 370464"/>
                <a:gd name="connsiteX79" fmla="*/ 68336 w 454962"/>
                <a:gd name="connsiteY79" fmla="*/ 77219 h 370464"/>
                <a:gd name="connsiteX80" fmla="*/ 101548 w 454962"/>
                <a:gd name="connsiteY80" fmla="*/ 77219 h 370464"/>
                <a:gd name="connsiteX81" fmla="*/ 101548 w 454962"/>
                <a:gd name="connsiteY81" fmla="*/ 17836 h 370464"/>
                <a:gd name="connsiteX82" fmla="*/ 267518 w 454962"/>
                <a:gd name="connsiteY82" fmla="*/ 17836 h 370464"/>
                <a:gd name="connsiteX83" fmla="*/ 290948 w 454962"/>
                <a:gd name="connsiteY83" fmla="*/ 19777 h 370464"/>
                <a:gd name="connsiteX84" fmla="*/ 316335 w 454962"/>
                <a:gd name="connsiteY84" fmla="*/ 25757 h 370464"/>
                <a:gd name="connsiteX85" fmla="*/ 335853 w 454962"/>
                <a:gd name="connsiteY85" fmla="*/ 29692 h 370464"/>
                <a:gd name="connsiteX86" fmla="*/ 347546 w 454962"/>
                <a:gd name="connsiteY86" fmla="*/ 33678 h 370464"/>
                <a:gd name="connsiteX87" fmla="*/ 351458 w 454962"/>
                <a:gd name="connsiteY87" fmla="*/ 33678 h 370464"/>
                <a:gd name="connsiteX88" fmla="*/ 357327 w 454962"/>
                <a:gd name="connsiteY88" fmla="*/ 29692 h 370464"/>
                <a:gd name="connsiteX89" fmla="*/ 363196 w 454962"/>
                <a:gd name="connsiteY89" fmla="*/ 19777 h 370464"/>
                <a:gd name="connsiteX90" fmla="*/ 378802 w 454962"/>
                <a:gd name="connsiteY90" fmla="*/ 7921 h 370464"/>
                <a:gd name="connsiteX91" fmla="*/ 394452 w 454962"/>
                <a:gd name="connsiteY91"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39869 w 454962"/>
                <a:gd name="connsiteY40" fmla="*/ 349031 h 370464"/>
                <a:gd name="connsiteX41" fmla="*/ 258919 w 454962"/>
                <a:gd name="connsiteY41" fmla="*/ 339506 h 370464"/>
                <a:gd name="connsiteX42" fmla="*/ 225581 w 454962"/>
                <a:gd name="connsiteY42" fmla="*/ 358556 h 370464"/>
                <a:gd name="connsiteX43" fmla="*/ 208913 w 454962"/>
                <a:gd name="connsiteY43" fmla="*/ 368081 h 370464"/>
                <a:gd name="connsiteX44" fmla="*/ 187481 w 454962"/>
                <a:gd name="connsiteY44" fmla="*/ 370463 h 370464"/>
                <a:gd name="connsiteX45" fmla="*/ 175575 w 454962"/>
                <a:gd name="connsiteY45" fmla="*/ 360938 h 370464"/>
                <a:gd name="connsiteX46" fmla="*/ 163669 w 454962"/>
                <a:gd name="connsiteY46" fmla="*/ 368081 h 370464"/>
                <a:gd name="connsiteX47" fmla="*/ 144619 w 454962"/>
                <a:gd name="connsiteY47" fmla="*/ 370464 h 370464"/>
                <a:gd name="connsiteX48" fmla="*/ 130332 w 454962"/>
                <a:gd name="connsiteY48" fmla="*/ 356176 h 370464"/>
                <a:gd name="connsiteX49" fmla="*/ 120806 w 454962"/>
                <a:gd name="connsiteY49" fmla="*/ 339507 h 370464"/>
                <a:gd name="connsiteX50" fmla="*/ 106789 w 454962"/>
                <a:gd name="connsiteY50" fmla="*/ 347240 h 370464"/>
                <a:gd name="connsiteX51" fmla="*/ 94106 w 454962"/>
                <a:gd name="connsiteY51" fmla="*/ 364608 h 370464"/>
                <a:gd name="connsiteX52" fmla="*/ 72248 w 454962"/>
                <a:gd name="connsiteY52" fmla="*/ 366212 h 370464"/>
                <a:gd name="connsiteX53" fmla="*/ 76161 w 454962"/>
                <a:gd name="connsiteY53" fmla="*/ 356297 h 370464"/>
                <a:gd name="connsiteX54" fmla="*/ 70292 w 454962"/>
                <a:gd name="connsiteY54" fmla="*/ 346435 h 370464"/>
                <a:gd name="connsiteX55" fmla="*/ 62467 w 454962"/>
                <a:gd name="connsiteY55" fmla="*/ 336520 h 370464"/>
                <a:gd name="connsiteX56" fmla="*/ 50774 w 454962"/>
                <a:gd name="connsiteY56" fmla="*/ 330592 h 370464"/>
                <a:gd name="connsiteX57" fmla="*/ 37080 w 454962"/>
                <a:gd name="connsiteY57" fmla="*/ 324665 h 370464"/>
                <a:gd name="connsiteX58" fmla="*/ 37080 w 454962"/>
                <a:gd name="connsiteY58" fmla="*/ 318684 h 370464"/>
                <a:gd name="connsiteX59" fmla="*/ 23431 w 454962"/>
                <a:gd name="connsiteY59" fmla="*/ 294973 h 370464"/>
                <a:gd name="connsiteX60" fmla="*/ 15605 w 454962"/>
                <a:gd name="connsiteY60" fmla="*/ 288993 h 370464"/>
                <a:gd name="connsiteX61" fmla="*/ 7826 w 454962"/>
                <a:gd name="connsiteY61" fmla="*/ 283065 h 370464"/>
                <a:gd name="connsiteX62" fmla="*/ 3913 w 454962"/>
                <a:gd name="connsiteY62" fmla="*/ 281072 h 370464"/>
                <a:gd name="connsiteX63" fmla="*/ 0 w 454962"/>
                <a:gd name="connsiteY63" fmla="*/ 277137 h 370464"/>
                <a:gd name="connsiteX64" fmla="*/ 0 w 454962"/>
                <a:gd name="connsiteY64" fmla="*/ 269216 h 370464"/>
                <a:gd name="connsiteX65" fmla="*/ 3913 w 454962"/>
                <a:gd name="connsiteY65" fmla="*/ 263288 h 370464"/>
                <a:gd name="connsiteX66" fmla="*/ 5869 w 454962"/>
                <a:gd name="connsiteY66" fmla="*/ 245453 h 370464"/>
                <a:gd name="connsiteX67" fmla="*/ 7826 w 454962"/>
                <a:gd name="connsiteY67" fmla="*/ 231604 h 370464"/>
                <a:gd name="connsiteX68" fmla="*/ 13649 w 454962"/>
                <a:gd name="connsiteY68" fmla="*/ 223682 h 370464"/>
                <a:gd name="connsiteX69" fmla="*/ 27343 w 454962"/>
                <a:gd name="connsiteY69" fmla="*/ 205899 h 370464"/>
                <a:gd name="connsiteX70" fmla="*/ 31256 w 454962"/>
                <a:gd name="connsiteY70" fmla="*/ 197978 h 370464"/>
                <a:gd name="connsiteX71" fmla="*/ 37080 w 454962"/>
                <a:gd name="connsiteY71" fmla="*/ 191998 h 370464"/>
                <a:gd name="connsiteX72" fmla="*/ 39036 w 454962"/>
                <a:gd name="connsiteY72" fmla="*/ 178149 h 370464"/>
                <a:gd name="connsiteX73" fmla="*/ 40992 w 454962"/>
                <a:gd name="connsiteY73" fmla="*/ 176155 h 370464"/>
                <a:gd name="connsiteX74" fmla="*/ 46861 w 454962"/>
                <a:gd name="connsiteY74" fmla="*/ 176155 h 370464"/>
                <a:gd name="connsiteX75" fmla="*/ 60510 w 454962"/>
                <a:gd name="connsiteY75" fmla="*/ 184076 h 370464"/>
                <a:gd name="connsiteX76" fmla="*/ 66379 w 454962"/>
                <a:gd name="connsiteY76" fmla="*/ 184076 h 370464"/>
                <a:gd name="connsiteX77" fmla="*/ 68336 w 454962"/>
                <a:gd name="connsiteY77" fmla="*/ 184076 h 370464"/>
                <a:gd name="connsiteX78" fmla="*/ 68336 w 454962"/>
                <a:gd name="connsiteY78" fmla="*/ 182135 h 370464"/>
                <a:gd name="connsiteX79" fmla="*/ 68336 w 454962"/>
                <a:gd name="connsiteY79" fmla="*/ 124694 h 370464"/>
                <a:gd name="connsiteX80" fmla="*/ 68336 w 454962"/>
                <a:gd name="connsiteY80" fmla="*/ 77219 h 370464"/>
                <a:gd name="connsiteX81" fmla="*/ 101548 w 454962"/>
                <a:gd name="connsiteY81" fmla="*/ 77219 h 370464"/>
                <a:gd name="connsiteX82" fmla="*/ 101548 w 454962"/>
                <a:gd name="connsiteY82" fmla="*/ 17836 h 370464"/>
                <a:gd name="connsiteX83" fmla="*/ 267518 w 454962"/>
                <a:gd name="connsiteY83" fmla="*/ 17836 h 370464"/>
                <a:gd name="connsiteX84" fmla="*/ 290948 w 454962"/>
                <a:gd name="connsiteY84" fmla="*/ 19777 h 370464"/>
                <a:gd name="connsiteX85" fmla="*/ 316335 w 454962"/>
                <a:gd name="connsiteY85" fmla="*/ 25757 h 370464"/>
                <a:gd name="connsiteX86" fmla="*/ 335853 w 454962"/>
                <a:gd name="connsiteY86" fmla="*/ 29692 h 370464"/>
                <a:gd name="connsiteX87" fmla="*/ 347546 w 454962"/>
                <a:gd name="connsiteY87" fmla="*/ 33678 h 370464"/>
                <a:gd name="connsiteX88" fmla="*/ 351458 w 454962"/>
                <a:gd name="connsiteY88" fmla="*/ 33678 h 370464"/>
                <a:gd name="connsiteX89" fmla="*/ 357327 w 454962"/>
                <a:gd name="connsiteY89" fmla="*/ 29692 h 370464"/>
                <a:gd name="connsiteX90" fmla="*/ 363196 w 454962"/>
                <a:gd name="connsiteY90" fmla="*/ 19777 h 370464"/>
                <a:gd name="connsiteX91" fmla="*/ 378802 w 454962"/>
                <a:gd name="connsiteY91" fmla="*/ 7921 h 370464"/>
                <a:gd name="connsiteX92" fmla="*/ 394452 w 454962"/>
                <a:gd name="connsiteY92"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39869 w 454962"/>
                <a:gd name="connsiteY40" fmla="*/ 349031 h 370464"/>
                <a:gd name="connsiteX41" fmla="*/ 268444 w 454962"/>
                <a:gd name="connsiteY41" fmla="*/ 368081 h 370464"/>
                <a:gd name="connsiteX42" fmla="*/ 225581 w 454962"/>
                <a:gd name="connsiteY42" fmla="*/ 358556 h 370464"/>
                <a:gd name="connsiteX43" fmla="*/ 208913 w 454962"/>
                <a:gd name="connsiteY43" fmla="*/ 368081 h 370464"/>
                <a:gd name="connsiteX44" fmla="*/ 187481 w 454962"/>
                <a:gd name="connsiteY44" fmla="*/ 370463 h 370464"/>
                <a:gd name="connsiteX45" fmla="*/ 175575 w 454962"/>
                <a:gd name="connsiteY45" fmla="*/ 360938 h 370464"/>
                <a:gd name="connsiteX46" fmla="*/ 163669 w 454962"/>
                <a:gd name="connsiteY46" fmla="*/ 368081 h 370464"/>
                <a:gd name="connsiteX47" fmla="*/ 144619 w 454962"/>
                <a:gd name="connsiteY47" fmla="*/ 370464 h 370464"/>
                <a:gd name="connsiteX48" fmla="*/ 130332 w 454962"/>
                <a:gd name="connsiteY48" fmla="*/ 356176 h 370464"/>
                <a:gd name="connsiteX49" fmla="*/ 120806 w 454962"/>
                <a:gd name="connsiteY49" fmla="*/ 339507 h 370464"/>
                <a:gd name="connsiteX50" fmla="*/ 106789 w 454962"/>
                <a:gd name="connsiteY50" fmla="*/ 347240 h 370464"/>
                <a:gd name="connsiteX51" fmla="*/ 94106 w 454962"/>
                <a:gd name="connsiteY51" fmla="*/ 364608 h 370464"/>
                <a:gd name="connsiteX52" fmla="*/ 72248 w 454962"/>
                <a:gd name="connsiteY52" fmla="*/ 366212 h 370464"/>
                <a:gd name="connsiteX53" fmla="*/ 76161 w 454962"/>
                <a:gd name="connsiteY53" fmla="*/ 356297 h 370464"/>
                <a:gd name="connsiteX54" fmla="*/ 70292 w 454962"/>
                <a:gd name="connsiteY54" fmla="*/ 346435 h 370464"/>
                <a:gd name="connsiteX55" fmla="*/ 62467 w 454962"/>
                <a:gd name="connsiteY55" fmla="*/ 336520 h 370464"/>
                <a:gd name="connsiteX56" fmla="*/ 50774 w 454962"/>
                <a:gd name="connsiteY56" fmla="*/ 330592 h 370464"/>
                <a:gd name="connsiteX57" fmla="*/ 37080 w 454962"/>
                <a:gd name="connsiteY57" fmla="*/ 324665 h 370464"/>
                <a:gd name="connsiteX58" fmla="*/ 37080 w 454962"/>
                <a:gd name="connsiteY58" fmla="*/ 318684 h 370464"/>
                <a:gd name="connsiteX59" fmla="*/ 23431 w 454962"/>
                <a:gd name="connsiteY59" fmla="*/ 294973 h 370464"/>
                <a:gd name="connsiteX60" fmla="*/ 15605 w 454962"/>
                <a:gd name="connsiteY60" fmla="*/ 288993 h 370464"/>
                <a:gd name="connsiteX61" fmla="*/ 7826 w 454962"/>
                <a:gd name="connsiteY61" fmla="*/ 283065 h 370464"/>
                <a:gd name="connsiteX62" fmla="*/ 3913 w 454962"/>
                <a:gd name="connsiteY62" fmla="*/ 281072 h 370464"/>
                <a:gd name="connsiteX63" fmla="*/ 0 w 454962"/>
                <a:gd name="connsiteY63" fmla="*/ 277137 h 370464"/>
                <a:gd name="connsiteX64" fmla="*/ 0 w 454962"/>
                <a:gd name="connsiteY64" fmla="*/ 269216 h 370464"/>
                <a:gd name="connsiteX65" fmla="*/ 3913 w 454962"/>
                <a:gd name="connsiteY65" fmla="*/ 263288 h 370464"/>
                <a:gd name="connsiteX66" fmla="*/ 5869 w 454962"/>
                <a:gd name="connsiteY66" fmla="*/ 245453 h 370464"/>
                <a:gd name="connsiteX67" fmla="*/ 7826 w 454962"/>
                <a:gd name="connsiteY67" fmla="*/ 231604 h 370464"/>
                <a:gd name="connsiteX68" fmla="*/ 13649 w 454962"/>
                <a:gd name="connsiteY68" fmla="*/ 223682 h 370464"/>
                <a:gd name="connsiteX69" fmla="*/ 27343 w 454962"/>
                <a:gd name="connsiteY69" fmla="*/ 205899 h 370464"/>
                <a:gd name="connsiteX70" fmla="*/ 31256 w 454962"/>
                <a:gd name="connsiteY70" fmla="*/ 197978 h 370464"/>
                <a:gd name="connsiteX71" fmla="*/ 37080 w 454962"/>
                <a:gd name="connsiteY71" fmla="*/ 191998 h 370464"/>
                <a:gd name="connsiteX72" fmla="*/ 39036 w 454962"/>
                <a:gd name="connsiteY72" fmla="*/ 178149 h 370464"/>
                <a:gd name="connsiteX73" fmla="*/ 40992 w 454962"/>
                <a:gd name="connsiteY73" fmla="*/ 176155 h 370464"/>
                <a:gd name="connsiteX74" fmla="*/ 46861 w 454962"/>
                <a:gd name="connsiteY74" fmla="*/ 176155 h 370464"/>
                <a:gd name="connsiteX75" fmla="*/ 60510 w 454962"/>
                <a:gd name="connsiteY75" fmla="*/ 184076 h 370464"/>
                <a:gd name="connsiteX76" fmla="*/ 66379 w 454962"/>
                <a:gd name="connsiteY76" fmla="*/ 184076 h 370464"/>
                <a:gd name="connsiteX77" fmla="*/ 68336 w 454962"/>
                <a:gd name="connsiteY77" fmla="*/ 184076 h 370464"/>
                <a:gd name="connsiteX78" fmla="*/ 68336 w 454962"/>
                <a:gd name="connsiteY78" fmla="*/ 182135 h 370464"/>
                <a:gd name="connsiteX79" fmla="*/ 68336 w 454962"/>
                <a:gd name="connsiteY79" fmla="*/ 124694 h 370464"/>
                <a:gd name="connsiteX80" fmla="*/ 68336 w 454962"/>
                <a:gd name="connsiteY80" fmla="*/ 77219 h 370464"/>
                <a:gd name="connsiteX81" fmla="*/ 101548 w 454962"/>
                <a:gd name="connsiteY81" fmla="*/ 77219 h 370464"/>
                <a:gd name="connsiteX82" fmla="*/ 101548 w 454962"/>
                <a:gd name="connsiteY82" fmla="*/ 17836 h 370464"/>
                <a:gd name="connsiteX83" fmla="*/ 267518 w 454962"/>
                <a:gd name="connsiteY83" fmla="*/ 17836 h 370464"/>
                <a:gd name="connsiteX84" fmla="*/ 290948 w 454962"/>
                <a:gd name="connsiteY84" fmla="*/ 19777 h 370464"/>
                <a:gd name="connsiteX85" fmla="*/ 316335 w 454962"/>
                <a:gd name="connsiteY85" fmla="*/ 25757 h 370464"/>
                <a:gd name="connsiteX86" fmla="*/ 335853 w 454962"/>
                <a:gd name="connsiteY86" fmla="*/ 29692 h 370464"/>
                <a:gd name="connsiteX87" fmla="*/ 347546 w 454962"/>
                <a:gd name="connsiteY87" fmla="*/ 33678 h 370464"/>
                <a:gd name="connsiteX88" fmla="*/ 351458 w 454962"/>
                <a:gd name="connsiteY88" fmla="*/ 33678 h 370464"/>
                <a:gd name="connsiteX89" fmla="*/ 357327 w 454962"/>
                <a:gd name="connsiteY89" fmla="*/ 29692 h 370464"/>
                <a:gd name="connsiteX90" fmla="*/ 363196 w 454962"/>
                <a:gd name="connsiteY90" fmla="*/ 19777 h 370464"/>
                <a:gd name="connsiteX91" fmla="*/ 378802 w 454962"/>
                <a:gd name="connsiteY91" fmla="*/ 7921 h 370464"/>
                <a:gd name="connsiteX92" fmla="*/ 394452 w 454962"/>
                <a:gd name="connsiteY92"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0350 w 454962"/>
                <a:gd name="connsiteY40" fmla="*/ 329981 h 370464"/>
                <a:gd name="connsiteX41" fmla="*/ 268444 w 454962"/>
                <a:gd name="connsiteY41" fmla="*/ 368081 h 370464"/>
                <a:gd name="connsiteX42" fmla="*/ 225581 w 454962"/>
                <a:gd name="connsiteY42" fmla="*/ 358556 h 370464"/>
                <a:gd name="connsiteX43" fmla="*/ 208913 w 454962"/>
                <a:gd name="connsiteY43" fmla="*/ 368081 h 370464"/>
                <a:gd name="connsiteX44" fmla="*/ 187481 w 454962"/>
                <a:gd name="connsiteY44" fmla="*/ 370463 h 370464"/>
                <a:gd name="connsiteX45" fmla="*/ 175575 w 454962"/>
                <a:gd name="connsiteY45" fmla="*/ 360938 h 370464"/>
                <a:gd name="connsiteX46" fmla="*/ 163669 w 454962"/>
                <a:gd name="connsiteY46" fmla="*/ 368081 h 370464"/>
                <a:gd name="connsiteX47" fmla="*/ 144619 w 454962"/>
                <a:gd name="connsiteY47" fmla="*/ 370464 h 370464"/>
                <a:gd name="connsiteX48" fmla="*/ 130332 w 454962"/>
                <a:gd name="connsiteY48" fmla="*/ 356176 h 370464"/>
                <a:gd name="connsiteX49" fmla="*/ 120806 w 454962"/>
                <a:gd name="connsiteY49" fmla="*/ 339507 h 370464"/>
                <a:gd name="connsiteX50" fmla="*/ 106789 w 454962"/>
                <a:gd name="connsiteY50" fmla="*/ 347240 h 370464"/>
                <a:gd name="connsiteX51" fmla="*/ 94106 w 454962"/>
                <a:gd name="connsiteY51" fmla="*/ 364608 h 370464"/>
                <a:gd name="connsiteX52" fmla="*/ 72248 w 454962"/>
                <a:gd name="connsiteY52" fmla="*/ 366212 h 370464"/>
                <a:gd name="connsiteX53" fmla="*/ 76161 w 454962"/>
                <a:gd name="connsiteY53" fmla="*/ 356297 h 370464"/>
                <a:gd name="connsiteX54" fmla="*/ 70292 w 454962"/>
                <a:gd name="connsiteY54" fmla="*/ 346435 h 370464"/>
                <a:gd name="connsiteX55" fmla="*/ 62467 w 454962"/>
                <a:gd name="connsiteY55" fmla="*/ 336520 h 370464"/>
                <a:gd name="connsiteX56" fmla="*/ 50774 w 454962"/>
                <a:gd name="connsiteY56" fmla="*/ 330592 h 370464"/>
                <a:gd name="connsiteX57" fmla="*/ 37080 w 454962"/>
                <a:gd name="connsiteY57" fmla="*/ 324665 h 370464"/>
                <a:gd name="connsiteX58" fmla="*/ 37080 w 454962"/>
                <a:gd name="connsiteY58" fmla="*/ 318684 h 370464"/>
                <a:gd name="connsiteX59" fmla="*/ 23431 w 454962"/>
                <a:gd name="connsiteY59" fmla="*/ 294973 h 370464"/>
                <a:gd name="connsiteX60" fmla="*/ 15605 w 454962"/>
                <a:gd name="connsiteY60" fmla="*/ 288993 h 370464"/>
                <a:gd name="connsiteX61" fmla="*/ 7826 w 454962"/>
                <a:gd name="connsiteY61" fmla="*/ 283065 h 370464"/>
                <a:gd name="connsiteX62" fmla="*/ 3913 w 454962"/>
                <a:gd name="connsiteY62" fmla="*/ 281072 h 370464"/>
                <a:gd name="connsiteX63" fmla="*/ 0 w 454962"/>
                <a:gd name="connsiteY63" fmla="*/ 277137 h 370464"/>
                <a:gd name="connsiteX64" fmla="*/ 0 w 454962"/>
                <a:gd name="connsiteY64" fmla="*/ 269216 h 370464"/>
                <a:gd name="connsiteX65" fmla="*/ 3913 w 454962"/>
                <a:gd name="connsiteY65" fmla="*/ 263288 h 370464"/>
                <a:gd name="connsiteX66" fmla="*/ 5869 w 454962"/>
                <a:gd name="connsiteY66" fmla="*/ 245453 h 370464"/>
                <a:gd name="connsiteX67" fmla="*/ 7826 w 454962"/>
                <a:gd name="connsiteY67" fmla="*/ 231604 h 370464"/>
                <a:gd name="connsiteX68" fmla="*/ 13649 w 454962"/>
                <a:gd name="connsiteY68" fmla="*/ 223682 h 370464"/>
                <a:gd name="connsiteX69" fmla="*/ 27343 w 454962"/>
                <a:gd name="connsiteY69" fmla="*/ 205899 h 370464"/>
                <a:gd name="connsiteX70" fmla="*/ 31256 w 454962"/>
                <a:gd name="connsiteY70" fmla="*/ 197978 h 370464"/>
                <a:gd name="connsiteX71" fmla="*/ 37080 w 454962"/>
                <a:gd name="connsiteY71" fmla="*/ 191998 h 370464"/>
                <a:gd name="connsiteX72" fmla="*/ 39036 w 454962"/>
                <a:gd name="connsiteY72" fmla="*/ 178149 h 370464"/>
                <a:gd name="connsiteX73" fmla="*/ 40992 w 454962"/>
                <a:gd name="connsiteY73" fmla="*/ 176155 h 370464"/>
                <a:gd name="connsiteX74" fmla="*/ 46861 w 454962"/>
                <a:gd name="connsiteY74" fmla="*/ 176155 h 370464"/>
                <a:gd name="connsiteX75" fmla="*/ 60510 w 454962"/>
                <a:gd name="connsiteY75" fmla="*/ 184076 h 370464"/>
                <a:gd name="connsiteX76" fmla="*/ 66379 w 454962"/>
                <a:gd name="connsiteY76" fmla="*/ 184076 h 370464"/>
                <a:gd name="connsiteX77" fmla="*/ 68336 w 454962"/>
                <a:gd name="connsiteY77" fmla="*/ 184076 h 370464"/>
                <a:gd name="connsiteX78" fmla="*/ 68336 w 454962"/>
                <a:gd name="connsiteY78" fmla="*/ 182135 h 370464"/>
                <a:gd name="connsiteX79" fmla="*/ 68336 w 454962"/>
                <a:gd name="connsiteY79" fmla="*/ 124694 h 370464"/>
                <a:gd name="connsiteX80" fmla="*/ 68336 w 454962"/>
                <a:gd name="connsiteY80" fmla="*/ 77219 h 370464"/>
                <a:gd name="connsiteX81" fmla="*/ 101548 w 454962"/>
                <a:gd name="connsiteY81" fmla="*/ 77219 h 370464"/>
                <a:gd name="connsiteX82" fmla="*/ 101548 w 454962"/>
                <a:gd name="connsiteY82" fmla="*/ 17836 h 370464"/>
                <a:gd name="connsiteX83" fmla="*/ 267518 w 454962"/>
                <a:gd name="connsiteY83" fmla="*/ 17836 h 370464"/>
                <a:gd name="connsiteX84" fmla="*/ 290948 w 454962"/>
                <a:gd name="connsiteY84" fmla="*/ 19777 h 370464"/>
                <a:gd name="connsiteX85" fmla="*/ 316335 w 454962"/>
                <a:gd name="connsiteY85" fmla="*/ 25757 h 370464"/>
                <a:gd name="connsiteX86" fmla="*/ 335853 w 454962"/>
                <a:gd name="connsiteY86" fmla="*/ 29692 h 370464"/>
                <a:gd name="connsiteX87" fmla="*/ 347546 w 454962"/>
                <a:gd name="connsiteY87" fmla="*/ 33678 h 370464"/>
                <a:gd name="connsiteX88" fmla="*/ 351458 w 454962"/>
                <a:gd name="connsiteY88" fmla="*/ 33678 h 370464"/>
                <a:gd name="connsiteX89" fmla="*/ 357327 w 454962"/>
                <a:gd name="connsiteY89" fmla="*/ 29692 h 370464"/>
                <a:gd name="connsiteX90" fmla="*/ 363196 w 454962"/>
                <a:gd name="connsiteY90" fmla="*/ 19777 h 370464"/>
                <a:gd name="connsiteX91" fmla="*/ 378802 w 454962"/>
                <a:gd name="connsiteY91" fmla="*/ 7921 h 370464"/>
                <a:gd name="connsiteX92" fmla="*/ 394452 w 454962"/>
                <a:gd name="connsiteY92"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0350 w 454962"/>
                <a:gd name="connsiteY40" fmla="*/ 329981 h 370464"/>
                <a:gd name="connsiteX41" fmla="*/ 239869 w 454962"/>
                <a:gd name="connsiteY41" fmla="*/ 351412 h 370464"/>
                <a:gd name="connsiteX42" fmla="*/ 225581 w 454962"/>
                <a:gd name="connsiteY42" fmla="*/ 358556 h 370464"/>
                <a:gd name="connsiteX43" fmla="*/ 208913 w 454962"/>
                <a:gd name="connsiteY43" fmla="*/ 368081 h 370464"/>
                <a:gd name="connsiteX44" fmla="*/ 187481 w 454962"/>
                <a:gd name="connsiteY44" fmla="*/ 370463 h 370464"/>
                <a:gd name="connsiteX45" fmla="*/ 175575 w 454962"/>
                <a:gd name="connsiteY45" fmla="*/ 360938 h 370464"/>
                <a:gd name="connsiteX46" fmla="*/ 163669 w 454962"/>
                <a:gd name="connsiteY46" fmla="*/ 368081 h 370464"/>
                <a:gd name="connsiteX47" fmla="*/ 144619 w 454962"/>
                <a:gd name="connsiteY47" fmla="*/ 370464 h 370464"/>
                <a:gd name="connsiteX48" fmla="*/ 130332 w 454962"/>
                <a:gd name="connsiteY48" fmla="*/ 356176 h 370464"/>
                <a:gd name="connsiteX49" fmla="*/ 120806 w 454962"/>
                <a:gd name="connsiteY49" fmla="*/ 339507 h 370464"/>
                <a:gd name="connsiteX50" fmla="*/ 106789 w 454962"/>
                <a:gd name="connsiteY50" fmla="*/ 347240 h 370464"/>
                <a:gd name="connsiteX51" fmla="*/ 94106 w 454962"/>
                <a:gd name="connsiteY51" fmla="*/ 364608 h 370464"/>
                <a:gd name="connsiteX52" fmla="*/ 72248 w 454962"/>
                <a:gd name="connsiteY52" fmla="*/ 366212 h 370464"/>
                <a:gd name="connsiteX53" fmla="*/ 76161 w 454962"/>
                <a:gd name="connsiteY53" fmla="*/ 356297 h 370464"/>
                <a:gd name="connsiteX54" fmla="*/ 70292 w 454962"/>
                <a:gd name="connsiteY54" fmla="*/ 346435 h 370464"/>
                <a:gd name="connsiteX55" fmla="*/ 62467 w 454962"/>
                <a:gd name="connsiteY55" fmla="*/ 336520 h 370464"/>
                <a:gd name="connsiteX56" fmla="*/ 50774 w 454962"/>
                <a:gd name="connsiteY56" fmla="*/ 330592 h 370464"/>
                <a:gd name="connsiteX57" fmla="*/ 37080 w 454962"/>
                <a:gd name="connsiteY57" fmla="*/ 324665 h 370464"/>
                <a:gd name="connsiteX58" fmla="*/ 37080 w 454962"/>
                <a:gd name="connsiteY58" fmla="*/ 318684 h 370464"/>
                <a:gd name="connsiteX59" fmla="*/ 23431 w 454962"/>
                <a:gd name="connsiteY59" fmla="*/ 294973 h 370464"/>
                <a:gd name="connsiteX60" fmla="*/ 15605 w 454962"/>
                <a:gd name="connsiteY60" fmla="*/ 288993 h 370464"/>
                <a:gd name="connsiteX61" fmla="*/ 7826 w 454962"/>
                <a:gd name="connsiteY61" fmla="*/ 283065 h 370464"/>
                <a:gd name="connsiteX62" fmla="*/ 3913 w 454962"/>
                <a:gd name="connsiteY62" fmla="*/ 281072 h 370464"/>
                <a:gd name="connsiteX63" fmla="*/ 0 w 454962"/>
                <a:gd name="connsiteY63" fmla="*/ 277137 h 370464"/>
                <a:gd name="connsiteX64" fmla="*/ 0 w 454962"/>
                <a:gd name="connsiteY64" fmla="*/ 269216 h 370464"/>
                <a:gd name="connsiteX65" fmla="*/ 3913 w 454962"/>
                <a:gd name="connsiteY65" fmla="*/ 263288 h 370464"/>
                <a:gd name="connsiteX66" fmla="*/ 5869 w 454962"/>
                <a:gd name="connsiteY66" fmla="*/ 245453 h 370464"/>
                <a:gd name="connsiteX67" fmla="*/ 7826 w 454962"/>
                <a:gd name="connsiteY67" fmla="*/ 231604 h 370464"/>
                <a:gd name="connsiteX68" fmla="*/ 13649 w 454962"/>
                <a:gd name="connsiteY68" fmla="*/ 223682 h 370464"/>
                <a:gd name="connsiteX69" fmla="*/ 27343 w 454962"/>
                <a:gd name="connsiteY69" fmla="*/ 205899 h 370464"/>
                <a:gd name="connsiteX70" fmla="*/ 31256 w 454962"/>
                <a:gd name="connsiteY70" fmla="*/ 197978 h 370464"/>
                <a:gd name="connsiteX71" fmla="*/ 37080 w 454962"/>
                <a:gd name="connsiteY71" fmla="*/ 191998 h 370464"/>
                <a:gd name="connsiteX72" fmla="*/ 39036 w 454962"/>
                <a:gd name="connsiteY72" fmla="*/ 178149 h 370464"/>
                <a:gd name="connsiteX73" fmla="*/ 40992 w 454962"/>
                <a:gd name="connsiteY73" fmla="*/ 176155 h 370464"/>
                <a:gd name="connsiteX74" fmla="*/ 46861 w 454962"/>
                <a:gd name="connsiteY74" fmla="*/ 176155 h 370464"/>
                <a:gd name="connsiteX75" fmla="*/ 60510 w 454962"/>
                <a:gd name="connsiteY75" fmla="*/ 184076 h 370464"/>
                <a:gd name="connsiteX76" fmla="*/ 66379 w 454962"/>
                <a:gd name="connsiteY76" fmla="*/ 184076 h 370464"/>
                <a:gd name="connsiteX77" fmla="*/ 68336 w 454962"/>
                <a:gd name="connsiteY77" fmla="*/ 184076 h 370464"/>
                <a:gd name="connsiteX78" fmla="*/ 68336 w 454962"/>
                <a:gd name="connsiteY78" fmla="*/ 182135 h 370464"/>
                <a:gd name="connsiteX79" fmla="*/ 68336 w 454962"/>
                <a:gd name="connsiteY79" fmla="*/ 124694 h 370464"/>
                <a:gd name="connsiteX80" fmla="*/ 68336 w 454962"/>
                <a:gd name="connsiteY80" fmla="*/ 77219 h 370464"/>
                <a:gd name="connsiteX81" fmla="*/ 101548 w 454962"/>
                <a:gd name="connsiteY81" fmla="*/ 77219 h 370464"/>
                <a:gd name="connsiteX82" fmla="*/ 101548 w 454962"/>
                <a:gd name="connsiteY82" fmla="*/ 17836 h 370464"/>
                <a:gd name="connsiteX83" fmla="*/ 267518 w 454962"/>
                <a:gd name="connsiteY83" fmla="*/ 17836 h 370464"/>
                <a:gd name="connsiteX84" fmla="*/ 290948 w 454962"/>
                <a:gd name="connsiteY84" fmla="*/ 19777 h 370464"/>
                <a:gd name="connsiteX85" fmla="*/ 316335 w 454962"/>
                <a:gd name="connsiteY85" fmla="*/ 25757 h 370464"/>
                <a:gd name="connsiteX86" fmla="*/ 335853 w 454962"/>
                <a:gd name="connsiteY86" fmla="*/ 29692 h 370464"/>
                <a:gd name="connsiteX87" fmla="*/ 347546 w 454962"/>
                <a:gd name="connsiteY87" fmla="*/ 33678 h 370464"/>
                <a:gd name="connsiteX88" fmla="*/ 351458 w 454962"/>
                <a:gd name="connsiteY88" fmla="*/ 33678 h 370464"/>
                <a:gd name="connsiteX89" fmla="*/ 357327 w 454962"/>
                <a:gd name="connsiteY89" fmla="*/ 29692 h 370464"/>
                <a:gd name="connsiteX90" fmla="*/ 363196 w 454962"/>
                <a:gd name="connsiteY90" fmla="*/ 19777 h 370464"/>
                <a:gd name="connsiteX91" fmla="*/ 378802 w 454962"/>
                <a:gd name="connsiteY91" fmla="*/ 7921 h 370464"/>
                <a:gd name="connsiteX92" fmla="*/ 394452 w 454962"/>
                <a:gd name="connsiteY92"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66062 w 454962"/>
                <a:gd name="connsiteY40" fmla="*/ 368081 h 370464"/>
                <a:gd name="connsiteX41" fmla="*/ 239869 w 454962"/>
                <a:gd name="connsiteY41" fmla="*/ 351412 h 370464"/>
                <a:gd name="connsiteX42" fmla="*/ 225581 w 454962"/>
                <a:gd name="connsiteY42" fmla="*/ 358556 h 370464"/>
                <a:gd name="connsiteX43" fmla="*/ 208913 w 454962"/>
                <a:gd name="connsiteY43" fmla="*/ 368081 h 370464"/>
                <a:gd name="connsiteX44" fmla="*/ 187481 w 454962"/>
                <a:gd name="connsiteY44" fmla="*/ 370463 h 370464"/>
                <a:gd name="connsiteX45" fmla="*/ 175575 w 454962"/>
                <a:gd name="connsiteY45" fmla="*/ 360938 h 370464"/>
                <a:gd name="connsiteX46" fmla="*/ 163669 w 454962"/>
                <a:gd name="connsiteY46" fmla="*/ 368081 h 370464"/>
                <a:gd name="connsiteX47" fmla="*/ 144619 w 454962"/>
                <a:gd name="connsiteY47" fmla="*/ 370464 h 370464"/>
                <a:gd name="connsiteX48" fmla="*/ 130332 w 454962"/>
                <a:gd name="connsiteY48" fmla="*/ 356176 h 370464"/>
                <a:gd name="connsiteX49" fmla="*/ 120806 w 454962"/>
                <a:gd name="connsiteY49" fmla="*/ 339507 h 370464"/>
                <a:gd name="connsiteX50" fmla="*/ 106789 w 454962"/>
                <a:gd name="connsiteY50" fmla="*/ 347240 h 370464"/>
                <a:gd name="connsiteX51" fmla="*/ 94106 w 454962"/>
                <a:gd name="connsiteY51" fmla="*/ 364608 h 370464"/>
                <a:gd name="connsiteX52" fmla="*/ 72248 w 454962"/>
                <a:gd name="connsiteY52" fmla="*/ 366212 h 370464"/>
                <a:gd name="connsiteX53" fmla="*/ 76161 w 454962"/>
                <a:gd name="connsiteY53" fmla="*/ 356297 h 370464"/>
                <a:gd name="connsiteX54" fmla="*/ 70292 w 454962"/>
                <a:gd name="connsiteY54" fmla="*/ 346435 h 370464"/>
                <a:gd name="connsiteX55" fmla="*/ 62467 w 454962"/>
                <a:gd name="connsiteY55" fmla="*/ 336520 h 370464"/>
                <a:gd name="connsiteX56" fmla="*/ 50774 w 454962"/>
                <a:gd name="connsiteY56" fmla="*/ 330592 h 370464"/>
                <a:gd name="connsiteX57" fmla="*/ 37080 w 454962"/>
                <a:gd name="connsiteY57" fmla="*/ 324665 h 370464"/>
                <a:gd name="connsiteX58" fmla="*/ 37080 w 454962"/>
                <a:gd name="connsiteY58" fmla="*/ 318684 h 370464"/>
                <a:gd name="connsiteX59" fmla="*/ 23431 w 454962"/>
                <a:gd name="connsiteY59" fmla="*/ 294973 h 370464"/>
                <a:gd name="connsiteX60" fmla="*/ 15605 w 454962"/>
                <a:gd name="connsiteY60" fmla="*/ 288993 h 370464"/>
                <a:gd name="connsiteX61" fmla="*/ 7826 w 454962"/>
                <a:gd name="connsiteY61" fmla="*/ 283065 h 370464"/>
                <a:gd name="connsiteX62" fmla="*/ 3913 w 454962"/>
                <a:gd name="connsiteY62" fmla="*/ 281072 h 370464"/>
                <a:gd name="connsiteX63" fmla="*/ 0 w 454962"/>
                <a:gd name="connsiteY63" fmla="*/ 277137 h 370464"/>
                <a:gd name="connsiteX64" fmla="*/ 0 w 454962"/>
                <a:gd name="connsiteY64" fmla="*/ 269216 h 370464"/>
                <a:gd name="connsiteX65" fmla="*/ 3913 w 454962"/>
                <a:gd name="connsiteY65" fmla="*/ 263288 h 370464"/>
                <a:gd name="connsiteX66" fmla="*/ 5869 w 454962"/>
                <a:gd name="connsiteY66" fmla="*/ 245453 h 370464"/>
                <a:gd name="connsiteX67" fmla="*/ 7826 w 454962"/>
                <a:gd name="connsiteY67" fmla="*/ 231604 h 370464"/>
                <a:gd name="connsiteX68" fmla="*/ 13649 w 454962"/>
                <a:gd name="connsiteY68" fmla="*/ 223682 h 370464"/>
                <a:gd name="connsiteX69" fmla="*/ 27343 w 454962"/>
                <a:gd name="connsiteY69" fmla="*/ 205899 h 370464"/>
                <a:gd name="connsiteX70" fmla="*/ 31256 w 454962"/>
                <a:gd name="connsiteY70" fmla="*/ 197978 h 370464"/>
                <a:gd name="connsiteX71" fmla="*/ 37080 w 454962"/>
                <a:gd name="connsiteY71" fmla="*/ 191998 h 370464"/>
                <a:gd name="connsiteX72" fmla="*/ 39036 w 454962"/>
                <a:gd name="connsiteY72" fmla="*/ 178149 h 370464"/>
                <a:gd name="connsiteX73" fmla="*/ 40992 w 454962"/>
                <a:gd name="connsiteY73" fmla="*/ 176155 h 370464"/>
                <a:gd name="connsiteX74" fmla="*/ 46861 w 454962"/>
                <a:gd name="connsiteY74" fmla="*/ 176155 h 370464"/>
                <a:gd name="connsiteX75" fmla="*/ 60510 w 454962"/>
                <a:gd name="connsiteY75" fmla="*/ 184076 h 370464"/>
                <a:gd name="connsiteX76" fmla="*/ 66379 w 454962"/>
                <a:gd name="connsiteY76" fmla="*/ 184076 h 370464"/>
                <a:gd name="connsiteX77" fmla="*/ 68336 w 454962"/>
                <a:gd name="connsiteY77" fmla="*/ 184076 h 370464"/>
                <a:gd name="connsiteX78" fmla="*/ 68336 w 454962"/>
                <a:gd name="connsiteY78" fmla="*/ 182135 h 370464"/>
                <a:gd name="connsiteX79" fmla="*/ 68336 w 454962"/>
                <a:gd name="connsiteY79" fmla="*/ 124694 h 370464"/>
                <a:gd name="connsiteX80" fmla="*/ 68336 w 454962"/>
                <a:gd name="connsiteY80" fmla="*/ 77219 h 370464"/>
                <a:gd name="connsiteX81" fmla="*/ 101548 w 454962"/>
                <a:gd name="connsiteY81" fmla="*/ 77219 h 370464"/>
                <a:gd name="connsiteX82" fmla="*/ 101548 w 454962"/>
                <a:gd name="connsiteY82" fmla="*/ 17836 h 370464"/>
                <a:gd name="connsiteX83" fmla="*/ 267518 w 454962"/>
                <a:gd name="connsiteY83" fmla="*/ 17836 h 370464"/>
                <a:gd name="connsiteX84" fmla="*/ 290948 w 454962"/>
                <a:gd name="connsiteY84" fmla="*/ 19777 h 370464"/>
                <a:gd name="connsiteX85" fmla="*/ 316335 w 454962"/>
                <a:gd name="connsiteY85" fmla="*/ 25757 h 370464"/>
                <a:gd name="connsiteX86" fmla="*/ 335853 w 454962"/>
                <a:gd name="connsiteY86" fmla="*/ 29692 h 370464"/>
                <a:gd name="connsiteX87" fmla="*/ 347546 w 454962"/>
                <a:gd name="connsiteY87" fmla="*/ 33678 h 370464"/>
                <a:gd name="connsiteX88" fmla="*/ 351458 w 454962"/>
                <a:gd name="connsiteY88" fmla="*/ 33678 h 370464"/>
                <a:gd name="connsiteX89" fmla="*/ 357327 w 454962"/>
                <a:gd name="connsiteY89" fmla="*/ 29692 h 370464"/>
                <a:gd name="connsiteX90" fmla="*/ 363196 w 454962"/>
                <a:gd name="connsiteY90" fmla="*/ 19777 h 370464"/>
                <a:gd name="connsiteX91" fmla="*/ 378802 w 454962"/>
                <a:gd name="connsiteY91" fmla="*/ 7921 h 370464"/>
                <a:gd name="connsiteX92" fmla="*/ 394452 w 454962"/>
                <a:gd name="connsiteY92"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304163 w 454962"/>
                <a:gd name="connsiteY40" fmla="*/ 318075 h 370464"/>
                <a:gd name="connsiteX41" fmla="*/ 266062 w 454962"/>
                <a:gd name="connsiteY41" fmla="*/ 368081 h 370464"/>
                <a:gd name="connsiteX42" fmla="*/ 239869 w 454962"/>
                <a:gd name="connsiteY42" fmla="*/ 351412 h 370464"/>
                <a:gd name="connsiteX43" fmla="*/ 225581 w 454962"/>
                <a:gd name="connsiteY43" fmla="*/ 358556 h 370464"/>
                <a:gd name="connsiteX44" fmla="*/ 208913 w 454962"/>
                <a:gd name="connsiteY44" fmla="*/ 368081 h 370464"/>
                <a:gd name="connsiteX45" fmla="*/ 187481 w 454962"/>
                <a:gd name="connsiteY45" fmla="*/ 370463 h 370464"/>
                <a:gd name="connsiteX46" fmla="*/ 175575 w 454962"/>
                <a:gd name="connsiteY46" fmla="*/ 360938 h 370464"/>
                <a:gd name="connsiteX47" fmla="*/ 163669 w 454962"/>
                <a:gd name="connsiteY47" fmla="*/ 368081 h 370464"/>
                <a:gd name="connsiteX48" fmla="*/ 144619 w 454962"/>
                <a:gd name="connsiteY48" fmla="*/ 370464 h 370464"/>
                <a:gd name="connsiteX49" fmla="*/ 130332 w 454962"/>
                <a:gd name="connsiteY49" fmla="*/ 356176 h 370464"/>
                <a:gd name="connsiteX50" fmla="*/ 120806 w 454962"/>
                <a:gd name="connsiteY50" fmla="*/ 339507 h 370464"/>
                <a:gd name="connsiteX51" fmla="*/ 106789 w 454962"/>
                <a:gd name="connsiteY51" fmla="*/ 347240 h 370464"/>
                <a:gd name="connsiteX52" fmla="*/ 94106 w 454962"/>
                <a:gd name="connsiteY52" fmla="*/ 364608 h 370464"/>
                <a:gd name="connsiteX53" fmla="*/ 72248 w 454962"/>
                <a:gd name="connsiteY53" fmla="*/ 366212 h 370464"/>
                <a:gd name="connsiteX54" fmla="*/ 76161 w 454962"/>
                <a:gd name="connsiteY54" fmla="*/ 356297 h 370464"/>
                <a:gd name="connsiteX55" fmla="*/ 70292 w 454962"/>
                <a:gd name="connsiteY55" fmla="*/ 346435 h 370464"/>
                <a:gd name="connsiteX56" fmla="*/ 62467 w 454962"/>
                <a:gd name="connsiteY56" fmla="*/ 336520 h 370464"/>
                <a:gd name="connsiteX57" fmla="*/ 50774 w 454962"/>
                <a:gd name="connsiteY57" fmla="*/ 330592 h 370464"/>
                <a:gd name="connsiteX58" fmla="*/ 37080 w 454962"/>
                <a:gd name="connsiteY58" fmla="*/ 324665 h 370464"/>
                <a:gd name="connsiteX59" fmla="*/ 37080 w 454962"/>
                <a:gd name="connsiteY59" fmla="*/ 318684 h 370464"/>
                <a:gd name="connsiteX60" fmla="*/ 23431 w 454962"/>
                <a:gd name="connsiteY60" fmla="*/ 294973 h 370464"/>
                <a:gd name="connsiteX61" fmla="*/ 15605 w 454962"/>
                <a:gd name="connsiteY61" fmla="*/ 288993 h 370464"/>
                <a:gd name="connsiteX62" fmla="*/ 7826 w 454962"/>
                <a:gd name="connsiteY62" fmla="*/ 283065 h 370464"/>
                <a:gd name="connsiteX63" fmla="*/ 3913 w 454962"/>
                <a:gd name="connsiteY63" fmla="*/ 281072 h 370464"/>
                <a:gd name="connsiteX64" fmla="*/ 0 w 454962"/>
                <a:gd name="connsiteY64" fmla="*/ 277137 h 370464"/>
                <a:gd name="connsiteX65" fmla="*/ 0 w 454962"/>
                <a:gd name="connsiteY65" fmla="*/ 269216 h 370464"/>
                <a:gd name="connsiteX66" fmla="*/ 3913 w 454962"/>
                <a:gd name="connsiteY66" fmla="*/ 263288 h 370464"/>
                <a:gd name="connsiteX67" fmla="*/ 5869 w 454962"/>
                <a:gd name="connsiteY67" fmla="*/ 245453 h 370464"/>
                <a:gd name="connsiteX68" fmla="*/ 7826 w 454962"/>
                <a:gd name="connsiteY68" fmla="*/ 231604 h 370464"/>
                <a:gd name="connsiteX69" fmla="*/ 13649 w 454962"/>
                <a:gd name="connsiteY69" fmla="*/ 223682 h 370464"/>
                <a:gd name="connsiteX70" fmla="*/ 27343 w 454962"/>
                <a:gd name="connsiteY70" fmla="*/ 205899 h 370464"/>
                <a:gd name="connsiteX71" fmla="*/ 31256 w 454962"/>
                <a:gd name="connsiteY71" fmla="*/ 197978 h 370464"/>
                <a:gd name="connsiteX72" fmla="*/ 37080 w 454962"/>
                <a:gd name="connsiteY72" fmla="*/ 191998 h 370464"/>
                <a:gd name="connsiteX73" fmla="*/ 39036 w 454962"/>
                <a:gd name="connsiteY73" fmla="*/ 178149 h 370464"/>
                <a:gd name="connsiteX74" fmla="*/ 40992 w 454962"/>
                <a:gd name="connsiteY74" fmla="*/ 176155 h 370464"/>
                <a:gd name="connsiteX75" fmla="*/ 46861 w 454962"/>
                <a:gd name="connsiteY75" fmla="*/ 176155 h 370464"/>
                <a:gd name="connsiteX76" fmla="*/ 60510 w 454962"/>
                <a:gd name="connsiteY76" fmla="*/ 184076 h 370464"/>
                <a:gd name="connsiteX77" fmla="*/ 66379 w 454962"/>
                <a:gd name="connsiteY77" fmla="*/ 184076 h 370464"/>
                <a:gd name="connsiteX78" fmla="*/ 68336 w 454962"/>
                <a:gd name="connsiteY78" fmla="*/ 184076 h 370464"/>
                <a:gd name="connsiteX79" fmla="*/ 68336 w 454962"/>
                <a:gd name="connsiteY79" fmla="*/ 182135 h 370464"/>
                <a:gd name="connsiteX80" fmla="*/ 68336 w 454962"/>
                <a:gd name="connsiteY80" fmla="*/ 124694 h 370464"/>
                <a:gd name="connsiteX81" fmla="*/ 68336 w 454962"/>
                <a:gd name="connsiteY81" fmla="*/ 77219 h 370464"/>
                <a:gd name="connsiteX82" fmla="*/ 101548 w 454962"/>
                <a:gd name="connsiteY82" fmla="*/ 77219 h 370464"/>
                <a:gd name="connsiteX83" fmla="*/ 101548 w 454962"/>
                <a:gd name="connsiteY83" fmla="*/ 17836 h 370464"/>
                <a:gd name="connsiteX84" fmla="*/ 267518 w 454962"/>
                <a:gd name="connsiteY84" fmla="*/ 17836 h 370464"/>
                <a:gd name="connsiteX85" fmla="*/ 290948 w 454962"/>
                <a:gd name="connsiteY85" fmla="*/ 19777 h 370464"/>
                <a:gd name="connsiteX86" fmla="*/ 316335 w 454962"/>
                <a:gd name="connsiteY86" fmla="*/ 25757 h 370464"/>
                <a:gd name="connsiteX87" fmla="*/ 335853 w 454962"/>
                <a:gd name="connsiteY87" fmla="*/ 29692 h 370464"/>
                <a:gd name="connsiteX88" fmla="*/ 347546 w 454962"/>
                <a:gd name="connsiteY88" fmla="*/ 33678 h 370464"/>
                <a:gd name="connsiteX89" fmla="*/ 351458 w 454962"/>
                <a:gd name="connsiteY89" fmla="*/ 33678 h 370464"/>
                <a:gd name="connsiteX90" fmla="*/ 357327 w 454962"/>
                <a:gd name="connsiteY90" fmla="*/ 29692 h 370464"/>
                <a:gd name="connsiteX91" fmla="*/ 363196 w 454962"/>
                <a:gd name="connsiteY91" fmla="*/ 19777 h 370464"/>
                <a:gd name="connsiteX92" fmla="*/ 378802 w 454962"/>
                <a:gd name="connsiteY92" fmla="*/ 7921 h 370464"/>
                <a:gd name="connsiteX93" fmla="*/ 394452 w 454962"/>
                <a:gd name="connsiteY93"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9876 w 454962"/>
                <a:gd name="connsiteY40" fmla="*/ 303788 h 370464"/>
                <a:gd name="connsiteX41" fmla="*/ 266062 w 454962"/>
                <a:gd name="connsiteY41" fmla="*/ 368081 h 370464"/>
                <a:gd name="connsiteX42" fmla="*/ 239869 w 454962"/>
                <a:gd name="connsiteY42" fmla="*/ 351412 h 370464"/>
                <a:gd name="connsiteX43" fmla="*/ 225581 w 454962"/>
                <a:gd name="connsiteY43" fmla="*/ 358556 h 370464"/>
                <a:gd name="connsiteX44" fmla="*/ 208913 w 454962"/>
                <a:gd name="connsiteY44" fmla="*/ 368081 h 370464"/>
                <a:gd name="connsiteX45" fmla="*/ 187481 w 454962"/>
                <a:gd name="connsiteY45" fmla="*/ 370463 h 370464"/>
                <a:gd name="connsiteX46" fmla="*/ 175575 w 454962"/>
                <a:gd name="connsiteY46" fmla="*/ 360938 h 370464"/>
                <a:gd name="connsiteX47" fmla="*/ 163669 w 454962"/>
                <a:gd name="connsiteY47" fmla="*/ 368081 h 370464"/>
                <a:gd name="connsiteX48" fmla="*/ 144619 w 454962"/>
                <a:gd name="connsiteY48" fmla="*/ 370464 h 370464"/>
                <a:gd name="connsiteX49" fmla="*/ 130332 w 454962"/>
                <a:gd name="connsiteY49" fmla="*/ 356176 h 370464"/>
                <a:gd name="connsiteX50" fmla="*/ 120806 w 454962"/>
                <a:gd name="connsiteY50" fmla="*/ 339507 h 370464"/>
                <a:gd name="connsiteX51" fmla="*/ 106789 w 454962"/>
                <a:gd name="connsiteY51" fmla="*/ 347240 h 370464"/>
                <a:gd name="connsiteX52" fmla="*/ 94106 w 454962"/>
                <a:gd name="connsiteY52" fmla="*/ 364608 h 370464"/>
                <a:gd name="connsiteX53" fmla="*/ 72248 w 454962"/>
                <a:gd name="connsiteY53" fmla="*/ 366212 h 370464"/>
                <a:gd name="connsiteX54" fmla="*/ 76161 w 454962"/>
                <a:gd name="connsiteY54" fmla="*/ 356297 h 370464"/>
                <a:gd name="connsiteX55" fmla="*/ 70292 w 454962"/>
                <a:gd name="connsiteY55" fmla="*/ 346435 h 370464"/>
                <a:gd name="connsiteX56" fmla="*/ 62467 w 454962"/>
                <a:gd name="connsiteY56" fmla="*/ 336520 h 370464"/>
                <a:gd name="connsiteX57" fmla="*/ 50774 w 454962"/>
                <a:gd name="connsiteY57" fmla="*/ 330592 h 370464"/>
                <a:gd name="connsiteX58" fmla="*/ 37080 w 454962"/>
                <a:gd name="connsiteY58" fmla="*/ 324665 h 370464"/>
                <a:gd name="connsiteX59" fmla="*/ 37080 w 454962"/>
                <a:gd name="connsiteY59" fmla="*/ 318684 h 370464"/>
                <a:gd name="connsiteX60" fmla="*/ 23431 w 454962"/>
                <a:gd name="connsiteY60" fmla="*/ 294973 h 370464"/>
                <a:gd name="connsiteX61" fmla="*/ 15605 w 454962"/>
                <a:gd name="connsiteY61" fmla="*/ 288993 h 370464"/>
                <a:gd name="connsiteX62" fmla="*/ 7826 w 454962"/>
                <a:gd name="connsiteY62" fmla="*/ 283065 h 370464"/>
                <a:gd name="connsiteX63" fmla="*/ 3913 w 454962"/>
                <a:gd name="connsiteY63" fmla="*/ 281072 h 370464"/>
                <a:gd name="connsiteX64" fmla="*/ 0 w 454962"/>
                <a:gd name="connsiteY64" fmla="*/ 277137 h 370464"/>
                <a:gd name="connsiteX65" fmla="*/ 0 w 454962"/>
                <a:gd name="connsiteY65" fmla="*/ 269216 h 370464"/>
                <a:gd name="connsiteX66" fmla="*/ 3913 w 454962"/>
                <a:gd name="connsiteY66" fmla="*/ 263288 h 370464"/>
                <a:gd name="connsiteX67" fmla="*/ 5869 w 454962"/>
                <a:gd name="connsiteY67" fmla="*/ 245453 h 370464"/>
                <a:gd name="connsiteX68" fmla="*/ 7826 w 454962"/>
                <a:gd name="connsiteY68" fmla="*/ 231604 h 370464"/>
                <a:gd name="connsiteX69" fmla="*/ 13649 w 454962"/>
                <a:gd name="connsiteY69" fmla="*/ 223682 h 370464"/>
                <a:gd name="connsiteX70" fmla="*/ 27343 w 454962"/>
                <a:gd name="connsiteY70" fmla="*/ 205899 h 370464"/>
                <a:gd name="connsiteX71" fmla="*/ 31256 w 454962"/>
                <a:gd name="connsiteY71" fmla="*/ 197978 h 370464"/>
                <a:gd name="connsiteX72" fmla="*/ 37080 w 454962"/>
                <a:gd name="connsiteY72" fmla="*/ 191998 h 370464"/>
                <a:gd name="connsiteX73" fmla="*/ 39036 w 454962"/>
                <a:gd name="connsiteY73" fmla="*/ 178149 h 370464"/>
                <a:gd name="connsiteX74" fmla="*/ 40992 w 454962"/>
                <a:gd name="connsiteY74" fmla="*/ 176155 h 370464"/>
                <a:gd name="connsiteX75" fmla="*/ 46861 w 454962"/>
                <a:gd name="connsiteY75" fmla="*/ 176155 h 370464"/>
                <a:gd name="connsiteX76" fmla="*/ 60510 w 454962"/>
                <a:gd name="connsiteY76" fmla="*/ 184076 h 370464"/>
                <a:gd name="connsiteX77" fmla="*/ 66379 w 454962"/>
                <a:gd name="connsiteY77" fmla="*/ 184076 h 370464"/>
                <a:gd name="connsiteX78" fmla="*/ 68336 w 454962"/>
                <a:gd name="connsiteY78" fmla="*/ 184076 h 370464"/>
                <a:gd name="connsiteX79" fmla="*/ 68336 w 454962"/>
                <a:gd name="connsiteY79" fmla="*/ 182135 h 370464"/>
                <a:gd name="connsiteX80" fmla="*/ 68336 w 454962"/>
                <a:gd name="connsiteY80" fmla="*/ 124694 h 370464"/>
                <a:gd name="connsiteX81" fmla="*/ 68336 w 454962"/>
                <a:gd name="connsiteY81" fmla="*/ 77219 h 370464"/>
                <a:gd name="connsiteX82" fmla="*/ 101548 w 454962"/>
                <a:gd name="connsiteY82" fmla="*/ 77219 h 370464"/>
                <a:gd name="connsiteX83" fmla="*/ 101548 w 454962"/>
                <a:gd name="connsiteY83" fmla="*/ 17836 h 370464"/>
                <a:gd name="connsiteX84" fmla="*/ 267518 w 454962"/>
                <a:gd name="connsiteY84" fmla="*/ 17836 h 370464"/>
                <a:gd name="connsiteX85" fmla="*/ 290948 w 454962"/>
                <a:gd name="connsiteY85" fmla="*/ 19777 h 370464"/>
                <a:gd name="connsiteX86" fmla="*/ 316335 w 454962"/>
                <a:gd name="connsiteY86" fmla="*/ 25757 h 370464"/>
                <a:gd name="connsiteX87" fmla="*/ 335853 w 454962"/>
                <a:gd name="connsiteY87" fmla="*/ 29692 h 370464"/>
                <a:gd name="connsiteX88" fmla="*/ 347546 w 454962"/>
                <a:gd name="connsiteY88" fmla="*/ 33678 h 370464"/>
                <a:gd name="connsiteX89" fmla="*/ 351458 w 454962"/>
                <a:gd name="connsiteY89" fmla="*/ 33678 h 370464"/>
                <a:gd name="connsiteX90" fmla="*/ 357327 w 454962"/>
                <a:gd name="connsiteY90" fmla="*/ 29692 h 370464"/>
                <a:gd name="connsiteX91" fmla="*/ 363196 w 454962"/>
                <a:gd name="connsiteY91" fmla="*/ 19777 h 370464"/>
                <a:gd name="connsiteX92" fmla="*/ 378802 w 454962"/>
                <a:gd name="connsiteY92" fmla="*/ 7921 h 370464"/>
                <a:gd name="connsiteX93" fmla="*/ 394452 w 454962"/>
                <a:gd name="connsiteY93"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9876 w 454962"/>
                <a:gd name="connsiteY40" fmla="*/ 303788 h 370464"/>
                <a:gd name="connsiteX41" fmla="*/ 266062 w 454962"/>
                <a:gd name="connsiteY41" fmla="*/ 368081 h 370464"/>
                <a:gd name="connsiteX42" fmla="*/ 239869 w 454962"/>
                <a:gd name="connsiteY42" fmla="*/ 351412 h 370464"/>
                <a:gd name="connsiteX43" fmla="*/ 225581 w 454962"/>
                <a:gd name="connsiteY43" fmla="*/ 358556 h 370464"/>
                <a:gd name="connsiteX44" fmla="*/ 208913 w 454962"/>
                <a:gd name="connsiteY44" fmla="*/ 368081 h 370464"/>
                <a:gd name="connsiteX45" fmla="*/ 187481 w 454962"/>
                <a:gd name="connsiteY45" fmla="*/ 370463 h 370464"/>
                <a:gd name="connsiteX46" fmla="*/ 175575 w 454962"/>
                <a:gd name="connsiteY46" fmla="*/ 360938 h 370464"/>
                <a:gd name="connsiteX47" fmla="*/ 163669 w 454962"/>
                <a:gd name="connsiteY47" fmla="*/ 368081 h 370464"/>
                <a:gd name="connsiteX48" fmla="*/ 144619 w 454962"/>
                <a:gd name="connsiteY48" fmla="*/ 370464 h 370464"/>
                <a:gd name="connsiteX49" fmla="*/ 130332 w 454962"/>
                <a:gd name="connsiteY49" fmla="*/ 356176 h 370464"/>
                <a:gd name="connsiteX50" fmla="*/ 120806 w 454962"/>
                <a:gd name="connsiteY50" fmla="*/ 339507 h 370464"/>
                <a:gd name="connsiteX51" fmla="*/ 106789 w 454962"/>
                <a:gd name="connsiteY51" fmla="*/ 347240 h 370464"/>
                <a:gd name="connsiteX52" fmla="*/ 94106 w 454962"/>
                <a:gd name="connsiteY52" fmla="*/ 364608 h 370464"/>
                <a:gd name="connsiteX53" fmla="*/ 72248 w 454962"/>
                <a:gd name="connsiteY53" fmla="*/ 366212 h 370464"/>
                <a:gd name="connsiteX54" fmla="*/ 76161 w 454962"/>
                <a:gd name="connsiteY54" fmla="*/ 356297 h 370464"/>
                <a:gd name="connsiteX55" fmla="*/ 70292 w 454962"/>
                <a:gd name="connsiteY55" fmla="*/ 346435 h 370464"/>
                <a:gd name="connsiteX56" fmla="*/ 62467 w 454962"/>
                <a:gd name="connsiteY56" fmla="*/ 336520 h 370464"/>
                <a:gd name="connsiteX57" fmla="*/ 50774 w 454962"/>
                <a:gd name="connsiteY57" fmla="*/ 330592 h 370464"/>
                <a:gd name="connsiteX58" fmla="*/ 37080 w 454962"/>
                <a:gd name="connsiteY58" fmla="*/ 324665 h 370464"/>
                <a:gd name="connsiteX59" fmla="*/ 37080 w 454962"/>
                <a:gd name="connsiteY59" fmla="*/ 318684 h 370464"/>
                <a:gd name="connsiteX60" fmla="*/ 23431 w 454962"/>
                <a:gd name="connsiteY60" fmla="*/ 294973 h 370464"/>
                <a:gd name="connsiteX61" fmla="*/ 15605 w 454962"/>
                <a:gd name="connsiteY61" fmla="*/ 288993 h 370464"/>
                <a:gd name="connsiteX62" fmla="*/ 7826 w 454962"/>
                <a:gd name="connsiteY62" fmla="*/ 283065 h 370464"/>
                <a:gd name="connsiteX63" fmla="*/ 3913 w 454962"/>
                <a:gd name="connsiteY63" fmla="*/ 281072 h 370464"/>
                <a:gd name="connsiteX64" fmla="*/ 0 w 454962"/>
                <a:gd name="connsiteY64" fmla="*/ 277137 h 370464"/>
                <a:gd name="connsiteX65" fmla="*/ 0 w 454962"/>
                <a:gd name="connsiteY65" fmla="*/ 269216 h 370464"/>
                <a:gd name="connsiteX66" fmla="*/ 3913 w 454962"/>
                <a:gd name="connsiteY66" fmla="*/ 263288 h 370464"/>
                <a:gd name="connsiteX67" fmla="*/ 5869 w 454962"/>
                <a:gd name="connsiteY67" fmla="*/ 245453 h 370464"/>
                <a:gd name="connsiteX68" fmla="*/ 7826 w 454962"/>
                <a:gd name="connsiteY68" fmla="*/ 231604 h 370464"/>
                <a:gd name="connsiteX69" fmla="*/ 13649 w 454962"/>
                <a:gd name="connsiteY69" fmla="*/ 223682 h 370464"/>
                <a:gd name="connsiteX70" fmla="*/ 27343 w 454962"/>
                <a:gd name="connsiteY70" fmla="*/ 205899 h 370464"/>
                <a:gd name="connsiteX71" fmla="*/ 31256 w 454962"/>
                <a:gd name="connsiteY71" fmla="*/ 197978 h 370464"/>
                <a:gd name="connsiteX72" fmla="*/ 37080 w 454962"/>
                <a:gd name="connsiteY72" fmla="*/ 191998 h 370464"/>
                <a:gd name="connsiteX73" fmla="*/ 39036 w 454962"/>
                <a:gd name="connsiteY73" fmla="*/ 178149 h 370464"/>
                <a:gd name="connsiteX74" fmla="*/ 40992 w 454962"/>
                <a:gd name="connsiteY74" fmla="*/ 176155 h 370464"/>
                <a:gd name="connsiteX75" fmla="*/ 46861 w 454962"/>
                <a:gd name="connsiteY75" fmla="*/ 176155 h 370464"/>
                <a:gd name="connsiteX76" fmla="*/ 60510 w 454962"/>
                <a:gd name="connsiteY76" fmla="*/ 184076 h 370464"/>
                <a:gd name="connsiteX77" fmla="*/ 66379 w 454962"/>
                <a:gd name="connsiteY77" fmla="*/ 184076 h 370464"/>
                <a:gd name="connsiteX78" fmla="*/ 68336 w 454962"/>
                <a:gd name="connsiteY78" fmla="*/ 184076 h 370464"/>
                <a:gd name="connsiteX79" fmla="*/ 68336 w 454962"/>
                <a:gd name="connsiteY79" fmla="*/ 182135 h 370464"/>
                <a:gd name="connsiteX80" fmla="*/ 68336 w 454962"/>
                <a:gd name="connsiteY80" fmla="*/ 124694 h 370464"/>
                <a:gd name="connsiteX81" fmla="*/ 68336 w 454962"/>
                <a:gd name="connsiteY81" fmla="*/ 77219 h 370464"/>
                <a:gd name="connsiteX82" fmla="*/ 101548 w 454962"/>
                <a:gd name="connsiteY82" fmla="*/ 77219 h 370464"/>
                <a:gd name="connsiteX83" fmla="*/ 101548 w 454962"/>
                <a:gd name="connsiteY83" fmla="*/ 17836 h 370464"/>
                <a:gd name="connsiteX84" fmla="*/ 267518 w 454962"/>
                <a:gd name="connsiteY84" fmla="*/ 17836 h 370464"/>
                <a:gd name="connsiteX85" fmla="*/ 290948 w 454962"/>
                <a:gd name="connsiteY85" fmla="*/ 19777 h 370464"/>
                <a:gd name="connsiteX86" fmla="*/ 316335 w 454962"/>
                <a:gd name="connsiteY86" fmla="*/ 25757 h 370464"/>
                <a:gd name="connsiteX87" fmla="*/ 335853 w 454962"/>
                <a:gd name="connsiteY87" fmla="*/ 29692 h 370464"/>
                <a:gd name="connsiteX88" fmla="*/ 347546 w 454962"/>
                <a:gd name="connsiteY88" fmla="*/ 33678 h 370464"/>
                <a:gd name="connsiteX89" fmla="*/ 351458 w 454962"/>
                <a:gd name="connsiteY89" fmla="*/ 33678 h 370464"/>
                <a:gd name="connsiteX90" fmla="*/ 357327 w 454962"/>
                <a:gd name="connsiteY90" fmla="*/ 29692 h 370464"/>
                <a:gd name="connsiteX91" fmla="*/ 363196 w 454962"/>
                <a:gd name="connsiteY91" fmla="*/ 19777 h 370464"/>
                <a:gd name="connsiteX92" fmla="*/ 378802 w 454962"/>
                <a:gd name="connsiteY92" fmla="*/ 7921 h 370464"/>
                <a:gd name="connsiteX93" fmla="*/ 394452 w 454962"/>
                <a:gd name="connsiteY93"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9876 w 454962"/>
                <a:gd name="connsiteY40" fmla="*/ 303788 h 370464"/>
                <a:gd name="connsiteX41" fmla="*/ 280350 w 454962"/>
                <a:gd name="connsiteY41" fmla="*/ 337125 h 370464"/>
                <a:gd name="connsiteX42" fmla="*/ 266062 w 454962"/>
                <a:gd name="connsiteY42" fmla="*/ 368081 h 370464"/>
                <a:gd name="connsiteX43" fmla="*/ 239869 w 454962"/>
                <a:gd name="connsiteY43" fmla="*/ 351412 h 370464"/>
                <a:gd name="connsiteX44" fmla="*/ 225581 w 454962"/>
                <a:gd name="connsiteY44" fmla="*/ 358556 h 370464"/>
                <a:gd name="connsiteX45" fmla="*/ 208913 w 454962"/>
                <a:gd name="connsiteY45" fmla="*/ 368081 h 370464"/>
                <a:gd name="connsiteX46" fmla="*/ 187481 w 454962"/>
                <a:gd name="connsiteY46" fmla="*/ 370463 h 370464"/>
                <a:gd name="connsiteX47" fmla="*/ 175575 w 454962"/>
                <a:gd name="connsiteY47" fmla="*/ 360938 h 370464"/>
                <a:gd name="connsiteX48" fmla="*/ 163669 w 454962"/>
                <a:gd name="connsiteY48" fmla="*/ 368081 h 370464"/>
                <a:gd name="connsiteX49" fmla="*/ 144619 w 454962"/>
                <a:gd name="connsiteY49" fmla="*/ 370464 h 370464"/>
                <a:gd name="connsiteX50" fmla="*/ 130332 w 454962"/>
                <a:gd name="connsiteY50" fmla="*/ 356176 h 370464"/>
                <a:gd name="connsiteX51" fmla="*/ 120806 w 454962"/>
                <a:gd name="connsiteY51" fmla="*/ 339507 h 370464"/>
                <a:gd name="connsiteX52" fmla="*/ 106789 w 454962"/>
                <a:gd name="connsiteY52" fmla="*/ 347240 h 370464"/>
                <a:gd name="connsiteX53" fmla="*/ 94106 w 454962"/>
                <a:gd name="connsiteY53" fmla="*/ 364608 h 370464"/>
                <a:gd name="connsiteX54" fmla="*/ 72248 w 454962"/>
                <a:gd name="connsiteY54" fmla="*/ 366212 h 370464"/>
                <a:gd name="connsiteX55" fmla="*/ 76161 w 454962"/>
                <a:gd name="connsiteY55" fmla="*/ 356297 h 370464"/>
                <a:gd name="connsiteX56" fmla="*/ 70292 w 454962"/>
                <a:gd name="connsiteY56" fmla="*/ 346435 h 370464"/>
                <a:gd name="connsiteX57" fmla="*/ 62467 w 454962"/>
                <a:gd name="connsiteY57" fmla="*/ 336520 h 370464"/>
                <a:gd name="connsiteX58" fmla="*/ 50774 w 454962"/>
                <a:gd name="connsiteY58" fmla="*/ 330592 h 370464"/>
                <a:gd name="connsiteX59" fmla="*/ 37080 w 454962"/>
                <a:gd name="connsiteY59" fmla="*/ 324665 h 370464"/>
                <a:gd name="connsiteX60" fmla="*/ 37080 w 454962"/>
                <a:gd name="connsiteY60" fmla="*/ 318684 h 370464"/>
                <a:gd name="connsiteX61" fmla="*/ 23431 w 454962"/>
                <a:gd name="connsiteY61" fmla="*/ 294973 h 370464"/>
                <a:gd name="connsiteX62" fmla="*/ 15605 w 454962"/>
                <a:gd name="connsiteY62" fmla="*/ 288993 h 370464"/>
                <a:gd name="connsiteX63" fmla="*/ 7826 w 454962"/>
                <a:gd name="connsiteY63" fmla="*/ 283065 h 370464"/>
                <a:gd name="connsiteX64" fmla="*/ 3913 w 454962"/>
                <a:gd name="connsiteY64" fmla="*/ 281072 h 370464"/>
                <a:gd name="connsiteX65" fmla="*/ 0 w 454962"/>
                <a:gd name="connsiteY65" fmla="*/ 277137 h 370464"/>
                <a:gd name="connsiteX66" fmla="*/ 0 w 454962"/>
                <a:gd name="connsiteY66" fmla="*/ 269216 h 370464"/>
                <a:gd name="connsiteX67" fmla="*/ 3913 w 454962"/>
                <a:gd name="connsiteY67" fmla="*/ 263288 h 370464"/>
                <a:gd name="connsiteX68" fmla="*/ 5869 w 454962"/>
                <a:gd name="connsiteY68" fmla="*/ 245453 h 370464"/>
                <a:gd name="connsiteX69" fmla="*/ 7826 w 454962"/>
                <a:gd name="connsiteY69" fmla="*/ 231604 h 370464"/>
                <a:gd name="connsiteX70" fmla="*/ 13649 w 454962"/>
                <a:gd name="connsiteY70" fmla="*/ 223682 h 370464"/>
                <a:gd name="connsiteX71" fmla="*/ 27343 w 454962"/>
                <a:gd name="connsiteY71" fmla="*/ 205899 h 370464"/>
                <a:gd name="connsiteX72" fmla="*/ 31256 w 454962"/>
                <a:gd name="connsiteY72" fmla="*/ 197978 h 370464"/>
                <a:gd name="connsiteX73" fmla="*/ 37080 w 454962"/>
                <a:gd name="connsiteY73" fmla="*/ 191998 h 370464"/>
                <a:gd name="connsiteX74" fmla="*/ 39036 w 454962"/>
                <a:gd name="connsiteY74" fmla="*/ 178149 h 370464"/>
                <a:gd name="connsiteX75" fmla="*/ 40992 w 454962"/>
                <a:gd name="connsiteY75" fmla="*/ 176155 h 370464"/>
                <a:gd name="connsiteX76" fmla="*/ 46861 w 454962"/>
                <a:gd name="connsiteY76" fmla="*/ 176155 h 370464"/>
                <a:gd name="connsiteX77" fmla="*/ 60510 w 454962"/>
                <a:gd name="connsiteY77" fmla="*/ 184076 h 370464"/>
                <a:gd name="connsiteX78" fmla="*/ 66379 w 454962"/>
                <a:gd name="connsiteY78" fmla="*/ 184076 h 370464"/>
                <a:gd name="connsiteX79" fmla="*/ 68336 w 454962"/>
                <a:gd name="connsiteY79" fmla="*/ 184076 h 370464"/>
                <a:gd name="connsiteX80" fmla="*/ 68336 w 454962"/>
                <a:gd name="connsiteY80" fmla="*/ 182135 h 370464"/>
                <a:gd name="connsiteX81" fmla="*/ 68336 w 454962"/>
                <a:gd name="connsiteY81" fmla="*/ 124694 h 370464"/>
                <a:gd name="connsiteX82" fmla="*/ 68336 w 454962"/>
                <a:gd name="connsiteY82" fmla="*/ 77219 h 370464"/>
                <a:gd name="connsiteX83" fmla="*/ 101548 w 454962"/>
                <a:gd name="connsiteY83" fmla="*/ 77219 h 370464"/>
                <a:gd name="connsiteX84" fmla="*/ 101548 w 454962"/>
                <a:gd name="connsiteY84" fmla="*/ 17836 h 370464"/>
                <a:gd name="connsiteX85" fmla="*/ 267518 w 454962"/>
                <a:gd name="connsiteY85" fmla="*/ 17836 h 370464"/>
                <a:gd name="connsiteX86" fmla="*/ 290948 w 454962"/>
                <a:gd name="connsiteY86" fmla="*/ 19777 h 370464"/>
                <a:gd name="connsiteX87" fmla="*/ 316335 w 454962"/>
                <a:gd name="connsiteY87" fmla="*/ 25757 h 370464"/>
                <a:gd name="connsiteX88" fmla="*/ 335853 w 454962"/>
                <a:gd name="connsiteY88" fmla="*/ 29692 h 370464"/>
                <a:gd name="connsiteX89" fmla="*/ 347546 w 454962"/>
                <a:gd name="connsiteY89" fmla="*/ 33678 h 370464"/>
                <a:gd name="connsiteX90" fmla="*/ 351458 w 454962"/>
                <a:gd name="connsiteY90" fmla="*/ 33678 h 370464"/>
                <a:gd name="connsiteX91" fmla="*/ 357327 w 454962"/>
                <a:gd name="connsiteY91" fmla="*/ 29692 h 370464"/>
                <a:gd name="connsiteX92" fmla="*/ 363196 w 454962"/>
                <a:gd name="connsiteY92" fmla="*/ 19777 h 370464"/>
                <a:gd name="connsiteX93" fmla="*/ 378802 w 454962"/>
                <a:gd name="connsiteY93" fmla="*/ 7921 h 370464"/>
                <a:gd name="connsiteX94" fmla="*/ 394452 w 454962"/>
                <a:gd name="connsiteY94"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9876 w 454962"/>
                <a:gd name="connsiteY40" fmla="*/ 303788 h 370464"/>
                <a:gd name="connsiteX41" fmla="*/ 299400 w 454962"/>
                <a:gd name="connsiteY41" fmla="*/ 337125 h 370464"/>
                <a:gd name="connsiteX42" fmla="*/ 266062 w 454962"/>
                <a:gd name="connsiteY42" fmla="*/ 368081 h 370464"/>
                <a:gd name="connsiteX43" fmla="*/ 239869 w 454962"/>
                <a:gd name="connsiteY43" fmla="*/ 351412 h 370464"/>
                <a:gd name="connsiteX44" fmla="*/ 225581 w 454962"/>
                <a:gd name="connsiteY44" fmla="*/ 358556 h 370464"/>
                <a:gd name="connsiteX45" fmla="*/ 208913 w 454962"/>
                <a:gd name="connsiteY45" fmla="*/ 368081 h 370464"/>
                <a:gd name="connsiteX46" fmla="*/ 187481 w 454962"/>
                <a:gd name="connsiteY46" fmla="*/ 370463 h 370464"/>
                <a:gd name="connsiteX47" fmla="*/ 175575 w 454962"/>
                <a:gd name="connsiteY47" fmla="*/ 360938 h 370464"/>
                <a:gd name="connsiteX48" fmla="*/ 163669 w 454962"/>
                <a:gd name="connsiteY48" fmla="*/ 368081 h 370464"/>
                <a:gd name="connsiteX49" fmla="*/ 144619 w 454962"/>
                <a:gd name="connsiteY49" fmla="*/ 370464 h 370464"/>
                <a:gd name="connsiteX50" fmla="*/ 130332 w 454962"/>
                <a:gd name="connsiteY50" fmla="*/ 356176 h 370464"/>
                <a:gd name="connsiteX51" fmla="*/ 120806 w 454962"/>
                <a:gd name="connsiteY51" fmla="*/ 339507 h 370464"/>
                <a:gd name="connsiteX52" fmla="*/ 106789 w 454962"/>
                <a:gd name="connsiteY52" fmla="*/ 347240 h 370464"/>
                <a:gd name="connsiteX53" fmla="*/ 94106 w 454962"/>
                <a:gd name="connsiteY53" fmla="*/ 364608 h 370464"/>
                <a:gd name="connsiteX54" fmla="*/ 72248 w 454962"/>
                <a:gd name="connsiteY54" fmla="*/ 366212 h 370464"/>
                <a:gd name="connsiteX55" fmla="*/ 76161 w 454962"/>
                <a:gd name="connsiteY55" fmla="*/ 356297 h 370464"/>
                <a:gd name="connsiteX56" fmla="*/ 70292 w 454962"/>
                <a:gd name="connsiteY56" fmla="*/ 346435 h 370464"/>
                <a:gd name="connsiteX57" fmla="*/ 62467 w 454962"/>
                <a:gd name="connsiteY57" fmla="*/ 336520 h 370464"/>
                <a:gd name="connsiteX58" fmla="*/ 50774 w 454962"/>
                <a:gd name="connsiteY58" fmla="*/ 330592 h 370464"/>
                <a:gd name="connsiteX59" fmla="*/ 37080 w 454962"/>
                <a:gd name="connsiteY59" fmla="*/ 324665 h 370464"/>
                <a:gd name="connsiteX60" fmla="*/ 37080 w 454962"/>
                <a:gd name="connsiteY60" fmla="*/ 318684 h 370464"/>
                <a:gd name="connsiteX61" fmla="*/ 23431 w 454962"/>
                <a:gd name="connsiteY61" fmla="*/ 294973 h 370464"/>
                <a:gd name="connsiteX62" fmla="*/ 15605 w 454962"/>
                <a:gd name="connsiteY62" fmla="*/ 288993 h 370464"/>
                <a:gd name="connsiteX63" fmla="*/ 7826 w 454962"/>
                <a:gd name="connsiteY63" fmla="*/ 283065 h 370464"/>
                <a:gd name="connsiteX64" fmla="*/ 3913 w 454962"/>
                <a:gd name="connsiteY64" fmla="*/ 281072 h 370464"/>
                <a:gd name="connsiteX65" fmla="*/ 0 w 454962"/>
                <a:gd name="connsiteY65" fmla="*/ 277137 h 370464"/>
                <a:gd name="connsiteX66" fmla="*/ 0 w 454962"/>
                <a:gd name="connsiteY66" fmla="*/ 269216 h 370464"/>
                <a:gd name="connsiteX67" fmla="*/ 3913 w 454962"/>
                <a:gd name="connsiteY67" fmla="*/ 263288 h 370464"/>
                <a:gd name="connsiteX68" fmla="*/ 5869 w 454962"/>
                <a:gd name="connsiteY68" fmla="*/ 245453 h 370464"/>
                <a:gd name="connsiteX69" fmla="*/ 7826 w 454962"/>
                <a:gd name="connsiteY69" fmla="*/ 231604 h 370464"/>
                <a:gd name="connsiteX70" fmla="*/ 13649 w 454962"/>
                <a:gd name="connsiteY70" fmla="*/ 223682 h 370464"/>
                <a:gd name="connsiteX71" fmla="*/ 27343 w 454962"/>
                <a:gd name="connsiteY71" fmla="*/ 205899 h 370464"/>
                <a:gd name="connsiteX72" fmla="*/ 31256 w 454962"/>
                <a:gd name="connsiteY72" fmla="*/ 197978 h 370464"/>
                <a:gd name="connsiteX73" fmla="*/ 37080 w 454962"/>
                <a:gd name="connsiteY73" fmla="*/ 191998 h 370464"/>
                <a:gd name="connsiteX74" fmla="*/ 39036 w 454962"/>
                <a:gd name="connsiteY74" fmla="*/ 178149 h 370464"/>
                <a:gd name="connsiteX75" fmla="*/ 40992 w 454962"/>
                <a:gd name="connsiteY75" fmla="*/ 176155 h 370464"/>
                <a:gd name="connsiteX76" fmla="*/ 46861 w 454962"/>
                <a:gd name="connsiteY76" fmla="*/ 176155 h 370464"/>
                <a:gd name="connsiteX77" fmla="*/ 60510 w 454962"/>
                <a:gd name="connsiteY77" fmla="*/ 184076 h 370464"/>
                <a:gd name="connsiteX78" fmla="*/ 66379 w 454962"/>
                <a:gd name="connsiteY78" fmla="*/ 184076 h 370464"/>
                <a:gd name="connsiteX79" fmla="*/ 68336 w 454962"/>
                <a:gd name="connsiteY79" fmla="*/ 184076 h 370464"/>
                <a:gd name="connsiteX80" fmla="*/ 68336 w 454962"/>
                <a:gd name="connsiteY80" fmla="*/ 182135 h 370464"/>
                <a:gd name="connsiteX81" fmla="*/ 68336 w 454962"/>
                <a:gd name="connsiteY81" fmla="*/ 124694 h 370464"/>
                <a:gd name="connsiteX82" fmla="*/ 68336 w 454962"/>
                <a:gd name="connsiteY82" fmla="*/ 77219 h 370464"/>
                <a:gd name="connsiteX83" fmla="*/ 101548 w 454962"/>
                <a:gd name="connsiteY83" fmla="*/ 77219 h 370464"/>
                <a:gd name="connsiteX84" fmla="*/ 101548 w 454962"/>
                <a:gd name="connsiteY84" fmla="*/ 17836 h 370464"/>
                <a:gd name="connsiteX85" fmla="*/ 267518 w 454962"/>
                <a:gd name="connsiteY85" fmla="*/ 17836 h 370464"/>
                <a:gd name="connsiteX86" fmla="*/ 290948 w 454962"/>
                <a:gd name="connsiteY86" fmla="*/ 19777 h 370464"/>
                <a:gd name="connsiteX87" fmla="*/ 316335 w 454962"/>
                <a:gd name="connsiteY87" fmla="*/ 25757 h 370464"/>
                <a:gd name="connsiteX88" fmla="*/ 335853 w 454962"/>
                <a:gd name="connsiteY88" fmla="*/ 29692 h 370464"/>
                <a:gd name="connsiteX89" fmla="*/ 347546 w 454962"/>
                <a:gd name="connsiteY89" fmla="*/ 33678 h 370464"/>
                <a:gd name="connsiteX90" fmla="*/ 351458 w 454962"/>
                <a:gd name="connsiteY90" fmla="*/ 33678 h 370464"/>
                <a:gd name="connsiteX91" fmla="*/ 357327 w 454962"/>
                <a:gd name="connsiteY91" fmla="*/ 29692 h 370464"/>
                <a:gd name="connsiteX92" fmla="*/ 363196 w 454962"/>
                <a:gd name="connsiteY92" fmla="*/ 19777 h 370464"/>
                <a:gd name="connsiteX93" fmla="*/ 378802 w 454962"/>
                <a:gd name="connsiteY93" fmla="*/ 7921 h 370464"/>
                <a:gd name="connsiteX94" fmla="*/ 394452 w 454962"/>
                <a:gd name="connsiteY94" fmla="*/ 0 h 370464"/>
                <a:gd name="connsiteX0" fmla="*/ 394452 w 454962"/>
                <a:gd name="connsiteY0" fmla="*/ 0 h 370464"/>
                <a:gd name="connsiteX1" fmla="*/ 402232 w 454962"/>
                <a:gd name="connsiteY1" fmla="*/ 5928 h 370464"/>
                <a:gd name="connsiteX2" fmla="*/ 406145 w 454962"/>
                <a:gd name="connsiteY2" fmla="*/ 7921 h 370464"/>
                <a:gd name="connsiteX3" fmla="*/ 406145 w 454962"/>
                <a:gd name="connsiteY3" fmla="*/ 13849 h 370464"/>
                <a:gd name="connsiteX4" fmla="*/ 406145 w 454962"/>
                <a:gd name="connsiteY4" fmla="*/ 19777 h 370464"/>
                <a:gd name="connsiteX5" fmla="*/ 410057 w 454962"/>
                <a:gd name="connsiteY5" fmla="*/ 41547 h 370464"/>
                <a:gd name="connsiteX6" fmla="*/ 413970 w 454962"/>
                <a:gd name="connsiteY6" fmla="*/ 67304 h 370464"/>
                <a:gd name="connsiteX7" fmla="*/ 415926 w 454962"/>
                <a:gd name="connsiteY7" fmla="*/ 79160 h 370464"/>
                <a:gd name="connsiteX8" fmla="*/ 423706 w 454962"/>
                <a:gd name="connsiteY8" fmla="*/ 93061 h 370464"/>
                <a:gd name="connsiteX9" fmla="*/ 431532 w 454962"/>
                <a:gd name="connsiteY9" fmla="*/ 104917 h 370464"/>
                <a:gd name="connsiteX10" fmla="*/ 437401 w 454962"/>
                <a:gd name="connsiteY10" fmla="*/ 112838 h 370464"/>
                <a:gd name="connsiteX11" fmla="*/ 445181 w 454962"/>
                <a:gd name="connsiteY11" fmla="*/ 120759 h 370464"/>
                <a:gd name="connsiteX12" fmla="*/ 454962 w 454962"/>
                <a:gd name="connsiteY12" fmla="*/ 132615 h 370464"/>
                <a:gd name="connsiteX13" fmla="*/ 451050 w 454962"/>
                <a:gd name="connsiteY13" fmla="*/ 140536 h 370464"/>
                <a:gd name="connsiteX14" fmla="*/ 443224 w 454962"/>
                <a:gd name="connsiteY14" fmla="*/ 144523 h 370464"/>
                <a:gd name="connsiteX15" fmla="*/ 435444 w 454962"/>
                <a:gd name="connsiteY15" fmla="*/ 150451 h 370464"/>
                <a:gd name="connsiteX16" fmla="*/ 425663 w 454962"/>
                <a:gd name="connsiteY16" fmla="*/ 154385 h 370464"/>
                <a:gd name="connsiteX17" fmla="*/ 415926 w 454962"/>
                <a:gd name="connsiteY17" fmla="*/ 162306 h 370464"/>
                <a:gd name="connsiteX18" fmla="*/ 412014 w 454962"/>
                <a:gd name="connsiteY18" fmla="*/ 166293 h 370464"/>
                <a:gd name="connsiteX19" fmla="*/ 410057 w 454962"/>
                <a:gd name="connsiteY19" fmla="*/ 174214 h 370464"/>
                <a:gd name="connsiteX20" fmla="*/ 404188 w 454962"/>
                <a:gd name="connsiteY20" fmla="*/ 195984 h 370464"/>
                <a:gd name="connsiteX21" fmla="*/ 402232 w 454962"/>
                <a:gd name="connsiteY21" fmla="*/ 219748 h 370464"/>
                <a:gd name="connsiteX22" fmla="*/ 400276 w 454962"/>
                <a:gd name="connsiteY22" fmla="*/ 235590 h 370464"/>
                <a:gd name="connsiteX23" fmla="*/ 398319 w 454962"/>
                <a:gd name="connsiteY23" fmla="*/ 245453 h 370464"/>
                <a:gd name="connsiteX24" fmla="*/ 398319 w 454962"/>
                <a:gd name="connsiteY24" fmla="*/ 257361 h 370464"/>
                <a:gd name="connsiteX25" fmla="*/ 394452 w 454962"/>
                <a:gd name="connsiteY25" fmla="*/ 269216 h 370464"/>
                <a:gd name="connsiteX26" fmla="*/ 392496 w 454962"/>
                <a:gd name="connsiteY26" fmla="*/ 279131 h 370464"/>
                <a:gd name="connsiteX27" fmla="*/ 388583 w 454962"/>
                <a:gd name="connsiteY27" fmla="*/ 287052 h 370464"/>
                <a:gd name="connsiteX28" fmla="*/ 380758 w 454962"/>
                <a:gd name="connsiteY28" fmla="*/ 292980 h 370464"/>
                <a:gd name="connsiteX29" fmla="*/ 372933 w 454962"/>
                <a:gd name="connsiteY29" fmla="*/ 298908 h 370464"/>
                <a:gd name="connsiteX30" fmla="*/ 367109 w 454962"/>
                <a:gd name="connsiteY30" fmla="*/ 304835 h 370464"/>
                <a:gd name="connsiteX31" fmla="*/ 361240 w 454962"/>
                <a:gd name="connsiteY31" fmla="*/ 314750 h 370464"/>
                <a:gd name="connsiteX32" fmla="*/ 359284 w 454962"/>
                <a:gd name="connsiteY32" fmla="*/ 322671 h 370464"/>
                <a:gd name="connsiteX33" fmla="*/ 357327 w 454962"/>
                <a:gd name="connsiteY33" fmla="*/ 332586 h 370464"/>
                <a:gd name="connsiteX34" fmla="*/ 351458 w 454962"/>
                <a:gd name="connsiteY34" fmla="*/ 340507 h 370464"/>
                <a:gd name="connsiteX35" fmla="*/ 347546 w 454962"/>
                <a:gd name="connsiteY35" fmla="*/ 342448 h 370464"/>
                <a:gd name="connsiteX36" fmla="*/ 343679 w 454962"/>
                <a:gd name="connsiteY36" fmla="*/ 350369 h 370464"/>
                <a:gd name="connsiteX37" fmla="*/ 325478 w 454962"/>
                <a:gd name="connsiteY37" fmla="*/ 339630 h 370464"/>
                <a:gd name="connsiteX38" fmla="*/ 315192 w 454962"/>
                <a:gd name="connsiteY38" fmla="*/ 313903 h 370464"/>
                <a:gd name="connsiteX39" fmla="*/ 318449 w 454962"/>
                <a:gd name="connsiteY39" fmla="*/ 296644 h 370464"/>
                <a:gd name="connsiteX40" fmla="*/ 289876 w 454962"/>
                <a:gd name="connsiteY40" fmla="*/ 303788 h 370464"/>
                <a:gd name="connsiteX41" fmla="*/ 292256 w 454962"/>
                <a:gd name="connsiteY41" fmla="*/ 332363 h 370464"/>
                <a:gd name="connsiteX42" fmla="*/ 266062 w 454962"/>
                <a:gd name="connsiteY42" fmla="*/ 368081 h 370464"/>
                <a:gd name="connsiteX43" fmla="*/ 239869 w 454962"/>
                <a:gd name="connsiteY43" fmla="*/ 351412 h 370464"/>
                <a:gd name="connsiteX44" fmla="*/ 225581 w 454962"/>
                <a:gd name="connsiteY44" fmla="*/ 358556 h 370464"/>
                <a:gd name="connsiteX45" fmla="*/ 208913 w 454962"/>
                <a:gd name="connsiteY45" fmla="*/ 368081 h 370464"/>
                <a:gd name="connsiteX46" fmla="*/ 187481 w 454962"/>
                <a:gd name="connsiteY46" fmla="*/ 370463 h 370464"/>
                <a:gd name="connsiteX47" fmla="*/ 175575 w 454962"/>
                <a:gd name="connsiteY47" fmla="*/ 360938 h 370464"/>
                <a:gd name="connsiteX48" fmla="*/ 163669 w 454962"/>
                <a:gd name="connsiteY48" fmla="*/ 368081 h 370464"/>
                <a:gd name="connsiteX49" fmla="*/ 144619 w 454962"/>
                <a:gd name="connsiteY49" fmla="*/ 370464 h 370464"/>
                <a:gd name="connsiteX50" fmla="*/ 130332 w 454962"/>
                <a:gd name="connsiteY50" fmla="*/ 356176 h 370464"/>
                <a:gd name="connsiteX51" fmla="*/ 120806 w 454962"/>
                <a:gd name="connsiteY51" fmla="*/ 339507 h 370464"/>
                <a:gd name="connsiteX52" fmla="*/ 106789 w 454962"/>
                <a:gd name="connsiteY52" fmla="*/ 347240 h 370464"/>
                <a:gd name="connsiteX53" fmla="*/ 94106 w 454962"/>
                <a:gd name="connsiteY53" fmla="*/ 364608 h 370464"/>
                <a:gd name="connsiteX54" fmla="*/ 72248 w 454962"/>
                <a:gd name="connsiteY54" fmla="*/ 366212 h 370464"/>
                <a:gd name="connsiteX55" fmla="*/ 76161 w 454962"/>
                <a:gd name="connsiteY55" fmla="*/ 356297 h 370464"/>
                <a:gd name="connsiteX56" fmla="*/ 70292 w 454962"/>
                <a:gd name="connsiteY56" fmla="*/ 346435 h 370464"/>
                <a:gd name="connsiteX57" fmla="*/ 62467 w 454962"/>
                <a:gd name="connsiteY57" fmla="*/ 336520 h 370464"/>
                <a:gd name="connsiteX58" fmla="*/ 50774 w 454962"/>
                <a:gd name="connsiteY58" fmla="*/ 330592 h 370464"/>
                <a:gd name="connsiteX59" fmla="*/ 37080 w 454962"/>
                <a:gd name="connsiteY59" fmla="*/ 324665 h 370464"/>
                <a:gd name="connsiteX60" fmla="*/ 37080 w 454962"/>
                <a:gd name="connsiteY60" fmla="*/ 318684 h 370464"/>
                <a:gd name="connsiteX61" fmla="*/ 23431 w 454962"/>
                <a:gd name="connsiteY61" fmla="*/ 294973 h 370464"/>
                <a:gd name="connsiteX62" fmla="*/ 15605 w 454962"/>
                <a:gd name="connsiteY62" fmla="*/ 288993 h 370464"/>
                <a:gd name="connsiteX63" fmla="*/ 7826 w 454962"/>
                <a:gd name="connsiteY63" fmla="*/ 283065 h 370464"/>
                <a:gd name="connsiteX64" fmla="*/ 3913 w 454962"/>
                <a:gd name="connsiteY64" fmla="*/ 281072 h 370464"/>
                <a:gd name="connsiteX65" fmla="*/ 0 w 454962"/>
                <a:gd name="connsiteY65" fmla="*/ 277137 h 370464"/>
                <a:gd name="connsiteX66" fmla="*/ 0 w 454962"/>
                <a:gd name="connsiteY66" fmla="*/ 269216 h 370464"/>
                <a:gd name="connsiteX67" fmla="*/ 3913 w 454962"/>
                <a:gd name="connsiteY67" fmla="*/ 263288 h 370464"/>
                <a:gd name="connsiteX68" fmla="*/ 5869 w 454962"/>
                <a:gd name="connsiteY68" fmla="*/ 245453 h 370464"/>
                <a:gd name="connsiteX69" fmla="*/ 7826 w 454962"/>
                <a:gd name="connsiteY69" fmla="*/ 231604 h 370464"/>
                <a:gd name="connsiteX70" fmla="*/ 13649 w 454962"/>
                <a:gd name="connsiteY70" fmla="*/ 223682 h 370464"/>
                <a:gd name="connsiteX71" fmla="*/ 27343 w 454962"/>
                <a:gd name="connsiteY71" fmla="*/ 205899 h 370464"/>
                <a:gd name="connsiteX72" fmla="*/ 31256 w 454962"/>
                <a:gd name="connsiteY72" fmla="*/ 197978 h 370464"/>
                <a:gd name="connsiteX73" fmla="*/ 37080 w 454962"/>
                <a:gd name="connsiteY73" fmla="*/ 191998 h 370464"/>
                <a:gd name="connsiteX74" fmla="*/ 39036 w 454962"/>
                <a:gd name="connsiteY74" fmla="*/ 178149 h 370464"/>
                <a:gd name="connsiteX75" fmla="*/ 40992 w 454962"/>
                <a:gd name="connsiteY75" fmla="*/ 176155 h 370464"/>
                <a:gd name="connsiteX76" fmla="*/ 46861 w 454962"/>
                <a:gd name="connsiteY76" fmla="*/ 176155 h 370464"/>
                <a:gd name="connsiteX77" fmla="*/ 60510 w 454962"/>
                <a:gd name="connsiteY77" fmla="*/ 184076 h 370464"/>
                <a:gd name="connsiteX78" fmla="*/ 66379 w 454962"/>
                <a:gd name="connsiteY78" fmla="*/ 184076 h 370464"/>
                <a:gd name="connsiteX79" fmla="*/ 68336 w 454962"/>
                <a:gd name="connsiteY79" fmla="*/ 184076 h 370464"/>
                <a:gd name="connsiteX80" fmla="*/ 68336 w 454962"/>
                <a:gd name="connsiteY80" fmla="*/ 182135 h 370464"/>
                <a:gd name="connsiteX81" fmla="*/ 68336 w 454962"/>
                <a:gd name="connsiteY81" fmla="*/ 124694 h 370464"/>
                <a:gd name="connsiteX82" fmla="*/ 68336 w 454962"/>
                <a:gd name="connsiteY82" fmla="*/ 77219 h 370464"/>
                <a:gd name="connsiteX83" fmla="*/ 101548 w 454962"/>
                <a:gd name="connsiteY83" fmla="*/ 77219 h 370464"/>
                <a:gd name="connsiteX84" fmla="*/ 101548 w 454962"/>
                <a:gd name="connsiteY84" fmla="*/ 17836 h 370464"/>
                <a:gd name="connsiteX85" fmla="*/ 267518 w 454962"/>
                <a:gd name="connsiteY85" fmla="*/ 17836 h 370464"/>
                <a:gd name="connsiteX86" fmla="*/ 290948 w 454962"/>
                <a:gd name="connsiteY86" fmla="*/ 19777 h 370464"/>
                <a:gd name="connsiteX87" fmla="*/ 316335 w 454962"/>
                <a:gd name="connsiteY87" fmla="*/ 25757 h 370464"/>
                <a:gd name="connsiteX88" fmla="*/ 335853 w 454962"/>
                <a:gd name="connsiteY88" fmla="*/ 29692 h 370464"/>
                <a:gd name="connsiteX89" fmla="*/ 347546 w 454962"/>
                <a:gd name="connsiteY89" fmla="*/ 33678 h 370464"/>
                <a:gd name="connsiteX90" fmla="*/ 351458 w 454962"/>
                <a:gd name="connsiteY90" fmla="*/ 33678 h 370464"/>
                <a:gd name="connsiteX91" fmla="*/ 357327 w 454962"/>
                <a:gd name="connsiteY91" fmla="*/ 29692 h 370464"/>
                <a:gd name="connsiteX92" fmla="*/ 363196 w 454962"/>
                <a:gd name="connsiteY92" fmla="*/ 19777 h 370464"/>
                <a:gd name="connsiteX93" fmla="*/ 378802 w 454962"/>
                <a:gd name="connsiteY93" fmla="*/ 7921 h 370464"/>
                <a:gd name="connsiteX94" fmla="*/ 394452 w 454962"/>
                <a:gd name="connsiteY94" fmla="*/ 0 h 37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Lst>
              <a:rect l="l" t="t" r="r" b="b"/>
              <a:pathLst>
                <a:path w="454962" h="370464">
                  <a:moveTo>
                    <a:pt x="394452" y="0"/>
                  </a:moveTo>
                  <a:lnTo>
                    <a:pt x="402232" y="5928"/>
                  </a:lnTo>
                  <a:lnTo>
                    <a:pt x="406145" y="7921"/>
                  </a:lnTo>
                  <a:lnTo>
                    <a:pt x="406145" y="13849"/>
                  </a:lnTo>
                  <a:lnTo>
                    <a:pt x="406145" y="19777"/>
                  </a:lnTo>
                  <a:cubicBezTo>
                    <a:pt x="407464" y="27016"/>
                    <a:pt x="408738" y="34308"/>
                    <a:pt x="410057" y="41547"/>
                  </a:cubicBezTo>
                  <a:cubicBezTo>
                    <a:pt x="411377" y="50150"/>
                    <a:pt x="412651" y="58701"/>
                    <a:pt x="413970" y="67304"/>
                  </a:cubicBezTo>
                  <a:cubicBezTo>
                    <a:pt x="414607" y="71239"/>
                    <a:pt x="415290" y="75225"/>
                    <a:pt x="415926" y="79160"/>
                  </a:cubicBezTo>
                  <a:lnTo>
                    <a:pt x="423706" y="93061"/>
                  </a:lnTo>
                  <a:lnTo>
                    <a:pt x="431532" y="104917"/>
                  </a:lnTo>
                  <a:lnTo>
                    <a:pt x="437401" y="112838"/>
                  </a:lnTo>
                  <a:lnTo>
                    <a:pt x="445181" y="120759"/>
                  </a:lnTo>
                  <a:lnTo>
                    <a:pt x="454962" y="132615"/>
                  </a:lnTo>
                  <a:cubicBezTo>
                    <a:pt x="453643" y="135238"/>
                    <a:pt x="452369" y="137913"/>
                    <a:pt x="451050" y="140536"/>
                  </a:cubicBezTo>
                  <a:lnTo>
                    <a:pt x="443224" y="144523"/>
                  </a:lnTo>
                  <a:lnTo>
                    <a:pt x="435444" y="150451"/>
                  </a:lnTo>
                  <a:lnTo>
                    <a:pt x="425663" y="154385"/>
                  </a:lnTo>
                  <a:lnTo>
                    <a:pt x="415926" y="162306"/>
                  </a:lnTo>
                  <a:cubicBezTo>
                    <a:pt x="414607" y="163618"/>
                    <a:pt x="413333" y="164981"/>
                    <a:pt x="412014" y="166293"/>
                  </a:cubicBezTo>
                  <a:cubicBezTo>
                    <a:pt x="411377" y="168916"/>
                    <a:pt x="410694" y="171591"/>
                    <a:pt x="410057" y="174214"/>
                  </a:cubicBezTo>
                  <a:lnTo>
                    <a:pt x="404188" y="195984"/>
                  </a:lnTo>
                  <a:cubicBezTo>
                    <a:pt x="403552" y="203906"/>
                    <a:pt x="402869" y="211827"/>
                    <a:pt x="402232" y="219748"/>
                  </a:cubicBezTo>
                  <a:cubicBezTo>
                    <a:pt x="401595" y="225046"/>
                    <a:pt x="400913" y="230292"/>
                    <a:pt x="400276" y="235590"/>
                  </a:cubicBezTo>
                  <a:cubicBezTo>
                    <a:pt x="399639" y="238895"/>
                    <a:pt x="398956" y="242148"/>
                    <a:pt x="398319" y="245453"/>
                  </a:cubicBezTo>
                  <a:lnTo>
                    <a:pt x="398319" y="257361"/>
                  </a:lnTo>
                  <a:cubicBezTo>
                    <a:pt x="397046" y="261295"/>
                    <a:pt x="395726" y="265282"/>
                    <a:pt x="394452" y="269216"/>
                  </a:cubicBezTo>
                  <a:cubicBezTo>
                    <a:pt x="393815" y="272521"/>
                    <a:pt x="393133" y="275826"/>
                    <a:pt x="392496" y="279131"/>
                  </a:cubicBezTo>
                  <a:cubicBezTo>
                    <a:pt x="391177" y="281754"/>
                    <a:pt x="389903" y="284429"/>
                    <a:pt x="388583" y="287052"/>
                  </a:cubicBezTo>
                  <a:lnTo>
                    <a:pt x="380758" y="292980"/>
                  </a:lnTo>
                  <a:lnTo>
                    <a:pt x="372933" y="298908"/>
                  </a:lnTo>
                  <a:lnTo>
                    <a:pt x="367109" y="304835"/>
                  </a:lnTo>
                  <a:lnTo>
                    <a:pt x="361240" y="314750"/>
                  </a:lnTo>
                  <a:cubicBezTo>
                    <a:pt x="360603" y="317373"/>
                    <a:pt x="359921" y="320048"/>
                    <a:pt x="359284" y="322671"/>
                  </a:cubicBezTo>
                  <a:cubicBezTo>
                    <a:pt x="358647" y="325976"/>
                    <a:pt x="357964" y="329281"/>
                    <a:pt x="357327" y="332586"/>
                  </a:cubicBezTo>
                  <a:lnTo>
                    <a:pt x="351458" y="340507"/>
                  </a:lnTo>
                  <a:cubicBezTo>
                    <a:pt x="350139" y="341136"/>
                    <a:pt x="348865" y="341818"/>
                    <a:pt x="347546" y="342448"/>
                  </a:cubicBezTo>
                  <a:lnTo>
                    <a:pt x="343679" y="350369"/>
                  </a:lnTo>
                  <a:cubicBezTo>
                    <a:pt x="342359" y="356297"/>
                    <a:pt x="326797" y="333702"/>
                    <a:pt x="325478" y="339630"/>
                  </a:cubicBezTo>
                  <a:cubicBezTo>
                    <a:pt x="325230" y="342954"/>
                    <a:pt x="315451" y="310569"/>
                    <a:pt x="315192" y="313903"/>
                  </a:cubicBezTo>
                  <a:lnTo>
                    <a:pt x="318449" y="296644"/>
                  </a:lnTo>
                  <a:cubicBezTo>
                    <a:pt x="308925" y="299025"/>
                    <a:pt x="299400" y="310932"/>
                    <a:pt x="289876" y="303788"/>
                  </a:cubicBezTo>
                  <a:lnTo>
                    <a:pt x="292256" y="332363"/>
                  </a:lnTo>
                  <a:lnTo>
                    <a:pt x="266062" y="368081"/>
                  </a:lnTo>
                  <a:lnTo>
                    <a:pt x="239869" y="351412"/>
                  </a:lnTo>
                  <a:lnTo>
                    <a:pt x="225581" y="358556"/>
                  </a:lnTo>
                  <a:lnTo>
                    <a:pt x="208913" y="368081"/>
                  </a:lnTo>
                  <a:lnTo>
                    <a:pt x="187481" y="370463"/>
                  </a:lnTo>
                  <a:lnTo>
                    <a:pt x="175575" y="360938"/>
                  </a:lnTo>
                  <a:lnTo>
                    <a:pt x="163669" y="368081"/>
                  </a:lnTo>
                  <a:lnTo>
                    <a:pt x="144619" y="370464"/>
                  </a:lnTo>
                  <a:lnTo>
                    <a:pt x="130332" y="356176"/>
                  </a:lnTo>
                  <a:lnTo>
                    <a:pt x="120806" y="339507"/>
                  </a:lnTo>
                  <a:lnTo>
                    <a:pt x="106789" y="347240"/>
                  </a:lnTo>
                  <a:lnTo>
                    <a:pt x="94106" y="364608"/>
                  </a:lnTo>
                  <a:cubicBezTo>
                    <a:pt x="94743" y="361985"/>
                    <a:pt x="71611" y="368834"/>
                    <a:pt x="72248" y="366212"/>
                  </a:cubicBezTo>
                  <a:cubicBezTo>
                    <a:pt x="73568" y="362907"/>
                    <a:pt x="74841" y="359602"/>
                    <a:pt x="76161" y="356297"/>
                  </a:cubicBezTo>
                  <a:lnTo>
                    <a:pt x="70292" y="346435"/>
                  </a:lnTo>
                  <a:lnTo>
                    <a:pt x="62467" y="336520"/>
                  </a:lnTo>
                  <a:lnTo>
                    <a:pt x="50774" y="330592"/>
                  </a:lnTo>
                  <a:lnTo>
                    <a:pt x="37080" y="324665"/>
                  </a:lnTo>
                  <a:lnTo>
                    <a:pt x="37080" y="318684"/>
                  </a:lnTo>
                  <a:lnTo>
                    <a:pt x="23431" y="294973"/>
                  </a:lnTo>
                  <a:lnTo>
                    <a:pt x="15605" y="288993"/>
                  </a:lnTo>
                  <a:lnTo>
                    <a:pt x="7826" y="283065"/>
                  </a:lnTo>
                  <a:lnTo>
                    <a:pt x="3913" y="281072"/>
                  </a:lnTo>
                  <a:cubicBezTo>
                    <a:pt x="2594" y="279760"/>
                    <a:pt x="1320" y="278449"/>
                    <a:pt x="0" y="277137"/>
                  </a:cubicBezTo>
                  <a:lnTo>
                    <a:pt x="0" y="269216"/>
                  </a:lnTo>
                  <a:lnTo>
                    <a:pt x="3913" y="263288"/>
                  </a:lnTo>
                  <a:cubicBezTo>
                    <a:pt x="4550" y="257361"/>
                    <a:pt x="5232" y="251380"/>
                    <a:pt x="5869" y="245453"/>
                  </a:cubicBezTo>
                  <a:cubicBezTo>
                    <a:pt x="6506" y="240836"/>
                    <a:pt x="7189" y="236220"/>
                    <a:pt x="7826" y="231604"/>
                  </a:cubicBezTo>
                  <a:cubicBezTo>
                    <a:pt x="9782" y="228981"/>
                    <a:pt x="11693" y="226305"/>
                    <a:pt x="13649" y="223682"/>
                  </a:cubicBezTo>
                  <a:lnTo>
                    <a:pt x="27343" y="205899"/>
                  </a:lnTo>
                  <a:cubicBezTo>
                    <a:pt x="28663" y="203276"/>
                    <a:pt x="29937" y="200601"/>
                    <a:pt x="31256" y="197978"/>
                  </a:cubicBezTo>
                  <a:lnTo>
                    <a:pt x="37080" y="191998"/>
                  </a:lnTo>
                  <a:cubicBezTo>
                    <a:pt x="37717" y="187381"/>
                    <a:pt x="38399" y="182765"/>
                    <a:pt x="39036" y="178149"/>
                  </a:cubicBezTo>
                  <a:cubicBezTo>
                    <a:pt x="39673" y="177467"/>
                    <a:pt x="40355" y="176837"/>
                    <a:pt x="40992" y="176155"/>
                  </a:cubicBezTo>
                  <a:lnTo>
                    <a:pt x="46861" y="176155"/>
                  </a:lnTo>
                  <a:lnTo>
                    <a:pt x="60510" y="184076"/>
                  </a:lnTo>
                  <a:lnTo>
                    <a:pt x="66379" y="184076"/>
                  </a:lnTo>
                  <a:lnTo>
                    <a:pt x="68336" y="184076"/>
                  </a:lnTo>
                  <a:lnTo>
                    <a:pt x="68336" y="182135"/>
                  </a:lnTo>
                  <a:lnTo>
                    <a:pt x="68336" y="124694"/>
                  </a:lnTo>
                  <a:lnTo>
                    <a:pt x="68336" y="77219"/>
                  </a:lnTo>
                  <a:lnTo>
                    <a:pt x="101548" y="77219"/>
                  </a:lnTo>
                  <a:lnTo>
                    <a:pt x="101548" y="17836"/>
                  </a:lnTo>
                  <a:lnTo>
                    <a:pt x="267518" y="17836"/>
                  </a:lnTo>
                  <a:lnTo>
                    <a:pt x="290948" y="19777"/>
                  </a:lnTo>
                  <a:lnTo>
                    <a:pt x="316335" y="25757"/>
                  </a:lnTo>
                  <a:lnTo>
                    <a:pt x="335853" y="29692"/>
                  </a:lnTo>
                  <a:lnTo>
                    <a:pt x="347546" y="33678"/>
                  </a:lnTo>
                  <a:lnTo>
                    <a:pt x="351458" y="33678"/>
                  </a:lnTo>
                  <a:lnTo>
                    <a:pt x="357327" y="29692"/>
                  </a:lnTo>
                  <a:lnTo>
                    <a:pt x="363196" y="19777"/>
                  </a:lnTo>
                  <a:lnTo>
                    <a:pt x="378802" y="7921"/>
                  </a:lnTo>
                  <a:lnTo>
                    <a:pt x="39445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 name="Freeform 1212"/>
            <p:cNvSpPr>
              <a:spLocks/>
            </p:cNvSpPr>
            <p:nvPr/>
          </p:nvSpPr>
          <p:spPr bwMode="gray">
            <a:xfrm>
              <a:off x="3885882" y="4969618"/>
              <a:ext cx="9916" cy="10052"/>
            </a:xfrm>
            <a:custGeom>
              <a:avLst/>
              <a:gdLst>
                <a:gd name="T0" fmla="*/ 4 w 4"/>
                <a:gd name="T1" fmla="*/ 4 h 4"/>
                <a:gd name="T2" fmla="*/ 4 w 4"/>
                <a:gd name="T3" fmla="*/ 4 h 4"/>
                <a:gd name="T4" fmla="*/ 2 w 4"/>
                <a:gd name="T5" fmla="*/ 4 h 4"/>
                <a:gd name="T6" fmla="*/ 0 w 4"/>
                <a:gd name="T7" fmla="*/ 4 h 4"/>
                <a:gd name="T8" fmla="*/ 0 w 4"/>
                <a:gd name="T9" fmla="*/ 3 h 4"/>
                <a:gd name="T10" fmla="*/ 0 w 4"/>
                <a:gd name="T11" fmla="*/ 2 h 4"/>
                <a:gd name="T12" fmla="*/ 0 w 4"/>
                <a:gd name="T13" fmla="*/ 2 h 4"/>
                <a:gd name="T14" fmla="*/ 1 w 4"/>
                <a:gd name="T15" fmla="*/ 0 h 4"/>
                <a:gd name="T16" fmla="*/ 2 w 4"/>
                <a:gd name="T17" fmla="*/ 2 h 4"/>
                <a:gd name="T18" fmla="*/ 4 w 4"/>
                <a:gd name="T19" fmla="*/ 3 h 4"/>
                <a:gd name="T20" fmla="*/ 4 w 4"/>
                <a:gd name="T21"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 h="4">
                  <a:moveTo>
                    <a:pt x="4" y="4"/>
                  </a:moveTo>
                  <a:lnTo>
                    <a:pt x="4" y="4"/>
                  </a:lnTo>
                  <a:lnTo>
                    <a:pt x="2" y="4"/>
                  </a:lnTo>
                  <a:lnTo>
                    <a:pt x="0" y="4"/>
                  </a:lnTo>
                  <a:lnTo>
                    <a:pt x="0" y="3"/>
                  </a:lnTo>
                  <a:lnTo>
                    <a:pt x="0" y="2"/>
                  </a:lnTo>
                  <a:lnTo>
                    <a:pt x="0" y="2"/>
                  </a:lnTo>
                  <a:lnTo>
                    <a:pt x="1" y="0"/>
                  </a:lnTo>
                  <a:lnTo>
                    <a:pt x="2" y="2"/>
                  </a:lnTo>
                  <a:lnTo>
                    <a:pt x="4" y="3"/>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 name="Freeform 1216"/>
            <p:cNvSpPr>
              <a:spLocks/>
            </p:cNvSpPr>
            <p:nvPr/>
          </p:nvSpPr>
          <p:spPr bwMode="gray">
            <a:xfrm>
              <a:off x="2777752" y="4233203"/>
              <a:ext cx="79329" cy="100535"/>
            </a:xfrm>
            <a:custGeom>
              <a:avLst/>
              <a:gdLst>
                <a:gd name="T0" fmla="*/ 31 w 32"/>
                <a:gd name="T1" fmla="*/ 15 h 40"/>
                <a:gd name="T2" fmla="*/ 31 w 32"/>
                <a:gd name="T3" fmla="*/ 15 h 40"/>
                <a:gd name="T4" fmla="*/ 27 w 32"/>
                <a:gd name="T5" fmla="*/ 8 h 40"/>
                <a:gd name="T6" fmla="*/ 20 w 32"/>
                <a:gd name="T7" fmla="*/ 0 h 40"/>
                <a:gd name="T8" fmla="*/ 20 w 32"/>
                <a:gd name="T9" fmla="*/ 0 h 40"/>
                <a:gd name="T10" fmla="*/ 12 w 32"/>
                <a:gd name="T11" fmla="*/ 9 h 40"/>
                <a:gd name="T12" fmla="*/ 12 w 32"/>
                <a:gd name="T13" fmla="*/ 9 h 40"/>
                <a:gd name="T14" fmla="*/ 7 w 32"/>
                <a:gd name="T15" fmla="*/ 16 h 40"/>
                <a:gd name="T16" fmla="*/ 0 w 32"/>
                <a:gd name="T17" fmla="*/ 26 h 40"/>
                <a:gd name="T18" fmla="*/ 0 w 32"/>
                <a:gd name="T19" fmla="*/ 26 h 40"/>
                <a:gd name="T20" fmla="*/ 5 w 32"/>
                <a:gd name="T21" fmla="*/ 30 h 40"/>
                <a:gd name="T22" fmla="*/ 9 w 32"/>
                <a:gd name="T23" fmla="*/ 35 h 40"/>
                <a:gd name="T24" fmla="*/ 9 w 32"/>
                <a:gd name="T25" fmla="*/ 35 h 40"/>
                <a:gd name="T26" fmla="*/ 10 w 32"/>
                <a:gd name="T27" fmla="*/ 36 h 40"/>
                <a:gd name="T28" fmla="*/ 12 w 32"/>
                <a:gd name="T29" fmla="*/ 39 h 40"/>
                <a:gd name="T30" fmla="*/ 16 w 32"/>
                <a:gd name="T31" fmla="*/ 40 h 40"/>
                <a:gd name="T32" fmla="*/ 16 w 32"/>
                <a:gd name="T33" fmla="*/ 40 h 40"/>
                <a:gd name="T34" fmla="*/ 18 w 32"/>
                <a:gd name="T35" fmla="*/ 30 h 40"/>
                <a:gd name="T36" fmla="*/ 18 w 32"/>
                <a:gd name="T37" fmla="*/ 30 h 40"/>
                <a:gd name="T38" fmla="*/ 20 w 32"/>
                <a:gd name="T39" fmla="*/ 27 h 40"/>
                <a:gd name="T40" fmla="*/ 22 w 32"/>
                <a:gd name="T41" fmla="*/ 26 h 40"/>
                <a:gd name="T42" fmla="*/ 28 w 32"/>
                <a:gd name="T43" fmla="*/ 26 h 40"/>
                <a:gd name="T44" fmla="*/ 28 w 32"/>
                <a:gd name="T45" fmla="*/ 26 h 40"/>
                <a:gd name="T46" fmla="*/ 31 w 32"/>
                <a:gd name="T47" fmla="*/ 27 h 40"/>
                <a:gd name="T48" fmla="*/ 31 w 32"/>
                <a:gd name="T49" fmla="*/ 27 h 40"/>
                <a:gd name="T50" fmla="*/ 32 w 32"/>
                <a:gd name="T51" fmla="*/ 23 h 40"/>
                <a:gd name="T52" fmla="*/ 32 w 32"/>
                <a:gd name="T53" fmla="*/ 19 h 40"/>
                <a:gd name="T54" fmla="*/ 31 w 32"/>
                <a:gd name="T55" fmla="*/ 15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2" h="40">
                  <a:moveTo>
                    <a:pt x="31" y="15"/>
                  </a:moveTo>
                  <a:lnTo>
                    <a:pt x="31" y="15"/>
                  </a:lnTo>
                  <a:lnTo>
                    <a:pt x="27" y="8"/>
                  </a:lnTo>
                  <a:lnTo>
                    <a:pt x="20" y="0"/>
                  </a:lnTo>
                  <a:lnTo>
                    <a:pt x="20" y="0"/>
                  </a:lnTo>
                  <a:lnTo>
                    <a:pt x="12" y="9"/>
                  </a:lnTo>
                  <a:lnTo>
                    <a:pt x="12" y="9"/>
                  </a:lnTo>
                  <a:lnTo>
                    <a:pt x="7" y="16"/>
                  </a:lnTo>
                  <a:lnTo>
                    <a:pt x="0" y="26"/>
                  </a:lnTo>
                  <a:lnTo>
                    <a:pt x="0" y="26"/>
                  </a:lnTo>
                  <a:lnTo>
                    <a:pt x="5" y="30"/>
                  </a:lnTo>
                  <a:lnTo>
                    <a:pt x="9" y="35"/>
                  </a:lnTo>
                  <a:lnTo>
                    <a:pt x="9" y="35"/>
                  </a:lnTo>
                  <a:lnTo>
                    <a:pt x="10" y="36"/>
                  </a:lnTo>
                  <a:lnTo>
                    <a:pt x="12" y="39"/>
                  </a:lnTo>
                  <a:lnTo>
                    <a:pt x="16" y="40"/>
                  </a:lnTo>
                  <a:lnTo>
                    <a:pt x="16" y="40"/>
                  </a:lnTo>
                  <a:lnTo>
                    <a:pt x="18" y="30"/>
                  </a:lnTo>
                  <a:lnTo>
                    <a:pt x="18" y="30"/>
                  </a:lnTo>
                  <a:lnTo>
                    <a:pt x="20" y="27"/>
                  </a:lnTo>
                  <a:lnTo>
                    <a:pt x="22" y="26"/>
                  </a:lnTo>
                  <a:lnTo>
                    <a:pt x="28" y="26"/>
                  </a:lnTo>
                  <a:lnTo>
                    <a:pt x="28" y="26"/>
                  </a:lnTo>
                  <a:lnTo>
                    <a:pt x="31" y="27"/>
                  </a:lnTo>
                  <a:lnTo>
                    <a:pt x="31" y="27"/>
                  </a:lnTo>
                  <a:lnTo>
                    <a:pt x="32" y="23"/>
                  </a:lnTo>
                  <a:lnTo>
                    <a:pt x="32" y="19"/>
                  </a:lnTo>
                  <a:lnTo>
                    <a:pt x="31" y="1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4" name="Freeform 1242"/>
            <p:cNvSpPr>
              <a:spLocks/>
            </p:cNvSpPr>
            <p:nvPr/>
          </p:nvSpPr>
          <p:spPr bwMode="gray">
            <a:xfrm>
              <a:off x="3355369" y="4753469"/>
              <a:ext cx="19832" cy="52781"/>
            </a:xfrm>
            <a:custGeom>
              <a:avLst/>
              <a:gdLst>
                <a:gd name="T0" fmla="*/ 7 w 8"/>
                <a:gd name="T1" fmla="*/ 21 h 21"/>
                <a:gd name="T2" fmla="*/ 7 w 8"/>
                <a:gd name="T3" fmla="*/ 21 h 21"/>
                <a:gd name="T4" fmla="*/ 7 w 8"/>
                <a:gd name="T5" fmla="*/ 21 h 21"/>
                <a:gd name="T6" fmla="*/ 2 w 8"/>
                <a:gd name="T7" fmla="*/ 16 h 21"/>
                <a:gd name="T8" fmla="*/ 1 w 8"/>
                <a:gd name="T9" fmla="*/ 13 h 21"/>
                <a:gd name="T10" fmla="*/ 0 w 8"/>
                <a:gd name="T11" fmla="*/ 10 h 21"/>
                <a:gd name="T12" fmla="*/ 0 w 8"/>
                <a:gd name="T13" fmla="*/ 10 h 21"/>
                <a:gd name="T14" fmla="*/ 0 w 8"/>
                <a:gd name="T15" fmla="*/ 9 h 21"/>
                <a:gd name="T16" fmla="*/ 0 w 8"/>
                <a:gd name="T17" fmla="*/ 9 h 21"/>
                <a:gd name="T18" fmla="*/ 1 w 8"/>
                <a:gd name="T19" fmla="*/ 6 h 21"/>
                <a:gd name="T20" fmla="*/ 2 w 8"/>
                <a:gd name="T21" fmla="*/ 3 h 21"/>
                <a:gd name="T22" fmla="*/ 5 w 8"/>
                <a:gd name="T23" fmla="*/ 1 h 21"/>
                <a:gd name="T24" fmla="*/ 8 w 8"/>
                <a:gd name="T25" fmla="*/ 0 h 21"/>
                <a:gd name="T26" fmla="*/ 8 w 8"/>
                <a:gd name="T27" fmla="*/ 0 h 21"/>
                <a:gd name="T28" fmla="*/ 7 w 8"/>
                <a:gd name="T29"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 h="21">
                  <a:moveTo>
                    <a:pt x="7" y="21"/>
                  </a:moveTo>
                  <a:lnTo>
                    <a:pt x="7" y="21"/>
                  </a:lnTo>
                  <a:lnTo>
                    <a:pt x="7" y="21"/>
                  </a:lnTo>
                  <a:lnTo>
                    <a:pt x="2" y="16"/>
                  </a:lnTo>
                  <a:lnTo>
                    <a:pt x="1" y="13"/>
                  </a:lnTo>
                  <a:lnTo>
                    <a:pt x="0" y="10"/>
                  </a:lnTo>
                  <a:lnTo>
                    <a:pt x="0" y="10"/>
                  </a:lnTo>
                  <a:lnTo>
                    <a:pt x="0" y="9"/>
                  </a:lnTo>
                  <a:lnTo>
                    <a:pt x="0" y="9"/>
                  </a:lnTo>
                  <a:lnTo>
                    <a:pt x="1" y="6"/>
                  </a:lnTo>
                  <a:lnTo>
                    <a:pt x="2" y="3"/>
                  </a:lnTo>
                  <a:lnTo>
                    <a:pt x="5" y="1"/>
                  </a:lnTo>
                  <a:lnTo>
                    <a:pt x="8" y="0"/>
                  </a:lnTo>
                  <a:lnTo>
                    <a:pt x="8" y="0"/>
                  </a:lnTo>
                  <a:lnTo>
                    <a:pt x="7" y="2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5" name="Freeform 1244"/>
            <p:cNvSpPr>
              <a:spLocks/>
            </p:cNvSpPr>
            <p:nvPr/>
          </p:nvSpPr>
          <p:spPr bwMode="gray">
            <a:xfrm>
              <a:off x="2728170" y="3961759"/>
              <a:ext cx="203282" cy="90481"/>
            </a:xfrm>
            <a:custGeom>
              <a:avLst/>
              <a:gdLst>
                <a:gd name="T0" fmla="*/ 16 w 82"/>
                <a:gd name="T1" fmla="*/ 36 h 36"/>
                <a:gd name="T2" fmla="*/ 16 w 82"/>
                <a:gd name="T3" fmla="*/ 36 h 36"/>
                <a:gd name="T4" fmla="*/ 22 w 82"/>
                <a:gd name="T5" fmla="*/ 36 h 36"/>
                <a:gd name="T6" fmla="*/ 29 w 82"/>
                <a:gd name="T7" fmla="*/ 34 h 36"/>
                <a:gd name="T8" fmla="*/ 35 w 82"/>
                <a:gd name="T9" fmla="*/ 33 h 36"/>
                <a:gd name="T10" fmla="*/ 40 w 82"/>
                <a:gd name="T11" fmla="*/ 32 h 36"/>
                <a:gd name="T12" fmla="*/ 40 w 82"/>
                <a:gd name="T13" fmla="*/ 32 h 36"/>
                <a:gd name="T14" fmla="*/ 43 w 82"/>
                <a:gd name="T15" fmla="*/ 31 h 36"/>
                <a:gd name="T16" fmla="*/ 48 w 82"/>
                <a:gd name="T17" fmla="*/ 28 h 36"/>
                <a:gd name="T18" fmla="*/ 54 w 82"/>
                <a:gd name="T19" fmla="*/ 26 h 36"/>
                <a:gd name="T20" fmla="*/ 62 w 82"/>
                <a:gd name="T21" fmla="*/ 25 h 36"/>
                <a:gd name="T22" fmla="*/ 62 w 82"/>
                <a:gd name="T23" fmla="*/ 25 h 36"/>
                <a:gd name="T24" fmla="*/ 70 w 82"/>
                <a:gd name="T25" fmla="*/ 25 h 36"/>
                <a:gd name="T26" fmla="*/ 79 w 82"/>
                <a:gd name="T27" fmla="*/ 22 h 36"/>
                <a:gd name="T28" fmla="*/ 79 w 82"/>
                <a:gd name="T29" fmla="*/ 22 h 36"/>
                <a:gd name="T30" fmla="*/ 79 w 82"/>
                <a:gd name="T31" fmla="*/ 22 h 36"/>
                <a:gd name="T32" fmla="*/ 77 w 82"/>
                <a:gd name="T33" fmla="*/ 17 h 36"/>
                <a:gd name="T34" fmla="*/ 77 w 82"/>
                <a:gd name="T35" fmla="*/ 15 h 36"/>
                <a:gd name="T36" fmla="*/ 78 w 82"/>
                <a:gd name="T37" fmla="*/ 14 h 36"/>
                <a:gd name="T38" fmla="*/ 78 w 82"/>
                <a:gd name="T39" fmla="*/ 14 h 36"/>
                <a:gd name="T40" fmla="*/ 82 w 82"/>
                <a:gd name="T41" fmla="*/ 7 h 36"/>
                <a:gd name="T42" fmla="*/ 82 w 82"/>
                <a:gd name="T43" fmla="*/ 7 h 36"/>
                <a:gd name="T44" fmla="*/ 73 w 82"/>
                <a:gd name="T45" fmla="*/ 2 h 36"/>
                <a:gd name="T46" fmla="*/ 68 w 82"/>
                <a:gd name="T47" fmla="*/ 0 h 36"/>
                <a:gd name="T48" fmla="*/ 68 w 82"/>
                <a:gd name="T49" fmla="*/ 0 h 36"/>
                <a:gd name="T50" fmla="*/ 61 w 82"/>
                <a:gd name="T51" fmla="*/ 1 h 36"/>
                <a:gd name="T52" fmla="*/ 56 w 82"/>
                <a:gd name="T53" fmla="*/ 2 h 36"/>
                <a:gd name="T54" fmla="*/ 56 w 82"/>
                <a:gd name="T55" fmla="*/ 2 h 36"/>
                <a:gd name="T56" fmla="*/ 49 w 82"/>
                <a:gd name="T57" fmla="*/ 2 h 36"/>
                <a:gd name="T58" fmla="*/ 46 w 82"/>
                <a:gd name="T59" fmla="*/ 4 h 36"/>
                <a:gd name="T60" fmla="*/ 42 w 82"/>
                <a:gd name="T61" fmla="*/ 2 h 36"/>
                <a:gd name="T62" fmla="*/ 42 w 82"/>
                <a:gd name="T63" fmla="*/ 2 h 36"/>
                <a:gd name="T64" fmla="*/ 40 w 82"/>
                <a:gd name="T65" fmla="*/ 1 h 36"/>
                <a:gd name="T66" fmla="*/ 35 w 82"/>
                <a:gd name="T67" fmla="*/ 1 h 36"/>
                <a:gd name="T68" fmla="*/ 27 w 82"/>
                <a:gd name="T69" fmla="*/ 2 h 36"/>
                <a:gd name="T70" fmla="*/ 27 w 82"/>
                <a:gd name="T71" fmla="*/ 2 h 36"/>
                <a:gd name="T72" fmla="*/ 25 w 82"/>
                <a:gd name="T73" fmla="*/ 4 h 36"/>
                <a:gd name="T74" fmla="*/ 21 w 82"/>
                <a:gd name="T75" fmla="*/ 6 h 36"/>
                <a:gd name="T76" fmla="*/ 15 w 82"/>
                <a:gd name="T77" fmla="*/ 12 h 36"/>
                <a:gd name="T78" fmla="*/ 15 w 82"/>
                <a:gd name="T79" fmla="*/ 12 h 36"/>
                <a:gd name="T80" fmla="*/ 9 w 82"/>
                <a:gd name="T81" fmla="*/ 15 h 36"/>
                <a:gd name="T82" fmla="*/ 0 w 82"/>
                <a:gd name="T83" fmla="*/ 18 h 36"/>
                <a:gd name="T84" fmla="*/ 0 w 82"/>
                <a:gd name="T85" fmla="*/ 18 h 36"/>
                <a:gd name="T86" fmla="*/ 1 w 82"/>
                <a:gd name="T87" fmla="*/ 23 h 36"/>
                <a:gd name="T88" fmla="*/ 1 w 82"/>
                <a:gd name="T89" fmla="*/ 23 h 36"/>
                <a:gd name="T90" fmla="*/ 1 w 82"/>
                <a:gd name="T91" fmla="*/ 26 h 36"/>
                <a:gd name="T92" fmla="*/ 0 w 82"/>
                <a:gd name="T93" fmla="*/ 31 h 36"/>
                <a:gd name="T94" fmla="*/ 0 w 82"/>
                <a:gd name="T95" fmla="*/ 31 h 36"/>
                <a:gd name="T96" fmla="*/ 9 w 82"/>
                <a:gd name="T97" fmla="*/ 33 h 36"/>
                <a:gd name="T98" fmla="*/ 16 w 82"/>
                <a:gd name="T99" fmla="*/ 36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82" h="36">
                  <a:moveTo>
                    <a:pt x="16" y="36"/>
                  </a:moveTo>
                  <a:lnTo>
                    <a:pt x="16" y="36"/>
                  </a:lnTo>
                  <a:lnTo>
                    <a:pt x="22" y="36"/>
                  </a:lnTo>
                  <a:lnTo>
                    <a:pt x="29" y="34"/>
                  </a:lnTo>
                  <a:lnTo>
                    <a:pt x="35" y="33"/>
                  </a:lnTo>
                  <a:lnTo>
                    <a:pt x="40" y="32"/>
                  </a:lnTo>
                  <a:lnTo>
                    <a:pt x="40" y="32"/>
                  </a:lnTo>
                  <a:lnTo>
                    <a:pt x="43" y="31"/>
                  </a:lnTo>
                  <a:lnTo>
                    <a:pt x="48" y="28"/>
                  </a:lnTo>
                  <a:lnTo>
                    <a:pt x="54" y="26"/>
                  </a:lnTo>
                  <a:lnTo>
                    <a:pt x="62" y="25"/>
                  </a:lnTo>
                  <a:lnTo>
                    <a:pt x="62" y="25"/>
                  </a:lnTo>
                  <a:lnTo>
                    <a:pt x="70" y="25"/>
                  </a:lnTo>
                  <a:lnTo>
                    <a:pt x="79" y="22"/>
                  </a:lnTo>
                  <a:lnTo>
                    <a:pt x="79" y="22"/>
                  </a:lnTo>
                  <a:lnTo>
                    <a:pt x="79" y="22"/>
                  </a:lnTo>
                  <a:lnTo>
                    <a:pt x="77" y="17"/>
                  </a:lnTo>
                  <a:lnTo>
                    <a:pt x="77" y="15"/>
                  </a:lnTo>
                  <a:lnTo>
                    <a:pt x="78" y="14"/>
                  </a:lnTo>
                  <a:lnTo>
                    <a:pt x="78" y="14"/>
                  </a:lnTo>
                  <a:lnTo>
                    <a:pt x="82" y="7"/>
                  </a:lnTo>
                  <a:lnTo>
                    <a:pt x="82" y="7"/>
                  </a:lnTo>
                  <a:lnTo>
                    <a:pt x="73" y="2"/>
                  </a:lnTo>
                  <a:lnTo>
                    <a:pt x="68" y="0"/>
                  </a:lnTo>
                  <a:lnTo>
                    <a:pt x="68" y="0"/>
                  </a:lnTo>
                  <a:lnTo>
                    <a:pt x="61" y="1"/>
                  </a:lnTo>
                  <a:lnTo>
                    <a:pt x="56" y="2"/>
                  </a:lnTo>
                  <a:lnTo>
                    <a:pt x="56" y="2"/>
                  </a:lnTo>
                  <a:lnTo>
                    <a:pt x="49" y="2"/>
                  </a:lnTo>
                  <a:lnTo>
                    <a:pt x="46" y="4"/>
                  </a:lnTo>
                  <a:lnTo>
                    <a:pt x="42" y="2"/>
                  </a:lnTo>
                  <a:lnTo>
                    <a:pt x="42" y="2"/>
                  </a:lnTo>
                  <a:lnTo>
                    <a:pt x="40" y="1"/>
                  </a:lnTo>
                  <a:lnTo>
                    <a:pt x="35" y="1"/>
                  </a:lnTo>
                  <a:lnTo>
                    <a:pt x="27" y="2"/>
                  </a:lnTo>
                  <a:lnTo>
                    <a:pt x="27" y="2"/>
                  </a:lnTo>
                  <a:lnTo>
                    <a:pt x="25" y="4"/>
                  </a:lnTo>
                  <a:lnTo>
                    <a:pt x="21" y="6"/>
                  </a:lnTo>
                  <a:lnTo>
                    <a:pt x="15" y="12"/>
                  </a:lnTo>
                  <a:lnTo>
                    <a:pt x="15" y="12"/>
                  </a:lnTo>
                  <a:lnTo>
                    <a:pt x="9" y="15"/>
                  </a:lnTo>
                  <a:lnTo>
                    <a:pt x="0" y="18"/>
                  </a:lnTo>
                  <a:lnTo>
                    <a:pt x="0" y="18"/>
                  </a:lnTo>
                  <a:lnTo>
                    <a:pt x="1" y="23"/>
                  </a:lnTo>
                  <a:lnTo>
                    <a:pt x="1" y="23"/>
                  </a:lnTo>
                  <a:lnTo>
                    <a:pt x="1" y="26"/>
                  </a:lnTo>
                  <a:lnTo>
                    <a:pt x="0" y="31"/>
                  </a:lnTo>
                  <a:lnTo>
                    <a:pt x="0" y="31"/>
                  </a:lnTo>
                  <a:lnTo>
                    <a:pt x="9" y="33"/>
                  </a:lnTo>
                  <a:lnTo>
                    <a:pt x="16" y="3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 name="Freeform 1246"/>
            <p:cNvSpPr>
              <a:spLocks/>
            </p:cNvSpPr>
            <p:nvPr/>
          </p:nvSpPr>
          <p:spPr bwMode="gray">
            <a:xfrm>
              <a:off x="2710817" y="4017054"/>
              <a:ext cx="225592" cy="135720"/>
            </a:xfrm>
            <a:custGeom>
              <a:avLst/>
              <a:gdLst>
                <a:gd name="T0" fmla="*/ 86 w 91"/>
                <a:gd name="T1" fmla="*/ 0 h 54"/>
                <a:gd name="T2" fmla="*/ 86 w 91"/>
                <a:gd name="T3" fmla="*/ 0 h 54"/>
                <a:gd name="T4" fmla="*/ 77 w 91"/>
                <a:gd name="T5" fmla="*/ 3 h 54"/>
                <a:gd name="T6" fmla="*/ 69 w 91"/>
                <a:gd name="T7" fmla="*/ 3 h 54"/>
                <a:gd name="T8" fmla="*/ 69 w 91"/>
                <a:gd name="T9" fmla="*/ 3 h 54"/>
                <a:gd name="T10" fmla="*/ 61 w 91"/>
                <a:gd name="T11" fmla="*/ 4 h 54"/>
                <a:gd name="T12" fmla="*/ 55 w 91"/>
                <a:gd name="T13" fmla="*/ 6 h 54"/>
                <a:gd name="T14" fmla="*/ 50 w 91"/>
                <a:gd name="T15" fmla="*/ 9 h 54"/>
                <a:gd name="T16" fmla="*/ 47 w 91"/>
                <a:gd name="T17" fmla="*/ 10 h 54"/>
                <a:gd name="T18" fmla="*/ 47 w 91"/>
                <a:gd name="T19" fmla="*/ 10 h 54"/>
                <a:gd name="T20" fmla="*/ 42 w 91"/>
                <a:gd name="T21" fmla="*/ 11 h 54"/>
                <a:gd name="T22" fmla="*/ 36 w 91"/>
                <a:gd name="T23" fmla="*/ 12 h 54"/>
                <a:gd name="T24" fmla="*/ 29 w 91"/>
                <a:gd name="T25" fmla="*/ 14 h 54"/>
                <a:gd name="T26" fmla="*/ 23 w 91"/>
                <a:gd name="T27" fmla="*/ 14 h 54"/>
                <a:gd name="T28" fmla="*/ 23 w 91"/>
                <a:gd name="T29" fmla="*/ 14 h 54"/>
                <a:gd name="T30" fmla="*/ 16 w 91"/>
                <a:gd name="T31" fmla="*/ 11 h 54"/>
                <a:gd name="T32" fmla="*/ 7 w 91"/>
                <a:gd name="T33" fmla="*/ 9 h 54"/>
                <a:gd name="T34" fmla="*/ 7 w 91"/>
                <a:gd name="T35" fmla="*/ 9 h 54"/>
                <a:gd name="T36" fmla="*/ 4 w 91"/>
                <a:gd name="T37" fmla="*/ 19 h 54"/>
                <a:gd name="T38" fmla="*/ 1 w 91"/>
                <a:gd name="T39" fmla="*/ 25 h 54"/>
                <a:gd name="T40" fmla="*/ 1 w 91"/>
                <a:gd name="T41" fmla="*/ 25 h 54"/>
                <a:gd name="T42" fmla="*/ 0 w 91"/>
                <a:gd name="T43" fmla="*/ 28 h 54"/>
                <a:gd name="T44" fmla="*/ 1 w 91"/>
                <a:gd name="T45" fmla="*/ 32 h 54"/>
                <a:gd name="T46" fmla="*/ 7 w 91"/>
                <a:gd name="T47" fmla="*/ 41 h 54"/>
                <a:gd name="T48" fmla="*/ 7 w 91"/>
                <a:gd name="T49" fmla="*/ 41 h 54"/>
                <a:gd name="T50" fmla="*/ 13 w 91"/>
                <a:gd name="T51" fmla="*/ 46 h 54"/>
                <a:gd name="T52" fmla="*/ 20 w 91"/>
                <a:gd name="T53" fmla="*/ 49 h 54"/>
                <a:gd name="T54" fmla="*/ 27 w 91"/>
                <a:gd name="T55" fmla="*/ 53 h 54"/>
                <a:gd name="T56" fmla="*/ 33 w 91"/>
                <a:gd name="T57" fmla="*/ 54 h 54"/>
                <a:gd name="T58" fmla="*/ 33 w 91"/>
                <a:gd name="T59" fmla="*/ 54 h 54"/>
                <a:gd name="T60" fmla="*/ 37 w 91"/>
                <a:gd name="T61" fmla="*/ 54 h 54"/>
                <a:gd name="T62" fmla="*/ 40 w 91"/>
                <a:gd name="T63" fmla="*/ 53 h 54"/>
                <a:gd name="T64" fmla="*/ 44 w 91"/>
                <a:gd name="T65" fmla="*/ 51 h 54"/>
                <a:gd name="T66" fmla="*/ 44 w 91"/>
                <a:gd name="T67" fmla="*/ 51 h 54"/>
                <a:gd name="T68" fmla="*/ 47 w 91"/>
                <a:gd name="T69" fmla="*/ 49 h 54"/>
                <a:gd name="T70" fmla="*/ 53 w 91"/>
                <a:gd name="T71" fmla="*/ 47 h 54"/>
                <a:gd name="T72" fmla="*/ 59 w 91"/>
                <a:gd name="T73" fmla="*/ 46 h 54"/>
                <a:gd name="T74" fmla="*/ 64 w 91"/>
                <a:gd name="T75" fmla="*/ 42 h 54"/>
                <a:gd name="T76" fmla="*/ 64 w 91"/>
                <a:gd name="T77" fmla="*/ 42 h 54"/>
                <a:gd name="T78" fmla="*/ 69 w 91"/>
                <a:gd name="T79" fmla="*/ 37 h 54"/>
                <a:gd name="T80" fmla="*/ 76 w 91"/>
                <a:gd name="T81" fmla="*/ 30 h 54"/>
                <a:gd name="T82" fmla="*/ 86 w 91"/>
                <a:gd name="T83" fmla="*/ 15 h 54"/>
                <a:gd name="T84" fmla="*/ 86 w 91"/>
                <a:gd name="T85" fmla="*/ 15 h 54"/>
                <a:gd name="T86" fmla="*/ 89 w 91"/>
                <a:gd name="T87" fmla="*/ 10 h 54"/>
                <a:gd name="T88" fmla="*/ 91 w 91"/>
                <a:gd name="T89" fmla="*/ 8 h 54"/>
                <a:gd name="T90" fmla="*/ 91 w 91"/>
                <a:gd name="T91" fmla="*/ 8 h 54"/>
                <a:gd name="T92" fmla="*/ 86 w 91"/>
                <a:gd name="T93" fmla="*/ 0 h 54"/>
                <a:gd name="T94" fmla="*/ 86 w 91"/>
                <a:gd name="T95" fmla="*/ 0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54">
                  <a:moveTo>
                    <a:pt x="86" y="0"/>
                  </a:moveTo>
                  <a:lnTo>
                    <a:pt x="86" y="0"/>
                  </a:lnTo>
                  <a:lnTo>
                    <a:pt x="77" y="3"/>
                  </a:lnTo>
                  <a:lnTo>
                    <a:pt x="69" y="3"/>
                  </a:lnTo>
                  <a:lnTo>
                    <a:pt x="69" y="3"/>
                  </a:lnTo>
                  <a:lnTo>
                    <a:pt x="61" y="4"/>
                  </a:lnTo>
                  <a:lnTo>
                    <a:pt x="55" y="6"/>
                  </a:lnTo>
                  <a:lnTo>
                    <a:pt x="50" y="9"/>
                  </a:lnTo>
                  <a:lnTo>
                    <a:pt x="47" y="10"/>
                  </a:lnTo>
                  <a:lnTo>
                    <a:pt x="47" y="10"/>
                  </a:lnTo>
                  <a:lnTo>
                    <a:pt x="42" y="11"/>
                  </a:lnTo>
                  <a:lnTo>
                    <a:pt x="36" y="12"/>
                  </a:lnTo>
                  <a:lnTo>
                    <a:pt x="29" y="14"/>
                  </a:lnTo>
                  <a:lnTo>
                    <a:pt x="23" y="14"/>
                  </a:lnTo>
                  <a:lnTo>
                    <a:pt x="23" y="14"/>
                  </a:lnTo>
                  <a:lnTo>
                    <a:pt x="16" y="11"/>
                  </a:lnTo>
                  <a:lnTo>
                    <a:pt x="7" y="9"/>
                  </a:lnTo>
                  <a:lnTo>
                    <a:pt x="7" y="9"/>
                  </a:lnTo>
                  <a:lnTo>
                    <a:pt x="4" y="19"/>
                  </a:lnTo>
                  <a:lnTo>
                    <a:pt x="1" y="25"/>
                  </a:lnTo>
                  <a:lnTo>
                    <a:pt x="1" y="25"/>
                  </a:lnTo>
                  <a:lnTo>
                    <a:pt x="0" y="28"/>
                  </a:lnTo>
                  <a:lnTo>
                    <a:pt x="1" y="32"/>
                  </a:lnTo>
                  <a:lnTo>
                    <a:pt x="7" y="41"/>
                  </a:lnTo>
                  <a:lnTo>
                    <a:pt x="7" y="41"/>
                  </a:lnTo>
                  <a:lnTo>
                    <a:pt x="13" y="46"/>
                  </a:lnTo>
                  <a:lnTo>
                    <a:pt x="20" y="49"/>
                  </a:lnTo>
                  <a:lnTo>
                    <a:pt x="27" y="53"/>
                  </a:lnTo>
                  <a:lnTo>
                    <a:pt x="33" y="54"/>
                  </a:lnTo>
                  <a:lnTo>
                    <a:pt x="33" y="54"/>
                  </a:lnTo>
                  <a:lnTo>
                    <a:pt x="37" y="54"/>
                  </a:lnTo>
                  <a:lnTo>
                    <a:pt x="40" y="53"/>
                  </a:lnTo>
                  <a:lnTo>
                    <a:pt x="44" y="51"/>
                  </a:lnTo>
                  <a:lnTo>
                    <a:pt x="44" y="51"/>
                  </a:lnTo>
                  <a:lnTo>
                    <a:pt x="47" y="49"/>
                  </a:lnTo>
                  <a:lnTo>
                    <a:pt x="53" y="47"/>
                  </a:lnTo>
                  <a:lnTo>
                    <a:pt x="59" y="46"/>
                  </a:lnTo>
                  <a:lnTo>
                    <a:pt x="64" y="42"/>
                  </a:lnTo>
                  <a:lnTo>
                    <a:pt x="64" y="42"/>
                  </a:lnTo>
                  <a:lnTo>
                    <a:pt x="69" y="37"/>
                  </a:lnTo>
                  <a:lnTo>
                    <a:pt x="76" y="30"/>
                  </a:lnTo>
                  <a:lnTo>
                    <a:pt x="86" y="15"/>
                  </a:lnTo>
                  <a:lnTo>
                    <a:pt x="86" y="15"/>
                  </a:lnTo>
                  <a:lnTo>
                    <a:pt x="89" y="10"/>
                  </a:lnTo>
                  <a:lnTo>
                    <a:pt x="91" y="8"/>
                  </a:lnTo>
                  <a:lnTo>
                    <a:pt x="91" y="8"/>
                  </a:lnTo>
                  <a:lnTo>
                    <a:pt x="86" y="0"/>
                  </a:lnTo>
                  <a:lnTo>
                    <a:pt x="8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 name="Freeform 1267"/>
            <p:cNvSpPr>
              <a:spLocks/>
            </p:cNvSpPr>
            <p:nvPr/>
          </p:nvSpPr>
          <p:spPr bwMode="gray">
            <a:xfrm>
              <a:off x="1915045" y="3449034"/>
              <a:ext cx="32227" cy="42727"/>
            </a:xfrm>
            <a:custGeom>
              <a:avLst/>
              <a:gdLst>
                <a:gd name="T0" fmla="*/ 13 w 13"/>
                <a:gd name="T1" fmla="*/ 0 h 17"/>
                <a:gd name="T2" fmla="*/ 13 w 13"/>
                <a:gd name="T3" fmla="*/ 0 h 17"/>
                <a:gd name="T4" fmla="*/ 4 w 13"/>
                <a:gd name="T5" fmla="*/ 5 h 17"/>
                <a:gd name="T6" fmla="*/ 1 w 13"/>
                <a:gd name="T7" fmla="*/ 7 h 17"/>
                <a:gd name="T8" fmla="*/ 0 w 13"/>
                <a:gd name="T9" fmla="*/ 9 h 17"/>
                <a:gd name="T10" fmla="*/ 0 w 13"/>
                <a:gd name="T11" fmla="*/ 9 h 17"/>
                <a:gd name="T12" fmla="*/ 1 w 13"/>
                <a:gd name="T13" fmla="*/ 16 h 17"/>
                <a:gd name="T14" fmla="*/ 2 w 13"/>
                <a:gd name="T15" fmla="*/ 17 h 17"/>
                <a:gd name="T16" fmla="*/ 4 w 13"/>
                <a:gd name="T17" fmla="*/ 16 h 17"/>
                <a:gd name="T18" fmla="*/ 4 w 13"/>
                <a:gd name="T19" fmla="*/ 16 h 17"/>
                <a:gd name="T20" fmla="*/ 8 w 13"/>
                <a:gd name="T21" fmla="*/ 12 h 17"/>
                <a:gd name="T22" fmla="*/ 12 w 13"/>
                <a:gd name="T23" fmla="*/ 6 h 17"/>
                <a:gd name="T24" fmla="*/ 13 w 13"/>
                <a:gd name="T25" fmla="*/ 1 h 17"/>
                <a:gd name="T26" fmla="*/ 13 w 13"/>
                <a:gd name="T27" fmla="*/ 0 h 17"/>
                <a:gd name="T28" fmla="*/ 13 w 13"/>
                <a:gd name="T29" fmla="*/ 0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 h="17">
                  <a:moveTo>
                    <a:pt x="13" y="0"/>
                  </a:moveTo>
                  <a:lnTo>
                    <a:pt x="13" y="0"/>
                  </a:lnTo>
                  <a:lnTo>
                    <a:pt x="4" y="5"/>
                  </a:lnTo>
                  <a:lnTo>
                    <a:pt x="1" y="7"/>
                  </a:lnTo>
                  <a:lnTo>
                    <a:pt x="0" y="9"/>
                  </a:lnTo>
                  <a:lnTo>
                    <a:pt x="0" y="9"/>
                  </a:lnTo>
                  <a:lnTo>
                    <a:pt x="1" y="16"/>
                  </a:lnTo>
                  <a:lnTo>
                    <a:pt x="2" y="17"/>
                  </a:lnTo>
                  <a:lnTo>
                    <a:pt x="4" y="16"/>
                  </a:lnTo>
                  <a:lnTo>
                    <a:pt x="4" y="16"/>
                  </a:lnTo>
                  <a:lnTo>
                    <a:pt x="8" y="12"/>
                  </a:lnTo>
                  <a:lnTo>
                    <a:pt x="12" y="6"/>
                  </a:lnTo>
                  <a:lnTo>
                    <a:pt x="13" y="1"/>
                  </a:lnTo>
                  <a:lnTo>
                    <a:pt x="13" y="0"/>
                  </a:lnTo>
                  <a:lnTo>
                    <a:pt x="13"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 name="Freeform 1269"/>
            <p:cNvSpPr>
              <a:spLocks/>
            </p:cNvSpPr>
            <p:nvPr/>
          </p:nvSpPr>
          <p:spPr bwMode="gray">
            <a:xfrm>
              <a:off x="2589344" y="4509673"/>
              <a:ext cx="96682" cy="57807"/>
            </a:xfrm>
            <a:custGeom>
              <a:avLst/>
              <a:gdLst>
                <a:gd name="T0" fmla="*/ 33 w 39"/>
                <a:gd name="T1" fmla="*/ 22 h 23"/>
                <a:gd name="T2" fmla="*/ 33 w 39"/>
                <a:gd name="T3" fmla="*/ 22 h 23"/>
                <a:gd name="T4" fmla="*/ 27 w 39"/>
                <a:gd name="T5" fmla="*/ 20 h 23"/>
                <a:gd name="T6" fmla="*/ 23 w 39"/>
                <a:gd name="T7" fmla="*/ 17 h 23"/>
                <a:gd name="T8" fmla="*/ 16 w 39"/>
                <a:gd name="T9" fmla="*/ 12 h 23"/>
                <a:gd name="T10" fmla="*/ 16 w 39"/>
                <a:gd name="T11" fmla="*/ 12 h 23"/>
                <a:gd name="T12" fmla="*/ 6 w 39"/>
                <a:gd name="T13" fmla="*/ 9 h 23"/>
                <a:gd name="T14" fmla="*/ 1 w 39"/>
                <a:gd name="T15" fmla="*/ 6 h 23"/>
                <a:gd name="T16" fmla="*/ 0 w 39"/>
                <a:gd name="T17" fmla="*/ 5 h 23"/>
                <a:gd name="T18" fmla="*/ 0 w 39"/>
                <a:gd name="T19" fmla="*/ 4 h 23"/>
                <a:gd name="T20" fmla="*/ 0 w 39"/>
                <a:gd name="T21" fmla="*/ 4 h 23"/>
                <a:gd name="T22" fmla="*/ 3 w 39"/>
                <a:gd name="T23" fmla="*/ 1 h 23"/>
                <a:gd name="T24" fmla="*/ 6 w 39"/>
                <a:gd name="T25" fmla="*/ 0 h 23"/>
                <a:gd name="T26" fmla="*/ 9 w 39"/>
                <a:gd name="T27" fmla="*/ 1 h 23"/>
                <a:gd name="T28" fmla="*/ 9 w 39"/>
                <a:gd name="T29" fmla="*/ 1 h 23"/>
                <a:gd name="T30" fmla="*/ 18 w 39"/>
                <a:gd name="T31" fmla="*/ 4 h 23"/>
                <a:gd name="T32" fmla="*/ 22 w 39"/>
                <a:gd name="T33" fmla="*/ 4 h 23"/>
                <a:gd name="T34" fmla="*/ 25 w 39"/>
                <a:gd name="T35" fmla="*/ 2 h 23"/>
                <a:gd name="T36" fmla="*/ 25 w 39"/>
                <a:gd name="T37" fmla="*/ 2 h 23"/>
                <a:gd name="T38" fmla="*/ 34 w 39"/>
                <a:gd name="T39" fmla="*/ 1 h 23"/>
                <a:gd name="T40" fmla="*/ 38 w 39"/>
                <a:gd name="T41" fmla="*/ 1 h 23"/>
                <a:gd name="T42" fmla="*/ 39 w 39"/>
                <a:gd name="T43" fmla="*/ 1 h 23"/>
                <a:gd name="T44" fmla="*/ 39 w 39"/>
                <a:gd name="T45" fmla="*/ 1 h 23"/>
                <a:gd name="T46" fmla="*/ 39 w 39"/>
                <a:gd name="T47" fmla="*/ 1 h 23"/>
                <a:gd name="T48" fmla="*/ 38 w 39"/>
                <a:gd name="T49" fmla="*/ 6 h 23"/>
                <a:gd name="T50" fmla="*/ 37 w 39"/>
                <a:gd name="T51" fmla="*/ 9 h 23"/>
                <a:gd name="T52" fmla="*/ 38 w 39"/>
                <a:gd name="T53" fmla="*/ 12 h 23"/>
                <a:gd name="T54" fmla="*/ 38 w 39"/>
                <a:gd name="T55" fmla="*/ 12 h 23"/>
                <a:gd name="T56" fmla="*/ 38 w 39"/>
                <a:gd name="T57" fmla="*/ 16 h 23"/>
                <a:gd name="T58" fmla="*/ 38 w 39"/>
                <a:gd name="T59" fmla="*/ 20 h 23"/>
                <a:gd name="T60" fmla="*/ 38 w 39"/>
                <a:gd name="T61" fmla="*/ 21 h 23"/>
                <a:gd name="T62" fmla="*/ 37 w 39"/>
                <a:gd name="T63" fmla="*/ 22 h 23"/>
                <a:gd name="T64" fmla="*/ 35 w 39"/>
                <a:gd name="T65" fmla="*/ 23 h 23"/>
                <a:gd name="T66" fmla="*/ 33 w 39"/>
                <a:gd name="T67" fmla="*/ 22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9" h="23">
                  <a:moveTo>
                    <a:pt x="33" y="22"/>
                  </a:moveTo>
                  <a:lnTo>
                    <a:pt x="33" y="22"/>
                  </a:lnTo>
                  <a:lnTo>
                    <a:pt x="27" y="20"/>
                  </a:lnTo>
                  <a:lnTo>
                    <a:pt x="23" y="17"/>
                  </a:lnTo>
                  <a:lnTo>
                    <a:pt x="16" y="12"/>
                  </a:lnTo>
                  <a:lnTo>
                    <a:pt x="16" y="12"/>
                  </a:lnTo>
                  <a:lnTo>
                    <a:pt x="6" y="9"/>
                  </a:lnTo>
                  <a:lnTo>
                    <a:pt x="1" y="6"/>
                  </a:lnTo>
                  <a:lnTo>
                    <a:pt x="0" y="5"/>
                  </a:lnTo>
                  <a:lnTo>
                    <a:pt x="0" y="4"/>
                  </a:lnTo>
                  <a:lnTo>
                    <a:pt x="0" y="4"/>
                  </a:lnTo>
                  <a:lnTo>
                    <a:pt x="3" y="1"/>
                  </a:lnTo>
                  <a:lnTo>
                    <a:pt x="6" y="0"/>
                  </a:lnTo>
                  <a:lnTo>
                    <a:pt x="9" y="1"/>
                  </a:lnTo>
                  <a:lnTo>
                    <a:pt x="9" y="1"/>
                  </a:lnTo>
                  <a:lnTo>
                    <a:pt x="18" y="4"/>
                  </a:lnTo>
                  <a:lnTo>
                    <a:pt x="22" y="4"/>
                  </a:lnTo>
                  <a:lnTo>
                    <a:pt x="25" y="2"/>
                  </a:lnTo>
                  <a:lnTo>
                    <a:pt x="25" y="2"/>
                  </a:lnTo>
                  <a:lnTo>
                    <a:pt x="34" y="1"/>
                  </a:lnTo>
                  <a:lnTo>
                    <a:pt x="38" y="1"/>
                  </a:lnTo>
                  <a:lnTo>
                    <a:pt x="39" y="1"/>
                  </a:lnTo>
                  <a:lnTo>
                    <a:pt x="39" y="1"/>
                  </a:lnTo>
                  <a:lnTo>
                    <a:pt x="39" y="1"/>
                  </a:lnTo>
                  <a:lnTo>
                    <a:pt x="38" y="6"/>
                  </a:lnTo>
                  <a:lnTo>
                    <a:pt x="37" y="9"/>
                  </a:lnTo>
                  <a:lnTo>
                    <a:pt x="38" y="12"/>
                  </a:lnTo>
                  <a:lnTo>
                    <a:pt x="38" y="12"/>
                  </a:lnTo>
                  <a:lnTo>
                    <a:pt x="38" y="16"/>
                  </a:lnTo>
                  <a:lnTo>
                    <a:pt x="38" y="20"/>
                  </a:lnTo>
                  <a:lnTo>
                    <a:pt x="38" y="21"/>
                  </a:lnTo>
                  <a:lnTo>
                    <a:pt x="37" y="22"/>
                  </a:lnTo>
                  <a:lnTo>
                    <a:pt x="35" y="23"/>
                  </a:lnTo>
                  <a:lnTo>
                    <a:pt x="33"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 name="Freeform 1277"/>
            <p:cNvSpPr>
              <a:spLocks/>
            </p:cNvSpPr>
            <p:nvPr/>
          </p:nvSpPr>
          <p:spPr bwMode="gray">
            <a:xfrm>
              <a:off x="6045127" y="6186085"/>
              <a:ext cx="29748" cy="12566"/>
            </a:xfrm>
            <a:custGeom>
              <a:avLst/>
              <a:gdLst>
                <a:gd name="T0" fmla="*/ 9 w 12"/>
                <a:gd name="T1" fmla="*/ 5 h 5"/>
                <a:gd name="T2" fmla="*/ 9 w 12"/>
                <a:gd name="T3" fmla="*/ 5 h 5"/>
                <a:gd name="T4" fmla="*/ 4 w 12"/>
                <a:gd name="T5" fmla="*/ 5 h 5"/>
                <a:gd name="T6" fmla="*/ 2 w 12"/>
                <a:gd name="T7" fmla="*/ 4 h 5"/>
                <a:gd name="T8" fmla="*/ 0 w 12"/>
                <a:gd name="T9" fmla="*/ 3 h 5"/>
                <a:gd name="T10" fmla="*/ 3 w 12"/>
                <a:gd name="T11" fmla="*/ 2 h 5"/>
                <a:gd name="T12" fmla="*/ 3 w 12"/>
                <a:gd name="T13" fmla="*/ 2 h 5"/>
                <a:gd name="T14" fmla="*/ 8 w 12"/>
                <a:gd name="T15" fmla="*/ 0 h 5"/>
                <a:gd name="T16" fmla="*/ 10 w 12"/>
                <a:gd name="T17" fmla="*/ 2 h 5"/>
                <a:gd name="T18" fmla="*/ 12 w 12"/>
                <a:gd name="T19" fmla="*/ 2 h 5"/>
                <a:gd name="T20" fmla="*/ 12 w 12"/>
                <a:gd name="T21" fmla="*/ 2 h 5"/>
                <a:gd name="T22" fmla="*/ 12 w 12"/>
                <a:gd name="T23" fmla="*/ 4 h 5"/>
                <a:gd name="T24" fmla="*/ 10 w 12"/>
                <a:gd name="T25" fmla="*/ 5 h 5"/>
                <a:gd name="T26" fmla="*/ 9 w 12"/>
                <a:gd name="T27" fmla="*/ 5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 h="5">
                  <a:moveTo>
                    <a:pt x="9" y="5"/>
                  </a:moveTo>
                  <a:lnTo>
                    <a:pt x="9" y="5"/>
                  </a:lnTo>
                  <a:lnTo>
                    <a:pt x="4" y="5"/>
                  </a:lnTo>
                  <a:lnTo>
                    <a:pt x="2" y="4"/>
                  </a:lnTo>
                  <a:lnTo>
                    <a:pt x="0" y="3"/>
                  </a:lnTo>
                  <a:lnTo>
                    <a:pt x="3" y="2"/>
                  </a:lnTo>
                  <a:lnTo>
                    <a:pt x="3" y="2"/>
                  </a:lnTo>
                  <a:lnTo>
                    <a:pt x="8" y="0"/>
                  </a:lnTo>
                  <a:lnTo>
                    <a:pt x="10" y="2"/>
                  </a:lnTo>
                  <a:lnTo>
                    <a:pt x="12" y="2"/>
                  </a:lnTo>
                  <a:lnTo>
                    <a:pt x="12" y="2"/>
                  </a:lnTo>
                  <a:lnTo>
                    <a:pt x="12" y="4"/>
                  </a:lnTo>
                  <a:lnTo>
                    <a:pt x="10" y="5"/>
                  </a:lnTo>
                  <a:lnTo>
                    <a:pt x="9" y="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 name="Freeform 1279"/>
            <p:cNvSpPr>
              <a:spLocks/>
            </p:cNvSpPr>
            <p:nvPr/>
          </p:nvSpPr>
          <p:spPr bwMode="gray">
            <a:xfrm>
              <a:off x="6121978" y="6198651"/>
              <a:ext cx="32227" cy="15080"/>
            </a:xfrm>
            <a:custGeom>
              <a:avLst/>
              <a:gdLst>
                <a:gd name="T0" fmla="*/ 10 w 13"/>
                <a:gd name="T1" fmla="*/ 6 h 6"/>
                <a:gd name="T2" fmla="*/ 10 w 13"/>
                <a:gd name="T3" fmla="*/ 6 h 6"/>
                <a:gd name="T4" fmla="*/ 4 w 13"/>
                <a:gd name="T5" fmla="*/ 5 h 6"/>
                <a:gd name="T6" fmla="*/ 0 w 13"/>
                <a:gd name="T7" fmla="*/ 5 h 6"/>
                <a:gd name="T8" fmla="*/ 0 w 13"/>
                <a:gd name="T9" fmla="*/ 4 h 6"/>
                <a:gd name="T10" fmla="*/ 1 w 13"/>
                <a:gd name="T11" fmla="*/ 4 h 6"/>
                <a:gd name="T12" fmla="*/ 1 w 13"/>
                <a:gd name="T13" fmla="*/ 4 h 6"/>
                <a:gd name="T14" fmla="*/ 4 w 13"/>
                <a:gd name="T15" fmla="*/ 0 h 6"/>
                <a:gd name="T16" fmla="*/ 6 w 13"/>
                <a:gd name="T17" fmla="*/ 0 h 6"/>
                <a:gd name="T18" fmla="*/ 9 w 13"/>
                <a:gd name="T19" fmla="*/ 0 h 6"/>
                <a:gd name="T20" fmla="*/ 9 w 13"/>
                <a:gd name="T21" fmla="*/ 0 h 6"/>
                <a:gd name="T22" fmla="*/ 11 w 13"/>
                <a:gd name="T23" fmla="*/ 1 h 6"/>
                <a:gd name="T24" fmla="*/ 13 w 13"/>
                <a:gd name="T25" fmla="*/ 4 h 6"/>
                <a:gd name="T26" fmla="*/ 13 w 13"/>
                <a:gd name="T27" fmla="*/ 5 h 6"/>
                <a:gd name="T28" fmla="*/ 10 w 13"/>
                <a:gd name="T29"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 h="6">
                  <a:moveTo>
                    <a:pt x="10" y="6"/>
                  </a:moveTo>
                  <a:lnTo>
                    <a:pt x="10" y="6"/>
                  </a:lnTo>
                  <a:lnTo>
                    <a:pt x="4" y="5"/>
                  </a:lnTo>
                  <a:lnTo>
                    <a:pt x="0" y="5"/>
                  </a:lnTo>
                  <a:lnTo>
                    <a:pt x="0" y="4"/>
                  </a:lnTo>
                  <a:lnTo>
                    <a:pt x="1" y="4"/>
                  </a:lnTo>
                  <a:lnTo>
                    <a:pt x="1" y="4"/>
                  </a:lnTo>
                  <a:lnTo>
                    <a:pt x="4" y="0"/>
                  </a:lnTo>
                  <a:lnTo>
                    <a:pt x="6" y="0"/>
                  </a:lnTo>
                  <a:lnTo>
                    <a:pt x="9" y="0"/>
                  </a:lnTo>
                  <a:lnTo>
                    <a:pt x="9" y="0"/>
                  </a:lnTo>
                  <a:lnTo>
                    <a:pt x="11" y="1"/>
                  </a:lnTo>
                  <a:lnTo>
                    <a:pt x="13" y="4"/>
                  </a:lnTo>
                  <a:lnTo>
                    <a:pt x="13" y="5"/>
                  </a:lnTo>
                  <a:lnTo>
                    <a:pt x="10"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 name="Freeform 1281"/>
            <p:cNvSpPr>
              <a:spLocks/>
            </p:cNvSpPr>
            <p:nvPr/>
          </p:nvSpPr>
          <p:spPr bwMode="gray">
            <a:xfrm>
              <a:off x="6201307" y="6226299"/>
              <a:ext cx="54539" cy="37701"/>
            </a:xfrm>
            <a:custGeom>
              <a:avLst/>
              <a:gdLst>
                <a:gd name="T0" fmla="*/ 19 w 22"/>
                <a:gd name="T1" fmla="*/ 15 h 15"/>
                <a:gd name="T2" fmla="*/ 19 w 22"/>
                <a:gd name="T3" fmla="*/ 15 h 15"/>
                <a:gd name="T4" fmla="*/ 14 w 22"/>
                <a:gd name="T5" fmla="*/ 13 h 15"/>
                <a:gd name="T6" fmla="*/ 10 w 22"/>
                <a:gd name="T7" fmla="*/ 10 h 15"/>
                <a:gd name="T8" fmla="*/ 6 w 22"/>
                <a:gd name="T9" fmla="*/ 6 h 15"/>
                <a:gd name="T10" fmla="*/ 3 w 22"/>
                <a:gd name="T11" fmla="*/ 4 h 15"/>
                <a:gd name="T12" fmla="*/ 3 w 22"/>
                <a:gd name="T13" fmla="*/ 4 h 15"/>
                <a:gd name="T14" fmla="*/ 0 w 22"/>
                <a:gd name="T15" fmla="*/ 3 h 15"/>
                <a:gd name="T16" fmla="*/ 0 w 22"/>
                <a:gd name="T17" fmla="*/ 0 h 15"/>
                <a:gd name="T18" fmla="*/ 3 w 22"/>
                <a:gd name="T19" fmla="*/ 0 h 15"/>
                <a:gd name="T20" fmla="*/ 8 w 22"/>
                <a:gd name="T21" fmla="*/ 0 h 15"/>
                <a:gd name="T22" fmla="*/ 8 w 22"/>
                <a:gd name="T23" fmla="*/ 0 h 15"/>
                <a:gd name="T24" fmla="*/ 11 w 22"/>
                <a:gd name="T25" fmla="*/ 3 h 15"/>
                <a:gd name="T26" fmla="*/ 17 w 22"/>
                <a:gd name="T27" fmla="*/ 6 h 15"/>
                <a:gd name="T28" fmla="*/ 22 w 22"/>
                <a:gd name="T29" fmla="*/ 11 h 15"/>
                <a:gd name="T30" fmla="*/ 22 w 22"/>
                <a:gd name="T31" fmla="*/ 11 h 15"/>
                <a:gd name="T32" fmla="*/ 22 w 22"/>
                <a:gd name="T33" fmla="*/ 14 h 15"/>
                <a:gd name="T34" fmla="*/ 21 w 22"/>
                <a:gd name="T35" fmla="*/ 15 h 15"/>
                <a:gd name="T36" fmla="*/ 19 w 22"/>
                <a:gd name="T37" fmla="*/ 15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15">
                  <a:moveTo>
                    <a:pt x="19" y="15"/>
                  </a:moveTo>
                  <a:lnTo>
                    <a:pt x="19" y="15"/>
                  </a:lnTo>
                  <a:lnTo>
                    <a:pt x="14" y="13"/>
                  </a:lnTo>
                  <a:lnTo>
                    <a:pt x="10" y="10"/>
                  </a:lnTo>
                  <a:lnTo>
                    <a:pt x="6" y="6"/>
                  </a:lnTo>
                  <a:lnTo>
                    <a:pt x="3" y="4"/>
                  </a:lnTo>
                  <a:lnTo>
                    <a:pt x="3" y="4"/>
                  </a:lnTo>
                  <a:lnTo>
                    <a:pt x="0" y="3"/>
                  </a:lnTo>
                  <a:lnTo>
                    <a:pt x="0" y="0"/>
                  </a:lnTo>
                  <a:lnTo>
                    <a:pt x="3" y="0"/>
                  </a:lnTo>
                  <a:lnTo>
                    <a:pt x="8" y="0"/>
                  </a:lnTo>
                  <a:lnTo>
                    <a:pt x="8" y="0"/>
                  </a:lnTo>
                  <a:lnTo>
                    <a:pt x="11" y="3"/>
                  </a:lnTo>
                  <a:lnTo>
                    <a:pt x="17" y="6"/>
                  </a:lnTo>
                  <a:lnTo>
                    <a:pt x="22" y="11"/>
                  </a:lnTo>
                  <a:lnTo>
                    <a:pt x="22" y="11"/>
                  </a:lnTo>
                  <a:lnTo>
                    <a:pt x="22" y="14"/>
                  </a:lnTo>
                  <a:lnTo>
                    <a:pt x="21" y="15"/>
                  </a:lnTo>
                  <a:lnTo>
                    <a:pt x="19" y="1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 name="Freeform 1283"/>
            <p:cNvSpPr>
              <a:spLocks/>
            </p:cNvSpPr>
            <p:nvPr/>
          </p:nvSpPr>
          <p:spPr bwMode="gray">
            <a:xfrm>
              <a:off x="6221140" y="6196139"/>
              <a:ext cx="109078" cy="17593"/>
            </a:xfrm>
            <a:custGeom>
              <a:avLst/>
              <a:gdLst>
                <a:gd name="T0" fmla="*/ 18 w 44"/>
                <a:gd name="T1" fmla="*/ 7 h 7"/>
                <a:gd name="T2" fmla="*/ 18 w 44"/>
                <a:gd name="T3" fmla="*/ 7 h 7"/>
                <a:gd name="T4" fmla="*/ 7 w 44"/>
                <a:gd name="T5" fmla="*/ 6 h 7"/>
                <a:gd name="T6" fmla="*/ 1 w 44"/>
                <a:gd name="T7" fmla="*/ 5 h 7"/>
                <a:gd name="T8" fmla="*/ 0 w 44"/>
                <a:gd name="T9" fmla="*/ 5 h 7"/>
                <a:gd name="T10" fmla="*/ 1 w 44"/>
                <a:gd name="T11" fmla="*/ 4 h 7"/>
                <a:gd name="T12" fmla="*/ 1 w 44"/>
                <a:gd name="T13" fmla="*/ 4 h 7"/>
                <a:gd name="T14" fmla="*/ 5 w 44"/>
                <a:gd name="T15" fmla="*/ 0 h 7"/>
                <a:gd name="T16" fmla="*/ 8 w 44"/>
                <a:gd name="T17" fmla="*/ 0 h 7"/>
                <a:gd name="T18" fmla="*/ 12 w 44"/>
                <a:gd name="T19" fmla="*/ 0 h 7"/>
                <a:gd name="T20" fmla="*/ 12 w 44"/>
                <a:gd name="T21" fmla="*/ 0 h 7"/>
                <a:gd name="T22" fmla="*/ 22 w 44"/>
                <a:gd name="T23" fmla="*/ 2 h 7"/>
                <a:gd name="T24" fmla="*/ 27 w 44"/>
                <a:gd name="T25" fmla="*/ 4 h 7"/>
                <a:gd name="T26" fmla="*/ 32 w 44"/>
                <a:gd name="T27" fmla="*/ 2 h 7"/>
                <a:gd name="T28" fmla="*/ 32 w 44"/>
                <a:gd name="T29" fmla="*/ 2 h 7"/>
                <a:gd name="T30" fmla="*/ 41 w 44"/>
                <a:gd name="T31" fmla="*/ 0 h 7"/>
                <a:gd name="T32" fmla="*/ 44 w 44"/>
                <a:gd name="T33" fmla="*/ 0 h 7"/>
                <a:gd name="T34" fmla="*/ 44 w 44"/>
                <a:gd name="T35" fmla="*/ 1 h 7"/>
                <a:gd name="T36" fmla="*/ 44 w 44"/>
                <a:gd name="T37" fmla="*/ 1 h 7"/>
                <a:gd name="T38" fmla="*/ 44 w 44"/>
                <a:gd name="T39" fmla="*/ 1 h 7"/>
                <a:gd name="T40" fmla="*/ 38 w 44"/>
                <a:gd name="T41" fmla="*/ 5 h 7"/>
                <a:gd name="T42" fmla="*/ 34 w 44"/>
                <a:gd name="T43" fmla="*/ 6 h 7"/>
                <a:gd name="T44" fmla="*/ 34 w 44"/>
                <a:gd name="T45" fmla="*/ 6 h 7"/>
                <a:gd name="T46" fmla="*/ 27 w 44"/>
                <a:gd name="T47" fmla="*/ 7 h 7"/>
                <a:gd name="T48" fmla="*/ 18 w 44"/>
                <a:gd name="T49" fmla="*/ 7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4" h="7">
                  <a:moveTo>
                    <a:pt x="18" y="7"/>
                  </a:moveTo>
                  <a:lnTo>
                    <a:pt x="18" y="7"/>
                  </a:lnTo>
                  <a:lnTo>
                    <a:pt x="7" y="6"/>
                  </a:lnTo>
                  <a:lnTo>
                    <a:pt x="1" y="5"/>
                  </a:lnTo>
                  <a:lnTo>
                    <a:pt x="0" y="5"/>
                  </a:lnTo>
                  <a:lnTo>
                    <a:pt x="1" y="4"/>
                  </a:lnTo>
                  <a:lnTo>
                    <a:pt x="1" y="4"/>
                  </a:lnTo>
                  <a:lnTo>
                    <a:pt x="5" y="0"/>
                  </a:lnTo>
                  <a:lnTo>
                    <a:pt x="8" y="0"/>
                  </a:lnTo>
                  <a:lnTo>
                    <a:pt x="12" y="0"/>
                  </a:lnTo>
                  <a:lnTo>
                    <a:pt x="12" y="0"/>
                  </a:lnTo>
                  <a:lnTo>
                    <a:pt x="22" y="2"/>
                  </a:lnTo>
                  <a:lnTo>
                    <a:pt x="27" y="4"/>
                  </a:lnTo>
                  <a:lnTo>
                    <a:pt x="32" y="2"/>
                  </a:lnTo>
                  <a:lnTo>
                    <a:pt x="32" y="2"/>
                  </a:lnTo>
                  <a:lnTo>
                    <a:pt x="41" y="0"/>
                  </a:lnTo>
                  <a:lnTo>
                    <a:pt x="44" y="0"/>
                  </a:lnTo>
                  <a:lnTo>
                    <a:pt x="44" y="1"/>
                  </a:lnTo>
                  <a:lnTo>
                    <a:pt x="44" y="1"/>
                  </a:lnTo>
                  <a:lnTo>
                    <a:pt x="44" y="1"/>
                  </a:lnTo>
                  <a:lnTo>
                    <a:pt x="38" y="5"/>
                  </a:lnTo>
                  <a:lnTo>
                    <a:pt x="34" y="6"/>
                  </a:lnTo>
                  <a:lnTo>
                    <a:pt x="34" y="6"/>
                  </a:lnTo>
                  <a:lnTo>
                    <a:pt x="27" y="7"/>
                  </a:lnTo>
                  <a:lnTo>
                    <a:pt x="18" y="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 name="Freeform 1285"/>
            <p:cNvSpPr>
              <a:spLocks/>
            </p:cNvSpPr>
            <p:nvPr/>
          </p:nvSpPr>
          <p:spPr bwMode="gray">
            <a:xfrm>
              <a:off x="6352528" y="6206192"/>
              <a:ext cx="99162" cy="45241"/>
            </a:xfrm>
            <a:custGeom>
              <a:avLst/>
              <a:gdLst>
                <a:gd name="T0" fmla="*/ 7 w 40"/>
                <a:gd name="T1" fmla="*/ 18 h 18"/>
                <a:gd name="T2" fmla="*/ 7 w 40"/>
                <a:gd name="T3" fmla="*/ 18 h 18"/>
                <a:gd name="T4" fmla="*/ 3 w 40"/>
                <a:gd name="T5" fmla="*/ 18 h 18"/>
                <a:gd name="T6" fmla="*/ 1 w 40"/>
                <a:gd name="T7" fmla="*/ 17 h 18"/>
                <a:gd name="T8" fmla="*/ 0 w 40"/>
                <a:gd name="T9" fmla="*/ 16 h 18"/>
                <a:gd name="T10" fmla="*/ 0 w 40"/>
                <a:gd name="T11" fmla="*/ 14 h 18"/>
                <a:gd name="T12" fmla="*/ 3 w 40"/>
                <a:gd name="T13" fmla="*/ 12 h 18"/>
                <a:gd name="T14" fmla="*/ 3 w 40"/>
                <a:gd name="T15" fmla="*/ 12 h 18"/>
                <a:gd name="T16" fmla="*/ 12 w 40"/>
                <a:gd name="T17" fmla="*/ 7 h 18"/>
                <a:gd name="T18" fmla="*/ 16 w 40"/>
                <a:gd name="T19" fmla="*/ 5 h 18"/>
                <a:gd name="T20" fmla="*/ 18 w 40"/>
                <a:gd name="T21" fmla="*/ 2 h 18"/>
                <a:gd name="T22" fmla="*/ 18 w 40"/>
                <a:gd name="T23" fmla="*/ 2 h 18"/>
                <a:gd name="T24" fmla="*/ 22 w 40"/>
                <a:gd name="T25" fmla="*/ 1 h 18"/>
                <a:gd name="T26" fmla="*/ 28 w 40"/>
                <a:gd name="T27" fmla="*/ 0 h 18"/>
                <a:gd name="T28" fmla="*/ 35 w 40"/>
                <a:gd name="T29" fmla="*/ 0 h 18"/>
                <a:gd name="T30" fmla="*/ 40 w 40"/>
                <a:gd name="T31" fmla="*/ 1 h 18"/>
                <a:gd name="T32" fmla="*/ 40 w 40"/>
                <a:gd name="T33" fmla="*/ 1 h 18"/>
                <a:gd name="T34" fmla="*/ 40 w 40"/>
                <a:gd name="T35" fmla="*/ 1 h 18"/>
                <a:gd name="T36" fmla="*/ 40 w 40"/>
                <a:gd name="T37" fmla="*/ 2 h 18"/>
                <a:gd name="T38" fmla="*/ 38 w 40"/>
                <a:gd name="T39" fmla="*/ 3 h 18"/>
                <a:gd name="T40" fmla="*/ 30 w 40"/>
                <a:gd name="T41" fmla="*/ 5 h 18"/>
                <a:gd name="T42" fmla="*/ 30 w 40"/>
                <a:gd name="T43" fmla="*/ 5 h 18"/>
                <a:gd name="T44" fmla="*/ 27 w 40"/>
                <a:gd name="T45" fmla="*/ 7 h 18"/>
                <a:gd name="T46" fmla="*/ 20 w 40"/>
                <a:gd name="T47" fmla="*/ 12 h 18"/>
                <a:gd name="T48" fmla="*/ 13 w 40"/>
                <a:gd name="T49" fmla="*/ 17 h 18"/>
                <a:gd name="T50" fmla="*/ 11 w 40"/>
                <a:gd name="T51" fmla="*/ 18 h 18"/>
                <a:gd name="T52" fmla="*/ 7 w 40"/>
                <a:gd name="T53" fmla="*/ 18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0" h="18">
                  <a:moveTo>
                    <a:pt x="7" y="18"/>
                  </a:moveTo>
                  <a:lnTo>
                    <a:pt x="7" y="18"/>
                  </a:lnTo>
                  <a:lnTo>
                    <a:pt x="3" y="18"/>
                  </a:lnTo>
                  <a:lnTo>
                    <a:pt x="1" y="17"/>
                  </a:lnTo>
                  <a:lnTo>
                    <a:pt x="0" y="16"/>
                  </a:lnTo>
                  <a:lnTo>
                    <a:pt x="0" y="14"/>
                  </a:lnTo>
                  <a:lnTo>
                    <a:pt x="3" y="12"/>
                  </a:lnTo>
                  <a:lnTo>
                    <a:pt x="3" y="12"/>
                  </a:lnTo>
                  <a:lnTo>
                    <a:pt x="12" y="7"/>
                  </a:lnTo>
                  <a:lnTo>
                    <a:pt x="16" y="5"/>
                  </a:lnTo>
                  <a:lnTo>
                    <a:pt x="18" y="2"/>
                  </a:lnTo>
                  <a:lnTo>
                    <a:pt x="18" y="2"/>
                  </a:lnTo>
                  <a:lnTo>
                    <a:pt x="22" y="1"/>
                  </a:lnTo>
                  <a:lnTo>
                    <a:pt x="28" y="0"/>
                  </a:lnTo>
                  <a:lnTo>
                    <a:pt x="35" y="0"/>
                  </a:lnTo>
                  <a:lnTo>
                    <a:pt x="40" y="1"/>
                  </a:lnTo>
                  <a:lnTo>
                    <a:pt x="40" y="1"/>
                  </a:lnTo>
                  <a:lnTo>
                    <a:pt x="40" y="1"/>
                  </a:lnTo>
                  <a:lnTo>
                    <a:pt x="40" y="2"/>
                  </a:lnTo>
                  <a:lnTo>
                    <a:pt x="38" y="3"/>
                  </a:lnTo>
                  <a:lnTo>
                    <a:pt x="30" y="5"/>
                  </a:lnTo>
                  <a:lnTo>
                    <a:pt x="30" y="5"/>
                  </a:lnTo>
                  <a:lnTo>
                    <a:pt x="27" y="7"/>
                  </a:lnTo>
                  <a:lnTo>
                    <a:pt x="20" y="12"/>
                  </a:lnTo>
                  <a:lnTo>
                    <a:pt x="13" y="17"/>
                  </a:lnTo>
                  <a:lnTo>
                    <a:pt x="11" y="18"/>
                  </a:lnTo>
                  <a:lnTo>
                    <a:pt x="7"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4" name="Freeform 1309"/>
            <p:cNvSpPr>
              <a:spLocks/>
            </p:cNvSpPr>
            <p:nvPr/>
          </p:nvSpPr>
          <p:spPr bwMode="gray">
            <a:xfrm>
              <a:off x="6136851" y="5532612"/>
              <a:ext cx="84287" cy="87967"/>
            </a:xfrm>
            <a:custGeom>
              <a:avLst/>
              <a:gdLst>
                <a:gd name="T0" fmla="*/ 30 w 34"/>
                <a:gd name="T1" fmla="*/ 2 h 35"/>
                <a:gd name="T2" fmla="*/ 30 w 34"/>
                <a:gd name="T3" fmla="*/ 2 h 35"/>
                <a:gd name="T4" fmla="*/ 29 w 34"/>
                <a:gd name="T5" fmla="*/ 3 h 35"/>
                <a:gd name="T6" fmla="*/ 29 w 34"/>
                <a:gd name="T7" fmla="*/ 5 h 35"/>
                <a:gd name="T8" fmla="*/ 29 w 34"/>
                <a:gd name="T9" fmla="*/ 8 h 35"/>
                <a:gd name="T10" fmla="*/ 27 w 34"/>
                <a:gd name="T11" fmla="*/ 10 h 35"/>
                <a:gd name="T12" fmla="*/ 27 w 34"/>
                <a:gd name="T13" fmla="*/ 10 h 35"/>
                <a:gd name="T14" fmla="*/ 24 w 34"/>
                <a:gd name="T15" fmla="*/ 12 h 35"/>
                <a:gd name="T16" fmla="*/ 20 w 34"/>
                <a:gd name="T17" fmla="*/ 15 h 35"/>
                <a:gd name="T18" fmla="*/ 14 w 34"/>
                <a:gd name="T19" fmla="*/ 20 h 35"/>
                <a:gd name="T20" fmla="*/ 14 w 34"/>
                <a:gd name="T21" fmla="*/ 20 h 35"/>
                <a:gd name="T22" fmla="*/ 5 w 34"/>
                <a:gd name="T23" fmla="*/ 29 h 35"/>
                <a:gd name="T24" fmla="*/ 2 w 34"/>
                <a:gd name="T25" fmla="*/ 34 h 35"/>
                <a:gd name="T26" fmla="*/ 0 w 34"/>
                <a:gd name="T27" fmla="*/ 35 h 35"/>
                <a:gd name="T28" fmla="*/ 2 w 34"/>
                <a:gd name="T29" fmla="*/ 35 h 35"/>
                <a:gd name="T30" fmla="*/ 2 w 34"/>
                <a:gd name="T31" fmla="*/ 35 h 35"/>
                <a:gd name="T32" fmla="*/ 4 w 34"/>
                <a:gd name="T33" fmla="*/ 34 h 35"/>
                <a:gd name="T34" fmla="*/ 9 w 34"/>
                <a:gd name="T35" fmla="*/ 30 h 35"/>
                <a:gd name="T36" fmla="*/ 19 w 34"/>
                <a:gd name="T37" fmla="*/ 23 h 35"/>
                <a:gd name="T38" fmla="*/ 19 w 34"/>
                <a:gd name="T39" fmla="*/ 23 h 35"/>
                <a:gd name="T40" fmla="*/ 27 w 34"/>
                <a:gd name="T41" fmla="*/ 18 h 35"/>
                <a:gd name="T42" fmla="*/ 31 w 34"/>
                <a:gd name="T43" fmla="*/ 15 h 35"/>
                <a:gd name="T44" fmla="*/ 34 w 34"/>
                <a:gd name="T45" fmla="*/ 13 h 35"/>
                <a:gd name="T46" fmla="*/ 34 w 34"/>
                <a:gd name="T47" fmla="*/ 13 h 35"/>
                <a:gd name="T48" fmla="*/ 34 w 34"/>
                <a:gd name="T49" fmla="*/ 4 h 35"/>
                <a:gd name="T50" fmla="*/ 32 w 34"/>
                <a:gd name="T51" fmla="*/ 2 h 35"/>
                <a:gd name="T52" fmla="*/ 31 w 34"/>
                <a:gd name="T53" fmla="*/ 0 h 35"/>
                <a:gd name="T54" fmla="*/ 30 w 34"/>
                <a:gd name="T55" fmla="*/ 2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4" h="35">
                  <a:moveTo>
                    <a:pt x="30" y="2"/>
                  </a:moveTo>
                  <a:lnTo>
                    <a:pt x="30" y="2"/>
                  </a:lnTo>
                  <a:lnTo>
                    <a:pt x="29" y="3"/>
                  </a:lnTo>
                  <a:lnTo>
                    <a:pt x="29" y="5"/>
                  </a:lnTo>
                  <a:lnTo>
                    <a:pt x="29" y="8"/>
                  </a:lnTo>
                  <a:lnTo>
                    <a:pt x="27" y="10"/>
                  </a:lnTo>
                  <a:lnTo>
                    <a:pt x="27" y="10"/>
                  </a:lnTo>
                  <a:lnTo>
                    <a:pt x="24" y="12"/>
                  </a:lnTo>
                  <a:lnTo>
                    <a:pt x="20" y="15"/>
                  </a:lnTo>
                  <a:lnTo>
                    <a:pt x="14" y="20"/>
                  </a:lnTo>
                  <a:lnTo>
                    <a:pt x="14" y="20"/>
                  </a:lnTo>
                  <a:lnTo>
                    <a:pt x="5" y="29"/>
                  </a:lnTo>
                  <a:lnTo>
                    <a:pt x="2" y="34"/>
                  </a:lnTo>
                  <a:lnTo>
                    <a:pt x="0" y="35"/>
                  </a:lnTo>
                  <a:lnTo>
                    <a:pt x="2" y="35"/>
                  </a:lnTo>
                  <a:lnTo>
                    <a:pt x="2" y="35"/>
                  </a:lnTo>
                  <a:lnTo>
                    <a:pt x="4" y="34"/>
                  </a:lnTo>
                  <a:lnTo>
                    <a:pt x="9" y="30"/>
                  </a:lnTo>
                  <a:lnTo>
                    <a:pt x="19" y="23"/>
                  </a:lnTo>
                  <a:lnTo>
                    <a:pt x="19" y="23"/>
                  </a:lnTo>
                  <a:lnTo>
                    <a:pt x="27" y="18"/>
                  </a:lnTo>
                  <a:lnTo>
                    <a:pt x="31" y="15"/>
                  </a:lnTo>
                  <a:lnTo>
                    <a:pt x="34" y="13"/>
                  </a:lnTo>
                  <a:lnTo>
                    <a:pt x="34" y="13"/>
                  </a:lnTo>
                  <a:lnTo>
                    <a:pt x="34" y="4"/>
                  </a:lnTo>
                  <a:lnTo>
                    <a:pt x="32" y="2"/>
                  </a:lnTo>
                  <a:lnTo>
                    <a:pt x="31" y="0"/>
                  </a:lnTo>
                  <a:lnTo>
                    <a:pt x="30" y="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30" name="Freeform 1271"/>
            <p:cNvSpPr>
              <a:spLocks/>
            </p:cNvSpPr>
            <p:nvPr/>
          </p:nvSpPr>
          <p:spPr bwMode="gray">
            <a:xfrm>
              <a:off x="2966159" y="4612721"/>
              <a:ext cx="94203" cy="17593"/>
            </a:xfrm>
            <a:custGeom>
              <a:avLst/>
              <a:gdLst>
                <a:gd name="T0" fmla="*/ 37 w 38"/>
                <a:gd name="T1" fmla="*/ 7 h 7"/>
                <a:gd name="T2" fmla="*/ 37 w 38"/>
                <a:gd name="T3" fmla="*/ 7 h 7"/>
                <a:gd name="T4" fmla="*/ 24 w 38"/>
                <a:gd name="T5" fmla="*/ 7 h 7"/>
                <a:gd name="T6" fmla="*/ 15 w 38"/>
                <a:gd name="T7" fmla="*/ 6 h 7"/>
                <a:gd name="T8" fmla="*/ 15 w 38"/>
                <a:gd name="T9" fmla="*/ 6 h 7"/>
                <a:gd name="T10" fmla="*/ 5 w 38"/>
                <a:gd name="T11" fmla="*/ 3 h 7"/>
                <a:gd name="T12" fmla="*/ 0 w 38"/>
                <a:gd name="T13" fmla="*/ 3 h 7"/>
                <a:gd name="T14" fmla="*/ 0 w 38"/>
                <a:gd name="T15" fmla="*/ 2 h 7"/>
                <a:gd name="T16" fmla="*/ 0 w 38"/>
                <a:gd name="T17" fmla="*/ 2 h 7"/>
                <a:gd name="T18" fmla="*/ 0 w 38"/>
                <a:gd name="T19" fmla="*/ 2 h 7"/>
                <a:gd name="T20" fmla="*/ 2 w 38"/>
                <a:gd name="T21" fmla="*/ 1 h 7"/>
                <a:gd name="T22" fmla="*/ 5 w 38"/>
                <a:gd name="T23" fmla="*/ 0 h 7"/>
                <a:gd name="T24" fmla="*/ 15 w 38"/>
                <a:gd name="T25" fmla="*/ 0 h 7"/>
                <a:gd name="T26" fmla="*/ 15 w 38"/>
                <a:gd name="T27" fmla="*/ 0 h 7"/>
                <a:gd name="T28" fmla="*/ 31 w 38"/>
                <a:gd name="T29" fmla="*/ 3 h 7"/>
                <a:gd name="T30" fmla="*/ 38 w 38"/>
                <a:gd name="T31" fmla="*/ 6 h 7"/>
                <a:gd name="T32" fmla="*/ 38 w 38"/>
                <a:gd name="T33" fmla="*/ 7 h 7"/>
                <a:gd name="T34" fmla="*/ 37 w 38"/>
                <a:gd name="T35" fmla="*/ 7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 h="7">
                  <a:moveTo>
                    <a:pt x="37" y="7"/>
                  </a:moveTo>
                  <a:lnTo>
                    <a:pt x="37" y="7"/>
                  </a:lnTo>
                  <a:lnTo>
                    <a:pt x="24" y="7"/>
                  </a:lnTo>
                  <a:lnTo>
                    <a:pt x="15" y="6"/>
                  </a:lnTo>
                  <a:lnTo>
                    <a:pt x="15" y="6"/>
                  </a:lnTo>
                  <a:lnTo>
                    <a:pt x="5" y="3"/>
                  </a:lnTo>
                  <a:lnTo>
                    <a:pt x="0" y="3"/>
                  </a:lnTo>
                  <a:lnTo>
                    <a:pt x="0" y="2"/>
                  </a:lnTo>
                  <a:lnTo>
                    <a:pt x="0" y="2"/>
                  </a:lnTo>
                  <a:lnTo>
                    <a:pt x="0" y="2"/>
                  </a:lnTo>
                  <a:lnTo>
                    <a:pt x="2" y="1"/>
                  </a:lnTo>
                  <a:lnTo>
                    <a:pt x="5" y="0"/>
                  </a:lnTo>
                  <a:lnTo>
                    <a:pt x="15" y="0"/>
                  </a:lnTo>
                  <a:lnTo>
                    <a:pt x="15" y="0"/>
                  </a:lnTo>
                  <a:lnTo>
                    <a:pt x="31" y="3"/>
                  </a:lnTo>
                  <a:lnTo>
                    <a:pt x="38" y="6"/>
                  </a:lnTo>
                  <a:lnTo>
                    <a:pt x="38" y="7"/>
                  </a:lnTo>
                  <a:lnTo>
                    <a:pt x="37" y="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31" name="Freeform 1240"/>
            <p:cNvSpPr>
              <a:spLocks/>
            </p:cNvSpPr>
            <p:nvPr/>
          </p:nvSpPr>
          <p:spPr bwMode="gray">
            <a:xfrm>
              <a:off x="3328099" y="4713254"/>
              <a:ext cx="49580" cy="135720"/>
            </a:xfrm>
            <a:custGeom>
              <a:avLst/>
              <a:gdLst>
                <a:gd name="T0" fmla="*/ 11 w 20"/>
                <a:gd name="T1" fmla="*/ 25 h 54"/>
                <a:gd name="T2" fmla="*/ 11 w 20"/>
                <a:gd name="T3" fmla="*/ 25 h 54"/>
                <a:gd name="T4" fmla="*/ 12 w 20"/>
                <a:gd name="T5" fmla="*/ 22 h 54"/>
                <a:gd name="T6" fmla="*/ 13 w 20"/>
                <a:gd name="T7" fmla="*/ 19 h 54"/>
                <a:gd name="T8" fmla="*/ 16 w 20"/>
                <a:gd name="T9" fmla="*/ 17 h 54"/>
                <a:gd name="T10" fmla="*/ 19 w 20"/>
                <a:gd name="T11" fmla="*/ 16 h 54"/>
                <a:gd name="T12" fmla="*/ 19 w 20"/>
                <a:gd name="T13" fmla="*/ 16 h 54"/>
                <a:gd name="T14" fmla="*/ 19 w 20"/>
                <a:gd name="T15" fmla="*/ 4 h 54"/>
                <a:gd name="T16" fmla="*/ 19 w 20"/>
                <a:gd name="T17" fmla="*/ 4 h 54"/>
                <a:gd name="T18" fmla="*/ 20 w 20"/>
                <a:gd name="T19" fmla="*/ 3 h 54"/>
                <a:gd name="T20" fmla="*/ 20 w 20"/>
                <a:gd name="T21" fmla="*/ 3 h 54"/>
                <a:gd name="T22" fmla="*/ 12 w 20"/>
                <a:gd name="T23" fmla="*/ 0 h 54"/>
                <a:gd name="T24" fmla="*/ 12 w 20"/>
                <a:gd name="T25" fmla="*/ 0 h 54"/>
                <a:gd name="T26" fmla="*/ 8 w 20"/>
                <a:gd name="T27" fmla="*/ 9 h 54"/>
                <a:gd name="T28" fmla="*/ 8 w 20"/>
                <a:gd name="T29" fmla="*/ 9 h 54"/>
                <a:gd name="T30" fmla="*/ 4 w 20"/>
                <a:gd name="T31" fmla="*/ 15 h 54"/>
                <a:gd name="T32" fmla="*/ 3 w 20"/>
                <a:gd name="T33" fmla="*/ 20 h 54"/>
                <a:gd name="T34" fmla="*/ 0 w 20"/>
                <a:gd name="T35" fmla="*/ 27 h 54"/>
                <a:gd name="T36" fmla="*/ 0 w 20"/>
                <a:gd name="T37" fmla="*/ 27 h 54"/>
                <a:gd name="T38" fmla="*/ 6 w 20"/>
                <a:gd name="T39" fmla="*/ 35 h 54"/>
                <a:gd name="T40" fmla="*/ 9 w 20"/>
                <a:gd name="T41" fmla="*/ 42 h 54"/>
                <a:gd name="T42" fmla="*/ 9 w 20"/>
                <a:gd name="T43" fmla="*/ 42 h 54"/>
                <a:gd name="T44" fmla="*/ 9 w 20"/>
                <a:gd name="T45" fmla="*/ 47 h 54"/>
                <a:gd name="T46" fmla="*/ 11 w 20"/>
                <a:gd name="T47" fmla="*/ 54 h 54"/>
                <a:gd name="T48" fmla="*/ 11 w 20"/>
                <a:gd name="T49" fmla="*/ 54 h 54"/>
                <a:gd name="T50" fmla="*/ 17 w 20"/>
                <a:gd name="T51" fmla="*/ 40 h 54"/>
                <a:gd name="T52" fmla="*/ 17 w 20"/>
                <a:gd name="T53" fmla="*/ 40 h 54"/>
                <a:gd name="T54" fmla="*/ 18 w 20"/>
                <a:gd name="T55" fmla="*/ 37 h 54"/>
                <a:gd name="T56" fmla="*/ 18 w 20"/>
                <a:gd name="T57" fmla="*/ 37 h 54"/>
                <a:gd name="T58" fmla="*/ 13 w 20"/>
                <a:gd name="T59" fmla="*/ 31 h 54"/>
                <a:gd name="T60" fmla="*/ 12 w 20"/>
                <a:gd name="T61" fmla="*/ 29 h 54"/>
                <a:gd name="T62" fmla="*/ 11 w 20"/>
                <a:gd name="T63" fmla="*/ 25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0" h="54">
                  <a:moveTo>
                    <a:pt x="11" y="25"/>
                  </a:moveTo>
                  <a:lnTo>
                    <a:pt x="11" y="25"/>
                  </a:lnTo>
                  <a:lnTo>
                    <a:pt x="12" y="22"/>
                  </a:lnTo>
                  <a:lnTo>
                    <a:pt x="13" y="19"/>
                  </a:lnTo>
                  <a:lnTo>
                    <a:pt x="16" y="17"/>
                  </a:lnTo>
                  <a:lnTo>
                    <a:pt x="19" y="16"/>
                  </a:lnTo>
                  <a:lnTo>
                    <a:pt x="19" y="16"/>
                  </a:lnTo>
                  <a:lnTo>
                    <a:pt x="19" y="4"/>
                  </a:lnTo>
                  <a:lnTo>
                    <a:pt x="19" y="4"/>
                  </a:lnTo>
                  <a:lnTo>
                    <a:pt x="20" y="3"/>
                  </a:lnTo>
                  <a:lnTo>
                    <a:pt x="20" y="3"/>
                  </a:lnTo>
                  <a:lnTo>
                    <a:pt x="12" y="0"/>
                  </a:lnTo>
                  <a:lnTo>
                    <a:pt x="12" y="0"/>
                  </a:lnTo>
                  <a:lnTo>
                    <a:pt x="8" y="9"/>
                  </a:lnTo>
                  <a:lnTo>
                    <a:pt x="8" y="9"/>
                  </a:lnTo>
                  <a:lnTo>
                    <a:pt x="4" y="15"/>
                  </a:lnTo>
                  <a:lnTo>
                    <a:pt x="3" y="20"/>
                  </a:lnTo>
                  <a:lnTo>
                    <a:pt x="0" y="27"/>
                  </a:lnTo>
                  <a:lnTo>
                    <a:pt x="0" y="27"/>
                  </a:lnTo>
                  <a:lnTo>
                    <a:pt x="6" y="35"/>
                  </a:lnTo>
                  <a:lnTo>
                    <a:pt x="9" y="42"/>
                  </a:lnTo>
                  <a:lnTo>
                    <a:pt x="9" y="42"/>
                  </a:lnTo>
                  <a:lnTo>
                    <a:pt x="9" y="47"/>
                  </a:lnTo>
                  <a:lnTo>
                    <a:pt x="11" y="54"/>
                  </a:lnTo>
                  <a:lnTo>
                    <a:pt x="11" y="54"/>
                  </a:lnTo>
                  <a:lnTo>
                    <a:pt x="17" y="40"/>
                  </a:lnTo>
                  <a:lnTo>
                    <a:pt x="17" y="40"/>
                  </a:lnTo>
                  <a:lnTo>
                    <a:pt x="18" y="37"/>
                  </a:lnTo>
                  <a:lnTo>
                    <a:pt x="18" y="37"/>
                  </a:lnTo>
                  <a:lnTo>
                    <a:pt x="13" y="31"/>
                  </a:lnTo>
                  <a:lnTo>
                    <a:pt x="12" y="29"/>
                  </a:lnTo>
                  <a:lnTo>
                    <a:pt x="11" y="2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32" name="Freeform 1296"/>
            <p:cNvSpPr>
              <a:spLocks/>
            </p:cNvSpPr>
            <p:nvPr/>
          </p:nvSpPr>
          <p:spPr bwMode="gray">
            <a:xfrm>
              <a:off x="6952455" y="3685289"/>
              <a:ext cx="114036" cy="449891"/>
            </a:xfrm>
            <a:custGeom>
              <a:avLst/>
              <a:gdLst>
                <a:gd name="T0" fmla="*/ 28 w 46"/>
                <a:gd name="T1" fmla="*/ 178 h 179"/>
                <a:gd name="T2" fmla="*/ 21 w 46"/>
                <a:gd name="T3" fmla="*/ 173 h 179"/>
                <a:gd name="T4" fmla="*/ 16 w 46"/>
                <a:gd name="T5" fmla="*/ 169 h 179"/>
                <a:gd name="T6" fmla="*/ 14 w 46"/>
                <a:gd name="T7" fmla="*/ 175 h 179"/>
                <a:gd name="T8" fmla="*/ 10 w 46"/>
                <a:gd name="T9" fmla="*/ 179 h 179"/>
                <a:gd name="T10" fmla="*/ 9 w 46"/>
                <a:gd name="T11" fmla="*/ 179 h 179"/>
                <a:gd name="T12" fmla="*/ 7 w 46"/>
                <a:gd name="T13" fmla="*/ 173 h 179"/>
                <a:gd name="T14" fmla="*/ 10 w 46"/>
                <a:gd name="T15" fmla="*/ 142 h 179"/>
                <a:gd name="T16" fmla="*/ 7 w 46"/>
                <a:gd name="T17" fmla="*/ 128 h 179"/>
                <a:gd name="T18" fmla="*/ 7 w 46"/>
                <a:gd name="T19" fmla="*/ 114 h 179"/>
                <a:gd name="T20" fmla="*/ 9 w 46"/>
                <a:gd name="T21" fmla="*/ 99 h 179"/>
                <a:gd name="T22" fmla="*/ 10 w 46"/>
                <a:gd name="T23" fmla="*/ 84 h 179"/>
                <a:gd name="T24" fmla="*/ 10 w 46"/>
                <a:gd name="T25" fmla="*/ 73 h 179"/>
                <a:gd name="T26" fmla="*/ 10 w 46"/>
                <a:gd name="T27" fmla="*/ 71 h 179"/>
                <a:gd name="T28" fmla="*/ 7 w 46"/>
                <a:gd name="T29" fmla="*/ 61 h 179"/>
                <a:gd name="T30" fmla="*/ 6 w 46"/>
                <a:gd name="T31" fmla="*/ 48 h 179"/>
                <a:gd name="T32" fmla="*/ 3 w 46"/>
                <a:gd name="T33" fmla="*/ 37 h 179"/>
                <a:gd name="T34" fmla="*/ 3 w 46"/>
                <a:gd name="T35" fmla="*/ 34 h 179"/>
                <a:gd name="T36" fmla="*/ 1 w 46"/>
                <a:gd name="T37" fmla="*/ 25 h 179"/>
                <a:gd name="T38" fmla="*/ 1 w 46"/>
                <a:gd name="T39" fmla="*/ 20 h 179"/>
                <a:gd name="T40" fmla="*/ 3 w 46"/>
                <a:gd name="T41" fmla="*/ 19 h 179"/>
                <a:gd name="T42" fmla="*/ 10 w 46"/>
                <a:gd name="T43" fmla="*/ 15 h 179"/>
                <a:gd name="T44" fmla="*/ 11 w 46"/>
                <a:gd name="T45" fmla="*/ 13 h 179"/>
                <a:gd name="T46" fmla="*/ 5 w 46"/>
                <a:gd name="T47" fmla="*/ 7 h 179"/>
                <a:gd name="T48" fmla="*/ 3 w 46"/>
                <a:gd name="T49" fmla="*/ 3 h 179"/>
                <a:gd name="T50" fmla="*/ 4 w 46"/>
                <a:gd name="T51" fmla="*/ 2 h 179"/>
                <a:gd name="T52" fmla="*/ 12 w 46"/>
                <a:gd name="T53" fmla="*/ 2 h 179"/>
                <a:gd name="T54" fmla="*/ 17 w 46"/>
                <a:gd name="T55" fmla="*/ 3 h 179"/>
                <a:gd name="T56" fmla="*/ 17 w 46"/>
                <a:gd name="T57" fmla="*/ 4 h 179"/>
                <a:gd name="T58" fmla="*/ 17 w 46"/>
                <a:gd name="T59" fmla="*/ 11 h 179"/>
                <a:gd name="T60" fmla="*/ 17 w 46"/>
                <a:gd name="T61" fmla="*/ 14 h 179"/>
                <a:gd name="T62" fmla="*/ 21 w 46"/>
                <a:gd name="T63" fmla="*/ 34 h 179"/>
                <a:gd name="T64" fmla="*/ 21 w 46"/>
                <a:gd name="T65" fmla="*/ 40 h 179"/>
                <a:gd name="T66" fmla="*/ 22 w 46"/>
                <a:gd name="T67" fmla="*/ 46 h 179"/>
                <a:gd name="T68" fmla="*/ 25 w 46"/>
                <a:gd name="T69" fmla="*/ 50 h 179"/>
                <a:gd name="T70" fmla="*/ 28 w 46"/>
                <a:gd name="T71" fmla="*/ 64 h 179"/>
                <a:gd name="T72" fmla="*/ 31 w 46"/>
                <a:gd name="T73" fmla="*/ 79 h 179"/>
                <a:gd name="T74" fmla="*/ 36 w 46"/>
                <a:gd name="T75" fmla="*/ 85 h 179"/>
                <a:gd name="T76" fmla="*/ 38 w 46"/>
                <a:gd name="T77" fmla="*/ 93 h 179"/>
                <a:gd name="T78" fmla="*/ 39 w 46"/>
                <a:gd name="T79" fmla="*/ 105 h 179"/>
                <a:gd name="T80" fmla="*/ 41 w 46"/>
                <a:gd name="T81" fmla="*/ 116 h 179"/>
                <a:gd name="T82" fmla="*/ 46 w 46"/>
                <a:gd name="T83" fmla="*/ 126 h 179"/>
                <a:gd name="T84" fmla="*/ 44 w 46"/>
                <a:gd name="T85" fmla="*/ 126 h 179"/>
                <a:gd name="T86" fmla="*/ 36 w 46"/>
                <a:gd name="T87" fmla="*/ 121 h 179"/>
                <a:gd name="T88" fmla="*/ 27 w 46"/>
                <a:gd name="T89" fmla="*/ 116 h 179"/>
                <a:gd name="T90" fmla="*/ 26 w 46"/>
                <a:gd name="T91" fmla="*/ 119 h 179"/>
                <a:gd name="T92" fmla="*/ 22 w 46"/>
                <a:gd name="T93" fmla="*/ 130 h 179"/>
                <a:gd name="T94" fmla="*/ 20 w 46"/>
                <a:gd name="T95" fmla="*/ 137 h 179"/>
                <a:gd name="T96" fmla="*/ 20 w 46"/>
                <a:gd name="T97" fmla="*/ 146 h 179"/>
                <a:gd name="T98" fmla="*/ 23 w 46"/>
                <a:gd name="T99" fmla="*/ 153 h 179"/>
                <a:gd name="T100" fmla="*/ 26 w 46"/>
                <a:gd name="T101" fmla="*/ 160 h 179"/>
                <a:gd name="T102" fmla="*/ 31 w 46"/>
                <a:gd name="T103" fmla="*/ 176 h 179"/>
                <a:gd name="T104" fmla="*/ 28 w 46"/>
                <a:gd name="T105" fmla="*/ 178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6" h="179">
                  <a:moveTo>
                    <a:pt x="28" y="178"/>
                  </a:moveTo>
                  <a:lnTo>
                    <a:pt x="28" y="178"/>
                  </a:lnTo>
                  <a:lnTo>
                    <a:pt x="25" y="175"/>
                  </a:lnTo>
                  <a:lnTo>
                    <a:pt x="21" y="173"/>
                  </a:lnTo>
                  <a:lnTo>
                    <a:pt x="19" y="170"/>
                  </a:lnTo>
                  <a:lnTo>
                    <a:pt x="16" y="169"/>
                  </a:lnTo>
                  <a:lnTo>
                    <a:pt x="16" y="169"/>
                  </a:lnTo>
                  <a:lnTo>
                    <a:pt x="14" y="175"/>
                  </a:lnTo>
                  <a:lnTo>
                    <a:pt x="11" y="179"/>
                  </a:lnTo>
                  <a:lnTo>
                    <a:pt x="10" y="179"/>
                  </a:lnTo>
                  <a:lnTo>
                    <a:pt x="9" y="179"/>
                  </a:lnTo>
                  <a:lnTo>
                    <a:pt x="9" y="179"/>
                  </a:lnTo>
                  <a:lnTo>
                    <a:pt x="7" y="178"/>
                  </a:lnTo>
                  <a:lnTo>
                    <a:pt x="7" y="173"/>
                  </a:lnTo>
                  <a:lnTo>
                    <a:pt x="7" y="162"/>
                  </a:lnTo>
                  <a:lnTo>
                    <a:pt x="10" y="142"/>
                  </a:lnTo>
                  <a:lnTo>
                    <a:pt x="10" y="142"/>
                  </a:lnTo>
                  <a:lnTo>
                    <a:pt x="7" y="128"/>
                  </a:lnTo>
                  <a:lnTo>
                    <a:pt x="7" y="120"/>
                  </a:lnTo>
                  <a:lnTo>
                    <a:pt x="7" y="114"/>
                  </a:lnTo>
                  <a:lnTo>
                    <a:pt x="7" y="114"/>
                  </a:lnTo>
                  <a:lnTo>
                    <a:pt x="9" y="99"/>
                  </a:lnTo>
                  <a:lnTo>
                    <a:pt x="10" y="84"/>
                  </a:lnTo>
                  <a:lnTo>
                    <a:pt x="10" y="84"/>
                  </a:lnTo>
                  <a:lnTo>
                    <a:pt x="11" y="77"/>
                  </a:lnTo>
                  <a:lnTo>
                    <a:pt x="10" y="73"/>
                  </a:lnTo>
                  <a:lnTo>
                    <a:pt x="10" y="71"/>
                  </a:lnTo>
                  <a:lnTo>
                    <a:pt x="10" y="71"/>
                  </a:lnTo>
                  <a:lnTo>
                    <a:pt x="9" y="67"/>
                  </a:lnTo>
                  <a:lnTo>
                    <a:pt x="7" y="61"/>
                  </a:lnTo>
                  <a:lnTo>
                    <a:pt x="6" y="48"/>
                  </a:lnTo>
                  <a:lnTo>
                    <a:pt x="6" y="48"/>
                  </a:lnTo>
                  <a:lnTo>
                    <a:pt x="4" y="40"/>
                  </a:lnTo>
                  <a:lnTo>
                    <a:pt x="3" y="37"/>
                  </a:lnTo>
                  <a:lnTo>
                    <a:pt x="3" y="34"/>
                  </a:lnTo>
                  <a:lnTo>
                    <a:pt x="3" y="34"/>
                  </a:lnTo>
                  <a:lnTo>
                    <a:pt x="1" y="29"/>
                  </a:lnTo>
                  <a:lnTo>
                    <a:pt x="1" y="25"/>
                  </a:lnTo>
                  <a:lnTo>
                    <a:pt x="0" y="21"/>
                  </a:lnTo>
                  <a:lnTo>
                    <a:pt x="1" y="20"/>
                  </a:lnTo>
                  <a:lnTo>
                    <a:pt x="3" y="19"/>
                  </a:lnTo>
                  <a:lnTo>
                    <a:pt x="3" y="19"/>
                  </a:lnTo>
                  <a:lnTo>
                    <a:pt x="9" y="16"/>
                  </a:lnTo>
                  <a:lnTo>
                    <a:pt x="10" y="15"/>
                  </a:lnTo>
                  <a:lnTo>
                    <a:pt x="11" y="13"/>
                  </a:lnTo>
                  <a:lnTo>
                    <a:pt x="11" y="13"/>
                  </a:lnTo>
                  <a:lnTo>
                    <a:pt x="9" y="10"/>
                  </a:lnTo>
                  <a:lnTo>
                    <a:pt x="5" y="7"/>
                  </a:lnTo>
                  <a:lnTo>
                    <a:pt x="3" y="3"/>
                  </a:lnTo>
                  <a:lnTo>
                    <a:pt x="3" y="3"/>
                  </a:lnTo>
                  <a:lnTo>
                    <a:pt x="4" y="2"/>
                  </a:lnTo>
                  <a:lnTo>
                    <a:pt x="4" y="2"/>
                  </a:lnTo>
                  <a:lnTo>
                    <a:pt x="7" y="0"/>
                  </a:lnTo>
                  <a:lnTo>
                    <a:pt x="12" y="2"/>
                  </a:lnTo>
                  <a:lnTo>
                    <a:pt x="16" y="3"/>
                  </a:lnTo>
                  <a:lnTo>
                    <a:pt x="17" y="3"/>
                  </a:lnTo>
                  <a:lnTo>
                    <a:pt x="17" y="4"/>
                  </a:lnTo>
                  <a:lnTo>
                    <a:pt x="17" y="4"/>
                  </a:lnTo>
                  <a:lnTo>
                    <a:pt x="17" y="9"/>
                  </a:lnTo>
                  <a:lnTo>
                    <a:pt x="17" y="11"/>
                  </a:lnTo>
                  <a:lnTo>
                    <a:pt x="17" y="14"/>
                  </a:lnTo>
                  <a:lnTo>
                    <a:pt x="17" y="14"/>
                  </a:lnTo>
                  <a:lnTo>
                    <a:pt x="20" y="26"/>
                  </a:lnTo>
                  <a:lnTo>
                    <a:pt x="21" y="34"/>
                  </a:lnTo>
                  <a:lnTo>
                    <a:pt x="21" y="40"/>
                  </a:lnTo>
                  <a:lnTo>
                    <a:pt x="21" y="40"/>
                  </a:lnTo>
                  <a:lnTo>
                    <a:pt x="21" y="44"/>
                  </a:lnTo>
                  <a:lnTo>
                    <a:pt x="22" y="46"/>
                  </a:lnTo>
                  <a:lnTo>
                    <a:pt x="25" y="50"/>
                  </a:lnTo>
                  <a:lnTo>
                    <a:pt x="25" y="50"/>
                  </a:lnTo>
                  <a:lnTo>
                    <a:pt x="27" y="56"/>
                  </a:lnTo>
                  <a:lnTo>
                    <a:pt x="28" y="64"/>
                  </a:lnTo>
                  <a:lnTo>
                    <a:pt x="30" y="73"/>
                  </a:lnTo>
                  <a:lnTo>
                    <a:pt x="31" y="79"/>
                  </a:lnTo>
                  <a:lnTo>
                    <a:pt x="31" y="79"/>
                  </a:lnTo>
                  <a:lnTo>
                    <a:pt x="36" y="85"/>
                  </a:lnTo>
                  <a:lnTo>
                    <a:pt x="38" y="89"/>
                  </a:lnTo>
                  <a:lnTo>
                    <a:pt x="38" y="93"/>
                  </a:lnTo>
                  <a:lnTo>
                    <a:pt x="38" y="93"/>
                  </a:lnTo>
                  <a:lnTo>
                    <a:pt x="39" y="105"/>
                  </a:lnTo>
                  <a:lnTo>
                    <a:pt x="41" y="116"/>
                  </a:lnTo>
                  <a:lnTo>
                    <a:pt x="41" y="116"/>
                  </a:lnTo>
                  <a:lnTo>
                    <a:pt x="44" y="124"/>
                  </a:lnTo>
                  <a:lnTo>
                    <a:pt x="46" y="126"/>
                  </a:lnTo>
                  <a:lnTo>
                    <a:pt x="44" y="126"/>
                  </a:lnTo>
                  <a:lnTo>
                    <a:pt x="44" y="126"/>
                  </a:lnTo>
                  <a:lnTo>
                    <a:pt x="44" y="126"/>
                  </a:lnTo>
                  <a:lnTo>
                    <a:pt x="36" y="121"/>
                  </a:lnTo>
                  <a:lnTo>
                    <a:pt x="31" y="117"/>
                  </a:lnTo>
                  <a:lnTo>
                    <a:pt x="27" y="116"/>
                  </a:lnTo>
                  <a:lnTo>
                    <a:pt x="27" y="116"/>
                  </a:lnTo>
                  <a:lnTo>
                    <a:pt x="26" y="119"/>
                  </a:lnTo>
                  <a:lnTo>
                    <a:pt x="25" y="122"/>
                  </a:lnTo>
                  <a:lnTo>
                    <a:pt x="22" y="130"/>
                  </a:lnTo>
                  <a:lnTo>
                    <a:pt x="22" y="130"/>
                  </a:lnTo>
                  <a:lnTo>
                    <a:pt x="20" y="137"/>
                  </a:lnTo>
                  <a:lnTo>
                    <a:pt x="19" y="142"/>
                  </a:lnTo>
                  <a:lnTo>
                    <a:pt x="20" y="146"/>
                  </a:lnTo>
                  <a:lnTo>
                    <a:pt x="20" y="146"/>
                  </a:lnTo>
                  <a:lnTo>
                    <a:pt x="23" y="153"/>
                  </a:lnTo>
                  <a:lnTo>
                    <a:pt x="26" y="160"/>
                  </a:lnTo>
                  <a:lnTo>
                    <a:pt x="26" y="160"/>
                  </a:lnTo>
                  <a:lnTo>
                    <a:pt x="30" y="170"/>
                  </a:lnTo>
                  <a:lnTo>
                    <a:pt x="31" y="176"/>
                  </a:lnTo>
                  <a:lnTo>
                    <a:pt x="31" y="178"/>
                  </a:lnTo>
                  <a:lnTo>
                    <a:pt x="28" y="1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33" name="Freeform 1305"/>
            <p:cNvSpPr>
              <a:spLocks/>
            </p:cNvSpPr>
            <p:nvPr/>
          </p:nvSpPr>
          <p:spPr bwMode="gray">
            <a:xfrm>
              <a:off x="6357487" y="5567798"/>
              <a:ext cx="29748" cy="17593"/>
            </a:xfrm>
            <a:custGeom>
              <a:avLst/>
              <a:gdLst>
                <a:gd name="T0" fmla="*/ 9 w 12"/>
                <a:gd name="T1" fmla="*/ 0 h 7"/>
                <a:gd name="T2" fmla="*/ 9 w 12"/>
                <a:gd name="T3" fmla="*/ 0 h 7"/>
                <a:gd name="T4" fmla="*/ 7 w 12"/>
                <a:gd name="T5" fmla="*/ 0 h 7"/>
                <a:gd name="T6" fmla="*/ 5 w 12"/>
                <a:gd name="T7" fmla="*/ 0 h 7"/>
                <a:gd name="T8" fmla="*/ 2 w 12"/>
                <a:gd name="T9" fmla="*/ 2 h 7"/>
                <a:gd name="T10" fmla="*/ 0 w 12"/>
                <a:gd name="T11" fmla="*/ 6 h 7"/>
                <a:gd name="T12" fmla="*/ 0 w 12"/>
                <a:gd name="T13" fmla="*/ 6 h 7"/>
                <a:gd name="T14" fmla="*/ 0 w 12"/>
                <a:gd name="T15" fmla="*/ 7 h 7"/>
                <a:gd name="T16" fmla="*/ 0 w 12"/>
                <a:gd name="T17" fmla="*/ 7 h 7"/>
                <a:gd name="T18" fmla="*/ 5 w 12"/>
                <a:gd name="T19" fmla="*/ 7 h 7"/>
                <a:gd name="T20" fmla="*/ 10 w 12"/>
                <a:gd name="T21" fmla="*/ 6 h 7"/>
                <a:gd name="T22" fmla="*/ 12 w 12"/>
                <a:gd name="T23" fmla="*/ 5 h 7"/>
                <a:gd name="T24" fmla="*/ 12 w 12"/>
                <a:gd name="T25" fmla="*/ 4 h 7"/>
                <a:gd name="T26" fmla="*/ 12 w 12"/>
                <a:gd name="T27" fmla="*/ 1 h 7"/>
                <a:gd name="T28" fmla="*/ 9 w 12"/>
                <a:gd name="T29"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 h="7">
                  <a:moveTo>
                    <a:pt x="9" y="0"/>
                  </a:moveTo>
                  <a:lnTo>
                    <a:pt x="9" y="0"/>
                  </a:lnTo>
                  <a:lnTo>
                    <a:pt x="7" y="0"/>
                  </a:lnTo>
                  <a:lnTo>
                    <a:pt x="5" y="0"/>
                  </a:lnTo>
                  <a:lnTo>
                    <a:pt x="2" y="2"/>
                  </a:lnTo>
                  <a:lnTo>
                    <a:pt x="0" y="6"/>
                  </a:lnTo>
                  <a:lnTo>
                    <a:pt x="0" y="6"/>
                  </a:lnTo>
                  <a:lnTo>
                    <a:pt x="0" y="7"/>
                  </a:lnTo>
                  <a:lnTo>
                    <a:pt x="0" y="7"/>
                  </a:lnTo>
                  <a:lnTo>
                    <a:pt x="5" y="7"/>
                  </a:lnTo>
                  <a:lnTo>
                    <a:pt x="10" y="6"/>
                  </a:lnTo>
                  <a:lnTo>
                    <a:pt x="12" y="5"/>
                  </a:lnTo>
                  <a:lnTo>
                    <a:pt x="12" y="4"/>
                  </a:lnTo>
                  <a:lnTo>
                    <a:pt x="12" y="1"/>
                  </a:lnTo>
                  <a:lnTo>
                    <a:pt x="9"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34" name="Freeform 1238"/>
            <p:cNvSpPr>
              <a:spLocks/>
            </p:cNvSpPr>
            <p:nvPr/>
          </p:nvSpPr>
          <p:spPr bwMode="gray">
            <a:xfrm>
              <a:off x="6340133" y="5057585"/>
              <a:ext cx="4957" cy="2514"/>
            </a:xfrm>
            <a:custGeom>
              <a:avLst/>
              <a:gdLst>
                <a:gd name="T0" fmla="*/ 1 w 2"/>
                <a:gd name="T1" fmla="*/ 1 h 1"/>
                <a:gd name="T2" fmla="*/ 1 w 2"/>
                <a:gd name="T3" fmla="*/ 1 h 1"/>
                <a:gd name="T4" fmla="*/ 0 w 2"/>
                <a:gd name="T5" fmla="*/ 1 h 1"/>
                <a:gd name="T6" fmla="*/ 0 w 2"/>
                <a:gd name="T7" fmla="*/ 0 h 1"/>
                <a:gd name="T8" fmla="*/ 1 w 2"/>
                <a:gd name="T9" fmla="*/ 0 h 1"/>
                <a:gd name="T10" fmla="*/ 1 w 2"/>
                <a:gd name="T11" fmla="*/ 0 h 1"/>
                <a:gd name="T12" fmla="*/ 2 w 2"/>
                <a:gd name="T13" fmla="*/ 0 h 1"/>
                <a:gd name="T14" fmla="*/ 2 w 2"/>
                <a:gd name="T15" fmla="*/ 0 h 1"/>
                <a:gd name="T16" fmla="*/ 2 w 2"/>
                <a:gd name="T17" fmla="*/ 1 h 1"/>
                <a:gd name="T18" fmla="*/ 1 w 2"/>
                <a:gd name="T19" fmla="*/ 1 h 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 h="1">
                  <a:moveTo>
                    <a:pt x="1" y="1"/>
                  </a:moveTo>
                  <a:lnTo>
                    <a:pt x="1" y="1"/>
                  </a:lnTo>
                  <a:lnTo>
                    <a:pt x="0" y="1"/>
                  </a:lnTo>
                  <a:lnTo>
                    <a:pt x="0" y="0"/>
                  </a:lnTo>
                  <a:lnTo>
                    <a:pt x="1" y="0"/>
                  </a:lnTo>
                  <a:lnTo>
                    <a:pt x="1" y="0"/>
                  </a:lnTo>
                  <a:lnTo>
                    <a:pt x="2" y="0"/>
                  </a:lnTo>
                  <a:lnTo>
                    <a:pt x="2" y="0"/>
                  </a:lnTo>
                  <a:lnTo>
                    <a:pt x="2" y="1"/>
                  </a:lnTo>
                  <a:lnTo>
                    <a:pt x="1" y="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4" name="Freeform 106"/>
            <p:cNvSpPr>
              <a:spLocks/>
            </p:cNvSpPr>
            <p:nvPr/>
          </p:nvSpPr>
          <p:spPr bwMode="gray">
            <a:xfrm>
              <a:off x="1748752" y="5044901"/>
              <a:ext cx="565237" cy="520255"/>
            </a:xfrm>
            <a:custGeom>
              <a:avLst/>
              <a:gdLst>
                <a:gd name="T0" fmla="*/ 74 w 228"/>
                <a:gd name="T1" fmla="*/ 207 h 207"/>
                <a:gd name="T2" fmla="*/ 65 w 228"/>
                <a:gd name="T3" fmla="*/ 201 h 207"/>
                <a:gd name="T4" fmla="*/ 52 w 228"/>
                <a:gd name="T5" fmla="*/ 186 h 207"/>
                <a:gd name="T6" fmla="*/ 38 w 228"/>
                <a:gd name="T7" fmla="*/ 185 h 207"/>
                <a:gd name="T8" fmla="*/ 38 w 228"/>
                <a:gd name="T9" fmla="*/ 185 h 207"/>
                <a:gd name="T10" fmla="*/ 31 w 228"/>
                <a:gd name="T11" fmla="*/ 181 h 207"/>
                <a:gd name="T12" fmla="*/ 26 w 228"/>
                <a:gd name="T13" fmla="*/ 178 h 207"/>
                <a:gd name="T14" fmla="*/ 22 w 228"/>
                <a:gd name="T15" fmla="*/ 188 h 207"/>
                <a:gd name="T16" fmla="*/ 20 w 228"/>
                <a:gd name="T17" fmla="*/ 190 h 207"/>
                <a:gd name="T18" fmla="*/ 17 w 228"/>
                <a:gd name="T19" fmla="*/ 188 h 207"/>
                <a:gd name="T20" fmla="*/ 17 w 228"/>
                <a:gd name="T21" fmla="*/ 188 h 207"/>
                <a:gd name="T22" fmla="*/ 15 w 228"/>
                <a:gd name="T23" fmla="*/ 185 h 207"/>
                <a:gd name="T24" fmla="*/ 12 w 228"/>
                <a:gd name="T25" fmla="*/ 170 h 207"/>
                <a:gd name="T26" fmla="*/ 7 w 228"/>
                <a:gd name="T27" fmla="*/ 162 h 207"/>
                <a:gd name="T28" fmla="*/ 0 w 228"/>
                <a:gd name="T29" fmla="*/ 139 h 207"/>
                <a:gd name="T30" fmla="*/ 7 w 228"/>
                <a:gd name="T31" fmla="*/ 128 h 207"/>
                <a:gd name="T32" fmla="*/ 7 w 228"/>
                <a:gd name="T33" fmla="*/ 128 h 207"/>
                <a:gd name="T34" fmla="*/ 9 w 228"/>
                <a:gd name="T35" fmla="*/ 127 h 207"/>
                <a:gd name="T36" fmla="*/ 14 w 228"/>
                <a:gd name="T37" fmla="*/ 132 h 207"/>
                <a:gd name="T38" fmla="*/ 16 w 228"/>
                <a:gd name="T39" fmla="*/ 134 h 207"/>
                <a:gd name="T40" fmla="*/ 16 w 228"/>
                <a:gd name="T41" fmla="*/ 134 h 207"/>
                <a:gd name="T42" fmla="*/ 16 w 228"/>
                <a:gd name="T43" fmla="*/ 134 h 207"/>
                <a:gd name="T44" fmla="*/ 16 w 228"/>
                <a:gd name="T45" fmla="*/ 135 h 207"/>
                <a:gd name="T46" fmla="*/ 17 w 228"/>
                <a:gd name="T47" fmla="*/ 135 h 207"/>
                <a:gd name="T48" fmla="*/ 21 w 228"/>
                <a:gd name="T49" fmla="*/ 129 h 207"/>
                <a:gd name="T50" fmla="*/ 21 w 228"/>
                <a:gd name="T51" fmla="*/ 128 h 207"/>
                <a:gd name="T52" fmla="*/ 27 w 228"/>
                <a:gd name="T53" fmla="*/ 127 h 207"/>
                <a:gd name="T54" fmla="*/ 35 w 228"/>
                <a:gd name="T55" fmla="*/ 127 h 207"/>
                <a:gd name="T56" fmla="*/ 39 w 228"/>
                <a:gd name="T57" fmla="*/ 129 h 207"/>
                <a:gd name="T58" fmla="*/ 43 w 228"/>
                <a:gd name="T59" fmla="*/ 130 h 207"/>
                <a:gd name="T60" fmla="*/ 43 w 228"/>
                <a:gd name="T61" fmla="*/ 130 h 207"/>
                <a:gd name="T62" fmla="*/ 44 w 228"/>
                <a:gd name="T63" fmla="*/ 130 h 207"/>
                <a:gd name="T64" fmla="*/ 46 w 228"/>
                <a:gd name="T65" fmla="*/ 130 h 207"/>
                <a:gd name="T66" fmla="*/ 87 w 228"/>
                <a:gd name="T67" fmla="*/ 129 h 207"/>
                <a:gd name="T68" fmla="*/ 121 w 228"/>
                <a:gd name="T69" fmla="*/ 0 h 207"/>
                <a:gd name="T70" fmla="*/ 217 w 228"/>
                <a:gd name="T71" fmla="*/ 74 h 207"/>
                <a:gd name="T72" fmla="*/ 214 w 228"/>
                <a:gd name="T73" fmla="*/ 79 h 207"/>
                <a:gd name="T74" fmla="*/ 211 w 228"/>
                <a:gd name="T75" fmla="*/ 84 h 207"/>
                <a:gd name="T76" fmla="*/ 228 w 228"/>
                <a:gd name="T77" fmla="*/ 82 h 207"/>
                <a:gd name="T78" fmla="*/ 223 w 228"/>
                <a:gd name="T79" fmla="*/ 123 h 207"/>
                <a:gd name="T80" fmla="*/ 180 w 228"/>
                <a:gd name="T81" fmla="*/ 139 h 207"/>
                <a:gd name="T82" fmla="*/ 166 w 228"/>
                <a:gd name="T83" fmla="*/ 135 h 207"/>
                <a:gd name="T84" fmla="*/ 161 w 228"/>
                <a:gd name="T85" fmla="*/ 134 h 207"/>
                <a:gd name="T86" fmla="*/ 143 w 228"/>
                <a:gd name="T87" fmla="*/ 146 h 207"/>
                <a:gd name="T88" fmla="*/ 142 w 228"/>
                <a:gd name="T89" fmla="*/ 146 h 207"/>
                <a:gd name="T90" fmla="*/ 142 w 228"/>
                <a:gd name="T91" fmla="*/ 148 h 207"/>
                <a:gd name="T92" fmla="*/ 142 w 228"/>
                <a:gd name="T93" fmla="*/ 148 h 207"/>
                <a:gd name="T94" fmla="*/ 121 w 228"/>
                <a:gd name="T95" fmla="*/ 162 h 207"/>
                <a:gd name="T96" fmla="*/ 103 w 228"/>
                <a:gd name="T97" fmla="*/ 182 h 207"/>
                <a:gd name="T98" fmla="*/ 91 w 228"/>
                <a:gd name="T99" fmla="*/ 190 h 207"/>
                <a:gd name="T100" fmla="*/ 91 w 228"/>
                <a:gd name="T101" fmla="*/ 191 h 207"/>
                <a:gd name="T102" fmla="*/ 91 w 228"/>
                <a:gd name="T103" fmla="*/ 191 h 207"/>
                <a:gd name="T104" fmla="*/ 91 w 228"/>
                <a:gd name="T105" fmla="*/ 191 h 207"/>
                <a:gd name="T106" fmla="*/ 96 w 228"/>
                <a:gd name="T107" fmla="*/ 201 h 207"/>
                <a:gd name="T108" fmla="*/ 95 w 228"/>
                <a:gd name="T109" fmla="*/ 201 h 207"/>
                <a:gd name="T110" fmla="*/ 95 w 228"/>
                <a:gd name="T111" fmla="*/ 201 h 207"/>
                <a:gd name="T112" fmla="*/ 92 w 228"/>
                <a:gd name="T113" fmla="*/ 202 h 207"/>
                <a:gd name="T114" fmla="*/ 78 w 228"/>
                <a:gd name="T115" fmla="*/ 207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28" h="207">
                  <a:moveTo>
                    <a:pt x="78" y="207"/>
                  </a:moveTo>
                  <a:lnTo>
                    <a:pt x="78" y="207"/>
                  </a:lnTo>
                  <a:lnTo>
                    <a:pt x="78" y="207"/>
                  </a:lnTo>
                  <a:lnTo>
                    <a:pt x="74" y="207"/>
                  </a:lnTo>
                  <a:lnTo>
                    <a:pt x="74" y="207"/>
                  </a:lnTo>
                  <a:lnTo>
                    <a:pt x="74" y="207"/>
                  </a:lnTo>
                  <a:lnTo>
                    <a:pt x="74" y="207"/>
                  </a:lnTo>
                  <a:lnTo>
                    <a:pt x="70" y="204"/>
                  </a:lnTo>
                  <a:lnTo>
                    <a:pt x="70" y="204"/>
                  </a:lnTo>
                  <a:lnTo>
                    <a:pt x="65" y="201"/>
                  </a:lnTo>
                  <a:lnTo>
                    <a:pt x="63" y="194"/>
                  </a:lnTo>
                  <a:lnTo>
                    <a:pt x="60" y="187"/>
                  </a:lnTo>
                  <a:lnTo>
                    <a:pt x="60" y="187"/>
                  </a:lnTo>
                  <a:lnTo>
                    <a:pt x="58" y="186"/>
                  </a:lnTo>
                  <a:lnTo>
                    <a:pt x="52" y="186"/>
                  </a:lnTo>
                  <a:lnTo>
                    <a:pt x="44" y="186"/>
                  </a:lnTo>
                  <a:lnTo>
                    <a:pt x="38" y="185"/>
                  </a:lnTo>
                  <a:lnTo>
                    <a:pt x="38" y="185"/>
                  </a:lnTo>
                  <a:lnTo>
                    <a:pt x="38" y="185"/>
                  </a:lnTo>
                  <a:lnTo>
                    <a:pt x="38" y="185"/>
                  </a:lnTo>
                  <a:lnTo>
                    <a:pt x="38" y="185"/>
                  </a:lnTo>
                  <a:lnTo>
                    <a:pt x="38" y="185"/>
                  </a:lnTo>
                  <a:lnTo>
                    <a:pt x="38" y="185"/>
                  </a:lnTo>
                  <a:lnTo>
                    <a:pt x="38" y="185"/>
                  </a:lnTo>
                  <a:lnTo>
                    <a:pt x="38" y="185"/>
                  </a:lnTo>
                  <a:lnTo>
                    <a:pt x="38" y="185"/>
                  </a:lnTo>
                  <a:lnTo>
                    <a:pt x="37" y="185"/>
                  </a:lnTo>
                  <a:lnTo>
                    <a:pt x="37" y="185"/>
                  </a:lnTo>
                  <a:lnTo>
                    <a:pt x="33" y="183"/>
                  </a:lnTo>
                  <a:lnTo>
                    <a:pt x="31" y="181"/>
                  </a:lnTo>
                  <a:lnTo>
                    <a:pt x="28" y="178"/>
                  </a:lnTo>
                  <a:lnTo>
                    <a:pt x="26" y="178"/>
                  </a:lnTo>
                  <a:lnTo>
                    <a:pt x="26" y="178"/>
                  </a:lnTo>
                  <a:lnTo>
                    <a:pt x="26" y="178"/>
                  </a:lnTo>
                  <a:lnTo>
                    <a:pt x="26" y="178"/>
                  </a:lnTo>
                  <a:lnTo>
                    <a:pt x="26" y="178"/>
                  </a:lnTo>
                  <a:lnTo>
                    <a:pt x="26" y="178"/>
                  </a:lnTo>
                  <a:lnTo>
                    <a:pt x="25" y="181"/>
                  </a:lnTo>
                  <a:lnTo>
                    <a:pt x="23" y="185"/>
                  </a:lnTo>
                  <a:lnTo>
                    <a:pt x="22" y="188"/>
                  </a:lnTo>
                  <a:lnTo>
                    <a:pt x="20" y="190"/>
                  </a:lnTo>
                  <a:lnTo>
                    <a:pt x="20" y="190"/>
                  </a:lnTo>
                  <a:lnTo>
                    <a:pt x="20" y="190"/>
                  </a:lnTo>
                  <a:lnTo>
                    <a:pt x="20" y="190"/>
                  </a:lnTo>
                  <a:lnTo>
                    <a:pt x="20" y="190"/>
                  </a:lnTo>
                  <a:lnTo>
                    <a:pt x="17" y="188"/>
                  </a:lnTo>
                  <a:lnTo>
                    <a:pt x="17" y="188"/>
                  </a:lnTo>
                  <a:lnTo>
                    <a:pt x="17" y="188"/>
                  </a:lnTo>
                  <a:lnTo>
                    <a:pt x="17" y="188"/>
                  </a:lnTo>
                  <a:lnTo>
                    <a:pt x="17" y="188"/>
                  </a:lnTo>
                  <a:lnTo>
                    <a:pt x="17" y="188"/>
                  </a:lnTo>
                  <a:lnTo>
                    <a:pt x="17" y="188"/>
                  </a:lnTo>
                  <a:lnTo>
                    <a:pt x="17" y="188"/>
                  </a:lnTo>
                  <a:lnTo>
                    <a:pt x="17" y="188"/>
                  </a:lnTo>
                  <a:lnTo>
                    <a:pt x="17" y="188"/>
                  </a:lnTo>
                  <a:lnTo>
                    <a:pt x="17" y="188"/>
                  </a:lnTo>
                  <a:lnTo>
                    <a:pt x="17" y="188"/>
                  </a:lnTo>
                  <a:lnTo>
                    <a:pt x="17" y="188"/>
                  </a:lnTo>
                  <a:lnTo>
                    <a:pt x="17" y="188"/>
                  </a:lnTo>
                  <a:lnTo>
                    <a:pt x="15" y="185"/>
                  </a:lnTo>
                  <a:lnTo>
                    <a:pt x="14" y="180"/>
                  </a:lnTo>
                  <a:lnTo>
                    <a:pt x="14" y="175"/>
                  </a:lnTo>
                  <a:lnTo>
                    <a:pt x="12" y="170"/>
                  </a:lnTo>
                  <a:lnTo>
                    <a:pt x="12" y="170"/>
                  </a:lnTo>
                  <a:lnTo>
                    <a:pt x="12" y="170"/>
                  </a:lnTo>
                  <a:lnTo>
                    <a:pt x="12" y="170"/>
                  </a:lnTo>
                  <a:lnTo>
                    <a:pt x="12" y="170"/>
                  </a:lnTo>
                  <a:lnTo>
                    <a:pt x="12" y="170"/>
                  </a:lnTo>
                  <a:lnTo>
                    <a:pt x="10" y="166"/>
                  </a:lnTo>
                  <a:lnTo>
                    <a:pt x="7" y="162"/>
                  </a:lnTo>
                  <a:lnTo>
                    <a:pt x="5" y="159"/>
                  </a:lnTo>
                  <a:lnTo>
                    <a:pt x="3" y="154"/>
                  </a:lnTo>
                  <a:lnTo>
                    <a:pt x="3" y="154"/>
                  </a:lnTo>
                  <a:lnTo>
                    <a:pt x="0" y="139"/>
                  </a:lnTo>
                  <a:lnTo>
                    <a:pt x="0" y="139"/>
                  </a:lnTo>
                  <a:lnTo>
                    <a:pt x="3" y="138"/>
                  </a:lnTo>
                  <a:lnTo>
                    <a:pt x="4" y="134"/>
                  </a:lnTo>
                  <a:lnTo>
                    <a:pt x="6" y="129"/>
                  </a:lnTo>
                  <a:lnTo>
                    <a:pt x="6" y="129"/>
                  </a:lnTo>
                  <a:lnTo>
                    <a:pt x="7" y="128"/>
                  </a:lnTo>
                  <a:lnTo>
                    <a:pt x="7" y="128"/>
                  </a:lnTo>
                  <a:lnTo>
                    <a:pt x="7" y="128"/>
                  </a:lnTo>
                  <a:lnTo>
                    <a:pt x="7" y="128"/>
                  </a:lnTo>
                  <a:lnTo>
                    <a:pt x="7" y="128"/>
                  </a:lnTo>
                  <a:lnTo>
                    <a:pt x="7" y="128"/>
                  </a:lnTo>
                  <a:lnTo>
                    <a:pt x="9" y="127"/>
                  </a:lnTo>
                  <a:lnTo>
                    <a:pt x="9" y="127"/>
                  </a:lnTo>
                  <a:lnTo>
                    <a:pt x="9" y="127"/>
                  </a:lnTo>
                  <a:lnTo>
                    <a:pt x="9" y="127"/>
                  </a:lnTo>
                  <a:lnTo>
                    <a:pt x="9" y="127"/>
                  </a:lnTo>
                  <a:lnTo>
                    <a:pt x="9" y="127"/>
                  </a:lnTo>
                  <a:lnTo>
                    <a:pt x="11" y="128"/>
                  </a:lnTo>
                  <a:lnTo>
                    <a:pt x="14" y="132"/>
                  </a:lnTo>
                  <a:lnTo>
                    <a:pt x="14" y="132"/>
                  </a:lnTo>
                  <a:lnTo>
                    <a:pt x="14" y="132"/>
                  </a:lnTo>
                  <a:lnTo>
                    <a:pt x="14" y="132"/>
                  </a:lnTo>
                  <a:lnTo>
                    <a:pt x="14" y="132"/>
                  </a:lnTo>
                  <a:lnTo>
                    <a:pt x="14" y="132"/>
                  </a:lnTo>
                  <a:lnTo>
                    <a:pt x="16" y="134"/>
                  </a:lnTo>
                  <a:lnTo>
                    <a:pt x="16" y="134"/>
                  </a:lnTo>
                  <a:lnTo>
                    <a:pt x="16" y="134"/>
                  </a:lnTo>
                  <a:lnTo>
                    <a:pt x="16" y="134"/>
                  </a:lnTo>
                  <a:lnTo>
                    <a:pt x="16" y="134"/>
                  </a:lnTo>
                  <a:lnTo>
                    <a:pt x="16" y="134"/>
                  </a:lnTo>
                  <a:lnTo>
                    <a:pt x="16" y="134"/>
                  </a:lnTo>
                  <a:lnTo>
                    <a:pt x="16" y="134"/>
                  </a:lnTo>
                  <a:lnTo>
                    <a:pt x="16" y="134"/>
                  </a:lnTo>
                  <a:lnTo>
                    <a:pt x="16" y="134"/>
                  </a:lnTo>
                  <a:lnTo>
                    <a:pt x="16" y="134"/>
                  </a:lnTo>
                  <a:lnTo>
                    <a:pt x="16" y="134"/>
                  </a:lnTo>
                  <a:lnTo>
                    <a:pt x="16" y="134"/>
                  </a:lnTo>
                  <a:lnTo>
                    <a:pt x="16" y="134"/>
                  </a:lnTo>
                  <a:lnTo>
                    <a:pt x="16" y="135"/>
                  </a:lnTo>
                  <a:lnTo>
                    <a:pt x="16" y="135"/>
                  </a:lnTo>
                  <a:lnTo>
                    <a:pt x="16" y="135"/>
                  </a:lnTo>
                  <a:lnTo>
                    <a:pt x="16" y="135"/>
                  </a:lnTo>
                  <a:lnTo>
                    <a:pt x="17" y="135"/>
                  </a:lnTo>
                  <a:lnTo>
                    <a:pt x="17" y="135"/>
                  </a:lnTo>
                  <a:lnTo>
                    <a:pt x="17" y="135"/>
                  </a:lnTo>
                  <a:lnTo>
                    <a:pt x="17" y="135"/>
                  </a:lnTo>
                  <a:lnTo>
                    <a:pt x="19" y="134"/>
                  </a:lnTo>
                  <a:lnTo>
                    <a:pt x="20" y="133"/>
                  </a:lnTo>
                  <a:lnTo>
                    <a:pt x="21" y="129"/>
                  </a:lnTo>
                  <a:lnTo>
                    <a:pt x="21" y="129"/>
                  </a:lnTo>
                  <a:lnTo>
                    <a:pt x="21" y="129"/>
                  </a:lnTo>
                  <a:lnTo>
                    <a:pt x="21" y="129"/>
                  </a:lnTo>
                  <a:lnTo>
                    <a:pt x="21" y="129"/>
                  </a:lnTo>
                  <a:lnTo>
                    <a:pt x="21" y="128"/>
                  </a:lnTo>
                  <a:lnTo>
                    <a:pt x="21" y="128"/>
                  </a:lnTo>
                  <a:lnTo>
                    <a:pt x="21" y="128"/>
                  </a:lnTo>
                  <a:lnTo>
                    <a:pt x="21" y="128"/>
                  </a:lnTo>
                  <a:lnTo>
                    <a:pt x="21" y="128"/>
                  </a:lnTo>
                  <a:lnTo>
                    <a:pt x="21" y="128"/>
                  </a:lnTo>
                  <a:lnTo>
                    <a:pt x="23" y="128"/>
                  </a:lnTo>
                  <a:lnTo>
                    <a:pt x="27" y="127"/>
                  </a:lnTo>
                  <a:lnTo>
                    <a:pt x="33" y="127"/>
                  </a:lnTo>
                  <a:lnTo>
                    <a:pt x="33" y="127"/>
                  </a:lnTo>
                  <a:lnTo>
                    <a:pt x="33" y="127"/>
                  </a:lnTo>
                  <a:lnTo>
                    <a:pt x="33" y="127"/>
                  </a:lnTo>
                  <a:lnTo>
                    <a:pt x="35" y="127"/>
                  </a:lnTo>
                  <a:lnTo>
                    <a:pt x="35" y="127"/>
                  </a:lnTo>
                  <a:lnTo>
                    <a:pt x="35" y="127"/>
                  </a:lnTo>
                  <a:lnTo>
                    <a:pt x="37" y="128"/>
                  </a:lnTo>
                  <a:lnTo>
                    <a:pt x="39" y="129"/>
                  </a:lnTo>
                  <a:lnTo>
                    <a:pt x="39" y="129"/>
                  </a:lnTo>
                  <a:lnTo>
                    <a:pt x="42" y="130"/>
                  </a:lnTo>
                  <a:lnTo>
                    <a:pt x="42" y="130"/>
                  </a:lnTo>
                  <a:lnTo>
                    <a:pt x="43" y="130"/>
                  </a:lnTo>
                  <a:lnTo>
                    <a:pt x="43" y="130"/>
                  </a:lnTo>
                  <a:lnTo>
                    <a:pt x="43" y="130"/>
                  </a:lnTo>
                  <a:lnTo>
                    <a:pt x="43" y="130"/>
                  </a:lnTo>
                  <a:lnTo>
                    <a:pt x="43" y="130"/>
                  </a:lnTo>
                  <a:lnTo>
                    <a:pt x="43" y="130"/>
                  </a:lnTo>
                  <a:lnTo>
                    <a:pt x="43" y="130"/>
                  </a:lnTo>
                  <a:lnTo>
                    <a:pt x="43" y="130"/>
                  </a:lnTo>
                  <a:lnTo>
                    <a:pt x="44" y="130"/>
                  </a:lnTo>
                  <a:lnTo>
                    <a:pt x="44" y="130"/>
                  </a:lnTo>
                  <a:lnTo>
                    <a:pt x="44" y="130"/>
                  </a:lnTo>
                  <a:lnTo>
                    <a:pt x="44" y="130"/>
                  </a:lnTo>
                  <a:lnTo>
                    <a:pt x="44" y="130"/>
                  </a:lnTo>
                  <a:lnTo>
                    <a:pt x="44" y="130"/>
                  </a:lnTo>
                  <a:lnTo>
                    <a:pt x="46" y="130"/>
                  </a:lnTo>
                  <a:lnTo>
                    <a:pt x="46" y="130"/>
                  </a:lnTo>
                  <a:lnTo>
                    <a:pt x="46" y="130"/>
                  </a:lnTo>
                  <a:lnTo>
                    <a:pt x="46" y="130"/>
                  </a:lnTo>
                  <a:lnTo>
                    <a:pt x="49" y="130"/>
                  </a:lnTo>
                  <a:lnTo>
                    <a:pt x="49" y="130"/>
                  </a:lnTo>
                  <a:lnTo>
                    <a:pt x="53" y="129"/>
                  </a:lnTo>
                  <a:lnTo>
                    <a:pt x="53" y="129"/>
                  </a:lnTo>
                  <a:lnTo>
                    <a:pt x="87" y="129"/>
                  </a:lnTo>
                  <a:lnTo>
                    <a:pt x="96" y="112"/>
                  </a:lnTo>
                  <a:lnTo>
                    <a:pt x="91" y="108"/>
                  </a:lnTo>
                  <a:lnTo>
                    <a:pt x="85" y="0"/>
                  </a:lnTo>
                  <a:lnTo>
                    <a:pt x="121" y="0"/>
                  </a:lnTo>
                  <a:lnTo>
                    <a:pt x="121" y="0"/>
                  </a:lnTo>
                  <a:lnTo>
                    <a:pt x="143" y="15"/>
                  </a:lnTo>
                  <a:lnTo>
                    <a:pt x="143" y="15"/>
                  </a:lnTo>
                  <a:lnTo>
                    <a:pt x="169" y="33"/>
                  </a:lnTo>
                  <a:lnTo>
                    <a:pt x="191" y="52"/>
                  </a:lnTo>
                  <a:lnTo>
                    <a:pt x="217" y="74"/>
                  </a:lnTo>
                  <a:lnTo>
                    <a:pt x="217" y="74"/>
                  </a:lnTo>
                  <a:lnTo>
                    <a:pt x="218" y="76"/>
                  </a:lnTo>
                  <a:lnTo>
                    <a:pt x="218" y="76"/>
                  </a:lnTo>
                  <a:lnTo>
                    <a:pt x="217" y="78"/>
                  </a:lnTo>
                  <a:lnTo>
                    <a:pt x="214" y="79"/>
                  </a:lnTo>
                  <a:lnTo>
                    <a:pt x="212" y="81"/>
                  </a:lnTo>
                  <a:lnTo>
                    <a:pt x="211" y="82"/>
                  </a:lnTo>
                  <a:lnTo>
                    <a:pt x="211" y="82"/>
                  </a:lnTo>
                  <a:lnTo>
                    <a:pt x="211" y="84"/>
                  </a:lnTo>
                  <a:lnTo>
                    <a:pt x="211" y="84"/>
                  </a:lnTo>
                  <a:lnTo>
                    <a:pt x="212" y="84"/>
                  </a:lnTo>
                  <a:lnTo>
                    <a:pt x="212" y="84"/>
                  </a:lnTo>
                  <a:lnTo>
                    <a:pt x="214" y="84"/>
                  </a:lnTo>
                  <a:lnTo>
                    <a:pt x="214" y="84"/>
                  </a:lnTo>
                  <a:lnTo>
                    <a:pt x="228" y="82"/>
                  </a:lnTo>
                  <a:lnTo>
                    <a:pt x="228" y="102"/>
                  </a:lnTo>
                  <a:lnTo>
                    <a:pt x="228" y="102"/>
                  </a:lnTo>
                  <a:lnTo>
                    <a:pt x="228" y="107"/>
                  </a:lnTo>
                  <a:lnTo>
                    <a:pt x="227" y="112"/>
                  </a:lnTo>
                  <a:lnTo>
                    <a:pt x="223" y="123"/>
                  </a:lnTo>
                  <a:lnTo>
                    <a:pt x="218" y="133"/>
                  </a:lnTo>
                  <a:lnTo>
                    <a:pt x="185" y="133"/>
                  </a:lnTo>
                  <a:lnTo>
                    <a:pt x="185" y="139"/>
                  </a:lnTo>
                  <a:lnTo>
                    <a:pt x="185" y="139"/>
                  </a:lnTo>
                  <a:lnTo>
                    <a:pt x="180" y="139"/>
                  </a:lnTo>
                  <a:lnTo>
                    <a:pt x="174" y="138"/>
                  </a:lnTo>
                  <a:lnTo>
                    <a:pt x="166" y="135"/>
                  </a:lnTo>
                  <a:lnTo>
                    <a:pt x="166" y="135"/>
                  </a:lnTo>
                  <a:lnTo>
                    <a:pt x="166" y="135"/>
                  </a:lnTo>
                  <a:lnTo>
                    <a:pt x="166" y="135"/>
                  </a:lnTo>
                  <a:lnTo>
                    <a:pt x="165" y="134"/>
                  </a:lnTo>
                  <a:lnTo>
                    <a:pt x="165" y="134"/>
                  </a:lnTo>
                  <a:lnTo>
                    <a:pt x="161" y="134"/>
                  </a:lnTo>
                  <a:lnTo>
                    <a:pt x="161" y="134"/>
                  </a:lnTo>
                  <a:lnTo>
                    <a:pt x="161" y="134"/>
                  </a:lnTo>
                  <a:lnTo>
                    <a:pt x="161" y="134"/>
                  </a:lnTo>
                  <a:lnTo>
                    <a:pt x="155" y="135"/>
                  </a:lnTo>
                  <a:lnTo>
                    <a:pt x="150" y="139"/>
                  </a:lnTo>
                  <a:lnTo>
                    <a:pt x="143" y="146"/>
                  </a:lnTo>
                  <a:lnTo>
                    <a:pt x="143" y="146"/>
                  </a:lnTo>
                  <a:lnTo>
                    <a:pt x="143" y="146"/>
                  </a:lnTo>
                  <a:lnTo>
                    <a:pt x="143" y="146"/>
                  </a:lnTo>
                  <a:lnTo>
                    <a:pt x="143" y="146"/>
                  </a:lnTo>
                  <a:lnTo>
                    <a:pt x="143" y="146"/>
                  </a:lnTo>
                  <a:lnTo>
                    <a:pt x="142" y="146"/>
                  </a:lnTo>
                  <a:lnTo>
                    <a:pt x="142" y="146"/>
                  </a:lnTo>
                  <a:lnTo>
                    <a:pt x="142" y="148"/>
                  </a:lnTo>
                  <a:lnTo>
                    <a:pt x="142" y="148"/>
                  </a:lnTo>
                  <a:lnTo>
                    <a:pt x="142" y="148"/>
                  </a:lnTo>
                  <a:lnTo>
                    <a:pt x="142" y="148"/>
                  </a:lnTo>
                  <a:lnTo>
                    <a:pt x="142" y="148"/>
                  </a:lnTo>
                  <a:lnTo>
                    <a:pt x="142" y="148"/>
                  </a:lnTo>
                  <a:lnTo>
                    <a:pt x="142" y="148"/>
                  </a:lnTo>
                  <a:lnTo>
                    <a:pt x="142" y="148"/>
                  </a:lnTo>
                  <a:lnTo>
                    <a:pt x="142" y="148"/>
                  </a:lnTo>
                  <a:lnTo>
                    <a:pt x="142" y="148"/>
                  </a:lnTo>
                  <a:lnTo>
                    <a:pt x="132" y="155"/>
                  </a:lnTo>
                  <a:lnTo>
                    <a:pt x="127" y="159"/>
                  </a:lnTo>
                  <a:lnTo>
                    <a:pt x="121" y="162"/>
                  </a:lnTo>
                  <a:lnTo>
                    <a:pt x="121" y="162"/>
                  </a:lnTo>
                  <a:lnTo>
                    <a:pt x="116" y="165"/>
                  </a:lnTo>
                  <a:lnTo>
                    <a:pt x="112" y="169"/>
                  </a:lnTo>
                  <a:lnTo>
                    <a:pt x="106" y="177"/>
                  </a:lnTo>
                  <a:lnTo>
                    <a:pt x="106" y="177"/>
                  </a:lnTo>
                  <a:lnTo>
                    <a:pt x="103" y="182"/>
                  </a:lnTo>
                  <a:lnTo>
                    <a:pt x="100" y="185"/>
                  </a:lnTo>
                  <a:lnTo>
                    <a:pt x="91" y="190"/>
                  </a:lnTo>
                  <a:lnTo>
                    <a:pt x="91" y="190"/>
                  </a:lnTo>
                  <a:lnTo>
                    <a:pt x="91" y="190"/>
                  </a:lnTo>
                  <a:lnTo>
                    <a:pt x="91" y="190"/>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1"/>
                  </a:lnTo>
                  <a:lnTo>
                    <a:pt x="91" y="193"/>
                  </a:lnTo>
                  <a:lnTo>
                    <a:pt x="91" y="196"/>
                  </a:lnTo>
                  <a:lnTo>
                    <a:pt x="96" y="201"/>
                  </a:lnTo>
                  <a:lnTo>
                    <a:pt x="96" y="201"/>
                  </a:lnTo>
                  <a:lnTo>
                    <a:pt x="96" y="201"/>
                  </a:lnTo>
                  <a:lnTo>
                    <a:pt x="96" y="201"/>
                  </a:lnTo>
                  <a:lnTo>
                    <a:pt x="95" y="201"/>
                  </a:lnTo>
                  <a:lnTo>
                    <a:pt x="95" y="201"/>
                  </a:lnTo>
                  <a:lnTo>
                    <a:pt x="95" y="201"/>
                  </a:lnTo>
                  <a:lnTo>
                    <a:pt x="95" y="201"/>
                  </a:lnTo>
                  <a:lnTo>
                    <a:pt x="95" y="201"/>
                  </a:lnTo>
                  <a:lnTo>
                    <a:pt x="95" y="201"/>
                  </a:lnTo>
                  <a:lnTo>
                    <a:pt x="95" y="201"/>
                  </a:lnTo>
                  <a:lnTo>
                    <a:pt x="92" y="202"/>
                  </a:lnTo>
                  <a:lnTo>
                    <a:pt x="92" y="202"/>
                  </a:lnTo>
                  <a:lnTo>
                    <a:pt x="92" y="202"/>
                  </a:lnTo>
                  <a:lnTo>
                    <a:pt x="92" y="202"/>
                  </a:lnTo>
                  <a:lnTo>
                    <a:pt x="92" y="202"/>
                  </a:lnTo>
                  <a:lnTo>
                    <a:pt x="92" y="202"/>
                  </a:lnTo>
                  <a:lnTo>
                    <a:pt x="92" y="202"/>
                  </a:lnTo>
                  <a:lnTo>
                    <a:pt x="92" y="202"/>
                  </a:lnTo>
                  <a:lnTo>
                    <a:pt x="84" y="206"/>
                  </a:lnTo>
                  <a:lnTo>
                    <a:pt x="78" y="207"/>
                  </a:lnTo>
                  <a:lnTo>
                    <a:pt x="78" y="20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6" name="Freeform 110"/>
            <p:cNvSpPr>
              <a:spLocks/>
            </p:cNvSpPr>
            <p:nvPr/>
          </p:nvSpPr>
          <p:spPr bwMode="gray">
            <a:xfrm>
              <a:off x="1592569" y="4936829"/>
              <a:ext cx="456155" cy="457424"/>
            </a:xfrm>
            <a:custGeom>
              <a:avLst/>
              <a:gdLst>
                <a:gd name="T0" fmla="*/ 61 w 184"/>
                <a:gd name="T1" fmla="*/ 182 h 182"/>
                <a:gd name="T2" fmla="*/ 56 w 184"/>
                <a:gd name="T3" fmla="*/ 177 h 182"/>
                <a:gd name="T4" fmla="*/ 53 w 184"/>
                <a:gd name="T5" fmla="*/ 170 h 182"/>
                <a:gd name="T6" fmla="*/ 45 w 184"/>
                <a:gd name="T7" fmla="*/ 167 h 182"/>
                <a:gd name="T8" fmla="*/ 40 w 184"/>
                <a:gd name="T9" fmla="*/ 165 h 182"/>
                <a:gd name="T10" fmla="*/ 37 w 184"/>
                <a:gd name="T11" fmla="*/ 164 h 182"/>
                <a:gd name="T12" fmla="*/ 37 w 184"/>
                <a:gd name="T13" fmla="*/ 164 h 182"/>
                <a:gd name="T14" fmla="*/ 31 w 184"/>
                <a:gd name="T15" fmla="*/ 162 h 182"/>
                <a:gd name="T16" fmla="*/ 11 w 184"/>
                <a:gd name="T17" fmla="*/ 165 h 182"/>
                <a:gd name="T18" fmla="*/ 13 w 184"/>
                <a:gd name="T19" fmla="*/ 159 h 182"/>
                <a:gd name="T20" fmla="*/ 13 w 184"/>
                <a:gd name="T21" fmla="*/ 154 h 182"/>
                <a:gd name="T22" fmla="*/ 16 w 184"/>
                <a:gd name="T23" fmla="*/ 145 h 182"/>
                <a:gd name="T24" fmla="*/ 16 w 184"/>
                <a:gd name="T25" fmla="*/ 137 h 182"/>
                <a:gd name="T26" fmla="*/ 13 w 184"/>
                <a:gd name="T27" fmla="*/ 128 h 182"/>
                <a:gd name="T28" fmla="*/ 10 w 184"/>
                <a:gd name="T29" fmla="*/ 123 h 182"/>
                <a:gd name="T30" fmla="*/ 11 w 184"/>
                <a:gd name="T31" fmla="*/ 117 h 182"/>
                <a:gd name="T32" fmla="*/ 13 w 184"/>
                <a:gd name="T33" fmla="*/ 113 h 182"/>
                <a:gd name="T34" fmla="*/ 5 w 184"/>
                <a:gd name="T35" fmla="*/ 103 h 182"/>
                <a:gd name="T36" fmla="*/ 3 w 184"/>
                <a:gd name="T37" fmla="*/ 100 h 182"/>
                <a:gd name="T38" fmla="*/ 0 w 184"/>
                <a:gd name="T39" fmla="*/ 95 h 182"/>
                <a:gd name="T40" fmla="*/ 67 w 184"/>
                <a:gd name="T41" fmla="*/ 63 h 182"/>
                <a:gd name="T42" fmla="*/ 118 w 184"/>
                <a:gd name="T43" fmla="*/ 0 h 182"/>
                <a:gd name="T44" fmla="*/ 184 w 184"/>
                <a:gd name="T45" fmla="*/ 43 h 182"/>
                <a:gd name="T46" fmla="*/ 159 w 184"/>
                <a:gd name="T47" fmla="*/ 155 h 182"/>
                <a:gd name="T48" fmla="*/ 116 w 184"/>
                <a:gd name="T49" fmla="*/ 172 h 182"/>
                <a:gd name="T50" fmla="*/ 112 w 184"/>
                <a:gd name="T51" fmla="*/ 173 h 182"/>
                <a:gd name="T52" fmla="*/ 109 w 184"/>
                <a:gd name="T53" fmla="*/ 173 h 182"/>
                <a:gd name="T54" fmla="*/ 107 w 184"/>
                <a:gd name="T55" fmla="*/ 173 h 182"/>
                <a:gd name="T56" fmla="*/ 107 w 184"/>
                <a:gd name="T57" fmla="*/ 173 h 182"/>
                <a:gd name="T58" fmla="*/ 106 w 184"/>
                <a:gd name="T59" fmla="*/ 173 h 182"/>
                <a:gd name="T60" fmla="*/ 106 w 184"/>
                <a:gd name="T61" fmla="*/ 173 h 182"/>
                <a:gd name="T62" fmla="*/ 106 w 184"/>
                <a:gd name="T63" fmla="*/ 173 h 182"/>
                <a:gd name="T64" fmla="*/ 102 w 184"/>
                <a:gd name="T65" fmla="*/ 172 h 182"/>
                <a:gd name="T66" fmla="*/ 98 w 184"/>
                <a:gd name="T67" fmla="*/ 170 h 182"/>
                <a:gd name="T68" fmla="*/ 96 w 184"/>
                <a:gd name="T69" fmla="*/ 170 h 182"/>
                <a:gd name="T70" fmla="*/ 96 w 184"/>
                <a:gd name="T71" fmla="*/ 170 h 182"/>
                <a:gd name="T72" fmla="*/ 84 w 184"/>
                <a:gd name="T73" fmla="*/ 171 h 182"/>
                <a:gd name="T74" fmla="*/ 84 w 184"/>
                <a:gd name="T75" fmla="*/ 171 h 182"/>
                <a:gd name="T76" fmla="*/ 84 w 184"/>
                <a:gd name="T77" fmla="*/ 172 h 182"/>
                <a:gd name="T78" fmla="*/ 84 w 184"/>
                <a:gd name="T79" fmla="*/ 172 h 182"/>
                <a:gd name="T80" fmla="*/ 80 w 184"/>
                <a:gd name="T81" fmla="*/ 178 h 182"/>
                <a:gd name="T82" fmla="*/ 80 w 184"/>
                <a:gd name="T83" fmla="*/ 178 h 182"/>
                <a:gd name="T84" fmla="*/ 79 w 184"/>
                <a:gd name="T85" fmla="*/ 178 h 182"/>
                <a:gd name="T86" fmla="*/ 79 w 184"/>
                <a:gd name="T87" fmla="*/ 177 h 182"/>
                <a:gd name="T88" fmla="*/ 79 w 184"/>
                <a:gd name="T89" fmla="*/ 177 h 182"/>
                <a:gd name="T90" fmla="*/ 79 w 184"/>
                <a:gd name="T91" fmla="*/ 177 h 182"/>
                <a:gd name="T92" fmla="*/ 79 w 184"/>
                <a:gd name="T93" fmla="*/ 177 h 182"/>
                <a:gd name="T94" fmla="*/ 79 w 184"/>
                <a:gd name="T95" fmla="*/ 177 h 182"/>
                <a:gd name="T96" fmla="*/ 77 w 184"/>
                <a:gd name="T97" fmla="*/ 175 h 182"/>
                <a:gd name="T98" fmla="*/ 77 w 184"/>
                <a:gd name="T99" fmla="*/ 175 h 182"/>
                <a:gd name="T100" fmla="*/ 72 w 184"/>
                <a:gd name="T101" fmla="*/ 170 h 182"/>
                <a:gd name="T102" fmla="*/ 72 w 184"/>
                <a:gd name="T103" fmla="*/ 170 h 182"/>
                <a:gd name="T104" fmla="*/ 70 w 184"/>
                <a:gd name="T105" fmla="*/ 171 h 182"/>
                <a:gd name="T106" fmla="*/ 70 w 184"/>
                <a:gd name="T107" fmla="*/ 171 h 182"/>
                <a:gd name="T108" fmla="*/ 69 w 184"/>
                <a:gd name="T109" fmla="*/ 172 h 182"/>
                <a:gd name="T110" fmla="*/ 63 w 184"/>
                <a:gd name="T111" fmla="*/ 182 h 182"/>
                <a:gd name="T112" fmla="*/ 63 w 184"/>
                <a:gd name="T113" fmla="*/ 182 h 182"/>
                <a:gd name="T114" fmla="*/ 62 w 184"/>
                <a:gd name="T115" fmla="*/ 18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84" h="182">
                  <a:moveTo>
                    <a:pt x="62" y="182"/>
                  </a:moveTo>
                  <a:lnTo>
                    <a:pt x="62" y="182"/>
                  </a:lnTo>
                  <a:lnTo>
                    <a:pt x="61" y="182"/>
                  </a:lnTo>
                  <a:lnTo>
                    <a:pt x="58" y="181"/>
                  </a:lnTo>
                  <a:lnTo>
                    <a:pt x="58" y="181"/>
                  </a:lnTo>
                  <a:lnTo>
                    <a:pt x="56" y="177"/>
                  </a:lnTo>
                  <a:lnTo>
                    <a:pt x="54" y="175"/>
                  </a:lnTo>
                  <a:lnTo>
                    <a:pt x="53" y="170"/>
                  </a:lnTo>
                  <a:lnTo>
                    <a:pt x="53" y="170"/>
                  </a:lnTo>
                  <a:lnTo>
                    <a:pt x="53" y="167"/>
                  </a:lnTo>
                  <a:lnTo>
                    <a:pt x="45" y="167"/>
                  </a:lnTo>
                  <a:lnTo>
                    <a:pt x="45" y="167"/>
                  </a:lnTo>
                  <a:lnTo>
                    <a:pt x="42" y="167"/>
                  </a:lnTo>
                  <a:lnTo>
                    <a:pt x="41" y="166"/>
                  </a:lnTo>
                  <a:lnTo>
                    <a:pt x="40" y="165"/>
                  </a:lnTo>
                  <a:lnTo>
                    <a:pt x="37" y="164"/>
                  </a:lnTo>
                  <a:lnTo>
                    <a:pt x="37" y="164"/>
                  </a:lnTo>
                  <a:lnTo>
                    <a:pt x="37" y="164"/>
                  </a:lnTo>
                  <a:lnTo>
                    <a:pt x="37" y="164"/>
                  </a:lnTo>
                  <a:lnTo>
                    <a:pt x="37" y="164"/>
                  </a:lnTo>
                  <a:lnTo>
                    <a:pt x="37" y="164"/>
                  </a:lnTo>
                  <a:lnTo>
                    <a:pt x="31" y="162"/>
                  </a:lnTo>
                  <a:lnTo>
                    <a:pt x="31" y="162"/>
                  </a:lnTo>
                  <a:lnTo>
                    <a:pt x="31" y="162"/>
                  </a:lnTo>
                  <a:lnTo>
                    <a:pt x="30" y="162"/>
                  </a:lnTo>
                  <a:lnTo>
                    <a:pt x="30" y="162"/>
                  </a:lnTo>
                  <a:lnTo>
                    <a:pt x="11" y="165"/>
                  </a:lnTo>
                  <a:lnTo>
                    <a:pt x="11" y="165"/>
                  </a:lnTo>
                  <a:lnTo>
                    <a:pt x="13" y="160"/>
                  </a:lnTo>
                  <a:lnTo>
                    <a:pt x="13" y="159"/>
                  </a:lnTo>
                  <a:lnTo>
                    <a:pt x="13" y="159"/>
                  </a:lnTo>
                  <a:lnTo>
                    <a:pt x="13" y="159"/>
                  </a:lnTo>
                  <a:lnTo>
                    <a:pt x="13" y="154"/>
                  </a:lnTo>
                  <a:lnTo>
                    <a:pt x="15" y="150"/>
                  </a:lnTo>
                  <a:lnTo>
                    <a:pt x="15" y="150"/>
                  </a:lnTo>
                  <a:lnTo>
                    <a:pt x="16" y="145"/>
                  </a:lnTo>
                  <a:lnTo>
                    <a:pt x="18" y="140"/>
                  </a:lnTo>
                  <a:lnTo>
                    <a:pt x="18" y="140"/>
                  </a:lnTo>
                  <a:lnTo>
                    <a:pt x="16" y="137"/>
                  </a:lnTo>
                  <a:lnTo>
                    <a:pt x="16" y="137"/>
                  </a:lnTo>
                  <a:lnTo>
                    <a:pt x="14" y="132"/>
                  </a:lnTo>
                  <a:lnTo>
                    <a:pt x="13" y="128"/>
                  </a:lnTo>
                  <a:lnTo>
                    <a:pt x="13" y="128"/>
                  </a:lnTo>
                  <a:lnTo>
                    <a:pt x="10" y="125"/>
                  </a:lnTo>
                  <a:lnTo>
                    <a:pt x="10" y="123"/>
                  </a:lnTo>
                  <a:lnTo>
                    <a:pt x="10" y="122"/>
                  </a:lnTo>
                  <a:lnTo>
                    <a:pt x="10" y="122"/>
                  </a:lnTo>
                  <a:lnTo>
                    <a:pt x="11" y="117"/>
                  </a:lnTo>
                  <a:lnTo>
                    <a:pt x="11" y="117"/>
                  </a:lnTo>
                  <a:lnTo>
                    <a:pt x="13" y="113"/>
                  </a:lnTo>
                  <a:lnTo>
                    <a:pt x="13" y="113"/>
                  </a:lnTo>
                  <a:lnTo>
                    <a:pt x="11" y="109"/>
                  </a:lnTo>
                  <a:lnTo>
                    <a:pt x="11" y="109"/>
                  </a:lnTo>
                  <a:lnTo>
                    <a:pt x="5" y="103"/>
                  </a:lnTo>
                  <a:lnTo>
                    <a:pt x="5" y="103"/>
                  </a:lnTo>
                  <a:lnTo>
                    <a:pt x="3" y="100"/>
                  </a:lnTo>
                  <a:lnTo>
                    <a:pt x="3" y="100"/>
                  </a:lnTo>
                  <a:lnTo>
                    <a:pt x="0" y="98"/>
                  </a:lnTo>
                  <a:lnTo>
                    <a:pt x="0" y="98"/>
                  </a:lnTo>
                  <a:lnTo>
                    <a:pt x="0" y="95"/>
                  </a:lnTo>
                  <a:lnTo>
                    <a:pt x="56" y="95"/>
                  </a:lnTo>
                  <a:lnTo>
                    <a:pt x="57" y="76"/>
                  </a:lnTo>
                  <a:lnTo>
                    <a:pt x="67" y="63"/>
                  </a:lnTo>
                  <a:lnTo>
                    <a:pt x="67" y="26"/>
                  </a:lnTo>
                  <a:lnTo>
                    <a:pt x="118" y="26"/>
                  </a:lnTo>
                  <a:lnTo>
                    <a:pt x="118" y="0"/>
                  </a:lnTo>
                  <a:lnTo>
                    <a:pt x="118" y="0"/>
                  </a:lnTo>
                  <a:lnTo>
                    <a:pt x="139" y="13"/>
                  </a:lnTo>
                  <a:lnTo>
                    <a:pt x="184" y="43"/>
                  </a:lnTo>
                  <a:lnTo>
                    <a:pt x="148" y="43"/>
                  </a:lnTo>
                  <a:lnTo>
                    <a:pt x="154" y="151"/>
                  </a:lnTo>
                  <a:lnTo>
                    <a:pt x="159" y="155"/>
                  </a:lnTo>
                  <a:lnTo>
                    <a:pt x="150" y="172"/>
                  </a:lnTo>
                  <a:lnTo>
                    <a:pt x="150" y="172"/>
                  </a:lnTo>
                  <a:lnTo>
                    <a:pt x="116" y="172"/>
                  </a:lnTo>
                  <a:lnTo>
                    <a:pt x="116" y="172"/>
                  </a:lnTo>
                  <a:lnTo>
                    <a:pt x="112" y="173"/>
                  </a:lnTo>
                  <a:lnTo>
                    <a:pt x="112" y="173"/>
                  </a:lnTo>
                  <a:lnTo>
                    <a:pt x="109" y="173"/>
                  </a:lnTo>
                  <a:lnTo>
                    <a:pt x="109" y="173"/>
                  </a:lnTo>
                  <a:lnTo>
                    <a:pt x="109" y="173"/>
                  </a:lnTo>
                  <a:lnTo>
                    <a:pt x="109" y="173"/>
                  </a:lnTo>
                  <a:lnTo>
                    <a:pt x="107" y="173"/>
                  </a:lnTo>
                  <a:lnTo>
                    <a:pt x="107" y="173"/>
                  </a:lnTo>
                  <a:lnTo>
                    <a:pt x="107" y="173"/>
                  </a:lnTo>
                  <a:lnTo>
                    <a:pt x="107" y="173"/>
                  </a:lnTo>
                  <a:lnTo>
                    <a:pt x="107" y="173"/>
                  </a:lnTo>
                  <a:lnTo>
                    <a:pt x="107" y="173"/>
                  </a:lnTo>
                  <a:lnTo>
                    <a:pt x="106" y="173"/>
                  </a:lnTo>
                  <a:lnTo>
                    <a:pt x="106" y="173"/>
                  </a:lnTo>
                  <a:lnTo>
                    <a:pt x="106" y="173"/>
                  </a:lnTo>
                  <a:lnTo>
                    <a:pt x="106" y="173"/>
                  </a:lnTo>
                  <a:lnTo>
                    <a:pt x="106" y="173"/>
                  </a:lnTo>
                  <a:lnTo>
                    <a:pt x="106" y="173"/>
                  </a:lnTo>
                  <a:lnTo>
                    <a:pt x="106" y="173"/>
                  </a:lnTo>
                  <a:lnTo>
                    <a:pt x="106" y="173"/>
                  </a:lnTo>
                  <a:lnTo>
                    <a:pt x="105" y="173"/>
                  </a:lnTo>
                  <a:lnTo>
                    <a:pt x="105" y="173"/>
                  </a:lnTo>
                  <a:lnTo>
                    <a:pt x="102" y="172"/>
                  </a:lnTo>
                  <a:lnTo>
                    <a:pt x="102" y="172"/>
                  </a:lnTo>
                  <a:lnTo>
                    <a:pt x="100" y="171"/>
                  </a:lnTo>
                  <a:lnTo>
                    <a:pt x="98" y="170"/>
                  </a:lnTo>
                  <a:lnTo>
                    <a:pt x="98" y="170"/>
                  </a:lnTo>
                  <a:lnTo>
                    <a:pt x="98" y="170"/>
                  </a:lnTo>
                  <a:lnTo>
                    <a:pt x="96" y="170"/>
                  </a:lnTo>
                  <a:lnTo>
                    <a:pt x="96" y="170"/>
                  </a:lnTo>
                  <a:lnTo>
                    <a:pt x="96" y="170"/>
                  </a:lnTo>
                  <a:lnTo>
                    <a:pt x="96" y="170"/>
                  </a:lnTo>
                  <a:lnTo>
                    <a:pt x="90" y="170"/>
                  </a:lnTo>
                  <a:lnTo>
                    <a:pt x="86" y="171"/>
                  </a:lnTo>
                  <a:lnTo>
                    <a:pt x="84" y="171"/>
                  </a:lnTo>
                  <a:lnTo>
                    <a:pt x="84" y="171"/>
                  </a:lnTo>
                  <a:lnTo>
                    <a:pt x="84" y="171"/>
                  </a:lnTo>
                  <a:lnTo>
                    <a:pt x="84" y="171"/>
                  </a:lnTo>
                  <a:lnTo>
                    <a:pt x="84" y="171"/>
                  </a:lnTo>
                  <a:lnTo>
                    <a:pt x="84" y="171"/>
                  </a:lnTo>
                  <a:lnTo>
                    <a:pt x="84" y="172"/>
                  </a:lnTo>
                  <a:lnTo>
                    <a:pt x="84" y="172"/>
                  </a:lnTo>
                  <a:lnTo>
                    <a:pt x="84" y="172"/>
                  </a:lnTo>
                  <a:lnTo>
                    <a:pt x="84" y="172"/>
                  </a:lnTo>
                  <a:lnTo>
                    <a:pt x="83" y="176"/>
                  </a:lnTo>
                  <a:lnTo>
                    <a:pt x="82" y="177"/>
                  </a:lnTo>
                  <a:lnTo>
                    <a:pt x="80" y="178"/>
                  </a:lnTo>
                  <a:lnTo>
                    <a:pt x="80" y="178"/>
                  </a:lnTo>
                  <a:lnTo>
                    <a:pt x="80" y="178"/>
                  </a:lnTo>
                  <a:lnTo>
                    <a:pt x="80" y="178"/>
                  </a:lnTo>
                  <a:lnTo>
                    <a:pt x="79" y="178"/>
                  </a:lnTo>
                  <a:lnTo>
                    <a:pt x="79" y="178"/>
                  </a:lnTo>
                  <a:lnTo>
                    <a:pt x="79" y="178"/>
                  </a:lnTo>
                  <a:lnTo>
                    <a:pt x="79" y="178"/>
                  </a:lnTo>
                  <a:lnTo>
                    <a:pt x="79" y="177"/>
                  </a:lnTo>
                  <a:lnTo>
                    <a:pt x="79" y="177"/>
                  </a:lnTo>
                  <a:lnTo>
                    <a:pt x="79" y="177"/>
                  </a:lnTo>
                  <a:lnTo>
                    <a:pt x="79" y="177"/>
                  </a:lnTo>
                  <a:lnTo>
                    <a:pt x="79" y="177"/>
                  </a:lnTo>
                  <a:lnTo>
                    <a:pt x="79" y="177"/>
                  </a:lnTo>
                  <a:lnTo>
                    <a:pt x="79" y="177"/>
                  </a:lnTo>
                  <a:lnTo>
                    <a:pt x="79" y="177"/>
                  </a:lnTo>
                  <a:lnTo>
                    <a:pt x="79" y="177"/>
                  </a:lnTo>
                  <a:lnTo>
                    <a:pt x="79" y="177"/>
                  </a:lnTo>
                  <a:lnTo>
                    <a:pt x="79" y="177"/>
                  </a:lnTo>
                  <a:lnTo>
                    <a:pt x="79" y="177"/>
                  </a:lnTo>
                  <a:lnTo>
                    <a:pt x="79" y="177"/>
                  </a:lnTo>
                  <a:lnTo>
                    <a:pt x="79" y="177"/>
                  </a:lnTo>
                  <a:lnTo>
                    <a:pt x="79" y="177"/>
                  </a:lnTo>
                  <a:lnTo>
                    <a:pt x="77" y="175"/>
                  </a:lnTo>
                  <a:lnTo>
                    <a:pt x="77" y="175"/>
                  </a:lnTo>
                  <a:lnTo>
                    <a:pt x="77" y="175"/>
                  </a:lnTo>
                  <a:lnTo>
                    <a:pt x="77" y="175"/>
                  </a:lnTo>
                  <a:lnTo>
                    <a:pt x="77" y="175"/>
                  </a:lnTo>
                  <a:lnTo>
                    <a:pt x="77" y="175"/>
                  </a:lnTo>
                  <a:lnTo>
                    <a:pt x="74" y="171"/>
                  </a:lnTo>
                  <a:lnTo>
                    <a:pt x="72" y="170"/>
                  </a:lnTo>
                  <a:lnTo>
                    <a:pt x="72" y="170"/>
                  </a:lnTo>
                  <a:lnTo>
                    <a:pt x="72" y="170"/>
                  </a:lnTo>
                  <a:lnTo>
                    <a:pt x="72" y="170"/>
                  </a:lnTo>
                  <a:lnTo>
                    <a:pt x="72" y="170"/>
                  </a:lnTo>
                  <a:lnTo>
                    <a:pt x="72" y="170"/>
                  </a:lnTo>
                  <a:lnTo>
                    <a:pt x="70" y="171"/>
                  </a:lnTo>
                  <a:lnTo>
                    <a:pt x="70" y="171"/>
                  </a:lnTo>
                  <a:lnTo>
                    <a:pt x="70" y="171"/>
                  </a:lnTo>
                  <a:lnTo>
                    <a:pt x="70" y="171"/>
                  </a:lnTo>
                  <a:lnTo>
                    <a:pt x="70" y="171"/>
                  </a:lnTo>
                  <a:lnTo>
                    <a:pt x="69" y="172"/>
                  </a:lnTo>
                  <a:lnTo>
                    <a:pt x="69" y="172"/>
                  </a:lnTo>
                  <a:lnTo>
                    <a:pt x="67" y="177"/>
                  </a:lnTo>
                  <a:lnTo>
                    <a:pt x="66" y="181"/>
                  </a:lnTo>
                  <a:lnTo>
                    <a:pt x="63" y="182"/>
                  </a:lnTo>
                  <a:lnTo>
                    <a:pt x="63" y="182"/>
                  </a:lnTo>
                  <a:lnTo>
                    <a:pt x="63" y="182"/>
                  </a:lnTo>
                  <a:lnTo>
                    <a:pt x="63" y="182"/>
                  </a:lnTo>
                  <a:lnTo>
                    <a:pt x="63" y="182"/>
                  </a:lnTo>
                  <a:lnTo>
                    <a:pt x="63" y="182"/>
                  </a:lnTo>
                  <a:lnTo>
                    <a:pt x="62" y="18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47" name="Freeform 139"/>
            <p:cNvSpPr>
              <a:spLocks/>
            </p:cNvSpPr>
            <p:nvPr/>
          </p:nvSpPr>
          <p:spPr bwMode="gray">
            <a:xfrm>
              <a:off x="2621399" y="5095168"/>
              <a:ext cx="366909" cy="583089"/>
            </a:xfrm>
            <a:custGeom>
              <a:avLst/>
              <a:gdLst>
                <a:gd name="T0" fmla="*/ 28 w 148"/>
                <a:gd name="T1" fmla="*/ 226 h 232"/>
                <a:gd name="T2" fmla="*/ 22 w 148"/>
                <a:gd name="T3" fmla="*/ 215 h 232"/>
                <a:gd name="T4" fmla="*/ 11 w 148"/>
                <a:gd name="T5" fmla="*/ 203 h 232"/>
                <a:gd name="T6" fmla="*/ 28 w 148"/>
                <a:gd name="T7" fmla="*/ 193 h 232"/>
                <a:gd name="T8" fmla="*/ 25 w 148"/>
                <a:gd name="T9" fmla="*/ 187 h 232"/>
                <a:gd name="T10" fmla="*/ 24 w 148"/>
                <a:gd name="T11" fmla="*/ 167 h 232"/>
                <a:gd name="T12" fmla="*/ 17 w 148"/>
                <a:gd name="T13" fmla="*/ 154 h 232"/>
                <a:gd name="T14" fmla="*/ 10 w 148"/>
                <a:gd name="T15" fmla="*/ 146 h 232"/>
                <a:gd name="T16" fmla="*/ 3 w 148"/>
                <a:gd name="T17" fmla="*/ 136 h 232"/>
                <a:gd name="T18" fmla="*/ 0 w 148"/>
                <a:gd name="T19" fmla="*/ 130 h 232"/>
                <a:gd name="T20" fmla="*/ 8 w 148"/>
                <a:gd name="T21" fmla="*/ 115 h 232"/>
                <a:gd name="T22" fmla="*/ 14 w 148"/>
                <a:gd name="T23" fmla="*/ 99 h 232"/>
                <a:gd name="T24" fmla="*/ 10 w 148"/>
                <a:gd name="T25" fmla="*/ 65 h 232"/>
                <a:gd name="T26" fmla="*/ 11 w 148"/>
                <a:gd name="T27" fmla="*/ 58 h 232"/>
                <a:gd name="T28" fmla="*/ 20 w 148"/>
                <a:gd name="T29" fmla="*/ 42 h 232"/>
                <a:gd name="T30" fmla="*/ 19 w 148"/>
                <a:gd name="T31" fmla="*/ 39 h 232"/>
                <a:gd name="T32" fmla="*/ 9 w 148"/>
                <a:gd name="T33" fmla="*/ 6 h 232"/>
                <a:gd name="T34" fmla="*/ 148 w 148"/>
                <a:gd name="T35" fmla="*/ 54 h 232"/>
                <a:gd name="T36" fmla="*/ 148 w 148"/>
                <a:gd name="T37" fmla="*/ 101 h 232"/>
                <a:gd name="T38" fmla="*/ 148 w 148"/>
                <a:gd name="T39" fmla="*/ 101 h 232"/>
                <a:gd name="T40" fmla="*/ 147 w 148"/>
                <a:gd name="T41" fmla="*/ 102 h 232"/>
                <a:gd name="T42" fmla="*/ 145 w 148"/>
                <a:gd name="T43" fmla="*/ 103 h 232"/>
                <a:gd name="T44" fmla="*/ 138 w 148"/>
                <a:gd name="T45" fmla="*/ 98 h 232"/>
                <a:gd name="T46" fmla="*/ 137 w 148"/>
                <a:gd name="T47" fmla="*/ 98 h 232"/>
                <a:gd name="T48" fmla="*/ 137 w 148"/>
                <a:gd name="T49" fmla="*/ 98 h 232"/>
                <a:gd name="T50" fmla="*/ 134 w 148"/>
                <a:gd name="T51" fmla="*/ 98 h 232"/>
                <a:gd name="T52" fmla="*/ 134 w 148"/>
                <a:gd name="T53" fmla="*/ 98 h 232"/>
                <a:gd name="T54" fmla="*/ 132 w 148"/>
                <a:gd name="T55" fmla="*/ 106 h 232"/>
                <a:gd name="T56" fmla="*/ 127 w 148"/>
                <a:gd name="T57" fmla="*/ 113 h 232"/>
                <a:gd name="T58" fmla="*/ 117 w 148"/>
                <a:gd name="T59" fmla="*/ 126 h 232"/>
                <a:gd name="T60" fmla="*/ 115 w 148"/>
                <a:gd name="T61" fmla="*/ 142 h 232"/>
                <a:gd name="T62" fmla="*/ 115 w 148"/>
                <a:gd name="T63" fmla="*/ 151 h 232"/>
                <a:gd name="T64" fmla="*/ 117 w 148"/>
                <a:gd name="T65" fmla="*/ 152 h 232"/>
                <a:gd name="T66" fmla="*/ 132 w 148"/>
                <a:gd name="T67" fmla="*/ 170 h 232"/>
                <a:gd name="T68" fmla="*/ 132 w 148"/>
                <a:gd name="T69" fmla="*/ 170 h 232"/>
                <a:gd name="T70" fmla="*/ 132 w 148"/>
                <a:gd name="T71" fmla="*/ 170 h 232"/>
                <a:gd name="T72" fmla="*/ 132 w 148"/>
                <a:gd name="T73" fmla="*/ 173 h 232"/>
                <a:gd name="T74" fmla="*/ 128 w 148"/>
                <a:gd name="T75" fmla="*/ 179 h 232"/>
                <a:gd name="T76" fmla="*/ 117 w 148"/>
                <a:gd name="T77" fmla="*/ 190 h 232"/>
                <a:gd name="T78" fmla="*/ 92 w 148"/>
                <a:gd name="T79" fmla="*/ 199 h 232"/>
                <a:gd name="T80" fmla="*/ 81 w 148"/>
                <a:gd name="T81" fmla="*/ 200 h 232"/>
                <a:gd name="T82" fmla="*/ 79 w 148"/>
                <a:gd name="T83" fmla="*/ 207 h 232"/>
                <a:gd name="T84" fmla="*/ 73 w 148"/>
                <a:gd name="T85" fmla="*/ 211 h 232"/>
                <a:gd name="T86" fmla="*/ 63 w 148"/>
                <a:gd name="T87" fmla="*/ 214 h 232"/>
                <a:gd name="T88" fmla="*/ 38 w 148"/>
                <a:gd name="T89" fmla="*/ 226 h 232"/>
                <a:gd name="T90" fmla="*/ 27 w 148"/>
                <a:gd name="T91" fmla="*/ 23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48" h="232">
                  <a:moveTo>
                    <a:pt x="27" y="232"/>
                  </a:moveTo>
                  <a:lnTo>
                    <a:pt x="27" y="232"/>
                  </a:lnTo>
                  <a:lnTo>
                    <a:pt x="28" y="226"/>
                  </a:lnTo>
                  <a:lnTo>
                    <a:pt x="27" y="221"/>
                  </a:lnTo>
                  <a:lnTo>
                    <a:pt x="27" y="221"/>
                  </a:lnTo>
                  <a:lnTo>
                    <a:pt x="22" y="215"/>
                  </a:lnTo>
                  <a:lnTo>
                    <a:pt x="17" y="210"/>
                  </a:lnTo>
                  <a:lnTo>
                    <a:pt x="14" y="205"/>
                  </a:lnTo>
                  <a:lnTo>
                    <a:pt x="11" y="203"/>
                  </a:lnTo>
                  <a:lnTo>
                    <a:pt x="11" y="199"/>
                  </a:lnTo>
                  <a:lnTo>
                    <a:pt x="11" y="193"/>
                  </a:lnTo>
                  <a:lnTo>
                    <a:pt x="28" y="193"/>
                  </a:lnTo>
                  <a:lnTo>
                    <a:pt x="28" y="193"/>
                  </a:lnTo>
                  <a:lnTo>
                    <a:pt x="26" y="190"/>
                  </a:lnTo>
                  <a:lnTo>
                    <a:pt x="25" y="187"/>
                  </a:lnTo>
                  <a:lnTo>
                    <a:pt x="24" y="182"/>
                  </a:lnTo>
                  <a:lnTo>
                    <a:pt x="24" y="182"/>
                  </a:lnTo>
                  <a:lnTo>
                    <a:pt x="24" y="167"/>
                  </a:lnTo>
                  <a:lnTo>
                    <a:pt x="22" y="160"/>
                  </a:lnTo>
                  <a:lnTo>
                    <a:pt x="20" y="156"/>
                  </a:lnTo>
                  <a:lnTo>
                    <a:pt x="17" y="154"/>
                  </a:lnTo>
                  <a:lnTo>
                    <a:pt x="17" y="154"/>
                  </a:lnTo>
                  <a:lnTo>
                    <a:pt x="10" y="146"/>
                  </a:lnTo>
                  <a:lnTo>
                    <a:pt x="10" y="146"/>
                  </a:lnTo>
                  <a:lnTo>
                    <a:pt x="10" y="146"/>
                  </a:lnTo>
                  <a:lnTo>
                    <a:pt x="3" y="136"/>
                  </a:lnTo>
                  <a:lnTo>
                    <a:pt x="3" y="136"/>
                  </a:lnTo>
                  <a:lnTo>
                    <a:pt x="1" y="134"/>
                  </a:lnTo>
                  <a:lnTo>
                    <a:pt x="0" y="130"/>
                  </a:lnTo>
                  <a:lnTo>
                    <a:pt x="0" y="130"/>
                  </a:lnTo>
                  <a:lnTo>
                    <a:pt x="0" y="130"/>
                  </a:lnTo>
                  <a:lnTo>
                    <a:pt x="3" y="124"/>
                  </a:lnTo>
                  <a:lnTo>
                    <a:pt x="8" y="115"/>
                  </a:lnTo>
                  <a:lnTo>
                    <a:pt x="11" y="107"/>
                  </a:lnTo>
                  <a:lnTo>
                    <a:pt x="14" y="99"/>
                  </a:lnTo>
                  <a:lnTo>
                    <a:pt x="14" y="99"/>
                  </a:lnTo>
                  <a:lnTo>
                    <a:pt x="11" y="85"/>
                  </a:lnTo>
                  <a:lnTo>
                    <a:pt x="10" y="65"/>
                  </a:lnTo>
                  <a:lnTo>
                    <a:pt x="10" y="65"/>
                  </a:lnTo>
                  <a:lnTo>
                    <a:pt x="10" y="61"/>
                  </a:lnTo>
                  <a:lnTo>
                    <a:pt x="11" y="58"/>
                  </a:lnTo>
                  <a:lnTo>
                    <a:pt x="11" y="58"/>
                  </a:lnTo>
                  <a:lnTo>
                    <a:pt x="16" y="50"/>
                  </a:lnTo>
                  <a:lnTo>
                    <a:pt x="19" y="45"/>
                  </a:lnTo>
                  <a:lnTo>
                    <a:pt x="20" y="42"/>
                  </a:lnTo>
                  <a:lnTo>
                    <a:pt x="20" y="42"/>
                  </a:lnTo>
                  <a:lnTo>
                    <a:pt x="19" y="39"/>
                  </a:lnTo>
                  <a:lnTo>
                    <a:pt x="19" y="39"/>
                  </a:lnTo>
                  <a:lnTo>
                    <a:pt x="15" y="26"/>
                  </a:lnTo>
                  <a:lnTo>
                    <a:pt x="11" y="17"/>
                  </a:lnTo>
                  <a:lnTo>
                    <a:pt x="9" y="6"/>
                  </a:lnTo>
                  <a:lnTo>
                    <a:pt x="26" y="0"/>
                  </a:lnTo>
                  <a:lnTo>
                    <a:pt x="148" y="54"/>
                  </a:lnTo>
                  <a:lnTo>
                    <a:pt x="148" y="54"/>
                  </a:lnTo>
                  <a:lnTo>
                    <a:pt x="148" y="60"/>
                  </a:lnTo>
                  <a:lnTo>
                    <a:pt x="148" y="60"/>
                  </a:lnTo>
                  <a:lnTo>
                    <a:pt x="148" y="101"/>
                  </a:lnTo>
                  <a:lnTo>
                    <a:pt x="148" y="101"/>
                  </a:lnTo>
                  <a:lnTo>
                    <a:pt x="148" y="101"/>
                  </a:lnTo>
                  <a:lnTo>
                    <a:pt x="148" y="101"/>
                  </a:lnTo>
                  <a:lnTo>
                    <a:pt x="148" y="101"/>
                  </a:lnTo>
                  <a:lnTo>
                    <a:pt x="148" y="101"/>
                  </a:lnTo>
                  <a:lnTo>
                    <a:pt x="147" y="102"/>
                  </a:lnTo>
                  <a:lnTo>
                    <a:pt x="145" y="103"/>
                  </a:lnTo>
                  <a:lnTo>
                    <a:pt x="145" y="103"/>
                  </a:lnTo>
                  <a:lnTo>
                    <a:pt x="145" y="103"/>
                  </a:lnTo>
                  <a:lnTo>
                    <a:pt x="142" y="101"/>
                  </a:lnTo>
                  <a:lnTo>
                    <a:pt x="138" y="98"/>
                  </a:lnTo>
                  <a:lnTo>
                    <a:pt x="138" y="98"/>
                  </a:lnTo>
                  <a:lnTo>
                    <a:pt x="137" y="98"/>
                  </a:lnTo>
                  <a:lnTo>
                    <a:pt x="137" y="98"/>
                  </a:lnTo>
                  <a:lnTo>
                    <a:pt x="137" y="98"/>
                  </a:lnTo>
                  <a:lnTo>
                    <a:pt x="137" y="98"/>
                  </a:lnTo>
                  <a:lnTo>
                    <a:pt x="137" y="98"/>
                  </a:lnTo>
                  <a:lnTo>
                    <a:pt x="137" y="98"/>
                  </a:lnTo>
                  <a:lnTo>
                    <a:pt x="137" y="98"/>
                  </a:lnTo>
                  <a:lnTo>
                    <a:pt x="137" y="98"/>
                  </a:lnTo>
                  <a:lnTo>
                    <a:pt x="134" y="98"/>
                  </a:lnTo>
                  <a:lnTo>
                    <a:pt x="134" y="98"/>
                  </a:lnTo>
                  <a:lnTo>
                    <a:pt x="134" y="98"/>
                  </a:lnTo>
                  <a:lnTo>
                    <a:pt x="134" y="98"/>
                  </a:lnTo>
                  <a:lnTo>
                    <a:pt x="133" y="98"/>
                  </a:lnTo>
                  <a:lnTo>
                    <a:pt x="132" y="101"/>
                  </a:lnTo>
                  <a:lnTo>
                    <a:pt x="132" y="106"/>
                  </a:lnTo>
                  <a:lnTo>
                    <a:pt x="132" y="106"/>
                  </a:lnTo>
                  <a:lnTo>
                    <a:pt x="129" y="109"/>
                  </a:lnTo>
                  <a:lnTo>
                    <a:pt x="127" y="113"/>
                  </a:lnTo>
                  <a:lnTo>
                    <a:pt x="120" y="122"/>
                  </a:lnTo>
                  <a:lnTo>
                    <a:pt x="120" y="122"/>
                  </a:lnTo>
                  <a:lnTo>
                    <a:pt x="117" y="126"/>
                  </a:lnTo>
                  <a:lnTo>
                    <a:pt x="116" y="133"/>
                  </a:lnTo>
                  <a:lnTo>
                    <a:pt x="115" y="142"/>
                  </a:lnTo>
                  <a:lnTo>
                    <a:pt x="115" y="142"/>
                  </a:lnTo>
                  <a:lnTo>
                    <a:pt x="113" y="147"/>
                  </a:lnTo>
                  <a:lnTo>
                    <a:pt x="113" y="147"/>
                  </a:lnTo>
                  <a:lnTo>
                    <a:pt x="115" y="151"/>
                  </a:lnTo>
                  <a:lnTo>
                    <a:pt x="116" y="152"/>
                  </a:lnTo>
                  <a:lnTo>
                    <a:pt x="117" y="152"/>
                  </a:lnTo>
                  <a:lnTo>
                    <a:pt x="117" y="152"/>
                  </a:lnTo>
                  <a:lnTo>
                    <a:pt x="121" y="155"/>
                  </a:lnTo>
                  <a:lnTo>
                    <a:pt x="125" y="158"/>
                  </a:lnTo>
                  <a:lnTo>
                    <a:pt x="132" y="170"/>
                  </a:lnTo>
                  <a:lnTo>
                    <a:pt x="132" y="170"/>
                  </a:lnTo>
                  <a:lnTo>
                    <a:pt x="132" y="170"/>
                  </a:lnTo>
                  <a:lnTo>
                    <a:pt x="132" y="170"/>
                  </a:lnTo>
                  <a:lnTo>
                    <a:pt x="132" y="170"/>
                  </a:lnTo>
                  <a:lnTo>
                    <a:pt x="132" y="170"/>
                  </a:lnTo>
                  <a:lnTo>
                    <a:pt x="132" y="170"/>
                  </a:lnTo>
                  <a:lnTo>
                    <a:pt x="132" y="173"/>
                  </a:lnTo>
                  <a:lnTo>
                    <a:pt x="132" y="173"/>
                  </a:lnTo>
                  <a:lnTo>
                    <a:pt x="132" y="173"/>
                  </a:lnTo>
                  <a:lnTo>
                    <a:pt x="132" y="173"/>
                  </a:lnTo>
                  <a:lnTo>
                    <a:pt x="131" y="177"/>
                  </a:lnTo>
                  <a:lnTo>
                    <a:pt x="128" y="179"/>
                  </a:lnTo>
                  <a:lnTo>
                    <a:pt x="123" y="186"/>
                  </a:lnTo>
                  <a:lnTo>
                    <a:pt x="123" y="186"/>
                  </a:lnTo>
                  <a:lnTo>
                    <a:pt x="117" y="190"/>
                  </a:lnTo>
                  <a:lnTo>
                    <a:pt x="110" y="194"/>
                  </a:lnTo>
                  <a:lnTo>
                    <a:pt x="101" y="198"/>
                  </a:lnTo>
                  <a:lnTo>
                    <a:pt x="92" y="199"/>
                  </a:lnTo>
                  <a:lnTo>
                    <a:pt x="92" y="199"/>
                  </a:lnTo>
                  <a:lnTo>
                    <a:pt x="86" y="199"/>
                  </a:lnTo>
                  <a:lnTo>
                    <a:pt x="81" y="200"/>
                  </a:lnTo>
                  <a:lnTo>
                    <a:pt x="80" y="203"/>
                  </a:lnTo>
                  <a:lnTo>
                    <a:pt x="79" y="207"/>
                  </a:lnTo>
                  <a:lnTo>
                    <a:pt x="79" y="207"/>
                  </a:lnTo>
                  <a:lnTo>
                    <a:pt x="79" y="209"/>
                  </a:lnTo>
                  <a:lnTo>
                    <a:pt x="78" y="210"/>
                  </a:lnTo>
                  <a:lnTo>
                    <a:pt x="73" y="211"/>
                  </a:lnTo>
                  <a:lnTo>
                    <a:pt x="68" y="213"/>
                  </a:lnTo>
                  <a:lnTo>
                    <a:pt x="63" y="214"/>
                  </a:lnTo>
                  <a:lnTo>
                    <a:pt x="63" y="214"/>
                  </a:lnTo>
                  <a:lnTo>
                    <a:pt x="53" y="220"/>
                  </a:lnTo>
                  <a:lnTo>
                    <a:pt x="46" y="224"/>
                  </a:lnTo>
                  <a:lnTo>
                    <a:pt x="38" y="226"/>
                  </a:lnTo>
                  <a:lnTo>
                    <a:pt x="38" y="226"/>
                  </a:lnTo>
                  <a:lnTo>
                    <a:pt x="33" y="229"/>
                  </a:lnTo>
                  <a:lnTo>
                    <a:pt x="27" y="2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50" name="Freeform 144"/>
            <p:cNvSpPr>
              <a:spLocks/>
            </p:cNvSpPr>
            <p:nvPr/>
          </p:nvSpPr>
          <p:spPr bwMode="gray">
            <a:xfrm>
              <a:off x="3030453" y="4768437"/>
              <a:ext cx="371867" cy="392077"/>
            </a:xfrm>
            <a:custGeom>
              <a:avLst/>
              <a:gdLst>
                <a:gd name="T0" fmla="*/ 126 w 150"/>
                <a:gd name="T1" fmla="*/ 156 h 156"/>
                <a:gd name="T2" fmla="*/ 131 w 150"/>
                <a:gd name="T3" fmla="*/ 154 h 156"/>
                <a:gd name="T4" fmla="*/ 142 w 150"/>
                <a:gd name="T5" fmla="*/ 143 h 156"/>
                <a:gd name="T6" fmla="*/ 150 w 150"/>
                <a:gd name="T7" fmla="*/ 139 h 156"/>
                <a:gd name="T8" fmla="*/ 150 w 150"/>
                <a:gd name="T9" fmla="*/ 139 h 156"/>
                <a:gd name="T10" fmla="*/ 142 w 150"/>
                <a:gd name="T11" fmla="*/ 133 h 156"/>
                <a:gd name="T12" fmla="*/ 137 w 150"/>
                <a:gd name="T13" fmla="*/ 126 h 156"/>
                <a:gd name="T14" fmla="*/ 138 w 150"/>
                <a:gd name="T15" fmla="*/ 122 h 156"/>
                <a:gd name="T16" fmla="*/ 139 w 150"/>
                <a:gd name="T17" fmla="*/ 117 h 156"/>
                <a:gd name="T18" fmla="*/ 128 w 150"/>
                <a:gd name="T19" fmla="*/ 95 h 156"/>
                <a:gd name="T20" fmla="*/ 115 w 150"/>
                <a:gd name="T21" fmla="*/ 69 h 156"/>
                <a:gd name="T22" fmla="*/ 112 w 150"/>
                <a:gd name="T23" fmla="*/ 64 h 156"/>
                <a:gd name="T24" fmla="*/ 112 w 150"/>
                <a:gd name="T25" fmla="*/ 58 h 156"/>
                <a:gd name="T26" fmla="*/ 111 w 150"/>
                <a:gd name="T27" fmla="*/ 56 h 156"/>
                <a:gd name="T28" fmla="*/ 105 w 150"/>
                <a:gd name="T29" fmla="*/ 50 h 156"/>
                <a:gd name="T30" fmla="*/ 104 w 150"/>
                <a:gd name="T31" fmla="*/ 46 h 156"/>
                <a:gd name="T32" fmla="*/ 105 w 150"/>
                <a:gd name="T33" fmla="*/ 46 h 156"/>
                <a:gd name="T34" fmla="*/ 120 w 150"/>
                <a:gd name="T35" fmla="*/ 58 h 156"/>
                <a:gd name="T36" fmla="*/ 121 w 150"/>
                <a:gd name="T37" fmla="*/ 58 h 156"/>
                <a:gd name="T38" fmla="*/ 126 w 150"/>
                <a:gd name="T39" fmla="*/ 56 h 156"/>
                <a:gd name="T40" fmla="*/ 128 w 150"/>
                <a:gd name="T41" fmla="*/ 56 h 156"/>
                <a:gd name="T42" fmla="*/ 129 w 150"/>
                <a:gd name="T43" fmla="*/ 25 h 156"/>
                <a:gd name="T44" fmla="*/ 129 w 150"/>
                <a:gd name="T45" fmla="*/ 20 h 156"/>
                <a:gd name="T46" fmla="*/ 120 w 150"/>
                <a:gd name="T47" fmla="*/ 5 h 156"/>
                <a:gd name="T48" fmla="*/ 118 w 150"/>
                <a:gd name="T49" fmla="*/ 8 h 156"/>
                <a:gd name="T50" fmla="*/ 116 w 150"/>
                <a:gd name="T51" fmla="*/ 9 h 156"/>
                <a:gd name="T52" fmla="*/ 106 w 150"/>
                <a:gd name="T53" fmla="*/ 9 h 156"/>
                <a:gd name="T54" fmla="*/ 92 w 150"/>
                <a:gd name="T55" fmla="*/ 8 h 156"/>
                <a:gd name="T56" fmla="*/ 88 w 150"/>
                <a:gd name="T57" fmla="*/ 7 h 156"/>
                <a:gd name="T58" fmla="*/ 83 w 150"/>
                <a:gd name="T59" fmla="*/ 2 h 156"/>
                <a:gd name="T60" fmla="*/ 79 w 150"/>
                <a:gd name="T61" fmla="*/ 2 h 156"/>
                <a:gd name="T62" fmla="*/ 75 w 150"/>
                <a:gd name="T63" fmla="*/ 2 h 156"/>
                <a:gd name="T64" fmla="*/ 73 w 150"/>
                <a:gd name="T65" fmla="*/ 0 h 156"/>
                <a:gd name="T66" fmla="*/ 69 w 150"/>
                <a:gd name="T67" fmla="*/ 3 h 156"/>
                <a:gd name="T68" fmla="*/ 60 w 150"/>
                <a:gd name="T69" fmla="*/ 9 h 156"/>
                <a:gd name="T70" fmla="*/ 53 w 150"/>
                <a:gd name="T71" fmla="*/ 14 h 156"/>
                <a:gd name="T72" fmla="*/ 40 w 150"/>
                <a:gd name="T73" fmla="*/ 13 h 156"/>
                <a:gd name="T74" fmla="*/ 26 w 150"/>
                <a:gd name="T75" fmla="*/ 9 h 156"/>
                <a:gd name="T76" fmla="*/ 1 w 150"/>
                <a:gd name="T77" fmla="*/ 3 h 156"/>
                <a:gd name="T78" fmla="*/ 0 w 150"/>
                <a:gd name="T79" fmla="*/ 148 h 156"/>
                <a:gd name="T80" fmla="*/ 85 w 150"/>
                <a:gd name="T81" fmla="*/ 148 h 156"/>
                <a:gd name="T82" fmla="*/ 110 w 150"/>
                <a:gd name="T83" fmla="*/ 152 h 156"/>
                <a:gd name="T84" fmla="*/ 126 w 150"/>
                <a:gd name="T85" fmla="*/ 156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0" h="156">
                  <a:moveTo>
                    <a:pt x="126" y="156"/>
                  </a:moveTo>
                  <a:lnTo>
                    <a:pt x="126" y="156"/>
                  </a:lnTo>
                  <a:lnTo>
                    <a:pt x="128" y="156"/>
                  </a:lnTo>
                  <a:lnTo>
                    <a:pt x="131" y="154"/>
                  </a:lnTo>
                  <a:lnTo>
                    <a:pt x="134" y="149"/>
                  </a:lnTo>
                  <a:lnTo>
                    <a:pt x="142" y="143"/>
                  </a:lnTo>
                  <a:lnTo>
                    <a:pt x="142" y="143"/>
                  </a:lnTo>
                  <a:lnTo>
                    <a:pt x="150" y="139"/>
                  </a:lnTo>
                  <a:lnTo>
                    <a:pt x="150" y="139"/>
                  </a:lnTo>
                  <a:lnTo>
                    <a:pt x="150" y="139"/>
                  </a:lnTo>
                  <a:lnTo>
                    <a:pt x="145" y="137"/>
                  </a:lnTo>
                  <a:lnTo>
                    <a:pt x="142" y="133"/>
                  </a:lnTo>
                  <a:lnTo>
                    <a:pt x="137" y="126"/>
                  </a:lnTo>
                  <a:lnTo>
                    <a:pt x="137" y="126"/>
                  </a:lnTo>
                  <a:lnTo>
                    <a:pt x="137" y="125"/>
                  </a:lnTo>
                  <a:lnTo>
                    <a:pt x="138" y="122"/>
                  </a:lnTo>
                  <a:lnTo>
                    <a:pt x="139" y="120"/>
                  </a:lnTo>
                  <a:lnTo>
                    <a:pt x="139" y="117"/>
                  </a:lnTo>
                  <a:lnTo>
                    <a:pt x="139" y="117"/>
                  </a:lnTo>
                  <a:lnTo>
                    <a:pt x="128" y="95"/>
                  </a:lnTo>
                  <a:lnTo>
                    <a:pt x="121" y="80"/>
                  </a:lnTo>
                  <a:lnTo>
                    <a:pt x="115" y="69"/>
                  </a:lnTo>
                  <a:lnTo>
                    <a:pt x="115" y="69"/>
                  </a:lnTo>
                  <a:lnTo>
                    <a:pt x="112" y="64"/>
                  </a:lnTo>
                  <a:lnTo>
                    <a:pt x="111" y="62"/>
                  </a:lnTo>
                  <a:lnTo>
                    <a:pt x="112" y="58"/>
                  </a:lnTo>
                  <a:lnTo>
                    <a:pt x="112" y="58"/>
                  </a:lnTo>
                  <a:lnTo>
                    <a:pt x="111" y="56"/>
                  </a:lnTo>
                  <a:lnTo>
                    <a:pt x="108" y="52"/>
                  </a:lnTo>
                  <a:lnTo>
                    <a:pt x="105" y="50"/>
                  </a:lnTo>
                  <a:lnTo>
                    <a:pt x="104" y="46"/>
                  </a:lnTo>
                  <a:lnTo>
                    <a:pt x="104" y="46"/>
                  </a:lnTo>
                  <a:lnTo>
                    <a:pt x="104" y="46"/>
                  </a:lnTo>
                  <a:lnTo>
                    <a:pt x="105" y="46"/>
                  </a:lnTo>
                  <a:lnTo>
                    <a:pt x="110" y="51"/>
                  </a:lnTo>
                  <a:lnTo>
                    <a:pt x="120" y="58"/>
                  </a:lnTo>
                  <a:lnTo>
                    <a:pt x="120" y="58"/>
                  </a:lnTo>
                  <a:lnTo>
                    <a:pt x="121" y="58"/>
                  </a:lnTo>
                  <a:lnTo>
                    <a:pt x="123" y="57"/>
                  </a:lnTo>
                  <a:lnTo>
                    <a:pt x="126" y="56"/>
                  </a:lnTo>
                  <a:lnTo>
                    <a:pt x="128" y="56"/>
                  </a:lnTo>
                  <a:lnTo>
                    <a:pt x="128" y="56"/>
                  </a:lnTo>
                  <a:lnTo>
                    <a:pt x="129" y="35"/>
                  </a:lnTo>
                  <a:lnTo>
                    <a:pt x="129" y="25"/>
                  </a:lnTo>
                  <a:lnTo>
                    <a:pt x="129" y="20"/>
                  </a:lnTo>
                  <a:lnTo>
                    <a:pt x="129" y="20"/>
                  </a:lnTo>
                  <a:lnTo>
                    <a:pt x="126" y="13"/>
                  </a:lnTo>
                  <a:lnTo>
                    <a:pt x="120" y="5"/>
                  </a:lnTo>
                  <a:lnTo>
                    <a:pt x="120" y="5"/>
                  </a:lnTo>
                  <a:lnTo>
                    <a:pt x="118" y="8"/>
                  </a:lnTo>
                  <a:lnTo>
                    <a:pt x="118" y="8"/>
                  </a:lnTo>
                  <a:lnTo>
                    <a:pt x="116" y="9"/>
                  </a:lnTo>
                  <a:lnTo>
                    <a:pt x="113" y="9"/>
                  </a:lnTo>
                  <a:lnTo>
                    <a:pt x="106" y="9"/>
                  </a:lnTo>
                  <a:lnTo>
                    <a:pt x="92" y="8"/>
                  </a:lnTo>
                  <a:lnTo>
                    <a:pt x="92" y="8"/>
                  </a:lnTo>
                  <a:lnTo>
                    <a:pt x="90" y="8"/>
                  </a:lnTo>
                  <a:lnTo>
                    <a:pt x="88" y="7"/>
                  </a:lnTo>
                  <a:lnTo>
                    <a:pt x="83" y="2"/>
                  </a:lnTo>
                  <a:lnTo>
                    <a:pt x="83" y="2"/>
                  </a:lnTo>
                  <a:lnTo>
                    <a:pt x="80" y="0"/>
                  </a:lnTo>
                  <a:lnTo>
                    <a:pt x="79" y="2"/>
                  </a:lnTo>
                  <a:lnTo>
                    <a:pt x="78" y="3"/>
                  </a:lnTo>
                  <a:lnTo>
                    <a:pt x="75" y="2"/>
                  </a:lnTo>
                  <a:lnTo>
                    <a:pt x="75" y="2"/>
                  </a:lnTo>
                  <a:lnTo>
                    <a:pt x="73" y="0"/>
                  </a:lnTo>
                  <a:lnTo>
                    <a:pt x="73" y="0"/>
                  </a:lnTo>
                  <a:lnTo>
                    <a:pt x="69" y="3"/>
                  </a:lnTo>
                  <a:lnTo>
                    <a:pt x="69" y="3"/>
                  </a:lnTo>
                  <a:lnTo>
                    <a:pt x="60" y="9"/>
                  </a:lnTo>
                  <a:lnTo>
                    <a:pt x="53" y="14"/>
                  </a:lnTo>
                  <a:lnTo>
                    <a:pt x="53" y="14"/>
                  </a:lnTo>
                  <a:lnTo>
                    <a:pt x="48" y="15"/>
                  </a:lnTo>
                  <a:lnTo>
                    <a:pt x="40" y="13"/>
                  </a:lnTo>
                  <a:lnTo>
                    <a:pt x="26" y="9"/>
                  </a:lnTo>
                  <a:lnTo>
                    <a:pt x="26" y="9"/>
                  </a:lnTo>
                  <a:lnTo>
                    <a:pt x="12" y="5"/>
                  </a:lnTo>
                  <a:lnTo>
                    <a:pt x="1" y="3"/>
                  </a:lnTo>
                  <a:lnTo>
                    <a:pt x="0" y="3"/>
                  </a:lnTo>
                  <a:lnTo>
                    <a:pt x="0" y="148"/>
                  </a:lnTo>
                  <a:lnTo>
                    <a:pt x="85" y="148"/>
                  </a:lnTo>
                  <a:lnTo>
                    <a:pt x="85" y="148"/>
                  </a:lnTo>
                  <a:lnTo>
                    <a:pt x="97" y="149"/>
                  </a:lnTo>
                  <a:lnTo>
                    <a:pt x="110" y="152"/>
                  </a:lnTo>
                  <a:lnTo>
                    <a:pt x="120" y="154"/>
                  </a:lnTo>
                  <a:lnTo>
                    <a:pt x="126" y="15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1" name="Freeform 703"/>
            <p:cNvSpPr>
              <a:spLocks/>
            </p:cNvSpPr>
            <p:nvPr/>
          </p:nvSpPr>
          <p:spPr bwMode="gray">
            <a:xfrm>
              <a:off x="1845439" y="4331120"/>
              <a:ext cx="111560" cy="218659"/>
            </a:xfrm>
            <a:custGeom>
              <a:avLst/>
              <a:gdLst>
                <a:gd name="T0" fmla="*/ 30 w 45"/>
                <a:gd name="T1" fmla="*/ 60 h 87"/>
                <a:gd name="T2" fmla="*/ 30 w 45"/>
                <a:gd name="T3" fmla="*/ 60 h 87"/>
                <a:gd name="T4" fmla="*/ 31 w 45"/>
                <a:gd name="T5" fmla="*/ 52 h 87"/>
                <a:gd name="T6" fmla="*/ 34 w 45"/>
                <a:gd name="T7" fmla="*/ 41 h 87"/>
                <a:gd name="T8" fmla="*/ 35 w 45"/>
                <a:gd name="T9" fmla="*/ 30 h 87"/>
                <a:gd name="T10" fmla="*/ 36 w 45"/>
                <a:gd name="T11" fmla="*/ 23 h 87"/>
                <a:gd name="T12" fmla="*/ 36 w 45"/>
                <a:gd name="T13" fmla="*/ 23 h 87"/>
                <a:gd name="T14" fmla="*/ 39 w 45"/>
                <a:gd name="T15" fmla="*/ 18 h 87"/>
                <a:gd name="T16" fmla="*/ 42 w 45"/>
                <a:gd name="T17" fmla="*/ 14 h 87"/>
                <a:gd name="T18" fmla="*/ 45 w 45"/>
                <a:gd name="T19" fmla="*/ 11 h 87"/>
                <a:gd name="T20" fmla="*/ 45 w 45"/>
                <a:gd name="T21" fmla="*/ 9 h 87"/>
                <a:gd name="T22" fmla="*/ 44 w 45"/>
                <a:gd name="T23" fmla="*/ 7 h 87"/>
                <a:gd name="T24" fmla="*/ 44 w 45"/>
                <a:gd name="T25" fmla="*/ 7 h 87"/>
                <a:gd name="T26" fmla="*/ 41 w 45"/>
                <a:gd name="T27" fmla="*/ 6 h 87"/>
                <a:gd name="T28" fmla="*/ 37 w 45"/>
                <a:gd name="T29" fmla="*/ 4 h 87"/>
                <a:gd name="T30" fmla="*/ 31 w 45"/>
                <a:gd name="T31" fmla="*/ 4 h 87"/>
                <a:gd name="T32" fmla="*/ 20 w 45"/>
                <a:gd name="T33" fmla="*/ 3 h 87"/>
                <a:gd name="T34" fmla="*/ 20 w 45"/>
                <a:gd name="T35" fmla="*/ 3 h 87"/>
                <a:gd name="T36" fmla="*/ 20 w 45"/>
                <a:gd name="T37" fmla="*/ 2 h 87"/>
                <a:gd name="T38" fmla="*/ 19 w 45"/>
                <a:gd name="T39" fmla="*/ 1 h 87"/>
                <a:gd name="T40" fmla="*/ 18 w 45"/>
                <a:gd name="T41" fmla="*/ 0 h 87"/>
                <a:gd name="T42" fmla="*/ 14 w 45"/>
                <a:gd name="T43" fmla="*/ 0 h 87"/>
                <a:gd name="T44" fmla="*/ 14 w 45"/>
                <a:gd name="T45" fmla="*/ 0 h 87"/>
                <a:gd name="T46" fmla="*/ 8 w 45"/>
                <a:gd name="T47" fmla="*/ 1 h 87"/>
                <a:gd name="T48" fmla="*/ 8 w 45"/>
                <a:gd name="T49" fmla="*/ 1 h 87"/>
                <a:gd name="T50" fmla="*/ 12 w 45"/>
                <a:gd name="T51" fmla="*/ 27 h 87"/>
                <a:gd name="T52" fmla="*/ 12 w 45"/>
                <a:gd name="T53" fmla="*/ 27 h 87"/>
                <a:gd name="T54" fmla="*/ 12 w 45"/>
                <a:gd name="T55" fmla="*/ 32 h 87"/>
                <a:gd name="T56" fmla="*/ 8 w 45"/>
                <a:gd name="T57" fmla="*/ 40 h 87"/>
                <a:gd name="T58" fmla="*/ 0 w 45"/>
                <a:gd name="T59" fmla="*/ 55 h 87"/>
                <a:gd name="T60" fmla="*/ 0 w 45"/>
                <a:gd name="T61" fmla="*/ 55 h 87"/>
                <a:gd name="T62" fmla="*/ 0 w 45"/>
                <a:gd name="T63" fmla="*/ 59 h 87"/>
                <a:gd name="T64" fmla="*/ 2 w 45"/>
                <a:gd name="T65" fmla="*/ 60 h 87"/>
                <a:gd name="T66" fmla="*/ 5 w 45"/>
                <a:gd name="T67" fmla="*/ 60 h 87"/>
                <a:gd name="T68" fmla="*/ 5 w 45"/>
                <a:gd name="T69" fmla="*/ 60 h 87"/>
                <a:gd name="T70" fmla="*/ 7 w 45"/>
                <a:gd name="T71" fmla="*/ 62 h 87"/>
                <a:gd name="T72" fmla="*/ 8 w 45"/>
                <a:gd name="T73" fmla="*/ 67 h 87"/>
                <a:gd name="T74" fmla="*/ 9 w 45"/>
                <a:gd name="T75" fmla="*/ 72 h 87"/>
                <a:gd name="T76" fmla="*/ 9 w 45"/>
                <a:gd name="T77" fmla="*/ 77 h 87"/>
                <a:gd name="T78" fmla="*/ 9 w 45"/>
                <a:gd name="T79" fmla="*/ 77 h 87"/>
                <a:gd name="T80" fmla="*/ 8 w 45"/>
                <a:gd name="T81" fmla="*/ 81 h 87"/>
                <a:gd name="T82" fmla="*/ 9 w 45"/>
                <a:gd name="T83" fmla="*/ 83 h 87"/>
                <a:gd name="T84" fmla="*/ 12 w 45"/>
                <a:gd name="T85" fmla="*/ 86 h 87"/>
                <a:gd name="T86" fmla="*/ 15 w 45"/>
                <a:gd name="T87" fmla="*/ 87 h 87"/>
                <a:gd name="T88" fmla="*/ 15 w 45"/>
                <a:gd name="T89" fmla="*/ 87 h 87"/>
                <a:gd name="T90" fmla="*/ 21 w 45"/>
                <a:gd name="T91" fmla="*/ 87 h 87"/>
                <a:gd name="T92" fmla="*/ 25 w 45"/>
                <a:gd name="T93" fmla="*/ 86 h 87"/>
                <a:gd name="T94" fmla="*/ 25 w 45"/>
                <a:gd name="T95" fmla="*/ 86 h 87"/>
                <a:gd name="T96" fmla="*/ 26 w 45"/>
                <a:gd name="T97" fmla="*/ 78 h 87"/>
                <a:gd name="T98" fmla="*/ 29 w 45"/>
                <a:gd name="T99" fmla="*/ 73 h 87"/>
                <a:gd name="T100" fmla="*/ 29 w 45"/>
                <a:gd name="T101" fmla="*/ 73 h 87"/>
                <a:gd name="T102" fmla="*/ 30 w 45"/>
                <a:gd name="T103" fmla="*/ 71 h 87"/>
                <a:gd name="T104" fmla="*/ 30 w 45"/>
                <a:gd name="T105" fmla="*/ 68 h 87"/>
                <a:gd name="T106" fmla="*/ 30 w 45"/>
                <a:gd name="T107" fmla="*/ 65 h 87"/>
                <a:gd name="T108" fmla="*/ 30 w 45"/>
                <a:gd name="T109" fmla="*/ 6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5" h="87">
                  <a:moveTo>
                    <a:pt x="30" y="60"/>
                  </a:moveTo>
                  <a:lnTo>
                    <a:pt x="30" y="60"/>
                  </a:lnTo>
                  <a:lnTo>
                    <a:pt x="31" y="52"/>
                  </a:lnTo>
                  <a:lnTo>
                    <a:pt x="34" y="41"/>
                  </a:lnTo>
                  <a:lnTo>
                    <a:pt x="35" y="30"/>
                  </a:lnTo>
                  <a:lnTo>
                    <a:pt x="36" y="23"/>
                  </a:lnTo>
                  <a:lnTo>
                    <a:pt x="36" y="23"/>
                  </a:lnTo>
                  <a:lnTo>
                    <a:pt x="39" y="18"/>
                  </a:lnTo>
                  <a:lnTo>
                    <a:pt x="42" y="14"/>
                  </a:lnTo>
                  <a:lnTo>
                    <a:pt x="45" y="11"/>
                  </a:lnTo>
                  <a:lnTo>
                    <a:pt x="45" y="9"/>
                  </a:lnTo>
                  <a:lnTo>
                    <a:pt x="44" y="7"/>
                  </a:lnTo>
                  <a:lnTo>
                    <a:pt x="44" y="7"/>
                  </a:lnTo>
                  <a:lnTo>
                    <a:pt x="41" y="6"/>
                  </a:lnTo>
                  <a:lnTo>
                    <a:pt x="37" y="4"/>
                  </a:lnTo>
                  <a:lnTo>
                    <a:pt x="31" y="4"/>
                  </a:lnTo>
                  <a:lnTo>
                    <a:pt x="20" y="3"/>
                  </a:lnTo>
                  <a:lnTo>
                    <a:pt x="20" y="3"/>
                  </a:lnTo>
                  <a:lnTo>
                    <a:pt x="20" y="2"/>
                  </a:lnTo>
                  <a:lnTo>
                    <a:pt x="19" y="1"/>
                  </a:lnTo>
                  <a:lnTo>
                    <a:pt x="18" y="0"/>
                  </a:lnTo>
                  <a:lnTo>
                    <a:pt x="14" y="0"/>
                  </a:lnTo>
                  <a:lnTo>
                    <a:pt x="14" y="0"/>
                  </a:lnTo>
                  <a:lnTo>
                    <a:pt x="8" y="1"/>
                  </a:lnTo>
                  <a:lnTo>
                    <a:pt x="8" y="1"/>
                  </a:lnTo>
                  <a:lnTo>
                    <a:pt x="12" y="27"/>
                  </a:lnTo>
                  <a:lnTo>
                    <a:pt x="12" y="27"/>
                  </a:lnTo>
                  <a:lnTo>
                    <a:pt x="12" y="32"/>
                  </a:lnTo>
                  <a:lnTo>
                    <a:pt x="8" y="40"/>
                  </a:lnTo>
                  <a:lnTo>
                    <a:pt x="0" y="55"/>
                  </a:lnTo>
                  <a:lnTo>
                    <a:pt x="0" y="55"/>
                  </a:lnTo>
                  <a:lnTo>
                    <a:pt x="0" y="59"/>
                  </a:lnTo>
                  <a:lnTo>
                    <a:pt x="2" y="60"/>
                  </a:lnTo>
                  <a:lnTo>
                    <a:pt x="5" y="60"/>
                  </a:lnTo>
                  <a:lnTo>
                    <a:pt x="5" y="60"/>
                  </a:lnTo>
                  <a:lnTo>
                    <a:pt x="7" y="62"/>
                  </a:lnTo>
                  <a:lnTo>
                    <a:pt x="8" y="67"/>
                  </a:lnTo>
                  <a:lnTo>
                    <a:pt x="9" y="72"/>
                  </a:lnTo>
                  <a:lnTo>
                    <a:pt x="9" y="77"/>
                  </a:lnTo>
                  <a:lnTo>
                    <a:pt x="9" y="77"/>
                  </a:lnTo>
                  <a:lnTo>
                    <a:pt x="8" y="81"/>
                  </a:lnTo>
                  <a:lnTo>
                    <a:pt x="9" y="83"/>
                  </a:lnTo>
                  <a:lnTo>
                    <a:pt x="12" y="86"/>
                  </a:lnTo>
                  <a:lnTo>
                    <a:pt x="15" y="87"/>
                  </a:lnTo>
                  <a:lnTo>
                    <a:pt x="15" y="87"/>
                  </a:lnTo>
                  <a:lnTo>
                    <a:pt x="21" y="87"/>
                  </a:lnTo>
                  <a:lnTo>
                    <a:pt x="25" y="86"/>
                  </a:lnTo>
                  <a:lnTo>
                    <a:pt x="25" y="86"/>
                  </a:lnTo>
                  <a:lnTo>
                    <a:pt x="26" y="78"/>
                  </a:lnTo>
                  <a:lnTo>
                    <a:pt x="29" y="73"/>
                  </a:lnTo>
                  <a:lnTo>
                    <a:pt x="29" y="73"/>
                  </a:lnTo>
                  <a:lnTo>
                    <a:pt x="30" y="71"/>
                  </a:lnTo>
                  <a:lnTo>
                    <a:pt x="30" y="68"/>
                  </a:lnTo>
                  <a:lnTo>
                    <a:pt x="30" y="65"/>
                  </a:lnTo>
                  <a:lnTo>
                    <a:pt x="30"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2" name="Freeform 705"/>
            <p:cNvSpPr>
              <a:spLocks/>
            </p:cNvSpPr>
            <p:nvPr/>
          </p:nvSpPr>
          <p:spPr bwMode="gray">
            <a:xfrm>
              <a:off x="2839561" y="4353741"/>
              <a:ext cx="220641" cy="221171"/>
            </a:xfrm>
            <a:custGeom>
              <a:avLst/>
              <a:gdLst>
                <a:gd name="T0" fmla="*/ 12 w 89"/>
                <a:gd name="T1" fmla="*/ 10 h 88"/>
                <a:gd name="T2" fmla="*/ 12 w 89"/>
                <a:gd name="T3" fmla="*/ 23 h 88"/>
                <a:gd name="T4" fmla="*/ 8 w 89"/>
                <a:gd name="T5" fmla="*/ 27 h 88"/>
                <a:gd name="T6" fmla="*/ 1 w 89"/>
                <a:gd name="T7" fmla="*/ 39 h 88"/>
                <a:gd name="T8" fmla="*/ 4 w 89"/>
                <a:gd name="T9" fmla="*/ 41 h 88"/>
                <a:gd name="T10" fmla="*/ 8 w 89"/>
                <a:gd name="T11" fmla="*/ 40 h 88"/>
                <a:gd name="T12" fmla="*/ 14 w 89"/>
                <a:gd name="T13" fmla="*/ 45 h 88"/>
                <a:gd name="T14" fmla="*/ 16 w 89"/>
                <a:gd name="T15" fmla="*/ 50 h 88"/>
                <a:gd name="T16" fmla="*/ 17 w 89"/>
                <a:gd name="T17" fmla="*/ 52 h 88"/>
                <a:gd name="T18" fmla="*/ 41 w 89"/>
                <a:gd name="T19" fmla="*/ 55 h 88"/>
                <a:gd name="T20" fmla="*/ 43 w 89"/>
                <a:gd name="T21" fmla="*/ 57 h 88"/>
                <a:gd name="T22" fmla="*/ 39 w 89"/>
                <a:gd name="T23" fmla="*/ 61 h 88"/>
                <a:gd name="T24" fmla="*/ 27 w 89"/>
                <a:gd name="T25" fmla="*/ 57 h 88"/>
                <a:gd name="T26" fmla="*/ 19 w 89"/>
                <a:gd name="T27" fmla="*/ 62 h 88"/>
                <a:gd name="T28" fmla="*/ 19 w 89"/>
                <a:gd name="T29" fmla="*/ 64 h 88"/>
                <a:gd name="T30" fmla="*/ 24 w 89"/>
                <a:gd name="T31" fmla="*/ 73 h 88"/>
                <a:gd name="T32" fmla="*/ 25 w 89"/>
                <a:gd name="T33" fmla="*/ 77 h 88"/>
                <a:gd name="T34" fmla="*/ 30 w 89"/>
                <a:gd name="T35" fmla="*/ 78 h 88"/>
                <a:gd name="T36" fmla="*/ 35 w 89"/>
                <a:gd name="T37" fmla="*/ 87 h 88"/>
                <a:gd name="T38" fmla="*/ 37 w 89"/>
                <a:gd name="T39" fmla="*/ 88 h 88"/>
                <a:gd name="T40" fmla="*/ 41 w 89"/>
                <a:gd name="T41" fmla="*/ 82 h 88"/>
                <a:gd name="T42" fmla="*/ 44 w 89"/>
                <a:gd name="T43" fmla="*/ 79 h 88"/>
                <a:gd name="T44" fmla="*/ 44 w 89"/>
                <a:gd name="T45" fmla="*/ 69 h 88"/>
                <a:gd name="T46" fmla="*/ 48 w 89"/>
                <a:gd name="T47" fmla="*/ 67 h 88"/>
                <a:gd name="T48" fmla="*/ 49 w 89"/>
                <a:gd name="T49" fmla="*/ 61 h 88"/>
                <a:gd name="T50" fmla="*/ 53 w 89"/>
                <a:gd name="T51" fmla="*/ 62 h 88"/>
                <a:gd name="T52" fmla="*/ 54 w 89"/>
                <a:gd name="T53" fmla="*/ 61 h 88"/>
                <a:gd name="T54" fmla="*/ 55 w 89"/>
                <a:gd name="T55" fmla="*/ 57 h 88"/>
                <a:gd name="T56" fmla="*/ 64 w 89"/>
                <a:gd name="T57" fmla="*/ 61 h 88"/>
                <a:gd name="T58" fmla="*/ 64 w 89"/>
                <a:gd name="T59" fmla="*/ 56 h 88"/>
                <a:gd name="T60" fmla="*/ 61 w 89"/>
                <a:gd name="T61" fmla="*/ 52 h 88"/>
                <a:gd name="T62" fmla="*/ 54 w 89"/>
                <a:gd name="T63" fmla="*/ 48 h 88"/>
                <a:gd name="T64" fmla="*/ 44 w 89"/>
                <a:gd name="T65" fmla="*/ 34 h 88"/>
                <a:gd name="T66" fmla="*/ 39 w 89"/>
                <a:gd name="T67" fmla="*/ 23 h 88"/>
                <a:gd name="T68" fmla="*/ 40 w 89"/>
                <a:gd name="T69" fmla="*/ 19 h 88"/>
                <a:gd name="T70" fmla="*/ 50 w 89"/>
                <a:gd name="T71" fmla="*/ 23 h 88"/>
                <a:gd name="T72" fmla="*/ 53 w 89"/>
                <a:gd name="T73" fmla="*/ 20 h 88"/>
                <a:gd name="T74" fmla="*/ 53 w 89"/>
                <a:gd name="T75" fmla="*/ 14 h 88"/>
                <a:gd name="T76" fmla="*/ 65 w 89"/>
                <a:gd name="T77" fmla="*/ 11 h 88"/>
                <a:gd name="T78" fmla="*/ 76 w 89"/>
                <a:gd name="T79" fmla="*/ 9 h 88"/>
                <a:gd name="T80" fmla="*/ 82 w 89"/>
                <a:gd name="T81" fmla="*/ 10 h 88"/>
                <a:gd name="T82" fmla="*/ 86 w 89"/>
                <a:gd name="T83" fmla="*/ 2 h 88"/>
                <a:gd name="T84" fmla="*/ 61 w 89"/>
                <a:gd name="T85" fmla="*/ 0 h 88"/>
                <a:gd name="T86" fmla="*/ 43 w 89"/>
                <a:gd name="T87" fmla="*/ 8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9" h="88">
                  <a:moveTo>
                    <a:pt x="38" y="9"/>
                  </a:moveTo>
                  <a:lnTo>
                    <a:pt x="38" y="9"/>
                  </a:lnTo>
                  <a:lnTo>
                    <a:pt x="12" y="10"/>
                  </a:lnTo>
                  <a:lnTo>
                    <a:pt x="12" y="10"/>
                  </a:lnTo>
                  <a:lnTo>
                    <a:pt x="13" y="18"/>
                  </a:lnTo>
                  <a:lnTo>
                    <a:pt x="12" y="23"/>
                  </a:lnTo>
                  <a:lnTo>
                    <a:pt x="12" y="23"/>
                  </a:lnTo>
                  <a:lnTo>
                    <a:pt x="11" y="25"/>
                  </a:lnTo>
                  <a:lnTo>
                    <a:pt x="8" y="27"/>
                  </a:lnTo>
                  <a:lnTo>
                    <a:pt x="0" y="35"/>
                  </a:lnTo>
                  <a:lnTo>
                    <a:pt x="0" y="35"/>
                  </a:lnTo>
                  <a:lnTo>
                    <a:pt x="1" y="39"/>
                  </a:lnTo>
                  <a:lnTo>
                    <a:pt x="1" y="39"/>
                  </a:lnTo>
                  <a:lnTo>
                    <a:pt x="3" y="41"/>
                  </a:lnTo>
                  <a:lnTo>
                    <a:pt x="4" y="41"/>
                  </a:lnTo>
                  <a:lnTo>
                    <a:pt x="7" y="40"/>
                  </a:lnTo>
                  <a:lnTo>
                    <a:pt x="8" y="40"/>
                  </a:lnTo>
                  <a:lnTo>
                    <a:pt x="8" y="40"/>
                  </a:lnTo>
                  <a:lnTo>
                    <a:pt x="11" y="41"/>
                  </a:lnTo>
                  <a:lnTo>
                    <a:pt x="12" y="42"/>
                  </a:lnTo>
                  <a:lnTo>
                    <a:pt x="14" y="45"/>
                  </a:lnTo>
                  <a:lnTo>
                    <a:pt x="14" y="45"/>
                  </a:lnTo>
                  <a:lnTo>
                    <a:pt x="17" y="47"/>
                  </a:lnTo>
                  <a:lnTo>
                    <a:pt x="16" y="50"/>
                  </a:lnTo>
                  <a:lnTo>
                    <a:pt x="16" y="51"/>
                  </a:lnTo>
                  <a:lnTo>
                    <a:pt x="17" y="52"/>
                  </a:lnTo>
                  <a:lnTo>
                    <a:pt x="17" y="52"/>
                  </a:lnTo>
                  <a:lnTo>
                    <a:pt x="22" y="53"/>
                  </a:lnTo>
                  <a:lnTo>
                    <a:pt x="29" y="55"/>
                  </a:lnTo>
                  <a:lnTo>
                    <a:pt x="41" y="55"/>
                  </a:lnTo>
                  <a:lnTo>
                    <a:pt x="41" y="55"/>
                  </a:lnTo>
                  <a:lnTo>
                    <a:pt x="43" y="56"/>
                  </a:lnTo>
                  <a:lnTo>
                    <a:pt x="43" y="57"/>
                  </a:lnTo>
                  <a:lnTo>
                    <a:pt x="41" y="61"/>
                  </a:lnTo>
                  <a:lnTo>
                    <a:pt x="41" y="61"/>
                  </a:lnTo>
                  <a:lnTo>
                    <a:pt x="39" y="61"/>
                  </a:lnTo>
                  <a:lnTo>
                    <a:pt x="34" y="59"/>
                  </a:lnTo>
                  <a:lnTo>
                    <a:pt x="27" y="57"/>
                  </a:lnTo>
                  <a:lnTo>
                    <a:pt x="27" y="57"/>
                  </a:lnTo>
                  <a:lnTo>
                    <a:pt x="24" y="57"/>
                  </a:lnTo>
                  <a:lnTo>
                    <a:pt x="22" y="58"/>
                  </a:lnTo>
                  <a:lnTo>
                    <a:pt x="19" y="62"/>
                  </a:lnTo>
                  <a:lnTo>
                    <a:pt x="19" y="62"/>
                  </a:lnTo>
                  <a:lnTo>
                    <a:pt x="18" y="63"/>
                  </a:lnTo>
                  <a:lnTo>
                    <a:pt x="19" y="64"/>
                  </a:lnTo>
                  <a:lnTo>
                    <a:pt x="21" y="67"/>
                  </a:lnTo>
                  <a:lnTo>
                    <a:pt x="23" y="71"/>
                  </a:lnTo>
                  <a:lnTo>
                    <a:pt x="24" y="73"/>
                  </a:lnTo>
                  <a:lnTo>
                    <a:pt x="24" y="73"/>
                  </a:lnTo>
                  <a:lnTo>
                    <a:pt x="24" y="75"/>
                  </a:lnTo>
                  <a:lnTo>
                    <a:pt x="25" y="77"/>
                  </a:lnTo>
                  <a:lnTo>
                    <a:pt x="28" y="78"/>
                  </a:lnTo>
                  <a:lnTo>
                    <a:pt x="30" y="78"/>
                  </a:lnTo>
                  <a:lnTo>
                    <a:pt x="30" y="78"/>
                  </a:lnTo>
                  <a:lnTo>
                    <a:pt x="32" y="79"/>
                  </a:lnTo>
                  <a:lnTo>
                    <a:pt x="33" y="80"/>
                  </a:lnTo>
                  <a:lnTo>
                    <a:pt x="35" y="87"/>
                  </a:lnTo>
                  <a:lnTo>
                    <a:pt x="35" y="87"/>
                  </a:lnTo>
                  <a:lnTo>
                    <a:pt x="35" y="88"/>
                  </a:lnTo>
                  <a:lnTo>
                    <a:pt x="37" y="88"/>
                  </a:lnTo>
                  <a:lnTo>
                    <a:pt x="38" y="85"/>
                  </a:lnTo>
                  <a:lnTo>
                    <a:pt x="39" y="83"/>
                  </a:lnTo>
                  <a:lnTo>
                    <a:pt x="41" y="82"/>
                  </a:lnTo>
                  <a:lnTo>
                    <a:pt x="41" y="82"/>
                  </a:lnTo>
                  <a:lnTo>
                    <a:pt x="43" y="82"/>
                  </a:lnTo>
                  <a:lnTo>
                    <a:pt x="44" y="79"/>
                  </a:lnTo>
                  <a:lnTo>
                    <a:pt x="44" y="73"/>
                  </a:lnTo>
                  <a:lnTo>
                    <a:pt x="44" y="73"/>
                  </a:lnTo>
                  <a:lnTo>
                    <a:pt x="44" y="69"/>
                  </a:lnTo>
                  <a:lnTo>
                    <a:pt x="45" y="68"/>
                  </a:lnTo>
                  <a:lnTo>
                    <a:pt x="48" y="67"/>
                  </a:lnTo>
                  <a:lnTo>
                    <a:pt x="48" y="67"/>
                  </a:lnTo>
                  <a:lnTo>
                    <a:pt x="48" y="64"/>
                  </a:lnTo>
                  <a:lnTo>
                    <a:pt x="49" y="61"/>
                  </a:lnTo>
                  <a:lnTo>
                    <a:pt x="49" y="61"/>
                  </a:lnTo>
                  <a:lnTo>
                    <a:pt x="49" y="58"/>
                  </a:lnTo>
                  <a:lnTo>
                    <a:pt x="50" y="59"/>
                  </a:lnTo>
                  <a:lnTo>
                    <a:pt x="53" y="62"/>
                  </a:lnTo>
                  <a:lnTo>
                    <a:pt x="53" y="62"/>
                  </a:lnTo>
                  <a:lnTo>
                    <a:pt x="54" y="62"/>
                  </a:lnTo>
                  <a:lnTo>
                    <a:pt x="54" y="61"/>
                  </a:lnTo>
                  <a:lnTo>
                    <a:pt x="54" y="57"/>
                  </a:lnTo>
                  <a:lnTo>
                    <a:pt x="54" y="57"/>
                  </a:lnTo>
                  <a:lnTo>
                    <a:pt x="55" y="57"/>
                  </a:lnTo>
                  <a:lnTo>
                    <a:pt x="59" y="58"/>
                  </a:lnTo>
                  <a:lnTo>
                    <a:pt x="64" y="61"/>
                  </a:lnTo>
                  <a:lnTo>
                    <a:pt x="64" y="61"/>
                  </a:lnTo>
                  <a:lnTo>
                    <a:pt x="65" y="62"/>
                  </a:lnTo>
                  <a:lnTo>
                    <a:pt x="65" y="61"/>
                  </a:lnTo>
                  <a:lnTo>
                    <a:pt x="64" y="56"/>
                  </a:lnTo>
                  <a:lnTo>
                    <a:pt x="64" y="56"/>
                  </a:lnTo>
                  <a:lnTo>
                    <a:pt x="62" y="53"/>
                  </a:lnTo>
                  <a:lnTo>
                    <a:pt x="61" y="52"/>
                  </a:lnTo>
                  <a:lnTo>
                    <a:pt x="57" y="50"/>
                  </a:lnTo>
                  <a:lnTo>
                    <a:pt x="57" y="50"/>
                  </a:lnTo>
                  <a:lnTo>
                    <a:pt x="54" y="48"/>
                  </a:lnTo>
                  <a:lnTo>
                    <a:pt x="50" y="43"/>
                  </a:lnTo>
                  <a:lnTo>
                    <a:pt x="44" y="34"/>
                  </a:lnTo>
                  <a:lnTo>
                    <a:pt x="44" y="34"/>
                  </a:lnTo>
                  <a:lnTo>
                    <a:pt x="41" y="30"/>
                  </a:lnTo>
                  <a:lnTo>
                    <a:pt x="40" y="26"/>
                  </a:lnTo>
                  <a:lnTo>
                    <a:pt x="39" y="23"/>
                  </a:lnTo>
                  <a:lnTo>
                    <a:pt x="40" y="19"/>
                  </a:lnTo>
                  <a:lnTo>
                    <a:pt x="40" y="19"/>
                  </a:lnTo>
                  <a:lnTo>
                    <a:pt x="40" y="19"/>
                  </a:lnTo>
                  <a:lnTo>
                    <a:pt x="41" y="18"/>
                  </a:lnTo>
                  <a:lnTo>
                    <a:pt x="44" y="19"/>
                  </a:lnTo>
                  <a:lnTo>
                    <a:pt x="50" y="23"/>
                  </a:lnTo>
                  <a:lnTo>
                    <a:pt x="50" y="23"/>
                  </a:lnTo>
                  <a:lnTo>
                    <a:pt x="51" y="23"/>
                  </a:lnTo>
                  <a:lnTo>
                    <a:pt x="53" y="20"/>
                  </a:lnTo>
                  <a:lnTo>
                    <a:pt x="53" y="15"/>
                  </a:lnTo>
                  <a:lnTo>
                    <a:pt x="53" y="15"/>
                  </a:lnTo>
                  <a:lnTo>
                    <a:pt x="53" y="14"/>
                  </a:lnTo>
                  <a:lnTo>
                    <a:pt x="54" y="13"/>
                  </a:lnTo>
                  <a:lnTo>
                    <a:pt x="56" y="11"/>
                  </a:lnTo>
                  <a:lnTo>
                    <a:pt x="65" y="11"/>
                  </a:lnTo>
                  <a:lnTo>
                    <a:pt x="65" y="11"/>
                  </a:lnTo>
                  <a:lnTo>
                    <a:pt x="71" y="11"/>
                  </a:lnTo>
                  <a:lnTo>
                    <a:pt x="76" y="9"/>
                  </a:lnTo>
                  <a:lnTo>
                    <a:pt x="76" y="9"/>
                  </a:lnTo>
                  <a:lnTo>
                    <a:pt x="80" y="9"/>
                  </a:lnTo>
                  <a:lnTo>
                    <a:pt x="82" y="10"/>
                  </a:lnTo>
                  <a:lnTo>
                    <a:pt x="89" y="14"/>
                  </a:lnTo>
                  <a:lnTo>
                    <a:pt x="89" y="14"/>
                  </a:lnTo>
                  <a:lnTo>
                    <a:pt x="86" y="2"/>
                  </a:lnTo>
                  <a:lnTo>
                    <a:pt x="86" y="2"/>
                  </a:lnTo>
                  <a:lnTo>
                    <a:pt x="61" y="0"/>
                  </a:lnTo>
                  <a:lnTo>
                    <a:pt x="61" y="0"/>
                  </a:lnTo>
                  <a:lnTo>
                    <a:pt x="55" y="2"/>
                  </a:lnTo>
                  <a:lnTo>
                    <a:pt x="49" y="4"/>
                  </a:lnTo>
                  <a:lnTo>
                    <a:pt x="43" y="8"/>
                  </a:lnTo>
                  <a:lnTo>
                    <a:pt x="38" y="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3" name="Freeform 707"/>
            <p:cNvSpPr>
              <a:spLocks/>
            </p:cNvSpPr>
            <p:nvPr/>
          </p:nvSpPr>
          <p:spPr bwMode="gray">
            <a:xfrm>
              <a:off x="2926330" y="4230590"/>
              <a:ext cx="195849" cy="135719"/>
            </a:xfrm>
            <a:custGeom>
              <a:avLst/>
              <a:gdLst>
                <a:gd name="T0" fmla="*/ 40 w 79"/>
                <a:gd name="T1" fmla="*/ 6 h 54"/>
                <a:gd name="T2" fmla="*/ 40 w 79"/>
                <a:gd name="T3" fmla="*/ 6 h 54"/>
                <a:gd name="T4" fmla="*/ 34 w 79"/>
                <a:gd name="T5" fmla="*/ 6 h 54"/>
                <a:gd name="T6" fmla="*/ 24 w 79"/>
                <a:gd name="T7" fmla="*/ 6 h 54"/>
                <a:gd name="T8" fmla="*/ 10 w 79"/>
                <a:gd name="T9" fmla="*/ 4 h 54"/>
                <a:gd name="T10" fmla="*/ 10 w 79"/>
                <a:gd name="T11" fmla="*/ 4 h 54"/>
                <a:gd name="T12" fmla="*/ 8 w 79"/>
                <a:gd name="T13" fmla="*/ 5 h 54"/>
                <a:gd name="T14" fmla="*/ 6 w 79"/>
                <a:gd name="T15" fmla="*/ 6 h 54"/>
                <a:gd name="T16" fmla="*/ 4 w 79"/>
                <a:gd name="T17" fmla="*/ 14 h 54"/>
                <a:gd name="T18" fmla="*/ 0 w 79"/>
                <a:gd name="T19" fmla="*/ 27 h 54"/>
                <a:gd name="T20" fmla="*/ 0 w 79"/>
                <a:gd name="T21" fmla="*/ 27 h 54"/>
                <a:gd name="T22" fmla="*/ 2 w 79"/>
                <a:gd name="T23" fmla="*/ 32 h 54"/>
                <a:gd name="T24" fmla="*/ 4 w 79"/>
                <a:gd name="T25" fmla="*/ 40 h 54"/>
                <a:gd name="T26" fmla="*/ 11 w 79"/>
                <a:gd name="T27" fmla="*/ 54 h 54"/>
                <a:gd name="T28" fmla="*/ 11 w 79"/>
                <a:gd name="T29" fmla="*/ 54 h 54"/>
                <a:gd name="T30" fmla="*/ 19 w 79"/>
                <a:gd name="T31" fmla="*/ 51 h 54"/>
                <a:gd name="T32" fmla="*/ 22 w 79"/>
                <a:gd name="T33" fmla="*/ 49 h 54"/>
                <a:gd name="T34" fmla="*/ 26 w 79"/>
                <a:gd name="T35" fmla="*/ 49 h 54"/>
                <a:gd name="T36" fmla="*/ 26 w 79"/>
                <a:gd name="T37" fmla="*/ 49 h 54"/>
                <a:gd name="T38" fmla="*/ 51 w 79"/>
                <a:gd name="T39" fmla="*/ 51 h 54"/>
                <a:gd name="T40" fmla="*/ 51 w 79"/>
                <a:gd name="T41" fmla="*/ 51 h 54"/>
                <a:gd name="T42" fmla="*/ 50 w 79"/>
                <a:gd name="T43" fmla="*/ 47 h 54"/>
                <a:gd name="T44" fmla="*/ 51 w 79"/>
                <a:gd name="T45" fmla="*/ 43 h 54"/>
                <a:gd name="T46" fmla="*/ 51 w 79"/>
                <a:gd name="T47" fmla="*/ 43 h 54"/>
                <a:gd name="T48" fmla="*/ 52 w 79"/>
                <a:gd name="T49" fmla="*/ 42 h 54"/>
                <a:gd name="T50" fmla="*/ 53 w 79"/>
                <a:gd name="T51" fmla="*/ 41 h 54"/>
                <a:gd name="T52" fmla="*/ 61 w 79"/>
                <a:gd name="T53" fmla="*/ 38 h 54"/>
                <a:gd name="T54" fmla="*/ 79 w 79"/>
                <a:gd name="T55" fmla="*/ 38 h 54"/>
                <a:gd name="T56" fmla="*/ 79 w 79"/>
                <a:gd name="T57" fmla="*/ 38 h 54"/>
                <a:gd name="T58" fmla="*/ 78 w 79"/>
                <a:gd name="T59" fmla="*/ 36 h 54"/>
                <a:gd name="T60" fmla="*/ 78 w 79"/>
                <a:gd name="T61" fmla="*/ 36 h 54"/>
                <a:gd name="T62" fmla="*/ 77 w 79"/>
                <a:gd name="T63" fmla="*/ 32 h 54"/>
                <a:gd name="T64" fmla="*/ 74 w 79"/>
                <a:gd name="T65" fmla="*/ 30 h 54"/>
                <a:gd name="T66" fmla="*/ 72 w 79"/>
                <a:gd name="T67" fmla="*/ 28 h 54"/>
                <a:gd name="T68" fmla="*/ 72 w 79"/>
                <a:gd name="T69" fmla="*/ 25 h 54"/>
                <a:gd name="T70" fmla="*/ 72 w 79"/>
                <a:gd name="T71" fmla="*/ 25 h 54"/>
                <a:gd name="T72" fmla="*/ 73 w 79"/>
                <a:gd name="T73" fmla="*/ 22 h 54"/>
                <a:gd name="T74" fmla="*/ 74 w 79"/>
                <a:gd name="T75" fmla="*/ 21 h 54"/>
                <a:gd name="T76" fmla="*/ 75 w 79"/>
                <a:gd name="T77" fmla="*/ 20 h 54"/>
                <a:gd name="T78" fmla="*/ 75 w 79"/>
                <a:gd name="T79" fmla="*/ 17 h 54"/>
                <a:gd name="T80" fmla="*/ 75 w 79"/>
                <a:gd name="T81" fmla="*/ 17 h 54"/>
                <a:gd name="T82" fmla="*/ 77 w 79"/>
                <a:gd name="T83" fmla="*/ 15 h 54"/>
                <a:gd name="T84" fmla="*/ 77 w 79"/>
                <a:gd name="T85" fmla="*/ 15 h 54"/>
                <a:gd name="T86" fmla="*/ 58 w 79"/>
                <a:gd name="T87" fmla="*/ 1 h 54"/>
                <a:gd name="T88" fmla="*/ 58 w 79"/>
                <a:gd name="T89" fmla="*/ 1 h 54"/>
                <a:gd name="T90" fmla="*/ 56 w 79"/>
                <a:gd name="T91" fmla="*/ 0 h 54"/>
                <a:gd name="T92" fmla="*/ 53 w 79"/>
                <a:gd name="T93" fmla="*/ 0 h 54"/>
                <a:gd name="T94" fmla="*/ 48 w 79"/>
                <a:gd name="T95" fmla="*/ 1 h 54"/>
                <a:gd name="T96" fmla="*/ 43 w 79"/>
                <a:gd name="T97" fmla="*/ 4 h 54"/>
                <a:gd name="T98" fmla="*/ 40 w 79"/>
                <a:gd name="T99" fmla="*/ 6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9" h="54">
                  <a:moveTo>
                    <a:pt x="40" y="6"/>
                  </a:moveTo>
                  <a:lnTo>
                    <a:pt x="40" y="6"/>
                  </a:lnTo>
                  <a:lnTo>
                    <a:pt x="34" y="6"/>
                  </a:lnTo>
                  <a:lnTo>
                    <a:pt x="24" y="6"/>
                  </a:lnTo>
                  <a:lnTo>
                    <a:pt x="10" y="4"/>
                  </a:lnTo>
                  <a:lnTo>
                    <a:pt x="10" y="4"/>
                  </a:lnTo>
                  <a:lnTo>
                    <a:pt x="8" y="5"/>
                  </a:lnTo>
                  <a:lnTo>
                    <a:pt x="6" y="6"/>
                  </a:lnTo>
                  <a:lnTo>
                    <a:pt x="4" y="14"/>
                  </a:lnTo>
                  <a:lnTo>
                    <a:pt x="0" y="27"/>
                  </a:lnTo>
                  <a:lnTo>
                    <a:pt x="0" y="27"/>
                  </a:lnTo>
                  <a:lnTo>
                    <a:pt x="2" y="32"/>
                  </a:lnTo>
                  <a:lnTo>
                    <a:pt x="4" y="40"/>
                  </a:lnTo>
                  <a:lnTo>
                    <a:pt x="11" y="54"/>
                  </a:lnTo>
                  <a:lnTo>
                    <a:pt x="11" y="54"/>
                  </a:lnTo>
                  <a:lnTo>
                    <a:pt x="19" y="51"/>
                  </a:lnTo>
                  <a:lnTo>
                    <a:pt x="22" y="49"/>
                  </a:lnTo>
                  <a:lnTo>
                    <a:pt x="26" y="49"/>
                  </a:lnTo>
                  <a:lnTo>
                    <a:pt x="26" y="49"/>
                  </a:lnTo>
                  <a:lnTo>
                    <a:pt x="51" y="51"/>
                  </a:lnTo>
                  <a:lnTo>
                    <a:pt x="51" y="51"/>
                  </a:lnTo>
                  <a:lnTo>
                    <a:pt x="50" y="47"/>
                  </a:lnTo>
                  <a:lnTo>
                    <a:pt x="51" y="43"/>
                  </a:lnTo>
                  <a:lnTo>
                    <a:pt x="51" y="43"/>
                  </a:lnTo>
                  <a:lnTo>
                    <a:pt x="52" y="42"/>
                  </a:lnTo>
                  <a:lnTo>
                    <a:pt x="53" y="41"/>
                  </a:lnTo>
                  <a:lnTo>
                    <a:pt x="61" y="38"/>
                  </a:lnTo>
                  <a:lnTo>
                    <a:pt x="79" y="38"/>
                  </a:lnTo>
                  <a:lnTo>
                    <a:pt x="79" y="38"/>
                  </a:lnTo>
                  <a:lnTo>
                    <a:pt x="78" y="36"/>
                  </a:lnTo>
                  <a:lnTo>
                    <a:pt x="78" y="36"/>
                  </a:lnTo>
                  <a:lnTo>
                    <a:pt x="77" y="32"/>
                  </a:lnTo>
                  <a:lnTo>
                    <a:pt x="74" y="30"/>
                  </a:lnTo>
                  <a:lnTo>
                    <a:pt x="72" y="28"/>
                  </a:lnTo>
                  <a:lnTo>
                    <a:pt x="72" y="25"/>
                  </a:lnTo>
                  <a:lnTo>
                    <a:pt x="72" y="25"/>
                  </a:lnTo>
                  <a:lnTo>
                    <a:pt x="73" y="22"/>
                  </a:lnTo>
                  <a:lnTo>
                    <a:pt x="74" y="21"/>
                  </a:lnTo>
                  <a:lnTo>
                    <a:pt x="75" y="20"/>
                  </a:lnTo>
                  <a:lnTo>
                    <a:pt x="75" y="17"/>
                  </a:lnTo>
                  <a:lnTo>
                    <a:pt x="75" y="17"/>
                  </a:lnTo>
                  <a:lnTo>
                    <a:pt x="77" y="15"/>
                  </a:lnTo>
                  <a:lnTo>
                    <a:pt x="77" y="15"/>
                  </a:lnTo>
                  <a:lnTo>
                    <a:pt x="58" y="1"/>
                  </a:lnTo>
                  <a:lnTo>
                    <a:pt x="58" y="1"/>
                  </a:lnTo>
                  <a:lnTo>
                    <a:pt x="56" y="0"/>
                  </a:lnTo>
                  <a:lnTo>
                    <a:pt x="53" y="0"/>
                  </a:lnTo>
                  <a:lnTo>
                    <a:pt x="48" y="1"/>
                  </a:lnTo>
                  <a:lnTo>
                    <a:pt x="43" y="4"/>
                  </a:lnTo>
                  <a:lnTo>
                    <a:pt x="40"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4" name="Freeform 709"/>
            <p:cNvSpPr>
              <a:spLocks/>
            </p:cNvSpPr>
            <p:nvPr/>
          </p:nvSpPr>
          <p:spPr bwMode="gray">
            <a:xfrm>
              <a:off x="2869310" y="3476595"/>
              <a:ext cx="247912" cy="138233"/>
            </a:xfrm>
            <a:custGeom>
              <a:avLst/>
              <a:gdLst>
                <a:gd name="T0" fmla="*/ 93 w 100"/>
                <a:gd name="T1" fmla="*/ 7 h 55"/>
                <a:gd name="T2" fmla="*/ 73 w 100"/>
                <a:gd name="T3" fmla="*/ 6 h 55"/>
                <a:gd name="T4" fmla="*/ 68 w 100"/>
                <a:gd name="T5" fmla="*/ 3 h 55"/>
                <a:gd name="T6" fmla="*/ 60 w 100"/>
                <a:gd name="T7" fmla="*/ 0 h 55"/>
                <a:gd name="T8" fmla="*/ 57 w 100"/>
                <a:gd name="T9" fmla="*/ 0 h 55"/>
                <a:gd name="T10" fmla="*/ 47 w 100"/>
                <a:gd name="T11" fmla="*/ 1 h 55"/>
                <a:gd name="T12" fmla="*/ 47 w 100"/>
                <a:gd name="T13" fmla="*/ 8 h 55"/>
                <a:gd name="T14" fmla="*/ 43 w 100"/>
                <a:gd name="T15" fmla="*/ 19 h 55"/>
                <a:gd name="T16" fmla="*/ 38 w 100"/>
                <a:gd name="T17" fmla="*/ 23 h 55"/>
                <a:gd name="T18" fmla="*/ 37 w 100"/>
                <a:gd name="T19" fmla="*/ 23 h 55"/>
                <a:gd name="T20" fmla="*/ 27 w 100"/>
                <a:gd name="T21" fmla="*/ 14 h 55"/>
                <a:gd name="T22" fmla="*/ 18 w 100"/>
                <a:gd name="T23" fmla="*/ 5 h 55"/>
                <a:gd name="T24" fmla="*/ 16 w 100"/>
                <a:gd name="T25" fmla="*/ 6 h 55"/>
                <a:gd name="T26" fmla="*/ 9 w 100"/>
                <a:gd name="T27" fmla="*/ 10 h 55"/>
                <a:gd name="T28" fmla="*/ 7 w 100"/>
                <a:gd name="T29" fmla="*/ 13 h 55"/>
                <a:gd name="T30" fmla="*/ 2 w 100"/>
                <a:gd name="T31" fmla="*/ 26 h 55"/>
                <a:gd name="T32" fmla="*/ 1 w 100"/>
                <a:gd name="T33" fmla="*/ 30 h 55"/>
                <a:gd name="T34" fmla="*/ 0 w 100"/>
                <a:gd name="T35" fmla="*/ 38 h 55"/>
                <a:gd name="T36" fmla="*/ 17 w 100"/>
                <a:gd name="T37" fmla="*/ 35 h 55"/>
                <a:gd name="T38" fmla="*/ 26 w 100"/>
                <a:gd name="T39" fmla="*/ 37 h 55"/>
                <a:gd name="T40" fmla="*/ 41 w 100"/>
                <a:gd name="T41" fmla="*/ 38 h 55"/>
                <a:gd name="T42" fmla="*/ 55 w 100"/>
                <a:gd name="T43" fmla="*/ 40 h 55"/>
                <a:gd name="T44" fmla="*/ 59 w 100"/>
                <a:gd name="T45" fmla="*/ 43 h 55"/>
                <a:gd name="T46" fmla="*/ 73 w 100"/>
                <a:gd name="T47" fmla="*/ 55 h 55"/>
                <a:gd name="T48" fmla="*/ 74 w 100"/>
                <a:gd name="T49" fmla="*/ 55 h 55"/>
                <a:gd name="T50" fmla="*/ 80 w 100"/>
                <a:gd name="T51" fmla="*/ 55 h 55"/>
                <a:gd name="T52" fmla="*/ 95 w 100"/>
                <a:gd name="T53" fmla="*/ 51 h 55"/>
                <a:gd name="T54" fmla="*/ 98 w 100"/>
                <a:gd name="T55" fmla="*/ 48 h 55"/>
                <a:gd name="T56" fmla="*/ 100 w 100"/>
                <a:gd name="T57" fmla="*/ 42 h 55"/>
                <a:gd name="T58" fmla="*/ 100 w 100"/>
                <a:gd name="T59" fmla="*/ 26 h 55"/>
                <a:gd name="T60" fmla="*/ 97 w 100"/>
                <a:gd name="T61" fmla="*/ 19 h 55"/>
                <a:gd name="T62" fmla="*/ 93 w 100"/>
                <a:gd name="T63" fmla="*/ 7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0" h="55">
                  <a:moveTo>
                    <a:pt x="93" y="7"/>
                  </a:moveTo>
                  <a:lnTo>
                    <a:pt x="93" y="7"/>
                  </a:lnTo>
                  <a:lnTo>
                    <a:pt x="81" y="7"/>
                  </a:lnTo>
                  <a:lnTo>
                    <a:pt x="73" y="6"/>
                  </a:lnTo>
                  <a:lnTo>
                    <a:pt x="73" y="6"/>
                  </a:lnTo>
                  <a:lnTo>
                    <a:pt x="68" y="3"/>
                  </a:lnTo>
                  <a:lnTo>
                    <a:pt x="64" y="1"/>
                  </a:lnTo>
                  <a:lnTo>
                    <a:pt x="60" y="0"/>
                  </a:lnTo>
                  <a:lnTo>
                    <a:pt x="57" y="0"/>
                  </a:lnTo>
                  <a:lnTo>
                    <a:pt x="57" y="0"/>
                  </a:lnTo>
                  <a:lnTo>
                    <a:pt x="47" y="1"/>
                  </a:lnTo>
                  <a:lnTo>
                    <a:pt x="47" y="1"/>
                  </a:lnTo>
                  <a:lnTo>
                    <a:pt x="47" y="8"/>
                  </a:lnTo>
                  <a:lnTo>
                    <a:pt x="47" y="8"/>
                  </a:lnTo>
                  <a:lnTo>
                    <a:pt x="45" y="14"/>
                  </a:lnTo>
                  <a:lnTo>
                    <a:pt x="43" y="19"/>
                  </a:lnTo>
                  <a:lnTo>
                    <a:pt x="41" y="23"/>
                  </a:lnTo>
                  <a:lnTo>
                    <a:pt x="38" y="23"/>
                  </a:lnTo>
                  <a:lnTo>
                    <a:pt x="37" y="23"/>
                  </a:lnTo>
                  <a:lnTo>
                    <a:pt x="37" y="23"/>
                  </a:lnTo>
                  <a:lnTo>
                    <a:pt x="33" y="21"/>
                  </a:lnTo>
                  <a:lnTo>
                    <a:pt x="27" y="14"/>
                  </a:lnTo>
                  <a:lnTo>
                    <a:pt x="22" y="8"/>
                  </a:lnTo>
                  <a:lnTo>
                    <a:pt x="18" y="5"/>
                  </a:lnTo>
                  <a:lnTo>
                    <a:pt x="18" y="5"/>
                  </a:lnTo>
                  <a:lnTo>
                    <a:pt x="16" y="6"/>
                  </a:lnTo>
                  <a:lnTo>
                    <a:pt x="11" y="7"/>
                  </a:lnTo>
                  <a:lnTo>
                    <a:pt x="9" y="10"/>
                  </a:lnTo>
                  <a:lnTo>
                    <a:pt x="7" y="13"/>
                  </a:lnTo>
                  <a:lnTo>
                    <a:pt x="7" y="13"/>
                  </a:lnTo>
                  <a:lnTo>
                    <a:pt x="5" y="19"/>
                  </a:lnTo>
                  <a:lnTo>
                    <a:pt x="2" y="26"/>
                  </a:lnTo>
                  <a:lnTo>
                    <a:pt x="2" y="26"/>
                  </a:lnTo>
                  <a:lnTo>
                    <a:pt x="1" y="30"/>
                  </a:lnTo>
                  <a:lnTo>
                    <a:pt x="0" y="38"/>
                  </a:lnTo>
                  <a:lnTo>
                    <a:pt x="0" y="38"/>
                  </a:lnTo>
                  <a:lnTo>
                    <a:pt x="10" y="35"/>
                  </a:lnTo>
                  <a:lnTo>
                    <a:pt x="17" y="35"/>
                  </a:lnTo>
                  <a:lnTo>
                    <a:pt x="22" y="35"/>
                  </a:lnTo>
                  <a:lnTo>
                    <a:pt x="26" y="37"/>
                  </a:lnTo>
                  <a:lnTo>
                    <a:pt x="26" y="37"/>
                  </a:lnTo>
                  <a:lnTo>
                    <a:pt x="41" y="38"/>
                  </a:lnTo>
                  <a:lnTo>
                    <a:pt x="49" y="39"/>
                  </a:lnTo>
                  <a:lnTo>
                    <a:pt x="55" y="40"/>
                  </a:lnTo>
                  <a:lnTo>
                    <a:pt x="55" y="40"/>
                  </a:lnTo>
                  <a:lnTo>
                    <a:pt x="59" y="43"/>
                  </a:lnTo>
                  <a:lnTo>
                    <a:pt x="64" y="46"/>
                  </a:lnTo>
                  <a:lnTo>
                    <a:pt x="73" y="55"/>
                  </a:lnTo>
                  <a:lnTo>
                    <a:pt x="73" y="55"/>
                  </a:lnTo>
                  <a:lnTo>
                    <a:pt x="74" y="55"/>
                  </a:lnTo>
                  <a:lnTo>
                    <a:pt x="74" y="55"/>
                  </a:lnTo>
                  <a:lnTo>
                    <a:pt x="80" y="55"/>
                  </a:lnTo>
                  <a:lnTo>
                    <a:pt x="87" y="54"/>
                  </a:lnTo>
                  <a:lnTo>
                    <a:pt x="95" y="51"/>
                  </a:lnTo>
                  <a:lnTo>
                    <a:pt x="97" y="50"/>
                  </a:lnTo>
                  <a:lnTo>
                    <a:pt x="98" y="48"/>
                  </a:lnTo>
                  <a:lnTo>
                    <a:pt x="98" y="48"/>
                  </a:lnTo>
                  <a:lnTo>
                    <a:pt x="100" y="42"/>
                  </a:lnTo>
                  <a:lnTo>
                    <a:pt x="100" y="34"/>
                  </a:lnTo>
                  <a:lnTo>
                    <a:pt x="100" y="26"/>
                  </a:lnTo>
                  <a:lnTo>
                    <a:pt x="97" y="19"/>
                  </a:lnTo>
                  <a:lnTo>
                    <a:pt x="97" y="19"/>
                  </a:lnTo>
                  <a:lnTo>
                    <a:pt x="96" y="14"/>
                  </a:lnTo>
                  <a:lnTo>
                    <a:pt x="93" y="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5" name="Freeform 711"/>
            <p:cNvSpPr>
              <a:spLocks/>
            </p:cNvSpPr>
            <p:nvPr/>
          </p:nvSpPr>
          <p:spPr bwMode="gray">
            <a:xfrm>
              <a:off x="2856915" y="3564561"/>
              <a:ext cx="193371" cy="165879"/>
            </a:xfrm>
            <a:custGeom>
              <a:avLst/>
              <a:gdLst>
                <a:gd name="T0" fmla="*/ 60 w 78"/>
                <a:gd name="T1" fmla="*/ 5 h 66"/>
                <a:gd name="T2" fmla="*/ 60 w 78"/>
                <a:gd name="T3" fmla="*/ 5 h 66"/>
                <a:gd name="T4" fmla="*/ 54 w 78"/>
                <a:gd name="T5" fmla="*/ 4 h 66"/>
                <a:gd name="T6" fmla="*/ 46 w 78"/>
                <a:gd name="T7" fmla="*/ 3 h 66"/>
                <a:gd name="T8" fmla="*/ 31 w 78"/>
                <a:gd name="T9" fmla="*/ 2 h 66"/>
                <a:gd name="T10" fmla="*/ 31 w 78"/>
                <a:gd name="T11" fmla="*/ 2 h 66"/>
                <a:gd name="T12" fmla="*/ 27 w 78"/>
                <a:gd name="T13" fmla="*/ 0 h 66"/>
                <a:gd name="T14" fmla="*/ 22 w 78"/>
                <a:gd name="T15" fmla="*/ 0 h 66"/>
                <a:gd name="T16" fmla="*/ 15 w 78"/>
                <a:gd name="T17" fmla="*/ 0 h 66"/>
                <a:gd name="T18" fmla="*/ 5 w 78"/>
                <a:gd name="T19" fmla="*/ 3 h 66"/>
                <a:gd name="T20" fmla="*/ 5 w 78"/>
                <a:gd name="T21" fmla="*/ 3 h 66"/>
                <a:gd name="T22" fmla="*/ 5 w 78"/>
                <a:gd name="T23" fmla="*/ 11 h 66"/>
                <a:gd name="T24" fmla="*/ 5 w 78"/>
                <a:gd name="T25" fmla="*/ 20 h 66"/>
                <a:gd name="T26" fmla="*/ 5 w 78"/>
                <a:gd name="T27" fmla="*/ 20 h 66"/>
                <a:gd name="T28" fmla="*/ 2 w 78"/>
                <a:gd name="T29" fmla="*/ 26 h 66"/>
                <a:gd name="T30" fmla="*/ 0 w 78"/>
                <a:gd name="T31" fmla="*/ 30 h 66"/>
                <a:gd name="T32" fmla="*/ 0 w 78"/>
                <a:gd name="T33" fmla="*/ 30 h 66"/>
                <a:gd name="T34" fmla="*/ 10 w 78"/>
                <a:gd name="T35" fmla="*/ 32 h 66"/>
                <a:gd name="T36" fmla="*/ 18 w 78"/>
                <a:gd name="T37" fmla="*/ 35 h 66"/>
                <a:gd name="T38" fmla="*/ 26 w 78"/>
                <a:gd name="T39" fmla="*/ 39 h 66"/>
                <a:gd name="T40" fmla="*/ 30 w 78"/>
                <a:gd name="T41" fmla="*/ 41 h 66"/>
                <a:gd name="T42" fmla="*/ 30 w 78"/>
                <a:gd name="T43" fmla="*/ 41 h 66"/>
                <a:gd name="T44" fmla="*/ 37 w 78"/>
                <a:gd name="T45" fmla="*/ 53 h 66"/>
                <a:gd name="T46" fmla="*/ 41 w 78"/>
                <a:gd name="T47" fmla="*/ 59 h 66"/>
                <a:gd name="T48" fmla="*/ 43 w 78"/>
                <a:gd name="T49" fmla="*/ 66 h 66"/>
                <a:gd name="T50" fmla="*/ 43 w 78"/>
                <a:gd name="T51" fmla="*/ 66 h 66"/>
                <a:gd name="T52" fmla="*/ 43 w 78"/>
                <a:gd name="T53" fmla="*/ 66 h 66"/>
                <a:gd name="T54" fmla="*/ 47 w 78"/>
                <a:gd name="T55" fmla="*/ 62 h 66"/>
                <a:gd name="T56" fmla="*/ 52 w 78"/>
                <a:gd name="T57" fmla="*/ 59 h 66"/>
                <a:gd name="T58" fmla="*/ 52 w 78"/>
                <a:gd name="T59" fmla="*/ 59 h 66"/>
                <a:gd name="T60" fmla="*/ 57 w 78"/>
                <a:gd name="T61" fmla="*/ 58 h 66"/>
                <a:gd name="T62" fmla="*/ 62 w 78"/>
                <a:gd name="T63" fmla="*/ 57 h 66"/>
                <a:gd name="T64" fmla="*/ 66 w 78"/>
                <a:gd name="T65" fmla="*/ 53 h 66"/>
                <a:gd name="T66" fmla="*/ 69 w 78"/>
                <a:gd name="T67" fmla="*/ 50 h 66"/>
                <a:gd name="T68" fmla="*/ 69 w 78"/>
                <a:gd name="T69" fmla="*/ 50 h 66"/>
                <a:gd name="T70" fmla="*/ 71 w 78"/>
                <a:gd name="T71" fmla="*/ 34 h 66"/>
                <a:gd name="T72" fmla="*/ 74 w 78"/>
                <a:gd name="T73" fmla="*/ 25 h 66"/>
                <a:gd name="T74" fmla="*/ 75 w 78"/>
                <a:gd name="T75" fmla="*/ 23 h 66"/>
                <a:gd name="T76" fmla="*/ 78 w 78"/>
                <a:gd name="T77" fmla="*/ 20 h 66"/>
                <a:gd name="T78" fmla="*/ 78 w 78"/>
                <a:gd name="T79" fmla="*/ 20 h 66"/>
                <a:gd name="T80" fmla="*/ 69 w 78"/>
                <a:gd name="T81" fmla="*/ 11 h 66"/>
                <a:gd name="T82" fmla="*/ 64 w 78"/>
                <a:gd name="T83" fmla="*/ 8 h 66"/>
                <a:gd name="T84" fmla="*/ 60 w 78"/>
                <a:gd name="T85" fmla="*/ 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8" h="66">
                  <a:moveTo>
                    <a:pt x="60" y="5"/>
                  </a:moveTo>
                  <a:lnTo>
                    <a:pt x="60" y="5"/>
                  </a:lnTo>
                  <a:lnTo>
                    <a:pt x="54" y="4"/>
                  </a:lnTo>
                  <a:lnTo>
                    <a:pt x="46" y="3"/>
                  </a:lnTo>
                  <a:lnTo>
                    <a:pt x="31" y="2"/>
                  </a:lnTo>
                  <a:lnTo>
                    <a:pt x="31" y="2"/>
                  </a:lnTo>
                  <a:lnTo>
                    <a:pt x="27" y="0"/>
                  </a:lnTo>
                  <a:lnTo>
                    <a:pt x="22" y="0"/>
                  </a:lnTo>
                  <a:lnTo>
                    <a:pt x="15" y="0"/>
                  </a:lnTo>
                  <a:lnTo>
                    <a:pt x="5" y="3"/>
                  </a:lnTo>
                  <a:lnTo>
                    <a:pt x="5" y="3"/>
                  </a:lnTo>
                  <a:lnTo>
                    <a:pt x="5" y="11"/>
                  </a:lnTo>
                  <a:lnTo>
                    <a:pt x="5" y="20"/>
                  </a:lnTo>
                  <a:lnTo>
                    <a:pt x="5" y="20"/>
                  </a:lnTo>
                  <a:lnTo>
                    <a:pt x="2" y="26"/>
                  </a:lnTo>
                  <a:lnTo>
                    <a:pt x="0" y="30"/>
                  </a:lnTo>
                  <a:lnTo>
                    <a:pt x="0" y="30"/>
                  </a:lnTo>
                  <a:lnTo>
                    <a:pt x="10" y="32"/>
                  </a:lnTo>
                  <a:lnTo>
                    <a:pt x="18" y="35"/>
                  </a:lnTo>
                  <a:lnTo>
                    <a:pt x="26" y="39"/>
                  </a:lnTo>
                  <a:lnTo>
                    <a:pt x="30" y="41"/>
                  </a:lnTo>
                  <a:lnTo>
                    <a:pt x="30" y="41"/>
                  </a:lnTo>
                  <a:lnTo>
                    <a:pt x="37" y="53"/>
                  </a:lnTo>
                  <a:lnTo>
                    <a:pt x="41" y="59"/>
                  </a:lnTo>
                  <a:lnTo>
                    <a:pt x="43" y="66"/>
                  </a:lnTo>
                  <a:lnTo>
                    <a:pt x="43" y="66"/>
                  </a:lnTo>
                  <a:lnTo>
                    <a:pt x="43" y="66"/>
                  </a:lnTo>
                  <a:lnTo>
                    <a:pt x="47" y="62"/>
                  </a:lnTo>
                  <a:lnTo>
                    <a:pt x="52" y="59"/>
                  </a:lnTo>
                  <a:lnTo>
                    <a:pt x="52" y="59"/>
                  </a:lnTo>
                  <a:lnTo>
                    <a:pt x="57" y="58"/>
                  </a:lnTo>
                  <a:lnTo>
                    <a:pt x="62" y="57"/>
                  </a:lnTo>
                  <a:lnTo>
                    <a:pt x="66" y="53"/>
                  </a:lnTo>
                  <a:lnTo>
                    <a:pt x="69" y="50"/>
                  </a:lnTo>
                  <a:lnTo>
                    <a:pt x="69" y="50"/>
                  </a:lnTo>
                  <a:lnTo>
                    <a:pt x="71" y="34"/>
                  </a:lnTo>
                  <a:lnTo>
                    <a:pt x="74" y="25"/>
                  </a:lnTo>
                  <a:lnTo>
                    <a:pt x="75" y="23"/>
                  </a:lnTo>
                  <a:lnTo>
                    <a:pt x="78" y="20"/>
                  </a:lnTo>
                  <a:lnTo>
                    <a:pt x="78" y="20"/>
                  </a:lnTo>
                  <a:lnTo>
                    <a:pt x="69" y="11"/>
                  </a:lnTo>
                  <a:lnTo>
                    <a:pt x="64" y="8"/>
                  </a:lnTo>
                  <a:lnTo>
                    <a:pt x="60" y="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6" name="Freeform 713"/>
            <p:cNvSpPr>
              <a:spLocks/>
            </p:cNvSpPr>
            <p:nvPr/>
          </p:nvSpPr>
          <p:spPr bwMode="gray">
            <a:xfrm>
              <a:off x="2961037" y="3582155"/>
              <a:ext cx="292535" cy="268924"/>
            </a:xfrm>
            <a:custGeom>
              <a:avLst/>
              <a:gdLst>
                <a:gd name="T0" fmla="*/ 106 w 118"/>
                <a:gd name="T1" fmla="*/ 75 h 107"/>
                <a:gd name="T2" fmla="*/ 117 w 118"/>
                <a:gd name="T3" fmla="*/ 62 h 107"/>
                <a:gd name="T4" fmla="*/ 118 w 118"/>
                <a:gd name="T5" fmla="*/ 56 h 107"/>
                <a:gd name="T6" fmla="*/ 114 w 118"/>
                <a:gd name="T7" fmla="*/ 52 h 107"/>
                <a:gd name="T8" fmla="*/ 107 w 118"/>
                <a:gd name="T9" fmla="*/ 46 h 107"/>
                <a:gd name="T10" fmla="*/ 104 w 118"/>
                <a:gd name="T11" fmla="*/ 41 h 107"/>
                <a:gd name="T12" fmla="*/ 95 w 118"/>
                <a:gd name="T13" fmla="*/ 11 h 107"/>
                <a:gd name="T14" fmla="*/ 92 w 118"/>
                <a:gd name="T15" fmla="*/ 6 h 107"/>
                <a:gd name="T16" fmla="*/ 88 w 118"/>
                <a:gd name="T17" fmla="*/ 6 h 107"/>
                <a:gd name="T18" fmla="*/ 79 w 118"/>
                <a:gd name="T19" fmla="*/ 8 h 107"/>
                <a:gd name="T20" fmla="*/ 76 w 118"/>
                <a:gd name="T21" fmla="*/ 7 h 107"/>
                <a:gd name="T22" fmla="*/ 76 w 118"/>
                <a:gd name="T23" fmla="*/ 1 h 107"/>
                <a:gd name="T24" fmla="*/ 72 w 118"/>
                <a:gd name="T25" fmla="*/ 0 h 107"/>
                <a:gd name="T26" fmla="*/ 63 w 118"/>
                <a:gd name="T27" fmla="*/ 1 h 107"/>
                <a:gd name="T28" fmla="*/ 61 w 118"/>
                <a:gd name="T29" fmla="*/ 6 h 107"/>
                <a:gd name="T30" fmla="*/ 60 w 118"/>
                <a:gd name="T31" fmla="*/ 8 h 107"/>
                <a:gd name="T32" fmla="*/ 50 w 118"/>
                <a:gd name="T33" fmla="*/ 12 h 107"/>
                <a:gd name="T34" fmla="*/ 37 w 118"/>
                <a:gd name="T35" fmla="*/ 13 h 107"/>
                <a:gd name="T36" fmla="*/ 34 w 118"/>
                <a:gd name="T37" fmla="*/ 14 h 107"/>
                <a:gd name="T38" fmla="*/ 29 w 118"/>
                <a:gd name="T39" fmla="*/ 25 h 107"/>
                <a:gd name="T40" fmla="*/ 27 w 118"/>
                <a:gd name="T41" fmla="*/ 43 h 107"/>
                <a:gd name="T42" fmla="*/ 20 w 118"/>
                <a:gd name="T43" fmla="*/ 50 h 107"/>
                <a:gd name="T44" fmla="*/ 10 w 118"/>
                <a:gd name="T45" fmla="*/ 52 h 107"/>
                <a:gd name="T46" fmla="*/ 5 w 118"/>
                <a:gd name="T47" fmla="*/ 55 h 107"/>
                <a:gd name="T48" fmla="*/ 1 w 118"/>
                <a:gd name="T49" fmla="*/ 59 h 107"/>
                <a:gd name="T50" fmla="*/ 0 w 118"/>
                <a:gd name="T51" fmla="*/ 98 h 107"/>
                <a:gd name="T52" fmla="*/ 1 w 118"/>
                <a:gd name="T53" fmla="*/ 107 h 107"/>
                <a:gd name="T54" fmla="*/ 47 w 118"/>
                <a:gd name="T55" fmla="*/ 107 h 107"/>
                <a:gd name="T56" fmla="*/ 80 w 118"/>
                <a:gd name="T57" fmla="*/ 107 h 107"/>
                <a:gd name="T58" fmla="*/ 93 w 118"/>
                <a:gd name="T59" fmla="*/ 101 h 107"/>
                <a:gd name="T60" fmla="*/ 103 w 118"/>
                <a:gd name="T61" fmla="*/ 93 h 107"/>
                <a:gd name="T62" fmla="*/ 104 w 118"/>
                <a:gd name="T63" fmla="*/ 92 h 107"/>
                <a:gd name="T64" fmla="*/ 104 w 118"/>
                <a:gd name="T65" fmla="*/ 82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07">
                  <a:moveTo>
                    <a:pt x="106" y="75"/>
                  </a:moveTo>
                  <a:lnTo>
                    <a:pt x="106" y="75"/>
                  </a:lnTo>
                  <a:lnTo>
                    <a:pt x="113" y="67"/>
                  </a:lnTo>
                  <a:lnTo>
                    <a:pt x="117" y="62"/>
                  </a:lnTo>
                  <a:lnTo>
                    <a:pt x="118" y="60"/>
                  </a:lnTo>
                  <a:lnTo>
                    <a:pt x="118" y="56"/>
                  </a:lnTo>
                  <a:lnTo>
                    <a:pt x="118" y="56"/>
                  </a:lnTo>
                  <a:lnTo>
                    <a:pt x="114" y="52"/>
                  </a:lnTo>
                  <a:lnTo>
                    <a:pt x="111" y="49"/>
                  </a:lnTo>
                  <a:lnTo>
                    <a:pt x="107" y="46"/>
                  </a:lnTo>
                  <a:lnTo>
                    <a:pt x="104" y="41"/>
                  </a:lnTo>
                  <a:lnTo>
                    <a:pt x="104" y="41"/>
                  </a:lnTo>
                  <a:lnTo>
                    <a:pt x="98" y="22"/>
                  </a:lnTo>
                  <a:lnTo>
                    <a:pt x="95" y="11"/>
                  </a:lnTo>
                  <a:lnTo>
                    <a:pt x="92" y="6"/>
                  </a:lnTo>
                  <a:lnTo>
                    <a:pt x="92" y="6"/>
                  </a:lnTo>
                  <a:lnTo>
                    <a:pt x="90" y="4"/>
                  </a:lnTo>
                  <a:lnTo>
                    <a:pt x="88" y="6"/>
                  </a:lnTo>
                  <a:lnTo>
                    <a:pt x="82" y="7"/>
                  </a:lnTo>
                  <a:lnTo>
                    <a:pt x="79" y="8"/>
                  </a:lnTo>
                  <a:lnTo>
                    <a:pt x="76" y="8"/>
                  </a:lnTo>
                  <a:lnTo>
                    <a:pt x="76" y="7"/>
                  </a:lnTo>
                  <a:lnTo>
                    <a:pt x="76" y="7"/>
                  </a:lnTo>
                  <a:lnTo>
                    <a:pt x="76" y="1"/>
                  </a:lnTo>
                  <a:lnTo>
                    <a:pt x="75" y="1"/>
                  </a:lnTo>
                  <a:lnTo>
                    <a:pt x="72" y="0"/>
                  </a:lnTo>
                  <a:lnTo>
                    <a:pt x="72" y="0"/>
                  </a:lnTo>
                  <a:lnTo>
                    <a:pt x="63" y="1"/>
                  </a:lnTo>
                  <a:lnTo>
                    <a:pt x="63" y="1"/>
                  </a:lnTo>
                  <a:lnTo>
                    <a:pt x="61" y="6"/>
                  </a:lnTo>
                  <a:lnTo>
                    <a:pt x="61" y="6"/>
                  </a:lnTo>
                  <a:lnTo>
                    <a:pt x="60" y="8"/>
                  </a:lnTo>
                  <a:lnTo>
                    <a:pt x="58" y="9"/>
                  </a:lnTo>
                  <a:lnTo>
                    <a:pt x="50" y="12"/>
                  </a:lnTo>
                  <a:lnTo>
                    <a:pt x="43" y="13"/>
                  </a:lnTo>
                  <a:lnTo>
                    <a:pt x="37" y="13"/>
                  </a:lnTo>
                  <a:lnTo>
                    <a:pt x="37" y="13"/>
                  </a:lnTo>
                  <a:lnTo>
                    <a:pt x="34" y="14"/>
                  </a:lnTo>
                  <a:lnTo>
                    <a:pt x="32" y="17"/>
                  </a:lnTo>
                  <a:lnTo>
                    <a:pt x="29" y="25"/>
                  </a:lnTo>
                  <a:lnTo>
                    <a:pt x="27" y="43"/>
                  </a:lnTo>
                  <a:lnTo>
                    <a:pt x="27" y="43"/>
                  </a:lnTo>
                  <a:lnTo>
                    <a:pt x="24" y="46"/>
                  </a:lnTo>
                  <a:lnTo>
                    <a:pt x="20" y="50"/>
                  </a:lnTo>
                  <a:lnTo>
                    <a:pt x="15" y="51"/>
                  </a:lnTo>
                  <a:lnTo>
                    <a:pt x="10" y="52"/>
                  </a:lnTo>
                  <a:lnTo>
                    <a:pt x="10" y="52"/>
                  </a:lnTo>
                  <a:lnTo>
                    <a:pt x="5" y="55"/>
                  </a:lnTo>
                  <a:lnTo>
                    <a:pt x="1" y="59"/>
                  </a:lnTo>
                  <a:lnTo>
                    <a:pt x="1" y="59"/>
                  </a:lnTo>
                  <a:lnTo>
                    <a:pt x="0" y="98"/>
                  </a:lnTo>
                  <a:lnTo>
                    <a:pt x="0" y="98"/>
                  </a:lnTo>
                  <a:lnTo>
                    <a:pt x="0" y="104"/>
                  </a:lnTo>
                  <a:lnTo>
                    <a:pt x="1" y="107"/>
                  </a:lnTo>
                  <a:lnTo>
                    <a:pt x="1" y="107"/>
                  </a:lnTo>
                  <a:lnTo>
                    <a:pt x="47" y="107"/>
                  </a:lnTo>
                  <a:lnTo>
                    <a:pt x="80" y="107"/>
                  </a:lnTo>
                  <a:lnTo>
                    <a:pt x="80" y="107"/>
                  </a:lnTo>
                  <a:lnTo>
                    <a:pt x="87" y="104"/>
                  </a:lnTo>
                  <a:lnTo>
                    <a:pt x="93" y="101"/>
                  </a:lnTo>
                  <a:lnTo>
                    <a:pt x="100" y="97"/>
                  </a:lnTo>
                  <a:lnTo>
                    <a:pt x="103" y="93"/>
                  </a:lnTo>
                  <a:lnTo>
                    <a:pt x="103" y="93"/>
                  </a:lnTo>
                  <a:lnTo>
                    <a:pt x="104" y="92"/>
                  </a:lnTo>
                  <a:lnTo>
                    <a:pt x="104" y="92"/>
                  </a:lnTo>
                  <a:lnTo>
                    <a:pt x="104" y="82"/>
                  </a:lnTo>
                  <a:lnTo>
                    <a:pt x="106" y="7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7" name="Freeform 715"/>
            <p:cNvSpPr>
              <a:spLocks/>
            </p:cNvSpPr>
            <p:nvPr/>
          </p:nvSpPr>
          <p:spPr bwMode="gray">
            <a:xfrm>
              <a:off x="2576776" y="3866160"/>
              <a:ext cx="223120" cy="140745"/>
            </a:xfrm>
            <a:custGeom>
              <a:avLst/>
              <a:gdLst>
                <a:gd name="T0" fmla="*/ 83 w 90"/>
                <a:gd name="T1" fmla="*/ 29 h 56"/>
                <a:gd name="T2" fmla="*/ 83 w 90"/>
                <a:gd name="T3" fmla="*/ 29 h 56"/>
                <a:gd name="T4" fmla="*/ 58 w 90"/>
                <a:gd name="T5" fmla="*/ 16 h 56"/>
                <a:gd name="T6" fmla="*/ 58 w 90"/>
                <a:gd name="T7" fmla="*/ 16 h 56"/>
                <a:gd name="T8" fmla="*/ 54 w 90"/>
                <a:gd name="T9" fmla="*/ 15 h 56"/>
                <a:gd name="T10" fmla="*/ 51 w 90"/>
                <a:gd name="T11" fmla="*/ 15 h 56"/>
                <a:gd name="T12" fmla="*/ 50 w 90"/>
                <a:gd name="T13" fmla="*/ 13 h 56"/>
                <a:gd name="T14" fmla="*/ 50 w 90"/>
                <a:gd name="T15" fmla="*/ 13 h 56"/>
                <a:gd name="T16" fmla="*/ 48 w 90"/>
                <a:gd name="T17" fmla="*/ 7 h 56"/>
                <a:gd name="T18" fmla="*/ 46 w 90"/>
                <a:gd name="T19" fmla="*/ 5 h 56"/>
                <a:gd name="T20" fmla="*/ 44 w 90"/>
                <a:gd name="T21" fmla="*/ 2 h 56"/>
                <a:gd name="T22" fmla="*/ 44 w 90"/>
                <a:gd name="T23" fmla="*/ 2 h 56"/>
                <a:gd name="T24" fmla="*/ 33 w 90"/>
                <a:gd name="T25" fmla="*/ 0 h 56"/>
                <a:gd name="T26" fmla="*/ 33 w 90"/>
                <a:gd name="T27" fmla="*/ 0 h 56"/>
                <a:gd name="T28" fmla="*/ 23 w 90"/>
                <a:gd name="T29" fmla="*/ 8 h 56"/>
                <a:gd name="T30" fmla="*/ 23 w 90"/>
                <a:gd name="T31" fmla="*/ 8 h 56"/>
                <a:gd name="T32" fmla="*/ 17 w 90"/>
                <a:gd name="T33" fmla="*/ 12 h 56"/>
                <a:gd name="T34" fmla="*/ 11 w 90"/>
                <a:gd name="T35" fmla="*/ 17 h 56"/>
                <a:gd name="T36" fmla="*/ 5 w 90"/>
                <a:gd name="T37" fmla="*/ 21 h 56"/>
                <a:gd name="T38" fmla="*/ 1 w 90"/>
                <a:gd name="T39" fmla="*/ 24 h 56"/>
                <a:gd name="T40" fmla="*/ 1 w 90"/>
                <a:gd name="T41" fmla="*/ 24 h 56"/>
                <a:gd name="T42" fmla="*/ 0 w 90"/>
                <a:gd name="T43" fmla="*/ 26 h 56"/>
                <a:gd name="T44" fmla="*/ 1 w 90"/>
                <a:gd name="T45" fmla="*/ 27 h 56"/>
                <a:gd name="T46" fmla="*/ 3 w 90"/>
                <a:gd name="T47" fmla="*/ 32 h 56"/>
                <a:gd name="T48" fmla="*/ 13 w 90"/>
                <a:gd name="T49" fmla="*/ 42 h 56"/>
                <a:gd name="T50" fmla="*/ 13 w 90"/>
                <a:gd name="T51" fmla="*/ 42 h 56"/>
                <a:gd name="T52" fmla="*/ 18 w 90"/>
                <a:gd name="T53" fmla="*/ 45 h 56"/>
                <a:gd name="T54" fmla="*/ 23 w 90"/>
                <a:gd name="T55" fmla="*/ 49 h 56"/>
                <a:gd name="T56" fmla="*/ 28 w 90"/>
                <a:gd name="T57" fmla="*/ 50 h 56"/>
                <a:gd name="T58" fmla="*/ 34 w 90"/>
                <a:gd name="T59" fmla="*/ 50 h 56"/>
                <a:gd name="T60" fmla="*/ 34 w 90"/>
                <a:gd name="T61" fmla="*/ 50 h 56"/>
                <a:gd name="T62" fmla="*/ 40 w 90"/>
                <a:gd name="T63" fmla="*/ 50 h 56"/>
                <a:gd name="T64" fmla="*/ 46 w 90"/>
                <a:gd name="T65" fmla="*/ 49 h 56"/>
                <a:gd name="T66" fmla="*/ 51 w 90"/>
                <a:gd name="T67" fmla="*/ 47 h 56"/>
                <a:gd name="T68" fmla="*/ 55 w 90"/>
                <a:gd name="T69" fmla="*/ 47 h 56"/>
                <a:gd name="T70" fmla="*/ 55 w 90"/>
                <a:gd name="T71" fmla="*/ 47 h 56"/>
                <a:gd name="T72" fmla="*/ 56 w 90"/>
                <a:gd name="T73" fmla="*/ 48 h 56"/>
                <a:gd name="T74" fmla="*/ 59 w 90"/>
                <a:gd name="T75" fmla="*/ 50 h 56"/>
                <a:gd name="T76" fmla="*/ 61 w 90"/>
                <a:gd name="T77" fmla="*/ 56 h 56"/>
                <a:gd name="T78" fmla="*/ 61 w 90"/>
                <a:gd name="T79" fmla="*/ 56 h 56"/>
                <a:gd name="T80" fmla="*/ 70 w 90"/>
                <a:gd name="T81" fmla="*/ 53 h 56"/>
                <a:gd name="T82" fmla="*/ 76 w 90"/>
                <a:gd name="T83" fmla="*/ 50 h 56"/>
                <a:gd name="T84" fmla="*/ 76 w 90"/>
                <a:gd name="T85" fmla="*/ 50 h 56"/>
                <a:gd name="T86" fmla="*/ 82 w 90"/>
                <a:gd name="T87" fmla="*/ 44 h 56"/>
                <a:gd name="T88" fmla="*/ 86 w 90"/>
                <a:gd name="T89" fmla="*/ 42 h 56"/>
                <a:gd name="T90" fmla="*/ 88 w 90"/>
                <a:gd name="T91" fmla="*/ 40 h 56"/>
                <a:gd name="T92" fmla="*/ 90 w 90"/>
                <a:gd name="T93" fmla="*/ 40 h 56"/>
                <a:gd name="T94" fmla="*/ 90 w 90"/>
                <a:gd name="T95" fmla="*/ 40 h 56"/>
                <a:gd name="T96" fmla="*/ 87 w 90"/>
                <a:gd name="T97" fmla="*/ 33 h 56"/>
                <a:gd name="T98" fmla="*/ 86 w 90"/>
                <a:gd name="T99" fmla="*/ 31 h 56"/>
                <a:gd name="T100" fmla="*/ 83 w 90"/>
                <a:gd name="T101" fmla="*/ 29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0" h="56">
                  <a:moveTo>
                    <a:pt x="83" y="29"/>
                  </a:moveTo>
                  <a:lnTo>
                    <a:pt x="83" y="29"/>
                  </a:lnTo>
                  <a:lnTo>
                    <a:pt x="58" y="16"/>
                  </a:lnTo>
                  <a:lnTo>
                    <a:pt x="58" y="16"/>
                  </a:lnTo>
                  <a:lnTo>
                    <a:pt x="54" y="15"/>
                  </a:lnTo>
                  <a:lnTo>
                    <a:pt x="51" y="15"/>
                  </a:lnTo>
                  <a:lnTo>
                    <a:pt x="50" y="13"/>
                  </a:lnTo>
                  <a:lnTo>
                    <a:pt x="50" y="13"/>
                  </a:lnTo>
                  <a:lnTo>
                    <a:pt x="48" y="7"/>
                  </a:lnTo>
                  <a:lnTo>
                    <a:pt x="46" y="5"/>
                  </a:lnTo>
                  <a:lnTo>
                    <a:pt x="44" y="2"/>
                  </a:lnTo>
                  <a:lnTo>
                    <a:pt x="44" y="2"/>
                  </a:lnTo>
                  <a:lnTo>
                    <a:pt x="33" y="0"/>
                  </a:lnTo>
                  <a:lnTo>
                    <a:pt x="33" y="0"/>
                  </a:lnTo>
                  <a:lnTo>
                    <a:pt x="23" y="8"/>
                  </a:lnTo>
                  <a:lnTo>
                    <a:pt x="23" y="8"/>
                  </a:lnTo>
                  <a:lnTo>
                    <a:pt x="17" y="12"/>
                  </a:lnTo>
                  <a:lnTo>
                    <a:pt x="11" y="17"/>
                  </a:lnTo>
                  <a:lnTo>
                    <a:pt x="5" y="21"/>
                  </a:lnTo>
                  <a:lnTo>
                    <a:pt x="1" y="24"/>
                  </a:lnTo>
                  <a:lnTo>
                    <a:pt x="1" y="24"/>
                  </a:lnTo>
                  <a:lnTo>
                    <a:pt x="0" y="26"/>
                  </a:lnTo>
                  <a:lnTo>
                    <a:pt x="1" y="27"/>
                  </a:lnTo>
                  <a:lnTo>
                    <a:pt x="3" y="32"/>
                  </a:lnTo>
                  <a:lnTo>
                    <a:pt x="13" y="42"/>
                  </a:lnTo>
                  <a:lnTo>
                    <a:pt x="13" y="42"/>
                  </a:lnTo>
                  <a:lnTo>
                    <a:pt x="18" y="45"/>
                  </a:lnTo>
                  <a:lnTo>
                    <a:pt x="23" y="49"/>
                  </a:lnTo>
                  <a:lnTo>
                    <a:pt x="28" y="50"/>
                  </a:lnTo>
                  <a:lnTo>
                    <a:pt x="34" y="50"/>
                  </a:lnTo>
                  <a:lnTo>
                    <a:pt x="34" y="50"/>
                  </a:lnTo>
                  <a:lnTo>
                    <a:pt x="40" y="50"/>
                  </a:lnTo>
                  <a:lnTo>
                    <a:pt x="46" y="49"/>
                  </a:lnTo>
                  <a:lnTo>
                    <a:pt x="51" y="47"/>
                  </a:lnTo>
                  <a:lnTo>
                    <a:pt x="55" y="47"/>
                  </a:lnTo>
                  <a:lnTo>
                    <a:pt x="55" y="47"/>
                  </a:lnTo>
                  <a:lnTo>
                    <a:pt x="56" y="48"/>
                  </a:lnTo>
                  <a:lnTo>
                    <a:pt x="59" y="50"/>
                  </a:lnTo>
                  <a:lnTo>
                    <a:pt x="61" y="56"/>
                  </a:lnTo>
                  <a:lnTo>
                    <a:pt x="61" y="56"/>
                  </a:lnTo>
                  <a:lnTo>
                    <a:pt x="70" y="53"/>
                  </a:lnTo>
                  <a:lnTo>
                    <a:pt x="76" y="50"/>
                  </a:lnTo>
                  <a:lnTo>
                    <a:pt x="76" y="50"/>
                  </a:lnTo>
                  <a:lnTo>
                    <a:pt x="82" y="44"/>
                  </a:lnTo>
                  <a:lnTo>
                    <a:pt x="86" y="42"/>
                  </a:lnTo>
                  <a:lnTo>
                    <a:pt x="88" y="40"/>
                  </a:lnTo>
                  <a:lnTo>
                    <a:pt x="90" y="40"/>
                  </a:lnTo>
                  <a:lnTo>
                    <a:pt x="90" y="40"/>
                  </a:lnTo>
                  <a:lnTo>
                    <a:pt x="87" y="33"/>
                  </a:lnTo>
                  <a:lnTo>
                    <a:pt x="86" y="31"/>
                  </a:lnTo>
                  <a:lnTo>
                    <a:pt x="83" y="2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8" name="Freeform 717"/>
            <p:cNvSpPr>
              <a:spLocks/>
            </p:cNvSpPr>
            <p:nvPr/>
          </p:nvSpPr>
          <p:spPr bwMode="gray">
            <a:xfrm>
              <a:off x="2646190" y="3670120"/>
              <a:ext cx="327244" cy="309137"/>
            </a:xfrm>
            <a:custGeom>
              <a:avLst/>
              <a:gdLst>
                <a:gd name="T0" fmla="*/ 132 w 132"/>
                <a:gd name="T1" fmla="*/ 89 h 123"/>
                <a:gd name="T2" fmla="*/ 132 w 132"/>
                <a:gd name="T3" fmla="*/ 79 h 123"/>
                <a:gd name="T4" fmla="*/ 131 w 132"/>
                <a:gd name="T5" fmla="*/ 75 h 123"/>
                <a:gd name="T6" fmla="*/ 127 w 132"/>
                <a:gd name="T7" fmla="*/ 69 h 123"/>
                <a:gd name="T8" fmla="*/ 127 w 132"/>
                <a:gd name="T9" fmla="*/ 63 h 123"/>
                <a:gd name="T10" fmla="*/ 128 w 132"/>
                <a:gd name="T11" fmla="*/ 24 h 123"/>
                <a:gd name="T12" fmla="*/ 124 w 132"/>
                <a:gd name="T13" fmla="*/ 14 h 123"/>
                <a:gd name="T14" fmla="*/ 117 w 132"/>
                <a:gd name="T15" fmla="*/ 4 h 123"/>
                <a:gd name="T16" fmla="*/ 84 w 132"/>
                <a:gd name="T17" fmla="*/ 4 h 123"/>
                <a:gd name="T18" fmla="*/ 74 w 132"/>
                <a:gd name="T19" fmla="*/ 3 h 123"/>
                <a:gd name="T20" fmla="*/ 65 w 132"/>
                <a:gd name="T21" fmla="*/ 9 h 123"/>
                <a:gd name="T22" fmla="*/ 63 w 132"/>
                <a:gd name="T23" fmla="*/ 9 h 123"/>
                <a:gd name="T24" fmla="*/ 60 w 132"/>
                <a:gd name="T25" fmla="*/ 4 h 123"/>
                <a:gd name="T26" fmla="*/ 57 w 132"/>
                <a:gd name="T27" fmla="*/ 0 h 123"/>
                <a:gd name="T28" fmla="*/ 54 w 132"/>
                <a:gd name="T29" fmla="*/ 0 h 123"/>
                <a:gd name="T30" fmla="*/ 36 w 132"/>
                <a:gd name="T31" fmla="*/ 3 h 123"/>
                <a:gd name="T32" fmla="*/ 18 w 132"/>
                <a:gd name="T33" fmla="*/ 10 h 123"/>
                <a:gd name="T34" fmla="*/ 14 w 132"/>
                <a:gd name="T35" fmla="*/ 13 h 123"/>
                <a:gd name="T36" fmla="*/ 0 w 132"/>
                <a:gd name="T37" fmla="*/ 15 h 123"/>
                <a:gd name="T38" fmla="*/ 0 w 132"/>
                <a:gd name="T39" fmla="*/ 32 h 123"/>
                <a:gd name="T40" fmla="*/ 1 w 132"/>
                <a:gd name="T41" fmla="*/ 45 h 123"/>
                <a:gd name="T42" fmla="*/ 5 w 132"/>
                <a:gd name="T43" fmla="*/ 51 h 123"/>
                <a:gd name="T44" fmla="*/ 7 w 132"/>
                <a:gd name="T45" fmla="*/ 74 h 123"/>
                <a:gd name="T46" fmla="*/ 6 w 132"/>
                <a:gd name="T47" fmla="*/ 77 h 123"/>
                <a:gd name="T48" fmla="*/ 5 w 132"/>
                <a:gd name="T49" fmla="*/ 78 h 123"/>
                <a:gd name="T50" fmla="*/ 16 w 132"/>
                <a:gd name="T51" fmla="*/ 80 h 123"/>
                <a:gd name="T52" fmla="*/ 20 w 132"/>
                <a:gd name="T53" fmla="*/ 85 h 123"/>
                <a:gd name="T54" fmla="*/ 22 w 132"/>
                <a:gd name="T55" fmla="*/ 91 h 123"/>
                <a:gd name="T56" fmla="*/ 26 w 132"/>
                <a:gd name="T57" fmla="*/ 93 h 123"/>
                <a:gd name="T58" fmla="*/ 30 w 132"/>
                <a:gd name="T59" fmla="*/ 94 h 123"/>
                <a:gd name="T60" fmla="*/ 55 w 132"/>
                <a:gd name="T61" fmla="*/ 107 h 123"/>
                <a:gd name="T62" fmla="*/ 58 w 132"/>
                <a:gd name="T63" fmla="*/ 109 h 123"/>
                <a:gd name="T64" fmla="*/ 62 w 132"/>
                <a:gd name="T65" fmla="*/ 118 h 123"/>
                <a:gd name="T66" fmla="*/ 69 w 132"/>
                <a:gd name="T67" fmla="*/ 117 h 123"/>
                <a:gd name="T68" fmla="*/ 75 w 132"/>
                <a:gd name="T69" fmla="*/ 118 h 123"/>
                <a:gd name="T70" fmla="*/ 79 w 132"/>
                <a:gd name="T71" fmla="*/ 120 h 123"/>
                <a:gd name="T72" fmla="*/ 89 w 132"/>
                <a:gd name="T73" fmla="*/ 118 h 123"/>
                <a:gd name="T74" fmla="*/ 94 w 132"/>
                <a:gd name="T75" fmla="*/ 117 h 123"/>
                <a:gd name="T76" fmla="*/ 101 w 132"/>
                <a:gd name="T77" fmla="*/ 116 h 123"/>
                <a:gd name="T78" fmla="*/ 115 w 132"/>
                <a:gd name="T79" fmla="*/ 123 h 123"/>
                <a:gd name="T80" fmla="*/ 116 w 132"/>
                <a:gd name="T81" fmla="*/ 120 h 123"/>
                <a:gd name="T82" fmla="*/ 117 w 132"/>
                <a:gd name="T83" fmla="*/ 115 h 123"/>
                <a:gd name="T84" fmla="*/ 119 w 132"/>
                <a:gd name="T85" fmla="*/ 107 h 123"/>
                <a:gd name="T86" fmla="*/ 131 w 132"/>
                <a:gd name="T87" fmla="*/ 93 h 123"/>
                <a:gd name="T88" fmla="*/ 132 w 132"/>
                <a:gd name="T89" fmla="*/ 8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32" h="123">
                  <a:moveTo>
                    <a:pt x="132" y="89"/>
                  </a:moveTo>
                  <a:lnTo>
                    <a:pt x="132" y="89"/>
                  </a:lnTo>
                  <a:lnTo>
                    <a:pt x="132" y="83"/>
                  </a:lnTo>
                  <a:lnTo>
                    <a:pt x="132" y="79"/>
                  </a:lnTo>
                  <a:lnTo>
                    <a:pt x="131" y="75"/>
                  </a:lnTo>
                  <a:lnTo>
                    <a:pt x="131" y="75"/>
                  </a:lnTo>
                  <a:lnTo>
                    <a:pt x="128" y="72"/>
                  </a:lnTo>
                  <a:lnTo>
                    <a:pt x="127" y="69"/>
                  </a:lnTo>
                  <a:lnTo>
                    <a:pt x="127" y="63"/>
                  </a:lnTo>
                  <a:lnTo>
                    <a:pt x="127" y="63"/>
                  </a:lnTo>
                  <a:lnTo>
                    <a:pt x="128" y="24"/>
                  </a:lnTo>
                  <a:lnTo>
                    <a:pt x="128" y="24"/>
                  </a:lnTo>
                  <a:lnTo>
                    <a:pt x="127" y="19"/>
                  </a:lnTo>
                  <a:lnTo>
                    <a:pt x="124" y="14"/>
                  </a:lnTo>
                  <a:lnTo>
                    <a:pt x="117" y="4"/>
                  </a:lnTo>
                  <a:lnTo>
                    <a:pt x="117" y="4"/>
                  </a:lnTo>
                  <a:lnTo>
                    <a:pt x="95" y="4"/>
                  </a:lnTo>
                  <a:lnTo>
                    <a:pt x="84" y="4"/>
                  </a:lnTo>
                  <a:lnTo>
                    <a:pt x="74" y="3"/>
                  </a:lnTo>
                  <a:lnTo>
                    <a:pt x="74" y="3"/>
                  </a:lnTo>
                  <a:lnTo>
                    <a:pt x="70" y="6"/>
                  </a:lnTo>
                  <a:lnTo>
                    <a:pt x="65" y="9"/>
                  </a:lnTo>
                  <a:lnTo>
                    <a:pt x="65" y="9"/>
                  </a:lnTo>
                  <a:lnTo>
                    <a:pt x="63" y="9"/>
                  </a:lnTo>
                  <a:lnTo>
                    <a:pt x="62" y="8"/>
                  </a:lnTo>
                  <a:lnTo>
                    <a:pt x="60" y="4"/>
                  </a:lnTo>
                  <a:lnTo>
                    <a:pt x="58" y="1"/>
                  </a:lnTo>
                  <a:lnTo>
                    <a:pt x="57" y="0"/>
                  </a:lnTo>
                  <a:lnTo>
                    <a:pt x="54" y="0"/>
                  </a:lnTo>
                  <a:lnTo>
                    <a:pt x="54" y="0"/>
                  </a:lnTo>
                  <a:lnTo>
                    <a:pt x="46" y="1"/>
                  </a:lnTo>
                  <a:lnTo>
                    <a:pt x="36" y="3"/>
                  </a:lnTo>
                  <a:lnTo>
                    <a:pt x="26" y="6"/>
                  </a:lnTo>
                  <a:lnTo>
                    <a:pt x="18" y="10"/>
                  </a:lnTo>
                  <a:lnTo>
                    <a:pt x="18" y="10"/>
                  </a:lnTo>
                  <a:lnTo>
                    <a:pt x="14" y="13"/>
                  </a:lnTo>
                  <a:lnTo>
                    <a:pt x="9" y="14"/>
                  </a:lnTo>
                  <a:lnTo>
                    <a:pt x="0" y="15"/>
                  </a:lnTo>
                  <a:lnTo>
                    <a:pt x="0" y="15"/>
                  </a:lnTo>
                  <a:lnTo>
                    <a:pt x="0" y="32"/>
                  </a:lnTo>
                  <a:lnTo>
                    <a:pt x="0" y="40"/>
                  </a:lnTo>
                  <a:lnTo>
                    <a:pt x="1" y="45"/>
                  </a:lnTo>
                  <a:lnTo>
                    <a:pt x="1" y="45"/>
                  </a:lnTo>
                  <a:lnTo>
                    <a:pt x="5" y="51"/>
                  </a:lnTo>
                  <a:lnTo>
                    <a:pt x="6" y="59"/>
                  </a:lnTo>
                  <a:lnTo>
                    <a:pt x="7" y="74"/>
                  </a:lnTo>
                  <a:lnTo>
                    <a:pt x="7" y="74"/>
                  </a:lnTo>
                  <a:lnTo>
                    <a:pt x="6" y="77"/>
                  </a:lnTo>
                  <a:lnTo>
                    <a:pt x="5" y="78"/>
                  </a:lnTo>
                  <a:lnTo>
                    <a:pt x="5" y="78"/>
                  </a:lnTo>
                  <a:lnTo>
                    <a:pt x="16" y="80"/>
                  </a:lnTo>
                  <a:lnTo>
                    <a:pt x="16" y="80"/>
                  </a:lnTo>
                  <a:lnTo>
                    <a:pt x="18" y="83"/>
                  </a:lnTo>
                  <a:lnTo>
                    <a:pt x="20" y="85"/>
                  </a:lnTo>
                  <a:lnTo>
                    <a:pt x="22" y="91"/>
                  </a:lnTo>
                  <a:lnTo>
                    <a:pt x="22" y="91"/>
                  </a:lnTo>
                  <a:lnTo>
                    <a:pt x="23" y="93"/>
                  </a:lnTo>
                  <a:lnTo>
                    <a:pt x="26" y="93"/>
                  </a:lnTo>
                  <a:lnTo>
                    <a:pt x="30" y="94"/>
                  </a:lnTo>
                  <a:lnTo>
                    <a:pt x="30" y="94"/>
                  </a:lnTo>
                  <a:lnTo>
                    <a:pt x="42" y="100"/>
                  </a:lnTo>
                  <a:lnTo>
                    <a:pt x="55" y="107"/>
                  </a:lnTo>
                  <a:lnTo>
                    <a:pt x="55" y="107"/>
                  </a:lnTo>
                  <a:lnTo>
                    <a:pt x="58" y="109"/>
                  </a:lnTo>
                  <a:lnTo>
                    <a:pt x="59" y="111"/>
                  </a:lnTo>
                  <a:lnTo>
                    <a:pt x="62" y="118"/>
                  </a:lnTo>
                  <a:lnTo>
                    <a:pt x="62" y="118"/>
                  </a:lnTo>
                  <a:lnTo>
                    <a:pt x="69" y="117"/>
                  </a:lnTo>
                  <a:lnTo>
                    <a:pt x="73" y="117"/>
                  </a:lnTo>
                  <a:lnTo>
                    <a:pt x="75" y="118"/>
                  </a:lnTo>
                  <a:lnTo>
                    <a:pt x="75" y="118"/>
                  </a:lnTo>
                  <a:lnTo>
                    <a:pt x="79" y="120"/>
                  </a:lnTo>
                  <a:lnTo>
                    <a:pt x="82" y="118"/>
                  </a:lnTo>
                  <a:lnTo>
                    <a:pt x="89" y="118"/>
                  </a:lnTo>
                  <a:lnTo>
                    <a:pt x="89" y="118"/>
                  </a:lnTo>
                  <a:lnTo>
                    <a:pt x="94" y="117"/>
                  </a:lnTo>
                  <a:lnTo>
                    <a:pt x="101" y="116"/>
                  </a:lnTo>
                  <a:lnTo>
                    <a:pt x="101" y="116"/>
                  </a:lnTo>
                  <a:lnTo>
                    <a:pt x="106" y="118"/>
                  </a:lnTo>
                  <a:lnTo>
                    <a:pt x="115" y="123"/>
                  </a:lnTo>
                  <a:lnTo>
                    <a:pt x="115" y="123"/>
                  </a:lnTo>
                  <a:lnTo>
                    <a:pt x="116" y="120"/>
                  </a:lnTo>
                  <a:lnTo>
                    <a:pt x="117" y="115"/>
                  </a:lnTo>
                  <a:lnTo>
                    <a:pt x="117" y="115"/>
                  </a:lnTo>
                  <a:lnTo>
                    <a:pt x="118" y="111"/>
                  </a:lnTo>
                  <a:lnTo>
                    <a:pt x="119" y="107"/>
                  </a:lnTo>
                  <a:lnTo>
                    <a:pt x="126" y="100"/>
                  </a:lnTo>
                  <a:lnTo>
                    <a:pt x="131" y="93"/>
                  </a:lnTo>
                  <a:lnTo>
                    <a:pt x="132" y="90"/>
                  </a:lnTo>
                  <a:lnTo>
                    <a:pt x="132" y="8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69" name="Freeform 719"/>
            <p:cNvSpPr>
              <a:spLocks/>
            </p:cNvSpPr>
            <p:nvPr/>
          </p:nvSpPr>
          <p:spPr bwMode="gray">
            <a:xfrm>
              <a:off x="2371010" y="4059684"/>
              <a:ext cx="156183" cy="77912"/>
            </a:xfrm>
            <a:custGeom>
              <a:avLst/>
              <a:gdLst>
                <a:gd name="T0" fmla="*/ 51 w 63"/>
                <a:gd name="T1" fmla="*/ 8 h 31"/>
                <a:gd name="T2" fmla="*/ 51 w 63"/>
                <a:gd name="T3" fmla="*/ 8 h 31"/>
                <a:gd name="T4" fmla="*/ 46 w 63"/>
                <a:gd name="T5" fmla="*/ 5 h 31"/>
                <a:gd name="T6" fmla="*/ 38 w 63"/>
                <a:gd name="T7" fmla="*/ 3 h 31"/>
                <a:gd name="T8" fmla="*/ 19 w 63"/>
                <a:gd name="T9" fmla="*/ 0 h 31"/>
                <a:gd name="T10" fmla="*/ 19 w 63"/>
                <a:gd name="T11" fmla="*/ 0 h 31"/>
                <a:gd name="T12" fmla="*/ 15 w 63"/>
                <a:gd name="T13" fmla="*/ 5 h 31"/>
                <a:gd name="T14" fmla="*/ 10 w 63"/>
                <a:gd name="T15" fmla="*/ 13 h 31"/>
                <a:gd name="T16" fmla="*/ 1 w 63"/>
                <a:gd name="T17" fmla="*/ 21 h 31"/>
                <a:gd name="T18" fmla="*/ 1 w 63"/>
                <a:gd name="T19" fmla="*/ 21 h 31"/>
                <a:gd name="T20" fmla="*/ 0 w 63"/>
                <a:gd name="T21" fmla="*/ 23 h 31"/>
                <a:gd name="T22" fmla="*/ 1 w 63"/>
                <a:gd name="T23" fmla="*/ 25 h 31"/>
                <a:gd name="T24" fmla="*/ 9 w 63"/>
                <a:gd name="T25" fmla="*/ 27 h 31"/>
                <a:gd name="T26" fmla="*/ 9 w 63"/>
                <a:gd name="T27" fmla="*/ 27 h 31"/>
                <a:gd name="T28" fmla="*/ 10 w 63"/>
                <a:gd name="T29" fmla="*/ 29 h 31"/>
                <a:gd name="T30" fmla="*/ 11 w 63"/>
                <a:gd name="T31" fmla="*/ 31 h 31"/>
                <a:gd name="T32" fmla="*/ 11 w 63"/>
                <a:gd name="T33" fmla="*/ 31 h 31"/>
                <a:gd name="T34" fmla="*/ 24 w 63"/>
                <a:gd name="T35" fmla="*/ 30 h 31"/>
                <a:gd name="T36" fmla="*/ 24 w 63"/>
                <a:gd name="T37" fmla="*/ 30 h 31"/>
                <a:gd name="T38" fmla="*/ 30 w 63"/>
                <a:gd name="T39" fmla="*/ 29 h 31"/>
                <a:gd name="T40" fmla="*/ 40 w 63"/>
                <a:gd name="T41" fmla="*/ 29 h 31"/>
                <a:gd name="T42" fmla="*/ 53 w 63"/>
                <a:gd name="T43" fmla="*/ 29 h 31"/>
                <a:gd name="T44" fmla="*/ 53 w 63"/>
                <a:gd name="T45" fmla="*/ 29 h 31"/>
                <a:gd name="T46" fmla="*/ 54 w 63"/>
                <a:gd name="T47" fmla="*/ 27 h 31"/>
                <a:gd name="T48" fmla="*/ 57 w 63"/>
                <a:gd name="T49" fmla="*/ 25 h 31"/>
                <a:gd name="T50" fmla="*/ 63 w 63"/>
                <a:gd name="T51" fmla="*/ 20 h 31"/>
                <a:gd name="T52" fmla="*/ 63 w 63"/>
                <a:gd name="T53" fmla="*/ 20 h 31"/>
                <a:gd name="T54" fmla="*/ 57 w 63"/>
                <a:gd name="T55" fmla="*/ 13 h 31"/>
                <a:gd name="T56" fmla="*/ 51 w 63"/>
                <a:gd name="T57" fmla="*/ 8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3" h="31">
                  <a:moveTo>
                    <a:pt x="51" y="8"/>
                  </a:moveTo>
                  <a:lnTo>
                    <a:pt x="51" y="8"/>
                  </a:lnTo>
                  <a:lnTo>
                    <a:pt x="46" y="5"/>
                  </a:lnTo>
                  <a:lnTo>
                    <a:pt x="38" y="3"/>
                  </a:lnTo>
                  <a:lnTo>
                    <a:pt x="19" y="0"/>
                  </a:lnTo>
                  <a:lnTo>
                    <a:pt x="19" y="0"/>
                  </a:lnTo>
                  <a:lnTo>
                    <a:pt x="15" y="5"/>
                  </a:lnTo>
                  <a:lnTo>
                    <a:pt x="10" y="13"/>
                  </a:lnTo>
                  <a:lnTo>
                    <a:pt x="1" y="21"/>
                  </a:lnTo>
                  <a:lnTo>
                    <a:pt x="1" y="21"/>
                  </a:lnTo>
                  <a:lnTo>
                    <a:pt x="0" y="23"/>
                  </a:lnTo>
                  <a:lnTo>
                    <a:pt x="1" y="25"/>
                  </a:lnTo>
                  <a:lnTo>
                    <a:pt x="9" y="27"/>
                  </a:lnTo>
                  <a:lnTo>
                    <a:pt x="9" y="27"/>
                  </a:lnTo>
                  <a:lnTo>
                    <a:pt x="10" y="29"/>
                  </a:lnTo>
                  <a:lnTo>
                    <a:pt x="11" y="31"/>
                  </a:lnTo>
                  <a:lnTo>
                    <a:pt x="11" y="31"/>
                  </a:lnTo>
                  <a:lnTo>
                    <a:pt x="24" y="30"/>
                  </a:lnTo>
                  <a:lnTo>
                    <a:pt x="24" y="30"/>
                  </a:lnTo>
                  <a:lnTo>
                    <a:pt x="30" y="29"/>
                  </a:lnTo>
                  <a:lnTo>
                    <a:pt x="40" y="29"/>
                  </a:lnTo>
                  <a:lnTo>
                    <a:pt x="53" y="29"/>
                  </a:lnTo>
                  <a:lnTo>
                    <a:pt x="53" y="29"/>
                  </a:lnTo>
                  <a:lnTo>
                    <a:pt x="54" y="27"/>
                  </a:lnTo>
                  <a:lnTo>
                    <a:pt x="57" y="25"/>
                  </a:lnTo>
                  <a:lnTo>
                    <a:pt x="63" y="20"/>
                  </a:lnTo>
                  <a:lnTo>
                    <a:pt x="63" y="20"/>
                  </a:lnTo>
                  <a:lnTo>
                    <a:pt x="57" y="13"/>
                  </a:lnTo>
                  <a:lnTo>
                    <a:pt x="51"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0" name="Freeform 721"/>
            <p:cNvSpPr>
              <a:spLocks/>
            </p:cNvSpPr>
            <p:nvPr/>
          </p:nvSpPr>
          <p:spPr bwMode="gray">
            <a:xfrm>
              <a:off x="2628836" y="4125030"/>
              <a:ext cx="198329" cy="160852"/>
            </a:xfrm>
            <a:custGeom>
              <a:avLst/>
              <a:gdLst>
                <a:gd name="T0" fmla="*/ 41 w 80"/>
                <a:gd name="T1" fmla="*/ 21 h 64"/>
                <a:gd name="T2" fmla="*/ 41 w 80"/>
                <a:gd name="T3" fmla="*/ 21 h 64"/>
                <a:gd name="T4" fmla="*/ 67 w 80"/>
                <a:gd name="T5" fmla="*/ 22 h 64"/>
                <a:gd name="T6" fmla="*/ 67 w 80"/>
                <a:gd name="T7" fmla="*/ 22 h 64"/>
                <a:gd name="T8" fmla="*/ 80 w 80"/>
                <a:gd name="T9" fmla="*/ 20 h 64"/>
                <a:gd name="T10" fmla="*/ 80 w 80"/>
                <a:gd name="T11" fmla="*/ 20 h 64"/>
                <a:gd name="T12" fmla="*/ 77 w 80"/>
                <a:gd name="T13" fmla="*/ 13 h 64"/>
                <a:gd name="T14" fmla="*/ 77 w 80"/>
                <a:gd name="T15" fmla="*/ 8 h 64"/>
                <a:gd name="T16" fmla="*/ 77 w 80"/>
                <a:gd name="T17" fmla="*/ 8 h 64"/>
                <a:gd name="T18" fmla="*/ 73 w 80"/>
                <a:gd name="T19" fmla="*/ 10 h 64"/>
                <a:gd name="T20" fmla="*/ 70 w 80"/>
                <a:gd name="T21" fmla="*/ 11 h 64"/>
                <a:gd name="T22" fmla="*/ 66 w 80"/>
                <a:gd name="T23" fmla="*/ 11 h 64"/>
                <a:gd name="T24" fmla="*/ 66 w 80"/>
                <a:gd name="T25" fmla="*/ 11 h 64"/>
                <a:gd name="T26" fmla="*/ 61 w 80"/>
                <a:gd name="T27" fmla="*/ 10 h 64"/>
                <a:gd name="T28" fmla="*/ 55 w 80"/>
                <a:gd name="T29" fmla="*/ 8 h 64"/>
                <a:gd name="T30" fmla="*/ 49 w 80"/>
                <a:gd name="T31" fmla="*/ 4 h 64"/>
                <a:gd name="T32" fmla="*/ 44 w 80"/>
                <a:gd name="T33" fmla="*/ 0 h 64"/>
                <a:gd name="T34" fmla="*/ 44 w 80"/>
                <a:gd name="T35" fmla="*/ 0 h 64"/>
                <a:gd name="T36" fmla="*/ 24 w 80"/>
                <a:gd name="T37" fmla="*/ 4 h 64"/>
                <a:gd name="T38" fmla="*/ 16 w 80"/>
                <a:gd name="T39" fmla="*/ 6 h 64"/>
                <a:gd name="T40" fmla="*/ 12 w 80"/>
                <a:gd name="T41" fmla="*/ 8 h 64"/>
                <a:gd name="T42" fmla="*/ 12 w 80"/>
                <a:gd name="T43" fmla="*/ 8 h 64"/>
                <a:gd name="T44" fmla="*/ 0 w 80"/>
                <a:gd name="T45" fmla="*/ 19 h 64"/>
                <a:gd name="T46" fmla="*/ 0 w 80"/>
                <a:gd name="T47" fmla="*/ 19 h 64"/>
                <a:gd name="T48" fmla="*/ 1 w 80"/>
                <a:gd name="T49" fmla="*/ 22 h 64"/>
                <a:gd name="T50" fmla="*/ 2 w 80"/>
                <a:gd name="T51" fmla="*/ 26 h 64"/>
                <a:gd name="T52" fmla="*/ 2 w 80"/>
                <a:gd name="T53" fmla="*/ 26 h 64"/>
                <a:gd name="T54" fmla="*/ 5 w 80"/>
                <a:gd name="T55" fmla="*/ 27 h 64"/>
                <a:gd name="T56" fmla="*/ 7 w 80"/>
                <a:gd name="T57" fmla="*/ 26 h 64"/>
                <a:gd name="T58" fmla="*/ 9 w 80"/>
                <a:gd name="T59" fmla="*/ 22 h 64"/>
                <a:gd name="T60" fmla="*/ 9 w 80"/>
                <a:gd name="T61" fmla="*/ 22 h 64"/>
                <a:gd name="T62" fmla="*/ 12 w 80"/>
                <a:gd name="T63" fmla="*/ 21 h 64"/>
                <a:gd name="T64" fmla="*/ 12 w 80"/>
                <a:gd name="T65" fmla="*/ 24 h 64"/>
                <a:gd name="T66" fmla="*/ 11 w 80"/>
                <a:gd name="T67" fmla="*/ 32 h 64"/>
                <a:gd name="T68" fmla="*/ 11 w 80"/>
                <a:gd name="T69" fmla="*/ 32 h 64"/>
                <a:gd name="T70" fmla="*/ 12 w 80"/>
                <a:gd name="T71" fmla="*/ 35 h 64"/>
                <a:gd name="T72" fmla="*/ 12 w 80"/>
                <a:gd name="T73" fmla="*/ 36 h 64"/>
                <a:gd name="T74" fmla="*/ 18 w 80"/>
                <a:gd name="T75" fmla="*/ 38 h 64"/>
                <a:gd name="T76" fmla="*/ 18 w 80"/>
                <a:gd name="T77" fmla="*/ 38 h 64"/>
                <a:gd name="T78" fmla="*/ 21 w 80"/>
                <a:gd name="T79" fmla="*/ 41 h 64"/>
                <a:gd name="T80" fmla="*/ 21 w 80"/>
                <a:gd name="T81" fmla="*/ 42 h 64"/>
                <a:gd name="T82" fmla="*/ 22 w 80"/>
                <a:gd name="T83" fmla="*/ 45 h 64"/>
                <a:gd name="T84" fmla="*/ 23 w 80"/>
                <a:gd name="T85" fmla="*/ 47 h 64"/>
                <a:gd name="T86" fmla="*/ 23 w 80"/>
                <a:gd name="T87" fmla="*/ 47 h 64"/>
                <a:gd name="T88" fmla="*/ 25 w 80"/>
                <a:gd name="T89" fmla="*/ 51 h 64"/>
                <a:gd name="T90" fmla="*/ 29 w 80"/>
                <a:gd name="T91" fmla="*/ 52 h 64"/>
                <a:gd name="T92" fmla="*/ 38 w 80"/>
                <a:gd name="T93" fmla="*/ 56 h 64"/>
                <a:gd name="T94" fmla="*/ 38 w 80"/>
                <a:gd name="T95" fmla="*/ 56 h 64"/>
                <a:gd name="T96" fmla="*/ 40 w 80"/>
                <a:gd name="T97" fmla="*/ 57 h 64"/>
                <a:gd name="T98" fmla="*/ 43 w 80"/>
                <a:gd name="T99" fmla="*/ 59 h 64"/>
                <a:gd name="T100" fmla="*/ 48 w 80"/>
                <a:gd name="T101" fmla="*/ 63 h 64"/>
                <a:gd name="T102" fmla="*/ 48 w 80"/>
                <a:gd name="T103" fmla="*/ 63 h 64"/>
                <a:gd name="T104" fmla="*/ 49 w 80"/>
                <a:gd name="T105" fmla="*/ 64 h 64"/>
                <a:gd name="T106" fmla="*/ 49 w 80"/>
                <a:gd name="T107" fmla="*/ 64 h 64"/>
                <a:gd name="T108" fmla="*/ 38 w 80"/>
                <a:gd name="T109" fmla="*/ 48 h 64"/>
                <a:gd name="T110" fmla="*/ 32 w 80"/>
                <a:gd name="T111" fmla="*/ 40 h 64"/>
                <a:gd name="T112" fmla="*/ 29 w 80"/>
                <a:gd name="T113" fmla="*/ 34 h 64"/>
                <a:gd name="T114" fmla="*/ 29 w 80"/>
                <a:gd name="T115" fmla="*/ 34 h 64"/>
                <a:gd name="T116" fmla="*/ 29 w 80"/>
                <a:gd name="T117" fmla="*/ 30 h 64"/>
                <a:gd name="T118" fmla="*/ 32 w 80"/>
                <a:gd name="T119" fmla="*/ 25 h 64"/>
                <a:gd name="T120" fmla="*/ 35 w 80"/>
                <a:gd name="T121" fmla="*/ 22 h 64"/>
                <a:gd name="T122" fmla="*/ 41 w 80"/>
                <a:gd name="T123" fmla="*/ 21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0" h="64">
                  <a:moveTo>
                    <a:pt x="41" y="21"/>
                  </a:moveTo>
                  <a:lnTo>
                    <a:pt x="41" y="21"/>
                  </a:lnTo>
                  <a:lnTo>
                    <a:pt x="67" y="22"/>
                  </a:lnTo>
                  <a:lnTo>
                    <a:pt x="67" y="22"/>
                  </a:lnTo>
                  <a:lnTo>
                    <a:pt x="80" y="20"/>
                  </a:lnTo>
                  <a:lnTo>
                    <a:pt x="80" y="20"/>
                  </a:lnTo>
                  <a:lnTo>
                    <a:pt x="77" y="13"/>
                  </a:lnTo>
                  <a:lnTo>
                    <a:pt x="77" y="8"/>
                  </a:lnTo>
                  <a:lnTo>
                    <a:pt x="77" y="8"/>
                  </a:lnTo>
                  <a:lnTo>
                    <a:pt x="73" y="10"/>
                  </a:lnTo>
                  <a:lnTo>
                    <a:pt x="70" y="11"/>
                  </a:lnTo>
                  <a:lnTo>
                    <a:pt x="66" y="11"/>
                  </a:lnTo>
                  <a:lnTo>
                    <a:pt x="66" y="11"/>
                  </a:lnTo>
                  <a:lnTo>
                    <a:pt x="61" y="10"/>
                  </a:lnTo>
                  <a:lnTo>
                    <a:pt x="55" y="8"/>
                  </a:lnTo>
                  <a:lnTo>
                    <a:pt x="49" y="4"/>
                  </a:lnTo>
                  <a:lnTo>
                    <a:pt x="44" y="0"/>
                  </a:lnTo>
                  <a:lnTo>
                    <a:pt x="44" y="0"/>
                  </a:lnTo>
                  <a:lnTo>
                    <a:pt x="24" y="4"/>
                  </a:lnTo>
                  <a:lnTo>
                    <a:pt x="16" y="6"/>
                  </a:lnTo>
                  <a:lnTo>
                    <a:pt x="12" y="8"/>
                  </a:lnTo>
                  <a:lnTo>
                    <a:pt x="12" y="8"/>
                  </a:lnTo>
                  <a:lnTo>
                    <a:pt x="0" y="19"/>
                  </a:lnTo>
                  <a:lnTo>
                    <a:pt x="0" y="19"/>
                  </a:lnTo>
                  <a:lnTo>
                    <a:pt x="1" y="22"/>
                  </a:lnTo>
                  <a:lnTo>
                    <a:pt x="2" y="26"/>
                  </a:lnTo>
                  <a:lnTo>
                    <a:pt x="2" y="26"/>
                  </a:lnTo>
                  <a:lnTo>
                    <a:pt x="5" y="27"/>
                  </a:lnTo>
                  <a:lnTo>
                    <a:pt x="7" y="26"/>
                  </a:lnTo>
                  <a:lnTo>
                    <a:pt x="9" y="22"/>
                  </a:lnTo>
                  <a:lnTo>
                    <a:pt x="9" y="22"/>
                  </a:lnTo>
                  <a:lnTo>
                    <a:pt x="12" y="21"/>
                  </a:lnTo>
                  <a:lnTo>
                    <a:pt x="12" y="24"/>
                  </a:lnTo>
                  <a:lnTo>
                    <a:pt x="11" y="32"/>
                  </a:lnTo>
                  <a:lnTo>
                    <a:pt x="11" y="32"/>
                  </a:lnTo>
                  <a:lnTo>
                    <a:pt x="12" y="35"/>
                  </a:lnTo>
                  <a:lnTo>
                    <a:pt x="12" y="36"/>
                  </a:lnTo>
                  <a:lnTo>
                    <a:pt x="18" y="38"/>
                  </a:lnTo>
                  <a:lnTo>
                    <a:pt x="18" y="38"/>
                  </a:lnTo>
                  <a:lnTo>
                    <a:pt x="21" y="41"/>
                  </a:lnTo>
                  <a:lnTo>
                    <a:pt x="21" y="42"/>
                  </a:lnTo>
                  <a:lnTo>
                    <a:pt x="22" y="45"/>
                  </a:lnTo>
                  <a:lnTo>
                    <a:pt x="23" y="47"/>
                  </a:lnTo>
                  <a:lnTo>
                    <a:pt x="23" y="47"/>
                  </a:lnTo>
                  <a:lnTo>
                    <a:pt x="25" y="51"/>
                  </a:lnTo>
                  <a:lnTo>
                    <a:pt x="29" y="52"/>
                  </a:lnTo>
                  <a:lnTo>
                    <a:pt x="38" y="56"/>
                  </a:lnTo>
                  <a:lnTo>
                    <a:pt x="38" y="56"/>
                  </a:lnTo>
                  <a:lnTo>
                    <a:pt x="40" y="57"/>
                  </a:lnTo>
                  <a:lnTo>
                    <a:pt x="43" y="59"/>
                  </a:lnTo>
                  <a:lnTo>
                    <a:pt x="48" y="63"/>
                  </a:lnTo>
                  <a:lnTo>
                    <a:pt x="48" y="63"/>
                  </a:lnTo>
                  <a:lnTo>
                    <a:pt x="49" y="64"/>
                  </a:lnTo>
                  <a:lnTo>
                    <a:pt x="49" y="64"/>
                  </a:lnTo>
                  <a:lnTo>
                    <a:pt x="38" y="48"/>
                  </a:lnTo>
                  <a:lnTo>
                    <a:pt x="32" y="40"/>
                  </a:lnTo>
                  <a:lnTo>
                    <a:pt x="29" y="34"/>
                  </a:lnTo>
                  <a:lnTo>
                    <a:pt x="29" y="34"/>
                  </a:lnTo>
                  <a:lnTo>
                    <a:pt x="29" y="30"/>
                  </a:lnTo>
                  <a:lnTo>
                    <a:pt x="32" y="25"/>
                  </a:lnTo>
                  <a:lnTo>
                    <a:pt x="35" y="22"/>
                  </a:lnTo>
                  <a:lnTo>
                    <a:pt x="41" y="2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1" name="Freeform 723"/>
            <p:cNvSpPr>
              <a:spLocks/>
            </p:cNvSpPr>
            <p:nvPr/>
          </p:nvSpPr>
          <p:spPr bwMode="gray">
            <a:xfrm>
              <a:off x="2618920" y="4099897"/>
              <a:ext cx="118997" cy="72886"/>
            </a:xfrm>
            <a:custGeom>
              <a:avLst/>
              <a:gdLst>
                <a:gd name="T0" fmla="*/ 48 w 48"/>
                <a:gd name="T1" fmla="*/ 10 h 29"/>
                <a:gd name="T2" fmla="*/ 48 w 48"/>
                <a:gd name="T3" fmla="*/ 10 h 29"/>
                <a:gd name="T4" fmla="*/ 44 w 48"/>
                <a:gd name="T5" fmla="*/ 8 h 29"/>
                <a:gd name="T6" fmla="*/ 44 w 48"/>
                <a:gd name="T7" fmla="*/ 8 h 29"/>
                <a:gd name="T8" fmla="*/ 39 w 48"/>
                <a:gd name="T9" fmla="*/ 0 h 29"/>
                <a:gd name="T10" fmla="*/ 39 w 48"/>
                <a:gd name="T11" fmla="*/ 0 h 29"/>
                <a:gd name="T12" fmla="*/ 34 w 48"/>
                <a:gd name="T13" fmla="*/ 3 h 29"/>
                <a:gd name="T14" fmla="*/ 29 w 48"/>
                <a:gd name="T15" fmla="*/ 5 h 29"/>
                <a:gd name="T16" fmla="*/ 29 w 48"/>
                <a:gd name="T17" fmla="*/ 5 h 29"/>
                <a:gd name="T18" fmla="*/ 15 w 48"/>
                <a:gd name="T19" fmla="*/ 5 h 29"/>
                <a:gd name="T20" fmla="*/ 15 w 48"/>
                <a:gd name="T21" fmla="*/ 5 h 29"/>
                <a:gd name="T22" fmla="*/ 0 w 48"/>
                <a:gd name="T23" fmla="*/ 7 h 29"/>
                <a:gd name="T24" fmla="*/ 0 w 48"/>
                <a:gd name="T25" fmla="*/ 7 h 29"/>
                <a:gd name="T26" fmla="*/ 4 w 48"/>
                <a:gd name="T27" fmla="*/ 10 h 29"/>
                <a:gd name="T28" fmla="*/ 4 w 48"/>
                <a:gd name="T29" fmla="*/ 10 h 29"/>
                <a:gd name="T30" fmla="*/ 2 w 48"/>
                <a:gd name="T31" fmla="*/ 15 h 29"/>
                <a:gd name="T32" fmla="*/ 0 w 48"/>
                <a:gd name="T33" fmla="*/ 21 h 29"/>
                <a:gd name="T34" fmla="*/ 0 w 48"/>
                <a:gd name="T35" fmla="*/ 21 h 29"/>
                <a:gd name="T36" fmla="*/ 1 w 48"/>
                <a:gd name="T37" fmla="*/ 24 h 29"/>
                <a:gd name="T38" fmla="*/ 4 w 48"/>
                <a:gd name="T39" fmla="*/ 29 h 29"/>
                <a:gd name="T40" fmla="*/ 4 w 48"/>
                <a:gd name="T41" fmla="*/ 29 h 29"/>
                <a:gd name="T42" fmla="*/ 16 w 48"/>
                <a:gd name="T43" fmla="*/ 18 h 29"/>
                <a:gd name="T44" fmla="*/ 16 w 48"/>
                <a:gd name="T45" fmla="*/ 18 h 29"/>
                <a:gd name="T46" fmla="*/ 20 w 48"/>
                <a:gd name="T47" fmla="*/ 16 h 29"/>
                <a:gd name="T48" fmla="*/ 28 w 48"/>
                <a:gd name="T49" fmla="*/ 14 h 29"/>
                <a:gd name="T50" fmla="*/ 48 w 48"/>
                <a:gd name="T51" fmla="*/ 1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8" h="29">
                  <a:moveTo>
                    <a:pt x="48" y="10"/>
                  </a:moveTo>
                  <a:lnTo>
                    <a:pt x="48" y="10"/>
                  </a:lnTo>
                  <a:lnTo>
                    <a:pt x="44" y="8"/>
                  </a:lnTo>
                  <a:lnTo>
                    <a:pt x="44" y="8"/>
                  </a:lnTo>
                  <a:lnTo>
                    <a:pt x="39" y="0"/>
                  </a:lnTo>
                  <a:lnTo>
                    <a:pt x="39" y="0"/>
                  </a:lnTo>
                  <a:lnTo>
                    <a:pt x="34" y="3"/>
                  </a:lnTo>
                  <a:lnTo>
                    <a:pt x="29" y="5"/>
                  </a:lnTo>
                  <a:lnTo>
                    <a:pt x="29" y="5"/>
                  </a:lnTo>
                  <a:lnTo>
                    <a:pt x="15" y="5"/>
                  </a:lnTo>
                  <a:lnTo>
                    <a:pt x="15" y="5"/>
                  </a:lnTo>
                  <a:lnTo>
                    <a:pt x="0" y="7"/>
                  </a:lnTo>
                  <a:lnTo>
                    <a:pt x="0" y="7"/>
                  </a:lnTo>
                  <a:lnTo>
                    <a:pt x="4" y="10"/>
                  </a:lnTo>
                  <a:lnTo>
                    <a:pt x="4" y="10"/>
                  </a:lnTo>
                  <a:lnTo>
                    <a:pt x="2" y="15"/>
                  </a:lnTo>
                  <a:lnTo>
                    <a:pt x="0" y="21"/>
                  </a:lnTo>
                  <a:lnTo>
                    <a:pt x="0" y="21"/>
                  </a:lnTo>
                  <a:lnTo>
                    <a:pt x="1" y="24"/>
                  </a:lnTo>
                  <a:lnTo>
                    <a:pt x="4" y="29"/>
                  </a:lnTo>
                  <a:lnTo>
                    <a:pt x="4" y="29"/>
                  </a:lnTo>
                  <a:lnTo>
                    <a:pt x="16" y="18"/>
                  </a:lnTo>
                  <a:lnTo>
                    <a:pt x="16" y="18"/>
                  </a:lnTo>
                  <a:lnTo>
                    <a:pt x="20" y="16"/>
                  </a:lnTo>
                  <a:lnTo>
                    <a:pt x="28" y="14"/>
                  </a:lnTo>
                  <a:lnTo>
                    <a:pt x="48"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2" name="Freeform 725"/>
            <p:cNvSpPr>
              <a:spLocks/>
            </p:cNvSpPr>
            <p:nvPr/>
          </p:nvSpPr>
          <p:spPr bwMode="gray">
            <a:xfrm>
              <a:off x="2316469" y="2390846"/>
              <a:ext cx="882563" cy="1078211"/>
            </a:xfrm>
            <a:custGeom>
              <a:avLst/>
              <a:gdLst>
                <a:gd name="T0" fmla="*/ 107 w 356"/>
                <a:gd name="T1" fmla="*/ 352 h 429"/>
                <a:gd name="T2" fmla="*/ 105 w 356"/>
                <a:gd name="T3" fmla="*/ 280 h 429"/>
                <a:gd name="T4" fmla="*/ 128 w 356"/>
                <a:gd name="T5" fmla="*/ 235 h 429"/>
                <a:gd name="T6" fmla="*/ 143 w 356"/>
                <a:gd name="T7" fmla="*/ 188 h 429"/>
                <a:gd name="T8" fmla="*/ 170 w 356"/>
                <a:gd name="T9" fmla="*/ 121 h 429"/>
                <a:gd name="T10" fmla="*/ 183 w 356"/>
                <a:gd name="T11" fmla="*/ 104 h 429"/>
                <a:gd name="T12" fmla="*/ 222 w 356"/>
                <a:gd name="T13" fmla="*/ 83 h 429"/>
                <a:gd name="T14" fmla="*/ 243 w 356"/>
                <a:gd name="T15" fmla="*/ 94 h 429"/>
                <a:gd name="T16" fmla="*/ 281 w 356"/>
                <a:gd name="T17" fmla="*/ 93 h 429"/>
                <a:gd name="T18" fmla="*/ 305 w 356"/>
                <a:gd name="T19" fmla="*/ 50 h 429"/>
                <a:gd name="T20" fmla="*/ 334 w 356"/>
                <a:gd name="T21" fmla="*/ 65 h 429"/>
                <a:gd name="T22" fmla="*/ 337 w 356"/>
                <a:gd name="T23" fmla="*/ 80 h 429"/>
                <a:gd name="T24" fmla="*/ 341 w 356"/>
                <a:gd name="T25" fmla="*/ 54 h 429"/>
                <a:gd name="T26" fmla="*/ 336 w 356"/>
                <a:gd name="T27" fmla="*/ 43 h 429"/>
                <a:gd name="T28" fmla="*/ 352 w 356"/>
                <a:gd name="T29" fmla="*/ 27 h 429"/>
                <a:gd name="T30" fmla="*/ 332 w 356"/>
                <a:gd name="T31" fmla="*/ 16 h 429"/>
                <a:gd name="T32" fmla="*/ 315 w 356"/>
                <a:gd name="T33" fmla="*/ 24 h 429"/>
                <a:gd name="T34" fmla="*/ 318 w 356"/>
                <a:gd name="T35" fmla="*/ 11 h 429"/>
                <a:gd name="T36" fmla="*/ 304 w 356"/>
                <a:gd name="T37" fmla="*/ 4 h 429"/>
                <a:gd name="T38" fmla="*/ 298 w 356"/>
                <a:gd name="T39" fmla="*/ 0 h 429"/>
                <a:gd name="T40" fmla="*/ 273 w 356"/>
                <a:gd name="T41" fmla="*/ 43 h 429"/>
                <a:gd name="T42" fmla="*/ 284 w 356"/>
                <a:gd name="T43" fmla="*/ 8 h 429"/>
                <a:gd name="T44" fmla="*/ 267 w 356"/>
                <a:gd name="T45" fmla="*/ 1 h 429"/>
                <a:gd name="T46" fmla="*/ 262 w 356"/>
                <a:gd name="T47" fmla="*/ 18 h 429"/>
                <a:gd name="T48" fmla="*/ 252 w 356"/>
                <a:gd name="T49" fmla="*/ 20 h 429"/>
                <a:gd name="T50" fmla="*/ 250 w 356"/>
                <a:gd name="T51" fmla="*/ 41 h 429"/>
                <a:gd name="T52" fmla="*/ 243 w 356"/>
                <a:gd name="T53" fmla="*/ 43 h 429"/>
                <a:gd name="T54" fmla="*/ 230 w 356"/>
                <a:gd name="T55" fmla="*/ 30 h 429"/>
                <a:gd name="T56" fmla="*/ 233 w 356"/>
                <a:gd name="T57" fmla="*/ 50 h 429"/>
                <a:gd name="T58" fmla="*/ 222 w 356"/>
                <a:gd name="T59" fmla="*/ 55 h 429"/>
                <a:gd name="T60" fmla="*/ 212 w 356"/>
                <a:gd name="T61" fmla="*/ 55 h 429"/>
                <a:gd name="T62" fmla="*/ 203 w 356"/>
                <a:gd name="T63" fmla="*/ 49 h 429"/>
                <a:gd name="T64" fmla="*/ 187 w 356"/>
                <a:gd name="T65" fmla="*/ 49 h 429"/>
                <a:gd name="T66" fmla="*/ 187 w 356"/>
                <a:gd name="T67" fmla="*/ 66 h 429"/>
                <a:gd name="T68" fmla="*/ 177 w 356"/>
                <a:gd name="T69" fmla="*/ 82 h 429"/>
                <a:gd name="T70" fmla="*/ 167 w 356"/>
                <a:gd name="T71" fmla="*/ 92 h 429"/>
                <a:gd name="T72" fmla="*/ 147 w 356"/>
                <a:gd name="T73" fmla="*/ 100 h 429"/>
                <a:gd name="T74" fmla="*/ 148 w 356"/>
                <a:gd name="T75" fmla="*/ 116 h 429"/>
                <a:gd name="T76" fmla="*/ 142 w 356"/>
                <a:gd name="T77" fmla="*/ 130 h 429"/>
                <a:gd name="T78" fmla="*/ 137 w 356"/>
                <a:gd name="T79" fmla="*/ 140 h 429"/>
                <a:gd name="T80" fmla="*/ 131 w 356"/>
                <a:gd name="T81" fmla="*/ 153 h 429"/>
                <a:gd name="T82" fmla="*/ 112 w 356"/>
                <a:gd name="T83" fmla="*/ 178 h 429"/>
                <a:gd name="T84" fmla="*/ 111 w 356"/>
                <a:gd name="T85" fmla="*/ 190 h 429"/>
                <a:gd name="T86" fmla="*/ 106 w 356"/>
                <a:gd name="T87" fmla="*/ 214 h 429"/>
                <a:gd name="T88" fmla="*/ 95 w 356"/>
                <a:gd name="T89" fmla="*/ 232 h 429"/>
                <a:gd name="T90" fmla="*/ 73 w 356"/>
                <a:gd name="T91" fmla="*/ 254 h 429"/>
                <a:gd name="T92" fmla="*/ 84 w 356"/>
                <a:gd name="T93" fmla="*/ 269 h 429"/>
                <a:gd name="T94" fmla="*/ 64 w 356"/>
                <a:gd name="T95" fmla="*/ 278 h 429"/>
                <a:gd name="T96" fmla="*/ 52 w 356"/>
                <a:gd name="T97" fmla="*/ 296 h 429"/>
                <a:gd name="T98" fmla="*/ 33 w 356"/>
                <a:gd name="T99" fmla="*/ 300 h 429"/>
                <a:gd name="T100" fmla="*/ 20 w 356"/>
                <a:gd name="T101" fmla="*/ 307 h 429"/>
                <a:gd name="T102" fmla="*/ 10 w 356"/>
                <a:gd name="T103" fmla="*/ 321 h 429"/>
                <a:gd name="T104" fmla="*/ 12 w 356"/>
                <a:gd name="T105" fmla="*/ 344 h 429"/>
                <a:gd name="T106" fmla="*/ 0 w 356"/>
                <a:gd name="T107" fmla="*/ 358 h 429"/>
                <a:gd name="T108" fmla="*/ 7 w 356"/>
                <a:gd name="T109" fmla="*/ 371 h 429"/>
                <a:gd name="T110" fmla="*/ 14 w 356"/>
                <a:gd name="T111" fmla="*/ 382 h 429"/>
                <a:gd name="T112" fmla="*/ 9 w 356"/>
                <a:gd name="T113" fmla="*/ 398 h 429"/>
                <a:gd name="T114" fmla="*/ 20 w 356"/>
                <a:gd name="T115" fmla="*/ 405 h 429"/>
                <a:gd name="T116" fmla="*/ 26 w 356"/>
                <a:gd name="T117" fmla="*/ 427 h 429"/>
                <a:gd name="T118" fmla="*/ 64 w 356"/>
                <a:gd name="T119" fmla="*/ 408 h 429"/>
                <a:gd name="T120" fmla="*/ 80 w 356"/>
                <a:gd name="T121" fmla="*/ 389 h 4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356" h="429">
                  <a:moveTo>
                    <a:pt x="100" y="390"/>
                  </a:moveTo>
                  <a:lnTo>
                    <a:pt x="100" y="390"/>
                  </a:lnTo>
                  <a:lnTo>
                    <a:pt x="101" y="385"/>
                  </a:lnTo>
                  <a:lnTo>
                    <a:pt x="102" y="381"/>
                  </a:lnTo>
                  <a:lnTo>
                    <a:pt x="107" y="374"/>
                  </a:lnTo>
                  <a:lnTo>
                    <a:pt x="107" y="374"/>
                  </a:lnTo>
                  <a:lnTo>
                    <a:pt x="108" y="371"/>
                  </a:lnTo>
                  <a:lnTo>
                    <a:pt x="110" y="369"/>
                  </a:lnTo>
                  <a:lnTo>
                    <a:pt x="108" y="364"/>
                  </a:lnTo>
                  <a:lnTo>
                    <a:pt x="107" y="358"/>
                  </a:lnTo>
                  <a:lnTo>
                    <a:pt x="107" y="352"/>
                  </a:lnTo>
                  <a:lnTo>
                    <a:pt x="107" y="352"/>
                  </a:lnTo>
                  <a:lnTo>
                    <a:pt x="107" y="348"/>
                  </a:lnTo>
                  <a:lnTo>
                    <a:pt x="108" y="347"/>
                  </a:lnTo>
                  <a:lnTo>
                    <a:pt x="112" y="344"/>
                  </a:lnTo>
                  <a:lnTo>
                    <a:pt x="112" y="344"/>
                  </a:lnTo>
                  <a:lnTo>
                    <a:pt x="112" y="344"/>
                  </a:lnTo>
                  <a:lnTo>
                    <a:pt x="112" y="343"/>
                  </a:lnTo>
                  <a:lnTo>
                    <a:pt x="111" y="339"/>
                  </a:lnTo>
                  <a:lnTo>
                    <a:pt x="106" y="334"/>
                  </a:lnTo>
                  <a:lnTo>
                    <a:pt x="106" y="334"/>
                  </a:lnTo>
                  <a:lnTo>
                    <a:pt x="105" y="326"/>
                  </a:lnTo>
                  <a:lnTo>
                    <a:pt x="105" y="310"/>
                  </a:lnTo>
                  <a:lnTo>
                    <a:pt x="105" y="280"/>
                  </a:lnTo>
                  <a:lnTo>
                    <a:pt x="105" y="280"/>
                  </a:lnTo>
                  <a:lnTo>
                    <a:pt x="106" y="273"/>
                  </a:lnTo>
                  <a:lnTo>
                    <a:pt x="107" y="265"/>
                  </a:lnTo>
                  <a:lnTo>
                    <a:pt x="111" y="257"/>
                  </a:lnTo>
                  <a:lnTo>
                    <a:pt x="111" y="257"/>
                  </a:lnTo>
                  <a:lnTo>
                    <a:pt x="117" y="253"/>
                  </a:lnTo>
                  <a:lnTo>
                    <a:pt x="127" y="248"/>
                  </a:lnTo>
                  <a:lnTo>
                    <a:pt x="127" y="248"/>
                  </a:lnTo>
                  <a:lnTo>
                    <a:pt x="129" y="247"/>
                  </a:lnTo>
                  <a:lnTo>
                    <a:pt x="131" y="245"/>
                  </a:lnTo>
                  <a:lnTo>
                    <a:pt x="129" y="240"/>
                  </a:lnTo>
                  <a:lnTo>
                    <a:pt x="128" y="235"/>
                  </a:lnTo>
                  <a:lnTo>
                    <a:pt x="128" y="232"/>
                  </a:lnTo>
                  <a:lnTo>
                    <a:pt x="128" y="230"/>
                  </a:lnTo>
                  <a:lnTo>
                    <a:pt x="128" y="230"/>
                  </a:lnTo>
                  <a:lnTo>
                    <a:pt x="131" y="226"/>
                  </a:lnTo>
                  <a:lnTo>
                    <a:pt x="132" y="219"/>
                  </a:lnTo>
                  <a:lnTo>
                    <a:pt x="133" y="205"/>
                  </a:lnTo>
                  <a:lnTo>
                    <a:pt x="133" y="205"/>
                  </a:lnTo>
                  <a:lnTo>
                    <a:pt x="135" y="198"/>
                  </a:lnTo>
                  <a:lnTo>
                    <a:pt x="137" y="194"/>
                  </a:lnTo>
                  <a:lnTo>
                    <a:pt x="140" y="192"/>
                  </a:lnTo>
                  <a:lnTo>
                    <a:pt x="140" y="192"/>
                  </a:lnTo>
                  <a:lnTo>
                    <a:pt x="143" y="188"/>
                  </a:lnTo>
                  <a:lnTo>
                    <a:pt x="145" y="184"/>
                  </a:lnTo>
                  <a:lnTo>
                    <a:pt x="149" y="177"/>
                  </a:lnTo>
                  <a:lnTo>
                    <a:pt x="149" y="177"/>
                  </a:lnTo>
                  <a:lnTo>
                    <a:pt x="151" y="169"/>
                  </a:lnTo>
                  <a:lnTo>
                    <a:pt x="154" y="158"/>
                  </a:lnTo>
                  <a:lnTo>
                    <a:pt x="156" y="147"/>
                  </a:lnTo>
                  <a:lnTo>
                    <a:pt x="158" y="141"/>
                  </a:lnTo>
                  <a:lnTo>
                    <a:pt x="158" y="141"/>
                  </a:lnTo>
                  <a:lnTo>
                    <a:pt x="163" y="131"/>
                  </a:lnTo>
                  <a:lnTo>
                    <a:pt x="166" y="126"/>
                  </a:lnTo>
                  <a:lnTo>
                    <a:pt x="170" y="121"/>
                  </a:lnTo>
                  <a:lnTo>
                    <a:pt x="170" y="121"/>
                  </a:lnTo>
                  <a:lnTo>
                    <a:pt x="172" y="119"/>
                  </a:lnTo>
                  <a:lnTo>
                    <a:pt x="175" y="120"/>
                  </a:lnTo>
                  <a:lnTo>
                    <a:pt x="176" y="121"/>
                  </a:lnTo>
                  <a:lnTo>
                    <a:pt x="180" y="121"/>
                  </a:lnTo>
                  <a:lnTo>
                    <a:pt x="180" y="121"/>
                  </a:lnTo>
                  <a:lnTo>
                    <a:pt x="182" y="121"/>
                  </a:lnTo>
                  <a:lnTo>
                    <a:pt x="183" y="119"/>
                  </a:lnTo>
                  <a:lnTo>
                    <a:pt x="183" y="113"/>
                  </a:lnTo>
                  <a:lnTo>
                    <a:pt x="183" y="108"/>
                  </a:lnTo>
                  <a:lnTo>
                    <a:pt x="183" y="105"/>
                  </a:lnTo>
                  <a:lnTo>
                    <a:pt x="183" y="104"/>
                  </a:lnTo>
                  <a:lnTo>
                    <a:pt x="183" y="104"/>
                  </a:lnTo>
                  <a:lnTo>
                    <a:pt x="188" y="103"/>
                  </a:lnTo>
                  <a:lnTo>
                    <a:pt x="195" y="105"/>
                  </a:lnTo>
                  <a:lnTo>
                    <a:pt x="208" y="109"/>
                  </a:lnTo>
                  <a:lnTo>
                    <a:pt x="208" y="109"/>
                  </a:lnTo>
                  <a:lnTo>
                    <a:pt x="211" y="108"/>
                  </a:lnTo>
                  <a:lnTo>
                    <a:pt x="212" y="105"/>
                  </a:lnTo>
                  <a:lnTo>
                    <a:pt x="212" y="97"/>
                  </a:lnTo>
                  <a:lnTo>
                    <a:pt x="212" y="84"/>
                  </a:lnTo>
                  <a:lnTo>
                    <a:pt x="212" y="84"/>
                  </a:lnTo>
                  <a:lnTo>
                    <a:pt x="214" y="84"/>
                  </a:lnTo>
                  <a:lnTo>
                    <a:pt x="222" y="83"/>
                  </a:lnTo>
                  <a:lnTo>
                    <a:pt x="222" y="83"/>
                  </a:lnTo>
                  <a:lnTo>
                    <a:pt x="223" y="83"/>
                  </a:lnTo>
                  <a:lnTo>
                    <a:pt x="224" y="82"/>
                  </a:lnTo>
                  <a:lnTo>
                    <a:pt x="224" y="78"/>
                  </a:lnTo>
                  <a:lnTo>
                    <a:pt x="224" y="76"/>
                  </a:lnTo>
                  <a:lnTo>
                    <a:pt x="224" y="76"/>
                  </a:lnTo>
                  <a:lnTo>
                    <a:pt x="225" y="76"/>
                  </a:lnTo>
                  <a:lnTo>
                    <a:pt x="225" y="76"/>
                  </a:lnTo>
                  <a:lnTo>
                    <a:pt x="229" y="80"/>
                  </a:lnTo>
                  <a:lnTo>
                    <a:pt x="234" y="84"/>
                  </a:lnTo>
                  <a:lnTo>
                    <a:pt x="238" y="91"/>
                  </a:lnTo>
                  <a:lnTo>
                    <a:pt x="243" y="94"/>
                  </a:lnTo>
                  <a:lnTo>
                    <a:pt x="243" y="94"/>
                  </a:lnTo>
                  <a:lnTo>
                    <a:pt x="245" y="96"/>
                  </a:lnTo>
                  <a:lnTo>
                    <a:pt x="248" y="96"/>
                  </a:lnTo>
                  <a:lnTo>
                    <a:pt x="254" y="94"/>
                  </a:lnTo>
                  <a:lnTo>
                    <a:pt x="262" y="92"/>
                  </a:lnTo>
                  <a:lnTo>
                    <a:pt x="262" y="92"/>
                  </a:lnTo>
                  <a:lnTo>
                    <a:pt x="265" y="92"/>
                  </a:lnTo>
                  <a:lnTo>
                    <a:pt x="267" y="94"/>
                  </a:lnTo>
                  <a:lnTo>
                    <a:pt x="271" y="96"/>
                  </a:lnTo>
                  <a:lnTo>
                    <a:pt x="275" y="97"/>
                  </a:lnTo>
                  <a:lnTo>
                    <a:pt x="275" y="97"/>
                  </a:lnTo>
                  <a:lnTo>
                    <a:pt x="277" y="96"/>
                  </a:lnTo>
                  <a:lnTo>
                    <a:pt x="281" y="93"/>
                  </a:lnTo>
                  <a:lnTo>
                    <a:pt x="286" y="88"/>
                  </a:lnTo>
                  <a:lnTo>
                    <a:pt x="286" y="88"/>
                  </a:lnTo>
                  <a:lnTo>
                    <a:pt x="287" y="86"/>
                  </a:lnTo>
                  <a:lnTo>
                    <a:pt x="289" y="80"/>
                  </a:lnTo>
                  <a:lnTo>
                    <a:pt x="292" y="67"/>
                  </a:lnTo>
                  <a:lnTo>
                    <a:pt x="292" y="67"/>
                  </a:lnTo>
                  <a:lnTo>
                    <a:pt x="294" y="57"/>
                  </a:lnTo>
                  <a:lnTo>
                    <a:pt x="297" y="52"/>
                  </a:lnTo>
                  <a:lnTo>
                    <a:pt x="299" y="51"/>
                  </a:lnTo>
                  <a:lnTo>
                    <a:pt x="299" y="51"/>
                  </a:lnTo>
                  <a:lnTo>
                    <a:pt x="302" y="51"/>
                  </a:lnTo>
                  <a:lnTo>
                    <a:pt x="305" y="50"/>
                  </a:lnTo>
                  <a:lnTo>
                    <a:pt x="309" y="48"/>
                  </a:lnTo>
                  <a:lnTo>
                    <a:pt x="309" y="48"/>
                  </a:lnTo>
                  <a:lnTo>
                    <a:pt x="313" y="48"/>
                  </a:lnTo>
                  <a:lnTo>
                    <a:pt x="315" y="49"/>
                  </a:lnTo>
                  <a:lnTo>
                    <a:pt x="319" y="51"/>
                  </a:lnTo>
                  <a:lnTo>
                    <a:pt x="321" y="54"/>
                  </a:lnTo>
                  <a:lnTo>
                    <a:pt x="321" y="54"/>
                  </a:lnTo>
                  <a:lnTo>
                    <a:pt x="324" y="56"/>
                  </a:lnTo>
                  <a:lnTo>
                    <a:pt x="328" y="59"/>
                  </a:lnTo>
                  <a:lnTo>
                    <a:pt x="331" y="60"/>
                  </a:lnTo>
                  <a:lnTo>
                    <a:pt x="332" y="62"/>
                  </a:lnTo>
                  <a:lnTo>
                    <a:pt x="334" y="65"/>
                  </a:lnTo>
                  <a:lnTo>
                    <a:pt x="334" y="65"/>
                  </a:lnTo>
                  <a:lnTo>
                    <a:pt x="334" y="70"/>
                  </a:lnTo>
                  <a:lnTo>
                    <a:pt x="332" y="73"/>
                  </a:lnTo>
                  <a:lnTo>
                    <a:pt x="329" y="80"/>
                  </a:lnTo>
                  <a:lnTo>
                    <a:pt x="329" y="80"/>
                  </a:lnTo>
                  <a:lnTo>
                    <a:pt x="328" y="81"/>
                  </a:lnTo>
                  <a:lnTo>
                    <a:pt x="328" y="84"/>
                  </a:lnTo>
                  <a:lnTo>
                    <a:pt x="329" y="89"/>
                  </a:lnTo>
                  <a:lnTo>
                    <a:pt x="329" y="89"/>
                  </a:lnTo>
                  <a:lnTo>
                    <a:pt x="334" y="84"/>
                  </a:lnTo>
                  <a:lnTo>
                    <a:pt x="337" y="80"/>
                  </a:lnTo>
                  <a:lnTo>
                    <a:pt x="337" y="80"/>
                  </a:lnTo>
                  <a:lnTo>
                    <a:pt x="340" y="75"/>
                  </a:lnTo>
                  <a:lnTo>
                    <a:pt x="342" y="73"/>
                  </a:lnTo>
                  <a:lnTo>
                    <a:pt x="345" y="72"/>
                  </a:lnTo>
                  <a:lnTo>
                    <a:pt x="345" y="72"/>
                  </a:lnTo>
                  <a:lnTo>
                    <a:pt x="347" y="70"/>
                  </a:lnTo>
                  <a:lnTo>
                    <a:pt x="348" y="66"/>
                  </a:lnTo>
                  <a:lnTo>
                    <a:pt x="353" y="56"/>
                  </a:lnTo>
                  <a:lnTo>
                    <a:pt x="353" y="56"/>
                  </a:lnTo>
                  <a:lnTo>
                    <a:pt x="351" y="56"/>
                  </a:lnTo>
                  <a:lnTo>
                    <a:pt x="351" y="56"/>
                  </a:lnTo>
                  <a:lnTo>
                    <a:pt x="346" y="55"/>
                  </a:lnTo>
                  <a:lnTo>
                    <a:pt x="341" y="54"/>
                  </a:lnTo>
                  <a:lnTo>
                    <a:pt x="339" y="51"/>
                  </a:lnTo>
                  <a:lnTo>
                    <a:pt x="337" y="50"/>
                  </a:lnTo>
                  <a:lnTo>
                    <a:pt x="337" y="50"/>
                  </a:lnTo>
                  <a:lnTo>
                    <a:pt x="336" y="48"/>
                  </a:lnTo>
                  <a:lnTo>
                    <a:pt x="332" y="46"/>
                  </a:lnTo>
                  <a:lnTo>
                    <a:pt x="328" y="44"/>
                  </a:lnTo>
                  <a:lnTo>
                    <a:pt x="324" y="43"/>
                  </a:lnTo>
                  <a:lnTo>
                    <a:pt x="324" y="43"/>
                  </a:lnTo>
                  <a:lnTo>
                    <a:pt x="324" y="41"/>
                  </a:lnTo>
                  <a:lnTo>
                    <a:pt x="324" y="41"/>
                  </a:lnTo>
                  <a:lnTo>
                    <a:pt x="328" y="41"/>
                  </a:lnTo>
                  <a:lnTo>
                    <a:pt x="336" y="43"/>
                  </a:lnTo>
                  <a:lnTo>
                    <a:pt x="336" y="43"/>
                  </a:lnTo>
                  <a:lnTo>
                    <a:pt x="342" y="43"/>
                  </a:lnTo>
                  <a:lnTo>
                    <a:pt x="346" y="41"/>
                  </a:lnTo>
                  <a:lnTo>
                    <a:pt x="346" y="41"/>
                  </a:lnTo>
                  <a:lnTo>
                    <a:pt x="351" y="38"/>
                  </a:lnTo>
                  <a:lnTo>
                    <a:pt x="356" y="33"/>
                  </a:lnTo>
                  <a:lnTo>
                    <a:pt x="356" y="33"/>
                  </a:lnTo>
                  <a:lnTo>
                    <a:pt x="356" y="30"/>
                  </a:lnTo>
                  <a:lnTo>
                    <a:pt x="356" y="29"/>
                  </a:lnTo>
                  <a:lnTo>
                    <a:pt x="355" y="27"/>
                  </a:lnTo>
                  <a:lnTo>
                    <a:pt x="352" y="27"/>
                  </a:lnTo>
                  <a:lnTo>
                    <a:pt x="352" y="27"/>
                  </a:lnTo>
                  <a:lnTo>
                    <a:pt x="350" y="25"/>
                  </a:lnTo>
                  <a:lnTo>
                    <a:pt x="347" y="24"/>
                  </a:lnTo>
                  <a:lnTo>
                    <a:pt x="345" y="22"/>
                  </a:lnTo>
                  <a:lnTo>
                    <a:pt x="342" y="20"/>
                  </a:lnTo>
                  <a:lnTo>
                    <a:pt x="342" y="20"/>
                  </a:lnTo>
                  <a:lnTo>
                    <a:pt x="340" y="19"/>
                  </a:lnTo>
                  <a:lnTo>
                    <a:pt x="339" y="18"/>
                  </a:lnTo>
                  <a:lnTo>
                    <a:pt x="337" y="18"/>
                  </a:lnTo>
                  <a:lnTo>
                    <a:pt x="335" y="18"/>
                  </a:lnTo>
                  <a:lnTo>
                    <a:pt x="335" y="18"/>
                  </a:lnTo>
                  <a:lnTo>
                    <a:pt x="334" y="18"/>
                  </a:lnTo>
                  <a:lnTo>
                    <a:pt x="332" y="16"/>
                  </a:lnTo>
                  <a:lnTo>
                    <a:pt x="332" y="13"/>
                  </a:lnTo>
                  <a:lnTo>
                    <a:pt x="330" y="9"/>
                  </a:lnTo>
                  <a:lnTo>
                    <a:pt x="330" y="9"/>
                  </a:lnTo>
                  <a:lnTo>
                    <a:pt x="328" y="8"/>
                  </a:lnTo>
                  <a:lnTo>
                    <a:pt x="325" y="9"/>
                  </a:lnTo>
                  <a:lnTo>
                    <a:pt x="323" y="14"/>
                  </a:lnTo>
                  <a:lnTo>
                    <a:pt x="323" y="14"/>
                  </a:lnTo>
                  <a:lnTo>
                    <a:pt x="320" y="19"/>
                  </a:lnTo>
                  <a:lnTo>
                    <a:pt x="319" y="22"/>
                  </a:lnTo>
                  <a:lnTo>
                    <a:pt x="318" y="24"/>
                  </a:lnTo>
                  <a:lnTo>
                    <a:pt x="318" y="24"/>
                  </a:lnTo>
                  <a:lnTo>
                    <a:pt x="315" y="24"/>
                  </a:lnTo>
                  <a:lnTo>
                    <a:pt x="315" y="23"/>
                  </a:lnTo>
                  <a:lnTo>
                    <a:pt x="318" y="19"/>
                  </a:lnTo>
                  <a:lnTo>
                    <a:pt x="318" y="19"/>
                  </a:lnTo>
                  <a:lnTo>
                    <a:pt x="318" y="19"/>
                  </a:lnTo>
                  <a:lnTo>
                    <a:pt x="316" y="18"/>
                  </a:lnTo>
                  <a:lnTo>
                    <a:pt x="314" y="19"/>
                  </a:lnTo>
                  <a:lnTo>
                    <a:pt x="314" y="19"/>
                  </a:lnTo>
                  <a:lnTo>
                    <a:pt x="313" y="18"/>
                  </a:lnTo>
                  <a:lnTo>
                    <a:pt x="312" y="18"/>
                  </a:lnTo>
                  <a:lnTo>
                    <a:pt x="314" y="14"/>
                  </a:lnTo>
                  <a:lnTo>
                    <a:pt x="314" y="14"/>
                  </a:lnTo>
                  <a:lnTo>
                    <a:pt x="318" y="11"/>
                  </a:lnTo>
                  <a:lnTo>
                    <a:pt x="320" y="6"/>
                  </a:lnTo>
                  <a:lnTo>
                    <a:pt x="320" y="6"/>
                  </a:lnTo>
                  <a:lnTo>
                    <a:pt x="318" y="2"/>
                  </a:lnTo>
                  <a:lnTo>
                    <a:pt x="316" y="1"/>
                  </a:lnTo>
                  <a:lnTo>
                    <a:pt x="315" y="1"/>
                  </a:lnTo>
                  <a:lnTo>
                    <a:pt x="315" y="1"/>
                  </a:lnTo>
                  <a:lnTo>
                    <a:pt x="313" y="2"/>
                  </a:lnTo>
                  <a:lnTo>
                    <a:pt x="310" y="1"/>
                  </a:lnTo>
                  <a:lnTo>
                    <a:pt x="308" y="1"/>
                  </a:lnTo>
                  <a:lnTo>
                    <a:pt x="307" y="2"/>
                  </a:lnTo>
                  <a:lnTo>
                    <a:pt x="307" y="2"/>
                  </a:lnTo>
                  <a:lnTo>
                    <a:pt x="304" y="4"/>
                  </a:lnTo>
                  <a:lnTo>
                    <a:pt x="303" y="9"/>
                  </a:lnTo>
                  <a:lnTo>
                    <a:pt x="300" y="19"/>
                  </a:lnTo>
                  <a:lnTo>
                    <a:pt x="300" y="19"/>
                  </a:lnTo>
                  <a:lnTo>
                    <a:pt x="300" y="22"/>
                  </a:lnTo>
                  <a:lnTo>
                    <a:pt x="299" y="23"/>
                  </a:lnTo>
                  <a:lnTo>
                    <a:pt x="296" y="24"/>
                  </a:lnTo>
                  <a:lnTo>
                    <a:pt x="296" y="24"/>
                  </a:lnTo>
                  <a:lnTo>
                    <a:pt x="294" y="23"/>
                  </a:lnTo>
                  <a:lnTo>
                    <a:pt x="294" y="20"/>
                  </a:lnTo>
                  <a:lnTo>
                    <a:pt x="296" y="13"/>
                  </a:lnTo>
                  <a:lnTo>
                    <a:pt x="298" y="0"/>
                  </a:lnTo>
                  <a:lnTo>
                    <a:pt x="298" y="0"/>
                  </a:lnTo>
                  <a:lnTo>
                    <a:pt x="298" y="0"/>
                  </a:lnTo>
                  <a:lnTo>
                    <a:pt x="296" y="1"/>
                  </a:lnTo>
                  <a:lnTo>
                    <a:pt x="291" y="7"/>
                  </a:lnTo>
                  <a:lnTo>
                    <a:pt x="291" y="7"/>
                  </a:lnTo>
                  <a:lnTo>
                    <a:pt x="286" y="14"/>
                  </a:lnTo>
                  <a:lnTo>
                    <a:pt x="282" y="22"/>
                  </a:lnTo>
                  <a:lnTo>
                    <a:pt x="282" y="22"/>
                  </a:lnTo>
                  <a:lnTo>
                    <a:pt x="278" y="32"/>
                  </a:lnTo>
                  <a:lnTo>
                    <a:pt x="277" y="36"/>
                  </a:lnTo>
                  <a:lnTo>
                    <a:pt x="275" y="41"/>
                  </a:lnTo>
                  <a:lnTo>
                    <a:pt x="275" y="41"/>
                  </a:lnTo>
                  <a:lnTo>
                    <a:pt x="273" y="43"/>
                  </a:lnTo>
                  <a:lnTo>
                    <a:pt x="272" y="41"/>
                  </a:lnTo>
                  <a:lnTo>
                    <a:pt x="272" y="38"/>
                  </a:lnTo>
                  <a:lnTo>
                    <a:pt x="273" y="33"/>
                  </a:lnTo>
                  <a:lnTo>
                    <a:pt x="275" y="29"/>
                  </a:lnTo>
                  <a:lnTo>
                    <a:pt x="275" y="29"/>
                  </a:lnTo>
                  <a:lnTo>
                    <a:pt x="276" y="27"/>
                  </a:lnTo>
                  <a:lnTo>
                    <a:pt x="277" y="23"/>
                  </a:lnTo>
                  <a:lnTo>
                    <a:pt x="278" y="18"/>
                  </a:lnTo>
                  <a:lnTo>
                    <a:pt x="280" y="16"/>
                  </a:lnTo>
                  <a:lnTo>
                    <a:pt x="280" y="16"/>
                  </a:lnTo>
                  <a:lnTo>
                    <a:pt x="283" y="11"/>
                  </a:lnTo>
                  <a:lnTo>
                    <a:pt x="284" y="8"/>
                  </a:lnTo>
                  <a:lnTo>
                    <a:pt x="283" y="7"/>
                  </a:lnTo>
                  <a:lnTo>
                    <a:pt x="283" y="7"/>
                  </a:lnTo>
                  <a:lnTo>
                    <a:pt x="283" y="7"/>
                  </a:lnTo>
                  <a:lnTo>
                    <a:pt x="280" y="7"/>
                  </a:lnTo>
                  <a:lnTo>
                    <a:pt x="278" y="4"/>
                  </a:lnTo>
                  <a:lnTo>
                    <a:pt x="276" y="3"/>
                  </a:lnTo>
                  <a:lnTo>
                    <a:pt x="273" y="4"/>
                  </a:lnTo>
                  <a:lnTo>
                    <a:pt x="273" y="4"/>
                  </a:lnTo>
                  <a:lnTo>
                    <a:pt x="271" y="4"/>
                  </a:lnTo>
                  <a:lnTo>
                    <a:pt x="270" y="4"/>
                  </a:lnTo>
                  <a:lnTo>
                    <a:pt x="267" y="1"/>
                  </a:lnTo>
                  <a:lnTo>
                    <a:pt x="267" y="1"/>
                  </a:lnTo>
                  <a:lnTo>
                    <a:pt x="266" y="1"/>
                  </a:lnTo>
                  <a:lnTo>
                    <a:pt x="265" y="2"/>
                  </a:lnTo>
                  <a:lnTo>
                    <a:pt x="265" y="3"/>
                  </a:lnTo>
                  <a:lnTo>
                    <a:pt x="266" y="9"/>
                  </a:lnTo>
                  <a:lnTo>
                    <a:pt x="266" y="9"/>
                  </a:lnTo>
                  <a:lnTo>
                    <a:pt x="266" y="11"/>
                  </a:lnTo>
                  <a:lnTo>
                    <a:pt x="265" y="13"/>
                  </a:lnTo>
                  <a:lnTo>
                    <a:pt x="264" y="14"/>
                  </a:lnTo>
                  <a:lnTo>
                    <a:pt x="264" y="17"/>
                  </a:lnTo>
                  <a:lnTo>
                    <a:pt x="264" y="17"/>
                  </a:lnTo>
                  <a:lnTo>
                    <a:pt x="264" y="18"/>
                  </a:lnTo>
                  <a:lnTo>
                    <a:pt x="262" y="18"/>
                  </a:lnTo>
                  <a:lnTo>
                    <a:pt x="260" y="16"/>
                  </a:lnTo>
                  <a:lnTo>
                    <a:pt x="260" y="16"/>
                  </a:lnTo>
                  <a:lnTo>
                    <a:pt x="259" y="17"/>
                  </a:lnTo>
                  <a:lnTo>
                    <a:pt x="259" y="19"/>
                  </a:lnTo>
                  <a:lnTo>
                    <a:pt x="260" y="24"/>
                  </a:lnTo>
                  <a:lnTo>
                    <a:pt x="260" y="24"/>
                  </a:lnTo>
                  <a:lnTo>
                    <a:pt x="260" y="25"/>
                  </a:lnTo>
                  <a:lnTo>
                    <a:pt x="259" y="24"/>
                  </a:lnTo>
                  <a:lnTo>
                    <a:pt x="255" y="20"/>
                  </a:lnTo>
                  <a:lnTo>
                    <a:pt x="255" y="20"/>
                  </a:lnTo>
                  <a:lnTo>
                    <a:pt x="254" y="19"/>
                  </a:lnTo>
                  <a:lnTo>
                    <a:pt x="252" y="20"/>
                  </a:lnTo>
                  <a:lnTo>
                    <a:pt x="249" y="22"/>
                  </a:lnTo>
                  <a:lnTo>
                    <a:pt x="249" y="22"/>
                  </a:lnTo>
                  <a:lnTo>
                    <a:pt x="246" y="22"/>
                  </a:lnTo>
                  <a:lnTo>
                    <a:pt x="246" y="23"/>
                  </a:lnTo>
                  <a:lnTo>
                    <a:pt x="245" y="27"/>
                  </a:lnTo>
                  <a:lnTo>
                    <a:pt x="245" y="27"/>
                  </a:lnTo>
                  <a:lnTo>
                    <a:pt x="246" y="30"/>
                  </a:lnTo>
                  <a:lnTo>
                    <a:pt x="249" y="33"/>
                  </a:lnTo>
                  <a:lnTo>
                    <a:pt x="251" y="35"/>
                  </a:lnTo>
                  <a:lnTo>
                    <a:pt x="251" y="36"/>
                  </a:lnTo>
                  <a:lnTo>
                    <a:pt x="251" y="36"/>
                  </a:lnTo>
                  <a:lnTo>
                    <a:pt x="250" y="41"/>
                  </a:lnTo>
                  <a:lnTo>
                    <a:pt x="250" y="49"/>
                  </a:lnTo>
                  <a:lnTo>
                    <a:pt x="250" y="49"/>
                  </a:lnTo>
                  <a:lnTo>
                    <a:pt x="250" y="50"/>
                  </a:lnTo>
                  <a:lnTo>
                    <a:pt x="250" y="50"/>
                  </a:lnTo>
                  <a:lnTo>
                    <a:pt x="248" y="48"/>
                  </a:lnTo>
                  <a:lnTo>
                    <a:pt x="245" y="45"/>
                  </a:lnTo>
                  <a:lnTo>
                    <a:pt x="245" y="45"/>
                  </a:lnTo>
                  <a:lnTo>
                    <a:pt x="244" y="45"/>
                  </a:lnTo>
                  <a:lnTo>
                    <a:pt x="244" y="45"/>
                  </a:lnTo>
                  <a:lnTo>
                    <a:pt x="244" y="46"/>
                  </a:lnTo>
                  <a:lnTo>
                    <a:pt x="243" y="45"/>
                  </a:lnTo>
                  <a:lnTo>
                    <a:pt x="243" y="43"/>
                  </a:lnTo>
                  <a:lnTo>
                    <a:pt x="241" y="40"/>
                  </a:lnTo>
                  <a:lnTo>
                    <a:pt x="243" y="38"/>
                  </a:lnTo>
                  <a:lnTo>
                    <a:pt x="243" y="38"/>
                  </a:lnTo>
                  <a:lnTo>
                    <a:pt x="244" y="35"/>
                  </a:lnTo>
                  <a:lnTo>
                    <a:pt x="243" y="33"/>
                  </a:lnTo>
                  <a:lnTo>
                    <a:pt x="241" y="32"/>
                  </a:lnTo>
                  <a:lnTo>
                    <a:pt x="239" y="33"/>
                  </a:lnTo>
                  <a:lnTo>
                    <a:pt x="239" y="33"/>
                  </a:lnTo>
                  <a:lnTo>
                    <a:pt x="236" y="34"/>
                  </a:lnTo>
                  <a:lnTo>
                    <a:pt x="235" y="33"/>
                  </a:lnTo>
                  <a:lnTo>
                    <a:pt x="234" y="30"/>
                  </a:lnTo>
                  <a:lnTo>
                    <a:pt x="230" y="30"/>
                  </a:lnTo>
                  <a:lnTo>
                    <a:pt x="230" y="30"/>
                  </a:lnTo>
                  <a:lnTo>
                    <a:pt x="222" y="34"/>
                  </a:lnTo>
                  <a:lnTo>
                    <a:pt x="219" y="35"/>
                  </a:lnTo>
                  <a:lnTo>
                    <a:pt x="218" y="38"/>
                  </a:lnTo>
                  <a:lnTo>
                    <a:pt x="218" y="38"/>
                  </a:lnTo>
                  <a:lnTo>
                    <a:pt x="218" y="39"/>
                  </a:lnTo>
                  <a:lnTo>
                    <a:pt x="219" y="40"/>
                  </a:lnTo>
                  <a:lnTo>
                    <a:pt x="223" y="41"/>
                  </a:lnTo>
                  <a:lnTo>
                    <a:pt x="230" y="45"/>
                  </a:lnTo>
                  <a:lnTo>
                    <a:pt x="230" y="45"/>
                  </a:lnTo>
                  <a:lnTo>
                    <a:pt x="233" y="48"/>
                  </a:lnTo>
                  <a:lnTo>
                    <a:pt x="233" y="50"/>
                  </a:lnTo>
                  <a:lnTo>
                    <a:pt x="233" y="52"/>
                  </a:lnTo>
                  <a:lnTo>
                    <a:pt x="233" y="54"/>
                  </a:lnTo>
                  <a:lnTo>
                    <a:pt x="233" y="54"/>
                  </a:lnTo>
                  <a:lnTo>
                    <a:pt x="229" y="51"/>
                  </a:lnTo>
                  <a:lnTo>
                    <a:pt x="225" y="49"/>
                  </a:lnTo>
                  <a:lnTo>
                    <a:pt x="223" y="46"/>
                  </a:lnTo>
                  <a:lnTo>
                    <a:pt x="223" y="46"/>
                  </a:lnTo>
                  <a:lnTo>
                    <a:pt x="220" y="48"/>
                  </a:lnTo>
                  <a:lnTo>
                    <a:pt x="220" y="49"/>
                  </a:lnTo>
                  <a:lnTo>
                    <a:pt x="222" y="55"/>
                  </a:lnTo>
                  <a:lnTo>
                    <a:pt x="222" y="55"/>
                  </a:lnTo>
                  <a:lnTo>
                    <a:pt x="222" y="55"/>
                  </a:lnTo>
                  <a:lnTo>
                    <a:pt x="220" y="54"/>
                  </a:lnTo>
                  <a:lnTo>
                    <a:pt x="218" y="50"/>
                  </a:lnTo>
                  <a:lnTo>
                    <a:pt x="218" y="50"/>
                  </a:lnTo>
                  <a:lnTo>
                    <a:pt x="217" y="49"/>
                  </a:lnTo>
                  <a:lnTo>
                    <a:pt x="217" y="50"/>
                  </a:lnTo>
                  <a:lnTo>
                    <a:pt x="215" y="52"/>
                  </a:lnTo>
                  <a:lnTo>
                    <a:pt x="215" y="56"/>
                  </a:lnTo>
                  <a:lnTo>
                    <a:pt x="213" y="59"/>
                  </a:lnTo>
                  <a:lnTo>
                    <a:pt x="213" y="59"/>
                  </a:lnTo>
                  <a:lnTo>
                    <a:pt x="212" y="59"/>
                  </a:lnTo>
                  <a:lnTo>
                    <a:pt x="212" y="57"/>
                  </a:lnTo>
                  <a:lnTo>
                    <a:pt x="212" y="55"/>
                  </a:lnTo>
                  <a:lnTo>
                    <a:pt x="212" y="50"/>
                  </a:lnTo>
                  <a:lnTo>
                    <a:pt x="212" y="50"/>
                  </a:lnTo>
                  <a:lnTo>
                    <a:pt x="212" y="49"/>
                  </a:lnTo>
                  <a:lnTo>
                    <a:pt x="211" y="51"/>
                  </a:lnTo>
                  <a:lnTo>
                    <a:pt x="207" y="56"/>
                  </a:lnTo>
                  <a:lnTo>
                    <a:pt x="207" y="56"/>
                  </a:lnTo>
                  <a:lnTo>
                    <a:pt x="206" y="59"/>
                  </a:lnTo>
                  <a:lnTo>
                    <a:pt x="204" y="57"/>
                  </a:lnTo>
                  <a:lnTo>
                    <a:pt x="206" y="52"/>
                  </a:lnTo>
                  <a:lnTo>
                    <a:pt x="206" y="52"/>
                  </a:lnTo>
                  <a:lnTo>
                    <a:pt x="204" y="50"/>
                  </a:lnTo>
                  <a:lnTo>
                    <a:pt x="203" y="49"/>
                  </a:lnTo>
                  <a:lnTo>
                    <a:pt x="201" y="48"/>
                  </a:lnTo>
                  <a:lnTo>
                    <a:pt x="197" y="48"/>
                  </a:lnTo>
                  <a:lnTo>
                    <a:pt x="197" y="48"/>
                  </a:lnTo>
                  <a:lnTo>
                    <a:pt x="195" y="46"/>
                  </a:lnTo>
                  <a:lnTo>
                    <a:pt x="195" y="44"/>
                  </a:lnTo>
                  <a:lnTo>
                    <a:pt x="196" y="38"/>
                  </a:lnTo>
                  <a:lnTo>
                    <a:pt x="196" y="38"/>
                  </a:lnTo>
                  <a:lnTo>
                    <a:pt x="195" y="36"/>
                  </a:lnTo>
                  <a:lnTo>
                    <a:pt x="193" y="38"/>
                  </a:lnTo>
                  <a:lnTo>
                    <a:pt x="190" y="44"/>
                  </a:lnTo>
                  <a:lnTo>
                    <a:pt x="190" y="44"/>
                  </a:lnTo>
                  <a:lnTo>
                    <a:pt x="187" y="49"/>
                  </a:lnTo>
                  <a:lnTo>
                    <a:pt x="188" y="54"/>
                  </a:lnTo>
                  <a:lnTo>
                    <a:pt x="188" y="54"/>
                  </a:lnTo>
                  <a:lnTo>
                    <a:pt x="188" y="56"/>
                  </a:lnTo>
                  <a:lnTo>
                    <a:pt x="188" y="57"/>
                  </a:lnTo>
                  <a:lnTo>
                    <a:pt x="186" y="59"/>
                  </a:lnTo>
                  <a:lnTo>
                    <a:pt x="183" y="59"/>
                  </a:lnTo>
                  <a:lnTo>
                    <a:pt x="181" y="60"/>
                  </a:lnTo>
                  <a:lnTo>
                    <a:pt x="181" y="60"/>
                  </a:lnTo>
                  <a:lnTo>
                    <a:pt x="181" y="62"/>
                  </a:lnTo>
                  <a:lnTo>
                    <a:pt x="182" y="64"/>
                  </a:lnTo>
                  <a:lnTo>
                    <a:pt x="187" y="66"/>
                  </a:lnTo>
                  <a:lnTo>
                    <a:pt x="187" y="66"/>
                  </a:lnTo>
                  <a:lnTo>
                    <a:pt x="188" y="68"/>
                  </a:lnTo>
                  <a:lnTo>
                    <a:pt x="190" y="71"/>
                  </a:lnTo>
                  <a:lnTo>
                    <a:pt x="190" y="76"/>
                  </a:lnTo>
                  <a:lnTo>
                    <a:pt x="190" y="76"/>
                  </a:lnTo>
                  <a:lnTo>
                    <a:pt x="188" y="76"/>
                  </a:lnTo>
                  <a:lnTo>
                    <a:pt x="186" y="76"/>
                  </a:lnTo>
                  <a:lnTo>
                    <a:pt x="182" y="76"/>
                  </a:lnTo>
                  <a:lnTo>
                    <a:pt x="181" y="77"/>
                  </a:lnTo>
                  <a:lnTo>
                    <a:pt x="180" y="77"/>
                  </a:lnTo>
                  <a:lnTo>
                    <a:pt x="180" y="77"/>
                  </a:lnTo>
                  <a:lnTo>
                    <a:pt x="180" y="80"/>
                  </a:lnTo>
                  <a:lnTo>
                    <a:pt x="177" y="82"/>
                  </a:lnTo>
                  <a:lnTo>
                    <a:pt x="174" y="83"/>
                  </a:lnTo>
                  <a:lnTo>
                    <a:pt x="174" y="83"/>
                  </a:lnTo>
                  <a:lnTo>
                    <a:pt x="171" y="84"/>
                  </a:lnTo>
                  <a:lnTo>
                    <a:pt x="171" y="86"/>
                  </a:lnTo>
                  <a:lnTo>
                    <a:pt x="174" y="88"/>
                  </a:lnTo>
                  <a:lnTo>
                    <a:pt x="174" y="88"/>
                  </a:lnTo>
                  <a:lnTo>
                    <a:pt x="175" y="91"/>
                  </a:lnTo>
                  <a:lnTo>
                    <a:pt x="175" y="91"/>
                  </a:lnTo>
                  <a:lnTo>
                    <a:pt x="171" y="91"/>
                  </a:lnTo>
                  <a:lnTo>
                    <a:pt x="171" y="91"/>
                  </a:lnTo>
                  <a:lnTo>
                    <a:pt x="170" y="91"/>
                  </a:lnTo>
                  <a:lnTo>
                    <a:pt x="167" y="92"/>
                  </a:lnTo>
                  <a:lnTo>
                    <a:pt x="163" y="96"/>
                  </a:lnTo>
                  <a:lnTo>
                    <a:pt x="163" y="96"/>
                  </a:lnTo>
                  <a:lnTo>
                    <a:pt x="158" y="97"/>
                  </a:lnTo>
                  <a:lnTo>
                    <a:pt x="156" y="97"/>
                  </a:lnTo>
                  <a:lnTo>
                    <a:pt x="154" y="96"/>
                  </a:lnTo>
                  <a:lnTo>
                    <a:pt x="154" y="96"/>
                  </a:lnTo>
                  <a:lnTo>
                    <a:pt x="153" y="94"/>
                  </a:lnTo>
                  <a:lnTo>
                    <a:pt x="150" y="94"/>
                  </a:lnTo>
                  <a:lnTo>
                    <a:pt x="148" y="96"/>
                  </a:lnTo>
                  <a:lnTo>
                    <a:pt x="148" y="98"/>
                  </a:lnTo>
                  <a:lnTo>
                    <a:pt x="148" y="98"/>
                  </a:lnTo>
                  <a:lnTo>
                    <a:pt x="147" y="100"/>
                  </a:lnTo>
                  <a:lnTo>
                    <a:pt x="145" y="103"/>
                  </a:lnTo>
                  <a:lnTo>
                    <a:pt x="143" y="105"/>
                  </a:lnTo>
                  <a:lnTo>
                    <a:pt x="142" y="108"/>
                  </a:lnTo>
                  <a:lnTo>
                    <a:pt x="142" y="108"/>
                  </a:lnTo>
                  <a:lnTo>
                    <a:pt x="143" y="109"/>
                  </a:lnTo>
                  <a:lnTo>
                    <a:pt x="145" y="109"/>
                  </a:lnTo>
                  <a:lnTo>
                    <a:pt x="151" y="108"/>
                  </a:lnTo>
                  <a:lnTo>
                    <a:pt x="151" y="108"/>
                  </a:lnTo>
                  <a:lnTo>
                    <a:pt x="153" y="109"/>
                  </a:lnTo>
                  <a:lnTo>
                    <a:pt x="153" y="110"/>
                  </a:lnTo>
                  <a:lnTo>
                    <a:pt x="148" y="116"/>
                  </a:lnTo>
                  <a:lnTo>
                    <a:pt x="148" y="116"/>
                  </a:lnTo>
                  <a:lnTo>
                    <a:pt x="147" y="119"/>
                  </a:lnTo>
                  <a:lnTo>
                    <a:pt x="148" y="119"/>
                  </a:lnTo>
                  <a:lnTo>
                    <a:pt x="153" y="118"/>
                  </a:lnTo>
                  <a:lnTo>
                    <a:pt x="153" y="118"/>
                  </a:lnTo>
                  <a:lnTo>
                    <a:pt x="155" y="118"/>
                  </a:lnTo>
                  <a:lnTo>
                    <a:pt x="155" y="119"/>
                  </a:lnTo>
                  <a:lnTo>
                    <a:pt x="154" y="121"/>
                  </a:lnTo>
                  <a:lnTo>
                    <a:pt x="151" y="123"/>
                  </a:lnTo>
                  <a:lnTo>
                    <a:pt x="151" y="123"/>
                  </a:lnTo>
                  <a:lnTo>
                    <a:pt x="145" y="125"/>
                  </a:lnTo>
                  <a:lnTo>
                    <a:pt x="143" y="126"/>
                  </a:lnTo>
                  <a:lnTo>
                    <a:pt x="142" y="130"/>
                  </a:lnTo>
                  <a:lnTo>
                    <a:pt x="142" y="130"/>
                  </a:lnTo>
                  <a:lnTo>
                    <a:pt x="140" y="131"/>
                  </a:lnTo>
                  <a:lnTo>
                    <a:pt x="140" y="132"/>
                  </a:lnTo>
                  <a:lnTo>
                    <a:pt x="143" y="134"/>
                  </a:lnTo>
                  <a:lnTo>
                    <a:pt x="151" y="135"/>
                  </a:lnTo>
                  <a:lnTo>
                    <a:pt x="151" y="135"/>
                  </a:lnTo>
                  <a:lnTo>
                    <a:pt x="145" y="135"/>
                  </a:lnTo>
                  <a:lnTo>
                    <a:pt x="138" y="135"/>
                  </a:lnTo>
                  <a:lnTo>
                    <a:pt x="137" y="136"/>
                  </a:lnTo>
                  <a:lnTo>
                    <a:pt x="135" y="137"/>
                  </a:lnTo>
                  <a:lnTo>
                    <a:pt x="135" y="137"/>
                  </a:lnTo>
                  <a:lnTo>
                    <a:pt x="137" y="140"/>
                  </a:lnTo>
                  <a:lnTo>
                    <a:pt x="134" y="142"/>
                  </a:lnTo>
                  <a:lnTo>
                    <a:pt x="133" y="145"/>
                  </a:lnTo>
                  <a:lnTo>
                    <a:pt x="132" y="147"/>
                  </a:lnTo>
                  <a:lnTo>
                    <a:pt x="132" y="147"/>
                  </a:lnTo>
                  <a:lnTo>
                    <a:pt x="133" y="148"/>
                  </a:lnTo>
                  <a:lnTo>
                    <a:pt x="135" y="148"/>
                  </a:lnTo>
                  <a:lnTo>
                    <a:pt x="140" y="148"/>
                  </a:lnTo>
                  <a:lnTo>
                    <a:pt x="140" y="148"/>
                  </a:lnTo>
                  <a:lnTo>
                    <a:pt x="142" y="148"/>
                  </a:lnTo>
                  <a:lnTo>
                    <a:pt x="140" y="150"/>
                  </a:lnTo>
                  <a:lnTo>
                    <a:pt x="138" y="151"/>
                  </a:lnTo>
                  <a:lnTo>
                    <a:pt x="131" y="153"/>
                  </a:lnTo>
                  <a:lnTo>
                    <a:pt x="131" y="153"/>
                  </a:lnTo>
                  <a:lnTo>
                    <a:pt x="128" y="155"/>
                  </a:lnTo>
                  <a:lnTo>
                    <a:pt x="126" y="157"/>
                  </a:lnTo>
                  <a:lnTo>
                    <a:pt x="123" y="160"/>
                  </a:lnTo>
                  <a:lnTo>
                    <a:pt x="123" y="162"/>
                  </a:lnTo>
                  <a:lnTo>
                    <a:pt x="123" y="162"/>
                  </a:lnTo>
                  <a:lnTo>
                    <a:pt x="122" y="166"/>
                  </a:lnTo>
                  <a:lnTo>
                    <a:pt x="121" y="168"/>
                  </a:lnTo>
                  <a:lnTo>
                    <a:pt x="116" y="172"/>
                  </a:lnTo>
                  <a:lnTo>
                    <a:pt x="116" y="172"/>
                  </a:lnTo>
                  <a:lnTo>
                    <a:pt x="113" y="174"/>
                  </a:lnTo>
                  <a:lnTo>
                    <a:pt x="112" y="178"/>
                  </a:lnTo>
                  <a:lnTo>
                    <a:pt x="111" y="184"/>
                  </a:lnTo>
                  <a:lnTo>
                    <a:pt x="111" y="184"/>
                  </a:lnTo>
                  <a:lnTo>
                    <a:pt x="112" y="185"/>
                  </a:lnTo>
                  <a:lnTo>
                    <a:pt x="113" y="185"/>
                  </a:lnTo>
                  <a:lnTo>
                    <a:pt x="116" y="187"/>
                  </a:lnTo>
                  <a:lnTo>
                    <a:pt x="119" y="189"/>
                  </a:lnTo>
                  <a:lnTo>
                    <a:pt x="119" y="189"/>
                  </a:lnTo>
                  <a:lnTo>
                    <a:pt x="122" y="192"/>
                  </a:lnTo>
                  <a:lnTo>
                    <a:pt x="119" y="190"/>
                  </a:lnTo>
                  <a:lnTo>
                    <a:pt x="115" y="190"/>
                  </a:lnTo>
                  <a:lnTo>
                    <a:pt x="111" y="190"/>
                  </a:lnTo>
                  <a:lnTo>
                    <a:pt x="111" y="190"/>
                  </a:lnTo>
                  <a:lnTo>
                    <a:pt x="108" y="192"/>
                  </a:lnTo>
                  <a:lnTo>
                    <a:pt x="107" y="193"/>
                  </a:lnTo>
                  <a:lnTo>
                    <a:pt x="106" y="195"/>
                  </a:lnTo>
                  <a:lnTo>
                    <a:pt x="107" y="198"/>
                  </a:lnTo>
                  <a:lnTo>
                    <a:pt x="107" y="198"/>
                  </a:lnTo>
                  <a:lnTo>
                    <a:pt x="110" y="199"/>
                  </a:lnTo>
                  <a:lnTo>
                    <a:pt x="110" y="200"/>
                  </a:lnTo>
                  <a:lnTo>
                    <a:pt x="108" y="203"/>
                  </a:lnTo>
                  <a:lnTo>
                    <a:pt x="108" y="206"/>
                  </a:lnTo>
                  <a:lnTo>
                    <a:pt x="108" y="206"/>
                  </a:lnTo>
                  <a:lnTo>
                    <a:pt x="108" y="210"/>
                  </a:lnTo>
                  <a:lnTo>
                    <a:pt x="106" y="214"/>
                  </a:lnTo>
                  <a:lnTo>
                    <a:pt x="101" y="220"/>
                  </a:lnTo>
                  <a:lnTo>
                    <a:pt x="101" y="220"/>
                  </a:lnTo>
                  <a:lnTo>
                    <a:pt x="100" y="221"/>
                  </a:lnTo>
                  <a:lnTo>
                    <a:pt x="102" y="222"/>
                  </a:lnTo>
                  <a:lnTo>
                    <a:pt x="107" y="220"/>
                  </a:lnTo>
                  <a:lnTo>
                    <a:pt x="107" y="220"/>
                  </a:lnTo>
                  <a:lnTo>
                    <a:pt x="108" y="220"/>
                  </a:lnTo>
                  <a:lnTo>
                    <a:pt x="107" y="221"/>
                  </a:lnTo>
                  <a:lnTo>
                    <a:pt x="105" y="224"/>
                  </a:lnTo>
                  <a:lnTo>
                    <a:pt x="99" y="230"/>
                  </a:lnTo>
                  <a:lnTo>
                    <a:pt x="99" y="230"/>
                  </a:lnTo>
                  <a:lnTo>
                    <a:pt x="95" y="232"/>
                  </a:lnTo>
                  <a:lnTo>
                    <a:pt x="94" y="235"/>
                  </a:lnTo>
                  <a:lnTo>
                    <a:pt x="92" y="237"/>
                  </a:lnTo>
                  <a:lnTo>
                    <a:pt x="92" y="237"/>
                  </a:lnTo>
                  <a:lnTo>
                    <a:pt x="92" y="240"/>
                  </a:lnTo>
                  <a:lnTo>
                    <a:pt x="90" y="240"/>
                  </a:lnTo>
                  <a:lnTo>
                    <a:pt x="87" y="238"/>
                  </a:lnTo>
                  <a:lnTo>
                    <a:pt x="84" y="238"/>
                  </a:lnTo>
                  <a:lnTo>
                    <a:pt x="84" y="238"/>
                  </a:lnTo>
                  <a:lnTo>
                    <a:pt x="83" y="238"/>
                  </a:lnTo>
                  <a:lnTo>
                    <a:pt x="81" y="241"/>
                  </a:lnTo>
                  <a:lnTo>
                    <a:pt x="78" y="246"/>
                  </a:lnTo>
                  <a:lnTo>
                    <a:pt x="73" y="254"/>
                  </a:lnTo>
                  <a:lnTo>
                    <a:pt x="73" y="254"/>
                  </a:lnTo>
                  <a:lnTo>
                    <a:pt x="65" y="264"/>
                  </a:lnTo>
                  <a:lnTo>
                    <a:pt x="65" y="264"/>
                  </a:lnTo>
                  <a:lnTo>
                    <a:pt x="67" y="267"/>
                  </a:lnTo>
                  <a:lnTo>
                    <a:pt x="69" y="268"/>
                  </a:lnTo>
                  <a:lnTo>
                    <a:pt x="75" y="269"/>
                  </a:lnTo>
                  <a:lnTo>
                    <a:pt x="75" y="269"/>
                  </a:lnTo>
                  <a:lnTo>
                    <a:pt x="78" y="269"/>
                  </a:lnTo>
                  <a:lnTo>
                    <a:pt x="81" y="268"/>
                  </a:lnTo>
                  <a:lnTo>
                    <a:pt x="87" y="264"/>
                  </a:lnTo>
                  <a:lnTo>
                    <a:pt x="87" y="264"/>
                  </a:lnTo>
                  <a:lnTo>
                    <a:pt x="84" y="269"/>
                  </a:lnTo>
                  <a:lnTo>
                    <a:pt x="79" y="273"/>
                  </a:lnTo>
                  <a:lnTo>
                    <a:pt x="75" y="275"/>
                  </a:lnTo>
                  <a:lnTo>
                    <a:pt x="75" y="275"/>
                  </a:lnTo>
                  <a:lnTo>
                    <a:pt x="73" y="275"/>
                  </a:lnTo>
                  <a:lnTo>
                    <a:pt x="71" y="274"/>
                  </a:lnTo>
                  <a:lnTo>
                    <a:pt x="70" y="273"/>
                  </a:lnTo>
                  <a:lnTo>
                    <a:pt x="69" y="272"/>
                  </a:lnTo>
                  <a:lnTo>
                    <a:pt x="69" y="272"/>
                  </a:lnTo>
                  <a:lnTo>
                    <a:pt x="68" y="273"/>
                  </a:lnTo>
                  <a:lnTo>
                    <a:pt x="67" y="274"/>
                  </a:lnTo>
                  <a:lnTo>
                    <a:pt x="64" y="278"/>
                  </a:lnTo>
                  <a:lnTo>
                    <a:pt x="64" y="278"/>
                  </a:lnTo>
                  <a:lnTo>
                    <a:pt x="63" y="278"/>
                  </a:lnTo>
                  <a:lnTo>
                    <a:pt x="59" y="279"/>
                  </a:lnTo>
                  <a:lnTo>
                    <a:pt x="57" y="279"/>
                  </a:lnTo>
                  <a:lnTo>
                    <a:pt x="53" y="279"/>
                  </a:lnTo>
                  <a:lnTo>
                    <a:pt x="53" y="279"/>
                  </a:lnTo>
                  <a:lnTo>
                    <a:pt x="51" y="283"/>
                  </a:lnTo>
                  <a:lnTo>
                    <a:pt x="49" y="285"/>
                  </a:lnTo>
                  <a:lnTo>
                    <a:pt x="51" y="288"/>
                  </a:lnTo>
                  <a:lnTo>
                    <a:pt x="51" y="288"/>
                  </a:lnTo>
                  <a:lnTo>
                    <a:pt x="52" y="290"/>
                  </a:lnTo>
                  <a:lnTo>
                    <a:pt x="52" y="291"/>
                  </a:lnTo>
                  <a:lnTo>
                    <a:pt x="52" y="296"/>
                  </a:lnTo>
                  <a:lnTo>
                    <a:pt x="52" y="296"/>
                  </a:lnTo>
                  <a:lnTo>
                    <a:pt x="52" y="297"/>
                  </a:lnTo>
                  <a:lnTo>
                    <a:pt x="51" y="297"/>
                  </a:lnTo>
                  <a:lnTo>
                    <a:pt x="48" y="295"/>
                  </a:lnTo>
                  <a:lnTo>
                    <a:pt x="44" y="294"/>
                  </a:lnTo>
                  <a:lnTo>
                    <a:pt x="44" y="294"/>
                  </a:lnTo>
                  <a:lnTo>
                    <a:pt x="42" y="294"/>
                  </a:lnTo>
                  <a:lnTo>
                    <a:pt x="39" y="295"/>
                  </a:lnTo>
                  <a:lnTo>
                    <a:pt x="38" y="296"/>
                  </a:lnTo>
                  <a:lnTo>
                    <a:pt x="37" y="299"/>
                  </a:lnTo>
                  <a:lnTo>
                    <a:pt x="37" y="299"/>
                  </a:lnTo>
                  <a:lnTo>
                    <a:pt x="33" y="300"/>
                  </a:lnTo>
                  <a:lnTo>
                    <a:pt x="30" y="300"/>
                  </a:lnTo>
                  <a:lnTo>
                    <a:pt x="26" y="301"/>
                  </a:lnTo>
                  <a:lnTo>
                    <a:pt x="23" y="301"/>
                  </a:lnTo>
                  <a:lnTo>
                    <a:pt x="23" y="301"/>
                  </a:lnTo>
                  <a:lnTo>
                    <a:pt x="22" y="302"/>
                  </a:lnTo>
                  <a:lnTo>
                    <a:pt x="23" y="304"/>
                  </a:lnTo>
                  <a:lnTo>
                    <a:pt x="27" y="307"/>
                  </a:lnTo>
                  <a:lnTo>
                    <a:pt x="27" y="307"/>
                  </a:lnTo>
                  <a:lnTo>
                    <a:pt x="28" y="309"/>
                  </a:lnTo>
                  <a:lnTo>
                    <a:pt x="27" y="309"/>
                  </a:lnTo>
                  <a:lnTo>
                    <a:pt x="20" y="307"/>
                  </a:lnTo>
                  <a:lnTo>
                    <a:pt x="20" y="307"/>
                  </a:lnTo>
                  <a:lnTo>
                    <a:pt x="17" y="307"/>
                  </a:lnTo>
                  <a:lnTo>
                    <a:pt x="16" y="309"/>
                  </a:lnTo>
                  <a:lnTo>
                    <a:pt x="16" y="313"/>
                  </a:lnTo>
                  <a:lnTo>
                    <a:pt x="16" y="313"/>
                  </a:lnTo>
                  <a:lnTo>
                    <a:pt x="15" y="315"/>
                  </a:lnTo>
                  <a:lnTo>
                    <a:pt x="12" y="316"/>
                  </a:lnTo>
                  <a:lnTo>
                    <a:pt x="10" y="316"/>
                  </a:lnTo>
                  <a:lnTo>
                    <a:pt x="7" y="317"/>
                  </a:lnTo>
                  <a:lnTo>
                    <a:pt x="7" y="317"/>
                  </a:lnTo>
                  <a:lnTo>
                    <a:pt x="7" y="318"/>
                  </a:lnTo>
                  <a:lnTo>
                    <a:pt x="9" y="320"/>
                  </a:lnTo>
                  <a:lnTo>
                    <a:pt x="10" y="321"/>
                  </a:lnTo>
                  <a:lnTo>
                    <a:pt x="9" y="321"/>
                  </a:lnTo>
                  <a:lnTo>
                    <a:pt x="9" y="321"/>
                  </a:lnTo>
                  <a:lnTo>
                    <a:pt x="6" y="322"/>
                  </a:lnTo>
                  <a:lnTo>
                    <a:pt x="4" y="323"/>
                  </a:lnTo>
                  <a:lnTo>
                    <a:pt x="1" y="325"/>
                  </a:lnTo>
                  <a:lnTo>
                    <a:pt x="3" y="327"/>
                  </a:lnTo>
                  <a:lnTo>
                    <a:pt x="3" y="327"/>
                  </a:lnTo>
                  <a:lnTo>
                    <a:pt x="6" y="332"/>
                  </a:lnTo>
                  <a:lnTo>
                    <a:pt x="9" y="339"/>
                  </a:lnTo>
                  <a:lnTo>
                    <a:pt x="9" y="339"/>
                  </a:lnTo>
                  <a:lnTo>
                    <a:pt x="11" y="343"/>
                  </a:lnTo>
                  <a:lnTo>
                    <a:pt x="12" y="344"/>
                  </a:lnTo>
                  <a:lnTo>
                    <a:pt x="10" y="344"/>
                  </a:lnTo>
                  <a:lnTo>
                    <a:pt x="10" y="344"/>
                  </a:lnTo>
                  <a:lnTo>
                    <a:pt x="6" y="344"/>
                  </a:lnTo>
                  <a:lnTo>
                    <a:pt x="5" y="346"/>
                  </a:lnTo>
                  <a:lnTo>
                    <a:pt x="6" y="348"/>
                  </a:lnTo>
                  <a:lnTo>
                    <a:pt x="7" y="350"/>
                  </a:lnTo>
                  <a:lnTo>
                    <a:pt x="7" y="350"/>
                  </a:lnTo>
                  <a:lnTo>
                    <a:pt x="9" y="353"/>
                  </a:lnTo>
                  <a:lnTo>
                    <a:pt x="9" y="354"/>
                  </a:lnTo>
                  <a:lnTo>
                    <a:pt x="3" y="355"/>
                  </a:lnTo>
                  <a:lnTo>
                    <a:pt x="3" y="355"/>
                  </a:lnTo>
                  <a:lnTo>
                    <a:pt x="0" y="358"/>
                  </a:lnTo>
                  <a:lnTo>
                    <a:pt x="1" y="359"/>
                  </a:lnTo>
                  <a:lnTo>
                    <a:pt x="4" y="360"/>
                  </a:lnTo>
                  <a:lnTo>
                    <a:pt x="6" y="362"/>
                  </a:lnTo>
                  <a:lnTo>
                    <a:pt x="6" y="362"/>
                  </a:lnTo>
                  <a:lnTo>
                    <a:pt x="7" y="364"/>
                  </a:lnTo>
                  <a:lnTo>
                    <a:pt x="6" y="365"/>
                  </a:lnTo>
                  <a:lnTo>
                    <a:pt x="6" y="366"/>
                  </a:lnTo>
                  <a:lnTo>
                    <a:pt x="7" y="368"/>
                  </a:lnTo>
                  <a:lnTo>
                    <a:pt x="7" y="368"/>
                  </a:lnTo>
                  <a:lnTo>
                    <a:pt x="9" y="369"/>
                  </a:lnTo>
                  <a:lnTo>
                    <a:pt x="9" y="369"/>
                  </a:lnTo>
                  <a:lnTo>
                    <a:pt x="7" y="371"/>
                  </a:lnTo>
                  <a:lnTo>
                    <a:pt x="6" y="374"/>
                  </a:lnTo>
                  <a:lnTo>
                    <a:pt x="6" y="376"/>
                  </a:lnTo>
                  <a:lnTo>
                    <a:pt x="7" y="378"/>
                  </a:lnTo>
                  <a:lnTo>
                    <a:pt x="7" y="378"/>
                  </a:lnTo>
                  <a:lnTo>
                    <a:pt x="10" y="379"/>
                  </a:lnTo>
                  <a:lnTo>
                    <a:pt x="12" y="378"/>
                  </a:lnTo>
                  <a:lnTo>
                    <a:pt x="16" y="373"/>
                  </a:lnTo>
                  <a:lnTo>
                    <a:pt x="16" y="373"/>
                  </a:lnTo>
                  <a:lnTo>
                    <a:pt x="17" y="371"/>
                  </a:lnTo>
                  <a:lnTo>
                    <a:pt x="17" y="374"/>
                  </a:lnTo>
                  <a:lnTo>
                    <a:pt x="14" y="382"/>
                  </a:lnTo>
                  <a:lnTo>
                    <a:pt x="14" y="382"/>
                  </a:lnTo>
                  <a:lnTo>
                    <a:pt x="11" y="384"/>
                  </a:lnTo>
                  <a:lnTo>
                    <a:pt x="10" y="384"/>
                  </a:lnTo>
                  <a:lnTo>
                    <a:pt x="7" y="382"/>
                  </a:lnTo>
                  <a:lnTo>
                    <a:pt x="5" y="382"/>
                  </a:lnTo>
                  <a:lnTo>
                    <a:pt x="5" y="382"/>
                  </a:lnTo>
                  <a:lnTo>
                    <a:pt x="3" y="382"/>
                  </a:lnTo>
                  <a:lnTo>
                    <a:pt x="3" y="384"/>
                  </a:lnTo>
                  <a:lnTo>
                    <a:pt x="4" y="386"/>
                  </a:lnTo>
                  <a:lnTo>
                    <a:pt x="6" y="390"/>
                  </a:lnTo>
                  <a:lnTo>
                    <a:pt x="7" y="394"/>
                  </a:lnTo>
                  <a:lnTo>
                    <a:pt x="7" y="394"/>
                  </a:lnTo>
                  <a:lnTo>
                    <a:pt x="9" y="398"/>
                  </a:lnTo>
                  <a:lnTo>
                    <a:pt x="12" y="398"/>
                  </a:lnTo>
                  <a:lnTo>
                    <a:pt x="12" y="398"/>
                  </a:lnTo>
                  <a:lnTo>
                    <a:pt x="15" y="397"/>
                  </a:lnTo>
                  <a:lnTo>
                    <a:pt x="16" y="397"/>
                  </a:lnTo>
                  <a:lnTo>
                    <a:pt x="19" y="394"/>
                  </a:lnTo>
                  <a:lnTo>
                    <a:pt x="19" y="394"/>
                  </a:lnTo>
                  <a:lnTo>
                    <a:pt x="20" y="392"/>
                  </a:lnTo>
                  <a:lnTo>
                    <a:pt x="20" y="394"/>
                  </a:lnTo>
                  <a:lnTo>
                    <a:pt x="20" y="396"/>
                  </a:lnTo>
                  <a:lnTo>
                    <a:pt x="19" y="400"/>
                  </a:lnTo>
                  <a:lnTo>
                    <a:pt x="20" y="405"/>
                  </a:lnTo>
                  <a:lnTo>
                    <a:pt x="20" y="405"/>
                  </a:lnTo>
                  <a:lnTo>
                    <a:pt x="20" y="406"/>
                  </a:lnTo>
                  <a:lnTo>
                    <a:pt x="17" y="406"/>
                  </a:lnTo>
                  <a:lnTo>
                    <a:pt x="15" y="405"/>
                  </a:lnTo>
                  <a:lnTo>
                    <a:pt x="12" y="406"/>
                  </a:lnTo>
                  <a:lnTo>
                    <a:pt x="12" y="406"/>
                  </a:lnTo>
                  <a:lnTo>
                    <a:pt x="10" y="408"/>
                  </a:lnTo>
                  <a:lnTo>
                    <a:pt x="11" y="411"/>
                  </a:lnTo>
                  <a:lnTo>
                    <a:pt x="12" y="413"/>
                  </a:lnTo>
                  <a:lnTo>
                    <a:pt x="14" y="416"/>
                  </a:lnTo>
                  <a:lnTo>
                    <a:pt x="14" y="416"/>
                  </a:lnTo>
                  <a:lnTo>
                    <a:pt x="26" y="427"/>
                  </a:lnTo>
                  <a:lnTo>
                    <a:pt x="26" y="427"/>
                  </a:lnTo>
                  <a:lnTo>
                    <a:pt x="30" y="428"/>
                  </a:lnTo>
                  <a:lnTo>
                    <a:pt x="33" y="429"/>
                  </a:lnTo>
                  <a:lnTo>
                    <a:pt x="41" y="427"/>
                  </a:lnTo>
                  <a:lnTo>
                    <a:pt x="41" y="427"/>
                  </a:lnTo>
                  <a:lnTo>
                    <a:pt x="43" y="427"/>
                  </a:lnTo>
                  <a:lnTo>
                    <a:pt x="46" y="427"/>
                  </a:lnTo>
                  <a:lnTo>
                    <a:pt x="47" y="428"/>
                  </a:lnTo>
                  <a:lnTo>
                    <a:pt x="49" y="427"/>
                  </a:lnTo>
                  <a:lnTo>
                    <a:pt x="49" y="427"/>
                  </a:lnTo>
                  <a:lnTo>
                    <a:pt x="55" y="419"/>
                  </a:lnTo>
                  <a:lnTo>
                    <a:pt x="60" y="414"/>
                  </a:lnTo>
                  <a:lnTo>
                    <a:pt x="64" y="408"/>
                  </a:lnTo>
                  <a:lnTo>
                    <a:pt x="64" y="408"/>
                  </a:lnTo>
                  <a:lnTo>
                    <a:pt x="68" y="403"/>
                  </a:lnTo>
                  <a:lnTo>
                    <a:pt x="70" y="400"/>
                  </a:lnTo>
                  <a:lnTo>
                    <a:pt x="73" y="400"/>
                  </a:lnTo>
                  <a:lnTo>
                    <a:pt x="75" y="398"/>
                  </a:lnTo>
                  <a:lnTo>
                    <a:pt x="75" y="398"/>
                  </a:lnTo>
                  <a:lnTo>
                    <a:pt x="78" y="398"/>
                  </a:lnTo>
                  <a:lnTo>
                    <a:pt x="80" y="396"/>
                  </a:lnTo>
                  <a:lnTo>
                    <a:pt x="80" y="390"/>
                  </a:lnTo>
                  <a:lnTo>
                    <a:pt x="80" y="390"/>
                  </a:lnTo>
                  <a:lnTo>
                    <a:pt x="80" y="389"/>
                  </a:lnTo>
                  <a:lnTo>
                    <a:pt x="80" y="389"/>
                  </a:lnTo>
                  <a:lnTo>
                    <a:pt x="81" y="392"/>
                  </a:lnTo>
                  <a:lnTo>
                    <a:pt x="85" y="402"/>
                  </a:lnTo>
                  <a:lnTo>
                    <a:pt x="85" y="402"/>
                  </a:lnTo>
                  <a:lnTo>
                    <a:pt x="94" y="406"/>
                  </a:lnTo>
                  <a:lnTo>
                    <a:pt x="94" y="406"/>
                  </a:lnTo>
                  <a:lnTo>
                    <a:pt x="96" y="406"/>
                  </a:lnTo>
                  <a:lnTo>
                    <a:pt x="97" y="405"/>
                  </a:lnTo>
                  <a:lnTo>
                    <a:pt x="99" y="401"/>
                  </a:lnTo>
                  <a:lnTo>
                    <a:pt x="100" y="39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3" name="Freeform 727"/>
            <p:cNvSpPr>
              <a:spLocks/>
            </p:cNvSpPr>
            <p:nvPr/>
          </p:nvSpPr>
          <p:spPr bwMode="gray">
            <a:xfrm>
              <a:off x="2842040" y="2511484"/>
              <a:ext cx="366909" cy="824366"/>
            </a:xfrm>
            <a:custGeom>
              <a:avLst/>
              <a:gdLst>
                <a:gd name="T0" fmla="*/ 139 w 148"/>
                <a:gd name="T1" fmla="*/ 225 h 328"/>
                <a:gd name="T2" fmla="*/ 141 w 148"/>
                <a:gd name="T3" fmla="*/ 210 h 328"/>
                <a:gd name="T4" fmla="*/ 136 w 148"/>
                <a:gd name="T5" fmla="*/ 200 h 328"/>
                <a:gd name="T6" fmla="*/ 133 w 148"/>
                <a:gd name="T7" fmla="*/ 189 h 328"/>
                <a:gd name="T8" fmla="*/ 130 w 148"/>
                <a:gd name="T9" fmla="*/ 161 h 328"/>
                <a:gd name="T10" fmla="*/ 136 w 148"/>
                <a:gd name="T11" fmla="*/ 151 h 328"/>
                <a:gd name="T12" fmla="*/ 120 w 148"/>
                <a:gd name="T13" fmla="*/ 109 h 328"/>
                <a:gd name="T14" fmla="*/ 129 w 148"/>
                <a:gd name="T15" fmla="*/ 93 h 328"/>
                <a:gd name="T16" fmla="*/ 127 w 148"/>
                <a:gd name="T17" fmla="*/ 82 h 328"/>
                <a:gd name="T18" fmla="*/ 111 w 148"/>
                <a:gd name="T19" fmla="*/ 62 h 328"/>
                <a:gd name="T20" fmla="*/ 116 w 148"/>
                <a:gd name="T21" fmla="*/ 49 h 328"/>
                <a:gd name="T22" fmla="*/ 117 w 148"/>
                <a:gd name="T23" fmla="*/ 41 h 328"/>
                <a:gd name="T24" fmla="*/ 117 w 148"/>
                <a:gd name="T25" fmla="*/ 32 h 328"/>
                <a:gd name="T26" fmla="*/ 122 w 148"/>
                <a:gd name="T27" fmla="*/ 17 h 328"/>
                <a:gd name="T28" fmla="*/ 112 w 148"/>
                <a:gd name="T29" fmla="*/ 8 h 328"/>
                <a:gd name="T30" fmla="*/ 103 w 148"/>
                <a:gd name="T31" fmla="*/ 1 h 328"/>
                <a:gd name="T32" fmla="*/ 93 w 148"/>
                <a:gd name="T33" fmla="*/ 2 h 328"/>
                <a:gd name="T34" fmla="*/ 85 w 148"/>
                <a:gd name="T35" fmla="*/ 4 h 328"/>
                <a:gd name="T36" fmla="*/ 77 w 148"/>
                <a:gd name="T37" fmla="*/ 32 h 328"/>
                <a:gd name="T38" fmla="*/ 69 w 148"/>
                <a:gd name="T39" fmla="*/ 45 h 328"/>
                <a:gd name="T40" fmla="*/ 59 w 148"/>
                <a:gd name="T41" fmla="*/ 48 h 328"/>
                <a:gd name="T42" fmla="*/ 50 w 148"/>
                <a:gd name="T43" fmla="*/ 44 h 328"/>
                <a:gd name="T44" fmla="*/ 31 w 148"/>
                <a:gd name="T45" fmla="*/ 46 h 328"/>
                <a:gd name="T46" fmla="*/ 13 w 148"/>
                <a:gd name="T47" fmla="*/ 28 h 328"/>
                <a:gd name="T48" fmla="*/ 12 w 148"/>
                <a:gd name="T49" fmla="*/ 30 h 328"/>
                <a:gd name="T50" fmla="*/ 10 w 148"/>
                <a:gd name="T51" fmla="*/ 35 h 328"/>
                <a:gd name="T52" fmla="*/ 0 w 148"/>
                <a:gd name="T53" fmla="*/ 41 h 328"/>
                <a:gd name="T54" fmla="*/ 18 w 148"/>
                <a:gd name="T55" fmla="*/ 48 h 328"/>
                <a:gd name="T56" fmla="*/ 36 w 148"/>
                <a:gd name="T57" fmla="*/ 60 h 328"/>
                <a:gd name="T58" fmla="*/ 45 w 148"/>
                <a:gd name="T59" fmla="*/ 78 h 328"/>
                <a:gd name="T60" fmla="*/ 45 w 148"/>
                <a:gd name="T61" fmla="*/ 91 h 328"/>
                <a:gd name="T62" fmla="*/ 47 w 148"/>
                <a:gd name="T63" fmla="*/ 104 h 328"/>
                <a:gd name="T64" fmla="*/ 53 w 148"/>
                <a:gd name="T65" fmla="*/ 114 h 328"/>
                <a:gd name="T66" fmla="*/ 50 w 148"/>
                <a:gd name="T67" fmla="*/ 128 h 328"/>
                <a:gd name="T68" fmla="*/ 49 w 148"/>
                <a:gd name="T69" fmla="*/ 141 h 328"/>
                <a:gd name="T70" fmla="*/ 54 w 148"/>
                <a:gd name="T71" fmla="*/ 155 h 328"/>
                <a:gd name="T72" fmla="*/ 64 w 148"/>
                <a:gd name="T73" fmla="*/ 163 h 328"/>
                <a:gd name="T74" fmla="*/ 64 w 148"/>
                <a:gd name="T75" fmla="*/ 178 h 328"/>
                <a:gd name="T76" fmla="*/ 54 w 148"/>
                <a:gd name="T77" fmla="*/ 189 h 328"/>
                <a:gd name="T78" fmla="*/ 39 w 148"/>
                <a:gd name="T79" fmla="*/ 213 h 328"/>
                <a:gd name="T80" fmla="*/ 27 w 148"/>
                <a:gd name="T81" fmla="*/ 230 h 328"/>
                <a:gd name="T82" fmla="*/ 11 w 148"/>
                <a:gd name="T83" fmla="*/ 249 h 328"/>
                <a:gd name="T84" fmla="*/ 17 w 148"/>
                <a:gd name="T85" fmla="*/ 275 h 328"/>
                <a:gd name="T86" fmla="*/ 16 w 148"/>
                <a:gd name="T87" fmla="*/ 296 h 328"/>
                <a:gd name="T88" fmla="*/ 17 w 148"/>
                <a:gd name="T89" fmla="*/ 309 h 328"/>
                <a:gd name="T90" fmla="*/ 24 w 148"/>
                <a:gd name="T91" fmla="*/ 312 h 328"/>
                <a:gd name="T92" fmla="*/ 31 w 148"/>
                <a:gd name="T93" fmla="*/ 320 h 328"/>
                <a:gd name="T94" fmla="*/ 36 w 148"/>
                <a:gd name="T95" fmla="*/ 327 h 328"/>
                <a:gd name="T96" fmla="*/ 52 w 148"/>
                <a:gd name="T97" fmla="*/ 327 h 328"/>
                <a:gd name="T98" fmla="*/ 65 w 148"/>
                <a:gd name="T99" fmla="*/ 322 h 328"/>
                <a:gd name="T100" fmla="*/ 86 w 148"/>
                <a:gd name="T101" fmla="*/ 317 h 328"/>
                <a:gd name="T102" fmla="*/ 95 w 148"/>
                <a:gd name="T103" fmla="*/ 315 h 328"/>
                <a:gd name="T104" fmla="*/ 103 w 148"/>
                <a:gd name="T105" fmla="*/ 315 h 328"/>
                <a:gd name="T106" fmla="*/ 141 w 148"/>
                <a:gd name="T107" fmla="*/ 265 h 328"/>
                <a:gd name="T108" fmla="*/ 146 w 148"/>
                <a:gd name="T109" fmla="*/ 233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48" h="328">
                  <a:moveTo>
                    <a:pt x="145" y="230"/>
                  </a:moveTo>
                  <a:lnTo>
                    <a:pt x="145" y="230"/>
                  </a:lnTo>
                  <a:lnTo>
                    <a:pt x="143" y="227"/>
                  </a:lnTo>
                  <a:lnTo>
                    <a:pt x="139" y="225"/>
                  </a:lnTo>
                  <a:lnTo>
                    <a:pt x="138" y="222"/>
                  </a:lnTo>
                  <a:lnTo>
                    <a:pt x="138" y="217"/>
                  </a:lnTo>
                  <a:lnTo>
                    <a:pt x="138" y="217"/>
                  </a:lnTo>
                  <a:lnTo>
                    <a:pt x="141" y="210"/>
                  </a:lnTo>
                  <a:lnTo>
                    <a:pt x="143" y="206"/>
                  </a:lnTo>
                  <a:lnTo>
                    <a:pt x="140" y="204"/>
                  </a:lnTo>
                  <a:lnTo>
                    <a:pt x="140" y="204"/>
                  </a:lnTo>
                  <a:lnTo>
                    <a:pt x="136" y="200"/>
                  </a:lnTo>
                  <a:lnTo>
                    <a:pt x="135" y="198"/>
                  </a:lnTo>
                  <a:lnTo>
                    <a:pt x="134" y="193"/>
                  </a:lnTo>
                  <a:lnTo>
                    <a:pt x="133" y="189"/>
                  </a:lnTo>
                  <a:lnTo>
                    <a:pt x="133" y="189"/>
                  </a:lnTo>
                  <a:lnTo>
                    <a:pt x="130" y="176"/>
                  </a:lnTo>
                  <a:lnTo>
                    <a:pt x="129" y="167"/>
                  </a:lnTo>
                  <a:lnTo>
                    <a:pt x="129" y="163"/>
                  </a:lnTo>
                  <a:lnTo>
                    <a:pt x="130" y="161"/>
                  </a:lnTo>
                  <a:lnTo>
                    <a:pt x="130" y="161"/>
                  </a:lnTo>
                  <a:lnTo>
                    <a:pt x="134" y="156"/>
                  </a:lnTo>
                  <a:lnTo>
                    <a:pt x="136" y="151"/>
                  </a:lnTo>
                  <a:lnTo>
                    <a:pt x="136" y="151"/>
                  </a:lnTo>
                  <a:lnTo>
                    <a:pt x="133" y="142"/>
                  </a:lnTo>
                  <a:lnTo>
                    <a:pt x="127" y="129"/>
                  </a:lnTo>
                  <a:lnTo>
                    <a:pt x="122" y="115"/>
                  </a:lnTo>
                  <a:lnTo>
                    <a:pt x="120" y="109"/>
                  </a:lnTo>
                  <a:lnTo>
                    <a:pt x="120" y="107"/>
                  </a:lnTo>
                  <a:lnTo>
                    <a:pt x="120" y="107"/>
                  </a:lnTo>
                  <a:lnTo>
                    <a:pt x="127" y="98"/>
                  </a:lnTo>
                  <a:lnTo>
                    <a:pt x="129" y="93"/>
                  </a:lnTo>
                  <a:lnTo>
                    <a:pt x="129" y="88"/>
                  </a:lnTo>
                  <a:lnTo>
                    <a:pt x="129" y="88"/>
                  </a:lnTo>
                  <a:lnTo>
                    <a:pt x="128" y="86"/>
                  </a:lnTo>
                  <a:lnTo>
                    <a:pt x="127" y="82"/>
                  </a:lnTo>
                  <a:lnTo>
                    <a:pt x="119" y="76"/>
                  </a:lnTo>
                  <a:lnTo>
                    <a:pt x="113" y="68"/>
                  </a:lnTo>
                  <a:lnTo>
                    <a:pt x="112" y="66"/>
                  </a:lnTo>
                  <a:lnTo>
                    <a:pt x="111" y="62"/>
                  </a:lnTo>
                  <a:lnTo>
                    <a:pt x="111" y="62"/>
                  </a:lnTo>
                  <a:lnTo>
                    <a:pt x="112" y="57"/>
                  </a:lnTo>
                  <a:lnTo>
                    <a:pt x="114" y="52"/>
                  </a:lnTo>
                  <a:lnTo>
                    <a:pt x="116" y="49"/>
                  </a:lnTo>
                  <a:lnTo>
                    <a:pt x="117" y="45"/>
                  </a:lnTo>
                  <a:lnTo>
                    <a:pt x="117" y="45"/>
                  </a:lnTo>
                  <a:lnTo>
                    <a:pt x="117" y="41"/>
                  </a:lnTo>
                  <a:lnTo>
                    <a:pt x="117" y="41"/>
                  </a:lnTo>
                  <a:lnTo>
                    <a:pt x="116" y="36"/>
                  </a:lnTo>
                  <a:lnTo>
                    <a:pt x="116" y="33"/>
                  </a:lnTo>
                  <a:lnTo>
                    <a:pt x="117" y="32"/>
                  </a:lnTo>
                  <a:lnTo>
                    <a:pt x="117" y="32"/>
                  </a:lnTo>
                  <a:lnTo>
                    <a:pt x="120" y="25"/>
                  </a:lnTo>
                  <a:lnTo>
                    <a:pt x="122" y="22"/>
                  </a:lnTo>
                  <a:lnTo>
                    <a:pt x="122" y="17"/>
                  </a:lnTo>
                  <a:lnTo>
                    <a:pt x="122" y="17"/>
                  </a:lnTo>
                  <a:lnTo>
                    <a:pt x="120" y="14"/>
                  </a:lnTo>
                  <a:lnTo>
                    <a:pt x="119" y="12"/>
                  </a:lnTo>
                  <a:lnTo>
                    <a:pt x="116" y="11"/>
                  </a:lnTo>
                  <a:lnTo>
                    <a:pt x="112" y="8"/>
                  </a:lnTo>
                  <a:lnTo>
                    <a:pt x="109" y="6"/>
                  </a:lnTo>
                  <a:lnTo>
                    <a:pt x="109" y="6"/>
                  </a:lnTo>
                  <a:lnTo>
                    <a:pt x="107" y="3"/>
                  </a:lnTo>
                  <a:lnTo>
                    <a:pt x="103" y="1"/>
                  </a:lnTo>
                  <a:lnTo>
                    <a:pt x="101" y="0"/>
                  </a:lnTo>
                  <a:lnTo>
                    <a:pt x="97" y="0"/>
                  </a:lnTo>
                  <a:lnTo>
                    <a:pt x="97" y="0"/>
                  </a:lnTo>
                  <a:lnTo>
                    <a:pt x="93" y="2"/>
                  </a:lnTo>
                  <a:lnTo>
                    <a:pt x="90" y="3"/>
                  </a:lnTo>
                  <a:lnTo>
                    <a:pt x="87" y="3"/>
                  </a:lnTo>
                  <a:lnTo>
                    <a:pt x="87" y="3"/>
                  </a:lnTo>
                  <a:lnTo>
                    <a:pt x="85" y="4"/>
                  </a:lnTo>
                  <a:lnTo>
                    <a:pt x="82" y="9"/>
                  </a:lnTo>
                  <a:lnTo>
                    <a:pt x="80" y="19"/>
                  </a:lnTo>
                  <a:lnTo>
                    <a:pt x="80" y="19"/>
                  </a:lnTo>
                  <a:lnTo>
                    <a:pt x="77" y="32"/>
                  </a:lnTo>
                  <a:lnTo>
                    <a:pt x="75" y="38"/>
                  </a:lnTo>
                  <a:lnTo>
                    <a:pt x="74" y="40"/>
                  </a:lnTo>
                  <a:lnTo>
                    <a:pt x="74" y="40"/>
                  </a:lnTo>
                  <a:lnTo>
                    <a:pt x="69" y="45"/>
                  </a:lnTo>
                  <a:lnTo>
                    <a:pt x="65" y="48"/>
                  </a:lnTo>
                  <a:lnTo>
                    <a:pt x="63" y="49"/>
                  </a:lnTo>
                  <a:lnTo>
                    <a:pt x="63" y="49"/>
                  </a:lnTo>
                  <a:lnTo>
                    <a:pt x="59" y="48"/>
                  </a:lnTo>
                  <a:lnTo>
                    <a:pt x="55" y="46"/>
                  </a:lnTo>
                  <a:lnTo>
                    <a:pt x="53" y="44"/>
                  </a:lnTo>
                  <a:lnTo>
                    <a:pt x="50" y="44"/>
                  </a:lnTo>
                  <a:lnTo>
                    <a:pt x="50" y="44"/>
                  </a:lnTo>
                  <a:lnTo>
                    <a:pt x="42" y="46"/>
                  </a:lnTo>
                  <a:lnTo>
                    <a:pt x="36" y="48"/>
                  </a:lnTo>
                  <a:lnTo>
                    <a:pt x="31" y="46"/>
                  </a:lnTo>
                  <a:lnTo>
                    <a:pt x="31" y="46"/>
                  </a:lnTo>
                  <a:lnTo>
                    <a:pt x="26" y="43"/>
                  </a:lnTo>
                  <a:lnTo>
                    <a:pt x="22" y="36"/>
                  </a:lnTo>
                  <a:lnTo>
                    <a:pt x="17" y="32"/>
                  </a:lnTo>
                  <a:lnTo>
                    <a:pt x="13" y="28"/>
                  </a:lnTo>
                  <a:lnTo>
                    <a:pt x="13" y="28"/>
                  </a:lnTo>
                  <a:lnTo>
                    <a:pt x="12" y="28"/>
                  </a:lnTo>
                  <a:lnTo>
                    <a:pt x="12" y="28"/>
                  </a:lnTo>
                  <a:lnTo>
                    <a:pt x="12" y="30"/>
                  </a:lnTo>
                  <a:lnTo>
                    <a:pt x="12" y="34"/>
                  </a:lnTo>
                  <a:lnTo>
                    <a:pt x="11" y="35"/>
                  </a:lnTo>
                  <a:lnTo>
                    <a:pt x="10" y="35"/>
                  </a:lnTo>
                  <a:lnTo>
                    <a:pt x="10" y="35"/>
                  </a:lnTo>
                  <a:lnTo>
                    <a:pt x="2" y="36"/>
                  </a:lnTo>
                  <a:lnTo>
                    <a:pt x="0" y="36"/>
                  </a:lnTo>
                  <a:lnTo>
                    <a:pt x="0" y="36"/>
                  </a:lnTo>
                  <a:lnTo>
                    <a:pt x="0" y="41"/>
                  </a:lnTo>
                  <a:lnTo>
                    <a:pt x="0" y="41"/>
                  </a:lnTo>
                  <a:lnTo>
                    <a:pt x="11" y="45"/>
                  </a:lnTo>
                  <a:lnTo>
                    <a:pt x="18" y="48"/>
                  </a:lnTo>
                  <a:lnTo>
                    <a:pt x="18" y="48"/>
                  </a:lnTo>
                  <a:lnTo>
                    <a:pt x="26" y="52"/>
                  </a:lnTo>
                  <a:lnTo>
                    <a:pt x="32" y="56"/>
                  </a:lnTo>
                  <a:lnTo>
                    <a:pt x="32" y="56"/>
                  </a:lnTo>
                  <a:lnTo>
                    <a:pt x="36" y="60"/>
                  </a:lnTo>
                  <a:lnTo>
                    <a:pt x="38" y="65"/>
                  </a:lnTo>
                  <a:lnTo>
                    <a:pt x="44" y="75"/>
                  </a:lnTo>
                  <a:lnTo>
                    <a:pt x="44" y="75"/>
                  </a:lnTo>
                  <a:lnTo>
                    <a:pt x="45" y="78"/>
                  </a:lnTo>
                  <a:lnTo>
                    <a:pt x="45" y="81"/>
                  </a:lnTo>
                  <a:lnTo>
                    <a:pt x="45" y="86"/>
                  </a:lnTo>
                  <a:lnTo>
                    <a:pt x="45" y="86"/>
                  </a:lnTo>
                  <a:lnTo>
                    <a:pt x="45" y="91"/>
                  </a:lnTo>
                  <a:lnTo>
                    <a:pt x="47" y="96"/>
                  </a:lnTo>
                  <a:lnTo>
                    <a:pt x="47" y="96"/>
                  </a:lnTo>
                  <a:lnTo>
                    <a:pt x="48" y="99"/>
                  </a:lnTo>
                  <a:lnTo>
                    <a:pt x="47" y="104"/>
                  </a:lnTo>
                  <a:lnTo>
                    <a:pt x="47" y="104"/>
                  </a:lnTo>
                  <a:lnTo>
                    <a:pt x="48" y="108"/>
                  </a:lnTo>
                  <a:lnTo>
                    <a:pt x="50" y="110"/>
                  </a:lnTo>
                  <a:lnTo>
                    <a:pt x="53" y="114"/>
                  </a:lnTo>
                  <a:lnTo>
                    <a:pt x="54" y="118"/>
                  </a:lnTo>
                  <a:lnTo>
                    <a:pt x="54" y="118"/>
                  </a:lnTo>
                  <a:lnTo>
                    <a:pt x="53" y="123"/>
                  </a:lnTo>
                  <a:lnTo>
                    <a:pt x="50" y="128"/>
                  </a:lnTo>
                  <a:lnTo>
                    <a:pt x="48" y="136"/>
                  </a:lnTo>
                  <a:lnTo>
                    <a:pt x="48" y="136"/>
                  </a:lnTo>
                  <a:lnTo>
                    <a:pt x="49" y="139"/>
                  </a:lnTo>
                  <a:lnTo>
                    <a:pt x="49" y="141"/>
                  </a:lnTo>
                  <a:lnTo>
                    <a:pt x="49" y="141"/>
                  </a:lnTo>
                  <a:lnTo>
                    <a:pt x="53" y="155"/>
                  </a:lnTo>
                  <a:lnTo>
                    <a:pt x="53" y="155"/>
                  </a:lnTo>
                  <a:lnTo>
                    <a:pt x="54" y="155"/>
                  </a:lnTo>
                  <a:lnTo>
                    <a:pt x="54" y="155"/>
                  </a:lnTo>
                  <a:lnTo>
                    <a:pt x="58" y="155"/>
                  </a:lnTo>
                  <a:lnTo>
                    <a:pt x="60" y="157"/>
                  </a:lnTo>
                  <a:lnTo>
                    <a:pt x="64" y="163"/>
                  </a:lnTo>
                  <a:lnTo>
                    <a:pt x="64" y="163"/>
                  </a:lnTo>
                  <a:lnTo>
                    <a:pt x="65" y="168"/>
                  </a:lnTo>
                  <a:lnTo>
                    <a:pt x="65" y="173"/>
                  </a:lnTo>
                  <a:lnTo>
                    <a:pt x="64" y="178"/>
                  </a:lnTo>
                  <a:lnTo>
                    <a:pt x="61" y="181"/>
                  </a:lnTo>
                  <a:lnTo>
                    <a:pt x="61" y="181"/>
                  </a:lnTo>
                  <a:lnTo>
                    <a:pt x="58" y="183"/>
                  </a:lnTo>
                  <a:lnTo>
                    <a:pt x="54" y="189"/>
                  </a:lnTo>
                  <a:lnTo>
                    <a:pt x="48" y="200"/>
                  </a:lnTo>
                  <a:lnTo>
                    <a:pt x="48" y="200"/>
                  </a:lnTo>
                  <a:lnTo>
                    <a:pt x="44" y="205"/>
                  </a:lnTo>
                  <a:lnTo>
                    <a:pt x="39" y="213"/>
                  </a:lnTo>
                  <a:lnTo>
                    <a:pt x="33" y="219"/>
                  </a:lnTo>
                  <a:lnTo>
                    <a:pt x="31" y="224"/>
                  </a:lnTo>
                  <a:lnTo>
                    <a:pt x="31" y="224"/>
                  </a:lnTo>
                  <a:lnTo>
                    <a:pt x="27" y="230"/>
                  </a:lnTo>
                  <a:lnTo>
                    <a:pt x="22" y="236"/>
                  </a:lnTo>
                  <a:lnTo>
                    <a:pt x="12" y="247"/>
                  </a:lnTo>
                  <a:lnTo>
                    <a:pt x="12" y="247"/>
                  </a:lnTo>
                  <a:lnTo>
                    <a:pt x="11" y="249"/>
                  </a:lnTo>
                  <a:lnTo>
                    <a:pt x="11" y="252"/>
                  </a:lnTo>
                  <a:lnTo>
                    <a:pt x="13" y="258"/>
                  </a:lnTo>
                  <a:lnTo>
                    <a:pt x="13" y="258"/>
                  </a:lnTo>
                  <a:lnTo>
                    <a:pt x="17" y="275"/>
                  </a:lnTo>
                  <a:lnTo>
                    <a:pt x="18" y="283"/>
                  </a:lnTo>
                  <a:lnTo>
                    <a:pt x="18" y="289"/>
                  </a:lnTo>
                  <a:lnTo>
                    <a:pt x="18" y="289"/>
                  </a:lnTo>
                  <a:lnTo>
                    <a:pt x="16" y="296"/>
                  </a:lnTo>
                  <a:lnTo>
                    <a:pt x="15" y="304"/>
                  </a:lnTo>
                  <a:lnTo>
                    <a:pt x="15" y="304"/>
                  </a:lnTo>
                  <a:lnTo>
                    <a:pt x="16" y="306"/>
                  </a:lnTo>
                  <a:lnTo>
                    <a:pt x="17" y="309"/>
                  </a:lnTo>
                  <a:lnTo>
                    <a:pt x="18" y="311"/>
                  </a:lnTo>
                  <a:lnTo>
                    <a:pt x="21" y="312"/>
                  </a:lnTo>
                  <a:lnTo>
                    <a:pt x="21" y="312"/>
                  </a:lnTo>
                  <a:lnTo>
                    <a:pt x="24" y="312"/>
                  </a:lnTo>
                  <a:lnTo>
                    <a:pt x="27" y="315"/>
                  </a:lnTo>
                  <a:lnTo>
                    <a:pt x="29" y="317"/>
                  </a:lnTo>
                  <a:lnTo>
                    <a:pt x="31" y="320"/>
                  </a:lnTo>
                  <a:lnTo>
                    <a:pt x="31" y="320"/>
                  </a:lnTo>
                  <a:lnTo>
                    <a:pt x="32" y="323"/>
                  </a:lnTo>
                  <a:lnTo>
                    <a:pt x="33" y="326"/>
                  </a:lnTo>
                  <a:lnTo>
                    <a:pt x="36" y="327"/>
                  </a:lnTo>
                  <a:lnTo>
                    <a:pt x="36" y="327"/>
                  </a:lnTo>
                  <a:lnTo>
                    <a:pt x="39" y="328"/>
                  </a:lnTo>
                  <a:lnTo>
                    <a:pt x="44" y="328"/>
                  </a:lnTo>
                  <a:lnTo>
                    <a:pt x="49" y="328"/>
                  </a:lnTo>
                  <a:lnTo>
                    <a:pt x="52" y="327"/>
                  </a:lnTo>
                  <a:lnTo>
                    <a:pt x="52" y="327"/>
                  </a:lnTo>
                  <a:lnTo>
                    <a:pt x="56" y="325"/>
                  </a:lnTo>
                  <a:lnTo>
                    <a:pt x="60" y="323"/>
                  </a:lnTo>
                  <a:lnTo>
                    <a:pt x="65" y="322"/>
                  </a:lnTo>
                  <a:lnTo>
                    <a:pt x="65" y="322"/>
                  </a:lnTo>
                  <a:lnTo>
                    <a:pt x="77" y="320"/>
                  </a:lnTo>
                  <a:lnTo>
                    <a:pt x="82" y="318"/>
                  </a:lnTo>
                  <a:lnTo>
                    <a:pt x="86" y="317"/>
                  </a:lnTo>
                  <a:lnTo>
                    <a:pt x="86" y="317"/>
                  </a:lnTo>
                  <a:lnTo>
                    <a:pt x="88" y="315"/>
                  </a:lnTo>
                  <a:lnTo>
                    <a:pt x="91" y="315"/>
                  </a:lnTo>
                  <a:lnTo>
                    <a:pt x="95" y="315"/>
                  </a:lnTo>
                  <a:lnTo>
                    <a:pt x="95" y="315"/>
                  </a:lnTo>
                  <a:lnTo>
                    <a:pt x="98" y="316"/>
                  </a:lnTo>
                  <a:lnTo>
                    <a:pt x="103" y="315"/>
                  </a:lnTo>
                  <a:lnTo>
                    <a:pt x="103" y="315"/>
                  </a:lnTo>
                  <a:lnTo>
                    <a:pt x="127" y="288"/>
                  </a:lnTo>
                  <a:lnTo>
                    <a:pt x="136" y="275"/>
                  </a:lnTo>
                  <a:lnTo>
                    <a:pt x="141" y="265"/>
                  </a:lnTo>
                  <a:lnTo>
                    <a:pt x="141" y="265"/>
                  </a:lnTo>
                  <a:lnTo>
                    <a:pt x="145" y="257"/>
                  </a:lnTo>
                  <a:lnTo>
                    <a:pt x="146" y="246"/>
                  </a:lnTo>
                  <a:lnTo>
                    <a:pt x="148" y="237"/>
                  </a:lnTo>
                  <a:lnTo>
                    <a:pt x="146" y="233"/>
                  </a:lnTo>
                  <a:lnTo>
                    <a:pt x="145" y="2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4" name="Freeform 729"/>
            <p:cNvSpPr>
              <a:spLocks/>
            </p:cNvSpPr>
            <p:nvPr/>
          </p:nvSpPr>
          <p:spPr bwMode="gray">
            <a:xfrm>
              <a:off x="3347779" y="4765924"/>
              <a:ext cx="699109" cy="615761"/>
            </a:xfrm>
            <a:custGeom>
              <a:avLst/>
              <a:gdLst>
                <a:gd name="T0" fmla="*/ 121 w 282"/>
                <a:gd name="T1" fmla="*/ 217 h 245"/>
                <a:gd name="T2" fmla="*/ 133 w 282"/>
                <a:gd name="T3" fmla="*/ 219 h 245"/>
                <a:gd name="T4" fmla="*/ 144 w 282"/>
                <a:gd name="T5" fmla="*/ 221 h 245"/>
                <a:gd name="T6" fmla="*/ 150 w 282"/>
                <a:gd name="T7" fmla="*/ 225 h 245"/>
                <a:gd name="T8" fmla="*/ 150 w 282"/>
                <a:gd name="T9" fmla="*/ 245 h 245"/>
                <a:gd name="T10" fmla="*/ 209 w 282"/>
                <a:gd name="T11" fmla="*/ 209 h 245"/>
                <a:gd name="T12" fmla="*/ 224 w 282"/>
                <a:gd name="T13" fmla="*/ 202 h 245"/>
                <a:gd name="T14" fmla="*/ 256 w 282"/>
                <a:gd name="T15" fmla="*/ 191 h 245"/>
                <a:gd name="T16" fmla="*/ 273 w 282"/>
                <a:gd name="T17" fmla="*/ 179 h 245"/>
                <a:gd name="T18" fmla="*/ 280 w 282"/>
                <a:gd name="T19" fmla="*/ 160 h 245"/>
                <a:gd name="T20" fmla="*/ 281 w 282"/>
                <a:gd name="T21" fmla="*/ 142 h 245"/>
                <a:gd name="T22" fmla="*/ 273 w 282"/>
                <a:gd name="T23" fmla="*/ 137 h 245"/>
                <a:gd name="T24" fmla="*/ 238 w 282"/>
                <a:gd name="T25" fmla="*/ 137 h 245"/>
                <a:gd name="T26" fmla="*/ 232 w 282"/>
                <a:gd name="T27" fmla="*/ 134 h 245"/>
                <a:gd name="T28" fmla="*/ 225 w 282"/>
                <a:gd name="T29" fmla="*/ 123 h 245"/>
                <a:gd name="T30" fmla="*/ 221 w 282"/>
                <a:gd name="T31" fmla="*/ 117 h 245"/>
                <a:gd name="T32" fmla="*/ 218 w 282"/>
                <a:gd name="T33" fmla="*/ 106 h 245"/>
                <a:gd name="T34" fmla="*/ 216 w 282"/>
                <a:gd name="T35" fmla="*/ 102 h 245"/>
                <a:gd name="T36" fmla="*/ 216 w 282"/>
                <a:gd name="T37" fmla="*/ 92 h 245"/>
                <a:gd name="T38" fmla="*/ 212 w 282"/>
                <a:gd name="T39" fmla="*/ 84 h 245"/>
                <a:gd name="T40" fmla="*/ 207 w 282"/>
                <a:gd name="T41" fmla="*/ 72 h 245"/>
                <a:gd name="T42" fmla="*/ 196 w 282"/>
                <a:gd name="T43" fmla="*/ 60 h 245"/>
                <a:gd name="T44" fmla="*/ 191 w 282"/>
                <a:gd name="T45" fmla="*/ 53 h 245"/>
                <a:gd name="T46" fmla="*/ 182 w 282"/>
                <a:gd name="T47" fmla="*/ 54 h 245"/>
                <a:gd name="T48" fmla="*/ 175 w 282"/>
                <a:gd name="T49" fmla="*/ 58 h 245"/>
                <a:gd name="T50" fmla="*/ 169 w 282"/>
                <a:gd name="T51" fmla="*/ 48 h 245"/>
                <a:gd name="T52" fmla="*/ 165 w 282"/>
                <a:gd name="T53" fmla="*/ 43 h 245"/>
                <a:gd name="T54" fmla="*/ 125 w 282"/>
                <a:gd name="T55" fmla="*/ 32 h 245"/>
                <a:gd name="T56" fmla="*/ 120 w 282"/>
                <a:gd name="T57" fmla="*/ 24 h 245"/>
                <a:gd name="T58" fmla="*/ 112 w 282"/>
                <a:gd name="T59" fmla="*/ 14 h 245"/>
                <a:gd name="T60" fmla="*/ 59 w 282"/>
                <a:gd name="T61" fmla="*/ 1 h 245"/>
                <a:gd name="T62" fmla="*/ 47 w 282"/>
                <a:gd name="T63" fmla="*/ 0 h 245"/>
                <a:gd name="T64" fmla="*/ 31 w 282"/>
                <a:gd name="T65" fmla="*/ 10 h 245"/>
                <a:gd name="T66" fmla="*/ 30 w 282"/>
                <a:gd name="T67" fmla="*/ 16 h 245"/>
                <a:gd name="T68" fmla="*/ 37 w 282"/>
                <a:gd name="T69" fmla="*/ 28 h 245"/>
                <a:gd name="T70" fmla="*/ 33 w 282"/>
                <a:gd name="T71" fmla="*/ 33 h 245"/>
                <a:gd name="T72" fmla="*/ 19 w 282"/>
                <a:gd name="T73" fmla="*/ 40 h 245"/>
                <a:gd name="T74" fmla="*/ 0 w 282"/>
                <a:gd name="T75" fmla="*/ 57 h 245"/>
                <a:gd name="T76" fmla="*/ 3 w 282"/>
                <a:gd name="T77" fmla="*/ 57 h 245"/>
                <a:gd name="T78" fmla="*/ 19 w 282"/>
                <a:gd name="T79" fmla="*/ 81 h 245"/>
                <a:gd name="T80" fmla="*/ 26 w 282"/>
                <a:gd name="T81" fmla="*/ 91 h 245"/>
                <a:gd name="T82" fmla="*/ 35 w 282"/>
                <a:gd name="T83" fmla="*/ 99 h 245"/>
                <a:gd name="T84" fmla="*/ 31 w 282"/>
                <a:gd name="T85" fmla="*/ 105 h 245"/>
                <a:gd name="T86" fmla="*/ 35 w 282"/>
                <a:gd name="T87" fmla="*/ 110 h 245"/>
                <a:gd name="T88" fmla="*/ 46 w 282"/>
                <a:gd name="T89" fmla="*/ 118 h 245"/>
                <a:gd name="T90" fmla="*/ 60 w 282"/>
                <a:gd name="T91" fmla="*/ 142 h 245"/>
                <a:gd name="T92" fmla="*/ 58 w 282"/>
                <a:gd name="T93" fmla="*/ 148 h 245"/>
                <a:gd name="T94" fmla="*/ 60 w 282"/>
                <a:gd name="T95" fmla="*/ 159 h 245"/>
                <a:gd name="T96" fmla="*/ 69 w 282"/>
                <a:gd name="T97" fmla="*/ 175 h 245"/>
                <a:gd name="T98" fmla="*/ 79 w 282"/>
                <a:gd name="T99" fmla="*/ 181 h 245"/>
                <a:gd name="T100" fmla="*/ 91 w 282"/>
                <a:gd name="T101" fmla="*/ 197 h 245"/>
                <a:gd name="T102" fmla="*/ 107 w 282"/>
                <a:gd name="T103" fmla="*/ 228 h 245"/>
                <a:gd name="T104" fmla="*/ 112 w 282"/>
                <a:gd name="T105" fmla="*/ 223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82" h="245">
                  <a:moveTo>
                    <a:pt x="118" y="218"/>
                  </a:moveTo>
                  <a:lnTo>
                    <a:pt x="118" y="218"/>
                  </a:lnTo>
                  <a:lnTo>
                    <a:pt x="121" y="217"/>
                  </a:lnTo>
                  <a:lnTo>
                    <a:pt x="125" y="218"/>
                  </a:lnTo>
                  <a:lnTo>
                    <a:pt x="129" y="218"/>
                  </a:lnTo>
                  <a:lnTo>
                    <a:pt x="133" y="219"/>
                  </a:lnTo>
                  <a:lnTo>
                    <a:pt x="133" y="219"/>
                  </a:lnTo>
                  <a:lnTo>
                    <a:pt x="139" y="219"/>
                  </a:lnTo>
                  <a:lnTo>
                    <a:pt x="144" y="221"/>
                  </a:lnTo>
                  <a:lnTo>
                    <a:pt x="149" y="223"/>
                  </a:lnTo>
                  <a:lnTo>
                    <a:pt x="150" y="224"/>
                  </a:lnTo>
                  <a:lnTo>
                    <a:pt x="150" y="225"/>
                  </a:lnTo>
                  <a:lnTo>
                    <a:pt x="150" y="225"/>
                  </a:lnTo>
                  <a:lnTo>
                    <a:pt x="152" y="238"/>
                  </a:lnTo>
                  <a:lnTo>
                    <a:pt x="150" y="245"/>
                  </a:lnTo>
                  <a:lnTo>
                    <a:pt x="150" y="245"/>
                  </a:lnTo>
                  <a:lnTo>
                    <a:pt x="185" y="224"/>
                  </a:lnTo>
                  <a:lnTo>
                    <a:pt x="209" y="209"/>
                  </a:lnTo>
                  <a:lnTo>
                    <a:pt x="219" y="205"/>
                  </a:lnTo>
                  <a:lnTo>
                    <a:pt x="224" y="202"/>
                  </a:lnTo>
                  <a:lnTo>
                    <a:pt x="224" y="202"/>
                  </a:lnTo>
                  <a:lnTo>
                    <a:pt x="234" y="200"/>
                  </a:lnTo>
                  <a:lnTo>
                    <a:pt x="249" y="195"/>
                  </a:lnTo>
                  <a:lnTo>
                    <a:pt x="256" y="191"/>
                  </a:lnTo>
                  <a:lnTo>
                    <a:pt x="264" y="187"/>
                  </a:lnTo>
                  <a:lnTo>
                    <a:pt x="270" y="184"/>
                  </a:lnTo>
                  <a:lnTo>
                    <a:pt x="273" y="179"/>
                  </a:lnTo>
                  <a:lnTo>
                    <a:pt x="273" y="179"/>
                  </a:lnTo>
                  <a:lnTo>
                    <a:pt x="278" y="168"/>
                  </a:lnTo>
                  <a:lnTo>
                    <a:pt x="280" y="160"/>
                  </a:lnTo>
                  <a:lnTo>
                    <a:pt x="281" y="154"/>
                  </a:lnTo>
                  <a:lnTo>
                    <a:pt x="282" y="147"/>
                  </a:lnTo>
                  <a:lnTo>
                    <a:pt x="281" y="142"/>
                  </a:lnTo>
                  <a:lnTo>
                    <a:pt x="278" y="138"/>
                  </a:lnTo>
                  <a:lnTo>
                    <a:pt x="276" y="138"/>
                  </a:lnTo>
                  <a:lnTo>
                    <a:pt x="273" y="137"/>
                  </a:lnTo>
                  <a:lnTo>
                    <a:pt x="273" y="137"/>
                  </a:lnTo>
                  <a:lnTo>
                    <a:pt x="248" y="138"/>
                  </a:lnTo>
                  <a:lnTo>
                    <a:pt x="238" y="137"/>
                  </a:lnTo>
                  <a:lnTo>
                    <a:pt x="234" y="136"/>
                  </a:lnTo>
                  <a:lnTo>
                    <a:pt x="232" y="134"/>
                  </a:lnTo>
                  <a:lnTo>
                    <a:pt x="232" y="134"/>
                  </a:lnTo>
                  <a:lnTo>
                    <a:pt x="229" y="131"/>
                  </a:lnTo>
                  <a:lnTo>
                    <a:pt x="227" y="127"/>
                  </a:lnTo>
                  <a:lnTo>
                    <a:pt x="225" y="123"/>
                  </a:lnTo>
                  <a:lnTo>
                    <a:pt x="223" y="120"/>
                  </a:lnTo>
                  <a:lnTo>
                    <a:pt x="223" y="120"/>
                  </a:lnTo>
                  <a:lnTo>
                    <a:pt x="221" y="117"/>
                  </a:lnTo>
                  <a:lnTo>
                    <a:pt x="218" y="113"/>
                  </a:lnTo>
                  <a:lnTo>
                    <a:pt x="217" y="110"/>
                  </a:lnTo>
                  <a:lnTo>
                    <a:pt x="218" y="106"/>
                  </a:lnTo>
                  <a:lnTo>
                    <a:pt x="218" y="106"/>
                  </a:lnTo>
                  <a:lnTo>
                    <a:pt x="216" y="102"/>
                  </a:lnTo>
                  <a:lnTo>
                    <a:pt x="216" y="102"/>
                  </a:lnTo>
                  <a:lnTo>
                    <a:pt x="216" y="97"/>
                  </a:lnTo>
                  <a:lnTo>
                    <a:pt x="216" y="92"/>
                  </a:lnTo>
                  <a:lnTo>
                    <a:pt x="216" y="92"/>
                  </a:lnTo>
                  <a:lnTo>
                    <a:pt x="213" y="90"/>
                  </a:lnTo>
                  <a:lnTo>
                    <a:pt x="213" y="90"/>
                  </a:lnTo>
                  <a:lnTo>
                    <a:pt x="212" y="84"/>
                  </a:lnTo>
                  <a:lnTo>
                    <a:pt x="211" y="78"/>
                  </a:lnTo>
                  <a:lnTo>
                    <a:pt x="211" y="78"/>
                  </a:lnTo>
                  <a:lnTo>
                    <a:pt x="207" y="72"/>
                  </a:lnTo>
                  <a:lnTo>
                    <a:pt x="202" y="65"/>
                  </a:lnTo>
                  <a:lnTo>
                    <a:pt x="202" y="65"/>
                  </a:lnTo>
                  <a:lnTo>
                    <a:pt x="196" y="60"/>
                  </a:lnTo>
                  <a:lnTo>
                    <a:pt x="193" y="57"/>
                  </a:lnTo>
                  <a:lnTo>
                    <a:pt x="191" y="53"/>
                  </a:lnTo>
                  <a:lnTo>
                    <a:pt x="191" y="53"/>
                  </a:lnTo>
                  <a:lnTo>
                    <a:pt x="190" y="51"/>
                  </a:lnTo>
                  <a:lnTo>
                    <a:pt x="190" y="51"/>
                  </a:lnTo>
                  <a:lnTo>
                    <a:pt x="182" y="54"/>
                  </a:lnTo>
                  <a:lnTo>
                    <a:pt x="182" y="54"/>
                  </a:lnTo>
                  <a:lnTo>
                    <a:pt x="177" y="57"/>
                  </a:lnTo>
                  <a:lnTo>
                    <a:pt x="175" y="58"/>
                  </a:lnTo>
                  <a:lnTo>
                    <a:pt x="173" y="57"/>
                  </a:lnTo>
                  <a:lnTo>
                    <a:pt x="173" y="57"/>
                  </a:lnTo>
                  <a:lnTo>
                    <a:pt x="169" y="48"/>
                  </a:lnTo>
                  <a:lnTo>
                    <a:pt x="168" y="46"/>
                  </a:lnTo>
                  <a:lnTo>
                    <a:pt x="165" y="43"/>
                  </a:lnTo>
                  <a:lnTo>
                    <a:pt x="165" y="43"/>
                  </a:lnTo>
                  <a:lnTo>
                    <a:pt x="144" y="38"/>
                  </a:lnTo>
                  <a:lnTo>
                    <a:pt x="131" y="35"/>
                  </a:lnTo>
                  <a:lnTo>
                    <a:pt x="125" y="32"/>
                  </a:lnTo>
                  <a:lnTo>
                    <a:pt x="125" y="32"/>
                  </a:lnTo>
                  <a:lnTo>
                    <a:pt x="122" y="28"/>
                  </a:lnTo>
                  <a:lnTo>
                    <a:pt x="120" y="24"/>
                  </a:lnTo>
                  <a:lnTo>
                    <a:pt x="116" y="17"/>
                  </a:lnTo>
                  <a:lnTo>
                    <a:pt x="112" y="14"/>
                  </a:lnTo>
                  <a:lnTo>
                    <a:pt x="112" y="14"/>
                  </a:lnTo>
                  <a:lnTo>
                    <a:pt x="100" y="10"/>
                  </a:lnTo>
                  <a:lnTo>
                    <a:pt x="80" y="5"/>
                  </a:lnTo>
                  <a:lnTo>
                    <a:pt x="59" y="1"/>
                  </a:lnTo>
                  <a:lnTo>
                    <a:pt x="51" y="0"/>
                  </a:lnTo>
                  <a:lnTo>
                    <a:pt x="47" y="0"/>
                  </a:lnTo>
                  <a:lnTo>
                    <a:pt x="47" y="0"/>
                  </a:lnTo>
                  <a:lnTo>
                    <a:pt x="41" y="3"/>
                  </a:lnTo>
                  <a:lnTo>
                    <a:pt x="35" y="6"/>
                  </a:lnTo>
                  <a:lnTo>
                    <a:pt x="31" y="10"/>
                  </a:lnTo>
                  <a:lnTo>
                    <a:pt x="28" y="12"/>
                  </a:lnTo>
                  <a:lnTo>
                    <a:pt x="28" y="12"/>
                  </a:lnTo>
                  <a:lnTo>
                    <a:pt x="30" y="16"/>
                  </a:lnTo>
                  <a:lnTo>
                    <a:pt x="33" y="21"/>
                  </a:lnTo>
                  <a:lnTo>
                    <a:pt x="36" y="26"/>
                  </a:lnTo>
                  <a:lnTo>
                    <a:pt x="37" y="28"/>
                  </a:lnTo>
                  <a:lnTo>
                    <a:pt x="36" y="30"/>
                  </a:lnTo>
                  <a:lnTo>
                    <a:pt x="36" y="30"/>
                  </a:lnTo>
                  <a:lnTo>
                    <a:pt x="33" y="33"/>
                  </a:lnTo>
                  <a:lnTo>
                    <a:pt x="28" y="36"/>
                  </a:lnTo>
                  <a:lnTo>
                    <a:pt x="24" y="38"/>
                  </a:lnTo>
                  <a:lnTo>
                    <a:pt x="19" y="40"/>
                  </a:lnTo>
                  <a:lnTo>
                    <a:pt x="1" y="40"/>
                  </a:lnTo>
                  <a:lnTo>
                    <a:pt x="1" y="40"/>
                  </a:lnTo>
                  <a:lnTo>
                    <a:pt x="0" y="57"/>
                  </a:lnTo>
                  <a:lnTo>
                    <a:pt x="1" y="57"/>
                  </a:lnTo>
                  <a:lnTo>
                    <a:pt x="1" y="57"/>
                  </a:lnTo>
                  <a:lnTo>
                    <a:pt x="3" y="57"/>
                  </a:lnTo>
                  <a:lnTo>
                    <a:pt x="5" y="59"/>
                  </a:lnTo>
                  <a:lnTo>
                    <a:pt x="10" y="67"/>
                  </a:lnTo>
                  <a:lnTo>
                    <a:pt x="19" y="81"/>
                  </a:lnTo>
                  <a:lnTo>
                    <a:pt x="19" y="81"/>
                  </a:lnTo>
                  <a:lnTo>
                    <a:pt x="22" y="86"/>
                  </a:lnTo>
                  <a:lnTo>
                    <a:pt x="26" y="91"/>
                  </a:lnTo>
                  <a:lnTo>
                    <a:pt x="33" y="97"/>
                  </a:lnTo>
                  <a:lnTo>
                    <a:pt x="33" y="97"/>
                  </a:lnTo>
                  <a:lnTo>
                    <a:pt x="35" y="99"/>
                  </a:lnTo>
                  <a:lnTo>
                    <a:pt x="33" y="100"/>
                  </a:lnTo>
                  <a:lnTo>
                    <a:pt x="32" y="102"/>
                  </a:lnTo>
                  <a:lnTo>
                    <a:pt x="31" y="105"/>
                  </a:lnTo>
                  <a:lnTo>
                    <a:pt x="31" y="105"/>
                  </a:lnTo>
                  <a:lnTo>
                    <a:pt x="32" y="107"/>
                  </a:lnTo>
                  <a:lnTo>
                    <a:pt x="35" y="110"/>
                  </a:lnTo>
                  <a:lnTo>
                    <a:pt x="41" y="113"/>
                  </a:lnTo>
                  <a:lnTo>
                    <a:pt x="41" y="113"/>
                  </a:lnTo>
                  <a:lnTo>
                    <a:pt x="46" y="118"/>
                  </a:lnTo>
                  <a:lnTo>
                    <a:pt x="52" y="128"/>
                  </a:lnTo>
                  <a:lnTo>
                    <a:pt x="60" y="142"/>
                  </a:lnTo>
                  <a:lnTo>
                    <a:pt x="60" y="142"/>
                  </a:lnTo>
                  <a:lnTo>
                    <a:pt x="60" y="144"/>
                  </a:lnTo>
                  <a:lnTo>
                    <a:pt x="60" y="145"/>
                  </a:lnTo>
                  <a:lnTo>
                    <a:pt x="58" y="148"/>
                  </a:lnTo>
                  <a:lnTo>
                    <a:pt x="58" y="148"/>
                  </a:lnTo>
                  <a:lnTo>
                    <a:pt x="59" y="153"/>
                  </a:lnTo>
                  <a:lnTo>
                    <a:pt x="60" y="159"/>
                  </a:lnTo>
                  <a:lnTo>
                    <a:pt x="67" y="171"/>
                  </a:lnTo>
                  <a:lnTo>
                    <a:pt x="67" y="171"/>
                  </a:lnTo>
                  <a:lnTo>
                    <a:pt x="69" y="175"/>
                  </a:lnTo>
                  <a:lnTo>
                    <a:pt x="73" y="176"/>
                  </a:lnTo>
                  <a:lnTo>
                    <a:pt x="79" y="181"/>
                  </a:lnTo>
                  <a:lnTo>
                    <a:pt x="79" y="181"/>
                  </a:lnTo>
                  <a:lnTo>
                    <a:pt x="85" y="187"/>
                  </a:lnTo>
                  <a:lnTo>
                    <a:pt x="91" y="197"/>
                  </a:lnTo>
                  <a:lnTo>
                    <a:pt x="91" y="197"/>
                  </a:lnTo>
                  <a:lnTo>
                    <a:pt x="105" y="223"/>
                  </a:lnTo>
                  <a:lnTo>
                    <a:pt x="105" y="223"/>
                  </a:lnTo>
                  <a:lnTo>
                    <a:pt x="107" y="228"/>
                  </a:lnTo>
                  <a:lnTo>
                    <a:pt x="106" y="230"/>
                  </a:lnTo>
                  <a:lnTo>
                    <a:pt x="106" y="230"/>
                  </a:lnTo>
                  <a:lnTo>
                    <a:pt x="112" y="223"/>
                  </a:lnTo>
                  <a:lnTo>
                    <a:pt x="116" y="219"/>
                  </a:lnTo>
                  <a:lnTo>
                    <a:pt x="118" y="2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5" name="Freeform 731"/>
            <p:cNvSpPr>
              <a:spLocks/>
            </p:cNvSpPr>
            <p:nvPr/>
          </p:nvSpPr>
          <p:spPr bwMode="gray">
            <a:xfrm>
              <a:off x="3610563" y="5263559"/>
              <a:ext cx="347076" cy="201064"/>
            </a:xfrm>
            <a:custGeom>
              <a:avLst/>
              <a:gdLst>
                <a:gd name="T0" fmla="*/ 118 w 140"/>
                <a:gd name="T1" fmla="*/ 4 h 80"/>
                <a:gd name="T2" fmla="*/ 118 w 140"/>
                <a:gd name="T3" fmla="*/ 4 h 80"/>
                <a:gd name="T4" fmla="*/ 113 w 140"/>
                <a:gd name="T5" fmla="*/ 7 h 80"/>
                <a:gd name="T6" fmla="*/ 103 w 140"/>
                <a:gd name="T7" fmla="*/ 11 h 80"/>
                <a:gd name="T8" fmla="*/ 79 w 140"/>
                <a:gd name="T9" fmla="*/ 26 h 80"/>
                <a:gd name="T10" fmla="*/ 44 w 140"/>
                <a:gd name="T11" fmla="*/ 47 h 80"/>
                <a:gd name="T12" fmla="*/ 44 w 140"/>
                <a:gd name="T13" fmla="*/ 47 h 80"/>
                <a:gd name="T14" fmla="*/ 46 w 140"/>
                <a:gd name="T15" fmla="*/ 40 h 80"/>
                <a:gd name="T16" fmla="*/ 44 w 140"/>
                <a:gd name="T17" fmla="*/ 27 h 80"/>
                <a:gd name="T18" fmla="*/ 44 w 140"/>
                <a:gd name="T19" fmla="*/ 27 h 80"/>
                <a:gd name="T20" fmla="*/ 44 w 140"/>
                <a:gd name="T21" fmla="*/ 26 h 80"/>
                <a:gd name="T22" fmla="*/ 43 w 140"/>
                <a:gd name="T23" fmla="*/ 25 h 80"/>
                <a:gd name="T24" fmla="*/ 38 w 140"/>
                <a:gd name="T25" fmla="*/ 23 h 80"/>
                <a:gd name="T26" fmla="*/ 33 w 140"/>
                <a:gd name="T27" fmla="*/ 21 h 80"/>
                <a:gd name="T28" fmla="*/ 27 w 140"/>
                <a:gd name="T29" fmla="*/ 21 h 80"/>
                <a:gd name="T30" fmla="*/ 27 w 140"/>
                <a:gd name="T31" fmla="*/ 21 h 80"/>
                <a:gd name="T32" fmla="*/ 23 w 140"/>
                <a:gd name="T33" fmla="*/ 20 h 80"/>
                <a:gd name="T34" fmla="*/ 19 w 140"/>
                <a:gd name="T35" fmla="*/ 20 h 80"/>
                <a:gd name="T36" fmla="*/ 15 w 140"/>
                <a:gd name="T37" fmla="*/ 19 h 80"/>
                <a:gd name="T38" fmla="*/ 12 w 140"/>
                <a:gd name="T39" fmla="*/ 20 h 80"/>
                <a:gd name="T40" fmla="*/ 12 w 140"/>
                <a:gd name="T41" fmla="*/ 20 h 80"/>
                <a:gd name="T42" fmla="*/ 10 w 140"/>
                <a:gd name="T43" fmla="*/ 21 h 80"/>
                <a:gd name="T44" fmla="*/ 6 w 140"/>
                <a:gd name="T45" fmla="*/ 25 h 80"/>
                <a:gd name="T46" fmla="*/ 0 w 140"/>
                <a:gd name="T47" fmla="*/ 32 h 80"/>
                <a:gd name="T48" fmla="*/ 0 w 140"/>
                <a:gd name="T49" fmla="*/ 32 h 80"/>
                <a:gd name="T50" fmla="*/ 0 w 140"/>
                <a:gd name="T51" fmla="*/ 36 h 80"/>
                <a:gd name="T52" fmla="*/ 0 w 140"/>
                <a:gd name="T53" fmla="*/ 36 h 80"/>
                <a:gd name="T54" fmla="*/ 5 w 140"/>
                <a:gd name="T55" fmla="*/ 53 h 80"/>
                <a:gd name="T56" fmla="*/ 9 w 140"/>
                <a:gd name="T57" fmla="*/ 63 h 80"/>
                <a:gd name="T58" fmla="*/ 10 w 140"/>
                <a:gd name="T59" fmla="*/ 71 h 80"/>
                <a:gd name="T60" fmla="*/ 10 w 140"/>
                <a:gd name="T61" fmla="*/ 71 h 80"/>
                <a:gd name="T62" fmla="*/ 11 w 140"/>
                <a:gd name="T63" fmla="*/ 74 h 80"/>
                <a:gd name="T64" fmla="*/ 12 w 140"/>
                <a:gd name="T65" fmla="*/ 77 h 80"/>
                <a:gd name="T66" fmla="*/ 16 w 140"/>
                <a:gd name="T67" fmla="*/ 79 h 80"/>
                <a:gd name="T68" fmla="*/ 19 w 140"/>
                <a:gd name="T69" fmla="*/ 80 h 80"/>
                <a:gd name="T70" fmla="*/ 19 w 140"/>
                <a:gd name="T71" fmla="*/ 80 h 80"/>
                <a:gd name="T72" fmla="*/ 22 w 140"/>
                <a:gd name="T73" fmla="*/ 80 h 80"/>
                <a:gd name="T74" fmla="*/ 27 w 140"/>
                <a:gd name="T75" fmla="*/ 78 h 80"/>
                <a:gd name="T76" fmla="*/ 36 w 140"/>
                <a:gd name="T77" fmla="*/ 74 h 80"/>
                <a:gd name="T78" fmla="*/ 36 w 140"/>
                <a:gd name="T79" fmla="*/ 74 h 80"/>
                <a:gd name="T80" fmla="*/ 41 w 140"/>
                <a:gd name="T81" fmla="*/ 73 h 80"/>
                <a:gd name="T82" fmla="*/ 47 w 140"/>
                <a:gd name="T83" fmla="*/ 72 h 80"/>
                <a:gd name="T84" fmla="*/ 60 w 140"/>
                <a:gd name="T85" fmla="*/ 71 h 80"/>
                <a:gd name="T86" fmla="*/ 60 w 140"/>
                <a:gd name="T87" fmla="*/ 71 h 80"/>
                <a:gd name="T88" fmla="*/ 69 w 140"/>
                <a:gd name="T89" fmla="*/ 69 h 80"/>
                <a:gd name="T90" fmla="*/ 80 w 140"/>
                <a:gd name="T91" fmla="*/ 64 h 80"/>
                <a:gd name="T92" fmla="*/ 91 w 140"/>
                <a:gd name="T93" fmla="*/ 58 h 80"/>
                <a:gd name="T94" fmla="*/ 99 w 140"/>
                <a:gd name="T95" fmla="*/ 53 h 80"/>
                <a:gd name="T96" fmla="*/ 99 w 140"/>
                <a:gd name="T97" fmla="*/ 53 h 80"/>
                <a:gd name="T98" fmla="*/ 106 w 140"/>
                <a:gd name="T99" fmla="*/ 50 h 80"/>
                <a:gd name="T100" fmla="*/ 116 w 140"/>
                <a:gd name="T101" fmla="*/ 47 h 80"/>
                <a:gd name="T102" fmla="*/ 129 w 140"/>
                <a:gd name="T103" fmla="*/ 42 h 80"/>
                <a:gd name="T104" fmla="*/ 129 w 140"/>
                <a:gd name="T105" fmla="*/ 42 h 80"/>
                <a:gd name="T106" fmla="*/ 132 w 140"/>
                <a:gd name="T107" fmla="*/ 41 h 80"/>
                <a:gd name="T108" fmla="*/ 133 w 140"/>
                <a:gd name="T109" fmla="*/ 37 h 80"/>
                <a:gd name="T110" fmla="*/ 134 w 140"/>
                <a:gd name="T111" fmla="*/ 32 h 80"/>
                <a:gd name="T112" fmla="*/ 137 w 140"/>
                <a:gd name="T113" fmla="*/ 30 h 80"/>
                <a:gd name="T114" fmla="*/ 137 w 140"/>
                <a:gd name="T115" fmla="*/ 30 h 80"/>
                <a:gd name="T116" fmla="*/ 140 w 140"/>
                <a:gd name="T117" fmla="*/ 27 h 80"/>
                <a:gd name="T118" fmla="*/ 140 w 140"/>
                <a:gd name="T119" fmla="*/ 27 h 80"/>
                <a:gd name="T120" fmla="*/ 132 w 140"/>
                <a:gd name="T121" fmla="*/ 0 h 80"/>
                <a:gd name="T122" fmla="*/ 132 w 140"/>
                <a:gd name="T123" fmla="*/ 0 h 80"/>
                <a:gd name="T124" fmla="*/ 118 w 140"/>
                <a:gd name="T125" fmla="*/ 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0" h="80">
                  <a:moveTo>
                    <a:pt x="118" y="4"/>
                  </a:moveTo>
                  <a:lnTo>
                    <a:pt x="118" y="4"/>
                  </a:lnTo>
                  <a:lnTo>
                    <a:pt x="113" y="7"/>
                  </a:lnTo>
                  <a:lnTo>
                    <a:pt x="103" y="11"/>
                  </a:lnTo>
                  <a:lnTo>
                    <a:pt x="79" y="26"/>
                  </a:lnTo>
                  <a:lnTo>
                    <a:pt x="44" y="47"/>
                  </a:lnTo>
                  <a:lnTo>
                    <a:pt x="44" y="47"/>
                  </a:lnTo>
                  <a:lnTo>
                    <a:pt x="46" y="40"/>
                  </a:lnTo>
                  <a:lnTo>
                    <a:pt x="44" y="27"/>
                  </a:lnTo>
                  <a:lnTo>
                    <a:pt x="44" y="27"/>
                  </a:lnTo>
                  <a:lnTo>
                    <a:pt x="44" y="26"/>
                  </a:lnTo>
                  <a:lnTo>
                    <a:pt x="43" y="25"/>
                  </a:lnTo>
                  <a:lnTo>
                    <a:pt x="38" y="23"/>
                  </a:lnTo>
                  <a:lnTo>
                    <a:pt x="33" y="21"/>
                  </a:lnTo>
                  <a:lnTo>
                    <a:pt x="27" y="21"/>
                  </a:lnTo>
                  <a:lnTo>
                    <a:pt x="27" y="21"/>
                  </a:lnTo>
                  <a:lnTo>
                    <a:pt x="23" y="20"/>
                  </a:lnTo>
                  <a:lnTo>
                    <a:pt x="19" y="20"/>
                  </a:lnTo>
                  <a:lnTo>
                    <a:pt x="15" y="19"/>
                  </a:lnTo>
                  <a:lnTo>
                    <a:pt x="12" y="20"/>
                  </a:lnTo>
                  <a:lnTo>
                    <a:pt x="12" y="20"/>
                  </a:lnTo>
                  <a:lnTo>
                    <a:pt x="10" y="21"/>
                  </a:lnTo>
                  <a:lnTo>
                    <a:pt x="6" y="25"/>
                  </a:lnTo>
                  <a:lnTo>
                    <a:pt x="0" y="32"/>
                  </a:lnTo>
                  <a:lnTo>
                    <a:pt x="0" y="32"/>
                  </a:lnTo>
                  <a:lnTo>
                    <a:pt x="0" y="36"/>
                  </a:lnTo>
                  <a:lnTo>
                    <a:pt x="0" y="36"/>
                  </a:lnTo>
                  <a:lnTo>
                    <a:pt x="5" y="53"/>
                  </a:lnTo>
                  <a:lnTo>
                    <a:pt x="9" y="63"/>
                  </a:lnTo>
                  <a:lnTo>
                    <a:pt x="10" y="71"/>
                  </a:lnTo>
                  <a:lnTo>
                    <a:pt x="10" y="71"/>
                  </a:lnTo>
                  <a:lnTo>
                    <a:pt x="11" y="74"/>
                  </a:lnTo>
                  <a:lnTo>
                    <a:pt x="12" y="77"/>
                  </a:lnTo>
                  <a:lnTo>
                    <a:pt x="16" y="79"/>
                  </a:lnTo>
                  <a:lnTo>
                    <a:pt x="19" y="80"/>
                  </a:lnTo>
                  <a:lnTo>
                    <a:pt x="19" y="80"/>
                  </a:lnTo>
                  <a:lnTo>
                    <a:pt x="22" y="80"/>
                  </a:lnTo>
                  <a:lnTo>
                    <a:pt x="27" y="78"/>
                  </a:lnTo>
                  <a:lnTo>
                    <a:pt x="36" y="74"/>
                  </a:lnTo>
                  <a:lnTo>
                    <a:pt x="36" y="74"/>
                  </a:lnTo>
                  <a:lnTo>
                    <a:pt x="41" y="73"/>
                  </a:lnTo>
                  <a:lnTo>
                    <a:pt x="47" y="72"/>
                  </a:lnTo>
                  <a:lnTo>
                    <a:pt x="60" y="71"/>
                  </a:lnTo>
                  <a:lnTo>
                    <a:pt x="60" y="71"/>
                  </a:lnTo>
                  <a:lnTo>
                    <a:pt x="69" y="69"/>
                  </a:lnTo>
                  <a:lnTo>
                    <a:pt x="80" y="64"/>
                  </a:lnTo>
                  <a:lnTo>
                    <a:pt x="91" y="58"/>
                  </a:lnTo>
                  <a:lnTo>
                    <a:pt x="99" y="53"/>
                  </a:lnTo>
                  <a:lnTo>
                    <a:pt x="99" y="53"/>
                  </a:lnTo>
                  <a:lnTo>
                    <a:pt x="106" y="50"/>
                  </a:lnTo>
                  <a:lnTo>
                    <a:pt x="116" y="47"/>
                  </a:lnTo>
                  <a:lnTo>
                    <a:pt x="129" y="42"/>
                  </a:lnTo>
                  <a:lnTo>
                    <a:pt x="129" y="42"/>
                  </a:lnTo>
                  <a:lnTo>
                    <a:pt x="132" y="41"/>
                  </a:lnTo>
                  <a:lnTo>
                    <a:pt x="133" y="37"/>
                  </a:lnTo>
                  <a:lnTo>
                    <a:pt x="134" y="32"/>
                  </a:lnTo>
                  <a:lnTo>
                    <a:pt x="137" y="30"/>
                  </a:lnTo>
                  <a:lnTo>
                    <a:pt x="137" y="30"/>
                  </a:lnTo>
                  <a:lnTo>
                    <a:pt x="140" y="27"/>
                  </a:lnTo>
                  <a:lnTo>
                    <a:pt x="140" y="27"/>
                  </a:lnTo>
                  <a:lnTo>
                    <a:pt x="132" y="0"/>
                  </a:lnTo>
                  <a:lnTo>
                    <a:pt x="132" y="0"/>
                  </a:lnTo>
                  <a:lnTo>
                    <a:pt x="118"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6" name="Freeform 733"/>
            <p:cNvSpPr>
              <a:spLocks/>
            </p:cNvSpPr>
            <p:nvPr/>
          </p:nvSpPr>
          <p:spPr bwMode="gray">
            <a:xfrm>
              <a:off x="3937806" y="5032335"/>
              <a:ext cx="252869" cy="299083"/>
            </a:xfrm>
            <a:custGeom>
              <a:avLst/>
              <a:gdLst>
                <a:gd name="T0" fmla="*/ 98 w 102"/>
                <a:gd name="T1" fmla="*/ 32 h 119"/>
                <a:gd name="T2" fmla="*/ 93 w 102"/>
                <a:gd name="T3" fmla="*/ 27 h 119"/>
                <a:gd name="T4" fmla="*/ 88 w 102"/>
                <a:gd name="T5" fmla="*/ 21 h 119"/>
                <a:gd name="T6" fmla="*/ 80 w 102"/>
                <a:gd name="T7" fmla="*/ 16 h 119"/>
                <a:gd name="T8" fmla="*/ 70 w 102"/>
                <a:gd name="T9" fmla="*/ 16 h 119"/>
                <a:gd name="T10" fmla="*/ 63 w 102"/>
                <a:gd name="T11" fmla="*/ 10 h 119"/>
                <a:gd name="T12" fmla="*/ 58 w 102"/>
                <a:gd name="T13" fmla="*/ 0 h 119"/>
                <a:gd name="T14" fmla="*/ 51 w 102"/>
                <a:gd name="T15" fmla="*/ 2 h 119"/>
                <a:gd name="T16" fmla="*/ 50 w 102"/>
                <a:gd name="T17" fmla="*/ 6 h 119"/>
                <a:gd name="T18" fmla="*/ 48 w 102"/>
                <a:gd name="T19" fmla="*/ 15 h 119"/>
                <a:gd name="T20" fmla="*/ 39 w 102"/>
                <a:gd name="T21" fmla="*/ 32 h 119"/>
                <a:gd name="T22" fmla="*/ 42 w 102"/>
                <a:gd name="T23" fmla="*/ 34 h 119"/>
                <a:gd name="T24" fmla="*/ 44 w 102"/>
                <a:gd name="T25" fmla="*/ 44 h 119"/>
                <a:gd name="T26" fmla="*/ 39 w 102"/>
                <a:gd name="T27" fmla="*/ 63 h 119"/>
                <a:gd name="T28" fmla="*/ 35 w 102"/>
                <a:gd name="T29" fmla="*/ 73 h 119"/>
                <a:gd name="T30" fmla="*/ 29 w 102"/>
                <a:gd name="T31" fmla="*/ 79 h 119"/>
                <a:gd name="T32" fmla="*/ 10 w 102"/>
                <a:gd name="T33" fmla="*/ 89 h 119"/>
                <a:gd name="T34" fmla="*/ 0 w 102"/>
                <a:gd name="T35" fmla="*/ 92 h 119"/>
                <a:gd name="T36" fmla="*/ 8 w 102"/>
                <a:gd name="T37" fmla="*/ 119 h 119"/>
                <a:gd name="T38" fmla="*/ 29 w 102"/>
                <a:gd name="T39" fmla="*/ 113 h 119"/>
                <a:gd name="T40" fmla="*/ 39 w 102"/>
                <a:gd name="T41" fmla="*/ 112 h 119"/>
                <a:gd name="T42" fmla="*/ 45 w 102"/>
                <a:gd name="T43" fmla="*/ 107 h 119"/>
                <a:gd name="T44" fmla="*/ 45 w 102"/>
                <a:gd name="T45" fmla="*/ 105 h 119"/>
                <a:gd name="T46" fmla="*/ 49 w 102"/>
                <a:gd name="T47" fmla="*/ 101 h 119"/>
                <a:gd name="T48" fmla="*/ 51 w 102"/>
                <a:gd name="T49" fmla="*/ 100 h 119"/>
                <a:gd name="T50" fmla="*/ 56 w 102"/>
                <a:gd name="T51" fmla="*/ 96 h 119"/>
                <a:gd name="T52" fmla="*/ 59 w 102"/>
                <a:gd name="T53" fmla="*/ 91 h 119"/>
                <a:gd name="T54" fmla="*/ 65 w 102"/>
                <a:gd name="T55" fmla="*/ 89 h 119"/>
                <a:gd name="T56" fmla="*/ 72 w 102"/>
                <a:gd name="T57" fmla="*/ 86 h 119"/>
                <a:gd name="T58" fmla="*/ 76 w 102"/>
                <a:gd name="T59" fmla="*/ 83 h 119"/>
                <a:gd name="T60" fmla="*/ 75 w 102"/>
                <a:gd name="T61" fmla="*/ 76 h 119"/>
                <a:gd name="T62" fmla="*/ 77 w 102"/>
                <a:gd name="T63" fmla="*/ 63 h 119"/>
                <a:gd name="T64" fmla="*/ 79 w 102"/>
                <a:gd name="T65" fmla="*/ 60 h 119"/>
                <a:gd name="T66" fmla="*/ 81 w 102"/>
                <a:gd name="T67" fmla="*/ 63 h 119"/>
                <a:gd name="T68" fmla="*/ 82 w 102"/>
                <a:gd name="T69" fmla="*/ 64 h 119"/>
                <a:gd name="T70" fmla="*/ 85 w 102"/>
                <a:gd name="T71" fmla="*/ 64 h 119"/>
                <a:gd name="T72" fmla="*/ 90 w 102"/>
                <a:gd name="T73" fmla="*/ 57 h 119"/>
                <a:gd name="T74" fmla="*/ 91 w 102"/>
                <a:gd name="T75" fmla="*/ 54 h 119"/>
                <a:gd name="T76" fmla="*/ 96 w 102"/>
                <a:gd name="T77" fmla="*/ 48 h 119"/>
                <a:gd name="T78" fmla="*/ 99 w 102"/>
                <a:gd name="T79" fmla="*/ 39 h 119"/>
                <a:gd name="T80" fmla="*/ 101 w 102"/>
                <a:gd name="T81" fmla="*/ 32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2" h="119">
                  <a:moveTo>
                    <a:pt x="98" y="32"/>
                  </a:moveTo>
                  <a:lnTo>
                    <a:pt x="98" y="32"/>
                  </a:lnTo>
                  <a:lnTo>
                    <a:pt x="96" y="30"/>
                  </a:lnTo>
                  <a:lnTo>
                    <a:pt x="93" y="27"/>
                  </a:lnTo>
                  <a:lnTo>
                    <a:pt x="88" y="21"/>
                  </a:lnTo>
                  <a:lnTo>
                    <a:pt x="88" y="21"/>
                  </a:lnTo>
                  <a:lnTo>
                    <a:pt x="85" y="18"/>
                  </a:lnTo>
                  <a:lnTo>
                    <a:pt x="80" y="16"/>
                  </a:lnTo>
                  <a:lnTo>
                    <a:pt x="70" y="16"/>
                  </a:lnTo>
                  <a:lnTo>
                    <a:pt x="70" y="16"/>
                  </a:lnTo>
                  <a:lnTo>
                    <a:pt x="66" y="14"/>
                  </a:lnTo>
                  <a:lnTo>
                    <a:pt x="63" y="10"/>
                  </a:lnTo>
                  <a:lnTo>
                    <a:pt x="58" y="0"/>
                  </a:lnTo>
                  <a:lnTo>
                    <a:pt x="58" y="0"/>
                  </a:lnTo>
                  <a:lnTo>
                    <a:pt x="51" y="2"/>
                  </a:lnTo>
                  <a:lnTo>
                    <a:pt x="51" y="2"/>
                  </a:lnTo>
                  <a:lnTo>
                    <a:pt x="50" y="4"/>
                  </a:lnTo>
                  <a:lnTo>
                    <a:pt x="50" y="6"/>
                  </a:lnTo>
                  <a:lnTo>
                    <a:pt x="49" y="10"/>
                  </a:lnTo>
                  <a:lnTo>
                    <a:pt x="48" y="15"/>
                  </a:lnTo>
                  <a:lnTo>
                    <a:pt x="48" y="15"/>
                  </a:lnTo>
                  <a:lnTo>
                    <a:pt x="39" y="32"/>
                  </a:lnTo>
                  <a:lnTo>
                    <a:pt x="39" y="32"/>
                  </a:lnTo>
                  <a:lnTo>
                    <a:pt x="42" y="34"/>
                  </a:lnTo>
                  <a:lnTo>
                    <a:pt x="43" y="39"/>
                  </a:lnTo>
                  <a:lnTo>
                    <a:pt x="44" y="44"/>
                  </a:lnTo>
                  <a:lnTo>
                    <a:pt x="43" y="51"/>
                  </a:lnTo>
                  <a:lnTo>
                    <a:pt x="39" y="63"/>
                  </a:lnTo>
                  <a:lnTo>
                    <a:pt x="35" y="73"/>
                  </a:lnTo>
                  <a:lnTo>
                    <a:pt x="35" y="73"/>
                  </a:lnTo>
                  <a:lnTo>
                    <a:pt x="33" y="76"/>
                  </a:lnTo>
                  <a:lnTo>
                    <a:pt x="29" y="79"/>
                  </a:lnTo>
                  <a:lnTo>
                    <a:pt x="21" y="85"/>
                  </a:lnTo>
                  <a:lnTo>
                    <a:pt x="10" y="89"/>
                  </a:lnTo>
                  <a:lnTo>
                    <a:pt x="0" y="92"/>
                  </a:lnTo>
                  <a:lnTo>
                    <a:pt x="0" y="92"/>
                  </a:lnTo>
                  <a:lnTo>
                    <a:pt x="8" y="119"/>
                  </a:lnTo>
                  <a:lnTo>
                    <a:pt x="8" y="119"/>
                  </a:lnTo>
                  <a:lnTo>
                    <a:pt x="19" y="116"/>
                  </a:lnTo>
                  <a:lnTo>
                    <a:pt x="29" y="113"/>
                  </a:lnTo>
                  <a:lnTo>
                    <a:pt x="29" y="113"/>
                  </a:lnTo>
                  <a:lnTo>
                    <a:pt x="39" y="112"/>
                  </a:lnTo>
                  <a:lnTo>
                    <a:pt x="43" y="110"/>
                  </a:lnTo>
                  <a:lnTo>
                    <a:pt x="45" y="107"/>
                  </a:lnTo>
                  <a:lnTo>
                    <a:pt x="45" y="107"/>
                  </a:lnTo>
                  <a:lnTo>
                    <a:pt x="45" y="105"/>
                  </a:lnTo>
                  <a:lnTo>
                    <a:pt x="47" y="102"/>
                  </a:lnTo>
                  <a:lnTo>
                    <a:pt x="49" y="101"/>
                  </a:lnTo>
                  <a:lnTo>
                    <a:pt x="51" y="100"/>
                  </a:lnTo>
                  <a:lnTo>
                    <a:pt x="51" y="100"/>
                  </a:lnTo>
                  <a:lnTo>
                    <a:pt x="55" y="99"/>
                  </a:lnTo>
                  <a:lnTo>
                    <a:pt x="56" y="96"/>
                  </a:lnTo>
                  <a:lnTo>
                    <a:pt x="59" y="91"/>
                  </a:lnTo>
                  <a:lnTo>
                    <a:pt x="59" y="91"/>
                  </a:lnTo>
                  <a:lnTo>
                    <a:pt x="61" y="90"/>
                  </a:lnTo>
                  <a:lnTo>
                    <a:pt x="65" y="89"/>
                  </a:lnTo>
                  <a:lnTo>
                    <a:pt x="72" y="86"/>
                  </a:lnTo>
                  <a:lnTo>
                    <a:pt x="72" y="86"/>
                  </a:lnTo>
                  <a:lnTo>
                    <a:pt x="75" y="85"/>
                  </a:lnTo>
                  <a:lnTo>
                    <a:pt x="76" y="83"/>
                  </a:lnTo>
                  <a:lnTo>
                    <a:pt x="75" y="76"/>
                  </a:lnTo>
                  <a:lnTo>
                    <a:pt x="75" y="76"/>
                  </a:lnTo>
                  <a:lnTo>
                    <a:pt x="76" y="71"/>
                  </a:lnTo>
                  <a:lnTo>
                    <a:pt x="77" y="63"/>
                  </a:lnTo>
                  <a:lnTo>
                    <a:pt x="77" y="63"/>
                  </a:lnTo>
                  <a:lnTo>
                    <a:pt x="79" y="60"/>
                  </a:lnTo>
                  <a:lnTo>
                    <a:pt x="80" y="60"/>
                  </a:lnTo>
                  <a:lnTo>
                    <a:pt x="81" y="63"/>
                  </a:lnTo>
                  <a:lnTo>
                    <a:pt x="82" y="64"/>
                  </a:lnTo>
                  <a:lnTo>
                    <a:pt x="82" y="64"/>
                  </a:lnTo>
                  <a:lnTo>
                    <a:pt x="83" y="64"/>
                  </a:lnTo>
                  <a:lnTo>
                    <a:pt x="85" y="64"/>
                  </a:lnTo>
                  <a:lnTo>
                    <a:pt x="87" y="60"/>
                  </a:lnTo>
                  <a:lnTo>
                    <a:pt x="90" y="57"/>
                  </a:lnTo>
                  <a:lnTo>
                    <a:pt x="91" y="54"/>
                  </a:lnTo>
                  <a:lnTo>
                    <a:pt x="91" y="54"/>
                  </a:lnTo>
                  <a:lnTo>
                    <a:pt x="93" y="52"/>
                  </a:lnTo>
                  <a:lnTo>
                    <a:pt x="96" y="48"/>
                  </a:lnTo>
                  <a:lnTo>
                    <a:pt x="99" y="39"/>
                  </a:lnTo>
                  <a:lnTo>
                    <a:pt x="99" y="39"/>
                  </a:lnTo>
                  <a:lnTo>
                    <a:pt x="102" y="34"/>
                  </a:lnTo>
                  <a:lnTo>
                    <a:pt x="101" y="32"/>
                  </a:lnTo>
                  <a:lnTo>
                    <a:pt x="98"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7" name="Freeform 735"/>
            <p:cNvSpPr>
              <a:spLocks/>
            </p:cNvSpPr>
            <p:nvPr/>
          </p:nvSpPr>
          <p:spPr bwMode="gray">
            <a:xfrm>
              <a:off x="3885746" y="4989608"/>
              <a:ext cx="198329" cy="123151"/>
            </a:xfrm>
            <a:custGeom>
              <a:avLst/>
              <a:gdLst>
                <a:gd name="T0" fmla="*/ 72 w 80"/>
                <a:gd name="T1" fmla="*/ 19 h 49"/>
                <a:gd name="T2" fmla="*/ 72 w 80"/>
                <a:gd name="T3" fmla="*/ 19 h 49"/>
                <a:gd name="T4" fmla="*/ 79 w 80"/>
                <a:gd name="T5" fmla="*/ 17 h 49"/>
                <a:gd name="T6" fmla="*/ 79 w 80"/>
                <a:gd name="T7" fmla="*/ 17 h 49"/>
                <a:gd name="T8" fmla="*/ 77 w 80"/>
                <a:gd name="T9" fmla="*/ 11 h 49"/>
                <a:gd name="T10" fmla="*/ 77 w 80"/>
                <a:gd name="T11" fmla="*/ 11 h 49"/>
                <a:gd name="T12" fmla="*/ 76 w 80"/>
                <a:gd name="T13" fmla="*/ 6 h 49"/>
                <a:gd name="T14" fmla="*/ 79 w 80"/>
                <a:gd name="T15" fmla="*/ 2 h 49"/>
                <a:gd name="T16" fmla="*/ 79 w 80"/>
                <a:gd name="T17" fmla="*/ 0 h 49"/>
                <a:gd name="T18" fmla="*/ 80 w 80"/>
                <a:gd name="T19" fmla="*/ 0 h 49"/>
                <a:gd name="T20" fmla="*/ 79 w 80"/>
                <a:gd name="T21" fmla="*/ 0 h 49"/>
                <a:gd name="T22" fmla="*/ 79 w 80"/>
                <a:gd name="T23" fmla="*/ 0 h 49"/>
                <a:gd name="T24" fmla="*/ 74 w 80"/>
                <a:gd name="T25" fmla="*/ 3 h 49"/>
                <a:gd name="T26" fmla="*/ 65 w 80"/>
                <a:gd name="T27" fmla="*/ 11 h 49"/>
                <a:gd name="T28" fmla="*/ 56 w 80"/>
                <a:gd name="T29" fmla="*/ 19 h 49"/>
                <a:gd name="T30" fmla="*/ 52 w 80"/>
                <a:gd name="T31" fmla="*/ 24 h 49"/>
                <a:gd name="T32" fmla="*/ 52 w 80"/>
                <a:gd name="T33" fmla="*/ 24 h 49"/>
                <a:gd name="T34" fmla="*/ 50 w 80"/>
                <a:gd name="T35" fmla="*/ 26 h 49"/>
                <a:gd name="T36" fmla="*/ 49 w 80"/>
                <a:gd name="T37" fmla="*/ 27 h 49"/>
                <a:gd name="T38" fmla="*/ 43 w 80"/>
                <a:gd name="T39" fmla="*/ 27 h 49"/>
                <a:gd name="T40" fmla="*/ 31 w 80"/>
                <a:gd name="T41" fmla="*/ 27 h 49"/>
                <a:gd name="T42" fmla="*/ 31 w 80"/>
                <a:gd name="T43" fmla="*/ 27 h 49"/>
                <a:gd name="T44" fmla="*/ 23 w 80"/>
                <a:gd name="T45" fmla="*/ 28 h 49"/>
                <a:gd name="T46" fmla="*/ 17 w 80"/>
                <a:gd name="T47" fmla="*/ 27 h 49"/>
                <a:gd name="T48" fmla="*/ 17 w 80"/>
                <a:gd name="T49" fmla="*/ 27 h 49"/>
                <a:gd name="T50" fmla="*/ 12 w 80"/>
                <a:gd name="T51" fmla="*/ 24 h 49"/>
                <a:gd name="T52" fmla="*/ 10 w 80"/>
                <a:gd name="T53" fmla="*/ 21 h 49"/>
                <a:gd name="T54" fmla="*/ 10 w 80"/>
                <a:gd name="T55" fmla="*/ 21 h 49"/>
                <a:gd name="T56" fmla="*/ 5 w 80"/>
                <a:gd name="T57" fmla="*/ 19 h 49"/>
                <a:gd name="T58" fmla="*/ 1 w 80"/>
                <a:gd name="T59" fmla="*/ 17 h 49"/>
                <a:gd name="T60" fmla="*/ 1 w 80"/>
                <a:gd name="T61" fmla="*/ 17 h 49"/>
                <a:gd name="T62" fmla="*/ 0 w 80"/>
                <a:gd name="T63" fmla="*/ 21 h 49"/>
                <a:gd name="T64" fmla="*/ 1 w 80"/>
                <a:gd name="T65" fmla="*/ 24 h 49"/>
                <a:gd name="T66" fmla="*/ 4 w 80"/>
                <a:gd name="T67" fmla="*/ 28 h 49"/>
                <a:gd name="T68" fmla="*/ 6 w 80"/>
                <a:gd name="T69" fmla="*/ 31 h 49"/>
                <a:gd name="T70" fmla="*/ 6 w 80"/>
                <a:gd name="T71" fmla="*/ 31 h 49"/>
                <a:gd name="T72" fmla="*/ 8 w 80"/>
                <a:gd name="T73" fmla="*/ 34 h 49"/>
                <a:gd name="T74" fmla="*/ 10 w 80"/>
                <a:gd name="T75" fmla="*/ 38 h 49"/>
                <a:gd name="T76" fmla="*/ 12 w 80"/>
                <a:gd name="T77" fmla="*/ 42 h 49"/>
                <a:gd name="T78" fmla="*/ 15 w 80"/>
                <a:gd name="T79" fmla="*/ 45 h 49"/>
                <a:gd name="T80" fmla="*/ 15 w 80"/>
                <a:gd name="T81" fmla="*/ 45 h 49"/>
                <a:gd name="T82" fmla="*/ 17 w 80"/>
                <a:gd name="T83" fmla="*/ 47 h 49"/>
                <a:gd name="T84" fmla="*/ 21 w 80"/>
                <a:gd name="T85" fmla="*/ 48 h 49"/>
                <a:gd name="T86" fmla="*/ 31 w 80"/>
                <a:gd name="T87" fmla="*/ 49 h 49"/>
                <a:gd name="T88" fmla="*/ 56 w 80"/>
                <a:gd name="T89" fmla="*/ 48 h 49"/>
                <a:gd name="T90" fmla="*/ 56 w 80"/>
                <a:gd name="T91" fmla="*/ 48 h 49"/>
                <a:gd name="T92" fmla="*/ 60 w 80"/>
                <a:gd name="T93" fmla="*/ 49 h 49"/>
                <a:gd name="T94" fmla="*/ 60 w 80"/>
                <a:gd name="T95" fmla="*/ 49 h 49"/>
                <a:gd name="T96" fmla="*/ 69 w 80"/>
                <a:gd name="T97" fmla="*/ 32 h 49"/>
                <a:gd name="T98" fmla="*/ 69 w 80"/>
                <a:gd name="T99" fmla="*/ 32 h 49"/>
                <a:gd name="T100" fmla="*/ 70 w 80"/>
                <a:gd name="T101" fmla="*/ 27 h 49"/>
                <a:gd name="T102" fmla="*/ 71 w 80"/>
                <a:gd name="T103" fmla="*/ 23 h 49"/>
                <a:gd name="T104" fmla="*/ 71 w 80"/>
                <a:gd name="T105" fmla="*/ 21 h 49"/>
                <a:gd name="T106" fmla="*/ 72 w 80"/>
                <a:gd name="T107" fmla="*/ 19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0" h="49">
                  <a:moveTo>
                    <a:pt x="72" y="19"/>
                  </a:moveTo>
                  <a:lnTo>
                    <a:pt x="72" y="19"/>
                  </a:lnTo>
                  <a:lnTo>
                    <a:pt x="79" y="17"/>
                  </a:lnTo>
                  <a:lnTo>
                    <a:pt x="79" y="17"/>
                  </a:lnTo>
                  <a:lnTo>
                    <a:pt x="77" y="11"/>
                  </a:lnTo>
                  <a:lnTo>
                    <a:pt x="77" y="11"/>
                  </a:lnTo>
                  <a:lnTo>
                    <a:pt x="76" y="6"/>
                  </a:lnTo>
                  <a:lnTo>
                    <a:pt x="79" y="2"/>
                  </a:lnTo>
                  <a:lnTo>
                    <a:pt x="79" y="0"/>
                  </a:lnTo>
                  <a:lnTo>
                    <a:pt x="80" y="0"/>
                  </a:lnTo>
                  <a:lnTo>
                    <a:pt x="79" y="0"/>
                  </a:lnTo>
                  <a:lnTo>
                    <a:pt x="79" y="0"/>
                  </a:lnTo>
                  <a:lnTo>
                    <a:pt x="74" y="3"/>
                  </a:lnTo>
                  <a:lnTo>
                    <a:pt x="65" y="11"/>
                  </a:lnTo>
                  <a:lnTo>
                    <a:pt x="56" y="19"/>
                  </a:lnTo>
                  <a:lnTo>
                    <a:pt x="52" y="24"/>
                  </a:lnTo>
                  <a:lnTo>
                    <a:pt x="52" y="24"/>
                  </a:lnTo>
                  <a:lnTo>
                    <a:pt x="50" y="26"/>
                  </a:lnTo>
                  <a:lnTo>
                    <a:pt x="49" y="27"/>
                  </a:lnTo>
                  <a:lnTo>
                    <a:pt x="43" y="27"/>
                  </a:lnTo>
                  <a:lnTo>
                    <a:pt x="31" y="27"/>
                  </a:lnTo>
                  <a:lnTo>
                    <a:pt x="31" y="27"/>
                  </a:lnTo>
                  <a:lnTo>
                    <a:pt x="23" y="28"/>
                  </a:lnTo>
                  <a:lnTo>
                    <a:pt x="17" y="27"/>
                  </a:lnTo>
                  <a:lnTo>
                    <a:pt x="17" y="27"/>
                  </a:lnTo>
                  <a:lnTo>
                    <a:pt x="12" y="24"/>
                  </a:lnTo>
                  <a:lnTo>
                    <a:pt x="10" y="21"/>
                  </a:lnTo>
                  <a:lnTo>
                    <a:pt x="10" y="21"/>
                  </a:lnTo>
                  <a:lnTo>
                    <a:pt x="5" y="19"/>
                  </a:lnTo>
                  <a:lnTo>
                    <a:pt x="1" y="17"/>
                  </a:lnTo>
                  <a:lnTo>
                    <a:pt x="1" y="17"/>
                  </a:lnTo>
                  <a:lnTo>
                    <a:pt x="0" y="21"/>
                  </a:lnTo>
                  <a:lnTo>
                    <a:pt x="1" y="24"/>
                  </a:lnTo>
                  <a:lnTo>
                    <a:pt x="4" y="28"/>
                  </a:lnTo>
                  <a:lnTo>
                    <a:pt x="6" y="31"/>
                  </a:lnTo>
                  <a:lnTo>
                    <a:pt x="6" y="31"/>
                  </a:lnTo>
                  <a:lnTo>
                    <a:pt x="8" y="34"/>
                  </a:lnTo>
                  <a:lnTo>
                    <a:pt x="10" y="38"/>
                  </a:lnTo>
                  <a:lnTo>
                    <a:pt x="12" y="42"/>
                  </a:lnTo>
                  <a:lnTo>
                    <a:pt x="15" y="45"/>
                  </a:lnTo>
                  <a:lnTo>
                    <a:pt x="15" y="45"/>
                  </a:lnTo>
                  <a:lnTo>
                    <a:pt x="17" y="47"/>
                  </a:lnTo>
                  <a:lnTo>
                    <a:pt x="21" y="48"/>
                  </a:lnTo>
                  <a:lnTo>
                    <a:pt x="31" y="49"/>
                  </a:lnTo>
                  <a:lnTo>
                    <a:pt x="56" y="48"/>
                  </a:lnTo>
                  <a:lnTo>
                    <a:pt x="56" y="48"/>
                  </a:lnTo>
                  <a:lnTo>
                    <a:pt x="60" y="49"/>
                  </a:lnTo>
                  <a:lnTo>
                    <a:pt x="60" y="49"/>
                  </a:lnTo>
                  <a:lnTo>
                    <a:pt x="69" y="32"/>
                  </a:lnTo>
                  <a:lnTo>
                    <a:pt x="69" y="32"/>
                  </a:lnTo>
                  <a:lnTo>
                    <a:pt x="70" y="27"/>
                  </a:lnTo>
                  <a:lnTo>
                    <a:pt x="71" y="23"/>
                  </a:lnTo>
                  <a:lnTo>
                    <a:pt x="71" y="21"/>
                  </a:lnTo>
                  <a:lnTo>
                    <a:pt x="72" y="1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8" name="Freeform 737"/>
            <p:cNvSpPr>
              <a:spLocks/>
            </p:cNvSpPr>
            <p:nvPr/>
          </p:nvSpPr>
          <p:spPr bwMode="gray">
            <a:xfrm>
              <a:off x="3521317" y="4250694"/>
              <a:ext cx="242952" cy="130693"/>
            </a:xfrm>
            <a:custGeom>
              <a:avLst/>
              <a:gdLst>
                <a:gd name="T0" fmla="*/ 80 w 98"/>
                <a:gd name="T1" fmla="*/ 45 h 52"/>
                <a:gd name="T2" fmla="*/ 80 w 98"/>
                <a:gd name="T3" fmla="*/ 45 h 52"/>
                <a:gd name="T4" fmla="*/ 89 w 98"/>
                <a:gd name="T5" fmla="*/ 48 h 52"/>
                <a:gd name="T6" fmla="*/ 93 w 98"/>
                <a:gd name="T7" fmla="*/ 49 h 52"/>
                <a:gd name="T8" fmla="*/ 96 w 98"/>
                <a:gd name="T9" fmla="*/ 48 h 52"/>
                <a:gd name="T10" fmla="*/ 96 w 98"/>
                <a:gd name="T11" fmla="*/ 48 h 52"/>
                <a:gd name="T12" fmla="*/ 96 w 98"/>
                <a:gd name="T13" fmla="*/ 45 h 52"/>
                <a:gd name="T14" fmla="*/ 96 w 98"/>
                <a:gd name="T15" fmla="*/ 41 h 52"/>
                <a:gd name="T16" fmla="*/ 96 w 98"/>
                <a:gd name="T17" fmla="*/ 36 h 52"/>
                <a:gd name="T18" fmla="*/ 98 w 98"/>
                <a:gd name="T19" fmla="*/ 33 h 52"/>
                <a:gd name="T20" fmla="*/ 98 w 98"/>
                <a:gd name="T21" fmla="*/ 33 h 52"/>
                <a:gd name="T22" fmla="*/ 90 w 98"/>
                <a:gd name="T23" fmla="*/ 28 h 52"/>
                <a:gd name="T24" fmla="*/ 83 w 98"/>
                <a:gd name="T25" fmla="*/ 24 h 52"/>
                <a:gd name="T26" fmla="*/ 83 w 98"/>
                <a:gd name="T27" fmla="*/ 24 h 52"/>
                <a:gd name="T28" fmla="*/ 58 w 98"/>
                <a:gd name="T29" fmla="*/ 17 h 52"/>
                <a:gd name="T30" fmla="*/ 43 w 98"/>
                <a:gd name="T31" fmla="*/ 13 h 52"/>
                <a:gd name="T32" fmla="*/ 35 w 98"/>
                <a:gd name="T33" fmla="*/ 9 h 52"/>
                <a:gd name="T34" fmla="*/ 35 w 98"/>
                <a:gd name="T35" fmla="*/ 9 h 52"/>
                <a:gd name="T36" fmla="*/ 21 w 98"/>
                <a:gd name="T37" fmla="*/ 2 h 52"/>
                <a:gd name="T38" fmla="*/ 16 w 98"/>
                <a:gd name="T39" fmla="*/ 0 h 52"/>
                <a:gd name="T40" fmla="*/ 11 w 98"/>
                <a:gd name="T41" fmla="*/ 0 h 52"/>
                <a:gd name="T42" fmla="*/ 11 w 98"/>
                <a:gd name="T43" fmla="*/ 0 h 52"/>
                <a:gd name="T44" fmla="*/ 0 w 98"/>
                <a:gd name="T45" fmla="*/ 4 h 52"/>
                <a:gd name="T46" fmla="*/ 0 w 98"/>
                <a:gd name="T47" fmla="*/ 4 h 52"/>
                <a:gd name="T48" fmla="*/ 2 w 98"/>
                <a:gd name="T49" fmla="*/ 7 h 52"/>
                <a:gd name="T50" fmla="*/ 4 w 98"/>
                <a:gd name="T51" fmla="*/ 8 h 52"/>
                <a:gd name="T52" fmla="*/ 11 w 98"/>
                <a:gd name="T53" fmla="*/ 9 h 52"/>
                <a:gd name="T54" fmla="*/ 11 w 98"/>
                <a:gd name="T55" fmla="*/ 9 h 52"/>
                <a:gd name="T56" fmla="*/ 15 w 98"/>
                <a:gd name="T57" fmla="*/ 9 h 52"/>
                <a:gd name="T58" fmla="*/ 16 w 98"/>
                <a:gd name="T59" fmla="*/ 12 h 52"/>
                <a:gd name="T60" fmla="*/ 19 w 98"/>
                <a:gd name="T61" fmla="*/ 19 h 52"/>
                <a:gd name="T62" fmla="*/ 19 w 98"/>
                <a:gd name="T63" fmla="*/ 19 h 52"/>
                <a:gd name="T64" fmla="*/ 24 w 98"/>
                <a:gd name="T65" fmla="*/ 27 h 52"/>
                <a:gd name="T66" fmla="*/ 25 w 98"/>
                <a:gd name="T67" fmla="*/ 30 h 52"/>
                <a:gd name="T68" fmla="*/ 25 w 98"/>
                <a:gd name="T69" fmla="*/ 34 h 52"/>
                <a:gd name="T70" fmla="*/ 25 w 98"/>
                <a:gd name="T71" fmla="*/ 34 h 52"/>
                <a:gd name="T72" fmla="*/ 24 w 98"/>
                <a:gd name="T73" fmla="*/ 38 h 52"/>
                <a:gd name="T74" fmla="*/ 24 w 98"/>
                <a:gd name="T75" fmla="*/ 38 h 52"/>
                <a:gd name="T76" fmla="*/ 35 w 98"/>
                <a:gd name="T77" fmla="*/ 43 h 52"/>
                <a:gd name="T78" fmla="*/ 35 w 98"/>
                <a:gd name="T79" fmla="*/ 43 h 52"/>
                <a:gd name="T80" fmla="*/ 43 w 98"/>
                <a:gd name="T81" fmla="*/ 48 h 52"/>
                <a:gd name="T82" fmla="*/ 47 w 98"/>
                <a:gd name="T83" fmla="*/ 50 h 52"/>
                <a:gd name="T84" fmla="*/ 48 w 98"/>
                <a:gd name="T85" fmla="*/ 52 h 52"/>
                <a:gd name="T86" fmla="*/ 48 w 98"/>
                <a:gd name="T87" fmla="*/ 52 h 52"/>
                <a:gd name="T88" fmla="*/ 58 w 98"/>
                <a:gd name="T89" fmla="*/ 50 h 52"/>
                <a:gd name="T90" fmla="*/ 67 w 98"/>
                <a:gd name="T91" fmla="*/ 49 h 52"/>
                <a:gd name="T92" fmla="*/ 67 w 98"/>
                <a:gd name="T93" fmla="*/ 49 h 52"/>
                <a:gd name="T94" fmla="*/ 71 w 98"/>
                <a:gd name="T95" fmla="*/ 49 h 52"/>
                <a:gd name="T96" fmla="*/ 74 w 98"/>
                <a:gd name="T97" fmla="*/ 48 h 52"/>
                <a:gd name="T98" fmla="*/ 74 w 98"/>
                <a:gd name="T99" fmla="*/ 48 h 52"/>
                <a:gd name="T100" fmla="*/ 77 w 98"/>
                <a:gd name="T101" fmla="*/ 46 h 52"/>
                <a:gd name="T102" fmla="*/ 80 w 98"/>
                <a:gd name="T103" fmla="*/ 4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98" h="52">
                  <a:moveTo>
                    <a:pt x="80" y="45"/>
                  </a:moveTo>
                  <a:lnTo>
                    <a:pt x="80" y="45"/>
                  </a:lnTo>
                  <a:lnTo>
                    <a:pt x="89" y="48"/>
                  </a:lnTo>
                  <a:lnTo>
                    <a:pt x="93" y="49"/>
                  </a:lnTo>
                  <a:lnTo>
                    <a:pt x="96" y="48"/>
                  </a:lnTo>
                  <a:lnTo>
                    <a:pt x="96" y="48"/>
                  </a:lnTo>
                  <a:lnTo>
                    <a:pt x="96" y="45"/>
                  </a:lnTo>
                  <a:lnTo>
                    <a:pt x="96" y="41"/>
                  </a:lnTo>
                  <a:lnTo>
                    <a:pt x="96" y="36"/>
                  </a:lnTo>
                  <a:lnTo>
                    <a:pt x="98" y="33"/>
                  </a:lnTo>
                  <a:lnTo>
                    <a:pt x="98" y="33"/>
                  </a:lnTo>
                  <a:lnTo>
                    <a:pt x="90" y="28"/>
                  </a:lnTo>
                  <a:lnTo>
                    <a:pt x="83" y="24"/>
                  </a:lnTo>
                  <a:lnTo>
                    <a:pt x="83" y="24"/>
                  </a:lnTo>
                  <a:lnTo>
                    <a:pt x="58" y="17"/>
                  </a:lnTo>
                  <a:lnTo>
                    <a:pt x="43" y="13"/>
                  </a:lnTo>
                  <a:lnTo>
                    <a:pt x="35" y="9"/>
                  </a:lnTo>
                  <a:lnTo>
                    <a:pt x="35" y="9"/>
                  </a:lnTo>
                  <a:lnTo>
                    <a:pt x="21" y="2"/>
                  </a:lnTo>
                  <a:lnTo>
                    <a:pt x="16" y="0"/>
                  </a:lnTo>
                  <a:lnTo>
                    <a:pt x="11" y="0"/>
                  </a:lnTo>
                  <a:lnTo>
                    <a:pt x="11" y="0"/>
                  </a:lnTo>
                  <a:lnTo>
                    <a:pt x="0" y="4"/>
                  </a:lnTo>
                  <a:lnTo>
                    <a:pt x="0" y="4"/>
                  </a:lnTo>
                  <a:lnTo>
                    <a:pt x="2" y="7"/>
                  </a:lnTo>
                  <a:lnTo>
                    <a:pt x="4" y="8"/>
                  </a:lnTo>
                  <a:lnTo>
                    <a:pt x="11" y="9"/>
                  </a:lnTo>
                  <a:lnTo>
                    <a:pt x="11" y="9"/>
                  </a:lnTo>
                  <a:lnTo>
                    <a:pt x="15" y="9"/>
                  </a:lnTo>
                  <a:lnTo>
                    <a:pt x="16" y="12"/>
                  </a:lnTo>
                  <a:lnTo>
                    <a:pt x="19" y="19"/>
                  </a:lnTo>
                  <a:lnTo>
                    <a:pt x="19" y="19"/>
                  </a:lnTo>
                  <a:lnTo>
                    <a:pt x="24" y="27"/>
                  </a:lnTo>
                  <a:lnTo>
                    <a:pt x="25" y="30"/>
                  </a:lnTo>
                  <a:lnTo>
                    <a:pt x="25" y="34"/>
                  </a:lnTo>
                  <a:lnTo>
                    <a:pt x="25" y="34"/>
                  </a:lnTo>
                  <a:lnTo>
                    <a:pt x="24" y="38"/>
                  </a:lnTo>
                  <a:lnTo>
                    <a:pt x="24" y="38"/>
                  </a:lnTo>
                  <a:lnTo>
                    <a:pt x="35" y="43"/>
                  </a:lnTo>
                  <a:lnTo>
                    <a:pt x="35" y="43"/>
                  </a:lnTo>
                  <a:lnTo>
                    <a:pt x="43" y="48"/>
                  </a:lnTo>
                  <a:lnTo>
                    <a:pt x="47" y="50"/>
                  </a:lnTo>
                  <a:lnTo>
                    <a:pt x="48" y="52"/>
                  </a:lnTo>
                  <a:lnTo>
                    <a:pt x="48" y="52"/>
                  </a:lnTo>
                  <a:lnTo>
                    <a:pt x="58" y="50"/>
                  </a:lnTo>
                  <a:lnTo>
                    <a:pt x="67" y="49"/>
                  </a:lnTo>
                  <a:lnTo>
                    <a:pt x="67" y="49"/>
                  </a:lnTo>
                  <a:lnTo>
                    <a:pt x="71" y="49"/>
                  </a:lnTo>
                  <a:lnTo>
                    <a:pt x="74" y="48"/>
                  </a:lnTo>
                  <a:lnTo>
                    <a:pt x="74" y="48"/>
                  </a:lnTo>
                  <a:lnTo>
                    <a:pt x="77" y="46"/>
                  </a:lnTo>
                  <a:lnTo>
                    <a:pt x="80" y="4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79" name="Freeform 739"/>
            <p:cNvSpPr>
              <a:spLocks/>
            </p:cNvSpPr>
            <p:nvPr/>
          </p:nvSpPr>
          <p:spPr bwMode="gray">
            <a:xfrm>
              <a:off x="3640314" y="4371335"/>
              <a:ext cx="114040" cy="100532"/>
            </a:xfrm>
            <a:custGeom>
              <a:avLst/>
              <a:gdLst>
                <a:gd name="T0" fmla="*/ 41 w 46"/>
                <a:gd name="T1" fmla="*/ 40 h 40"/>
                <a:gd name="T2" fmla="*/ 41 w 46"/>
                <a:gd name="T3" fmla="*/ 40 h 40"/>
                <a:gd name="T4" fmla="*/ 40 w 46"/>
                <a:gd name="T5" fmla="*/ 40 h 40"/>
                <a:gd name="T6" fmla="*/ 40 w 46"/>
                <a:gd name="T7" fmla="*/ 40 h 40"/>
                <a:gd name="T8" fmla="*/ 27 w 46"/>
                <a:gd name="T9" fmla="*/ 34 h 40"/>
                <a:gd name="T10" fmla="*/ 20 w 46"/>
                <a:gd name="T11" fmla="*/ 29 h 40"/>
                <a:gd name="T12" fmla="*/ 15 w 46"/>
                <a:gd name="T13" fmla="*/ 24 h 40"/>
                <a:gd name="T14" fmla="*/ 15 w 46"/>
                <a:gd name="T15" fmla="*/ 24 h 40"/>
                <a:gd name="T16" fmla="*/ 14 w 46"/>
                <a:gd name="T17" fmla="*/ 23 h 40"/>
                <a:gd name="T18" fmla="*/ 14 w 46"/>
                <a:gd name="T19" fmla="*/ 23 h 40"/>
                <a:gd name="T20" fmla="*/ 7 w 46"/>
                <a:gd name="T21" fmla="*/ 14 h 40"/>
                <a:gd name="T22" fmla="*/ 3 w 46"/>
                <a:gd name="T23" fmla="*/ 11 h 40"/>
                <a:gd name="T24" fmla="*/ 2 w 46"/>
                <a:gd name="T25" fmla="*/ 8 h 40"/>
                <a:gd name="T26" fmla="*/ 2 w 46"/>
                <a:gd name="T27" fmla="*/ 8 h 40"/>
                <a:gd name="T28" fmla="*/ 0 w 46"/>
                <a:gd name="T29" fmla="*/ 4 h 40"/>
                <a:gd name="T30" fmla="*/ 0 w 46"/>
                <a:gd name="T31" fmla="*/ 4 h 40"/>
                <a:gd name="T32" fmla="*/ 2 w 46"/>
                <a:gd name="T33" fmla="*/ 4 h 40"/>
                <a:gd name="T34" fmla="*/ 2 w 46"/>
                <a:gd name="T35" fmla="*/ 4 h 40"/>
                <a:gd name="T36" fmla="*/ 2 w 46"/>
                <a:gd name="T37" fmla="*/ 4 h 40"/>
                <a:gd name="T38" fmla="*/ 2 w 46"/>
                <a:gd name="T39" fmla="*/ 4 h 40"/>
                <a:gd name="T40" fmla="*/ 2 w 46"/>
                <a:gd name="T41" fmla="*/ 4 h 40"/>
                <a:gd name="T42" fmla="*/ 2 w 46"/>
                <a:gd name="T43" fmla="*/ 4 h 40"/>
                <a:gd name="T44" fmla="*/ 2 w 46"/>
                <a:gd name="T45" fmla="*/ 4 h 40"/>
                <a:gd name="T46" fmla="*/ 2 w 46"/>
                <a:gd name="T47" fmla="*/ 4 h 40"/>
                <a:gd name="T48" fmla="*/ 2 w 46"/>
                <a:gd name="T49" fmla="*/ 4 h 40"/>
                <a:gd name="T50" fmla="*/ 2 w 46"/>
                <a:gd name="T51" fmla="*/ 4 h 40"/>
                <a:gd name="T52" fmla="*/ 2 w 46"/>
                <a:gd name="T53" fmla="*/ 4 h 40"/>
                <a:gd name="T54" fmla="*/ 2 w 46"/>
                <a:gd name="T55" fmla="*/ 4 h 40"/>
                <a:gd name="T56" fmla="*/ 3 w 46"/>
                <a:gd name="T57" fmla="*/ 4 h 40"/>
                <a:gd name="T58" fmla="*/ 3 w 46"/>
                <a:gd name="T59" fmla="*/ 4 h 40"/>
                <a:gd name="T60" fmla="*/ 4 w 46"/>
                <a:gd name="T61" fmla="*/ 3 h 40"/>
                <a:gd name="T62" fmla="*/ 4 w 46"/>
                <a:gd name="T63" fmla="*/ 3 h 40"/>
                <a:gd name="T64" fmla="*/ 4 w 46"/>
                <a:gd name="T65" fmla="*/ 3 h 40"/>
                <a:gd name="T66" fmla="*/ 4 w 46"/>
                <a:gd name="T67" fmla="*/ 3 h 40"/>
                <a:gd name="T68" fmla="*/ 4 w 46"/>
                <a:gd name="T69" fmla="*/ 3 h 40"/>
                <a:gd name="T70" fmla="*/ 15 w 46"/>
                <a:gd name="T71" fmla="*/ 1 h 40"/>
                <a:gd name="T72" fmla="*/ 15 w 46"/>
                <a:gd name="T73" fmla="*/ 1 h 40"/>
                <a:gd name="T74" fmla="*/ 16 w 46"/>
                <a:gd name="T75" fmla="*/ 1 h 40"/>
                <a:gd name="T76" fmla="*/ 16 w 46"/>
                <a:gd name="T77" fmla="*/ 1 h 40"/>
                <a:gd name="T78" fmla="*/ 18 w 46"/>
                <a:gd name="T79" fmla="*/ 1 h 40"/>
                <a:gd name="T80" fmla="*/ 18 w 46"/>
                <a:gd name="T81" fmla="*/ 1 h 40"/>
                <a:gd name="T82" fmla="*/ 18 w 46"/>
                <a:gd name="T83" fmla="*/ 1 h 40"/>
                <a:gd name="T84" fmla="*/ 18 w 46"/>
                <a:gd name="T85" fmla="*/ 1 h 40"/>
                <a:gd name="T86" fmla="*/ 19 w 46"/>
                <a:gd name="T87" fmla="*/ 1 h 40"/>
                <a:gd name="T88" fmla="*/ 19 w 46"/>
                <a:gd name="T89" fmla="*/ 1 h 40"/>
                <a:gd name="T90" fmla="*/ 20 w 46"/>
                <a:gd name="T91" fmla="*/ 1 h 40"/>
                <a:gd name="T92" fmla="*/ 20 w 46"/>
                <a:gd name="T93" fmla="*/ 1 h 40"/>
                <a:gd name="T94" fmla="*/ 23 w 46"/>
                <a:gd name="T95" fmla="*/ 1 h 40"/>
                <a:gd name="T96" fmla="*/ 25 w 46"/>
                <a:gd name="T97" fmla="*/ 0 h 40"/>
                <a:gd name="T98" fmla="*/ 25 w 46"/>
                <a:gd name="T99" fmla="*/ 0 h 40"/>
                <a:gd name="T100" fmla="*/ 30 w 46"/>
                <a:gd name="T101" fmla="*/ 7 h 40"/>
                <a:gd name="T102" fmla="*/ 35 w 46"/>
                <a:gd name="T103" fmla="*/ 13 h 40"/>
                <a:gd name="T104" fmla="*/ 42 w 46"/>
                <a:gd name="T105" fmla="*/ 20 h 40"/>
                <a:gd name="T106" fmla="*/ 42 w 46"/>
                <a:gd name="T107" fmla="*/ 20 h 40"/>
                <a:gd name="T108" fmla="*/ 45 w 46"/>
                <a:gd name="T109" fmla="*/ 24 h 40"/>
                <a:gd name="T110" fmla="*/ 45 w 46"/>
                <a:gd name="T111" fmla="*/ 28 h 40"/>
                <a:gd name="T112" fmla="*/ 46 w 46"/>
                <a:gd name="T113" fmla="*/ 39 h 40"/>
                <a:gd name="T114" fmla="*/ 46 w 46"/>
                <a:gd name="T115" fmla="*/ 39 h 40"/>
                <a:gd name="T116" fmla="*/ 41 w 46"/>
                <a:gd name="T117" fmla="*/ 4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6" h="40">
                  <a:moveTo>
                    <a:pt x="41" y="40"/>
                  </a:moveTo>
                  <a:lnTo>
                    <a:pt x="41" y="40"/>
                  </a:lnTo>
                  <a:lnTo>
                    <a:pt x="40" y="40"/>
                  </a:lnTo>
                  <a:lnTo>
                    <a:pt x="40" y="40"/>
                  </a:lnTo>
                  <a:lnTo>
                    <a:pt x="27" y="34"/>
                  </a:lnTo>
                  <a:lnTo>
                    <a:pt x="20" y="29"/>
                  </a:lnTo>
                  <a:lnTo>
                    <a:pt x="15" y="24"/>
                  </a:lnTo>
                  <a:lnTo>
                    <a:pt x="15" y="24"/>
                  </a:lnTo>
                  <a:lnTo>
                    <a:pt x="14" y="23"/>
                  </a:lnTo>
                  <a:lnTo>
                    <a:pt x="14" y="23"/>
                  </a:lnTo>
                  <a:lnTo>
                    <a:pt x="7" y="14"/>
                  </a:lnTo>
                  <a:lnTo>
                    <a:pt x="3" y="11"/>
                  </a:lnTo>
                  <a:lnTo>
                    <a:pt x="2" y="8"/>
                  </a:lnTo>
                  <a:lnTo>
                    <a:pt x="2" y="8"/>
                  </a:lnTo>
                  <a:lnTo>
                    <a:pt x="0" y="4"/>
                  </a:lnTo>
                  <a:lnTo>
                    <a:pt x="0" y="4"/>
                  </a:lnTo>
                  <a:lnTo>
                    <a:pt x="2" y="4"/>
                  </a:lnTo>
                  <a:lnTo>
                    <a:pt x="2" y="4"/>
                  </a:lnTo>
                  <a:lnTo>
                    <a:pt x="2" y="4"/>
                  </a:lnTo>
                  <a:lnTo>
                    <a:pt x="2" y="4"/>
                  </a:lnTo>
                  <a:lnTo>
                    <a:pt x="2" y="4"/>
                  </a:lnTo>
                  <a:lnTo>
                    <a:pt x="2" y="4"/>
                  </a:lnTo>
                  <a:lnTo>
                    <a:pt x="2" y="4"/>
                  </a:lnTo>
                  <a:lnTo>
                    <a:pt x="2" y="4"/>
                  </a:lnTo>
                  <a:lnTo>
                    <a:pt x="2" y="4"/>
                  </a:lnTo>
                  <a:lnTo>
                    <a:pt x="2" y="4"/>
                  </a:lnTo>
                  <a:lnTo>
                    <a:pt x="2" y="4"/>
                  </a:lnTo>
                  <a:lnTo>
                    <a:pt x="2" y="4"/>
                  </a:lnTo>
                  <a:lnTo>
                    <a:pt x="3" y="4"/>
                  </a:lnTo>
                  <a:lnTo>
                    <a:pt x="3" y="4"/>
                  </a:lnTo>
                  <a:lnTo>
                    <a:pt x="4" y="3"/>
                  </a:lnTo>
                  <a:lnTo>
                    <a:pt x="4" y="3"/>
                  </a:lnTo>
                  <a:lnTo>
                    <a:pt x="4" y="3"/>
                  </a:lnTo>
                  <a:lnTo>
                    <a:pt x="4" y="3"/>
                  </a:lnTo>
                  <a:lnTo>
                    <a:pt x="4" y="3"/>
                  </a:lnTo>
                  <a:lnTo>
                    <a:pt x="15" y="1"/>
                  </a:lnTo>
                  <a:lnTo>
                    <a:pt x="15" y="1"/>
                  </a:lnTo>
                  <a:lnTo>
                    <a:pt x="16" y="1"/>
                  </a:lnTo>
                  <a:lnTo>
                    <a:pt x="16" y="1"/>
                  </a:lnTo>
                  <a:lnTo>
                    <a:pt x="18" y="1"/>
                  </a:lnTo>
                  <a:lnTo>
                    <a:pt x="18" y="1"/>
                  </a:lnTo>
                  <a:lnTo>
                    <a:pt x="18" y="1"/>
                  </a:lnTo>
                  <a:lnTo>
                    <a:pt x="18" y="1"/>
                  </a:lnTo>
                  <a:lnTo>
                    <a:pt x="19" y="1"/>
                  </a:lnTo>
                  <a:lnTo>
                    <a:pt x="19" y="1"/>
                  </a:lnTo>
                  <a:lnTo>
                    <a:pt x="20" y="1"/>
                  </a:lnTo>
                  <a:lnTo>
                    <a:pt x="20" y="1"/>
                  </a:lnTo>
                  <a:lnTo>
                    <a:pt x="23" y="1"/>
                  </a:lnTo>
                  <a:lnTo>
                    <a:pt x="25" y="0"/>
                  </a:lnTo>
                  <a:lnTo>
                    <a:pt x="25" y="0"/>
                  </a:lnTo>
                  <a:lnTo>
                    <a:pt x="30" y="7"/>
                  </a:lnTo>
                  <a:lnTo>
                    <a:pt x="35" y="13"/>
                  </a:lnTo>
                  <a:lnTo>
                    <a:pt x="42" y="20"/>
                  </a:lnTo>
                  <a:lnTo>
                    <a:pt x="42" y="20"/>
                  </a:lnTo>
                  <a:lnTo>
                    <a:pt x="45" y="24"/>
                  </a:lnTo>
                  <a:lnTo>
                    <a:pt x="45" y="28"/>
                  </a:lnTo>
                  <a:lnTo>
                    <a:pt x="46" y="39"/>
                  </a:lnTo>
                  <a:lnTo>
                    <a:pt x="46" y="39"/>
                  </a:lnTo>
                  <a:lnTo>
                    <a:pt x="41" y="4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0" name="Freeform 754"/>
            <p:cNvSpPr>
              <a:spLocks/>
            </p:cNvSpPr>
            <p:nvPr/>
          </p:nvSpPr>
          <p:spPr bwMode="gray">
            <a:xfrm>
              <a:off x="3702291" y="4333634"/>
              <a:ext cx="158663" cy="153311"/>
            </a:xfrm>
            <a:custGeom>
              <a:avLst/>
              <a:gdLst>
                <a:gd name="T0" fmla="*/ 59 w 64"/>
                <a:gd name="T1" fmla="*/ 17 h 61"/>
                <a:gd name="T2" fmla="*/ 55 w 64"/>
                <a:gd name="T3" fmla="*/ 12 h 61"/>
                <a:gd name="T4" fmla="*/ 52 w 64"/>
                <a:gd name="T5" fmla="*/ 3 h 61"/>
                <a:gd name="T6" fmla="*/ 52 w 64"/>
                <a:gd name="T7" fmla="*/ 2 h 61"/>
                <a:gd name="T8" fmla="*/ 42 w 64"/>
                <a:gd name="T9" fmla="*/ 7 h 61"/>
                <a:gd name="T10" fmla="*/ 34 w 64"/>
                <a:gd name="T11" fmla="*/ 6 h 61"/>
                <a:gd name="T12" fmla="*/ 25 w 64"/>
                <a:gd name="T13" fmla="*/ 0 h 61"/>
                <a:gd name="T14" fmla="*/ 23 w 64"/>
                <a:gd name="T15" fmla="*/ 3 h 61"/>
                <a:gd name="T16" fmla="*/ 23 w 64"/>
                <a:gd name="T17" fmla="*/ 12 h 61"/>
                <a:gd name="T18" fmla="*/ 23 w 64"/>
                <a:gd name="T19" fmla="*/ 15 h 61"/>
                <a:gd name="T20" fmla="*/ 16 w 64"/>
                <a:gd name="T21" fmla="*/ 15 h 61"/>
                <a:gd name="T22" fmla="*/ 7 w 64"/>
                <a:gd name="T23" fmla="*/ 12 h 61"/>
                <a:gd name="T24" fmla="*/ 0 w 64"/>
                <a:gd name="T25" fmla="*/ 15 h 61"/>
                <a:gd name="T26" fmla="*/ 5 w 64"/>
                <a:gd name="T27" fmla="*/ 22 h 61"/>
                <a:gd name="T28" fmla="*/ 17 w 64"/>
                <a:gd name="T29" fmla="*/ 35 h 61"/>
                <a:gd name="T30" fmla="*/ 20 w 64"/>
                <a:gd name="T31" fmla="*/ 39 h 61"/>
                <a:gd name="T32" fmla="*/ 21 w 64"/>
                <a:gd name="T33" fmla="*/ 54 h 61"/>
                <a:gd name="T34" fmla="*/ 31 w 64"/>
                <a:gd name="T35" fmla="*/ 48 h 61"/>
                <a:gd name="T36" fmla="*/ 39 w 64"/>
                <a:gd name="T37" fmla="*/ 44 h 61"/>
                <a:gd name="T38" fmla="*/ 41 w 64"/>
                <a:gd name="T39" fmla="*/ 43 h 61"/>
                <a:gd name="T40" fmla="*/ 42 w 64"/>
                <a:gd name="T41" fmla="*/ 48 h 61"/>
                <a:gd name="T42" fmla="*/ 42 w 64"/>
                <a:gd name="T43" fmla="*/ 58 h 61"/>
                <a:gd name="T44" fmla="*/ 44 w 64"/>
                <a:gd name="T45" fmla="*/ 60 h 61"/>
                <a:gd name="T46" fmla="*/ 52 w 64"/>
                <a:gd name="T47" fmla="*/ 61 h 61"/>
                <a:gd name="T48" fmla="*/ 52 w 64"/>
                <a:gd name="T49" fmla="*/ 54 h 61"/>
                <a:gd name="T50" fmla="*/ 50 w 64"/>
                <a:gd name="T51" fmla="*/ 50 h 61"/>
                <a:gd name="T52" fmla="*/ 50 w 64"/>
                <a:gd name="T53" fmla="*/ 47 h 61"/>
                <a:gd name="T54" fmla="*/ 53 w 64"/>
                <a:gd name="T55" fmla="*/ 45 h 61"/>
                <a:gd name="T56" fmla="*/ 55 w 64"/>
                <a:gd name="T57" fmla="*/ 43 h 61"/>
                <a:gd name="T58" fmla="*/ 62 w 64"/>
                <a:gd name="T59" fmla="*/ 33 h 61"/>
                <a:gd name="T60" fmla="*/ 64 w 64"/>
                <a:gd name="T61" fmla="*/ 29 h 61"/>
                <a:gd name="T62" fmla="*/ 64 w 64"/>
                <a:gd name="T63" fmla="*/ 27 h 61"/>
                <a:gd name="T64" fmla="*/ 60 w 64"/>
                <a:gd name="T65" fmla="*/ 2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4" h="61">
                  <a:moveTo>
                    <a:pt x="59" y="17"/>
                  </a:moveTo>
                  <a:lnTo>
                    <a:pt x="59" y="17"/>
                  </a:lnTo>
                  <a:lnTo>
                    <a:pt x="58" y="15"/>
                  </a:lnTo>
                  <a:lnTo>
                    <a:pt x="55" y="12"/>
                  </a:lnTo>
                  <a:lnTo>
                    <a:pt x="53" y="8"/>
                  </a:lnTo>
                  <a:lnTo>
                    <a:pt x="52" y="3"/>
                  </a:lnTo>
                  <a:lnTo>
                    <a:pt x="52" y="3"/>
                  </a:lnTo>
                  <a:lnTo>
                    <a:pt x="52" y="2"/>
                  </a:lnTo>
                  <a:lnTo>
                    <a:pt x="52" y="2"/>
                  </a:lnTo>
                  <a:lnTo>
                    <a:pt x="42" y="7"/>
                  </a:lnTo>
                  <a:lnTo>
                    <a:pt x="37" y="7"/>
                  </a:lnTo>
                  <a:lnTo>
                    <a:pt x="34" y="6"/>
                  </a:lnTo>
                  <a:lnTo>
                    <a:pt x="34" y="6"/>
                  </a:lnTo>
                  <a:lnTo>
                    <a:pt x="25" y="0"/>
                  </a:lnTo>
                  <a:lnTo>
                    <a:pt x="25" y="0"/>
                  </a:lnTo>
                  <a:lnTo>
                    <a:pt x="23" y="3"/>
                  </a:lnTo>
                  <a:lnTo>
                    <a:pt x="23" y="8"/>
                  </a:lnTo>
                  <a:lnTo>
                    <a:pt x="23" y="12"/>
                  </a:lnTo>
                  <a:lnTo>
                    <a:pt x="23" y="15"/>
                  </a:lnTo>
                  <a:lnTo>
                    <a:pt x="23" y="15"/>
                  </a:lnTo>
                  <a:lnTo>
                    <a:pt x="20" y="16"/>
                  </a:lnTo>
                  <a:lnTo>
                    <a:pt x="16" y="15"/>
                  </a:lnTo>
                  <a:lnTo>
                    <a:pt x="7" y="12"/>
                  </a:lnTo>
                  <a:lnTo>
                    <a:pt x="7" y="12"/>
                  </a:lnTo>
                  <a:lnTo>
                    <a:pt x="4" y="13"/>
                  </a:lnTo>
                  <a:lnTo>
                    <a:pt x="0" y="15"/>
                  </a:lnTo>
                  <a:lnTo>
                    <a:pt x="0" y="15"/>
                  </a:lnTo>
                  <a:lnTo>
                    <a:pt x="5" y="22"/>
                  </a:lnTo>
                  <a:lnTo>
                    <a:pt x="10" y="28"/>
                  </a:lnTo>
                  <a:lnTo>
                    <a:pt x="17" y="35"/>
                  </a:lnTo>
                  <a:lnTo>
                    <a:pt x="17" y="35"/>
                  </a:lnTo>
                  <a:lnTo>
                    <a:pt x="20" y="39"/>
                  </a:lnTo>
                  <a:lnTo>
                    <a:pt x="20" y="43"/>
                  </a:lnTo>
                  <a:lnTo>
                    <a:pt x="21" y="54"/>
                  </a:lnTo>
                  <a:lnTo>
                    <a:pt x="21" y="54"/>
                  </a:lnTo>
                  <a:lnTo>
                    <a:pt x="31" y="48"/>
                  </a:lnTo>
                  <a:lnTo>
                    <a:pt x="34" y="45"/>
                  </a:lnTo>
                  <a:lnTo>
                    <a:pt x="39" y="44"/>
                  </a:lnTo>
                  <a:lnTo>
                    <a:pt x="39" y="44"/>
                  </a:lnTo>
                  <a:lnTo>
                    <a:pt x="41" y="43"/>
                  </a:lnTo>
                  <a:lnTo>
                    <a:pt x="42" y="44"/>
                  </a:lnTo>
                  <a:lnTo>
                    <a:pt x="42" y="48"/>
                  </a:lnTo>
                  <a:lnTo>
                    <a:pt x="42" y="51"/>
                  </a:lnTo>
                  <a:lnTo>
                    <a:pt x="42" y="58"/>
                  </a:lnTo>
                  <a:lnTo>
                    <a:pt x="42" y="58"/>
                  </a:lnTo>
                  <a:lnTo>
                    <a:pt x="44" y="60"/>
                  </a:lnTo>
                  <a:lnTo>
                    <a:pt x="46" y="61"/>
                  </a:lnTo>
                  <a:lnTo>
                    <a:pt x="52" y="61"/>
                  </a:lnTo>
                  <a:lnTo>
                    <a:pt x="52" y="61"/>
                  </a:lnTo>
                  <a:lnTo>
                    <a:pt x="52" y="54"/>
                  </a:lnTo>
                  <a:lnTo>
                    <a:pt x="52" y="54"/>
                  </a:lnTo>
                  <a:lnTo>
                    <a:pt x="50" y="50"/>
                  </a:lnTo>
                  <a:lnTo>
                    <a:pt x="50" y="48"/>
                  </a:lnTo>
                  <a:lnTo>
                    <a:pt x="50" y="47"/>
                  </a:lnTo>
                  <a:lnTo>
                    <a:pt x="53" y="45"/>
                  </a:lnTo>
                  <a:lnTo>
                    <a:pt x="53" y="45"/>
                  </a:lnTo>
                  <a:lnTo>
                    <a:pt x="54" y="45"/>
                  </a:lnTo>
                  <a:lnTo>
                    <a:pt x="55" y="43"/>
                  </a:lnTo>
                  <a:lnTo>
                    <a:pt x="59" y="38"/>
                  </a:lnTo>
                  <a:lnTo>
                    <a:pt x="62" y="33"/>
                  </a:lnTo>
                  <a:lnTo>
                    <a:pt x="64" y="29"/>
                  </a:lnTo>
                  <a:lnTo>
                    <a:pt x="64" y="29"/>
                  </a:lnTo>
                  <a:lnTo>
                    <a:pt x="64" y="28"/>
                  </a:lnTo>
                  <a:lnTo>
                    <a:pt x="64" y="27"/>
                  </a:lnTo>
                  <a:lnTo>
                    <a:pt x="63" y="24"/>
                  </a:lnTo>
                  <a:lnTo>
                    <a:pt x="60" y="21"/>
                  </a:lnTo>
                  <a:lnTo>
                    <a:pt x="59" y="1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1" name="Freeform 756"/>
            <p:cNvSpPr>
              <a:spLocks/>
            </p:cNvSpPr>
            <p:nvPr/>
          </p:nvSpPr>
          <p:spPr bwMode="gray">
            <a:xfrm>
              <a:off x="3357693" y="4647799"/>
              <a:ext cx="52060" cy="72886"/>
            </a:xfrm>
            <a:custGeom>
              <a:avLst/>
              <a:gdLst>
                <a:gd name="T0" fmla="*/ 20 w 21"/>
                <a:gd name="T1" fmla="*/ 3 h 29"/>
                <a:gd name="T2" fmla="*/ 20 w 21"/>
                <a:gd name="T3" fmla="*/ 3 h 29"/>
                <a:gd name="T4" fmla="*/ 16 w 21"/>
                <a:gd name="T5" fmla="*/ 2 h 29"/>
                <a:gd name="T6" fmla="*/ 10 w 21"/>
                <a:gd name="T7" fmla="*/ 0 h 29"/>
                <a:gd name="T8" fmla="*/ 10 w 21"/>
                <a:gd name="T9" fmla="*/ 0 h 29"/>
                <a:gd name="T10" fmla="*/ 6 w 21"/>
                <a:gd name="T11" fmla="*/ 4 h 29"/>
                <a:gd name="T12" fmla="*/ 5 w 21"/>
                <a:gd name="T13" fmla="*/ 5 h 29"/>
                <a:gd name="T14" fmla="*/ 5 w 21"/>
                <a:gd name="T15" fmla="*/ 8 h 29"/>
                <a:gd name="T16" fmla="*/ 5 w 21"/>
                <a:gd name="T17" fmla="*/ 8 h 29"/>
                <a:gd name="T18" fmla="*/ 4 w 21"/>
                <a:gd name="T19" fmla="*/ 15 h 29"/>
                <a:gd name="T20" fmla="*/ 0 w 21"/>
                <a:gd name="T21" fmla="*/ 26 h 29"/>
                <a:gd name="T22" fmla="*/ 0 w 21"/>
                <a:gd name="T23" fmla="*/ 26 h 29"/>
                <a:gd name="T24" fmla="*/ 8 w 21"/>
                <a:gd name="T25" fmla="*/ 29 h 29"/>
                <a:gd name="T26" fmla="*/ 8 w 21"/>
                <a:gd name="T27" fmla="*/ 29 h 29"/>
                <a:gd name="T28" fmla="*/ 11 w 21"/>
                <a:gd name="T29" fmla="*/ 21 h 29"/>
                <a:gd name="T30" fmla="*/ 16 w 21"/>
                <a:gd name="T31" fmla="*/ 14 h 29"/>
                <a:gd name="T32" fmla="*/ 20 w 21"/>
                <a:gd name="T33" fmla="*/ 8 h 29"/>
                <a:gd name="T34" fmla="*/ 21 w 21"/>
                <a:gd name="T35" fmla="*/ 5 h 29"/>
                <a:gd name="T36" fmla="*/ 20 w 21"/>
                <a:gd name="T37" fmla="*/ 3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9">
                  <a:moveTo>
                    <a:pt x="20" y="3"/>
                  </a:moveTo>
                  <a:lnTo>
                    <a:pt x="20" y="3"/>
                  </a:lnTo>
                  <a:lnTo>
                    <a:pt x="16" y="2"/>
                  </a:lnTo>
                  <a:lnTo>
                    <a:pt x="10" y="0"/>
                  </a:lnTo>
                  <a:lnTo>
                    <a:pt x="10" y="0"/>
                  </a:lnTo>
                  <a:lnTo>
                    <a:pt x="6" y="4"/>
                  </a:lnTo>
                  <a:lnTo>
                    <a:pt x="5" y="5"/>
                  </a:lnTo>
                  <a:lnTo>
                    <a:pt x="5" y="8"/>
                  </a:lnTo>
                  <a:lnTo>
                    <a:pt x="5" y="8"/>
                  </a:lnTo>
                  <a:lnTo>
                    <a:pt x="4" y="15"/>
                  </a:lnTo>
                  <a:lnTo>
                    <a:pt x="0" y="26"/>
                  </a:lnTo>
                  <a:lnTo>
                    <a:pt x="0" y="26"/>
                  </a:lnTo>
                  <a:lnTo>
                    <a:pt x="8" y="29"/>
                  </a:lnTo>
                  <a:lnTo>
                    <a:pt x="8" y="29"/>
                  </a:lnTo>
                  <a:lnTo>
                    <a:pt x="11" y="21"/>
                  </a:lnTo>
                  <a:lnTo>
                    <a:pt x="16" y="14"/>
                  </a:lnTo>
                  <a:lnTo>
                    <a:pt x="20" y="8"/>
                  </a:lnTo>
                  <a:lnTo>
                    <a:pt x="21" y="5"/>
                  </a:lnTo>
                  <a:lnTo>
                    <a:pt x="20" y="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2" name="Freeform 758"/>
            <p:cNvSpPr>
              <a:spLocks/>
            </p:cNvSpPr>
            <p:nvPr/>
          </p:nvSpPr>
          <p:spPr bwMode="gray">
            <a:xfrm>
              <a:off x="3350258" y="4720684"/>
              <a:ext cx="138829" cy="145771"/>
            </a:xfrm>
            <a:custGeom>
              <a:avLst/>
              <a:gdLst>
                <a:gd name="T0" fmla="*/ 32 w 56"/>
                <a:gd name="T1" fmla="*/ 8 h 58"/>
                <a:gd name="T2" fmla="*/ 32 w 56"/>
                <a:gd name="T3" fmla="*/ 8 h 58"/>
                <a:gd name="T4" fmla="*/ 29 w 56"/>
                <a:gd name="T5" fmla="*/ 10 h 58"/>
                <a:gd name="T6" fmla="*/ 23 w 56"/>
                <a:gd name="T7" fmla="*/ 10 h 58"/>
                <a:gd name="T8" fmla="*/ 10 w 56"/>
                <a:gd name="T9" fmla="*/ 10 h 58"/>
                <a:gd name="T10" fmla="*/ 10 w 56"/>
                <a:gd name="T11" fmla="*/ 10 h 58"/>
                <a:gd name="T12" fmla="*/ 9 w 56"/>
                <a:gd name="T13" fmla="*/ 26 h 58"/>
                <a:gd name="T14" fmla="*/ 8 w 56"/>
                <a:gd name="T15" fmla="*/ 37 h 58"/>
                <a:gd name="T16" fmla="*/ 8 w 56"/>
                <a:gd name="T17" fmla="*/ 37 h 58"/>
                <a:gd name="T18" fmla="*/ 2 w 56"/>
                <a:gd name="T19" fmla="*/ 51 h 58"/>
                <a:gd name="T20" fmla="*/ 2 w 56"/>
                <a:gd name="T21" fmla="*/ 51 h 58"/>
                <a:gd name="T22" fmla="*/ 0 w 56"/>
                <a:gd name="T23" fmla="*/ 58 h 58"/>
                <a:gd name="T24" fmla="*/ 18 w 56"/>
                <a:gd name="T25" fmla="*/ 58 h 58"/>
                <a:gd name="T26" fmla="*/ 18 w 56"/>
                <a:gd name="T27" fmla="*/ 58 h 58"/>
                <a:gd name="T28" fmla="*/ 23 w 56"/>
                <a:gd name="T29" fmla="*/ 56 h 58"/>
                <a:gd name="T30" fmla="*/ 27 w 56"/>
                <a:gd name="T31" fmla="*/ 54 h 58"/>
                <a:gd name="T32" fmla="*/ 32 w 56"/>
                <a:gd name="T33" fmla="*/ 51 h 58"/>
                <a:gd name="T34" fmla="*/ 35 w 56"/>
                <a:gd name="T35" fmla="*/ 48 h 58"/>
                <a:gd name="T36" fmla="*/ 35 w 56"/>
                <a:gd name="T37" fmla="*/ 48 h 58"/>
                <a:gd name="T38" fmla="*/ 36 w 56"/>
                <a:gd name="T39" fmla="*/ 46 h 58"/>
                <a:gd name="T40" fmla="*/ 35 w 56"/>
                <a:gd name="T41" fmla="*/ 44 h 58"/>
                <a:gd name="T42" fmla="*/ 32 w 56"/>
                <a:gd name="T43" fmla="*/ 39 h 58"/>
                <a:gd name="T44" fmla="*/ 29 w 56"/>
                <a:gd name="T45" fmla="*/ 34 h 58"/>
                <a:gd name="T46" fmla="*/ 27 w 56"/>
                <a:gd name="T47" fmla="*/ 30 h 58"/>
                <a:gd name="T48" fmla="*/ 27 w 56"/>
                <a:gd name="T49" fmla="*/ 30 h 58"/>
                <a:gd name="T50" fmla="*/ 30 w 56"/>
                <a:gd name="T51" fmla="*/ 28 h 58"/>
                <a:gd name="T52" fmla="*/ 34 w 56"/>
                <a:gd name="T53" fmla="*/ 24 h 58"/>
                <a:gd name="T54" fmla="*/ 40 w 56"/>
                <a:gd name="T55" fmla="*/ 21 h 58"/>
                <a:gd name="T56" fmla="*/ 46 w 56"/>
                <a:gd name="T57" fmla="*/ 18 h 58"/>
                <a:gd name="T58" fmla="*/ 46 w 56"/>
                <a:gd name="T59" fmla="*/ 18 h 58"/>
                <a:gd name="T60" fmla="*/ 50 w 56"/>
                <a:gd name="T61" fmla="*/ 18 h 58"/>
                <a:gd name="T62" fmla="*/ 56 w 56"/>
                <a:gd name="T63" fmla="*/ 18 h 58"/>
                <a:gd name="T64" fmla="*/ 56 w 56"/>
                <a:gd name="T65" fmla="*/ 18 h 58"/>
                <a:gd name="T66" fmla="*/ 45 w 56"/>
                <a:gd name="T67" fmla="*/ 0 h 58"/>
                <a:gd name="T68" fmla="*/ 45 w 56"/>
                <a:gd name="T69" fmla="*/ 0 h 58"/>
                <a:gd name="T70" fmla="*/ 32 w 56"/>
                <a:gd name="T71" fmla="*/ 8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6" h="58">
                  <a:moveTo>
                    <a:pt x="32" y="8"/>
                  </a:moveTo>
                  <a:lnTo>
                    <a:pt x="32" y="8"/>
                  </a:lnTo>
                  <a:lnTo>
                    <a:pt x="29" y="10"/>
                  </a:lnTo>
                  <a:lnTo>
                    <a:pt x="23" y="10"/>
                  </a:lnTo>
                  <a:lnTo>
                    <a:pt x="10" y="10"/>
                  </a:lnTo>
                  <a:lnTo>
                    <a:pt x="10" y="10"/>
                  </a:lnTo>
                  <a:lnTo>
                    <a:pt x="9" y="26"/>
                  </a:lnTo>
                  <a:lnTo>
                    <a:pt x="8" y="37"/>
                  </a:lnTo>
                  <a:lnTo>
                    <a:pt x="8" y="37"/>
                  </a:lnTo>
                  <a:lnTo>
                    <a:pt x="2" y="51"/>
                  </a:lnTo>
                  <a:lnTo>
                    <a:pt x="2" y="51"/>
                  </a:lnTo>
                  <a:lnTo>
                    <a:pt x="0" y="58"/>
                  </a:lnTo>
                  <a:lnTo>
                    <a:pt x="18" y="58"/>
                  </a:lnTo>
                  <a:lnTo>
                    <a:pt x="18" y="58"/>
                  </a:lnTo>
                  <a:lnTo>
                    <a:pt x="23" y="56"/>
                  </a:lnTo>
                  <a:lnTo>
                    <a:pt x="27" y="54"/>
                  </a:lnTo>
                  <a:lnTo>
                    <a:pt x="32" y="51"/>
                  </a:lnTo>
                  <a:lnTo>
                    <a:pt x="35" y="48"/>
                  </a:lnTo>
                  <a:lnTo>
                    <a:pt x="35" y="48"/>
                  </a:lnTo>
                  <a:lnTo>
                    <a:pt x="36" y="46"/>
                  </a:lnTo>
                  <a:lnTo>
                    <a:pt x="35" y="44"/>
                  </a:lnTo>
                  <a:lnTo>
                    <a:pt x="32" y="39"/>
                  </a:lnTo>
                  <a:lnTo>
                    <a:pt x="29" y="34"/>
                  </a:lnTo>
                  <a:lnTo>
                    <a:pt x="27" y="30"/>
                  </a:lnTo>
                  <a:lnTo>
                    <a:pt x="27" y="30"/>
                  </a:lnTo>
                  <a:lnTo>
                    <a:pt x="30" y="28"/>
                  </a:lnTo>
                  <a:lnTo>
                    <a:pt x="34" y="24"/>
                  </a:lnTo>
                  <a:lnTo>
                    <a:pt x="40" y="21"/>
                  </a:lnTo>
                  <a:lnTo>
                    <a:pt x="46" y="18"/>
                  </a:lnTo>
                  <a:lnTo>
                    <a:pt x="46" y="18"/>
                  </a:lnTo>
                  <a:lnTo>
                    <a:pt x="50" y="18"/>
                  </a:lnTo>
                  <a:lnTo>
                    <a:pt x="56" y="18"/>
                  </a:lnTo>
                  <a:lnTo>
                    <a:pt x="56" y="18"/>
                  </a:lnTo>
                  <a:lnTo>
                    <a:pt x="45" y="0"/>
                  </a:lnTo>
                  <a:lnTo>
                    <a:pt x="45" y="0"/>
                  </a:lnTo>
                  <a:lnTo>
                    <a:pt x="32"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3" name="Freeform 760"/>
            <p:cNvSpPr>
              <a:spLocks/>
            </p:cNvSpPr>
            <p:nvPr/>
          </p:nvSpPr>
          <p:spPr bwMode="gray">
            <a:xfrm>
              <a:off x="3461817" y="4552293"/>
              <a:ext cx="364429" cy="316677"/>
            </a:xfrm>
            <a:custGeom>
              <a:avLst/>
              <a:gdLst>
                <a:gd name="T0" fmla="*/ 139 w 147"/>
                <a:gd name="T1" fmla="*/ 99 h 126"/>
                <a:gd name="T2" fmla="*/ 140 w 147"/>
                <a:gd name="T3" fmla="*/ 86 h 126"/>
                <a:gd name="T4" fmla="*/ 138 w 147"/>
                <a:gd name="T5" fmla="*/ 83 h 126"/>
                <a:gd name="T6" fmla="*/ 107 w 147"/>
                <a:gd name="T7" fmla="*/ 47 h 126"/>
                <a:gd name="T8" fmla="*/ 102 w 147"/>
                <a:gd name="T9" fmla="*/ 38 h 126"/>
                <a:gd name="T10" fmla="*/ 104 w 147"/>
                <a:gd name="T11" fmla="*/ 35 h 126"/>
                <a:gd name="T12" fmla="*/ 111 w 147"/>
                <a:gd name="T13" fmla="*/ 27 h 126"/>
                <a:gd name="T14" fmla="*/ 112 w 147"/>
                <a:gd name="T15" fmla="*/ 24 h 126"/>
                <a:gd name="T16" fmla="*/ 107 w 147"/>
                <a:gd name="T17" fmla="*/ 19 h 126"/>
                <a:gd name="T18" fmla="*/ 101 w 147"/>
                <a:gd name="T19" fmla="*/ 10 h 126"/>
                <a:gd name="T20" fmla="*/ 92 w 147"/>
                <a:gd name="T21" fmla="*/ 8 h 126"/>
                <a:gd name="T22" fmla="*/ 81 w 147"/>
                <a:gd name="T23" fmla="*/ 4 h 126"/>
                <a:gd name="T24" fmla="*/ 77 w 147"/>
                <a:gd name="T25" fmla="*/ 3 h 126"/>
                <a:gd name="T26" fmla="*/ 61 w 147"/>
                <a:gd name="T27" fmla="*/ 0 h 126"/>
                <a:gd name="T28" fmla="*/ 58 w 147"/>
                <a:gd name="T29" fmla="*/ 5 h 126"/>
                <a:gd name="T30" fmla="*/ 48 w 147"/>
                <a:gd name="T31" fmla="*/ 19 h 126"/>
                <a:gd name="T32" fmla="*/ 42 w 147"/>
                <a:gd name="T33" fmla="*/ 33 h 126"/>
                <a:gd name="T34" fmla="*/ 40 w 147"/>
                <a:gd name="T35" fmla="*/ 36 h 126"/>
                <a:gd name="T36" fmla="*/ 27 w 147"/>
                <a:gd name="T37" fmla="*/ 47 h 126"/>
                <a:gd name="T38" fmla="*/ 0 w 147"/>
                <a:gd name="T39" fmla="*/ 67 h 126"/>
                <a:gd name="T40" fmla="*/ 11 w 147"/>
                <a:gd name="T41" fmla="*/ 85 h 126"/>
                <a:gd name="T42" fmla="*/ 43 w 147"/>
                <a:gd name="T43" fmla="*/ 93 h 126"/>
                <a:gd name="T44" fmla="*/ 66 w 147"/>
                <a:gd name="T45" fmla="*/ 99 h 126"/>
                <a:gd name="T46" fmla="*/ 70 w 147"/>
                <a:gd name="T47" fmla="*/ 102 h 126"/>
                <a:gd name="T48" fmla="*/ 76 w 147"/>
                <a:gd name="T49" fmla="*/ 113 h 126"/>
                <a:gd name="T50" fmla="*/ 79 w 147"/>
                <a:gd name="T51" fmla="*/ 117 h 126"/>
                <a:gd name="T52" fmla="*/ 112 w 147"/>
                <a:gd name="T53" fmla="*/ 126 h 126"/>
                <a:gd name="T54" fmla="*/ 122 w 147"/>
                <a:gd name="T55" fmla="*/ 117 h 126"/>
                <a:gd name="T56" fmla="*/ 136 w 147"/>
                <a:gd name="T57" fmla="*/ 118 h 126"/>
                <a:gd name="T58" fmla="*/ 136 w 147"/>
                <a:gd name="T59" fmla="*/ 116 h 126"/>
                <a:gd name="T60" fmla="*/ 140 w 147"/>
                <a:gd name="T61" fmla="*/ 115 h 126"/>
                <a:gd name="T62" fmla="*/ 146 w 147"/>
                <a:gd name="T63" fmla="*/ 113 h 126"/>
                <a:gd name="T64" fmla="*/ 147 w 147"/>
                <a:gd name="T65" fmla="*/ 113 h 126"/>
                <a:gd name="T66" fmla="*/ 139 w 147"/>
                <a:gd name="T67" fmla="*/ 99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47" h="126">
                  <a:moveTo>
                    <a:pt x="139" y="99"/>
                  </a:moveTo>
                  <a:lnTo>
                    <a:pt x="139" y="99"/>
                  </a:lnTo>
                  <a:lnTo>
                    <a:pt x="140" y="91"/>
                  </a:lnTo>
                  <a:lnTo>
                    <a:pt x="140" y="86"/>
                  </a:lnTo>
                  <a:lnTo>
                    <a:pt x="138" y="83"/>
                  </a:lnTo>
                  <a:lnTo>
                    <a:pt x="138" y="83"/>
                  </a:lnTo>
                  <a:lnTo>
                    <a:pt x="118" y="61"/>
                  </a:lnTo>
                  <a:lnTo>
                    <a:pt x="107" y="47"/>
                  </a:lnTo>
                  <a:lnTo>
                    <a:pt x="103" y="41"/>
                  </a:lnTo>
                  <a:lnTo>
                    <a:pt x="102" y="38"/>
                  </a:lnTo>
                  <a:lnTo>
                    <a:pt x="102" y="38"/>
                  </a:lnTo>
                  <a:lnTo>
                    <a:pt x="104" y="35"/>
                  </a:lnTo>
                  <a:lnTo>
                    <a:pt x="108" y="31"/>
                  </a:lnTo>
                  <a:lnTo>
                    <a:pt x="111" y="27"/>
                  </a:lnTo>
                  <a:lnTo>
                    <a:pt x="112" y="25"/>
                  </a:lnTo>
                  <a:lnTo>
                    <a:pt x="112" y="24"/>
                  </a:lnTo>
                  <a:lnTo>
                    <a:pt x="112" y="24"/>
                  </a:lnTo>
                  <a:lnTo>
                    <a:pt x="107" y="19"/>
                  </a:lnTo>
                  <a:lnTo>
                    <a:pt x="101" y="10"/>
                  </a:lnTo>
                  <a:lnTo>
                    <a:pt x="101" y="10"/>
                  </a:lnTo>
                  <a:lnTo>
                    <a:pt x="92" y="8"/>
                  </a:lnTo>
                  <a:lnTo>
                    <a:pt x="92" y="8"/>
                  </a:lnTo>
                  <a:lnTo>
                    <a:pt x="85" y="6"/>
                  </a:lnTo>
                  <a:lnTo>
                    <a:pt x="81" y="4"/>
                  </a:lnTo>
                  <a:lnTo>
                    <a:pt x="77" y="3"/>
                  </a:lnTo>
                  <a:lnTo>
                    <a:pt x="77" y="3"/>
                  </a:lnTo>
                  <a:lnTo>
                    <a:pt x="72" y="1"/>
                  </a:lnTo>
                  <a:lnTo>
                    <a:pt x="61" y="0"/>
                  </a:lnTo>
                  <a:lnTo>
                    <a:pt x="61" y="0"/>
                  </a:lnTo>
                  <a:lnTo>
                    <a:pt x="58" y="5"/>
                  </a:lnTo>
                  <a:lnTo>
                    <a:pt x="54" y="9"/>
                  </a:lnTo>
                  <a:lnTo>
                    <a:pt x="48" y="19"/>
                  </a:lnTo>
                  <a:lnTo>
                    <a:pt x="43" y="28"/>
                  </a:lnTo>
                  <a:lnTo>
                    <a:pt x="42" y="33"/>
                  </a:lnTo>
                  <a:lnTo>
                    <a:pt x="42" y="33"/>
                  </a:lnTo>
                  <a:lnTo>
                    <a:pt x="40" y="36"/>
                  </a:lnTo>
                  <a:lnTo>
                    <a:pt x="38" y="38"/>
                  </a:lnTo>
                  <a:lnTo>
                    <a:pt x="27" y="47"/>
                  </a:lnTo>
                  <a:lnTo>
                    <a:pt x="0" y="67"/>
                  </a:lnTo>
                  <a:lnTo>
                    <a:pt x="0" y="67"/>
                  </a:lnTo>
                  <a:lnTo>
                    <a:pt x="11" y="85"/>
                  </a:lnTo>
                  <a:lnTo>
                    <a:pt x="11" y="85"/>
                  </a:lnTo>
                  <a:lnTo>
                    <a:pt x="27" y="89"/>
                  </a:lnTo>
                  <a:lnTo>
                    <a:pt x="43" y="93"/>
                  </a:lnTo>
                  <a:lnTo>
                    <a:pt x="58" y="96"/>
                  </a:lnTo>
                  <a:lnTo>
                    <a:pt x="66" y="99"/>
                  </a:lnTo>
                  <a:lnTo>
                    <a:pt x="66" y="99"/>
                  </a:lnTo>
                  <a:lnTo>
                    <a:pt x="70" y="102"/>
                  </a:lnTo>
                  <a:lnTo>
                    <a:pt x="74" y="109"/>
                  </a:lnTo>
                  <a:lnTo>
                    <a:pt x="76" y="113"/>
                  </a:lnTo>
                  <a:lnTo>
                    <a:pt x="79" y="117"/>
                  </a:lnTo>
                  <a:lnTo>
                    <a:pt x="79" y="117"/>
                  </a:lnTo>
                  <a:lnTo>
                    <a:pt x="91" y="121"/>
                  </a:lnTo>
                  <a:lnTo>
                    <a:pt x="112" y="126"/>
                  </a:lnTo>
                  <a:lnTo>
                    <a:pt x="122" y="117"/>
                  </a:lnTo>
                  <a:lnTo>
                    <a:pt x="122" y="117"/>
                  </a:lnTo>
                  <a:lnTo>
                    <a:pt x="136" y="118"/>
                  </a:lnTo>
                  <a:lnTo>
                    <a:pt x="136" y="118"/>
                  </a:lnTo>
                  <a:lnTo>
                    <a:pt x="136" y="116"/>
                  </a:lnTo>
                  <a:lnTo>
                    <a:pt x="136" y="116"/>
                  </a:lnTo>
                  <a:lnTo>
                    <a:pt x="138" y="115"/>
                  </a:lnTo>
                  <a:lnTo>
                    <a:pt x="140" y="115"/>
                  </a:lnTo>
                  <a:lnTo>
                    <a:pt x="146" y="113"/>
                  </a:lnTo>
                  <a:lnTo>
                    <a:pt x="146" y="113"/>
                  </a:lnTo>
                  <a:lnTo>
                    <a:pt x="147" y="113"/>
                  </a:lnTo>
                  <a:lnTo>
                    <a:pt x="147" y="113"/>
                  </a:lnTo>
                  <a:lnTo>
                    <a:pt x="143" y="106"/>
                  </a:lnTo>
                  <a:lnTo>
                    <a:pt x="139" y="9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4" name="Freeform 762"/>
            <p:cNvSpPr>
              <a:spLocks noEditPoints="1"/>
            </p:cNvSpPr>
            <p:nvPr/>
          </p:nvSpPr>
          <p:spPr bwMode="gray">
            <a:xfrm>
              <a:off x="3754351" y="3639961"/>
              <a:ext cx="1385821" cy="746454"/>
            </a:xfrm>
            <a:custGeom>
              <a:avLst/>
              <a:gdLst>
                <a:gd name="T0" fmla="*/ 490 w 559"/>
                <a:gd name="T1" fmla="*/ 106 h 297"/>
                <a:gd name="T2" fmla="*/ 452 w 559"/>
                <a:gd name="T3" fmla="*/ 92 h 297"/>
                <a:gd name="T4" fmla="*/ 405 w 559"/>
                <a:gd name="T5" fmla="*/ 36 h 297"/>
                <a:gd name="T6" fmla="*/ 368 w 559"/>
                <a:gd name="T7" fmla="*/ 50 h 297"/>
                <a:gd name="T8" fmla="*/ 359 w 559"/>
                <a:gd name="T9" fmla="*/ 26 h 297"/>
                <a:gd name="T10" fmla="*/ 327 w 559"/>
                <a:gd name="T11" fmla="*/ 10 h 297"/>
                <a:gd name="T12" fmla="*/ 304 w 559"/>
                <a:gd name="T13" fmla="*/ 1 h 297"/>
                <a:gd name="T14" fmla="*/ 247 w 559"/>
                <a:gd name="T15" fmla="*/ 13 h 297"/>
                <a:gd name="T16" fmla="*/ 215 w 559"/>
                <a:gd name="T17" fmla="*/ 25 h 297"/>
                <a:gd name="T18" fmla="*/ 189 w 559"/>
                <a:gd name="T19" fmla="*/ 64 h 297"/>
                <a:gd name="T20" fmla="*/ 183 w 559"/>
                <a:gd name="T21" fmla="*/ 82 h 297"/>
                <a:gd name="T22" fmla="*/ 154 w 559"/>
                <a:gd name="T23" fmla="*/ 89 h 297"/>
                <a:gd name="T24" fmla="*/ 116 w 559"/>
                <a:gd name="T25" fmla="*/ 80 h 297"/>
                <a:gd name="T26" fmla="*/ 101 w 559"/>
                <a:gd name="T27" fmla="*/ 87 h 297"/>
                <a:gd name="T28" fmla="*/ 64 w 559"/>
                <a:gd name="T29" fmla="*/ 70 h 297"/>
                <a:gd name="T30" fmla="*/ 44 w 559"/>
                <a:gd name="T31" fmla="*/ 90 h 297"/>
                <a:gd name="T32" fmla="*/ 10 w 559"/>
                <a:gd name="T33" fmla="*/ 114 h 297"/>
                <a:gd name="T34" fmla="*/ 7 w 559"/>
                <a:gd name="T35" fmla="*/ 158 h 297"/>
                <a:gd name="T36" fmla="*/ 22 w 559"/>
                <a:gd name="T37" fmla="*/ 180 h 297"/>
                <a:gd name="T38" fmla="*/ 49 w 559"/>
                <a:gd name="T39" fmla="*/ 177 h 297"/>
                <a:gd name="T40" fmla="*/ 87 w 559"/>
                <a:gd name="T41" fmla="*/ 180 h 297"/>
                <a:gd name="T42" fmla="*/ 77 w 559"/>
                <a:gd name="T43" fmla="*/ 207 h 297"/>
                <a:gd name="T44" fmla="*/ 61 w 559"/>
                <a:gd name="T45" fmla="*/ 219 h 297"/>
                <a:gd name="T46" fmla="*/ 54 w 559"/>
                <a:gd name="T47" fmla="*/ 225 h 297"/>
                <a:gd name="T48" fmla="*/ 59 w 559"/>
                <a:gd name="T49" fmla="*/ 236 h 297"/>
                <a:gd name="T50" fmla="*/ 73 w 559"/>
                <a:gd name="T51" fmla="*/ 259 h 297"/>
                <a:gd name="T52" fmla="*/ 77 w 559"/>
                <a:gd name="T53" fmla="*/ 277 h 297"/>
                <a:gd name="T54" fmla="*/ 86 w 559"/>
                <a:gd name="T55" fmla="*/ 275 h 297"/>
                <a:gd name="T56" fmla="*/ 98 w 559"/>
                <a:gd name="T57" fmla="*/ 268 h 297"/>
                <a:gd name="T58" fmla="*/ 117 w 559"/>
                <a:gd name="T59" fmla="*/ 283 h 297"/>
                <a:gd name="T60" fmla="*/ 166 w 559"/>
                <a:gd name="T61" fmla="*/ 194 h 297"/>
                <a:gd name="T62" fmla="*/ 175 w 559"/>
                <a:gd name="T63" fmla="*/ 188 h 297"/>
                <a:gd name="T64" fmla="*/ 185 w 559"/>
                <a:gd name="T65" fmla="*/ 186 h 297"/>
                <a:gd name="T66" fmla="*/ 192 w 559"/>
                <a:gd name="T67" fmla="*/ 194 h 297"/>
                <a:gd name="T68" fmla="*/ 194 w 559"/>
                <a:gd name="T69" fmla="*/ 234 h 297"/>
                <a:gd name="T70" fmla="*/ 229 w 559"/>
                <a:gd name="T71" fmla="*/ 245 h 297"/>
                <a:gd name="T72" fmla="*/ 247 w 559"/>
                <a:gd name="T73" fmla="*/ 263 h 297"/>
                <a:gd name="T74" fmla="*/ 250 w 559"/>
                <a:gd name="T75" fmla="*/ 282 h 297"/>
                <a:gd name="T76" fmla="*/ 276 w 559"/>
                <a:gd name="T77" fmla="*/ 297 h 297"/>
                <a:gd name="T78" fmla="*/ 294 w 559"/>
                <a:gd name="T79" fmla="*/ 281 h 297"/>
                <a:gd name="T80" fmla="*/ 331 w 559"/>
                <a:gd name="T81" fmla="*/ 265 h 297"/>
                <a:gd name="T82" fmla="*/ 378 w 559"/>
                <a:gd name="T83" fmla="*/ 249 h 297"/>
                <a:gd name="T84" fmla="*/ 457 w 559"/>
                <a:gd name="T85" fmla="*/ 265 h 297"/>
                <a:gd name="T86" fmla="*/ 460 w 559"/>
                <a:gd name="T87" fmla="*/ 231 h 297"/>
                <a:gd name="T88" fmla="*/ 469 w 559"/>
                <a:gd name="T89" fmla="*/ 210 h 297"/>
                <a:gd name="T90" fmla="*/ 487 w 559"/>
                <a:gd name="T91" fmla="*/ 201 h 297"/>
                <a:gd name="T92" fmla="*/ 494 w 559"/>
                <a:gd name="T93" fmla="*/ 178 h 297"/>
                <a:gd name="T94" fmla="*/ 527 w 559"/>
                <a:gd name="T95" fmla="*/ 176 h 297"/>
                <a:gd name="T96" fmla="*/ 535 w 559"/>
                <a:gd name="T97" fmla="*/ 150 h 297"/>
                <a:gd name="T98" fmla="*/ 559 w 559"/>
                <a:gd name="T99" fmla="*/ 132 h 297"/>
                <a:gd name="T100" fmla="*/ 420 w 559"/>
                <a:gd name="T101" fmla="*/ 193 h 297"/>
                <a:gd name="T102" fmla="*/ 384 w 559"/>
                <a:gd name="T103" fmla="*/ 202 h 297"/>
                <a:gd name="T104" fmla="*/ 375 w 559"/>
                <a:gd name="T105" fmla="*/ 218 h 297"/>
                <a:gd name="T106" fmla="*/ 368 w 559"/>
                <a:gd name="T107" fmla="*/ 199 h 297"/>
                <a:gd name="T108" fmla="*/ 386 w 559"/>
                <a:gd name="T109" fmla="*/ 185 h 297"/>
                <a:gd name="T110" fmla="*/ 436 w 559"/>
                <a:gd name="T111" fmla="*/ 186 h 297"/>
                <a:gd name="T112" fmla="*/ 508 w 559"/>
                <a:gd name="T113" fmla="*/ 166 h 297"/>
                <a:gd name="T114" fmla="*/ 497 w 559"/>
                <a:gd name="T115" fmla="*/ 145 h 297"/>
                <a:gd name="T116" fmla="*/ 512 w 559"/>
                <a:gd name="T117" fmla="*/ 156 h 2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59" h="297">
                  <a:moveTo>
                    <a:pt x="558" y="130"/>
                  </a:moveTo>
                  <a:lnTo>
                    <a:pt x="558" y="130"/>
                  </a:lnTo>
                  <a:lnTo>
                    <a:pt x="546" y="124"/>
                  </a:lnTo>
                  <a:lnTo>
                    <a:pt x="529" y="116"/>
                  </a:lnTo>
                  <a:lnTo>
                    <a:pt x="511" y="108"/>
                  </a:lnTo>
                  <a:lnTo>
                    <a:pt x="505" y="106"/>
                  </a:lnTo>
                  <a:lnTo>
                    <a:pt x="500" y="105"/>
                  </a:lnTo>
                  <a:lnTo>
                    <a:pt x="500" y="105"/>
                  </a:lnTo>
                  <a:lnTo>
                    <a:pt x="490" y="106"/>
                  </a:lnTo>
                  <a:lnTo>
                    <a:pt x="485" y="106"/>
                  </a:lnTo>
                  <a:lnTo>
                    <a:pt x="480" y="103"/>
                  </a:lnTo>
                  <a:lnTo>
                    <a:pt x="480" y="103"/>
                  </a:lnTo>
                  <a:lnTo>
                    <a:pt x="471" y="97"/>
                  </a:lnTo>
                  <a:lnTo>
                    <a:pt x="468" y="95"/>
                  </a:lnTo>
                  <a:lnTo>
                    <a:pt x="464" y="94"/>
                  </a:lnTo>
                  <a:lnTo>
                    <a:pt x="464" y="94"/>
                  </a:lnTo>
                  <a:lnTo>
                    <a:pt x="458" y="94"/>
                  </a:lnTo>
                  <a:lnTo>
                    <a:pt x="452" y="92"/>
                  </a:lnTo>
                  <a:lnTo>
                    <a:pt x="447" y="89"/>
                  </a:lnTo>
                  <a:lnTo>
                    <a:pt x="444" y="87"/>
                  </a:lnTo>
                  <a:lnTo>
                    <a:pt x="442" y="84"/>
                  </a:lnTo>
                  <a:lnTo>
                    <a:pt x="442" y="84"/>
                  </a:lnTo>
                  <a:lnTo>
                    <a:pt x="436" y="73"/>
                  </a:lnTo>
                  <a:lnTo>
                    <a:pt x="426" y="57"/>
                  </a:lnTo>
                  <a:lnTo>
                    <a:pt x="414" y="42"/>
                  </a:lnTo>
                  <a:lnTo>
                    <a:pt x="409" y="37"/>
                  </a:lnTo>
                  <a:lnTo>
                    <a:pt x="405" y="36"/>
                  </a:lnTo>
                  <a:lnTo>
                    <a:pt x="405" y="36"/>
                  </a:lnTo>
                  <a:lnTo>
                    <a:pt x="401" y="37"/>
                  </a:lnTo>
                  <a:lnTo>
                    <a:pt x="396" y="38"/>
                  </a:lnTo>
                  <a:lnTo>
                    <a:pt x="388" y="46"/>
                  </a:lnTo>
                  <a:lnTo>
                    <a:pt x="380" y="52"/>
                  </a:lnTo>
                  <a:lnTo>
                    <a:pt x="377" y="53"/>
                  </a:lnTo>
                  <a:lnTo>
                    <a:pt x="373" y="53"/>
                  </a:lnTo>
                  <a:lnTo>
                    <a:pt x="373" y="53"/>
                  </a:lnTo>
                  <a:lnTo>
                    <a:pt x="368" y="50"/>
                  </a:lnTo>
                  <a:lnTo>
                    <a:pt x="363" y="46"/>
                  </a:lnTo>
                  <a:lnTo>
                    <a:pt x="361" y="42"/>
                  </a:lnTo>
                  <a:lnTo>
                    <a:pt x="359" y="39"/>
                  </a:lnTo>
                  <a:lnTo>
                    <a:pt x="359" y="37"/>
                  </a:lnTo>
                  <a:lnTo>
                    <a:pt x="359" y="37"/>
                  </a:lnTo>
                  <a:lnTo>
                    <a:pt x="361" y="31"/>
                  </a:lnTo>
                  <a:lnTo>
                    <a:pt x="361" y="28"/>
                  </a:lnTo>
                  <a:lnTo>
                    <a:pt x="359" y="26"/>
                  </a:lnTo>
                  <a:lnTo>
                    <a:pt x="359" y="26"/>
                  </a:lnTo>
                  <a:lnTo>
                    <a:pt x="357" y="25"/>
                  </a:lnTo>
                  <a:lnTo>
                    <a:pt x="353" y="23"/>
                  </a:lnTo>
                  <a:lnTo>
                    <a:pt x="342" y="23"/>
                  </a:lnTo>
                  <a:lnTo>
                    <a:pt x="332" y="22"/>
                  </a:lnTo>
                  <a:lnTo>
                    <a:pt x="329" y="22"/>
                  </a:lnTo>
                  <a:lnTo>
                    <a:pt x="326" y="21"/>
                  </a:lnTo>
                  <a:lnTo>
                    <a:pt x="326" y="21"/>
                  </a:lnTo>
                  <a:lnTo>
                    <a:pt x="326" y="16"/>
                  </a:lnTo>
                  <a:lnTo>
                    <a:pt x="327" y="10"/>
                  </a:lnTo>
                  <a:lnTo>
                    <a:pt x="327" y="5"/>
                  </a:lnTo>
                  <a:lnTo>
                    <a:pt x="327" y="2"/>
                  </a:lnTo>
                  <a:lnTo>
                    <a:pt x="326" y="2"/>
                  </a:lnTo>
                  <a:lnTo>
                    <a:pt x="326" y="2"/>
                  </a:lnTo>
                  <a:lnTo>
                    <a:pt x="320" y="4"/>
                  </a:lnTo>
                  <a:lnTo>
                    <a:pt x="318" y="4"/>
                  </a:lnTo>
                  <a:lnTo>
                    <a:pt x="313" y="4"/>
                  </a:lnTo>
                  <a:lnTo>
                    <a:pt x="313" y="4"/>
                  </a:lnTo>
                  <a:lnTo>
                    <a:pt x="304" y="1"/>
                  </a:lnTo>
                  <a:lnTo>
                    <a:pt x="302" y="1"/>
                  </a:lnTo>
                  <a:lnTo>
                    <a:pt x="299" y="0"/>
                  </a:lnTo>
                  <a:lnTo>
                    <a:pt x="299" y="0"/>
                  </a:lnTo>
                  <a:lnTo>
                    <a:pt x="282" y="7"/>
                  </a:lnTo>
                  <a:lnTo>
                    <a:pt x="271" y="11"/>
                  </a:lnTo>
                  <a:lnTo>
                    <a:pt x="263" y="13"/>
                  </a:lnTo>
                  <a:lnTo>
                    <a:pt x="263" y="13"/>
                  </a:lnTo>
                  <a:lnTo>
                    <a:pt x="252" y="13"/>
                  </a:lnTo>
                  <a:lnTo>
                    <a:pt x="247" y="13"/>
                  </a:lnTo>
                  <a:lnTo>
                    <a:pt x="244" y="15"/>
                  </a:lnTo>
                  <a:lnTo>
                    <a:pt x="244" y="15"/>
                  </a:lnTo>
                  <a:lnTo>
                    <a:pt x="242" y="17"/>
                  </a:lnTo>
                  <a:lnTo>
                    <a:pt x="241" y="18"/>
                  </a:lnTo>
                  <a:lnTo>
                    <a:pt x="239" y="18"/>
                  </a:lnTo>
                  <a:lnTo>
                    <a:pt x="239" y="18"/>
                  </a:lnTo>
                  <a:lnTo>
                    <a:pt x="233" y="20"/>
                  </a:lnTo>
                  <a:lnTo>
                    <a:pt x="224" y="22"/>
                  </a:lnTo>
                  <a:lnTo>
                    <a:pt x="215" y="25"/>
                  </a:lnTo>
                  <a:lnTo>
                    <a:pt x="210" y="28"/>
                  </a:lnTo>
                  <a:lnTo>
                    <a:pt x="210" y="28"/>
                  </a:lnTo>
                  <a:lnTo>
                    <a:pt x="207" y="34"/>
                  </a:lnTo>
                  <a:lnTo>
                    <a:pt x="204" y="41"/>
                  </a:lnTo>
                  <a:lnTo>
                    <a:pt x="202" y="48"/>
                  </a:lnTo>
                  <a:lnTo>
                    <a:pt x="199" y="53"/>
                  </a:lnTo>
                  <a:lnTo>
                    <a:pt x="199" y="53"/>
                  </a:lnTo>
                  <a:lnTo>
                    <a:pt x="193" y="60"/>
                  </a:lnTo>
                  <a:lnTo>
                    <a:pt x="189" y="64"/>
                  </a:lnTo>
                  <a:lnTo>
                    <a:pt x="185" y="66"/>
                  </a:lnTo>
                  <a:lnTo>
                    <a:pt x="185" y="66"/>
                  </a:lnTo>
                  <a:lnTo>
                    <a:pt x="180" y="69"/>
                  </a:lnTo>
                  <a:lnTo>
                    <a:pt x="178" y="73"/>
                  </a:lnTo>
                  <a:lnTo>
                    <a:pt x="178" y="75"/>
                  </a:lnTo>
                  <a:lnTo>
                    <a:pt x="180" y="78"/>
                  </a:lnTo>
                  <a:lnTo>
                    <a:pt x="180" y="78"/>
                  </a:lnTo>
                  <a:lnTo>
                    <a:pt x="182" y="80"/>
                  </a:lnTo>
                  <a:lnTo>
                    <a:pt x="183" y="82"/>
                  </a:lnTo>
                  <a:lnTo>
                    <a:pt x="182" y="86"/>
                  </a:lnTo>
                  <a:lnTo>
                    <a:pt x="181" y="87"/>
                  </a:lnTo>
                  <a:lnTo>
                    <a:pt x="181" y="87"/>
                  </a:lnTo>
                  <a:lnTo>
                    <a:pt x="176" y="87"/>
                  </a:lnTo>
                  <a:lnTo>
                    <a:pt x="171" y="86"/>
                  </a:lnTo>
                  <a:lnTo>
                    <a:pt x="162" y="84"/>
                  </a:lnTo>
                  <a:lnTo>
                    <a:pt x="162" y="84"/>
                  </a:lnTo>
                  <a:lnTo>
                    <a:pt x="157" y="87"/>
                  </a:lnTo>
                  <a:lnTo>
                    <a:pt x="154" y="89"/>
                  </a:lnTo>
                  <a:lnTo>
                    <a:pt x="151" y="89"/>
                  </a:lnTo>
                  <a:lnTo>
                    <a:pt x="151" y="89"/>
                  </a:lnTo>
                  <a:lnTo>
                    <a:pt x="139" y="84"/>
                  </a:lnTo>
                  <a:lnTo>
                    <a:pt x="125" y="76"/>
                  </a:lnTo>
                  <a:lnTo>
                    <a:pt x="125" y="76"/>
                  </a:lnTo>
                  <a:lnTo>
                    <a:pt x="122" y="75"/>
                  </a:lnTo>
                  <a:lnTo>
                    <a:pt x="119" y="75"/>
                  </a:lnTo>
                  <a:lnTo>
                    <a:pt x="117" y="78"/>
                  </a:lnTo>
                  <a:lnTo>
                    <a:pt x="116" y="80"/>
                  </a:lnTo>
                  <a:lnTo>
                    <a:pt x="116" y="80"/>
                  </a:lnTo>
                  <a:lnTo>
                    <a:pt x="116" y="84"/>
                  </a:lnTo>
                  <a:lnTo>
                    <a:pt x="114" y="87"/>
                  </a:lnTo>
                  <a:lnTo>
                    <a:pt x="112" y="90"/>
                  </a:lnTo>
                  <a:lnTo>
                    <a:pt x="111" y="91"/>
                  </a:lnTo>
                  <a:lnTo>
                    <a:pt x="107" y="91"/>
                  </a:lnTo>
                  <a:lnTo>
                    <a:pt x="107" y="91"/>
                  </a:lnTo>
                  <a:lnTo>
                    <a:pt x="105" y="91"/>
                  </a:lnTo>
                  <a:lnTo>
                    <a:pt x="101" y="87"/>
                  </a:lnTo>
                  <a:lnTo>
                    <a:pt x="95" y="80"/>
                  </a:lnTo>
                  <a:lnTo>
                    <a:pt x="85" y="66"/>
                  </a:lnTo>
                  <a:lnTo>
                    <a:pt x="85" y="66"/>
                  </a:lnTo>
                  <a:lnTo>
                    <a:pt x="84" y="66"/>
                  </a:lnTo>
                  <a:lnTo>
                    <a:pt x="81" y="69"/>
                  </a:lnTo>
                  <a:lnTo>
                    <a:pt x="77" y="70"/>
                  </a:lnTo>
                  <a:lnTo>
                    <a:pt x="74" y="71"/>
                  </a:lnTo>
                  <a:lnTo>
                    <a:pt x="74" y="71"/>
                  </a:lnTo>
                  <a:lnTo>
                    <a:pt x="64" y="70"/>
                  </a:lnTo>
                  <a:lnTo>
                    <a:pt x="59" y="70"/>
                  </a:lnTo>
                  <a:lnTo>
                    <a:pt x="55" y="71"/>
                  </a:lnTo>
                  <a:lnTo>
                    <a:pt x="55" y="71"/>
                  </a:lnTo>
                  <a:lnTo>
                    <a:pt x="54" y="75"/>
                  </a:lnTo>
                  <a:lnTo>
                    <a:pt x="52" y="81"/>
                  </a:lnTo>
                  <a:lnTo>
                    <a:pt x="48" y="87"/>
                  </a:lnTo>
                  <a:lnTo>
                    <a:pt x="47" y="89"/>
                  </a:lnTo>
                  <a:lnTo>
                    <a:pt x="44" y="90"/>
                  </a:lnTo>
                  <a:lnTo>
                    <a:pt x="44" y="90"/>
                  </a:lnTo>
                  <a:lnTo>
                    <a:pt x="31" y="91"/>
                  </a:lnTo>
                  <a:lnTo>
                    <a:pt x="23" y="91"/>
                  </a:lnTo>
                  <a:lnTo>
                    <a:pt x="20" y="92"/>
                  </a:lnTo>
                  <a:lnTo>
                    <a:pt x="20" y="92"/>
                  </a:lnTo>
                  <a:lnTo>
                    <a:pt x="17" y="96"/>
                  </a:lnTo>
                  <a:lnTo>
                    <a:pt x="16" y="101"/>
                  </a:lnTo>
                  <a:lnTo>
                    <a:pt x="15" y="107"/>
                  </a:lnTo>
                  <a:lnTo>
                    <a:pt x="15" y="107"/>
                  </a:lnTo>
                  <a:lnTo>
                    <a:pt x="10" y="114"/>
                  </a:lnTo>
                  <a:lnTo>
                    <a:pt x="6" y="121"/>
                  </a:lnTo>
                  <a:lnTo>
                    <a:pt x="2" y="127"/>
                  </a:lnTo>
                  <a:lnTo>
                    <a:pt x="2" y="127"/>
                  </a:lnTo>
                  <a:lnTo>
                    <a:pt x="1" y="133"/>
                  </a:lnTo>
                  <a:lnTo>
                    <a:pt x="0" y="139"/>
                  </a:lnTo>
                  <a:lnTo>
                    <a:pt x="0" y="144"/>
                  </a:lnTo>
                  <a:lnTo>
                    <a:pt x="1" y="149"/>
                  </a:lnTo>
                  <a:lnTo>
                    <a:pt x="1" y="149"/>
                  </a:lnTo>
                  <a:lnTo>
                    <a:pt x="7" y="158"/>
                  </a:lnTo>
                  <a:lnTo>
                    <a:pt x="11" y="161"/>
                  </a:lnTo>
                  <a:lnTo>
                    <a:pt x="16" y="162"/>
                  </a:lnTo>
                  <a:lnTo>
                    <a:pt x="16" y="162"/>
                  </a:lnTo>
                  <a:lnTo>
                    <a:pt x="23" y="165"/>
                  </a:lnTo>
                  <a:lnTo>
                    <a:pt x="25" y="165"/>
                  </a:lnTo>
                  <a:lnTo>
                    <a:pt x="25" y="167"/>
                  </a:lnTo>
                  <a:lnTo>
                    <a:pt x="25" y="167"/>
                  </a:lnTo>
                  <a:lnTo>
                    <a:pt x="23" y="176"/>
                  </a:lnTo>
                  <a:lnTo>
                    <a:pt x="22" y="180"/>
                  </a:lnTo>
                  <a:lnTo>
                    <a:pt x="23" y="182"/>
                  </a:lnTo>
                  <a:lnTo>
                    <a:pt x="23" y="182"/>
                  </a:lnTo>
                  <a:lnTo>
                    <a:pt x="28" y="188"/>
                  </a:lnTo>
                  <a:lnTo>
                    <a:pt x="28" y="188"/>
                  </a:lnTo>
                  <a:lnTo>
                    <a:pt x="34" y="186"/>
                  </a:lnTo>
                  <a:lnTo>
                    <a:pt x="34" y="186"/>
                  </a:lnTo>
                  <a:lnTo>
                    <a:pt x="41" y="182"/>
                  </a:lnTo>
                  <a:lnTo>
                    <a:pt x="45" y="178"/>
                  </a:lnTo>
                  <a:lnTo>
                    <a:pt x="49" y="177"/>
                  </a:lnTo>
                  <a:lnTo>
                    <a:pt x="49" y="177"/>
                  </a:lnTo>
                  <a:lnTo>
                    <a:pt x="58" y="175"/>
                  </a:lnTo>
                  <a:lnTo>
                    <a:pt x="66" y="175"/>
                  </a:lnTo>
                  <a:lnTo>
                    <a:pt x="66" y="175"/>
                  </a:lnTo>
                  <a:lnTo>
                    <a:pt x="76" y="175"/>
                  </a:lnTo>
                  <a:lnTo>
                    <a:pt x="80" y="175"/>
                  </a:lnTo>
                  <a:lnTo>
                    <a:pt x="84" y="176"/>
                  </a:lnTo>
                  <a:lnTo>
                    <a:pt x="84" y="176"/>
                  </a:lnTo>
                  <a:lnTo>
                    <a:pt x="87" y="180"/>
                  </a:lnTo>
                  <a:lnTo>
                    <a:pt x="89" y="183"/>
                  </a:lnTo>
                  <a:lnTo>
                    <a:pt x="90" y="187"/>
                  </a:lnTo>
                  <a:lnTo>
                    <a:pt x="89" y="191"/>
                  </a:lnTo>
                  <a:lnTo>
                    <a:pt x="89" y="191"/>
                  </a:lnTo>
                  <a:lnTo>
                    <a:pt x="85" y="198"/>
                  </a:lnTo>
                  <a:lnTo>
                    <a:pt x="81" y="204"/>
                  </a:lnTo>
                  <a:lnTo>
                    <a:pt x="81" y="204"/>
                  </a:lnTo>
                  <a:lnTo>
                    <a:pt x="80" y="206"/>
                  </a:lnTo>
                  <a:lnTo>
                    <a:pt x="77" y="207"/>
                  </a:lnTo>
                  <a:lnTo>
                    <a:pt x="71" y="208"/>
                  </a:lnTo>
                  <a:lnTo>
                    <a:pt x="71" y="208"/>
                  </a:lnTo>
                  <a:lnTo>
                    <a:pt x="65" y="207"/>
                  </a:lnTo>
                  <a:lnTo>
                    <a:pt x="63" y="207"/>
                  </a:lnTo>
                  <a:lnTo>
                    <a:pt x="61" y="209"/>
                  </a:lnTo>
                  <a:lnTo>
                    <a:pt x="61" y="209"/>
                  </a:lnTo>
                  <a:lnTo>
                    <a:pt x="60" y="212"/>
                  </a:lnTo>
                  <a:lnTo>
                    <a:pt x="61" y="215"/>
                  </a:lnTo>
                  <a:lnTo>
                    <a:pt x="61" y="219"/>
                  </a:lnTo>
                  <a:lnTo>
                    <a:pt x="60" y="220"/>
                  </a:lnTo>
                  <a:lnTo>
                    <a:pt x="60" y="220"/>
                  </a:lnTo>
                  <a:lnTo>
                    <a:pt x="59" y="220"/>
                  </a:lnTo>
                  <a:lnTo>
                    <a:pt x="59" y="223"/>
                  </a:lnTo>
                  <a:lnTo>
                    <a:pt x="60" y="225"/>
                  </a:lnTo>
                  <a:lnTo>
                    <a:pt x="59" y="227"/>
                  </a:lnTo>
                  <a:lnTo>
                    <a:pt x="59" y="227"/>
                  </a:lnTo>
                  <a:lnTo>
                    <a:pt x="57" y="225"/>
                  </a:lnTo>
                  <a:lnTo>
                    <a:pt x="54" y="225"/>
                  </a:lnTo>
                  <a:lnTo>
                    <a:pt x="52" y="224"/>
                  </a:lnTo>
                  <a:lnTo>
                    <a:pt x="50" y="227"/>
                  </a:lnTo>
                  <a:lnTo>
                    <a:pt x="50" y="227"/>
                  </a:lnTo>
                  <a:lnTo>
                    <a:pt x="49" y="229"/>
                  </a:lnTo>
                  <a:lnTo>
                    <a:pt x="53" y="231"/>
                  </a:lnTo>
                  <a:lnTo>
                    <a:pt x="53" y="231"/>
                  </a:lnTo>
                  <a:lnTo>
                    <a:pt x="55" y="233"/>
                  </a:lnTo>
                  <a:lnTo>
                    <a:pt x="57" y="234"/>
                  </a:lnTo>
                  <a:lnTo>
                    <a:pt x="59" y="236"/>
                  </a:lnTo>
                  <a:lnTo>
                    <a:pt x="59" y="241"/>
                  </a:lnTo>
                  <a:lnTo>
                    <a:pt x="59" y="241"/>
                  </a:lnTo>
                  <a:lnTo>
                    <a:pt x="61" y="247"/>
                  </a:lnTo>
                  <a:lnTo>
                    <a:pt x="63" y="250"/>
                  </a:lnTo>
                  <a:lnTo>
                    <a:pt x="65" y="250"/>
                  </a:lnTo>
                  <a:lnTo>
                    <a:pt x="65" y="250"/>
                  </a:lnTo>
                  <a:lnTo>
                    <a:pt x="69" y="254"/>
                  </a:lnTo>
                  <a:lnTo>
                    <a:pt x="73" y="259"/>
                  </a:lnTo>
                  <a:lnTo>
                    <a:pt x="73" y="259"/>
                  </a:lnTo>
                  <a:lnTo>
                    <a:pt x="74" y="260"/>
                  </a:lnTo>
                  <a:lnTo>
                    <a:pt x="75" y="260"/>
                  </a:lnTo>
                  <a:lnTo>
                    <a:pt x="76" y="260"/>
                  </a:lnTo>
                  <a:lnTo>
                    <a:pt x="76" y="261"/>
                  </a:lnTo>
                  <a:lnTo>
                    <a:pt x="76" y="261"/>
                  </a:lnTo>
                  <a:lnTo>
                    <a:pt x="76" y="270"/>
                  </a:lnTo>
                  <a:lnTo>
                    <a:pt x="76" y="275"/>
                  </a:lnTo>
                  <a:lnTo>
                    <a:pt x="77" y="277"/>
                  </a:lnTo>
                  <a:lnTo>
                    <a:pt x="77" y="277"/>
                  </a:lnTo>
                  <a:lnTo>
                    <a:pt x="81" y="283"/>
                  </a:lnTo>
                  <a:lnTo>
                    <a:pt x="82" y="284"/>
                  </a:lnTo>
                  <a:lnTo>
                    <a:pt x="84" y="286"/>
                  </a:lnTo>
                  <a:lnTo>
                    <a:pt x="84" y="284"/>
                  </a:lnTo>
                  <a:lnTo>
                    <a:pt x="84" y="284"/>
                  </a:lnTo>
                  <a:lnTo>
                    <a:pt x="85" y="281"/>
                  </a:lnTo>
                  <a:lnTo>
                    <a:pt x="85" y="278"/>
                  </a:lnTo>
                  <a:lnTo>
                    <a:pt x="86" y="275"/>
                  </a:lnTo>
                  <a:lnTo>
                    <a:pt x="86" y="275"/>
                  </a:lnTo>
                  <a:lnTo>
                    <a:pt x="90" y="271"/>
                  </a:lnTo>
                  <a:lnTo>
                    <a:pt x="91" y="270"/>
                  </a:lnTo>
                  <a:lnTo>
                    <a:pt x="93" y="271"/>
                  </a:lnTo>
                  <a:lnTo>
                    <a:pt x="93" y="271"/>
                  </a:lnTo>
                  <a:lnTo>
                    <a:pt x="95" y="271"/>
                  </a:lnTo>
                  <a:lnTo>
                    <a:pt x="97" y="270"/>
                  </a:lnTo>
                  <a:lnTo>
                    <a:pt x="98" y="268"/>
                  </a:lnTo>
                  <a:lnTo>
                    <a:pt x="98" y="268"/>
                  </a:lnTo>
                  <a:lnTo>
                    <a:pt x="98" y="268"/>
                  </a:lnTo>
                  <a:lnTo>
                    <a:pt x="98" y="270"/>
                  </a:lnTo>
                  <a:lnTo>
                    <a:pt x="98" y="270"/>
                  </a:lnTo>
                  <a:lnTo>
                    <a:pt x="101" y="268"/>
                  </a:lnTo>
                  <a:lnTo>
                    <a:pt x="102" y="267"/>
                  </a:lnTo>
                  <a:lnTo>
                    <a:pt x="102" y="267"/>
                  </a:lnTo>
                  <a:lnTo>
                    <a:pt x="106" y="270"/>
                  </a:lnTo>
                  <a:lnTo>
                    <a:pt x="109" y="275"/>
                  </a:lnTo>
                  <a:lnTo>
                    <a:pt x="117" y="283"/>
                  </a:lnTo>
                  <a:lnTo>
                    <a:pt x="117" y="283"/>
                  </a:lnTo>
                  <a:lnTo>
                    <a:pt x="121" y="287"/>
                  </a:lnTo>
                  <a:lnTo>
                    <a:pt x="128" y="291"/>
                  </a:lnTo>
                  <a:lnTo>
                    <a:pt x="127" y="215"/>
                  </a:lnTo>
                  <a:lnTo>
                    <a:pt x="160" y="204"/>
                  </a:lnTo>
                  <a:lnTo>
                    <a:pt x="160" y="204"/>
                  </a:lnTo>
                  <a:lnTo>
                    <a:pt x="162" y="198"/>
                  </a:lnTo>
                  <a:lnTo>
                    <a:pt x="164" y="196"/>
                  </a:lnTo>
                  <a:lnTo>
                    <a:pt x="166" y="194"/>
                  </a:lnTo>
                  <a:lnTo>
                    <a:pt x="166" y="194"/>
                  </a:lnTo>
                  <a:lnTo>
                    <a:pt x="167" y="196"/>
                  </a:lnTo>
                  <a:lnTo>
                    <a:pt x="169" y="197"/>
                  </a:lnTo>
                  <a:lnTo>
                    <a:pt x="170" y="197"/>
                  </a:lnTo>
                  <a:lnTo>
                    <a:pt x="171" y="197"/>
                  </a:lnTo>
                  <a:lnTo>
                    <a:pt x="171" y="197"/>
                  </a:lnTo>
                  <a:lnTo>
                    <a:pt x="172" y="193"/>
                  </a:lnTo>
                  <a:lnTo>
                    <a:pt x="172" y="191"/>
                  </a:lnTo>
                  <a:lnTo>
                    <a:pt x="173" y="190"/>
                  </a:lnTo>
                  <a:lnTo>
                    <a:pt x="175" y="188"/>
                  </a:lnTo>
                  <a:lnTo>
                    <a:pt x="175" y="188"/>
                  </a:lnTo>
                  <a:lnTo>
                    <a:pt x="181" y="191"/>
                  </a:lnTo>
                  <a:lnTo>
                    <a:pt x="183" y="191"/>
                  </a:lnTo>
                  <a:lnTo>
                    <a:pt x="183" y="190"/>
                  </a:lnTo>
                  <a:lnTo>
                    <a:pt x="183" y="190"/>
                  </a:lnTo>
                  <a:lnTo>
                    <a:pt x="181" y="187"/>
                  </a:lnTo>
                  <a:lnTo>
                    <a:pt x="182" y="186"/>
                  </a:lnTo>
                  <a:lnTo>
                    <a:pt x="185" y="186"/>
                  </a:lnTo>
                  <a:lnTo>
                    <a:pt x="185" y="186"/>
                  </a:lnTo>
                  <a:lnTo>
                    <a:pt x="189" y="185"/>
                  </a:lnTo>
                  <a:lnTo>
                    <a:pt x="192" y="185"/>
                  </a:lnTo>
                  <a:lnTo>
                    <a:pt x="193" y="186"/>
                  </a:lnTo>
                  <a:lnTo>
                    <a:pt x="193" y="186"/>
                  </a:lnTo>
                  <a:lnTo>
                    <a:pt x="193" y="187"/>
                  </a:lnTo>
                  <a:lnTo>
                    <a:pt x="192" y="188"/>
                  </a:lnTo>
                  <a:lnTo>
                    <a:pt x="191" y="191"/>
                  </a:lnTo>
                  <a:lnTo>
                    <a:pt x="192" y="194"/>
                  </a:lnTo>
                  <a:lnTo>
                    <a:pt x="192" y="194"/>
                  </a:lnTo>
                  <a:lnTo>
                    <a:pt x="194" y="203"/>
                  </a:lnTo>
                  <a:lnTo>
                    <a:pt x="196" y="209"/>
                  </a:lnTo>
                  <a:lnTo>
                    <a:pt x="196" y="209"/>
                  </a:lnTo>
                  <a:lnTo>
                    <a:pt x="194" y="220"/>
                  </a:lnTo>
                  <a:lnTo>
                    <a:pt x="193" y="227"/>
                  </a:lnTo>
                  <a:lnTo>
                    <a:pt x="191" y="230"/>
                  </a:lnTo>
                  <a:lnTo>
                    <a:pt x="191" y="230"/>
                  </a:lnTo>
                  <a:lnTo>
                    <a:pt x="191" y="230"/>
                  </a:lnTo>
                  <a:lnTo>
                    <a:pt x="194" y="234"/>
                  </a:lnTo>
                  <a:lnTo>
                    <a:pt x="198" y="238"/>
                  </a:lnTo>
                  <a:lnTo>
                    <a:pt x="207" y="243"/>
                  </a:lnTo>
                  <a:lnTo>
                    <a:pt x="219" y="247"/>
                  </a:lnTo>
                  <a:lnTo>
                    <a:pt x="219" y="247"/>
                  </a:lnTo>
                  <a:lnTo>
                    <a:pt x="223" y="249"/>
                  </a:lnTo>
                  <a:lnTo>
                    <a:pt x="225" y="249"/>
                  </a:lnTo>
                  <a:lnTo>
                    <a:pt x="228" y="247"/>
                  </a:lnTo>
                  <a:lnTo>
                    <a:pt x="229" y="245"/>
                  </a:lnTo>
                  <a:lnTo>
                    <a:pt x="229" y="245"/>
                  </a:lnTo>
                  <a:lnTo>
                    <a:pt x="236" y="239"/>
                  </a:lnTo>
                  <a:lnTo>
                    <a:pt x="240" y="236"/>
                  </a:lnTo>
                  <a:lnTo>
                    <a:pt x="244" y="234"/>
                  </a:lnTo>
                  <a:lnTo>
                    <a:pt x="244" y="234"/>
                  </a:lnTo>
                  <a:lnTo>
                    <a:pt x="244" y="235"/>
                  </a:lnTo>
                  <a:lnTo>
                    <a:pt x="245" y="239"/>
                  </a:lnTo>
                  <a:lnTo>
                    <a:pt x="246" y="247"/>
                  </a:lnTo>
                  <a:lnTo>
                    <a:pt x="247" y="263"/>
                  </a:lnTo>
                  <a:lnTo>
                    <a:pt x="247" y="263"/>
                  </a:lnTo>
                  <a:lnTo>
                    <a:pt x="249" y="266"/>
                  </a:lnTo>
                  <a:lnTo>
                    <a:pt x="251" y="270"/>
                  </a:lnTo>
                  <a:lnTo>
                    <a:pt x="256" y="276"/>
                  </a:lnTo>
                  <a:lnTo>
                    <a:pt x="256" y="276"/>
                  </a:lnTo>
                  <a:lnTo>
                    <a:pt x="256" y="278"/>
                  </a:lnTo>
                  <a:lnTo>
                    <a:pt x="255" y="279"/>
                  </a:lnTo>
                  <a:lnTo>
                    <a:pt x="251" y="281"/>
                  </a:lnTo>
                  <a:lnTo>
                    <a:pt x="250" y="282"/>
                  </a:lnTo>
                  <a:lnTo>
                    <a:pt x="250" y="282"/>
                  </a:lnTo>
                  <a:lnTo>
                    <a:pt x="250" y="282"/>
                  </a:lnTo>
                  <a:lnTo>
                    <a:pt x="250" y="283"/>
                  </a:lnTo>
                  <a:lnTo>
                    <a:pt x="253" y="284"/>
                  </a:lnTo>
                  <a:lnTo>
                    <a:pt x="262" y="286"/>
                  </a:lnTo>
                  <a:lnTo>
                    <a:pt x="262" y="286"/>
                  </a:lnTo>
                  <a:lnTo>
                    <a:pt x="265" y="288"/>
                  </a:lnTo>
                  <a:lnTo>
                    <a:pt x="268" y="291"/>
                  </a:lnTo>
                  <a:lnTo>
                    <a:pt x="272" y="294"/>
                  </a:lnTo>
                  <a:lnTo>
                    <a:pt x="276" y="297"/>
                  </a:lnTo>
                  <a:lnTo>
                    <a:pt x="276" y="297"/>
                  </a:lnTo>
                  <a:lnTo>
                    <a:pt x="279" y="297"/>
                  </a:lnTo>
                  <a:lnTo>
                    <a:pt x="283" y="295"/>
                  </a:lnTo>
                  <a:lnTo>
                    <a:pt x="287" y="293"/>
                  </a:lnTo>
                  <a:lnTo>
                    <a:pt x="288" y="288"/>
                  </a:lnTo>
                  <a:lnTo>
                    <a:pt x="288" y="288"/>
                  </a:lnTo>
                  <a:lnTo>
                    <a:pt x="290" y="283"/>
                  </a:lnTo>
                  <a:lnTo>
                    <a:pt x="294" y="281"/>
                  </a:lnTo>
                  <a:lnTo>
                    <a:pt x="294" y="281"/>
                  </a:lnTo>
                  <a:lnTo>
                    <a:pt x="300" y="281"/>
                  </a:lnTo>
                  <a:lnTo>
                    <a:pt x="309" y="281"/>
                  </a:lnTo>
                  <a:lnTo>
                    <a:pt x="309" y="281"/>
                  </a:lnTo>
                  <a:lnTo>
                    <a:pt x="318" y="279"/>
                  </a:lnTo>
                  <a:lnTo>
                    <a:pt x="326" y="277"/>
                  </a:lnTo>
                  <a:lnTo>
                    <a:pt x="326" y="277"/>
                  </a:lnTo>
                  <a:lnTo>
                    <a:pt x="327" y="275"/>
                  </a:lnTo>
                  <a:lnTo>
                    <a:pt x="329" y="271"/>
                  </a:lnTo>
                  <a:lnTo>
                    <a:pt x="331" y="265"/>
                  </a:lnTo>
                  <a:lnTo>
                    <a:pt x="331" y="265"/>
                  </a:lnTo>
                  <a:lnTo>
                    <a:pt x="334" y="262"/>
                  </a:lnTo>
                  <a:lnTo>
                    <a:pt x="338" y="261"/>
                  </a:lnTo>
                  <a:lnTo>
                    <a:pt x="348" y="259"/>
                  </a:lnTo>
                  <a:lnTo>
                    <a:pt x="348" y="259"/>
                  </a:lnTo>
                  <a:lnTo>
                    <a:pt x="362" y="254"/>
                  </a:lnTo>
                  <a:lnTo>
                    <a:pt x="374" y="249"/>
                  </a:lnTo>
                  <a:lnTo>
                    <a:pt x="374" y="249"/>
                  </a:lnTo>
                  <a:lnTo>
                    <a:pt x="378" y="249"/>
                  </a:lnTo>
                  <a:lnTo>
                    <a:pt x="386" y="249"/>
                  </a:lnTo>
                  <a:lnTo>
                    <a:pt x="402" y="251"/>
                  </a:lnTo>
                  <a:lnTo>
                    <a:pt x="402" y="251"/>
                  </a:lnTo>
                  <a:lnTo>
                    <a:pt x="426" y="256"/>
                  </a:lnTo>
                  <a:lnTo>
                    <a:pt x="438" y="259"/>
                  </a:lnTo>
                  <a:lnTo>
                    <a:pt x="446" y="261"/>
                  </a:lnTo>
                  <a:lnTo>
                    <a:pt x="446" y="261"/>
                  </a:lnTo>
                  <a:lnTo>
                    <a:pt x="450" y="263"/>
                  </a:lnTo>
                  <a:lnTo>
                    <a:pt x="457" y="265"/>
                  </a:lnTo>
                  <a:lnTo>
                    <a:pt x="457" y="265"/>
                  </a:lnTo>
                  <a:lnTo>
                    <a:pt x="458" y="259"/>
                  </a:lnTo>
                  <a:lnTo>
                    <a:pt x="459" y="256"/>
                  </a:lnTo>
                  <a:lnTo>
                    <a:pt x="460" y="256"/>
                  </a:lnTo>
                  <a:lnTo>
                    <a:pt x="460" y="256"/>
                  </a:lnTo>
                  <a:lnTo>
                    <a:pt x="460" y="255"/>
                  </a:lnTo>
                  <a:lnTo>
                    <a:pt x="462" y="251"/>
                  </a:lnTo>
                  <a:lnTo>
                    <a:pt x="462" y="244"/>
                  </a:lnTo>
                  <a:lnTo>
                    <a:pt x="460" y="231"/>
                  </a:lnTo>
                  <a:lnTo>
                    <a:pt x="460" y="231"/>
                  </a:lnTo>
                  <a:lnTo>
                    <a:pt x="459" y="225"/>
                  </a:lnTo>
                  <a:lnTo>
                    <a:pt x="459" y="222"/>
                  </a:lnTo>
                  <a:lnTo>
                    <a:pt x="459" y="219"/>
                  </a:lnTo>
                  <a:lnTo>
                    <a:pt x="459" y="219"/>
                  </a:lnTo>
                  <a:lnTo>
                    <a:pt x="462" y="217"/>
                  </a:lnTo>
                  <a:lnTo>
                    <a:pt x="464" y="214"/>
                  </a:lnTo>
                  <a:lnTo>
                    <a:pt x="469" y="210"/>
                  </a:lnTo>
                  <a:lnTo>
                    <a:pt x="469" y="210"/>
                  </a:lnTo>
                  <a:lnTo>
                    <a:pt x="473" y="210"/>
                  </a:lnTo>
                  <a:lnTo>
                    <a:pt x="478" y="210"/>
                  </a:lnTo>
                  <a:lnTo>
                    <a:pt x="482" y="209"/>
                  </a:lnTo>
                  <a:lnTo>
                    <a:pt x="487" y="209"/>
                  </a:lnTo>
                  <a:lnTo>
                    <a:pt x="487" y="209"/>
                  </a:lnTo>
                  <a:lnTo>
                    <a:pt x="490" y="207"/>
                  </a:lnTo>
                  <a:lnTo>
                    <a:pt x="490" y="206"/>
                  </a:lnTo>
                  <a:lnTo>
                    <a:pt x="487" y="201"/>
                  </a:lnTo>
                  <a:lnTo>
                    <a:pt x="487" y="201"/>
                  </a:lnTo>
                  <a:lnTo>
                    <a:pt x="486" y="198"/>
                  </a:lnTo>
                  <a:lnTo>
                    <a:pt x="487" y="196"/>
                  </a:lnTo>
                  <a:lnTo>
                    <a:pt x="490" y="192"/>
                  </a:lnTo>
                  <a:lnTo>
                    <a:pt x="490" y="192"/>
                  </a:lnTo>
                  <a:lnTo>
                    <a:pt x="490" y="190"/>
                  </a:lnTo>
                  <a:lnTo>
                    <a:pt x="491" y="187"/>
                  </a:lnTo>
                  <a:lnTo>
                    <a:pt x="492" y="183"/>
                  </a:lnTo>
                  <a:lnTo>
                    <a:pt x="494" y="178"/>
                  </a:lnTo>
                  <a:lnTo>
                    <a:pt x="494" y="178"/>
                  </a:lnTo>
                  <a:lnTo>
                    <a:pt x="496" y="176"/>
                  </a:lnTo>
                  <a:lnTo>
                    <a:pt x="497" y="176"/>
                  </a:lnTo>
                  <a:lnTo>
                    <a:pt x="502" y="178"/>
                  </a:lnTo>
                  <a:lnTo>
                    <a:pt x="502" y="178"/>
                  </a:lnTo>
                  <a:lnTo>
                    <a:pt x="506" y="180"/>
                  </a:lnTo>
                  <a:lnTo>
                    <a:pt x="511" y="178"/>
                  </a:lnTo>
                  <a:lnTo>
                    <a:pt x="521" y="177"/>
                  </a:lnTo>
                  <a:lnTo>
                    <a:pt x="521" y="177"/>
                  </a:lnTo>
                  <a:lnTo>
                    <a:pt x="527" y="176"/>
                  </a:lnTo>
                  <a:lnTo>
                    <a:pt x="529" y="176"/>
                  </a:lnTo>
                  <a:lnTo>
                    <a:pt x="530" y="174"/>
                  </a:lnTo>
                  <a:lnTo>
                    <a:pt x="530" y="174"/>
                  </a:lnTo>
                  <a:lnTo>
                    <a:pt x="532" y="171"/>
                  </a:lnTo>
                  <a:lnTo>
                    <a:pt x="530" y="165"/>
                  </a:lnTo>
                  <a:lnTo>
                    <a:pt x="530" y="156"/>
                  </a:lnTo>
                  <a:lnTo>
                    <a:pt x="530" y="156"/>
                  </a:lnTo>
                  <a:lnTo>
                    <a:pt x="532" y="153"/>
                  </a:lnTo>
                  <a:lnTo>
                    <a:pt x="535" y="150"/>
                  </a:lnTo>
                  <a:lnTo>
                    <a:pt x="543" y="144"/>
                  </a:lnTo>
                  <a:lnTo>
                    <a:pt x="543" y="144"/>
                  </a:lnTo>
                  <a:lnTo>
                    <a:pt x="545" y="142"/>
                  </a:lnTo>
                  <a:lnTo>
                    <a:pt x="549" y="139"/>
                  </a:lnTo>
                  <a:lnTo>
                    <a:pt x="555" y="137"/>
                  </a:lnTo>
                  <a:lnTo>
                    <a:pt x="555" y="137"/>
                  </a:lnTo>
                  <a:lnTo>
                    <a:pt x="558" y="135"/>
                  </a:lnTo>
                  <a:lnTo>
                    <a:pt x="559" y="132"/>
                  </a:lnTo>
                  <a:lnTo>
                    <a:pt x="559" y="132"/>
                  </a:lnTo>
                  <a:lnTo>
                    <a:pt x="558" y="130"/>
                  </a:lnTo>
                  <a:close/>
                  <a:moveTo>
                    <a:pt x="441" y="186"/>
                  </a:moveTo>
                  <a:lnTo>
                    <a:pt x="441" y="186"/>
                  </a:lnTo>
                  <a:lnTo>
                    <a:pt x="438" y="190"/>
                  </a:lnTo>
                  <a:lnTo>
                    <a:pt x="437" y="191"/>
                  </a:lnTo>
                  <a:lnTo>
                    <a:pt x="436" y="191"/>
                  </a:lnTo>
                  <a:lnTo>
                    <a:pt x="436" y="191"/>
                  </a:lnTo>
                  <a:lnTo>
                    <a:pt x="420" y="193"/>
                  </a:lnTo>
                  <a:lnTo>
                    <a:pt x="420" y="193"/>
                  </a:lnTo>
                  <a:lnTo>
                    <a:pt x="407" y="191"/>
                  </a:lnTo>
                  <a:lnTo>
                    <a:pt x="399" y="191"/>
                  </a:lnTo>
                  <a:lnTo>
                    <a:pt x="394" y="191"/>
                  </a:lnTo>
                  <a:lnTo>
                    <a:pt x="394" y="191"/>
                  </a:lnTo>
                  <a:lnTo>
                    <a:pt x="390" y="193"/>
                  </a:lnTo>
                  <a:lnTo>
                    <a:pt x="388" y="194"/>
                  </a:lnTo>
                  <a:lnTo>
                    <a:pt x="386" y="197"/>
                  </a:lnTo>
                  <a:lnTo>
                    <a:pt x="386" y="197"/>
                  </a:lnTo>
                  <a:lnTo>
                    <a:pt x="384" y="202"/>
                  </a:lnTo>
                  <a:lnTo>
                    <a:pt x="383" y="204"/>
                  </a:lnTo>
                  <a:lnTo>
                    <a:pt x="380" y="206"/>
                  </a:lnTo>
                  <a:lnTo>
                    <a:pt x="380" y="206"/>
                  </a:lnTo>
                  <a:lnTo>
                    <a:pt x="380" y="207"/>
                  </a:lnTo>
                  <a:lnTo>
                    <a:pt x="380" y="208"/>
                  </a:lnTo>
                  <a:lnTo>
                    <a:pt x="379" y="214"/>
                  </a:lnTo>
                  <a:lnTo>
                    <a:pt x="379" y="215"/>
                  </a:lnTo>
                  <a:lnTo>
                    <a:pt x="378" y="218"/>
                  </a:lnTo>
                  <a:lnTo>
                    <a:pt x="375" y="218"/>
                  </a:lnTo>
                  <a:lnTo>
                    <a:pt x="373" y="215"/>
                  </a:lnTo>
                  <a:lnTo>
                    <a:pt x="373" y="215"/>
                  </a:lnTo>
                  <a:lnTo>
                    <a:pt x="369" y="214"/>
                  </a:lnTo>
                  <a:lnTo>
                    <a:pt x="367" y="213"/>
                  </a:lnTo>
                  <a:lnTo>
                    <a:pt x="366" y="210"/>
                  </a:lnTo>
                  <a:lnTo>
                    <a:pt x="366" y="210"/>
                  </a:lnTo>
                  <a:lnTo>
                    <a:pt x="366" y="207"/>
                  </a:lnTo>
                  <a:lnTo>
                    <a:pt x="367" y="203"/>
                  </a:lnTo>
                  <a:lnTo>
                    <a:pt x="368" y="199"/>
                  </a:lnTo>
                  <a:lnTo>
                    <a:pt x="368" y="196"/>
                  </a:lnTo>
                  <a:lnTo>
                    <a:pt x="368" y="196"/>
                  </a:lnTo>
                  <a:lnTo>
                    <a:pt x="368" y="193"/>
                  </a:lnTo>
                  <a:lnTo>
                    <a:pt x="370" y="191"/>
                  </a:lnTo>
                  <a:lnTo>
                    <a:pt x="377" y="188"/>
                  </a:lnTo>
                  <a:lnTo>
                    <a:pt x="377" y="188"/>
                  </a:lnTo>
                  <a:lnTo>
                    <a:pt x="382" y="186"/>
                  </a:lnTo>
                  <a:lnTo>
                    <a:pt x="384" y="185"/>
                  </a:lnTo>
                  <a:lnTo>
                    <a:pt x="386" y="185"/>
                  </a:lnTo>
                  <a:lnTo>
                    <a:pt x="386" y="185"/>
                  </a:lnTo>
                  <a:lnTo>
                    <a:pt x="394" y="186"/>
                  </a:lnTo>
                  <a:lnTo>
                    <a:pt x="401" y="186"/>
                  </a:lnTo>
                  <a:lnTo>
                    <a:pt x="401" y="186"/>
                  </a:lnTo>
                  <a:lnTo>
                    <a:pt x="415" y="187"/>
                  </a:lnTo>
                  <a:lnTo>
                    <a:pt x="421" y="188"/>
                  </a:lnTo>
                  <a:lnTo>
                    <a:pt x="426" y="188"/>
                  </a:lnTo>
                  <a:lnTo>
                    <a:pt x="426" y="188"/>
                  </a:lnTo>
                  <a:lnTo>
                    <a:pt x="436" y="186"/>
                  </a:lnTo>
                  <a:lnTo>
                    <a:pt x="439" y="186"/>
                  </a:lnTo>
                  <a:lnTo>
                    <a:pt x="441" y="186"/>
                  </a:lnTo>
                  <a:lnTo>
                    <a:pt x="441" y="186"/>
                  </a:lnTo>
                  <a:close/>
                  <a:moveTo>
                    <a:pt x="523" y="161"/>
                  </a:moveTo>
                  <a:lnTo>
                    <a:pt x="523" y="161"/>
                  </a:lnTo>
                  <a:lnTo>
                    <a:pt x="519" y="164"/>
                  </a:lnTo>
                  <a:lnTo>
                    <a:pt x="516" y="166"/>
                  </a:lnTo>
                  <a:lnTo>
                    <a:pt x="513" y="167"/>
                  </a:lnTo>
                  <a:lnTo>
                    <a:pt x="508" y="166"/>
                  </a:lnTo>
                  <a:lnTo>
                    <a:pt x="508" y="166"/>
                  </a:lnTo>
                  <a:lnTo>
                    <a:pt x="498" y="160"/>
                  </a:lnTo>
                  <a:lnTo>
                    <a:pt x="495" y="156"/>
                  </a:lnTo>
                  <a:lnTo>
                    <a:pt x="495" y="155"/>
                  </a:lnTo>
                  <a:lnTo>
                    <a:pt x="495" y="154"/>
                  </a:lnTo>
                  <a:lnTo>
                    <a:pt x="495" y="154"/>
                  </a:lnTo>
                  <a:lnTo>
                    <a:pt x="496" y="151"/>
                  </a:lnTo>
                  <a:lnTo>
                    <a:pt x="496" y="148"/>
                  </a:lnTo>
                  <a:lnTo>
                    <a:pt x="497" y="145"/>
                  </a:lnTo>
                  <a:lnTo>
                    <a:pt x="498" y="144"/>
                  </a:lnTo>
                  <a:lnTo>
                    <a:pt x="500" y="144"/>
                  </a:lnTo>
                  <a:lnTo>
                    <a:pt x="500" y="144"/>
                  </a:lnTo>
                  <a:lnTo>
                    <a:pt x="502" y="146"/>
                  </a:lnTo>
                  <a:lnTo>
                    <a:pt x="503" y="149"/>
                  </a:lnTo>
                  <a:lnTo>
                    <a:pt x="505" y="151"/>
                  </a:lnTo>
                  <a:lnTo>
                    <a:pt x="507" y="154"/>
                  </a:lnTo>
                  <a:lnTo>
                    <a:pt x="507" y="154"/>
                  </a:lnTo>
                  <a:lnTo>
                    <a:pt x="512" y="156"/>
                  </a:lnTo>
                  <a:lnTo>
                    <a:pt x="518" y="159"/>
                  </a:lnTo>
                  <a:lnTo>
                    <a:pt x="523" y="160"/>
                  </a:lnTo>
                  <a:lnTo>
                    <a:pt x="524" y="161"/>
                  </a:lnTo>
                  <a:lnTo>
                    <a:pt x="523" y="16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5" name="Freeform 766"/>
            <p:cNvSpPr>
              <a:spLocks/>
            </p:cNvSpPr>
            <p:nvPr/>
          </p:nvSpPr>
          <p:spPr bwMode="gray">
            <a:xfrm>
              <a:off x="5140174" y="4946882"/>
              <a:ext cx="168581" cy="223685"/>
            </a:xfrm>
            <a:custGeom>
              <a:avLst/>
              <a:gdLst>
                <a:gd name="T0" fmla="*/ 61 w 68"/>
                <a:gd name="T1" fmla="*/ 89 h 89"/>
                <a:gd name="T2" fmla="*/ 58 w 68"/>
                <a:gd name="T3" fmla="*/ 77 h 89"/>
                <a:gd name="T4" fmla="*/ 55 w 68"/>
                <a:gd name="T5" fmla="*/ 70 h 89"/>
                <a:gd name="T6" fmla="*/ 53 w 68"/>
                <a:gd name="T7" fmla="*/ 66 h 89"/>
                <a:gd name="T8" fmla="*/ 52 w 68"/>
                <a:gd name="T9" fmla="*/ 65 h 89"/>
                <a:gd name="T10" fmla="*/ 50 w 68"/>
                <a:gd name="T11" fmla="*/ 64 h 89"/>
                <a:gd name="T12" fmla="*/ 50 w 68"/>
                <a:gd name="T13" fmla="*/ 64 h 89"/>
                <a:gd name="T14" fmla="*/ 49 w 68"/>
                <a:gd name="T15" fmla="*/ 64 h 89"/>
                <a:gd name="T16" fmla="*/ 49 w 68"/>
                <a:gd name="T17" fmla="*/ 64 h 89"/>
                <a:gd name="T18" fmla="*/ 48 w 68"/>
                <a:gd name="T19" fmla="*/ 64 h 89"/>
                <a:gd name="T20" fmla="*/ 48 w 68"/>
                <a:gd name="T21" fmla="*/ 65 h 89"/>
                <a:gd name="T22" fmla="*/ 48 w 68"/>
                <a:gd name="T23" fmla="*/ 66 h 89"/>
                <a:gd name="T24" fmla="*/ 48 w 68"/>
                <a:gd name="T25" fmla="*/ 66 h 89"/>
                <a:gd name="T26" fmla="*/ 47 w 68"/>
                <a:gd name="T27" fmla="*/ 68 h 89"/>
                <a:gd name="T28" fmla="*/ 43 w 68"/>
                <a:gd name="T29" fmla="*/ 67 h 89"/>
                <a:gd name="T30" fmla="*/ 42 w 68"/>
                <a:gd name="T31" fmla="*/ 68 h 89"/>
                <a:gd name="T32" fmla="*/ 40 w 68"/>
                <a:gd name="T33" fmla="*/ 67 h 89"/>
                <a:gd name="T34" fmla="*/ 37 w 68"/>
                <a:gd name="T35" fmla="*/ 71 h 89"/>
                <a:gd name="T36" fmla="*/ 38 w 68"/>
                <a:gd name="T37" fmla="*/ 73 h 89"/>
                <a:gd name="T38" fmla="*/ 37 w 68"/>
                <a:gd name="T39" fmla="*/ 77 h 89"/>
                <a:gd name="T40" fmla="*/ 34 w 68"/>
                <a:gd name="T41" fmla="*/ 76 h 89"/>
                <a:gd name="T42" fmla="*/ 33 w 68"/>
                <a:gd name="T43" fmla="*/ 75 h 89"/>
                <a:gd name="T44" fmla="*/ 31 w 68"/>
                <a:gd name="T45" fmla="*/ 75 h 89"/>
                <a:gd name="T46" fmla="*/ 28 w 68"/>
                <a:gd name="T47" fmla="*/ 76 h 89"/>
                <a:gd name="T48" fmla="*/ 27 w 68"/>
                <a:gd name="T49" fmla="*/ 75 h 89"/>
                <a:gd name="T50" fmla="*/ 26 w 68"/>
                <a:gd name="T51" fmla="*/ 76 h 89"/>
                <a:gd name="T52" fmla="*/ 22 w 68"/>
                <a:gd name="T53" fmla="*/ 78 h 89"/>
                <a:gd name="T54" fmla="*/ 16 w 68"/>
                <a:gd name="T55" fmla="*/ 81 h 89"/>
                <a:gd name="T56" fmla="*/ 12 w 68"/>
                <a:gd name="T57" fmla="*/ 68 h 89"/>
                <a:gd name="T58" fmla="*/ 11 w 68"/>
                <a:gd name="T59" fmla="*/ 64 h 89"/>
                <a:gd name="T60" fmla="*/ 7 w 68"/>
                <a:gd name="T61" fmla="*/ 56 h 89"/>
                <a:gd name="T62" fmla="*/ 6 w 68"/>
                <a:gd name="T63" fmla="*/ 52 h 89"/>
                <a:gd name="T64" fmla="*/ 1 w 68"/>
                <a:gd name="T65" fmla="*/ 27 h 89"/>
                <a:gd name="T66" fmla="*/ 1 w 68"/>
                <a:gd name="T67" fmla="*/ 17 h 89"/>
                <a:gd name="T68" fmla="*/ 0 w 68"/>
                <a:gd name="T69" fmla="*/ 7 h 89"/>
                <a:gd name="T70" fmla="*/ 0 w 68"/>
                <a:gd name="T71" fmla="*/ 7 h 89"/>
                <a:gd name="T72" fmla="*/ 3 w 68"/>
                <a:gd name="T73" fmla="*/ 7 h 89"/>
                <a:gd name="T74" fmla="*/ 6 w 68"/>
                <a:gd name="T75" fmla="*/ 1 h 89"/>
                <a:gd name="T76" fmla="*/ 10 w 68"/>
                <a:gd name="T77" fmla="*/ 0 h 89"/>
                <a:gd name="T78" fmla="*/ 12 w 68"/>
                <a:gd name="T79" fmla="*/ 1 h 89"/>
                <a:gd name="T80" fmla="*/ 16 w 68"/>
                <a:gd name="T81" fmla="*/ 3 h 89"/>
                <a:gd name="T82" fmla="*/ 20 w 68"/>
                <a:gd name="T83" fmla="*/ 6 h 89"/>
                <a:gd name="T84" fmla="*/ 24 w 68"/>
                <a:gd name="T85" fmla="*/ 17 h 89"/>
                <a:gd name="T86" fmla="*/ 26 w 68"/>
                <a:gd name="T87" fmla="*/ 20 h 89"/>
                <a:gd name="T88" fmla="*/ 31 w 68"/>
                <a:gd name="T89" fmla="*/ 23 h 89"/>
                <a:gd name="T90" fmla="*/ 53 w 68"/>
                <a:gd name="T91" fmla="*/ 24 h 89"/>
                <a:gd name="T92" fmla="*/ 61 w 68"/>
                <a:gd name="T93" fmla="*/ 25 h 89"/>
                <a:gd name="T94" fmla="*/ 61 w 68"/>
                <a:gd name="T95" fmla="*/ 29 h 89"/>
                <a:gd name="T96" fmla="*/ 50 w 68"/>
                <a:gd name="T97" fmla="*/ 39 h 89"/>
                <a:gd name="T98" fmla="*/ 47 w 68"/>
                <a:gd name="T99" fmla="*/ 44 h 89"/>
                <a:gd name="T100" fmla="*/ 47 w 68"/>
                <a:gd name="T101" fmla="*/ 48 h 89"/>
                <a:gd name="T102" fmla="*/ 56 w 68"/>
                <a:gd name="T103" fmla="*/ 54 h 89"/>
                <a:gd name="T104" fmla="*/ 61 w 68"/>
                <a:gd name="T105" fmla="*/ 56 h 89"/>
                <a:gd name="T106" fmla="*/ 68 w 68"/>
                <a:gd name="T107" fmla="*/ 64 h 89"/>
                <a:gd name="T108" fmla="*/ 66 w 68"/>
                <a:gd name="T109" fmla="*/ 71 h 89"/>
                <a:gd name="T110" fmla="*/ 68 w 68"/>
                <a:gd name="T111" fmla="*/ 80 h 89"/>
                <a:gd name="T112" fmla="*/ 68 w 68"/>
                <a:gd name="T113" fmla="*/ 81 h 89"/>
                <a:gd name="T114" fmla="*/ 66 w 68"/>
                <a:gd name="T115" fmla="*/ 83 h 89"/>
                <a:gd name="T116" fmla="*/ 61 w 68"/>
                <a:gd name="T117" fmla="*/ 8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8" h="89">
                  <a:moveTo>
                    <a:pt x="61" y="89"/>
                  </a:moveTo>
                  <a:lnTo>
                    <a:pt x="61" y="89"/>
                  </a:lnTo>
                  <a:lnTo>
                    <a:pt x="58" y="77"/>
                  </a:lnTo>
                  <a:lnTo>
                    <a:pt x="58" y="77"/>
                  </a:lnTo>
                  <a:lnTo>
                    <a:pt x="55" y="70"/>
                  </a:lnTo>
                  <a:lnTo>
                    <a:pt x="55" y="70"/>
                  </a:lnTo>
                  <a:lnTo>
                    <a:pt x="53" y="66"/>
                  </a:lnTo>
                  <a:lnTo>
                    <a:pt x="53" y="66"/>
                  </a:lnTo>
                  <a:lnTo>
                    <a:pt x="53" y="65"/>
                  </a:lnTo>
                  <a:lnTo>
                    <a:pt x="52" y="65"/>
                  </a:lnTo>
                  <a:lnTo>
                    <a:pt x="52" y="65"/>
                  </a:lnTo>
                  <a:lnTo>
                    <a:pt x="50" y="64"/>
                  </a:lnTo>
                  <a:lnTo>
                    <a:pt x="50" y="64"/>
                  </a:lnTo>
                  <a:lnTo>
                    <a:pt x="50" y="64"/>
                  </a:lnTo>
                  <a:lnTo>
                    <a:pt x="50" y="64"/>
                  </a:lnTo>
                  <a:lnTo>
                    <a:pt x="49" y="64"/>
                  </a:lnTo>
                  <a:lnTo>
                    <a:pt x="49" y="64"/>
                  </a:lnTo>
                  <a:lnTo>
                    <a:pt x="49" y="64"/>
                  </a:lnTo>
                  <a:lnTo>
                    <a:pt x="49" y="64"/>
                  </a:lnTo>
                  <a:lnTo>
                    <a:pt x="48" y="64"/>
                  </a:lnTo>
                  <a:lnTo>
                    <a:pt x="48" y="64"/>
                  </a:lnTo>
                  <a:lnTo>
                    <a:pt x="48" y="65"/>
                  </a:lnTo>
                  <a:lnTo>
                    <a:pt x="48" y="65"/>
                  </a:lnTo>
                  <a:lnTo>
                    <a:pt x="48" y="66"/>
                  </a:lnTo>
                  <a:lnTo>
                    <a:pt x="48" y="66"/>
                  </a:lnTo>
                  <a:lnTo>
                    <a:pt x="48" y="66"/>
                  </a:lnTo>
                  <a:lnTo>
                    <a:pt x="47" y="68"/>
                  </a:lnTo>
                  <a:lnTo>
                    <a:pt x="47" y="68"/>
                  </a:lnTo>
                  <a:lnTo>
                    <a:pt x="43" y="67"/>
                  </a:lnTo>
                  <a:lnTo>
                    <a:pt x="43" y="67"/>
                  </a:lnTo>
                  <a:lnTo>
                    <a:pt x="42" y="68"/>
                  </a:lnTo>
                  <a:lnTo>
                    <a:pt x="42" y="68"/>
                  </a:lnTo>
                  <a:lnTo>
                    <a:pt x="40" y="67"/>
                  </a:lnTo>
                  <a:lnTo>
                    <a:pt x="40" y="67"/>
                  </a:lnTo>
                  <a:lnTo>
                    <a:pt x="38" y="68"/>
                  </a:lnTo>
                  <a:lnTo>
                    <a:pt x="37" y="71"/>
                  </a:lnTo>
                  <a:lnTo>
                    <a:pt x="37" y="71"/>
                  </a:lnTo>
                  <a:lnTo>
                    <a:pt x="38" y="73"/>
                  </a:lnTo>
                  <a:lnTo>
                    <a:pt x="37" y="77"/>
                  </a:lnTo>
                  <a:lnTo>
                    <a:pt x="37" y="77"/>
                  </a:lnTo>
                  <a:lnTo>
                    <a:pt x="34" y="76"/>
                  </a:lnTo>
                  <a:lnTo>
                    <a:pt x="34" y="76"/>
                  </a:lnTo>
                  <a:lnTo>
                    <a:pt x="33" y="75"/>
                  </a:lnTo>
                  <a:lnTo>
                    <a:pt x="33" y="75"/>
                  </a:lnTo>
                  <a:lnTo>
                    <a:pt x="31" y="75"/>
                  </a:lnTo>
                  <a:lnTo>
                    <a:pt x="31" y="75"/>
                  </a:lnTo>
                  <a:lnTo>
                    <a:pt x="31" y="75"/>
                  </a:lnTo>
                  <a:lnTo>
                    <a:pt x="28" y="76"/>
                  </a:lnTo>
                  <a:lnTo>
                    <a:pt x="28" y="76"/>
                  </a:lnTo>
                  <a:lnTo>
                    <a:pt x="27" y="75"/>
                  </a:lnTo>
                  <a:lnTo>
                    <a:pt x="27" y="75"/>
                  </a:lnTo>
                  <a:lnTo>
                    <a:pt x="26" y="76"/>
                  </a:lnTo>
                  <a:lnTo>
                    <a:pt x="26" y="76"/>
                  </a:lnTo>
                  <a:lnTo>
                    <a:pt x="22" y="78"/>
                  </a:lnTo>
                  <a:lnTo>
                    <a:pt x="16" y="81"/>
                  </a:lnTo>
                  <a:lnTo>
                    <a:pt x="16" y="81"/>
                  </a:lnTo>
                  <a:lnTo>
                    <a:pt x="15" y="73"/>
                  </a:lnTo>
                  <a:lnTo>
                    <a:pt x="12" y="68"/>
                  </a:lnTo>
                  <a:lnTo>
                    <a:pt x="12" y="68"/>
                  </a:lnTo>
                  <a:lnTo>
                    <a:pt x="11" y="64"/>
                  </a:lnTo>
                  <a:lnTo>
                    <a:pt x="8" y="60"/>
                  </a:lnTo>
                  <a:lnTo>
                    <a:pt x="7" y="56"/>
                  </a:lnTo>
                  <a:lnTo>
                    <a:pt x="6" y="52"/>
                  </a:lnTo>
                  <a:lnTo>
                    <a:pt x="6" y="52"/>
                  </a:lnTo>
                  <a:lnTo>
                    <a:pt x="3" y="40"/>
                  </a:lnTo>
                  <a:lnTo>
                    <a:pt x="1" y="27"/>
                  </a:lnTo>
                  <a:lnTo>
                    <a:pt x="1" y="27"/>
                  </a:lnTo>
                  <a:lnTo>
                    <a:pt x="1" y="17"/>
                  </a:lnTo>
                  <a:lnTo>
                    <a:pt x="0" y="7"/>
                  </a:lnTo>
                  <a:lnTo>
                    <a:pt x="0" y="7"/>
                  </a:lnTo>
                  <a:lnTo>
                    <a:pt x="0" y="7"/>
                  </a:lnTo>
                  <a:lnTo>
                    <a:pt x="0" y="7"/>
                  </a:lnTo>
                  <a:lnTo>
                    <a:pt x="3" y="7"/>
                  </a:lnTo>
                  <a:lnTo>
                    <a:pt x="3" y="7"/>
                  </a:lnTo>
                  <a:lnTo>
                    <a:pt x="5" y="6"/>
                  </a:lnTo>
                  <a:lnTo>
                    <a:pt x="6" y="1"/>
                  </a:lnTo>
                  <a:lnTo>
                    <a:pt x="6" y="1"/>
                  </a:lnTo>
                  <a:lnTo>
                    <a:pt x="10" y="0"/>
                  </a:lnTo>
                  <a:lnTo>
                    <a:pt x="10" y="0"/>
                  </a:lnTo>
                  <a:lnTo>
                    <a:pt x="12" y="1"/>
                  </a:lnTo>
                  <a:lnTo>
                    <a:pt x="16" y="3"/>
                  </a:lnTo>
                  <a:lnTo>
                    <a:pt x="16" y="3"/>
                  </a:lnTo>
                  <a:lnTo>
                    <a:pt x="20" y="6"/>
                  </a:lnTo>
                  <a:lnTo>
                    <a:pt x="20" y="6"/>
                  </a:lnTo>
                  <a:lnTo>
                    <a:pt x="23" y="13"/>
                  </a:lnTo>
                  <a:lnTo>
                    <a:pt x="24" y="17"/>
                  </a:lnTo>
                  <a:lnTo>
                    <a:pt x="26" y="20"/>
                  </a:lnTo>
                  <a:lnTo>
                    <a:pt x="26" y="20"/>
                  </a:lnTo>
                  <a:lnTo>
                    <a:pt x="27" y="22"/>
                  </a:lnTo>
                  <a:lnTo>
                    <a:pt x="31" y="23"/>
                  </a:lnTo>
                  <a:lnTo>
                    <a:pt x="42" y="23"/>
                  </a:lnTo>
                  <a:lnTo>
                    <a:pt x="53" y="24"/>
                  </a:lnTo>
                  <a:lnTo>
                    <a:pt x="61" y="25"/>
                  </a:lnTo>
                  <a:lnTo>
                    <a:pt x="61" y="25"/>
                  </a:lnTo>
                  <a:lnTo>
                    <a:pt x="63" y="27"/>
                  </a:lnTo>
                  <a:lnTo>
                    <a:pt x="61" y="29"/>
                  </a:lnTo>
                  <a:lnTo>
                    <a:pt x="56" y="34"/>
                  </a:lnTo>
                  <a:lnTo>
                    <a:pt x="50" y="39"/>
                  </a:lnTo>
                  <a:lnTo>
                    <a:pt x="47" y="44"/>
                  </a:lnTo>
                  <a:lnTo>
                    <a:pt x="47" y="44"/>
                  </a:lnTo>
                  <a:lnTo>
                    <a:pt x="45" y="45"/>
                  </a:lnTo>
                  <a:lnTo>
                    <a:pt x="47" y="48"/>
                  </a:lnTo>
                  <a:lnTo>
                    <a:pt x="52" y="50"/>
                  </a:lnTo>
                  <a:lnTo>
                    <a:pt x="56" y="54"/>
                  </a:lnTo>
                  <a:lnTo>
                    <a:pt x="61" y="56"/>
                  </a:lnTo>
                  <a:lnTo>
                    <a:pt x="61" y="56"/>
                  </a:lnTo>
                  <a:lnTo>
                    <a:pt x="68" y="64"/>
                  </a:lnTo>
                  <a:lnTo>
                    <a:pt x="68" y="64"/>
                  </a:lnTo>
                  <a:lnTo>
                    <a:pt x="66" y="67"/>
                  </a:lnTo>
                  <a:lnTo>
                    <a:pt x="66" y="71"/>
                  </a:lnTo>
                  <a:lnTo>
                    <a:pt x="66" y="71"/>
                  </a:lnTo>
                  <a:lnTo>
                    <a:pt x="68" y="80"/>
                  </a:lnTo>
                  <a:lnTo>
                    <a:pt x="68" y="80"/>
                  </a:lnTo>
                  <a:lnTo>
                    <a:pt x="68" y="81"/>
                  </a:lnTo>
                  <a:lnTo>
                    <a:pt x="68" y="81"/>
                  </a:lnTo>
                  <a:lnTo>
                    <a:pt x="66" y="83"/>
                  </a:lnTo>
                  <a:lnTo>
                    <a:pt x="65" y="85"/>
                  </a:lnTo>
                  <a:lnTo>
                    <a:pt x="61" y="8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6" name="Freeform 774"/>
            <p:cNvSpPr>
              <a:spLocks/>
            </p:cNvSpPr>
            <p:nvPr/>
          </p:nvSpPr>
          <p:spPr bwMode="gray">
            <a:xfrm>
              <a:off x="4240258" y="4549779"/>
              <a:ext cx="535487" cy="522768"/>
            </a:xfrm>
            <a:custGeom>
              <a:avLst/>
              <a:gdLst>
                <a:gd name="T0" fmla="*/ 149 w 216"/>
                <a:gd name="T1" fmla="*/ 7 h 208"/>
                <a:gd name="T2" fmla="*/ 140 w 216"/>
                <a:gd name="T3" fmla="*/ 13 h 208"/>
                <a:gd name="T4" fmla="*/ 141 w 216"/>
                <a:gd name="T5" fmla="*/ 22 h 208"/>
                <a:gd name="T6" fmla="*/ 142 w 216"/>
                <a:gd name="T7" fmla="*/ 28 h 208"/>
                <a:gd name="T8" fmla="*/ 139 w 216"/>
                <a:gd name="T9" fmla="*/ 34 h 208"/>
                <a:gd name="T10" fmla="*/ 138 w 216"/>
                <a:gd name="T11" fmla="*/ 41 h 208"/>
                <a:gd name="T12" fmla="*/ 139 w 216"/>
                <a:gd name="T13" fmla="*/ 52 h 208"/>
                <a:gd name="T14" fmla="*/ 133 w 216"/>
                <a:gd name="T15" fmla="*/ 58 h 208"/>
                <a:gd name="T16" fmla="*/ 125 w 216"/>
                <a:gd name="T17" fmla="*/ 62 h 208"/>
                <a:gd name="T18" fmla="*/ 118 w 216"/>
                <a:gd name="T19" fmla="*/ 68 h 208"/>
                <a:gd name="T20" fmla="*/ 112 w 216"/>
                <a:gd name="T21" fmla="*/ 82 h 208"/>
                <a:gd name="T22" fmla="*/ 109 w 216"/>
                <a:gd name="T23" fmla="*/ 84 h 208"/>
                <a:gd name="T24" fmla="*/ 98 w 216"/>
                <a:gd name="T25" fmla="*/ 84 h 208"/>
                <a:gd name="T26" fmla="*/ 87 w 216"/>
                <a:gd name="T27" fmla="*/ 91 h 208"/>
                <a:gd name="T28" fmla="*/ 87 w 216"/>
                <a:gd name="T29" fmla="*/ 95 h 208"/>
                <a:gd name="T30" fmla="*/ 82 w 216"/>
                <a:gd name="T31" fmla="*/ 97 h 208"/>
                <a:gd name="T32" fmla="*/ 70 w 216"/>
                <a:gd name="T33" fmla="*/ 102 h 208"/>
                <a:gd name="T34" fmla="*/ 59 w 216"/>
                <a:gd name="T35" fmla="*/ 118 h 208"/>
                <a:gd name="T36" fmla="*/ 55 w 216"/>
                <a:gd name="T37" fmla="*/ 121 h 208"/>
                <a:gd name="T38" fmla="*/ 23 w 216"/>
                <a:gd name="T39" fmla="*/ 121 h 208"/>
                <a:gd name="T40" fmla="*/ 3 w 216"/>
                <a:gd name="T41" fmla="*/ 128 h 208"/>
                <a:gd name="T42" fmla="*/ 16 w 216"/>
                <a:gd name="T43" fmla="*/ 139 h 208"/>
                <a:gd name="T44" fmla="*/ 19 w 216"/>
                <a:gd name="T45" fmla="*/ 145 h 208"/>
                <a:gd name="T46" fmla="*/ 22 w 216"/>
                <a:gd name="T47" fmla="*/ 155 h 208"/>
                <a:gd name="T48" fmla="*/ 27 w 216"/>
                <a:gd name="T49" fmla="*/ 162 h 208"/>
                <a:gd name="T50" fmla="*/ 25 w 216"/>
                <a:gd name="T51" fmla="*/ 164 h 208"/>
                <a:gd name="T52" fmla="*/ 19 w 216"/>
                <a:gd name="T53" fmla="*/ 164 h 208"/>
                <a:gd name="T54" fmla="*/ 12 w 216"/>
                <a:gd name="T55" fmla="*/ 167 h 208"/>
                <a:gd name="T56" fmla="*/ 5 w 216"/>
                <a:gd name="T57" fmla="*/ 187 h 208"/>
                <a:gd name="T58" fmla="*/ 19 w 216"/>
                <a:gd name="T59" fmla="*/ 187 h 208"/>
                <a:gd name="T60" fmla="*/ 37 w 216"/>
                <a:gd name="T61" fmla="*/ 185 h 208"/>
                <a:gd name="T62" fmla="*/ 44 w 216"/>
                <a:gd name="T63" fmla="*/ 187 h 208"/>
                <a:gd name="T64" fmla="*/ 60 w 216"/>
                <a:gd name="T65" fmla="*/ 186 h 208"/>
                <a:gd name="T66" fmla="*/ 72 w 216"/>
                <a:gd name="T67" fmla="*/ 183 h 208"/>
                <a:gd name="T68" fmla="*/ 77 w 216"/>
                <a:gd name="T69" fmla="*/ 190 h 208"/>
                <a:gd name="T70" fmla="*/ 81 w 216"/>
                <a:gd name="T71" fmla="*/ 196 h 208"/>
                <a:gd name="T72" fmla="*/ 83 w 216"/>
                <a:gd name="T73" fmla="*/ 204 h 208"/>
                <a:gd name="T74" fmla="*/ 91 w 216"/>
                <a:gd name="T75" fmla="*/ 208 h 208"/>
                <a:gd name="T76" fmla="*/ 98 w 216"/>
                <a:gd name="T77" fmla="*/ 208 h 208"/>
                <a:gd name="T78" fmla="*/ 106 w 216"/>
                <a:gd name="T79" fmla="*/ 202 h 208"/>
                <a:gd name="T80" fmla="*/ 128 w 216"/>
                <a:gd name="T81" fmla="*/ 201 h 208"/>
                <a:gd name="T82" fmla="*/ 133 w 216"/>
                <a:gd name="T83" fmla="*/ 198 h 208"/>
                <a:gd name="T84" fmla="*/ 131 w 216"/>
                <a:gd name="T85" fmla="*/ 161 h 208"/>
                <a:gd name="T86" fmla="*/ 133 w 216"/>
                <a:gd name="T87" fmla="*/ 153 h 208"/>
                <a:gd name="T88" fmla="*/ 138 w 216"/>
                <a:gd name="T89" fmla="*/ 148 h 208"/>
                <a:gd name="T90" fmla="*/ 155 w 216"/>
                <a:gd name="T91" fmla="*/ 138 h 208"/>
                <a:gd name="T92" fmla="*/ 177 w 216"/>
                <a:gd name="T93" fmla="*/ 112 h 208"/>
                <a:gd name="T94" fmla="*/ 188 w 216"/>
                <a:gd name="T95" fmla="*/ 101 h 208"/>
                <a:gd name="T96" fmla="*/ 193 w 216"/>
                <a:gd name="T97" fmla="*/ 92 h 208"/>
                <a:gd name="T98" fmla="*/ 211 w 216"/>
                <a:gd name="T99" fmla="*/ 76 h 208"/>
                <a:gd name="T100" fmla="*/ 210 w 216"/>
                <a:gd name="T101" fmla="*/ 73 h 208"/>
                <a:gd name="T102" fmla="*/ 192 w 216"/>
                <a:gd name="T103" fmla="*/ 63 h 208"/>
                <a:gd name="T104" fmla="*/ 188 w 216"/>
                <a:gd name="T105" fmla="*/ 55 h 208"/>
                <a:gd name="T106" fmla="*/ 189 w 216"/>
                <a:gd name="T107" fmla="*/ 48 h 208"/>
                <a:gd name="T108" fmla="*/ 215 w 216"/>
                <a:gd name="T109" fmla="*/ 39 h 208"/>
                <a:gd name="T110" fmla="*/ 215 w 216"/>
                <a:gd name="T111" fmla="*/ 33 h 208"/>
                <a:gd name="T112" fmla="*/ 213 w 216"/>
                <a:gd name="T113" fmla="*/ 29 h 208"/>
                <a:gd name="T114" fmla="*/ 195 w 216"/>
                <a:gd name="T115" fmla="*/ 29 h 208"/>
                <a:gd name="T116" fmla="*/ 193 w 216"/>
                <a:gd name="T117" fmla="*/ 27 h 208"/>
                <a:gd name="T118" fmla="*/ 190 w 216"/>
                <a:gd name="T119" fmla="*/ 13 h 208"/>
                <a:gd name="T120" fmla="*/ 181 w 216"/>
                <a:gd name="T121" fmla="*/ 1 h 208"/>
                <a:gd name="T122" fmla="*/ 171 w 216"/>
                <a:gd name="T123" fmla="*/ 1 h 208"/>
                <a:gd name="T124" fmla="*/ 155 w 216"/>
                <a:gd name="T125" fmla="*/ 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6" h="208">
                  <a:moveTo>
                    <a:pt x="151" y="5"/>
                  </a:moveTo>
                  <a:lnTo>
                    <a:pt x="151" y="5"/>
                  </a:lnTo>
                  <a:lnTo>
                    <a:pt x="149" y="7"/>
                  </a:lnTo>
                  <a:lnTo>
                    <a:pt x="144" y="10"/>
                  </a:lnTo>
                  <a:lnTo>
                    <a:pt x="140" y="12"/>
                  </a:lnTo>
                  <a:lnTo>
                    <a:pt x="140" y="13"/>
                  </a:lnTo>
                  <a:lnTo>
                    <a:pt x="139" y="15"/>
                  </a:lnTo>
                  <a:lnTo>
                    <a:pt x="139" y="15"/>
                  </a:lnTo>
                  <a:lnTo>
                    <a:pt x="141" y="22"/>
                  </a:lnTo>
                  <a:lnTo>
                    <a:pt x="142" y="26"/>
                  </a:lnTo>
                  <a:lnTo>
                    <a:pt x="142" y="28"/>
                  </a:lnTo>
                  <a:lnTo>
                    <a:pt x="142" y="28"/>
                  </a:lnTo>
                  <a:lnTo>
                    <a:pt x="142" y="31"/>
                  </a:lnTo>
                  <a:lnTo>
                    <a:pt x="140" y="32"/>
                  </a:lnTo>
                  <a:lnTo>
                    <a:pt x="139" y="34"/>
                  </a:lnTo>
                  <a:lnTo>
                    <a:pt x="138" y="37"/>
                  </a:lnTo>
                  <a:lnTo>
                    <a:pt x="138" y="37"/>
                  </a:lnTo>
                  <a:lnTo>
                    <a:pt x="138" y="41"/>
                  </a:lnTo>
                  <a:lnTo>
                    <a:pt x="138" y="44"/>
                  </a:lnTo>
                  <a:lnTo>
                    <a:pt x="139" y="48"/>
                  </a:lnTo>
                  <a:lnTo>
                    <a:pt x="139" y="52"/>
                  </a:lnTo>
                  <a:lnTo>
                    <a:pt x="139" y="52"/>
                  </a:lnTo>
                  <a:lnTo>
                    <a:pt x="135" y="57"/>
                  </a:lnTo>
                  <a:lnTo>
                    <a:pt x="133" y="58"/>
                  </a:lnTo>
                  <a:lnTo>
                    <a:pt x="129" y="60"/>
                  </a:lnTo>
                  <a:lnTo>
                    <a:pt x="129" y="60"/>
                  </a:lnTo>
                  <a:lnTo>
                    <a:pt x="125" y="62"/>
                  </a:lnTo>
                  <a:lnTo>
                    <a:pt x="123" y="63"/>
                  </a:lnTo>
                  <a:lnTo>
                    <a:pt x="118" y="68"/>
                  </a:lnTo>
                  <a:lnTo>
                    <a:pt x="118" y="68"/>
                  </a:lnTo>
                  <a:lnTo>
                    <a:pt x="115" y="73"/>
                  </a:lnTo>
                  <a:lnTo>
                    <a:pt x="114" y="78"/>
                  </a:lnTo>
                  <a:lnTo>
                    <a:pt x="112" y="82"/>
                  </a:lnTo>
                  <a:lnTo>
                    <a:pt x="110" y="84"/>
                  </a:lnTo>
                  <a:lnTo>
                    <a:pt x="109" y="84"/>
                  </a:lnTo>
                  <a:lnTo>
                    <a:pt x="109" y="84"/>
                  </a:lnTo>
                  <a:lnTo>
                    <a:pt x="103" y="84"/>
                  </a:lnTo>
                  <a:lnTo>
                    <a:pt x="98" y="84"/>
                  </a:lnTo>
                  <a:lnTo>
                    <a:pt x="98" y="84"/>
                  </a:lnTo>
                  <a:lnTo>
                    <a:pt x="93" y="86"/>
                  </a:lnTo>
                  <a:lnTo>
                    <a:pt x="90" y="89"/>
                  </a:lnTo>
                  <a:lnTo>
                    <a:pt x="87" y="91"/>
                  </a:lnTo>
                  <a:lnTo>
                    <a:pt x="87" y="92"/>
                  </a:lnTo>
                  <a:lnTo>
                    <a:pt x="87" y="92"/>
                  </a:lnTo>
                  <a:lnTo>
                    <a:pt x="87" y="95"/>
                  </a:lnTo>
                  <a:lnTo>
                    <a:pt x="86" y="96"/>
                  </a:lnTo>
                  <a:lnTo>
                    <a:pt x="82" y="97"/>
                  </a:lnTo>
                  <a:lnTo>
                    <a:pt x="82" y="97"/>
                  </a:lnTo>
                  <a:lnTo>
                    <a:pt x="75" y="97"/>
                  </a:lnTo>
                  <a:lnTo>
                    <a:pt x="72" y="98"/>
                  </a:lnTo>
                  <a:lnTo>
                    <a:pt x="70" y="102"/>
                  </a:lnTo>
                  <a:lnTo>
                    <a:pt x="70" y="102"/>
                  </a:lnTo>
                  <a:lnTo>
                    <a:pt x="62" y="113"/>
                  </a:lnTo>
                  <a:lnTo>
                    <a:pt x="59" y="118"/>
                  </a:lnTo>
                  <a:lnTo>
                    <a:pt x="57" y="121"/>
                  </a:lnTo>
                  <a:lnTo>
                    <a:pt x="55" y="121"/>
                  </a:lnTo>
                  <a:lnTo>
                    <a:pt x="55" y="121"/>
                  </a:lnTo>
                  <a:lnTo>
                    <a:pt x="39" y="121"/>
                  </a:lnTo>
                  <a:lnTo>
                    <a:pt x="23" y="121"/>
                  </a:lnTo>
                  <a:lnTo>
                    <a:pt x="23" y="121"/>
                  </a:lnTo>
                  <a:lnTo>
                    <a:pt x="0" y="123"/>
                  </a:lnTo>
                  <a:lnTo>
                    <a:pt x="0" y="123"/>
                  </a:lnTo>
                  <a:lnTo>
                    <a:pt x="3" y="128"/>
                  </a:lnTo>
                  <a:lnTo>
                    <a:pt x="3" y="128"/>
                  </a:lnTo>
                  <a:lnTo>
                    <a:pt x="7" y="133"/>
                  </a:lnTo>
                  <a:lnTo>
                    <a:pt x="16" y="139"/>
                  </a:lnTo>
                  <a:lnTo>
                    <a:pt x="16" y="139"/>
                  </a:lnTo>
                  <a:lnTo>
                    <a:pt x="18" y="143"/>
                  </a:lnTo>
                  <a:lnTo>
                    <a:pt x="19" y="145"/>
                  </a:lnTo>
                  <a:lnTo>
                    <a:pt x="21" y="151"/>
                  </a:lnTo>
                  <a:lnTo>
                    <a:pt x="21" y="151"/>
                  </a:lnTo>
                  <a:lnTo>
                    <a:pt x="22" y="155"/>
                  </a:lnTo>
                  <a:lnTo>
                    <a:pt x="24" y="158"/>
                  </a:lnTo>
                  <a:lnTo>
                    <a:pt x="25" y="160"/>
                  </a:lnTo>
                  <a:lnTo>
                    <a:pt x="27" y="162"/>
                  </a:lnTo>
                  <a:lnTo>
                    <a:pt x="27" y="162"/>
                  </a:lnTo>
                  <a:lnTo>
                    <a:pt x="27" y="162"/>
                  </a:lnTo>
                  <a:lnTo>
                    <a:pt x="25" y="164"/>
                  </a:lnTo>
                  <a:lnTo>
                    <a:pt x="23" y="164"/>
                  </a:lnTo>
                  <a:lnTo>
                    <a:pt x="23" y="164"/>
                  </a:lnTo>
                  <a:lnTo>
                    <a:pt x="19" y="164"/>
                  </a:lnTo>
                  <a:lnTo>
                    <a:pt x="16" y="165"/>
                  </a:lnTo>
                  <a:lnTo>
                    <a:pt x="16" y="165"/>
                  </a:lnTo>
                  <a:lnTo>
                    <a:pt x="12" y="167"/>
                  </a:lnTo>
                  <a:lnTo>
                    <a:pt x="9" y="174"/>
                  </a:lnTo>
                  <a:lnTo>
                    <a:pt x="5" y="187"/>
                  </a:lnTo>
                  <a:lnTo>
                    <a:pt x="5" y="187"/>
                  </a:lnTo>
                  <a:lnTo>
                    <a:pt x="12" y="188"/>
                  </a:lnTo>
                  <a:lnTo>
                    <a:pt x="19" y="187"/>
                  </a:lnTo>
                  <a:lnTo>
                    <a:pt x="19" y="187"/>
                  </a:lnTo>
                  <a:lnTo>
                    <a:pt x="34" y="185"/>
                  </a:lnTo>
                  <a:lnTo>
                    <a:pt x="34" y="185"/>
                  </a:lnTo>
                  <a:lnTo>
                    <a:pt x="37" y="185"/>
                  </a:lnTo>
                  <a:lnTo>
                    <a:pt x="38" y="186"/>
                  </a:lnTo>
                  <a:lnTo>
                    <a:pt x="40" y="186"/>
                  </a:lnTo>
                  <a:lnTo>
                    <a:pt x="44" y="187"/>
                  </a:lnTo>
                  <a:lnTo>
                    <a:pt x="44" y="187"/>
                  </a:lnTo>
                  <a:lnTo>
                    <a:pt x="51" y="187"/>
                  </a:lnTo>
                  <a:lnTo>
                    <a:pt x="60" y="186"/>
                  </a:lnTo>
                  <a:lnTo>
                    <a:pt x="60" y="186"/>
                  </a:lnTo>
                  <a:lnTo>
                    <a:pt x="67" y="185"/>
                  </a:lnTo>
                  <a:lnTo>
                    <a:pt x="72" y="183"/>
                  </a:lnTo>
                  <a:lnTo>
                    <a:pt x="72" y="183"/>
                  </a:lnTo>
                  <a:lnTo>
                    <a:pt x="75" y="186"/>
                  </a:lnTo>
                  <a:lnTo>
                    <a:pt x="77" y="190"/>
                  </a:lnTo>
                  <a:lnTo>
                    <a:pt x="80" y="193"/>
                  </a:lnTo>
                  <a:lnTo>
                    <a:pt x="81" y="196"/>
                  </a:lnTo>
                  <a:lnTo>
                    <a:pt x="81" y="196"/>
                  </a:lnTo>
                  <a:lnTo>
                    <a:pt x="82" y="198"/>
                  </a:lnTo>
                  <a:lnTo>
                    <a:pt x="82" y="201"/>
                  </a:lnTo>
                  <a:lnTo>
                    <a:pt x="83" y="204"/>
                  </a:lnTo>
                  <a:lnTo>
                    <a:pt x="87" y="207"/>
                  </a:lnTo>
                  <a:lnTo>
                    <a:pt x="87" y="207"/>
                  </a:lnTo>
                  <a:lnTo>
                    <a:pt x="91" y="208"/>
                  </a:lnTo>
                  <a:lnTo>
                    <a:pt x="93" y="208"/>
                  </a:lnTo>
                  <a:lnTo>
                    <a:pt x="98" y="208"/>
                  </a:lnTo>
                  <a:lnTo>
                    <a:pt x="98" y="208"/>
                  </a:lnTo>
                  <a:lnTo>
                    <a:pt x="102" y="203"/>
                  </a:lnTo>
                  <a:lnTo>
                    <a:pt x="103" y="202"/>
                  </a:lnTo>
                  <a:lnTo>
                    <a:pt x="106" y="202"/>
                  </a:lnTo>
                  <a:lnTo>
                    <a:pt x="106" y="202"/>
                  </a:lnTo>
                  <a:lnTo>
                    <a:pt x="120" y="202"/>
                  </a:lnTo>
                  <a:lnTo>
                    <a:pt x="128" y="201"/>
                  </a:lnTo>
                  <a:lnTo>
                    <a:pt x="130" y="199"/>
                  </a:lnTo>
                  <a:lnTo>
                    <a:pt x="133" y="198"/>
                  </a:lnTo>
                  <a:lnTo>
                    <a:pt x="133" y="198"/>
                  </a:lnTo>
                  <a:lnTo>
                    <a:pt x="133" y="191"/>
                  </a:lnTo>
                  <a:lnTo>
                    <a:pt x="133" y="181"/>
                  </a:lnTo>
                  <a:lnTo>
                    <a:pt x="131" y="161"/>
                  </a:lnTo>
                  <a:lnTo>
                    <a:pt x="131" y="161"/>
                  </a:lnTo>
                  <a:lnTo>
                    <a:pt x="131" y="158"/>
                  </a:lnTo>
                  <a:lnTo>
                    <a:pt x="133" y="153"/>
                  </a:lnTo>
                  <a:lnTo>
                    <a:pt x="134" y="150"/>
                  </a:lnTo>
                  <a:lnTo>
                    <a:pt x="138" y="148"/>
                  </a:lnTo>
                  <a:lnTo>
                    <a:pt x="138" y="148"/>
                  </a:lnTo>
                  <a:lnTo>
                    <a:pt x="145" y="145"/>
                  </a:lnTo>
                  <a:lnTo>
                    <a:pt x="150" y="143"/>
                  </a:lnTo>
                  <a:lnTo>
                    <a:pt x="155" y="138"/>
                  </a:lnTo>
                  <a:lnTo>
                    <a:pt x="155" y="138"/>
                  </a:lnTo>
                  <a:lnTo>
                    <a:pt x="170" y="121"/>
                  </a:lnTo>
                  <a:lnTo>
                    <a:pt x="177" y="112"/>
                  </a:lnTo>
                  <a:lnTo>
                    <a:pt x="182" y="107"/>
                  </a:lnTo>
                  <a:lnTo>
                    <a:pt x="182" y="107"/>
                  </a:lnTo>
                  <a:lnTo>
                    <a:pt x="188" y="101"/>
                  </a:lnTo>
                  <a:lnTo>
                    <a:pt x="190" y="97"/>
                  </a:lnTo>
                  <a:lnTo>
                    <a:pt x="193" y="92"/>
                  </a:lnTo>
                  <a:lnTo>
                    <a:pt x="193" y="92"/>
                  </a:lnTo>
                  <a:lnTo>
                    <a:pt x="197" y="87"/>
                  </a:lnTo>
                  <a:lnTo>
                    <a:pt x="203" y="82"/>
                  </a:lnTo>
                  <a:lnTo>
                    <a:pt x="211" y="76"/>
                  </a:lnTo>
                  <a:lnTo>
                    <a:pt x="211" y="76"/>
                  </a:lnTo>
                  <a:lnTo>
                    <a:pt x="211" y="75"/>
                  </a:lnTo>
                  <a:lnTo>
                    <a:pt x="210" y="73"/>
                  </a:lnTo>
                  <a:lnTo>
                    <a:pt x="203" y="69"/>
                  </a:lnTo>
                  <a:lnTo>
                    <a:pt x="197" y="65"/>
                  </a:lnTo>
                  <a:lnTo>
                    <a:pt x="192" y="63"/>
                  </a:lnTo>
                  <a:lnTo>
                    <a:pt x="192" y="63"/>
                  </a:lnTo>
                  <a:lnTo>
                    <a:pt x="189" y="59"/>
                  </a:lnTo>
                  <a:lnTo>
                    <a:pt x="188" y="55"/>
                  </a:lnTo>
                  <a:lnTo>
                    <a:pt x="188" y="50"/>
                  </a:lnTo>
                  <a:lnTo>
                    <a:pt x="189" y="48"/>
                  </a:lnTo>
                  <a:lnTo>
                    <a:pt x="189" y="48"/>
                  </a:lnTo>
                  <a:lnTo>
                    <a:pt x="193" y="46"/>
                  </a:lnTo>
                  <a:lnTo>
                    <a:pt x="199" y="44"/>
                  </a:lnTo>
                  <a:lnTo>
                    <a:pt x="215" y="39"/>
                  </a:lnTo>
                  <a:lnTo>
                    <a:pt x="215" y="39"/>
                  </a:lnTo>
                  <a:lnTo>
                    <a:pt x="216" y="36"/>
                  </a:lnTo>
                  <a:lnTo>
                    <a:pt x="215" y="33"/>
                  </a:lnTo>
                  <a:lnTo>
                    <a:pt x="214" y="31"/>
                  </a:lnTo>
                  <a:lnTo>
                    <a:pt x="214" y="31"/>
                  </a:lnTo>
                  <a:lnTo>
                    <a:pt x="213" y="29"/>
                  </a:lnTo>
                  <a:lnTo>
                    <a:pt x="211" y="28"/>
                  </a:lnTo>
                  <a:lnTo>
                    <a:pt x="205" y="28"/>
                  </a:lnTo>
                  <a:lnTo>
                    <a:pt x="195" y="29"/>
                  </a:lnTo>
                  <a:lnTo>
                    <a:pt x="195" y="29"/>
                  </a:lnTo>
                  <a:lnTo>
                    <a:pt x="193" y="28"/>
                  </a:lnTo>
                  <a:lnTo>
                    <a:pt x="193" y="27"/>
                  </a:lnTo>
                  <a:lnTo>
                    <a:pt x="192" y="20"/>
                  </a:lnTo>
                  <a:lnTo>
                    <a:pt x="192" y="20"/>
                  </a:lnTo>
                  <a:lnTo>
                    <a:pt x="190" y="13"/>
                  </a:lnTo>
                  <a:lnTo>
                    <a:pt x="188" y="9"/>
                  </a:lnTo>
                  <a:lnTo>
                    <a:pt x="184" y="5"/>
                  </a:lnTo>
                  <a:lnTo>
                    <a:pt x="181" y="1"/>
                  </a:lnTo>
                  <a:lnTo>
                    <a:pt x="181" y="0"/>
                  </a:lnTo>
                  <a:lnTo>
                    <a:pt x="181" y="0"/>
                  </a:lnTo>
                  <a:lnTo>
                    <a:pt x="171" y="1"/>
                  </a:lnTo>
                  <a:lnTo>
                    <a:pt x="171" y="1"/>
                  </a:lnTo>
                  <a:lnTo>
                    <a:pt x="160" y="1"/>
                  </a:lnTo>
                  <a:lnTo>
                    <a:pt x="155" y="2"/>
                  </a:lnTo>
                  <a:lnTo>
                    <a:pt x="151" y="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7" name="Freeform 776"/>
            <p:cNvSpPr>
              <a:spLocks/>
            </p:cNvSpPr>
            <p:nvPr/>
          </p:nvSpPr>
          <p:spPr bwMode="gray">
            <a:xfrm>
              <a:off x="4220424" y="4486947"/>
              <a:ext cx="471030" cy="371970"/>
            </a:xfrm>
            <a:custGeom>
              <a:avLst/>
              <a:gdLst>
                <a:gd name="T0" fmla="*/ 5 w 190"/>
                <a:gd name="T1" fmla="*/ 142 h 148"/>
                <a:gd name="T2" fmla="*/ 6 w 190"/>
                <a:gd name="T3" fmla="*/ 139 h 148"/>
                <a:gd name="T4" fmla="*/ 6 w 190"/>
                <a:gd name="T5" fmla="*/ 139 h 148"/>
                <a:gd name="T6" fmla="*/ 6 w 190"/>
                <a:gd name="T7" fmla="*/ 139 h 148"/>
                <a:gd name="T8" fmla="*/ 15 w 190"/>
                <a:gd name="T9" fmla="*/ 125 h 148"/>
                <a:gd name="T10" fmla="*/ 9 w 190"/>
                <a:gd name="T11" fmla="*/ 119 h 148"/>
                <a:gd name="T12" fmla="*/ 1 w 190"/>
                <a:gd name="T13" fmla="*/ 109 h 148"/>
                <a:gd name="T14" fmla="*/ 5 w 190"/>
                <a:gd name="T15" fmla="*/ 85 h 148"/>
                <a:gd name="T16" fmla="*/ 3 w 190"/>
                <a:gd name="T17" fmla="*/ 75 h 148"/>
                <a:gd name="T18" fmla="*/ 1 w 190"/>
                <a:gd name="T19" fmla="*/ 66 h 148"/>
                <a:gd name="T20" fmla="*/ 9 w 190"/>
                <a:gd name="T21" fmla="*/ 56 h 148"/>
                <a:gd name="T22" fmla="*/ 9 w 190"/>
                <a:gd name="T23" fmla="*/ 54 h 148"/>
                <a:gd name="T24" fmla="*/ 19 w 190"/>
                <a:gd name="T25" fmla="*/ 51 h 148"/>
                <a:gd name="T26" fmla="*/ 27 w 190"/>
                <a:gd name="T27" fmla="*/ 53 h 148"/>
                <a:gd name="T28" fmla="*/ 29 w 190"/>
                <a:gd name="T29" fmla="*/ 53 h 148"/>
                <a:gd name="T30" fmla="*/ 35 w 190"/>
                <a:gd name="T31" fmla="*/ 48 h 148"/>
                <a:gd name="T32" fmla="*/ 36 w 190"/>
                <a:gd name="T33" fmla="*/ 48 h 148"/>
                <a:gd name="T34" fmla="*/ 36 w 190"/>
                <a:gd name="T35" fmla="*/ 47 h 148"/>
                <a:gd name="T36" fmla="*/ 53 w 190"/>
                <a:gd name="T37" fmla="*/ 36 h 148"/>
                <a:gd name="T38" fmla="*/ 57 w 190"/>
                <a:gd name="T39" fmla="*/ 25 h 148"/>
                <a:gd name="T40" fmla="*/ 67 w 190"/>
                <a:gd name="T41" fmla="*/ 19 h 148"/>
                <a:gd name="T42" fmla="*/ 77 w 190"/>
                <a:gd name="T43" fmla="*/ 16 h 148"/>
                <a:gd name="T44" fmla="*/ 96 w 190"/>
                <a:gd name="T45" fmla="*/ 18 h 148"/>
                <a:gd name="T46" fmla="*/ 106 w 190"/>
                <a:gd name="T47" fmla="*/ 20 h 148"/>
                <a:gd name="T48" fmla="*/ 112 w 190"/>
                <a:gd name="T49" fmla="*/ 18 h 148"/>
                <a:gd name="T50" fmla="*/ 130 w 190"/>
                <a:gd name="T51" fmla="*/ 15 h 148"/>
                <a:gd name="T52" fmla="*/ 134 w 190"/>
                <a:gd name="T53" fmla="*/ 5 h 148"/>
                <a:gd name="T54" fmla="*/ 147 w 190"/>
                <a:gd name="T55" fmla="*/ 0 h 148"/>
                <a:gd name="T56" fmla="*/ 149 w 190"/>
                <a:gd name="T57" fmla="*/ 21 h 148"/>
                <a:gd name="T58" fmla="*/ 152 w 190"/>
                <a:gd name="T59" fmla="*/ 24 h 148"/>
                <a:gd name="T60" fmla="*/ 175 w 190"/>
                <a:gd name="T61" fmla="*/ 20 h 148"/>
                <a:gd name="T62" fmla="*/ 187 w 190"/>
                <a:gd name="T63" fmla="*/ 22 h 148"/>
                <a:gd name="T64" fmla="*/ 179 w 190"/>
                <a:gd name="T65" fmla="*/ 26 h 148"/>
                <a:gd name="T66" fmla="*/ 159 w 190"/>
                <a:gd name="T67" fmla="*/ 30 h 148"/>
                <a:gd name="T68" fmla="*/ 149 w 190"/>
                <a:gd name="T69" fmla="*/ 37 h 148"/>
                <a:gd name="T70" fmla="*/ 147 w 190"/>
                <a:gd name="T71" fmla="*/ 40 h 148"/>
                <a:gd name="T72" fmla="*/ 150 w 190"/>
                <a:gd name="T73" fmla="*/ 53 h 148"/>
                <a:gd name="T74" fmla="*/ 147 w 190"/>
                <a:gd name="T75" fmla="*/ 59 h 148"/>
                <a:gd name="T76" fmla="*/ 144 w 190"/>
                <a:gd name="T77" fmla="*/ 64 h 148"/>
                <a:gd name="T78" fmla="*/ 147 w 190"/>
                <a:gd name="T79" fmla="*/ 77 h 148"/>
                <a:gd name="T80" fmla="*/ 137 w 190"/>
                <a:gd name="T81" fmla="*/ 85 h 148"/>
                <a:gd name="T82" fmla="*/ 126 w 190"/>
                <a:gd name="T83" fmla="*/ 93 h 148"/>
                <a:gd name="T84" fmla="*/ 120 w 190"/>
                <a:gd name="T85" fmla="*/ 107 h 148"/>
                <a:gd name="T86" fmla="*/ 114 w 190"/>
                <a:gd name="T87" fmla="*/ 109 h 148"/>
                <a:gd name="T88" fmla="*/ 111 w 190"/>
                <a:gd name="T89" fmla="*/ 109 h 148"/>
                <a:gd name="T90" fmla="*/ 106 w 190"/>
                <a:gd name="T91" fmla="*/ 109 h 148"/>
                <a:gd name="T92" fmla="*/ 95 w 190"/>
                <a:gd name="T93" fmla="*/ 116 h 148"/>
                <a:gd name="T94" fmla="*/ 95 w 190"/>
                <a:gd name="T95" fmla="*/ 120 h 148"/>
                <a:gd name="T96" fmla="*/ 83 w 190"/>
                <a:gd name="T97" fmla="*/ 122 h 148"/>
                <a:gd name="T98" fmla="*/ 70 w 190"/>
                <a:gd name="T99" fmla="*/ 138 h 148"/>
                <a:gd name="T100" fmla="*/ 63 w 190"/>
                <a:gd name="T101" fmla="*/ 146 h 148"/>
                <a:gd name="T102" fmla="*/ 41 w 190"/>
                <a:gd name="T103" fmla="*/ 146 h 148"/>
                <a:gd name="T104" fmla="*/ 31 w 190"/>
                <a:gd name="T105" fmla="*/ 146 h 148"/>
                <a:gd name="T106" fmla="*/ 31 w 190"/>
                <a:gd name="T107" fmla="*/ 146 h 148"/>
                <a:gd name="T108" fmla="*/ 31 w 190"/>
                <a:gd name="T109" fmla="*/ 146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90" h="148">
                  <a:moveTo>
                    <a:pt x="8" y="148"/>
                  </a:moveTo>
                  <a:lnTo>
                    <a:pt x="8" y="148"/>
                  </a:lnTo>
                  <a:lnTo>
                    <a:pt x="6" y="143"/>
                  </a:lnTo>
                  <a:lnTo>
                    <a:pt x="5" y="142"/>
                  </a:lnTo>
                  <a:lnTo>
                    <a:pt x="6" y="139"/>
                  </a:lnTo>
                  <a:lnTo>
                    <a:pt x="6" y="139"/>
                  </a:lnTo>
                  <a:lnTo>
                    <a:pt x="6" y="139"/>
                  </a:lnTo>
                  <a:lnTo>
                    <a:pt x="6" y="139"/>
                  </a:lnTo>
                  <a:lnTo>
                    <a:pt x="6" y="139"/>
                  </a:lnTo>
                  <a:lnTo>
                    <a:pt x="6" y="139"/>
                  </a:lnTo>
                  <a:lnTo>
                    <a:pt x="6" y="139"/>
                  </a:lnTo>
                  <a:lnTo>
                    <a:pt x="6" y="139"/>
                  </a:lnTo>
                  <a:lnTo>
                    <a:pt x="6" y="139"/>
                  </a:lnTo>
                  <a:lnTo>
                    <a:pt x="6" y="139"/>
                  </a:lnTo>
                  <a:lnTo>
                    <a:pt x="6" y="139"/>
                  </a:lnTo>
                  <a:lnTo>
                    <a:pt x="6" y="139"/>
                  </a:lnTo>
                  <a:lnTo>
                    <a:pt x="11" y="132"/>
                  </a:lnTo>
                  <a:lnTo>
                    <a:pt x="14" y="128"/>
                  </a:lnTo>
                  <a:lnTo>
                    <a:pt x="15" y="125"/>
                  </a:lnTo>
                  <a:lnTo>
                    <a:pt x="15" y="125"/>
                  </a:lnTo>
                  <a:lnTo>
                    <a:pt x="15" y="123"/>
                  </a:lnTo>
                  <a:lnTo>
                    <a:pt x="14" y="122"/>
                  </a:lnTo>
                  <a:lnTo>
                    <a:pt x="14" y="122"/>
                  </a:lnTo>
                  <a:lnTo>
                    <a:pt x="9" y="119"/>
                  </a:lnTo>
                  <a:lnTo>
                    <a:pt x="6" y="116"/>
                  </a:lnTo>
                  <a:lnTo>
                    <a:pt x="3" y="112"/>
                  </a:lnTo>
                  <a:lnTo>
                    <a:pt x="3" y="112"/>
                  </a:lnTo>
                  <a:lnTo>
                    <a:pt x="1" y="109"/>
                  </a:lnTo>
                  <a:lnTo>
                    <a:pt x="1" y="105"/>
                  </a:lnTo>
                  <a:lnTo>
                    <a:pt x="1" y="105"/>
                  </a:lnTo>
                  <a:lnTo>
                    <a:pt x="3" y="93"/>
                  </a:lnTo>
                  <a:lnTo>
                    <a:pt x="5" y="85"/>
                  </a:lnTo>
                  <a:lnTo>
                    <a:pt x="5" y="85"/>
                  </a:lnTo>
                  <a:lnTo>
                    <a:pt x="5" y="84"/>
                  </a:lnTo>
                  <a:lnTo>
                    <a:pt x="5" y="84"/>
                  </a:lnTo>
                  <a:lnTo>
                    <a:pt x="3" y="75"/>
                  </a:lnTo>
                  <a:lnTo>
                    <a:pt x="1" y="72"/>
                  </a:lnTo>
                  <a:lnTo>
                    <a:pt x="0" y="67"/>
                  </a:lnTo>
                  <a:lnTo>
                    <a:pt x="0" y="67"/>
                  </a:lnTo>
                  <a:lnTo>
                    <a:pt x="1" y="66"/>
                  </a:lnTo>
                  <a:lnTo>
                    <a:pt x="1" y="66"/>
                  </a:lnTo>
                  <a:lnTo>
                    <a:pt x="6" y="61"/>
                  </a:lnTo>
                  <a:lnTo>
                    <a:pt x="9" y="56"/>
                  </a:lnTo>
                  <a:lnTo>
                    <a:pt x="9" y="56"/>
                  </a:lnTo>
                  <a:lnTo>
                    <a:pt x="9" y="54"/>
                  </a:lnTo>
                  <a:lnTo>
                    <a:pt x="9" y="54"/>
                  </a:lnTo>
                  <a:lnTo>
                    <a:pt x="9" y="54"/>
                  </a:lnTo>
                  <a:lnTo>
                    <a:pt x="9" y="54"/>
                  </a:lnTo>
                  <a:lnTo>
                    <a:pt x="9" y="54"/>
                  </a:lnTo>
                  <a:lnTo>
                    <a:pt x="9" y="47"/>
                  </a:lnTo>
                  <a:lnTo>
                    <a:pt x="9" y="47"/>
                  </a:lnTo>
                  <a:lnTo>
                    <a:pt x="19" y="51"/>
                  </a:lnTo>
                  <a:lnTo>
                    <a:pt x="26" y="53"/>
                  </a:lnTo>
                  <a:lnTo>
                    <a:pt x="26" y="53"/>
                  </a:lnTo>
                  <a:lnTo>
                    <a:pt x="27" y="53"/>
                  </a:lnTo>
                  <a:lnTo>
                    <a:pt x="27" y="53"/>
                  </a:lnTo>
                  <a:lnTo>
                    <a:pt x="29" y="53"/>
                  </a:lnTo>
                  <a:lnTo>
                    <a:pt x="29" y="53"/>
                  </a:lnTo>
                  <a:lnTo>
                    <a:pt x="29" y="53"/>
                  </a:lnTo>
                  <a:lnTo>
                    <a:pt x="29" y="53"/>
                  </a:lnTo>
                  <a:lnTo>
                    <a:pt x="32" y="52"/>
                  </a:lnTo>
                  <a:lnTo>
                    <a:pt x="35" y="48"/>
                  </a:lnTo>
                  <a:lnTo>
                    <a:pt x="35" y="48"/>
                  </a:lnTo>
                  <a:lnTo>
                    <a:pt x="35" y="48"/>
                  </a:lnTo>
                  <a:lnTo>
                    <a:pt x="35" y="48"/>
                  </a:lnTo>
                  <a:lnTo>
                    <a:pt x="35" y="48"/>
                  </a:lnTo>
                  <a:lnTo>
                    <a:pt x="35" y="48"/>
                  </a:lnTo>
                  <a:lnTo>
                    <a:pt x="36" y="48"/>
                  </a:lnTo>
                  <a:lnTo>
                    <a:pt x="36" y="48"/>
                  </a:lnTo>
                  <a:lnTo>
                    <a:pt x="36" y="48"/>
                  </a:lnTo>
                  <a:lnTo>
                    <a:pt x="36" y="48"/>
                  </a:lnTo>
                  <a:lnTo>
                    <a:pt x="36" y="47"/>
                  </a:lnTo>
                  <a:lnTo>
                    <a:pt x="36" y="47"/>
                  </a:lnTo>
                  <a:lnTo>
                    <a:pt x="38" y="45"/>
                  </a:lnTo>
                  <a:lnTo>
                    <a:pt x="45" y="41"/>
                  </a:lnTo>
                  <a:lnTo>
                    <a:pt x="53" y="36"/>
                  </a:lnTo>
                  <a:lnTo>
                    <a:pt x="53" y="36"/>
                  </a:lnTo>
                  <a:lnTo>
                    <a:pt x="54" y="34"/>
                  </a:lnTo>
                  <a:lnTo>
                    <a:pt x="56" y="29"/>
                  </a:lnTo>
                  <a:lnTo>
                    <a:pt x="57" y="25"/>
                  </a:lnTo>
                  <a:lnTo>
                    <a:pt x="59" y="21"/>
                  </a:lnTo>
                  <a:lnTo>
                    <a:pt x="59" y="21"/>
                  </a:lnTo>
                  <a:lnTo>
                    <a:pt x="62" y="20"/>
                  </a:lnTo>
                  <a:lnTo>
                    <a:pt x="67" y="19"/>
                  </a:lnTo>
                  <a:lnTo>
                    <a:pt x="74" y="18"/>
                  </a:lnTo>
                  <a:lnTo>
                    <a:pt x="74" y="18"/>
                  </a:lnTo>
                  <a:lnTo>
                    <a:pt x="77" y="16"/>
                  </a:lnTo>
                  <a:lnTo>
                    <a:pt x="77" y="16"/>
                  </a:lnTo>
                  <a:lnTo>
                    <a:pt x="90" y="15"/>
                  </a:lnTo>
                  <a:lnTo>
                    <a:pt x="90" y="15"/>
                  </a:lnTo>
                  <a:lnTo>
                    <a:pt x="93" y="15"/>
                  </a:lnTo>
                  <a:lnTo>
                    <a:pt x="96" y="18"/>
                  </a:lnTo>
                  <a:lnTo>
                    <a:pt x="99" y="19"/>
                  </a:lnTo>
                  <a:lnTo>
                    <a:pt x="102" y="20"/>
                  </a:lnTo>
                  <a:lnTo>
                    <a:pt x="102" y="20"/>
                  </a:lnTo>
                  <a:lnTo>
                    <a:pt x="106" y="20"/>
                  </a:lnTo>
                  <a:lnTo>
                    <a:pt x="106" y="20"/>
                  </a:lnTo>
                  <a:lnTo>
                    <a:pt x="109" y="20"/>
                  </a:lnTo>
                  <a:lnTo>
                    <a:pt x="112" y="18"/>
                  </a:lnTo>
                  <a:lnTo>
                    <a:pt x="112" y="18"/>
                  </a:lnTo>
                  <a:lnTo>
                    <a:pt x="121" y="16"/>
                  </a:lnTo>
                  <a:lnTo>
                    <a:pt x="128" y="15"/>
                  </a:lnTo>
                  <a:lnTo>
                    <a:pt x="128" y="15"/>
                  </a:lnTo>
                  <a:lnTo>
                    <a:pt x="130" y="15"/>
                  </a:lnTo>
                  <a:lnTo>
                    <a:pt x="131" y="13"/>
                  </a:lnTo>
                  <a:lnTo>
                    <a:pt x="132" y="8"/>
                  </a:lnTo>
                  <a:lnTo>
                    <a:pt x="132" y="8"/>
                  </a:lnTo>
                  <a:lnTo>
                    <a:pt x="134" y="5"/>
                  </a:lnTo>
                  <a:lnTo>
                    <a:pt x="138" y="3"/>
                  </a:lnTo>
                  <a:lnTo>
                    <a:pt x="143" y="2"/>
                  </a:lnTo>
                  <a:lnTo>
                    <a:pt x="147" y="0"/>
                  </a:lnTo>
                  <a:lnTo>
                    <a:pt x="147" y="0"/>
                  </a:lnTo>
                  <a:lnTo>
                    <a:pt x="148" y="2"/>
                  </a:lnTo>
                  <a:lnTo>
                    <a:pt x="149" y="3"/>
                  </a:lnTo>
                  <a:lnTo>
                    <a:pt x="149" y="10"/>
                  </a:lnTo>
                  <a:lnTo>
                    <a:pt x="149" y="21"/>
                  </a:lnTo>
                  <a:lnTo>
                    <a:pt x="149" y="21"/>
                  </a:lnTo>
                  <a:lnTo>
                    <a:pt x="149" y="24"/>
                  </a:lnTo>
                  <a:lnTo>
                    <a:pt x="152" y="24"/>
                  </a:lnTo>
                  <a:lnTo>
                    <a:pt x="152" y="24"/>
                  </a:lnTo>
                  <a:lnTo>
                    <a:pt x="159" y="24"/>
                  </a:lnTo>
                  <a:lnTo>
                    <a:pt x="159" y="24"/>
                  </a:lnTo>
                  <a:lnTo>
                    <a:pt x="168" y="21"/>
                  </a:lnTo>
                  <a:lnTo>
                    <a:pt x="175" y="20"/>
                  </a:lnTo>
                  <a:lnTo>
                    <a:pt x="175" y="20"/>
                  </a:lnTo>
                  <a:lnTo>
                    <a:pt x="190" y="19"/>
                  </a:lnTo>
                  <a:lnTo>
                    <a:pt x="190" y="19"/>
                  </a:lnTo>
                  <a:lnTo>
                    <a:pt x="187" y="22"/>
                  </a:lnTo>
                  <a:lnTo>
                    <a:pt x="187" y="24"/>
                  </a:lnTo>
                  <a:lnTo>
                    <a:pt x="189" y="25"/>
                  </a:lnTo>
                  <a:lnTo>
                    <a:pt x="189" y="25"/>
                  </a:lnTo>
                  <a:lnTo>
                    <a:pt x="179" y="26"/>
                  </a:lnTo>
                  <a:lnTo>
                    <a:pt x="179" y="26"/>
                  </a:lnTo>
                  <a:lnTo>
                    <a:pt x="168" y="26"/>
                  </a:lnTo>
                  <a:lnTo>
                    <a:pt x="163" y="27"/>
                  </a:lnTo>
                  <a:lnTo>
                    <a:pt x="159" y="30"/>
                  </a:lnTo>
                  <a:lnTo>
                    <a:pt x="159" y="30"/>
                  </a:lnTo>
                  <a:lnTo>
                    <a:pt x="157" y="32"/>
                  </a:lnTo>
                  <a:lnTo>
                    <a:pt x="153" y="35"/>
                  </a:lnTo>
                  <a:lnTo>
                    <a:pt x="149" y="37"/>
                  </a:lnTo>
                  <a:lnTo>
                    <a:pt x="147" y="40"/>
                  </a:lnTo>
                  <a:lnTo>
                    <a:pt x="147" y="40"/>
                  </a:lnTo>
                  <a:lnTo>
                    <a:pt x="147" y="40"/>
                  </a:lnTo>
                  <a:lnTo>
                    <a:pt x="147" y="40"/>
                  </a:lnTo>
                  <a:lnTo>
                    <a:pt x="149" y="46"/>
                  </a:lnTo>
                  <a:lnTo>
                    <a:pt x="150" y="53"/>
                  </a:lnTo>
                  <a:lnTo>
                    <a:pt x="150" y="53"/>
                  </a:lnTo>
                  <a:lnTo>
                    <a:pt x="150" y="53"/>
                  </a:lnTo>
                  <a:lnTo>
                    <a:pt x="150" y="53"/>
                  </a:lnTo>
                  <a:lnTo>
                    <a:pt x="150" y="56"/>
                  </a:lnTo>
                  <a:lnTo>
                    <a:pt x="148" y="57"/>
                  </a:lnTo>
                  <a:lnTo>
                    <a:pt x="147" y="59"/>
                  </a:lnTo>
                  <a:lnTo>
                    <a:pt x="146" y="62"/>
                  </a:lnTo>
                  <a:lnTo>
                    <a:pt x="146" y="62"/>
                  </a:lnTo>
                  <a:lnTo>
                    <a:pt x="144" y="64"/>
                  </a:lnTo>
                  <a:lnTo>
                    <a:pt x="144" y="64"/>
                  </a:lnTo>
                  <a:lnTo>
                    <a:pt x="146" y="69"/>
                  </a:lnTo>
                  <a:lnTo>
                    <a:pt x="147" y="74"/>
                  </a:lnTo>
                  <a:lnTo>
                    <a:pt x="147" y="74"/>
                  </a:lnTo>
                  <a:lnTo>
                    <a:pt x="147" y="77"/>
                  </a:lnTo>
                  <a:lnTo>
                    <a:pt x="147" y="77"/>
                  </a:lnTo>
                  <a:lnTo>
                    <a:pt x="143" y="82"/>
                  </a:lnTo>
                  <a:lnTo>
                    <a:pt x="141" y="83"/>
                  </a:lnTo>
                  <a:lnTo>
                    <a:pt x="137" y="85"/>
                  </a:lnTo>
                  <a:lnTo>
                    <a:pt x="137" y="85"/>
                  </a:lnTo>
                  <a:lnTo>
                    <a:pt x="133" y="87"/>
                  </a:lnTo>
                  <a:lnTo>
                    <a:pt x="131" y="88"/>
                  </a:lnTo>
                  <a:lnTo>
                    <a:pt x="126" y="93"/>
                  </a:lnTo>
                  <a:lnTo>
                    <a:pt x="126" y="93"/>
                  </a:lnTo>
                  <a:lnTo>
                    <a:pt x="123" y="98"/>
                  </a:lnTo>
                  <a:lnTo>
                    <a:pt x="122" y="103"/>
                  </a:lnTo>
                  <a:lnTo>
                    <a:pt x="120" y="107"/>
                  </a:lnTo>
                  <a:lnTo>
                    <a:pt x="118" y="109"/>
                  </a:lnTo>
                  <a:lnTo>
                    <a:pt x="117" y="109"/>
                  </a:lnTo>
                  <a:lnTo>
                    <a:pt x="117" y="109"/>
                  </a:lnTo>
                  <a:lnTo>
                    <a:pt x="114" y="109"/>
                  </a:lnTo>
                  <a:lnTo>
                    <a:pt x="114" y="109"/>
                  </a:lnTo>
                  <a:lnTo>
                    <a:pt x="111" y="109"/>
                  </a:lnTo>
                  <a:lnTo>
                    <a:pt x="111" y="109"/>
                  </a:lnTo>
                  <a:lnTo>
                    <a:pt x="111" y="109"/>
                  </a:lnTo>
                  <a:lnTo>
                    <a:pt x="111" y="109"/>
                  </a:lnTo>
                  <a:lnTo>
                    <a:pt x="106" y="109"/>
                  </a:lnTo>
                  <a:lnTo>
                    <a:pt x="106" y="109"/>
                  </a:lnTo>
                  <a:lnTo>
                    <a:pt x="106" y="109"/>
                  </a:lnTo>
                  <a:lnTo>
                    <a:pt x="106" y="109"/>
                  </a:lnTo>
                  <a:lnTo>
                    <a:pt x="101" y="111"/>
                  </a:lnTo>
                  <a:lnTo>
                    <a:pt x="98" y="114"/>
                  </a:lnTo>
                  <a:lnTo>
                    <a:pt x="95" y="116"/>
                  </a:lnTo>
                  <a:lnTo>
                    <a:pt x="95" y="117"/>
                  </a:lnTo>
                  <a:lnTo>
                    <a:pt x="95" y="117"/>
                  </a:lnTo>
                  <a:lnTo>
                    <a:pt x="95" y="120"/>
                  </a:lnTo>
                  <a:lnTo>
                    <a:pt x="95" y="120"/>
                  </a:lnTo>
                  <a:lnTo>
                    <a:pt x="94" y="121"/>
                  </a:lnTo>
                  <a:lnTo>
                    <a:pt x="90" y="122"/>
                  </a:lnTo>
                  <a:lnTo>
                    <a:pt x="90" y="122"/>
                  </a:lnTo>
                  <a:lnTo>
                    <a:pt x="83" y="122"/>
                  </a:lnTo>
                  <a:lnTo>
                    <a:pt x="80" y="123"/>
                  </a:lnTo>
                  <a:lnTo>
                    <a:pt x="78" y="127"/>
                  </a:lnTo>
                  <a:lnTo>
                    <a:pt x="78" y="127"/>
                  </a:lnTo>
                  <a:lnTo>
                    <a:pt x="70" y="138"/>
                  </a:lnTo>
                  <a:lnTo>
                    <a:pt x="67" y="143"/>
                  </a:lnTo>
                  <a:lnTo>
                    <a:pt x="65" y="146"/>
                  </a:lnTo>
                  <a:lnTo>
                    <a:pt x="63" y="146"/>
                  </a:lnTo>
                  <a:lnTo>
                    <a:pt x="63" y="146"/>
                  </a:lnTo>
                  <a:lnTo>
                    <a:pt x="54" y="146"/>
                  </a:lnTo>
                  <a:lnTo>
                    <a:pt x="54" y="146"/>
                  </a:lnTo>
                  <a:lnTo>
                    <a:pt x="41" y="146"/>
                  </a:lnTo>
                  <a:lnTo>
                    <a:pt x="41" y="146"/>
                  </a:lnTo>
                  <a:lnTo>
                    <a:pt x="41" y="146"/>
                  </a:lnTo>
                  <a:lnTo>
                    <a:pt x="41" y="146"/>
                  </a:lnTo>
                  <a:lnTo>
                    <a:pt x="31" y="146"/>
                  </a:lnTo>
                  <a:lnTo>
                    <a:pt x="31" y="146"/>
                  </a:lnTo>
                  <a:lnTo>
                    <a:pt x="31" y="146"/>
                  </a:lnTo>
                  <a:lnTo>
                    <a:pt x="31" y="146"/>
                  </a:lnTo>
                  <a:lnTo>
                    <a:pt x="31" y="146"/>
                  </a:lnTo>
                  <a:lnTo>
                    <a:pt x="31" y="146"/>
                  </a:lnTo>
                  <a:lnTo>
                    <a:pt x="31" y="146"/>
                  </a:lnTo>
                  <a:lnTo>
                    <a:pt x="31" y="146"/>
                  </a:lnTo>
                  <a:lnTo>
                    <a:pt x="31" y="146"/>
                  </a:lnTo>
                  <a:lnTo>
                    <a:pt x="31" y="146"/>
                  </a:lnTo>
                  <a:lnTo>
                    <a:pt x="8" y="14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8" name="Freeform 805"/>
            <p:cNvSpPr>
              <a:spLocks/>
            </p:cNvSpPr>
            <p:nvPr/>
          </p:nvSpPr>
          <p:spPr bwMode="gray">
            <a:xfrm>
              <a:off x="4069198" y="4152676"/>
              <a:ext cx="562758" cy="374482"/>
            </a:xfrm>
            <a:custGeom>
              <a:avLst/>
              <a:gdLst>
                <a:gd name="T0" fmla="*/ 172 w 227"/>
                <a:gd name="T1" fmla="*/ 104 h 149"/>
                <a:gd name="T2" fmla="*/ 183 w 227"/>
                <a:gd name="T3" fmla="*/ 90 h 149"/>
                <a:gd name="T4" fmla="*/ 198 w 227"/>
                <a:gd name="T5" fmla="*/ 85 h 149"/>
                <a:gd name="T6" fmla="*/ 200 w 227"/>
                <a:gd name="T7" fmla="*/ 87 h 149"/>
                <a:gd name="T8" fmla="*/ 197 w 227"/>
                <a:gd name="T9" fmla="*/ 100 h 149"/>
                <a:gd name="T10" fmla="*/ 198 w 227"/>
                <a:gd name="T11" fmla="*/ 101 h 149"/>
                <a:gd name="T12" fmla="*/ 216 w 227"/>
                <a:gd name="T13" fmla="*/ 105 h 149"/>
                <a:gd name="T14" fmla="*/ 227 w 227"/>
                <a:gd name="T15" fmla="*/ 100 h 149"/>
                <a:gd name="T16" fmla="*/ 227 w 227"/>
                <a:gd name="T17" fmla="*/ 96 h 149"/>
                <a:gd name="T18" fmla="*/ 215 w 227"/>
                <a:gd name="T19" fmla="*/ 82 h 149"/>
                <a:gd name="T20" fmla="*/ 205 w 227"/>
                <a:gd name="T21" fmla="*/ 79 h 149"/>
                <a:gd name="T22" fmla="*/ 200 w 227"/>
                <a:gd name="T23" fmla="*/ 77 h 149"/>
                <a:gd name="T24" fmla="*/ 199 w 227"/>
                <a:gd name="T25" fmla="*/ 73 h 149"/>
                <a:gd name="T26" fmla="*/ 182 w 227"/>
                <a:gd name="T27" fmla="*/ 77 h 149"/>
                <a:gd name="T28" fmla="*/ 167 w 227"/>
                <a:gd name="T29" fmla="*/ 77 h 149"/>
                <a:gd name="T30" fmla="*/ 161 w 227"/>
                <a:gd name="T31" fmla="*/ 84 h 149"/>
                <a:gd name="T32" fmla="*/ 156 w 227"/>
                <a:gd name="T33" fmla="*/ 91 h 149"/>
                <a:gd name="T34" fmla="*/ 149 w 227"/>
                <a:gd name="T35" fmla="*/ 93 h 149"/>
                <a:gd name="T36" fmla="*/ 138 w 227"/>
                <a:gd name="T37" fmla="*/ 84 h 149"/>
                <a:gd name="T38" fmla="*/ 126 w 227"/>
                <a:gd name="T39" fmla="*/ 80 h 149"/>
                <a:gd name="T40" fmla="*/ 123 w 227"/>
                <a:gd name="T41" fmla="*/ 78 h 149"/>
                <a:gd name="T42" fmla="*/ 128 w 227"/>
                <a:gd name="T43" fmla="*/ 75 h 149"/>
                <a:gd name="T44" fmla="*/ 129 w 227"/>
                <a:gd name="T45" fmla="*/ 72 h 149"/>
                <a:gd name="T46" fmla="*/ 120 w 227"/>
                <a:gd name="T47" fmla="*/ 59 h 149"/>
                <a:gd name="T48" fmla="*/ 118 w 227"/>
                <a:gd name="T49" fmla="*/ 35 h 149"/>
                <a:gd name="T50" fmla="*/ 117 w 227"/>
                <a:gd name="T51" fmla="*/ 30 h 149"/>
                <a:gd name="T52" fmla="*/ 102 w 227"/>
                <a:gd name="T53" fmla="*/ 41 h 149"/>
                <a:gd name="T54" fmla="*/ 98 w 227"/>
                <a:gd name="T55" fmla="*/ 45 h 149"/>
                <a:gd name="T56" fmla="*/ 92 w 227"/>
                <a:gd name="T57" fmla="*/ 43 h 149"/>
                <a:gd name="T58" fmla="*/ 67 w 227"/>
                <a:gd name="T59" fmla="*/ 30 h 149"/>
                <a:gd name="T60" fmla="*/ 60 w 227"/>
                <a:gd name="T61" fmla="*/ 29 h 149"/>
                <a:gd name="T62" fmla="*/ 58 w 227"/>
                <a:gd name="T63" fmla="*/ 32 h 149"/>
                <a:gd name="T64" fmla="*/ 49 w 227"/>
                <a:gd name="T65" fmla="*/ 37 h 149"/>
                <a:gd name="T66" fmla="*/ 35 w 227"/>
                <a:gd name="T67" fmla="*/ 37 h 149"/>
                <a:gd name="T68" fmla="*/ 29 w 227"/>
                <a:gd name="T69" fmla="*/ 32 h 149"/>
                <a:gd name="T70" fmla="*/ 29 w 227"/>
                <a:gd name="T71" fmla="*/ 16 h 149"/>
                <a:gd name="T72" fmla="*/ 32 w 227"/>
                <a:gd name="T73" fmla="*/ 10 h 149"/>
                <a:gd name="T74" fmla="*/ 32 w 227"/>
                <a:gd name="T75" fmla="*/ 5 h 149"/>
                <a:gd name="T76" fmla="*/ 0 w 227"/>
                <a:gd name="T77" fmla="*/ 11 h 149"/>
                <a:gd name="T78" fmla="*/ 6 w 227"/>
                <a:gd name="T79" fmla="*/ 88 h 149"/>
                <a:gd name="T80" fmla="*/ 12 w 227"/>
                <a:gd name="T81" fmla="*/ 85 h 149"/>
                <a:gd name="T82" fmla="*/ 17 w 227"/>
                <a:gd name="T83" fmla="*/ 73 h 149"/>
                <a:gd name="T84" fmla="*/ 28 w 227"/>
                <a:gd name="T85" fmla="*/ 59 h 149"/>
                <a:gd name="T86" fmla="*/ 34 w 227"/>
                <a:gd name="T87" fmla="*/ 56 h 149"/>
                <a:gd name="T88" fmla="*/ 42 w 227"/>
                <a:gd name="T89" fmla="*/ 57 h 149"/>
                <a:gd name="T90" fmla="*/ 56 w 227"/>
                <a:gd name="T91" fmla="*/ 75 h 149"/>
                <a:gd name="T92" fmla="*/ 69 w 227"/>
                <a:gd name="T93" fmla="*/ 88 h 149"/>
                <a:gd name="T94" fmla="*/ 76 w 227"/>
                <a:gd name="T95" fmla="*/ 95 h 149"/>
                <a:gd name="T96" fmla="*/ 86 w 227"/>
                <a:gd name="T97" fmla="*/ 114 h 149"/>
                <a:gd name="T98" fmla="*/ 97 w 227"/>
                <a:gd name="T99" fmla="*/ 120 h 149"/>
                <a:gd name="T100" fmla="*/ 122 w 227"/>
                <a:gd name="T101" fmla="*/ 131 h 149"/>
                <a:gd name="T102" fmla="*/ 134 w 227"/>
                <a:gd name="T103" fmla="*/ 139 h 149"/>
                <a:gd name="T104" fmla="*/ 138 w 227"/>
                <a:gd name="T105" fmla="*/ 149 h 149"/>
                <a:gd name="T106" fmla="*/ 149 w 227"/>
                <a:gd name="T107" fmla="*/ 148 h 149"/>
                <a:gd name="T108" fmla="*/ 151 w 227"/>
                <a:gd name="T109" fmla="*/ 115 h 149"/>
                <a:gd name="T110" fmla="*/ 159 w 227"/>
                <a:gd name="T111" fmla="*/ 11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27" h="149">
                  <a:moveTo>
                    <a:pt x="168" y="109"/>
                  </a:moveTo>
                  <a:lnTo>
                    <a:pt x="168" y="109"/>
                  </a:lnTo>
                  <a:lnTo>
                    <a:pt x="172" y="104"/>
                  </a:lnTo>
                  <a:lnTo>
                    <a:pt x="176" y="99"/>
                  </a:lnTo>
                  <a:lnTo>
                    <a:pt x="179" y="94"/>
                  </a:lnTo>
                  <a:lnTo>
                    <a:pt x="183" y="90"/>
                  </a:lnTo>
                  <a:lnTo>
                    <a:pt x="183" y="90"/>
                  </a:lnTo>
                  <a:lnTo>
                    <a:pt x="193" y="87"/>
                  </a:lnTo>
                  <a:lnTo>
                    <a:pt x="198" y="85"/>
                  </a:lnTo>
                  <a:lnTo>
                    <a:pt x="200" y="85"/>
                  </a:lnTo>
                  <a:lnTo>
                    <a:pt x="200" y="87"/>
                  </a:lnTo>
                  <a:lnTo>
                    <a:pt x="200" y="87"/>
                  </a:lnTo>
                  <a:lnTo>
                    <a:pt x="200" y="90"/>
                  </a:lnTo>
                  <a:lnTo>
                    <a:pt x="198" y="95"/>
                  </a:lnTo>
                  <a:lnTo>
                    <a:pt x="197" y="100"/>
                  </a:lnTo>
                  <a:lnTo>
                    <a:pt x="197" y="101"/>
                  </a:lnTo>
                  <a:lnTo>
                    <a:pt x="198" y="101"/>
                  </a:lnTo>
                  <a:lnTo>
                    <a:pt x="198" y="101"/>
                  </a:lnTo>
                  <a:lnTo>
                    <a:pt x="208" y="103"/>
                  </a:lnTo>
                  <a:lnTo>
                    <a:pt x="216" y="105"/>
                  </a:lnTo>
                  <a:lnTo>
                    <a:pt x="216" y="105"/>
                  </a:lnTo>
                  <a:lnTo>
                    <a:pt x="220" y="104"/>
                  </a:lnTo>
                  <a:lnTo>
                    <a:pt x="224" y="103"/>
                  </a:lnTo>
                  <a:lnTo>
                    <a:pt x="227" y="100"/>
                  </a:lnTo>
                  <a:lnTo>
                    <a:pt x="227" y="99"/>
                  </a:lnTo>
                  <a:lnTo>
                    <a:pt x="227" y="96"/>
                  </a:lnTo>
                  <a:lnTo>
                    <a:pt x="227" y="96"/>
                  </a:lnTo>
                  <a:lnTo>
                    <a:pt x="224" y="88"/>
                  </a:lnTo>
                  <a:lnTo>
                    <a:pt x="220" y="84"/>
                  </a:lnTo>
                  <a:lnTo>
                    <a:pt x="215" y="82"/>
                  </a:lnTo>
                  <a:lnTo>
                    <a:pt x="215" y="82"/>
                  </a:lnTo>
                  <a:lnTo>
                    <a:pt x="209" y="79"/>
                  </a:lnTo>
                  <a:lnTo>
                    <a:pt x="205" y="79"/>
                  </a:lnTo>
                  <a:lnTo>
                    <a:pt x="202" y="78"/>
                  </a:lnTo>
                  <a:lnTo>
                    <a:pt x="200" y="77"/>
                  </a:lnTo>
                  <a:lnTo>
                    <a:pt x="200" y="77"/>
                  </a:lnTo>
                  <a:lnTo>
                    <a:pt x="199" y="72"/>
                  </a:lnTo>
                  <a:lnTo>
                    <a:pt x="199" y="72"/>
                  </a:lnTo>
                  <a:lnTo>
                    <a:pt x="199" y="73"/>
                  </a:lnTo>
                  <a:lnTo>
                    <a:pt x="199" y="73"/>
                  </a:lnTo>
                  <a:lnTo>
                    <a:pt x="191" y="75"/>
                  </a:lnTo>
                  <a:lnTo>
                    <a:pt x="182" y="77"/>
                  </a:lnTo>
                  <a:lnTo>
                    <a:pt x="182" y="77"/>
                  </a:lnTo>
                  <a:lnTo>
                    <a:pt x="173" y="77"/>
                  </a:lnTo>
                  <a:lnTo>
                    <a:pt x="167" y="77"/>
                  </a:lnTo>
                  <a:lnTo>
                    <a:pt x="167" y="77"/>
                  </a:lnTo>
                  <a:lnTo>
                    <a:pt x="163" y="79"/>
                  </a:lnTo>
                  <a:lnTo>
                    <a:pt x="161" y="84"/>
                  </a:lnTo>
                  <a:lnTo>
                    <a:pt x="161" y="84"/>
                  </a:lnTo>
                  <a:lnTo>
                    <a:pt x="160" y="89"/>
                  </a:lnTo>
                  <a:lnTo>
                    <a:pt x="156" y="91"/>
                  </a:lnTo>
                  <a:lnTo>
                    <a:pt x="152" y="93"/>
                  </a:lnTo>
                  <a:lnTo>
                    <a:pt x="149" y="93"/>
                  </a:lnTo>
                  <a:lnTo>
                    <a:pt x="149" y="93"/>
                  </a:lnTo>
                  <a:lnTo>
                    <a:pt x="145" y="90"/>
                  </a:lnTo>
                  <a:lnTo>
                    <a:pt x="141" y="87"/>
                  </a:lnTo>
                  <a:lnTo>
                    <a:pt x="138" y="84"/>
                  </a:lnTo>
                  <a:lnTo>
                    <a:pt x="135" y="82"/>
                  </a:lnTo>
                  <a:lnTo>
                    <a:pt x="135" y="82"/>
                  </a:lnTo>
                  <a:lnTo>
                    <a:pt x="126" y="80"/>
                  </a:lnTo>
                  <a:lnTo>
                    <a:pt x="123" y="79"/>
                  </a:lnTo>
                  <a:lnTo>
                    <a:pt x="123" y="78"/>
                  </a:lnTo>
                  <a:lnTo>
                    <a:pt x="123" y="78"/>
                  </a:lnTo>
                  <a:lnTo>
                    <a:pt x="123" y="78"/>
                  </a:lnTo>
                  <a:lnTo>
                    <a:pt x="124" y="77"/>
                  </a:lnTo>
                  <a:lnTo>
                    <a:pt x="128" y="75"/>
                  </a:lnTo>
                  <a:lnTo>
                    <a:pt x="129" y="74"/>
                  </a:lnTo>
                  <a:lnTo>
                    <a:pt x="129" y="72"/>
                  </a:lnTo>
                  <a:lnTo>
                    <a:pt x="129" y="72"/>
                  </a:lnTo>
                  <a:lnTo>
                    <a:pt x="124" y="66"/>
                  </a:lnTo>
                  <a:lnTo>
                    <a:pt x="122" y="62"/>
                  </a:lnTo>
                  <a:lnTo>
                    <a:pt x="120" y="59"/>
                  </a:lnTo>
                  <a:lnTo>
                    <a:pt x="120" y="59"/>
                  </a:lnTo>
                  <a:lnTo>
                    <a:pt x="119" y="43"/>
                  </a:lnTo>
                  <a:lnTo>
                    <a:pt x="118" y="35"/>
                  </a:lnTo>
                  <a:lnTo>
                    <a:pt x="117" y="31"/>
                  </a:lnTo>
                  <a:lnTo>
                    <a:pt x="117" y="30"/>
                  </a:lnTo>
                  <a:lnTo>
                    <a:pt x="117" y="30"/>
                  </a:lnTo>
                  <a:lnTo>
                    <a:pt x="113" y="32"/>
                  </a:lnTo>
                  <a:lnTo>
                    <a:pt x="109" y="35"/>
                  </a:lnTo>
                  <a:lnTo>
                    <a:pt x="102" y="41"/>
                  </a:lnTo>
                  <a:lnTo>
                    <a:pt x="102" y="41"/>
                  </a:lnTo>
                  <a:lnTo>
                    <a:pt x="99" y="43"/>
                  </a:lnTo>
                  <a:lnTo>
                    <a:pt x="98" y="45"/>
                  </a:lnTo>
                  <a:lnTo>
                    <a:pt x="96" y="45"/>
                  </a:lnTo>
                  <a:lnTo>
                    <a:pt x="92" y="43"/>
                  </a:lnTo>
                  <a:lnTo>
                    <a:pt x="92" y="43"/>
                  </a:lnTo>
                  <a:lnTo>
                    <a:pt x="80" y="39"/>
                  </a:lnTo>
                  <a:lnTo>
                    <a:pt x="71" y="34"/>
                  </a:lnTo>
                  <a:lnTo>
                    <a:pt x="67" y="30"/>
                  </a:lnTo>
                  <a:lnTo>
                    <a:pt x="64" y="26"/>
                  </a:lnTo>
                  <a:lnTo>
                    <a:pt x="64" y="26"/>
                  </a:lnTo>
                  <a:lnTo>
                    <a:pt x="60" y="29"/>
                  </a:lnTo>
                  <a:lnTo>
                    <a:pt x="59" y="30"/>
                  </a:lnTo>
                  <a:lnTo>
                    <a:pt x="58" y="32"/>
                  </a:lnTo>
                  <a:lnTo>
                    <a:pt x="58" y="32"/>
                  </a:lnTo>
                  <a:lnTo>
                    <a:pt x="56" y="34"/>
                  </a:lnTo>
                  <a:lnTo>
                    <a:pt x="54" y="36"/>
                  </a:lnTo>
                  <a:lnTo>
                    <a:pt x="49" y="37"/>
                  </a:lnTo>
                  <a:lnTo>
                    <a:pt x="42" y="36"/>
                  </a:lnTo>
                  <a:lnTo>
                    <a:pt x="42" y="36"/>
                  </a:lnTo>
                  <a:lnTo>
                    <a:pt x="35" y="37"/>
                  </a:lnTo>
                  <a:lnTo>
                    <a:pt x="32" y="36"/>
                  </a:lnTo>
                  <a:lnTo>
                    <a:pt x="30" y="35"/>
                  </a:lnTo>
                  <a:lnTo>
                    <a:pt x="29" y="32"/>
                  </a:lnTo>
                  <a:lnTo>
                    <a:pt x="29" y="32"/>
                  </a:lnTo>
                  <a:lnTo>
                    <a:pt x="28" y="21"/>
                  </a:lnTo>
                  <a:lnTo>
                    <a:pt x="29" y="16"/>
                  </a:lnTo>
                  <a:lnTo>
                    <a:pt x="30" y="13"/>
                  </a:lnTo>
                  <a:lnTo>
                    <a:pt x="30" y="13"/>
                  </a:lnTo>
                  <a:lnTo>
                    <a:pt x="32" y="10"/>
                  </a:lnTo>
                  <a:lnTo>
                    <a:pt x="32" y="9"/>
                  </a:lnTo>
                  <a:lnTo>
                    <a:pt x="30" y="6"/>
                  </a:lnTo>
                  <a:lnTo>
                    <a:pt x="32" y="5"/>
                  </a:lnTo>
                  <a:lnTo>
                    <a:pt x="32" y="5"/>
                  </a:lnTo>
                  <a:lnTo>
                    <a:pt x="33" y="0"/>
                  </a:lnTo>
                  <a:lnTo>
                    <a:pt x="0" y="11"/>
                  </a:lnTo>
                  <a:lnTo>
                    <a:pt x="1" y="87"/>
                  </a:lnTo>
                  <a:lnTo>
                    <a:pt x="1" y="87"/>
                  </a:lnTo>
                  <a:lnTo>
                    <a:pt x="6" y="88"/>
                  </a:lnTo>
                  <a:lnTo>
                    <a:pt x="10" y="88"/>
                  </a:lnTo>
                  <a:lnTo>
                    <a:pt x="10" y="88"/>
                  </a:lnTo>
                  <a:lnTo>
                    <a:pt x="12" y="85"/>
                  </a:lnTo>
                  <a:lnTo>
                    <a:pt x="13" y="82"/>
                  </a:lnTo>
                  <a:lnTo>
                    <a:pt x="14" y="77"/>
                  </a:lnTo>
                  <a:lnTo>
                    <a:pt x="17" y="73"/>
                  </a:lnTo>
                  <a:lnTo>
                    <a:pt x="17" y="73"/>
                  </a:lnTo>
                  <a:lnTo>
                    <a:pt x="23" y="66"/>
                  </a:lnTo>
                  <a:lnTo>
                    <a:pt x="28" y="59"/>
                  </a:lnTo>
                  <a:lnTo>
                    <a:pt x="28" y="59"/>
                  </a:lnTo>
                  <a:lnTo>
                    <a:pt x="30" y="58"/>
                  </a:lnTo>
                  <a:lnTo>
                    <a:pt x="34" y="56"/>
                  </a:lnTo>
                  <a:lnTo>
                    <a:pt x="38" y="56"/>
                  </a:lnTo>
                  <a:lnTo>
                    <a:pt x="40" y="56"/>
                  </a:lnTo>
                  <a:lnTo>
                    <a:pt x="42" y="57"/>
                  </a:lnTo>
                  <a:lnTo>
                    <a:pt x="42" y="57"/>
                  </a:lnTo>
                  <a:lnTo>
                    <a:pt x="50" y="68"/>
                  </a:lnTo>
                  <a:lnTo>
                    <a:pt x="56" y="75"/>
                  </a:lnTo>
                  <a:lnTo>
                    <a:pt x="61" y="82"/>
                  </a:lnTo>
                  <a:lnTo>
                    <a:pt x="61" y="82"/>
                  </a:lnTo>
                  <a:lnTo>
                    <a:pt x="69" y="88"/>
                  </a:lnTo>
                  <a:lnTo>
                    <a:pt x="72" y="91"/>
                  </a:lnTo>
                  <a:lnTo>
                    <a:pt x="76" y="95"/>
                  </a:lnTo>
                  <a:lnTo>
                    <a:pt x="76" y="95"/>
                  </a:lnTo>
                  <a:lnTo>
                    <a:pt x="80" y="103"/>
                  </a:lnTo>
                  <a:lnTo>
                    <a:pt x="83" y="109"/>
                  </a:lnTo>
                  <a:lnTo>
                    <a:pt x="86" y="114"/>
                  </a:lnTo>
                  <a:lnTo>
                    <a:pt x="88" y="117"/>
                  </a:lnTo>
                  <a:lnTo>
                    <a:pt x="88" y="117"/>
                  </a:lnTo>
                  <a:lnTo>
                    <a:pt x="97" y="120"/>
                  </a:lnTo>
                  <a:lnTo>
                    <a:pt x="106" y="123"/>
                  </a:lnTo>
                  <a:lnTo>
                    <a:pt x="106" y="123"/>
                  </a:lnTo>
                  <a:lnTo>
                    <a:pt x="122" y="131"/>
                  </a:lnTo>
                  <a:lnTo>
                    <a:pt x="129" y="136"/>
                  </a:lnTo>
                  <a:lnTo>
                    <a:pt x="134" y="139"/>
                  </a:lnTo>
                  <a:lnTo>
                    <a:pt x="134" y="139"/>
                  </a:lnTo>
                  <a:lnTo>
                    <a:pt x="136" y="144"/>
                  </a:lnTo>
                  <a:lnTo>
                    <a:pt x="138" y="147"/>
                  </a:lnTo>
                  <a:lnTo>
                    <a:pt x="138" y="149"/>
                  </a:lnTo>
                  <a:lnTo>
                    <a:pt x="138" y="149"/>
                  </a:lnTo>
                  <a:lnTo>
                    <a:pt x="149" y="148"/>
                  </a:lnTo>
                  <a:lnTo>
                    <a:pt x="149" y="148"/>
                  </a:lnTo>
                  <a:lnTo>
                    <a:pt x="150" y="127"/>
                  </a:lnTo>
                  <a:lnTo>
                    <a:pt x="150" y="119"/>
                  </a:lnTo>
                  <a:lnTo>
                    <a:pt x="151" y="115"/>
                  </a:lnTo>
                  <a:lnTo>
                    <a:pt x="151" y="115"/>
                  </a:lnTo>
                  <a:lnTo>
                    <a:pt x="154" y="112"/>
                  </a:lnTo>
                  <a:lnTo>
                    <a:pt x="159" y="112"/>
                  </a:lnTo>
                  <a:lnTo>
                    <a:pt x="165" y="111"/>
                  </a:lnTo>
                  <a:lnTo>
                    <a:pt x="168" y="10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89" name="Freeform 807"/>
            <p:cNvSpPr>
              <a:spLocks/>
            </p:cNvSpPr>
            <p:nvPr/>
          </p:nvSpPr>
          <p:spPr bwMode="gray">
            <a:xfrm>
              <a:off x="4438586" y="4366307"/>
              <a:ext cx="272703" cy="180958"/>
            </a:xfrm>
            <a:custGeom>
              <a:avLst/>
              <a:gdLst>
                <a:gd name="T0" fmla="*/ 65 w 110"/>
                <a:gd name="T1" fmla="*/ 32 h 72"/>
                <a:gd name="T2" fmla="*/ 69 w 110"/>
                <a:gd name="T3" fmla="*/ 20 h 72"/>
                <a:gd name="T4" fmla="*/ 67 w 110"/>
                <a:gd name="T5" fmla="*/ 20 h 72"/>
                <a:gd name="T6" fmla="*/ 59 w 110"/>
                <a:gd name="T7" fmla="*/ 18 h 72"/>
                <a:gd name="T8" fmla="*/ 49 w 110"/>
                <a:gd name="T9" fmla="*/ 16 h 72"/>
                <a:gd name="T10" fmla="*/ 48 w 110"/>
                <a:gd name="T11" fmla="*/ 15 h 72"/>
                <a:gd name="T12" fmla="*/ 51 w 110"/>
                <a:gd name="T13" fmla="*/ 5 h 72"/>
                <a:gd name="T14" fmla="*/ 51 w 110"/>
                <a:gd name="T15" fmla="*/ 2 h 72"/>
                <a:gd name="T16" fmla="*/ 49 w 110"/>
                <a:gd name="T17" fmla="*/ 0 h 72"/>
                <a:gd name="T18" fmla="*/ 34 w 110"/>
                <a:gd name="T19" fmla="*/ 5 h 72"/>
                <a:gd name="T20" fmla="*/ 30 w 110"/>
                <a:gd name="T21" fmla="*/ 9 h 72"/>
                <a:gd name="T22" fmla="*/ 23 w 110"/>
                <a:gd name="T23" fmla="*/ 19 h 72"/>
                <a:gd name="T24" fmla="*/ 19 w 110"/>
                <a:gd name="T25" fmla="*/ 24 h 72"/>
                <a:gd name="T26" fmla="*/ 10 w 110"/>
                <a:gd name="T27" fmla="*/ 27 h 72"/>
                <a:gd name="T28" fmla="*/ 2 w 110"/>
                <a:gd name="T29" fmla="*/ 30 h 72"/>
                <a:gd name="T30" fmla="*/ 1 w 110"/>
                <a:gd name="T31" fmla="*/ 34 h 72"/>
                <a:gd name="T32" fmla="*/ 0 w 110"/>
                <a:gd name="T33" fmla="*/ 63 h 72"/>
                <a:gd name="T34" fmla="*/ 2 w 110"/>
                <a:gd name="T35" fmla="*/ 63 h 72"/>
                <a:gd name="T36" fmla="*/ 5 w 110"/>
                <a:gd name="T37" fmla="*/ 63 h 72"/>
                <a:gd name="T38" fmla="*/ 11 w 110"/>
                <a:gd name="T39" fmla="*/ 67 h 72"/>
                <a:gd name="T40" fmla="*/ 14 w 110"/>
                <a:gd name="T41" fmla="*/ 68 h 72"/>
                <a:gd name="T42" fmla="*/ 19 w 110"/>
                <a:gd name="T43" fmla="*/ 68 h 72"/>
                <a:gd name="T44" fmla="*/ 24 w 110"/>
                <a:gd name="T45" fmla="*/ 66 h 72"/>
                <a:gd name="T46" fmla="*/ 33 w 110"/>
                <a:gd name="T47" fmla="*/ 64 h 72"/>
                <a:gd name="T48" fmla="*/ 40 w 110"/>
                <a:gd name="T49" fmla="*/ 63 h 72"/>
                <a:gd name="T50" fmla="*/ 43 w 110"/>
                <a:gd name="T51" fmla="*/ 61 h 72"/>
                <a:gd name="T52" fmla="*/ 44 w 110"/>
                <a:gd name="T53" fmla="*/ 56 h 72"/>
                <a:gd name="T54" fmla="*/ 50 w 110"/>
                <a:gd name="T55" fmla="*/ 51 h 72"/>
                <a:gd name="T56" fmla="*/ 59 w 110"/>
                <a:gd name="T57" fmla="*/ 48 h 72"/>
                <a:gd name="T58" fmla="*/ 60 w 110"/>
                <a:gd name="T59" fmla="*/ 50 h 72"/>
                <a:gd name="T60" fmla="*/ 61 w 110"/>
                <a:gd name="T61" fmla="*/ 58 h 72"/>
                <a:gd name="T62" fmla="*/ 61 w 110"/>
                <a:gd name="T63" fmla="*/ 69 h 72"/>
                <a:gd name="T64" fmla="*/ 64 w 110"/>
                <a:gd name="T65" fmla="*/ 72 h 72"/>
                <a:gd name="T66" fmla="*/ 71 w 110"/>
                <a:gd name="T67" fmla="*/ 72 h 72"/>
                <a:gd name="T68" fmla="*/ 87 w 110"/>
                <a:gd name="T69" fmla="*/ 68 h 72"/>
                <a:gd name="T70" fmla="*/ 102 w 110"/>
                <a:gd name="T71" fmla="*/ 67 h 72"/>
                <a:gd name="T72" fmla="*/ 102 w 110"/>
                <a:gd name="T73" fmla="*/ 67 h 72"/>
                <a:gd name="T74" fmla="*/ 104 w 110"/>
                <a:gd name="T75" fmla="*/ 64 h 72"/>
                <a:gd name="T76" fmla="*/ 108 w 110"/>
                <a:gd name="T77" fmla="*/ 63 h 72"/>
                <a:gd name="T78" fmla="*/ 109 w 110"/>
                <a:gd name="T79" fmla="*/ 59 h 72"/>
                <a:gd name="T80" fmla="*/ 110 w 110"/>
                <a:gd name="T81" fmla="*/ 52 h 72"/>
                <a:gd name="T82" fmla="*/ 109 w 110"/>
                <a:gd name="T83" fmla="*/ 48 h 72"/>
                <a:gd name="T84" fmla="*/ 104 w 110"/>
                <a:gd name="T85" fmla="*/ 41 h 72"/>
                <a:gd name="T86" fmla="*/ 96 w 110"/>
                <a:gd name="T87" fmla="*/ 36 h 72"/>
                <a:gd name="T88" fmla="*/ 93 w 110"/>
                <a:gd name="T89" fmla="*/ 34 h 72"/>
                <a:gd name="T90" fmla="*/ 92 w 110"/>
                <a:gd name="T91" fmla="*/ 31 h 72"/>
                <a:gd name="T92" fmla="*/ 67 w 110"/>
                <a:gd name="T93" fmla="*/ 35 h 72"/>
                <a:gd name="T94" fmla="*/ 65 w 110"/>
                <a:gd name="T95" fmla="*/ 3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10" h="72">
                  <a:moveTo>
                    <a:pt x="65" y="32"/>
                  </a:moveTo>
                  <a:lnTo>
                    <a:pt x="65" y="32"/>
                  </a:lnTo>
                  <a:lnTo>
                    <a:pt x="66" y="26"/>
                  </a:lnTo>
                  <a:lnTo>
                    <a:pt x="69" y="20"/>
                  </a:lnTo>
                  <a:lnTo>
                    <a:pt x="69" y="20"/>
                  </a:lnTo>
                  <a:lnTo>
                    <a:pt x="67" y="20"/>
                  </a:lnTo>
                  <a:lnTo>
                    <a:pt x="67" y="20"/>
                  </a:lnTo>
                  <a:lnTo>
                    <a:pt x="59" y="18"/>
                  </a:lnTo>
                  <a:lnTo>
                    <a:pt x="49" y="16"/>
                  </a:lnTo>
                  <a:lnTo>
                    <a:pt x="49" y="16"/>
                  </a:lnTo>
                  <a:lnTo>
                    <a:pt x="48" y="16"/>
                  </a:lnTo>
                  <a:lnTo>
                    <a:pt x="48" y="15"/>
                  </a:lnTo>
                  <a:lnTo>
                    <a:pt x="49" y="10"/>
                  </a:lnTo>
                  <a:lnTo>
                    <a:pt x="51" y="5"/>
                  </a:lnTo>
                  <a:lnTo>
                    <a:pt x="51" y="2"/>
                  </a:lnTo>
                  <a:lnTo>
                    <a:pt x="51" y="2"/>
                  </a:lnTo>
                  <a:lnTo>
                    <a:pt x="51" y="0"/>
                  </a:lnTo>
                  <a:lnTo>
                    <a:pt x="49" y="0"/>
                  </a:lnTo>
                  <a:lnTo>
                    <a:pt x="44" y="2"/>
                  </a:lnTo>
                  <a:lnTo>
                    <a:pt x="34" y="5"/>
                  </a:lnTo>
                  <a:lnTo>
                    <a:pt x="34" y="5"/>
                  </a:lnTo>
                  <a:lnTo>
                    <a:pt x="30" y="9"/>
                  </a:lnTo>
                  <a:lnTo>
                    <a:pt x="27" y="14"/>
                  </a:lnTo>
                  <a:lnTo>
                    <a:pt x="23" y="19"/>
                  </a:lnTo>
                  <a:lnTo>
                    <a:pt x="19" y="24"/>
                  </a:lnTo>
                  <a:lnTo>
                    <a:pt x="19" y="24"/>
                  </a:lnTo>
                  <a:lnTo>
                    <a:pt x="16" y="26"/>
                  </a:lnTo>
                  <a:lnTo>
                    <a:pt x="10" y="27"/>
                  </a:lnTo>
                  <a:lnTo>
                    <a:pt x="5" y="27"/>
                  </a:lnTo>
                  <a:lnTo>
                    <a:pt x="2" y="30"/>
                  </a:lnTo>
                  <a:lnTo>
                    <a:pt x="2" y="30"/>
                  </a:lnTo>
                  <a:lnTo>
                    <a:pt x="1" y="34"/>
                  </a:lnTo>
                  <a:lnTo>
                    <a:pt x="0" y="42"/>
                  </a:lnTo>
                  <a:lnTo>
                    <a:pt x="0" y="63"/>
                  </a:lnTo>
                  <a:lnTo>
                    <a:pt x="0" y="63"/>
                  </a:lnTo>
                  <a:lnTo>
                    <a:pt x="2" y="63"/>
                  </a:lnTo>
                  <a:lnTo>
                    <a:pt x="2" y="63"/>
                  </a:lnTo>
                  <a:lnTo>
                    <a:pt x="5" y="63"/>
                  </a:lnTo>
                  <a:lnTo>
                    <a:pt x="8" y="66"/>
                  </a:lnTo>
                  <a:lnTo>
                    <a:pt x="11" y="67"/>
                  </a:lnTo>
                  <a:lnTo>
                    <a:pt x="14" y="68"/>
                  </a:lnTo>
                  <a:lnTo>
                    <a:pt x="14" y="68"/>
                  </a:lnTo>
                  <a:lnTo>
                    <a:pt x="18" y="68"/>
                  </a:lnTo>
                  <a:lnTo>
                    <a:pt x="19" y="68"/>
                  </a:lnTo>
                  <a:lnTo>
                    <a:pt x="22" y="67"/>
                  </a:lnTo>
                  <a:lnTo>
                    <a:pt x="24" y="66"/>
                  </a:lnTo>
                  <a:lnTo>
                    <a:pt x="24" y="66"/>
                  </a:lnTo>
                  <a:lnTo>
                    <a:pt x="33" y="64"/>
                  </a:lnTo>
                  <a:lnTo>
                    <a:pt x="40" y="63"/>
                  </a:lnTo>
                  <a:lnTo>
                    <a:pt x="40" y="63"/>
                  </a:lnTo>
                  <a:lnTo>
                    <a:pt x="42" y="63"/>
                  </a:lnTo>
                  <a:lnTo>
                    <a:pt x="43" y="61"/>
                  </a:lnTo>
                  <a:lnTo>
                    <a:pt x="44" y="56"/>
                  </a:lnTo>
                  <a:lnTo>
                    <a:pt x="44" y="56"/>
                  </a:lnTo>
                  <a:lnTo>
                    <a:pt x="46" y="53"/>
                  </a:lnTo>
                  <a:lnTo>
                    <a:pt x="50" y="51"/>
                  </a:lnTo>
                  <a:lnTo>
                    <a:pt x="55" y="50"/>
                  </a:lnTo>
                  <a:lnTo>
                    <a:pt x="59" y="48"/>
                  </a:lnTo>
                  <a:lnTo>
                    <a:pt x="59" y="48"/>
                  </a:lnTo>
                  <a:lnTo>
                    <a:pt x="60" y="50"/>
                  </a:lnTo>
                  <a:lnTo>
                    <a:pt x="61" y="51"/>
                  </a:lnTo>
                  <a:lnTo>
                    <a:pt x="61" y="58"/>
                  </a:lnTo>
                  <a:lnTo>
                    <a:pt x="61" y="69"/>
                  </a:lnTo>
                  <a:lnTo>
                    <a:pt x="61" y="69"/>
                  </a:lnTo>
                  <a:lnTo>
                    <a:pt x="61" y="72"/>
                  </a:lnTo>
                  <a:lnTo>
                    <a:pt x="64" y="72"/>
                  </a:lnTo>
                  <a:lnTo>
                    <a:pt x="71" y="72"/>
                  </a:lnTo>
                  <a:lnTo>
                    <a:pt x="71" y="72"/>
                  </a:lnTo>
                  <a:lnTo>
                    <a:pt x="80" y="69"/>
                  </a:lnTo>
                  <a:lnTo>
                    <a:pt x="87" y="68"/>
                  </a:lnTo>
                  <a:lnTo>
                    <a:pt x="87" y="68"/>
                  </a:lnTo>
                  <a:lnTo>
                    <a:pt x="102" y="67"/>
                  </a:lnTo>
                  <a:lnTo>
                    <a:pt x="102" y="67"/>
                  </a:lnTo>
                  <a:lnTo>
                    <a:pt x="102" y="67"/>
                  </a:lnTo>
                  <a:lnTo>
                    <a:pt x="103" y="66"/>
                  </a:lnTo>
                  <a:lnTo>
                    <a:pt x="104" y="64"/>
                  </a:lnTo>
                  <a:lnTo>
                    <a:pt x="107" y="64"/>
                  </a:lnTo>
                  <a:lnTo>
                    <a:pt x="108" y="63"/>
                  </a:lnTo>
                  <a:lnTo>
                    <a:pt x="108" y="63"/>
                  </a:lnTo>
                  <a:lnTo>
                    <a:pt x="109" y="59"/>
                  </a:lnTo>
                  <a:lnTo>
                    <a:pt x="110" y="56"/>
                  </a:lnTo>
                  <a:lnTo>
                    <a:pt x="110" y="52"/>
                  </a:lnTo>
                  <a:lnTo>
                    <a:pt x="109" y="48"/>
                  </a:lnTo>
                  <a:lnTo>
                    <a:pt x="109" y="48"/>
                  </a:lnTo>
                  <a:lnTo>
                    <a:pt x="107" y="45"/>
                  </a:lnTo>
                  <a:lnTo>
                    <a:pt x="104" y="41"/>
                  </a:lnTo>
                  <a:lnTo>
                    <a:pt x="101" y="38"/>
                  </a:lnTo>
                  <a:lnTo>
                    <a:pt x="96" y="36"/>
                  </a:lnTo>
                  <a:lnTo>
                    <a:pt x="96" y="36"/>
                  </a:lnTo>
                  <a:lnTo>
                    <a:pt x="93" y="34"/>
                  </a:lnTo>
                  <a:lnTo>
                    <a:pt x="92" y="31"/>
                  </a:lnTo>
                  <a:lnTo>
                    <a:pt x="92" y="31"/>
                  </a:lnTo>
                  <a:lnTo>
                    <a:pt x="75" y="35"/>
                  </a:lnTo>
                  <a:lnTo>
                    <a:pt x="67" y="35"/>
                  </a:lnTo>
                  <a:lnTo>
                    <a:pt x="66" y="34"/>
                  </a:lnTo>
                  <a:lnTo>
                    <a:pt x="65"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0" name="Freeform 770"/>
            <p:cNvSpPr>
              <a:spLocks/>
            </p:cNvSpPr>
            <p:nvPr/>
          </p:nvSpPr>
          <p:spPr bwMode="gray">
            <a:xfrm>
              <a:off x="5140174" y="4949395"/>
              <a:ext cx="14875" cy="15079"/>
            </a:xfrm>
            <a:custGeom>
              <a:avLst/>
              <a:gdLst>
                <a:gd name="T0" fmla="*/ 3 w 6"/>
                <a:gd name="T1" fmla="*/ 6 h 6"/>
                <a:gd name="T2" fmla="*/ 3 w 6"/>
                <a:gd name="T3" fmla="*/ 6 h 6"/>
                <a:gd name="T4" fmla="*/ 0 w 6"/>
                <a:gd name="T5" fmla="*/ 6 h 6"/>
                <a:gd name="T6" fmla="*/ 0 w 6"/>
                <a:gd name="T7" fmla="*/ 6 h 6"/>
                <a:gd name="T8" fmla="*/ 0 w 6"/>
                <a:gd name="T9" fmla="*/ 3 h 6"/>
                <a:gd name="T10" fmla="*/ 2 w 6"/>
                <a:gd name="T11" fmla="*/ 2 h 6"/>
                <a:gd name="T12" fmla="*/ 6 w 6"/>
                <a:gd name="T13" fmla="*/ 0 h 6"/>
                <a:gd name="T14" fmla="*/ 6 w 6"/>
                <a:gd name="T15" fmla="*/ 0 h 6"/>
                <a:gd name="T16" fmla="*/ 5 w 6"/>
                <a:gd name="T17" fmla="*/ 5 h 6"/>
                <a:gd name="T18" fmla="*/ 3 w 6"/>
                <a:gd name="T19"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 h="6">
                  <a:moveTo>
                    <a:pt x="3" y="6"/>
                  </a:moveTo>
                  <a:lnTo>
                    <a:pt x="3" y="6"/>
                  </a:lnTo>
                  <a:lnTo>
                    <a:pt x="0" y="6"/>
                  </a:lnTo>
                  <a:lnTo>
                    <a:pt x="0" y="6"/>
                  </a:lnTo>
                  <a:lnTo>
                    <a:pt x="0" y="3"/>
                  </a:lnTo>
                  <a:lnTo>
                    <a:pt x="2" y="2"/>
                  </a:lnTo>
                  <a:lnTo>
                    <a:pt x="6" y="0"/>
                  </a:lnTo>
                  <a:lnTo>
                    <a:pt x="6" y="0"/>
                  </a:lnTo>
                  <a:lnTo>
                    <a:pt x="5" y="5"/>
                  </a:lnTo>
                  <a:lnTo>
                    <a:pt x="3"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4" name="Freeform 882"/>
            <p:cNvSpPr>
              <a:spLocks/>
            </p:cNvSpPr>
            <p:nvPr/>
          </p:nvSpPr>
          <p:spPr bwMode="gray">
            <a:xfrm>
              <a:off x="6243378" y="5449544"/>
              <a:ext cx="39666" cy="40213"/>
            </a:xfrm>
            <a:custGeom>
              <a:avLst/>
              <a:gdLst>
                <a:gd name="T0" fmla="*/ 10 w 16"/>
                <a:gd name="T1" fmla="*/ 16 h 16"/>
                <a:gd name="T2" fmla="*/ 10 w 16"/>
                <a:gd name="T3" fmla="*/ 16 h 16"/>
                <a:gd name="T4" fmla="*/ 9 w 16"/>
                <a:gd name="T5" fmla="*/ 16 h 16"/>
                <a:gd name="T6" fmla="*/ 8 w 16"/>
                <a:gd name="T7" fmla="*/ 15 h 16"/>
                <a:gd name="T8" fmla="*/ 7 w 16"/>
                <a:gd name="T9" fmla="*/ 11 h 16"/>
                <a:gd name="T10" fmla="*/ 5 w 16"/>
                <a:gd name="T11" fmla="*/ 9 h 16"/>
                <a:gd name="T12" fmla="*/ 5 w 16"/>
                <a:gd name="T13" fmla="*/ 8 h 16"/>
                <a:gd name="T14" fmla="*/ 4 w 16"/>
                <a:gd name="T15" fmla="*/ 6 h 16"/>
                <a:gd name="T16" fmla="*/ 4 w 16"/>
                <a:gd name="T17" fmla="*/ 6 h 16"/>
                <a:gd name="T18" fmla="*/ 2 w 16"/>
                <a:gd name="T19" fmla="*/ 6 h 16"/>
                <a:gd name="T20" fmla="*/ 2 w 16"/>
                <a:gd name="T21" fmla="*/ 4 h 16"/>
                <a:gd name="T22" fmla="*/ 2 w 16"/>
                <a:gd name="T23" fmla="*/ 3 h 16"/>
                <a:gd name="T24" fmla="*/ 0 w 16"/>
                <a:gd name="T25" fmla="*/ 0 h 16"/>
                <a:gd name="T26" fmla="*/ 0 w 16"/>
                <a:gd name="T27" fmla="*/ 0 h 16"/>
                <a:gd name="T28" fmla="*/ 0 w 16"/>
                <a:gd name="T29" fmla="*/ 0 h 16"/>
                <a:gd name="T30" fmla="*/ 2 w 16"/>
                <a:gd name="T31" fmla="*/ 0 h 16"/>
                <a:gd name="T32" fmla="*/ 5 w 16"/>
                <a:gd name="T33" fmla="*/ 0 h 16"/>
                <a:gd name="T34" fmla="*/ 13 w 16"/>
                <a:gd name="T35" fmla="*/ 1 h 16"/>
                <a:gd name="T36" fmla="*/ 13 w 16"/>
                <a:gd name="T37" fmla="*/ 1 h 16"/>
                <a:gd name="T38" fmla="*/ 15 w 16"/>
                <a:gd name="T39" fmla="*/ 3 h 16"/>
                <a:gd name="T40" fmla="*/ 16 w 16"/>
                <a:gd name="T41" fmla="*/ 5 h 16"/>
                <a:gd name="T42" fmla="*/ 16 w 16"/>
                <a:gd name="T43" fmla="*/ 9 h 16"/>
                <a:gd name="T44" fmla="*/ 16 w 16"/>
                <a:gd name="T45" fmla="*/ 9 h 16"/>
                <a:gd name="T46" fmla="*/ 15 w 16"/>
                <a:gd name="T47" fmla="*/ 14 h 16"/>
                <a:gd name="T48" fmla="*/ 14 w 16"/>
                <a:gd name="T49" fmla="*/ 15 h 16"/>
                <a:gd name="T50" fmla="*/ 10 w 16"/>
                <a:gd name="T51"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6" h="16">
                  <a:moveTo>
                    <a:pt x="10" y="16"/>
                  </a:moveTo>
                  <a:lnTo>
                    <a:pt x="10" y="16"/>
                  </a:lnTo>
                  <a:lnTo>
                    <a:pt x="9" y="16"/>
                  </a:lnTo>
                  <a:lnTo>
                    <a:pt x="8" y="15"/>
                  </a:lnTo>
                  <a:lnTo>
                    <a:pt x="7" y="11"/>
                  </a:lnTo>
                  <a:lnTo>
                    <a:pt x="5" y="9"/>
                  </a:lnTo>
                  <a:lnTo>
                    <a:pt x="5" y="8"/>
                  </a:lnTo>
                  <a:lnTo>
                    <a:pt x="4" y="6"/>
                  </a:lnTo>
                  <a:lnTo>
                    <a:pt x="4" y="6"/>
                  </a:lnTo>
                  <a:lnTo>
                    <a:pt x="2" y="6"/>
                  </a:lnTo>
                  <a:lnTo>
                    <a:pt x="2" y="4"/>
                  </a:lnTo>
                  <a:lnTo>
                    <a:pt x="2" y="3"/>
                  </a:lnTo>
                  <a:lnTo>
                    <a:pt x="0" y="0"/>
                  </a:lnTo>
                  <a:lnTo>
                    <a:pt x="0" y="0"/>
                  </a:lnTo>
                  <a:lnTo>
                    <a:pt x="0" y="0"/>
                  </a:lnTo>
                  <a:lnTo>
                    <a:pt x="2" y="0"/>
                  </a:lnTo>
                  <a:lnTo>
                    <a:pt x="5" y="0"/>
                  </a:lnTo>
                  <a:lnTo>
                    <a:pt x="13" y="1"/>
                  </a:lnTo>
                  <a:lnTo>
                    <a:pt x="13" y="1"/>
                  </a:lnTo>
                  <a:lnTo>
                    <a:pt x="15" y="3"/>
                  </a:lnTo>
                  <a:lnTo>
                    <a:pt x="16" y="5"/>
                  </a:lnTo>
                  <a:lnTo>
                    <a:pt x="16" y="9"/>
                  </a:lnTo>
                  <a:lnTo>
                    <a:pt x="16" y="9"/>
                  </a:lnTo>
                  <a:lnTo>
                    <a:pt x="15" y="14"/>
                  </a:lnTo>
                  <a:lnTo>
                    <a:pt x="14" y="15"/>
                  </a:lnTo>
                  <a:lnTo>
                    <a:pt x="10"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5" name="Freeform 816"/>
            <p:cNvSpPr>
              <a:spLocks/>
            </p:cNvSpPr>
            <p:nvPr/>
          </p:nvSpPr>
          <p:spPr bwMode="gray">
            <a:xfrm>
              <a:off x="1329784" y="2848268"/>
              <a:ext cx="369387" cy="246305"/>
            </a:xfrm>
            <a:custGeom>
              <a:avLst/>
              <a:gdLst>
                <a:gd name="T0" fmla="*/ 63 w 149"/>
                <a:gd name="T1" fmla="*/ 97 h 98"/>
                <a:gd name="T2" fmla="*/ 50 w 149"/>
                <a:gd name="T3" fmla="*/ 91 h 98"/>
                <a:gd name="T4" fmla="*/ 24 w 149"/>
                <a:gd name="T5" fmla="*/ 85 h 98"/>
                <a:gd name="T6" fmla="*/ 23 w 149"/>
                <a:gd name="T7" fmla="*/ 81 h 98"/>
                <a:gd name="T8" fmla="*/ 37 w 149"/>
                <a:gd name="T9" fmla="*/ 77 h 98"/>
                <a:gd name="T10" fmla="*/ 36 w 149"/>
                <a:gd name="T11" fmla="*/ 66 h 98"/>
                <a:gd name="T12" fmla="*/ 31 w 149"/>
                <a:gd name="T13" fmla="*/ 64 h 98"/>
                <a:gd name="T14" fmla="*/ 24 w 149"/>
                <a:gd name="T15" fmla="*/ 56 h 98"/>
                <a:gd name="T16" fmla="*/ 9 w 149"/>
                <a:gd name="T17" fmla="*/ 53 h 98"/>
                <a:gd name="T18" fmla="*/ 26 w 149"/>
                <a:gd name="T19" fmla="*/ 51 h 98"/>
                <a:gd name="T20" fmla="*/ 39 w 149"/>
                <a:gd name="T21" fmla="*/ 49 h 98"/>
                <a:gd name="T22" fmla="*/ 32 w 149"/>
                <a:gd name="T23" fmla="*/ 44 h 98"/>
                <a:gd name="T24" fmla="*/ 31 w 149"/>
                <a:gd name="T25" fmla="*/ 42 h 98"/>
                <a:gd name="T26" fmla="*/ 34 w 149"/>
                <a:gd name="T27" fmla="*/ 37 h 98"/>
                <a:gd name="T28" fmla="*/ 10 w 149"/>
                <a:gd name="T29" fmla="*/ 37 h 98"/>
                <a:gd name="T30" fmla="*/ 2 w 149"/>
                <a:gd name="T31" fmla="*/ 33 h 98"/>
                <a:gd name="T32" fmla="*/ 10 w 149"/>
                <a:gd name="T33" fmla="*/ 31 h 98"/>
                <a:gd name="T34" fmla="*/ 9 w 149"/>
                <a:gd name="T35" fmla="*/ 27 h 98"/>
                <a:gd name="T36" fmla="*/ 7 w 149"/>
                <a:gd name="T37" fmla="*/ 24 h 98"/>
                <a:gd name="T38" fmla="*/ 18 w 149"/>
                <a:gd name="T39" fmla="*/ 27 h 98"/>
                <a:gd name="T40" fmla="*/ 15 w 149"/>
                <a:gd name="T41" fmla="*/ 19 h 98"/>
                <a:gd name="T42" fmla="*/ 16 w 149"/>
                <a:gd name="T43" fmla="*/ 15 h 98"/>
                <a:gd name="T44" fmla="*/ 29 w 149"/>
                <a:gd name="T45" fmla="*/ 22 h 98"/>
                <a:gd name="T46" fmla="*/ 28 w 149"/>
                <a:gd name="T47" fmla="*/ 17 h 98"/>
                <a:gd name="T48" fmla="*/ 20 w 149"/>
                <a:gd name="T49" fmla="*/ 7 h 98"/>
                <a:gd name="T50" fmla="*/ 34 w 149"/>
                <a:gd name="T51" fmla="*/ 10 h 98"/>
                <a:gd name="T52" fmla="*/ 40 w 149"/>
                <a:gd name="T53" fmla="*/ 19 h 98"/>
                <a:gd name="T54" fmla="*/ 44 w 149"/>
                <a:gd name="T55" fmla="*/ 23 h 98"/>
                <a:gd name="T56" fmla="*/ 47 w 149"/>
                <a:gd name="T57" fmla="*/ 40 h 98"/>
                <a:gd name="T58" fmla="*/ 51 w 149"/>
                <a:gd name="T59" fmla="*/ 31 h 98"/>
                <a:gd name="T60" fmla="*/ 55 w 149"/>
                <a:gd name="T61" fmla="*/ 28 h 98"/>
                <a:gd name="T62" fmla="*/ 57 w 149"/>
                <a:gd name="T63" fmla="*/ 24 h 98"/>
                <a:gd name="T64" fmla="*/ 58 w 149"/>
                <a:gd name="T65" fmla="*/ 17 h 98"/>
                <a:gd name="T66" fmla="*/ 68 w 149"/>
                <a:gd name="T67" fmla="*/ 27 h 98"/>
                <a:gd name="T68" fmla="*/ 72 w 149"/>
                <a:gd name="T69" fmla="*/ 22 h 98"/>
                <a:gd name="T70" fmla="*/ 74 w 149"/>
                <a:gd name="T71" fmla="*/ 15 h 98"/>
                <a:gd name="T72" fmla="*/ 83 w 149"/>
                <a:gd name="T73" fmla="*/ 19 h 98"/>
                <a:gd name="T74" fmla="*/ 89 w 149"/>
                <a:gd name="T75" fmla="*/ 27 h 98"/>
                <a:gd name="T76" fmla="*/ 88 w 149"/>
                <a:gd name="T77" fmla="*/ 16 h 98"/>
                <a:gd name="T78" fmla="*/ 94 w 149"/>
                <a:gd name="T79" fmla="*/ 17 h 98"/>
                <a:gd name="T80" fmla="*/ 100 w 149"/>
                <a:gd name="T81" fmla="*/ 16 h 98"/>
                <a:gd name="T82" fmla="*/ 104 w 149"/>
                <a:gd name="T83" fmla="*/ 12 h 98"/>
                <a:gd name="T84" fmla="*/ 109 w 149"/>
                <a:gd name="T85" fmla="*/ 7 h 98"/>
                <a:gd name="T86" fmla="*/ 111 w 149"/>
                <a:gd name="T87" fmla="*/ 0 h 98"/>
                <a:gd name="T88" fmla="*/ 116 w 149"/>
                <a:gd name="T89" fmla="*/ 1 h 98"/>
                <a:gd name="T90" fmla="*/ 121 w 149"/>
                <a:gd name="T91" fmla="*/ 10 h 98"/>
                <a:gd name="T92" fmla="*/ 126 w 149"/>
                <a:gd name="T93" fmla="*/ 5 h 98"/>
                <a:gd name="T94" fmla="*/ 132 w 149"/>
                <a:gd name="T95" fmla="*/ 3 h 98"/>
                <a:gd name="T96" fmla="*/ 128 w 149"/>
                <a:gd name="T97" fmla="*/ 12 h 98"/>
                <a:gd name="T98" fmla="*/ 132 w 149"/>
                <a:gd name="T99" fmla="*/ 17 h 98"/>
                <a:gd name="T100" fmla="*/ 136 w 149"/>
                <a:gd name="T101" fmla="*/ 26 h 98"/>
                <a:gd name="T102" fmla="*/ 144 w 149"/>
                <a:gd name="T103" fmla="*/ 32 h 98"/>
                <a:gd name="T104" fmla="*/ 148 w 149"/>
                <a:gd name="T105" fmla="*/ 43 h 98"/>
                <a:gd name="T106" fmla="*/ 148 w 149"/>
                <a:gd name="T107" fmla="*/ 48 h 98"/>
                <a:gd name="T108" fmla="*/ 136 w 149"/>
                <a:gd name="T109" fmla="*/ 59 h 98"/>
                <a:gd name="T110" fmla="*/ 128 w 149"/>
                <a:gd name="T111" fmla="*/ 72 h 98"/>
                <a:gd name="T112" fmla="*/ 114 w 149"/>
                <a:gd name="T113" fmla="*/ 76 h 98"/>
                <a:gd name="T114" fmla="*/ 101 w 149"/>
                <a:gd name="T115" fmla="*/ 87 h 98"/>
                <a:gd name="T116" fmla="*/ 88 w 149"/>
                <a:gd name="T117" fmla="*/ 90 h 98"/>
                <a:gd name="T118" fmla="*/ 78 w 149"/>
                <a:gd name="T119" fmla="*/ 98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49" h="98">
                  <a:moveTo>
                    <a:pt x="78" y="98"/>
                  </a:moveTo>
                  <a:lnTo>
                    <a:pt x="78" y="98"/>
                  </a:lnTo>
                  <a:lnTo>
                    <a:pt x="71" y="98"/>
                  </a:lnTo>
                  <a:lnTo>
                    <a:pt x="63" y="97"/>
                  </a:lnTo>
                  <a:lnTo>
                    <a:pt x="57" y="96"/>
                  </a:lnTo>
                  <a:lnTo>
                    <a:pt x="53" y="93"/>
                  </a:lnTo>
                  <a:lnTo>
                    <a:pt x="53" y="93"/>
                  </a:lnTo>
                  <a:lnTo>
                    <a:pt x="50" y="91"/>
                  </a:lnTo>
                  <a:lnTo>
                    <a:pt x="44" y="90"/>
                  </a:lnTo>
                  <a:lnTo>
                    <a:pt x="34" y="87"/>
                  </a:lnTo>
                  <a:lnTo>
                    <a:pt x="34" y="87"/>
                  </a:lnTo>
                  <a:lnTo>
                    <a:pt x="24" y="85"/>
                  </a:lnTo>
                  <a:lnTo>
                    <a:pt x="21" y="82"/>
                  </a:lnTo>
                  <a:lnTo>
                    <a:pt x="21" y="81"/>
                  </a:lnTo>
                  <a:lnTo>
                    <a:pt x="23" y="81"/>
                  </a:lnTo>
                  <a:lnTo>
                    <a:pt x="23" y="81"/>
                  </a:lnTo>
                  <a:lnTo>
                    <a:pt x="28" y="80"/>
                  </a:lnTo>
                  <a:lnTo>
                    <a:pt x="34" y="80"/>
                  </a:lnTo>
                  <a:lnTo>
                    <a:pt x="36" y="79"/>
                  </a:lnTo>
                  <a:lnTo>
                    <a:pt x="37" y="77"/>
                  </a:lnTo>
                  <a:lnTo>
                    <a:pt x="39" y="76"/>
                  </a:lnTo>
                  <a:lnTo>
                    <a:pt x="37" y="74"/>
                  </a:lnTo>
                  <a:lnTo>
                    <a:pt x="37" y="74"/>
                  </a:lnTo>
                  <a:lnTo>
                    <a:pt x="36" y="66"/>
                  </a:lnTo>
                  <a:lnTo>
                    <a:pt x="35" y="65"/>
                  </a:lnTo>
                  <a:lnTo>
                    <a:pt x="34" y="65"/>
                  </a:lnTo>
                  <a:lnTo>
                    <a:pt x="34" y="65"/>
                  </a:lnTo>
                  <a:lnTo>
                    <a:pt x="31" y="64"/>
                  </a:lnTo>
                  <a:lnTo>
                    <a:pt x="29" y="61"/>
                  </a:lnTo>
                  <a:lnTo>
                    <a:pt x="26" y="58"/>
                  </a:lnTo>
                  <a:lnTo>
                    <a:pt x="24" y="56"/>
                  </a:lnTo>
                  <a:lnTo>
                    <a:pt x="24" y="56"/>
                  </a:lnTo>
                  <a:lnTo>
                    <a:pt x="13" y="56"/>
                  </a:lnTo>
                  <a:lnTo>
                    <a:pt x="9" y="55"/>
                  </a:lnTo>
                  <a:lnTo>
                    <a:pt x="8" y="55"/>
                  </a:lnTo>
                  <a:lnTo>
                    <a:pt x="9" y="53"/>
                  </a:lnTo>
                  <a:lnTo>
                    <a:pt x="9" y="53"/>
                  </a:lnTo>
                  <a:lnTo>
                    <a:pt x="11" y="51"/>
                  </a:lnTo>
                  <a:lnTo>
                    <a:pt x="16" y="51"/>
                  </a:lnTo>
                  <a:lnTo>
                    <a:pt x="26" y="51"/>
                  </a:lnTo>
                  <a:lnTo>
                    <a:pt x="35" y="50"/>
                  </a:lnTo>
                  <a:lnTo>
                    <a:pt x="37" y="50"/>
                  </a:lnTo>
                  <a:lnTo>
                    <a:pt x="39" y="49"/>
                  </a:lnTo>
                  <a:lnTo>
                    <a:pt x="39" y="49"/>
                  </a:lnTo>
                  <a:lnTo>
                    <a:pt x="37" y="47"/>
                  </a:lnTo>
                  <a:lnTo>
                    <a:pt x="36" y="45"/>
                  </a:lnTo>
                  <a:lnTo>
                    <a:pt x="32" y="44"/>
                  </a:lnTo>
                  <a:lnTo>
                    <a:pt x="32" y="44"/>
                  </a:lnTo>
                  <a:lnTo>
                    <a:pt x="29" y="44"/>
                  </a:lnTo>
                  <a:lnTo>
                    <a:pt x="29" y="43"/>
                  </a:lnTo>
                  <a:lnTo>
                    <a:pt x="31" y="42"/>
                  </a:lnTo>
                  <a:lnTo>
                    <a:pt x="31" y="42"/>
                  </a:lnTo>
                  <a:lnTo>
                    <a:pt x="36" y="38"/>
                  </a:lnTo>
                  <a:lnTo>
                    <a:pt x="36" y="38"/>
                  </a:lnTo>
                  <a:lnTo>
                    <a:pt x="34" y="37"/>
                  </a:lnTo>
                  <a:lnTo>
                    <a:pt x="34" y="37"/>
                  </a:lnTo>
                  <a:lnTo>
                    <a:pt x="29" y="35"/>
                  </a:lnTo>
                  <a:lnTo>
                    <a:pt x="23" y="35"/>
                  </a:lnTo>
                  <a:lnTo>
                    <a:pt x="10" y="37"/>
                  </a:lnTo>
                  <a:lnTo>
                    <a:pt x="10" y="37"/>
                  </a:lnTo>
                  <a:lnTo>
                    <a:pt x="3" y="37"/>
                  </a:lnTo>
                  <a:lnTo>
                    <a:pt x="0" y="35"/>
                  </a:lnTo>
                  <a:lnTo>
                    <a:pt x="0" y="34"/>
                  </a:lnTo>
                  <a:lnTo>
                    <a:pt x="2" y="33"/>
                  </a:lnTo>
                  <a:lnTo>
                    <a:pt x="2" y="33"/>
                  </a:lnTo>
                  <a:lnTo>
                    <a:pt x="4" y="32"/>
                  </a:lnTo>
                  <a:lnTo>
                    <a:pt x="8" y="31"/>
                  </a:lnTo>
                  <a:lnTo>
                    <a:pt x="10" y="31"/>
                  </a:lnTo>
                  <a:lnTo>
                    <a:pt x="11" y="29"/>
                  </a:lnTo>
                  <a:lnTo>
                    <a:pt x="10" y="29"/>
                  </a:lnTo>
                  <a:lnTo>
                    <a:pt x="10" y="29"/>
                  </a:lnTo>
                  <a:lnTo>
                    <a:pt x="9" y="27"/>
                  </a:lnTo>
                  <a:lnTo>
                    <a:pt x="7" y="26"/>
                  </a:lnTo>
                  <a:lnTo>
                    <a:pt x="4" y="26"/>
                  </a:lnTo>
                  <a:lnTo>
                    <a:pt x="7" y="24"/>
                  </a:lnTo>
                  <a:lnTo>
                    <a:pt x="7" y="24"/>
                  </a:lnTo>
                  <a:lnTo>
                    <a:pt x="10" y="24"/>
                  </a:lnTo>
                  <a:lnTo>
                    <a:pt x="14" y="26"/>
                  </a:lnTo>
                  <a:lnTo>
                    <a:pt x="16" y="27"/>
                  </a:lnTo>
                  <a:lnTo>
                    <a:pt x="18" y="27"/>
                  </a:lnTo>
                  <a:lnTo>
                    <a:pt x="18" y="26"/>
                  </a:lnTo>
                  <a:lnTo>
                    <a:pt x="18" y="26"/>
                  </a:lnTo>
                  <a:lnTo>
                    <a:pt x="18" y="23"/>
                  </a:lnTo>
                  <a:lnTo>
                    <a:pt x="15" y="19"/>
                  </a:lnTo>
                  <a:lnTo>
                    <a:pt x="15" y="17"/>
                  </a:lnTo>
                  <a:lnTo>
                    <a:pt x="15" y="15"/>
                  </a:lnTo>
                  <a:lnTo>
                    <a:pt x="15" y="15"/>
                  </a:lnTo>
                  <a:lnTo>
                    <a:pt x="16" y="15"/>
                  </a:lnTo>
                  <a:lnTo>
                    <a:pt x="19" y="16"/>
                  </a:lnTo>
                  <a:lnTo>
                    <a:pt x="24" y="18"/>
                  </a:lnTo>
                  <a:lnTo>
                    <a:pt x="28" y="22"/>
                  </a:lnTo>
                  <a:lnTo>
                    <a:pt x="29" y="22"/>
                  </a:lnTo>
                  <a:lnTo>
                    <a:pt x="29" y="21"/>
                  </a:lnTo>
                  <a:lnTo>
                    <a:pt x="29" y="21"/>
                  </a:lnTo>
                  <a:lnTo>
                    <a:pt x="29" y="19"/>
                  </a:lnTo>
                  <a:lnTo>
                    <a:pt x="28" y="17"/>
                  </a:lnTo>
                  <a:lnTo>
                    <a:pt x="23" y="13"/>
                  </a:lnTo>
                  <a:lnTo>
                    <a:pt x="20" y="10"/>
                  </a:lnTo>
                  <a:lnTo>
                    <a:pt x="20" y="8"/>
                  </a:lnTo>
                  <a:lnTo>
                    <a:pt x="20" y="7"/>
                  </a:lnTo>
                  <a:lnTo>
                    <a:pt x="20" y="7"/>
                  </a:lnTo>
                  <a:lnTo>
                    <a:pt x="25" y="6"/>
                  </a:lnTo>
                  <a:lnTo>
                    <a:pt x="30" y="7"/>
                  </a:lnTo>
                  <a:lnTo>
                    <a:pt x="34" y="10"/>
                  </a:lnTo>
                  <a:lnTo>
                    <a:pt x="36" y="12"/>
                  </a:lnTo>
                  <a:lnTo>
                    <a:pt x="36" y="12"/>
                  </a:lnTo>
                  <a:lnTo>
                    <a:pt x="39" y="17"/>
                  </a:lnTo>
                  <a:lnTo>
                    <a:pt x="40" y="19"/>
                  </a:lnTo>
                  <a:lnTo>
                    <a:pt x="42" y="19"/>
                  </a:lnTo>
                  <a:lnTo>
                    <a:pt x="42" y="19"/>
                  </a:lnTo>
                  <a:lnTo>
                    <a:pt x="44" y="21"/>
                  </a:lnTo>
                  <a:lnTo>
                    <a:pt x="44" y="23"/>
                  </a:lnTo>
                  <a:lnTo>
                    <a:pt x="45" y="31"/>
                  </a:lnTo>
                  <a:lnTo>
                    <a:pt x="45" y="38"/>
                  </a:lnTo>
                  <a:lnTo>
                    <a:pt x="46" y="40"/>
                  </a:lnTo>
                  <a:lnTo>
                    <a:pt x="47" y="40"/>
                  </a:lnTo>
                  <a:lnTo>
                    <a:pt x="47" y="40"/>
                  </a:lnTo>
                  <a:lnTo>
                    <a:pt x="48" y="39"/>
                  </a:lnTo>
                  <a:lnTo>
                    <a:pt x="50" y="34"/>
                  </a:lnTo>
                  <a:lnTo>
                    <a:pt x="51" y="31"/>
                  </a:lnTo>
                  <a:lnTo>
                    <a:pt x="52" y="28"/>
                  </a:lnTo>
                  <a:lnTo>
                    <a:pt x="52" y="28"/>
                  </a:lnTo>
                  <a:lnTo>
                    <a:pt x="53" y="27"/>
                  </a:lnTo>
                  <a:lnTo>
                    <a:pt x="55" y="28"/>
                  </a:lnTo>
                  <a:lnTo>
                    <a:pt x="56" y="28"/>
                  </a:lnTo>
                  <a:lnTo>
                    <a:pt x="57" y="27"/>
                  </a:lnTo>
                  <a:lnTo>
                    <a:pt x="57" y="27"/>
                  </a:lnTo>
                  <a:lnTo>
                    <a:pt x="57" y="24"/>
                  </a:lnTo>
                  <a:lnTo>
                    <a:pt x="57" y="21"/>
                  </a:lnTo>
                  <a:lnTo>
                    <a:pt x="57" y="18"/>
                  </a:lnTo>
                  <a:lnTo>
                    <a:pt x="58" y="17"/>
                  </a:lnTo>
                  <a:lnTo>
                    <a:pt x="58" y="17"/>
                  </a:lnTo>
                  <a:lnTo>
                    <a:pt x="60" y="17"/>
                  </a:lnTo>
                  <a:lnTo>
                    <a:pt x="62" y="19"/>
                  </a:lnTo>
                  <a:lnTo>
                    <a:pt x="64" y="23"/>
                  </a:lnTo>
                  <a:lnTo>
                    <a:pt x="68" y="27"/>
                  </a:lnTo>
                  <a:lnTo>
                    <a:pt x="69" y="27"/>
                  </a:lnTo>
                  <a:lnTo>
                    <a:pt x="71" y="26"/>
                  </a:lnTo>
                  <a:lnTo>
                    <a:pt x="71" y="26"/>
                  </a:lnTo>
                  <a:lnTo>
                    <a:pt x="72" y="22"/>
                  </a:lnTo>
                  <a:lnTo>
                    <a:pt x="72" y="19"/>
                  </a:lnTo>
                  <a:lnTo>
                    <a:pt x="72" y="17"/>
                  </a:lnTo>
                  <a:lnTo>
                    <a:pt x="74" y="15"/>
                  </a:lnTo>
                  <a:lnTo>
                    <a:pt x="74" y="15"/>
                  </a:lnTo>
                  <a:lnTo>
                    <a:pt x="77" y="13"/>
                  </a:lnTo>
                  <a:lnTo>
                    <a:pt x="79" y="15"/>
                  </a:lnTo>
                  <a:lnTo>
                    <a:pt x="80" y="16"/>
                  </a:lnTo>
                  <a:lnTo>
                    <a:pt x="83" y="19"/>
                  </a:lnTo>
                  <a:lnTo>
                    <a:pt x="83" y="19"/>
                  </a:lnTo>
                  <a:lnTo>
                    <a:pt x="85" y="23"/>
                  </a:lnTo>
                  <a:lnTo>
                    <a:pt x="88" y="26"/>
                  </a:lnTo>
                  <a:lnTo>
                    <a:pt x="89" y="27"/>
                  </a:lnTo>
                  <a:lnTo>
                    <a:pt x="90" y="26"/>
                  </a:lnTo>
                  <a:lnTo>
                    <a:pt x="90" y="26"/>
                  </a:lnTo>
                  <a:lnTo>
                    <a:pt x="88" y="18"/>
                  </a:lnTo>
                  <a:lnTo>
                    <a:pt x="88" y="16"/>
                  </a:lnTo>
                  <a:lnTo>
                    <a:pt x="89" y="15"/>
                  </a:lnTo>
                  <a:lnTo>
                    <a:pt x="89" y="15"/>
                  </a:lnTo>
                  <a:lnTo>
                    <a:pt x="92" y="16"/>
                  </a:lnTo>
                  <a:lnTo>
                    <a:pt x="94" y="17"/>
                  </a:lnTo>
                  <a:lnTo>
                    <a:pt x="96" y="18"/>
                  </a:lnTo>
                  <a:lnTo>
                    <a:pt x="99" y="18"/>
                  </a:lnTo>
                  <a:lnTo>
                    <a:pt x="99" y="18"/>
                  </a:lnTo>
                  <a:lnTo>
                    <a:pt x="100" y="16"/>
                  </a:lnTo>
                  <a:lnTo>
                    <a:pt x="100" y="15"/>
                  </a:lnTo>
                  <a:lnTo>
                    <a:pt x="101" y="13"/>
                  </a:lnTo>
                  <a:lnTo>
                    <a:pt x="104" y="12"/>
                  </a:lnTo>
                  <a:lnTo>
                    <a:pt x="104" y="12"/>
                  </a:lnTo>
                  <a:lnTo>
                    <a:pt x="106" y="12"/>
                  </a:lnTo>
                  <a:lnTo>
                    <a:pt x="109" y="11"/>
                  </a:lnTo>
                  <a:lnTo>
                    <a:pt x="110" y="10"/>
                  </a:lnTo>
                  <a:lnTo>
                    <a:pt x="109" y="7"/>
                  </a:lnTo>
                  <a:lnTo>
                    <a:pt x="109" y="7"/>
                  </a:lnTo>
                  <a:lnTo>
                    <a:pt x="109" y="5"/>
                  </a:lnTo>
                  <a:lnTo>
                    <a:pt x="110" y="2"/>
                  </a:lnTo>
                  <a:lnTo>
                    <a:pt x="111" y="0"/>
                  </a:lnTo>
                  <a:lnTo>
                    <a:pt x="114" y="0"/>
                  </a:lnTo>
                  <a:lnTo>
                    <a:pt x="114" y="0"/>
                  </a:lnTo>
                  <a:lnTo>
                    <a:pt x="115" y="0"/>
                  </a:lnTo>
                  <a:lnTo>
                    <a:pt x="116" y="1"/>
                  </a:lnTo>
                  <a:lnTo>
                    <a:pt x="117" y="5"/>
                  </a:lnTo>
                  <a:lnTo>
                    <a:pt x="119" y="8"/>
                  </a:lnTo>
                  <a:lnTo>
                    <a:pt x="120" y="10"/>
                  </a:lnTo>
                  <a:lnTo>
                    <a:pt x="121" y="10"/>
                  </a:lnTo>
                  <a:lnTo>
                    <a:pt x="121" y="10"/>
                  </a:lnTo>
                  <a:lnTo>
                    <a:pt x="122" y="8"/>
                  </a:lnTo>
                  <a:lnTo>
                    <a:pt x="125" y="7"/>
                  </a:lnTo>
                  <a:lnTo>
                    <a:pt x="126" y="5"/>
                  </a:lnTo>
                  <a:lnTo>
                    <a:pt x="128" y="3"/>
                  </a:lnTo>
                  <a:lnTo>
                    <a:pt x="128" y="3"/>
                  </a:lnTo>
                  <a:lnTo>
                    <a:pt x="131" y="3"/>
                  </a:lnTo>
                  <a:lnTo>
                    <a:pt x="132" y="3"/>
                  </a:lnTo>
                  <a:lnTo>
                    <a:pt x="132" y="6"/>
                  </a:lnTo>
                  <a:lnTo>
                    <a:pt x="131" y="8"/>
                  </a:lnTo>
                  <a:lnTo>
                    <a:pt x="131" y="8"/>
                  </a:lnTo>
                  <a:lnTo>
                    <a:pt x="128" y="12"/>
                  </a:lnTo>
                  <a:lnTo>
                    <a:pt x="128" y="13"/>
                  </a:lnTo>
                  <a:lnTo>
                    <a:pt x="131" y="16"/>
                  </a:lnTo>
                  <a:lnTo>
                    <a:pt x="131" y="16"/>
                  </a:lnTo>
                  <a:lnTo>
                    <a:pt x="132" y="17"/>
                  </a:lnTo>
                  <a:lnTo>
                    <a:pt x="132" y="21"/>
                  </a:lnTo>
                  <a:lnTo>
                    <a:pt x="133" y="23"/>
                  </a:lnTo>
                  <a:lnTo>
                    <a:pt x="135" y="24"/>
                  </a:lnTo>
                  <a:lnTo>
                    <a:pt x="136" y="26"/>
                  </a:lnTo>
                  <a:lnTo>
                    <a:pt x="136" y="26"/>
                  </a:lnTo>
                  <a:lnTo>
                    <a:pt x="140" y="27"/>
                  </a:lnTo>
                  <a:lnTo>
                    <a:pt x="143" y="29"/>
                  </a:lnTo>
                  <a:lnTo>
                    <a:pt x="144" y="32"/>
                  </a:lnTo>
                  <a:lnTo>
                    <a:pt x="146" y="35"/>
                  </a:lnTo>
                  <a:lnTo>
                    <a:pt x="146" y="35"/>
                  </a:lnTo>
                  <a:lnTo>
                    <a:pt x="147" y="39"/>
                  </a:lnTo>
                  <a:lnTo>
                    <a:pt x="148" y="43"/>
                  </a:lnTo>
                  <a:lnTo>
                    <a:pt x="149" y="45"/>
                  </a:lnTo>
                  <a:lnTo>
                    <a:pt x="149" y="47"/>
                  </a:lnTo>
                  <a:lnTo>
                    <a:pt x="148" y="48"/>
                  </a:lnTo>
                  <a:lnTo>
                    <a:pt x="148" y="48"/>
                  </a:lnTo>
                  <a:lnTo>
                    <a:pt x="143" y="49"/>
                  </a:lnTo>
                  <a:lnTo>
                    <a:pt x="140" y="53"/>
                  </a:lnTo>
                  <a:lnTo>
                    <a:pt x="137" y="55"/>
                  </a:lnTo>
                  <a:lnTo>
                    <a:pt x="136" y="59"/>
                  </a:lnTo>
                  <a:lnTo>
                    <a:pt x="136" y="59"/>
                  </a:lnTo>
                  <a:lnTo>
                    <a:pt x="133" y="67"/>
                  </a:lnTo>
                  <a:lnTo>
                    <a:pt x="131" y="70"/>
                  </a:lnTo>
                  <a:lnTo>
                    <a:pt x="128" y="72"/>
                  </a:lnTo>
                  <a:lnTo>
                    <a:pt x="128" y="72"/>
                  </a:lnTo>
                  <a:lnTo>
                    <a:pt x="121" y="72"/>
                  </a:lnTo>
                  <a:lnTo>
                    <a:pt x="117" y="74"/>
                  </a:lnTo>
                  <a:lnTo>
                    <a:pt x="114" y="76"/>
                  </a:lnTo>
                  <a:lnTo>
                    <a:pt x="114" y="76"/>
                  </a:lnTo>
                  <a:lnTo>
                    <a:pt x="109" y="82"/>
                  </a:lnTo>
                  <a:lnTo>
                    <a:pt x="105" y="86"/>
                  </a:lnTo>
                  <a:lnTo>
                    <a:pt x="101" y="87"/>
                  </a:lnTo>
                  <a:lnTo>
                    <a:pt x="101" y="87"/>
                  </a:lnTo>
                  <a:lnTo>
                    <a:pt x="94" y="87"/>
                  </a:lnTo>
                  <a:lnTo>
                    <a:pt x="90" y="88"/>
                  </a:lnTo>
                  <a:lnTo>
                    <a:pt x="88" y="90"/>
                  </a:lnTo>
                  <a:lnTo>
                    <a:pt x="88" y="90"/>
                  </a:lnTo>
                  <a:lnTo>
                    <a:pt x="83" y="95"/>
                  </a:lnTo>
                  <a:lnTo>
                    <a:pt x="80" y="97"/>
                  </a:lnTo>
                  <a:lnTo>
                    <a:pt x="78" y="9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6" name="Freeform 818"/>
            <p:cNvSpPr>
              <a:spLocks/>
            </p:cNvSpPr>
            <p:nvPr/>
          </p:nvSpPr>
          <p:spPr bwMode="gray">
            <a:xfrm>
              <a:off x="1932208" y="3426330"/>
              <a:ext cx="290055" cy="507689"/>
            </a:xfrm>
            <a:custGeom>
              <a:avLst/>
              <a:gdLst>
                <a:gd name="T0" fmla="*/ 49 w 117"/>
                <a:gd name="T1" fmla="*/ 25 h 202"/>
                <a:gd name="T2" fmla="*/ 33 w 117"/>
                <a:gd name="T3" fmla="*/ 31 h 202"/>
                <a:gd name="T4" fmla="*/ 36 w 117"/>
                <a:gd name="T5" fmla="*/ 22 h 202"/>
                <a:gd name="T6" fmla="*/ 47 w 117"/>
                <a:gd name="T7" fmla="*/ 6 h 202"/>
                <a:gd name="T8" fmla="*/ 47 w 117"/>
                <a:gd name="T9" fmla="*/ 0 h 202"/>
                <a:gd name="T10" fmla="*/ 26 w 117"/>
                <a:gd name="T11" fmla="*/ 1 h 202"/>
                <a:gd name="T12" fmla="*/ 16 w 117"/>
                <a:gd name="T13" fmla="*/ 7 h 202"/>
                <a:gd name="T14" fmla="*/ 15 w 117"/>
                <a:gd name="T15" fmla="*/ 14 h 202"/>
                <a:gd name="T16" fmla="*/ 18 w 117"/>
                <a:gd name="T17" fmla="*/ 20 h 202"/>
                <a:gd name="T18" fmla="*/ 11 w 117"/>
                <a:gd name="T19" fmla="*/ 28 h 202"/>
                <a:gd name="T20" fmla="*/ 11 w 117"/>
                <a:gd name="T21" fmla="*/ 36 h 202"/>
                <a:gd name="T22" fmla="*/ 6 w 117"/>
                <a:gd name="T23" fmla="*/ 34 h 202"/>
                <a:gd name="T24" fmla="*/ 1 w 117"/>
                <a:gd name="T25" fmla="*/ 36 h 202"/>
                <a:gd name="T26" fmla="*/ 4 w 117"/>
                <a:gd name="T27" fmla="*/ 44 h 202"/>
                <a:gd name="T28" fmla="*/ 13 w 117"/>
                <a:gd name="T29" fmla="*/ 46 h 202"/>
                <a:gd name="T30" fmla="*/ 15 w 117"/>
                <a:gd name="T31" fmla="*/ 50 h 202"/>
                <a:gd name="T32" fmla="*/ 10 w 117"/>
                <a:gd name="T33" fmla="*/ 54 h 202"/>
                <a:gd name="T34" fmla="*/ 9 w 117"/>
                <a:gd name="T35" fmla="*/ 60 h 202"/>
                <a:gd name="T36" fmla="*/ 18 w 117"/>
                <a:gd name="T37" fmla="*/ 57 h 202"/>
                <a:gd name="T38" fmla="*/ 20 w 117"/>
                <a:gd name="T39" fmla="*/ 60 h 202"/>
                <a:gd name="T40" fmla="*/ 23 w 117"/>
                <a:gd name="T41" fmla="*/ 69 h 202"/>
                <a:gd name="T42" fmla="*/ 22 w 117"/>
                <a:gd name="T43" fmla="*/ 87 h 202"/>
                <a:gd name="T44" fmla="*/ 28 w 117"/>
                <a:gd name="T45" fmla="*/ 97 h 202"/>
                <a:gd name="T46" fmla="*/ 39 w 117"/>
                <a:gd name="T47" fmla="*/ 94 h 202"/>
                <a:gd name="T48" fmla="*/ 42 w 117"/>
                <a:gd name="T49" fmla="*/ 102 h 202"/>
                <a:gd name="T50" fmla="*/ 49 w 117"/>
                <a:gd name="T51" fmla="*/ 114 h 202"/>
                <a:gd name="T52" fmla="*/ 48 w 117"/>
                <a:gd name="T53" fmla="*/ 123 h 202"/>
                <a:gd name="T54" fmla="*/ 38 w 117"/>
                <a:gd name="T55" fmla="*/ 131 h 202"/>
                <a:gd name="T56" fmla="*/ 27 w 117"/>
                <a:gd name="T57" fmla="*/ 134 h 202"/>
                <a:gd name="T58" fmla="*/ 31 w 117"/>
                <a:gd name="T59" fmla="*/ 143 h 202"/>
                <a:gd name="T60" fmla="*/ 36 w 117"/>
                <a:gd name="T61" fmla="*/ 145 h 202"/>
                <a:gd name="T62" fmla="*/ 25 w 117"/>
                <a:gd name="T63" fmla="*/ 156 h 202"/>
                <a:gd name="T64" fmla="*/ 21 w 117"/>
                <a:gd name="T65" fmla="*/ 164 h 202"/>
                <a:gd name="T66" fmla="*/ 43 w 117"/>
                <a:gd name="T67" fmla="*/ 171 h 202"/>
                <a:gd name="T68" fmla="*/ 41 w 117"/>
                <a:gd name="T69" fmla="*/ 176 h 202"/>
                <a:gd name="T70" fmla="*/ 28 w 117"/>
                <a:gd name="T71" fmla="*/ 186 h 202"/>
                <a:gd name="T72" fmla="*/ 17 w 117"/>
                <a:gd name="T73" fmla="*/ 199 h 202"/>
                <a:gd name="T74" fmla="*/ 22 w 117"/>
                <a:gd name="T75" fmla="*/ 201 h 202"/>
                <a:gd name="T76" fmla="*/ 34 w 117"/>
                <a:gd name="T77" fmla="*/ 196 h 202"/>
                <a:gd name="T78" fmla="*/ 45 w 117"/>
                <a:gd name="T79" fmla="*/ 195 h 202"/>
                <a:gd name="T80" fmla="*/ 54 w 117"/>
                <a:gd name="T81" fmla="*/ 186 h 202"/>
                <a:gd name="T82" fmla="*/ 69 w 117"/>
                <a:gd name="T83" fmla="*/ 188 h 202"/>
                <a:gd name="T84" fmla="*/ 90 w 117"/>
                <a:gd name="T85" fmla="*/ 183 h 202"/>
                <a:gd name="T86" fmla="*/ 110 w 117"/>
                <a:gd name="T87" fmla="*/ 176 h 202"/>
                <a:gd name="T88" fmla="*/ 102 w 117"/>
                <a:gd name="T89" fmla="*/ 169 h 202"/>
                <a:gd name="T90" fmla="*/ 116 w 117"/>
                <a:gd name="T91" fmla="*/ 150 h 202"/>
                <a:gd name="T92" fmla="*/ 111 w 117"/>
                <a:gd name="T93" fmla="*/ 142 h 202"/>
                <a:gd name="T94" fmla="*/ 97 w 117"/>
                <a:gd name="T95" fmla="*/ 140 h 202"/>
                <a:gd name="T96" fmla="*/ 96 w 117"/>
                <a:gd name="T97" fmla="*/ 133 h 202"/>
                <a:gd name="T98" fmla="*/ 91 w 117"/>
                <a:gd name="T99" fmla="*/ 121 h 202"/>
                <a:gd name="T100" fmla="*/ 82 w 117"/>
                <a:gd name="T101" fmla="*/ 105 h 202"/>
                <a:gd name="T102" fmla="*/ 68 w 117"/>
                <a:gd name="T103" fmla="*/ 89 h 202"/>
                <a:gd name="T104" fmla="*/ 60 w 117"/>
                <a:gd name="T105" fmla="*/ 69 h 202"/>
                <a:gd name="T106" fmla="*/ 53 w 117"/>
                <a:gd name="T107" fmla="*/ 58 h 202"/>
                <a:gd name="T108" fmla="*/ 63 w 117"/>
                <a:gd name="T109" fmla="*/ 41 h 202"/>
                <a:gd name="T110" fmla="*/ 66 w 117"/>
                <a:gd name="T111" fmla="*/ 28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7" h="202">
                  <a:moveTo>
                    <a:pt x="64" y="27"/>
                  </a:moveTo>
                  <a:lnTo>
                    <a:pt x="64" y="27"/>
                  </a:lnTo>
                  <a:lnTo>
                    <a:pt x="57" y="25"/>
                  </a:lnTo>
                  <a:lnTo>
                    <a:pt x="49" y="25"/>
                  </a:lnTo>
                  <a:lnTo>
                    <a:pt x="49" y="25"/>
                  </a:lnTo>
                  <a:lnTo>
                    <a:pt x="45" y="26"/>
                  </a:lnTo>
                  <a:lnTo>
                    <a:pt x="39" y="28"/>
                  </a:lnTo>
                  <a:lnTo>
                    <a:pt x="33" y="31"/>
                  </a:lnTo>
                  <a:lnTo>
                    <a:pt x="32" y="31"/>
                  </a:lnTo>
                  <a:lnTo>
                    <a:pt x="31" y="31"/>
                  </a:lnTo>
                  <a:lnTo>
                    <a:pt x="31" y="31"/>
                  </a:lnTo>
                  <a:lnTo>
                    <a:pt x="36" y="22"/>
                  </a:lnTo>
                  <a:lnTo>
                    <a:pt x="41" y="15"/>
                  </a:lnTo>
                  <a:lnTo>
                    <a:pt x="41" y="15"/>
                  </a:lnTo>
                  <a:lnTo>
                    <a:pt x="45" y="9"/>
                  </a:lnTo>
                  <a:lnTo>
                    <a:pt x="47" y="6"/>
                  </a:lnTo>
                  <a:lnTo>
                    <a:pt x="48" y="2"/>
                  </a:lnTo>
                  <a:lnTo>
                    <a:pt x="48" y="2"/>
                  </a:lnTo>
                  <a:lnTo>
                    <a:pt x="48" y="1"/>
                  </a:lnTo>
                  <a:lnTo>
                    <a:pt x="47" y="0"/>
                  </a:lnTo>
                  <a:lnTo>
                    <a:pt x="44" y="0"/>
                  </a:lnTo>
                  <a:lnTo>
                    <a:pt x="36" y="1"/>
                  </a:lnTo>
                  <a:lnTo>
                    <a:pt x="36" y="1"/>
                  </a:lnTo>
                  <a:lnTo>
                    <a:pt x="26" y="1"/>
                  </a:lnTo>
                  <a:lnTo>
                    <a:pt x="17" y="1"/>
                  </a:lnTo>
                  <a:lnTo>
                    <a:pt x="17" y="1"/>
                  </a:lnTo>
                  <a:lnTo>
                    <a:pt x="16" y="4"/>
                  </a:lnTo>
                  <a:lnTo>
                    <a:pt x="16" y="7"/>
                  </a:lnTo>
                  <a:lnTo>
                    <a:pt x="15" y="10"/>
                  </a:lnTo>
                  <a:lnTo>
                    <a:pt x="13" y="12"/>
                  </a:lnTo>
                  <a:lnTo>
                    <a:pt x="13" y="12"/>
                  </a:lnTo>
                  <a:lnTo>
                    <a:pt x="15" y="14"/>
                  </a:lnTo>
                  <a:lnTo>
                    <a:pt x="16" y="15"/>
                  </a:lnTo>
                  <a:lnTo>
                    <a:pt x="18" y="17"/>
                  </a:lnTo>
                  <a:lnTo>
                    <a:pt x="18" y="18"/>
                  </a:lnTo>
                  <a:lnTo>
                    <a:pt x="18" y="20"/>
                  </a:lnTo>
                  <a:lnTo>
                    <a:pt x="18" y="20"/>
                  </a:lnTo>
                  <a:lnTo>
                    <a:pt x="13" y="25"/>
                  </a:lnTo>
                  <a:lnTo>
                    <a:pt x="11" y="27"/>
                  </a:lnTo>
                  <a:lnTo>
                    <a:pt x="11" y="28"/>
                  </a:lnTo>
                  <a:lnTo>
                    <a:pt x="11" y="28"/>
                  </a:lnTo>
                  <a:lnTo>
                    <a:pt x="12" y="31"/>
                  </a:lnTo>
                  <a:lnTo>
                    <a:pt x="12" y="33"/>
                  </a:lnTo>
                  <a:lnTo>
                    <a:pt x="11" y="36"/>
                  </a:lnTo>
                  <a:lnTo>
                    <a:pt x="9" y="37"/>
                  </a:lnTo>
                  <a:lnTo>
                    <a:pt x="9" y="37"/>
                  </a:lnTo>
                  <a:lnTo>
                    <a:pt x="7" y="36"/>
                  </a:lnTo>
                  <a:lnTo>
                    <a:pt x="6" y="34"/>
                  </a:lnTo>
                  <a:lnTo>
                    <a:pt x="5" y="32"/>
                  </a:lnTo>
                  <a:lnTo>
                    <a:pt x="4" y="32"/>
                  </a:lnTo>
                  <a:lnTo>
                    <a:pt x="4" y="32"/>
                  </a:lnTo>
                  <a:lnTo>
                    <a:pt x="1" y="36"/>
                  </a:lnTo>
                  <a:lnTo>
                    <a:pt x="0" y="38"/>
                  </a:lnTo>
                  <a:lnTo>
                    <a:pt x="0" y="39"/>
                  </a:lnTo>
                  <a:lnTo>
                    <a:pt x="0" y="39"/>
                  </a:lnTo>
                  <a:lnTo>
                    <a:pt x="4" y="44"/>
                  </a:lnTo>
                  <a:lnTo>
                    <a:pt x="6" y="47"/>
                  </a:lnTo>
                  <a:lnTo>
                    <a:pt x="9" y="47"/>
                  </a:lnTo>
                  <a:lnTo>
                    <a:pt x="9" y="47"/>
                  </a:lnTo>
                  <a:lnTo>
                    <a:pt x="13" y="46"/>
                  </a:lnTo>
                  <a:lnTo>
                    <a:pt x="15" y="46"/>
                  </a:lnTo>
                  <a:lnTo>
                    <a:pt x="15" y="47"/>
                  </a:lnTo>
                  <a:lnTo>
                    <a:pt x="15" y="47"/>
                  </a:lnTo>
                  <a:lnTo>
                    <a:pt x="15" y="50"/>
                  </a:lnTo>
                  <a:lnTo>
                    <a:pt x="13" y="52"/>
                  </a:lnTo>
                  <a:lnTo>
                    <a:pt x="12" y="53"/>
                  </a:lnTo>
                  <a:lnTo>
                    <a:pt x="12" y="53"/>
                  </a:lnTo>
                  <a:lnTo>
                    <a:pt x="10" y="54"/>
                  </a:lnTo>
                  <a:lnTo>
                    <a:pt x="9" y="57"/>
                  </a:lnTo>
                  <a:lnTo>
                    <a:pt x="7" y="59"/>
                  </a:lnTo>
                  <a:lnTo>
                    <a:pt x="9" y="60"/>
                  </a:lnTo>
                  <a:lnTo>
                    <a:pt x="9" y="60"/>
                  </a:lnTo>
                  <a:lnTo>
                    <a:pt x="11" y="60"/>
                  </a:lnTo>
                  <a:lnTo>
                    <a:pt x="15" y="58"/>
                  </a:lnTo>
                  <a:lnTo>
                    <a:pt x="17" y="57"/>
                  </a:lnTo>
                  <a:lnTo>
                    <a:pt x="18" y="57"/>
                  </a:lnTo>
                  <a:lnTo>
                    <a:pt x="18" y="57"/>
                  </a:lnTo>
                  <a:lnTo>
                    <a:pt x="18" y="57"/>
                  </a:lnTo>
                  <a:lnTo>
                    <a:pt x="18" y="59"/>
                  </a:lnTo>
                  <a:lnTo>
                    <a:pt x="20" y="60"/>
                  </a:lnTo>
                  <a:lnTo>
                    <a:pt x="22" y="64"/>
                  </a:lnTo>
                  <a:lnTo>
                    <a:pt x="22" y="64"/>
                  </a:lnTo>
                  <a:lnTo>
                    <a:pt x="22" y="66"/>
                  </a:lnTo>
                  <a:lnTo>
                    <a:pt x="23" y="69"/>
                  </a:lnTo>
                  <a:lnTo>
                    <a:pt x="23" y="74"/>
                  </a:lnTo>
                  <a:lnTo>
                    <a:pt x="23" y="74"/>
                  </a:lnTo>
                  <a:lnTo>
                    <a:pt x="22" y="87"/>
                  </a:lnTo>
                  <a:lnTo>
                    <a:pt x="22" y="87"/>
                  </a:lnTo>
                  <a:lnTo>
                    <a:pt x="22" y="90"/>
                  </a:lnTo>
                  <a:lnTo>
                    <a:pt x="23" y="94"/>
                  </a:lnTo>
                  <a:lnTo>
                    <a:pt x="25" y="96"/>
                  </a:lnTo>
                  <a:lnTo>
                    <a:pt x="28" y="97"/>
                  </a:lnTo>
                  <a:lnTo>
                    <a:pt x="28" y="97"/>
                  </a:lnTo>
                  <a:lnTo>
                    <a:pt x="32" y="96"/>
                  </a:lnTo>
                  <a:lnTo>
                    <a:pt x="36" y="95"/>
                  </a:lnTo>
                  <a:lnTo>
                    <a:pt x="39" y="94"/>
                  </a:lnTo>
                  <a:lnTo>
                    <a:pt x="41" y="94"/>
                  </a:lnTo>
                  <a:lnTo>
                    <a:pt x="41" y="95"/>
                  </a:lnTo>
                  <a:lnTo>
                    <a:pt x="41" y="95"/>
                  </a:lnTo>
                  <a:lnTo>
                    <a:pt x="42" y="102"/>
                  </a:lnTo>
                  <a:lnTo>
                    <a:pt x="43" y="106"/>
                  </a:lnTo>
                  <a:lnTo>
                    <a:pt x="45" y="110"/>
                  </a:lnTo>
                  <a:lnTo>
                    <a:pt x="45" y="110"/>
                  </a:lnTo>
                  <a:lnTo>
                    <a:pt x="49" y="114"/>
                  </a:lnTo>
                  <a:lnTo>
                    <a:pt x="50" y="117"/>
                  </a:lnTo>
                  <a:lnTo>
                    <a:pt x="49" y="121"/>
                  </a:lnTo>
                  <a:lnTo>
                    <a:pt x="49" y="121"/>
                  </a:lnTo>
                  <a:lnTo>
                    <a:pt x="48" y="123"/>
                  </a:lnTo>
                  <a:lnTo>
                    <a:pt x="44" y="127"/>
                  </a:lnTo>
                  <a:lnTo>
                    <a:pt x="41" y="129"/>
                  </a:lnTo>
                  <a:lnTo>
                    <a:pt x="38" y="131"/>
                  </a:lnTo>
                  <a:lnTo>
                    <a:pt x="38" y="131"/>
                  </a:lnTo>
                  <a:lnTo>
                    <a:pt x="32" y="132"/>
                  </a:lnTo>
                  <a:lnTo>
                    <a:pt x="29" y="132"/>
                  </a:lnTo>
                  <a:lnTo>
                    <a:pt x="27" y="134"/>
                  </a:lnTo>
                  <a:lnTo>
                    <a:pt x="27" y="134"/>
                  </a:lnTo>
                  <a:lnTo>
                    <a:pt x="27" y="137"/>
                  </a:lnTo>
                  <a:lnTo>
                    <a:pt x="28" y="140"/>
                  </a:lnTo>
                  <a:lnTo>
                    <a:pt x="29" y="143"/>
                  </a:lnTo>
                  <a:lnTo>
                    <a:pt x="31" y="143"/>
                  </a:lnTo>
                  <a:lnTo>
                    <a:pt x="31" y="143"/>
                  </a:lnTo>
                  <a:lnTo>
                    <a:pt x="33" y="143"/>
                  </a:lnTo>
                  <a:lnTo>
                    <a:pt x="36" y="143"/>
                  </a:lnTo>
                  <a:lnTo>
                    <a:pt x="36" y="145"/>
                  </a:lnTo>
                  <a:lnTo>
                    <a:pt x="34" y="149"/>
                  </a:lnTo>
                  <a:lnTo>
                    <a:pt x="34" y="149"/>
                  </a:lnTo>
                  <a:lnTo>
                    <a:pt x="29" y="153"/>
                  </a:lnTo>
                  <a:lnTo>
                    <a:pt x="25" y="156"/>
                  </a:lnTo>
                  <a:lnTo>
                    <a:pt x="21" y="160"/>
                  </a:lnTo>
                  <a:lnTo>
                    <a:pt x="20" y="161"/>
                  </a:lnTo>
                  <a:lnTo>
                    <a:pt x="20" y="161"/>
                  </a:lnTo>
                  <a:lnTo>
                    <a:pt x="21" y="164"/>
                  </a:lnTo>
                  <a:lnTo>
                    <a:pt x="25" y="165"/>
                  </a:lnTo>
                  <a:lnTo>
                    <a:pt x="34" y="169"/>
                  </a:lnTo>
                  <a:lnTo>
                    <a:pt x="34" y="169"/>
                  </a:lnTo>
                  <a:lnTo>
                    <a:pt x="43" y="171"/>
                  </a:lnTo>
                  <a:lnTo>
                    <a:pt x="47" y="172"/>
                  </a:lnTo>
                  <a:lnTo>
                    <a:pt x="48" y="172"/>
                  </a:lnTo>
                  <a:lnTo>
                    <a:pt x="48" y="172"/>
                  </a:lnTo>
                  <a:lnTo>
                    <a:pt x="41" y="176"/>
                  </a:lnTo>
                  <a:lnTo>
                    <a:pt x="36" y="177"/>
                  </a:lnTo>
                  <a:lnTo>
                    <a:pt x="32" y="180"/>
                  </a:lnTo>
                  <a:lnTo>
                    <a:pt x="32" y="180"/>
                  </a:lnTo>
                  <a:lnTo>
                    <a:pt x="28" y="186"/>
                  </a:lnTo>
                  <a:lnTo>
                    <a:pt x="26" y="192"/>
                  </a:lnTo>
                  <a:lnTo>
                    <a:pt x="26" y="192"/>
                  </a:lnTo>
                  <a:lnTo>
                    <a:pt x="20" y="197"/>
                  </a:lnTo>
                  <a:lnTo>
                    <a:pt x="17" y="199"/>
                  </a:lnTo>
                  <a:lnTo>
                    <a:pt x="17" y="201"/>
                  </a:lnTo>
                  <a:lnTo>
                    <a:pt x="18" y="202"/>
                  </a:lnTo>
                  <a:lnTo>
                    <a:pt x="18" y="202"/>
                  </a:lnTo>
                  <a:lnTo>
                    <a:pt x="22" y="201"/>
                  </a:lnTo>
                  <a:lnTo>
                    <a:pt x="27" y="199"/>
                  </a:lnTo>
                  <a:lnTo>
                    <a:pt x="31" y="197"/>
                  </a:lnTo>
                  <a:lnTo>
                    <a:pt x="34" y="196"/>
                  </a:lnTo>
                  <a:lnTo>
                    <a:pt x="34" y="196"/>
                  </a:lnTo>
                  <a:lnTo>
                    <a:pt x="41" y="197"/>
                  </a:lnTo>
                  <a:lnTo>
                    <a:pt x="43" y="197"/>
                  </a:lnTo>
                  <a:lnTo>
                    <a:pt x="45" y="195"/>
                  </a:lnTo>
                  <a:lnTo>
                    <a:pt x="45" y="195"/>
                  </a:lnTo>
                  <a:lnTo>
                    <a:pt x="50" y="188"/>
                  </a:lnTo>
                  <a:lnTo>
                    <a:pt x="53" y="186"/>
                  </a:lnTo>
                  <a:lnTo>
                    <a:pt x="54" y="186"/>
                  </a:lnTo>
                  <a:lnTo>
                    <a:pt x="54" y="186"/>
                  </a:lnTo>
                  <a:lnTo>
                    <a:pt x="60" y="190"/>
                  </a:lnTo>
                  <a:lnTo>
                    <a:pt x="64" y="190"/>
                  </a:lnTo>
                  <a:lnTo>
                    <a:pt x="69" y="188"/>
                  </a:lnTo>
                  <a:lnTo>
                    <a:pt x="69" y="188"/>
                  </a:lnTo>
                  <a:lnTo>
                    <a:pt x="74" y="185"/>
                  </a:lnTo>
                  <a:lnTo>
                    <a:pt x="80" y="183"/>
                  </a:lnTo>
                  <a:lnTo>
                    <a:pt x="90" y="183"/>
                  </a:lnTo>
                  <a:lnTo>
                    <a:pt x="90" y="183"/>
                  </a:lnTo>
                  <a:lnTo>
                    <a:pt x="103" y="180"/>
                  </a:lnTo>
                  <a:lnTo>
                    <a:pt x="108" y="177"/>
                  </a:lnTo>
                  <a:lnTo>
                    <a:pt x="110" y="177"/>
                  </a:lnTo>
                  <a:lnTo>
                    <a:pt x="110" y="176"/>
                  </a:lnTo>
                  <a:lnTo>
                    <a:pt x="110" y="176"/>
                  </a:lnTo>
                  <a:lnTo>
                    <a:pt x="103" y="172"/>
                  </a:lnTo>
                  <a:lnTo>
                    <a:pt x="101" y="170"/>
                  </a:lnTo>
                  <a:lnTo>
                    <a:pt x="102" y="169"/>
                  </a:lnTo>
                  <a:lnTo>
                    <a:pt x="102" y="166"/>
                  </a:lnTo>
                  <a:lnTo>
                    <a:pt x="102" y="166"/>
                  </a:lnTo>
                  <a:lnTo>
                    <a:pt x="112" y="156"/>
                  </a:lnTo>
                  <a:lnTo>
                    <a:pt x="116" y="150"/>
                  </a:lnTo>
                  <a:lnTo>
                    <a:pt x="117" y="148"/>
                  </a:lnTo>
                  <a:lnTo>
                    <a:pt x="116" y="145"/>
                  </a:lnTo>
                  <a:lnTo>
                    <a:pt x="116" y="145"/>
                  </a:lnTo>
                  <a:lnTo>
                    <a:pt x="111" y="142"/>
                  </a:lnTo>
                  <a:lnTo>
                    <a:pt x="106" y="140"/>
                  </a:lnTo>
                  <a:lnTo>
                    <a:pt x="101" y="139"/>
                  </a:lnTo>
                  <a:lnTo>
                    <a:pt x="97" y="140"/>
                  </a:lnTo>
                  <a:lnTo>
                    <a:pt x="97" y="140"/>
                  </a:lnTo>
                  <a:lnTo>
                    <a:pt x="95" y="140"/>
                  </a:lnTo>
                  <a:lnTo>
                    <a:pt x="95" y="138"/>
                  </a:lnTo>
                  <a:lnTo>
                    <a:pt x="95" y="135"/>
                  </a:lnTo>
                  <a:lnTo>
                    <a:pt x="96" y="133"/>
                  </a:lnTo>
                  <a:lnTo>
                    <a:pt x="96" y="133"/>
                  </a:lnTo>
                  <a:lnTo>
                    <a:pt x="94" y="128"/>
                  </a:lnTo>
                  <a:lnTo>
                    <a:pt x="91" y="121"/>
                  </a:lnTo>
                  <a:lnTo>
                    <a:pt x="91" y="121"/>
                  </a:lnTo>
                  <a:lnTo>
                    <a:pt x="91" y="117"/>
                  </a:lnTo>
                  <a:lnTo>
                    <a:pt x="89" y="112"/>
                  </a:lnTo>
                  <a:lnTo>
                    <a:pt x="85" y="107"/>
                  </a:lnTo>
                  <a:lnTo>
                    <a:pt x="82" y="105"/>
                  </a:lnTo>
                  <a:lnTo>
                    <a:pt x="82" y="105"/>
                  </a:lnTo>
                  <a:lnTo>
                    <a:pt x="74" y="98"/>
                  </a:lnTo>
                  <a:lnTo>
                    <a:pt x="70" y="94"/>
                  </a:lnTo>
                  <a:lnTo>
                    <a:pt x="68" y="89"/>
                  </a:lnTo>
                  <a:lnTo>
                    <a:pt x="68" y="89"/>
                  </a:lnTo>
                  <a:lnTo>
                    <a:pt x="65" y="78"/>
                  </a:lnTo>
                  <a:lnTo>
                    <a:pt x="64" y="73"/>
                  </a:lnTo>
                  <a:lnTo>
                    <a:pt x="60" y="69"/>
                  </a:lnTo>
                  <a:lnTo>
                    <a:pt x="60" y="69"/>
                  </a:lnTo>
                  <a:lnTo>
                    <a:pt x="53" y="64"/>
                  </a:lnTo>
                  <a:lnTo>
                    <a:pt x="52" y="62"/>
                  </a:lnTo>
                  <a:lnTo>
                    <a:pt x="53" y="58"/>
                  </a:lnTo>
                  <a:lnTo>
                    <a:pt x="53" y="58"/>
                  </a:lnTo>
                  <a:lnTo>
                    <a:pt x="55" y="54"/>
                  </a:lnTo>
                  <a:lnTo>
                    <a:pt x="59" y="49"/>
                  </a:lnTo>
                  <a:lnTo>
                    <a:pt x="63" y="41"/>
                  </a:lnTo>
                  <a:lnTo>
                    <a:pt x="63" y="41"/>
                  </a:lnTo>
                  <a:lnTo>
                    <a:pt x="66" y="32"/>
                  </a:lnTo>
                  <a:lnTo>
                    <a:pt x="68" y="30"/>
                  </a:lnTo>
                  <a:lnTo>
                    <a:pt x="66" y="28"/>
                  </a:lnTo>
                  <a:lnTo>
                    <a:pt x="64" y="2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7" name="Freeform 820"/>
            <p:cNvSpPr>
              <a:spLocks/>
            </p:cNvSpPr>
            <p:nvPr/>
          </p:nvSpPr>
          <p:spPr bwMode="gray">
            <a:xfrm>
              <a:off x="1885105" y="3650015"/>
              <a:ext cx="74374" cy="62833"/>
            </a:xfrm>
            <a:custGeom>
              <a:avLst/>
              <a:gdLst>
                <a:gd name="T0" fmla="*/ 8 w 30"/>
                <a:gd name="T1" fmla="*/ 5 h 25"/>
                <a:gd name="T2" fmla="*/ 8 w 30"/>
                <a:gd name="T3" fmla="*/ 5 h 25"/>
                <a:gd name="T4" fmla="*/ 7 w 30"/>
                <a:gd name="T5" fmla="*/ 9 h 25"/>
                <a:gd name="T6" fmla="*/ 5 w 30"/>
                <a:gd name="T7" fmla="*/ 11 h 25"/>
                <a:gd name="T8" fmla="*/ 3 w 30"/>
                <a:gd name="T9" fmla="*/ 12 h 25"/>
                <a:gd name="T10" fmla="*/ 0 w 30"/>
                <a:gd name="T11" fmla="*/ 13 h 25"/>
                <a:gd name="T12" fmla="*/ 0 w 30"/>
                <a:gd name="T13" fmla="*/ 13 h 25"/>
                <a:gd name="T14" fmla="*/ 0 w 30"/>
                <a:gd name="T15" fmla="*/ 14 h 25"/>
                <a:gd name="T16" fmla="*/ 2 w 30"/>
                <a:gd name="T17" fmla="*/ 17 h 25"/>
                <a:gd name="T18" fmla="*/ 5 w 30"/>
                <a:gd name="T19" fmla="*/ 21 h 25"/>
                <a:gd name="T20" fmla="*/ 12 w 30"/>
                <a:gd name="T21" fmla="*/ 23 h 25"/>
                <a:gd name="T22" fmla="*/ 16 w 30"/>
                <a:gd name="T23" fmla="*/ 25 h 25"/>
                <a:gd name="T24" fmla="*/ 16 w 30"/>
                <a:gd name="T25" fmla="*/ 25 h 25"/>
                <a:gd name="T26" fmla="*/ 21 w 30"/>
                <a:gd name="T27" fmla="*/ 24 h 25"/>
                <a:gd name="T28" fmla="*/ 28 w 30"/>
                <a:gd name="T29" fmla="*/ 23 h 25"/>
                <a:gd name="T30" fmla="*/ 28 w 30"/>
                <a:gd name="T31" fmla="*/ 23 h 25"/>
                <a:gd name="T32" fmla="*/ 30 w 30"/>
                <a:gd name="T33" fmla="*/ 12 h 25"/>
                <a:gd name="T34" fmla="*/ 30 w 30"/>
                <a:gd name="T35" fmla="*/ 7 h 25"/>
                <a:gd name="T36" fmla="*/ 30 w 30"/>
                <a:gd name="T37" fmla="*/ 3 h 25"/>
                <a:gd name="T38" fmla="*/ 30 w 30"/>
                <a:gd name="T39" fmla="*/ 3 h 25"/>
                <a:gd name="T40" fmla="*/ 26 w 30"/>
                <a:gd name="T41" fmla="*/ 2 h 25"/>
                <a:gd name="T42" fmla="*/ 21 w 30"/>
                <a:gd name="T43" fmla="*/ 1 h 25"/>
                <a:gd name="T44" fmla="*/ 8 w 30"/>
                <a:gd name="T45" fmla="*/ 0 h 25"/>
                <a:gd name="T46" fmla="*/ 8 w 30"/>
                <a:gd name="T47" fmla="*/ 0 h 25"/>
                <a:gd name="T48" fmla="*/ 8 w 30"/>
                <a:gd name="T49" fmla="*/ 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0" h="25">
                  <a:moveTo>
                    <a:pt x="8" y="5"/>
                  </a:moveTo>
                  <a:lnTo>
                    <a:pt x="8" y="5"/>
                  </a:lnTo>
                  <a:lnTo>
                    <a:pt x="7" y="9"/>
                  </a:lnTo>
                  <a:lnTo>
                    <a:pt x="5" y="11"/>
                  </a:lnTo>
                  <a:lnTo>
                    <a:pt x="3" y="12"/>
                  </a:lnTo>
                  <a:lnTo>
                    <a:pt x="0" y="13"/>
                  </a:lnTo>
                  <a:lnTo>
                    <a:pt x="0" y="13"/>
                  </a:lnTo>
                  <a:lnTo>
                    <a:pt x="0" y="14"/>
                  </a:lnTo>
                  <a:lnTo>
                    <a:pt x="2" y="17"/>
                  </a:lnTo>
                  <a:lnTo>
                    <a:pt x="5" y="21"/>
                  </a:lnTo>
                  <a:lnTo>
                    <a:pt x="12" y="23"/>
                  </a:lnTo>
                  <a:lnTo>
                    <a:pt x="16" y="25"/>
                  </a:lnTo>
                  <a:lnTo>
                    <a:pt x="16" y="25"/>
                  </a:lnTo>
                  <a:lnTo>
                    <a:pt x="21" y="24"/>
                  </a:lnTo>
                  <a:lnTo>
                    <a:pt x="28" y="23"/>
                  </a:lnTo>
                  <a:lnTo>
                    <a:pt x="28" y="23"/>
                  </a:lnTo>
                  <a:lnTo>
                    <a:pt x="30" y="12"/>
                  </a:lnTo>
                  <a:lnTo>
                    <a:pt x="30" y="7"/>
                  </a:lnTo>
                  <a:lnTo>
                    <a:pt x="30" y="3"/>
                  </a:lnTo>
                  <a:lnTo>
                    <a:pt x="30" y="3"/>
                  </a:lnTo>
                  <a:lnTo>
                    <a:pt x="26" y="2"/>
                  </a:lnTo>
                  <a:lnTo>
                    <a:pt x="21" y="1"/>
                  </a:lnTo>
                  <a:lnTo>
                    <a:pt x="8" y="0"/>
                  </a:lnTo>
                  <a:lnTo>
                    <a:pt x="8" y="0"/>
                  </a:lnTo>
                  <a:lnTo>
                    <a:pt x="8" y="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8" name="Freeform 822"/>
            <p:cNvSpPr>
              <a:spLocks/>
            </p:cNvSpPr>
            <p:nvPr/>
          </p:nvSpPr>
          <p:spPr bwMode="gray">
            <a:xfrm>
              <a:off x="1803293" y="3650015"/>
              <a:ext cx="156183" cy="201064"/>
            </a:xfrm>
            <a:custGeom>
              <a:avLst/>
              <a:gdLst>
                <a:gd name="T0" fmla="*/ 59 w 63"/>
                <a:gd name="T1" fmla="*/ 24 h 80"/>
                <a:gd name="T2" fmla="*/ 61 w 63"/>
                <a:gd name="T3" fmla="*/ 23 h 80"/>
                <a:gd name="T4" fmla="*/ 49 w 63"/>
                <a:gd name="T5" fmla="*/ 25 h 80"/>
                <a:gd name="T6" fmla="*/ 45 w 63"/>
                <a:gd name="T7" fmla="*/ 23 h 80"/>
                <a:gd name="T8" fmla="*/ 35 w 63"/>
                <a:gd name="T9" fmla="*/ 17 h 80"/>
                <a:gd name="T10" fmla="*/ 33 w 63"/>
                <a:gd name="T11" fmla="*/ 13 h 80"/>
                <a:gd name="T12" fmla="*/ 36 w 63"/>
                <a:gd name="T13" fmla="*/ 12 h 80"/>
                <a:gd name="T14" fmla="*/ 40 w 63"/>
                <a:gd name="T15" fmla="*/ 9 h 80"/>
                <a:gd name="T16" fmla="*/ 41 w 63"/>
                <a:gd name="T17" fmla="*/ 5 h 80"/>
                <a:gd name="T18" fmla="*/ 41 w 63"/>
                <a:gd name="T19" fmla="*/ 0 h 80"/>
                <a:gd name="T20" fmla="*/ 38 w 63"/>
                <a:gd name="T21" fmla="*/ 0 h 80"/>
                <a:gd name="T22" fmla="*/ 30 w 63"/>
                <a:gd name="T23" fmla="*/ 5 h 80"/>
                <a:gd name="T24" fmla="*/ 25 w 63"/>
                <a:gd name="T25" fmla="*/ 9 h 80"/>
                <a:gd name="T26" fmla="*/ 26 w 63"/>
                <a:gd name="T27" fmla="*/ 14 h 80"/>
                <a:gd name="T28" fmla="*/ 27 w 63"/>
                <a:gd name="T29" fmla="*/ 19 h 80"/>
                <a:gd name="T30" fmla="*/ 25 w 63"/>
                <a:gd name="T31" fmla="*/ 19 h 80"/>
                <a:gd name="T32" fmla="*/ 9 w 63"/>
                <a:gd name="T33" fmla="*/ 21 h 80"/>
                <a:gd name="T34" fmla="*/ 5 w 63"/>
                <a:gd name="T35" fmla="*/ 22 h 80"/>
                <a:gd name="T36" fmla="*/ 10 w 63"/>
                <a:gd name="T37" fmla="*/ 24 h 80"/>
                <a:gd name="T38" fmla="*/ 14 w 63"/>
                <a:gd name="T39" fmla="*/ 28 h 80"/>
                <a:gd name="T40" fmla="*/ 15 w 63"/>
                <a:gd name="T41" fmla="*/ 32 h 80"/>
                <a:gd name="T42" fmla="*/ 9 w 63"/>
                <a:gd name="T43" fmla="*/ 37 h 80"/>
                <a:gd name="T44" fmla="*/ 6 w 63"/>
                <a:gd name="T45" fmla="*/ 39 h 80"/>
                <a:gd name="T46" fmla="*/ 15 w 63"/>
                <a:gd name="T47" fmla="*/ 40 h 80"/>
                <a:gd name="T48" fmla="*/ 20 w 63"/>
                <a:gd name="T49" fmla="*/ 42 h 80"/>
                <a:gd name="T50" fmla="*/ 21 w 63"/>
                <a:gd name="T51" fmla="*/ 43 h 80"/>
                <a:gd name="T52" fmla="*/ 19 w 63"/>
                <a:gd name="T53" fmla="*/ 45 h 80"/>
                <a:gd name="T54" fmla="*/ 15 w 63"/>
                <a:gd name="T55" fmla="*/ 51 h 80"/>
                <a:gd name="T56" fmla="*/ 14 w 63"/>
                <a:gd name="T57" fmla="*/ 55 h 80"/>
                <a:gd name="T58" fmla="*/ 15 w 63"/>
                <a:gd name="T59" fmla="*/ 56 h 80"/>
                <a:gd name="T60" fmla="*/ 19 w 63"/>
                <a:gd name="T61" fmla="*/ 56 h 80"/>
                <a:gd name="T62" fmla="*/ 17 w 63"/>
                <a:gd name="T63" fmla="*/ 59 h 80"/>
                <a:gd name="T64" fmla="*/ 3 w 63"/>
                <a:gd name="T65" fmla="*/ 66 h 80"/>
                <a:gd name="T66" fmla="*/ 0 w 63"/>
                <a:gd name="T67" fmla="*/ 69 h 80"/>
                <a:gd name="T68" fmla="*/ 3 w 63"/>
                <a:gd name="T69" fmla="*/ 72 h 80"/>
                <a:gd name="T70" fmla="*/ 11 w 63"/>
                <a:gd name="T71" fmla="*/ 78 h 80"/>
                <a:gd name="T72" fmla="*/ 17 w 63"/>
                <a:gd name="T73" fmla="*/ 80 h 80"/>
                <a:gd name="T74" fmla="*/ 30 w 63"/>
                <a:gd name="T75" fmla="*/ 75 h 80"/>
                <a:gd name="T76" fmla="*/ 38 w 63"/>
                <a:gd name="T77" fmla="*/ 69 h 80"/>
                <a:gd name="T78" fmla="*/ 47 w 63"/>
                <a:gd name="T79" fmla="*/ 66 h 80"/>
                <a:gd name="T80" fmla="*/ 56 w 63"/>
                <a:gd name="T81" fmla="*/ 65 h 80"/>
                <a:gd name="T82" fmla="*/ 58 w 63"/>
                <a:gd name="T83" fmla="*/ 61 h 80"/>
                <a:gd name="T84" fmla="*/ 62 w 63"/>
                <a:gd name="T85" fmla="*/ 48 h 80"/>
                <a:gd name="T86" fmla="*/ 63 w 63"/>
                <a:gd name="T87" fmla="*/ 42 h 80"/>
                <a:gd name="T88" fmla="*/ 59 w 63"/>
                <a:gd name="T89" fmla="*/ 2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3" h="80">
                  <a:moveTo>
                    <a:pt x="59" y="24"/>
                  </a:moveTo>
                  <a:lnTo>
                    <a:pt x="59" y="24"/>
                  </a:lnTo>
                  <a:lnTo>
                    <a:pt x="61" y="23"/>
                  </a:lnTo>
                  <a:lnTo>
                    <a:pt x="61" y="23"/>
                  </a:lnTo>
                  <a:lnTo>
                    <a:pt x="54" y="24"/>
                  </a:lnTo>
                  <a:lnTo>
                    <a:pt x="49" y="25"/>
                  </a:lnTo>
                  <a:lnTo>
                    <a:pt x="49" y="25"/>
                  </a:lnTo>
                  <a:lnTo>
                    <a:pt x="45" y="23"/>
                  </a:lnTo>
                  <a:lnTo>
                    <a:pt x="38" y="21"/>
                  </a:lnTo>
                  <a:lnTo>
                    <a:pt x="35" y="17"/>
                  </a:lnTo>
                  <a:lnTo>
                    <a:pt x="33" y="14"/>
                  </a:lnTo>
                  <a:lnTo>
                    <a:pt x="33" y="13"/>
                  </a:lnTo>
                  <a:lnTo>
                    <a:pt x="33" y="13"/>
                  </a:lnTo>
                  <a:lnTo>
                    <a:pt x="36" y="12"/>
                  </a:lnTo>
                  <a:lnTo>
                    <a:pt x="38" y="11"/>
                  </a:lnTo>
                  <a:lnTo>
                    <a:pt x="40" y="9"/>
                  </a:lnTo>
                  <a:lnTo>
                    <a:pt x="41" y="5"/>
                  </a:lnTo>
                  <a:lnTo>
                    <a:pt x="41" y="5"/>
                  </a:lnTo>
                  <a:lnTo>
                    <a:pt x="41" y="0"/>
                  </a:lnTo>
                  <a:lnTo>
                    <a:pt x="41" y="0"/>
                  </a:lnTo>
                  <a:lnTo>
                    <a:pt x="38" y="0"/>
                  </a:lnTo>
                  <a:lnTo>
                    <a:pt x="38" y="0"/>
                  </a:lnTo>
                  <a:lnTo>
                    <a:pt x="33" y="1"/>
                  </a:lnTo>
                  <a:lnTo>
                    <a:pt x="30" y="5"/>
                  </a:lnTo>
                  <a:lnTo>
                    <a:pt x="25" y="9"/>
                  </a:lnTo>
                  <a:lnTo>
                    <a:pt x="25" y="9"/>
                  </a:lnTo>
                  <a:lnTo>
                    <a:pt x="25" y="12"/>
                  </a:lnTo>
                  <a:lnTo>
                    <a:pt x="26" y="14"/>
                  </a:lnTo>
                  <a:lnTo>
                    <a:pt x="27" y="17"/>
                  </a:lnTo>
                  <a:lnTo>
                    <a:pt x="27" y="19"/>
                  </a:lnTo>
                  <a:lnTo>
                    <a:pt x="27" y="19"/>
                  </a:lnTo>
                  <a:lnTo>
                    <a:pt x="25" y="19"/>
                  </a:lnTo>
                  <a:lnTo>
                    <a:pt x="20" y="19"/>
                  </a:lnTo>
                  <a:lnTo>
                    <a:pt x="9" y="21"/>
                  </a:lnTo>
                  <a:lnTo>
                    <a:pt x="9" y="21"/>
                  </a:lnTo>
                  <a:lnTo>
                    <a:pt x="5" y="22"/>
                  </a:lnTo>
                  <a:lnTo>
                    <a:pt x="6" y="23"/>
                  </a:lnTo>
                  <a:lnTo>
                    <a:pt x="10" y="24"/>
                  </a:lnTo>
                  <a:lnTo>
                    <a:pt x="14" y="28"/>
                  </a:lnTo>
                  <a:lnTo>
                    <a:pt x="14" y="28"/>
                  </a:lnTo>
                  <a:lnTo>
                    <a:pt x="15" y="30"/>
                  </a:lnTo>
                  <a:lnTo>
                    <a:pt x="15" y="32"/>
                  </a:lnTo>
                  <a:lnTo>
                    <a:pt x="9" y="37"/>
                  </a:lnTo>
                  <a:lnTo>
                    <a:pt x="9" y="37"/>
                  </a:lnTo>
                  <a:lnTo>
                    <a:pt x="6" y="39"/>
                  </a:lnTo>
                  <a:lnTo>
                    <a:pt x="6" y="39"/>
                  </a:lnTo>
                  <a:lnTo>
                    <a:pt x="8" y="39"/>
                  </a:lnTo>
                  <a:lnTo>
                    <a:pt x="15" y="40"/>
                  </a:lnTo>
                  <a:lnTo>
                    <a:pt x="15" y="40"/>
                  </a:lnTo>
                  <a:lnTo>
                    <a:pt x="20" y="42"/>
                  </a:lnTo>
                  <a:lnTo>
                    <a:pt x="21" y="42"/>
                  </a:lnTo>
                  <a:lnTo>
                    <a:pt x="21" y="43"/>
                  </a:lnTo>
                  <a:lnTo>
                    <a:pt x="19" y="45"/>
                  </a:lnTo>
                  <a:lnTo>
                    <a:pt x="19" y="45"/>
                  </a:lnTo>
                  <a:lnTo>
                    <a:pt x="16" y="48"/>
                  </a:lnTo>
                  <a:lnTo>
                    <a:pt x="15" y="51"/>
                  </a:lnTo>
                  <a:lnTo>
                    <a:pt x="14" y="55"/>
                  </a:lnTo>
                  <a:lnTo>
                    <a:pt x="14" y="55"/>
                  </a:lnTo>
                  <a:lnTo>
                    <a:pt x="15" y="56"/>
                  </a:lnTo>
                  <a:lnTo>
                    <a:pt x="15" y="56"/>
                  </a:lnTo>
                  <a:lnTo>
                    <a:pt x="17" y="56"/>
                  </a:lnTo>
                  <a:lnTo>
                    <a:pt x="19" y="56"/>
                  </a:lnTo>
                  <a:lnTo>
                    <a:pt x="19" y="58"/>
                  </a:lnTo>
                  <a:lnTo>
                    <a:pt x="17" y="59"/>
                  </a:lnTo>
                  <a:lnTo>
                    <a:pt x="17" y="59"/>
                  </a:lnTo>
                  <a:lnTo>
                    <a:pt x="3" y="66"/>
                  </a:lnTo>
                  <a:lnTo>
                    <a:pt x="3" y="66"/>
                  </a:lnTo>
                  <a:lnTo>
                    <a:pt x="0" y="69"/>
                  </a:lnTo>
                  <a:lnTo>
                    <a:pt x="1" y="70"/>
                  </a:lnTo>
                  <a:lnTo>
                    <a:pt x="3" y="72"/>
                  </a:lnTo>
                  <a:lnTo>
                    <a:pt x="5" y="75"/>
                  </a:lnTo>
                  <a:lnTo>
                    <a:pt x="11" y="78"/>
                  </a:lnTo>
                  <a:lnTo>
                    <a:pt x="17" y="80"/>
                  </a:lnTo>
                  <a:lnTo>
                    <a:pt x="17" y="80"/>
                  </a:lnTo>
                  <a:lnTo>
                    <a:pt x="24" y="78"/>
                  </a:lnTo>
                  <a:lnTo>
                    <a:pt x="30" y="75"/>
                  </a:lnTo>
                  <a:lnTo>
                    <a:pt x="38" y="69"/>
                  </a:lnTo>
                  <a:lnTo>
                    <a:pt x="38" y="69"/>
                  </a:lnTo>
                  <a:lnTo>
                    <a:pt x="42" y="67"/>
                  </a:lnTo>
                  <a:lnTo>
                    <a:pt x="47" y="66"/>
                  </a:lnTo>
                  <a:lnTo>
                    <a:pt x="56" y="65"/>
                  </a:lnTo>
                  <a:lnTo>
                    <a:pt x="56" y="65"/>
                  </a:lnTo>
                  <a:lnTo>
                    <a:pt x="57" y="64"/>
                  </a:lnTo>
                  <a:lnTo>
                    <a:pt x="58" y="61"/>
                  </a:lnTo>
                  <a:lnTo>
                    <a:pt x="61" y="55"/>
                  </a:lnTo>
                  <a:lnTo>
                    <a:pt x="62" y="48"/>
                  </a:lnTo>
                  <a:lnTo>
                    <a:pt x="63" y="42"/>
                  </a:lnTo>
                  <a:lnTo>
                    <a:pt x="63" y="42"/>
                  </a:lnTo>
                  <a:lnTo>
                    <a:pt x="61" y="33"/>
                  </a:lnTo>
                  <a:lnTo>
                    <a:pt x="59" y="28"/>
                  </a:lnTo>
                  <a:lnTo>
                    <a:pt x="59"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99" name="Freeform 826"/>
            <p:cNvSpPr>
              <a:spLocks/>
            </p:cNvSpPr>
            <p:nvPr/>
          </p:nvSpPr>
          <p:spPr bwMode="gray">
            <a:xfrm>
              <a:off x="2452820" y="4285881"/>
              <a:ext cx="37186" cy="75400"/>
            </a:xfrm>
            <a:custGeom>
              <a:avLst/>
              <a:gdLst>
                <a:gd name="T0" fmla="*/ 13 w 15"/>
                <a:gd name="T1" fmla="*/ 0 h 30"/>
                <a:gd name="T2" fmla="*/ 13 w 15"/>
                <a:gd name="T3" fmla="*/ 0 h 30"/>
                <a:gd name="T4" fmla="*/ 7 w 15"/>
                <a:gd name="T5" fmla="*/ 4 h 30"/>
                <a:gd name="T6" fmla="*/ 2 w 15"/>
                <a:gd name="T7" fmla="*/ 10 h 30"/>
                <a:gd name="T8" fmla="*/ 2 w 15"/>
                <a:gd name="T9" fmla="*/ 10 h 30"/>
                <a:gd name="T10" fmla="*/ 0 w 15"/>
                <a:gd name="T11" fmla="*/ 13 h 30"/>
                <a:gd name="T12" fmla="*/ 0 w 15"/>
                <a:gd name="T13" fmla="*/ 15 h 30"/>
                <a:gd name="T14" fmla="*/ 2 w 15"/>
                <a:gd name="T15" fmla="*/ 21 h 30"/>
                <a:gd name="T16" fmla="*/ 4 w 15"/>
                <a:gd name="T17" fmla="*/ 27 h 30"/>
                <a:gd name="T18" fmla="*/ 5 w 15"/>
                <a:gd name="T19" fmla="*/ 29 h 30"/>
                <a:gd name="T20" fmla="*/ 7 w 15"/>
                <a:gd name="T21" fmla="*/ 30 h 30"/>
                <a:gd name="T22" fmla="*/ 7 w 15"/>
                <a:gd name="T23" fmla="*/ 30 h 30"/>
                <a:gd name="T24" fmla="*/ 9 w 15"/>
                <a:gd name="T25" fmla="*/ 29 h 30"/>
                <a:gd name="T26" fmla="*/ 12 w 15"/>
                <a:gd name="T27" fmla="*/ 25 h 30"/>
                <a:gd name="T28" fmla="*/ 14 w 15"/>
                <a:gd name="T29" fmla="*/ 20 h 30"/>
                <a:gd name="T30" fmla="*/ 14 w 15"/>
                <a:gd name="T31" fmla="*/ 16 h 30"/>
                <a:gd name="T32" fmla="*/ 14 w 15"/>
                <a:gd name="T33" fmla="*/ 16 h 30"/>
                <a:gd name="T34" fmla="*/ 15 w 15"/>
                <a:gd name="T35" fmla="*/ 5 h 30"/>
                <a:gd name="T36" fmla="*/ 14 w 15"/>
                <a:gd name="T37" fmla="*/ 2 h 30"/>
                <a:gd name="T38" fmla="*/ 14 w 15"/>
                <a:gd name="T39" fmla="*/ 0 h 30"/>
                <a:gd name="T40" fmla="*/ 13 w 15"/>
                <a:gd name="T41" fmla="*/ 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 h="30">
                  <a:moveTo>
                    <a:pt x="13" y="0"/>
                  </a:moveTo>
                  <a:lnTo>
                    <a:pt x="13" y="0"/>
                  </a:lnTo>
                  <a:lnTo>
                    <a:pt x="7" y="4"/>
                  </a:lnTo>
                  <a:lnTo>
                    <a:pt x="2" y="10"/>
                  </a:lnTo>
                  <a:lnTo>
                    <a:pt x="2" y="10"/>
                  </a:lnTo>
                  <a:lnTo>
                    <a:pt x="0" y="13"/>
                  </a:lnTo>
                  <a:lnTo>
                    <a:pt x="0" y="15"/>
                  </a:lnTo>
                  <a:lnTo>
                    <a:pt x="2" y="21"/>
                  </a:lnTo>
                  <a:lnTo>
                    <a:pt x="4" y="27"/>
                  </a:lnTo>
                  <a:lnTo>
                    <a:pt x="5" y="29"/>
                  </a:lnTo>
                  <a:lnTo>
                    <a:pt x="7" y="30"/>
                  </a:lnTo>
                  <a:lnTo>
                    <a:pt x="7" y="30"/>
                  </a:lnTo>
                  <a:lnTo>
                    <a:pt x="9" y="29"/>
                  </a:lnTo>
                  <a:lnTo>
                    <a:pt x="12" y="25"/>
                  </a:lnTo>
                  <a:lnTo>
                    <a:pt x="14" y="20"/>
                  </a:lnTo>
                  <a:lnTo>
                    <a:pt x="14" y="16"/>
                  </a:lnTo>
                  <a:lnTo>
                    <a:pt x="14" y="16"/>
                  </a:lnTo>
                  <a:lnTo>
                    <a:pt x="15" y="5"/>
                  </a:lnTo>
                  <a:lnTo>
                    <a:pt x="14" y="2"/>
                  </a:lnTo>
                  <a:lnTo>
                    <a:pt x="14" y="0"/>
                  </a:lnTo>
                  <a:lnTo>
                    <a:pt x="13"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0" name="Freeform 828"/>
            <p:cNvSpPr>
              <a:spLocks/>
            </p:cNvSpPr>
            <p:nvPr/>
          </p:nvSpPr>
          <p:spPr bwMode="gray">
            <a:xfrm>
              <a:off x="2450340" y="4371335"/>
              <a:ext cx="42146" cy="98020"/>
            </a:xfrm>
            <a:custGeom>
              <a:avLst/>
              <a:gdLst>
                <a:gd name="T0" fmla="*/ 10 w 17"/>
                <a:gd name="T1" fmla="*/ 1 h 39"/>
                <a:gd name="T2" fmla="*/ 10 w 17"/>
                <a:gd name="T3" fmla="*/ 1 h 39"/>
                <a:gd name="T4" fmla="*/ 8 w 17"/>
                <a:gd name="T5" fmla="*/ 4 h 39"/>
                <a:gd name="T6" fmla="*/ 4 w 17"/>
                <a:gd name="T7" fmla="*/ 9 h 39"/>
                <a:gd name="T8" fmla="*/ 1 w 17"/>
                <a:gd name="T9" fmla="*/ 14 h 39"/>
                <a:gd name="T10" fmla="*/ 0 w 17"/>
                <a:gd name="T11" fmla="*/ 17 h 39"/>
                <a:gd name="T12" fmla="*/ 0 w 17"/>
                <a:gd name="T13" fmla="*/ 17 h 39"/>
                <a:gd name="T14" fmla="*/ 0 w 17"/>
                <a:gd name="T15" fmla="*/ 28 h 39"/>
                <a:gd name="T16" fmla="*/ 0 w 17"/>
                <a:gd name="T17" fmla="*/ 34 h 39"/>
                <a:gd name="T18" fmla="*/ 0 w 17"/>
                <a:gd name="T19" fmla="*/ 36 h 39"/>
                <a:gd name="T20" fmla="*/ 1 w 17"/>
                <a:gd name="T21" fmla="*/ 38 h 39"/>
                <a:gd name="T22" fmla="*/ 1 w 17"/>
                <a:gd name="T23" fmla="*/ 38 h 39"/>
                <a:gd name="T24" fmla="*/ 4 w 17"/>
                <a:gd name="T25" fmla="*/ 39 h 39"/>
                <a:gd name="T26" fmla="*/ 6 w 17"/>
                <a:gd name="T27" fmla="*/ 39 h 39"/>
                <a:gd name="T28" fmla="*/ 10 w 17"/>
                <a:gd name="T29" fmla="*/ 36 h 39"/>
                <a:gd name="T30" fmla="*/ 15 w 17"/>
                <a:gd name="T31" fmla="*/ 33 h 39"/>
                <a:gd name="T32" fmla="*/ 16 w 17"/>
                <a:gd name="T33" fmla="*/ 29 h 39"/>
                <a:gd name="T34" fmla="*/ 16 w 17"/>
                <a:gd name="T35" fmla="*/ 29 h 39"/>
                <a:gd name="T36" fmla="*/ 17 w 17"/>
                <a:gd name="T37" fmla="*/ 22 h 39"/>
                <a:gd name="T38" fmla="*/ 17 w 17"/>
                <a:gd name="T39" fmla="*/ 11 h 39"/>
                <a:gd name="T40" fmla="*/ 17 w 17"/>
                <a:gd name="T41" fmla="*/ 6 h 39"/>
                <a:gd name="T42" fmla="*/ 16 w 17"/>
                <a:gd name="T43" fmla="*/ 2 h 39"/>
                <a:gd name="T44" fmla="*/ 14 w 17"/>
                <a:gd name="T45" fmla="*/ 0 h 39"/>
                <a:gd name="T46" fmla="*/ 10 w 17"/>
                <a:gd name="T47"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 h="39">
                  <a:moveTo>
                    <a:pt x="10" y="1"/>
                  </a:moveTo>
                  <a:lnTo>
                    <a:pt x="10" y="1"/>
                  </a:lnTo>
                  <a:lnTo>
                    <a:pt x="8" y="4"/>
                  </a:lnTo>
                  <a:lnTo>
                    <a:pt x="4" y="9"/>
                  </a:lnTo>
                  <a:lnTo>
                    <a:pt x="1" y="14"/>
                  </a:lnTo>
                  <a:lnTo>
                    <a:pt x="0" y="17"/>
                  </a:lnTo>
                  <a:lnTo>
                    <a:pt x="0" y="17"/>
                  </a:lnTo>
                  <a:lnTo>
                    <a:pt x="0" y="28"/>
                  </a:lnTo>
                  <a:lnTo>
                    <a:pt x="0" y="34"/>
                  </a:lnTo>
                  <a:lnTo>
                    <a:pt x="0" y="36"/>
                  </a:lnTo>
                  <a:lnTo>
                    <a:pt x="1" y="38"/>
                  </a:lnTo>
                  <a:lnTo>
                    <a:pt x="1" y="38"/>
                  </a:lnTo>
                  <a:lnTo>
                    <a:pt x="4" y="39"/>
                  </a:lnTo>
                  <a:lnTo>
                    <a:pt x="6" y="39"/>
                  </a:lnTo>
                  <a:lnTo>
                    <a:pt x="10" y="36"/>
                  </a:lnTo>
                  <a:lnTo>
                    <a:pt x="15" y="33"/>
                  </a:lnTo>
                  <a:lnTo>
                    <a:pt x="16" y="29"/>
                  </a:lnTo>
                  <a:lnTo>
                    <a:pt x="16" y="29"/>
                  </a:lnTo>
                  <a:lnTo>
                    <a:pt x="17" y="22"/>
                  </a:lnTo>
                  <a:lnTo>
                    <a:pt x="17" y="11"/>
                  </a:lnTo>
                  <a:lnTo>
                    <a:pt x="17" y="6"/>
                  </a:lnTo>
                  <a:lnTo>
                    <a:pt x="16" y="2"/>
                  </a:lnTo>
                  <a:lnTo>
                    <a:pt x="14" y="0"/>
                  </a:lnTo>
                  <a:lnTo>
                    <a:pt x="10" y="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1" name="Freeform 810"/>
            <p:cNvSpPr>
              <a:spLocks noEditPoints="1"/>
            </p:cNvSpPr>
            <p:nvPr/>
          </p:nvSpPr>
          <p:spPr bwMode="gray">
            <a:xfrm>
              <a:off x="4562541" y="4265776"/>
              <a:ext cx="324763" cy="188498"/>
            </a:xfrm>
            <a:custGeom>
              <a:avLst/>
              <a:gdLst>
                <a:gd name="T0" fmla="*/ 120 w 131"/>
                <a:gd name="T1" fmla="*/ 12 h 75"/>
                <a:gd name="T2" fmla="*/ 100 w 131"/>
                <a:gd name="T3" fmla="*/ 7 h 75"/>
                <a:gd name="T4" fmla="*/ 76 w 131"/>
                <a:gd name="T5" fmla="*/ 2 h 75"/>
                <a:gd name="T6" fmla="*/ 52 w 131"/>
                <a:gd name="T7" fmla="*/ 0 h 75"/>
                <a:gd name="T8" fmla="*/ 48 w 131"/>
                <a:gd name="T9" fmla="*/ 0 h 75"/>
                <a:gd name="T10" fmla="*/ 22 w 131"/>
                <a:gd name="T11" fmla="*/ 10 h 75"/>
                <a:gd name="T12" fmla="*/ 12 w 131"/>
                <a:gd name="T13" fmla="*/ 12 h 75"/>
                <a:gd name="T14" fmla="*/ 5 w 131"/>
                <a:gd name="T15" fmla="*/ 16 h 75"/>
                <a:gd name="T16" fmla="*/ 3 w 131"/>
                <a:gd name="T17" fmla="*/ 21 h 75"/>
                <a:gd name="T18" fmla="*/ 0 w 131"/>
                <a:gd name="T19" fmla="*/ 27 h 75"/>
                <a:gd name="T20" fmla="*/ 1 w 131"/>
                <a:gd name="T21" fmla="*/ 32 h 75"/>
                <a:gd name="T22" fmla="*/ 6 w 131"/>
                <a:gd name="T23" fmla="*/ 34 h 75"/>
                <a:gd name="T24" fmla="*/ 16 w 131"/>
                <a:gd name="T25" fmla="*/ 37 h 75"/>
                <a:gd name="T26" fmla="*/ 21 w 131"/>
                <a:gd name="T27" fmla="*/ 39 h 75"/>
                <a:gd name="T28" fmla="*/ 28 w 131"/>
                <a:gd name="T29" fmla="*/ 51 h 75"/>
                <a:gd name="T30" fmla="*/ 28 w 131"/>
                <a:gd name="T31" fmla="*/ 53 h 75"/>
                <a:gd name="T32" fmla="*/ 26 w 131"/>
                <a:gd name="T33" fmla="*/ 58 h 75"/>
                <a:gd name="T34" fmla="*/ 19 w 131"/>
                <a:gd name="T35" fmla="*/ 60 h 75"/>
                <a:gd name="T36" fmla="*/ 16 w 131"/>
                <a:gd name="T37" fmla="*/ 66 h 75"/>
                <a:gd name="T38" fmla="*/ 15 w 131"/>
                <a:gd name="T39" fmla="*/ 72 h 75"/>
                <a:gd name="T40" fmla="*/ 17 w 131"/>
                <a:gd name="T41" fmla="*/ 75 h 75"/>
                <a:gd name="T42" fmla="*/ 42 w 131"/>
                <a:gd name="T43" fmla="*/ 71 h 75"/>
                <a:gd name="T44" fmla="*/ 43 w 131"/>
                <a:gd name="T45" fmla="*/ 70 h 75"/>
                <a:gd name="T46" fmla="*/ 44 w 131"/>
                <a:gd name="T47" fmla="*/ 69 h 75"/>
                <a:gd name="T48" fmla="*/ 48 w 131"/>
                <a:gd name="T49" fmla="*/ 64 h 75"/>
                <a:gd name="T50" fmla="*/ 53 w 131"/>
                <a:gd name="T51" fmla="*/ 60 h 75"/>
                <a:gd name="T52" fmla="*/ 57 w 131"/>
                <a:gd name="T53" fmla="*/ 59 h 75"/>
                <a:gd name="T54" fmla="*/ 60 w 131"/>
                <a:gd name="T55" fmla="*/ 56 h 75"/>
                <a:gd name="T56" fmla="*/ 63 w 131"/>
                <a:gd name="T57" fmla="*/ 54 h 75"/>
                <a:gd name="T58" fmla="*/ 67 w 131"/>
                <a:gd name="T59" fmla="*/ 53 h 75"/>
                <a:gd name="T60" fmla="*/ 68 w 131"/>
                <a:gd name="T61" fmla="*/ 54 h 75"/>
                <a:gd name="T62" fmla="*/ 79 w 131"/>
                <a:gd name="T63" fmla="*/ 58 h 75"/>
                <a:gd name="T64" fmla="*/ 81 w 131"/>
                <a:gd name="T65" fmla="*/ 56 h 75"/>
                <a:gd name="T66" fmla="*/ 85 w 131"/>
                <a:gd name="T67" fmla="*/ 50 h 75"/>
                <a:gd name="T68" fmla="*/ 88 w 131"/>
                <a:gd name="T69" fmla="*/ 46 h 75"/>
                <a:gd name="T70" fmla="*/ 96 w 131"/>
                <a:gd name="T71" fmla="*/ 42 h 75"/>
                <a:gd name="T72" fmla="*/ 105 w 131"/>
                <a:gd name="T73" fmla="*/ 39 h 75"/>
                <a:gd name="T74" fmla="*/ 112 w 131"/>
                <a:gd name="T75" fmla="*/ 34 h 75"/>
                <a:gd name="T76" fmla="*/ 121 w 131"/>
                <a:gd name="T77" fmla="*/ 28 h 75"/>
                <a:gd name="T78" fmla="*/ 127 w 131"/>
                <a:gd name="T79" fmla="*/ 26 h 75"/>
                <a:gd name="T80" fmla="*/ 129 w 131"/>
                <a:gd name="T81" fmla="*/ 21 h 75"/>
                <a:gd name="T82" fmla="*/ 131 w 131"/>
                <a:gd name="T83" fmla="*/ 16 h 75"/>
                <a:gd name="T84" fmla="*/ 124 w 131"/>
                <a:gd name="T85" fmla="*/ 14 h 75"/>
                <a:gd name="T86" fmla="*/ 105 w 131"/>
                <a:gd name="T87" fmla="*/ 16 h 75"/>
                <a:gd name="T88" fmla="*/ 100 w 131"/>
                <a:gd name="T89" fmla="*/ 21 h 75"/>
                <a:gd name="T90" fmla="*/ 92 w 131"/>
                <a:gd name="T91" fmla="*/ 22 h 75"/>
                <a:gd name="T92" fmla="*/ 81 w 131"/>
                <a:gd name="T93" fmla="*/ 21 h 75"/>
                <a:gd name="T94" fmla="*/ 79 w 131"/>
                <a:gd name="T95" fmla="*/ 19 h 75"/>
                <a:gd name="T96" fmla="*/ 81 w 131"/>
                <a:gd name="T97" fmla="*/ 18 h 75"/>
                <a:gd name="T98" fmla="*/ 96 w 131"/>
                <a:gd name="T99" fmla="*/ 16 h 75"/>
                <a:gd name="T100" fmla="*/ 105 w 131"/>
                <a:gd name="T101" fmla="*/ 1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31" h="75">
                  <a:moveTo>
                    <a:pt x="120" y="12"/>
                  </a:moveTo>
                  <a:lnTo>
                    <a:pt x="120" y="12"/>
                  </a:lnTo>
                  <a:lnTo>
                    <a:pt x="112" y="10"/>
                  </a:lnTo>
                  <a:lnTo>
                    <a:pt x="100" y="7"/>
                  </a:lnTo>
                  <a:lnTo>
                    <a:pt x="76" y="2"/>
                  </a:lnTo>
                  <a:lnTo>
                    <a:pt x="76" y="2"/>
                  </a:lnTo>
                  <a:lnTo>
                    <a:pt x="60" y="0"/>
                  </a:lnTo>
                  <a:lnTo>
                    <a:pt x="52" y="0"/>
                  </a:lnTo>
                  <a:lnTo>
                    <a:pt x="48" y="0"/>
                  </a:lnTo>
                  <a:lnTo>
                    <a:pt x="48" y="0"/>
                  </a:lnTo>
                  <a:lnTo>
                    <a:pt x="36" y="5"/>
                  </a:lnTo>
                  <a:lnTo>
                    <a:pt x="22" y="10"/>
                  </a:lnTo>
                  <a:lnTo>
                    <a:pt x="22" y="10"/>
                  </a:lnTo>
                  <a:lnTo>
                    <a:pt x="12" y="12"/>
                  </a:lnTo>
                  <a:lnTo>
                    <a:pt x="8" y="13"/>
                  </a:lnTo>
                  <a:lnTo>
                    <a:pt x="5" y="16"/>
                  </a:lnTo>
                  <a:lnTo>
                    <a:pt x="5" y="16"/>
                  </a:lnTo>
                  <a:lnTo>
                    <a:pt x="3" y="21"/>
                  </a:lnTo>
                  <a:lnTo>
                    <a:pt x="0" y="27"/>
                  </a:lnTo>
                  <a:lnTo>
                    <a:pt x="0" y="27"/>
                  </a:lnTo>
                  <a:lnTo>
                    <a:pt x="1" y="32"/>
                  </a:lnTo>
                  <a:lnTo>
                    <a:pt x="1" y="32"/>
                  </a:lnTo>
                  <a:lnTo>
                    <a:pt x="3" y="33"/>
                  </a:lnTo>
                  <a:lnTo>
                    <a:pt x="6" y="34"/>
                  </a:lnTo>
                  <a:lnTo>
                    <a:pt x="10" y="34"/>
                  </a:lnTo>
                  <a:lnTo>
                    <a:pt x="16" y="37"/>
                  </a:lnTo>
                  <a:lnTo>
                    <a:pt x="16" y="37"/>
                  </a:lnTo>
                  <a:lnTo>
                    <a:pt x="21" y="39"/>
                  </a:lnTo>
                  <a:lnTo>
                    <a:pt x="25" y="43"/>
                  </a:lnTo>
                  <a:lnTo>
                    <a:pt x="28" y="51"/>
                  </a:lnTo>
                  <a:lnTo>
                    <a:pt x="28" y="51"/>
                  </a:lnTo>
                  <a:lnTo>
                    <a:pt x="28" y="53"/>
                  </a:lnTo>
                  <a:lnTo>
                    <a:pt x="28" y="55"/>
                  </a:lnTo>
                  <a:lnTo>
                    <a:pt x="26" y="58"/>
                  </a:lnTo>
                  <a:lnTo>
                    <a:pt x="22" y="59"/>
                  </a:lnTo>
                  <a:lnTo>
                    <a:pt x="19" y="60"/>
                  </a:lnTo>
                  <a:lnTo>
                    <a:pt x="19" y="60"/>
                  </a:lnTo>
                  <a:lnTo>
                    <a:pt x="16" y="66"/>
                  </a:lnTo>
                  <a:lnTo>
                    <a:pt x="15" y="72"/>
                  </a:lnTo>
                  <a:lnTo>
                    <a:pt x="15" y="72"/>
                  </a:lnTo>
                  <a:lnTo>
                    <a:pt x="16" y="74"/>
                  </a:lnTo>
                  <a:lnTo>
                    <a:pt x="17" y="75"/>
                  </a:lnTo>
                  <a:lnTo>
                    <a:pt x="25" y="75"/>
                  </a:lnTo>
                  <a:lnTo>
                    <a:pt x="42" y="71"/>
                  </a:lnTo>
                  <a:lnTo>
                    <a:pt x="42" y="71"/>
                  </a:lnTo>
                  <a:lnTo>
                    <a:pt x="43" y="70"/>
                  </a:lnTo>
                  <a:lnTo>
                    <a:pt x="44" y="69"/>
                  </a:lnTo>
                  <a:lnTo>
                    <a:pt x="44" y="69"/>
                  </a:lnTo>
                  <a:lnTo>
                    <a:pt x="46" y="67"/>
                  </a:lnTo>
                  <a:lnTo>
                    <a:pt x="48" y="64"/>
                  </a:lnTo>
                  <a:lnTo>
                    <a:pt x="49" y="61"/>
                  </a:lnTo>
                  <a:lnTo>
                    <a:pt x="53" y="60"/>
                  </a:lnTo>
                  <a:lnTo>
                    <a:pt x="53" y="60"/>
                  </a:lnTo>
                  <a:lnTo>
                    <a:pt x="57" y="59"/>
                  </a:lnTo>
                  <a:lnTo>
                    <a:pt x="59" y="59"/>
                  </a:lnTo>
                  <a:lnTo>
                    <a:pt x="60" y="56"/>
                  </a:lnTo>
                  <a:lnTo>
                    <a:pt x="60" y="56"/>
                  </a:lnTo>
                  <a:lnTo>
                    <a:pt x="63" y="54"/>
                  </a:lnTo>
                  <a:lnTo>
                    <a:pt x="64" y="53"/>
                  </a:lnTo>
                  <a:lnTo>
                    <a:pt x="67" y="53"/>
                  </a:lnTo>
                  <a:lnTo>
                    <a:pt x="68" y="54"/>
                  </a:lnTo>
                  <a:lnTo>
                    <a:pt x="68" y="54"/>
                  </a:lnTo>
                  <a:lnTo>
                    <a:pt x="72" y="56"/>
                  </a:lnTo>
                  <a:lnTo>
                    <a:pt x="79" y="58"/>
                  </a:lnTo>
                  <a:lnTo>
                    <a:pt x="79" y="58"/>
                  </a:lnTo>
                  <a:lnTo>
                    <a:pt x="81" y="56"/>
                  </a:lnTo>
                  <a:lnTo>
                    <a:pt x="84" y="53"/>
                  </a:lnTo>
                  <a:lnTo>
                    <a:pt x="85" y="50"/>
                  </a:lnTo>
                  <a:lnTo>
                    <a:pt x="88" y="46"/>
                  </a:lnTo>
                  <a:lnTo>
                    <a:pt x="88" y="46"/>
                  </a:lnTo>
                  <a:lnTo>
                    <a:pt x="91" y="44"/>
                  </a:lnTo>
                  <a:lnTo>
                    <a:pt x="96" y="42"/>
                  </a:lnTo>
                  <a:lnTo>
                    <a:pt x="105" y="39"/>
                  </a:lnTo>
                  <a:lnTo>
                    <a:pt x="105" y="39"/>
                  </a:lnTo>
                  <a:lnTo>
                    <a:pt x="107" y="38"/>
                  </a:lnTo>
                  <a:lnTo>
                    <a:pt x="112" y="34"/>
                  </a:lnTo>
                  <a:lnTo>
                    <a:pt x="116" y="30"/>
                  </a:lnTo>
                  <a:lnTo>
                    <a:pt x="121" y="28"/>
                  </a:lnTo>
                  <a:lnTo>
                    <a:pt x="121" y="28"/>
                  </a:lnTo>
                  <a:lnTo>
                    <a:pt x="127" y="26"/>
                  </a:lnTo>
                  <a:lnTo>
                    <a:pt x="129" y="24"/>
                  </a:lnTo>
                  <a:lnTo>
                    <a:pt x="129" y="21"/>
                  </a:lnTo>
                  <a:lnTo>
                    <a:pt x="129" y="21"/>
                  </a:lnTo>
                  <a:lnTo>
                    <a:pt x="131" y="16"/>
                  </a:lnTo>
                  <a:lnTo>
                    <a:pt x="131" y="16"/>
                  </a:lnTo>
                  <a:lnTo>
                    <a:pt x="124" y="14"/>
                  </a:lnTo>
                  <a:lnTo>
                    <a:pt x="120" y="12"/>
                  </a:lnTo>
                  <a:close/>
                  <a:moveTo>
                    <a:pt x="105" y="16"/>
                  </a:moveTo>
                  <a:lnTo>
                    <a:pt x="105" y="16"/>
                  </a:lnTo>
                  <a:lnTo>
                    <a:pt x="100" y="21"/>
                  </a:lnTo>
                  <a:lnTo>
                    <a:pt x="96" y="22"/>
                  </a:lnTo>
                  <a:lnTo>
                    <a:pt x="92" y="22"/>
                  </a:lnTo>
                  <a:lnTo>
                    <a:pt x="92" y="22"/>
                  </a:lnTo>
                  <a:lnTo>
                    <a:pt x="81" y="21"/>
                  </a:lnTo>
                  <a:lnTo>
                    <a:pt x="79" y="19"/>
                  </a:lnTo>
                  <a:lnTo>
                    <a:pt x="79" y="19"/>
                  </a:lnTo>
                  <a:lnTo>
                    <a:pt x="81" y="18"/>
                  </a:lnTo>
                  <a:lnTo>
                    <a:pt x="81" y="18"/>
                  </a:lnTo>
                  <a:lnTo>
                    <a:pt x="88" y="16"/>
                  </a:lnTo>
                  <a:lnTo>
                    <a:pt x="96" y="16"/>
                  </a:lnTo>
                  <a:lnTo>
                    <a:pt x="104" y="14"/>
                  </a:lnTo>
                  <a:lnTo>
                    <a:pt x="105" y="16"/>
                  </a:lnTo>
                  <a:lnTo>
                    <a:pt x="105"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2" name="Freeform 813"/>
            <p:cNvSpPr>
              <a:spLocks noEditPoints="1"/>
            </p:cNvSpPr>
            <p:nvPr/>
          </p:nvSpPr>
          <p:spPr bwMode="gray">
            <a:xfrm>
              <a:off x="6446664" y="4484433"/>
              <a:ext cx="94206" cy="175932"/>
            </a:xfrm>
            <a:custGeom>
              <a:avLst/>
              <a:gdLst>
                <a:gd name="T0" fmla="*/ 0 w 38"/>
                <a:gd name="T1" fmla="*/ 60 h 70"/>
                <a:gd name="T2" fmla="*/ 3 w 38"/>
                <a:gd name="T3" fmla="*/ 70 h 70"/>
                <a:gd name="T4" fmla="*/ 2 w 38"/>
                <a:gd name="T5" fmla="*/ 70 h 70"/>
                <a:gd name="T6" fmla="*/ 1 w 38"/>
                <a:gd name="T7" fmla="*/ 67 h 70"/>
                <a:gd name="T8" fmla="*/ 0 w 38"/>
                <a:gd name="T9" fmla="*/ 62 h 70"/>
                <a:gd name="T10" fmla="*/ 0 w 38"/>
                <a:gd name="T11" fmla="*/ 60 h 70"/>
                <a:gd name="T12" fmla="*/ 3 w 38"/>
                <a:gd name="T13" fmla="*/ 54 h 70"/>
                <a:gd name="T14" fmla="*/ 6 w 38"/>
                <a:gd name="T15" fmla="*/ 49 h 70"/>
                <a:gd name="T16" fmla="*/ 6 w 38"/>
                <a:gd name="T17" fmla="*/ 46 h 70"/>
                <a:gd name="T18" fmla="*/ 6 w 38"/>
                <a:gd name="T19" fmla="*/ 43 h 70"/>
                <a:gd name="T20" fmla="*/ 3 w 38"/>
                <a:gd name="T21" fmla="*/ 37 h 70"/>
                <a:gd name="T22" fmla="*/ 1 w 38"/>
                <a:gd name="T23" fmla="*/ 30 h 70"/>
                <a:gd name="T24" fmla="*/ 1 w 38"/>
                <a:gd name="T25" fmla="*/ 30 h 70"/>
                <a:gd name="T26" fmla="*/ 1 w 38"/>
                <a:gd name="T27" fmla="*/ 30 h 70"/>
                <a:gd name="T28" fmla="*/ 3 w 38"/>
                <a:gd name="T29" fmla="*/ 30 h 70"/>
                <a:gd name="T30" fmla="*/ 6 w 38"/>
                <a:gd name="T31" fmla="*/ 31 h 70"/>
                <a:gd name="T32" fmla="*/ 7 w 38"/>
                <a:gd name="T33" fmla="*/ 31 h 70"/>
                <a:gd name="T34" fmla="*/ 8 w 38"/>
                <a:gd name="T35" fmla="*/ 28 h 70"/>
                <a:gd name="T36" fmla="*/ 10 w 38"/>
                <a:gd name="T37" fmla="*/ 26 h 70"/>
                <a:gd name="T38" fmla="*/ 8 w 38"/>
                <a:gd name="T39" fmla="*/ 23 h 70"/>
                <a:gd name="T40" fmla="*/ 7 w 38"/>
                <a:gd name="T41" fmla="*/ 20 h 70"/>
                <a:gd name="T42" fmla="*/ 6 w 38"/>
                <a:gd name="T43" fmla="*/ 16 h 70"/>
                <a:gd name="T44" fmla="*/ 3 w 38"/>
                <a:gd name="T45" fmla="*/ 14 h 70"/>
                <a:gd name="T46" fmla="*/ 3 w 38"/>
                <a:gd name="T47" fmla="*/ 14 h 70"/>
                <a:gd name="T48" fmla="*/ 2 w 38"/>
                <a:gd name="T49" fmla="*/ 14 h 70"/>
                <a:gd name="T50" fmla="*/ 16 w 38"/>
                <a:gd name="T51" fmla="*/ 5 h 70"/>
                <a:gd name="T52" fmla="*/ 18 w 38"/>
                <a:gd name="T53" fmla="*/ 4 h 70"/>
                <a:gd name="T54" fmla="*/ 26 w 38"/>
                <a:gd name="T55" fmla="*/ 0 h 70"/>
                <a:gd name="T56" fmla="*/ 28 w 38"/>
                <a:gd name="T57" fmla="*/ 5 h 70"/>
                <a:gd name="T58" fmla="*/ 33 w 38"/>
                <a:gd name="T59" fmla="*/ 14 h 70"/>
                <a:gd name="T60" fmla="*/ 34 w 38"/>
                <a:gd name="T61" fmla="*/ 19 h 70"/>
                <a:gd name="T62" fmla="*/ 34 w 38"/>
                <a:gd name="T63" fmla="*/ 28 h 70"/>
                <a:gd name="T64" fmla="*/ 35 w 38"/>
                <a:gd name="T65" fmla="*/ 37 h 70"/>
                <a:gd name="T66" fmla="*/ 38 w 38"/>
                <a:gd name="T67" fmla="*/ 43 h 70"/>
                <a:gd name="T68" fmla="*/ 38 w 38"/>
                <a:gd name="T69" fmla="*/ 48 h 70"/>
                <a:gd name="T70" fmla="*/ 38 w 38"/>
                <a:gd name="T71" fmla="*/ 52 h 70"/>
                <a:gd name="T72" fmla="*/ 32 w 38"/>
                <a:gd name="T73" fmla="*/ 58 h 70"/>
                <a:gd name="T74" fmla="*/ 29 w 38"/>
                <a:gd name="T75" fmla="*/ 62 h 70"/>
                <a:gd name="T76" fmla="*/ 28 w 38"/>
                <a:gd name="T77" fmla="*/ 62 h 70"/>
                <a:gd name="T78" fmla="*/ 23 w 38"/>
                <a:gd name="T79" fmla="*/ 62 h 70"/>
                <a:gd name="T80" fmla="*/ 16 w 38"/>
                <a:gd name="T81" fmla="*/ 62 h 70"/>
                <a:gd name="T82" fmla="*/ 13 w 38"/>
                <a:gd name="T83" fmla="*/ 64 h 70"/>
                <a:gd name="T84" fmla="*/ 7 w 38"/>
                <a:gd name="T85" fmla="*/ 69 h 70"/>
                <a:gd name="T86" fmla="*/ 5 w 38"/>
                <a:gd name="T87" fmla="*/ 70 h 70"/>
                <a:gd name="T88" fmla="*/ 3 w 38"/>
                <a:gd name="T89" fmla="*/ 7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8" h="70">
                  <a:moveTo>
                    <a:pt x="0" y="60"/>
                  </a:moveTo>
                  <a:lnTo>
                    <a:pt x="0" y="60"/>
                  </a:lnTo>
                  <a:lnTo>
                    <a:pt x="0" y="60"/>
                  </a:lnTo>
                  <a:close/>
                  <a:moveTo>
                    <a:pt x="3" y="70"/>
                  </a:moveTo>
                  <a:lnTo>
                    <a:pt x="3" y="70"/>
                  </a:lnTo>
                  <a:lnTo>
                    <a:pt x="2" y="70"/>
                  </a:lnTo>
                  <a:lnTo>
                    <a:pt x="2" y="70"/>
                  </a:lnTo>
                  <a:lnTo>
                    <a:pt x="1" y="67"/>
                  </a:lnTo>
                  <a:lnTo>
                    <a:pt x="0" y="62"/>
                  </a:lnTo>
                  <a:lnTo>
                    <a:pt x="0" y="62"/>
                  </a:lnTo>
                  <a:lnTo>
                    <a:pt x="0" y="60"/>
                  </a:lnTo>
                  <a:lnTo>
                    <a:pt x="0" y="60"/>
                  </a:lnTo>
                  <a:lnTo>
                    <a:pt x="0" y="60"/>
                  </a:lnTo>
                  <a:lnTo>
                    <a:pt x="3" y="54"/>
                  </a:lnTo>
                  <a:lnTo>
                    <a:pt x="3" y="54"/>
                  </a:lnTo>
                  <a:lnTo>
                    <a:pt x="6" y="49"/>
                  </a:lnTo>
                  <a:lnTo>
                    <a:pt x="6" y="49"/>
                  </a:lnTo>
                  <a:lnTo>
                    <a:pt x="6" y="46"/>
                  </a:lnTo>
                  <a:lnTo>
                    <a:pt x="6" y="46"/>
                  </a:lnTo>
                  <a:lnTo>
                    <a:pt x="6" y="43"/>
                  </a:lnTo>
                  <a:lnTo>
                    <a:pt x="6" y="43"/>
                  </a:lnTo>
                  <a:lnTo>
                    <a:pt x="3" y="37"/>
                  </a:lnTo>
                  <a:lnTo>
                    <a:pt x="3" y="37"/>
                  </a:lnTo>
                  <a:lnTo>
                    <a:pt x="1" y="30"/>
                  </a:lnTo>
                  <a:lnTo>
                    <a:pt x="1" y="30"/>
                  </a:lnTo>
                  <a:lnTo>
                    <a:pt x="1" y="30"/>
                  </a:lnTo>
                  <a:lnTo>
                    <a:pt x="1" y="30"/>
                  </a:lnTo>
                  <a:lnTo>
                    <a:pt x="1" y="30"/>
                  </a:lnTo>
                  <a:lnTo>
                    <a:pt x="3" y="30"/>
                  </a:lnTo>
                  <a:lnTo>
                    <a:pt x="3" y="30"/>
                  </a:lnTo>
                  <a:lnTo>
                    <a:pt x="6" y="31"/>
                  </a:lnTo>
                  <a:lnTo>
                    <a:pt x="6" y="31"/>
                  </a:lnTo>
                  <a:lnTo>
                    <a:pt x="6" y="31"/>
                  </a:lnTo>
                  <a:lnTo>
                    <a:pt x="7" y="31"/>
                  </a:lnTo>
                  <a:lnTo>
                    <a:pt x="7" y="31"/>
                  </a:lnTo>
                  <a:lnTo>
                    <a:pt x="8" y="28"/>
                  </a:lnTo>
                  <a:lnTo>
                    <a:pt x="8" y="28"/>
                  </a:lnTo>
                  <a:lnTo>
                    <a:pt x="10" y="26"/>
                  </a:lnTo>
                  <a:lnTo>
                    <a:pt x="10" y="26"/>
                  </a:lnTo>
                  <a:lnTo>
                    <a:pt x="8" y="23"/>
                  </a:lnTo>
                  <a:lnTo>
                    <a:pt x="7" y="20"/>
                  </a:lnTo>
                  <a:lnTo>
                    <a:pt x="7" y="20"/>
                  </a:lnTo>
                  <a:lnTo>
                    <a:pt x="6" y="16"/>
                  </a:lnTo>
                  <a:lnTo>
                    <a:pt x="6" y="16"/>
                  </a:lnTo>
                  <a:lnTo>
                    <a:pt x="3" y="14"/>
                  </a:lnTo>
                  <a:lnTo>
                    <a:pt x="3" y="14"/>
                  </a:lnTo>
                  <a:lnTo>
                    <a:pt x="3" y="14"/>
                  </a:lnTo>
                  <a:lnTo>
                    <a:pt x="3" y="14"/>
                  </a:lnTo>
                  <a:lnTo>
                    <a:pt x="2" y="14"/>
                  </a:lnTo>
                  <a:lnTo>
                    <a:pt x="2" y="14"/>
                  </a:lnTo>
                  <a:lnTo>
                    <a:pt x="12" y="6"/>
                  </a:lnTo>
                  <a:lnTo>
                    <a:pt x="16" y="5"/>
                  </a:lnTo>
                  <a:lnTo>
                    <a:pt x="18" y="4"/>
                  </a:lnTo>
                  <a:lnTo>
                    <a:pt x="18" y="4"/>
                  </a:lnTo>
                  <a:lnTo>
                    <a:pt x="22" y="3"/>
                  </a:lnTo>
                  <a:lnTo>
                    <a:pt x="26" y="0"/>
                  </a:lnTo>
                  <a:lnTo>
                    <a:pt x="26" y="0"/>
                  </a:lnTo>
                  <a:lnTo>
                    <a:pt x="28" y="5"/>
                  </a:lnTo>
                  <a:lnTo>
                    <a:pt x="28" y="5"/>
                  </a:lnTo>
                  <a:lnTo>
                    <a:pt x="33" y="14"/>
                  </a:lnTo>
                  <a:lnTo>
                    <a:pt x="33" y="14"/>
                  </a:lnTo>
                  <a:lnTo>
                    <a:pt x="34" y="19"/>
                  </a:lnTo>
                  <a:lnTo>
                    <a:pt x="34" y="19"/>
                  </a:lnTo>
                  <a:lnTo>
                    <a:pt x="34" y="28"/>
                  </a:lnTo>
                  <a:lnTo>
                    <a:pt x="34" y="28"/>
                  </a:lnTo>
                  <a:lnTo>
                    <a:pt x="35" y="37"/>
                  </a:lnTo>
                  <a:lnTo>
                    <a:pt x="35" y="37"/>
                  </a:lnTo>
                  <a:lnTo>
                    <a:pt x="38" y="43"/>
                  </a:lnTo>
                  <a:lnTo>
                    <a:pt x="38" y="48"/>
                  </a:lnTo>
                  <a:lnTo>
                    <a:pt x="38" y="48"/>
                  </a:lnTo>
                  <a:lnTo>
                    <a:pt x="38" y="52"/>
                  </a:lnTo>
                  <a:lnTo>
                    <a:pt x="38" y="52"/>
                  </a:lnTo>
                  <a:lnTo>
                    <a:pt x="32" y="58"/>
                  </a:lnTo>
                  <a:lnTo>
                    <a:pt x="32" y="58"/>
                  </a:lnTo>
                  <a:lnTo>
                    <a:pt x="29" y="60"/>
                  </a:lnTo>
                  <a:lnTo>
                    <a:pt x="29" y="62"/>
                  </a:lnTo>
                  <a:lnTo>
                    <a:pt x="28" y="62"/>
                  </a:lnTo>
                  <a:lnTo>
                    <a:pt x="28" y="62"/>
                  </a:lnTo>
                  <a:lnTo>
                    <a:pt x="28" y="62"/>
                  </a:lnTo>
                  <a:lnTo>
                    <a:pt x="23" y="62"/>
                  </a:lnTo>
                  <a:lnTo>
                    <a:pt x="23" y="62"/>
                  </a:lnTo>
                  <a:lnTo>
                    <a:pt x="16" y="62"/>
                  </a:lnTo>
                  <a:lnTo>
                    <a:pt x="16" y="62"/>
                  </a:lnTo>
                  <a:lnTo>
                    <a:pt x="13" y="64"/>
                  </a:lnTo>
                  <a:lnTo>
                    <a:pt x="13" y="64"/>
                  </a:lnTo>
                  <a:lnTo>
                    <a:pt x="7" y="69"/>
                  </a:lnTo>
                  <a:lnTo>
                    <a:pt x="7" y="69"/>
                  </a:lnTo>
                  <a:lnTo>
                    <a:pt x="5" y="70"/>
                  </a:lnTo>
                  <a:lnTo>
                    <a:pt x="3" y="70"/>
                  </a:lnTo>
                  <a:lnTo>
                    <a:pt x="3" y="7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3" name="Freeform 858"/>
            <p:cNvSpPr>
              <a:spLocks/>
            </p:cNvSpPr>
            <p:nvPr/>
          </p:nvSpPr>
          <p:spPr bwMode="gray">
            <a:xfrm>
              <a:off x="6238417" y="5014741"/>
              <a:ext cx="61978" cy="128179"/>
            </a:xfrm>
            <a:custGeom>
              <a:avLst/>
              <a:gdLst>
                <a:gd name="T0" fmla="*/ 21 w 25"/>
                <a:gd name="T1" fmla="*/ 1 h 51"/>
                <a:gd name="T2" fmla="*/ 21 w 25"/>
                <a:gd name="T3" fmla="*/ 1 h 51"/>
                <a:gd name="T4" fmla="*/ 21 w 25"/>
                <a:gd name="T5" fmla="*/ 0 h 51"/>
                <a:gd name="T6" fmla="*/ 18 w 25"/>
                <a:gd name="T7" fmla="*/ 1 h 51"/>
                <a:gd name="T8" fmla="*/ 14 w 25"/>
                <a:gd name="T9" fmla="*/ 5 h 51"/>
                <a:gd name="T10" fmla="*/ 6 w 25"/>
                <a:gd name="T11" fmla="*/ 12 h 51"/>
                <a:gd name="T12" fmla="*/ 6 w 25"/>
                <a:gd name="T13" fmla="*/ 12 h 51"/>
                <a:gd name="T14" fmla="*/ 2 w 25"/>
                <a:gd name="T15" fmla="*/ 21 h 51"/>
                <a:gd name="T16" fmla="*/ 0 w 25"/>
                <a:gd name="T17" fmla="*/ 30 h 51"/>
                <a:gd name="T18" fmla="*/ 0 w 25"/>
                <a:gd name="T19" fmla="*/ 30 h 51"/>
                <a:gd name="T20" fmla="*/ 2 w 25"/>
                <a:gd name="T21" fmla="*/ 40 h 51"/>
                <a:gd name="T22" fmla="*/ 4 w 25"/>
                <a:gd name="T23" fmla="*/ 45 h 51"/>
                <a:gd name="T24" fmla="*/ 6 w 25"/>
                <a:gd name="T25" fmla="*/ 49 h 51"/>
                <a:gd name="T26" fmla="*/ 6 w 25"/>
                <a:gd name="T27" fmla="*/ 49 h 51"/>
                <a:gd name="T28" fmla="*/ 9 w 25"/>
                <a:gd name="T29" fmla="*/ 50 h 51"/>
                <a:gd name="T30" fmla="*/ 9 w 25"/>
                <a:gd name="T31" fmla="*/ 51 h 51"/>
                <a:gd name="T32" fmla="*/ 12 w 25"/>
                <a:gd name="T33" fmla="*/ 46 h 51"/>
                <a:gd name="T34" fmla="*/ 12 w 25"/>
                <a:gd name="T35" fmla="*/ 46 h 51"/>
                <a:gd name="T36" fmla="*/ 16 w 25"/>
                <a:gd name="T37" fmla="*/ 35 h 51"/>
                <a:gd name="T38" fmla="*/ 17 w 25"/>
                <a:gd name="T39" fmla="*/ 30 h 51"/>
                <a:gd name="T40" fmla="*/ 20 w 25"/>
                <a:gd name="T41" fmla="*/ 27 h 51"/>
                <a:gd name="T42" fmla="*/ 20 w 25"/>
                <a:gd name="T43" fmla="*/ 27 h 51"/>
                <a:gd name="T44" fmla="*/ 22 w 25"/>
                <a:gd name="T45" fmla="*/ 24 h 51"/>
                <a:gd name="T46" fmla="*/ 23 w 25"/>
                <a:gd name="T47" fmla="*/ 19 h 51"/>
                <a:gd name="T48" fmla="*/ 25 w 25"/>
                <a:gd name="T49" fmla="*/ 14 h 51"/>
                <a:gd name="T50" fmla="*/ 25 w 25"/>
                <a:gd name="T51" fmla="*/ 11 h 51"/>
                <a:gd name="T52" fmla="*/ 25 w 25"/>
                <a:gd name="T53" fmla="*/ 11 h 51"/>
                <a:gd name="T54" fmla="*/ 21 w 25"/>
                <a:gd name="T55" fmla="*/ 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5" h="51">
                  <a:moveTo>
                    <a:pt x="21" y="1"/>
                  </a:moveTo>
                  <a:lnTo>
                    <a:pt x="21" y="1"/>
                  </a:lnTo>
                  <a:lnTo>
                    <a:pt x="21" y="0"/>
                  </a:lnTo>
                  <a:lnTo>
                    <a:pt x="18" y="1"/>
                  </a:lnTo>
                  <a:lnTo>
                    <a:pt x="14" y="5"/>
                  </a:lnTo>
                  <a:lnTo>
                    <a:pt x="6" y="12"/>
                  </a:lnTo>
                  <a:lnTo>
                    <a:pt x="6" y="12"/>
                  </a:lnTo>
                  <a:lnTo>
                    <a:pt x="2" y="21"/>
                  </a:lnTo>
                  <a:lnTo>
                    <a:pt x="0" y="30"/>
                  </a:lnTo>
                  <a:lnTo>
                    <a:pt x="0" y="30"/>
                  </a:lnTo>
                  <a:lnTo>
                    <a:pt x="2" y="40"/>
                  </a:lnTo>
                  <a:lnTo>
                    <a:pt x="4" y="45"/>
                  </a:lnTo>
                  <a:lnTo>
                    <a:pt x="6" y="49"/>
                  </a:lnTo>
                  <a:lnTo>
                    <a:pt x="6" y="49"/>
                  </a:lnTo>
                  <a:lnTo>
                    <a:pt x="9" y="50"/>
                  </a:lnTo>
                  <a:lnTo>
                    <a:pt x="9" y="51"/>
                  </a:lnTo>
                  <a:lnTo>
                    <a:pt x="12" y="46"/>
                  </a:lnTo>
                  <a:lnTo>
                    <a:pt x="12" y="46"/>
                  </a:lnTo>
                  <a:lnTo>
                    <a:pt x="16" y="35"/>
                  </a:lnTo>
                  <a:lnTo>
                    <a:pt x="17" y="30"/>
                  </a:lnTo>
                  <a:lnTo>
                    <a:pt x="20" y="27"/>
                  </a:lnTo>
                  <a:lnTo>
                    <a:pt x="20" y="27"/>
                  </a:lnTo>
                  <a:lnTo>
                    <a:pt x="22" y="24"/>
                  </a:lnTo>
                  <a:lnTo>
                    <a:pt x="23" y="19"/>
                  </a:lnTo>
                  <a:lnTo>
                    <a:pt x="25" y="14"/>
                  </a:lnTo>
                  <a:lnTo>
                    <a:pt x="25" y="11"/>
                  </a:lnTo>
                  <a:lnTo>
                    <a:pt x="25" y="11"/>
                  </a:lnTo>
                  <a:lnTo>
                    <a:pt x="21" y="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4" name="Freeform 860"/>
            <p:cNvSpPr>
              <a:spLocks/>
            </p:cNvSpPr>
            <p:nvPr/>
          </p:nvSpPr>
          <p:spPr bwMode="gray">
            <a:xfrm>
              <a:off x="6555743" y="4680472"/>
              <a:ext cx="84289" cy="115612"/>
            </a:xfrm>
            <a:custGeom>
              <a:avLst/>
              <a:gdLst>
                <a:gd name="T0" fmla="*/ 20 w 34"/>
                <a:gd name="T1" fmla="*/ 46 h 46"/>
                <a:gd name="T2" fmla="*/ 17 w 34"/>
                <a:gd name="T3" fmla="*/ 43 h 46"/>
                <a:gd name="T4" fmla="*/ 16 w 34"/>
                <a:gd name="T5" fmla="*/ 40 h 46"/>
                <a:gd name="T6" fmla="*/ 14 w 34"/>
                <a:gd name="T7" fmla="*/ 44 h 46"/>
                <a:gd name="T8" fmla="*/ 12 w 34"/>
                <a:gd name="T9" fmla="*/ 46 h 46"/>
                <a:gd name="T10" fmla="*/ 11 w 34"/>
                <a:gd name="T11" fmla="*/ 45 h 46"/>
                <a:gd name="T12" fmla="*/ 9 w 34"/>
                <a:gd name="T13" fmla="*/ 38 h 46"/>
                <a:gd name="T14" fmla="*/ 9 w 34"/>
                <a:gd name="T15" fmla="*/ 33 h 46"/>
                <a:gd name="T16" fmla="*/ 10 w 34"/>
                <a:gd name="T17" fmla="*/ 29 h 46"/>
                <a:gd name="T18" fmla="*/ 14 w 34"/>
                <a:gd name="T19" fmla="*/ 24 h 46"/>
                <a:gd name="T20" fmla="*/ 14 w 34"/>
                <a:gd name="T21" fmla="*/ 19 h 46"/>
                <a:gd name="T22" fmla="*/ 11 w 34"/>
                <a:gd name="T23" fmla="*/ 14 h 46"/>
                <a:gd name="T24" fmla="*/ 9 w 34"/>
                <a:gd name="T25" fmla="*/ 13 h 46"/>
                <a:gd name="T26" fmla="*/ 9 w 34"/>
                <a:gd name="T27" fmla="*/ 16 h 46"/>
                <a:gd name="T28" fmla="*/ 9 w 34"/>
                <a:gd name="T29" fmla="*/ 21 h 46"/>
                <a:gd name="T30" fmla="*/ 7 w 34"/>
                <a:gd name="T31" fmla="*/ 22 h 46"/>
                <a:gd name="T32" fmla="*/ 0 w 34"/>
                <a:gd name="T33" fmla="*/ 16 h 46"/>
                <a:gd name="T34" fmla="*/ 1 w 34"/>
                <a:gd name="T35" fmla="*/ 12 h 46"/>
                <a:gd name="T36" fmla="*/ 2 w 34"/>
                <a:gd name="T37" fmla="*/ 8 h 46"/>
                <a:gd name="T38" fmla="*/ 7 w 34"/>
                <a:gd name="T39" fmla="*/ 6 h 46"/>
                <a:gd name="T40" fmla="*/ 11 w 34"/>
                <a:gd name="T41" fmla="*/ 2 h 46"/>
                <a:gd name="T42" fmla="*/ 15 w 34"/>
                <a:gd name="T43" fmla="*/ 0 h 46"/>
                <a:gd name="T44" fmla="*/ 18 w 34"/>
                <a:gd name="T45" fmla="*/ 1 h 46"/>
                <a:gd name="T46" fmla="*/ 22 w 34"/>
                <a:gd name="T47" fmla="*/ 3 h 46"/>
                <a:gd name="T48" fmla="*/ 26 w 34"/>
                <a:gd name="T49" fmla="*/ 2 h 46"/>
                <a:gd name="T50" fmla="*/ 30 w 34"/>
                <a:gd name="T51" fmla="*/ 3 h 46"/>
                <a:gd name="T52" fmla="*/ 30 w 34"/>
                <a:gd name="T53" fmla="*/ 7 h 46"/>
                <a:gd name="T54" fmla="*/ 33 w 34"/>
                <a:gd name="T55" fmla="*/ 12 h 46"/>
                <a:gd name="T56" fmla="*/ 33 w 34"/>
                <a:gd name="T57" fmla="*/ 17 h 46"/>
                <a:gd name="T58" fmla="*/ 31 w 34"/>
                <a:gd name="T59" fmla="*/ 23 h 46"/>
                <a:gd name="T60" fmla="*/ 28 w 34"/>
                <a:gd name="T61" fmla="*/ 30 h 46"/>
                <a:gd name="T62" fmla="*/ 27 w 34"/>
                <a:gd name="T63" fmla="*/ 40 h 46"/>
                <a:gd name="T64" fmla="*/ 26 w 34"/>
                <a:gd name="T65" fmla="*/ 42 h 46"/>
                <a:gd name="T66" fmla="*/ 21 w 34"/>
                <a:gd name="T67" fmla="*/ 4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4" h="46">
                  <a:moveTo>
                    <a:pt x="20" y="46"/>
                  </a:moveTo>
                  <a:lnTo>
                    <a:pt x="20" y="46"/>
                  </a:lnTo>
                  <a:lnTo>
                    <a:pt x="17" y="45"/>
                  </a:lnTo>
                  <a:lnTo>
                    <a:pt x="17" y="43"/>
                  </a:lnTo>
                  <a:lnTo>
                    <a:pt x="16" y="40"/>
                  </a:lnTo>
                  <a:lnTo>
                    <a:pt x="16" y="40"/>
                  </a:lnTo>
                  <a:lnTo>
                    <a:pt x="16" y="40"/>
                  </a:lnTo>
                  <a:lnTo>
                    <a:pt x="14" y="44"/>
                  </a:lnTo>
                  <a:lnTo>
                    <a:pt x="14" y="45"/>
                  </a:lnTo>
                  <a:lnTo>
                    <a:pt x="12" y="46"/>
                  </a:lnTo>
                  <a:lnTo>
                    <a:pt x="12" y="46"/>
                  </a:lnTo>
                  <a:lnTo>
                    <a:pt x="11" y="45"/>
                  </a:lnTo>
                  <a:lnTo>
                    <a:pt x="10" y="43"/>
                  </a:lnTo>
                  <a:lnTo>
                    <a:pt x="9" y="38"/>
                  </a:lnTo>
                  <a:lnTo>
                    <a:pt x="9" y="38"/>
                  </a:lnTo>
                  <a:lnTo>
                    <a:pt x="9" y="33"/>
                  </a:lnTo>
                  <a:lnTo>
                    <a:pt x="9" y="30"/>
                  </a:lnTo>
                  <a:lnTo>
                    <a:pt x="10" y="29"/>
                  </a:lnTo>
                  <a:lnTo>
                    <a:pt x="10" y="29"/>
                  </a:lnTo>
                  <a:lnTo>
                    <a:pt x="14" y="24"/>
                  </a:lnTo>
                  <a:lnTo>
                    <a:pt x="14" y="21"/>
                  </a:lnTo>
                  <a:lnTo>
                    <a:pt x="14" y="19"/>
                  </a:lnTo>
                  <a:lnTo>
                    <a:pt x="14" y="19"/>
                  </a:lnTo>
                  <a:lnTo>
                    <a:pt x="11" y="14"/>
                  </a:lnTo>
                  <a:lnTo>
                    <a:pt x="10" y="13"/>
                  </a:lnTo>
                  <a:lnTo>
                    <a:pt x="9" y="13"/>
                  </a:lnTo>
                  <a:lnTo>
                    <a:pt x="9" y="13"/>
                  </a:lnTo>
                  <a:lnTo>
                    <a:pt x="9" y="16"/>
                  </a:lnTo>
                  <a:lnTo>
                    <a:pt x="9" y="18"/>
                  </a:lnTo>
                  <a:lnTo>
                    <a:pt x="9" y="21"/>
                  </a:lnTo>
                  <a:lnTo>
                    <a:pt x="7" y="22"/>
                  </a:lnTo>
                  <a:lnTo>
                    <a:pt x="7" y="22"/>
                  </a:lnTo>
                  <a:lnTo>
                    <a:pt x="4" y="19"/>
                  </a:lnTo>
                  <a:lnTo>
                    <a:pt x="0" y="16"/>
                  </a:lnTo>
                  <a:lnTo>
                    <a:pt x="0" y="16"/>
                  </a:lnTo>
                  <a:lnTo>
                    <a:pt x="1" y="12"/>
                  </a:lnTo>
                  <a:lnTo>
                    <a:pt x="1" y="10"/>
                  </a:lnTo>
                  <a:lnTo>
                    <a:pt x="2" y="8"/>
                  </a:lnTo>
                  <a:lnTo>
                    <a:pt x="2" y="8"/>
                  </a:lnTo>
                  <a:lnTo>
                    <a:pt x="7" y="6"/>
                  </a:lnTo>
                  <a:lnTo>
                    <a:pt x="11" y="2"/>
                  </a:lnTo>
                  <a:lnTo>
                    <a:pt x="11" y="2"/>
                  </a:lnTo>
                  <a:lnTo>
                    <a:pt x="12" y="1"/>
                  </a:lnTo>
                  <a:lnTo>
                    <a:pt x="15" y="0"/>
                  </a:lnTo>
                  <a:lnTo>
                    <a:pt x="17" y="0"/>
                  </a:lnTo>
                  <a:lnTo>
                    <a:pt x="18" y="1"/>
                  </a:lnTo>
                  <a:lnTo>
                    <a:pt x="18" y="1"/>
                  </a:lnTo>
                  <a:lnTo>
                    <a:pt x="22" y="3"/>
                  </a:lnTo>
                  <a:lnTo>
                    <a:pt x="26" y="2"/>
                  </a:lnTo>
                  <a:lnTo>
                    <a:pt x="26" y="2"/>
                  </a:lnTo>
                  <a:lnTo>
                    <a:pt x="28" y="2"/>
                  </a:lnTo>
                  <a:lnTo>
                    <a:pt x="30" y="3"/>
                  </a:lnTo>
                  <a:lnTo>
                    <a:pt x="30" y="7"/>
                  </a:lnTo>
                  <a:lnTo>
                    <a:pt x="30" y="7"/>
                  </a:lnTo>
                  <a:lnTo>
                    <a:pt x="31" y="10"/>
                  </a:lnTo>
                  <a:lnTo>
                    <a:pt x="33" y="12"/>
                  </a:lnTo>
                  <a:lnTo>
                    <a:pt x="34" y="14"/>
                  </a:lnTo>
                  <a:lnTo>
                    <a:pt x="33" y="17"/>
                  </a:lnTo>
                  <a:lnTo>
                    <a:pt x="33" y="17"/>
                  </a:lnTo>
                  <a:lnTo>
                    <a:pt x="31" y="23"/>
                  </a:lnTo>
                  <a:lnTo>
                    <a:pt x="28" y="30"/>
                  </a:lnTo>
                  <a:lnTo>
                    <a:pt x="28" y="30"/>
                  </a:lnTo>
                  <a:lnTo>
                    <a:pt x="27" y="37"/>
                  </a:lnTo>
                  <a:lnTo>
                    <a:pt x="27" y="40"/>
                  </a:lnTo>
                  <a:lnTo>
                    <a:pt x="26" y="42"/>
                  </a:lnTo>
                  <a:lnTo>
                    <a:pt x="26" y="42"/>
                  </a:lnTo>
                  <a:lnTo>
                    <a:pt x="22" y="44"/>
                  </a:lnTo>
                  <a:lnTo>
                    <a:pt x="21" y="46"/>
                  </a:lnTo>
                  <a:lnTo>
                    <a:pt x="20" y="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5" name="Freeform 862"/>
            <p:cNvSpPr>
              <a:spLocks/>
            </p:cNvSpPr>
            <p:nvPr/>
          </p:nvSpPr>
          <p:spPr bwMode="gray">
            <a:xfrm>
              <a:off x="6647471" y="4660365"/>
              <a:ext cx="84289" cy="75400"/>
            </a:xfrm>
            <a:custGeom>
              <a:avLst/>
              <a:gdLst>
                <a:gd name="T0" fmla="*/ 9 w 34"/>
                <a:gd name="T1" fmla="*/ 30 h 30"/>
                <a:gd name="T2" fmla="*/ 9 w 34"/>
                <a:gd name="T3" fmla="*/ 30 h 30"/>
                <a:gd name="T4" fmla="*/ 6 w 34"/>
                <a:gd name="T5" fmla="*/ 27 h 30"/>
                <a:gd name="T6" fmla="*/ 5 w 34"/>
                <a:gd name="T7" fmla="*/ 24 h 30"/>
                <a:gd name="T8" fmla="*/ 5 w 34"/>
                <a:gd name="T9" fmla="*/ 21 h 30"/>
                <a:gd name="T10" fmla="*/ 4 w 34"/>
                <a:gd name="T11" fmla="*/ 19 h 30"/>
                <a:gd name="T12" fmla="*/ 4 w 34"/>
                <a:gd name="T13" fmla="*/ 19 h 30"/>
                <a:gd name="T14" fmla="*/ 1 w 34"/>
                <a:gd name="T15" fmla="*/ 19 h 30"/>
                <a:gd name="T16" fmla="*/ 0 w 34"/>
                <a:gd name="T17" fmla="*/ 18 h 30"/>
                <a:gd name="T18" fmla="*/ 0 w 34"/>
                <a:gd name="T19" fmla="*/ 18 h 30"/>
                <a:gd name="T20" fmla="*/ 0 w 34"/>
                <a:gd name="T21" fmla="*/ 18 h 30"/>
                <a:gd name="T22" fmla="*/ 9 w 34"/>
                <a:gd name="T23" fmla="*/ 8 h 30"/>
                <a:gd name="T24" fmla="*/ 9 w 34"/>
                <a:gd name="T25" fmla="*/ 8 h 30"/>
                <a:gd name="T26" fmla="*/ 10 w 34"/>
                <a:gd name="T27" fmla="*/ 8 h 30"/>
                <a:gd name="T28" fmla="*/ 12 w 34"/>
                <a:gd name="T29" fmla="*/ 8 h 30"/>
                <a:gd name="T30" fmla="*/ 14 w 34"/>
                <a:gd name="T31" fmla="*/ 9 h 30"/>
                <a:gd name="T32" fmla="*/ 16 w 34"/>
                <a:gd name="T33" fmla="*/ 9 h 30"/>
                <a:gd name="T34" fmla="*/ 16 w 34"/>
                <a:gd name="T35" fmla="*/ 9 h 30"/>
                <a:gd name="T36" fmla="*/ 20 w 34"/>
                <a:gd name="T37" fmla="*/ 8 h 30"/>
                <a:gd name="T38" fmla="*/ 21 w 34"/>
                <a:gd name="T39" fmla="*/ 5 h 30"/>
                <a:gd name="T40" fmla="*/ 22 w 34"/>
                <a:gd name="T41" fmla="*/ 2 h 30"/>
                <a:gd name="T42" fmla="*/ 25 w 34"/>
                <a:gd name="T43" fmla="*/ 0 h 30"/>
                <a:gd name="T44" fmla="*/ 25 w 34"/>
                <a:gd name="T45" fmla="*/ 0 h 30"/>
                <a:gd name="T46" fmla="*/ 27 w 34"/>
                <a:gd name="T47" fmla="*/ 0 h 30"/>
                <a:gd name="T48" fmla="*/ 30 w 34"/>
                <a:gd name="T49" fmla="*/ 2 h 30"/>
                <a:gd name="T50" fmla="*/ 34 w 34"/>
                <a:gd name="T51" fmla="*/ 5 h 30"/>
                <a:gd name="T52" fmla="*/ 34 w 34"/>
                <a:gd name="T53" fmla="*/ 5 h 30"/>
                <a:gd name="T54" fmla="*/ 34 w 34"/>
                <a:gd name="T55" fmla="*/ 8 h 30"/>
                <a:gd name="T56" fmla="*/ 32 w 34"/>
                <a:gd name="T57" fmla="*/ 11 h 30"/>
                <a:gd name="T58" fmla="*/ 30 w 34"/>
                <a:gd name="T59" fmla="*/ 15 h 30"/>
                <a:gd name="T60" fmla="*/ 28 w 34"/>
                <a:gd name="T61" fmla="*/ 16 h 30"/>
                <a:gd name="T62" fmla="*/ 28 w 34"/>
                <a:gd name="T63" fmla="*/ 16 h 30"/>
                <a:gd name="T64" fmla="*/ 23 w 34"/>
                <a:gd name="T65" fmla="*/ 15 h 30"/>
                <a:gd name="T66" fmla="*/ 20 w 34"/>
                <a:gd name="T67" fmla="*/ 15 h 30"/>
                <a:gd name="T68" fmla="*/ 17 w 34"/>
                <a:gd name="T69" fmla="*/ 16 h 30"/>
                <a:gd name="T70" fmla="*/ 17 w 34"/>
                <a:gd name="T71" fmla="*/ 16 h 30"/>
                <a:gd name="T72" fmla="*/ 14 w 34"/>
                <a:gd name="T73" fmla="*/ 25 h 30"/>
                <a:gd name="T74" fmla="*/ 11 w 34"/>
                <a:gd name="T75" fmla="*/ 29 h 30"/>
                <a:gd name="T76" fmla="*/ 10 w 34"/>
                <a:gd name="T77" fmla="*/ 30 h 30"/>
                <a:gd name="T78" fmla="*/ 9 w 34"/>
                <a:gd name="T79"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4" h="30">
                  <a:moveTo>
                    <a:pt x="9" y="30"/>
                  </a:moveTo>
                  <a:lnTo>
                    <a:pt x="9" y="30"/>
                  </a:lnTo>
                  <a:lnTo>
                    <a:pt x="6" y="27"/>
                  </a:lnTo>
                  <a:lnTo>
                    <a:pt x="5" y="24"/>
                  </a:lnTo>
                  <a:lnTo>
                    <a:pt x="5" y="21"/>
                  </a:lnTo>
                  <a:lnTo>
                    <a:pt x="4" y="19"/>
                  </a:lnTo>
                  <a:lnTo>
                    <a:pt x="4" y="19"/>
                  </a:lnTo>
                  <a:lnTo>
                    <a:pt x="1" y="19"/>
                  </a:lnTo>
                  <a:lnTo>
                    <a:pt x="0" y="18"/>
                  </a:lnTo>
                  <a:lnTo>
                    <a:pt x="0" y="18"/>
                  </a:lnTo>
                  <a:lnTo>
                    <a:pt x="0" y="18"/>
                  </a:lnTo>
                  <a:lnTo>
                    <a:pt x="9" y="8"/>
                  </a:lnTo>
                  <a:lnTo>
                    <a:pt x="9" y="8"/>
                  </a:lnTo>
                  <a:lnTo>
                    <a:pt x="10" y="8"/>
                  </a:lnTo>
                  <a:lnTo>
                    <a:pt x="12" y="8"/>
                  </a:lnTo>
                  <a:lnTo>
                    <a:pt x="14" y="9"/>
                  </a:lnTo>
                  <a:lnTo>
                    <a:pt x="16" y="9"/>
                  </a:lnTo>
                  <a:lnTo>
                    <a:pt x="16" y="9"/>
                  </a:lnTo>
                  <a:lnTo>
                    <a:pt x="20" y="8"/>
                  </a:lnTo>
                  <a:lnTo>
                    <a:pt x="21" y="5"/>
                  </a:lnTo>
                  <a:lnTo>
                    <a:pt x="22" y="2"/>
                  </a:lnTo>
                  <a:lnTo>
                    <a:pt x="25" y="0"/>
                  </a:lnTo>
                  <a:lnTo>
                    <a:pt x="25" y="0"/>
                  </a:lnTo>
                  <a:lnTo>
                    <a:pt x="27" y="0"/>
                  </a:lnTo>
                  <a:lnTo>
                    <a:pt x="30" y="2"/>
                  </a:lnTo>
                  <a:lnTo>
                    <a:pt x="34" y="5"/>
                  </a:lnTo>
                  <a:lnTo>
                    <a:pt x="34" y="5"/>
                  </a:lnTo>
                  <a:lnTo>
                    <a:pt x="34" y="8"/>
                  </a:lnTo>
                  <a:lnTo>
                    <a:pt x="32" y="11"/>
                  </a:lnTo>
                  <a:lnTo>
                    <a:pt x="30" y="15"/>
                  </a:lnTo>
                  <a:lnTo>
                    <a:pt x="28" y="16"/>
                  </a:lnTo>
                  <a:lnTo>
                    <a:pt x="28" y="16"/>
                  </a:lnTo>
                  <a:lnTo>
                    <a:pt x="23" y="15"/>
                  </a:lnTo>
                  <a:lnTo>
                    <a:pt x="20" y="15"/>
                  </a:lnTo>
                  <a:lnTo>
                    <a:pt x="17" y="16"/>
                  </a:lnTo>
                  <a:lnTo>
                    <a:pt x="17" y="16"/>
                  </a:lnTo>
                  <a:lnTo>
                    <a:pt x="14" y="25"/>
                  </a:lnTo>
                  <a:lnTo>
                    <a:pt x="11" y="29"/>
                  </a:lnTo>
                  <a:lnTo>
                    <a:pt x="10" y="30"/>
                  </a:lnTo>
                  <a:lnTo>
                    <a:pt x="9" y="3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6" name="Freeform 864"/>
            <p:cNvSpPr>
              <a:spLocks/>
            </p:cNvSpPr>
            <p:nvPr/>
          </p:nvSpPr>
          <p:spPr bwMode="gray">
            <a:xfrm>
              <a:off x="6597889" y="4358767"/>
              <a:ext cx="376824" cy="339296"/>
            </a:xfrm>
            <a:custGeom>
              <a:avLst/>
              <a:gdLst>
                <a:gd name="T0" fmla="*/ 61 w 152"/>
                <a:gd name="T1" fmla="*/ 131 h 135"/>
                <a:gd name="T2" fmla="*/ 59 w 152"/>
                <a:gd name="T3" fmla="*/ 123 h 135"/>
                <a:gd name="T4" fmla="*/ 62 w 152"/>
                <a:gd name="T5" fmla="*/ 117 h 135"/>
                <a:gd name="T6" fmla="*/ 53 w 152"/>
                <a:gd name="T7" fmla="*/ 114 h 135"/>
                <a:gd name="T8" fmla="*/ 38 w 152"/>
                <a:gd name="T9" fmla="*/ 119 h 135"/>
                <a:gd name="T10" fmla="*/ 34 w 152"/>
                <a:gd name="T11" fmla="*/ 122 h 135"/>
                <a:gd name="T12" fmla="*/ 25 w 152"/>
                <a:gd name="T13" fmla="*/ 124 h 135"/>
                <a:gd name="T14" fmla="*/ 20 w 152"/>
                <a:gd name="T15" fmla="*/ 123 h 135"/>
                <a:gd name="T16" fmla="*/ 10 w 152"/>
                <a:gd name="T17" fmla="*/ 125 h 135"/>
                <a:gd name="T18" fmla="*/ 0 w 152"/>
                <a:gd name="T19" fmla="*/ 124 h 135"/>
                <a:gd name="T20" fmla="*/ 5 w 152"/>
                <a:gd name="T21" fmla="*/ 120 h 135"/>
                <a:gd name="T22" fmla="*/ 17 w 152"/>
                <a:gd name="T23" fmla="*/ 110 h 135"/>
                <a:gd name="T24" fmla="*/ 29 w 152"/>
                <a:gd name="T25" fmla="*/ 102 h 135"/>
                <a:gd name="T26" fmla="*/ 46 w 152"/>
                <a:gd name="T27" fmla="*/ 99 h 135"/>
                <a:gd name="T28" fmla="*/ 54 w 152"/>
                <a:gd name="T29" fmla="*/ 97 h 135"/>
                <a:gd name="T30" fmla="*/ 66 w 152"/>
                <a:gd name="T31" fmla="*/ 99 h 135"/>
                <a:gd name="T32" fmla="*/ 72 w 152"/>
                <a:gd name="T33" fmla="*/ 99 h 135"/>
                <a:gd name="T34" fmla="*/ 72 w 152"/>
                <a:gd name="T35" fmla="*/ 94 h 135"/>
                <a:gd name="T36" fmla="*/ 77 w 152"/>
                <a:gd name="T37" fmla="*/ 86 h 135"/>
                <a:gd name="T38" fmla="*/ 80 w 152"/>
                <a:gd name="T39" fmla="*/ 76 h 135"/>
                <a:gd name="T40" fmla="*/ 88 w 152"/>
                <a:gd name="T41" fmla="*/ 69 h 135"/>
                <a:gd name="T42" fmla="*/ 85 w 152"/>
                <a:gd name="T43" fmla="*/ 75 h 135"/>
                <a:gd name="T44" fmla="*/ 88 w 152"/>
                <a:gd name="T45" fmla="*/ 81 h 135"/>
                <a:gd name="T46" fmla="*/ 94 w 152"/>
                <a:gd name="T47" fmla="*/ 77 h 135"/>
                <a:gd name="T48" fmla="*/ 107 w 152"/>
                <a:gd name="T49" fmla="*/ 67 h 135"/>
                <a:gd name="T50" fmla="*/ 122 w 152"/>
                <a:gd name="T51" fmla="*/ 50 h 135"/>
                <a:gd name="T52" fmla="*/ 128 w 152"/>
                <a:gd name="T53" fmla="*/ 32 h 135"/>
                <a:gd name="T54" fmla="*/ 125 w 152"/>
                <a:gd name="T55" fmla="*/ 25 h 135"/>
                <a:gd name="T56" fmla="*/ 127 w 152"/>
                <a:gd name="T57" fmla="*/ 19 h 135"/>
                <a:gd name="T58" fmla="*/ 126 w 152"/>
                <a:gd name="T59" fmla="*/ 12 h 135"/>
                <a:gd name="T60" fmla="*/ 130 w 152"/>
                <a:gd name="T61" fmla="*/ 7 h 135"/>
                <a:gd name="T62" fmla="*/ 131 w 152"/>
                <a:gd name="T63" fmla="*/ 2 h 135"/>
                <a:gd name="T64" fmla="*/ 133 w 152"/>
                <a:gd name="T65" fmla="*/ 6 h 135"/>
                <a:gd name="T66" fmla="*/ 139 w 152"/>
                <a:gd name="T67" fmla="*/ 9 h 135"/>
                <a:gd name="T68" fmla="*/ 142 w 152"/>
                <a:gd name="T69" fmla="*/ 6 h 135"/>
                <a:gd name="T70" fmla="*/ 137 w 152"/>
                <a:gd name="T71" fmla="*/ 3 h 135"/>
                <a:gd name="T72" fmla="*/ 139 w 152"/>
                <a:gd name="T73" fmla="*/ 0 h 135"/>
                <a:gd name="T74" fmla="*/ 144 w 152"/>
                <a:gd name="T75" fmla="*/ 3 h 135"/>
                <a:gd name="T76" fmla="*/ 148 w 152"/>
                <a:gd name="T77" fmla="*/ 16 h 135"/>
                <a:gd name="T78" fmla="*/ 152 w 152"/>
                <a:gd name="T79" fmla="*/ 35 h 135"/>
                <a:gd name="T80" fmla="*/ 148 w 152"/>
                <a:gd name="T81" fmla="*/ 44 h 135"/>
                <a:gd name="T82" fmla="*/ 147 w 152"/>
                <a:gd name="T83" fmla="*/ 53 h 135"/>
                <a:gd name="T84" fmla="*/ 142 w 152"/>
                <a:gd name="T85" fmla="*/ 53 h 135"/>
                <a:gd name="T86" fmla="*/ 141 w 152"/>
                <a:gd name="T87" fmla="*/ 65 h 135"/>
                <a:gd name="T88" fmla="*/ 137 w 152"/>
                <a:gd name="T89" fmla="*/ 86 h 135"/>
                <a:gd name="T90" fmla="*/ 137 w 152"/>
                <a:gd name="T91" fmla="*/ 97 h 135"/>
                <a:gd name="T92" fmla="*/ 136 w 152"/>
                <a:gd name="T93" fmla="*/ 101 h 135"/>
                <a:gd name="T94" fmla="*/ 132 w 152"/>
                <a:gd name="T95" fmla="*/ 109 h 135"/>
                <a:gd name="T96" fmla="*/ 126 w 152"/>
                <a:gd name="T97" fmla="*/ 110 h 135"/>
                <a:gd name="T98" fmla="*/ 125 w 152"/>
                <a:gd name="T99" fmla="*/ 104 h 135"/>
                <a:gd name="T100" fmla="*/ 127 w 152"/>
                <a:gd name="T101" fmla="*/ 98 h 135"/>
                <a:gd name="T102" fmla="*/ 122 w 152"/>
                <a:gd name="T103" fmla="*/ 102 h 135"/>
                <a:gd name="T104" fmla="*/ 117 w 152"/>
                <a:gd name="T105" fmla="*/ 103 h 135"/>
                <a:gd name="T106" fmla="*/ 114 w 152"/>
                <a:gd name="T107" fmla="*/ 114 h 135"/>
                <a:gd name="T108" fmla="*/ 111 w 152"/>
                <a:gd name="T109" fmla="*/ 110 h 135"/>
                <a:gd name="T110" fmla="*/ 106 w 152"/>
                <a:gd name="T111" fmla="*/ 114 h 135"/>
                <a:gd name="T112" fmla="*/ 98 w 152"/>
                <a:gd name="T113" fmla="*/ 118 h 135"/>
                <a:gd name="T114" fmla="*/ 86 w 152"/>
                <a:gd name="T115" fmla="*/ 115 h 135"/>
                <a:gd name="T116" fmla="*/ 83 w 152"/>
                <a:gd name="T117" fmla="*/ 122 h 135"/>
                <a:gd name="T118" fmla="*/ 78 w 152"/>
                <a:gd name="T119" fmla="*/ 125 h 135"/>
                <a:gd name="T120" fmla="*/ 68 w 152"/>
                <a:gd name="T121" fmla="*/ 135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2" h="135">
                  <a:moveTo>
                    <a:pt x="68" y="135"/>
                  </a:moveTo>
                  <a:lnTo>
                    <a:pt x="68" y="135"/>
                  </a:lnTo>
                  <a:lnTo>
                    <a:pt x="63" y="134"/>
                  </a:lnTo>
                  <a:lnTo>
                    <a:pt x="61" y="131"/>
                  </a:lnTo>
                  <a:lnTo>
                    <a:pt x="61" y="131"/>
                  </a:lnTo>
                  <a:lnTo>
                    <a:pt x="59" y="126"/>
                  </a:lnTo>
                  <a:lnTo>
                    <a:pt x="58" y="124"/>
                  </a:lnTo>
                  <a:lnTo>
                    <a:pt x="59" y="123"/>
                  </a:lnTo>
                  <a:lnTo>
                    <a:pt x="59" y="123"/>
                  </a:lnTo>
                  <a:lnTo>
                    <a:pt x="62" y="120"/>
                  </a:lnTo>
                  <a:lnTo>
                    <a:pt x="63" y="118"/>
                  </a:lnTo>
                  <a:lnTo>
                    <a:pt x="62" y="117"/>
                  </a:lnTo>
                  <a:lnTo>
                    <a:pt x="62" y="117"/>
                  </a:lnTo>
                  <a:lnTo>
                    <a:pt x="57" y="114"/>
                  </a:lnTo>
                  <a:lnTo>
                    <a:pt x="53" y="114"/>
                  </a:lnTo>
                  <a:lnTo>
                    <a:pt x="53" y="114"/>
                  </a:lnTo>
                  <a:lnTo>
                    <a:pt x="45" y="117"/>
                  </a:lnTo>
                  <a:lnTo>
                    <a:pt x="45" y="117"/>
                  </a:lnTo>
                  <a:lnTo>
                    <a:pt x="41" y="119"/>
                  </a:lnTo>
                  <a:lnTo>
                    <a:pt x="38" y="119"/>
                  </a:lnTo>
                  <a:lnTo>
                    <a:pt x="36" y="119"/>
                  </a:lnTo>
                  <a:lnTo>
                    <a:pt x="36" y="119"/>
                  </a:lnTo>
                  <a:lnTo>
                    <a:pt x="35" y="119"/>
                  </a:lnTo>
                  <a:lnTo>
                    <a:pt x="34" y="122"/>
                  </a:lnTo>
                  <a:lnTo>
                    <a:pt x="31" y="123"/>
                  </a:lnTo>
                  <a:lnTo>
                    <a:pt x="31" y="123"/>
                  </a:lnTo>
                  <a:lnTo>
                    <a:pt x="27" y="124"/>
                  </a:lnTo>
                  <a:lnTo>
                    <a:pt x="25" y="124"/>
                  </a:lnTo>
                  <a:lnTo>
                    <a:pt x="24" y="124"/>
                  </a:lnTo>
                  <a:lnTo>
                    <a:pt x="24" y="124"/>
                  </a:lnTo>
                  <a:lnTo>
                    <a:pt x="22" y="123"/>
                  </a:lnTo>
                  <a:lnTo>
                    <a:pt x="20" y="123"/>
                  </a:lnTo>
                  <a:lnTo>
                    <a:pt x="17" y="124"/>
                  </a:lnTo>
                  <a:lnTo>
                    <a:pt x="17" y="124"/>
                  </a:lnTo>
                  <a:lnTo>
                    <a:pt x="15" y="125"/>
                  </a:lnTo>
                  <a:lnTo>
                    <a:pt x="10" y="125"/>
                  </a:lnTo>
                  <a:lnTo>
                    <a:pt x="10" y="125"/>
                  </a:lnTo>
                  <a:lnTo>
                    <a:pt x="3" y="125"/>
                  </a:lnTo>
                  <a:lnTo>
                    <a:pt x="0" y="125"/>
                  </a:lnTo>
                  <a:lnTo>
                    <a:pt x="0" y="124"/>
                  </a:lnTo>
                  <a:lnTo>
                    <a:pt x="0" y="123"/>
                  </a:lnTo>
                  <a:lnTo>
                    <a:pt x="0" y="123"/>
                  </a:lnTo>
                  <a:lnTo>
                    <a:pt x="3" y="122"/>
                  </a:lnTo>
                  <a:lnTo>
                    <a:pt x="5" y="120"/>
                  </a:lnTo>
                  <a:lnTo>
                    <a:pt x="10" y="118"/>
                  </a:lnTo>
                  <a:lnTo>
                    <a:pt x="10" y="118"/>
                  </a:lnTo>
                  <a:lnTo>
                    <a:pt x="14" y="114"/>
                  </a:lnTo>
                  <a:lnTo>
                    <a:pt x="17" y="110"/>
                  </a:lnTo>
                  <a:lnTo>
                    <a:pt x="17" y="110"/>
                  </a:lnTo>
                  <a:lnTo>
                    <a:pt x="24" y="105"/>
                  </a:lnTo>
                  <a:lnTo>
                    <a:pt x="26" y="103"/>
                  </a:lnTo>
                  <a:lnTo>
                    <a:pt x="29" y="102"/>
                  </a:lnTo>
                  <a:lnTo>
                    <a:pt x="29" y="102"/>
                  </a:lnTo>
                  <a:lnTo>
                    <a:pt x="37" y="101"/>
                  </a:lnTo>
                  <a:lnTo>
                    <a:pt x="42" y="101"/>
                  </a:lnTo>
                  <a:lnTo>
                    <a:pt x="46" y="99"/>
                  </a:lnTo>
                  <a:lnTo>
                    <a:pt x="46" y="99"/>
                  </a:lnTo>
                  <a:lnTo>
                    <a:pt x="50" y="98"/>
                  </a:lnTo>
                  <a:lnTo>
                    <a:pt x="52" y="97"/>
                  </a:lnTo>
                  <a:lnTo>
                    <a:pt x="54" y="97"/>
                  </a:lnTo>
                  <a:lnTo>
                    <a:pt x="54" y="97"/>
                  </a:lnTo>
                  <a:lnTo>
                    <a:pt x="63" y="98"/>
                  </a:lnTo>
                  <a:lnTo>
                    <a:pt x="63" y="98"/>
                  </a:lnTo>
                  <a:lnTo>
                    <a:pt x="66" y="99"/>
                  </a:lnTo>
                  <a:lnTo>
                    <a:pt x="67" y="101"/>
                  </a:lnTo>
                  <a:lnTo>
                    <a:pt x="67" y="101"/>
                  </a:lnTo>
                  <a:lnTo>
                    <a:pt x="70" y="101"/>
                  </a:lnTo>
                  <a:lnTo>
                    <a:pt x="72" y="99"/>
                  </a:lnTo>
                  <a:lnTo>
                    <a:pt x="73" y="98"/>
                  </a:lnTo>
                  <a:lnTo>
                    <a:pt x="73" y="98"/>
                  </a:lnTo>
                  <a:lnTo>
                    <a:pt x="73" y="96"/>
                  </a:lnTo>
                  <a:lnTo>
                    <a:pt x="72" y="94"/>
                  </a:lnTo>
                  <a:lnTo>
                    <a:pt x="72" y="92"/>
                  </a:lnTo>
                  <a:lnTo>
                    <a:pt x="73" y="91"/>
                  </a:lnTo>
                  <a:lnTo>
                    <a:pt x="73" y="91"/>
                  </a:lnTo>
                  <a:lnTo>
                    <a:pt x="77" y="86"/>
                  </a:lnTo>
                  <a:lnTo>
                    <a:pt x="79" y="83"/>
                  </a:lnTo>
                  <a:lnTo>
                    <a:pt x="80" y="81"/>
                  </a:lnTo>
                  <a:lnTo>
                    <a:pt x="80" y="81"/>
                  </a:lnTo>
                  <a:lnTo>
                    <a:pt x="80" y="76"/>
                  </a:lnTo>
                  <a:lnTo>
                    <a:pt x="80" y="72"/>
                  </a:lnTo>
                  <a:lnTo>
                    <a:pt x="80" y="72"/>
                  </a:lnTo>
                  <a:lnTo>
                    <a:pt x="84" y="70"/>
                  </a:lnTo>
                  <a:lnTo>
                    <a:pt x="88" y="69"/>
                  </a:lnTo>
                  <a:lnTo>
                    <a:pt x="88" y="69"/>
                  </a:lnTo>
                  <a:lnTo>
                    <a:pt x="88" y="69"/>
                  </a:lnTo>
                  <a:lnTo>
                    <a:pt x="88" y="70"/>
                  </a:lnTo>
                  <a:lnTo>
                    <a:pt x="85" y="75"/>
                  </a:lnTo>
                  <a:lnTo>
                    <a:pt x="85" y="75"/>
                  </a:lnTo>
                  <a:lnTo>
                    <a:pt x="85" y="78"/>
                  </a:lnTo>
                  <a:lnTo>
                    <a:pt x="85" y="80"/>
                  </a:lnTo>
                  <a:lnTo>
                    <a:pt x="88" y="81"/>
                  </a:lnTo>
                  <a:lnTo>
                    <a:pt x="88" y="81"/>
                  </a:lnTo>
                  <a:lnTo>
                    <a:pt x="90" y="80"/>
                  </a:lnTo>
                  <a:lnTo>
                    <a:pt x="94" y="77"/>
                  </a:lnTo>
                  <a:lnTo>
                    <a:pt x="94" y="77"/>
                  </a:lnTo>
                  <a:lnTo>
                    <a:pt x="98" y="73"/>
                  </a:lnTo>
                  <a:lnTo>
                    <a:pt x="105" y="69"/>
                  </a:lnTo>
                  <a:lnTo>
                    <a:pt x="105" y="69"/>
                  </a:lnTo>
                  <a:lnTo>
                    <a:pt x="107" y="67"/>
                  </a:lnTo>
                  <a:lnTo>
                    <a:pt x="111" y="65"/>
                  </a:lnTo>
                  <a:lnTo>
                    <a:pt x="117" y="57"/>
                  </a:lnTo>
                  <a:lnTo>
                    <a:pt x="117" y="57"/>
                  </a:lnTo>
                  <a:lnTo>
                    <a:pt x="122" y="50"/>
                  </a:lnTo>
                  <a:lnTo>
                    <a:pt x="125" y="43"/>
                  </a:lnTo>
                  <a:lnTo>
                    <a:pt x="125" y="43"/>
                  </a:lnTo>
                  <a:lnTo>
                    <a:pt x="127" y="35"/>
                  </a:lnTo>
                  <a:lnTo>
                    <a:pt x="128" y="32"/>
                  </a:lnTo>
                  <a:lnTo>
                    <a:pt x="128" y="29"/>
                  </a:lnTo>
                  <a:lnTo>
                    <a:pt x="128" y="29"/>
                  </a:lnTo>
                  <a:lnTo>
                    <a:pt x="126" y="27"/>
                  </a:lnTo>
                  <a:lnTo>
                    <a:pt x="125" y="25"/>
                  </a:lnTo>
                  <a:lnTo>
                    <a:pt x="126" y="24"/>
                  </a:lnTo>
                  <a:lnTo>
                    <a:pt x="126" y="24"/>
                  </a:lnTo>
                  <a:lnTo>
                    <a:pt x="127" y="22"/>
                  </a:lnTo>
                  <a:lnTo>
                    <a:pt x="127" y="19"/>
                  </a:lnTo>
                  <a:lnTo>
                    <a:pt x="127" y="19"/>
                  </a:lnTo>
                  <a:lnTo>
                    <a:pt x="126" y="16"/>
                  </a:lnTo>
                  <a:lnTo>
                    <a:pt x="126" y="13"/>
                  </a:lnTo>
                  <a:lnTo>
                    <a:pt x="126" y="12"/>
                  </a:lnTo>
                  <a:lnTo>
                    <a:pt x="126" y="12"/>
                  </a:lnTo>
                  <a:lnTo>
                    <a:pt x="128" y="9"/>
                  </a:lnTo>
                  <a:lnTo>
                    <a:pt x="130" y="7"/>
                  </a:lnTo>
                  <a:lnTo>
                    <a:pt x="130" y="7"/>
                  </a:lnTo>
                  <a:lnTo>
                    <a:pt x="130" y="5"/>
                  </a:lnTo>
                  <a:lnTo>
                    <a:pt x="130" y="3"/>
                  </a:lnTo>
                  <a:lnTo>
                    <a:pt x="131" y="2"/>
                  </a:lnTo>
                  <a:lnTo>
                    <a:pt x="131" y="2"/>
                  </a:lnTo>
                  <a:lnTo>
                    <a:pt x="132" y="2"/>
                  </a:lnTo>
                  <a:lnTo>
                    <a:pt x="133" y="3"/>
                  </a:lnTo>
                  <a:lnTo>
                    <a:pt x="133" y="6"/>
                  </a:lnTo>
                  <a:lnTo>
                    <a:pt x="133" y="6"/>
                  </a:lnTo>
                  <a:lnTo>
                    <a:pt x="134" y="8"/>
                  </a:lnTo>
                  <a:lnTo>
                    <a:pt x="137" y="9"/>
                  </a:lnTo>
                  <a:lnTo>
                    <a:pt x="137" y="9"/>
                  </a:lnTo>
                  <a:lnTo>
                    <a:pt x="139" y="9"/>
                  </a:lnTo>
                  <a:lnTo>
                    <a:pt x="141" y="9"/>
                  </a:lnTo>
                  <a:lnTo>
                    <a:pt x="142" y="8"/>
                  </a:lnTo>
                  <a:lnTo>
                    <a:pt x="142" y="8"/>
                  </a:lnTo>
                  <a:lnTo>
                    <a:pt x="142" y="6"/>
                  </a:lnTo>
                  <a:lnTo>
                    <a:pt x="141" y="5"/>
                  </a:lnTo>
                  <a:lnTo>
                    <a:pt x="141" y="5"/>
                  </a:lnTo>
                  <a:lnTo>
                    <a:pt x="138" y="5"/>
                  </a:lnTo>
                  <a:lnTo>
                    <a:pt x="137" y="3"/>
                  </a:lnTo>
                  <a:lnTo>
                    <a:pt x="137" y="3"/>
                  </a:lnTo>
                  <a:lnTo>
                    <a:pt x="137" y="1"/>
                  </a:lnTo>
                  <a:lnTo>
                    <a:pt x="138" y="0"/>
                  </a:lnTo>
                  <a:lnTo>
                    <a:pt x="139" y="0"/>
                  </a:lnTo>
                  <a:lnTo>
                    <a:pt x="139" y="0"/>
                  </a:lnTo>
                  <a:lnTo>
                    <a:pt x="142" y="0"/>
                  </a:lnTo>
                  <a:lnTo>
                    <a:pt x="143" y="1"/>
                  </a:lnTo>
                  <a:lnTo>
                    <a:pt x="144" y="3"/>
                  </a:lnTo>
                  <a:lnTo>
                    <a:pt x="144" y="3"/>
                  </a:lnTo>
                  <a:lnTo>
                    <a:pt x="146" y="9"/>
                  </a:lnTo>
                  <a:lnTo>
                    <a:pt x="147" y="13"/>
                  </a:lnTo>
                  <a:lnTo>
                    <a:pt x="148" y="16"/>
                  </a:lnTo>
                  <a:lnTo>
                    <a:pt x="148" y="16"/>
                  </a:lnTo>
                  <a:lnTo>
                    <a:pt x="149" y="19"/>
                  </a:lnTo>
                  <a:lnTo>
                    <a:pt x="150" y="25"/>
                  </a:lnTo>
                  <a:lnTo>
                    <a:pt x="152" y="35"/>
                  </a:lnTo>
                  <a:lnTo>
                    <a:pt x="152" y="35"/>
                  </a:lnTo>
                  <a:lnTo>
                    <a:pt x="150" y="39"/>
                  </a:lnTo>
                  <a:lnTo>
                    <a:pt x="148" y="44"/>
                  </a:lnTo>
                  <a:lnTo>
                    <a:pt x="148" y="44"/>
                  </a:lnTo>
                  <a:lnTo>
                    <a:pt x="148" y="49"/>
                  </a:lnTo>
                  <a:lnTo>
                    <a:pt x="148" y="51"/>
                  </a:lnTo>
                  <a:lnTo>
                    <a:pt x="147" y="53"/>
                  </a:lnTo>
                  <a:lnTo>
                    <a:pt x="147" y="53"/>
                  </a:lnTo>
                  <a:lnTo>
                    <a:pt x="144" y="53"/>
                  </a:lnTo>
                  <a:lnTo>
                    <a:pt x="143" y="51"/>
                  </a:lnTo>
                  <a:lnTo>
                    <a:pt x="143" y="51"/>
                  </a:lnTo>
                  <a:lnTo>
                    <a:pt x="142" y="53"/>
                  </a:lnTo>
                  <a:lnTo>
                    <a:pt x="141" y="54"/>
                  </a:lnTo>
                  <a:lnTo>
                    <a:pt x="141" y="57"/>
                  </a:lnTo>
                  <a:lnTo>
                    <a:pt x="141" y="57"/>
                  </a:lnTo>
                  <a:lnTo>
                    <a:pt x="141" y="65"/>
                  </a:lnTo>
                  <a:lnTo>
                    <a:pt x="141" y="72"/>
                  </a:lnTo>
                  <a:lnTo>
                    <a:pt x="141" y="72"/>
                  </a:lnTo>
                  <a:lnTo>
                    <a:pt x="139" y="80"/>
                  </a:lnTo>
                  <a:lnTo>
                    <a:pt x="137" y="86"/>
                  </a:lnTo>
                  <a:lnTo>
                    <a:pt x="137" y="86"/>
                  </a:lnTo>
                  <a:lnTo>
                    <a:pt x="136" y="91"/>
                  </a:lnTo>
                  <a:lnTo>
                    <a:pt x="136" y="93"/>
                  </a:lnTo>
                  <a:lnTo>
                    <a:pt x="137" y="97"/>
                  </a:lnTo>
                  <a:lnTo>
                    <a:pt x="137" y="97"/>
                  </a:lnTo>
                  <a:lnTo>
                    <a:pt x="138" y="98"/>
                  </a:lnTo>
                  <a:lnTo>
                    <a:pt x="137" y="99"/>
                  </a:lnTo>
                  <a:lnTo>
                    <a:pt x="136" y="101"/>
                  </a:lnTo>
                  <a:lnTo>
                    <a:pt x="133" y="103"/>
                  </a:lnTo>
                  <a:lnTo>
                    <a:pt x="133" y="103"/>
                  </a:lnTo>
                  <a:lnTo>
                    <a:pt x="132" y="105"/>
                  </a:lnTo>
                  <a:lnTo>
                    <a:pt x="132" y="109"/>
                  </a:lnTo>
                  <a:lnTo>
                    <a:pt x="132" y="110"/>
                  </a:lnTo>
                  <a:lnTo>
                    <a:pt x="131" y="112"/>
                  </a:lnTo>
                  <a:lnTo>
                    <a:pt x="131" y="112"/>
                  </a:lnTo>
                  <a:lnTo>
                    <a:pt x="126" y="110"/>
                  </a:lnTo>
                  <a:lnTo>
                    <a:pt x="125" y="110"/>
                  </a:lnTo>
                  <a:lnTo>
                    <a:pt x="123" y="108"/>
                  </a:lnTo>
                  <a:lnTo>
                    <a:pt x="123" y="108"/>
                  </a:lnTo>
                  <a:lnTo>
                    <a:pt x="125" y="104"/>
                  </a:lnTo>
                  <a:lnTo>
                    <a:pt x="127" y="101"/>
                  </a:lnTo>
                  <a:lnTo>
                    <a:pt x="127" y="101"/>
                  </a:lnTo>
                  <a:lnTo>
                    <a:pt x="128" y="98"/>
                  </a:lnTo>
                  <a:lnTo>
                    <a:pt x="127" y="98"/>
                  </a:lnTo>
                  <a:lnTo>
                    <a:pt x="127" y="97"/>
                  </a:lnTo>
                  <a:lnTo>
                    <a:pt x="127" y="97"/>
                  </a:lnTo>
                  <a:lnTo>
                    <a:pt x="125" y="99"/>
                  </a:lnTo>
                  <a:lnTo>
                    <a:pt x="122" y="102"/>
                  </a:lnTo>
                  <a:lnTo>
                    <a:pt x="122" y="102"/>
                  </a:lnTo>
                  <a:lnTo>
                    <a:pt x="118" y="102"/>
                  </a:lnTo>
                  <a:lnTo>
                    <a:pt x="118" y="102"/>
                  </a:lnTo>
                  <a:lnTo>
                    <a:pt x="117" y="103"/>
                  </a:lnTo>
                  <a:lnTo>
                    <a:pt x="117" y="103"/>
                  </a:lnTo>
                  <a:lnTo>
                    <a:pt x="116" y="109"/>
                  </a:lnTo>
                  <a:lnTo>
                    <a:pt x="115" y="113"/>
                  </a:lnTo>
                  <a:lnTo>
                    <a:pt x="114" y="114"/>
                  </a:lnTo>
                  <a:lnTo>
                    <a:pt x="114" y="114"/>
                  </a:lnTo>
                  <a:lnTo>
                    <a:pt x="112" y="113"/>
                  </a:lnTo>
                  <a:lnTo>
                    <a:pt x="112" y="112"/>
                  </a:lnTo>
                  <a:lnTo>
                    <a:pt x="111" y="110"/>
                  </a:lnTo>
                  <a:lnTo>
                    <a:pt x="111" y="109"/>
                  </a:lnTo>
                  <a:lnTo>
                    <a:pt x="111" y="109"/>
                  </a:lnTo>
                  <a:lnTo>
                    <a:pt x="109" y="112"/>
                  </a:lnTo>
                  <a:lnTo>
                    <a:pt x="106" y="114"/>
                  </a:lnTo>
                  <a:lnTo>
                    <a:pt x="106" y="114"/>
                  </a:lnTo>
                  <a:lnTo>
                    <a:pt x="102" y="115"/>
                  </a:lnTo>
                  <a:lnTo>
                    <a:pt x="98" y="118"/>
                  </a:lnTo>
                  <a:lnTo>
                    <a:pt x="98" y="118"/>
                  </a:lnTo>
                  <a:lnTo>
                    <a:pt x="90" y="118"/>
                  </a:lnTo>
                  <a:lnTo>
                    <a:pt x="90" y="118"/>
                  </a:lnTo>
                  <a:lnTo>
                    <a:pt x="88" y="115"/>
                  </a:lnTo>
                  <a:lnTo>
                    <a:pt x="86" y="115"/>
                  </a:lnTo>
                  <a:lnTo>
                    <a:pt x="85" y="114"/>
                  </a:lnTo>
                  <a:lnTo>
                    <a:pt x="85" y="114"/>
                  </a:lnTo>
                  <a:lnTo>
                    <a:pt x="84" y="118"/>
                  </a:lnTo>
                  <a:lnTo>
                    <a:pt x="83" y="122"/>
                  </a:lnTo>
                  <a:lnTo>
                    <a:pt x="83" y="122"/>
                  </a:lnTo>
                  <a:lnTo>
                    <a:pt x="82" y="123"/>
                  </a:lnTo>
                  <a:lnTo>
                    <a:pt x="78" y="125"/>
                  </a:lnTo>
                  <a:lnTo>
                    <a:pt x="78" y="125"/>
                  </a:lnTo>
                  <a:lnTo>
                    <a:pt x="74" y="131"/>
                  </a:lnTo>
                  <a:lnTo>
                    <a:pt x="70" y="134"/>
                  </a:lnTo>
                  <a:lnTo>
                    <a:pt x="69" y="135"/>
                  </a:lnTo>
                  <a:lnTo>
                    <a:pt x="68" y="13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7" name="Freeform 866"/>
            <p:cNvSpPr>
              <a:spLocks/>
            </p:cNvSpPr>
            <p:nvPr/>
          </p:nvSpPr>
          <p:spPr bwMode="gray">
            <a:xfrm>
              <a:off x="6902819" y="4172783"/>
              <a:ext cx="195849" cy="185984"/>
            </a:xfrm>
            <a:custGeom>
              <a:avLst/>
              <a:gdLst>
                <a:gd name="T0" fmla="*/ 11 w 79"/>
                <a:gd name="T1" fmla="*/ 69 h 74"/>
                <a:gd name="T2" fmla="*/ 5 w 79"/>
                <a:gd name="T3" fmla="*/ 74 h 74"/>
                <a:gd name="T4" fmla="*/ 4 w 79"/>
                <a:gd name="T5" fmla="*/ 72 h 74"/>
                <a:gd name="T6" fmla="*/ 2 w 79"/>
                <a:gd name="T7" fmla="*/ 69 h 74"/>
                <a:gd name="T8" fmla="*/ 2 w 79"/>
                <a:gd name="T9" fmla="*/ 67 h 74"/>
                <a:gd name="T10" fmla="*/ 4 w 79"/>
                <a:gd name="T11" fmla="*/ 65 h 74"/>
                <a:gd name="T12" fmla="*/ 4 w 79"/>
                <a:gd name="T13" fmla="*/ 64 h 74"/>
                <a:gd name="T14" fmla="*/ 0 w 79"/>
                <a:gd name="T15" fmla="*/ 56 h 74"/>
                <a:gd name="T16" fmla="*/ 0 w 79"/>
                <a:gd name="T17" fmla="*/ 54 h 74"/>
                <a:gd name="T18" fmla="*/ 4 w 79"/>
                <a:gd name="T19" fmla="*/ 50 h 74"/>
                <a:gd name="T20" fmla="*/ 8 w 79"/>
                <a:gd name="T21" fmla="*/ 48 h 74"/>
                <a:gd name="T22" fmla="*/ 9 w 79"/>
                <a:gd name="T23" fmla="*/ 44 h 74"/>
                <a:gd name="T24" fmla="*/ 11 w 79"/>
                <a:gd name="T25" fmla="*/ 42 h 74"/>
                <a:gd name="T26" fmla="*/ 15 w 79"/>
                <a:gd name="T27" fmla="*/ 44 h 74"/>
                <a:gd name="T28" fmla="*/ 19 w 79"/>
                <a:gd name="T29" fmla="*/ 44 h 74"/>
                <a:gd name="T30" fmla="*/ 23 w 79"/>
                <a:gd name="T31" fmla="*/ 40 h 74"/>
                <a:gd name="T32" fmla="*/ 24 w 79"/>
                <a:gd name="T33" fmla="*/ 35 h 74"/>
                <a:gd name="T34" fmla="*/ 24 w 79"/>
                <a:gd name="T35" fmla="*/ 33 h 74"/>
                <a:gd name="T36" fmla="*/ 26 w 79"/>
                <a:gd name="T37" fmla="*/ 26 h 74"/>
                <a:gd name="T38" fmla="*/ 27 w 79"/>
                <a:gd name="T39" fmla="*/ 17 h 74"/>
                <a:gd name="T40" fmla="*/ 26 w 79"/>
                <a:gd name="T41" fmla="*/ 8 h 74"/>
                <a:gd name="T42" fmla="*/ 26 w 79"/>
                <a:gd name="T43" fmla="*/ 5 h 74"/>
                <a:gd name="T44" fmla="*/ 27 w 79"/>
                <a:gd name="T45" fmla="*/ 1 h 74"/>
                <a:gd name="T46" fmla="*/ 31 w 79"/>
                <a:gd name="T47" fmla="*/ 0 h 74"/>
                <a:gd name="T48" fmla="*/ 31 w 79"/>
                <a:gd name="T49" fmla="*/ 0 h 74"/>
                <a:gd name="T50" fmla="*/ 41 w 79"/>
                <a:gd name="T51" fmla="*/ 13 h 74"/>
                <a:gd name="T52" fmla="*/ 48 w 79"/>
                <a:gd name="T53" fmla="*/ 18 h 74"/>
                <a:gd name="T54" fmla="*/ 55 w 79"/>
                <a:gd name="T55" fmla="*/ 22 h 74"/>
                <a:gd name="T56" fmla="*/ 58 w 79"/>
                <a:gd name="T57" fmla="*/ 21 h 74"/>
                <a:gd name="T58" fmla="*/ 61 w 79"/>
                <a:gd name="T59" fmla="*/ 21 h 74"/>
                <a:gd name="T60" fmla="*/ 61 w 79"/>
                <a:gd name="T61" fmla="*/ 24 h 74"/>
                <a:gd name="T62" fmla="*/ 63 w 79"/>
                <a:gd name="T63" fmla="*/ 26 h 74"/>
                <a:gd name="T64" fmla="*/ 68 w 79"/>
                <a:gd name="T65" fmla="*/ 23 h 74"/>
                <a:gd name="T66" fmla="*/ 72 w 79"/>
                <a:gd name="T67" fmla="*/ 23 h 74"/>
                <a:gd name="T68" fmla="*/ 72 w 79"/>
                <a:gd name="T69" fmla="*/ 31 h 74"/>
                <a:gd name="T70" fmla="*/ 73 w 79"/>
                <a:gd name="T71" fmla="*/ 34 h 74"/>
                <a:gd name="T72" fmla="*/ 74 w 79"/>
                <a:gd name="T73" fmla="*/ 37 h 74"/>
                <a:gd name="T74" fmla="*/ 78 w 79"/>
                <a:gd name="T75" fmla="*/ 37 h 74"/>
                <a:gd name="T76" fmla="*/ 79 w 79"/>
                <a:gd name="T77" fmla="*/ 38 h 74"/>
                <a:gd name="T78" fmla="*/ 72 w 79"/>
                <a:gd name="T79" fmla="*/ 40 h 74"/>
                <a:gd name="T80" fmla="*/ 62 w 79"/>
                <a:gd name="T81" fmla="*/ 43 h 74"/>
                <a:gd name="T82" fmla="*/ 55 w 79"/>
                <a:gd name="T83" fmla="*/ 49 h 74"/>
                <a:gd name="T84" fmla="*/ 50 w 79"/>
                <a:gd name="T85" fmla="*/ 55 h 74"/>
                <a:gd name="T86" fmla="*/ 48 w 79"/>
                <a:gd name="T87" fmla="*/ 63 h 74"/>
                <a:gd name="T88" fmla="*/ 45 w 79"/>
                <a:gd name="T89" fmla="*/ 64 h 74"/>
                <a:gd name="T90" fmla="*/ 39 w 79"/>
                <a:gd name="T91" fmla="*/ 59 h 74"/>
                <a:gd name="T92" fmla="*/ 31 w 79"/>
                <a:gd name="T93" fmla="*/ 55 h 74"/>
                <a:gd name="T94" fmla="*/ 30 w 79"/>
                <a:gd name="T95" fmla="*/ 55 h 74"/>
                <a:gd name="T96" fmla="*/ 25 w 79"/>
                <a:gd name="T97" fmla="*/ 53 h 74"/>
                <a:gd name="T98" fmla="*/ 24 w 79"/>
                <a:gd name="T99" fmla="*/ 53 h 74"/>
                <a:gd name="T100" fmla="*/ 16 w 79"/>
                <a:gd name="T101" fmla="*/ 58 h 74"/>
                <a:gd name="T102" fmla="*/ 15 w 79"/>
                <a:gd name="T103" fmla="*/ 58 h 74"/>
                <a:gd name="T104" fmla="*/ 11 w 79"/>
                <a:gd name="T105" fmla="*/ 53 h 74"/>
                <a:gd name="T106" fmla="*/ 10 w 79"/>
                <a:gd name="T107" fmla="*/ 51 h 74"/>
                <a:gd name="T108" fmla="*/ 7 w 79"/>
                <a:gd name="T109" fmla="*/ 58 h 74"/>
                <a:gd name="T110" fmla="*/ 8 w 79"/>
                <a:gd name="T111" fmla="*/ 59 h 74"/>
                <a:gd name="T112" fmla="*/ 14 w 79"/>
                <a:gd name="T113" fmla="*/ 60 h 74"/>
                <a:gd name="T114" fmla="*/ 18 w 79"/>
                <a:gd name="T115" fmla="*/ 64 h 74"/>
                <a:gd name="T116" fmla="*/ 16 w 79"/>
                <a:gd name="T117" fmla="*/ 65 h 74"/>
                <a:gd name="T118" fmla="*/ 14 w 79"/>
                <a:gd name="T119" fmla="*/ 67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 h="74">
                  <a:moveTo>
                    <a:pt x="11" y="69"/>
                  </a:moveTo>
                  <a:lnTo>
                    <a:pt x="11" y="69"/>
                  </a:lnTo>
                  <a:lnTo>
                    <a:pt x="8" y="72"/>
                  </a:lnTo>
                  <a:lnTo>
                    <a:pt x="5" y="74"/>
                  </a:lnTo>
                  <a:lnTo>
                    <a:pt x="4" y="72"/>
                  </a:lnTo>
                  <a:lnTo>
                    <a:pt x="4" y="72"/>
                  </a:lnTo>
                  <a:lnTo>
                    <a:pt x="2" y="70"/>
                  </a:lnTo>
                  <a:lnTo>
                    <a:pt x="2" y="69"/>
                  </a:lnTo>
                  <a:lnTo>
                    <a:pt x="2" y="67"/>
                  </a:lnTo>
                  <a:lnTo>
                    <a:pt x="2" y="67"/>
                  </a:lnTo>
                  <a:lnTo>
                    <a:pt x="4" y="65"/>
                  </a:lnTo>
                  <a:lnTo>
                    <a:pt x="4" y="65"/>
                  </a:lnTo>
                  <a:lnTo>
                    <a:pt x="4" y="64"/>
                  </a:lnTo>
                  <a:lnTo>
                    <a:pt x="4" y="64"/>
                  </a:lnTo>
                  <a:lnTo>
                    <a:pt x="2" y="59"/>
                  </a:lnTo>
                  <a:lnTo>
                    <a:pt x="0" y="56"/>
                  </a:lnTo>
                  <a:lnTo>
                    <a:pt x="0" y="54"/>
                  </a:lnTo>
                  <a:lnTo>
                    <a:pt x="0" y="54"/>
                  </a:lnTo>
                  <a:lnTo>
                    <a:pt x="2" y="53"/>
                  </a:lnTo>
                  <a:lnTo>
                    <a:pt x="4" y="50"/>
                  </a:lnTo>
                  <a:lnTo>
                    <a:pt x="8" y="48"/>
                  </a:lnTo>
                  <a:lnTo>
                    <a:pt x="8" y="48"/>
                  </a:lnTo>
                  <a:lnTo>
                    <a:pt x="9" y="47"/>
                  </a:lnTo>
                  <a:lnTo>
                    <a:pt x="9" y="44"/>
                  </a:lnTo>
                  <a:lnTo>
                    <a:pt x="9" y="43"/>
                  </a:lnTo>
                  <a:lnTo>
                    <a:pt x="11" y="42"/>
                  </a:lnTo>
                  <a:lnTo>
                    <a:pt x="11" y="42"/>
                  </a:lnTo>
                  <a:lnTo>
                    <a:pt x="15" y="44"/>
                  </a:lnTo>
                  <a:lnTo>
                    <a:pt x="18" y="44"/>
                  </a:lnTo>
                  <a:lnTo>
                    <a:pt x="19" y="44"/>
                  </a:lnTo>
                  <a:lnTo>
                    <a:pt x="19" y="44"/>
                  </a:lnTo>
                  <a:lnTo>
                    <a:pt x="23" y="40"/>
                  </a:lnTo>
                  <a:lnTo>
                    <a:pt x="24" y="38"/>
                  </a:lnTo>
                  <a:lnTo>
                    <a:pt x="24" y="35"/>
                  </a:lnTo>
                  <a:lnTo>
                    <a:pt x="24" y="35"/>
                  </a:lnTo>
                  <a:lnTo>
                    <a:pt x="24" y="33"/>
                  </a:lnTo>
                  <a:lnTo>
                    <a:pt x="24" y="31"/>
                  </a:lnTo>
                  <a:lnTo>
                    <a:pt x="26" y="26"/>
                  </a:lnTo>
                  <a:lnTo>
                    <a:pt x="26" y="26"/>
                  </a:lnTo>
                  <a:lnTo>
                    <a:pt x="27" y="17"/>
                  </a:lnTo>
                  <a:lnTo>
                    <a:pt x="27" y="11"/>
                  </a:lnTo>
                  <a:lnTo>
                    <a:pt x="26" y="8"/>
                  </a:lnTo>
                  <a:lnTo>
                    <a:pt x="26" y="8"/>
                  </a:lnTo>
                  <a:lnTo>
                    <a:pt x="26" y="5"/>
                  </a:lnTo>
                  <a:lnTo>
                    <a:pt x="27" y="1"/>
                  </a:lnTo>
                  <a:lnTo>
                    <a:pt x="27" y="1"/>
                  </a:lnTo>
                  <a:lnTo>
                    <a:pt x="30" y="0"/>
                  </a:lnTo>
                  <a:lnTo>
                    <a:pt x="31" y="0"/>
                  </a:lnTo>
                  <a:lnTo>
                    <a:pt x="31" y="0"/>
                  </a:lnTo>
                  <a:lnTo>
                    <a:pt x="31" y="0"/>
                  </a:lnTo>
                  <a:lnTo>
                    <a:pt x="35" y="6"/>
                  </a:lnTo>
                  <a:lnTo>
                    <a:pt x="41" y="13"/>
                  </a:lnTo>
                  <a:lnTo>
                    <a:pt x="41" y="13"/>
                  </a:lnTo>
                  <a:lnTo>
                    <a:pt x="48" y="18"/>
                  </a:lnTo>
                  <a:lnTo>
                    <a:pt x="51" y="21"/>
                  </a:lnTo>
                  <a:lnTo>
                    <a:pt x="55" y="22"/>
                  </a:lnTo>
                  <a:lnTo>
                    <a:pt x="55" y="22"/>
                  </a:lnTo>
                  <a:lnTo>
                    <a:pt x="58" y="21"/>
                  </a:lnTo>
                  <a:lnTo>
                    <a:pt x="59" y="19"/>
                  </a:lnTo>
                  <a:lnTo>
                    <a:pt x="61" y="21"/>
                  </a:lnTo>
                  <a:lnTo>
                    <a:pt x="61" y="21"/>
                  </a:lnTo>
                  <a:lnTo>
                    <a:pt x="61" y="24"/>
                  </a:lnTo>
                  <a:lnTo>
                    <a:pt x="62" y="24"/>
                  </a:lnTo>
                  <a:lnTo>
                    <a:pt x="63" y="26"/>
                  </a:lnTo>
                  <a:lnTo>
                    <a:pt x="63" y="26"/>
                  </a:lnTo>
                  <a:lnTo>
                    <a:pt x="68" y="23"/>
                  </a:lnTo>
                  <a:lnTo>
                    <a:pt x="71" y="23"/>
                  </a:lnTo>
                  <a:lnTo>
                    <a:pt x="72" y="23"/>
                  </a:lnTo>
                  <a:lnTo>
                    <a:pt x="72" y="23"/>
                  </a:lnTo>
                  <a:lnTo>
                    <a:pt x="72" y="31"/>
                  </a:lnTo>
                  <a:lnTo>
                    <a:pt x="72" y="31"/>
                  </a:lnTo>
                  <a:lnTo>
                    <a:pt x="73" y="34"/>
                  </a:lnTo>
                  <a:lnTo>
                    <a:pt x="73" y="37"/>
                  </a:lnTo>
                  <a:lnTo>
                    <a:pt x="74" y="37"/>
                  </a:lnTo>
                  <a:lnTo>
                    <a:pt x="74" y="37"/>
                  </a:lnTo>
                  <a:lnTo>
                    <a:pt x="78" y="37"/>
                  </a:lnTo>
                  <a:lnTo>
                    <a:pt x="79" y="38"/>
                  </a:lnTo>
                  <a:lnTo>
                    <a:pt x="79" y="38"/>
                  </a:lnTo>
                  <a:lnTo>
                    <a:pt x="79" y="38"/>
                  </a:lnTo>
                  <a:lnTo>
                    <a:pt x="72" y="40"/>
                  </a:lnTo>
                  <a:lnTo>
                    <a:pt x="62" y="43"/>
                  </a:lnTo>
                  <a:lnTo>
                    <a:pt x="62" y="43"/>
                  </a:lnTo>
                  <a:lnTo>
                    <a:pt x="58" y="45"/>
                  </a:lnTo>
                  <a:lnTo>
                    <a:pt x="55" y="49"/>
                  </a:lnTo>
                  <a:lnTo>
                    <a:pt x="52" y="51"/>
                  </a:lnTo>
                  <a:lnTo>
                    <a:pt x="50" y="55"/>
                  </a:lnTo>
                  <a:lnTo>
                    <a:pt x="50" y="55"/>
                  </a:lnTo>
                  <a:lnTo>
                    <a:pt x="48" y="63"/>
                  </a:lnTo>
                  <a:lnTo>
                    <a:pt x="47" y="64"/>
                  </a:lnTo>
                  <a:lnTo>
                    <a:pt x="45" y="64"/>
                  </a:lnTo>
                  <a:lnTo>
                    <a:pt x="45" y="64"/>
                  </a:lnTo>
                  <a:lnTo>
                    <a:pt x="39" y="59"/>
                  </a:lnTo>
                  <a:lnTo>
                    <a:pt x="35" y="56"/>
                  </a:lnTo>
                  <a:lnTo>
                    <a:pt x="31" y="55"/>
                  </a:lnTo>
                  <a:lnTo>
                    <a:pt x="31" y="55"/>
                  </a:lnTo>
                  <a:lnTo>
                    <a:pt x="30" y="55"/>
                  </a:lnTo>
                  <a:lnTo>
                    <a:pt x="27" y="54"/>
                  </a:lnTo>
                  <a:lnTo>
                    <a:pt x="25" y="53"/>
                  </a:lnTo>
                  <a:lnTo>
                    <a:pt x="24" y="53"/>
                  </a:lnTo>
                  <a:lnTo>
                    <a:pt x="24" y="53"/>
                  </a:lnTo>
                  <a:lnTo>
                    <a:pt x="19" y="56"/>
                  </a:lnTo>
                  <a:lnTo>
                    <a:pt x="16" y="58"/>
                  </a:lnTo>
                  <a:lnTo>
                    <a:pt x="15" y="58"/>
                  </a:lnTo>
                  <a:lnTo>
                    <a:pt x="15" y="58"/>
                  </a:lnTo>
                  <a:lnTo>
                    <a:pt x="13" y="54"/>
                  </a:lnTo>
                  <a:lnTo>
                    <a:pt x="11" y="53"/>
                  </a:lnTo>
                  <a:lnTo>
                    <a:pt x="10" y="51"/>
                  </a:lnTo>
                  <a:lnTo>
                    <a:pt x="10" y="51"/>
                  </a:lnTo>
                  <a:lnTo>
                    <a:pt x="8" y="55"/>
                  </a:lnTo>
                  <a:lnTo>
                    <a:pt x="7" y="58"/>
                  </a:lnTo>
                  <a:lnTo>
                    <a:pt x="8" y="59"/>
                  </a:lnTo>
                  <a:lnTo>
                    <a:pt x="8" y="59"/>
                  </a:lnTo>
                  <a:lnTo>
                    <a:pt x="14" y="60"/>
                  </a:lnTo>
                  <a:lnTo>
                    <a:pt x="14" y="60"/>
                  </a:lnTo>
                  <a:lnTo>
                    <a:pt x="16" y="61"/>
                  </a:lnTo>
                  <a:lnTo>
                    <a:pt x="18" y="64"/>
                  </a:lnTo>
                  <a:lnTo>
                    <a:pt x="18" y="65"/>
                  </a:lnTo>
                  <a:lnTo>
                    <a:pt x="16" y="65"/>
                  </a:lnTo>
                  <a:lnTo>
                    <a:pt x="16" y="65"/>
                  </a:lnTo>
                  <a:lnTo>
                    <a:pt x="14" y="67"/>
                  </a:lnTo>
                  <a:lnTo>
                    <a:pt x="11" y="6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8" name="Freeform 836"/>
            <p:cNvSpPr>
              <a:spLocks/>
            </p:cNvSpPr>
            <p:nvPr/>
          </p:nvSpPr>
          <p:spPr bwMode="gray">
            <a:xfrm>
              <a:off x="4874910" y="5590289"/>
              <a:ext cx="71894" cy="123151"/>
            </a:xfrm>
            <a:custGeom>
              <a:avLst/>
              <a:gdLst>
                <a:gd name="T0" fmla="*/ 10 w 29"/>
                <a:gd name="T1" fmla="*/ 49 h 49"/>
                <a:gd name="T2" fmla="*/ 10 w 29"/>
                <a:gd name="T3" fmla="*/ 49 h 49"/>
                <a:gd name="T4" fmla="*/ 6 w 29"/>
                <a:gd name="T5" fmla="*/ 48 h 49"/>
                <a:gd name="T6" fmla="*/ 3 w 29"/>
                <a:gd name="T7" fmla="*/ 45 h 49"/>
                <a:gd name="T8" fmla="*/ 2 w 29"/>
                <a:gd name="T9" fmla="*/ 42 h 49"/>
                <a:gd name="T10" fmla="*/ 1 w 29"/>
                <a:gd name="T11" fmla="*/ 37 h 49"/>
                <a:gd name="T12" fmla="*/ 0 w 29"/>
                <a:gd name="T13" fmla="*/ 27 h 49"/>
                <a:gd name="T14" fmla="*/ 1 w 29"/>
                <a:gd name="T15" fmla="*/ 18 h 49"/>
                <a:gd name="T16" fmla="*/ 1 w 29"/>
                <a:gd name="T17" fmla="*/ 18 h 49"/>
                <a:gd name="T18" fmla="*/ 3 w 29"/>
                <a:gd name="T19" fmla="*/ 13 h 49"/>
                <a:gd name="T20" fmla="*/ 2 w 29"/>
                <a:gd name="T21" fmla="*/ 10 h 49"/>
                <a:gd name="T22" fmla="*/ 2 w 29"/>
                <a:gd name="T23" fmla="*/ 10 h 49"/>
                <a:gd name="T24" fmla="*/ 2 w 29"/>
                <a:gd name="T25" fmla="*/ 8 h 49"/>
                <a:gd name="T26" fmla="*/ 2 w 29"/>
                <a:gd name="T27" fmla="*/ 7 h 49"/>
                <a:gd name="T28" fmla="*/ 5 w 29"/>
                <a:gd name="T29" fmla="*/ 7 h 49"/>
                <a:gd name="T30" fmla="*/ 7 w 29"/>
                <a:gd name="T31" fmla="*/ 6 h 49"/>
                <a:gd name="T32" fmla="*/ 7 w 29"/>
                <a:gd name="T33" fmla="*/ 6 h 49"/>
                <a:gd name="T34" fmla="*/ 8 w 29"/>
                <a:gd name="T35" fmla="*/ 3 h 49"/>
                <a:gd name="T36" fmla="*/ 8 w 29"/>
                <a:gd name="T37" fmla="*/ 2 h 49"/>
                <a:gd name="T38" fmla="*/ 8 w 29"/>
                <a:gd name="T39" fmla="*/ 0 h 49"/>
                <a:gd name="T40" fmla="*/ 10 w 29"/>
                <a:gd name="T41" fmla="*/ 0 h 49"/>
                <a:gd name="T42" fmla="*/ 10 w 29"/>
                <a:gd name="T43" fmla="*/ 0 h 49"/>
                <a:gd name="T44" fmla="*/ 13 w 29"/>
                <a:gd name="T45" fmla="*/ 2 h 49"/>
                <a:gd name="T46" fmla="*/ 13 w 29"/>
                <a:gd name="T47" fmla="*/ 2 h 49"/>
                <a:gd name="T48" fmla="*/ 18 w 29"/>
                <a:gd name="T49" fmla="*/ 7 h 49"/>
                <a:gd name="T50" fmla="*/ 24 w 29"/>
                <a:gd name="T51" fmla="*/ 14 h 49"/>
                <a:gd name="T52" fmla="*/ 28 w 29"/>
                <a:gd name="T53" fmla="*/ 22 h 49"/>
                <a:gd name="T54" fmla="*/ 29 w 29"/>
                <a:gd name="T55" fmla="*/ 27 h 49"/>
                <a:gd name="T56" fmla="*/ 29 w 29"/>
                <a:gd name="T57" fmla="*/ 27 h 49"/>
                <a:gd name="T58" fmla="*/ 28 w 29"/>
                <a:gd name="T59" fmla="*/ 32 h 49"/>
                <a:gd name="T60" fmla="*/ 27 w 29"/>
                <a:gd name="T61" fmla="*/ 37 h 49"/>
                <a:gd name="T62" fmla="*/ 26 w 29"/>
                <a:gd name="T63" fmla="*/ 40 h 49"/>
                <a:gd name="T64" fmla="*/ 23 w 29"/>
                <a:gd name="T65" fmla="*/ 43 h 49"/>
                <a:gd name="T66" fmla="*/ 23 w 29"/>
                <a:gd name="T67" fmla="*/ 43 h 49"/>
                <a:gd name="T68" fmla="*/ 21 w 29"/>
                <a:gd name="T69" fmla="*/ 44 h 49"/>
                <a:gd name="T70" fmla="*/ 17 w 29"/>
                <a:gd name="T71" fmla="*/ 45 h 49"/>
                <a:gd name="T72" fmla="*/ 11 w 29"/>
                <a:gd name="T73" fmla="*/ 49 h 49"/>
                <a:gd name="T74" fmla="*/ 11 w 29"/>
                <a:gd name="T75" fmla="*/ 49 h 49"/>
                <a:gd name="T76" fmla="*/ 10 w 29"/>
                <a:gd name="T77" fmla="*/ 49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9" h="49">
                  <a:moveTo>
                    <a:pt x="10" y="49"/>
                  </a:moveTo>
                  <a:lnTo>
                    <a:pt x="10" y="49"/>
                  </a:lnTo>
                  <a:lnTo>
                    <a:pt x="6" y="48"/>
                  </a:lnTo>
                  <a:lnTo>
                    <a:pt x="3" y="45"/>
                  </a:lnTo>
                  <a:lnTo>
                    <a:pt x="2" y="42"/>
                  </a:lnTo>
                  <a:lnTo>
                    <a:pt x="1" y="37"/>
                  </a:lnTo>
                  <a:lnTo>
                    <a:pt x="0" y="27"/>
                  </a:lnTo>
                  <a:lnTo>
                    <a:pt x="1" y="18"/>
                  </a:lnTo>
                  <a:lnTo>
                    <a:pt x="1" y="18"/>
                  </a:lnTo>
                  <a:lnTo>
                    <a:pt x="3" y="13"/>
                  </a:lnTo>
                  <a:lnTo>
                    <a:pt x="2" y="10"/>
                  </a:lnTo>
                  <a:lnTo>
                    <a:pt x="2" y="10"/>
                  </a:lnTo>
                  <a:lnTo>
                    <a:pt x="2" y="8"/>
                  </a:lnTo>
                  <a:lnTo>
                    <a:pt x="2" y="7"/>
                  </a:lnTo>
                  <a:lnTo>
                    <a:pt x="5" y="7"/>
                  </a:lnTo>
                  <a:lnTo>
                    <a:pt x="7" y="6"/>
                  </a:lnTo>
                  <a:lnTo>
                    <a:pt x="7" y="6"/>
                  </a:lnTo>
                  <a:lnTo>
                    <a:pt x="8" y="3"/>
                  </a:lnTo>
                  <a:lnTo>
                    <a:pt x="8" y="2"/>
                  </a:lnTo>
                  <a:lnTo>
                    <a:pt x="8" y="0"/>
                  </a:lnTo>
                  <a:lnTo>
                    <a:pt x="10" y="0"/>
                  </a:lnTo>
                  <a:lnTo>
                    <a:pt x="10" y="0"/>
                  </a:lnTo>
                  <a:lnTo>
                    <a:pt x="13" y="2"/>
                  </a:lnTo>
                  <a:lnTo>
                    <a:pt x="13" y="2"/>
                  </a:lnTo>
                  <a:lnTo>
                    <a:pt x="18" y="7"/>
                  </a:lnTo>
                  <a:lnTo>
                    <a:pt x="24" y="14"/>
                  </a:lnTo>
                  <a:lnTo>
                    <a:pt x="28" y="22"/>
                  </a:lnTo>
                  <a:lnTo>
                    <a:pt x="29" y="27"/>
                  </a:lnTo>
                  <a:lnTo>
                    <a:pt x="29" y="27"/>
                  </a:lnTo>
                  <a:lnTo>
                    <a:pt x="28" y="32"/>
                  </a:lnTo>
                  <a:lnTo>
                    <a:pt x="27" y="37"/>
                  </a:lnTo>
                  <a:lnTo>
                    <a:pt x="26" y="40"/>
                  </a:lnTo>
                  <a:lnTo>
                    <a:pt x="23" y="43"/>
                  </a:lnTo>
                  <a:lnTo>
                    <a:pt x="23" y="43"/>
                  </a:lnTo>
                  <a:lnTo>
                    <a:pt x="21" y="44"/>
                  </a:lnTo>
                  <a:lnTo>
                    <a:pt x="17" y="45"/>
                  </a:lnTo>
                  <a:lnTo>
                    <a:pt x="11" y="49"/>
                  </a:lnTo>
                  <a:lnTo>
                    <a:pt x="11" y="49"/>
                  </a:lnTo>
                  <a:lnTo>
                    <a:pt x="10" y="4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09" name="Freeform 838"/>
            <p:cNvSpPr>
              <a:spLocks/>
            </p:cNvSpPr>
            <p:nvPr/>
          </p:nvSpPr>
          <p:spPr bwMode="gray">
            <a:xfrm>
              <a:off x="5398001" y="5710928"/>
              <a:ext cx="354512" cy="417209"/>
            </a:xfrm>
            <a:custGeom>
              <a:avLst/>
              <a:gdLst>
                <a:gd name="T0" fmla="*/ 66 w 143"/>
                <a:gd name="T1" fmla="*/ 44 h 166"/>
                <a:gd name="T2" fmla="*/ 60 w 143"/>
                <a:gd name="T3" fmla="*/ 39 h 166"/>
                <a:gd name="T4" fmla="*/ 47 w 143"/>
                <a:gd name="T5" fmla="*/ 29 h 166"/>
                <a:gd name="T6" fmla="*/ 39 w 143"/>
                <a:gd name="T7" fmla="*/ 21 h 166"/>
                <a:gd name="T8" fmla="*/ 30 w 143"/>
                <a:gd name="T9" fmla="*/ 11 h 166"/>
                <a:gd name="T10" fmla="*/ 19 w 143"/>
                <a:gd name="T11" fmla="*/ 10 h 166"/>
                <a:gd name="T12" fmla="*/ 10 w 143"/>
                <a:gd name="T13" fmla="*/ 7 h 166"/>
                <a:gd name="T14" fmla="*/ 0 w 143"/>
                <a:gd name="T15" fmla="*/ 0 h 166"/>
                <a:gd name="T16" fmla="*/ 0 w 143"/>
                <a:gd name="T17" fmla="*/ 3 h 166"/>
                <a:gd name="T18" fmla="*/ 4 w 143"/>
                <a:gd name="T19" fmla="*/ 19 h 166"/>
                <a:gd name="T20" fmla="*/ 13 w 143"/>
                <a:gd name="T21" fmla="*/ 27 h 166"/>
                <a:gd name="T22" fmla="*/ 14 w 143"/>
                <a:gd name="T23" fmla="*/ 30 h 166"/>
                <a:gd name="T24" fmla="*/ 19 w 143"/>
                <a:gd name="T25" fmla="*/ 35 h 166"/>
                <a:gd name="T26" fmla="*/ 30 w 143"/>
                <a:gd name="T27" fmla="*/ 45 h 166"/>
                <a:gd name="T28" fmla="*/ 32 w 143"/>
                <a:gd name="T29" fmla="*/ 51 h 166"/>
                <a:gd name="T30" fmla="*/ 42 w 143"/>
                <a:gd name="T31" fmla="*/ 55 h 166"/>
                <a:gd name="T32" fmla="*/ 46 w 143"/>
                <a:gd name="T33" fmla="*/ 59 h 166"/>
                <a:gd name="T34" fmla="*/ 52 w 143"/>
                <a:gd name="T35" fmla="*/ 77 h 166"/>
                <a:gd name="T36" fmla="*/ 61 w 143"/>
                <a:gd name="T37" fmla="*/ 86 h 166"/>
                <a:gd name="T38" fmla="*/ 67 w 143"/>
                <a:gd name="T39" fmla="*/ 94 h 166"/>
                <a:gd name="T40" fmla="*/ 71 w 143"/>
                <a:gd name="T41" fmla="*/ 98 h 166"/>
                <a:gd name="T42" fmla="*/ 77 w 143"/>
                <a:gd name="T43" fmla="*/ 117 h 166"/>
                <a:gd name="T44" fmla="*/ 88 w 143"/>
                <a:gd name="T45" fmla="*/ 128 h 166"/>
                <a:gd name="T46" fmla="*/ 108 w 143"/>
                <a:gd name="T47" fmla="*/ 145 h 166"/>
                <a:gd name="T48" fmla="*/ 122 w 143"/>
                <a:gd name="T49" fmla="*/ 161 h 166"/>
                <a:gd name="T50" fmla="*/ 127 w 143"/>
                <a:gd name="T51" fmla="*/ 165 h 166"/>
                <a:gd name="T52" fmla="*/ 125 w 143"/>
                <a:gd name="T53" fmla="*/ 159 h 166"/>
                <a:gd name="T54" fmla="*/ 130 w 143"/>
                <a:gd name="T55" fmla="*/ 160 h 166"/>
                <a:gd name="T56" fmla="*/ 136 w 143"/>
                <a:gd name="T57" fmla="*/ 162 h 166"/>
                <a:gd name="T58" fmla="*/ 141 w 143"/>
                <a:gd name="T59" fmla="*/ 155 h 166"/>
                <a:gd name="T60" fmla="*/ 141 w 143"/>
                <a:gd name="T61" fmla="*/ 140 h 166"/>
                <a:gd name="T62" fmla="*/ 137 w 143"/>
                <a:gd name="T63" fmla="*/ 134 h 166"/>
                <a:gd name="T64" fmla="*/ 138 w 143"/>
                <a:gd name="T65" fmla="*/ 133 h 166"/>
                <a:gd name="T66" fmla="*/ 142 w 143"/>
                <a:gd name="T67" fmla="*/ 124 h 166"/>
                <a:gd name="T68" fmla="*/ 143 w 143"/>
                <a:gd name="T69" fmla="*/ 118 h 166"/>
                <a:gd name="T70" fmla="*/ 137 w 143"/>
                <a:gd name="T71" fmla="*/ 114 h 166"/>
                <a:gd name="T72" fmla="*/ 128 w 143"/>
                <a:gd name="T73" fmla="*/ 112 h 166"/>
                <a:gd name="T74" fmla="*/ 124 w 143"/>
                <a:gd name="T75" fmla="*/ 102 h 166"/>
                <a:gd name="T76" fmla="*/ 115 w 143"/>
                <a:gd name="T77" fmla="*/ 93 h 166"/>
                <a:gd name="T78" fmla="*/ 114 w 143"/>
                <a:gd name="T79" fmla="*/ 90 h 166"/>
                <a:gd name="T80" fmla="*/ 116 w 143"/>
                <a:gd name="T81" fmla="*/ 83 h 166"/>
                <a:gd name="T82" fmla="*/ 108 w 143"/>
                <a:gd name="T83" fmla="*/ 75 h 166"/>
                <a:gd name="T84" fmla="*/ 106 w 143"/>
                <a:gd name="T85" fmla="*/ 71 h 166"/>
                <a:gd name="T86" fmla="*/ 106 w 143"/>
                <a:gd name="T87" fmla="*/ 67 h 166"/>
                <a:gd name="T88" fmla="*/ 103 w 143"/>
                <a:gd name="T89" fmla="*/ 66 h 166"/>
                <a:gd name="T90" fmla="*/ 99 w 143"/>
                <a:gd name="T91" fmla="*/ 64 h 166"/>
                <a:gd name="T92" fmla="*/ 94 w 143"/>
                <a:gd name="T93" fmla="*/ 60 h 166"/>
                <a:gd name="T94" fmla="*/ 89 w 143"/>
                <a:gd name="T95" fmla="*/ 58 h 166"/>
                <a:gd name="T96" fmla="*/ 85 w 143"/>
                <a:gd name="T97" fmla="*/ 54 h 166"/>
                <a:gd name="T98" fmla="*/ 69 w 143"/>
                <a:gd name="T99" fmla="*/ 5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43" h="166">
                  <a:moveTo>
                    <a:pt x="69" y="50"/>
                  </a:moveTo>
                  <a:lnTo>
                    <a:pt x="69" y="50"/>
                  </a:lnTo>
                  <a:lnTo>
                    <a:pt x="66" y="44"/>
                  </a:lnTo>
                  <a:lnTo>
                    <a:pt x="62" y="40"/>
                  </a:lnTo>
                  <a:lnTo>
                    <a:pt x="62" y="40"/>
                  </a:lnTo>
                  <a:lnTo>
                    <a:pt x="60" y="39"/>
                  </a:lnTo>
                  <a:lnTo>
                    <a:pt x="56" y="35"/>
                  </a:lnTo>
                  <a:lnTo>
                    <a:pt x="56" y="35"/>
                  </a:lnTo>
                  <a:lnTo>
                    <a:pt x="47" y="29"/>
                  </a:lnTo>
                  <a:lnTo>
                    <a:pt x="42" y="26"/>
                  </a:lnTo>
                  <a:lnTo>
                    <a:pt x="39" y="21"/>
                  </a:lnTo>
                  <a:lnTo>
                    <a:pt x="39" y="21"/>
                  </a:lnTo>
                  <a:lnTo>
                    <a:pt x="36" y="17"/>
                  </a:lnTo>
                  <a:lnTo>
                    <a:pt x="34" y="13"/>
                  </a:lnTo>
                  <a:lnTo>
                    <a:pt x="30" y="11"/>
                  </a:lnTo>
                  <a:lnTo>
                    <a:pt x="28" y="10"/>
                  </a:lnTo>
                  <a:lnTo>
                    <a:pt x="28" y="10"/>
                  </a:lnTo>
                  <a:lnTo>
                    <a:pt x="19" y="10"/>
                  </a:lnTo>
                  <a:lnTo>
                    <a:pt x="14" y="8"/>
                  </a:lnTo>
                  <a:lnTo>
                    <a:pt x="10" y="7"/>
                  </a:lnTo>
                  <a:lnTo>
                    <a:pt x="10" y="7"/>
                  </a:lnTo>
                  <a:lnTo>
                    <a:pt x="4" y="2"/>
                  </a:lnTo>
                  <a:lnTo>
                    <a:pt x="2" y="0"/>
                  </a:lnTo>
                  <a:lnTo>
                    <a:pt x="0" y="0"/>
                  </a:lnTo>
                  <a:lnTo>
                    <a:pt x="0" y="0"/>
                  </a:lnTo>
                  <a:lnTo>
                    <a:pt x="0" y="0"/>
                  </a:lnTo>
                  <a:lnTo>
                    <a:pt x="0" y="3"/>
                  </a:lnTo>
                  <a:lnTo>
                    <a:pt x="0" y="10"/>
                  </a:lnTo>
                  <a:lnTo>
                    <a:pt x="3" y="16"/>
                  </a:lnTo>
                  <a:lnTo>
                    <a:pt x="4" y="19"/>
                  </a:lnTo>
                  <a:lnTo>
                    <a:pt x="4" y="19"/>
                  </a:lnTo>
                  <a:lnTo>
                    <a:pt x="10" y="24"/>
                  </a:lnTo>
                  <a:lnTo>
                    <a:pt x="13" y="27"/>
                  </a:lnTo>
                  <a:lnTo>
                    <a:pt x="14" y="28"/>
                  </a:lnTo>
                  <a:lnTo>
                    <a:pt x="14" y="28"/>
                  </a:lnTo>
                  <a:lnTo>
                    <a:pt x="14" y="30"/>
                  </a:lnTo>
                  <a:lnTo>
                    <a:pt x="15" y="33"/>
                  </a:lnTo>
                  <a:lnTo>
                    <a:pt x="19" y="35"/>
                  </a:lnTo>
                  <a:lnTo>
                    <a:pt x="19" y="35"/>
                  </a:lnTo>
                  <a:lnTo>
                    <a:pt x="25" y="40"/>
                  </a:lnTo>
                  <a:lnTo>
                    <a:pt x="30" y="45"/>
                  </a:lnTo>
                  <a:lnTo>
                    <a:pt x="30" y="45"/>
                  </a:lnTo>
                  <a:lnTo>
                    <a:pt x="31" y="49"/>
                  </a:lnTo>
                  <a:lnTo>
                    <a:pt x="31" y="50"/>
                  </a:lnTo>
                  <a:lnTo>
                    <a:pt x="32" y="51"/>
                  </a:lnTo>
                  <a:lnTo>
                    <a:pt x="35" y="53"/>
                  </a:lnTo>
                  <a:lnTo>
                    <a:pt x="35" y="53"/>
                  </a:lnTo>
                  <a:lnTo>
                    <a:pt x="42" y="55"/>
                  </a:lnTo>
                  <a:lnTo>
                    <a:pt x="45" y="56"/>
                  </a:lnTo>
                  <a:lnTo>
                    <a:pt x="46" y="59"/>
                  </a:lnTo>
                  <a:lnTo>
                    <a:pt x="46" y="59"/>
                  </a:lnTo>
                  <a:lnTo>
                    <a:pt x="46" y="67"/>
                  </a:lnTo>
                  <a:lnTo>
                    <a:pt x="48" y="72"/>
                  </a:lnTo>
                  <a:lnTo>
                    <a:pt x="52" y="77"/>
                  </a:lnTo>
                  <a:lnTo>
                    <a:pt x="52" y="77"/>
                  </a:lnTo>
                  <a:lnTo>
                    <a:pt x="58" y="82"/>
                  </a:lnTo>
                  <a:lnTo>
                    <a:pt x="61" y="86"/>
                  </a:lnTo>
                  <a:lnTo>
                    <a:pt x="61" y="86"/>
                  </a:lnTo>
                  <a:lnTo>
                    <a:pt x="62" y="91"/>
                  </a:lnTo>
                  <a:lnTo>
                    <a:pt x="67" y="94"/>
                  </a:lnTo>
                  <a:lnTo>
                    <a:pt x="67" y="94"/>
                  </a:lnTo>
                  <a:lnTo>
                    <a:pt x="69" y="96"/>
                  </a:lnTo>
                  <a:lnTo>
                    <a:pt x="71" y="98"/>
                  </a:lnTo>
                  <a:lnTo>
                    <a:pt x="72" y="104"/>
                  </a:lnTo>
                  <a:lnTo>
                    <a:pt x="74" y="110"/>
                  </a:lnTo>
                  <a:lnTo>
                    <a:pt x="77" y="117"/>
                  </a:lnTo>
                  <a:lnTo>
                    <a:pt x="77" y="117"/>
                  </a:lnTo>
                  <a:lnTo>
                    <a:pt x="82" y="122"/>
                  </a:lnTo>
                  <a:lnTo>
                    <a:pt x="88" y="128"/>
                  </a:lnTo>
                  <a:lnTo>
                    <a:pt x="98" y="138"/>
                  </a:lnTo>
                  <a:lnTo>
                    <a:pt x="98" y="138"/>
                  </a:lnTo>
                  <a:lnTo>
                    <a:pt x="108" y="145"/>
                  </a:lnTo>
                  <a:lnTo>
                    <a:pt x="115" y="152"/>
                  </a:lnTo>
                  <a:lnTo>
                    <a:pt x="115" y="152"/>
                  </a:lnTo>
                  <a:lnTo>
                    <a:pt x="122" y="161"/>
                  </a:lnTo>
                  <a:lnTo>
                    <a:pt x="126" y="165"/>
                  </a:lnTo>
                  <a:lnTo>
                    <a:pt x="127" y="166"/>
                  </a:lnTo>
                  <a:lnTo>
                    <a:pt x="127" y="165"/>
                  </a:lnTo>
                  <a:lnTo>
                    <a:pt x="127" y="165"/>
                  </a:lnTo>
                  <a:lnTo>
                    <a:pt x="125" y="160"/>
                  </a:lnTo>
                  <a:lnTo>
                    <a:pt x="125" y="159"/>
                  </a:lnTo>
                  <a:lnTo>
                    <a:pt x="126" y="157"/>
                  </a:lnTo>
                  <a:lnTo>
                    <a:pt x="126" y="157"/>
                  </a:lnTo>
                  <a:lnTo>
                    <a:pt x="130" y="160"/>
                  </a:lnTo>
                  <a:lnTo>
                    <a:pt x="135" y="162"/>
                  </a:lnTo>
                  <a:lnTo>
                    <a:pt x="135" y="162"/>
                  </a:lnTo>
                  <a:lnTo>
                    <a:pt x="136" y="162"/>
                  </a:lnTo>
                  <a:lnTo>
                    <a:pt x="138" y="160"/>
                  </a:lnTo>
                  <a:lnTo>
                    <a:pt x="140" y="157"/>
                  </a:lnTo>
                  <a:lnTo>
                    <a:pt x="141" y="155"/>
                  </a:lnTo>
                  <a:lnTo>
                    <a:pt x="141" y="155"/>
                  </a:lnTo>
                  <a:lnTo>
                    <a:pt x="142" y="145"/>
                  </a:lnTo>
                  <a:lnTo>
                    <a:pt x="141" y="140"/>
                  </a:lnTo>
                  <a:lnTo>
                    <a:pt x="140" y="136"/>
                  </a:lnTo>
                  <a:lnTo>
                    <a:pt x="140" y="136"/>
                  </a:lnTo>
                  <a:lnTo>
                    <a:pt x="137" y="134"/>
                  </a:lnTo>
                  <a:lnTo>
                    <a:pt x="137" y="133"/>
                  </a:lnTo>
                  <a:lnTo>
                    <a:pt x="138" y="133"/>
                  </a:lnTo>
                  <a:lnTo>
                    <a:pt x="138" y="133"/>
                  </a:lnTo>
                  <a:lnTo>
                    <a:pt x="141" y="131"/>
                  </a:lnTo>
                  <a:lnTo>
                    <a:pt x="142" y="129"/>
                  </a:lnTo>
                  <a:lnTo>
                    <a:pt x="142" y="124"/>
                  </a:lnTo>
                  <a:lnTo>
                    <a:pt x="142" y="124"/>
                  </a:lnTo>
                  <a:lnTo>
                    <a:pt x="143" y="120"/>
                  </a:lnTo>
                  <a:lnTo>
                    <a:pt x="143" y="118"/>
                  </a:lnTo>
                  <a:lnTo>
                    <a:pt x="142" y="117"/>
                  </a:lnTo>
                  <a:lnTo>
                    <a:pt x="142" y="117"/>
                  </a:lnTo>
                  <a:lnTo>
                    <a:pt x="137" y="114"/>
                  </a:lnTo>
                  <a:lnTo>
                    <a:pt x="133" y="114"/>
                  </a:lnTo>
                  <a:lnTo>
                    <a:pt x="130" y="113"/>
                  </a:lnTo>
                  <a:lnTo>
                    <a:pt x="128" y="112"/>
                  </a:lnTo>
                  <a:lnTo>
                    <a:pt x="128" y="112"/>
                  </a:lnTo>
                  <a:lnTo>
                    <a:pt x="126" y="107"/>
                  </a:lnTo>
                  <a:lnTo>
                    <a:pt x="124" y="102"/>
                  </a:lnTo>
                  <a:lnTo>
                    <a:pt x="120" y="99"/>
                  </a:lnTo>
                  <a:lnTo>
                    <a:pt x="120" y="99"/>
                  </a:lnTo>
                  <a:lnTo>
                    <a:pt x="115" y="93"/>
                  </a:lnTo>
                  <a:lnTo>
                    <a:pt x="114" y="91"/>
                  </a:lnTo>
                  <a:lnTo>
                    <a:pt x="114" y="90"/>
                  </a:lnTo>
                  <a:lnTo>
                    <a:pt x="114" y="90"/>
                  </a:lnTo>
                  <a:lnTo>
                    <a:pt x="115" y="86"/>
                  </a:lnTo>
                  <a:lnTo>
                    <a:pt x="116" y="83"/>
                  </a:lnTo>
                  <a:lnTo>
                    <a:pt x="116" y="83"/>
                  </a:lnTo>
                  <a:lnTo>
                    <a:pt x="115" y="81"/>
                  </a:lnTo>
                  <a:lnTo>
                    <a:pt x="111" y="78"/>
                  </a:lnTo>
                  <a:lnTo>
                    <a:pt x="108" y="75"/>
                  </a:lnTo>
                  <a:lnTo>
                    <a:pt x="106" y="72"/>
                  </a:lnTo>
                  <a:lnTo>
                    <a:pt x="106" y="72"/>
                  </a:lnTo>
                  <a:lnTo>
                    <a:pt x="106" y="71"/>
                  </a:lnTo>
                  <a:lnTo>
                    <a:pt x="108" y="70"/>
                  </a:lnTo>
                  <a:lnTo>
                    <a:pt x="108" y="69"/>
                  </a:lnTo>
                  <a:lnTo>
                    <a:pt x="106" y="67"/>
                  </a:lnTo>
                  <a:lnTo>
                    <a:pt x="106" y="67"/>
                  </a:lnTo>
                  <a:lnTo>
                    <a:pt x="104" y="66"/>
                  </a:lnTo>
                  <a:lnTo>
                    <a:pt x="103" y="66"/>
                  </a:lnTo>
                  <a:lnTo>
                    <a:pt x="100" y="66"/>
                  </a:lnTo>
                  <a:lnTo>
                    <a:pt x="99" y="64"/>
                  </a:lnTo>
                  <a:lnTo>
                    <a:pt x="99" y="64"/>
                  </a:lnTo>
                  <a:lnTo>
                    <a:pt x="96" y="60"/>
                  </a:lnTo>
                  <a:lnTo>
                    <a:pt x="94" y="60"/>
                  </a:lnTo>
                  <a:lnTo>
                    <a:pt x="94" y="60"/>
                  </a:lnTo>
                  <a:lnTo>
                    <a:pt x="92" y="59"/>
                  </a:lnTo>
                  <a:lnTo>
                    <a:pt x="89" y="58"/>
                  </a:lnTo>
                  <a:lnTo>
                    <a:pt x="89" y="58"/>
                  </a:lnTo>
                  <a:lnTo>
                    <a:pt x="87" y="55"/>
                  </a:lnTo>
                  <a:lnTo>
                    <a:pt x="85" y="54"/>
                  </a:lnTo>
                  <a:lnTo>
                    <a:pt x="85" y="54"/>
                  </a:lnTo>
                  <a:lnTo>
                    <a:pt x="78" y="53"/>
                  </a:lnTo>
                  <a:lnTo>
                    <a:pt x="73" y="53"/>
                  </a:lnTo>
                  <a:lnTo>
                    <a:pt x="69" y="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0" name="Freeform 840"/>
            <p:cNvSpPr>
              <a:spLocks/>
            </p:cNvSpPr>
            <p:nvPr/>
          </p:nvSpPr>
          <p:spPr bwMode="gray">
            <a:xfrm>
              <a:off x="5732680" y="6115571"/>
              <a:ext cx="304930" cy="95506"/>
            </a:xfrm>
            <a:custGeom>
              <a:avLst/>
              <a:gdLst>
                <a:gd name="T0" fmla="*/ 120 w 123"/>
                <a:gd name="T1" fmla="*/ 38 h 38"/>
                <a:gd name="T2" fmla="*/ 113 w 123"/>
                <a:gd name="T3" fmla="*/ 33 h 38"/>
                <a:gd name="T4" fmla="*/ 106 w 123"/>
                <a:gd name="T5" fmla="*/ 32 h 38"/>
                <a:gd name="T6" fmla="*/ 88 w 123"/>
                <a:gd name="T7" fmla="*/ 33 h 38"/>
                <a:gd name="T8" fmla="*/ 72 w 123"/>
                <a:gd name="T9" fmla="*/ 31 h 38"/>
                <a:gd name="T10" fmla="*/ 55 w 123"/>
                <a:gd name="T11" fmla="*/ 25 h 38"/>
                <a:gd name="T12" fmla="*/ 49 w 123"/>
                <a:gd name="T13" fmla="*/ 23 h 38"/>
                <a:gd name="T14" fmla="*/ 29 w 123"/>
                <a:gd name="T15" fmla="*/ 22 h 38"/>
                <a:gd name="T16" fmla="*/ 18 w 123"/>
                <a:gd name="T17" fmla="*/ 21 h 38"/>
                <a:gd name="T18" fmla="*/ 11 w 123"/>
                <a:gd name="T19" fmla="*/ 20 h 38"/>
                <a:gd name="T20" fmla="*/ 11 w 123"/>
                <a:gd name="T21" fmla="*/ 18 h 38"/>
                <a:gd name="T22" fmla="*/ 16 w 123"/>
                <a:gd name="T23" fmla="*/ 16 h 38"/>
                <a:gd name="T24" fmla="*/ 14 w 123"/>
                <a:gd name="T25" fmla="*/ 15 h 38"/>
                <a:gd name="T26" fmla="*/ 1 w 123"/>
                <a:gd name="T27" fmla="*/ 12 h 38"/>
                <a:gd name="T28" fmla="*/ 1 w 123"/>
                <a:gd name="T29" fmla="*/ 11 h 38"/>
                <a:gd name="T30" fmla="*/ 6 w 123"/>
                <a:gd name="T31" fmla="*/ 7 h 38"/>
                <a:gd name="T32" fmla="*/ 8 w 123"/>
                <a:gd name="T33" fmla="*/ 4 h 38"/>
                <a:gd name="T34" fmla="*/ 22 w 123"/>
                <a:gd name="T35" fmla="*/ 2 h 38"/>
                <a:gd name="T36" fmla="*/ 24 w 123"/>
                <a:gd name="T37" fmla="*/ 1 h 38"/>
                <a:gd name="T38" fmla="*/ 28 w 123"/>
                <a:gd name="T39" fmla="*/ 0 h 38"/>
                <a:gd name="T40" fmla="*/ 30 w 123"/>
                <a:gd name="T41" fmla="*/ 0 h 38"/>
                <a:gd name="T42" fmla="*/ 43 w 123"/>
                <a:gd name="T43" fmla="*/ 9 h 38"/>
                <a:gd name="T44" fmla="*/ 45 w 123"/>
                <a:gd name="T45" fmla="*/ 10 h 38"/>
                <a:gd name="T46" fmla="*/ 60 w 123"/>
                <a:gd name="T47" fmla="*/ 10 h 38"/>
                <a:gd name="T48" fmla="*/ 64 w 123"/>
                <a:gd name="T49" fmla="*/ 10 h 38"/>
                <a:gd name="T50" fmla="*/ 70 w 123"/>
                <a:gd name="T51" fmla="*/ 7 h 38"/>
                <a:gd name="T52" fmla="*/ 73 w 123"/>
                <a:gd name="T53" fmla="*/ 6 h 38"/>
                <a:gd name="T54" fmla="*/ 86 w 123"/>
                <a:gd name="T55" fmla="*/ 10 h 38"/>
                <a:gd name="T56" fmla="*/ 92 w 123"/>
                <a:gd name="T57" fmla="*/ 10 h 38"/>
                <a:gd name="T58" fmla="*/ 108 w 123"/>
                <a:gd name="T59" fmla="*/ 11 h 38"/>
                <a:gd name="T60" fmla="*/ 113 w 123"/>
                <a:gd name="T61" fmla="*/ 12 h 38"/>
                <a:gd name="T62" fmla="*/ 114 w 123"/>
                <a:gd name="T63" fmla="*/ 14 h 38"/>
                <a:gd name="T64" fmla="*/ 112 w 123"/>
                <a:gd name="T65" fmla="*/ 15 h 38"/>
                <a:gd name="T66" fmla="*/ 110 w 123"/>
                <a:gd name="T67" fmla="*/ 17 h 38"/>
                <a:gd name="T68" fmla="*/ 112 w 123"/>
                <a:gd name="T69" fmla="*/ 17 h 38"/>
                <a:gd name="T70" fmla="*/ 114 w 123"/>
                <a:gd name="T71" fmla="*/ 21 h 38"/>
                <a:gd name="T72" fmla="*/ 115 w 123"/>
                <a:gd name="T73" fmla="*/ 23 h 38"/>
                <a:gd name="T74" fmla="*/ 119 w 123"/>
                <a:gd name="T75" fmla="*/ 23 h 38"/>
                <a:gd name="T76" fmla="*/ 123 w 123"/>
                <a:gd name="T77" fmla="*/ 25 h 38"/>
                <a:gd name="T78" fmla="*/ 123 w 123"/>
                <a:gd name="T79" fmla="*/ 33 h 38"/>
                <a:gd name="T80" fmla="*/ 122 w 123"/>
                <a:gd name="T81" fmla="*/ 38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23" h="38">
                  <a:moveTo>
                    <a:pt x="120" y="38"/>
                  </a:moveTo>
                  <a:lnTo>
                    <a:pt x="120" y="38"/>
                  </a:lnTo>
                  <a:lnTo>
                    <a:pt x="115" y="36"/>
                  </a:lnTo>
                  <a:lnTo>
                    <a:pt x="113" y="33"/>
                  </a:lnTo>
                  <a:lnTo>
                    <a:pt x="109" y="32"/>
                  </a:lnTo>
                  <a:lnTo>
                    <a:pt x="106" y="32"/>
                  </a:lnTo>
                  <a:lnTo>
                    <a:pt x="106" y="32"/>
                  </a:lnTo>
                  <a:lnTo>
                    <a:pt x="88" y="33"/>
                  </a:lnTo>
                  <a:lnTo>
                    <a:pt x="80" y="33"/>
                  </a:lnTo>
                  <a:lnTo>
                    <a:pt x="72" y="31"/>
                  </a:lnTo>
                  <a:lnTo>
                    <a:pt x="72" y="31"/>
                  </a:lnTo>
                  <a:lnTo>
                    <a:pt x="55" y="25"/>
                  </a:lnTo>
                  <a:lnTo>
                    <a:pt x="55" y="25"/>
                  </a:lnTo>
                  <a:lnTo>
                    <a:pt x="49" y="23"/>
                  </a:lnTo>
                  <a:lnTo>
                    <a:pt x="41" y="23"/>
                  </a:lnTo>
                  <a:lnTo>
                    <a:pt x="29" y="22"/>
                  </a:lnTo>
                  <a:lnTo>
                    <a:pt x="29" y="22"/>
                  </a:lnTo>
                  <a:lnTo>
                    <a:pt x="18" y="21"/>
                  </a:lnTo>
                  <a:lnTo>
                    <a:pt x="12" y="20"/>
                  </a:lnTo>
                  <a:lnTo>
                    <a:pt x="11" y="20"/>
                  </a:lnTo>
                  <a:lnTo>
                    <a:pt x="11" y="18"/>
                  </a:lnTo>
                  <a:lnTo>
                    <a:pt x="11" y="18"/>
                  </a:lnTo>
                  <a:lnTo>
                    <a:pt x="16" y="16"/>
                  </a:lnTo>
                  <a:lnTo>
                    <a:pt x="16" y="16"/>
                  </a:lnTo>
                  <a:lnTo>
                    <a:pt x="14" y="15"/>
                  </a:lnTo>
                  <a:lnTo>
                    <a:pt x="14" y="15"/>
                  </a:lnTo>
                  <a:lnTo>
                    <a:pt x="5" y="14"/>
                  </a:lnTo>
                  <a:lnTo>
                    <a:pt x="1" y="12"/>
                  </a:lnTo>
                  <a:lnTo>
                    <a:pt x="0" y="11"/>
                  </a:lnTo>
                  <a:lnTo>
                    <a:pt x="1" y="11"/>
                  </a:lnTo>
                  <a:lnTo>
                    <a:pt x="1" y="11"/>
                  </a:lnTo>
                  <a:lnTo>
                    <a:pt x="6" y="7"/>
                  </a:lnTo>
                  <a:lnTo>
                    <a:pt x="8" y="4"/>
                  </a:lnTo>
                  <a:lnTo>
                    <a:pt x="8" y="4"/>
                  </a:lnTo>
                  <a:lnTo>
                    <a:pt x="14" y="2"/>
                  </a:lnTo>
                  <a:lnTo>
                    <a:pt x="22" y="2"/>
                  </a:lnTo>
                  <a:lnTo>
                    <a:pt x="22" y="2"/>
                  </a:lnTo>
                  <a:lnTo>
                    <a:pt x="24" y="1"/>
                  </a:lnTo>
                  <a:lnTo>
                    <a:pt x="25" y="0"/>
                  </a:lnTo>
                  <a:lnTo>
                    <a:pt x="28" y="0"/>
                  </a:lnTo>
                  <a:lnTo>
                    <a:pt x="30" y="0"/>
                  </a:lnTo>
                  <a:lnTo>
                    <a:pt x="30" y="0"/>
                  </a:lnTo>
                  <a:lnTo>
                    <a:pt x="38" y="6"/>
                  </a:lnTo>
                  <a:lnTo>
                    <a:pt x="43" y="9"/>
                  </a:lnTo>
                  <a:lnTo>
                    <a:pt x="45" y="10"/>
                  </a:lnTo>
                  <a:lnTo>
                    <a:pt x="45" y="10"/>
                  </a:lnTo>
                  <a:lnTo>
                    <a:pt x="51" y="10"/>
                  </a:lnTo>
                  <a:lnTo>
                    <a:pt x="60" y="10"/>
                  </a:lnTo>
                  <a:lnTo>
                    <a:pt x="60" y="10"/>
                  </a:lnTo>
                  <a:lnTo>
                    <a:pt x="64" y="10"/>
                  </a:lnTo>
                  <a:lnTo>
                    <a:pt x="66" y="9"/>
                  </a:lnTo>
                  <a:lnTo>
                    <a:pt x="70" y="7"/>
                  </a:lnTo>
                  <a:lnTo>
                    <a:pt x="73" y="6"/>
                  </a:lnTo>
                  <a:lnTo>
                    <a:pt x="73" y="6"/>
                  </a:lnTo>
                  <a:lnTo>
                    <a:pt x="80" y="7"/>
                  </a:lnTo>
                  <a:lnTo>
                    <a:pt x="86" y="10"/>
                  </a:lnTo>
                  <a:lnTo>
                    <a:pt x="86" y="10"/>
                  </a:lnTo>
                  <a:lnTo>
                    <a:pt x="92" y="10"/>
                  </a:lnTo>
                  <a:lnTo>
                    <a:pt x="101" y="11"/>
                  </a:lnTo>
                  <a:lnTo>
                    <a:pt x="108" y="11"/>
                  </a:lnTo>
                  <a:lnTo>
                    <a:pt x="113" y="12"/>
                  </a:lnTo>
                  <a:lnTo>
                    <a:pt x="113" y="12"/>
                  </a:lnTo>
                  <a:lnTo>
                    <a:pt x="114" y="14"/>
                  </a:lnTo>
                  <a:lnTo>
                    <a:pt x="114" y="14"/>
                  </a:lnTo>
                  <a:lnTo>
                    <a:pt x="112" y="15"/>
                  </a:lnTo>
                  <a:lnTo>
                    <a:pt x="112" y="15"/>
                  </a:lnTo>
                  <a:lnTo>
                    <a:pt x="110" y="16"/>
                  </a:lnTo>
                  <a:lnTo>
                    <a:pt x="110" y="17"/>
                  </a:lnTo>
                  <a:lnTo>
                    <a:pt x="112" y="17"/>
                  </a:lnTo>
                  <a:lnTo>
                    <a:pt x="112" y="17"/>
                  </a:lnTo>
                  <a:lnTo>
                    <a:pt x="113" y="18"/>
                  </a:lnTo>
                  <a:lnTo>
                    <a:pt x="114" y="21"/>
                  </a:lnTo>
                  <a:lnTo>
                    <a:pt x="114" y="22"/>
                  </a:lnTo>
                  <a:lnTo>
                    <a:pt x="115" y="23"/>
                  </a:lnTo>
                  <a:lnTo>
                    <a:pt x="115" y="23"/>
                  </a:lnTo>
                  <a:lnTo>
                    <a:pt x="119" y="23"/>
                  </a:lnTo>
                  <a:lnTo>
                    <a:pt x="122" y="23"/>
                  </a:lnTo>
                  <a:lnTo>
                    <a:pt x="123" y="25"/>
                  </a:lnTo>
                  <a:lnTo>
                    <a:pt x="123" y="25"/>
                  </a:lnTo>
                  <a:lnTo>
                    <a:pt x="123" y="33"/>
                  </a:lnTo>
                  <a:lnTo>
                    <a:pt x="122" y="37"/>
                  </a:lnTo>
                  <a:lnTo>
                    <a:pt x="122" y="38"/>
                  </a:lnTo>
                  <a:lnTo>
                    <a:pt x="120"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1" name="Freeform 856"/>
            <p:cNvSpPr>
              <a:spLocks/>
            </p:cNvSpPr>
            <p:nvPr/>
          </p:nvSpPr>
          <p:spPr bwMode="gray">
            <a:xfrm>
              <a:off x="5854156" y="5208267"/>
              <a:ext cx="71894" cy="65347"/>
            </a:xfrm>
            <a:custGeom>
              <a:avLst/>
              <a:gdLst>
                <a:gd name="T0" fmla="*/ 2 w 29"/>
                <a:gd name="T1" fmla="*/ 26 h 26"/>
                <a:gd name="T2" fmla="*/ 2 w 29"/>
                <a:gd name="T3" fmla="*/ 26 h 26"/>
                <a:gd name="T4" fmla="*/ 0 w 29"/>
                <a:gd name="T5" fmla="*/ 22 h 26"/>
                <a:gd name="T6" fmla="*/ 0 w 29"/>
                <a:gd name="T7" fmla="*/ 19 h 26"/>
                <a:gd name="T8" fmla="*/ 0 w 29"/>
                <a:gd name="T9" fmla="*/ 14 h 26"/>
                <a:gd name="T10" fmla="*/ 2 w 29"/>
                <a:gd name="T11" fmla="*/ 10 h 26"/>
                <a:gd name="T12" fmla="*/ 2 w 29"/>
                <a:gd name="T13" fmla="*/ 10 h 26"/>
                <a:gd name="T14" fmla="*/ 10 w 29"/>
                <a:gd name="T15" fmla="*/ 5 h 26"/>
                <a:gd name="T16" fmla="*/ 13 w 29"/>
                <a:gd name="T17" fmla="*/ 3 h 26"/>
                <a:gd name="T18" fmla="*/ 17 w 29"/>
                <a:gd name="T19" fmla="*/ 1 h 26"/>
                <a:gd name="T20" fmla="*/ 17 w 29"/>
                <a:gd name="T21" fmla="*/ 1 h 26"/>
                <a:gd name="T22" fmla="*/ 23 w 29"/>
                <a:gd name="T23" fmla="*/ 0 h 26"/>
                <a:gd name="T24" fmla="*/ 26 w 29"/>
                <a:gd name="T25" fmla="*/ 0 h 26"/>
                <a:gd name="T26" fmla="*/ 28 w 29"/>
                <a:gd name="T27" fmla="*/ 3 h 26"/>
                <a:gd name="T28" fmla="*/ 28 w 29"/>
                <a:gd name="T29" fmla="*/ 3 h 26"/>
                <a:gd name="T30" fmla="*/ 29 w 29"/>
                <a:gd name="T31" fmla="*/ 5 h 26"/>
                <a:gd name="T32" fmla="*/ 29 w 29"/>
                <a:gd name="T33" fmla="*/ 8 h 26"/>
                <a:gd name="T34" fmla="*/ 27 w 29"/>
                <a:gd name="T35" fmla="*/ 11 h 26"/>
                <a:gd name="T36" fmla="*/ 27 w 29"/>
                <a:gd name="T37" fmla="*/ 11 h 26"/>
                <a:gd name="T38" fmla="*/ 26 w 29"/>
                <a:gd name="T39" fmla="*/ 16 h 26"/>
                <a:gd name="T40" fmla="*/ 23 w 29"/>
                <a:gd name="T41" fmla="*/ 20 h 26"/>
                <a:gd name="T42" fmla="*/ 23 w 29"/>
                <a:gd name="T43" fmla="*/ 20 h 26"/>
                <a:gd name="T44" fmla="*/ 21 w 29"/>
                <a:gd name="T45" fmla="*/ 22 h 26"/>
                <a:gd name="T46" fmla="*/ 16 w 29"/>
                <a:gd name="T47" fmla="*/ 25 h 26"/>
                <a:gd name="T48" fmla="*/ 10 w 29"/>
                <a:gd name="T49" fmla="*/ 26 h 26"/>
                <a:gd name="T50" fmla="*/ 6 w 29"/>
                <a:gd name="T51" fmla="*/ 26 h 26"/>
                <a:gd name="T52" fmla="*/ 2 w 29"/>
                <a:gd name="T53" fmla="*/ 26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9" h="26">
                  <a:moveTo>
                    <a:pt x="2" y="26"/>
                  </a:moveTo>
                  <a:lnTo>
                    <a:pt x="2" y="26"/>
                  </a:lnTo>
                  <a:lnTo>
                    <a:pt x="0" y="22"/>
                  </a:lnTo>
                  <a:lnTo>
                    <a:pt x="0" y="19"/>
                  </a:lnTo>
                  <a:lnTo>
                    <a:pt x="0" y="14"/>
                  </a:lnTo>
                  <a:lnTo>
                    <a:pt x="2" y="10"/>
                  </a:lnTo>
                  <a:lnTo>
                    <a:pt x="2" y="10"/>
                  </a:lnTo>
                  <a:lnTo>
                    <a:pt x="10" y="5"/>
                  </a:lnTo>
                  <a:lnTo>
                    <a:pt x="13" y="3"/>
                  </a:lnTo>
                  <a:lnTo>
                    <a:pt x="17" y="1"/>
                  </a:lnTo>
                  <a:lnTo>
                    <a:pt x="17" y="1"/>
                  </a:lnTo>
                  <a:lnTo>
                    <a:pt x="23" y="0"/>
                  </a:lnTo>
                  <a:lnTo>
                    <a:pt x="26" y="0"/>
                  </a:lnTo>
                  <a:lnTo>
                    <a:pt x="28" y="3"/>
                  </a:lnTo>
                  <a:lnTo>
                    <a:pt x="28" y="3"/>
                  </a:lnTo>
                  <a:lnTo>
                    <a:pt x="29" y="5"/>
                  </a:lnTo>
                  <a:lnTo>
                    <a:pt x="29" y="8"/>
                  </a:lnTo>
                  <a:lnTo>
                    <a:pt x="27" y="11"/>
                  </a:lnTo>
                  <a:lnTo>
                    <a:pt x="27" y="11"/>
                  </a:lnTo>
                  <a:lnTo>
                    <a:pt x="26" y="16"/>
                  </a:lnTo>
                  <a:lnTo>
                    <a:pt x="23" y="20"/>
                  </a:lnTo>
                  <a:lnTo>
                    <a:pt x="23" y="20"/>
                  </a:lnTo>
                  <a:lnTo>
                    <a:pt x="21" y="22"/>
                  </a:lnTo>
                  <a:lnTo>
                    <a:pt x="16" y="25"/>
                  </a:lnTo>
                  <a:lnTo>
                    <a:pt x="10" y="26"/>
                  </a:lnTo>
                  <a:lnTo>
                    <a:pt x="6" y="26"/>
                  </a:lnTo>
                  <a:lnTo>
                    <a:pt x="2" y="2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2" name="Freeform 870"/>
            <p:cNvSpPr>
              <a:spLocks/>
            </p:cNvSpPr>
            <p:nvPr/>
          </p:nvSpPr>
          <p:spPr bwMode="gray">
            <a:xfrm>
              <a:off x="6221065" y="5261046"/>
              <a:ext cx="151226" cy="213631"/>
            </a:xfrm>
            <a:custGeom>
              <a:avLst/>
              <a:gdLst>
                <a:gd name="T0" fmla="*/ 51 w 61"/>
                <a:gd name="T1" fmla="*/ 84 h 85"/>
                <a:gd name="T2" fmla="*/ 46 w 61"/>
                <a:gd name="T3" fmla="*/ 80 h 85"/>
                <a:gd name="T4" fmla="*/ 48 w 61"/>
                <a:gd name="T5" fmla="*/ 76 h 85"/>
                <a:gd name="T6" fmla="*/ 46 w 61"/>
                <a:gd name="T7" fmla="*/ 70 h 85"/>
                <a:gd name="T8" fmla="*/ 44 w 61"/>
                <a:gd name="T9" fmla="*/ 70 h 85"/>
                <a:gd name="T10" fmla="*/ 41 w 61"/>
                <a:gd name="T11" fmla="*/ 76 h 85"/>
                <a:gd name="T12" fmla="*/ 38 w 61"/>
                <a:gd name="T13" fmla="*/ 73 h 85"/>
                <a:gd name="T14" fmla="*/ 30 w 61"/>
                <a:gd name="T15" fmla="*/ 73 h 85"/>
                <a:gd name="T16" fmla="*/ 28 w 61"/>
                <a:gd name="T17" fmla="*/ 70 h 85"/>
                <a:gd name="T18" fmla="*/ 29 w 61"/>
                <a:gd name="T19" fmla="*/ 67 h 85"/>
                <a:gd name="T20" fmla="*/ 23 w 61"/>
                <a:gd name="T21" fmla="*/ 70 h 85"/>
                <a:gd name="T22" fmla="*/ 16 w 61"/>
                <a:gd name="T23" fmla="*/ 67 h 85"/>
                <a:gd name="T24" fmla="*/ 8 w 61"/>
                <a:gd name="T25" fmla="*/ 62 h 85"/>
                <a:gd name="T26" fmla="*/ 11 w 61"/>
                <a:gd name="T27" fmla="*/ 59 h 85"/>
                <a:gd name="T28" fmla="*/ 9 w 61"/>
                <a:gd name="T29" fmla="*/ 57 h 85"/>
                <a:gd name="T30" fmla="*/ 0 w 61"/>
                <a:gd name="T31" fmla="*/ 48 h 85"/>
                <a:gd name="T32" fmla="*/ 0 w 61"/>
                <a:gd name="T33" fmla="*/ 44 h 85"/>
                <a:gd name="T34" fmla="*/ 0 w 61"/>
                <a:gd name="T35" fmla="*/ 36 h 85"/>
                <a:gd name="T36" fmla="*/ 2 w 61"/>
                <a:gd name="T37" fmla="*/ 35 h 85"/>
                <a:gd name="T38" fmla="*/ 6 w 61"/>
                <a:gd name="T39" fmla="*/ 38 h 85"/>
                <a:gd name="T40" fmla="*/ 9 w 61"/>
                <a:gd name="T41" fmla="*/ 35 h 85"/>
                <a:gd name="T42" fmla="*/ 11 w 61"/>
                <a:gd name="T43" fmla="*/ 10 h 85"/>
                <a:gd name="T44" fmla="*/ 13 w 61"/>
                <a:gd name="T45" fmla="*/ 4 h 85"/>
                <a:gd name="T46" fmla="*/ 21 w 61"/>
                <a:gd name="T47" fmla="*/ 0 h 85"/>
                <a:gd name="T48" fmla="*/ 27 w 61"/>
                <a:gd name="T49" fmla="*/ 4 h 85"/>
                <a:gd name="T50" fmla="*/ 33 w 61"/>
                <a:gd name="T51" fmla="*/ 5 h 85"/>
                <a:gd name="T52" fmla="*/ 34 w 61"/>
                <a:gd name="T53" fmla="*/ 9 h 85"/>
                <a:gd name="T54" fmla="*/ 32 w 61"/>
                <a:gd name="T55" fmla="*/ 14 h 85"/>
                <a:gd name="T56" fmla="*/ 34 w 61"/>
                <a:gd name="T57" fmla="*/ 20 h 85"/>
                <a:gd name="T58" fmla="*/ 37 w 61"/>
                <a:gd name="T59" fmla="*/ 28 h 85"/>
                <a:gd name="T60" fmla="*/ 33 w 61"/>
                <a:gd name="T61" fmla="*/ 37 h 85"/>
                <a:gd name="T62" fmla="*/ 27 w 61"/>
                <a:gd name="T63" fmla="*/ 42 h 85"/>
                <a:gd name="T64" fmla="*/ 32 w 61"/>
                <a:gd name="T65" fmla="*/ 49 h 85"/>
                <a:gd name="T66" fmla="*/ 37 w 61"/>
                <a:gd name="T67" fmla="*/ 54 h 85"/>
                <a:gd name="T68" fmla="*/ 35 w 61"/>
                <a:gd name="T69" fmla="*/ 57 h 85"/>
                <a:gd name="T70" fmla="*/ 29 w 61"/>
                <a:gd name="T71" fmla="*/ 53 h 85"/>
                <a:gd name="T72" fmla="*/ 29 w 61"/>
                <a:gd name="T73" fmla="*/ 58 h 85"/>
                <a:gd name="T74" fmla="*/ 32 w 61"/>
                <a:gd name="T75" fmla="*/ 62 h 85"/>
                <a:gd name="T76" fmla="*/ 45 w 61"/>
                <a:gd name="T77" fmla="*/ 63 h 85"/>
                <a:gd name="T78" fmla="*/ 51 w 61"/>
                <a:gd name="T79" fmla="*/ 67 h 85"/>
                <a:gd name="T80" fmla="*/ 56 w 61"/>
                <a:gd name="T81" fmla="*/ 67 h 85"/>
                <a:gd name="T82" fmla="*/ 57 w 61"/>
                <a:gd name="T83" fmla="*/ 70 h 85"/>
                <a:gd name="T84" fmla="*/ 55 w 61"/>
                <a:gd name="T85" fmla="*/ 74 h 85"/>
                <a:gd name="T86" fmla="*/ 61 w 61"/>
                <a:gd name="T87" fmla="*/ 79 h 85"/>
                <a:gd name="T88" fmla="*/ 61 w 61"/>
                <a:gd name="T89" fmla="*/ 84 h 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1" h="85">
                  <a:moveTo>
                    <a:pt x="59" y="85"/>
                  </a:moveTo>
                  <a:lnTo>
                    <a:pt x="59" y="85"/>
                  </a:lnTo>
                  <a:lnTo>
                    <a:pt x="51" y="84"/>
                  </a:lnTo>
                  <a:lnTo>
                    <a:pt x="48" y="83"/>
                  </a:lnTo>
                  <a:lnTo>
                    <a:pt x="46" y="80"/>
                  </a:lnTo>
                  <a:lnTo>
                    <a:pt x="46" y="80"/>
                  </a:lnTo>
                  <a:lnTo>
                    <a:pt x="46" y="79"/>
                  </a:lnTo>
                  <a:lnTo>
                    <a:pt x="48" y="78"/>
                  </a:lnTo>
                  <a:lnTo>
                    <a:pt x="48" y="76"/>
                  </a:lnTo>
                  <a:lnTo>
                    <a:pt x="48" y="75"/>
                  </a:lnTo>
                  <a:lnTo>
                    <a:pt x="48" y="75"/>
                  </a:lnTo>
                  <a:lnTo>
                    <a:pt x="46" y="70"/>
                  </a:lnTo>
                  <a:lnTo>
                    <a:pt x="45" y="69"/>
                  </a:lnTo>
                  <a:lnTo>
                    <a:pt x="44" y="70"/>
                  </a:lnTo>
                  <a:lnTo>
                    <a:pt x="44" y="70"/>
                  </a:lnTo>
                  <a:lnTo>
                    <a:pt x="43" y="74"/>
                  </a:lnTo>
                  <a:lnTo>
                    <a:pt x="43" y="76"/>
                  </a:lnTo>
                  <a:lnTo>
                    <a:pt x="41" y="76"/>
                  </a:lnTo>
                  <a:lnTo>
                    <a:pt x="41" y="76"/>
                  </a:lnTo>
                  <a:lnTo>
                    <a:pt x="39" y="74"/>
                  </a:lnTo>
                  <a:lnTo>
                    <a:pt x="38" y="73"/>
                  </a:lnTo>
                  <a:lnTo>
                    <a:pt x="35" y="73"/>
                  </a:lnTo>
                  <a:lnTo>
                    <a:pt x="35" y="73"/>
                  </a:lnTo>
                  <a:lnTo>
                    <a:pt x="30" y="73"/>
                  </a:lnTo>
                  <a:lnTo>
                    <a:pt x="28" y="72"/>
                  </a:lnTo>
                  <a:lnTo>
                    <a:pt x="28" y="70"/>
                  </a:lnTo>
                  <a:lnTo>
                    <a:pt x="28" y="70"/>
                  </a:lnTo>
                  <a:lnTo>
                    <a:pt x="30" y="67"/>
                  </a:lnTo>
                  <a:lnTo>
                    <a:pt x="30" y="65"/>
                  </a:lnTo>
                  <a:lnTo>
                    <a:pt x="29" y="67"/>
                  </a:lnTo>
                  <a:lnTo>
                    <a:pt x="29" y="67"/>
                  </a:lnTo>
                  <a:lnTo>
                    <a:pt x="24" y="69"/>
                  </a:lnTo>
                  <a:lnTo>
                    <a:pt x="23" y="70"/>
                  </a:lnTo>
                  <a:lnTo>
                    <a:pt x="19" y="69"/>
                  </a:lnTo>
                  <a:lnTo>
                    <a:pt x="19" y="69"/>
                  </a:lnTo>
                  <a:lnTo>
                    <a:pt x="16" y="67"/>
                  </a:lnTo>
                  <a:lnTo>
                    <a:pt x="11" y="64"/>
                  </a:lnTo>
                  <a:lnTo>
                    <a:pt x="11" y="64"/>
                  </a:lnTo>
                  <a:lnTo>
                    <a:pt x="8" y="62"/>
                  </a:lnTo>
                  <a:lnTo>
                    <a:pt x="8" y="60"/>
                  </a:lnTo>
                  <a:lnTo>
                    <a:pt x="11" y="59"/>
                  </a:lnTo>
                  <a:lnTo>
                    <a:pt x="11" y="59"/>
                  </a:lnTo>
                  <a:lnTo>
                    <a:pt x="12" y="58"/>
                  </a:lnTo>
                  <a:lnTo>
                    <a:pt x="12" y="58"/>
                  </a:lnTo>
                  <a:lnTo>
                    <a:pt x="9" y="57"/>
                  </a:lnTo>
                  <a:lnTo>
                    <a:pt x="3" y="53"/>
                  </a:lnTo>
                  <a:lnTo>
                    <a:pt x="3" y="53"/>
                  </a:lnTo>
                  <a:lnTo>
                    <a:pt x="0" y="48"/>
                  </a:lnTo>
                  <a:lnTo>
                    <a:pt x="0" y="47"/>
                  </a:lnTo>
                  <a:lnTo>
                    <a:pt x="0" y="44"/>
                  </a:lnTo>
                  <a:lnTo>
                    <a:pt x="0" y="44"/>
                  </a:lnTo>
                  <a:lnTo>
                    <a:pt x="0" y="42"/>
                  </a:lnTo>
                  <a:lnTo>
                    <a:pt x="0" y="40"/>
                  </a:lnTo>
                  <a:lnTo>
                    <a:pt x="0" y="36"/>
                  </a:lnTo>
                  <a:lnTo>
                    <a:pt x="1" y="36"/>
                  </a:lnTo>
                  <a:lnTo>
                    <a:pt x="2" y="35"/>
                  </a:lnTo>
                  <a:lnTo>
                    <a:pt x="2" y="35"/>
                  </a:lnTo>
                  <a:lnTo>
                    <a:pt x="3" y="36"/>
                  </a:lnTo>
                  <a:lnTo>
                    <a:pt x="5" y="37"/>
                  </a:lnTo>
                  <a:lnTo>
                    <a:pt x="6" y="38"/>
                  </a:lnTo>
                  <a:lnTo>
                    <a:pt x="8" y="37"/>
                  </a:lnTo>
                  <a:lnTo>
                    <a:pt x="8" y="37"/>
                  </a:lnTo>
                  <a:lnTo>
                    <a:pt x="9" y="35"/>
                  </a:lnTo>
                  <a:lnTo>
                    <a:pt x="11" y="32"/>
                  </a:lnTo>
                  <a:lnTo>
                    <a:pt x="11" y="25"/>
                  </a:lnTo>
                  <a:lnTo>
                    <a:pt x="11" y="10"/>
                  </a:lnTo>
                  <a:lnTo>
                    <a:pt x="11" y="10"/>
                  </a:lnTo>
                  <a:lnTo>
                    <a:pt x="11" y="6"/>
                  </a:lnTo>
                  <a:lnTo>
                    <a:pt x="13" y="4"/>
                  </a:lnTo>
                  <a:lnTo>
                    <a:pt x="17" y="1"/>
                  </a:lnTo>
                  <a:lnTo>
                    <a:pt x="21" y="0"/>
                  </a:lnTo>
                  <a:lnTo>
                    <a:pt x="21" y="0"/>
                  </a:lnTo>
                  <a:lnTo>
                    <a:pt x="23" y="0"/>
                  </a:lnTo>
                  <a:lnTo>
                    <a:pt x="25" y="3"/>
                  </a:lnTo>
                  <a:lnTo>
                    <a:pt x="27" y="4"/>
                  </a:lnTo>
                  <a:lnTo>
                    <a:pt x="30" y="5"/>
                  </a:lnTo>
                  <a:lnTo>
                    <a:pt x="30" y="5"/>
                  </a:lnTo>
                  <a:lnTo>
                    <a:pt x="33" y="5"/>
                  </a:lnTo>
                  <a:lnTo>
                    <a:pt x="34" y="6"/>
                  </a:lnTo>
                  <a:lnTo>
                    <a:pt x="34" y="8"/>
                  </a:lnTo>
                  <a:lnTo>
                    <a:pt x="34" y="9"/>
                  </a:lnTo>
                  <a:lnTo>
                    <a:pt x="34" y="9"/>
                  </a:lnTo>
                  <a:lnTo>
                    <a:pt x="32" y="11"/>
                  </a:lnTo>
                  <a:lnTo>
                    <a:pt x="32" y="14"/>
                  </a:lnTo>
                  <a:lnTo>
                    <a:pt x="32" y="16"/>
                  </a:lnTo>
                  <a:lnTo>
                    <a:pt x="34" y="20"/>
                  </a:lnTo>
                  <a:lnTo>
                    <a:pt x="34" y="20"/>
                  </a:lnTo>
                  <a:lnTo>
                    <a:pt x="35" y="21"/>
                  </a:lnTo>
                  <a:lnTo>
                    <a:pt x="37" y="24"/>
                  </a:lnTo>
                  <a:lnTo>
                    <a:pt x="37" y="28"/>
                  </a:lnTo>
                  <a:lnTo>
                    <a:pt x="34" y="36"/>
                  </a:lnTo>
                  <a:lnTo>
                    <a:pt x="34" y="36"/>
                  </a:lnTo>
                  <a:lnTo>
                    <a:pt x="33" y="37"/>
                  </a:lnTo>
                  <a:lnTo>
                    <a:pt x="30" y="38"/>
                  </a:lnTo>
                  <a:lnTo>
                    <a:pt x="28" y="41"/>
                  </a:lnTo>
                  <a:lnTo>
                    <a:pt x="27" y="42"/>
                  </a:lnTo>
                  <a:lnTo>
                    <a:pt x="27" y="42"/>
                  </a:lnTo>
                  <a:lnTo>
                    <a:pt x="28" y="46"/>
                  </a:lnTo>
                  <a:lnTo>
                    <a:pt x="32" y="49"/>
                  </a:lnTo>
                  <a:lnTo>
                    <a:pt x="32" y="49"/>
                  </a:lnTo>
                  <a:lnTo>
                    <a:pt x="34" y="52"/>
                  </a:lnTo>
                  <a:lnTo>
                    <a:pt x="37" y="54"/>
                  </a:lnTo>
                  <a:lnTo>
                    <a:pt x="37" y="57"/>
                  </a:lnTo>
                  <a:lnTo>
                    <a:pt x="37" y="57"/>
                  </a:lnTo>
                  <a:lnTo>
                    <a:pt x="35" y="57"/>
                  </a:lnTo>
                  <a:lnTo>
                    <a:pt x="35" y="57"/>
                  </a:lnTo>
                  <a:lnTo>
                    <a:pt x="30" y="53"/>
                  </a:lnTo>
                  <a:lnTo>
                    <a:pt x="29" y="53"/>
                  </a:lnTo>
                  <a:lnTo>
                    <a:pt x="29" y="53"/>
                  </a:lnTo>
                  <a:lnTo>
                    <a:pt x="29" y="53"/>
                  </a:lnTo>
                  <a:lnTo>
                    <a:pt x="29" y="58"/>
                  </a:lnTo>
                  <a:lnTo>
                    <a:pt x="29" y="60"/>
                  </a:lnTo>
                  <a:lnTo>
                    <a:pt x="32" y="62"/>
                  </a:lnTo>
                  <a:lnTo>
                    <a:pt x="32" y="62"/>
                  </a:lnTo>
                  <a:lnTo>
                    <a:pt x="39" y="62"/>
                  </a:lnTo>
                  <a:lnTo>
                    <a:pt x="43" y="63"/>
                  </a:lnTo>
                  <a:lnTo>
                    <a:pt x="45" y="63"/>
                  </a:lnTo>
                  <a:lnTo>
                    <a:pt x="45" y="63"/>
                  </a:lnTo>
                  <a:lnTo>
                    <a:pt x="48" y="65"/>
                  </a:lnTo>
                  <a:lnTo>
                    <a:pt x="51" y="67"/>
                  </a:lnTo>
                  <a:lnTo>
                    <a:pt x="51" y="67"/>
                  </a:lnTo>
                  <a:lnTo>
                    <a:pt x="55" y="67"/>
                  </a:lnTo>
                  <a:lnTo>
                    <a:pt x="56" y="67"/>
                  </a:lnTo>
                  <a:lnTo>
                    <a:pt x="57" y="69"/>
                  </a:lnTo>
                  <a:lnTo>
                    <a:pt x="57" y="69"/>
                  </a:lnTo>
                  <a:lnTo>
                    <a:pt x="57" y="70"/>
                  </a:lnTo>
                  <a:lnTo>
                    <a:pt x="56" y="72"/>
                  </a:lnTo>
                  <a:lnTo>
                    <a:pt x="55" y="73"/>
                  </a:lnTo>
                  <a:lnTo>
                    <a:pt x="55" y="74"/>
                  </a:lnTo>
                  <a:lnTo>
                    <a:pt x="55" y="74"/>
                  </a:lnTo>
                  <a:lnTo>
                    <a:pt x="59" y="78"/>
                  </a:lnTo>
                  <a:lnTo>
                    <a:pt x="61" y="79"/>
                  </a:lnTo>
                  <a:lnTo>
                    <a:pt x="61" y="80"/>
                  </a:lnTo>
                  <a:lnTo>
                    <a:pt x="61" y="80"/>
                  </a:lnTo>
                  <a:lnTo>
                    <a:pt x="61" y="84"/>
                  </a:lnTo>
                  <a:lnTo>
                    <a:pt x="60" y="85"/>
                  </a:lnTo>
                  <a:lnTo>
                    <a:pt x="59" y="8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3" name="Freeform 854"/>
            <p:cNvSpPr>
              <a:spLocks/>
            </p:cNvSpPr>
            <p:nvPr/>
          </p:nvSpPr>
          <p:spPr bwMode="gray">
            <a:xfrm>
              <a:off x="6188837" y="5866754"/>
              <a:ext cx="213204" cy="226197"/>
            </a:xfrm>
            <a:custGeom>
              <a:avLst/>
              <a:gdLst>
                <a:gd name="T0" fmla="*/ 6 w 86"/>
                <a:gd name="T1" fmla="*/ 89 h 90"/>
                <a:gd name="T2" fmla="*/ 9 w 86"/>
                <a:gd name="T3" fmla="*/ 82 h 90"/>
                <a:gd name="T4" fmla="*/ 11 w 86"/>
                <a:gd name="T5" fmla="*/ 69 h 90"/>
                <a:gd name="T6" fmla="*/ 6 w 86"/>
                <a:gd name="T7" fmla="*/ 66 h 90"/>
                <a:gd name="T8" fmla="*/ 0 w 86"/>
                <a:gd name="T9" fmla="*/ 61 h 90"/>
                <a:gd name="T10" fmla="*/ 4 w 86"/>
                <a:gd name="T11" fmla="*/ 50 h 90"/>
                <a:gd name="T12" fmla="*/ 5 w 86"/>
                <a:gd name="T13" fmla="*/ 41 h 90"/>
                <a:gd name="T14" fmla="*/ 6 w 86"/>
                <a:gd name="T15" fmla="*/ 36 h 90"/>
                <a:gd name="T16" fmla="*/ 10 w 86"/>
                <a:gd name="T17" fmla="*/ 29 h 90"/>
                <a:gd name="T18" fmla="*/ 15 w 86"/>
                <a:gd name="T19" fmla="*/ 24 h 90"/>
                <a:gd name="T20" fmla="*/ 22 w 86"/>
                <a:gd name="T21" fmla="*/ 10 h 90"/>
                <a:gd name="T22" fmla="*/ 30 w 86"/>
                <a:gd name="T23" fmla="*/ 5 h 90"/>
                <a:gd name="T24" fmla="*/ 34 w 86"/>
                <a:gd name="T25" fmla="*/ 2 h 90"/>
                <a:gd name="T26" fmla="*/ 50 w 86"/>
                <a:gd name="T27" fmla="*/ 7 h 90"/>
                <a:gd name="T28" fmla="*/ 67 w 86"/>
                <a:gd name="T29" fmla="*/ 9 h 90"/>
                <a:gd name="T30" fmla="*/ 75 w 86"/>
                <a:gd name="T31" fmla="*/ 9 h 90"/>
                <a:gd name="T32" fmla="*/ 85 w 86"/>
                <a:gd name="T33" fmla="*/ 0 h 90"/>
                <a:gd name="T34" fmla="*/ 86 w 86"/>
                <a:gd name="T35" fmla="*/ 3 h 90"/>
                <a:gd name="T36" fmla="*/ 79 w 86"/>
                <a:gd name="T37" fmla="*/ 12 h 90"/>
                <a:gd name="T38" fmla="*/ 67 w 86"/>
                <a:gd name="T39" fmla="*/ 18 h 90"/>
                <a:gd name="T40" fmla="*/ 61 w 86"/>
                <a:gd name="T41" fmla="*/ 16 h 90"/>
                <a:gd name="T42" fmla="*/ 47 w 86"/>
                <a:gd name="T43" fmla="*/ 15 h 90"/>
                <a:gd name="T44" fmla="*/ 32 w 86"/>
                <a:gd name="T45" fmla="*/ 15 h 90"/>
                <a:gd name="T46" fmla="*/ 26 w 86"/>
                <a:gd name="T47" fmla="*/ 15 h 90"/>
                <a:gd name="T48" fmla="*/ 24 w 86"/>
                <a:gd name="T49" fmla="*/ 21 h 90"/>
                <a:gd name="T50" fmla="*/ 20 w 86"/>
                <a:gd name="T51" fmla="*/ 29 h 90"/>
                <a:gd name="T52" fmla="*/ 25 w 86"/>
                <a:gd name="T53" fmla="*/ 36 h 90"/>
                <a:gd name="T54" fmla="*/ 35 w 86"/>
                <a:gd name="T55" fmla="*/ 34 h 90"/>
                <a:gd name="T56" fmla="*/ 38 w 86"/>
                <a:gd name="T57" fmla="*/ 29 h 90"/>
                <a:gd name="T58" fmla="*/ 54 w 86"/>
                <a:gd name="T59" fmla="*/ 25 h 90"/>
                <a:gd name="T60" fmla="*/ 59 w 86"/>
                <a:gd name="T61" fmla="*/ 28 h 90"/>
                <a:gd name="T62" fmla="*/ 52 w 86"/>
                <a:gd name="T63" fmla="*/ 31 h 90"/>
                <a:gd name="T64" fmla="*/ 43 w 86"/>
                <a:gd name="T65" fmla="*/ 40 h 90"/>
                <a:gd name="T66" fmla="*/ 40 w 86"/>
                <a:gd name="T67" fmla="*/ 45 h 90"/>
                <a:gd name="T68" fmla="*/ 46 w 86"/>
                <a:gd name="T69" fmla="*/ 51 h 90"/>
                <a:gd name="T70" fmla="*/ 51 w 86"/>
                <a:gd name="T71" fmla="*/ 55 h 90"/>
                <a:gd name="T72" fmla="*/ 50 w 86"/>
                <a:gd name="T73" fmla="*/ 60 h 90"/>
                <a:gd name="T74" fmla="*/ 47 w 86"/>
                <a:gd name="T75" fmla="*/ 67 h 90"/>
                <a:gd name="T76" fmla="*/ 52 w 86"/>
                <a:gd name="T77" fmla="*/ 74 h 90"/>
                <a:gd name="T78" fmla="*/ 47 w 86"/>
                <a:gd name="T79" fmla="*/ 77 h 90"/>
                <a:gd name="T80" fmla="*/ 43 w 86"/>
                <a:gd name="T81" fmla="*/ 81 h 90"/>
                <a:gd name="T82" fmla="*/ 40 w 86"/>
                <a:gd name="T83" fmla="*/ 82 h 90"/>
                <a:gd name="T84" fmla="*/ 35 w 86"/>
                <a:gd name="T85" fmla="*/ 76 h 90"/>
                <a:gd name="T86" fmla="*/ 34 w 86"/>
                <a:gd name="T87" fmla="*/ 68 h 90"/>
                <a:gd name="T88" fmla="*/ 31 w 86"/>
                <a:gd name="T89" fmla="*/ 63 h 90"/>
                <a:gd name="T90" fmla="*/ 34 w 86"/>
                <a:gd name="T91" fmla="*/ 56 h 90"/>
                <a:gd name="T92" fmla="*/ 34 w 86"/>
                <a:gd name="T93" fmla="*/ 55 h 90"/>
                <a:gd name="T94" fmla="*/ 25 w 86"/>
                <a:gd name="T95" fmla="*/ 56 h 90"/>
                <a:gd name="T96" fmla="*/ 21 w 86"/>
                <a:gd name="T97" fmla="*/ 68 h 90"/>
                <a:gd name="T98" fmla="*/ 21 w 86"/>
                <a:gd name="T99" fmla="*/ 88 h 90"/>
                <a:gd name="T100" fmla="*/ 11 w 86"/>
                <a:gd name="T10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6" h="90">
                  <a:moveTo>
                    <a:pt x="9" y="89"/>
                  </a:moveTo>
                  <a:lnTo>
                    <a:pt x="9" y="89"/>
                  </a:lnTo>
                  <a:lnTo>
                    <a:pt x="6" y="89"/>
                  </a:lnTo>
                  <a:lnTo>
                    <a:pt x="6" y="88"/>
                  </a:lnTo>
                  <a:lnTo>
                    <a:pt x="9" y="82"/>
                  </a:lnTo>
                  <a:lnTo>
                    <a:pt x="9" y="82"/>
                  </a:lnTo>
                  <a:lnTo>
                    <a:pt x="11" y="78"/>
                  </a:lnTo>
                  <a:lnTo>
                    <a:pt x="13" y="73"/>
                  </a:lnTo>
                  <a:lnTo>
                    <a:pt x="11" y="69"/>
                  </a:lnTo>
                  <a:lnTo>
                    <a:pt x="10" y="67"/>
                  </a:lnTo>
                  <a:lnTo>
                    <a:pt x="10" y="67"/>
                  </a:lnTo>
                  <a:lnTo>
                    <a:pt x="6" y="66"/>
                  </a:lnTo>
                  <a:lnTo>
                    <a:pt x="4" y="66"/>
                  </a:lnTo>
                  <a:lnTo>
                    <a:pt x="2" y="64"/>
                  </a:lnTo>
                  <a:lnTo>
                    <a:pt x="0" y="61"/>
                  </a:lnTo>
                  <a:lnTo>
                    <a:pt x="0" y="61"/>
                  </a:lnTo>
                  <a:lnTo>
                    <a:pt x="2" y="55"/>
                  </a:lnTo>
                  <a:lnTo>
                    <a:pt x="4" y="50"/>
                  </a:lnTo>
                  <a:lnTo>
                    <a:pt x="4" y="50"/>
                  </a:lnTo>
                  <a:lnTo>
                    <a:pt x="5" y="45"/>
                  </a:lnTo>
                  <a:lnTo>
                    <a:pt x="5" y="41"/>
                  </a:lnTo>
                  <a:lnTo>
                    <a:pt x="5" y="39"/>
                  </a:lnTo>
                  <a:lnTo>
                    <a:pt x="6" y="36"/>
                  </a:lnTo>
                  <a:lnTo>
                    <a:pt x="6" y="36"/>
                  </a:lnTo>
                  <a:lnTo>
                    <a:pt x="8" y="34"/>
                  </a:lnTo>
                  <a:lnTo>
                    <a:pt x="9" y="31"/>
                  </a:lnTo>
                  <a:lnTo>
                    <a:pt x="10" y="29"/>
                  </a:lnTo>
                  <a:lnTo>
                    <a:pt x="13" y="28"/>
                  </a:lnTo>
                  <a:lnTo>
                    <a:pt x="13" y="28"/>
                  </a:lnTo>
                  <a:lnTo>
                    <a:pt x="15" y="24"/>
                  </a:lnTo>
                  <a:lnTo>
                    <a:pt x="18" y="19"/>
                  </a:lnTo>
                  <a:lnTo>
                    <a:pt x="20" y="14"/>
                  </a:lnTo>
                  <a:lnTo>
                    <a:pt x="22" y="10"/>
                  </a:lnTo>
                  <a:lnTo>
                    <a:pt x="22" y="10"/>
                  </a:lnTo>
                  <a:lnTo>
                    <a:pt x="27" y="8"/>
                  </a:lnTo>
                  <a:lnTo>
                    <a:pt x="30" y="5"/>
                  </a:lnTo>
                  <a:lnTo>
                    <a:pt x="30" y="5"/>
                  </a:lnTo>
                  <a:lnTo>
                    <a:pt x="32" y="3"/>
                  </a:lnTo>
                  <a:lnTo>
                    <a:pt x="34" y="2"/>
                  </a:lnTo>
                  <a:lnTo>
                    <a:pt x="40" y="4"/>
                  </a:lnTo>
                  <a:lnTo>
                    <a:pt x="40" y="4"/>
                  </a:lnTo>
                  <a:lnTo>
                    <a:pt x="50" y="7"/>
                  </a:lnTo>
                  <a:lnTo>
                    <a:pt x="58" y="8"/>
                  </a:lnTo>
                  <a:lnTo>
                    <a:pt x="58" y="8"/>
                  </a:lnTo>
                  <a:lnTo>
                    <a:pt x="67" y="9"/>
                  </a:lnTo>
                  <a:lnTo>
                    <a:pt x="72" y="9"/>
                  </a:lnTo>
                  <a:lnTo>
                    <a:pt x="75" y="9"/>
                  </a:lnTo>
                  <a:lnTo>
                    <a:pt x="75" y="9"/>
                  </a:lnTo>
                  <a:lnTo>
                    <a:pt x="80" y="3"/>
                  </a:lnTo>
                  <a:lnTo>
                    <a:pt x="83" y="0"/>
                  </a:lnTo>
                  <a:lnTo>
                    <a:pt x="85" y="0"/>
                  </a:lnTo>
                  <a:lnTo>
                    <a:pt x="85" y="0"/>
                  </a:lnTo>
                  <a:lnTo>
                    <a:pt x="86" y="0"/>
                  </a:lnTo>
                  <a:lnTo>
                    <a:pt x="86" y="3"/>
                  </a:lnTo>
                  <a:lnTo>
                    <a:pt x="84" y="7"/>
                  </a:lnTo>
                  <a:lnTo>
                    <a:pt x="84" y="7"/>
                  </a:lnTo>
                  <a:lnTo>
                    <a:pt x="79" y="12"/>
                  </a:lnTo>
                  <a:lnTo>
                    <a:pt x="72" y="15"/>
                  </a:lnTo>
                  <a:lnTo>
                    <a:pt x="72" y="15"/>
                  </a:lnTo>
                  <a:lnTo>
                    <a:pt x="67" y="18"/>
                  </a:lnTo>
                  <a:lnTo>
                    <a:pt x="64" y="18"/>
                  </a:lnTo>
                  <a:lnTo>
                    <a:pt x="61" y="16"/>
                  </a:lnTo>
                  <a:lnTo>
                    <a:pt x="61" y="16"/>
                  </a:lnTo>
                  <a:lnTo>
                    <a:pt x="53" y="15"/>
                  </a:lnTo>
                  <a:lnTo>
                    <a:pt x="50" y="15"/>
                  </a:lnTo>
                  <a:lnTo>
                    <a:pt x="47" y="15"/>
                  </a:lnTo>
                  <a:lnTo>
                    <a:pt x="47" y="15"/>
                  </a:lnTo>
                  <a:lnTo>
                    <a:pt x="41" y="16"/>
                  </a:lnTo>
                  <a:lnTo>
                    <a:pt x="32" y="15"/>
                  </a:lnTo>
                  <a:lnTo>
                    <a:pt x="32" y="15"/>
                  </a:lnTo>
                  <a:lnTo>
                    <a:pt x="27" y="15"/>
                  </a:lnTo>
                  <a:lnTo>
                    <a:pt x="26" y="15"/>
                  </a:lnTo>
                  <a:lnTo>
                    <a:pt x="25" y="18"/>
                  </a:lnTo>
                  <a:lnTo>
                    <a:pt x="25" y="18"/>
                  </a:lnTo>
                  <a:lnTo>
                    <a:pt x="24" y="21"/>
                  </a:lnTo>
                  <a:lnTo>
                    <a:pt x="20" y="26"/>
                  </a:lnTo>
                  <a:lnTo>
                    <a:pt x="20" y="26"/>
                  </a:lnTo>
                  <a:lnTo>
                    <a:pt x="20" y="29"/>
                  </a:lnTo>
                  <a:lnTo>
                    <a:pt x="20" y="32"/>
                  </a:lnTo>
                  <a:lnTo>
                    <a:pt x="21" y="35"/>
                  </a:lnTo>
                  <a:lnTo>
                    <a:pt x="25" y="36"/>
                  </a:lnTo>
                  <a:lnTo>
                    <a:pt x="25" y="36"/>
                  </a:lnTo>
                  <a:lnTo>
                    <a:pt x="31" y="36"/>
                  </a:lnTo>
                  <a:lnTo>
                    <a:pt x="35" y="34"/>
                  </a:lnTo>
                  <a:lnTo>
                    <a:pt x="36" y="32"/>
                  </a:lnTo>
                  <a:lnTo>
                    <a:pt x="36" y="32"/>
                  </a:lnTo>
                  <a:lnTo>
                    <a:pt x="38" y="29"/>
                  </a:lnTo>
                  <a:lnTo>
                    <a:pt x="43" y="28"/>
                  </a:lnTo>
                  <a:lnTo>
                    <a:pt x="54" y="25"/>
                  </a:lnTo>
                  <a:lnTo>
                    <a:pt x="54" y="25"/>
                  </a:lnTo>
                  <a:lnTo>
                    <a:pt x="58" y="25"/>
                  </a:lnTo>
                  <a:lnTo>
                    <a:pt x="59" y="26"/>
                  </a:lnTo>
                  <a:lnTo>
                    <a:pt x="59" y="28"/>
                  </a:lnTo>
                  <a:lnTo>
                    <a:pt x="57" y="29"/>
                  </a:lnTo>
                  <a:lnTo>
                    <a:pt x="57" y="29"/>
                  </a:lnTo>
                  <a:lnTo>
                    <a:pt x="52" y="31"/>
                  </a:lnTo>
                  <a:lnTo>
                    <a:pt x="47" y="34"/>
                  </a:lnTo>
                  <a:lnTo>
                    <a:pt x="47" y="34"/>
                  </a:lnTo>
                  <a:lnTo>
                    <a:pt x="43" y="40"/>
                  </a:lnTo>
                  <a:lnTo>
                    <a:pt x="41" y="42"/>
                  </a:lnTo>
                  <a:lnTo>
                    <a:pt x="40" y="45"/>
                  </a:lnTo>
                  <a:lnTo>
                    <a:pt x="40" y="45"/>
                  </a:lnTo>
                  <a:lnTo>
                    <a:pt x="41" y="48"/>
                  </a:lnTo>
                  <a:lnTo>
                    <a:pt x="42" y="51"/>
                  </a:lnTo>
                  <a:lnTo>
                    <a:pt x="46" y="51"/>
                  </a:lnTo>
                  <a:lnTo>
                    <a:pt x="46" y="51"/>
                  </a:lnTo>
                  <a:lnTo>
                    <a:pt x="50" y="52"/>
                  </a:lnTo>
                  <a:lnTo>
                    <a:pt x="51" y="55"/>
                  </a:lnTo>
                  <a:lnTo>
                    <a:pt x="51" y="57"/>
                  </a:lnTo>
                  <a:lnTo>
                    <a:pt x="50" y="60"/>
                  </a:lnTo>
                  <a:lnTo>
                    <a:pt x="50" y="60"/>
                  </a:lnTo>
                  <a:lnTo>
                    <a:pt x="46" y="62"/>
                  </a:lnTo>
                  <a:lnTo>
                    <a:pt x="46" y="64"/>
                  </a:lnTo>
                  <a:lnTo>
                    <a:pt x="47" y="67"/>
                  </a:lnTo>
                  <a:lnTo>
                    <a:pt x="47" y="67"/>
                  </a:lnTo>
                  <a:lnTo>
                    <a:pt x="51" y="72"/>
                  </a:lnTo>
                  <a:lnTo>
                    <a:pt x="52" y="74"/>
                  </a:lnTo>
                  <a:lnTo>
                    <a:pt x="51" y="76"/>
                  </a:lnTo>
                  <a:lnTo>
                    <a:pt x="51" y="76"/>
                  </a:lnTo>
                  <a:lnTo>
                    <a:pt x="47" y="77"/>
                  </a:lnTo>
                  <a:lnTo>
                    <a:pt x="45" y="78"/>
                  </a:lnTo>
                  <a:lnTo>
                    <a:pt x="45" y="78"/>
                  </a:lnTo>
                  <a:lnTo>
                    <a:pt x="43" y="81"/>
                  </a:lnTo>
                  <a:lnTo>
                    <a:pt x="41" y="82"/>
                  </a:lnTo>
                  <a:lnTo>
                    <a:pt x="40" y="82"/>
                  </a:lnTo>
                  <a:lnTo>
                    <a:pt x="40" y="82"/>
                  </a:lnTo>
                  <a:lnTo>
                    <a:pt x="37" y="81"/>
                  </a:lnTo>
                  <a:lnTo>
                    <a:pt x="37" y="79"/>
                  </a:lnTo>
                  <a:lnTo>
                    <a:pt x="35" y="76"/>
                  </a:lnTo>
                  <a:lnTo>
                    <a:pt x="35" y="76"/>
                  </a:lnTo>
                  <a:lnTo>
                    <a:pt x="35" y="72"/>
                  </a:lnTo>
                  <a:lnTo>
                    <a:pt x="34" y="68"/>
                  </a:lnTo>
                  <a:lnTo>
                    <a:pt x="32" y="66"/>
                  </a:lnTo>
                  <a:lnTo>
                    <a:pt x="32" y="66"/>
                  </a:lnTo>
                  <a:lnTo>
                    <a:pt x="31" y="63"/>
                  </a:lnTo>
                  <a:lnTo>
                    <a:pt x="31" y="60"/>
                  </a:lnTo>
                  <a:lnTo>
                    <a:pt x="32" y="57"/>
                  </a:lnTo>
                  <a:lnTo>
                    <a:pt x="34" y="56"/>
                  </a:lnTo>
                  <a:lnTo>
                    <a:pt x="34" y="56"/>
                  </a:lnTo>
                  <a:lnTo>
                    <a:pt x="35" y="55"/>
                  </a:lnTo>
                  <a:lnTo>
                    <a:pt x="34" y="55"/>
                  </a:lnTo>
                  <a:lnTo>
                    <a:pt x="30" y="55"/>
                  </a:lnTo>
                  <a:lnTo>
                    <a:pt x="25" y="56"/>
                  </a:lnTo>
                  <a:lnTo>
                    <a:pt x="25" y="56"/>
                  </a:lnTo>
                  <a:lnTo>
                    <a:pt x="22" y="61"/>
                  </a:lnTo>
                  <a:lnTo>
                    <a:pt x="21" y="68"/>
                  </a:lnTo>
                  <a:lnTo>
                    <a:pt x="21" y="68"/>
                  </a:lnTo>
                  <a:lnTo>
                    <a:pt x="21" y="78"/>
                  </a:lnTo>
                  <a:lnTo>
                    <a:pt x="21" y="85"/>
                  </a:lnTo>
                  <a:lnTo>
                    <a:pt x="21" y="88"/>
                  </a:lnTo>
                  <a:lnTo>
                    <a:pt x="21" y="88"/>
                  </a:lnTo>
                  <a:lnTo>
                    <a:pt x="15" y="89"/>
                  </a:lnTo>
                  <a:lnTo>
                    <a:pt x="11" y="90"/>
                  </a:lnTo>
                  <a:lnTo>
                    <a:pt x="9" y="8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4" name="Freeform 874"/>
            <p:cNvSpPr>
              <a:spLocks/>
            </p:cNvSpPr>
            <p:nvPr/>
          </p:nvSpPr>
          <p:spPr bwMode="gray">
            <a:xfrm>
              <a:off x="6302876" y="5577723"/>
              <a:ext cx="151226" cy="133207"/>
            </a:xfrm>
            <a:custGeom>
              <a:avLst/>
              <a:gdLst>
                <a:gd name="T0" fmla="*/ 50 w 61"/>
                <a:gd name="T1" fmla="*/ 0 h 53"/>
                <a:gd name="T2" fmla="*/ 48 w 61"/>
                <a:gd name="T3" fmla="*/ 1 h 53"/>
                <a:gd name="T4" fmla="*/ 44 w 61"/>
                <a:gd name="T5" fmla="*/ 12 h 53"/>
                <a:gd name="T6" fmla="*/ 40 w 61"/>
                <a:gd name="T7" fmla="*/ 13 h 53"/>
                <a:gd name="T8" fmla="*/ 37 w 61"/>
                <a:gd name="T9" fmla="*/ 15 h 53"/>
                <a:gd name="T10" fmla="*/ 31 w 61"/>
                <a:gd name="T11" fmla="*/ 21 h 53"/>
                <a:gd name="T12" fmla="*/ 26 w 61"/>
                <a:gd name="T13" fmla="*/ 23 h 53"/>
                <a:gd name="T14" fmla="*/ 23 w 61"/>
                <a:gd name="T15" fmla="*/ 19 h 53"/>
                <a:gd name="T16" fmla="*/ 21 w 61"/>
                <a:gd name="T17" fmla="*/ 18 h 53"/>
                <a:gd name="T18" fmla="*/ 16 w 61"/>
                <a:gd name="T19" fmla="*/ 19 h 53"/>
                <a:gd name="T20" fmla="*/ 15 w 61"/>
                <a:gd name="T21" fmla="*/ 21 h 53"/>
                <a:gd name="T22" fmla="*/ 12 w 61"/>
                <a:gd name="T23" fmla="*/ 23 h 53"/>
                <a:gd name="T24" fmla="*/ 8 w 61"/>
                <a:gd name="T25" fmla="*/ 23 h 53"/>
                <a:gd name="T26" fmla="*/ 1 w 61"/>
                <a:gd name="T27" fmla="*/ 27 h 53"/>
                <a:gd name="T28" fmla="*/ 1 w 61"/>
                <a:gd name="T29" fmla="*/ 29 h 53"/>
                <a:gd name="T30" fmla="*/ 0 w 61"/>
                <a:gd name="T31" fmla="*/ 35 h 53"/>
                <a:gd name="T32" fmla="*/ 1 w 61"/>
                <a:gd name="T33" fmla="*/ 35 h 53"/>
                <a:gd name="T34" fmla="*/ 6 w 61"/>
                <a:gd name="T35" fmla="*/ 29 h 53"/>
                <a:gd name="T36" fmla="*/ 7 w 61"/>
                <a:gd name="T37" fmla="*/ 29 h 53"/>
                <a:gd name="T38" fmla="*/ 10 w 61"/>
                <a:gd name="T39" fmla="*/ 33 h 53"/>
                <a:gd name="T40" fmla="*/ 12 w 61"/>
                <a:gd name="T41" fmla="*/ 33 h 53"/>
                <a:gd name="T42" fmla="*/ 23 w 61"/>
                <a:gd name="T43" fmla="*/ 28 h 53"/>
                <a:gd name="T44" fmla="*/ 24 w 61"/>
                <a:gd name="T45" fmla="*/ 29 h 53"/>
                <a:gd name="T46" fmla="*/ 29 w 61"/>
                <a:gd name="T47" fmla="*/ 34 h 53"/>
                <a:gd name="T48" fmla="*/ 29 w 61"/>
                <a:gd name="T49" fmla="*/ 35 h 53"/>
                <a:gd name="T50" fmla="*/ 27 w 61"/>
                <a:gd name="T51" fmla="*/ 40 h 53"/>
                <a:gd name="T52" fmla="*/ 29 w 61"/>
                <a:gd name="T53" fmla="*/ 48 h 53"/>
                <a:gd name="T54" fmla="*/ 36 w 61"/>
                <a:gd name="T55" fmla="*/ 51 h 53"/>
                <a:gd name="T56" fmla="*/ 40 w 61"/>
                <a:gd name="T57" fmla="*/ 53 h 53"/>
                <a:gd name="T58" fmla="*/ 45 w 61"/>
                <a:gd name="T59" fmla="*/ 50 h 53"/>
                <a:gd name="T60" fmla="*/ 48 w 61"/>
                <a:gd name="T61" fmla="*/ 47 h 53"/>
                <a:gd name="T62" fmla="*/ 47 w 61"/>
                <a:gd name="T63" fmla="*/ 43 h 53"/>
                <a:gd name="T64" fmla="*/ 47 w 61"/>
                <a:gd name="T65" fmla="*/ 39 h 53"/>
                <a:gd name="T66" fmla="*/ 52 w 61"/>
                <a:gd name="T67" fmla="*/ 38 h 53"/>
                <a:gd name="T68" fmla="*/ 53 w 61"/>
                <a:gd name="T69" fmla="*/ 39 h 53"/>
                <a:gd name="T70" fmla="*/ 56 w 61"/>
                <a:gd name="T71" fmla="*/ 42 h 53"/>
                <a:gd name="T72" fmla="*/ 61 w 61"/>
                <a:gd name="T73" fmla="*/ 40 h 53"/>
                <a:gd name="T74" fmla="*/ 61 w 61"/>
                <a:gd name="T75" fmla="*/ 38 h 53"/>
                <a:gd name="T76" fmla="*/ 60 w 61"/>
                <a:gd name="T77" fmla="*/ 24 h 53"/>
                <a:gd name="T78" fmla="*/ 59 w 61"/>
                <a:gd name="T79" fmla="*/ 18 h 53"/>
                <a:gd name="T80" fmla="*/ 53 w 61"/>
                <a:gd name="T81" fmla="*/ 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1" h="53">
                  <a:moveTo>
                    <a:pt x="50" y="0"/>
                  </a:moveTo>
                  <a:lnTo>
                    <a:pt x="50" y="0"/>
                  </a:lnTo>
                  <a:lnTo>
                    <a:pt x="49" y="0"/>
                  </a:lnTo>
                  <a:lnTo>
                    <a:pt x="48" y="1"/>
                  </a:lnTo>
                  <a:lnTo>
                    <a:pt x="47" y="6"/>
                  </a:lnTo>
                  <a:lnTo>
                    <a:pt x="44" y="12"/>
                  </a:lnTo>
                  <a:lnTo>
                    <a:pt x="44" y="12"/>
                  </a:lnTo>
                  <a:lnTo>
                    <a:pt x="40" y="13"/>
                  </a:lnTo>
                  <a:lnTo>
                    <a:pt x="38" y="13"/>
                  </a:lnTo>
                  <a:lnTo>
                    <a:pt x="37" y="15"/>
                  </a:lnTo>
                  <a:lnTo>
                    <a:pt x="37" y="15"/>
                  </a:lnTo>
                  <a:lnTo>
                    <a:pt x="31" y="21"/>
                  </a:lnTo>
                  <a:lnTo>
                    <a:pt x="28" y="23"/>
                  </a:lnTo>
                  <a:lnTo>
                    <a:pt x="26" y="23"/>
                  </a:lnTo>
                  <a:lnTo>
                    <a:pt x="26" y="23"/>
                  </a:lnTo>
                  <a:lnTo>
                    <a:pt x="23" y="19"/>
                  </a:lnTo>
                  <a:lnTo>
                    <a:pt x="21" y="18"/>
                  </a:lnTo>
                  <a:lnTo>
                    <a:pt x="21" y="18"/>
                  </a:lnTo>
                  <a:lnTo>
                    <a:pt x="17" y="18"/>
                  </a:lnTo>
                  <a:lnTo>
                    <a:pt x="16" y="19"/>
                  </a:lnTo>
                  <a:lnTo>
                    <a:pt x="15" y="21"/>
                  </a:lnTo>
                  <a:lnTo>
                    <a:pt x="15" y="21"/>
                  </a:lnTo>
                  <a:lnTo>
                    <a:pt x="15" y="22"/>
                  </a:lnTo>
                  <a:lnTo>
                    <a:pt x="12" y="23"/>
                  </a:lnTo>
                  <a:lnTo>
                    <a:pt x="8" y="23"/>
                  </a:lnTo>
                  <a:lnTo>
                    <a:pt x="8" y="23"/>
                  </a:lnTo>
                  <a:lnTo>
                    <a:pt x="4" y="26"/>
                  </a:lnTo>
                  <a:lnTo>
                    <a:pt x="1" y="27"/>
                  </a:lnTo>
                  <a:lnTo>
                    <a:pt x="1" y="29"/>
                  </a:lnTo>
                  <a:lnTo>
                    <a:pt x="1" y="29"/>
                  </a:lnTo>
                  <a:lnTo>
                    <a:pt x="0" y="34"/>
                  </a:lnTo>
                  <a:lnTo>
                    <a:pt x="0" y="35"/>
                  </a:lnTo>
                  <a:lnTo>
                    <a:pt x="1" y="35"/>
                  </a:lnTo>
                  <a:lnTo>
                    <a:pt x="1" y="35"/>
                  </a:lnTo>
                  <a:lnTo>
                    <a:pt x="5" y="31"/>
                  </a:lnTo>
                  <a:lnTo>
                    <a:pt x="6" y="29"/>
                  </a:lnTo>
                  <a:lnTo>
                    <a:pt x="7" y="29"/>
                  </a:lnTo>
                  <a:lnTo>
                    <a:pt x="7" y="29"/>
                  </a:lnTo>
                  <a:lnTo>
                    <a:pt x="8" y="33"/>
                  </a:lnTo>
                  <a:lnTo>
                    <a:pt x="10" y="33"/>
                  </a:lnTo>
                  <a:lnTo>
                    <a:pt x="12" y="33"/>
                  </a:lnTo>
                  <a:lnTo>
                    <a:pt x="12" y="33"/>
                  </a:lnTo>
                  <a:lnTo>
                    <a:pt x="20" y="29"/>
                  </a:lnTo>
                  <a:lnTo>
                    <a:pt x="23" y="28"/>
                  </a:lnTo>
                  <a:lnTo>
                    <a:pt x="24" y="29"/>
                  </a:lnTo>
                  <a:lnTo>
                    <a:pt x="24" y="29"/>
                  </a:lnTo>
                  <a:lnTo>
                    <a:pt x="28" y="32"/>
                  </a:lnTo>
                  <a:lnTo>
                    <a:pt x="29" y="34"/>
                  </a:lnTo>
                  <a:lnTo>
                    <a:pt x="29" y="35"/>
                  </a:lnTo>
                  <a:lnTo>
                    <a:pt x="29" y="35"/>
                  </a:lnTo>
                  <a:lnTo>
                    <a:pt x="27" y="38"/>
                  </a:lnTo>
                  <a:lnTo>
                    <a:pt x="27" y="40"/>
                  </a:lnTo>
                  <a:lnTo>
                    <a:pt x="27" y="44"/>
                  </a:lnTo>
                  <a:lnTo>
                    <a:pt x="29" y="48"/>
                  </a:lnTo>
                  <a:lnTo>
                    <a:pt x="29" y="48"/>
                  </a:lnTo>
                  <a:lnTo>
                    <a:pt x="36" y="51"/>
                  </a:lnTo>
                  <a:lnTo>
                    <a:pt x="38" y="53"/>
                  </a:lnTo>
                  <a:lnTo>
                    <a:pt x="40" y="53"/>
                  </a:lnTo>
                  <a:lnTo>
                    <a:pt x="40" y="53"/>
                  </a:lnTo>
                  <a:lnTo>
                    <a:pt x="45" y="50"/>
                  </a:lnTo>
                  <a:lnTo>
                    <a:pt x="48" y="48"/>
                  </a:lnTo>
                  <a:lnTo>
                    <a:pt x="48" y="47"/>
                  </a:lnTo>
                  <a:lnTo>
                    <a:pt x="48" y="47"/>
                  </a:lnTo>
                  <a:lnTo>
                    <a:pt x="47" y="43"/>
                  </a:lnTo>
                  <a:lnTo>
                    <a:pt x="47" y="39"/>
                  </a:lnTo>
                  <a:lnTo>
                    <a:pt x="47" y="39"/>
                  </a:lnTo>
                  <a:lnTo>
                    <a:pt x="49" y="38"/>
                  </a:lnTo>
                  <a:lnTo>
                    <a:pt x="52" y="38"/>
                  </a:lnTo>
                  <a:lnTo>
                    <a:pt x="53" y="39"/>
                  </a:lnTo>
                  <a:lnTo>
                    <a:pt x="53" y="39"/>
                  </a:lnTo>
                  <a:lnTo>
                    <a:pt x="55" y="40"/>
                  </a:lnTo>
                  <a:lnTo>
                    <a:pt x="56" y="42"/>
                  </a:lnTo>
                  <a:lnTo>
                    <a:pt x="59" y="42"/>
                  </a:lnTo>
                  <a:lnTo>
                    <a:pt x="61" y="40"/>
                  </a:lnTo>
                  <a:lnTo>
                    <a:pt x="61" y="40"/>
                  </a:lnTo>
                  <a:lnTo>
                    <a:pt x="61" y="38"/>
                  </a:lnTo>
                  <a:lnTo>
                    <a:pt x="61" y="34"/>
                  </a:lnTo>
                  <a:lnTo>
                    <a:pt x="60" y="24"/>
                  </a:lnTo>
                  <a:lnTo>
                    <a:pt x="60" y="24"/>
                  </a:lnTo>
                  <a:lnTo>
                    <a:pt x="59" y="18"/>
                  </a:lnTo>
                  <a:lnTo>
                    <a:pt x="56" y="10"/>
                  </a:lnTo>
                  <a:lnTo>
                    <a:pt x="53" y="3"/>
                  </a:lnTo>
                  <a:lnTo>
                    <a:pt x="50"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5" name="Freeform 872"/>
            <p:cNvSpPr>
              <a:spLocks/>
            </p:cNvSpPr>
            <p:nvPr/>
          </p:nvSpPr>
          <p:spPr bwMode="gray">
            <a:xfrm>
              <a:off x="6379727" y="5477191"/>
              <a:ext cx="42146" cy="80426"/>
            </a:xfrm>
            <a:custGeom>
              <a:avLst/>
              <a:gdLst>
                <a:gd name="T0" fmla="*/ 9 w 17"/>
                <a:gd name="T1" fmla="*/ 0 h 32"/>
                <a:gd name="T2" fmla="*/ 9 w 17"/>
                <a:gd name="T3" fmla="*/ 0 h 32"/>
                <a:gd name="T4" fmla="*/ 7 w 17"/>
                <a:gd name="T5" fmla="*/ 0 h 32"/>
                <a:gd name="T6" fmla="*/ 5 w 17"/>
                <a:gd name="T7" fmla="*/ 2 h 32"/>
                <a:gd name="T8" fmla="*/ 3 w 17"/>
                <a:gd name="T9" fmla="*/ 3 h 32"/>
                <a:gd name="T10" fmla="*/ 2 w 17"/>
                <a:gd name="T11" fmla="*/ 3 h 32"/>
                <a:gd name="T12" fmla="*/ 2 w 17"/>
                <a:gd name="T13" fmla="*/ 3 h 32"/>
                <a:gd name="T14" fmla="*/ 0 w 17"/>
                <a:gd name="T15" fmla="*/ 4 h 32"/>
                <a:gd name="T16" fmla="*/ 2 w 17"/>
                <a:gd name="T17" fmla="*/ 6 h 32"/>
                <a:gd name="T18" fmla="*/ 2 w 17"/>
                <a:gd name="T19" fmla="*/ 6 h 32"/>
                <a:gd name="T20" fmla="*/ 6 w 17"/>
                <a:gd name="T21" fmla="*/ 11 h 32"/>
                <a:gd name="T22" fmla="*/ 8 w 17"/>
                <a:gd name="T23" fmla="*/ 13 h 32"/>
                <a:gd name="T24" fmla="*/ 8 w 17"/>
                <a:gd name="T25" fmla="*/ 15 h 32"/>
                <a:gd name="T26" fmla="*/ 8 w 17"/>
                <a:gd name="T27" fmla="*/ 15 h 32"/>
                <a:gd name="T28" fmla="*/ 8 w 17"/>
                <a:gd name="T29" fmla="*/ 19 h 32"/>
                <a:gd name="T30" fmla="*/ 7 w 17"/>
                <a:gd name="T31" fmla="*/ 20 h 32"/>
                <a:gd name="T32" fmla="*/ 7 w 17"/>
                <a:gd name="T33" fmla="*/ 20 h 32"/>
                <a:gd name="T34" fmla="*/ 5 w 17"/>
                <a:gd name="T35" fmla="*/ 21 h 32"/>
                <a:gd name="T36" fmla="*/ 3 w 17"/>
                <a:gd name="T37" fmla="*/ 22 h 32"/>
                <a:gd name="T38" fmla="*/ 3 w 17"/>
                <a:gd name="T39" fmla="*/ 24 h 32"/>
                <a:gd name="T40" fmla="*/ 3 w 17"/>
                <a:gd name="T41" fmla="*/ 24 h 32"/>
                <a:gd name="T42" fmla="*/ 6 w 17"/>
                <a:gd name="T43" fmla="*/ 30 h 32"/>
                <a:gd name="T44" fmla="*/ 7 w 17"/>
                <a:gd name="T45" fmla="*/ 32 h 32"/>
                <a:gd name="T46" fmla="*/ 8 w 17"/>
                <a:gd name="T47" fmla="*/ 32 h 32"/>
                <a:gd name="T48" fmla="*/ 8 w 17"/>
                <a:gd name="T49" fmla="*/ 32 h 32"/>
                <a:gd name="T50" fmla="*/ 9 w 17"/>
                <a:gd name="T51" fmla="*/ 31 h 32"/>
                <a:gd name="T52" fmla="*/ 9 w 17"/>
                <a:gd name="T53" fmla="*/ 29 h 32"/>
                <a:gd name="T54" fmla="*/ 11 w 17"/>
                <a:gd name="T55" fmla="*/ 26 h 32"/>
                <a:gd name="T56" fmla="*/ 12 w 17"/>
                <a:gd name="T57" fmla="*/ 24 h 32"/>
                <a:gd name="T58" fmla="*/ 12 w 17"/>
                <a:gd name="T59" fmla="*/ 24 h 32"/>
                <a:gd name="T60" fmla="*/ 16 w 17"/>
                <a:gd name="T61" fmla="*/ 22 h 32"/>
                <a:gd name="T62" fmla="*/ 17 w 17"/>
                <a:gd name="T63" fmla="*/ 21 h 32"/>
                <a:gd name="T64" fmla="*/ 17 w 17"/>
                <a:gd name="T65" fmla="*/ 19 h 32"/>
                <a:gd name="T66" fmla="*/ 17 w 17"/>
                <a:gd name="T67" fmla="*/ 19 h 32"/>
                <a:gd name="T68" fmla="*/ 17 w 17"/>
                <a:gd name="T69" fmla="*/ 13 h 32"/>
                <a:gd name="T70" fmla="*/ 17 w 17"/>
                <a:gd name="T71" fmla="*/ 9 h 32"/>
                <a:gd name="T72" fmla="*/ 16 w 17"/>
                <a:gd name="T73" fmla="*/ 6 h 32"/>
                <a:gd name="T74" fmla="*/ 16 w 17"/>
                <a:gd name="T75" fmla="*/ 6 h 32"/>
                <a:gd name="T76" fmla="*/ 13 w 17"/>
                <a:gd name="T77" fmla="*/ 3 h 32"/>
                <a:gd name="T78" fmla="*/ 12 w 17"/>
                <a:gd name="T79" fmla="*/ 2 h 32"/>
                <a:gd name="T80" fmla="*/ 9 w 17"/>
                <a:gd name="T81"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7" h="32">
                  <a:moveTo>
                    <a:pt x="9" y="0"/>
                  </a:moveTo>
                  <a:lnTo>
                    <a:pt x="9" y="0"/>
                  </a:lnTo>
                  <a:lnTo>
                    <a:pt x="7" y="0"/>
                  </a:lnTo>
                  <a:lnTo>
                    <a:pt x="5" y="2"/>
                  </a:lnTo>
                  <a:lnTo>
                    <a:pt x="3" y="3"/>
                  </a:lnTo>
                  <a:lnTo>
                    <a:pt x="2" y="3"/>
                  </a:lnTo>
                  <a:lnTo>
                    <a:pt x="2" y="3"/>
                  </a:lnTo>
                  <a:lnTo>
                    <a:pt x="0" y="4"/>
                  </a:lnTo>
                  <a:lnTo>
                    <a:pt x="2" y="6"/>
                  </a:lnTo>
                  <a:lnTo>
                    <a:pt x="2" y="6"/>
                  </a:lnTo>
                  <a:lnTo>
                    <a:pt x="6" y="11"/>
                  </a:lnTo>
                  <a:lnTo>
                    <a:pt x="8" y="13"/>
                  </a:lnTo>
                  <a:lnTo>
                    <a:pt x="8" y="15"/>
                  </a:lnTo>
                  <a:lnTo>
                    <a:pt x="8" y="15"/>
                  </a:lnTo>
                  <a:lnTo>
                    <a:pt x="8" y="19"/>
                  </a:lnTo>
                  <a:lnTo>
                    <a:pt x="7" y="20"/>
                  </a:lnTo>
                  <a:lnTo>
                    <a:pt x="7" y="20"/>
                  </a:lnTo>
                  <a:lnTo>
                    <a:pt x="5" y="21"/>
                  </a:lnTo>
                  <a:lnTo>
                    <a:pt x="3" y="22"/>
                  </a:lnTo>
                  <a:lnTo>
                    <a:pt x="3" y="24"/>
                  </a:lnTo>
                  <a:lnTo>
                    <a:pt x="3" y="24"/>
                  </a:lnTo>
                  <a:lnTo>
                    <a:pt x="6" y="30"/>
                  </a:lnTo>
                  <a:lnTo>
                    <a:pt x="7" y="32"/>
                  </a:lnTo>
                  <a:lnTo>
                    <a:pt x="8" y="32"/>
                  </a:lnTo>
                  <a:lnTo>
                    <a:pt x="8" y="32"/>
                  </a:lnTo>
                  <a:lnTo>
                    <a:pt x="9" y="31"/>
                  </a:lnTo>
                  <a:lnTo>
                    <a:pt x="9" y="29"/>
                  </a:lnTo>
                  <a:lnTo>
                    <a:pt x="11" y="26"/>
                  </a:lnTo>
                  <a:lnTo>
                    <a:pt x="12" y="24"/>
                  </a:lnTo>
                  <a:lnTo>
                    <a:pt x="12" y="24"/>
                  </a:lnTo>
                  <a:lnTo>
                    <a:pt x="16" y="22"/>
                  </a:lnTo>
                  <a:lnTo>
                    <a:pt x="17" y="21"/>
                  </a:lnTo>
                  <a:lnTo>
                    <a:pt x="17" y="19"/>
                  </a:lnTo>
                  <a:lnTo>
                    <a:pt x="17" y="19"/>
                  </a:lnTo>
                  <a:lnTo>
                    <a:pt x="17" y="13"/>
                  </a:lnTo>
                  <a:lnTo>
                    <a:pt x="17" y="9"/>
                  </a:lnTo>
                  <a:lnTo>
                    <a:pt x="16" y="6"/>
                  </a:lnTo>
                  <a:lnTo>
                    <a:pt x="16" y="6"/>
                  </a:lnTo>
                  <a:lnTo>
                    <a:pt x="13" y="3"/>
                  </a:lnTo>
                  <a:lnTo>
                    <a:pt x="12" y="2"/>
                  </a:lnTo>
                  <a:lnTo>
                    <a:pt x="9"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6" name="Freeform 876"/>
            <p:cNvSpPr>
              <a:spLocks/>
            </p:cNvSpPr>
            <p:nvPr/>
          </p:nvSpPr>
          <p:spPr bwMode="gray">
            <a:xfrm>
              <a:off x="6300397" y="5504837"/>
              <a:ext cx="44623" cy="50265"/>
            </a:xfrm>
            <a:custGeom>
              <a:avLst/>
              <a:gdLst>
                <a:gd name="T0" fmla="*/ 17 w 18"/>
                <a:gd name="T1" fmla="*/ 10 h 20"/>
                <a:gd name="T2" fmla="*/ 17 w 18"/>
                <a:gd name="T3" fmla="*/ 10 h 20"/>
                <a:gd name="T4" fmla="*/ 13 w 18"/>
                <a:gd name="T5" fmla="*/ 13 h 20"/>
                <a:gd name="T6" fmla="*/ 8 w 18"/>
                <a:gd name="T7" fmla="*/ 16 h 20"/>
                <a:gd name="T8" fmla="*/ 8 w 18"/>
                <a:gd name="T9" fmla="*/ 16 h 20"/>
                <a:gd name="T10" fmla="*/ 2 w 18"/>
                <a:gd name="T11" fmla="*/ 20 h 20"/>
                <a:gd name="T12" fmla="*/ 1 w 18"/>
                <a:gd name="T13" fmla="*/ 20 h 20"/>
                <a:gd name="T14" fmla="*/ 0 w 18"/>
                <a:gd name="T15" fmla="*/ 19 h 20"/>
                <a:gd name="T16" fmla="*/ 0 w 18"/>
                <a:gd name="T17" fmla="*/ 19 h 20"/>
                <a:gd name="T18" fmla="*/ 1 w 18"/>
                <a:gd name="T19" fmla="*/ 15 h 20"/>
                <a:gd name="T20" fmla="*/ 3 w 18"/>
                <a:gd name="T21" fmla="*/ 14 h 20"/>
                <a:gd name="T22" fmla="*/ 5 w 18"/>
                <a:gd name="T23" fmla="*/ 13 h 20"/>
                <a:gd name="T24" fmla="*/ 5 w 18"/>
                <a:gd name="T25" fmla="*/ 10 h 20"/>
                <a:gd name="T26" fmla="*/ 5 w 18"/>
                <a:gd name="T27" fmla="*/ 10 h 20"/>
                <a:gd name="T28" fmla="*/ 1 w 18"/>
                <a:gd name="T29" fmla="*/ 4 h 20"/>
                <a:gd name="T30" fmla="*/ 1 w 18"/>
                <a:gd name="T31" fmla="*/ 2 h 20"/>
                <a:gd name="T32" fmla="*/ 2 w 18"/>
                <a:gd name="T33" fmla="*/ 0 h 20"/>
                <a:gd name="T34" fmla="*/ 2 w 18"/>
                <a:gd name="T35" fmla="*/ 0 h 20"/>
                <a:gd name="T36" fmla="*/ 6 w 18"/>
                <a:gd name="T37" fmla="*/ 0 h 20"/>
                <a:gd name="T38" fmla="*/ 7 w 18"/>
                <a:gd name="T39" fmla="*/ 2 h 20"/>
                <a:gd name="T40" fmla="*/ 9 w 18"/>
                <a:gd name="T41" fmla="*/ 3 h 20"/>
                <a:gd name="T42" fmla="*/ 12 w 18"/>
                <a:gd name="T43" fmla="*/ 3 h 20"/>
                <a:gd name="T44" fmla="*/ 12 w 18"/>
                <a:gd name="T45" fmla="*/ 3 h 20"/>
                <a:gd name="T46" fmla="*/ 16 w 18"/>
                <a:gd name="T47" fmla="*/ 4 h 20"/>
                <a:gd name="T48" fmla="*/ 17 w 18"/>
                <a:gd name="T49" fmla="*/ 7 h 20"/>
                <a:gd name="T50" fmla="*/ 18 w 18"/>
                <a:gd name="T51" fmla="*/ 8 h 20"/>
                <a:gd name="T52" fmla="*/ 17 w 18"/>
                <a:gd name="T53"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8" h="20">
                  <a:moveTo>
                    <a:pt x="17" y="10"/>
                  </a:moveTo>
                  <a:lnTo>
                    <a:pt x="17" y="10"/>
                  </a:lnTo>
                  <a:lnTo>
                    <a:pt x="13" y="13"/>
                  </a:lnTo>
                  <a:lnTo>
                    <a:pt x="8" y="16"/>
                  </a:lnTo>
                  <a:lnTo>
                    <a:pt x="8" y="16"/>
                  </a:lnTo>
                  <a:lnTo>
                    <a:pt x="2" y="20"/>
                  </a:lnTo>
                  <a:lnTo>
                    <a:pt x="1" y="20"/>
                  </a:lnTo>
                  <a:lnTo>
                    <a:pt x="0" y="19"/>
                  </a:lnTo>
                  <a:lnTo>
                    <a:pt x="0" y="19"/>
                  </a:lnTo>
                  <a:lnTo>
                    <a:pt x="1" y="15"/>
                  </a:lnTo>
                  <a:lnTo>
                    <a:pt x="3" y="14"/>
                  </a:lnTo>
                  <a:lnTo>
                    <a:pt x="5" y="13"/>
                  </a:lnTo>
                  <a:lnTo>
                    <a:pt x="5" y="10"/>
                  </a:lnTo>
                  <a:lnTo>
                    <a:pt x="5" y="10"/>
                  </a:lnTo>
                  <a:lnTo>
                    <a:pt x="1" y="4"/>
                  </a:lnTo>
                  <a:lnTo>
                    <a:pt x="1" y="2"/>
                  </a:lnTo>
                  <a:lnTo>
                    <a:pt x="2" y="0"/>
                  </a:lnTo>
                  <a:lnTo>
                    <a:pt x="2" y="0"/>
                  </a:lnTo>
                  <a:lnTo>
                    <a:pt x="6" y="0"/>
                  </a:lnTo>
                  <a:lnTo>
                    <a:pt x="7" y="2"/>
                  </a:lnTo>
                  <a:lnTo>
                    <a:pt x="9" y="3"/>
                  </a:lnTo>
                  <a:lnTo>
                    <a:pt x="12" y="3"/>
                  </a:lnTo>
                  <a:lnTo>
                    <a:pt x="12" y="3"/>
                  </a:lnTo>
                  <a:lnTo>
                    <a:pt x="16" y="4"/>
                  </a:lnTo>
                  <a:lnTo>
                    <a:pt x="17" y="7"/>
                  </a:lnTo>
                  <a:lnTo>
                    <a:pt x="18" y="8"/>
                  </a:lnTo>
                  <a:lnTo>
                    <a:pt x="17"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7" name="Freeform 878"/>
            <p:cNvSpPr>
              <a:spLocks/>
            </p:cNvSpPr>
            <p:nvPr/>
          </p:nvSpPr>
          <p:spPr bwMode="gray">
            <a:xfrm>
              <a:off x="6317749" y="5542536"/>
              <a:ext cx="39666" cy="67859"/>
            </a:xfrm>
            <a:custGeom>
              <a:avLst/>
              <a:gdLst>
                <a:gd name="T0" fmla="*/ 15 w 16"/>
                <a:gd name="T1" fmla="*/ 0 h 27"/>
                <a:gd name="T2" fmla="*/ 15 w 16"/>
                <a:gd name="T3" fmla="*/ 0 h 27"/>
                <a:gd name="T4" fmla="*/ 12 w 16"/>
                <a:gd name="T5" fmla="*/ 0 h 27"/>
                <a:gd name="T6" fmla="*/ 10 w 16"/>
                <a:gd name="T7" fmla="*/ 1 h 27"/>
                <a:gd name="T8" fmla="*/ 7 w 16"/>
                <a:gd name="T9" fmla="*/ 4 h 27"/>
                <a:gd name="T10" fmla="*/ 5 w 16"/>
                <a:gd name="T11" fmla="*/ 8 h 27"/>
                <a:gd name="T12" fmla="*/ 5 w 16"/>
                <a:gd name="T13" fmla="*/ 8 h 27"/>
                <a:gd name="T14" fmla="*/ 4 w 16"/>
                <a:gd name="T15" fmla="*/ 10 h 27"/>
                <a:gd name="T16" fmla="*/ 1 w 16"/>
                <a:gd name="T17" fmla="*/ 12 h 27"/>
                <a:gd name="T18" fmla="*/ 0 w 16"/>
                <a:gd name="T19" fmla="*/ 14 h 27"/>
                <a:gd name="T20" fmla="*/ 0 w 16"/>
                <a:gd name="T21" fmla="*/ 17 h 27"/>
                <a:gd name="T22" fmla="*/ 0 w 16"/>
                <a:gd name="T23" fmla="*/ 17 h 27"/>
                <a:gd name="T24" fmla="*/ 5 w 16"/>
                <a:gd name="T25" fmla="*/ 25 h 27"/>
                <a:gd name="T26" fmla="*/ 7 w 16"/>
                <a:gd name="T27" fmla="*/ 27 h 27"/>
                <a:gd name="T28" fmla="*/ 9 w 16"/>
                <a:gd name="T29" fmla="*/ 27 h 27"/>
                <a:gd name="T30" fmla="*/ 9 w 16"/>
                <a:gd name="T31" fmla="*/ 26 h 27"/>
                <a:gd name="T32" fmla="*/ 9 w 16"/>
                <a:gd name="T33" fmla="*/ 26 h 27"/>
                <a:gd name="T34" fmla="*/ 10 w 16"/>
                <a:gd name="T35" fmla="*/ 19 h 27"/>
                <a:gd name="T36" fmla="*/ 11 w 16"/>
                <a:gd name="T37" fmla="*/ 12 h 27"/>
                <a:gd name="T38" fmla="*/ 11 w 16"/>
                <a:gd name="T39" fmla="*/ 12 h 27"/>
                <a:gd name="T40" fmla="*/ 12 w 16"/>
                <a:gd name="T41" fmla="*/ 9 h 27"/>
                <a:gd name="T42" fmla="*/ 15 w 16"/>
                <a:gd name="T43" fmla="*/ 4 h 27"/>
                <a:gd name="T44" fmla="*/ 16 w 16"/>
                <a:gd name="T45" fmla="*/ 1 h 27"/>
                <a:gd name="T46" fmla="*/ 16 w 16"/>
                <a:gd name="T47" fmla="*/ 0 h 27"/>
                <a:gd name="T48" fmla="*/ 15 w 16"/>
                <a:gd name="T49"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7">
                  <a:moveTo>
                    <a:pt x="15" y="0"/>
                  </a:moveTo>
                  <a:lnTo>
                    <a:pt x="15" y="0"/>
                  </a:lnTo>
                  <a:lnTo>
                    <a:pt x="12" y="0"/>
                  </a:lnTo>
                  <a:lnTo>
                    <a:pt x="10" y="1"/>
                  </a:lnTo>
                  <a:lnTo>
                    <a:pt x="7" y="4"/>
                  </a:lnTo>
                  <a:lnTo>
                    <a:pt x="5" y="8"/>
                  </a:lnTo>
                  <a:lnTo>
                    <a:pt x="5" y="8"/>
                  </a:lnTo>
                  <a:lnTo>
                    <a:pt x="4" y="10"/>
                  </a:lnTo>
                  <a:lnTo>
                    <a:pt x="1" y="12"/>
                  </a:lnTo>
                  <a:lnTo>
                    <a:pt x="0" y="14"/>
                  </a:lnTo>
                  <a:lnTo>
                    <a:pt x="0" y="17"/>
                  </a:lnTo>
                  <a:lnTo>
                    <a:pt x="0" y="17"/>
                  </a:lnTo>
                  <a:lnTo>
                    <a:pt x="5" y="25"/>
                  </a:lnTo>
                  <a:lnTo>
                    <a:pt x="7" y="27"/>
                  </a:lnTo>
                  <a:lnTo>
                    <a:pt x="9" y="27"/>
                  </a:lnTo>
                  <a:lnTo>
                    <a:pt x="9" y="26"/>
                  </a:lnTo>
                  <a:lnTo>
                    <a:pt x="9" y="26"/>
                  </a:lnTo>
                  <a:lnTo>
                    <a:pt x="10" y="19"/>
                  </a:lnTo>
                  <a:lnTo>
                    <a:pt x="11" y="12"/>
                  </a:lnTo>
                  <a:lnTo>
                    <a:pt x="11" y="12"/>
                  </a:lnTo>
                  <a:lnTo>
                    <a:pt x="12" y="9"/>
                  </a:lnTo>
                  <a:lnTo>
                    <a:pt x="15" y="4"/>
                  </a:lnTo>
                  <a:lnTo>
                    <a:pt x="16" y="1"/>
                  </a:lnTo>
                  <a:lnTo>
                    <a:pt x="16" y="0"/>
                  </a:lnTo>
                  <a:lnTo>
                    <a:pt x="15"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8" name="Freeform 844"/>
            <p:cNvSpPr>
              <a:spLocks/>
            </p:cNvSpPr>
            <p:nvPr/>
          </p:nvSpPr>
          <p:spPr bwMode="gray">
            <a:xfrm>
              <a:off x="6092151" y="6195998"/>
              <a:ext cx="17353" cy="17593"/>
            </a:xfrm>
            <a:custGeom>
              <a:avLst/>
              <a:gdLst>
                <a:gd name="T0" fmla="*/ 1 w 7"/>
                <a:gd name="T1" fmla="*/ 7 h 7"/>
                <a:gd name="T2" fmla="*/ 1 w 7"/>
                <a:gd name="T3" fmla="*/ 7 h 7"/>
                <a:gd name="T4" fmla="*/ 0 w 7"/>
                <a:gd name="T5" fmla="*/ 7 h 7"/>
                <a:gd name="T6" fmla="*/ 0 w 7"/>
                <a:gd name="T7" fmla="*/ 6 h 7"/>
                <a:gd name="T8" fmla="*/ 0 w 7"/>
                <a:gd name="T9" fmla="*/ 4 h 7"/>
                <a:gd name="T10" fmla="*/ 2 w 7"/>
                <a:gd name="T11" fmla="*/ 1 h 7"/>
                <a:gd name="T12" fmla="*/ 5 w 7"/>
                <a:gd name="T13" fmla="*/ 0 h 7"/>
                <a:gd name="T14" fmla="*/ 5 w 7"/>
                <a:gd name="T15" fmla="*/ 0 h 7"/>
                <a:gd name="T16" fmla="*/ 6 w 7"/>
                <a:gd name="T17" fmla="*/ 0 h 7"/>
                <a:gd name="T18" fmla="*/ 7 w 7"/>
                <a:gd name="T19" fmla="*/ 1 h 7"/>
                <a:gd name="T20" fmla="*/ 6 w 7"/>
                <a:gd name="T21" fmla="*/ 4 h 7"/>
                <a:gd name="T22" fmla="*/ 5 w 7"/>
                <a:gd name="T23" fmla="*/ 6 h 7"/>
                <a:gd name="T24" fmla="*/ 1 w 7"/>
                <a:gd name="T25" fmla="*/ 7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 h="7">
                  <a:moveTo>
                    <a:pt x="1" y="7"/>
                  </a:moveTo>
                  <a:lnTo>
                    <a:pt x="1" y="7"/>
                  </a:lnTo>
                  <a:lnTo>
                    <a:pt x="0" y="7"/>
                  </a:lnTo>
                  <a:lnTo>
                    <a:pt x="0" y="6"/>
                  </a:lnTo>
                  <a:lnTo>
                    <a:pt x="0" y="4"/>
                  </a:lnTo>
                  <a:lnTo>
                    <a:pt x="2" y="1"/>
                  </a:lnTo>
                  <a:lnTo>
                    <a:pt x="5" y="0"/>
                  </a:lnTo>
                  <a:lnTo>
                    <a:pt x="5" y="0"/>
                  </a:lnTo>
                  <a:lnTo>
                    <a:pt x="6" y="0"/>
                  </a:lnTo>
                  <a:lnTo>
                    <a:pt x="7" y="1"/>
                  </a:lnTo>
                  <a:lnTo>
                    <a:pt x="6" y="4"/>
                  </a:lnTo>
                  <a:lnTo>
                    <a:pt x="5" y="6"/>
                  </a:lnTo>
                  <a:lnTo>
                    <a:pt x="1" y="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19" name="Freeform 848"/>
            <p:cNvSpPr>
              <a:spLocks/>
            </p:cNvSpPr>
            <p:nvPr/>
          </p:nvSpPr>
          <p:spPr bwMode="gray">
            <a:xfrm>
              <a:off x="6154129" y="6190972"/>
              <a:ext cx="42146" cy="20106"/>
            </a:xfrm>
            <a:custGeom>
              <a:avLst/>
              <a:gdLst>
                <a:gd name="T0" fmla="*/ 11 w 17"/>
                <a:gd name="T1" fmla="*/ 8 h 8"/>
                <a:gd name="T2" fmla="*/ 11 w 17"/>
                <a:gd name="T3" fmla="*/ 8 h 8"/>
                <a:gd name="T4" fmla="*/ 7 w 17"/>
                <a:gd name="T5" fmla="*/ 7 h 8"/>
                <a:gd name="T6" fmla="*/ 2 w 17"/>
                <a:gd name="T7" fmla="*/ 3 h 8"/>
                <a:gd name="T8" fmla="*/ 0 w 17"/>
                <a:gd name="T9" fmla="*/ 1 h 8"/>
                <a:gd name="T10" fmla="*/ 1 w 17"/>
                <a:gd name="T11" fmla="*/ 0 h 8"/>
                <a:gd name="T12" fmla="*/ 3 w 17"/>
                <a:gd name="T13" fmla="*/ 0 h 8"/>
                <a:gd name="T14" fmla="*/ 3 w 17"/>
                <a:gd name="T15" fmla="*/ 0 h 8"/>
                <a:gd name="T16" fmla="*/ 14 w 17"/>
                <a:gd name="T17" fmla="*/ 2 h 8"/>
                <a:gd name="T18" fmla="*/ 17 w 17"/>
                <a:gd name="T19" fmla="*/ 2 h 8"/>
                <a:gd name="T20" fmla="*/ 17 w 17"/>
                <a:gd name="T21" fmla="*/ 4 h 8"/>
                <a:gd name="T22" fmla="*/ 17 w 17"/>
                <a:gd name="T23" fmla="*/ 4 h 8"/>
                <a:gd name="T24" fmla="*/ 13 w 17"/>
                <a:gd name="T25" fmla="*/ 7 h 8"/>
                <a:gd name="T26" fmla="*/ 11 w 17"/>
                <a:gd name="T27" fmla="*/ 8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 h="8">
                  <a:moveTo>
                    <a:pt x="11" y="8"/>
                  </a:moveTo>
                  <a:lnTo>
                    <a:pt x="11" y="8"/>
                  </a:lnTo>
                  <a:lnTo>
                    <a:pt x="7" y="7"/>
                  </a:lnTo>
                  <a:lnTo>
                    <a:pt x="2" y="3"/>
                  </a:lnTo>
                  <a:lnTo>
                    <a:pt x="0" y="1"/>
                  </a:lnTo>
                  <a:lnTo>
                    <a:pt x="1" y="0"/>
                  </a:lnTo>
                  <a:lnTo>
                    <a:pt x="3" y="0"/>
                  </a:lnTo>
                  <a:lnTo>
                    <a:pt x="3" y="0"/>
                  </a:lnTo>
                  <a:lnTo>
                    <a:pt x="14" y="2"/>
                  </a:lnTo>
                  <a:lnTo>
                    <a:pt x="17" y="2"/>
                  </a:lnTo>
                  <a:lnTo>
                    <a:pt x="17" y="4"/>
                  </a:lnTo>
                  <a:lnTo>
                    <a:pt x="17" y="4"/>
                  </a:lnTo>
                  <a:lnTo>
                    <a:pt x="13" y="7"/>
                  </a:lnTo>
                  <a:lnTo>
                    <a:pt x="11"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3" name="Freeform 1455"/>
            <p:cNvSpPr>
              <a:spLocks/>
            </p:cNvSpPr>
            <p:nvPr/>
          </p:nvSpPr>
          <p:spPr bwMode="gray">
            <a:xfrm>
              <a:off x="3794015" y="2554211"/>
              <a:ext cx="54541" cy="67859"/>
            </a:xfrm>
            <a:custGeom>
              <a:avLst/>
              <a:gdLst>
                <a:gd name="T0" fmla="*/ 7 w 22"/>
                <a:gd name="T1" fmla="*/ 27 h 27"/>
                <a:gd name="T2" fmla="*/ 7 w 22"/>
                <a:gd name="T3" fmla="*/ 27 h 27"/>
                <a:gd name="T4" fmla="*/ 5 w 22"/>
                <a:gd name="T5" fmla="*/ 27 h 27"/>
                <a:gd name="T6" fmla="*/ 2 w 22"/>
                <a:gd name="T7" fmla="*/ 24 h 27"/>
                <a:gd name="T8" fmla="*/ 1 w 22"/>
                <a:gd name="T9" fmla="*/ 22 h 27"/>
                <a:gd name="T10" fmla="*/ 0 w 22"/>
                <a:gd name="T11" fmla="*/ 18 h 27"/>
                <a:gd name="T12" fmla="*/ 0 w 22"/>
                <a:gd name="T13" fmla="*/ 10 h 27"/>
                <a:gd name="T14" fmla="*/ 1 w 22"/>
                <a:gd name="T15" fmla="*/ 3 h 27"/>
                <a:gd name="T16" fmla="*/ 1 w 22"/>
                <a:gd name="T17" fmla="*/ 3 h 27"/>
                <a:gd name="T18" fmla="*/ 1 w 22"/>
                <a:gd name="T19" fmla="*/ 2 h 27"/>
                <a:gd name="T20" fmla="*/ 2 w 22"/>
                <a:gd name="T21" fmla="*/ 1 h 27"/>
                <a:gd name="T22" fmla="*/ 6 w 22"/>
                <a:gd name="T23" fmla="*/ 0 h 27"/>
                <a:gd name="T24" fmla="*/ 10 w 22"/>
                <a:gd name="T25" fmla="*/ 0 h 27"/>
                <a:gd name="T26" fmla="*/ 13 w 22"/>
                <a:gd name="T27" fmla="*/ 1 h 27"/>
                <a:gd name="T28" fmla="*/ 13 w 22"/>
                <a:gd name="T29" fmla="*/ 1 h 27"/>
                <a:gd name="T30" fmla="*/ 18 w 22"/>
                <a:gd name="T31" fmla="*/ 5 h 27"/>
                <a:gd name="T32" fmla="*/ 21 w 22"/>
                <a:gd name="T33" fmla="*/ 8 h 27"/>
                <a:gd name="T34" fmla="*/ 22 w 22"/>
                <a:gd name="T35" fmla="*/ 11 h 27"/>
                <a:gd name="T36" fmla="*/ 22 w 22"/>
                <a:gd name="T37" fmla="*/ 11 h 27"/>
                <a:gd name="T38" fmla="*/ 21 w 22"/>
                <a:gd name="T39" fmla="*/ 15 h 27"/>
                <a:gd name="T40" fmla="*/ 16 w 22"/>
                <a:gd name="T41" fmla="*/ 19 h 27"/>
                <a:gd name="T42" fmla="*/ 12 w 22"/>
                <a:gd name="T43" fmla="*/ 24 h 27"/>
                <a:gd name="T44" fmla="*/ 7 w 22"/>
                <a:gd name="T45"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 h="27">
                  <a:moveTo>
                    <a:pt x="7" y="27"/>
                  </a:moveTo>
                  <a:lnTo>
                    <a:pt x="7" y="27"/>
                  </a:lnTo>
                  <a:lnTo>
                    <a:pt x="5" y="27"/>
                  </a:lnTo>
                  <a:lnTo>
                    <a:pt x="2" y="24"/>
                  </a:lnTo>
                  <a:lnTo>
                    <a:pt x="1" y="22"/>
                  </a:lnTo>
                  <a:lnTo>
                    <a:pt x="0" y="18"/>
                  </a:lnTo>
                  <a:lnTo>
                    <a:pt x="0" y="10"/>
                  </a:lnTo>
                  <a:lnTo>
                    <a:pt x="1" y="3"/>
                  </a:lnTo>
                  <a:lnTo>
                    <a:pt x="1" y="3"/>
                  </a:lnTo>
                  <a:lnTo>
                    <a:pt x="1" y="2"/>
                  </a:lnTo>
                  <a:lnTo>
                    <a:pt x="2" y="1"/>
                  </a:lnTo>
                  <a:lnTo>
                    <a:pt x="6" y="0"/>
                  </a:lnTo>
                  <a:lnTo>
                    <a:pt x="10" y="0"/>
                  </a:lnTo>
                  <a:lnTo>
                    <a:pt x="13" y="1"/>
                  </a:lnTo>
                  <a:lnTo>
                    <a:pt x="13" y="1"/>
                  </a:lnTo>
                  <a:lnTo>
                    <a:pt x="18" y="5"/>
                  </a:lnTo>
                  <a:lnTo>
                    <a:pt x="21" y="8"/>
                  </a:lnTo>
                  <a:lnTo>
                    <a:pt x="22" y="11"/>
                  </a:lnTo>
                  <a:lnTo>
                    <a:pt x="22" y="11"/>
                  </a:lnTo>
                  <a:lnTo>
                    <a:pt x="21" y="15"/>
                  </a:lnTo>
                  <a:lnTo>
                    <a:pt x="16" y="19"/>
                  </a:lnTo>
                  <a:lnTo>
                    <a:pt x="12" y="24"/>
                  </a:lnTo>
                  <a:lnTo>
                    <a:pt x="7" y="2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4" name="Freeform 1483"/>
            <p:cNvSpPr>
              <a:spLocks/>
            </p:cNvSpPr>
            <p:nvPr/>
          </p:nvSpPr>
          <p:spPr bwMode="gray">
            <a:xfrm>
              <a:off x="3900618" y="2111868"/>
              <a:ext cx="198329" cy="324217"/>
            </a:xfrm>
            <a:custGeom>
              <a:avLst/>
              <a:gdLst>
                <a:gd name="T0" fmla="*/ 74 w 80"/>
                <a:gd name="T1" fmla="*/ 128 h 129"/>
                <a:gd name="T2" fmla="*/ 68 w 80"/>
                <a:gd name="T3" fmla="*/ 127 h 129"/>
                <a:gd name="T4" fmla="*/ 63 w 80"/>
                <a:gd name="T5" fmla="*/ 129 h 129"/>
                <a:gd name="T6" fmla="*/ 55 w 80"/>
                <a:gd name="T7" fmla="*/ 122 h 129"/>
                <a:gd name="T8" fmla="*/ 53 w 80"/>
                <a:gd name="T9" fmla="*/ 125 h 129"/>
                <a:gd name="T10" fmla="*/ 46 w 80"/>
                <a:gd name="T11" fmla="*/ 122 h 129"/>
                <a:gd name="T12" fmla="*/ 28 w 80"/>
                <a:gd name="T13" fmla="*/ 118 h 129"/>
                <a:gd name="T14" fmla="*/ 30 w 80"/>
                <a:gd name="T15" fmla="*/ 108 h 129"/>
                <a:gd name="T16" fmla="*/ 30 w 80"/>
                <a:gd name="T17" fmla="*/ 99 h 129"/>
                <a:gd name="T18" fmla="*/ 27 w 80"/>
                <a:gd name="T19" fmla="*/ 95 h 129"/>
                <a:gd name="T20" fmla="*/ 22 w 80"/>
                <a:gd name="T21" fmla="*/ 97 h 129"/>
                <a:gd name="T22" fmla="*/ 17 w 80"/>
                <a:gd name="T23" fmla="*/ 93 h 129"/>
                <a:gd name="T24" fmla="*/ 5 w 80"/>
                <a:gd name="T25" fmla="*/ 90 h 129"/>
                <a:gd name="T26" fmla="*/ 0 w 80"/>
                <a:gd name="T27" fmla="*/ 81 h 129"/>
                <a:gd name="T28" fmla="*/ 4 w 80"/>
                <a:gd name="T29" fmla="*/ 65 h 129"/>
                <a:gd name="T30" fmla="*/ 7 w 80"/>
                <a:gd name="T31" fmla="*/ 62 h 129"/>
                <a:gd name="T32" fmla="*/ 10 w 80"/>
                <a:gd name="T33" fmla="*/ 61 h 129"/>
                <a:gd name="T34" fmla="*/ 16 w 80"/>
                <a:gd name="T35" fmla="*/ 64 h 129"/>
                <a:gd name="T36" fmla="*/ 15 w 80"/>
                <a:gd name="T37" fmla="*/ 54 h 129"/>
                <a:gd name="T38" fmla="*/ 21 w 80"/>
                <a:gd name="T39" fmla="*/ 39 h 129"/>
                <a:gd name="T40" fmla="*/ 17 w 80"/>
                <a:gd name="T41" fmla="*/ 37 h 129"/>
                <a:gd name="T42" fmla="*/ 12 w 80"/>
                <a:gd name="T43" fmla="*/ 33 h 129"/>
                <a:gd name="T44" fmla="*/ 15 w 80"/>
                <a:gd name="T45" fmla="*/ 28 h 129"/>
                <a:gd name="T46" fmla="*/ 21 w 80"/>
                <a:gd name="T47" fmla="*/ 27 h 129"/>
                <a:gd name="T48" fmla="*/ 22 w 80"/>
                <a:gd name="T49" fmla="*/ 21 h 129"/>
                <a:gd name="T50" fmla="*/ 30 w 80"/>
                <a:gd name="T51" fmla="*/ 19 h 129"/>
                <a:gd name="T52" fmla="*/ 34 w 80"/>
                <a:gd name="T53" fmla="*/ 5 h 129"/>
                <a:gd name="T54" fmla="*/ 43 w 80"/>
                <a:gd name="T55" fmla="*/ 6 h 129"/>
                <a:gd name="T56" fmla="*/ 43 w 80"/>
                <a:gd name="T57" fmla="*/ 0 h 129"/>
                <a:gd name="T58" fmla="*/ 48 w 80"/>
                <a:gd name="T59" fmla="*/ 2 h 129"/>
                <a:gd name="T60" fmla="*/ 57 w 80"/>
                <a:gd name="T61" fmla="*/ 5 h 129"/>
                <a:gd name="T62" fmla="*/ 68 w 80"/>
                <a:gd name="T63" fmla="*/ 11 h 129"/>
                <a:gd name="T64" fmla="*/ 66 w 80"/>
                <a:gd name="T65" fmla="*/ 19 h 129"/>
                <a:gd name="T66" fmla="*/ 63 w 80"/>
                <a:gd name="T67" fmla="*/ 24 h 129"/>
                <a:gd name="T68" fmla="*/ 63 w 80"/>
                <a:gd name="T69" fmla="*/ 29 h 129"/>
                <a:gd name="T70" fmla="*/ 57 w 80"/>
                <a:gd name="T71" fmla="*/ 28 h 129"/>
                <a:gd name="T72" fmla="*/ 58 w 80"/>
                <a:gd name="T73" fmla="*/ 35 h 129"/>
                <a:gd name="T74" fmla="*/ 52 w 80"/>
                <a:gd name="T75" fmla="*/ 46 h 129"/>
                <a:gd name="T76" fmla="*/ 52 w 80"/>
                <a:gd name="T77" fmla="*/ 58 h 129"/>
                <a:gd name="T78" fmla="*/ 57 w 80"/>
                <a:gd name="T79" fmla="*/ 61 h 129"/>
                <a:gd name="T80" fmla="*/ 52 w 80"/>
                <a:gd name="T81" fmla="*/ 71 h 129"/>
                <a:gd name="T82" fmla="*/ 55 w 80"/>
                <a:gd name="T83" fmla="*/ 83 h 129"/>
                <a:gd name="T84" fmla="*/ 62 w 80"/>
                <a:gd name="T85" fmla="*/ 96 h 129"/>
                <a:gd name="T86" fmla="*/ 63 w 80"/>
                <a:gd name="T87" fmla="*/ 103 h 129"/>
                <a:gd name="T88" fmla="*/ 71 w 80"/>
                <a:gd name="T89" fmla="*/ 113 h 129"/>
                <a:gd name="T90" fmla="*/ 75 w 80"/>
                <a:gd name="T91" fmla="*/ 115 h 129"/>
                <a:gd name="T92" fmla="*/ 78 w 80"/>
                <a:gd name="T93" fmla="*/ 120 h 129"/>
                <a:gd name="T94" fmla="*/ 80 w 80"/>
                <a:gd name="T95" fmla="*/ 122 h 1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0" h="129">
                  <a:moveTo>
                    <a:pt x="79" y="125"/>
                  </a:moveTo>
                  <a:lnTo>
                    <a:pt x="79" y="125"/>
                  </a:lnTo>
                  <a:lnTo>
                    <a:pt x="76" y="127"/>
                  </a:lnTo>
                  <a:lnTo>
                    <a:pt x="74" y="128"/>
                  </a:lnTo>
                  <a:lnTo>
                    <a:pt x="74" y="128"/>
                  </a:lnTo>
                  <a:lnTo>
                    <a:pt x="70" y="127"/>
                  </a:lnTo>
                  <a:lnTo>
                    <a:pt x="68" y="127"/>
                  </a:lnTo>
                  <a:lnTo>
                    <a:pt x="68" y="127"/>
                  </a:lnTo>
                  <a:lnTo>
                    <a:pt x="65" y="128"/>
                  </a:lnTo>
                  <a:lnTo>
                    <a:pt x="64" y="129"/>
                  </a:lnTo>
                  <a:lnTo>
                    <a:pt x="63" y="129"/>
                  </a:lnTo>
                  <a:lnTo>
                    <a:pt x="63" y="129"/>
                  </a:lnTo>
                  <a:lnTo>
                    <a:pt x="59" y="124"/>
                  </a:lnTo>
                  <a:lnTo>
                    <a:pt x="57" y="123"/>
                  </a:lnTo>
                  <a:lnTo>
                    <a:pt x="55" y="122"/>
                  </a:lnTo>
                  <a:lnTo>
                    <a:pt x="55" y="122"/>
                  </a:lnTo>
                  <a:lnTo>
                    <a:pt x="55" y="123"/>
                  </a:lnTo>
                  <a:lnTo>
                    <a:pt x="54" y="124"/>
                  </a:lnTo>
                  <a:lnTo>
                    <a:pt x="54" y="125"/>
                  </a:lnTo>
                  <a:lnTo>
                    <a:pt x="53" y="125"/>
                  </a:lnTo>
                  <a:lnTo>
                    <a:pt x="53" y="125"/>
                  </a:lnTo>
                  <a:lnTo>
                    <a:pt x="48" y="123"/>
                  </a:lnTo>
                  <a:lnTo>
                    <a:pt x="46" y="122"/>
                  </a:lnTo>
                  <a:lnTo>
                    <a:pt x="46" y="122"/>
                  </a:lnTo>
                  <a:lnTo>
                    <a:pt x="36" y="120"/>
                  </a:lnTo>
                  <a:lnTo>
                    <a:pt x="31" y="119"/>
                  </a:lnTo>
                  <a:lnTo>
                    <a:pt x="28" y="118"/>
                  </a:lnTo>
                  <a:lnTo>
                    <a:pt x="28" y="118"/>
                  </a:lnTo>
                  <a:lnTo>
                    <a:pt x="30" y="113"/>
                  </a:lnTo>
                  <a:lnTo>
                    <a:pt x="31" y="111"/>
                  </a:lnTo>
                  <a:lnTo>
                    <a:pt x="30" y="108"/>
                  </a:lnTo>
                  <a:lnTo>
                    <a:pt x="30" y="108"/>
                  </a:lnTo>
                  <a:lnTo>
                    <a:pt x="30" y="106"/>
                  </a:lnTo>
                  <a:lnTo>
                    <a:pt x="30" y="103"/>
                  </a:lnTo>
                  <a:lnTo>
                    <a:pt x="31" y="102"/>
                  </a:lnTo>
                  <a:lnTo>
                    <a:pt x="30" y="99"/>
                  </a:lnTo>
                  <a:lnTo>
                    <a:pt x="30" y="99"/>
                  </a:lnTo>
                  <a:lnTo>
                    <a:pt x="28" y="98"/>
                  </a:lnTo>
                  <a:lnTo>
                    <a:pt x="27" y="96"/>
                  </a:lnTo>
                  <a:lnTo>
                    <a:pt x="27" y="95"/>
                  </a:lnTo>
                  <a:lnTo>
                    <a:pt x="26" y="95"/>
                  </a:lnTo>
                  <a:lnTo>
                    <a:pt x="26" y="95"/>
                  </a:lnTo>
                  <a:lnTo>
                    <a:pt x="22" y="97"/>
                  </a:lnTo>
                  <a:lnTo>
                    <a:pt x="22" y="97"/>
                  </a:lnTo>
                  <a:lnTo>
                    <a:pt x="20" y="97"/>
                  </a:lnTo>
                  <a:lnTo>
                    <a:pt x="20" y="97"/>
                  </a:lnTo>
                  <a:lnTo>
                    <a:pt x="18" y="95"/>
                  </a:lnTo>
                  <a:lnTo>
                    <a:pt x="17" y="93"/>
                  </a:lnTo>
                  <a:lnTo>
                    <a:pt x="17" y="93"/>
                  </a:lnTo>
                  <a:lnTo>
                    <a:pt x="11" y="92"/>
                  </a:lnTo>
                  <a:lnTo>
                    <a:pt x="5" y="90"/>
                  </a:lnTo>
                  <a:lnTo>
                    <a:pt x="5" y="90"/>
                  </a:lnTo>
                  <a:lnTo>
                    <a:pt x="1" y="87"/>
                  </a:lnTo>
                  <a:lnTo>
                    <a:pt x="0" y="83"/>
                  </a:lnTo>
                  <a:lnTo>
                    <a:pt x="0" y="81"/>
                  </a:lnTo>
                  <a:lnTo>
                    <a:pt x="0" y="81"/>
                  </a:lnTo>
                  <a:lnTo>
                    <a:pt x="1" y="71"/>
                  </a:lnTo>
                  <a:lnTo>
                    <a:pt x="2" y="67"/>
                  </a:lnTo>
                  <a:lnTo>
                    <a:pt x="4" y="65"/>
                  </a:lnTo>
                  <a:lnTo>
                    <a:pt x="4" y="65"/>
                  </a:lnTo>
                  <a:lnTo>
                    <a:pt x="6" y="65"/>
                  </a:lnTo>
                  <a:lnTo>
                    <a:pt x="7" y="64"/>
                  </a:lnTo>
                  <a:lnTo>
                    <a:pt x="7" y="64"/>
                  </a:lnTo>
                  <a:lnTo>
                    <a:pt x="7" y="62"/>
                  </a:lnTo>
                  <a:lnTo>
                    <a:pt x="9" y="61"/>
                  </a:lnTo>
                  <a:lnTo>
                    <a:pt x="9" y="60"/>
                  </a:lnTo>
                  <a:lnTo>
                    <a:pt x="10" y="61"/>
                  </a:lnTo>
                  <a:lnTo>
                    <a:pt x="10" y="61"/>
                  </a:lnTo>
                  <a:lnTo>
                    <a:pt x="15" y="64"/>
                  </a:lnTo>
                  <a:lnTo>
                    <a:pt x="16" y="64"/>
                  </a:lnTo>
                  <a:lnTo>
                    <a:pt x="16" y="64"/>
                  </a:lnTo>
                  <a:lnTo>
                    <a:pt x="16" y="64"/>
                  </a:lnTo>
                  <a:lnTo>
                    <a:pt x="15" y="61"/>
                  </a:lnTo>
                  <a:lnTo>
                    <a:pt x="14" y="58"/>
                  </a:lnTo>
                  <a:lnTo>
                    <a:pt x="14" y="58"/>
                  </a:lnTo>
                  <a:lnTo>
                    <a:pt x="15" y="54"/>
                  </a:lnTo>
                  <a:lnTo>
                    <a:pt x="16" y="49"/>
                  </a:lnTo>
                  <a:lnTo>
                    <a:pt x="18" y="43"/>
                  </a:lnTo>
                  <a:lnTo>
                    <a:pt x="18" y="43"/>
                  </a:lnTo>
                  <a:lnTo>
                    <a:pt x="21" y="39"/>
                  </a:lnTo>
                  <a:lnTo>
                    <a:pt x="22" y="38"/>
                  </a:lnTo>
                  <a:lnTo>
                    <a:pt x="21" y="37"/>
                  </a:lnTo>
                  <a:lnTo>
                    <a:pt x="21" y="37"/>
                  </a:lnTo>
                  <a:lnTo>
                    <a:pt x="17" y="37"/>
                  </a:lnTo>
                  <a:lnTo>
                    <a:pt x="16" y="37"/>
                  </a:lnTo>
                  <a:lnTo>
                    <a:pt x="14" y="34"/>
                  </a:lnTo>
                  <a:lnTo>
                    <a:pt x="14" y="34"/>
                  </a:lnTo>
                  <a:lnTo>
                    <a:pt x="12" y="33"/>
                  </a:lnTo>
                  <a:lnTo>
                    <a:pt x="12" y="30"/>
                  </a:lnTo>
                  <a:lnTo>
                    <a:pt x="12" y="29"/>
                  </a:lnTo>
                  <a:lnTo>
                    <a:pt x="15" y="28"/>
                  </a:lnTo>
                  <a:lnTo>
                    <a:pt x="15" y="28"/>
                  </a:lnTo>
                  <a:lnTo>
                    <a:pt x="18" y="28"/>
                  </a:lnTo>
                  <a:lnTo>
                    <a:pt x="20" y="28"/>
                  </a:lnTo>
                  <a:lnTo>
                    <a:pt x="21" y="27"/>
                  </a:lnTo>
                  <a:lnTo>
                    <a:pt x="21" y="27"/>
                  </a:lnTo>
                  <a:lnTo>
                    <a:pt x="20" y="23"/>
                  </a:lnTo>
                  <a:lnTo>
                    <a:pt x="21" y="22"/>
                  </a:lnTo>
                  <a:lnTo>
                    <a:pt x="22" y="21"/>
                  </a:lnTo>
                  <a:lnTo>
                    <a:pt x="22" y="21"/>
                  </a:lnTo>
                  <a:lnTo>
                    <a:pt x="26" y="21"/>
                  </a:lnTo>
                  <a:lnTo>
                    <a:pt x="28" y="21"/>
                  </a:lnTo>
                  <a:lnTo>
                    <a:pt x="30" y="19"/>
                  </a:lnTo>
                  <a:lnTo>
                    <a:pt x="30" y="19"/>
                  </a:lnTo>
                  <a:lnTo>
                    <a:pt x="31" y="17"/>
                  </a:lnTo>
                  <a:lnTo>
                    <a:pt x="32" y="12"/>
                  </a:lnTo>
                  <a:lnTo>
                    <a:pt x="33" y="7"/>
                  </a:lnTo>
                  <a:lnTo>
                    <a:pt x="34" y="5"/>
                  </a:lnTo>
                  <a:lnTo>
                    <a:pt x="34" y="5"/>
                  </a:lnTo>
                  <a:lnTo>
                    <a:pt x="37" y="5"/>
                  </a:lnTo>
                  <a:lnTo>
                    <a:pt x="41" y="5"/>
                  </a:lnTo>
                  <a:lnTo>
                    <a:pt x="43" y="6"/>
                  </a:lnTo>
                  <a:lnTo>
                    <a:pt x="44" y="5"/>
                  </a:lnTo>
                  <a:lnTo>
                    <a:pt x="44" y="5"/>
                  </a:lnTo>
                  <a:lnTo>
                    <a:pt x="43" y="1"/>
                  </a:lnTo>
                  <a:lnTo>
                    <a:pt x="43" y="0"/>
                  </a:lnTo>
                  <a:lnTo>
                    <a:pt x="44" y="0"/>
                  </a:lnTo>
                  <a:lnTo>
                    <a:pt x="44" y="0"/>
                  </a:lnTo>
                  <a:lnTo>
                    <a:pt x="47" y="0"/>
                  </a:lnTo>
                  <a:lnTo>
                    <a:pt x="48" y="2"/>
                  </a:lnTo>
                  <a:lnTo>
                    <a:pt x="50" y="3"/>
                  </a:lnTo>
                  <a:lnTo>
                    <a:pt x="53" y="3"/>
                  </a:lnTo>
                  <a:lnTo>
                    <a:pt x="53" y="3"/>
                  </a:lnTo>
                  <a:lnTo>
                    <a:pt x="57" y="5"/>
                  </a:lnTo>
                  <a:lnTo>
                    <a:pt x="60" y="7"/>
                  </a:lnTo>
                  <a:lnTo>
                    <a:pt x="60" y="7"/>
                  </a:lnTo>
                  <a:lnTo>
                    <a:pt x="65" y="10"/>
                  </a:lnTo>
                  <a:lnTo>
                    <a:pt x="68" y="11"/>
                  </a:lnTo>
                  <a:lnTo>
                    <a:pt x="68" y="11"/>
                  </a:lnTo>
                  <a:lnTo>
                    <a:pt x="68" y="14"/>
                  </a:lnTo>
                  <a:lnTo>
                    <a:pt x="68" y="18"/>
                  </a:lnTo>
                  <a:lnTo>
                    <a:pt x="66" y="19"/>
                  </a:lnTo>
                  <a:lnTo>
                    <a:pt x="66" y="19"/>
                  </a:lnTo>
                  <a:lnTo>
                    <a:pt x="64" y="22"/>
                  </a:lnTo>
                  <a:lnTo>
                    <a:pt x="63" y="24"/>
                  </a:lnTo>
                  <a:lnTo>
                    <a:pt x="63" y="24"/>
                  </a:lnTo>
                  <a:lnTo>
                    <a:pt x="64" y="28"/>
                  </a:lnTo>
                  <a:lnTo>
                    <a:pt x="64" y="29"/>
                  </a:lnTo>
                  <a:lnTo>
                    <a:pt x="63" y="29"/>
                  </a:lnTo>
                  <a:lnTo>
                    <a:pt x="63" y="29"/>
                  </a:lnTo>
                  <a:lnTo>
                    <a:pt x="59" y="28"/>
                  </a:lnTo>
                  <a:lnTo>
                    <a:pt x="57" y="27"/>
                  </a:lnTo>
                  <a:lnTo>
                    <a:pt x="57" y="28"/>
                  </a:lnTo>
                  <a:lnTo>
                    <a:pt x="57" y="28"/>
                  </a:lnTo>
                  <a:lnTo>
                    <a:pt x="57" y="30"/>
                  </a:lnTo>
                  <a:lnTo>
                    <a:pt x="57" y="32"/>
                  </a:lnTo>
                  <a:lnTo>
                    <a:pt x="58" y="35"/>
                  </a:lnTo>
                  <a:lnTo>
                    <a:pt x="58" y="35"/>
                  </a:lnTo>
                  <a:lnTo>
                    <a:pt x="55" y="40"/>
                  </a:lnTo>
                  <a:lnTo>
                    <a:pt x="52" y="45"/>
                  </a:lnTo>
                  <a:lnTo>
                    <a:pt x="52" y="45"/>
                  </a:lnTo>
                  <a:lnTo>
                    <a:pt x="52" y="46"/>
                  </a:lnTo>
                  <a:lnTo>
                    <a:pt x="53" y="49"/>
                  </a:lnTo>
                  <a:lnTo>
                    <a:pt x="53" y="49"/>
                  </a:lnTo>
                  <a:lnTo>
                    <a:pt x="52" y="55"/>
                  </a:lnTo>
                  <a:lnTo>
                    <a:pt x="52" y="58"/>
                  </a:lnTo>
                  <a:lnTo>
                    <a:pt x="53" y="59"/>
                  </a:lnTo>
                  <a:lnTo>
                    <a:pt x="53" y="59"/>
                  </a:lnTo>
                  <a:lnTo>
                    <a:pt x="55" y="60"/>
                  </a:lnTo>
                  <a:lnTo>
                    <a:pt x="57" y="61"/>
                  </a:lnTo>
                  <a:lnTo>
                    <a:pt x="55" y="64"/>
                  </a:lnTo>
                  <a:lnTo>
                    <a:pt x="55" y="64"/>
                  </a:lnTo>
                  <a:lnTo>
                    <a:pt x="53" y="69"/>
                  </a:lnTo>
                  <a:lnTo>
                    <a:pt x="52" y="71"/>
                  </a:lnTo>
                  <a:lnTo>
                    <a:pt x="52" y="74"/>
                  </a:lnTo>
                  <a:lnTo>
                    <a:pt x="52" y="74"/>
                  </a:lnTo>
                  <a:lnTo>
                    <a:pt x="55" y="83"/>
                  </a:lnTo>
                  <a:lnTo>
                    <a:pt x="55" y="83"/>
                  </a:lnTo>
                  <a:lnTo>
                    <a:pt x="58" y="90"/>
                  </a:lnTo>
                  <a:lnTo>
                    <a:pt x="60" y="93"/>
                  </a:lnTo>
                  <a:lnTo>
                    <a:pt x="62" y="96"/>
                  </a:lnTo>
                  <a:lnTo>
                    <a:pt x="62" y="96"/>
                  </a:lnTo>
                  <a:lnTo>
                    <a:pt x="62" y="97"/>
                  </a:lnTo>
                  <a:lnTo>
                    <a:pt x="62" y="99"/>
                  </a:lnTo>
                  <a:lnTo>
                    <a:pt x="63" y="103"/>
                  </a:lnTo>
                  <a:lnTo>
                    <a:pt x="63" y="103"/>
                  </a:lnTo>
                  <a:lnTo>
                    <a:pt x="64" y="106"/>
                  </a:lnTo>
                  <a:lnTo>
                    <a:pt x="66" y="108"/>
                  </a:lnTo>
                  <a:lnTo>
                    <a:pt x="69" y="111"/>
                  </a:lnTo>
                  <a:lnTo>
                    <a:pt x="71" y="113"/>
                  </a:lnTo>
                  <a:lnTo>
                    <a:pt x="71" y="113"/>
                  </a:lnTo>
                  <a:lnTo>
                    <a:pt x="73" y="114"/>
                  </a:lnTo>
                  <a:lnTo>
                    <a:pt x="74" y="115"/>
                  </a:lnTo>
                  <a:lnTo>
                    <a:pt x="75" y="115"/>
                  </a:lnTo>
                  <a:lnTo>
                    <a:pt x="76" y="117"/>
                  </a:lnTo>
                  <a:lnTo>
                    <a:pt x="76" y="117"/>
                  </a:lnTo>
                  <a:lnTo>
                    <a:pt x="78" y="119"/>
                  </a:lnTo>
                  <a:lnTo>
                    <a:pt x="78" y="120"/>
                  </a:lnTo>
                  <a:lnTo>
                    <a:pt x="79" y="120"/>
                  </a:lnTo>
                  <a:lnTo>
                    <a:pt x="79" y="120"/>
                  </a:lnTo>
                  <a:lnTo>
                    <a:pt x="80" y="120"/>
                  </a:lnTo>
                  <a:lnTo>
                    <a:pt x="80" y="122"/>
                  </a:lnTo>
                  <a:lnTo>
                    <a:pt x="80" y="124"/>
                  </a:lnTo>
                  <a:lnTo>
                    <a:pt x="79" y="12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5" name="Freeform 1487"/>
            <p:cNvSpPr>
              <a:spLocks/>
            </p:cNvSpPr>
            <p:nvPr/>
          </p:nvSpPr>
          <p:spPr bwMode="gray">
            <a:xfrm>
              <a:off x="3965076" y="1636852"/>
              <a:ext cx="525572" cy="490095"/>
            </a:xfrm>
            <a:custGeom>
              <a:avLst/>
              <a:gdLst>
                <a:gd name="T0" fmla="*/ 37 w 212"/>
                <a:gd name="T1" fmla="*/ 190 h 195"/>
                <a:gd name="T2" fmla="*/ 29 w 212"/>
                <a:gd name="T3" fmla="*/ 187 h 195"/>
                <a:gd name="T4" fmla="*/ 10 w 212"/>
                <a:gd name="T5" fmla="*/ 181 h 195"/>
                <a:gd name="T6" fmla="*/ 10 w 212"/>
                <a:gd name="T7" fmla="*/ 170 h 195"/>
                <a:gd name="T8" fmla="*/ 5 w 212"/>
                <a:gd name="T9" fmla="*/ 168 h 195"/>
                <a:gd name="T10" fmla="*/ 13 w 212"/>
                <a:gd name="T11" fmla="*/ 159 h 195"/>
                <a:gd name="T12" fmla="*/ 24 w 212"/>
                <a:gd name="T13" fmla="*/ 158 h 195"/>
                <a:gd name="T14" fmla="*/ 26 w 212"/>
                <a:gd name="T15" fmla="*/ 154 h 195"/>
                <a:gd name="T16" fmla="*/ 23 w 212"/>
                <a:gd name="T17" fmla="*/ 143 h 195"/>
                <a:gd name="T18" fmla="*/ 32 w 212"/>
                <a:gd name="T19" fmla="*/ 142 h 195"/>
                <a:gd name="T20" fmla="*/ 28 w 212"/>
                <a:gd name="T21" fmla="*/ 133 h 195"/>
                <a:gd name="T22" fmla="*/ 32 w 212"/>
                <a:gd name="T23" fmla="*/ 128 h 195"/>
                <a:gd name="T24" fmla="*/ 33 w 212"/>
                <a:gd name="T25" fmla="*/ 119 h 195"/>
                <a:gd name="T26" fmla="*/ 32 w 212"/>
                <a:gd name="T27" fmla="*/ 114 h 195"/>
                <a:gd name="T28" fmla="*/ 40 w 212"/>
                <a:gd name="T29" fmla="*/ 112 h 195"/>
                <a:gd name="T30" fmla="*/ 48 w 212"/>
                <a:gd name="T31" fmla="*/ 100 h 195"/>
                <a:gd name="T32" fmla="*/ 56 w 212"/>
                <a:gd name="T33" fmla="*/ 95 h 195"/>
                <a:gd name="T34" fmla="*/ 56 w 212"/>
                <a:gd name="T35" fmla="*/ 87 h 195"/>
                <a:gd name="T36" fmla="*/ 71 w 212"/>
                <a:gd name="T37" fmla="*/ 75 h 195"/>
                <a:gd name="T38" fmla="*/ 74 w 212"/>
                <a:gd name="T39" fmla="*/ 70 h 195"/>
                <a:gd name="T40" fmla="*/ 79 w 212"/>
                <a:gd name="T41" fmla="*/ 72 h 195"/>
                <a:gd name="T42" fmla="*/ 95 w 212"/>
                <a:gd name="T43" fmla="*/ 57 h 195"/>
                <a:gd name="T44" fmla="*/ 96 w 212"/>
                <a:gd name="T45" fmla="*/ 48 h 195"/>
                <a:gd name="T46" fmla="*/ 103 w 212"/>
                <a:gd name="T47" fmla="*/ 46 h 195"/>
                <a:gd name="T48" fmla="*/ 116 w 212"/>
                <a:gd name="T49" fmla="*/ 50 h 195"/>
                <a:gd name="T50" fmla="*/ 124 w 212"/>
                <a:gd name="T51" fmla="*/ 43 h 195"/>
                <a:gd name="T52" fmla="*/ 132 w 212"/>
                <a:gd name="T53" fmla="*/ 52 h 195"/>
                <a:gd name="T54" fmla="*/ 139 w 212"/>
                <a:gd name="T55" fmla="*/ 48 h 195"/>
                <a:gd name="T56" fmla="*/ 160 w 212"/>
                <a:gd name="T57" fmla="*/ 37 h 195"/>
                <a:gd name="T58" fmla="*/ 173 w 212"/>
                <a:gd name="T59" fmla="*/ 27 h 195"/>
                <a:gd name="T60" fmla="*/ 181 w 212"/>
                <a:gd name="T61" fmla="*/ 11 h 195"/>
                <a:gd name="T62" fmla="*/ 186 w 212"/>
                <a:gd name="T63" fmla="*/ 3 h 195"/>
                <a:gd name="T64" fmla="*/ 193 w 212"/>
                <a:gd name="T65" fmla="*/ 3 h 195"/>
                <a:gd name="T66" fmla="*/ 204 w 212"/>
                <a:gd name="T67" fmla="*/ 4 h 195"/>
                <a:gd name="T68" fmla="*/ 207 w 212"/>
                <a:gd name="T69" fmla="*/ 14 h 195"/>
                <a:gd name="T70" fmla="*/ 209 w 212"/>
                <a:gd name="T71" fmla="*/ 24 h 195"/>
                <a:gd name="T72" fmla="*/ 210 w 212"/>
                <a:gd name="T73" fmla="*/ 38 h 195"/>
                <a:gd name="T74" fmla="*/ 205 w 212"/>
                <a:gd name="T75" fmla="*/ 46 h 195"/>
                <a:gd name="T76" fmla="*/ 208 w 212"/>
                <a:gd name="T77" fmla="*/ 57 h 195"/>
                <a:gd name="T78" fmla="*/ 191 w 212"/>
                <a:gd name="T79" fmla="*/ 69 h 195"/>
                <a:gd name="T80" fmla="*/ 172 w 212"/>
                <a:gd name="T81" fmla="*/ 78 h 195"/>
                <a:gd name="T82" fmla="*/ 149 w 212"/>
                <a:gd name="T83" fmla="*/ 77 h 195"/>
                <a:gd name="T84" fmla="*/ 128 w 212"/>
                <a:gd name="T85" fmla="*/ 95 h 195"/>
                <a:gd name="T86" fmla="*/ 114 w 212"/>
                <a:gd name="T87" fmla="*/ 109 h 195"/>
                <a:gd name="T88" fmla="*/ 109 w 212"/>
                <a:gd name="T89" fmla="*/ 105 h 195"/>
                <a:gd name="T90" fmla="*/ 104 w 212"/>
                <a:gd name="T91" fmla="*/ 119 h 195"/>
                <a:gd name="T92" fmla="*/ 100 w 212"/>
                <a:gd name="T93" fmla="*/ 122 h 195"/>
                <a:gd name="T94" fmla="*/ 87 w 212"/>
                <a:gd name="T95" fmla="*/ 120 h 195"/>
                <a:gd name="T96" fmla="*/ 87 w 212"/>
                <a:gd name="T97" fmla="*/ 128 h 195"/>
                <a:gd name="T98" fmla="*/ 79 w 212"/>
                <a:gd name="T99" fmla="*/ 131 h 195"/>
                <a:gd name="T100" fmla="*/ 80 w 212"/>
                <a:gd name="T101" fmla="*/ 136 h 195"/>
                <a:gd name="T102" fmla="*/ 74 w 212"/>
                <a:gd name="T103" fmla="*/ 139 h 195"/>
                <a:gd name="T104" fmla="*/ 71 w 212"/>
                <a:gd name="T105" fmla="*/ 151 h 195"/>
                <a:gd name="T106" fmla="*/ 64 w 212"/>
                <a:gd name="T107" fmla="*/ 153 h 195"/>
                <a:gd name="T108" fmla="*/ 58 w 212"/>
                <a:gd name="T109" fmla="*/ 159 h 195"/>
                <a:gd name="T110" fmla="*/ 61 w 212"/>
                <a:gd name="T111" fmla="*/ 168 h 195"/>
                <a:gd name="T112" fmla="*/ 60 w 212"/>
                <a:gd name="T113" fmla="*/ 173 h 195"/>
                <a:gd name="T114" fmla="*/ 49 w 212"/>
                <a:gd name="T115" fmla="*/ 174 h 195"/>
                <a:gd name="T116" fmla="*/ 53 w 212"/>
                <a:gd name="T117" fmla="*/ 184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12" h="195">
                  <a:moveTo>
                    <a:pt x="47" y="195"/>
                  </a:moveTo>
                  <a:lnTo>
                    <a:pt x="47" y="195"/>
                  </a:lnTo>
                  <a:lnTo>
                    <a:pt x="43" y="195"/>
                  </a:lnTo>
                  <a:lnTo>
                    <a:pt x="40" y="194"/>
                  </a:lnTo>
                  <a:lnTo>
                    <a:pt x="38" y="191"/>
                  </a:lnTo>
                  <a:lnTo>
                    <a:pt x="37" y="190"/>
                  </a:lnTo>
                  <a:lnTo>
                    <a:pt x="37" y="190"/>
                  </a:lnTo>
                  <a:lnTo>
                    <a:pt x="36" y="189"/>
                  </a:lnTo>
                  <a:lnTo>
                    <a:pt x="33" y="189"/>
                  </a:lnTo>
                  <a:lnTo>
                    <a:pt x="31" y="187"/>
                  </a:lnTo>
                  <a:lnTo>
                    <a:pt x="29" y="187"/>
                  </a:lnTo>
                  <a:lnTo>
                    <a:pt x="29" y="187"/>
                  </a:lnTo>
                  <a:lnTo>
                    <a:pt x="26" y="185"/>
                  </a:lnTo>
                  <a:lnTo>
                    <a:pt x="21" y="183"/>
                  </a:lnTo>
                  <a:lnTo>
                    <a:pt x="21" y="183"/>
                  </a:lnTo>
                  <a:lnTo>
                    <a:pt x="15" y="183"/>
                  </a:lnTo>
                  <a:lnTo>
                    <a:pt x="11" y="181"/>
                  </a:lnTo>
                  <a:lnTo>
                    <a:pt x="10" y="181"/>
                  </a:lnTo>
                  <a:lnTo>
                    <a:pt x="10" y="181"/>
                  </a:lnTo>
                  <a:lnTo>
                    <a:pt x="11" y="175"/>
                  </a:lnTo>
                  <a:lnTo>
                    <a:pt x="11" y="171"/>
                  </a:lnTo>
                  <a:lnTo>
                    <a:pt x="11" y="170"/>
                  </a:lnTo>
                  <a:lnTo>
                    <a:pt x="10" y="170"/>
                  </a:lnTo>
                  <a:lnTo>
                    <a:pt x="10" y="170"/>
                  </a:lnTo>
                  <a:lnTo>
                    <a:pt x="2" y="175"/>
                  </a:lnTo>
                  <a:lnTo>
                    <a:pt x="0" y="176"/>
                  </a:lnTo>
                  <a:lnTo>
                    <a:pt x="0" y="175"/>
                  </a:lnTo>
                  <a:lnTo>
                    <a:pt x="0" y="174"/>
                  </a:lnTo>
                  <a:lnTo>
                    <a:pt x="0" y="174"/>
                  </a:lnTo>
                  <a:lnTo>
                    <a:pt x="5" y="168"/>
                  </a:lnTo>
                  <a:lnTo>
                    <a:pt x="7" y="167"/>
                  </a:lnTo>
                  <a:lnTo>
                    <a:pt x="10" y="165"/>
                  </a:lnTo>
                  <a:lnTo>
                    <a:pt x="10" y="165"/>
                  </a:lnTo>
                  <a:lnTo>
                    <a:pt x="12" y="164"/>
                  </a:lnTo>
                  <a:lnTo>
                    <a:pt x="13" y="163"/>
                  </a:lnTo>
                  <a:lnTo>
                    <a:pt x="13" y="159"/>
                  </a:lnTo>
                  <a:lnTo>
                    <a:pt x="13" y="159"/>
                  </a:lnTo>
                  <a:lnTo>
                    <a:pt x="16" y="155"/>
                  </a:lnTo>
                  <a:lnTo>
                    <a:pt x="20" y="155"/>
                  </a:lnTo>
                  <a:lnTo>
                    <a:pt x="20" y="155"/>
                  </a:lnTo>
                  <a:lnTo>
                    <a:pt x="22" y="155"/>
                  </a:lnTo>
                  <a:lnTo>
                    <a:pt x="24" y="158"/>
                  </a:lnTo>
                  <a:lnTo>
                    <a:pt x="27" y="159"/>
                  </a:lnTo>
                  <a:lnTo>
                    <a:pt x="27" y="159"/>
                  </a:lnTo>
                  <a:lnTo>
                    <a:pt x="28" y="159"/>
                  </a:lnTo>
                  <a:lnTo>
                    <a:pt x="28" y="159"/>
                  </a:lnTo>
                  <a:lnTo>
                    <a:pt x="27" y="157"/>
                  </a:lnTo>
                  <a:lnTo>
                    <a:pt x="26" y="154"/>
                  </a:lnTo>
                  <a:lnTo>
                    <a:pt x="24" y="153"/>
                  </a:lnTo>
                  <a:lnTo>
                    <a:pt x="26" y="151"/>
                  </a:lnTo>
                  <a:lnTo>
                    <a:pt x="26" y="151"/>
                  </a:lnTo>
                  <a:lnTo>
                    <a:pt x="26" y="148"/>
                  </a:lnTo>
                  <a:lnTo>
                    <a:pt x="24" y="146"/>
                  </a:lnTo>
                  <a:lnTo>
                    <a:pt x="23" y="143"/>
                  </a:lnTo>
                  <a:lnTo>
                    <a:pt x="23" y="143"/>
                  </a:lnTo>
                  <a:lnTo>
                    <a:pt x="24" y="142"/>
                  </a:lnTo>
                  <a:lnTo>
                    <a:pt x="24" y="142"/>
                  </a:lnTo>
                  <a:lnTo>
                    <a:pt x="27" y="142"/>
                  </a:lnTo>
                  <a:lnTo>
                    <a:pt x="31" y="142"/>
                  </a:lnTo>
                  <a:lnTo>
                    <a:pt x="32" y="142"/>
                  </a:lnTo>
                  <a:lnTo>
                    <a:pt x="32" y="141"/>
                  </a:lnTo>
                  <a:lnTo>
                    <a:pt x="32" y="141"/>
                  </a:lnTo>
                  <a:lnTo>
                    <a:pt x="28" y="137"/>
                  </a:lnTo>
                  <a:lnTo>
                    <a:pt x="27" y="135"/>
                  </a:lnTo>
                  <a:lnTo>
                    <a:pt x="28" y="133"/>
                  </a:lnTo>
                  <a:lnTo>
                    <a:pt x="28" y="133"/>
                  </a:lnTo>
                  <a:lnTo>
                    <a:pt x="32" y="132"/>
                  </a:lnTo>
                  <a:lnTo>
                    <a:pt x="34" y="132"/>
                  </a:lnTo>
                  <a:lnTo>
                    <a:pt x="36" y="131"/>
                  </a:lnTo>
                  <a:lnTo>
                    <a:pt x="36" y="131"/>
                  </a:lnTo>
                  <a:lnTo>
                    <a:pt x="34" y="130"/>
                  </a:lnTo>
                  <a:lnTo>
                    <a:pt x="32" y="128"/>
                  </a:lnTo>
                  <a:lnTo>
                    <a:pt x="31" y="126"/>
                  </a:lnTo>
                  <a:lnTo>
                    <a:pt x="31" y="125"/>
                  </a:lnTo>
                  <a:lnTo>
                    <a:pt x="31" y="125"/>
                  </a:lnTo>
                  <a:lnTo>
                    <a:pt x="33" y="121"/>
                  </a:lnTo>
                  <a:lnTo>
                    <a:pt x="34" y="119"/>
                  </a:lnTo>
                  <a:lnTo>
                    <a:pt x="33" y="119"/>
                  </a:lnTo>
                  <a:lnTo>
                    <a:pt x="33" y="119"/>
                  </a:lnTo>
                  <a:lnTo>
                    <a:pt x="31" y="117"/>
                  </a:lnTo>
                  <a:lnTo>
                    <a:pt x="29" y="117"/>
                  </a:lnTo>
                  <a:lnTo>
                    <a:pt x="31" y="116"/>
                  </a:lnTo>
                  <a:lnTo>
                    <a:pt x="31" y="116"/>
                  </a:lnTo>
                  <a:lnTo>
                    <a:pt x="32" y="114"/>
                  </a:lnTo>
                  <a:lnTo>
                    <a:pt x="34" y="112"/>
                  </a:lnTo>
                  <a:lnTo>
                    <a:pt x="36" y="112"/>
                  </a:lnTo>
                  <a:lnTo>
                    <a:pt x="36" y="112"/>
                  </a:lnTo>
                  <a:lnTo>
                    <a:pt x="38" y="114"/>
                  </a:lnTo>
                  <a:lnTo>
                    <a:pt x="39" y="114"/>
                  </a:lnTo>
                  <a:lnTo>
                    <a:pt x="40" y="112"/>
                  </a:lnTo>
                  <a:lnTo>
                    <a:pt x="40" y="112"/>
                  </a:lnTo>
                  <a:lnTo>
                    <a:pt x="45" y="105"/>
                  </a:lnTo>
                  <a:lnTo>
                    <a:pt x="48" y="101"/>
                  </a:lnTo>
                  <a:lnTo>
                    <a:pt x="48" y="100"/>
                  </a:lnTo>
                  <a:lnTo>
                    <a:pt x="48" y="100"/>
                  </a:lnTo>
                  <a:lnTo>
                    <a:pt x="48" y="100"/>
                  </a:lnTo>
                  <a:lnTo>
                    <a:pt x="47" y="99"/>
                  </a:lnTo>
                  <a:lnTo>
                    <a:pt x="48" y="98"/>
                  </a:lnTo>
                  <a:lnTo>
                    <a:pt x="53" y="95"/>
                  </a:lnTo>
                  <a:lnTo>
                    <a:pt x="53" y="95"/>
                  </a:lnTo>
                  <a:lnTo>
                    <a:pt x="55" y="95"/>
                  </a:lnTo>
                  <a:lnTo>
                    <a:pt x="56" y="95"/>
                  </a:lnTo>
                  <a:lnTo>
                    <a:pt x="56" y="94"/>
                  </a:lnTo>
                  <a:lnTo>
                    <a:pt x="56" y="94"/>
                  </a:lnTo>
                  <a:lnTo>
                    <a:pt x="56" y="93"/>
                  </a:lnTo>
                  <a:lnTo>
                    <a:pt x="55" y="90"/>
                  </a:lnTo>
                  <a:lnTo>
                    <a:pt x="54" y="89"/>
                  </a:lnTo>
                  <a:lnTo>
                    <a:pt x="56" y="87"/>
                  </a:lnTo>
                  <a:lnTo>
                    <a:pt x="56" y="87"/>
                  </a:lnTo>
                  <a:lnTo>
                    <a:pt x="66" y="82"/>
                  </a:lnTo>
                  <a:lnTo>
                    <a:pt x="66" y="82"/>
                  </a:lnTo>
                  <a:lnTo>
                    <a:pt x="70" y="78"/>
                  </a:lnTo>
                  <a:lnTo>
                    <a:pt x="71" y="77"/>
                  </a:lnTo>
                  <a:lnTo>
                    <a:pt x="71" y="75"/>
                  </a:lnTo>
                  <a:lnTo>
                    <a:pt x="71" y="75"/>
                  </a:lnTo>
                  <a:lnTo>
                    <a:pt x="71" y="72"/>
                  </a:lnTo>
                  <a:lnTo>
                    <a:pt x="71" y="70"/>
                  </a:lnTo>
                  <a:lnTo>
                    <a:pt x="72" y="69"/>
                  </a:lnTo>
                  <a:lnTo>
                    <a:pt x="72" y="69"/>
                  </a:lnTo>
                  <a:lnTo>
                    <a:pt x="74" y="70"/>
                  </a:lnTo>
                  <a:lnTo>
                    <a:pt x="74" y="72"/>
                  </a:lnTo>
                  <a:lnTo>
                    <a:pt x="75" y="73"/>
                  </a:lnTo>
                  <a:lnTo>
                    <a:pt x="76" y="74"/>
                  </a:lnTo>
                  <a:lnTo>
                    <a:pt x="76" y="74"/>
                  </a:lnTo>
                  <a:lnTo>
                    <a:pt x="77" y="73"/>
                  </a:lnTo>
                  <a:lnTo>
                    <a:pt x="79" y="72"/>
                  </a:lnTo>
                  <a:lnTo>
                    <a:pt x="79" y="72"/>
                  </a:lnTo>
                  <a:lnTo>
                    <a:pt x="81" y="70"/>
                  </a:lnTo>
                  <a:lnTo>
                    <a:pt x="81" y="70"/>
                  </a:lnTo>
                  <a:lnTo>
                    <a:pt x="84" y="68"/>
                  </a:lnTo>
                  <a:lnTo>
                    <a:pt x="88" y="64"/>
                  </a:lnTo>
                  <a:lnTo>
                    <a:pt x="95" y="57"/>
                  </a:lnTo>
                  <a:lnTo>
                    <a:pt x="95" y="57"/>
                  </a:lnTo>
                  <a:lnTo>
                    <a:pt x="98" y="53"/>
                  </a:lnTo>
                  <a:lnTo>
                    <a:pt x="98" y="52"/>
                  </a:lnTo>
                  <a:lnTo>
                    <a:pt x="98" y="51"/>
                  </a:lnTo>
                  <a:lnTo>
                    <a:pt x="98" y="51"/>
                  </a:lnTo>
                  <a:lnTo>
                    <a:pt x="96" y="48"/>
                  </a:lnTo>
                  <a:lnTo>
                    <a:pt x="96" y="47"/>
                  </a:lnTo>
                  <a:lnTo>
                    <a:pt x="98" y="47"/>
                  </a:lnTo>
                  <a:lnTo>
                    <a:pt x="98" y="47"/>
                  </a:lnTo>
                  <a:lnTo>
                    <a:pt x="102" y="47"/>
                  </a:lnTo>
                  <a:lnTo>
                    <a:pt x="103" y="46"/>
                  </a:lnTo>
                  <a:lnTo>
                    <a:pt x="103" y="46"/>
                  </a:lnTo>
                  <a:lnTo>
                    <a:pt x="107" y="43"/>
                  </a:lnTo>
                  <a:lnTo>
                    <a:pt x="108" y="42"/>
                  </a:lnTo>
                  <a:lnTo>
                    <a:pt x="109" y="43"/>
                  </a:lnTo>
                  <a:lnTo>
                    <a:pt x="109" y="43"/>
                  </a:lnTo>
                  <a:lnTo>
                    <a:pt x="113" y="47"/>
                  </a:lnTo>
                  <a:lnTo>
                    <a:pt x="116" y="50"/>
                  </a:lnTo>
                  <a:lnTo>
                    <a:pt x="118" y="50"/>
                  </a:lnTo>
                  <a:lnTo>
                    <a:pt x="118" y="50"/>
                  </a:lnTo>
                  <a:lnTo>
                    <a:pt x="120" y="48"/>
                  </a:lnTo>
                  <a:lnTo>
                    <a:pt x="123" y="47"/>
                  </a:lnTo>
                  <a:lnTo>
                    <a:pt x="123" y="47"/>
                  </a:lnTo>
                  <a:lnTo>
                    <a:pt x="124" y="43"/>
                  </a:lnTo>
                  <a:lnTo>
                    <a:pt x="125" y="42"/>
                  </a:lnTo>
                  <a:lnTo>
                    <a:pt x="125" y="43"/>
                  </a:lnTo>
                  <a:lnTo>
                    <a:pt x="125" y="43"/>
                  </a:lnTo>
                  <a:lnTo>
                    <a:pt x="128" y="50"/>
                  </a:lnTo>
                  <a:lnTo>
                    <a:pt x="129" y="51"/>
                  </a:lnTo>
                  <a:lnTo>
                    <a:pt x="132" y="52"/>
                  </a:lnTo>
                  <a:lnTo>
                    <a:pt x="132" y="52"/>
                  </a:lnTo>
                  <a:lnTo>
                    <a:pt x="133" y="51"/>
                  </a:lnTo>
                  <a:lnTo>
                    <a:pt x="134" y="50"/>
                  </a:lnTo>
                  <a:lnTo>
                    <a:pt x="135" y="48"/>
                  </a:lnTo>
                  <a:lnTo>
                    <a:pt x="139" y="48"/>
                  </a:lnTo>
                  <a:lnTo>
                    <a:pt x="139" y="48"/>
                  </a:lnTo>
                  <a:lnTo>
                    <a:pt x="144" y="48"/>
                  </a:lnTo>
                  <a:lnTo>
                    <a:pt x="149" y="47"/>
                  </a:lnTo>
                  <a:lnTo>
                    <a:pt x="152" y="45"/>
                  </a:lnTo>
                  <a:lnTo>
                    <a:pt x="156" y="42"/>
                  </a:lnTo>
                  <a:lnTo>
                    <a:pt x="156" y="42"/>
                  </a:lnTo>
                  <a:lnTo>
                    <a:pt x="160" y="37"/>
                  </a:lnTo>
                  <a:lnTo>
                    <a:pt x="162" y="36"/>
                  </a:lnTo>
                  <a:lnTo>
                    <a:pt x="165" y="35"/>
                  </a:lnTo>
                  <a:lnTo>
                    <a:pt x="165" y="35"/>
                  </a:lnTo>
                  <a:lnTo>
                    <a:pt x="167" y="34"/>
                  </a:lnTo>
                  <a:lnTo>
                    <a:pt x="171" y="31"/>
                  </a:lnTo>
                  <a:lnTo>
                    <a:pt x="173" y="27"/>
                  </a:lnTo>
                  <a:lnTo>
                    <a:pt x="175" y="24"/>
                  </a:lnTo>
                  <a:lnTo>
                    <a:pt x="175" y="24"/>
                  </a:lnTo>
                  <a:lnTo>
                    <a:pt x="176" y="20"/>
                  </a:lnTo>
                  <a:lnTo>
                    <a:pt x="178" y="18"/>
                  </a:lnTo>
                  <a:lnTo>
                    <a:pt x="180" y="14"/>
                  </a:lnTo>
                  <a:lnTo>
                    <a:pt x="181" y="11"/>
                  </a:lnTo>
                  <a:lnTo>
                    <a:pt x="181" y="11"/>
                  </a:lnTo>
                  <a:lnTo>
                    <a:pt x="181" y="8"/>
                  </a:lnTo>
                  <a:lnTo>
                    <a:pt x="180" y="5"/>
                  </a:lnTo>
                  <a:lnTo>
                    <a:pt x="181" y="4"/>
                  </a:lnTo>
                  <a:lnTo>
                    <a:pt x="181" y="4"/>
                  </a:lnTo>
                  <a:lnTo>
                    <a:pt x="186" y="3"/>
                  </a:lnTo>
                  <a:lnTo>
                    <a:pt x="188" y="2"/>
                  </a:lnTo>
                  <a:lnTo>
                    <a:pt x="189" y="2"/>
                  </a:lnTo>
                  <a:lnTo>
                    <a:pt x="189" y="2"/>
                  </a:lnTo>
                  <a:lnTo>
                    <a:pt x="191" y="4"/>
                  </a:lnTo>
                  <a:lnTo>
                    <a:pt x="192" y="4"/>
                  </a:lnTo>
                  <a:lnTo>
                    <a:pt x="193" y="3"/>
                  </a:lnTo>
                  <a:lnTo>
                    <a:pt x="193" y="3"/>
                  </a:lnTo>
                  <a:lnTo>
                    <a:pt x="194" y="2"/>
                  </a:lnTo>
                  <a:lnTo>
                    <a:pt x="196" y="0"/>
                  </a:lnTo>
                  <a:lnTo>
                    <a:pt x="198" y="2"/>
                  </a:lnTo>
                  <a:lnTo>
                    <a:pt x="198" y="2"/>
                  </a:lnTo>
                  <a:lnTo>
                    <a:pt x="204" y="4"/>
                  </a:lnTo>
                  <a:lnTo>
                    <a:pt x="205" y="5"/>
                  </a:lnTo>
                  <a:lnTo>
                    <a:pt x="205" y="6"/>
                  </a:lnTo>
                  <a:lnTo>
                    <a:pt x="205" y="6"/>
                  </a:lnTo>
                  <a:lnTo>
                    <a:pt x="205" y="10"/>
                  </a:lnTo>
                  <a:lnTo>
                    <a:pt x="205" y="11"/>
                  </a:lnTo>
                  <a:lnTo>
                    <a:pt x="207" y="14"/>
                  </a:lnTo>
                  <a:lnTo>
                    <a:pt x="207" y="14"/>
                  </a:lnTo>
                  <a:lnTo>
                    <a:pt x="210" y="18"/>
                  </a:lnTo>
                  <a:lnTo>
                    <a:pt x="212" y="20"/>
                  </a:lnTo>
                  <a:lnTo>
                    <a:pt x="212" y="21"/>
                  </a:lnTo>
                  <a:lnTo>
                    <a:pt x="212" y="21"/>
                  </a:lnTo>
                  <a:lnTo>
                    <a:pt x="209" y="24"/>
                  </a:lnTo>
                  <a:lnTo>
                    <a:pt x="208" y="25"/>
                  </a:lnTo>
                  <a:lnTo>
                    <a:pt x="208" y="26"/>
                  </a:lnTo>
                  <a:lnTo>
                    <a:pt x="208" y="26"/>
                  </a:lnTo>
                  <a:lnTo>
                    <a:pt x="208" y="32"/>
                  </a:lnTo>
                  <a:lnTo>
                    <a:pt x="209" y="36"/>
                  </a:lnTo>
                  <a:lnTo>
                    <a:pt x="210" y="38"/>
                  </a:lnTo>
                  <a:lnTo>
                    <a:pt x="210" y="38"/>
                  </a:lnTo>
                  <a:lnTo>
                    <a:pt x="210" y="40"/>
                  </a:lnTo>
                  <a:lnTo>
                    <a:pt x="210" y="40"/>
                  </a:lnTo>
                  <a:lnTo>
                    <a:pt x="208" y="42"/>
                  </a:lnTo>
                  <a:lnTo>
                    <a:pt x="208" y="42"/>
                  </a:lnTo>
                  <a:lnTo>
                    <a:pt x="205" y="46"/>
                  </a:lnTo>
                  <a:lnTo>
                    <a:pt x="204" y="51"/>
                  </a:lnTo>
                  <a:lnTo>
                    <a:pt x="204" y="51"/>
                  </a:lnTo>
                  <a:lnTo>
                    <a:pt x="205" y="54"/>
                  </a:lnTo>
                  <a:lnTo>
                    <a:pt x="207" y="56"/>
                  </a:lnTo>
                  <a:lnTo>
                    <a:pt x="208" y="57"/>
                  </a:lnTo>
                  <a:lnTo>
                    <a:pt x="208" y="57"/>
                  </a:lnTo>
                  <a:lnTo>
                    <a:pt x="207" y="58"/>
                  </a:lnTo>
                  <a:lnTo>
                    <a:pt x="202" y="62"/>
                  </a:lnTo>
                  <a:lnTo>
                    <a:pt x="202" y="62"/>
                  </a:lnTo>
                  <a:lnTo>
                    <a:pt x="197" y="64"/>
                  </a:lnTo>
                  <a:lnTo>
                    <a:pt x="191" y="69"/>
                  </a:lnTo>
                  <a:lnTo>
                    <a:pt x="191" y="69"/>
                  </a:lnTo>
                  <a:lnTo>
                    <a:pt x="188" y="72"/>
                  </a:lnTo>
                  <a:lnTo>
                    <a:pt x="185" y="75"/>
                  </a:lnTo>
                  <a:lnTo>
                    <a:pt x="185" y="75"/>
                  </a:lnTo>
                  <a:lnTo>
                    <a:pt x="178" y="78"/>
                  </a:lnTo>
                  <a:lnTo>
                    <a:pt x="175" y="78"/>
                  </a:lnTo>
                  <a:lnTo>
                    <a:pt x="172" y="78"/>
                  </a:lnTo>
                  <a:lnTo>
                    <a:pt x="172" y="78"/>
                  </a:lnTo>
                  <a:lnTo>
                    <a:pt x="165" y="75"/>
                  </a:lnTo>
                  <a:lnTo>
                    <a:pt x="159" y="73"/>
                  </a:lnTo>
                  <a:lnTo>
                    <a:pt x="159" y="73"/>
                  </a:lnTo>
                  <a:lnTo>
                    <a:pt x="152" y="75"/>
                  </a:lnTo>
                  <a:lnTo>
                    <a:pt x="149" y="77"/>
                  </a:lnTo>
                  <a:lnTo>
                    <a:pt x="146" y="80"/>
                  </a:lnTo>
                  <a:lnTo>
                    <a:pt x="146" y="80"/>
                  </a:lnTo>
                  <a:lnTo>
                    <a:pt x="141" y="87"/>
                  </a:lnTo>
                  <a:lnTo>
                    <a:pt x="135" y="90"/>
                  </a:lnTo>
                  <a:lnTo>
                    <a:pt x="135" y="90"/>
                  </a:lnTo>
                  <a:lnTo>
                    <a:pt x="128" y="95"/>
                  </a:lnTo>
                  <a:lnTo>
                    <a:pt x="122" y="101"/>
                  </a:lnTo>
                  <a:lnTo>
                    <a:pt x="122" y="101"/>
                  </a:lnTo>
                  <a:lnTo>
                    <a:pt x="118" y="104"/>
                  </a:lnTo>
                  <a:lnTo>
                    <a:pt x="118" y="104"/>
                  </a:lnTo>
                  <a:lnTo>
                    <a:pt x="116" y="107"/>
                  </a:lnTo>
                  <a:lnTo>
                    <a:pt x="114" y="109"/>
                  </a:lnTo>
                  <a:lnTo>
                    <a:pt x="113" y="107"/>
                  </a:lnTo>
                  <a:lnTo>
                    <a:pt x="113" y="107"/>
                  </a:lnTo>
                  <a:lnTo>
                    <a:pt x="112" y="105"/>
                  </a:lnTo>
                  <a:lnTo>
                    <a:pt x="111" y="105"/>
                  </a:lnTo>
                  <a:lnTo>
                    <a:pt x="109" y="105"/>
                  </a:lnTo>
                  <a:lnTo>
                    <a:pt x="109" y="105"/>
                  </a:lnTo>
                  <a:lnTo>
                    <a:pt x="109" y="109"/>
                  </a:lnTo>
                  <a:lnTo>
                    <a:pt x="108" y="112"/>
                  </a:lnTo>
                  <a:lnTo>
                    <a:pt x="107" y="116"/>
                  </a:lnTo>
                  <a:lnTo>
                    <a:pt x="106" y="119"/>
                  </a:lnTo>
                  <a:lnTo>
                    <a:pt x="106" y="119"/>
                  </a:lnTo>
                  <a:lnTo>
                    <a:pt x="104" y="119"/>
                  </a:lnTo>
                  <a:lnTo>
                    <a:pt x="103" y="119"/>
                  </a:lnTo>
                  <a:lnTo>
                    <a:pt x="102" y="117"/>
                  </a:lnTo>
                  <a:lnTo>
                    <a:pt x="101" y="119"/>
                  </a:lnTo>
                  <a:lnTo>
                    <a:pt x="101" y="119"/>
                  </a:lnTo>
                  <a:lnTo>
                    <a:pt x="101" y="121"/>
                  </a:lnTo>
                  <a:lnTo>
                    <a:pt x="100" y="122"/>
                  </a:lnTo>
                  <a:lnTo>
                    <a:pt x="97" y="122"/>
                  </a:lnTo>
                  <a:lnTo>
                    <a:pt x="97" y="122"/>
                  </a:lnTo>
                  <a:lnTo>
                    <a:pt x="91" y="120"/>
                  </a:lnTo>
                  <a:lnTo>
                    <a:pt x="88" y="119"/>
                  </a:lnTo>
                  <a:lnTo>
                    <a:pt x="87" y="119"/>
                  </a:lnTo>
                  <a:lnTo>
                    <a:pt x="87" y="120"/>
                  </a:lnTo>
                  <a:lnTo>
                    <a:pt x="87" y="120"/>
                  </a:lnTo>
                  <a:lnTo>
                    <a:pt x="88" y="123"/>
                  </a:lnTo>
                  <a:lnTo>
                    <a:pt x="90" y="126"/>
                  </a:lnTo>
                  <a:lnTo>
                    <a:pt x="88" y="127"/>
                  </a:lnTo>
                  <a:lnTo>
                    <a:pt x="88" y="127"/>
                  </a:lnTo>
                  <a:lnTo>
                    <a:pt x="87" y="128"/>
                  </a:lnTo>
                  <a:lnTo>
                    <a:pt x="86" y="128"/>
                  </a:lnTo>
                  <a:lnTo>
                    <a:pt x="84" y="128"/>
                  </a:lnTo>
                  <a:lnTo>
                    <a:pt x="84" y="128"/>
                  </a:lnTo>
                  <a:lnTo>
                    <a:pt x="81" y="130"/>
                  </a:lnTo>
                  <a:lnTo>
                    <a:pt x="79" y="131"/>
                  </a:lnTo>
                  <a:lnTo>
                    <a:pt x="79" y="131"/>
                  </a:lnTo>
                  <a:lnTo>
                    <a:pt x="76" y="132"/>
                  </a:lnTo>
                  <a:lnTo>
                    <a:pt x="75" y="133"/>
                  </a:lnTo>
                  <a:lnTo>
                    <a:pt x="75" y="133"/>
                  </a:lnTo>
                  <a:lnTo>
                    <a:pt x="76" y="135"/>
                  </a:lnTo>
                  <a:lnTo>
                    <a:pt x="77" y="136"/>
                  </a:lnTo>
                  <a:lnTo>
                    <a:pt x="80" y="136"/>
                  </a:lnTo>
                  <a:lnTo>
                    <a:pt x="80" y="137"/>
                  </a:lnTo>
                  <a:lnTo>
                    <a:pt x="80" y="137"/>
                  </a:lnTo>
                  <a:lnTo>
                    <a:pt x="80" y="138"/>
                  </a:lnTo>
                  <a:lnTo>
                    <a:pt x="77" y="138"/>
                  </a:lnTo>
                  <a:lnTo>
                    <a:pt x="74" y="139"/>
                  </a:lnTo>
                  <a:lnTo>
                    <a:pt x="74" y="139"/>
                  </a:lnTo>
                  <a:lnTo>
                    <a:pt x="72" y="139"/>
                  </a:lnTo>
                  <a:lnTo>
                    <a:pt x="72" y="142"/>
                  </a:lnTo>
                  <a:lnTo>
                    <a:pt x="74" y="148"/>
                  </a:lnTo>
                  <a:lnTo>
                    <a:pt x="74" y="148"/>
                  </a:lnTo>
                  <a:lnTo>
                    <a:pt x="72" y="149"/>
                  </a:lnTo>
                  <a:lnTo>
                    <a:pt x="71" y="151"/>
                  </a:lnTo>
                  <a:lnTo>
                    <a:pt x="69" y="152"/>
                  </a:lnTo>
                  <a:lnTo>
                    <a:pt x="69" y="152"/>
                  </a:lnTo>
                  <a:lnTo>
                    <a:pt x="65" y="152"/>
                  </a:lnTo>
                  <a:lnTo>
                    <a:pt x="64" y="152"/>
                  </a:lnTo>
                  <a:lnTo>
                    <a:pt x="64" y="153"/>
                  </a:lnTo>
                  <a:lnTo>
                    <a:pt x="64" y="153"/>
                  </a:lnTo>
                  <a:lnTo>
                    <a:pt x="66" y="155"/>
                  </a:lnTo>
                  <a:lnTo>
                    <a:pt x="66" y="157"/>
                  </a:lnTo>
                  <a:lnTo>
                    <a:pt x="65" y="158"/>
                  </a:lnTo>
                  <a:lnTo>
                    <a:pt x="65" y="158"/>
                  </a:lnTo>
                  <a:lnTo>
                    <a:pt x="60" y="158"/>
                  </a:lnTo>
                  <a:lnTo>
                    <a:pt x="58" y="159"/>
                  </a:lnTo>
                  <a:lnTo>
                    <a:pt x="59" y="160"/>
                  </a:lnTo>
                  <a:lnTo>
                    <a:pt x="59" y="160"/>
                  </a:lnTo>
                  <a:lnTo>
                    <a:pt x="61" y="164"/>
                  </a:lnTo>
                  <a:lnTo>
                    <a:pt x="63" y="168"/>
                  </a:lnTo>
                  <a:lnTo>
                    <a:pt x="63" y="168"/>
                  </a:lnTo>
                  <a:lnTo>
                    <a:pt x="61" y="168"/>
                  </a:lnTo>
                  <a:lnTo>
                    <a:pt x="60" y="168"/>
                  </a:lnTo>
                  <a:lnTo>
                    <a:pt x="59" y="167"/>
                  </a:lnTo>
                  <a:lnTo>
                    <a:pt x="58" y="168"/>
                  </a:lnTo>
                  <a:lnTo>
                    <a:pt x="58" y="168"/>
                  </a:lnTo>
                  <a:lnTo>
                    <a:pt x="59" y="171"/>
                  </a:lnTo>
                  <a:lnTo>
                    <a:pt x="60" y="173"/>
                  </a:lnTo>
                  <a:lnTo>
                    <a:pt x="60" y="174"/>
                  </a:lnTo>
                  <a:lnTo>
                    <a:pt x="60" y="174"/>
                  </a:lnTo>
                  <a:lnTo>
                    <a:pt x="58" y="175"/>
                  </a:lnTo>
                  <a:lnTo>
                    <a:pt x="54" y="175"/>
                  </a:lnTo>
                  <a:lnTo>
                    <a:pt x="49" y="174"/>
                  </a:lnTo>
                  <a:lnTo>
                    <a:pt x="49" y="174"/>
                  </a:lnTo>
                  <a:lnTo>
                    <a:pt x="49" y="175"/>
                  </a:lnTo>
                  <a:lnTo>
                    <a:pt x="50" y="176"/>
                  </a:lnTo>
                  <a:lnTo>
                    <a:pt x="53" y="179"/>
                  </a:lnTo>
                  <a:lnTo>
                    <a:pt x="53" y="179"/>
                  </a:lnTo>
                  <a:lnTo>
                    <a:pt x="54" y="180"/>
                  </a:lnTo>
                  <a:lnTo>
                    <a:pt x="53" y="184"/>
                  </a:lnTo>
                  <a:lnTo>
                    <a:pt x="52" y="189"/>
                  </a:lnTo>
                  <a:lnTo>
                    <a:pt x="52" y="189"/>
                  </a:lnTo>
                  <a:lnTo>
                    <a:pt x="50" y="192"/>
                  </a:lnTo>
                  <a:lnTo>
                    <a:pt x="48" y="194"/>
                  </a:lnTo>
                  <a:lnTo>
                    <a:pt x="47" y="19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6" name="Freeform 1485"/>
            <p:cNvSpPr>
              <a:spLocks/>
            </p:cNvSpPr>
            <p:nvPr/>
          </p:nvSpPr>
          <p:spPr bwMode="gray">
            <a:xfrm>
              <a:off x="3930368" y="2360685"/>
              <a:ext cx="24791" cy="37699"/>
            </a:xfrm>
            <a:custGeom>
              <a:avLst/>
              <a:gdLst>
                <a:gd name="T0" fmla="*/ 9 w 10"/>
                <a:gd name="T1" fmla="*/ 15 h 15"/>
                <a:gd name="T2" fmla="*/ 9 w 10"/>
                <a:gd name="T3" fmla="*/ 15 h 15"/>
                <a:gd name="T4" fmla="*/ 8 w 10"/>
                <a:gd name="T5" fmla="*/ 15 h 15"/>
                <a:gd name="T6" fmla="*/ 6 w 10"/>
                <a:gd name="T7" fmla="*/ 14 h 15"/>
                <a:gd name="T8" fmla="*/ 5 w 10"/>
                <a:gd name="T9" fmla="*/ 12 h 15"/>
                <a:gd name="T10" fmla="*/ 4 w 10"/>
                <a:gd name="T11" fmla="*/ 8 h 15"/>
                <a:gd name="T12" fmla="*/ 3 w 10"/>
                <a:gd name="T13" fmla="*/ 7 h 15"/>
                <a:gd name="T14" fmla="*/ 3 w 10"/>
                <a:gd name="T15" fmla="*/ 7 h 15"/>
                <a:gd name="T16" fmla="*/ 0 w 10"/>
                <a:gd name="T17" fmla="*/ 4 h 15"/>
                <a:gd name="T18" fmla="*/ 0 w 10"/>
                <a:gd name="T19" fmla="*/ 3 h 15"/>
                <a:gd name="T20" fmla="*/ 0 w 10"/>
                <a:gd name="T21" fmla="*/ 0 h 15"/>
                <a:gd name="T22" fmla="*/ 2 w 10"/>
                <a:gd name="T23" fmla="*/ 0 h 15"/>
                <a:gd name="T24" fmla="*/ 2 w 10"/>
                <a:gd name="T25" fmla="*/ 0 h 15"/>
                <a:gd name="T26" fmla="*/ 6 w 10"/>
                <a:gd name="T27" fmla="*/ 2 h 15"/>
                <a:gd name="T28" fmla="*/ 8 w 10"/>
                <a:gd name="T29" fmla="*/ 3 h 15"/>
                <a:gd name="T30" fmla="*/ 8 w 10"/>
                <a:gd name="T31" fmla="*/ 4 h 15"/>
                <a:gd name="T32" fmla="*/ 8 w 10"/>
                <a:gd name="T33" fmla="*/ 4 h 15"/>
                <a:gd name="T34" fmla="*/ 9 w 10"/>
                <a:gd name="T35" fmla="*/ 10 h 15"/>
                <a:gd name="T36" fmla="*/ 10 w 10"/>
                <a:gd name="T37" fmla="*/ 14 h 15"/>
                <a:gd name="T38" fmla="*/ 9 w 10"/>
                <a:gd name="T39" fmla="*/ 15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0" h="15">
                  <a:moveTo>
                    <a:pt x="9" y="15"/>
                  </a:moveTo>
                  <a:lnTo>
                    <a:pt x="9" y="15"/>
                  </a:lnTo>
                  <a:lnTo>
                    <a:pt x="8" y="15"/>
                  </a:lnTo>
                  <a:lnTo>
                    <a:pt x="6" y="14"/>
                  </a:lnTo>
                  <a:lnTo>
                    <a:pt x="5" y="12"/>
                  </a:lnTo>
                  <a:lnTo>
                    <a:pt x="4" y="8"/>
                  </a:lnTo>
                  <a:lnTo>
                    <a:pt x="3" y="7"/>
                  </a:lnTo>
                  <a:lnTo>
                    <a:pt x="3" y="7"/>
                  </a:lnTo>
                  <a:lnTo>
                    <a:pt x="0" y="4"/>
                  </a:lnTo>
                  <a:lnTo>
                    <a:pt x="0" y="3"/>
                  </a:lnTo>
                  <a:lnTo>
                    <a:pt x="0" y="0"/>
                  </a:lnTo>
                  <a:lnTo>
                    <a:pt x="2" y="0"/>
                  </a:lnTo>
                  <a:lnTo>
                    <a:pt x="2" y="0"/>
                  </a:lnTo>
                  <a:lnTo>
                    <a:pt x="6" y="2"/>
                  </a:lnTo>
                  <a:lnTo>
                    <a:pt x="8" y="3"/>
                  </a:lnTo>
                  <a:lnTo>
                    <a:pt x="8" y="4"/>
                  </a:lnTo>
                  <a:lnTo>
                    <a:pt x="8" y="4"/>
                  </a:lnTo>
                  <a:lnTo>
                    <a:pt x="9" y="10"/>
                  </a:lnTo>
                  <a:lnTo>
                    <a:pt x="10" y="14"/>
                  </a:lnTo>
                  <a:lnTo>
                    <a:pt x="9" y="1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7" name="Freeform 1457"/>
            <p:cNvSpPr>
              <a:spLocks/>
            </p:cNvSpPr>
            <p:nvPr/>
          </p:nvSpPr>
          <p:spPr bwMode="gray">
            <a:xfrm>
              <a:off x="4136134" y="2451165"/>
              <a:ext cx="57019" cy="77912"/>
            </a:xfrm>
            <a:custGeom>
              <a:avLst/>
              <a:gdLst>
                <a:gd name="T0" fmla="*/ 16 w 23"/>
                <a:gd name="T1" fmla="*/ 31 h 31"/>
                <a:gd name="T2" fmla="*/ 16 w 23"/>
                <a:gd name="T3" fmla="*/ 31 h 31"/>
                <a:gd name="T4" fmla="*/ 13 w 23"/>
                <a:gd name="T5" fmla="*/ 31 h 31"/>
                <a:gd name="T6" fmla="*/ 12 w 23"/>
                <a:gd name="T7" fmla="*/ 28 h 31"/>
                <a:gd name="T8" fmla="*/ 11 w 23"/>
                <a:gd name="T9" fmla="*/ 26 h 31"/>
                <a:gd name="T10" fmla="*/ 8 w 23"/>
                <a:gd name="T11" fmla="*/ 25 h 31"/>
                <a:gd name="T12" fmla="*/ 8 w 23"/>
                <a:gd name="T13" fmla="*/ 25 h 31"/>
                <a:gd name="T14" fmla="*/ 5 w 23"/>
                <a:gd name="T15" fmla="*/ 22 h 31"/>
                <a:gd name="T16" fmla="*/ 1 w 23"/>
                <a:gd name="T17" fmla="*/ 19 h 31"/>
                <a:gd name="T18" fmla="*/ 0 w 23"/>
                <a:gd name="T19" fmla="*/ 14 h 31"/>
                <a:gd name="T20" fmla="*/ 0 w 23"/>
                <a:gd name="T21" fmla="*/ 11 h 31"/>
                <a:gd name="T22" fmla="*/ 0 w 23"/>
                <a:gd name="T23" fmla="*/ 11 h 31"/>
                <a:gd name="T24" fmla="*/ 3 w 23"/>
                <a:gd name="T25" fmla="*/ 4 h 31"/>
                <a:gd name="T26" fmla="*/ 6 w 23"/>
                <a:gd name="T27" fmla="*/ 0 h 31"/>
                <a:gd name="T28" fmla="*/ 6 w 23"/>
                <a:gd name="T29" fmla="*/ 0 h 31"/>
                <a:gd name="T30" fmla="*/ 7 w 23"/>
                <a:gd name="T31" fmla="*/ 1 h 31"/>
                <a:gd name="T32" fmla="*/ 7 w 23"/>
                <a:gd name="T33" fmla="*/ 1 h 31"/>
                <a:gd name="T34" fmla="*/ 11 w 23"/>
                <a:gd name="T35" fmla="*/ 6 h 31"/>
                <a:gd name="T36" fmla="*/ 16 w 23"/>
                <a:gd name="T37" fmla="*/ 12 h 31"/>
                <a:gd name="T38" fmla="*/ 16 w 23"/>
                <a:gd name="T39" fmla="*/ 12 h 31"/>
                <a:gd name="T40" fmla="*/ 21 w 23"/>
                <a:gd name="T41" fmla="*/ 17 h 31"/>
                <a:gd name="T42" fmla="*/ 23 w 23"/>
                <a:gd name="T43" fmla="*/ 22 h 31"/>
                <a:gd name="T44" fmla="*/ 23 w 23"/>
                <a:gd name="T45" fmla="*/ 22 h 31"/>
                <a:gd name="T46" fmla="*/ 23 w 23"/>
                <a:gd name="T47" fmla="*/ 26 h 31"/>
                <a:gd name="T48" fmla="*/ 23 w 23"/>
                <a:gd name="T49" fmla="*/ 28 h 31"/>
                <a:gd name="T50" fmla="*/ 21 w 23"/>
                <a:gd name="T51" fmla="*/ 31 h 31"/>
                <a:gd name="T52" fmla="*/ 16 w 23"/>
                <a:gd name="T53" fmla="*/ 31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3" h="31">
                  <a:moveTo>
                    <a:pt x="16" y="31"/>
                  </a:moveTo>
                  <a:lnTo>
                    <a:pt x="16" y="31"/>
                  </a:lnTo>
                  <a:lnTo>
                    <a:pt x="13" y="31"/>
                  </a:lnTo>
                  <a:lnTo>
                    <a:pt x="12" y="28"/>
                  </a:lnTo>
                  <a:lnTo>
                    <a:pt x="11" y="26"/>
                  </a:lnTo>
                  <a:lnTo>
                    <a:pt x="8" y="25"/>
                  </a:lnTo>
                  <a:lnTo>
                    <a:pt x="8" y="25"/>
                  </a:lnTo>
                  <a:lnTo>
                    <a:pt x="5" y="22"/>
                  </a:lnTo>
                  <a:lnTo>
                    <a:pt x="1" y="19"/>
                  </a:lnTo>
                  <a:lnTo>
                    <a:pt x="0" y="14"/>
                  </a:lnTo>
                  <a:lnTo>
                    <a:pt x="0" y="11"/>
                  </a:lnTo>
                  <a:lnTo>
                    <a:pt x="0" y="11"/>
                  </a:lnTo>
                  <a:lnTo>
                    <a:pt x="3" y="4"/>
                  </a:lnTo>
                  <a:lnTo>
                    <a:pt x="6" y="0"/>
                  </a:lnTo>
                  <a:lnTo>
                    <a:pt x="6" y="0"/>
                  </a:lnTo>
                  <a:lnTo>
                    <a:pt x="7" y="1"/>
                  </a:lnTo>
                  <a:lnTo>
                    <a:pt x="7" y="1"/>
                  </a:lnTo>
                  <a:lnTo>
                    <a:pt x="11" y="6"/>
                  </a:lnTo>
                  <a:lnTo>
                    <a:pt x="16" y="12"/>
                  </a:lnTo>
                  <a:lnTo>
                    <a:pt x="16" y="12"/>
                  </a:lnTo>
                  <a:lnTo>
                    <a:pt x="21" y="17"/>
                  </a:lnTo>
                  <a:lnTo>
                    <a:pt x="23" y="22"/>
                  </a:lnTo>
                  <a:lnTo>
                    <a:pt x="23" y="22"/>
                  </a:lnTo>
                  <a:lnTo>
                    <a:pt x="23" y="26"/>
                  </a:lnTo>
                  <a:lnTo>
                    <a:pt x="23" y="28"/>
                  </a:lnTo>
                  <a:lnTo>
                    <a:pt x="21" y="31"/>
                  </a:lnTo>
                  <a:lnTo>
                    <a:pt x="16" y="3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8" name="Freeform 1451"/>
            <p:cNvSpPr>
              <a:spLocks/>
            </p:cNvSpPr>
            <p:nvPr/>
          </p:nvSpPr>
          <p:spPr bwMode="gray">
            <a:xfrm>
              <a:off x="5370730" y="1737385"/>
              <a:ext cx="59498" cy="32673"/>
            </a:xfrm>
            <a:custGeom>
              <a:avLst/>
              <a:gdLst>
                <a:gd name="T0" fmla="*/ 20 w 24"/>
                <a:gd name="T1" fmla="*/ 11 h 13"/>
                <a:gd name="T2" fmla="*/ 20 w 24"/>
                <a:gd name="T3" fmla="*/ 11 h 13"/>
                <a:gd name="T4" fmla="*/ 7 w 24"/>
                <a:gd name="T5" fmla="*/ 12 h 13"/>
                <a:gd name="T6" fmla="*/ 2 w 24"/>
                <a:gd name="T7" fmla="*/ 13 h 13"/>
                <a:gd name="T8" fmla="*/ 0 w 24"/>
                <a:gd name="T9" fmla="*/ 12 h 13"/>
                <a:gd name="T10" fmla="*/ 0 w 24"/>
                <a:gd name="T11" fmla="*/ 11 h 13"/>
                <a:gd name="T12" fmla="*/ 0 w 24"/>
                <a:gd name="T13" fmla="*/ 11 h 13"/>
                <a:gd name="T14" fmla="*/ 4 w 24"/>
                <a:gd name="T15" fmla="*/ 6 h 13"/>
                <a:gd name="T16" fmla="*/ 5 w 24"/>
                <a:gd name="T17" fmla="*/ 5 h 13"/>
                <a:gd name="T18" fmla="*/ 8 w 24"/>
                <a:gd name="T19" fmla="*/ 5 h 13"/>
                <a:gd name="T20" fmla="*/ 8 w 24"/>
                <a:gd name="T21" fmla="*/ 5 h 13"/>
                <a:gd name="T22" fmla="*/ 11 w 24"/>
                <a:gd name="T23" fmla="*/ 5 h 13"/>
                <a:gd name="T24" fmla="*/ 16 w 24"/>
                <a:gd name="T25" fmla="*/ 3 h 13"/>
                <a:gd name="T26" fmla="*/ 23 w 24"/>
                <a:gd name="T27" fmla="*/ 0 h 13"/>
                <a:gd name="T28" fmla="*/ 23 w 24"/>
                <a:gd name="T29" fmla="*/ 0 h 13"/>
                <a:gd name="T30" fmla="*/ 24 w 24"/>
                <a:gd name="T31" fmla="*/ 0 h 13"/>
                <a:gd name="T32" fmla="*/ 24 w 24"/>
                <a:gd name="T33" fmla="*/ 1 h 13"/>
                <a:gd name="T34" fmla="*/ 24 w 24"/>
                <a:gd name="T35" fmla="*/ 5 h 13"/>
                <a:gd name="T36" fmla="*/ 23 w 24"/>
                <a:gd name="T37" fmla="*/ 8 h 13"/>
                <a:gd name="T38" fmla="*/ 21 w 24"/>
                <a:gd name="T39" fmla="*/ 10 h 13"/>
                <a:gd name="T40" fmla="*/ 20 w 24"/>
                <a:gd name="T41" fmla="*/ 11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4" h="13">
                  <a:moveTo>
                    <a:pt x="20" y="11"/>
                  </a:moveTo>
                  <a:lnTo>
                    <a:pt x="20" y="11"/>
                  </a:lnTo>
                  <a:lnTo>
                    <a:pt x="7" y="12"/>
                  </a:lnTo>
                  <a:lnTo>
                    <a:pt x="2" y="13"/>
                  </a:lnTo>
                  <a:lnTo>
                    <a:pt x="0" y="12"/>
                  </a:lnTo>
                  <a:lnTo>
                    <a:pt x="0" y="11"/>
                  </a:lnTo>
                  <a:lnTo>
                    <a:pt x="0" y="11"/>
                  </a:lnTo>
                  <a:lnTo>
                    <a:pt x="4" y="6"/>
                  </a:lnTo>
                  <a:lnTo>
                    <a:pt x="5" y="5"/>
                  </a:lnTo>
                  <a:lnTo>
                    <a:pt x="8" y="5"/>
                  </a:lnTo>
                  <a:lnTo>
                    <a:pt x="8" y="5"/>
                  </a:lnTo>
                  <a:lnTo>
                    <a:pt x="11" y="5"/>
                  </a:lnTo>
                  <a:lnTo>
                    <a:pt x="16" y="3"/>
                  </a:lnTo>
                  <a:lnTo>
                    <a:pt x="23" y="0"/>
                  </a:lnTo>
                  <a:lnTo>
                    <a:pt x="23" y="0"/>
                  </a:lnTo>
                  <a:lnTo>
                    <a:pt x="24" y="0"/>
                  </a:lnTo>
                  <a:lnTo>
                    <a:pt x="24" y="1"/>
                  </a:lnTo>
                  <a:lnTo>
                    <a:pt x="24" y="5"/>
                  </a:lnTo>
                  <a:lnTo>
                    <a:pt x="23" y="8"/>
                  </a:lnTo>
                  <a:lnTo>
                    <a:pt x="21" y="10"/>
                  </a:lnTo>
                  <a:lnTo>
                    <a:pt x="20" y="1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29" name="Freeform 1453"/>
            <p:cNvSpPr>
              <a:spLocks/>
            </p:cNvSpPr>
            <p:nvPr/>
          </p:nvSpPr>
          <p:spPr bwMode="gray">
            <a:xfrm>
              <a:off x="5368249" y="1636852"/>
              <a:ext cx="47103" cy="35187"/>
            </a:xfrm>
            <a:custGeom>
              <a:avLst/>
              <a:gdLst>
                <a:gd name="T0" fmla="*/ 14 w 19"/>
                <a:gd name="T1" fmla="*/ 13 h 14"/>
                <a:gd name="T2" fmla="*/ 14 w 19"/>
                <a:gd name="T3" fmla="*/ 13 h 14"/>
                <a:gd name="T4" fmla="*/ 5 w 19"/>
                <a:gd name="T5" fmla="*/ 14 h 14"/>
                <a:gd name="T6" fmla="*/ 0 w 19"/>
                <a:gd name="T7" fmla="*/ 14 h 14"/>
                <a:gd name="T8" fmla="*/ 0 w 19"/>
                <a:gd name="T9" fmla="*/ 14 h 14"/>
                <a:gd name="T10" fmla="*/ 0 w 19"/>
                <a:gd name="T11" fmla="*/ 13 h 14"/>
                <a:gd name="T12" fmla="*/ 0 w 19"/>
                <a:gd name="T13" fmla="*/ 13 h 14"/>
                <a:gd name="T14" fmla="*/ 4 w 19"/>
                <a:gd name="T15" fmla="*/ 11 h 14"/>
                <a:gd name="T16" fmla="*/ 6 w 19"/>
                <a:gd name="T17" fmla="*/ 10 h 14"/>
                <a:gd name="T18" fmla="*/ 9 w 19"/>
                <a:gd name="T19" fmla="*/ 9 h 14"/>
                <a:gd name="T20" fmla="*/ 12 w 19"/>
                <a:gd name="T21" fmla="*/ 6 h 14"/>
                <a:gd name="T22" fmla="*/ 12 w 19"/>
                <a:gd name="T23" fmla="*/ 6 h 14"/>
                <a:gd name="T24" fmla="*/ 17 w 19"/>
                <a:gd name="T25" fmla="*/ 2 h 14"/>
                <a:gd name="T26" fmla="*/ 19 w 19"/>
                <a:gd name="T27" fmla="*/ 0 h 14"/>
                <a:gd name="T28" fmla="*/ 19 w 19"/>
                <a:gd name="T29" fmla="*/ 2 h 14"/>
                <a:gd name="T30" fmla="*/ 19 w 19"/>
                <a:gd name="T31" fmla="*/ 2 h 14"/>
                <a:gd name="T32" fmla="*/ 17 w 19"/>
                <a:gd name="T33" fmla="*/ 8 h 14"/>
                <a:gd name="T34" fmla="*/ 16 w 19"/>
                <a:gd name="T35" fmla="*/ 11 h 14"/>
                <a:gd name="T36" fmla="*/ 14 w 19"/>
                <a:gd name="T37" fmla="*/ 1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 h="14">
                  <a:moveTo>
                    <a:pt x="14" y="13"/>
                  </a:moveTo>
                  <a:lnTo>
                    <a:pt x="14" y="13"/>
                  </a:lnTo>
                  <a:lnTo>
                    <a:pt x="5" y="14"/>
                  </a:lnTo>
                  <a:lnTo>
                    <a:pt x="0" y="14"/>
                  </a:lnTo>
                  <a:lnTo>
                    <a:pt x="0" y="14"/>
                  </a:lnTo>
                  <a:lnTo>
                    <a:pt x="0" y="13"/>
                  </a:lnTo>
                  <a:lnTo>
                    <a:pt x="0" y="13"/>
                  </a:lnTo>
                  <a:lnTo>
                    <a:pt x="4" y="11"/>
                  </a:lnTo>
                  <a:lnTo>
                    <a:pt x="6" y="10"/>
                  </a:lnTo>
                  <a:lnTo>
                    <a:pt x="9" y="9"/>
                  </a:lnTo>
                  <a:lnTo>
                    <a:pt x="12" y="6"/>
                  </a:lnTo>
                  <a:lnTo>
                    <a:pt x="12" y="6"/>
                  </a:lnTo>
                  <a:lnTo>
                    <a:pt x="17" y="2"/>
                  </a:lnTo>
                  <a:lnTo>
                    <a:pt x="19" y="0"/>
                  </a:lnTo>
                  <a:lnTo>
                    <a:pt x="19" y="2"/>
                  </a:lnTo>
                  <a:lnTo>
                    <a:pt x="19" y="2"/>
                  </a:lnTo>
                  <a:lnTo>
                    <a:pt x="17" y="8"/>
                  </a:lnTo>
                  <a:lnTo>
                    <a:pt x="16" y="11"/>
                  </a:lnTo>
                  <a:lnTo>
                    <a:pt x="14" y="1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0" name="Freeform 1459"/>
            <p:cNvSpPr>
              <a:spLocks/>
            </p:cNvSpPr>
            <p:nvPr/>
          </p:nvSpPr>
          <p:spPr bwMode="gray">
            <a:xfrm>
              <a:off x="4532791" y="2114380"/>
              <a:ext cx="54541" cy="67859"/>
            </a:xfrm>
            <a:custGeom>
              <a:avLst/>
              <a:gdLst>
                <a:gd name="T0" fmla="*/ 12 w 22"/>
                <a:gd name="T1" fmla="*/ 25 h 27"/>
                <a:gd name="T2" fmla="*/ 12 w 22"/>
                <a:gd name="T3" fmla="*/ 25 h 27"/>
                <a:gd name="T4" fmla="*/ 10 w 22"/>
                <a:gd name="T5" fmla="*/ 23 h 27"/>
                <a:gd name="T6" fmla="*/ 8 w 22"/>
                <a:gd name="T7" fmla="*/ 22 h 27"/>
                <a:gd name="T8" fmla="*/ 6 w 22"/>
                <a:gd name="T9" fmla="*/ 21 h 27"/>
                <a:gd name="T10" fmla="*/ 5 w 22"/>
                <a:gd name="T11" fmla="*/ 22 h 27"/>
                <a:gd name="T12" fmla="*/ 5 w 22"/>
                <a:gd name="T13" fmla="*/ 22 h 27"/>
                <a:gd name="T14" fmla="*/ 2 w 22"/>
                <a:gd name="T15" fmla="*/ 27 h 27"/>
                <a:gd name="T16" fmla="*/ 1 w 22"/>
                <a:gd name="T17" fmla="*/ 27 h 27"/>
                <a:gd name="T18" fmla="*/ 0 w 22"/>
                <a:gd name="T19" fmla="*/ 26 h 27"/>
                <a:gd name="T20" fmla="*/ 0 w 22"/>
                <a:gd name="T21" fmla="*/ 26 h 27"/>
                <a:gd name="T22" fmla="*/ 0 w 22"/>
                <a:gd name="T23" fmla="*/ 21 h 27"/>
                <a:gd name="T24" fmla="*/ 0 w 22"/>
                <a:gd name="T25" fmla="*/ 15 h 27"/>
                <a:gd name="T26" fmla="*/ 1 w 22"/>
                <a:gd name="T27" fmla="*/ 10 h 27"/>
                <a:gd name="T28" fmla="*/ 4 w 22"/>
                <a:gd name="T29" fmla="*/ 6 h 27"/>
                <a:gd name="T30" fmla="*/ 4 w 22"/>
                <a:gd name="T31" fmla="*/ 6 h 27"/>
                <a:gd name="T32" fmla="*/ 8 w 22"/>
                <a:gd name="T33" fmla="*/ 1 h 27"/>
                <a:gd name="T34" fmla="*/ 12 w 22"/>
                <a:gd name="T35" fmla="*/ 0 h 27"/>
                <a:gd name="T36" fmla="*/ 15 w 22"/>
                <a:gd name="T37" fmla="*/ 1 h 27"/>
                <a:gd name="T38" fmla="*/ 15 w 22"/>
                <a:gd name="T39" fmla="*/ 1 h 27"/>
                <a:gd name="T40" fmla="*/ 18 w 22"/>
                <a:gd name="T41" fmla="*/ 5 h 27"/>
                <a:gd name="T42" fmla="*/ 21 w 22"/>
                <a:gd name="T43" fmla="*/ 10 h 27"/>
                <a:gd name="T44" fmla="*/ 21 w 22"/>
                <a:gd name="T45" fmla="*/ 10 h 27"/>
                <a:gd name="T46" fmla="*/ 22 w 22"/>
                <a:gd name="T47" fmla="*/ 13 h 27"/>
                <a:gd name="T48" fmla="*/ 21 w 22"/>
                <a:gd name="T49" fmla="*/ 18 h 27"/>
                <a:gd name="T50" fmla="*/ 20 w 22"/>
                <a:gd name="T51" fmla="*/ 21 h 27"/>
                <a:gd name="T52" fmla="*/ 18 w 22"/>
                <a:gd name="T53" fmla="*/ 22 h 27"/>
                <a:gd name="T54" fmla="*/ 16 w 22"/>
                <a:gd name="T55" fmla="*/ 23 h 27"/>
                <a:gd name="T56" fmla="*/ 12 w 22"/>
                <a:gd name="T57" fmla="*/ 25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2" h="27">
                  <a:moveTo>
                    <a:pt x="12" y="25"/>
                  </a:moveTo>
                  <a:lnTo>
                    <a:pt x="12" y="25"/>
                  </a:lnTo>
                  <a:lnTo>
                    <a:pt x="10" y="23"/>
                  </a:lnTo>
                  <a:lnTo>
                    <a:pt x="8" y="22"/>
                  </a:lnTo>
                  <a:lnTo>
                    <a:pt x="6" y="21"/>
                  </a:lnTo>
                  <a:lnTo>
                    <a:pt x="5" y="22"/>
                  </a:lnTo>
                  <a:lnTo>
                    <a:pt x="5" y="22"/>
                  </a:lnTo>
                  <a:lnTo>
                    <a:pt x="2" y="27"/>
                  </a:lnTo>
                  <a:lnTo>
                    <a:pt x="1" y="27"/>
                  </a:lnTo>
                  <a:lnTo>
                    <a:pt x="0" y="26"/>
                  </a:lnTo>
                  <a:lnTo>
                    <a:pt x="0" y="26"/>
                  </a:lnTo>
                  <a:lnTo>
                    <a:pt x="0" y="21"/>
                  </a:lnTo>
                  <a:lnTo>
                    <a:pt x="0" y="15"/>
                  </a:lnTo>
                  <a:lnTo>
                    <a:pt x="1" y="10"/>
                  </a:lnTo>
                  <a:lnTo>
                    <a:pt x="4" y="6"/>
                  </a:lnTo>
                  <a:lnTo>
                    <a:pt x="4" y="6"/>
                  </a:lnTo>
                  <a:lnTo>
                    <a:pt x="8" y="1"/>
                  </a:lnTo>
                  <a:lnTo>
                    <a:pt x="12" y="0"/>
                  </a:lnTo>
                  <a:lnTo>
                    <a:pt x="15" y="1"/>
                  </a:lnTo>
                  <a:lnTo>
                    <a:pt x="15" y="1"/>
                  </a:lnTo>
                  <a:lnTo>
                    <a:pt x="18" y="5"/>
                  </a:lnTo>
                  <a:lnTo>
                    <a:pt x="21" y="10"/>
                  </a:lnTo>
                  <a:lnTo>
                    <a:pt x="21" y="10"/>
                  </a:lnTo>
                  <a:lnTo>
                    <a:pt x="22" y="13"/>
                  </a:lnTo>
                  <a:lnTo>
                    <a:pt x="21" y="18"/>
                  </a:lnTo>
                  <a:lnTo>
                    <a:pt x="20" y="21"/>
                  </a:lnTo>
                  <a:lnTo>
                    <a:pt x="18" y="22"/>
                  </a:lnTo>
                  <a:lnTo>
                    <a:pt x="16" y="23"/>
                  </a:lnTo>
                  <a:lnTo>
                    <a:pt x="12" y="2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1" name="Freeform 1461"/>
            <p:cNvSpPr>
              <a:spLocks/>
            </p:cNvSpPr>
            <p:nvPr/>
          </p:nvSpPr>
          <p:spPr bwMode="gray">
            <a:xfrm>
              <a:off x="4671621" y="2144541"/>
              <a:ext cx="22312" cy="32673"/>
            </a:xfrm>
            <a:custGeom>
              <a:avLst/>
              <a:gdLst>
                <a:gd name="T0" fmla="*/ 5 w 9"/>
                <a:gd name="T1" fmla="*/ 13 h 13"/>
                <a:gd name="T2" fmla="*/ 5 w 9"/>
                <a:gd name="T3" fmla="*/ 13 h 13"/>
                <a:gd name="T4" fmla="*/ 4 w 9"/>
                <a:gd name="T5" fmla="*/ 13 h 13"/>
                <a:gd name="T6" fmla="*/ 3 w 9"/>
                <a:gd name="T7" fmla="*/ 13 h 13"/>
                <a:gd name="T8" fmla="*/ 0 w 9"/>
                <a:gd name="T9" fmla="*/ 9 h 13"/>
                <a:gd name="T10" fmla="*/ 0 w 9"/>
                <a:gd name="T11" fmla="*/ 5 h 13"/>
                <a:gd name="T12" fmla="*/ 2 w 9"/>
                <a:gd name="T13" fmla="*/ 3 h 13"/>
                <a:gd name="T14" fmla="*/ 2 w 9"/>
                <a:gd name="T15" fmla="*/ 3 h 13"/>
                <a:gd name="T16" fmla="*/ 4 w 9"/>
                <a:gd name="T17" fmla="*/ 0 h 13"/>
                <a:gd name="T18" fmla="*/ 5 w 9"/>
                <a:gd name="T19" fmla="*/ 0 h 13"/>
                <a:gd name="T20" fmla="*/ 8 w 9"/>
                <a:gd name="T21" fmla="*/ 0 h 13"/>
                <a:gd name="T22" fmla="*/ 9 w 9"/>
                <a:gd name="T23" fmla="*/ 1 h 13"/>
                <a:gd name="T24" fmla="*/ 9 w 9"/>
                <a:gd name="T25" fmla="*/ 1 h 13"/>
                <a:gd name="T26" fmla="*/ 9 w 9"/>
                <a:gd name="T27" fmla="*/ 5 h 13"/>
                <a:gd name="T28" fmla="*/ 8 w 9"/>
                <a:gd name="T29" fmla="*/ 8 h 13"/>
                <a:gd name="T30" fmla="*/ 7 w 9"/>
                <a:gd name="T31" fmla="*/ 10 h 13"/>
                <a:gd name="T32" fmla="*/ 5 w 9"/>
                <a:gd name="T33"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 h="13">
                  <a:moveTo>
                    <a:pt x="5" y="13"/>
                  </a:moveTo>
                  <a:lnTo>
                    <a:pt x="5" y="13"/>
                  </a:lnTo>
                  <a:lnTo>
                    <a:pt x="4" y="13"/>
                  </a:lnTo>
                  <a:lnTo>
                    <a:pt x="3" y="13"/>
                  </a:lnTo>
                  <a:lnTo>
                    <a:pt x="0" y="9"/>
                  </a:lnTo>
                  <a:lnTo>
                    <a:pt x="0" y="5"/>
                  </a:lnTo>
                  <a:lnTo>
                    <a:pt x="2" y="3"/>
                  </a:lnTo>
                  <a:lnTo>
                    <a:pt x="2" y="3"/>
                  </a:lnTo>
                  <a:lnTo>
                    <a:pt x="4" y="0"/>
                  </a:lnTo>
                  <a:lnTo>
                    <a:pt x="5" y="0"/>
                  </a:lnTo>
                  <a:lnTo>
                    <a:pt x="8" y="0"/>
                  </a:lnTo>
                  <a:lnTo>
                    <a:pt x="9" y="1"/>
                  </a:lnTo>
                  <a:lnTo>
                    <a:pt x="9" y="1"/>
                  </a:lnTo>
                  <a:lnTo>
                    <a:pt x="9" y="5"/>
                  </a:lnTo>
                  <a:lnTo>
                    <a:pt x="8" y="8"/>
                  </a:lnTo>
                  <a:lnTo>
                    <a:pt x="7" y="10"/>
                  </a:lnTo>
                  <a:lnTo>
                    <a:pt x="5" y="1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2" name="Freeform 1463"/>
            <p:cNvSpPr>
              <a:spLocks/>
            </p:cNvSpPr>
            <p:nvPr/>
          </p:nvSpPr>
          <p:spPr bwMode="gray">
            <a:xfrm>
              <a:off x="4775743" y="2169675"/>
              <a:ext cx="27271" cy="30160"/>
            </a:xfrm>
            <a:custGeom>
              <a:avLst/>
              <a:gdLst>
                <a:gd name="T0" fmla="*/ 9 w 11"/>
                <a:gd name="T1" fmla="*/ 12 h 12"/>
                <a:gd name="T2" fmla="*/ 9 w 11"/>
                <a:gd name="T3" fmla="*/ 12 h 12"/>
                <a:gd name="T4" fmla="*/ 3 w 11"/>
                <a:gd name="T5" fmla="*/ 11 h 12"/>
                <a:gd name="T6" fmla="*/ 2 w 11"/>
                <a:gd name="T7" fmla="*/ 10 h 12"/>
                <a:gd name="T8" fmla="*/ 0 w 11"/>
                <a:gd name="T9" fmla="*/ 9 h 12"/>
                <a:gd name="T10" fmla="*/ 0 w 11"/>
                <a:gd name="T11" fmla="*/ 9 h 12"/>
                <a:gd name="T12" fmla="*/ 0 w 11"/>
                <a:gd name="T13" fmla="*/ 5 h 12"/>
                <a:gd name="T14" fmla="*/ 3 w 11"/>
                <a:gd name="T15" fmla="*/ 3 h 12"/>
                <a:gd name="T16" fmla="*/ 4 w 11"/>
                <a:gd name="T17" fmla="*/ 0 h 12"/>
                <a:gd name="T18" fmla="*/ 6 w 11"/>
                <a:gd name="T19" fmla="*/ 0 h 12"/>
                <a:gd name="T20" fmla="*/ 6 w 11"/>
                <a:gd name="T21" fmla="*/ 0 h 12"/>
                <a:gd name="T22" fmla="*/ 9 w 11"/>
                <a:gd name="T23" fmla="*/ 1 h 12"/>
                <a:gd name="T24" fmla="*/ 11 w 11"/>
                <a:gd name="T25" fmla="*/ 6 h 12"/>
                <a:gd name="T26" fmla="*/ 11 w 11"/>
                <a:gd name="T27" fmla="*/ 10 h 12"/>
                <a:gd name="T28" fmla="*/ 10 w 11"/>
                <a:gd name="T29" fmla="*/ 11 h 12"/>
                <a:gd name="T30" fmla="*/ 9 w 11"/>
                <a:gd name="T31" fmla="*/ 12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 h="12">
                  <a:moveTo>
                    <a:pt x="9" y="12"/>
                  </a:moveTo>
                  <a:lnTo>
                    <a:pt x="9" y="12"/>
                  </a:lnTo>
                  <a:lnTo>
                    <a:pt x="3" y="11"/>
                  </a:lnTo>
                  <a:lnTo>
                    <a:pt x="2" y="10"/>
                  </a:lnTo>
                  <a:lnTo>
                    <a:pt x="0" y="9"/>
                  </a:lnTo>
                  <a:lnTo>
                    <a:pt x="0" y="9"/>
                  </a:lnTo>
                  <a:lnTo>
                    <a:pt x="0" y="5"/>
                  </a:lnTo>
                  <a:lnTo>
                    <a:pt x="3" y="3"/>
                  </a:lnTo>
                  <a:lnTo>
                    <a:pt x="4" y="0"/>
                  </a:lnTo>
                  <a:lnTo>
                    <a:pt x="6" y="0"/>
                  </a:lnTo>
                  <a:lnTo>
                    <a:pt x="6" y="0"/>
                  </a:lnTo>
                  <a:lnTo>
                    <a:pt x="9" y="1"/>
                  </a:lnTo>
                  <a:lnTo>
                    <a:pt x="11" y="6"/>
                  </a:lnTo>
                  <a:lnTo>
                    <a:pt x="11" y="10"/>
                  </a:lnTo>
                  <a:lnTo>
                    <a:pt x="10" y="11"/>
                  </a:lnTo>
                  <a:lnTo>
                    <a:pt x="9"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3" name="Freeform 1467"/>
            <p:cNvSpPr>
              <a:spLocks/>
            </p:cNvSpPr>
            <p:nvPr/>
          </p:nvSpPr>
          <p:spPr bwMode="gray">
            <a:xfrm>
              <a:off x="5921093" y="1986203"/>
              <a:ext cx="49583" cy="37699"/>
            </a:xfrm>
            <a:custGeom>
              <a:avLst/>
              <a:gdLst>
                <a:gd name="T0" fmla="*/ 18 w 20"/>
                <a:gd name="T1" fmla="*/ 14 h 15"/>
                <a:gd name="T2" fmla="*/ 18 w 20"/>
                <a:gd name="T3" fmla="*/ 14 h 15"/>
                <a:gd name="T4" fmla="*/ 7 w 20"/>
                <a:gd name="T5" fmla="*/ 15 h 15"/>
                <a:gd name="T6" fmla="*/ 1 w 20"/>
                <a:gd name="T7" fmla="*/ 14 h 15"/>
                <a:gd name="T8" fmla="*/ 0 w 20"/>
                <a:gd name="T9" fmla="*/ 13 h 15"/>
                <a:gd name="T10" fmla="*/ 0 w 20"/>
                <a:gd name="T11" fmla="*/ 12 h 15"/>
                <a:gd name="T12" fmla="*/ 0 w 20"/>
                <a:gd name="T13" fmla="*/ 12 h 15"/>
                <a:gd name="T14" fmla="*/ 2 w 20"/>
                <a:gd name="T15" fmla="*/ 4 h 15"/>
                <a:gd name="T16" fmla="*/ 4 w 20"/>
                <a:gd name="T17" fmla="*/ 2 h 15"/>
                <a:gd name="T18" fmla="*/ 5 w 20"/>
                <a:gd name="T19" fmla="*/ 0 h 15"/>
                <a:gd name="T20" fmla="*/ 5 w 20"/>
                <a:gd name="T21" fmla="*/ 0 h 15"/>
                <a:gd name="T22" fmla="*/ 12 w 20"/>
                <a:gd name="T23" fmla="*/ 0 h 15"/>
                <a:gd name="T24" fmla="*/ 16 w 20"/>
                <a:gd name="T25" fmla="*/ 0 h 15"/>
                <a:gd name="T26" fmla="*/ 17 w 20"/>
                <a:gd name="T27" fmla="*/ 2 h 15"/>
                <a:gd name="T28" fmla="*/ 18 w 20"/>
                <a:gd name="T29" fmla="*/ 3 h 15"/>
                <a:gd name="T30" fmla="*/ 18 w 20"/>
                <a:gd name="T31" fmla="*/ 3 h 15"/>
                <a:gd name="T32" fmla="*/ 20 w 20"/>
                <a:gd name="T33" fmla="*/ 10 h 15"/>
                <a:gd name="T34" fmla="*/ 20 w 20"/>
                <a:gd name="T35" fmla="*/ 13 h 15"/>
                <a:gd name="T36" fmla="*/ 20 w 20"/>
                <a:gd name="T37" fmla="*/ 14 h 15"/>
                <a:gd name="T38" fmla="*/ 18 w 20"/>
                <a:gd name="T39" fmla="*/ 14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 h="15">
                  <a:moveTo>
                    <a:pt x="18" y="14"/>
                  </a:moveTo>
                  <a:lnTo>
                    <a:pt x="18" y="14"/>
                  </a:lnTo>
                  <a:lnTo>
                    <a:pt x="7" y="15"/>
                  </a:lnTo>
                  <a:lnTo>
                    <a:pt x="1" y="14"/>
                  </a:lnTo>
                  <a:lnTo>
                    <a:pt x="0" y="13"/>
                  </a:lnTo>
                  <a:lnTo>
                    <a:pt x="0" y="12"/>
                  </a:lnTo>
                  <a:lnTo>
                    <a:pt x="0" y="12"/>
                  </a:lnTo>
                  <a:lnTo>
                    <a:pt x="2" y="4"/>
                  </a:lnTo>
                  <a:lnTo>
                    <a:pt x="4" y="2"/>
                  </a:lnTo>
                  <a:lnTo>
                    <a:pt x="5" y="0"/>
                  </a:lnTo>
                  <a:lnTo>
                    <a:pt x="5" y="0"/>
                  </a:lnTo>
                  <a:lnTo>
                    <a:pt x="12" y="0"/>
                  </a:lnTo>
                  <a:lnTo>
                    <a:pt x="16" y="0"/>
                  </a:lnTo>
                  <a:lnTo>
                    <a:pt x="17" y="2"/>
                  </a:lnTo>
                  <a:lnTo>
                    <a:pt x="18" y="3"/>
                  </a:lnTo>
                  <a:lnTo>
                    <a:pt x="18" y="3"/>
                  </a:lnTo>
                  <a:lnTo>
                    <a:pt x="20" y="10"/>
                  </a:lnTo>
                  <a:lnTo>
                    <a:pt x="20" y="13"/>
                  </a:lnTo>
                  <a:lnTo>
                    <a:pt x="20" y="14"/>
                  </a:lnTo>
                  <a:lnTo>
                    <a:pt x="18"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4" name="Freeform 1469"/>
            <p:cNvSpPr>
              <a:spLocks/>
            </p:cNvSpPr>
            <p:nvPr/>
          </p:nvSpPr>
          <p:spPr bwMode="gray">
            <a:xfrm>
              <a:off x="6868111" y="2086735"/>
              <a:ext cx="114040" cy="85452"/>
            </a:xfrm>
            <a:custGeom>
              <a:avLst/>
              <a:gdLst>
                <a:gd name="T0" fmla="*/ 45 w 46"/>
                <a:gd name="T1" fmla="*/ 34 h 34"/>
                <a:gd name="T2" fmla="*/ 45 w 46"/>
                <a:gd name="T3" fmla="*/ 34 h 34"/>
                <a:gd name="T4" fmla="*/ 25 w 46"/>
                <a:gd name="T5" fmla="*/ 28 h 34"/>
                <a:gd name="T6" fmla="*/ 8 w 46"/>
                <a:gd name="T7" fmla="*/ 26 h 34"/>
                <a:gd name="T8" fmla="*/ 8 w 46"/>
                <a:gd name="T9" fmla="*/ 26 h 34"/>
                <a:gd name="T10" fmla="*/ 1 w 46"/>
                <a:gd name="T11" fmla="*/ 27 h 34"/>
                <a:gd name="T12" fmla="*/ 0 w 46"/>
                <a:gd name="T13" fmla="*/ 27 h 34"/>
                <a:gd name="T14" fmla="*/ 0 w 46"/>
                <a:gd name="T15" fmla="*/ 26 h 34"/>
                <a:gd name="T16" fmla="*/ 0 w 46"/>
                <a:gd name="T17" fmla="*/ 26 h 34"/>
                <a:gd name="T18" fmla="*/ 2 w 46"/>
                <a:gd name="T19" fmla="*/ 22 h 34"/>
                <a:gd name="T20" fmla="*/ 6 w 46"/>
                <a:gd name="T21" fmla="*/ 20 h 34"/>
                <a:gd name="T22" fmla="*/ 8 w 46"/>
                <a:gd name="T23" fmla="*/ 16 h 34"/>
                <a:gd name="T24" fmla="*/ 9 w 46"/>
                <a:gd name="T25" fmla="*/ 13 h 34"/>
                <a:gd name="T26" fmla="*/ 9 w 46"/>
                <a:gd name="T27" fmla="*/ 13 h 34"/>
                <a:gd name="T28" fmla="*/ 11 w 46"/>
                <a:gd name="T29" fmla="*/ 6 h 34"/>
                <a:gd name="T30" fmla="*/ 13 w 46"/>
                <a:gd name="T31" fmla="*/ 4 h 34"/>
                <a:gd name="T32" fmla="*/ 14 w 46"/>
                <a:gd name="T33" fmla="*/ 2 h 34"/>
                <a:gd name="T34" fmla="*/ 14 w 46"/>
                <a:gd name="T35" fmla="*/ 2 h 34"/>
                <a:gd name="T36" fmla="*/ 19 w 46"/>
                <a:gd name="T37" fmla="*/ 1 h 34"/>
                <a:gd name="T38" fmla="*/ 22 w 46"/>
                <a:gd name="T39" fmla="*/ 0 h 34"/>
                <a:gd name="T40" fmla="*/ 25 w 46"/>
                <a:gd name="T41" fmla="*/ 1 h 34"/>
                <a:gd name="T42" fmla="*/ 25 w 46"/>
                <a:gd name="T43" fmla="*/ 1 h 34"/>
                <a:gd name="T44" fmla="*/ 32 w 46"/>
                <a:gd name="T45" fmla="*/ 2 h 34"/>
                <a:gd name="T46" fmla="*/ 35 w 46"/>
                <a:gd name="T47" fmla="*/ 5 h 34"/>
                <a:gd name="T48" fmla="*/ 39 w 46"/>
                <a:gd name="T49" fmla="*/ 7 h 34"/>
                <a:gd name="T50" fmla="*/ 39 w 46"/>
                <a:gd name="T51" fmla="*/ 7 h 34"/>
                <a:gd name="T52" fmla="*/ 43 w 46"/>
                <a:gd name="T53" fmla="*/ 13 h 34"/>
                <a:gd name="T54" fmla="*/ 45 w 46"/>
                <a:gd name="T55" fmla="*/ 23 h 34"/>
                <a:gd name="T56" fmla="*/ 46 w 46"/>
                <a:gd name="T57" fmla="*/ 31 h 34"/>
                <a:gd name="T58" fmla="*/ 46 w 46"/>
                <a:gd name="T59" fmla="*/ 33 h 34"/>
                <a:gd name="T60" fmla="*/ 45 w 46"/>
                <a:gd name="T6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6" h="34">
                  <a:moveTo>
                    <a:pt x="45" y="34"/>
                  </a:moveTo>
                  <a:lnTo>
                    <a:pt x="45" y="34"/>
                  </a:lnTo>
                  <a:lnTo>
                    <a:pt x="25" y="28"/>
                  </a:lnTo>
                  <a:lnTo>
                    <a:pt x="8" y="26"/>
                  </a:lnTo>
                  <a:lnTo>
                    <a:pt x="8" y="26"/>
                  </a:lnTo>
                  <a:lnTo>
                    <a:pt x="1" y="27"/>
                  </a:lnTo>
                  <a:lnTo>
                    <a:pt x="0" y="27"/>
                  </a:lnTo>
                  <a:lnTo>
                    <a:pt x="0" y="26"/>
                  </a:lnTo>
                  <a:lnTo>
                    <a:pt x="0" y="26"/>
                  </a:lnTo>
                  <a:lnTo>
                    <a:pt x="2" y="22"/>
                  </a:lnTo>
                  <a:lnTo>
                    <a:pt x="6" y="20"/>
                  </a:lnTo>
                  <a:lnTo>
                    <a:pt x="8" y="16"/>
                  </a:lnTo>
                  <a:lnTo>
                    <a:pt x="9" y="13"/>
                  </a:lnTo>
                  <a:lnTo>
                    <a:pt x="9" y="13"/>
                  </a:lnTo>
                  <a:lnTo>
                    <a:pt x="11" y="6"/>
                  </a:lnTo>
                  <a:lnTo>
                    <a:pt x="13" y="4"/>
                  </a:lnTo>
                  <a:lnTo>
                    <a:pt x="14" y="2"/>
                  </a:lnTo>
                  <a:lnTo>
                    <a:pt x="14" y="2"/>
                  </a:lnTo>
                  <a:lnTo>
                    <a:pt x="19" y="1"/>
                  </a:lnTo>
                  <a:lnTo>
                    <a:pt x="22" y="0"/>
                  </a:lnTo>
                  <a:lnTo>
                    <a:pt x="25" y="1"/>
                  </a:lnTo>
                  <a:lnTo>
                    <a:pt x="25" y="1"/>
                  </a:lnTo>
                  <a:lnTo>
                    <a:pt x="32" y="2"/>
                  </a:lnTo>
                  <a:lnTo>
                    <a:pt x="35" y="5"/>
                  </a:lnTo>
                  <a:lnTo>
                    <a:pt x="39" y="7"/>
                  </a:lnTo>
                  <a:lnTo>
                    <a:pt x="39" y="7"/>
                  </a:lnTo>
                  <a:lnTo>
                    <a:pt x="43" y="13"/>
                  </a:lnTo>
                  <a:lnTo>
                    <a:pt x="45" y="23"/>
                  </a:lnTo>
                  <a:lnTo>
                    <a:pt x="46" y="31"/>
                  </a:lnTo>
                  <a:lnTo>
                    <a:pt x="46" y="33"/>
                  </a:lnTo>
                  <a:lnTo>
                    <a:pt x="45" y="3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5" name="Freeform 1471"/>
            <p:cNvSpPr>
              <a:spLocks/>
            </p:cNvSpPr>
            <p:nvPr/>
          </p:nvSpPr>
          <p:spPr bwMode="gray">
            <a:xfrm>
              <a:off x="6868111" y="2046522"/>
              <a:ext cx="32228" cy="40213"/>
            </a:xfrm>
            <a:custGeom>
              <a:avLst/>
              <a:gdLst>
                <a:gd name="T0" fmla="*/ 2 w 13"/>
                <a:gd name="T1" fmla="*/ 16 h 16"/>
                <a:gd name="T2" fmla="*/ 2 w 13"/>
                <a:gd name="T3" fmla="*/ 16 h 16"/>
                <a:gd name="T4" fmla="*/ 1 w 13"/>
                <a:gd name="T5" fmla="*/ 13 h 16"/>
                <a:gd name="T6" fmla="*/ 0 w 13"/>
                <a:gd name="T7" fmla="*/ 12 h 16"/>
                <a:gd name="T8" fmla="*/ 1 w 13"/>
                <a:gd name="T9" fmla="*/ 6 h 16"/>
                <a:gd name="T10" fmla="*/ 3 w 13"/>
                <a:gd name="T11" fmla="*/ 2 h 16"/>
                <a:gd name="T12" fmla="*/ 7 w 13"/>
                <a:gd name="T13" fmla="*/ 0 h 16"/>
                <a:gd name="T14" fmla="*/ 7 w 13"/>
                <a:gd name="T15" fmla="*/ 0 h 16"/>
                <a:gd name="T16" fmla="*/ 9 w 13"/>
                <a:gd name="T17" fmla="*/ 0 h 16"/>
                <a:gd name="T18" fmla="*/ 11 w 13"/>
                <a:gd name="T19" fmla="*/ 1 h 16"/>
                <a:gd name="T20" fmla="*/ 13 w 13"/>
                <a:gd name="T21" fmla="*/ 5 h 16"/>
                <a:gd name="T22" fmla="*/ 13 w 13"/>
                <a:gd name="T23" fmla="*/ 5 h 16"/>
                <a:gd name="T24" fmla="*/ 12 w 13"/>
                <a:gd name="T25" fmla="*/ 7 h 16"/>
                <a:gd name="T26" fmla="*/ 9 w 13"/>
                <a:gd name="T27" fmla="*/ 12 h 16"/>
                <a:gd name="T28" fmla="*/ 7 w 13"/>
                <a:gd name="T29" fmla="*/ 16 h 16"/>
                <a:gd name="T30" fmla="*/ 5 w 13"/>
                <a:gd name="T31" fmla="*/ 16 h 16"/>
                <a:gd name="T32" fmla="*/ 2 w 13"/>
                <a:gd name="T33"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16">
                  <a:moveTo>
                    <a:pt x="2" y="16"/>
                  </a:moveTo>
                  <a:lnTo>
                    <a:pt x="2" y="16"/>
                  </a:lnTo>
                  <a:lnTo>
                    <a:pt x="1" y="13"/>
                  </a:lnTo>
                  <a:lnTo>
                    <a:pt x="0" y="12"/>
                  </a:lnTo>
                  <a:lnTo>
                    <a:pt x="1" y="6"/>
                  </a:lnTo>
                  <a:lnTo>
                    <a:pt x="3" y="2"/>
                  </a:lnTo>
                  <a:lnTo>
                    <a:pt x="7" y="0"/>
                  </a:lnTo>
                  <a:lnTo>
                    <a:pt x="7" y="0"/>
                  </a:lnTo>
                  <a:lnTo>
                    <a:pt x="9" y="0"/>
                  </a:lnTo>
                  <a:lnTo>
                    <a:pt x="11" y="1"/>
                  </a:lnTo>
                  <a:lnTo>
                    <a:pt x="13" y="5"/>
                  </a:lnTo>
                  <a:lnTo>
                    <a:pt x="13" y="5"/>
                  </a:lnTo>
                  <a:lnTo>
                    <a:pt x="12" y="7"/>
                  </a:lnTo>
                  <a:lnTo>
                    <a:pt x="9" y="12"/>
                  </a:lnTo>
                  <a:lnTo>
                    <a:pt x="7" y="16"/>
                  </a:lnTo>
                  <a:lnTo>
                    <a:pt x="5" y="16"/>
                  </a:lnTo>
                  <a:lnTo>
                    <a:pt x="2"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6" name="Freeform 1473"/>
            <p:cNvSpPr>
              <a:spLocks/>
            </p:cNvSpPr>
            <p:nvPr/>
          </p:nvSpPr>
          <p:spPr bwMode="gray">
            <a:xfrm>
              <a:off x="6756551" y="1792678"/>
              <a:ext cx="292535" cy="198551"/>
            </a:xfrm>
            <a:custGeom>
              <a:avLst/>
              <a:gdLst>
                <a:gd name="T0" fmla="*/ 74 w 118"/>
                <a:gd name="T1" fmla="*/ 69 h 79"/>
                <a:gd name="T2" fmla="*/ 72 w 118"/>
                <a:gd name="T3" fmla="*/ 64 h 79"/>
                <a:gd name="T4" fmla="*/ 67 w 118"/>
                <a:gd name="T5" fmla="*/ 64 h 79"/>
                <a:gd name="T6" fmla="*/ 57 w 118"/>
                <a:gd name="T7" fmla="*/ 68 h 79"/>
                <a:gd name="T8" fmla="*/ 47 w 118"/>
                <a:gd name="T9" fmla="*/ 66 h 79"/>
                <a:gd name="T10" fmla="*/ 41 w 118"/>
                <a:gd name="T11" fmla="*/ 63 h 79"/>
                <a:gd name="T12" fmla="*/ 37 w 118"/>
                <a:gd name="T13" fmla="*/ 63 h 79"/>
                <a:gd name="T14" fmla="*/ 36 w 118"/>
                <a:gd name="T15" fmla="*/ 70 h 79"/>
                <a:gd name="T16" fmla="*/ 31 w 118"/>
                <a:gd name="T17" fmla="*/ 79 h 79"/>
                <a:gd name="T18" fmla="*/ 22 w 118"/>
                <a:gd name="T19" fmla="*/ 77 h 79"/>
                <a:gd name="T20" fmla="*/ 18 w 118"/>
                <a:gd name="T21" fmla="*/ 71 h 79"/>
                <a:gd name="T22" fmla="*/ 8 w 118"/>
                <a:gd name="T23" fmla="*/ 58 h 79"/>
                <a:gd name="T24" fmla="*/ 0 w 118"/>
                <a:gd name="T25" fmla="*/ 45 h 79"/>
                <a:gd name="T26" fmla="*/ 0 w 118"/>
                <a:gd name="T27" fmla="*/ 43 h 79"/>
                <a:gd name="T28" fmla="*/ 8 w 118"/>
                <a:gd name="T29" fmla="*/ 44 h 79"/>
                <a:gd name="T30" fmla="*/ 8 w 118"/>
                <a:gd name="T31" fmla="*/ 39 h 79"/>
                <a:gd name="T32" fmla="*/ 5 w 118"/>
                <a:gd name="T33" fmla="*/ 27 h 79"/>
                <a:gd name="T34" fmla="*/ 8 w 118"/>
                <a:gd name="T35" fmla="*/ 25 h 79"/>
                <a:gd name="T36" fmla="*/ 9 w 118"/>
                <a:gd name="T37" fmla="*/ 23 h 79"/>
                <a:gd name="T38" fmla="*/ 9 w 118"/>
                <a:gd name="T39" fmla="*/ 11 h 79"/>
                <a:gd name="T40" fmla="*/ 22 w 118"/>
                <a:gd name="T41" fmla="*/ 4 h 79"/>
                <a:gd name="T42" fmla="*/ 27 w 118"/>
                <a:gd name="T43" fmla="*/ 0 h 79"/>
                <a:gd name="T44" fmla="*/ 32 w 118"/>
                <a:gd name="T45" fmla="*/ 4 h 79"/>
                <a:gd name="T46" fmla="*/ 41 w 118"/>
                <a:gd name="T47" fmla="*/ 13 h 79"/>
                <a:gd name="T48" fmla="*/ 43 w 118"/>
                <a:gd name="T49" fmla="*/ 20 h 79"/>
                <a:gd name="T50" fmla="*/ 51 w 118"/>
                <a:gd name="T51" fmla="*/ 20 h 79"/>
                <a:gd name="T52" fmla="*/ 52 w 118"/>
                <a:gd name="T53" fmla="*/ 21 h 79"/>
                <a:gd name="T54" fmla="*/ 56 w 118"/>
                <a:gd name="T55" fmla="*/ 29 h 79"/>
                <a:gd name="T56" fmla="*/ 59 w 118"/>
                <a:gd name="T57" fmla="*/ 27 h 79"/>
                <a:gd name="T58" fmla="*/ 59 w 118"/>
                <a:gd name="T59" fmla="*/ 13 h 79"/>
                <a:gd name="T60" fmla="*/ 63 w 118"/>
                <a:gd name="T61" fmla="*/ 7 h 79"/>
                <a:gd name="T62" fmla="*/ 63 w 118"/>
                <a:gd name="T63" fmla="*/ 2 h 79"/>
                <a:gd name="T64" fmla="*/ 67 w 118"/>
                <a:gd name="T65" fmla="*/ 2 h 79"/>
                <a:gd name="T66" fmla="*/ 73 w 118"/>
                <a:gd name="T67" fmla="*/ 10 h 79"/>
                <a:gd name="T68" fmla="*/ 85 w 118"/>
                <a:gd name="T69" fmla="*/ 20 h 79"/>
                <a:gd name="T70" fmla="*/ 98 w 118"/>
                <a:gd name="T71" fmla="*/ 20 h 79"/>
                <a:gd name="T72" fmla="*/ 112 w 118"/>
                <a:gd name="T73" fmla="*/ 29 h 79"/>
                <a:gd name="T74" fmla="*/ 117 w 118"/>
                <a:gd name="T75" fmla="*/ 34 h 79"/>
                <a:gd name="T76" fmla="*/ 111 w 118"/>
                <a:gd name="T77" fmla="*/ 38 h 79"/>
                <a:gd name="T78" fmla="*/ 111 w 118"/>
                <a:gd name="T79" fmla="*/ 47 h 79"/>
                <a:gd name="T80" fmla="*/ 110 w 118"/>
                <a:gd name="T81" fmla="*/ 53 h 79"/>
                <a:gd name="T82" fmla="*/ 99 w 118"/>
                <a:gd name="T83" fmla="*/ 61 h 79"/>
                <a:gd name="T84" fmla="*/ 89 w 118"/>
                <a:gd name="T85" fmla="*/ 58 h 79"/>
                <a:gd name="T86" fmla="*/ 83 w 118"/>
                <a:gd name="T87" fmla="*/ 53 h 79"/>
                <a:gd name="T88" fmla="*/ 80 w 118"/>
                <a:gd name="T89" fmla="*/ 38 h 79"/>
                <a:gd name="T90" fmla="*/ 84 w 118"/>
                <a:gd name="T91" fmla="*/ 29 h 79"/>
                <a:gd name="T92" fmla="*/ 79 w 118"/>
                <a:gd name="T93" fmla="*/ 27 h 79"/>
                <a:gd name="T94" fmla="*/ 74 w 118"/>
                <a:gd name="T95" fmla="*/ 29 h 79"/>
                <a:gd name="T96" fmla="*/ 73 w 118"/>
                <a:gd name="T97" fmla="*/ 39 h 79"/>
                <a:gd name="T98" fmla="*/ 80 w 118"/>
                <a:gd name="T99" fmla="*/ 58 h 79"/>
                <a:gd name="T100" fmla="*/ 85 w 118"/>
                <a:gd name="T101" fmla="*/ 61 h 79"/>
                <a:gd name="T102" fmla="*/ 93 w 118"/>
                <a:gd name="T103" fmla="*/ 66 h 79"/>
                <a:gd name="T104" fmla="*/ 85 w 118"/>
                <a:gd name="T105" fmla="*/ 6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18" h="79">
                  <a:moveTo>
                    <a:pt x="77" y="69"/>
                  </a:moveTo>
                  <a:lnTo>
                    <a:pt x="77" y="69"/>
                  </a:lnTo>
                  <a:lnTo>
                    <a:pt x="74" y="69"/>
                  </a:lnTo>
                  <a:lnTo>
                    <a:pt x="73" y="68"/>
                  </a:lnTo>
                  <a:lnTo>
                    <a:pt x="72" y="64"/>
                  </a:lnTo>
                  <a:lnTo>
                    <a:pt x="72" y="64"/>
                  </a:lnTo>
                  <a:lnTo>
                    <a:pt x="72" y="63"/>
                  </a:lnTo>
                  <a:lnTo>
                    <a:pt x="72" y="63"/>
                  </a:lnTo>
                  <a:lnTo>
                    <a:pt x="67" y="64"/>
                  </a:lnTo>
                  <a:lnTo>
                    <a:pt x="67" y="64"/>
                  </a:lnTo>
                  <a:lnTo>
                    <a:pt x="62" y="66"/>
                  </a:lnTo>
                  <a:lnTo>
                    <a:pt x="57" y="68"/>
                  </a:lnTo>
                  <a:lnTo>
                    <a:pt x="51" y="68"/>
                  </a:lnTo>
                  <a:lnTo>
                    <a:pt x="47" y="66"/>
                  </a:lnTo>
                  <a:lnTo>
                    <a:pt x="47" y="66"/>
                  </a:lnTo>
                  <a:lnTo>
                    <a:pt x="45" y="65"/>
                  </a:lnTo>
                  <a:lnTo>
                    <a:pt x="42" y="64"/>
                  </a:lnTo>
                  <a:lnTo>
                    <a:pt x="41" y="63"/>
                  </a:lnTo>
                  <a:lnTo>
                    <a:pt x="40" y="63"/>
                  </a:lnTo>
                  <a:lnTo>
                    <a:pt x="40" y="63"/>
                  </a:lnTo>
                  <a:lnTo>
                    <a:pt x="37" y="63"/>
                  </a:lnTo>
                  <a:lnTo>
                    <a:pt x="37" y="65"/>
                  </a:lnTo>
                  <a:lnTo>
                    <a:pt x="36" y="70"/>
                  </a:lnTo>
                  <a:lnTo>
                    <a:pt x="36" y="70"/>
                  </a:lnTo>
                  <a:lnTo>
                    <a:pt x="36" y="76"/>
                  </a:lnTo>
                  <a:lnTo>
                    <a:pt x="35" y="79"/>
                  </a:lnTo>
                  <a:lnTo>
                    <a:pt x="31" y="79"/>
                  </a:lnTo>
                  <a:lnTo>
                    <a:pt x="31" y="79"/>
                  </a:lnTo>
                  <a:lnTo>
                    <a:pt x="26" y="79"/>
                  </a:lnTo>
                  <a:lnTo>
                    <a:pt x="22" y="77"/>
                  </a:lnTo>
                  <a:lnTo>
                    <a:pt x="20" y="75"/>
                  </a:lnTo>
                  <a:lnTo>
                    <a:pt x="18" y="71"/>
                  </a:lnTo>
                  <a:lnTo>
                    <a:pt x="18" y="71"/>
                  </a:lnTo>
                  <a:lnTo>
                    <a:pt x="16" y="68"/>
                  </a:lnTo>
                  <a:lnTo>
                    <a:pt x="14" y="64"/>
                  </a:lnTo>
                  <a:lnTo>
                    <a:pt x="8" y="58"/>
                  </a:lnTo>
                  <a:lnTo>
                    <a:pt x="8" y="58"/>
                  </a:lnTo>
                  <a:lnTo>
                    <a:pt x="2" y="49"/>
                  </a:lnTo>
                  <a:lnTo>
                    <a:pt x="0" y="45"/>
                  </a:lnTo>
                  <a:lnTo>
                    <a:pt x="0" y="44"/>
                  </a:lnTo>
                  <a:lnTo>
                    <a:pt x="0" y="43"/>
                  </a:lnTo>
                  <a:lnTo>
                    <a:pt x="0" y="43"/>
                  </a:lnTo>
                  <a:lnTo>
                    <a:pt x="4" y="43"/>
                  </a:lnTo>
                  <a:lnTo>
                    <a:pt x="5" y="44"/>
                  </a:lnTo>
                  <a:lnTo>
                    <a:pt x="8" y="44"/>
                  </a:lnTo>
                  <a:lnTo>
                    <a:pt x="8" y="43"/>
                  </a:lnTo>
                  <a:lnTo>
                    <a:pt x="8" y="43"/>
                  </a:lnTo>
                  <a:lnTo>
                    <a:pt x="8" y="39"/>
                  </a:lnTo>
                  <a:lnTo>
                    <a:pt x="6" y="34"/>
                  </a:lnTo>
                  <a:lnTo>
                    <a:pt x="5" y="29"/>
                  </a:lnTo>
                  <a:lnTo>
                    <a:pt x="5" y="27"/>
                  </a:lnTo>
                  <a:lnTo>
                    <a:pt x="6" y="26"/>
                  </a:lnTo>
                  <a:lnTo>
                    <a:pt x="6" y="26"/>
                  </a:lnTo>
                  <a:lnTo>
                    <a:pt x="8" y="25"/>
                  </a:lnTo>
                  <a:lnTo>
                    <a:pt x="9" y="25"/>
                  </a:lnTo>
                  <a:lnTo>
                    <a:pt x="9" y="23"/>
                  </a:lnTo>
                  <a:lnTo>
                    <a:pt x="9" y="23"/>
                  </a:lnTo>
                  <a:lnTo>
                    <a:pt x="8" y="16"/>
                  </a:lnTo>
                  <a:lnTo>
                    <a:pt x="8" y="13"/>
                  </a:lnTo>
                  <a:lnTo>
                    <a:pt x="9" y="11"/>
                  </a:lnTo>
                  <a:lnTo>
                    <a:pt x="9" y="11"/>
                  </a:lnTo>
                  <a:lnTo>
                    <a:pt x="15" y="7"/>
                  </a:lnTo>
                  <a:lnTo>
                    <a:pt x="22" y="4"/>
                  </a:lnTo>
                  <a:lnTo>
                    <a:pt x="22" y="4"/>
                  </a:lnTo>
                  <a:lnTo>
                    <a:pt x="26" y="1"/>
                  </a:lnTo>
                  <a:lnTo>
                    <a:pt x="27" y="0"/>
                  </a:lnTo>
                  <a:lnTo>
                    <a:pt x="30" y="1"/>
                  </a:lnTo>
                  <a:lnTo>
                    <a:pt x="32" y="4"/>
                  </a:lnTo>
                  <a:lnTo>
                    <a:pt x="32" y="4"/>
                  </a:lnTo>
                  <a:lnTo>
                    <a:pt x="37" y="8"/>
                  </a:lnTo>
                  <a:lnTo>
                    <a:pt x="40" y="11"/>
                  </a:lnTo>
                  <a:lnTo>
                    <a:pt x="41" y="13"/>
                  </a:lnTo>
                  <a:lnTo>
                    <a:pt x="41" y="13"/>
                  </a:lnTo>
                  <a:lnTo>
                    <a:pt x="42" y="18"/>
                  </a:lnTo>
                  <a:lnTo>
                    <a:pt x="43" y="20"/>
                  </a:lnTo>
                  <a:lnTo>
                    <a:pt x="46" y="21"/>
                  </a:lnTo>
                  <a:lnTo>
                    <a:pt x="46" y="21"/>
                  </a:lnTo>
                  <a:lnTo>
                    <a:pt x="51" y="20"/>
                  </a:lnTo>
                  <a:lnTo>
                    <a:pt x="52" y="20"/>
                  </a:lnTo>
                  <a:lnTo>
                    <a:pt x="52" y="21"/>
                  </a:lnTo>
                  <a:lnTo>
                    <a:pt x="52" y="21"/>
                  </a:lnTo>
                  <a:lnTo>
                    <a:pt x="53" y="27"/>
                  </a:lnTo>
                  <a:lnTo>
                    <a:pt x="54" y="28"/>
                  </a:lnTo>
                  <a:lnTo>
                    <a:pt x="56" y="29"/>
                  </a:lnTo>
                  <a:lnTo>
                    <a:pt x="56" y="29"/>
                  </a:lnTo>
                  <a:lnTo>
                    <a:pt x="58" y="28"/>
                  </a:lnTo>
                  <a:lnTo>
                    <a:pt x="59" y="27"/>
                  </a:lnTo>
                  <a:lnTo>
                    <a:pt x="59" y="21"/>
                  </a:lnTo>
                  <a:lnTo>
                    <a:pt x="59" y="21"/>
                  </a:lnTo>
                  <a:lnTo>
                    <a:pt x="59" y="13"/>
                  </a:lnTo>
                  <a:lnTo>
                    <a:pt x="61" y="10"/>
                  </a:lnTo>
                  <a:lnTo>
                    <a:pt x="63" y="7"/>
                  </a:lnTo>
                  <a:lnTo>
                    <a:pt x="63" y="7"/>
                  </a:lnTo>
                  <a:lnTo>
                    <a:pt x="64" y="6"/>
                  </a:lnTo>
                  <a:lnTo>
                    <a:pt x="63" y="4"/>
                  </a:lnTo>
                  <a:lnTo>
                    <a:pt x="63" y="2"/>
                  </a:lnTo>
                  <a:lnTo>
                    <a:pt x="64" y="1"/>
                  </a:lnTo>
                  <a:lnTo>
                    <a:pt x="64" y="1"/>
                  </a:lnTo>
                  <a:lnTo>
                    <a:pt x="67" y="2"/>
                  </a:lnTo>
                  <a:lnTo>
                    <a:pt x="68" y="5"/>
                  </a:lnTo>
                  <a:lnTo>
                    <a:pt x="73" y="10"/>
                  </a:lnTo>
                  <a:lnTo>
                    <a:pt x="73" y="10"/>
                  </a:lnTo>
                  <a:lnTo>
                    <a:pt x="79" y="16"/>
                  </a:lnTo>
                  <a:lnTo>
                    <a:pt x="82" y="18"/>
                  </a:lnTo>
                  <a:lnTo>
                    <a:pt x="85" y="20"/>
                  </a:lnTo>
                  <a:lnTo>
                    <a:pt x="85" y="20"/>
                  </a:lnTo>
                  <a:lnTo>
                    <a:pt x="94" y="18"/>
                  </a:lnTo>
                  <a:lnTo>
                    <a:pt x="98" y="20"/>
                  </a:lnTo>
                  <a:lnTo>
                    <a:pt x="101" y="21"/>
                  </a:lnTo>
                  <a:lnTo>
                    <a:pt x="101" y="21"/>
                  </a:lnTo>
                  <a:lnTo>
                    <a:pt x="112" y="29"/>
                  </a:lnTo>
                  <a:lnTo>
                    <a:pt x="117" y="32"/>
                  </a:lnTo>
                  <a:lnTo>
                    <a:pt x="118" y="33"/>
                  </a:lnTo>
                  <a:lnTo>
                    <a:pt x="117" y="34"/>
                  </a:lnTo>
                  <a:lnTo>
                    <a:pt x="117" y="34"/>
                  </a:lnTo>
                  <a:lnTo>
                    <a:pt x="114" y="37"/>
                  </a:lnTo>
                  <a:lnTo>
                    <a:pt x="111" y="38"/>
                  </a:lnTo>
                  <a:lnTo>
                    <a:pt x="110" y="39"/>
                  </a:lnTo>
                  <a:lnTo>
                    <a:pt x="110" y="39"/>
                  </a:lnTo>
                  <a:lnTo>
                    <a:pt x="111" y="47"/>
                  </a:lnTo>
                  <a:lnTo>
                    <a:pt x="111" y="50"/>
                  </a:lnTo>
                  <a:lnTo>
                    <a:pt x="110" y="53"/>
                  </a:lnTo>
                  <a:lnTo>
                    <a:pt x="110" y="53"/>
                  </a:lnTo>
                  <a:lnTo>
                    <a:pt x="104" y="59"/>
                  </a:lnTo>
                  <a:lnTo>
                    <a:pt x="101" y="61"/>
                  </a:lnTo>
                  <a:lnTo>
                    <a:pt x="99" y="61"/>
                  </a:lnTo>
                  <a:lnTo>
                    <a:pt x="99" y="61"/>
                  </a:lnTo>
                  <a:lnTo>
                    <a:pt x="93" y="59"/>
                  </a:lnTo>
                  <a:lnTo>
                    <a:pt x="89" y="58"/>
                  </a:lnTo>
                  <a:lnTo>
                    <a:pt x="85" y="57"/>
                  </a:lnTo>
                  <a:lnTo>
                    <a:pt x="85" y="57"/>
                  </a:lnTo>
                  <a:lnTo>
                    <a:pt x="83" y="53"/>
                  </a:lnTo>
                  <a:lnTo>
                    <a:pt x="82" y="47"/>
                  </a:lnTo>
                  <a:lnTo>
                    <a:pt x="80" y="42"/>
                  </a:lnTo>
                  <a:lnTo>
                    <a:pt x="80" y="38"/>
                  </a:lnTo>
                  <a:lnTo>
                    <a:pt x="80" y="38"/>
                  </a:lnTo>
                  <a:lnTo>
                    <a:pt x="83" y="32"/>
                  </a:lnTo>
                  <a:lnTo>
                    <a:pt x="84" y="29"/>
                  </a:lnTo>
                  <a:lnTo>
                    <a:pt x="84" y="28"/>
                  </a:lnTo>
                  <a:lnTo>
                    <a:pt x="84" y="28"/>
                  </a:lnTo>
                  <a:lnTo>
                    <a:pt x="79" y="27"/>
                  </a:lnTo>
                  <a:lnTo>
                    <a:pt x="77" y="28"/>
                  </a:lnTo>
                  <a:lnTo>
                    <a:pt x="74" y="29"/>
                  </a:lnTo>
                  <a:lnTo>
                    <a:pt x="74" y="29"/>
                  </a:lnTo>
                  <a:lnTo>
                    <a:pt x="73" y="31"/>
                  </a:lnTo>
                  <a:lnTo>
                    <a:pt x="73" y="34"/>
                  </a:lnTo>
                  <a:lnTo>
                    <a:pt x="73" y="39"/>
                  </a:lnTo>
                  <a:lnTo>
                    <a:pt x="73" y="39"/>
                  </a:lnTo>
                  <a:lnTo>
                    <a:pt x="77" y="50"/>
                  </a:lnTo>
                  <a:lnTo>
                    <a:pt x="80" y="58"/>
                  </a:lnTo>
                  <a:lnTo>
                    <a:pt x="83" y="60"/>
                  </a:lnTo>
                  <a:lnTo>
                    <a:pt x="85" y="61"/>
                  </a:lnTo>
                  <a:lnTo>
                    <a:pt x="85" y="61"/>
                  </a:lnTo>
                  <a:lnTo>
                    <a:pt x="93" y="65"/>
                  </a:lnTo>
                  <a:lnTo>
                    <a:pt x="94" y="65"/>
                  </a:lnTo>
                  <a:lnTo>
                    <a:pt x="93" y="66"/>
                  </a:lnTo>
                  <a:lnTo>
                    <a:pt x="93" y="66"/>
                  </a:lnTo>
                  <a:lnTo>
                    <a:pt x="90" y="68"/>
                  </a:lnTo>
                  <a:lnTo>
                    <a:pt x="85" y="68"/>
                  </a:lnTo>
                  <a:lnTo>
                    <a:pt x="77" y="6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7" name="Freeform 1475"/>
            <p:cNvSpPr>
              <a:spLocks/>
            </p:cNvSpPr>
            <p:nvPr/>
          </p:nvSpPr>
          <p:spPr bwMode="gray">
            <a:xfrm>
              <a:off x="7081314" y="1888183"/>
              <a:ext cx="148747" cy="103046"/>
            </a:xfrm>
            <a:custGeom>
              <a:avLst/>
              <a:gdLst>
                <a:gd name="T0" fmla="*/ 37 w 60"/>
                <a:gd name="T1" fmla="*/ 41 h 41"/>
                <a:gd name="T2" fmla="*/ 37 w 60"/>
                <a:gd name="T3" fmla="*/ 41 h 41"/>
                <a:gd name="T4" fmla="*/ 35 w 60"/>
                <a:gd name="T5" fmla="*/ 39 h 41"/>
                <a:gd name="T6" fmla="*/ 33 w 60"/>
                <a:gd name="T7" fmla="*/ 37 h 41"/>
                <a:gd name="T8" fmla="*/ 32 w 60"/>
                <a:gd name="T9" fmla="*/ 36 h 41"/>
                <a:gd name="T10" fmla="*/ 29 w 60"/>
                <a:gd name="T11" fmla="*/ 35 h 41"/>
                <a:gd name="T12" fmla="*/ 29 w 60"/>
                <a:gd name="T13" fmla="*/ 35 h 41"/>
                <a:gd name="T14" fmla="*/ 24 w 60"/>
                <a:gd name="T15" fmla="*/ 32 h 41"/>
                <a:gd name="T16" fmla="*/ 19 w 60"/>
                <a:gd name="T17" fmla="*/ 28 h 41"/>
                <a:gd name="T18" fmla="*/ 13 w 60"/>
                <a:gd name="T19" fmla="*/ 23 h 41"/>
                <a:gd name="T20" fmla="*/ 13 w 60"/>
                <a:gd name="T21" fmla="*/ 23 h 41"/>
                <a:gd name="T22" fmla="*/ 12 w 60"/>
                <a:gd name="T23" fmla="*/ 22 h 41"/>
                <a:gd name="T24" fmla="*/ 10 w 60"/>
                <a:gd name="T25" fmla="*/ 19 h 41"/>
                <a:gd name="T26" fmla="*/ 6 w 60"/>
                <a:gd name="T27" fmla="*/ 12 h 41"/>
                <a:gd name="T28" fmla="*/ 6 w 60"/>
                <a:gd name="T29" fmla="*/ 12 h 41"/>
                <a:gd name="T30" fmla="*/ 1 w 60"/>
                <a:gd name="T31" fmla="*/ 5 h 41"/>
                <a:gd name="T32" fmla="*/ 0 w 60"/>
                <a:gd name="T33" fmla="*/ 3 h 41"/>
                <a:gd name="T34" fmla="*/ 0 w 60"/>
                <a:gd name="T35" fmla="*/ 0 h 41"/>
                <a:gd name="T36" fmla="*/ 0 w 60"/>
                <a:gd name="T37" fmla="*/ 0 h 41"/>
                <a:gd name="T38" fmla="*/ 1 w 60"/>
                <a:gd name="T39" fmla="*/ 0 h 41"/>
                <a:gd name="T40" fmla="*/ 3 w 60"/>
                <a:gd name="T41" fmla="*/ 3 h 41"/>
                <a:gd name="T42" fmla="*/ 6 w 60"/>
                <a:gd name="T43" fmla="*/ 5 h 41"/>
                <a:gd name="T44" fmla="*/ 10 w 60"/>
                <a:gd name="T45" fmla="*/ 6 h 41"/>
                <a:gd name="T46" fmla="*/ 10 w 60"/>
                <a:gd name="T47" fmla="*/ 6 h 41"/>
                <a:gd name="T48" fmla="*/ 22 w 60"/>
                <a:gd name="T49" fmla="*/ 5 h 41"/>
                <a:gd name="T50" fmla="*/ 22 w 60"/>
                <a:gd name="T51" fmla="*/ 5 h 41"/>
                <a:gd name="T52" fmla="*/ 29 w 60"/>
                <a:gd name="T53" fmla="*/ 5 h 41"/>
                <a:gd name="T54" fmla="*/ 31 w 60"/>
                <a:gd name="T55" fmla="*/ 6 h 41"/>
                <a:gd name="T56" fmla="*/ 29 w 60"/>
                <a:gd name="T57" fmla="*/ 7 h 41"/>
                <a:gd name="T58" fmla="*/ 29 w 60"/>
                <a:gd name="T59" fmla="*/ 7 h 41"/>
                <a:gd name="T60" fmla="*/ 27 w 60"/>
                <a:gd name="T61" fmla="*/ 11 h 41"/>
                <a:gd name="T62" fmla="*/ 28 w 60"/>
                <a:gd name="T63" fmla="*/ 12 h 41"/>
                <a:gd name="T64" fmla="*/ 31 w 60"/>
                <a:gd name="T65" fmla="*/ 14 h 41"/>
                <a:gd name="T66" fmla="*/ 31 w 60"/>
                <a:gd name="T67" fmla="*/ 14 h 41"/>
                <a:gd name="T68" fmla="*/ 33 w 60"/>
                <a:gd name="T69" fmla="*/ 12 h 41"/>
                <a:gd name="T70" fmla="*/ 34 w 60"/>
                <a:gd name="T71" fmla="*/ 11 h 41"/>
                <a:gd name="T72" fmla="*/ 35 w 60"/>
                <a:gd name="T73" fmla="*/ 11 h 41"/>
                <a:gd name="T74" fmla="*/ 39 w 60"/>
                <a:gd name="T75" fmla="*/ 12 h 41"/>
                <a:gd name="T76" fmla="*/ 39 w 60"/>
                <a:gd name="T77" fmla="*/ 12 h 41"/>
                <a:gd name="T78" fmla="*/ 49 w 60"/>
                <a:gd name="T79" fmla="*/ 17 h 41"/>
                <a:gd name="T80" fmla="*/ 53 w 60"/>
                <a:gd name="T81" fmla="*/ 20 h 41"/>
                <a:gd name="T82" fmla="*/ 55 w 60"/>
                <a:gd name="T83" fmla="*/ 20 h 41"/>
                <a:gd name="T84" fmla="*/ 55 w 60"/>
                <a:gd name="T85" fmla="*/ 20 h 41"/>
                <a:gd name="T86" fmla="*/ 58 w 60"/>
                <a:gd name="T87" fmla="*/ 21 h 41"/>
                <a:gd name="T88" fmla="*/ 59 w 60"/>
                <a:gd name="T89" fmla="*/ 22 h 41"/>
                <a:gd name="T90" fmla="*/ 60 w 60"/>
                <a:gd name="T91" fmla="*/ 23 h 41"/>
                <a:gd name="T92" fmla="*/ 59 w 60"/>
                <a:gd name="T93" fmla="*/ 26 h 41"/>
                <a:gd name="T94" fmla="*/ 59 w 60"/>
                <a:gd name="T95" fmla="*/ 26 h 41"/>
                <a:gd name="T96" fmla="*/ 54 w 60"/>
                <a:gd name="T97" fmla="*/ 33 h 41"/>
                <a:gd name="T98" fmla="*/ 51 w 60"/>
                <a:gd name="T99" fmla="*/ 37 h 41"/>
                <a:gd name="T100" fmla="*/ 48 w 60"/>
                <a:gd name="T101" fmla="*/ 38 h 41"/>
                <a:gd name="T102" fmla="*/ 48 w 60"/>
                <a:gd name="T103" fmla="*/ 38 h 41"/>
                <a:gd name="T104" fmla="*/ 45 w 60"/>
                <a:gd name="T105" fmla="*/ 38 h 41"/>
                <a:gd name="T106" fmla="*/ 43 w 60"/>
                <a:gd name="T107" fmla="*/ 37 h 41"/>
                <a:gd name="T108" fmla="*/ 40 w 60"/>
                <a:gd name="T109" fmla="*/ 36 h 41"/>
                <a:gd name="T110" fmla="*/ 40 w 60"/>
                <a:gd name="T111" fmla="*/ 36 h 41"/>
                <a:gd name="T112" fmla="*/ 39 w 60"/>
                <a:gd name="T113" fmla="*/ 37 h 41"/>
                <a:gd name="T114" fmla="*/ 39 w 60"/>
                <a:gd name="T115" fmla="*/ 38 h 41"/>
                <a:gd name="T116" fmla="*/ 39 w 60"/>
                <a:gd name="T117" fmla="*/ 39 h 41"/>
                <a:gd name="T118" fmla="*/ 37 w 60"/>
                <a:gd name="T119" fmla="*/ 41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0" h="41">
                  <a:moveTo>
                    <a:pt x="37" y="41"/>
                  </a:moveTo>
                  <a:lnTo>
                    <a:pt x="37" y="41"/>
                  </a:lnTo>
                  <a:lnTo>
                    <a:pt x="35" y="39"/>
                  </a:lnTo>
                  <a:lnTo>
                    <a:pt x="33" y="37"/>
                  </a:lnTo>
                  <a:lnTo>
                    <a:pt x="32" y="36"/>
                  </a:lnTo>
                  <a:lnTo>
                    <a:pt x="29" y="35"/>
                  </a:lnTo>
                  <a:lnTo>
                    <a:pt x="29" y="35"/>
                  </a:lnTo>
                  <a:lnTo>
                    <a:pt x="24" y="32"/>
                  </a:lnTo>
                  <a:lnTo>
                    <a:pt x="19" y="28"/>
                  </a:lnTo>
                  <a:lnTo>
                    <a:pt x="13" y="23"/>
                  </a:lnTo>
                  <a:lnTo>
                    <a:pt x="13" y="23"/>
                  </a:lnTo>
                  <a:lnTo>
                    <a:pt x="12" y="22"/>
                  </a:lnTo>
                  <a:lnTo>
                    <a:pt x="10" y="19"/>
                  </a:lnTo>
                  <a:lnTo>
                    <a:pt x="6" y="12"/>
                  </a:lnTo>
                  <a:lnTo>
                    <a:pt x="6" y="12"/>
                  </a:lnTo>
                  <a:lnTo>
                    <a:pt x="1" y="5"/>
                  </a:lnTo>
                  <a:lnTo>
                    <a:pt x="0" y="3"/>
                  </a:lnTo>
                  <a:lnTo>
                    <a:pt x="0" y="0"/>
                  </a:lnTo>
                  <a:lnTo>
                    <a:pt x="0" y="0"/>
                  </a:lnTo>
                  <a:lnTo>
                    <a:pt x="1" y="0"/>
                  </a:lnTo>
                  <a:lnTo>
                    <a:pt x="3" y="3"/>
                  </a:lnTo>
                  <a:lnTo>
                    <a:pt x="6" y="5"/>
                  </a:lnTo>
                  <a:lnTo>
                    <a:pt x="10" y="6"/>
                  </a:lnTo>
                  <a:lnTo>
                    <a:pt x="10" y="6"/>
                  </a:lnTo>
                  <a:lnTo>
                    <a:pt x="22" y="5"/>
                  </a:lnTo>
                  <a:lnTo>
                    <a:pt x="22" y="5"/>
                  </a:lnTo>
                  <a:lnTo>
                    <a:pt x="29" y="5"/>
                  </a:lnTo>
                  <a:lnTo>
                    <a:pt x="31" y="6"/>
                  </a:lnTo>
                  <a:lnTo>
                    <a:pt x="29" y="7"/>
                  </a:lnTo>
                  <a:lnTo>
                    <a:pt x="29" y="7"/>
                  </a:lnTo>
                  <a:lnTo>
                    <a:pt x="27" y="11"/>
                  </a:lnTo>
                  <a:lnTo>
                    <a:pt x="28" y="12"/>
                  </a:lnTo>
                  <a:lnTo>
                    <a:pt x="31" y="14"/>
                  </a:lnTo>
                  <a:lnTo>
                    <a:pt x="31" y="14"/>
                  </a:lnTo>
                  <a:lnTo>
                    <a:pt x="33" y="12"/>
                  </a:lnTo>
                  <a:lnTo>
                    <a:pt x="34" y="11"/>
                  </a:lnTo>
                  <a:lnTo>
                    <a:pt x="35" y="11"/>
                  </a:lnTo>
                  <a:lnTo>
                    <a:pt x="39" y="12"/>
                  </a:lnTo>
                  <a:lnTo>
                    <a:pt x="39" y="12"/>
                  </a:lnTo>
                  <a:lnTo>
                    <a:pt x="49" y="17"/>
                  </a:lnTo>
                  <a:lnTo>
                    <a:pt x="53" y="20"/>
                  </a:lnTo>
                  <a:lnTo>
                    <a:pt x="55" y="20"/>
                  </a:lnTo>
                  <a:lnTo>
                    <a:pt x="55" y="20"/>
                  </a:lnTo>
                  <a:lnTo>
                    <a:pt x="58" y="21"/>
                  </a:lnTo>
                  <a:lnTo>
                    <a:pt x="59" y="22"/>
                  </a:lnTo>
                  <a:lnTo>
                    <a:pt x="60" y="23"/>
                  </a:lnTo>
                  <a:lnTo>
                    <a:pt x="59" y="26"/>
                  </a:lnTo>
                  <a:lnTo>
                    <a:pt x="59" y="26"/>
                  </a:lnTo>
                  <a:lnTo>
                    <a:pt x="54" y="33"/>
                  </a:lnTo>
                  <a:lnTo>
                    <a:pt x="51" y="37"/>
                  </a:lnTo>
                  <a:lnTo>
                    <a:pt x="48" y="38"/>
                  </a:lnTo>
                  <a:lnTo>
                    <a:pt x="48" y="38"/>
                  </a:lnTo>
                  <a:lnTo>
                    <a:pt x="45" y="38"/>
                  </a:lnTo>
                  <a:lnTo>
                    <a:pt x="43" y="37"/>
                  </a:lnTo>
                  <a:lnTo>
                    <a:pt x="40" y="36"/>
                  </a:lnTo>
                  <a:lnTo>
                    <a:pt x="40" y="36"/>
                  </a:lnTo>
                  <a:lnTo>
                    <a:pt x="39" y="37"/>
                  </a:lnTo>
                  <a:lnTo>
                    <a:pt x="39" y="38"/>
                  </a:lnTo>
                  <a:lnTo>
                    <a:pt x="39" y="39"/>
                  </a:lnTo>
                  <a:lnTo>
                    <a:pt x="37" y="4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8" name="Freeform 1477"/>
            <p:cNvSpPr>
              <a:spLocks/>
            </p:cNvSpPr>
            <p:nvPr/>
          </p:nvSpPr>
          <p:spPr bwMode="gray">
            <a:xfrm>
              <a:off x="6714407" y="2049036"/>
              <a:ext cx="24791" cy="47753"/>
            </a:xfrm>
            <a:custGeom>
              <a:avLst/>
              <a:gdLst>
                <a:gd name="T0" fmla="*/ 10 w 10"/>
                <a:gd name="T1" fmla="*/ 19 h 19"/>
                <a:gd name="T2" fmla="*/ 10 w 10"/>
                <a:gd name="T3" fmla="*/ 19 h 19"/>
                <a:gd name="T4" fmla="*/ 7 w 10"/>
                <a:gd name="T5" fmla="*/ 17 h 19"/>
                <a:gd name="T6" fmla="*/ 5 w 10"/>
                <a:gd name="T7" fmla="*/ 16 h 19"/>
                <a:gd name="T8" fmla="*/ 1 w 10"/>
                <a:gd name="T9" fmla="*/ 10 h 19"/>
                <a:gd name="T10" fmla="*/ 0 w 10"/>
                <a:gd name="T11" fmla="*/ 3 h 19"/>
                <a:gd name="T12" fmla="*/ 0 w 10"/>
                <a:gd name="T13" fmla="*/ 0 h 19"/>
                <a:gd name="T14" fmla="*/ 1 w 10"/>
                <a:gd name="T15" fmla="*/ 0 h 19"/>
                <a:gd name="T16" fmla="*/ 1 w 10"/>
                <a:gd name="T17" fmla="*/ 0 h 19"/>
                <a:gd name="T18" fmla="*/ 3 w 10"/>
                <a:gd name="T19" fmla="*/ 0 h 19"/>
                <a:gd name="T20" fmla="*/ 5 w 10"/>
                <a:gd name="T21" fmla="*/ 3 h 19"/>
                <a:gd name="T22" fmla="*/ 9 w 10"/>
                <a:gd name="T23" fmla="*/ 9 h 19"/>
                <a:gd name="T24" fmla="*/ 10 w 10"/>
                <a:gd name="T25" fmla="*/ 15 h 19"/>
                <a:gd name="T26" fmla="*/ 10 w 10"/>
                <a:gd name="T27" fmla="*/ 17 h 19"/>
                <a:gd name="T28" fmla="*/ 10 w 10"/>
                <a:gd name="T29" fmla="*/ 19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19">
                  <a:moveTo>
                    <a:pt x="10" y="19"/>
                  </a:moveTo>
                  <a:lnTo>
                    <a:pt x="10" y="19"/>
                  </a:lnTo>
                  <a:lnTo>
                    <a:pt x="7" y="17"/>
                  </a:lnTo>
                  <a:lnTo>
                    <a:pt x="5" y="16"/>
                  </a:lnTo>
                  <a:lnTo>
                    <a:pt x="1" y="10"/>
                  </a:lnTo>
                  <a:lnTo>
                    <a:pt x="0" y="3"/>
                  </a:lnTo>
                  <a:lnTo>
                    <a:pt x="0" y="0"/>
                  </a:lnTo>
                  <a:lnTo>
                    <a:pt x="1" y="0"/>
                  </a:lnTo>
                  <a:lnTo>
                    <a:pt x="1" y="0"/>
                  </a:lnTo>
                  <a:lnTo>
                    <a:pt x="3" y="0"/>
                  </a:lnTo>
                  <a:lnTo>
                    <a:pt x="5" y="3"/>
                  </a:lnTo>
                  <a:lnTo>
                    <a:pt x="9" y="9"/>
                  </a:lnTo>
                  <a:lnTo>
                    <a:pt x="10" y="15"/>
                  </a:lnTo>
                  <a:lnTo>
                    <a:pt x="10" y="17"/>
                  </a:lnTo>
                  <a:lnTo>
                    <a:pt x="10" y="1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39" name="Freeform 1479"/>
            <p:cNvSpPr>
              <a:spLocks/>
            </p:cNvSpPr>
            <p:nvPr/>
          </p:nvSpPr>
          <p:spPr bwMode="gray">
            <a:xfrm>
              <a:off x="7820089" y="2506457"/>
              <a:ext cx="39666" cy="45239"/>
            </a:xfrm>
            <a:custGeom>
              <a:avLst/>
              <a:gdLst>
                <a:gd name="T0" fmla="*/ 7 w 16"/>
                <a:gd name="T1" fmla="*/ 18 h 18"/>
                <a:gd name="T2" fmla="*/ 7 w 16"/>
                <a:gd name="T3" fmla="*/ 18 h 18"/>
                <a:gd name="T4" fmla="*/ 5 w 16"/>
                <a:gd name="T5" fmla="*/ 15 h 18"/>
                <a:gd name="T6" fmla="*/ 3 w 16"/>
                <a:gd name="T7" fmla="*/ 11 h 18"/>
                <a:gd name="T8" fmla="*/ 2 w 16"/>
                <a:gd name="T9" fmla="*/ 8 h 18"/>
                <a:gd name="T10" fmla="*/ 1 w 16"/>
                <a:gd name="T11" fmla="*/ 5 h 18"/>
                <a:gd name="T12" fmla="*/ 1 w 16"/>
                <a:gd name="T13" fmla="*/ 5 h 18"/>
                <a:gd name="T14" fmla="*/ 0 w 16"/>
                <a:gd name="T15" fmla="*/ 4 h 18"/>
                <a:gd name="T16" fmla="*/ 0 w 16"/>
                <a:gd name="T17" fmla="*/ 3 h 18"/>
                <a:gd name="T18" fmla="*/ 1 w 16"/>
                <a:gd name="T19" fmla="*/ 2 h 18"/>
                <a:gd name="T20" fmla="*/ 5 w 16"/>
                <a:gd name="T21" fmla="*/ 2 h 18"/>
                <a:gd name="T22" fmla="*/ 5 w 16"/>
                <a:gd name="T23" fmla="*/ 2 h 18"/>
                <a:gd name="T24" fmla="*/ 12 w 16"/>
                <a:gd name="T25" fmla="*/ 0 h 18"/>
                <a:gd name="T26" fmla="*/ 14 w 16"/>
                <a:gd name="T27" fmla="*/ 0 h 18"/>
                <a:gd name="T28" fmla="*/ 16 w 16"/>
                <a:gd name="T29" fmla="*/ 2 h 18"/>
                <a:gd name="T30" fmla="*/ 14 w 16"/>
                <a:gd name="T31" fmla="*/ 2 h 18"/>
                <a:gd name="T32" fmla="*/ 14 w 16"/>
                <a:gd name="T33" fmla="*/ 2 h 18"/>
                <a:gd name="T34" fmla="*/ 12 w 16"/>
                <a:gd name="T35" fmla="*/ 11 h 18"/>
                <a:gd name="T36" fmla="*/ 11 w 16"/>
                <a:gd name="T37" fmla="*/ 16 h 18"/>
                <a:gd name="T38" fmla="*/ 10 w 16"/>
                <a:gd name="T39" fmla="*/ 18 h 18"/>
                <a:gd name="T40" fmla="*/ 7 w 16"/>
                <a:gd name="T41" fmla="*/ 18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6" h="18">
                  <a:moveTo>
                    <a:pt x="7" y="18"/>
                  </a:moveTo>
                  <a:lnTo>
                    <a:pt x="7" y="18"/>
                  </a:lnTo>
                  <a:lnTo>
                    <a:pt x="5" y="15"/>
                  </a:lnTo>
                  <a:lnTo>
                    <a:pt x="3" y="11"/>
                  </a:lnTo>
                  <a:lnTo>
                    <a:pt x="2" y="8"/>
                  </a:lnTo>
                  <a:lnTo>
                    <a:pt x="1" y="5"/>
                  </a:lnTo>
                  <a:lnTo>
                    <a:pt x="1" y="5"/>
                  </a:lnTo>
                  <a:lnTo>
                    <a:pt x="0" y="4"/>
                  </a:lnTo>
                  <a:lnTo>
                    <a:pt x="0" y="3"/>
                  </a:lnTo>
                  <a:lnTo>
                    <a:pt x="1" y="2"/>
                  </a:lnTo>
                  <a:lnTo>
                    <a:pt x="5" y="2"/>
                  </a:lnTo>
                  <a:lnTo>
                    <a:pt x="5" y="2"/>
                  </a:lnTo>
                  <a:lnTo>
                    <a:pt x="12" y="0"/>
                  </a:lnTo>
                  <a:lnTo>
                    <a:pt x="14" y="0"/>
                  </a:lnTo>
                  <a:lnTo>
                    <a:pt x="16" y="2"/>
                  </a:lnTo>
                  <a:lnTo>
                    <a:pt x="14" y="2"/>
                  </a:lnTo>
                  <a:lnTo>
                    <a:pt x="14" y="2"/>
                  </a:lnTo>
                  <a:lnTo>
                    <a:pt x="12" y="11"/>
                  </a:lnTo>
                  <a:lnTo>
                    <a:pt x="11" y="16"/>
                  </a:lnTo>
                  <a:lnTo>
                    <a:pt x="10" y="18"/>
                  </a:lnTo>
                  <a:lnTo>
                    <a:pt x="7" y="1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40" name="Freeform 1504"/>
            <p:cNvSpPr>
              <a:spLocks/>
            </p:cNvSpPr>
            <p:nvPr/>
          </p:nvSpPr>
          <p:spPr bwMode="gray">
            <a:xfrm>
              <a:off x="2775103" y="3479109"/>
              <a:ext cx="34708" cy="62833"/>
            </a:xfrm>
            <a:custGeom>
              <a:avLst/>
              <a:gdLst>
                <a:gd name="T0" fmla="*/ 1 w 14"/>
                <a:gd name="T1" fmla="*/ 23 h 25"/>
                <a:gd name="T2" fmla="*/ 1 w 14"/>
                <a:gd name="T3" fmla="*/ 23 h 25"/>
                <a:gd name="T4" fmla="*/ 0 w 14"/>
                <a:gd name="T5" fmla="*/ 20 h 25"/>
                <a:gd name="T6" fmla="*/ 0 w 14"/>
                <a:gd name="T7" fmla="*/ 15 h 25"/>
                <a:gd name="T8" fmla="*/ 1 w 14"/>
                <a:gd name="T9" fmla="*/ 10 h 25"/>
                <a:gd name="T10" fmla="*/ 3 w 14"/>
                <a:gd name="T11" fmla="*/ 6 h 25"/>
                <a:gd name="T12" fmla="*/ 3 w 14"/>
                <a:gd name="T13" fmla="*/ 6 h 25"/>
                <a:gd name="T14" fmla="*/ 12 w 14"/>
                <a:gd name="T15" fmla="*/ 1 h 25"/>
                <a:gd name="T16" fmla="*/ 14 w 14"/>
                <a:gd name="T17" fmla="*/ 0 h 25"/>
                <a:gd name="T18" fmla="*/ 14 w 14"/>
                <a:gd name="T19" fmla="*/ 0 h 25"/>
                <a:gd name="T20" fmla="*/ 14 w 14"/>
                <a:gd name="T21" fmla="*/ 1 h 25"/>
                <a:gd name="T22" fmla="*/ 14 w 14"/>
                <a:gd name="T23" fmla="*/ 1 h 25"/>
                <a:gd name="T24" fmla="*/ 13 w 14"/>
                <a:gd name="T25" fmla="*/ 5 h 25"/>
                <a:gd name="T26" fmla="*/ 12 w 14"/>
                <a:gd name="T27" fmla="*/ 7 h 25"/>
                <a:gd name="T28" fmla="*/ 11 w 14"/>
                <a:gd name="T29" fmla="*/ 13 h 25"/>
                <a:gd name="T30" fmla="*/ 11 w 14"/>
                <a:gd name="T31" fmla="*/ 13 h 25"/>
                <a:gd name="T32" fmla="*/ 6 w 14"/>
                <a:gd name="T33" fmla="*/ 20 h 25"/>
                <a:gd name="T34" fmla="*/ 3 w 14"/>
                <a:gd name="T35" fmla="*/ 23 h 25"/>
                <a:gd name="T36" fmla="*/ 2 w 14"/>
                <a:gd name="T37" fmla="*/ 25 h 25"/>
                <a:gd name="T38" fmla="*/ 1 w 14"/>
                <a:gd name="T39" fmla="*/ 23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25">
                  <a:moveTo>
                    <a:pt x="1" y="23"/>
                  </a:moveTo>
                  <a:lnTo>
                    <a:pt x="1" y="23"/>
                  </a:lnTo>
                  <a:lnTo>
                    <a:pt x="0" y="20"/>
                  </a:lnTo>
                  <a:lnTo>
                    <a:pt x="0" y="15"/>
                  </a:lnTo>
                  <a:lnTo>
                    <a:pt x="1" y="10"/>
                  </a:lnTo>
                  <a:lnTo>
                    <a:pt x="3" y="6"/>
                  </a:lnTo>
                  <a:lnTo>
                    <a:pt x="3" y="6"/>
                  </a:lnTo>
                  <a:lnTo>
                    <a:pt x="12" y="1"/>
                  </a:lnTo>
                  <a:lnTo>
                    <a:pt x="14" y="0"/>
                  </a:lnTo>
                  <a:lnTo>
                    <a:pt x="14" y="0"/>
                  </a:lnTo>
                  <a:lnTo>
                    <a:pt x="14" y="1"/>
                  </a:lnTo>
                  <a:lnTo>
                    <a:pt x="14" y="1"/>
                  </a:lnTo>
                  <a:lnTo>
                    <a:pt x="13" y="5"/>
                  </a:lnTo>
                  <a:lnTo>
                    <a:pt x="12" y="7"/>
                  </a:lnTo>
                  <a:lnTo>
                    <a:pt x="11" y="13"/>
                  </a:lnTo>
                  <a:lnTo>
                    <a:pt x="11" y="13"/>
                  </a:lnTo>
                  <a:lnTo>
                    <a:pt x="6" y="20"/>
                  </a:lnTo>
                  <a:lnTo>
                    <a:pt x="3" y="23"/>
                  </a:lnTo>
                  <a:lnTo>
                    <a:pt x="2" y="25"/>
                  </a:lnTo>
                  <a:lnTo>
                    <a:pt x="1" y="2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41" name="Freeform 1508"/>
            <p:cNvSpPr>
              <a:spLocks/>
            </p:cNvSpPr>
            <p:nvPr/>
          </p:nvSpPr>
          <p:spPr bwMode="gray">
            <a:xfrm>
              <a:off x="2908974" y="3401196"/>
              <a:ext cx="14875" cy="15079"/>
            </a:xfrm>
            <a:custGeom>
              <a:avLst/>
              <a:gdLst>
                <a:gd name="T0" fmla="*/ 1 w 6"/>
                <a:gd name="T1" fmla="*/ 6 h 6"/>
                <a:gd name="T2" fmla="*/ 1 w 6"/>
                <a:gd name="T3" fmla="*/ 6 h 6"/>
                <a:gd name="T4" fmla="*/ 0 w 6"/>
                <a:gd name="T5" fmla="*/ 5 h 6"/>
                <a:gd name="T6" fmla="*/ 0 w 6"/>
                <a:gd name="T7" fmla="*/ 4 h 6"/>
                <a:gd name="T8" fmla="*/ 4 w 6"/>
                <a:gd name="T9" fmla="*/ 0 h 6"/>
                <a:gd name="T10" fmla="*/ 4 w 6"/>
                <a:gd name="T11" fmla="*/ 0 h 6"/>
                <a:gd name="T12" fmla="*/ 5 w 6"/>
                <a:gd name="T13" fmla="*/ 1 h 6"/>
                <a:gd name="T14" fmla="*/ 6 w 6"/>
                <a:gd name="T15" fmla="*/ 3 h 6"/>
                <a:gd name="T16" fmla="*/ 5 w 6"/>
                <a:gd name="T17" fmla="*/ 5 h 6"/>
                <a:gd name="T18" fmla="*/ 1 w 6"/>
                <a:gd name="T19"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 h="6">
                  <a:moveTo>
                    <a:pt x="1" y="6"/>
                  </a:moveTo>
                  <a:lnTo>
                    <a:pt x="1" y="6"/>
                  </a:lnTo>
                  <a:lnTo>
                    <a:pt x="0" y="5"/>
                  </a:lnTo>
                  <a:lnTo>
                    <a:pt x="0" y="4"/>
                  </a:lnTo>
                  <a:lnTo>
                    <a:pt x="4" y="0"/>
                  </a:lnTo>
                  <a:lnTo>
                    <a:pt x="4" y="0"/>
                  </a:lnTo>
                  <a:lnTo>
                    <a:pt x="5" y="1"/>
                  </a:lnTo>
                  <a:lnTo>
                    <a:pt x="6" y="3"/>
                  </a:lnTo>
                  <a:lnTo>
                    <a:pt x="5" y="5"/>
                  </a:lnTo>
                  <a:lnTo>
                    <a:pt x="1"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55" name="Freeform 1540"/>
            <p:cNvSpPr>
              <a:spLocks/>
            </p:cNvSpPr>
            <p:nvPr/>
          </p:nvSpPr>
          <p:spPr bwMode="gray">
            <a:xfrm>
              <a:off x="2651147" y="4595019"/>
              <a:ext cx="17353" cy="12566"/>
            </a:xfrm>
            <a:custGeom>
              <a:avLst/>
              <a:gdLst>
                <a:gd name="T0" fmla="*/ 7 w 7"/>
                <a:gd name="T1" fmla="*/ 3 h 5"/>
                <a:gd name="T2" fmla="*/ 7 w 7"/>
                <a:gd name="T3" fmla="*/ 3 h 5"/>
                <a:gd name="T4" fmla="*/ 7 w 7"/>
                <a:gd name="T5" fmla="*/ 4 h 5"/>
                <a:gd name="T6" fmla="*/ 4 w 7"/>
                <a:gd name="T7" fmla="*/ 5 h 5"/>
                <a:gd name="T8" fmla="*/ 2 w 7"/>
                <a:gd name="T9" fmla="*/ 4 h 5"/>
                <a:gd name="T10" fmla="*/ 0 w 7"/>
                <a:gd name="T11" fmla="*/ 3 h 5"/>
                <a:gd name="T12" fmla="*/ 0 w 7"/>
                <a:gd name="T13" fmla="*/ 3 h 5"/>
                <a:gd name="T14" fmla="*/ 0 w 7"/>
                <a:gd name="T15" fmla="*/ 2 h 5"/>
                <a:gd name="T16" fmla="*/ 2 w 7"/>
                <a:gd name="T17" fmla="*/ 0 h 5"/>
                <a:gd name="T18" fmla="*/ 4 w 7"/>
                <a:gd name="T19" fmla="*/ 2 h 5"/>
                <a:gd name="T20" fmla="*/ 7 w 7"/>
                <a:gd name="T21" fmla="*/ 3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 h="5">
                  <a:moveTo>
                    <a:pt x="7" y="3"/>
                  </a:moveTo>
                  <a:lnTo>
                    <a:pt x="7" y="3"/>
                  </a:lnTo>
                  <a:lnTo>
                    <a:pt x="7" y="4"/>
                  </a:lnTo>
                  <a:lnTo>
                    <a:pt x="4" y="5"/>
                  </a:lnTo>
                  <a:lnTo>
                    <a:pt x="2" y="4"/>
                  </a:lnTo>
                  <a:lnTo>
                    <a:pt x="0" y="3"/>
                  </a:lnTo>
                  <a:lnTo>
                    <a:pt x="0" y="3"/>
                  </a:lnTo>
                  <a:lnTo>
                    <a:pt x="0" y="2"/>
                  </a:lnTo>
                  <a:lnTo>
                    <a:pt x="2" y="0"/>
                  </a:lnTo>
                  <a:lnTo>
                    <a:pt x="4" y="2"/>
                  </a:lnTo>
                  <a:lnTo>
                    <a:pt x="7" y="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58" name="Freeform 1546"/>
            <p:cNvSpPr>
              <a:spLocks/>
            </p:cNvSpPr>
            <p:nvPr/>
          </p:nvSpPr>
          <p:spPr bwMode="gray">
            <a:xfrm>
              <a:off x="4639392" y="5778788"/>
              <a:ext cx="17353" cy="12566"/>
            </a:xfrm>
            <a:custGeom>
              <a:avLst/>
              <a:gdLst>
                <a:gd name="T0" fmla="*/ 2 w 7"/>
                <a:gd name="T1" fmla="*/ 5 h 5"/>
                <a:gd name="T2" fmla="*/ 2 w 7"/>
                <a:gd name="T3" fmla="*/ 5 h 5"/>
                <a:gd name="T4" fmla="*/ 0 w 7"/>
                <a:gd name="T5" fmla="*/ 3 h 5"/>
                <a:gd name="T6" fmla="*/ 0 w 7"/>
                <a:gd name="T7" fmla="*/ 2 h 5"/>
                <a:gd name="T8" fmla="*/ 0 w 7"/>
                <a:gd name="T9" fmla="*/ 2 h 5"/>
                <a:gd name="T10" fmla="*/ 1 w 7"/>
                <a:gd name="T11" fmla="*/ 1 h 5"/>
                <a:gd name="T12" fmla="*/ 2 w 7"/>
                <a:gd name="T13" fmla="*/ 0 h 5"/>
                <a:gd name="T14" fmla="*/ 2 w 7"/>
                <a:gd name="T15" fmla="*/ 0 h 5"/>
                <a:gd name="T16" fmla="*/ 5 w 7"/>
                <a:gd name="T17" fmla="*/ 0 h 5"/>
                <a:gd name="T18" fmla="*/ 5 w 7"/>
                <a:gd name="T19" fmla="*/ 0 h 5"/>
                <a:gd name="T20" fmla="*/ 6 w 7"/>
                <a:gd name="T21" fmla="*/ 0 h 5"/>
                <a:gd name="T22" fmla="*/ 7 w 7"/>
                <a:gd name="T23" fmla="*/ 1 h 5"/>
                <a:gd name="T24" fmla="*/ 7 w 7"/>
                <a:gd name="T25" fmla="*/ 1 h 5"/>
                <a:gd name="T26" fmla="*/ 7 w 7"/>
                <a:gd name="T27" fmla="*/ 2 h 5"/>
                <a:gd name="T28" fmla="*/ 5 w 7"/>
                <a:gd name="T29" fmla="*/ 3 h 5"/>
                <a:gd name="T30" fmla="*/ 5 w 7"/>
                <a:gd name="T31" fmla="*/ 3 h 5"/>
                <a:gd name="T32" fmla="*/ 2 w 7"/>
                <a:gd name="T33" fmla="*/ 5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 h="5">
                  <a:moveTo>
                    <a:pt x="2" y="5"/>
                  </a:moveTo>
                  <a:lnTo>
                    <a:pt x="2" y="5"/>
                  </a:lnTo>
                  <a:lnTo>
                    <a:pt x="0" y="3"/>
                  </a:lnTo>
                  <a:lnTo>
                    <a:pt x="0" y="2"/>
                  </a:lnTo>
                  <a:lnTo>
                    <a:pt x="0" y="2"/>
                  </a:lnTo>
                  <a:lnTo>
                    <a:pt x="1" y="1"/>
                  </a:lnTo>
                  <a:lnTo>
                    <a:pt x="2" y="0"/>
                  </a:lnTo>
                  <a:lnTo>
                    <a:pt x="2" y="0"/>
                  </a:lnTo>
                  <a:lnTo>
                    <a:pt x="5" y="0"/>
                  </a:lnTo>
                  <a:lnTo>
                    <a:pt x="5" y="0"/>
                  </a:lnTo>
                  <a:lnTo>
                    <a:pt x="6" y="0"/>
                  </a:lnTo>
                  <a:lnTo>
                    <a:pt x="7" y="1"/>
                  </a:lnTo>
                  <a:lnTo>
                    <a:pt x="7" y="1"/>
                  </a:lnTo>
                  <a:lnTo>
                    <a:pt x="7" y="2"/>
                  </a:lnTo>
                  <a:lnTo>
                    <a:pt x="5" y="3"/>
                  </a:lnTo>
                  <a:lnTo>
                    <a:pt x="5" y="3"/>
                  </a:lnTo>
                  <a:lnTo>
                    <a:pt x="2" y="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0" name="Freeform 1558"/>
            <p:cNvSpPr>
              <a:spLocks/>
            </p:cNvSpPr>
            <p:nvPr/>
          </p:nvSpPr>
          <p:spPr bwMode="gray">
            <a:xfrm>
              <a:off x="3885744" y="4969502"/>
              <a:ext cx="9918" cy="10052"/>
            </a:xfrm>
            <a:custGeom>
              <a:avLst/>
              <a:gdLst>
                <a:gd name="T0" fmla="*/ 4 w 4"/>
                <a:gd name="T1" fmla="*/ 4 h 4"/>
                <a:gd name="T2" fmla="*/ 4 w 4"/>
                <a:gd name="T3" fmla="*/ 4 h 4"/>
                <a:gd name="T4" fmla="*/ 2 w 4"/>
                <a:gd name="T5" fmla="*/ 4 h 4"/>
                <a:gd name="T6" fmla="*/ 0 w 4"/>
                <a:gd name="T7" fmla="*/ 4 h 4"/>
                <a:gd name="T8" fmla="*/ 0 w 4"/>
                <a:gd name="T9" fmla="*/ 3 h 4"/>
                <a:gd name="T10" fmla="*/ 0 w 4"/>
                <a:gd name="T11" fmla="*/ 2 h 4"/>
                <a:gd name="T12" fmla="*/ 0 w 4"/>
                <a:gd name="T13" fmla="*/ 2 h 4"/>
                <a:gd name="T14" fmla="*/ 1 w 4"/>
                <a:gd name="T15" fmla="*/ 0 h 4"/>
                <a:gd name="T16" fmla="*/ 2 w 4"/>
                <a:gd name="T17" fmla="*/ 2 h 4"/>
                <a:gd name="T18" fmla="*/ 4 w 4"/>
                <a:gd name="T19" fmla="*/ 3 h 4"/>
                <a:gd name="T20" fmla="*/ 4 w 4"/>
                <a:gd name="T21" fmla="*/ 4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 h="4">
                  <a:moveTo>
                    <a:pt x="4" y="4"/>
                  </a:moveTo>
                  <a:lnTo>
                    <a:pt x="4" y="4"/>
                  </a:lnTo>
                  <a:lnTo>
                    <a:pt x="2" y="4"/>
                  </a:lnTo>
                  <a:lnTo>
                    <a:pt x="0" y="4"/>
                  </a:lnTo>
                  <a:lnTo>
                    <a:pt x="0" y="3"/>
                  </a:lnTo>
                  <a:lnTo>
                    <a:pt x="0" y="2"/>
                  </a:lnTo>
                  <a:lnTo>
                    <a:pt x="0" y="2"/>
                  </a:lnTo>
                  <a:lnTo>
                    <a:pt x="1" y="0"/>
                  </a:lnTo>
                  <a:lnTo>
                    <a:pt x="2" y="2"/>
                  </a:lnTo>
                  <a:lnTo>
                    <a:pt x="4" y="3"/>
                  </a:lnTo>
                  <a:lnTo>
                    <a:pt x="4"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2" name="Freeform 1562"/>
            <p:cNvSpPr>
              <a:spLocks/>
            </p:cNvSpPr>
            <p:nvPr/>
          </p:nvSpPr>
          <p:spPr bwMode="gray">
            <a:xfrm>
              <a:off x="7096189" y="4220534"/>
              <a:ext cx="29750" cy="30160"/>
            </a:xfrm>
            <a:custGeom>
              <a:avLst/>
              <a:gdLst>
                <a:gd name="T0" fmla="*/ 12 w 12"/>
                <a:gd name="T1" fmla="*/ 0 h 12"/>
                <a:gd name="T2" fmla="*/ 12 w 12"/>
                <a:gd name="T3" fmla="*/ 0 h 12"/>
                <a:gd name="T4" fmla="*/ 10 w 12"/>
                <a:gd name="T5" fmla="*/ 3 h 12"/>
                <a:gd name="T6" fmla="*/ 6 w 12"/>
                <a:gd name="T7" fmla="*/ 7 h 12"/>
                <a:gd name="T8" fmla="*/ 2 w 12"/>
                <a:gd name="T9" fmla="*/ 10 h 12"/>
                <a:gd name="T10" fmla="*/ 0 w 12"/>
                <a:gd name="T11" fmla="*/ 12 h 12"/>
                <a:gd name="T12" fmla="*/ 0 w 12"/>
                <a:gd name="T13" fmla="*/ 10 h 12"/>
                <a:gd name="T14" fmla="*/ 0 w 12"/>
                <a:gd name="T15" fmla="*/ 10 h 12"/>
                <a:gd name="T16" fmla="*/ 1 w 12"/>
                <a:gd name="T17" fmla="*/ 8 h 12"/>
                <a:gd name="T18" fmla="*/ 5 w 12"/>
                <a:gd name="T19" fmla="*/ 4 h 12"/>
                <a:gd name="T20" fmla="*/ 10 w 12"/>
                <a:gd name="T21" fmla="*/ 0 h 12"/>
                <a:gd name="T22" fmla="*/ 12 w 12"/>
                <a:gd name="T23"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 h="12">
                  <a:moveTo>
                    <a:pt x="12" y="0"/>
                  </a:moveTo>
                  <a:lnTo>
                    <a:pt x="12" y="0"/>
                  </a:lnTo>
                  <a:lnTo>
                    <a:pt x="10" y="3"/>
                  </a:lnTo>
                  <a:lnTo>
                    <a:pt x="6" y="7"/>
                  </a:lnTo>
                  <a:lnTo>
                    <a:pt x="2" y="10"/>
                  </a:lnTo>
                  <a:lnTo>
                    <a:pt x="0" y="12"/>
                  </a:lnTo>
                  <a:lnTo>
                    <a:pt x="0" y="10"/>
                  </a:lnTo>
                  <a:lnTo>
                    <a:pt x="0" y="10"/>
                  </a:lnTo>
                  <a:lnTo>
                    <a:pt x="1" y="8"/>
                  </a:lnTo>
                  <a:lnTo>
                    <a:pt x="5" y="4"/>
                  </a:lnTo>
                  <a:lnTo>
                    <a:pt x="10" y="0"/>
                  </a:lnTo>
                  <a:lnTo>
                    <a:pt x="12"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3" name="Freeform 1564"/>
            <p:cNvSpPr>
              <a:spLocks/>
            </p:cNvSpPr>
            <p:nvPr/>
          </p:nvSpPr>
          <p:spPr bwMode="gray">
            <a:xfrm>
              <a:off x="7145771" y="4165242"/>
              <a:ext cx="57019" cy="50265"/>
            </a:xfrm>
            <a:custGeom>
              <a:avLst/>
              <a:gdLst>
                <a:gd name="T0" fmla="*/ 1 w 23"/>
                <a:gd name="T1" fmla="*/ 20 h 20"/>
                <a:gd name="T2" fmla="*/ 1 w 23"/>
                <a:gd name="T3" fmla="*/ 20 h 20"/>
                <a:gd name="T4" fmla="*/ 0 w 23"/>
                <a:gd name="T5" fmla="*/ 19 h 20"/>
                <a:gd name="T6" fmla="*/ 1 w 23"/>
                <a:gd name="T7" fmla="*/ 16 h 20"/>
                <a:gd name="T8" fmla="*/ 5 w 23"/>
                <a:gd name="T9" fmla="*/ 11 h 20"/>
                <a:gd name="T10" fmla="*/ 8 w 23"/>
                <a:gd name="T11" fmla="*/ 8 h 20"/>
                <a:gd name="T12" fmla="*/ 12 w 23"/>
                <a:gd name="T13" fmla="*/ 6 h 20"/>
                <a:gd name="T14" fmla="*/ 12 w 23"/>
                <a:gd name="T15" fmla="*/ 6 h 20"/>
                <a:gd name="T16" fmla="*/ 14 w 23"/>
                <a:gd name="T17" fmla="*/ 5 h 20"/>
                <a:gd name="T18" fmla="*/ 18 w 23"/>
                <a:gd name="T19" fmla="*/ 4 h 20"/>
                <a:gd name="T20" fmla="*/ 23 w 23"/>
                <a:gd name="T21" fmla="*/ 0 h 20"/>
                <a:gd name="T22" fmla="*/ 23 w 23"/>
                <a:gd name="T23" fmla="*/ 0 h 20"/>
                <a:gd name="T24" fmla="*/ 21 w 23"/>
                <a:gd name="T25" fmla="*/ 4 h 20"/>
                <a:gd name="T26" fmla="*/ 13 w 23"/>
                <a:gd name="T27" fmla="*/ 11 h 20"/>
                <a:gd name="T28" fmla="*/ 5 w 23"/>
                <a:gd name="T29" fmla="*/ 18 h 20"/>
                <a:gd name="T30" fmla="*/ 1 w 23"/>
                <a:gd name="T31" fmla="*/ 2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3" h="20">
                  <a:moveTo>
                    <a:pt x="1" y="20"/>
                  </a:moveTo>
                  <a:lnTo>
                    <a:pt x="1" y="20"/>
                  </a:lnTo>
                  <a:lnTo>
                    <a:pt x="0" y="19"/>
                  </a:lnTo>
                  <a:lnTo>
                    <a:pt x="1" y="16"/>
                  </a:lnTo>
                  <a:lnTo>
                    <a:pt x="5" y="11"/>
                  </a:lnTo>
                  <a:lnTo>
                    <a:pt x="8" y="8"/>
                  </a:lnTo>
                  <a:lnTo>
                    <a:pt x="12" y="6"/>
                  </a:lnTo>
                  <a:lnTo>
                    <a:pt x="12" y="6"/>
                  </a:lnTo>
                  <a:lnTo>
                    <a:pt x="14" y="5"/>
                  </a:lnTo>
                  <a:lnTo>
                    <a:pt x="18" y="4"/>
                  </a:lnTo>
                  <a:lnTo>
                    <a:pt x="23" y="0"/>
                  </a:lnTo>
                  <a:lnTo>
                    <a:pt x="23" y="0"/>
                  </a:lnTo>
                  <a:lnTo>
                    <a:pt x="21" y="4"/>
                  </a:lnTo>
                  <a:lnTo>
                    <a:pt x="13" y="11"/>
                  </a:lnTo>
                  <a:lnTo>
                    <a:pt x="5" y="18"/>
                  </a:lnTo>
                  <a:lnTo>
                    <a:pt x="1" y="2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4" name="Freeform 1566"/>
            <p:cNvSpPr>
              <a:spLocks/>
            </p:cNvSpPr>
            <p:nvPr/>
          </p:nvSpPr>
          <p:spPr bwMode="gray">
            <a:xfrm>
              <a:off x="7227581" y="4127543"/>
              <a:ext cx="24791" cy="30160"/>
            </a:xfrm>
            <a:custGeom>
              <a:avLst/>
              <a:gdLst>
                <a:gd name="T0" fmla="*/ 1 w 10"/>
                <a:gd name="T1" fmla="*/ 12 h 12"/>
                <a:gd name="T2" fmla="*/ 1 w 10"/>
                <a:gd name="T3" fmla="*/ 12 h 12"/>
                <a:gd name="T4" fmla="*/ 0 w 10"/>
                <a:gd name="T5" fmla="*/ 10 h 12"/>
                <a:gd name="T6" fmla="*/ 1 w 10"/>
                <a:gd name="T7" fmla="*/ 9 h 12"/>
                <a:gd name="T8" fmla="*/ 4 w 10"/>
                <a:gd name="T9" fmla="*/ 5 h 12"/>
                <a:gd name="T10" fmla="*/ 7 w 10"/>
                <a:gd name="T11" fmla="*/ 2 h 12"/>
                <a:gd name="T12" fmla="*/ 8 w 10"/>
                <a:gd name="T13" fmla="*/ 0 h 12"/>
                <a:gd name="T14" fmla="*/ 10 w 10"/>
                <a:gd name="T15" fmla="*/ 2 h 12"/>
                <a:gd name="T16" fmla="*/ 10 w 10"/>
                <a:gd name="T17" fmla="*/ 2 h 12"/>
                <a:gd name="T18" fmla="*/ 10 w 10"/>
                <a:gd name="T19" fmla="*/ 3 h 12"/>
                <a:gd name="T20" fmla="*/ 10 w 10"/>
                <a:gd name="T21" fmla="*/ 4 h 12"/>
                <a:gd name="T22" fmla="*/ 7 w 10"/>
                <a:gd name="T23" fmla="*/ 8 h 12"/>
                <a:gd name="T24" fmla="*/ 4 w 10"/>
                <a:gd name="T25" fmla="*/ 10 h 12"/>
                <a:gd name="T26" fmla="*/ 1 w 10"/>
                <a:gd name="T27" fmla="*/ 12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2">
                  <a:moveTo>
                    <a:pt x="1" y="12"/>
                  </a:moveTo>
                  <a:lnTo>
                    <a:pt x="1" y="12"/>
                  </a:lnTo>
                  <a:lnTo>
                    <a:pt x="0" y="10"/>
                  </a:lnTo>
                  <a:lnTo>
                    <a:pt x="1" y="9"/>
                  </a:lnTo>
                  <a:lnTo>
                    <a:pt x="4" y="5"/>
                  </a:lnTo>
                  <a:lnTo>
                    <a:pt x="7" y="2"/>
                  </a:lnTo>
                  <a:lnTo>
                    <a:pt x="8" y="0"/>
                  </a:lnTo>
                  <a:lnTo>
                    <a:pt x="10" y="2"/>
                  </a:lnTo>
                  <a:lnTo>
                    <a:pt x="10" y="2"/>
                  </a:lnTo>
                  <a:lnTo>
                    <a:pt x="10" y="3"/>
                  </a:lnTo>
                  <a:lnTo>
                    <a:pt x="10" y="4"/>
                  </a:lnTo>
                  <a:lnTo>
                    <a:pt x="7" y="8"/>
                  </a:lnTo>
                  <a:lnTo>
                    <a:pt x="4" y="10"/>
                  </a:lnTo>
                  <a:lnTo>
                    <a:pt x="1"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5" name="Freeform 1568"/>
            <p:cNvSpPr>
              <a:spLocks/>
            </p:cNvSpPr>
            <p:nvPr/>
          </p:nvSpPr>
          <p:spPr bwMode="gray">
            <a:xfrm>
              <a:off x="7294518" y="4082304"/>
              <a:ext cx="14875" cy="17593"/>
            </a:xfrm>
            <a:custGeom>
              <a:avLst/>
              <a:gdLst>
                <a:gd name="T0" fmla="*/ 6 w 6"/>
                <a:gd name="T1" fmla="*/ 0 h 7"/>
                <a:gd name="T2" fmla="*/ 6 w 6"/>
                <a:gd name="T3" fmla="*/ 0 h 7"/>
                <a:gd name="T4" fmla="*/ 4 w 6"/>
                <a:gd name="T5" fmla="*/ 0 h 7"/>
                <a:gd name="T6" fmla="*/ 1 w 6"/>
                <a:gd name="T7" fmla="*/ 1 h 7"/>
                <a:gd name="T8" fmla="*/ 0 w 6"/>
                <a:gd name="T9" fmla="*/ 4 h 7"/>
                <a:gd name="T10" fmla="*/ 0 w 6"/>
                <a:gd name="T11" fmla="*/ 6 h 7"/>
                <a:gd name="T12" fmla="*/ 0 w 6"/>
                <a:gd name="T13" fmla="*/ 6 h 7"/>
                <a:gd name="T14" fmla="*/ 1 w 6"/>
                <a:gd name="T15" fmla="*/ 7 h 7"/>
                <a:gd name="T16" fmla="*/ 2 w 6"/>
                <a:gd name="T17" fmla="*/ 7 h 7"/>
                <a:gd name="T18" fmla="*/ 5 w 6"/>
                <a:gd name="T19" fmla="*/ 5 h 7"/>
                <a:gd name="T20" fmla="*/ 6 w 6"/>
                <a:gd name="T21" fmla="*/ 2 h 7"/>
                <a:gd name="T22" fmla="*/ 6 w 6"/>
                <a:gd name="T2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 h="7">
                  <a:moveTo>
                    <a:pt x="6" y="0"/>
                  </a:moveTo>
                  <a:lnTo>
                    <a:pt x="6" y="0"/>
                  </a:lnTo>
                  <a:lnTo>
                    <a:pt x="4" y="0"/>
                  </a:lnTo>
                  <a:lnTo>
                    <a:pt x="1" y="1"/>
                  </a:lnTo>
                  <a:lnTo>
                    <a:pt x="0" y="4"/>
                  </a:lnTo>
                  <a:lnTo>
                    <a:pt x="0" y="6"/>
                  </a:lnTo>
                  <a:lnTo>
                    <a:pt x="0" y="6"/>
                  </a:lnTo>
                  <a:lnTo>
                    <a:pt x="1" y="7"/>
                  </a:lnTo>
                  <a:lnTo>
                    <a:pt x="2" y="7"/>
                  </a:lnTo>
                  <a:lnTo>
                    <a:pt x="5" y="5"/>
                  </a:lnTo>
                  <a:lnTo>
                    <a:pt x="6" y="2"/>
                  </a:lnTo>
                  <a:lnTo>
                    <a:pt x="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6" name="Freeform 1570"/>
            <p:cNvSpPr>
              <a:spLocks/>
            </p:cNvSpPr>
            <p:nvPr/>
          </p:nvSpPr>
          <p:spPr bwMode="gray">
            <a:xfrm>
              <a:off x="7413515" y="3903859"/>
              <a:ext cx="34708" cy="30160"/>
            </a:xfrm>
            <a:custGeom>
              <a:avLst/>
              <a:gdLst>
                <a:gd name="T0" fmla="*/ 14 w 14"/>
                <a:gd name="T1" fmla="*/ 0 h 12"/>
                <a:gd name="T2" fmla="*/ 14 w 14"/>
                <a:gd name="T3" fmla="*/ 0 h 12"/>
                <a:gd name="T4" fmla="*/ 11 w 14"/>
                <a:gd name="T5" fmla="*/ 0 h 12"/>
                <a:gd name="T6" fmla="*/ 10 w 14"/>
                <a:gd name="T7" fmla="*/ 1 h 12"/>
                <a:gd name="T8" fmla="*/ 7 w 14"/>
                <a:gd name="T9" fmla="*/ 2 h 12"/>
                <a:gd name="T10" fmla="*/ 5 w 14"/>
                <a:gd name="T11" fmla="*/ 3 h 12"/>
                <a:gd name="T12" fmla="*/ 5 w 14"/>
                <a:gd name="T13" fmla="*/ 3 h 12"/>
                <a:gd name="T14" fmla="*/ 2 w 14"/>
                <a:gd name="T15" fmla="*/ 6 h 12"/>
                <a:gd name="T16" fmla="*/ 0 w 14"/>
                <a:gd name="T17" fmla="*/ 8 h 12"/>
                <a:gd name="T18" fmla="*/ 0 w 14"/>
                <a:gd name="T19" fmla="*/ 11 h 12"/>
                <a:gd name="T20" fmla="*/ 1 w 14"/>
                <a:gd name="T21" fmla="*/ 12 h 12"/>
                <a:gd name="T22" fmla="*/ 1 w 14"/>
                <a:gd name="T23" fmla="*/ 12 h 12"/>
                <a:gd name="T24" fmla="*/ 5 w 14"/>
                <a:gd name="T25" fmla="*/ 11 h 12"/>
                <a:gd name="T26" fmla="*/ 10 w 14"/>
                <a:gd name="T27" fmla="*/ 6 h 12"/>
                <a:gd name="T28" fmla="*/ 14 w 14"/>
                <a:gd name="T29" fmla="*/ 1 h 12"/>
                <a:gd name="T30" fmla="*/ 14 w 14"/>
                <a:gd name="T31" fmla="*/ 0 h 12"/>
                <a:gd name="T32" fmla="*/ 14 w 14"/>
                <a:gd name="T33"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2">
                  <a:moveTo>
                    <a:pt x="14" y="0"/>
                  </a:moveTo>
                  <a:lnTo>
                    <a:pt x="14" y="0"/>
                  </a:lnTo>
                  <a:lnTo>
                    <a:pt x="11" y="0"/>
                  </a:lnTo>
                  <a:lnTo>
                    <a:pt x="10" y="1"/>
                  </a:lnTo>
                  <a:lnTo>
                    <a:pt x="7" y="2"/>
                  </a:lnTo>
                  <a:lnTo>
                    <a:pt x="5" y="3"/>
                  </a:lnTo>
                  <a:lnTo>
                    <a:pt x="5" y="3"/>
                  </a:lnTo>
                  <a:lnTo>
                    <a:pt x="2" y="6"/>
                  </a:lnTo>
                  <a:lnTo>
                    <a:pt x="0" y="8"/>
                  </a:lnTo>
                  <a:lnTo>
                    <a:pt x="0" y="11"/>
                  </a:lnTo>
                  <a:lnTo>
                    <a:pt x="1" y="12"/>
                  </a:lnTo>
                  <a:lnTo>
                    <a:pt x="1" y="12"/>
                  </a:lnTo>
                  <a:lnTo>
                    <a:pt x="5" y="11"/>
                  </a:lnTo>
                  <a:lnTo>
                    <a:pt x="10" y="6"/>
                  </a:lnTo>
                  <a:lnTo>
                    <a:pt x="14" y="1"/>
                  </a:lnTo>
                  <a:lnTo>
                    <a:pt x="14" y="0"/>
                  </a:lnTo>
                  <a:lnTo>
                    <a:pt x="1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7" name="Freeform 1572"/>
            <p:cNvSpPr>
              <a:spLocks/>
            </p:cNvSpPr>
            <p:nvPr/>
          </p:nvSpPr>
          <p:spPr bwMode="gray">
            <a:xfrm>
              <a:off x="7376330" y="3996851"/>
              <a:ext cx="7437" cy="5026"/>
            </a:xfrm>
            <a:custGeom>
              <a:avLst/>
              <a:gdLst>
                <a:gd name="T0" fmla="*/ 1 w 3"/>
                <a:gd name="T1" fmla="*/ 0 h 2"/>
                <a:gd name="T2" fmla="*/ 1 w 3"/>
                <a:gd name="T3" fmla="*/ 0 h 2"/>
                <a:gd name="T4" fmla="*/ 0 w 3"/>
                <a:gd name="T5" fmla="*/ 0 h 2"/>
                <a:gd name="T6" fmla="*/ 0 w 3"/>
                <a:gd name="T7" fmla="*/ 1 h 2"/>
                <a:gd name="T8" fmla="*/ 0 w 3"/>
                <a:gd name="T9" fmla="*/ 2 h 2"/>
                <a:gd name="T10" fmla="*/ 0 w 3"/>
                <a:gd name="T11" fmla="*/ 2 h 2"/>
                <a:gd name="T12" fmla="*/ 0 w 3"/>
                <a:gd name="T13" fmla="*/ 2 h 2"/>
                <a:gd name="T14" fmla="*/ 3 w 3"/>
                <a:gd name="T15" fmla="*/ 1 h 2"/>
                <a:gd name="T16" fmla="*/ 3 w 3"/>
                <a:gd name="T17" fmla="*/ 0 h 2"/>
                <a:gd name="T18" fmla="*/ 1 w 3"/>
                <a:gd name="T19" fmla="*/ 0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 h="2">
                  <a:moveTo>
                    <a:pt x="1" y="0"/>
                  </a:moveTo>
                  <a:lnTo>
                    <a:pt x="1" y="0"/>
                  </a:lnTo>
                  <a:lnTo>
                    <a:pt x="0" y="0"/>
                  </a:lnTo>
                  <a:lnTo>
                    <a:pt x="0" y="1"/>
                  </a:lnTo>
                  <a:lnTo>
                    <a:pt x="0" y="2"/>
                  </a:lnTo>
                  <a:lnTo>
                    <a:pt x="0" y="2"/>
                  </a:lnTo>
                  <a:lnTo>
                    <a:pt x="0" y="2"/>
                  </a:lnTo>
                  <a:lnTo>
                    <a:pt x="3" y="1"/>
                  </a:lnTo>
                  <a:lnTo>
                    <a:pt x="3" y="0"/>
                  </a:lnTo>
                  <a:lnTo>
                    <a:pt x="1"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8" name="Freeform 1574"/>
            <p:cNvSpPr>
              <a:spLocks/>
            </p:cNvSpPr>
            <p:nvPr/>
          </p:nvSpPr>
          <p:spPr bwMode="gray">
            <a:xfrm>
              <a:off x="6488808" y="4966988"/>
              <a:ext cx="17353" cy="25134"/>
            </a:xfrm>
            <a:custGeom>
              <a:avLst/>
              <a:gdLst>
                <a:gd name="T0" fmla="*/ 6 w 7"/>
                <a:gd name="T1" fmla="*/ 0 h 10"/>
                <a:gd name="T2" fmla="*/ 6 w 7"/>
                <a:gd name="T3" fmla="*/ 0 h 10"/>
                <a:gd name="T4" fmla="*/ 4 w 7"/>
                <a:gd name="T5" fmla="*/ 1 h 10"/>
                <a:gd name="T6" fmla="*/ 1 w 7"/>
                <a:gd name="T7" fmla="*/ 4 h 10"/>
                <a:gd name="T8" fmla="*/ 0 w 7"/>
                <a:gd name="T9" fmla="*/ 8 h 10"/>
                <a:gd name="T10" fmla="*/ 0 w 7"/>
                <a:gd name="T11" fmla="*/ 9 h 10"/>
                <a:gd name="T12" fmla="*/ 0 w 7"/>
                <a:gd name="T13" fmla="*/ 10 h 10"/>
                <a:gd name="T14" fmla="*/ 0 w 7"/>
                <a:gd name="T15" fmla="*/ 10 h 10"/>
                <a:gd name="T16" fmla="*/ 4 w 7"/>
                <a:gd name="T17" fmla="*/ 9 h 10"/>
                <a:gd name="T18" fmla="*/ 6 w 7"/>
                <a:gd name="T19" fmla="*/ 6 h 10"/>
                <a:gd name="T20" fmla="*/ 7 w 7"/>
                <a:gd name="T21" fmla="*/ 3 h 10"/>
                <a:gd name="T22" fmla="*/ 7 w 7"/>
                <a:gd name="T23" fmla="*/ 1 h 10"/>
                <a:gd name="T24" fmla="*/ 6 w 7"/>
                <a:gd name="T25"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 h="10">
                  <a:moveTo>
                    <a:pt x="6" y="0"/>
                  </a:moveTo>
                  <a:lnTo>
                    <a:pt x="6" y="0"/>
                  </a:lnTo>
                  <a:lnTo>
                    <a:pt x="4" y="1"/>
                  </a:lnTo>
                  <a:lnTo>
                    <a:pt x="1" y="4"/>
                  </a:lnTo>
                  <a:lnTo>
                    <a:pt x="0" y="8"/>
                  </a:lnTo>
                  <a:lnTo>
                    <a:pt x="0" y="9"/>
                  </a:lnTo>
                  <a:lnTo>
                    <a:pt x="0" y="10"/>
                  </a:lnTo>
                  <a:lnTo>
                    <a:pt x="0" y="10"/>
                  </a:lnTo>
                  <a:lnTo>
                    <a:pt x="4" y="9"/>
                  </a:lnTo>
                  <a:lnTo>
                    <a:pt x="6" y="6"/>
                  </a:lnTo>
                  <a:lnTo>
                    <a:pt x="7" y="3"/>
                  </a:lnTo>
                  <a:lnTo>
                    <a:pt x="7" y="1"/>
                  </a:lnTo>
                  <a:lnTo>
                    <a:pt x="6"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69" name="Freeform 1577"/>
            <p:cNvSpPr>
              <a:spLocks/>
            </p:cNvSpPr>
            <p:nvPr/>
          </p:nvSpPr>
          <p:spPr bwMode="gray">
            <a:xfrm>
              <a:off x="6699532" y="5188159"/>
              <a:ext cx="4957" cy="5026"/>
            </a:xfrm>
            <a:custGeom>
              <a:avLst/>
              <a:gdLst>
                <a:gd name="T0" fmla="*/ 2 w 2"/>
                <a:gd name="T1" fmla="*/ 2 h 2"/>
                <a:gd name="T2" fmla="*/ 2 w 2"/>
                <a:gd name="T3" fmla="*/ 2 h 2"/>
                <a:gd name="T4" fmla="*/ 1 w 2"/>
                <a:gd name="T5" fmla="*/ 2 h 2"/>
                <a:gd name="T6" fmla="*/ 1 w 2"/>
                <a:gd name="T7" fmla="*/ 2 h 2"/>
                <a:gd name="T8" fmla="*/ 0 w 2"/>
                <a:gd name="T9" fmla="*/ 1 h 2"/>
                <a:gd name="T10" fmla="*/ 0 w 2"/>
                <a:gd name="T11" fmla="*/ 1 h 2"/>
                <a:gd name="T12" fmla="*/ 1 w 2"/>
                <a:gd name="T13" fmla="*/ 0 h 2"/>
                <a:gd name="T14" fmla="*/ 1 w 2"/>
                <a:gd name="T15" fmla="*/ 0 h 2"/>
                <a:gd name="T16" fmla="*/ 2 w 2"/>
                <a:gd name="T17" fmla="*/ 0 h 2"/>
                <a:gd name="T18" fmla="*/ 2 w 2"/>
                <a:gd name="T19" fmla="*/ 0 h 2"/>
                <a:gd name="T20" fmla="*/ 2 w 2"/>
                <a:gd name="T21" fmla="*/ 1 h 2"/>
                <a:gd name="T22" fmla="*/ 2 w 2"/>
                <a:gd name="T23" fmla="*/ 1 h 2"/>
                <a:gd name="T24" fmla="*/ 2 w 2"/>
                <a:gd name="T25" fmla="*/ 1 h 2"/>
                <a:gd name="T26" fmla="*/ 2 w 2"/>
                <a:gd name="T27" fmla="*/ 2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 h="2">
                  <a:moveTo>
                    <a:pt x="2" y="2"/>
                  </a:moveTo>
                  <a:lnTo>
                    <a:pt x="2" y="2"/>
                  </a:lnTo>
                  <a:lnTo>
                    <a:pt x="1" y="2"/>
                  </a:lnTo>
                  <a:lnTo>
                    <a:pt x="1" y="2"/>
                  </a:lnTo>
                  <a:lnTo>
                    <a:pt x="0" y="1"/>
                  </a:lnTo>
                  <a:lnTo>
                    <a:pt x="0" y="1"/>
                  </a:lnTo>
                  <a:lnTo>
                    <a:pt x="1" y="0"/>
                  </a:lnTo>
                  <a:lnTo>
                    <a:pt x="1" y="0"/>
                  </a:lnTo>
                  <a:lnTo>
                    <a:pt x="2" y="0"/>
                  </a:lnTo>
                  <a:lnTo>
                    <a:pt x="2" y="0"/>
                  </a:lnTo>
                  <a:lnTo>
                    <a:pt x="2" y="1"/>
                  </a:lnTo>
                  <a:lnTo>
                    <a:pt x="2" y="1"/>
                  </a:lnTo>
                  <a:lnTo>
                    <a:pt x="2" y="1"/>
                  </a:lnTo>
                  <a:lnTo>
                    <a:pt x="2" y="2"/>
                  </a:lnTo>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0" name="Freeform 1578"/>
            <p:cNvSpPr>
              <a:spLocks noEditPoints="1"/>
            </p:cNvSpPr>
            <p:nvPr/>
          </p:nvSpPr>
          <p:spPr bwMode="gray">
            <a:xfrm>
              <a:off x="4666662" y="3725413"/>
              <a:ext cx="2062618" cy="1470286"/>
            </a:xfrm>
            <a:custGeom>
              <a:avLst/>
              <a:gdLst>
                <a:gd name="T0" fmla="*/ 779 w 832"/>
                <a:gd name="T1" fmla="*/ 120 h 585"/>
                <a:gd name="T2" fmla="*/ 735 w 832"/>
                <a:gd name="T3" fmla="*/ 76 h 585"/>
                <a:gd name="T4" fmla="*/ 700 w 832"/>
                <a:gd name="T5" fmla="*/ 5 h 585"/>
                <a:gd name="T6" fmla="*/ 623 w 832"/>
                <a:gd name="T7" fmla="*/ 18 h 585"/>
                <a:gd name="T8" fmla="*/ 630 w 832"/>
                <a:gd name="T9" fmla="*/ 45 h 585"/>
                <a:gd name="T10" fmla="*/ 577 w 832"/>
                <a:gd name="T11" fmla="*/ 99 h 585"/>
                <a:gd name="T12" fmla="*/ 606 w 832"/>
                <a:gd name="T13" fmla="*/ 124 h 585"/>
                <a:gd name="T14" fmla="*/ 603 w 832"/>
                <a:gd name="T15" fmla="*/ 154 h 585"/>
                <a:gd name="T16" fmla="*/ 545 w 832"/>
                <a:gd name="T17" fmla="*/ 160 h 585"/>
                <a:gd name="T18" fmla="*/ 463 w 832"/>
                <a:gd name="T19" fmla="*/ 225 h 585"/>
                <a:gd name="T20" fmla="*/ 374 w 832"/>
                <a:gd name="T21" fmla="*/ 227 h 585"/>
                <a:gd name="T22" fmla="*/ 297 w 832"/>
                <a:gd name="T23" fmla="*/ 225 h 585"/>
                <a:gd name="T24" fmla="*/ 266 w 832"/>
                <a:gd name="T25" fmla="*/ 188 h 585"/>
                <a:gd name="T26" fmla="*/ 222 w 832"/>
                <a:gd name="T27" fmla="*/ 125 h 585"/>
                <a:gd name="T28" fmla="*/ 204 w 832"/>
                <a:gd name="T29" fmla="*/ 94 h 585"/>
                <a:gd name="T30" fmla="*/ 175 w 832"/>
                <a:gd name="T31" fmla="*/ 110 h 585"/>
                <a:gd name="T32" fmla="*/ 138 w 832"/>
                <a:gd name="T33" fmla="*/ 146 h 585"/>
                <a:gd name="T34" fmla="*/ 119 w 832"/>
                <a:gd name="T35" fmla="*/ 167 h 585"/>
                <a:gd name="T36" fmla="*/ 91 w 832"/>
                <a:gd name="T37" fmla="*/ 185 h 585"/>
                <a:gd name="T38" fmla="*/ 87 w 832"/>
                <a:gd name="T39" fmla="*/ 239 h 585"/>
                <a:gd name="T40" fmla="*/ 42 w 832"/>
                <a:gd name="T41" fmla="*/ 268 h 585"/>
                <a:gd name="T42" fmla="*/ 11 w 832"/>
                <a:gd name="T43" fmla="*/ 275 h 585"/>
                <a:gd name="T44" fmla="*/ 15 w 832"/>
                <a:gd name="T45" fmla="*/ 300 h 585"/>
                <a:gd name="T46" fmla="*/ 7 w 832"/>
                <a:gd name="T47" fmla="*/ 327 h 585"/>
                <a:gd name="T48" fmla="*/ 37 w 832"/>
                <a:gd name="T49" fmla="*/ 357 h 585"/>
                <a:gd name="T50" fmla="*/ 81 w 832"/>
                <a:gd name="T51" fmla="*/ 351 h 585"/>
                <a:gd name="T52" fmla="*/ 66 w 832"/>
                <a:gd name="T53" fmla="*/ 425 h 585"/>
                <a:gd name="T54" fmla="*/ 86 w 832"/>
                <a:gd name="T55" fmla="*/ 446 h 585"/>
                <a:gd name="T56" fmla="*/ 127 w 832"/>
                <a:gd name="T57" fmla="*/ 478 h 585"/>
                <a:gd name="T58" fmla="*/ 227 w 832"/>
                <a:gd name="T59" fmla="*/ 468 h 585"/>
                <a:gd name="T60" fmla="*/ 270 w 832"/>
                <a:gd name="T61" fmla="*/ 468 h 585"/>
                <a:gd name="T62" fmla="*/ 321 w 832"/>
                <a:gd name="T63" fmla="*/ 463 h 585"/>
                <a:gd name="T64" fmla="*/ 339 w 832"/>
                <a:gd name="T65" fmla="*/ 500 h 585"/>
                <a:gd name="T66" fmla="*/ 348 w 832"/>
                <a:gd name="T67" fmla="*/ 546 h 585"/>
                <a:gd name="T68" fmla="*/ 372 w 832"/>
                <a:gd name="T69" fmla="*/ 564 h 585"/>
                <a:gd name="T70" fmla="*/ 387 w 832"/>
                <a:gd name="T71" fmla="*/ 554 h 585"/>
                <a:gd name="T72" fmla="*/ 412 w 832"/>
                <a:gd name="T73" fmla="*/ 557 h 585"/>
                <a:gd name="T74" fmla="*/ 447 w 832"/>
                <a:gd name="T75" fmla="*/ 553 h 585"/>
                <a:gd name="T76" fmla="*/ 476 w 832"/>
                <a:gd name="T77" fmla="*/ 573 h 585"/>
                <a:gd name="T78" fmla="*/ 494 w 832"/>
                <a:gd name="T79" fmla="*/ 583 h 585"/>
                <a:gd name="T80" fmla="*/ 527 w 832"/>
                <a:gd name="T81" fmla="*/ 571 h 585"/>
                <a:gd name="T82" fmla="*/ 559 w 832"/>
                <a:gd name="T83" fmla="*/ 556 h 585"/>
                <a:gd name="T84" fmla="*/ 591 w 832"/>
                <a:gd name="T85" fmla="*/ 543 h 585"/>
                <a:gd name="T86" fmla="*/ 620 w 832"/>
                <a:gd name="T87" fmla="*/ 514 h 585"/>
                <a:gd name="T88" fmla="*/ 644 w 832"/>
                <a:gd name="T89" fmla="*/ 474 h 585"/>
                <a:gd name="T90" fmla="*/ 660 w 832"/>
                <a:gd name="T91" fmla="*/ 446 h 585"/>
                <a:gd name="T92" fmla="*/ 652 w 832"/>
                <a:gd name="T93" fmla="*/ 418 h 585"/>
                <a:gd name="T94" fmla="*/ 636 w 832"/>
                <a:gd name="T95" fmla="*/ 387 h 585"/>
                <a:gd name="T96" fmla="*/ 638 w 832"/>
                <a:gd name="T97" fmla="*/ 341 h 585"/>
                <a:gd name="T98" fmla="*/ 654 w 832"/>
                <a:gd name="T99" fmla="*/ 322 h 585"/>
                <a:gd name="T100" fmla="*/ 600 w 832"/>
                <a:gd name="T101" fmla="*/ 301 h 585"/>
                <a:gd name="T102" fmla="*/ 625 w 832"/>
                <a:gd name="T103" fmla="*/ 280 h 585"/>
                <a:gd name="T104" fmla="*/ 659 w 832"/>
                <a:gd name="T105" fmla="*/ 274 h 585"/>
                <a:gd name="T106" fmla="*/ 665 w 832"/>
                <a:gd name="T107" fmla="*/ 291 h 585"/>
                <a:gd name="T108" fmla="*/ 720 w 832"/>
                <a:gd name="T109" fmla="*/ 255 h 585"/>
                <a:gd name="T110" fmla="*/ 744 w 832"/>
                <a:gd name="T111" fmla="*/ 241 h 585"/>
                <a:gd name="T112" fmla="*/ 779 w 832"/>
                <a:gd name="T113" fmla="*/ 222 h 585"/>
                <a:gd name="T114" fmla="*/ 794 w 832"/>
                <a:gd name="T115" fmla="*/ 181 h 585"/>
                <a:gd name="T116" fmla="*/ 827 w 832"/>
                <a:gd name="T117" fmla="*/ 135 h 585"/>
                <a:gd name="T118" fmla="*/ 352 w 832"/>
                <a:gd name="T119" fmla="*/ 327 h 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32" h="585">
                  <a:moveTo>
                    <a:pt x="831" y="116"/>
                  </a:moveTo>
                  <a:lnTo>
                    <a:pt x="831" y="116"/>
                  </a:lnTo>
                  <a:lnTo>
                    <a:pt x="824" y="119"/>
                  </a:lnTo>
                  <a:lnTo>
                    <a:pt x="815" y="120"/>
                  </a:lnTo>
                  <a:lnTo>
                    <a:pt x="815" y="120"/>
                  </a:lnTo>
                  <a:lnTo>
                    <a:pt x="811" y="121"/>
                  </a:lnTo>
                  <a:lnTo>
                    <a:pt x="804" y="124"/>
                  </a:lnTo>
                  <a:lnTo>
                    <a:pt x="798" y="126"/>
                  </a:lnTo>
                  <a:lnTo>
                    <a:pt x="793" y="127"/>
                  </a:lnTo>
                  <a:lnTo>
                    <a:pt x="793" y="127"/>
                  </a:lnTo>
                  <a:lnTo>
                    <a:pt x="789" y="127"/>
                  </a:lnTo>
                  <a:lnTo>
                    <a:pt x="785" y="125"/>
                  </a:lnTo>
                  <a:lnTo>
                    <a:pt x="782" y="122"/>
                  </a:lnTo>
                  <a:lnTo>
                    <a:pt x="779" y="120"/>
                  </a:lnTo>
                  <a:lnTo>
                    <a:pt x="779" y="120"/>
                  </a:lnTo>
                  <a:lnTo>
                    <a:pt x="779" y="112"/>
                  </a:lnTo>
                  <a:lnTo>
                    <a:pt x="778" y="109"/>
                  </a:lnTo>
                  <a:lnTo>
                    <a:pt x="777" y="106"/>
                  </a:lnTo>
                  <a:lnTo>
                    <a:pt x="777" y="106"/>
                  </a:lnTo>
                  <a:lnTo>
                    <a:pt x="761" y="94"/>
                  </a:lnTo>
                  <a:lnTo>
                    <a:pt x="761" y="94"/>
                  </a:lnTo>
                  <a:lnTo>
                    <a:pt x="753" y="88"/>
                  </a:lnTo>
                  <a:lnTo>
                    <a:pt x="744" y="84"/>
                  </a:lnTo>
                  <a:lnTo>
                    <a:pt x="744" y="84"/>
                  </a:lnTo>
                  <a:lnTo>
                    <a:pt x="737" y="82"/>
                  </a:lnTo>
                  <a:lnTo>
                    <a:pt x="735" y="79"/>
                  </a:lnTo>
                  <a:lnTo>
                    <a:pt x="735" y="76"/>
                  </a:lnTo>
                  <a:lnTo>
                    <a:pt x="735" y="76"/>
                  </a:lnTo>
                  <a:lnTo>
                    <a:pt x="734" y="71"/>
                  </a:lnTo>
                  <a:lnTo>
                    <a:pt x="731" y="64"/>
                  </a:lnTo>
                  <a:lnTo>
                    <a:pt x="729" y="58"/>
                  </a:lnTo>
                  <a:lnTo>
                    <a:pt x="728" y="55"/>
                  </a:lnTo>
                  <a:lnTo>
                    <a:pt x="728" y="55"/>
                  </a:lnTo>
                  <a:lnTo>
                    <a:pt x="728" y="50"/>
                  </a:lnTo>
                  <a:lnTo>
                    <a:pt x="728" y="47"/>
                  </a:lnTo>
                  <a:lnTo>
                    <a:pt x="726" y="45"/>
                  </a:lnTo>
                  <a:lnTo>
                    <a:pt x="726" y="45"/>
                  </a:lnTo>
                  <a:lnTo>
                    <a:pt x="714" y="24"/>
                  </a:lnTo>
                  <a:lnTo>
                    <a:pt x="707" y="13"/>
                  </a:lnTo>
                  <a:lnTo>
                    <a:pt x="704" y="8"/>
                  </a:lnTo>
                  <a:lnTo>
                    <a:pt x="700" y="5"/>
                  </a:lnTo>
                  <a:lnTo>
                    <a:pt x="700" y="5"/>
                  </a:lnTo>
                  <a:lnTo>
                    <a:pt x="697" y="4"/>
                  </a:lnTo>
                  <a:lnTo>
                    <a:pt x="694" y="5"/>
                  </a:lnTo>
                  <a:lnTo>
                    <a:pt x="692" y="5"/>
                  </a:lnTo>
                  <a:lnTo>
                    <a:pt x="689" y="5"/>
                  </a:lnTo>
                  <a:lnTo>
                    <a:pt x="689" y="5"/>
                  </a:lnTo>
                  <a:lnTo>
                    <a:pt x="682" y="2"/>
                  </a:lnTo>
                  <a:lnTo>
                    <a:pt x="675" y="0"/>
                  </a:lnTo>
                  <a:lnTo>
                    <a:pt x="675" y="0"/>
                  </a:lnTo>
                  <a:lnTo>
                    <a:pt x="656" y="2"/>
                  </a:lnTo>
                  <a:lnTo>
                    <a:pt x="635" y="4"/>
                  </a:lnTo>
                  <a:lnTo>
                    <a:pt x="635" y="4"/>
                  </a:lnTo>
                  <a:lnTo>
                    <a:pt x="632" y="8"/>
                  </a:lnTo>
                  <a:lnTo>
                    <a:pt x="627" y="13"/>
                  </a:lnTo>
                  <a:lnTo>
                    <a:pt x="623" y="18"/>
                  </a:lnTo>
                  <a:lnTo>
                    <a:pt x="623" y="20"/>
                  </a:lnTo>
                  <a:lnTo>
                    <a:pt x="623" y="21"/>
                  </a:lnTo>
                  <a:lnTo>
                    <a:pt x="623" y="21"/>
                  </a:lnTo>
                  <a:lnTo>
                    <a:pt x="628" y="24"/>
                  </a:lnTo>
                  <a:lnTo>
                    <a:pt x="630" y="25"/>
                  </a:lnTo>
                  <a:lnTo>
                    <a:pt x="630" y="28"/>
                  </a:lnTo>
                  <a:lnTo>
                    <a:pt x="630" y="28"/>
                  </a:lnTo>
                  <a:lnTo>
                    <a:pt x="630" y="31"/>
                  </a:lnTo>
                  <a:lnTo>
                    <a:pt x="629" y="35"/>
                  </a:lnTo>
                  <a:lnTo>
                    <a:pt x="628" y="37"/>
                  </a:lnTo>
                  <a:lnTo>
                    <a:pt x="629" y="40"/>
                  </a:lnTo>
                  <a:lnTo>
                    <a:pt x="629" y="40"/>
                  </a:lnTo>
                  <a:lnTo>
                    <a:pt x="632" y="42"/>
                  </a:lnTo>
                  <a:lnTo>
                    <a:pt x="630" y="45"/>
                  </a:lnTo>
                  <a:lnTo>
                    <a:pt x="630" y="45"/>
                  </a:lnTo>
                  <a:lnTo>
                    <a:pt x="624" y="53"/>
                  </a:lnTo>
                  <a:lnTo>
                    <a:pt x="619" y="62"/>
                  </a:lnTo>
                  <a:lnTo>
                    <a:pt x="619" y="62"/>
                  </a:lnTo>
                  <a:lnTo>
                    <a:pt x="618" y="71"/>
                  </a:lnTo>
                  <a:lnTo>
                    <a:pt x="616" y="77"/>
                  </a:lnTo>
                  <a:lnTo>
                    <a:pt x="616" y="77"/>
                  </a:lnTo>
                  <a:lnTo>
                    <a:pt x="609" y="83"/>
                  </a:lnTo>
                  <a:lnTo>
                    <a:pt x="602" y="88"/>
                  </a:lnTo>
                  <a:lnTo>
                    <a:pt x="602" y="88"/>
                  </a:lnTo>
                  <a:lnTo>
                    <a:pt x="593" y="88"/>
                  </a:lnTo>
                  <a:lnTo>
                    <a:pt x="584" y="85"/>
                  </a:lnTo>
                  <a:lnTo>
                    <a:pt x="584" y="85"/>
                  </a:lnTo>
                  <a:lnTo>
                    <a:pt x="577" y="99"/>
                  </a:lnTo>
                  <a:lnTo>
                    <a:pt x="576" y="106"/>
                  </a:lnTo>
                  <a:lnTo>
                    <a:pt x="576" y="111"/>
                  </a:lnTo>
                  <a:lnTo>
                    <a:pt x="576" y="111"/>
                  </a:lnTo>
                  <a:lnTo>
                    <a:pt x="579" y="119"/>
                  </a:lnTo>
                  <a:lnTo>
                    <a:pt x="581" y="125"/>
                  </a:lnTo>
                  <a:lnTo>
                    <a:pt x="584" y="130"/>
                  </a:lnTo>
                  <a:lnTo>
                    <a:pt x="585" y="131"/>
                  </a:lnTo>
                  <a:lnTo>
                    <a:pt x="586" y="131"/>
                  </a:lnTo>
                  <a:lnTo>
                    <a:pt x="586" y="131"/>
                  </a:lnTo>
                  <a:lnTo>
                    <a:pt x="590" y="130"/>
                  </a:lnTo>
                  <a:lnTo>
                    <a:pt x="595" y="127"/>
                  </a:lnTo>
                  <a:lnTo>
                    <a:pt x="600" y="125"/>
                  </a:lnTo>
                  <a:lnTo>
                    <a:pt x="602" y="124"/>
                  </a:lnTo>
                  <a:lnTo>
                    <a:pt x="606" y="124"/>
                  </a:lnTo>
                  <a:lnTo>
                    <a:pt x="606" y="124"/>
                  </a:lnTo>
                  <a:lnTo>
                    <a:pt x="617" y="127"/>
                  </a:lnTo>
                  <a:lnTo>
                    <a:pt x="623" y="130"/>
                  </a:lnTo>
                  <a:lnTo>
                    <a:pt x="625" y="131"/>
                  </a:lnTo>
                  <a:lnTo>
                    <a:pt x="625" y="131"/>
                  </a:lnTo>
                  <a:lnTo>
                    <a:pt x="625" y="136"/>
                  </a:lnTo>
                  <a:lnTo>
                    <a:pt x="625" y="142"/>
                  </a:lnTo>
                  <a:lnTo>
                    <a:pt x="624" y="148"/>
                  </a:lnTo>
                  <a:lnTo>
                    <a:pt x="623" y="151"/>
                  </a:lnTo>
                  <a:lnTo>
                    <a:pt x="620" y="152"/>
                  </a:lnTo>
                  <a:lnTo>
                    <a:pt x="620" y="152"/>
                  </a:lnTo>
                  <a:lnTo>
                    <a:pt x="616" y="153"/>
                  </a:lnTo>
                  <a:lnTo>
                    <a:pt x="609" y="153"/>
                  </a:lnTo>
                  <a:lnTo>
                    <a:pt x="603" y="154"/>
                  </a:lnTo>
                  <a:lnTo>
                    <a:pt x="598" y="156"/>
                  </a:lnTo>
                  <a:lnTo>
                    <a:pt x="598" y="156"/>
                  </a:lnTo>
                  <a:lnTo>
                    <a:pt x="580" y="169"/>
                  </a:lnTo>
                  <a:lnTo>
                    <a:pt x="568" y="176"/>
                  </a:lnTo>
                  <a:lnTo>
                    <a:pt x="563" y="178"/>
                  </a:lnTo>
                  <a:lnTo>
                    <a:pt x="560" y="178"/>
                  </a:lnTo>
                  <a:lnTo>
                    <a:pt x="560" y="178"/>
                  </a:lnTo>
                  <a:lnTo>
                    <a:pt x="556" y="176"/>
                  </a:lnTo>
                  <a:lnTo>
                    <a:pt x="555" y="174"/>
                  </a:lnTo>
                  <a:lnTo>
                    <a:pt x="552" y="169"/>
                  </a:lnTo>
                  <a:lnTo>
                    <a:pt x="548" y="163"/>
                  </a:lnTo>
                  <a:lnTo>
                    <a:pt x="547" y="160"/>
                  </a:lnTo>
                  <a:lnTo>
                    <a:pt x="545" y="160"/>
                  </a:lnTo>
                  <a:lnTo>
                    <a:pt x="545" y="160"/>
                  </a:lnTo>
                  <a:lnTo>
                    <a:pt x="542" y="159"/>
                  </a:lnTo>
                  <a:lnTo>
                    <a:pt x="539" y="162"/>
                  </a:lnTo>
                  <a:lnTo>
                    <a:pt x="537" y="164"/>
                  </a:lnTo>
                  <a:lnTo>
                    <a:pt x="534" y="168"/>
                  </a:lnTo>
                  <a:lnTo>
                    <a:pt x="534" y="168"/>
                  </a:lnTo>
                  <a:lnTo>
                    <a:pt x="527" y="179"/>
                  </a:lnTo>
                  <a:lnTo>
                    <a:pt x="515" y="195"/>
                  </a:lnTo>
                  <a:lnTo>
                    <a:pt x="500" y="211"/>
                  </a:lnTo>
                  <a:lnTo>
                    <a:pt x="494" y="216"/>
                  </a:lnTo>
                  <a:lnTo>
                    <a:pt x="489" y="218"/>
                  </a:lnTo>
                  <a:lnTo>
                    <a:pt x="489" y="218"/>
                  </a:lnTo>
                  <a:lnTo>
                    <a:pt x="474" y="221"/>
                  </a:lnTo>
                  <a:lnTo>
                    <a:pt x="469" y="222"/>
                  </a:lnTo>
                  <a:lnTo>
                    <a:pt x="463" y="225"/>
                  </a:lnTo>
                  <a:lnTo>
                    <a:pt x="463" y="225"/>
                  </a:lnTo>
                  <a:lnTo>
                    <a:pt x="451" y="229"/>
                  </a:lnTo>
                  <a:lnTo>
                    <a:pt x="431" y="236"/>
                  </a:lnTo>
                  <a:lnTo>
                    <a:pt x="412" y="239"/>
                  </a:lnTo>
                  <a:lnTo>
                    <a:pt x="405" y="241"/>
                  </a:lnTo>
                  <a:lnTo>
                    <a:pt x="399" y="241"/>
                  </a:lnTo>
                  <a:lnTo>
                    <a:pt x="399" y="241"/>
                  </a:lnTo>
                  <a:lnTo>
                    <a:pt x="396" y="239"/>
                  </a:lnTo>
                  <a:lnTo>
                    <a:pt x="393" y="237"/>
                  </a:lnTo>
                  <a:lnTo>
                    <a:pt x="388" y="233"/>
                  </a:lnTo>
                  <a:lnTo>
                    <a:pt x="382" y="229"/>
                  </a:lnTo>
                  <a:lnTo>
                    <a:pt x="379" y="228"/>
                  </a:lnTo>
                  <a:lnTo>
                    <a:pt x="374" y="227"/>
                  </a:lnTo>
                  <a:lnTo>
                    <a:pt x="374" y="227"/>
                  </a:lnTo>
                  <a:lnTo>
                    <a:pt x="362" y="227"/>
                  </a:lnTo>
                  <a:lnTo>
                    <a:pt x="356" y="223"/>
                  </a:lnTo>
                  <a:lnTo>
                    <a:pt x="356" y="223"/>
                  </a:lnTo>
                  <a:lnTo>
                    <a:pt x="351" y="222"/>
                  </a:lnTo>
                  <a:lnTo>
                    <a:pt x="346" y="221"/>
                  </a:lnTo>
                  <a:lnTo>
                    <a:pt x="340" y="221"/>
                  </a:lnTo>
                  <a:lnTo>
                    <a:pt x="335" y="222"/>
                  </a:lnTo>
                  <a:lnTo>
                    <a:pt x="335" y="222"/>
                  </a:lnTo>
                  <a:lnTo>
                    <a:pt x="327" y="223"/>
                  </a:lnTo>
                  <a:lnTo>
                    <a:pt x="315" y="226"/>
                  </a:lnTo>
                  <a:lnTo>
                    <a:pt x="304" y="226"/>
                  </a:lnTo>
                  <a:lnTo>
                    <a:pt x="299" y="226"/>
                  </a:lnTo>
                  <a:lnTo>
                    <a:pt x="297" y="225"/>
                  </a:lnTo>
                  <a:lnTo>
                    <a:pt x="297" y="225"/>
                  </a:lnTo>
                  <a:lnTo>
                    <a:pt x="288" y="216"/>
                  </a:lnTo>
                  <a:lnTo>
                    <a:pt x="284" y="211"/>
                  </a:lnTo>
                  <a:lnTo>
                    <a:pt x="284" y="209"/>
                  </a:lnTo>
                  <a:lnTo>
                    <a:pt x="284" y="207"/>
                  </a:lnTo>
                  <a:lnTo>
                    <a:pt x="284" y="207"/>
                  </a:lnTo>
                  <a:lnTo>
                    <a:pt x="288" y="201"/>
                  </a:lnTo>
                  <a:lnTo>
                    <a:pt x="291" y="199"/>
                  </a:lnTo>
                  <a:lnTo>
                    <a:pt x="291" y="197"/>
                  </a:lnTo>
                  <a:lnTo>
                    <a:pt x="291" y="197"/>
                  </a:lnTo>
                  <a:lnTo>
                    <a:pt x="286" y="194"/>
                  </a:lnTo>
                  <a:lnTo>
                    <a:pt x="279" y="190"/>
                  </a:lnTo>
                  <a:lnTo>
                    <a:pt x="279" y="190"/>
                  </a:lnTo>
                  <a:lnTo>
                    <a:pt x="275" y="189"/>
                  </a:lnTo>
                  <a:lnTo>
                    <a:pt x="266" y="188"/>
                  </a:lnTo>
                  <a:lnTo>
                    <a:pt x="259" y="185"/>
                  </a:lnTo>
                  <a:lnTo>
                    <a:pt x="257" y="185"/>
                  </a:lnTo>
                  <a:lnTo>
                    <a:pt x="256" y="183"/>
                  </a:lnTo>
                  <a:lnTo>
                    <a:pt x="256" y="183"/>
                  </a:lnTo>
                  <a:lnTo>
                    <a:pt x="255" y="165"/>
                  </a:lnTo>
                  <a:lnTo>
                    <a:pt x="254" y="153"/>
                  </a:lnTo>
                  <a:lnTo>
                    <a:pt x="252" y="149"/>
                  </a:lnTo>
                  <a:lnTo>
                    <a:pt x="250" y="146"/>
                  </a:lnTo>
                  <a:lnTo>
                    <a:pt x="250" y="146"/>
                  </a:lnTo>
                  <a:lnTo>
                    <a:pt x="243" y="141"/>
                  </a:lnTo>
                  <a:lnTo>
                    <a:pt x="231" y="135"/>
                  </a:lnTo>
                  <a:lnTo>
                    <a:pt x="227" y="131"/>
                  </a:lnTo>
                  <a:lnTo>
                    <a:pt x="223" y="128"/>
                  </a:lnTo>
                  <a:lnTo>
                    <a:pt x="222" y="125"/>
                  </a:lnTo>
                  <a:lnTo>
                    <a:pt x="222" y="122"/>
                  </a:lnTo>
                  <a:lnTo>
                    <a:pt x="222" y="122"/>
                  </a:lnTo>
                  <a:lnTo>
                    <a:pt x="227" y="115"/>
                  </a:lnTo>
                  <a:lnTo>
                    <a:pt x="227" y="112"/>
                  </a:lnTo>
                  <a:lnTo>
                    <a:pt x="225" y="110"/>
                  </a:lnTo>
                  <a:lnTo>
                    <a:pt x="225" y="110"/>
                  </a:lnTo>
                  <a:lnTo>
                    <a:pt x="222" y="108"/>
                  </a:lnTo>
                  <a:lnTo>
                    <a:pt x="217" y="105"/>
                  </a:lnTo>
                  <a:lnTo>
                    <a:pt x="212" y="101"/>
                  </a:lnTo>
                  <a:lnTo>
                    <a:pt x="209" y="99"/>
                  </a:lnTo>
                  <a:lnTo>
                    <a:pt x="209" y="99"/>
                  </a:lnTo>
                  <a:lnTo>
                    <a:pt x="208" y="93"/>
                  </a:lnTo>
                  <a:lnTo>
                    <a:pt x="208" y="93"/>
                  </a:lnTo>
                  <a:lnTo>
                    <a:pt x="204" y="94"/>
                  </a:lnTo>
                  <a:lnTo>
                    <a:pt x="202" y="94"/>
                  </a:lnTo>
                  <a:lnTo>
                    <a:pt x="202" y="94"/>
                  </a:lnTo>
                  <a:lnTo>
                    <a:pt x="199" y="94"/>
                  </a:lnTo>
                  <a:lnTo>
                    <a:pt x="197" y="95"/>
                  </a:lnTo>
                  <a:lnTo>
                    <a:pt x="194" y="96"/>
                  </a:lnTo>
                  <a:lnTo>
                    <a:pt x="191" y="98"/>
                  </a:lnTo>
                  <a:lnTo>
                    <a:pt x="191" y="98"/>
                  </a:lnTo>
                  <a:lnTo>
                    <a:pt x="190" y="101"/>
                  </a:lnTo>
                  <a:lnTo>
                    <a:pt x="187" y="103"/>
                  </a:lnTo>
                  <a:lnTo>
                    <a:pt x="187" y="103"/>
                  </a:lnTo>
                  <a:lnTo>
                    <a:pt x="181" y="105"/>
                  </a:lnTo>
                  <a:lnTo>
                    <a:pt x="177" y="108"/>
                  </a:lnTo>
                  <a:lnTo>
                    <a:pt x="175" y="110"/>
                  </a:lnTo>
                  <a:lnTo>
                    <a:pt x="175" y="110"/>
                  </a:lnTo>
                  <a:lnTo>
                    <a:pt x="167" y="116"/>
                  </a:lnTo>
                  <a:lnTo>
                    <a:pt x="164" y="119"/>
                  </a:lnTo>
                  <a:lnTo>
                    <a:pt x="162" y="122"/>
                  </a:lnTo>
                  <a:lnTo>
                    <a:pt x="162" y="122"/>
                  </a:lnTo>
                  <a:lnTo>
                    <a:pt x="162" y="131"/>
                  </a:lnTo>
                  <a:lnTo>
                    <a:pt x="164" y="137"/>
                  </a:lnTo>
                  <a:lnTo>
                    <a:pt x="162" y="140"/>
                  </a:lnTo>
                  <a:lnTo>
                    <a:pt x="162" y="140"/>
                  </a:lnTo>
                  <a:lnTo>
                    <a:pt x="161" y="142"/>
                  </a:lnTo>
                  <a:lnTo>
                    <a:pt x="159" y="142"/>
                  </a:lnTo>
                  <a:lnTo>
                    <a:pt x="153" y="143"/>
                  </a:lnTo>
                  <a:lnTo>
                    <a:pt x="153" y="143"/>
                  </a:lnTo>
                  <a:lnTo>
                    <a:pt x="143" y="144"/>
                  </a:lnTo>
                  <a:lnTo>
                    <a:pt x="138" y="146"/>
                  </a:lnTo>
                  <a:lnTo>
                    <a:pt x="134" y="144"/>
                  </a:lnTo>
                  <a:lnTo>
                    <a:pt x="134" y="144"/>
                  </a:lnTo>
                  <a:lnTo>
                    <a:pt x="129" y="142"/>
                  </a:lnTo>
                  <a:lnTo>
                    <a:pt x="128" y="142"/>
                  </a:lnTo>
                  <a:lnTo>
                    <a:pt x="126" y="144"/>
                  </a:lnTo>
                  <a:lnTo>
                    <a:pt x="126" y="144"/>
                  </a:lnTo>
                  <a:lnTo>
                    <a:pt x="124" y="149"/>
                  </a:lnTo>
                  <a:lnTo>
                    <a:pt x="123" y="153"/>
                  </a:lnTo>
                  <a:lnTo>
                    <a:pt x="122" y="156"/>
                  </a:lnTo>
                  <a:lnTo>
                    <a:pt x="122" y="158"/>
                  </a:lnTo>
                  <a:lnTo>
                    <a:pt x="122" y="158"/>
                  </a:lnTo>
                  <a:lnTo>
                    <a:pt x="119" y="162"/>
                  </a:lnTo>
                  <a:lnTo>
                    <a:pt x="118" y="164"/>
                  </a:lnTo>
                  <a:lnTo>
                    <a:pt x="119" y="167"/>
                  </a:lnTo>
                  <a:lnTo>
                    <a:pt x="119" y="167"/>
                  </a:lnTo>
                  <a:lnTo>
                    <a:pt x="122" y="172"/>
                  </a:lnTo>
                  <a:lnTo>
                    <a:pt x="122" y="173"/>
                  </a:lnTo>
                  <a:lnTo>
                    <a:pt x="119" y="175"/>
                  </a:lnTo>
                  <a:lnTo>
                    <a:pt x="119" y="175"/>
                  </a:lnTo>
                  <a:lnTo>
                    <a:pt x="114" y="175"/>
                  </a:lnTo>
                  <a:lnTo>
                    <a:pt x="110" y="176"/>
                  </a:lnTo>
                  <a:lnTo>
                    <a:pt x="105" y="176"/>
                  </a:lnTo>
                  <a:lnTo>
                    <a:pt x="101" y="176"/>
                  </a:lnTo>
                  <a:lnTo>
                    <a:pt x="101" y="176"/>
                  </a:lnTo>
                  <a:lnTo>
                    <a:pt x="96" y="180"/>
                  </a:lnTo>
                  <a:lnTo>
                    <a:pt x="94" y="183"/>
                  </a:lnTo>
                  <a:lnTo>
                    <a:pt x="91" y="185"/>
                  </a:lnTo>
                  <a:lnTo>
                    <a:pt x="91" y="185"/>
                  </a:lnTo>
                  <a:lnTo>
                    <a:pt x="91" y="188"/>
                  </a:lnTo>
                  <a:lnTo>
                    <a:pt x="91" y="191"/>
                  </a:lnTo>
                  <a:lnTo>
                    <a:pt x="92" y="197"/>
                  </a:lnTo>
                  <a:lnTo>
                    <a:pt x="92" y="197"/>
                  </a:lnTo>
                  <a:lnTo>
                    <a:pt x="94" y="210"/>
                  </a:lnTo>
                  <a:lnTo>
                    <a:pt x="94" y="217"/>
                  </a:lnTo>
                  <a:lnTo>
                    <a:pt x="92" y="221"/>
                  </a:lnTo>
                  <a:lnTo>
                    <a:pt x="92" y="222"/>
                  </a:lnTo>
                  <a:lnTo>
                    <a:pt x="92" y="222"/>
                  </a:lnTo>
                  <a:lnTo>
                    <a:pt x="90" y="223"/>
                  </a:lnTo>
                  <a:lnTo>
                    <a:pt x="89" y="227"/>
                  </a:lnTo>
                  <a:lnTo>
                    <a:pt x="87" y="236"/>
                  </a:lnTo>
                  <a:lnTo>
                    <a:pt x="87" y="236"/>
                  </a:lnTo>
                  <a:lnTo>
                    <a:pt x="87" y="239"/>
                  </a:lnTo>
                  <a:lnTo>
                    <a:pt x="85" y="241"/>
                  </a:lnTo>
                  <a:lnTo>
                    <a:pt x="79" y="243"/>
                  </a:lnTo>
                  <a:lnTo>
                    <a:pt x="79" y="243"/>
                  </a:lnTo>
                  <a:lnTo>
                    <a:pt x="74" y="245"/>
                  </a:lnTo>
                  <a:lnTo>
                    <a:pt x="70" y="249"/>
                  </a:lnTo>
                  <a:lnTo>
                    <a:pt x="65" y="253"/>
                  </a:lnTo>
                  <a:lnTo>
                    <a:pt x="63" y="254"/>
                  </a:lnTo>
                  <a:lnTo>
                    <a:pt x="63" y="254"/>
                  </a:lnTo>
                  <a:lnTo>
                    <a:pt x="54" y="257"/>
                  </a:lnTo>
                  <a:lnTo>
                    <a:pt x="49" y="259"/>
                  </a:lnTo>
                  <a:lnTo>
                    <a:pt x="46" y="261"/>
                  </a:lnTo>
                  <a:lnTo>
                    <a:pt x="46" y="261"/>
                  </a:lnTo>
                  <a:lnTo>
                    <a:pt x="43" y="265"/>
                  </a:lnTo>
                  <a:lnTo>
                    <a:pt x="42" y="268"/>
                  </a:lnTo>
                  <a:lnTo>
                    <a:pt x="39" y="271"/>
                  </a:lnTo>
                  <a:lnTo>
                    <a:pt x="37" y="273"/>
                  </a:lnTo>
                  <a:lnTo>
                    <a:pt x="37" y="273"/>
                  </a:lnTo>
                  <a:lnTo>
                    <a:pt x="30" y="271"/>
                  </a:lnTo>
                  <a:lnTo>
                    <a:pt x="26" y="269"/>
                  </a:lnTo>
                  <a:lnTo>
                    <a:pt x="26" y="269"/>
                  </a:lnTo>
                  <a:lnTo>
                    <a:pt x="25" y="268"/>
                  </a:lnTo>
                  <a:lnTo>
                    <a:pt x="22" y="268"/>
                  </a:lnTo>
                  <a:lnTo>
                    <a:pt x="21" y="269"/>
                  </a:lnTo>
                  <a:lnTo>
                    <a:pt x="18" y="271"/>
                  </a:lnTo>
                  <a:lnTo>
                    <a:pt x="18" y="271"/>
                  </a:lnTo>
                  <a:lnTo>
                    <a:pt x="17" y="274"/>
                  </a:lnTo>
                  <a:lnTo>
                    <a:pt x="15" y="274"/>
                  </a:lnTo>
                  <a:lnTo>
                    <a:pt x="11" y="275"/>
                  </a:lnTo>
                  <a:lnTo>
                    <a:pt x="11" y="275"/>
                  </a:lnTo>
                  <a:lnTo>
                    <a:pt x="7" y="276"/>
                  </a:lnTo>
                  <a:lnTo>
                    <a:pt x="6" y="279"/>
                  </a:lnTo>
                  <a:lnTo>
                    <a:pt x="4" y="282"/>
                  </a:lnTo>
                  <a:lnTo>
                    <a:pt x="2" y="284"/>
                  </a:lnTo>
                  <a:lnTo>
                    <a:pt x="2" y="284"/>
                  </a:lnTo>
                  <a:lnTo>
                    <a:pt x="1" y="285"/>
                  </a:lnTo>
                  <a:lnTo>
                    <a:pt x="0" y="287"/>
                  </a:lnTo>
                  <a:lnTo>
                    <a:pt x="1" y="289"/>
                  </a:lnTo>
                  <a:lnTo>
                    <a:pt x="4" y="291"/>
                  </a:lnTo>
                  <a:lnTo>
                    <a:pt x="4" y="291"/>
                  </a:lnTo>
                  <a:lnTo>
                    <a:pt x="9" y="293"/>
                  </a:lnTo>
                  <a:lnTo>
                    <a:pt x="12" y="296"/>
                  </a:lnTo>
                  <a:lnTo>
                    <a:pt x="15" y="300"/>
                  </a:lnTo>
                  <a:lnTo>
                    <a:pt x="17" y="303"/>
                  </a:lnTo>
                  <a:lnTo>
                    <a:pt x="17" y="303"/>
                  </a:lnTo>
                  <a:lnTo>
                    <a:pt x="17" y="307"/>
                  </a:lnTo>
                  <a:lnTo>
                    <a:pt x="18" y="311"/>
                  </a:lnTo>
                  <a:lnTo>
                    <a:pt x="17" y="314"/>
                  </a:lnTo>
                  <a:lnTo>
                    <a:pt x="16" y="318"/>
                  </a:lnTo>
                  <a:lnTo>
                    <a:pt x="16" y="318"/>
                  </a:lnTo>
                  <a:lnTo>
                    <a:pt x="15" y="319"/>
                  </a:lnTo>
                  <a:lnTo>
                    <a:pt x="12" y="319"/>
                  </a:lnTo>
                  <a:lnTo>
                    <a:pt x="11" y="321"/>
                  </a:lnTo>
                  <a:lnTo>
                    <a:pt x="10" y="322"/>
                  </a:lnTo>
                  <a:lnTo>
                    <a:pt x="10" y="322"/>
                  </a:lnTo>
                  <a:lnTo>
                    <a:pt x="7" y="325"/>
                  </a:lnTo>
                  <a:lnTo>
                    <a:pt x="7" y="327"/>
                  </a:lnTo>
                  <a:lnTo>
                    <a:pt x="9" y="329"/>
                  </a:lnTo>
                  <a:lnTo>
                    <a:pt x="9" y="329"/>
                  </a:lnTo>
                  <a:lnTo>
                    <a:pt x="12" y="333"/>
                  </a:lnTo>
                  <a:lnTo>
                    <a:pt x="16" y="337"/>
                  </a:lnTo>
                  <a:lnTo>
                    <a:pt x="18" y="341"/>
                  </a:lnTo>
                  <a:lnTo>
                    <a:pt x="20" y="348"/>
                  </a:lnTo>
                  <a:lnTo>
                    <a:pt x="20" y="348"/>
                  </a:lnTo>
                  <a:lnTo>
                    <a:pt x="21" y="355"/>
                  </a:lnTo>
                  <a:lnTo>
                    <a:pt x="21" y="356"/>
                  </a:lnTo>
                  <a:lnTo>
                    <a:pt x="23" y="357"/>
                  </a:lnTo>
                  <a:lnTo>
                    <a:pt x="23" y="357"/>
                  </a:lnTo>
                  <a:lnTo>
                    <a:pt x="28" y="357"/>
                  </a:lnTo>
                  <a:lnTo>
                    <a:pt x="34" y="359"/>
                  </a:lnTo>
                  <a:lnTo>
                    <a:pt x="37" y="357"/>
                  </a:lnTo>
                  <a:lnTo>
                    <a:pt x="41" y="356"/>
                  </a:lnTo>
                  <a:lnTo>
                    <a:pt x="44" y="354"/>
                  </a:lnTo>
                  <a:lnTo>
                    <a:pt x="47" y="350"/>
                  </a:lnTo>
                  <a:lnTo>
                    <a:pt x="47" y="350"/>
                  </a:lnTo>
                  <a:lnTo>
                    <a:pt x="50" y="346"/>
                  </a:lnTo>
                  <a:lnTo>
                    <a:pt x="55" y="345"/>
                  </a:lnTo>
                  <a:lnTo>
                    <a:pt x="64" y="341"/>
                  </a:lnTo>
                  <a:lnTo>
                    <a:pt x="64" y="341"/>
                  </a:lnTo>
                  <a:lnTo>
                    <a:pt x="73" y="338"/>
                  </a:lnTo>
                  <a:lnTo>
                    <a:pt x="75" y="338"/>
                  </a:lnTo>
                  <a:lnTo>
                    <a:pt x="78" y="340"/>
                  </a:lnTo>
                  <a:lnTo>
                    <a:pt x="78" y="340"/>
                  </a:lnTo>
                  <a:lnTo>
                    <a:pt x="81" y="346"/>
                  </a:lnTo>
                  <a:lnTo>
                    <a:pt x="81" y="351"/>
                  </a:lnTo>
                  <a:lnTo>
                    <a:pt x="80" y="356"/>
                  </a:lnTo>
                  <a:lnTo>
                    <a:pt x="76" y="360"/>
                  </a:lnTo>
                  <a:lnTo>
                    <a:pt x="66" y="366"/>
                  </a:lnTo>
                  <a:lnTo>
                    <a:pt x="60" y="370"/>
                  </a:lnTo>
                  <a:lnTo>
                    <a:pt x="55" y="375"/>
                  </a:lnTo>
                  <a:lnTo>
                    <a:pt x="55" y="375"/>
                  </a:lnTo>
                  <a:lnTo>
                    <a:pt x="53" y="377"/>
                  </a:lnTo>
                  <a:lnTo>
                    <a:pt x="52" y="380"/>
                  </a:lnTo>
                  <a:lnTo>
                    <a:pt x="52" y="387"/>
                  </a:lnTo>
                  <a:lnTo>
                    <a:pt x="53" y="394"/>
                  </a:lnTo>
                  <a:lnTo>
                    <a:pt x="54" y="403"/>
                  </a:lnTo>
                  <a:lnTo>
                    <a:pt x="60" y="417"/>
                  </a:lnTo>
                  <a:lnTo>
                    <a:pt x="66" y="425"/>
                  </a:lnTo>
                  <a:lnTo>
                    <a:pt x="66" y="425"/>
                  </a:lnTo>
                  <a:lnTo>
                    <a:pt x="70" y="429"/>
                  </a:lnTo>
                  <a:lnTo>
                    <a:pt x="74" y="430"/>
                  </a:lnTo>
                  <a:lnTo>
                    <a:pt x="79" y="429"/>
                  </a:lnTo>
                  <a:lnTo>
                    <a:pt x="82" y="429"/>
                  </a:lnTo>
                  <a:lnTo>
                    <a:pt x="89" y="426"/>
                  </a:lnTo>
                  <a:lnTo>
                    <a:pt x="92" y="428"/>
                  </a:lnTo>
                  <a:lnTo>
                    <a:pt x="94" y="429"/>
                  </a:lnTo>
                  <a:lnTo>
                    <a:pt x="94" y="429"/>
                  </a:lnTo>
                  <a:lnTo>
                    <a:pt x="95" y="431"/>
                  </a:lnTo>
                  <a:lnTo>
                    <a:pt x="92" y="434"/>
                  </a:lnTo>
                  <a:lnTo>
                    <a:pt x="90" y="436"/>
                  </a:lnTo>
                  <a:lnTo>
                    <a:pt x="89" y="440"/>
                  </a:lnTo>
                  <a:lnTo>
                    <a:pt x="89" y="440"/>
                  </a:lnTo>
                  <a:lnTo>
                    <a:pt x="86" y="446"/>
                  </a:lnTo>
                  <a:lnTo>
                    <a:pt x="85" y="449"/>
                  </a:lnTo>
                  <a:lnTo>
                    <a:pt x="85" y="451"/>
                  </a:lnTo>
                  <a:lnTo>
                    <a:pt x="85" y="454"/>
                  </a:lnTo>
                  <a:lnTo>
                    <a:pt x="85" y="454"/>
                  </a:lnTo>
                  <a:lnTo>
                    <a:pt x="87" y="460"/>
                  </a:lnTo>
                  <a:lnTo>
                    <a:pt x="91" y="463"/>
                  </a:lnTo>
                  <a:lnTo>
                    <a:pt x="97" y="467"/>
                  </a:lnTo>
                  <a:lnTo>
                    <a:pt x="102" y="470"/>
                  </a:lnTo>
                  <a:lnTo>
                    <a:pt x="113" y="474"/>
                  </a:lnTo>
                  <a:lnTo>
                    <a:pt x="117" y="476"/>
                  </a:lnTo>
                  <a:lnTo>
                    <a:pt x="119" y="478"/>
                  </a:lnTo>
                  <a:lnTo>
                    <a:pt x="119" y="478"/>
                  </a:lnTo>
                  <a:lnTo>
                    <a:pt x="122" y="479"/>
                  </a:lnTo>
                  <a:lnTo>
                    <a:pt x="127" y="478"/>
                  </a:lnTo>
                  <a:lnTo>
                    <a:pt x="140" y="476"/>
                  </a:lnTo>
                  <a:lnTo>
                    <a:pt x="154" y="471"/>
                  </a:lnTo>
                  <a:lnTo>
                    <a:pt x="161" y="468"/>
                  </a:lnTo>
                  <a:lnTo>
                    <a:pt x="161" y="468"/>
                  </a:lnTo>
                  <a:lnTo>
                    <a:pt x="175" y="473"/>
                  </a:lnTo>
                  <a:lnTo>
                    <a:pt x="182" y="476"/>
                  </a:lnTo>
                  <a:lnTo>
                    <a:pt x="188" y="477"/>
                  </a:lnTo>
                  <a:lnTo>
                    <a:pt x="188" y="477"/>
                  </a:lnTo>
                  <a:lnTo>
                    <a:pt x="199" y="473"/>
                  </a:lnTo>
                  <a:lnTo>
                    <a:pt x="208" y="470"/>
                  </a:lnTo>
                  <a:lnTo>
                    <a:pt x="208" y="470"/>
                  </a:lnTo>
                  <a:lnTo>
                    <a:pt x="213" y="468"/>
                  </a:lnTo>
                  <a:lnTo>
                    <a:pt x="219" y="468"/>
                  </a:lnTo>
                  <a:lnTo>
                    <a:pt x="227" y="468"/>
                  </a:lnTo>
                  <a:lnTo>
                    <a:pt x="233" y="470"/>
                  </a:lnTo>
                  <a:lnTo>
                    <a:pt x="233" y="470"/>
                  </a:lnTo>
                  <a:lnTo>
                    <a:pt x="238" y="470"/>
                  </a:lnTo>
                  <a:lnTo>
                    <a:pt x="241" y="470"/>
                  </a:lnTo>
                  <a:lnTo>
                    <a:pt x="247" y="466"/>
                  </a:lnTo>
                  <a:lnTo>
                    <a:pt x="247" y="466"/>
                  </a:lnTo>
                  <a:lnTo>
                    <a:pt x="256" y="461"/>
                  </a:lnTo>
                  <a:lnTo>
                    <a:pt x="261" y="458"/>
                  </a:lnTo>
                  <a:lnTo>
                    <a:pt x="263" y="458"/>
                  </a:lnTo>
                  <a:lnTo>
                    <a:pt x="265" y="460"/>
                  </a:lnTo>
                  <a:lnTo>
                    <a:pt x="265" y="460"/>
                  </a:lnTo>
                  <a:lnTo>
                    <a:pt x="267" y="465"/>
                  </a:lnTo>
                  <a:lnTo>
                    <a:pt x="268" y="466"/>
                  </a:lnTo>
                  <a:lnTo>
                    <a:pt x="270" y="468"/>
                  </a:lnTo>
                  <a:lnTo>
                    <a:pt x="270" y="468"/>
                  </a:lnTo>
                  <a:lnTo>
                    <a:pt x="273" y="470"/>
                  </a:lnTo>
                  <a:lnTo>
                    <a:pt x="277" y="470"/>
                  </a:lnTo>
                  <a:lnTo>
                    <a:pt x="288" y="470"/>
                  </a:lnTo>
                  <a:lnTo>
                    <a:pt x="288" y="470"/>
                  </a:lnTo>
                  <a:lnTo>
                    <a:pt x="298" y="468"/>
                  </a:lnTo>
                  <a:lnTo>
                    <a:pt x="303" y="467"/>
                  </a:lnTo>
                  <a:lnTo>
                    <a:pt x="305" y="468"/>
                  </a:lnTo>
                  <a:lnTo>
                    <a:pt x="305" y="468"/>
                  </a:lnTo>
                  <a:lnTo>
                    <a:pt x="308" y="468"/>
                  </a:lnTo>
                  <a:lnTo>
                    <a:pt x="311" y="468"/>
                  </a:lnTo>
                  <a:lnTo>
                    <a:pt x="316" y="466"/>
                  </a:lnTo>
                  <a:lnTo>
                    <a:pt x="321" y="463"/>
                  </a:lnTo>
                  <a:lnTo>
                    <a:pt x="321" y="463"/>
                  </a:lnTo>
                  <a:lnTo>
                    <a:pt x="329" y="458"/>
                  </a:lnTo>
                  <a:lnTo>
                    <a:pt x="332" y="457"/>
                  </a:lnTo>
                  <a:lnTo>
                    <a:pt x="334" y="457"/>
                  </a:lnTo>
                  <a:lnTo>
                    <a:pt x="334" y="457"/>
                  </a:lnTo>
                  <a:lnTo>
                    <a:pt x="335" y="462"/>
                  </a:lnTo>
                  <a:lnTo>
                    <a:pt x="336" y="471"/>
                  </a:lnTo>
                  <a:lnTo>
                    <a:pt x="337" y="479"/>
                  </a:lnTo>
                  <a:lnTo>
                    <a:pt x="339" y="483"/>
                  </a:lnTo>
                  <a:lnTo>
                    <a:pt x="339" y="483"/>
                  </a:lnTo>
                  <a:lnTo>
                    <a:pt x="341" y="489"/>
                  </a:lnTo>
                  <a:lnTo>
                    <a:pt x="341" y="493"/>
                  </a:lnTo>
                  <a:lnTo>
                    <a:pt x="341" y="497"/>
                  </a:lnTo>
                  <a:lnTo>
                    <a:pt x="341" y="497"/>
                  </a:lnTo>
                  <a:lnTo>
                    <a:pt x="339" y="500"/>
                  </a:lnTo>
                  <a:lnTo>
                    <a:pt x="335" y="505"/>
                  </a:lnTo>
                  <a:lnTo>
                    <a:pt x="330" y="511"/>
                  </a:lnTo>
                  <a:lnTo>
                    <a:pt x="329" y="515"/>
                  </a:lnTo>
                  <a:lnTo>
                    <a:pt x="329" y="515"/>
                  </a:lnTo>
                  <a:lnTo>
                    <a:pt x="327" y="521"/>
                  </a:lnTo>
                  <a:lnTo>
                    <a:pt x="329" y="524"/>
                  </a:lnTo>
                  <a:lnTo>
                    <a:pt x="330" y="526"/>
                  </a:lnTo>
                  <a:lnTo>
                    <a:pt x="330" y="526"/>
                  </a:lnTo>
                  <a:lnTo>
                    <a:pt x="336" y="530"/>
                  </a:lnTo>
                  <a:lnTo>
                    <a:pt x="340" y="532"/>
                  </a:lnTo>
                  <a:lnTo>
                    <a:pt x="342" y="536"/>
                  </a:lnTo>
                  <a:lnTo>
                    <a:pt x="342" y="536"/>
                  </a:lnTo>
                  <a:lnTo>
                    <a:pt x="345" y="541"/>
                  </a:lnTo>
                  <a:lnTo>
                    <a:pt x="348" y="546"/>
                  </a:lnTo>
                  <a:lnTo>
                    <a:pt x="351" y="550"/>
                  </a:lnTo>
                  <a:lnTo>
                    <a:pt x="351" y="552"/>
                  </a:lnTo>
                  <a:lnTo>
                    <a:pt x="351" y="552"/>
                  </a:lnTo>
                  <a:lnTo>
                    <a:pt x="347" y="558"/>
                  </a:lnTo>
                  <a:lnTo>
                    <a:pt x="346" y="562"/>
                  </a:lnTo>
                  <a:lnTo>
                    <a:pt x="347" y="563"/>
                  </a:lnTo>
                  <a:lnTo>
                    <a:pt x="347" y="564"/>
                  </a:lnTo>
                  <a:lnTo>
                    <a:pt x="347" y="564"/>
                  </a:lnTo>
                  <a:lnTo>
                    <a:pt x="356" y="568"/>
                  </a:lnTo>
                  <a:lnTo>
                    <a:pt x="359" y="568"/>
                  </a:lnTo>
                  <a:lnTo>
                    <a:pt x="363" y="568"/>
                  </a:lnTo>
                  <a:lnTo>
                    <a:pt x="363" y="568"/>
                  </a:lnTo>
                  <a:lnTo>
                    <a:pt x="369" y="564"/>
                  </a:lnTo>
                  <a:lnTo>
                    <a:pt x="372" y="564"/>
                  </a:lnTo>
                  <a:lnTo>
                    <a:pt x="373" y="567"/>
                  </a:lnTo>
                  <a:lnTo>
                    <a:pt x="373" y="567"/>
                  </a:lnTo>
                  <a:lnTo>
                    <a:pt x="374" y="571"/>
                  </a:lnTo>
                  <a:lnTo>
                    <a:pt x="378" y="575"/>
                  </a:lnTo>
                  <a:lnTo>
                    <a:pt x="382" y="578"/>
                  </a:lnTo>
                  <a:lnTo>
                    <a:pt x="384" y="578"/>
                  </a:lnTo>
                  <a:lnTo>
                    <a:pt x="384" y="577"/>
                  </a:lnTo>
                  <a:lnTo>
                    <a:pt x="384" y="577"/>
                  </a:lnTo>
                  <a:lnTo>
                    <a:pt x="384" y="571"/>
                  </a:lnTo>
                  <a:lnTo>
                    <a:pt x="384" y="562"/>
                  </a:lnTo>
                  <a:lnTo>
                    <a:pt x="384" y="556"/>
                  </a:lnTo>
                  <a:lnTo>
                    <a:pt x="385" y="554"/>
                  </a:lnTo>
                  <a:lnTo>
                    <a:pt x="387" y="554"/>
                  </a:lnTo>
                  <a:lnTo>
                    <a:pt x="387" y="554"/>
                  </a:lnTo>
                  <a:lnTo>
                    <a:pt x="391" y="559"/>
                  </a:lnTo>
                  <a:lnTo>
                    <a:pt x="393" y="559"/>
                  </a:lnTo>
                  <a:lnTo>
                    <a:pt x="393" y="558"/>
                  </a:lnTo>
                  <a:lnTo>
                    <a:pt x="393" y="558"/>
                  </a:lnTo>
                  <a:lnTo>
                    <a:pt x="395" y="554"/>
                  </a:lnTo>
                  <a:lnTo>
                    <a:pt x="396" y="553"/>
                  </a:lnTo>
                  <a:lnTo>
                    <a:pt x="399" y="554"/>
                  </a:lnTo>
                  <a:lnTo>
                    <a:pt x="399" y="554"/>
                  </a:lnTo>
                  <a:lnTo>
                    <a:pt x="401" y="554"/>
                  </a:lnTo>
                  <a:lnTo>
                    <a:pt x="403" y="554"/>
                  </a:lnTo>
                  <a:lnTo>
                    <a:pt x="407" y="554"/>
                  </a:lnTo>
                  <a:lnTo>
                    <a:pt x="407" y="554"/>
                  </a:lnTo>
                  <a:lnTo>
                    <a:pt x="410" y="556"/>
                  </a:lnTo>
                  <a:lnTo>
                    <a:pt x="412" y="557"/>
                  </a:lnTo>
                  <a:lnTo>
                    <a:pt x="415" y="558"/>
                  </a:lnTo>
                  <a:lnTo>
                    <a:pt x="419" y="557"/>
                  </a:lnTo>
                  <a:lnTo>
                    <a:pt x="419" y="557"/>
                  </a:lnTo>
                  <a:lnTo>
                    <a:pt x="420" y="557"/>
                  </a:lnTo>
                  <a:lnTo>
                    <a:pt x="421" y="554"/>
                  </a:lnTo>
                  <a:lnTo>
                    <a:pt x="423" y="551"/>
                  </a:lnTo>
                  <a:lnTo>
                    <a:pt x="423" y="547"/>
                  </a:lnTo>
                  <a:lnTo>
                    <a:pt x="425" y="546"/>
                  </a:lnTo>
                  <a:lnTo>
                    <a:pt x="426" y="546"/>
                  </a:lnTo>
                  <a:lnTo>
                    <a:pt x="426" y="546"/>
                  </a:lnTo>
                  <a:lnTo>
                    <a:pt x="431" y="546"/>
                  </a:lnTo>
                  <a:lnTo>
                    <a:pt x="438" y="548"/>
                  </a:lnTo>
                  <a:lnTo>
                    <a:pt x="444" y="552"/>
                  </a:lnTo>
                  <a:lnTo>
                    <a:pt x="447" y="553"/>
                  </a:lnTo>
                  <a:lnTo>
                    <a:pt x="447" y="554"/>
                  </a:lnTo>
                  <a:lnTo>
                    <a:pt x="447" y="554"/>
                  </a:lnTo>
                  <a:lnTo>
                    <a:pt x="448" y="559"/>
                  </a:lnTo>
                  <a:lnTo>
                    <a:pt x="449" y="562"/>
                  </a:lnTo>
                  <a:lnTo>
                    <a:pt x="452" y="564"/>
                  </a:lnTo>
                  <a:lnTo>
                    <a:pt x="452" y="564"/>
                  </a:lnTo>
                  <a:lnTo>
                    <a:pt x="462" y="568"/>
                  </a:lnTo>
                  <a:lnTo>
                    <a:pt x="467" y="571"/>
                  </a:lnTo>
                  <a:lnTo>
                    <a:pt x="471" y="573"/>
                  </a:lnTo>
                  <a:lnTo>
                    <a:pt x="471" y="573"/>
                  </a:lnTo>
                  <a:lnTo>
                    <a:pt x="474" y="572"/>
                  </a:lnTo>
                  <a:lnTo>
                    <a:pt x="474" y="572"/>
                  </a:lnTo>
                  <a:lnTo>
                    <a:pt x="475" y="572"/>
                  </a:lnTo>
                  <a:lnTo>
                    <a:pt x="476" y="573"/>
                  </a:lnTo>
                  <a:lnTo>
                    <a:pt x="478" y="574"/>
                  </a:lnTo>
                  <a:lnTo>
                    <a:pt x="480" y="575"/>
                  </a:lnTo>
                  <a:lnTo>
                    <a:pt x="480" y="575"/>
                  </a:lnTo>
                  <a:lnTo>
                    <a:pt x="483" y="575"/>
                  </a:lnTo>
                  <a:lnTo>
                    <a:pt x="485" y="574"/>
                  </a:lnTo>
                  <a:lnTo>
                    <a:pt x="487" y="573"/>
                  </a:lnTo>
                  <a:lnTo>
                    <a:pt x="490" y="572"/>
                  </a:lnTo>
                  <a:lnTo>
                    <a:pt x="490" y="572"/>
                  </a:lnTo>
                  <a:lnTo>
                    <a:pt x="491" y="572"/>
                  </a:lnTo>
                  <a:lnTo>
                    <a:pt x="492" y="573"/>
                  </a:lnTo>
                  <a:lnTo>
                    <a:pt x="492" y="580"/>
                  </a:lnTo>
                  <a:lnTo>
                    <a:pt x="492" y="580"/>
                  </a:lnTo>
                  <a:lnTo>
                    <a:pt x="492" y="582"/>
                  </a:lnTo>
                  <a:lnTo>
                    <a:pt x="494" y="583"/>
                  </a:lnTo>
                  <a:lnTo>
                    <a:pt x="497" y="585"/>
                  </a:lnTo>
                  <a:lnTo>
                    <a:pt x="500" y="584"/>
                  </a:lnTo>
                  <a:lnTo>
                    <a:pt x="501" y="584"/>
                  </a:lnTo>
                  <a:lnTo>
                    <a:pt x="501" y="583"/>
                  </a:lnTo>
                  <a:lnTo>
                    <a:pt x="501" y="583"/>
                  </a:lnTo>
                  <a:lnTo>
                    <a:pt x="501" y="580"/>
                  </a:lnTo>
                  <a:lnTo>
                    <a:pt x="502" y="579"/>
                  </a:lnTo>
                  <a:lnTo>
                    <a:pt x="505" y="575"/>
                  </a:lnTo>
                  <a:lnTo>
                    <a:pt x="505" y="575"/>
                  </a:lnTo>
                  <a:lnTo>
                    <a:pt x="508" y="573"/>
                  </a:lnTo>
                  <a:lnTo>
                    <a:pt x="513" y="572"/>
                  </a:lnTo>
                  <a:lnTo>
                    <a:pt x="522" y="572"/>
                  </a:lnTo>
                  <a:lnTo>
                    <a:pt x="522" y="572"/>
                  </a:lnTo>
                  <a:lnTo>
                    <a:pt x="527" y="571"/>
                  </a:lnTo>
                  <a:lnTo>
                    <a:pt x="533" y="569"/>
                  </a:lnTo>
                  <a:lnTo>
                    <a:pt x="543" y="566"/>
                  </a:lnTo>
                  <a:lnTo>
                    <a:pt x="543" y="566"/>
                  </a:lnTo>
                  <a:lnTo>
                    <a:pt x="544" y="564"/>
                  </a:lnTo>
                  <a:lnTo>
                    <a:pt x="545" y="562"/>
                  </a:lnTo>
                  <a:lnTo>
                    <a:pt x="545" y="557"/>
                  </a:lnTo>
                  <a:lnTo>
                    <a:pt x="545" y="557"/>
                  </a:lnTo>
                  <a:lnTo>
                    <a:pt x="547" y="556"/>
                  </a:lnTo>
                  <a:lnTo>
                    <a:pt x="548" y="557"/>
                  </a:lnTo>
                  <a:lnTo>
                    <a:pt x="552" y="558"/>
                  </a:lnTo>
                  <a:lnTo>
                    <a:pt x="554" y="558"/>
                  </a:lnTo>
                  <a:lnTo>
                    <a:pt x="554" y="558"/>
                  </a:lnTo>
                  <a:lnTo>
                    <a:pt x="556" y="558"/>
                  </a:lnTo>
                  <a:lnTo>
                    <a:pt x="559" y="556"/>
                  </a:lnTo>
                  <a:lnTo>
                    <a:pt x="563" y="551"/>
                  </a:lnTo>
                  <a:lnTo>
                    <a:pt x="563" y="551"/>
                  </a:lnTo>
                  <a:lnTo>
                    <a:pt x="565" y="550"/>
                  </a:lnTo>
                  <a:lnTo>
                    <a:pt x="568" y="551"/>
                  </a:lnTo>
                  <a:lnTo>
                    <a:pt x="571" y="552"/>
                  </a:lnTo>
                  <a:lnTo>
                    <a:pt x="574" y="552"/>
                  </a:lnTo>
                  <a:lnTo>
                    <a:pt x="574" y="552"/>
                  </a:lnTo>
                  <a:lnTo>
                    <a:pt x="577" y="552"/>
                  </a:lnTo>
                  <a:lnTo>
                    <a:pt x="580" y="551"/>
                  </a:lnTo>
                  <a:lnTo>
                    <a:pt x="584" y="547"/>
                  </a:lnTo>
                  <a:lnTo>
                    <a:pt x="584" y="547"/>
                  </a:lnTo>
                  <a:lnTo>
                    <a:pt x="587" y="545"/>
                  </a:lnTo>
                  <a:lnTo>
                    <a:pt x="591" y="543"/>
                  </a:lnTo>
                  <a:lnTo>
                    <a:pt x="591" y="543"/>
                  </a:lnTo>
                  <a:lnTo>
                    <a:pt x="595" y="542"/>
                  </a:lnTo>
                  <a:lnTo>
                    <a:pt x="598" y="540"/>
                  </a:lnTo>
                  <a:lnTo>
                    <a:pt x="604" y="532"/>
                  </a:lnTo>
                  <a:lnTo>
                    <a:pt x="604" y="532"/>
                  </a:lnTo>
                  <a:lnTo>
                    <a:pt x="608" y="527"/>
                  </a:lnTo>
                  <a:lnTo>
                    <a:pt x="609" y="525"/>
                  </a:lnTo>
                  <a:lnTo>
                    <a:pt x="612" y="524"/>
                  </a:lnTo>
                  <a:lnTo>
                    <a:pt x="612" y="524"/>
                  </a:lnTo>
                  <a:lnTo>
                    <a:pt x="614" y="522"/>
                  </a:lnTo>
                  <a:lnTo>
                    <a:pt x="616" y="520"/>
                  </a:lnTo>
                  <a:lnTo>
                    <a:pt x="616" y="516"/>
                  </a:lnTo>
                  <a:lnTo>
                    <a:pt x="616" y="516"/>
                  </a:lnTo>
                  <a:lnTo>
                    <a:pt x="617" y="515"/>
                  </a:lnTo>
                  <a:lnTo>
                    <a:pt x="620" y="514"/>
                  </a:lnTo>
                  <a:lnTo>
                    <a:pt x="624" y="511"/>
                  </a:lnTo>
                  <a:lnTo>
                    <a:pt x="627" y="509"/>
                  </a:lnTo>
                  <a:lnTo>
                    <a:pt x="627" y="509"/>
                  </a:lnTo>
                  <a:lnTo>
                    <a:pt x="629" y="506"/>
                  </a:lnTo>
                  <a:lnTo>
                    <a:pt x="629" y="504"/>
                  </a:lnTo>
                  <a:lnTo>
                    <a:pt x="628" y="503"/>
                  </a:lnTo>
                  <a:lnTo>
                    <a:pt x="629" y="500"/>
                  </a:lnTo>
                  <a:lnTo>
                    <a:pt x="629" y="500"/>
                  </a:lnTo>
                  <a:lnTo>
                    <a:pt x="633" y="492"/>
                  </a:lnTo>
                  <a:lnTo>
                    <a:pt x="635" y="482"/>
                  </a:lnTo>
                  <a:lnTo>
                    <a:pt x="635" y="482"/>
                  </a:lnTo>
                  <a:lnTo>
                    <a:pt x="638" y="479"/>
                  </a:lnTo>
                  <a:lnTo>
                    <a:pt x="640" y="476"/>
                  </a:lnTo>
                  <a:lnTo>
                    <a:pt x="644" y="474"/>
                  </a:lnTo>
                  <a:lnTo>
                    <a:pt x="649" y="473"/>
                  </a:lnTo>
                  <a:lnTo>
                    <a:pt x="649" y="473"/>
                  </a:lnTo>
                  <a:lnTo>
                    <a:pt x="651" y="472"/>
                  </a:lnTo>
                  <a:lnTo>
                    <a:pt x="654" y="471"/>
                  </a:lnTo>
                  <a:lnTo>
                    <a:pt x="655" y="470"/>
                  </a:lnTo>
                  <a:lnTo>
                    <a:pt x="655" y="466"/>
                  </a:lnTo>
                  <a:lnTo>
                    <a:pt x="655" y="466"/>
                  </a:lnTo>
                  <a:lnTo>
                    <a:pt x="656" y="462"/>
                  </a:lnTo>
                  <a:lnTo>
                    <a:pt x="657" y="458"/>
                  </a:lnTo>
                  <a:lnTo>
                    <a:pt x="660" y="456"/>
                  </a:lnTo>
                  <a:lnTo>
                    <a:pt x="660" y="456"/>
                  </a:lnTo>
                  <a:lnTo>
                    <a:pt x="660" y="454"/>
                  </a:lnTo>
                  <a:lnTo>
                    <a:pt x="660" y="451"/>
                  </a:lnTo>
                  <a:lnTo>
                    <a:pt x="660" y="446"/>
                  </a:lnTo>
                  <a:lnTo>
                    <a:pt x="660" y="446"/>
                  </a:lnTo>
                  <a:lnTo>
                    <a:pt x="657" y="444"/>
                  </a:lnTo>
                  <a:lnTo>
                    <a:pt x="654" y="442"/>
                  </a:lnTo>
                  <a:lnTo>
                    <a:pt x="650" y="441"/>
                  </a:lnTo>
                  <a:lnTo>
                    <a:pt x="646" y="440"/>
                  </a:lnTo>
                  <a:lnTo>
                    <a:pt x="646" y="440"/>
                  </a:lnTo>
                  <a:lnTo>
                    <a:pt x="646" y="439"/>
                  </a:lnTo>
                  <a:lnTo>
                    <a:pt x="646" y="438"/>
                  </a:lnTo>
                  <a:lnTo>
                    <a:pt x="650" y="433"/>
                  </a:lnTo>
                  <a:lnTo>
                    <a:pt x="657" y="425"/>
                  </a:lnTo>
                  <a:lnTo>
                    <a:pt x="657" y="425"/>
                  </a:lnTo>
                  <a:lnTo>
                    <a:pt x="657" y="424"/>
                  </a:lnTo>
                  <a:lnTo>
                    <a:pt x="656" y="422"/>
                  </a:lnTo>
                  <a:lnTo>
                    <a:pt x="652" y="418"/>
                  </a:lnTo>
                  <a:lnTo>
                    <a:pt x="652" y="418"/>
                  </a:lnTo>
                  <a:lnTo>
                    <a:pt x="652" y="417"/>
                  </a:lnTo>
                  <a:lnTo>
                    <a:pt x="652" y="417"/>
                  </a:lnTo>
                  <a:lnTo>
                    <a:pt x="655" y="414"/>
                  </a:lnTo>
                  <a:lnTo>
                    <a:pt x="655" y="414"/>
                  </a:lnTo>
                  <a:lnTo>
                    <a:pt x="655" y="412"/>
                  </a:lnTo>
                  <a:lnTo>
                    <a:pt x="654" y="408"/>
                  </a:lnTo>
                  <a:lnTo>
                    <a:pt x="651" y="404"/>
                  </a:lnTo>
                  <a:lnTo>
                    <a:pt x="649" y="402"/>
                  </a:lnTo>
                  <a:lnTo>
                    <a:pt x="649" y="402"/>
                  </a:lnTo>
                  <a:lnTo>
                    <a:pt x="645" y="399"/>
                  </a:lnTo>
                  <a:lnTo>
                    <a:pt x="641" y="396"/>
                  </a:lnTo>
                  <a:lnTo>
                    <a:pt x="639" y="392"/>
                  </a:lnTo>
                  <a:lnTo>
                    <a:pt x="636" y="387"/>
                  </a:lnTo>
                  <a:lnTo>
                    <a:pt x="636" y="387"/>
                  </a:lnTo>
                  <a:lnTo>
                    <a:pt x="632" y="376"/>
                  </a:lnTo>
                  <a:lnTo>
                    <a:pt x="629" y="370"/>
                  </a:lnTo>
                  <a:lnTo>
                    <a:pt x="625" y="366"/>
                  </a:lnTo>
                  <a:lnTo>
                    <a:pt x="625" y="366"/>
                  </a:lnTo>
                  <a:lnTo>
                    <a:pt x="623" y="365"/>
                  </a:lnTo>
                  <a:lnTo>
                    <a:pt x="623" y="362"/>
                  </a:lnTo>
                  <a:lnTo>
                    <a:pt x="623" y="360"/>
                  </a:lnTo>
                  <a:lnTo>
                    <a:pt x="625" y="357"/>
                  </a:lnTo>
                  <a:lnTo>
                    <a:pt x="625" y="357"/>
                  </a:lnTo>
                  <a:lnTo>
                    <a:pt x="632" y="351"/>
                  </a:lnTo>
                  <a:lnTo>
                    <a:pt x="635" y="344"/>
                  </a:lnTo>
                  <a:lnTo>
                    <a:pt x="635" y="344"/>
                  </a:lnTo>
                  <a:lnTo>
                    <a:pt x="638" y="341"/>
                  </a:lnTo>
                  <a:lnTo>
                    <a:pt x="640" y="338"/>
                  </a:lnTo>
                  <a:lnTo>
                    <a:pt x="643" y="337"/>
                  </a:lnTo>
                  <a:lnTo>
                    <a:pt x="646" y="335"/>
                  </a:lnTo>
                  <a:lnTo>
                    <a:pt x="646" y="335"/>
                  </a:lnTo>
                  <a:lnTo>
                    <a:pt x="656" y="333"/>
                  </a:lnTo>
                  <a:lnTo>
                    <a:pt x="667" y="330"/>
                  </a:lnTo>
                  <a:lnTo>
                    <a:pt x="667" y="330"/>
                  </a:lnTo>
                  <a:lnTo>
                    <a:pt x="671" y="329"/>
                  </a:lnTo>
                  <a:lnTo>
                    <a:pt x="672" y="327"/>
                  </a:lnTo>
                  <a:lnTo>
                    <a:pt x="670" y="325"/>
                  </a:lnTo>
                  <a:lnTo>
                    <a:pt x="665" y="324"/>
                  </a:lnTo>
                  <a:lnTo>
                    <a:pt x="665" y="324"/>
                  </a:lnTo>
                  <a:lnTo>
                    <a:pt x="660" y="324"/>
                  </a:lnTo>
                  <a:lnTo>
                    <a:pt x="654" y="322"/>
                  </a:lnTo>
                  <a:lnTo>
                    <a:pt x="645" y="319"/>
                  </a:lnTo>
                  <a:lnTo>
                    <a:pt x="645" y="319"/>
                  </a:lnTo>
                  <a:lnTo>
                    <a:pt x="644" y="318"/>
                  </a:lnTo>
                  <a:lnTo>
                    <a:pt x="640" y="319"/>
                  </a:lnTo>
                  <a:lnTo>
                    <a:pt x="634" y="322"/>
                  </a:lnTo>
                  <a:lnTo>
                    <a:pt x="624" y="327"/>
                  </a:lnTo>
                  <a:lnTo>
                    <a:pt x="624" y="327"/>
                  </a:lnTo>
                  <a:lnTo>
                    <a:pt x="622" y="327"/>
                  </a:lnTo>
                  <a:lnTo>
                    <a:pt x="619" y="325"/>
                  </a:lnTo>
                  <a:lnTo>
                    <a:pt x="614" y="318"/>
                  </a:lnTo>
                  <a:lnTo>
                    <a:pt x="614" y="318"/>
                  </a:lnTo>
                  <a:lnTo>
                    <a:pt x="611" y="313"/>
                  </a:lnTo>
                  <a:lnTo>
                    <a:pt x="607" y="309"/>
                  </a:lnTo>
                  <a:lnTo>
                    <a:pt x="600" y="301"/>
                  </a:lnTo>
                  <a:lnTo>
                    <a:pt x="600" y="301"/>
                  </a:lnTo>
                  <a:lnTo>
                    <a:pt x="598" y="298"/>
                  </a:lnTo>
                  <a:lnTo>
                    <a:pt x="598" y="296"/>
                  </a:lnTo>
                  <a:lnTo>
                    <a:pt x="600" y="295"/>
                  </a:lnTo>
                  <a:lnTo>
                    <a:pt x="602" y="292"/>
                  </a:lnTo>
                  <a:lnTo>
                    <a:pt x="602" y="292"/>
                  </a:lnTo>
                  <a:lnTo>
                    <a:pt x="611" y="291"/>
                  </a:lnTo>
                  <a:lnTo>
                    <a:pt x="620" y="291"/>
                  </a:lnTo>
                  <a:lnTo>
                    <a:pt x="620" y="291"/>
                  </a:lnTo>
                  <a:lnTo>
                    <a:pt x="623" y="290"/>
                  </a:lnTo>
                  <a:lnTo>
                    <a:pt x="623" y="286"/>
                  </a:lnTo>
                  <a:lnTo>
                    <a:pt x="624" y="284"/>
                  </a:lnTo>
                  <a:lnTo>
                    <a:pt x="625" y="280"/>
                  </a:lnTo>
                  <a:lnTo>
                    <a:pt x="625" y="280"/>
                  </a:lnTo>
                  <a:lnTo>
                    <a:pt x="630" y="275"/>
                  </a:lnTo>
                  <a:lnTo>
                    <a:pt x="638" y="270"/>
                  </a:lnTo>
                  <a:lnTo>
                    <a:pt x="649" y="263"/>
                  </a:lnTo>
                  <a:lnTo>
                    <a:pt x="649" y="263"/>
                  </a:lnTo>
                  <a:lnTo>
                    <a:pt x="652" y="261"/>
                  </a:lnTo>
                  <a:lnTo>
                    <a:pt x="655" y="261"/>
                  </a:lnTo>
                  <a:lnTo>
                    <a:pt x="655" y="261"/>
                  </a:lnTo>
                  <a:lnTo>
                    <a:pt x="656" y="261"/>
                  </a:lnTo>
                  <a:lnTo>
                    <a:pt x="659" y="263"/>
                  </a:lnTo>
                  <a:lnTo>
                    <a:pt x="660" y="264"/>
                  </a:lnTo>
                  <a:lnTo>
                    <a:pt x="661" y="268"/>
                  </a:lnTo>
                  <a:lnTo>
                    <a:pt x="661" y="268"/>
                  </a:lnTo>
                  <a:lnTo>
                    <a:pt x="660" y="271"/>
                  </a:lnTo>
                  <a:lnTo>
                    <a:pt x="659" y="274"/>
                  </a:lnTo>
                  <a:lnTo>
                    <a:pt x="654" y="279"/>
                  </a:lnTo>
                  <a:lnTo>
                    <a:pt x="654" y="279"/>
                  </a:lnTo>
                  <a:lnTo>
                    <a:pt x="652" y="281"/>
                  </a:lnTo>
                  <a:lnTo>
                    <a:pt x="651" y="282"/>
                  </a:lnTo>
                  <a:lnTo>
                    <a:pt x="654" y="287"/>
                  </a:lnTo>
                  <a:lnTo>
                    <a:pt x="654" y="287"/>
                  </a:lnTo>
                  <a:lnTo>
                    <a:pt x="654" y="290"/>
                  </a:lnTo>
                  <a:lnTo>
                    <a:pt x="654" y="292"/>
                  </a:lnTo>
                  <a:lnTo>
                    <a:pt x="654" y="295"/>
                  </a:lnTo>
                  <a:lnTo>
                    <a:pt x="654" y="296"/>
                  </a:lnTo>
                  <a:lnTo>
                    <a:pt x="654" y="296"/>
                  </a:lnTo>
                  <a:lnTo>
                    <a:pt x="655" y="296"/>
                  </a:lnTo>
                  <a:lnTo>
                    <a:pt x="657" y="295"/>
                  </a:lnTo>
                  <a:lnTo>
                    <a:pt x="665" y="291"/>
                  </a:lnTo>
                  <a:lnTo>
                    <a:pt x="673" y="286"/>
                  </a:lnTo>
                  <a:lnTo>
                    <a:pt x="676" y="284"/>
                  </a:lnTo>
                  <a:lnTo>
                    <a:pt x="680" y="284"/>
                  </a:lnTo>
                  <a:lnTo>
                    <a:pt x="680" y="284"/>
                  </a:lnTo>
                  <a:lnTo>
                    <a:pt x="687" y="282"/>
                  </a:lnTo>
                  <a:lnTo>
                    <a:pt x="687" y="282"/>
                  </a:lnTo>
                  <a:lnTo>
                    <a:pt x="691" y="275"/>
                  </a:lnTo>
                  <a:lnTo>
                    <a:pt x="694" y="270"/>
                  </a:lnTo>
                  <a:lnTo>
                    <a:pt x="694" y="270"/>
                  </a:lnTo>
                  <a:lnTo>
                    <a:pt x="699" y="266"/>
                  </a:lnTo>
                  <a:lnTo>
                    <a:pt x="705" y="264"/>
                  </a:lnTo>
                  <a:lnTo>
                    <a:pt x="705" y="264"/>
                  </a:lnTo>
                  <a:lnTo>
                    <a:pt x="715" y="259"/>
                  </a:lnTo>
                  <a:lnTo>
                    <a:pt x="720" y="255"/>
                  </a:lnTo>
                  <a:lnTo>
                    <a:pt x="723" y="252"/>
                  </a:lnTo>
                  <a:lnTo>
                    <a:pt x="723" y="252"/>
                  </a:lnTo>
                  <a:lnTo>
                    <a:pt x="725" y="248"/>
                  </a:lnTo>
                  <a:lnTo>
                    <a:pt x="726" y="247"/>
                  </a:lnTo>
                  <a:lnTo>
                    <a:pt x="729" y="247"/>
                  </a:lnTo>
                  <a:lnTo>
                    <a:pt x="729" y="247"/>
                  </a:lnTo>
                  <a:lnTo>
                    <a:pt x="731" y="248"/>
                  </a:lnTo>
                  <a:lnTo>
                    <a:pt x="734" y="249"/>
                  </a:lnTo>
                  <a:lnTo>
                    <a:pt x="737" y="249"/>
                  </a:lnTo>
                  <a:lnTo>
                    <a:pt x="741" y="248"/>
                  </a:lnTo>
                  <a:lnTo>
                    <a:pt x="741" y="248"/>
                  </a:lnTo>
                  <a:lnTo>
                    <a:pt x="742" y="247"/>
                  </a:lnTo>
                  <a:lnTo>
                    <a:pt x="744" y="244"/>
                  </a:lnTo>
                  <a:lnTo>
                    <a:pt x="744" y="241"/>
                  </a:lnTo>
                  <a:lnTo>
                    <a:pt x="744" y="238"/>
                  </a:lnTo>
                  <a:lnTo>
                    <a:pt x="744" y="237"/>
                  </a:lnTo>
                  <a:lnTo>
                    <a:pt x="745" y="237"/>
                  </a:lnTo>
                  <a:lnTo>
                    <a:pt x="745" y="237"/>
                  </a:lnTo>
                  <a:lnTo>
                    <a:pt x="750" y="238"/>
                  </a:lnTo>
                  <a:lnTo>
                    <a:pt x="752" y="237"/>
                  </a:lnTo>
                  <a:lnTo>
                    <a:pt x="753" y="236"/>
                  </a:lnTo>
                  <a:lnTo>
                    <a:pt x="753" y="236"/>
                  </a:lnTo>
                  <a:lnTo>
                    <a:pt x="760" y="229"/>
                  </a:lnTo>
                  <a:lnTo>
                    <a:pt x="763" y="226"/>
                  </a:lnTo>
                  <a:lnTo>
                    <a:pt x="767" y="223"/>
                  </a:lnTo>
                  <a:lnTo>
                    <a:pt x="767" y="223"/>
                  </a:lnTo>
                  <a:lnTo>
                    <a:pt x="776" y="223"/>
                  </a:lnTo>
                  <a:lnTo>
                    <a:pt x="779" y="222"/>
                  </a:lnTo>
                  <a:lnTo>
                    <a:pt x="782" y="220"/>
                  </a:lnTo>
                  <a:lnTo>
                    <a:pt x="782" y="220"/>
                  </a:lnTo>
                  <a:lnTo>
                    <a:pt x="785" y="210"/>
                  </a:lnTo>
                  <a:lnTo>
                    <a:pt x="788" y="204"/>
                  </a:lnTo>
                  <a:lnTo>
                    <a:pt x="787" y="200"/>
                  </a:lnTo>
                  <a:lnTo>
                    <a:pt x="787" y="200"/>
                  </a:lnTo>
                  <a:lnTo>
                    <a:pt x="784" y="193"/>
                  </a:lnTo>
                  <a:lnTo>
                    <a:pt x="784" y="190"/>
                  </a:lnTo>
                  <a:lnTo>
                    <a:pt x="784" y="188"/>
                  </a:lnTo>
                  <a:lnTo>
                    <a:pt x="784" y="188"/>
                  </a:lnTo>
                  <a:lnTo>
                    <a:pt x="785" y="186"/>
                  </a:lnTo>
                  <a:lnTo>
                    <a:pt x="788" y="185"/>
                  </a:lnTo>
                  <a:lnTo>
                    <a:pt x="794" y="181"/>
                  </a:lnTo>
                  <a:lnTo>
                    <a:pt x="794" y="181"/>
                  </a:lnTo>
                  <a:lnTo>
                    <a:pt x="796" y="181"/>
                  </a:lnTo>
                  <a:lnTo>
                    <a:pt x="800" y="183"/>
                  </a:lnTo>
                  <a:lnTo>
                    <a:pt x="804" y="184"/>
                  </a:lnTo>
                  <a:lnTo>
                    <a:pt x="806" y="183"/>
                  </a:lnTo>
                  <a:lnTo>
                    <a:pt x="806" y="183"/>
                  </a:lnTo>
                  <a:lnTo>
                    <a:pt x="810" y="179"/>
                  </a:lnTo>
                  <a:lnTo>
                    <a:pt x="815" y="174"/>
                  </a:lnTo>
                  <a:lnTo>
                    <a:pt x="819" y="167"/>
                  </a:lnTo>
                  <a:lnTo>
                    <a:pt x="822" y="160"/>
                  </a:lnTo>
                  <a:lnTo>
                    <a:pt x="822" y="160"/>
                  </a:lnTo>
                  <a:lnTo>
                    <a:pt x="825" y="153"/>
                  </a:lnTo>
                  <a:lnTo>
                    <a:pt x="826" y="146"/>
                  </a:lnTo>
                  <a:lnTo>
                    <a:pt x="827" y="135"/>
                  </a:lnTo>
                  <a:lnTo>
                    <a:pt x="827" y="135"/>
                  </a:lnTo>
                  <a:lnTo>
                    <a:pt x="831" y="122"/>
                  </a:lnTo>
                  <a:lnTo>
                    <a:pt x="832" y="117"/>
                  </a:lnTo>
                  <a:lnTo>
                    <a:pt x="832" y="116"/>
                  </a:lnTo>
                  <a:lnTo>
                    <a:pt x="831" y="116"/>
                  </a:lnTo>
                  <a:close/>
                  <a:moveTo>
                    <a:pt x="368" y="332"/>
                  </a:moveTo>
                  <a:lnTo>
                    <a:pt x="368" y="332"/>
                  </a:lnTo>
                  <a:lnTo>
                    <a:pt x="366" y="334"/>
                  </a:lnTo>
                  <a:lnTo>
                    <a:pt x="361" y="335"/>
                  </a:lnTo>
                  <a:lnTo>
                    <a:pt x="357" y="335"/>
                  </a:lnTo>
                  <a:lnTo>
                    <a:pt x="353" y="334"/>
                  </a:lnTo>
                  <a:lnTo>
                    <a:pt x="353" y="334"/>
                  </a:lnTo>
                  <a:lnTo>
                    <a:pt x="352" y="332"/>
                  </a:lnTo>
                  <a:lnTo>
                    <a:pt x="351" y="330"/>
                  </a:lnTo>
                  <a:lnTo>
                    <a:pt x="352" y="327"/>
                  </a:lnTo>
                  <a:lnTo>
                    <a:pt x="356" y="323"/>
                  </a:lnTo>
                  <a:lnTo>
                    <a:pt x="358" y="323"/>
                  </a:lnTo>
                  <a:lnTo>
                    <a:pt x="358" y="323"/>
                  </a:lnTo>
                  <a:lnTo>
                    <a:pt x="362" y="324"/>
                  </a:lnTo>
                  <a:lnTo>
                    <a:pt x="366" y="327"/>
                  </a:lnTo>
                  <a:lnTo>
                    <a:pt x="368" y="330"/>
                  </a:lnTo>
                  <a:lnTo>
                    <a:pt x="368" y="332"/>
                  </a:lnTo>
                  <a:lnTo>
                    <a:pt x="368" y="3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3" name="Freeform 1465"/>
            <p:cNvSpPr>
              <a:spLocks/>
            </p:cNvSpPr>
            <p:nvPr/>
          </p:nvSpPr>
          <p:spPr bwMode="gray">
            <a:xfrm>
              <a:off x="4820368" y="2126948"/>
              <a:ext cx="27271" cy="37699"/>
            </a:xfrm>
            <a:custGeom>
              <a:avLst/>
              <a:gdLst>
                <a:gd name="T0" fmla="*/ 6 w 11"/>
                <a:gd name="T1" fmla="*/ 15 h 15"/>
                <a:gd name="T2" fmla="*/ 6 w 11"/>
                <a:gd name="T3" fmla="*/ 15 h 15"/>
                <a:gd name="T4" fmla="*/ 3 w 11"/>
                <a:gd name="T5" fmla="*/ 15 h 15"/>
                <a:gd name="T6" fmla="*/ 1 w 11"/>
                <a:gd name="T7" fmla="*/ 13 h 15"/>
                <a:gd name="T8" fmla="*/ 0 w 11"/>
                <a:gd name="T9" fmla="*/ 11 h 15"/>
                <a:gd name="T10" fmla="*/ 0 w 11"/>
                <a:gd name="T11" fmla="*/ 8 h 15"/>
                <a:gd name="T12" fmla="*/ 0 w 11"/>
                <a:gd name="T13" fmla="*/ 8 h 15"/>
                <a:gd name="T14" fmla="*/ 6 w 11"/>
                <a:gd name="T15" fmla="*/ 2 h 15"/>
                <a:gd name="T16" fmla="*/ 8 w 11"/>
                <a:gd name="T17" fmla="*/ 0 h 15"/>
                <a:gd name="T18" fmla="*/ 9 w 11"/>
                <a:gd name="T19" fmla="*/ 0 h 15"/>
                <a:gd name="T20" fmla="*/ 9 w 11"/>
                <a:gd name="T21" fmla="*/ 0 h 15"/>
                <a:gd name="T22" fmla="*/ 11 w 11"/>
                <a:gd name="T23" fmla="*/ 8 h 15"/>
                <a:gd name="T24" fmla="*/ 9 w 11"/>
                <a:gd name="T25" fmla="*/ 13 h 15"/>
                <a:gd name="T26" fmla="*/ 8 w 11"/>
                <a:gd name="T27" fmla="*/ 15 h 15"/>
                <a:gd name="T28" fmla="*/ 6 w 11"/>
                <a:gd name="T29" fmla="*/ 15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 h="15">
                  <a:moveTo>
                    <a:pt x="6" y="15"/>
                  </a:moveTo>
                  <a:lnTo>
                    <a:pt x="6" y="15"/>
                  </a:lnTo>
                  <a:lnTo>
                    <a:pt x="3" y="15"/>
                  </a:lnTo>
                  <a:lnTo>
                    <a:pt x="1" y="13"/>
                  </a:lnTo>
                  <a:lnTo>
                    <a:pt x="0" y="11"/>
                  </a:lnTo>
                  <a:lnTo>
                    <a:pt x="0" y="8"/>
                  </a:lnTo>
                  <a:lnTo>
                    <a:pt x="0" y="8"/>
                  </a:lnTo>
                  <a:lnTo>
                    <a:pt x="6" y="2"/>
                  </a:lnTo>
                  <a:lnTo>
                    <a:pt x="8" y="0"/>
                  </a:lnTo>
                  <a:lnTo>
                    <a:pt x="9" y="0"/>
                  </a:lnTo>
                  <a:lnTo>
                    <a:pt x="9" y="0"/>
                  </a:lnTo>
                  <a:lnTo>
                    <a:pt x="11" y="8"/>
                  </a:lnTo>
                  <a:lnTo>
                    <a:pt x="9" y="13"/>
                  </a:lnTo>
                  <a:lnTo>
                    <a:pt x="8" y="15"/>
                  </a:lnTo>
                  <a:lnTo>
                    <a:pt x="6" y="1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4" name="Freeform 1449"/>
            <p:cNvSpPr>
              <a:spLocks/>
            </p:cNvSpPr>
            <p:nvPr/>
          </p:nvSpPr>
          <p:spPr bwMode="gray">
            <a:xfrm>
              <a:off x="5747554" y="1476000"/>
              <a:ext cx="32228" cy="15079"/>
            </a:xfrm>
            <a:custGeom>
              <a:avLst/>
              <a:gdLst>
                <a:gd name="T0" fmla="*/ 8 w 13"/>
                <a:gd name="T1" fmla="*/ 6 h 6"/>
                <a:gd name="T2" fmla="*/ 8 w 13"/>
                <a:gd name="T3" fmla="*/ 6 h 6"/>
                <a:gd name="T4" fmla="*/ 3 w 13"/>
                <a:gd name="T5" fmla="*/ 5 h 6"/>
                <a:gd name="T6" fmla="*/ 1 w 13"/>
                <a:gd name="T7" fmla="*/ 4 h 6"/>
                <a:gd name="T8" fmla="*/ 0 w 13"/>
                <a:gd name="T9" fmla="*/ 3 h 6"/>
                <a:gd name="T10" fmla="*/ 0 w 13"/>
                <a:gd name="T11" fmla="*/ 3 h 6"/>
                <a:gd name="T12" fmla="*/ 0 w 13"/>
                <a:gd name="T13" fmla="*/ 2 h 6"/>
                <a:gd name="T14" fmla="*/ 0 w 13"/>
                <a:gd name="T15" fmla="*/ 2 h 6"/>
                <a:gd name="T16" fmla="*/ 2 w 13"/>
                <a:gd name="T17" fmla="*/ 0 h 6"/>
                <a:gd name="T18" fmla="*/ 3 w 13"/>
                <a:gd name="T19" fmla="*/ 0 h 6"/>
                <a:gd name="T20" fmla="*/ 8 w 13"/>
                <a:gd name="T21" fmla="*/ 0 h 6"/>
                <a:gd name="T22" fmla="*/ 8 w 13"/>
                <a:gd name="T23" fmla="*/ 0 h 6"/>
                <a:gd name="T24" fmla="*/ 8 w 13"/>
                <a:gd name="T25" fmla="*/ 0 h 6"/>
                <a:gd name="T26" fmla="*/ 8 w 13"/>
                <a:gd name="T27" fmla="*/ 0 h 6"/>
                <a:gd name="T28" fmla="*/ 12 w 13"/>
                <a:gd name="T29" fmla="*/ 2 h 6"/>
                <a:gd name="T30" fmla="*/ 13 w 13"/>
                <a:gd name="T31" fmla="*/ 2 h 6"/>
                <a:gd name="T32" fmla="*/ 13 w 13"/>
                <a:gd name="T33" fmla="*/ 4 h 6"/>
                <a:gd name="T34" fmla="*/ 13 w 13"/>
                <a:gd name="T35" fmla="*/ 4 h 6"/>
                <a:gd name="T36" fmla="*/ 12 w 13"/>
                <a:gd name="T37" fmla="*/ 5 h 6"/>
                <a:gd name="T38" fmla="*/ 12 w 13"/>
                <a:gd name="T39" fmla="*/ 5 h 6"/>
                <a:gd name="T40" fmla="*/ 11 w 13"/>
                <a:gd name="T41" fmla="*/ 6 h 6"/>
                <a:gd name="T42" fmla="*/ 8 w 13"/>
                <a:gd name="T43"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3" h="6">
                  <a:moveTo>
                    <a:pt x="8" y="6"/>
                  </a:moveTo>
                  <a:lnTo>
                    <a:pt x="8" y="6"/>
                  </a:lnTo>
                  <a:lnTo>
                    <a:pt x="3" y="5"/>
                  </a:lnTo>
                  <a:lnTo>
                    <a:pt x="1" y="4"/>
                  </a:lnTo>
                  <a:lnTo>
                    <a:pt x="0" y="3"/>
                  </a:lnTo>
                  <a:lnTo>
                    <a:pt x="0" y="3"/>
                  </a:lnTo>
                  <a:lnTo>
                    <a:pt x="0" y="2"/>
                  </a:lnTo>
                  <a:lnTo>
                    <a:pt x="0" y="2"/>
                  </a:lnTo>
                  <a:lnTo>
                    <a:pt x="2" y="0"/>
                  </a:lnTo>
                  <a:lnTo>
                    <a:pt x="3" y="0"/>
                  </a:lnTo>
                  <a:lnTo>
                    <a:pt x="8" y="0"/>
                  </a:lnTo>
                  <a:lnTo>
                    <a:pt x="8" y="0"/>
                  </a:lnTo>
                  <a:lnTo>
                    <a:pt x="8" y="0"/>
                  </a:lnTo>
                  <a:lnTo>
                    <a:pt x="8" y="0"/>
                  </a:lnTo>
                  <a:lnTo>
                    <a:pt x="12" y="2"/>
                  </a:lnTo>
                  <a:lnTo>
                    <a:pt x="13" y="2"/>
                  </a:lnTo>
                  <a:lnTo>
                    <a:pt x="13" y="4"/>
                  </a:lnTo>
                  <a:lnTo>
                    <a:pt x="13" y="4"/>
                  </a:lnTo>
                  <a:lnTo>
                    <a:pt x="12" y="5"/>
                  </a:lnTo>
                  <a:lnTo>
                    <a:pt x="12" y="5"/>
                  </a:lnTo>
                  <a:lnTo>
                    <a:pt x="11" y="6"/>
                  </a:lnTo>
                  <a:lnTo>
                    <a:pt x="8"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5" name="Freeform 1481"/>
            <p:cNvSpPr>
              <a:spLocks/>
            </p:cNvSpPr>
            <p:nvPr/>
          </p:nvSpPr>
          <p:spPr bwMode="gray">
            <a:xfrm>
              <a:off x="8194434" y="2370739"/>
              <a:ext cx="104122" cy="37699"/>
            </a:xfrm>
            <a:custGeom>
              <a:avLst/>
              <a:gdLst>
                <a:gd name="T0" fmla="*/ 33 w 42"/>
                <a:gd name="T1" fmla="*/ 14 h 15"/>
                <a:gd name="T2" fmla="*/ 33 w 42"/>
                <a:gd name="T3" fmla="*/ 14 h 15"/>
                <a:gd name="T4" fmla="*/ 21 w 42"/>
                <a:gd name="T5" fmla="*/ 15 h 15"/>
                <a:gd name="T6" fmla="*/ 14 w 42"/>
                <a:gd name="T7" fmla="*/ 14 h 15"/>
                <a:gd name="T8" fmla="*/ 6 w 42"/>
                <a:gd name="T9" fmla="*/ 12 h 15"/>
                <a:gd name="T10" fmla="*/ 6 w 42"/>
                <a:gd name="T11" fmla="*/ 12 h 15"/>
                <a:gd name="T12" fmla="*/ 3 w 42"/>
                <a:gd name="T13" fmla="*/ 10 h 15"/>
                <a:gd name="T14" fmla="*/ 0 w 42"/>
                <a:gd name="T15" fmla="*/ 8 h 15"/>
                <a:gd name="T16" fmla="*/ 0 w 42"/>
                <a:gd name="T17" fmla="*/ 6 h 15"/>
                <a:gd name="T18" fmla="*/ 0 w 42"/>
                <a:gd name="T19" fmla="*/ 5 h 15"/>
                <a:gd name="T20" fmla="*/ 4 w 42"/>
                <a:gd name="T21" fmla="*/ 3 h 15"/>
                <a:gd name="T22" fmla="*/ 4 w 42"/>
                <a:gd name="T23" fmla="*/ 3 h 15"/>
                <a:gd name="T24" fmla="*/ 9 w 42"/>
                <a:gd name="T25" fmla="*/ 1 h 15"/>
                <a:gd name="T26" fmla="*/ 14 w 42"/>
                <a:gd name="T27" fmla="*/ 0 h 15"/>
                <a:gd name="T28" fmla="*/ 19 w 42"/>
                <a:gd name="T29" fmla="*/ 0 h 15"/>
                <a:gd name="T30" fmla="*/ 25 w 42"/>
                <a:gd name="T31" fmla="*/ 3 h 15"/>
                <a:gd name="T32" fmla="*/ 25 w 42"/>
                <a:gd name="T33" fmla="*/ 3 h 15"/>
                <a:gd name="T34" fmla="*/ 31 w 42"/>
                <a:gd name="T35" fmla="*/ 4 h 15"/>
                <a:gd name="T36" fmla="*/ 37 w 42"/>
                <a:gd name="T37" fmla="*/ 4 h 15"/>
                <a:gd name="T38" fmla="*/ 41 w 42"/>
                <a:gd name="T39" fmla="*/ 4 h 15"/>
                <a:gd name="T40" fmla="*/ 41 w 42"/>
                <a:gd name="T41" fmla="*/ 5 h 15"/>
                <a:gd name="T42" fmla="*/ 42 w 42"/>
                <a:gd name="T43" fmla="*/ 5 h 15"/>
                <a:gd name="T44" fmla="*/ 42 w 42"/>
                <a:gd name="T45" fmla="*/ 5 h 15"/>
                <a:gd name="T46" fmla="*/ 41 w 42"/>
                <a:gd name="T47" fmla="*/ 8 h 15"/>
                <a:gd name="T48" fmla="*/ 40 w 42"/>
                <a:gd name="T49" fmla="*/ 10 h 15"/>
                <a:gd name="T50" fmla="*/ 38 w 42"/>
                <a:gd name="T51" fmla="*/ 12 h 15"/>
                <a:gd name="T52" fmla="*/ 33 w 42"/>
                <a:gd name="T53" fmla="*/ 14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2" h="15">
                  <a:moveTo>
                    <a:pt x="33" y="14"/>
                  </a:moveTo>
                  <a:lnTo>
                    <a:pt x="33" y="14"/>
                  </a:lnTo>
                  <a:lnTo>
                    <a:pt x="21" y="15"/>
                  </a:lnTo>
                  <a:lnTo>
                    <a:pt x="14" y="14"/>
                  </a:lnTo>
                  <a:lnTo>
                    <a:pt x="6" y="12"/>
                  </a:lnTo>
                  <a:lnTo>
                    <a:pt x="6" y="12"/>
                  </a:lnTo>
                  <a:lnTo>
                    <a:pt x="3" y="10"/>
                  </a:lnTo>
                  <a:lnTo>
                    <a:pt x="0" y="8"/>
                  </a:lnTo>
                  <a:lnTo>
                    <a:pt x="0" y="6"/>
                  </a:lnTo>
                  <a:lnTo>
                    <a:pt x="0" y="5"/>
                  </a:lnTo>
                  <a:lnTo>
                    <a:pt x="4" y="3"/>
                  </a:lnTo>
                  <a:lnTo>
                    <a:pt x="4" y="3"/>
                  </a:lnTo>
                  <a:lnTo>
                    <a:pt x="9" y="1"/>
                  </a:lnTo>
                  <a:lnTo>
                    <a:pt x="14" y="0"/>
                  </a:lnTo>
                  <a:lnTo>
                    <a:pt x="19" y="0"/>
                  </a:lnTo>
                  <a:lnTo>
                    <a:pt x="25" y="3"/>
                  </a:lnTo>
                  <a:lnTo>
                    <a:pt x="25" y="3"/>
                  </a:lnTo>
                  <a:lnTo>
                    <a:pt x="31" y="4"/>
                  </a:lnTo>
                  <a:lnTo>
                    <a:pt x="37" y="4"/>
                  </a:lnTo>
                  <a:lnTo>
                    <a:pt x="41" y="4"/>
                  </a:lnTo>
                  <a:lnTo>
                    <a:pt x="41" y="5"/>
                  </a:lnTo>
                  <a:lnTo>
                    <a:pt x="42" y="5"/>
                  </a:lnTo>
                  <a:lnTo>
                    <a:pt x="42" y="5"/>
                  </a:lnTo>
                  <a:lnTo>
                    <a:pt x="41" y="8"/>
                  </a:lnTo>
                  <a:lnTo>
                    <a:pt x="40" y="10"/>
                  </a:lnTo>
                  <a:lnTo>
                    <a:pt x="38" y="12"/>
                  </a:lnTo>
                  <a:lnTo>
                    <a:pt x="33"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6" name="Freeform 1499"/>
            <p:cNvSpPr>
              <a:spLocks/>
            </p:cNvSpPr>
            <p:nvPr/>
          </p:nvSpPr>
          <p:spPr bwMode="gray">
            <a:xfrm>
              <a:off x="8482011" y="3046820"/>
              <a:ext cx="94206" cy="47753"/>
            </a:xfrm>
            <a:custGeom>
              <a:avLst/>
              <a:gdLst>
                <a:gd name="T0" fmla="*/ 28 w 38"/>
                <a:gd name="T1" fmla="*/ 19 h 19"/>
                <a:gd name="T2" fmla="*/ 28 w 38"/>
                <a:gd name="T3" fmla="*/ 19 h 19"/>
                <a:gd name="T4" fmla="*/ 23 w 38"/>
                <a:gd name="T5" fmla="*/ 18 h 19"/>
                <a:gd name="T6" fmla="*/ 18 w 38"/>
                <a:gd name="T7" fmla="*/ 14 h 19"/>
                <a:gd name="T8" fmla="*/ 13 w 38"/>
                <a:gd name="T9" fmla="*/ 11 h 19"/>
                <a:gd name="T10" fmla="*/ 11 w 38"/>
                <a:gd name="T11" fmla="*/ 9 h 19"/>
                <a:gd name="T12" fmla="*/ 11 w 38"/>
                <a:gd name="T13" fmla="*/ 9 h 19"/>
                <a:gd name="T14" fmla="*/ 10 w 38"/>
                <a:gd name="T15" fmla="*/ 11 h 19"/>
                <a:gd name="T16" fmla="*/ 7 w 38"/>
                <a:gd name="T17" fmla="*/ 12 h 19"/>
                <a:gd name="T18" fmla="*/ 5 w 38"/>
                <a:gd name="T19" fmla="*/ 13 h 19"/>
                <a:gd name="T20" fmla="*/ 2 w 38"/>
                <a:gd name="T21" fmla="*/ 12 h 19"/>
                <a:gd name="T22" fmla="*/ 2 w 38"/>
                <a:gd name="T23" fmla="*/ 12 h 19"/>
                <a:gd name="T24" fmla="*/ 1 w 38"/>
                <a:gd name="T25" fmla="*/ 8 h 19"/>
                <a:gd name="T26" fmla="*/ 0 w 38"/>
                <a:gd name="T27" fmla="*/ 4 h 19"/>
                <a:gd name="T28" fmla="*/ 0 w 38"/>
                <a:gd name="T29" fmla="*/ 2 h 19"/>
                <a:gd name="T30" fmla="*/ 1 w 38"/>
                <a:gd name="T31" fmla="*/ 1 h 19"/>
                <a:gd name="T32" fmla="*/ 2 w 38"/>
                <a:gd name="T33" fmla="*/ 1 h 19"/>
                <a:gd name="T34" fmla="*/ 2 w 38"/>
                <a:gd name="T35" fmla="*/ 1 h 19"/>
                <a:gd name="T36" fmla="*/ 7 w 38"/>
                <a:gd name="T37" fmla="*/ 3 h 19"/>
                <a:gd name="T38" fmla="*/ 11 w 38"/>
                <a:gd name="T39" fmla="*/ 4 h 19"/>
                <a:gd name="T40" fmla="*/ 13 w 38"/>
                <a:gd name="T41" fmla="*/ 4 h 19"/>
                <a:gd name="T42" fmla="*/ 13 w 38"/>
                <a:gd name="T43" fmla="*/ 4 h 19"/>
                <a:gd name="T44" fmla="*/ 16 w 38"/>
                <a:gd name="T45" fmla="*/ 3 h 19"/>
                <a:gd name="T46" fmla="*/ 20 w 38"/>
                <a:gd name="T47" fmla="*/ 2 h 19"/>
                <a:gd name="T48" fmla="*/ 22 w 38"/>
                <a:gd name="T49" fmla="*/ 0 h 19"/>
                <a:gd name="T50" fmla="*/ 23 w 38"/>
                <a:gd name="T51" fmla="*/ 1 h 19"/>
                <a:gd name="T52" fmla="*/ 24 w 38"/>
                <a:gd name="T53" fmla="*/ 1 h 19"/>
                <a:gd name="T54" fmla="*/ 24 w 38"/>
                <a:gd name="T55" fmla="*/ 1 h 19"/>
                <a:gd name="T56" fmla="*/ 33 w 38"/>
                <a:gd name="T57" fmla="*/ 8 h 19"/>
                <a:gd name="T58" fmla="*/ 37 w 38"/>
                <a:gd name="T59" fmla="*/ 13 h 19"/>
                <a:gd name="T60" fmla="*/ 38 w 38"/>
                <a:gd name="T61" fmla="*/ 14 h 19"/>
                <a:gd name="T62" fmla="*/ 38 w 38"/>
                <a:gd name="T63" fmla="*/ 14 h 19"/>
                <a:gd name="T64" fmla="*/ 33 w 38"/>
                <a:gd name="T65" fmla="*/ 18 h 19"/>
                <a:gd name="T66" fmla="*/ 31 w 38"/>
                <a:gd name="T67" fmla="*/ 19 h 19"/>
                <a:gd name="T68" fmla="*/ 28 w 38"/>
                <a:gd name="T69" fmla="*/ 19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 h="19">
                  <a:moveTo>
                    <a:pt x="28" y="19"/>
                  </a:moveTo>
                  <a:lnTo>
                    <a:pt x="28" y="19"/>
                  </a:lnTo>
                  <a:lnTo>
                    <a:pt x="23" y="18"/>
                  </a:lnTo>
                  <a:lnTo>
                    <a:pt x="18" y="14"/>
                  </a:lnTo>
                  <a:lnTo>
                    <a:pt x="13" y="11"/>
                  </a:lnTo>
                  <a:lnTo>
                    <a:pt x="11" y="9"/>
                  </a:lnTo>
                  <a:lnTo>
                    <a:pt x="11" y="9"/>
                  </a:lnTo>
                  <a:lnTo>
                    <a:pt x="10" y="11"/>
                  </a:lnTo>
                  <a:lnTo>
                    <a:pt x="7" y="12"/>
                  </a:lnTo>
                  <a:lnTo>
                    <a:pt x="5" y="13"/>
                  </a:lnTo>
                  <a:lnTo>
                    <a:pt x="2" y="12"/>
                  </a:lnTo>
                  <a:lnTo>
                    <a:pt x="2" y="12"/>
                  </a:lnTo>
                  <a:lnTo>
                    <a:pt x="1" y="8"/>
                  </a:lnTo>
                  <a:lnTo>
                    <a:pt x="0" y="4"/>
                  </a:lnTo>
                  <a:lnTo>
                    <a:pt x="0" y="2"/>
                  </a:lnTo>
                  <a:lnTo>
                    <a:pt x="1" y="1"/>
                  </a:lnTo>
                  <a:lnTo>
                    <a:pt x="2" y="1"/>
                  </a:lnTo>
                  <a:lnTo>
                    <a:pt x="2" y="1"/>
                  </a:lnTo>
                  <a:lnTo>
                    <a:pt x="7" y="3"/>
                  </a:lnTo>
                  <a:lnTo>
                    <a:pt x="11" y="4"/>
                  </a:lnTo>
                  <a:lnTo>
                    <a:pt x="13" y="4"/>
                  </a:lnTo>
                  <a:lnTo>
                    <a:pt x="13" y="4"/>
                  </a:lnTo>
                  <a:lnTo>
                    <a:pt x="16" y="3"/>
                  </a:lnTo>
                  <a:lnTo>
                    <a:pt x="20" y="2"/>
                  </a:lnTo>
                  <a:lnTo>
                    <a:pt x="22" y="0"/>
                  </a:lnTo>
                  <a:lnTo>
                    <a:pt x="23" y="1"/>
                  </a:lnTo>
                  <a:lnTo>
                    <a:pt x="24" y="1"/>
                  </a:lnTo>
                  <a:lnTo>
                    <a:pt x="24" y="1"/>
                  </a:lnTo>
                  <a:lnTo>
                    <a:pt x="33" y="8"/>
                  </a:lnTo>
                  <a:lnTo>
                    <a:pt x="37" y="13"/>
                  </a:lnTo>
                  <a:lnTo>
                    <a:pt x="38" y="14"/>
                  </a:lnTo>
                  <a:lnTo>
                    <a:pt x="38" y="14"/>
                  </a:lnTo>
                  <a:lnTo>
                    <a:pt x="33" y="18"/>
                  </a:lnTo>
                  <a:lnTo>
                    <a:pt x="31" y="19"/>
                  </a:lnTo>
                  <a:lnTo>
                    <a:pt x="28" y="1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7" name="Freeform 1154"/>
            <p:cNvSpPr>
              <a:spLocks noEditPoints="1"/>
            </p:cNvSpPr>
            <p:nvPr/>
          </p:nvSpPr>
          <p:spPr bwMode="gray">
            <a:xfrm>
              <a:off x="3094908" y="1551400"/>
              <a:ext cx="5456518" cy="2799827"/>
            </a:xfrm>
            <a:custGeom>
              <a:avLst/>
              <a:gdLst>
                <a:gd name="T0" fmla="*/ 2068 w 2201"/>
                <a:gd name="T1" fmla="*/ 434 h 1114"/>
                <a:gd name="T2" fmla="*/ 1941 w 2201"/>
                <a:gd name="T3" fmla="*/ 415 h 1114"/>
                <a:gd name="T4" fmla="*/ 1818 w 2201"/>
                <a:gd name="T5" fmla="*/ 414 h 1114"/>
                <a:gd name="T6" fmla="*/ 1664 w 2201"/>
                <a:gd name="T7" fmla="*/ 311 h 1114"/>
                <a:gd name="T8" fmla="*/ 1535 w 2201"/>
                <a:gd name="T9" fmla="*/ 276 h 1114"/>
                <a:gd name="T10" fmla="*/ 1507 w 2201"/>
                <a:gd name="T11" fmla="*/ 330 h 1114"/>
                <a:gd name="T12" fmla="*/ 1398 w 2201"/>
                <a:gd name="T13" fmla="*/ 345 h 1114"/>
                <a:gd name="T14" fmla="*/ 1380 w 2201"/>
                <a:gd name="T15" fmla="*/ 297 h 1114"/>
                <a:gd name="T16" fmla="*/ 1299 w 2201"/>
                <a:gd name="T17" fmla="*/ 251 h 1114"/>
                <a:gd name="T18" fmla="*/ 1165 w 2201"/>
                <a:gd name="T19" fmla="*/ 260 h 1114"/>
                <a:gd name="T20" fmla="*/ 1126 w 2201"/>
                <a:gd name="T21" fmla="*/ 173 h 1114"/>
                <a:gd name="T22" fmla="*/ 1056 w 2201"/>
                <a:gd name="T23" fmla="*/ 45 h 1114"/>
                <a:gd name="T24" fmla="*/ 982 w 2201"/>
                <a:gd name="T25" fmla="*/ 101 h 1114"/>
                <a:gd name="T26" fmla="*/ 936 w 2201"/>
                <a:gd name="T27" fmla="*/ 92 h 1114"/>
                <a:gd name="T28" fmla="*/ 787 w 2201"/>
                <a:gd name="T29" fmla="*/ 199 h 1114"/>
                <a:gd name="T30" fmla="*/ 745 w 2201"/>
                <a:gd name="T31" fmla="*/ 342 h 1114"/>
                <a:gd name="T32" fmla="*/ 665 w 2201"/>
                <a:gd name="T33" fmla="*/ 287 h 1114"/>
                <a:gd name="T34" fmla="*/ 623 w 2201"/>
                <a:gd name="T35" fmla="*/ 327 h 1114"/>
                <a:gd name="T36" fmla="*/ 681 w 2201"/>
                <a:gd name="T37" fmla="*/ 491 h 1114"/>
                <a:gd name="T38" fmla="*/ 574 w 2201"/>
                <a:gd name="T39" fmla="*/ 516 h 1114"/>
                <a:gd name="T40" fmla="*/ 619 w 2201"/>
                <a:gd name="T41" fmla="*/ 265 h 1114"/>
                <a:gd name="T42" fmla="*/ 539 w 2201"/>
                <a:gd name="T43" fmla="*/ 398 h 1114"/>
                <a:gd name="T44" fmla="*/ 443 w 2201"/>
                <a:gd name="T45" fmla="*/ 430 h 1114"/>
                <a:gd name="T46" fmla="*/ 351 w 2201"/>
                <a:gd name="T47" fmla="*/ 459 h 1114"/>
                <a:gd name="T48" fmla="*/ 272 w 2201"/>
                <a:gd name="T49" fmla="*/ 495 h 1114"/>
                <a:gd name="T50" fmla="*/ 223 w 2201"/>
                <a:gd name="T51" fmla="*/ 522 h 1114"/>
                <a:gd name="T52" fmla="*/ 124 w 2201"/>
                <a:gd name="T53" fmla="*/ 558 h 1114"/>
                <a:gd name="T54" fmla="*/ 95 w 2201"/>
                <a:gd name="T55" fmla="*/ 533 h 1114"/>
                <a:gd name="T56" fmla="*/ 183 w 2201"/>
                <a:gd name="T57" fmla="*/ 481 h 1114"/>
                <a:gd name="T58" fmla="*/ 62 w 2201"/>
                <a:gd name="T59" fmla="*/ 398 h 1114"/>
                <a:gd name="T60" fmla="*/ 28 w 2201"/>
                <a:gd name="T61" fmla="*/ 558 h 1114"/>
                <a:gd name="T62" fmla="*/ 2 w 2201"/>
                <a:gd name="T63" fmla="*/ 741 h 1114"/>
                <a:gd name="T64" fmla="*/ 87 w 2201"/>
                <a:gd name="T65" fmla="*/ 897 h 1114"/>
                <a:gd name="T66" fmla="*/ 129 w 2201"/>
                <a:gd name="T67" fmla="*/ 1043 h 1114"/>
                <a:gd name="T68" fmla="*/ 271 w 2201"/>
                <a:gd name="T69" fmla="*/ 1030 h 1114"/>
                <a:gd name="T70" fmla="*/ 351 w 2201"/>
                <a:gd name="T71" fmla="*/ 897 h 1114"/>
                <a:gd name="T72" fmla="*/ 518 w 2201"/>
                <a:gd name="T73" fmla="*/ 844 h 1114"/>
                <a:gd name="T74" fmla="*/ 734 w 2201"/>
                <a:gd name="T75" fmla="*/ 926 h 1114"/>
                <a:gd name="T76" fmla="*/ 968 w 2201"/>
                <a:gd name="T77" fmla="*/ 932 h 1114"/>
                <a:gd name="T78" fmla="*/ 1211 w 2201"/>
                <a:gd name="T79" fmla="*/ 950 h 1114"/>
                <a:gd name="T80" fmla="*/ 1369 w 2201"/>
                <a:gd name="T81" fmla="*/ 941 h 1114"/>
                <a:gd name="T82" fmla="*/ 1416 w 2201"/>
                <a:gd name="T83" fmla="*/ 1085 h 1114"/>
                <a:gd name="T84" fmla="*/ 1557 w 2201"/>
                <a:gd name="T85" fmla="*/ 900 h 1114"/>
                <a:gd name="T86" fmla="*/ 1488 w 2201"/>
                <a:gd name="T87" fmla="*/ 849 h 1114"/>
                <a:gd name="T88" fmla="*/ 1656 w 2201"/>
                <a:gd name="T89" fmla="*/ 724 h 1114"/>
                <a:gd name="T90" fmla="*/ 1747 w 2201"/>
                <a:gd name="T91" fmla="*/ 731 h 1114"/>
                <a:gd name="T92" fmla="*/ 1823 w 2201"/>
                <a:gd name="T93" fmla="*/ 675 h 1114"/>
                <a:gd name="T94" fmla="*/ 1764 w 2201"/>
                <a:gd name="T95" fmla="*/ 771 h 1114"/>
                <a:gd name="T96" fmla="*/ 1800 w 2201"/>
                <a:gd name="T97" fmla="*/ 877 h 1114"/>
                <a:gd name="T98" fmla="*/ 1845 w 2201"/>
                <a:gd name="T99" fmla="*/ 772 h 1114"/>
                <a:gd name="T100" fmla="*/ 1917 w 2201"/>
                <a:gd name="T101" fmla="*/ 691 h 1114"/>
                <a:gd name="T102" fmla="*/ 2052 w 2201"/>
                <a:gd name="T103" fmla="*/ 630 h 1114"/>
                <a:gd name="T104" fmla="*/ 2071 w 2201"/>
                <a:gd name="T105" fmla="*/ 542 h 1114"/>
                <a:gd name="T106" fmla="*/ 2161 w 2201"/>
                <a:gd name="T107" fmla="*/ 569 h 1114"/>
                <a:gd name="T108" fmla="*/ 585 w 2201"/>
                <a:gd name="T109" fmla="*/ 420 h 1114"/>
                <a:gd name="T110" fmla="*/ 46 w 2201"/>
                <a:gd name="T111" fmla="*/ 705 h 1114"/>
                <a:gd name="T112" fmla="*/ 110 w 2201"/>
                <a:gd name="T113" fmla="*/ 683 h 1114"/>
                <a:gd name="T114" fmla="*/ 118 w 2201"/>
                <a:gd name="T115" fmla="*/ 670 h 1114"/>
                <a:gd name="T116" fmla="*/ 155 w 2201"/>
                <a:gd name="T117" fmla="*/ 741 h 1114"/>
                <a:gd name="T118" fmla="*/ 819 w 2201"/>
                <a:gd name="T119" fmla="*/ 383 h 1114"/>
                <a:gd name="T120" fmla="*/ 997 w 2201"/>
                <a:gd name="T121" fmla="*/ 201 h 1114"/>
                <a:gd name="T122" fmla="*/ 1001 w 2201"/>
                <a:gd name="T123" fmla="*/ 442 h 1114"/>
                <a:gd name="T124" fmla="*/ 1107 w 2201"/>
                <a:gd name="T125" fmla="*/ 859 h 1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01" h="1114">
                  <a:moveTo>
                    <a:pt x="2194" y="519"/>
                  </a:moveTo>
                  <a:lnTo>
                    <a:pt x="2194" y="519"/>
                  </a:lnTo>
                  <a:lnTo>
                    <a:pt x="2190" y="516"/>
                  </a:lnTo>
                  <a:lnTo>
                    <a:pt x="2188" y="512"/>
                  </a:lnTo>
                  <a:lnTo>
                    <a:pt x="2186" y="505"/>
                  </a:lnTo>
                  <a:lnTo>
                    <a:pt x="2186" y="505"/>
                  </a:lnTo>
                  <a:lnTo>
                    <a:pt x="2185" y="502"/>
                  </a:lnTo>
                  <a:lnTo>
                    <a:pt x="2184" y="502"/>
                  </a:lnTo>
                  <a:lnTo>
                    <a:pt x="2180" y="505"/>
                  </a:lnTo>
                  <a:lnTo>
                    <a:pt x="2180" y="505"/>
                  </a:lnTo>
                  <a:lnTo>
                    <a:pt x="2179" y="505"/>
                  </a:lnTo>
                  <a:lnTo>
                    <a:pt x="2178" y="503"/>
                  </a:lnTo>
                  <a:lnTo>
                    <a:pt x="2177" y="499"/>
                  </a:lnTo>
                  <a:lnTo>
                    <a:pt x="2175" y="495"/>
                  </a:lnTo>
                  <a:lnTo>
                    <a:pt x="2174" y="494"/>
                  </a:lnTo>
                  <a:lnTo>
                    <a:pt x="2173" y="492"/>
                  </a:lnTo>
                  <a:lnTo>
                    <a:pt x="2173" y="492"/>
                  </a:lnTo>
                  <a:lnTo>
                    <a:pt x="2170" y="492"/>
                  </a:lnTo>
                  <a:lnTo>
                    <a:pt x="2167" y="491"/>
                  </a:lnTo>
                  <a:lnTo>
                    <a:pt x="2164" y="491"/>
                  </a:lnTo>
                  <a:lnTo>
                    <a:pt x="2162" y="491"/>
                  </a:lnTo>
                  <a:lnTo>
                    <a:pt x="2162" y="491"/>
                  </a:lnTo>
                  <a:lnTo>
                    <a:pt x="2156" y="490"/>
                  </a:lnTo>
                  <a:lnTo>
                    <a:pt x="2151" y="490"/>
                  </a:lnTo>
                  <a:lnTo>
                    <a:pt x="2148" y="491"/>
                  </a:lnTo>
                  <a:lnTo>
                    <a:pt x="2148" y="491"/>
                  </a:lnTo>
                  <a:lnTo>
                    <a:pt x="2146" y="495"/>
                  </a:lnTo>
                  <a:lnTo>
                    <a:pt x="2146" y="502"/>
                  </a:lnTo>
                  <a:lnTo>
                    <a:pt x="2145" y="508"/>
                  </a:lnTo>
                  <a:lnTo>
                    <a:pt x="2143" y="511"/>
                  </a:lnTo>
                  <a:lnTo>
                    <a:pt x="2143" y="512"/>
                  </a:lnTo>
                  <a:lnTo>
                    <a:pt x="2143" y="512"/>
                  </a:lnTo>
                  <a:lnTo>
                    <a:pt x="2142" y="511"/>
                  </a:lnTo>
                  <a:lnTo>
                    <a:pt x="2141" y="507"/>
                  </a:lnTo>
                  <a:lnTo>
                    <a:pt x="2141" y="497"/>
                  </a:lnTo>
                  <a:lnTo>
                    <a:pt x="2141" y="480"/>
                  </a:lnTo>
                  <a:lnTo>
                    <a:pt x="2141" y="480"/>
                  </a:lnTo>
                  <a:lnTo>
                    <a:pt x="2140" y="474"/>
                  </a:lnTo>
                  <a:lnTo>
                    <a:pt x="2138" y="470"/>
                  </a:lnTo>
                  <a:lnTo>
                    <a:pt x="2137" y="469"/>
                  </a:lnTo>
                  <a:lnTo>
                    <a:pt x="2137" y="469"/>
                  </a:lnTo>
                  <a:lnTo>
                    <a:pt x="2127" y="469"/>
                  </a:lnTo>
                  <a:lnTo>
                    <a:pt x="2115" y="468"/>
                  </a:lnTo>
                  <a:lnTo>
                    <a:pt x="2115" y="468"/>
                  </a:lnTo>
                  <a:lnTo>
                    <a:pt x="2113" y="466"/>
                  </a:lnTo>
                  <a:lnTo>
                    <a:pt x="2111" y="464"/>
                  </a:lnTo>
                  <a:lnTo>
                    <a:pt x="2108" y="460"/>
                  </a:lnTo>
                  <a:lnTo>
                    <a:pt x="2105" y="455"/>
                  </a:lnTo>
                  <a:lnTo>
                    <a:pt x="2104" y="453"/>
                  </a:lnTo>
                  <a:lnTo>
                    <a:pt x="2101" y="452"/>
                  </a:lnTo>
                  <a:lnTo>
                    <a:pt x="2101" y="452"/>
                  </a:lnTo>
                  <a:lnTo>
                    <a:pt x="2093" y="449"/>
                  </a:lnTo>
                  <a:lnTo>
                    <a:pt x="2088" y="447"/>
                  </a:lnTo>
                  <a:lnTo>
                    <a:pt x="2083" y="444"/>
                  </a:lnTo>
                  <a:lnTo>
                    <a:pt x="2083" y="444"/>
                  </a:lnTo>
                  <a:lnTo>
                    <a:pt x="2077" y="439"/>
                  </a:lnTo>
                  <a:lnTo>
                    <a:pt x="2068" y="434"/>
                  </a:lnTo>
                  <a:lnTo>
                    <a:pt x="2068" y="434"/>
                  </a:lnTo>
                  <a:lnTo>
                    <a:pt x="2063" y="431"/>
                  </a:lnTo>
                  <a:lnTo>
                    <a:pt x="2061" y="428"/>
                  </a:lnTo>
                  <a:lnTo>
                    <a:pt x="2056" y="422"/>
                  </a:lnTo>
                  <a:lnTo>
                    <a:pt x="2056" y="422"/>
                  </a:lnTo>
                  <a:lnTo>
                    <a:pt x="2053" y="420"/>
                  </a:lnTo>
                  <a:lnTo>
                    <a:pt x="2051" y="420"/>
                  </a:lnTo>
                  <a:lnTo>
                    <a:pt x="2048" y="420"/>
                  </a:lnTo>
                  <a:lnTo>
                    <a:pt x="2045" y="418"/>
                  </a:lnTo>
                  <a:lnTo>
                    <a:pt x="2045" y="418"/>
                  </a:lnTo>
                  <a:lnTo>
                    <a:pt x="2044" y="416"/>
                  </a:lnTo>
                  <a:lnTo>
                    <a:pt x="2042" y="412"/>
                  </a:lnTo>
                  <a:lnTo>
                    <a:pt x="2041" y="409"/>
                  </a:lnTo>
                  <a:lnTo>
                    <a:pt x="2040" y="406"/>
                  </a:lnTo>
                  <a:lnTo>
                    <a:pt x="2039" y="406"/>
                  </a:lnTo>
                  <a:lnTo>
                    <a:pt x="2039" y="406"/>
                  </a:lnTo>
                  <a:lnTo>
                    <a:pt x="2020" y="399"/>
                  </a:lnTo>
                  <a:lnTo>
                    <a:pt x="2020" y="399"/>
                  </a:lnTo>
                  <a:lnTo>
                    <a:pt x="2016" y="396"/>
                  </a:lnTo>
                  <a:lnTo>
                    <a:pt x="2015" y="393"/>
                  </a:lnTo>
                  <a:lnTo>
                    <a:pt x="2013" y="389"/>
                  </a:lnTo>
                  <a:lnTo>
                    <a:pt x="2008" y="385"/>
                  </a:lnTo>
                  <a:lnTo>
                    <a:pt x="2008" y="385"/>
                  </a:lnTo>
                  <a:lnTo>
                    <a:pt x="2003" y="384"/>
                  </a:lnTo>
                  <a:lnTo>
                    <a:pt x="1997" y="383"/>
                  </a:lnTo>
                  <a:lnTo>
                    <a:pt x="1983" y="383"/>
                  </a:lnTo>
                  <a:lnTo>
                    <a:pt x="1968" y="384"/>
                  </a:lnTo>
                  <a:lnTo>
                    <a:pt x="1957" y="384"/>
                  </a:lnTo>
                  <a:lnTo>
                    <a:pt x="1957" y="384"/>
                  </a:lnTo>
                  <a:lnTo>
                    <a:pt x="1950" y="382"/>
                  </a:lnTo>
                  <a:lnTo>
                    <a:pt x="1945" y="379"/>
                  </a:lnTo>
                  <a:lnTo>
                    <a:pt x="1941" y="377"/>
                  </a:lnTo>
                  <a:lnTo>
                    <a:pt x="1940" y="377"/>
                  </a:lnTo>
                  <a:lnTo>
                    <a:pt x="1939" y="378"/>
                  </a:lnTo>
                  <a:lnTo>
                    <a:pt x="1939" y="378"/>
                  </a:lnTo>
                  <a:lnTo>
                    <a:pt x="1938" y="380"/>
                  </a:lnTo>
                  <a:lnTo>
                    <a:pt x="1938" y="383"/>
                  </a:lnTo>
                  <a:lnTo>
                    <a:pt x="1941" y="386"/>
                  </a:lnTo>
                  <a:lnTo>
                    <a:pt x="1941" y="386"/>
                  </a:lnTo>
                  <a:lnTo>
                    <a:pt x="1941" y="386"/>
                  </a:lnTo>
                  <a:lnTo>
                    <a:pt x="1941" y="388"/>
                  </a:lnTo>
                  <a:lnTo>
                    <a:pt x="1939" y="388"/>
                  </a:lnTo>
                  <a:lnTo>
                    <a:pt x="1935" y="390"/>
                  </a:lnTo>
                  <a:lnTo>
                    <a:pt x="1934" y="391"/>
                  </a:lnTo>
                  <a:lnTo>
                    <a:pt x="1934" y="391"/>
                  </a:lnTo>
                  <a:lnTo>
                    <a:pt x="1934" y="394"/>
                  </a:lnTo>
                  <a:lnTo>
                    <a:pt x="1935" y="396"/>
                  </a:lnTo>
                  <a:lnTo>
                    <a:pt x="1936" y="399"/>
                  </a:lnTo>
                  <a:lnTo>
                    <a:pt x="1940" y="400"/>
                  </a:lnTo>
                  <a:lnTo>
                    <a:pt x="1940" y="400"/>
                  </a:lnTo>
                  <a:lnTo>
                    <a:pt x="1941" y="401"/>
                  </a:lnTo>
                  <a:lnTo>
                    <a:pt x="1943" y="402"/>
                  </a:lnTo>
                  <a:lnTo>
                    <a:pt x="1940" y="407"/>
                  </a:lnTo>
                  <a:lnTo>
                    <a:pt x="1940" y="407"/>
                  </a:lnTo>
                  <a:lnTo>
                    <a:pt x="1940" y="410"/>
                  </a:lnTo>
                  <a:lnTo>
                    <a:pt x="1940" y="412"/>
                  </a:lnTo>
                  <a:lnTo>
                    <a:pt x="1941" y="415"/>
                  </a:lnTo>
                  <a:lnTo>
                    <a:pt x="1943" y="416"/>
                  </a:lnTo>
                  <a:lnTo>
                    <a:pt x="1943" y="416"/>
                  </a:lnTo>
                  <a:lnTo>
                    <a:pt x="1944" y="418"/>
                  </a:lnTo>
                  <a:lnTo>
                    <a:pt x="1943" y="421"/>
                  </a:lnTo>
                  <a:lnTo>
                    <a:pt x="1939" y="423"/>
                  </a:lnTo>
                  <a:lnTo>
                    <a:pt x="1939" y="423"/>
                  </a:lnTo>
                  <a:lnTo>
                    <a:pt x="1938" y="425"/>
                  </a:lnTo>
                  <a:lnTo>
                    <a:pt x="1936" y="428"/>
                  </a:lnTo>
                  <a:lnTo>
                    <a:pt x="1935" y="432"/>
                  </a:lnTo>
                  <a:lnTo>
                    <a:pt x="1933" y="433"/>
                  </a:lnTo>
                  <a:lnTo>
                    <a:pt x="1933" y="433"/>
                  </a:lnTo>
                  <a:lnTo>
                    <a:pt x="1930" y="433"/>
                  </a:lnTo>
                  <a:lnTo>
                    <a:pt x="1929" y="431"/>
                  </a:lnTo>
                  <a:lnTo>
                    <a:pt x="1927" y="427"/>
                  </a:lnTo>
                  <a:lnTo>
                    <a:pt x="1927" y="427"/>
                  </a:lnTo>
                  <a:lnTo>
                    <a:pt x="1925" y="426"/>
                  </a:lnTo>
                  <a:lnTo>
                    <a:pt x="1925" y="427"/>
                  </a:lnTo>
                  <a:lnTo>
                    <a:pt x="1924" y="430"/>
                  </a:lnTo>
                  <a:lnTo>
                    <a:pt x="1924" y="436"/>
                  </a:lnTo>
                  <a:lnTo>
                    <a:pt x="1924" y="436"/>
                  </a:lnTo>
                  <a:lnTo>
                    <a:pt x="1923" y="434"/>
                  </a:lnTo>
                  <a:lnTo>
                    <a:pt x="1920" y="430"/>
                  </a:lnTo>
                  <a:lnTo>
                    <a:pt x="1919" y="423"/>
                  </a:lnTo>
                  <a:lnTo>
                    <a:pt x="1918" y="420"/>
                  </a:lnTo>
                  <a:lnTo>
                    <a:pt x="1918" y="420"/>
                  </a:lnTo>
                  <a:lnTo>
                    <a:pt x="1917" y="417"/>
                  </a:lnTo>
                  <a:lnTo>
                    <a:pt x="1913" y="414"/>
                  </a:lnTo>
                  <a:lnTo>
                    <a:pt x="1909" y="411"/>
                  </a:lnTo>
                  <a:lnTo>
                    <a:pt x="1907" y="407"/>
                  </a:lnTo>
                  <a:lnTo>
                    <a:pt x="1907" y="407"/>
                  </a:lnTo>
                  <a:lnTo>
                    <a:pt x="1906" y="402"/>
                  </a:lnTo>
                  <a:lnTo>
                    <a:pt x="1904" y="398"/>
                  </a:lnTo>
                  <a:lnTo>
                    <a:pt x="1903" y="393"/>
                  </a:lnTo>
                  <a:lnTo>
                    <a:pt x="1902" y="390"/>
                  </a:lnTo>
                  <a:lnTo>
                    <a:pt x="1902" y="390"/>
                  </a:lnTo>
                  <a:lnTo>
                    <a:pt x="1901" y="389"/>
                  </a:lnTo>
                  <a:lnTo>
                    <a:pt x="1900" y="390"/>
                  </a:lnTo>
                  <a:lnTo>
                    <a:pt x="1898" y="395"/>
                  </a:lnTo>
                  <a:lnTo>
                    <a:pt x="1898" y="395"/>
                  </a:lnTo>
                  <a:lnTo>
                    <a:pt x="1897" y="396"/>
                  </a:lnTo>
                  <a:lnTo>
                    <a:pt x="1893" y="396"/>
                  </a:lnTo>
                  <a:lnTo>
                    <a:pt x="1884" y="396"/>
                  </a:lnTo>
                  <a:lnTo>
                    <a:pt x="1872" y="395"/>
                  </a:lnTo>
                  <a:lnTo>
                    <a:pt x="1864" y="394"/>
                  </a:lnTo>
                  <a:lnTo>
                    <a:pt x="1864" y="394"/>
                  </a:lnTo>
                  <a:lnTo>
                    <a:pt x="1858" y="391"/>
                  </a:lnTo>
                  <a:lnTo>
                    <a:pt x="1848" y="390"/>
                  </a:lnTo>
                  <a:lnTo>
                    <a:pt x="1839" y="389"/>
                  </a:lnTo>
                  <a:lnTo>
                    <a:pt x="1833" y="390"/>
                  </a:lnTo>
                  <a:lnTo>
                    <a:pt x="1833" y="390"/>
                  </a:lnTo>
                  <a:lnTo>
                    <a:pt x="1828" y="393"/>
                  </a:lnTo>
                  <a:lnTo>
                    <a:pt x="1824" y="396"/>
                  </a:lnTo>
                  <a:lnTo>
                    <a:pt x="1822" y="400"/>
                  </a:lnTo>
                  <a:lnTo>
                    <a:pt x="1820" y="402"/>
                  </a:lnTo>
                  <a:lnTo>
                    <a:pt x="1820" y="402"/>
                  </a:lnTo>
                  <a:lnTo>
                    <a:pt x="1818" y="407"/>
                  </a:lnTo>
                  <a:lnTo>
                    <a:pt x="1818" y="414"/>
                  </a:lnTo>
                  <a:lnTo>
                    <a:pt x="1818" y="420"/>
                  </a:lnTo>
                  <a:lnTo>
                    <a:pt x="1817" y="423"/>
                  </a:lnTo>
                  <a:lnTo>
                    <a:pt x="1817" y="423"/>
                  </a:lnTo>
                  <a:lnTo>
                    <a:pt x="1816" y="423"/>
                  </a:lnTo>
                  <a:lnTo>
                    <a:pt x="1815" y="422"/>
                  </a:lnTo>
                  <a:lnTo>
                    <a:pt x="1813" y="417"/>
                  </a:lnTo>
                  <a:lnTo>
                    <a:pt x="1813" y="412"/>
                  </a:lnTo>
                  <a:lnTo>
                    <a:pt x="1813" y="407"/>
                  </a:lnTo>
                  <a:lnTo>
                    <a:pt x="1813" y="407"/>
                  </a:lnTo>
                  <a:lnTo>
                    <a:pt x="1813" y="406"/>
                  </a:lnTo>
                  <a:lnTo>
                    <a:pt x="1811" y="404"/>
                  </a:lnTo>
                  <a:lnTo>
                    <a:pt x="1808" y="402"/>
                  </a:lnTo>
                  <a:lnTo>
                    <a:pt x="1806" y="399"/>
                  </a:lnTo>
                  <a:lnTo>
                    <a:pt x="1806" y="399"/>
                  </a:lnTo>
                  <a:lnTo>
                    <a:pt x="1795" y="386"/>
                  </a:lnTo>
                  <a:lnTo>
                    <a:pt x="1795" y="386"/>
                  </a:lnTo>
                  <a:lnTo>
                    <a:pt x="1794" y="385"/>
                  </a:lnTo>
                  <a:lnTo>
                    <a:pt x="1794" y="384"/>
                  </a:lnTo>
                  <a:lnTo>
                    <a:pt x="1795" y="383"/>
                  </a:lnTo>
                  <a:lnTo>
                    <a:pt x="1795" y="380"/>
                  </a:lnTo>
                  <a:lnTo>
                    <a:pt x="1795" y="380"/>
                  </a:lnTo>
                  <a:lnTo>
                    <a:pt x="1796" y="378"/>
                  </a:lnTo>
                  <a:lnTo>
                    <a:pt x="1795" y="375"/>
                  </a:lnTo>
                  <a:lnTo>
                    <a:pt x="1791" y="367"/>
                  </a:lnTo>
                  <a:lnTo>
                    <a:pt x="1791" y="367"/>
                  </a:lnTo>
                  <a:lnTo>
                    <a:pt x="1790" y="362"/>
                  </a:lnTo>
                  <a:lnTo>
                    <a:pt x="1786" y="354"/>
                  </a:lnTo>
                  <a:lnTo>
                    <a:pt x="1781" y="348"/>
                  </a:lnTo>
                  <a:lnTo>
                    <a:pt x="1779" y="345"/>
                  </a:lnTo>
                  <a:lnTo>
                    <a:pt x="1776" y="343"/>
                  </a:lnTo>
                  <a:lnTo>
                    <a:pt x="1776" y="343"/>
                  </a:lnTo>
                  <a:lnTo>
                    <a:pt x="1773" y="342"/>
                  </a:lnTo>
                  <a:lnTo>
                    <a:pt x="1768" y="341"/>
                  </a:lnTo>
                  <a:lnTo>
                    <a:pt x="1756" y="341"/>
                  </a:lnTo>
                  <a:lnTo>
                    <a:pt x="1732" y="343"/>
                  </a:lnTo>
                  <a:lnTo>
                    <a:pt x="1732" y="343"/>
                  </a:lnTo>
                  <a:lnTo>
                    <a:pt x="1712" y="348"/>
                  </a:lnTo>
                  <a:lnTo>
                    <a:pt x="1704" y="350"/>
                  </a:lnTo>
                  <a:lnTo>
                    <a:pt x="1698" y="351"/>
                  </a:lnTo>
                  <a:lnTo>
                    <a:pt x="1698" y="351"/>
                  </a:lnTo>
                  <a:lnTo>
                    <a:pt x="1693" y="350"/>
                  </a:lnTo>
                  <a:lnTo>
                    <a:pt x="1688" y="347"/>
                  </a:lnTo>
                  <a:lnTo>
                    <a:pt x="1680" y="342"/>
                  </a:lnTo>
                  <a:lnTo>
                    <a:pt x="1680" y="342"/>
                  </a:lnTo>
                  <a:lnTo>
                    <a:pt x="1677" y="337"/>
                  </a:lnTo>
                  <a:lnTo>
                    <a:pt x="1672" y="331"/>
                  </a:lnTo>
                  <a:lnTo>
                    <a:pt x="1664" y="319"/>
                  </a:lnTo>
                  <a:lnTo>
                    <a:pt x="1664" y="319"/>
                  </a:lnTo>
                  <a:lnTo>
                    <a:pt x="1661" y="316"/>
                  </a:lnTo>
                  <a:lnTo>
                    <a:pt x="1658" y="315"/>
                  </a:lnTo>
                  <a:lnTo>
                    <a:pt x="1656" y="314"/>
                  </a:lnTo>
                  <a:lnTo>
                    <a:pt x="1655" y="311"/>
                  </a:lnTo>
                  <a:lnTo>
                    <a:pt x="1655" y="311"/>
                  </a:lnTo>
                  <a:lnTo>
                    <a:pt x="1657" y="310"/>
                  </a:lnTo>
                  <a:lnTo>
                    <a:pt x="1659" y="310"/>
                  </a:lnTo>
                  <a:lnTo>
                    <a:pt x="1664" y="311"/>
                  </a:lnTo>
                  <a:lnTo>
                    <a:pt x="1664" y="311"/>
                  </a:lnTo>
                  <a:lnTo>
                    <a:pt x="1664" y="310"/>
                  </a:lnTo>
                  <a:lnTo>
                    <a:pt x="1664" y="306"/>
                  </a:lnTo>
                  <a:lnTo>
                    <a:pt x="1663" y="298"/>
                  </a:lnTo>
                  <a:lnTo>
                    <a:pt x="1663" y="298"/>
                  </a:lnTo>
                  <a:lnTo>
                    <a:pt x="1661" y="295"/>
                  </a:lnTo>
                  <a:lnTo>
                    <a:pt x="1657" y="292"/>
                  </a:lnTo>
                  <a:lnTo>
                    <a:pt x="1652" y="289"/>
                  </a:lnTo>
                  <a:lnTo>
                    <a:pt x="1646" y="289"/>
                  </a:lnTo>
                  <a:lnTo>
                    <a:pt x="1646" y="289"/>
                  </a:lnTo>
                  <a:lnTo>
                    <a:pt x="1641" y="288"/>
                  </a:lnTo>
                  <a:lnTo>
                    <a:pt x="1637" y="287"/>
                  </a:lnTo>
                  <a:lnTo>
                    <a:pt x="1634" y="285"/>
                  </a:lnTo>
                  <a:lnTo>
                    <a:pt x="1630" y="285"/>
                  </a:lnTo>
                  <a:lnTo>
                    <a:pt x="1630" y="285"/>
                  </a:lnTo>
                  <a:lnTo>
                    <a:pt x="1626" y="285"/>
                  </a:lnTo>
                  <a:lnTo>
                    <a:pt x="1624" y="287"/>
                  </a:lnTo>
                  <a:lnTo>
                    <a:pt x="1624" y="287"/>
                  </a:lnTo>
                  <a:lnTo>
                    <a:pt x="1623" y="288"/>
                  </a:lnTo>
                  <a:lnTo>
                    <a:pt x="1623" y="288"/>
                  </a:lnTo>
                  <a:lnTo>
                    <a:pt x="1618" y="288"/>
                  </a:lnTo>
                  <a:lnTo>
                    <a:pt x="1613" y="287"/>
                  </a:lnTo>
                  <a:lnTo>
                    <a:pt x="1613" y="287"/>
                  </a:lnTo>
                  <a:lnTo>
                    <a:pt x="1609" y="288"/>
                  </a:lnTo>
                  <a:lnTo>
                    <a:pt x="1607" y="289"/>
                  </a:lnTo>
                  <a:lnTo>
                    <a:pt x="1602" y="294"/>
                  </a:lnTo>
                  <a:lnTo>
                    <a:pt x="1602" y="294"/>
                  </a:lnTo>
                  <a:lnTo>
                    <a:pt x="1598" y="294"/>
                  </a:lnTo>
                  <a:lnTo>
                    <a:pt x="1594" y="295"/>
                  </a:lnTo>
                  <a:lnTo>
                    <a:pt x="1584" y="294"/>
                  </a:lnTo>
                  <a:lnTo>
                    <a:pt x="1584" y="294"/>
                  </a:lnTo>
                  <a:lnTo>
                    <a:pt x="1582" y="294"/>
                  </a:lnTo>
                  <a:lnTo>
                    <a:pt x="1582" y="293"/>
                  </a:lnTo>
                  <a:lnTo>
                    <a:pt x="1587" y="289"/>
                  </a:lnTo>
                  <a:lnTo>
                    <a:pt x="1587" y="289"/>
                  </a:lnTo>
                  <a:lnTo>
                    <a:pt x="1588" y="287"/>
                  </a:lnTo>
                  <a:lnTo>
                    <a:pt x="1588" y="285"/>
                  </a:lnTo>
                  <a:lnTo>
                    <a:pt x="1587" y="282"/>
                  </a:lnTo>
                  <a:lnTo>
                    <a:pt x="1587" y="282"/>
                  </a:lnTo>
                  <a:lnTo>
                    <a:pt x="1587" y="281"/>
                  </a:lnTo>
                  <a:lnTo>
                    <a:pt x="1588" y="279"/>
                  </a:lnTo>
                  <a:lnTo>
                    <a:pt x="1593" y="278"/>
                  </a:lnTo>
                  <a:lnTo>
                    <a:pt x="1593" y="278"/>
                  </a:lnTo>
                  <a:lnTo>
                    <a:pt x="1607" y="282"/>
                  </a:lnTo>
                  <a:lnTo>
                    <a:pt x="1614" y="284"/>
                  </a:lnTo>
                  <a:lnTo>
                    <a:pt x="1620" y="284"/>
                  </a:lnTo>
                  <a:lnTo>
                    <a:pt x="1620" y="284"/>
                  </a:lnTo>
                  <a:lnTo>
                    <a:pt x="1620" y="283"/>
                  </a:lnTo>
                  <a:lnTo>
                    <a:pt x="1619" y="282"/>
                  </a:lnTo>
                  <a:lnTo>
                    <a:pt x="1609" y="278"/>
                  </a:lnTo>
                  <a:lnTo>
                    <a:pt x="1598" y="274"/>
                  </a:lnTo>
                  <a:lnTo>
                    <a:pt x="1587" y="273"/>
                  </a:lnTo>
                  <a:lnTo>
                    <a:pt x="1587" y="273"/>
                  </a:lnTo>
                  <a:lnTo>
                    <a:pt x="1566" y="271"/>
                  </a:lnTo>
                  <a:lnTo>
                    <a:pt x="1555" y="271"/>
                  </a:lnTo>
                  <a:lnTo>
                    <a:pt x="1549" y="271"/>
                  </a:lnTo>
                  <a:lnTo>
                    <a:pt x="1549" y="271"/>
                  </a:lnTo>
                  <a:lnTo>
                    <a:pt x="1535" y="276"/>
                  </a:lnTo>
                  <a:lnTo>
                    <a:pt x="1523" y="278"/>
                  </a:lnTo>
                  <a:lnTo>
                    <a:pt x="1523" y="278"/>
                  </a:lnTo>
                  <a:lnTo>
                    <a:pt x="1522" y="281"/>
                  </a:lnTo>
                  <a:lnTo>
                    <a:pt x="1519" y="283"/>
                  </a:lnTo>
                  <a:lnTo>
                    <a:pt x="1519" y="288"/>
                  </a:lnTo>
                  <a:lnTo>
                    <a:pt x="1519" y="292"/>
                  </a:lnTo>
                  <a:lnTo>
                    <a:pt x="1519" y="292"/>
                  </a:lnTo>
                  <a:lnTo>
                    <a:pt x="1520" y="294"/>
                  </a:lnTo>
                  <a:lnTo>
                    <a:pt x="1522" y="294"/>
                  </a:lnTo>
                  <a:lnTo>
                    <a:pt x="1524" y="290"/>
                  </a:lnTo>
                  <a:lnTo>
                    <a:pt x="1524" y="290"/>
                  </a:lnTo>
                  <a:lnTo>
                    <a:pt x="1527" y="290"/>
                  </a:lnTo>
                  <a:lnTo>
                    <a:pt x="1528" y="292"/>
                  </a:lnTo>
                  <a:lnTo>
                    <a:pt x="1529" y="293"/>
                  </a:lnTo>
                  <a:lnTo>
                    <a:pt x="1533" y="294"/>
                  </a:lnTo>
                  <a:lnTo>
                    <a:pt x="1533" y="294"/>
                  </a:lnTo>
                  <a:lnTo>
                    <a:pt x="1534" y="295"/>
                  </a:lnTo>
                  <a:lnTo>
                    <a:pt x="1531" y="295"/>
                  </a:lnTo>
                  <a:lnTo>
                    <a:pt x="1529" y="295"/>
                  </a:lnTo>
                  <a:lnTo>
                    <a:pt x="1528" y="297"/>
                  </a:lnTo>
                  <a:lnTo>
                    <a:pt x="1528" y="297"/>
                  </a:lnTo>
                  <a:lnTo>
                    <a:pt x="1528" y="298"/>
                  </a:lnTo>
                  <a:lnTo>
                    <a:pt x="1527" y="298"/>
                  </a:lnTo>
                  <a:lnTo>
                    <a:pt x="1523" y="303"/>
                  </a:lnTo>
                  <a:lnTo>
                    <a:pt x="1523" y="303"/>
                  </a:lnTo>
                  <a:lnTo>
                    <a:pt x="1523" y="304"/>
                  </a:lnTo>
                  <a:lnTo>
                    <a:pt x="1523" y="306"/>
                  </a:lnTo>
                  <a:lnTo>
                    <a:pt x="1527" y="311"/>
                  </a:lnTo>
                  <a:lnTo>
                    <a:pt x="1530" y="316"/>
                  </a:lnTo>
                  <a:lnTo>
                    <a:pt x="1531" y="320"/>
                  </a:lnTo>
                  <a:lnTo>
                    <a:pt x="1531" y="320"/>
                  </a:lnTo>
                  <a:lnTo>
                    <a:pt x="1531" y="321"/>
                  </a:lnTo>
                  <a:lnTo>
                    <a:pt x="1530" y="321"/>
                  </a:lnTo>
                  <a:lnTo>
                    <a:pt x="1527" y="320"/>
                  </a:lnTo>
                  <a:lnTo>
                    <a:pt x="1527" y="320"/>
                  </a:lnTo>
                  <a:lnTo>
                    <a:pt x="1525" y="321"/>
                  </a:lnTo>
                  <a:lnTo>
                    <a:pt x="1523" y="322"/>
                  </a:lnTo>
                  <a:lnTo>
                    <a:pt x="1520" y="325"/>
                  </a:lnTo>
                  <a:lnTo>
                    <a:pt x="1520" y="325"/>
                  </a:lnTo>
                  <a:lnTo>
                    <a:pt x="1519" y="325"/>
                  </a:lnTo>
                  <a:lnTo>
                    <a:pt x="1518" y="324"/>
                  </a:lnTo>
                  <a:lnTo>
                    <a:pt x="1517" y="321"/>
                  </a:lnTo>
                  <a:lnTo>
                    <a:pt x="1515" y="318"/>
                  </a:lnTo>
                  <a:lnTo>
                    <a:pt x="1515" y="315"/>
                  </a:lnTo>
                  <a:lnTo>
                    <a:pt x="1515" y="315"/>
                  </a:lnTo>
                  <a:lnTo>
                    <a:pt x="1514" y="315"/>
                  </a:lnTo>
                  <a:lnTo>
                    <a:pt x="1512" y="314"/>
                  </a:lnTo>
                  <a:lnTo>
                    <a:pt x="1508" y="314"/>
                  </a:lnTo>
                  <a:lnTo>
                    <a:pt x="1504" y="315"/>
                  </a:lnTo>
                  <a:lnTo>
                    <a:pt x="1504" y="315"/>
                  </a:lnTo>
                  <a:lnTo>
                    <a:pt x="1503" y="316"/>
                  </a:lnTo>
                  <a:lnTo>
                    <a:pt x="1503" y="318"/>
                  </a:lnTo>
                  <a:lnTo>
                    <a:pt x="1504" y="321"/>
                  </a:lnTo>
                  <a:lnTo>
                    <a:pt x="1508" y="327"/>
                  </a:lnTo>
                  <a:lnTo>
                    <a:pt x="1508" y="327"/>
                  </a:lnTo>
                  <a:lnTo>
                    <a:pt x="1508" y="329"/>
                  </a:lnTo>
                  <a:lnTo>
                    <a:pt x="1507" y="330"/>
                  </a:lnTo>
                  <a:lnTo>
                    <a:pt x="1503" y="329"/>
                  </a:lnTo>
                  <a:lnTo>
                    <a:pt x="1503" y="329"/>
                  </a:lnTo>
                  <a:lnTo>
                    <a:pt x="1502" y="330"/>
                  </a:lnTo>
                  <a:lnTo>
                    <a:pt x="1501" y="334"/>
                  </a:lnTo>
                  <a:lnTo>
                    <a:pt x="1501" y="337"/>
                  </a:lnTo>
                  <a:lnTo>
                    <a:pt x="1499" y="337"/>
                  </a:lnTo>
                  <a:lnTo>
                    <a:pt x="1499" y="338"/>
                  </a:lnTo>
                  <a:lnTo>
                    <a:pt x="1499" y="338"/>
                  </a:lnTo>
                  <a:lnTo>
                    <a:pt x="1497" y="336"/>
                  </a:lnTo>
                  <a:lnTo>
                    <a:pt x="1493" y="332"/>
                  </a:lnTo>
                  <a:lnTo>
                    <a:pt x="1490" y="327"/>
                  </a:lnTo>
                  <a:lnTo>
                    <a:pt x="1487" y="324"/>
                  </a:lnTo>
                  <a:lnTo>
                    <a:pt x="1487" y="324"/>
                  </a:lnTo>
                  <a:lnTo>
                    <a:pt x="1481" y="321"/>
                  </a:lnTo>
                  <a:lnTo>
                    <a:pt x="1479" y="320"/>
                  </a:lnTo>
                  <a:lnTo>
                    <a:pt x="1476" y="320"/>
                  </a:lnTo>
                  <a:lnTo>
                    <a:pt x="1476" y="320"/>
                  </a:lnTo>
                  <a:lnTo>
                    <a:pt x="1474" y="319"/>
                  </a:lnTo>
                  <a:lnTo>
                    <a:pt x="1471" y="318"/>
                  </a:lnTo>
                  <a:lnTo>
                    <a:pt x="1467" y="316"/>
                  </a:lnTo>
                  <a:lnTo>
                    <a:pt x="1464" y="315"/>
                  </a:lnTo>
                  <a:lnTo>
                    <a:pt x="1464" y="315"/>
                  </a:lnTo>
                  <a:lnTo>
                    <a:pt x="1460" y="315"/>
                  </a:lnTo>
                  <a:lnTo>
                    <a:pt x="1456" y="316"/>
                  </a:lnTo>
                  <a:lnTo>
                    <a:pt x="1453" y="320"/>
                  </a:lnTo>
                  <a:lnTo>
                    <a:pt x="1453" y="320"/>
                  </a:lnTo>
                  <a:lnTo>
                    <a:pt x="1448" y="322"/>
                  </a:lnTo>
                  <a:lnTo>
                    <a:pt x="1442" y="322"/>
                  </a:lnTo>
                  <a:lnTo>
                    <a:pt x="1442" y="322"/>
                  </a:lnTo>
                  <a:lnTo>
                    <a:pt x="1440" y="322"/>
                  </a:lnTo>
                  <a:lnTo>
                    <a:pt x="1439" y="320"/>
                  </a:lnTo>
                  <a:lnTo>
                    <a:pt x="1437" y="315"/>
                  </a:lnTo>
                  <a:lnTo>
                    <a:pt x="1432" y="304"/>
                  </a:lnTo>
                  <a:lnTo>
                    <a:pt x="1432" y="304"/>
                  </a:lnTo>
                  <a:lnTo>
                    <a:pt x="1429" y="301"/>
                  </a:lnTo>
                  <a:lnTo>
                    <a:pt x="1429" y="303"/>
                  </a:lnTo>
                  <a:lnTo>
                    <a:pt x="1428" y="306"/>
                  </a:lnTo>
                  <a:lnTo>
                    <a:pt x="1426" y="310"/>
                  </a:lnTo>
                  <a:lnTo>
                    <a:pt x="1426" y="310"/>
                  </a:lnTo>
                  <a:lnTo>
                    <a:pt x="1423" y="316"/>
                  </a:lnTo>
                  <a:lnTo>
                    <a:pt x="1421" y="321"/>
                  </a:lnTo>
                  <a:lnTo>
                    <a:pt x="1421" y="334"/>
                  </a:lnTo>
                  <a:lnTo>
                    <a:pt x="1421" y="334"/>
                  </a:lnTo>
                  <a:lnTo>
                    <a:pt x="1419" y="337"/>
                  </a:lnTo>
                  <a:lnTo>
                    <a:pt x="1418" y="341"/>
                  </a:lnTo>
                  <a:lnTo>
                    <a:pt x="1416" y="346"/>
                  </a:lnTo>
                  <a:lnTo>
                    <a:pt x="1410" y="353"/>
                  </a:lnTo>
                  <a:lnTo>
                    <a:pt x="1410" y="353"/>
                  </a:lnTo>
                  <a:lnTo>
                    <a:pt x="1408" y="353"/>
                  </a:lnTo>
                  <a:lnTo>
                    <a:pt x="1408" y="353"/>
                  </a:lnTo>
                  <a:lnTo>
                    <a:pt x="1407" y="351"/>
                  </a:lnTo>
                  <a:lnTo>
                    <a:pt x="1406" y="346"/>
                  </a:lnTo>
                  <a:lnTo>
                    <a:pt x="1406" y="346"/>
                  </a:lnTo>
                  <a:lnTo>
                    <a:pt x="1405" y="345"/>
                  </a:lnTo>
                  <a:lnTo>
                    <a:pt x="1402" y="345"/>
                  </a:lnTo>
                  <a:lnTo>
                    <a:pt x="1398" y="345"/>
                  </a:lnTo>
                  <a:lnTo>
                    <a:pt x="1398" y="345"/>
                  </a:lnTo>
                  <a:lnTo>
                    <a:pt x="1397" y="343"/>
                  </a:lnTo>
                  <a:lnTo>
                    <a:pt x="1396" y="341"/>
                  </a:lnTo>
                  <a:lnTo>
                    <a:pt x="1395" y="335"/>
                  </a:lnTo>
                  <a:lnTo>
                    <a:pt x="1395" y="335"/>
                  </a:lnTo>
                  <a:lnTo>
                    <a:pt x="1394" y="330"/>
                  </a:lnTo>
                  <a:lnTo>
                    <a:pt x="1391" y="326"/>
                  </a:lnTo>
                  <a:lnTo>
                    <a:pt x="1391" y="326"/>
                  </a:lnTo>
                  <a:lnTo>
                    <a:pt x="1389" y="321"/>
                  </a:lnTo>
                  <a:lnTo>
                    <a:pt x="1387" y="320"/>
                  </a:lnTo>
                  <a:lnTo>
                    <a:pt x="1384" y="318"/>
                  </a:lnTo>
                  <a:lnTo>
                    <a:pt x="1384" y="318"/>
                  </a:lnTo>
                  <a:lnTo>
                    <a:pt x="1381" y="315"/>
                  </a:lnTo>
                  <a:lnTo>
                    <a:pt x="1381" y="314"/>
                  </a:lnTo>
                  <a:lnTo>
                    <a:pt x="1381" y="311"/>
                  </a:lnTo>
                  <a:lnTo>
                    <a:pt x="1380" y="309"/>
                  </a:lnTo>
                  <a:lnTo>
                    <a:pt x="1380" y="309"/>
                  </a:lnTo>
                  <a:lnTo>
                    <a:pt x="1379" y="306"/>
                  </a:lnTo>
                  <a:lnTo>
                    <a:pt x="1378" y="306"/>
                  </a:lnTo>
                  <a:lnTo>
                    <a:pt x="1375" y="308"/>
                  </a:lnTo>
                  <a:lnTo>
                    <a:pt x="1375" y="308"/>
                  </a:lnTo>
                  <a:lnTo>
                    <a:pt x="1374" y="306"/>
                  </a:lnTo>
                  <a:lnTo>
                    <a:pt x="1373" y="305"/>
                  </a:lnTo>
                  <a:lnTo>
                    <a:pt x="1373" y="301"/>
                  </a:lnTo>
                  <a:lnTo>
                    <a:pt x="1373" y="301"/>
                  </a:lnTo>
                  <a:lnTo>
                    <a:pt x="1371" y="300"/>
                  </a:lnTo>
                  <a:lnTo>
                    <a:pt x="1370" y="300"/>
                  </a:lnTo>
                  <a:lnTo>
                    <a:pt x="1366" y="301"/>
                  </a:lnTo>
                  <a:lnTo>
                    <a:pt x="1366" y="301"/>
                  </a:lnTo>
                  <a:lnTo>
                    <a:pt x="1366" y="301"/>
                  </a:lnTo>
                  <a:lnTo>
                    <a:pt x="1365" y="300"/>
                  </a:lnTo>
                  <a:lnTo>
                    <a:pt x="1364" y="297"/>
                  </a:lnTo>
                  <a:lnTo>
                    <a:pt x="1363" y="292"/>
                  </a:lnTo>
                  <a:lnTo>
                    <a:pt x="1360" y="288"/>
                  </a:lnTo>
                  <a:lnTo>
                    <a:pt x="1360" y="288"/>
                  </a:lnTo>
                  <a:lnTo>
                    <a:pt x="1355" y="285"/>
                  </a:lnTo>
                  <a:lnTo>
                    <a:pt x="1352" y="284"/>
                  </a:lnTo>
                  <a:lnTo>
                    <a:pt x="1349" y="285"/>
                  </a:lnTo>
                  <a:lnTo>
                    <a:pt x="1349" y="285"/>
                  </a:lnTo>
                  <a:lnTo>
                    <a:pt x="1346" y="284"/>
                  </a:lnTo>
                  <a:lnTo>
                    <a:pt x="1343" y="282"/>
                  </a:lnTo>
                  <a:lnTo>
                    <a:pt x="1341" y="278"/>
                  </a:lnTo>
                  <a:lnTo>
                    <a:pt x="1341" y="276"/>
                  </a:lnTo>
                  <a:lnTo>
                    <a:pt x="1341" y="276"/>
                  </a:lnTo>
                  <a:lnTo>
                    <a:pt x="1341" y="274"/>
                  </a:lnTo>
                  <a:lnTo>
                    <a:pt x="1343" y="274"/>
                  </a:lnTo>
                  <a:lnTo>
                    <a:pt x="1349" y="277"/>
                  </a:lnTo>
                  <a:lnTo>
                    <a:pt x="1360" y="283"/>
                  </a:lnTo>
                  <a:lnTo>
                    <a:pt x="1360" y="283"/>
                  </a:lnTo>
                  <a:lnTo>
                    <a:pt x="1364" y="284"/>
                  </a:lnTo>
                  <a:lnTo>
                    <a:pt x="1366" y="288"/>
                  </a:lnTo>
                  <a:lnTo>
                    <a:pt x="1368" y="290"/>
                  </a:lnTo>
                  <a:lnTo>
                    <a:pt x="1370" y="294"/>
                  </a:lnTo>
                  <a:lnTo>
                    <a:pt x="1370" y="294"/>
                  </a:lnTo>
                  <a:lnTo>
                    <a:pt x="1374" y="297"/>
                  </a:lnTo>
                  <a:lnTo>
                    <a:pt x="1376" y="298"/>
                  </a:lnTo>
                  <a:lnTo>
                    <a:pt x="1379" y="298"/>
                  </a:lnTo>
                  <a:lnTo>
                    <a:pt x="1380" y="297"/>
                  </a:lnTo>
                  <a:lnTo>
                    <a:pt x="1380" y="297"/>
                  </a:lnTo>
                  <a:lnTo>
                    <a:pt x="1382" y="263"/>
                  </a:lnTo>
                  <a:lnTo>
                    <a:pt x="1382" y="263"/>
                  </a:lnTo>
                  <a:lnTo>
                    <a:pt x="1381" y="260"/>
                  </a:lnTo>
                  <a:lnTo>
                    <a:pt x="1379" y="257"/>
                  </a:lnTo>
                  <a:lnTo>
                    <a:pt x="1370" y="251"/>
                  </a:lnTo>
                  <a:lnTo>
                    <a:pt x="1370" y="251"/>
                  </a:lnTo>
                  <a:lnTo>
                    <a:pt x="1368" y="247"/>
                  </a:lnTo>
                  <a:lnTo>
                    <a:pt x="1368" y="244"/>
                  </a:lnTo>
                  <a:lnTo>
                    <a:pt x="1366" y="241"/>
                  </a:lnTo>
                  <a:lnTo>
                    <a:pt x="1364" y="239"/>
                  </a:lnTo>
                  <a:lnTo>
                    <a:pt x="1364" y="239"/>
                  </a:lnTo>
                  <a:lnTo>
                    <a:pt x="1362" y="237"/>
                  </a:lnTo>
                  <a:lnTo>
                    <a:pt x="1360" y="236"/>
                  </a:lnTo>
                  <a:lnTo>
                    <a:pt x="1359" y="235"/>
                  </a:lnTo>
                  <a:lnTo>
                    <a:pt x="1357" y="235"/>
                  </a:lnTo>
                  <a:lnTo>
                    <a:pt x="1357" y="235"/>
                  </a:lnTo>
                  <a:lnTo>
                    <a:pt x="1353" y="234"/>
                  </a:lnTo>
                  <a:lnTo>
                    <a:pt x="1350" y="233"/>
                  </a:lnTo>
                  <a:lnTo>
                    <a:pt x="1347" y="233"/>
                  </a:lnTo>
                  <a:lnTo>
                    <a:pt x="1344" y="233"/>
                  </a:lnTo>
                  <a:lnTo>
                    <a:pt x="1344" y="233"/>
                  </a:lnTo>
                  <a:lnTo>
                    <a:pt x="1343" y="234"/>
                  </a:lnTo>
                  <a:lnTo>
                    <a:pt x="1341" y="234"/>
                  </a:lnTo>
                  <a:lnTo>
                    <a:pt x="1333" y="233"/>
                  </a:lnTo>
                  <a:lnTo>
                    <a:pt x="1333" y="233"/>
                  </a:lnTo>
                  <a:lnTo>
                    <a:pt x="1325" y="231"/>
                  </a:lnTo>
                  <a:lnTo>
                    <a:pt x="1322" y="230"/>
                  </a:lnTo>
                  <a:lnTo>
                    <a:pt x="1320" y="228"/>
                  </a:lnTo>
                  <a:lnTo>
                    <a:pt x="1320" y="228"/>
                  </a:lnTo>
                  <a:lnTo>
                    <a:pt x="1316" y="223"/>
                  </a:lnTo>
                  <a:lnTo>
                    <a:pt x="1315" y="221"/>
                  </a:lnTo>
                  <a:lnTo>
                    <a:pt x="1311" y="221"/>
                  </a:lnTo>
                  <a:lnTo>
                    <a:pt x="1311" y="221"/>
                  </a:lnTo>
                  <a:lnTo>
                    <a:pt x="1309" y="220"/>
                  </a:lnTo>
                  <a:lnTo>
                    <a:pt x="1305" y="219"/>
                  </a:lnTo>
                  <a:lnTo>
                    <a:pt x="1304" y="218"/>
                  </a:lnTo>
                  <a:lnTo>
                    <a:pt x="1300" y="217"/>
                  </a:lnTo>
                  <a:lnTo>
                    <a:pt x="1300" y="217"/>
                  </a:lnTo>
                  <a:lnTo>
                    <a:pt x="1298" y="218"/>
                  </a:lnTo>
                  <a:lnTo>
                    <a:pt x="1295" y="220"/>
                  </a:lnTo>
                  <a:lnTo>
                    <a:pt x="1293" y="223"/>
                  </a:lnTo>
                  <a:lnTo>
                    <a:pt x="1291" y="226"/>
                  </a:lnTo>
                  <a:lnTo>
                    <a:pt x="1291" y="226"/>
                  </a:lnTo>
                  <a:lnTo>
                    <a:pt x="1291" y="229"/>
                  </a:lnTo>
                  <a:lnTo>
                    <a:pt x="1294" y="233"/>
                  </a:lnTo>
                  <a:lnTo>
                    <a:pt x="1299" y="237"/>
                  </a:lnTo>
                  <a:lnTo>
                    <a:pt x="1299" y="237"/>
                  </a:lnTo>
                  <a:lnTo>
                    <a:pt x="1300" y="240"/>
                  </a:lnTo>
                  <a:lnTo>
                    <a:pt x="1301" y="241"/>
                  </a:lnTo>
                  <a:lnTo>
                    <a:pt x="1300" y="242"/>
                  </a:lnTo>
                  <a:lnTo>
                    <a:pt x="1298" y="244"/>
                  </a:lnTo>
                  <a:lnTo>
                    <a:pt x="1298" y="244"/>
                  </a:lnTo>
                  <a:lnTo>
                    <a:pt x="1296" y="245"/>
                  </a:lnTo>
                  <a:lnTo>
                    <a:pt x="1295" y="246"/>
                  </a:lnTo>
                  <a:lnTo>
                    <a:pt x="1299" y="251"/>
                  </a:lnTo>
                  <a:lnTo>
                    <a:pt x="1299" y="251"/>
                  </a:lnTo>
                  <a:lnTo>
                    <a:pt x="1300" y="253"/>
                  </a:lnTo>
                  <a:lnTo>
                    <a:pt x="1300" y="255"/>
                  </a:lnTo>
                  <a:lnTo>
                    <a:pt x="1298" y="255"/>
                  </a:lnTo>
                  <a:lnTo>
                    <a:pt x="1295" y="256"/>
                  </a:lnTo>
                  <a:lnTo>
                    <a:pt x="1295" y="256"/>
                  </a:lnTo>
                  <a:lnTo>
                    <a:pt x="1295" y="257"/>
                  </a:lnTo>
                  <a:lnTo>
                    <a:pt x="1295" y="257"/>
                  </a:lnTo>
                  <a:lnTo>
                    <a:pt x="1295" y="260"/>
                  </a:lnTo>
                  <a:lnTo>
                    <a:pt x="1294" y="261"/>
                  </a:lnTo>
                  <a:lnTo>
                    <a:pt x="1289" y="261"/>
                  </a:lnTo>
                  <a:lnTo>
                    <a:pt x="1283" y="260"/>
                  </a:lnTo>
                  <a:lnTo>
                    <a:pt x="1277" y="257"/>
                  </a:lnTo>
                  <a:lnTo>
                    <a:pt x="1277" y="257"/>
                  </a:lnTo>
                  <a:lnTo>
                    <a:pt x="1270" y="256"/>
                  </a:lnTo>
                  <a:lnTo>
                    <a:pt x="1264" y="256"/>
                  </a:lnTo>
                  <a:lnTo>
                    <a:pt x="1256" y="258"/>
                  </a:lnTo>
                  <a:lnTo>
                    <a:pt x="1256" y="258"/>
                  </a:lnTo>
                  <a:lnTo>
                    <a:pt x="1254" y="257"/>
                  </a:lnTo>
                  <a:lnTo>
                    <a:pt x="1253" y="256"/>
                  </a:lnTo>
                  <a:lnTo>
                    <a:pt x="1251" y="250"/>
                  </a:lnTo>
                  <a:lnTo>
                    <a:pt x="1248" y="240"/>
                  </a:lnTo>
                  <a:lnTo>
                    <a:pt x="1248" y="240"/>
                  </a:lnTo>
                  <a:lnTo>
                    <a:pt x="1247" y="239"/>
                  </a:lnTo>
                  <a:lnTo>
                    <a:pt x="1242" y="237"/>
                  </a:lnTo>
                  <a:lnTo>
                    <a:pt x="1237" y="237"/>
                  </a:lnTo>
                  <a:lnTo>
                    <a:pt x="1231" y="237"/>
                  </a:lnTo>
                  <a:lnTo>
                    <a:pt x="1231" y="237"/>
                  </a:lnTo>
                  <a:lnTo>
                    <a:pt x="1225" y="237"/>
                  </a:lnTo>
                  <a:lnTo>
                    <a:pt x="1220" y="235"/>
                  </a:lnTo>
                  <a:lnTo>
                    <a:pt x="1211" y="230"/>
                  </a:lnTo>
                  <a:lnTo>
                    <a:pt x="1211" y="230"/>
                  </a:lnTo>
                  <a:lnTo>
                    <a:pt x="1210" y="229"/>
                  </a:lnTo>
                  <a:lnTo>
                    <a:pt x="1209" y="230"/>
                  </a:lnTo>
                  <a:lnTo>
                    <a:pt x="1206" y="233"/>
                  </a:lnTo>
                  <a:lnTo>
                    <a:pt x="1206" y="233"/>
                  </a:lnTo>
                  <a:lnTo>
                    <a:pt x="1205" y="234"/>
                  </a:lnTo>
                  <a:lnTo>
                    <a:pt x="1203" y="233"/>
                  </a:lnTo>
                  <a:lnTo>
                    <a:pt x="1197" y="229"/>
                  </a:lnTo>
                  <a:lnTo>
                    <a:pt x="1189" y="225"/>
                  </a:lnTo>
                  <a:lnTo>
                    <a:pt x="1184" y="224"/>
                  </a:lnTo>
                  <a:lnTo>
                    <a:pt x="1184" y="224"/>
                  </a:lnTo>
                  <a:lnTo>
                    <a:pt x="1176" y="223"/>
                  </a:lnTo>
                  <a:lnTo>
                    <a:pt x="1172" y="224"/>
                  </a:lnTo>
                  <a:lnTo>
                    <a:pt x="1170" y="226"/>
                  </a:lnTo>
                  <a:lnTo>
                    <a:pt x="1170" y="226"/>
                  </a:lnTo>
                  <a:lnTo>
                    <a:pt x="1170" y="229"/>
                  </a:lnTo>
                  <a:lnTo>
                    <a:pt x="1170" y="231"/>
                  </a:lnTo>
                  <a:lnTo>
                    <a:pt x="1172" y="236"/>
                  </a:lnTo>
                  <a:lnTo>
                    <a:pt x="1177" y="246"/>
                  </a:lnTo>
                  <a:lnTo>
                    <a:pt x="1177" y="246"/>
                  </a:lnTo>
                  <a:lnTo>
                    <a:pt x="1177" y="249"/>
                  </a:lnTo>
                  <a:lnTo>
                    <a:pt x="1176" y="250"/>
                  </a:lnTo>
                  <a:lnTo>
                    <a:pt x="1173" y="255"/>
                  </a:lnTo>
                  <a:lnTo>
                    <a:pt x="1165" y="260"/>
                  </a:lnTo>
                  <a:lnTo>
                    <a:pt x="1165" y="260"/>
                  </a:lnTo>
                  <a:lnTo>
                    <a:pt x="1165" y="260"/>
                  </a:lnTo>
                  <a:lnTo>
                    <a:pt x="1165" y="260"/>
                  </a:lnTo>
                  <a:lnTo>
                    <a:pt x="1165" y="256"/>
                  </a:lnTo>
                  <a:lnTo>
                    <a:pt x="1167" y="251"/>
                  </a:lnTo>
                  <a:lnTo>
                    <a:pt x="1167" y="247"/>
                  </a:lnTo>
                  <a:lnTo>
                    <a:pt x="1167" y="247"/>
                  </a:lnTo>
                  <a:lnTo>
                    <a:pt x="1165" y="230"/>
                  </a:lnTo>
                  <a:lnTo>
                    <a:pt x="1161" y="213"/>
                  </a:lnTo>
                  <a:lnTo>
                    <a:pt x="1161" y="213"/>
                  </a:lnTo>
                  <a:lnTo>
                    <a:pt x="1160" y="209"/>
                  </a:lnTo>
                  <a:lnTo>
                    <a:pt x="1157" y="208"/>
                  </a:lnTo>
                  <a:lnTo>
                    <a:pt x="1154" y="208"/>
                  </a:lnTo>
                  <a:lnTo>
                    <a:pt x="1150" y="209"/>
                  </a:lnTo>
                  <a:lnTo>
                    <a:pt x="1150" y="209"/>
                  </a:lnTo>
                  <a:lnTo>
                    <a:pt x="1147" y="209"/>
                  </a:lnTo>
                  <a:lnTo>
                    <a:pt x="1146" y="207"/>
                  </a:lnTo>
                  <a:lnTo>
                    <a:pt x="1145" y="202"/>
                  </a:lnTo>
                  <a:lnTo>
                    <a:pt x="1145" y="192"/>
                  </a:lnTo>
                  <a:lnTo>
                    <a:pt x="1145" y="192"/>
                  </a:lnTo>
                  <a:lnTo>
                    <a:pt x="1145" y="192"/>
                  </a:lnTo>
                  <a:lnTo>
                    <a:pt x="1145" y="192"/>
                  </a:lnTo>
                  <a:lnTo>
                    <a:pt x="1142" y="193"/>
                  </a:lnTo>
                  <a:lnTo>
                    <a:pt x="1140" y="196"/>
                  </a:lnTo>
                  <a:lnTo>
                    <a:pt x="1136" y="197"/>
                  </a:lnTo>
                  <a:lnTo>
                    <a:pt x="1136" y="197"/>
                  </a:lnTo>
                  <a:lnTo>
                    <a:pt x="1134" y="198"/>
                  </a:lnTo>
                  <a:lnTo>
                    <a:pt x="1131" y="199"/>
                  </a:lnTo>
                  <a:lnTo>
                    <a:pt x="1125" y="205"/>
                  </a:lnTo>
                  <a:lnTo>
                    <a:pt x="1125" y="205"/>
                  </a:lnTo>
                  <a:lnTo>
                    <a:pt x="1121" y="209"/>
                  </a:lnTo>
                  <a:lnTo>
                    <a:pt x="1118" y="212"/>
                  </a:lnTo>
                  <a:lnTo>
                    <a:pt x="1109" y="217"/>
                  </a:lnTo>
                  <a:lnTo>
                    <a:pt x="1109" y="217"/>
                  </a:lnTo>
                  <a:lnTo>
                    <a:pt x="1103" y="223"/>
                  </a:lnTo>
                  <a:lnTo>
                    <a:pt x="1096" y="233"/>
                  </a:lnTo>
                  <a:lnTo>
                    <a:pt x="1087" y="242"/>
                  </a:lnTo>
                  <a:lnTo>
                    <a:pt x="1081" y="250"/>
                  </a:lnTo>
                  <a:lnTo>
                    <a:pt x="1081" y="250"/>
                  </a:lnTo>
                  <a:lnTo>
                    <a:pt x="1080" y="250"/>
                  </a:lnTo>
                  <a:lnTo>
                    <a:pt x="1078" y="250"/>
                  </a:lnTo>
                  <a:lnTo>
                    <a:pt x="1078" y="244"/>
                  </a:lnTo>
                  <a:lnTo>
                    <a:pt x="1082" y="226"/>
                  </a:lnTo>
                  <a:lnTo>
                    <a:pt x="1082" y="226"/>
                  </a:lnTo>
                  <a:lnTo>
                    <a:pt x="1083" y="219"/>
                  </a:lnTo>
                  <a:lnTo>
                    <a:pt x="1082" y="214"/>
                  </a:lnTo>
                  <a:lnTo>
                    <a:pt x="1081" y="208"/>
                  </a:lnTo>
                  <a:lnTo>
                    <a:pt x="1081" y="208"/>
                  </a:lnTo>
                  <a:lnTo>
                    <a:pt x="1082" y="207"/>
                  </a:lnTo>
                  <a:lnTo>
                    <a:pt x="1082" y="207"/>
                  </a:lnTo>
                  <a:lnTo>
                    <a:pt x="1086" y="208"/>
                  </a:lnTo>
                  <a:lnTo>
                    <a:pt x="1089" y="209"/>
                  </a:lnTo>
                  <a:lnTo>
                    <a:pt x="1093" y="209"/>
                  </a:lnTo>
                  <a:lnTo>
                    <a:pt x="1093" y="209"/>
                  </a:lnTo>
                  <a:lnTo>
                    <a:pt x="1098" y="203"/>
                  </a:lnTo>
                  <a:lnTo>
                    <a:pt x="1107" y="193"/>
                  </a:lnTo>
                  <a:lnTo>
                    <a:pt x="1115" y="183"/>
                  </a:lnTo>
                  <a:lnTo>
                    <a:pt x="1120" y="178"/>
                  </a:lnTo>
                  <a:lnTo>
                    <a:pt x="1120" y="178"/>
                  </a:lnTo>
                  <a:lnTo>
                    <a:pt x="1126" y="173"/>
                  </a:lnTo>
                  <a:lnTo>
                    <a:pt x="1134" y="169"/>
                  </a:lnTo>
                  <a:lnTo>
                    <a:pt x="1134" y="169"/>
                  </a:lnTo>
                  <a:lnTo>
                    <a:pt x="1139" y="166"/>
                  </a:lnTo>
                  <a:lnTo>
                    <a:pt x="1144" y="164"/>
                  </a:lnTo>
                  <a:lnTo>
                    <a:pt x="1149" y="161"/>
                  </a:lnTo>
                  <a:lnTo>
                    <a:pt x="1155" y="157"/>
                  </a:lnTo>
                  <a:lnTo>
                    <a:pt x="1155" y="157"/>
                  </a:lnTo>
                  <a:lnTo>
                    <a:pt x="1158" y="154"/>
                  </a:lnTo>
                  <a:lnTo>
                    <a:pt x="1161" y="148"/>
                  </a:lnTo>
                  <a:lnTo>
                    <a:pt x="1163" y="135"/>
                  </a:lnTo>
                  <a:lnTo>
                    <a:pt x="1166" y="122"/>
                  </a:lnTo>
                  <a:lnTo>
                    <a:pt x="1167" y="112"/>
                  </a:lnTo>
                  <a:lnTo>
                    <a:pt x="1167" y="112"/>
                  </a:lnTo>
                  <a:lnTo>
                    <a:pt x="1168" y="98"/>
                  </a:lnTo>
                  <a:lnTo>
                    <a:pt x="1167" y="93"/>
                  </a:lnTo>
                  <a:lnTo>
                    <a:pt x="1166" y="90"/>
                  </a:lnTo>
                  <a:lnTo>
                    <a:pt x="1166" y="90"/>
                  </a:lnTo>
                  <a:lnTo>
                    <a:pt x="1163" y="86"/>
                  </a:lnTo>
                  <a:lnTo>
                    <a:pt x="1163" y="82"/>
                  </a:lnTo>
                  <a:lnTo>
                    <a:pt x="1163" y="79"/>
                  </a:lnTo>
                  <a:lnTo>
                    <a:pt x="1162" y="75"/>
                  </a:lnTo>
                  <a:lnTo>
                    <a:pt x="1162" y="75"/>
                  </a:lnTo>
                  <a:lnTo>
                    <a:pt x="1160" y="70"/>
                  </a:lnTo>
                  <a:lnTo>
                    <a:pt x="1157" y="68"/>
                  </a:lnTo>
                  <a:lnTo>
                    <a:pt x="1155" y="66"/>
                  </a:lnTo>
                  <a:lnTo>
                    <a:pt x="1151" y="66"/>
                  </a:lnTo>
                  <a:lnTo>
                    <a:pt x="1151" y="66"/>
                  </a:lnTo>
                  <a:lnTo>
                    <a:pt x="1149" y="65"/>
                  </a:lnTo>
                  <a:lnTo>
                    <a:pt x="1146" y="64"/>
                  </a:lnTo>
                  <a:lnTo>
                    <a:pt x="1142" y="61"/>
                  </a:lnTo>
                  <a:lnTo>
                    <a:pt x="1142" y="61"/>
                  </a:lnTo>
                  <a:lnTo>
                    <a:pt x="1133" y="66"/>
                  </a:lnTo>
                  <a:lnTo>
                    <a:pt x="1133" y="66"/>
                  </a:lnTo>
                  <a:lnTo>
                    <a:pt x="1125" y="66"/>
                  </a:lnTo>
                  <a:lnTo>
                    <a:pt x="1112" y="65"/>
                  </a:lnTo>
                  <a:lnTo>
                    <a:pt x="1097" y="64"/>
                  </a:lnTo>
                  <a:lnTo>
                    <a:pt x="1086" y="64"/>
                  </a:lnTo>
                  <a:lnTo>
                    <a:pt x="1086" y="64"/>
                  </a:lnTo>
                  <a:lnTo>
                    <a:pt x="1080" y="65"/>
                  </a:lnTo>
                  <a:lnTo>
                    <a:pt x="1077" y="68"/>
                  </a:lnTo>
                  <a:lnTo>
                    <a:pt x="1076" y="71"/>
                  </a:lnTo>
                  <a:lnTo>
                    <a:pt x="1072" y="74"/>
                  </a:lnTo>
                  <a:lnTo>
                    <a:pt x="1072" y="74"/>
                  </a:lnTo>
                  <a:lnTo>
                    <a:pt x="1059" y="84"/>
                  </a:lnTo>
                  <a:lnTo>
                    <a:pt x="1059" y="84"/>
                  </a:lnTo>
                  <a:lnTo>
                    <a:pt x="1059" y="84"/>
                  </a:lnTo>
                  <a:lnTo>
                    <a:pt x="1057" y="82"/>
                  </a:lnTo>
                  <a:lnTo>
                    <a:pt x="1057" y="79"/>
                  </a:lnTo>
                  <a:lnTo>
                    <a:pt x="1060" y="69"/>
                  </a:lnTo>
                  <a:lnTo>
                    <a:pt x="1060" y="69"/>
                  </a:lnTo>
                  <a:lnTo>
                    <a:pt x="1067" y="48"/>
                  </a:lnTo>
                  <a:lnTo>
                    <a:pt x="1067" y="48"/>
                  </a:lnTo>
                  <a:lnTo>
                    <a:pt x="1067" y="47"/>
                  </a:lnTo>
                  <a:lnTo>
                    <a:pt x="1067" y="45"/>
                  </a:lnTo>
                  <a:lnTo>
                    <a:pt x="1064" y="45"/>
                  </a:lnTo>
                  <a:lnTo>
                    <a:pt x="1056" y="45"/>
                  </a:lnTo>
                  <a:lnTo>
                    <a:pt x="1056" y="45"/>
                  </a:lnTo>
                  <a:lnTo>
                    <a:pt x="1055" y="44"/>
                  </a:lnTo>
                  <a:lnTo>
                    <a:pt x="1055" y="44"/>
                  </a:lnTo>
                  <a:lnTo>
                    <a:pt x="1057" y="40"/>
                  </a:lnTo>
                  <a:lnTo>
                    <a:pt x="1064" y="36"/>
                  </a:lnTo>
                  <a:lnTo>
                    <a:pt x="1064" y="36"/>
                  </a:lnTo>
                  <a:lnTo>
                    <a:pt x="1066" y="32"/>
                  </a:lnTo>
                  <a:lnTo>
                    <a:pt x="1067" y="29"/>
                  </a:lnTo>
                  <a:lnTo>
                    <a:pt x="1067" y="24"/>
                  </a:lnTo>
                  <a:lnTo>
                    <a:pt x="1067" y="24"/>
                  </a:lnTo>
                  <a:lnTo>
                    <a:pt x="1067" y="21"/>
                  </a:lnTo>
                  <a:lnTo>
                    <a:pt x="1067" y="18"/>
                  </a:lnTo>
                  <a:lnTo>
                    <a:pt x="1066" y="16"/>
                  </a:lnTo>
                  <a:lnTo>
                    <a:pt x="1062" y="15"/>
                  </a:lnTo>
                  <a:lnTo>
                    <a:pt x="1062" y="15"/>
                  </a:lnTo>
                  <a:lnTo>
                    <a:pt x="1057" y="12"/>
                  </a:lnTo>
                  <a:lnTo>
                    <a:pt x="1055" y="8"/>
                  </a:lnTo>
                  <a:lnTo>
                    <a:pt x="1053" y="6"/>
                  </a:lnTo>
                  <a:lnTo>
                    <a:pt x="1049" y="4"/>
                  </a:lnTo>
                  <a:lnTo>
                    <a:pt x="1049" y="4"/>
                  </a:lnTo>
                  <a:lnTo>
                    <a:pt x="1043" y="0"/>
                  </a:lnTo>
                  <a:lnTo>
                    <a:pt x="1039" y="0"/>
                  </a:lnTo>
                  <a:lnTo>
                    <a:pt x="1039" y="0"/>
                  </a:lnTo>
                  <a:lnTo>
                    <a:pt x="1037" y="0"/>
                  </a:lnTo>
                  <a:lnTo>
                    <a:pt x="1035" y="1"/>
                  </a:lnTo>
                  <a:lnTo>
                    <a:pt x="1034" y="2"/>
                  </a:lnTo>
                  <a:lnTo>
                    <a:pt x="1030" y="4"/>
                  </a:lnTo>
                  <a:lnTo>
                    <a:pt x="1030" y="4"/>
                  </a:lnTo>
                  <a:lnTo>
                    <a:pt x="1022" y="8"/>
                  </a:lnTo>
                  <a:lnTo>
                    <a:pt x="1017" y="12"/>
                  </a:lnTo>
                  <a:lnTo>
                    <a:pt x="1014" y="15"/>
                  </a:lnTo>
                  <a:lnTo>
                    <a:pt x="1014" y="15"/>
                  </a:lnTo>
                  <a:lnTo>
                    <a:pt x="1011" y="23"/>
                  </a:lnTo>
                  <a:lnTo>
                    <a:pt x="1009" y="28"/>
                  </a:lnTo>
                  <a:lnTo>
                    <a:pt x="1005" y="34"/>
                  </a:lnTo>
                  <a:lnTo>
                    <a:pt x="1005" y="34"/>
                  </a:lnTo>
                  <a:lnTo>
                    <a:pt x="1002" y="40"/>
                  </a:lnTo>
                  <a:lnTo>
                    <a:pt x="1001" y="47"/>
                  </a:lnTo>
                  <a:lnTo>
                    <a:pt x="1002" y="52"/>
                  </a:lnTo>
                  <a:lnTo>
                    <a:pt x="1001" y="59"/>
                  </a:lnTo>
                  <a:lnTo>
                    <a:pt x="1001" y="59"/>
                  </a:lnTo>
                  <a:lnTo>
                    <a:pt x="1000" y="66"/>
                  </a:lnTo>
                  <a:lnTo>
                    <a:pt x="997" y="71"/>
                  </a:lnTo>
                  <a:lnTo>
                    <a:pt x="992" y="74"/>
                  </a:lnTo>
                  <a:lnTo>
                    <a:pt x="984" y="76"/>
                  </a:lnTo>
                  <a:lnTo>
                    <a:pt x="984" y="76"/>
                  </a:lnTo>
                  <a:lnTo>
                    <a:pt x="980" y="76"/>
                  </a:lnTo>
                  <a:lnTo>
                    <a:pt x="977" y="76"/>
                  </a:lnTo>
                  <a:lnTo>
                    <a:pt x="973" y="75"/>
                  </a:lnTo>
                  <a:lnTo>
                    <a:pt x="970" y="75"/>
                  </a:lnTo>
                  <a:lnTo>
                    <a:pt x="968" y="77"/>
                  </a:lnTo>
                  <a:lnTo>
                    <a:pt x="968" y="77"/>
                  </a:lnTo>
                  <a:lnTo>
                    <a:pt x="966" y="80"/>
                  </a:lnTo>
                  <a:lnTo>
                    <a:pt x="965" y="82"/>
                  </a:lnTo>
                  <a:lnTo>
                    <a:pt x="966" y="86"/>
                  </a:lnTo>
                  <a:lnTo>
                    <a:pt x="968" y="88"/>
                  </a:lnTo>
                  <a:lnTo>
                    <a:pt x="974" y="95"/>
                  </a:lnTo>
                  <a:lnTo>
                    <a:pt x="982" y="101"/>
                  </a:lnTo>
                  <a:lnTo>
                    <a:pt x="982" y="101"/>
                  </a:lnTo>
                  <a:lnTo>
                    <a:pt x="990" y="106"/>
                  </a:lnTo>
                  <a:lnTo>
                    <a:pt x="993" y="107"/>
                  </a:lnTo>
                  <a:lnTo>
                    <a:pt x="995" y="108"/>
                  </a:lnTo>
                  <a:lnTo>
                    <a:pt x="995" y="109"/>
                  </a:lnTo>
                  <a:lnTo>
                    <a:pt x="995" y="109"/>
                  </a:lnTo>
                  <a:lnTo>
                    <a:pt x="993" y="111"/>
                  </a:lnTo>
                  <a:lnTo>
                    <a:pt x="992" y="111"/>
                  </a:lnTo>
                  <a:lnTo>
                    <a:pt x="989" y="111"/>
                  </a:lnTo>
                  <a:lnTo>
                    <a:pt x="985" y="111"/>
                  </a:lnTo>
                  <a:lnTo>
                    <a:pt x="980" y="111"/>
                  </a:lnTo>
                  <a:lnTo>
                    <a:pt x="980" y="111"/>
                  </a:lnTo>
                  <a:lnTo>
                    <a:pt x="979" y="112"/>
                  </a:lnTo>
                  <a:lnTo>
                    <a:pt x="980" y="113"/>
                  </a:lnTo>
                  <a:lnTo>
                    <a:pt x="984" y="114"/>
                  </a:lnTo>
                  <a:lnTo>
                    <a:pt x="986" y="116"/>
                  </a:lnTo>
                  <a:lnTo>
                    <a:pt x="986" y="116"/>
                  </a:lnTo>
                  <a:lnTo>
                    <a:pt x="989" y="116"/>
                  </a:lnTo>
                  <a:lnTo>
                    <a:pt x="991" y="117"/>
                  </a:lnTo>
                  <a:lnTo>
                    <a:pt x="995" y="124"/>
                  </a:lnTo>
                  <a:lnTo>
                    <a:pt x="995" y="124"/>
                  </a:lnTo>
                  <a:lnTo>
                    <a:pt x="995" y="129"/>
                  </a:lnTo>
                  <a:lnTo>
                    <a:pt x="993" y="134"/>
                  </a:lnTo>
                  <a:lnTo>
                    <a:pt x="990" y="140"/>
                  </a:lnTo>
                  <a:lnTo>
                    <a:pt x="990" y="140"/>
                  </a:lnTo>
                  <a:lnTo>
                    <a:pt x="990" y="141"/>
                  </a:lnTo>
                  <a:lnTo>
                    <a:pt x="989" y="140"/>
                  </a:lnTo>
                  <a:lnTo>
                    <a:pt x="990" y="137"/>
                  </a:lnTo>
                  <a:lnTo>
                    <a:pt x="990" y="133"/>
                  </a:lnTo>
                  <a:lnTo>
                    <a:pt x="989" y="128"/>
                  </a:lnTo>
                  <a:lnTo>
                    <a:pt x="989" y="128"/>
                  </a:lnTo>
                  <a:lnTo>
                    <a:pt x="987" y="125"/>
                  </a:lnTo>
                  <a:lnTo>
                    <a:pt x="986" y="124"/>
                  </a:lnTo>
                  <a:lnTo>
                    <a:pt x="982" y="124"/>
                  </a:lnTo>
                  <a:lnTo>
                    <a:pt x="979" y="125"/>
                  </a:lnTo>
                  <a:lnTo>
                    <a:pt x="979" y="125"/>
                  </a:lnTo>
                  <a:lnTo>
                    <a:pt x="975" y="125"/>
                  </a:lnTo>
                  <a:lnTo>
                    <a:pt x="973" y="124"/>
                  </a:lnTo>
                  <a:lnTo>
                    <a:pt x="971" y="121"/>
                  </a:lnTo>
                  <a:lnTo>
                    <a:pt x="970" y="117"/>
                  </a:lnTo>
                  <a:lnTo>
                    <a:pt x="970" y="117"/>
                  </a:lnTo>
                  <a:lnTo>
                    <a:pt x="968" y="113"/>
                  </a:lnTo>
                  <a:lnTo>
                    <a:pt x="966" y="109"/>
                  </a:lnTo>
                  <a:lnTo>
                    <a:pt x="963" y="106"/>
                  </a:lnTo>
                  <a:lnTo>
                    <a:pt x="958" y="103"/>
                  </a:lnTo>
                  <a:lnTo>
                    <a:pt x="958" y="103"/>
                  </a:lnTo>
                  <a:lnTo>
                    <a:pt x="954" y="102"/>
                  </a:lnTo>
                  <a:lnTo>
                    <a:pt x="952" y="102"/>
                  </a:lnTo>
                  <a:lnTo>
                    <a:pt x="945" y="106"/>
                  </a:lnTo>
                  <a:lnTo>
                    <a:pt x="945" y="106"/>
                  </a:lnTo>
                  <a:lnTo>
                    <a:pt x="943" y="106"/>
                  </a:lnTo>
                  <a:lnTo>
                    <a:pt x="942" y="106"/>
                  </a:lnTo>
                  <a:lnTo>
                    <a:pt x="942" y="103"/>
                  </a:lnTo>
                  <a:lnTo>
                    <a:pt x="941" y="100"/>
                  </a:lnTo>
                  <a:lnTo>
                    <a:pt x="939" y="96"/>
                  </a:lnTo>
                  <a:lnTo>
                    <a:pt x="939" y="96"/>
                  </a:lnTo>
                  <a:lnTo>
                    <a:pt x="936" y="92"/>
                  </a:lnTo>
                  <a:lnTo>
                    <a:pt x="934" y="91"/>
                  </a:lnTo>
                  <a:lnTo>
                    <a:pt x="932" y="92"/>
                  </a:lnTo>
                  <a:lnTo>
                    <a:pt x="932" y="92"/>
                  </a:lnTo>
                  <a:lnTo>
                    <a:pt x="926" y="93"/>
                  </a:lnTo>
                  <a:lnTo>
                    <a:pt x="918" y="95"/>
                  </a:lnTo>
                  <a:lnTo>
                    <a:pt x="918" y="95"/>
                  </a:lnTo>
                  <a:lnTo>
                    <a:pt x="913" y="95"/>
                  </a:lnTo>
                  <a:lnTo>
                    <a:pt x="911" y="95"/>
                  </a:lnTo>
                  <a:lnTo>
                    <a:pt x="909" y="96"/>
                  </a:lnTo>
                  <a:lnTo>
                    <a:pt x="905" y="97"/>
                  </a:lnTo>
                  <a:lnTo>
                    <a:pt x="905" y="97"/>
                  </a:lnTo>
                  <a:lnTo>
                    <a:pt x="901" y="97"/>
                  </a:lnTo>
                  <a:lnTo>
                    <a:pt x="901" y="95"/>
                  </a:lnTo>
                  <a:lnTo>
                    <a:pt x="902" y="90"/>
                  </a:lnTo>
                  <a:lnTo>
                    <a:pt x="902" y="90"/>
                  </a:lnTo>
                  <a:lnTo>
                    <a:pt x="902" y="90"/>
                  </a:lnTo>
                  <a:lnTo>
                    <a:pt x="902" y="90"/>
                  </a:lnTo>
                  <a:lnTo>
                    <a:pt x="899" y="92"/>
                  </a:lnTo>
                  <a:lnTo>
                    <a:pt x="895" y="95"/>
                  </a:lnTo>
                  <a:lnTo>
                    <a:pt x="890" y="97"/>
                  </a:lnTo>
                  <a:lnTo>
                    <a:pt x="890" y="97"/>
                  </a:lnTo>
                  <a:lnTo>
                    <a:pt x="886" y="98"/>
                  </a:lnTo>
                  <a:lnTo>
                    <a:pt x="881" y="101"/>
                  </a:lnTo>
                  <a:lnTo>
                    <a:pt x="874" y="107"/>
                  </a:lnTo>
                  <a:lnTo>
                    <a:pt x="874" y="107"/>
                  </a:lnTo>
                  <a:lnTo>
                    <a:pt x="869" y="109"/>
                  </a:lnTo>
                  <a:lnTo>
                    <a:pt x="861" y="113"/>
                  </a:lnTo>
                  <a:lnTo>
                    <a:pt x="852" y="117"/>
                  </a:lnTo>
                  <a:lnTo>
                    <a:pt x="842" y="121"/>
                  </a:lnTo>
                  <a:lnTo>
                    <a:pt x="842" y="121"/>
                  </a:lnTo>
                  <a:lnTo>
                    <a:pt x="836" y="127"/>
                  </a:lnTo>
                  <a:lnTo>
                    <a:pt x="831" y="134"/>
                  </a:lnTo>
                  <a:lnTo>
                    <a:pt x="826" y="140"/>
                  </a:lnTo>
                  <a:lnTo>
                    <a:pt x="822" y="145"/>
                  </a:lnTo>
                  <a:lnTo>
                    <a:pt x="822" y="145"/>
                  </a:lnTo>
                  <a:lnTo>
                    <a:pt x="819" y="149"/>
                  </a:lnTo>
                  <a:lnTo>
                    <a:pt x="817" y="151"/>
                  </a:lnTo>
                  <a:lnTo>
                    <a:pt x="816" y="154"/>
                  </a:lnTo>
                  <a:lnTo>
                    <a:pt x="812" y="156"/>
                  </a:lnTo>
                  <a:lnTo>
                    <a:pt x="812" y="156"/>
                  </a:lnTo>
                  <a:lnTo>
                    <a:pt x="804" y="161"/>
                  </a:lnTo>
                  <a:lnTo>
                    <a:pt x="795" y="166"/>
                  </a:lnTo>
                  <a:lnTo>
                    <a:pt x="795" y="166"/>
                  </a:lnTo>
                  <a:lnTo>
                    <a:pt x="793" y="169"/>
                  </a:lnTo>
                  <a:lnTo>
                    <a:pt x="790" y="171"/>
                  </a:lnTo>
                  <a:lnTo>
                    <a:pt x="789" y="173"/>
                  </a:lnTo>
                  <a:lnTo>
                    <a:pt x="785" y="176"/>
                  </a:lnTo>
                  <a:lnTo>
                    <a:pt x="785" y="176"/>
                  </a:lnTo>
                  <a:lnTo>
                    <a:pt x="783" y="177"/>
                  </a:lnTo>
                  <a:lnTo>
                    <a:pt x="782" y="178"/>
                  </a:lnTo>
                  <a:lnTo>
                    <a:pt x="780" y="182"/>
                  </a:lnTo>
                  <a:lnTo>
                    <a:pt x="782" y="191"/>
                  </a:lnTo>
                  <a:lnTo>
                    <a:pt x="782" y="191"/>
                  </a:lnTo>
                  <a:lnTo>
                    <a:pt x="783" y="194"/>
                  </a:lnTo>
                  <a:lnTo>
                    <a:pt x="785" y="196"/>
                  </a:lnTo>
                  <a:lnTo>
                    <a:pt x="787" y="198"/>
                  </a:lnTo>
                  <a:lnTo>
                    <a:pt x="787" y="199"/>
                  </a:lnTo>
                  <a:lnTo>
                    <a:pt x="787" y="199"/>
                  </a:lnTo>
                  <a:lnTo>
                    <a:pt x="787" y="199"/>
                  </a:lnTo>
                  <a:lnTo>
                    <a:pt x="784" y="202"/>
                  </a:lnTo>
                  <a:lnTo>
                    <a:pt x="783" y="205"/>
                  </a:lnTo>
                  <a:lnTo>
                    <a:pt x="780" y="208"/>
                  </a:lnTo>
                  <a:lnTo>
                    <a:pt x="776" y="209"/>
                  </a:lnTo>
                  <a:lnTo>
                    <a:pt x="776" y="209"/>
                  </a:lnTo>
                  <a:lnTo>
                    <a:pt x="771" y="210"/>
                  </a:lnTo>
                  <a:lnTo>
                    <a:pt x="766" y="213"/>
                  </a:lnTo>
                  <a:lnTo>
                    <a:pt x="761" y="215"/>
                  </a:lnTo>
                  <a:lnTo>
                    <a:pt x="753" y="219"/>
                  </a:lnTo>
                  <a:lnTo>
                    <a:pt x="753" y="219"/>
                  </a:lnTo>
                  <a:lnTo>
                    <a:pt x="745" y="220"/>
                  </a:lnTo>
                  <a:lnTo>
                    <a:pt x="739" y="221"/>
                  </a:lnTo>
                  <a:lnTo>
                    <a:pt x="732" y="221"/>
                  </a:lnTo>
                  <a:lnTo>
                    <a:pt x="729" y="224"/>
                  </a:lnTo>
                  <a:lnTo>
                    <a:pt x="729" y="224"/>
                  </a:lnTo>
                  <a:lnTo>
                    <a:pt x="726" y="225"/>
                  </a:lnTo>
                  <a:lnTo>
                    <a:pt x="726" y="228"/>
                  </a:lnTo>
                  <a:lnTo>
                    <a:pt x="725" y="235"/>
                  </a:lnTo>
                  <a:lnTo>
                    <a:pt x="725" y="242"/>
                  </a:lnTo>
                  <a:lnTo>
                    <a:pt x="724" y="249"/>
                  </a:lnTo>
                  <a:lnTo>
                    <a:pt x="724" y="249"/>
                  </a:lnTo>
                  <a:lnTo>
                    <a:pt x="724" y="253"/>
                  </a:lnTo>
                  <a:lnTo>
                    <a:pt x="724" y="257"/>
                  </a:lnTo>
                  <a:lnTo>
                    <a:pt x="728" y="267"/>
                  </a:lnTo>
                  <a:lnTo>
                    <a:pt x="728" y="267"/>
                  </a:lnTo>
                  <a:lnTo>
                    <a:pt x="731" y="277"/>
                  </a:lnTo>
                  <a:lnTo>
                    <a:pt x="734" y="279"/>
                  </a:lnTo>
                  <a:lnTo>
                    <a:pt x="737" y="282"/>
                  </a:lnTo>
                  <a:lnTo>
                    <a:pt x="737" y="282"/>
                  </a:lnTo>
                  <a:lnTo>
                    <a:pt x="745" y="287"/>
                  </a:lnTo>
                  <a:lnTo>
                    <a:pt x="752" y="295"/>
                  </a:lnTo>
                  <a:lnTo>
                    <a:pt x="752" y="295"/>
                  </a:lnTo>
                  <a:lnTo>
                    <a:pt x="755" y="298"/>
                  </a:lnTo>
                  <a:lnTo>
                    <a:pt x="757" y="300"/>
                  </a:lnTo>
                  <a:lnTo>
                    <a:pt x="763" y="303"/>
                  </a:lnTo>
                  <a:lnTo>
                    <a:pt x="763" y="303"/>
                  </a:lnTo>
                  <a:lnTo>
                    <a:pt x="764" y="304"/>
                  </a:lnTo>
                  <a:lnTo>
                    <a:pt x="764" y="306"/>
                  </a:lnTo>
                  <a:lnTo>
                    <a:pt x="766" y="313"/>
                  </a:lnTo>
                  <a:lnTo>
                    <a:pt x="764" y="325"/>
                  </a:lnTo>
                  <a:lnTo>
                    <a:pt x="764" y="325"/>
                  </a:lnTo>
                  <a:lnTo>
                    <a:pt x="762" y="338"/>
                  </a:lnTo>
                  <a:lnTo>
                    <a:pt x="758" y="352"/>
                  </a:lnTo>
                  <a:lnTo>
                    <a:pt x="758" y="352"/>
                  </a:lnTo>
                  <a:lnTo>
                    <a:pt x="758" y="353"/>
                  </a:lnTo>
                  <a:lnTo>
                    <a:pt x="757" y="352"/>
                  </a:lnTo>
                  <a:lnTo>
                    <a:pt x="756" y="348"/>
                  </a:lnTo>
                  <a:lnTo>
                    <a:pt x="753" y="341"/>
                  </a:lnTo>
                  <a:lnTo>
                    <a:pt x="753" y="341"/>
                  </a:lnTo>
                  <a:lnTo>
                    <a:pt x="752" y="340"/>
                  </a:lnTo>
                  <a:lnTo>
                    <a:pt x="750" y="340"/>
                  </a:lnTo>
                  <a:lnTo>
                    <a:pt x="747" y="341"/>
                  </a:lnTo>
                  <a:lnTo>
                    <a:pt x="745" y="342"/>
                  </a:lnTo>
                  <a:lnTo>
                    <a:pt x="745" y="342"/>
                  </a:lnTo>
                  <a:lnTo>
                    <a:pt x="745" y="342"/>
                  </a:lnTo>
                  <a:lnTo>
                    <a:pt x="745" y="342"/>
                  </a:lnTo>
                  <a:lnTo>
                    <a:pt x="746" y="337"/>
                  </a:lnTo>
                  <a:lnTo>
                    <a:pt x="752" y="329"/>
                  </a:lnTo>
                  <a:lnTo>
                    <a:pt x="752" y="329"/>
                  </a:lnTo>
                  <a:lnTo>
                    <a:pt x="755" y="325"/>
                  </a:lnTo>
                  <a:lnTo>
                    <a:pt x="756" y="321"/>
                  </a:lnTo>
                  <a:lnTo>
                    <a:pt x="758" y="313"/>
                  </a:lnTo>
                  <a:lnTo>
                    <a:pt x="758" y="313"/>
                  </a:lnTo>
                  <a:lnTo>
                    <a:pt x="757" y="311"/>
                  </a:lnTo>
                  <a:lnTo>
                    <a:pt x="756" y="310"/>
                  </a:lnTo>
                  <a:lnTo>
                    <a:pt x="747" y="308"/>
                  </a:lnTo>
                  <a:lnTo>
                    <a:pt x="737" y="305"/>
                  </a:lnTo>
                  <a:lnTo>
                    <a:pt x="731" y="303"/>
                  </a:lnTo>
                  <a:lnTo>
                    <a:pt x="731" y="303"/>
                  </a:lnTo>
                  <a:lnTo>
                    <a:pt x="729" y="300"/>
                  </a:lnTo>
                  <a:lnTo>
                    <a:pt x="725" y="295"/>
                  </a:lnTo>
                  <a:lnTo>
                    <a:pt x="720" y="284"/>
                  </a:lnTo>
                  <a:lnTo>
                    <a:pt x="712" y="263"/>
                  </a:lnTo>
                  <a:lnTo>
                    <a:pt x="712" y="263"/>
                  </a:lnTo>
                  <a:lnTo>
                    <a:pt x="709" y="260"/>
                  </a:lnTo>
                  <a:lnTo>
                    <a:pt x="705" y="257"/>
                  </a:lnTo>
                  <a:lnTo>
                    <a:pt x="702" y="256"/>
                  </a:lnTo>
                  <a:lnTo>
                    <a:pt x="699" y="257"/>
                  </a:lnTo>
                  <a:lnTo>
                    <a:pt x="699" y="257"/>
                  </a:lnTo>
                  <a:lnTo>
                    <a:pt x="692" y="262"/>
                  </a:lnTo>
                  <a:lnTo>
                    <a:pt x="688" y="265"/>
                  </a:lnTo>
                  <a:lnTo>
                    <a:pt x="686" y="268"/>
                  </a:lnTo>
                  <a:lnTo>
                    <a:pt x="686" y="268"/>
                  </a:lnTo>
                  <a:lnTo>
                    <a:pt x="687" y="269"/>
                  </a:lnTo>
                  <a:lnTo>
                    <a:pt x="688" y="271"/>
                  </a:lnTo>
                  <a:lnTo>
                    <a:pt x="694" y="274"/>
                  </a:lnTo>
                  <a:lnTo>
                    <a:pt x="694" y="274"/>
                  </a:lnTo>
                  <a:lnTo>
                    <a:pt x="697" y="277"/>
                  </a:lnTo>
                  <a:lnTo>
                    <a:pt x="697" y="279"/>
                  </a:lnTo>
                  <a:lnTo>
                    <a:pt x="697" y="282"/>
                  </a:lnTo>
                  <a:lnTo>
                    <a:pt x="696" y="284"/>
                  </a:lnTo>
                  <a:lnTo>
                    <a:pt x="696" y="284"/>
                  </a:lnTo>
                  <a:lnTo>
                    <a:pt x="694" y="284"/>
                  </a:lnTo>
                  <a:lnTo>
                    <a:pt x="694" y="284"/>
                  </a:lnTo>
                  <a:lnTo>
                    <a:pt x="693" y="282"/>
                  </a:lnTo>
                  <a:lnTo>
                    <a:pt x="691" y="279"/>
                  </a:lnTo>
                  <a:lnTo>
                    <a:pt x="689" y="279"/>
                  </a:lnTo>
                  <a:lnTo>
                    <a:pt x="688" y="279"/>
                  </a:lnTo>
                  <a:lnTo>
                    <a:pt x="688" y="279"/>
                  </a:lnTo>
                  <a:lnTo>
                    <a:pt x="686" y="281"/>
                  </a:lnTo>
                  <a:lnTo>
                    <a:pt x="683" y="279"/>
                  </a:lnTo>
                  <a:lnTo>
                    <a:pt x="680" y="277"/>
                  </a:lnTo>
                  <a:lnTo>
                    <a:pt x="676" y="276"/>
                  </a:lnTo>
                  <a:lnTo>
                    <a:pt x="676" y="276"/>
                  </a:lnTo>
                  <a:lnTo>
                    <a:pt x="668" y="276"/>
                  </a:lnTo>
                  <a:lnTo>
                    <a:pt x="666" y="277"/>
                  </a:lnTo>
                  <a:lnTo>
                    <a:pt x="665" y="277"/>
                  </a:lnTo>
                  <a:lnTo>
                    <a:pt x="665" y="278"/>
                  </a:lnTo>
                  <a:lnTo>
                    <a:pt x="665" y="278"/>
                  </a:lnTo>
                  <a:lnTo>
                    <a:pt x="666" y="281"/>
                  </a:lnTo>
                  <a:lnTo>
                    <a:pt x="665" y="283"/>
                  </a:lnTo>
                  <a:lnTo>
                    <a:pt x="665" y="287"/>
                  </a:lnTo>
                  <a:lnTo>
                    <a:pt x="665" y="292"/>
                  </a:lnTo>
                  <a:lnTo>
                    <a:pt x="665" y="292"/>
                  </a:lnTo>
                  <a:lnTo>
                    <a:pt x="667" y="295"/>
                  </a:lnTo>
                  <a:lnTo>
                    <a:pt x="670" y="300"/>
                  </a:lnTo>
                  <a:lnTo>
                    <a:pt x="673" y="304"/>
                  </a:lnTo>
                  <a:lnTo>
                    <a:pt x="677" y="305"/>
                  </a:lnTo>
                  <a:lnTo>
                    <a:pt x="677" y="305"/>
                  </a:lnTo>
                  <a:lnTo>
                    <a:pt x="684" y="308"/>
                  </a:lnTo>
                  <a:lnTo>
                    <a:pt x="688" y="310"/>
                  </a:lnTo>
                  <a:lnTo>
                    <a:pt x="691" y="311"/>
                  </a:lnTo>
                  <a:lnTo>
                    <a:pt x="691" y="311"/>
                  </a:lnTo>
                  <a:lnTo>
                    <a:pt x="692" y="315"/>
                  </a:lnTo>
                  <a:lnTo>
                    <a:pt x="693" y="320"/>
                  </a:lnTo>
                  <a:lnTo>
                    <a:pt x="693" y="324"/>
                  </a:lnTo>
                  <a:lnTo>
                    <a:pt x="691" y="327"/>
                  </a:lnTo>
                  <a:lnTo>
                    <a:pt x="691" y="327"/>
                  </a:lnTo>
                  <a:lnTo>
                    <a:pt x="691" y="327"/>
                  </a:lnTo>
                  <a:lnTo>
                    <a:pt x="688" y="327"/>
                  </a:lnTo>
                  <a:lnTo>
                    <a:pt x="686" y="325"/>
                  </a:lnTo>
                  <a:lnTo>
                    <a:pt x="681" y="322"/>
                  </a:lnTo>
                  <a:lnTo>
                    <a:pt x="678" y="322"/>
                  </a:lnTo>
                  <a:lnTo>
                    <a:pt x="677" y="322"/>
                  </a:lnTo>
                  <a:lnTo>
                    <a:pt x="677" y="322"/>
                  </a:lnTo>
                  <a:lnTo>
                    <a:pt x="668" y="324"/>
                  </a:lnTo>
                  <a:lnTo>
                    <a:pt x="661" y="325"/>
                  </a:lnTo>
                  <a:lnTo>
                    <a:pt x="661" y="325"/>
                  </a:lnTo>
                  <a:lnTo>
                    <a:pt x="659" y="324"/>
                  </a:lnTo>
                  <a:lnTo>
                    <a:pt x="656" y="322"/>
                  </a:lnTo>
                  <a:lnTo>
                    <a:pt x="655" y="319"/>
                  </a:lnTo>
                  <a:lnTo>
                    <a:pt x="655" y="314"/>
                  </a:lnTo>
                  <a:lnTo>
                    <a:pt x="655" y="314"/>
                  </a:lnTo>
                  <a:lnTo>
                    <a:pt x="656" y="289"/>
                  </a:lnTo>
                  <a:lnTo>
                    <a:pt x="656" y="274"/>
                  </a:lnTo>
                  <a:lnTo>
                    <a:pt x="656" y="269"/>
                  </a:lnTo>
                  <a:lnTo>
                    <a:pt x="655" y="266"/>
                  </a:lnTo>
                  <a:lnTo>
                    <a:pt x="655" y="266"/>
                  </a:lnTo>
                  <a:lnTo>
                    <a:pt x="650" y="260"/>
                  </a:lnTo>
                  <a:lnTo>
                    <a:pt x="649" y="258"/>
                  </a:lnTo>
                  <a:lnTo>
                    <a:pt x="648" y="258"/>
                  </a:lnTo>
                  <a:lnTo>
                    <a:pt x="648" y="258"/>
                  </a:lnTo>
                  <a:lnTo>
                    <a:pt x="645" y="271"/>
                  </a:lnTo>
                  <a:lnTo>
                    <a:pt x="645" y="285"/>
                  </a:lnTo>
                  <a:lnTo>
                    <a:pt x="645" y="285"/>
                  </a:lnTo>
                  <a:lnTo>
                    <a:pt x="644" y="287"/>
                  </a:lnTo>
                  <a:lnTo>
                    <a:pt x="641" y="289"/>
                  </a:lnTo>
                  <a:lnTo>
                    <a:pt x="636" y="294"/>
                  </a:lnTo>
                  <a:lnTo>
                    <a:pt x="632" y="299"/>
                  </a:lnTo>
                  <a:lnTo>
                    <a:pt x="629" y="303"/>
                  </a:lnTo>
                  <a:lnTo>
                    <a:pt x="629" y="305"/>
                  </a:lnTo>
                  <a:lnTo>
                    <a:pt x="629" y="305"/>
                  </a:lnTo>
                  <a:lnTo>
                    <a:pt x="628" y="309"/>
                  </a:lnTo>
                  <a:lnTo>
                    <a:pt x="625" y="313"/>
                  </a:lnTo>
                  <a:lnTo>
                    <a:pt x="624" y="316"/>
                  </a:lnTo>
                  <a:lnTo>
                    <a:pt x="622" y="321"/>
                  </a:lnTo>
                  <a:lnTo>
                    <a:pt x="622" y="321"/>
                  </a:lnTo>
                  <a:lnTo>
                    <a:pt x="622" y="324"/>
                  </a:lnTo>
                  <a:lnTo>
                    <a:pt x="623" y="327"/>
                  </a:lnTo>
                  <a:lnTo>
                    <a:pt x="628" y="334"/>
                  </a:lnTo>
                  <a:lnTo>
                    <a:pt x="636" y="345"/>
                  </a:lnTo>
                  <a:lnTo>
                    <a:pt x="636" y="345"/>
                  </a:lnTo>
                  <a:lnTo>
                    <a:pt x="638" y="347"/>
                  </a:lnTo>
                  <a:lnTo>
                    <a:pt x="636" y="351"/>
                  </a:lnTo>
                  <a:lnTo>
                    <a:pt x="634" y="356"/>
                  </a:lnTo>
                  <a:lnTo>
                    <a:pt x="634" y="356"/>
                  </a:lnTo>
                  <a:lnTo>
                    <a:pt x="633" y="374"/>
                  </a:lnTo>
                  <a:lnTo>
                    <a:pt x="630" y="396"/>
                  </a:lnTo>
                  <a:lnTo>
                    <a:pt x="630" y="396"/>
                  </a:lnTo>
                  <a:lnTo>
                    <a:pt x="630" y="410"/>
                  </a:lnTo>
                  <a:lnTo>
                    <a:pt x="632" y="414"/>
                  </a:lnTo>
                  <a:lnTo>
                    <a:pt x="634" y="416"/>
                  </a:lnTo>
                  <a:lnTo>
                    <a:pt x="634" y="416"/>
                  </a:lnTo>
                  <a:lnTo>
                    <a:pt x="636" y="417"/>
                  </a:lnTo>
                  <a:lnTo>
                    <a:pt x="638" y="416"/>
                  </a:lnTo>
                  <a:lnTo>
                    <a:pt x="640" y="415"/>
                  </a:lnTo>
                  <a:lnTo>
                    <a:pt x="643" y="415"/>
                  </a:lnTo>
                  <a:lnTo>
                    <a:pt x="643" y="415"/>
                  </a:lnTo>
                  <a:lnTo>
                    <a:pt x="645" y="414"/>
                  </a:lnTo>
                  <a:lnTo>
                    <a:pt x="648" y="412"/>
                  </a:lnTo>
                  <a:lnTo>
                    <a:pt x="650" y="410"/>
                  </a:lnTo>
                  <a:lnTo>
                    <a:pt x="654" y="409"/>
                  </a:lnTo>
                  <a:lnTo>
                    <a:pt x="654" y="409"/>
                  </a:lnTo>
                  <a:lnTo>
                    <a:pt x="664" y="407"/>
                  </a:lnTo>
                  <a:lnTo>
                    <a:pt x="670" y="409"/>
                  </a:lnTo>
                  <a:lnTo>
                    <a:pt x="676" y="410"/>
                  </a:lnTo>
                  <a:lnTo>
                    <a:pt x="676" y="410"/>
                  </a:lnTo>
                  <a:lnTo>
                    <a:pt x="680" y="412"/>
                  </a:lnTo>
                  <a:lnTo>
                    <a:pt x="682" y="416"/>
                  </a:lnTo>
                  <a:lnTo>
                    <a:pt x="684" y="425"/>
                  </a:lnTo>
                  <a:lnTo>
                    <a:pt x="684" y="425"/>
                  </a:lnTo>
                  <a:lnTo>
                    <a:pt x="686" y="430"/>
                  </a:lnTo>
                  <a:lnTo>
                    <a:pt x="688" y="434"/>
                  </a:lnTo>
                  <a:lnTo>
                    <a:pt x="694" y="444"/>
                  </a:lnTo>
                  <a:lnTo>
                    <a:pt x="694" y="444"/>
                  </a:lnTo>
                  <a:lnTo>
                    <a:pt x="694" y="447"/>
                  </a:lnTo>
                  <a:lnTo>
                    <a:pt x="694" y="449"/>
                  </a:lnTo>
                  <a:lnTo>
                    <a:pt x="691" y="452"/>
                  </a:lnTo>
                  <a:lnTo>
                    <a:pt x="687" y="455"/>
                  </a:lnTo>
                  <a:lnTo>
                    <a:pt x="686" y="459"/>
                  </a:lnTo>
                  <a:lnTo>
                    <a:pt x="684" y="463"/>
                  </a:lnTo>
                  <a:lnTo>
                    <a:pt x="684" y="463"/>
                  </a:lnTo>
                  <a:lnTo>
                    <a:pt x="684" y="468"/>
                  </a:lnTo>
                  <a:lnTo>
                    <a:pt x="686" y="471"/>
                  </a:lnTo>
                  <a:lnTo>
                    <a:pt x="686" y="474"/>
                  </a:lnTo>
                  <a:lnTo>
                    <a:pt x="688" y="475"/>
                  </a:lnTo>
                  <a:lnTo>
                    <a:pt x="692" y="479"/>
                  </a:lnTo>
                  <a:lnTo>
                    <a:pt x="697" y="481"/>
                  </a:lnTo>
                  <a:lnTo>
                    <a:pt x="697" y="481"/>
                  </a:lnTo>
                  <a:lnTo>
                    <a:pt x="699" y="482"/>
                  </a:lnTo>
                  <a:lnTo>
                    <a:pt x="697" y="484"/>
                  </a:lnTo>
                  <a:lnTo>
                    <a:pt x="691" y="485"/>
                  </a:lnTo>
                  <a:lnTo>
                    <a:pt x="691" y="485"/>
                  </a:lnTo>
                  <a:lnTo>
                    <a:pt x="687" y="485"/>
                  </a:lnTo>
                  <a:lnTo>
                    <a:pt x="684" y="487"/>
                  </a:lnTo>
                  <a:lnTo>
                    <a:pt x="681" y="491"/>
                  </a:lnTo>
                  <a:lnTo>
                    <a:pt x="681" y="491"/>
                  </a:lnTo>
                  <a:lnTo>
                    <a:pt x="680" y="491"/>
                  </a:lnTo>
                  <a:lnTo>
                    <a:pt x="677" y="490"/>
                  </a:lnTo>
                  <a:lnTo>
                    <a:pt x="673" y="485"/>
                  </a:lnTo>
                  <a:lnTo>
                    <a:pt x="673" y="485"/>
                  </a:lnTo>
                  <a:lnTo>
                    <a:pt x="673" y="482"/>
                  </a:lnTo>
                  <a:lnTo>
                    <a:pt x="672" y="480"/>
                  </a:lnTo>
                  <a:lnTo>
                    <a:pt x="672" y="470"/>
                  </a:lnTo>
                  <a:lnTo>
                    <a:pt x="673" y="449"/>
                  </a:lnTo>
                  <a:lnTo>
                    <a:pt x="673" y="449"/>
                  </a:lnTo>
                  <a:lnTo>
                    <a:pt x="672" y="442"/>
                  </a:lnTo>
                  <a:lnTo>
                    <a:pt x="670" y="434"/>
                  </a:lnTo>
                  <a:lnTo>
                    <a:pt x="667" y="430"/>
                  </a:lnTo>
                  <a:lnTo>
                    <a:pt x="665" y="426"/>
                  </a:lnTo>
                  <a:lnTo>
                    <a:pt x="665" y="426"/>
                  </a:lnTo>
                  <a:lnTo>
                    <a:pt x="662" y="426"/>
                  </a:lnTo>
                  <a:lnTo>
                    <a:pt x="659" y="427"/>
                  </a:lnTo>
                  <a:lnTo>
                    <a:pt x="649" y="433"/>
                  </a:lnTo>
                  <a:lnTo>
                    <a:pt x="640" y="439"/>
                  </a:lnTo>
                  <a:lnTo>
                    <a:pt x="636" y="444"/>
                  </a:lnTo>
                  <a:lnTo>
                    <a:pt x="636" y="444"/>
                  </a:lnTo>
                  <a:lnTo>
                    <a:pt x="635" y="447"/>
                  </a:lnTo>
                  <a:lnTo>
                    <a:pt x="636" y="449"/>
                  </a:lnTo>
                  <a:lnTo>
                    <a:pt x="640" y="455"/>
                  </a:lnTo>
                  <a:lnTo>
                    <a:pt x="640" y="455"/>
                  </a:lnTo>
                  <a:lnTo>
                    <a:pt x="640" y="458"/>
                  </a:lnTo>
                  <a:lnTo>
                    <a:pt x="640" y="460"/>
                  </a:lnTo>
                  <a:lnTo>
                    <a:pt x="638" y="468"/>
                  </a:lnTo>
                  <a:lnTo>
                    <a:pt x="630" y="485"/>
                  </a:lnTo>
                  <a:lnTo>
                    <a:pt x="630" y="485"/>
                  </a:lnTo>
                  <a:lnTo>
                    <a:pt x="627" y="495"/>
                  </a:lnTo>
                  <a:lnTo>
                    <a:pt x="622" y="503"/>
                  </a:lnTo>
                  <a:lnTo>
                    <a:pt x="616" y="511"/>
                  </a:lnTo>
                  <a:lnTo>
                    <a:pt x="612" y="516"/>
                  </a:lnTo>
                  <a:lnTo>
                    <a:pt x="612" y="516"/>
                  </a:lnTo>
                  <a:lnTo>
                    <a:pt x="611" y="517"/>
                  </a:lnTo>
                  <a:lnTo>
                    <a:pt x="611" y="518"/>
                  </a:lnTo>
                  <a:lnTo>
                    <a:pt x="613" y="522"/>
                  </a:lnTo>
                  <a:lnTo>
                    <a:pt x="619" y="531"/>
                  </a:lnTo>
                  <a:lnTo>
                    <a:pt x="619" y="531"/>
                  </a:lnTo>
                  <a:lnTo>
                    <a:pt x="622" y="535"/>
                  </a:lnTo>
                  <a:lnTo>
                    <a:pt x="623" y="539"/>
                  </a:lnTo>
                  <a:lnTo>
                    <a:pt x="622" y="544"/>
                  </a:lnTo>
                  <a:lnTo>
                    <a:pt x="620" y="548"/>
                  </a:lnTo>
                  <a:lnTo>
                    <a:pt x="620" y="548"/>
                  </a:lnTo>
                  <a:lnTo>
                    <a:pt x="619" y="548"/>
                  </a:lnTo>
                  <a:lnTo>
                    <a:pt x="618" y="547"/>
                  </a:lnTo>
                  <a:lnTo>
                    <a:pt x="614" y="539"/>
                  </a:lnTo>
                  <a:lnTo>
                    <a:pt x="609" y="529"/>
                  </a:lnTo>
                  <a:lnTo>
                    <a:pt x="607" y="522"/>
                  </a:lnTo>
                  <a:lnTo>
                    <a:pt x="607" y="522"/>
                  </a:lnTo>
                  <a:lnTo>
                    <a:pt x="603" y="521"/>
                  </a:lnTo>
                  <a:lnTo>
                    <a:pt x="597" y="519"/>
                  </a:lnTo>
                  <a:lnTo>
                    <a:pt x="585" y="519"/>
                  </a:lnTo>
                  <a:lnTo>
                    <a:pt x="585" y="519"/>
                  </a:lnTo>
                  <a:lnTo>
                    <a:pt x="579" y="518"/>
                  </a:lnTo>
                  <a:lnTo>
                    <a:pt x="574" y="516"/>
                  </a:lnTo>
                  <a:lnTo>
                    <a:pt x="569" y="511"/>
                  </a:lnTo>
                  <a:lnTo>
                    <a:pt x="565" y="507"/>
                  </a:lnTo>
                  <a:lnTo>
                    <a:pt x="565" y="507"/>
                  </a:lnTo>
                  <a:lnTo>
                    <a:pt x="563" y="505"/>
                  </a:lnTo>
                  <a:lnTo>
                    <a:pt x="560" y="505"/>
                  </a:lnTo>
                  <a:lnTo>
                    <a:pt x="555" y="508"/>
                  </a:lnTo>
                  <a:lnTo>
                    <a:pt x="555" y="508"/>
                  </a:lnTo>
                  <a:lnTo>
                    <a:pt x="554" y="508"/>
                  </a:lnTo>
                  <a:lnTo>
                    <a:pt x="553" y="507"/>
                  </a:lnTo>
                  <a:lnTo>
                    <a:pt x="554" y="505"/>
                  </a:lnTo>
                  <a:lnTo>
                    <a:pt x="555" y="501"/>
                  </a:lnTo>
                  <a:lnTo>
                    <a:pt x="555" y="501"/>
                  </a:lnTo>
                  <a:lnTo>
                    <a:pt x="558" y="500"/>
                  </a:lnTo>
                  <a:lnTo>
                    <a:pt x="560" y="500"/>
                  </a:lnTo>
                  <a:lnTo>
                    <a:pt x="568" y="500"/>
                  </a:lnTo>
                  <a:lnTo>
                    <a:pt x="585" y="500"/>
                  </a:lnTo>
                  <a:lnTo>
                    <a:pt x="585" y="500"/>
                  </a:lnTo>
                  <a:lnTo>
                    <a:pt x="590" y="500"/>
                  </a:lnTo>
                  <a:lnTo>
                    <a:pt x="593" y="499"/>
                  </a:lnTo>
                  <a:lnTo>
                    <a:pt x="602" y="495"/>
                  </a:lnTo>
                  <a:lnTo>
                    <a:pt x="602" y="495"/>
                  </a:lnTo>
                  <a:lnTo>
                    <a:pt x="604" y="491"/>
                  </a:lnTo>
                  <a:lnTo>
                    <a:pt x="607" y="485"/>
                  </a:lnTo>
                  <a:lnTo>
                    <a:pt x="613" y="469"/>
                  </a:lnTo>
                  <a:lnTo>
                    <a:pt x="622" y="444"/>
                  </a:lnTo>
                  <a:lnTo>
                    <a:pt x="622" y="444"/>
                  </a:lnTo>
                  <a:lnTo>
                    <a:pt x="622" y="441"/>
                  </a:lnTo>
                  <a:lnTo>
                    <a:pt x="622" y="437"/>
                  </a:lnTo>
                  <a:lnTo>
                    <a:pt x="619" y="433"/>
                  </a:lnTo>
                  <a:lnTo>
                    <a:pt x="617" y="430"/>
                  </a:lnTo>
                  <a:lnTo>
                    <a:pt x="617" y="430"/>
                  </a:lnTo>
                  <a:lnTo>
                    <a:pt x="616" y="428"/>
                  </a:lnTo>
                  <a:lnTo>
                    <a:pt x="614" y="425"/>
                  </a:lnTo>
                  <a:lnTo>
                    <a:pt x="612" y="415"/>
                  </a:lnTo>
                  <a:lnTo>
                    <a:pt x="611" y="402"/>
                  </a:lnTo>
                  <a:lnTo>
                    <a:pt x="609" y="391"/>
                  </a:lnTo>
                  <a:lnTo>
                    <a:pt x="609" y="391"/>
                  </a:lnTo>
                  <a:lnTo>
                    <a:pt x="611" y="380"/>
                  </a:lnTo>
                  <a:lnTo>
                    <a:pt x="612" y="369"/>
                  </a:lnTo>
                  <a:lnTo>
                    <a:pt x="613" y="353"/>
                  </a:lnTo>
                  <a:lnTo>
                    <a:pt x="613" y="353"/>
                  </a:lnTo>
                  <a:lnTo>
                    <a:pt x="612" y="347"/>
                  </a:lnTo>
                  <a:lnTo>
                    <a:pt x="608" y="340"/>
                  </a:lnTo>
                  <a:lnTo>
                    <a:pt x="602" y="327"/>
                  </a:lnTo>
                  <a:lnTo>
                    <a:pt x="602" y="327"/>
                  </a:lnTo>
                  <a:lnTo>
                    <a:pt x="601" y="324"/>
                  </a:lnTo>
                  <a:lnTo>
                    <a:pt x="602" y="320"/>
                  </a:lnTo>
                  <a:lnTo>
                    <a:pt x="607" y="314"/>
                  </a:lnTo>
                  <a:lnTo>
                    <a:pt x="607" y="314"/>
                  </a:lnTo>
                  <a:lnTo>
                    <a:pt x="609" y="306"/>
                  </a:lnTo>
                  <a:lnTo>
                    <a:pt x="611" y="295"/>
                  </a:lnTo>
                  <a:lnTo>
                    <a:pt x="613" y="276"/>
                  </a:lnTo>
                  <a:lnTo>
                    <a:pt x="613" y="276"/>
                  </a:lnTo>
                  <a:lnTo>
                    <a:pt x="614" y="272"/>
                  </a:lnTo>
                  <a:lnTo>
                    <a:pt x="617" y="269"/>
                  </a:lnTo>
                  <a:lnTo>
                    <a:pt x="618" y="267"/>
                  </a:lnTo>
                  <a:lnTo>
                    <a:pt x="619" y="265"/>
                  </a:lnTo>
                  <a:lnTo>
                    <a:pt x="619" y="265"/>
                  </a:lnTo>
                  <a:lnTo>
                    <a:pt x="618" y="262"/>
                  </a:lnTo>
                  <a:lnTo>
                    <a:pt x="616" y="260"/>
                  </a:lnTo>
                  <a:lnTo>
                    <a:pt x="612" y="258"/>
                  </a:lnTo>
                  <a:lnTo>
                    <a:pt x="608" y="258"/>
                  </a:lnTo>
                  <a:lnTo>
                    <a:pt x="608" y="258"/>
                  </a:lnTo>
                  <a:lnTo>
                    <a:pt x="590" y="260"/>
                  </a:lnTo>
                  <a:lnTo>
                    <a:pt x="590" y="260"/>
                  </a:lnTo>
                  <a:lnTo>
                    <a:pt x="585" y="258"/>
                  </a:lnTo>
                  <a:lnTo>
                    <a:pt x="581" y="258"/>
                  </a:lnTo>
                  <a:lnTo>
                    <a:pt x="577" y="256"/>
                  </a:lnTo>
                  <a:lnTo>
                    <a:pt x="577" y="256"/>
                  </a:lnTo>
                  <a:lnTo>
                    <a:pt x="575" y="256"/>
                  </a:lnTo>
                  <a:lnTo>
                    <a:pt x="574" y="256"/>
                  </a:lnTo>
                  <a:lnTo>
                    <a:pt x="569" y="261"/>
                  </a:lnTo>
                  <a:lnTo>
                    <a:pt x="569" y="261"/>
                  </a:lnTo>
                  <a:lnTo>
                    <a:pt x="566" y="265"/>
                  </a:lnTo>
                  <a:lnTo>
                    <a:pt x="566" y="271"/>
                  </a:lnTo>
                  <a:lnTo>
                    <a:pt x="564" y="281"/>
                  </a:lnTo>
                  <a:lnTo>
                    <a:pt x="559" y="298"/>
                  </a:lnTo>
                  <a:lnTo>
                    <a:pt x="559" y="298"/>
                  </a:lnTo>
                  <a:lnTo>
                    <a:pt x="555" y="306"/>
                  </a:lnTo>
                  <a:lnTo>
                    <a:pt x="552" y="313"/>
                  </a:lnTo>
                  <a:lnTo>
                    <a:pt x="547" y="319"/>
                  </a:lnTo>
                  <a:lnTo>
                    <a:pt x="543" y="322"/>
                  </a:lnTo>
                  <a:lnTo>
                    <a:pt x="537" y="327"/>
                  </a:lnTo>
                  <a:lnTo>
                    <a:pt x="534" y="329"/>
                  </a:lnTo>
                  <a:lnTo>
                    <a:pt x="533" y="331"/>
                  </a:lnTo>
                  <a:lnTo>
                    <a:pt x="533" y="331"/>
                  </a:lnTo>
                  <a:lnTo>
                    <a:pt x="533" y="334"/>
                  </a:lnTo>
                  <a:lnTo>
                    <a:pt x="532" y="337"/>
                  </a:lnTo>
                  <a:lnTo>
                    <a:pt x="528" y="343"/>
                  </a:lnTo>
                  <a:lnTo>
                    <a:pt x="528" y="343"/>
                  </a:lnTo>
                  <a:lnTo>
                    <a:pt x="527" y="346"/>
                  </a:lnTo>
                  <a:lnTo>
                    <a:pt x="528" y="347"/>
                  </a:lnTo>
                  <a:lnTo>
                    <a:pt x="533" y="347"/>
                  </a:lnTo>
                  <a:lnTo>
                    <a:pt x="533" y="347"/>
                  </a:lnTo>
                  <a:lnTo>
                    <a:pt x="534" y="348"/>
                  </a:lnTo>
                  <a:lnTo>
                    <a:pt x="534" y="352"/>
                  </a:lnTo>
                  <a:lnTo>
                    <a:pt x="536" y="362"/>
                  </a:lnTo>
                  <a:lnTo>
                    <a:pt x="536" y="378"/>
                  </a:lnTo>
                  <a:lnTo>
                    <a:pt x="536" y="378"/>
                  </a:lnTo>
                  <a:lnTo>
                    <a:pt x="534" y="380"/>
                  </a:lnTo>
                  <a:lnTo>
                    <a:pt x="533" y="380"/>
                  </a:lnTo>
                  <a:lnTo>
                    <a:pt x="529" y="379"/>
                  </a:lnTo>
                  <a:lnTo>
                    <a:pt x="529" y="379"/>
                  </a:lnTo>
                  <a:lnTo>
                    <a:pt x="529" y="383"/>
                  </a:lnTo>
                  <a:lnTo>
                    <a:pt x="529" y="388"/>
                  </a:lnTo>
                  <a:lnTo>
                    <a:pt x="529" y="395"/>
                  </a:lnTo>
                  <a:lnTo>
                    <a:pt x="532" y="400"/>
                  </a:lnTo>
                  <a:lnTo>
                    <a:pt x="532" y="400"/>
                  </a:lnTo>
                  <a:lnTo>
                    <a:pt x="533" y="401"/>
                  </a:lnTo>
                  <a:lnTo>
                    <a:pt x="536" y="400"/>
                  </a:lnTo>
                  <a:lnTo>
                    <a:pt x="537" y="398"/>
                  </a:lnTo>
                  <a:lnTo>
                    <a:pt x="538" y="396"/>
                  </a:lnTo>
                  <a:lnTo>
                    <a:pt x="538" y="396"/>
                  </a:lnTo>
                  <a:lnTo>
                    <a:pt x="539" y="398"/>
                  </a:lnTo>
                  <a:lnTo>
                    <a:pt x="539" y="399"/>
                  </a:lnTo>
                  <a:lnTo>
                    <a:pt x="542" y="404"/>
                  </a:lnTo>
                  <a:lnTo>
                    <a:pt x="543" y="410"/>
                  </a:lnTo>
                  <a:lnTo>
                    <a:pt x="545" y="416"/>
                  </a:lnTo>
                  <a:lnTo>
                    <a:pt x="545" y="416"/>
                  </a:lnTo>
                  <a:lnTo>
                    <a:pt x="548" y="420"/>
                  </a:lnTo>
                  <a:lnTo>
                    <a:pt x="552" y="422"/>
                  </a:lnTo>
                  <a:lnTo>
                    <a:pt x="554" y="423"/>
                  </a:lnTo>
                  <a:lnTo>
                    <a:pt x="558" y="422"/>
                  </a:lnTo>
                  <a:lnTo>
                    <a:pt x="558" y="422"/>
                  </a:lnTo>
                  <a:lnTo>
                    <a:pt x="559" y="422"/>
                  </a:lnTo>
                  <a:lnTo>
                    <a:pt x="560" y="425"/>
                  </a:lnTo>
                  <a:lnTo>
                    <a:pt x="559" y="433"/>
                  </a:lnTo>
                  <a:lnTo>
                    <a:pt x="556" y="443"/>
                  </a:lnTo>
                  <a:lnTo>
                    <a:pt x="554" y="449"/>
                  </a:lnTo>
                  <a:lnTo>
                    <a:pt x="554" y="449"/>
                  </a:lnTo>
                  <a:lnTo>
                    <a:pt x="553" y="450"/>
                  </a:lnTo>
                  <a:lnTo>
                    <a:pt x="552" y="449"/>
                  </a:lnTo>
                  <a:lnTo>
                    <a:pt x="549" y="443"/>
                  </a:lnTo>
                  <a:lnTo>
                    <a:pt x="547" y="436"/>
                  </a:lnTo>
                  <a:lnTo>
                    <a:pt x="544" y="431"/>
                  </a:lnTo>
                  <a:lnTo>
                    <a:pt x="542" y="428"/>
                  </a:lnTo>
                  <a:lnTo>
                    <a:pt x="542" y="428"/>
                  </a:lnTo>
                  <a:lnTo>
                    <a:pt x="529" y="418"/>
                  </a:lnTo>
                  <a:lnTo>
                    <a:pt x="521" y="412"/>
                  </a:lnTo>
                  <a:lnTo>
                    <a:pt x="521" y="412"/>
                  </a:lnTo>
                  <a:lnTo>
                    <a:pt x="511" y="404"/>
                  </a:lnTo>
                  <a:lnTo>
                    <a:pt x="502" y="399"/>
                  </a:lnTo>
                  <a:lnTo>
                    <a:pt x="499" y="396"/>
                  </a:lnTo>
                  <a:lnTo>
                    <a:pt x="496" y="395"/>
                  </a:lnTo>
                  <a:lnTo>
                    <a:pt x="496" y="395"/>
                  </a:lnTo>
                  <a:lnTo>
                    <a:pt x="490" y="395"/>
                  </a:lnTo>
                  <a:lnTo>
                    <a:pt x="483" y="393"/>
                  </a:lnTo>
                  <a:lnTo>
                    <a:pt x="476" y="390"/>
                  </a:lnTo>
                  <a:lnTo>
                    <a:pt x="470" y="390"/>
                  </a:lnTo>
                  <a:lnTo>
                    <a:pt x="470" y="390"/>
                  </a:lnTo>
                  <a:lnTo>
                    <a:pt x="464" y="389"/>
                  </a:lnTo>
                  <a:lnTo>
                    <a:pt x="460" y="388"/>
                  </a:lnTo>
                  <a:lnTo>
                    <a:pt x="455" y="384"/>
                  </a:lnTo>
                  <a:lnTo>
                    <a:pt x="455" y="384"/>
                  </a:lnTo>
                  <a:lnTo>
                    <a:pt x="453" y="384"/>
                  </a:lnTo>
                  <a:lnTo>
                    <a:pt x="451" y="384"/>
                  </a:lnTo>
                  <a:lnTo>
                    <a:pt x="449" y="386"/>
                  </a:lnTo>
                  <a:lnTo>
                    <a:pt x="449" y="388"/>
                  </a:lnTo>
                  <a:lnTo>
                    <a:pt x="449" y="388"/>
                  </a:lnTo>
                  <a:lnTo>
                    <a:pt x="449" y="390"/>
                  </a:lnTo>
                  <a:lnTo>
                    <a:pt x="447" y="394"/>
                  </a:lnTo>
                  <a:lnTo>
                    <a:pt x="446" y="398"/>
                  </a:lnTo>
                  <a:lnTo>
                    <a:pt x="446" y="404"/>
                  </a:lnTo>
                  <a:lnTo>
                    <a:pt x="446" y="404"/>
                  </a:lnTo>
                  <a:lnTo>
                    <a:pt x="449" y="414"/>
                  </a:lnTo>
                  <a:lnTo>
                    <a:pt x="453" y="422"/>
                  </a:lnTo>
                  <a:lnTo>
                    <a:pt x="453" y="422"/>
                  </a:lnTo>
                  <a:lnTo>
                    <a:pt x="454" y="425"/>
                  </a:lnTo>
                  <a:lnTo>
                    <a:pt x="453" y="426"/>
                  </a:lnTo>
                  <a:lnTo>
                    <a:pt x="451" y="428"/>
                  </a:lnTo>
                  <a:lnTo>
                    <a:pt x="443" y="430"/>
                  </a:lnTo>
                  <a:lnTo>
                    <a:pt x="443" y="430"/>
                  </a:lnTo>
                  <a:lnTo>
                    <a:pt x="441" y="432"/>
                  </a:lnTo>
                  <a:lnTo>
                    <a:pt x="441" y="434"/>
                  </a:lnTo>
                  <a:lnTo>
                    <a:pt x="441" y="444"/>
                  </a:lnTo>
                  <a:lnTo>
                    <a:pt x="441" y="444"/>
                  </a:lnTo>
                  <a:lnTo>
                    <a:pt x="439" y="447"/>
                  </a:lnTo>
                  <a:lnTo>
                    <a:pt x="438" y="446"/>
                  </a:lnTo>
                  <a:lnTo>
                    <a:pt x="436" y="443"/>
                  </a:lnTo>
                  <a:lnTo>
                    <a:pt x="433" y="442"/>
                  </a:lnTo>
                  <a:lnTo>
                    <a:pt x="433" y="442"/>
                  </a:lnTo>
                  <a:lnTo>
                    <a:pt x="431" y="441"/>
                  </a:lnTo>
                  <a:lnTo>
                    <a:pt x="431" y="439"/>
                  </a:lnTo>
                  <a:lnTo>
                    <a:pt x="431" y="438"/>
                  </a:lnTo>
                  <a:lnTo>
                    <a:pt x="432" y="438"/>
                  </a:lnTo>
                  <a:lnTo>
                    <a:pt x="432" y="438"/>
                  </a:lnTo>
                  <a:lnTo>
                    <a:pt x="433" y="437"/>
                  </a:lnTo>
                  <a:lnTo>
                    <a:pt x="433" y="436"/>
                  </a:lnTo>
                  <a:lnTo>
                    <a:pt x="435" y="432"/>
                  </a:lnTo>
                  <a:lnTo>
                    <a:pt x="435" y="432"/>
                  </a:lnTo>
                  <a:lnTo>
                    <a:pt x="435" y="430"/>
                  </a:lnTo>
                  <a:lnTo>
                    <a:pt x="433" y="427"/>
                  </a:lnTo>
                  <a:lnTo>
                    <a:pt x="430" y="423"/>
                  </a:lnTo>
                  <a:lnTo>
                    <a:pt x="430" y="423"/>
                  </a:lnTo>
                  <a:lnTo>
                    <a:pt x="427" y="422"/>
                  </a:lnTo>
                  <a:lnTo>
                    <a:pt x="425" y="423"/>
                  </a:lnTo>
                  <a:lnTo>
                    <a:pt x="417" y="428"/>
                  </a:lnTo>
                  <a:lnTo>
                    <a:pt x="417" y="428"/>
                  </a:lnTo>
                  <a:lnTo>
                    <a:pt x="410" y="433"/>
                  </a:lnTo>
                  <a:lnTo>
                    <a:pt x="400" y="436"/>
                  </a:lnTo>
                  <a:lnTo>
                    <a:pt x="400" y="436"/>
                  </a:lnTo>
                  <a:lnTo>
                    <a:pt x="395" y="436"/>
                  </a:lnTo>
                  <a:lnTo>
                    <a:pt x="391" y="434"/>
                  </a:lnTo>
                  <a:lnTo>
                    <a:pt x="389" y="434"/>
                  </a:lnTo>
                  <a:lnTo>
                    <a:pt x="385" y="436"/>
                  </a:lnTo>
                  <a:lnTo>
                    <a:pt x="385" y="436"/>
                  </a:lnTo>
                  <a:lnTo>
                    <a:pt x="378" y="439"/>
                  </a:lnTo>
                  <a:lnTo>
                    <a:pt x="374" y="442"/>
                  </a:lnTo>
                  <a:lnTo>
                    <a:pt x="374" y="442"/>
                  </a:lnTo>
                  <a:lnTo>
                    <a:pt x="374" y="444"/>
                  </a:lnTo>
                  <a:lnTo>
                    <a:pt x="374" y="447"/>
                  </a:lnTo>
                  <a:lnTo>
                    <a:pt x="374" y="448"/>
                  </a:lnTo>
                  <a:lnTo>
                    <a:pt x="373" y="449"/>
                  </a:lnTo>
                  <a:lnTo>
                    <a:pt x="373" y="449"/>
                  </a:lnTo>
                  <a:lnTo>
                    <a:pt x="369" y="450"/>
                  </a:lnTo>
                  <a:lnTo>
                    <a:pt x="368" y="449"/>
                  </a:lnTo>
                  <a:lnTo>
                    <a:pt x="367" y="449"/>
                  </a:lnTo>
                  <a:lnTo>
                    <a:pt x="364" y="452"/>
                  </a:lnTo>
                  <a:lnTo>
                    <a:pt x="364" y="452"/>
                  </a:lnTo>
                  <a:lnTo>
                    <a:pt x="363" y="455"/>
                  </a:lnTo>
                  <a:lnTo>
                    <a:pt x="361" y="457"/>
                  </a:lnTo>
                  <a:lnTo>
                    <a:pt x="357" y="459"/>
                  </a:lnTo>
                  <a:lnTo>
                    <a:pt x="357" y="459"/>
                  </a:lnTo>
                  <a:lnTo>
                    <a:pt x="355" y="460"/>
                  </a:lnTo>
                  <a:lnTo>
                    <a:pt x="353" y="460"/>
                  </a:lnTo>
                  <a:lnTo>
                    <a:pt x="352" y="459"/>
                  </a:lnTo>
                  <a:lnTo>
                    <a:pt x="351" y="459"/>
                  </a:lnTo>
                  <a:lnTo>
                    <a:pt x="351" y="459"/>
                  </a:lnTo>
                  <a:lnTo>
                    <a:pt x="348" y="459"/>
                  </a:lnTo>
                  <a:lnTo>
                    <a:pt x="348" y="458"/>
                  </a:lnTo>
                  <a:lnTo>
                    <a:pt x="347" y="457"/>
                  </a:lnTo>
                  <a:lnTo>
                    <a:pt x="345" y="458"/>
                  </a:lnTo>
                  <a:lnTo>
                    <a:pt x="345" y="458"/>
                  </a:lnTo>
                  <a:lnTo>
                    <a:pt x="343" y="458"/>
                  </a:lnTo>
                  <a:lnTo>
                    <a:pt x="343" y="457"/>
                  </a:lnTo>
                  <a:lnTo>
                    <a:pt x="346" y="452"/>
                  </a:lnTo>
                  <a:lnTo>
                    <a:pt x="346" y="452"/>
                  </a:lnTo>
                  <a:lnTo>
                    <a:pt x="352" y="447"/>
                  </a:lnTo>
                  <a:lnTo>
                    <a:pt x="358" y="442"/>
                  </a:lnTo>
                  <a:lnTo>
                    <a:pt x="358" y="442"/>
                  </a:lnTo>
                  <a:lnTo>
                    <a:pt x="359" y="439"/>
                  </a:lnTo>
                  <a:lnTo>
                    <a:pt x="361" y="434"/>
                  </a:lnTo>
                  <a:lnTo>
                    <a:pt x="359" y="426"/>
                  </a:lnTo>
                  <a:lnTo>
                    <a:pt x="359" y="426"/>
                  </a:lnTo>
                  <a:lnTo>
                    <a:pt x="361" y="423"/>
                  </a:lnTo>
                  <a:lnTo>
                    <a:pt x="363" y="422"/>
                  </a:lnTo>
                  <a:lnTo>
                    <a:pt x="367" y="418"/>
                  </a:lnTo>
                  <a:lnTo>
                    <a:pt x="367" y="418"/>
                  </a:lnTo>
                  <a:lnTo>
                    <a:pt x="355" y="425"/>
                  </a:lnTo>
                  <a:lnTo>
                    <a:pt x="355" y="425"/>
                  </a:lnTo>
                  <a:lnTo>
                    <a:pt x="346" y="430"/>
                  </a:lnTo>
                  <a:lnTo>
                    <a:pt x="339" y="436"/>
                  </a:lnTo>
                  <a:lnTo>
                    <a:pt x="339" y="436"/>
                  </a:lnTo>
                  <a:lnTo>
                    <a:pt x="331" y="439"/>
                  </a:lnTo>
                  <a:lnTo>
                    <a:pt x="320" y="443"/>
                  </a:lnTo>
                  <a:lnTo>
                    <a:pt x="320" y="443"/>
                  </a:lnTo>
                  <a:lnTo>
                    <a:pt x="316" y="444"/>
                  </a:lnTo>
                  <a:lnTo>
                    <a:pt x="314" y="447"/>
                  </a:lnTo>
                  <a:lnTo>
                    <a:pt x="309" y="452"/>
                  </a:lnTo>
                  <a:lnTo>
                    <a:pt x="307" y="455"/>
                  </a:lnTo>
                  <a:lnTo>
                    <a:pt x="304" y="458"/>
                  </a:lnTo>
                  <a:lnTo>
                    <a:pt x="304" y="458"/>
                  </a:lnTo>
                  <a:lnTo>
                    <a:pt x="302" y="459"/>
                  </a:lnTo>
                  <a:lnTo>
                    <a:pt x="298" y="458"/>
                  </a:lnTo>
                  <a:lnTo>
                    <a:pt x="293" y="457"/>
                  </a:lnTo>
                  <a:lnTo>
                    <a:pt x="293" y="457"/>
                  </a:lnTo>
                  <a:lnTo>
                    <a:pt x="292" y="457"/>
                  </a:lnTo>
                  <a:lnTo>
                    <a:pt x="292" y="457"/>
                  </a:lnTo>
                  <a:lnTo>
                    <a:pt x="293" y="459"/>
                  </a:lnTo>
                  <a:lnTo>
                    <a:pt x="295" y="464"/>
                  </a:lnTo>
                  <a:lnTo>
                    <a:pt x="295" y="464"/>
                  </a:lnTo>
                  <a:lnTo>
                    <a:pt x="295" y="465"/>
                  </a:lnTo>
                  <a:lnTo>
                    <a:pt x="294" y="466"/>
                  </a:lnTo>
                  <a:lnTo>
                    <a:pt x="291" y="468"/>
                  </a:lnTo>
                  <a:lnTo>
                    <a:pt x="283" y="469"/>
                  </a:lnTo>
                  <a:lnTo>
                    <a:pt x="283" y="469"/>
                  </a:lnTo>
                  <a:lnTo>
                    <a:pt x="282" y="471"/>
                  </a:lnTo>
                  <a:lnTo>
                    <a:pt x="282" y="476"/>
                  </a:lnTo>
                  <a:lnTo>
                    <a:pt x="282" y="482"/>
                  </a:lnTo>
                  <a:lnTo>
                    <a:pt x="281" y="489"/>
                  </a:lnTo>
                  <a:lnTo>
                    <a:pt x="281" y="489"/>
                  </a:lnTo>
                  <a:lnTo>
                    <a:pt x="279" y="491"/>
                  </a:lnTo>
                  <a:lnTo>
                    <a:pt x="277" y="494"/>
                  </a:lnTo>
                  <a:lnTo>
                    <a:pt x="275" y="495"/>
                  </a:lnTo>
                  <a:lnTo>
                    <a:pt x="272" y="495"/>
                  </a:lnTo>
                  <a:lnTo>
                    <a:pt x="265" y="495"/>
                  </a:lnTo>
                  <a:lnTo>
                    <a:pt x="259" y="495"/>
                  </a:lnTo>
                  <a:lnTo>
                    <a:pt x="259" y="495"/>
                  </a:lnTo>
                  <a:lnTo>
                    <a:pt x="255" y="495"/>
                  </a:lnTo>
                  <a:lnTo>
                    <a:pt x="252" y="492"/>
                  </a:lnTo>
                  <a:lnTo>
                    <a:pt x="250" y="485"/>
                  </a:lnTo>
                  <a:lnTo>
                    <a:pt x="250" y="485"/>
                  </a:lnTo>
                  <a:lnTo>
                    <a:pt x="247" y="482"/>
                  </a:lnTo>
                  <a:lnTo>
                    <a:pt x="245" y="480"/>
                  </a:lnTo>
                  <a:lnTo>
                    <a:pt x="241" y="479"/>
                  </a:lnTo>
                  <a:lnTo>
                    <a:pt x="241" y="479"/>
                  </a:lnTo>
                  <a:lnTo>
                    <a:pt x="240" y="476"/>
                  </a:lnTo>
                  <a:lnTo>
                    <a:pt x="240" y="474"/>
                  </a:lnTo>
                  <a:lnTo>
                    <a:pt x="244" y="466"/>
                  </a:lnTo>
                  <a:lnTo>
                    <a:pt x="244" y="466"/>
                  </a:lnTo>
                  <a:lnTo>
                    <a:pt x="247" y="463"/>
                  </a:lnTo>
                  <a:lnTo>
                    <a:pt x="252" y="460"/>
                  </a:lnTo>
                  <a:lnTo>
                    <a:pt x="257" y="459"/>
                  </a:lnTo>
                  <a:lnTo>
                    <a:pt x="260" y="457"/>
                  </a:lnTo>
                  <a:lnTo>
                    <a:pt x="260" y="457"/>
                  </a:lnTo>
                  <a:lnTo>
                    <a:pt x="261" y="457"/>
                  </a:lnTo>
                  <a:lnTo>
                    <a:pt x="260" y="454"/>
                  </a:lnTo>
                  <a:lnTo>
                    <a:pt x="257" y="450"/>
                  </a:lnTo>
                  <a:lnTo>
                    <a:pt x="252" y="443"/>
                  </a:lnTo>
                  <a:lnTo>
                    <a:pt x="252" y="443"/>
                  </a:lnTo>
                  <a:lnTo>
                    <a:pt x="250" y="439"/>
                  </a:lnTo>
                  <a:lnTo>
                    <a:pt x="246" y="438"/>
                  </a:lnTo>
                  <a:lnTo>
                    <a:pt x="243" y="436"/>
                  </a:lnTo>
                  <a:lnTo>
                    <a:pt x="238" y="436"/>
                  </a:lnTo>
                  <a:lnTo>
                    <a:pt x="238" y="436"/>
                  </a:lnTo>
                  <a:lnTo>
                    <a:pt x="228" y="433"/>
                  </a:lnTo>
                  <a:lnTo>
                    <a:pt x="219" y="431"/>
                  </a:lnTo>
                  <a:lnTo>
                    <a:pt x="219" y="431"/>
                  </a:lnTo>
                  <a:lnTo>
                    <a:pt x="217" y="431"/>
                  </a:lnTo>
                  <a:lnTo>
                    <a:pt x="217" y="432"/>
                  </a:lnTo>
                  <a:lnTo>
                    <a:pt x="219" y="437"/>
                  </a:lnTo>
                  <a:lnTo>
                    <a:pt x="219" y="437"/>
                  </a:lnTo>
                  <a:lnTo>
                    <a:pt x="224" y="443"/>
                  </a:lnTo>
                  <a:lnTo>
                    <a:pt x="227" y="448"/>
                  </a:lnTo>
                  <a:lnTo>
                    <a:pt x="228" y="453"/>
                  </a:lnTo>
                  <a:lnTo>
                    <a:pt x="228" y="453"/>
                  </a:lnTo>
                  <a:lnTo>
                    <a:pt x="228" y="455"/>
                  </a:lnTo>
                  <a:lnTo>
                    <a:pt x="228" y="459"/>
                  </a:lnTo>
                  <a:lnTo>
                    <a:pt x="224" y="469"/>
                  </a:lnTo>
                  <a:lnTo>
                    <a:pt x="220" y="478"/>
                  </a:lnTo>
                  <a:lnTo>
                    <a:pt x="218" y="482"/>
                  </a:lnTo>
                  <a:lnTo>
                    <a:pt x="218" y="482"/>
                  </a:lnTo>
                  <a:lnTo>
                    <a:pt x="219" y="485"/>
                  </a:lnTo>
                  <a:lnTo>
                    <a:pt x="220" y="486"/>
                  </a:lnTo>
                  <a:lnTo>
                    <a:pt x="224" y="489"/>
                  </a:lnTo>
                  <a:lnTo>
                    <a:pt x="229" y="492"/>
                  </a:lnTo>
                  <a:lnTo>
                    <a:pt x="233" y="497"/>
                  </a:lnTo>
                  <a:lnTo>
                    <a:pt x="233" y="497"/>
                  </a:lnTo>
                  <a:lnTo>
                    <a:pt x="234" y="500"/>
                  </a:lnTo>
                  <a:lnTo>
                    <a:pt x="234" y="503"/>
                  </a:lnTo>
                  <a:lnTo>
                    <a:pt x="230" y="511"/>
                  </a:lnTo>
                  <a:lnTo>
                    <a:pt x="223" y="522"/>
                  </a:lnTo>
                  <a:lnTo>
                    <a:pt x="223" y="522"/>
                  </a:lnTo>
                  <a:lnTo>
                    <a:pt x="222" y="523"/>
                  </a:lnTo>
                  <a:lnTo>
                    <a:pt x="219" y="523"/>
                  </a:lnTo>
                  <a:lnTo>
                    <a:pt x="217" y="522"/>
                  </a:lnTo>
                  <a:lnTo>
                    <a:pt x="215" y="521"/>
                  </a:lnTo>
                  <a:lnTo>
                    <a:pt x="215" y="521"/>
                  </a:lnTo>
                  <a:lnTo>
                    <a:pt x="213" y="516"/>
                  </a:lnTo>
                  <a:lnTo>
                    <a:pt x="210" y="515"/>
                  </a:lnTo>
                  <a:lnTo>
                    <a:pt x="208" y="515"/>
                  </a:lnTo>
                  <a:lnTo>
                    <a:pt x="208" y="515"/>
                  </a:lnTo>
                  <a:lnTo>
                    <a:pt x="206" y="513"/>
                  </a:lnTo>
                  <a:lnTo>
                    <a:pt x="204" y="512"/>
                  </a:lnTo>
                  <a:lnTo>
                    <a:pt x="202" y="510"/>
                  </a:lnTo>
                  <a:lnTo>
                    <a:pt x="202" y="510"/>
                  </a:lnTo>
                  <a:lnTo>
                    <a:pt x="199" y="511"/>
                  </a:lnTo>
                  <a:lnTo>
                    <a:pt x="197" y="513"/>
                  </a:lnTo>
                  <a:lnTo>
                    <a:pt x="192" y="521"/>
                  </a:lnTo>
                  <a:lnTo>
                    <a:pt x="192" y="521"/>
                  </a:lnTo>
                  <a:lnTo>
                    <a:pt x="188" y="523"/>
                  </a:lnTo>
                  <a:lnTo>
                    <a:pt x="185" y="526"/>
                  </a:lnTo>
                  <a:lnTo>
                    <a:pt x="180" y="528"/>
                  </a:lnTo>
                  <a:lnTo>
                    <a:pt x="177" y="531"/>
                  </a:lnTo>
                  <a:lnTo>
                    <a:pt x="177" y="531"/>
                  </a:lnTo>
                  <a:lnTo>
                    <a:pt x="170" y="537"/>
                  </a:lnTo>
                  <a:lnTo>
                    <a:pt x="165" y="544"/>
                  </a:lnTo>
                  <a:lnTo>
                    <a:pt x="165" y="544"/>
                  </a:lnTo>
                  <a:lnTo>
                    <a:pt x="164" y="547"/>
                  </a:lnTo>
                  <a:lnTo>
                    <a:pt x="165" y="548"/>
                  </a:lnTo>
                  <a:lnTo>
                    <a:pt x="169" y="554"/>
                  </a:lnTo>
                  <a:lnTo>
                    <a:pt x="176" y="563"/>
                  </a:lnTo>
                  <a:lnTo>
                    <a:pt x="176" y="563"/>
                  </a:lnTo>
                  <a:lnTo>
                    <a:pt x="177" y="565"/>
                  </a:lnTo>
                  <a:lnTo>
                    <a:pt x="177" y="567"/>
                  </a:lnTo>
                  <a:lnTo>
                    <a:pt x="174" y="572"/>
                  </a:lnTo>
                  <a:lnTo>
                    <a:pt x="174" y="572"/>
                  </a:lnTo>
                  <a:lnTo>
                    <a:pt x="172" y="574"/>
                  </a:lnTo>
                  <a:lnTo>
                    <a:pt x="171" y="574"/>
                  </a:lnTo>
                  <a:lnTo>
                    <a:pt x="165" y="571"/>
                  </a:lnTo>
                  <a:lnTo>
                    <a:pt x="154" y="566"/>
                  </a:lnTo>
                  <a:lnTo>
                    <a:pt x="154" y="566"/>
                  </a:lnTo>
                  <a:lnTo>
                    <a:pt x="149" y="565"/>
                  </a:lnTo>
                  <a:lnTo>
                    <a:pt x="145" y="566"/>
                  </a:lnTo>
                  <a:lnTo>
                    <a:pt x="145" y="566"/>
                  </a:lnTo>
                  <a:lnTo>
                    <a:pt x="144" y="567"/>
                  </a:lnTo>
                  <a:lnTo>
                    <a:pt x="143" y="567"/>
                  </a:lnTo>
                  <a:lnTo>
                    <a:pt x="139" y="565"/>
                  </a:lnTo>
                  <a:lnTo>
                    <a:pt x="137" y="561"/>
                  </a:lnTo>
                  <a:lnTo>
                    <a:pt x="134" y="558"/>
                  </a:lnTo>
                  <a:lnTo>
                    <a:pt x="134" y="558"/>
                  </a:lnTo>
                  <a:lnTo>
                    <a:pt x="133" y="555"/>
                  </a:lnTo>
                  <a:lnTo>
                    <a:pt x="132" y="554"/>
                  </a:lnTo>
                  <a:lnTo>
                    <a:pt x="129" y="555"/>
                  </a:lnTo>
                  <a:lnTo>
                    <a:pt x="127" y="554"/>
                  </a:lnTo>
                  <a:lnTo>
                    <a:pt x="127" y="554"/>
                  </a:lnTo>
                  <a:lnTo>
                    <a:pt x="124" y="554"/>
                  </a:lnTo>
                  <a:lnTo>
                    <a:pt x="124" y="555"/>
                  </a:lnTo>
                  <a:lnTo>
                    <a:pt x="124" y="558"/>
                  </a:lnTo>
                  <a:lnTo>
                    <a:pt x="124" y="558"/>
                  </a:lnTo>
                  <a:lnTo>
                    <a:pt x="123" y="559"/>
                  </a:lnTo>
                  <a:lnTo>
                    <a:pt x="122" y="560"/>
                  </a:lnTo>
                  <a:lnTo>
                    <a:pt x="119" y="563"/>
                  </a:lnTo>
                  <a:lnTo>
                    <a:pt x="119" y="563"/>
                  </a:lnTo>
                  <a:lnTo>
                    <a:pt x="118" y="564"/>
                  </a:lnTo>
                  <a:lnTo>
                    <a:pt x="119" y="567"/>
                  </a:lnTo>
                  <a:lnTo>
                    <a:pt x="121" y="572"/>
                  </a:lnTo>
                  <a:lnTo>
                    <a:pt x="126" y="579"/>
                  </a:lnTo>
                  <a:lnTo>
                    <a:pt x="126" y="579"/>
                  </a:lnTo>
                  <a:lnTo>
                    <a:pt x="128" y="582"/>
                  </a:lnTo>
                  <a:lnTo>
                    <a:pt x="130" y="582"/>
                  </a:lnTo>
                  <a:lnTo>
                    <a:pt x="133" y="580"/>
                  </a:lnTo>
                  <a:lnTo>
                    <a:pt x="135" y="579"/>
                  </a:lnTo>
                  <a:lnTo>
                    <a:pt x="135" y="579"/>
                  </a:lnTo>
                  <a:lnTo>
                    <a:pt x="138" y="579"/>
                  </a:lnTo>
                  <a:lnTo>
                    <a:pt x="139" y="580"/>
                  </a:lnTo>
                  <a:lnTo>
                    <a:pt x="139" y="585"/>
                  </a:lnTo>
                  <a:lnTo>
                    <a:pt x="140" y="590"/>
                  </a:lnTo>
                  <a:lnTo>
                    <a:pt x="142" y="593"/>
                  </a:lnTo>
                  <a:lnTo>
                    <a:pt x="142" y="593"/>
                  </a:lnTo>
                  <a:lnTo>
                    <a:pt x="142" y="595"/>
                  </a:lnTo>
                  <a:lnTo>
                    <a:pt x="142" y="596"/>
                  </a:lnTo>
                  <a:lnTo>
                    <a:pt x="139" y="597"/>
                  </a:lnTo>
                  <a:lnTo>
                    <a:pt x="133" y="598"/>
                  </a:lnTo>
                  <a:lnTo>
                    <a:pt x="133" y="598"/>
                  </a:lnTo>
                  <a:lnTo>
                    <a:pt x="130" y="598"/>
                  </a:lnTo>
                  <a:lnTo>
                    <a:pt x="126" y="597"/>
                  </a:lnTo>
                  <a:lnTo>
                    <a:pt x="121" y="596"/>
                  </a:lnTo>
                  <a:lnTo>
                    <a:pt x="117" y="592"/>
                  </a:lnTo>
                  <a:lnTo>
                    <a:pt x="117" y="592"/>
                  </a:lnTo>
                  <a:lnTo>
                    <a:pt x="113" y="590"/>
                  </a:lnTo>
                  <a:lnTo>
                    <a:pt x="112" y="586"/>
                  </a:lnTo>
                  <a:lnTo>
                    <a:pt x="111" y="585"/>
                  </a:lnTo>
                  <a:lnTo>
                    <a:pt x="110" y="583"/>
                  </a:lnTo>
                  <a:lnTo>
                    <a:pt x="110" y="583"/>
                  </a:lnTo>
                  <a:lnTo>
                    <a:pt x="107" y="583"/>
                  </a:lnTo>
                  <a:lnTo>
                    <a:pt x="103" y="582"/>
                  </a:lnTo>
                  <a:lnTo>
                    <a:pt x="100" y="577"/>
                  </a:lnTo>
                  <a:lnTo>
                    <a:pt x="100" y="577"/>
                  </a:lnTo>
                  <a:lnTo>
                    <a:pt x="96" y="574"/>
                  </a:lnTo>
                  <a:lnTo>
                    <a:pt x="95" y="572"/>
                  </a:lnTo>
                  <a:lnTo>
                    <a:pt x="96" y="571"/>
                  </a:lnTo>
                  <a:lnTo>
                    <a:pt x="96" y="571"/>
                  </a:lnTo>
                  <a:lnTo>
                    <a:pt x="96" y="567"/>
                  </a:lnTo>
                  <a:lnTo>
                    <a:pt x="96" y="563"/>
                  </a:lnTo>
                  <a:lnTo>
                    <a:pt x="95" y="551"/>
                  </a:lnTo>
                  <a:lnTo>
                    <a:pt x="95" y="551"/>
                  </a:lnTo>
                  <a:lnTo>
                    <a:pt x="94" y="548"/>
                  </a:lnTo>
                  <a:lnTo>
                    <a:pt x="92" y="547"/>
                  </a:lnTo>
                  <a:lnTo>
                    <a:pt x="91" y="547"/>
                  </a:lnTo>
                  <a:lnTo>
                    <a:pt x="92" y="547"/>
                  </a:lnTo>
                  <a:lnTo>
                    <a:pt x="92" y="547"/>
                  </a:lnTo>
                  <a:lnTo>
                    <a:pt x="95" y="544"/>
                  </a:lnTo>
                  <a:lnTo>
                    <a:pt x="96" y="540"/>
                  </a:lnTo>
                  <a:lnTo>
                    <a:pt x="96" y="535"/>
                  </a:lnTo>
                  <a:lnTo>
                    <a:pt x="95" y="533"/>
                  </a:lnTo>
                  <a:lnTo>
                    <a:pt x="95" y="533"/>
                  </a:lnTo>
                  <a:lnTo>
                    <a:pt x="87" y="526"/>
                  </a:lnTo>
                  <a:lnTo>
                    <a:pt x="84" y="522"/>
                  </a:lnTo>
                  <a:lnTo>
                    <a:pt x="80" y="519"/>
                  </a:lnTo>
                  <a:lnTo>
                    <a:pt x="80" y="519"/>
                  </a:lnTo>
                  <a:lnTo>
                    <a:pt x="79" y="519"/>
                  </a:lnTo>
                  <a:lnTo>
                    <a:pt x="76" y="517"/>
                  </a:lnTo>
                  <a:lnTo>
                    <a:pt x="74" y="512"/>
                  </a:lnTo>
                  <a:lnTo>
                    <a:pt x="74" y="512"/>
                  </a:lnTo>
                  <a:lnTo>
                    <a:pt x="71" y="507"/>
                  </a:lnTo>
                  <a:lnTo>
                    <a:pt x="69" y="505"/>
                  </a:lnTo>
                  <a:lnTo>
                    <a:pt x="68" y="505"/>
                  </a:lnTo>
                  <a:lnTo>
                    <a:pt x="68" y="505"/>
                  </a:lnTo>
                  <a:lnTo>
                    <a:pt x="62" y="503"/>
                  </a:lnTo>
                  <a:lnTo>
                    <a:pt x="59" y="503"/>
                  </a:lnTo>
                  <a:lnTo>
                    <a:pt x="55" y="502"/>
                  </a:lnTo>
                  <a:lnTo>
                    <a:pt x="55" y="502"/>
                  </a:lnTo>
                  <a:lnTo>
                    <a:pt x="54" y="500"/>
                  </a:lnTo>
                  <a:lnTo>
                    <a:pt x="54" y="499"/>
                  </a:lnTo>
                  <a:lnTo>
                    <a:pt x="59" y="496"/>
                  </a:lnTo>
                  <a:lnTo>
                    <a:pt x="59" y="496"/>
                  </a:lnTo>
                  <a:lnTo>
                    <a:pt x="60" y="495"/>
                  </a:lnTo>
                  <a:lnTo>
                    <a:pt x="62" y="492"/>
                  </a:lnTo>
                  <a:lnTo>
                    <a:pt x="63" y="489"/>
                  </a:lnTo>
                  <a:lnTo>
                    <a:pt x="63" y="489"/>
                  </a:lnTo>
                  <a:lnTo>
                    <a:pt x="64" y="489"/>
                  </a:lnTo>
                  <a:lnTo>
                    <a:pt x="65" y="490"/>
                  </a:lnTo>
                  <a:lnTo>
                    <a:pt x="68" y="494"/>
                  </a:lnTo>
                  <a:lnTo>
                    <a:pt x="70" y="497"/>
                  </a:lnTo>
                  <a:lnTo>
                    <a:pt x="74" y="501"/>
                  </a:lnTo>
                  <a:lnTo>
                    <a:pt x="74" y="501"/>
                  </a:lnTo>
                  <a:lnTo>
                    <a:pt x="86" y="507"/>
                  </a:lnTo>
                  <a:lnTo>
                    <a:pt x="98" y="513"/>
                  </a:lnTo>
                  <a:lnTo>
                    <a:pt x="98" y="513"/>
                  </a:lnTo>
                  <a:lnTo>
                    <a:pt x="103" y="515"/>
                  </a:lnTo>
                  <a:lnTo>
                    <a:pt x="111" y="517"/>
                  </a:lnTo>
                  <a:lnTo>
                    <a:pt x="126" y="521"/>
                  </a:lnTo>
                  <a:lnTo>
                    <a:pt x="126" y="521"/>
                  </a:lnTo>
                  <a:lnTo>
                    <a:pt x="138" y="523"/>
                  </a:lnTo>
                  <a:lnTo>
                    <a:pt x="148" y="526"/>
                  </a:lnTo>
                  <a:lnTo>
                    <a:pt x="148" y="526"/>
                  </a:lnTo>
                  <a:lnTo>
                    <a:pt x="153" y="524"/>
                  </a:lnTo>
                  <a:lnTo>
                    <a:pt x="156" y="523"/>
                  </a:lnTo>
                  <a:lnTo>
                    <a:pt x="161" y="522"/>
                  </a:lnTo>
                  <a:lnTo>
                    <a:pt x="165" y="521"/>
                  </a:lnTo>
                  <a:lnTo>
                    <a:pt x="165" y="521"/>
                  </a:lnTo>
                  <a:lnTo>
                    <a:pt x="169" y="519"/>
                  </a:lnTo>
                  <a:lnTo>
                    <a:pt x="172" y="517"/>
                  </a:lnTo>
                  <a:lnTo>
                    <a:pt x="176" y="513"/>
                  </a:lnTo>
                  <a:lnTo>
                    <a:pt x="180" y="508"/>
                  </a:lnTo>
                  <a:lnTo>
                    <a:pt x="180" y="508"/>
                  </a:lnTo>
                  <a:lnTo>
                    <a:pt x="183" y="501"/>
                  </a:lnTo>
                  <a:lnTo>
                    <a:pt x="185" y="494"/>
                  </a:lnTo>
                  <a:lnTo>
                    <a:pt x="185" y="489"/>
                  </a:lnTo>
                  <a:lnTo>
                    <a:pt x="185" y="485"/>
                  </a:lnTo>
                  <a:lnTo>
                    <a:pt x="185" y="485"/>
                  </a:lnTo>
                  <a:lnTo>
                    <a:pt x="183" y="481"/>
                  </a:lnTo>
                  <a:lnTo>
                    <a:pt x="183" y="474"/>
                  </a:lnTo>
                  <a:lnTo>
                    <a:pt x="183" y="468"/>
                  </a:lnTo>
                  <a:lnTo>
                    <a:pt x="182" y="465"/>
                  </a:lnTo>
                  <a:lnTo>
                    <a:pt x="181" y="463"/>
                  </a:lnTo>
                  <a:lnTo>
                    <a:pt x="181" y="463"/>
                  </a:lnTo>
                  <a:lnTo>
                    <a:pt x="177" y="460"/>
                  </a:lnTo>
                  <a:lnTo>
                    <a:pt x="172" y="455"/>
                  </a:lnTo>
                  <a:lnTo>
                    <a:pt x="172" y="455"/>
                  </a:lnTo>
                  <a:lnTo>
                    <a:pt x="167" y="450"/>
                  </a:lnTo>
                  <a:lnTo>
                    <a:pt x="165" y="450"/>
                  </a:lnTo>
                  <a:lnTo>
                    <a:pt x="164" y="450"/>
                  </a:lnTo>
                  <a:lnTo>
                    <a:pt x="164" y="450"/>
                  </a:lnTo>
                  <a:lnTo>
                    <a:pt x="161" y="450"/>
                  </a:lnTo>
                  <a:lnTo>
                    <a:pt x="160" y="449"/>
                  </a:lnTo>
                  <a:lnTo>
                    <a:pt x="156" y="444"/>
                  </a:lnTo>
                  <a:lnTo>
                    <a:pt x="156" y="444"/>
                  </a:lnTo>
                  <a:lnTo>
                    <a:pt x="151" y="442"/>
                  </a:lnTo>
                  <a:lnTo>
                    <a:pt x="145" y="442"/>
                  </a:lnTo>
                  <a:lnTo>
                    <a:pt x="145" y="442"/>
                  </a:lnTo>
                  <a:lnTo>
                    <a:pt x="142" y="441"/>
                  </a:lnTo>
                  <a:lnTo>
                    <a:pt x="140" y="438"/>
                  </a:lnTo>
                  <a:lnTo>
                    <a:pt x="135" y="433"/>
                  </a:lnTo>
                  <a:lnTo>
                    <a:pt x="135" y="433"/>
                  </a:lnTo>
                  <a:lnTo>
                    <a:pt x="130" y="428"/>
                  </a:lnTo>
                  <a:lnTo>
                    <a:pt x="123" y="423"/>
                  </a:lnTo>
                  <a:lnTo>
                    <a:pt x="111" y="414"/>
                  </a:lnTo>
                  <a:lnTo>
                    <a:pt x="111" y="414"/>
                  </a:lnTo>
                  <a:lnTo>
                    <a:pt x="107" y="412"/>
                  </a:lnTo>
                  <a:lnTo>
                    <a:pt x="103" y="410"/>
                  </a:lnTo>
                  <a:lnTo>
                    <a:pt x="98" y="410"/>
                  </a:lnTo>
                  <a:lnTo>
                    <a:pt x="95" y="410"/>
                  </a:lnTo>
                  <a:lnTo>
                    <a:pt x="95" y="410"/>
                  </a:lnTo>
                  <a:lnTo>
                    <a:pt x="91" y="410"/>
                  </a:lnTo>
                  <a:lnTo>
                    <a:pt x="87" y="409"/>
                  </a:lnTo>
                  <a:lnTo>
                    <a:pt x="85" y="409"/>
                  </a:lnTo>
                  <a:lnTo>
                    <a:pt x="82" y="407"/>
                  </a:lnTo>
                  <a:lnTo>
                    <a:pt x="82" y="407"/>
                  </a:lnTo>
                  <a:lnTo>
                    <a:pt x="79" y="407"/>
                  </a:lnTo>
                  <a:lnTo>
                    <a:pt x="78" y="406"/>
                  </a:lnTo>
                  <a:lnTo>
                    <a:pt x="76" y="404"/>
                  </a:lnTo>
                  <a:lnTo>
                    <a:pt x="76" y="404"/>
                  </a:lnTo>
                  <a:lnTo>
                    <a:pt x="75" y="404"/>
                  </a:lnTo>
                  <a:lnTo>
                    <a:pt x="74" y="404"/>
                  </a:lnTo>
                  <a:lnTo>
                    <a:pt x="68" y="407"/>
                  </a:lnTo>
                  <a:lnTo>
                    <a:pt x="68" y="407"/>
                  </a:lnTo>
                  <a:lnTo>
                    <a:pt x="66" y="409"/>
                  </a:lnTo>
                  <a:lnTo>
                    <a:pt x="66" y="407"/>
                  </a:lnTo>
                  <a:lnTo>
                    <a:pt x="66" y="405"/>
                  </a:lnTo>
                  <a:lnTo>
                    <a:pt x="68" y="402"/>
                  </a:lnTo>
                  <a:lnTo>
                    <a:pt x="66" y="401"/>
                  </a:lnTo>
                  <a:lnTo>
                    <a:pt x="66" y="401"/>
                  </a:lnTo>
                  <a:lnTo>
                    <a:pt x="66" y="401"/>
                  </a:lnTo>
                  <a:lnTo>
                    <a:pt x="63" y="400"/>
                  </a:lnTo>
                  <a:lnTo>
                    <a:pt x="60" y="399"/>
                  </a:lnTo>
                  <a:lnTo>
                    <a:pt x="60" y="398"/>
                  </a:lnTo>
                  <a:lnTo>
                    <a:pt x="62" y="398"/>
                  </a:lnTo>
                  <a:lnTo>
                    <a:pt x="62" y="398"/>
                  </a:lnTo>
                  <a:lnTo>
                    <a:pt x="64" y="396"/>
                  </a:lnTo>
                  <a:lnTo>
                    <a:pt x="69" y="394"/>
                  </a:lnTo>
                  <a:lnTo>
                    <a:pt x="70" y="391"/>
                  </a:lnTo>
                  <a:lnTo>
                    <a:pt x="70" y="390"/>
                  </a:lnTo>
                  <a:lnTo>
                    <a:pt x="69" y="388"/>
                  </a:lnTo>
                  <a:lnTo>
                    <a:pt x="69" y="388"/>
                  </a:lnTo>
                  <a:lnTo>
                    <a:pt x="64" y="386"/>
                  </a:lnTo>
                  <a:lnTo>
                    <a:pt x="59" y="385"/>
                  </a:lnTo>
                  <a:lnTo>
                    <a:pt x="55" y="385"/>
                  </a:lnTo>
                  <a:lnTo>
                    <a:pt x="53" y="386"/>
                  </a:lnTo>
                  <a:lnTo>
                    <a:pt x="53" y="386"/>
                  </a:lnTo>
                  <a:lnTo>
                    <a:pt x="50" y="389"/>
                  </a:lnTo>
                  <a:lnTo>
                    <a:pt x="48" y="390"/>
                  </a:lnTo>
                  <a:lnTo>
                    <a:pt x="39" y="390"/>
                  </a:lnTo>
                  <a:lnTo>
                    <a:pt x="39" y="390"/>
                  </a:lnTo>
                  <a:lnTo>
                    <a:pt x="34" y="400"/>
                  </a:lnTo>
                  <a:lnTo>
                    <a:pt x="33" y="404"/>
                  </a:lnTo>
                  <a:lnTo>
                    <a:pt x="31" y="406"/>
                  </a:lnTo>
                  <a:lnTo>
                    <a:pt x="31" y="406"/>
                  </a:lnTo>
                  <a:lnTo>
                    <a:pt x="28" y="407"/>
                  </a:lnTo>
                  <a:lnTo>
                    <a:pt x="26" y="409"/>
                  </a:lnTo>
                  <a:lnTo>
                    <a:pt x="23" y="414"/>
                  </a:lnTo>
                  <a:lnTo>
                    <a:pt x="23" y="414"/>
                  </a:lnTo>
                  <a:lnTo>
                    <a:pt x="21" y="417"/>
                  </a:lnTo>
                  <a:lnTo>
                    <a:pt x="18" y="420"/>
                  </a:lnTo>
                  <a:lnTo>
                    <a:pt x="15" y="423"/>
                  </a:lnTo>
                  <a:lnTo>
                    <a:pt x="15" y="425"/>
                  </a:lnTo>
                  <a:lnTo>
                    <a:pt x="15" y="427"/>
                  </a:lnTo>
                  <a:lnTo>
                    <a:pt x="15" y="427"/>
                  </a:lnTo>
                  <a:lnTo>
                    <a:pt x="14" y="431"/>
                  </a:lnTo>
                  <a:lnTo>
                    <a:pt x="12" y="434"/>
                  </a:lnTo>
                  <a:lnTo>
                    <a:pt x="10" y="439"/>
                  </a:lnTo>
                  <a:lnTo>
                    <a:pt x="9" y="444"/>
                  </a:lnTo>
                  <a:lnTo>
                    <a:pt x="9" y="444"/>
                  </a:lnTo>
                  <a:lnTo>
                    <a:pt x="10" y="448"/>
                  </a:lnTo>
                  <a:lnTo>
                    <a:pt x="11" y="450"/>
                  </a:lnTo>
                  <a:lnTo>
                    <a:pt x="17" y="458"/>
                  </a:lnTo>
                  <a:lnTo>
                    <a:pt x="25" y="464"/>
                  </a:lnTo>
                  <a:lnTo>
                    <a:pt x="26" y="468"/>
                  </a:lnTo>
                  <a:lnTo>
                    <a:pt x="27" y="470"/>
                  </a:lnTo>
                  <a:lnTo>
                    <a:pt x="27" y="470"/>
                  </a:lnTo>
                  <a:lnTo>
                    <a:pt x="27" y="475"/>
                  </a:lnTo>
                  <a:lnTo>
                    <a:pt x="25" y="480"/>
                  </a:lnTo>
                  <a:lnTo>
                    <a:pt x="18" y="489"/>
                  </a:lnTo>
                  <a:lnTo>
                    <a:pt x="18" y="489"/>
                  </a:lnTo>
                  <a:lnTo>
                    <a:pt x="18" y="491"/>
                  </a:lnTo>
                  <a:lnTo>
                    <a:pt x="20" y="497"/>
                  </a:lnTo>
                  <a:lnTo>
                    <a:pt x="25" y="511"/>
                  </a:lnTo>
                  <a:lnTo>
                    <a:pt x="31" y="524"/>
                  </a:lnTo>
                  <a:lnTo>
                    <a:pt x="34" y="533"/>
                  </a:lnTo>
                  <a:lnTo>
                    <a:pt x="34" y="533"/>
                  </a:lnTo>
                  <a:lnTo>
                    <a:pt x="32" y="538"/>
                  </a:lnTo>
                  <a:lnTo>
                    <a:pt x="28" y="543"/>
                  </a:lnTo>
                  <a:lnTo>
                    <a:pt x="28" y="543"/>
                  </a:lnTo>
                  <a:lnTo>
                    <a:pt x="27" y="545"/>
                  </a:lnTo>
                  <a:lnTo>
                    <a:pt x="27" y="549"/>
                  </a:lnTo>
                  <a:lnTo>
                    <a:pt x="28" y="558"/>
                  </a:lnTo>
                  <a:lnTo>
                    <a:pt x="31" y="571"/>
                  </a:lnTo>
                  <a:lnTo>
                    <a:pt x="31" y="571"/>
                  </a:lnTo>
                  <a:lnTo>
                    <a:pt x="32" y="575"/>
                  </a:lnTo>
                  <a:lnTo>
                    <a:pt x="33" y="580"/>
                  </a:lnTo>
                  <a:lnTo>
                    <a:pt x="34" y="582"/>
                  </a:lnTo>
                  <a:lnTo>
                    <a:pt x="38" y="586"/>
                  </a:lnTo>
                  <a:lnTo>
                    <a:pt x="38" y="586"/>
                  </a:lnTo>
                  <a:lnTo>
                    <a:pt x="41" y="588"/>
                  </a:lnTo>
                  <a:lnTo>
                    <a:pt x="39" y="592"/>
                  </a:lnTo>
                  <a:lnTo>
                    <a:pt x="36" y="599"/>
                  </a:lnTo>
                  <a:lnTo>
                    <a:pt x="36" y="599"/>
                  </a:lnTo>
                  <a:lnTo>
                    <a:pt x="36" y="604"/>
                  </a:lnTo>
                  <a:lnTo>
                    <a:pt x="37" y="607"/>
                  </a:lnTo>
                  <a:lnTo>
                    <a:pt x="41" y="609"/>
                  </a:lnTo>
                  <a:lnTo>
                    <a:pt x="43" y="612"/>
                  </a:lnTo>
                  <a:lnTo>
                    <a:pt x="43" y="612"/>
                  </a:lnTo>
                  <a:lnTo>
                    <a:pt x="44" y="615"/>
                  </a:lnTo>
                  <a:lnTo>
                    <a:pt x="46" y="619"/>
                  </a:lnTo>
                  <a:lnTo>
                    <a:pt x="44" y="628"/>
                  </a:lnTo>
                  <a:lnTo>
                    <a:pt x="43" y="639"/>
                  </a:lnTo>
                  <a:lnTo>
                    <a:pt x="39" y="647"/>
                  </a:lnTo>
                  <a:lnTo>
                    <a:pt x="39" y="647"/>
                  </a:lnTo>
                  <a:lnTo>
                    <a:pt x="34" y="657"/>
                  </a:lnTo>
                  <a:lnTo>
                    <a:pt x="25" y="670"/>
                  </a:lnTo>
                  <a:lnTo>
                    <a:pt x="1" y="697"/>
                  </a:lnTo>
                  <a:lnTo>
                    <a:pt x="1" y="697"/>
                  </a:lnTo>
                  <a:lnTo>
                    <a:pt x="5" y="696"/>
                  </a:lnTo>
                  <a:lnTo>
                    <a:pt x="5" y="696"/>
                  </a:lnTo>
                  <a:lnTo>
                    <a:pt x="10" y="694"/>
                  </a:lnTo>
                  <a:lnTo>
                    <a:pt x="10" y="696"/>
                  </a:lnTo>
                  <a:lnTo>
                    <a:pt x="10" y="699"/>
                  </a:lnTo>
                  <a:lnTo>
                    <a:pt x="10" y="699"/>
                  </a:lnTo>
                  <a:lnTo>
                    <a:pt x="10" y="700"/>
                  </a:lnTo>
                  <a:lnTo>
                    <a:pt x="10" y="703"/>
                  </a:lnTo>
                  <a:lnTo>
                    <a:pt x="12" y="703"/>
                  </a:lnTo>
                  <a:lnTo>
                    <a:pt x="16" y="704"/>
                  </a:lnTo>
                  <a:lnTo>
                    <a:pt x="20" y="704"/>
                  </a:lnTo>
                  <a:lnTo>
                    <a:pt x="20" y="704"/>
                  </a:lnTo>
                  <a:lnTo>
                    <a:pt x="22" y="707"/>
                  </a:lnTo>
                  <a:lnTo>
                    <a:pt x="23" y="709"/>
                  </a:lnTo>
                  <a:lnTo>
                    <a:pt x="22" y="712"/>
                  </a:lnTo>
                  <a:lnTo>
                    <a:pt x="20" y="714"/>
                  </a:lnTo>
                  <a:lnTo>
                    <a:pt x="20" y="714"/>
                  </a:lnTo>
                  <a:lnTo>
                    <a:pt x="10" y="715"/>
                  </a:lnTo>
                  <a:lnTo>
                    <a:pt x="6" y="715"/>
                  </a:lnTo>
                  <a:lnTo>
                    <a:pt x="5" y="716"/>
                  </a:lnTo>
                  <a:lnTo>
                    <a:pt x="5" y="718"/>
                  </a:lnTo>
                  <a:lnTo>
                    <a:pt x="5" y="718"/>
                  </a:lnTo>
                  <a:lnTo>
                    <a:pt x="6" y="721"/>
                  </a:lnTo>
                  <a:lnTo>
                    <a:pt x="5" y="723"/>
                  </a:lnTo>
                  <a:lnTo>
                    <a:pt x="2" y="724"/>
                  </a:lnTo>
                  <a:lnTo>
                    <a:pt x="2" y="724"/>
                  </a:lnTo>
                  <a:lnTo>
                    <a:pt x="0" y="739"/>
                  </a:lnTo>
                  <a:lnTo>
                    <a:pt x="0" y="739"/>
                  </a:lnTo>
                  <a:lnTo>
                    <a:pt x="1" y="740"/>
                  </a:lnTo>
                  <a:lnTo>
                    <a:pt x="2" y="741"/>
                  </a:lnTo>
                  <a:lnTo>
                    <a:pt x="2" y="741"/>
                  </a:lnTo>
                  <a:lnTo>
                    <a:pt x="2" y="746"/>
                  </a:lnTo>
                  <a:lnTo>
                    <a:pt x="2" y="750"/>
                  </a:lnTo>
                  <a:lnTo>
                    <a:pt x="2" y="750"/>
                  </a:lnTo>
                  <a:lnTo>
                    <a:pt x="0" y="753"/>
                  </a:lnTo>
                  <a:lnTo>
                    <a:pt x="0" y="753"/>
                  </a:lnTo>
                  <a:lnTo>
                    <a:pt x="2" y="773"/>
                  </a:lnTo>
                  <a:lnTo>
                    <a:pt x="2" y="773"/>
                  </a:lnTo>
                  <a:lnTo>
                    <a:pt x="5" y="780"/>
                  </a:lnTo>
                  <a:lnTo>
                    <a:pt x="6" y="785"/>
                  </a:lnTo>
                  <a:lnTo>
                    <a:pt x="6" y="785"/>
                  </a:lnTo>
                  <a:lnTo>
                    <a:pt x="9" y="789"/>
                  </a:lnTo>
                  <a:lnTo>
                    <a:pt x="9" y="796"/>
                  </a:lnTo>
                  <a:lnTo>
                    <a:pt x="9" y="809"/>
                  </a:lnTo>
                  <a:lnTo>
                    <a:pt x="9" y="809"/>
                  </a:lnTo>
                  <a:lnTo>
                    <a:pt x="18" y="808"/>
                  </a:lnTo>
                  <a:lnTo>
                    <a:pt x="18" y="808"/>
                  </a:lnTo>
                  <a:lnTo>
                    <a:pt x="21" y="809"/>
                  </a:lnTo>
                  <a:lnTo>
                    <a:pt x="22" y="809"/>
                  </a:lnTo>
                  <a:lnTo>
                    <a:pt x="22" y="815"/>
                  </a:lnTo>
                  <a:lnTo>
                    <a:pt x="22" y="815"/>
                  </a:lnTo>
                  <a:lnTo>
                    <a:pt x="22" y="816"/>
                  </a:lnTo>
                  <a:lnTo>
                    <a:pt x="25" y="816"/>
                  </a:lnTo>
                  <a:lnTo>
                    <a:pt x="28" y="815"/>
                  </a:lnTo>
                  <a:lnTo>
                    <a:pt x="34" y="814"/>
                  </a:lnTo>
                  <a:lnTo>
                    <a:pt x="36" y="812"/>
                  </a:lnTo>
                  <a:lnTo>
                    <a:pt x="38" y="814"/>
                  </a:lnTo>
                  <a:lnTo>
                    <a:pt x="38" y="814"/>
                  </a:lnTo>
                  <a:lnTo>
                    <a:pt x="41" y="819"/>
                  </a:lnTo>
                  <a:lnTo>
                    <a:pt x="44" y="830"/>
                  </a:lnTo>
                  <a:lnTo>
                    <a:pt x="50" y="849"/>
                  </a:lnTo>
                  <a:lnTo>
                    <a:pt x="50" y="849"/>
                  </a:lnTo>
                  <a:lnTo>
                    <a:pt x="53" y="854"/>
                  </a:lnTo>
                  <a:lnTo>
                    <a:pt x="57" y="857"/>
                  </a:lnTo>
                  <a:lnTo>
                    <a:pt x="60" y="860"/>
                  </a:lnTo>
                  <a:lnTo>
                    <a:pt x="64" y="864"/>
                  </a:lnTo>
                  <a:lnTo>
                    <a:pt x="64" y="864"/>
                  </a:lnTo>
                  <a:lnTo>
                    <a:pt x="64" y="868"/>
                  </a:lnTo>
                  <a:lnTo>
                    <a:pt x="63" y="870"/>
                  </a:lnTo>
                  <a:lnTo>
                    <a:pt x="59" y="875"/>
                  </a:lnTo>
                  <a:lnTo>
                    <a:pt x="52" y="883"/>
                  </a:lnTo>
                  <a:lnTo>
                    <a:pt x="52" y="883"/>
                  </a:lnTo>
                  <a:lnTo>
                    <a:pt x="50" y="890"/>
                  </a:lnTo>
                  <a:lnTo>
                    <a:pt x="50" y="900"/>
                  </a:lnTo>
                  <a:lnTo>
                    <a:pt x="50" y="900"/>
                  </a:lnTo>
                  <a:lnTo>
                    <a:pt x="54" y="899"/>
                  </a:lnTo>
                  <a:lnTo>
                    <a:pt x="59" y="897"/>
                  </a:lnTo>
                  <a:lnTo>
                    <a:pt x="66" y="897"/>
                  </a:lnTo>
                  <a:lnTo>
                    <a:pt x="66" y="897"/>
                  </a:lnTo>
                  <a:lnTo>
                    <a:pt x="74" y="896"/>
                  </a:lnTo>
                  <a:lnTo>
                    <a:pt x="78" y="895"/>
                  </a:lnTo>
                  <a:lnTo>
                    <a:pt x="80" y="893"/>
                  </a:lnTo>
                  <a:lnTo>
                    <a:pt x="80" y="893"/>
                  </a:lnTo>
                  <a:lnTo>
                    <a:pt x="82" y="891"/>
                  </a:lnTo>
                  <a:lnTo>
                    <a:pt x="85" y="891"/>
                  </a:lnTo>
                  <a:lnTo>
                    <a:pt x="86" y="894"/>
                  </a:lnTo>
                  <a:lnTo>
                    <a:pt x="87" y="897"/>
                  </a:lnTo>
                  <a:lnTo>
                    <a:pt x="87" y="897"/>
                  </a:lnTo>
                  <a:lnTo>
                    <a:pt x="92" y="909"/>
                  </a:lnTo>
                  <a:lnTo>
                    <a:pt x="95" y="915"/>
                  </a:lnTo>
                  <a:lnTo>
                    <a:pt x="97" y="918"/>
                  </a:lnTo>
                  <a:lnTo>
                    <a:pt x="97" y="918"/>
                  </a:lnTo>
                  <a:lnTo>
                    <a:pt x="107" y="927"/>
                  </a:lnTo>
                  <a:lnTo>
                    <a:pt x="116" y="937"/>
                  </a:lnTo>
                  <a:lnTo>
                    <a:pt x="116" y="937"/>
                  </a:lnTo>
                  <a:lnTo>
                    <a:pt x="117" y="938"/>
                  </a:lnTo>
                  <a:lnTo>
                    <a:pt x="121" y="939"/>
                  </a:lnTo>
                  <a:lnTo>
                    <a:pt x="128" y="942"/>
                  </a:lnTo>
                  <a:lnTo>
                    <a:pt x="137" y="943"/>
                  </a:lnTo>
                  <a:lnTo>
                    <a:pt x="143" y="945"/>
                  </a:lnTo>
                  <a:lnTo>
                    <a:pt x="143" y="945"/>
                  </a:lnTo>
                  <a:lnTo>
                    <a:pt x="151" y="948"/>
                  </a:lnTo>
                  <a:lnTo>
                    <a:pt x="160" y="949"/>
                  </a:lnTo>
                  <a:lnTo>
                    <a:pt x="160" y="949"/>
                  </a:lnTo>
                  <a:lnTo>
                    <a:pt x="162" y="949"/>
                  </a:lnTo>
                  <a:lnTo>
                    <a:pt x="165" y="950"/>
                  </a:lnTo>
                  <a:lnTo>
                    <a:pt x="169" y="954"/>
                  </a:lnTo>
                  <a:lnTo>
                    <a:pt x="171" y="958"/>
                  </a:lnTo>
                  <a:lnTo>
                    <a:pt x="174" y="963"/>
                  </a:lnTo>
                  <a:lnTo>
                    <a:pt x="174" y="963"/>
                  </a:lnTo>
                  <a:lnTo>
                    <a:pt x="175" y="966"/>
                  </a:lnTo>
                  <a:lnTo>
                    <a:pt x="174" y="973"/>
                  </a:lnTo>
                  <a:lnTo>
                    <a:pt x="172" y="985"/>
                  </a:lnTo>
                  <a:lnTo>
                    <a:pt x="172" y="985"/>
                  </a:lnTo>
                  <a:lnTo>
                    <a:pt x="171" y="990"/>
                  </a:lnTo>
                  <a:lnTo>
                    <a:pt x="167" y="993"/>
                  </a:lnTo>
                  <a:lnTo>
                    <a:pt x="162" y="997"/>
                  </a:lnTo>
                  <a:lnTo>
                    <a:pt x="156" y="998"/>
                  </a:lnTo>
                  <a:lnTo>
                    <a:pt x="156" y="998"/>
                  </a:lnTo>
                  <a:lnTo>
                    <a:pt x="155" y="1000"/>
                  </a:lnTo>
                  <a:lnTo>
                    <a:pt x="154" y="1001"/>
                  </a:lnTo>
                  <a:lnTo>
                    <a:pt x="153" y="1003"/>
                  </a:lnTo>
                  <a:lnTo>
                    <a:pt x="153" y="1003"/>
                  </a:lnTo>
                  <a:lnTo>
                    <a:pt x="156" y="1002"/>
                  </a:lnTo>
                  <a:lnTo>
                    <a:pt x="156" y="1002"/>
                  </a:lnTo>
                  <a:lnTo>
                    <a:pt x="160" y="1002"/>
                  </a:lnTo>
                  <a:lnTo>
                    <a:pt x="162" y="1003"/>
                  </a:lnTo>
                  <a:lnTo>
                    <a:pt x="162" y="1005"/>
                  </a:lnTo>
                  <a:lnTo>
                    <a:pt x="162" y="1005"/>
                  </a:lnTo>
                  <a:lnTo>
                    <a:pt x="160" y="1007"/>
                  </a:lnTo>
                  <a:lnTo>
                    <a:pt x="156" y="1009"/>
                  </a:lnTo>
                  <a:lnTo>
                    <a:pt x="149" y="1013"/>
                  </a:lnTo>
                  <a:lnTo>
                    <a:pt x="149" y="1013"/>
                  </a:lnTo>
                  <a:lnTo>
                    <a:pt x="144" y="1016"/>
                  </a:lnTo>
                  <a:lnTo>
                    <a:pt x="143" y="1017"/>
                  </a:lnTo>
                  <a:lnTo>
                    <a:pt x="143" y="1021"/>
                  </a:lnTo>
                  <a:lnTo>
                    <a:pt x="143" y="1021"/>
                  </a:lnTo>
                  <a:lnTo>
                    <a:pt x="143" y="1025"/>
                  </a:lnTo>
                  <a:lnTo>
                    <a:pt x="142" y="1030"/>
                  </a:lnTo>
                  <a:lnTo>
                    <a:pt x="140" y="1037"/>
                  </a:lnTo>
                  <a:lnTo>
                    <a:pt x="138" y="1040"/>
                  </a:lnTo>
                  <a:lnTo>
                    <a:pt x="138" y="1040"/>
                  </a:lnTo>
                  <a:lnTo>
                    <a:pt x="135" y="1041"/>
                  </a:lnTo>
                  <a:lnTo>
                    <a:pt x="133" y="1041"/>
                  </a:lnTo>
                  <a:lnTo>
                    <a:pt x="129" y="1043"/>
                  </a:lnTo>
                  <a:lnTo>
                    <a:pt x="129" y="1043"/>
                  </a:lnTo>
                  <a:lnTo>
                    <a:pt x="128" y="1043"/>
                  </a:lnTo>
                  <a:lnTo>
                    <a:pt x="128" y="1044"/>
                  </a:lnTo>
                  <a:lnTo>
                    <a:pt x="130" y="1046"/>
                  </a:lnTo>
                  <a:lnTo>
                    <a:pt x="138" y="1053"/>
                  </a:lnTo>
                  <a:lnTo>
                    <a:pt x="138" y="1053"/>
                  </a:lnTo>
                  <a:lnTo>
                    <a:pt x="142" y="1055"/>
                  </a:lnTo>
                  <a:lnTo>
                    <a:pt x="145" y="1055"/>
                  </a:lnTo>
                  <a:lnTo>
                    <a:pt x="149" y="1055"/>
                  </a:lnTo>
                  <a:lnTo>
                    <a:pt x="153" y="1056"/>
                  </a:lnTo>
                  <a:lnTo>
                    <a:pt x="153" y="1056"/>
                  </a:lnTo>
                  <a:lnTo>
                    <a:pt x="156" y="1060"/>
                  </a:lnTo>
                  <a:lnTo>
                    <a:pt x="162" y="1066"/>
                  </a:lnTo>
                  <a:lnTo>
                    <a:pt x="171" y="1077"/>
                  </a:lnTo>
                  <a:lnTo>
                    <a:pt x="171" y="1077"/>
                  </a:lnTo>
                  <a:lnTo>
                    <a:pt x="172" y="1078"/>
                  </a:lnTo>
                  <a:lnTo>
                    <a:pt x="172" y="1078"/>
                  </a:lnTo>
                  <a:lnTo>
                    <a:pt x="183" y="1074"/>
                  </a:lnTo>
                  <a:lnTo>
                    <a:pt x="183" y="1074"/>
                  </a:lnTo>
                  <a:lnTo>
                    <a:pt x="188" y="1074"/>
                  </a:lnTo>
                  <a:lnTo>
                    <a:pt x="193" y="1076"/>
                  </a:lnTo>
                  <a:lnTo>
                    <a:pt x="207" y="1083"/>
                  </a:lnTo>
                  <a:lnTo>
                    <a:pt x="207" y="1083"/>
                  </a:lnTo>
                  <a:lnTo>
                    <a:pt x="215" y="1087"/>
                  </a:lnTo>
                  <a:lnTo>
                    <a:pt x="230" y="1091"/>
                  </a:lnTo>
                  <a:lnTo>
                    <a:pt x="255" y="1098"/>
                  </a:lnTo>
                  <a:lnTo>
                    <a:pt x="255" y="1098"/>
                  </a:lnTo>
                  <a:lnTo>
                    <a:pt x="261" y="1101"/>
                  </a:lnTo>
                  <a:lnTo>
                    <a:pt x="268" y="1106"/>
                  </a:lnTo>
                  <a:lnTo>
                    <a:pt x="279" y="1113"/>
                  </a:lnTo>
                  <a:lnTo>
                    <a:pt x="279" y="1113"/>
                  </a:lnTo>
                  <a:lnTo>
                    <a:pt x="282" y="1114"/>
                  </a:lnTo>
                  <a:lnTo>
                    <a:pt x="287" y="1114"/>
                  </a:lnTo>
                  <a:lnTo>
                    <a:pt x="297" y="1109"/>
                  </a:lnTo>
                  <a:lnTo>
                    <a:pt x="297" y="1109"/>
                  </a:lnTo>
                  <a:lnTo>
                    <a:pt x="293" y="1104"/>
                  </a:lnTo>
                  <a:lnTo>
                    <a:pt x="288" y="1099"/>
                  </a:lnTo>
                  <a:lnTo>
                    <a:pt x="283" y="1094"/>
                  </a:lnTo>
                  <a:lnTo>
                    <a:pt x="281" y="1091"/>
                  </a:lnTo>
                  <a:lnTo>
                    <a:pt x="281" y="1091"/>
                  </a:lnTo>
                  <a:lnTo>
                    <a:pt x="278" y="1083"/>
                  </a:lnTo>
                  <a:lnTo>
                    <a:pt x="277" y="1075"/>
                  </a:lnTo>
                  <a:lnTo>
                    <a:pt x="277" y="1075"/>
                  </a:lnTo>
                  <a:lnTo>
                    <a:pt x="273" y="1066"/>
                  </a:lnTo>
                  <a:lnTo>
                    <a:pt x="271" y="1062"/>
                  </a:lnTo>
                  <a:lnTo>
                    <a:pt x="268" y="1061"/>
                  </a:lnTo>
                  <a:lnTo>
                    <a:pt x="268" y="1061"/>
                  </a:lnTo>
                  <a:lnTo>
                    <a:pt x="263" y="1060"/>
                  </a:lnTo>
                  <a:lnTo>
                    <a:pt x="263" y="1059"/>
                  </a:lnTo>
                  <a:lnTo>
                    <a:pt x="265" y="1056"/>
                  </a:lnTo>
                  <a:lnTo>
                    <a:pt x="265" y="1056"/>
                  </a:lnTo>
                  <a:lnTo>
                    <a:pt x="266" y="1054"/>
                  </a:lnTo>
                  <a:lnTo>
                    <a:pt x="267" y="1050"/>
                  </a:lnTo>
                  <a:lnTo>
                    <a:pt x="268" y="1043"/>
                  </a:lnTo>
                  <a:lnTo>
                    <a:pt x="270" y="1034"/>
                  </a:lnTo>
                  <a:lnTo>
                    <a:pt x="271" y="1030"/>
                  </a:lnTo>
                  <a:lnTo>
                    <a:pt x="271" y="1030"/>
                  </a:lnTo>
                  <a:lnTo>
                    <a:pt x="273" y="1028"/>
                  </a:lnTo>
                  <a:lnTo>
                    <a:pt x="275" y="1027"/>
                  </a:lnTo>
                  <a:lnTo>
                    <a:pt x="277" y="1027"/>
                  </a:lnTo>
                  <a:lnTo>
                    <a:pt x="279" y="1028"/>
                  </a:lnTo>
                  <a:lnTo>
                    <a:pt x="279" y="1028"/>
                  </a:lnTo>
                  <a:lnTo>
                    <a:pt x="281" y="1029"/>
                  </a:lnTo>
                  <a:lnTo>
                    <a:pt x="282" y="1029"/>
                  </a:lnTo>
                  <a:lnTo>
                    <a:pt x="284" y="1027"/>
                  </a:lnTo>
                  <a:lnTo>
                    <a:pt x="284" y="1027"/>
                  </a:lnTo>
                  <a:lnTo>
                    <a:pt x="294" y="1019"/>
                  </a:lnTo>
                  <a:lnTo>
                    <a:pt x="294" y="1019"/>
                  </a:lnTo>
                  <a:lnTo>
                    <a:pt x="289" y="1013"/>
                  </a:lnTo>
                  <a:lnTo>
                    <a:pt x="289" y="1013"/>
                  </a:lnTo>
                  <a:lnTo>
                    <a:pt x="288" y="1011"/>
                  </a:lnTo>
                  <a:lnTo>
                    <a:pt x="289" y="1007"/>
                  </a:lnTo>
                  <a:lnTo>
                    <a:pt x="291" y="998"/>
                  </a:lnTo>
                  <a:lnTo>
                    <a:pt x="291" y="998"/>
                  </a:lnTo>
                  <a:lnTo>
                    <a:pt x="291" y="996"/>
                  </a:lnTo>
                  <a:lnTo>
                    <a:pt x="289" y="996"/>
                  </a:lnTo>
                  <a:lnTo>
                    <a:pt x="282" y="993"/>
                  </a:lnTo>
                  <a:lnTo>
                    <a:pt x="282" y="993"/>
                  </a:lnTo>
                  <a:lnTo>
                    <a:pt x="277" y="992"/>
                  </a:lnTo>
                  <a:lnTo>
                    <a:pt x="273" y="989"/>
                  </a:lnTo>
                  <a:lnTo>
                    <a:pt x="267" y="980"/>
                  </a:lnTo>
                  <a:lnTo>
                    <a:pt x="267" y="980"/>
                  </a:lnTo>
                  <a:lnTo>
                    <a:pt x="266" y="975"/>
                  </a:lnTo>
                  <a:lnTo>
                    <a:pt x="266" y="970"/>
                  </a:lnTo>
                  <a:lnTo>
                    <a:pt x="267" y="964"/>
                  </a:lnTo>
                  <a:lnTo>
                    <a:pt x="268" y="958"/>
                  </a:lnTo>
                  <a:lnTo>
                    <a:pt x="268" y="958"/>
                  </a:lnTo>
                  <a:lnTo>
                    <a:pt x="272" y="952"/>
                  </a:lnTo>
                  <a:lnTo>
                    <a:pt x="276" y="945"/>
                  </a:lnTo>
                  <a:lnTo>
                    <a:pt x="281" y="938"/>
                  </a:lnTo>
                  <a:lnTo>
                    <a:pt x="281" y="938"/>
                  </a:lnTo>
                  <a:lnTo>
                    <a:pt x="282" y="932"/>
                  </a:lnTo>
                  <a:lnTo>
                    <a:pt x="283" y="927"/>
                  </a:lnTo>
                  <a:lnTo>
                    <a:pt x="286" y="923"/>
                  </a:lnTo>
                  <a:lnTo>
                    <a:pt x="286" y="923"/>
                  </a:lnTo>
                  <a:lnTo>
                    <a:pt x="289" y="922"/>
                  </a:lnTo>
                  <a:lnTo>
                    <a:pt x="297" y="922"/>
                  </a:lnTo>
                  <a:lnTo>
                    <a:pt x="310" y="921"/>
                  </a:lnTo>
                  <a:lnTo>
                    <a:pt x="310" y="921"/>
                  </a:lnTo>
                  <a:lnTo>
                    <a:pt x="313" y="920"/>
                  </a:lnTo>
                  <a:lnTo>
                    <a:pt x="314" y="918"/>
                  </a:lnTo>
                  <a:lnTo>
                    <a:pt x="318" y="912"/>
                  </a:lnTo>
                  <a:lnTo>
                    <a:pt x="320" y="906"/>
                  </a:lnTo>
                  <a:lnTo>
                    <a:pt x="321" y="902"/>
                  </a:lnTo>
                  <a:lnTo>
                    <a:pt x="321" y="902"/>
                  </a:lnTo>
                  <a:lnTo>
                    <a:pt x="325" y="901"/>
                  </a:lnTo>
                  <a:lnTo>
                    <a:pt x="330" y="901"/>
                  </a:lnTo>
                  <a:lnTo>
                    <a:pt x="340" y="902"/>
                  </a:lnTo>
                  <a:lnTo>
                    <a:pt x="340" y="902"/>
                  </a:lnTo>
                  <a:lnTo>
                    <a:pt x="343" y="901"/>
                  </a:lnTo>
                  <a:lnTo>
                    <a:pt x="347" y="900"/>
                  </a:lnTo>
                  <a:lnTo>
                    <a:pt x="350" y="897"/>
                  </a:lnTo>
                  <a:lnTo>
                    <a:pt x="351" y="897"/>
                  </a:lnTo>
                  <a:lnTo>
                    <a:pt x="351" y="897"/>
                  </a:lnTo>
                  <a:lnTo>
                    <a:pt x="361" y="911"/>
                  </a:lnTo>
                  <a:lnTo>
                    <a:pt x="367" y="918"/>
                  </a:lnTo>
                  <a:lnTo>
                    <a:pt x="371" y="922"/>
                  </a:lnTo>
                  <a:lnTo>
                    <a:pt x="373" y="922"/>
                  </a:lnTo>
                  <a:lnTo>
                    <a:pt x="373" y="922"/>
                  </a:lnTo>
                  <a:lnTo>
                    <a:pt x="377" y="922"/>
                  </a:lnTo>
                  <a:lnTo>
                    <a:pt x="378" y="921"/>
                  </a:lnTo>
                  <a:lnTo>
                    <a:pt x="380" y="918"/>
                  </a:lnTo>
                  <a:lnTo>
                    <a:pt x="382" y="915"/>
                  </a:lnTo>
                  <a:lnTo>
                    <a:pt x="382" y="911"/>
                  </a:lnTo>
                  <a:lnTo>
                    <a:pt x="382" y="911"/>
                  </a:lnTo>
                  <a:lnTo>
                    <a:pt x="383" y="909"/>
                  </a:lnTo>
                  <a:lnTo>
                    <a:pt x="385" y="906"/>
                  </a:lnTo>
                  <a:lnTo>
                    <a:pt x="388" y="906"/>
                  </a:lnTo>
                  <a:lnTo>
                    <a:pt x="391" y="907"/>
                  </a:lnTo>
                  <a:lnTo>
                    <a:pt x="391" y="907"/>
                  </a:lnTo>
                  <a:lnTo>
                    <a:pt x="405" y="915"/>
                  </a:lnTo>
                  <a:lnTo>
                    <a:pt x="417" y="920"/>
                  </a:lnTo>
                  <a:lnTo>
                    <a:pt x="417" y="920"/>
                  </a:lnTo>
                  <a:lnTo>
                    <a:pt x="420" y="920"/>
                  </a:lnTo>
                  <a:lnTo>
                    <a:pt x="423" y="918"/>
                  </a:lnTo>
                  <a:lnTo>
                    <a:pt x="428" y="915"/>
                  </a:lnTo>
                  <a:lnTo>
                    <a:pt x="428" y="915"/>
                  </a:lnTo>
                  <a:lnTo>
                    <a:pt x="437" y="917"/>
                  </a:lnTo>
                  <a:lnTo>
                    <a:pt x="442" y="918"/>
                  </a:lnTo>
                  <a:lnTo>
                    <a:pt x="447" y="918"/>
                  </a:lnTo>
                  <a:lnTo>
                    <a:pt x="447" y="918"/>
                  </a:lnTo>
                  <a:lnTo>
                    <a:pt x="448" y="917"/>
                  </a:lnTo>
                  <a:lnTo>
                    <a:pt x="449" y="913"/>
                  </a:lnTo>
                  <a:lnTo>
                    <a:pt x="448" y="911"/>
                  </a:lnTo>
                  <a:lnTo>
                    <a:pt x="446" y="909"/>
                  </a:lnTo>
                  <a:lnTo>
                    <a:pt x="446" y="909"/>
                  </a:lnTo>
                  <a:lnTo>
                    <a:pt x="444" y="906"/>
                  </a:lnTo>
                  <a:lnTo>
                    <a:pt x="444" y="904"/>
                  </a:lnTo>
                  <a:lnTo>
                    <a:pt x="446" y="900"/>
                  </a:lnTo>
                  <a:lnTo>
                    <a:pt x="451" y="897"/>
                  </a:lnTo>
                  <a:lnTo>
                    <a:pt x="451" y="897"/>
                  </a:lnTo>
                  <a:lnTo>
                    <a:pt x="455" y="895"/>
                  </a:lnTo>
                  <a:lnTo>
                    <a:pt x="459" y="891"/>
                  </a:lnTo>
                  <a:lnTo>
                    <a:pt x="465" y="884"/>
                  </a:lnTo>
                  <a:lnTo>
                    <a:pt x="465" y="884"/>
                  </a:lnTo>
                  <a:lnTo>
                    <a:pt x="468" y="879"/>
                  </a:lnTo>
                  <a:lnTo>
                    <a:pt x="470" y="872"/>
                  </a:lnTo>
                  <a:lnTo>
                    <a:pt x="473" y="865"/>
                  </a:lnTo>
                  <a:lnTo>
                    <a:pt x="476" y="859"/>
                  </a:lnTo>
                  <a:lnTo>
                    <a:pt x="476" y="859"/>
                  </a:lnTo>
                  <a:lnTo>
                    <a:pt x="481" y="856"/>
                  </a:lnTo>
                  <a:lnTo>
                    <a:pt x="490" y="853"/>
                  </a:lnTo>
                  <a:lnTo>
                    <a:pt x="499" y="851"/>
                  </a:lnTo>
                  <a:lnTo>
                    <a:pt x="505" y="849"/>
                  </a:lnTo>
                  <a:lnTo>
                    <a:pt x="505" y="849"/>
                  </a:lnTo>
                  <a:lnTo>
                    <a:pt x="507" y="849"/>
                  </a:lnTo>
                  <a:lnTo>
                    <a:pt x="508" y="848"/>
                  </a:lnTo>
                  <a:lnTo>
                    <a:pt x="510" y="846"/>
                  </a:lnTo>
                  <a:lnTo>
                    <a:pt x="510" y="846"/>
                  </a:lnTo>
                  <a:lnTo>
                    <a:pt x="513" y="844"/>
                  </a:lnTo>
                  <a:lnTo>
                    <a:pt x="518" y="844"/>
                  </a:lnTo>
                  <a:lnTo>
                    <a:pt x="529" y="844"/>
                  </a:lnTo>
                  <a:lnTo>
                    <a:pt x="529" y="844"/>
                  </a:lnTo>
                  <a:lnTo>
                    <a:pt x="537" y="842"/>
                  </a:lnTo>
                  <a:lnTo>
                    <a:pt x="548" y="838"/>
                  </a:lnTo>
                  <a:lnTo>
                    <a:pt x="565" y="831"/>
                  </a:lnTo>
                  <a:lnTo>
                    <a:pt x="565" y="831"/>
                  </a:lnTo>
                  <a:lnTo>
                    <a:pt x="568" y="832"/>
                  </a:lnTo>
                  <a:lnTo>
                    <a:pt x="570" y="832"/>
                  </a:lnTo>
                  <a:lnTo>
                    <a:pt x="579" y="835"/>
                  </a:lnTo>
                  <a:lnTo>
                    <a:pt x="579" y="835"/>
                  </a:lnTo>
                  <a:lnTo>
                    <a:pt x="584" y="835"/>
                  </a:lnTo>
                  <a:lnTo>
                    <a:pt x="586" y="835"/>
                  </a:lnTo>
                  <a:lnTo>
                    <a:pt x="592" y="833"/>
                  </a:lnTo>
                  <a:lnTo>
                    <a:pt x="592" y="833"/>
                  </a:lnTo>
                  <a:lnTo>
                    <a:pt x="593" y="833"/>
                  </a:lnTo>
                  <a:lnTo>
                    <a:pt x="593" y="836"/>
                  </a:lnTo>
                  <a:lnTo>
                    <a:pt x="593" y="841"/>
                  </a:lnTo>
                  <a:lnTo>
                    <a:pt x="592" y="847"/>
                  </a:lnTo>
                  <a:lnTo>
                    <a:pt x="592" y="852"/>
                  </a:lnTo>
                  <a:lnTo>
                    <a:pt x="592" y="852"/>
                  </a:lnTo>
                  <a:lnTo>
                    <a:pt x="595" y="853"/>
                  </a:lnTo>
                  <a:lnTo>
                    <a:pt x="598" y="853"/>
                  </a:lnTo>
                  <a:lnTo>
                    <a:pt x="608" y="854"/>
                  </a:lnTo>
                  <a:lnTo>
                    <a:pt x="619" y="854"/>
                  </a:lnTo>
                  <a:lnTo>
                    <a:pt x="623" y="856"/>
                  </a:lnTo>
                  <a:lnTo>
                    <a:pt x="625" y="857"/>
                  </a:lnTo>
                  <a:lnTo>
                    <a:pt x="625" y="857"/>
                  </a:lnTo>
                  <a:lnTo>
                    <a:pt x="627" y="859"/>
                  </a:lnTo>
                  <a:lnTo>
                    <a:pt x="627" y="862"/>
                  </a:lnTo>
                  <a:lnTo>
                    <a:pt x="625" y="868"/>
                  </a:lnTo>
                  <a:lnTo>
                    <a:pt x="625" y="868"/>
                  </a:lnTo>
                  <a:lnTo>
                    <a:pt x="625" y="870"/>
                  </a:lnTo>
                  <a:lnTo>
                    <a:pt x="627" y="873"/>
                  </a:lnTo>
                  <a:lnTo>
                    <a:pt x="629" y="877"/>
                  </a:lnTo>
                  <a:lnTo>
                    <a:pt x="634" y="881"/>
                  </a:lnTo>
                  <a:lnTo>
                    <a:pt x="639" y="884"/>
                  </a:lnTo>
                  <a:lnTo>
                    <a:pt x="639" y="884"/>
                  </a:lnTo>
                  <a:lnTo>
                    <a:pt x="643" y="884"/>
                  </a:lnTo>
                  <a:lnTo>
                    <a:pt x="646" y="883"/>
                  </a:lnTo>
                  <a:lnTo>
                    <a:pt x="654" y="877"/>
                  </a:lnTo>
                  <a:lnTo>
                    <a:pt x="662" y="869"/>
                  </a:lnTo>
                  <a:lnTo>
                    <a:pt x="667" y="868"/>
                  </a:lnTo>
                  <a:lnTo>
                    <a:pt x="671" y="867"/>
                  </a:lnTo>
                  <a:lnTo>
                    <a:pt x="671" y="867"/>
                  </a:lnTo>
                  <a:lnTo>
                    <a:pt x="675" y="868"/>
                  </a:lnTo>
                  <a:lnTo>
                    <a:pt x="680" y="873"/>
                  </a:lnTo>
                  <a:lnTo>
                    <a:pt x="692" y="888"/>
                  </a:lnTo>
                  <a:lnTo>
                    <a:pt x="702" y="904"/>
                  </a:lnTo>
                  <a:lnTo>
                    <a:pt x="708" y="915"/>
                  </a:lnTo>
                  <a:lnTo>
                    <a:pt x="708" y="915"/>
                  </a:lnTo>
                  <a:lnTo>
                    <a:pt x="710" y="918"/>
                  </a:lnTo>
                  <a:lnTo>
                    <a:pt x="713" y="920"/>
                  </a:lnTo>
                  <a:lnTo>
                    <a:pt x="718" y="923"/>
                  </a:lnTo>
                  <a:lnTo>
                    <a:pt x="724" y="925"/>
                  </a:lnTo>
                  <a:lnTo>
                    <a:pt x="730" y="925"/>
                  </a:lnTo>
                  <a:lnTo>
                    <a:pt x="730" y="925"/>
                  </a:lnTo>
                  <a:lnTo>
                    <a:pt x="734" y="926"/>
                  </a:lnTo>
                  <a:lnTo>
                    <a:pt x="737" y="928"/>
                  </a:lnTo>
                  <a:lnTo>
                    <a:pt x="746" y="934"/>
                  </a:lnTo>
                  <a:lnTo>
                    <a:pt x="746" y="934"/>
                  </a:lnTo>
                  <a:lnTo>
                    <a:pt x="751" y="937"/>
                  </a:lnTo>
                  <a:lnTo>
                    <a:pt x="756" y="937"/>
                  </a:lnTo>
                  <a:lnTo>
                    <a:pt x="766" y="936"/>
                  </a:lnTo>
                  <a:lnTo>
                    <a:pt x="766" y="936"/>
                  </a:lnTo>
                  <a:lnTo>
                    <a:pt x="771" y="937"/>
                  </a:lnTo>
                  <a:lnTo>
                    <a:pt x="777" y="939"/>
                  </a:lnTo>
                  <a:lnTo>
                    <a:pt x="795" y="947"/>
                  </a:lnTo>
                  <a:lnTo>
                    <a:pt x="812" y="955"/>
                  </a:lnTo>
                  <a:lnTo>
                    <a:pt x="824" y="961"/>
                  </a:lnTo>
                  <a:lnTo>
                    <a:pt x="824" y="961"/>
                  </a:lnTo>
                  <a:lnTo>
                    <a:pt x="825" y="963"/>
                  </a:lnTo>
                  <a:lnTo>
                    <a:pt x="827" y="963"/>
                  </a:lnTo>
                  <a:lnTo>
                    <a:pt x="830" y="961"/>
                  </a:lnTo>
                  <a:lnTo>
                    <a:pt x="832" y="959"/>
                  </a:lnTo>
                  <a:lnTo>
                    <a:pt x="836" y="959"/>
                  </a:lnTo>
                  <a:lnTo>
                    <a:pt x="836" y="959"/>
                  </a:lnTo>
                  <a:lnTo>
                    <a:pt x="838" y="959"/>
                  </a:lnTo>
                  <a:lnTo>
                    <a:pt x="842" y="958"/>
                  </a:lnTo>
                  <a:lnTo>
                    <a:pt x="848" y="955"/>
                  </a:lnTo>
                  <a:lnTo>
                    <a:pt x="848" y="955"/>
                  </a:lnTo>
                  <a:lnTo>
                    <a:pt x="849" y="954"/>
                  </a:lnTo>
                  <a:lnTo>
                    <a:pt x="849" y="952"/>
                  </a:lnTo>
                  <a:lnTo>
                    <a:pt x="851" y="945"/>
                  </a:lnTo>
                  <a:lnTo>
                    <a:pt x="849" y="939"/>
                  </a:lnTo>
                  <a:lnTo>
                    <a:pt x="851" y="936"/>
                  </a:lnTo>
                  <a:lnTo>
                    <a:pt x="851" y="936"/>
                  </a:lnTo>
                  <a:lnTo>
                    <a:pt x="854" y="934"/>
                  </a:lnTo>
                  <a:lnTo>
                    <a:pt x="861" y="933"/>
                  </a:lnTo>
                  <a:lnTo>
                    <a:pt x="874" y="932"/>
                  </a:lnTo>
                  <a:lnTo>
                    <a:pt x="874" y="932"/>
                  </a:lnTo>
                  <a:lnTo>
                    <a:pt x="888" y="929"/>
                  </a:lnTo>
                  <a:lnTo>
                    <a:pt x="900" y="926"/>
                  </a:lnTo>
                  <a:lnTo>
                    <a:pt x="900" y="926"/>
                  </a:lnTo>
                  <a:lnTo>
                    <a:pt x="904" y="926"/>
                  </a:lnTo>
                  <a:lnTo>
                    <a:pt x="907" y="926"/>
                  </a:lnTo>
                  <a:lnTo>
                    <a:pt x="915" y="929"/>
                  </a:lnTo>
                  <a:lnTo>
                    <a:pt x="915" y="929"/>
                  </a:lnTo>
                  <a:lnTo>
                    <a:pt x="920" y="931"/>
                  </a:lnTo>
                  <a:lnTo>
                    <a:pt x="922" y="932"/>
                  </a:lnTo>
                  <a:lnTo>
                    <a:pt x="926" y="933"/>
                  </a:lnTo>
                  <a:lnTo>
                    <a:pt x="929" y="934"/>
                  </a:lnTo>
                  <a:lnTo>
                    <a:pt x="929" y="934"/>
                  </a:lnTo>
                  <a:lnTo>
                    <a:pt x="939" y="942"/>
                  </a:lnTo>
                  <a:lnTo>
                    <a:pt x="945" y="947"/>
                  </a:lnTo>
                  <a:lnTo>
                    <a:pt x="952" y="949"/>
                  </a:lnTo>
                  <a:lnTo>
                    <a:pt x="952" y="949"/>
                  </a:lnTo>
                  <a:lnTo>
                    <a:pt x="954" y="949"/>
                  </a:lnTo>
                  <a:lnTo>
                    <a:pt x="958" y="949"/>
                  </a:lnTo>
                  <a:lnTo>
                    <a:pt x="963" y="945"/>
                  </a:lnTo>
                  <a:lnTo>
                    <a:pt x="966" y="941"/>
                  </a:lnTo>
                  <a:lnTo>
                    <a:pt x="969" y="937"/>
                  </a:lnTo>
                  <a:lnTo>
                    <a:pt x="969" y="937"/>
                  </a:lnTo>
                  <a:lnTo>
                    <a:pt x="969" y="933"/>
                  </a:lnTo>
                  <a:lnTo>
                    <a:pt x="968" y="932"/>
                  </a:lnTo>
                  <a:lnTo>
                    <a:pt x="968" y="932"/>
                  </a:lnTo>
                  <a:lnTo>
                    <a:pt x="968" y="928"/>
                  </a:lnTo>
                  <a:lnTo>
                    <a:pt x="970" y="923"/>
                  </a:lnTo>
                  <a:lnTo>
                    <a:pt x="977" y="912"/>
                  </a:lnTo>
                  <a:lnTo>
                    <a:pt x="977" y="912"/>
                  </a:lnTo>
                  <a:lnTo>
                    <a:pt x="980" y="909"/>
                  </a:lnTo>
                  <a:lnTo>
                    <a:pt x="980" y="906"/>
                  </a:lnTo>
                  <a:lnTo>
                    <a:pt x="980" y="906"/>
                  </a:lnTo>
                  <a:lnTo>
                    <a:pt x="980" y="904"/>
                  </a:lnTo>
                  <a:lnTo>
                    <a:pt x="981" y="904"/>
                  </a:lnTo>
                  <a:lnTo>
                    <a:pt x="986" y="906"/>
                  </a:lnTo>
                  <a:lnTo>
                    <a:pt x="986" y="906"/>
                  </a:lnTo>
                  <a:lnTo>
                    <a:pt x="1003" y="913"/>
                  </a:lnTo>
                  <a:lnTo>
                    <a:pt x="1003" y="913"/>
                  </a:lnTo>
                  <a:lnTo>
                    <a:pt x="1012" y="916"/>
                  </a:lnTo>
                  <a:lnTo>
                    <a:pt x="1017" y="918"/>
                  </a:lnTo>
                  <a:lnTo>
                    <a:pt x="1019" y="921"/>
                  </a:lnTo>
                  <a:lnTo>
                    <a:pt x="1021" y="923"/>
                  </a:lnTo>
                  <a:lnTo>
                    <a:pt x="1021" y="923"/>
                  </a:lnTo>
                  <a:lnTo>
                    <a:pt x="1022" y="929"/>
                  </a:lnTo>
                  <a:lnTo>
                    <a:pt x="1027" y="936"/>
                  </a:lnTo>
                  <a:lnTo>
                    <a:pt x="1033" y="939"/>
                  </a:lnTo>
                  <a:lnTo>
                    <a:pt x="1040" y="942"/>
                  </a:lnTo>
                  <a:lnTo>
                    <a:pt x="1040" y="942"/>
                  </a:lnTo>
                  <a:lnTo>
                    <a:pt x="1048" y="942"/>
                  </a:lnTo>
                  <a:lnTo>
                    <a:pt x="1055" y="942"/>
                  </a:lnTo>
                  <a:lnTo>
                    <a:pt x="1062" y="941"/>
                  </a:lnTo>
                  <a:lnTo>
                    <a:pt x="1067" y="938"/>
                  </a:lnTo>
                  <a:lnTo>
                    <a:pt x="1067" y="938"/>
                  </a:lnTo>
                  <a:lnTo>
                    <a:pt x="1071" y="938"/>
                  </a:lnTo>
                  <a:lnTo>
                    <a:pt x="1076" y="938"/>
                  </a:lnTo>
                  <a:lnTo>
                    <a:pt x="1080" y="939"/>
                  </a:lnTo>
                  <a:lnTo>
                    <a:pt x="1082" y="942"/>
                  </a:lnTo>
                  <a:lnTo>
                    <a:pt x="1082" y="942"/>
                  </a:lnTo>
                  <a:lnTo>
                    <a:pt x="1087" y="947"/>
                  </a:lnTo>
                  <a:lnTo>
                    <a:pt x="1094" y="949"/>
                  </a:lnTo>
                  <a:lnTo>
                    <a:pt x="1094" y="949"/>
                  </a:lnTo>
                  <a:lnTo>
                    <a:pt x="1105" y="954"/>
                  </a:lnTo>
                  <a:lnTo>
                    <a:pt x="1117" y="959"/>
                  </a:lnTo>
                  <a:lnTo>
                    <a:pt x="1117" y="959"/>
                  </a:lnTo>
                  <a:lnTo>
                    <a:pt x="1128" y="961"/>
                  </a:lnTo>
                  <a:lnTo>
                    <a:pt x="1137" y="964"/>
                  </a:lnTo>
                  <a:lnTo>
                    <a:pt x="1137" y="964"/>
                  </a:lnTo>
                  <a:lnTo>
                    <a:pt x="1140" y="963"/>
                  </a:lnTo>
                  <a:lnTo>
                    <a:pt x="1144" y="961"/>
                  </a:lnTo>
                  <a:lnTo>
                    <a:pt x="1150" y="959"/>
                  </a:lnTo>
                  <a:lnTo>
                    <a:pt x="1150" y="959"/>
                  </a:lnTo>
                  <a:lnTo>
                    <a:pt x="1165" y="953"/>
                  </a:lnTo>
                  <a:lnTo>
                    <a:pt x="1182" y="944"/>
                  </a:lnTo>
                  <a:lnTo>
                    <a:pt x="1182" y="944"/>
                  </a:lnTo>
                  <a:lnTo>
                    <a:pt x="1186" y="943"/>
                  </a:lnTo>
                  <a:lnTo>
                    <a:pt x="1188" y="942"/>
                  </a:lnTo>
                  <a:lnTo>
                    <a:pt x="1193" y="944"/>
                  </a:lnTo>
                  <a:lnTo>
                    <a:pt x="1193" y="944"/>
                  </a:lnTo>
                  <a:lnTo>
                    <a:pt x="1197" y="947"/>
                  </a:lnTo>
                  <a:lnTo>
                    <a:pt x="1202" y="948"/>
                  </a:lnTo>
                  <a:lnTo>
                    <a:pt x="1211" y="950"/>
                  </a:lnTo>
                  <a:lnTo>
                    <a:pt x="1211" y="950"/>
                  </a:lnTo>
                  <a:lnTo>
                    <a:pt x="1225" y="953"/>
                  </a:lnTo>
                  <a:lnTo>
                    <a:pt x="1231" y="953"/>
                  </a:lnTo>
                  <a:lnTo>
                    <a:pt x="1236" y="953"/>
                  </a:lnTo>
                  <a:lnTo>
                    <a:pt x="1236" y="953"/>
                  </a:lnTo>
                  <a:lnTo>
                    <a:pt x="1243" y="948"/>
                  </a:lnTo>
                  <a:lnTo>
                    <a:pt x="1250" y="942"/>
                  </a:lnTo>
                  <a:lnTo>
                    <a:pt x="1250" y="942"/>
                  </a:lnTo>
                  <a:lnTo>
                    <a:pt x="1252" y="936"/>
                  </a:lnTo>
                  <a:lnTo>
                    <a:pt x="1253" y="927"/>
                  </a:lnTo>
                  <a:lnTo>
                    <a:pt x="1253" y="927"/>
                  </a:lnTo>
                  <a:lnTo>
                    <a:pt x="1258" y="918"/>
                  </a:lnTo>
                  <a:lnTo>
                    <a:pt x="1264" y="910"/>
                  </a:lnTo>
                  <a:lnTo>
                    <a:pt x="1264" y="910"/>
                  </a:lnTo>
                  <a:lnTo>
                    <a:pt x="1266" y="907"/>
                  </a:lnTo>
                  <a:lnTo>
                    <a:pt x="1263" y="905"/>
                  </a:lnTo>
                  <a:lnTo>
                    <a:pt x="1263" y="905"/>
                  </a:lnTo>
                  <a:lnTo>
                    <a:pt x="1262" y="902"/>
                  </a:lnTo>
                  <a:lnTo>
                    <a:pt x="1263" y="900"/>
                  </a:lnTo>
                  <a:lnTo>
                    <a:pt x="1264" y="896"/>
                  </a:lnTo>
                  <a:lnTo>
                    <a:pt x="1264" y="893"/>
                  </a:lnTo>
                  <a:lnTo>
                    <a:pt x="1264" y="893"/>
                  </a:lnTo>
                  <a:lnTo>
                    <a:pt x="1264" y="890"/>
                  </a:lnTo>
                  <a:lnTo>
                    <a:pt x="1262" y="889"/>
                  </a:lnTo>
                  <a:lnTo>
                    <a:pt x="1257" y="886"/>
                  </a:lnTo>
                  <a:lnTo>
                    <a:pt x="1257" y="886"/>
                  </a:lnTo>
                  <a:lnTo>
                    <a:pt x="1257" y="885"/>
                  </a:lnTo>
                  <a:lnTo>
                    <a:pt x="1257" y="883"/>
                  </a:lnTo>
                  <a:lnTo>
                    <a:pt x="1261" y="878"/>
                  </a:lnTo>
                  <a:lnTo>
                    <a:pt x="1266" y="873"/>
                  </a:lnTo>
                  <a:lnTo>
                    <a:pt x="1269" y="869"/>
                  </a:lnTo>
                  <a:lnTo>
                    <a:pt x="1269" y="869"/>
                  </a:lnTo>
                  <a:lnTo>
                    <a:pt x="1290" y="867"/>
                  </a:lnTo>
                  <a:lnTo>
                    <a:pt x="1309" y="865"/>
                  </a:lnTo>
                  <a:lnTo>
                    <a:pt x="1309" y="865"/>
                  </a:lnTo>
                  <a:lnTo>
                    <a:pt x="1316" y="867"/>
                  </a:lnTo>
                  <a:lnTo>
                    <a:pt x="1323" y="870"/>
                  </a:lnTo>
                  <a:lnTo>
                    <a:pt x="1323" y="870"/>
                  </a:lnTo>
                  <a:lnTo>
                    <a:pt x="1326" y="870"/>
                  </a:lnTo>
                  <a:lnTo>
                    <a:pt x="1328" y="870"/>
                  </a:lnTo>
                  <a:lnTo>
                    <a:pt x="1331" y="869"/>
                  </a:lnTo>
                  <a:lnTo>
                    <a:pt x="1334" y="870"/>
                  </a:lnTo>
                  <a:lnTo>
                    <a:pt x="1334" y="870"/>
                  </a:lnTo>
                  <a:lnTo>
                    <a:pt x="1338" y="873"/>
                  </a:lnTo>
                  <a:lnTo>
                    <a:pt x="1341" y="878"/>
                  </a:lnTo>
                  <a:lnTo>
                    <a:pt x="1348" y="889"/>
                  </a:lnTo>
                  <a:lnTo>
                    <a:pt x="1360" y="910"/>
                  </a:lnTo>
                  <a:lnTo>
                    <a:pt x="1360" y="910"/>
                  </a:lnTo>
                  <a:lnTo>
                    <a:pt x="1362" y="912"/>
                  </a:lnTo>
                  <a:lnTo>
                    <a:pt x="1362" y="915"/>
                  </a:lnTo>
                  <a:lnTo>
                    <a:pt x="1362" y="920"/>
                  </a:lnTo>
                  <a:lnTo>
                    <a:pt x="1362" y="920"/>
                  </a:lnTo>
                  <a:lnTo>
                    <a:pt x="1363" y="923"/>
                  </a:lnTo>
                  <a:lnTo>
                    <a:pt x="1365" y="929"/>
                  </a:lnTo>
                  <a:lnTo>
                    <a:pt x="1368" y="936"/>
                  </a:lnTo>
                  <a:lnTo>
                    <a:pt x="1369" y="941"/>
                  </a:lnTo>
                  <a:lnTo>
                    <a:pt x="1369" y="941"/>
                  </a:lnTo>
                  <a:lnTo>
                    <a:pt x="1369" y="944"/>
                  </a:lnTo>
                  <a:lnTo>
                    <a:pt x="1371" y="947"/>
                  </a:lnTo>
                  <a:lnTo>
                    <a:pt x="1378" y="949"/>
                  </a:lnTo>
                  <a:lnTo>
                    <a:pt x="1378" y="949"/>
                  </a:lnTo>
                  <a:lnTo>
                    <a:pt x="1387" y="953"/>
                  </a:lnTo>
                  <a:lnTo>
                    <a:pt x="1395" y="959"/>
                  </a:lnTo>
                  <a:lnTo>
                    <a:pt x="1395" y="959"/>
                  </a:lnTo>
                  <a:lnTo>
                    <a:pt x="1411" y="971"/>
                  </a:lnTo>
                  <a:lnTo>
                    <a:pt x="1411" y="971"/>
                  </a:lnTo>
                  <a:lnTo>
                    <a:pt x="1412" y="974"/>
                  </a:lnTo>
                  <a:lnTo>
                    <a:pt x="1413" y="977"/>
                  </a:lnTo>
                  <a:lnTo>
                    <a:pt x="1413" y="985"/>
                  </a:lnTo>
                  <a:lnTo>
                    <a:pt x="1413" y="985"/>
                  </a:lnTo>
                  <a:lnTo>
                    <a:pt x="1416" y="987"/>
                  </a:lnTo>
                  <a:lnTo>
                    <a:pt x="1419" y="990"/>
                  </a:lnTo>
                  <a:lnTo>
                    <a:pt x="1423" y="992"/>
                  </a:lnTo>
                  <a:lnTo>
                    <a:pt x="1427" y="992"/>
                  </a:lnTo>
                  <a:lnTo>
                    <a:pt x="1427" y="992"/>
                  </a:lnTo>
                  <a:lnTo>
                    <a:pt x="1432" y="991"/>
                  </a:lnTo>
                  <a:lnTo>
                    <a:pt x="1438" y="989"/>
                  </a:lnTo>
                  <a:lnTo>
                    <a:pt x="1445" y="986"/>
                  </a:lnTo>
                  <a:lnTo>
                    <a:pt x="1449" y="985"/>
                  </a:lnTo>
                  <a:lnTo>
                    <a:pt x="1449" y="985"/>
                  </a:lnTo>
                  <a:lnTo>
                    <a:pt x="1458" y="984"/>
                  </a:lnTo>
                  <a:lnTo>
                    <a:pt x="1465" y="981"/>
                  </a:lnTo>
                  <a:lnTo>
                    <a:pt x="1465" y="981"/>
                  </a:lnTo>
                  <a:lnTo>
                    <a:pt x="1466" y="981"/>
                  </a:lnTo>
                  <a:lnTo>
                    <a:pt x="1466" y="982"/>
                  </a:lnTo>
                  <a:lnTo>
                    <a:pt x="1465" y="987"/>
                  </a:lnTo>
                  <a:lnTo>
                    <a:pt x="1461" y="1000"/>
                  </a:lnTo>
                  <a:lnTo>
                    <a:pt x="1461" y="1000"/>
                  </a:lnTo>
                  <a:lnTo>
                    <a:pt x="1460" y="1011"/>
                  </a:lnTo>
                  <a:lnTo>
                    <a:pt x="1459" y="1018"/>
                  </a:lnTo>
                  <a:lnTo>
                    <a:pt x="1456" y="1025"/>
                  </a:lnTo>
                  <a:lnTo>
                    <a:pt x="1456" y="1025"/>
                  </a:lnTo>
                  <a:lnTo>
                    <a:pt x="1453" y="1032"/>
                  </a:lnTo>
                  <a:lnTo>
                    <a:pt x="1449" y="1039"/>
                  </a:lnTo>
                  <a:lnTo>
                    <a:pt x="1444" y="1044"/>
                  </a:lnTo>
                  <a:lnTo>
                    <a:pt x="1440" y="1048"/>
                  </a:lnTo>
                  <a:lnTo>
                    <a:pt x="1440" y="1048"/>
                  </a:lnTo>
                  <a:lnTo>
                    <a:pt x="1438" y="1049"/>
                  </a:lnTo>
                  <a:lnTo>
                    <a:pt x="1434" y="1048"/>
                  </a:lnTo>
                  <a:lnTo>
                    <a:pt x="1430" y="1046"/>
                  </a:lnTo>
                  <a:lnTo>
                    <a:pt x="1428" y="1046"/>
                  </a:lnTo>
                  <a:lnTo>
                    <a:pt x="1428" y="1046"/>
                  </a:lnTo>
                  <a:lnTo>
                    <a:pt x="1422" y="1050"/>
                  </a:lnTo>
                  <a:lnTo>
                    <a:pt x="1419" y="1051"/>
                  </a:lnTo>
                  <a:lnTo>
                    <a:pt x="1418" y="1053"/>
                  </a:lnTo>
                  <a:lnTo>
                    <a:pt x="1418" y="1053"/>
                  </a:lnTo>
                  <a:lnTo>
                    <a:pt x="1418" y="1055"/>
                  </a:lnTo>
                  <a:lnTo>
                    <a:pt x="1418" y="1058"/>
                  </a:lnTo>
                  <a:lnTo>
                    <a:pt x="1421" y="1065"/>
                  </a:lnTo>
                  <a:lnTo>
                    <a:pt x="1421" y="1065"/>
                  </a:lnTo>
                  <a:lnTo>
                    <a:pt x="1422" y="1069"/>
                  </a:lnTo>
                  <a:lnTo>
                    <a:pt x="1419" y="1075"/>
                  </a:lnTo>
                  <a:lnTo>
                    <a:pt x="1416" y="1085"/>
                  </a:lnTo>
                  <a:lnTo>
                    <a:pt x="1416" y="1085"/>
                  </a:lnTo>
                  <a:lnTo>
                    <a:pt x="1414" y="1087"/>
                  </a:lnTo>
                  <a:lnTo>
                    <a:pt x="1412" y="1087"/>
                  </a:lnTo>
                  <a:lnTo>
                    <a:pt x="1407" y="1088"/>
                  </a:lnTo>
                  <a:lnTo>
                    <a:pt x="1410" y="1097"/>
                  </a:lnTo>
                  <a:lnTo>
                    <a:pt x="1410" y="1097"/>
                  </a:lnTo>
                  <a:lnTo>
                    <a:pt x="1414" y="1094"/>
                  </a:lnTo>
                  <a:lnTo>
                    <a:pt x="1419" y="1092"/>
                  </a:lnTo>
                  <a:lnTo>
                    <a:pt x="1419" y="1092"/>
                  </a:lnTo>
                  <a:lnTo>
                    <a:pt x="1421" y="1091"/>
                  </a:lnTo>
                  <a:lnTo>
                    <a:pt x="1422" y="1088"/>
                  </a:lnTo>
                  <a:lnTo>
                    <a:pt x="1424" y="1085"/>
                  </a:lnTo>
                  <a:lnTo>
                    <a:pt x="1426" y="1082"/>
                  </a:lnTo>
                  <a:lnTo>
                    <a:pt x="1426" y="1082"/>
                  </a:lnTo>
                  <a:lnTo>
                    <a:pt x="1428" y="1083"/>
                  </a:lnTo>
                  <a:lnTo>
                    <a:pt x="1430" y="1085"/>
                  </a:lnTo>
                  <a:lnTo>
                    <a:pt x="1437" y="1092"/>
                  </a:lnTo>
                  <a:lnTo>
                    <a:pt x="1437" y="1092"/>
                  </a:lnTo>
                  <a:lnTo>
                    <a:pt x="1439" y="1092"/>
                  </a:lnTo>
                  <a:lnTo>
                    <a:pt x="1442" y="1092"/>
                  </a:lnTo>
                  <a:lnTo>
                    <a:pt x="1448" y="1092"/>
                  </a:lnTo>
                  <a:lnTo>
                    <a:pt x="1460" y="1087"/>
                  </a:lnTo>
                  <a:lnTo>
                    <a:pt x="1460" y="1087"/>
                  </a:lnTo>
                  <a:lnTo>
                    <a:pt x="1465" y="1085"/>
                  </a:lnTo>
                  <a:lnTo>
                    <a:pt x="1470" y="1078"/>
                  </a:lnTo>
                  <a:lnTo>
                    <a:pt x="1476" y="1070"/>
                  </a:lnTo>
                  <a:lnTo>
                    <a:pt x="1476" y="1070"/>
                  </a:lnTo>
                  <a:lnTo>
                    <a:pt x="1488" y="1054"/>
                  </a:lnTo>
                  <a:lnTo>
                    <a:pt x="1488" y="1054"/>
                  </a:lnTo>
                  <a:lnTo>
                    <a:pt x="1495" y="1049"/>
                  </a:lnTo>
                  <a:lnTo>
                    <a:pt x="1503" y="1043"/>
                  </a:lnTo>
                  <a:lnTo>
                    <a:pt x="1503" y="1043"/>
                  </a:lnTo>
                  <a:lnTo>
                    <a:pt x="1507" y="1039"/>
                  </a:lnTo>
                  <a:lnTo>
                    <a:pt x="1511" y="1033"/>
                  </a:lnTo>
                  <a:lnTo>
                    <a:pt x="1515" y="1022"/>
                  </a:lnTo>
                  <a:lnTo>
                    <a:pt x="1515" y="1022"/>
                  </a:lnTo>
                  <a:lnTo>
                    <a:pt x="1522" y="1012"/>
                  </a:lnTo>
                  <a:lnTo>
                    <a:pt x="1529" y="998"/>
                  </a:lnTo>
                  <a:lnTo>
                    <a:pt x="1529" y="998"/>
                  </a:lnTo>
                  <a:lnTo>
                    <a:pt x="1534" y="992"/>
                  </a:lnTo>
                  <a:lnTo>
                    <a:pt x="1540" y="987"/>
                  </a:lnTo>
                  <a:lnTo>
                    <a:pt x="1540" y="987"/>
                  </a:lnTo>
                  <a:lnTo>
                    <a:pt x="1541" y="985"/>
                  </a:lnTo>
                  <a:lnTo>
                    <a:pt x="1541" y="981"/>
                  </a:lnTo>
                  <a:lnTo>
                    <a:pt x="1543" y="971"/>
                  </a:lnTo>
                  <a:lnTo>
                    <a:pt x="1544" y="960"/>
                  </a:lnTo>
                  <a:lnTo>
                    <a:pt x="1546" y="949"/>
                  </a:lnTo>
                  <a:lnTo>
                    <a:pt x="1546" y="949"/>
                  </a:lnTo>
                  <a:lnTo>
                    <a:pt x="1547" y="942"/>
                  </a:lnTo>
                  <a:lnTo>
                    <a:pt x="1546" y="936"/>
                  </a:lnTo>
                  <a:lnTo>
                    <a:pt x="1546" y="932"/>
                  </a:lnTo>
                  <a:lnTo>
                    <a:pt x="1546" y="927"/>
                  </a:lnTo>
                  <a:lnTo>
                    <a:pt x="1546" y="927"/>
                  </a:lnTo>
                  <a:lnTo>
                    <a:pt x="1549" y="921"/>
                  </a:lnTo>
                  <a:lnTo>
                    <a:pt x="1552" y="913"/>
                  </a:lnTo>
                  <a:lnTo>
                    <a:pt x="1557" y="902"/>
                  </a:lnTo>
                  <a:lnTo>
                    <a:pt x="1557" y="902"/>
                  </a:lnTo>
                  <a:lnTo>
                    <a:pt x="1557" y="900"/>
                  </a:lnTo>
                  <a:lnTo>
                    <a:pt x="1557" y="897"/>
                  </a:lnTo>
                  <a:lnTo>
                    <a:pt x="1555" y="895"/>
                  </a:lnTo>
                  <a:lnTo>
                    <a:pt x="1554" y="895"/>
                  </a:lnTo>
                  <a:lnTo>
                    <a:pt x="1554" y="895"/>
                  </a:lnTo>
                  <a:lnTo>
                    <a:pt x="1552" y="895"/>
                  </a:lnTo>
                  <a:lnTo>
                    <a:pt x="1551" y="894"/>
                  </a:lnTo>
                  <a:lnTo>
                    <a:pt x="1550" y="890"/>
                  </a:lnTo>
                  <a:lnTo>
                    <a:pt x="1546" y="880"/>
                  </a:lnTo>
                  <a:lnTo>
                    <a:pt x="1546" y="880"/>
                  </a:lnTo>
                  <a:lnTo>
                    <a:pt x="1546" y="879"/>
                  </a:lnTo>
                  <a:lnTo>
                    <a:pt x="1546" y="879"/>
                  </a:lnTo>
                  <a:lnTo>
                    <a:pt x="1550" y="877"/>
                  </a:lnTo>
                  <a:lnTo>
                    <a:pt x="1550" y="877"/>
                  </a:lnTo>
                  <a:lnTo>
                    <a:pt x="1550" y="875"/>
                  </a:lnTo>
                  <a:lnTo>
                    <a:pt x="1550" y="874"/>
                  </a:lnTo>
                  <a:lnTo>
                    <a:pt x="1546" y="870"/>
                  </a:lnTo>
                  <a:lnTo>
                    <a:pt x="1541" y="868"/>
                  </a:lnTo>
                  <a:lnTo>
                    <a:pt x="1536" y="865"/>
                  </a:lnTo>
                  <a:lnTo>
                    <a:pt x="1536" y="865"/>
                  </a:lnTo>
                  <a:lnTo>
                    <a:pt x="1535" y="864"/>
                  </a:lnTo>
                  <a:lnTo>
                    <a:pt x="1534" y="863"/>
                  </a:lnTo>
                  <a:lnTo>
                    <a:pt x="1534" y="859"/>
                  </a:lnTo>
                  <a:lnTo>
                    <a:pt x="1533" y="857"/>
                  </a:lnTo>
                  <a:lnTo>
                    <a:pt x="1530" y="854"/>
                  </a:lnTo>
                  <a:lnTo>
                    <a:pt x="1530" y="854"/>
                  </a:lnTo>
                  <a:lnTo>
                    <a:pt x="1520" y="849"/>
                  </a:lnTo>
                  <a:lnTo>
                    <a:pt x="1515" y="848"/>
                  </a:lnTo>
                  <a:lnTo>
                    <a:pt x="1512" y="848"/>
                  </a:lnTo>
                  <a:lnTo>
                    <a:pt x="1512" y="848"/>
                  </a:lnTo>
                  <a:lnTo>
                    <a:pt x="1511" y="848"/>
                  </a:lnTo>
                  <a:lnTo>
                    <a:pt x="1511" y="849"/>
                  </a:lnTo>
                  <a:lnTo>
                    <a:pt x="1512" y="853"/>
                  </a:lnTo>
                  <a:lnTo>
                    <a:pt x="1513" y="857"/>
                  </a:lnTo>
                  <a:lnTo>
                    <a:pt x="1513" y="858"/>
                  </a:lnTo>
                  <a:lnTo>
                    <a:pt x="1512" y="858"/>
                  </a:lnTo>
                  <a:lnTo>
                    <a:pt x="1512" y="858"/>
                  </a:lnTo>
                  <a:lnTo>
                    <a:pt x="1509" y="859"/>
                  </a:lnTo>
                  <a:lnTo>
                    <a:pt x="1507" y="860"/>
                  </a:lnTo>
                  <a:lnTo>
                    <a:pt x="1504" y="863"/>
                  </a:lnTo>
                  <a:lnTo>
                    <a:pt x="1499" y="863"/>
                  </a:lnTo>
                  <a:lnTo>
                    <a:pt x="1499" y="863"/>
                  </a:lnTo>
                  <a:lnTo>
                    <a:pt x="1497" y="862"/>
                  </a:lnTo>
                  <a:lnTo>
                    <a:pt x="1497" y="860"/>
                  </a:lnTo>
                  <a:lnTo>
                    <a:pt x="1499" y="859"/>
                  </a:lnTo>
                  <a:lnTo>
                    <a:pt x="1499" y="858"/>
                  </a:lnTo>
                  <a:lnTo>
                    <a:pt x="1499" y="858"/>
                  </a:lnTo>
                  <a:lnTo>
                    <a:pt x="1499" y="857"/>
                  </a:lnTo>
                  <a:lnTo>
                    <a:pt x="1498" y="857"/>
                  </a:lnTo>
                  <a:lnTo>
                    <a:pt x="1495" y="858"/>
                  </a:lnTo>
                  <a:lnTo>
                    <a:pt x="1486" y="860"/>
                  </a:lnTo>
                  <a:lnTo>
                    <a:pt x="1486" y="860"/>
                  </a:lnTo>
                  <a:lnTo>
                    <a:pt x="1485" y="860"/>
                  </a:lnTo>
                  <a:lnTo>
                    <a:pt x="1485" y="859"/>
                  </a:lnTo>
                  <a:lnTo>
                    <a:pt x="1486" y="857"/>
                  </a:lnTo>
                  <a:lnTo>
                    <a:pt x="1488" y="851"/>
                  </a:lnTo>
                  <a:lnTo>
                    <a:pt x="1488" y="851"/>
                  </a:lnTo>
                  <a:lnTo>
                    <a:pt x="1488" y="849"/>
                  </a:lnTo>
                  <a:lnTo>
                    <a:pt x="1487" y="849"/>
                  </a:lnTo>
                  <a:lnTo>
                    <a:pt x="1482" y="849"/>
                  </a:lnTo>
                  <a:lnTo>
                    <a:pt x="1482" y="849"/>
                  </a:lnTo>
                  <a:lnTo>
                    <a:pt x="1480" y="849"/>
                  </a:lnTo>
                  <a:lnTo>
                    <a:pt x="1476" y="847"/>
                  </a:lnTo>
                  <a:lnTo>
                    <a:pt x="1471" y="846"/>
                  </a:lnTo>
                  <a:lnTo>
                    <a:pt x="1467" y="844"/>
                  </a:lnTo>
                  <a:lnTo>
                    <a:pt x="1467" y="844"/>
                  </a:lnTo>
                  <a:lnTo>
                    <a:pt x="1465" y="844"/>
                  </a:lnTo>
                  <a:lnTo>
                    <a:pt x="1464" y="842"/>
                  </a:lnTo>
                  <a:lnTo>
                    <a:pt x="1465" y="838"/>
                  </a:lnTo>
                  <a:lnTo>
                    <a:pt x="1470" y="835"/>
                  </a:lnTo>
                  <a:lnTo>
                    <a:pt x="1470" y="835"/>
                  </a:lnTo>
                  <a:lnTo>
                    <a:pt x="1480" y="827"/>
                  </a:lnTo>
                  <a:lnTo>
                    <a:pt x="1490" y="817"/>
                  </a:lnTo>
                  <a:lnTo>
                    <a:pt x="1499" y="809"/>
                  </a:lnTo>
                  <a:lnTo>
                    <a:pt x="1504" y="803"/>
                  </a:lnTo>
                  <a:lnTo>
                    <a:pt x="1504" y="803"/>
                  </a:lnTo>
                  <a:lnTo>
                    <a:pt x="1508" y="798"/>
                  </a:lnTo>
                  <a:lnTo>
                    <a:pt x="1514" y="793"/>
                  </a:lnTo>
                  <a:lnTo>
                    <a:pt x="1525" y="785"/>
                  </a:lnTo>
                  <a:lnTo>
                    <a:pt x="1525" y="785"/>
                  </a:lnTo>
                  <a:lnTo>
                    <a:pt x="1529" y="780"/>
                  </a:lnTo>
                  <a:lnTo>
                    <a:pt x="1534" y="774"/>
                  </a:lnTo>
                  <a:lnTo>
                    <a:pt x="1543" y="762"/>
                  </a:lnTo>
                  <a:lnTo>
                    <a:pt x="1543" y="762"/>
                  </a:lnTo>
                  <a:lnTo>
                    <a:pt x="1546" y="757"/>
                  </a:lnTo>
                  <a:lnTo>
                    <a:pt x="1549" y="752"/>
                  </a:lnTo>
                  <a:lnTo>
                    <a:pt x="1552" y="746"/>
                  </a:lnTo>
                  <a:lnTo>
                    <a:pt x="1560" y="739"/>
                  </a:lnTo>
                  <a:lnTo>
                    <a:pt x="1560" y="739"/>
                  </a:lnTo>
                  <a:lnTo>
                    <a:pt x="1565" y="735"/>
                  </a:lnTo>
                  <a:lnTo>
                    <a:pt x="1572" y="732"/>
                  </a:lnTo>
                  <a:lnTo>
                    <a:pt x="1579" y="731"/>
                  </a:lnTo>
                  <a:lnTo>
                    <a:pt x="1587" y="731"/>
                  </a:lnTo>
                  <a:lnTo>
                    <a:pt x="1600" y="732"/>
                  </a:lnTo>
                  <a:lnTo>
                    <a:pt x="1609" y="734"/>
                  </a:lnTo>
                  <a:lnTo>
                    <a:pt x="1609" y="734"/>
                  </a:lnTo>
                  <a:lnTo>
                    <a:pt x="1620" y="735"/>
                  </a:lnTo>
                  <a:lnTo>
                    <a:pt x="1631" y="736"/>
                  </a:lnTo>
                  <a:lnTo>
                    <a:pt x="1631" y="736"/>
                  </a:lnTo>
                  <a:lnTo>
                    <a:pt x="1642" y="739"/>
                  </a:lnTo>
                  <a:lnTo>
                    <a:pt x="1648" y="739"/>
                  </a:lnTo>
                  <a:lnTo>
                    <a:pt x="1651" y="739"/>
                  </a:lnTo>
                  <a:lnTo>
                    <a:pt x="1652" y="737"/>
                  </a:lnTo>
                  <a:lnTo>
                    <a:pt x="1652" y="737"/>
                  </a:lnTo>
                  <a:lnTo>
                    <a:pt x="1655" y="735"/>
                  </a:lnTo>
                  <a:lnTo>
                    <a:pt x="1653" y="735"/>
                  </a:lnTo>
                  <a:lnTo>
                    <a:pt x="1646" y="734"/>
                  </a:lnTo>
                  <a:lnTo>
                    <a:pt x="1646" y="734"/>
                  </a:lnTo>
                  <a:lnTo>
                    <a:pt x="1643" y="732"/>
                  </a:lnTo>
                  <a:lnTo>
                    <a:pt x="1643" y="731"/>
                  </a:lnTo>
                  <a:lnTo>
                    <a:pt x="1647" y="730"/>
                  </a:lnTo>
                  <a:lnTo>
                    <a:pt x="1656" y="728"/>
                  </a:lnTo>
                  <a:lnTo>
                    <a:pt x="1656" y="728"/>
                  </a:lnTo>
                  <a:lnTo>
                    <a:pt x="1657" y="726"/>
                  </a:lnTo>
                  <a:lnTo>
                    <a:pt x="1656" y="724"/>
                  </a:lnTo>
                  <a:lnTo>
                    <a:pt x="1656" y="724"/>
                  </a:lnTo>
                  <a:lnTo>
                    <a:pt x="1656" y="724"/>
                  </a:lnTo>
                  <a:lnTo>
                    <a:pt x="1656" y="723"/>
                  </a:lnTo>
                  <a:lnTo>
                    <a:pt x="1661" y="723"/>
                  </a:lnTo>
                  <a:lnTo>
                    <a:pt x="1671" y="723"/>
                  </a:lnTo>
                  <a:lnTo>
                    <a:pt x="1671" y="723"/>
                  </a:lnTo>
                  <a:lnTo>
                    <a:pt x="1672" y="724"/>
                  </a:lnTo>
                  <a:lnTo>
                    <a:pt x="1673" y="725"/>
                  </a:lnTo>
                  <a:lnTo>
                    <a:pt x="1673" y="726"/>
                  </a:lnTo>
                  <a:lnTo>
                    <a:pt x="1673" y="728"/>
                  </a:lnTo>
                  <a:lnTo>
                    <a:pt x="1673" y="728"/>
                  </a:lnTo>
                  <a:lnTo>
                    <a:pt x="1674" y="728"/>
                  </a:lnTo>
                  <a:lnTo>
                    <a:pt x="1677" y="726"/>
                  </a:lnTo>
                  <a:lnTo>
                    <a:pt x="1682" y="724"/>
                  </a:lnTo>
                  <a:lnTo>
                    <a:pt x="1682" y="724"/>
                  </a:lnTo>
                  <a:lnTo>
                    <a:pt x="1682" y="724"/>
                  </a:lnTo>
                  <a:lnTo>
                    <a:pt x="1683" y="726"/>
                  </a:lnTo>
                  <a:lnTo>
                    <a:pt x="1682" y="731"/>
                  </a:lnTo>
                  <a:lnTo>
                    <a:pt x="1682" y="731"/>
                  </a:lnTo>
                  <a:lnTo>
                    <a:pt x="1683" y="732"/>
                  </a:lnTo>
                  <a:lnTo>
                    <a:pt x="1684" y="734"/>
                  </a:lnTo>
                  <a:lnTo>
                    <a:pt x="1690" y="739"/>
                  </a:lnTo>
                  <a:lnTo>
                    <a:pt x="1690" y="739"/>
                  </a:lnTo>
                  <a:lnTo>
                    <a:pt x="1690" y="740"/>
                  </a:lnTo>
                  <a:lnTo>
                    <a:pt x="1690" y="740"/>
                  </a:lnTo>
                  <a:lnTo>
                    <a:pt x="1688" y="741"/>
                  </a:lnTo>
                  <a:lnTo>
                    <a:pt x="1682" y="742"/>
                  </a:lnTo>
                  <a:lnTo>
                    <a:pt x="1682" y="742"/>
                  </a:lnTo>
                  <a:lnTo>
                    <a:pt x="1680" y="744"/>
                  </a:lnTo>
                  <a:lnTo>
                    <a:pt x="1680" y="745"/>
                  </a:lnTo>
                  <a:lnTo>
                    <a:pt x="1682" y="747"/>
                  </a:lnTo>
                  <a:lnTo>
                    <a:pt x="1684" y="750"/>
                  </a:lnTo>
                  <a:lnTo>
                    <a:pt x="1687" y="751"/>
                  </a:lnTo>
                  <a:lnTo>
                    <a:pt x="1687" y="751"/>
                  </a:lnTo>
                  <a:lnTo>
                    <a:pt x="1690" y="750"/>
                  </a:lnTo>
                  <a:lnTo>
                    <a:pt x="1696" y="747"/>
                  </a:lnTo>
                  <a:lnTo>
                    <a:pt x="1707" y="742"/>
                  </a:lnTo>
                  <a:lnTo>
                    <a:pt x="1707" y="742"/>
                  </a:lnTo>
                  <a:lnTo>
                    <a:pt x="1710" y="741"/>
                  </a:lnTo>
                  <a:lnTo>
                    <a:pt x="1712" y="740"/>
                  </a:lnTo>
                  <a:lnTo>
                    <a:pt x="1717" y="741"/>
                  </a:lnTo>
                  <a:lnTo>
                    <a:pt x="1717" y="741"/>
                  </a:lnTo>
                  <a:lnTo>
                    <a:pt x="1722" y="742"/>
                  </a:lnTo>
                  <a:lnTo>
                    <a:pt x="1725" y="742"/>
                  </a:lnTo>
                  <a:lnTo>
                    <a:pt x="1725" y="742"/>
                  </a:lnTo>
                  <a:lnTo>
                    <a:pt x="1728" y="741"/>
                  </a:lnTo>
                  <a:lnTo>
                    <a:pt x="1732" y="742"/>
                  </a:lnTo>
                  <a:lnTo>
                    <a:pt x="1732" y="742"/>
                  </a:lnTo>
                  <a:lnTo>
                    <a:pt x="1735" y="742"/>
                  </a:lnTo>
                  <a:lnTo>
                    <a:pt x="1737" y="741"/>
                  </a:lnTo>
                  <a:lnTo>
                    <a:pt x="1742" y="739"/>
                  </a:lnTo>
                  <a:lnTo>
                    <a:pt x="1742" y="739"/>
                  </a:lnTo>
                  <a:lnTo>
                    <a:pt x="1747" y="736"/>
                  </a:lnTo>
                  <a:lnTo>
                    <a:pt x="1748" y="735"/>
                  </a:lnTo>
                  <a:lnTo>
                    <a:pt x="1748" y="732"/>
                  </a:lnTo>
                  <a:lnTo>
                    <a:pt x="1748" y="732"/>
                  </a:lnTo>
                  <a:lnTo>
                    <a:pt x="1747" y="731"/>
                  </a:lnTo>
                  <a:lnTo>
                    <a:pt x="1746" y="730"/>
                  </a:lnTo>
                  <a:lnTo>
                    <a:pt x="1742" y="730"/>
                  </a:lnTo>
                  <a:lnTo>
                    <a:pt x="1732" y="730"/>
                  </a:lnTo>
                  <a:lnTo>
                    <a:pt x="1732" y="730"/>
                  </a:lnTo>
                  <a:lnTo>
                    <a:pt x="1731" y="730"/>
                  </a:lnTo>
                  <a:lnTo>
                    <a:pt x="1731" y="729"/>
                  </a:lnTo>
                  <a:lnTo>
                    <a:pt x="1732" y="726"/>
                  </a:lnTo>
                  <a:lnTo>
                    <a:pt x="1733" y="725"/>
                  </a:lnTo>
                  <a:lnTo>
                    <a:pt x="1733" y="725"/>
                  </a:lnTo>
                  <a:lnTo>
                    <a:pt x="1737" y="721"/>
                  </a:lnTo>
                  <a:lnTo>
                    <a:pt x="1739" y="718"/>
                  </a:lnTo>
                  <a:lnTo>
                    <a:pt x="1744" y="712"/>
                  </a:lnTo>
                  <a:lnTo>
                    <a:pt x="1744" y="712"/>
                  </a:lnTo>
                  <a:lnTo>
                    <a:pt x="1746" y="709"/>
                  </a:lnTo>
                  <a:lnTo>
                    <a:pt x="1749" y="708"/>
                  </a:lnTo>
                  <a:lnTo>
                    <a:pt x="1757" y="704"/>
                  </a:lnTo>
                  <a:lnTo>
                    <a:pt x="1757" y="704"/>
                  </a:lnTo>
                  <a:lnTo>
                    <a:pt x="1758" y="703"/>
                  </a:lnTo>
                  <a:lnTo>
                    <a:pt x="1760" y="699"/>
                  </a:lnTo>
                  <a:lnTo>
                    <a:pt x="1764" y="689"/>
                  </a:lnTo>
                  <a:lnTo>
                    <a:pt x="1768" y="680"/>
                  </a:lnTo>
                  <a:lnTo>
                    <a:pt x="1772" y="672"/>
                  </a:lnTo>
                  <a:lnTo>
                    <a:pt x="1772" y="672"/>
                  </a:lnTo>
                  <a:lnTo>
                    <a:pt x="1776" y="668"/>
                  </a:lnTo>
                  <a:lnTo>
                    <a:pt x="1783" y="666"/>
                  </a:lnTo>
                  <a:lnTo>
                    <a:pt x="1791" y="663"/>
                  </a:lnTo>
                  <a:lnTo>
                    <a:pt x="1791" y="663"/>
                  </a:lnTo>
                  <a:lnTo>
                    <a:pt x="1794" y="662"/>
                  </a:lnTo>
                  <a:lnTo>
                    <a:pt x="1795" y="662"/>
                  </a:lnTo>
                  <a:lnTo>
                    <a:pt x="1797" y="662"/>
                  </a:lnTo>
                  <a:lnTo>
                    <a:pt x="1801" y="662"/>
                  </a:lnTo>
                  <a:lnTo>
                    <a:pt x="1801" y="662"/>
                  </a:lnTo>
                  <a:lnTo>
                    <a:pt x="1805" y="660"/>
                  </a:lnTo>
                  <a:lnTo>
                    <a:pt x="1807" y="656"/>
                  </a:lnTo>
                  <a:lnTo>
                    <a:pt x="1810" y="652"/>
                  </a:lnTo>
                  <a:lnTo>
                    <a:pt x="1812" y="650"/>
                  </a:lnTo>
                  <a:lnTo>
                    <a:pt x="1812" y="650"/>
                  </a:lnTo>
                  <a:lnTo>
                    <a:pt x="1812" y="650"/>
                  </a:lnTo>
                  <a:lnTo>
                    <a:pt x="1812" y="651"/>
                  </a:lnTo>
                  <a:lnTo>
                    <a:pt x="1810" y="656"/>
                  </a:lnTo>
                  <a:lnTo>
                    <a:pt x="1807" y="662"/>
                  </a:lnTo>
                  <a:lnTo>
                    <a:pt x="1806" y="667"/>
                  </a:lnTo>
                  <a:lnTo>
                    <a:pt x="1806" y="667"/>
                  </a:lnTo>
                  <a:lnTo>
                    <a:pt x="1805" y="671"/>
                  </a:lnTo>
                  <a:lnTo>
                    <a:pt x="1802" y="675"/>
                  </a:lnTo>
                  <a:lnTo>
                    <a:pt x="1801" y="677"/>
                  </a:lnTo>
                  <a:lnTo>
                    <a:pt x="1800" y="681"/>
                  </a:lnTo>
                  <a:lnTo>
                    <a:pt x="1800" y="681"/>
                  </a:lnTo>
                  <a:lnTo>
                    <a:pt x="1800" y="684"/>
                  </a:lnTo>
                  <a:lnTo>
                    <a:pt x="1802" y="687"/>
                  </a:lnTo>
                  <a:lnTo>
                    <a:pt x="1808" y="689"/>
                  </a:lnTo>
                  <a:lnTo>
                    <a:pt x="1808" y="689"/>
                  </a:lnTo>
                  <a:lnTo>
                    <a:pt x="1810" y="691"/>
                  </a:lnTo>
                  <a:lnTo>
                    <a:pt x="1811" y="689"/>
                  </a:lnTo>
                  <a:lnTo>
                    <a:pt x="1815" y="684"/>
                  </a:lnTo>
                  <a:lnTo>
                    <a:pt x="1815" y="684"/>
                  </a:lnTo>
                  <a:lnTo>
                    <a:pt x="1823" y="675"/>
                  </a:lnTo>
                  <a:lnTo>
                    <a:pt x="1832" y="667"/>
                  </a:lnTo>
                  <a:lnTo>
                    <a:pt x="1832" y="667"/>
                  </a:lnTo>
                  <a:lnTo>
                    <a:pt x="1832" y="665"/>
                  </a:lnTo>
                  <a:lnTo>
                    <a:pt x="1832" y="661"/>
                  </a:lnTo>
                  <a:lnTo>
                    <a:pt x="1829" y="652"/>
                  </a:lnTo>
                  <a:lnTo>
                    <a:pt x="1829" y="652"/>
                  </a:lnTo>
                  <a:lnTo>
                    <a:pt x="1829" y="649"/>
                  </a:lnTo>
                  <a:lnTo>
                    <a:pt x="1831" y="646"/>
                  </a:lnTo>
                  <a:lnTo>
                    <a:pt x="1833" y="644"/>
                  </a:lnTo>
                  <a:lnTo>
                    <a:pt x="1837" y="643"/>
                  </a:lnTo>
                  <a:lnTo>
                    <a:pt x="1837" y="643"/>
                  </a:lnTo>
                  <a:lnTo>
                    <a:pt x="1842" y="640"/>
                  </a:lnTo>
                  <a:lnTo>
                    <a:pt x="1845" y="638"/>
                  </a:lnTo>
                  <a:lnTo>
                    <a:pt x="1845" y="638"/>
                  </a:lnTo>
                  <a:lnTo>
                    <a:pt x="1847" y="638"/>
                  </a:lnTo>
                  <a:lnTo>
                    <a:pt x="1847" y="640"/>
                  </a:lnTo>
                  <a:lnTo>
                    <a:pt x="1847" y="645"/>
                  </a:lnTo>
                  <a:lnTo>
                    <a:pt x="1847" y="645"/>
                  </a:lnTo>
                  <a:lnTo>
                    <a:pt x="1847" y="647"/>
                  </a:lnTo>
                  <a:lnTo>
                    <a:pt x="1844" y="651"/>
                  </a:lnTo>
                  <a:lnTo>
                    <a:pt x="1844" y="651"/>
                  </a:lnTo>
                  <a:lnTo>
                    <a:pt x="1842" y="656"/>
                  </a:lnTo>
                  <a:lnTo>
                    <a:pt x="1839" y="661"/>
                  </a:lnTo>
                  <a:lnTo>
                    <a:pt x="1838" y="671"/>
                  </a:lnTo>
                  <a:lnTo>
                    <a:pt x="1838" y="671"/>
                  </a:lnTo>
                  <a:lnTo>
                    <a:pt x="1839" y="675"/>
                  </a:lnTo>
                  <a:lnTo>
                    <a:pt x="1842" y="680"/>
                  </a:lnTo>
                  <a:lnTo>
                    <a:pt x="1842" y="680"/>
                  </a:lnTo>
                  <a:lnTo>
                    <a:pt x="1842" y="681"/>
                  </a:lnTo>
                  <a:lnTo>
                    <a:pt x="1840" y="682"/>
                  </a:lnTo>
                  <a:lnTo>
                    <a:pt x="1837" y="686"/>
                  </a:lnTo>
                  <a:lnTo>
                    <a:pt x="1837" y="686"/>
                  </a:lnTo>
                  <a:lnTo>
                    <a:pt x="1837" y="687"/>
                  </a:lnTo>
                  <a:lnTo>
                    <a:pt x="1837" y="688"/>
                  </a:lnTo>
                  <a:lnTo>
                    <a:pt x="1840" y="691"/>
                  </a:lnTo>
                  <a:lnTo>
                    <a:pt x="1840" y="691"/>
                  </a:lnTo>
                  <a:lnTo>
                    <a:pt x="1839" y="692"/>
                  </a:lnTo>
                  <a:lnTo>
                    <a:pt x="1838" y="693"/>
                  </a:lnTo>
                  <a:lnTo>
                    <a:pt x="1833" y="697"/>
                  </a:lnTo>
                  <a:lnTo>
                    <a:pt x="1828" y="702"/>
                  </a:lnTo>
                  <a:lnTo>
                    <a:pt x="1826" y="705"/>
                  </a:lnTo>
                  <a:lnTo>
                    <a:pt x="1826" y="705"/>
                  </a:lnTo>
                  <a:lnTo>
                    <a:pt x="1824" y="709"/>
                  </a:lnTo>
                  <a:lnTo>
                    <a:pt x="1822" y="712"/>
                  </a:lnTo>
                  <a:lnTo>
                    <a:pt x="1816" y="716"/>
                  </a:lnTo>
                  <a:lnTo>
                    <a:pt x="1816" y="716"/>
                  </a:lnTo>
                  <a:lnTo>
                    <a:pt x="1805" y="726"/>
                  </a:lnTo>
                  <a:lnTo>
                    <a:pt x="1792" y="739"/>
                  </a:lnTo>
                  <a:lnTo>
                    <a:pt x="1792" y="739"/>
                  </a:lnTo>
                  <a:lnTo>
                    <a:pt x="1789" y="745"/>
                  </a:lnTo>
                  <a:lnTo>
                    <a:pt x="1785" y="753"/>
                  </a:lnTo>
                  <a:lnTo>
                    <a:pt x="1779" y="766"/>
                  </a:lnTo>
                  <a:lnTo>
                    <a:pt x="1779" y="766"/>
                  </a:lnTo>
                  <a:lnTo>
                    <a:pt x="1776" y="768"/>
                  </a:lnTo>
                  <a:lnTo>
                    <a:pt x="1772" y="769"/>
                  </a:lnTo>
                  <a:lnTo>
                    <a:pt x="1764" y="771"/>
                  </a:lnTo>
                  <a:lnTo>
                    <a:pt x="1764" y="771"/>
                  </a:lnTo>
                  <a:lnTo>
                    <a:pt x="1763" y="773"/>
                  </a:lnTo>
                  <a:lnTo>
                    <a:pt x="1762" y="774"/>
                  </a:lnTo>
                  <a:lnTo>
                    <a:pt x="1760" y="780"/>
                  </a:lnTo>
                  <a:lnTo>
                    <a:pt x="1760" y="780"/>
                  </a:lnTo>
                  <a:lnTo>
                    <a:pt x="1758" y="787"/>
                  </a:lnTo>
                  <a:lnTo>
                    <a:pt x="1753" y="794"/>
                  </a:lnTo>
                  <a:lnTo>
                    <a:pt x="1743" y="808"/>
                  </a:lnTo>
                  <a:lnTo>
                    <a:pt x="1743" y="808"/>
                  </a:lnTo>
                  <a:lnTo>
                    <a:pt x="1742" y="814"/>
                  </a:lnTo>
                  <a:lnTo>
                    <a:pt x="1742" y="825"/>
                  </a:lnTo>
                  <a:lnTo>
                    <a:pt x="1742" y="837"/>
                  </a:lnTo>
                  <a:lnTo>
                    <a:pt x="1744" y="847"/>
                  </a:lnTo>
                  <a:lnTo>
                    <a:pt x="1744" y="847"/>
                  </a:lnTo>
                  <a:lnTo>
                    <a:pt x="1746" y="854"/>
                  </a:lnTo>
                  <a:lnTo>
                    <a:pt x="1747" y="864"/>
                  </a:lnTo>
                  <a:lnTo>
                    <a:pt x="1748" y="880"/>
                  </a:lnTo>
                  <a:lnTo>
                    <a:pt x="1748" y="880"/>
                  </a:lnTo>
                  <a:lnTo>
                    <a:pt x="1748" y="886"/>
                  </a:lnTo>
                  <a:lnTo>
                    <a:pt x="1751" y="891"/>
                  </a:lnTo>
                  <a:lnTo>
                    <a:pt x="1754" y="897"/>
                  </a:lnTo>
                  <a:lnTo>
                    <a:pt x="1754" y="897"/>
                  </a:lnTo>
                  <a:lnTo>
                    <a:pt x="1757" y="902"/>
                  </a:lnTo>
                  <a:lnTo>
                    <a:pt x="1760" y="910"/>
                  </a:lnTo>
                  <a:lnTo>
                    <a:pt x="1760" y="910"/>
                  </a:lnTo>
                  <a:lnTo>
                    <a:pt x="1762" y="920"/>
                  </a:lnTo>
                  <a:lnTo>
                    <a:pt x="1763" y="926"/>
                  </a:lnTo>
                  <a:lnTo>
                    <a:pt x="1765" y="931"/>
                  </a:lnTo>
                  <a:lnTo>
                    <a:pt x="1765" y="931"/>
                  </a:lnTo>
                  <a:lnTo>
                    <a:pt x="1767" y="932"/>
                  </a:lnTo>
                  <a:lnTo>
                    <a:pt x="1768" y="931"/>
                  </a:lnTo>
                  <a:lnTo>
                    <a:pt x="1770" y="927"/>
                  </a:lnTo>
                  <a:lnTo>
                    <a:pt x="1773" y="922"/>
                  </a:lnTo>
                  <a:lnTo>
                    <a:pt x="1774" y="920"/>
                  </a:lnTo>
                  <a:lnTo>
                    <a:pt x="1776" y="918"/>
                  </a:lnTo>
                  <a:lnTo>
                    <a:pt x="1776" y="918"/>
                  </a:lnTo>
                  <a:lnTo>
                    <a:pt x="1779" y="916"/>
                  </a:lnTo>
                  <a:lnTo>
                    <a:pt x="1781" y="912"/>
                  </a:lnTo>
                  <a:lnTo>
                    <a:pt x="1786" y="904"/>
                  </a:lnTo>
                  <a:lnTo>
                    <a:pt x="1786" y="904"/>
                  </a:lnTo>
                  <a:lnTo>
                    <a:pt x="1786" y="901"/>
                  </a:lnTo>
                  <a:lnTo>
                    <a:pt x="1785" y="900"/>
                  </a:lnTo>
                  <a:lnTo>
                    <a:pt x="1783" y="899"/>
                  </a:lnTo>
                  <a:lnTo>
                    <a:pt x="1783" y="897"/>
                  </a:lnTo>
                  <a:lnTo>
                    <a:pt x="1783" y="897"/>
                  </a:lnTo>
                  <a:lnTo>
                    <a:pt x="1784" y="895"/>
                  </a:lnTo>
                  <a:lnTo>
                    <a:pt x="1784" y="894"/>
                  </a:lnTo>
                  <a:lnTo>
                    <a:pt x="1783" y="889"/>
                  </a:lnTo>
                  <a:lnTo>
                    <a:pt x="1783" y="889"/>
                  </a:lnTo>
                  <a:lnTo>
                    <a:pt x="1783" y="886"/>
                  </a:lnTo>
                  <a:lnTo>
                    <a:pt x="1784" y="883"/>
                  </a:lnTo>
                  <a:lnTo>
                    <a:pt x="1789" y="878"/>
                  </a:lnTo>
                  <a:lnTo>
                    <a:pt x="1789" y="878"/>
                  </a:lnTo>
                  <a:lnTo>
                    <a:pt x="1791" y="878"/>
                  </a:lnTo>
                  <a:lnTo>
                    <a:pt x="1795" y="878"/>
                  </a:lnTo>
                  <a:lnTo>
                    <a:pt x="1800" y="878"/>
                  </a:lnTo>
                  <a:lnTo>
                    <a:pt x="1800" y="878"/>
                  </a:lnTo>
                  <a:lnTo>
                    <a:pt x="1800" y="877"/>
                  </a:lnTo>
                  <a:lnTo>
                    <a:pt x="1800" y="872"/>
                  </a:lnTo>
                  <a:lnTo>
                    <a:pt x="1799" y="867"/>
                  </a:lnTo>
                  <a:lnTo>
                    <a:pt x="1799" y="862"/>
                  </a:lnTo>
                  <a:lnTo>
                    <a:pt x="1799" y="862"/>
                  </a:lnTo>
                  <a:lnTo>
                    <a:pt x="1800" y="858"/>
                  </a:lnTo>
                  <a:lnTo>
                    <a:pt x="1802" y="856"/>
                  </a:lnTo>
                  <a:lnTo>
                    <a:pt x="1805" y="853"/>
                  </a:lnTo>
                  <a:lnTo>
                    <a:pt x="1807" y="851"/>
                  </a:lnTo>
                  <a:lnTo>
                    <a:pt x="1807" y="851"/>
                  </a:lnTo>
                  <a:lnTo>
                    <a:pt x="1810" y="847"/>
                  </a:lnTo>
                  <a:lnTo>
                    <a:pt x="1815" y="844"/>
                  </a:lnTo>
                  <a:lnTo>
                    <a:pt x="1823" y="843"/>
                  </a:lnTo>
                  <a:lnTo>
                    <a:pt x="1823" y="843"/>
                  </a:lnTo>
                  <a:lnTo>
                    <a:pt x="1828" y="843"/>
                  </a:lnTo>
                  <a:lnTo>
                    <a:pt x="1831" y="842"/>
                  </a:lnTo>
                  <a:lnTo>
                    <a:pt x="1832" y="841"/>
                  </a:lnTo>
                  <a:lnTo>
                    <a:pt x="1832" y="841"/>
                  </a:lnTo>
                  <a:lnTo>
                    <a:pt x="1832" y="836"/>
                  </a:lnTo>
                  <a:lnTo>
                    <a:pt x="1832" y="833"/>
                  </a:lnTo>
                  <a:lnTo>
                    <a:pt x="1831" y="831"/>
                  </a:lnTo>
                  <a:lnTo>
                    <a:pt x="1831" y="831"/>
                  </a:lnTo>
                  <a:lnTo>
                    <a:pt x="1828" y="830"/>
                  </a:lnTo>
                  <a:lnTo>
                    <a:pt x="1828" y="827"/>
                  </a:lnTo>
                  <a:lnTo>
                    <a:pt x="1828" y="826"/>
                  </a:lnTo>
                  <a:lnTo>
                    <a:pt x="1829" y="824"/>
                  </a:lnTo>
                  <a:lnTo>
                    <a:pt x="1829" y="824"/>
                  </a:lnTo>
                  <a:lnTo>
                    <a:pt x="1831" y="821"/>
                  </a:lnTo>
                  <a:lnTo>
                    <a:pt x="1831" y="817"/>
                  </a:lnTo>
                  <a:lnTo>
                    <a:pt x="1831" y="817"/>
                  </a:lnTo>
                  <a:lnTo>
                    <a:pt x="1832" y="815"/>
                  </a:lnTo>
                  <a:lnTo>
                    <a:pt x="1833" y="812"/>
                  </a:lnTo>
                  <a:lnTo>
                    <a:pt x="1837" y="810"/>
                  </a:lnTo>
                  <a:lnTo>
                    <a:pt x="1839" y="809"/>
                  </a:lnTo>
                  <a:lnTo>
                    <a:pt x="1839" y="809"/>
                  </a:lnTo>
                  <a:lnTo>
                    <a:pt x="1842" y="809"/>
                  </a:lnTo>
                  <a:lnTo>
                    <a:pt x="1843" y="809"/>
                  </a:lnTo>
                  <a:lnTo>
                    <a:pt x="1844" y="810"/>
                  </a:lnTo>
                  <a:lnTo>
                    <a:pt x="1847" y="810"/>
                  </a:lnTo>
                  <a:lnTo>
                    <a:pt x="1847" y="810"/>
                  </a:lnTo>
                  <a:lnTo>
                    <a:pt x="1849" y="809"/>
                  </a:lnTo>
                  <a:lnTo>
                    <a:pt x="1850" y="806"/>
                  </a:lnTo>
                  <a:lnTo>
                    <a:pt x="1850" y="800"/>
                  </a:lnTo>
                  <a:lnTo>
                    <a:pt x="1850" y="800"/>
                  </a:lnTo>
                  <a:lnTo>
                    <a:pt x="1849" y="798"/>
                  </a:lnTo>
                  <a:lnTo>
                    <a:pt x="1848" y="796"/>
                  </a:lnTo>
                  <a:lnTo>
                    <a:pt x="1842" y="796"/>
                  </a:lnTo>
                  <a:lnTo>
                    <a:pt x="1842" y="796"/>
                  </a:lnTo>
                  <a:lnTo>
                    <a:pt x="1840" y="795"/>
                  </a:lnTo>
                  <a:lnTo>
                    <a:pt x="1838" y="793"/>
                  </a:lnTo>
                  <a:lnTo>
                    <a:pt x="1837" y="784"/>
                  </a:lnTo>
                  <a:lnTo>
                    <a:pt x="1837" y="784"/>
                  </a:lnTo>
                  <a:lnTo>
                    <a:pt x="1838" y="780"/>
                  </a:lnTo>
                  <a:lnTo>
                    <a:pt x="1840" y="778"/>
                  </a:lnTo>
                  <a:lnTo>
                    <a:pt x="1845" y="774"/>
                  </a:lnTo>
                  <a:lnTo>
                    <a:pt x="1845" y="774"/>
                  </a:lnTo>
                  <a:lnTo>
                    <a:pt x="1845" y="773"/>
                  </a:lnTo>
                  <a:lnTo>
                    <a:pt x="1845" y="772"/>
                  </a:lnTo>
                  <a:lnTo>
                    <a:pt x="1844" y="768"/>
                  </a:lnTo>
                  <a:lnTo>
                    <a:pt x="1842" y="766"/>
                  </a:lnTo>
                  <a:lnTo>
                    <a:pt x="1838" y="764"/>
                  </a:lnTo>
                  <a:lnTo>
                    <a:pt x="1838" y="764"/>
                  </a:lnTo>
                  <a:lnTo>
                    <a:pt x="1837" y="764"/>
                  </a:lnTo>
                  <a:lnTo>
                    <a:pt x="1836" y="764"/>
                  </a:lnTo>
                  <a:lnTo>
                    <a:pt x="1836" y="762"/>
                  </a:lnTo>
                  <a:lnTo>
                    <a:pt x="1837" y="761"/>
                  </a:lnTo>
                  <a:lnTo>
                    <a:pt x="1837" y="761"/>
                  </a:lnTo>
                  <a:lnTo>
                    <a:pt x="1837" y="758"/>
                  </a:lnTo>
                  <a:lnTo>
                    <a:pt x="1837" y="755"/>
                  </a:lnTo>
                  <a:lnTo>
                    <a:pt x="1836" y="750"/>
                  </a:lnTo>
                  <a:lnTo>
                    <a:pt x="1837" y="747"/>
                  </a:lnTo>
                  <a:lnTo>
                    <a:pt x="1837" y="747"/>
                  </a:lnTo>
                  <a:lnTo>
                    <a:pt x="1842" y="737"/>
                  </a:lnTo>
                  <a:lnTo>
                    <a:pt x="1845" y="732"/>
                  </a:lnTo>
                  <a:lnTo>
                    <a:pt x="1848" y="729"/>
                  </a:lnTo>
                  <a:lnTo>
                    <a:pt x="1848" y="729"/>
                  </a:lnTo>
                  <a:lnTo>
                    <a:pt x="1850" y="728"/>
                  </a:lnTo>
                  <a:lnTo>
                    <a:pt x="1852" y="725"/>
                  </a:lnTo>
                  <a:lnTo>
                    <a:pt x="1853" y="720"/>
                  </a:lnTo>
                  <a:lnTo>
                    <a:pt x="1853" y="720"/>
                  </a:lnTo>
                  <a:lnTo>
                    <a:pt x="1853" y="718"/>
                  </a:lnTo>
                  <a:lnTo>
                    <a:pt x="1855" y="715"/>
                  </a:lnTo>
                  <a:lnTo>
                    <a:pt x="1860" y="713"/>
                  </a:lnTo>
                  <a:lnTo>
                    <a:pt x="1860" y="713"/>
                  </a:lnTo>
                  <a:lnTo>
                    <a:pt x="1863" y="713"/>
                  </a:lnTo>
                  <a:lnTo>
                    <a:pt x="1864" y="713"/>
                  </a:lnTo>
                  <a:lnTo>
                    <a:pt x="1868" y="714"/>
                  </a:lnTo>
                  <a:lnTo>
                    <a:pt x="1868" y="714"/>
                  </a:lnTo>
                  <a:lnTo>
                    <a:pt x="1869" y="714"/>
                  </a:lnTo>
                  <a:lnTo>
                    <a:pt x="1870" y="713"/>
                  </a:lnTo>
                  <a:lnTo>
                    <a:pt x="1870" y="710"/>
                  </a:lnTo>
                  <a:lnTo>
                    <a:pt x="1871" y="708"/>
                  </a:lnTo>
                  <a:lnTo>
                    <a:pt x="1871" y="708"/>
                  </a:lnTo>
                  <a:lnTo>
                    <a:pt x="1874" y="705"/>
                  </a:lnTo>
                  <a:lnTo>
                    <a:pt x="1877" y="703"/>
                  </a:lnTo>
                  <a:lnTo>
                    <a:pt x="1885" y="700"/>
                  </a:lnTo>
                  <a:lnTo>
                    <a:pt x="1885" y="700"/>
                  </a:lnTo>
                  <a:lnTo>
                    <a:pt x="1886" y="702"/>
                  </a:lnTo>
                  <a:lnTo>
                    <a:pt x="1886" y="702"/>
                  </a:lnTo>
                  <a:lnTo>
                    <a:pt x="1885" y="705"/>
                  </a:lnTo>
                  <a:lnTo>
                    <a:pt x="1885" y="708"/>
                  </a:lnTo>
                  <a:lnTo>
                    <a:pt x="1885" y="710"/>
                  </a:lnTo>
                  <a:lnTo>
                    <a:pt x="1885" y="710"/>
                  </a:lnTo>
                  <a:lnTo>
                    <a:pt x="1886" y="710"/>
                  </a:lnTo>
                  <a:lnTo>
                    <a:pt x="1887" y="710"/>
                  </a:lnTo>
                  <a:lnTo>
                    <a:pt x="1892" y="707"/>
                  </a:lnTo>
                  <a:lnTo>
                    <a:pt x="1900" y="699"/>
                  </a:lnTo>
                  <a:lnTo>
                    <a:pt x="1900" y="699"/>
                  </a:lnTo>
                  <a:lnTo>
                    <a:pt x="1903" y="697"/>
                  </a:lnTo>
                  <a:lnTo>
                    <a:pt x="1904" y="693"/>
                  </a:lnTo>
                  <a:lnTo>
                    <a:pt x="1904" y="693"/>
                  </a:lnTo>
                  <a:lnTo>
                    <a:pt x="1907" y="692"/>
                  </a:lnTo>
                  <a:lnTo>
                    <a:pt x="1909" y="691"/>
                  </a:lnTo>
                  <a:lnTo>
                    <a:pt x="1917" y="691"/>
                  </a:lnTo>
                  <a:lnTo>
                    <a:pt x="1917" y="691"/>
                  </a:lnTo>
                  <a:lnTo>
                    <a:pt x="1919" y="693"/>
                  </a:lnTo>
                  <a:lnTo>
                    <a:pt x="1922" y="696"/>
                  </a:lnTo>
                  <a:lnTo>
                    <a:pt x="1924" y="704"/>
                  </a:lnTo>
                  <a:lnTo>
                    <a:pt x="1924" y="704"/>
                  </a:lnTo>
                  <a:lnTo>
                    <a:pt x="1925" y="707"/>
                  </a:lnTo>
                  <a:lnTo>
                    <a:pt x="1928" y="707"/>
                  </a:lnTo>
                  <a:lnTo>
                    <a:pt x="1930" y="705"/>
                  </a:lnTo>
                  <a:lnTo>
                    <a:pt x="1932" y="703"/>
                  </a:lnTo>
                  <a:lnTo>
                    <a:pt x="1932" y="703"/>
                  </a:lnTo>
                  <a:lnTo>
                    <a:pt x="1935" y="697"/>
                  </a:lnTo>
                  <a:lnTo>
                    <a:pt x="1939" y="692"/>
                  </a:lnTo>
                  <a:lnTo>
                    <a:pt x="1939" y="692"/>
                  </a:lnTo>
                  <a:lnTo>
                    <a:pt x="1943" y="689"/>
                  </a:lnTo>
                  <a:lnTo>
                    <a:pt x="1948" y="688"/>
                  </a:lnTo>
                  <a:lnTo>
                    <a:pt x="1948" y="688"/>
                  </a:lnTo>
                  <a:lnTo>
                    <a:pt x="1948" y="687"/>
                  </a:lnTo>
                  <a:lnTo>
                    <a:pt x="1948" y="684"/>
                  </a:lnTo>
                  <a:lnTo>
                    <a:pt x="1949" y="680"/>
                  </a:lnTo>
                  <a:lnTo>
                    <a:pt x="1949" y="680"/>
                  </a:lnTo>
                  <a:lnTo>
                    <a:pt x="1950" y="678"/>
                  </a:lnTo>
                  <a:lnTo>
                    <a:pt x="1951" y="678"/>
                  </a:lnTo>
                  <a:lnTo>
                    <a:pt x="1954" y="680"/>
                  </a:lnTo>
                  <a:lnTo>
                    <a:pt x="1956" y="680"/>
                  </a:lnTo>
                  <a:lnTo>
                    <a:pt x="1956" y="680"/>
                  </a:lnTo>
                  <a:lnTo>
                    <a:pt x="1956" y="678"/>
                  </a:lnTo>
                  <a:lnTo>
                    <a:pt x="1956" y="676"/>
                  </a:lnTo>
                  <a:lnTo>
                    <a:pt x="1954" y="671"/>
                  </a:lnTo>
                  <a:lnTo>
                    <a:pt x="1954" y="671"/>
                  </a:lnTo>
                  <a:lnTo>
                    <a:pt x="1954" y="671"/>
                  </a:lnTo>
                  <a:lnTo>
                    <a:pt x="1955" y="671"/>
                  </a:lnTo>
                  <a:lnTo>
                    <a:pt x="1959" y="672"/>
                  </a:lnTo>
                  <a:lnTo>
                    <a:pt x="1959" y="672"/>
                  </a:lnTo>
                  <a:lnTo>
                    <a:pt x="1962" y="670"/>
                  </a:lnTo>
                  <a:lnTo>
                    <a:pt x="1966" y="666"/>
                  </a:lnTo>
                  <a:lnTo>
                    <a:pt x="1966" y="666"/>
                  </a:lnTo>
                  <a:lnTo>
                    <a:pt x="1967" y="666"/>
                  </a:lnTo>
                  <a:lnTo>
                    <a:pt x="1968" y="666"/>
                  </a:lnTo>
                  <a:lnTo>
                    <a:pt x="1971" y="667"/>
                  </a:lnTo>
                  <a:lnTo>
                    <a:pt x="1971" y="667"/>
                  </a:lnTo>
                  <a:lnTo>
                    <a:pt x="1972" y="666"/>
                  </a:lnTo>
                  <a:lnTo>
                    <a:pt x="1977" y="661"/>
                  </a:lnTo>
                  <a:lnTo>
                    <a:pt x="1984" y="654"/>
                  </a:lnTo>
                  <a:lnTo>
                    <a:pt x="1994" y="644"/>
                  </a:lnTo>
                  <a:lnTo>
                    <a:pt x="1994" y="644"/>
                  </a:lnTo>
                  <a:lnTo>
                    <a:pt x="2000" y="639"/>
                  </a:lnTo>
                  <a:lnTo>
                    <a:pt x="2007" y="635"/>
                  </a:lnTo>
                  <a:lnTo>
                    <a:pt x="2018" y="631"/>
                  </a:lnTo>
                  <a:lnTo>
                    <a:pt x="2026" y="630"/>
                  </a:lnTo>
                  <a:lnTo>
                    <a:pt x="2031" y="630"/>
                  </a:lnTo>
                  <a:lnTo>
                    <a:pt x="2031" y="630"/>
                  </a:lnTo>
                  <a:lnTo>
                    <a:pt x="2034" y="630"/>
                  </a:lnTo>
                  <a:lnTo>
                    <a:pt x="2036" y="630"/>
                  </a:lnTo>
                  <a:lnTo>
                    <a:pt x="2042" y="634"/>
                  </a:lnTo>
                  <a:lnTo>
                    <a:pt x="2042" y="634"/>
                  </a:lnTo>
                  <a:lnTo>
                    <a:pt x="2046" y="635"/>
                  </a:lnTo>
                  <a:lnTo>
                    <a:pt x="2048" y="634"/>
                  </a:lnTo>
                  <a:lnTo>
                    <a:pt x="2052" y="630"/>
                  </a:lnTo>
                  <a:lnTo>
                    <a:pt x="2052" y="630"/>
                  </a:lnTo>
                  <a:lnTo>
                    <a:pt x="2053" y="629"/>
                  </a:lnTo>
                  <a:lnTo>
                    <a:pt x="2055" y="627"/>
                  </a:lnTo>
                  <a:lnTo>
                    <a:pt x="2055" y="622"/>
                  </a:lnTo>
                  <a:lnTo>
                    <a:pt x="2055" y="622"/>
                  </a:lnTo>
                  <a:lnTo>
                    <a:pt x="2053" y="614"/>
                  </a:lnTo>
                  <a:lnTo>
                    <a:pt x="2052" y="611"/>
                  </a:lnTo>
                  <a:lnTo>
                    <a:pt x="2050" y="608"/>
                  </a:lnTo>
                  <a:lnTo>
                    <a:pt x="2050" y="608"/>
                  </a:lnTo>
                  <a:lnTo>
                    <a:pt x="2047" y="607"/>
                  </a:lnTo>
                  <a:lnTo>
                    <a:pt x="2046" y="604"/>
                  </a:lnTo>
                  <a:lnTo>
                    <a:pt x="2045" y="601"/>
                  </a:lnTo>
                  <a:lnTo>
                    <a:pt x="2042" y="599"/>
                  </a:lnTo>
                  <a:lnTo>
                    <a:pt x="2042" y="599"/>
                  </a:lnTo>
                  <a:lnTo>
                    <a:pt x="2039" y="598"/>
                  </a:lnTo>
                  <a:lnTo>
                    <a:pt x="2039" y="596"/>
                  </a:lnTo>
                  <a:lnTo>
                    <a:pt x="2039" y="590"/>
                  </a:lnTo>
                  <a:lnTo>
                    <a:pt x="2039" y="590"/>
                  </a:lnTo>
                  <a:lnTo>
                    <a:pt x="2039" y="588"/>
                  </a:lnTo>
                  <a:lnTo>
                    <a:pt x="2037" y="588"/>
                  </a:lnTo>
                  <a:lnTo>
                    <a:pt x="2035" y="592"/>
                  </a:lnTo>
                  <a:lnTo>
                    <a:pt x="2035" y="592"/>
                  </a:lnTo>
                  <a:lnTo>
                    <a:pt x="2031" y="595"/>
                  </a:lnTo>
                  <a:lnTo>
                    <a:pt x="2024" y="593"/>
                  </a:lnTo>
                  <a:lnTo>
                    <a:pt x="2024" y="593"/>
                  </a:lnTo>
                  <a:lnTo>
                    <a:pt x="2021" y="592"/>
                  </a:lnTo>
                  <a:lnTo>
                    <a:pt x="2020" y="590"/>
                  </a:lnTo>
                  <a:lnTo>
                    <a:pt x="2019" y="587"/>
                  </a:lnTo>
                  <a:lnTo>
                    <a:pt x="2019" y="585"/>
                  </a:lnTo>
                  <a:lnTo>
                    <a:pt x="2020" y="579"/>
                  </a:lnTo>
                  <a:lnTo>
                    <a:pt x="2023" y="574"/>
                  </a:lnTo>
                  <a:lnTo>
                    <a:pt x="2023" y="574"/>
                  </a:lnTo>
                  <a:lnTo>
                    <a:pt x="2023" y="571"/>
                  </a:lnTo>
                  <a:lnTo>
                    <a:pt x="2023" y="570"/>
                  </a:lnTo>
                  <a:lnTo>
                    <a:pt x="2020" y="569"/>
                  </a:lnTo>
                  <a:lnTo>
                    <a:pt x="2016" y="567"/>
                  </a:lnTo>
                  <a:lnTo>
                    <a:pt x="2016" y="567"/>
                  </a:lnTo>
                  <a:lnTo>
                    <a:pt x="2014" y="565"/>
                  </a:lnTo>
                  <a:lnTo>
                    <a:pt x="2014" y="564"/>
                  </a:lnTo>
                  <a:lnTo>
                    <a:pt x="2016" y="563"/>
                  </a:lnTo>
                  <a:lnTo>
                    <a:pt x="2019" y="561"/>
                  </a:lnTo>
                  <a:lnTo>
                    <a:pt x="2019" y="561"/>
                  </a:lnTo>
                  <a:lnTo>
                    <a:pt x="2025" y="563"/>
                  </a:lnTo>
                  <a:lnTo>
                    <a:pt x="2032" y="564"/>
                  </a:lnTo>
                  <a:lnTo>
                    <a:pt x="2032" y="564"/>
                  </a:lnTo>
                  <a:lnTo>
                    <a:pt x="2035" y="565"/>
                  </a:lnTo>
                  <a:lnTo>
                    <a:pt x="2037" y="566"/>
                  </a:lnTo>
                  <a:lnTo>
                    <a:pt x="2040" y="566"/>
                  </a:lnTo>
                  <a:lnTo>
                    <a:pt x="2042" y="566"/>
                  </a:lnTo>
                  <a:lnTo>
                    <a:pt x="2042" y="566"/>
                  </a:lnTo>
                  <a:lnTo>
                    <a:pt x="2052" y="564"/>
                  </a:lnTo>
                  <a:lnTo>
                    <a:pt x="2062" y="559"/>
                  </a:lnTo>
                  <a:lnTo>
                    <a:pt x="2062" y="559"/>
                  </a:lnTo>
                  <a:lnTo>
                    <a:pt x="2066" y="555"/>
                  </a:lnTo>
                  <a:lnTo>
                    <a:pt x="2068" y="550"/>
                  </a:lnTo>
                  <a:lnTo>
                    <a:pt x="2069" y="545"/>
                  </a:lnTo>
                  <a:lnTo>
                    <a:pt x="2071" y="542"/>
                  </a:lnTo>
                  <a:lnTo>
                    <a:pt x="2071" y="542"/>
                  </a:lnTo>
                  <a:lnTo>
                    <a:pt x="2069" y="538"/>
                  </a:lnTo>
                  <a:lnTo>
                    <a:pt x="2068" y="535"/>
                  </a:lnTo>
                  <a:lnTo>
                    <a:pt x="2068" y="535"/>
                  </a:lnTo>
                  <a:lnTo>
                    <a:pt x="2067" y="533"/>
                  </a:lnTo>
                  <a:lnTo>
                    <a:pt x="2068" y="527"/>
                  </a:lnTo>
                  <a:lnTo>
                    <a:pt x="2071" y="517"/>
                  </a:lnTo>
                  <a:lnTo>
                    <a:pt x="2071" y="517"/>
                  </a:lnTo>
                  <a:lnTo>
                    <a:pt x="2072" y="517"/>
                  </a:lnTo>
                  <a:lnTo>
                    <a:pt x="2073" y="517"/>
                  </a:lnTo>
                  <a:lnTo>
                    <a:pt x="2077" y="521"/>
                  </a:lnTo>
                  <a:lnTo>
                    <a:pt x="2077" y="521"/>
                  </a:lnTo>
                  <a:lnTo>
                    <a:pt x="2079" y="523"/>
                  </a:lnTo>
                  <a:lnTo>
                    <a:pt x="2079" y="524"/>
                  </a:lnTo>
                  <a:lnTo>
                    <a:pt x="2078" y="526"/>
                  </a:lnTo>
                  <a:lnTo>
                    <a:pt x="2078" y="526"/>
                  </a:lnTo>
                  <a:lnTo>
                    <a:pt x="2077" y="528"/>
                  </a:lnTo>
                  <a:lnTo>
                    <a:pt x="2077" y="529"/>
                  </a:lnTo>
                  <a:lnTo>
                    <a:pt x="2078" y="534"/>
                  </a:lnTo>
                  <a:lnTo>
                    <a:pt x="2078" y="534"/>
                  </a:lnTo>
                  <a:lnTo>
                    <a:pt x="2081" y="539"/>
                  </a:lnTo>
                  <a:lnTo>
                    <a:pt x="2085" y="542"/>
                  </a:lnTo>
                  <a:lnTo>
                    <a:pt x="2085" y="542"/>
                  </a:lnTo>
                  <a:lnTo>
                    <a:pt x="2090" y="543"/>
                  </a:lnTo>
                  <a:lnTo>
                    <a:pt x="2099" y="544"/>
                  </a:lnTo>
                  <a:lnTo>
                    <a:pt x="2113" y="544"/>
                  </a:lnTo>
                  <a:lnTo>
                    <a:pt x="2113" y="544"/>
                  </a:lnTo>
                  <a:lnTo>
                    <a:pt x="2115" y="547"/>
                  </a:lnTo>
                  <a:lnTo>
                    <a:pt x="2117" y="550"/>
                  </a:lnTo>
                  <a:lnTo>
                    <a:pt x="2119" y="554"/>
                  </a:lnTo>
                  <a:lnTo>
                    <a:pt x="2119" y="556"/>
                  </a:lnTo>
                  <a:lnTo>
                    <a:pt x="2117" y="558"/>
                  </a:lnTo>
                  <a:lnTo>
                    <a:pt x="2117" y="558"/>
                  </a:lnTo>
                  <a:lnTo>
                    <a:pt x="2116" y="560"/>
                  </a:lnTo>
                  <a:lnTo>
                    <a:pt x="2117" y="563"/>
                  </a:lnTo>
                  <a:lnTo>
                    <a:pt x="2120" y="565"/>
                  </a:lnTo>
                  <a:lnTo>
                    <a:pt x="2121" y="566"/>
                  </a:lnTo>
                  <a:lnTo>
                    <a:pt x="2121" y="566"/>
                  </a:lnTo>
                  <a:lnTo>
                    <a:pt x="2125" y="567"/>
                  </a:lnTo>
                  <a:lnTo>
                    <a:pt x="2131" y="569"/>
                  </a:lnTo>
                  <a:lnTo>
                    <a:pt x="2142" y="570"/>
                  </a:lnTo>
                  <a:lnTo>
                    <a:pt x="2142" y="570"/>
                  </a:lnTo>
                  <a:lnTo>
                    <a:pt x="2145" y="572"/>
                  </a:lnTo>
                  <a:lnTo>
                    <a:pt x="2147" y="575"/>
                  </a:lnTo>
                  <a:lnTo>
                    <a:pt x="2149" y="577"/>
                  </a:lnTo>
                  <a:lnTo>
                    <a:pt x="2153" y="579"/>
                  </a:lnTo>
                  <a:lnTo>
                    <a:pt x="2153" y="579"/>
                  </a:lnTo>
                  <a:lnTo>
                    <a:pt x="2158" y="579"/>
                  </a:lnTo>
                  <a:lnTo>
                    <a:pt x="2163" y="577"/>
                  </a:lnTo>
                  <a:lnTo>
                    <a:pt x="2167" y="575"/>
                  </a:lnTo>
                  <a:lnTo>
                    <a:pt x="2168" y="572"/>
                  </a:lnTo>
                  <a:lnTo>
                    <a:pt x="2168" y="572"/>
                  </a:lnTo>
                  <a:lnTo>
                    <a:pt x="2167" y="570"/>
                  </a:lnTo>
                  <a:lnTo>
                    <a:pt x="2165" y="569"/>
                  </a:lnTo>
                  <a:lnTo>
                    <a:pt x="2163" y="569"/>
                  </a:lnTo>
                  <a:lnTo>
                    <a:pt x="2161" y="569"/>
                  </a:lnTo>
                  <a:lnTo>
                    <a:pt x="2161" y="569"/>
                  </a:lnTo>
                  <a:lnTo>
                    <a:pt x="2159" y="570"/>
                  </a:lnTo>
                  <a:lnTo>
                    <a:pt x="2158" y="569"/>
                  </a:lnTo>
                  <a:lnTo>
                    <a:pt x="2157" y="565"/>
                  </a:lnTo>
                  <a:lnTo>
                    <a:pt x="2157" y="565"/>
                  </a:lnTo>
                  <a:lnTo>
                    <a:pt x="2157" y="564"/>
                  </a:lnTo>
                  <a:lnTo>
                    <a:pt x="2159" y="563"/>
                  </a:lnTo>
                  <a:lnTo>
                    <a:pt x="2164" y="561"/>
                  </a:lnTo>
                  <a:lnTo>
                    <a:pt x="2164" y="561"/>
                  </a:lnTo>
                  <a:lnTo>
                    <a:pt x="2167" y="559"/>
                  </a:lnTo>
                  <a:lnTo>
                    <a:pt x="2167" y="555"/>
                  </a:lnTo>
                  <a:lnTo>
                    <a:pt x="2165" y="549"/>
                  </a:lnTo>
                  <a:lnTo>
                    <a:pt x="2165" y="549"/>
                  </a:lnTo>
                  <a:lnTo>
                    <a:pt x="2164" y="543"/>
                  </a:lnTo>
                  <a:lnTo>
                    <a:pt x="2164" y="540"/>
                  </a:lnTo>
                  <a:lnTo>
                    <a:pt x="2164" y="540"/>
                  </a:lnTo>
                  <a:lnTo>
                    <a:pt x="2164" y="540"/>
                  </a:lnTo>
                  <a:lnTo>
                    <a:pt x="2170" y="542"/>
                  </a:lnTo>
                  <a:lnTo>
                    <a:pt x="2179" y="542"/>
                  </a:lnTo>
                  <a:lnTo>
                    <a:pt x="2179" y="542"/>
                  </a:lnTo>
                  <a:lnTo>
                    <a:pt x="2180" y="542"/>
                  </a:lnTo>
                  <a:lnTo>
                    <a:pt x="2180" y="539"/>
                  </a:lnTo>
                  <a:lnTo>
                    <a:pt x="2179" y="534"/>
                  </a:lnTo>
                  <a:lnTo>
                    <a:pt x="2179" y="534"/>
                  </a:lnTo>
                  <a:lnTo>
                    <a:pt x="2179" y="533"/>
                  </a:lnTo>
                  <a:lnTo>
                    <a:pt x="2179" y="533"/>
                  </a:lnTo>
                  <a:lnTo>
                    <a:pt x="2181" y="534"/>
                  </a:lnTo>
                  <a:lnTo>
                    <a:pt x="2188" y="540"/>
                  </a:lnTo>
                  <a:lnTo>
                    <a:pt x="2188" y="540"/>
                  </a:lnTo>
                  <a:lnTo>
                    <a:pt x="2190" y="540"/>
                  </a:lnTo>
                  <a:lnTo>
                    <a:pt x="2190" y="539"/>
                  </a:lnTo>
                  <a:lnTo>
                    <a:pt x="2193" y="533"/>
                  </a:lnTo>
                  <a:lnTo>
                    <a:pt x="2193" y="533"/>
                  </a:lnTo>
                  <a:lnTo>
                    <a:pt x="2195" y="528"/>
                  </a:lnTo>
                  <a:lnTo>
                    <a:pt x="2200" y="526"/>
                  </a:lnTo>
                  <a:lnTo>
                    <a:pt x="2200" y="526"/>
                  </a:lnTo>
                  <a:lnTo>
                    <a:pt x="2201" y="524"/>
                  </a:lnTo>
                  <a:lnTo>
                    <a:pt x="2201" y="523"/>
                  </a:lnTo>
                  <a:lnTo>
                    <a:pt x="2199" y="521"/>
                  </a:lnTo>
                  <a:lnTo>
                    <a:pt x="2194" y="519"/>
                  </a:lnTo>
                  <a:close/>
                  <a:moveTo>
                    <a:pt x="582" y="420"/>
                  </a:moveTo>
                  <a:lnTo>
                    <a:pt x="582" y="420"/>
                  </a:lnTo>
                  <a:lnTo>
                    <a:pt x="581" y="418"/>
                  </a:lnTo>
                  <a:lnTo>
                    <a:pt x="581" y="417"/>
                  </a:lnTo>
                  <a:lnTo>
                    <a:pt x="581" y="415"/>
                  </a:lnTo>
                  <a:lnTo>
                    <a:pt x="581" y="415"/>
                  </a:lnTo>
                  <a:lnTo>
                    <a:pt x="579" y="410"/>
                  </a:lnTo>
                  <a:lnTo>
                    <a:pt x="579" y="409"/>
                  </a:lnTo>
                  <a:lnTo>
                    <a:pt x="580" y="407"/>
                  </a:lnTo>
                  <a:lnTo>
                    <a:pt x="580" y="407"/>
                  </a:lnTo>
                  <a:lnTo>
                    <a:pt x="582" y="407"/>
                  </a:lnTo>
                  <a:lnTo>
                    <a:pt x="586" y="409"/>
                  </a:lnTo>
                  <a:lnTo>
                    <a:pt x="590" y="411"/>
                  </a:lnTo>
                  <a:lnTo>
                    <a:pt x="591" y="412"/>
                  </a:lnTo>
                  <a:lnTo>
                    <a:pt x="591" y="412"/>
                  </a:lnTo>
                  <a:lnTo>
                    <a:pt x="590" y="416"/>
                  </a:lnTo>
                  <a:lnTo>
                    <a:pt x="587" y="418"/>
                  </a:lnTo>
                  <a:lnTo>
                    <a:pt x="585" y="420"/>
                  </a:lnTo>
                  <a:lnTo>
                    <a:pt x="582" y="420"/>
                  </a:lnTo>
                  <a:close/>
                  <a:moveTo>
                    <a:pt x="576" y="343"/>
                  </a:moveTo>
                  <a:lnTo>
                    <a:pt x="576" y="343"/>
                  </a:lnTo>
                  <a:lnTo>
                    <a:pt x="577" y="342"/>
                  </a:lnTo>
                  <a:lnTo>
                    <a:pt x="581" y="341"/>
                  </a:lnTo>
                  <a:lnTo>
                    <a:pt x="585" y="340"/>
                  </a:lnTo>
                  <a:lnTo>
                    <a:pt x="587" y="338"/>
                  </a:lnTo>
                  <a:lnTo>
                    <a:pt x="587" y="338"/>
                  </a:lnTo>
                  <a:lnTo>
                    <a:pt x="590" y="337"/>
                  </a:lnTo>
                  <a:lnTo>
                    <a:pt x="593" y="337"/>
                  </a:lnTo>
                  <a:lnTo>
                    <a:pt x="597" y="340"/>
                  </a:lnTo>
                  <a:lnTo>
                    <a:pt x="598" y="342"/>
                  </a:lnTo>
                  <a:lnTo>
                    <a:pt x="598" y="342"/>
                  </a:lnTo>
                  <a:lnTo>
                    <a:pt x="597" y="346"/>
                  </a:lnTo>
                  <a:lnTo>
                    <a:pt x="592" y="351"/>
                  </a:lnTo>
                  <a:lnTo>
                    <a:pt x="587" y="354"/>
                  </a:lnTo>
                  <a:lnTo>
                    <a:pt x="584" y="356"/>
                  </a:lnTo>
                  <a:lnTo>
                    <a:pt x="584" y="356"/>
                  </a:lnTo>
                  <a:lnTo>
                    <a:pt x="581" y="353"/>
                  </a:lnTo>
                  <a:lnTo>
                    <a:pt x="577" y="351"/>
                  </a:lnTo>
                  <a:lnTo>
                    <a:pt x="575" y="347"/>
                  </a:lnTo>
                  <a:lnTo>
                    <a:pt x="575" y="345"/>
                  </a:lnTo>
                  <a:lnTo>
                    <a:pt x="576" y="343"/>
                  </a:lnTo>
                  <a:close/>
                  <a:moveTo>
                    <a:pt x="46" y="757"/>
                  </a:moveTo>
                  <a:lnTo>
                    <a:pt x="46" y="757"/>
                  </a:lnTo>
                  <a:lnTo>
                    <a:pt x="46" y="756"/>
                  </a:lnTo>
                  <a:lnTo>
                    <a:pt x="46" y="755"/>
                  </a:lnTo>
                  <a:lnTo>
                    <a:pt x="50" y="751"/>
                  </a:lnTo>
                  <a:lnTo>
                    <a:pt x="50" y="751"/>
                  </a:lnTo>
                  <a:lnTo>
                    <a:pt x="52" y="751"/>
                  </a:lnTo>
                  <a:lnTo>
                    <a:pt x="53" y="752"/>
                  </a:lnTo>
                  <a:lnTo>
                    <a:pt x="54" y="753"/>
                  </a:lnTo>
                  <a:lnTo>
                    <a:pt x="54" y="753"/>
                  </a:lnTo>
                  <a:lnTo>
                    <a:pt x="53" y="756"/>
                  </a:lnTo>
                  <a:lnTo>
                    <a:pt x="50" y="757"/>
                  </a:lnTo>
                  <a:lnTo>
                    <a:pt x="48" y="758"/>
                  </a:lnTo>
                  <a:lnTo>
                    <a:pt x="46" y="757"/>
                  </a:lnTo>
                  <a:close/>
                  <a:moveTo>
                    <a:pt x="70" y="697"/>
                  </a:moveTo>
                  <a:lnTo>
                    <a:pt x="70" y="697"/>
                  </a:lnTo>
                  <a:lnTo>
                    <a:pt x="69" y="698"/>
                  </a:lnTo>
                  <a:lnTo>
                    <a:pt x="68" y="702"/>
                  </a:lnTo>
                  <a:lnTo>
                    <a:pt x="66" y="705"/>
                  </a:lnTo>
                  <a:lnTo>
                    <a:pt x="66" y="705"/>
                  </a:lnTo>
                  <a:lnTo>
                    <a:pt x="64" y="704"/>
                  </a:lnTo>
                  <a:lnTo>
                    <a:pt x="63" y="703"/>
                  </a:lnTo>
                  <a:lnTo>
                    <a:pt x="62" y="703"/>
                  </a:lnTo>
                  <a:lnTo>
                    <a:pt x="62" y="703"/>
                  </a:lnTo>
                  <a:lnTo>
                    <a:pt x="57" y="703"/>
                  </a:lnTo>
                  <a:lnTo>
                    <a:pt x="55" y="704"/>
                  </a:lnTo>
                  <a:lnTo>
                    <a:pt x="54" y="707"/>
                  </a:lnTo>
                  <a:lnTo>
                    <a:pt x="54" y="707"/>
                  </a:lnTo>
                  <a:lnTo>
                    <a:pt x="54" y="708"/>
                  </a:lnTo>
                  <a:lnTo>
                    <a:pt x="53" y="709"/>
                  </a:lnTo>
                  <a:lnTo>
                    <a:pt x="52" y="709"/>
                  </a:lnTo>
                  <a:lnTo>
                    <a:pt x="49" y="709"/>
                  </a:lnTo>
                  <a:lnTo>
                    <a:pt x="49" y="709"/>
                  </a:lnTo>
                  <a:lnTo>
                    <a:pt x="46" y="705"/>
                  </a:lnTo>
                  <a:lnTo>
                    <a:pt x="44" y="703"/>
                  </a:lnTo>
                  <a:lnTo>
                    <a:pt x="43" y="700"/>
                  </a:lnTo>
                  <a:lnTo>
                    <a:pt x="43" y="700"/>
                  </a:lnTo>
                  <a:lnTo>
                    <a:pt x="42" y="696"/>
                  </a:lnTo>
                  <a:lnTo>
                    <a:pt x="37" y="689"/>
                  </a:lnTo>
                  <a:lnTo>
                    <a:pt x="33" y="684"/>
                  </a:lnTo>
                  <a:lnTo>
                    <a:pt x="31" y="681"/>
                  </a:lnTo>
                  <a:lnTo>
                    <a:pt x="31" y="681"/>
                  </a:lnTo>
                  <a:lnTo>
                    <a:pt x="32" y="673"/>
                  </a:lnTo>
                  <a:lnTo>
                    <a:pt x="33" y="670"/>
                  </a:lnTo>
                  <a:lnTo>
                    <a:pt x="34" y="667"/>
                  </a:lnTo>
                  <a:lnTo>
                    <a:pt x="34" y="667"/>
                  </a:lnTo>
                  <a:lnTo>
                    <a:pt x="39" y="663"/>
                  </a:lnTo>
                  <a:lnTo>
                    <a:pt x="42" y="662"/>
                  </a:lnTo>
                  <a:lnTo>
                    <a:pt x="44" y="662"/>
                  </a:lnTo>
                  <a:lnTo>
                    <a:pt x="44" y="662"/>
                  </a:lnTo>
                  <a:lnTo>
                    <a:pt x="48" y="663"/>
                  </a:lnTo>
                  <a:lnTo>
                    <a:pt x="52" y="666"/>
                  </a:lnTo>
                  <a:lnTo>
                    <a:pt x="58" y="671"/>
                  </a:lnTo>
                  <a:lnTo>
                    <a:pt x="58" y="671"/>
                  </a:lnTo>
                  <a:lnTo>
                    <a:pt x="65" y="682"/>
                  </a:lnTo>
                  <a:lnTo>
                    <a:pt x="71" y="692"/>
                  </a:lnTo>
                  <a:lnTo>
                    <a:pt x="71" y="692"/>
                  </a:lnTo>
                  <a:lnTo>
                    <a:pt x="71" y="696"/>
                  </a:lnTo>
                  <a:lnTo>
                    <a:pt x="70" y="697"/>
                  </a:lnTo>
                  <a:close/>
                  <a:moveTo>
                    <a:pt x="154" y="670"/>
                  </a:moveTo>
                  <a:lnTo>
                    <a:pt x="154" y="670"/>
                  </a:lnTo>
                  <a:lnTo>
                    <a:pt x="154" y="671"/>
                  </a:lnTo>
                  <a:lnTo>
                    <a:pt x="153" y="673"/>
                  </a:lnTo>
                  <a:lnTo>
                    <a:pt x="150" y="675"/>
                  </a:lnTo>
                  <a:lnTo>
                    <a:pt x="149" y="676"/>
                  </a:lnTo>
                  <a:lnTo>
                    <a:pt x="149" y="676"/>
                  </a:lnTo>
                  <a:lnTo>
                    <a:pt x="148" y="673"/>
                  </a:lnTo>
                  <a:lnTo>
                    <a:pt x="146" y="670"/>
                  </a:lnTo>
                  <a:lnTo>
                    <a:pt x="148" y="668"/>
                  </a:lnTo>
                  <a:lnTo>
                    <a:pt x="149" y="668"/>
                  </a:lnTo>
                  <a:lnTo>
                    <a:pt x="150" y="668"/>
                  </a:lnTo>
                  <a:lnTo>
                    <a:pt x="154" y="670"/>
                  </a:lnTo>
                  <a:close/>
                  <a:moveTo>
                    <a:pt x="80" y="615"/>
                  </a:moveTo>
                  <a:lnTo>
                    <a:pt x="80" y="615"/>
                  </a:lnTo>
                  <a:lnTo>
                    <a:pt x="78" y="613"/>
                  </a:lnTo>
                  <a:lnTo>
                    <a:pt x="78" y="609"/>
                  </a:lnTo>
                  <a:lnTo>
                    <a:pt x="78" y="609"/>
                  </a:lnTo>
                  <a:lnTo>
                    <a:pt x="78" y="608"/>
                  </a:lnTo>
                  <a:lnTo>
                    <a:pt x="79" y="607"/>
                  </a:lnTo>
                  <a:lnTo>
                    <a:pt x="82" y="607"/>
                  </a:lnTo>
                  <a:lnTo>
                    <a:pt x="82" y="607"/>
                  </a:lnTo>
                  <a:lnTo>
                    <a:pt x="86" y="609"/>
                  </a:lnTo>
                  <a:lnTo>
                    <a:pt x="89" y="612"/>
                  </a:lnTo>
                  <a:lnTo>
                    <a:pt x="89" y="612"/>
                  </a:lnTo>
                  <a:lnTo>
                    <a:pt x="85" y="614"/>
                  </a:lnTo>
                  <a:lnTo>
                    <a:pt x="82" y="615"/>
                  </a:lnTo>
                  <a:lnTo>
                    <a:pt x="80" y="615"/>
                  </a:lnTo>
                  <a:close/>
                  <a:moveTo>
                    <a:pt x="118" y="673"/>
                  </a:moveTo>
                  <a:lnTo>
                    <a:pt x="118" y="673"/>
                  </a:lnTo>
                  <a:lnTo>
                    <a:pt x="113" y="681"/>
                  </a:lnTo>
                  <a:lnTo>
                    <a:pt x="110" y="683"/>
                  </a:lnTo>
                  <a:lnTo>
                    <a:pt x="110" y="683"/>
                  </a:lnTo>
                  <a:lnTo>
                    <a:pt x="108" y="683"/>
                  </a:lnTo>
                  <a:lnTo>
                    <a:pt x="107" y="682"/>
                  </a:lnTo>
                  <a:lnTo>
                    <a:pt x="107" y="678"/>
                  </a:lnTo>
                  <a:lnTo>
                    <a:pt x="107" y="678"/>
                  </a:lnTo>
                  <a:lnTo>
                    <a:pt x="107" y="676"/>
                  </a:lnTo>
                  <a:lnTo>
                    <a:pt x="106" y="673"/>
                  </a:lnTo>
                  <a:lnTo>
                    <a:pt x="103" y="671"/>
                  </a:lnTo>
                  <a:lnTo>
                    <a:pt x="100" y="668"/>
                  </a:lnTo>
                  <a:lnTo>
                    <a:pt x="100" y="668"/>
                  </a:lnTo>
                  <a:lnTo>
                    <a:pt x="91" y="662"/>
                  </a:lnTo>
                  <a:lnTo>
                    <a:pt x="87" y="660"/>
                  </a:lnTo>
                  <a:lnTo>
                    <a:pt x="87" y="659"/>
                  </a:lnTo>
                  <a:lnTo>
                    <a:pt x="87" y="657"/>
                  </a:lnTo>
                  <a:lnTo>
                    <a:pt x="87" y="657"/>
                  </a:lnTo>
                  <a:lnTo>
                    <a:pt x="89" y="656"/>
                  </a:lnTo>
                  <a:lnTo>
                    <a:pt x="90" y="656"/>
                  </a:lnTo>
                  <a:lnTo>
                    <a:pt x="91" y="656"/>
                  </a:lnTo>
                  <a:lnTo>
                    <a:pt x="92" y="654"/>
                  </a:lnTo>
                  <a:lnTo>
                    <a:pt x="92" y="654"/>
                  </a:lnTo>
                  <a:lnTo>
                    <a:pt x="92" y="651"/>
                  </a:lnTo>
                  <a:lnTo>
                    <a:pt x="91" y="649"/>
                  </a:lnTo>
                  <a:lnTo>
                    <a:pt x="90" y="647"/>
                  </a:lnTo>
                  <a:lnTo>
                    <a:pt x="90" y="645"/>
                  </a:lnTo>
                  <a:lnTo>
                    <a:pt x="90" y="645"/>
                  </a:lnTo>
                  <a:lnTo>
                    <a:pt x="90" y="644"/>
                  </a:lnTo>
                  <a:lnTo>
                    <a:pt x="92" y="643"/>
                  </a:lnTo>
                  <a:lnTo>
                    <a:pt x="95" y="641"/>
                  </a:lnTo>
                  <a:lnTo>
                    <a:pt x="95" y="641"/>
                  </a:lnTo>
                  <a:lnTo>
                    <a:pt x="94" y="638"/>
                  </a:lnTo>
                  <a:lnTo>
                    <a:pt x="94" y="636"/>
                  </a:lnTo>
                  <a:lnTo>
                    <a:pt x="95" y="636"/>
                  </a:lnTo>
                  <a:lnTo>
                    <a:pt x="95" y="636"/>
                  </a:lnTo>
                  <a:lnTo>
                    <a:pt x="97" y="639"/>
                  </a:lnTo>
                  <a:lnTo>
                    <a:pt x="101" y="643"/>
                  </a:lnTo>
                  <a:lnTo>
                    <a:pt x="105" y="645"/>
                  </a:lnTo>
                  <a:lnTo>
                    <a:pt x="106" y="646"/>
                  </a:lnTo>
                  <a:lnTo>
                    <a:pt x="106" y="645"/>
                  </a:lnTo>
                  <a:lnTo>
                    <a:pt x="106" y="645"/>
                  </a:lnTo>
                  <a:lnTo>
                    <a:pt x="106" y="643"/>
                  </a:lnTo>
                  <a:lnTo>
                    <a:pt x="103" y="640"/>
                  </a:lnTo>
                  <a:lnTo>
                    <a:pt x="100" y="635"/>
                  </a:lnTo>
                  <a:lnTo>
                    <a:pt x="96" y="630"/>
                  </a:lnTo>
                  <a:lnTo>
                    <a:pt x="95" y="628"/>
                  </a:lnTo>
                  <a:lnTo>
                    <a:pt x="95" y="628"/>
                  </a:lnTo>
                  <a:lnTo>
                    <a:pt x="95" y="628"/>
                  </a:lnTo>
                  <a:lnTo>
                    <a:pt x="98" y="629"/>
                  </a:lnTo>
                  <a:lnTo>
                    <a:pt x="105" y="634"/>
                  </a:lnTo>
                  <a:lnTo>
                    <a:pt x="110" y="640"/>
                  </a:lnTo>
                  <a:lnTo>
                    <a:pt x="112" y="644"/>
                  </a:lnTo>
                  <a:lnTo>
                    <a:pt x="112" y="644"/>
                  </a:lnTo>
                  <a:lnTo>
                    <a:pt x="110" y="649"/>
                  </a:lnTo>
                  <a:lnTo>
                    <a:pt x="110" y="651"/>
                  </a:lnTo>
                  <a:lnTo>
                    <a:pt x="111" y="655"/>
                  </a:lnTo>
                  <a:lnTo>
                    <a:pt x="111" y="655"/>
                  </a:lnTo>
                  <a:lnTo>
                    <a:pt x="117" y="665"/>
                  </a:lnTo>
                  <a:lnTo>
                    <a:pt x="118" y="670"/>
                  </a:lnTo>
                  <a:lnTo>
                    <a:pt x="119" y="671"/>
                  </a:lnTo>
                  <a:lnTo>
                    <a:pt x="118" y="673"/>
                  </a:lnTo>
                  <a:close/>
                  <a:moveTo>
                    <a:pt x="134" y="702"/>
                  </a:moveTo>
                  <a:lnTo>
                    <a:pt x="134" y="702"/>
                  </a:lnTo>
                  <a:lnTo>
                    <a:pt x="138" y="704"/>
                  </a:lnTo>
                  <a:lnTo>
                    <a:pt x="140" y="707"/>
                  </a:lnTo>
                  <a:lnTo>
                    <a:pt x="140" y="708"/>
                  </a:lnTo>
                  <a:lnTo>
                    <a:pt x="140" y="708"/>
                  </a:lnTo>
                  <a:lnTo>
                    <a:pt x="138" y="708"/>
                  </a:lnTo>
                  <a:lnTo>
                    <a:pt x="135" y="708"/>
                  </a:lnTo>
                  <a:lnTo>
                    <a:pt x="129" y="705"/>
                  </a:lnTo>
                  <a:lnTo>
                    <a:pt x="129" y="705"/>
                  </a:lnTo>
                  <a:lnTo>
                    <a:pt x="129" y="704"/>
                  </a:lnTo>
                  <a:lnTo>
                    <a:pt x="130" y="703"/>
                  </a:lnTo>
                  <a:lnTo>
                    <a:pt x="134" y="702"/>
                  </a:lnTo>
                  <a:close/>
                  <a:moveTo>
                    <a:pt x="161" y="753"/>
                  </a:moveTo>
                  <a:lnTo>
                    <a:pt x="161" y="753"/>
                  </a:lnTo>
                  <a:lnTo>
                    <a:pt x="159" y="753"/>
                  </a:lnTo>
                  <a:lnTo>
                    <a:pt x="156" y="753"/>
                  </a:lnTo>
                  <a:lnTo>
                    <a:pt x="153" y="755"/>
                  </a:lnTo>
                  <a:lnTo>
                    <a:pt x="149" y="756"/>
                  </a:lnTo>
                  <a:lnTo>
                    <a:pt x="149" y="756"/>
                  </a:lnTo>
                  <a:lnTo>
                    <a:pt x="146" y="760"/>
                  </a:lnTo>
                  <a:lnTo>
                    <a:pt x="145" y="762"/>
                  </a:lnTo>
                  <a:lnTo>
                    <a:pt x="145" y="763"/>
                  </a:lnTo>
                  <a:lnTo>
                    <a:pt x="143" y="763"/>
                  </a:lnTo>
                  <a:lnTo>
                    <a:pt x="143" y="763"/>
                  </a:lnTo>
                  <a:lnTo>
                    <a:pt x="142" y="761"/>
                  </a:lnTo>
                  <a:lnTo>
                    <a:pt x="142" y="758"/>
                  </a:lnTo>
                  <a:lnTo>
                    <a:pt x="142" y="756"/>
                  </a:lnTo>
                  <a:lnTo>
                    <a:pt x="140" y="753"/>
                  </a:lnTo>
                  <a:lnTo>
                    <a:pt x="140" y="753"/>
                  </a:lnTo>
                  <a:lnTo>
                    <a:pt x="135" y="750"/>
                  </a:lnTo>
                  <a:lnTo>
                    <a:pt x="133" y="747"/>
                  </a:lnTo>
                  <a:lnTo>
                    <a:pt x="133" y="746"/>
                  </a:lnTo>
                  <a:lnTo>
                    <a:pt x="133" y="745"/>
                  </a:lnTo>
                  <a:lnTo>
                    <a:pt x="133" y="745"/>
                  </a:lnTo>
                  <a:lnTo>
                    <a:pt x="134" y="745"/>
                  </a:lnTo>
                  <a:lnTo>
                    <a:pt x="135" y="745"/>
                  </a:lnTo>
                  <a:lnTo>
                    <a:pt x="138" y="746"/>
                  </a:lnTo>
                  <a:lnTo>
                    <a:pt x="140" y="747"/>
                  </a:lnTo>
                  <a:lnTo>
                    <a:pt x="142" y="747"/>
                  </a:lnTo>
                  <a:lnTo>
                    <a:pt x="143" y="746"/>
                  </a:lnTo>
                  <a:lnTo>
                    <a:pt x="143" y="746"/>
                  </a:lnTo>
                  <a:lnTo>
                    <a:pt x="145" y="744"/>
                  </a:lnTo>
                  <a:lnTo>
                    <a:pt x="145" y="741"/>
                  </a:lnTo>
                  <a:lnTo>
                    <a:pt x="144" y="739"/>
                  </a:lnTo>
                  <a:lnTo>
                    <a:pt x="143" y="737"/>
                  </a:lnTo>
                  <a:lnTo>
                    <a:pt x="143" y="737"/>
                  </a:lnTo>
                  <a:lnTo>
                    <a:pt x="140" y="736"/>
                  </a:lnTo>
                  <a:lnTo>
                    <a:pt x="139" y="734"/>
                  </a:lnTo>
                  <a:lnTo>
                    <a:pt x="140" y="731"/>
                  </a:lnTo>
                  <a:lnTo>
                    <a:pt x="143" y="731"/>
                  </a:lnTo>
                  <a:lnTo>
                    <a:pt x="143" y="731"/>
                  </a:lnTo>
                  <a:lnTo>
                    <a:pt x="145" y="731"/>
                  </a:lnTo>
                  <a:lnTo>
                    <a:pt x="148" y="734"/>
                  </a:lnTo>
                  <a:lnTo>
                    <a:pt x="155" y="741"/>
                  </a:lnTo>
                  <a:lnTo>
                    <a:pt x="160" y="748"/>
                  </a:lnTo>
                  <a:lnTo>
                    <a:pt x="161" y="751"/>
                  </a:lnTo>
                  <a:lnTo>
                    <a:pt x="161" y="753"/>
                  </a:lnTo>
                  <a:close/>
                  <a:moveTo>
                    <a:pt x="399" y="721"/>
                  </a:moveTo>
                  <a:lnTo>
                    <a:pt x="399" y="721"/>
                  </a:lnTo>
                  <a:lnTo>
                    <a:pt x="396" y="725"/>
                  </a:lnTo>
                  <a:lnTo>
                    <a:pt x="395" y="728"/>
                  </a:lnTo>
                  <a:lnTo>
                    <a:pt x="395" y="728"/>
                  </a:lnTo>
                  <a:lnTo>
                    <a:pt x="396" y="730"/>
                  </a:lnTo>
                  <a:lnTo>
                    <a:pt x="398" y="731"/>
                  </a:lnTo>
                  <a:lnTo>
                    <a:pt x="396" y="732"/>
                  </a:lnTo>
                  <a:lnTo>
                    <a:pt x="396" y="732"/>
                  </a:lnTo>
                  <a:lnTo>
                    <a:pt x="395" y="735"/>
                  </a:lnTo>
                  <a:lnTo>
                    <a:pt x="394" y="737"/>
                  </a:lnTo>
                  <a:lnTo>
                    <a:pt x="394" y="737"/>
                  </a:lnTo>
                  <a:lnTo>
                    <a:pt x="395" y="744"/>
                  </a:lnTo>
                  <a:lnTo>
                    <a:pt x="395" y="747"/>
                  </a:lnTo>
                  <a:lnTo>
                    <a:pt x="395" y="748"/>
                  </a:lnTo>
                  <a:lnTo>
                    <a:pt x="394" y="748"/>
                  </a:lnTo>
                  <a:lnTo>
                    <a:pt x="394" y="748"/>
                  </a:lnTo>
                  <a:lnTo>
                    <a:pt x="389" y="747"/>
                  </a:lnTo>
                  <a:lnTo>
                    <a:pt x="387" y="745"/>
                  </a:lnTo>
                  <a:lnTo>
                    <a:pt x="387" y="742"/>
                  </a:lnTo>
                  <a:lnTo>
                    <a:pt x="387" y="742"/>
                  </a:lnTo>
                  <a:lnTo>
                    <a:pt x="387" y="740"/>
                  </a:lnTo>
                  <a:lnTo>
                    <a:pt x="388" y="737"/>
                  </a:lnTo>
                  <a:lnTo>
                    <a:pt x="389" y="736"/>
                  </a:lnTo>
                  <a:lnTo>
                    <a:pt x="389" y="735"/>
                  </a:lnTo>
                  <a:lnTo>
                    <a:pt x="389" y="735"/>
                  </a:lnTo>
                  <a:lnTo>
                    <a:pt x="388" y="732"/>
                  </a:lnTo>
                  <a:lnTo>
                    <a:pt x="387" y="731"/>
                  </a:lnTo>
                  <a:lnTo>
                    <a:pt x="385" y="730"/>
                  </a:lnTo>
                  <a:lnTo>
                    <a:pt x="384" y="728"/>
                  </a:lnTo>
                  <a:lnTo>
                    <a:pt x="384" y="728"/>
                  </a:lnTo>
                  <a:lnTo>
                    <a:pt x="387" y="726"/>
                  </a:lnTo>
                  <a:lnTo>
                    <a:pt x="390" y="724"/>
                  </a:lnTo>
                  <a:lnTo>
                    <a:pt x="394" y="721"/>
                  </a:lnTo>
                  <a:lnTo>
                    <a:pt x="395" y="720"/>
                  </a:lnTo>
                  <a:lnTo>
                    <a:pt x="395" y="719"/>
                  </a:lnTo>
                  <a:lnTo>
                    <a:pt x="395" y="719"/>
                  </a:lnTo>
                  <a:lnTo>
                    <a:pt x="393" y="710"/>
                  </a:lnTo>
                  <a:lnTo>
                    <a:pt x="393" y="707"/>
                  </a:lnTo>
                  <a:lnTo>
                    <a:pt x="393" y="707"/>
                  </a:lnTo>
                  <a:lnTo>
                    <a:pt x="394" y="707"/>
                  </a:lnTo>
                  <a:lnTo>
                    <a:pt x="394" y="707"/>
                  </a:lnTo>
                  <a:lnTo>
                    <a:pt x="396" y="710"/>
                  </a:lnTo>
                  <a:lnTo>
                    <a:pt x="398" y="714"/>
                  </a:lnTo>
                  <a:lnTo>
                    <a:pt x="399" y="718"/>
                  </a:lnTo>
                  <a:lnTo>
                    <a:pt x="399" y="721"/>
                  </a:lnTo>
                  <a:close/>
                  <a:moveTo>
                    <a:pt x="822" y="402"/>
                  </a:moveTo>
                  <a:lnTo>
                    <a:pt x="822" y="402"/>
                  </a:lnTo>
                  <a:lnTo>
                    <a:pt x="821" y="401"/>
                  </a:lnTo>
                  <a:lnTo>
                    <a:pt x="820" y="400"/>
                  </a:lnTo>
                  <a:lnTo>
                    <a:pt x="819" y="395"/>
                  </a:lnTo>
                  <a:lnTo>
                    <a:pt x="819" y="384"/>
                  </a:lnTo>
                  <a:lnTo>
                    <a:pt x="819" y="384"/>
                  </a:lnTo>
                  <a:lnTo>
                    <a:pt x="819" y="383"/>
                  </a:lnTo>
                  <a:lnTo>
                    <a:pt x="820" y="382"/>
                  </a:lnTo>
                  <a:lnTo>
                    <a:pt x="822" y="380"/>
                  </a:lnTo>
                  <a:lnTo>
                    <a:pt x="825" y="382"/>
                  </a:lnTo>
                  <a:lnTo>
                    <a:pt x="826" y="383"/>
                  </a:lnTo>
                  <a:lnTo>
                    <a:pt x="826" y="383"/>
                  </a:lnTo>
                  <a:lnTo>
                    <a:pt x="825" y="393"/>
                  </a:lnTo>
                  <a:lnTo>
                    <a:pt x="824" y="399"/>
                  </a:lnTo>
                  <a:lnTo>
                    <a:pt x="824" y="401"/>
                  </a:lnTo>
                  <a:lnTo>
                    <a:pt x="822" y="402"/>
                  </a:lnTo>
                  <a:close/>
                  <a:moveTo>
                    <a:pt x="973" y="217"/>
                  </a:moveTo>
                  <a:lnTo>
                    <a:pt x="973" y="217"/>
                  </a:lnTo>
                  <a:lnTo>
                    <a:pt x="971" y="213"/>
                  </a:lnTo>
                  <a:lnTo>
                    <a:pt x="971" y="212"/>
                  </a:lnTo>
                  <a:lnTo>
                    <a:pt x="973" y="209"/>
                  </a:lnTo>
                  <a:lnTo>
                    <a:pt x="971" y="207"/>
                  </a:lnTo>
                  <a:lnTo>
                    <a:pt x="971" y="207"/>
                  </a:lnTo>
                  <a:lnTo>
                    <a:pt x="969" y="203"/>
                  </a:lnTo>
                  <a:lnTo>
                    <a:pt x="968" y="203"/>
                  </a:lnTo>
                  <a:lnTo>
                    <a:pt x="968" y="202"/>
                  </a:lnTo>
                  <a:lnTo>
                    <a:pt x="968" y="202"/>
                  </a:lnTo>
                  <a:lnTo>
                    <a:pt x="970" y="202"/>
                  </a:lnTo>
                  <a:lnTo>
                    <a:pt x="975" y="202"/>
                  </a:lnTo>
                  <a:lnTo>
                    <a:pt x="979" y="202"/>
                  </a:lnTo>
                  <a:lnTo>
                    <a:pt x="982" y="201"/>
                  </a:lnTo>
                  <a:lnTo>
                    <a:pt x="982" y="201"/>
                  </a:lnTo>
                  <a:lnTo>
                    <a:pt x="984" y="198"/>
                  </a:lnTo>
                  <a:lnTo>
                    <a:pt x="985" y="194"/>
                  </a:lnTo>
                  <a:lnTo>
                    <a:pt x="985" y="191"/>
                  </a:lnTo>
                  <a:lnTo>
                    <a:pt x="984" y="188"/>
                  </a:lnTo>
                  <a:lnTo>
                    <a:pt x="984" y="188"/>
                  </a:lnTo>
                  <a:lnTo>
                    <a:pt x="982" y="186"/>
                  </a:lnTo>
                  <a:lnTo>
                    <a:pt x="982" y="182"/>
                  </a:lnTo>
                  <a:lnTo>
                    <a:pt x="984" y="181"/>
                  </a:lnTo>
                  <a:lnTo>
                    <a:pt x="986" y="181"/>
                  </a:lnTo>
                  <a:lnTo>
                    <a:pt x="986" y="181"/>
                  </a:lnTo>
                  <a:lnTo>
                    <a:pt x="989" y="181"/>
                  </a:lnTo>
                  <a:lnTo>
                    <a:pt x="989" y="183"/>
                  </a:lnTo>
                  <a:lnTo>
                    <a:pt x="990" y="187"/>
                  </a:lnTo>
                  <a:lnTo>
                    <a:pt x="991" y="191"/>
                  </a:lnTo>
                  <a:lnTo>
                    <a:pt x="992" y="193"/>
                  </a:lnTo>
                  <a:lnTo>
                    <a:pt x="993" y="193"/>
                  </a:lnTo>
                  <a:lnTo>
                    <a:pt x="993" y="193"/>
                  </a:lnTo>
                  <a:lnTo>
                    <a:pt x="996" y="193"/>
                  </a:lnTo>
                  <a:lnTo>
                    <a:pt x="1000" y="193"/>
                  </a:lnTo>
                  <a:lnTo>
                    <a:pt x="1003" y="192"/>
                  </a:lnTo>
                  <a:lnTo>
                    <a:pt x="1005" y="193"/>
                  </a:lnTo>
                  <a:lnTo>
                    <a:pt x="1005" y="193"/>
                  </a:lnTo>
                  <a:lnTo>
                    <a:pt x="1006" y="199"/>
                  </a:lnTo>
                  <a:lnTo>
                    <a:pt x="1005" y="202"/>
                  </a:lnTo>
                  <a:lnTo>
                    <a:pt x="1005" y="203"/>
                  </a:lnTo>
                  <a:lnTo>
                    <a:pt x="1003" y="203"/>
                  </a:lnTo>
                  <a:lnTo>
                    <a:pt x="1003" y="203"/>
                  </a:lnTo>
                  <a:lnTo>
                    <a:pt x="1001" y="202"/>
                  </a:lnTo>
                  <a:lnTo>
                    <a:pt x="1000" y="201"/>
                  </a:lnTo>
                  <a:lnTo>
                    <a:pt x="1000" y="201"/>
                  </a:lnTo>
                  <a:lnTo>
                    <a:pt x="997" y="201"/>
                  </a:lnTo>
                  <a:lnTo>
                    <a:pt x="997" y="201"/>
                  </a:lnTo>
                  <a:lnTo>
                    <a:pt x="996" y="202"/>
                  </a:lnTo>
                  <a:lnTo>
                    <a:pt x="996" y="203"/>
                  </a:lnTo>
                  <a:lnTo>
                    <a:pt x="996" y="205"/>
                  </a:lnTo>
                  <a:lnTo>
                    <a:pt x="995" y="205"/>
                  </a:lnTo>
                  <a:lnTo>
                    <a:pt x="995" y="205"/>
                  </a:lnTo>
                  <a:lnTo>
                    <a:pt x="992" y="204"/>
                  </a:lnTo>
                  <a:lnTo>
                    <a:pt x="991" y="203"/>
                  </a:lnTo>
                  <a:lnTo>
                    <a:pt x="990" y="204"/>
                  </a:lnTo>
                  <a:lnTo>
                    <a:pt x="990" y="204"/>
                  </a:lnTo>
                  <a:lnTo>
                    <a:pt x="990" y="205"/>
                  </a:lnTo>
                  <a:lnTo>
                    <a:pt x="990" y="208"/>
                  </a:lnTo>
                  <a:lnTo>
                    <a:pt x="990" y="210"/>
                  </a:lnTo>
                  <a:lnTo>
                    <a:pt x="989" y="210"/>
                  </a:lnTo>
                  <a:lnTo>
                    <a:pt x="989" y="210"/>
                  </a:lnTo>
                  <a:lnTo>
                    <a:pt x="984" y="213"/>
                  </a:lnTo>
                  <a:lnTo>
                    <a:pt x="981" y="213"/>
                  </a:lnTo>
                  <a:lnTo>
                    <a:pt x="980" y="213"/>
                  </a:lnTo>
                  <a:lnTo>
                    <a:pt x="980" y="213"/>
                  </a:lnTo>
                  <a:lnTo>
                    <a:pt x="980" y="212"/>
                  </a:lnTo>
                  <a:lnTo>
                    <a:pt x="980" y="209"/>
                  </a:lnTo>
                  <a:lnTo>
                    <a:pt x="981" y="208"/>
                  </a:lnTo>
                  <a:lnTo>
                    <a:pt x="980" y="207"/>
                  </a:lnTo>
                  <a:lnTo>
                    <a:pt x="980" y="207"/>
                  </a:lnTo>
                  <a:lnTo>
                    <a:pt x="979" y="207"/>
                  </a:lnTo>
                  <a:lnTo>
                    <a:pt x="977" y="209"/>
                  </a:lnTo>
                  <a:lnTo>
                    <a:pt x="976" y="213"/>
                  </a:lnTo>
                  <a:lnTo>
                    <a:pt x="974" y="217"/>
                  </a:lnTo>
                  <a:lnTo>
                    <a:pt x="974" y="218"/>
                  </a:lnTo>
                  <a:lnTo>
                    <a:pt x="973" y="217"/>
                  </a:lnTo>
                  <a:close/>
                  <a:moveTo>
                    <a:pt x="980" y="484"/>
                  </a:moveTo>
                  <a:lnTo>
                    <a:pt x="980" y="484"/>
                  </a:lnTo>
                  <a:lnTo>
                    <a:pt x="977" y="484"/>
                  </a:lnTo>
                  <a:lnTo>
                    <a:pt x="976" y="484"/>
                  </a:lnTo>
                  <a:lnTo>
                    <a:pt x="975" y="481"/>
                  </a:lnTo>
                  <a:lnTo>
                    <a:pt x="975" y="479"/>
                  </a:lnTo>
                  <a:lnTo>
                    <a:pt x="975" y="479"/>
                  </a:lnTo>
                  <a:lnTo>
                    <a:pt x="980" y="469"/>
                  </a:lnTo>
                  <a:lnTo>
                    <a:pt x="982" y="464"/>
                  </a:lnTo>
                  <a:lnTo>
                    <a:pt x="985" y="460"/>
                  </a:lnTo>
                  <a:lnTo>
                    <a:pt x="985" y="460"/>
                  </a:lnTo>
                  <a:lnTo>
                    <a:pt x="987" y="459"/>
                  </a:lnTo>
                  <a:lnTo>
                    <a:pt x="990" y="459"/>
                  </a:lnTo>
                  <a:lnTo>
                    <a:pt x="991" y="459"/>
                  </a:lnTo>
                  <a:lnTo>
                    <a:pt x="992" y="460"/>
                  </a:lnTo>
                  <a:lnTo>
                    <a:pt x="992" y="460"/>
                  </a:lnTo>
                  <a:lnTo>
                    <a:pt x="991" y="466"/>
                  </a:lnTo>
                  <a:lnTo>
                    <a:pt x="987" y="474"/>
                  </a:lnTo>
                  <a:lnTo>
                    <a:pt x="982" y="481"/>
                  </a:lnTo>
                  <a:lnTo>
                    <a:pt x="980" y="484"/>
                  </a:lnTo>
                  <a:close/>
                  <a:moveTo>
                    <a:pt x="1007" y="454"/>
                  </a:moveTo>
                  <a:lnTo>
                    <a:pt x="1007" y="454"/>
                  </a:lnTo>
                  <a:lnTo>
                    <a:pt x="1001" y="453"/>
                  </a:lnTo>
                  <a:lnTo>
                    <a:pt x="1000" y="453"/>
                  </a:lnTo>
                  <a:lnTo>
                    <a:pt x="998" y="452"/>
                  </a:lnTo>
                  <a:lnTo>
                    <a:pt x="998" y="452"/>
                  </a:lnTo>
                  <a:lnTo>
                    <a:pt x="1000" y="447"/>
                  </a:lnTo>
                  <a:lnTo>
                    <a:pt x="1001" y="442"/>
                  </a:lnTo>
                  <a:lnTo>
                    <a:pt x="1001" y="442"/>
                  </a:lnTo>
                  <a:lnTo>
                    <a:pt x="1002" y="439"/>
                  </a:lnTo>
                  <a:lnTo>
                    <a:pt x="1005" y="437"/>
                  </a:lnTo>
                  <a:lnTo>
                    <a:pt x="1007" y="436"/>
                  </a:lnTo>
                  <a:lnTo>
                    <a:pt x="1008" y="436"/>
                  </a:lnTo>
                  <a:lnTo>
                    <a:pt x="1008" y="436"/>
                  </a:lnTo>
                  <a:lnTo>
                    <a:pt x="1008" y="436"/>
                  </a:lnTo>
                  <a:lnTo>
                    <a:pt x="1008" y="438"/>
                  </a:lnTo>
                  <a:lnTo>
                    <a:pt x="1007" y="441"/>
                  </a:lnTo>
                  <a:lnTo>
                    <a:pt x="1006" y="442"/>
                  </a:lnTo>
                  <a:lnTo>
                    <a:pt x="1005" y="444"/>
                  </a:lnTo>
                  <a:lnTo>
                    <a:pt x="1005" y="444"/>
                  </a:lnTo>
                  <a:lnTo>
                    <a:pt x="1007" y="450"/>
                  </a:lnTo>
                  <a:lnTo>
                    <a:pt x="1007" y="453"/>
                  </a:lnTo>
                  <a:lnTo>
                    <a:pt x="1007" y="454"/>
                  </a:lnTo>
                  <a:lnTo>
                    <a:pt x="1007" y="454"/>
                  </a:lnTo>
                  <a:close/>
                  <a:moveTo>
                    <a:pt x="1007" y="423"/>
                  </a:moveTo>
                  <a:lnTo>
                    <a:pt x="1007" y="423"/>
                  </a:lnTo>
                  <a:lnTo>
                    <a:pt x="1000" y="423"/>
                  </a:lnTo>
                  <a:lnTo>
                    <a:pt x="996" y="423"/>
                  </a:lnTo>
                  <a:lnTo>
                    <a:pt x="993" y="422"/>
                  </a:lnTo>
                  <a:lnTo>
                    <a:pt x="993" y="422"/>
                  </a:lnTo>
                  <a:lnTo>
                    <a:pt x="992" y="420"/>
                  </a:lnTo>
                  <a:lnTo>
                    <a:pt x="991" y="418"/>
                  </a:lnTo>
                  <a:lnTo>
                    <a:pt x="992" y="417"/>
                  </a:lnTo>
                  <a:lnTo>
                    <a:pt x="995" y="417"/>
                  </a:lnTo>
                  <a:lnTo>
                    <a:pt x="995" y="417"/>
                  </a:lnTo>
                  <a:lnTo>
                    <a:pt x="1005" y="417"/>
                  </a:lnTo>
                  <a:lnTo>
                    <a:pt x="1008" y="417"/>
                  </a:lnTo>
                  <a:lnTo>
                    <a:pt x="1009" y="417"/>
                  </a:lnTo>
                  <a:lnTo>
                    <a:pt x="1011" y="418"/>
                  </a:lnTo>
                  <a:lnTo>
                    <a:pt x="1011" y="418"/>
                  </a:lnTo>
                  <a:lnTo>
                    <a:pt x="1009" y="422"/>
                  </a:lnTo>
                  <a:lnTo>
                    <a:pt x="1007" y="423"/>
                  </a:lnTo>
                  <a:close/>
                  <a:moveTo>
                    <a:pt x="1073" y="172"/>
                  </a:moveTo>
                  <a:lnTo>
                    <a:pt x="1073" y="172"/>
                  </a:lnTo>
                  <a:lnTo>
                    <a:pt x="1075" y="173"/>
                  </a:lnTo>
                  <a:lnTo>
                    <a:pt x="1077" y="176"/>
                  </a:lnTo>
                  <a:lnTo>
                    <a:pt x="1078" y="178"/>
                  </a:lnTo>
                  <a:lnTo>
                    <a:pt x="1078" y="181"/>
                  </a:lnTo>
                  <a:lnTo>
                    <a:pt x="1078" y="181"/>
                  </a:lnTo>
                  <a:lnTo>
                    <a:pt x="1075" y="183"/>
                  </a:lnTo>
                  <a:lnTo>
                    <a:pt x="1073" y="183"/>
                  </a:lnTo>
                  <a:lnTo>
                    <a:pt x="1071" y="182"/>
                  </a:lnTo>
                  <a:lnTo>
                    <a:pt x="1071" y="182"/>
                  </a:lnTo>
                  <a:lnTo>
                    <a:pt x="1070" y="180"/>
                  </a:lnTo>
                  <a:lnTo>
                    <a:pt x="1070" y="176"/>
                  </a:lnTo>
                  <a:lnTo>
                    <a:pt x="1071" y="173"/>
                  </a:lnTo>
                  <a:lnTo>
                    <a:pt x="1073" y="172"/>
                  </a:lnTo>
                  <a:close/>
                  <a:moveTo>
                    <a:pt x="1118" y="837"/>
                  </a:moveTo>
                  <a:lnTo>
                    <a:pt x="1118" y="837"/>
                  </a:lnTo>
                  <a:lnTo>
                    <a:pt x="1114" y="847"/>
                  </a:lnTo>
                  <a:lnTo>
                    <a:pt x="1113" y="854"/>
                  </a:lnTo>
                  <a:lnTo>
                    <a:pt x="1113" y="854"/>
                  </a:lnTo>
                  <a:lnTo>
                    <a:pt x="1113" y="857"/>
                  </a:lnTo>
                  <a:lnTo>
                    <a:pt x="1112" y="858"/>
                  </a:lnTo>
                  <a:lnTo>
                    <a:pt x="1107" y="859"/>
                  </a:lnTo>
                  <a:lnTo>
                    <a:pt x="1107" y="859"/>
                  </a:lnTo>
                  <a:lnTo>
                    <a:pt x="1104" y="860"/>
                  </a:lnTo>
                  <a:lnTo>
                    <a:pt x="1104" y="862"/>
                  </a:lnTo>
                  <a:lnTo>
                    <a:pt x="1107" y="865"/>
                  </a:lnTo>
                  <a:lnTo>
                    <a:pt x="1107" y="865"/>
                  </a:lnTo>
                  <a:lnTo>
                    <a:pt x="1108" y="867"/>
                  </a:lnTo>
                  <a:lnTo>
                    <a:pt x="1107" y="869"/>
                  </a:lnTo>
                  <a:lnTo>
                    <a:pt x="1102" y="872"/>
                  </a:lnTo>
                  <a:lnTo>
                    <a:pt x="1102" y="872"/>
                  </a:lnTo>
                  <a:lnTo>
                    <a:pt x="1098" y="874"/>
                  </a:lnTo>
                  <a:lnTo>
                    <a:pt x="1093" y="879"/>
                  </a:lnTo>
                  <a:lnTo>
                    <a:pt x="1088" y="885"/>
                  </a:lnTo>
                  <a:lnTo>
                    <a:pt x="1083" y="889"/>
                  </a:lnTo>
                  <a:lnTo>
                    <a:pt x="1083" y="889"/>
                  </a:lnTo>
                  <a:lnTo>
                    <a:pt x="1077" y="893"/>
                  </a:lnTo>
                  <a:lnTo>
                    <a:pt x="1073" y="895"/>
                  </a:lnTo>
                  <a:lnTo>
                    <a:pt x="1070" y="899"/>
                  </a:lnTo>
                  <a:lnTo>
                    <a:pt x="1069" y="904"/>
                  </a:lnTo>
                  <a:lnTo>
                    <a:pt x="1069" y="904"/>
                  </a:lnTo>
                  <a:lnTo>
                    <a:pt x="1067" y="907"/>
                  </a:lnTo>
                  <a:lnTo>
                    <a:pt x="1065" y="910"/>
                  </a:lnTo>
                  <a:lnTo>
                    <a:pt x="1059" y="913"/>
                  </a:lnTo>
                  <a:lnTo>
                    <a:pt x="1059" y="913"/>
                  </a:lnTo>
                  <a:lnTo>
                    <a:pt x="1054" y="915"/>
                  </a:lnTo>
                  <a:lnTo>
                    <a:pt x="1050" y="913"/>
                  </a:lnTo>
                  <a:lnTo>
                    <a:pt x="1044" y="913"/>
                  </a:lnTo>
                  <a:lnTo>
                    <a:pt x="1044" y="913"/>
                  </a:lnTo>
                  <a:lnTo>
                    <a:pt x="1044" y="913"/>
                  </a:lnTo>
                  <a:lnTo>
                    <a:pt x="1044" y="912"/>
                  </a:lnTo>
                  <a:lnTo>
                    <a:pt x="1046" y="911"/>
                  </a:lnTo>
                  <a:lnTo>
                    <a:pt x="1054" y="907"/>
                  </a:lnTo>
                  <a:lnTo>
                    <a:pt x="1054" y="907"/>
                  </a:lnTo>
                  <a:lnTo>
                    <a:pt x="1056" y="905"/>
                  </a:lnTo>
                  <a:lnTo>
                    <a:pt x="1060" y="901"/>
                  </a:lnTo>
                  <a:lnTo>
                    <a:pt x="1066" y="894"/>
                  </a:lnTo>
                  <a:lnTo>
                    <a:pt x="1066" y="894"/>
                  </a:lnTo>
                  <a:lnTo>
                    <a:pt x="1072" y="885"/>
                  </a:lnTo>
                  <a:lnTo>
                    <a:pt x="1078" y="878"/>
                  </a:lnTo>
                  <a:lnTo>
                    <a:pt x="1078" y="878"/>
                  </a:lnTo>
                  <a:lnTo>
                    <a:pt x="1083" y="869"/>
                  </a:lnTo>
                  <a:lnTo>
                    <a:pt x="1087" y="865"/>
                  </a:lnTo>
                  <a:lnTo>
                    <a:pt x="1092" y="862"/>
                  </a:lnTo>
                  <a:lnTo>
                    <a:pt x="1092" y="862"/>
                  </a:lnTo>
                  <a:lnTo>
                    <a:pt x="1097" y="857"/>
                  </a:lnTo>
                  <a:lnTo>
                    <a:pt x="1103" y="848"/>
                  </a:lnTo>
                  <a:lnTo>
                    <a:pt x="1112" y="833"/>
                  </a:lnTo>
                  <a:lnTo>
                    <a:pt x="1112" y="833"/>
                  </a:lnTo>
                  <a:lnTo>
                    <a:pt x="1115" y="826"/>
                  </a:lnTo>
                  <a:lnTo>
                    <a:pt x="1118" y="822"/>
                  </a:lnTo>
                  <a:lnTo>
                    <a:pt x="1120" y="820"/>
                  </a:lnTo>
                  <a:lnTo>
                    <a:pt x="1120" y="820"/>
                  </a:lnTo>
                  <a:lnTo>
                    <a:pt x="1120" y="820"/>
                  </a:lnTo>
                  <a:lnTo>
                    <a:pt x="1121" y="821"/>
                  </a:lnTo>
                  <a:lnTo>
                    <a:pt x="1121" y="826"/>
                  </a:lnTo>
                  <a:lnTo>
                    <a:pt x="1120" y="832"/>
                  </a:lnTo>
                  <a:lnTo>
                    <a:pt x="1118" y="83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8" name="Freeform 1019"/>
            <p:cNvSpPr>
              <a:spLocks/>
            </p:cNvSpPr>
            <p:nvPr/>
          </p:nvSpPr>
          <p:spPr bwMode="gray">
            <a:xfrm>
              <a:off x="2894101" y="2400898"/>
              <a:ext cx="42146" cy="47753"/>
            </a:xfrm>
            <a:custGeom>
              <a:avLst/>
              <a:gdLst>
                <a:gd name="T0" fmla="*/ 17 w 17"/>
                <a:gd name="T1" fmla="*/ 8 h 19"/>
                <a:gd name="T2" fmla="*/ 17 w 17"/>
                <a:gd name="T3" fmla="*/ 8 h 19"/>
                <a:gd name="T4" fmla="*/ 17 w 17"/>
                <a:gd name="T5" fmla="*/ 2 h 19"/>
                <a:gd name="T6" fmla="*/ 17 w 17"/>
                <a:gd name="T7" fmla="*/ 0 h 19"/>
                <a:gd name="T8" fmla="*/ 15 w 17"/>
                <a:gd name="T9" fmla="*/ 0 h 19"/>
                <a:gd name="T10" fmla="*/ 15 w 17"/>
                <a:gd name="T11" fmla="*/ 0 h 19"/>
                <a:gd name="T12" fmla="*/ 7 w 17"/>
                <a:gd name="T13" fmla="*/ 5 h 19"/>
                <a:gd name="T14" fmla="*/ 2 w 17"/>
                <a:gd name="T15" fmla="*/ 8 h 19"/>
                <a:gd name="T16" fmla="*/ 1 w 17"/>
                <a:gd name="T17" fmla="*/ 10 h 19"/>
                <a:gd name="T18" fmla="*/ 1 w 17"/>
                <a:gd name="T19" fmla="*/ 10 h 19"/>
                <a:gd name="T20" fmla="*/ 0 w 17"/>
                <a:gd name="T21" fmla="*/ 15 h 19"/>
                <a:gd name="T22" fmla="*/ 0 w 17"/>
                <a:gd name="T23" fmla="*/ 18 h 19"/>
                <a:gd name="T24" fmla="*/ 1 w 17"/>
                <a:gd name="T25" fmla="*/ 19 h 19"/>
                <a:gd name="T26" fmla="*/ 1 w 17"/>
                <a:gd name="T27" fmla="*/ 19 h 19"/>
                <a:gd name="T28" fmla="*/ 6 w 17"/>
                <a:gd name="T29" fmla="*/ 18 h 19"/>
                <a:gd name="T30" fmla="*/ 11 w 17"/>
                <a:gd name="T31" fmla="*/ 14 h 19"/>
                <a:gd name="T32" fmla="*/ 16 w 17"/>
                <a:gd name="T33" fmla="*/ 12 h 19"/>
                <a:gd name="T34" fmla="*/ 17 w 17"/>
                <a:gd name="T35" fmla="*/ 10 h 19"/>
                <a:gd name="T36" fmla="*/ 17 w 17"/>
                <a:gd name="T37"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9">
                  <a:moveTo>
                    <a:pt x="17" y="8"/>
                  </a:moveTo>
                  <a:lnTo>
                    <a:pt x="17" y="8"/>
                  </a:lnTo>
                  <a:lnTo>
                    <a:pt x="17" y="2"/>
                  </a:lnTo>
                  <a:lnTo>
                    <a:pt x="17" y="0"/>
                  </a:lnTo>
                  <a:lnTo>
                    <a:pt x="15" y="0"/>
                  </a:lnTo>
                  <a:lnTo>
                    <a:pt x="15" y="0"/>
                  </a:lnTo>
                  <a:lnTo>
                    <a:pt x="7" y="5"/>
                  </a:lnTo>
                  <a:lnTo>
                    <a:pt x="2" y="8"/>
                  </a:lnTo>
                  <a:lnTo>
                    <a:pt x="1" y="10"/>
                  </a:lnTo>
                  <a:lnTo>
                    <a:pt x="1" y="10"/>
                  </a:lnTo>
                  <a:lnTo>
                    <a:pt x="0" y="15"/>
                  </a:lnTo>
                  <a:lnTo>
                    <a:pt x="0" y="18"/>
                  </a:lnTo>
                  <a:lnTo>
                    <a:pt x="1" y="19"/>
                  </a:lnTo>
                  <a:lnTo>
                    <a:pt x="1" y="19"/>
                  </a:lnTo>
                  <a:lnTo>
                    <a:pt x="6" y="18"/>
                  </a:lnTo>
                  <a:lnTo>
                    <a:pt x="11" y="14"/>
                  </a:lnTo>
                  <a:lnTo>
                    <a:pt x="16" y="12"/>
                  </a:lnTo>
                  <a:lnTo>
                    <a:pt x="17" y="10"/>
                  </a:lnTo>
                  <a:lnTo>
                    <a:pt x="17"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79" name="Freeform 1023"/>
            <p:cNvSpPr>
              <a:spLocks/>
            </p:cNvSpPr>
            <p:nvPr/>
          </p:nvSpPr>
          <p:spPr bwMode="gray">
            <a:xfrm>
              <a:off x="3263487" y="4605070"/>
              <a:ext cx="69415" cy="35187"/>
            </a:xfrm>
            <a:custGeom>
              <a:avLst/>
              <a:gdLst>
                <a:gd name="T0" fmla="*/ 23 w 28"/>
                <a:gd name="T1" fmla="*/ 12 h 14"/>
                <a:gd name="T2" fmla="*/ 23 w 28"/>
                <a:gd name="T3" fmla="*/ 12 h 14"/>
                <a:gd name="T4" fmla="*/ 10 w 28"/>
                <a:gd name="T5" fmla="*/ 14 h 14"/>
                <a:gd name="T6" fmla="*/ 2 w 28"/>
                <a:gd name="T7" fmla="*/ 14 h 14"/>
                <a:gd name="T8" fmla="*/ 1 w 28"/>
                <a:gd name="T9" fmla="*/ 14 h 14"/>
                <a:gd name="T10" fmla="*/ 0 w 28"/>
                <a:gd name="T11" fmla="*/ 12 h 14"/>
                <a:gd name="T12" fmla="*/ 0 w 28"/>
                <a:gd name="T13" fmla="*/ 12 h 14"/>
                <a:gd name="T14" fmla="*/ 1 w 28"/>
                <a:gd name="T15" fmla="*/ 10 h 14"/>
                <a:gd name="T16" fmla="*/ 2 w 28"/>
                <a:gd name="T17" fmla="*/ 9 h 14"/>
                <a:gd name="T18" fmla="*/ 3 w 28"/>
                <a:gd name="T19" fmla="*/ 7 h 14"/>
                <a:gd name="T20" fmla="*/ 8 w 28"/>
                <a:gd name="T21" fmla="*/ 6 h 14"/>
                <a:gd name="T22" fmla="*/ 8 w 28"/>
                <a:gd name="T23" fmla="*/ 6 h 14"/>
                <a:gd name="T24" fmla="*/ 14 w 28"/>
                <a:gd name="T25" fmla="*/ 5 h 14"/>
                <a:gd name="T26" fmla="*/ 21 w 28"/>
                <a:gd name="T27" fmla="*/ 3 h 14"/>
                <a:gd name="T28" fmla="*/ 28 w 28"/>
                <a:gd name="T29" fmla="*/ 0 h 14"/>
                <a:gd name="T30" fmla="*/ 28 w 28"/>
                <a:gd name="T31" fmla="*/ 0 h 14"/>
                <a:gd name="T32" fmla="*/ 26 w 28"/>
                <a:gd name="T33" fmla="*/ 6 h 14"/>
                <a:gd name="T34" fmla="*/ 24 w 28"/>
                <a:gd name="T35" fmla="*/ 11 h 14"/>
                <a:gd name="T36" fmla="*/ 23 w 28"/>
                <a:gd name="T37" fmla="*/ 12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8" h="14">
                  <a:moveTo>
                    <a:pt x="23" y="12"/>
                  </a:moveTo>
                  <a:lnTo>
                    <a:pt x="23" y="12"/>
                  </a:lnTo>
                  <a:lnTo>
                    <a:pt x="10" y="14"/>
                  </a:lnTo>
                  <a:lnTo>
                    <a:pt x="2" y="14"/>
                  </a:lnTo>
                  <a:lnTo>
                    <a:pt x="1" y="14"/>
                  </a:lnTo>
                  <a:lnTo>
                    <a:pt x="0" y="12"/>
                  </a:lnTo>
                  <a:lnTo>
                    <a:pt x="0" y="12"/>
                  </a:lnTo>
                  <a:lnTo>
                    <a:pt x="1" y="10"/>
                  </a:lnTo>
                  <a:lnTo>
                    <a:pt x="2" y="9"/>
                  </a:lnTo>
                  <a:lnTo>
                    <a:pt x="3" y="7"/>
                  </a:lnTo>
                  <a:lnTo>
                    <a:pt x="8" y="6"/>
                  </a:lnTo>
                  <a:lnTo>
                    <a:pt x="8" y="6"/>
                  </a:lnTo>
                  <a:lnTo>
                    <a:pt x="14" y="5"/>
                  </a:lnTo>
                  <a:lnTo>
                    <a:pt x="21" y="3"/>
                  </a:lnTo>
                  <a:lnTo>
                    <a:pt x="28" y="0"/>
                  </a:lnTo>
                  <a:lnTo>
                    <a:pt x="28" y="0"/>
                  </a:lnTo>
                  <a:lnTo>
                    <a:pt x="26" y="6"/>
                  </a:lnTo>
                  <a:lnTo>
                    <a:pt x="24" y="11"/>
                  </a:lnTo>
                  <a:lnTo>
                    <a:pt x="23" y="1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0" name="Freeform 1025"/>
            <p:cNvSpPr>
              <a:spLocks/>
            </p:cNvSpPr>
            <p:nvPr/>
          </p:nvSpPr>
          <p:spPr bwMode="gray">
            <a:xfrm>
              <a:off x="6372290" y="4285881"/>
              <a:ext cx="213204" cy="233737"/>
            </a:xfrm>
            <a:custGeom>
              <a:avLst/>
              <a:gdLst>
                <a:gd name="T0" fmla="*/ 32 w 86"/>
                <a:gd name="T1" fmla="*/ 93 h 93"/>
                <a:gd name="T2" fmla="*/ 27 w 86"/>
                <a:gd name="T3" fmla="*/ 91 h 93"/>
                <a:gd name="T4" fmla="*/ 15 w 86"/>
                <a:gd name="T5" fmla="*/ 88 h 93"/>
                <a:gd name="T6" fmla="*/ 10 w 86"/>
                <a:gd name="T7" fmla="*/ 86 h 93"/>
                <a:gd name="T8" fmla="*/ 10 w 86"/>
                <a:gd name="T9" fmla="*/ 86 h 93"/>
                <a:gd name="T10" fmla="*/ 10 w 86"/>
                <a:gd name="T11" fmla="*/ 86 h 93"/>
                <a:gd name="T12" fmla="*/ 14 w 86"/>
                <a:gd name="T13" fmla="*/ 80 h 93"/>
                <a:gd name="T14" fmla="*/ 16 w 86"/>
                <a:gd name="T15" fmla="*/ 74 h 93"/>
                <a:gd name="T16" fmla="*/ 16 w 86"/>
                <a:gd name="T17" fmla="*/ 72 h 93"/>
                <a:gd name="T18" fmla="*/ 16 w 86"/>
                <a:gd name="T19" fmla="*/ 68 h 93"/>
                <a:gd name="T20" fmla="*/ 17 w 86"/>
                <a:gd name="T21" fmla="*/ 63 h 93"/>
                <a:gd name="T22" fmla="*/ 17 w 86"/>
                <a:gd name="T23" fmla="*/ 61 h 93"/>
                <a:gd name="T24" fmla="*/ 16 w 86"/>
                <a:gd name="T25" fmla="*/ 61 h 93"/>
                <a:gd name="T26" fmla="*/ 15 w 86"/>
                <a:gd name="T27" fmla="*/ 59 h 93"/>
                <a:gd name="T28" fmla="*/ 11 w 86"/>
                <a:gd name="T29" fmla="*/ 59 h 93"/>
                <a:gd name="T30" fmla="*/ 11 w 86"/>
                <a:gd name="T31" fmla="*/ 59 h 93"/>
                <a:gd name="T32" fmla="*/ 9 w 86"/>
                <a:gd name="T33" fmla="*/ 59 h 93"/>
                <a:gd name="T34" fmla="*/ 8 w 86"/>
                <a:gd name="T35" fmla="*/ 58 h 93"/>
                <a:gd name="T36" fmla="*/ 5 w 86"/>
                <a:gd name="T37" fmla="*/ 57 h 93"/>
                <a:gd name="T38" fmla="*/ 3 w 86"/>
                <a:gd name="T39" fmla="*/ 56 h 93"/>
                <a:gd name="T40" fmla="*/ 0 w 86"/>
                <a:gd name="T41" fmla="*/ 57 h 93"/>
                <a:gd name="T42" fmla="*/ 4 w 86"/>
                <a:gd name="T43" fmla="*/ 51 h 93"/>
                <a:gd name="T44" fmla="*/ 6 w 86"/>
                <a:gd name="T45" fmla="*/ 47 h 93"/>
                <a:gd name="T46" fmla="*/ 17 w 86"/>
                <a:gd name="T47" fmla="*/ 41 h 93"/>
                <a:gd name="T48" fmla="*/ 27 w 86"/>
                <a:gd name="T49" fmla="*/ 36 h 93"/>
                <a:gd name="T50" fmla="*/ 35 w 86"/>
                <a:gd name="T51" fmla="*/ 29 h 93"/>
                <a:gd name="T52" fmla="*/ 37 w 86"/>
                <a:gd name="T53" fmla="*/ 25 h 93"/>
                <a:gd name="T54" fmla="*/ 40 w 86"/>
                <a:gd name="T55" fmla="*/ 24 h 93"/>
                <a:gd name="T56" fmla="*/ 41 w 86"/>
                <a:gd name="T57" fmla="*/ 24 h 93"/>
                <a:gd name="T58" fmla="*/ 44 w 86"/>
                <a:gd name="T59" fmla="*/ 25 h 93"/>
                <a:gd name="T60" fmla="*/ 49 w 86"/>
                <a:gd name="T61" fmla="*/ 26 h 93"/>
                <a:gd name="T62" fmla="*/ 53 w 86"/>
                <a:gd name="T63" fmla="*/ 25 h 93"/>
                <a:gd name="T64" fmla="*/ 56 w 86"/>
                <a:gd name="T65" fmla="*/ 21 h 93"/>
                <a:gd name="T66" fmla="*/ 56 w 86"/>
                <a:gd name="T67" fmla="*/ 15 h 93"/>
                <a:gd name="T68" fmla="*/ 57 w 86"/>
                <a:gd name="T69" fmla="*/ 14 h 93"/>
                <a:gd name="T70" fmla="*/ 62 w 86"/>
                <a:gd name="T71" fmla="*/ 15 h 93"/>
                <a:gd name="T72" fmla="*/ 64 w 86"/>
                <a:gd name="T73" fmla="*/ 14 h 93"/>
                <a:gd name="T74" fmla="*/ 65 w 86"/>
                <a:gd name="T75" fmla="*/ 13 h 93"/>
                <a:gd name="T76" fmla="*/ 75 w 86"/>
                <a:gd name="T77" fmla="*/ 3 h 93"/>
                <a:gd name="T78" fmla="*/ 79 w 86"/>
                <a:gd name="T79" fmla="*/ 0 h 93"/>
                <a:gd name="T80" fmla="*/ 86 w 86"/>
                <a:gd name="T81" fmla="*/ 6 h 93"/>
                <a:gd name="T82" fmla="*/ 86 w 86"/>
                <a:gd name="T83" fmla="*/ 8 h 93"/>
                <a:gd name="T84" fmla="*/ 84 w 86"/>
                <a:gd name="T85" fmla="*/ 9 h 93"/>
                <a:gd name="T86" fmla="*/ 81 w 86"/>
                <a:gd name="T87" fmla="*/ 13 h 93"/>
                <a:gd name="T88" fmla="*/ 74 w 86"/>
                <a:gd name="T89" fmla="*/ 29 h 93"/>
                <a:gd name="T90" fmla="*/ 72 w 86"/>
                <a:gd name="T91" fmla="*/ 32 h 93"/>
                <a:gd name="T92" fmla="*/ 64 w 86"/>
                <a:gd name="T93" fmla="*/ 42 h 93"/>
                <a:gd name="T94" fmla="*/ 60 w 86"/>
                <a:gd name="T95" fmla="*/ 47 h 93"/>
                <a:gd name="T96" fmla="*/ 58 w 86"/>
                <a:gd name="T97" fmla="*/ 50 h 93"/>
                <a:gd name="T98" fmla="*/ 51 w 86"/>
                <a:gd name="T99" fmla="*/ 53 h 93"/>
                <a:gd name="T100" fmla="*/ 47 w 86"/>
                <a:gd name="T101" fmla="*/ 54 h 93"/>
                <a:gd name="T102" fmla="*/ 44 w 86"/>
                <a:gd name="T103" fmla="*/ 58 h 93"/>
                <a:gd name="T104" fmla="*/ 43 w 86"/>
                <a:gd name="T105" fmla="*/ 61 h 93"/>
                <a:gd name="T106" fmla="*/ 42 w 86"/>
                <a:gd name="T107" fmla="*/ 64 h 93"/>
                <a:gd name="T108" fmla="*/ 43 w 86"/>
                <a:gd name="T109" fmla="*/ 67 h 93"/>
                <a:gd name="T110" fmla="*/ 44 w 86"/>
                <a:gd name="T111" fmla="*/ 68 h 93"/>
                <a:gd name="T112" fmla="*/ 49 w 86"/>
                <a:gd name="T113" fmla="*/ 73 h 93"/>
                <a:gd name="T114" fmla="*/ 56 w 86"/>
                <a:gd name="T115" fmla="*/ 79 h 93"/>
                <a:gd name="T116" fmla="*/ 52 w 86"/>
                <a:gd name="T117" fmla="*/ 82 h 93"/>
                <a:gd name="T118" fmla="*/ 48 w 86"/>
                <a:gd name="T119" fmla="*/ 83 h 93"/>
                <a:gd name="T120" fmla="*/ 42 w 86"/>
                <a:gd name="T121" fmla="*/ 85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86" h="93">
                  <a:moveTo>
                    <a:pt x="32" y="93"/>
                  </a:moveTo>
                  <a:lnTo>
                    <a:pt x="32" y="93"/>
                  </a:lnTo>
                  <a:lnTo>
                    <a:pt x="27" y="91"/>
                  </a:lnTo>
                  <a:lnTo>
                    <a:pt x="27" y="91"/>
                  </a:lnTo>
                  <a:lnTo>
                    <a:pt x="15" y="88"/>
                  </a:lnTo>
                  <a:lnTo>
                    <a:pt x="15" y="88"/>
                  </a:lnTo>
                  <a:lnTo>
                    <a:pt x="10" y="86"/>
                  </a:lnTo>
                  <a:lnTo>
                    <a:pt x="10" y="86"/>
                  </a:lnTo>
                  <a:lnTo>
                    <a:pt x="10" y="86"/>
                  </a:lnTo>
                  <a:lnTo>
                    <a:pt x="10" y="86"/>
                  </a:lnTo>
                  <a:lnTo>
                    <a:pt x="10" y="86"/>
                  </a:lnTo>
                  <a:lnTo>
                    <a:pt x="10" y="86"/>
                  </a:lnTo>
                  <a:lnTo>
                    <a:pt x="14" y="80"/>
                  </a:lnTo>
                  <a:lnTo>
                    <a:pt x="14" y="80"/>
                  </a:lnTo>
                  <a:lnTo>
                    <a:pt x="15" y="78"/>
                  </a:lnTo>
                  <a:lnTo>
                    <a:pt x="16" y="74"/>
                  </a:lnTo>
                  <a:lnTo>
                    <a:pt x="16" y="73"/>
                  </a:lnTo>
                  <a:lnTo>
                    <a:pt x="16" y="72"/>
                  </a:lnTo>
                  <a:lnTo>
                    <a:pt x="16" y="72"/>
                  </a:lnTo>
                  <a:lnTo>
                    <a:pt x="16" y="68"/>
                  </a:lnTo>
                  <a:lnTo>
                    <a:pt x="16" y="68"/>
                  </a:lnTo>
                  <a:lnTo>
                    <a:pt x="17" y="63"/>
                  </a:lnTo>
                  <a:lnTo>
                    <a:pt x="17" y="63"/>
                  </a:lnTo>
                  <a:lnTo>
                    <a:pt x="17" y="61"/>
                  </a:lnTo>
                  <a:lnTo>
                    <a:pt x="17" y="61"/>
                  </a:lnTo>
                  <a:lnTo>
                    <a:pt x="16" y="61"/>
                  </a:lnTo>
                  <a:lnTo>
                    <a:pt x="16" y="61"/>
                  </a:lnTo>
                  <a:lnTo>
                    <a:pt x="15" y="59"/>
                  </a:lnTo>
                  <a:lnTo>
                    <a:pt x="15" y="59"/>
                  </a:lnTo>
                  <a:lnTo>
                    <a:pt x="11" y="59"/>
                  </a:lnTo>
                  <a:lnTo>
                    <a:pt x="11" y="59"/>
                  </a:lnTo>
                  <a:lnTo>
                    <a:pt x="11" y="59"/>
                  </a:lnTo>
                  <a:lnTo>
                    <a:pt x="11" y="59"/>
                  </a:lnTo>
                  <a:lnTo>
                    <a:pt x="9" y="59"/>
                  </a:lnTo>
                  <a:lnTo>
                    <a:pt x="9" y="59"/>
                  </a:lnTo>
                  <a:lnTo>
                    <a:pt x="8" y="58"/>
                  </a:lnTo>
                  <a:lnTo>
                    <a:pt x="8" y="58"/>
                  </a:lnTo>
                  <a:lnTo>
                    <a:pt x="5" y="57"/>
                  </a:lnTo>
                  <a:lnTo>
                    <a:pt x="5" y="57"/>
                  </a:lnTo>
                  <a:lnTo>
                    <a:pt x="3" y="56"/>
                  </a:lnTo>
                  <a:lnTo>
                    <a:pt x="3" y="56"/>
                  </a:lnTo>
                  <a:lnTo>
                    <a:pt x="0" y="57"/>
                  </a:lnTo>
                  <a:lnTo>
                    <a:pt x="0" y="57"/>
                  </a:lnTo>
                  <a:lnTo>
                    <a:pt x="4" y="51"/>
                  </a:lnTo>
                  <a:lnTo>
                    <a:pt x="6" y="47"/>
                  </a:lnTo>
                  <a:lnTo>
                    <a:pt x="6" y="47"/>
                  </a:lnTo>
                  <a:lnTo>
                    <a:pt x="11" y="43"/>
                  </a:lnTo>
                  <a:lnTo>
                    <a:pt x="17" y="41"/>
                  </a:lnTo>
                  <a:lnTo>
                    <a:pt x="17" y="41"/>
                  </a:lnTo>
                  <a:lnTo>
                    <a:pt x="27" y="36"/>
                  </a:lnTo>
                  <a:lnTo>
                    <a:pt x="32" y="32"/>
                  </a:lnTo>
                  <a:lnTo>
                    <a:pt x="35" y="29"/>
                  </a:lnTo>
                  <a:lnTo>
                    <a:pt x="35" y="29"/>
                  </a:lnTo>
                  <a:lnTo>
                    <a:pt x="37" y="25"/>
                  </a:lnTo>
                  <a:lnTo>
                    <a:pt x="38" y="24"/>
                  </a:lnTo>
                  <a:lnTo>
                    <a:pt x="40" y="24"/>
                  </a:lnTo>
                  <a:lnTo>
                    <a:pt x="40" y="24"/>
                  </a:lnTo>
                  <a:lnTo>
                    <a:pt x="41" y="24"/>
                  </a:lnTo>
                  <a:lnTo>
                    <a:pt x="41" y="24"/>
                  </a:lnTo>
                  <a:lnTo>
                    <a:pt x="44" y="25"/>
                  </a:lnTo>
                  <a:lnTo>
                    <a:pt x="49" y="26"/>
                  </a:lnTo>
                  <a:lnTo>
                    <a:pt x="49" y="26"/>
                  </a:lnTo>
                  <a:lnTo>
                    <a:pt x="53" y="25"/>
                  </a:lnTo>
                  <a:lnTo>
                    <a:pt x="53" y="25"/>
                  </a:lnTo>
                  <a:lnTo>
                    <a:pt x="54" y="24"/>
                  </a:lnTo>
                  <a:lnTo>
                    <a:pt x="56" y="21"/>
                  </a:lnTo>
                  <a:lnTo>
                    <a:pt x="56" y="18"/>
                  </a:lnTo>
                  <a:lnTo>
                    <a:pt x="56" y="15"/>
                  </a:lnTo>
                  <a:lnTo>
                    <a:pt x="56" y="14"/>
                  </a:lnTo>
                  <a:lnTo>
                    <a:pt x="57" y="14"/>
                  </a:lnTo>
                  <a:lnTo>
                    <a:pt x="57" y="14"/>
                  </a:lnTo>
                  <a:lnTo>
                    <a:pt x="62" y="15"/>
                  </a:lnTo>
                  <a:lnTo>
                    <a:pt x="62" y="15"/>
                  </a:lnTo>
                  <a:lnTo>
                    <a:pt x="64" y="14"/>
                  </a:lnTo>
                  <a:lnTo>
                    <a:pt x="65" y="13"/>
                  </a:lnTo>
                  <a:lnTo>
                    <a:pt x="65" y="13"/>
                  </a:lnTo>
                  <a:lnTo>
                    <a:pt x="72" y="6"/>
                  </a:lnTo>
                  <a:lnTo>
                    <a:pt x="75" y="3"/>
                  </a:lnTo>
                  <a:lnTo>
                    <a:pt x="79" y="0"/>
                  </a:lnTo>
                  <a:lnTo>
                    <a:pt x="79" y="0"/>
                  </a:lnTo>
                  <a:lnTo>
                    <a:pt x="85" y="0"/>
                  </a:lnTo>
                  <a:lnTo>
                    <a:pt x="86" y="6"/>
                  </a:lnTo>
                  <a:lnTo>
                    <a:pt x="86" y="6"/>
                  </a:lnTo>
                  <a:lnTo>
                    <a:pt x="86" y="8"/>
                  </a:lnTo>
                  <a:lnTo>
                    <a:pt x="86" y="8"/>
                  </a:lnTo>
                  <a:lnTo>
                    <a:pt x="84" y="9"/>
                  </a:lnTo>
                  <a:lnTo>
                    <a:pt x="84" y="9"/>
                  </a:lnTo>
                  <a:lnTo>
                    <a:pt x="81" y="13"/>
                  </a:lnTo>
                  <a:lnTo>
                    <a:pt x="81" y="13"/>
                  </a:lnTo>
                  <a:lnTo>
                    <a:pt x="74" y="29"/>
                  </a:lnTo>
                  <a:lnTo>
                    <a:pt x="74" y="29"/>
                  </a:lnTo>
                  <a:lnTo>
                    <a:pt x="72" y="32"/>
                  </a:lnTo>
                  <a:lnTo>
                    <a:pt x="72" y="32"/>
                  </a:lnTo>
                  <a:lnTo>
                    <a:pt x="64" y="42"/>
                  </a:lnTo>
                  <a:lnTo>
                    <a:pt x="64" y="42"/>
                  </a:lnTo>
                  <a:lnTo>
                    <a:pt x="60" y="47"/>
                  </a:lnTo>
                  <a:lnTo>
                    <a:pt x="60" y="47"/>
                  </a:lnTo>
                  <a:lnTo>
                    <a:pt x="58" y="50"/>
                  </a:lnTo>
                  <a:lnTo>
                    <a:pt x="58" y="50"/>
                  </a:lnTo>
                  <a:lnTo>
                    <a:pt x="51" y="53"/>
                  </a:lnTo>
                  <a:lnTo>
                    <a:pt x="51" y="53"/>
                  </a:lnTo>
                  <a:lnTo>
                    <a:pt x="47" y="54"/>
                  </a:lnTo>
                  <a:lnTo>
                    <a:pt x="47" y="54"/>
                  </a:lnTo>
                  <a:lnTo>
                    <a:pt x="44" y="58"/>
                  </a:lnTo>
                  <a:lnTo>
                    <a:pt x="44" y="58"/>
                  </a:lnTo>
                  <a:lnTo>
                    <a:pt x="43" y="61"/>
                  </a:lnTo>
                  <a:lnTo>
                    <a:pt x="43" y="61"/>
                  </a:lnTo>
                  <a:lnTo>
                    <a:pt x="42" y="64"/>
                  </a:lnTo>
                  <a:lnTo>
                    <a:pt x="42" y="64"/>
                  </a:lnTo>
                  <a:lnTo>
                    <a:pt x="43" y="67"/>
                  </a:lnTo>
                  <a:lnTo>
                    <a:pt x="44" y="68"/>
                  </a:lnTo>
                  <a:lnTo>
                    <a:pt x="44" y="68"/>
                  </a:lnTo>
                  <a:lnTo>
                    <a:pt x="49" y="73"/>
                  </a:lnTo>
                  <a:lnTo>
                    <a:pt x="49" y="73"/>
                  </a:lnTo>
                  <a:lnTo>
                    <a:pt x="53" y="75"/>
                  </a:lnTo>
                  <a:lnTo>
                    <a:pt x="56" y="79"/>
                  </a:lnTo>
                  <a:lnTo>
                    <a:pt x="56" y="79"/>
                  </a:lnTo>
                  <a:lnTo>
                    <a:pt x="52" y="82"/>
                  </a:lnTo>
                  <a:lnTo>
                    <a:pt x="48" y="83"/>
                  </a:lnTo>
                  <a:lnTo>
                    <a:pt x="48" y="83"/>
                  </a:lnTo>
                  <a:lnTo>
                    <a:pt x="46" y="83"/>
                  </a:lnTo>
                  <a:lnTo>
                    <a:pt x="42" y="85"/>
                  </a:lnTo>
                  <a:lnTo>
                    <a:pt x="32" y="9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1" name="Freeform 1027"/>
            <p:cNvSpPr>
              <a:spLocks/>
            </p:cNvSpPr>
            <p:nvPr/>
          </p:nvSpPr>
          <p:spPr bwMode="gray">
            <a:xfrm>
              <a:off x="3375047" y="4552293"/>
              <a:ext cx="237995" cy="193524"/>
            </a:xfrm>
            <a:custGeom>
              <a:avLst/>
              <a:gdLst>
                <a:gd name="T0" fmla="*/ 22 w 96"/>
                <a:gd name="T1" fmla="*/ 75 h 77"/>
                <a:gd name="T2" fmla="*/ 22 w 96"/>
                <a:gd name="T3" fmla="*/ 75 h 77"/>
                <a:gd name="T4" fmla="*/ 51 w 96"/>
                <a:gd name="T5" fmla="*/ 54 h 77"/>
                <a:gd name="T6" fmla="*/ 69 w 96"/>
                <a:gd name="T7" fmla="*/ 42 h 77"/>
                <a:gd name="T8" fmla="*/ 74 w 96"/>
                <a:gd name="T9" fmla="*/ 37 h 77"/>
                <a:gd name="T10" fmla="*/ 77 w 96"/>
                <a:gd name="T11" fmla="*/ 33 h 77"/>
                <a:gd name="T12" fmla="*/ 77 w 96"/>
                <a:gd name="T13" fmla="*/ 33 h 77"/>
                <a:gd name="T14" fmla="*/ 78 w 96"/>
                <a:gd name="T15" fmla="*/ 28 h 77"/>
                <a:gd name="T16" fmla="*/ 83 w 96"/>
                <a:gd name="T17" fmla="*/ 19 h 77"/>
                <a:gd name="T18" fmla="*/ 89 w 96"/>
                <a:gd name="T19" fmla="*/ 9 h 77"/>
                <a:gd name="T20" fmla="*/ 93 w 96"/>
                <a:gd name="T21" fmla="*/ 5 h 77"/>
                <a:gd name="T22" fmla="*/ 96 w 96"/>
                <a:gd name="T23" fmla="*/ 0 h 77"/>
                <a:gd name="T24" fmla="*/ 96 w 96"/>
                <a:gd name="T25" fmla="*/ 0 h 77"/>
                <a:gd name="T26" fmla="*/ 47 w 96"/>
                <a:gd name="T27" fmla="*/ 1 h 77"/>
                <a:gd name="T28" fmla="*/ 17 w 96"/>
                <a:gd name="T29" fmla="*/ 3 h 77"/>
                <a:gd name="T30" fmla="*/ 17 w 96"/>
                <a:gd name="T31" fmla="*/ 3 h 77"/>
                <a:gd name="T32" fmla="*/ 14 w 96"/>
                <a:gd name="T33" fmla="*/ 5 h 77"/>
                <a:gd name="T34" fmla="*/ 5 w 96"/>
                <a:gd name="T35" fmla="*/ 10 h 77"/>
                <a:gd name="T36" fmla="*/ 5 w 96"/>
                <a:gd name="T37" fmla="*/ 10 h 77"/>
                <a:gd name="T38" fmla="*/ 4 w 96"/>
                <a:gd name="T39" fmla="*/ 14 h 77"/>
                <a:gd name="T40" fmla="*/ 4 w 96"/>
                <a:gd name="T41" fmla="*/ 14 h 77"/>
                <a:gd name="T42" fmla="*/ 4 w 96"/>
                <a:gd name="T43" fmla="*/ 35 h 77"/>
                <a:gd name="T44" fmla="*/ 4 w 96"/>
                <a:gd name="T45" fmla="*/ 35 h 77"/>
                <a:gd name="T46" fmla="*/ 3 w 96"/>
                <a:gd name="T47" fmla="*/ 38 h 77"/>
                <a:gd name="T48" fmla="*/ 3 w 96"/>
                <a:gd name="T49" fmla="*/ 38 h 77"/>
                <a:gd name="T50" fmla="*/ 9 w 96"/>
                <a:gd name="T51" fmla="*/ 40 h 77"/>
                <a:gd name="T52" fmla="*/ 13 w 96"/>
                <a:gd name="T53" fmla="*/ 41 h 77"/>
                <a:gd name="T54" fmla="*/ 13 w 96"/>
                <a:gd name="T55" fmla="*/ 41 h 77"/>
                <a:gd name="T56" fmla="*/ 14 w 96"/>
                <a:gd name="T57" fmla="*/ 43 h 77"/>
                <a:gd name="T58" fmla="*/ 13 w 96"/>
                <a:gd name="T59" fmla="*/ 46 h 77"/>
                <a:gd name="T60" fmla="*/ 9 w 96"/>
                <a:gd name="T61" fmla="*/ 53 h 77"/>
                <a:gd name="T62" fmla="*/ 3 w 96"/>
                <a:gd name="T63" fmla="*/ 61 h 77"/>
                <a:gd name="T64" fmla="*/ 1 w 96"/>
                <a:gd name="T65" fmla="*/ 64 h 77"/>
                <a:gd name="T66" fmla="*/ 0 w 96"/>
                <a:gd name="T67" fmla="*/ 68 h 77"/>
                <a:gd name="T68" fmla="*/ 0 w 96"/>
                <a:gd name="T69" fmla="*/ 68 h 77"/>
                <a:gd name="T70" fmla="*/ 0 w 96"/>
                <a:gd name="T71" fmla="*/ 77 h 77"/>
                <a:gd name="T72" fmla="*/ 0 w 96"/>
                <a:gd name="T73" fmla="*/ 77 h 77"/>
                <a:gd name="T74" fmla="*/ 13 w 96"/>
                <a:gd name="T75" fmla="*/ 77 h 77"/>
                <a:gd name="T76" fmla="*/ 19 w 96"/>
                <a:gd name="T77" fmla="*/ 77 h 77"/>
                <a:gd name="T78" fmla="*/ 22 w 96"/>
                <a:gd name="T79" fmla="*/ 75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6" h="77">
                  <a:moveTo>
                    <a:pt x="22" y="75"/>
                  </a:moveTo>
                  <a:lnTo>
                    <a:pt x="22" y="75"/>
                  </a:lnTo>
                  <a:lnTo>
                    <a:pt x="51" y="54"/>
                  </a:lnTo>
                  <a:lnTo>
                    <a:pt x="69" y="42"/>
                  </a:lnTo>
                  <a:lnTo>
                    <a:pt x="74" y="37"/>
                  </a:lnTo>
                  <a:lnTo>
                    <a:pt x="77" y="33"/>
                  </a:lnTo>
                  <a:lnTo>
                    <a:pt x="77" y="33"/>
                  </a:lnTo>
                  <a:lnTo>
                    <a:pt x="78" y="28"/>
                  </a:lnTo>
                  <a:lnTo>
                    <a:pt x="83" y="19"/>
                  </a:lnTo>
                  <a:lnTo>
                    <a:pt x="89" y="9"/>
                  </a:lnTo>
                  <a:lnTo>
                    <a:pt x="93" y="5"/>
                  </a:lnTo>
                  <a:lnTo>
                    <a:pt x="96" y="0"/>
                  </a:lnTo>
                  <a:lnTo>
                    <a:pt x="96" y="0"/>
                  </a:lnTo>
                  <a:lnTo>
                    <a:pt x="47" y="1"/>
                  </a:lnTo>
                  <a:lnTo>
                    <a:pt x="17" y="3"/>
                  </a:lnTo>
                  <a:lnTo>
                    <a:pt x="17" y="3"/>
                  </a:lnTo>
                  <a:lnTo>
                    <a:pt x="14" y="5"/>
                  </a:lnTo>
                  <a:lnTo>
                    <a:pt x="5" y="10"/>
                  </a:lnTo>
                  <a:lnTo>
                    <a:pt x="5" y="10"/>
                  </a:lnTo>
                  <a:lnTo>
                    <a:pt x="4" y="14"/>
                  </a:lnTo>
                  <a:lnTo>
                    <a:pt x="4" y="14"/>
                  </a:lnTo>
                  <a:lnTo>
                    <a:pt x="4" y="35"/>
                  </a:lnTo>
                  <a:lnTo>
                    <a:pt x="4" y="35"/>
                  </a:lnTo>
                  <a:lnTo>
                    <a:pt x="3" y="38"/>
                  </a:lnTo>
                  <a:lnTo>
                    <a:pt x="3" y="38"/>
                  </a:lnTo>
                  <a:lnTo>
                    <a:pt x="9" y="40"/>
                  </a:lnTo>
                  <a:lnTo>
                    <a:pt x="13" y="41"/>
                  </a:lnTo>
                  <a:lnTo>
                    <a:pt x="13" y="41"/>
                  </a:lnTo>
                  <a:lnTo>
                    <a:pt x="14" y="43"/>
                  </a:lnTo>
                  <a:lnTo>
                    <a:pt x="13" y="46"/>
                  </a:lnTo>
                  <a:lnTo>
                    <a:pt x="9" y="53"/>
                  </a:lnTo>
                  <a:lnTo>
                    <a:pt x="3" y="61"/>
                  </a:lnTo>
                  <a:lnTo>
                    <a:pt x="1" y="64"/>
                  </a:lnTo>
                  <a:lnTo>
                    <a:pt x="0" y="68"/>
                  </a:lnTo>
                  <a:lnTo>
                    <a:pt x="0" y="68"/>
                  </a:lnTo>
                  <a:lnTo>
                    <a:pt x="0" y="77"/>
                  </a:lnTo>
                  <a:lnTo>
                    <a:pt x="0" y="77"/>
                  </a:lnTo>
                  <a:lnTo>
                    <a:pt x="13" y="77"/>
                  </a:lnTo>
                  <a:lnTo>
                    <a:pt x="19" y="77"/>
                  </a:lnTo>
                  <a:lnTo>
                    <a:pt x="22" y="7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2" name="Freeform 1029"/>
            <p:cNvSpPr>
              <a:spLocks/>
            </p:cNvSpPr>
            <p:nvPr/>
          </p:nvSpPr>
          <p:spPr bwMode="gray">
            <a:xfrm>
              <a:off x="3040367" y="4323580"/>
              <a:ext cx="671838" cy="258871"/>
            </a:xfrm>
            <a:custGeom>
              <a:avLst/>
              <a:gdLst>
                <a:gd name="T0" fmla="*/ 251 w 271"/>
                <a:gd name="T1" fmla="*/ 95 h 103"/>
                <a:gd name="T2" fmla="*/ 262 w 271"/>
                <a:gd name="T3" fmla="*/ 99 h 103"/>
                <a:gd name="T4" fmla="*/ 266 w 271"/>
                <a:gd name="T5" fmla="*/ 95 h 103"/>
                <a:gd name="T6" fmla="*/ 258 w 271"/>
                <a:gd name="T7" fmla="*/ 81 h 103"/>
                <a:gd name="T8" fmla="*/ 252 w 271"/>
                <a:gd name="T9" fmla="*/ 54 h 103"/>
                <a:gd name="T10" fmla="*/ 253 w 271"/>
                <a:gd name="T11" fmla="*/ 39 h 103"/>
                <a:gd name="T12" fmla="*/ 244 w 271"/>
                <a:gd name="T13" fmla="*/ 27 h 103"/>
                <a:gd name="T14" fmla="*/ 240 w 271"/>
                <a:gd name="T15" fmla="*/ 20 h 103"/>
                <a:gd name="T16" fmla="*/ 229 w 271"/>
                <a:gd name="T17" fmla="*/ 14 h 103"/>
                <a:gd name="T18" fmla="*/ 214 w 271"/>
                <a:gd name="T19" fmla="*/ 11 h 103"/>
                <a:gd name="T20" fmla="*/ 200 w 271"/>
                <a:gd name="T21" fmla="*/ 19 h 103"/>
                <a:gd name="T22" fmla="*/ 191 w 271"/>
                <a:gd name="T23" fmla="*/ 19 h 103"/>
                <a:gd name="T24" fmla="*/ 181 w 271"/>
                <a:gd name="T25" fmla="*/ 20 h 103"/>
                <a:gd name="T26" fmla="*/ 165 w 271"/>
                <a:gd name="T27" fmla="*/ 20 h 103"/>
                <a:gd name="T28" fmla="*/ 146 w 271"/>
                <a:gd name="T29" fmla="*/ 12 h 103"/>
                <a:gd name="T30" fmla="*/ 138 w 271"/>
                <a:gd name="T31" fmla="*/ 6 h 103"/>
                <a:gd name="T32" fmla="*/ 128 w 271"/>
                <a:gd name="T33" fmla="*/ 4 h 103"/>
                <a:gd name="T34" fmla="*/ 106 w 271"/>
                <a:gd name="T35" fmla="*/ 0 h 103"/>
                <a:gd name="T36" fmla="*/ 91 w 271"/>
                <a:gd name="T37" fmla="*/ 3 h 103"/>
                <a:gd name="T38" fmla="*/ 80 w 271"/>
                <a:gd name="T39" fmla="*/ 10 h 103"/>
                <a:gd name="T40" fmla="*/ 63 w 271"/>
                <a:gd name="T41" fmla="*/ 15 h 103"/>
                <a:gd name="T42" fmla="*/ 45 w 271"/>
                <a:gd name="T43" fmla="*/ 16 h 103"/>
                <a:gd name="T44" fmla="*/ 50 w 271"/>
                <a:gd name="T45" fmla="*/ 22 h 103"/>
                <a:gd name="T46" fmla="*/ 48 w 271"/>
                <a:gd name="T47" fmla="*/ 25 h 103"/>
                <a:gd name="T48" fmla="*/ 43 w 271"/>
                <a:gd name="T49" fmla="*/ 26 h 103"/>
                <a:gd name="T50" fmla="*/ 42 w 271"/>
                <a:gd name="T51" fmla="*/ 28 h 103"/>
                <a:gd name="T52" fmla="*/ 31 w 271"/>
                <a:gd name="T53" fmla="*/ 30 h 103"/>
                <a:gd name="T54" fmla="*/ 16 w 271"/>
                <a:gd name="T55" fmla="*/ 31 h 103"/>
                <a:gd name="T56" fmla="*/ 10 w 271"/>
                <a:gd name="T57" fmla="*/ 39 h 103"/>
                <a:gd name="T58" fmla="*/ 13 w 271"/>
                <a:gd name="T59" fmla="*/ 51 h 103"/>
                <a:gd name="T60" fmla="*/ 15 w 271"/>
                <a:gd name="T61" fmla="*/ 57 h 103"/>
                <a:gd name="T62" fmla="*/ 12 w 271"/>
                <a:gd name="T63" fmla="*/ 62 h 103"/>
                <a:gd name="T64" fmla="*/ 1 w 271"/>
                <a:gd name="T65" fmla="*/ 62 h 103"/>
                <a:gd name="T66" fmla="*/ 1 w 271"/>
                <a:gd name="T67" fmla="*/ 64 h 103"/>
                <a:gd name="T68" fmla="*/ 10 w 271"/>
                <a:gd name="T69" fmla="*/ 69 h 103"/>
                <a:gd name="T70" fmla="*/ 17 w 271"/>
                <a:gd name="T71" fmla="*/ 69 h 103"/>
                <a:gd name="T72" fmla="*/ 17 w 271"/>
                <a:gd name="T73" fmla="*/ 74 h 103"/>
                <a:gd name="T74" fmla="*/ 17 w 271"/>
                <a:gd name="T75" fmla="*/ 78 h 103"/>
                <a:gd name="T76" fmla="*/ 22 w 271"/>
                <a:gd name="T77" fmla="*/ 85 h 103"/>
                <a:gd name="T78" fmla="*/ 26 w 271"/>
                <a:gd name="T79" fmla="*/ 87 h 103"/>
                <a:gd name="T80" fmla="*/ 42 w 271"/>
                <a:gd name="T81" fmla="*/ 94 h 103"/>
                <a:gd name="T82" fmla="*/ 50 w 271"/>
                <a:gd name="T83" fmla="*/ 100 h 103"/>
                <a:gd name="T84" fmla="*/ 61 w 271"/>
                <a:gd name="T85" fmla="*/ 103 h 103"/>
                <a:gd name="T86" fmla="*/ 68 w 271"/>
                <a:gd name="T87" fmla="*/ 94 h 103"/>
                <a:gd name="T88" fmla="*/ 76 w 271"/>
                <a:gd name="T89" fmla="*/ 95 h 103"/>
                <a:gd name="T90" fmla="*/ 88 w 271"/>
                <a:gd name="T91" fmla="*/ 101 h 103"/>
                <a:gd name="T92" fmla="*/ 109 w 271"/>
                <a:gd name="T93" fmla="*/ 102 h 103"/>
                <a:gd name="T94" fmla="*/ 118 w 271"/>
                <a:gd name="T95" fmla="*/ 97 h 103"/>
                <a:gd name="T96" fmla="*/ 123 w 271"/>
                <a:gd name="T97" fmla="*/ 91 h 103"/>
                <a:gd name="T98" fmla="*/ 130 w 271"/>
                <a:gd name="T99" fmla="*/ 91 h 103"/>
                <a:gd name="T100" fmla="*/ 135 w 271"/>
                <a:gd name="T101" fmla="*/ 95 h 103"/>
                <a:gd name="T102" fmla="*/ 139 w 271"/>
                <a:gd name="T103" fmla="*/ 95 h 103"/>
                <a:gd name="T104" fmla="*/ 141 w 271"/>
                <a:gd name="T105" fmla="*/ 96 h 103"/>
                <a:gd name="T106" fmla="*/ 149 w 271"/>
                <a:gd name="T107" fmla="*/ 96 h 103"/>
                <a:gd name="T108" fmla="*/ 198 w 271"/>
                <a:gd name="T109" fmla="*/ 92 h 103"/>
                <a:gd name="T110" fmla="*/ 247 w 271"/>
                <a:gd name="T111" fmla="*/ 94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71" h="103">
                  <a:moveTo>
                    <a:pt x="247" y="94"/>
                  </a:moveTo>
                  <a:lnTo>
                    <a:pt x="247" y="94"/>
                  </a:lnTo>
                  <a:lnTo>
                    <a:pt x="251" y="95"/>
                  </a:lnTo>
                  <a:lnTo>
                    <a:pt x="255" y="97"/>
                  </a:lnTo>
                  <a:lnTo>
                    <a:pt x="262" y="99"/>
                  </a:lnTo>
                  <a:lnTo>
                    <a:pt x="262" y="99"/>
                  </a:lnTo>
                  <a:lnTo>
                    <a:pt x="271" y="101"/>
                  </a:lnTo>
                  <a:lnTo>
                    <a:pt x="271" y="101"/>
                  </a:lnTo>
                  <a:lnTo>
                    <a:pt x="266" y="95"/>
                  </a:lnTo>
                  <a:lnTo>
                    <a:pt x="262" y="90"/>
                  </a:lnTo>
                  <a:lnTo>
                    <a:pt x="262" y="90"/>
                  </a:lnTo>
                  <a:lnTo>
                    <a:pt x="258" y="81"/>
                  </a:lnTo>
                  <a:lnTo>
                    <a:pt x="256" y="70"/>
                  </a:lnTo>
                  <a:lnTo>
                    <a:pt x="253" y="60"/>
                  </a:lnTo>
                  <a:lnTo>
                    <a:pt x="252" y="54"/>
                  </a:lnTo>
                  <a:lnTo>
                    <a:pt x="252" y="54"/>
                  </a:lnTo>
                  <a:lnTo>
                    <a:pt x="253" y="39"/>
                  </a:lnTo>
                  <a:lnTo>
                    <a:pt x="253" y="39"/>
                  </a:lnTo>
                  <a:lnTo>
                    <a:pt x="247" y="32"/>
                  </a:lnTo>
                  <a:lnTo>
                    <a:pt x="245" y="30"/>
                  </a:lnTo>
                  <a:lnTo>
                    <a:pt x="244" y="27"/>
                  </a:lnTo>
                  <a:lnTo>
                    <a:pt x="244" y="27"/>
                  </a:lnTo>
                  <a:lnTo>
                    <a:pt x="242" y="23"/>
                  </a:lnTo>
                  <a:lnTo>
                    <a:pt x="240" y="20"/>
                  </a:lnTo>
                  <a:lnTo>
                    <a:pt x="235" y="16"/>
                  </a:lnTo>
                  <a:lnTo>
                    <a:pt x="229" y="14"/>
                  </a:lnTo>
                  <a:lnTo>
                    <a:pt x="229" y="14"/>
                  </a:lnTo>
                  <a:lnTo>
                    <a:pt x="218" y="9"/>
                  </a:lnTo>
                  <a:lnTo>
                    <a:pt x="218" y="9"/>
                  </a:lnTo>
                  <a:lnTo>
                    <a:pt x="214" y="11"/>
                  </a:lnTo>
                  <a:lnTo>
                    <a:pt x="210" y="15"/>
                  </a:lnTo>
                  <a:lnTo>
                    <a:pt x="200" y="19"/>
                  </a:lnTo>
                  <a:lnTo>
                    <a:pt x="200" y="19"/>
                  </a:lnTo>
                  <a:lnTo>
                    <a:pt x="196" y="20"/>
                  </a:lnTo>
                  <a:lnTo>
                    <a:pt x="192" y="20"/>
                  </a:lnTo>
                  <a:lnTo>
                    <a:pt x="191" y="19"/>
                  </a:lnTo>
                  <a:lnTo>
                    <a:pt x="187" y="19"/>
                  </a:lnTo>
                  <a:lnTo>
                    <a:pt x="187" y="19"/>
                  </a:lnTo>
                  <a:lnTo>
                    <a:pt x="181" y="20"/>
                  </a:lnTo>
                  <a:lnTo>
                    <a:pt x="172" y="21"/>
                  </a:lnTo>
                  <a:lnTo>
                    <a:pt x="172" y="21"/>
                  </a:lnTo>
                  <a:lnTo>
                    <a:pt x="165" y="20"/>
                  </a:lnTo>
                  <a:lnTo>
                    <a:pt x="157" y="17"/>
                  </a:lnTo>
                  <a:lnTo>
                    <a:pt x="146" y="12"/>
                  </a:lnTo>
                  <a:lnTo>
                    <a:pt x="146" y="12"/>
                  </a:lnTo>
                  <a:lnTo>
                    <a:pt x="143" y="11"/>
                  </a:lnTo>
                  <a:lnTo>
                    <a:pt x="141" y="9"/>
                  </a:lnTo>
                  <a:lnTo>
                    <a:pt x="138" y="6"/>
                  </a:lnTo>
                  <a:lnTo>
                    <a:pt x="133" y="5"/>
                  </a:lnTo>
                  <a:lnTo>
                    <a:pt x="133" y="5"/>
                  </a:lnTo>
                  <a:lnTo>
                    <a:pt x="128" y="4"/>
                  </a:lnTo>
                  <a:lnTo>
                    <a:pt x="122" y="3"/>
                  </a:lnTo>
                  <a:lnTo>
                    <a:pt x="116" y="1"/>
                  </a:lnTo>
                  <a:lnTo>
                    <a:pt x="106" y="0"/>
                  </a:lnTo>
                  <a:lnTo>
                    <a:pt x="106" y="0"/>
                  </a:lnTo>
                  <a:lnTo>
                    <a:pt x="97" y="0"/>
                  </a:lnTo>
                  <a:lnTo>
                    <a:pt x="91" y="3"/>
                  </a:lnTo>
                  <a:lnTo>
                    <a:pt x="86" y="6"/>
                  </a:lnTo>
                  <a:lnTo>
                    <a:pt x="80" y="10"/>
                  </a:lnTo>
                  <a:lnTo>
                    <a:pt x="80" y="10"/>
                  </a:lnTo>
                  <a:lnTo>
                    <a:pt x="76" y="12"/>
                  </a:lnTo>
                  <a:lnTo>
                    <a:pt x="71" y="14"/>
                  </a:lnTo>
                  <a:lnTo>
                    <a:pt x="63" y="15"/>
                  </a:lnTo>
                  <a:lnTo>
                    <a:pt x="49" y="15"/>
                  </a:lnTo>
                  <a:lnTo>
                    <a:pt x="49" y="15"/>
                  </a:lnTo>
                  <a:lnTo>
                    <a:pt x="45" y="16"/>
                  </a:lnTo>
                  <a:lnTo>
                    <a:pt x="47" y="17"/>
                  </a:lnTo>
                  <a:lnTo>
                    <a:pt x="50" y="22"/>
                  </a:lnTo>
                  <a:lnTo>
                    <a:pt x="50" y="22"/>
                  </a:lnTo>
                  <a:lnTo>
                    <a:pt x="50" y="23"/>
                  </a:lnTo>
                  <a:lnTo>
                    <a:pt x="49" y="25"/>
                  </a:lnTo>
                  <a:lnTo>
                    <a:pt x="48" y="25"/>
                  </a:lnTo>
                  <a:lnTo>
                    <a:pt x="44" y="25"/>
                  </a:lnTo>
                  <a:lnTo>
                    <a:pt x="44" y="25"/>
                  </a:lnTo>
                  <a:lnTo>
                    <a:pt x="43" y="26"/>
                  </a:lnTo>
                  <a:lnTo>
                    <a:pt x="42" y="27"/>
                  </a:lnTo>
                  <a:lnTo>
                    <a:pt x="43" y="27"/>
                  </a:lnTo>
                  <a:lnTo>
                    <a:pt x="42" y="28"/>
                  </a:lnTo>
                  <a:lnTo>
                    <a:pt x="42" y="28"/>
                  </a:lnTo>
                  <a:lnTo>
                    <a:pt x="38" y="30"/>
                  </a:lnTo>
                  <a:lnTo>
                    <a:pt x="31" y="30"/>
                  </a:lnTo>
                  <a:lnTo>
                    <a:pt x="20" y="30"/>
                  </a:lnTo>
                  <a:lnTo>
                    <a:pt x="20" y="30"/>
                  </a:lnTo>
                  <a:lnTo>
                    <a:pt x="16" y="31"/>
                  </a:lnTo>
                  <a:lnTo>
                    <a:pt x="13" y="33"/>
                  </a:lnTo>
                  <a:lnTo>
                    <a:pt x="10" y="39"/>
                  </a:lnTo>
                  <a:lnTo>
                    <a:pt x="10" y="39"/>
                  </a:lnTo>
                  <a:lnTo>
                    <a:pt x="10" y="42"/>
                  </a:lnTo>
                  <a:lnTo>
                    <a:pt x="10" y="44"/>
                  </a:lnTo>
                  <a:lnTo>
                    <a:pt x="13" y="51"/>
                  </a:lnTo>
                  <a:lnTo>
                    <a:pt x="13" y="51"/>
                  </a:lnTo>
                  <a:lnTo>
                    <a:pt x="15" y="54"/>
                  </a:lnTo>
                  <a:lnTo>
                    <a:pt x="15" y="57"/>
                  </a:lnTo>
                  <a:lnTo>
                    <a:pt x="15" y="59"/>
                  </a:lnTo>
                  <a:lnTo>
                    <a:pt x="12" y="62"/>
                  </a:lnTo>
                  <a:lnTo>
                    <a:pt x="12" y="62"/>
                  </a:lnTo>
                  <a:lnTo>
                    <a:pt x="10" y="62"/>
                  </a:lnTo>
                  <a:lnTo>
                    <a:pt x="7" y="62"/>
                  </a:lnTo>
                  <a:lnTo>
                    <a:pt x="1" y="62"/>
                  </a:lnTo>
                  <a:lnTo>
                    <a:pt x="1" y="62"/>
                  </a:lnTo>
                  <a:lnTo>
                    <a:pt x="0" y="62"/>
                  </a:lnTo>
                  <a:lnTo>
                    <a:pt x="1" y="64"/>
                  </a:lnTo>
                  <a:lnTo>
                    <a:pt x="6" y="68"/>
                  </a:lnTo>
                  <a:lnTo>
                    <a:pt x="6" y="68"/>
                  </a:lnTo>
                  <a:lnTo>
                    <a:pt x="10" y="69"/>
                  </a:lnTo>
                  <a:lnTo>
                    <a:pt x="12" y="69"/>
                  </a:lnTo>
                  <a:lnTo>
                    <a:pt x="17" y="69"/>
                  </a:lnTo>
                  <a:lnTo>
                    <a:pt x="17" y="69"/>
                  </a:lnTo>
                  <a:lnTo>
                    <a:pt x="18" y="69"/>
                  </a:lnTo>
                  <a:lnTo>
                    <a:pt x="20" y="70"/>
                  </a:lnTo>
                  <a:lnTo>
                    <a:pt x="17" y="74"/>
                  </a:lnTo>
                  <a:lnTo>
                    <a:pt x="17" y="74"/>
                  </a:lnTo>
                  <a:lnTo>
                    <a:pt x="17" y="76"/>
                  </a:lnTo>
                  <a:lnTo>
                    <a:pt x="17" y="78"/>
                  </a:lnTo>
                  <a:lnTo>
                    <a:pt x="20" y="81"/>
                  </a:lnTo>
                  <a:lnTo>
                    <a:pt x="20" y="81"/>
                  </a:lnTo>
                  <a:lnTo>
                    <a:pt x="22" y="85"/>
                  </a:lnTo>
                  <a:lnTo>
                    <a:pt x="23" y="86"/>
                  </a:lnTo>
                  <a:lnTo>
                    <a:pt x="26" y="87"/>
                  </a:lnTo>
                  <a:lnTo>
                    <a:pt x="26" y="87"/>
                  </a:lnTo>
                  <a:lnTo>
                    <a:pt x="37" y="92"/>
                  </a:lnTo>
                  <a:lnTo>
                    <a:pt x="37" y="92"/>
                  </a:lnTo>
                  <a:lnTo>
                    <a:pt x="42" y="94"/>
                  </a:lnTo>
                  <a:lnTo>
                    <a:pt x="48" y="97"/>
                  </a:lnTo>
                  <a:lnTo>
                    <a:pt x="48" y="97"/>
                  </a:lnTo>
                  <a:lnTo>
                    <a:pt x="50" y="100"/>
                  </a:lnTo>
                  <a:lnTo>
                    <a:pt x="55" y="102"/>
                  </a:lnTo>
                  <a:lnTo>
                    <a:pt x="61" y="103"/>
                  </a:lnTo>
                  <a:lnTo>
                    <a:pt x="61" y="103"/>
                  </a:lnTo>
                  <a:lnTo>
                    <a:pt x="64" y="102"/>
                  </a:lnTo>
                  <a:lnTo>
                    <a:pt x="66" y="99"/>
                  </a:lnTo>
                  <a:lnTo>
                    <a:pt x="68" y="94"/>
                  </a:lnTo>
                  <a:lnTo>
                    <a:pt x="68" y="94"/>
                  </a:lnTo>
                  <a:lnTo>
                    <a:pt x="70" y="94"/>
                  </a:lnTo>
                  <a:lnTo>
                    <a:pt x="76" y="95"/>
                  </a:lnTo>
                  <a:lnTo>
                    <a:pt x="82" y="97"/>
                  </a:lnTo>
                  <a:lnTo>
                    <a:pt x="88" y="101"/>
                  </a:lnTo>
                  <a:lnTo>
                    <a:pt x="88" y="101"/>
                  </a:lnTo>
                  <a:lnTo>
                    <a:pt x="93" y="103"/>
                  </a:lnTo>
                  <a:lnTo>
                    <a:pt x="98" y="103"/>
                  </a:lnTo>
                  <a:lnTo>
                    <a:pt x="109" y="102"/>
                  </a:lnTo>
                  <a:lnTo>
                    <a:pt x="109" y="102"/>
                  </a:lnTo>
                  <a:lnTo>
                    <a:pt x="114" y="101"/>
                  </a:lnTo>
                  <a:lnTo>
                    <a:pt x="118" y="97"/>
                  </a:lnTo>
                  <a:lnTo>
                    <a:pt x="122" y="92"/>
                  </a:lnTo>
                  <a:lnTo>
                    <a:pt x="122" y="92"/>
                  </a:lnTo>
                  <a:lnTo>
                    <a:pt x="123" y="91"/>
                  </a:lnTo>
                  <a:lnTo>
                    <a:pt x="125" y="91"/>
                  </a:lnTo>
                  <a:lnTo>
                    <a:pt x="130" y="91"/>
                  </a:lnTo>
                  <a:lnTo>
                    <a:pt x="130" y="91"/>
                  </a:lnTo>
                  <a:lnTo>
                    <a:pt x="132" y="91"/>
                  </a:lnTo>
                  <a:lnTo>
                    <a:pt x="133" y="92"/>
                  </a:lnTo>
                  <a:lnTo>
                    <a:pt x="135" y="95"/>
                  </a:lnTo>
                  <a:lnTo>
                    <a:pt x="135" y="95"/>
                  </a:lnTo>
                  <a:lnTo>
                    <a:pt x="138" y="95"/>
                  </a:lnTo>
                  <a:lnTo>
                    <a:pt x="139" y="95"/>
                  </a:lnTo>
                  <a:lnTo>
                    <a:pt x="141" y="94"/>
                  </a:lnTo>
                  <a:lnTo>
                    <a:pt x="141" y="94"/>
                  </a:lnTo>
                  <a:lnTo>
                    <a:pt x="141" y="96"/>
                  </a:lnTo>
                  <a:lnTo>
                    <a:pt x="140" y="101"/>
                  </a:lnTo>
                  <a:lnTo>
                    <a:pt x="140" y="101"/>
                  </a:lnTo>
                  <a:lnTo>
                    <a:pt x="149" y="96"/>
                  </a:lnTo>
                  <a:lnTo>
                    <a:pt x="152" y="94"/>
                  </a:lnTo>
                  <a:lnTo>
                    <a:pt x="152" y="94"/>
                  </a:lnTo>
                  <a:lnTo>
                    <a:pt x="198" y="92"/>
                  </a:lnTo>
                  <a:lnTo>
                    <a:pt x="230" y="91"/>
                  </a:lnTo>
                  <a:lnTo>
                    <a:pt x="241" y="92"/>
                  </a:lnTo>
                  <a:lnTo>
                    <a:pt x="247" y="9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3" name="Freeform 1065"/>
            <p:cNvSpPr>
              <a:spLocks/>
            </p:cNvSpPr>
            <p:nvPr/>
          </p:nvSpPr>
          <p:spPr bwMode="gray">
            <a:xfrm>
              <a:off x="2517277" y="3592206"/>
              <a:ext cx="59498" cy="60319"/>
            </a:xfrm>
            <a:custGeom>
              <a:avLst/>
              <a:gdLst>
                <a:gd name="T0" fmla="*/ 15 w 24"/>
                <a:gd name="T1" fmla="*/ 24 h 24"/>
                <a:gd name="T2" fmla="*/ 15 w 24"/>
                <a:gd name="T3" fmla="*/ 24 h 24"/>
                <a:gd name="T4" fmla="*/ 13 w 24"/>
                <a:gd name="T5" fmla="*/ 23 h 24"/>
                <a:gd name="T6" fmla="*/ 11 w 24"/>
                <a:gd name="T7" fmla="*/ 20 h 24"/>
                <a:gd name="T8" fmla="*/ 10 w 24"/>
                <a:gd name="T9" fmla="*/ 18 h 24"/>
                <a:gd name="T10" fmla="*/ 6 w 24"/>
                <a:gd name="T11" fmla="*/ 15 h 24"/>
                <a:gd name="T12" fmla="*/ 6 w 24"/>
                <a:gd name="T13" fmla="*/ 15 h 24"/>
                <a:gd name="T14" fmla="*/ 3 w 24"/>
                <a:gd name="T15" fmla="*/ 13 h 24"/>
                <a:gd name="T16" fmla="*/ 0 w 24"/>
                <a:gd name="T17" fmla="*/ 10 h 24"/>
                <a:gd name="T18" fmla="*/ 0 w 24"/>
                <a:gd name="T19" fmla="*/ 8 h 24"/>
                <a:gd name="T20" fmla="*/ 2 w 24"/>
                <a:gd name="T21" fmla="*/ 8 h 24"/>
                <a:gd name="T22" fmla="*/ 2 w 24"/>
                <a:gd name="T23" fmla="*/ 8 h 24"/>
                <a:gd name="T24" fmla="*/ 8 w 24"/>
                <a:gd name="T25" fmla="*/ 8 h 24"/>
                <a:gd name="T26" fmla="*/ 10 w 24"/>
                <a:gd name="T27" fmla="*/ 7 h 24"/>
                <a:gd name="T28" fmla="*/ 13 w 24"/>
                <a:gd name="T29" fmla="*/ 5 h 24"/>
                <a:gd name="T30" fmla="*/ 13 w 24"/>
                <a:gd name="T31" fmla="*/ 5 h 24"/>
                <a:gd name="T32" fmla="*/ 20 w 24"/>
                <a:gd name="T33" fmla="*/ 2 h 24"/>
                <a:gd name="T34" fmla="*/ 22 w 24"/>
                <a:gd name="T35" fmla="*/ 0 h 24"/>
                <a:gd name="T36" fmla="*/ 24 w 24"/>
                <a:gd name="T37" fmla="*/ 0 h 24"/>
                <a:gd name="T38" fmla="*/ 24 w 24"/>
                <a:gd name="T39" fmla="*/ 0 h 24"/>
                <a:gd name="T40" fmla="*/ 24 w 24"/>
                <a:gd name="T41" fmla="*/ 0 h 24"/>
                <a:gd name="T42" fmla="*/ 21 w 24"/>
                <a:gd name="T43" fmla="*/ 5 h 24"/>
                <a:gd name="T44" fmla="*/ 21 w 24"/>
                <a:gd name="T45" fmla="*/ 10 h 24"/>
                <a:gd name="T46" fmla="*/ 21 w 24"/>
                <a:gd name="T47" fmla="*/ 10 h 24"/>
                <a:gd name="T48" fmla="*/ 24 w 24"/>
                <a:gd name="T49" fmla="*/ 18 h 24"/>
                <a:gd name="T50" fmla="*/ 24 w 24"/>
                <a:gd name="T51" fmla="*/ 21 h 24"/>
                <a:gd name="T52" fmla="*/ 24 w 24"/>
                <a:gd name="T53" fmla="*/ 23 h 24"/>
                <a:gd name="T54" fmla="*/ 22 w 24"/>
                <a:gd name="T55" fmla="*/ 23 h 24"/>
                <a:gd name="T56" fmla="*/ 22 w 24"/>
                <a:gd name="T57" fmla="*/ 23 h 24"/>
                <a:gd name="T58" fmla="*/ 20 w 24"/>
                <a:gd name="T59" fmla="*/ 24 h 24"/>
                <a:gd name="T60" fmla="*/ 18 w 24"/>
                <a:gd name="T61" fmla="*/ 24 h 24"/>
                <a:gd name="T62" fmla="*/ 15 w 24"/>
                <a:gd name="T63" fmla="*/ 2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4" h="24">
                  <a:moveTo>
                    <a:pt x="15" y="24"/>
                  </a:moveTo>
                  <a:lnTo>
                    <a:pt x="15" y="24"/>
                  </a:lnTo>
                  <a:lnTo>
                    <a:pt x="13" y="23"/>
                  </a:lnTo>
                  <a:lnTo>
                    <a:pt x="11" y="20"/>
                  </a:lnTo>
                  <a:lnTo>
                    <a:pt x="10" y="18"/>
                  </a:lnTo>
                  <a:lnTo>
                    <a:pt x="6" y="15"/>
                  </a:lnTo>
                  <a:lnTo>
                    <a:pt x="6" y="15"/>
                  </a:lnTo>
                  <a:lnTo>
                    <a:pt x="3" y="13"/>
                  </a:lnTo>
                  <a:lnTo>
                    <a:pt x="0" y="10"/>
                  </a:lnTo>
                  <a:lnTo>
                    <a:pt x="0" y="8"/>
                  </a:lnTo>
                  <a:lnTo>
                    <a:pt x="2" y="8"/>
                  </a:lnTo>
                  <a:lnTo>
                    <a:pt x="2" y="8"/>
                  </a:lnTo>
                  <a:lnTo>
                    <a:pt x="8" y="8"/>
                  </a:lnTo>
                  <a:lnTo>
                    <a:pt x="10" y="7"/>
                  </a:lnTo>
                  <a:lnTo>
                    <a:pt x="13" y="5"/>
                  </a:lnTo>
                  <a:lnTo>
                    <a:pt x="13" y="5"/>
                  </a:lnTo>
                  <a:lnTo>
                    <a:pt x="20" y="2"/>
                  </a:lnTo>
                  <a:lnTo>
                    <a:pt x="22" y="0"/>
                  </a:lnTo>
                  <a:lnTo>
                    <a:pt x="24" y="0"/>
                  </a:lnTo>
                  <a:lnTo>
                    <a:pt x="24" y="0"/>
                  </a:lnTo>
                  <a:lnTo>
                    <a:pt x="24" y="0"/>
                  </a:lnTo>
                  <a:lnTo>
                    <a:pt x="21" y="5"/>
                  </a:lnTo>
                  <a:lnTo>
                    <a:pt x="21" y="10"/>
                  </a:lnTo>
                  <a:lnTo>
                    <a:pt x="21" y="10"/>
                  </a:lnTo>
                  <a:lnTo>
                    <a:pt x="24" y="18"/>
                  </a:lnTo>
                  <a:lnTo>
                    <a:pt x="24" y="21"/>
                  </a:lnTo>
                  <a:lnTo>
                    <a:pt x="24" y="23"/>
                  </a:lnTo>
                  <a:lnTo>
                    <a:pt x="22" y="23"/>
                  </a:lnTo>
                  <a:lnTo>
                    <a:pt x="22" y="23"/>
                  </a:lnTo>
                  <a:lnTo>
                    <a:pt x="20" y="24"/>
                  </a:lnTo>
                  <a:lnTo>
                    <a:pt x="18" y="24"/>
                  </a:lnTo>
                  <a:lnTo>
                    <a:pt x="15"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4" name="Freeform 1069"/>
            <p:cNvSpPr>
              <a:spLocks/>
            </p:cNvSpPr>
            <p:nvPr/>
          </p:nvSpPr>
          <p:spPr bwMode="gray">
            <a:xfrm>
              <a:off x="2894101" y="3431356"/>
              <a:ext cx="42146" cy="35187"/>
            </a:xfrm>
            <a:custGeom>
              <a:avLst/>
              <a:gdLst>
                <a:gd name="T0" fmla="*/ 6 w 17"/>
                <a:gd name="T1" fmla="*/ 14 h 14"/>
                <a:gd name="T2" fmla="*/ 6 w 17"/>
                <a:gd name="T3" fmla="*/ 14 h 14"/>
                <a:gd name="T4" fmla="*/ 5 w 17"/>
                <a:gd name="T5" fmla="*/ 13 h 14"/>
                <a:gd name="T6" fmla="*/ 2 w 17"/>
                <a:gd name="T7" fmla="*/ 13 h 14"/>
                <a:gd name="T8" fmla="*/ 1 w 17"/>
                <a:gd name="T9" fmla="*/ 9 h 14"/>
                <a:gd name="T10" fmla="*/ 0 w 17"/>
                <a:gd name="T11" fmla="*/ 5 h 14"/>
                <a:gd name="T12" fmla="*/ 1 w 17"/>
                <a:gd name="T13" fmla="*/ 3 h 14"/>
                <a:gd name="T14" fmla="*/ 1 w 17"/>
                <a:gd name="T15" fmla="*/ 3 h 14"/>
                <a:gd name="T16" fmla="*/ 6 w 17"/>
                <a:gd name="T17" fmla="*/ 2 h 14"/>
                <a:gd name="T18" fmla="*/ 12 w 17"/>
                <a:gd name="T19" fmla="*/ 0 h 14"/>
                <a:gd name="T20" fmla="*/ 12 w 17"/>
                <a:gd name="T21" fmla="*/ 0 h 14"/>
                <a:gd name="T22" fmla="*/ 15 w 17"/>
                <a:gd name="T23" fmla="*/ 0 h 14"/>
                <a:gd name="T24" fmla="*/ 17 w 17"/>
                <a:gd name="T25" fmla="*/ 0 h 14"/>
                <a:gd name="T26" fmla="*/ 17 w 17"/>
                <a:gd name="T27" fmla="*/ 2 h 14"/>
                <a:gd name="T28" fmla="*/ 17 w 17"/>
                <a:gd name="T29" fmla="*/ 4 h 14"/>
                <a:gd name="T30" fmla="*/ 17 w 17"/>
                <a:gd name="T31" fmla="*/ 4 h 14"/>
                <a:gd name="T32" fmla="*/ 13 w 17"/>
                <a:gd name="T33" fmla="*/ 9 h 14"/>
                <a:gd name="T34" fmla="*/ 10 w 17"/>
                <a:gd name="T35" fmla="*/ 12 h 14"/>
                <a:gd name="T36" fmla="*/ 6 w 17"/>
                <a:gd name="T37"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4">
                  <a:moveTo>
                    <a:pt x="6" y="14"/>
                  </a:moveTo>
                  <a:lnTo>
                    <a:pt x="6" y="14"/>
                  </a:lnTo>
                  <a:lnTo>
                    <a:pt x="5" y="13"/>
                  </a:lnTo>
                  <a:lnTo>
                    <a:pt x="2" y="13"/>
                  </a:lnTo>
                  <a:lnTo>
                    <a:pt x="1" y="9"/>
                  </a:lnTo>
                  <a:lnTo>
                    <a:pt x="0" y="5"/>
                  </a:lnTo>
                  <a:lnTo>
                    <a:pt x="1" y="3"/>
                  </a:lnTo>
                  <a:lnTo>
                    <a:pt x="1" y="3"/>
                  </a:lnTo>
                  <a:lnTo>
                    <a:pt x="6" y="2"/>
                  </a:lnTo>
                  <a:lnTo>
                    <a:pt x="12" y="0"/>
                  </a:lnTo>
                  <a:lnTo>
                    <a:pt x="12" y="0"/>
                  </a:lnTo>
                  <a:lnTo>
                    <a:pt x="15" y="0"/>
                  </a:lnTo>
                  <a:lnTo>
                    <a:pt x="17" y="0"/>
                  </a:lnTo>
                  <a:lnTo>
                    <a:pt x="17" y="2"/>
                  </a:lnTo>
                  <a:lnTo>
                    <a:pt x="17" y="4"/>
                  </a:lnTo>
                  <a:lnTo>
                    <a:pt x="17" y="4"/>
                  </a:lnTo>
                  <a:lnTo>
                    <a:pt x="13" y="9"/>
                  </a:lnTo>
                  <a:lnTo>
                    <a:pt x="10" y="12"/>
                  </a:lnTo>
                  <a:lnTo>
                    <a:pt x="6" y="1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7" name="Freeform 1076"/>
            <p:cNvSpPr>
              <a:spLocks/>
            </p:cNvSpPr>
            <p:nvPr/>
          </p:nvSpPr>
          <p:spPr bwMode="gray">
            <a:xfrm>
              <a:off x="1592568" y="4936828"/>
              <a:ext cx="292535" cy="238765"/>
            </a:xfrm>
            <a:custGeom>
              <a:avLst/>
              <a:gdLst>
                <a:gd name="T0" fmla="*/ 56 w 118"/>
                <a:gd name="T1" fmla="*/ 95 h 95"/>
                <a:gd name="T2" fmla="*/ 0 w 118"/>
                <a:gd name="T3" fmla="*/ 95 h 95"/>
                <a:gd name="T4" fmla="*/ 0 w 118"/>
                <a:gd name="T5" fmla="*/ 95 h 95"/>
                <a:gd name="T6" fmla="*/ 0 w 118"/>
                <a:gd name="T7" fmla="*/ 93 h 95"/>
                <a:gd name="T8" fmla="*/ 0 w 118"/>
                <a:gd name="T9" fmla="*/ 93 h 95"/>
                <a:gd name="T10" fmla="*/ 2 w 118"/>
                <a:gd name="T11" fmla="*/ 87 h 95"/>
                <a:gd name="T12" fmla="*/ 2 w 118"/>
                <a:gd name="T13" fmla="*/ 87 h 95"/>
                <a:gd name="T14" fmla="*/ 3 w 118"/>
                <a:gd name="T15" fmla="*/ 85 h 95"/>
                <a:gd name="T16" fmla="*/ 3 w 118"/>
                <a:gd name="T17" fmla="*/ 85 h 95"/>
                <a:gd name="T18" fmla="*/ 3 w 118"/>
                <a:gd name="T19" fmla="*/ 84 h 95"/>
                <a:gd name="T20" fmla="*/ 3 w 118"/>
                <a:gd name="T21" fmla="*/ 84 h 95"/>
                <a:gd name="T22" fmla="*/ 6 w 118"/>
                <a:gd name="T23" fmla="*/ 80 h 95"/>
                <a:gd name="T24" fmla="*/ 9 w 118"/>
                <a:gd name="T25" fmla="*/ 76 h 95"/>
                <a:gd name="T26" fmla="*/ 9 w 118"/>
                <a:gd name="T27" fmla="*/ 76 h 95"/>
                <a:gd name="T28" fmla="*/ 11 w 118"/>
                <a:gd name="T29" fmla="*/ 70 h 95"/>
                <a:gd name="T30" fmla="*/ 14 w 118"/>
                <a:gd name="T31" fmla="*/ 64 h 95"/>
                <a:gd name="T32" fmla="*/ 14 w 118"/>
                <a:gd name="T33" fmla="*/ 64 h 95"/>
                <a:gd name="T34" fmla="*/ 16 w 118"/>
                <a:gd name="T35" fmla="*/ 59 h 95"/>
                <a:gd name="T36" fmla="*/ 16 w 118"/>
                <a:gd name="T37" fmla="*/ 59 h 95"/>
                <a:gd name="T38" fmla="*/ 26 w 118"/>
                <a:gd name="T39" fmla="*/ 49 h 95"/>
                <a:gd name="T40" fmla="*/ 26 w 118"/>
                <a:gd name="T41" fmla="*/ 49 h 95"/>
                <a:gd name="T42" fmla="*/ 30 w 118"/>
                <a:gd name="T43" fmla="*/ 45 h 95"/>
                <a:gd name="T44" fmla="*/ 30 w 118"/>
                <a:gd name="T45" fmla="*/ 45 h 95"/>
                <a:gd name="T46" fmla="*/ 31 w 118"/>
                <a:gd name="T47" fmla="*/ 43 h 95"/>
                <a:gd name="T48" fmla="*/ 31 w 118"/>
                <a:gd name="T49" fmla="*/ 43 h 95"/>
                <a:gd name="T50" fmla="*/ 32 w 118"/>
                <a:gd name="T51" fmla="*/ 40 h 95"/>
                <a:gd name="T52" fmla="*/ 32 w 118"/>
                <a:gd name="T53" fmla="*/ 40 h 95"/>
                <a:gd name="T54" fmla="*/ 32 w 118"/>
                <a:gd name="T55" fmla="*/ 37 h 95"/>
                <a:gd name="T56" fmla="*/ 32 w 118"/>
                <a:gd name="T57" fmla="*/ 37 h 95"/>
                <a:gd name="T58" fmla="*/ 36 w 118"/>
                <a:gd name="T59" fmla="*/ 26 h 95"/>
                <a:gd name="T60" fmla="*/ 36 w 118"/>
                <a:gd name="T61" fmla="*/ 26 h 95"/>
                <a:gd name="T62" fmla="*/ 38 w 118"/>
                <a:gd name="T63" fmla="*/ 21 h 95"/>
                <a:gd name="T64" fmla="*/ 41 w 118"/>
                <a:gd name="T65" fmla="*/ 18 h 95"/>
                <a:gd name="T66" fmla="*/ 41 w 118"/>
                <a:gd name="T67" fmla="*/ 18 h 95"/>
                <a:gd name="T68" fmla="*/ 46 w 118"/>
                <a:gd name="T69" fmla="*/ 15 h 95"/>
                <a:gd name="T70" fmla="*/ 48 w 118"/>
                <a:gd name="T71" fmla="*/ 11 h 95"/>
                <a:gd name="T72" fmla="*/ 48 w 118"/>
                <a:gd name="T73" fmla="*/ 11 h 95"/>
                <a:gd name="T74" fmla="*/ 52 w 118"/>
                <a:gd name="T75" fmla="*/ 2 h 95"/>
                <a:gd name="T76" fmla="*/ 52 w 118"/>
                <a:gd name="T77" fmla="*/ 2 h 95"/>
                <a:gd name="T78" fmla="*/ 54 w 118"/>
                <a:gd name="T79" fmla="*/ 0 h 95"/>
                <a:gd name="T80" fmla="*/ 118 w 118"/>
                <a:gd name="T81" fmla="*/ 0 h 95"/>
                <a:gd name="T82" fmla="*/ 118 w 118"/>
                <a:gd name="T83" fmla="*/ 26 h 95"/>
                <a:gd name="T84" fmla="*/ 67 w 118"/>
                <a:gd name="T85" fmla="*/ 26 h 95"/>
                <a:gd name="T86" fmla="*/ 67 w 118"/>
                <a:gd name="T87" fmla="*/ 63 h 95"/>
                <a:gd name="T88" fmla="*/ 57 w 118"/>
                <a:gd name="T89" fmla="*/ 76 h 95"/>
                <a:gd name="T90" fmla="*/ 56 w 118"/>
                <a:gd name="T91" fmla="*/ 9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18" h="95">
                  <a:moveTo>
                    <a:pt x="56" y="95"/>
                  </a:moveTo>
                  <a:lnTo>
                    <a:pt x="0" y="95"/>
                  </a:lnTo>
                  <a:lnTo>
                    <a:pt x="0" y="95"/>
                  </a:lnTo>
                  <a:lnTo>
                    <a:pt x="0" y="93"/>
                  </a:lnTo>
                  <a:lnTo>
                    <a:pt x="0" y="93"/>
                  </a:lnTo>
                  <a:lnTo>
                    <a:pt x="2" y="87"/>
                  </a:lnTo>
                  <a:lnTo>
                    <a:pt x="2" y="87"/>
                  </a:lnTo>
                  <a:lnTo>
                    <a:pt x="3" y="85"/>
                  </a:lnTo>
                  <a:lnTo>
                    <a:pt x="3" y="85"/>
                  </a:lnTo>
                  <a:lnTo>
                    <a:pt x="3" y="84"/>
                  </a:lnTo>
                  <a:lnTo>
                    <a:pt x="3" y="84"/>
                  </a:lnTo>
                  <a:lnTo>
                    <a:pt x="6" y="80"/>
                  </a:lnTo>
                  <a:lnTo>
                    <a:pt x="9" y="76"/>
                  </a:lnTo>
                  <a:lnTo>
                    <a:pt x="9" y="76"/>
                  </a:lnTo>
                  <a:lnTo>
                    <a:pt x="11" y="70"/>
                  </a:lnTo>
                  <a:lnTo>
                    <a:pt x="14" y="64"/>
                  </a:lnTo>
                  <a:lnTo>
                    <a:pt x="14" y="64"/>
                  </a:lnTo>
                  <a:lnTo>
                    <a:pt x="16" y="59"/>
                  </a:lnTo>
                  <a:lnTo>
                    <a:pt x="16" y="59"/>
                  </a:lnTo>
                  <a:lnTo>
                    <a:pt x="26" y="49"/>
                  </a:lnTo>
                  <a:lnTo>
                    <a:pt x="26" y="49"/>
                  </a:lnTo>
                  <a:lnTo>
                    <a:pt x="30" y="45"/>
                  </a:lnTo>
                  <a:lnTo>
                    <a:pt x="30" y="45"/>
                  </a:lnTo>
                  <a:lnTo>
                    <a:pt x="31" y="43"/>
                  </a:lnTo>
                  <a:lnTo>
                    <a:pt x="31" y="43"/>
                  </a:lnTo>
                  <a:lnTo>
                    <a:pt x="32" y="40"/>
                  </a:lnTo>
                  <a:lnTo>
                    <a:pt x="32" y="40"/>
                  </a:lnTo>
                  <a:lnTo>
                    <a:pt x="32" y="37"/>
                  </a:lnTo>
                  <a:lnTo>
                    <a:pt x="32" y="37"/>
                  </a:lnTo>
                  <a:lnTo>
                    <a:pt x="36" y="26"/>
                  </a:lnTo>
                  <a:lnTo>
                    <a:pt x="36" y="26"/>
                  </a:lnTo>
                  <a:lnTo>
                    <a:pt x="38" y="21"/>
                  </a:lnTo>
                  <a:lnTo>
                    <a:pt x="41" y="18"/>
                  </a:lnTo>
                  <a:lnTo>
                    <a:pt x="41" y="18"/>
                  </a:lnTo>
                  <a:lnTo>
                    <a:pt x="46" y="15"/>
                  </a:lnTo>
                  <a:lnTo>
                    <a:pt x="48" y="11"/>
                  </a:lnTo>
                  <a:lnTo>
                    <a:pt x="48" y="11"/>
                  </a:lnTo>
                  <a:lnTo>
                    <a:pt x="52" y="2"/>
                  </a:lnTo>
                  <a:lnTo>
                    <a:pt x="52" y="2"/>
                  </a:lnTo>
                  <a:lnTo>
                    <a:pt x="54" y="0"/>
                  </a:lnTo>
                  <a:lnTo>
                    <a:pt x="118" y="0"/>
                  </a:lnTo>
                  <a:lnTo>
                    <a:pt x="118" y="26"/>
                  </a:lnTo>
                  <a:lnTo>
                    <a:pt x="67" y="26"/>
                  </a:lnTo>
                  <a:lnTo>
                    <a:pt x="67" y="63"/>
                  </a:lnTo>
                  <a:lnTo>
                    <a:pt x="57" y="76"/>
                  </a:lnTo>
                  <a:lnTo>
                    <a:pt x="56" y="9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8" name="Freeform 1078"/>
            <p:cNvSpPr>
              <a:spLocks/>
            </p:cNvSpPr>
            <p:nvPr/>
          </p:nvSpPr>
          <p:spPr bwMode="gray">
            <a:xfrm>
              <a:off x="1721481" y="4605070"/>
              <a:ext cx="418970" cy="331757"/>
            </a:xfrm>
            <a:custGeom>
              <a:avLst/>
              <a:gdLst>
                <a:gd name="T0" fmla="*/ 169 w 169"/>
                <a:gd name="T1" fmla="*/ 54 h 132"/>
                <a:gd name="T2" fmla="*/ 162 w 169"/>
                <a:gd name="T3" fmla="*/ 40 h 132"/>
                <a:gd name="T4" fmla="*/ 161 w 169"/>
                <a:gd name="T5" fmla="*/ 33 h 132"/>
                <a:gd name="T6" fmla="*/ 155 w 169"/>
                <a:gd name="T7" fmla="*/ 11 h 132"/>
                <a:gd name="T8" fmla="*/ 154 w 169"/>
                <a:gd name="T9" fmla="*/ 12 h 132"/>
                <a:gd name="T10" fmla="*/ 149 w 169"/>
                <a:gd name="T11" fmla="*/ 12 h 132"/>
                <a:gd name="T12" fmla="*/ 144 w 169"/>
                <a:gd name="T13" fmla="*/ 10 h 132"/>
                <a:gd name="T14" fmla="*/ 133 w 169"/>
                <a:gd name="T15" fmla="*/ 9 h 132"/>
                <a:gd name="T16" fmla="*/ 121 w 169"/>
                <a:gd name="T17" fmla="*/ 9 h 132"/>
                <a:gd name="T18" fmla="*/ 111 w 169"/>
                <a:gd name="T19" fmla="*/ 5 h 132"/>
                <a:gd name="T20" fmla="*/ 105 w 169"/>
                <a:gd name="T21" fmla="*/ 0 h 132"/>
                <a:gd name="T22" fmla="*/ 102 w 169"/>
                <a:gd name="T23" fmla="*/ 1 h 132"/>
                <a:gd name="T24" fmla="*/ 96 w 169"/>
                <a:gd name="T25" fmla="*/ 9 h 132"/>
                <a:gd name="T26" fmla="*/ 95 w 169"/>
                <a:gd name="T27" fmla="*/ 12 h 132"/>
                <a:gd name="T28" fmla="*/ 90 w 169"/>
                <a:gd name="T29" fmla="*/ 24 h 132"/>
                <a:gd name="T30" fmla="*/ 80 w 169"/>
                <a:gd name="T31" fmla="*/ 35 h 132"/>
                <a:gd name="T32" fmla="*/ 75 w 169"/>
                <a:gd name="T33" fmla="*/ 38 h 132"/>
                <a:gd name="T34" fmla="*/ 66 w 169"/>
                <a:gd name="T35" fmla="*/ 40 h 132"/>
                <a:gd name="T36" fmla="*/ 63 w 169"/>
                <a:gd name="T37" fmla="*/ 42 h 132"/>
                <a:gd name="T38" fmla="*/ 55 w 169"/>
                <a:gd name="T39" fmla="*/ 53 h 132"/>
                <a:gd name="T40" fmla="*/ 53 w 169"/>
                <a:gd name="T41" fmla="*/ 57 h 132"/>
                <a:gd name="T42" fmla="*/ 50 w 169"/>
                <a:gd name="T43" fmla="*/ 62 h 132"/>
                <a:gd name="T44" fmla="*/ 46 w 169"/>
                <a:gd name="T45" fmla="*/ 67 h 132"/>
                <a:gd name="T46" fmla="*/ 44 w 169"/>
                <a:gd name="T47" fmla="*/ 72 h 132"/>
                <a:gd name="T48" fmla="*/ 46 w 169"/>
                <a:gd name="T49" fmla="*/ 95 h 132"/>
                <a:gd name="T50" fmla="*/ 44 w 169"/>
                <a:gd name="T51" fmla="*/ 100 h 132"/>
                <a:gd name="T52" fmla="*/ 39 w 169"/>
                <a:gd name="T53" fmla="*/ 107 h 132"/>
                <a:gd name="T54" fmla="*/ 27 w 169"/>
                <a:gd name="T55" fmla="*/ 117 h 132"/>
                <a:gd name="T56" fmla="*/ 18 w 169"/>
                <a:gd name="T57" fmla="*/ 120 h 132"/>
                <a:gd name="T58" fmla="*/ 0 w 169"/>
                <a:gd name="T59" fmla="*/ 132 h 132"/>
                <a:gd name="T60" fmla="*/ 66 w 169"/>
                <a:gd name="T61" fmla="*/ 115 h 132"/>
                <a:gd name="T62" fmla="*/ 75 w 169"/>
                <a:gd name="T63" fmla="*/ 111 h 132"/>
                <a:gd name="T64" fmla="*/ 91 w 169"/>
                <a:gd name="T65" fmla="*/ 107 h 132"/>
                <a:gd name="T66" fmla="*/ 95 w 169"/>
                <a:gd name="T67" fmla="*/ 107 h 132"/>
                <a:gd name="T68" fmla="*/ 107 w 169"/>
                <a:gd name="T69" fmla="*/ 101 h 132"/>
                <a:gd name="T70" fmla="*/ 117 w 169"/>
                <a:gd name="T71" fmla="*/ 91 h 132"/>
                <a:gd name="T72" fmla="*/ 118 w 169"/>
                <a:gd name="T73" fmla="*/ 89 h 132"/>
                <a:gd name="T74" fmla="*/ 124 w 169"/>
                <a:gd name="T75" fmla="*/ 86 h 132"/>
                <a:gd name="T76" fmla="*/ 135 w 169"/>
                <a:gd name="T77" fmla="*/ 81 h 132"/>
                <a:gd name="T78" fmla="*/ 139 w 169"/>
                <a:gd name="T79" fmla="*/ 79 h 132"/>
                <a:gd name="T80" fmla="*/ 144 w 169"/>
                <a:gd name="T81" fmla="*/ 69 h 132"/>
                <a:gd name="T82" fmla="*/ 150 w 169"/>
                <a:gd name="T83" fmla="*/ 62 h 132"/>
                <a:gd name="T84" fmla="*/ 153 w 169"/>
                <a:gd name="T85" fmla="*/ 60 h 132"/>
                <a:gd name="T86" fmla="*/ 167 w 169"/>
                <a:gd name="T87" fmla="*/ 57 h 132"/>
                <a:gd name="T88" fmla="*/ 169 w 169"/>
                <a:gd name="T89" fmla="*/ 54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69" h="132">
                  <a:moveTo>
                    <a:pt x="169" y="54"/>
                  </a:moveTo>
                  <a:lnTo>
                    <a:pt x="169" y="54"/>
                  </a:lnTo>
                  <a:lnTo>
                    <a:pt x="164" y="46"/>
                  </a:lnTo>
                  <a:lnTo>
                    <a:pt x="162" y="40"/>
                  </a:lnTo>
                  <a:lnTo>
                    <a:pt x="161" y="33"/>
                  </a:lnTo>
                  <a:lnTo>
                    <a:pt x="161" y="33"/>
                  </a:lnTo>
                  <a:lnTo>
                    <a:pt x="160" y="24"/>
                  </a:lnTo>
                  <a:lnTo>
                    <a:pt x="155" y="11"/>
                  </a:lnTo>
                  <a:lnTo>
                    <a:pt x="154" y="12"/>
                  </a:lnTo>
                  <a:lnTo>
                    <a:pt x="154" y="12"/>
                  </a:lnTo>
                  <a:lnTo>
                    <a:pt x="151" y="12"/>
                  </a:lnTo>
                  <a:lnTo>
                    <a:pt x="149" y="12"/>
                  </a:lnTo>
                  <a:lnTo>
                    <a:pt x="144" y="10"/>
                  </a:lnTo>
                  <a:lnTo>
                    <a:pt x="144" y="10"/>
                  </a:lnTo>
                  <a:lnTo>
                    <a:pt x="140" y="9"/>
                  </a:lnTo>
                  <a:lnTo>
                    <a:pt x="133" y="9"/>
                  </a:lnTo>
                  <a:lnTo>
                    <a:pt x="121" y="9"/>
                  </a:lnTo>
                  <a:lnTo>
                    <a:pt x="121" y="9"/>
                  </a:lnTo>
                  <a:lnTo>
                    <a:pt x="116" y="7"/>
                  </a:lnTo>
                  <a:lnTo>
                    <a:pt x="111" y="5"/>
                  </a:lnTo>
                  <a:lnTo>
                    <a:pt x="107" y="1"/>
                  </a:lnTo>
                  <a:lnTo>
                    <a:pt x="105" y="0"/>
                  </a:lnTo>
                  <a:lnTo>
                    <a:pt x="105" y="0"/>
                  </a:lnTo>
                  <a:lnTo>
                    <a:pt x="102" y="1"/>
                  </a:lnTo>
                  <a:lnTo>
                    <a:pt x="100" y="4"/>
                  </a:lnTo>
                  <a:lnTo>
                    <a:pt x="96" y="9"/>
                  </a:lnTo>
                  <a:lnTo>
                    <a:pt x="95" y="12"/>
                  </a:lnTo>
                  <a:lnTo>
                    <a:pt x="95" y="12"/>
                  </a:lnTo>
                  <a:lnTo>
                    <a:pt x="92" y="17"/>
                  </a:lnTo>
                  <a:lnTo>
                    <a:pt x="90" y="24"/>
                  </a:lnTo>
                  <a:lnTo>
                    <a:pt x="85" y="30"/>
                  </a:lnTo>
                  <a:lnTo>
                    <a:pt x="80" y="35"/>
                  </a:lnTo>
                  <a:lnTo>
                    <a:pt x="80" y="35"/>
                  </a:lnTo>
                  <a:lnTo>
                    <a:pt x="75" y="38"/>
                  </a:lnTo>
                  <a:lnTo>
                    <a:pt x="70" y="40"/>
                  </a:lnTo>
                  <a:lnTo>
                    <a:pt x="66" y="40"/>
                  </a:lnTo>
                  <a:lnTo>
                    <a:pt x="63" y="42"/>
                  </a:lnTo>
                  <a:lnTo>
                    <a:pt x="63" y="42"/>
                  </a:lnTo>
                  <a:lnTo>
                    <a:pt x="58" y="48"/>
                  </a:lnTo>
                  <a:lnTo>
                    <a:pt x="55" y="53"/>
                  </a:lnTo>
                  <a:lnTo>
                    <a:pt x="53" y="57"/>
                  </a:lnTo>
                  <a:lnTo>
                    <a:pt x="53" y="57"/>
                  </a:lnTo>
                  <a:lnTo>
                    <a:pt x="52" y="60"/>
                  </a:lnTo>
                  <a:lnTo>
                    <a:pt x="50" y="62"/>
                  </a:lnTo>
                  <a:lnTo>
                    <a:pt x="48" y="64"/>
                  </a:lnTo>
                  <a:lnTo>
                    <a:pt x="46" y="67"/>
                  </a:lnTo>
                  <a:lnTo>
                    <a:pt x="46" y="67"/>
                  </a:lnTo>
                  <a:lnTo>
                    <a:pt x="44" y="72"/>
                  </a:lnTo>
                  <a:lnTo>
                    <a:pt x="44" y="78"/>
                  </a:lnTo>
                  <a:lnTo>
                    <a:pt x="46" y="95"/>
                  </a:lnTo>
                  <a:lnTo>
                    <a:pt x="46" y="95"/>
                  </a:lnTo>
                  <a:lnTo>
                    <a:pt x="44" y="100"/>
                  </a:lnTo>
                  <a:lnTo>
                    <a:pt x="43" y="104"/>
                  </a:lnTo>
                  <a:lnTo>
                    <a:pt x="39" y="107"/>
                  </a:lnTo>
                  <a:lnTo>
                    <a:pt x="36" y="111"/>
                  </a:lnTo>
                  <a:lnTo>
                    <a:pt x="27" y="117"/>
                  </a:lnTo>
                  <a:lnTo>
                    <a:pt x="18" y="120"/>
                  </a:lnTo>
                  <a:lnTo>
                    <a:pt x="18" y="120"/>
                  </a:lnTo>
                  <a:lnTo>
                    <a:pt x="9" y="126"/>
                  </a:lnTo>
                  <a:lnTo>
                    <a:pt x="0" y="132"/>
                  </a:lnTo>
                  <a:lnTo>
                    <a:pt x="66" y="132"/>
                  </a:lnTo>
                  <a:lnTo>
                    <a:pt x="66" y="115"/>
                  </a:lnTo>
                  <a:lnTo>
                    <a:pt x="66" y="115"/>
                  </a:lnTo>
                  <a:lnTo>
                    <a:pt x="75" y="111"/>
                  </a:lnTo>
                  <a:lnTo>
                    <a:pt x="82" y="108"/>
                  </a:lnTo>
                  <a:lnTo>
                    <a:pt x="91" y="107"/>
                  </a:lnTo>
                  <a:lnTo>
                    <a:pt x="91" y="107"/>
                  </a:lnTo>
                  <a:lnTo>
                    <a:pt x="95" y="107"/>
                  </a:lnTo>
                  <a:lnTo>
                    <a:pt x="100" y="106"/>
                  </a:lnTo>
                  <a:lnTo>
                    <a:pt x="107" y="101"/>
                  </a:lnTo>
                  <a:lnTo>
                    <a:pt x="113" y="96"/>
                  </a:lnTo>
                  <a:lnTo>
                    <a:pt x="117" y="91"/>
                  </a:lnTo>
                  <a:lnTo>
                    <a:pt x="117" y="91"/>
                  </a:lnTo>
                  <a:lnTo>
                    <a:pt x="118" y="89"/>
                  </a:lnTo>
                  <a:lnTo>
                    <a:pt x="119" y="88"/>
                  </a:lnTo>
                  <a:lnTo>
                    <a:pt x="124" y="86"/>
                  </a:lnTo>
                  <a:lnTo>
                    <a:pt x="129" y="85"/>
                  </a:lnTo>
                  <a:lnTo>
                    <a:pt x="135" y="81"/>
                  </a:lnTo>
                  <a:lnTo>
                    <a:pt x="135" y="81"/>
                  </a:lnTo>
                  <a:lnTo>
                    <a:pt x="139" y="79"/>
                  </a:lnTo>
                  <a:lnTo>
                    <a:pt x="140" y="75"/>
                  </a:lnTo>
                  <a:lnTo>
                    <a:pt x="144" y="69"/>
                  </a:lnTo>
                  <a:lnTo>
                    <a:pt x="148" y="63"/>
                  </a:lnTo>
                  <a:lnTo>
                    <a:pt x="150" y="62"/>
                  </a:lnTo>
                  <a:lnTo>
                    <a:pt x="153" y="60"/>
                  </a:lnTo>
                  <a:lnTo>
                    <a:pt x="153" y="60"/>
                  </a:lnTo>
                  <a:lnTo>
                    <a:pt x="164" y="58"/>
                  </a:lnTo>
                  <a:lnTo>
                    <a:pt x="167" y="57"/>
                  </a:lnTo>
                  <a:lnTo>
                    <a:pt x="169" y="56"/>
                  </a:lnTo>
                  <a:lnTo>
                    <a:pt x="169" y="5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89" name="Freeform 1080"/>
            <p:cNvSpPr>
              <a:spLocks/>
            </p:cNvSpPr>
            <p:nvPr/>
          </p:nvSpPr>
          <p:spPr bwMode="gray">
            <a:xfrm>
              <a:off x="2234656" y="3853592"/>
              <a:ext cx="146267" cy="108072"/>
            </a:xfrm>
            <a:custGeom>
              <a:avLst/>
              <a:gdLst>
                <a:gd name="T0" fmla="*/ 37 w 59"/>
                <a:gd name="T1" fmla="*/ 41 h 43"/>
                <a:gd name="T2" fmla="*/ 37 w 59"/>
                <a:gd name="T3" fmla="*/ 41 h 43"/>
                <a:gd name="T4" fmla="*/ 43 w 59"/>
                <a:gd name="T5" fmla="*/ 43 h 43"/>
                <a:gd name="T6" fmla="*/ 50 w 59"/>
                <a:gd name="T7" fmla="*/ 43 h 43"/>
                <a:gd name="T8" fmla="*/ 50 w 59"/>
                <a:gd name="T9" fmla="*/ 43 h 43"/>
                <a:gd name="T10" fmla="*/ 50 w 59"/>
                <a:gd name="T11" fmla="*/ 43 h 43"/>
                <a:gd name="T12" fmla="*/ 48 w 59"/>
                <a:gd name="T13" fmla="*/ 41 h 43"/>
                <a:gd name="T14" fmla="*/ 48 w 59"/>
                <a:gd name="T15" fmla="*/ 39 h 43"/>
                <a:gd name="T16" fmla="*/ 52 w 59"/>
                <a:gd name="T17" fmla="*/ 36 h 43"/>
                <a:gd name="T18" fmla="*/ 56 w 59"/>
                <a:gd name="T19" fmla="*/ 31 h 43"/>
                <a:gd name="T20" fmla="*/ 58 w 59"/>
                <a:gd name="T21" fmla="*/ 27 h 43"/>
                <a:gd name="T22" fmla="*/ 59 w 59"/>
                <a:gd name="T23" fmla="*/ 25 h 43"/>
                <a:gd name="T24" fmla="*/ 59 w 59"/>
                <a:gd name="T25" fmla="*/ 25 h 43"/>
                <a:gd name="T26" fmla="*/ 58 w 59"/>
                <a:gd name="T27" fmla="*/ 18 h 43"/>
                <a:gd name="T28" fmla="*/ 55 w 59"/>
                <a:gd name="T29" fmla="*/ 12 h 43"/>
                <a:gd name="T30" fmla="*/ 48 w 59"/>
                <a:gd name="T31" fmla="*/ 5 h 43"/>
                <a:gd name="T32" fmla="*/ 48 w 59"/>
                <a:gd name="T33" fmla="*/ 5 h 43"/>
                <a:gd name="T34" fmla="*/ 44 w 59"/>
                <a:gd name="T35" fmla="*/ 2 h 43"/>
                <a:gd name="T36" fmla="*/ 39 w 59"/>
                <a:gd name="T37" fmla="*/ 2 h 43"/>
                <a:gd name="T38" fmla="*/ 31 w 59"/>
                <a:gd name="T39" fmla="*/ 4 h 43"/>
                <a:gd name="T40" fmla="*/ 31 w 59"/>
                <a:gd name="T41" fmla="*/ 4 h 43"/>
                <a:gd name="T42" fmla="*/ 26 w 59"/>
                <a:gd name="T43" fmla="*/ 4 h 43"/>
                <a:gd name="T44" fmla="*/ 21 w 59"/>
                <a:gd name="T45" fmla="*/ 0 h 43"/>
                <a:gd name="T46" fmla="*/ 21 w 59"/>
                <a:gd name="T47" fmla="*/ 0 h 43"/>
                <a:gd name="T48" fmla="*/ 16 w 59"/>
                <a:gd name="T49" fmla="*/ 2 h 43"/>
                <a:gd name="T50" fmla="*/ 12 w 59"/>
                <a:gd name="T51" fmla="*/ 4 h 43"/>
                <a:gd name="T52" fmla="*/ 12 w 59"/>
                <a:gd name="T53" fmla="*/ 4 h 43"/>
                <a:gd name="T54" fmla="*/ 4 w 59"/>
                <a:gd name="T55" fmla="*/ 4 h 43"/>
                <a:gd name="T56" fmla="*/ 4 w 59"/>
                <a:gd name="T57" fmla="*/ 4 h 43"/>
                <a:gd name="T58" fmla="*/ 0 w 59"/>
                <a:gd name="T59" fmla="*/ 4 h 43"/>
                <a:gd name="T60" fmla="*/ 0 w 59"/>
                <a:gd name="T61" fmla="*/ 4 h 43"/>
                <a:gd name="T62" fmla="*/ 20 w 59"/>
                <a:gd name="T63" fmla="*/ 26 h 43"/>
                <a:gd name="T64" fmla="*/ 29 w 59"/>
                <a:gd name="T65" fmla="*/ 34 h 43"/>
                <a:gd name="T66" fmla="*/ 37 w 59"/>
                <a:gd name="T67" fmla="*/ 4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9" h="43">
                  <a:moveTo>
                    <a:pt x="37" y="41"/>
                  </a:moveTo>
                  <a:lnTo>
                    <a:pt x="37" y="41"/>
                  </a:lnTo>
                  <a:lnTo>
                    <a:pt x="43" y="43"/>
                  </a:lnTo>
                  <a:lnTo>
                    <a:pt x="50" y="43"/>
                  </a:lnTo>
                  <a:lnTo>
                    <a:pt x="50" y="43"/>
                  </a:lnTo>
                  <a:lnTo>
                    <a:pt x="50" y="43"/>
                  </a:lnTo>
                  <a:lnTo>
                    <a:pt x="48" y="41"/>
                  </a:lnTo>
                  <a:lnTo>
                    <a:pt x="48" y="39"/>
                  </a:lnTo>
                  <a:lnTo>
                    <a:pt x="52" y="36"/>
                  </a:lnTo>
                  <a:lnTo>
                    <a:pt x="56" y="31"/>
                  </a:lnTo>
                  <a:lnTo>
                    <a:pt x="58" y="27"/>
                  </a:lnTo>
                  <a:lnTo>
                    <a:pt x="59" y="25"/>
                  </a:lnTo>
                  <a:lnTo>
                    <a:pt x="59" y="25"/>
                  </a:lnTo>
                  <a:lnTo>
                    <a:pt x="58" y="18"/>
                  </a:lnTo>
                  <a:lnTo>
                    <a:pt x="55" y="12"/>
                  </a:lnTo>
                  <a:lnTo>
                    <a:pt x="48" y="5"/>
                  </a:lnTo>
                  <a:lnTo>
                    <a:pt x="48" y="5"/>
                  </a:lnTo>
                  <a:lnTo>
                    <a:pt x="44" y="2"/>
                  </a:lnTo>
                  <a:lnTo>
                    <a:pt x="39" y="2"/>
                  </a:lnTo>
                  <a:lnTo>
                    <a:pt x="31" y="4"/>
                  </a:lnTo>
                  <a:lnTo>
                    <a:pt x="31" y="4"/>
                  </a:lnTo>
                  <a:lnTo>
                    <a:pt x="26" y="4"/>
                  </a:lnTo>
                  <a:lnTo>
                    <a:pt x="21" y="0"/>
                  </a:lnTo>
                  <a:lnTo>
                    <a:pt x="21" y="0"/>
                  </a:lnTo>
                  <a:lnTo>
                    <a:pt x="16" y="2"/>
                  </a:lnTo>
                  <a:lnTo>
                    <a:pt x="12" y="4"/>
                  </a:lnTo>
                  <a:lnTo>
                    <a:pt x="12" y="4"/>
                  </a:lnTo>
                  <a:lnTo>
                    <a:pt x="4" y="4"/>
                  </a:lnTo>
                  <a:lnTo>
                    <a:pt x="4" y="4"/>
                  </a:lnTo>
                  <a:lnTo>
                    <a:pt x="0" y="4"/>
                  </a:lnTo>
                  <a:lnTo>
                    <a:pt x="0" y="4"/>
                  </a:lnTo>
                  <a:lnTo>
                    <a:pt x="20" y="26"/>
                  </a:lnTo>
                  <a:lnTo>
                    <a:pt x="29" y="34"/>
                  </a:lnTo>
                  <a:lnTo>
                    <a:pt x="37" y="4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0" name="Freeform 1098"/>
            <p:cNvSpPr>
              <a:spLocks/>
            </p:cNvSpPr>
            <p:nvPr/>
          </p:nvSpPr>
          <p:spPr bwMode="gray">
            <a:xfrm>
              <a:off x="2363571" y="3662580"/>
              <a:ext cx="299973" cy="414695"/>
            </a:xfrm>
            <a:custGeom>
              <a:avLst/>
              <a:gdLst>
                <a:gd name="T0" fmla="*/ 118 w 121"/>
                <a:gd name="T1" fmla="*/ 83 h 165"/>
                <a:gd name="T2" fmla="*/ 121 w 121"/>
                <a:gd name="T3" fmla="*/ 77 h 165"/>
                <a:gd name="T4" fmla="*/ 115 w 121"/>
                <a:gd name="T5" fmla="*/ 48 h 165"/>
                <a:gd name="T6" fmla="*/ 114 w 121"/>
                <a:gd name="T7" fmla="*/ 35 h 165"/>
                <a:gd name="T8" fmla="*/ 112 w 121"/>
                <a:gd name="T9" fmla="*/ 18 h 165"/>
                <a:gd name="T10" fmla="*/ 109 w 121"/>
                <a:gd name="T11" fmla="*/ 17 h 165"/>
                <a:gd name="T12" fmla="*/ 105 w 121"/>
                <a:gd name="T13" fmla="*/ 8 h 165"/>
                <a:gd name="T14" fmla="*/ 100 w 121"/>
                <a:gd name="T15" fmla="*/ 14 h 165"/>
                <a:gd name="T16" fmla="*/ 99 w 121"/>
                <a:gd name="T17" fmla="*/ 16 h 165"/>
                <a:gd name="T18" fmla="*/ 91 w 121"/>
                <a:gd name="T19" fmla="*/ 9 h 165"/>
                <a:gd name="T20" fmla="*/ 82 w 121"/>
                <a:gd name="T21" fmla="*/ 13 h 165"/>
                <a:gd name="T22" fmla="*/ 73 w 121"/>
                <a:gd name="T23" fmla="*/ 18 h 165"/>
                <a:gd name="T24" fmla="*/ 71 w 121"/>
                <a:gd name="T25" fmla="*/ 16 h 165"/>
                <a:gd name="T26" fmla="*/ 71 w 121"/>
                <a:gd name="T27" fmla="*/ 9 h 165"/>
                <a:gd name="T28" fmla="*/ 65 w 121"/>
                <a:gd name="T29" fmla="*/ 11 h 165"/>
                <a:gd name="T30" fmla="*/ 57 w 121"/>
                <a:gd name="T31" fmla="*/ 14 h 165"/>
                <a:gd name="T32" fmla="*/ 56 w 121"/>
                <a:gd name="T33" fmla="*/ 7 h 165"/>
                <a:gd name="T34" fmla="*/ 56 w 121"/>
                <a:gd name="T35" fmla="*/ 4 h 165"/>
                <a:gd name="T36" fmla="*/ 34 w 121"/>
                <a:gd name="T37" fmla="*/ 0 h 165"/>
                <a:gd name="T38" fmla="*/ 38 w 121"/>
                <a:gd name="T39" fmla="*/ 19 h 165"/>
                <a:gd name="T40" fmla="*/ 34 w 121"/>
                <a:gd name="T41" fmla="*/ 29 h 165"/>
                <a:gd name="T42" fmla="*/ 30 w 121"/>
                <a:gd name="T43" fmla="*/ 29 h 165"/>
                <a:gd name="T44" fmla="*/ 19 w 121"/>
                <a:gd name="T45" fmla="*/ 24 h 165"/>
                <a:gd name="T46" fmla="*/ 13 w 121"/>
                <a:gd name="T47" fmla="*/ 30 h 165"/>
                <a:gd name="T48" fmla="*/ 16 w 121"/>
                <a:gd name="T49" fmla="*/ 46 h 165"/>
                <a:gd name="T50" fmla="*/ 13 w 121"/>
                <a:gd name="T51" fmla="*/ 55 h 165"/>
                <a:gd name="T52" fmla="*/ 9 w 121"/>
                <a:gd name="T53" fmla="*/ 64 h 165"/>
                <a:gd name="T54" fmla="*/ 4 w 121"/>
                <a:gd name="T55" fmla="*/ 67 h 165"/>
                <a:gd name="T56" fmla="*/ 3 w 121"/>
                <a:gd name="T57" fmla="*/ 76 h 165"/>
                <a:gd name="T58" fmla="*/ 0 w 121"/>
                <a:gd name="T59" fmla="*/ 85 h 165"/>
                <a:gd name="T60" fmla="*/ 6 w 121"/>
                <a:gd name="T61" fmla="*/ 96 h 165"/>
                <a:gd name="T62" fmla="*/ 6 w 121"/>
                <a:gd name="T63" fmla="*/ 103 h 165"/>
                <a:gd name="T64" fmla="*/ 6 w 121"/>
                <a:gd name="T65" fmla="*/ 113 h 165"/>
                <a:gd name="T66" fmla="*/ 9 w 121"/>
                <a:gd name="T67" fmla="*/ 121 h 165"/>
                <a:gd name="T68" fmla="*/ 22 w 121"/>
                <a:gd name="T69" fmla="*/ 126 h 165"/>
                <a:gd name="T70" fmla="*/ 29 w 121"/>
                <a:gd name="T71" fmla="*/ 129 h 165"/>
                <a:gd name="T72" fmla="*/ 27 w 121"/>
                <a:gd name="T73" fmla="*/ 141 h 165"/>
                <a:gd name="T74" fmla="*/ 23 w 121"/>
                <a:gd name="T75" fmla="*/ 155 h 165"/>
                <a:gd name="T76" fmla="*/ 39 w 121"/>
                <a:gd name="T77" fmla="*/ 161 h 165"/>
                <a:gd name="T78" fmla="*/ 60 w 121"/>
                <a:gd name="T79" fmla="*/ 161 h 165"/>
                <a:gd name="T80" fmla="*/ 84 w 121"/>
                <a:gd name="T81" fmla="*/ 157 h 165"/>
                <a:gd name="T82" fmla="*/ 98 w 121"/>
                <a:gd name="T83" fmla="*/ 152 h 165"/>
                <a:gd name="T84" fmla="*/ 104 w 121"/>
                <a:gd name="T85" fmla="*/ 141 h 165"/>
                <a:gd name="T86" fmla="*/ 113 w 121"/>
                <a:gd name="T87" fmla="*/ 131 h 165"/>
                <a:gd name="T88" fmla="*/ 99 w 121"/>
                <a:gd name="T89" fmla="*/ 123 h 165"/>
                <a:gd name="T90" fmla="*/ 87 w 121"/>
                <a:gd name="T91" fmla="*/ 108 h 165"/>
                <a:gd name="T92" fmla="*/ 87 w 121"/>
                <a:gd name="T93" fmla="*/ 105 h 165"/>
                <a:gd name="T94" fmla="*/ 103 w 121"/>
                <a:gd name="T95" fmla="*/ 9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1" h="165">
                  <a:moveTo>
                    <a:pt x="109" y="89"/>
                  </a:moveTo>
                  <a:lnTo>
                    <a:pt x="109" y="89"/>
                  </a:lnTo>
                  <a:lnTo>
                    <a:pt x="118" y="83"/>
                  </a:lnTo>
                  <a:lnTo>
                    <a:pt x="120" y="80"/>
                  </a:lnTo>
                  <a:lnTo>
                    <a:pt x="121" y="77"/>
                  </a:lnTo>
                  <a:lnTo>
                    <a:pt x="121" y="77"/>
                  </a:lnTo>
                  <a:lnTo>
                    <a:pt x="120" y="62"/>
                  </a:lnTo>
                  <a:lnTo>
                    <a:pt x="119" y="54"/>
                  </a:lnTo>
                  <a:lnTo>
                    <a:pt x="115" y="48"/>
                  </a:lnTo>
                  <a:lnTo>
                    <a:pt x="115" y="48"/>
                  </a:lnTo>
                  <a:lnTo>
                    <a:pt x="114" y="43"/>
                  </a:lnTo>
                  <a:lnTo>
                    <a:pt x="114" y="35"/>
                  </a:lnTo>
                  <a:lnTo>
                    <a:pt x="114" y="18"/>
                  </a:lnTo>
                  <a:lnTo>
                    <a:pt x="114" y="18"/>
                  </a:lnTo>
                  <a:lnTo>
                    <a:pt x="112" y="18"/>
                  </a:lnTo>
                  <a:lnTo>
                    <a:pt x="112" y="18"/>
                  </a:lnTo>
                  <a:lnTo>
                    <a:pt x="110" y="18"/>
                  </a:lnTo>
                  <a:lnTo>
                    <a:pt x="109" y="17"/>
                  </a:lnTo>
                  <a:lnTo>
                    <a:pt x="107" y="14"/>
                  </a:lnTo>
                  <a:lnTo>
                    <a:pt x="105" y="8"/>
                  </a:lnTo>
                  <a:lnTo>
                    <a:pt x="105" y="8"/>
                  </a:lnTo>
                  <a:lnTo>
                    <a:pt x="105" y="8"/>
                  </a:lnTo>
                  <a:lnTo>
                    <a:pt x="104" y="11"/>
                  </a:lnTo>
                  <a:lnTo>
                    <a:pt x="100" y="14"/>
                  </a:lnTo>
                  <a:lnTo>
                    <a:pt x="100" y="14"/>
                  </a:lnTo>
                  <a:lnTo>
                    <a:pt x="99" y="16"/>
                  </a:lnTo>
                  <a:lnTo>
                    <a:pt x="99" y="16"/>
                  </a:lnTo>
                  <a:lnTo>
                    <a:pt x="97" y="13"/>
                  </a:lnTo>
                  <a:lnTo>
                    <a:pt x="94" y="11"/>
                  </a:lnTo>
                  <a:lnTo>
                    <a:pt x="91" y="9"/>
                  </a:lnTo>
                  <a:lnTo>
                    <a:pt x="91" y="9"/>
                  </a:lnTo>
                  <a:lnTo>
                    <a:pt x="86" y="11"/>
                  </a:lnTo>
                  <a:lnTo>
                    <a:pt x="82" y="13"/>
                  </a:lnTo>
                  <a:lnTo>
                    <a:pt x="77" y="17"/>
                  </a:lnTo>
                  <a:lnTo>
                    <a:pt x="73" y="18"/>
                  </a:lnTo>
                  <a:lnTo>
                    <a:pt x="73" y="18"/>
                  </a:lnTo>
                  <a:lnTo>
                    <a:pt x="72" y="18"/>
                  </a:lnTo>
                  <a:lnTo>
                    <a:pt x="71" y="18"/>
                  </a:lnTo>
                  <a:lnTo>
                    <a:pt x="71" y="16"/>
                  </a:lnTo>
                  <a:lnTo>
                    <a:pt x="72" y="12"/>
                  </a:lnTo>
                  <a:lnTo>
                    <a:pt x="71" y="9"/>
                  </a:lnTo>
                  <a:lnTo>
                    <a:pt x="71" y="9"/>
                  </a:lnTo>
                  <a:lnTo>
                    <a:pt x="71" y="9"/>
                  </a:lnTo>
                  <a:lnTo>
                    <a:pt x="68" y="9"/>
                  </a:lnTo>
                  <a:lnTo>
                    <a:pt x="65" y="11"/>
                  </a:lnTo>
                  <a:lnTo>
                    <a:pt x="60" y="13"/>
                  </a:lnTo>
                  <a:lnTo>
                    <a:pt x="57" y="14"/>
                  </a:lnTo>
                  <a:lnTo>
                    <a:pt x="57" y="14"/>
                  </a:lnTo>
                  <a:lnTo>
                    <a:pt x="55" y="11"/>
                  </a:lnTo>
                  <a:lnTo>
                    <a:pt x="55" y="8"/>
                  </a:lnTo>
                  <a:lnTo>
                    <a:pt x="56" y="7"/>
                  </a:lnTo>
                  <a:lnTo>
                    <a:pt x="56" y="7"/>
                  </a:lnTo>
                  <a:lnTo>
                    <a:pt x="56" y="6"/>
                  </a:lnTo>
                  <a:lnTo>
                    <a:pt x="56" y="4"/>
                  </a:lnTo>
                  <a:lnTo>
                    <a:pt x="54" y="0"/>
                  </a:lnTo>
                  <a:lnTo>
                    <a:pt x="34" y="0"/>
                  </a:lnTo>
                  <a:lnTo>
                    <a:pt x="34" y="0"/>
                  </a:lnTo>
                  <a:lnTo>
                    <a:pt x="36" y="11"/>
                  </a:lnTo>
                  <a:lnTo>
                    <a:pt x="38" y="19"/>
                  </a:lnTo>
                  <a:lnTo>
                    <a:pt x="38" y="19"/>
                  </a:lnTo>
                  <a:lnTo>
                    <a:pt x="38" y="24"/>
                  </a:lnTo>
                  <a:lnTo>
                    <a:pt x="35" y="27"/>
                  </a:lnTo>
                  <a:lnTo>
                    <a:pt x="34" y="29"/>
                  </a:lnTo>
                  <a:lnTo>
                    <a:pt x="34" y="29"/>
                  </a:lnTo>
                  <a:lnTo>
                    <a:pt x="33" y="29"/>
                  </a:lnTo>
                  <a:lnTo>
                    <a:pt x="30" y="29"/>
                  </a:lnTo>
                  <a:lnTo>
                    <a:pt x="25" y="27"/>
                  </a:lnTo>
                  <a:lnTo>
                    <a:pt x="20" y="24"/>
                  </a:lnTo>
                  <a:lnTo>
                    <a:pt x="19" y="24"/>
                  </a:lnTo>
                  <a:lnTo>
                    <a:pt x="17" y="25"/>
                  </a:lnTo>
                  <a:lnTo>
                    <a:pt x="17" y="25"/>
                  </a:lnTo>
                  <a:lnTo>
                    <a:pt x="13" y="30"/>
                  </a:lnTo>
                  <a:lnTo>
                    <a:pt x="13" y="30"/>
                  </a:lnTo>
                  <a:lnTo>
                    <a:pt x="14" y="39"/>
                  </a:lnTo>
                  <a:lnTo>
                    <a:pt x="16" y="46"/>
                  </a:lnTo>
                  <a:lnTo>
                    <a:pt x="14" y="51"/>
                  </a:lnTo>
                  <a:lnTo>
                    <a:pt x="13" y="55"/>
                  </a:lnTo>
                  <a:lnTo>
                    <a:pt x="13" y="55"/>
                  </a:lnTo>
                  <a:lnTo>
                    <a:pt x="12" y="57"/>
                  </a:lnTo>
                  <a:lnTo>
                    <a:pt x="11" y="61"/>
                  </a:lnTo>
                  <a:lnTo>
                    <a:pt x="9" y="64"/>
                  </a:lnTo>
                  <a:lnTo>
                    <a:pt x="7" y="65"/>
                  </a:lnTo>
                  <a:lnTo>
                    <a:pt x="7" y="65"/>
                  </a:lnTo>
                  <a:lnTo>
                    <a:pt x="4" y="67"/>
                  </a:lnTo>
                  <a:lnTo>
                    <a:pt x="3" y="70"/>
                  </a:lnTo>
                  <a:lnTo>
                    <a:pt x="3" y="73"/>
                  </a:lnTo>
                  <a:lnTo>
                    <a:pt x="3" y="76"/>
                  </a:lnTo>
                  <a:lnTo>
                    <a:pt x="3" y="76"/>
                  </a:lnTo>
                  <a:lnTo>
                    <a:pt x="2" y="81"/>
                  </a:lnTo>
                  <a:lnTo>
                    <a:pt x="0" y="85"/>
                  </a:lnTo>
                  <a:lnTo>
                    <a:pt x="0" y="85"/>
                  </a:lnTo>
                  <a:lnTo>
                    <a:pt x="4" y="92"/>
                  </a:lnTo>
                  <a:lnTo>
                    <a:pt x="6" y="96"/>
                  </a:lnTo>
                  <a:lnTo>
                    <a:pt x="7" y="101"/>
                  </a:lnTo>
                  <a:lnTo>
                    <a:pt x="7" y="101"/>
                  </a:lnTo>
                  <a:lnTo>
                    <a:pt x="6" y="103"/>
                  </a:lnTo>
                  <a:lnTo>
                    <a:pt x="3" y="107"/>
                  </a:lnTo>
                  <a:lnTo>
                    <a:pt x="3" y="107"/>
                  </a:lnTo>
                  <a:lnTo>
                    <a:pt x="6" y="113"/>
                  </a:lnTo>
                  <a:lnTo>
                    <a:pt x="4" y="120"/>
                  </a:lnTo>
                  <a:lnTo>
                    <a:pt x="4" y="120"/>
                  </a:lnTo>
                  <a:lnTo>
                    <a:pt x="9" y="121"/>
                  </a:lnTo>
                  <a:lnTo>
                    <a:pt x="13" y="123"/>
                  </a:lnTo>
                  <a:lnTo>
                    <a:pt x="13" y="123"/>
                  </a:lnTo>
                  <a:lnTo>
                    <a:pt x="22" y="126"/>
                  </a:lnTo>
                  <a:lnTo>
                    <a:pt x="25" y="128"/>
                  </a:lnTo>
                  <a:lnTo>
                    <a:pt x="29" y="129"/>
                  </a:lnTo>
                  <a:lnTo>
                    <a:pt x="29" y="129"/>
                  </a:lnTo>
                  <a:lnTo>
                    <a:pt x="29" y="131"/>
                  </a:lnTo>
                  <a:lnTo>
                    <a:pt x="29" y="134"/>
                  </a:lnTo>
                  <a:lnTo>
                    <a:pt x="27" y="141"/>
                  </a:lnTo>
                  <a:lnTo>
                    <a:pt x="24" y="150"/>
                  </a:lnTo>
                  <a:lnTo>
                    <a:pt x="23" y="155"/>
                  </a:lnTo>
                  <a:lnTo>
                    <a:pt x="23" y="155"/>
                  </a:lnTo>
                  <a:lnTo>
                    <a:pt x="22" y="158"/>
                  </a:lnTo>
                  <a:lnTo>
                    <a:pt x="22" y="158"/>
                  </a:lnTo>
                  <a:lnTo>
                    <a:pt x="39" y="161"/>
                  </a:lnTo>
                  <a:lnTo>
                    <a:pt x="52" y="165"/>
                  </a:lnTo>
                  <a:lnTo>
                    <a:pt x="52" y="165"/>
                  </a:lnTo>
                  <a:lnTo>
                    <a:pt x="60" y="161"/>
                  </a:lnTo>
                  <a:lnTo>
                    <a:pt x="67" y="160"/>
                  </a:lnTo>
                  <a:lnTo>
                    <a:pt x="67" y="160"/>
                  </a:lnTo>
                  <a:lnTo>
                    <a:pt x="84" y="157"/>
                  </a:lnTo>
                  <a:lnTo>
                    <a:pt x="93" y="155"/>
                  </a:lnTo>
                  <a:lnTo>
                    <a:pt x="98" y="152"/>
                  </a:lnTo>
                  <a:lnTo>
                    <a:pt x="98" y="152"/>
                  </a:lnTo>
                  <a:lnTo>
                    <a:pt x="99" y="147"/>
                  </a:lnTo>
                  <a:lnTo>
                    <a:pt x="102" y="144"/>
                  </a:lnTo>
                  <a:lnTo>
                    <a:pt x="104" y="141"/>
                  </a:lnTo>
                  <a:lnTo>
                    <a:pt x="104" y="141"/>
                  </a:lnTo>
                  <a:lnTo>
                    <a:pt x="109" y="137"/>
                  </a:lnTo>
                  <a:lnTo>
                    <a:pt x="113" y="131"/>
                  </a:lnTo>
                  <a:lnTo>
                    <a:pt x="113" y="131"/>
                  </a:lnTo>
                  <a:lnTo>
                    <a:pt x="105" y="128"/>
                  </a:lnTo>
                  <a:lnTo>
                    <a:pt x="99" y="123"/>
                  </a:lnTo>
                  <a:lnTo>
                    <a:pt x="99" y="123"/>
                  </a:lnTo>
                  <a:lnTo>
                    <a:pt x="89" y="113"/>
                  </a:lnTo>
                  <a:lnTo>
                    <a:pt x="87" y="108"/>
                  </a:lnTo>
                  <a:lnTo>
                    <a:pt x="86" y="107"/>
                  </a:lnTo>
                  <a:lnTo>
                    <a:pt x="87" y="105"/>
                  </a:lnTo>
                  <a:lnTo>
                    <a:pt x="87" y="105"/>
                  </a:lnTo>
                  <a:lnTo>
                    <a:pt x="91" y="102"/>
                  </a:lnTo>
                  <a:lnTo>
                    <a:pt x="97" y="98"/>
                  </a:lnTo>
                  <a:lnTo>
                    <a:pt x="103" y="93"/>
                  </a:lnTo>
                  <a:lnTo>
                    <a:pt x="109" y="8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1" name="Freeform 1102"/>
            <p:cNvSpPr>
              <a:spLocks/>
            </p:cNvSpPr>
            <p:nvPr/>
          </p:nvSpPr>
          <p:spPr bwMode="gray">
            <a:xfrm>
              <a:off x="1850395" y="4258235"/>
              <a:ext cx="421448" cy="336783"/>
            </a:xfrm>
            <a:custGeom>
              <a:avLst/>
              <a:gdLst>
                <a:gd name="T0" fmla="*/ 157 w 170"/>
                <a:gd name="T1" fmla="*/ 24 h 134"/>
                <a:gd name="T2" fmla="*/ 149 w 170"/>
                <a:gd name="T3" fmla="*/ 21 h 134"/>
                <a:gd name="T4" fmla="*/ 145 w 170"/>
                <a:gd name="T5" fmla="*/ 22 h 134"/>
                <a:gd name="T6" fmla="*/ 143 w 170"/>
                <a:gd name="T7" fmla="*/ 16 h 134"/>
                <a:gd name="T8" fmla="*/ 140 w 170"/>
                <a:gd name="T9" fmla="*/ 16 h 134"/>
                <a:gd name="T10" fmla="*/ 117 w 170"/>
                <a:gd name="T11" fmla="*/ 11 h 134"/>
                <a:gd name="T12" fmla="*/ 104 w 170"/>
                <a:gd name="T13" fmla="*/ 3 h 134"/>
                <a:gd name="T14" fmla="*/ 101 w 170"/>
                <a:gd name="T15" fmla="*/ 5 h 134"/>
                <a:gd name="T16" fmla="*/ 86 w 170"/>
                <a:gd name="T17" fmla="*/ 4 h 134"/>
                <a:gd name="T18" fmla="*/ 69 w 170"/>
                <a:gd name="T19" fmla="*/ 0 h 134"/>
                <a:gd name="T20" fmla="*/ 33 w 170"/>
                <a:gd name="T21" fmla="*/ 0 h 134"/>
                <a:gd name="T22" fmla="*/ 18 w 170"/>
                <a:gd name="T23" fmla="*/ 1 h 134"/>
                <a:gd name="T24" fmla="*/ 13 w 170"/>
                <a:gd name="T25" fmla="*/ 5 h 134"/>
                <a:gd name="T26" fmla="*/ 1 w 170"/>
                <a:gd name="T27" fmla="*/ 9 h 134"/>
                <a:gd name="T28" fmla="*/ 0 w 170"/>
                <a:gd name="T29" fmla="*/ 13 h 134"/>
                <a:gd name="T30" fmla="*/ 5 w 170"/>
                <a:gd name="T31" fmla="*/ 22 h 134"/>
                <a:gd name="T32" fmla="*/ 6 w 170"/>
                <a:gd name="T33" fmla="*/ 30 h 134"/>
                <a:gd name="T34" fmla="*/ 16 w 170"/>
                <a:gd name="T35" fmla="*/ 29 h 134"/>
                <a:gd name="T36" fmla="*/ 18 w 170"/>
                <a:gd name="T37" fmla="*/ 32 h 134"/>
                <a:gd name="T38" fmla="*/ 35 w 170"/>
                <a:gd name="T39" fmla="*/ 33 h 134"/>
                <a:gd name="T40" fmla="*/ 42 w 170"/>
                <a:gd name="T41" fmla="*/ 36 h 134"/>
                <a:gd name="T42" fmla="*/ 40 w 170"/>
                <a:gd name="T43" fmla="*/ 43 h 134"/>
                <a:gd name="T44" fmla="*/ 34 w 170"/>
                <a:gd name="T45" fmla="*/ 52 h 134"/>
                <a:gd name="T46" fmla="*/ 30 w 170"/>
                <a:gd name="T47" fmla="*/ 81 h 134"/>
                <a:gd name="T48" fmla="*/ 28 w 170"/>
                <a:gd name="T49" fmla="*/ 94 h 134"/>
                <a:gd name="T50" fmla="*/ 27 w 170"/>
                <a:gd name="T51" fmla="*/ 102 h 134"/>
                <a:gd name="T52" fmla="*/ 23 w 170"/>
                <a:gd name="T53" fmla="*/ 115 h 134"/>
                <a:gd name="T54" fmla="*/ 27 w 170"/>
                <a:gd name="T55" fmla="*/ 113 h 134"/>
                <a:gd name="T56" fmla="*/ 37 w 170"/>
                <a:gd name="T57" fmla="*/ 122 h 134"/>
                <a:gd name="T58" fmla="*/ 48 w 170"/>
                <a:gd name="T59" fmla="*/ 134 h 134"/>
                <a:gd name="T60" fmla="*/ 54 w 170"/>
                <a:gd name="T61" fmla="*/ 132 h 134"/>
                <a:gd name="T62" fmla="*/ 66 w 170"/>
                <a:gd name="T63" fmla="*/ 126 h 134"/>
                <a:gd name="T64" fmla="*/ 72 w 170"/>
                <a:gd name="T65" fmla="*/ 125 h 134"/>
                <a:gd name="T66" fmla="*/ 76 w 170"/>
                <a:gd name="T67" fmla="*/ 125 h 134"/>
                <a:gd name="T68" fmla="*/ 113 w 170"/>
                <a:gd name="T69" fmla="*/ 110 h 134"/>
                <a:gd name="T70" fmla="*/ 118 w 170"/>
                <a:gd name="T71" fmla="*/ 106 h 134"/>
                <a:gd name="T72" fmla="*/ 124 w 170"/>
                <a:gd name="T73" fmla="*/ 95 h 134"/>
                <a:gd name="T74" fmla="*/ 129 w 170"/>
                <a:gd name="T75" fmla="*/ 86 h 134"/>
                <a:gd name="T76" fmla="*/ 125 w 170"/>
                <a:gd name="T77" fmla="*/ 74 h 134"/>
                <a:gd name="T78" fmla="*/ 129 w 170"/>
                <a:gd name="T79" fmla="*/ 62 h 134"/>
                <a:gd name="T80" fmla="*/ 139 w 170"/>
                <a:gd name="T81" fmla="*/ 49 h 134"/>
                <a:gd name="T82" fmla="*/ 150 w 170"/>
                <a:gd name="T83" fmla="*/ 42 h 134"/>
                <a:gd name="T84" fmla="*/ 152 w 170"/>
                <a:gd name="T85" fmla="*/ 43 h 134"/>
                <a:gd name="T86" fmla="*/ 160 w 170"/>
                <a:gd name="T87" fmla="*/ 40 h 134"/>
                <a:gd name="T88" fmla="*/ 170 w 170"/>
                <a:gd name="T89" fmla="*/ 2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70" h="134">
                  <a:moveTo>
                    <a:pt x="170" y="24"/>
                  </a:moveTo>
                  <a:lnTo>
                    <a:pt x="170" y="24"/>
                  </a:lnTo>
                  <a:lnTo>
                    <a:pt x="157" y="24"/>
                  </a:lnTo>
                  <a:lnTo>
                    <a:pt x="152" y="22"/>
                  </a:lnTo>
                  <a:lnTo>
                    <a:pt x="150" y="21"/>
                  </a:lnTo>
                  <a:lnTo>
                    <a:pt x="149" y="21"/>
                  </a:lnTo>
                  <a:lnTo>
                    <a:pt x="149" y="21"/>
                  </a:lnTo>
                  <a:lnTo>
                    <a:pt x="145" y="22"/>
                  </a:lnTo>
                  <a:lnTo>
                    <a:pt x="145" y="22"/>
                  </a:lnTo>
                  <a:lnTo>
                    <a:pt x="145" y="22"/>
                  </a:lnTo>
                  <a:lnTo>
                    <a:pt x="144" y="21"/>
                  </a:lnTo>
                  <a:lnTo>
                    <a:pt x="143" y="16"/>
                  </a:lnTo>
                  <a:lnTo>
                    <a:pt x="143" y="16"/>
                  </a:lnTo>
                  <a:lnTo>
                    <a:pt x="140" y="16"/>
                  </a:lnTo>
                  <a:lnTo>
                    <a:pt x="140" y="16"/>
                  </a:lnTo>
                  <a:lnTo>
                    <a:pt x="131" y="16"/>
                  </a:lnTo>
                  <a:lnTo>
                    <a:pt x="124" y="14"/>
                  </a:lnTo>
                  <a:lnTo>
                    <a:pt x="117" y="11"/>
                  </a:lnTo>
                  <a:lnTo>
                    <a:pt x="112" y="9"/>
                  </a:lnTo>
                  <a:lnTo>
                    <a:pt x="112" y="9"/>
                  </a:lnTo>
                  <a:lnTo>
                    <a:pt x="104" y="3"/>
                  </a:lnTo>
                  <a:lnTo>
                    <a:pt x="104" y="3"/>
                  </a:lnTo>
                  <a:lnTo>
                    <a:pt x="101" y="5"/>
                  </a:lnTo>
                  <a:lnTo>
                    <a:pt x="101" y="5"/>
                  </a:lnTo>
                  <a:lnTo>
                    <a:pt x="98" y="5"/>
                  </a:lnTo>
                  <a:lnTo>
                    <a:pt x="94" y="5"/>
                  </a:lnTo>
                  <a:lnTo>
                    <a:pt x="86" y="4"/>
                  </a:lnTo>
                  <a:lnTo>
                    <a:pt x="76" y="1"/>
                  </a:lnTo>
                  <a:lnTo>
                    <a:pt x="69" y="0"/>
                  </a:lnTo>
                  <a:lnTo>
                    <a:pt x="69" y="0"/>
                  </a:lnTo>
                  <a:lnTo>
                    <a:pt x="50" y="1"/>
                  </a:lnTo>
                  <a:lnTo>
                    <a:pt x="33" y="0"/>
                  </a:lnTo>
                  <a:lnTo>
                    <a:pt x="33" y="0"/>
                  </a:lnTo>
                  <a:lnTo>
                    <a:pt x="27" y="0"/>
                  </a:lnTo>
                  <a:lnTo>
                    <a:pt x="22" y="0"/>
                  </a:lnTo>
                  <a:lnTo>
                    <a:pt x="18" y="1"/>
                  </a:lnTo>
                  <a:lnTo>
                    <a:pt x="16" y="4"/>
                  </a:lnTo>
                  <a:lnTo>
                    <a:pt x="16" y="4"/>
                  </a:lnTo>
                  <a:lnTo>
                    <a:pt x="13" y="5"/>
                  </a:lnTo>
                  <a:lnTo>
                    <a:pt x="10" y="6"/>
                  </a:lnTo>
                  <a:lnTo>
                    <a:pt x="6" y="6"/>
                  </a:lnTo>
                  <a:lnTo>
                    <a:pt x="1" y="9"/>
                  </a:lnTo>
                  <a:lnTo>
                    <a:pt x="1" y="9"/>
                  </a:lnTo>
                  <a:lnTo>
                    <a:pt x="0" y="10"/>
                  </a:lnTo>
                  <a:lnTo>
                    <a:pt x="0" y="13"/>
                  </a:lnTo>
                  <a:lnTo>
                    <a:pt x="0" y="15"/>
                  </a:lnTo>
                  <a:lnTo>
                    <a:pt x="2" y="19"/>
                  </a:lnTo>
                  <a:lnTo>
                    <a:pt x="5" y="22"/>
                  </a:lnTo>
                  <a:lnTo>
                    <a:pt x="5" y="22"/>
                  </a:lnTo>
                  <a:lnTo>
                    <a:pt x="6" y="30"/>
                  </a:lnTo>
                  <a:lnTo>
                    <a:pt x="6" y="30"/>
                  </a:lnTo>
                  <a:lnTo>
                    <a:pt x="12" y="29"/>
                  </a:lnTo>
                  <a:lnTo>
                    <a:pt x="12" y="29"/>
                  </a:lnTo>
                  <a:lnTo>
                    <a:pt x="16" y="29"/>
                  </a:lnTo>
                  <a:lnTo>
                    <a:pt x="17" y="30"/>
                  </a:lnTo>
                  <a:lnTo>
                    <a:pt x="18" y="31"/>
                  </a:lnTo>
                  <a:lnTo>
                    <a:pt x="18" y="32"/>
                  </a:lnTo>
                  <a:lnTo>
                    <a:pt x="18" y="32"/>
                  </a:lnTo>
                  <a:lnTo>
                    <a:pt x="29" y="33"/>
                  </a:lnTo>
                  <a:lnTo>
                    <a:pt x="35" y="33"/>
                  </a:lnTo>
                  <a:lnTo>
                    <a:pt x="39" y="35"/>
                  </a:lnTo>
                  <a:lnTo>
                    <a:pt x="42" y="36"/>
                  </a:lnTo>
                  <a:lnTo>
                    <a:pt x="42" y="36"/>
                  </a:lnTo>
                  <a:lnTo>
                    <a:pt x="43" y="38"/>
                  </a:lnTo>
                  <a:lnTo>
                    <a:pt x="43" y="40"/>
                  </a:lnTo>
                  <a:lnTo>
                    <a:pt x="40" y="43"/>
                  </a:lnTo>
                  <a:lnTo>
                    <a:pt x="37" y="47"/>
                  </a:lnTo>
                  <a:lnTo>
                    <a:pt x="34" y="52"/>
                  </a:lnTo>
                  <a:lnTo>
                    <a:pt x="34" y="52"/>
                  </a:lnTo>
                  <a:lnTo>
                    <a:pt x="33" y="59"/>
                  </a:lnTo>
                  <a:lnTo>
                    <a:pt x="32" y="70"/>
                  </a:lnTo>
                  <a:lnTo>
                    <a:pt x="30" y="81"/>
                  </a:lnTo>
                  <a:lnTo>
                    <a:pt x="28" y="89"/>
                  </a:lnTo>
                  <a:lnTo>
                    <a:pt x="28" y="89"/>
                  </a:lnTo>
                  <a:lnTo>
                    <a:pt x="28" y="94"/>
                  </a:lnTo>
                  <a:lnTo>
                    <a:pt x="28" y="97"/>
                  </a:lnTo>
                  <a:lnTo>
                    <a:pt x="28" y="100"/>
                  </a:lnTo>
                  <a:lnTo>
                    <a:pt x="27" y="102"/>
                  </a:lnTo>
                  <a:lnTo>
                    <a:pt x="27" y="102"/>
                  </a:lnTo>
                  <a:lnTo>
                    <a:pt x="24" y="107"/>
                  </a:lnTo>
                  <a:lnTo>
                    <a:pt x="23" y="115"/>
                  </a:lnTo>
                  <a:lnTo>
                    <a:pt x="23" y="115"/>
                  </a:lnTo>
                  <a:lnTo>
                    <a:pt x="27" y="113"/>
                  </a:lnTo>
                  <a:lnTo>
                    <a:pt x="27" y="113"/>
                  </a:lnTo>
                  <a:lnTo>
                    <a:pt x="28" y="115"/>
                  </a:lnTo>
                  <a:lnTo>
                    <a:pt x="30" y="116"/>
                  </a:lnTo>
                  <a:lnTo>
                    <a:pt x="37" y="122"/>
                  </a:lnTo>
                  <a:lnTo>
                    <a:pt x="45" y="132"/>
                  </a:lnTo>
                  <a:lnTo>
                    <a:pt x="45" y="132"/>
                  </a:lnTo>
                  <a:lnTo>
                    <a:pt x="48" y="134"/>
                  </a:lnTo>
                  <a:lnTo>
                    <a:pt x="49" y="134"/>
                  </a:lnTo>
                  <a:lnTo>
                    <a:pt x="51" y="134"/>
                  </a:lnTo>
                  <a:lnTo>
                    <a:pt x="54" y="132"/>
                  </a:lnTo>
                  <a:lnTo>
                    <a:pt x="54" y="132"/>
                  </a:lnTo>
                  <a:lnTo>
                    <a:pt x="58" y="128"/>
                  </a:lnTo>
                  <a:lnTo>
                    <a:pt x="66" y="126"/>
                  </a:lnTo>
                  <a:lnTo>
                    <a:pt x="66" y="126"/>
                  </a:lnTo>
                  <a:lnTo>
                    <a:pt x="70" y="125"/>
                  </a:lnTo>
                  <a:lnTo>
                    <a:pt x="72" y="125"/>
                  </a:lnTo>
                  <a:lnTo>
                    <a:pt x="74" y="125"/>
                  </a:lnTo>
                  <a:lnTo>
                    <a:pt x="76" y="125"/>
                  </a:lnTo>
                  <a:lnTo>
                    <a:pt x="76" y="125"/>
                  </a:lnTo>
                  <a:lnTo>
                    <a:pt x="83" y="123"/>
                  </a:lnTo>
                  <a:lnTo>
                    <a:pt x="94" y="118"/>
                  </a:lnTo>
                  <a:lnTo>
                    <a:pt x="113" y="110"/>
                  </a:lnTo>
                  <a:lnTo>
                    <a:pt x="113" y="110"/>
                  </a:lnTo>
                  <a:lnTo>
                    <a:pt x="117" y="107"/>
                  </a:lnTo>
                  <a:lnTo>
                    <a:pt x="118" y="106"/>
                  </a:lnTo>
                  <a:lnTo>
                    <a:pt x="120" y="101"/>
                  </a:lnTo>
                  <a:lnTo>
                    <a:pt x="120" y="101"/>
                  </a:lnTo>
                  <a:lnTo>
                    <a:pt x="124" y="95"/>
                  </a:lnTo>
                  <a:lnTo>
                    <a:pt x="128" y="89"/>
                  </a:lnTo>
                  <a:lnTo>
                    <a:pt x="128" y="89"/>
                  </a:lnTo>
                  <a:lnTo>
                    <a:pt x="129" y="86"/>
                  </a:lnTo>
                  <a:lnTo>
                    <a:pt x="128" y="83"/>
                  </a:lnTo>
                  <a:lnTo>
                    <a:pt x="125" y="74"/>
                  </a:lnTo>
                  <a:lnTo>
                    <a:pt x="125" y="74"/>
                  </a:lnTo>
                  <a:lnTo>
                    <a:pt x="125" y="70"/>
                  </a:lnTo>
                  <a:lnTo>
                    <a:pt x="125" y="68"/>
                  </a:lnTo>
                  <a:lnTo>
                    <a:pt x="129" y="62"/>
                  </a:lnTo>
                  <a:lnTo>
                    <a:pt x="134" y="53"/>
                  </a:lnTo>
                  <a:lnTo>
                    <a:pt x="134" y="53"/>
                  </a:lnTo>
                  <a:lnTo>
                    <a:pt x="139" y="49"/>
                  </a:lnTo>
                  <a:lnTo>
                    <a:pt x="146" y="43"/>
                  </a:lnTo>
                  <a:lnTo>
                    <a:pt x="146" y="43"/>
                  </a:lnTo>
                  <a:lnTo>
                    <a:pt x="150" y="42"/>
                  </a:lnTo>
                  <a:lnTo>
                    <a:pt x="150" y="42"/>
                  </a:lnTo>
                  <a:lnTo>
                    <a:pt x="151" y="43"/>
                  </a:lnTo>
                  <a:lnTo>
                    <a:pt x="152" y="43"/>
                  </a:lnTo>
                  <a:lnTo>
                    <a:pt x="152" y="43"/>
                  </a:lnTo>
                  <a:lnTo>
                    <a:pt x="155" y="42"/>
                  </a:lnTo>
                  <a:lnTo>
                    <a:pt x="160" y="40"/>
                  </a:lnTo>
                  <a:lnTo>
                    <a:pt x="168" y="31"/>
                  </a:lnTo>
                  <a:lnTo>
                    <a:pt x="168" y="31"/>
                  </a:lnTo>
                  <a:lnTo>
                    <a:pt x="170" y="27"/>
                  </a:lnTo>
                  <a:lnTo>
                    <a:pt x="170"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2" name="Freeform 1104"/>
            <p:cNvSpPr>
              <a:spLocks/>
            </p:cNvSpPr>
            <p:nvPr/>
          </p:nvSpPr>
          <p:spPr bwMode="gray">
            <a:xfrm>
              <a:off x="2001622" y="3863646"/>
              <a:ext cx="433843" cy="454910"/>
            </a:xfrm>
            <a:custGeom>
              <a:avLst/>
              <a:gdLst>
                <a:gd name="T0" fmla="*/ 170 w 175"/>
                <a:gd name="T1" fmla="*/ 70 h 181"/>
                <a:gd name="T2" fmla="*/ 175 w 175"/>
                <a:gd name="T3" fmla="*/ 51 h 181"/>
                <a:gd name="T4" fmla="*/ 171 w 175"/>
                <a:gd name="T5" fmla="*/ 48 h 181"/>
                <a:gd name="T6" fmla="*/ 159 w 175"/>
                <a:gd name="T7" fmla="*/ 43 h 181"/>
                <a:gd name="T8" fmla="*/ 144 w 175"/>
                <a:gd name="T9" fmla="*/ 39 h 181"/>
                <a:gd name="T10" fmla="*/ 131 w 175"/>
                <a:gd name="T11" fmla="*/ 37 h 181"/>
                <a:gd name="T12" fmla="*/ 114 w 175"/>
                <a:gd name="T13" fmla="*/ 22 h 181"/>
                <a:gd name="T14" fmla="*/ 90 w 175"/>
                <a:gd name="T15" fmla="*/ 1 h 181"/>
                <a:gd name="T16" fmla="*/ 86 w 175"/>
                <a:gd name="T17" fmla="*/ 8 h 181"/>
                <a:gd name="T18" fmla="*/ 86 w 175"/>
                <a:gd name="T19" fmla="*/ 19 h 181"/>
                <a:gd name="T20" fmla="*/ 80 w 175"/>
                <a:gd name="T21" fmla="*/ 29 h 181"/>
                <a:gd name="T22" fmla="*/ 73 w 175"/>
                <a:gd name="T23" fmla="*/ 32 h 181"/>
                <a:gd name="T24" fmla="*/ 68 w 175"/>
                <a:gd name="T25" fmla="*/ 35 h 181"/>
                <a:gd name="T26" fmla="*/ 62 w 175"/>
                <a:gd name="T27" fmla="*/ 44 h 181"/>
                <a:gd name="T28" fmla="*/ 54 w 175"/>
                <a:gd name="T29" fmla="*/ 44 h 181"/>
                <a:gd name="T30" fmla="*/ 45 w 175"/>
                <a:gd name="T31" fmla="*/ 39 h 181"/>
                <a:gd name="T32" fmla="*/ 41 w 175"/>
                <a:gd name="T33" fmla="*/ 41 h 181"/>
                <a:gd name="T34" fmla="*/ 46 w 175"/>
                <a:gd name="T35" fmla="*/ 55 h 181"/>
                <a:gd name="T36" fmla="*/ 36 w 175"/>
                <a:gd name="T37" fmla="*/ 60 h 181"/>
                <a:gd name="T38" fmla="*/ 26 w 175"/>
                <a:gd name="T39" fmla="*/ 57 h 181"/>
                <a:gd name="T40" fmla="*/ 16 w 175"/>
                <a:gd name="T41" fmla="*/ 55 h 181"/>
                <a:gd name="T42" fmla="*/ 3 w 175"/>
                <a:gd name="T43" fmla="*/ 57 h 181"/>
                <a:gd name="T44" fmla="*/ 0 w 175"/>
                <a:gd name="T45" fmla="*/ 60 h 181"/>
                <a:gd name="T46" fmla="*/ 4 w 175"/>
                <a:gd name="T47" fmla="*/ 71 h 181"/>
                <a:gd name="T48" fmla="*/ 9 w 175"/>
                <a:gd name="T49" fmla="*/ 76 h 181"/>
                <a:gd name="T50" fmla="*/ 33 w 175"/>
                <a:gd name="T51" fmla="*/ 86 h 181"/>
                <a:gd name="T52" fmla="*/ 36 w 175"/>
                <a:gd name="T53" fmla="*/ 92 h 181"/>
                <a:gd name="T54" fmla="*/ 38 w 175"/>
                <a:gd name="T55" fmla="*/ 98 h 181"/>
                <a:gd name="T56" fmla="*/ 49 w 175"/>
                <a:gd name="T57" fmla="*/ 119 h 181"/>
                <a:gd name="T58" fmla="*/ 49 w 175"/>
                <a:gd name="T59" fmla="*/ 136 h 181"/>
                <a:gd name="T60" fmla="*/ 47 w 175"/>
                <a:gd name="T61" fmla="*/ 146 h 181"/>
                <a:gd name="T62" fmla="*/ 43 w 175"/>
                <a:gd name="T63" fmla="*/ 160 h 181"/>
                <a:gd name="T64" fmla="*/ 51 w 175"/>
                <a:gd name="T65" fmla="*/ 166 h 181"/>
                <a:gd name="T66" fmla="*/ 70 w 175"/>
                <a:gd name="T67" fmla="*/ 173 h 181"/>
                <a:gd name="T68" fmla="*/ 84 w 175"/>
                <a:gd name="T69" fmla="*/ 174 h 181"/>
                <a:gd name="T70" fmla="*/ 89 w 175"/>
                <a:gd name="T71" fmla="*/ 178 h 181"/>
                <a:gd name="T72" fmla="*/ 96 w 175"/>
                <a:gd name="T73" fmla="*/ 181 h 181"/>
                <a:gd name="T74" fmla="*/ 106 w 175"/>
                <a:gd name="T75" fmla="*/ 176 h 181"/>
                <a:gd name="T76" fmla="*/ 114 w 175"/>
                <a:gd name="T77" fmla="*/ 166 h 181"/>
                <a:gd name="T78" fmla="*/ 123 w 175"/>
                <a:gd name="T79" fmla="*/ 158 h 181"/>
                <a:gd name="T80" fmla="*/ 136 w 175"/>
                <a:gd name="T81" fmla="*/ 161 h 181"/>
                <a:gd name="T82" fmla="*/ 149 w 175"/>
                <a:gd name="T83" fmla="*/ 165 h 181"/>
                <a:gd name="T84" fmla="*/ 154 w 175"/>
                <a:gd name="T85" fmla="*/ 158 h 181"/>
                <a:gd name="T86" fmla="*/ 155 w 175"/>
                <a:gd name="T87" fmla="*/ 155 h 181"/>
                <a:gd name="T88" fmla="*/ 162 w 175"/>
                <a:gd name="T89" fmla="*/ 160 h 181"/>
                <a:gd name="T90" fmla="*/ 165 w 175"/>
                <a:gd name="T91" fmla="*/ 156 h 181"/>
                <a:gd name="T92" fmla="*/ 160 w 175"/>
                <a:gd name="T93" fmla="*/ 140 h 181"/>
                <a:gd name="T94" fmla="*/ 154 w 175"/>
                <a:gd name="T95" fmla="*/ 129 h 181"/>
                <a:gd name="T96" fmla="*/ 159 w 175"/>
                <a:gd name="T97" fmla="*/ 123 h 181"/>
                <a:gd name="T98" fmla="*/ 162 w 175"/>
                <a:gd name="T99" fmla="*/ 119 h 181"/>
                <a:gd name="T100" fmla="*/ 158 w 175"/>
                <a:gd name="T101" fmla="*/ 105 h 181"/>
                <a:gd name="T102" fmla="*/ 149 w 175"/>
                <a:gd name="T103" fmla="*/ 101 h 181"/>
                <a:gd name="T104" fmla="*/ 160 w 175"/>
                <a:gd name="T105" fmla="*/ 88 h 181"/>
                <a:gd name="T106" fmla="*/ 169 w 175"/>
                <a:gd name="T107" fmla="*/ 75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5" h="181">
                  <a:moveTo>
                    <a:pt x="169" y="75"/>
                  </a:moveTo>
                  <a:lnTo>
                    <a:pt x="169" y="75"/>
                  </a:lnTo>
                  <a:lnTo>
                    <a:pt x="170" y="70"/>
                  </a:lnTo>
                  <a:lnTo>
                    <a:pt x="173" y="61"/>
                  </a:lnTo>
                  <a:lnTo>
                    <a:pt x="175" y="54"/>
                  </a:lnTo>
                  <a:lnTo>
                    <a:pt x="175" y="51"/>
                  </a:lnTo>
                  <a:lnTo>
                    <a:pt x="175" y="49"/>
                  </a:lnTo>
                  <a:lnTo>
                    <a:pt x="175" y="49"/>
                  </a:lnTo>
                  <a:lnTo>
                    <a:pt x="171" y="48"/>
                  </a:lnTo>
                  <a:lnTo>
                    <a:pt x="168" y="46"/>
                  </a:lnTo>
                  <a:lnTo>
                    <a:pt x="159" y="43"/>
                  </a:lnTo>
                  <a:lnTo>
                    <a:pt x="159" y="43"/>
                  </a:lnTo>
                  <a:lnTo>
                    <a:pt x="157" y="41"/>
                  </a:lnTo>
                  <a:lnTo>
                    <a:pt x="154" y="41"/>
                  </a:lnTo>
                  <a:lnTo>
                    <a:pt x="144" y="39"/>
                  </a:lnTo>
                  <a:lnTo>
                    <a:pt x="144" y="39"/>
                  </a:lnTo>
                  <a:lnTo>
                    <a:pt x="137" y="39"/>
                  </a:lnTo>
                  <a:lnTo>
                    <a:pt x="131" y="37"/>
                  </a:lnTo>
                  <a:lnTo>
                    <a:pt x="131" y="37"/>
                  </a:lnTo>
                  <a:lnTo>
                    <a:pt x="123" y="30"/>
                  </a:lnTo>
                  <a:lnTo>
                    <a:pt x="114" y="22"/>
                  </a:lnTo>
                  <a:lnTo>
                    <a:pt x="94" y="0"/>
                  </a:lnTo>
                  <a:lnTo>
                    <a:pt x="94" y="0"/>
                  </a:lnTo>
                  <a:lnTo>
                    <a:pt x="90" y="1"/>
                  </a:lnTo>
                  <a:lnTo>
                    <a:pt x="88" y="5"/>
                  </a:lnTo>
                  <a:lnTo>
                    <a:pt x="88" y="5"/>
                  </a:lnTo>
                  <a:lnTo>
                    <a:pt x="86" y="8"/>
                  </a:lnTo>
                  <a:lnTo>
                    <a:pt x="86" y="13"/>
                  </a:lnTo>
                  <a:lnTo>
                    <a:pt x="86" y="19"/>
                  </a:lnTo>
                  <a:lnTo>
                    <a:pt x="86" y="19"/>
                  </a:lnTo>
                  <a:lnTo>
                    <a:pt x="84" y="24"/>
                  </a:lnTo>
                  <a:lnTo>
                    <a:pt x="80" y="29"/>
                  </a:lnTo>
                  <a:lnTo>
                    <a:pt x="80" y="29"/>
                  </a:lnTo>
                  <a:lnTo>
                    <a:pt x="78" y="30"/>
                  </a:lnTo>
                  <a:lnTo>
                    <a:pt x="75" y="30"/>
                  </a:lnTo>
                  <a:lnTo>
                    <a:pt x="73" y="32"/>
                  </a:lnTo>
                  <a:lnTo>
                    <a:pt x="69" y="33"/>
                  </a:lnTo>
                  <a:lnTo>
                    <a:pt x="69" y="33"/>
                  </a:lnTo>
                  <a:lnTo>
                    <a:pt x="68" y="35"/>
                  </a:lnTo>
                  <a:lnTo>
                    <a:pt x="67" y="38"/>
                  </a:lnTo>
                  <a:lnTo>
                    <a:pt x="64" y="41"/>
                  </a:lnTo>
                  <a:lnTo>
                    <a:pt x="62" y="44"/>
                  </a:lnTo>
                  <a:lnTo>
                    <a:pt x="62" y="44"/>
                  </a:lnTo>
                  <a:lnTo>
                    <a:pt x="58" y="45"/>
                  </a:lnTo>
                  <a:lnTo>
                    <a:pt x="54" y="44"/>
                  </a:lnTo>
                  <a:lnTo>
                    <a:pt x="47" y="40"/>
                  </a:lnTo>
                  <a:lnTo>
                    <a:pt x="47" y="40"/>
                  </a:lnTo>
                  <a:lnTo>
                    <a:pt x="45" y="39"/>
                  </a:lnTo>
                  <a:lnTo>
                    <a:pt x="42" y="39"/>
                  </a:lnTo>
                  <a:lnTo>
                    <a:pt x="41" y="39"/>
                  </a:lnTo>
                  <a:lnTo>
                    <a:pt x="41" y="41"/>
                  </a:lnTo>
                  <a:lnTo>
                    <a:pt x="41" y="41"/>
                  </a:lnTo>
                  <a:lnTo>
                    <a:pt x="46" y="55"/>
                  </a:lnTo>
                  <a:lnTo>
                    <a:pt x="46" y="55"/>
                  </a:lnTo>
                  <a:lnTo>
                    <a:pt x="45" y="56"/>
                  </a:lnTo>
                  <a:lnTo>
                    <a:pt x="43" y="59"/>
                  </a:lnTo>
                  <a:lnTo>
                    <a:pt x="36" y="60"/>
                  </a:lnTo>
                  <a:lnTo>
                    <a:pt x="36" y="60"/>
                  </a:lnTo>
                  <a:lnTo>
                    <a:pt x="31" y="60"/>
                  </a:lnTo>
                  <a:lnTo>
                    <a:pt x="26" y="57"/>
                  </a:lnTo>
                  <a:lnTo>
                    <a:pt x="26" y="57"/>
                  </a:lnTo>
                  <a:lnTo>
                    <a:pt x="20" y="56"/>
                  </a:lnTo>
                  <a:lnTo>
                    <a:pt x="16" y="55"/>
                  </a:lnTo>
                  <a:lnTo>
                    <a:pt x="13" y="55"/>
                  </a:lnTo>
                  <a:lnTo>
                    <a:pt x="13" y="55"/>
                  </a:lnTo>
                  <a:lnTo>
                    <a:pt x="3" y="57"/>
                  </a:lnTo>
                  <a:lnTo>
                    <a:pt x="0" y="59"/>
                  </a:lnTo>
                  <a:lnTo>
                    <a:pt x="0" y="60"/>
                  </a:lnTo>
                  <a:lnTo>
                    <a:pt x="0" y="60"/>
                  </a:lnTo>
                  <a:lnTo>
                    <a:pt x="1" y="61"/>
                  </a:lnTo>
                  <a:lnTo>
                    <a:pt x="1" y="65"/>
                  </a:lnTo>
                  <a:lnTo>
                    <a:pt x="4" y="71"/>
                  </a:lnTo>
                  <a:lnTo>
                    <a:pt x="4" y="71"/>
                  </a:lnTo>
                  <a:lnTo>
                    <a:pt x="5" y="73"/>
                  </a:lnTo>
                  <a:lnTo>
                    <a:pt x="9" y="76"/>
                  </a:lnTo>
                  <a:lnTo>
                    <a:pt x="17" y="80"/>
                  </a:lnTo>
                  <a:lnTo>
                    <a:pt x="33" y="86"/>
                  </a:lnTo>
                  <a:lnTo>
                    <a:pt x="33" y="86"/>
                  </a:lnTo>
                  <a:lnTo>
                    <a:pt x="36" y="87"/>
                  </a:lnTo>
                  <a:lnTo>
                    <a:pt x="36" y="89"/>
                  </a:lnTo>
                  <a:lnTo>
                    <a:pt x="36" y="92"/>
                  </a:lnTo>
                  <a:lnTo>
                    <a:pt x="37" y="96"/>
                  </a:lnTo>
                  <a:lnTo>
                    <a:pt x="37" y="96"/>
                  </a:lnTo>
                  <a:lnTo>
                    <a:pt x="38" y="98"/>
                  </a:lnTo>
                  <a:lnTo>
                    <a:pt x="42" y="102"/>
                  </a:lnTo>
                  <a:lnTo>
                    <a:pt x="47" y="109"/>
                  </a:lnTo>
                  <a:lnTo>
                    <a:pt x="49" y="119"/>
                  </a:lnTo>
                  <a:lnTo>
                    <a:pt x="49" y="119"/>
                  </a:lnTo>
                  <a:lnTo>
                    <a:pt x="51" y="130"/>
                  </a:lnTo>
                  <a:lnTo>
                    <a:pt x="49" y="136"/>
                  </a:lnTo>
                  <a:lnTo>
                    <a:pt x="48" y="141"/>
                  </a:lnTo>
                  <a:lnTo>
                    <a:pt x="47" y="146"/>
                  </a:lnTo>
                  <a:lnTo>
                    <a:pt x="47" y="146"/>
                  </a:lnTo>
                  <a:lnTo>
                    <a:pt x="47" y="154"/>
                  </a:lnTo>
                  <a:lnTo>
                    <a:pt x="46" y="157"/>
                  </a:lnTo>
                  <a:lnTo>
                    <a:pt x="43" y="160"/>
                  </a:lnTo>
                  <a:lnTo>
                    <a:pt x="43" y="160"/>
                  </a:lnTo>
                  <a:lnTo>
                    <a:pt x="51" y="166"/>
                  </a:lnTo>
                  <a:lnTo>
                    <a:pt x="51" y="166"/>
                  </a:lnTo>
                  <a:lnTo>
                    <a:pt x="56" y="168"/>
                  </a:lnTo>
                  <a:lnTo>
                    <a:pt x="63" y="171"/>
                  </a:lnTo>
                  <a:lnTo>
                    <a:pt x="70" y="173"/>
                  </a:lnTo>
                  <a:lnTo>
                    <a:pt x="79" y="173"/>
                  </a:lnTo>
                  <a:lnTo>
                    <a:pt x="79" y="173"/>
                  </a:lnTo>
                  <a:lnTo>
                    <a:pt x="84" y="174"/>
                  </a:lnTo>
                  <a:lnTo>
                    <a:pt x="85" y="176"/>
                  </a:lnTo>
                  <a:lnTo>
                    <a:pt x="86" y="177"/>
                  </a:lnTo>
                  <a:lnTo>
                    <a:pt x="89" y="178"/>
                  </a:lnTo>
                  <a:lnTo>
                    <a:pt x="89" y="178"/>
                  </a:lnTo>
                  <a:lnTo>
                    <a:pt x="91" y="179"/>
                  </a:lnTo>
                  <a:lnTo>
                    <a:pt x="96" y="181"/>
                  </a:lnTo>
                  <a:lnTo>
                    <a:pt x="109" y="181"/>
                  </a:lnTo>
                  <a:lnTo>
                    <a:pt x="109" y="181"/>
                  </a:lnTo>
                  <a:lnTo>
                    <a:pt x="106" y="176"/>
                  </a:lnTo>
                  <a:lnTo>
                    <a:pt x="106" y="176"/>
                  </a:lnTo>
                  <a:lnTo>
                    <a:pt x="109" y="172"/>
                  </a:lnTo>
                  <a:lnTo>
                    <a:pt x="114" y="166"/>
                  </a:lnTo>
                  <a:lnTo>
                    <a:pt x="118" y="161"/>
                  </a:lnTo>
                  <a:lnTo>
                    <a:pt x="123" y="158"/>
                  </a:lnTo>
                  <a:lnTo>
                    <a:pt x="123" y="158"/>
                  </a:lnTo>
                  <a:lnTo>
                    <a:pt x="128" y="158"/>
                  </a:lnTo>
                  <a:lnTo>
                    <a:pt x="136" y="161"/>
                  </a:lnTo>
                  <a:lnTo>
                    <a:pt x="136" y="161"/>
                  </a:lnTo>
                  <a:lnTo>
                    <a:pt x="143" y="163"/>
                  </a:lnTo>
                  <a:lnTo>
                    <a:pt x="149" y="165"/>
                  </a:lnTo>
                  <a:lnTo>
                    <a:pt x="149" y="165"/>
                  </a:lnTo>
                  <a:lnTo>
                    <a:pt x="154" y="163"/>
                  </a:lnTo>
                  <a:lnTo>
                    <a:pt x="154" y="163"/>
                  </a:lnTo>
                  <a:lnTo>
                    <a:pt x="154" y="158"/>
                  </a:lnTo>
                  <a:lnTo>
                    <a:pt x="154" y="156"/>
                  </a:lnTo>
                  <a:lnTo>
                    <a:pt x="155" y="155"/>
                  </a:lnTo>
                  <a:lnTo>
                    <a:pt x="155" y="155"/>
                  </a:lnTo>
                  <a:lnTo>
                    <a:pt x="157" y="155"/>
                  </a:lnTo>
                  <a:lnTo>
                    <a:pt x="158" y="156"/>
                  </a:lnTo>
                  <a:lnTo>
                    <a:pt x="162" y="160"/>
                  </a:lnTo>
                  <a:lnTo>
                    <a:pt x="162" y="160"/>
                  </a:lnTo>
                  <a:lnTo>
                    <a:pt x="165" y="156"/>
                  </a:lnTo>
                  <a:lnTo>
                    <a:pt x="165" y="156"/>
                  </a:lnTo>
                  <a:lnTo>
                    <a:pt x="163" y="145"/>
                  </a:lnTo>
                  <a:lnTo>
                    <a:pt x="163" y="145"/>
                  </a:lnTo>
                  <a:lnTo>
                    <a:pt x="160" y="140"/>
                  </a:lnTo>
                  <a:lnTo>
                    <a:pt x="157" y="135"/>
                  </a:lnTo>
                  <a:lnTo>
                    <a:pt x="155" y="131"/>
                  </a:lnTo>
                  <a:lnTo>
                    <a:pt x="154" y="129"/>
                  </a:lnTo>
                  <a:lnTo>
                    <a:pt x="155" y="128"/>
                  </a:lnTo>
                  <a:lnTo>
                    <a:pt x="155" y="128"/>
                  </a:lnTo>
                  <a:lnTo>
                    <a:pt x="159" y="123"/>
                  </a:lnTo>
                  <a:lnTo>
                    <a:pt x="162" y="121"/>
                  </a:lnTo>
                  <a:lnTo>
                    <a:pt x="162" y="119"/>
                  </a:lnTo>
                  <a:lnTo>
                    <a:pt x="162" y="119"/>
                  </a:lnTo>
                  <a:lnTo>
                    <a:pt x="160" y="112"/>
                  </a:lnTo>
                  <a:lnTo>
                    <a:pt x="160" y="108"/>
                  </a:lnTo>
                  <a:lnTo>
                    <a:pt x="158" y="105"/>
                  </a:lnTo>
                  <a:lnTo>
                    <a:pt x="158" y="105"/>
                  </a:lnTo>
                  <a:lnTo>
                    <a:pt x="150" y="103"/>
                  </a:lnTo>
                  <a:lnTo>
                    <a:pt x="149" y="101"/>
                  </a:lnTo>
                  <a:lnTo>
                    <a:pt x="150" y="99"/>
                  </a:lnTo>
                  <a:lnTo>
                    <a:pt x="150" y="99"/>
                  </a:lnTo>
                  <a:lnTo>
                    <a:pt x="160" y="88"/>
                  </a:lnTo>
                  <a:lnTo>
                    <a:pt x="166" y="81"/>
                  </a:lnTo>
                  <a:lnTo>
                    <a:pt x="168" y="77"/>
                  </a:lnTo>
                  <a:lnTo>
                    <a:pt x="169" y="7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3" name="Freeform 1111"/>
            <p:cNvSpPr>
              <a:spLocks/>
            </p:cNvSpPr>
            <p:nvPr/>
          </p:nvSpPr>
          <p:spPr bwMode="gray">
            <a:xfrm>
              <a:off x="2502402" y="3984284"/>
              <a:ext cx="228078" cy="133207"/>
            </a:xfrm>
            <a:custGeom>
              <a:avLst/>
              <a:gdLst>
                <a:gd name="T0" fmla="*/ 85 w 92"/>
                <a:gd name="T1" fmla="*/ 38 h 53"/>
                <a:gd name="T2" fmla="*/ 85 w 92"/>
                <a:gd name="T3" fmla="*/ 38 h 53"/>
                <a:gd name="T4" fmla="*/ 90 w 92"/>
                <a:gd name="T5" fmla="*/ 27 h 53"/>
                <a:gd name="T6" fmla="*/ 92 w 92"/>
                <a:gd name="T7" fmla="*/ 21 h 53"/>
                <a:gd name="T8" fmla="*/ 92 w 92"/>
                <a:gd name="T9" fmla="*/ 14 h 53"/>
                <a:gd name="T10" fmla="*/ 92 w 92"/>
                <a:gd name="T11" fmla="*/ 14 h 53"/>
                <a:gd name="T12" fmla="*/ 90 w 92"/>
                <a:gd name="T13" fmla="*/ 5 h 53"/>
                <a:gd name="T14" fmla="*/ 88 w 92"/>
                <a:gd name="T15" fmla="*/ 1 h 53"/>
                <a:gd name="T16" fmla="*/ 85 w 92"/>
                <a:gd name="T17" fmla="*/ 0 h 53"/>
                <a:gd name="T18" fmla="*/ 85 w 92"/>
                <a:gd name="T19" fmla="*/ 0 h 53"/>
                <a:gd name="T20" fmla="*/ 81 w 92"/>
                <a:gd name="T21" fmla="*/ 0 h 53"/>
                <a:gd name="T22" fmla="*/ 76 w 92"/>
                <a:gd name="T23" fmla="*/ 2 h 53"/>
                <a:gd name="T24" fmla="*/ 70 w 92"/>
                <a:gd name="T25" fmla="*/ 3 h 53"/>
                <a:gd name="T26" fmla="*/ 64 w 92"/>
                <a:gd name="T27" fmla="*/ 3 h 53"/>
                <a:gd name="T28" fmla="*/ 64 w 92"/>
                <a:gd name="T29" fmla="*/ 3 h 53"/>
                <a:gd name="T30" fmla="*/ 57 w 92"/>
                <a:gd name="T31" fmla="*/ 3 h 53"/>
                <a:gd name="T32" fmla="*/ 57 w 92"/>
                <a:gd name="T33" fmla="*/ 3 h 53"/>
                <a:gd name="T34" fmla="*/ 53 w 92"/>
                <a:gd name="T35" fmla="*/ 9 h 53"/>
                <a:gd name="T36" fmla="*/ 48 w 92"/>
                <a:gd name="T37" fmla="*/ 13 h 53"/>
                <a:gd name="T38" fmla="*/ 48 w 92"/>
                <a:gd name="T39" fmla="*/ 13 h 53"/>
                <a:gd name="T40" fmla="*/ 46 w 92"/>
                <a:gd name="T41" fmla="*/ 16 h 53"/>
                <a:gd name="T42" fmla="*/ 43 w 92"/>
                <a:gd name="T43" fmla="*/ 19 h 53"/>
                <a:gd name="T44" fmla="*/ 42 w 92"/>
                <a:gd name="T45" fmla="*/ 24 h 53"/>
                <a:gd name="T46" fmla="*/ 42 w 92"/>
                <a:gd name="T47" fmla="*/ 24 h 53"/>
                <a:gd name="T48" fmla="*/ 37 w 92"/>
                <a:gd name="T49" fmla="*/ 27 h 53"/>
                <a:gd name="T50" fmla="*/ 28 w 92"/>
                <a:gd name="T51" fmla="*/ 29 h 53"/>
                <a:gd name="T52" fmla="*/ 11 w 92"/>
                <a:gd name="T53" fmla="*/ 32 h 53"/>
                <a:gd name="T54" fmla="*/ 11 w 92"/>
                <a:gd name="T55" fmla="*/ 32 h 53"/>
                <a:gd name="T56" fmla="*/ 6 w 92"/>
                <a:gd name="T57" fmla="*/ 33 h 53"/>
                <a:gd name="T58" fmla="*/ 0 w 92"/>
                <a:gd name="T59" fmla="*/ 35 h 53"/>
                <a:gd name="T60" fmla="*/ 0 w 92"/>
                <a:gd name="T61" fmla="*/ 35 h 53"/>
                <a:gd name="T62" fmla="*/ 0 w 92"/>
                <a:gd name="T63" fmla="*/ 39 h 53"/>
                <a:gd name="T64" fmla="*/ 0 w 92"/>
                <a:gd name="T65" fmla="*/ 39 h 53"/>
                <a:gd name="T66" fmla="*/ 5 w 92"/>
                <a:gd name="T67" fmla="*/ 45 h 53"/>
                <a:gd name="T68" fmla="*/ 10 w 92"/>
                <a:gd name="T69" fmla="*/ 50 h 53"/>
                <a:gd name="T70" fmla="*/ 10 w 92"/>
                <a:gd name="T71" fmla="*/ 50 h 53"/>
                <a:gd name="T72" fmla="*/ 14 w 92"/>
                <a:gd name="T73" fmla="*/ 49 h 53"/>
                <a:gd name="T74" fmla="*/ 14 w 92"/>
                <a:gd name="T75" fmla="*/ 49 h 53"/>
                <a:gd name="T76" fmla="*/ 17 w 92"/>
                <a:gd name="T77" fmla="*/ 48 h 53"/>
                <a:gd name="T78" fmla="*/ 21 w 92"/>
                <a:gd name="T79" fmla="*/ 45 h 53"/>
                <a:gd name="T80" fmla="*/ 26 w 92"/>
                <a:gd name="T81" fmla="*/ 43 h 53"/>
                <a:gd name="T82" fmla="*/ 31 w 92"/>
                <a:gd name="T83" fmla="*/ 43 h 53"/>
                <a:gd name="T84" fmla="*/ 31 w 92"/>
                <a:gd name="T85" fmla="*/ 43 h 53"/>
                <a:gd name="T86" fmla="*/ 38 w 92"/>
                <a:gd name="T87" fmla="*/ 46 h 53"/>
                <a:gd name="T88" fmla="*/ 47 w 92"/>
                <a:gd name="T89" fmla="*/ 53 h 53"/>
                <a:gd name="T90" fmla="*/ 47 w 92"/>
                <a:gd name="T91" fmla="*/ 53 h 53"/>
                <a:gd name="T92" fmla="*/ 62 w 92"/>
                <a:gd name="T93" fmla="*/ 51 h 53"/>
                <a:gd name="T94" fmla="*/ 62 w 92"/>
                <a:gd name="T95" fmla="*/ 51 h 53"/>
                <a:gd name="T96" fmla="*/ 76 w 92"/>
                <a:gd name="T97" fmla="*/ 51 h 53"/>
                <a:gd name="T98" fmla="*/ 76 w 92"/>
                <a:gd name="T99" fmla="*/ 51 h 53"/>
                <a:gd name="T100" fmla="*/ 81 w 92"/>
                <a:gd name="T101" fmla="*/ 49 h 53"/>
                <a:gd name="T102" fmla="*/ 86 w 92"/>
                <a:gd name="T103" fmla="*/ 46 h 53"/>
                <a:gd name="T104" fmla="*/ 86 w 92"/>
                <a:gd name="T105" fmla="*/ 46 h 53"/>
                <a:gd name="T106" fmla="*/ 84 w 92"/>
                <a:gd name="T107" fmla="*/ 41 h 53"/>
                <a:gd name="T108" fmla="*/ 85 w 92"/>
                <a:gd name="T109" fmla="*/ 38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92" h="53">
                  <a:moveTo>
                    <a:pt x="85" y="38"/>
                  </a:moveTo>
                  <a:lnTo>
                    <a:pt x="85" y="38"/>
                  </a:lnTo>
                  <a:lnTo>
                    <a:pt x="90" y="27"/>
                  </a:lnTo>
                  <a:lnTo>
                    <a:pt x="92" y="21"/>
                  </a:lnTo>
                  <a:lnTo>
                    <a:pt x="92" y="14"/>
                  </a:lnTo>
                  <a:lnTo>
                    <a:pt x="92" y="14"/>
                  </a:lnTo>
                  <a:lnTo>
                    <a:pt x="90" y="5"/>
                  </a:lnTo>
                  <a:lnTo>
                    <a:pt x="88" y="1"/>
                  </a:lnTo>
                  <a:lnTo>
                    <a:pt x="85" y="0"/>
                  </a:lnTo>
                  <a:lnTo>
                    <a:pt x="85" y="0"/>
                  </a:lnTo>
                  <a:lnTo>
                    <a:pt x="81" y="0"/>
                  </a:lnTo>
                  <a:lnTo>
                    <a:pt x="76" y="2"/>
                  </a:lnTo>
                  <a:lnTo>
                    <a:pt x="70" y="3"/>
                  </a:lnTo>
                  <a:lnTo>
                    <a:pt x="64" y="3"/>
                  </a:lnTo>
                  <a:lnTo>
                    <a:pt x="64" y="3"/>
                  </a:lnTo>
                  <a:lnTo>
                    <a:pt x="57" y="3"/>
                  </a:lnTo>
                  <a:lnTo>
                    <a:pt x="57" y="3"/>
                  </a:lnTo>
                  <a:lnTo>
                    <a:pt x="53" y="9"/>
                  </a:lnTo>
                  <a:lnTo>
                    <a:pt x="48" y="13"/>
                  </a:lnTo>
                  <a:lnTo>
                    <a:pt x="48" y="13"/>
                  </a:lnTo>
                  <a:lnTo>
                    <a:pt x="46" y="16"/>
                  </a:lnTo>
                  <a:lnTo>
                    <a:pt x="43" y="19"/>
                  </a:lnTo>
                  <a:lnTo>
                    <a:pt x="42" y="24"/>
                  </a:lnTo>
                  <a:lnTo>
                    <a:pt x="42" y="24"/>
                  </a:lnTo>
                  <a:lnTo>
                    <a:pt x="37" y="27"/>
                  </a:lnTo>
                  <a:lnTo>
                    <a:pt x="28" y="29"/>
                  </a:lnTo>
                  <a:lnTo>
                    <a:pt x="11" y="32"/>
                  </a:lnTo>
                  <a:lnTo>
                    <a:pt x="11" y="32"/>
                  </a:lnTo>
                  <a:lnTo>
                    <a:pt x="6" y="33"/>
                  </a:lnTo>
                  <a:lnTo>
                    <a:pt x="0" y="35"/>
                  </a:lnTo>
                  <a:lnTo>
                    <a:pt x="0" y="35"/>
                  </a:lnTo>
                  <a:lnTo>
                    <a:pt x="0" y="39"/>
                  </a:lnTo>
                  <a:lnTo>
                    <a:pt x="0" y="39"/>
                  </a:lnTo>
                  <a:lnTo>
                    <a:pt x="5" y="45"/>
                  </a:lnTo>
                  <a:lnTo>
                    <a:pt x="10" y="50"/>
                  </a:lnTo>
                  <a:lnTo>
                    <a:pt x="10" y="50"/>
                  </a:lnTo>
                  <a:lnTo>
                    <a:pt x="14" y="49"/>
                  </a:lnTo>
                  <a:lnTo>
                    <a:pt x="14" y="49"/>
                  </a:lnTo>
                  <a:lnTo>
                    <a:pt x="17" y="48"/>
                  </a:lnTo>
                  <a:lnTo>
                    <a:pt x="21" y="45"/>
                  </a:lnTo>
                  <a:lnTo>
                    <a:pt x="26" y="43"/>
                  </a:lnTo>
                  <a:lnTo>
                    <a:pt x="31" y="43"/>
                  </a:lnTo>
                  <a:lnTo>
                    <a:pt x="31" y="43"/>
                  </a:lnTo>
                  <a:lnTo>
                    <a:pt x="38" y="46"/>
                  </a:lnTo>
                  <a:lnTo>
                    <a:pt x="47" y="53"/>
                  </a:lnTo>
                  <a:lnTo>
                    <a:pt x="47" y="53"/>
                  </a:lnTo>
                  <a:lnTo>
                    <a:pt x="62" y="51"/>
                  </a:lnTo>
                  <a:lnTo>
                    <a:pt x="62" y="51"/>
                  </a:lnTo>
                  <a:lnTo>
                    <a:pt x="76" y="51"/>
                  </a:lnTo>
                  <a:lnTo>
                    <a:pt x="76" y="51"/>
                  </a:lnTo>
                  <a:lnTo>
                    <a:pt x="81" y="49"/>
                  </a:lnTo>
                  <a:lnTo>
                    <a:pt x="86" y="46"/>
                  </a:lnTo>
                  <a:lnTo>
                    <a:pt x="86" y="46"/>
                  </a:lnTo>
                  <a:lnTo>
                    <a:pt x="84" y="41"/>
                  </a:lnTo>
                  <a:lnTo>
                    <a:pt x="85"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4" name="Freeform 1115"/>
            <p:cNvSpPr>
              <a:spLocks noEditPoints="1"/>
            </p:cNvSpPr>
            <p:nvPr/>
          </p:nvSpPr>
          <p:spPr bwMode="gray">
            <a:xfrm>
              <a:off x="2383404" y="4092357"/>
              <a:ext cx="409052" cy="427263"/>
            </a:xfrm>
            <a:custGeom>
              <a:avLst/>
              <a:gdLst>
                <a:gd name="T0" fmla="*/ 149 w 165"/>
                <a:gd name="T1" fmla="*/ 111 h 170"/>
                <a:gd name="T2" fmla="*/ 133 w 165"/>
                <a:gd name="T3" fmla="*/ 106 h 170"/>
                <a:gd name="T4" fmla="*/ 132 w 165"/>
                <a:gd name="T5" fmla="*/ 96 h 170"/>
                <a:gd name="T6" fmla="*/ 128 w 165"/>
                <a:gd name="T7" fmla="*/ 95 h 170"/>
                <a:gd name="T8" fmla="*/ 118 w 165"/>
                <a:gd name="T9" fmla="*/ 95 h 170"/>
                <a:gd name="T10" fmla="*/ 111 w 165"/>
                <a:gd name="T11" fmla="*/ 87 h 170"/>
                <a:gd name="T12" fmla="*/ 100 w 165"/>
                <a:gd name="T13" fmla="*/ 71 h 170"/>
                <a:gd name="T14" fmla="*/ 97 w 165"/>
                <a:gd name="T15" fmla="*/ 65 h 170"/>
                <a:gd name="T16" fmla="*/ 89 w 165"/>
                <a:gd name="T17" fmla="*/ 59 h 170"/>
                <a:gd name="T18" fmla="*/ 85 w 165"/>
                <a:gd name="T19" fmla="*/ 54 h 170"/>
                <a:gd name="T20" fmla="*/ 80 w 165"/>
                <a:gd name="T21" fmla="*/ 49 h 170"/>
                <a:gd name="T22" fmla="*/ 84 w 165"/>
                <a:gd name="T23" fmla="*/ 39 h 170"/>
                <a:gd name="T24" fmla="*/ 84 w 165"/>
                <a:gd name="T25" fmla="*/ 37 h 170"/>
                <a:gd name="T26" fmla="*/ 80 w 165"/>
                <a:gd name="T27" fmla="*/ 35 h 170"/>
                <a:gd name="T28" fmla="*/ 83 w 165"/>
                <a:gd name="T29" fmla="*/ 32 h 170"/>
                <a:gd name="T30" fmla="*/ 95 w 165"/>
                <a:gd name="T31" fmla="*/ 24 h 170"/>
                <a:gd name="T32" fmla="*/ 97 w 165"/>
                <a:gd name="T33" fmla="*/ 18 h 170"/>
                <a:gd name="T34" fmla="*/ 95 w 165"/>
                <a:gd name="T35" fmla="*/ 10 h 170"/>
                <a:gd name="T36" fmla="*/ 79 w 165"/>
                <a:gd name="T37" fmla="*/ 0 h 170"/>
                <a:gd name="T38" fmla="*/ 69 w 165"/>
                <a:gd name="T39" fmla="*/ 2 h 170"/>
                <a:gd name="T40" fmla="*/ 62 w 165"/>
                <a:gd name="T41" fmla="*/ 6 h 170"/>
                <a:gd name="T42" fmla="*/ 51 w 165"/>
                <a:gd name="T43" fmla="*/ 14 h 170"/>
                <a:gd name="T44" fmla="*/ 35 w 165"/>
                <a:gd name="T45" fmla="*/ 16 h 170"/>
                <a:gd name="T46" fmla="*/ 19 w 165"/>
                <a:gd name="T47" fmla="*/ 17 h 170"/>
                <a:gd name="T48" fmla="*/ 8 w 165"/>
                <a:gd name="T49" fmla="*/ 28 h 170"/>
                <a:gd name="T50" fmla="*/ 5 w 165"/>
                <a:gd name="T51" fmla="*/ 32 h 170"/>
                <a:gd name="T52" fmla="*/ 0 w 165"/>
                <a:gd name="T53" fmla="*/ 38 h 170"/>
                <a:gd name="T54" fmla="*/ 6 w 165"/>
                <a:gd name="T55" fmla="*/ 49 h 170"/>
                <a:gd name="T56" fmla="*/ 11 w 165"/>
                <a:gd name="T57" fmla="*/ 65 h 170"/>
                <a:gd name="T58" fmla="*/ 30 w 165"/>
                <a:gd name="T59" fmla="*/ 49 h 170"/>
                <a:gd name="T60" fmla="*/ 33 w 165"/>
                <a:gd name="T61" fmla="*/ 49 h 170"/>
                <a:gd name="T62" fmla="*/ 48 w 165"/>
                <a:gd name="T63" fmla="*/ 55 h 170"/>
                <a:gd name="T64" fmla="*/ 59 w 165"/>
                <a:gd name="T65" fmla="*/ 72 h 170"/>
                <a:gd name="T66" fmla="*/ 69 w 165"/>
                <a:gd name="T67" fmla="*/ 86 h 170"/>
                <a:gd name="T68" fmla="*/ 85 w 165"/>
                <a:gd name="T69" fmla="*/ 99 h 170"/>
                <a:gd name="T70" fmla="*/ 111 w 165"/>
                <a:gd name="T71" fmla="*/ 118 h 170"/>
                <a:gd name="T72" fmla="*/ 120 w 165"/>
                <a:gd name="T73" fmla="*/ 128 h 170"/>
                <a:gd name="T74" fmla="*/ 127 w 165"/>
                <a:gd name="T75" fmla="*/ 134 h 170"/>
                <a:gd name="T76" fmla="*/ 131 w 165"/>
                <a:gd name="T77" fmla="*/ 139 h 170"/>
                <a:gd name="T78" fmla="*/ 136 w 165"/>
                <a:gd name="T79" fmla="*/ 152 h 170"/>
                <a:gd name="T80" fmla="*/ 132 w 165"/>
                <a:gd name="T81" fmla="*/ 162 h 170"/>
                <a:gd name="T82" fmla="*/ 131 w 165"/>
                <a:gd name="T83" fmla="*/ 170 h 170"/>
                <a:gd name="T84" fmla="*/ 136 w 165"/>
                <a:gd name="T85" fmla="*/ 166 h 170"/>
                <a:gd name="T86" fmla="*/ 142 w 165"/>
                <a:gd name="T87" fmla="*/ 151 h 170"/>
                <a:gd name="T88" fmla="*/ 144 w 165"/>
                <a:gd name="T89" fmla="*/ 140 h 170"/>
                <a:gd name="T90" fmla="*/ 138 w 165"/>
                <a:gd name="T91" fmla="*/ 135 h 170"/>
                <a:gd name="T92" fmla="*/ 144 w 165"/>
                <a:gd name="T93" fmla="*/ 125 h 170"/>
                <a:gd name="T94" fmla="*/ 149 w 165"/>
                <a:gd name="T95" fmla="*/ 125 h 170"/>
                <a:gd name="T96" fmla="*/ 159 w 165"/>
                <a:gd name="T97" fmla="*/ 130 h 170"/>
                <a:gd name="T98" fmla="*/ 165 w 165"/>
                <a:gd name="T99" fmla="*/ 128 h 170"/>
                <a:gd name="T100" fmla="*/ 161 w 165"/>
                <a:gd name="T101" fmla="*/ 120 h 170"/>
                <a:gd name="T102" fmla="*/ 79 w 165"/>
                <a:gd name="T103" fmla="*/ 59 h 170"/>
                <a:gd name="T104" fmla="*/ 76 w 165"/>
                <a:gd name="T105" fmla="*/ 56 h 170"/>
                <a:gd name="T106" fmla="*/ 80 w 165"/>
                <a:gd name="T107" fmla="*/ 55 h 170"/>
                <a:gd name="T108" fmla="*/ 88 w 165"/>
                <a:gd name="T109" fmla="*/ 96 h 170"/>
                <a:gd name="T110" fmla="*/ 85 w 165"/>
                <a:gd name="T111" fmla="*/ 95 h 170"/>
                <a:gd name="T112" fmla="*/ 88 w 165"/>
                <a:gd name="T113" fmla="*/ 93 h 170"/>
                <a:gd name="T114" fmla="*/ 88 w 165"/>
                <a:gd name="T115" fmla="*/ 9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65" h="170">
                  <a:moveTo>
                    <a:pt x="154" y="113"/>
                  </a:moveTo>
                  <a:lnTo>
                    <a:pt x="154" y="113"/>
                  </a:lnTo>
                  <a:lnTo>
                    <a:pt x="149" y="111"/>
                  </a:lnTo>
                  <a:lnTo>
                    <a:pt x="143" y="108"/>
                  </a:lnTo>
                  <a:lnTo>
                    <a:pt x="133" y="106"/>
                  </a:lnTo>
                  <a:lnTo>
                    <a:pt x="133" y="106"/>
                  </a:lnTo>
                  <a:lnTo>
                    <a:pt x="131" y="104"/>
                  </a:lnTo>
                  <a:lnTo>
                    <a:pt x="131" y="102"/>
                  </a:lnTo>
                  <a:lnTo>
                    <a:pt x="132" y="96"/>
                  </a:lnTo>
                  <a:lnTo>
                    <a:pt x="132" y="96"/>
                  </a:lnTo>
                  <a:lnTo>
                    <a:pt x="131" y="95"/>
                  </a:lnTo>
                  <a:lnTo>
                    <a:pt x="128" y="95"/>
                  </a:lnTo>
                  <a:lnTo>
                    <a:pt x="121" y="95"/>
                  </a:lnTo>
                  <a:lnTo>
                    <a:pt x="121" y="95"/>
                  </a:lnTo>
                  <a:lnTo>
                    <a:pt x="118" y="95"/>
                  </a:lnTo>
                  <a:lnTo>
                    <a:pt x="116" y="93"/>
                  </a:lnTo>
                  <a:lnTo>
                    <a:pt x="111" y="87"/>
                  </a:lnTo>
                  <a:lnTo>
                    <a:pt x="111" y="87"/>
                  </a:lnTo>
                  <a:lnTo>
                    <a:pt x="107" y="83"/>
                  </a:lnTo>
                  <a:lnTo>
                    <a:pt x="104" y="77"/>
                  </a:lnTo>
                  <a:lnTo>
                    <a:pt x="100" y="71"/>
                  </a:lnTo>
                  <a:lnTo>
                    <a:pt x="99" y="67"/>
                  </a:lnTo>
                  <a:lnTo>
                    <a:pt x="99" y="67"/>
                  </a:lnTo>
                  <a:lnTo>
                    <a:pt x="97" y="65"/>
                  </a:lnTo>
                  <a:lnTo>
                    <a:pt x="95" y="63"/>
                  </a:lnTo>
                  <a:lnTo>
                    <a:pt x="92" y="60"/>
                  </a:lnTo>
                  <a:lnTo>
                    <a:pt x="89" y="59"/>
                  </a:lnTo>
                  <a:lnTo>
                    <a:pt x="89" y="59"/>
                  </a:lnTo>
                  <a:lnTo>
                    <a:pt x="86" y="58"/>
                  </a:lnTo>
                  <a:lnTo>
                    <a:pt x="85" y="54"/>
                  </a:lnTo>
                  <a:lnTo>
                    <a:pt x="83" y="50"/>
                  </a:lnTo>
                  <a:lnTo>
                    <a:pt x="80" y="49"/>
                  </a:lnTo>
                  <a:lnTo>
                    <a:pt x="80" y="49"/>
                  </a:lnTo>
                  <a:lnTo>
                    <a:pt x="79" y="48"/>
                  </a:lnTo>
                  <a:lnTo>
                    <a:pt x="80" y="45"/>
                  </a:lnTo>
                  <a:lnTo>
                    <a:pt x="84" y="39"/>
                  </a:lnTo>
                  <a:lnTo>
                    <a:pt x="84" y="39"/>
                  </a:lnTo>
                  <a:lnTo>
                    <a:pt x="85" y="38"/>
                  </a:lnTo>
                  <a:lnTo>
                    <a:pt x="84" y="37"/>
                  </a:lnTo>
                  <a:lnTo>
                    <a:pt x="83" y="37"/>
                  </a:lnTo>
                  <a:lnTo>
                    <a:pt x="80" y="35"/>
                  </a:lnTo>
                  <a:lnTo>
                    <a:pt x="80" y="35"/>
                  </a:lnTo>
                  <a:lnTo>
                    <a:pt x="79" y="34"/>
                  </a:lnTo>
                  <a:lnTo>
                    <a:pt x="79" y="33"/>
                  </a:lnTo>
                  <a:lnTo>
                    <a:pt x="83" y="32"/>
                  </a:lnTo>
                  <a:lnTo>
                    <a:pt x="83" y="32"/>
                  </a:lnTo>
                  <a:lnTo>
                    <a:pt x="89" y="27"/>
                  </a:lnTo>
                  <a:lnTo>
                    <a:pt x="95" y="24"/>
                  </a:lnTo>
                  <a:lnTo>
                    <a:pt x="95" y="24"/>
                  </a:lnTo>
                  <a:lnTo>
                    <a:pt x="95" y="24"/>
                  </a:lnTo>
                  <a:lnTo>
                    <a:pt x="97" y="18"/>
                  </a:lnTo>
                  <a:lnTo>
                    <a:pt x="99" y="13"/>
                  </a:lnTo>
                  <a:lnTo>
                    <a:pt x="99" y="13"/>
                  </a:lnTo>
                  <a:lnTo>
                    <a:pt x="95" y="10"/>
                  </a:lnTo>
                  <a:lnTo>
                    <a:pt x="90" y="6"/>
                  </a:lnTo>
                  <a:lnTo>
                    <a:pt x="84" y="2"/>
                  </a:lnTo>
                  <a:lnTo>
                    <a:pt x="79" y="0"/>
                  </a:lnTo>
                  <a:lnTo>
                    <a:pt x="79" y="0"/>
                  </a:lnTo>
                  <a:lnTo>
                    <a:pt x="74" y="0"/>
                  </a:lnTo>
                  <a:lnTo>
                    <a:pt x="69" y="2"/>
                  </a:lnTo>
                  <a:lnTo>
                    <a:pt x="65" y="5"/>
                  </a:lnTo>
                  <a:lnTo>
                    <a:pt x="62" y="6"/>
                  </a:lnTo>
                  <a:lnTo>
                    <a:pt x="62" y="6"/>
                  </a:lnTo>
                  <a:lnTo>
                    <a:pt x="58" y="7"/>
                  </a:lnTo>
                  <a:lnTo>
                    <a:pt x="54" y="11"/>
                  </a:lnTo>
                  <a:lnTo>
                    <a:pt x="51" y="14"/>
                  </a:lnTo>
                  <a:lnTo>
                    <a:pt x="48" y="16"/>
                  </a:lnTo>
                  <a:lnTo>
                    <a:pt x="48" y="16"/>
                  </a:lnTo>
                  <a:lnTo>
                    <a:pt x="35" y="16"/>
                  </a:lnTo>
                  <a:lnTo>
                    <a:pt x="25" y="16"/>
                  </a:lnTo>
                  <a:lnTo>
                    <a:pt x="19" y="17"/>
                  </a:lnTo>
                  <a:lnTo>
                    <a:pt x="19" y="17"/>
                  </a:lnTo>
                  <a:lnTo>
                    <a:pt x="6" y="18"/>
                  </a:lnTo>
                  <a:lnTo>
                    <a:pt x="6" y="18"/>
                  </a:lnTo>
                  <a:lnTo>
                    <a:pt x="8" y="28"/>
                  </a:lnTo>
                  <a:lnTo>
                    <a:pt x="8" y="28"/>
                  </a:lnTo>
                  <a:lnTo>
                    <a:pt x="8" y="30"/>
                  </a:lnTo>
                  <a:lnTo>
                    <a:pt x="5" y="32"/>
                  </a:lnTo>
                  <a:lnTo>
                    <a:pt x="1" y="37"/>
                  </a:lnTo>
                  <a:lnTo>
                    <a:pt x="1" y="37"/>
                  </a:lnTo>
                  <a:lnTo>
                    <a:pt x="0" y="38"/>
                  </a:lnTo>
                  <a:lnTo>
                    <a:pt x="1" y="40"/>
                  </a:lnTo>
                  <a:lnTo>
                    <a:pt x="3" y="44"/>
                  </a:lnTo>
                  <a:lnTo>
                    <a:pt x="6" y="49"/>
                  </a:lnTo>
                  <a:lnTo>
                    <a:pt x="9" y="54"/>
                  </a:lnTo>
                  <a:lnTo>
                    <a:pt x="9" y="54"/>
                  </a:lnTo>
                  <a:lnTo>
                    <a:pt x="11" y="65"/>
                  </a:lnTo>
                  <a:lnTo>
                    <a:pt x="11" y="65"/>
                  </a:lnTo>
                  <a:lnTo>
                    <a:pt x="24" y="55"/>
                  </a:lnTo>
                  <a:lnTo>
                    <a:pt x="30" y="49"/>
                  </a:lnTo>
                  <a:lnTo>
                    <a:pt x="30" y="49"/>
                  </a:lnTo>
                  <a:lnTo>
                    <a:pt x="32" y="49"/>
                  </a:lnTo>
                  <a:lnTo>
                    <a:pt x="33" y="49"/>
                  </a:lnTo>
                  <a:lnTo>
                    <a:pt x="38" y="50"/>
                  </a:lnTo>
                  <a:lnTo>
                    <a:pt x="48" y="55"/>
                  </a:lnTo>
                  <a:lnTo>
                    <a:pt x="48" y="55"/>
                  </a:lnTo>
                  <a:lnTo>
                    <a:pt x="51" y="58"/>
                  </a:lnTo>
                  <a:lnTo>
                    <a:pt x="53" y="61"/>
                  </a:lnTo>
                  <a:lnTo>
                    <a:pt x="59" y="72"/>
                  </a:lnTo>
                  <a:lnTo>
                    <a:pt x="59" y="72"/>
                  </a:lnTo>
                  <a:lnTo>
                    <a:pt x="63" y="80"/>
                  </a:lnTo>
                  <a:lnTo>
                    <a:pt x="69" y="86"/>
                  </a:lnTo>
                  <a:lnTo>
                    <a:pt x="79" y="96"/>
                  </a:lnTo>
                  <a:lnTo>
                    <a:pt x="79" y="96"/>
                  </a:lnTo>
                  <a:lnTo>
                    <a:pt x="85" y="99"/>
                  </a:lnTo>
                  <a:lnTo>
                    <a:pt x="95" y="107"/>
                  </a:lnTo>
                  <a:lnTo>
                    <a:pt x="111" y="118"/>
                  </a:lnTo>
                  <a:lnTo>
                    <a:pt x="111" y="118"/>
                  </a:lnTo>
                  <a:lnTo>
                    <a:pt x="115" y="120"/>
                  </a:lnTo>
                  <a:lnTo>
                    <a:pt x="117" y="125"/>
                  </a:lnTo>
                  <a:lnTo>
                    <a:pt x="120" y="128"/>
                  </a:lnTo>
                  <a:lnTo>
                    <a:pt x="122" y="130"/>
                  </a:lnTo>
                  <a:lnTo>
                    <a:pt x="122" y="130"/>
                  </a:lnTo>
                  <a:lnTo>
                    <a:pt x="127" y="134"/>
                  </a:lnTo>
                  <a:lnTo>
                    <a:pt x="129" y="136"/>
                  </a:lnTo>
                  <a:lnTo>
                    <a:pt x="131" y="139"/>
                  </a:lnTo>
                  <a:lnTo>
                    <a:pt x="131" y="139"/>
                  </a:lnTo>
                  <a:lnTo>
                    <a:pt x="134" y="145"/>
                  </a:lnTo>
                  <a:lnTo>
                    <a:pt x="134" y="149"/>
                  </a:lnTo>
                  <a:lnTo>
                    <a:pt x="136" y="152"/>
                  </a:lnTo>
                  <a:lnTo>
                    <a:pt x="136" y="152"/>
                  </a:lnTo>
                  <a:lnTo>
                    <a:pt x="134" y="156"/>
                  </a:lnTo>
                  <a:lnTo>
                    <a:pt x="132" y="162"/>
                  </a:lnTo>
                  <a:lnTo>
                    <a:pt x="129" y="167"/>
                  </a:lnTo>
                  <a:lnTo>
                    <a:pt x="131" y="170"/>
                  </a:lnTo>
                  <a:lnTo>
                    <a:pt x="131" y="170"/>
                  </a:lnTo>
                  <a:lnTo>
                    <a:pt x="131" y="170"/>
                  </a:lnTo>
                  <a:lnTo>
                    <a:pt x="132" y="170"/>
                  </a:lnTo>
                  <a:lnTo>
                    <a:pt x="136" y="166"/>
                  </a:lnTo>
                  <a:lnTo>
                    <a:pt x="139" y="159"/>
                  </a:lnTo>
                  <a:lnTo>
                    <a:pt x="139" y="159"/>
                  </a:lnTo>
                  <a:lnTo>
                    <a:pt x="142" y="151"/>
                  </a:lnTo>
                  <a:lnTo>
                    <a:pt x="144" y="144"/>
                  </a:lnTo>
                  <a:lnTo>
                    <a:pt x="144" y="144"/>
                  </a:lnTo>
                  <a:lnTo>
                    <a:pt x="144" y="140"/>
                  </a:lnTo>
                  <a:lnTo>
                    <a:pt x="142" y="139"/>
                  </a:lnTo>
                  <a:lnTo>
                    <a:pt x="138" y="135"/>
                  </a:lnTo>
                  <a:lnTo>
                    <a:pt x="138" y="135"/>
                  </a:lnTo>
                  <a:lnTo>
                    <a:pt x="138" y="133"/>
                  </a:lnTo>
                  <a:lnTo>
                    <a:pt x="140" y="129"/>
                  </a:lnTo>
                  <a:lnTo>
                    <a:pt x="144" y="125"/>
                  </a:lnTo>
                  <a:lnTo>
                    <a:pt x="144" y="125"/>
                  </a:lnTo>
                  <a:lnTo>
                    <a:pt x="145" y="125"/>
                  </a:lnTo>
                  <a:lnTo>
                    <a:pt x="149" y="125"/>
                  </a:lnTo>
                  <a:lnTo>
                    <a:pt x="155" y="129"/>
                  </a:lnTo>
                  <a:lnTo>
                    <a:pt x="155" y="129"/>
                  </a:lnTo>
                  <a:lnTo>
                    <a:pt x="159" y="130"/>
                  </a:lnTo>
                  <a:lnTo>
                    <a:pt x="161" y="130"/>
                  </a:lnTo>
                  <a:lnTo>
                    <a:pt x="164" y="129"/>
                  </a:lnTo>
                  <a:lnTo>
                    <a:pt x="165" y="128"/>
                  </a:lnTo>
                  <a:lnTo>
                    <a:pt x="165" y="128"/>
                  </a:lnTo>
                  <a:lnTo>
                    <a:pt x="164" y="125"/>
                  </a:lnTo>
                  <a:lnTo>
                    <a:pt x="161" y="120"/>
                  </a:lnTo>
                  <a:lnTo>
                    <a:pt x="154" y="113"/>
                  </a:lnTo>
                  <a:close/>
                  <a:moveTo>
                    <a:pt x="79" y="59"/>
                  </a:moveTo>
                  <a:lnTo>
                    <a:pt x="79" y="59"/>
                  </a:lnTo>
                  <a:lnTo>
                    <a:pt x="78" y="59"/>
                  </a:lnTo>
                  <a:lnTo>
                    <a:pt x="76" y="58"/>
                  </a:lnTo>
                  <a:lnTo>
                    <a:pt x="76" y="56"/>
                  </a:lnTo>
                  <a:lnTo>
                    <a:pt x="79" y="55"/>
                  </a:lnTo>
                  <a:lnTo>
                    <a:pt x="79" y="55"/>
                  </a:lnTo>
                  <a:lnTo>
                    <a:pt x="80" y="55"/>
                  </a:lnTo>
                  <a:lnTo>
                    <a:pt x="81" y="56"/>
                  </a:lnTo>
                  <a:lnTo>
                    <a:pt x="79" y="59"/>
                  </a:lnTo>
                  <a:close/>
                  <a:moveTo>
                    <a:pt x="88" y="96"/>
                  </a:moveTo>
                  <a:lnTo>
                    <a:pt x="88" y="96"/>
                  </a:lnTo>
                  <a:lnTo>
                    <a:pt x="86" y="96"/>
                  </a:lnTo>
                  <a:lnTo>
                    <a:pt x="85" y="95"/>
                  </a:lnTo>
                  <a:lnTo>
                    <a:pt x="86" y="92"/>
                  </a:lnTo>
                  <a:lnTo>
                    <a:pt x="86" y="92"/>
                  </a:lnTo>
                  <a:lnTo>
                    <a:pt x="88" y="93"/>
                  </a:lnTo>
                  <a:lnTo>
                    <a:pt x="88" y="95"/>
                  </a:lnTo>
                  <a:lnTo>
                    <a:pt x="88" y="96"/>
                  </a:lnTo>
                  <a:lnTo>
                    <a:pt x="88" y="9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7" name="Freeform 1132"/>
            <p:cNvSpPr>
              <a:spLocks/>
            </p:cNvSpPr>
            <p:nvPr/>
          </p:nvSpPr>
          <p:spPr bwMode="gray">
            <a:xfrm>
              <a:off x="6352456" y="6213589"/>
              <a:ext cx="49583" cy="37699"/>
            </a:xfrm>
            <a:custGeom>
              <a:avLst/>
              <a:gdLst>
                <a:gd name="T0" fmla="*/ 3 w 20"/>
                <a:gd name="T1" fmla="*/ 9 h 15"/>
                <a:gd name="T2" fmla="*/ 3 w 20"/>
                <a:gd name="T3" fmla="*/ 9 h 15"/>
                <a:gd name="T4" fmla="*/ 0 w 20"/>
                <a:gd name="T5" fmla="*/ 11 h 15"/>
                <a:gd name="T6" fmla="*/ 0 w 20"/>
                <a:gd name="T7" fmla="*/ 13 h 15"/>
                <a:gd name="T8" fmla="*/ 1 w 20"/>
                <a:gd name="T9" fmla="*/ 14 h 15"/>
                <a:gd name="T10" fmla="*/ 3 w 20"/>
                <a:gd name="T11" fmla="*/ 15 h 15"/>
                <a:gd name="T12" fmla="*/ 7 w 20"/>
                <a:gd name="T13" fmla="*/ 15 h 15"/>
                <a:gd name="T14" fmla="*/ 7 w 20"/>
                <a:gd name="T15" fmla="*/ 15 h 15"/>
                <a:gd name="T16" fmla="*/ 11 w 20"/>
                <a:gd name="T17" fmla="*/ 15 h 15"/>
                <a:gd name="T18" fmla="*/ 14 w 20"/>
                <a:gd name="T19" fmla="*/ 14 h 15"/>
                <a:gd name="T20" fmla="*/ 20 w 20"/>
                <a:gd name="T21" fmla="*/ 9 h 15"/>
                <a:gd name="T22" fmla="*/ 20 w 20"/>
                <a:gd name="T23" fmla="*/ 9 h 15"/>
                <a:gd name="T24" fmla="*/ 17 w 20"/>
                <a:gd name="T25" fmla="*/ 0 h 15"/>
                <a:gd name="T26" fmla="*/ 17 w 20"/>
                <a:gd name="T27" fmla="*/ 0 h 15"/>
                <a:gd name="T28" fmla="*/ 11 w 20"/>
                <a:gd name="T29" fmla="*/ 4 h 15"/>
                <a:gd name="T30" fmla="*/ 3 w 20"/>
                <a:gd name="T31" fmla="*/ 9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 h="15">
                  <a:moveTo>
                    <a:pt x="3" y="9"/>
                  </a:moveTo>
                  <a:lnTo>
                    <a:pt x="3" y="9"/>
                  </a:lnTo>
                  <a:lnTo>
                    <a:pt x="0" y="11"/>
                  </a:lnTo>
                  <a:lnTo>
                    <a:pt x="0" y="13"/>
                  </a:lnTo>
                  <a:lnTo>
                    <a:pt x="1" y="14"/>
                  </a:lnTo>
                  <a:lnTo>
                    <a:pt x="3" y="15"/>
                  </a:lnTo>
                  <a:lnTo>
                    <a:pt x="7" y="15"/>
                  </a:lnTo>
                  <a:lnTo>
                    <a:pt x="7" y="15"/>
                  </a:lnTo>
                  <a:lnTo>
                    <a:pt x="11" y="15"/>
                  </a:lnTo>
                  <a:lnTo>
                    <a:pt x="14" y="14"/>
                  </a:lnTo>
                  <a:lnTo>
                    <a:pt x="20" y="9"/>
                  </a:lnTo>
                  <a:lnTo>
                    <a:pt x="20" y="9"/>
                  </a:lnTo>
                  <a:lnTo>
                    <a:pt x="17" y="0"/>
                  </a:lnTo>
                  <a:lnTo>
                    <a:pt x="17" y="0"/>
                  </a:lnTo>
                  <a:lnTo>
                    <a:pt x="11" y="4"/>
                  </a:lnTo>
                  <a:lnTo>
                    <a:pt x="3" y="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198" name="Freeform 1134"/>
            <p:cNvSpPr>
              <a:spLocks/>
            </p:cNvSpPr>
            <p:nvPr/>
          </p:nvSpPr>
          <p:spPr bwMode="gray">
            <a:xfrm>
              <a:off x="6394602" y="6206049"/>
              <a:ext cx="57019" cy="30160"/>
            </a:xfrm>
            <a:custGeom>
              <a:avLst/>
              <a:gdLst>
                <a:gd name="T0" fmla="*/ 23 w 23"/>
                <a:gd name="T1" fmla="*/ 1 h 12"/>
                <a:gd name="T2" fmla="*/ 23 w 23"/>
                <a:gd name="T3" fmla="*/ 1 h 12"/>
                <a:gd name="T4" fmla="*/ 18 w 23"/>
                <a:gd name="T5" fmla="*/ 0 h 12"/>
                <a:gd name="T6" fmla="*/ 11 w 23"/>
                <a:gd name="T7" fmla="*/ 0 h 12"/>
                <a:gd name="T8" fmla="*/ 5 w 23"/>
                <a:gd name="T9" fmla="*/ 1 h 12"/>
                <a:gd name="T10" fmla="*/ 1 w 23"/>
                <a:gd name="T11" fmla="*/ 2 h 12"/>
                <a:gd name="T12" fmla="*/ 1 w 23"/>
                <a:gd name="T13" fmla="*/ 2 h 12"/>
                <a:gd name="T14" fmla="*/ 0 w 23"/>
                <a:gd name="T15" fmla="*/ 3 h 12"/>
                <a:gd name="T16" fmla="*/ 0 w 23"/>
                <a:gd name="T17" fmla="*/ 3 h 12"/>
                <a:gd name="T18" fmla="*/ 3 w 23"/>
                <a:gd name="T19" fmla="*/ 12 h 12"/>
                <a:gd name="T20" fmla="*/ 3 w 23"/>
                <a:gd name="T21" fmla="*/ 12 h 12"/>
                <a:gd name="T22" fmla="*/ 10 w 23"/>
                <a:gd name="T23" fmla="*/ 7 h 12"/>
                <a:gd name="T24" fmla="*/ 13 w 23"/>
                <a:gd name="T25" fmla="*/ 5 h 12"/>
                <a:gd name="T26" fmla="*/ 13 w 23"/>
                <a:gd name="T27" fmla="*/ 5 h 12"/>
                <a:gd name="T28" fmla="*/ 21 w 23"/>
                <a:gd name="T29" fmla="*/ 3 h 12"/>
                <a:gd name="T30" fmla="*/ 23 w 23"/>
                <a:gd name="T31" fmla="*/ 2 h 12"/>
                <a:gd name="T32" fmla="*/ 23 w 23"/>
                <a:gd name="T33" fmla="*/ 1 h 12"/>
                <a:gd name="T34" fmla="*/ 23 w 23"/>
                <a:gd name="T35" fmla="*/ 1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 h="12">
                  <a:moveTo>
                    <a:pt x="23" y="1"/>
                  </a:moveTo>
                  <a:lnTo>
                    <a:pt x="23" y="1"/>
                  </a:lnTo>
                  <a:lnTo>
                    <a:pt x="18" y="0"/>
                  </a:lnTo>
                  <a:lnTo>
                    <a:pt x="11" y="0"/>
                  </a:lnTo>
                  <a:lnTo>
                    <a:pt x="5" y="1"/>
                  </a:lnTo>
                  <a:lnTo>
                    <a:pt x="1" y="2"/>
                  </a:lnTo>
                  <a:lnTo>
                    <a:pt x="1" y="2"/>
                  </a:lnTo>
                  <a:lnTo>
                    <a:pt x="0" y="3"/>
                  </a:lnTo>
                  <a:lnTo>
                    <a:pt x="0" y="3"/>
                  </a:lnTo>
                  <a:lnTo>
                    <a:pt x="3" y="12"/>
                  </a:lnTo>
                  <a:lnTo>
                    <a:pt x="3" y="12"/>
                  </a:lnTo>
                  <a:lnTo>
                    <a:pt x="10" y="7"/>
                  </a:lnTo>
                  <a:lnTo>
                    <a:pt x="13" y="5"/>
                  </a:lnTo>
                  <a:lnTo>
                    <a:pt x="13" y="5"/>
                  </a:lnTo>
                  <a:lnTo>
                    <a:pt x="21" y="3"/>
                  </a:lnTo>
                  <a:lnTo>
                    <a:pt x="23" y="2"/>
                  </a:lnTo>
                  <a:lnTo>
                    <a:pt x="23" y="1"/>
                  </a:lnTo>
                  <a:lnTo>
                    <a:pt x="23" y="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1" name="Freeform 1147"/>
            <p:cNvSpPr>
              <a:spLocks/>
            </p:cNvSpPr>
            <p:nvPr/>
          </p:nvSpPr>
          <p:spPr bwMode="gray">
            <a:xfrm>
              <a:off x="2953600" y="3368523"/>
              <a:ext cx="146267" cy="125665"/>
            </a:xfrm>
            <a:custGeom>
              <a:avLst/>
              <a:gdLst>
                <a:gd name="T0" fmla="*/ 53 w 59"/>
                <a:gd name="T1" fmla="*/ 32 h 50"/>
                <a:gd name="T2" fmla="*/ 53 w 59"/>
                <a:gd name="T3" fmla="*/ 32 h 50"/>
                <a:gd name="T4" fmla="*/ 52 w 59"/>
                <a:gd name="T5" fmla="*/ 29 h 50"/>
                <a:gd name="T6" fmla="*/ 48 w 59"/>
                <a:gd name="T7" fmla="*/ 24 h 50"/>
                <a:gd name="T8" fmla="*/ 48 w 59"/>
                <a:gd name="T9" fmla="*/ 24 h 50"/>
                <a:gd name="T10" fmla="*/ 47 w 59"/>
                <a:gd name="T11" fmla="*/ 22 h 50"/>
                <a:gd name="T12" fmla="*/ 47 w 59"/>
                <a:gd name="T13" fmla="*/ 18 h 50"/>
                <a:gd name="T14" fmla="*/ 48 w 59"/>
                <a:gd name="T15" fmla="*/ 16 h 50"/>
                <a:gd name="T16" fmla="*/ 51 w 59"/>
                <a:gd name="T17" fmla="*/ 14 h 50"/>
                <a:gd name="T18" fmla="*/ 51 w 59"/>
                <a:gd name="T19" fmla="*/ 14 h 50"/>
                <a:gd name="T20" fmla="*/ 53 w 59"/>
                <a:gd name="T21" fmla="*/ 14 h 50"/>
                <a:gd name="T22" fmla="*/ 57 w 59"/>
                <a:gd name="T23" fmla="*/ 16 h 50"/>
                <a:gd name="T24" fmla="*/ 57 w 59"/>
                <a:gd name="T25" fmla="*/ 16 h 50"/>
                <a:gd name="T26" fmla="*/ 59 w 59"/>
                <a:gd name="T27" fmla="*/ 1 h 50"/>
                <a:gd name="T28" fmla="*/ 59 w 59"/>
                <a:gd name="T29" fmla="*/ 1 h 50"/>
                <a:gd name="T30" fmla="*/ 55 w 59"/>
                <a:gd name="T31" fmla="*/ 1 h 50"/>
                <a:gd name="T32" fmla="*/ 55 w 59"/>
                <a:gd name="T33" fmla="*/ 1 h 50"/>
                <a:gd name="T34" fmla="*/ 39 w 59"/>
                <a:gd name="T35" fmla="*/ 1 h 50"/>
                <a:gd name="T36" fmla="*/ 23 w 59"/>
                <a:gd name="T37" fmla="*/ 0 h 50"/>
                <a:gd name="T38" fmla="*/ 23 w 59"/>
                <a:gd name="T39" fmla="*/ 0 h 50"/>
                <a:gd name="T40" fmla="*/ 16 w 59"/>
                <a:gd name="T41" fmla="*/ 1 h 50"/>
                <a:gd name="T42" fmla="*/ 9 w 59"/>
                <a:gd name="T43" fmla="*/ 5 h 50"/>
                <a:gd name="T44" fmla="*/ 3 w 59"/>
                <a:gd name="T45" fmla="*/ 8 h 50"/>
                <a:gd name="T46" fmla="*/ 2 w 59"/>
                <a:gd name="T47" fmla="*/ 11 h 50"/>
                <a:gd name="T48" fmla="*/ 0 w 59"/>
                <a:gd name="T49" fmla="*/ 13 h 50"/>
                <a:gd name="T50" fmla="*/ 0 w 59"/>
                <a:gd name="T51" fmla="*/ 13 h 50"/>
                <a:gd name="T52" fmla="*/ 2 w 59"/>
                <a:gd name="T53" fmla="*/ 18 h 50"/>
                <a:gd name="T54" fmla="*/ 3 w 59"/>
                <a:gd name="T55" fmla="*/ 23 h 50"/>
                <a:gd name="T56" fmla="*/ 5 w 59"/>
                <a:gd name="T57" fmla="*/ 27 h 50"/>
                <a:gd name="T58" fmla="*/ 8 w 59"/>
                <a:gd name="T59" fmla="*/ 30 h 50"/>
                <a:gd name="T60" fmla="*/ 8 w 59"/>
                <a:gd name="T61" fmla="*/ 30 h 50"/>
                <a:gd name="T62" fmla="*/ 10 w 59"/>
                <a:gd name="T63" fmla="*/ 33 h 50"/>
                <a:gd name="T64" fmla="*/ 11 w 59"/>
                <a:gd name="T65" fmla="*/ 35 h 50"/>
                <a:gd name="T66" fmla="*/ 13 w 59"/>
                <a:gd name="T67" fmla="*/ 44 h 50"/>
                <a:gd name="T68" fmla="*/ 13 w 59"/>
                <a:gd name="T69" fmla="*/ 44 h 50"/>
                <a:gd name="T70" fmla="*/ 23 w 59"/>
                <a:gd name="T71" fmla="*/ 43 h 50"/>
                <a:gd name="T72" fmla="*/ 23 w 59"/>
                <a:gd name="T73" fmla="*/ 43 h 50"/>
                <a:gd name="T74" fmla="*/ 26 w 59"/>
                <a:gd name="T75" fmla="*/ 43 h 50"/>
                <a:gd name="T76" fmla="*/ 30 w 59"/>
                <a:gd name="T77" fmla="*/ 44 h 50"/>
                <a:gd name="T78" fmla="*/ 34 w 59"/>
                <a:gd name="T79" fmla="*/ 46 h 50"/>
                <a:gd name="T80" fmla="*/ 39 w 59"/>
                <a:gd name="T81" fmla="*/ 49 h 50"/>
                <a:gd name="T82" fmla="*/ 39 w 59"/>
                <a:gd name="T83" fmla="*/ 49 h 50"/>
                <a:gd name="T84" fmla="*/ 47 w 59"/>
                <a:gd name="T85" fmla="*/ 50 h 50"/>
                <a:gd name="T86" fmla="*/ 59 w 59"/>
                <a:gd name="T87" fmla="*/ 50 h 50"/>
                <a:gd name="T88" fmla="*/ 59 w 59"/>
                <a:gd name="T89" fmla="*/ 50 h 50"/>
                <a:gd name="T90" fmla="*/ 59 w 59"/>
                <a:gd name="T91" fmla="*/ 50 h 50"/>
                <a:gd name="T92" fmla="*/ 57 w 59"/>
                <a:gd name="T93" fmla="*/ 30 h 50"/>
                <a:gd name="T94" fmla="*/ 57 w 59"/>
                <a:gd name="T95" fmla="*/ 30 h 50"/>
                <a:gd name="T96" fmla="*/ 55 w 59"/>
                <a:gd name="T97" fmla="*/ 32 h 50"/>
                <a:gd name="T98" fmla="*/ 53 w 59"/>
                <a:gd name="T99" fmla="*/ 32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9" h="50">
                  <a:moveTo>
                    <a:pt x="53" y="32"/>
                  </a:moveTo>
                  <a:lnTo>
                    <a:pt x="53" y="32"/>
                  </a:lnTo>
                  <a:lnTo>
                    <a:pt x="52" y="29"/>
                  </a:lnTo>
                  <a:lnTo>
                    <a:pt x="48" y="24"/>
                  </a:lnTo>
                  <a:lnTo>
                    <a:pt x="48" y="24"/>
                  </a:lnTo>
                  <a:lnTo>
                    <a:pt x="47" y="22"/>
                  </a:lnTo>
                  <a:lnTo>
                    <a:pt x="47" y="18"/>
                  </a:lnTo>
                  <a:lnTo>
                    <a:pt x="48" y="16"/>
                  </a:lnTo>
                  <a:lnTo>
                    <a:pt x="51" y="14"/>
                  </a:lnTo>
                  <a:lnTo>
                    <a:pt x="51" y="14"/>
                  </a:lnTo>
                  <a:lnTo>
                    <a:pt x="53" y="14"/>
                  </a:lnTo>
                  <a:lnTo>
                    <a:pt x="57" y="16"/>
                  </a:lnTo>
                  <a:lnTo>
                    <a:pt x="57" y="16"/>
                  </a:lnTo>
                  <a:lnTo>
                    <a:pt x="59" y="1"/>
                  </a:lnTo>
                  <a:lnTo>
                    <a:pt x="59" y="1"/>
                  </a:lnTo>
                  <a:lnTo>
                    <a:pt x="55" y="1"/>
                  </a:lnTo>
                  <a:lnTo>
                    <a:pt x="55" y="1"/>
                  </a:lnTo>
                  <a:lnTo>
                    <a:pt x="39" y="1"/>
                  </a:lnTo>
                  <a:lnTo>
                    <a:pt x="23" y="0"/>
                  </a:lnTo>
                  <a:lnTo>
                    <a:pt x="23" y="0"/>
                  </a:lnTo>
                  <a:lnTo>
                    <a:pt x="16" y="1"/>
                  </a:lnTo>
                  <a:lnTo>
                    <a:pt x="9" y="5"/>
                  </a:lnTo>
                  <a:lnTo>
                    <a:pt x="3" y="8"/>
                  </a:lnTo>
                  <a:lnTo>
                    <a:pt x="2" y="11"/>
                  </a:lnTo>
                  <a:lnTo>
                    <a:pt x="0" y="13"/>
                  </a:lnTo>
                  <a:lnTo>
                    <a:pt x="0" y="13"/>
                  </a:lnTo>
                  <a:lnTo>
                    <a:pt x="2" y="18"/>
                  </a:lnTo>
                  <a:lnTo>
                    <a:pt x="3" y="23"/>
                  </a:lnTo>
                  <a:lnTo>
                    <a:pt x="5" y="27"/>
                  </a:lnTo>
                  <a:lnTo>
                    <a:pt x="8" y="30"/>
                  </a:lnTo>
                  <a:lnTo>
                    <a:pt x="8" y="30"/>
                  </a:lnTo>
                  <a:lnTo>
                    <a:pt x="10" y="33"/>
                  </a:lnTo>
                  <a:lnTo>
                    <a:pt x="11" y="35"/>
                  </a:lnTo>
                  <a:lnTo>
                    <a:pt x="13" y="44"/>
                  </a:lnTo>
                  <a:lnTo>
                    <a:pt x="13" y="44"/>
                  </a:lnTo>
                  <a:lnTo>
                    <a:pt x="23" y="43"/>
                  </a:lnTo>
                  <a:lnTo>
                    <a:pt x="23" y="43"/>
                  </a:lnTo>
                  <a:lnTo>
                    <a:pt x="26" y="43"/>
                  </a:lnTo>
                  <a:lnTo>
                    <a:pt x="30" y="44"/>
                  </a:lnTo>
                  <a:lnTo>
                    <a:pt x="34" y="46"/>
                  </a:lnTo>
                  <a:lnTo>
                    <a:pt x="39" y="49"/>
                  </a:lnTo>
                  <a:lnTo>
                    <a:pt x="39" y="49"/>
                  </a:lnTo>
                  <a:lnTo>
                    <a:pt x="47" y="50"/>
                  </a:lnTo>
                  <a:lnTo>
                    <a:pt x="59" y="50"/>
                  </a:lnTo>
                  <a:lnTo>
                    <a:pt x="59" y="50"/>
                  </a:lnTo>
                  <a:lnTo>
                    <a:pt x="59" y="50"/>
                  </a:lnTo>
                  <a:lnTo>
                    <a:pt x="57" y="30"/>
                  </a:lnTo>
                  <a:lnTo>
                    <a:pt x="57" y="30"/>
                  </a:lnTo>
                  <a:lnTo>
                    <a:pt x="55" y="32"/>
                  </a:lnTo>
                  <a:lnTo>
                    <a:pt x="53"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2" name="Freeform 1149"/>
            <p:cNvSpPr>
              <a:spLocks noEditPoints="1"/>
            </p:cNvSpPr>
            <p:nvPr/>
          </p:nvSpPr>
          <p:spPr bwMode="gray">
            <a:xfrm>
              <a:off x="2527191" y="2614529"/>
              <a:ext cx="448718" cy="1022917"/>
            </a:xfrm>
            <a:custGeom>
              <a:avLst/>
              <a:gdLst>
                <a:gd name="T0" fmla="*/ 177 w 181"/>
                <a:gd name="T1" fmla="*/ 87 h 407"/>
                <a:gd name="T2" fmla="*/ 175 w 181"/>
                <a:gd name="T3" fmla="*/ 67 h 407"/>
                <a:gd name="T4" fmla="*/ 172 w 181"/>
                <a:gd name="T5" fmla="*/ 50 h 407"/>
                <a:gd name="T6" fmla="*/ 171 w 181"/>
                <a:gd name="T7" fmla="*/ 34 h 407"/>
                <a:gd name="T8" fmla="*/ 145 w 181"/>
                <a:gd name="T9" fmla="*/ 7 h 407"/>
                <a:gd name="T10" fmla="*/ 126 w 181"/>
                <a:gd name="T11" fmla="*/ 18 h 407"/>
                <a:gd name="T12" fmla="*/ 98 w 181"/>
                <a:gd name="T13" fmla="*/ 15 h 407"/>
                <a:gd name="T14" fmla="*/ 97 w 181"/>
                <a:gd name="T15" fmla="*/ 32 h 407"/>
                <a:gd name="T16" fmla="*/ 85 w 181"/>
                <a:gd name="T17" fmla="*/ 32 h 407"/>
                <a:gd name="T18" fmla="*/ 71 w 181"/>
                <a:gd name="T19" fmla="*/ 58 h 407"/>
                <a:gd name="T20" fmla="*/ 58 w 181"/>
                <a:gd name="T21" fmla="*/ 99 h 407"/>
                <a:gd name="T22" fmla="*/ 48 w 181"/>
                <a:gd name="T23" fmla="*/ 116 h 407"/>
                <a:gd name="T24" fmla="*/ 43 w 181"/>
                <a:gd name="T25" fmla="*/ 146 h 407"/>
                <a:gd name="T26" fmla="*/ 32 w 181"/>
                <a:gd name="T27" fmla="*/ 164 h 407"/>
                <a:gd name="T28" fmla="*/ 20 w 181"/>
                <a:gd name="T29" fmla="*/ 191 h 407"/>
                <a:gd name="T30" fmla="*/ 27 w 181"/>
                <a:gd name="T31" fmla="*/ 254 h 407"/>
                <a:gd name="T32" fmla="*/ 22 w 181"/>
                <a:gd name="T33" fmla="*/ 263 h 407"/>
                <a:gd name="T34" fmla="*/ 22 w 181"/>
                <a:gd name="T35" fmla="*/ 285 h 407"/>
                <a:gd name="T36" fmla="*/ 14 w 181"/>
                <a:gd name="T37" fmla="*/ 312 h 407"/>
                <a:gd name="T38" fmla="*/ 0 w 181"/>
                <a:gd name="T39" fmla="*/ 313 h 407"/>
                <a:gd name="T40" fmla="*/ 5 w 181"/>
                <a:gd name="T41" fmla="*/ 335 h 407"/>
                <a:gd name="T42" fmla="*/ 14 w 181"/>
                <a:gd name="T43" fmla="*/ 335 h 407"/>
                <a:gd name="T44" fmla="*/ 12 w 181"/>
                <a:gd name="T45" fmla="*/ 357 h 407"/>
                <a:gd name="T46" fmla="*/ 26 w 181"/>
                <a:gd name="T47" fmla="*/ 388 h 407"/>
                <a:gd name="T48" fmla="*/ 25 w 181"/>
                <a:gd name="T49" fmla="*/ 403 h 407"/>
                <a:gd name="T50" fmla="*/ 46 w 181"/>
                <a:gd name="T51" fmla="*/ 404 h 407"/>
                <a:gd name="T52" fmla="*/ 54 w 181"/>
                <a:gd name="T53" fmla="*/ 388 h 407"/>
                <a:gd name="T54" fmla="*/ 70 w 181"/>
                <a:gd name="T55" fmla="*/ 382 h 407"/>
                <a:gd name="T56" fmla="*/ 80 w 181"/>
                <a:gd name="T57" fmla="*/ 337 h 407"/>
                <a:gd name="T58" fmla="*/ 95 w 181"/>
                <a:gd name="T59" fmla="*/ 316 h 407"/>
                <a:gd name="T60" fmla="*/ 102 w 181"/>
                <a:gd name="T61" fmla="*/ 305 h 407"/>
                <a:gd name="T62" fmla="*/ 108 w 181"/>
                <a:gd name="T63" fmla="*/ 286 h 407"/>
                <a:gd name="T64" fmla="*/ 94 w 181"/>
                <a:gd name="T65" fmla="*/ 271 h 407"/>
                <a:gd name="T66" fmla="*/ 82 w 181"/>
                <a:gd name="T67" fmla="*/ 257 h 407"/>
                <a:gd name="T68" fmla="*/ 89 w 181"/>
                <a:gd name="T69" fmla="*/ 234 h 407"/>
                <a:gd name="T70" fmla="*/ 84 w 181"/>
                <a:gd name="T71" fmla="*/ 213 h 407"/>
                <a:gd name="T72" fmla="*/ 94 w 181"/>
                <a:gd name="T73" fmla="*/ 216 h 407"/>
                <a:gd name="T74" fmla="*/ 111 w 181"/>
                <a:gd name="T75" fmla="*/ 185 h 407"/>
                <a:gd name="T76" fmla="*/ 130 w 181"/>
                <a:gd name="T77" fmla="*/ 174 h 407"/>
                <a:gd name="T78" fmla="*/ 145 w 181"/>
                <a:gd name="T79" fmla="*/ 153 h 407"/>
                <a:gd name="T80" fmla="*/ 139 w 181"/>
                <a:gd name="T81" fmla="*/ 140 h 407"/>
                <a:gd name="T82" fmla="*/ 145 w 181"/>
                <a:gd name="T83" fmla="*/ 130 h 407"/>
                <a:gd name="T84" fmla="*/ 154 w 181"/>
                <a:gd name="T85" fmla="*/ 117 h 407"/>
                <a:gd name="T86" fmla="*/ 166 w 181"/>
                <a:gd name="T87" fmla="*/ 115 h 407"/>
                <a:gd name="T88" fmla="*/ 32 w 181"/>
                <a:gd name="T89" fmla="*/ 325 h 407"/>
                <a:gd name="T90" fmla="*/ 23 w 181"/>
                <a:gd name="T91" fmla="*/ 328 h 407"/>
                <a:gd name="T92" fmla="*/ 25 w 181"/>
                <a:gd name="T93" fmla="*/ 313 h 407"/>
                <a:gd name="T94" fmla="*/ 31 w 181"/>
                <a:gd name="T95" fmla="*/ 316 h 407"/>
                <a:gd name="T96" fmla="*/ 38 w 181"/>
                <a:gd name="T97" fmla="*/ 307 h 407"/>
                <a:gd name="T98" fmla="*/ 43 w 181"/>
                <a:gd name="T99" fmla="*/ 318 h 407"/>
                <a:gd name="T100" fmla="*/ 55 w 181"/>
                <a:gd name="T101" fmla="*/ 330 h 407"/>
                <a:gd name="T102" fmla="*/ 44 w 181"/>
                <a:gd name="T103" fmla="*/ 340 h 407"/>
                <a:gd name="T104" fmla="*/ 54 w 181"/>
                <a:gd name="T105" fmla="*/ 322 h 407"/>
                <a:gd name="T106" fmla="*/ 89 w 181"/>
                <a:gd name="T107" fmla="*/ 302 h 407"/>
                <a:gd name="T108" fmla="*/ 95 w 181"/>
                <a:gd name="T109" fmla="*/ 302 h 407"/>
                <a:gd name="T110" fmla="*/ 87 w 181"/>
                <a:gd name="T111" fmla="*/ 306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1" h="407">
                  <a:moveTo>
                    <a:pt x="176" y="100"/>
                  </a:moveTo>
                  <a:lnTo>
                    <a:pt x="176" y="100"/>
                  </a:lnTo>
                  <a:lnTo>
                    <a:pt x="176" y="98"/>
                  </a:lnTo>
                  <a:lnTo>
                    <a:pt x="175" y="95"/>
                  </a:lnTo>
                  <a:lnTo>
                    <a:pt x="175" y="95"/>
                  </a:lnTo>
                  <a:lnTo>
                    <a:pt x="177" y="87"/>
                  </a:lnTo>
                  <a:lnTo>
                    <a:pt x="180" y="82"/>
                  </a:lnTo>
                  <a:lnTo>
                    <a:pt x="181" y="77"/>
                  </a:lnTo>
                  <a:lnTo>
                    <a:pt x="181" y="77"/>
                  </a:lnTo>
                  <a:lnTo>
                    <a:pt x="180" y="73"/>
                  </a:lnTo>
                  <a:lnTo>
                    <a:pt x="177" y="69"/>
                  </a:lnTo>
                  <a:lnTo>
                    <a:pt x="175" y="67"/>
                  </a:lnTo>
                  <a:lnTo>
                    <a:pt x="174" y="63"/>
                  </a:lnTo>
                  <a:lnTo>
                    <a:pt x="174" y="63"/>
                  </a:lnTo>
                  <a:lnTo>
                    <a:pt x="175" y="58"/>
                  </a:lnTo>
                  <a:lnTo>
                    <a:pt x="174" y="55"/>
                  </a:lnTo>
                  <a:lnTo>
                    <a:pt x="174" y="55"/>
                  </a:lnTo>
                  <a:lnTo>
                    <a:pt x="172" y="50"/>
                  </a:lnTo>
                  <a:lnTo>
                    <a:pt x="172" y="45"/>
                  </a:lnTo>
                  <a:lnTo>
                    <a:pt x="172" y="45"/>
                  </a:lnTo>
                  <a:lnTo>
                    <a:pt x="172" y="40"/>
                  </a:lnTo>
                  <a:lnTo>
                    <a:pt x="172" y="37"/>
                  </a:lnTo>
                  <a:lnTo>
                    <a:pt x="171" y="34"/>
                  </a:lnTo>
                  <a:lnTo>
                    <a:pt x="171" y="34"/>
                  </a:lnTo>
                  <a:lnTo>
                    <a:pt x="165" y="24"/>
                  </a:lnTo>
                  <a:lnTo>
                    <a:pt x="163" y="19"/>
                  </a:lnTo>
                  <a:lnTo>
                    <a:pt x="159" y="15"/>
                  </a:lnTo>
                  <a:lnTo>
                    <a:pt x="159" y="15"/>
                  </a:lnTo>
                  <a:lnTo>
                    <a:pt x="153" y="11"/>
                  </a:lnTo>
                  <a:lnTo>
                    <a:pt x="145" y="7"/>
                  </a:lnTo>
                  <a:lnTo>
                    <a:pt x="145" y="7"/>
                  </a:lnTo>
                  <a:lnTo>
                    <a:pt x="138" y="4"/>
                  </a:lnTo>
                  <a:lnTo>
                    <a:pt x="127" y="0"/>
                  </a:lnTo>
                  <a:lnTo>
                    <a:pt x="127" y="0"/>
                  </a:lnTo>
                  <a:lnTo>
                    <a:pt x="127" y="13"/>
                  </a:lnTo>
                  <a:lnTo>
                    <a:pt x="126" y="18"/>
                  </a:lnTo>
                  <a:lnTo>
                    <a:pt x="124" y="19"/>
                  </a:lnTo>
                  <a:lnTo>
                    <a:pt x="123" y="20"/>
                  </a:lnTo>
                  <a:lnTo>
                    <a:pt x="123" y="20"/>
                  </a:lnTo>
                  <a:lnTo>
                    <a:pt x="110" y="16"/>
                  </a:lnTo>
                  <a:lnTo>
                    <a:pt x="103" y="14"/>
                  </a:lnTo>
                  <a:lnTo>
                    <a:pt x="98" y="15"/>
                  </a:lnTo>
                  <a:lnTo>
                    <a:pt x="98" y="15"/>
                  </a:lnTo>
                  <a:lnTo>
                    <a:pt x="98" y="16"/>
                  </a:lnTo>
                  <a:lnTo>
                    <a:pt x="98" y="19"/>
                  </a:lnTo>
                  <a:lnTo>
                    <a:pt x="98" y="24"/>
                  </a:lnTo>
                  <a:lnTo>
                    <a:pt x="98" y="30"/>
                  </a:lnTo>
                  <a:lnTo>
                    <a:pt x="97" y="32"/>
                  </a:lnTo>
                  <a:lnTo>
                    <a:pt x="95" y="32"/>
                  </a:lnTo>
                  <a:lnTo>
                    <a:pt x="95" y="32"/>
                  </a:lnTo>
                  <a:lnTo>
                    <a:pt x="91" y="32"/>
                  </a:lnTo>
                  <a:lnTo>
                    <a:pt x="90" y="31"/>
                  </a:lnTo>
                  <a:lnTo>
                    <a:pt x="87" y="30"/>
                  </a:lnTo>
                  <a:lnTo>
                    <a:pt x="85" y="32"/>
                  </a:lnTo>
                  <a:lnTo>
                    <a:pt x="85" y="32"/>
                  </a:lnTo>
                  <a:lnTo>
                    <a:pt x="81" y="37"/>
                  </a:lnTo>
                  <a:lnTo>
                    <a:pt x="78" y="42"/>
                  </a:lnTo>
                  <a:lnTo>
                    <a:pt x="73" y="52"/>
                  </a:lnTo>
                  <a:lnTo>
                    <a:pt x="73" y="52"/>
                  </a:lnTo>
                  <a:lnTo>
                    <a:pt x="71" y="58"/>
                  </a:lnTo>
                  <a:lnTo>
                    <a:pt x="69" y="69"/>
                  </a:lnTo>
                  <a:lnTo>
                    <a:pt x="66" y="80"/>
                  </a:lnTo>
                  <a:lnTo>
                    <a:pt x="64" y="88"/>
                  </a:lnTo>
                  <a:lnTo>
                    <a:pt x="64" y="88"/>
                  </a:lnTo>
                  <a:lnTo>
                    <a:pt x="60" y="95"/>
                  </a:lnTo>
                  <a:lnTo>
                    <a:pt x="58" y="99"/>
                  </a:lnTo>
                  <a:lnTo>
                    <a:pt x="55" y="103"/>
                  </a:lnTo>
                  <a:lnTo>
                    <a:pt x="55" y="103"/>
                  </a:lnTo>
                  <a:lnTo>
                    <a:pt x="52" y="105"/>
                  </a:lnTo>
                  <a:lnTo>
                    <a:pt x="50" y="109"/>
                  </a:lnTo>
                  <a:lnTo>
                    <a:pt x="48" y="116"/>
                  </a:lnTo>
                  <a:lnTo>
                    <a:pt x="48" y="116"/>
                  </a:lnTo>
                  <a:lnTo>
                    <a:pt x="47" y="130"/>
                  </a:lnTo>
                  <a:lnTo>
                    <a:pt x="46" y="137"/>
                  </a:lnTo>
                  <a:lnTo>
                    <a:pt x="43" y="141"/>
                  </a:lnTo>
                  <a:lnTo>
                    <a:pt x="43" y="141"/>
                  </a:lnTo>
                  <a:lnTo>
                    <a:pt x="43" y="143"/>
                  </a:lnTo>
                  <a:lnTo>
                    <a:pt x="43" y="146"/>
                  </a:lnTo>
                  <a:lnTo>
                    <a:pt x="44" y="151"/>
                  </a:lnTo>
                  <a:lnTo>
                    <a:pt x="46" y="156"/>
                  </a:lnTo>
                  <a:lnTo>
                    <a:pt x="44" y="158"/>
                  </a:lnTo>
                  <a:lnTo>
                    <a:pt x="42" y="159"/>
                  </a:lnTo>
                  <a:lnTo>
                    <a:pt x="42" y="159"/>
                  </a:lnTo>
                  <a:lnTo>
                    <a:pt x="32" y="164"/>
                  </a:lnTo>
                  <a:lnTo>
                    <a:pt x="26" y="168"/>
                  </a:lnTo>
                  <a:lnTo>
                    <a:pt x="26" y="168"/>
                  </a:lnTo>
                  <a:lnTo>
                    <a:pt x="22" y="176"/>
                  </a:lnTo>
                  <a:lnTo>
                    <a:pt x="21" y="184"/>
                  </a:lnTo>
                  <a:lnTo>
                    <a:pt x="20" y="191"/>
                  </a:lnTo>
                  <a:lnTo>
                    <a:pt x="20" y="191"/>
                  </a:lnTo>
                  <a:lnTo>
                    <a:pt x="20" y="221"/>
                  </a:lnTo>
                  <a:lnTo>
                    <a:pt x="20" y="237"/>
                  </a:lnTo>
                  <a:lnTo>
                    <a:pt x="21" y="245"/>
                  </a:lnTo>
                  <a:lnTo>
                    <a:pt x="21" y="245"/>
                  </a:lnTo>
                  <a:lnTo>
                    <a:pt x="26" y="250"/>
                  </a:lnTo>
                  <a:lnTo>
                    <a:pt x="27" y="254"/>
                  </a:lnTo>
                  <a:lnTo>
                    <a:pt x="27" y="255"/>
                  </a:lnTo>
                  <a:lnTo>
                    <a:pt x="27" y="255"/>
                  </a:lnTo>
                  <a:lnTo>
                    <a:pt x="27" y="255"/>
                  </a:lnTo>
                  <a:lnTo>
                    <a:pt x="23" y="258"/>
                  </a:lnTo>
                  <a:lnTo>
                    <a:pt x="22" y="259"/>
                  </a:lnTo>
                  <a:lnTo>
                    <a:pt x="22" y="263"/>
                  </a:lnTo>
                  <a:lnTo>
                    <a:pt x="22" y="263"/>
                  </a:lnTo>
                  <a:lnTo>
                    <a:pt x="22" y="269"/>
                  </a:lnTo>
                  <a:lnTo>
                    <a:pt x="23" y="275"/>
                  </a:lnTo>
                  <a:lnTo>
                    <a:pt x="25" y="280"/>
                  </a:lnTo>
                  <a:lnTo>
                    <a:pt x="23" y="282"/>
                  </a:lnTo>
                  <a:lnTo>
                    <a:pt x="22" y="285"/>
                  </a:lnTo>
                  <a:lnTo>
                    <a:pt x="22" y="285"/>
                  </a:lnTo>
                  <a:lnTo>
                    <a:pt x="17" y="292"/>
                  </a:lnTo>
                  <a:lnTo>
                    <a:pt x="16" y="296"/>
                  </a:lnTo>
                  <a:lnTo>
                    <a:pt x="15" y="301"/>
                  </a:lnTo>
                  <a:lnTo>
                    <a:pt x="15" y="301"/>
                  </a:lnTo>
                  <a:lnTo>
                    <a:pt x="14" y="312"/>
                  </a:lnTo>
                  <a:lnTo>
                    <a:pt x="12" y="316"/>
                  </a:lnTo>
                  <a:lnTo>
                    <a:pt x="11" y="317"/>
                  </a:lnTo>
                  <a:lnTo>
                    <a:pt x="9" y="317"/>
                  </a:lnTo>
                  <a:lnTo>
                    <a:pt x="9" y="317"/>
                  </a:lnTo>
                  <a:lnTo>
                    <a:pt x="0" y="313"/>
                  </a:lnTo>
                  <a:lnTo>
                    <a:pt x="0" y="313"/>
                  </a:lnTo>
                  <a:lnTo>
                    <a:pt x="1" y="316"/>
                  </a:lnTo>
                  <a:lnTo>
                    <a:pt x="1" y="316"/>
                  </a:lnTo>
                  <a:lnTo>
                    <a:pt x="2" y="321"/>
                  </a:lnTo>
                  <a:lnTo>
                    <a:pt x="4" y="325"/>
                  </a:lnTo>
                  <a:lnTo>
                    <a:pt x="4" y="332"/>
                  </a:lnTo>
                  <a:lnTo>
                    <a:pt x="5" y="335"/>
                  </a:lnTo>
                  <a:lnTo>
                    <a:pt x="5" y="335"/>
                  </a:lnTo>
                  <a:lnTo>
                    <a:pt x="6" y="337"/>
                  </a:lnTo>
                  <a:lnTo>
                    <a:pt x="9" y="338"/>
                  </a:lnTo>
                  <a:lnTo>
                    <a:pt x="11" y="338"/>
                  </a:lnTo>
                  <a:lnTo>
                    <a:pt x="14" y="335"/>
                  </a:lnTo>
                  <a:lnTo>
                    <a:pt x="14" y="335"/>
                  </a:lnTo>
                  <a:lnTo>
                    <a:pt x="15" y="335"/>
                  </a:lnTo>
                  <a:lnTo>
                    <a:pt x="15" y="337"/>
                  </a:lnTo>
                  <a:lnTo>
                    <a:pt x="14" y="341"/>
                  </a:lnTo>
                  <a:lnTo>
                    <a:pt x="11" y="353"/>
                  </a:lnTo>
                  <a:lnTo>
                    <a:pt x="11" y="353"/>
                  </a:lnTo>
                  <a:lnTo>
                    <a:pt x="12" y="357"/>
                  </a:lnTo>
                  <a:lnTo>
                    <a:pt x="15" y="362"/>
                  </a:lnTo>
                  <a:lnTo>
                    <a:pt x="21" y="372"/>
                  </a:lnTo>
                  <a:lnTo>
                    <a:pt x="21" y="372"/>
                  </a:lnTo>
                  <a:lnTo>
                    <a:pt x="23" y="381"/>
                  </a:lnTo>
                  <a:lnTo>
                    <a:pt x="26" y="388"/>
                  </a:lnTo>
                  <a:lnTo>
                    <a:pt x="26" y="388"/>
                  </a:lnTo>
                  <a:lnTo>
                    <a:pt x="26" y="392"/>
                  </a:lnTo>
                  <a:lnTo>
                    <a:pt x="25" y="397"/>
                  </a:lnTo>
                  <a:lnTo>
                    <a:pt x="25" y="401"/>
                  </a:lnTo>
                  <a:lnTo>
                    <a:pt x="25" y="402"/>
                  </a:lnTo>
                  <a:lnTo>
                    <a:pt x="25" y="403"/>
                  </a:lnTo>
                  <a:lnTo>
                    <a:pt x="25" y="403"/>
                  </a:lnTo>
                  <a:lnTo>
                    <a:pt x="31" y="404"/>
                  </a:lnTo>
                  <a:lnTo>
                    <a:pt x="34" y="405"/>
                  </a:lnTo>
                  <a:lnTo>
                    <a:pt x="39" y="407"/>
                  </a:lnTo>
                  <a:lnTo>
                    <a:pt x="39" y="407"/>
                  </a:lnTo>
                  <a:lnTo>
                    <a:pt x="44" y="405"/>
                  </a:lnTo>
                  <a:lnTo>
                    <a:pt x="46" y="404"/>
                  </a:lnTo>
                  <a:lnTo>
                    <a:pt x="47" y="402"/>
                  </a:lnTo>
                  <a:lnTo>
                    <a:pt x="47" y="402"/>
                  </a:lnTo>
                  <a:lnTo>
                    <a:pt x="48" y="396"/>
                  </a:lnTo>
                  <a:lnTo>
                    <a:pt x="50" y="392"/>
                  </a:lnTo>
                  <a:lnTo>
                    <a:pt x="54" y="388"/>
                  </a:lnTo>
                  <a:lnTo>
                    <a:pt x="54" y="388"/>
                  </a:lnTo>
                  <a:lnTo>
                    <a:pt x="59" y="386"/>
                  </a:lnTo>
                  <a:lnTo>
                    <a:pt x="63" y="386"/>
                  </a:lnTo>
                  <a:lnTo>
                    <a:pt x="65" y="386"/>
                  </a:lnTo>
                  <a:lnTo>
                    <a:pt x="68" y="386"/>
                  </a:lnTo>
                  <a:lnTo>
                    <a:pt x="68" y="386"/>
                  </a:lnTo>
                  <a:lnTo>
                    <a:pt x="70" y="382"/>
                  </a:lnTo>
                  <a:lnTo>
                    <a:pt x="74" y="372"/>
                  </a:lnTo>
                  <a:lnTo>
                    <a:pt x="80" y="355"/>
                  </a:lnTo>
                  <a:lnTo>
                    <a:pt x="80" y="355"/>
                  </a:lnTo>
                  <a:lnTo>
                    <a:pt x="80" y="349"/>
                  </a:lnTo>
                  <a:lnTo>
                    <a:pt x="80" y="344"/>
                  </a:lnTo>
                  <a:lnTo>
                    <a:pt x="80" y="337"/>
                  </a:lnTo>
                  <a:lnTo>
                    <a:pt x="80" y="337"/>
                  </a:lnTo>
                  <a:lnTo>
                    <a:pt x="85" y="325"/>
                  </a:lnTo>
                  <a:lnTo>
                    <a:pt x="91" y="316"/>
                  </a:lnTo>
                  <a:lnTo>
                    <a:pt x="91" y="316"/>
                  </a:lnTo>
                  <a:lnTo>
                    <a:pt x="94" y="316"/>
                  </a:lnTo>
                  <a:lnTo>
                    <a:pt x="95" y="316"/>
                  </a:lnTo>
                  <a:lnTo>
                    <a:pt x="96" y="316"/>
                  </a:lnTo>
                  <a:lnTo>
                    <a:pt x="97" y="316"/>
                  </a:lnTo>
                  <a:lnTo>
                    <a:pt x="97" y="316"/>
                  </a:lnTo>
                  <a:lnTo>
                    <a:pt x="98" y="314"/>
                  </a:lnTo>
                  <a:lnTo>
                    <a:pt x="101" y="309"/>
                  </a:lnTo>
                  <a:lnTo>
                    <a:pt x="102" y="305"/>
                  </a:lnTo>
                  <a:lnTo>
                    <a:pt x="105" y="302"/>
                  </a:lnTo>
                  <a:lnTo>
                    <a:pt x="105" y="302"/>
                  </a:lnTo>
                  <a:lnTo>
                    <a:pt x="108" y="298"/>
                  </a:lnTo>
                  <a:lnTo>
                    <a:pt x="110" y="293"/>
                  </a:lnTo>
                  <a:lnTo>
                    <a:pt x="110" y="293"/>
                  </a:lnTo>
                  <a:lnTo>
                    <a:pt x="108" y="286"/>
                  </a:lnTo>
                  <a:lnTo>
                    <a:pt x="106" y="279"/>
                  </a:lnTo>
                  <a:lnTo>
                    <a:pt x="106" y="279"/>
                  </a:lnTo>
                  <a:lnTo>
                    <a:pt x="103" y="275"/>
                  </a:lnTo>
                  <a:lnTo>
                    <a:pt x="101" y="273"/>
                  </a:lnTo>
                  <a:lnTo>
                    <a:pt x="97" y="271"/>
                  </a:lnTo>
                  <a:lnTo>
                    <a:pt x="94" y="271"/>
                  </a:lnTo>
                  <a:lnTo>
                    <a:pt x="94" y="271"/>
                  </a:lnTo>
                  <a:lnTo>
                    <a:pt x="90" y="270"/>
                  </a:lnTo>
                  <a:lnTo>
                    <a:pt x="87" y="269"/>
                  </a:lnTo>
                  <a:lnTo>
                    <a:pt x="84" y="261"/>
                  </a:lnTo>
                  <a:lnTo>
                    <a:pt x="84" y="261"/>
                  </a:lnTo>
                  <a:lnTo>
                    <a:pt x="82" y="257"/>
                  </a:lnTo>
                  <a:lnTo>
                    <a:pt x="84" y="252"/>
                  </a:lnTo>
                  <a:lnTo>
                    <a:pt x="85" y="247"/>
                  </a:lnTo>
                  <a:lnTo>
                    <a:pt x="87" y="244"/>
                  </a:lnTo>
                  <a:lnTo>
                    <a:pt x="87" y="244"/>
                  </a:lnTo>
                  <a:lnTo>
                    <a:pt x="89" y="240"/>
                  </a:lnTo>
                  <a:lnTo>
                    <a:pt x="89" y="234"/>
                  </a:lnTo>
                  <a:lnTo>
                    <a:pt x="89" y="224"/>
                  </a:lnTo>
                  <a:lnTo>
                    <a:pt x="89" y="224"/>
                  </a:lnTo>
                  <a:lnTo>
                    <a:pt x="89" y="222"/>
                  </a:lnTo>
                  <a:lnTo>
                    <a:pt x="87" y="220"/>
                  </a:lnTo>
                  <a:lnTo>
                    <a:pt x="85" y="216"/>
                  </a:lnTo>
                  <a:lnTo>
                    <a:pt x="84" y="213"/>
                  </a:lnTo>
                  <a:lnTo>
                    <a:pt x="84" y="213"/>
                  </a:lnTo>
                  <a:lnTo>
                    <a:pt x="85" y="212"/>
                  </a:lnTo>
                  <a:lnTo>
                    <a:pt x="86" y="213"/>
                  </a:lnTo>
                  <a:lnTo>
                    <a:pt x="92" y="216"/>
                  </a:lnTo>
                  <a:lnTo>
                    <a:pt x="92" y="216"/>
                  </a:lnTo>
                  <a:lnTo>
                    <a:pt x="94" y="216"/>
                  </a:lnTo>
                  <a:lnTo>
                    <a:pt x="95" y="215"/>
                  </a:lnTo>
                  <a:lnTo>
                    <a:pt x="98" y="210"/>
                  </a:lnTo>
                  <a:lnTo>
                    <a:pt x="106" y="200"/>
                  </a:lnTo>
                  <a:lnTo>
                    <a:pt x="106" y="200"/>
                  </a:lnTo>
                  <a:lnTo>
                    <a:pt x="108" y="192"/>
                  </a:lnTo>
                  <a:lnTo>
                    <a:pt x="111" y="185"/>
                  </a:lnTo>
                  <a:lnTo>
                    <a:pt x="111" y="185"/>
                  </a:lnTo>
                  <a:lnTo>
                    <a:pt x="113" y="184"/>
                  </a:lnTo>
                  <a:lnTo>
                    <a:pt x="117" y="181"/>
                  </a:lnTo>
                  <a:lnTo>
                    <a:pt x="124" y="178"/>
                  </a:lnTo>
                  <a:lnTo>
                    <a:pt x="124" y="178"/>
                  </a:lnTo>
                  <a:lnTo>
                    <a:pt x="130" y="174"/>
                  </a:lnTo>
                  <a:lnTo>
                    <a:pt x="133" y="172"/>
                  </a:lnTo>
                  <a:lnTo>
                    <a:pt x="134" y="168"/>
                  </a:lnTo>
                  <a:lnTo>
                    <a:pt x="134" y="168"/>
                  </a:lnTo>
                  <a:lnTo>
                    <a:pt x="137" y="164"/>
                  </a:lnTo>
                  <a:lnTo>
                    <a:pt x="139" y="159"/>
                  </a:lnTo>
                  <a:lnTo>
                    <a:pt x="145" y="153"/>
                  </a:lnTo>
                  <a:lnTo>
                    <a:pt x="145" y="153"/>
                  </a:lnTo>
                  <a:lnTo>
                    <a:pt x="145" y="151"/>
                  </a:lnTo>
                  <a:lnTo>
                    <a:pt x="144" y="148"/>
                  </a:lnTo>
                  <a:lnTo>
                    <a:pt x="140" y="143"/>
                  </a:lnTo>
                  <a:lnTo>
                    <a:pt x="140" y="143"/>
                  </a:lnTo>
                  <a:lnTo>
                    <a:pt x="139" y="140"/>
                  </a:lnTo>
                  <a:lnTo>
                    <a:pt x="139" y="138"/>
                  </a:lnTo>
                  <a:lnTo>
                    <a:pt x="143" y="136"/>
                  </a:lnTo>
                  <a:lnTo>
                    <a:pt x="143" y="136"/>
                  </a:lnTo>
                  <a:lnTo>
                    <a:pt x="144" y="132"/>
                  </a:lnTo>
                  <a:lnTo>
                    <a:pt x="145" y="130"/>
                  </a:lnTo>
                  <a:lnTo>
                    <a:pt x="145" y="130"/>
                  </a:lnTo>
                  <a:lnTo>
                    <a:pt x="148" y="127"/>
                  </a:lnTo>
                  <a:lnTo>
                    <a:pt x="153" y="122"/>
                  </a:lnTo>
                  <a:lnTo>
                    <a:pt x="153" y="122"/>
                  </a:lnTo>
                  <a:lnTo>
                    <a:pt x="155" y="121"/>
                  </a:lnTo>
                  <a:lnTo>
                    <a:pt x="155" y="119"/>
                  </a:lnTo>
                  <a:lnTo>
                    <a:pt x="154" y="117"/>
                  </a:lnTo>
                  <a:lnTo>
                    <a:pt x="154" y="115"/>
                  </a:lnTo>
                  <a:lnTo>
                    <a:pt x="154" y="115"/>
                  </a:lnTo>
                  <a:lnTo>
                    <a:pt x="155" y="114"/>
                  </a:lnTo>
                  <a:lnTo>
                    <a:pt x="159" y="114"/>
                  </a:lnTo>
                  <a:lnTo>
                    <a:pt x="166" y="115"/>
                  </a:lnTo>
                  <a:lnTo>
                    <a:pt x="166" y="115"/>
                  </a:lnTo>
                  <a:lnTo>
                    <a:pt x="170" y="115"/>
                  </a:lnTo>
                  <a:lnTo>
                    <a:pt x="172" y="115"/>
                  </a:lnTo>
                  <a:lnTo>
                    <a:pt x="180" y="114"/>
                  </a:lnTo>
                  <a:lnTo>
                    <a:pt x="180" y="114"/>
                  </a:lnTo>
                  <a:lnTo>
                    <a:pt x="176" y="100"/>
                  </a:lnTo>
                  <a:close/>
                  <a:moveTo>
                    <a:pt x="32" y="325"/>
                  </a:moveTo>
                  <a:lnTo>
                    <a:pt x="32" y="325"/>
                  </a:lnTo>
                  <a:lnTo>
                    <a:pt x="30" y="325"/>
                  </a:lnTo>
                  <a:lnTo>
                    <a:pt x="27" y="327"/>
                  </a:lnTo>
                  <a:lnTo>
                    <a:pt x="25" y="328"/>
                  </a:lnTo>
                  <a:lnTo>
                    <a:pt x="23" y="328"/>
                  </a:lnTo>
                  <a:lnTo>
                    <a:pt x="23" y="328"/>
                  </a:lnTo>
                  <a:lnTo>
                    <a:pt x="23" y="328"/>
                  </a:lnTo>
                  <a:lnTo>
                    <a:pt x="23" y="324"/>
                  </a:lnTo>
                  <a:lnTo>
                    <a:pt x="23" y="321"/>
                  </a:lnTo>
                  <a:lnTo>
                    <a:pt x="23" y="316"/>
                  </a:lnTo>
                  <a:lnTo>
                    <a:pt x="25" y="313"/>
                  </a:lnTo>
                  <a:lnTo>
                    <a:pt x="25" y="313"/>
                  </a:lnTo>
                  <a:lnTo>
                    <a:pt x="26" y="313"/>
                  </a:lnTo>
                  <a:lnTo>
                    <a:pt x="27" y="314"/>
                  </a:lnTo>
                  <a:lnTo>
                    <a:pt x="28" y="316"/>
                  </a:lnTo>
                  <a:lnTo>
                    <a:pt x="30" y="316"/>
                  </a:lnTo>
                  <a:lnTo>
                    <a:pt x="30" y="316"/>
                  </a:lnTo>
                  <a:lnTo>
                    <a:pt x="31" y="316"/>
                  </a:lnTo>
                  <a:lnTo>
                    <a:pt x="32" y="313"/>
                  </a:lnTo>
                  <a:lnTo>
                    <a:pt x="32" y="312"/>
                  </a:lnTo>
                  <a:lnTo>
                    <a:pt x="33" y="311"/>
                  </a:lnTo>
                  <a:lnTo>
                    <a:pt x="33" y="311"/>
                  </a:lnTo>
                  <a:lnTo>
                    <a:pt x="37" y="308"/>
                  </a:lnTo>
                  <a:lnTo>
                    <a:pt x="38" y="307"/>
                  </a:lnTo>
                  <a:lnTo>
                    <a:pt x="41" y="307"/>
                  </a:lnTo>
                  <a:lnTo>
                    <a:pt x="41" y="307"/>
                  </a:lnTo>
                  <a:lnTo>
                    <a:pt x="43" y="312"/>
                  </a:lnTo>
                  <a:lnTo>
                    <a:pt x="44" y="316"/>
                  </a:lnTo>
                  <a:lnTo>
                    <a:pt x="44" y="316"/>
                  </a:lnTo>
                  <a:lnTo>
                    <a:pt x="43" y="318"/>
                  </a:lnTo>
                  <a:lnTo>
                    <a:pt x="39" y="322"/>
                  </a:lnTo>
                  <a:lnTo>
                    <a:pt x="34" y="325"/>
                  </a:lnTo>
                  <a:lnTo>
                    <a:pt x="33" y="325"/>
                  </a:lnTo>
                  <a:lnTo>
                    <a:pt x="32" y="325"/>
                  </a:lnTo>
                  <a:close/>
                  <a:moveTo>
                    <a:pt x="55" y="330"/>
                  </a:moveTo>
                  <a:lnTo>
                    <a:pt x="55" y="330"/>
                  </a:lnTo>
                  <a:lnTo>
                    <a:pt x="54" y="334"/>
                  </a:lnTo>
                  <a:lnTo>
                    <a:pt x="52" y="338"/>
                  </a:lnTo>
                  <a:lnTo>
                    <a:pt x="49" y="341"/>
                  </a:lnTo>
                  <a:lnTo>
                    <a:pt x="47" y="341"/>
                  </a:lnTo>
                  <a:lnTo>
                    <a:pt x="47" y="341"/>
                  </a:lnTo>
                  <a:lnTo>
                    <a:pt x="44" y="340"/>
                  </a:lnTo>
                  <a:lnTo>
                    <a:pt x="44" y="339"/>
                  </a:lnTo>
                  <a:lnTo>
                    <a:pt x="48" y="333"/>
                  </a:lnTo>
                  <a:lnTo>
                    <a:pt x="48" y="333"/>
                  </a:lnTo>
                  <a:lnTo>
                    <a:pt x="50" y="325"/>
                  </a:lnTo>
                  <a:lnTo>
                    <a:pt x="52" y="323"/>
                  </a:lnTo>
                  <a:lnTo>
                    <a:pt x="54" y="322"/>
                  </a:lnTo>
                  <a:lnTo>
                    <a:pt x="54" y="322"/>
                  </a:lnTo>
                  <a:lnTo>
                    <a:pt x="55" y="322"/>
                  </a:lnTo>
                  <a:lnTo>
                    <a:pt x="55" y="324"/>
                  </a:lnTo>
                  <a:lnTo>
                    <a:pt x="55" y="330"/>
                  </a:lnTo>
                  <a:close/>
                  <a:moveTo>
                    <a:pt x="89" y="302"/>
                  </a:moveTo>
                  <a:lnTo>
                    <a:pt x="89" y="302"/>
                  </a:lnTo>
                  <a:lnTo>
                    <a:pt x="90" y="301"/>
                  </a:lnTo>
                  <a:lnTo>
                    <a:pt x="91" y="298"/>
                  </a:lnTo>
                  <a:lnTo>
                    <a:pt x="91" y="297"/>
                  </a:lnTo>
                  <a:lnTo>
                    <a:pt x="92" y="297"/>
                  </a:lnTo>
                  <a:lnTo>
                    <a:pt x="92" y="297"/>
                  </a:lnTo>
                  <a:lnTo>
                    <a:pt x="95" y="302"/>
                  </a:lnTo>
                  <a:lnTo>
                    <a:pt x="96" y="305"/>
                  </a:lnTo>
                  <a:lnTo>
                    <a:pt x="96" y="306"/>
                  </a:lnTo>
                  <a:lnTo>
                    <a:pt x="95" y="306"/>
                  </a:lnTo>
                  <a:lnTo>
                    <a:pt x="95" y="306"/>
                  </a:lnTo>
                  <a:lnTo>
                    <a:pt x="90" y="307"/>
                  </a:lnTo>
                  <a:lnTo>
                    <a:pt x="87" y="306"/>
                  </a:lnTo>
                  <a:lnTo>
                    <a:pt x="85" y="305"/>
                  </a:lnTo>
                  <a:lnTo>
                    <a:pt x="85" y="305"/>
                  </a:lnTo>
                  <a:lnTo>
                    <a:pt x="84" y="305"/>
                  </a:lnTo>
                  <a:lnTo>
                    <a:pt x="85" y="303"/>
                  </a:lnTo>
                  <a:lnTo>
                    <a:pt x="89" y="30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3" name="Freeform 1173"/>
            <p:cNvSpPr>
              <a:spLocks noEditPoints="1"/>
            </p:cNvSpPr>
            <p:nvPr/>
          </p:nvSpPr>
          <p:spPr bwMode="gray">
            <a:xfrm>
              <a:off x="5182317" y="3823431"/>
              <a:ext cx="1033788" cy="507689"/>
            </a:xfrm>
            <a:custGeom>
              <a:avLst/>
              <a:gdLst>
                <a:gd name="T0" fmla="*/ 19 w 417"/>
                <a:gd name="T1" fmla="*/ 76 h 202"/>
                <a:gd name="T2" fmla="*/ 15 w 417"/>
                <a:gd name="T3" fmla="*/ 89 h 202"/>
                <a:gd name="T4" fmla="*/ 42 w 417"/>
                <a:gd name="T5" fmla="*/ 107 h 202"/>
                <a:gd name="T6" fmla="*/ 47 w 417"/>
                <a:gd name="T7" fmla="*/ 126 h 202"/>
                <a:gd name="T8" fmla="*/ 51 w 417"/>
                <a:gd name="T9" fmla="*/ 146 h 202"/>
                <a:gd name="T10" fmla="*/ 71 w 417"/>
                <a:gd name="T11" fmla="*/ 151 h 202"/>
                <a:gd name="T12" fmla="*/ 83 w 417"/>
                <a:gd name="T13" fmla="*/ 160 h 202"/>
                <a:gd name="T14" fmla="*/ 76 w 417"/>
                <a:gd name="T15" fmla="*/ 170 h 202"/>
                <a:gd name="T16" fmla="*/ 89 w 417"/>
                <a:gd name="T17" fmla="*/ 186 h 202"/>
                <a:gd name="T18" fmla="*/ 119 w 417"/>
                <a:gd name="T19" fmla="*/ 184 h 202"/>
                <a:gd name="T20" fmla="*/ 138 w 417"/>
                <a:gd name="T21" fmla="*/ 182 h 202"/>
                <a:gd name="T22" fmla="*/ 154 w 417"/>
                <a:gd name="T23" fmla="*/ 188 h 202"/>
                <a:gd name="T24" fmla="*/ 174 w 417"/>
                <a:gd name="T25" fmla="*/ 190 h 202"/>
                <a:gd name="T26" fmla="*/ 191 w 417"/>
                <a:gd name="T27" fmla="*/ 202 h 202"/>
                <a:gd name="T28" fmla="*/ 223 w 417"/>
                <a:gd name="T29" fmla="*/ 197 h 202"/>
                <a:gd name="T30" fmla="*/ 261 w 417"/>
                <a:gd name="T31" fmla="*/ 183 h 202"/>
                <a:gd name="T32" fmla="*/ 286 w 417"/>
                <a:gd name="T33" fmla="*/ 177 h 202"/>
                <a:gd name="T34" fmla="*/ 326 w 417"/>
                <a:gd name="T35" fmla="*/ 129 h 202"/>
                <a:gd name="T36" fmla="*/ 334 w 417"/>
                <a:gd name="T37" fmla="*/ 120 h 202"/>
                <a:gd name="T38" fmla="*/ 340 w 417"/>
                <a:gd name="T39" fmla="*/ 124 h 202"/>
                <a:gd name="T40" fmla="*/ 352 w 417"/>
                <a:gd name="T41" fmla="*/ 139 h 202"/>
                <a:gd name="T42" fmla="*/ 372 w 417"/>
                <a:gd name="T43" fmla="*/ 130 h 202"/>
                <a:gd name="T44" fmla="*/ 401 w 417"/>
                <a:gd name="T45" fmla="*/ 114 h 202"/>
                <a:gd name="T46" fmla="*/ 415 w 417"/>
                <a:gd name="T47" fmla="*/ 112 h 202"/>
                <a:gd name="T48" fmla="*/ 417 w 417"/>
                <a:gd name="T49" fmla="*/ 92 h 202"/>
                <a:gd name="T50" fmla="*/ 398 w 417"/>
                <a:gd name="T51" fmla="*/ 85 h 202"/>
                <a:gd name="T52" fmla="*/ 387 w 417"/>
                <a:gd name="T53" fmla="*/ 88 h 202"/>
                <a:gd name="T54" fmla="*/ 377 w 417"/>
                <a:gd name="T55" fmla="*/ 92 h 202"/>
                <a:gd name="T56" fmla="*/ 368 w 417"/>
                <a:gd name="T57" fmla="*/ 72 h 202"/>
                <a:gd name="T58" fmla="*/ 376 w 417"/>
                <a:gd name="T59" fmla="*/ 46 h 202"/>
                <a:gd name="T60" fmla="*/ 360 w 417"/>
                <a:gd name="T61" fmla="*/ 44 h 202"/>
                <a:gd name="T62" fmla="*/ 346 w 417"/>
                <a:gd name="T63" fmla="*/ 38 h 202"/>
                <a:gd name="T64" fmla="*/ 323 w 417"/>
                <a:gd name="T65" fmla="*/ 49 h 202"/>
                <a:gd name="T66" fmla="*/ 298 w 417"/>
                <a:gd name="T67" fmla="*/ 59 h 202"/>
                <a:gd name="T68" fmla="*/ 275 w 417"/>
                <a:gd name="T69" fmla="*/ 55 h 202"/>
                <a:gd name="T70" fmla="*/ 252 w 417"/>
                <a:gd name="T71" fmla="*/ 45 h 202"/>
                <a:gd name="T72" fmla="*/ 238 w 417"/>
                <a:gd name="T73" fmla="*/ 35 h 202"/>
                <a:gd name="T74" fmla="*/ 225 w 417"/>
                <a:gd name="T75" fmla="*/ 34 h 202"/>
                <a:gd name="T76" fmla="*/ 198 w 417"/>
                <a:gd name="T77" fmla="*/ 38 h 202"/>
                <a:gd name="T78" fmla="*/ 180 w 417"/>
                <a:gd name="T79" fmla="*/ 25 h 202"/>
                <a:gd name="T80" fmla="*/ 175 w 417"/>
                <a:gd name="T81" fmla="*/ 14 h 202"/>
                <a:gd name="T82" fmla="*/ 144 w 417"/>
                <a:gd name="T83" fmla="*/ 2 h 202"/>
                <a:gd name="T84" fmla="*/ 138 w 417"/>
                <a:gd name="T85" fmla="*/ 2 h 202"/>
                <a:gd name="T86" fmla="*/ 135 w 417"/>
                <a:gd name="T87" fmla="*/ 8 h 202"/>
                <a:gd name="T88" fmla="*/ 126 w 417"/>
                <a:gd name="T89" fmla="*/ 28 h 202"/>
                <a:gd name="T90" fmla="*/ 124 w 417"/>
                <a:gd name="T91" fmla="*/ 37 h 202"/>
                <a:gd name="T92" fmla="*/ 110 w 417"/>
                <a:gd name="T93" fmla="*/ 45 h 202"/>
                <a:gd name="T94" fmla="*/ 87 w 417"/>
                <a:gd name="T95" fmla="*/ 30 h 202"/>
                <a:gd name="T96" fmla="*/ 78 w 417"/>
                <a:gd name="T97" fmla="*/ 27 h 202"/>
                <a:gd name="T98" fmla="*/ 62 w 417"/>
                <a:gd name="T99" fmla="*/ 22 h 202"/>
                <a:gd name="T100" fmla="*/ 32 w 417"/>
                <a:gd name="T101" fmla="*/ 28 h 202"/>
                <a:gd name="T102" fmla="*/ 9 w 417"/>
                <a:gd name="T103" fmla="*/ 32 h 202"/>
                <a:gd name="T104" fmla="*/ 7 w 417"/>
                <a:gd name="T105" fmla="*/ 48 h 202"/>
                <a:gd name="T106" fmla="*/ 0 w 417"/>
                <a:gd name="T107" fmla="*/ 54 h 202"/>
                <a:gd name="T108" fmla="*/ 4 w 417"/>
                <a:gd name="T109" fmla="*/ 62 h 202"/>
                <a:gd name="T110" fmla="*/ 47 w 417"/>
                <a:gd name="T111" fmla="*/ 32 h 202"/>
                <a:gd name="T112" fmla="*/ 54 w 417"/>
                <a:gd name="T113" fmla="*/ 38 h 202"/>
                <a:gd name="T114" fmla="*/ 49 w 417"/>
                <a:gd name="T115" fmla="*/ 45 h 202"/>
                <a:gd name="T116" fmla="*/ 41 w 417"/>
                <a:gd name="T117" fmla="*/ 40 h 202"/>
                <a:gd name="T118" fmla="*/ 43 w 417"/>
                <a:gd name="T119" fmla="*/ 34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17" h="202">
                  <a:moveTo>
                    <a:pt x="17" y="71"/>
                  </a:moveTo>
                  <a:lnTo>
                    <a:pt x="17" y="71"/>
                  </a:lnTo>
                  <a:lnTo>
                    <a:pt x="19" y="73"/>
                  </a:lnTo>
                  <a:lnTo>
                    <a:pt x="19" y="76"/>
                  </a:lnTo>
                  <a:lnTo>
                    <a:pt x="14" y="83"/>
                  </a:lnTo>
                  <a:lnTo>
                    <a:pt x="14" y="83"/>
                  </a:lnTo>
                  <a:lnTo>
                    <a:pt x="14" y="86"/>
                  </a:lnTo>
                  <a:lnTo>
                    <a:pt x="15" y="89"/>
                  </a:lnTo>
                  <a:lnTo>
                    <a:pt x="19" y="92"/>
                  </a:lnTo>
                  <a:lnTo>
                    <a:pt x="23" y="96"/>
                  </a:lnTo>
                  <a:lnTo>
                    <a:pt x="35" y="102"/>
                  </a:lnTo>
                  <a:lnTo>
                    <a:pt x="42" y="107"/>
                  </a:lnTo>
                  <a:lnTo>
                    <a:pt x="42" y="107"/>
                  </a:lnTo>
                  <a:lnTo>
                    <a:pt x="44" y="110"/>
                  </a:lnTo>
                  <a:lnTo>
                    <a:pt x="46" y="114"/>
                  </a:lnTo>
                  <a:lnTo>
                    <a:pt x="47" y="126"/>
                  </a:lnTo>
                  <a:lnTo>
                    <a:pt x="48" y="144"/>
                  </a:lnTo>
                  <a:lnTo>
                    <a:pt x="48" y="144"/>
                  </a:lnTo>
                  <a:lnTo>
                    <a:pt x="49" y="146"/>
                  </a:lnTo>
                  <a:lnTo>
                    <a:pt x="51" y="146"/>
                  </a:lnTo>
                  <a:lnTo>
                    <a:pt x="58" y="149"/>
                  </a:lnTo>
                  <a:lnTo>
                    <a:pt x="67" y="150"/>
                  </a:lnTo>
                  <a:lnTo>
                    <a:pt x="71" y="151"/>
                  </a:lnTo>
                  <a:lnTo>
                    <a:pt x="71" y="151"/>
                  </a:lnTo>
                  <a:lnTo>
                    <a:pt x="78" y="155"/>
                  </a:lnTo>
                  <a:lnTo>
                    <a:pt x="83" y="158"/>
                  </a:lnTo>
                  <a:lnTo>
                    <a:pt x="83" y="158"/>
                  </a:lnTo>
                  <a:lnTo>
                    <a:pt x="83" y="160"/>
                  </a:lnTo>
                  <a:lnTo>
                    <a:pt x="80" y="162"/>
                  </a:lnTo>
                  <a:lnTo>
                    <a:pt x="76" y="168"/>
                  </a:lnTo>
                  <a:lnTo>
                    <a:pt x="76" y="168"/>
                  </a:lnTo>
                  <a:lnTo>
                    <a:pt x="76" y="170"/>
                  </a:lnTo>
                  <a:lnTo>
                    <a:pt x="76" y="172"/>
                  </a:lnTo>
                  <a:lnTo>
                    <a:pt x="80" y="177"/>
                  </a:lnTo>
                  <a:lnTo>
                    <a:pt x="89" y="186"/>
                  </a:lnTo>
                  <a:lnTo>
                    <a:pt x="89" y="186"/>
                  </a:lnTo>
                  <a:lnTo>
                    <a:pt x="91" y="187"/>
                  </a:lnTo>
                  <a:lnTo>
                    <a:pt x="96" y="187"/>
                  </a:lnTo>
                  <a:lnTo>
                    <a:pt x="107" y="187"/>
                  </a:lnTo>
                  <a:lnTo>
                    <a:pt x="119" y="184"/>
                  </a:lnTo>
                  <a:lnTo>
                    <a:pt x="127" y="183"/>
                  </a:lnTo>
                  <a:lnTo>
                    <a:pt x="127" y="183"/>
                  </a:lnTo>
                  <a:lnTo>
                    <a:pt x="132" y="182"/>
                  </a:lnTo>
                  <a:lnTo>
                    <a:pt x="138" y="182"/>
                  </a:lnTo>
                  <a:lnTo>
                    <a:pt x="143" y="183"/>
                  </a:lnTo>
                  <a:lnTo>
                    <a:pt x="148" y="184"/>
                  </a:lnTo>
                  <a:lnTo>
                    <a:pt x="148" y="184"/>
                  </a:lnTo>
                  <a:lnTo>
                    <a:pt x="154" y="188"/>
                  </a:lnTo>
                  <a:lnTo>
                    <a:pt x="166" y="188"/>
                  </a:lnTo>
                  <a:lnTo>
                    <a:pt x="166" y="188"/>
                  </a:lnTo>
                  <a:lnTo>
                    <a:pt x="171" y="189"/>
                  </a:lnTo>
                  <a:lnTo>
                    <a:pt x="174" y="190"/>
                  </a:lnTo>
                  <a:lnTo>
                    <a:pt x="180" y="194"/>
                  </a:lnTo>
                  <a:lnTo>
                    <a:pt x="185" y="198"/>
                  </a:lnTo>
                  <a:lnTo>
                    <a:pt x="188" y="200"/>
                  </a:lnTo>
                  <a:lnTo>
                    <a:pt x="191" y="202"/>
                  </a:lnTo>
                  <a:lnTo>
                    <a:pt x="191" y="202"/>
                  </a:lnTo>
                  <a:lnTo>
                    <a:pt x="197" y="202"/>
                  </a:lnTo>
                  <a:lnTo>
                    <a:pt x="204" y="200"/>
                  </a:lnTo>
                  <a:lnTo>
                    <a:pt x="223" y="197"/>
                  </a:lnTo>
                  <a:lnTo>
                    <a:pt x="243" y="190"/>
                  </a:lnTo>
                  <a:lnTo>
                    <a:pt x="255" y="186"/>
                  </a:lnTo>
                  <a:lnTo>
                    <a:pt x="255" y="186"/>
                  </a:lnTo>
                  <a:lnTo>
                    <a:pt x="261" y="183"/>
                  </a:lnTo>
                  <a:lnTo>
                    <a:pt x="266" y="182"/>
                  </a:lnTo>
                  <a:lnTo>
                    <a:pt x="281" y="179"/>
                  </a:lnTo>
                  <a:lnTo>
                    <a:pt x="281" y="179"/>
                  </a:lnTo>
                  <a:lnTo>
                    <a:pt x="286" y="177"/>
                  </a:lnTo>
                  <a:lnTo>
                    <a:pt x="292" y="172"/>
                  </a:lnTo>
                  <a:lnTo>
                    <a:pt x="307" y="156"/>
                  </a:lnTo>
                  <a:lnTo>
                    <a:pt x="319" y="140"/>
                  </a:lnTo>
                  <a:lnTo>
                    <a:pt x="326" y="129"/>
                  </a:lnTo>
                  <a:lnTo>
                    <a:pt x="326" y="129"/>
                  </a:lnTo>
                  <a:lnTo>
                    <a:pt x="329" y="125"/>
                  </a:lnTo>
                  <a:lnTo>
                    <a:pt x="331" y="123"/>
                  </a:lnTo>
                  <a:lnTo>
                    <a:pt x="334" y="120"/>
                  </a:lnTo>
                  <a:lnTo>
                    <a:pt x="337" y="121"/>
                  </a:lnTo>
                  <a:lnTo>
                    <a:pt x="337" y="121"/>
                  </a:lnTo>
                  <a:lnTo>
                    <a:pt x="339" y="121"/>
                  </a:lnTo>
                  <a:lnTo>
                    <a:pt x="340" y="124"/>
                  </a:lnTo>
                  <a:lnTo>
                    <a:pt x="344" y="130"/>
                  </a:lnTo>
                  <a:lnTo>
                    <a:pt x="347" y="135"/>
                  </a:lnTo>
                  <a:lnTo>
                    <a:pt x="348" y="137"/>
                  </a:lnTo>
                  <a:lnTo>
                    <a:pt x="352" y="139"/>
                  </a:lnTo>
                  <a:lnTo>
                    <a:pt x="352" y="139"/>
                  </a:lnTo>
                  <a:lnTo>
                    <a:pt x="355" y="139"/>
                  </a:lnTo>
                  <a:lnTo>
                    <a:pt x="360" y="137"/>
                  </a:lnTo>
                  <a:lnTo>
                    <a:pt x="372" y="130"/>
                  </a:lnTo>
                  <a:lnTo>
                    <a:pt x="390" y="117"/>
                  </a:lnTo>
                  <a:lnTo>
                    <a:pt x="390" y="117"/>
                  </a:lnTo>
                  <a:lnTo>
                    <a:pt x="395" y="115"/>
                  </a:lnTo>
                  <a:lnTo>
                    <a:pt x="401" y="114"/>
                  </a:lnTo>
                  <a:lnTo>
                    <a:pt x="408" y="114"/>
                  </a:lnTo>
                  <a:lnTo>
                    <a:pt x="412" y="113"/>
                  </a:lnTo>
                  <a:lnTo>
                    <a:pt x="412" y="113"/>
                  </a:lnTo>
                  <a:lnTo>
                    <a:pt x="415" y="112"/>
                  </a:lnTo>
                  <a:lnTo>
                    <a:pt x="416" y="109"/>
                  </a:lnTo>
                  <a:lnTo>
                    <a:pt x="417" y="103"/>
                  </a:lnTo>
                  <a:lnTo>
                    <a:pt x="417" y="97"/>
                  </a:lnTo>
                  <a:lnTo>
                    <a:pt x="417" y="92"/>
                  </a:lnTo>
                  <a:lnTo>
                    <a:pt x="417" y="92"/>
                  </a:lnTo>
                  <a:lnTo>
                    <a:pt x="415" y="91"/>
                  </a:lnTo>
                  <a:lnTo>
                    <a:pt x="409" y="88"/>
                  </a:lnTo>
                  <a:lnTo>
                    <a:pt x="398" y="85"/>
                  </a:lnTo>
                  <a:lnTo>
                    <a:pt x="398" y="85"/>
                  </a:lnTo>
                  <a:lnTo>
                    <a:pt x="394" y="85"/>
                  </a:lnTo>
                  <a:lnTo>
                    <a:pt x="392" y="86"/>
                  </a:lnTo>
                  <a:lnTo>
                    <a:pt x="387" y="88"/>
                  </a:lnTo>
                  <a:lnTo>
                    <a:pt x="382" y="91"/>
                  </a:lnTo>
                  <a:lnTo>
                    <a:pt x="378" y="92"/>
                  </a:lnTo>
                  <a:lnTo>
                    <a:pt x="378" y="92"/>
                  </a:lnTo>
                  <a:lnTo>
                    <a:pt x="377" y="92"/>
                  </a:lnTo>
                  <a:lnTo>
                    <a:pt x="376" y="91"/>
                  </a:lnTo>
                  <a:lnTo>
                    <a:pt x="373" y="86"/>
                  </a:lnTo>
                  <a:lnTo>
                    <a:pt x="371" y="80"/>
                  </a:lnTo>
                  <a:lnTo>
                    <a:pt x="368" y="72"/>
                  </a:lnTo>
                  <a:lnTo>
                    <a:pt x="368" y="72"/>
                  </a:lnTo>
                  <a:lnTo>
                    <a:pt x="368" y="67"/>
                  </a:lnTo>
                  <a:lnTo>
                    <a:pt x="369" y="60"/>
                  </a:lnTo>
                  <a:lnTo>
                    <a:pt x="376" y="46"/>
                  </a:lnTo>
                  <a:lnTo>
                    <a:pt x="376" y="46"/>
                  </a:lnTo>
                  <a:lnTo>
                    <a:pt x="369" y="46"/>
                  </a:lnTo>
                  <a:lnTo>
                    <a:pt x="369" y="46"/>
                  </a:lnTo>
                  <a:lnTo>
                    <a:pt x="360" y="44"/>
                  </a:lnTo>
                  <a:lnTo>
                    <a:pt x="355" y="43"/>
                  </a:lnTo>
                  <a:lnTo>
                    <a:pt x="351" y="40"/>
                  </a:lnTo>
                  <a:lnTo>
                    <a:pt x="351" y="40"/>
                  </a:lnTo>
                  <a:lnTo>
                    <a:pt x="346" y="38"/>
                  </a:lnTo>
                  <a:lnTo>
                    <a:pt x="344" y="39"/>
                  </a:lnTo>
                  <a:lnTo>
                    <a:pt x="340" y="40"/>
                  </a:lnTo>
                  <a:lnTo>
                    <a:pt x="340" y="40"/>
                  </a:lnTo>
                  <a:lnTo>
                    <a:pt x="323" y="49"/>
                  </a:lnTo>
                  <a:lnTo>
                    <a:pt x="308" y="55"/>
                  </a:lnTo>
                  <a:lnTo>
                    <a:pt x="308" y="55"/>
                  </a:lnTo>
                  <a:lnTo>
                    <a:pt x="302" y="57"/>
                  </a:lnTo>
                  <a:lnTo>
                    <a:pt x="298" y="59"/>
                  </a:lnTo>
                  <a:lnTo>
                    <a:pt x="295" y="60"/>
                  </a:lnTo>
                  <a:lnTo>
                    <a:pt x="295" y="60"/>
                  </a:lnTo>
                  <a:lnTo>
                    <a:pt x="286" y="57"/>
                  </a:lnTo>
                  <a:lnTo>
                    <a:pt x="275" y="55"/>
                  </a:lnTo>
                  <a:lnTo>
                    <a:pt x="275" y="55"/>
                  </a:lnTo>
                  <a:lnTo>
                    <a:pt x="263" y="50"/>
                  </a:lnTo>
                  <a:lnTo>
                    <a:pt x="252" y="45"/>
                  </a:lnTo>
                  <a:lnTo>
                    <a:pt x="252" y="45"/>
                  </a:lnTo>
                  <a:lnTo>
                    <a:pt x="245" y="43"/>
                  </a:lnTo>
                  <a:lnTo>
                    <a:pt x="240" y="38"/>
                  </a:lnTo>
                  <a:lnTo>
                    <a:pt x="240" y="38"/>
                  </a:lnTo>
                  <a:lnTo>
                    <a:pt x="238" y="35"/>
                  </a:lnTo>
                  <a:lnTo>
                    <a:pt x="234" y="34"/>
                  </a:lnTo>
                  <a:lnTo>
                    <a:pt x="229" y="34"/>
                  </a:lnTo>
                  <a:lnTo>
                    <a:pt x="225" y="34"/>
                  </a:lnTo>
                  <a:lnTo>
                    <a:pt x="225" y="34"/>
                  </a:lnTo>
                  <a:lnTo>
                    <a:pt x="220" y="37"/>
                  </a:lnTo>
                  <a:lnTo>
                    <a:pt x="213" y="38"/>
                  </a:lnTo>
                  <a:lnTo>
                    <a:pt x="206" y="38"/>
                  </a:lnTo>
                  <a:lnTo>
                    <a:pt x="198" y="38"/>
                  </a:lnTo>
                  <a:lnTo>
                    <a:pt x="198" y="38"/>
                  </a:lnTo>
                  <a:lnTo>
                    <a:pt x="191" y="35"/>
                  </a:lnTo>
                  <a:lnTo>
                    <a:pt x="185" y="32"/>
                  </a:lnTo>
                  <a:lnTo>
                    <a:pt x="180" y="25"/>
                  </a:lnTo>
                  <a:lnTo>
                    <a:pt x="179" y="19"/>
                  </a:lnTo>
                  <a:lnTo>
                    <a:pt x="179" y="19"/>
                  </a:lnTo>
                  <a:lnTo>
                    <a:pt x="177" y="17"/>
                  </a:lnTo>
                  <a:lnTo>
                    <a:pt x="175" y="14"/>
                  </a:lnTo>
                  <a:lnTo>
                    <a:pt x="170" y="12"/>
                  </a:lnTo>
                  <a:lnTo>
                    <a:pt x="161" y="9"/>
                  </a:lnTo>
                  <a:lnTo>
                    <a:pt x="161" y="9"/>
                  </a:lnTo>
                  <a:lnTo>
                    <a:pt x="144" y="2"/>
                  </a:lnTo>
                  <a:lnTo>
                    <a:pt x="144" y="2"/>
                  </a:lnTo>
                  <a:lnTo>
                    <a:pt x="139" y="0"/>
                  </a:lnTo>
                  <a:lnTo>
                    <a:pt x="138" y="0"/>
                  </a:lnTo>
                  <a:lnTo>
                    <a:pt x="138" y="2"/>
                  </a:lnTo>
                  <a:lnTo>
                    <a:pt x="138" y="2"/>
                  </a:lnTo>
                  <a:lnTo>
                    <a:pt x="138" y="5"/>
                  </a:lnTo>
                  <a:lnTo>
                    <a:pt x="135" y="8"/>
                  </a:lnTo>
                  <a:lnTo>
                    <a:pt x="135" y="8"/>
                  </a:lnTo>
                  <a:lnTo>
                    <a:pt x="128" y="19"/>
                  </a:lnTo>
                  <a:lnTo>
                    <a:pt x="126" y="24"/>
                  </a:lnTo>
                  <a:lnTo>
                    <a:pt x="126" y="28"/>
                  </a:lnTo>
                  <a:lnTo>
                    <a:pt x="126" y="28"/>
                  </a:lnTo>
                  <a:lnTo>
                    <a:pt x="127" y="29"/>
                  </a:lnTo>
                  <a:lnTo>
                    <a:pt x="127" y="33"/>
                  </a:lnTo>
                  <a:lnTo>
                    <a:pt x="127" y="33"/>
                  </a:lnTo>
                  <a:lnTo>
                    <a:pt x="124" y="37"/>
                  </a:lnTo>
                  <a:lnTo>
                    <a:pt x="121" y="41"/>
                  </a:lnTo>
                  <a:lnTo>
                    <a:pt x="116" y="45"/>
                  </a:lnTo>
                  <a:lnTo>
                    <a:pt x="112" y="45"/>
                  </a:lnTo>
                  <a:lnTo>
                    <a:pt x="110" y="45"/>
                  </a:lnTo>
                  <a:lnTo>
                    <a:pt x="110" y="45"/>
                  </a:lnTo>
                  <a:lnTo>
                    <a:pt x="103" y="43"/>
                  </a:lnTo>
                  <a:lnTo>
                    <a:pt x="97" y="38"/>
                  </a:lnTo>
                  <a:lnTo>
                    <a:pt x="87" y="30"/>
                  </a:lnTo>
                  <a:lnTo>
                    <a:pt x="87" y="30"/>
                  </a:lnTo>
                  <a:lnTo>
                    <a:pt x="84" y="29"/>
                  </a:lnTo>
                  <a:lnTo>
                    <a:pt x="80" y="28"/>
                  </a:lnTo>
                  <a:lnTo>
                    <a:pt x="78" y="27"/>
                  </a:lnTo>
                  <a:lnTo>
                    <a:pt x="73" y="25"/>
                  </a:lnTo>
                  <a:lnTo>
                    <a:pt x="73" y="25"/>
                  </a:lnTo>
                  <a:lnTo>
                    <a:pt x="65" y="22"/>
                  </a:lnTo>
                  <a:lnTo>
                    <a:pt x="62" y="22"/>
                  </a:lnTo>
                  <a:lnTo>
                    <a:pt x="58" y="22"/>
                  </a:lnTo>
                  <a:lnTo>
                    <a:pt x="58" y="22"/>
                  </a:lnTo>
                  <a:lnTo>
                    <a:pt x="46" y="25"/>
                  </a:lnTo>
                  <a:lnTo>
                    <a:pt x="32" y="28"/>
                  </a:lnTo>
                  <a:lnTo>
                    <a:pt x="32" y="28"/>
                  </a:lnTo>
                  <a:lnTo>
                    <a:pt x="19" y="29"/>
                  </a:lnTo>
                  <a:lnTo>
                    <a:pt x="12" y="30"/>
                  </a:lnTo>
                  <a:lnTo>
                    <a:pt x="9" y="32"/>
                  </a:lnTo>
                  <a:lnTo>
                    <a:pt x="9" y="32"/>
                  </a:lnTo>
                  <a:lnTo>
                    <a:pt x="7" y="35"/>
                  </a:lnTo>
                  <a:lnTo>
                    <a:pt x="9" y="41"/>
                  </a:lnTo>
                  <a:lnTo>
                    <a:pt x="7" y="48"/>
                  </a:lnTo>
                  <a:lnTo>
                    <a:pt x="7" y="50"/>
                  </a:lnTo>
                  <a:lnTo>
                    <a:pt x="6" y="51"/>
                  </a:lnTo>
                  <a:lnTo>
                    <a:pt x="6" y="51"/>
                  </a:lnTo>
                  <a:lnTo>
                    <a:pt x="0" y="54"/>
                  </a:lnTo>
                  <a:lnTo>
                    <a:pt x="0" y="54"/>
                  </a:lnTo>
                  <a:lnTo>
                    <a:pt x="1" y="60"/>
                  </a:lnTo>
                  <a:lnTo>
                    <a:pt x="1" y="60"/>
                  </a:lnTo>
                  <a:lnTo>
                    <a:pt x="4" y="62"/>
                  </a:lnTo>
                  <a:lnTo>
                    <a:pt x="9" y="66"/>
                  </a:lnTo>
                  <a:lnTo>
                    <a:pt x="14" y="69"/>
                  </a:lnTo>
                  <a:lnTo>
                    <a:pt x="17" y="71"/>
                  </a:lnTo>
                  <a:close/>
                  <a:moveTo>
                    <a:pt x="47" y="32"/>
                  </a:moveTo>
                  <a:lnTo>
                    <a:pt x="47" y="32"/>
                  </a:lnTo>
                  <a:lnTo>
                    <a:pt x="52" y="34"/>
                  </a:lnTo>
                  <a:lnTo>
                    <a:pt x="54" y="35"/>
                  </a:lnTo>
                  <a:lnTo>
                    <a:pt x="54" y="38"/>
                  </a:lnTo>
                  <a:lnTo>
                    <a:pt x="54" y="38"/>
                  </a:lnTo>
                  <a:lnTo>
                    <a:pt x="54" y="40"/>
                  </a:lnTo>
                  <a:lnTo>
                    <a:pt x="52" y="43"/>
                  </a:lnTo>
                  <a:lnTo>
                    <a:pt x="49" y="45"/>
                  </a:lnTo>
                  <a:lnTo>
                    <a:pt x="47" y="45"/>
                  </a:lnTo>
                  <a:lnTo>
                    <a:pt x="47" y="45"/>
                  </a:lnTo>
                  <a:lnTo>
                    <a:pt x="42" y="41"/>
                  </a:lnTo>
                  <a:lnTo>
                    <a:pt x="41" y="40"/>
                  </a:lnTo>
                  <a:lnTo>
                    <a:pt x="41" y="38"/>
                  </a:lnTo>
                  <a:lnTo>
                    <a:pt x="41" y="38"/>
                  </a:lnTo>
                  <a:lnTo>
                    <a:pt x="42" y="35"/>
                  </a:lnTo>
                  <a:lnTo>
                    <a:pt x="43" y="34"/>
                  </a:lnTo>
                  <a:lnTo>
                    <a:pt x="46" y="32"/>
                  </a:lnTo>
                  <a:lnTo>
                    <a:pt x="47" y="3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5" name="Freeform 1021"/>
            <p:cNvSpPr>
              <a:spLocks/>
            </p:cNvSpPr>
            <p:nvPr/>
          </p:nvSpPr>
          <p:spPr bwMode="gray">
            <a:xfrm>
              <a:off x="2720563" y="2551697"/>
              <a:ext cx="34708" cy="55293"/>
            </a:xfrm>
            <a:custGeom>
              <a:avLst/>
              <a:gdLst>
                <a:gd name="T0" fmla="*/ 14 w 14"/>
                <a:gd name="T1" fmla="*/ 7 h 22"/>
                <a:gd name="T2" fmla="*/ 14 w 14"/>
                <a:gd name="T3" fmla="*/ 7 h 22"/>
                <a:gd name="T4" fmla="*/ 12 w 14"/>
                <a:gd name="T5" fmla="*/ 2 h 22"/>
                <a:gd name="T6" fmla="*/ 11 w 14"/>
                <a:gd name="T7" fmla="*/ 0 h 22"/>
                <a:gd name="T8" fmla="*/ 8 w 14"/>
                <a:gd name="T9" fmla="*/ 0 h 22"/>
                <a:gd name="T10" fmla="*/ 8 w 14"/>
                <a:gd name="T11" fmla="*/ 0 h 22"/>
                <a:gd name="T12" fmla="*/ 7 w 14"/>
                <a:gd name="T13" fmla="*/ 2 h 22"/>
                <a:gd name="T14" fmla="*/ 7 w 14"/>
                <a:gd name="T15" fmla="*/ 6 h 22"/>
                <a:gd name="T16" fmla="*/ 6 w 14"/>
                <a:gd name="T17" fmla="*/ 9 h 22"/>
                <a:gd name="T18" fmla="*/ 4 w 14"/>
                <a:gd name="T19" fmla="*/ 12 h 22"/>
                <a:gd name="T20" fmla="*/ 4 w 14"/>
                <a:gd name="T21" fmla="*/ 12 h 22"/>
                <a:gd name="T22" fmla="*/ 1 w 14"/>
                <a:gd name="T23" fmla="*/ 19 h 22"/>
                <a:gd name="T24" fmla="*/ 0 w 14"/>
                <a:gd name="T25" fmla="*/ 22 h 22"/>
                <a:gd name="T26" fmla="*/ 1 w 14"/>
                <a:gd name="T27" fmla="*/ 20 h 22"/>
                <a:gd name="T28" fmla="*/ 1 w 14"/>
                <a:gd name="T29" fmla="*/ 20 h 22"/>
                <a:gd name="T30" fmla="*/ 9 w 14"/>
                <a:gd name="T31" fmla="*/ 13 h 22"/>
                <a:gd name="T32" fmla="*/ 13 w 14"/>
                <a:gd name="T33" fmla="*/ 9 h 22"/>
                <a:gd name="T34" fmla="*/ 14 w 14"/>
                <a:gd name="T35" fmla="*/ 7 h 22"/>
                <a:gd name="T36" fmla="*/ 14 w 14"/>
                <a:gd name="T37" fmla="*/ 7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4" h="22">
                  <a:moveTo>
                    <a:pt x="14" y="7"/>
                  </a:moveTo>
                  <a:lnTo>
                    <a:pt x="14" y="7"/>
                  </a:lnTo>
                  <a:lnTo>
                    <a:pt x="12" y="2"/>
                  </a:lnTo>
                  <a:lnTo>
                    <a:pt x="11" y="0"/>
                  </a:lnTo>
                  <a:lnTo>
                    <a:pt x="8" y="0"/>
                  </a:lnTo>
                  <a:lnTo>
                    <a:pt x="8" y="0"/>
                  </a:lnTo>
                  <a:lnTo>
                    <a:pt x="7" y="2"/>
                  </a:lnTo>
                  <a:lnTo>
                    <a:pt x="7" y="6"/>
                  </a:lnTo>
                  <a:lnTo>
                    <a:pt x="6" y="9"/>
                  </a:lnTo>
                  <a:lnTo>
                    <a:pt x="4" y="12"/>
                  </a:lnTo>
                  <a:lnTo>
                    <a:pt x="4" y="12"/>
                  </a:lnTo>
                  <a:lnTo>
                    <a:pt x="1" y="19"/>
                  </a:lnTo>
                  <a:lnTo>
                    <a:pt x="0" y="22"/>
                  </a:lnTo>
                  <a:lnTo>
                    <a:pt x="1" y="20"/>
                  </a:lnTo>
                  <a:lnTo>
                    <a:pt x="1" y="20"/>
                  </a:lnTo>
                  <a:lnTo>
                    <a:pt x="9" y="13"/>
                  </a:lnTo>
                  <a:lnTo>
                    <a:pt x="13" y="9"/>
                  </a:lnTo>
                  <a:lnTo>
                    <a:pt x="14" y="7"/>
                  </a:lnTo>
                  <a:lnTo>
                    <a:pt x="14" y="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6" name="Freeform 1082"/>
            <p:cNvSpPr>
              <a:spLocks/>
            </p:cNvSpPr>
            <p:nvPr/>
          </p:nvSpPr>
          <p:spPr bwMode="gray">
            <a:xfrm>
              <a:off x="2353653" y="3931504"/>
              <a:ext cx="24791" cy="32673"/>
            </a:xfrm>
            <a:custGeom>
              <a:avLst/>
              <a:gdLst>
                <a:gd name="T0" fmla="*/ 8 w 10"/>
                <a:gd name="T1" fmla="*/ 13 h 13"/>
                <a:gd name="T2" fmla="*/ 8 w 10"/>
                <a:gd name="T3" fmla="*/ 13 h 13"/>
                <a:gd name="T4" fmla="*/ 2 w 10"/>
                <a:gd name="T5" fmla="*/ 12 h 13"/>
                <a:gd name="T6" fmla="*/ 2 w 10"/>
                <a:gd name="T7" fmla="*/ 12 h 13"/>
                <a:gd name="T8" fmla="*/ 2 w 10"/>
                <a:gd name="T9" fmla="*/ 12 h 13"/>
                <a:gd name="T10" fmla="*/ 2 w 10"/>
                <a:gd name="T11" fmla="*/ 12 h 13"/>
                <a:gd name="T12" fmla="*/ 2 w 10"/>
                <a:gd name="T13" fmla="*/ 12 h 13"/>
                <a:gd name="T14" fmla="*/ 2 w 10"/>
                <a:gd name="T15" fmla="*/ 12 h 13"/>
                <a:gd name="T16" fmla="*/ 2 w 10"/>
                <a:gd name="T17" fmla="*/ 12 h 13"/>
                <a:gd name="T18" fmla="*/ 2 w 10"/>
                <a:gd name="T19" fmla="*/ 11 h 13"/>
                <a:gd name="T20" fmla="*/ 2 w 10"/>
                <a:gd name="T21" fmla="*/ 11 h 13"/>
                <a:gd name="T22" fmla="*/ 2 w 10"/>
                <a:gd name="T23" fmla="*/ 11 h 13"/>
                <a:gd name="T24" fmla="*/ 2 w 10"/>
                <a:gd name="T25" fmla="*/ 11 h 13"/>
                <a:gd name="T26" fmla="*/ 2 w 10"/>
                <a:gd name="T27" fmla="*/ 11 h 13"/>
                <a:gd name="T28" fmla="*/ 2 w 10"/>
                <a:gd name="T29" fmla="*/ 11 h 13"/>
                <a:gd name="T30" fmla="*/ 2 w 10"/>
                <a:gd name="T31" fmla="*/ 11 h 13"/>
                <a:gd name="T32" fmla="*/ 2 w 10"/>
                <a:gd name="T33" fmla="*/ 11 h 13"/>
                <a:gd name="T34" fmla="*/ 2 w 10"/>
                <a:gd name="T35" fmla="*/ 11 h 13"/>
                <a:gd name="T36" fmla="*/ 2 w 10"/>
                <a:gd name="T37" fmla="*/ 11 h 13"/>
                <a:gd name="T38" fmla="*/ 2 w 10"/>
                <a:gd name="T39" fmla="*/ 11 h 13"/>
                <a:gd name="T40" fmla="*/ 1 w 10"/>
                <a:gd name="T41" fmla="*/ 11 h 13"/>
                <a:gd name="T42" fmla="*/ 1 w 10"/>
                <a:gd name="T43" fmla="*/ 11 h 13"/>
                <a:gd name="T44" fmla="*/ 1 w 10"/>
                <a:gd name="T45" fmla="*/ 11 h 13"/>
                <a:gd name="T46" fmla="*/ 1 w 10"/>
                <a:gd name="T47" fmla="*/ 11 h 13"/>
                <a:gd name="T48" fmla="*/ 1 w 10"/>
                <a:gd name="T49" fmla="*/ 11 h 13"/>
                <a:gd name="T50" fmla="*/ 1 w 10"/>
                <a:gd name="T51" fmla="*/ 11 h 13"/>
                <a:gd name="T52" fmla="*/ 1 w 10"/>
                <a:gd name="T53" fmla="*/ 11 h 13"/>
                <a:gd name="T54" fmla="*/ 1 w 10"/>
                <a:gd name="T55" fmla="*/ 11 h 13"/>
                <a:gd name="T56" fmla="*/ 1 w 10"/>
                <a:gd name="T57" fmla="*/ 11 h 13"/>
                <a:gd name="T58" fmla="*/ 1 w 10"/>
                <a:gd name="T59" fmla="*/ 11 h 13"/>
                <a:gd name="T60" fmla="*/ 1 w 10"/>
                <a:gd name="T61" fmla="*/ 11 h 13"/>
                <a:gd name="T62" fmla="*/ 1 w 10"/>
                <a:gd name="T63" fmla="*/ 11 h 13"/>
                <a:gd name="T64" fmla="*/ 1 w 10"/>
                <a:gd name="T65" fmla="*/ 11 h 13"/>
                <a:gd name="T66" fmla="*/ 1 w 10"/>
                <a:gd name="T67" fmla="*/ 11 h 13"/>
                <a:gd name="T68" fmla="*/ 1 w 10"/>
                <a:gd name="T69" fmla="*/ 11 h 13"/>
                <a:gd name="T70" fmla="*/ 1 w 10"/>
                <a:gd name="T71" fmla="*/ 11 h 13"/>
                <a:gd name="T72" fmla="*/ 1 w 10"/>
                <a:gd name="T73" fmla="*/ 11 h 13"/>
                <a:gd name="T74" fmla="*/ 1 w 10"/>
                <a:gd name="T75" fmla="*/ 11 h 13"/>
                <a:gd name="T76" fmla="*/ 1 w 10"/>
                <a:gd name="T77" fmla="*/ 11 h 13"/>
                <a:gd name="T78" fmla="*/ 1 w 10"/>
                <a:gd name="T79" fmla="*/ 11 h 13"/>
                <a:gd name="T80" fmla="*/ 1 w 10"/>
                <a:gd name="T81" fmla="*/ 11 h 13"/>
                <a:gd name="T82" fmla="*/ 1 w 10"/>
                <a:gd name="T83" fmla="*/ 11 h 13"/>
                <a:gd name="T84" fmla="*/ 1 w 10"/>
                <a:gd name="T85" fmla="*/ 11 h 13"/>
                <a:gd name="T86" fmla="*/ 1 w 10"/>
                <a:gd name="T87" fmla="*/ 11 h 13"/>
                <a:gd name="T88" fmla="*/ 1 w 10"/>
                <a:gd name="T89" fmla="*/ 11 h 13"/>
                <a:gd name="T90" fmla="*/ 1 w 10"/>
                <a:gd name="T91" fmla="*/ 11 h 13"/>
                <a:gd name="T92" fmla="*/ 1 w 10"/>
                <a:gd name="T93" fmla="*/ 11 h 13"/>
                <a:gd name="T94" fmla="*/ 1 w 10"/>
                <a:gd name="T95" fmla="*/ 11 h 13"/>
                <a:gd name="T96" fmla="*/ 1 w 10"/>
                <a:gd name="T97" fmla="*/ 11 h 13"/>
                <a:gd name="T98" fmla="*/ 0 w 10"/>
                <a:gd name="T99" fmla="*/ 10 h 13"/>
                <a:gd name="T100" fmla="*/ 0 w 10"/>
                <a:gd name="T101" fmla="*/ 10 h 13"/>
                <a:gd name="T102" fmla="*/ 1 w 10"/>
                <a:gd name="T103" fmla="*/ 6 h 13"/>
                <a:gd name="T104" fmla="*/ 7 w 10"/>
                <a:gd name="T105" fmla="*/ 0 h 13"/>
                <a:gd name="T106" fmla="*/ 7 w 10"/>
                <a:gd name="T107" fmla="*/ 0 h 13"/>
                <a:gd name="T108" fmla="*/ 10 w 10"/>
                <a:gd name="T109" fmla="*/ 6 h 13"/>
                <a:gd name="T110" fmla="*/ 8 w 10"/>
                <a:gd name="T111"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 h="13">
                  <a:moveTo>
                    <a:pt x="8" y="13"/>
                  </a:moveTo>
                  <a:lnTo>
                    <a:pt x="8" y="13"/>
                  </a:lnTo>
                  <a:lnTo>
                    <a:pt x="2" y="12"/>
                  </a:lnTo>
                  <a:lnTo>
                    <a:pt x="2" y="12"/>
                  </a:lnTo>
                  <a:lnTo>
                    <a:pt x="2" y="12"/>
                  </a:lnTo>
                  <a:lnTo>
                    <a:pt x="2" y="12"/>
                  </a:lnTo>
                  <a:lnTo>
                    <a:pt x="2" y="12"/>
                  </a:lnTo>
                  <a:lnTo>
                    <a:pt x="2" y="12"/>
                  </a:lnTo>
                  <a:lnTo>
                    <a:pt x="2" y="12"/>
                  </a:lnTo>
                  <a:lnTo>
                    <a:pt x="2" y="11"/>
                  </a:lnTo>
                  <a:lnTo>
                    <a:pt x="2" y="11"/>
                  </a:lnTo>
                  <a:lnTo>
                    <a:pt x="2" y="11"/>
                  </a:lnTo>
                  <a:lnTo>
                    <a:pt x="2" y="11"/>
                  </a:lnTo>
                  <a:lnTo>
                    <a:pt x="2" y="11"/>
                  </a:lnTo>
                  <a:lnTo>
                    <a:pt x="2" y="11"/>
                  </a:lnTo>
                  <a:lnTo>
                    <a:pt x="2" y="11"/>
                  </a:lnTo>
                  <a:lnTo>
                    <a:pt x="2" y="11"/>
                  </a:lnTo>
                  <a:lnTo>
                    <a:pt x="2" y="11"/>
                  </a:lnTo>
                  <a:lnTo>
                    <a:pt x="2" y="11"/>
                  </a:lnTo>
                  <a:lnTo>
                    <a:pt x="2"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0" y="10"/>
                  </a:lnTo>
                  <a:lnTo>
                    <a:pt x="0" y="10"/>
                  </a:lnTo>
                  <a:lnTo>
                    <a:pt x="1" y="6"/>
                  </a:lnTo>
                  <a:lnTo>
                    <a:pt x="7" y="0"/>
                  </a:lnTo>
                  <a:lnTo>
                    <a:pt x="7" y="0"/>
                  </a:lnTo>
                  <a:lnTo>
                    <a:pt x="10" y="6"/>
                  </a:lnTo>
                  <a:lnTo>
                    <a:pt x="8" y="1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7" name="Freeform 1119"/>
            <p:cNvSpPr>
              <a:spLocks/>
            </p:cNvSpPr>
            <p:nvPr/>
          </p:nvSpPr>
          <p:spPr bwMode="gray">
            <a:xfrm>
              <a:off x="2571816" y="4230588"/>
              <a:ext cx="12395" cy="10052"/>
            </a:xfrm>
            <a:custGeom>
              <a:avLst/>
              <a:gdLst>
                <a:gd name="T0" fmla="*/ 3 w 5"/>
                <a:gd name="T1" fmla="*/ 0 h 4"/>
                <a:gd name="T2" fmla="*/ 3 w 5"/>
                <a:gd name="T3" fmla="*/ 0 h 4"/>
                <a:gd name="T4" fmla="*/ 0 w 5"/>
                <a:gd name="T5" fmla="*/ 1 h 4"/>
                <a:gd name="T6" fmla="*/ 0 w 5"/>
                <a:gd name="T7" fmla="*/ 3 h 4"/>
                <a:gd name="T8" fmla="*/ 2 w 5"/>
                <a:gd name="T9" fmla="*/ 4 h 4"/>
                <a:gd name="T10" fmla="*/ 3 w 5"/>
                <a:gd name="T11" fmla="*/ 4 h 4"/>
                <a:gd name="T12" fmla="*/ 3 w 5"/>
                <a:gd name="T13" fmla="*/ 4 h 4"/>
                <a:gd name="T14" fmla="*/ 5 w 5"/>
                <a:gd name="T15" fmla="*/ 1 h 4"/>
                <a:gd name="T16" fmla="*/ 4 w 5"/>
                <a:gd name="T17" fmla="*/ 0 h 4"/>
                <a:gd name="T18" fmla="*/ 3 w 5"/>
                <a:gd name="T19"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 h="4">
                  <a:moveTo>
                    <a:pt x="3" y="0"/>
                  </a:moveTo>
                  <a:lnTo>
                    <a:pt x="3" y="0"/>
                  </a:lnTo>
                  <a:lnTo>
                    <a:pt x="0" y="1"/>
                  </a:lnTo>
                  <a:lnTo>
                    <a:pt x="0" y="3"/>
                  </a:lnTo>
                  <a:lnTo>
                    <a:pt x="2" y="4"/>
                  </a:lnTo>
                  <a:lnTo>
                    <a:pt x="3" y="4"/>
                  </a:lnTo>
                  <a:lnTo>
                    <a:pt x="3" y="4"/>
                  </a:lnTo>
                  <a:lnTo>
                    <a:pt x="5" y="1"/>
                  </a:lnTo>
                  <a:lnTo>
                    <a:pt x="4" y="0"/>
                  </a:lnTo>
                  <a:lnTo>
                    <a:pt x="3"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8" name="Freeform 1121"/>
            <p:cNvSpPr>
              <a:spLocks/>
            </p:cNvSpPr>
            <p:nvPr/>
          </p:nvSpPr>
          <p:spPr bwMode="gray">
            <a:xfrm>
              <a:off x="2594128" y="4323580"/>
              <a:ext cx="7437" cy="10052"/>
            </a:xfrm>
            <a:custGeom>
              <a:avLst/>
              <a:gdLst>
                <a:gd name="T0" fmla="*/ 1 w 3"/>
                <a:gd name="T1" fmla="*/ 0 h 4"/>
                <a:gd name="T2" fmla="*/ 1 w 3"/>
                <a:gd name="T3" fmla="*/ 0 h 4"/>
                <a:gd name="T4" fmla="*/ 0 w 3"/>
                <a:gd name="T5" fmla="*/ 3 h 4"/>
                <a:gd name="T6" fmla="*/ 1 w 3"/>
                <a:gd name="T7" fmla="*/ 4 h 4"/>
                <a:gd name="T8" fmla="*/ 3 w 3"/>
                <a:gd name="T9" fmla="*/ 4 h 4"/>
                <a:gd name="T10" fmla="*/ 3 w 3"/>
                <a:gd name="T11" fmla="*/ 4 h 4"/>
                <a:gd name="T12" fmla="*/ 3 w 3"/>
                <a:gd name="T13" fmla="*/ 4 h 4"/>
                <a:gd name="T14" fmla="*/ 3 w 3"/>
                <a:gd name="T15" fmla="*/ 3 h 4"/>
                <a:gd name="T16" fmla="*/ 3 w 3"/>
                <a:gd name="T17" fmla="*/ 1 h 4"/>
                <a:gd name="T18" fmla="*/ 1 w 3"/>
                <a:gd name="T19"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 h="4">
                  <a:moveTo>
                    <a:pt x="1" y="0"/>
                  </a:moveTo>
                  <a:lnTo>
                    <a:pt x="1" y="0"/>
                  </a:lnTo>
                  <a:lnTo>
                    <a:pt x="0" y="3"/>
                  </a:lnTo>
                  <a:lnTo>
                    <a:pt x="1" y="4"/>
                  </a:lnTo>
                  <a:lnTo>
                    <a:pt x="3" y="4"/>
                  </a:lnTo>
                  <a:lnTo>
                    <a:pt x="3" y="4"/>
                  </a:lnTo>
                  <a:lnTo>
                    <a:pt x="3" y="4"/>
                  </a:lnTo>
                  <a:lnTo>
                    <a:pt x="3" y="3"/>
                  </a:lnTo>
                  <a:lnTo>
                    <a:pt x="3" y="1"/>
                  </a:lnTo>
                  <a:lnTo>
                    <a:pt x="1"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09" name="Freeform 1106"/>
            <p:cNvSpPr>
              <a:spLocks/>
            </p:cNvSpPr>
            <p:nvPr/>
          </p:nvSpPr>
          <p:spPr bwMode="gray">
            <a:xfrm>
              <a:off x="2383404" y="4253207"/>
              <a:ext cx="14875" cy="15079"/>
            </a:xfrm>
            <a:custGeom>
              <a:avLst/>
              <a:gdLst>
                <a:gd name="T0" fmla="*/ 0 w 6"/>
                <a:gd name="T1" fmla="*/ 6 h 6"/>
                <a:gd name="T2" fmla="*/ 0 w 6"/>
                <a:gd name="T3" fmla="*/ 6 h 6"/>
                <a:gd name="T4" fmla="*/ 0 w 6"/>
                <a:gd name="T5" fmla="*/ 2 h 6"/>
                <a:gd name="T6" fmla="*/ 1 w 6"/>
                <a:gd name="T7" fmla="*/ 0 h 6"/>
                <a:gd name="T8" fmla="*/ 1 w 6"/>
                <a:gd name="T9" fmla="*/ 0 h 6"/>
                <a:gd name="T10" fmla="*/ 1 w 6"/>
                <a:gd name="T11" fmla="*/ 0 h 6"/>
                <a:gd name="T12" fmla="*/ 1 w 6"/>
                <a:gd name="T13" fmla="*/ 0 h 6"/>
                <a:gd name="T14" fmla="*/ 3 w 6"/>
                <a:gd name="T15" fmla="*/ 0 h 6"/>
                <a:gd name="T16" fmla="*/ 3 w 6"/>
                <a:gd name="T17" fmla="*/ 0 h 6"/>
                <a:gd name="T18" fmla="*/ 3 w 6"/>
                <a:gd name="T19" fmla="*/ 0 h 6"/>
                <a:gd name="T20" fmla="*/ 3 w 6"/>
                <a:gd name="T21" fmla="*/ 0 h 6"/>
                <a:gd name="T22" fmla="*/ 4 w 6"/>
                <a:gd name="T23" fmla="*/ 1 h 6"/>
                <a:gd name="T24" fmla="*/ 6 w 6"/>
                <a:gd name="T25" fmla="*/ 2 h 6"/>
                <a:gd name="T26" fmla="*/ 6 w 6"/>
                <a:gd name="T27" fmla="*/ 2 h 6"/>
                <a:gd name="T28" fmla="*/ 1 w 6"/>
                <a:gd name="T29" fmla="*/ 6 h 6"/>
                <a:gd name="T30" fmla="*/ 1 w 6"/>
                <a:gd name="T31" fmla="*/ 6 h 6"/>
                <a:gd name="T32" fmla="*/ 0 w 6"/>
                <a:gd name="T33"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 h="6">
                  <a:moveTo>
                    <a:pt x="0" y="6"/>
                  </a:moveTo>
                  <a:lnTo>
                    <a:pt x="0" y="6"/>
                  </a:lnTo>
                  <a:lnTo>
                    <a:pt x="0" y="2"/>
                  </a:lnTo>
                  <a:lnTo>
                    <a:pt x="1" y="0"/>
                  </a:lnTo>
                  <a:lnTo>
                    <a:pt x="1" y="0"/>
                  </a:lnTo>
                  <a:lnTo>
                    <a:pt x="1" y="0"/>
                  </a:lnTo>
                  <a:lnTo>
                    <a:pt x="1" y="0"/>
                  </a:lnTo>
                  <a:lnTo>
                    <a:pt x="3" y="0"/>
                  </a:lnTo>
                  <a:lnTo>
                    <a:pt x="3" y="0"/>
                  </a:lnTo>
                  <a:lnTo>
                    <a:pt x="3" y="0"/>
                  </a:lnTo>
                  <a:lnTo>
                    <a:pt x="3" y="0"/>
                  </a:lnTo>
                  <a:lnTo>
                    <a:pt x="4" y="1"/>
                  </a:lnTo>
                  <a:lnTo>
                    <a:pt x="6" y="2"/>
                  </a:lnTo>
                  <a:lnTo>
                    <a:pt x="6" y="2"/>
                  </a:lnTo>
                  <a:lnTo>
                    <a:pt x="1" y="6"/>
                  </a:lnTo>
                  <a:lnTo>
                    <a:pt x="1" y="6"/>
                  </a:lnTo>
                  <a:lnTo>
                    <a:pt x="0"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0" name="Freeform 1100"/>
            <p:cNvSpPr>
              <a:spLocks/>
            </p:cNvSpPr>
            <p:nvPr/>
          </p:nvSpPr>
          <p:spPr bwMode="gray">
            <a:xfrm>
              <a:off x="2204908" y="4298447"/>
              <a:ext cx="14875" cy="15079"/>
            </a:xfrm>
            <a:custGeom>
              <a:avLst/>
              <a:gdLst>
                <a:gd name="T0" fmla="*/ 2 w 6"/>
                <a:gd name="T1" fmla="*/ 6 h 6"/>
                <a:gd name="T2" fmla="*/ 2 w 6"/>
                <a:gd name="T3" fmla="*/ 6 h 6"/>
                <a:gd name="T4" fmla="*/ 6 w 6"/>
                <a:gd name="T5" fmla="*/ 5 h 6"/>
                <a:gd name="T6" fmla="*/ 6 w 6"/>
                <a:gd name="T7" fmla="*/ 5 h 6"/>
                <a:gd name="T8" fmla="*/ 3 w 6"/>
                <a:gd name="T9" fmla="*/ 3 h 6"/>
                <a:gd name="T10" fmla="*/ 2 w 6"/>
                <a:gd name="T11" fmla="*/ 1 h 6"/>
                <a:gd name="T12" fmla="*/ 0 w 6"/>
                <a:gd name="T13" fmla="*/ 0 h 6"/>
                <a:gd name="T14" fmla="*/ 0 w 6"/>
                <a:gd name="T15" fmla="*/ 0 h 6"/>
                <a:gd name="T16" fmla="*/ 1 w 6"/>
                <a:gd name="T17" fmla="*/ 5 h 6"/>
                <a:gd name="T18" fmla="*/ 2 w 6"/>
                <a:gd name="T19" fmla="*/ 6 h 6"/>
                <a:gd name="T20" fmla="*/ 2 w 6"/>
                <a:gd name="T21"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 h="6">
                  <a:moveTo>
                    <a:pt x="2" y="6"/>
                  </a:moveTo>
                  <a:lnTo>
                    <a:pt x="2" y="6"/>
                  </a:lnTo>
                  <a:lnTo>
                    <a:pt x="6" y="5"/>
                  </a:lnTo>
                  <a:lnTo>
                    <a:pt x="6" y="5"/>
                  </a:lnTo>
                  <a:lnTo>
                    <a:pt x="3" y="3"/>
                  </a:lnTo>
                  <a:lnTo>
                    <a:pt x="2" y="1"/>
                  </a:lnTo>
                  <a:lnTo>
                    <a:pt x="0" y="0"/>
                  </a:lnTo>
                  <a:lnTo>
                    <a:pt x="0" y="0"/>
                  </a:lnTo>
                  <a:lnTo>
                    <a:pt x="1" y="5"/>
                  </a:lnTo>
                  <a:lnTo>
                    <a:pt x="2" y="6"/>
                  </a:lnTo>
                  <a:lnTo>
                    <a:pt x="2" y="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1" name="Freeform 1113"/>
            <p:cNvSpPr>
              <a:spLocks/>
            </p:cNvSpPr>
            <p:nvPr/>
          </p:nvSpPr>
          <p:spPr bwMode="gray">
            <a:xfrm>
              <a:off x="2492484" y="4072249"/>
              <a:ext cx="9918" cy="10052"/>
            </a:xfrm>
            <a:custGeom>
              <a:avLst/>
              <a:gdLst>
                <a:gd name="T0" fmla="*/ 4 w 4"/>
                <a:gd name="T1" fmla="*/ 0 h 4"/>
                <a:gd name="T2" fmla="*/ 4 w 4"/>
                <a:gd name="T3" fmla="*/ 0 h 4"/>
                <a:gd name="T4" fmla="*/ 0 w 4"/>
                <a:gd name="T5" fmla="*/ 2 h 4"/>
                <a:gd name="T6" fmla="*/ 0 w 4"/>
                <a:gd name="T7" fmla="*/ 2 h 4"/>
                <a:gd name="T8" fmla="*/ 2 w 4"/>
                <a:gd name="T9" fmla="*/ 3 h 4"/>
                <a:gd name="T10" fmla="*/ 2 w 4"/>
                <a:gd name="T11" fmla="*/ 3 h 4"/>
                <a:gd name="T12" fmla="*/ 4 w 4"/>
                <a:gd name="T13" fmla="*/ 4 h 4"/>
                <a:gd name="T14" fmla="*/ 4 w 4"/>
                <a:gd name="T15" fmla="*/ 4 h 4"/>
                <a:gd name="T16" fmla="*/ 4 w 4"/>
                <a:gd name="T17"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 h="4">
                  <a:moveTo>
                    <a:pt x="4" y="0"/>
                  </a:moveTo>
                  <a:lnTo>
                    <a:pt x="4" y="0"/>
                  </a:lnTo>
                  <a:lnTo>
                    <a:pt x="0" y="2"/>
                  </a:lnTo>
                  <a:lnTo>
                    <a:pt x="0" y="2"/>
                  </a:lnTo>
                  <a:lnTo>
                    <a:pt x="2" y="3"/>
                  </a:lnTo>
                  <a:lnTo>
                    <a:pt x="2" y="3"/>
                  </a:lnTo>
                  <a:lnTo>
                    <a:pt x="4" y="4"/>
                  </a:lnTo>
                  <a:lnTo>
                    <a:pt x="4" y="4"/>
                  </a:lnTo>
                  <a:lnTo>
                    <a:pt x="4" y="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5" name="Freeform 227"/>
            <p:cNvSpPr>
              <a:spLocks/>
            </p:cNvSpPr>
            <p:nvPr/>
          </p:nvSpPr>
          <p:spPr bwMode="gray">
            <a:xfrm>
              <a:off x="3739476" y="4846351"/>
              <a:ext cx="79332" cy="65347"/>
            </a:xfrm>
            <a:custGeom>
              <a:avLst/>
              <a:gdLst>
                <a:gd name="T0" fmla="*/ 0 w 32"/>
                <a:gd name="T1" fmla="*/ 10 h 26"/>
                <a:gd name="T2" fmla="*/ 0 w 32"/>
                <a:gd name="T3" fmla="*/ 10 h 26"/>
                <a:gd name="T4" fmla="*/ 7 w 32"/>
                <a:gd name="T5" fmla="*/ 11 h 26"/>
                <a:gd name="T6" fmla="*/ 7 w 32"/>
                <a:gd name="T7" fmla="*/ 11 h 26"/>
                <a:gd name="T8" fmla="*/ 10 w 32"/>
                <a:gd name="T9" fmla="*/ 14 h 26"/>
                <a:gd name="T10" fmla="*/ 11 w 32"/>
                <a:gd name="T11" fmla="*/ 16 h 26"/>
                <a:gd name="T12" fmla="*/ 15 w 32"/>
                <a:gd name="T13" fmla="*/ 25 h 26"/>
                <a:gd name="T14" fmla="*/ 15 w 32"/>
                <a:gd name="T15" fmla="*/ 25 h 26"/>
                <a:gd name="T16" fmla="*/ 17 w 32"/>
                <a:gd name="T17" fmla="*/ 26 h 26"/>
                <a:gd name="T18" fmla="*/ 19 w 32"/>
                <a:gd name="T19" fmla="*/ 25 h 26"/>
                <a:gd name="T20" fmla="*/ 24 w 32"/>
                <a:gd name="T21" fmla="*/ 22 h 26"/>
                <a:gd name="T22" fmla="*/ 24 w 32"/>
                <a:gd name="T23" fmla="*/ 22 h 26"/>
                <a:gd name="T24" fmla="*/ 32 w 32"/>
                <a:gd name="T25" fmla="*/ 19 h 26"/>
                <a:gd name="T26" fmla="*/ 32 w 32"/>
                <a:gd name="T27" fmla="*/ 19 h 26"/>
                <a:gd name="T28" fmla="*/ 23 w 32"/>
                <a:gd name="T29" fmla="*/ 8 h 26"/>
                <a:gd name="T30" fmla="*/ 23 w 32"/>
                <a:gd name="T31" fmla="*/ 8 h 26"/>
                <a:gd name="T32" fmla="*/ 22 w 32"/>
                <a:gd name="T33" fmla="*/ 5 h 26"/>
                <a:gd name="T34" fmla="*/ 22 w 32"/>
                <a:gd name="T35" fmla="*/ 4 h 26"/>
                <a:gd name="T36" fmla="*/ 24 w 32"/>
                <a:gd name="T37" fmla="*/ 1 h 26"/>
                <a:gd name="T38" fmla="*/ 24 w 32"/>
                <a:gd name="T39" fmla="*/ 1 h 26"/>
                <a:gd name="T40" fmla="*/ 10 w 32"/>
                <a:gd name="T41" fmla="*/ 0 h 26"/>
                <a:gd name="T42" fmla="*/ 0 w 32"/>
                <a:gd name="T43" fmla="*/ 1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2" h="26">
                  <a:moveTo>
                    <a:pt x="0" y="10"/>
                  </a:moveTo>
                  <a:lnTo>
                    <a:pt x="0" y="10"/>
                  </a:lnTo>
                  <a:lnTo>
                    <a:pt x="7" y="11"/>
                  </a:lnTo>
                  <a:lnTo>
                    <a:pt x="7" y="11"/>
                  </a:lnTo>
                  <a:lnTo>
                    <a:pt x="10" y="14"/>
                  </a:lnTo>
                  <a:lnTo>
                    <a:pt x="11" y="16"/>
                  </a:lnTo>
                  <a:lnTo>
                    <a:pt x="15" y="25"/>
                  </a:lnTo>
                  <a:lnTo>
                    <a:pt x="15" y="25"/>
                  </a:lnTo>
                  <a:lnTo>
                    <a:pt x="17" y="26"/>
                  </a:lnTo>
                  <a:lnTo>
                    <a:pt x="19" y="25"/>
                  </a:lnTo>
                  <a:lnTo>
                    <a:pt x="24" y="22"/>
                  </a:lnTo>
                  <a:lnTo>
                    <a:pt x="24" y="22"/>
                  </a:lnTo>
                  <a:lnTo>
                    <a:pt x="32" y="19"/>
                  </a:lnTo>
                  <a:lnTo>
                    <a:pt x="32" y="19"/>
                  </a:lnTo>
                  <a:lnTo>
                    <a:pt x="23" y="8"/>
                  </a:lnTo>
                  <a:lnTo>
                    <a:pt x="23" y="8"/>
                  </a:lnTo>
                  <a:lnTo>
                    <a:pt x="22" y="5"/>
                  </a:lnTo>
                  <a:lnTo>
                    <a:pt x="22" y="4"/>
                  </a:lnTo>
                  <a:lnTo>
                    <a:pt x="24" y="1"/>
                  </a:lnTo>
                  <a:lnTo>
                    <a:pt x="24" y="1"/>
                  </a:lnTo>
                  <a:lnTo>
                    <a:pt x="10" y="0"/>
                  </a:lnTo>
                  <a:lnTo>
                    <a:pt x="0" y="1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6" name="Freeform 228"/>
            <p:cNvSpPr>
              <a:spLocks/>
            </p:cNvSpPr>
            <p:nvPr/>
          </p:nvSpPr>
          <p:spPr bwMode="gray">
            <a:xfrm>
              <a:off x="3883266" y="4982070"/>
              <a:ext cx="44623" cy="60319"/>
            </a:xfrm>
            <a:custGeom>
              <a:avLst/>
              <a:gdLst>
                <a:gd name="T0" fmla="*/ 0 w 18"/>
                <a:gd name="T1" fmla="*/ 16 h 24"/>
                <a:gd name="T2" fmla="*/ 0 w 18"/>
                <a:gd name="T3" fmla="*/ 16 h 24"/>
                <a:gd name="T4" fmla="*/ 2 w 18"/>
                <a:gd name="T5" fmla="*/ 19 h 24"/>
                <a:gd name="T6" fmla="*/ 5 w 18"/>
                <a:gd name="T7" fmla="*/ 21 h 24"/>
                <a:gd name="T8" fmla="*/ 8 w 18"/>
                <a:gd name="T9" fmla="*/ 22 h 24"/>
                <a:gd name="T10" fmla="*/ 11 w 18"/>
                <a:gd name="T11" fmla="*/ 24 h 24"/>
                <a:gd name="T12" fmla="*/ 11 w 18"/>
                <a:gd name="T13" fmla="*/ 24 h 24"/>
                <a:gd name="T14" fmla="*/ 9 w 18"/>
                <a:gd name="T15" fmla="*/ 22 h 24"/>
                <a:gd name="T16" fmla="*/ 9 w 18"/>
                <a:gd name="T17" fmla="*/ 22 h 24"/>
                <a:gd name="T18" fmla="*/ 11 w 18"/>
                <a:gd name="T19" fmla="*/ 20 h 24"/>
                <a:gd name="T20" fmla="*/ 13 w 18"/>
                <a:gd name="T21" fmla="*/ 18 h 24"/>
                <a:gd name="T22" fmla="*/ 17 w 18"/>
                <a:gd name="T23" fmla="*/ 15 h 24"/>
                <a:gd name="T24" fmla="*/ 18 w 18"/>
                <a:gd name="T25" fmla="*/ 13 h 24"/>
                <a:gd name="T26" fmla="*/ 18 w 18"/>
                <a:gd name="T27" fmla="*/ 13 h 24"/>
                <a:gd name="T28" fmla="*/ 16 w 18"/>
                <a:gd name="T29" fmla="*/ 5 h 24"/>
                <a:gd name="T30" fmla="*/ 13 w 18"/>
                <a:gd name="T31" fmla="*/ 2 h 24"/>
                <a:gd name="T32" fmla="*/ 11 w 18"/>
                <a:gd name="T33" fmla="*/ 0 h 24"/>
                <a:gd name="T34" fmla="*/ 11 w 18"/>
                <a:gd name="T35" fmla="*/ 0 h 24"/>
                <a:gd name="T36" fmla="*/ 9 w 18"/>
                <a:gd name="T37" fmla="*/ 2 h 24"/>
                <a:gd name="T38" fmla="*/ 7 w 18"/>
                <a:gd name="T39" fmla="*/ 4 h 24"/>
                <a:gd name="T40" fmla="*/ 6 w 18"/>
                <a:gd name="T41" fmla="*/ 6 h 24"/>
                <a:gd name="T42" fmla="*/ 5 w 18"/>
                <a:gd name="T43" fmla="*/ 9 h 24"/>
                <a:gd name="T44" fmla="*/ 5 w 18"/>
                <a:gd name="T45" fmla="*/ 9 h 24"/>
                <a:gd name="T46" fmla="*/ 3 w 18"/>
                <a:gd name="T47" fmla="*/ 9 h 24"/>
                <a:gd name="T48" fmla="*/ 2 w 18"/>
                <a:gd name="T49" fmla="*/ 8 h 24"/>
                <a:gd name="T50" fmla="*/ 0 w 18"/>
                <a:gd name="T51" fmla="*/ 6 h 24"/>
                <a:gd name="T52" fmla="*/ 0 w 18"/>
                <a:gd name="T53" fmla="*/ 6 h 24"/>
                <a:gd name="T54" fmla="*/ 0 w 18"/>
                <a:gd name="T55" fmla="*/ 11 h 24"/>
                <a:gd name="T56" fmla="*/ 0 w 18"/>
                <a:gd name="T57"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8" h="24">
                  <a:moveTo>
                    <a:pt x="0" y="16"/>
                  </a:moveTo>
                  <a:lnTo>
                    <a:pt x="0" y="16"/>
                  </a:lnTo>
                  <a:lnTo>
                    <a:pt x="2" y="19"/>
                  </a:lnTo>
                  <a:lnTo>
                    <a:pt x="5" y="21"/>
                  </a:lnTo>
                  <a:lnTo>
                    <a:pt x="8" y="22"/>
                  </a:lnTo>
                  <a:lnTo>
                    <a:pt x="11" y="24"/>
                  </a:lnTo>
                  <a:lnTo>
                    <a:pt x="11" y="24"/>
                  </a:lnTo>
                  <a:lnTo>
                    <a:pt x="9" y="22"/>
                  </a:lnTo>
                  <a:lnTo>
                    <a:pt x="9" y="22"/>
                  </a:lnTo>
                  <a:lnTo>
                    <a:pt x="11" y="20"/>
                  </a:lnTo>
                  <a:lnTo>
                    <a:pt x="13" y="18"/>
                  </a:lnTo>
                  <a:lnTo>
                    <a:pt x="17" y="15"/>
                  </a:lnTo>
                  <a:lnTo>
                    <a:pt x="18" y="13"/>
                  </a:lnTo>
                  <a:lnTo>
                    <a:pt x="18" y="13"/>
                  </a:lnTo>
                  <a:lnTo>
                    <a:pt x="16" y="5"/>
                  </a:lnTo>
                  <a:lnTo>
                    <a:pt x="13" y="2"/>
                  </a:lnTo>
                  <a:lnTo>
                    <a:pt x="11" y="0"/>
                  </a:lnTo>
                  <a:lnTo>
                    <a:pt x="11" y="0"/>
                  </a:lnTo>
                  <a:lnTo>
                    <a:pt x="9" y="2"/>
                  </a:lnTo>
                  <a:lnTo>
                    <a:pt x="7" y="4"/>
                  </a:lnTo>
                  <a:lnTo>
                    <a:pt x="6" y="6"/>
                  </a:lnTo>
                  <a:lnTo>
                    <a:pt x="5" y="9"/>
                  </a:lnTo>
                  <a:lnTo>
                    <a:pt x="5" y="9"/>
                  </a:lnTo>
                  <a:lnTo>
                    <a:pt x="3" y="9"/>
                  </a:lnTo>
                  <a:lnTo>
                    <a:pt x="2" y="8"/>
                  </a:lnTo>
                  <a:lnTo>
                    <a:pt x="0" y="6"/>
                  </a:lnTo>
                  <a:lnTo>
                    <a:pt x="0" y="6"/>
                  </a:lnTo>
                  <a:lnTo>
                    <a:pt x="0" y="11"/>
                  </a:lnTo>
                  <a:lnTo>
                    <a:pt x="0"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7" name="Freeform 230"/>
            <p:cNvSpPr>
              <a:spLocks/>
            </p:cNvSpPr>
            <p:nvPr/>
          </p:nvSpPr>
          <p:spPr bwMode="gray">
            <a:xfrm>
              <a:off x="2861872" y="4029525"/>
              <a:ext cx="312367" cy="238765"/>
            </a:xfrm>
            <a:custGeom>
              <a:avLst/>
              <a:gdLst>
                <a:gd name="T0" fmla="*/ 126 w 126"/>
                <a:gd name="T1" fmla="*/ 52 h 95"/>
                <a:gd name="T2" fmla="*/ 121 w 126"/>
                <a:gd name="T3" fmla="*/ 53 h 95"/>
                <a:gd name="T4" fmla="*/ 116 w 126"/>
                <a:gd name="T5" fmla="*/ 54 h 95"/>
                <a:gd name="T6" fmla="*/ 111 w 126"/>
                <a:gd name="T7" fmla="*/ 55 h 95"/>
                <a:gd name="T8" fmla="*/ 106 w 126"/>
                <a:gd name="T9" fmla="*/ 54 h 95"/>
                <a:gd name="T10" fmla="*/ 104 w 126"/>
                <a:gd name="T11" fmla="*/ 43 h 95"/>
                <a:gd name="T12" fmla="*/ 104 w 126"/>
                <a:gd name="T13" fmla="*/ 32 h 95"/>
                <a:gd name="T14" fmla="*/ 104 w 126"/>
                <a:gd name="T15" fmla="*/ 28 h 95"/>
                <a:gd name="T16" fmla="*/ 101 w 126"/>
                <a:gd name="T17" fmla="*/ 21 h 95"/>
                <a:gd name="T18" fmla="*/ 98 w 126"/>
                <a:gd name="T19" fmla="*/ 17 h 95"/>
                <a:gd name="T20" fmla="*/ 92 w 126"/>
                <a:gd name="T21" fmla="*/ 7 h 95"/>
                <a:gd name="T22" fmla="*/ 87 w 126"/>
                <a:gd name="T23" fmla="*/ 1 h 95"/>
                <a:gd name="T24" fmla="*/ 85 w 126"/>
                <a:gd name="T25" fmla="*/ 1 h 95"/>
                <a:gd name="T26" fmla="*/ 71 w 126"/>
                <a:gd name="T27" fmla="*/ 0 h 95"/>
                <a:gd name="T28" fmla="*/ 67 w 126"/>
                <a:gd name="T29" fmla="*/ 0 h 95"/>
                <a:gd name="T30" fmla="*/ 53 w 126"/>
                <a:gd name="T31" fmla="*/ 5 h 95"/>
                <a:gd name="T32" fmla="*/ 50 w 126"/>
                <a:gd name="T33" fmla="*/ 6 h 95"/>
                <a:gd name="T34" fmla="*/ 34 w 126"/>
                <a:gd name="T35" fmla="*/ 1 h 95"/>
                <a:gd name="T36" fmla="*/ 31 w 126"/>
                <a:gd name="T37" fmla="*/ 1 h 95"/>
                <a:gd name="T38" fmla="*/ 25 w 126"/>
                <a:gd name="T39" fmla="*/ 10 h 95"/>
                <a:gd name="T40" fmla="*/ 15 w 126"/>
                <a:gd name="T41" fmla="*/ 25 h 95"/>
                <a:gd name="T42" fmla="*/ 3 w 126"/>
                <a:gd name="T43" fmla="*/ 37 h 95"/>
                <a:gd name="T44" fmla="*/ 0 w 126"/>
                <a:gd name="T45" fmla="*/ 39 h 95"/>
                <a:gd name="T46" fmla="*/ 2 w 126"/>
                <a:gd name="T47" fmla="*/ 47 h 95"/>
                <a:gd name="T48" fmla="*/ 8 w 126"/>
                <a:gd name="T49" fmla="*/ 57 h 95"/>
                <a:gd name="T50" fmla="*/ 10 w 126"/>
                <a:gd name="T51" fmla="*/ 59 h 95"/>
                <a:gd name="T52" fmla="*/ 15 w 126"/>
                <a:gd name="T53" fmla="*/ 64 h 95"/>
                <a:gd name="T54" fmla="*/ 20 w 126"/>
                <a:gd name="T55" fmla="*/ 69 h 95"/>
                <a:gd name="T56" fmla="*/ 23 w 126"/>
                <a:gd name="T57" fmla="*/ 70 h 95"/>
                <a:gd name="T58" fmla="*/ 32 w 126"/>
                <a:gd name="T59" fmla="*/ 68 h 95"/>
                <a:gd name="T60" fmla="*/ 34 w 126"/>
                <a:gd name="T61" fmla="*/ 69 h 95"/>
                <a:gd name="T62" fmla="*/ 34 w 126"/>
                <a:gd name="T63" fmla="*/ 73 h 95"/>
                <a:gd name="T64" fmla="*/ 36 w 126"/>
                <a:gd name="T65" fmla="*/ 76 h 95"/>
                <a:gd name="T66" fmla="*/ 40 w 126"/>
                <a:gd name="T67" fmla="*/ 84 h 95"/>
                <a:gd name="T68" fmla="*/ 53 w 126"/>
                <a:gd name="T69" fmla="*/ 86 h 95"/>
                <a:gd name="T70" fmla="*/ 66 w 126"/>
                <a:gd name="T71" fmla="*/ 86 h 95"/>
                <a:gd name="T72" fmla="*/ 69 w 126"/>
                <a:gd name="T73" fmla="*/ 84 h 95"/>
                <a:gd name="T74" fmla="*/ 79 w 126"/>
                <a:gd name="T75" fmla="*/ 80 h 95"/>
                <a:gd name="T76" fmla="*/ 84 w 126"/>
                <a:gd name="T77" fmla="*/ 81 h 95"/>
                <a:gd name="T78" fmla="*/ 103 w 126"/>
                <a:gd name="T79" fmla="*/ 95 h 95"/>
                <a:gd name="T80" fmla="*/ 106 w 126"/>
                <a:gd name="T81" fmla="*/ 90 h 95"/>
                <a:gd name="T82" fmla="*/ 109 w 126"/>
                <a:gd name="T83" fmla="*/ 84 h 95"/>
                <a:gd name="T84" fmla="*/ 110 w 126"/>
                <a:gd name="T85" fmla="*/ 75 h 95"/>
                <a:gd name="T86" fmla="*/ 114 w 126"/>
                <a:gd name="T87" fmla="*/ 68 h 95"/>
                <a:gd name="T88" fmla="*/ 121 w 126"/>
                <a:gd name="T89" fmla="*/ 63 h 95"/>
                <a:gd name="T90" fmla="*/ 125 w 126"/>
                <a:gd name="T91" fmla="*/ 60 h 95"/>
                <a:gd name="T92" fmla="*/ 126 w 126"/>
                <a:gd name="T93" fmla="*/ 5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6" h="95">
                  <a:moveTo>
                    <a:pt x="126" y="52"/>
                  </a:moveTo>
                  <a:lnTo>
                    <a:pt x="126" y="52"/>
                  </a:lnTo>
                  <a:lnTo>
                    <a:pt x="126" y="52"/>
                  </a:lnTo>
                  <a:lnTo>
                    <a:pt x="121" y="53"/>
                  </a:lnTo>
                  <a:lnTo>
                    <a:pt x="116" y="54"/>
                  </a:lnTo>
                  <a:lnTo>
                    <a:pt x="116" y="54"/>
                  </a:lnTo>
                  <a:lnTo>
                    <a:pt x="114" y="55"/>
                  </a:lnTo>
                  <a:lnTo>
                    <a:pt x="111" y="55"/>
                  </a:lnTo>
                  <a:lnTo>
                    <a:pt x="106" y="54"/>
                  </a:lnTo>
                  <a:lnTo>
                    <a:pt x="106" y="54"/>
                  </a:lnTo>
                  <a:lnTo>
                    <a:pt x="105" y="51"/>
                  </a:lnTo>
                  <a:lnTo>
                    <a:pt x="104" y="43"/>
                  </a:lnTo>
                  <a:lnTo>
                    <a:pt x="103" y="36"/>
                  </a:lnTo>
                  <a:lnTo>
                    <a:pt x="104" y="32"/>
                  </a:lnTo>
                  <a:lnTo>
                    <a:pt x="104" y="32"/>
                  </a:lnTo>
                  <a:lnTo>
                    <a:pt x="104" y="28"/>
                  </a:lnTo>
                  <a:lnTo>
                    <a:pt x="104" y="25"/>
                  </a:lnTo>
                  <a:lnTo>
                    <a:pt x="101" y="21"/>
                  </a:lnTo>
                  <a:lnTo>
                    <a:pt x="98" y="17"/>
                  </a:lnTo>
                  <a:lnTo>
                    <a:pt x="98" y="17"/>
                  </a:lnTo>
                  <a:lnTo>
                    <a:pt x="94" y="14"/>
                  </a:lnTo>
                  <a:lnTo>
                    <a:pt x="92" y="7"/>
                  </a:lnTo>
                  <a:lnTo>
                    <a:pt x="88" y="3"/>
                  </a:lnTo>
                  <a:lnTo>
                    <a:pt x="87" y="1"/>
                  </a:lnTo>
                  <a:lnTo>
                    <a:pt x="85" y="1"/>
                  </a:lnTo>
                  <a:lnTo>
                    <a:pt x="85" y="1"/>
                  </a:lnTo>
                  <a:lnTo>
                    <a:pt x="76" y="0"/>
                  </a:lnTo>
                  <a:lnTo>
                    <a:pt x="71" y="0"/>
                  </a:lnTo>
                  <a:lnTo>
                    <a:pt x="67" y="0"/>
                  </a:lnTo>
                  <a:lnTo>
                    <a:pt x="67" y="0"/>
                  </a:lnTo>
                  <a:lnTo>
                    <a:pt x="60" y="4"/>
                  </a:lnTo>
                  <a:lnTo>
                    <a:pt x="53" y="5"/>
                  </a:lnTo>
                  <a:lnTo>
                    <a:pt x="50" y="6"/>
                  </a:lnTo>
                  <a:lnTo>
                    <a:pt x="50" y="6"/>
                  </a:lnTo>
                  <a:lnTo>
                    <a:pt x="42" y="5"/>
                  </a:lnTo>
                  <a:lnTo>
                    <a:pt x="34" y="1"/>
                  </a:lnTo>
                  <a:lnTo>
                    <a:pt x="34" y="1"/>
                  </a:lnTo>
                  <a:lnTo>
                    <a:pt x="31" y="1"/>
                  </a:lnTo>
                  <a:lnTo>
                    <a:pt x="30" y="3"/>
                  </a:lnTo>
                  <a:lnTo>
                    <a:pt x="25" y="10"/>
                  </a:lnTo>
                  <a:lnTo>
                    <a:pt x="25" y="10"/>
                  </a:lnTo>
                  <a:lnTo>
                    <a:pt x="15" y="25"/>
                  </a:lnTo>
                  <a:lnTo>
                    <a:pt x="8" y="32"/>
                  </a:lnTo>
                  <a:lnTo>
                    <a:pt x="3" y="37"/>
                  </a:lnTo>
                  <a:lnTo>
                    <a:pt x="3" y="37"/>
                  </a:lnTo>
                  <a:lnTo>
                    <a:pt x="0" y="39"/>
                  </a:lnTo>
                  <a:lnTo>
                    <a:pt x="0" y="39"/>
                  </a:lnTo>
                  <a:lnTo>
                    <a:pt x="2" y="47"/>
                  </a:lnTo>
                  <a:lnTo>
                    <a:pt x="5" y="52"/>
                  </a:lnTo>
                  <a:lnTo>
                    <a:pt x="8" y="57"/>
                  </a:lnTo>
                  <a:lnTo>
                    <a:pt x="10" y="59"/>
                  </a:lnTo>
                  <a:lnTo>
                    <a:pt x="10" y="59"/>
                  </a:lnTo>
                  <a:lnTo>
                    <a:pt x="13" y="62"/>
                  </a:lnTo>
                  <a:lnTo>
                    <a:pt x="15" y="64"/>
                  </a:lnTo>
                  <a:lnTo>
                    <a:pt x="16" y="67"/>
                  </a:lnTo>
                  <a:lnTo>
                    <a:pt x="20" y="69"/>
                  </a:lnTo>
                  <a:lnTo>
                    <a:pt x="20" y="69"/>
                  </a:lnTo>
                  <a:lnTo>
                    <a:pt x="23" y="70"/>
                  </a:lnTo>
                  <a:lnTo>
                    <a:pt x="26" y="70"/>
                  </a:lnTo>
                  <a:lnTo>
                    <a:pt x="32" y="68"/>
                  </a:lnTo>
                  <a:lnTo>
                    <a:pt x="32" y="68"/>
                  </a:lnTo>
                  <a:lnTo>
                    <a:pt x="34" y="69"/>
                  </a:lnTo>
                  <a:lnTo>
                    <a:pt x="34" y="70"/>
                  </a:lnTo>
                  <a:lnTo>
                    <a:pt x="34" y="73"/>
                  </a:lnTo>
                  <a:lnTo>
                    <a:pt x="36" y="76"/>
                  </a:lnTo>
                  <a:lnTo>
                    <a:pt x="36" y="76"/>
                  </a:lnTo>
                  <a:lnTo>
                    <a:pt x="39" y="79"/>
                  </a:lnTo>
                  <a:lnTo>
                    <a:pt x="40" y="84"/>
                  </a:lnTo>
                  <a:lnTo>
                    <a:pt x="40" y="84"/>
                  </a:lnTo>
                  <a:lnTo>
                    <a:pt x="53" y="86"/>
                  </a:lnTo>
                  <a:lnTo>
                    <a:pt x="61" y="86"/>
                  </a:lnTo>
                  <a:lnTo>
                    <a:pt x="66" y="86"/>
                  </a:lnTo>
                  <a:lnTo>
                    <a:pt x="66" y="86"/>
                  </a:lnTo>
                  <a:lnTo>
                    <a:pt x="69" y="84"/>
                  </a:lnTo>
                  <a:lnTo>
                    <a:pt x="74" y="81"/>
                  </a:lnTo>
                  <a:lnTo>
                    <a:pt x="79" y="80"/>
                  </a:lnTo>
                  <a:lnTo>
                    <a:pt x="82" y="80"/>
                  </a:lnTo>
                  <a:lnTo>
                    <a:pt x="84" y="81"/>
                  </a:lnTo>
                  <a:lnTo>
                    <a:pt x="84" y="81"/>
                  </a:lnTo>
                  <a:lnTo>
                    <a:pt x="103" y="95"/>
                  </a:lnTo>
                  <a:lnTo>
                    <a:pt x="103" y="95"/>
                  </a:lnTo>
                  <a:lnTo>
                    <a:pt x="106" y="90"/>
                  </a:lnTo>
                  <a:lnTo>
                    <a:pt x="106" y="90"/>
                  </a:lnTo>
                  <a:lnTo>
                    <a:pt x="109" y="84"/>
                  </a:lnTo>
                  <a:lnTo>
                    <a:pt x="110" y="75"/>
                  </a:lnTo>
                  <a:lnTo>
                    <a:pt x="110" y="75"/>
                  </a:lnTo>
                  <a:lnTo>
                    <a:pt x="111" y="72"/>
                  </a:lnTo>
                  <a:lnTo>
                    <a:pt x="114" y="68"/>
                  </a:lnTo>
                  <a:lnTo>
                    <a:pt x="117" y="65"/>
                  </a:lnTo>
                  <a:lnTo>
                    <a:pt x="121" y="63"/>
                  </a:lnTo>
                  <a:lnTo>
                    <a:pt x="121" y="63"/>
                  </a:lnTo>
                  <a:lnTo>
                    <a:pt x="125" y="60"/>
                  </a:lnTo>
                  <a:lnTo>
                    <a:pt x="126" y="58"/>
                  </a:lnTo>
                  <a:lnTo>
                    <a:pt x="126" y="55"/>
                  </a:lnTo>
                  <a:lnTo>
                    <a:pt x="126" y="5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8" name="Freeform 232"/>
            <p:cNvSpPr>
              <a:spLocks/>
            </p:cNvSpPr>
            <p:nvPr/>
          </p:nvSpPr>
          <p:spPr bwMode="gray">
            <a:xfrm>
              <a:off x="3050285" y="4326096"/>
              <a:ext cx="84289" cy="62833"/>
            </a:xfrm>
            <a:custGeom>
              <a:avLst/>
              <a:gdLst>
                <a:gd name="T0" fmla="*/ 1 w 34"/>
                <a:gd name="T1" fmla="*/ 5 h 25"/>
                <a:gd name="T2" fmla="*/ 1 w 34"/>
                <a:gd name="T3" fmla="*/ 5 h 25"/>
                <a:gd name="T4" fmla="*/ 0 w 34"/>
                <a:gd name="T5" fmla="*/ 9 h 25"/>
                <a:gd name="T6" fmla="*/ 1 w 34"/>
                <a:gd name="T7" fmla="*/ 14 h 25"/>
                <a:gd name="T8" fmla="*/ 4 w 34"/>
                <a:gd name="T9" fmla="*/ 25 h 25"/>
                <a:gd name="T10" fmla="*/ 4 w 34"/>
                <a:gd name="T11" fmla="*/ 25 h 25"/>
                <a:gd name="T12" fmla="*/ 7 w 34"/>
                <a:gd name="T13" fmla="*/ 25 h 25"/>
                <a:gd name="T14" fmla="*/ 7 w 34"/>
                <a:gd name="T15" fmla="*/ 25 h 25"/>
                <a:gd name="T16" fmla="*/ 11 w 34"/>
                <a:gd name="T17" fmla="*/ 25 h 25"/>
                <a:gd name="T18" fmla="*/ 13 w 34"/>
                <a:gd name="T19" fmla="*/ 25 h 25"/>
                <a:gd name="T20" fmla="*/ 17 w 34"/>
                <a:gd name="T21" fmla="*/ 22 h 25"/>
                <a:gd name="T22" fmla="*/ 17 w 34"/>
                <a:gd name="T23" fmla="*/ 22 h 25"/>
                <a:gd name="T24" fmla="*/ 22 w 34"/>
                <a:gd name="T25" fmla="*/ 22 h 25"/>
                <a:gd name="T26" fmla="*/ 28 w 34"/>
                <a:gd name="T27" fmla="*/ 18 h 25"/>
                <a:gd name="T28" fmla="*/ 28 w 34"/>
                <a:gd name="T29" fmla="*/ 18 h 25"/>
                <a:gd name="T30" fmla="*/ 34 w 34"/>
                <a:gd name="T31" fmla="*/ 14 h 25"/>
                <a:gd name="T32" fmla="*/ 30 w 34"/>
                <a:gd name="T33" fmla="*/ 13 h 25"/>
                <a:gd name="T34" fmla="*/ 30 w 34"/>
                <a:gd name="T35" fmla="*/ 13 h 25"/>
                <a:gd name="T36" fmla="*/ 28 w 34"/>
                <a:gd name="T37" fmla="*/ 10 h 25"/>
                <a:gd name="T38" fmla="*/ 28 w 34"/>
                <a:gd name="T39" fmla="*/ 6 h 25"/>
                <a:gd name="T40" fmla="*/ 29 w 34"/>
                <a:gd name="T41" fmla="*/ 4 h 25"/>
                <a:gd name="T42" fmla="*/ 29 w 34"/>
                <a:gd name="T43" fmla="*/ 0 h 25"/>
                <a:gd name="T44" fmla="*/ 29 w 34"/>
                <a:gd name="T45" fmla="*/ 0 h 25"/>
                <a:gd name="T46" fmla="*/ 11 w 34"/>
                <a:gd name="T47" fmla="*/ 0 h 25"/>
                <a:gd name="T48" fmla="*/ 3 w 34"/>
                <a:gd name="T49" fmla="*/ 3 h 25"/>
                <a:gd name="T50" fmla="*/ 2 w 34"/>
                <a:gd name="T51" fmla="*/ 4 h 25"/>
                <a:gd name="T52" fmla="*/ 1 w 34"/>
                <a:gd name="T53" fmla="*/ 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4" h="25">
                  <a:moveTo>
                    <a:pt x="1" y="5"/>
                  </a:moveTo>
                  <a:lnTo>
                    <a:pt x="1" y="5"/>
                  </a:lnTo>
                  <a:lnTo>
                    <a:pt x="0" y="9"/>
                  </a:lnTo>
                  <a:lnTo>
                    <a:pt x="1" y="14"/>
                  </a:lnTo>
                  <a:lnTo>
                    <a:pt x="4" y="25"/>
                  </a:lnTo>
                  <a:lnTo>
                    <a:pt x="4" y="25"/>
                  </a:lnTo>
                  <a:lnTo>
                    <a:pt x="7" y="25"/>
                  </a:lnTo>
                  <a:lnTo>
                    <a:pt x="7" y="25"/>
                  </a:lnTo>
                  <a:lnTo>
                    <a:pt x="11" y="25"/>
                  </a:lnTo>
                  <a:lnTo>
                    <a:pt x="13" y="25"/>
                  </a:lnTo>
                  <a:lnTo>
                    <a:pt x="17" y="22"/>
                  </a:lnTo>
                  <a:lnTo>
                    <a:pt x="17" y="22"/>
                  </a:lnTo>
                  <a:lnTo>
                    <a:pt x="22" y="22"/>
                  </a:lnTo>
                  <a:lnTo>
                    <a:pt x="28" y="18"/>
                  </a:lnTo>
                  <a:lnTo>
                    <a:pt x="28" y="18"/>
                  </a:lnTo>
                  <a:lnTo>
                    <a:pt x="34" y="14"/>
                  </a:lnTo>
                  <a:lnTo>
                    <a:pt x="30" y="13"/>
                  </a:lnTo>
                  <a:lnTo>
                    <a:pt x="30" y="13"/>
                  </a:lnTo>
                  <a:lnTo>
                    <a:pt x="28" y="10"/>
                  </a:lnTo>
                  <a:lnTo>
                    <a:pt x="28" y="6"/>
                  </a:lnTo>
                  <a:lnTo>
                    <a:pt x="29" y="4"/>
                  </a:lnTo>
                  <a:lnTo>
                    <a:pt x="29" y="0"/>
                  </a:lnTo>
                  <a:lnTo>
                    <a:pt x="29" y="0"/>
                  </a:lnTo>
                  <a:lnTo>
                    <a:pt x="11" y="0"/>
                  </a:lnTo>
                  <a:lnTo>
                    <a:pt x="3" y="3"/>
                  </a:lnTo>
                  <a:lnTo>
                    <a:pt x="2" y="4"/>
                  </a:lnTo>
                  <a:lnTo>
                    <a:pt x="1" y="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19" name="Freeform 234"/>
            <p:cNvSpPr>
              <a:spLocks/>
            </p:cNvSpPr>
            <p:nvPr/>
          </p:nvSpPr>
          <p:spPr bwMode="gray">
            <a:xfrm>
              <a:off x="2432986" y="3491677"/>
              <a:ext cx="94206" cy="170906"/>
            </a:xfrm>
            <a:custGeom>
              <a:avLst/>
              <a:gdLst>
                <a:gd name="T0" fmla="*/ 22 w 38"/>
                <a:gd name="T1" fmla="*/ 60 h 68"/>
                <a:gd name="T2" fmla="*/ 26 w 38"/>
                <a:gd name="T3" fmla="*/ 60 h 68"/>
                <a:gd name="T4" fmla="*/ 33 w 38"/>
                <a:gd name="T5" fmla="*/ 59 h 68"/>
                <a:gd name="T6" fmla="*/ 34 w 38"/>
                <a:gd name="T7" fmla="*/ 58 h 68"/>
                <a:gd name="T8" fmla="*/ 31 w 38"/>
                <a:gd name="T9" fmla="*/ 55 h 68"/>
                <a:gd name="T10" fmla="*/ 23 w 38"/>
                <a:gd name="T11" fmla="*/ 53 h 68"/>
                <a:gd name="T12" fmla="*/ 22 w 38"/>
                <a:gd name="T13" fmla="*/ 50 h 68"/>
                <a:gd name="T14" fmla="*/ 31 w 38"/>
                <a:gd name="T15" fmla="*/ 39 h 68"/>
                <a:gd name="T16" fmla="*/ 36 w 38"/>
                <a:gd name="T17" fmla="*/ 34 h 68"/>
                <a:gd name="T18" fmla="*/ 38 w 38"/>
                <a:gd name="T19" fmla="*/ 32 h 68"/>
                <a:gd name="T20" fmla="*/ 38 w 38"/>
                <a:gd name="T21" fmla="*/ 31 h 68"/>
                <a:gd name="T22" fmla="*/ 34 w 38"/>
                <a:gd name="T23" fmla="*/ 29 h 68"/>
                <a:gd name="T24" fmla="*/ 31 w 38"/>
                <a:gd name="T25" fmla="*/ 31 h 68"/>
                <a:gd name="T26" fmla="*/ 28 w 38"/>
                <a:gd name="T27" fmla="*/ 29 h 68"/>
                <a:gd name="T28" fmla="*/ 28 w 38"/>
                <a:gd name="T29" fmla="*/ 20 h 68"/>
                <a:gd name="T30" fmla="*/ 29 w 38"/>
                <a:gd name="T31" fmla="*/ 16 h 68"/>
                <a:gd name="T32" fmla="*/ 31 w 38"/>
                <a:gd name="T33" fmla="*/ 13 h 68"/>
                <a:gd name="T34" fmla="*/ 32 w 38"/>
                <a:gd name="T35" fmla="*/ 1 h 68"/>
                <a:gd name="T36" fmla="*/ 32 w 38"/>
                <a:gd name="T37" fmla="*/ 0 h 68"/>
                <a:gd name="T38" fmla="*/ 28 w 38"/>
                <a:gd name="T39" fmla="*/ 1 h 68"/>
                <a:gd name="T40" fmla="*/ 23 w 38"/>
                <a:gd name="T41" fmla="*/ 7 h 68"/>
                <a:gd name="T42" fmla="*/ 18 w 38"/>
                <a:gd name="T43" fmla="*/ 15 h 68"/>
                <a:gd name="T44" fmla="*/ 20 w 38"/>
                <a:gd name="T45" fmla="*/ 17 h 68"/>
                <a:gd name="T46" fmla="*/ 21 w 38"/>
                <a:gd name="T47" fmla="*/ 20 h 68"/>
                <a:gd name="T48" fmla="*/ 15 w 38"/>
                <a:gd name="T49" fmla="*/ 26 h 68"/>
                <a:gd name="T50" fmla="*/ 12 w 38"/>
                <a:gd name="T51" fmla="*/ 24 h 68"/>
                <a:gd name="T52" fmla="*/ 8 w 38"/>
                <a:gd name="T53" fmla="*/ 16 h 68"/>
                <a:gd name="T54" fmla="*/ 7 w 38"/>
                <a:gd name="T55" fmla="*/ 16 h 68"/>
                <a:gd name="T56" fmla="*/ 2 w 38"/>
                <a:gd name="T57" fmla="*/ 23 h 68"/>
                <a:gd name="T58" fmla="*/ 2 w 38"/>
                <a:gd name="T59" fmla="*/ 27 h 68"/>
                <a:gd name="T60" fmla="*/ 1 w 38"/>
                <a:gd name="T61" fmla="*/ 38 h 68"/>
                <a:gd name="T62" fmla="*/ 1 w 38"/>
                <a:gd name="T63" fmla="*/ 42 h 68"/>
                <a:gd name="T64" fmla="*/ 1 w 38"/>
                <a:gd name="T65" fmla="*/ 48 h 68"/>
                <a:gd name="T66" fmla="*/ 4 w 38"/>
                <a:gd name="T67" fmla="*/ 56 h 68"/>
                <a:gd name="T68" fmla="*/ 26 w 38"/>
                <a:gd name="T69" fmla="*/ 68 h 68"/>
                <a:gd name="T70" fmla="*/ 22 w 38"/>
                <a:gd name="T71" fmla="*/ 6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8" h="68">
                  <a:moveTo>
                    <a:pt x="22" y="60"/>
                  </a:moveTo>
                  <a:lnTo>
                    <a:pt x="22" y="60"/>
                  </a:lnTo>
                  <a:lnTo>
                    <a:pt x="23" y="60"/>
                  </a:lnTo>
                  <a:lnTo>
                    <a:pt x="26" y="60"/>
                  </a:lnTo>
                  <a:lnTo>
                    <a:pt x="29" y="60"/>
                  </a:lnTo>
                  <a:lnTo>
                    <a:pt x="33" y="59"/>
                  </a:lnTo>
                  <a:lnTo>
                    <a:pt x="33" y="59"/>
                  </a:lnTo>
                  <a:lnTo>
                    <a:pt x="34" y="58"/>
                  </a:lnTo>
                  <a:lnTo>
                    <a:pt x="34" y="56"/>
                  </a:lnTo>
                  <a:lnTo>
                    <a:pt x="31" y="55"/>
                  </a:lnTo>
                  <a:lnTo>
                    <a:pt x="23" y="53"/>
                  </a:lnTo>
                  <a:lnTo>
                    <a:pt x="23" y="53"/>
                  </a:lnTo>
                  <a:lnTo>
                    <a:pt x="22" y="52"/>
                  </a:lnTo>
                  <a:lnTo>
                    <a:pt x="22" y="50"/>
                  </a:lnTo>
                  <a:lnTo>
                    <a:pt x="23" y="48"/>
                  </a:lnTo>
                  <a:lnTo>
                    <a:pt x="31" y="39"/>
                  </a:lnTo>
                  <a:lnTo>
                    <a:pt x="31" y="39"/>
                  </a:lnTo>
                  <a:lnTo>
                    <a:pt x="36" y="34"/>
                  </a:lnTo>
                  <a:lnTo>
                    <a:pt x="37" y="33"/>
                  </a:lnTo>
                  <a:lnTo>
                    <a:pt x="38" y="32"/>
                  </a:lnTo>
                  <a:lnTo>
                    <a:pt x="38" y="32"/>
                  </a:lnTo>
                  <a:lnTo>
                    <a:pt x="38" y="31"/>
                  </a:lnTo>
                  <a:lnTo>
                    <a:pt x="37" y="29"/>
                  </a:lnTo>
                  <a:lnTo>
                    <a:pt x="34" y="29"/>
                  </a:lnTo>
                  <a:lnTo>
                    <a:pt x="31" y="31"/>
                  </a:lnTo>
                  <a:lnTo>
                    <a:pt x="31" y="31"/>
                  </a:lnTo>
                  <a:lnTo>
                    <a:pt x="29" y="31"/>
                  </a:lnTo>
                  <a:lnTo>
                    <a:pt x="28" y="29"/>
                  </a:lnTo>
                  <a:lnTo>
                    <a:pt x="28" y="24"/>
                  </a:lnTo>
                  <a:lnTo>
                    <a:pt x="28" y="20"/>
                  </a:lnTo>
                  <a:lnTo>
                    <a:pt x="28" y="17"/>
                  </a:lnTo>
                  <a:lnTo>
                    <a:pt x="29" y="16"/>
                  </a:lnTo>
                  <a:lnTo>
                    <a:pt x="29" y="16"/>
                  </a:lnTo>
                  <a:lnTo>
                    <a:pt x="31" y="13"/>
                  </a:lnTo>
                  <a:lnTo>
                    <a:pt x="32" y="10"/>
                  </a:lnTo>
                  <a:lnTo>
                    <a:pt x="32" y="1"/>
                  </a:lnTo>
                  <a:lnTo>
                    <a:pt x="32" y="1"/>
                  </a:lnTo>
                  <a:lnTo>
                    <a:pt x="32" y="0"/>
                  </a:lnTo>
                  <a:lnTo>
                    <a:pt x="31" y="0"/>
                  </a:lnTo>
                  <a:lnTo>
                    <a:pt x="28" y="1"/>
                  </a:lnTo>
                  <a:lnTo>
                    <a:pt x="23" y="7"/>
                  </a:lnTo>
                  <a:lnTo>
                    <a:pt x="23" y="7"/>
                  </a:lnTo>
                  <a:lnTo>
                    <a:pt x="18" y="12"/>
                  </a:lnTo>
                  <a:lnTo>
                    <a:pt x="18" y="15"/>
                  </a:lnTo>
                  <a:lnTo>
                    <a:pt x="20" y="17"/>
                  </a:lnTo>
                  <a:lnTo>
                    <a:pt x="20" y="17"/>
                  </a:lnTo>
                  <a:lnTo>
                    <a:pt x="21" y="18"/>
                  </a:lnTo>
                  <a:lnTo>
                    <a:pt x="21" y="20"/>
                  </a:lnTo>
                  <a:lnTo>
                    <a:pt x="18" y="22"/>
                  </a:lnTo>
                  <a:lnTo>
                    <a:pt x="15" y="26"/>
                  </a:lnTo>
                  <a:lnTo>
                    <a:pt x="15" y="26"/>
                  </a:lnTo>
                  <a:lnTo>
                    <a:pt x="12" y="24"/>
                  </a:lnTo>
                  <a:lnTo>
                    <a:pt x="11" y="22"/>
                  </a:lnTo>
                  <a:lnTo>
                    <a:pt x="8" y="16"/>
                  </a:lnTo>
                  <a:lnTo>
                    <a:pt x="8" y="16"/>
                  </a:lnTo>
                  <a:lnTo>
                    <a:pt x="7" y="16"/>
                  </a:lnTo>
                  <a:lnTo>
                    <a:pt x="6" y="17"/>
                  </a:lnTo>
                  <a:lnTo>
                    <a:pt x="2" y="23"/>
                  </a:lnTo>
                  <a:lnTo>
                    <a:pt x="2" y="23"/>
                  </a:lnTo>
                  <a:lnTo>
                    <a:pt x="2" y="27"/>
                  </a:lnTo>
                  <a:lnTo>
                    <a:pt x="1" y="32"/>
                  </a:lnTo>
                  <a:lnTo>
                    <a:pt x="1" y="38"/>
                  </a:lnTo>
                  <a:lnTo>
                    <a:pt x="1" y="42"/>
                  </a:lnTo>
                  <a:lnTo>
                    <a:pt x="1" y="42"/>
                  </a:lnTo>
                  <a:lnTo>
                    <a:pt x="0" y="44"/>
                  </a:lnTo>
                  <a:lnTo>
                    <a:pt x="1" y="48"/>
                  </a:lnTo>
                  <a:lnTo>
                    <a:pt x="4" y="56"/>
                  </a:lnTo>
                  <a:lnTo>
                    <a:pt x="4" y="56"/>
                  </a:lnTo>
                  <a:lnTo>
                    <a:pt x="6" y="68"/>
                  </a:lnTo>
                  <a:lnTo>
                    <a:pt x="26" y="68"/>
                  </a:lnTo>
                  <a:lnTo>
                    <a:pt x="26" y="68"/>
                  </a:lnTo>
                  <a:lnTo>
                    <a:pt x="22" y="64"/>
                  </a:lnTo>
                  <a:lnTo>
                    <a:pt x="22" y="6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0" name="Freeform 236"/>
            <p:cNvSpPr>
              <a:spLocks/>
            </p:cNvSpPr>
            <p:nvPr/>
          </p:nvSpPr>
          <p:spPr bwMode="gray">
            <a:xfrm>
              <a:off x="2829644" y="3639961"/>
              <a:ext cx="106603" cy="40213"/>
            </a:xfrm>
            <a:custGeom>
              <a:avLst/>
              <a:gdLst>
                <a:gd name="T0" fmla="*/ 43 w 43"/>
                <a:gd name="T1" fmla="*/ 16 h 16"/>
                <a:gd name="T2" fmla="*/ 43 w 43"/>
                <a:gd name="T3" fmla="*/ 16 h 16"/>
                <a:gd name="T4" fmla="*/ 41 w 43"/>
                <a:gd name="T5" fmla="*/ 11 h 16"/>
                <a:gd name="T6" fmla="*/ 41 w 43"/>
                <a:gd name="T7" fmla="*/ 11 h 16"/>
                <a:gd name="T8" fmla="*/ 37 w 43"/>
                <a:gd name="T9" fmla="*/ 9 h 16"/>
                <a:gd name="T10" fmla="*/ 29 w 43"/>
                <a:gd name="T11" fmla="*/ 5 h 16"/>
                <a:gd name="T12" fmla="*/ 21 w 43"/>
                <a:gd name="T13" fmla="*/ 2 h 16"/>
                <a:gd name="T14" fmla="*/ 11 w 43"/>
                <a:gd name="T15" fmla="*/ 0 h 16"/>
                <a:gd name="T16" fmla="*/ 11 w 43"/>
                <a:gd name="T17" fmla="*/ 0 h 16"/>
                <a:gd name="T18" fmla="*/ 5 w 43"/>
                <a:gd name="T19" fmla="*/ 6 h 16"/>
                <a:gd name="T20" fmla="*/ 4 w 43"/>
                <a:gd name="T21" fmla="*/ 9 h 16"/>
                <a:gd name="T22" fmla="*/ 2 w 43"/>
                <a:gd name="T23" fmla="*/ 10 h 16"/>
                <a:gd name="T24" fmla="*/ 2 w 43"/>
                <a:gd name="T25" fmla="*/ 10 h 16"/>
                <a:gd name="T26" fmla="*/ 0 w 43"/>
                <a:gd name="T27" fmla="*/ 15 h 16"/>
                <a:gd name="T28" fmla="*/ 0 w 43"/>
                <a:gd name="T29" fmla="*/ 15 h 16"/>
                <a:gd name="T30" fmla="*/ 10 w 43"/>
                <a:gd name="T31" fmla="*/ 16 h 16"/>
                <a:gd name="T32" fmla="*/ 21 w 43"/>
                <a:gd name="T33" fmla="*/ 16 h 16"/>
                <a:gd name="T34" fmla="*/ 43 w 43"/>
                <a:gd name="T35"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3" h="16">
                  <a:moveTo>
                    <a:pt x="43" y="16"/>
                  </a:moveTo>
                  <a:lnTo>
                    <a:pt x="43" y="16"/>
                  </a:lnTo>
                  <a:lnTo>
                    <a:pt x="41" y="11"/>
                  </a:lnTo>
                  <a:lnTo>
                    <a:pt x="41" y="11"/>
                  </a:lnTo>
                  <a:lnTo>
                    <a:pt x="37" y="9"/>
                  </a:lnTo>
                  <a:lnTo>
                    <a:pt x="29" y="5"/>
                  </a:lnTo>
                  <a:lnTo>
                    <a:pt x="21" y="2"/>
                  </a:lnTo>
                  <a:lnTo>
                    <a:pt x="11" y="0"/>
                  </a:lnTo>
                  <a:lnTo>
                    <a:pt x="11" y="0"/>
                  </a:lnTo>
                  <a:lnTo>
                    <a:pt x="5" y="6"/>
                  </a:lnTo>
                  <a:lnTo>
                    <a:pt x="4" y="9"/>
                  </a:lnTo>
                  <a:lnTo>
                    <a:pt x="2" y="10"/>
                  </a:lnTo>
                  <a:lnTo>
                    <a:pt x="2" y="10"/>
                  </a:lnTo>
                  <a:lnTo>
                    <a:pt x="0" y="15"/>
                  </a:lnTo>
                  <a:lnTo>
                    <a:pt x="0" y="15"/>
                  </a:lnTo>
                  <a:lnTo>
                    <a:pt x="10" y="16"/>
                  </a:lnTo>
                  <a:lnTo>
                    <a:pt x="21" y="16"/>
                  </a:lnTo>
                  <a:lnTo>
                    <a:pt x="43"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1" name="Freeform 238"/>
            <p:cNvSpPr>
              <a:spLocks/>
            </p:cNvSpPr>
            <p:nvPr/>
          </p:nvSpPr>
          <p:spPr bwMode="gray">
            <a:xfrm>
              <a:off x="2286719" y="3737981"/>
              <a:ext cx="116517" cy="138233"/>
            </a:xfrm>
            <a:custGeom>
              <a:avLst/>
              <a:gdLst>
                <a:gd name="T0" fmla="*/ 34 w 47"/>
                <a:gd name="T1" fmla="*/ 46 h 55"/>
                <a:gd name="T2" fmla="*/ 34 w 47"/>
                <a:gd name="T3" fmla="*/ 46 h 55"/>
                <a:gd name="T4" fmla="*/ 34 w 47"/>
                <a:gd name="T5" fmla="*/ 43 h 55"/>
                <a:gd name="T6" fmla="*/ 34 w 47"/>
                <a:gd name="T7" fmla="*/ 40 h 55"/>
                <a:gd name="T8" fmla="*/ 35 w 47"/>
                <a:gd name="T9" fmla="*/ 37 h 55"/>
                <a:gd name="T10" fmla="*/ 38 w 47"/>
                <a:gd name="T11" fmla="*/ 35 h 55"/>
                <a:gd name="T12" fmla="*/ 38 w 47"/>
                <a:gd name="T13" fmla="*/ 35 h 55"/>
                <a:gd name="T14" fmla="*/ 40 w 47"/>
                <a:gd name="T15" fmla="*/ 34 h 55"/>
                <a:gd name="T16" fmla="*/ 42 w 47"/>
                <a:gd name="T17" fmla="*/ 31 h 55"/>
                <a:gd name="T18" fmla="*/ 43 w 47"/>
                <a:gd name="T19" fmla="*/ 27 h 55"/>
                <a:gd name="T20" fmla="*/ 44 w 47"/>
                <a:gd name="T21" fmla="*/ 25 h 55"/>
                <a:gd name="T22" fmla="*/ 44 w 47"/>
                <a:gd name="T23" fmla="*/ 25 h 55"/>
                <a:gd name="T24" fmla="*/ 45 w 47"/>
                <a:gd name="T25" fmla="*/ 21 h 55"/>
                <a:gd name="T26" fmla="*/ 47 w 47"/>
                <a:gd name="T27" fmla="*/ 16 h 55"/>
                <a:gd name="T28" fmla="*/ 45 w 47"/>
                <a:gd name="T29" fmla="*/ 9 h 55"/>
                <a:gd name="T30" fmla="*/ 44 w 47"/>
                <a:gd name="T31" fmla="*/ 0 h 55"/>
                <a:gd name="T32" fmla="*/ 44 w 47"/>
                <a:gd name="T33" fmla="*/ 0 h 55"/>
                <a:gd name="T34" fmla="*/ 39 w 47"/>
                <a:gd name="T35" fmla="*/ 3 h 55"/>
                <a:gd name="T36" fmla="*/ 35 w 47"/>
                <a:gd name="T37" fmla="*/ 3 h 55"/>
                <a:gd name="T38" fmla="*/ 35 w 47"/>
                <a:gd name="T39" fmla="*/ 3 h 55"/>
                <a:gd name="T40" fmla="*/ 29 w 47"/>
                <a:gd name="T41" fmla="*/ 4 h 55"/>
                <a:gd name="T42" fmla="*/ 27 w 47"/>
                <a:gd name="T43" fmla="*/ 5 h 55"/>
                <a:gd name="T44" fmla="*/ 23 w 47"/>
                <a:gd name="T45" fmla="*/ 9 h 55"/>
                <a:gd name="T46" fmla="*/ 23 w 47"/>
                <a:gd name="T47" fmla="*/ 9 h 55"/>
                <a:gd name="T48" fmla="*/ 19 w 47"/>
                <a:gd name="T49" fmla="*/ 13 h 55"/>
                <a:gd name="T50" fmla="*/ 16 w 47"/>
                <a:gd name="T51" fmla="*/ 14 h 55"/>
                <a:gd name="T52" fmla="*/ 16 w 47"/>
                <a:gd name="T53" fmla="*/ 14 h 55"/>
                <a:gd name="T54" fmla="*/ 15 w 47"/>
                <a:gd name="T55" fmla="*/ 15 h 55"/>
                <a:gd name="T56" fmla="*/ 13 w 47"/>
                <a:gd name="T57" fmla="*/ 16 h 55"/>
                <a:gd name="T58" fmla="*/ 10 w 47"/>
                <a:gd name="T59" fmla="*/ 24 h 55"/>
                <a:gd name="T60" fmla="*/ 6 w 47"/>
                <a:gd name="T61" fmla="*/ 32 h 55"/>
                <a:gd name="T62" fmla="*/ 3 w 47"/>
                <a:gd name="T63" fmla="*/ 40 h 55"/>
                <a:gd name="T64" fmla="*/ 3 w 47"/>
                <a:gd name="T65" fmla="*/ 40 h 55"/>
                <a:gd name="T66" fmla="*/ 2 w 47"/>
                <a:gd name="T67" fmla="*/ 43 h 55"/>
                <a:gd name="T68" fmla="*/ 0 w 47"/>
                <a:gd name="T69" fmla="*/ 46 h 55"/>
                <a:gd name="T70" fmla="*/ 0 w 47"/>
                <a:gd name="T71" fmla="*/ 46 h 55"/>
                <a:gd name="T72" fmla="*/ 5 w 47"/>
                <a:gd name="T73" fmla="*/ 50 h 55"/>
                <a:gd name="T74" fmla="*/ 10 w 47"/>
                <a:gd name="T75" fmla="*/ 50 h 55"/>
                <a:gd name="T76" fmla="*/ 10 w 47"/>
                <a:gd name="T77" fmla="*/ 50 h 55"/>
                <a:gd name="T78" fmla="*/ 18 w 47"/>
                <a:gd name="T79" fmla="*/ 48 h 55"/>
                <a:gd name="T80" fmla="*/ 23 w 47"/>
                <a:gd name="T81" fmla="*/ 48 h 55"/>
                <a:gd name="T82" fmla="*/ 27 w 47"/>
                <a:gd name="T83" fmla="*/ 51 h 55"/>
                <a:gd name="T84" fmla="*/ 27 w 47"/>
                <a:gd name="T85" fmla="*/ 51 h 55"/>
                <a:gd name="T86" fmla="*/ 31 w 47"/>
                <a:gd name="T87" fmla="*/ 55 h 55"/>
                <a:gd name="T88" fmla="*/ 31 w 47"/>
                <a:gd name="T89" fmla="*/ 55 h 55"/>
                <a:gd name="T90" fmla="*/ 33 w 47"/>
                <a:gd name="T91" fmla="*/ 51 h 55"/>
                <a:gd name="T92" fmla="*/ 34 w 47"/>
                <a:gd name="T93" fmla="*/ 46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7" h="55">
                  <a:moveTo>
                    <a:pt x="34" y="46"/>
                  </a:moveTo>
                  <a:lnTo>
                    <a:pt x="34" y="46"/>
                  </a:lnTo>
                  <a:lnTo>
                    <a:pt x="34" y="43"/>
                  </a:lnTo>
                  <a:lnTo>
                    <a:pt x="34" y="40"/>
                  </a:lnTo>
                  <a:lnTo>
                    <a:pt x="35" y="37"/>
                  </a:lnTo>
                  <a:lnTo>
                    <a:pt x="38" y="35"/>
                  </a:lnTo>
                  <a:lnTo>
                    <a:pt x="38" y="35"/>
                  </a:lnTo>
                  <a:lnTo>
                    <a:pt x="40" y="34"/>
                  </a:lnTo>
                  <a:lnTo>
                    <a:pt x="42" y="31"/>
                  </a:lnTo>
                  <a:lnTo>
                    <a:pt x="43" y="27"/>
                  </a:lnTo>
                  <a:lnTo>
                    <a:pt x="44" y="25"/>
                  </a:lnTo>
                  <a:lnTo>
                    <a:pt x="44" y="25"/>
                  </a:lnTo>
                  <a:lnTo>
                    <a:pt x="45" y="21"/>
                  </a:lnTo>
                  <a:lnTo>
                    <a:pt x="47" y="16"/>
                  </a:lnTo>
                  <a:lnTo>
                    <a:pt x="45" y="9"/>
                  </a:lnTo>
                  <a:lnTo>
                    <a:pt x="44" y="0"/>
                  </a:lnTo>
                  <a:lnTo>
                    <a:pt x="44" y="0"/>
                  </a:lnTo>
                  <a:lnTo>
                    <a:pt x="39" y="3"/>
                  </a:lnTo>
                  <a:lnTo>
                    <a:pt x="35" y="3"/>
                  </a:lnTo>
                  <a:lnTo>
                    <a:pt x="35" y="3"/>
                  </a:lnTo>
                  <a:lnTo>
                    <a:pt x="29" y="4"/>
                  </a:lnTo>
                  <a:lnTo>
                    <a:pt x="27" y="5"/>
                  </a:lnTo>
                  <a:lnTo>
                    <a:pt x="23" y="9"/>
                  </a:lnTo>
                  <a:lnTo>
                    <a:pt x="23" y="9"/>
                  </a:lnTo>
                  <a:lnTo>
                    <a:pt x="19" y="13"/>
                  </a:lnTo>
                  <a:lnTo>
                    <a:pt x="16" y="14"/>
                  </a:lnTo>
                  <a:lnTo>
                    <a:pt x="16" y="14"/>
                  </a:lnTo>
                  <a:lnTo>
                    <a:pt x="15" y="15"/>
                  </a:lnTo>
                  <a:lnTo>
                    <a:pt x="13" y="16"/>
                  </a:lnTo>
                  <a:lnTo>
                    <a:pt x="10" y="24"/>
                  </a:lnTo>
                  <a:lnTo>
                    <a:pt x="6" y="32"/>
                  </a:lnTo>
                  <a:lnTo>
                    <a:pt x="3" y="40"/>
                  </a:lnTo>
                  <a:lnTo>
                    <a:pt x="3" y="40"/>
                  </a:lnTo>
                  <a:lnTo>
                    <a:pt x="2" y="43"/>
                  </a:lnTo>
                  <a:lnTo>
                    <a:pt x="0" y="46"/>
                  </a:lnTo>
                  <a:lnTo>
                    <a:pt x="0" y="46"/>
                  </a:lnTo>
                  <a:lnTo>
                    <a:pt x="5" y="50"/>
                  </a:lnTo>
                  <a:lnTo>
                    <a:pt x="10" y="50"/>
                  </a:lnTo>
                  <a:lnTo>
                    <a:pt x="10" y="50"/>
                  </a:lnTo>
                  <a:lnTo>
                    <a:pt x="18" y="48"/>
                  </a:lnTo>
                  <a:lnTo>
                    <a:pt x="23" y="48"/>
                  </a:lnTo>
                  <a:lnTo>
                    <a:pt x="27" y="51"/>
                  </a:lnTo>
                  <a:lnTo>
                    <a:pt x="27" y="51"/>
                  </a:lnTo>
                  <a:lnTo>
                    <a:pt x="31" y="55"/>
                  </a:lnTo>
                  <a:lnTo>
                    <a:pt x="31" y="55"/>
                  </a:lnTo>
                  <a:lnTo>
                    <a:pt x="33" y="51"/>
                  </a:lnTo>
                  <a:lnTo>
                    <a:pt x="34" y="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2" name="Freeform 240"/>
            <p:cNvSpPr>
              <a:spLocks/>
            </p:cNvSpPr>
            <p:nvPr/>
          </p:nvSpPr>
          <p:spPr bwMode="gray">
            <a:xfrm>
              <a:off x="2700731" y="4175296"/>
              <a:ext cx="131392" cy="123151"/>
            </a:xfrm>
            <a:custGeom>
              <a:avLst/>
              <a:gdLst>
                <a:gd name="T0" fmla="*/ 12 w 53"/>
                <a:gd name="T1" fmla="*/ 1 h 49"/>
                <a:gd name="T2" fmla="*/ 12 w 53"/>
                <a:gd name="T3" fmla="*/ 1 h 49"/>
                <a:gd name="T4" fmla="*/ 6 w 53"/>
                <a:gd name="T5" fmla="*/ 2 h 49"/>
                <a:gd name="T6" fmla="*/ 3 w 53"/>
                <a:gd name="T7" fmla="*/ 5 h 49"/>
                <a:gd name="T8" fmla="*/ 0 w 53"/>
                <a:gd name="T9" fmla="*/ 10 h 49"/>
                <a:gd name="T10" fmla="*/ 0 w 53"/>
                <a:gd name="T11" fmla="*/ 14 h 49"/>
                <a:gd name="T12" fmla="*/ 0 w 53"/>
                <a:gd name="T13" fmla="*/ 14 h 49"/>
                <a:gd name="T14" fmla="*/ 3 w 53"/>
                <a:gd name="T15" fmla="*/ 20 h 49"/>
                <a:gd name="T16" fmla="*/ 9 w 53"/>
                <a:gd name="T17" fmla="*/ 28 h 49"/>
                <a:gd name="T18" fmla="*/ 20 w 53"/>
                <a:gd name="T19" fmla="*/ 44 h 49"/>
                <a:gd name="T20" fmla="*/ 20 w 53"/>
                <a:gd name="T21" fmla="*/ 44 h 49"/>
                <a:gd name="T22" fmla="*/ 24 w 53"/>
                <a:gd name="T23" fmla="*/ 46 h 49"/>
                <a:gd name="T24" fmla="*/ 27 w 53"/>
                <a:gd name="T25" fmla="*/ 47 h 49"/>
                <a:gd name="T26" fmla="*/ 27 w 53"/>
                <a:gd name="T27" fmla="*/ 47 h 49"/>
                <a:gd name="T28" fmla="*/ 31 w 53"/>
                <a:gd name="T29" fmla="*/ 49 h 49"/>
                <a:gd name="T30" fmla="*/ 31 w 53"/>
                <a:gd name="T31" fmla="*/ 49 h 49"/>
                <a:gd name="T32" fmla="*/ 38 w 53"/>
                <a:gd name="T33" fmla="*/ 39 h 49"/>
                <a:gd name="T34" fmla="*/ 43 w 53"/>
                <a:gd name="T35" fmla="*/ 32 h 49"/>
                <a:gd name="T36" fmla="*/ 43 w 53"/>
                <a:gd name="T37" fmla="*/ 32 h 49"/>
                <a:gd name="T38" fmla="*/ 51 w 53"/>
                <a:gd name="T39" fmla="*/ 25 h 49"/>
                <a:gd name="T40" fmla="*/ 52 w 53"/>
                <a:gd name="T41" fmla="*/ 20 h 49"/>
                <a:gd name="T42" fmla="*/ 53 w 53"/>
                <a:gd name="T43" fmla="*/ 15 h 49"/>
                <a:gd name="T44" fmla="*/ 53 w 53"/>
                <a:gd name="T45" fmla="*/ 15 h 49"/>
                <a:gd name="T46" fmla="*/ 52 w 53"/>
                <a:gd name="T47" fmla="*/ 7 h 49"/>
                <a:gd name="T48" fmla="*/ 51 w 53"/>
                <a:gd name="T49" fmla="*/ 0 h 49"/>
                <a:gd name="T50" fmla="*/ 51 w 53"/>
                <a:gd name="T51" fmla="*/ 0 h 49"/>
                <a:gd name="T52" fmla="*/ 38 w 53"/>
                <a:gd name="T53" fmla="*/ 2 h 49"/>
                <a:gd name="T54" fmla="*/ 38 w 53"/>
                <a:gd name="T55" fmla="*/ 2 h 49"/>
                <a:gd name="T56" fmla="*/ 12 w 53"/>
                <a:gd name="T57" fmla="*/ 1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3" h="49">
                  <a:moveTo>
                    <a:pt x="12" y="1"/>
                  </a:moveTo>
                  <a:lnTo>
                    <a:pt x="12" y="1"/>
                  </a:lnTo>
                  <a:lnTo>
                    <a:pt x="6" y="2"/>
                  </a:lnTo>
                  <a:lnTo>
                    <a:pt x="3" y="5"/>
                  </a:lnTo>
                  <a:lnTo>
                    <a:pt x="0" y="10"/>
                  </a:lnTo>
                  <a:lnTo>
                    <a:pt x="0" y="14"/>
                  </a:lnTo>
                  <a:lnTo>
                    <a:pt x="0" y="14"/>
                  </a:lnTo>
                  <a:lnTo>
                    <a:pt x="3" y="20"/>
                  </a:lnTo>
                  <a:lnTo>
                    <a:pt x="9" y="28"/>
                  </a:lnTo>
                  <a:lnTo>
                    <a:pt x="20" y="44"/>
                  </a:lnTo>
                  <a:lnTo>
                    <a:pt x="20" y="44"/>
                  </a:lnTo>
                  <a:lnTo>
                    <a:pt x="24" y="46"/>
                  </a:lnTo>
                  <a:lnTo>
                    <a:pt x="27" y="47"/>
                  </a:lnTo>
                  <a:lnTo>
                    <a:pt x="27" y="47"/>
                  </a:lnTo>
                  <a:lnTo>
                    <a:pt x="31" y="49"/>
                  </a:lnTo>
                  <a:lnTo>
                    <a:pt x="31" y="49"/>
                  </a:lnTo>
                  <a:lnTo>
                    <a:pt x="38" y="39"/>
                  </a:lnTo>
                  <a:lnTo>
                    <a:pt x="43" y="32"/>
                  </a:lnTo>
                  <a:lnTo>
                    <a:pt x="43" y="32"/>
                  </a:lnTo>
                  <a:lnTo>
                    <a:pt x="51" y="25"/>
                  </a:lnTo>
                  <a:lnTo>
                    <a:pt x="52" y="20"/>
                  </a:lnTo>
                  <a:lnTo>
                    <a:pt x="53" y="15"/>
                  </a:lnTo>
                  <a:lnTo>
                    <a:pt x="53" y="15"/>
                  </a:lnTo>
                  <a:lnTo>
                    <a:pt x="52" y="7"/>
                  </a:lnTo>
                  <a:lnTo>
                    <a:pt x="51" y="0"/>
                  </a:lnTo>
                  <a:lnTo>
                    <a:pt x="51" y="0"/>
                  </a:lnTo>
                  <a:lnTo>
                    <a:pt x="38" y="2"/>
                  </a:lnTo>
                  <a:lnTo>
                    <a:pt x="38" y="2"/>
                  </a:lnTo>
                  <a:lnTo>
                    <a:pt x="12" y="1"/>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3" name="Freeform 242"/>
            <p:cNvSpPr>
              <a:spLocks/>
            </p:cNvSpPr>
            <p:nvPr/>
          </p:nvSpPr>
          <p:spPr bwMode="gray">
            <a:xfrm>
              <a:off x="3030453" y="4004391"/>
              <a:ext cx="131392" cy="163365"/>
            </a:xfrm>
            <a:custGeom>
              <a:avLst/>
              <a:gdLst>
                <a:gd name="T0" fmla="*/ 49 w 53"/>
                <a:gd name="T1" fmla="*/ 17 h 65"/>
                <a:gd name="T2" fmla="*/ 49 w 53"/>
                <a:gd name="T3" fmla="*/ 17 h 65"/>
                <a:gd name="T4" fmla="*/ 46 w 53"/>
                <a:gd name="T5" fmla="*/ 13 h 65"/>
                <a:gd name="T6" fmla="*/ 38 w 53"/>
                <a:gd name="T7" fmla="*/ 6 h 65"/>
                <a:gd name="T8" fmla="*/ 31 w 53"/>
                <a:gd name="T9" fmla="*/ 3 h 65"/>
                <a:gd name="T10" fmla="*/ 25 w 53"/>
                <a:gd name="T11" fmla="*/ 0 h 65"/>
                <a:gd name="T12" fmla="*/ 25 w 53"/>
                <a:gd name="T13" fmla="*/ 0 h 65"/>
                <a:gd name="T14" fmla="*/ 20 w 53"/>
                <a:gd name="T15" fmla="*/ 1 h 65"/>
                <a:gd name="T16" fmla="*/ 12 w 53"/>
                <a:gd name="T17" fmla="*/ 3 h 65"/>
                <a:gd name="T18" fmla="*/ 6 w 53"/>
                <a:gd name="T19" fmla="*/ 5 h 65"/>
                <a:gd name="T20" fmla="*/ 0 w 53"/>
                <a:gd name="T21" fmla="*/ 10 h 65"/>
                <a:gd name="T22" fmla="*/ 0 w 53"/>
                <a:gd name="T23" fmla="*/ 10 h 65"/>
                <a:gd name="T24" fmla="*/ 9 w 53"/>
                <a:gd name="T25" fmla="*/ 10 h 65"/>
                <a:gd name="T26" fmla="*/ 17 w 53"/>
                <a:gd name="T27" fmla="*/ 11 h 65"/>
                <a:gd name="T28" fmla="*/ 17 w 53"/>
                <a:gd name="T29" fmla="*/ 11 h 65"/>
                <a:gd name="T30" fmla="*/ 19 w 53"/>
                <a:gd name="T31" fmla="*/ 11 h 65"/>
                <a:gd name="T32" fmla="*/ 20 w 53"/>
                <a:gd name="T33" fmla="*/ 13 h 65"/>
                <a:gd name="T34" fmla="*/ 24 w 53"/>
                <a:gd name="T35" fmla="*/ 17 h 65"/>
                <a:gd name="T36" fmla="*/ 26 w 53"/>
                <a:gd name="T37" fmla="*/ 24 h 65"/>
                <a:gd name="T38" fmla="*/ 30 w 53"/>
                <a:gd name="T39" fmla="*/ 27 h 65"/>
                <a:gd name="T40" fmla="*/ 30 w 53"/>
                <a:gd name="T41" fmla="*/ 27 h 65"/>
                <a:gd name="T42" fmla="*/ 33 w 53"/>
                <a:gd name="T43" fmla="*/ 31 h 65"/>
                <a:gd name="T44" fmla="*/ 36 w 53"/>
                <a:gd name="T45" fmla="*/ 35 h 65"/>
                <a:gd name="T46" fmla="*/ 36 w 53"/>
                <a:gd name="T47" fmla="*/ 38 h 65"/>
                <a:gd name="T48" fmla="*/ 36 w 53"/>
                <a:gd name="T49" fmla="*/ 42 h 65"/>
                <a:gd name="T50" fmla="*/ 36 w 53"/>
                <a:gd name="T51" fmla="*/ 42 h 65"/>
                <a:gd name="T52" fmla="*/ 35 w 53"/>
                <a:gd name="T53" fmla="*/ 46 h 65"/>
                <a:gd name="T54" fmla="*/ 36 w 53"/>
                <a:gd name="T55" fmla="*/ 53 h 65"/>
                <a:gd name="T56" fmla="*/ 37 w 53"/>
                <a:gd name="T57" fmla="*/ 61 h 65"/>
                <a:gd name="T58" fmla="*/ 38 w 53"/>
                <a:gd name="T59" fmla="*/ 64 h 65"/>
                <a:gd name="T60" fmla="*/ 38 w 53"/>
                <a:gd name="T61" fmla="*/ 64 h 65"/>
                <a:gd name="T62" fmla="*/ 43 w 53"/>
                <a:gd name="T63" fmla="*/ 65 h 65"/>
                <a:gd name="T64" fmla="*/ 43 w 53"/>
                <a:gd name="T65" fmla="*/ 65 h 65"/>
                <a:gd name="T66" fmla="*/ 46 w 53"/>
                <a:gd name="T67" fmla="*/ 53 h 65"/>
                <a:gd name="T68" fmla="*/ 48 w 53"/>
                <a:gd name="T69" fmla="*/ 47 h 65"/>
                <a:gd name="T70" fmla="*/ 51 w 53"/>
                <a:gd name="T71" fmla="*/ 43 h 65"/>
                <a:gd name="T72" fmla="*/ 51 w 53"/>
                <a:gd name="T73" fmla="*/ 43 h 65"/>
                <a:gd name="T74" fmla="*/ 53 w 53"/>
                <a:gd name="T75" fmla="*/ 38 h 65"/>
                <a:gd name="T76" fmla="*/ 53 w 53"/>
                <a:gd name="T77" fmla="*/ 31 h 65"/>
                <a:gd name="T78" fmla="*/ 52 w 53"/>
                <a:gd name="T79" fmla="*/ 24 h 65"/>
                <a:gd name="T80" fmla="*/ 49 w 53"/>
                <a:gd name="T81" fmla="*/ 17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3" h="65">
                  <a:moveTo>
                    <a:pt x="49" y="17"/>
                  </a:moveTo>
                  <a:lnTo>
                    <a:pt x="49" y="17"/>
                  </a:lnTo>
                  <a:lnTo>
                    <a:pt x="46" y="13"/>
                  </a:lnTo>
                  <a:lnTo>
                    <a:pt x="38" y="6"/>
                  </a:lnTo>
                  <a:lnTo>
                    <a:pt x="31" y="3"/>
                  </a:lnTo>
                  <a:lnTo>
                    <a:pt x="25" y="0"/>
                  </a:lnTo>
                  <a:lnTo>
                    <a:pt x="25" y="0"/>
                  </a:lnTo>
                  <a:lnTo>
                    <a:pt x="20" y="1"/>
                  </a:lnTo>
                  <a:lnTo>
                    <a:pt x="12" y="3"/>
                  </a:lnTo>
                  <a:lnTo>
                    <a:pt x="6" y="5"/>
                  </a:lnTo>
                  <a:lnTo>
                    <a:pt x="0" y="10"/>
                  </a:lnTo>
                  <a:lnTo>
                    <a:pt x="0" y="10"/>
                  </a:lnTo>
                  <a:lnTo>
                    <a:pt x="9" y="10"/>
                  </a:lnTo>
                  <a:lnTo>
                    <a:pt x="17" y="11"/>
                  </a:lnTo>
                  <a:lnTo>
                    <a:pt x="17" y="11"/>
                  </a:lnTo>
                  <a:lnTo>
                    <a:pt x="19" y="11"/>
                  </a:lnTo>
                  <a:lnTo>
                    <a:pt x="20" y="13"/>
                  </a:lnTo>
                  <a:lnTo>
                    <a:pt x="24" y="17"/>
                  </a:lnTo>
                  <a:lnTo>
                    <a:pt x="26" y="24"/>
                  </a:lnTo>
                  <a:lnTo>
                    <a:pt x="30" y="27"/>
                  </a:lnTo>
                  <a:lnTo>
                    <a:pt x="30" y="27"/>
                  </a:lnTo>
                  <a:lnTo>
                    <a:pt x="33" y="31"/>
                  </a:lnTo>
                  <a:lnTo>
                    <a:pt x="36" y="35"/>
                  </a:lnTo>
                  <a:lnTo>
                    <a:pt x="36" y="38"/>
                  </a:lnTo>
                  <a:lnTo>
                    <a:pt x="36" y="42"/>
                  </a:lnTo>
                  <a:lnTo>
                    <a:pt x="36" y="42"/>
                  </a:lnTo>
                  <a:lnTo>
                    <a:pt x="35" y="46"/>
                  </a:lnTo>
                  <a:lnTo>
                    <a:pt x="36" y="53"/>
                  </a:lnTo>
                  <a:lnTo>
                    <a:pt x="37" y="61"/>
                  </a:lnTo>
                  <a:lnTo>
                    <a:pt x="38" y="64"/>
                  </a:lnTo>
                  <a:lnTo>
                    <a:pt x="38" y="64"/>
                  </a:lnTo>
                  <a:lnTo>
                    <a:pt x="43" y="65"/>
                  </a:lnTo>
                  <a:lnTo>
                    <a:pt x="43" y="65"/>
                  </a:lnTo>
                  <a:lnTo>
                    <a:pt x="46" y="53"/>
                  </a:lnTo>
                  <a:lnTo>
                    <a:pt x="48" y="47"/>
                  </a:lnTo>
                  <a:lnTo>
                    <a:pt x="51" y="43"/>
                  </a:lnTo>
                  <a:lnTo>
                    <a:pt x="51" y="43"/>
                  </a:lnTo>
                  <a:lnTo>
                    <a:pt x="53" y="38"/>
                  </a:lnTo>
                  <a:lnTo>
                    <a:pt x="53" y="31"/>
                  </a:lnTo>
                  <a:lnTo>
                    <a:pt x="52" y="24"/>
                  </a:lnTo>
                  <a:lnTo>
                    <a:pt x="49" y="1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4" name="Freeform 244"/>
            <p:cNvSpPr>
              <a:spLocks/>
            </p:cNvSpPr>
            <p:nvPr/>
          </p:nvSpPr>
          <p:spPr bwMode="gray">
            <a:xfrm>
              <a:off x="2918893" y="3790760"/>
              <a:ext cx="609861" cy="419723"/>
            </a:xfrm>
            <a:custGeom>
              <a:avLst/>
              <a:gdLst>
                <a:gd name="T0" fmla="*/ 238 w 246"/>
                <a:gd name="T1" fmla="*/ 102 h 167"/>
                <a:gd name="T2" fmla="*/ 245 w 246"/>
                <a:gd name="T3" fmla="*/ 82 h 167"/>
                <a:gd name="T4" fmla="*/ 242 w 246"/>
                <a:gd name="T5" fmla="*/ 67 h 167"/>
                <a:gd name="T6" fmla="*/ 231 w 246"/>
                <a:gd name="T7" fmla="*/ 58 h 167"/>
                <a:gd name="T8" fmla="*/ 214 w 246"/>
                <a:gd name="T9" fmla="*/ 54 h 167"/>
                <a:gd name="T10" fmla="*/ 188 w 246"/>
                <a:gd name="T11" fmla="*/ 47 h 167"/>
                <a:gd name="T12" fmla="*/ 168 w 246"/>
                <a:gd name="T13" fmla="*/ 27 h 167"/>
                <a:gd name="T14" fmla="*/ 158 w 246"/>
                <a:gd name="T15" fmla="*/ 6 h 167"/>
                <a:gd name="T16" fmla="*/ 153 w 246"/>
                <a:gd name="T17" fmla="*/ 0 h 167"/>
                <a:gd name="T18" fmla="*/ 145 w 246"/>
                <a:gd name="T19" fmla="*/ 5 h 167"/>
                <a:gd name="T20" fmla="*/ 124 w 246"/>
                <a:gd name="T21" fmla="*/ 8 h 167"/>
                <a:gd name="T22" fmla="*/ 110 w 246"/>
                <a:gd name="T23" fmla="*/ 18 h 167"/>
                <a:gd name="T24" fmla="*/ 64 w 246"/>
                <a:gd name="T25" fmla="*/ 24 h 167"/>
                <a:gd name="T26" fmla="*/ 21 w 246"/>
                <a:gd name="T27" fmla="*/ 27 h 167"/>
                <a:gd name="T28" fmla="*/ 22 w 246"/>
                <a:gd name="T29" fmla="*/ 41 h 167"/>
                <a:gd name="T30" fmla="*/ 9 w 246"/>
                <a:gd name="T31" fmla="*/ 59 h 167"/>
                <a:gd name="T32" fmla="*/ 5 w 246"/>
                <a:gd name="T33" fmla="*/ 75 h 167"/>
                <a:gd name="T34" fmla="*/ 1 w 246"/>
                <a:gd name="T35" fmla="*/ 88 h 167"/>
                <a:gd name="T36" fmla="*/ 11 w 246"/>
                <a:gd name="T37" fmla="*/ 96 h 167"/>
                <a:gd name="T38" fmla="*/ 27 w 246"/>
                <a:gd name="T39" fmla="*/ 101 h 167"/>
                <a:gd name="T40" fmla="*/ 44 w 246"/>
                <a:gd name="T41" fmla="*/ 95 h 167"/>
                <a:gd name="T42" fmla="*/ 57 w 246"/>
                <a:gd name="T43" fmla="*/ 88 h 167"/>
                <a:gd name="T44" fmla="*/ 76 w 246"/>
                <a:gd name="T45" fmla="*/ 88 h 167"/>
                <a:gd name="T46" fmla="*/ 94 w 246"/>
                <a:gd name="T47" fmla="*/ 102 h 167"/>
                <a:gd name="T48" fmla="*/ 96 w 246"/>
                <a:gd name="T49" fmla="*/ 128 h 167"/>
                <a:gd name="T50" fmla="*/ 88 w 246"/>
                <a:gd name="T51" fmla="*/ 150 h 167"/>
                <a:gd name="T52" fmla="*/ 93 w 246"/>
                <a:gd name="T53" fmla="*/ 149 h 167"/>
                <a:gd name="T54" fmla="*/ 104 w 246"/>
                <a:gd name="T55" fmla="*/ 144 h 167"/>
                <a:gd name="T56" fmla="*/ 114 w 246"/>
                <a:gd name="T57" fmla="*/ 131 h 167"/>
                <a:gd name="T58" fmla="*/ 120 w 246"/>
                <a:gd name="T59" fmla="*/ 122 h 167"/>
                <a:gd name="T60" fmla="*/ 135 w 246"/>
                <a:gd name="T61" fmla="*/ 123 h 167"/>
                <a:gd name="T62" fmla="*/ 139 w 246"/>
                <a:gd name="T63" fmla="*/ 132 h 167"/>
                <a:gd name="T64" fmla="*/ 157 w 246"/>
                <a:gd name="T65" fmla="*/ 131 h 167"/>
                <a:gd name="T66" fmla="*/ 151 w 246"/>
                <a:gd name="T67" fmla="*/ 137 h 167"/>
                <a:gd name="T68" fmla="*/ 140 w 246"/>
                <a:gd name="T69" fmla="*/ 143 h 167"/>
                <a:gd name="T70" fmla="*/ 144 w 246"/>
                <a:gd name="T71" fmla="*/ 149 h 167"/>
                <a:gd name="T72" fmla="*/ 157 w 246"/>
                <a:gd name="T73" fmla="*/ 165 h 167"/>
                <a:gd name="T74" fmla="*/ 165 w 246"/>
                <a:gd name="T75" fmla="*/ 165 h 167"/>
                <a:gd name="T76" fmla="*/ 179 w 246"/>
                <a:gd name="T77" fmla="*/ 155 h 167"/>
                <a:gd name="T78" fmla="*/ 184 w 246"/>
                <a:gd name="T79" fmla="*/ 158 h 167"/>
                <a:gd name="T80" fmla="*/ 192 w 246"/>
                <a:gd name="T81" fmla="*/ 159 h 167"/>
                <a:gd name="T82" fmla="*/ 195 w 246"/>
                <a:gd name="T83" fmla="*/ 158 h 167"/>
                <a:gd name="T84" fmla="*/ 193 w 246"/>
                <a:gd name="T85" fmla="*/ 149 h 167"/>
                <a:gd name="T86" fmla="*/ 188 w 246"/>
                <a:gd name="T87" fmla="*/ 144 h 167"/>
                <a:gd name="T88" fmla="*/ 177 w 246"/>
                <a:gd name="T89" fmla="*/ 143 h 167"/>
                <a:gd name="T90" fmla="*/ 172 w 246"/>
                <a:gd name="T91" fmla="*/ 136 h 167"/>
                <a:gd name="T92" fmla="*/ 177 w 246"/>
                <a:gd name="T93" fmla="*/ 130 h 167"/>
                <a:gd name="T94" fmla="*/ 193 w 246"/>
                <a:gd name="T95" fmla="*/ 121 h 167"/>
                <a:gd name="T96" fmla="*/ 205 w 246"/>
                <a:gd name="T97" fmla="*/ 118 h 167"/>
                <a:gd name="T98" fmla="*/ 217 w 246"/>
                <a:gd name="T99" fmla="*/ 115 h 167"/>
                <a:gd name="T100" fmla="*/ 226 w 246"/>
                <a:gd name="T101" fmla="*/ 109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6" h="167">
                  <a:moveTo>
                    <a:pt x="227" y="107"/>
                  </a:moveTo>
                  <a:lnTo>
                    <a:pt x="227" y="107"/>
                  </a:lnTo>
                  <a:lnTo>
                    <a:pt x="233" y="106"/>
                  </a:lnTo>
                  <a:lnTo>
                    <a:pt x="238" y="102"/>
                  </a:lnTo>
                  <a:lnTo>
                    <a:pt x="242" y="99"/>
                  </a:lnTo>
                  <a:lnTo>
                    <a:pt x="243" y="94"/>
                  </a:lnTo>
                  <a:lnTo>
                    <a:pt x="243" y="94"/>
                  </a:lnTo>
                  <a:lnTo>
                    <a:pt x="245" y="82"/>
                  </a:lnTo>
                  <a:lnTo>
                    <a:pt x="246" y="75"/>
                  </a:lnTo>
                  <a:lnTo>
                    <a:pt x="245" y="72"/>
                  </a:lnTo>
                  <a:lnTo>
                    <a:pt x="245" y="72"/>
                  </a:lnTo>
                  <a:lnTo>
                    <a:pt x="242" y="67"/>
                  </a:lnTo>
                  <a:lnTo>
                    <a:pt x="240" y="63"/>
                  </a:lnTo>
                  <a:lnTo>
                    <a:pt x="236" y="59"/>
                  </a:lnTo>
                  <a:lnTo>
                    <a:pt x="233" y="58"/>
                  </a:lnTo>
                  <a:lnTo>
                    <a:pt x="231" y="58"/>
                  </a:lnTo>
                  <a:lnTo>
                    <a:pt x="231" y="58"/>
                  </a:lnTo>
                  <a:lnTo>
                    <a:pt x="222" y="57"/>
                  </a:lnTo>
                  <a:lnTo>
                    <a:pt x="214" y="54"/>
                  </a:lnTo>
                  <a:lnTo>
                    <a:pt x="214" y="54"/>
                  </a:lnTo>
                  <a:lnTo>
                    <a:pt x="208" y="52"/>
                  </a:lnTo>
                  <a:lnTo>
                    <a:pt x="199" y="51"/>
                  </a:lnTo>
                  <a:lnTo>
                    <a:pt x="192" y="48"/>
                  </a:lnTo>
                  <a:lnTo>
                    <a:pt x="188" y="47"/>
                  </a:lnTo>
                  <a:lnTo>
                    <a:pt x="187" y="46"/>
                  </a:lnTo>
                  <a:lnTo>
                    <a:pt x="187" y="46"/>
                  </a:lnTo>
                  <a:lnTo>
                    <a:pt x="178" y="36"/>
                  </a:lnTo>
                  <a:lnTo>
                    <a:pt x="168" y="27"/>
                  </a:lnTo>
                  <a:lnTo>
                    <a:pt x="168" y="27"/>
                  </a:lnTo>
                  <a:lnTo>
                    <a:pt x="166" y="24"/>
                  </a:lnTo>
                  <a:lnTo>
                    <a:pt x="163" y="18"/>
                  </a:lnTo>
                  <a:lnTo>
                    <a:pt x="158" y="6"/>
                  </a:lnTo>
                  <a:lnTo>
                    <a:pt x="158" y="6"/>
                  </a:lnTo>
                  <a:lnTo>
                    <a:pt x="157" y="3"/>
                  </a:lnTo>
                  <a:lnTo>
                    <a:pt x="156" y="0"/>
                  </a:lnTo>
                  <a:lnTo>
                    <a:pt x="153" y="0"/>
                  </a:lnTo>
                  <a:lnTo>
                    <a:pt x="151" y="2"/>
                  </a:lnTo>
                  <a:lnTo>
                    <a:pt x="151" y="2"/>
                  </a:lnTo>
                  <a:lnTo>
                    <a:pt x="149" y="4"/>
                  </a:lnTo>
                  <a:lnTo>
                    <a:pt x="145" y="5"/>
                  </a:lnTo>
                  <a:lnTo>
                    <a:pt x="137" y="6"/>
                  </a:lnTo>
                  <a:lnTo>
                    <a:pt x="137" y="6"/>
                  </a:lnTo>
                  <a:lnTo>
                    <a:pt x="129" y="6"/>
                  </a:lnTo>
                  <a:lnTo>
                    <a:pt x="124" y="8"/>
                  </a:lnTo>
                  <a:lnTo>
                    <a:pt x="120" y="10"/>
                  </a:lnTo>
                  <a:lnTo>
                    <a:pt x="120" y="10"/>
                  </a:lnTo>
                  <a:lnTo>
                    <a:pt x="117" y="14"/>
                  </a:lnTo>
                  <a:lnTo>
                    <a:pt x="110" y="18"/>
                  </a:lnTo>
                  <a:lnTo>
                    <a:pt x="104" y="21"/>
                  </a:lnTo>
                  <a:lnTo>
                    <a:pt x="97" y="24"/>
                  </a:lnTo>
                  <a:lnTo>
                    <a:pt x="97" y="24"/>
                  </a:lnTo>
                  <a:lnTo>
                    <a:pt x="64" y="24"/>
                  </a:lnTo>
                  <a:lnTo>
                    <a:pt x="18" y="24"/>
                  </a:lnTo>
                  <a:lnTo>
                    <a:pt x="18" y="24"/>
                  </a:lnTo>
                  <a:lnTo>
                    <a:pt x="21" y="27"/>
                  </a:lnTo>
                  <a:lnTo>
                    <a:pt x="21" y="27"/>
                  </a:lnTo>
                  <a:lnTo>
                    <a:pt x="22" y="31"/>
                  </a:lnTo>
                  <a:lnTo>
                    <a:pt x="22" y="35"/>
                  </a:lnTo>
                  <a:lnTo>
                    <a:pt x="22" y="41"/>
                  </a:lnTo>
                  <a:lnTo>
                    <a:pt x="22" y="41"/>
                  </a:lnTo>
                  <a:lnTo>
                    <a:pt x="22" y="42"/>
                  </a:lnTo>
                  <a:lnTo>
                    <a:pt x="21" y="45"/>
                  </a:lnTo>
                  <a:lnTo>
                    <a:pt x="16" y="52"/>
                  </a:lnTo>
                  <a:lnTo>
                    <a:pt x="9" y="59"/>
                  </a:lnTo>
                  <a:lnTo>
                    <a:pt x="8" y="63"/>
                  </a:lnTo>
                  <a:lnTo>
                    <a:pt x="7" y="67"/>
                  </a:lnTo>
                  <a:lnTo>
                    <a:pt x="7" y="67"/>
                  </a:lnTo>
                  <a:lnTo>
                    <a:pt x="5" y="75"/>
                  </a:lnTo>
                  <a:lnTo>
                    <a:pt x="1" y="82"/>
                  </a:lnTo>
                  <a:lnTo>
                    <a:pt x="1" y="82"/>
                  </a:lnTo>
                  <a:lnTo>
                    <a:pt x="0" y="84"/>
                  </a:lnTo>
                  <a:lnTo>
                    <a:pt x="1" y="88"/>
                  </a:lnTo>
                  <a:lnTo>
                    <a:pt x="7" y="98"/>
                  </a:lnTo>
                  <a:lnTo>
                    <a:pt x="7" y="98"/>
                  </a:lnTo>
                  <a:lnTo>
                    <a:pt x="9" y="96"/>
                  </a:lnTo>
                  <a:lnTo>
                    <a:pt x="11" y="96"/>
                  </a:lnTo>
                  <a:lnTo>
                    <a:pt x="11" y="96"/>
                  </a:lnTo>
                  <a:lnTo>
                    <a:pt x="19" y="100"/>
                  </a:lnTo>
                  <a:lnTo>
                    <a:pt x="27" y="101"/>
                  </a:lnTo>
                  <a:lnTo>
                    <a:pt x="27" y="101"/>
                  </a:lnTo>
                  <a:lnTo>
                    <a:pt x="30" y="100"/>
                  </a:lnTo>
                  <a:lnTo>
                    <a:pt x="37" y="99"/>
                  </a:lnTo>
                  <a:lnTo>
                    <a:pt x="44" y="95"/>
                  </a:lnTo>
                  <a:lnTo>
                    <a:pt x="44" y="95"/>
                  </a:lnTo>
                  <a:lnTo>
                    <a:pt x="45" y="95"/>
                  </a:lnTo>
                  <a:lnTo>
                    <a:pt x="45" y="95"/>
                  </a:lnTo>
                  <a:lnTo>
                    <a:pt x="51" y="90"/>
                  </a:lnTo>
                  <a:lnTo>
                    <a:pt x="57" y="88"/>
                  </a:lnTo>
                  <a:lnTo>
                    <a:pt x="65" y="86"/>
                  </a:lnTo>
                  <a:lnTo>
                    <a:pt x="70" y="85"/>
                  </a:lnTo>
                  <a:lnTo>
                    <a:pt x="70" y="85"/>
                  </a:lnTo>
                  <a:lnTo>
                    <a:pt x="76" y="88"/>
                  </a:lnTo>
                  <a:lnTo>
                    <a:pt x="83" y="91"/>
                  </a:lnTo>
                  <a:lnTo>
                    <a:pt x="91" y="98"/>
                  </a:lnTo>
                  <a:lnTo>
                    <a:pt x="94" y="102"/>
                  </a:lnTo>
                  <a:lnTo>
                    <a:pt x="94" y="102"/>
                  </a:lnTo>
                  <a:lnTo>
                    <a:pt x="97" y="109"/>
                  </a:lnTo>
                  <a:lnTo>
                    <a:pt x="98" y="116"/>
                  </a:lnTo>
                  <a:lnTo>
                    <a:pt x="98" y="123"/>
                  </a:lnTo>
                  <a:lnTo>
                    <a:pt x="96" y="128"/>
                  </a:lnTo>
                  <a:lnTo>
                    <a:pt x="96" y="128"/>
                  </a:lnTo>
                  <a:lnTo>
                    <a:pt x="93" y="132"/>
                  </a:lnTo>
                  <a:lnTo>
                    <a:pt x="91" y="138"/>
                  </a:lnTo>
                  <a:lnTo>
                    <a:pt x="88" y="150"/>
                  </a:lnTo>
                  <a:lnTo>
                    <a:pt x="88" y="150"/>
                  </a:lnTo>
                  <a:lnTo>
                    <a:pt x="91" y="150"/>
                  </a:lnTo>
                  <a:lnTo>
                    <a:pt x="93" y="149"/>
                  </a:lnTo>
                  <a:lnTo>
                    <a:pt x="93" y="149"/>
                  </a:lnTo>
                  <a:lnTo>
                    <a:pt x="98" y="148"/>
                  </a:lnTo>
                  <a:lnTo>
                    <a:pt x="103" y="147"/>
                  </a:lnTo>
                  <a:lnTo>
                    <a:pt x="103" y="147"/>
                  </a:lnTo>
                  <a:lnTo>
                    <a:pt x="104" y="144"/>
                  </a:lnTo>
                  <a:lnTo>
                    <a:pt x="105" y="142"/>
                  </a:lnTo>
                  <a:lnTo>
                    <a:pt x="109" y="137"/>
                  </a:lnTo>
                  <a:lnTo>
                    <a:pt x="109" y="137"/>
                  </a:lnTo>
                  <a:lnTo>
                    <a:pt x="114" y="131"/>
                  </a:lnTo>
                  <a:lnTo>
                    <a:pt x="117" y="125"/>
                  </a:lnTo>
                  <a:lnTo>
                    <a:pt x="117" y="125"/>
                  </a:lnTo>
                  <a:lnTo>
                    <a:pt x="118" y="123"/>
                  </a:lnTo>
                  <a:lnTo>
                    <a:pt x="120" y="122"/>
                  </a:lnTo>
                  <a:lnTo>
                    <a:pt x="125" y="122"/>
                  </a:lnTo>
                  <a:lnTo>
                    <a:pt x="134" y="122"/>
                  </a:lnTo>
                  <a:lnTo>
                    <a:pt x="134" y="122"/>
                  </a:lnTo>
                  <a:lnTo>
                    <a:pt x="135" y="123"/>
                  </a:lnTo>
                  <a:lnTo>
                    <a:pt x="135" y="126"/>
                  </a:lnTo>
                  <a:lnTo>
                    <a:pt x="137" y="131"/>
                  </a:lnTo>
                  <a:lnTo>
                    <a:pt x="137" y="131"/>
                  </a:lnTo>
                  <a:lnTo>
                    <a:pt x="139" y="132"/>
                  </a:lnTo>
                  <a:lnTo>
                    <a:pt x="140" y="132"/>
                  </a:lnTo>
                  <a:lnTo>
                    <a:pt x="146" y="132"/>
                  </a:lnTo>
                  <a:lnTo>
                    <a:pt x="157" y="131"/>
                  </a:lnTo>
                  <a:lnTo>
                    <a:pt x="157" y="131"/>
                  </a:lnTo>
                  <a:lnTo>
                    <a:pt x="158" y="132"/>
                  </a:lnTo>
                  <a:lnTo>
                    <a:pt x="158" y="132"/>
                  </a:lnTo>
                  <a:lnTo>
                    <a:pt x="156" y="134"/>
                  </a:lnTo>
                  <a:lnTo>
                    <a:pt x="151" y="137"/>
                  </a:lnTo>
                  <a:lnTo>
                    <a:pt x="146" y="139"/>
                  </a:lnTo>
                  <a:lnTo>
                    <a:pt x="146" y="139"/>
                  </a:lnTo>
                  <a:lnTo>
                    <a:pt x="142" y="142"/>
                  </a:lnTo>
                  <a:lnTo>
                    <a:pt x="140" y="143"/>
                  </a:lnTo>
                  <a:lnTo>
                    <a:pt x="140" y="146"/>
                  </a:lnTo>
                  <a:lnTo>
                    <a:pt x="141" y="147"/>
                  </a:lnTo>
                  <a:lnTo>
                    <a:pt x="141" y="147"/>
                  </a:lnTo>
                  <a:lnTo>
                    <a:pt x="144" y="149"/>
                  </a:lnTo>
                  <a:lnTo>
                    <a:pt x="147" y="153"/>
                  </a:lnTo>
                  <a:lnTo>
                    <a:pt x="152" y="160"/>
                  </a:lnTo>
                  <a:lnTo>
                    <a:pt x="152" y="160"/>
                  </a:lnTo>
                  <a:lnTo>
                    <a:pt x="157" y="165"/>
                  </a:lnTo>
                  <a:lnTo>
                    <a:pt x="160" y="167"/>
                  </a:lnTo>
                  <a:lnTo>
                    <a:pt x="162" y="167"/>
                  </a:lnTo>
                  <a:lnTo>
                    <a:pt x="162" y="167"/>
                  </a:lnTo>
                  <a:lnTo>
                    <a:pt x="165" y="165"/>
                  </a:lnTo>
                  <a:lnTo>
                    <a:pt x="167" y="164"/>
                  </a:lnTo>
                  <a:lnTo>
                    <a:pt x="171" y="160"/>
                  </a:lnTo>
                  <a:lnTo>
                    <a:pt x="171" y="160"/>
                  </a:lnTo>
                  <a:lnTo>
                    <a:pt x="179" y="155"/>
                  </a:lnTo>
                  <a:lnTo>
                    <a:pt x="179" y="155"/>
                  </a:lnTo>
                  <a:lnTo>
                    <a:pt x="181" y="155"/>
                  </a:lnTo>
                  <a:lnTo>
                    <a:pt x="182" y="157"/>
                  </a:lnTo>
                  <a:lnTo>
                    <a:pt x="184" y="158"/>
                  </a:lnTo>
                  <a:lnTo>
                    <a:pt x="185" y="159"/>
                  </a:lnTo>
                  <a:lnTo>
                    <a:pt x="185" y="159"/>
                  </a:lnTo>
                  <a:lnTo>
                    <a:pt x="189" y="159"/>
                  </a:lnTo>
                  <a:lnTo>
                    <a:pt x="192" y="159"/>
                  </a:lnTo>
                  <a:lnTo>
                    <a:pt x="194" y="160"/>
                  </a:lnTo>
                  <a:lnTo>
                    <a:pt x="194" y="160"/>
                  </a:lnTo>
                  <a:lnTo>
                    <a:pt x="195" y="160"/>
                  </a:lnTo>
                  <a:lnTo>
                    <a:pt x="195" y="158"/>
                  </a:lnTo>
                  <a:lnTo>
                    <a:pt x="193" y="152"/>
                  </a:lnTo>
                  <a:lnTo>
                    <a:pt x="193" y="152"/>
                  </a:lnTo>
                  <a:lnTo>
                    <a:pt x="193" y="150"/>
                  </a:lnTo>
                  <a:lnTo>
                    <a:pt x="193" y="149"/>
                  </a:lnTo>
                  <a:lnTo>
                    <a:pt x="192" y="148"/>
                  </a:lnTo>
                  <a:lnTo>
                    <a:pt x="190" y="147"/>
                  </a:lnTo>
                  <a:lnTo>
                    <a:pt x="190" y="147"/>
                  </a:lnTo>
                  <a:lnTo>
                    <a:pt x="188" y="144"/>
                  </a:lnTo>
                  <a:lnTo>
                    <a:pt x="185" y="144"/>
                  </a:lnTo>
                  <a:lnTo>
                    <a:pt x="179" y="146"/>
                  </a:lnTo>
                  <a:lnTo>
                    <a:pt x="179" y="146"/>
                  </a:lnTo>
                  <a:lnTo>
                    <a:pt x="177" y="143"/>
                  </a:lnTo>
                  <a:lnTo>
                    <a:pt x="176" y="141"/>
                  </a:lnTo>
                  <a:lnTo>
                    <a:pt x="174" y="138"/>
                  </a:lnTo>
                  <a:lnTo>
                    <a:pt x="172" y="136"/>
                  </a:lnTo>
                  <a:lnTo>
                    <a:pt x="172" y="136"/>
                  </a:lnTo>
                  <a:lnTo>
                    <a:pt x="172" y="134"/>
                  </a:lnTo>
                  <a:lnTo>
                    <a:pt x="173" y="133"/>
                  </a:lnTo>
                  <a:lnTo>
                    <a:pt x="177" y="130"/>
                  </a:lnTo>
                  <a:lnTo>
                    <a:pt x="177" y="130"/>
                  </a:lnTo>
                  <a:lnTo>
                    <a:pt x="188" y="122"/>
                  </a:lnTo>
                  <a:lnTo>
                    <a:pt x="188" y="122"/>
                  </a:lnTo>
                  <a:lnTo>
                    <a:pt x="190" y="121"/>
                  </a:lnTo>
                  <a:lnTo>
                    <a:pt x="193" y="121"/>
                  </a:lnTo>
                  <a:lnTo>
                    <a:pt x="199" y="121"/>
                  </a:lnTo>
                  <a:lnTo>
                    <a:pt x="199" y="121"/>
                  </a:lnTo>
                  <a:lnTo>
                    <a:pt x="201" y="120"/>
                  </a:lnTo>
                  <a:lnTo>
                    <a:pt x="205" y="118"/>
                  </a:lnTo>
                  <a:lnTo>
                    <a:pt x="208" y="116"/>
                  </a:lnTo>
                  <a:lnTo>
                    <a:pt x="211" y="115"/>
                  </a:lnTo>
                  <a:lnTo>
                    <a:pt x="211" y="115"/>
                  </a:lnTo>
                  <a:lnTo>
                    <a:pt x="217" y="115"/>
                  </a:lnTo>
                  <a:lnTo>
                    <a:pt x="224" y="112"/>
                  </a:lnTo>
                  <a:lnTo>
                    <a:pt x="224" y="112"/>
                  </a:lnTo>
                  <a:lnTo>
                    <a:pt x="225" y="110"/>
                  </a:lnTo>
                  <a:lnTo>
                    <a:pt x="226" y="109"/>
                  </a:lnTo>
                  <a:lnTo>
                    <a:pt x="227" y="107"/>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5" name="Freeform 266"/>
            <p:cNvSpPr>
              <a:spLocks/>
            </p:cNvSpPr>
            <p:nvPr/>
          </p:nvSpPr>
          <p:spPr bwMode="gray">
            <a:xfrm>
              <a:off x="3950201" y="4293423"/>
              <a:ext cx="461114" cy="326731"/>
            </a:xfrm>
            <a:custGeom>
              <a:avLst/>
              <a:gdLst>
                <a:gd name="T0" fmla="*/ 147 w 186"/>
                <a:gd name="T1" fmla="*/ 122 h 130"/>
                <a:gd name="T2" fmla="*/ 162 w 186"/>
                <a:gd name="T3" fmla="*/ 113 h 130"/>
                <a:gd name="T4" fmla="*/ 166 w 186"/>
                <a:gd name="T5" fmla="*/ 102 h 130"/>
                <a:gd name="T6" fmla="*/ 171 w 186"/>
                <a:gd name="T7" fmla="*/ 97 h 130"/>
                <a:gd name="T8" fmla="*/ 183 w 186"/>
                <a:gd name="T9" fmla="*/ 95 h 130"/>
                <a:gd name="T10" fmla="*/ 186 w 186"/>
                <a:gd name="T11" fmla="*/ 90 h 130"/>
                <a:gd name="T12" fmla="*/ 177 w 186"/>
                <a:gd name="T13" fmla="*/ 80 h 130"/>
                <a:gd name="T14" fmla="*/ 154 w 186"/>
                <a:gd name="T15" fmla="*/ 67 h 130"/>
                <a:gd name="T16" fmla="*/ 136 w 186"/>
                <a:gd name="T17" fmla="*/ 61 h 130"/>
                <a:gd name="T18" fmla="*/ 128 w 186"/>
                <a:gd name="T19" fmla="*/ 47 h 130"/>
                <a:gd name="T20" fmla="*/ 120 w 186"/>
                <a:gd name="T21" fmla="*/ 35 h 130"/>
                <a:gd name="T22" fmla="*/ 109 w 186"/>
                <a:gd name="T23" fmla="*/ 26 h 130"/>
                <a:gd name="T24" fmla="*/ 90 w 186"/>
                <a:gd name="T25" fmla="*/ 1 h 130"/>
                <a:gd name="T26" fmla="*/ 86 w 186"/>
                <a:gd name="T27" fmla="*/ 0 h 130"/>
                <a:gd name="T28" fmla="*/ 76 w 186"/>
                <a:gd name="T29" fmla="*/ 3 h 130"/>
                <a:gd name="T30" fmla="*/ 65 w 186"/>
                <a:gd name="T31" fmla="*/ 17 h 130"/>
                <a:gd name="T32" fmla="*/ 61 w 186"/>
                <a:gd name="T33" fmla="*/ 26 h 130"/>
                <a:gd name="T34" fmla="*/ 58 w 186"/>
                <a:gd name="T35" fmla="*/ 32 h 130"/>
                <a:gd name="T36" fmla="*/ 46 w 186"/>
                <a:gd name="T37" fmla="*/ 29 h 130"/>
                <a:gd name="T38" fmla="*/ 38 w 186"/>
                <a:gd name="T39" fmla="*/ 23 h 130"/>
                <a:gd name="T40" fmla="*/ 23 w 186"/>
                <a:gd name="T41" fmla="*/ 7 h 130"/>
                <a:gd name="T42" fmla="*/ 19 w 186"/>
                <a:gd name="T43" fmla="*/ 10 h 130"/>
                <a:gd name="T44" fmla="*/ 22 w 186"/>
                <a:gd name="T45" fmla="*/ 22 h 130"/>
                <a:gd name="T46" fmla="*/ 26 w 186"/>
                <a:gd name="T47" fmla="*/ 29 h 130"/>
                <a:gd name="T48" fmla="*/ 23 w 186"/>
                <a:gd name="T49" fmla="*/ 35 h 130"/>
                <a:gd name="T50" fmla="*/ 12 w 186"/>
                <a:gd name="T51" fmla="*/ 38 h 130"/>
                <a:gd name="T52" fmla="*/ 7 w 186"/>
                <a:gd name="T53" fmla="*/ 29 h 130"/>
                <a:gd name="T54" fmla="*/ 6 w 186"/>
                <a:gd name="T55" fmla="*/ 31 h 130"/>
                <a:gd name="T56" fmla="*/ 0 w 186"/>
                <a:gd name="T57" fmla="*/ 38 h 130"/>
                <a:gd name="T58" fmla="*/ 1 w 186"/>
                <a:gd name="T59" fmla="*/ 44 h 130"/>
                <a:gd name="T60" fmla="*/ 7 w 186"/>
                <a:gd name="T61" fmla="*/ 53 h 130"/>
                <a:gd name="T62" fmla="*/ 11 w 186"/>
                <a:gd name="T63" fmla="*/ 56 h 130"/>
                <a:gd name="T64" fmla="*/ 14 w 186"/>
                <a:gd name="T65" fmla="*/ 63 h 130"/>
                <a:gd name="T66" fmla="*/ 18 w 186"/>
                <a:gd name="T67" fmla="*/ 70 h 130"/>
                <a:gd name="T68" fmla="*/ 19 w 186"/>
                <a:gd name="T69" fmla="*/ 88 h 130"/>
                <a:gd name="T70" fmla="*/ 21 w 186"/>
                <a:gd name="T71" fmla="*/ 95 h 130"/>
                <a:gd name="T72" fmla="*/ 33 w 186"/>
                <a:gd name="T73" fmla="*/ 87 h 130"/>
                <a:gd name="T74" fmla="*/ 58 w 186"/>
                <a:gd name="T75" fmla="*/ 82 h 130"/>
                <a:gd name="T76" fmla="*/ 66 w 186"/>
                <a:gd name="T77" fmla="*/ 83 h 130"/>
                <a:gd name="T78" fmla="*/ 77 w 186"/>
                <a:gd name="T79" fmla="*/ 88 h 130"/>
                <a:gd name="T80" fmla="*/ 91 w 186"/>
                <a:gd name="T81" fmla="*/ 90 h 130"/>
                <a:gd name="T82" fmla="*/ 94 w 186"/>
                <a:gd name="T83" fmla="*/ 95 h 130"/>
                <a:gd name="T84" fmla="*/ 103 w 186"/>
                <a:gd name="T85" fmla="*/ 104 h 130"/>
                <a:gd name="T86" fmla="*/ 114 w 186"/>
                <a:gd name="T87" fmla="*/ 109 h 130"/>
                <a:gd name="T88" fmla="*/ 117 w 186"/>
                <a:gd name="T89" fmla="*/ 111 h 130"/>
                <a:gd name="T90" fmla="*/ 128 w 186"/>
                <a:gd name="T91" fmla="*/ 128 h 130"/>
                <a:gd name="T92" fmla="*/ 139 w 186"/>
                <a:gd name="T93" fmla="*/ 129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86" h="130">
                  <a:moveTo>
                    <a:pt x="145" y="124"/>
                  </a:moveTo>
                  <a:lnTo>
                    <a:pt x="145" y="124"/>
                  </a:lnTo>
                  <a:lnTo>
                    <a:pt x="147" y="122"/>
                  </a:lnTo>
                  <a:lnTo>
                    <a:pt x="154" y="118"/>
                  </a:lnTo>
                  <a:lnTo>
                    <a:pt x="162" y="113"/>
                  </a:lnTo>
                  <a:lnTo>
                    <a:pt x="162" y="113"/>
                  </a:lnTo>
                  <a:lnTo>
                    <a:pt x="163" y="111"/>
                  </a:lnTo>
                  <a:lnTo>
                    <a:pt x="165" y="106"/>
                  </a:lnTo>
                  <a:lnTo>
                    <a:pt x="166" y="102"/>
                  </a:lnTo>
                  <a:lnTo>
                    <a:pt x="168" y="98"/>
                  </a:lnTo>
                  <a:lnTo>
                    <a:pt x="168" y="98"/>
                  </a:lnTo>
                  <a:lnTo>
                    <a:pt x="171" y="97"/>
                  </a:lnTo>
                  <a:lnTo>
                    <a:pt x="176" y="96"/>
                  </a:lnTo>
                  <a:lnTo>
                    <a:pt x="183" y="95"/>
                  </a:lnTo>
                  <a:lnTo>
                    <a:pt x="183" y="95"/>
                  </a:lnTo>
                  <a:lnTo>
                    <a:pt x="184" y="95"/>
                  </a:lnTo>
                  <a:lnTo>
                    <a:pt x="186" y="93"/>
                  </a:lnTo>
                  <a:lnTo>
                    <a:pt x="186" y="90"/>
                  </a:lnTo>
                  <a:lnTo>
                    <a:pt x="182" y="83"/>
                  </a:lnTo>
                  <a:lnTo>
                    <a:pt x="182" y="83"/>
                  </a:lnTo>
                  <a:lnTo>
                    <a:pt x="177" y="80"/>
                  </a:lnTo>
                  <a:lnTo>
                    <a:pt x="170" y="75"/>
                  </a:lnTo>
                  <a:lnTo>
                    <a:pt x="154" y="67"/>
                  </a:lnTo>
                  <a:lnTo>
                    <a:pt x="154" y="67"/>
                  </a:lnTo>
                  <a:lnTo>
                    <a:pt x="145" y="64"/>
                  </a:lnTo>
                  <a:lnTo>
                    <a:pt x="136" y="61"/>
                  </a:lnTo>
                  <a:lnTo>
                    <a:pt x="136" y="61"/>
                  </a:lnTo>
                  <a:lnTo>
                    <a:pt x="134" y="58"/>
                  </a:lnTo>
                  <a:lnTo>
                    <a:pt x="131" y="53"/>
                  </a:lnTo>
                  <a:lnTo>
                    <a:pt x="128" y="47"/>
                  </a:lnTo>
                  <a:lnTo>
                    <a:pt x="124" y="39"/>
                  </a:lnTo>
                  <a:lnTo>
                    <a:pt x="124" y="39"/>
                  </a:lnTo>
                  <a:lnTo>
                    <a:pt x="120" y="35"/>
                  </a:lnTo>
                  <a:lnTo>
                    <a:pt x="117" y="32"/>
                  </a:lnTo>
                  <a:lnTo>
                    <a:pt x="109" y="26"/>
                  </a:lnTo>
                  <a:lnTo>
                    <a:pt x="109" y="26"/>
                  </a:lnTo>
                  <a:lnTo>
                    <a:pt x="104" y="19"/>
                  </a:lnTo>
                  <a:lnTo>
                    <a:pt x="98" y="12"/>
                  </a:lnTo>
                  <a:lnTo>
                    <a:pt x="90" y="1"/>
                  </a:lnTo>
                  <a:lnTo>
                    <a:pt x="90" y="1"/>
                  </a:lnTo>
                  <a:lnTo>
                    <a:pt x="88" y="0"/>
                  </a:lnTo>
                  <a:lnTo>
                    <a:pt x="86" y="0"/>
                  </a:lnTo>
                  <a:lnTo>
                    <a:pt x="82" y="0"/>
                  </a:lnTo>
                  <a:lnTo>
                    <a:pt x="78" y="2"/>
                  </a:lnTo>
                  <a:lnTo>
                    <a:pt x="76" y="3"/>
                  </a:lnTo>
                  <a:lnTo>
                    <a:pt x="76" y="3"/>
                  </a:lnTo>
                  <a:lnTo>
                    <a:pt x="71" y="10"/>
                  </a:lnTo>
                  <a:lnTo>
                    <a:pt x="65" y="17"/>
                  </a:lnTo>
                  <a:lnTo>
                    <a:pt x="65" y="17"/>
                  </a:lnTo>
                  <a:lnTo>
                    <a:pt x="62" y="21"/>
                  </a:lnTo>
                  <a:lnTo>
                    <a:pt x="61" y="26"/>
                  </a:lnTo>
                  <a:lnTo>
                    <a:pt x="60" y="29"/>
                  </a:lnTo>
                  <a:lnTo>
                    <a:pt x="58" y="32"/>
                  </a:lnTo>
                  <a:lnTo>
                    <a:pt x="58" y="32"/>
                  </a:lnTo>
                  <a:lnTo>
                    <a:pt x="55" y="32"/>
                  </a:lnTo>
                  <a:lnTo>
                    <a:pt x="53" y="32"/>
                  </a:lnTo>
                  <a:lnTo>
                    <a:pt x="46" y="29"/>
                  </a:lnTo>
                  <a:lnTo>
                    <a:pt x="40" y="26"/>
                  </a:lnTo>
                  <a:lnTo>
                    <a:pt x="38" y="23"/>
                  </a:lnTo>
                  <a:lnTo>
                    <a:pt x="38" y="23"/>
                  </a:lnTo>
                  <a:lnTo>
                    <a:pt x="30" y="15"/>
                  </a:lnTo>
                  <a:lnTo>
                    <a:pt x="27" y="10"/>
                  </a:lnTo>
                  <a:lnTo>
                    <a:pt x="23" y="7"/>
                  </a:lnTo>
                  <a:lnTo>
                    <a:pt x="23" y="7"/>
                  </a:lnTo>
                  <a:lnTo>
                    <a:pt x="22" y="8"/>
                  </a:lnTo>
                  <a:lnTo>
                    <a:pt x="19" y="10"/>
                  </a:lnTo>
                  <a:lnTo>
                    <a:pt x="19" y="10"/>
                  </a:lnTo>
                  <a:lnTo>
                    <a:pt x="21" y="16"/>
                  </a:lnTo>
                  <a:lnTo>
                    <a:pt x="22" y="22"/>
                  </a:lnTo>
                  <a:lnTo>
                    <a:pt x="22" y="22"/>
                  </a:lnTo>
                  <a:lnTo>
                    <a:pt x="24" y="26"/>
                  </a:lnTo>
                  <a:lnTo>
                    <a:pt x="26" y="29"/>
                  </a:lnTo>
                  <a:lnTo>
                    <a:pt x="24" y="33"/>
                  </a:lnTo>
                  <a:lnTo>
                    <a:pt x="23" y="35"/>
                  </a:lnTo>
                  <a:lnTo>
                    <a:pt x="23" y="35"/>
                  </a:lnTo>
                  <a:lnTo>
                    <a:pt x="17" y="39"/>
                  </a:lnTo>
                  <a:lnTo>
                    <a:pt x="14" y="39"/>
                  </a:lnTo>
                  <a:lnTo>
                    <a:pt x="12" y="38"/>
                  </a:lnTo>
                  <a:lnTo>
                    <a:pt x="12" y="38"/>
                  </a:lnTo>
                  <a:lnTo>
                    <a:pt x="8" y="32"/>
                  </a:lnTo>
                  <a:lnTo>
                    <a:pt x="7" y="29"/>
                  </a:lnTo>
                  <a:lnTo>
                    <a:pt x="7" y="29"/>
                  </a:lnTo>
                  <a:lnTo>
                    <a:pt x="6" y="31"/>
                  </a:lnTo>
                  <a:lnTo>
                    <a:pt x="6" y="31"/>
                  </a:lnTo>
                  <a:lnTo>
                    <a:pt x="2" y="33"/>
                  </a:lnTo>
                  <a:lnTo>
                    <a:pt x="1" y="34"/>
                  </a:lnTo>
                  <a:lnTo>
                    <a:pt x="0" y="38"/>
                  </a:lnTo>
                  <a:lnTo>
                    <a:pt x="0" y="38"/>
                  </a:lnTo>
                  <a:lnTo>
                    <a:pt x="0" y="40"/>
                  </a:lnTo>
                  <a:lnTo>
                    <a:pt x="1" y="44"/>
                  </a:lnTo>
                  <a:lnTo>
                    <a:pt x="5" y="51"/>
                  </a:lnTo>
                  <a:lnTo>
                    <a:pt x="5" y="51"/>
                  </a:lnTo>
                  <a:lnTo>
                    <a:pt x="7" y="53"/>
                  </a:lnTo>
                  <a:lnTo>
                    <a:pt x="8" y="54"/>
                  </a:lnTo>
                  <a:lnTo>
                    <a:pt x="10" y="54"/>
                  </a:lnTo>
                  <a:lnTo>
                    <a:pt x="11" y="56"/>
                  </a:lnTo>
                  <a:lnTo>
                    <a:pt x="11" y="56"/>
                  </a:lnTo>
                  <a:lnTo>
                    <a:pt x="12" y="60"/>
                  </a:lnTo>
                  <a:lnTo>
                    <a:pt x="14" y="63"/>
                  </a:lnTo>
                  <a:lnTo>
                    <a:pt x="17" y="66"/>
                  </a:lnTo>
                  <a:lnTo>
                    <a:pt x="18" y="70"/>
                  </a:lnTo>
                  <a:lnTo>
                    <a:pt x="18" y="70"/>
                  </a:lnTo>
                  <a:lnTo>
                    <a:pt x="19" y="81"/>
                  </a:lnTo>
                  <a:lnTo>
                    <a:pt x="19" y="86"/>
                  </a:lnTo>
                  <a:lnTo>
                    <a:pt x="19" y="88"/>
                  </a:lnTo>
                  <a:lnTo>
                    <a:pt x="19" y="88"/>
                  </a:lnTo>
                  <a:lnTo>
                    <a:pt x="21" y="90"/>
                  </a:lnTo>
                  <a:lnTo>
                    <a:pt x="21" y="95"/>
                  </a:lnTo>
                  <a:lnTo>
                    <a:pt x="21" y="95"/>
                  </a:lnTo>
                  <a:lnTo>
                    <a:pt x="29" y="90"/>
                  </a:lnTo>
                  <a:lnTo>
                    <a:pt x="33" y="87"/>
                  </a:lnTo>
                  <a:lnTo>
                    <a:pt x="33" y="87"/>
                  </a:lnTo>
                  <a:lnTo>
                    <a:pt x="43" y="85"/>
                  </a:lnTo>
                  <a:lnTo>
                    <a:pt x="58" y="82"/>
                  </a:lnTo>
                  <a:lnTo>
                    <a:pt x="58" y="82"/>
                  </a:lnTo>
                  <a:lnTo>
                    <a:pt x="62" y="82"/>
                  </a:lnTo>
                  <a:lnTo>
                    <a:pt x="66" y="83"/>
                  </a:lnTo>
                  <a:lnTo>
                    <a:pt x="72" y="87"/>
                  </a:lnTo>
                  <a:lnTo>
                    <a:pt x="72" y="87"/>
                  </a:lnTo>
                  <a:lnTo>
                    <a:pt x="77" y="88"/>
                  </a:lnTo>
                  <a:lnTo>
                    <a:pt x="83" y="88"/>
                  </a:lnTo>
                  <a:lnTo>
                    <a:pt x="88" y="88"/>
                  </a:lnTo>
                  <a:lnTo>
                    <a:pt x="91" y="90"/>
                  </a:lnTo>
                  <a:lnTo>
                    <a:pt x="92" y="91"/>
                  </a:lnTo>
                  <a:lnTo>
                    <a:pt x="92" y="91"/>
                  </a:lnTo>
                  <a:lnTo>
                    <a:pt x="94" y="95"/>
                  </a:lnTo>
                  <a:lnTo>
                    <a:pt x="98" y="98"/>
                  </a:lnTo>
                  <a:lnTo>
                    <a:pt x="103" y="104"/>
                  </a:lnTo>
                  <a:lnTo>
                    <a:pt x="103" y="104"/>
                  </a:lnTo>
                  <a:lnTo>
                    <a:pt x="106" y="106"/>
                  </a:lnTo>
                  <a:lnTo>
                    <a:pt x="110" y="107"/>
                  </a:lnTo>
                  <a:lnTo>
                    <a:pt x="114" y="109"/>
                  </a:lnTo>
                  <a:lnTo>
                    <a:pt x="115" y="109"/>
                  </a:lnTo>
                  <a:lnTo>
                    <a:pt x="117" y="111"/>
                  </a:lnTo>
                  <a:lnTo>
                    <a:pt x="117" y="111"/>
                  </a:lnTo>
                  <a:lnTo>
                    <a:pt x="118" y="124"/>
                  </a:lnTo>
                  <a:lnTo>
                    <a:pt x="118" y="124"/>
                  </a:lnTo>
                  <a:lnTo>
                    <a:pt x="128" y="128"/>
                  </a:lnTo>
                  <a:lnTo>
                    <a:pt x="135" y="130"/>
                  </a:lnTo>
                  <a:lnTo>
                    <a:pt x="135" y="130"/>
                  </a:lnTo>
                  <a:lnTo>
                    <a:pt x="139" y="129"/>
                  </a:lnTo>
                  <a:lnTo>
                    <a:pt x="141" y="129"/>
                  </a:lnTo>
                  <a:lnTo>
                    <a:pt x="145" y="1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6" name="Freeform 268"/>
            <p:cNvSpPr>
              <a:spLocks/>
            </p:cNvSpPr>
            <p:nvPr/>
          </p:nvSpPr>
          <p:spPr bwMode="gray">
            <a:xfrm>
              <a:off x="3665105" y="4421602"/>
              <a:ext cx="642090" cy="593141"/>
            </a:xfrm>
            <a:custGeom>
              <a:avLst/>
              <a:gdLst>
                <a:gd name="T0" fmla="*/ 225 w 259"/>
                <a:gd name="T1" fmla="*/ 233 h 236"/>
                <a:gd name="T2" fmla="*/ 184 w 259"/>
                <a:gd name="T3" fmla="*/ 228 h 236"/>
                <a:gd name="T4" fmla="*/ 176 w 259"/>
                <a:gd name="T5" fmla="*/ 223 h 236"/>
                <a:gd name="T6" fmla="*/ 169 w 259"/>
                <a:gd name="T7" fmla="*/ 206 h 236"/>
                <a:gd name="T8" fmla="*/ 164 w 259"/>
                <a:gd name="T9" fmla="*/ 205 h 236"/>
                <a:gd name="T10" fmla="*/ 152 w 259"/>
                <a:gd name="T11" fmla="*/ 213 h 236"/>
                <a:gd name="T12" fmla="*/ 143 w 259"/>
                <a:gd name="T13" fmla="*/ 213 h 236"/>
                <a:gd name="T14" fmla="*/ 122 w 259"/>
                <a:gd name="T15" fmla="*/ 207 h 236"/>
                <a:gd name="T16" fmla="*/ 112 w 259"/>
                <a:gd name="T17" fmla="*/ 196 h 236"/>
                <a:gd name="T18" fmla="*/ 100 w 259"/>
                <a:gd name="T19" fmla="*/ 191 h 236"/>
                <a:gd name="T20" fmla="*/ 86 w 259"/>
                <a:gd name="T21" fmla="*/ 170 h 236"/>
                <a:gd name="T22" fmla="*/ 83 w 259"/>
                <a:gd name="T23" fmla="*/ 168 h 236"/>
                <a:gd name="T24" fmla="*/ 73 w 259"/>
                <a:gd name="T25" fmla="*/ 162 h 236"/>
                <a:gd name="T26" fmla="*/ 67 w 259"/>
                <a:gd name="T27" fmla="*/ 161 h 236"/>
                <a:gd name="T28" fmla="*/ 64 w 259"/>
                <a:gd name="T29" fmla="*/ 163 h 236"/>
                <a:gd name="T30" fmla="*/ 58 w 259"/>
                <a:gd name="T31" fmla="*/ 138 h 236"/>
                <a:gd name="T32" fmla="*/ 20 w 259"/>
                <a:gd name="T33" fmla="*/ 90 h 236"/>
                <a:gd name="T34" fmla="*/ 30 w 259"/>
                <a:gd name="T35" fmla="*/ 76 h 236"/>
                <a:gd name="T36" fmla="*/ 10 w 259"/>
                <a:gd name="T37" fmla="*/ 51 h 236"/>
                <a:gd name="T38" fmla="*/ 1 w 259"/>
                <a:gd name="T39" fmla="*/ 0 h 236"/>
                <a:gd name="T40" fmla="*/ 10 w 259"/>
                <a:gd name="T41" fmla="*/ 9 h 236"/>
                <a:gd name="T42" fmla="*/ 36 w 259"/>
                <a:gd name="T43" fmla="*/ 19 h 236"/>
                <a:gd name="T44" fmla="*/ 56 w 259"/>
                <a:gd name="T45" fmla="*/ 8 h 236"/>
                <a:gd name="T46" fmla="*/ 57 w 259"/>
                <a:gd name="T47" fmla="*/ 23 h 236"/>
                <a:gd name="T48" fmla="*/ 67 w 259"/>
                <a:gd name="T49" fmla="*/ 26 h 236"/>
                <a:gd name="T50" fmla="*/ 73 w 259"/>
                <a:gd name="T51" fmla="*/ 42 h 236"/>
                <a:gd name="T52" fmla="*/ 90 w 259"/>
                <a:gd name="T53" fmla="*/ 51 h 236"/>
                <a:gd name="T54" fmla="*/ 104 w 259"/>
                <a:gd name="T55" fmla="*/ 51 h 236"/>
                <a:gd name="T56" fmla="*/ 117 w 259"/>
                <a:gd name="T57" fmla="*/ 52 h 236"/>
                <a:gd name="T58" fmla="*/ 136 w 259"/>
                <a:gd name="T59" fmla="*/ 44 h 236"/>
                <a:gd name="T60" fmla="*/ 173 w 259"/>
                <a:gd name="T61" fmla="*/ 31 h 236"/>
                <a:gd name="T62" fmla="*/ 173 w 259"/>
                <a:gd name="T63" fmla="*/ 31 h 236"/>
                <a:gd name="T64" fmla="*/ 179 w 259"/>
                <a:gd name="T65" fmla="*/ 31 h 236"/>
                <a:gd name="T66" fmla="*/ 203 w 259"/>
                <a:gd name="T67" fmla="*/ 37 h 236"/>
                <a:gd name="T68" fmla="*/ 218 w 259"/>
                <a:gd name="T69" fmla="*/ 53 h 236"/>
                <a:gd name="T70" fmla="*/ 232 w 259"/>
                <a:gd name="T71" fmla="*/ 60 h 236"/>
                <a:gd name="T72" fmla="*/ 232 w 259"/>
                <a:gd name="T73" fmla="*/ 61 h 236"/>
                <a:gd name="T74" fmla="*/ 232 w 259"/>
                <a:gd name="T75" fmla="*/ 61 h 236"/>
                <a:gd name="T76" fmla="*/ 232 w 259"/>
                <a:gd name="T77" fmla="*/ 61 h 236"/>
                <a:gd name="T78" fmla="*/ 233 w 259"/>
                <a:gd name="T79" fmla="*/ 73 h 236"/>
                <a:gd name="T80" fmla="*/ 233 w 259"/>
                <a:gd name="T81" fmla="*/ 80 h 236"/>
                <a:gd name="T82" fmla="*/ 224 w 259"/>
                <a:gd name="T83" fmla="*/ 93 h 236"/>
                <a:gd name="T84" fmla="*/ 229 w 259"/>
                <a:gd name="T85" fmla="*/ 111 h 236"/>
                <a:gd name="T86" fmla="*/ 227 w 259"/>
                <a:gd name="T87" fmla="*/ 138 h 236"/>
                <a:gd name="T88" fmla="*/ 239 w 259"/>
                <a:gd name="T89" fmla="*/ 149 h 236"/>
                <a:gd name="T90" fmla="*/ 230 w 259"/>
                <a:gd name="T91" fmla="*/ 165 h 236"/>
                <a:gd name="T92" fmla="*/ 230 w 259"/>
                <a:gd name="T93" fmla="*/ 165 h 236"/>
                <a:gd name="T94" fmla="*/ 230 w 259"/>
                <a:gd name="T95" fmla="*/ 165 h 236"/>
                <a:gd name="T96" fmla="*/ 235 w 259"/>
                <a:gd name="T97" fmla="*/ 179 h 236"/>
                <a:gd name="T98" fmla="*/ 253 w 259"/>
                <a:gd name="T99" fmla="*/ 202 h 236"/>
                <a:gd name="T100" fmla="*/ 259 w 259"/>
                <a:gd name="T101" fmla="*/ 212 h 236"/>
                <a:gd name="T102" fmla="*/ 259 w 259"/>
                <a:gd name="T103" fmla="*/ 213 h 236"/>
                <a:gd name="T104" fmla="*/ 255 w 259"/>
                <a:gd name="T105" fmla="*/ 215 h 236"/>
                <a:gd name="T106" fmla="*/ 254 w 259"/>
                <a:gd name="T107" fmla="*/ 215 h 236"/>
                <a:gd name="T108" fmla="*/ 248 w 259"/>
                <a:gd name="T109" fmla="*/ 215 h 236"/>
                <a:gd name="T110" fmla="*/ 244 w 259"/>
                <a:gd name="T111" fmla="*/ 21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 h="236">
                  <a:moveTo>
                    <a:pt x="238" y="236"/>
                  </a:moveTo>
                  <a:lnTo>
                    <a:pt x="238" y="236"/>
                  </a:lnTo>
                  <a:lnTo>
                    <a:pt x="234" y="236"/>
                  </a:lnTo>
                  <a:lnTo>
                    <a:pt x="234" y="236"/>
                  </a:lnTo>
                  <a:lnTo>
                    <a:pt x="225" y="233"/>
                  </a:lnTo>
                  <a:lnTo>
                    <a:pt x="225" y="233"/>
                  </a:lnTo>
                  <a:lnTo>
                    <a:pt x="223" y="233"/>
                  </a:lnTo>
                  <a:lnTo>
                    <a:pt x="223" y="233"/>
                  </a:lnTo>
                  <a:lnTo>
                    <a:pt x="203" y="231"/>
                  </a:lnTo>
                  <a:lnTo>
                    <a:pt x="203" y="231"/>
                  </a:lnTo>
                  <a:lnTo>
                    <a:pt x="192" y="229"/>
                  </a:lnTo>
                  <a:lnTo>
                    <a:pt x="184" y="228"/>
                  </a:lnTo>
                  <a:lnTo>
                    <a:pt x="184" y="228"/>
                  </a:lnTo>
                  <a:lnTo>
                    <a:pt x="180" y="227"/>
                  </a:lnTo>
                  <a:lnTo>
                    <a:pt x="180" y="227"/>
                  </a:lnTo>
                  <a:lnTo>
                    <a:pt x="177" y="225"/>
                  </a:lnTo>
                  <a:lnTo>
                    <a:pt x="176" y="223"/>
                  </a:lnTo>
                  <a:lnTo>
                    <a:pt x="176" y="223"/>
                  </a:lnTo>
                  <a:lnTo>
                    <a:pt x="175" y="218"/>
                  </a:lnTo>
                  <a:lnTo>
                    <a:pt x="175" y="218"/>
                  </a:lnTo>
                  <a:lnTo>
                    <a:pt x="171" y="210"/>
                  </a:lnTo>
                  <a:lnTo>
                    <a:pt x="171" y="210"/>
                  </a:lnTo>
                  <a:lnTo>
                    <a:pt x="169" y="206"/>
                  </a:lnTo>
                  <a:lnTo>
                    <a:pt x="169" y="206"/>
                  </a:lnTo>
                  <a:lnTo>
                    <a:pt x="168" y="205"/>
                  </a:lnTo>
                  <a:lnTo>
                    <a:pt x="168" y="205"/>
                  </a:lnTo>
                  <a:lnTo>
                    <a:pt x="165" y="205"/>
                  </a:lnTo>
                  <a:lnTo>
                    <a:pt x="165" y="205"/>
                  </a:lnTo>
                  <a:lnTo>
                    <a:pt x="165" y="205"/>
                  </a:lnTo>
                  <a:lnTo>
                    <a:pt x="164" y="205"/>
                  </a:lnTo>
                  <a:lnTo>
                    <a:pt x="164" y="205"/>
                  </a:lnTo>
                  <a:lnTo>
                    <a:pt x="164" y="205"/>
                  </a:lnTo>
                  <a:lnTo>
                    <a:pt x="157" y="211"/>
                  </a:lnTo>
                  <a:lnTo>
                    <a:pt x="157" y="211"/>
                  </a:lnTo>
                  <a:lnTo>
                    <a:pt x="152" y="213"/>
                  </a:lnTo>
                  <a:lnTo>
                    <a:pt x="152" y="213"/>
                  </a:lnTo>
                  <a:lnTo>
                    <a:pt x="149" y="215"/>
                  </a:lnTo>
                  <a:lnTo>
                    <a:pt x="149" y="215"/>
                  </a:lnTo>
                  <a:lnTo>
                    <a:pt x="148" y="215"/>
                  </a:lnTo>
                  <a:lnTo>
                    <a:pt x="148" y="215"/>
                  </a:lnTo>
                  <a:lnTo>
                    <a:pt x="148" y="215"/>
                  </a:lnTo>
                  <a:lnTo>
                    <a:pt x="143" y="213"/>
                  </a:lnTo>
                  <a:lnTo>
                    <a:pt x="143" y="213"/>
                  </a:lnTo>
                  <a:lnTo>
                    <a:pt x="134" y="211"/>
                  </a:lnTo>
                  <a:lnTo>
                    <a:pt x="134" y="211"/>
                  </a:lnTo>
                  <a:lnTo>
                    <a:pt x="127" y="209"/>
                  </a:lnTo>
                  <a:lnTo>
                    <a:pt x="127" y="209"/>
                  </a:lnTo>
                  <a:lnTo>
                    <a:pt x="122" y="207"/>
                  </a:lnTo>
                  <a:lnTo>
                    <a:pt x="118" y="205"/>
                  </a:lnTo>
                  <a:lnTo>
                    <a:pt x="118" y="205"/>
                  </a:lnTo>
                  <a:lnTo>
                    <a:pt x="117" y="202"/>
                  </a:lnTo>
                  <a:lnTo>
                    <a:pt x="115" y="199"/>
                  </a:lnTo>
                  <a:lnTo>
                    <a:pt x="115" y="199"/>
                  </a:lnTo>
                  <a:lnTo>
                    <a:pt x="112" y="196"/>
                  </a:lnTo>
                  <a:lnTo>
                    <a:pt x="112" y="196"/>
                  </a:lnTo>
                  <a:lnTo>
                    <a:pt x="107" y="194"/>
                  </a:lnTo>
                  <a:lnTo>
                    <a:pt x="107" y="194"/>
                  </a:lnTo>
                  <a:lnTo>
                    <a:pt x="102" y="193"/>
                  </a:lnTo>
                  <a:lnTo>
                    <a:pt x="100" y="191"/>
                  </a:lnTo>
                  <a:lnTo>
                    <a:pt x="100" y="191"/>
                  </a:lnTo>
                  <a:lnTo>
                    <a:pt x="97" y="189"/>
                  </a:lnTo>
                  <a:lnTo>
                    <a:pt x="95" y="185"/>
                  </a:lnTo>
                  <a:lnTo>
                    <a:pt x="95" y="185"/>
                  </a:lnTo>
                  <a:lnTo>
                    <a:pt x="89" y="174"/>
                  </a:lnTo>
                  <a:lnTo>
                    <a:pt x="89" y="174"/>
                  </a:lnTo>
                  <a:lnTo>
                    <a:pt x="86" y="170"/>
                  </a:lnTo>
                  <a:lnTo>
                    <a:pt x="86" y="170"/>
                  </a:lnTo>
                  <a:lnTo>
                    <a:pt x="85" y="168"/>
                  </a:lnTo>
                  <a:lnTo>
                    <a:pt x="85" y="168"/>
                  </a:lnTo>
                  <a:lnTo>
                    <a:pt x="83" y="168"/>
                  </a:lnTo>
                  <a:lnTo>
                    <a:pt x="83" y="168"/>
                  </a:lnTo>
                  <a:lnTo>
                    <a:pt x="83" y="168"/>
                  </a:lnTo>
                  <a:lnTo>
                    <a:pt x="79" y="167"/>
                  </a:lnTo>
                  <a:lnTo>
                    <a:pt x="79" y="167"/>
                  </a:lnTo>
                  <a:lnTo>
                    <a:pt x="75" y="164"/>
                  </a:lnTo>
                  <a:lnTo>
                    <a:pt x="75" y="164"/>
                  </a:lnTo>
                  <a:lnTo>
                    <a:pt x="73" y="162"/>
                  </a:lnTo>
                  <a:lnTo>
                    <a:pt x="73" y="162"/>
                  </a:lnTo>
                  <a:lnTo>
                    <a:pt x="70" y="161"/>
                  </a:lnTo>
                  <a:lnTo>
                    <a:pt x="70" y="161"/>
                  </a:lnTo>
                  <a:lnTo>
                    <a:pt x="69" y="159"/>
                  </a:lnTo>
                  <a:lnTo>
                    <a:pt x="69" y="159"/>
                  </a:lnTo>
                  <a:lnTo>
                    <a:pt x="69" y="159"/>
                  </a:lnTo>
                  <a:lnTo>
                    <a:pt x="67" y="161"/>
                  </a:lnTo>
                  <a:lnTo>
                    <a:pt x="67" y="161"/>
                  </a:lnTo>
                  <a:lnTo>
                    <a:pt x="65" y="163"/>
                  </a:lnTo>
                  <a:lnTo>
                    <a:pt x="65" y="163"/>
                  </a:lnTo>
                  <a:lnTo>
                    <a:pt x="65" y="163"/>
                  </a:lnTo>
                  <a:lnTo>
                    <a:pt x="65" y="163"/>
                  </a:lnTo>
                  <a:lnTo>
                    <a:pt x="64" y="163"/>
                  </a:lnTo>
                  <a:lnTo>
                    <a:pt x="64" y="163"/>
                  </a:lnTo>
                  <a:lnTo>
                    <a:pt x="59" y="157"/>
                  </a:lnTo>
                  <a:lnTo>
                    <a:pt x="57" y="151"/>
                  </a:lnTo>
                  <a:lnTo>
                    <a:pt x="57" y="151"/>
                  </a:lnTo>
                  <a:lnTo>
                    <a:pt x="58" y="143"/>
                  </a:lnTo>
                  <a:lnTo>
                    <a:pt x="58" y="138"/>
                  </a:lnTo>
                  <a:lnTo>
                    <a:pt x="56" y="135"/>
                  </a:lnTo>
                  <a:lnTo>
                    <a:pt x="56" y="135"/>
                  </a:lnTo>
                  <a:lnTo>
                    <a:pt x="36" y="113"/>
                  </a:lnTo>
                  <a:lnTo>
                    <a:pt x="25" y="99"/>
                  </a:lnTo>
                  <a:lnTo>
                    <a:pt x="21" y="93"/>
                  </a:lnTo>
                  <a:lnTo>
                    <a:pt x="20" y="90"/>
                  </a:lnTo>
                  <a:lnTo>
                    <a:pt x="20" y="90"/>
                  </a:lnTo>
                  <a:lnTo>
                    <a:pt x="22" y="87"/>
                  </a:lnTo>
                  <a:lnTo>
                    <a:pt x="26" y="83"/>
                  </a:lnTo>
                  <a:lnTo>
                    <a:pt x="29" y="79"/>
                  </a:lnTo>
                  <a:lnTo>
                    <a:pt x="30" y="77"/>
                  </a:lnTo>
                  <a:lnTo>
                    <a:pt x="30" y="76"/>
                  </a:lnTo>
                  <a:lnTo>
                    <a:pt x="30" y="76"/>
                  </a:lnTo>
                  <a:lnTo>
                    <a:pt x="26" y="72"/>
                  </a:lnTo>
                  <a:lnTo>
                    <a:pt x="21" y="66"/>
                  </a:lnTo>
                  <a:lnTo>
                    <a:pt x="15" y="58"/>
                  </a:lnTo>
                  <a:lnTo>
                    <a:pt x="10" y="51"/>
                  </a:lnTo>
                  <a:lnTo>
                    <a:pt x="10" y="51"/>
                  </a:lnTo>
                  <a:lnTo>
                    <a:pt x="6" y="42"/>
                  </a:lnTo>
                  <a:lnTo>
                    <a:pt x="4" y="31"/>
                  </a:lnTo>
                  <a:lnTo>
                    <a:pt x="1" y="21"/>
                  </a:lnTo>
                  <a:lnTo>
                    <a:pt x="0" y="15"/>
                  </a:lnTo>
                  <a:lnTo>
                    <a:pt x="0" y="15"/>
                  </a:lnTo>
                  <a:lnTo>
                    <a:pt x="1" y="0"/>
                  </a:lnTo>
                  <a:lnTo>
                    <a:pt x="1" y="0"/>
                  </a:lnTo>
                  <a:lnTo>
                    <a:pt x="4" y="3"/>
                  </a:lnTo>
                  <a:lnTo>
                    <a:pt x="4" y="3"/>
                  </a:lnTo>
                  <a:lnTo>
                    <a:pt x="5" y="4"/>
                  </a:lnTo>
                  <a:lnTo>
                    <a:pt x="5" y="4"/>
                  </a:lnTo>
                  <a:lnTo>
                    <a:pt x="10" y="9"/>
                  </a:lnTo>
                  <a:lnTo>
                    <a:pt x="17" y="14"/>
                  </a:lnTo>
                  <a:lnTo>
                    <a:pt x="30" y="20"/>
                  </a:lnTo>
                  <a:lnTo>
                    <a:pt x="30" y="20"/>
                  </a:lnTo>
                  <a:lnTo>
                    <a:pt x="31" y="20"/>
                  </a:lnTo>
                  <a:lnTo>
                    <a:pt x="31" y="20"/>
                  </a:lnTo>
                  <a:lnTo>
                    <a:pt x="36" y="19"/>
                  </a:lnTo>
                  <a:lnTo>
                    <a:pt x="42" y="15"/>
                  </a:lnTo>
                  <a:lnTo>
                    <a:pt x="48" y="12"/>
                  </a:lnTo>
                  <a:lnTo>
                    <a:pt x="54" y="9"/>
                  </a:lnTo>
                  <a:lnTo>
                    <a:pt x="54" y="9"/>
                  </a:lnTo>
                  <a:lnTo>
                    <a:pt x="56" y="8"/>
                  </a:lnTo>
                  <a:lnTo>
                    <a:pt x="56" y="8"/>
                  </a:lnTo>
                  <a:lnTo>
                    <a:pt x="57" y="9"/>
                  </a:lnTo>
                  <a:lnTo>
                    <a:pt x="57" y="9"/>
                  </a:lnTo>
                  <a:lnTo>
                    <a:pt x="57" y="13"/>
                  </a:lnTo>
                  <a:lnTo>
                    <a:pt x="57" y="18"/>
                  </a:lnTo>
                  <a:lnTo>
                    <a:pt x="57" y="23"/>
                  </a:lnTo>
                  <a:lnTo>
                    <a:pt x="57" y="23"/>
                  </a:lnTo>
                  <a:lnTo>
                    <a:pt x="59" y="24"/>
                  </a:lnTo>
                  <a:lnTo>
                    <a:pt x="61" y="25"/>
                  </a:lnTo>
                  <a:lnTo>
                    <a:pt x="65" y="26"/>
                  </a:lnTo>
                  <a:lnTo>
                    <a:pt x="65" y="26"/>
                  </a:lnTo>
                  <a:lnTo>
                    <a:pt x="67" y="26"/>
                  </a:lnTo>
                  <a:lnTo>
                    <a:pt x="67" y="26"/>
                  </a:lnTo>
                  <a:lnTo>
                    <a:pt x="68" y="34"/>
                  </a:lnTo>
                  <a:lnTo>
                    <a:pt x="70" y="40"/>
                  </a:lnTo>
                  <a:lnTo>
                    <a:pt x="70" y="40"/>
                  </a:lnTo>
                  <a:lnTo>
                    <a:pt x="72" y="41"/>
                  </a:lnTo>
                  <a:lnTo>
                    <a:pt x="73" y="42"/>
                  </a:lnTo>
                  <a:lnTo>
                    <a:pt x="73" y="42"/>
                  </a:lnTo>
                  <a:lnTo>
                    <a:pt x="75" y="41"/>
                  </a:lnTo>
                  <a:lnTo>
                    <a:pt x="79" y="41"/>
                  </a:lnTo>
                  <a:lnTo>
                    <a:pt x="79" y="41"/>
                  </a:lnTo>
                  <a:lnTo>
                    <a:pt x="83" y="41"/>
                  </a:lnTo>
                  <a:lnTo>
                    <a:pt x="85" y="45"/>
                  </a:lnTo>
                  <a:lnTo>
                    <a:pt x="90" y="51"/>
                  </a:lnTo>
                  <a:lnTo>
                    <a:pt x="90" y="51"/>
                  </a:lnTo>
                  <a:lnTo>
                    <a:pt x="93" y="52"/>
                  </a:lnTo>
                  <a:lnTo>
                    <a:pt x="95" y="52"/>
                  </a:lnTo>
                  <a:lnTo>
                    <a:pt x="95" y="52"/>
                  </a:lnTo>
                  <a:lnTo>
                    <a:pt x="104" y="51"/>
                  </a:lnTo>
                  <a:lnTo>
                    <a:pt x="104" y="51"/>
                  </a:lnTo>
                  <a:lnTo>
                    <a:pt x="105" y="51"/>
                  </a:lnTo>
                  <a:lnTo>
                    <a:pt x="105" y="51"/>
                  </a:lnTo>
                  <a:lnTo>
                    <a:pt x="115" y="52"/>
                  </a:lnTo>
                  <a:lnTo>
                    <a:pt x="115" y="52"/>
                  </a:lnTo>
                  <a:lnTo>
                    <a:pt x="117" y="52"/>
                  </a:lnTo>
                  <a:lnTo>
                    <a:pt x="117" y="52"/>
                  </a:lnTo>
                  <a:lnTo>
                    <a:pt x="126" y="52"/>
                  </a:lnTo>
                  <a:lnTo>
                    <a:pt x="133" y="50"/>
                  </a:lnTo>
                  <a:lnTo>
                    <a:pt x="133" y="50"/>
                  </a:lnTo>
                  <a:lnTo>
                    <a:pt x="134" y="50"/>
                  </a:lnTo>
                  <a:lnTo>
                    <a:pt x="136" y="47"/>
                  </a:lnTo>
                  <a:lnTo>
                    <a:pt x="136" y="44"/>
                  </a:lnTo>
                  <a:lnTo>
                    <a:pt x="136" y="44"/>
                  </a:lnTo>
                  <a:lnTo>
                    <a:pt x="144" y="39"/>
                  </a:lnTo>
                  <a:lnTo>
                    <a:pt x="148" y="36"/>
                  </a:lnTo>
                  <a:lnTo>
                    <a:pt x="148" y="36"/>
                  </a:lnTo>
                  <a:lnTo>
                    <a:pt x="158" y="34"/>
                  </a:lnTo>
                  <a:lnTo>
                    <a:pt x="173" y="31"/>
                  </a:lnTo>
                  <a:lnTo>
                    <a:pt x="173" y="31"/>
                  </a:lnTo>
                  <a:lnTo>
                    <a:pt x="173" y="31"/>
                  </a:lnTo>
                  <a:lnTo>
                    <a:pt x="173" y="31"/>
                  </a:lnTo>
                  <a:lnTo>
                    <a:pt x="173" y="31"/>
                  </a:lnTo>
                  <a:lnTo>
                    <a:pt x="173" y="31"/>
                  </a:lnTo>
                  <a:lnTo>
                    <a:pt x="173" y="31"/>
                  </a:lnTo>
                  <a:lnTo>
                    <a:pt x="173" y="31"/>
                  </a:lnTo>
                  <a:lnTo>
                    <a:pt x="175" y="31"/>
                  </a:lnTo>
                  <a:lnTo>
                    <a:pt x="175" y="31"/>
                  </a:lnTo>
                  <a:lnTo>
                    <a:pt x="175" y="31"/>
                  </a:lnTo>
                  <a:lnTo>
                    <a:pt x="175" y="31"/>
                  </a:lnTo>
                  <a:lnTo>
                    <a:pt x="179" y="31"/>
                  </a:lnTo>
                  <a:lnTo>
                    <a:pt x="181" y="32"/>
                  </a:lnTo>
                  <a:lnTo>
                    <a:pt x="187" y="36"/>
                  </a:lnTo>
                  <a:lnTo>
                    <a:pt x="187" y="36"/>
                  </a:lnTo>
                  <a:lnTo>
                    <a:pt x="192" y="37"/>
                  </a:lnTo>
                  <a:lnTo>
                    <a:pt x="198" y="37"/>
                  </a:lnTo>
                  <a:lnTo>
                    <a:pt x="203" y="37"/>
                  </a:lnTo>
                  <a:lnTo>
                    <a:pt x="206" y="39"/>
                  </a:lnTo>
                  <a:lnTo>
                    <a:pt x="207" y="40"/>
                  </a:lnTo>
                  <a:lnTo>
                    <a:pt x="207" y="40"/>
                  </a:lnTo>
                  <a:lnTo>
                    <a:pt x="209" y="44"/>
                  </a:lnTo>
                  <a:lnTo>
                    <a:pt x="213" y="47"/>
                  </a:lnTo>
                  <a:lnTo>
                    <a:pt x="218" y="53"/>
                  </a:lnTo>
                  <a:lnTo>
                    <a:pt x="218" y="53"/>
                  </a:lnTo>
                  <a:lnTo>
                    <a:pt x="221" y="55"/>
                  </a:lnTo>
                  <a:lnTo>
                    <a:pt x="225" y="56"/>
                  </a:lnTo>
                  <a:lnTo>
                    <a:pt x="229" y="58"/>
                  </a:lnTo>
                  <a:lnTo>
                    <a:pt x="230" y="58"/>
                  </a:lnTo>
                  <a:lnTo>
                    <a:pt x="232" y="60"/>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2" y="61"/>
                  </a:lnTo>
                  <a:lnTo>
                    <a:pt x="233" y="73"/>
                  </a:lnTo>
                  <a:lnTo>
                    <a:pt x="233" y="73"/>
                  </a:lnTo>
                  <a:lnTo>
                    <a:pt x="233" y="73"/>
                  </a:lnTo>
                  <a:lnTo>
                    <a:pt x="233" y="73"/>
                  </a:lnTo>
                  <a:lnTo>
                    <a:pt x="233" y="73"/>
                  </a:lnTo>
                  <a:lnTo>
                    <a:pt x="233" y="73"/>
                  </a:lnTo>
                  <a:lnTo>
                    <a:pt x="233" y="80"/>
                  </a:lnTo>
                  <a:lnTo>
                    <a:pt x="233" y="80"/>
                  </a:lnTo>
                  <a:lnTo>
                    <a:pt x="233" y="80"/>
                  </a:lnTo>
                  <a:lnTo>
                    <a:pt x="233" y="80"/>
                  </a:lnTo>
                  <a:lnTo>
                    <a:pt x="233" y="80"/>
                  </a:lnTo>
                  <a:lnTo>
                    <a:pt x="233" y="82"/>
                  </a:lnTo>
                  <a:lnTo>
                    <a:pt x="233" y="82"/>
                  </a:lnTo>
                  <a:lnTo>
                    <a:pt x="230" y="87"/>
                  </a:lnTo>
                  <a:lnTo>
                    <a:pt x="225" y="92"/>
                  </a:lnTo>
                  <a:lnTo>
                    <a:pt x="225" y="92"/>
                  </a:lnTo>
                  <a:lnTo>
                    <a:pt x="224" y="93"/>
                  </a:lnTo>
                  <a:lnTo>
                    <a:pt x="224" y="93"/>
                  </a:lnTo>
                  <a:lnTo>
                    <a:pt x="225" y="98"/>
                  </a:lnTo>
                  <a:lnTo>
                    <a:pt x="227" y="101"/>
                  </a:lnTo>
                  <a:lnTo>
                    <a:pt x="229" y="110"/>
                  </a:lnTo>
                  <a:lnTo>
                    <a:pt x="229" y="110"/>
                  </a:lnTo>
                  <a:lnTo>
                    <a:pt x="229" y="111"/>
                  </a:lnTo>
                  <a:lnTo>
                    <a:pt x="229" y="111"/>
                  </a:lnTo>
                  <a:lnTo>
                    <a:pt x="227" y="119"/>
                  </a:lnTo>
                  <a:lnTo>
                    <a:pt x="225" y="131"/>
                  </a:lnTo>
                  <a:lnTo>
                    <a:pt x="225" y="131"/>
                  </a:lnTo>
                  <a:lnTo>
                    <a:pt x="225" y="135"/>
                  </a:lnTo>
                  <a:lnTo>
                    <a:pt x="227" y="138"/>
                  </a:lnTo>
                  <a:lnTo>
                    <a:pt x="227" y="138"/>
                  </a:lnTo>
                  <a:lnTo>
                    <a:pt x="230" y="142"/>
                  </a:lnTo>
                  <a:lnTo>
                    <a:pt x="233" y="145"/>
                  </a:lnTo>
                  <a:lnTo>
                    <a:pt x="238" y="148"/>
                  </a:lnTo>
                  <a:lnTo>
                    <a:pt x="238" y="148"/>
                  </a:lnTo>
                  <a:lnTo>
                    <a:pt x="239" y="149"/>
                  </a:lnTo>
                  <a:lnTo>
                    <a:pt x="239" y="151"/>
                  </a:lnTo>
                  <a:lnTo>
                    <a:pt x="239" y="151"/>
                  </a:lnTo>
                  <a:lnTo>
                    <a:pt x="238" y="154"/>
                  </a:lnTo>
                  <a:lnTo>
                    <a:pt x="235" y="158"/>
                  </a:lnTo>
                  <a:lnTo>
                    <a:pt x="230" y="165"/>
                  </a:lnTo>
                  <a:lnTo>
                    <a:pt x="230" y="165"/>
                  </a:lnTo>
                  <a:lnTo>
                    <a:pt x="230" y="165"/>
                  </a:lnTo>
                  <a:lnTo>
                    <a:pt x="230" y="165"/>
                  </a:lnTo>
                  <a:lnTo>
                    <a:pt x="230" y="165"/>
                  </a:lnTo>
                  <a:lnTo>
                    <a:pt x="230" y="165"/>
                  </a:lnTo>
                  <a:lnTo>
                    <a:pt x="230" y="165"/>
                  </a:lnTo>
                  <a:lnTo>
                    <a:pt x="230" y="165"/>
                  </a:lnTo>
                  <a:lnTo>
                    <a:pt x="230" y="165"/>
                  </a:lnTo>
                  <a:lnTo>
                    <a:pt x="230" y="165"/>
                  </a:lnTo>
                  <a:lnTo>
                    <a:pt x="230" y="165"/>
                  </a:lnTo>
                  <a:lnTo>
                    <a:pt x="230" y="165"/>
                  </a:lnTo>
                  <a:lnTo>
                    <a:pt x="230" y="165"/>
                  </a:lnTo>
                  <a:lnTo>
                    <a:pt x="230" y="165"/>
                  </a:lnTo>
                  <a:lnTo>
                    <a:pt x="230" y="168"/>
                  </a:lnTo>
                  <a:lnTo>
                    <a:pt x="232" y="172"/>
                  </a:lnTo>
                  <a:lnTo>
                    <a:pt x="235" y="178"/>
                  </a:lnTo>
                  <a:lnTo>
                    <a:pt x="235" y="178"/>
                  </a:lnTo>
                  <a:lnTo>
                    <a:pt x="235" y="179"/>
                  </a:lnTo>
                  <a:lnTo>
                    <a:pt x="235" y="179"/>
                  </a:lnTo>
                  <a:lnTo>
                    <a:pt x="239" y="184"/>
                  </a:lnTo>
                  <a:lnTo>
                    <a:pt x="248" y="190"/>
                  </a:lnTo>
                  <a:lnTo>
                    <a:pt x="248" y="190"/>
                  </a:lnTo>
                  <a:lnTo>
                    <a:pt x="250" y="194"/>
                  </a:lnTo>
                  <a:lnTo>
                    <a:pt x="251" y="196"/>
                  </a:lnTo>
                  <a:lnTo>
                    <a:pt x="253" y="202"/>
                  </a:lnTo>
                  <a:lnTo>
                    <a:pt x="253" y="202"/>
                  </a:lnTo>
                  <a:lnTo>
                    <a:pt x="254" y="206"/>
                  </a:lnTo>
                  <a:lnTo>
                    <a:pt x="256" y="209"/>
                  </a:lnTo>
                  <a:lnTo>
                    <a:pt x="257" y="211"/>
                  </a:lnTo>
                  <a:lnTo>
                    <a:pt x="259" y="212"/>
                  </a:lnTo>
                  <a:lnTo>
                    <a:pt x="259" y="212"/>
                  </a:lnTo>
                  <a:lnTo>
                    <a:pt x="259" y="213"/>
                  </a:lnTo>
                  <a:lnTo>
                    <a:pt x="259" y="213"/>
                  </a:lnTo>
                  <a:lnTo>
                    <a:pt x="259" y="213"/>
                  </a:lnTo>
                  <a:lnTo>
                    <a:pt x="259" y="213"/>
                  </a:lnTo>
                  <a:lnTo>
                    <a:pt x="259" y="213"/>
                  </a:lnTo>
                  <a:lnTo>
                    <a:pt x="259" y="213"/>
                  </a:lnTo>
                  <a:lnTo>
                    <a:pt x="259" y="213"/>
                  </a:lnTo>
                  <a:lnTo>
                    <a:pt x="259" y="213"/>
                  </a:lnTo>
                  <a:lnTo>
                    <a:pt x="259" y="213"/>
                  </a:lnTo>
                  <a:lnTo>
                    <a:pt x="256" y="215"/>
                  </a:lnTo>
                  <a:lnTo>
                    <a:pt x="256" y="215"/>
                  </a:lnTo>
                  <a:lnTo>
                    <a:pt x="255" y="215"/>
                  </a:lnTo>
                  <a:lnTo>
                    <a:pt x="255" y="215"/>
                  </a:lnTo>
                  <a:lnTo>
                    <a:pt x="254" y="215"/>
                  </a:lnTo>
                  <a:lnTo>
                    <a:pt x="254" y="215"/>
                  </a:lnTo>
                  <a:lnTo>
                    <a:pt x="254" y="215"/>
                  </a:lnTo>
                  <a:lnTo>
                    <a:pt x="254" y="215"/>
                  </a:lnTo>
                  <a:lnTo>
                    <a:pt x="254" y="215"/>
                  </a:lnTo>
                  <a:lnTo>
                    <a:pt x="254" y="215"/>
                  </a:lnTo>
                  <a:lnTo>
                    <a:pt x="248" y="215"/>
                  </a:lnTo>
                  <a:lnTo>
                    <a:pt x="248" y="215"/>
                  </a:lnTo>
                  <a:lnTo>
                    <a:pt x="248" y="215"/>
                  </a:lnTo>
                  <a:lnTo>
                    <a:pt x="248" y="215"/>
                  </a:lnTo>
                  <a:lnTo>
                    <a:pt x="248" y="215"/>
                  </a:lnTo>
                  <a:lnTo>
                    <a:pt x="248" y="215"/>
                  </a:lnTo>
                  <a:lnTo>
                    <a:pt x="248" y="215"/>
                  </a:lnTo>
                  <a:lnTo>
                    <a:pt x="248" y="215"/>
                  </a:lnTo>
                  <a:lnTo>
                    <a:pt x="248" y="216"/>
                  </a:lnTo>
                  <a:lnTo>
                    <a:pt x="248" y="216"/>
                  </a:lnTo>
                  <a:lnTo>
                    <a:pt x="244" y="218"/>
                  </a:lnTo>
                  <a:lnTo>
                    <a:pt x="241" y="223"/>
                  </a:lnTo>
                  <a:lnTo>
                    <a:pt x="238" y="23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7" name="Freeform 283"/>
            <p:cNvSpPr>
              <a:spLocks/>
            </p:cNvSpPr>
            <p:nvPr/>
          </p:nvSpPr>
          <p:spPr bwMode="gray">
            <a:xfrm>
              <a:off x="5164965" y="4901644"/>
              <a:ext cx="114040" cy="62833"/>
            </a:xfrm>
            <a:custGeom>
              <a:avLst/>
              <a:gdLst>
                <a:gd name="T0" fmla="*/ 19 w 46"/>
                <a:gd name="T1" fmla="*/ 25 h 25"/>
                <a:gd name="T2" fmla="*/ 19 w 46"/>
                <a:gd name="T3" fmla="*/ 25 h 25"/>
                <a:gd name="T4" fmla="*/ 14 w 46"/>
                <a:gd name="T5" fmla="*/ 24 h 25"/>
                <a:gd name="T6" fmla="*/ 6 w 46"/>
                <a:gd name="T7" fmla="*/ 21 h 25"/>
                <a:gd name="T8" fmla="*/ 6 w 46"/>
                <a:gd name="T9" fmla="*/ 21 h 25"/>
                <a:gd name="T10" fmla="*/ 3 w 46"/>
                <a:gd name="T11" fmla="*/ 19 h 25"/>
                <a:gd name="T12" fmla="*/ 1 w 46"/>
                <a:gd name="T13" fmla="*/ 16 h 25"/>
                <a:gd name="T14" fmla="*/ 1 w 46"/>
                <a:gd name="T15" fmla="*/ 16 h 25"/>
                <a:gd name="T16" fmla="*/ 0 w 46"/>
                <a:gd name="T17" fmla="*/ 18 h 25"/>
                <a:gd name="T18" fmla="*/ 0 w 46"/>
                <a:gd name="T19" fmla="*/ 18 h 25"/>
                <a:gd name="T20" fmla="*/ 0 w 46"/>
                <a:gd name="T21" fmla="*/ 11 h 25"/>
                <a:gd name="T22" fmla="*/ 2 w 46"/>
                <a:gd name="T23" fmla="*/ 2 h 25"/>
                <a:gd name="T24" fmla="*/ 2 w 46"/>
                <a:gd name="T25" fmla="*/ 2 h 25"/>
                <a:gd name="T26" fmla="*/ 17 w 46"/>
                <a:gd name="T27" fmla="*/ 0 h 25"/>
                <a:gd name="T28" fmla="*/ 17 w 46"/>
                <a:gd name="T29" fmla="*/ 0 h 25"/>
                <a:gd name="T30" fmla="*/ 26 w 46"/>
                <a:gd name="T31" fmla="*/ 0 h 25"/>
                <a:gd name="T32" fmla="*/ 32 w 46"/>
                <a:gd name="T33" fmla="*/ 2 h 25"/>
                <a:gd name="T34" fmla="*/ 32 w 46"/>
                <a:gd name="T35" fmla="*/ 2 h 25"/>
                <a:gd name="T36" fmla="*/ 37 w 46"/>
                <a:gd name="T37" fmla="*/ 2 h 25"/>
                <a:gd name="T38" fmla="*/ 37 w 46"/>
                <a:gd name="T39" fmla="*/ 2 h 25"/>
                <a:gd name="T40" fmla="*/ 40 w 46"/>
                <a:gd name="T41" fmla="*/ 2 h 25"/>
                <a:gd name="T42" fmla="*/ 40 w 46"/>
                <a:gd name="T43" fmla="*/ 2 h 25"/>
                <a:gd name="T44" fmla="*/ 45 w 46"/>
                <a:gd name="T45" fmla="*/ 8 h 25"/>
                <a:gd name="T46" fmla="*/ 46 w 46"/>
                <a:gd name="T47" fmla="*/ 13 h 25"/>
                <a:gd name="T48" fmla="*/ 46 w 46"/>
                <a:gd name="T49" fmla="*/ 13 h 25"/>
                <a:gd name="T50" fmla="*/ 45 w 46"/>
                <a:gd name="T51" fmla="*/ 19 h 25"/>
                <a:gd name="T52" fmla="*/ 43 w 46"/>
                <a:gd name="T53" fmla="*/ 21 h 25"/>
                <a:gd name="T54" fmla="*/ 40 w 46"/>
                <a:gd name="T55" fmla="*/ 22 h 25"/>
                <a:gd name="T56" fmla="*/ 40 w 46"/>
                <a:gd name="T57" fmla="*/ 22 h 25"/>
                <a:gd name="T58" fmla="*/ 19 w 46"/>
                <a:gd name="T59" fmla="*/ 2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6" h="25">
                  <a:moveTo>
                    <a:pt x="19" y="25"/>
                  </a:moveTo>
                  <a:lnTo>
                    <a:pt x="19" y="25"/>
                  </a:lnTo>
                  <a:lnTo>
                    <a:pt x="14" y="24"/>
                  </a:lnTo>
                  <a:lnTo>
                    <a:pt x="6" y="21"/>
                  </a:lnTo>
                  <a:lnTo>
                    <a:pt x="6" y="21"/>
                  </a:lnTo>
                  <a:lnTo>
                    <a:pt x="3" y="19"/>
                  </a:lnTo>
                  <a:lnTo>
                    <a:pt x="1" y="16"/>
                  </a:lnTo>
                  <a:lnTo>
                    <a:pt x="1" y="16"/>
                  </a:lnTo>
                  <a:lnTo>
                    <a:pt x="0" y="18"/>
                  </a:lnTo>
                  <a:lnTo>
                    <a:pt x="0" y="18"/>
                  </a:lnTo>
                  <a:lnTo>
                    <a:pt x="0" y="11"/>
                  </a:lnTo>
                  <a:lnTo>
                    <a:pt x="2" y="2"/>
                  </a:lnTo>
                  <a:lnTo>
                    <a:pt x="2" y="2"/>
                  </a:lnTo>
                  <a:lnTo>
                    <a:pt x="17" y="0"/>
                  </a:lnTo>
                  <a:lnTo>
                    <a:pt x="17" y="0"/>
                  </a:lnTo>
                  <a:lnTo>
                    <a:pt x="26" y="0"/>
                  </a:lnTo>
                  <a:lnTo>
                    <a:pt x="32" y="2"/>
                  </a:lnTo>
                  <a:lnTo>
                    <a:pt x="32" y="2"/>
                  </a:lnTo>
                  <a:lnTo>
                    <a:pt x="37" y="2"/>
                  </a:lnTo>
                  <a:lnTo>
                    <a:pt x="37" y="2"/>
                  </a:lnTo>
                  <a:lnTo>
                    <a:pt x="40" y="2"/>
                  </a:lnTo>
                  <a:lnTo>
                    <a:pt x="40" y="2"/>
                  </a:lnTo>
                  <a:lnTo>
                    <a:pt x="45" y="8"/>
                  </a:lnTo>
                  <a:lnTo>
                    <a:pt x="46" y="13"/>
                  </a:lnTo>
                  <a:lnTo>
                    <a:pt x="46" y="13"/>
                  </a:lnTo>
                  <a:lnTo>
                    <a:pt x="45" y="19"/>
                  </a:lnTo>
                  <a:lnTo>
                    <a:pt x="43" y="21"/>
                  </a:lnTo>
                  <a:lnTo>
                    <a:pt x="40" y="22"/>
                  </a:lnTo>
                  <a:lnTo>
                    <a:pt x="40" y="22"/>
                  </a:lnTo>
                  <a:lnTo>
                    <a:pt x="19" y="2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8" name="Freeform 285"/>
            <p:cNvSpPr>
              <a:spLocks/>
            </p:cNvSpPr>
            <p:nvPr/>
          </p:nvSpPr>
          <p:spPr bwMode="gray">
            <a:xfrm>
              <a:off x="4899701" y="4826244"/>
              <a:ext cx="265264" cy="138233"/>
            </a:xfrm>
            <a:custGeom>
              <a:avLst/>
              <a:gdLst>
                <a:gd name="T0" fmla="*/ 23 w 107"/>
                <a:gd name="T1" fmla="*/ 38 h 55"/>
                <a:gd name="T2" fmla="*/ 23 w 107"/>
                <a:gd name="T3" fmla="*/ 38 h 55"/>
                <a:gd name="T4" fmla="*/ 38 w 107"/>
                <a:gd name="T5" fmla="*/ 41 h 55"/>
                <a:gd name="T6" fmla="*/ 38 w 107"/>
                <a:gd name="T7" fmla="*/ 41 h 55"/>
                <a:gd name="T8" fmla="*/ 41 w 107"/>
                <a:gd name="T9" fmla="*/ 41 h 55"/>
                <a:gd name="T10" fmla="*/ 46 w 107"/>
                <a:gd name="T11" fmla="*/ 41 h 55"/>
                <a:gd name="T12" fmla="*/ 46 w 107"/>
                <a:gd name="T13" fmla="*/ 41 h 55"/>
                <a:gd name="T14" fmla="*/ 51 w 107"/>
                <a:gd name="T15" fmla="*/ 43 h 55"/>
                <a:gd name="T16" fmla="*/ 57 w 107"/>
                <a:gd name="T17" fmla="*/ 48 h 55"/>
                <a:gd name="T18" fmla="*/ 57 w 107"/>
                <a:gd name="T19" fmla="*/ 48 h 55"/>
                <a:gd name="T20" fmla="*/ 62 w 107"/>
                <a:gd name="T21" fmla="*/ 50 h 55"/>
                <a:gd name="T22" fmla="*/ 66 w 107"/>
                <a:gd name="T23" fmla="*/ 51 h 55"/>
                <a:gd name="T24" fmla="*/ 76 w 107"/>
                <a:gd name="T25" fmla="*/ 54 h 55"/>
                <a:gd name="T26" fmla="*/ 76 w 107"/>
                <a:gd name="T27" fmla="*/ 54 h 55"/>
                <a:gd name="T28" fmla="*/ 100 w 107"/>
                <a:gd name="T29" fmla="*/ 55 h 55"/>
                <a:gd name="T30" fmla="*/ 100 w 107"/>
                <a:gd name="T31" fmla="*/ 55 h 55"/>
                <a:gd name="T32" fmla="*/ 102 w 107"/>
                <a:gd name="T33" fmla="*/ 52 h 55"/>
                <a:gd name="T34" fmla="*/ 103 w 107"/>
                <a:gd name="T35" fmla="*/ 49 h 55"/>
                <a:gd name="T36" fmla="*/ 107 w 107"/>
                <a:gd name="T37" fmla="*/ 35 h 55"/>
                <a:gd name="T38" fmla="*/ 107 w 107"/>
                <a:gd name="T39" fmla="*/ 35 h 55"/>
                <a:gd name="T40" fmla="*/ 94 w 107"/>
                <a:gd name="T41" fmla="*/ 39 h 55"/>
                <a:gd name="T42" fmla="*/ 94 w 107"/>
                <a:gd name="T43" fmla="*/ 39 h 55"/>
                <a:gd name="T44" fmla="*/ 88 w 107"/>
                <a:gd name="T45" fmla="*/ 38 h 55"/>
                <a:gd name="T46" fmla="*/ 81 w 107"/>
                <a:gd name="T47" fmla="*/ 35 h 55"/>
                <a:gd name="T48" fmla="*/ 67 w 107"/>
                <a:gd name="T49" fmla="*/ 30 h 55"/>
                <a:gd name="T50" fmla="*/ 67 w 107"/>
                <a:gd name="T51" fmla="*/ 30 h 55"/>
                <a:gd name="T52" fmla="*/ 64 w 107"/>
                <a:gd name="T53" fmla="*/ 29 h 55"/>
                <a:gd name="T54" fmla="*/ 59 w 107"/>
                <a:gd name="T55" fmla="*/ 25 h 55"/>
                <a:gd name="T56" fmla="*/ 50 w 107"/>
                <a:gd name="T57" fmla="*/ 16 h 55"/>
                <a:gd name="T58" fmla="*/ 50 w 107"/>
                <a:gd name="T59" fmla="*/ 16 h 55"/>
                <a:gd name="T60" fmla="*/ 46 w 107"/>
                <a:gd name="T61" fmla="*/ 13 h 55"/>
                <a:gd name="T62" fmla="*/ 44 w 107"/>
                <a:gd name="T63" fmla="*/ 12 h 55"/>
                <a:gd name="T64" fmla="*/ 36 w 107"/>
                <a:gd name="T65" fmla="*/ 9 h 55"/>
                <a:gd name="T66" fmla="*/ 36 w 107"/>
                <a:gd name="T67" fmla="*/ 9 h 55"/>
                <a:gd name="T68" fmla="*/ 24 w 107"/>
                <a:gd name="T69" fmla="*/ 4 h 55"/>
                <a:gd name="T70" fmla="*/ 17 w 107"/>
                <a:gd name="T71" fmla="*/ 2 h 55"/>
                <a:gd name="T72" fmla="*/ 12 w 107"/>
                <a:gd name="T73" fmla="*/ 1 h 55"/>
                <a:gd name="T74" fmla="*/ 12 w 107"/>
                <a:gd name="T75" fmla="*/ 1 h 55"/>
                <a:gd name="T76" fmla="*/ 4 w 107"/>
                <a:gd name="T77" fmla="*/ 0 h 55"/>
                <a:gd name="T78" fmla="*/ 4 w 107"/>
                <a:gd name="T79" fmla="*/ 0 h 55"/>
                <a:gd name="T80" fmla="*/ 1 w 107"/>
                <a:gd name="T81" fmla="*/ 12 h 55"/>
                <a:gd name="T82" fmla="*/ 0 w 107"/>
                <a:gd name="T83" fmla="*/ 20 h 55"/>
                <a:gd name="T84" fmla="*/ 0 w 107"/>
                <a:gd name="T85" fmla="*/ 20 h 55"/>
                <a:gd name="T86" fmla="*/ 3 w 107"/>
                <a:gd name="T87" fmla="*/ 24 h 55"/>
                <a:gd name="T88" fmla="*/ 11 w 107"/>
                <a:gd name="T89" fmla="*/ 29 h 55"/>
                <a:gd name="T90" fmla="*/ 23 w 107"/>
                <a:gd name="T91" fmla="*/ 38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07" h="55">
                  <a:moveTo>
                    <a:pt x="23" y="38"/>
                  </a:moveTo>
                  <a:lnTo>
                    <a:pt x="23" y="38"/>
                  </a:lnTo>
                  <a:lnTo>
                    <a:pt x="38" y="41"/>
                  </a:lnTo>
                  <a:lnTo>
                    <a:pt x="38" y="41"/>
                  </a:lnTo>
                  <a:lnTo>
                    <a:pt x="41" y="41"/>
                  </a:lnTo>
                  <a:lnTo>
                    <a:pt x="46" y="41"/>
                  </a:lnTo>
                  <a:lnTo>
                    <a:pt x="46" y="41"/>
                  </a:lnTo>
                  <a:lnTo>
                    <a:pt x="51" y="43"/>
                  </a:lnTo>
                  <a:lnTo>
                    <a:pt x="57" y="48"/>
                  </a:lnTo>
                  <a:lnTo>
                    <a:pt x="57" y="48"/>
                  </a:lnTo>
                  <a:lnTo>
                    <a:pt x="62" y="50"/>
                  </a:lnTo>
                  <a:lnTo>
                    <a:pt x="66" y="51"/>
                  </a:lnTo>
                  <a:lnTo>
                    <a:pt x="76" y="54"/>
                  </a:lnTo>
                  <a:lnTo>
                    <a:pt x="76" y="54"/>
                  </a:lnTo>
                  <a:lnTo>
                    <a:pt x="100" y="55"/>
                  </a:lnTo>
                  <a:lnTo>
                    <a:pt x="100" y="55"/>
                  </a:lnTo>
                  <a:lnTo>
                    <a:pt x="102" y="52"/>
                  </a:lnTo>
                  <a:lnTo>
                    <a:pt x="103" y="49"/>
                  </a:lnTo>
                  <a:lnTo>
                    <a:pt x="107" y="35"/>
                  </a:lnTo>
                  <a:lnTo>
                    <a:pt x="107" y="35"/>
                  </a:lnTo>
                  <a:lnTo>
                    <a:pt x="94" y="39"/>
                  </a:lnTo>
                  <a:lnTo>
                    <a:pt x="94" y="39"/>
                  </a:lnTo>
                  <a:lnTo>
                    <a:pt x="88" y="38"/>
                  </a:lnTo>
                  <a:lnTo>
                    <a:pt x="81" y="35"/>
                  </a:lnTo>
                  <a:lnTo>
                    <a:pt x="67" y="30"/>
                  </a:lnTo>
                  <a:lnTo>
                    <a:pt x="67" y="30"/>
                  </a:lnTo>
                  <a:lnTo>
                    <a:pt x="64" y="29"/>
                  </a:lnTo>
                  <a:lnTo>
                    <a:pt x="59" y="25"/>
                  </a:lnTo>
                  <a:lnTo>
                    <a:pt x="50" y="16"/>
                  </a:lnTo>
                  <a:lnTo>
                    <a:pt x="50" y="16"/>
                  </a:lnTo>
                  <a:lnTo>
                    <a:pt x="46" y="13"/>
                  </a:lnTo>
                  <a:lnTo>
                    <a:pt x="44" y="12"/>
                  </a:lnTo>
                  <a:lnTo>
                    <a:pt x="36" y="9"/>
                  </a:lnTo>
                  <a:lnTo>
                    <a:pt x="36" y="9"/>
                  </a:lnTo>
                  <a:lnTo>
                    <a:pt x="24" y="4"/>
                  </a:lnTo>
                  <a:lnTo>
                    <a:pt x="17" y="2"/>
                  </a:lnTo>
                  <a:lnTo>
                    <a:pt x="12" y="1"/>
                  </a:lnTo>
                  <a:lnTo>
                    <a:pt x="12" y="1"/>
                  </a:lnTo>
                  <a:lnTo>
                    <a:pt x="4" y="0"/>
                  </a:lnTo>
                  <a:lnTo>
                    <a:pt x="4" y="0"/>
                  </a:lnTo>
                  <a:lnTo>
                    <a:pt x="1" y="12"/>
                  </a:lnTo>
                  <a:lnTo>
                    <a:pt x="0" y="20"/>
                  </a:lnTo>
                  <a:lnTo>
                    <a:pt x="0" y="20"/>
                  </a:lnTo>
                  <a:lnTo>
                    <a:pt x="3" y="24"/>
                  </a:lnTo>
                  <a:lnTo>
                    <a:pt x="11" y="29"/>
                  </a:lnTo>
                  <a:lnTo>
                    <a:pt x="23" y="3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29" name="Freeform 287"/>
            <p:cNvSpPr>
              <a:spLocks/>
            </p:cNvSpPr>
            <p:nvPr/>
          </p:nvSpPr>
          <p:spPr bwMode="gray">
            <a:xfrm>
              <a:off x="5640954" y="5097681"/>
              <a:ext cx="230557" cy="527795"/>
            </a:xfrm>
            <a:custGeom>
              <a:avLst/>
              <a:gdLst>
                <a:gd name="T0" fmla="*/ 91 w 93"/>
                <a:gd name="T1" fmla="*/ 127 h 210"/>
                <a:gd name="T2" fmla="*/ 85 w 93"/>
                <a:gd name="T3" fmla="*/ 108 h 210"/>
                <a:gd name="T4" fmla="*/ 71 w 93"/>
                <a:gd name="T5" fmla="*/ 96 h 210"/>
                <a:gd name="T6" fmla="*/ 59 w 93"/>
                <a:gd name="T7" fmla="*/ 80 h 210"/>
                <a:gd name="T8" fmla="*/ 49 w 93"/>
                <a:gd name="T9" fmla="*/ 68 h 210"/>
                <a:gd name="T10" fmla="*/ 46 w 93"/>
                <a:gd name="T11" fmla="*/ 63 h 210"/>
                <a:gd name="T12" fmla="*/ 48 w 93"/>
                <a:gd name="T13" fmla="*/ 52 h 210"/>
                <a:gd name="T14" fmla="*/ 50 w 93"/>
                <a:gd name="T15" fmla="*/ 48 h 210"/>
                <a:gd name="T16" fmla="*/ 58 w 93"/>
                <a:gd name="T17" fmla="*/ 38 h 210"/>
                <a:gd name="T18" fmla="*/ 78 w 93"/>
                <a:gd name="T19" fmla="*/ 27 h 210"/>
                <a:gd name="T20" fmla="*/ 69 w 93"/>
                <a:gd name="T21" fmla="*/ 22 h 210"/>
                <a:gd name="T22" fmla="*/ 56 w 93"/>
                <a:gd name="T23" fmla="*/ 16 h 210"/>
                <a:gd name="T24" fmla="*/ 54 w 93"/>
                <a:gd name="T25" fmla="*/ 8 h 210"/>
                <a:gd name="T26" fmla="*/ 45 w 93"/>
                <a:gd name="T27" fmla="*/ 2 h 210"/>
                <a:gd name="T28" fmla="*/ 33 w 93"/>
                <a:gd name="T29" fmla="*/ 0 h 210"/>
                <a:gd name="T30" fmla="*/ 30 w 93"/>
                <a:gd name="T31" fmla="*/ 5 h 210"/>
                <a:gd name="T32" fmla="*/ 26 w 93"/>
                <a:gd name="T33" fmla="*/ 11 h 210"/>
                <a:gd name="T34" fmla="*/ 19 w 93"/>
                <a:gd name="T35" fmla="*/ 11 h 210"/>
                <a:gd name="T36" fmla="*/ 14 w 93"/>
                <a:gd name="T37" fmla="*/ 8 h 210"/>
                <a:gd name="T38" fmla="*/ 8 w 93"/>
                <a:gd name="T39" fmla="*/ 8 h 210"/>
                <a:gd name="T40" fmla="*/ 3 w 93"/>
                <a:gd name="T41" fmla="*/ 7 h 210"/>
                <a:gd name="T42" fmla="*/ 0 w 93"/>
                <a:gd name="T43" fmla="*/ 13 h 210"/>
                <a:gd name="T44" fmla="*/ 6 w 93"/>
                <a:gd name="T45" fmla="*/ 25 h 210"/>
                <a:gd name="T46" fmla="*/ 16 w 93"/>
                <a:gd name="T47" fmla="*/ 31 h 210"/>
                <a:gd name="T48" fmla="*/ 32 w 93"/>
                <a:gd name="T49" fmla="*/ 53 h 210"/>
                <a:gd name="T50" fmla="*/ 50 w 93"/>
                <a:gd name="T51" fmla="*/ 86 h 210"/>
                <a:gd name="T52" fmla="*/ 66 w 93"/>
                <a:gd name="T53" fmla="*/ 106 h 210"/>
                <a:gd name="T54" fmla="*/ 66 w 93"/>
                <a:gd name="T55" fmla="*/ 117 h 210"/>
                <a:gd name="T56" fmla="*/ 60 w 93"/>
                <a:gd name="T57" fmla="*/ 128 h 210"/>
                <a:gd name="T58" fmla="*/ 66 w 93"/>
                <a:gd name="T59" fmla="*/ 139 h 210"/>
                <a:gd name="T60" fmla="*/ 70 w 93"/>
                <a:gd name="T61" fmla="*/ 157 h 210"/>
                <a:gd name="T62" fmla="*/ 58 w 93"/>
                <a:gd name="T63" fmla="*/ 162 h 210"/>
                <a:gd name="T64" fmla="*/ 48 w 93"/>
                <a:gd name="T65" fmla="*/ 167 h 210"/>
                <a:gd name="T66" fmla="*/ 44 w 93"/>
                <a:gd name="T67" fmla="*/ 173 h 210"/>
                <a:gd name="T68" fmla="*/ 28 w 93"/>
                <a:gd name="T69" fmla="*/ 183 h 210"/>
                <a:gd name="T70" fmla="*/ 35 w 93"/>
                <a:gd name="T71" fmla="*/ 191 h 210"/>
                <a:gd name="T72" fmla="*/ 32 w 93"/>
                <a:gd name="T73" fmla="*/ 206 h 210"/>
                <a:gd name="T74" fmla="*/ 32 w 93"/>
                <a:gd name="T75" fmla="*/ 210 h 210"/>
                <a:gd name="T76" fmla="*/ 42 w 93"/>
                <a:gd name="T77" fmla="*/ 201 h 210"/>
                <a:gd name="T78" fmla="*/ 48 w 93"/>
                <a:gd name="T79" fmla="*/ 198 h 210"/>
                <a:gd name="T80" fmla="*/ 53 w 93"/>
                <a:gd name="T81" fmla="*/ 196 h 210"/>
                <a:gd name="T82" fmla="*/ 58 w 93"/>
                <a:gd name="T83" fmla="*/ 183 h 210"/>
                <a:gd name="T84" fmla="*/ 69 w 93"/>
                <a:gd name="T85" fmla="*/ 183 h 210"/>
                <a:gd name="T86" fmla="*/ 78 w 93"/>
                <a:gd name="T87" fmla="*/ 177 h 210"/>
                <a:gd name="T88" fmla="*/ 90 w 93"/>
                <a:gd name="T89" fmla="*/ 166 h 210"/>
                <a:gd name="T90" fmla="*/ 93 w 93"/>
                <a:gd name="T91" fmla="*/ 145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3" h="210">
                  <a:moveTo>
                    <a:pt x="93" y="139"/>
                  </a:moveTo>
                  <a:lnTo>
                    <a:pt x="93" y="139"/>
                  </a:lnTo>
                  <a:lnTo>
                    <a:pt x="91" y="127"/>
                  </a:lnTo>
                  <a:lnTo>
                    <a:pt x="88" y="113"/>
                  </a:lnTo>
                  <a:lnTo>
                    <a:pt x="88" y="113"/>
                  </a:lnTo>
                  <a:lnTo>
                    <a:pt x="85" y="108"/>
                  </a:lnTo>
                  <a:lnTo>
                    <a:pt x="80" y="103"/>
                  </a:lnTo>
                  <a:lnTo>
                    <a:pt x="71" y="96"/>
                  </a:lnTo>
                  <a:lnTo>
                    <a:pt x="71" y="96"/>
                  </a:lnTo>
                  <a:lnTo>
                    <a:pt x="67" y="95"/>
                  </a:lnTo>
                  <a:lnTo>
                    <a:pt x="65" y="91"/>
                  </a:lnTo>
                  <a:lnTo>
                    <a:pt x="59" y="80"/>
                  </a:lnTo>
                  <a:lnTo>
                    <a:pt x="59" y="80"/>
                  </a:lnTo>
                  <a:lnTo>
                    <a:pt x="54" y="73"/>
                  </a:lnTo>
                  <a:lnTo>
                    <a:pt x="49" y="68"/>
                  </a:lnTo>
                  <a:lnTo>
                    <a:pt x="49" y="68"/>
                  </a:lnTo>
                  <a:lnTo>
                    <a:pt x="46" y="64"/>
                  </a:lnTo>
                  <a:lnTo>
                    <a:pt x="46" y="63"/>
                  </a:lnTo>
                  <a:lnTo>
                    <a:pt x="48" y="57"/>
                  </a:lnTo>
                  <a:lnTo>
                    <a:pt x="48" y="57"/>
                  </a:lnTo>
                  <a:lnTo>
                    <a:pt x="48" y="52"/>
                  </a:lnTo>
                  <a:lnTo>
                    <a:pt x="49" y="49"/>
                  </a:lnTo>
                  <a:lnTo>
                    <a:pt x="50" y="48"/>
                  </a:lnTo>
                  <a:lnTo>
                    <a:pt x="50" y="48"/>
                  </a:lnTo>
                  <a:lnTo>
                    <a:pt x="54" y="44"/>
                  </a:lnTo>
                  <a:lnTo>
                    <a:pt x="58" y="38"/>
                  </a:lnTo>
                  <a:lnTo>
                    <a:pt x="58" y="38"/>
                  </a:lnTo>
                  <a:lnTo>
                    <a:pt x="61" y="36"/>
                  </a:lnTo>
                  <a:lnTo>
                    <a:pt x="66" y="32"/>
                  </a:lnTo>
                  <a:lnTo>
                    <a:pt x="78" y="27"/>
                  </a:lnTo>
                  <a:lnTo>
                    <a:pt x="78" y="27"/>
                  </a:lnTo>
                  <a:lnTo>
                    <a:pt x="74" y="25"/>
                  </a:lnTo>
                  <a:lnTo>
                    <a:pt x="69" y="22"/>
                  </a:lnTo>
                  <a:lnTo>
                    <a:pt x="59" y="18"/>
                  </a:lnTo>
                  <a:lnTo>
                    <a:pt x="59" y="18"/>
                  </a:lnTo>
                  <a:lnTo>
                    <a:pt x="56" y="16"/>
                  </a:lnTo>
                  <a:lnTo>
                    <a:pt x="55" y="13"/>
                  </a:lnTo>
                  <a:lnTo>
                    <a:pt x="54" y="8"/>
                  </a:lnTo>
                  <a:lnTo>
                    <a:pt x="54" y="8"/>
                  </a:lnTo>
                  <a:lnTo>
                    <a:pt x="54" y="7"/>
                  </a:lnTo>
                  <a:lnTo>
                    <a:pt x="51" y="6"/>
                  </a:lnTo>
                  <a:lnTo>
                    <a:pt x="45" y="2"/>
                  </a:lnTo>
                  <a:lnTo>
                    <a:pt x="38" y="0"/>
                  </a:lnTo>
                  <a:lnTo>
                    <a:pt x="33" y="0"/>
                  </a:lnTo>
                  <a:lnTo>
                    <a:pt x="33" y="0"/>
                  </a:lnTo>
                  <a:lnTo>
                    <a:pt x="32" y="0"/>
                  </a:lnTo>
                  <a:lnTo>
                    <a:pt x="30" y="1"/>
                  </a:lnTo>
                  <a:lnTo>
                    <a:pt x="30" y="5"/>
                  </a:lnTo>
                  <a:lnTo>
                    <a:pt x="28" y="8"/>
                  </a:lnTo>
                  <a:lnTo>
                    <a:pt x="27" y="11"/>
                  </a:lnTo>
                  <a:lnTo>
                    <a:pt x="26" y="11"/>
                  </a:lnTo>
                  <a:lnTo>
                    <a:pt x="26" y="11"/>
                  </a:lnTo>
                  <a:lnTo>
                    <a:pt x="22" y="12"/>
                  </a:lnTo>
                  <a:lnTo>
                    <a:pt x="19" y="11"/>
                  </a:lnTo>
                  <a:lnTo>
                    <a:pt x="17" y="10"/>
                  </a:lnTo>
                  <a:lnTo>
                    <a:pt x="14" y="8"/>
                  </a:lnTo>
                  <a:lnTo>
                    <a:pt x="14" y="8"/>
                  </a:lnTo>
                  <a:lnTo>
                    <a:pt x="11" y="8"/>
                  </a:lnTo>
                  <a:lnTo>
                    <a:pt x="11" y="8"/>
                  </a:lnTo>
                  <a:lnTo>
                    <a:pt x="8" y="8"/>
                  </a:lnTo>
                  <a:lnTo>
                    <a:pt x="6" y="8"/>
                  </a:lnTo>
                  <a:lnTo>
                    <a:pt x="6" y="8"/>
                  </a:lnTo>
                  <a:lnTo>
                    <a:pt x="3" y="7"/>
                  </a:lnTo>
                  <a:lnTo>
                    <a:pt x="2" y="8"/>
                  </a:lnTo>
                  <a:lnTo>
                    <a:pt x="0" y="12"/>
                  </a:lnTo>
                  <a:lnTo>
                    <a:pt x="0" y="13"/>
                  </a:lnTo>
                  <a:lnTo>
                    <a:pt x="0" y="13"/>
                  </a:lnTo>
                  <a:lnTo>
                    <a:pt x="2" y="21"/>
                  </a:lnTo>
                  <a:lnTo>
                    <a:pt x="6" y="25"/>
                  </a:lnTo>
                  <a:lnTo>
                    <a:pt x="6" y="25"/>
                  </a:lnTo>
                  <a:lnTo>
                    <a:pt x="10" y="28"/>
                  </a:lnTo>
                  <a:lnTo>
                    <a:pt x="16" y="31"/>
                  </a:lnTo>
                  <a:lnTo>
                    <a:pt x="22" y="32"/>
                  </a:lnTo>
                  <a:lnTo>
                    <a:pt x="22" y="32"/>
                  </a:lnTo>
                  <a:lnTo>
                    <a:pt x="32" y="53"/>
                  </a:lnTo>
                  <a:lnTo>
                    <a:pt x="45" y="80"/>
                  </a:lnTo>
                  <a:lnTo>
                    <a:pt x="45" y="80"/>
                  </a:lnTo>
                  <a:lnTo>
                    <a:pt x="50" y="86"/>
                  </a:lnTo>
                  <a:lnTo>
                    <a:pt x="55" y="92"/>
                  </a:lnTo>
                  <a:lnTo>
                    <a:pt x="61" y="100"/>
                  </a:lnTo>
                  <a:lnTo>
                    <a:pt x="66" y="106"/>
                  </a:lnTo>
                  <a:lnTo>
                    <a:pt x="66" y="106"/>
                  </a:lnTo>
                  <a:lnTo>
                    <a:pt x="66" y="111"/>
                  </a:lnTo>
                  <a:lnTo>
                    <a:pt x="66" y="117"/>
                  </a:lnTo>
                  <a:lnTo>
                    <a:pt x="64" y="123"/>
                  </a:lnTo>
                  <a:lnTo>
                    <a:pt x="60" y="128"/>
                  </a:lnTo>
                  <a:lnTo>
                    <a:pt x="60" y="128"/>
                  </a:lnTo>
                  <a:lnTo>
                    <a:pt x="64" y="133"/>
                  </a:lnTo>
                  <a:lnTo>
                    <a:pt x="66" y="139"/>
                  </a:lnTo>
                  <a:lnTo>
                    <a:pt x="66" y="139"/>
                  </a:lnTo>
                  <a:lnTo>
                    <a:pt x="71" y="151"/>
                  </a:lnTo>
                  <a:lnTo>
                    <a:pt x="71" y="156"/>
                  </a:lnTo>
                  <a:lnTo>
                    <a:pt x="70" y="157"/>
                  </a:lnTo>
                  <a:lnTo>
                    <a:pt x="69" y="159"/>
                  </a:lnTo>
                  <a:lnTo>
                    <a:pt x="69" y="159"/>
                  </a:lnTo>
                  <a:lnTo>
                    <a:pt x="58" y="162"/>
                  </a:lnTo>
                  <a:lnTo>
                    <a:pt x="49" y="165"/>
                  </a:lnTo>
                  <a:lnTo>
                    <a:pt x="49" y="165"/>
                  </a:lnTo>
                  <a:lnTo>
                    <a:pt x="48" y="167"/>
                  </a:lnTo>
                  <a:lnTo>
                    <a:pt x="46" y="170"/>
                  </a:lnTo>
                  <a:lnTo>
                    <a:pt x="46" y="171"/>
                  </a:lnTo>
                  <a:lnTo>
                    <a:pt x="44" y="173"/>
                  </a:lnTo>
                  <a:lnTo>
                    <a:pt x="44" y="173"/>
                  </a:lnTo>
                  <a:lnTo>
                    <a:pt x="28" y="183"/>
                  </a:lnTo>
                  <a:lnTo>
                    <a:pt x="28" y="183"/>
                  </a:lnTo>
                  <a:lnTo>
                    <a:pt x="34" y="189"/>
                  </a:lnTo>
                  <a:lnTo>
                    <a:pt x="34" y="189"/>
                  </a:lnTo>
                  <a:lnTo>
                    <a:pt x="35" y="191"/>
                  </a:lnTo>
                  <a:lnTo>
                    <a:pt x="35" y="193"/>
                  </a:lnTo>
                  <a:lnTo>
                    <a:pt x="33" y="199"/>
                  </a:lnTo>
                  <a:lnTo>
                    <a:pt x="32" y="206"/>
                  </a:lnTo>
                  <a:lnTo>
                    <a:pt x="30" y="210"/>
                  </a:lnTo>
                  <a:lnTo>
                    <a:pt x="30" y="210"/>
                  </a:lnTo>
                  <a:lnTo>
                    <a:pt x="32" y="210"/>
                  </a:lnTo>
                  <a:lnTo>
                    <a:pt x="33" y="210"/>
                  </a:lnTo>
                  <a:lnTo>
                    <a:pt x="37" y="207"/>
                  </a:lnTo>
                  <a:lnTo>
                    <a:pt x="42" y="201"/>
                  </a:lnTo>
                  <a:lnTo>
                    <a:pt x="42" y="201"/>
                  </a:lnTo>
                  <a:lnTo>
                    <a:pt x="44" y="198"/>
                  </a:lnTo>
                  <a:lnTo>
                    <a:pt x="48" y="198"/>
                  </a:lnTo>
                  <a:lnTo>
                    <a:pt x="50" y="197"/>
                  </a:lnTo>
                  <a:lnTo>
                    <a:pt x="53" y="196"/>
                  </a:lnTo>
                  <a:lnTo>
                    <a:pt x="53" y="196"/>
                  </a:lnTo>
                  <a:lnTo>
                    <a:pt x="55" y="191"/>
                  </a:lnTo>
                  <a:lnTo>
                    <a:pt x="58" y="183"/>
                  </a:lnTo>
                  <a:lnTo>
                    <a:pt x="58" y="183"/>
                  </a:lnTo>
                  <a:lnTo>
                    <a:pt x="60" y="182"/>
                  </a:lnTo>
                  <a:lnTo>
                    <a:pt x="62" y="182"/>
                  </a:lnTo>
                  <a:lnTo>
                    <a:pt x="69" y="183"/>
                  </a:lnTo>
                  <a:lnTo>
                    <a:pt x="69" y="183"/>
                  </a:lnTo>
                  <a:lnTo>
                    <a:pt x="72" y="181"/>
                  </a:lnTo>
                  <a:lnTo>
                    <a:pt x="78" y="177"/>
                  </a:lnTo>
                  <a:lnTo>
                    <a:pt x="88" y="167"/>
                  </a:lnTo>
                  <a:lnTo>
                    <a:pt x="88" y="167"/>
                  </a:lnTo>
                  <a:lnTo>
                    <a:pt x="90" y="166"/>
                  </a:lnTo>
                  <a:lnTo>
                    <a:pt x="91" y="162"/>
                  </a:lnTo>
                  <a:lnTo>
                    <a:pt x="93" y="154"/>
                  </a:lnTo>
                  <a:lnTo>
                    <a:pt x="93" y="145"/>
                  </a:lnTo>
                  <a:lnTo>
                    <a:pt x="93" y="139"/>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0" name="Freeform 289"/>
            <p:cNvSpPr>
              <a:spLocks/>
            </p:cNvSpPr>
            <p:nvPr/>
          </p:nvSpPr>
          <p:spPr bwMode="gray">
            <a:xfrm>
              <a:off x="5549226" y="5117789"/>
              <a:ext cx="255348" cy="314165"/>
            </a:xfrm>
            <a:custGeom>
              <a:avLst/>
              <a:gdLst>
                <a:gd name="T0" fmla="*/ 76 w 103"/>
                <a:gd name="T1" fmla="*/ 124 h 125"/>
                <a:gd name="T2" fmla="*/ 74 w 103"/>
                <a:gd name="T3" fmla="*/ 122 h 125"/>
                <a:gd name="T4" fmla="*/ 77 w 103"/>
                <a:gd name="T5" fmla="*/ 108 h 125"/>
                <a:gd name="T6" fmla="*/ 70 w 103"/>
                <a:gd name="T7" fmla="*/ 97 h 125"/>
                <a:gd name="T8" fmla="*/ 64 w 103"/>
                <a:gd name="T9" fmla="*/ 87 h 125"/>
                <a:gd name="T10" fmla="*/ 51 w 103"/>
                <a:gd name="T11" fmla="*/ 63 h 125"/>
                <a:gd name="T12" fmla="*/ 50 w 103"/>
                <a:gd name="T13" fmla="*/ 62 h 125"/>
                <a:gd name="T14" fmla="*/ 50 w 103"/>
                <a:gd name="T15" fmla="*/ 62 h 125"/>
                <a:gd name="T16" fmla="*/ 48 w 103"/>
                <a:gd name="T17" fmla="*/ 63 h 125"/>
                <a:gd name="T18" fmla="*/ 47 w 103"/>
                <a:gd name="T19" fmla="*/ 65 h 125"/>
                <a:gd name="T20" fmla="*/ 47 w 103"/>
                <a:gd name="T21" fmla="*/ 65 h 125"/>
                <a:gd name="T22" fmla="*/ 47 w 103"/>
                <a:gd name="T23" fmla="*/ 65 h 125"/>
                <a:gd name="T24" fmla="*/ 44 w 103"/>
                <a:gd name="T25" fmla="*/ 67 h 125"/>
                <a:gd name="T26" fmla="*/ 43 w 103"/>
                <a:gd name="T27" fmla="*/ 66 h 125"/>
                <a:gd name="T28" fmla="*/ 43 w 103"/>
                <a:gd name="T29" fmla="*/ 66 h 125"/>
                <a:gd name="T30" fmla="*/ 42 w 103"/>
                <a:gd name="T31" fmla="*/ 66 h 125"/>
                <a:gd name="T32" fmla="*/ 42 w 103"/>
                <a:gd name="T33" fmla="*/ 66 h 125"/>
                <a:gd name="T34" fmla="*/ 42 w 103"/>
                <a:gd name="T35" fmla="*/ 66 h 125"/>
                <a:gd name="T36" fmla="*/ 42 w 103"/>
                <a:gd name="T37" fmla="*/ 66 h 125"/>
                <a:gd name="T38" fmla="*/ 40 w 103"/>
                <a:gd name="T39" fmla="*/ 65 h 125"/>
                <a:gd name="T40" fmla="*/ 34 w 103"/>
                <a:gd name="T41" fmla="*/ 61 h 125"/>
                <a:gd name="T42" fmla="*/ 34 w 103"/>
                <a:gd name="T43" fmla="*/ 61 h 125"/>
                <a:gd name="T44" fmla="*/ 21 w 103"/>
                <a:gd name="T45" fmla="*/ 69 h 125"/>
                <a:gd name="T46" fmla="*/ 19 w 103"/>
                <a:gd name="T47" fmla="*/ 71 h 125"/>
                <a:gd name="T48" fmla="*/ 19 w 103"/>
                <a:gd name="T49" fmla="*/ 71 h 125"/>
                <a:gd name="T50" fmla="*/ 15 w 103"/>
                <a:gd name="T51" fmla="*/ 73 h 125"/>
                <a:gd name="T52" fmla="*/ 13 w 103"/>
                <a:gd name="T53" fmla="*/ 72 h 125"/>
                <a:gd name="T54" fmla="*/ 13 w 103"/>
                <a:gd name="T55" fmla="*/ 72 h 125"/>
                <a:gd name="T56" fmla="*/ 13 w 103"/>
                <a:gd name="T57" fmla="*/ 67 h 125"/>
                <a:gd name="T58" fmla="*/ 17 w 103"/>
                <a:gd name="T59" fmla="*/ 53 h 125"/>
                <a:gd name="T60" fmla="*/ 17 w 103"/>
                <a:gd name="T61" fmla="*/ 51 h 125"/>
                <a:gd name="T62" fmla="*/ 8 w 103"/>
                <a:gd name="T63" fmla="*/ 39 h 125"/>
                <a:gd name="T64" fmla="*/ 5 w 103"/>
                <a:gd name="T65" fmla="*/ 34 h 125"/>
                <a:gd name="T66" fmla="*/ 10 w 103"/>
                <a:gd name="T67" fmla="*/ 21 h 125"/>
                <a:gd name="T68" fmla="*/ 16 w 103"/>
                <a:gd name="T69" fmla="*/ 12 h 125"/>
                <a:gd name="T70" fmla="*/ 18 w 103"/>
                <a:gd name="T71" fmla="*/ 15 h 125"/>
                <a:gd name="T72" fmla="*/ 27 w 103"/>
                <a:gd name="T73" fmla="*/ 24 h 125"/>
                <a:gd name="T74" fmla="*/ 28 w 103"/>
                <a:gd name="T75" fmla="*/ 23 h 125"/>
                <a:gd name="T76" fmla="*/ 28 w 103"/>
                <a:gd name="T77" fmla="*/ 3 h 125"/>
                <a:gd name="T78" fmla="*/ 29 w 103"/>
                <a:gd name="T79" fmla="*/ 0 h 125"/>
                <a:gd name="T80" fmla="*/ 34 w 103"/>
                <a:gd name="T81" fmla="*/ 4 h 125"/>
                <a:gd name="T82" fmla="*/ 37 w 103"/>
                <a:gd name="T83" fmla="*/ 5 h 125"/>
                <a:gd name="T84" fmla="*/ 43 w 103"/>
                <a:gd name="T85" fmla="*/ 17 h 125"/>
                <a:gd name="T86" fmla="*/ 53 w 103"/>
                <a:gd name="T87" fmla="*/ 23 h 125"/>
                <a:gd name="T88" fmla="*/ 69 w 103"/>
                <a:gd name="T89" fmla="*/ 45 h 125"/>
                <a:gd name="T90" fmla="*/ 86 w 103"/>
                <a:gd name="T91" fmla="*/ 78 h 125"/>
                <a:gd name="T92" fmla="*/ 103 w 103"/>
                <a:gd name="T93" fmla="*/ 98 h 125"/>
                <a:gd name="T94" fmla="*/ 103 w 103"/>
                <a:gd name="T95" fmla="*/ 101 h 125"/>
                <a:gd name="T96" fmla="*/ 97 w 103"/>
                <a:gd name="T97" fmla="*/ 120 h 125"/>
                <a:gd name="T98" fmla="*/ 92 w 103"/>
                <a:gd name="T99" fmla="*/ 117 h 125"/>
                <a:gd name="T100" fmla="*/ 92 w 103"/>
                <a:gd name="T101" fmla="*/ 117 h 125"/>
                <a:gd name="T102" fmla="*/ 90 w 103"/>
                <a:gd name="T103" fmla="*/ 116 h 125"/>
                <a:gd name="T104" fmla="*/ 87 w 103"/>
                <a:gd name="T105" fmla="*/ 122 h 125"/>
                <a:gd name="T106" fmla="*/ 86 w 103"/>
                <a:gd name="T107" fmla="*/ 124 h 125"/>
                <a:gd name="T108" fmla="*/ 86 w 103"/>
                <a:gd name="T109" fmla="*/ 124 h 125"/>
                <a:gd name="T110" fmla="*/ 85 w 103"/>
                <a:gd name="T111" fmla="*/ 125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3" h="125">
                  <a:moveTo>
                    <a:pt x="83" y="125"/>
                  </a:moveTo>
                  <a:lnTo>
                    <a:pt x="83" y="125"/>
                  </a:lnTo>
                  <a:lnTo>
                    <a:pt x="76" y="124"/>
                  </a:lnTo>
                  <a:lnTo>
                    <a:pt x="76" y="124"/>
                  </a:lnTo>
                  <a:lnTo>
                    <a:pt x="74" y="122"/>
                  </a:lnTo>
                  <a:lnTo>
                    <a:pt x="74" y="122"/>
                  </a:lnTo>
                  <a:lnTo>
                    <a:pt x="76" y="115"/>
                  </a:lnTo>
                  <a:lnTo>
                    <a:pt x="77" y="108"/>
                  </a:lnTo>
                  <a:lnTo>
                    <a:pt x="77" y="108"/>
                  </a:lnTo>
                  <a:lnTo>
                    <a:pt x="77" y="105"/>
                  </a:lnTo>
                  <a:lnTo>
                    <a:pt x="77" y="105"/>
                  </a:lnTo>
                  <a:lnTo>
                    <a:pt x="70" y="97"/>
                  </a:lnTo>
                  <a:lnTo>
                    <a:pt x="65" y="92"/>
                  </a:lnTo>
                  <a:lnTo>
                    <a:pt x="64" y="87"/>
                  </a:lnTo>
                  <a:lnTo>
                    <a:pt x="64" y="87"/>
                  </a:lnTo>
                  <a:lnTo>
                    <a:pt x="58" y="73"/>
                  </a:lnTo>
                  <a:lnTo>
                    <a:pt x="54" y="66"/>
                  </a:lnTo>
                  <a:lnTo>
                    <a:pt x="51" y="63"/>
                  </a:lnTo>
                  <a:lnTo>
                    <a:pt x="50" y="62"/>
                  </a:lnTo>
                  <a:lnTo>
                    <a:pt x="50" y="62"/>
                  </a:lnTo>
                  <a:lnTo>
                    <a:pt x="50" y="62"/>
                  </a:lnTo>
                  <a:lnTo>
                    <a:pt x="50" y="62"/>
                  </a:lnTo>
                  <a:lnTo>
                    <a:pt x="50" y="62"/>
                  </a:lnTo>
                  <a:lnTo>
                    <a:pt x="50" y="62"/>
                  </a:lnTo>
                  <a:lnTo>
                    <a:pt x="50" y="62"/>
                  </a:lnTo>
                  <a:lnTo>
                    <a:pt x="50" y="62"/>
                  </a:lnTo>
                  <a:lnTo>
                    <a:pt x="48" y="63"/>
                  </a:lnTo>
                  <a:lnTo>
                    <a:pt x="47" y="65"/>
                  </a:lnTo>
                  <a:lnTo>
                    <a:pt x="47" y="65"/>
                  </a:lnTo>
                  <a:lnTo>
                    <a:pt x="47" y="65"/>
                  </a:lnTo>
                  <a:lnTo>
                    <a:pt x="47" y="65"/>
                  </a:lnTo>
                  <a:lnTo>
                    <a:pt x="47" y="65"/>
                  </a:lnTo>
                  <a:lnTo>
                    <a:pt x="47" y="65"/>
                  </a:lnTo>
                  <a:lnTo>
                    <a:pt x="47" y="65"/>
                  </a:lnTo>
                  <a:lnTo>
                    <a:pt x="47" y="65"/>
                  </a:lnTo>
                  <a:lnTo>
                    <a:pt x="47" y="65"/>
                  </a:lnTo>
                  <a:lnTo>
                    <a:pt x="47" y="65"/>
                  </a:lnTo>
                  <a:lnTo>
                    <a:pt x="45" y="66"/>
                  </a:lnTo>
                  <a:lnTo>
                    <a:pt x="44" y="67"/>
                  </a:lnTo>
                  <a:lnTo>
                    <a:pt x="44" y="67"/>
                  </a:lnTo>
                  <a:lnTo>
                    <a:pt x="44" y="67"/>
                  </a:lnTo>
                  <a:lnTo>
                    <a:pt x="43" y="66"/>
                  </a:lnTo>
                  <a:lnTo>
                    <a:pt x="43" y="66"/>
                  </a:lnTo>
                  <a:lnTo>
                    <a:pt x="43" y="66"/>
                  </a:lnTo>
                  <a:lnTo>
                    <a:pt x="43" y="66"/>
                  </a:lnTo>
                  <a:lnTo>
                    <a:pt x="42" y="66"/>
                  </a:lnTo>
                  <a:lnTo>
                    <a:pt x="42" y="66"/>
                  </a:lnTo>
                  <a:lnTo>
                    <a:pt x="42" y="66"/>
                  </a:lnTo>
                  <a:lnTo>
                    <a:pt x="42" y="66"/>
                  </a:lnTo>
                  <a:lnTo>
                    <a:pt x="42" y="66"/>
                  </a:lnTo>
                  <a:lnTo>
                    <a:pt x="42" y="66"/>
                  </a:lnTo>
                  <a:lnTo>
                    <a:pt x="42" y="66"/>
                  </a:lnTo>
                  <a:lnTo>
                    <a:pt x="42" y="66"/>
                  </a:lnTo>
                  <a:lnTo>
                    <a:pt x="42" y="66"/>
                  </a:lnTo>
                  <a:lnTo>
                    <a:pt x="42" y="66"/>
                  </a:lnTo>
                  <a:lnTo>
                    <a:pt x="42" y="66"/>
                  </a:lnTo>
                  <a:lnTo>
                    <a:pt x="42" y="66"/>
                  </a:lnTo>
                  <a:lnTo>
                    <a:pt x="42" y="66"/>
                  </a:lnTo>
                  <a:lnTo>
                    <a:pt x="40" y="65"/>
                  </a:lnTo>
                  <a:lnTo>
                    <a:pt x="40" y="65"/>
                  </a:lnTo>
                  <a:lnTo>
                    <a:pt x="38" y="62"/>
                  </a:lnTo>
                  <a:lnTo>
                    <a:pt x="34" y="61"/>
                  </a:lnTo>
                  <a:lnTo>
                    <a:pt x="34" y="61"/>
                  </a:lnTo>
                  <a:lnTo>
                    <a:pt x="34" y="61"/>
                  </a:lnTo>
                  <a:lnTo>
                    <a:pt x="34" y="61"/>
                  </a:lnTo>
                  <a:lnTo>
                    <a:pt x="34" y="61"/>
                  </a:lnTo>
                  <a:lnTo>
                    <a:pt x="32" y="62"/>
                  </a:lnTo>
                  <a:lnTo>
                    <a:pt x="28" y="65"/>
                  </a:lnTo>
                  <a:lnTo>
                    <a:pt x="21" y="69"/>
                  </a:lnTo>
                  <a:lnTo>
                    <a:pt x="21" y="69"/>
                  </a:lnTo>
                  <a:lnTo>
                    <a:pt x="19" y="71"/>
                  </a:lnTo>
                  <a:lnTo>
                    <a:pt x="19" y="71"/>
                  </a:lnTo>
                  <a:lnTo>
                    <a:pt x="19" y="71"/>
                  </a:lnTo>
                  <a:lnTo>
                    <a:pt x="19" y="71"/>
                  </a:lnTo>
                  <a:lnTo>
                    <a:pt x="19" y="71"/>
                  </a:lnTo>
                  <a:lnTo>
                    <a:pt x="19" y="71"/>
                  </a:lnTo>
                  <a:lnTo>
                    <a:pt x="17" y="73"/>
                  </a:lnTo>
                  <a:lnTo>
                    <a:pt x="15" y="73"/>
                  </a:lnTo>
                  <a:lnTo>
                    <a:pt x="15" y="73"/>
                  </a:lnTo>
                  <a:lnTo>
                    <a:pt x="15" y="73"/>
                  </a:lnTo>
                  <a:lnTo>
                    <a:pt x="13" y="72"/>
                  </a:lnTo>
                  <a:lnTo>
                    <a:pt x="13" y="72"/>
                  </a:lnTo>
                  <a:lnTo>
                    <a:pt x="13" y="72"/>
                  </a:lnTo>
                  <a:lnTo>
                    <a:pt x="13" y="72"/>
                  </a:lnTo>
                  <a:lnTo>
                    <a:pt x="12" y="71"/>
                  </a:lnTo>
                  <a:lnTo>
                    <a:pt x="12" y="71"/>
                  </a:lnTo>
                  <a:lnTo>
                    <a:pt x="13" y="67"/>
                  </a:lnTo>
                  <a:lnTo>
                    <a:pt x="15" y="63"/>
                  </a:lnTo>
                  <a:lnTo>
                    <a:pt x="17" y="58"/>
                  </a:lnTo>
                  <a:lnTo>
                    <a:pt x="17" y="53"/>
                  </a:lnTo>
                  <a:lnTo>
                    <a:pt x="17" y="53"/>
                  </a:lnTo>
                  <a:lnTo>
                    <a:pt x="17" y="51"/>
                  </a:lnTo>
                  <a:lnTo>
                    <a:pt x="17" y="51"/>
                  </a:lnTo>
                  <a:lnTo>
                    <a:pt x="13" y="46"/>
                  </a:lnTo>
                  <a:lnTo>
                    <a:pt x="11" y="42"/>
                  </a:lnTo>
                  <a:lnTo>
                    <a:pt x="8" y="39"/>
                  </a:lnTo>
                  <a:lnTo>
                    <a:pt x="7" y="36"/>
                  </a:lnTo>
                  <a:lnTo>
                    <a:pt x="7" y="36"/>
                  </a:lnTo>
                  <a:lnTo>
                    <a:pt x="5" y="34"/>
                  </a:lnTo>
                  <a:lnTo>
                    <a:pt x="0" y="31"/>
                  </a:lnTo>
                  <a:lnTo>
                    <a:pt x="0" y="31"/>
                  </a:lnTo>
                  <a:lnTo>
                    <a:pt x="10" y="21"/>
                  </a:lnTo>
                  <a:lnTo>
                    <a:pt x="10" y="21"/>
                  </a:lnTo>
                  <a:lnTo>
                    <a:pt x="16" y="12"/>
                  </a:lnTo>
                  <a:lnTo>
                    <a:pt x="16" y="12"/>
                  </a:lnTo>
                  <a:lnTo>
                    <a:pt x="17" y="13"/>
                  </a:lnTo>
                  <a:lnTo>
                    <a:pt x="17" y="13"/>
                  </a:lnTo>
                  <a:lnTo>
                    <a:pt x="18" y="15"/>
                  </a:lnTo>
                  <a:lnTo>
                    <a:pt x="21" y="20"/>
                  </a:lnTo>
                  <a:lnTo>
                    <a:pt x="24" y="23"/>
                  </a:lnTo>
                  <a:lnTo>
                    <a:pt x="27" y="24"/>
                  </a:lnTo>
                  <a:lnTo>
                    <a:pt x="27" y="24"/>
                  </a:lnTo>
                  <a:lnTo>
                    <a:pt x="28" y="24"/>
                  </a:lnTo>
                  <a:lnTo>
                    <a:pt x="28" y="23"/>
                  </a:lnTo>
                  <a:lnTo>
                    <a:pt x="28" y="23"/>
                  </a:lnTo>
                  <a:lnTo>
                    <a:pt x="28" y="10"/>
                  </a:lnTo>
                  <a:lnTo>
                    <a:pt x="28" y="3"/>
                  </a:lnTo>
                  <a:lnTo>
                    <a:pt x="28" y="0"/>
                  </a:lnTo>
                  <a:lnTo>
                    <a:pt x="29" y="0"/>
                  </a:lnTo>
                  <a:lnTo>
                    <a:pt x="29" y="0"/>
                  </a:lnTo>
                  <a:lnTo>
                    <a:pt x="31" y="0"/>
                  </a:lnTo>
                  <a:lnTo>
                    <a:pt x="31" y="0"/>
                  </a:lnTo>
                  <a:lnTo>
                    <a:pt x="34" y="4"/>
                  </a:lnTo>
                  <a:lnTo>
                    <a:pt x="35" y="5"/>
                  </a:lnTo>
                  <a:lnTo>
                    <a:pt x="35" y="5"/>
                  </a:lnTo>
                  <a:lnTo>
                    <a:pt x="37" y="5"/>
                  </a:lnTo>
                  <a:lnTo>
                    <a:pt x="37" y="5"/>
                  </a:lnTo>
                  <a:lnTo>
                    <a:pt x="39" y="13"/>
                  </a:lnTo>
                  <a:lnTo>
                    <a:pt x="43" y="17"/>
                  </a:lnTo>
                  <a:lnTo>
                    <a:pt x="43" y="17"/>
                  </a:lnTo>
                  <a:lnTo>
                    <a:pt x="47" y="20"/>
                  </a:lnTo>
                  <a:lnTo>
                    <a:pt x="53" y="23"/>
                  </a:lnTo>
                  <a:lnTo>
                    <a:pt x="59" y="24"/>
                  </a:lnTo>
                  <a:lnTo>
                    <a:pt x="59" y="24"/>
                  </a:lnTo>
                  <a:lnTo>
                    <a:pt x="69" y="45"/>
                  </a:lnTo>
                  <a:lnTo>
                    <a:pt x="82" y="72"/>
                  </a:lnTo>
                  <a:lnTo>
                    <a:pt x="82" y="72"/>
                  </a:lnTo>
                  <a:lnTo>
                    <a:pt x="86" y="78"/>
                  </a:lnTo>
                  <a:lnTo>
                    <a:pt x="92" y="84"/>
                  </a:lnTo>
                  <a:lnTo>
                    <a:pt x="98" y="92"/>
                  </a:lnTo>
                  <a:lnTo>
                    <a:pt x="103" y="98"/>
                  </a:lnTo>
                  <a:lnTo>
                    <a:pt x="103" y="98"/>
                  </a:lnTo>
                  <a:lnTo>
                    <a:pt x="103" y="101"/>
                  </a:lnTo>
                  <a:lnTo>
                    <a:pt x="103" y="101"/>
                  </a:lnTo>
                  <a:lnTo>
                    <a:pt x="103" y="106"/>
                  </a:lnTo>
                  <a:lnTo>
                    <a:pt x="102" y="111"/>
                  </a:lnTo>
                  <a:lnTo>
                    <a:pt x="97" y="120"/>
                  </a:lnTo>
                  <a:lnTo>
                    <a:pt x="97" y="120"/>
                  </a:lnTo>
                  <a:lnTo>
                    <a:pt x="95" y="119"/>
                  </a:lnTo>
                  <a:lnTo>
                    <a:pt x="92" y="117"/>
                  </a:lnTo>
                  <a:lnTo>
                    <a:pt x="92" y="117"/>
                  </a:lnTo>
                  <a:lnTo>
                    <a:pt x="92" y="117"/>
                  </a:lnTo>
                  <a:lnTo>
                    <a:pt x="92" y="117"/>
                  </a:lnTo>
                  <a:lnTo>
                    <a:pt x="90" y="116"/>
                  </a:lnTo>
                  <a:lnTo>
                    <a:pt x="90" y="116"/>
                  </a:lnTo>
                  <a:lnTo>
                    <a:pt x="90" y="116"/>
                  </a:lnTo>
                  <a:lnTo>
                    <a:pt x="88" y="117"/>
                  </a:lnTo>
                  <a:lnTo>
                    <a:pt x="87" y="120"/>
                  </a:lnTo>
                  <a:lnTo>
                    <a:pt x="87" y="122"/>
                  </a:lnTo>
                  <a:lnTo>
                    <a:pt x="86" y="124"/>
                  </a:lnTo>
                  <a:lnTo>
                    <a:pt x="86" y="124"/>
                  </a:lnTo>
                  <a:lnTo>
                    <a:pt x="86" y="124"/>
                  </a:lnTo>
                  <a:lnTo>
                    <a:pt x="86" y="124"/>
                  </a:lnTo>
                  <a:lnTo>
                    <a:pt x="86" y="124"/>
                  </a:lnTo>
                  <a:lnTo>
                    <a:pt x="86" y="124"/>
                  </a:lnTo>
                  <a:lnTo>
                    <a:pt x="86" y="125"/>
                  </a:lnTo>
                  <a:lnTo>
                    <a:pt x="85" y="125"/>
                  </a:lnTo>
                  <a:lnTo>
                    <a:pt x="85" y="125"/>
                  </a:lnTo>
                  <a:lnTo>
                    <a:pt x="83" y="12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1" name="Freeform 291"/>
            <p:cNvSpPr>
              <a:spLocks/>
            </p:cNvSpPr>
            <p:nvPr/>
          </p:nvSpPr>
          <p:spPr bwMode="gray">
            <a:xfrm>
              <a:off x="5291399" y="4873997"/>
              <a:ext cx="297492" cy="693673"/>
            </a:xfrm>
            <a:custGeom>
              <a:avLst/>
              <a:gdLst>
                <a:gd name="T0" fmla="*/ 82 w 120"/>
                <a:gd name="T1" fmla="*/ 275 h 276"/>
                <a:gd name="T2" fmla="*/ 88 w 120"/>
                <a:gd name="T3" fmla="*/ 258 h 276"/>
                <a:gd name="T4" fmla="*/ 88 w 120"/>
                <a:gd name="T5" fmla="*/ 256 h 276"/>
                <a:gd name="T6" fmla="*/ 89 w 120"/>
                <a:gd name="T7" fmla="*/ 249 h 276"/>
                <a:gd name="T8" fmla="*/ 89 w 120"/>
                <a:gd name="T9" fmla="*/ 237 h 276"/>
                <a:gd name="T10" fmla="*/ 87 w 120"/>
                <a:gd name="T11" fmla="*/ 229 h 276"/>
                <a:gd name="T12" fmla="*/ 77 w 120"/>
                <a:gd name="T13" fmla="*/ 197 h 276"/>
                <a:gd name="T14" fmla="*/ 73 w 120"/>
                <a:gd name="T15" fmla="*/ 185 h 276"/>
                <a:gd name="T16" fmla="*/ 71 w 120"/>
                <a:gd name="T17" fmla="*/ 182 h 276"/>
                <a:gd name="T18" fmla="*/ 67 w 120"/>
                <a:gd name="T19" fmla="*/ 180 h 276"/>
                <a:gd name="T20" fmla="*/ 64 w 120"/>
                <a:gd name="T21" fmla="*/ 178 h 276"/>
                <a:gd name="T22" fmla="*/ 63 w 120"/>
                <a:gd name="T23" fmla="*/ 179 h 276"/>
                <a:gd name="T24" fmla="*/ 56 w 120"/>
                <a:gd name="T25" fmla="*/ 185 h 276"/>
                <a:gd name="T26" fmla="*/ 43 w 120"/>
                <a:gd name="T27" fmla="*/ 192 h 276"/>
                <a:gd name="T28" fmla="*/ 36 w 120"/>
                <a:gd name="T29" fmla="*/ 194 h 276"/>
                <a:gd name="T30" fmla="*/ 29 w 120"/>
                <a:gd name="T31" fmla="*/ 189 h 276"/>
                <a:gd name="T32" fmla="*/ 32 w 120"/>
                <a:gd name="T33" fmla="*/ 180 h 276"/>
                <a:gd name="T34" fmla="*/ 35 w 120"/>
                <a:gd name="T35" fmla="*/ 170 h 276"/>
                <a:gd name="T36" fmla="*/ 30 w 120"/>
                <a:gd name="T37" fmla="*/ 153 h 276"/>
                <a:gd name="T38" fmla="*/ 8 w 120"/>
                <a:gd name="T39" fmla="*/ 131 h 276"/>
                <a:gd name="T40" fmla="*/ 0 w 120"/>
                <a:gd name="T41" fmla="*/ 118 h 276"/>
                <a:gd name="T42" fmla="*/ 7 w 120"/>
                <a:gd name="T43" fmla="*/ 109 h 276"/>
                <a:gd name="T44" fmla="*/ 7 w 120"/>
                <a:gd name="T45" fmla="*/ 95 h 276"/>
                <a:gd name="T46" fmla="*/ 9 w 120"/>
                <a:gd name="T47" fmla="*/ 86 h 276"/>
                <a:gd name="T48" fmla="*/ 16 w 120"/>
                <a:gd name="T49" fmla="*/ 73 h 276"/>
                <a:gd name="T50" fmla="*/ 27 w 120"/>
                <a:gd name="T51" fmla="*/ 61 h 276"/>
                <a:gd name="T52" fmla="*/ 46 w 120"/>
                <a:gd name="T53" fmla="*/ 24 h 276"/>
                <a:gd name="T54" fmla="*/ 55 w 120"/>
                <a:gd name="T55" fmla="*/ 22 h 276"/>
                <a:gd name="T56" fmla="*/ 58 w 120"/>
                <a:gd name="T57" fmla="*/ 22 h 276"/>
                <a:gd name="T58" fmla="*/ 63 w 120"/>
                <a:gd name="T59" fmla="*/ 20 h 276"/>
                <a:gd name="T60" fmla="*/ 67 w 120"/>
                <a:gd name="T61" fmla="*/ 6 h 276"/>
                <a:gd name="T62" fmla="*/ 78 w 120"/>
                <a:gd name="T63" fmla="*/ 0 h 276"/>
                <a:gd name="T64" fmla="*/ 82 w 120"/>
                <a:gd name="T65" fmla="*/ 0 h 276"/>
                <a:gd name="T66" fmla="*/ 87 w 120"/>
                <a:gd name="T67" fmla="*/ 26 h 276"/>
                <a:gd name="T68" fmla="*/ 89 w 120"/>
                <a:gd name="T69" fmla="*/ 40 h 276"/>
                <a:gd name="T70" fmla="*/ 78 w 120"/>
                <a:gd name="T71" fmla="*/ 54 h 276"/>
                <a:gd name="T72" fmla="*/ 77 w 120"/>
                <a:gd name="T73" fmla="*/ 67 h 276"/>
                <a:gd name="T74" fmla="*/ 88 w 120"/>
                <a:gd name="T75" fmla="*/ 75 h 276"/>
                <a:gd name="T76" fmla="*/ 96 w 120"/>
                <a:gd name="T77" fmla="*/ 89 h 276"/>
                <a:gd name="T78" fmla="*/ 95 w 120"/>
                <a:gd name="T79" fmla="*/ 101 h 276"/>
                <a:gd name="T80" fmla="*/ 95 w 120"/>
                <a:gd name="T81" fmla="*/ 107 h 276"/>
                <a:gd name="T82" fmla="*/ 111 w 120"/>
                <a:gd name="T83" fmla="*/ 111 h 276"/>
                <a:gd name="T84" fmla="*/ 119 w 120"/>
                <a:gd name="T85" fmla="*/ 107 h 276"/>
                <a:gd name="T86" fmla="*/ 114 w 120"/>
                <a:gd name="T87" fmla="*/ 118 h 276"/>
                <a:gd name="T88" fmla="*/ 100 w 120"/>
                <a:gd name="T89" fmla="*/ 127 h 276"/>
                <a:gd name="T90" fmla="*/ 95 w 120"/>
                <a:gd name="T91" fmla="*/ 130 h 276"/>
                <a:gd name="T92" fmla="*/ 84 w 120"/>
                <a:gd name="T93" fmla="*/ 142 h 276"/>
                <a:gd name="T94" fmla="*/ 77 w 120"/>
                <a:gd name="T95" fmla="*/ 149 h 276"/>
                <a:gd name="T96" fmla="*/ 75 w 120"/>
                <a:gd name="T97" fmla="*/ 157 h 276"/>
                <a:gd name="T98" fmla="*/ 84 w 120"/>
                <a:gd name="T99" fmla="*/ 179 h 276"/>
                <a:gd name="T100" fmla="*/ 89 w 120"/>
                <a:gd name="T101" fmla="*/ 194 h 276"/>
                <a:gd name="T102" fmla="*/ 88 w 120"/>
                <a:gd name="T103" fmla="*/ 202 h 276"/>
                <a:gd name="T104" fmla="*/ 93 w 120"/>
                <a:gd name="T105" fmla="*/ 218 h 276"/>
                <a:gd name="T106" fmla="*/ 98 w 120"/>
                <a:gd name="T107" fmla="*/ 240 h 276"/>
                <a:gd name="T108" fmla="*/ 93 w 120"/>
                <a:gd name="T109" fmla="*/ 260 h 276"/>
                <a:gd name="T110" fmla="*/ 82 w 120"/>
                <a:gd name="T111" fmla="*/ 276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20" h="276">
                  <a:moveTo>
                    <a:pt x="82" y="276"/>
                  </a:moveTo>
                  <a:lnTo>
                    <a:pt x="82" y="276"/>
                  </a:lnTo>
                  <a:lnTo>
                    <a:pt x="82" y="275"/>
                  </a:lnTo>
                  <a:lnTo>
                    <a:pt x="82" y="275"/>
                  </a:lnTo>
                  <a:lnTo>
                    <a:pt x="84" y="270"/>
                  </a:lnTo>
                  <a:lnTo>
                    <a:pt x="84" y="270"/>
                  </a:lnTo>
                  <a:lnTo>
                    <a:pt x="87" y="264"/>
                  </a:lnTo>
                  <a:lnTo>
                    <a:pt x="88" y="258"/>
                  </a:lnTo>
                  <a:lnTo>
                    <a:pt x="88" y="256"/>
                  </a:lnTo>
                  <a:lnTo>
                    <a:pt x="88" y="256"/>
                  </a:lnTo>
                  <a:lnTo>
                    <a:pt x="88" y="256"/>
                  </a:lnTo>
                  <a:lnTo>
                    <a:pt x="88" y="256"/>
                  </a:lnTo>
                  <a:lnTo>
                    <a:pt x="88" y="256"/>
                  </a:lnTo>
                  <a:lnTo>
                    <a:pt x="88" y="254"/>
                  </a:lnTo>
                  <a:lnTo>
                    <a:pt x="88" y="254"/>
                  </a:lnTo>
                  <a:lnTo>
                    <a:pt x="89" y="249"/>
                  </a:lnTo>
                  <a:lnTo>
                    <a:pt x="90" y="242"/>
                  </a:lnTo>
                  <a:lnTo>
                    <a:pt x="90" y="242"/>
                  </a:lnTo>
                  <a:lnTo>
                    <a:pt x="90" y="239"/>
                  </a:lnTo>
                  <a:lnTo>
                    <a:pt x="89" y="237"/>
                  </a:lnTo>
                  <a:lnTo>
                    <a:pt x="89" y="237"/>
                  </a:lnTo>
                  <a:lnTo>
                    <a:pt x="88" y="233"/>
                  </a:lnTo>
                  <a:lnTo>
                    <a:pt x="87" y="229"/>
                  </a:lnTo>
                  <a:lnTo>
                    <a:pt x="87" y="229"/>
                  </a:lnTo>
                  <a:lnTo>
                    <a:pt x="83" y="217"/>
                  </a:lnTo>
                  <a:lnTo>
                    <a:pt x="83" y="217"/>
                  </a:lnTo>
                  <a:lnTo>
                    <a:pt x="77" y="197"/>
                  </a:lnTo>
                  <a:lnTo>
                    <a:pt x="77" y="197"/>
                  </a:lnTo>
                  <a:lnTo>
                    <a:pt x="74" y="187"/>
                  </a:lnTo>
                  <a:lnTo>
                    <a:pt x="74" y="187"/>
                  </a:lnTo>
                  <a:lnTo>
                    <a:pt x="73" y="185"/>
                  </a:lnTo>
                  <a:lnTo>
                    <a:pt x="73" y="185"/>
                  </a:lnTo>
                  <a:lnTo>
                    <a:pt x="72" y="184"/>
                  </a:lnTo>
                  <a:lnTo>
                    <a:pt x="72" y="184"/>
                  </a:lnTo>
                  <a:lnTo>
                    <a:pt x="71" y="182"/>
                  </a:lnTo>
                  <a:lnTo>
                    <a:pt x="71" y="182"/>
                  </a:lnTo>
                  <a:lnTo>
                    <a:pt x="68" y="180"/>
                  </a:lnTo>
                  <a:lnTo>
                    <a:pt x="68" y="180"/>
                  </a:lnTo>
                  <a:lnTo>
                    <a:pt x="68" y="180"/>
                  </a:lnTo>
                  <a:lnTo>
                    <a:pt x="67" y="180"/>
                  </a:lnTo>
                  <a:lnTo>
                    <a:pt x="67" y="180"/>
                  </a:lnTo>
                  <a:lnTo>
                    <a:pt x="67" y="179"/>
                  </a:lnTo>
                  <a:lnTo>
                    <a:pt x="67" y="179"/>
                  </a:lnTo>
                  <a:lnTo>
                    <a:pt x="64" y="178"/>
                  </a:lnTo>
                  <a:lnTo>
                    <a:pt x="64" y="178"/>
                  </a:lnTo>
                  <a:lnTo>
                    <a:pt x="64" y="178"/>
                  </a:lnTo>
                  <a:lnTo>
                    <a:pt x="63" y="179"/>
                  </a:lnTo>
                  <a:lnTo>
                    <a:pt x="63" y="179"/>
                  </a:lnTo>
                  <a:lnTo>
                    <a:pt x="59" y="180"/>
                  </a:lnTo>
                  <a:lnTo>
                    <a:pt x="59" y="180"/>
                  </a:lnTo>
                  <a:lnTo>
                    <a:pt x="56" y="185"/>
                  </a:lnTo>
                  <a:lnTo>
                    <a:pt x="56" y="185"/>
                  </a:lnTo>
                  <a:lnTo>
                    <a:pt x="51" y="189"/>
                  </a:lnTo>
                  <a:lnTo>
                    <a:pt x="51" y="189"/>
                  </a:lnTo>
                  <a:lnTo>
                    <a:pt x="43" y="192"/>
                  </a:lnTo>
                  <a:lnTo>
                    <a:pt x="43" y="192"/>
                  </a:lnTo>
                  <a:lnTo>
                    <a:pt x="39" y="195"/>
                  </a:lnTo>
                  <a:lnTo>
                    <a:pt x="39" y="195"/>
                  </a:lnTo>
                  <a:lnTo>
                    <a:pt x="39" y="195"/>
                  </a:lnTo>
                  <a:lnTo>
                    <a:pt x="36" y="194"/>
                  </a:lnTo>
                  <a:lnTo>
                    <a:pt x="36" y="194"/>
                  </a:lnTo>
                  <a:lnTo>
                    <a:pt x="31" y="191"/>
                  </a:lnTo>
                  <a:lnTo>
                    <a:pt x="31" y="191"/>
                  </a:lnTo>
                  <a:lnTo>
                    <a:pt x="29" y="189"/>
                  </a:lnTo>
                  <a:lnTo>
                    <a:pt x="29" y="189"/>
                  </a:lnTo>
                  <a:lnTo>
                    <a:pt x="29" y="189"/>
                  </a:lnTo>
                  <a:lnTo>
                    <a:pt x="29" y="189"/>
                  </a:lnTo>
                  <a:lnTo>
                    <a:pt x="32" y="180"/>
                  </a:lnTo>
                  <a:lnTo>
                    <a:pt x="32" y="180"/>
                  </a:lnTo>
                  <a:lnTo>
                    <a:pt x="34" y="175"/>
                  </a:lnTo>
                  <a:lnTo>
                    <a:pt x="35" y="170"/>
                  </a:lnTo>
                  <a:lnTo>
                    <a:pt x="35" y="170"/>
                  </a:lnTo>
                  <a:lnTo>
                    <a:pt x="35" y="168"/>
                  </a:lnTo>
                  <a:lnTo>
                    <a:pt x="35" y="168"/>
                  </a:lnTo>
                  <a:lnTo>
                    <a:pt x="32" y="159"/>
                  </a:lnTo>
                  <a:lnTo>
                    <a:pt x="30" y="153"/>
                  </a:lnTo>
                  <a:lnTo>
                    <a:pt x="25" y="148"/>
                  </a:lnTo>
                  <a:lnTo>
                    <a:pt x="25" y="148"/>
                  </a:lnTo>
                  <a:lnTo>
                    <a:pt x="16" y="138"/>
                  </a:lnTo>
                  <a:lnTo>
                    <a:pt x="8" y="131"/>
                  </a:lnTo>
                  <a:lnTo>
                    <a:pt x="8" y="131"/>
                  </a:lnTo>
                  <a:lnTo>
                    <a:pt x="4" y="125"/>
                  </a:lnTo>
                  <a:lnTo>
                    <a:pt x="0" y="118"/>
                  </a:lnTo>
                  <a:lnTo>
                    <a:pt x="0" y="118"/>
                  </a:lnTo>
                  <a:lnTo>
                    <a:pt x="4" y="115"/>
                  </a:lnTo>
                  <a:lnTo>
                    <a:pt x="7" y="111"/>
                  </a:lnTo>
                  <a:lnTo>
                    <a:pt x="7" y="111"/>
                  </a:lnTo>
                  <a:lnTo>
                    <a:pt x="7" y="109"/>
                  </a:lnTo>
                  <a:lnTo>
                    <a:pt x="7" y="109"/>
                  </a:lnTo>
                  <a:lnTo>
                    <a:pt x="5" y="100"/>
                  </a:lnTo>
                  <a:lnTo>
                    <a:pt x="5" y="100"/>
                  </a:lnTo>
                  <a:lnTo>
                    <a:pt x="7" y="95"/>
                  </a:lnTo>
                  <a:lnTo>
                    <a:pt x="7" y="95"/>
                  </a:lnTo>
                  <a:lnTo>
                    <a:pt x="8" y="91"/>
                  </a:lnTo>
                  <a:lnTo>
                    <a:pt x="9" y="86"/>
                  </a:lnTo>
                  <a:lnTo>
                    <a:pt x="9" y="86"/>
                  </a:lnTo>
                  <a:lnTo>
                    <a:pt x="11" y="80"/>
                  </a:lnTo>
                  <a:lnTo>
                    <a:pt x="13" y="75"/>
                  </a:lnTo>
                  <a:lnTo>
                    <a:pt x="16" y="73"/>
                  </a:lnTo>
                  <a:lnTo>
                    <a:pt x="16" y="73"/>
                  </a:lnTo>
                  <a:lnTo>
                    <a:pt x="19" y="70"/>
                  </a:lnTo>
                  <a:lnTo>
                    <a:pt x="23" y="67"/>
                  </a:lnTo>
                  <a:lnTo>
                    <a:pt x="27" y="61"/>
                  </a:lnTo>
                  <a:lnTo>
                    <a:pt x="27" y="61"/>
                  </a:lnTo>
                  <a:lnTo>
                    <a:pt x="34" y="42"/>
                  </a:lnTo>
                  <a:lnTo>
                    <a:pt x="40" y="31"/>
                  </a:lnTo>
                  <a:lnTo>
                    <a:pt x="42" y="26"/>
                  </a:lnTo>
                  <a:lnTo>
                    <a:pt x="46" y="24"/>
                  </a:lnTo>
                  <a:lnTo>
                    <a:pt x="46" y="24"/>
                  </a:lnTo>
                  <a:lnTo>
                    <a:pt x="50" y="22"/>
                  </a:lnTo>
                  <a:lnTo>
                    <a:pt x="55" y="22"/>
                  </a:lnTo>
                  <a:lnTo>
                    <a:pt x="55" y="22"/>
                  </a:lnTo>
                  <a:lnTo>
                    <a:pt x="56" y="22"/>
                  </a:lnTo>
                  <a:lnTo>
                    <a:pt x="56" y="22"/>
                  </a:lnTo>
                  <a:lnTo>
                    <a:pt x="58" y="22"/>
                  </a:lnTo>
                  <a:lnTo>
                    <a:pt x="58" y="22"/>
                  </a:lnTo>
                  <a:lnTo>
                    <a:pt x="62" y="22"/>
                  </a:lnTo>
                  <a:lnTo>
                    <a:pt x="63" y="21"/>
                  </a:lnTo>
                  <a:lnTo>
                    <a:pt x="63" y="20"/>
                  </a:lnTo>
                  <a:lnTo>
                    <a:pt x="63" y="20"/>
                  </a:lnTo>
                  <a:lnTo>
                    <a:pt x="63" y="17"/>
                  </a:lnTo>
                  <a:lnTo>
                    <a:pt x="64" y="14"/>
                  </a:lnTo>
                  <a:lnTo>
                    <a:pt x="67" y="11"/>
                  </a:lnTo>
                  <a:lnTo>
                    <a:pt x="67" y="6"/>
                  </a:lnTo>
                  <a:lnTo>
                    <a:pt x="69" y="6"/>
                  </a:lnTo>
                  <a:lnTo>
                    <a:pt x="69" y="6"/>
                  </a:lnTo>
                  <a:lnTo>
                    <a:pt x="75" y="3"/>
                  </a:lnTo>
                  <a:lnTo>
                    <a:pt x="78" y="0"/>
                  </a:lnTo>
                  <a:lnTo>
                    <a:pt x="80" y="0"/>
                  </a:lnTo>
                  <a:lnTo>
                    <a:pt x="80" y="0"/>
                  </a:lnTo>
                  <a:lnTo>
                    <a:pt x="82" y="0"/>
                  </a:lnTo>
                  <a:lnTo>
                    <a:pt x="82" y="0"/>
                  </a:lnTo>
                  <a:lnTo>
                    <a:pt x="83" y="5"/>
                  </a:lnTo>
                  <a:lnTo>
                    <a:pt x="84" y="14"/>
                  </a:lnTo>
                  <a:lnTo>
                    <a:pt x="85" y="22"/>
                  </a:lnTo>
                  <a:lnTo>
                    <a:pt x="87" y="26"/>
                  </a:lnTo>
                  <a:lnTo>
                    <a:pt x="87" y="26"/>
                  </a:lnTo>
                  <a:lnTo>
                    <a:pt x="89" y="32"/>
                  </a:lnTo>
                  <a:lnTo>
                    <a:pt x="89" y="36"/>
                  </a:lnTo>
                  <a:lnTo>
                    <a:pt x="89" y="40"/>
                  </a:lnTo>
                  <a:lnTo>
                    <a:pt x="89" y="40"/>
                  </a:lnTo>
                  <a:lnTo>
                    <a:pt x="87" y="43"/>
                  </a:lnTo>
                  <a:lnTo>
                    <a:pt x="83" y="48"/>
                  </a:lnTo>
                  <a:lnTo>
                    <a:pt x="78" y="54"/>
                  </a:lnTo>
                  <a:lnTo>
                    <a:pt x="77" y="58"/>
                  </a:lnTo>
                  <a:lnTo>
                    <a:pt x="77" y="58"/>
                  </a:lnTo>
                  <a:lnTo>
                    <a:pt x="75" y="64"/>
                  </a:lnTo>
                  <a:lnTo>
                    <a:pt x="77" y="67"/>
                  </a:lnTo>
                  <a:lnTo>
                    <a:pt x="78" y="69"/>
                  </a:lnTo>
                  <a:lnTo>
                    <a:pt x="78" y="69"/>
                  </a:lnTo>
                  <a:lnTo>
                    <a:pt x="84" y="73"/>
                  </a:lnTo>
                  <a:lnTo>
                    <a:pt x="88" y="75"/>
                  </a:lnTo>
                  <a:lnTo>
                    <a:pt x="90" y="79"/>
                  </a:lnTo>
                  <a:lnTo>
                    <a:pt x="90" y="79"/>
                  </a:lnTo>
                  <a:lnTo>
                    <a:pt x="93" y="84"/>
                  </a:lnTo>
                  <a:lnTo>
                    <a:pt x="96" y="89"/>
                  </a:lnTo>
                  <a:lnTo>
                    <a:pt x="99" y="93"/>
                  </a:lnTo>
                  <a:lnTo>
                    <a:pt x="99" y="95"/>
                  </a:lnTo>
                  <a:lnTo>
                    <a:pt x="99" y="95"/>
                  </a:lnTo>
                  <a:lnTo>
                    <a:pt x="95" y="101"/>
                  </a:lnTo>
                  <a:lnTo>
                    <a:pt x="94" y="105"/>
                  </a:lnTo>
                  <a:lnTo>
                    <a:pt x="95" y="106"/>
                  </a:lnTo>
                  <a:lnTo>
                    <a:pt x="95" y="107"/>
                  </a:lnTo>
                  <a:lnTo>
                    <a:pt x="95" y="107"/>
                  </a:lnTo>
                  <a:lnTo>
                    <a:pt x="101" y="110"/>
                  </a:lnTo>
                  <a:lnTo>
                    <a:pt x="109" y="111"/>
                  </a:lnTo>
                  <a:lnTo>
                    <a:pt x="109" y="111"/>
                  </a:lnTo>
                  <a:lnTo>
                    <a:pt x="111" y="111"/>
                  </a:lnTo>
                  <a:lnTo>
                    <a:pt x="111" y="111"/>
                  </a:lnTo>
                  <a:lnTo>
                    <a:pt x="115" y="109"/>
                  </a:lnTo>
                  <a:lnTo>
                    <a:pt x="119" y="107"/>
                  </a:lnTo>
                  <a:lnTo>
                    <a:pt x="119" y="107"/>
                  </a:lnTo>
                  <a:lnTo>
                    <a:pt x="120" y="107"/>
                  </a:lnTo>
                  <a:lnTo>
                    <a:pt x="120" y="109"/>
                  </a:lnTo>
                  <a:lnTo>
                    <a:pt x="120" y="109"/>
                  </a:lnTo>
                  <a:lnTo>
                    <a:pt x="114" y="118"/>
                  </a:lnTo>
                  <a:lnTo>
                    <a:pt x="114" y="118"/>
                  </a:lnTo>
                  <a:lnTo>
                    <a:pt x="104" y="128"/>
                  </a:lnTo>
                  <a:lnTo>
                    <a:pt x="104" y="128"/>
                  </a:lnTo>
                  <a:lnTo>
                    <a:pt x="100" y="127"/>
                  </a:lnTo>
                  <a:lnTo>
                    <a:pt x="100" y="127"/>
                  </a:lnTo>
                  <a:lnTo>
                    <a:pt x="98" y="128"/>
                  </a:lnTo>
                  <a:lnTo>
                    <a:pt x="95" y="130"/>
                  </a:lnTo>
                  <a:lnTo>
                    <a:pt x="95" y="130"/>
                  </a:lnTo>
                  <a:lnTo>
                    <a:pt x="93" y="133"/>
                  </a:lnTo>
                  <a:lnTo>
                    <a:pt x="90" y="137"/>
                  </a:lnTo>
                  <a:lnTo>
                    <a:pt x="88" y="139"/>
                  </a:lnTo>
                  <a:lnTo>
                    <a:pt x="84" y="142"/>
                  </a:lnTo>
                  <a:lnTo>
                    <a:pt x="84" y="142"/>
                  </a:lnTo>
                  <a:lnTo>
                    <a:pt x="82" y="143"/>
                  </a:lnTo>
                  <a:lnTo>
                    <a:pt x="79" y="146"/>
                  </a:lnTo>
                  <a:lnTo>
                    <a:pt x="77" y="149"/>
                  </a:lnTo>
                  <a:lnTo>
                    <a:pt x="75" y="153"/>
                  </a:lnTo>
                  <a:lnTo>
                    <a:pt x="75" y="153"/>
                  </a:lnTo>
                  <a:lnTo>
                    <a:pt x="75" y="157"/>
                  </a:lnTo>
                  <a:lnTo>
                    <a:pt x="75" y="157"/>
                  </a:lnTo>
                  <a:lnTo>
                    <a:pt x="77" y="166"/>
                  </a:lnTo>
                  <a:lnTo>
                    <a:pt x="78" y="173"/>
                  </a:lnTo>
                  <a:lnTo>
                    <a:pt x="78" y="173"/>
                  </a:lnTo>
                  <a:lnTo>
                    <a:pt x="84" y="179"/>
                  </a:lnTo>
                  <a:lnTo>
                    <a:pt x="88" y="184"/>
                  </a:lnTo>
                  <a:lnTo>
                    <a:pt x="89" y="189"/>
                  </a:lnTo>
                  <a:lnTo>
                    <a:pt x="89" y="189"/>
                  </a:lnTo>
                  <a:lnTo>
                    <a:pt x="89" y="194"/>
                  </a:lnTo>
                  <a:lnTo>
                    <a:pt x="89" y="194"/>
                  </a:lnTo>
                  <a:lnTo>
                    <a:pt x="89" y="198"/>
                  </a:lnTo>
                  <a:lnTo>
                    <a:pt x="88" y="202"/>
                  </a:lnTo>
                  <a:lnTo>
                    <a:pt x="88" y="202"/>
                  </a:lnTo>
                  <a:lnTo>
                    <a:pt x="87" y="203"/>
                  </a:lnTo>
                  <a:lnTo>
                    <a:pt x="87" y="203"/>
                  </a:lnTo>
                  <a:lnTo>
                    <a:pt x="89" y="210"/>
                  </a:lnTo>
                  <a:lnTo>
                    <a:pt x="93" y="218"/>
                  </a:lnTo>
                  <a:lnTo>
                    <a:pt x="93" y="218"/>
                  </a:lnTo>
                  <a:lnTo>
                    <a:pt x="96" y="228"/>
                  </a:lnTo>
                  <a:lnTo>
                    <a:pt x="98" y="234"/>
                  </a:lnTo>
                  <a:lnTo>
                    <a:pt x="98" y="240"/>
                  </a:lnTo>
                  <a:lnTo>
                    <a:pt x="98" y="240"/>
                  </a:lnTo>
                  <a:lnTo>
                    <a:pt x="98" y="244"/>
                  </a:lnTo>
                  <a:lnTo>
                    <a:pt x="98" y="244"/>
                  </a:lnTo>
                  <a:lnTo>
                    <a:pt x="93" y="260"/>
                  </a:lnTo>
                  <a:lnTo>
                    <a:pt x="90" y="269"/>
                  </a:lnTo>
                  <a:lnTo>
                    <a:pt x="88" y="274"/>
                  </a:lnTo>
                  <a:lnTo>
                    <a:pt x="88" y="274"/>
                  </a:lnTo>
                  <a:lnTo>
                    <a:pt x="82" y="27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2" name="Freeform 293"/>
            <p:cNvSpPr>
              <a:spLocks/>
            </p:cNvSpPr>
            <p:nvPr/>
          </p:nvSpPr>
          <p:spPr bwMode="gray">
            <a:xfrm>
              <a:off x="5477332" y="5193188"/>
              <a:ext cx="262785" cy="512715"/>
            </a:xfrm>
            <a:custGeom>
              <a:avLst/>
              <a:gdLst>
                <a:gd name="T0" fmla="*/ 99 w 106"/>
                <a:gd name="T1" fmla="*/ 67 h 204"/>
                <a:gd name="T2" fmla="*/ 93 w 106"/>
                <a:gd name="T3" fmla="*/ 57 h 204"/>
                <a:gd name="T4" fmla="*/ 80 w 106"/>
                <a:gd name="T5" fmla="*/ 33 h 204"/>
                <a:gd name="T6" fmla="*/ 77 w 106"/>
                <a:gd name="T7" fmla="*/ 33 h 204"/>
                <a:gd name="T8" fmla="*/ 73 w 106"/>
                <a:gd name="T9" fmla="*/ 36 h 204"/>
                <a:gd name="T10" fmla="*/ 72 w 106"/>
                <a:gd name="T11" fmla="*/ 36 h 204"/>
                <a:gd name="T12" fmla="*/ 63 w 106"/>
                <a:gd name="T13" fmla="*/ 31 h 204"/>
                <a:gd name="T14" fmla="*/ 57 w 106"/>
                <a:gd name="T15" fmla="*/ 35 h 204"/>
                <a:gd name="T16" fmla="*/ 45 w 106"/>
                <a:gd name="T17" fmla="*/ 43 h 204"/>
                <a:gd name="T18" fmla="*/ 42 w 106"/>
                <a:gd name="T19" fmla="*/ 42 h 204"/>
                <a:gd name="T20" fmla="*/ 44 w 106"/>
                <a:gd name="T21" fmla="*/ 32 h 204"/>
                <a:gd name="T22" fmla="*/ 46 w 106"/>
                <a:gd name="T23" fmla="*/ 21 h 204"/>
                <a:gd name="T24" fmla="*/ 40 w 106"/>
                <a:gd name="T25" fmla="*/ 12 h 204"/>
                <a:gd name="T26" fmla="*/ 36 w 106"/>
                <a:gd name="T27" fmla="*/ 6 h 204"/>
                <a:gd name="T28" fmla="*/ 25 w 106"/>
                <a:gd name="T29" fmla="*/ 0 h 204"/>
                <a:gd name="T30" fmla="*/ 20 w 106"/>
                <a:gd name="T31" fmla="*/ 3 h 204"/>
                <a:gd name="T32" fmla="*/ 13 w 106"/>
                <a:gd name="T33" fmla="*/ 12 h 204"/>
                <a:gd name="T34" fmla="*/ 7 w 106"/>
                <a:gd name="T35" fmla="*/ 16 h 204"/>
                <a:gd name="T36" fmla="*/ 0 w 106"/>
                <a:gd name="T37" fmla="*/ 26 h 204"/>
                <a:gd name="T38" fmla="*/ 2 w 106"/>
                <a:gd name="T39" fmla="*/ 37 h 204"/>
                <a:gd name="T40" fmla="*/ 9 w 106"/>
                <a:gd name="T41" fmla="*/ 52 h 204"/>
                <a:gd name="T42" fmla="*/ 14 w 106"/>
                <a:gd name="T43" fmla="*/ 62 h 204"/>
                <a:gd name="T44" fmla="*/ 13 w 106"/>
                <a:gd name="T45" fmla="*/ 75 h 204"/>
                <a:gd name="T46" fmla="*/ 13 w 106"/>
                <a:gd name="T47" fmla="*/ 81 h 204"/>
                <a:gd name="T48" fmla="*/ 21 w 106"/>
                <a:gd name="T49" fmla="*/ 103 h 204"/>
                <a:gd name="T50" fmla="*/ 23 w 106"/>
                <a:gd name="T51" fmla="*/ 117 h 204"/>
                <a:gd name="T52" fmla="*/ 13 w 106"/>
                <a:gd name="T53" fmla="*/ 147 h 204"/>
                <a:gd name="T54" fmla="*/ 4 w 106"/>
                <a:gd name="T55" fmla="*/ 150 h 204"/>
                <a:gd name="T56" fmla="*/ 5 w 106"/>
                <a:gd name="T57" fmla="*/ 163 h 204"/>
                <a:gd name="T58" fmla="*/ 8 w 106"/>
                <a:gd name="T59" fmla="*/ 172 h 204"/>
                <a:gd name="T60" fmla="*/ 15 w 106"/>
                <a:gd name="T61" fmla="*/ 177 h 204"/>
                <a:gd name="T62" fmla="*/ 30 w 106"/>
                <a:gd name="T63" fmla="*/ 195 h 204"/>
                <a:gd name="T64" fmla="*/ 41 w 106"/>
                <a:gd name="T65" fmla="*/ 202 h 204"/>
                <a:gd name="T66" fmla="*/ 47 w 106"/>
                <a:gd name="T67" fmla="*/ 204 h 204"/>
                <a:gd name="T68" fmla="*/ 57 w 106"/>
                <a:gd name="T69" fmla="*/ 200 h 204"/>
                <a:gd name="T70" fmla="*/ 45 w 106"/>
                <a:gd name="T71" fmla="*/ 193 h 204"/>
                <a:gd name="T72" fmla="*/ 36 w 106"/>
                <a:gd name="T73" fmla="*/ 179 h 204"/>
                <a:gd name="T74" fmla="*/ 29 w 106"/>
                <a:gd name="T75" fmla="*/ 160 h 204"/>
                <a:gd name="T76" fmla="*/ 24 w 106"/>
                <a:gd name="T77" fmla="*/ 161 h 204"/>
                <a:gd name="T78" fmla="*/ 21 w 106"/>
                <a:gd name="T79" fmla="*/ 156 h 204"/>
                <a:gd name="T80" fmla="*/ 21 w 106"/>
                <a:gd name="T81" fmla="*/ 148 h 204"/>
                <a:gd name="T82" fmla="*/ 28 w 106"/>
                <a:gd name="T83" fmla="*/ 133 h 204"/>
                <a:gd name="T84" fmla="*/ 37 w 106"/>
                <a:gd name="T85" fmla="*/ 103 h 204"/>
                <a:gd name="T86" fmla="*/ 41 w 106"/>
                <a:gd name="T87" fmla="*/ 105 h 204"/>
                <a:gd name="T88" fmla="*/ 46 w 106"/>
                <a:gd name="T89" fmla="*/ 111 h 204"/>
                <a:gd name="T90" fmla="*/ 53 w 106"/>
                <a:gd name="T91" fmla="*/ 110 h 204"/>
                <a:gd name="T92" fmla="*/ 60 w 106"/>
                <a:gd name="T93" fmla="*/ 119 h 204"/>
                <a:gd name="T94" fmla="*/ 62 w 106"/>
                <a:gd name="T95" fmla="*/ 122 h 204"/>
                <a:gd name="T96" fmla="*/ 68 w 106"/>
                <a:gd name="T97" fmla="*/ 123 h 204"/>
                <a:gd name="T98" fmla="*/ 67 w 106"/>
                <a:gd name="T99" fmla="*/ 112 h 204"/>
                <a:gd name="T100" fmla="*/ 66 w 106"/>
                <a:gd name="T101" fmla="*/ 107 h 204"/>
                <a:gd name="T102" fmla="*/ 72 w 106"/>
                <a:gd name="T103" fmla="*/ 94 h 204"/>
                <a:gd name="T104" fmla="*/ 77 w 106"/>
                <a:gd name="T105" fmla="*/ 92 h 204"/>
                <a:gd name="T106" fmla="*/ 89 w 106"/>
                <a:gd name="T107" fmla="*/ 92 h 204"/>
                <a:gd name="T108" fmla="*/ 99 w 106"/>
                <a:gd name="T109" fmla="*/ 91 h 204"/>
                <a:gd name="T110" fmla="*/ 106 w 106"/>
                <a:gd name="T111" fmla="*/ 81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 h="204">
                  <a:moveTo>
                    <a:pt x="106" y="75"/>
                  </a:moveTo>
                  <a:lnTo>
                    <a:pt x="106" y="75"/>
                  </a:lnTo>
                  <a:lnTo>
                    <a:pt x="99" y="67"/>
                  </a:lnTo>
                  <a:lnTo>
                    <a:pt x="94" y="62"/>
                  </a:lnTo>
                  <a:lnTo>
                    <a:pt x="93" y="57"/>
                  </a:lnTo>
                  <a:lnTo>
                    <a:pt x="93" y="57"/>
                  </a:lnTo>
                  <a:lnTo>
                    <a:pt x="87" y="43"/>
                  </a:lnTo>
                  <a:lnTo>
                    <a:pt x="83" y="36"/>
                  </a:lnTo>
                  <a:lnTo>
                    <a:pt x="80" y="33"/>
                  </a:lnTo>
                  <a:lnTo>
                    <a:pt x="79" y="32"/>
                  </a:lnTo>
                  <a:lnTo>
                    <a:pt x="79" y="32"/>
                  </a:lnTo>
                  <a:lnTo>
                    <a:pt x="77" y="33"/>
                  </a:lnTo>
                  <a:lnTo>
                    <a:pt x="76" y="35"/>
                  </a:lnTo>
                  <a:lnTo>
                    <a:pt x="76" y="35"/>
                  </a:lnTo>
                  <a:lnTo>
                    <a:pt x="73" y="36"/>
                  </a:lnTo>
                  <a:lnTo>
                    <a:pt x="73" y="37"/>
                  </a:lnTo>
                  <a:lnTo>
                    <a:pt x="72" y="36"/>
                  </a:lnTo>
                  <a:lnTo>
                    <a:pt x="72" y="36"/>
                  </a:lnTo>
                  <a:lnTo>
                    <a:pt x="67" y="32"/>
                  </a:lnTo>
                  <a:lnTo>
                    <a:pt x="66" y="31"/>
                  </a:lnTo>
                  <a:lnTo>
                    <a:pt x="63" y="31"/>
                  </a:lnTo>
                  <a:lnTo>
                    <a:pt x="63" y="31"/>
                  </a:lnTo>
                  <a:lnTo>
                    <a:pt x="61" y="32"/>
                  </a:lnTo>
                  <a:lnTo>
                    <a:pt x="57" y="35"/>
                  </a:lnTo>
                  <a:lnTo>
                    <a:pt x="50" y="39"/>
                  </a:lnTo>
                  <a:lnTo>
                    <a:pt x="50" y="39"/>
                  </a:lnTo>
                  <a:lnTo>
                    <a:pt x="45" y="43"/>
                  </a:lnTo>
                  <a:lnTo>
                    <a:pt x="44" y="43"/>
                  </a:lnTo>
                  <a:lnTo>
                    <a:pt x="42" y="42"/>
                  </a:lnTo>
                  <a:lnTo>
                    <a:pt x="42" y="42"/>
                  </a:lnTo>
                  <a:lnTo>
                    <a:pt x="41" y="41"/>
                  </a:lnTo>
                  <a:lnTo>
                    <a:pt x="42" y="38"/>
                  </a:lnTo>
                  <a:lnTo>
                    <a:pt x="44" y="32"/>
                  </a:lnTo>
                  <a:lnTo>
                    <a:pt x="46" y="26"/>
                  </a:lnTo>
                  <a:lnTo>
                    <a:pt x="46" y="23"/>
                  </a:lnTo>
                  <a:lnTo>
                    <a:pt x="46" y="21"/>
                  </a:lnTo>
                  <a:lnTo>
                    <a:pt x="46" y="21"/>
                  </a:lnTo>
                  <a:lnTo>
                    <a:pt x="42" y="16"/>
                  </a:lnTo>
                  <a:lnTo>
                    <a:pt x="40" y="12"/>
                  </a:lnTo>
                  <a:lnTo>
                    <a:pt x="37" y="9"/>
                  </a:lnTo>
                  <a:lnTo>
                    <a:pt x="36" y="6"/>
                  </a:lnTo>
                  <a:lnTo>
                    <a:pt x="36" y="6"/>
                  </a:lnTo>
                  <a:lnTo>
                    <a:pt x="34" y="4"/>
                  </a:lnTo>
                  <a:lnTo>
                    <a:pt x="30" y="1"/>
                  </a:lnTo>
                  <a:lnTo>
                    <a:pt x="25" y="0"/>
                  </a:lnTo>
                  <a:lnTo>
                    <a:pt x="23" y="1"/>
                  </a:lnTo>
                  <a:lnTo>
                    <a:pt x="20" y="3"/>
                  </a:lnTo>
                  <a:lnTo>
                    <a:pt x="20" y="3"/>
                  </a:lnTo>
                  <a:lnTo>
                    <a:pt x="18" y="6"/>
                  </a:lnTo>
                  <a:lnTo>
                    <a:pt x="15" y="10"/>
                  </a:lnTo>
                  <a:lnTo>
                    <a:pt x="13" y="12"/>
                  </a:lnTo>
                  <a:lnTo>
                    <a:pt x="9" y="15"/>
                  </a:lnTo>
                  <a:lnTo>
                    <a:pt x="9" y="15"/>
                  </a:lnTo>
                  <a:lnTo>
                    <a:pt x="7" y="16"/>
                  </a:lnTo>
                  <a:lnTo>
                    <a:pt x="4" y="19"/>
                  </a:lnTo>
                  <a:lnTo>
                    <a:pt x="2" y="22"/>
                  </a:lnTo>
                  <a:lnTo>
                    <a:pt x="0" y="26"/>
                  </a:lnTo>
                  <a:lnTo>
                    <a:pt x="0" y="26"/>
                  </a:lnTo>
                  <a:lnTo>
                    <a:pt x="0" y="31"/>
                  </a:lnTo>
                  <a:lnTo>
                    <a:pt x="2" y="37"/>
                  </a:lnTo>
                  <a:lnTo>
                    <a:pt x="3" y="46"/>
                  </a:lnTo>
                  <a:lnTo>
                    <a:pt x="3" y="46"/>
                  </a:lnTo>
                  <a:lnTo>
                    <a:pt x="9" y="52"/>
                  </a:lnTo>
                  <a:lnTo>
                    <a:pt x="13" y="57"/>
                  </a:lnTo>
                  <a:lnTo>
                    <a:pt x="14" y="62"/>
                  </a:lnTo>
                  <a:lnTo>
                    <a:pt x="14" y="62"/>
                  </a:lnTo>
                  <a:lnTo>
                    <a:pt x="14" y="69"/>
                  </a:lnTo>
                  <a:lnTo>
                    <a:pt x="14" y="73"/>
                  </a:lnTo>
                  <a:lnTo>
                    <a:pt x="13" y="75"/>
                  </a:lnTo>
                  <a:lnTo>
                    <a:pt x="13" y="75"/>
                  </a:lnTo>
                  <a:lnTo>
                    <a:pt x="12" y="78"/>
                  </a:lnTo>
                  <a:lnTo>
                    <a:pt x="13" y="81"/>
                  </a:lnTo>
                  <a:lnTo>
                    <a:pt x="18" y="91"/>
                  </a:lnTo>
                  <a:lnTo>
                    <a:pt x="18" y="91"/>
                  </a:lnTo>
                  <a:lnTo>
                    <a:pt x="21" y="103"/>
                  </a:lnTo>
                  <a:lnTo>
                    <a:pt x="23" y="111"/>
                  </a:lnTo>
                  <a:lnTo>
                    <a:pt x="23" y="117"/>
                  </a:lnTo>
                  <a:lnTo>
                    <a:pt x="23" y="117"/>
                  </a:lnTo>
                  <a:lnTo>
                    <a:pt x="18" y="133"/>
                  </a:lnTo>
                  <a:lnTo>
                    <a:pt x="15" y="142"/>
                  </a:lnTo>
                  <a:lnTo>
                    <a:pt x="13" y="147"/>
                  </a:lnTo>
                  <a:lnTo>
                    <a:pt x="13" y="147"/>
                  </a:lnTo>
                  <a:lnTo>
                    <a:pt x="4" y="150"/>
                  </a:lnTo>
                  <a:lnTo>
                    <a:pt x="4" y="150"/>
                  </a:lnTo>
                  <a:lnTo>
                    <a:pt x="4" y="153"/>
                  </a:lnTo>
                  <a:lnTo>
                    <a:pt x="4" y="153"/>
                  </a:lnTo>
                  <a:lnTo>
                    <a:pt x="5" y="163"/>
                  </a:lnTo>
                  <a:lnTo>
                    <a:pt x="7" y="169"/>
                  </a:lnTo>
                  <a:lnTo>
                    <a:pt x="8" y="172"/>
                  </a:lnTo>
                  <a:lnTo>
                    <a:pt x="8" y="172"/>
                  </a:lnTo>
                  <a:lnTo>
                    <a:pt x="10" y="175"/>
                  </a:lnTo>
                  <a:lnTo>
                    <a:pt x="12" y="175"/>
                  </a:lnTo>
                  <a:lnTo>
                    <a:pt x="15" y="177"/>
                  </a:lnTo>
                  <a:lnTo>
                    <a:pt x="15" y="177"/>
                  </a:lnTo>
                  <a:lnTo>
                    <a:pt x="24" y="187"/>
                  </a:lnTo>
                  <a:lnTo>
                    <a:pt x="30" y="195"/>
                  </a:lnTo>
                  <a:lnTo>
                    <a:pt x="35" y="201"/>
                  </a:lnTo>
                  <a:lnTo>
                    <a:pt x="35" y="201"/>
                  </a:lnTo>
                  <a:lnTo>
                    <a:pt x="41" y="202"/>
                  </a:lnTo>
                  <a:lnTo>
                    <a:pt x="46" y="204"/>
                  </a:lnTo>
                  <a:lnTo>
                    <a:pt x="46" y="204"/>
                  </a:lnTo>
                  <a:lnTo>
                    <a:pt x="47" y="204"/>
                  </a:lnTo>
                  <a:lnTo>
                    <a:pt x="50" y="203"/>
                  </a:lnTo>
                  <a:lnTo>
                    <a:pt x="57" y="200"/>
                  </a:lnTo>
                  <a:lnTo>
                    <a:pt x="57" y="200"/>
                  </a:lnTo>
                  <a:lnTo>
                    <a:pt x="51" y="196"/>
                  </a:lnTo>
                  <a:lnTo>
                    <a:pt x="45" y="193"/>
                  </a:lnTo>
                  <a:lnTo>
                    <a:pt x="45" y="193"/>
                  </a:lnTo>
                  <a:lnTo>
                    <a:pt x="42" y="191"/>
                  </a:lnTo>
                  <a:lnTo>
                    <a:pt x="40" y="187"/>
                  </a:lnTo>
                  <a:lnTo>
                    <a:pt x="36" y="179"/>
                  </a:lnTo>
                  <a:lnTo>
                    <a:pt x="30" y="163"/>
                  </a:lnTo>
                  <a:lnTo>
                    <a:pt x="30" y="163"/>
                  </a:lnTo>
                  <a:lnTo>
                    <a:pt x="29" y="160"/>
                  </a:lnTo>
                  <a:lnTo>
                    <a:pt x="28" y="160"/>
                  </a:lnTo>
                  <a:lnTo>
                    <a:pt x="24" y="161"/>
                  </a:lnTo>
                  <a:lnTo>
                    <a:pt x="24" y="161"/>
                  </a:lnTo>
                  <a:lnTo>
                    <a:pt x="24" y="161"/>
                  </a:lnTo>
                  <a:lnTo>
                    <a:pt x="23" y="160"/>
                  </a:lnTo>
                  <a:lnTo>
                    <a:pt x="21" y="156"/>
                  </a:lnTo>
                  <a:lnTo>
                    <a:pt x="21" y="151"/>
                  </a:lnTo>
                  <a:lnTo>
                    <a:pt x="21" y="148"/>
                  </a:lnTo>
                  <a:lnTo>
                    <a:pt x="21" y="148"/>
                  </a:lnTo>
                  <a:lnTo>
                    <a:pt x="25" y="142"/>
                  </a:lnTo>
                  <a:lnTo>
                    <a:pt x="28" y="133"/>
                  </a:lnTo>
                  <a:lnTo>
                    <a:pt x="28" y="133"/>
                  </a:lnTo>
                  <a:lnTo>
                    <a:pt x="34" y="117"/>
                  </a:lnTo>
                  <a:lnTo>
                    <a:pt x="36" y="108"/>
                  </a:lnTo>
                  <a:lnTo>
                    <a:pt x="37" y="103"/>
                  </a:lnTo>
                  <a:lnTo>
                    <a:pt x="37" y="103"/>
                  </a:lnTo>
                  <a:lnTo>
                    <a:pt x="40" y="102"/>
                  </a:lnTo>
                  <a:lnTo>
                    <a:pt x="41" y="105"/>
                  </a:lnTo>
                  <a:lnTo>
                    <a:pt x="45" y="110"/>
                  </a:lnTo>
                  <a:lnTo>
                    <a:pt x="45" y="110"/>
                  </a:lnTo>
                  <a:lnTo>
                    <a:pt x="46" y="111"/>
                  </a:lnTo>
                  <a:lnTo>
                    <a:pt x="48" y="111"/>
                  </a:lnTo>
                  <a:lnTo>
                    <a:pt x="53" y="110"/>
                  </a:lnTo>
                  <a:lnTo>
                    <a:pt x="53" y="110"/>
                  </a:lnTo>
                  <a:lnTo>
                    <a:pt x="55" y="111"/>
                  </a:lnTo>
                  <a:lnTo>
                    <a:pt x="57" y="113"/>
                  </a:lnTo>
                  <a:lnTo>
                    <a:pt x="60" y="119"/>
                  </a:lnTo>
                  <a:lnTo>
                    <a:pt x="60" y="119"/>
                  </a:lnTo>
                  <a:lnTo>
                    <a:pt x="61" y="122"/>
                  </a:lnTo>
                  <a:lnTo>
                    <a:pt x="62" y="122"/>
                  </a:lnTo>
                  <a:lnTo>
                    <a:pt x="66" y="122"/>
                  </a:lnTo>
                  <a:lnTo>
                    <a:pt x="66" y="122"/>
                  </a:lnTo>
                  <a:lnTo>
                    <a:pt x="68" y="123"/>
                  </a:lnTo>
                  <a:lnTo>
                    <a:pt x="68" y="123"/>
                  </a:lnTo>
                  <a:lnTo>
                    <a:pt x="68" y="118"/>
                  </a:lnTo>
                  <a:lnTo>
                    <a:pt x="67" y="112"/>
                  </a:lnTo>
                  <a:lnTo>
                    <a:pt x="67" y="112"/>
                  </a:lnTo>
                  <a:lnTo>
                    <a:pt x="66" y="110"/>
                  </a:lnTo>
                  <a:lnTo>
                    <a:pt x="66" y="107"/>
                  </a:lnTo>
                  <a:lnTo>
                    <a:pt x="67" y="102"/>
                  </a:lnTo>
                  <a:lnTo>
                    <a:pt x="69" y="97"/>
                  </a:lnTo>
                  <a:lnTo>
                    <a:pt x="72" y="94"/>
                  </a:lnTo>
                  <a:lnTo>
                    <a:pt x="72" y="94"/>
                  </a:lnTo>
                  <a:lnTo>
                    <a:pt x="74" y="92"/>
                  </a:lnTo>
                  <a:lnTo>
                    <a:pt x="77" y="92"/>
                  </a:lnTo>
                  <a:lnTo>
                    <a:pt x="84" y="92"/>
                  </a:lnTo>
                  <a:lnTo>
                    <a:pt x="84" y="92"/>
                  </a:lnTo>
                  <a:lnTo>
                    <a:pt x="89" y="92"/>
                  </a:lnTo>
                  <a:lnTo>
                    <a:pt x="94" y="91"/>
                  </a:lnTo>
                  <a:lnTo>
                    <a:pt x="94" y="91"/>
                  </a:lnTo>
                  <a:lnTo>
                    <a:pt x="99" y="91"/>
                  </a:lnTo>
                  <a:lnTo>
                    <a:pt x="103" y="92"/>
                  </a:lnTo>
                  <a:lnTo>
                    <a:pt x="103" y="92"/>
                  </a:lnTo>
                  <a:lnTo>
                    <a:pt x="106" y="81"/>
                  </a:lnTo>
                  <a:lnTo>
                    <a:pt x="106" y="78"/>
                  </a:lnTo>
                  <a:lnTo>
                    <a:pt x="106" y="75"/>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3" name="Freeform 295"/>
            <p:cNvSpPr>
              <a:spLocks/>
            </p:cNvSpPr>
            <p:nvPr/>
          </p:nvSpPr>
          <p:spPr bwMode="gray">
            <a:xfrm>
              <a:off x="5564101" y="5695849"/>
              <a:ext cx="131392" cy="168392"/>
            </a:xfrm>
            <a:custGeom>
              <a:avLst/>
              <a:gdLst>
                <a:gd name="T0" fmla="*/ 11 w 53"/>
                <a:gd name="T1" fmla="*/ 4 h 67"/>
                <a:gd name="T2" fmla="*/ 11 w 53"/>
                <a:gd name="T3" fmla="*/ 4 h 67"/>
                <a:gd name="T4" fmla="*/ 6 w 53"/>
                <a:gd name="T5" fmla="*/ 2 h 67"/>
                <a:gd name="T6" fmla="*/ 0 w 53"/>
                <a:gd name="T7" fmla="*/ 1 h 67"/>
                <a:gd name="T8" fmla="*/ 0 w 53"/>
                <a:gd name="T9" fmla="*/ 1 h 67"/>
                <a:gd name="T10" fmla="*/ 2 w 53"/>
                <a:gd name="T11" fmla="*/ 4 h 67"/>
                <a:gd name="T12" fmla="*/ 2 w 53"/>
                <a:gd name="T13" fmla="*/ 4 h 67"/>
                <a:gd name="T14" fmla="*/ 2 w 53"/>
                <a:gd name="T15" fmla="*/ 8 h 67"/>
                <a:gd name="T16" fmla="*/ 2 w 53"/>
                <a:gd name="T17" fmla="*/ 11 h 67"/>
                <a:gd name="T18" fmla="*/ 1 w 53"/>
                <a:gd name="T19" fmla="*/ 14 h 67"/>
                <a:gd name="T20" fmla="*/ 2 w 53"/>
                <a:gd name="T21" fmla="*/ 17 h 67"/>
                <a:gd name="T22" fmla="*/ 2 w 53"/>
                <a:gd name="T23" fmla="*/ 17 h 67"/>
                <a:gd name="T24" fmla="*/ 5 w 53"/>
                <a:gd name="T25" fmla="*/ 27 h 67"/>
                <a:gd name="T26" fmla="*/ 6 w 53"/>
                <a:gd name="T27" fmla="*/ 32 h 67"/>
                <a:gd name="T28" fmla="*/ 9 w 53"/>
                <a:gd name="T29" fmla="*/ 36 h 67"/>
                <a:gd name="T30" fmla="*/ 9 w 53"/>
                <a:gd name="T31" fmla="*/ 36 h 67"/>
                <a:gd name="T32" fmla="*/ 12 w 53"/>
                <a:gd name="T33" fmla="*/ 44 h 67"/>
                <a:gd name="T34" fmla="*/ 15 w 53"/>
                <a:gd name="T35" fmla="*/ 48 h 67"/>
                <a:gd name="T36" fmla="*/ 18 w 53"/>
                <a:gd name="T37" fmla="*/ 51 h 67"/>
                <a:gd name="T38" fmla="*/ 18 w 53"/>
                <a:gd name="T39" fmla="*/ 51 h 67"/>
                <a:gd name="T40" fmla="*/ 29 w 53"/>
                <a:gd name="T41" fmla="*/ 60 h 67"/>
                <a:gd name="T42" fmla="*/ 36 w 53"/>
                <a:gd name="T43" fmla="*/ 64 h 67"/>
                <a:gd name="T44" fmla="*/ 41 w 53"/>
                <a:gd name="T45" fmla="*/ 66 h 67"/>
                <a:gd name="T46" fmla="*/ 41 w 53"/>
                <a:gd name="T47" fmla="*/ 66 h 67"/>
                <a:gd name="T48" fmla="*/ 43 w 53"/>
                <a:gd name="T49" fmla="*/ 67 h 67"/>
                <a:gd name="T50" fmla="*/ 43 w 53"/>
                <a:gd name="T51" fmla="*/ 67 h 67"/>
                <a:gd name="T52" fmla="*/ 45 w 53"/>
                <a:gd name="T53" fmla="*/ 65 h 67"/>
                <a:gd name="T54" fmla="*/ 48 w 53"/>
                <a:gd name="T55" fmla="*/ 62 h 67"/>
                <a:gd name="T56" fmla="*/ 53 w 53"/>
                <a:gd name="T57" fmla="*/ 59 h 67"/>
                <a:gd name="T58" fmla="*/ 53 w 53"/>
                <a:gd name="T59" fmla="*/ 59 h 67"/>
                <a:gd name="T60" fmla="*/ 50 w 53"/>
                <a:gd name="T61" fmla="*/ 52 h 67"/>
                <a:gd name="T62" fmla="*/ 48 w 53"/>
                <a:gd name="T63" fmla="*/ 48 h 67"/>
                <a:gd name="T64" fmla="*/ 48 w 53"/>
                <a:gd name="T65" fmla="*/ 48 h 67"/>
                <a:gd name="T66" fmla="*/ 47 w 53"/>
                <a:gd name="T67" fmla="*/ 43 h 67"/>
                <a:gd name="T68" fmla="*/ 45 w 53"/>
                <a:gd name="T69" fmla="*/ 34 h 67"/>
                <a:gd name="T70" fmla="*/ 45 w 53"/>
                <a:gd name="T71" fmla="*/ 23 h 67"/>
                <a:gd name="T72" fmla="*/ 45 w 53"/>
                <a:gd name="T73" fmla="*/ 23 h 67"/>
                <a:gd name="T74" fmla="*/ 43 w 53"/>
                <a:gd name="T75" fmla="*/ 19 h 67"/>
                <a:gd name="T76" fmla="*/ 38 w 53"/>
                <a:gd name="T77" fmla="*/ 14 h 67"/>
                <a:gd name="T78" fmla="*/ 26 w 53"/>
                <a:gd name="T79" fmla="*/ 3 h 67"/>
                <a:gd name="T80" fmla="*/ 26 w 53"/>
                <a:gd name="T81" fmla="*/ 3 h 67"/>
                <a:gd name="T82" fmla="*/ 22 w 53"/>
                <a:gd name="T83" fmla="*/ 0 h 67"/>
                <a:gd name="T84" fmla="*/ 22 w 53"/>
                <a:gd name="T85" fmla="*/ 0 h 67"/>
                <a:gd name="T86" fmla="*/ 15 w 53"/>
                <a:gd name="T87" fmla="*/ 3 h 67"/>
                <a:gd name="T88" fmla="*/ 12 w 53"/>
                <a:gd name="T89" fmla="*/ 4 h 67"/>
                <a:gd name="T90" fmla="*/ 11 w 53"/>
                <a:gd name="T91" fmla="*/ 4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 h="67">
                  <a:moveTo>
                    <a:pt x="11" y="4"/>
                  </a:moveTo>
                  <a:lnTo>
                    <a:pt x="11" y="4"/>
                  </a:lnTo>
                  <a:lnTo>
                    <a:pt x="6" y="2"/>
                  </a:lnTo>
                  <a:lnTo>
                    <a:pt x="0" y="1"/>
                  </a:lnTo>
                  <a:lnTo>
                    <a:pt x="0" y="1"/>
                  </a:lnTo>
                  <a:lnTo>
                    <a:pt x="2" y="4"/>
                  </a:lnTo>
                  <a:lnTo>
                    <a:pt x="2" y="4"/>
                  </a:lnTo>
                  <a:lnTo>
                    <a:pt x="2" y="8"/>
                  </a:lnTo>
                  <a:lnTo>
                    <a:pt x="2" y="11"/>
                  </a:lnTo>
                  <a:lnTo>
                    <a:pt x="1" y="14"/>
                  </a:lnTo>
                  <a:lnTo>
                    <a:pt x="2" y="17"/>
                  </a:lnTo>
                  <a:lnTo>
                    <a:pt x="2" y="17"/>
                  </a:lnTo>
                  <a:lnTo>
                    <a:pt x="5" y="27"/>
                  </a:lnTo>
                  <a:lnTo>
                    <a:pt x="6" y="32"/>
                  </a:lnTo>
                  <a:lnTo>
                    <a:pt x="9" y="36"/>
                  </a:lnTo>
                  <a:lnTo>
                    <a:pt x="9" y="36"/>
                  </a:lnTo>
                  <a:lnTo>
                    <a:pt x="12" y="44"/>
                  </a:lnTo>
                  <a:lnTo>
                    <a:pt x="15" y="48"/>
                  </a:lnTo>
                  <a:lnTo>
                    <a:pt x="18" y="51"/>
                  </a:lnTo>
                  <a:lnTo>
                    <a:pt x="18" y="51"/>
                  </a:lnTo>
                  <a:lnTo>
                    <a:pt x="29" y="60"/>
                  </a:lnTo>
                  <a:lnTo>
                    <a:pt x="36" y="64"/>
                  </a:lnTo>
                  <a:lnTo>
                    <a:pt x="41" y="66"/>
                  </a:lnTo>
                  <a:lnTo>
                    <a:pt x="41" y="66"/>
                  </a:lnTo>
                  <a:lnTo>
                    <a:pt x="43" y="67"/>
                  </a:lnTo>
                  <a:lnTo>
                    <a:pt x="43" y="67"/>
                  </a:lnTo>
                  <a:lnTo>
                    <a:pt x="45" y="65"/>
                  </a:lnTo>
                  <a:lnTo>
                    <a:pt x="48" y="62"/>
                  </a:lnTo>
                  <a:lnTo>
                    <a:pt x="53" y="59"/>
                  </a:lnTo>
                  <a:lnTo>
                    <a:pt x="53" y="59"/>
                  </a:lnTo>
                  <a:lnTo>
                    <a:pt x="50" y="52"/>
                  </a:lnTo>
                  <a:lnTo>
                    <a:pt x="48" y="48"/>
                  </a:lnTo>
                  <a:lnTo>
                    <a:pt x="48" y="48"/>
                  </a:lnTo>
                  <a:lnTo>
                    <a:pt x="47" y="43"/>
                  </a:lnTo>
                  <a:lnTo>
                    <a:pt x="45" y="34"/>
                  </a:lnTo>
                  <a:lnTo>
                    <a:pt x="45" y="23"/>
                  </a:lnTo>
                  <a:lnTo>
                    <a:pt x="45" y="23"/>
                  </a:lnTo>
                  <a:lnTo>
                    <a:pt x="43" y="19"/>
                  </a:lnTo>
                  <a:lnTo>
                    <a:pt x="38" y="14"/>
                  </a:lnTo>
                  <a:lnTo>
                    <a:pt x="26" y="3"/>
                  </a:lnTo>
                  <a:lnTo>
                    <a:pt x="26" y="3"/>
                  </a:lnTo>
                  <a:lnTo>
                    <a:pt x="22" y="0"/>
                  </a:lnTo>
                  <a:lnTo>
                    <a:pt x="22" y="0"/>
                  </a:lnTo>
                  <a:lnTo>
                    <a:pt x="15" y="3"/>
                  </a:lnTo>
                  <a:lnTo>
                    <a:pt x="12" y="4"/>
                  </a:lnTo>
                  <a:lnTo>
                    <a:pt x="11" y="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4" name="Freeform 297"/>
            <p:cNvSpPr>
              <a:spLocks/>
            </p:cNvSpPr>
            <p:nvPr/>
          </p:nvSpPr>
          <p:spPr bwMode="gray">
            <a:xfrm>
              <a:off x="5640954" y="5409333"/>
              <a:ext cx="176017" cy="145771"/>
            </a:xfrm>
            <a:custGeom>
              <a:avLst/>
              <a:gdLst>
                <a:gd name="T0" fmla="*/ 29 w 71"/>
                <a:gd name="T1" fmla="*/ 58 h 58"/>
                <a:gd name="T2" fmla="*/ 24 w 71"/>
                <a:gd name="T3" fmla="*/ 52 h 58"/>
                <a:gd name="T4" fmla="*/ 23 w 71"/>
                <a:gd name="T5" fmla="*/ 49 h 58"/>
                <a:gd name="T6" fmla="*/ 19 w 71"/>
                <a:gd name="T7" fmla="*/ 49 h 58"/>
                <a:gd name="T8" fmla="*/ 14 w 71"/>
                <a:gd name="T9" fmla="*/ 51 h 58"/>
                <a:gd name="T10" fmla="*/ 11 w 71"/>
                <a:gd name="T11" fmla="*/ 51 h 58"/>
                <a:gd name="T12" fmla="*/ 11 w 71"/>
                <a:gd name="T13" fmla="*/ 51 h 58"/>
                <a:gd name="T14" fmla="*/ 7 w 71"/>
                <a:gd name="T15" fmla="*/ 42 h 58"/>
                <a:gd name="T16" fmla="*/ 5 w 71"/>
                <a:gd name="T17" fmla="*/ 36 h 58"/>
                <a:gd name="T18" fmla="*/ 3 w 71"/>
                <a:gd name="T19" fmla="*/ 35 h 58"/>
                <a:gd name="T20" fmla="*/ 2 w 71"/>
                <a:gd name="T21" fmla="*/ 35 h 58"/>
                <a:gd name="T22" fmla="*/ 2 w 71"/>
                <a:gd name="T23" fmla="*/ 35 h 58"/>
                <a:gd name="T24" fmla="*/ 1 w 71"/>
                <a:gd name="T25" fmla="*/ 26 h 58"/>
                <a:gd name="T26" fmla="*/ 0 w 71"/>
                <a:gd name="T27" fmla="*/ 24 h 58"/>
                <a:gd name="T28" fmla="*/ 0 w 71"/>
                <a:gd name="T29" fmla="*/ 21 h 58"/>
                <a:gd name="T30" fmla="*/ 2 w 71"/>
                <a:gd name="T31" fmla="*/ 14 h 58"/>
                <a:gd name="T32" fmla="*/ 6 w 71"/>
                <a:gd name="T33" fmla="*/ 8 h 58"/>
                <a:gd name="T34" fmla="*/ 7 w 71"/>
                <a:gd name="T35" fmla="*/ 8 h 58"/>
                <a:gd name="T36" fmla="*/ 7 w 71"/>
                <a:gd name="T37" fmla="*/ 6 h 58"/>
                <a:gd name="T38" fmla="*/ 7 w 71"/>
                <a:gd name="T39" fmla="*/ 6 h 58"/>
                <a:gd name="T40" fmla="*/ 7 w 71"/>
                <a:gd name="T41" fmla="*/ 6 h 58"/>
                <a:gd name="T42" fmla="*/ 8 w 71"/>
                <a:gd name="T43" fmla="*/ 6 h 58"/>
                <a:gd name="T44" fmla="*/ 10 w 71"/>
                <a:gd name="T45" fmla="*/ 6 h 58"/>
                <a:gd name="T46" fmla="*/ 10 w 71"/>
                <a:gd name="T47" fmla="*/ 6 h 58"/>
                <a:gd name="T48" fmla="*/ 10 w 71"/>
                <a:gd name="T49" fmla="*/ 6 h 58"/>
                <a:gd name="T50" fmla="*/ 10 w 71"/>
                <a:gd name="T51" fmla="*/ 6 h 58"/>
                <a:gd name="T52" fmla="*/ 13 w 71"/>
                <a:gd name="T53" fmla="*/ 5 h 58"/>
                <a:gd name="T54" fmla="*/ 18 w 71"/>
                <a:gd name="T55" fmla="*/ 6 h 58"/>
                <a:gd name="T56" fmla="*/ 18 w 71"/>
                <a:gd name="T57" fmla="*/ 6 h 58"/>
                <a:gd name="T58" fmla="*/ 23 w 71"/>
                <a:gd name="T59" fmla="*/ 6 h 58"/>
                <a:gd name="T60" fmla="*/ 23 w 71"/>
                <a:gd name="T61" fmla="*/ 6 h 58"/>
                <a:gd name="T62" fmla="*/ 27 w 71"/>
                <a:gd name="T63" fmla="*/ 6 h 58"/>
                <a:gd name="T64" fmla="*/ 28 w 71"/>
                <a:gd name="T65" fmla="*/ 5 h 58"/>
                <a:gd name="T66" fmla="*/ 28 w 71"/>
                <a:gd name="T67" fmla="*/ 5 h 58"/>
                <a:gd name="T68" fmla="*/ 28 w 71"/>
                <a:gd name="T69" fmla="*/ 5 h 58"/>
                <a:gd name="T70" fmla="*/ 28 w 71"/>
                <a:gd name="T71" fmla="*/ 5 h 58"/>
                <a:gd name="T72" fmla="*/ 30 w 71"/>
                <a:gd name="T73" fmla="*/ 5 h 58"/>
                <a:gd name="T74" fmla="*/ 37 w 71"/>
                <a:gd name="T75" fmla="*/ 6 h 58"/>
                <a:gd name="T76" fmla="*/ 46 w 71"/>
                <a:gd name="T77" fmla="*/ 9 h 58"/>
                <a:gd name="T78" fmla="*/ 48 w 71"/>
                <a:gd name="T79" fmla="*/ 9 h 58"/>
                <a:gd name="T80" fmla="*/ 49 w 71"/>
                <a:gd name="T81" fmla="*/ 9 h 58"/>
                <a:gd name="T82" fmla="*/ 49 w 71"/>
                <a:gd name="T83" fmla="*/ 8 h 58"/>
                <a:gd name="T84" fmla="*/ 49 w 71"/>
                <a:gd name="T85" fmla="*/ 8 h 58"/>
                <a:gd name="T86" fmla="*/ 49 w 71"/>
                <a:gd name="T87" fmla="*/ 8 h 58"/>
                <a:gd name="T88" fmla="*/ 50 w 71"/>
                <a:gd name="T89" fmla="*/ 4 h 58"/>
                <a:gd name="T90" fmla="*/ 53 w 71"/>
                <a:gd name="T91" fmla="*/ 0 h 58"/>
                <a:gd name="T92" fmla="*/ 53 w 71"/>
                <a:gd name="T93" fmla="*/ 0 h 58"/>
                <a:gd name="T94" fmla="*/ 55 w 71"/>
                <a:gd name="T95" fmla="*/ 1 h 58"/>
                <a:gd name="T96" fmla="*/ 55 w 71"/>
                <a:gd name="T97" fmla="*/ 1 h 58"/>
                <a:gd name="T98" fmla="*/ 60 w 71"/>
                <a:gd name="T99" fmla="*/ 4 h 58"/>
                <a:gd name="T100" fmla="*/ 64 w 71"/>
                <a:gd name="T101" fmla="*/ 8 h 58"/>
                <a:gd name="T102" fmla="*/ 66 w 71"/>
                <a:gd name="T103" fmla="*/ 14 h 58"/>
                <a:gd name="T104" fmla="*/ 66 w 71"/>
                <a:gd name="T105" fmla="*/ 15 h 58"/>
                <a:gd name="T106" fmla="*/ 71 w 71"/>
                <a:gd name="T107" fmla="*/ 30 h 58"/>
                <a:gd name="T108" fmla="*/ 71 w 71"/>
                <a:gd name="T109" fmla="*/ 32 h 58"/>
                <a:gd name="T110" fmla="*/ 69 w 71"/>
                <a:gd name="T111" fmla="*/ 35 h 58"/>
                <a:gd name="T112" fmla="*/ 49 w 71"/>
                <a:gd name="T113" fmla="*/ 41 h 58"/>
                <a:gd name="T114" fmla="*/ 48 w 71"/>
                <a:gd name="T115" fmla="*/ 43 h 58"/>
                <a:gd name="T116" fmla="*/ 46 w 71"/>
                <a:gd name="T117" fmla="*/ 47 h 58"/>
                <a:gd name="T118" fmla="*/ 44 w 71"/>
                <a:gd name="T119" fmla="*/ 4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 h="58">
                  <a:moveTo>
                    <a:pt x="29" y="58"/>
                  </a:moveTo>
                  <a:lnTo>
                    <a:pt x="29" y="58"/>
                  </a:lnTo>
                  <a:lnTo>
                    <a:pt x="27" y="56"/>
                  </a:lnTo>
                  <a:lnTo>
                    <a:pt x="24" y="52"/>
                  </a:lnTo>
                  <a:lnTo>
                    <a:pt x="24" y="52"/>
                  </a:lnTo>
                  <a:lnTo>
                    <a:pt x="23" y="49"/>
                  </a:lnTo>
                  <a:lnTo>
                    <a:pt x="23" y="49"/>
                  </a:lnTo>
                  <a:lnTo>
                    <a:pt x="19" y="49"/>
                  </a:lnTo>
                  <a:lnTo>
                    <a:pt x="19" y="49"/>
                  </a:lnTo>
                  <a:lnTo>
                    <a:pt x="14" y="51"/>
                  </a:lnTo>
                  <a:lnTo>
                    <a:pt x="14" y="51"/>
                  </a:lnTo>
                  <a:lnTo>
                    <a:pt x="11" y="51"/>
                  </a:lnTo>
                  <a:lnTo>
                    <a:pt x="11" y="51"/>
                  </a:lnTo>
                  <a:lnTo>
                    <a:pt x="11" y="51"/>
                  </a:lnTo>
                  <a:lnTo>
                    <a:pt x="11" y="51"/>
                  </a:lnTo>
                  <a:lnTo>
                    <a:pt x="7" y="42"/>
                  </a:lnTo>
                  <a:lnTo>
                    <a:pt x="7" y="42"/>
                  </a:lnTo>
                  <a:lnTo>
                    <a:pt x="5" y="36"/>
                  </a:lnTo>
                  <a:lnTo>
                    <a:pt x="5" y="36"/>
                  </a:lnTo>
                  <a:lnTo>
                    <a:pt x="3" y="35"/>
                  </a:lnTo>
                  <a:lnTo>
                    <a:pt x="3" y="35"/>
                  </a:lnTo>
                  <a:lnTo>
                    <a:pt x="2" y="35"/>
                  </a:lnTo>
                  <a:lnTo>
                    <a:pt x="2" y="35"/>
                  </a:lnTo>
                  <a:lnTo>
                    <a:pt x="2" y="35"/>
                  </a:lnTo>
                  <a:lnTo>
                    <a:pt x="2" y="30"/>
                  </a:lnTo>
                  <a:lnTo>
                    <a:pt x="1" y="26"/>
                  </a:lnTo>
                  <a:lnTo>
                    <a:pt x="1" y="26"/>
                  </a:lnTo>
                  <a:lnTo>
                    <a:pt x="0" y="24"/>
                  </a:lnTo>
                  <a:lnTo>
                    <a:pt x="0" y="21"/>
                  </a:lnTo>
                  <a:lnTo>
                    <a:pt x="0" y="21"/>
                  </a:lnTo>
                  <a:lnTo>
                    <a:pt x="0" y="17"/>
                  </a:lnTo>
                  <a:lnTo>
                    <a:pt x="2" y="14"/>
                  </a:lnTo>
                  <a:lnTo>
                    <a:pt x="6" y="8"/>
                  </a:lnTo>
                  <a:lnTo>
                    <a:pt x="6" y="8"/>
                  </a:lnTo>
                  <a:lnTo>
                    <a:pt x="7" y="8"/>
                  </a:lnTo>
                  <a:lnTo>
                    <a:pt x="7" y="8"/>
                  </a:lnTo>
                  <a:lnTo>
                    <a:pt x="7" y="6"/>
                  </a:lnTo>
                  <a:lnTo>
                    <a:pt x="7" y="6"/>
                  </a:lnTo>
                  <a:lnTo>
                    <a:pt x="7" y="6"/>
                  </a:lnTo>
                  <a:lnTo>
                    <a:pt x="7" y="6"/>
                  </a:lnTo>
                  <a:lnTo>
                    <a:pt x="7" y="6"/>
                  </a:lnTo>
                  <a:lnTo>
                    <a:pt x="7" y="6"/>
                  </a:lnTo>
                  <a:lnTo>
                    <a:pt x="8" y="6"/>
                  </a:lnTo>
                  <a:lnTo>
                    <a:pt x="8" y="6"/>
                  </a:lnTo>
                  <a:lnTo>
                    <a:pt x="10" y="6"/>
                  </a:lnTo>
                  <a:lnTo>
                    <a:pt x="10" y="6"/>
                  </a:lnTo>
                  <a:lnTo>
                    <a:pt x="10" y="6"/>
                  </a:lnTo>
                  <a:lnTo>
                    <a:pt x="10" y="6"/>
                  </a:lnTo>
                  <a:lnTo>
                    <a:pt x="10" y="6"/>
                  </a:lnTo>
                  <a:lnTo>
                    <a:pt x="10" y="6"/>
                  </a:lnTo>
                  <a:lnTo>
                    <a:pt x="10" y="6"/>
                  </a:lnTo>
                  <a:lnTo>
                    <a:pt x="10" y="6"/>
                  </a:lnTo>
                  <a:lnTo>
                    <a:pt x="10" y="6"/>
                  </a:lnTo>
                  <a:lnTo>
                    <a:pt x="13" y="5"/>
                  </a:lnTo>
                  <a:lnTo>
                    <a:pt x="13" y="5"/>
                  </a:lnTo>
                  <a:lnTo>
                    <a:pt x="18" y="6"/>
                  </a:lnTo>
                  <a:lnTo>
                    <a:pt x="18" y="6"/>
                  </a:lnTo>
                  <a:lnTo>
                    <a:pt x="18" y="6"/>
                  </a:lnTo>
                  <a:lnTo>
                    <a:pt x="23" y="6"/>
                  </a:lnTo>
                  <a:lnTo>
                    <a:pt x="23" y="6"/>
                  </a:lnTo>
                  <a:lnTo>
                    <a:pt x="23" y="6"/>
                  </a:lnTo>
                  <a:lnTo>
                    <a:pt x="23" y="6"/>
                  </a:lnTo>
                  <a:lnTo>
                    <a:pt x="27" y="6"/>
                  </a:lnTo>
                  <a:lnTo>
                    <a:pt x="27" y="6"/>
                  </a:lnTo>
                  <a:lnTo>
                    <a:pt x="28" y="5"/>
                  </a:lnTo>
                  <a:lnTo>
                    <a:pt x="28" y="5"/>
                  </a:lnTo>
                  <a:lnTo>
                    <a:pt x="28" y="5"/>
                  </a:lnTo>
                  <a:lnTo>
                    <a:pt x="28" y="5"/>
                  </a:lnTo>
                  <a:lnTo>
                    <a:pt x="28" y="5"/>
                  </a:lnTo>
                  <a:lnTo>
                    <a:pt x="28" y="5"/>
                  </a:lnTo>
                  <a:lnTo>
                    <a:pt x="28" y="5"/>
                  </a:lnTo>
                  <a:lnTo>
                    <a:pt x="28" y="5"/>
                  </a:lnTo>
                  <a:lnTo>
                    <a:pt x="30" y="5"/>
                  </a:lnTo>
                  <a:lnTo>
                    <a:pt x="30" y="5"/>
                  </a:lnTo>
                  <a:lnTo>
                    <a:pt x="37" y="6"/>
                  </a:lnTo>
                  <a:lnTo>
                    <a:pt x="37" y="6"/>
                  </a:lnTo>
                  <a:lnTo>
                    <a:pt x="43" y="8"/>
                  </a:lnTo>
                  <a:lnTo>
                    <a:pt x="46" y="9"/>
                  </a:lnTo>
                  <a:lnTo>
                    <a:pt x="46" y="9"/>
                  </a:lnTo>
                  <a:lnTo>
                    <a:pt x="48" y="9"/>
                  </a:lnTo>
                  <a:lnTo>
                    <a:pt x="49" y="9"/>
                  </a:lnTo>
                  <a:lnTo>
                    <a:pt x="49" y="9"/>
                  </a:lnTo>
                  <a:lnTo>
                    <a:pt x="49" y="8"/>
                  </a:lnTo>
                  <a:lnTo>
                    <a:pt x="49" y="8"/>
                  </a:lnTo>
                  <a:lnTo>
                    <a:pt x="49" y="8"/>
                  </a:lnTo>
                  <a:lnTo>
                    <a:pt x="49" y="8"/>
                  </a:lnTo>
                  <a:lnTo>
                    <a:pt x="49" y="8"/>
                  </a:lnTo>
                  <a:lnTo>
                    <a:pt x="49" y="8"/>
                  </a:lnTo>
                  <a:lnTo>
                    <a:pt x="50" y="6"/>
                  </a:lnTo>
                  <a:lnTo>
                    <a:pt x="50" y="4"/>
                  </a:lnTo>
                  <a:lnTo>
                    <a:pt x="51" y="1"/>
                  </a:lnTo>
                  <a:lnTo>
                    <a:pt x="53" y="0"/>
                  </a:lnTo>
                  <a:lnTo>
                    <a:pt x="53" y="0"/>
                  </a:lnTo>
                  <a:lnTo>
                    <a:pt x="53" y="0"/>
                  </a:lnTo>
                  <a:lnTo>
                    <a:pt x="55" y="1"/>
                  </a:lnTo>
                  <a:lnTo>
                    <a:pt x="55" y="1"/>
                  </a:lnTo>
                  <a:lnTo>
                    <a:pt x="55" y="1"/>
                  </a:lnTo>
                  <a:lnTo>
                    <a:pt x="55" y="1"/>
                  </a:lnTo>
                  <a:lnTo>
                    <a:pt x="58" y="3"/>
                  </a:lnTo>
                  <a:lnTo>
                    <a:pt x="60" y="4"/>
                  </a:lnTo>
                  <a:lnTo>
                    <a:pt x="60" y="4"/>
                  </a:lnTo>
                  <a:lnTo>
                    <a:pt x="64" y="8"/>
                  </a:lnTo>
                  <a:lnTo>
                    <a:pt x="66" y="14"/>
                  </a:lnTo>
                  <a:lnTo>
                    <a:pt x="66" y="14"/>
                  </a:lnTo>
                  <a:lnTo>
                    <a:pt x="66" y="15"/>
                  </a:lnTo>
                  <a:lnTo>
                    <a:pt x="66" y="15"/>
                  </a:lnTo>
                  <a:lnTo>
                    <a:pt x="70" y="24"/>
                  </a:lnTo>
                  <a:lnTo>
                    <a:pt x="71" y="30"/>
                  </a:lnTo>
                  <a:lnTo>
                    <a:pt x="71" y="30"/>
                  </a:lnTo>
                  <a:lnTo>
                    <a:pt x="71" y="32"/>
                  </a:lnTo>
                  <a:lnTo>
                    <a:pt x="69" y="35"/>
                  </a:lnTo>
                  <a:lnTo>
                    <a:pt x="69" y="35"/>
                  </a:lnTo>
                  <a:lnTo>
                    <a:pt x="58" y="38"/>
                  </a:lnTo>
                  <a:lnTo>
                    <a:pt x="49" y="41"/>
                  </a:lnTo>
                  <a:lnTo>
                    <a:pt x="49" y="41"/>
                  </a:lnTo>
                  <a:lnTo>
                    <a:pt x="48" y="43"/>
                  </a:lnTo>
                  <a:lnTo>
                    <a:pt x="46" y="46"/>
                  </a:lnTo>
                  <a:lnTo>
                    <a:pt x="46" y="47"/>
                  </a:lnTo>
                  <a:lnTo>
                    <a:pt x="44" y="49"/>
                  </a:lnTo>
                  <a:lnTo>
                    <a:pt x="44" y="49"/>
                  </a:lnTo>
                  <a:lnTo>
                    <a:pt x="29" y="5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5" name="Freeform 326"/>
            <p:cNvSpPr>
              <a:spLocks/>
            </p:cNvSpPr>
            <p:nvPr/>
          </p:nvSpPr>
          <p:spPr bwMode="gray">
            <a:xfrm>
              <a:off x="5670702" y="5844135"/>
              <a:ext cx="29750" cy="22620"/>
            </a:xfrm>
            <a:custGeom>
              <a:avLst/>
              <a:gdLst>
                <a:gd name="T0" fmla="*/ 0 w 12"/>
                <a:gd name="T1" fmla="*/ 8 h 9"/>
                <a:gd name="T2" fmla="*/ 0 w 12"/>
                <a:gd name="T3" fmla="*/ 8 h 9"/>
                <a:gd name="T4" fmla="*/ 11 w 12"/>
                <a:gd name="T5" fmla="*/ 9 h 9"/>
                <a:gd name="T6" fmla="*/ 11 w 12"/>
                <a:gd name="T7" fmla="*/ 9 h 9"/>
                <a:gd name="T8" fmla="*/ 12 w 12"/>
                <a:gd name="T9" fmla="*/ 8 h 9"/>
                <a:gd name="T10" fmla="*/ 12 w 12"/>
                <a:gd name="T11" fmla="*/ 7 h 9"/>
                <a:gd name="T12" fmla="*/ 10 w 12"/>
                <a:gd name="T13" fmla="*/ 0 h 9"/>
                <a:gd name="T14" fmla="*/ 10 w 12"/>
                <a:gd name="T15" fmla="*/ 0 h 9"/>
                <a:gd name="T16" fmla="*/ 5 w 12"/>
                <a:gd name="T17" fmla="*/ 3 h 9"/>
                <a:gd name="T18" fmla="*/ 2 w 12"/>
                <a:gd name="T19" fmla="*/ 6 h 9"/>
                <a:gd name="T20" fmla="*/ 0 w 12"/>
                <a:gd name="T21" fmla="*/ 8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 h="9">
                  <a:moveTo>
                    <a:pt x="0" y="8"/>
                  </a:moveTo>
                  <a:lnTo>
                    <a:pt x="0" y="8"/>
                  </a:lnTo>
                  <a:lnTo>
                    <a:pt x="11" y="9"/>
                  </a:lnTo>
                  <a:lnTo>
                    <a:pt x="11" y="9"/>
                  </a:lnTo>
                  <a:lnTo>
                    <a:pt x="12" y="8"/>
                  </a:lnTo>
                  <a:lnTo>
                    <a:pt x="12" y="7"/>
                  </a:lnTo>
                  <a:lnTo>
                    <a:pt x="10" y="0"/>
                  </a:lnTo>
                  <a:lnTo>
                    <a:pt x="10" y="0"/>
                  </a:lnTo>
                  <a:lnTo>
                    <a:pt x="5" y="3"/>
                  </a:lnTo>
                  <a:lnTo>
                    <a:pt x="2" y="6"/>
                  </a:lnTo>
                  <a:lnTo>
                    <a:pt x="0" y="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6" name="Freeform 328"/>
            <p:cNvSpPr>
              <a:spLocks/>
            </p:cNvSpPr>
            <p:nvPr/>
          </p:nvSpPr>
          <p:spPr bwMode="gray">
            <a:xfrm>
              <a:off x="5869031" y="5776275"/>
              <a:ext cx="329721" cy="271438"/>
            </a:xfrm>
            <a:custGeom>
              <a:avLst/>
              <a:gdLst>
                <a:gd name="T0" fmla="*/ 0 w 133"/>
                <a:gd name="T1" fmla="*/ 46 h 108"/>
                <a:gd name="T2" fmla="*/ 2 w 133"/>
                <a:gd name="T3" fmla="*/ 65 h 108"/>
                <a:gd name="T4" fmla="*/ 5 w 133"/>
                <a:gd name="T5" fmla="*/ 67 h 108"/>
                <a:gd name="T6" fmla="*/ 9 w 133"/>
                <a:gd name="T7" fmla="*/ 67 h 108"/>
                <a:gd name="T8" fmla="*/ 9 w 133"/>
                <a:gd name="T9" fmla="*/ 70 h 108"/>
                <a:gd name="T10" fmla="*/ 10 w 133"/>
                <a:gd name="T11" fmla="*/ 82 h 108"/>
                <a:gd name="T12" fmla="*/ 14 w 133"/>
                <a:gd name="T13" fmla="*/ 91 h 108"/>
                <a:gd name="T14" fmla="*/ 22 w 133"/>
                <a:gd name="T15" fmla="*/ 93 h 108"/>
                <a:gd name="T16" fmla="*/ 31 w 133"/>
                <a:gd name="T17" fmla="*/ 94 h 108"/>
                <a:gd name="T18" fmla="*/ 32 w 133"/>
                <a:gd name="T19" fmla="*/ 97 h 108"/>
                <a:gd name="T20" fmla="*/ 33 w 133"/>
                <a:gd name="T21" fmla="*/ 98 h 108"/>
                <a:gd name="T22" fmla="*/ 47 w 133"/>
                <a:gd name="T23" fmla="*/ 98 h 108"/>
                <a:gd name="T24" fmla="*/ 49 w 133"/>
                <a:gd name="T25" fmla="*/ 97 h 108"/>
                <a:gd name="T26" fmla="*/ 51 w 133"/>
                <a:gd name="T27" fmla="*/ 96 h 108"/>
                <a:gd name="T28" fmla="*/ 54 w 133"/>
                <a:gd name="T29" fmla="*/ 98 h 108"/>
                <a:gd name="T30" fmla="*/ 69 w 133"/>
                <a:gd name="T31" fmla="*/ 103 h 108"/>
                <a:gd name="T32" fmla="*/ 71 w 133"/>
                <a:gd name="T33" fmla="*/ 105 h 108"/>
                <a:gd name="T34" fmla="*/ 73 w 133"/>
                <a:gd name="T35" fmla="*/ 108 h 108"/>
                <a:gd name="T36" fmla="*/ 79 w 133"/>
                <a:gd name="T37" fmla="*/ 105 h 108"/>
                <a:gd name="T38" fmla="*/ 89 w 133"/>
                <a:gd name="T39" fmla="*/ 100 h 108"/>
                <a:gd name="T40" fmla="*/ 95 w 133"/>
                <a:gd name="T41" fmla="*/ 92 h 108"/>
                <a:gd name="T42" fmla="*/ 96 w 133"/>
                <a:gd name="T43" fmla="*/ 83 h 108"/>
                <a:gd name="T44" fmla="*/ 100 w 133"/>
                <a:gd name="T45" fmla="*/ 76 h 108"/>
                <a:gd name="T46" fmla="*/ 108 w 133"/>
                <a:gd name="T47" fmla="*/ 67 h 108"/>
                <a:gd name="T48" fmla="*/ 116 w 133"/>
                <a:gd name="T49" fmla="*/ 55 h 108"/>
                <a:gd name="T50" fmla="*/ 119 w 133"/>
                <a:gd name="T51" fmla="*/ 46 h 108"/>
                <a:gd name="T52" fmla="*/ 124 w 133"/>
                <a:gd name="T53" fmla="*/ 44 h 108"/>
                <a:gd name="T54" fmla="*/ 129 w 133"/>
                <a:gd name="T55" fmla="*/ 44 h 108"/>
                <a:gd name="T56" fmla="*/ 133 w 133"/>
                <a:gd name="T57" fmla="*/ 41 h 108"/>
                <a:gd name="T58" fmla="*/ 131 w 133"/>
                <a:gd name="T59" fmla="*/ 39 h 108"/>
                <a:gd name="T60" fmla="*/ 118 w 133"/>
                <a:gd name="T61" fmla="*/ 30 h 108"/>
                <a:gd name="T62" fmla="*/ 118 w 133"/>
                <a:gd name="T63" fmla="*/ 28 h 108"/>
                <a:gd name="T64" fmla="*/ 122 w 133"/>
                <a:gd name="T65" fmla="*/ 25 h 108"/>
                <a:gd name="T66" fmla="*/ 121 w 133"/>
                <a:gd name="T67" fmla="*/ 23 h 108"/>
                <a:gd name="T68" fmla="*/ 115 w 133"/>
                <a:gd name="T69" fmla="*/ 14 h 108"/>
                <a:gd name="T70" fmla="*/ 110 w 133"/>
                <a:gd name="T71" fmla="*/ 7 h 108"/>
                <a:gd name="T72" fmla="*/ 115 w 133"/>
                <a:gd name="T73" fmla="*/ 7 h 108"/>
                <a:gd name="T74" fmla="*/ 117 w 133"/>
                <a:gd name="T75" fmla="*/ 6 h 108"/>
                <a:gd name="T76" fmla="*/ 115 w 133"/>
                <a:gd name="T77" fmla="*/ 3 h 108"/>
                <a:gd name="T78" fmla="*/ 115 w 133"/>
                <a:gd name="T79" fmla="*/ 1 h 108"/>
                <a:gd name="T80" fmla="*/ 105 w 133"/>
                <a:gd name="T81" fmla="*/ 0 h 108"/>
                <a:gd name="T82" fmla="*/ 99 w 133"/>
                <a:gd name="T83" fmla="*/ 0 h 108"/>
                <a:gd name="T84" fmla="*/ 91 w 133"/>
                <a:gd name="T85" fmla="*/ 4 h 108"/>
                <a:gd name="T86" fmla="*/ 85 w 133"/>
                <a:gd name="T87" fmla="*/ 13 h 108"/>
                <a:gd name="T88" fmla="*/ 81 w 133"/>
                <a:gd name="T89" fmla="*/ 20 h 108"/>
                <a:gd name="T90" fmla="*/ 68 w 133"/>
                <a:gd name="T91" fmla="*/ 36 h 108"/>
                <a:gd name="T92" fmla="*/ 63 w 133"/>
                <a:gd name="T93" fmla="*/ 39 h 108"/>
                <a:gd name="T94" fmla="*/ 59 w 133"/>
                <a:gd name="T95" fmla="*/ 39 h 108"/>
                <a:gd name="T96" fmla="*/ 51 w 133"/>
                <a:gd name="T97" fmla="*/ 34 h 108"/>
                <a:gd name="T98" fmla="*/ 47 w 133"/>
                <a:gd name="T99" fmla="*/ 34 h 108"/>
                <a:gd name="T100" fmla="*/ 39 w 133"/>
                <a:gd name="T101" fmla="*/ 40 h 108"/>
                <a:gd name="T102" fmla="*/ 26 w 133"/>
                <a:gd name="T103" fmla="*/ 43 h 108"/>
                <a:gd name="T104" fmla="*/ 22 w 133"/>
                <a:gd name="T105" fmla="*/ 43 h 108"/>
                <a:gd name="T106" fmla="*/ 14 w 133"/>
                <a:gd name="T107" fmla="*/ 35 h 108"/>
                <a:gd name="T108" fmla="*/ 9 w 133"/>
                <a:gd name="T109" fmla="*/ 32 h 108"/>
                <a:gd name="T110" fmla="*/ 5 w 133"/>
                <a:gd name="T111" fmla="*/ 29 h 108"/>
                <a:gd name="T112" fmla="*/ 4 w 133"/>
                <a:gd name="T113" fmla="*/ 30 h 108"/>
                <a:gd name="T114" fmla="*/ 1 w 133"/>
                <a:gd name="T115" fmla="*/ 3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3" h="108">
                  <a:moveTo>
                    <a:pt x="0" y="46"/>
                  </a:moveTo>
                  <a:lnTo>
                    <a:pt x="0" y="46"/>
                  </a:lnTo>
                  <a:lnTo>
                    <a:pt x="1" y="59"/>
                  </a:lnTo>
                  <a:lnTo>
                    <a:pt x="2" y="65"/>
                  </a:lnTo>
                  <a:lnTo>
                    <a:pt x="4" y="66"/>
                  </a:lnTo>
                  <a:lnTo>
                    <a:pt x="5" y="67"/>
                  </a:lnTo>
                  <a:lnTo>
                    <a:pt x="5" y="67"/>
                  </a:lnTo>
                  <a:lnTo>
                    <a:pt x="9" y="67"/>
                  </a:lnTo>
                  <a:lnTo>
                    <a:pt x="9" y="67"/>
                  </a:lnTo>
                  <a:lnTo>
                    <a:pt x="9" y="70"/>
                  </a:lnTo>
                  <a:lnTo>
                    <a:pt x="9" y="70"/>
                  </a:lnTo>
                  <a:lnTo>
                    <a:pt x="10" y="82"/>
                  </a:lnTo>
                  <a:lnTo>
                    <a:pt x="12" y="88"/>
                  </a:lnTo>
                  <a:lnTo>
                    <a:pt x="14" y="91"/>
                  </a:lnTo>
                  <a:lnTo>
                    <a:pt x="14" y="91"/>
                  </a:lnTo>
                  <a:lnTo>
                    <a:pt x="22" y="93"/>
                  </a:lnTo>
                  <a:lnTo>
                    <a:pt x="31" y="94"/>
                  </a:lnTo>
                  <a:lnTo>
                    <a:pt x="31" y="94"/>
                  </a:lnTo>
                  <a:lnTo>
                    <a:pt x="31" y="97"/>
                  </a:lnTo>
                  <a:lnTo>
                    <a:pt x="32" y="97"/>
                  </a:lnTo>
                  <a:lnTo>
                    <a:pt x="33" y="98"/>
                  </a:lnTo>
                  <a:lnTo>
                    <a:pt x="33" y="98"/>
                  </a:lnTo>
                  <a:lnTo>
                    <a:pt x="42" y="98"/>
                  </a:lnTo>
                  <a:lnTo>
                    <a:pt x="47" y="98"/>
                  </a:lnTo>
                  <a:lnTo>
                    <a:pt x="49" y="97"/>
                  </a:lnTo>
                  <a:lnTo>
                    <a:pt x="49" y="97"/>
                  </a:lnTo>
                  <a:lnTo>
                    <a:pt x="49" y="96"/>
                  </a:lnTo>
                  <a:lnTo>
                    <a:pt x="51" y="96"/>
                  </a:lnTo>
                  <a:lnTo>
                    <a:pt x="54" y="98"/>
                  </a:lnTo>
                  <a:lnTo>
                    <a:pt x="54" y="98"/>
                  </a:lnTo>
                  <a:lnTo>
                    <a:pt x="65" y="102"/>
                  </a:lnTo>
                  <a:lnTo>
                    <a:pt x="69" y="103"/>
                  </a:lnTo>
                  <a:lnTo>
                    <a:pt x="71" y="105"/>
                  </a:lnTo>
                  <a:lnTo>
                    <a:pt x="71" y="105"/>
                  </a:lnTo>
                  <a:lnTo>
                    <a:pt x="71" y="107"/>
                  </a:lnTo>
                  <a:lnTo>
                    <a:pt x="73" y="108"/>
                  </a:lnTo>
                  <a:lnTo>
                    <a:pt x="75" y="108"/>
                  </a:lnTo>
                  <a:lnTo>
                    <a:pt x="79" y="105"/>
                  </a:lnTo>
                  <a:lnTo>
                    <a:pt x="79" y="105"/>
                  </a:lnTo>
                  <a:lnTo>
                    <a:pt x="89" y="100"/>
                  </a:lnTo>
                  <a:lnTo>
                    <a:pt x="92" y="97"/>
                  </a:lnTo>
                  <a:lnTo>
                    <a:pt x="95" y="92"/>
                  </a:lnTo>
                  <a:lnTo>
                    <a:pt x="95" y="92"/>
                  </a:lnTo>
                  <a:lnTo>
                    <a:pt x="96" y="83"/>
                  </a:lnTo>
                  <a:lnTo>
                    <a:pt x="97" y="80"/>
                  </a:lnTo>
                  <a:lnTo>
                    <a:pt x="100" y="76"/>
                  </a:lnTo>
                  <a:lnTo>
                    <a:pt x="100" y="76"/>
                  </a:lnTo>
                  <a:lnTo>
                    <a:pt x="108" y="67"/>
                  </a:lnTo>
                  <a:lnTo>
                    <a:pt x="113" y="61"/>
                  </a:lnTo>
                  <a:lnTo>
                    <a:pt x="116" y="55"/>
                  </a:lnTo>
                  <a:lnTo>
                    <a:pt x="116" y="55"/>
                  </a:lnTo>
                  <a:lnTo>
                    <a:pt x="119" y="46"/>
                  </a:lnTo>
                  <a:lnTo>
                    <a:pt x="121" y="44"/>
                  </a:lnTo>
                  <a:lnTo>
                    <a:pt x="124" y="44"/>
                  </a:lnTo>
                  <a:lnTo>
                    <a:pt x="124" y="44"/>
                  </a:lnTo>
                  <a:lnTo>
                    <a:pt x="129" y="44"/>
                  </a:lnTo>
                  <a:lnTo>
                    <a:pt x="132" y="43"/>
                  </a:lnTo>
                  <a:lnTo>
                    <a:pt x="133" y="41"/>
                  </a:lnTo>
                  <a:lnTo>
                    <a:pt x="131" y="39"/>
                  </a:lnTo>
                  <a:lnTo>
                    <a:pt x="131" y="39"/>
                  </a:lnTo>
                  <a:lnTo>
                    <a:pt x="122" y="34"/>
                  </a:lnTo>
                  <a:lnTo>
                    <a:pt x="118" y="30"/>
                  </a:lnTo>
                  <a:lnTo>
                    <a:pt x="118" y="29"/>
                  </a:lnTo>
                  <a:lnTo>
                    <a:pt x="118" y="28"/>
                  </a:lnTo>
                  <a:lnTo>
                    <a:pt x="118" y="28"/>
                  </a:lnTo>
                  <a:lnTo>
                    <a:pt x="122" y="25"/>
                  </a:lnTo>
                  <a:lnTo>
                    <a:pt x="122" y="24"/>
                  </a:lnTo>
                  <a:lnTo>
                    <a:pt x="121" y="23"/>
                  </a:lnTo>
                  <a:lnTo>
                    <a:pt x="121" y="23"/>
                  </a:lnTo>
                  <a:lnTo>
                    <a:pt x="115" y="14"/>
                  </a:lnTo>
                  <a:lnTo>
                    <a:pt x="111" y="8"/>
                  </a:lnTo>
                  <a:lnTo>
                    <a:pt x="110" y="7"/>
                  </a:lnTo>
                  <a:lnTo>
                    <a:pt x="110" y="7"/>
                  </a:lnTo>
                  <a:lnTo>
                    <a:pt x="115" y="7"/>
                  </a:lnTo>
                  <a:lnTo>
                    <a:pt x="117" y="6"/>
                  </a:lnTo>
                  <a:lnTo>
                    <a:pt x="117" y="6"/>
                  </a:lnTo>
                  <a:lnTo>
                    <a:pt x="117" y="6"/>
                  </a:lnTo>
                  <a:lnTo>
                    <a:pt x="115" y="3"/>
                  </a:lnTo>
                  <a:lnTo>
                    <a:pt x="113" y="2"/>
                  </a:lnTo>
                  <a:lnTo>
                    <a:pt x="115" y="1"/>
                  </a:lnTo>
                  <a:lnTo>
                    <a:pt x="115" y="1"/>
                  </a:lnTo>
                  <a:lnTo>
                    <a:pt x="105" y="0"/>
                  </a:lnTo>
                  <a:lnTo>
                    <a:pt x="99" y="0"/>
                  </a:lnTo>
                  <a:lnTo>
                    <a:pt x="99" y="0"/>
                  </a:lnTo>
                  <a:lnTo>
                    <a:pt x="95" y="1"/>
                  </a:lnTo>
                  <a:lnTo>
                    <a:pt x="91" y="4"/>
                  </a:lnTo>
                  <a:lnTo>
                    <a:pt x="87" y="8"/>
                  </a:lnTo>
                  <a:lnTo>
                    <a:pt x="85" y="13"/>
                  </a:lnTo>
                  <a:lnTo>
                    <a:pt x="85" y="13"/>
                  </a:lnTo>
                  <a:lnTo>
                    <a:pt x="81" y="20"/>
                  </a:lnTo>
                  <a:lnTo>
                    <a:pt x="75" y="29"/>
                  </a:lnTo>
                  <a:lnTo>
                    <a:pt x="68" y="36"/>
                  </a:lnTo>
                  <a:lnTo>
                    <a:pt x="65" y="39"/>
                  </a:lnTo>
                  <a:lnTo>
                    <a:pt x="63" y="39"/>
                  </a:lnTo>
                  <a:lnTo>
                    <a:pt x="63" y="39"/>
                  </a:lnTo>
                  <a:lnTo>
                    <a:pt x="59" y="39"/>
                  </a:lnTo>
                  <a:lnTo>
                    <a:pt x="54" y="36"/>
                  </a:lnTo>
                  <a:lnTo>
                    <a:pt x="51" y="34"/>
                  </a:lnTo>
                  <a:lnTo>
                    <a:pt x="47" y="34"/>
                  </a:lnTo>
                  <a:lnTo>
                    <a:pt x="47" y="34"/>
                  </a:lnTo>
                  <a:lnTo>
                    <a:pt x="43" y="36"/>
                  </a:lnTo>
                  <a:lnTo>
                    <a:pt x="39" y="40"/>
                  </a:lnTo>
                  <a:lnTo>
                    <a:pt x="35" y="43"/>
                  </a:lnTo>
                  <a:lnTo>
                    <a:pt x="26" y="43"/>
                  </a:lnTo>
                  <a:lnTo>
                    <a:pt x="26" y="43"/>
                  </a:lnTo>
                  <a:lnTo>
                    <a:pt x="22" y="43"/>
                  </a:lnTo>
                  <a:lnTo>
                    <a:pt x="20" y="40"/>
                  </a:lnTo>
                  <a:lnTo>
                    <a:pt x="14" y="35"/>
                  </a:lnTo>
                  <a:lnTo>
                    <a:pt x="14" y="35"/>
                  </a:lnTo>
                  <a:lnTo>
                    <a:pt x="9" y="32"/>
                  </a:lnTo>
                  <a:lnTo>
                    <a:pt x="7" y="30"/>
                  </a:lnTo>
                  <a:lnTo>
                    <a:pt x="5" y="29"/>
                  </a:lnTo>
                  <a:lnTo>
                    <a:pt x="5" y="29"/>
                  </a:lnTo>
                  <a:lnTo>
                    <a:pt x="4" y="30"/>
                  </a:lnTo>
                  <a:lnTo>
                    <a:pt x="2" y="32"/>
                  </a:lnTo>
                  <a:lnTo>
                    <a:pt x="1" y="36"/>
                  </a:lnTo>
                  <a:lnTo>
                    <a:pt x="0" y="4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7" name="Freeform 330"/>
            <p:cNvSpPr>
              <a:spLocks/>
            </p:cNvSpPr>
            <p:nvPr/>
          </p:nvSpPr>
          <p:spPr bwMode="gray">
            <a:xfrm>
              <a:off x="6030174" y="5743602"/>
              <a:ext cx="44623" cy="40213"/>
            </a:xfrm>
            <a:custGeom>
              <a:avLst/>
              <a:gdLst>
                <a:gd name="T0" fmla="*/ 6 w 18"/>
                <a:gd name="T1" fmla="*/ 16 h 16"/>
                <a:gd name="T2" fmla="*/ 6 w 18"/>
                <a:gd name="T3" fmla="*/ 16 h 16"/>
                <a:gd name="T4" fmla="*/ 9 w 18"/>
                <a:gd name="T5" fmla="*/ 13 h 16"/>
                <a:gd name="T6" fmla="*/ 10 w 18"/>
                <a:gd name="T7" fmla="*/ 10 h 16"/>
                <a:gd name="T8" fmla="*/ 11 w 18"/>
                <a:gd name="T9" fmla="*/ 10 h 16"/>
                <a:gd name="T10" fmla="*/ 11 w 18"/>
                <a:gd name="T11" fmla="*/ 10 h 16"/>
                <a:gd name="T12" fmla="*/ 13 w 18"/>
                <a:gd name="T13" fmla="*/ 11 h 16"/>
                <a:gd name="T14" fmla="*/ 14 w 18"/>
                <a:gd name="T15" fmla="*/ 14 h 16"/>
                <a:gd name="T16" fmla="*/ 16 w 18"/>
                <a:gd name="T17" fmla="*/ 15 h 16"/>
                <a:gd name="T18" fmla="*/ 16 w 18"/>
                <a:gd name="T19" fmla="*/ 15 h 16"/>
                <a:gd name="T20" fmla="*/ 18 w 18"/>
                <a:gd name="T21" fmla="*/ 14 h 16"/>
                <a:gd name="T22" fmla="*/ 18 w 18"/>
                <a:gd name="T23" fmla="*/ 14 h 16"/>
                <a:gd name="T24" fmla="*/ 18 w 18"/>
                <a:gd name="T25" fmla="*/ 9 h 16"/>
                <a:gd name="T26" fmla="*/ 15 w 18"/>
                <a:gd name="T27" fmla="*/ 1 h 16"/>
                <a:gd name="T28" fmla="*/ 15 w 18"/>
                <a:gd name="T29" fmla="*/ 1 h 16"/>
                <a:gd name="T30" fmla="*/ 13 w 18"/>
                <a:gd name="T31" fmla="*/ 1 h 16"/>
                <a:gd name="T32" fmla="*/ 11 w 18"/>
                <a:gd name="T33" fmla="*/ 0 h 16"/>
                <a:gd name="T34" fmla="*/ 10 w 18"/>
                <a:gd name="T35" fmla="*/ 1 h 16"/>
                <a:gd name="T36" fmla="*/ 10 w 18"/>
                <a:gd name="T37" fmla="*/ 1 h 16"/>
                <a:gd name="T38" fmla="*/ 6 w 18"/>
                <a:gd name="T39" fmla="*/ 5 h 16"/>
                <a:gd name="T40" fmla="*/ 4 w 18"/>
                <a:gd name="T41" fmla="*/ 8 h 16"/>
                <a:gd name="T42" fmla="*/ 2 w 18"/>
                <a:gd name="T43" fmla="*/ 8 h 16"/>
                <a:gd name="T44" fmla="*/ 2 w 18"/>
                <a:gd name="T45" fmla="*/ 8 h 16"/>
                <a:gd name="T46" fmla="*/ 0 w 18"/>
                <a:gd name="T47" fmla="*/ 9 h 16"/>
                <a:gd name="T48" fmla="*/ 0 w 18"/>
                <a:gd name="T49" fmla="*/ 10 h 16"/>
                <a:gd name="T50" fmla="*/ 2 w 18"/>
                <a:gd name="T51" fmla="*/ 11 h 16"/>
                <a:gd name="T52" fmla="*/ 0 w 18"/>
                <a:gd name="T53" fmla="*/ 13 h 16"/>
                <a:gd name="T54" fmla="*/ 0 w 18"/>
                <a:gd name="T55" fmla="*/ 14 h 16"/>
                <a:gd name="T56" fmla="*/ 0 w 18"/>
                <a:gd name="T57" fmla="*/ 14 h 16"/>
                <a:gd name="T58" fmla="*/ 4 w 18"/>
                <a:gd name="T59" fmla="*/ 16 h 16"/>
                <a:gd name="T60" fmla="*/ 6 w 18"/>
                <a:gd name="T61"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8" h="16">
                  <a:moveTo>
                    <a:pt x="6" y="16"/>
                  </a:moveTo>
                  <a:lnTo>
                    <a:pt x="6" y="16"/>
                  </a:lnTo>
                  <a:lnTo>
                    <a:pt x="9" y="13"/>
                  </a:lnTo>
                  <a:lnTo>
                    <a:pt x="10" y="10"/>
                  </a:lnTo>
                  <a:lnTo>
                    <a:pt x="11" y="10"/>
                  </a:lnTo>
                  <a:lnTo>
                    <a:pt x="11" y="10"/>
                  </a:lnTo>
                  <a:lnTo>
                    <a:pt x="13" y="11"/>
                  </a:lnTo>
                  <a:lnTo>
                    <a:pt x="14" y="14"/>
                  </a:lnTo>
                  <a:lnTo>
                    <a:pt x="16" y="15"/>
                  </a:lnTo>
                  <a:lnTo>
                    <a:pt x="16" y="15"/>
                  </a:lnTo>
                  <a:lnTo>
                    <a:pt x="18" y="14"/>
                  </a:lnTo>
                  <a:lnTo>
                    <a:pt x="18" y="14"/>
                  </a:lnTo>
                  <a:lnTo>
                    <a:pt x="18" y="9"/>
                  </a:lnTo>
                  <a:lnTo>
                    <a:pt x="15" y="1"/>
                  </a:lnTo>
                  <a:lnTo>
                    <a:pt x="15" y="1"/>
                  </a:lnTo>
                  <a:lnTo>
                    <a:pt x="13" y="1"/>
                  </a:lnTo>
                  <a:lnTo>
                    <a:pt x="11" y="0"/>
                  </a:lnTo>
                  <a:lnTo>
                    <a:pt x="10" y="1"/>
                  </a:lnTo>
                  <a:lnTo>
                    <a:pt x="10" y="1"/>
                  </a:lnTo>
                  <a:lnTo>
                    <a:pt x="6" y="5"/>
                  </a:lnTo>
                  <a:lnTo>
                    <a:pt x="4" y="8"/>
                  </a:lnTo>
                  <a:lnTo>
                    <a:pt x="2" y="8"/>
                  </a:lnTo>
                  <a:lnTo>
                    <a:pt x="2" y="8"/>
                  </a:lnTo>
                  <a:lnTo>
                    <a:pt x="0" y="9"/>
                  </a:lnTo>
                  <a:lnTo>
                    <a:pt x="0" y="10"/>
                  </a:lnTo>
                  <a:lnTo>
                    <a:pt x="2" y="11"/>
                  </a:lnTo>
                  <a:lnTo>
                    <a:pt x="0" y="13"/>
                  </a:lnTo>
                  <a:lnTo>
                    <a:pt x="0" y="14"/>
                  </a:lnTo>
                  <a:lnTo>
                    <a:pt x="0" y="14"/>
                  </a:lnTo>
                  <a:lnTo>
                    <a:pt x="4" y="16"/>
                  </a:lnTo>
                  <a:lnTo>
                    <a:pt x="6" y="16"/>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38" name="Freeform 332"/>
            <p:cNvSpPr>
              <a:spLocks/>
            </p:cNvSpPr>
            <p:nvPr/>
          </p:nvSpPr>
          <p:spPr bwMode="gray">
            <a:xfrm>
              <a:off x="5903739" y="5675743"/>
              <a:ext cx="304930" cy="208605"/>
            </a:xfrm>
            <a:custGeom>
              <a:avLst/>
              <a:gdLst>
                <a:gd name="T0" fmla="*/ 12 w 123"/>
                <a:gd name="T1" fmla="*/ 83 h 83"/>
                <a:gd name="T2" fmla="*/ 25 w 123"/>
                <a:gd name="T3" fmla="*/ 80 h 83"/>
                <a:gd name="T4" fmla="*/ 33 w 123"/>
                <a:gd name="T5" fmla="*/ 74 h 83"/>
                <a:gd name="T6" fmla="*/ 37 w 123"/>
                <a:gd name="T7" fmla="*/ 74 h 83"/>
                <a:gd name="T8" fmla="*/ 45 w 123"/>
                <a:gd name="T9" fmla="*/ 79 h 83"/>
                <a:gd name="T10" fmla="*/ 49 w 123"/>
                <a:gd name="T11" fmla="*/ 79 h 83"/>
                <a:gd name="T12" fmla="*/ 54 w 123"/>
                <a:gd name="T13" fmla="*/ 76 h 83"/>
                <a:gd name="T14" fmla="*/ 67 w 123"/>
                <a:gd name="T15" fmla="*/ 60 h 83"/>
                <a:gd name="T16" fmla="*/ 71 w 123"/>
                <a:gd name="T17" fmla="*/ 53 h 83"/>
                <a:gd name="T18" fmla="*/ 77 w 123"/>
                <a:gd name="T19" fmla="*/ 44 h 83"/>
                <a:gd name="T20" fmla="*/ 85 w 123"/>
                <a:gd name="T21" fmla="*/ 40 h 83"/>
                <a:gd name="T22" fmla="*/ 91 w 123"/>
                <a:gd name="T23" fmla="*/ 40 h 83"/>
                <a:gd name="T24" fmla="*/ 102 w 123"/>
                <a:gd name="T25" fmla="*/ 41 h 83"/>
                <a:gd name="T26" fmla="*/ 109 w 123"/>
                <a:gd name="T27" fmla="*/ 38 h 83"/>
                <a:gd name="T28" fmla="*/ 114 w 123"/>
                <a:gd name="T29" fmla="*/ 37 h 83"/>
                <a:gd name="T30" fmla="*/ 114 w 123"/>
                <a:gd name="T31" fmla="*/ 36 h 83"/>
                <a:gd name="T32" fmla="*/ 114 w 123"/>
                <a:gd name="T33" fmla="*/ 32 h 83"/>
                <a:gd name="T34" fmla="*/ 121 w 123"/>
                <a:gd name="T35" fmla="*/ 26 h 83"/>
                <a:gd name="T36" fmla="*/ 121 w 123"/>
                <a:gd name="T37" fmla="*/ 24 h 83"/>
                <a:gd name="T38" fmla="*/ 114 w 123"/>
                <a:gd name="T39" fmla="*/ 20 h 83"/>
                <a:gd name="T40" fmla="*/ 107 w 123"/>
                <a:gd name="T41" fmla="*/ 16 h 83"/>
                <a:gd name="T42" fmla="*/ 98 w 123"/>
                <a:gd name="T43" fmla="*/ 14 h 83"/>
                <a:gd name="T44" fmla="*/ 98 w 123"/>
                <a:gd name="T45" fmla="*/ 12 h 83"/>
                <a:gd name="T46" fmla="*/ 98 w 123"/>
                <a:gd name="T47" fmla="*/ 6 h 83"/>
                <a:gd name="T48" fmla="*/ 97 w 123"/>
                <a:gd name="T49" fmla="*/ 4 h 83"/>
                <a:gd name="T50" fmla="*/ 89 w 123"/>
                <a:gd name="T51" fmla="*/ 0 h 83"/>
                <a:gd name="T52" fmla="*/ 87 w 123"/>
                <a:gd name="T53" fmla="*/ 0 h 83"/>
                <a:gd name="T54" fmla="*/ 81 w 123"/>
                <a:gd name="T55" fmla="*/ 10 h 83"/>
                <a:gd name="T56" fmla="*/ 75 w 123"/>
                <a:gd name="T57" fmla="*/ 19 h 83"/>
                <a:gd name="T58" fmla="*/ 70 w 123"/>
                <a:gd name="T59" fmla="*/ 25 h 83"/>
                <a:gd name="T60" fmla="*/ 69 w 123"/>
                <a:gd name="T61" fmla="*/ 27 h 83"/>
                <a:gd name="T62" fmla="*/ 66 w 123"/>
                <a:gd name="T63" fmla="*/ 28 h 83"/>
                <a:gd name="T64" fmla="*/ 69 w 123"/>
                <a:gd name="T65" fmla="*/ 36 h 83"/>
                <a:gd name="T66" fmla="*/ 69 w 123"/>
                <a:gd name="T67" fmla="*/ 41 h 83"/>
                <a:gd name="T68" fmla="*/ 67 w 123"/>
                <a:gd name="T69" fmla="*/ 42 h 83"/>
                <a:gd name="T70" fmla="*/ 64 w 123"/>
                <a:gd name="T71" fmla="*/ 38 h 83"/>
                <a:gd name="T72" fmla="*/ 62 w 123"/>
                <a:gd name="T73" fmla="*/ 37 h 83"/>
                <a:gd name="T74" fmla="*/ 60 w 123"/>
                <a:gd name="T75" fmla="*/ 40 h 83"/>
                <a:gd name="T76" fmla="*/ 57 w 123"/>
                <a:gd name="T77" fmla="*/ 43 h 83"/>
                <a:gd name="T78" fmla="*/ 51 w 123"/>
                <a:gd name="T79" fmla="*/ 41 h 83"/>
                <a:gd name="T80" fmla="*/ 45 w 123"/>
                <a:gd name="T81" fmla="*/ 46 h 83"/>
                <a:gd name="T82" fmla="*/ 39 w 123"/>
                <a:gd name="T83" fmla="*/ 51 h 83"/>
                <a:gd name="T84" fmla="*/ 38 w 123"/>
                <a:gd name="T85" fmla="*/ 51 h 83"/>
                <a:gd name="T86" fmla="*/ 38 w 123"/>
                <a:gd name="T87" fmla="*/ 54 h 83"/>
                <a:gd name="T88" fmla="*/ 37 w 123"/>
                <a:gd name="T89" fmla="*/ 56 h 83"/>
                <a:gd name="T90" fmla="*/ 18 w 123"/>
                <a:gd name="T91" fmla="*/ 57 h 83"/>
                <a:gd name="T92" fmla="*/ 14 w 123"/>
                <a:gd name="T93" fmla="*/ 67 h 83"/>
                <a:gd name="T94" fmla="*/ 11 w 123"/>
                <a:gd name="T95" fmla="*/ 75 h 83"/>
                <a:gd name="T96" fmla="*/ 4 w 123"/>
                <a:gd name="T97" fmla="*/ 75 h 83"/>
                <a:gd name="T98" fmla="*/ 0 w 123"/>
                <a:gd name="T99" fmla="*/ 75 h 83"/>
                <a:gd name="T100" fmla="*/ 0 w 123"/>
                <a:gd name="T101" fmla="*/ 75 h 83"/>
                <a:gd name="T102" fmla="*/ 8 w 123"/>
                <a:gd name="T103" fmla="*/ 83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23" h="83">
                  <a:moveTo>
                    <a:pt x="12" y="83"/>
                  </a:moveTo>
                  <a:lnTo>
                    <a:pt x="12" y="83"/>
                  </a:lnTo>
                  <a:lnTo>
                    <a:pt x="21" y="83"/>
                  </a:lnTo>
                  <a:lnTo>
                    <a:pt x="25" y="80"/>
                  </a:lnTo>
                  <a:lnTo>
                    <a:pt x="29" y="76"/>
                  </a:lnTo>
                  <a:lnTo>
                    <a:pt x="33" y="74"/>
                  </a:lnTo>
                  <a:lnTo>
                    <a:pt x="33" y="74"/>
                  </a:lnTo>
                  <a:lnTo>
                    <a:pt x="37" y="74"/>
                  </a:lnTo>
                  <a:lnTo>
                    <a:pt x="40" y="76"/>
                  </a:lnTo>
                  <a:lnTo>
                    <a:pt x="45" y="79"/>
                  </a:lnTo>
                  <a:lnTo>
                    <a:pt x="49" y="79"/>
                  </a:lnTo>
                  <a:lnTo>
                    <a:pt x="49" y="79"/>
                  </a:lnTo>
                  <a:lnTo>
                    <a:pt x="51" y="79"/>
                  </a:lnTo>
                  <a:lnTo>
                    <a:pt x="54" y="76"/>
                  </a:lnTo>
                  <a:lnTo>
                    <a:pt x="61" y="69"/>
                  </a:lnTo>
                  <a:lnTo>
                    <a:pt x="67" y="60"/>
                  </a:lnTo>
                  <a:lnTo>
                    <a:pt x="71" y="53"/>
                  </a:lnTo>
                  <a:lnTo>
                    <a:pt x="71" y="53"/>
                  </a:lnTo>
                  <a:lnTo>
                    <a:pt x="73" y="48"/>
                  </a:lnTo>
                  <a:lnTo>
                    <a:pt x="77" y="44"/>
                  </a:lnTo>
                  <a:lnTo>
                    <a:pt x="81" y="41"/>
                  </a:lnTo>
                  <a:lnTo>
                    <a:pt x="85" y="40"/>
                  </a:lnTo>
                  <a:lnTo>
                    <a:pt x="85" y="40"/>
                  </a:lnTo>
                  <a:lnTo>
                    <a:pt x="91" y="40"/>
                  </a:lnTo>
                  <a:lnTo>
                    <a:pt x="101" y="41"/>
                  </a:lnTo>
                  <a:lnTo>
                    <a:pt x="102" y="41"/>
                  </a:lnTo>
                  <a:lnTo>
                    <a:pt x="102" y="41"/>
                  </a:lnTo>
                  <a:lnTo>
                    <a:pt x="109" y="38"/>
                  </a:lnTo>
                  <a:lnTo>
                    <a:pt x="113" y="37"/>
                  </a:lnTo>
                  <a:lnTo>
                    <a:pt x="114" y="37"/>
                  </a:lnTo>
                  <a:lnTo>
                    <a:pt x="114" y="36"/>
                  </a:lnTo>
                  <a:lnTo>
                    <a:pt x="114" y="36"/>
                  </a:lnTo>
                  <a:lnTo>
                    <a:pt x="114" y="35"/>
                  </a:lnTo>
                  <a:lnTo>
                    <a:pt x="114" y="32"/>
                  </a:lnTo>
                  <a:lnTo>
                    <a:pt x="118" y="28"/>
                  </a:lnTo>
                  <a:lnTo>
                    <a:pt x="121" y="26"/>
                  </a:lnTo>
                  <a:lnTo>
                    <a:pt x="123" y="25"/>
                  </a:lnTo>
                  <a:lnTo>
                    <a:pt x="121" y="24"/>
                  </a:lnTo>
                  <a:lnTo>
                    <a:pt x="121" y="24"/>
                  </a:lnTo>
                  <a:lnTo>
                    <a:pt x="114" y="20"/>
                  </a:lnTo>
                  <a:lnTo>
                    <a:pt x="107" y="16"/>
                  </a:lnTo>
                  <a:lnTo>
                    <a:pt x="107" y="16"/>
                  </a:lnTo>
                  <a:lnTo>
                    <a:pt x="99" y="15"/>
                  </a:lnTo>
                  <a:lnTo>
                    <a:pt x="98" y="14"/>
                  </a:lnTo>
                  <a:lnTo>
                    <a:pt x="98" y="12"/>
                  </a:lnTo>
                  <a:lnTo>
                    <a:pt x="98" y="12"/>
                  </a:lnTo>
                  <a:lnTo>
                    <a:pt x="98" y="9"/>
                  </a:lnTo>
                  <a:lnTo>
                    <a:pt x="98" y="6"/>
                  </a:lnTo>
                  <a:lnTo>
                    <a:pt x="97" y="4"/>
                  </a:lnTo>
                  <a:lnTo>
                    <a:pt x="97" y="4"/>
                  </a:lnTo>
                  <a:lnTo>
                    <a:pt x="92" y="1"/>
                  </a:lnTo>
                  <a:lnTo>
                    <a:pt x="89" y="0"/>
                  </a:lnTo>
                  <a:lnTo>
                    <a:pt x="87" y="0"/>
                  </a:lnTo>
                  <a:lnTo>
                    <a:pt x="87" y="0"/>
                  </a:lnTo>
                  <a:lnTo>
                    <a:pt x="85" y="4"/>
                  </a:lnTo>
                  <a:lnTo>
                    <a:pt x="81" y="10"/>
                  </a:lnTo>
                  <a:lnTo>
                    <a:pt x="75" y="19"/>
                  </a:lnTo>
                  <a:lnTo>
                    <a:pt x="75" y="19"/>
                  </a:lnTo>
                  <a:lnTo>
                    <a:pt x="72" y="21"/>
                  </a:lnTo>
                  <a:lnTo>
                    <a:pt x="70" y="25"/>
                  </a:lnTo>
                  <a:lnTo>
                    <a:pt x="70" y="25"/>
                  </a:lnTo>
                  <a:lnTo>
                    <a:pt x="69" y="27"/>
                  </a:lnTo>
                  <a:lnTo>
                    <a:pt x="66" y="28"/>
                  </a:lnTo>
                  <a:lnTo>
                    <a:pt x="66" y="28"/>
                  </a:lnTo>
                  <a:lnTo>
                    <a:pt x="66" y="28"/>
                  </a:lnTo>
                  <a:lnTo>
                    <a:pt x="69" y="36"/>
                  </a:lnTo>
                  <a:lnTo>
                    <a:pt x="69" y="41"/>
                  </a:lnTo>
                  <a:lnTo>
                    <a:pt x="69" y="41"/>
                  </a:lnTo>
                  <a:lnTo>
                    <a:pt x="67" y="42"/>
                  </a:lnTo>
                  <a:lnTo>
                    <a:pt x="67" y="42"/>
                  </a:lnTo>
                  <a:lnTo>
                    <a:pt x="65" y="41"/>
                  </a:lnTo>
                  <a:lnTo>
                    <a:pt x="64" y="38"/>
                  </a:lnTo>
                  <a:lnTo>
                    <a:pt x="62" y="37"/>
                  </a:lnTo>
                  <a:lnTo>
                    <a:pt x="62" y="37"/>
                  </a:lnTo>
                  <a:lnTo>
                    <a:pt x="61" y="37"/>
                  </a:lnTo>
                  <a:lnTo>
                    <a:pt x="60" y="40"/>
                  </a:lnTo>
                  <a:lnTo>
                    <a:pt x="57" y="43"/>
                  </a:lnTo>
                  <a:lnTo>
                    <a:pt x="57" y="43"/>
                  </a:lnTo>
                  <a:lnTo>
                    <a:pt x="55" y="43"/>
                  </a:lnTo>
                  <a:lnTo>
                    <a:pt x="51" y="41"/>
                  </a:lnTo>
                  <a:lnTo>
                    <a:pt x="51" y="41"/>
                  </a:lnTo>
                  <a:lnTo>
                    <a:pt x="45" y="46"/>
                  </a:lnTo>
                  <a:lnTo>
                    <a:pt x="41" y="49"/>
                  </a:lnTo>
                  <a:lnTo>
                    <a:pt x="39" y="51"/>
                  </a:lnTo>
                  <a:lnTo>
                    <a:pt x="39" y="51"/>
                  </a:lnTo>
                  <a:lnTo>
                    <a:pt x="38" y="51"/>
                  </a:lnTo>
                  <a:lnTo>
                    <a:pt x="38" y="53"/>
                  </a:lnTo>
                  <a:lnTo>
                    <a:pt x="38" y="54"/>
                  </a:lnTo>
                  <a:lnTo>
                    <a:pt x="37" y="56"/>
                  </a:lnTo>
                  <a:lnTo>
                    <a:pt x="37" y="56"/>
                  </a:lnTo>
                  <a:lnTo>
                    <a:pt x="18" y="57"/>
                  </a:lnTo>
                  <a:lnTo>
                    <a:pt x="18" y="57"/>
                  </a:lnTo>
                  <a:lnTo>
                    <a:pt x="17" y="60"/>
                  </a:lnTo>
                  <a:lnTo>
                    <a:pt x="14" y="67"/>
                  </a:lnTo>
                  <a:lnTo>
                    <a:pt x="12" y="73"/>
                  </a:lnTo>
                  <a:lnTo>
                    <a:pt x="11" y="75"/>
                  </a:lnTo>
                  <a:lnTo>
                    <a:pt x="11" y="75"/>
                  </a:lnTo>
                  <a:lnTo>
                    <a:pt x="4" y="75"/>
                  </a:lnTo>
                  <a:lnTo>
                    <a:pt x="2" y="75"/>
                  </a:lnTo>
                  <a:lnTo>
                    <a:pt x="0" y="75"/>
                  </a:lnTo>
                  <a:lnTo>
                    <a:pt x="0" y="75"/>
                  </a:lnTo>
                  <a:lnTo>
                    <a:pt x="0" y="75"/>
                  </a:lnTo>
                  <a:lnTo>
                    <a:pt x="6" y="80"/>
                  </a:lnTo>
                  <a:lnTo>
                    <a:pt x="8" y="83"/>
                  </a:lnTo>
                  <a:lnTo>
                    <a:pt x="12" y="8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44" name="Freeform 1760"/>
            <p:cNvSpPr>
              <a:spLocks/>
            </p:cNvSpPr>
            <p:nvPr/>
          </p:nvSpPr>
          <p:spPr bwMode="gray">
            <a:xfrm>
              <a:off x="4468335" y="4574913"/>
              <a:ext cx="991644" cy="1040511"/>
            </a:xfrm>
            <a:custGeom>
              <a:avLst/>
              <a:gdLst>
                <a:gd name="T0" fmla="*/ 96 w 400"/>
                <a:gd name="T1" fmla="*/ 356 h 414"/>
                <a:gd name="T2" fmla="*/ 78 w 400"/>
                <a:gd name="T3" fmla="*/ 313 h 414"/>
                <a:gd name="T4" fmla="*/ 64 w 400"/>
                <a:gd name="T5" fmla="*/ 269 h 414"/>
                <a:gd name="T6" fmla="*/ 64 w 400"/>
                <a:gd name="T7" fmla="*/ 240 h 414"/>
                <a:gd name="T8" fmla="*/ 53 w 400"/>
                <a:gd name="T9" fmla="*/ 230 h 414"/>
                <a:gd name="T10" fmla="*/ 12 w 400"/>
                <a:gd name="T11" fmla="*/ 216 h 414"/>
                <a:gd name="T12" fmla="*/ 30 w 400"/>
                <a:gd name="T13" fmla="*/ 207 h 414"/>
                <a:gd name="T14" fmla="*/ 0 w 400"/>
                <a:gd name="T15" fmla="*/ 192 h 414"/>
                <a:gd name="T16" fmla="*/ 11 w 400"/>
                <a:gd name="T17" fmla="*/ 182 h 414"/>
                <a:gd name="T18" fmla="*/ 33 w 400"/>
                <a:gd name="T19" fmla="*/ 181 h 414"/>
                <a:gd name="T20" fmla="*/ 36 w 400"/>
                <a:gd name="T21" fmla="*/ 165 h 414"/>
                <a:gd name="T22" fmla="*/ 21 w 400"/>
                <a:gd name="T23" fmla="*/ 150 h 414"/>
                <a:gd name="T24" fmla="*/ 34 w 400"/>
                <a:gd name="T25" fmla="*/ 127 h 414"/>
                <a:gd name="T26" fmla="*/ 66 w 400"/>
                <a:gd name="T27" fmla="*/ 112 h 414"/>
                <a:gd name="T28" fmla="*/ 92 w 400"/>
                <a:gd name="T29" fmla="*/ 81 h 414"/>
                <a:gd name="T30" fmla="*/ 89 w 400"/>
                <a:gd name="T31" fmla="*/ 72 h 414"/>
                <a:gd name="T32" fmla="*/ 92 w 400"/>
                <a:gd name="T33" fmla="*/ 59 h 414"/>
                <a:gd name="T34" fmla="*/ 80 w 400"/>
                <a:gd name="T35" fmla="*/ 45 h 414"/>
                <a:gd name="T36" fmla="*/ 80 w 400"/>
                <a:gd name="T37" fmla="*/ 32 h 414"/>
                <a:gd name="T38" fmla="*/ 80 w 400"/>
                <a:gd name="T39" fmla="*/ 21 h 414"/>
                <a:gd name="T40" fmla="*/ 119 w 400"/>
                <a:gd name="T41" fmla="*/ 21 h 414"/>
                <a:gd name="T42" fmla="*/ 154 w 400"/>
                <a:gd name="T43" fmla="*/ 0 h 414"/>
                <a:gd name="T44" fmla="*/ 169 w 400"/>
                <a:gd name="T45" fmla="*/ 8 h 414"/>
                <a:gd name="T46" fmla="*/ 158 w 400"/>
                <a:gd name="T47" fmla="*/ 33 h 414"/>
                <a:gd name="T48" fmla="*/ 156 w 400"/>
                <a:gd name="T49" fmla="*/ 48 h 414"/>
                <a:gd name="T50" fmla="*/ 149 w 400"/>
                <a:gd name="T51" fmla="*/ 61 h 414"/>
                <a:gd name="T52" fmla="*/ 146 w 400"/>
                <a:gd name="T53" fmla="*/ 75 h 414"/>
                <a:gd name="T54" fmla="*/ 178 w 400"/>
                <a:gd name="T55" fmla="*/ 95 h 414"/>
                <a:gd name="T56" fmla="*/ 223 w 400"/>
                <a:gd name="T57" fmla="*/ 138 h 414"/>
                <a:gd name="T58" fmla="*/ 270 w 400"/>
                <a:gd name="T59" fmla="*/ 145 h 414"/>
                <a:gd name="T60" fmla="*/ 282 w 400"/>
                <a:gd name="T61" fmla="*/ 127 h 414"/>
                <a:gd name="T62" fmla="*/ 284 w 400"/>
                <a:gd name="T63" fmla="*/ 138 h 414"/>
                <a:gd name="T64" fmla="*/ 294 w 400"/>
                <a:gd name="T65" fmla="*/ 148 h 414"/>
                <a:gd name="T66" fmla="*/ 321 w 400"/>
                <a:gd name="T67" fmla="*/ 132 h 414"/>
                <a:gd name="T68" fmla="*/ 371 w 400"/>
                <a:gd name="T69" fmla="*/ 109 h 414"/>
                <a:gd name="T70" fmla="*/ 384 w 400"/>
                <a:gd name="T71" fmla="*/ 112 h 414"/>
                <a:gd name="T72" fmla="*/ 399 w 400"/>
                <a:gd name="T73" fmla="*/ 125 h 414"/>
                <a:gd name="T74" fmla="*/ 395 w 400"/>
                <a:gd name="T75" fmla="*/ 140 h 414"/>
                <a:gd name="T76" fmla="*/ 363 w 400"/>
                <a:gd name="T77" fmla="*/ 171 h 414"/>
                <a:gd name="T78" fmla="*/ 343 w 400"/>
                <a:gd name="T79" fmla="*/ 205 h 414"/>
                <a:gd name="T80" fmla="*/ 335 w 400"/>
                <a:gd name="T81" fmla="*/ 220 h 414"/>
                <a:gd name="T82" fmla="*/ 321 w 400"/>
                <a:gd name="T83" fmla="*/ 203 h 414"/>
                <a:gd name="T84" fmla="*/ 311 w 400"/>
                <a:gd name="T85" fmla="*/ 189 h 414"/>
                <a:gd name="T86" fmla="*/ 292 w 400"/>
                <a:gd name="T87" fmla="*/ 157 h 414"/>
                <a:gd name="T88" fmla="*/ 284 w 400"/>
                <a:gd name="T89" fmla="*/ 154 h 414"/>
                <a:gd name="T90" fmla="*/ 278 w 400"/>
                <a:gd name="T91" fmla="*/ 152 h 414"/>
                <a:gd name="T92" fmla="*/ 281 w 400"/>
                <a:gd name="T93" fmla="*/ 170 h 414"/>
                <a:gd name="T94" fmla="*/ 279 w 400"/>
                <a:gd name="T95" fmla="*/ 183 h 414"/>
                <a:gd name="T96" fmla="*/ 282 w 400"/>
                <a:gd name="T97" fmla="*/ 225 h 414"/>
                <a:gd name="T98" fmla="*/ 276 w 400"/>
                <a:gd name="T99" fmla="*/ 226 h 414"/>
                <a:gd name="T100" fmla="*/ 271 w 400"/>
                <a:gd name="T101" fmla="*/ 221 h 414"/>
                <a:gd name="T102" fmla="*/ 230 w 400"/>
                <a:gd name="T103" fmla="*/ 257 h 414"/>
                <a:gd name="T104" fmla="*/ 180 w 400"/>
                <a:gd name="T105" fmla="*/ 300 h 414"/>
                <a:gd name="T106" fmla="*/ 165 w 400"/>
                <a:gd name="T107" fmla="*/ 337 h 414"/>
                <a:gd name="T108" fmla="*/ 161 w 400"/>
                <a:gd name="T109" fmla="*/ 383 h 414"/>
                <a:gd name="T110" fmla="*/ 149 w 400"/>
                <a:gd name="T111" fmla="*/ 396 h 414"/>
                <a:gd name="T112" fmla="*/ 127 w 400"/>
                <a:gd name="T113" fmla="*/ 414 h 414"/>
                <a:gd name="connsiteX0" fmla="*/ 3175 w 10000"/>
                <a:gd name="connsiteY0" fmla="*/ 10000 h 10000"/>
                <a:gd name="connsiteX1" fmla="*/ 3175 w 10000"/>
                <a:gd name="connsiteY1" fmla="*/ 9952 h 10000"/>
                <a:gd name="connsiteX2" fmla="*/ 2925 w 10000"/>
                <a:gd name="connsiteY2" fmla="*/ 9686 h 10000"/>
                <a:gd name="connsiteX3" fmla="*/ 2625 w 10000"/>
                <a:gd name="connsiteY3" fmla="*/ 8865 h 10000"/>
                <a:gd name="connsiteX4" fmla="*/ 2400 w 10000"/>
                <a:gd name="connsiteY4" fmla="*/ 8599 h 10000"/>
                <a:gd name="connsiteX5" fmla="*/ 2275 w 10000"/>
                <a:gd name="connsiteY5" fmla="*/ 8140 h 10000"/>
                <a:gd name="connsiteX6" fmla="*/ 2025 w 10000"/>
                <a:gd name="connsiteY6" fmla="*/ 7705 h 10000"/>
                <a:gd name="connsiteX7" fmla="*/ 2000 w 10000"/>
                <a:gd name="connsiteY7" fmla="*/ 7512 h 10000"/>
                <a:gd name="connsiteX8" fmla="*/ 1975 w 10000"/>
                <a:gd name="connsiteY8" fmla="*/ 7512 h 10000"/>
                <a:gd name="connsiteX9" fmla="*/ 1950 w 10000"/>
                <a:gd name="connsiteY9" fmla="*/ 7560 h 10000"/>
                <a:gd name="connsiteX10" fmla="*/ 1950 w 10000"/>
                <a:gd name="connsiteY10" fmla="*/ 7560 h 10000"/>
                <a:gd name="connsiteX11" fmla="*/ 1950 w 10000"/>
                <a:gd name="connsiteY11" fmla="*/ 7512 h 10000"/>
                <a:gd name="connsiteX12" fmla="*/ 1875 w 10000"/>
                <a:gd name="connsiteY12" fmla="*/ 7391 h 10000"/>
                <a:gd name="connsiteX13" fmla="*/ 1750 w 10000"/>
                <a:gd name="connsiteY13" fmla="*/ 7174 h 10000"/>
                <a:gd name="connsiteX14" fmla="*/ 1600 w 10000"/>
                <a:gd name="connsiteY14" fmla="*/ 6498 h 10000"/>
                <a:gd name="connsiteX15" fmla="*/ 1625 w 10000"/>
                <a:gd name="connsiteY15" fmla="*/ 6304 h 10000"/>
                <a:gd name="connsiteX16" fmla="*/ 1600 w 10000"/>
                <a:gd name="connsiteY16" fmla="*/ 6304 h 10000"/>
                <a:gd name="connsiteX17" fmla="*/ 1600 w 10000"/>
                <a:gd name="connsiteY17" fmla="*/ 6304 h 10000"/>
                <a:gd name="connsiteX18" fmla="*/ 1550 w 10000"/>
                <a:gd name="connsiteY18" fmla="*/ 6063 h 10000"/>
                <a:gd name="connsiteX19" fmla="*/ 1600 w 10000"/>
                <a:gd name="connsiteY19" fmla="*/ 5797 h 10000"/>
                <a:gd name="connsiteX20" fmla="*/ 1475 w 10000"/>
                <a:gd name="connsiteY20" fmla="*/ 5290 h 10000"/>
                <a:gd name="connsiteX21" fmla="*/ 1475 w 10000"/>
                <a:gd name="connsiteY21" fmla="*/ 5290 h 10000"/>
                <a:gd name="connsiteX22" fmla="*/ 1600 w 10000"/>
                <a:gd name="connsiteY22" fmla="*/ 5169 h 10000"/>
                <a:gd name="connsiteX23" fmla="*/ 1450 w 10000"/>
                <a:gd name="connsiteY23" fmla="*/ 5145 h 10000"/>
                <a:gd name="connsiteX24" fmla="*/ 1325 w 10000"/>
                <a:gd name="connsiteY24" fmla="*/ 5556 h 10000"/>
                <a:gd name="connsiteX25" fmla="*/ 1325 w 10000"/>
                <a:gd name="connsiteY25" fmla="*/ 5580 h 10000"/>
                <a:gd name="connsiteX26" fmla="*/ 1075 w 10000"/>
                <a:gd name="connsiteY26" fmla="*/ 5676 h 10000"/>
                <a:gd name="connsiteX27" fmla="*/ 825 w 10000"/>
                <a:gd name="connsiteY27" fmla="*/ 5676 h 10000"/>
                <a:gd name="connsiteX28" fmla="*/ 800 w 10000"/>
                <a:gd name="connsiteY28" fmla="*/ 5676 h 10000"/>
                <a:gd name="connsiteX29" fmla="*/ 300 w 10000"/>
                <a:gd name="connsiteY29" fmla="*/ 5217 h 10000"/>
                <a:gd name="connsiteX30" fmla="*/ 300 w 10000"/>
                <a:gd name="connsiteY30" fmla="*/ 5145 h 10000"/>
                <a:gd name="connsiteX31" fmla="*/ 300 w 10000"/>
                <a:gd name="connsiteY31" fmla="*/ 5145 h 10000"/>
                <a:gd name="connsiteX32" fmla="*/ 300 w 10000"/>
                <a:gd name="connsiteY32" fmla="*/ 5121 h 10000"/>
                <a:gd name="connsiteX33" fmla="*/ 650 w 10000"/>
                <a:gd name="connsiteY33" fmla="*/ 5072 h 10000"/>
                <a:gd name="connsiteX34" fmla="*/ 750 w 10000"/>
                <a:gd name="connsiteY34" fmla="*/ 5000 h 10000"/>
                <a:gd name="connsiteX35" fmla="*/ 775 w 10000"/>
                <a:gd name="connsiteY35" fmla="*/ 4879 h 10000"/>
                <a:gd name="connsiteX36" fmla="*/ 575 w 10000"/>
                <a:gd name="connsiteY36" fmla="*/ 4952 h 10000"/>
                <a:gd name="connsiteX37" fmla="*/ 300 w 10000"/>
                <a:gd name="connsiteY37" fmla="*/ 4952 h 10000"/>
                <a:gd name="connsiteX38" fmla="*/ 300 w 10000"/>
                <a:gd name="connsiteY38" fmla="*/ 4952 h 10000"/>
                <a:gd name="connsiteX39" fmla="*/ 0 w 10000"/>
                <a:gd name="connsiteY39" fmla="*/ 4638 h 10000"/>
                <a:gd name="connsiteX40" fmla="*/ 0 w 10000"/>
                <a:gd name="connsiteY40" fmla="*/ 4638 h 10000"/>
                <a:gd name="connsiteX41" fmla="*/ 0 w 10000"/>
                <a:gd name="connsiteY41" fmla="*/ 4614 h 10000"/>
                <a:gd name="connsiteX42" fmla="*/ 100 w 10000"/>
                <a:gd name="connsiteY42" fmla="*/ 4541 h 10000"/>
                <a:gd name="connsiteX43" fmla="*/ 275 w 10000"/>
                <a:gd name="connsiteY43" fmla="*/ 4541 h 10000"/>
                <a:gd name="connsiteX44" fmla="*/ 275 w 10000"/>
                <a:gd name="connsiteY44" fmla="*/ 4396 h 10000"/>
                <a:gd name="connsiteX45" fmla="*/ 275 w 10000"/>
                <a:gd name="connsiteY45" fmla="*/ 4396 h 10000"/>
                <a:gd name="connsiteX46" fmla="*/ 300 w 10000"/>
                <a:gd name="connsiteY46" fmla="*/ 4396 h 10000"/>
                <a:gd name="connsiteX47" fmla="*/ 300 w 10000"/>
                <a:gd name="connsiteY47" fmla="*/ 4396 h 10000"/>
                <a:gd name="connsiteX48" fmla="*/ 700 w 10000"/>
                <a:gd name="connsiteY48" fmla="*/ 4493 h 10000"/>
                <a:gd name="connsiteX49" fmla="*/ 825 w 10000"/>
                <a:gd name="connsiteY49" fmla="*/ 4372 h 10000"/>
                <a:gd name="connsiteX50" fmla="*/ 850 w 10000"/>
                <a:gd name="connsiteY50" fmla="*/ 4372 h 10000"/>
                <a:gd name="connsiteX51" fmla="*/ 850 w 10000"/>
                <a:gd name="connsiteY51" fmla="*/ 4372 h 10000"/>
                <a:gd name="connsiteX52" fmla="*/ 950 w 10000"/>
                <a:gd name="connsiteY52" fmla="*/ 4444 h 10000"/>
                <a:gd name="connsiteX53" fmla="*/ 1050 w 10000"/>
                <a:gd name="connsiteY53" fmla="*/ 4396 h 10000"/>
                <a:gd name="connsiteX54" fmla="*/ 900 w 10000"/>
                <a:gd name="connsiteY54" fmla="*/ 3986 h 10000"/>
                <a:gd name="connsiteX55" fmla="*/ 700 w 10000"/>
                <a:gd name="connsiteY55" fmla="*/ 3889 h 10000"/>
                <a:gd name="connsiteX56" fmla="*/ 700 w 10000"/>
                <a:gd name="connsiteY56" fmla="*/ 3865 h 10000"/>
                <a:gd name="connsiteX57" fmla="*/ 750 w 10000"/>
                <a:gd name="connsiteY57" fmla="*/ 3671 h 10000"/>
                <a:gd name="connsiteX58" fmla="*/ 525 w 10000"/>
                <a:gd name="connsiteY58" fmla="*/ 3623 h 10000"/>
                <a:gd name="connsiteX59" fmla="*/ 525 w 10000"/>
                <a:gd name="connsiteY59" fmla="*/ 3623 h 10000"/>
                <a:gd name="connsiteX60" fmla="*/ 500 w 10000"/>
                <a:gd name="connsiteY60" fmla="*/ 3599 h 10000"/>
                <a:gd name="connsiteX61" fmla="*/ 550 w 10000"/>
                <a:gd name="connsiteY61" fmla="*/ 3454 h 10000"/>
                <a:gd name="connsiteX62" fmla="*/ 825 w 10000"/>
                <a:gd name="connsiteY62" fmla="*/ 3068 h 10000"/>
                <a:gd name="connsiteX63" fmla="*/ 850 w 10000"/>
                <a:gd name="connsiteY63" fmla="*/ 3068 h 10000"/>
                <a:gd name="connsiteX64" fmla="*/ 850 w 10000"/>
                <a:gd name="connsiteY64" fmla="*/ 3068 h 10000"/>
                <a:gd name="connsiteX65" fmla="*/ 850 w 10000"/>
                <a:gd name="connsiteY65" fmla="*/ 3068 h 10000"/>
                <a:gd name="connsiteX66" fmla="*/ 975 w 10000"/>
                <a:gd name="connsiteY66" fmla="*/ 3188 h 10000"/>
                <a:gd name="connsiteX67" fmla="*/ 1300 w 10000"/>
                <a:gd name="connsiteY67" fmla="*/ 3116 h 10000"/>
                <a:gd name="connsiteX68" fmla="*/ 1475 w 10000"/>
                <a:gd name="connsiteY68" fmla="*/ 2850 h 10000"/>
                <a:gd name="connsiteX69" fmla="*/ 1650 w 10000"/>
                <a:gd name="connsiteY69" fmla="*/ 2705 h 10000"/>
                <a:gd name="connsiteX70" fmla="*/ 1850 w 10000"/>
                <a:gd name="connsiteY70" fmla="*/ 2367 h 10000"/>
                <a:gd name="connsiteX71" fmla="*/ 1975 w 10000"/>
                <a:gd name="connsiteY71" fmla="*/ 2343 h 10000"/>
                <a:gd name="connsiteX72" fmla="*/ 2000 w 10000"/>
                <a:gd name="connsiteY72" fmla="*/ 2246 h 10000"/>
                <a:gd name="connsiteX73" fmla="*/ 2125 w 10000"/>
                <a:gd name="connsiteY73" fmla="*/ 2053 h 10000"/>
                <a:gd name="connsiteX74" fmla="*/ 2300 w 10000"/>
                <a:gd name="connsiteY74" fmla="*/ 1957 h 10000"/>
                <a:gd name="connsiteX75" fmla="*/ 2225 w 10000"/>
                <a:gd name="connsiteY75" fmla="*/ 1932 h 10000"/>
                <a:gd name="connsiteX76" fmla="*/ 2225 w 10000"/>
                <a:gd name="connsiteY76" fmla="*/ 1908 h 10000"/>
                <a:gd name="connsiteX77" fmla="*/ 2225 w 10000"/>
                <a:gd name="connsiteY77" fmla="*/ 1908 h 10000"/>
                <a:gd name="connsiteX78" fmla="*/ 2275 w 10000"/>
                <a:gd name="connsiteY78" fmla="*/ 1812 h 10000"/>
                <a:gd name="connsiteX79" fmla="*/ 2225 w 10000"/>
                <a:gd name="connsiteY79" fmla="*/ 1739 h 10000"/>
                <a:gd name="connsiteX80" fmla="*/ 2225 w 10000"/>
                <a:gd name="connsiteY80" fmla="*/ 1715 h 10000"/>
                <a:gd name="connsiteX81" fmla="*/ 2275 w 10000"/>
                <a:gd name="connsiteY81" fmla="*/ 1643 h 10000"/>
                <a:gd name="connsiteX82" fmla="*/ 2500 w 10000"/>
                <a:gd name="connsiteY82" fmla="*/ 1522 h 10000"/>
                <a:gd name="connsiteX83" fmla="*/ 2450 w 10000"/>
                <a:gd name="connsiteY83" fmla="*/ 1425 h 10000"/>
                <a:gd name="connsiteX84" fmla="*/ 2300 w 10000"/>
                <a:gd name="connsiteY84" fmla="*/ 1425 h 10000"/>
                <a:gd name="connsiteX85" fmla="*/ 2275 w 10000"/>
                <a:gd name="connsiteY85" fmla="*/ 1401 h 10000"/>
                <a:gd name="connsiteX86" fmla="*/ 2275 w 10000"/>
                <a:gd name="connsiteY86" fmla="*/ 1304 h 10000"/>
                <a:gd name="connsiteX87" fmla="*/ 2125 w 10000"/>
                <a:gd name="connsiteY87" fmla="*/ 1280 h 10000"/>
                <a:gd name="connsiteX88" fmla="*/ 2000 w 10000"/>
                <a:gd name="connsiteY88" fmla="*/ 1135 h 10000"/>
                <a:gd name="connsiteX89" fmla="*/ 2000 w 10000"/>
                <a:gd name="connsiteY89" fmla="*/ 1087 h 10000"/>
                <a:gd name="connsiteX90" fmla="*/ 2100 w 10000"/>
                <a:gd name="connsiteY90" fmla="*/ 1014 h 10000"/>
                <a:gd name="connsiteX91" fmla="*/ 2025 w 10000"/>
                <a:gd name="connsiteY91" fmla="*/ 918 h 10000"/>
                <a:gd name="connsiteX92" fmla="*/ 2025 w 10000"/>
                <a:gd name="connsiteY92" fmla="*/ 894 h 10000"/>
                <a:gd name="connsiteX93" fmla="*/ 2100 w 10000"/>
                <a:gd name="connsiteY93" fmla="*/ 821 h 10000"/>
                <a:gd name="connsiteX94" fmla="*/ 2000 w 10000"/>
                <a:gd name="connsiteY94" fmla="*/ 773 h 10000"/>
                <a:gd name="connsiteX95" fmla="*/ 2000 w 10000"/>
                <a:gd name="connsiteY95" fmla="*/ 749 h 10000"/>
                <a:gd name="connsiteX96" fmla="*/ 2000 w 10000"/>
                <a:gd name="connsiteY96" fmla="*/ 676 h 10000"/>
                <a:gd name="connsiteX97" fmla="*/ 1975 w 10000"/>
                <a:gd name="connsiteY97" fmla="*/ 676 h 10000"/>
                <a:gd name="connsiteX98" fmla="*/ 1950 w 10000"/>
                <a:gd name="connsiteY98" fmla="*/ 652 h 10000"/>
                <a:gd name="connsiteX99" fmla="*/ 2000 w 10000"/>
                <a:gd name="connsiteY99" fmla="*/ 507 h 10000"/>
                <a:gd name="connsiteX100" fmla="*/ 2025 w 10000"/>
                <a:gd name="connsiteY100" fmla="*/ 459 h 10000"/>
                <a:gd name="connsiteX101" fmla="*/ 2125 w 10000"/>
                <a:gd name="connsiteY101" fmla="*/ 435 h 10000"/>
                <a:gd name="connsiteX102" fmla="*/ 2575 w 10000"/>
                <a:gd name="connsiteY102" fmla="*/ 556 h 10000"/>
                <a:gd name="connsiteX103" fmla="*/ 2850 w 10000"/>
                <a:gd name="connsiteY103" fmla="*/ 459 h 10000"/>
                <a:gd name="connsiteX104" fmla="*/ 2975 w 10000"/>
                <a:gd name="connsiteY104" fmla="*/ 507 h 10000"/>
                <a:gd name="connsiteX105" fmla="*/ 3050 w 10000"/>
                <a:gd name="connsiteY105" fmla="*/ 386 h 10000"/>
                <a:gd name="connsiteX106" fmla="*/ 3250 w 10000"/>
                <a:gd name="connsiteY106" fmla="*/ 242 h 10000"/>
                <a:gd name="connsiteX107" fmla="*/ 3850 w 10000"/>
                <a:gd name="connsiteY107" fmla="*/ 0 h 10000"/>
                <a:gd name="connsiteX108" fmla="*/ 3850 w 10000"/>
                <a:gd name="connsiteY108" fmla="*/ 0 h 10000"/>
                <a:gd name="connsiteX109" fmla="*/ 3850 w 10000"/>
                <a:gd name="connsiteY109" fmla="*/ 0 h 10000"/>
                <a:gd name="connsiteX110" fmla="*/ 4100 w 10000"/>
                <a:gd name="connsiteY110" fmla="*/ 145 h 10000"/>
                <a:gd name="connsiteX111" fmla="*/ 4100 w 10000"/>
                <a:gd name="connsiteY111" fmla="*/ 169 h 10000"/>
                <a:gd name="connsiteX112" fmla="*/ 4125 w 10000"/>
                <a:gd name="connsiteY112" fmla="*/ 242 h 10000"/>
                <a:gd name="connsiteX113" fmla="*/ 4175 w 10000"/>
                <a:gd name="connsiteY113" fmla="*/ 193 h 10000"/>
                <a:gd name="connsiteX114" fmla="*/ 4225 w 10000"/>
                <a:gd name="connsiteY114" fmla="*/ 193 h 10000"/>
                <a:gd name="connsiteX115" fmla="*/ 4225 w 10000"/>
                <a:gd name="connsiteY115" fmla="*/ 193 h 10000"/>
                <a:gd name="connsiteX116" fmla="*/ 4225 w 10000"/>
                <a:gd name="connsiteY116" fmla="*/ 242 h 10000"/>
                <a:gd name="connsiteX117" fmla="*/ 4125 w 10000"/>
                <a:gd name="connsiteY117" fmla="*/ 531 h 10000"/>
                <a:gd name="connsiteX118" fmla="*/ 3975 w 10000"/>
                <a:gd name="connsiteY118" fmla="*/ 652 h 10000"/>
                <a:gd name="connsiteX119" fmla="*/ 3950 w 10000"/>
                <a:gd name="connsiteY119" fmla="*/ 797 h 10000"/>
                <a:gd name="connsiteX120" fmla="*/ 3950 w 10000"/>
                <a:gd name="connsiteY120" fmla="*/ 797 h 10000"/>
                <a:gd name="connsiteX121" fmla="*/ 3750 w 10000"/>
                <a:gd name="connsiteY121" fmla="*/ 821 h 10000"/>
                <a:gd name="connsiteX122" fmla="*/ 3750 w 10000"/>
                <a:gd name="connsiteY122" fmla="*/ 1063 h 10000"/>
                <a:gd name="connsiteX123" fmla="*/ 3900 w 10000"/>
                <a:gd name="connsiteY123" fmla="*/ 1135 h 10000"/>
                <a:gd name="connsiteX124" fmla="*/ 3900 w 10000"/>
                <a:gd name="connsiteY124" fmla="*/ 1159 h 10000"/>
                <a:gd name="connsiteX125" fmla="*/ 3975 w 10000"/>
                <a:gd name="connsiteY125" fmla="*/ 1304 h 10000"/>
                <a:gd name="connsiteX126" fmla="*/ 3975 w 10000"/>
                <a:gd name="connsiteY126" fmla="*/ 1329 h 10000"/>
                <a:gd name="connsiteX127" fmla="*/ 3750 w 10000"/>
                <a:gd name="connsiteY127" fmla="*/ 1473 h 10000"/>
                <a:gd name="connsiteX128" fmla="*/ 3750 w 10000"/>
                <a:gd name="connsiteY128" fmla="*/ 1473 h 10000"/>
                <a:gd name="connsiteX129" fmla="*/ 3725 w 10000"/>
                <a:gd name="connsiteY129" fmla="*/ 1473 h 10000"/>
                <a:gd name="connsiteX130" fmla="*/ 3725 w 10000"/>
                <a:gd name="connsiteY130" fmla="*/ 1473 h 10000"/>
                <a:gd name="connsiteX131" fmla="*/ 3650 w 10000"/>
                <a:gd name="connsiteY131" fmla="*/ 1353 h 10000"/>
                <a:gd name="connsiteX132" fmla="*/ 3600 w 10000"/>
                <a:gd name="connsiteY132" fmla="*/ 1401 h 10000"/>
                <a:gd name="connsiteX133" fmla="*/ 3700 w 10000"/>
                <a:gd name="connsiteY133" fmla="*/ 1594 h 10000"/>
                <a:gd name="connsiteX134" fmla="*/ 3650 w 10000"/>
                <a:gd name="connsiteY134" fmla="*/ 1812 h 10000"/>
                <a:gd name="connsiteX135" fmla="*/ 3750 w 10000"/>
                <a:gd name="connsiteY135" fmla="*/ 1957 h 10000"/>
                <a:gd name="connsiteX136" fmla="*/ 3900 w 10000"/>
                <a:gd name="connsiteY136" fmla="*/ 1957 h 10000"/>
                <a:gd name="connsiteX137" fmla="*/ 4450 w 10000"/>
                <a:gd name="connsiteY137" fmla="*/ 2246 h 10000"/>
                <a:gd name="connsiteX138" fmla="*/ 4450 w 10000"/>
                <a:gd name="connsiteY138" fmla="*/ 2295 h 10000"/>
                <a:gd name="connsiteX139" fmla="*/ 4450 w 10000"/>
                <a:gd name="connsiteY139" fmla="*/ 2295 h 10000"/>
                <a:gd name="connsiteX140" fmla="*/ 4225 w 10000"/>
                <a:gd name="connsiteY140" fmla="*/ 2464 h 10000"/>
                <a:gd name="connsiteX141" fmla="*/ 4277 w 10000"/>
                <a:gd name="connsiteY141" fmla="*/ 2889 h 10000"/>
                <a:gd name="connsiteX142" fmla="*/ 5050 w 10000"/>
                <a:gd name="connsiteY142" fmla="*/ 3333 h 10000"/>
                <a:gd name="connsiteX143" fmla="*/ 5550 w 10000"/>
                <a:gd name="connsiteY143" fmla="*/ 3333 h 10000"/>
                <a:gd name="connsiteX144" fmla="*/ 5575 w 10000"/>
                <a:gd name="connsiteY144" fmla="*/ 3333 h 10000"/>
                <a:gd name="connsiteX145" fmla="*/ 5750 w 10000"/>
                <a:gd name="connsiteY145" fmla="*/ 3527 h 10000"/>
                <a:gd name="connsiteX146" fmla="*/ 6525 w 10000"/>
                <a:gd name="connsiteY146" fmla="*/ 3671 h 10000"/>
                <a:gd name="connsiteX147" fmla="*/ 6775 w 10000"/>
                <a:gd name="connsiteY147" fmla="*/ 3647 h 10000"/>
                <a:gd name="connsiteX148" fmla="*/ 6800 w 10000"/>
                <a:gd name="connsiteY148" fmla="*/ 3575 h 10000"/>
                <a:gd name="connsiteX149" fmla="*/ 6750 w 10000"/>
                <a:gd name="connsiteY149" fmla="*/ 3502 h 10000"/>
                <a:gd name="connsiteX150" fmla="*/ 6750 w 10000"/>
                <a:gd name="connsiteY150" fmla="*/ 3478 h 10000"/>
                <a:gd name="connsiteX151" fmla="*/ 6775 w 10000"/>
                <a:gd name="connsiteY151" fmla="*/ 3406 h 10000"/>
                <a:gd name="connsiteX152" fmla="*/ 6825 w 10000"/>
                <a:gd name="connsiteY152" fmla="*/ 3140 h 10000"/>
                <a:gd name="connsiteX153" fmla="*/ 6825 w 10000"/>
                <a:gd name="connsiteY153" fmla="*/ 3116 h 10000"/>
                <a:gd name="connsiteX154" fmla="*/ 7050 w 10000"/>
                <a:gd name="connsiteY154" fmla="*/ 3068 h 10000"/>
                <a:gd name="connsiteX155" fmla="*/ 7050 w 10000"/>
                <a:gd name="connsiteY155" fmla="*/ 3068 h 10000"/>
                <a:gd name="connsiteX156" fmla="*/ 7050 w 10000"/>
                <a:gd name="connsiteY156" fmla="*/ 3068 h 10000"/>
                <a:gd name="connsiteX157" fmla="*/ 7075 w 10000"/>
                <a:gd name="connsiteY157" fmla="*/ 3092 h 10000"/>
                <a:gd name="connsiteX158" fmla="*/ 7075 w 10000"/>
                <a:gd name="connsiteY158" fmla="*/ 3285 h 10000"/>
                <a:gd name="connsiteX159" fmla="*/ 7100 w 10000"/>
                <a:gd name="connsiteY159" fmla="*/ 3333 h 10000"/>
                <a:gd name="connsiteX160" fmla="*/ 7150 w 10000"/>
                <a:gd name="connsiteY160" fmla="*/ 3357 h 10000"/>
                <a:gd name="connsiteX161" fmla="*/ 7150 w 10000"/>
                <a:gd name="connsiteY161" fmla="*/ 3357 h 10000"/>
                <a:gd name="connsiteX162" fmla="*/ 7075 w 10000"/>
                <a:gd name="connsiteY162" fmla="*/ 3406 h 10000"/>
                <a:gd name="connsiteX163" fmla="*/ 7100 w 10000"/>
                <a:gd name="connsiteY163" fmla="*/ 3502 h 10000"/>
                <a:gd name="connsiteX164" fmla="*/ 7350 w 10000"/>
                <a:gd name="connsiteY164" fmla="*/ 3575 h 10000"/>
                <a:gd name="connsiteX165" fmla="*/ 8125 w 10000"/>
                <a:gd name="connsiteY165" fmla="*/ 3478 h 10000"/>
                <a:gd name="connsiteX166" fmla="*/ 8175 w 10000"/>
                <a:gd name="connsiteY166" fmla="*/ 3357 h 10000"/>
                <a:gd name="connsiteX167" fmla="*/ 8075 w 10000"/>
                <a:gd name="connsiteY167" fmla="*/ 3285 h 10000"/>
                <a:gd name="connsiteX168" fmla="*/ 8025 w 10000"/>
                <a:gd name="connsiteY168" fmla="*/ 3261 h 10000"/>
                <a:gd name="connsiteX169" fmla="*/ 8025 w 10000"/>
                <a:gd name="connsiteY169" fmla="*/ 3188 h 10000"/>
                <a:gd name="connsiteX170" fmla="*/ 8075 w 10000"/>
                <a:gd name="connsiteY170" fmla="*/ 3140 h 10000"/>
                <a:gd name="connsiteX171" fmla="*/ 8500 w 10000"/>
                <a:gd name="connsiteY171" fmla="*/ 2995 h 10000"/>
                <a:gd name="connsiteX172" fmla="*/ 9025 w 10000"/>
                <a:gd name="connsiteY172" fmla="*/ 2609 h 10000"/>
                <a:gd name="connsiteX173" fmla="*/ 9025 w 10000"/>
                <a:gd name="connsiteY173" fmla="*/ 2609 h 10000"/>
                <a:gd name="connsiteX174" fmla="*/ 9275 w 10000"/>
                <a:gd name="connsiteY174" fmla="*/ 2633 h 10000"/>
                <a:gd name="connsiteX175" fmla="*/ 9500 w 10000"/>
                <a:gd name="connsiteY175" fmla="*/ 2512 h 10000"/>
                <a:gd name="connsiteX176" fmla="*/ 9500 w 10000"/>
                <a:gd name="connsiteY176" fmla="*/ 2512 h 10000"/>
                <a:gd name="connsiteX177" fmla="*/ 9550 w 10000"/>
                <a:gd name="connsiteY177" fmla="*/ 2512 h 10000"/>
                <a:gd name="connsiteX178" fmla="*/ 9550 w 10000"/>
                <a:gd name="connsiteY178" fmla="*/ 2560 h 10000"/>
                <a:gd name="connsiteX179" fmla="*/ 9600 w 10000"/>
                <a:gd name="connsiteY179" fmla="*/ 2705 h 10000"/>
                <a:gd name="connsiteX180" fmla="*/ 9675 w 10000"/>
                <a:gd name="connsiteY180" fmla="*/ 2729 h 10000"/>
                <a:gd name="connsiteX181" fmla="*/ 9675 w 10000"/>
                <a:gd name="connsiteY181" fmla="*/ 2754 h 10000"/>
                <a:gd name="connsiteX182" fmla="*/ 9625 w 10000"/>
                <a:gd name="connsiteY182" fmla="*/ 2899 h 10000"/>
                <a:gd name="connsiteX183" fmla="*/ 9875 w 10000"/>
                <a:gd name="connsiteY183" fmla="*/ 2947 h 10000"/>
                <a:gd name="connsiteX184" fmla="*/ 9975 w 10000"/>
                <a:gd name="connsiteY184" fmla="*/ 3019 h 10000"/>
                <a:gd name="connsiteX185" fmla="*/ 10000 w 10000"/>
                <a:gd name="connsiteY185" fmla="*/ 3068 h 10000"/>
                <a:gd name="connsiteX186" fmla="*/ 10000 w 10000"/>
                <a:gd name="connsiteY186" fmla="*/ 3116 h 10000"/>
                <a:gd name="connsiteX187" fmla="*/ 9975 w 10000"/>
                <a:gd name="connsiteY187" fmla="*/ 3140 h 10000"/>
                <a:gd name="connsiteX188" fmla="*/ 9900 w 10000"/>
                <a:gd name="connsiteY188" fmla="*/ 3188 h 10000"/>
                <a:gd name="connsiteX189" fmla="*/ 9875 w 10000"/>
                <a:gd name="connsiteY189" fmla="*/ 3382 h 10000"/>
                <a:gd name="connsiteX190" fmla="*/ 9850 w 10000"/>
                <a:gd name="connsiteY190" fmla="*/ 3406 h 10000"/>
                <a:gd name="connsiteX191" fmla="*/ 9575 w 10000"/>
                <a:gd name="connsiteY191" fmla="*/ 3406 h 10000"/>
                <a:gd name="connsiteX192" fmla="*/ 9300 w 10000"/>
                <a:gd name="connsiteY192" fmla="*/ 3671 h 10000"/>
                <a:gd name="connsiteX193" fmla="*/ 9275 w 10000"/>
                <a:gd name="connsiteY193" fmla="*/ 3913 h 10000"/>
                <a:gd name="connsiteX194" fmla="*/ 9075 w 10000"/>
                <a:gd name="connsiteY194" fmla="*/ 4130 h 10000"/>
                <a:gd name="connsiteX195" fmla="*/ 8925 w 10000"/>
                <a:gd name="connsiteY195" fmla="*/ 4565 h 10000"/>
                <a:gd name="connsiteX196" fmla="*/ 8900 w 10000"/>
                <a:gd name="connsiteY196" fmla="*/ 4565 h 10000"/>
                <a:gd name="connsiteX197" fmla="*/ 8625 w 10000"/>
                <a:gd name="connsiteY197" fmla="*/ 4662 h 10000"/>
                <a:gd name="connsiteX198" fmla="*/ 8625 w 10000"/>
                <a:gd name="connsiteY198" fmla="*/ 4928 h 10000"/>
                <a:gd name="connsiteX199" fmla="*/ 8575 w 10000"/>
                <a:gd name="connsiteY199" fmla="*/ 4952 h 10000"/>
                <a:gd name="connsiteX200" fmla="*/ 8525 w 10000"/>
                <a:gd name="connsiteY200" fmla="*/ 4952 h 10000"/>
                <a:gd name="connsiteX201" fmla="*/ 8500 w 10000"/>
                <a:gd name="connsiteY201" fmla="*/ 5024 h 10000"/>
                <a:gd name="connsiteX202" fmla="*/ 8550 w 10000"/>
                <a:gd name="connsiteY202" fmla="*/ 5193 h 10000"/>
                <a:gd name="connsiteX203" fmla="*/ 8550 w 10000"/>
                <a:gd name="connsiteY203" fmla="*/ 5217 h 10000"/>
                <a:gd name="connsiteX204" fmla="*/ 8375 w 10000"/>
                <a:gd name="connsiteY204" fmla="*/ 5314 h 10000"/>
                <a:gd name="connsiteX205" fmla="*/ 8375 w 10000"/>
                <a:gd name="connsiteY205" fmla="*/ 5314 h 10000"/>
                <a:gd name="connsiteX206" fmla="*/ 8375 w 10000"/>
                <a:gd name="connsiteY206" fmla="*/ 5314 h 10000"/>
                <a:gd name="connsiteX207" fmla="*/ 8350 w 10000"/>
                <a:gd name="connsiteY207" fmla="*/ 5290 h 10000"/>
                <a:gd name="connsiteX208" fmla="*/ 8175 w 10000"/>
                <a:gd name="connsiteY208" fmla="*/ 4686 h 10000"/>
                <a:gd name="connsiteX209" fmla="*/ 8025 w 10000"/>
                <a:gd name="connsiteY209" fmla="*/ 4903 h 10000"/>
                <a:gd name="connsiteX210" fmla="*/ 8025 w 10000"/>
                <a:gd name="connsiteY210" fmla="*/ 4903 h 10000"/>
                <a:gd name="connsiteX211" fmla="*/ 8025 w 10000"/>
                <a:gd name="connsiteY211" fmla="*/ 4903 h 10000"/>
                <a:gd name="connsiteX212" fmla="*/ 8000 w 10000"/>
                <a:gd name="connsiteY212" fmla="*/ 4903 h 10000"/>
                <a:gd name="connsiteX213" fmla="*/ 7875 w 10000"/>
                <a:gd name="connsiteY213" fmla="*/ 4807 h 10000"/>
                <a:gd name="connsiteX214" fmla="*/ 7775 w 10000"/>
                <a:gd name="connsiteY214" fmla="*/ 4565 h 10000"/>
                <a:gd name="connsiteX215" fmla="*/ 7825 w 10000"/>
                <a:gd name="connsiteY215" fmla="*/ 4565 h 10000"/>
                <a:gd name="connsiteX216" fmla="*/ 8175 w 10000"/>
                <a:gd name="connsiteY216" fmla="*/ 4155 h 10000"/>
                <a:gd name="connsiteX217" fmla="*/ 7475 w 10000"/>
                <a:gd name="connsiteY217" fmla="*/ 4106 h 10000"/>
                <a:gd name="connsiteX218" fmla="*/ 7350 w 10000"/>
                <a:gd name="connsiteY218" fmla="*/ 4010 h 10000"/>
                <a:gd name="connsiteX219" fmla="*/ 7300 w 10000"/>
                <a:gd name="connsiteY219" fmla="*/ 3792 h 10000"/>
                <a:gd name="connsiteX220" fmla="*/ 7300 w 10000"/>
                <a:gd name="connsiteY220" fmla="*/ 3841 h 10000"/>
                <a:gd name="connsiteX221" fmla="*/ 7275 w 10000"/>
                <a:gd name="connsiteY221" fmla="*/ 3841 h 10000"/>
                <a:gd name="connsiteX222" fmla="*/ 7175 w 10000"/>
                <a:gd name="connsiteY222" fmla="*/ 3841 h 10000"/>
                <a:gd name="connsiteX223" fmla="*/ 7175 w 10000"/>
                <a:gd name="connsiteY223" fmla="*/ 3841 h 10000"/>
                <a:gd name="connsiteX224" fmla="*/ 7100 w 10000"/>
                <a:gd name="connsiteY224" fmla="*/ 3720 h 10000"/>
                <a:gd name="connsiteX225" fmla="*/ 7050 w 10000"/>
                <a:gd name="connsiteY225" fmla="*/ 3792 h 10000"/>
                <a:gd name="connsiteX226" fmla="*/ 7050 w 10000"/>
                <a:gd name="connsiteY226" fmla="*/ 3792 h 10000"/>
                <a:gd name="connsiteX227" fmla="*/ 7050 w 10000"/>
                <a:gd name="connsiteY227" fmla="*/ 3792 h 10000"/>
                <a:gd name="connsiteX228" fmla="*/ 7025 w 10000"/>
                <a:gd name="connsiteY228" fmla="*/ 3792 h 10000"/>
                <a:gd name="connsiteX229" fmla="*/ 6950 w 10000"/>
                <a:gd name="connsiteY229" fmla="*/ 3671 h 10000"/>
                <a:gd name="connsiteX230" fmla="*/ 6825 w 10000"/>
                <a:gd name="connsiteY230" fmla="*/ 3889 h 10000"/>
                <a:gd name="connsiteX231" fmla="*/ 6850 w 10000"/>
                <a:gd name="connsiteY231" fmla="*/ 3961 h 10000"/>
                <a:gd name="connsiteX232" fmla="*/ 6975 w 10000"/>
                <a:gd name="connsiteY232" fmla="*/ 3986 h 10000"/>
                <a:gd name="connsiteX233" fmla="*/ 7025 w 10000"/>
                <a:gd name="connsiteY233" fmla="*/ 3986 h 10000"/>
                <a:gd name="connsiteX234" fmla="*/ 7025 w 10000"/>
                <a:gd name="connsiteY234" fmla="*/ 4106 h 10000"/>
                <a:gd name="connsiteX235" fmla="*/ 7025 w 10000"/>
                <a:gd name="connsiteY235" fmla="*/ 4130 h 10000"/>
                <a:gd name="connsiteX236" fmla="*/ 7025 w 10000"/>
                <a:gd name="connsiteY236" fmla="*/ 4130 h 10000"/>
                <a:gd name="connsiteX237" fmla="*/ 6900 w 10000"/>
                <a:gd name="connsiteY237" fmla="*/ 4130 h 10000"/>
                <a:gd name="connsiteX238" fmla="*/ 6775 w 10000"/>
                <a:gd name="connsiteY238" fmla="*/ 4275 h 10000"/>
                <a:gd name="connsiteX239" fmla="*/ 6975 w 10000"/>
                <a:gd name="connsiteY239" fmla="*/ 4420 h 10000"/>
                <a:gd name="connsiteX240" fmla="*/ 6975 w 10000"/>
                <a:gd name="connsiteY240" fmla="*/ 4444 h 10000"/>
                <a:gd name="connsiteX241" fmla="*/ 6950 w 10000"/>
                <a:gd name="connsiteY241" fmla="*/ 4662 h 10000"/>
                <a:gd name="connsiteX242" fmla="*/ 7100 w 10000"/>
                <a:gd name="connsiteY242" fmla="*/ 5386 h 10000"/>
                <a:gd name="connsiteX243" fmla="*/ 7100 w 10000"/>
                <a:gd name="connsiteY243" fmla="*/ 5411 h 10000"/>
                <a:gd name="connsiteX244" fmla="*/ 7050 w 10000"/>
                <a:gd name="connsiteY244" fmla="*/ 5435 h 10000"/>
                <a:gd name="connsiteX245" fmla="*/ 7050 w 10000"/>
                <a:gd name="connsiteY245" fmla="*/ 5435 h 10000"/>
                <a:gd name="connsiteX246" fmla="*/ 7025 w 10000"/>
                <a:gd name="connsiteY246" fmla="*/ 5411 h 10000"/>
                <a:gd name="connsiteX247" fmla="*/ 7025 w 10000"/>
                <a:gd name="connsiteY247" fmla="*/ 5411 h 10000"/>
                <a:gd name="connsiteX248" fmla="*/ 7025 w 10000"/>
                <a:gd name="connsiteY248" fmla="*/ 5411 h 10000"/>
                <a:gd name="connsiteX249" fmla="*/ 6900 w 10000"/>
                <a:gd name="connsiteY249" fmla="*/ 5459 h 10000"/>
                <a:gd name="connsiteX250" fmla="*/ 6850 w 10000"/>
                <a:gd name="connsiteY250" fmla="*/ 5459 h 10000"/>
                <a:gd name="connsiteX251" fmla="*/ 6850 w 10000"/>
                <a:gd name="connsiteY251" fmla="*/ 5459 h 10000"/>
                <a:gd name="connsiteX252" fmla="*/ 6850 w 10000"/>
                <a:gd name="connsiteY252" fmla="*/ 5435 h 10000"/>
                <a:gd name="connsiteX253" fmla="*/ 6800 w 10000"/>
                <a:gd name="connsiteY253" fmla="*/ 5266 h 10000"/>
                <a:gd name="connsiteX254" fmla="*/ 6775 w 10000"/>
                <a:gd name="connsiteY254" fmla="*/ 5338 h 10000"/>
                <a:gd name="connsiteX255" fmla="*/ 6450 w 10000"/>
                <a:gd name="connsiteY255" fmla="*/ 5507 h 10000"/>
                <a:gd name="connsiteX256" fmla="*/ 6450 w 10000"/>
                <a:gd name="connsiteY256" fmla="*/ 5725 h 10000"/>
                <a:gd name="connsiteX257" fmla="*/ 6450 w 10000"/>
                <a:gd name="connsiteY257" fmla="*/ 5725 h 10000"/>
                <a:gd name="connsiteX258" fmla="*/ 6225 w 10000"/>
                <a:gd name="connsiteY258" fmla="*/ 5966 h 10000"/>
                <a:gd name="connsiteX259" fmla="*/ 5750 w 10000"/>
                <a:gd name="connsiteY259" fmla="*/ 6208 h 10000"/>
                <a:gd name="connsiteX260" fmla="*/ 5500 w 10000"/>
                <a:gd name="connsiteY260" fmla="*/ 6546 h 10000"/>
                <a:gd name="connsiteX261" fmla="*/ 4900 w 10000"/>
                <a:gd name="connsiteY261" fmla="*/ 7005 h 10000"/>
                <a:gd name="connsiteX262" fmla="*/ 4800 w 10000"/>
                <a:gd name="connsiteY262" fmla="*/ 7174 h 10000"/>
                <a:gd name="connsiteX263" fmla="*/ 4800 w 10000"/>
                <a:gd name="connsiteY263" fmla="*/ 7174 h 10000"/>
                <a:gd name="connsiteX264" fmla="*/ 4500 w 10000"/>
                <a:gd name="connsiteY264" fmla="*/ 7246 h 10000"/>
                <a:gd name="connsiteX265" fmla="*/ 4375 w 10000"/>
                <a:gd name="connsiteY265" fmla="*/ 7440 h 10000"/>
                <a:gd name="connsiteX266" fmla="*/ 4375 w 10000"/>
                <a:gd name="connsiteY266" fmla="*/ 7464 h 10000"/>
                <a:gd name="connsiteX267" fmla="*/ 4175 w 10000"/>
                <a:gd name="connsiteY267" fmla="*/ 7464 h 10000"/>
                <a:gd name="connsiteX268" fmla="*/ 4100 w 10000"/>
                <a:gd name="connsiteY268" fmla="*/ 7585 h 10000"/>
                <a:gd name="connsiteX269" fmla="*/ 4125 w 10000"/>
                <a:gd name="connsiteY269" fmla="*/ 8140 h 10000"/>
                <a:gd name="connsiteX270" fmla="*/ 4175 w 10000"/>
                <a:gd name="connsiteY270" fmla="*/ 8261 h 10000"/>
                <a:gd name="connsiteX271" fmla="*/ 4175 w 10000"/>
                <a:gd name="connsiteY271" fmla="*/ 8285 h 10000"/>
                <a:gd name="connsiteX272" fmla="*/ 4025 w 10000"/>
                <a:gd name="connsiteY272" fmla="*/ 8792 h 10000"/>
                <a:gd name="connsiteX273" fmla="*/ 4025 w 10000"/>
                <a:gd name="connsiteY273" fmla="*/ 9203 h 10000"/>
                <a:gd name="connsiteX274" fmla="*/ 4025 w 10000"/>
                <a:gd name="connsiteY274" fmla="*/ 9251 h 10000"/>
                <a:gd name="connsiteX275" fmla="*/ 4025 w 10000"/>
                <a:gd name="connsiteY275" fmla="*/ 9251 h 10000"/>
                <a:gd name="connsiteX276" fmla="*/ 3850 w 10000"/>
                <a:gd name="connsiteY276" fmla="*/ 9251 h 10000"/>
                <a:gd name="connsiteX277" fmla="*/ 3750 w 10000"/>
                <a:gd name="connsiteY277" fmla="*/ 9493 h 10000"/>
                <a:gd name="connsiteX278" fmla="*/ 3750 w 10000"/>
                <a:gd name="connsiteY278" fmla="*/ 9565 h 10000"/>
                <a:gd name="connsiteX279" fmla="*/ 3725 w 10000"/>
                <a:gd name="connsiteY279" fmla="*/ 9565 h 10000"/>
                <a:gd name="connsiteX280" fmla="*/ 3475 w 10000"/>
                <a:gd name="connsiteY280" fmla="*/ 9662 h 10000"/>
                <a:gd name="connsiteX281" fmla="*/ 3450 w 10000"/>
                <a:gd name="connsiteY281" fmla="*/ 9831 h 10000"/>
                <a:gd name="connsiteX282" fmla="*/ 3300 w 10000"/>
                <a:gd name="connsiteY282" fmla="*/ 10000 h 10000"/>
                <a:gd name="connsiteX283" fmla="*/ 3250 w 10000"/>
                <a:gd name="connsiteY283" fmla="*/ 10000 h 10000"/>
                <a:gd name="connsiteX284" fmla="*/ 3175 w 10000"/>
                <a:gd name="connsiteY284" fmla="*/ 10000 h 10000"/>
                <a:gd name="connsiteX0" fmla="*/ 3175 w 10000"/>
                <a:gd name="connsiteY0" fmla="*/ 10000 h 10000"/>
                <a:gd name="connsiteX1" fmla="*/ 3175 w 10000"/>
                <a:gd name="connsiteY1" fmla="*/ 9952 h 10000"/>
                <a:gd name="connsiteX2" fmla="*/ 2925 w 10000"/>
                <a:gd name="connsiteY2" fmla="*/ 9686 h 10000"/>
                <a:gd name="connsiteX3" fmla="*/ 2625 w 10000"/>
                <a:gd name="connsiteY3" fmla="*/ 8865 h 10000"/>
                <a:gd name="connsiteX4" fmla="*/ 2400 w 10000"/>
                <a:gd name="connsiteY4" fmla="*/ 8599 h 10000"/>
                <a:gd name="connsiteX5" fmla="*/ 2275 w 10000"/>
                <a:gd name="connsiteY5" fmla="*/ 8140 h 10000"/>
                <a:gd name="connsiteX6" fmla="*/ 2025 w 10000"/>
                <a:gd name="connsiteY6" fmla="*/ 7705 h 10000"/>
                <a:gd name="connsiteX7" fmla="*/ 2000 w 10000"/>
                <a:gd name="connsiteY7" fmla="*/ 7512 h 10000"/>
                <a:gd name="connsiteX8" fmla="*/ 1975 w 10000"/>
                <a:gd name="connsiteY8" fmla="*/ 7512 h 10000"/>
                <a:gd name="connsiteX9" fmla="*/ 1950 w 10000"/>
                <a:gd name="connsiteY9" fmla="*/ 7560 h 10000"/>
                <a:gd name="connsiteX10" fmla="*/ 1950 w 10000"/>
                <a:gd name="connsiteY10" fmla="*/ 7560 h 10000"/>
                <a:gd name="connsiteX11" fmla="*/ 1950 w 10000"/>
                <a:gd name="connsiteY11" fmla="*/ 7512 h 10000"/>
                <a:gd name="connsiteX12" fmla="*/ 1875 w 10000"/>
                <a:gd name="connsiteY12" fmla="*/ 7391 h 10000"/>
                <a:gd name="connsiteX13" fmla="*/ 1750 w 10000"/>
                <a:gd name="connsiteY13" fmla="*/ 7174 h 10000"/>
                <a:gd name="connsiteX14" fmla="*/ 1600 w 10000"/>
                <a:gd name="connsiteY14" fmla="*/ 6498 h 10000"/>
                <a:gd name="connsiteX15" fmla="*/ 1625 w 10000"/>
                <a:gd name="connsiteY15" fmla="*/ 6304 h 10000"/>
                <a:gd name="connsiteX16" fmla="*/ 1600 w 10000"/>
                <a:gd name="connsiteY16" fmla="*/ 6304 h 10000"/>
                <a:gd name="connsiteX17" fmla="*/ 1600 w 10000"/>
                <a:gd name="connsiteY17" fmla="*/ 6304 h 10000"/>
                <a:gd name="connsiteX18" fmla="*/ 1550 w 10000"/>
                <a:gd name="connsiteY18" fmla="*/ 6063 h 10000"/>
                <a:gd name="connsiteX19" fmla="*/ 1600 w 10000"/>
                <a:gd name="connsiteY19" fmla="*/ 5797 h 10000"/>
                <a:gd name="connsiteX20" fmla="*/ 1475 w 10000"/>
                <a:gd name="connsiteY20" fmla="*/ 5290 h 10000"/>
                <a:gd name="connsiteX21" fmla="*/ 1475 w 10000"/>
                <a:gd name="connsiteY21" fmla="*/ 5290 h 10000"/>
                <a:gd name="connsiteX22" fmla="*/ 1600 w 10000"/>
                <a:gd name="connsiteY22" fmla="*/ 5169 h 10000"/>
                <a:gd name="connsiteX23" fmla="*/ 1450 w 10000"/>
                <a:gd name="connsiteY23" fmla="*/ 5145 h 10000"/>
                <a:gd name="connsiteX24" fmla="*/ 1325 w 10000"/>
                <a:gd name="connsiteY24" fmla="*/ 5556 h 10000"/>
                <a:gd name="connsiteX25" fmla="*/ 1325 w 10000"/>
                <a:gd name="connsiteY25" fmla="*/ 5580 h 10000"/>
                <a:gd name="connsiteX26" fmla="*/ 1075 w 10000"/>
                <a:gd name="connsiteY26" fmla="*/ 5676 h 10000"/>
                <a:gd name="connsiteX27" fmla="*/ 825 w 10000"/>
                <a:gd name="connsiteY27" fmla="*/ 5676 h 10000"/>
                <a:gd name="connsiteX28" fmla="*/ 800 w 10000"/>
                <a:gd name="connsiteY28" fmla="*/ 5676 h 10000"/>
                <a:gd name="connsiteX29" fmla="*/ 300 w 10000"/>
                <a:gd name="connsiteY29" fmla="*/ 5217 h 10000"/>
                <a:gd name="connsiteX30" fmla="*/ 300 w 10000"/>
                <a:gd name="connsiteY30" fmla="*/ 5145 h 10000"/>
                <a:gd name="connsiteX31" fmla="*/ 300 w 10000"/>
                <a:gd name="connsiteY31" fmla="*/ 5145 h 10000"/>
                <a:gd name="connsiteX32" fmla="*/ 300 w 10000"/>
                <a:gd name="connsiteY32" fmla="*/ 5121 h 10000"/>
                <a:gd name="connsiteX33" fmla="*/ 650 w 10000"/>
                <a:gd name="connsiteY33" fmla="*/ 5072 h 10000"/>
                <a:gd name="connsiteX34" fmla="*/ 750 w 10000"/>
                <a:gd name="connsiteY34" fmla="*/ 5000 h 10000"/>
                <a:gd name="connsiteX35" fmla="*/ 775 w 10000"/>
                <a:gd name="connsiteY35" fmla="*/ 4879 h 10000"/>
                <a:gd name="connsiteX36" fmla="*/ 575 w 10000"/>
                <a:gd name="connsiteY36" fmla="*/ 4952 h 10000"/>
                <a:gd name="connsiteX37" fmla="*/ 300 w 10000"/>
                <a:gd name="connsiteY37" fmla="*/ 4952 h 10000"/>
                <a:gd name="connsiteX38" fmla="*/ 300 w 10000"/>
                <a:gd name="connsiteY38" fmla="*/ 4952 h 10000"/>
                <a:gd name="connsiteX39" fmla="*/ 0 w 10000"/>
                <a:gd name="connsiteY39" fmla="*/ 4638 h 10000"/>
                <a:gd name="connsiteX40" fmla="*/ 0 w 10000"/>
                <a:gd name="connsiteY40" fmla="*/ 4638 h 10000"/>
                <a:gd name="connsiteX41" fmla="*/ 0 w 10000"/>
                <a:gd name="connsiteY41" fmla="*/ 4614 h 10000"/>
                <a:gd name="connsiteX42" fmla="*/ 100 w 10000"/>
                <a:gd name="connsiteY42" fmla="*/ 4541 h 10000"/>
                <a:gd name="connsiteX43" fmla="*/ 275 w 10000"/>
                <a:gd name="connsiteY43" fmla="*/ 4541 h 10000"/>
                <a:gd name="connsiteX44" fmla="*/ 275 w 10000"/>
                <a:gd name="connsiteY44" fmla="*/ 4396 h 10000"/>
                <a:gd name="connsiteX45" fmla="*/ 275 w 10000"/>
                <a:gd name="connsiteY45" fmla="*/ 4396 h 10000"/>
                <a:gd name="connsiteX46" fmla="*/ 300 w 10000"/>
                <a:gd name="connsiteY46" fmla="*/ 4396 h 10000"/>
                <a:gd name="connsiteX47" fmla="*/ 300 w 10000"/>
                <a:gd name="connsiteY47" fmla="*/ 4396 h 10000"/>
                <a:gd name="connsiteX48" fmla="*/ 700 w 10000"/>
                <a:gd name="connsiteY48" fmla="*/ 4493 h 10000"/>
                <a:gd name="connsiteX49" fmla="*/ 825 w 10000"/>
                <a:gd name="connsiteY49" fmla="*/ 4372 h 10000"/>
                <a:gd name="connsiteX50" fmla="*/ 850 w 10000"/>
                <a:gd name="connsiteY50" fmla="*/ 4372 h 10000"/>
                <a:gd name="connsiteX51" fmla="*/ 850 w 10000"/>
                <a:gd name="connsiteY51" fmla="*/ 4372 h 10000"/>
                <a:gd name="connsiteX52" fmla="*/ 950 w 10000"/>
                <a:gd name="connsiteY52" fmla="*/ 4444 h 10000"/>
                <a:gd name="connsiteX53" fmla="*/ 1050 w 10000"/>
                <a:gd name="connsiteY53" fmla="*/ 4396 h 10000"/>
                <a:gd name="connsiteX54" fmla="*/ 900 w 10000"/>
                <a:gd name="connsiteY54" fmla="*/ 3986 h 10000"/>
                <a:gd name="connsiteX55" fmla="*/ 700 w 10000"/>
                <a:gd name="connsiteY55" fmla="*/ 3889 h 10000"/>
                <a:gd name="connsiteX56" fmla="*/ 700 w 10000"/>
                <a:gd name="connsiteY56" fmla="*/ 3865 h 10000"/>
                <a:gd name="connsiteX57" fmla="*/ 750 w 10000"/>
                <a:gd name="connsiteY57" fmla="*/ 3671 h 10000"/>
                <a:gd name="connsiteX58" fmla="*/ 525 w 10000"/>
                <a:gd name="connsiteY58" fmla="*/ 3623 h 10000"/>
                <a:gd name="connsiteX59" fmla="*/ 525 w 10000"/>
                <a:gd name="connsiteY59" fmla="*/ 3623 h 10000"/>
                <a:gd name="connsiteX60" fmla="*/ 500 w 10000"/>
                <a:gd name="connsiteY60" fmla="*/ 3599 h 10000"/>
                <a:gd name="connsiteX61" fmla="*/ 550 w 10000"/>
                <a:gd name="connsiteY61" fmla="*/ 3454 h 10000"/>
                <a:gd name="connsiteX62" fmla="*/ 825 w 10000"/>
                <a:gd name="connsiteY62" fmla="*/ 3068 h 10000"/>
                <a:gd name="connsiteX63" fmla="*/ 850 w 10000"/>
                <a:gd name="connsiteY63" fmla="*/ 3068 h 10000"/>
                <a:gd name="connsiteX64" fmla="*/ 850 w 10000"/>
                <a:gd name="connsiteY64" fmla="*/ 3068 h 10000"/>
                <a:gd name="connsiteX65" fmla="*/ 850 w 10000"/>
                <a:gd name="connsiteY65" fmla="*/ 3068 h 10000"/>
                <a:gd name="connsiteX66" fmla="*/ 975 w 10000"/>
                <a:gd name="connsiteY66" fmla="*/ 3188 h 10000"/>
                <a:gd name="connsiteX67" fmla="*/ 1300 w 10000"/>
                <a:gd name="connsiteY67" fmla="*/ 3116 h 10000"/>
                <a:gd name="connsiteX68" fmla="*/ 1475 w 10000"/>
                <a:gd name="connsiteY68" fmla="*/ 2850 h 10000"/>
                <a:gd name="connsiteX69" fmla="*/ 1650 w 10000"/>
                <a:gd name="connsiteY69" fmla="*/ 2705 h 10000"/>
                <a:gd name="connsiteX70" fmla="*/ 1850 w 10000"/>
                <a:gd name="connsiteY70" fmla="*/ 2367 h 10000"/>
                <a:gd name="connsiteX71" fmla="*/ 1975 w 10000"/>
                <a:gd name="connsiteY71" fmla="*/ 2343 h 10000"/>
                <a:gd name="connsiteX72" fmla="*/ 2000 w 10000"/>
                <a:gd name="connsiteY72" fmla="*/ 2246 h 10000"/>
                <a:gd name="connsiteX73" fmla="*/ 2125 w 10000"/>
                <a:gd name="connsiteY73" fmla="*/ 2053 h 10000"/>
                <a:gd name="connsiteX74" fmla="*/ 2300 w 10000"/>
                <a:gd name="connsiteY74" fmla="*/ 1957 h 10000"/>
                <a:gd name="connsiteX75" fmla="*/ 2225 w 10000"/>
                <a:gd name="connsiteY75" fmla="*/ 1932 h 10000"/>
                <a:gd name="connsiteX76" fmla="*/ 2225 w 10000"/>
                <a:gd name="connsiteY76" fmla="*/ 1908 h 10000"/>
                <a:gd name="connsiteX77" fmla="*/ 2225 w 10000"/>
                <a:gd name="connsiteY77" fmla="*/ 1908 h 10000"/>
                <a:gd name="connsiteX78" fmla="*/ 2275 w 10000"/>
                <a:gd name="connsiteY78" fmla="*/ 1812 h 10000"/>
                <a:gd name="connsiteX79" fmla="*/ 2225 w 10000"/>
                <a:gd name="connsiteY79" fmla="*/ 1739 h 10000"/>
                <a:gd name="connsiteX80" fmla="*/ 2225 w 10000"/>
                <a:gd name="connsiteY80" fmla="*/ 1715 h 10000"/>
                <a:gd name="connsiteX81" fmla="*/ 2275 w 10000"/>
                <a:gd name="connsiteY81" fmla="*/ 1643 h 10000"/>
                <a:gd name="connsiteX82" fmla="*/ 2500 w 10000"/>
                <a:gd name="connsiteY82" fmla="*/ 1522 h 10000"/>
                <a:gd name="connsiteX83" fmla="*/ 2450 w 10000"/>
                <a:gd name="connsiteY83" fmla="*/ 1425 h 10000"/>
                <a:gd name="connsiteX84" fmla="*/ 2300 w 10000"/>
                <a:gd name="connsiteY84" fmla="*/ 1425 h 10000"/>
                <a:gd name="connsiteX85" fmla="*/ 2275 w 10000"/>
                <a:gd name="connsiteY85" fmla="*/ 1401 h 10000"/>
                <a:gd name="connsiteX86" fmla="*/ 2275 w 10000"/>
                <a:gd name="connsiteY86" fmla="*/ 1304 h 10000"/>
                <a:gd name="connsiteX87" fmla="*/ 2125 w 10000"/>
                <a:gd name="connsiteY87" fmla="*/ 1280 h 10000"/>
                <a:gd name="connsiteX88" fmla="*/ 2000 w 10000"/>
                <a:gd name="connsiteY88" fmla="*/ 1135 h 10000"/>
                <a:gd name="connsiteX89" fmla="*/ 2000 w 10000"/>
                <a:gd name="connsiteY89" fmla="*/ 1087 h 10000"/>
                <a:gd name="connsiteX90" fmla="*/ 2100 w 10000"/>
                <a:gd name="connsiteY90" fmla="*/ 1014 h 10000"/>
                <a:gd name="connsiteX91" fmla="*/ 2025 w 10000"/>
                <a:gd name="connsiteY91" fmla="*/ 918 h 10000"/>
                <a:gd name="connsiteX92" fmla="*/ 2025 w 10000"/>
                <a:gd name="connsiteY92" fmla="*/ 894 h 10000"/>
                <a:gd name="connsiteX93" fmla="*/ 2100 w 10000"/>
                <a:gd name="connsiteY93" fmla="*/ 821 h 10000"/>
                <a:gd name="connsiteX94" fmla="*/ 2000 w 10000"/>
                <a:gd name="connsiteY94" fmla="*/ 773 h 10000"/>
                <a:gd name="connsiteX95" fmla="*/ 2000 w 10000"/>
                <a:gd name="connsiteY95" fmla="*/ 749 h 10000"/>
                <a:gd name="connsiteX96" fmla="*/ 2000 w 10000"/>
                <a:gd name="connsiteY96" fmla="*/ 676 h 10000"/>
                <a:gd name="connsiteX97" fmla="*/ 1975 w 10000"/>
                <a:gd name="connsiteY97" fmla="*/ 676 h 10000"/>
                <a:gd name="connsiteX98" fmla="*/ 1950 w 10000"/>
                <a:gd name="connsiteY98" fmla="*/ 652 h 10000"/>
                <a:gd name="connsiteX99" fmla="*/ 2000 w 10000"/>
                <a:gd name="connsiteY99" fmla="*/ 507 h 10000"/>
                <a:gd name="connsiteX100" fmla="*/ 2025 w 10000"/>
                <a:gd name="connsiteY100" fmla="*/ 459 h 10000"/>
                <a:gd name="connsiteX101" fmla="*/ 2125 w 10000"/>
                <a:gd name="connsiteY101" fmla="*/ 435 h 10000"/>
                <a:gd name="connsiteX102" fmla="*/ 2575 w 10000"/>
                <a:gd name="connsiteY102" fmla="*/ 556 h 10000"/>
                <a:gd name="connsiteX103" fmla="*/ 2850 w 10000"/>
                <a:gd name="connsiteY103" fmla="*/ 459 h 10000"/>
                <a:gd name="connsiteX104" fmla="*/ 2975 w 10000"/>
                <a:gd name="connsiteY104" fmla="*/ 507 h 10000"/>
                <a:gd name="connsiteX105" fmla="*/ 3050 w 10000"/>
                <a:gd name="connsiteY105" fmla="*/ 386 h 10000"/>
                <a:gd name="connsiteX106" fmla="*/ 3250 w 10000"/>
                <a:gd name="connsiteY106" fmla="*/ 242 h 10000"/>
                <a:gd name="connsiteX107" fmla="*/ 3850 w 10000"/>
                <a:gd name="connsiteY107" fmla="*/ 0 h 10000"/>
                <a:gd name="connsiteX108" fmla="*/ 3850 w 10000"/>
                <a:gd name="connsiteY108" fmla="*/ 0 h 10000"/>
                <a:gd name="connsiteX109" fmla="*/ 3850 w 10000"/>
                <a:gd name="connsiteY109" fmla="*/ 0 h 10000"/>
                <a:gd name="connsiteX110" fmla="*/ 4100 w 10000"/>
                <a:gd name="connsiteY110" fmla="*/ 145 h 10000"/>
                <a:gd name="connsiteX111" fmla="*/ 4100 w 10000"/>
                <a:gd name="connsiteY111" fmla="*/ 169 h 10000"/>
                <a:gd name="connsiteX112" fmla="*/ 4125 w 10000"/>
                <a:gd name="connsiteY112" fmla="*/ 242 h 10000"/>
                <a:gd name="connsiteX113" fmla="*/ 4175 w 10000"/>
                <a:gd name="connsiteY113" fmla="*/ 193 h 10000"/>
                <a:gd name="connsiteX114" fmla="*/ 4225 w 10000"/>
                <a:gd name="connsiteY114" fmla="*/ 193 h 10000"/>
                <a:gd name="connsiteX115" fmla="*/ 4225 w 10000"/>
                <a:gd name="connsiteY115" fmla="*/ 193 h 10000"/>
                <a:gd name="connsiteX116" fmla="*/ 4225 w 10000"/>
                <a:gd name="connsiteY116" fmla="*/ 242 h 10000"/>
                <a:gd name="connsiteX117" fmla="*/ 4125 w 10000"/>
                <a:gd name="connsiteY117" fmla="*/ 531 h 10000"/>
                <a:gd name="connsiteX118" fmla="*/ 3975 w 10000"/>
                <a:gd name="connsiteY118" fmla="*/ 652 h 10000"/>
                <a:gd name="connsiteX119" fmla="*/ 3950 w 10000"/>
                <a:gd name="connsiteY119" fmla="*/ 797 h 10000"/>
                <a:gd name="connsiteX120" fmla="*/ 3950 w 10000"/>
                <a:gd name="connsiteY120" fmla="*/ 797 h 10000"/>
                <a:gd name="connsiteX121" fmla="*/ 3750 w 10000"/>
                <a:gd name="connsiteY121" fmla="*/ 821 h 10000"/>
                <a:gd name="connsiteX122" fmla="*/ 3750 w 10000"/>
                <a:gd name="connsiteY122" fmla="*/ 1063 h 10000"/>
                <a:gd name="connsiteX123" fmla="*/ 3900 w 10000"/>
                <a:gd name="connsiteY123" fmla="*/ 1135 h 10000"/>
                <a:gd name="connsiteX124" fmla="*/ 3900 w 10000"/>
                <a:gd name="connsiteY124" fmla="*/ 1159 h 10000"/>
                <a:gd name="connsiteX125" fmla="*/ 3975 w 10000"/>
                <a:gd name="connsiteY125" fmla="*/ 1304 h 10000"/>
                <a:gd name="connsiteX126" fmla="*/ 3975 w 10000"/>
                <a:gd name="connsiteY126" fmla="*/ 1329 h 10000"/>
                <a:gd name="connsiteX127" fmla="*/ 3750 w 10000"/>
                <a:gd name="connsiteY127" fmla="*/ 1473 h 10000"/>
                <a:gd name="connsiteX128" fmla="*/ 3750 w 10000"/>
                <a:gd name="connsiteY128" fmla="*/ 1473 h 10000"/>
                <a:gd name="connsiteX129" fmla="*/ 3725 w 10000"/>
                <a:gd name="connsiteY129" fmla="*/ 1473 h 10000"/>
                <a:gd name="connsiteX130" fmla="*/ 3725 w 10000"/>
                <a:gd name="connsiteY130" fmla="*/ 1473 h 10000"/>
                <a:gd name="connsiteX131" fmla="*/ 3650 w 10000"/>
                <a:gd name="connsiteY131" fmla="*/ 1353 h 10000"/>
                <a:gd name="connsiteX132" fmla="*/ 3600 w 10000"/>
                <a:gd name="connsiteY132" fmla="*/ 1401 h 10000"/>
                <a:gd name="connsiteX133" fmla="*/ 3700 w 10000"/>
                <a:gd name="connsiteY133" fmla="*/ 1594 h 10000"/>
                <a:gd name="connsiteX134" fmla="*/ 3650 w 10000"/>
                <a:gd name="connsiteY134" fmla="*/ 1812 h 10000"/>
                <a:gd name="connsiteX135" fmla="*/ 3750 w 10000"/>
                <a:gd name="connsiteY135" fmla="*/ 1957 h 10000"/>
                <a:gd name="connsiteX136" fmla="*/ 3900 w 10000"/>
                <a:gd name="connsiteY136" fmla="*/ 1957 h 10000"/>
                <a:gd name="connsiteX137" fmla="*/ 4450 w 10000"/>
                <a:gd name="connsiteY137" fmla="*/ 2246 h 10000"/>
                <a:gd name="connsiteX138" fmla="*/ 4450 w 10000"/>
                <a:gd name="connsiteY138" fmla="*/ 2295 h 10000"/>
                <a:gd name="connsiteX139" fmla="*/ 4450 w 10000"/>
                <a:gd name="connsiteY139" fmla="*/ 2295 h 10000"/>
                <a:gd name="connsiteX140" fmla="*/ 4438 w 10000"/>
                <a:gd name="connsiteY140" fmla="*/ 2435 h 10000"/>
                <a:gd name="connsiteX141" fmla="*/ 4277 w 10000"/>
                <a:gd name="connsiteY141" fmla="*/ 2889 h 10000"/>
                <a:gd name="connsiteX142" fmla="*/ 5050 w 10000"/>
                <a:gd name="connsiteY142" fmla="*/ 3333 h 10000"/>
                <a:gd name="connsiteX143" fmla="*/ 5550 w 10000"/>
                <a:gd name="connsiteY143" fmla="*/ 3333 h 10000"/>
                <a:gd name="connsiteX144" fmla="*/ 5575 w 10000"/>
                <a:gd name="connsiteY144" fmla="*/ 3333 h 10000"/>
                <a:gd name="connsiteX145" fmla="*/ 5750 w 10000"/>
                <a:gd name="connsiteY145" fmla="*/ 3527 h 10000"/>
                <a:gd name="connsiteX146" fmla="*/ 6525 w 10000"/>
                <a:gd name="connsiteY146" fmla="*/ 3671 h 10000"/>
                <a:gd name="connsiteX147" fmla="*/ 6775 w 10000"/>
                <a:gd name="connsiteY147" fmla="*/ 3647 h 10000"/>
                <a:gd name="connsiteX148" fmla="*/ 6800 w 10000"/>
                <a:gd name="connsiteY148" fmla="*/ 3575 h 10000"/>
                <a:gd name="connsiteX149" fmla="*/ 6750 w 10000"/>
                <a:gd name="connsiteY149" fmla="*/ 3502 h 10000"/>
                <a:gd name="connsiteX150" fmla="*/ 6750 w 10000"/>
                <a:gd name="connsiteY150" fmla="*/ 3478 h 10000"/>
                <a:gd name="connsiteX151" fmla="*/ 6775 w 10000"/>
                <a:gd name="connsiteY151" fmla="*/ 3406 h 10000"/>
                <a:gd name="connsiteX152" fmla="*/ 6825 w 10000"/>
                <a:gd name="connsiteY152" fmla="*/ 3140 h 10000"/>
                <a:gd name="connsiteX153" fmla="*/ 6825 w 10000"/>
                <a:gd name="connsiteY153" fmla="*/ 3116 h 10000"/>
                <a:gd name="connsiteX154" fmla="*/ 7050 w 10000"/>
                <a:gd name="connsiteY154" fmla="*/ 3068 h 10000"/>
                <a:gd name="connsiteX155" fmla="*/ 7050 w 10000"/>
                <a:gd name="connsiteY155" fmla="*/ 3068 h 10000"/>
                <a:gd name="connsiteX156" fmla="*/ 7050 w 10000"/>
                <a:gd name="connsiteY156" fmla="*/ 3068 h 10000"/>
                <a:gd name="connsiteX157" fmla="*/ 7075 w 10000"/>
                <a:gd name="connsiteY157" fmla="*/ 3092 h 10000"/>
                <a:gd name="connsiteX158" fmla="*/ 7075 w 10000"/>
                <a:gd name="connsiteY158" fmla="*/ 3285 h 10000"/>
                <a:gd name="connsiteX159" fmla="*/ 7100 w 10000"/>
                <a:gd name="connsiteY159" fmla="*/ 3333 h 10000"/>
                <a:gd name="connsiteX160" fmla="*/ 7150 w 10000"/>
                <a:gd name="connsiteY160" fmla="*/ 3357 h 10000"/>
                <a:gd name="connsiteX161" fmla="*/ 7150 w 10000"/>
                <a:gd name="connsiteY161" fmla="*/ 3357 h 10000"/>
                <a:gd name="connsiteX162" fmla="*/ 7075 w 10000"/>
                <a:gd name="connsiteY162" fmla="*/ 3406 h 10000"/>
                <a:gd name="connsiteX163" fmla="*/ 7100 w 10000"/>
                <a:gd name="connsiteY163" fmla="*/ 3502 h 10000"/>
                <a:gd name="connsiteX164" fmla="*/ 7350 w 10000"/>
                <a:gd name="connsiteY164" fmla="*/ 3575 h 10000"/>
                <a:gd name="connsiteX165" fmla="*/ 8125 w 10000"/>
                <a:gd name="connsiteY165" fmla="*/ 3478 h 10000"/>
                <a:gd name="connsiteX166" fmla="*/ 8175 w 10000"/>
                <a:gd name="connsiteY166" fmla="*/ 3357 h 10000"/>
                <a:gd name="connsiteX167" fmla="*/ 8075 w 10000"/>
                <a:gd name="connsiteY167" fmla="*/ 3285 h 10000"/>
                <a:gd name="connsiteX168" fmla="*/ 8025 w 10000"/>
                <a:gd name="connsiteY168" fmla="*/ 3261 h 10000"/>
                <a:gd name="connsiteX169" fmla="*/ 8025 w 10000"/>
                <a:gd name="connsiteY169" fmla="*/ 3188 h 10000"/>
                <a:gd name="connsiteX170" fmla="*/ 8075 w 10000"/>
                <a:gd name="connsiteY170" fmla="*/ 3140 h 10000"/>
                <a:gd name="connsiteX171" fmla="*/ 8500 w 10000"/>
                <a:gd name="connsiteY171" fmla="*/ 2995 h 10000"/>
                <a:gd name="connsiteX172" fmla="*/ 9025 w 10000"/>
                <a:gd name="connsiteY172" fmla="*/ 2609 h 10000"/>
                <a:gd name="connsiteX173" fmla="*/ 9025 w 10000"/>
                <a:gd name="connsiteY173" fmla="*/ 2609 h 10000"/>
                <a:gd name="connsiteX174" fmla="*/ 9275 w 10000"/>
                <a:gd name="connsiteY174" fmla="*/ 2633 h 10000"/>
                <a:gd name="connsiteX175" fmla="*/ 9500 w 10000"/>
                <a:gd name="connsiteY175" fmla="*/ 2512 h 10000"/>
                <a:gd name="connsiteX176" fmla="*/ 9500 w 10000"/>
                <a:gd name="connsiteY176" fmla="*/ 2512 h 10000"/>
                <a:gd name="connsiteX177" fmla="*/ 9550 w 10000"/>
                <a:gd name="connsiteY177" fmla="*/ 2512 h 10000"/>
                <a:gd name="connsiteX178" fmla="*/ 9550 w 10000"/>
                <a:gd name="connsiteY178" fmla="*/ 2560 h 10000"/>
                <a:gd name="connsiteX179" fmla="*/ 9600 w 10000"/>
                <a:gd name="connsiteY179" fmla="*/ 2705 h 10000"/>
                <a:gd name="connsiteX180" fmla="*/ 9675 w 10000"/>
                <a:gd name="connsiteY180" fmla="*/ 2729 h 10000"/>
                <a:gd name="connsiteX181" fmla="*/ 9675 w 10000"/>
                <a:gd name="connsiteY181" fmla="*/ 2754 h 10000"/>
                <a:gd name="connsiteX182" fmla="*/ 9625 w 10000"/>
                <a:gd name="connsiteY182" fmla="*/ 2899 h 10000"/>
                <a:gd name="connsiteX183" fmla="*/ 9875 w 10000"/>
                <a:gd name="connsiteY183" fmla="*/ 2947 h 10000"/>
                <a:gd name="connsiteX184" fmla="*/ 9975 w 10000"/>
                <a:gd name="connsiteY184" fmla="*/ 3019 h 10000"/>
                <a:gd name="connsiteX185" fmla="*/ 10000 w 10000"/>
                <a:gd name="connsiteY185" fmla="*/ 3068 h 10000"/>
                <a:gd name="connsiteX186" fmla="*/ 10000 w 10000"/>
                <a:gd name="connsiteY186" fmla="*/ 3116 h 10000"/>
                <a:gd name="connsiteX187" fmla="*/ 9975 w 10000"/>
                <a:gd name="connsiteY187" fmla="*/ 3140 h 10000"/>
                <a:gd name="connsiteX188" fmla="*/ 9900 w 10000"/>
                <a:gd name="connsiteY188" fmla="*/ 3188 h 10000"/>
                <a:gd name="connsiteX189" fmla="*/ 9875 w 10000"/>
                <a:gd name="connsiteY189" fmla="*/ 3382 h 10000"/>
                <a:gd name="connsiteX190" fmla="*/ 9850 w 10000"/>
                <a:gd name="connsiteY190" fmla="*/ 3406 h 10000"/>
                <a:gd name="connsiteX191" fmla="*/ 9575 w 10000"/>
                <a:gd name="connsiteY191" fmla="*/ 3406 h 10000"/>
                <a:gd name="connsiteX192" fmla="*/ 9300 w 10000"/>
                <a:gd name="connsiteY192" fmla="*/ 3671 h 10000"/>
                <a:gd name="connsiteX193" fmla="*/ 9275 w 10000"/>
                <a:gd name="connsiteY193" fmla="*/ 3913 h 10000"/>
                <a:gd name="connsiteX194" fmla="*/ 9075 w 10000"/>
                <a:gd name="connsiteY194" fmla="*/ 4130 h 10000"/>
                <a:gd name="connsiteX195" fmla="*/ 8925 w 10000"/>
                <a:gd name="connsiteY195" fmla="*/ 4565 h 10000"/>
                <a:gd name="connsiteX196" fmla="*/ 8900 w 10000"/>
                <a:gd name="connsiteY196" fmla="*/ 4565 h 10000"/>
                <a:gd name="connsiteX197" fmla="*/ 8625 w 10000"/>
                <a:gd name="connsiteY197" fmla="*/ 4662 h 10000"/>
                <a:gd name="connsiteX198" fmla="*/ 8625 w 10000"/>
                <a:gd name="connsiteY198" fmla="*/ 4928 h 10000"/>
                <a:gd name="connsiteX199" fmla="*/ 8575 w 10000"/>
                <a:gd name="connsiteY199" fmla="*/ 4952 h 10000"/>
                <a:gd name="connsiteX200" fmla="*/ 8525 w 10000"/>
                <a:gd name="connsiteY200" fmla="*/ 4952 h 10000"/>
                <a:gd name="connsiteX201" fmla="*/ 8500 w 10000"/>
                <a:gd name="connsiteY201" fmla="*/ 5024 h 10000"/>
                <a:gd name="connsiteX202" fmla="*/ 8550 w 10000"/>
                <a:gd name="connsiteY202" fmla="*/ 5193 h 10000"/>
                <a:gd name="connsiteX203" fmla="*/ 8550 w 10000"/>
                <a:gd name="connsiteY203" fmla="*/ 5217 h 10000"/>
                <a:gd name="connsiteX204" fmla="*/ 8375 w 10000"/>
                <a:gd name="connsiteY204" fmla="*/ 5314 h 10000"/>
                <a:gd name="connsiteX205" fmla="*/ 8375 w 10000"/>
                <a:gd name="connsiteY205" fmla="*/ 5314 h 10000"/>
                <a:gd name="connsiteX206" fmla="*/ 8375 w 10000"/>
                <a:gd name="connsiteY206" fmla="*/ 5314 h 10000"/>
                <a:gd name="connsiteX207" fmla="*/ 8350 w 10000"/>
                <a:gd name="connsiteY207" fmla="*/ 5290 h 10000"/>
                <a:gd name="connsiteX208" fmla="*/ 8175 w 10000"/>
                <a:gd name="connsiteY208" fmla="*/ 4686 h 10000"/>
                <a:gd name="connsiteX209" fmla="*/ 8025 w 10000"/>
                <a:gd name="connsiteY209" fmla="*/ 4903 h 10000"/>
                <a:gd name="connsiteX210" fmla="*/ 8025 w 10000"/>
                <a:gd name="connsiteY210" fmla="*/ 4903 h 10000"/>
                <a:gd name="connsiteX211" fmla="*/ 8025 w 10000"/>
                <a:gd name="connsiteY211" fmla="*/ 4903 h 10000"/>
                <a:gd name="connsiteX212" fmla="*/ 8000 w 10000"/>
                <a:gd name="connsiteY212" fmla="*/ 4903 h 10000"/>
                <a:gd name="connsiteX213" fmla="*/ 7875 w 10000"/>
                <a:gd name="connsiteY213" fmla="*/ 4807 h 10000"/>
                <a:gd name="connsiteX214" fmla="*/ 7775 w 10000"/>
                <a:gd name="connsiteY214" fmla="*/ 4565 h 10000"/>
                <a:gd name="connsiteX215" fmla="*/ 7825 w 10000"/>
                <a:gd name="connsiteY215" fmla="*/ 4565 h 10000"/>
                <a:gd name="connsiteX216" fmla="*/ 8175 w 10000"/>
                <a:gd name="connsiteY216" fmla="*/ 4155 h 10000"/>
                <a:gd name="connsiteX217" fmla="*/ 7475 w 10000"/>
                <a:gd name="connsiteY217" fmla="*/ 4106 h 10000"/>
                <a:gd name="connsiteX218" fmla="*/ 7350 w 10000"/>
                <a:gd name="connsiteY218" fmla="*/ 4010 h 10000"/>
                <a:gd name="connsiteX219" fmla="*/ 7300 w 10000"/>
                <a:gd name="connsiteY219" fmla="*/ 3792 h 10000"/>
                <a:gd name="connsiteX220" fmla="*/ 7300 w 10000"/>
                <a:gd name="connsiteY220" fmla="*/ 3841 h 10000"/>
                <a:gd name="connsiteX221" fmla="*/ 7275 w 10000"/>
                <a:gd name="connsiteY221" fmla="*/ 3841 h 10000"/>
                <a:gd name="connsiteX222" fmla="*/ 7175 w 10000"/>
                <a:gd name="connsiteY222" fmla="*/ 3841 h 10000"/>
                <a:gd name="connsiteX223" fmla="*/ 7175 w 10000"/>
                <a:gd name="connsiteY223" fmla="*/ 3841 h 10000"/>
                <a:gd name="connsiteX224" fmla="*/ 7100 w 10000"/>
                <a:gd name="connsiteY224" fmla="*/ 3720 h 10000"/>
                <a:gd name="connsiteX225" fmla="*/ 7050 w 10000"/>
                <a:gd name="connsiteY225" fmla="*/ 3792 h 10000"/>
                <a:gd name="connsiteX226" fmla="*/ 7050 w 10000"/>
                <a:gd name="connsiteY226" fmla="*/ 3792 h 10000"/>
                <a:gd name="connsiteX227" fmla="*/ 7050 w 10000"/>
                <a:gd name="connsiteY227" fmla="*/ 3792 h 10000"/>
                <a:gd name="connsiteX228" fmla="*/ 7025 w 10000"/>
                <a:gd name="connsiteY228" fmla="*/ 3792 h 10000"/>
                <a:gd name="connsiteX229" fmla="*/ 6950 w 10000"/>
                <a:gd name="connsiteY229" fmla="*/ 3671 h 10000"/>
                <a:gd name="connsiteX230" fmla="*/ 6825 w 10000"/>
                <a:gd name="connsiteY230" fmla="*/ 3889 h 10000"/>
                <a:gd name="connsiteX231" fmla="*/ 6850 w 10000"/>
                <a:gd name="connsiteY231" fmla="*/ 3961 h 10000"/>
                <a:gd name="connsiteX232" fmla="*/ 6975 w 10000"/>
                <a:gd name="connsiteY232" fmla="*/ 3986 h 10000"/>
                <a:gd name="connsiteX233" fmla="*/ 7025 w 10000"/>
                <a:gd name="connsiteY233" fmla="*/ 3986 h 10000"/>
                <a:gd name="connsiteX234" fmla="*/ 7025 w 10000"/>
                <a:gd name="connsiteY234" fmla="*/ 4106 h 10000"/>
                <a:gd name="connsiteX235" fmla="*/ 7025 w 10000"/>
                <a:gd name="connsiteY235" fmla="*/ 4130 h 10000"/>
                <a:gd name="connsiteX236" fmla="*/ 7025 w 10000"/>
                <a:gd name="connsiteY236" fmla="*/ 4130 h 10000"/>
                <a:gd name="connsiteX237" fmla="*/ 6900 w 10000"/>
                <a:gd name="connsiteY237" fmla="*/ 4130 h 10000"/>
                <a:gd name="connsiteX238" fmla="*/ 6775 w 10000"/>
                <a:gd name="connsiteY238" fmla="*/ 4275 h 10000"/>
                <a:gd name="connsiteX239" fmla="*/ 6975 w 10000"/>
                <a:gd name="connsiteY239" fmla="*/ 4420 h 10000"/>
                <a:gd name="connsiteX240" fmla="*/ 6975 w 10000"/>
                <a:gd name="connsiteY240" fmla="*/ 4444 h 10000"/>
                <a:gd name="connsiteX241" fmla="*/ 6950 w 10000"/>
                <a:gd name="connsiteY241" fmla="*/ 4662 h 10000"/>
                <a:gd name="connsiteX242" fmla="*/ 7100 w 10000"/>
                <a:gd name="connsiteY242" fmla="*/ 5386 h 10000"/>
                <a:gd name="connsiteX243" fmla="*/ 7100 w 10000"/>
                <a:gd name="connsiteY243" fmla="*/ 5411 h 10000"/>
                <a:gd name="connsiteX244" fmla="*/ 7050 w 10000"/>
                <a:gd name="connsiteY244" fmla="*/ 5435 h 10000"/>
                <a:gd name="connsiteX245" fmla="*/ 7050 w 10000"/>
                <a:gd name="connsiteY245" fmla="*/ 5435 h 10000"/>
                <a:gd name="connsiteX246" fmla="*/ 7025 w 10000"/>
                <a:gd name="connsiteY246" fmla="*/ 5411 h 10000"/>
                <a:gd name="connsiteX247" fmla="*/ 7025 w 10000"/>
                <a:gd name="connsiteY247" fmla="*/ 5411 h 10000"/>
                <a:gd name="connsiteX248" fmla="*/ 7025 w 10000"/>
                <a:gd name="connsiteY248" fmla="*/ 5411 h 10000"/>
                <a:gd name="connsiteX249" fmla="*/ 6900 w 10000"/>
                <a:gd name="connsiteY249" fmla="*/ 5459 h 10000"/>
                <a:gd name="connsiteX250" fmla="*/ 6850 w 10000"/>
                <a:gd name="connsiteY250" fmla="*/ 5459 h 10000"/>
                <a:gd name="connsiteX251" fmla="*/ 6850 w 10000"/>
                <a:gd name="connsiteY251" fmla="*/ 5459 h 10000"/>
                <a:gd name="connsiteX252" fmla="*/ 6850 w 10000"/>
                <a:gd name="connsiteY252" fmla="*/ 5435 h 10000"/>
                <a:gd name="connsiteX253" fmla="*/ 6800 w 10000"/>
                <a:gd name="connsiteY253" fmla="*/ 5266 h 10000"/>
                <a:gd name="connsiteX254" fmla="*/ 6775 w 10000"/>
                <a:gd name="connsiteY254" fmla="*/ 5338 h 10000"/>
                <a:gd name="connsiteX255" fmla="*/ 6450 w 10000"/>
                <a:gd name="connsiteY255" fmla="*/ 5507 h 10000"/>
                <a:gd name="connsiteX256" fmla="*/ 6450 w 10000"/>
                <a:gd name="connsiteY256" fmla="*/ 5725 h 10000"/>
                <a:gd name="connsiteX257" fmla="*/ 6450 w 10000"/>
                <a:gd name="connsiteY257" fmla="*/ 5725 h 10000"/>
                <a:gd name="connsiteX258" fmla="*/ 6225 w 10000"/>
                <a:gd name="connsiteY258" fmla="*/ 5966 h 10000"/>
                <a:gd name="connsiteX259" fmla="*/ 5750 w 10000"/>
                <a:gd name="connsiteY259" fmla="*/ 6208 h 10000"/>
                <a:gd name="connsiteX260" fmla="*/ 5500 w 10000"/>
                <a:gd name="connsiteY260" fmla="*/ 6546 h 10000"/>
                <a:gd name="connsiteX261" fmla="*/ 4900 w 10000"/>
                <a:gd name="connsiteY261" fmla="*/ 7005 h 10000"/>
                <a:gd name="connsiteX262" fmla="*/ 4800 w 10000"/>
                <a:gd name="connsiteY262" fmla="*/ 7174 h 10000"/>
                <a:gd name="connsiteX263" fmla="*/ 4800 w 10000"/>
                <a:gd name="connsiteY263" fmla="*/ 7174 h 10000"/>
                <a:gd name="connsiteX264" fmla="*/ 4500 w 10000"/>
                <a:gd name="connsiteY264" fmla="*/ 7246 h 10000"/>
                <a:gd name="connsiteX265" fmla="*/ 4375 w 10000"/>
                <a:gd name="connsiteY265" fmla="*/ 7440 h 10000"/>
                <a:gd name="connsiteX266" fmla="*/ 4375 w 10000"/>
                <a:gd name="connsiteY266" fmla="*/ 7464 h 10000"/>
                <a:gd name="connsiteX267" fmla="*/ 4175 w 10000"/>
                <a:gd name="connsiteY267" fmla="*/ 7464 h 10000"/>
                <a:gd name="connsiteX268" fmla="*/ 4100 w 10000"/>
                <a:gd name="connsiteY268" fmla="*/ 7585 h 10000"/>
                <a:gd name="connsiteX269" fmla="*/ 4125 w 10000"/>
                <a:gd name="connsiteY269" fmla="*/ 8140 h 10000"/>
                <a:gd name="connsiteX270" fmla="*/ 4175 w 10000"/>
                <a:gd name="connsiteY270" fmla="*/ 8261 h 10000"/>
                <a:gd name="connsiteX271" fmla="*/ 4175 w 10000"/>
                <a:gd name="connsiteY271" fmla="*/ 8285 h 10000"/>
                <a:gd name="connsiteX272" fmla="*/ 4025 w 10000"/>
                <a:gd name="connsiteY272" fmla="*/ 8792 h 10000"/>
                <a:gd name="connsiteX273" fmla="*/ 4025 w 10000"/>
                <a:gd name="connsiteY273" fmla="*/ 9203 h 10000"/>
                <a:gd name="connsiteX274" fmla="*/ 4025 w 10000"/>
                <a:gd name="connsiteY274" fmla="*/ 9251 h 10000"/>
                <a:gd name="connsiteX275" fmla="*/ 4025 w 10000"/>
                <a:gd name="connsiteY275" fmla="*/ 9251 h 10000"/>
                <a:gd name="connsiteX276" fmla="*/ 3850 w 10000"/>
                <a:gd name="connsiteY276" fmla="*/ 9251 h 10000"/>
                <a:gd name="connsiteX277" fmla="*/ 3750 w 10000"/>
                <a:gd name="connsiteY277" fmla="*/ 9493 h 10000"/>
                <a:gd name="connsiteX278" fmla="*/ 3750 w 10000"/>
                <a:gd name="connsiteY278" fmla="*/ 9565 h 10000"/>
                <a:gd name="connsiteX279" fmla="*/ 3725 w 10000"/>
                <a:gd name="connsiteY279" fmla="*/ 9565 h 10000"/>
                <a:gd name="connsiteX280" fmla="*/ 3475 w 10000"/>
                <a:gd name="connsiteY280" fmla="*/ 9662 h 10000"/>
                <a:gd name="connsiteX281" fmla="*/ 3450 w 10000"/>
                <a:gd name="connsiteY281" fmla="*/ 9831 h 10000"/>
                <a:gd name="connsiteX282" fmla="*/ 3300 w 10000"/>
                <a:gd name="connsiteY282" fmla="*/ 10000 h 10000"/>
                <a:gd name="connsiteX283" fmla="*/ 3250 w 10000"/>
                <a:gd name="connsiteY283" fmla="*/ 10000 h 10000"/>
                <a:gd name="connsiteX284" fmla="*/ 3175 w 10000"/>
                <a:gd name="connsiteY284" fmla="*/ 10000 h 10000"/>
                <a:gd name="connsiteX0" fmla="*/ 3175 w 10000"/>
                <a:gd name="connsiteY0" fmla="*/ 10000 h 10000"/>
                <a:gd name="connsiteX1" fmla="*/ 3175 w 10000"/>
                <a:gd name="connsiteY1" fmla="*/ 9952 h 10000"/>
                <a:gd name="connsiteX2" fmla="*/ 2925 w 10000"/>
                <a:gd name="connsiteY2" fmla="*/ 9686 h 10000"/>
                <a:gd name="connsiteX3" fmla="*/ 2625 w 10000"/>
                <a:gd name="connsiteY3" fmla="*/ 8865 h 10000"/>
                <a:gd name="connsiteX4" fmla="*/ 2400 w 10000"/>
                <a:gd name="connsiteY4" fmla="*/ 8599 h 10000"/>
                <a:gd name="connsiteX5" fmla="*/ 2275 w 10000"/>
                <a:gd name="connsiteY5" fmla="*/ 8140 h 10000"/>
                <a:gd name="connsiteX6" fmla="*/ 2025 w 10000"/>
                <a:gd name="connsiteY6" fmla="*/ 7705 h 10000"/>
                <a:gd name="connsiteX7" fmla="*/ 2000 w 10000"/>
                <a:gd name="connsiteY7" fmla="*/ 7512 h 10000"/>
                <a:gd name="connsiteX8" fmla="*/ 1975 w 10000"/>
                <a:gd name="connsiteY8" fmla="*/ 7512 h 10000"/>
                <a:gd name="connsiteX9" fmla="*/ 1950 w 10000"/>
                <a:gd name="connsiteY9" fmla="*/ 7560 h 10000"/>
                <a:gd name="connsiteX10" fmla="*/ 1950 w 10000"/>
                <a:gd name="connsiteY10" fmla="*/ 7560 h 10000"/>
                <a:gd name="connsiteX11" fmla="*/ 1950 w 10000"/>
                <a:gd name="connsiteY11" fmla="*/ 7512 h 10000"/>
                <a:gd name="connsiteX12" fmla="*/ 1875 w 10000"/>
                <a:gd name="connsiteY12" fmla="*/ 7391 h 10000"/>
                <a:gd name="connsiteX13" fmla="*/ 1750 w 10000"/>
                <a:gd name="connsiteY13" fmla="*/ 7174 h 10000"/>
                <a:gd name="connsiteX14" fmla="*/ 1600 w 10000"/>
                <a:gd name="connsiteY14" fmla="*/ 6498 h 10000"/>
                <a:gd name="connsiteX15" fmla="*/ 1625 w 10000"/>
                <a:gd name="connsiteY15" fmla="*/ 6304 h 10000"/>
                <a:gd name="connsiteX16" fmla="*/ 1600 w 10000"/>
                <a:gd name="connsiteY16" fmla="*/ 6304 h 10000"/>
                <a:gd name="connsiteX17" fmla="*/ 1600 w 10000"/>
                <a:gd name="connsiteY17" fmla="*/ 6304 h 10000"/>
                <a:gd name="connsiteX18" fmla="*/ 1550 w 10000"/>
                <a:gd name="connsiteY18" fmla="*/ 6063 h 10000"/>
                <a:gd name="connsiteX19" fmla="*/ 1600 w 10000"/>
                <a:gd name="connsiteY19" fmla="*/ 5797 h 10000"/>
                <a:gd name="connsiteX20" fmla="*/ 1475 w 10000"/>
                <a:gd name="connsiteY20" fmla="*/ 5290 h 10000"/>
                <a:gd name="connsiteX21" fmla="*/ 1475 w 10000"/>
                <a:gd name="connsiteY21" fmla="*/ 5290 h 10000"/>
                <a:gd name="connsiteX22" fmla="*/ 1600 w 10000"/>
                <a:gd name="connsiteY22" fmla="*/ 5169 h 10000"/>
                <a:gd name="connsiteX23" fmla="*/ 1450 w 10000"/>
                <a:gd name="connsiteY23" fmla="*/ 5145 h 10000"/>
                <a:gd name="connsiteX24" fmla="*/ 1325 w 10000"/>
                <a:gd name="connsiteY24" fmla="*/ 5556 h 10000"/>
                <a:gd name="connsiteX25" fmla="*/ 1325 w 10000"/>
                <a:gd name="connsiteY25" fmla="*/ 5580 h 10000"/>
                <a:gd name="connsiteX26" fmla="*/ 1075 w 10000"/>
                <a:gd name="connsiteY26" fmla="*/ 5676 h 10000"/>
                <a:gd name="connsiteX27" fmla="*/ 825 w 10000"/>
                <a:gd name="connsiteY27" fmla="*/ 5676 h 10000"/>
                <a:gd name="connsiteX28" fmla="*/ 800 w 10000"/>
                <a:gd name="connsiteY28" fmla="*/ 5676 h 10000"/>
                <a:gd name="connsiteX29" fmla="*/ 300 w 10000"/>
                <a:gd name="connsiteY29" fmla="*/ 5217 h 10000"/>
                <a:gd name="connsiteX30" fmla="*/ 300 w 10000"/>
                <a:gd name="connsiteY30" fmla="*/ 5145 h 10000"/>
                <a:gd name="connsiteX31" fmla="*/ 300 w 10000"/>
                <a:gd name="connsiteY31" fmla="*/ 5145 h 10000"/>
                <a:gd name="connsiteX32" fmla="*/ 300 w 10000"/>
                <a:gd name="connsiteY32" fmla="*/ 5121 h 10000"/>
                <a:gd name="connsiteX33" fmla="*/ 650 w 10000"/>
                <a:gd name="connsiteY33" fmla="*/ 5072 h 10000"/>
                <a:gd name="connsiteX34" fmla="*/ 750 w 10000"/>
                <a:gd name="connsiteY34" fmla="*/ 5000 h 10000"/>
                <a:gd name="connsiteX35" fmla="*/ 775 w 10000"/>
                <a:gd name="connsiteY35" fmla="*/ 4879 h 10000"/>
                <a:gd name="connsiteX36" fmla="*/ 575 w 10000"/>
                <a:gd name="connsiteY36" fmla="*/ 4952 h 10000"/>
                <a:gd name="connsiteX37" fmla="*/ 300 w 10000"/>
                <a:gd name="connsiteY37" fmla="*/ 4952 h 10000"/>
                <a:gd name="connsiteX38" fmla="*/ 300 w 10000"/>
                <a:gd name="connsiteY38" fmla="*/ 4952 h 10000"/>
                <a:gd name="connsiteX39" fmla="*/ 0 w 10000"/>
                <a:gd name="connsiteY39" fmla="*/ 4638 h 10000"/>
                <a:gd name="connsiteX40" fmla="*/ 0 w 10000"/>
                <a:gd name="connsiteY40" fmla="*/ 4638 h 10000"/>
                <a:gd name="connsiteX41" fmla="*/ 0 w 10000"/>
                <a:gd name="connsiteY41" fmla="*/ 4614 h 10000"/>
                <a:gd name="connsiteX42" fmla="*/ 100 w 10000"/>
                <a:gd name="connsiteY42" fmla="*/ 4541 h 10000"/>
                <a:gd name="connsiteX43" fmla="*/ 275 w 10000"/>
                <a:gd name="connsiteY43" fmla="*/ 4541 h 10000"/>
                <a:gd name="connsiteX44" fmla="*/ 275 w 10000"/>
                <a:gd name="connsiteY44" fmla="*/ 4396 h 10000"/>
                <a:gd name="connsiteX45" fmla="*/ 275 w 10000"/>
                <a:gd name="connsiteY45" fmla="*/ 4396 h 10000"/>
                <a:gd name="connsiteX46" fmla="*/ 300 w 10000"/>
                <a:gd name="connsiteY46" fmla="*/ 4396 h 10000"/>
                <a:gd name="connsiteX47" fmla="*/ 300 w 10000"/>
                <a:gd name="connsiteY47" fmla="*/ 4396 h 10000"/>
                <a:gd name="connsiteX48" fmla="*/ 700 w 10000"/>
                <a:gd name="connsiteY48" fmla="*/ 4493 h 10000"/>
                <a:gd name="connsiteX49" fmla="*/ 825 w 10000"/>
                <a:gd name="connsiteY49" fmla="*/ 4372 h 10000"/>
                <a:gd name="connsiteX50" fmla="*/ 850 w 10000"/>
                <a:gd name="connsiteY50" fmla="*/ 4372 h 10000"/>
                <a:gd name="connsiteX51" fmla="*/ 850 w 10000"/>
                <a:gd name="connsiteY51" fmla="*/ 4372 h 10000"/>
                <a:gd name="connsiteX52" fmla="*/ 950 w 10000"/>
                <a:gd name="connsiteY52" fmla="*/ 4444 h 10000"/>
                <a:gd name="connsiteX53" fmla="*/ 1050 w 10000"/>
                <a:gd name="connsiteY53" fmla="*/ 4396 h 10000"/>
                <a:gd name="connsiteX54" fmla="*/ 900 w 10000"/>
                <a:gd name="connsiteY54" fmla="*/ 3986 h 10000"/>
                <a:gd name="connsiteX55" fmla="*/ 700 w 10000"/>
                <a:gd name="connsiteY55" fmla="*/ 3889 h 10000"/>
                <a:gd name="connsiteX56" fmla="*/ 700 w 10000"/>
                <a:gd name="connsiteY56" fmla="*/ 3865 h 10000"/>
                <a:gd name="connsiteX57" fmla="*/ 750 w 10000"/>
                <a:gd name="connsiteY57" fmla="*/ 3671 h 10000"/>
                <a:gd name="connsiteX58" fmla="*/ 525 w 10000"/>
                <a:gd name="connsiteY58" fmla="*/ 3623 h 10000"/>
                <a:gd name="connsiteX59" fmla="*/ 525 w 10000"/>
                <a:gd name="connsiteY59" fmla="*/ 3623 h 10000"/>
                <a:gd name="connsiteX60" fmla="*/ 500 w 10000"/>
                <a:gd name="connsiteY60" fmla="*/ 3599 h 10000"/>
                <a:gd name="connsiteX61" fmla="*/ 550 w 10000"/>
                <a:gd name="connsiteY61" fmla="*/ 3454 h 10000"/>
                <a:gd name="connsiteX62" fmla="*/ 825 w 10000"/>
                <a:gd name="connsiteY62" fmla="*/ 3068 h 10000"/>
                <a:gd name="connsiteX63" fmla="*/ 850 w 10000"/>
                <a:gd name="connsiteY63" fmla="*/ 3068 h 10000"/>
                <a:gd name="connsiteX64" fmla="*/ 850 w 10000"/>
                <a:gd name="connsiteY64" fmla="*/ 3068 h 10000"/>
                <a:gd name="connsiteX65" fmla="*/ 850 w 10000"/>
                <a:gd name="connsiteY65" fmla="*/ 3068 h 10000"/>
                <a:gd name="connsiteX66" fmla="*/ 975 w 10000"/>
                <a:gd name="connsiteY66" fmla="*/ 3188 h 10000"/>
                <a:gd name="connsiteX67" fmla="*/ 1300 w 10000"/>
                <a:gd name="connsiteY67" fmla="*/ 3116 h 10000"/>
                <a:gd name="connsiteX68" fmla="*/ 1475 w 10000"/>
                <a:gd name="connsiteY68" fmla="*/ 2850 h 10000"/>
                <a:gd name="connsiteX69" fmla="*/ 1650 w 10000"/>
                <a:gd name="connsiteY69" fmla="*/ 2705 h 10000"/>
                <a:gd name="connsiteX70" fmla="*/ 1850 w 10000"/>
                <a:gd name="connsiteY70" fmla="*/ 2367 h 10000"/>
                <a:gd name="connsiteX71" fmla="*/ 1975 w 10000"/>
                <a:gd name="connsiteY71" fmla="*/ 2343 h 10000"/>
                <a:gd name="connsiteX72" fmla="*/ 2000 w 10000"/>
                <a:gd name="connsiteY72" fmla="*/ 2246 h 10000"/>
                <a:gd name="connsiteX73" fmla="*/ 2125 w 10000"/>
                <a:gd name="connsiteY73" fmla="*/ 2053 h 10000"/>
                <a:gd name="connsiteX74" fmla="*/ 2300 w 10000"/>
                <a:gd name="connsiteY74" fmla="*/ 1957 h 10000"/>
                <a:gd name="connsiteX75" fmla="*/ 2225 w 10000"/>
                <a:gd name="connsiteY75" fmla="*/ 1932 h 10000"/>
                <a:gd name="connsiteX76" fmla="*/ 2225 w 10000"/>
                <a:gd name="connsiteY76" fmla="*/ 1908 h 10000"/>
                <a:gd name="connsiteX77" fmla="*/ 2225 w 10000"/>
                <a:gd name="connsiteY77" fmla="*/ 1908 h 10000"/>
                <a:gd name="connsiteX78" fmla="*/ 2275 w 10000"/>
                <a:gd name="connsiteY78" fmla="*/ 1812 h 10000"/>
                <a:gd name="connsiteX79" fmla="*/ 2225 w 10000"/>
                <a:gd name="connsiteY79" fmla="*/ 1739 h 10000"/>
                <a:gd name="connsiteX80" fmla="*/ 2225 w 10000"/>
                <a:gd name="connsiteY80" fmla="*/ 1715 h 10000"/>
                <a:gd name="connsiteX81" fmla="*/ 2275 w 10000"/>
                <a:gd name="connsiteY81" fmla="*/ 1643 h 10000"/>
                <a:gd name="connsiteX82" fmla="*/ 2500 w 10000"/>
                <a:gd name="connsiteY82" fmla="*/ 1522 h 10000"/>
                <a:gd name="connsiteX83" fmla="*/ 2450 w 10000"/>
                <a:gd name="connsiteY83" fmla="*/ 1425 h 10000"/>
                <a:gd name="connsiteX84" fmla="*/ 2300 w 10000"/>
                <a:gd name="connsiteY84" fmla="*/ 1425 h 10000"/>
                <a:gd name="connsiteX85" fmla="*/ 2275 w 10000"/>
                <a:gd name="connsiteY85" fmla="*/ 1401 h 10000"/>
                <a:gd name="connsiteX86" fmla="*/ 2275 w 10000"/>
                <a:gd name="connsiteY86" fmla="*/ 1304 h 10000"/>
                <a:gd name="connsiteX87" fmla="*/ 2125 w 10000"/>
                <a:gd name="connsiteY87" fmla="*/ 1280 h 10000"/>
                <a:gd name="connsiteX88" fmla="*/ 2000 w 10000"/>
                <a:gd name="connsiteY88" fmla="*/ 1135 h 10000"/>
                <a:gd name="connsiteX89" fmla="*/ 2000 w 10000"/>
                <a:gd name="connsiteY89" fmla="*/ 1087 h 10000"/>
                <a:gd name="connsiteX90" fmla="*/ 2100 w 10000"/>
                <a:gd name="connsiteY90" fmla="*/ 1014 h 10000"/>
                <a:gd name="connsiteX91" fmla="*/ 2025 w 10000"/>
                <a:gd name="connsiteY91" fmla="*/ 918 h 10000"/>
                <a:gd name="connsiteX92" fmla="*/ 2025 w 10000"/>
                <a:gd name="connsiteY92" fmla="*/ 894 h 10000"/>
                <a:gd name="connsiteX93" fmla="*/ 2100 w 10000"/>
                <a:gd name="connsiteY93" fmla="*/ 821 h 10000"/>
                <a:gd name="connsiteX94" fmla="*/ 2000 w 10000"/>
                <a:gd name="connsiteY94" fmla="*/ 773 h 10000"/>
                <a:gd name="connsiteX95" fmla="*/ 2000 w 10000"/>
                <a:gd name="connsiteY95" fmla="*/ 749 h 10000"/>
                <a:gd name="connsiteX96" fmla="*/ 2000 w 10000"/>
                <a:gd name="connsiteY96" fmla="*/ 676 h 10000"/>
                <a:gd name="connsiteX97" fmla="*/ 1975 w 10000"/>
                <a:gd name="connsiteY97" fmla="*/ 676 h 10000"/>
                <a:gd name="connsiteX98" fmla="*/ 1950 w 10000"/>
                <a:gd name="connsiteY98" fmla="*/ 652 h 10000"/>
                <a:gd name="connsiteX99" fmla="*/ 2000 w 10000"/>
                <a:gd name="connsiteY99" fmla="*/ 507 h 10000"/>
                <a:gd name="connsiteX100" fmla="*/ 2025 w 10000"/>
                <a:gd name="connsiteY100" fmla="*/ 459 h 10000"/>
                <a:gd name="connsiteX101" fmla="*/ 2125 w 10000"/>
                <a:gd name="connsiteY101" fmla="*/ 435 h 10000"/>
                <a:gd name="connsiteX102" fmla="*/ 2575 w 10000"/>
                <a:gd name="connsiteY102" fmla="*/ 556 h 10000"/>
                <a:gd name="connsiteX103" fmla="*/ 2850 w 10000"/>
                <a:gd name="connsiteY103" fmla="*/ 459 h 10000"/>
                <a:gd name="connsiteX104" fmla="*/ 2975 w 10000"/>
                <a:gd name="connsiteY104" fmla="*/ 507 h 10000"/>
                <a:gd name="connsiteX105" fmla="*/ 3050 w 10000"/>
                <a:gd name="connsiteY105" fmla="*/ 386 h 10000"/>
                <a:gd name="connsiteX106" fmla="*/ 3250 w 10000"/>
                <a:gd name="connsiteY106" fmla="*/ 242 h 10000"/>
                <a:gd name="connsiteX107" fmla="*/ 3850 w 10000"/>
                <a:gd name="connsiteY107" fmla="*/ 0 h 10000"/>
                <a:gd name="connsiteX108" fmla="*/ 3850 w 10000"/>
                <a:gd name="connsiteY108" fmla="*/ 0 h 10000"/>
                <a:gd name="connsiteX109" fmla="*/ 3850 w 10000"/>
                <a:gd name="connsiteY109" fmla="*/ 0 h 10000"/>
                <a:gd name="connsiteX110" fmla="*/ 4100 w 10000"/>
                <a:gd name="connsiteY110" fmla="*/ 145 h 10000"/>
                <a:gd name="connsiteX111" fmla="*/ 4100 w 10000"/>
                <a:gd name="connsiteY111" fmla="*/ 169 h 10000"/>
                <a:gd name="connsiteX112" fmla="*/ 4125 w 10000"/>
                <a:gd name="connsiteY112" fmla="*/ 242 h 10000"/>
                <a:gd name="connsiteX113" fmla="*/ 4175 w 10000"/>
                <a:gd name="connsiteY113" fmla="*/ 193 h 10000"/>
                <a:gd name="connsiteX114" fmla="*/ 4225 w 10000"/>
                <a:gd name="connsiteY114" fmla="*/ 193 h 10000"/>
                <a:gd name="connsiteX115" fmla="*/ 4225 w 10000"/>
                <a:gd name="connsiteY115" fmla="*/ 193 h 10000"/>
                <a:gd name="connsiteX116" fmla="*/ 4225 w 10000"/>
                <a:gd name="connsiteY116" fmla="*/ 242 h 10000"/>
                <a:gd name="connsiteX117" fmla="*/ 4125 w 10000"/>
                <a:gd name="connsiteY117" fmla="*/ 531 h 10000"/>
                <a:gd name="connsiteX118" fmla="*/ 3975 w 10000"/>
                <a:gd name="connsiteY118" fmla="*/ 652 h 10000"/>
                <a:gd name="connsiteX119" fmla="*/ 3950 w 10000"/>
                <a:gd name="connsiteY119" fmla="*/ 797 h 10000"/>
                <a:gd name="connsiteX120" fmla="*/ 3950 w 10000"/>
                <a:gd name="connsiteY120" fmla="*/ 797 h 10000"/>
                <a:gd name="connsiteX121" fmla="*/ 3750 w 10000"/>
                <a:gd name="connsiteY121" fmla="*/ 821 h 10000"/>
                <a:gd name="connsiteX122" fmla="*/ 3750 w 10000"/>
                <a:gd name="connsiteY122" fmla="*/ 1063 h 10000"/>
                <a:gd name="connsiteX123" fmla="*/ 3900 w 10000"/>
                <a:gd name="connsiteY123" fmla="*/ 1135 h 10000"/>
                <a:gd name="connsiteX124" fmla="*/ 3900 w 10000"/>
                <a:gd name="connsiteY124" fmla="*/ 1159 h 10000"/>
                <a:gd name="connsiteX125" fmla="*/ 3975 w 10000"/>
                <a:gd name="connsiteY125" fmla="*/ 1304 h 10000"/>
                <a:gd name="connsiteX126" fmla="*/ 3975 w 10000"/>
                <a:gd name="connsiteY126" fmla="*/ 1329 h 10000"/>
                <a:gd name="connsiteX127" fmla="*/ 3750 w 10000"/>
                <a:gd name="connsiteY127" fmla="*/ 1473 h 10000"/>
                <a:gd name="connsiteX128" fmla="*/ 3750 w 10000"/>
                <a:gd name="connsiteY128" fmla="*/ 1473 h 10000"/>
                <a:gd name="connsiteX129" fmla="*/ 3725 w 10000"/>
                <a:gd name="connsiteY129" fmla="*/ 1473 h 10000"/>
                <a:gd name="connsiteX130" fmla="*/ 3725 w 10000"/>
                <a:gd name="connsiteY130" fmla="*/ 1473 h 10000"/>
                <a:gd name="connsiteX131" fmla="*/ 3650 w 10000"/>
                <a:gd name="connsiteY131" fmla="*/ 1353 h 10000"/>
                <a:gd name="connsiteX132" fmla="*/ 3600 w 10000"/>
                <a:gd name="connsiteY132" fmla="*/ 1401 h 10000"/>
                <a:gd name="connsiteX133" fmla="*/ 3700 w 10000"/>
                <a:gd name="connsiteY133" fmla="*/ 1594 h 10000"/>
                <a:gd name="connsiteX134" fmla="*/ 3650 w 10000"/>
                <a:gd name="connsiteY134" fmla="*/ 1812 h 10000"/>
                <a:gd name="connsiteX135" fmla="*/ 3750 w 10000"/>
                <a:gd name="connsiteY135" fmla="*/ 1957 h 10000"/>
                <a:gd name="connsiteX136" fmla="*/ 3900 w 10000"/>
                <a:gd name="connsiteY136" fmla="*/ 1957 h 10000"/>
                <a:gd name="connsiteX137" fmla="*/ 4450 w 10000"/>
                <a:gd name="connsiteY137" fmla="*/ 2246 h 10000"/>
                <a:gd name="connsiteX138" fmla="*/ 4450 w 10000"/>
                <a:gd name="connsiteY138" fmla="*/ 2295 h 10000"/>
                <a:gd name="connsiteX139" fmla="*/ 4450 w 10000"/>
                <a:gd name="connsiteY139" fmla="*/ 2295 h 10000"/>
                <a:gd name="connsiteX140" fmla="*/ 4438 w 10000"/>
                <a:gd name="connsiteY140" fmla="*/ 2435 h 10000"/>
                <a:gd name="connsiteX141" fmla="*/ 4368 w 10000"/>
                <a:gd name="connsiteY141" fmla="*/ 2918 h 10000"/>
                <a:gd name="connsiteX142" fmla="*/ 5050 w 10000"/>
                <a:gd name="connsiteY142" fmla="*/ 3333 h 10000"/>
                <a:gd name="connsiteX143" fmla="*/ 5550 w 10000"/>
                <a:gd name="connsiteY143" fmla="*/ 3333 h 10000"/>
                <a:gd name="connsiteX144" fmla="*/ 5575 w 10000"/>
                <a:gd name="connsiteY144" fmla="*/ 3333 h 10000"/>
                <a:gd name="connsiteX145" fmla="*/ 5750 w 10000"/>
                <a:gd name="connsiteY145" fmla="*/ 3527 h 10000"/>
                <a:gd name="connsiteX146" fmla="*/ 6525 w 10000"/>
                <a:gd name="connsiteY146" fmla="*/ 3671 h 10000"/>
                <a:gd name="connsiteX147" fmla="*/ 6775 w 10000"/>
                <a:gd name="connsiteY147" fmla="*/ 3647 h 10000"/>
                <a:gd name="connsiteX148" fmla="*/ 6800 w 10000"/>
                <a:gd name="connsiteY148" fmla="*/ 3575 h 10000"/>
                <a:gd name="connsiteX149" fmla="*/ 6750 w 10000"/>
                <a:gd name="connsiteY149" fmla="*/ 3502 h 10000"/>
                <a:gd name="connsiteX150" fmla="*/ 6750 w 10000"/>
                <a:gd name="connsiteY150" fmla="*/ 3478 h 10000"/>
                <a:gd name="connsiteX151" fmla="*/ 6775 w 10000"/>
                <a:gd name="connsiteY151" fmla="*/ 3406 h 10000"/>
                <a:gd name="connsiteX152" fmla="*/ 6825 w 10000"/>
                <a:gd name="connsiteY152" fmla="*/ 3140 h 10000"/>
                <a:gd name="connsiteX153" fmla="*/ 6825 w 10000"/>
                <a:gd name="connsiteY153" fmla="*/ 3116 h 10000"/>
                <a:gd name="connsiteX154" fmla="*/ 7050 w 10000"/>
                <a:gd name="connsiteY154" fmla="*/ 3068 h 10000"/>
                <a:gd name="connsiteX155" fmla="*/ 7050 w 10000"/>
                <a:gd name="connsiteY155" fmla="*/ 3068 h 10000"/>
                <a:gd name="connsiteX156" fmla="*/ 7050 w 10000"/>
                <a:gd name="connsiteY156" fmla="*/ 3068 h 10000"/>
                <a:gd name="connsiteX157" fmla="*/ 7075 w 10000"/>
                <a:gd name="connsiteY157" fmla="*/ 3092 h 10000"/>
                <a:gd name="connsiteX158" fmla="*/ 7075 w 10000"/>
                <a:gd name="connsiteY158" fmla="*/ 3285 h 10000"/>
                <a:gd name="connsiteX159" fmla="*/ 7100 w 10000"/>
                <a:gd name="connsiteY159" fmla="*/ 3333 h 10000"/>
                <a:gd name="connsiteX160" fmla="*/ 7150 w 10000"/>
                <a:gd name="connsiteY160" fmla="*/ 3357 h 10000"/>
                <a:gd name="connsiteX161" fmla="*/ 7150 w 10000"/>
                <a:gd name="connsiteY161" fmla="*/ 3357 h 10000"/>
                <a:gd name="connsiteX162" fmla="*/ 7075 w 10000"/>
                <a:gd name="connsiteY162" fmla="*/ 3406 h 10000"/>
                <a:gd name="connsiteX163" fmla="*/ 7100 w 10000"/>
                <a:gd name="connsiteY163" fmla="*/ 3502 h 10000"/>
                <a:gd name="connsiteX164" fmla="*/ 7350 w 10000"/>
                <a:gd name="connsiteY164" fmla="*/ 3575 h 10000"/>
                <a:gd name="connsiteX165" fmla="*/ 8125 w 10000"/>
                <a:gd name="connsiteY165" fmla="*/ 3478 h 10000"/>
                <a:gd name="connsiteX166" fmla="*/ 8175 w 10000"/>
                <a:gd name="connsiteY166" fmla="*/ 3357 h 10000"/>
                <a:gd name="connsiteX167" fmla="*/ 8075 w 10000"/>
                <a:gd name="connsiteY167" fmla="*/ 3285 h 10000"/>
                <a:gd name="connsiteX168" fmla="*/ 8025 w 10000"/>
                <a:gd name="connsiteY168" fmla="*/ 3261 h 10000"/>
                <a:gd name="connsiteX169" fmla="*/ 8025 w 10000"/>
                <a:gd name="connsiteY169" fmla="*/ 3188 h 10000"/>
                <a:gd name="connsiteX170" fmla="*/ 8075 w 10000"/>
                <a:gd name="connsiteY170" fmla="*/ 3140 h 10000"/>
                <a:gd name="connsiteX171" fmla="*/ 8500 w 10000"/>
                <a:gd name="connsiteY171" fmla="*/ 2995 h 10000"/>
                <a:gd name="connsiteX172" fmla="*/ 9025 w 10000"/>
                <a:gd name="connsiteY172" fmla="*/ 2609 h 10000"/>
                <a:gd name="connsiteX173" fmla="*/ 9025 w 10000"/>
                <a:gd name="connsiteY173" fmla="*/ 2609 h 10000"/>
                <a:gd name="connsiteX174" fmla="*/ 9275 w 10000"/>
                <a:gd name="connsiteY174" fmla="*/ 2633 h 10000"/>
                <a:gd name="connsiteX175" fmla="*/ 9500 w 10000"/>
                <a:gd name="connsiteY175" fmla="*/ 2512 h 10000"/>
                <a:gd name="connsiteX176" fmla="*/ 9500 w 10000"/>
                <a:gd name="connsiteY176" fmla="*/ 2512 h 10000"/>
                <a:gd name="connsiteX177" fmla="*/ 9550 w 10000"/>
                <a:gd name="connsiteY177" fmla="*/ 2512 h 10000"/>
                <a:gd name="connsiteX178" fmla="*/ 9550 w 10000"/>
                <a:gd name="connsiteY178" fmla="*/ 2560 h 10000"/>
                <a:gd name="connsiteX179" fmla="*/ 9600 w 10000"/>
                <a:gd name="connsiteY179" fmla="*/ 2705 h 10000"/>
                <a:gd name="connsiteX180" fmla="*/ 9675 w 10000"/>
                <a:gd name="connsiteY180" fmla="*/ 2729 h 10000"/>
                <a:gd name="connsiteX181" fmla="*/ 9675 w 10000"/>
                <a:gd name="connsiteY181" fmla="*/ 2754 h 10000"/>
                <a:gd name="connsiteX182" fmla="*/ 9625 w 10000"/>
                <a:gd name="connsiteY182" fmla="*/ 2899 h 10000"/>
                <a:gd name="connsiteX183" fmla="*/ 9875 w 10000"/>
                <a:gd name="connsiteY183" fmla="*/ 2947 h 10000"/>
                <a:gd name="connsiteX184" fmla="*/ 9975 w 10000"/>
                <a:gd name="connsiteY184" fmla="*/ 3019 h 10000"/>
                <a:gd name="connsiteX185" fmla="*/ 10000 w 10000"/>
                <a:gd name="connsiteY185" fmla="*/ 3068 h 10000"/>
                <a:gd name="connsiteX186" fmla="*/ 10000 w 10000"/>
                <a:gd name="connsiteY186" fmla="*/ 3116 h 10000"/>
                <a:gd name="connsiteX187" fmla="*/ 9975 w 10000"/>
                <a:gd name="connsiteY187" fmla="*/ 3140 h 10000"/>
                <a:gd name="connsiteX188" fmla="*/ 9900 w 10000"/>
                <a:gd name="connsiteY188" fmla="*/ 3188 h 10000"/>
                <a:gd name="connsiteX189" fmla="*/ 9875 w 10000"/>
                <a:gd name="connsiteY189" fmla="*/ 3382 h 10000"/>
                <a:gd name="connsiteX190" fmla="*/ 9850 w 10000"/>
                <a:gd name="connsiteY190" fmla="*/ 3406 h 10000"/>
                <a:gd name="connsiteX191" fmla="*/ 9575 w 10000"/>
                <a:gd name="connsiteY191" fmla="*/ 3406 h 10000"/>
                <a:gd name="connsiteX192" fmla="*/ 9300 w 10000"/>
                <a:gd name="connsiteY192" fmla="*/ 3671 h 10000"/>
                <a:gd name="connsiteX193" fmla="*/ 9275 w 10000"/>
                <a:gd name="connsiteY193" fmla="*/ 3913 h 10000"/>
                <a:gd name="connsiteX194" fmla="*/ 9075 w 10000"/>
                <a:gd name="connsiteY194" fmla="*/ 4130 h 10000"/>
                <a:gd name="connsiteX195" fmla="*/ 8925 w 10000"/>
                <a:gd name="connsiteY195" fmla="*/ 4565 h 10000"/>
                <a:gd name="connsiteX196" fmla="*/ 8900 w 10000"/>
                <a:gd name="connsiteY196" fmla="*/ 4565 h 10000"/>
                <a:gd name="connsiteX197" fmla="*/ 8625 w 10000"/>
                <a:gd name="connsiteY197" fmla="*/ 4662 h 10000"/>
                <a:gd name="connsiteX198" fmla="*/ 8625 w 10000"/>
                <a:gd name="connsiteY198" fmla="*/ 4928 h 10000"/>
                <a:gd name="connsiteX199" fmla="*/ 8575 w 10000"/>
                <a:gd name="connsiteY199" fmla="*/ 4952 h 10000"/>
                <a:gd name="connsiteX200" fmla="*/ 8525 w 10000"/>
                <a:gd name="connsiteY200" fmla="*/ 4952 h 10000"/>
                <a:gd name="connsiteX201" fmla="*/ 8500 w 10000"/>
                <a:gd name="connsiteY201" fmla="*/ 5024 h 10000"/>
                <a:gd name="connsiteX202" fmla="*/ 8550 w 10000"/>
                <a:gd name="connsiteY202" fmla="*/ 5193 h 10000"/>
                <a:gd name="connsiteX203" fmla="*/ 8550 w 10000"/>
                <a:gd name="connsiteY203" fmla="*/ 5217 h 10000"/>
                <a:gd name="connsiteX204" fmla="*/ 8375 w 10000"/>
                <a:gd name="connsiteY204" fmla="*/ 5314 h 10000"/>
                <a:gd name="connsiteX205" fmla="*/ 8375 w 10000"/>
                <a:gd name="connsiteY205" fmla="*/ 5314 h 10000"/>
                <a:gd name="connsiteX206" fmla="*/ 8375 w 10000"/>
                <a:gd name="connsiteY206" fmla="*/ 5314 h 10000"/>
                <a:gd name="connsiteX207" fmla="*/ 8350 w 10000"/>
                <a:gd name="connsiteY207" fmla="*/ 5290 h 10000"/>
                <a:gd name="connsiteX208" fmla="*/ 8175 w 10000"/>
                <a:gd name="connsiteY208" fmla="*/ 4686 h 10000"/>
                <a:gd name="connsiteX209" fmla="*/ 8025 w 10000"/>
                <a:gd name="connsiteY209" fmla="*/ 4903 h 10000"/>
                <a:gd name="connsiteX210" fmla="*/ 8025 w 10000"/>
                <a:gd name="connsiteY210" fmla="*/ 4903 h 10000"/>
                <a:gd name="connsiteX211" fmla="*/ 8025 w 10000"/>
                <a:gd name="connsiteY211" fmla="*/ 4903 h 10000"/>
                <a:gd name="connsiteX212" fmla="*/ 8000 w 10000"/>
                <a:gd name="connsiteY212" fmla="*/ 4903 h 10000"/>
                <a:gd name="connsiteX213" fmla="*/ 7875 w 10000"/>
                <a:gd name="connsiteY213" fmla="*/ 4807 h 10000"/>
                <a:gd name="connsiteX214" fmla="*/ 7775 w 10000"/>
                <a:gd name="connsiteY214" fmla="*/ 4565 h 10000"/>
                <a:gd name="connsiteX215" fmla="*/ 7825 w 10000"/>
                <a:gd name="connsiteY215" fmla="*/ 4565 h 10000"/>
                <a:gd name="connsiteX216" fmla="*/ 8175 w 10000"/>
                <a:gd name="connsiteY216" fmla="*/ 4155 h 10000"/>
                <a:gd name="connsiteX217" fmla="*/ 7475 w 10000"/>
                <a:gd name="connsiteY217" fmla="*/ 4106 h 10000"/>
                <a:gd name="connsiteX218" fmla="*/ 7350 w 10000"/>
                <a:gd name="connsiteY218" fmla="*/ 4010 h 10000"/>
                <a:gd name="connsiteX219" fmla="*/ 7300 w 10000"/>
                <a:gd name="connsiteY219" fmla="*/ 3792 h 10000"/>
                <a:gd name="connsiteX220" fmla="*/ 7300 w 10000"/>
                <a:gd name="connsiteY220" fmla="*/ 3841 h 10000"/>
                <a:gd name="connsiteX221" fmla="*/ 7275 w 10000"/>
                <a:gd name="connsiteY221" fmla="*/ 3841 h 10000"/>
                <a:gd name="connsiteX222" fmla="*/ 7175 w 10000"/>
                <a:gd name="connsiteY222" fmla="*/ 3841 h 10000"/>
                <a:gd name="connsiteX223" fmla="*/ 7175 w 10000"/>
                <a:gd name="connsiteY223" fmla="*/ 3841 h 10000"/>
                <a:gd name="connsiteX224" fmla="*/ 7100 w 10000"/>
                <a:gd name="connsiteY224" fmla="*/ 3720 h 10000"/>
                <a:gd name="connsiteX225" fmla="*/ 7050 w 10000"/>
                <a:gd name="connsiteY225" fmla="*/ 3792 h 10000"/>
                <a:gd name="connsiteX226" fmla="*/ 7050 w 10000"/>
                <a:gd name="connsiteY226" fmla="*/ 3792 h 10000"/>
                <a:gd name="connsiteX227" fmla="*/ 7050 w 10000"/>
                <a:gd name="connsiteY227" fmla="*/ 3792 h 10000"/>
                <a:gd name="connsiteX228" fmla="*/ 7025 w 10000"/>
                <a:gd name="connsiteY228" fmla="*/ 3792 h 10000"/>
                <a:gd name="connsiteX229" fmla="*/ 6950 w 10000"/>
                <a:gd name="connsiteY229" fmla="*/ 3671 h 10000"/>
                <a:gd name="connsiteX230" fmla="*/ 6825 w 10000"/>
                <a:gd name="connsiteY230" fmla="*/ 3889 h 10000"/>
                <a:gd name="connsiteX231" fmla="*/ 6850 w 10000"/>
                <a:gd name="connsiteY231" fmla="*/ 3961 h 10000"/>
                <a:gd name="connsiteX232" fmla="*/ 6975 w 10000"/>
                <a:gd name="connsiteY232" fmla="*/ 3986 h 10000"/>
                <a:gd name="connsiteX233" fmla="*/ 7025 w 10000"/>
                <a:gd name="connsiteY233" fmla="*/ 3986 h 10000"/>
                <a:gd name="connsiteX234" fmla="*/ 7025 w 10000"/>
                <a:gd name="connsiteY234" fmla="*/ 4106 h 10000"/>
                <a:gd name="connsiteX235" fmla="*/ 7025 w 10000"/>
                <a:gd name="connsiteY235" fmla="*/ 4130 h 10000"/>
                <a:gd name="connsiteX236" fmla="*/ 7025 w 10000"/>
                <a:gd name="connsiteY236" fmla="*/ 4130 h 10000"/>
                <a:gd name="connsiteX237" fmla="*/ 6900 w 10000"/>
                <a:gd name="connsiteY237" fmla="*/ 4130 h 10000"/>
                <a:gd name="connsiteX238" fmla="*/ 6775 w 10000"/>
                <a:gd name="connsiteY238" fmla="*/ 4275 h 10000"/>
                <a:gd name="connsiteX239" fmla="*/ 6975 w 10000"/>
                <a:gd name="connsiteY239" fmla="*/ 4420 h 10000"/>
                <a:gd name="connsiteX240" fmla="*/ 6975 w 10000"/>
                <a:gd name="connsiteY240" fmla="*/ 4444 h 10000"/>
                <a:gd name="connsiteX241" fmla="*/ 6950 w 10000"/>
                <a:gd name="connsiteY241" fmla="*/ 4662 h 10000"/>
                <a:gd name="connsiteX242" fmla="*/ 7100 w 10000"/>
                <a:gd name="connsiteY242" fmla="*/ 5386 h 10000"/>
                <a:gd name="connsiteX243" fmla="*/ 7100 w 10000"/>
                <a:gd name="connsiteY243" fmla="*/ 5411 h 10000"/>
                <a:gd name="connsiteX244" fmla="*/ 7050 w 10000"/>
                <a:gd name="connsiteY244" fmla="*/ 5435 h 10000"/>
                <a:gd name="connsiteX245" fmla="*/ 7050 w 10000"/>
                <a:gd name="connsiteY245" fmla="*/ 5435 h 10000"/>
                <a:gd name="connsiteX246" fmla="*/ 7025 w 10000"/>
                <a:gd name="connsiteY246" fmla="*/ 5411 h 10000"/>
                <a:gd name="connsiteX247" fmla="*/ 7025 w 10000"/>
                <a:gd name="connsiteY247" fmla="*/ 5411 h 10000"/>
                <a:gd name="connsiteX248" fmla="*/ 7025 w 10000"/>
                <a:gd name="connsiteY248" fmla="*/ 5411 h 10000"/>
                <a:gd name="connsiteX249" fmla="*/ 6900 w 10000"/>
                <a:gd name="connsiteY249" fmla="*/ 5459 h 10000"/>
                <a:gd name="connsiteX250" fmla="*/ 6850 w 10000"/>
                <a:gd name="connsiteY250" fmla="*/ 5459 h 10000"/>
                <a:gd name="connsiteX251" fmla="*/ 6850 w 10000"/>
                <a:gd name="connsiteY251" fmla="*/ 5459 h 10000"/>
                <a:gd name="connsiteX252" fmla="*/ 6850 w 10000"/>
                <a:gd name="connsiteY252" fmla="*/ 5435 h 10000"/>
                <a:gd name="connsiteX253" fmla="*/ 6800 w 10000"/>
                <a:gd name="connsiteY253" fmla="*/ 5266 h 10000"/>
                <a:gd name="connsiteX254" fmla="*/ 6775 w 10000"/>
                <a:gd name="connsiteY254" fmla="*/ 5338 h 10000"/>
                <a:gd name="connsiteX255" fmla="*/ 6450 w 10000"/>
                <a:gd name="connsiteY255" fmla="*/ 5507 h 10000"/>
                <a:gd name="connsiteX256" fmla="*/ 6450 w 10000"/>
                <a:gd name="connsiteY256" fmla="*/ 5725 h 10000"/>
                <a:gd name="connsiteX257" fmla="*/ 6450 w 10000"/>
                <a:gd name="connsiteY257" fmla="*/ 5725 h 10000"/>
                <a:gd name="connsiteX258" fmla="*/ 6225 w 10000"/>
                <a:gd name="connsiteY258" fmla="*/ 5966 h 10000"/>
                <a:gd name="connsiteX259" fmla="*/ 5750 w 10000"/>
                <a:gd name="connsiteY259" fmla="*/ 6208 h 10000"/>
                <a:gd name="connsiteX260" fmla="*/ 5500 w 10000"/>
                <a:gd name="connsiteY260" fmla="*/ 6546 h 10000"/>
                <a:gd name="connsiteX261" fmla="*/ 4900 w 10000"/>
                <a:gd name="connsiteY261" fmla="*/ 7005 h 10000"/>
                <a:gd name="connsiteX262" fmla="*/ 4800 w 10000"/>
                <a:gd name="connsiteY262" fmla="*/ 7174 h 10000"/>
                <a:gd name="connsiteX263" fmla="*/ 4800 w 10000"/>
                <a:gd name="connsiteY263" fmla="*/ 7174 h 10000"/>
                <a:gd name="connsiteX264" fmla="*/ 4500 w 10000"/>
                <a:gd name="connsiteY264" fmla="*/ 7246 h 10000"/>
                <a:gd name="connsiteX265" fmla="*/ 4375 w 10000"/>
                <a:gd name="connsiteY265" fmla="*/ 7440 h 10000"/>
                <a:gd name="connsiteX266" fmla="*/ 4375 w 10000"/>
                <a:gd name="connsiteY266" fmla="*/ 7464 h 10000"/>
                <a:gd name="connsiteX267" fmla="*/ 4175 w 10000"/>
                <a:gd name="connsiteY267" fmla="*/ 7464 h 10000"/>
                <a:gd name="connsiteX268" fmla="*/ 4100 w 10000"/>
                <a:gd name="connsiteY268" fmla="*/ 7585 h 10000"/>
                <a:gd name="connsiteX269" fmla="*/ 4125 w 10000"/>
                <a:gd name="connsiteY269" fmla="*/ 8140 h 10000"/>
                <a:gd name="connsiteX270" fmla="*/ 4175 w 10000"/>
                <a:gd name="connsiteY270" fmla="*/ 8261 h 10000"/>
                <a:gd name="connsiteX271" fmla="*/ 4175 w 10000"/>
                <a:gd name="connsiteY271" fmla="*/ 8285 h 10000"/>
                <a:gd name="connsiteX272" fmla="*/ 4025 w 10000"/>
                <a:gd name="connsiteY272" fmla="*/ 8792 h 10000"/>
                <a:gd name="connsiteX273" fmla="*/ 4025 w 10000"/>
                <a:gd name="connsiteY273" fmla="*/ 9203 h 10000"/>
                <a:gd name="connsiteX274" fmla="*/ 4025 w 10000"/>
                <a:gd name="connsiteY274" fmla="*/ 9251 h 10000"/>
                <a:gd name="connsiteX275" fmla="*/ 4025 w 10000"/>
                <a:gd name="connsiteY275" fmla="*/ 9251 h 10000"/>
                <a:gd name="connsiteX276" fmla="*/ 3850 w 10000"/>
                <a:gd name="connsiteY276" fmla="*/ 9251 h 10000"/>
                <a:gd name="connsiteX277" fmla="*/ 3750 w 10000"/>
                <a:gd name="connsiteY277" fmla="*/ 9493 h 10000"/>
                <a:gd name="connsiteX278" fmla="*/ 3750 w 10000"/>
                <a:gd name="connsiteY278" fmla="*/ 9565 h 10000"/>
                <a:gd name="connsiteX279" fmla="*/ 3725 w 10000"/>
                <a:gd name="connsiteY279" fmla="*/ 9565 h 10000"/>
                <a:gd name="connsiteX280" fmla="*/ 3475 w 10000"/>
                <a:gd name="connsiteY280" fmla="*/ 9662 h 10000"/>
                <a:gd name="connsiteX281" fmla="*/ 3450 w 10000"/>
                <a:gd name="connsiteY281" fmla="*/ 9831 h 10000"/>
                <a:gd name="connsiteX282" fmla="*/ 3300 w 10000"/>
                <a:gd name="connsiteY282" fmla="*/ 10000 h 10000"/>
                <a:gd name="connsiteX283" fmla="*/ 3250 w 10000"/>
                <a:gd name="connsiteY283" fmla="*/ 10000 h 10000"/>
                <a:gd name="connsiteX284" fmla="*/ 3175 w 10000"/>
                <a:gd name="connsiteY284" fmla="*/ 10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10000" h="10000">
                  <a:moveTo>
                    <a:pt x="3175" y="10000"/>
                  </a:moveTo>
                  <a:lnTo>
                    <a:pt x="3175" y="9952"/>
                  </a:lnTo>
                  <a:lnTo>
                    <a:pt x="2925" y="9686"/>
                  </a:lnTo>
                  <a:lnTo>
                    <a:pt x="2625" y="8865"/>
                  </a:lnTo>
                  <a:lnTo>
                    <a:pt x="2400" y="8599"/>
                  </a:lnTo>
                  <a:cubicBezTo>
                    <a:pt x="2358" y="8446"/>
                    <a:pt x="2317" y="8293"/>
                    <a:pt x="2275" y="8140"/>
                  </a:cubicBezTo>
                  <a:lnTo>
                    <a:pt x="2025" y="7705"/>
                  </a:lnTo>
                  <a:cubicBezTo>
                    <a:pt x="2017" y="7641"/>
                    <a:pt x="2008" y="7576"/>
                    <a:pt x="2000" y="7512"/>
                  </a:cubicBezTo>
                  <a:lnTo>
                    <a:pt x="1975" y="7512"/>
                  </a:lnTo>
                  <a:cubicBezTo>
                    <a:pt x="1967" y="7528"/>
                    <a:pt x="1958" y="7544"/>
                    <a:pt x="1950" y="7560"/>
                  </a:cubicBezTo>
                  <a:lnTo>
                    <a:pt x="1950" y="7560"/>
                  </a:lnTo>
                  <a:lnTo>
                    <a:pt x="1950" y="7512"/>
                  </a:lnTo>
                  <a:cubicBezTo>
                    <a:pt x="1925" y="7472"/>
                    <a:pt x="1900" y="7431"/>
                    <a:pt x="1875" y="7391"/>
                  </a:cubicBezTo>
                  <a:cubicBezTo>
                    <a:pt x="1833" y="7319"/>
                    <a:pt x="1792" y="7246"/>
                    <a:pt x="1750" y="7174"/>
                  </a:cubicBezTo>
                  <a:lnTo>
                    <a:pt x="1600" y="6498"/>
                  </a:lnTo>
                  <a:cubicBezTo>
                    <a:pt x="1608" y="6433"/>
                    <a:pt x="1617" y="6369"/>
                    <a:pt x="1625" y="6304"/>
                  </a:cubicBezTo>
                  <a:lnTo>
                    <a:pt x="1600" y="6304"/>
                  </a:lnTo>
                  <a:lnTo>
                    <a:pt x="1600" y="6304"/>
                  </a:lnTo>
                  <a:cubicBezTo>
                    <a:pt x="1583" y="6224"/>
                    <a:pt x="1567" y="6143"/>
                    <a:pt x="1550" y="6063"/>
                  </a:cubicBezTo>
                  <a:cubicBezTo>
                    <a:pt x="1567" y="5974"/>
                    <a:pt x="1583" y="5886"/>
                    <a:pt x="1600" y="5797"/>
                  </a:cubicBezTo>
                  <a:cubicBezTo>
                    <a:pt x="1558" y="5628"/>
                    <a:pt x="1517" y="5459"/>
                    <a:pt x="1475" y="5290"/>
                  </a:cubicBezTo>
                  <a:lnTo>
                    <a:pt x="1475" y="5290"/>
                  </a:lnTo>
                  <a:cubicBezTo>
                    <a:pt x="1517" y="5250"/>
                    <a:pt x="1558" y="5209"/>
                    <a:pt x="1600" y="5169"/>
                  </a:cubicBezTo>
                  <a:lnTo>
                    <a:pt x="1450" y="5145"/>
                  </a:lnTo>
                  <a:cubicBezTo>
                    <a:pt x="1408" y="5282"/>
                    <a:pt x="1367" y="5419"/>
                    <a:pt x="1325" y="5556"/>
                  </a:cubicBezTo>
                  <a:lnTo>
                    <a:pt x="1325" y="5580"/>
                  </a:lnTo>
                  <a:lnTo>
                    <a:pt x="1075" y="5676"/>
                  </a:lnTo>
                  <a:lnTo>
                    <a:pt x="825" y="5676"/>
                  </a:lnTo>
                  <a:lnTo>
                    <a:pt x="800" y="5676"/>
                  </a:lnTo>
                  <a:lnTo>
                    <a:pt x="300" y="5217"/>
                  </a:lnTo>
                  <a:lnTo>
                    <a:pt x="300" y="5145"/>
                  </a:lnTo>
                  <a:lnTo>
                    <a:pt x="300" y="5145"/>
                  </a:lnTo>
                  <a:lnTo>
                    <a:pt x="300" y="5121"/>
                  </a:lnTo>
                  <a:lnTo>
                    <a:pt x="650" y="5072"/>
                  </a:lnTo>
                  <a:lnTo>
                    <a:pt x="750" y="5000"/>
                  </a:lnTo>
                  <a:cubicBezTo>
                    <a:pt x="758" y="4960"/>
                    <a:pt x="767" y="4919"/>
                    <a:pt x="775" y="4879"/>
                  </a:cubicBezTo>
                  <a:lnTo>
                    <a:pt x="575" y="4952"/>
                  </a:lnTo>
                  <a:lnTo>
                    <a:pt x="300" y="4952"/>
                  </a:lnTo>
                  <a:lnTo>
                    <a:pt x="300" y="4952"/>
                  </a:lnTo>
                  <a:lnTo>
                    <a:pt x="0" y="4638"/>
                  </a:lnTo>
                  <a:lnTo>
                    <a:pt x="0" y="4638"/>
                  </a:lnTo>
                  <a:lnTo>
                    <a:pt x="0" y="4614"/>
                  </a:lnTo>
                  <a:lnTo>
                    <a:pt x="100" y="4541"/>
                  </a:lnTo>
                  <a:lnTo>
                    <a:pt x="275" y="4541"/>
                  </a:lnTo>
                  <a:lnTo>
                    <a:pt x="275" y="4396"/>
                  </a:lnTo>
                  <a:lnTo>
                    <a:pt x="275" y="4396"/>
                  </a:lnTo>
                  <a:lnTo>
                    <a:pt x="300" y="4396"/>
                  </a:lnTo>
                  <a:lnTo>
                    <a:pt x="300" y="4396"/>
                  </a:lnTo>
                  <a:lnTo>
                    <a:pt x="700" y="4493"/>
                  </a:lnTo>
                  <a:cubicBezTo>
                    <a:pt x="742" y="4453"/>
                    <a:pt x="783" y="4412"/>
                    <a:pt x="825" y="4372"/>
                  </a:cubicBezTo>
                  <a:lnTo>
                    <a:pt x="850" y="4372"/>
                  </a:lnTo>
                  <a:lnTo>
                    <a:pt x="850" y="4372"/>
                  </a:lnTo>
                  <a:lnTo>
                    <a:pt x="950" y="4444"/>
                  </a:lnTo>
                  <a:lnTo>
                    <a:pt x="1050" y="4396"/>
                  </a:lnTo>
                  <a:lnTo>
                    <a:pt x="900" y="3986"/>
                  </a:lnTo>
                  <a:lnTo>
                    <a:pt x="700" y="3889"/>
                  </a:lnTo>
                  <a:lnTo>
                    <a:pt x="700" y="3865"/>
                  </a:lnTo>
                  <a:cubicBezTo>
                    <a:pt x="717" y="3800"/>
                    <a:pt x="733" y="3736"/>
                    <a:pt x="750" y="3671"/>
                  </a:cubicBezTo>
                  <a:lnTo>
                    <a:pt x="525" y="3623"/>
                  </a:lnTo>
                  <a:lnTo>
                    <a:pt x="525" y="3623"/>
                  </a:lnTo>
                  <a:cubicBezTo>
                    <a:pt x="517" y="3615"/>
                    <a:pt x="508" y="3607"/>
                    <a:pt x="500" y="3599"/>
                  </a:cubicBezTo>
                  <a:cubicBezTo>
                    <a:pt x="517" y="3551"/>
                    <a:pt x="533" y="3502"/>
                    <a:pt x="550" y="3454"/>
                  </a:cubicBezTo>
                  <a:lnTo>
                    <a:pt x="825" y="3068"/>
                  </a:lnTo>
                  <a:lnTo>
                    <a:pt x="850" y="3068"/>
                  </a:lnTo>
                  <a:lnTo>
                    <a:pt x="850" y="3068"/>
                  </a:lnTo>
                  <a:lnTo>
                    <a:pt x="850" y="3068"/>
                  </a:lnTo>
                  <a:lnTo>
                    <a:pt x="975" y="3188"/>
                  </a:lnTo>
                  <a:lnTo>
                    <a:pt x="1300" y="3116"/>
                  </a:lnTo>
                  <a:cubicBezTo>
                    <a:pt x="1358" y="3027"/>
                    <a:pt x="1417" y="2939"/>
                    <a:pt x="1475" y="2850"/>
                  </a:cubicBezTo>
                  <a:lnTo>
                    <a:pt x="1650" y="2705"/>
                  </a:lnTo>
                  <a:lnTo>
                    <a:pt x="1850" y="2367"/>
                  </a:lnTo>
                  <a:lnTo>
                    <a:pt x="1975" y="2343"/>
                  </a:lnTo>
                  <a:cubicBezTo>
                    <a:pt x="1983" y="2311"/>
                    <a:pt x="1992" y="2278"/>
                    <a:pt x="2000" y="2246"/>
                  </a:cubicBezTo>
                  <a:cubicBezTo>
                    <a:pt x="2042" y="2182"/>
                    <a:pt x="2083" y="2117"/>
                    <a:pt x="2125" y="2053"/>
                  </a:cubicBezTo>
                  <a:lnTo>
                    <a:pt x="2300" y="1957"/>
                  </a:lnTo>
                  <a:cubicBezTo>
                    <a:pt x="2275" y="1949"/>
                    <a:pt x="2250" y="1940"/>
                    <a:pt x="2225" y="1932"/>
                  </a:cubicBezTo>
                  <a:lnTo>
                    <a:pt x="2225" y="1908"/>
                  </a:lnTo>
                  <a:lnTo>
                    <a:pt x="2225" y="1908"/>
                  </a:lnTo>
                  <a:cubicBezTo>
                    <a:pt x="2242" y="1876"/>
                    <a:pt x="2258" y="1844"/>
                    <a:pt x="2275" y="1812"/>
                  </a:cubicBezTo>
                  <a:cubicBezTo>
                    <a:pt x="2258" y="1788"/>
                    <a:pt x="2242" y="1763"/>
                    <a:pt x="2225" y="1739"/>
                  </a:cubicBezTo>
                  <a:lnTo>
                    <a:pt x="2225" y="1715"/>
                  </a:lnTo>
                  <a:cubicBezTo>
                    <a:pt x="2242" y="1691"/>
                    <a:pt x="2258" y="1667"/>
                    <a:pt x="2275" y="1643"/>
                  </a:cubicBezTo>
                  <a:lnTo>
                    <a:pt x="2500" y="1522"/>
                  </a:lnTo>
                  <a:cubicBezTo>
                    <a:pt x="2483" y="1490"/>
                    <a:pt x="2467" y="1457"/>
                    <a:pt x="2450" y="1425"/>
                  </a:cubicBezTo>
                  <a:lnTo>
                    <a:pt x="2300" y="1425"/>
                  </a:lnTo>
                  <a:cubicBezTo>
                    <a:pt x="2292" y="1417"/>
                    <a:pt x="2283" y="1409"/>
                    <a:pt x="2275" y="1401"/>
                  </a:cubicBezTo>
                  <a:lnTo>
                    <a:pt x="2275" y="1304"/>
                  </a:lnTo>
                  <a:lnTo>
                    <a:pt x="2125" y="1280"/>
                  </a:lnTo>
                  <a:cubicBezTo>
                    <a:pt x="2083" y="1232"/>
                    <a:pt x="2042" y="1183"/>
                    <a:pt x="2000" y="1135"/>
                  </a:cubicBezTo>
                  <a:lnTo>
                    <a:pt x="2000" y="1087"/>
                  </a:lnTo>
                  <a:lnTo>
                    <a:pt x="2100" y="1014"/>
                  </a:lnTo>
                  <a:lnTo>
                    <a:pt x="2025" y="918"/>
                  </a:lnTo>
                  <a:lnTo>
                    <a:pt x="2025" y="894"/>
                  </a:lnTo>
                  <a:cubicBezTo>
                    <a:pt x="2050" y="870"/>
                    <a:pt x="2075" y="845"/>
                    <a:pt x="2100" y="821"/>
                  </a:cubicBezTo>
                  <a:lnTo>
                    <a:pt x="2000" y="773"/>
                  </a:lnTo>
                  <a:lnTo>
                    <a:pt x="2000" y="749"/>
                  </a:lnTo>
                  <a:lnTo>
                    <a:pt x="2000" y="676"/>
                  </a:lnTo>
                  <a:lnTo>
                    <a:pt x="1975" y="676"/>
                  </a:lnTo>
                  <a:cubicBezTo>
                    <a:pt x="1967" y="668"/>
                    <a:pt x="1958" y="660"/>
                    <a:pt x="1950" y="652"/>
                  </a:cubicBezTo>
                  <a:cubicBezTo>
                    <a:pt x="1967" y="604"/>
                    <a:pt x="1983" y="555"/>
                    <a:pt x="2000" y="507"/>
                  </a:cubicBezTo>
                  <a:cubicBezTo>
                    <a:pt x="2008" y="491"/>
                    <a:pt x="2017" y="475"/>
                    <a:pt x="2025" y="459"/>
                  </a:cubicBezTo>
                  <a:lnTo>
                    <a:pt x="2125" y="435"/>
                  </a:lnTo>
                  <a:lnTo>
                    <a:pt x="2575" y="556"/>
                  </a:lnTo>
                  <a:lnTo>
                    <a:pt x="2850" y="459"/>
                  </a:lnTo>
                  <a:lnTo>
                    <a:pt x="2975" y="507"/>
                  </a:lnTo>
                  <a:cubicBezTo>
                    <a:pt x="3000" y="467"/>
                    <a:pt x="3025" y="426"/>
                    <a:pt x="3050" y="386"/>
                  </a:cubicBezTo>
                  <a:lnTo>
                    <a:pt x="3250" y="242"/>
                  </a:lnTo>
                  <a:lnTo>
                    <a:pt x="3850" y="0"/>
                  </a:lnTo>
                  <a:lnTo>
                    <a:pt x="3850" y="0"/>
                  </a:lnTo>
                  <a:lnTo>
                    <a:pt x="3850" y="0"/>
                  </a:lnTo>
                  <a:lnTo>
                    <a:pt x="4100" y="145"/>
                  </a:lnTo>
                  <a:lnTo>
                    <a:pt x="4100" y="169"/>
                  </a:lnTo>
                  <a:cubicBezTo>
                    <a:pt x="4108" y="193"/>
                    <a:pt x="4117" y="218"/>
                    <a:pt x="4125" y="242"/>
                  </a:cubicBezTo>
                  <a:cubicBezTo>
                    <a:pt x="4142" y="226"/>
                    <a:pt x="4158" y="209"/>
                    <a:pt x="4175" y="193"/>
                  </a:cubicBezTo>
                  <a:lnTo>
                    <a:pt x="4225" y="193"/>
                  </a:lnTo>
                  <a:lnTo>
                    <a:pt x="4225" y="193"/>
                  </a:lnTo>
                  <a:lnTo>
                    <a:pt x="4225" y="242"/>
                  </a:lnTo>
                  <a:cubicBezTo>
                    <a:pt x="4192" y="338"/>
                    <a:pt x="4158" y="435"/>
                    <a:pt x="4125" y="531"/>
                  </a:cubicBezTo>
                  <a:lnTo>
                    <a:pt x="3975" y="652"/>
                  </a:lnTo>
                  <a:cubicBezTo>
                    <a:pt x="3967" y="700"/>
                    <a:pt x="3958" y="749"/>
                    <a:pt x="3950" y="797"/>
                  </a:cubicBezTo>
                  <a:lnTo>
                    <a:pt x="3950" y="797"/>
                  </a:lnTo>
                  <a:lnTo>
                    <a:pt x="3750" y="821"/>
                  </a:lnTo>
                  <a:lnTo>
                    <a:pt x="3750" y="1063"/>
                  </a:lnTo>
                  <a:lnTo>
                    <a:pt x="3900" y="1135"/>
                  </a:lnTo>
                  <a:lnTo>
                    <a:pt x="3900" y="1159"/>
                  </a:lnTo>
                  <a:cubicBezTo>
                    <a:pt x="3925" y="1207"/>
                    <a:pt x="3950" y="1256"/>
                    <a:pt x="3975" y="1304"/>
                  </a:cubicBezTo>
                  <a:lnTo>
                    <a:pt x="3975" y="1329"/>
                  </a:lnTo>
                  <a:lnTo>
                    <a:pt x="3750" y="1473"/>
                  </a:lnTo>
                  <a:lnTo>
                    <a:pt x="3750" y="1473"/>
                  </a:lnTo>
                  <a:lnTo>
                    <a:pt x="3725" y="1473"/>
                  </a:lnTo>
                  <a:lnTo>
                    <a:pt x="3725" y="1473"/>
                  </a:lnTo>
                  <a:lnTo>
                    <a:pt x="3650" y="1353"/>
                  </a:lnTo>
                  <a:cubicBezTo>
                    <a:pt x="3633" y="1369"/>
                    <a:pt x="3617" y="1385"/>
                    <a:pt x="3600" y="1401"/>
                  </a:cubicBezTo>
                  <a:lnTo>
                    <a:pt x="3700" y="1594"/>
                  </a:lnTo>
                  <a:cubicBezTo>
                    <a:pt x="3683" y="1667"/>
                    <a:pt x="3667" y="1739"/>
                    <a:pt x="3650" y="1812"/>
                  </a:cubicBezTo>
                  <a:lnTo>
                    <a:pt x="3750" y="1957"/>
                  </a:lnTo>
                  <a:lnTo>
                    <a:pt x="3900" y="1957"/>
                  </a:lnTo>
                  <a:lnTo>
                    <a:pt x="4450" y="2246"/>
                  </a:lnTo>
                  <a:lnTo>
                    <a:pt x="4450" y="2295"/>
                  </a:lnTo>
                  <a:lnTo>
                    <a:pt x="4450" y="2295"/>
                  </a:lnTo>
                  <a:cubicBezTo>
                    <a:pt x="4446" y="2342"/>
                    <a:pt x="4442" y="2388"/>
                    <a:pt x="4438" y="2435"/>
                  </a:cubicBezTo>
                  <a:cubicBezTo>
                    <a:pt x="4455" y="2577"/>
                    <a:pt x="4351" y="2776"/>
                    <a:pt x="4368" y="2918"/>
                  </a:cubicBezTo>
                  <a:lnTo>
                    <a:pt x="5050" y="3333"/>
                  </a:lnTo>
                  <a:lnTo>
                    <a:pt x="5550" y="3333"/>
                  </a:lnTo>
                  <a:lnTo>
                    <a:pt x="5575" y="3333"/>
                  </a:lnTo>
                  <a:cubicBezTo>
                    <a:pt x="5633" y="3398"/>
                    <a:pt x="5692" y="3462"/>
                    <a:pt x="5750" y="3527"/>
                  </a:cubicBezTo>
                  <a:lnTo>
                    <a:pt x="6525" y="3671"/>
                  </a:lnTo>
                  <a:lnTo>
                    <a:pt x="6775" y="3647"/>
                  </a:lnTo>
                  <a:cubicBezTo>
                    <a:pt x="6783" y="3623"/>
                    <a:pt x="6792" y="3599"/>
                    <a:pt x="6800" y="3575"/>
                  </a:cubicBezTo>
                  <a:cubicBezTo>
                    <a:pt x="6783" y="3551"/>
                    <a:pt x="6767" y="3526"/>
                    <a:pt x="6750" y="3502"/>
                  </a:cubicBezTo>
                  <a:lnTo>
                    <a:pt x="6750" y="3478"/>
                  </a:lnTo>
                  <a:cubicBezTo>
                    <a:pt x="6758" y="3454"/>
                    <a:pt x="6767" y="3430"/>
                    <a:pt x="6775" y="3406"/>
                  </a:cubicBezTo>
                  <a:cubicBezTo>
                    <a:pt x="6792" y="3317"/>
                    <a:pt x="6808" y="3229"/>
                    <a:pt x="6825" y="3140"/>
                  </a:cubicBezTo>
                  <a:lnTo>
                    <a:pt x="6825" y="3116"/>
                  </a:lnTo>
                  <a:lnTo>
                    <a:pt x="7050" y="3068"/>
                  </a:lnTo>
                  <a:lnTo>
                    <a:pt x="7050" y="3068"/>
                  </a:lnTo>
                  <a:lnTo>
                    <a:pt x="7050" y="3068"/>
                  </a:lnTo>
                  <a:cubicBezTo>
                    <a:pt x="7058" y="3076"/>
                    <a:pt x="7067" y="3084"/>
                    <a:pt x="7075" y="3092"/>
                  </a:cubicBezTo>
                  <a:lnTo>
                    <a:pt x="7075" y="3285"/>
                  </a:lnTo>
                  <a:cubicBezTo>
                    <a:pt x="7083" y="3301"/>
                    <a:pt x="7092" y="3317"/>
                    <a:pt x="7100" y="3333"/>
                  </a:cubicBezTo>
                  <a:lnTo>
                    <a:pt x="7150" y="3357"/>
                  </a:lnTo>
                  <a:lnTo>
                    <a:pt x="7150" y="3357"/>
                  </a:lnTo>
                  <a:cubicBezTo>
                    <a:pt x="7125" y="3373"/>
                    <a:pt x="7100" y="3390"/>
                    <a:pt x="7075" y="3406"/>
                  </a:cubicBezTo>
                  <a:cubicBezTo>
                    <a:pt x="7083" y="3438"/>
                    <a:pt x="7092" y="3470"/>
                    <a:pt x="7100" y="3502"/>
                  </a:cubicBezTo>
                  <a:lnTo>
                    <a:pt x="7350" y="3575"/>
                  </a:lnTo>
                  <a:lnTo>
                    <a:pt x="8125" y="3478"/>
                  </a:lnTo>
                  <a:cubicBezTo>
                    <a:pt x="8142" y="3438"/>
                    <a:pt x="8158" y="3397"/>
                    <a:pt x="8175" y="3357"/>
                  </a:cubicBezTo>
                  <a:lnTo>
                    <a:pt x="8075" y="3285"/>
                  </a:lnTo>
                  <a:lnTo>
                    <a:pt x="8025" y="3261"/>
                  </a:lnTo>
                  <a:lnTo>
                    <a:pt x="8025" y="3188"/>
                  </a:lnTo>
                  <a:cubicBezTo>
                    <a:pt x="8042" y="3172"/>
                    <a:pt x="8058" y="3156"/>
                    <a:pt x="8075" y="3140"/>
                  </a:cubicBezTo>
                  <a:lnTo>
                    <a:pt x="8500" y="2995"/>
                  </a:lnTo>
                  <a:lnTo>
                    <a:pt x="9025" y="2609"/>
                  </a:lnTo>
                  <a:lnTo>
                    <a:pt x="9025" y="2609"/>
                  </a:lnTo>
                  <a:lnTo>
                    <a:pt x="9275" y="2633"/>
                  </a:lnTo>
                  <a:lnTo>
                    <a:pt x="9500" y="2512"/>
                  </a:lnTo>
                  <a:lnTo>
                    <a:pt x="9500" y="2512"/>
                  </a:lnTo>
                  <a:lnTo>
                    <a:pt x="9550" y="2512"/>
                  </a:lnTo>
                  <a:lnTo>
                    <a:pt x="9550" y="2560"/>
                  </a:lnTo>
                  <a:cubicBezTo>
                    <a:pt x="9567" y="2608"/>
                    <a:pt x="9583" y="2657"/>
                    <a:pt x="9600" y="2705"/>
                  </a:cubicBezTo>
                  <a:lnTo>
                    <a:pt x="9675" y="2729"/>
                  </a:lnTo>
                  <a:lnTo>
                    <a:pt x="9675" y="2754"/>
                  </a:lnTo>
                  <a:cubicBezTo>
                    <a:pt x="9658" y="2802"/>
                    <a:pt x="9642" y="2851"/>
                    <a:pt x="9625" y="2899"/>
                  </a:cubicBezTo>
                  <a:lnTo>
                    <a:pt x="9875" y="2947"/>
                  </a:lnTo>
                  <a:lnTo>
                    <a:pt x="9975" y="3019"/>
                  </a:lnTo>
                  <a:cubicBezTo>
                    <a:pt x="9983" y="3035"/>
                    <a:pt x="9992" y="3052"/>
                    <a:pt x="10000" y="3068"/>
                  </a:cubicBezTo>
                  <a:lnTo>
                    <a:pt x="10000" y="3116"/>
                  </a:lnTo>
                  <a:cubicBezTo>
                    <a:pt x="9992" y="3124"/>
                    <a:pt x="9983" y="3132"/>
                    <a:pt x="9975" y="3140"/>
                  </a:cubicBezTo>
                  <a:lnTo>
                    <a:pt x="9900" y="3188"/>
                  </a:lnTo>
                  <a:cubicBezTo>
                    <a:pt x="9892" y="3253"/>
                    <a:pt x="9883" y="3317"/>
                    <a:pt x="9875" y="3382"/>
                  </a:cubicBezTo>
                  <a:cubicBezTo>
                    <a:pt x="9867" y="3390"/>
                    <a:pt x="9858" y="3398"/>
                    <a:pt x="9850" y="3406"/>
                  </a:cubicBezTo>
                  <a:lnTo>
                    <a:pt x="9575" y="3406"/>
                  </a:lnTo>
                  <a:lnTo>
                    <a:pt x="9300" y="3671"/>
                  </a:lnTo>
                  <a:cubicBezTo>
                    <a:pt x="9292" y="3752"/>
                    <a:pt x="9283" y="3832"/>
                    <a:pt x="9275" y="3913"/>
                  </a:cubicBezTo>
                  <a:cubicBezTo>
                    <a:pt x="9208" y="3985"/>
                    <a:pt x="9142" y="4058"/>
                    <a:pt x="9075" y="4130"/>
                  </a:cubicBezTo>
                  <a:lnTo>
                    <a:pt x="8925" y="4565"/>
                  </a:lnTo>
                  <a:lnTo>
                    <a:pt x="8900" y="4565"/>
                  </a:lnTo>
                  <a:lnTo>
                    <a:pt x="8625" y="4662"/>
                  </a:lnTo>
                  <a:lnTo>
                    <a:pt x="8625" y="4928"/>
                  </a:lnTo>
                  <a:lnTo>
                    <a:pt x="8575" y="4952"/>
                  </a:lnTo>
                  <a:lnTo>
                    <a:pt x="8525" y="4952"/>
                  </a:lnTo>
                  <a:cubicBezTo>
                    <a:pt x="8517" y="4976"/>
                    <a:pt x="8508" y="5000"/>
                    <a:pt x="8500" y="5024"/>
                  </a:cubicBezTo>
                  <a:cubicBezTo>
                    <a:pt x="8517" y="5080"/>
                    <a:pt x="8533" y="5137"/>
                    <a:pt x="8550" y="5193"/>
                  </a:cubicBezTo>
                  <a:lnTo>
                    <a:pt x="8550" y="5217"/>
                  </a:lnTo>
                  <a:lnTo>
                    <a:pt x="8375" y="5314"/>
                  </a:lnTo>
                  <a:lnTo>
                    <a:pt x="8375" y="5314"/>
                  </a:lnTo>
                  <a:lnTo>
                    <a:pt x="8375" y="5314"/>
                  </a:lnTo>
                  <a:cubicBezTo>
                    <a:pt x="8367" y="5306"/>
                    <a:pt x="8358" y="5298"/>
                    <a:pt x="8350" y="5290"/>
                  </a:cubicBezTo>
                  <a:cubicBezTo>
                    <a:pt x="8292" y="5089"/>
                    <a:pt x="8233" y="4887"/>
                    <a:pt x="8175" y="4686"/>
                  </a:cubicBezTo>
                  <a:lnTo>
                    <a:pt x="8025" y="4903"/>
                  </a:lnTo>
                  <a:lnTo>
                    <a:pt x="8025" y="4903"/>
                  </a:lnTo>
                  <a:lnTo>
                    <a:pt x="8025" y="4903"/>
                  </a:lnTo>
                  <a:lnTo>
                    <a:pt x="8000" y="4903"/>
                  </a:lnTo>
                  <a:lnTo>
                    <a:pt x="7875" y="4807"/>
                  </a:lnTo>
                  <a:cubicBezTo>
                    <a:pt x="7842" y="4726"/>
                    <a:pt x="7808" y="4646"/>
                    <a:pt x="7775" y="4565"/>
                  </a:cubicBezTo>
                  <a:lnTo>
                    <a:pt x="7825" y="4565"/>
                  </a:lnTo>
                  <a:lnTo>
                    <a:pt x="8175" y="4155"/>
                  </a:lnTo>
                  <a:lnTo>
                    <a:pt x="7475" y="4106"/>
                  </a:lnTo>
                  <a:lnTo>
                    <a:pt x="7350" y="4010"/>
                  </a:lnTo>
                  <a:cubicBezTo>
                    <a:pt x="7333" y="3937"/>
                    <a:pt x="7317" y="3865"/>
                    <a:pt x="7300" y="3792"/>
                  </a:cubicBezTo>
                  <a:lnTo>
                    <a:pt x="7300" y="3841"/>
                  </a:lnTo>
                  <a:lnTo>
                    <a:pt x="7275" y="3841"/>
                  </a:lnTo>
                  <a:lnTo>
                    <a:pt x="7175" y="3841"/>
                  </a:lnTo>
                  <a:lnTo>
                    <a:pt x="7175" y="3841"/>
                  </a:lnTo>
                  <a:cubicBezTo>
                    <a:pt x="7150" y="3801"/>
                    <a:pt x="7125" y="3760"/>
                    <a:pt x="7100" y="3720"/>
                  </a:cubicBezTo>
                  <a:cubicBezTo>
                    <a:pt x="7083" y="3744"/>
                    <a:pt x="7067" y="3768"/>
                    <a:pt x="7050" y="3792"/>
                  </a:cubicBezTo>
                  <a:lnTo>
                    <a:pt x="7050" y="3792"/>
                  </a:lnTo>
                  <a:lnTo>
                    <a:pt x="7050" y="3792"/>
                  </a:lnTo>
                  <a:lnTo>
                    <a:pt x="7025" y="3792"/>
                  </a:lnTo>
                  <a:cubicBezTo>
                    <a:pt x="7000" y="3752"/>
                    <a:pt x="6975" y="3711"/>
                    <a:pt x="6950" y="3671"/>
                  </a:cubicBezTo>
                  <a:lnTo>
                    <a:pt x="6825" y="3889"/>
                  </a:lnTo>
                  <a:cubicBezTo>
                    <a:pt x="6833" y="3913"/>
                    <a:pt x="6842" y="3937"/>
                    <a:pt x="6850" y="3961"/>
                  </a:cubicBezTo>
                  <a:lnTo>
                    <a:pt x="6975" y="3986"/>
                  </a:lnTo>
                  <a:lnTo>
                    <a:pt x="7025" y="3986"/>
                  </a:lnTo>
                  <a:lnTo>
                    <a:pt x="7025" y="4106"/>
                  </a:lnTo>
                  <a:lnTo>
                    <a:pt x="7025" y="4130"/>
                  </a:lnTo>
                  <a:lnTo>
                    <a:pt x="7025" y="4130"/>
                  </a:lnTo>
                  <a:lnTo>
                    <a:pt x="6900" y="4130"/>
                  </a:lnTo>
                  <a:cubicBezTo>
                    <a:pt x="6858" y="4178"/>
                    <a:pt x="6817" y="4227"/>
                    <a:pt x="6775" y="4275"/>
                  </a:cubicBezTo>
                  <a:lnTo>
                    <a:pt x="6975" y="4420"/>
                  </a:lnTo>
                  <a:lnTo>
                    <a:pt x="6975" y="4444"/>
                  </a:lnTo>
                  <a:cubicBezTo>
                    <a:pt x="6967" y="4517"/>
                    <a:pt x="6958" y="4589"/>
                    <a:pt x="6950" y="4662"/>
                  </a:cubicBezTo>
                  <a:lnTo>
                    <a:pt x="7100" y="5386"/>
                  </a:lnTo>
                  <a:lnTo>
                    <a:pt x="7100" y="5411"/>
                  </a:lnTo>
                  <a:lnTo>
                    <a:pt x="7050" y="5435"/>
                  </a:lnTo>
                  <a:lnTo>
                    <a:pt x="7050" y="5435"/>
                  </a:lnTo>
                  <a:cubicBezTo>
                    <a:pt x="7042" y="5427"/>
                    <a:pt x="7033" y="5419"/>
                    <a:pt x="7025" y="5411"/>
                  </a:cubicBezTo>
                  <a:lnTo>
                    <a:pt x="7025" y="5411"/>
                  </a:lnTo>
                  <a:lnTo>
                    <a:pt x="7025" y="5411"/>
                  </a:lnTo>
                  <a:lnTo>
                    <a:pt x="6900" y="5459"/>
                  </a:lnTo>
                  <a:lnTo>
                    <a:pt x="6850" y="5459"/>
                  </a:lnTo>
                  <a:lnTo>
                    <a:pt x="6850" y="5459"/>
                  </a:lnTo>
                  <a:lnTo>
                    <a:pt x="6850" y="5435"/>
                  </a:lnTo>
                  <a:cubicBezTo>
                    <a:pt x="6833" y="5379"/>
                    <a:pt x="6817" y="5322"/>
                    <a:pt x="6800" y="5266"/>
                  </a:cubicBezTo>
                  <a:cubicBezTo>
                    <a:pt x="6792" y="5290"/>
                    <a:pt x="6783" y="5314"/>
                    <a:pt x="6775" y="5338"/>
                  </a:cubicBezTo>
                  <a:lnTo>
                    <a:pt x="6450" y="5507"/>
                  </a:lnTo>
                  <a:lnTo>
                    <a:pt x="6450" y="5725"/>
                  </a:lnTo>
                  <a:lnTo>
                    <a:pt x="6450" y="5725"/>
                  </a:lnTo>
                  <a:lnTo>
                    <a:pt x="6225" y="5966"/>
                  </a:lnTo>
                  <a:lnTo>
                    <a:pt x="5750" y="6208"/>
                  </a:lnTo>
                  <a:lnTo>
                    <a:pt x="5500" y="6546"/>
                  </a:lnTo>
                  <a:lnTo>
                    <a:pt x="4900" y="7005"/>
                  </a:lnTo>
                  <a:lnTo>
                    <a:pt x="4800" y="7174"/>
                  </a:lnTo>
                  <a:lnTo>
                    <a:pt x="4800" y="7174"/>
                  </a:lnTo>
                  <a:lnTo>
                    <a:pt x="4500" y="7246"/>
                  </a:lnTo>
                  <a:lnTo>
                    <a:pt x="4375" y="7440"/>
                  </a:lnTo>
                  <a:lnTo>
                    <a:pt x="4375" y="7464"/>
                  </a:lnTo>
                  <a:lnTo>
                    <a:pt x="4175" y="7464"/>
                  </a:lnTo>
                  <a:cubicBezTo>
                    <a:pt x="4150" y="7504"/>
                    <a:pt x="4125" y="7545"/>
                    <a:pt x="4100" y="7585"/>
                  </a:cubicBezTo>
                  <a:cubicBezTo>
                    <a:pt x="4108" y="7770"/>
                    <a:pt x="4117" y="7955"/>
                    <a:pt x="4125" y="8140"/>
                  </a:cubicBezTo>
                  <a:cubicBezTo>
                    <a:pt x="4142" y="8180"/>
                    <a:pt x="4158" y="8221"/>
                    <a:pt x="4175" y="8261"/>
                  </a:cubicBezTo>
                  <a:lnTo>
                    <a:pt x="4175" y="8285"/>
                  </a:lnTo>
                  <a:lnTo>
                    <a:pt x="4025" y="8792"/>
                  </a:lnTo>
                  <a:lnTo>
                    <a:pt x="4025" y="9203"/>
                  </a:lnTo>
                  <a:lnTo>
                    <a:pt x="4025" y="9251"/>
                  </a:lnTo>
                  <a:lnTo>
                    <a:pt x="4025" y="9251"/>
                  </a:lnTo>
                  <a:lnTo>
                    <a:pt x="3850" y="9251"/>
                  </a:lnTo>
                  <a:cubicBezTo>
                    <a:pt x="3817" y="9332"/>
                    <a:pt x="3783" y="9412"/>
                    <a:pt x="3750" y="9493"/>
                  </a:cubicBezTo>
                  <a:lnTo>
                    <a:pt x="3750" y="9565"/>
                  </a:lnTo>
                  <a:lnTo>
                    <a:pt x="3725" y="9565"/>
                  </a:lnTo>
                  <a:lnTo>
                    <a:pt x="3475" y="9662"/>
                  </a:lnTo>
                  <a:cubicBezTo>
                    <a:pt x="3467" y="9718"/>
                    <a:pt x="3458" y="9775"/>
                    <a:pt x="3450" y="9831"/>
                  </a:cubicBezTo>
                  <a:lnTo>
                    <a:pt x="3300" y="10000"/>
                  </a:lnTo>
                  <a:lnTo>
                    <a:pt x="3250" y="10000"/>
                  </a:lnTo>
                  <a:lnTo>
                    <a:pt x="3175" y="1000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46" name="Freeform 408"/>
            <p:cNvSpPr>
              <a:spLocks/>
            </p:cNvSpPr>
            <p:nvPr/>
          </p:nvSpPr>
          <p:spPr bwMode="gray">
            <a:xfrm>
              <a:off x="2465215" y="4715658"/>
              <a:ext cx="565237" cy="515229"/>
            </a:xfrm>
            <a:custGeom>
              <a:avLst/>
              <a:gdLst>
                <a:gd name="T0" fmla="*/ 228 w 228"/>
                <a:gd name="T1" fmla="*/ 24 h 205"/>
                <a:gd name="T2" fmla="*/ 212 w 228"/>
                <a:gd name="T3" fmla="*/ 19 h 205"/>
                <a:gd name="T4" fmla="*/ 206 w 228"/>
                <a:gd name="T5" fmla="*/ 18 h 205"/>
                <a:gd name="T6" fmla="*/ 197 w 228"/>
                <a:gd name="T7" fmla="*/ 15 h 205"/>
                <a:gd name="T8" fmla="*/ 195 w 228"/>
                <a:gd name="T9" fmla="*/ 12 h 205"/>
                <a:gd name="T10" fmla="*/ 188 w 228"/>
                <a:gd name="T11" fmla="*/ 4 h 205"/>
                <a:gd name="T12" fmla="*/ 184 w 228"/>
                <a:gd name="T13" fmla="*/ 3 h 205"/>
                <a:gd name="T14" fmla="*/ 172 w 228"/>
                <a:gd name="T15" fmla="*/ 7 h 205"/>
                <a:gd name="T16" fmla="*/ 159 w 228"/>
                <a:gd name="T17" fmla="*/ 12 h 205"/>
                <a:gd name="T18" fmla="*/ 155 w 228"/>
                <a:gd name="T19" fmla="*/ 13 h 205"/>
                <a:gd name="T20" fmla="*/ 152 w 228"/>
                <a:gd name="T21" fmla="*/ 18 h 205"/>
                <a:gd name="T22" fmla="*/ 153 w 228"/>
                <a:gd name="T23" fmla="*/ 23 h 205"/>
                <a:gd name="T24" fmla="*/ 153 w 228"/>
                <a:gd name="T25" fmla="*/ 35 h 205"/>
                <a:gd name="T26" fmla="*/ 148 w 228"/>
                <a:gd name="T27" fmla="*/ 44 h 205"/>
                <a:gd name="T28" fmla="*/ 143 w 228"/>
                <a:gd name="T29" fmla="*/ 46 h 205"/>
                <a:gd name="T30" fmla="*/ 133 w 228"/>
                <a:gd name="T31" fmla="*/ 44 h 205"/>
                <a:gd name="T32" fmla="*/ 127 w 228"/>
                <a:gd name="T33" fmla="*/ 40 h 205"/>
                <a:gd name="T34" fmla="*/ 110 w 228"/>
                <a:gd name="T35" fmla="*/ 31 h 205"/>
                <a:gd name="T36" fmla="*/ 105 w 228"/>
                <a:gd name="T37" fmla="*/ 31 h 205"/>
                <a:gd name="T38" fmla="*/ 95 w 228"/>
                <a:gd name="T39" fmla="*/ 26 h 205"/>
                <a:gd name="T40" fmla="*/ 90 w 228"/>
                <a:gd name="T41" fmla="*/ 20 h 205"/>
                <a:gd name="T42" fmla="*/ 89 w 228"/>
                <a:gd name="T43" fmla="*/ 13 h 205"/>
                <a:gd name="T44" fmla="*/ 83 w 228"/>
                <a:gd name="T45" fmla="*/ 10 h 205"/>
                <a:gd name="T46" fmla="*/ 79 w 228"/>
                <a:gd name="T47" fmla="*/ 9 h 205"/>
                <a:gd name="T48" fmla="*/ 71 w 228"/>
                <a:gd name="T49" fmla="*/ 5 h 205"/>
                <a:gd name="T50" fmla="*/ 66 w 228"/>
                <a:gd name="T51" fmla="*/ 4 h 205"/>
                <a:gd name="T52" fmla="*/ 59 w 228"/>
                <a:gd name="T53" fmla="*/ 4 h 205"/>
                <a:gd name="T54" fmla="*/ 47 w 228"/>
                <a:gd name="T55" fmla="*/ 2 h 205"/>
                <a:gd name="T56" fmla="*/ 45 w 228"/>
                <a:gd name="T57" fmla="*/ 0 h 205"/>
                <a:gd name="T58" fmla="*/ 42 w 228"/>
                <a:gd name="T59" fmla="*/ 5 h 205"/>
                <a:gd name="T60" fmla="*/ 37 w 228"/>
                <a:gd name="T61" fmla="*/ 14 h 205"/>
                <a:gd name="T62" fmla="*/ 34 w 228"/>
                <a:gd name="T63" fmla="*/ 15 h 205"/>
                <a:gd name="T64" fmla="*/ 26 w 228"/>
                <a:gd name="T65" fmla="*/ 23 h 205"/>
                <a:gd name="T66" fmla="*/ 21 w 228"/>
                <a:gd name="T67" fmla="*/ 32 h 205"/>
                <a:gd name="T68" fmla="*/ 13 w 228"/>
                <a:gd name="T69" fmla="*/ 40 h 205"/>
                <a:gd name="T70" fmla="*/ 2 w 228"/>
                <a:gd name="T71" fmla="*/ 45 h 205"/>
                <a:gd name="T72" fmla="*/ 0 w 228"/>
                <a:gd name="T73" fmla="*/ 48 h 205"/>
                <a:gd name="T74" fmla="*/ 8 w 228"/>
                <a:gd name="T75" fmla="*/ 56 h 205"/>
                <a:gd name="T76" fmla="*/ 11 w 228"/>
                <a:gd name="T77" fmla="*/ 61 h 205"/>
                <a:gd name="T78" fmla="*/ 11 w 228"/>
                <a:gd name="T79" fmla="*/ 69 h 205"/>
                <a:gd name="T80" fmla="*/ 9 w 228"/>
                <a:gd name="T81" fmla="*/ 76 h 205"/>
                <a:gd name="T82" fmla="*/ 10 w 228"/>
                <a:gd name="T83" fmla="*/ 84 h 205"/>
                <a:gd name="T84" fmla="*/ 14 w 228"/>
                <a:gd name="T85" fmla="*/ 93 h 205"/>
                <a:gd name="T86" fmla="*/ 14 w 228"/>
                <a:gd name="T87" fmla="*/ 98 h 205"/>
                <a:gd name="T88" fmla="*/ 10 w 228"/>
                <a:gd name="T89" fmla="*/ 115 h 205"/>
                <a:gd name="T90" fmla="*/ 10 w 228"/>
                <a:gd name="T91" fmla="*/ 120 h 205"/>
                <a:gd name="T92" fmla="*/ 15 w 228"/>
                <a:gd name="T93" fmla="*/ 126 h 205"/>
                <a:gd name="T94" fmla="*/ 21 w 228"/>
                <a:gd name="T95" fmla="*/ 132 h 205"/>
                <a:gd name="T96" fmla="*/ 63 w 228"/>
                <a:gd name="T97" fmla="*/ 160 h 205"/>
                <a:gd name="T98" fmla="*/ 211 w 228"/>
                <a:gd name="T99" fmla="*/ 205 h 205"/>
                <a:gd name="T100" fmla="*/ 211 w 228"/>
                <a:gd name="T101" fmla="*/ 199 h 205"/>
                <a:gd name="T102" fmla="*/ 228 w 228"/>
                <a:gd name="T103" fmla="*/ 24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8" h="205">
                  <a:moveTo>
                    <a:pt x="228" y="24"/>
                  </a:moveTo>
                  <a:lnTo>
                    <a:pt x="228" y="24"/>
                  </a:lnTo>
                  <a:lnTo>
                    <a:pt x="218" y="21"/>
                  </a:lnTo>
                  <a:lnTo>
                    <a:pt x="212" y="19"/>
                  </a:lnTo>
                  <a:lnTo>
                    <a:pt x="206" y="18"/>
                  </a:lnTo>
                  <a:lnTo>
                    <a:pt x="206" y="18"/>
                  </a:lnTo>
                  <a:lnTo>
                    <a:pt x="200" y="16"/>
                  </a:lnTo>
                  <a:lnTo>
                    <a:pt x="197" y="15"/>
                  </a:lnTo>
                  <a:lnTo>
                    <a:pt x="195" y="12"/>
                  </a:lnTo>
                  <a:lnTo>
                    <a:pt x="195" y="12"/>
                  </a:lnTo>
                  <a:lnTo>
                    <a:pt x="191" y="7"/>
                  </a:lnTo>
                  <a:lnTo>
                    <a:pt x="188" y="4"/>
                  </a:lnTo>
                  <a:lnTo>
                    <a:pt x="184" y="3"/>
                  </a:lnTo>
                  <a:lnTo>
                    <a:pt x="184" y="3"/>
                  </a:lnTo>
                  <a:lnTo>
                    <a:pt x="179" y="4"/>
                  </a:lnTo>
                  <a:lnTo>
                    <a:pt x="172" y="7"/>
                  </a:lnTo>
                  <a:lnTo>
                    <a:pt x="164" y="9"/>
                  </a:lnTo>
                  <a:lnTo>
                    <a:pt x="159" y="12"/>
                  </a:lnTo>
                  <a:lnTo>
                    <a:pt x="159" y="12"/>
                  </a:lnTo>
                  <a:lnTo>
                    <a:pt x="155" y="13"/>
                  </a:lnTo>
                  <a:lnTo>
                    <a:pt x="153" y="15"/>
                  </a:lnTo>
                  <a:lnTo>
                    <a:pt x="152" y="18"/>
                  </a:lnTo>
                  <a:lnTo>
                    <a:pt x="153" y="23"/>
                  </a:lnTo>
                  <a:lnTo>
                    <a:pt x="153" y="23"/>
                  </a:lnTo>
                  <a:lnTo>
                    <a:pt x="154" y="29"/>
                  </a:lnTo>
                  <a:lnTo>
                    <a:pt x="153" y="35"/>
                  </a:lnTo>
                  <a:lnTo>
                    <a:pt x="152" y="40"/>
                  </a:lnTo>
                  <a:lnTo>
                    <a:pt x="148" y="44"/>
                  </a:lnTo>
                  <a:lnTo>
                    <a:pt x="148" y="44"/>
                  </a:lnTo>
                  <a:lnTo>
                    <a:pt x="143" y="46"/>
                  </a:lnTo>
                  <a:lnTo>
                    <a:pt x="138" y="45"/>
                  </a:lnTo>
                  <a:lnTo>
                    <a:pt x="133" y="44"/>
                  </a:lnTo>
                  <a:lnTo>
                    <a:pt x="127" y="40"/>
                  </a:lnTo>
                  <a:lnTo>
                    <a:pt x="127" y="40"/>
                  </a:lnTo>
                  <a:lnTo>
                    <a:pt x="116" y="32"/>
                  </a:lnTo>
                  <a:lnTo>
                    <a:pt x="110" y="31"/>
                  </a:lnTo>
                  <a:lnTo>
                    <a:pt x="105" y="31"/>
                  </a:lnTo>
                  <a:lnTo>
                    <a:pt x="105" y="31"/>
                  </a:lnTo>
                  <a:lnTo>
                    <a:pt x="100" y="30"/>
                  </a:lnTo>
                  <a:lnTo>
                    <a:pt x="95" y="26"/>
                  </a:lnTo>
                  <a:lnTo>
                    <a:pt x="93" y="23"/>
                  </a:lnTo>
                  <a:lnTo>
                    <a:pt x="90" y="20"/>
                  </a:lnTo>
                  <a:lnTo>
                    <a:pt x="90" y="20"/>
                  </a:lnTo>
                  <a:lnTo>
                    <a:pt x="89" y="13"/>
                  </a:lnTo>
                  <a:lnTo>
                    <a:pt x="87" y="10"/>
                  </a:lnTo>
                  <a:lnTo>
                    <a:pt x="83" y="10"/>
                  </a:lnTo>
                  <a:lnTo>
                    <a:pt x="83" y="10"/>
                  </a:lnTo>
                  <a:lnTo>
                    <a:pt x="79" y="9"/>
                  </a:lnTo>
                  <a:lnTo>
                    <a:pt x="75" y="7"/>
                  </a:lnTo>
                  <a:lnTo>
                    <a:pt x="71" y="5"/>
                  </a:lnTo>
                  <a:lnTo>
                    <a:pt x="66" y="4"/>
                  </a:lnTo>
                  <a:lnTo>
                    <a:pt x="66" y="4"/>
                  </a:lnTo>
                  <a:lnTo>
                    <a:pt x="59" y="4"/>
                  </a:lnTo>
                  <a:lnTo>
                    <a:pt x="59" y="4"/>
                  </a:lnTo>
                  <a:lnTo>
                    <a:pt x="52" y="4"/>
                  </a:lnTo>
                  <a:lnTo>
                    <a:pt x="47" y="2"/>
                  </a:lnTo>
                  <a:lnTo>
                    <a:pt x="47" y="2"/>
                  </a:lnTo>
                  <a:lnTo>
                    <a:pt x="45" y="0"/>
                  </a:lnTo>
                  <a:lnTo>
                    <a:pt x="45" y="0"/>
                  </a:lnTo>
                  <a:lnTo>
                    <a:pt x="42" y="5"/>
                  </a:lnTo>
                  <a:lnTo>
                    <a:pt x="40" y="10"/>
                  </a:lnTo>
                  <a:lnTo>
                    <a:pt x="37" y="14"/>
                  </a:lnTo>
                  <a:lnTo>
                    <a:pt x="34" y="15"/>
                  </a:lnTo>
                  <a:lnTo>
                    <a:pt x="34" y="15"/>
                  </a:lnTo>
                  <a:lnTo>
                    <a:pt x="29" y="18"/>
                  </a:lnTo>
                  <a:lnTo>
                    <a:pt x="26" y="23"/>
                  </a:lnTo>
                  <a:lnTo>
                    <a:pt x="21" y="32"/>
                  </a:lnTo>
                  <a:lnTo>
                    <a:pt x="21" y="32"/>
                  </a:lnTo>
                  <a:lnTo>
                    <a:pt x="19" y="36"/>
                  </a:lnTo>
                  <a:lnTo>
                    <a:pt x="13" y="40"/>
                  </a:lnTo>
                  <a:lnTo>
                    <a:pt x="2" y="45"/>
                  </a:lnTo>
                  <a:lnTo>
                    <a:pt x="2" y="45"/>
                  </a:lnTo>
                  <a:lnTo>
                    <a:pt x="0" y="46"/>
                  </a:lnTo>
                  <a:lnTo>
                    <a:pt x="0" y="48"/>
                  </a:lnTo>
                  <a:lnTo>
                    <a:pt x="4" y="52"/>
                  </a:lnTo>
                  <a:lnTo>
                    <a:pt x="8" y="56"/>
                  </a:lnTo>
                  <a:lnTo>
                    <a:pt x="11" y="61"/>
                  </a:lnTo>
                  <a:lnTo>
                    <a:pt x="11" y="61"/>
                  </a:lnTo>
                  <a:lnTo>
                    <a:pt x="13" y="66"/>
                  </a:lnTo>
                  <a:lnTo>
                    <a:pt x="11" y="69"/>
                  </a:lnTo>
                  <a:lnTo>
                    <a:pt x="9" y="76"/>
                  </a:lnTo>
                  <a:lnTo>
                    <a:pt x="9" y="76"/>
                  </a:lnTo>
                  <a:lnTo>
                    <a:pt x="9" y="79"/>
                  </a:lnTo>
                  <a:lnTo>
                    <a:pt x="10" y="84"/>
                  </a:lnTo>
                  <a:lnTo>
                    <a:pt x="14" y="93"/>
                  </a:lnTo>
                  <a:lnTo>
                    <a:pt x="14" y="93"/>
                  </a:lnTo>
                  <a:lnTo>
                    <a:pt x="14" y="95"/>
                  </a:lnTo>
                  <a:lnTo>
                    <a:pt x="14" y="98"/>
                  </a:lnTo>
                  <a:lnTo>
                    <a:pt x="13" y="106"/>
                  </a:lnTo>
                  <a:lnTo>
                    <a:pt x="10" y="115"/>
                  </a:lnTo>
                  <a:lnTo>
                    <a:pt x="10" y="120"/>
                  </a:lnTo>
                  <a:lnTo>
                    <a:pt x="10" y="120"/>
                  </a:lnTo>
                  <a:lnTo>
                    <a:pt x="13" y="122"/>
                  </a:lnTo>
                  <a:lnTo>
                    <a:pt x="15" y="126"/>
                  </a:lnTo>
                  <a:lnTo>
                    <a:pt x="21" y="132"/>
                  </a:lnTo>
                  <a:lnTo>
                    <a:pt x="21" y="132"/>
                  </a:lnTo>
                  <a:lnTo>
                    <a:pt x="31" y="144"/>
                  </a:lnTo>
                  <a:lnTo>
                    <a:pt x="63" y="160"/>
                  </a:lnTo>
                  <a:lnTo>
                    <a:pt x="89" y="151"/>
                  </a:lnTo>
                  <a:lnTo>
                    <a:pt x="211" y="205"/>
                  </a:lnTo>
                  <a:lnTo>
                    <a:pt x="211" y="205"/>
                  </a:lnTo>
                  <a:lnTo>
                    <a:pt x="211" y="199"/>
                  </a:lnTo>
                  <a:lnTo>
                    <a:pt x="228" y="199"/>
                  </a:lnTo>
                  <a:lnTo>
                    <a:pt x="228" y="2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47" name="Freeform 410"/>
            <p:cNvSpPr>
              <a:spLocks/>
            </p:cNvSpPr>
            <p:nvPr/>
          </p:nvSpPr>
          <p:spPr bwMode="gray">
            <a:xfrm>
              <a:off x="1885103" y="4552293"/>
              <a:ext cx="656964" cy="703727"/>
            </a:xfrm>
            <a:custGeom>
              <a:avLst/>
              <a:gdLst>
                <a:gd name="T0" fmla="*/ 157 w 265"/>
                <a:gd name="T1" fmla="*/ 280 h 280"/>
                <a:gd name="T2" fmla="*/ 156 w 265"/>
                <a:gd name="T3" fmla="*/ 278 h 280"/>
                <a:gd name="T4" fmla="*/ 163 w 265"/>
                <a:gd name="T5" fmla="*/ 272 h 280"/>
                <a:gd name="T6" fmla="*/ 136 w 265"/>
                <a:gd name="T7" fmla="*/ 248 h 280"/>
                <a:gd name="T8" fmla="*/ 61 w 265"/>
                <a:gd name="T9" fmla="*/ 192 h 280"/>
                <a:gd name="T10" fmla="*/ 0 w 265"/>
                <a:gd name="T11" fmla="*/ 136 h 280"/>
                <a:gd name="T12" fmla="*/ 25 w 265"/>
                <a:gd name="T13" fmla="*/ 128 h 280"/>
                <a:gd name="T14" fmla="*/ 47 w 265"/>
                <a:gd name="T15" fmla="*/ 117 h 280"/>
                <a:gd name="T16" fmla="*/ 53 w 265"/>
                <a:gd name="T17" fmla="*/ 109 h 280"/>
                <a:gd name="T18" fmla="*/ 69 w 265"/>
                <a:gd name="T19" fmla="*/ 102 h 280"/>
                <a:gd name="T20" fmla="*/ 82 w 265"/>
                <a:gd name="T21" fmla="*/ 84 h 280"/>
                <a:gd name="T22" fmla="*/ 98 w 265"/>
                <a:gd name="T23" fmla="*/ 79 h 280"/>
                <a:gd name="T24" fmla="*/ 103 w 265"/>
                <a:gd name="T25" fmla="*/ 75 h 280"/>
                <a:gd name="T26" fmla="*/ 95 w 265"/>
                <a:gd name="T27" fmla="*/ 54 h 280"/>
                <a:gd name="T28" fmla="*/ 94 w 265"/>
                <a:gd name="T29" fmla="*/ 30 h 280"/>
                <a:gd name="T30" fmla="*/ 108 w 265"/>
                <a:gd name="T31" fmla="*/ 24 h 280"/>
                <a:gd name="T32" fmla="*/ 115 w 265"/>
                <a:gd name="T33" fmla="*/ 22 h 280"/>
                <a:gd name="T34" fmla="*/ 126 w 265"/>
                <a:gd name="T35" fmla="*/ 14 h 280"/>
                <a:gd name="T36" fmla="*/ 141 w 265"/>
                <a:gd name="T37" fmla="*/ 10 h 280"/>
                <a:gd name="T38" fmla="*/ 147 w 265"/>
                <a:gd name="T39" fmla="*/ 3 h 280"/>
                <a:gd name="T40" fmla="*/ 149 w 265"/>
                <a:gd name="T41" fmla="*/ 1 h 280"/>
                <a:gd name="T42" fmla="*/ 151 w 265"/>
                <a:gd name="T43" fmla="*/ 1 h 280"/>
                <a:gd name="T44" fmla="*/ 154 w 265"/>
                <a:gd name="T45" fmla="*/ 4 h 280"/>
                <a:gd name="T46" fmla="*/ 162 w 265"/>
                <a:gd name="T47" fmla="*/ 5 h 280"/>
                <a:gd name="T48" fmla="*/ 177 w 265"/>
                <a:gd name="T49" fmla="*/ 4 h 280"/>
                <a:gd name="T50" fmla="*/ 183 w 265"/>
                <a:gd name="T51" fmla="*/ 6 h 280"/>
                <a:gd name="T52" fmla="*/ 188 w 265"/>
                <a:gd name="T53" fmla="*/ 9 h 280"/>
                <a:gd name="T54" fmla="*/ 204 w 265"/>
                <a:gd name="T55" fmla="*/ 4 h 280"/>
                <a:gd name="T56" fmla="*/ 216 w 265"/>
                <a:gd name="T57" fmla="*/ 0 h 280"/>
                <a:gd name="T58" fmla="*/ 231 w 265"/>
                <a:gd name="T59" fmla="*/ 3 h 280"/>
                <a:gd name="T60" fmla="*/ 232 w 265"/>
                <a:gd name="T61" fmla="*/ 11 h 280"/>
                <a:gd name="T62" fmla="*/ 232 w 265"/>
                <a:gd name="T63" fmla="*/ 24 h 280"/>
                <a:gd name="T64" fmla="*/ 223 w 265"/>
                <a:gd name="T65" fmla="*/ 47 h 280"/>
                <a:gd name="T66" fmla="*/ 223 w 265"/>
                <a:gd name="T67" fmla="*/ 61 h 280"/>
                <a:gd name="T68" fmla="*/ 229 w 265"/>
                <a:gd name="T69" fmla="*/ 81 h 280"/>
                <a:gd name="T70" fmla="*/ 239 w 265"/>
                <a:gd name="T71" fmla="*/ 109 h 280"/>
                <a:gd name="T72" fmla="*/ 234 w 265"/>
                <a:gd name="T73" fmla="*/ 112 h 280"/>
                <a:gd name="T74" fmla="*/ 243 w 265"/>
                <a:gd name="T75" fmla="*/ 122 h 280"/>
                <a:gd name="T76" fmla="*/ 247 w 265"/>
                <a:gd name="T77" fmla="*/ 131 h 280"/>
                <a:gd name="T78" fmla="*/ 243 w 265"/>
                <a:gd name="T79" fmla="*/ 141 h 280"/>
                <a:gd name="T80" fmla="*/ 248 w 265"/>
                <a:gd name="T81" fmla="*/ 158 h 280"/>
                <a:gd name="T82" fmla="*/ 248 w 265"/>
                <a:gd name="T83" fmla="*/ 166 h 280"/>
                <a:gd name="T84" fmla="*/ 244 w 265"/>
                <a:gd name="T85" fmla="*/ 185 h 280"/>
                <a:gd name="T86" fmla="*/ 255 w 265"/>
                <a:gd name="T87" fmla="*/ 197 h 280"/>
                <a:gd name="T88" fmla="*/ 236 w 265"/>
                <a:gd name="T89" fmla="*/ 242 h 280"/>
                <a:gd name="T90" fmla="*/ 201 w 265"/>
                <a:gd name="T91" fmla="*/ 274 h 280"/>
                <a:gd name="T92" fmla="*/ 201 w 265"/>
                <a:gd name="T93" fmla="*/ 274 h 280"/>
                <a:gd name="T94" fmla="*/ 201 w 265"/>
                <a:gd name="T95" fmla="*/ 274 h 280"/>
                <a:gd name="T96" fmla="*/ 201 w 265"/>
                <a:gd name="T97" fmla="*/ 274 h 280"/>
                <a:gd name="T98" fmla="*/ 159 w 265"/>
                <a:gd name="T99" fmla="*/ 280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5" h="280">
                  <a:moveTo>
                    <a:pt x="159" y="280"/>
                  </a:moveTo>
                  <a:lnTo>
                    <a:pt x="159" y="280"/>
                  </a:lnTo>
                  <a:lnTo>
                    <a:pt x="157" y="280"/>
                  </a:lnTo>
                  <a:lnTo>
                    <a:pt x="157" y="280"/>
                  </a:lnTo>
                  <a:lnTo>
                    <a:pt x="156" y="280"/>
                  </a:lnTo>
                  <a:lnTo>
                    <a:pt x="156" y="280"/>
                  </a:lnTo>
                  <a:lnTo>
                    <a:pt x="156" y="278"/>
                  </a:lnTo>
                  <a:lnTo>
                    <a:pt x="156" y="278"/>
                  </a:lnTo>
                  <a:lnTo>
                    <a:pt x="157" y="277"/>
                  </a:lnTo>
                  <a:lnTo>
                    <a:pt x="159" y="275"/>
                  </a:lnTo>
                  <a:lnTo>
                    <a:pt x="162" y="274"/>
                  </a:lnTo>
                  <a:lnTo>
                    <a:pt x="163" y="272"/>
                  </a:lnTo>
                  <a:lnTo>
                    <a:pt x="163" y="272"/>
                  </a:lnTo>
                  <a:lnTo>
                    <a:pt x="162" y="270"/>
                  </a:lnTo>
                  <a:lnTo>
                    <a:pt x="162" y="270"/>
                  </a:lnTo>
                  <a:lnTo>
                    <a:pt x="136" y="248"/>
                  </a:lnTo>
                  <a:lnTo>
                    <a:pt x="114" y="229"/>
                  </a:lnTo>
                  <a:lnTo>
                    <a:pt x="88" y="211"/>
                  </a:lnTo>
                  <a:lnTo>
                    <a:pt x="88" y="211"/>
                  </a:lnTo>
                  <a:lnTo>
                    <a:pt x="61" y="192"/>
                  </a:lnTo>
                  <a:lnTo>
                    <a:pt x="31" y="174"/>
                  </a:lnTo>
                  <a:lnTo>
                    <a:pt x="0" y="153"/>
                  </a:lnTo>
                  <a:lnTo>
                    <a:pt x="0" y="136"/>
                  </a:lnTo>
                  <a:lnTo>
                    <a:pt x="0" y="136"/>
                  </a:lnTo>
                  <a:lnTo>
                    <a:pt x="9" y="132"/>
                  </a:lnTo>
                  <a:lnTo>
                    <a:pt x="16" y="129"/>
                  </a:lnTo>
                  <a:lnTo>
                    <a:pt x="25" y="128"/>
                  </a:lnTo>
                  <a:lnTo>
                    <a:pt x="25" y="128"/>
                  </a:lnTo>
                  <a:lnTo>
                    <a:pt x="29" y="128"/>
                  </a:lnTo>
                  <a:lnTo>
                    <a:pt x="34" y="127"/>
                  </a:lnTo>
                  <a:lnTo>
                    <a:pt x="41" y="122"/>
                  </a:lnTo>
                  <a:lnTo>
                    <a:pt x="47" y="117"/>
                  </a:lnTo>
                  <a:lnTo>
                    <a:pt x="51" y="112"/>
                  </a:lnTo>
                  <a:lnTo>
                    <a:pt x="51" y="112"/>
                  </a:lnTo>
                  <a:lnTo>
                    <a:pt x="52" y="110"/>
                  </a:lnTo>
                  <a:lnTo>
                    <a:pt x="53" y="109"/>
                  </a:lnTo>
                  <a:lnTo>
                    <a:pt x="58" y="107"/>
                  </a:lnTo>
                  <a:lnTo>
                    <a:pt x="63" y="106"/>
                  </a:lnTo>
                  <a:lnTo>
                    <a:pt x="69" y="102"/>
                  </a:lnTo>
                  <a:lnTo>
                    <a:pt x="69" y="102"/>
                  </a:lnTo>
                  <a:lnTo>
                    <a:pt x="73" y="100"/>
                  </a:lnTo>
                  <a:lnTo>
                    <a:pt x="74" y="96"/>
                  </a:lnTo>
                  <a:lnTo>
                    <a:pt x="78" y="90"/>
                  </a:lnTo>
                  <a:lnTo>
                    <a:pt x="82" y="84"/>
                  </a:lnTo>
                  <a:lnTo>
                    <a:pt x="84" y="83"/>
                  </a:lnTo>
                  <a:lnTo>
                    <a:pt x="87" y="81"/>
                  </a:lnTo>
                  <a:lnTo>
                    <a:pt x="87" y="81"/>
                  </a:lnTo>
                  <a:lnTo>
                    <a:pt x="98" y="79"/>
                  </a:lnTo>
                  <a:lnTo>
                    <a:pt x="101" y="78"/>
                  </a:lnTo>
                  <a:lnTo>
                    <a:pt x="103" y="77"/>
                  </a:lnTo>
                  <a:lnTo>
                    <a:pt x="103" y="75"/>
                  </a:lnTo>
                  <a:lnTo>
                    <a:pt x="103" y="75"/>
                  </a:lnTo>
                  <a:lnTo>
                    <a:pt x="98" y="67"/>
                  </a:lnTo>
                  <a:lnTo>
                    <a:pt x="96" y="61"/>
                  </a:lnTo>
                  <a:lnTo>
                    <a:pt x="95" y="54"/>
                  </a:lnTo>
                  <a:lnTo>
                    <a:pt x="95" y="54"/>
                  </a:lnTo>
                  <a:lnTo>
                    <a:pt x="94" y="46"/>
                  </a:lnTo>
                  <a:lnTo>
                    <a:pt x="89" y="35"/>
                  </a:lnTo>
                  <a:lnTo>
                    <a:pt x="89" y="35"/>
                  </a:lnTo>
                  <a:lnTo>
                    <a:pt x="94" y="30"/>
                  </a:lnTo>
                  <a:lnTo>
                    <a:pt x="94" y="30"/>
                  </a:lnTo>
                  <a:lnTo>
                    <a:pt x="100" y="26"/>
                  </a:lnTo>
                  <a:lnTo>
                    <a:pt x="100" y="26"/>
                  </a:lnTo>
                  <a:lnTo>
                    <a:pt x="108" y="24"/>
                  </a:lnTo>
                  <a:lnTo>
                    <a:pt x="108" y="24"/>
                  </a:lnTo>
                  <a:lnTo>
                    <a:pt x="111" y="24"/>
                  </a:lnTo>
                  <a:lnTo>
                    <a:pt x="115" y="22"/>
                  </a:lnTo>
                  <a:lnTo>
                    <a:pt x="115" y="22"/>
                  </a:lnTo>
                  <a:lnTo>
                    <a:pt x="120" y="17"/>
                  </a:lnTo>
                  <a:lnTo>
                    <a:pt x="120" y="17"/>
                  </a:lnTo>
                  <a:lnTo>
                    <a:pt x="126" y="14"/>
                  </a:lnTo>
                  <a:lnTo>
                    <a:pt x="126" y="14"/>
                  </a:lnTo>
                  <a:lnTo>
                    <a:pt x="136" y="11"/>
                  </a:lnTo>
                  <a:lnTo>
                    <a:pt x="136" y="11"/>
                  </a:lnTo>
                  <a:lnTo>
                    <a:pt x="141" y="10"/>
                  </a:lnTo>
                  <a:lnTo>
                    <a:pt x="141" y="10"/>
                  </a:lnTo>
                  <a:lnTo>
                    <a:pt x="143" y="9"/>
                  </a:lnTo>
                  <a:lnTo>
                    <a:pt x="145" y="8"/>
                  </a:lnTo>
                  <a:lnTo>
                    <a:pt x="145" y="8"/>
                  </a:lnTo>
                  <a:lnTo>
                    <a:pt x="147" y="3"/>
                  </a:lnTo>
                  <a:lnTo>
                    <a:pt x="147" y="3"/>
                  </a:lnTo>
                  <a:lnTo>
                    <a:pt x="149" y="1"/>
                  </a:lnTo>
                  <a:lnTo>
                    <a:pt x="149" y="1"/>
                  </a:lnTo>
                  <a:lnTo>
                    <a:pt x="149" y="1"/>
                  </a:lnTo>
                  <a:lnTo>
                    <a:pt x="149" y="1"/>
                  </a:lnTo>
                  <a:lnTo>
                    <a:pt x="149" y="1"/>
                  </a:lnTo>
                  <a:lnTo>
                    <a:pt x="151" y="1"/>
                  </a:lnTo>
                  <a:lnTo>
                    <a:pt x="151" y="1"/>
                  </a:lnTo>
                  <a:lnTo>
                    <a:pt x="152" y="3"/>
                  </a:lnTo>
                  <a:lnTo>
                    <a:pt x="152" y="3"/>
                  </a:lnTo>
                  <a:lnTo>
                    <a:pt x="154" y="4"/>
                  </a:lnTo>
                  <a:lnTo>
                    <a:pt x="154" y="4"/>
                  </a:lnTo>
                  <a:lnTo>
                    <a:pt x="159" y="5"/>
                  </a:lnTo>
                  <a:lnTo>
                    <a:pt x="159" y="5"/>
                  </a:lnTo>
                  <a:lnTo>
                    <a:pt x="162" y="5"/>
                  </a:lnTo>
                  <a:lnTo>
                    <a:pt x="162" y="5"/>
                  </a:lnTo>
                  <a:lnTo>
                    <a:pt x="177" y="4"/>
                  </a:lnTo>
                  <a:lnTo>
                    <a:pt x="177" y="4"/>
                  </a:lnTo>
                  <a:lnTo>
                    <a:pt x="177" y="4"/>
                  </a:lnTo>
                  <a:lnTo>
                    <a:pt x="177" y="4"/>
                  </a:lnTo>
                  <a:lnTo>
                    <a:pt x="179" y="5"/>
                  </a:lnTo>
                  <a:lnTo>
                    <a:pt x="179" y="5"/>
                  </a:lnTo>
                  <a:lnTo>
                    <a:pt x="183" y="6"/>
                  </a:lnTo>
                  <a:lnTo>
                    <a:pt x="183" y="6"/>
                  </a:lnTo>
                  <a:lnTo>
                    <a:pt x="185" y="8"/>
                  </a:lnTo>
                  <a:lnTo>
                    <a:pt x="188" y="9"/>
                  </a:lnTo>
                  <a:lnTo>
                    <a:pt x="188" y="9"/>
                  </a:lnTo>
                  <a:lnTo>
                    <a:pt x="188" y="9"/>
                  </a:lnTo>
                  <a:lnTo>
                    <a:pt x="193" y="8"/>
                  </a:lnTo>
                  <a:lnTo>
                    <a:pt x="193" y="8"/>
                  </a:lnTo>
                  <a:lnTo>
                    <a:pt x="204" y="4"/>
                  </a:lnTo>
                  <a:lnTo>
                    <a:pt x="204" y="4"/>
                  </a:lnTo>
                  <a:lnTo>
                    <a:pt x="210" y="1"/>
                  </a:lnTo>
                  <a:lnTo>
                    <a:pt x="216" y="0"/>
                  </a:lnTo>
                  <a:lnTo>
                    <a:pt x="216" y="0"/>
                  </a:lnTo>
                  <a:lnTo>
                    <a:pt x="216" y="0"/>
                  </a:lnTo>
                  <a:lnTo>
                    <a:pt x="217" y="1"/>
                  </a:lnTo>
                  <a:lnTo>
                    <a:pt x="217" y="1"/>
                  </a:lnTo>
                  <a:lnTo>
                    <a:pt x="225" y="3"/>
                  </a:lnTo>
                  <a:lnTo>
                    <a:pt x="231" y="3"/>
                  </a:lnTo>
                  <a:lnTo>
                    <a:pt x="231" y="3"/>
                  </a:lnTo>
                  <a:lnTo>
                    <a:pt x="232" y="3"/>
                  </a:lnTo>
                  <a:lnTo>
                    <a:pt x="232" y="3"/>
                  </a:lnTo>
                  <a:lnTo>
                    <a:pt x="232" y="11"/>
                  </a:lnTo>
                  <a:lnTo>
                    <a:pt x="232" y="11"/>
                  </a:lnTo>
                  <a:lnTo>
                    <a:pt x="232" y="24"/>
                  </a:lnTo>
                  <a:lnTo>
                    <a:pt x="232" y="24"/>
                  </a:lnTo>
                  <a:lnTo>
                    <a:pt x="232" y="24"/>
                  </a:lnTo>
                  <a:lnTo>
                    <a:pt x="232" y="24"/>
                  </a:lnTo>
                  <a:lnTo>
                    <a:pt x="231" y="28"/>
                  </a:lnTo>
                  <a:lnTo>
                    <a:pt x="228" y="36"/>
                  </a:lnTo>
                  <a:lnTo>
                    <a:pt x="223" y="47"/>
                  </a:lnTo>
                  <a:lnTo>
                    <a:pt x="223" y="47"/>
                  </a:lnTo>
                  <a:lnTo>
                    <a:pt x="222" y="52"/>
                  </a:lnTo>
                  <a:lnTo>
                    <a:pt x="222" y="52"/>
                  </a:lnTo>
                  <a:lnTo>
                    <a:pt x="223" y="61"/>
                  </a:lnTo>
                  <a:lnTo>
                    <a:pt x="226" y="68"/>
                  </a:lnTo>
                  <a:lnTo>
                    <a:pt x="226" y="68"/>
                  </a:lnTo>
                  <a:lnTo>
                    <a:pt x="228" y="73"/>
                  </a:lnTo>
                  <a:lnTo>
                    <a:pt x="229" y="81"/>
                  </a:lnTo>
                  <a:lnTo>
                    <a:pt x="233" y="100"/>
                  </a:lnTo>
                  <a:lnTo>
                    <a:pt x="233" y="100"/>
                  </a:lnTo>
                  <a:lnTo>
                    <a:pt x="236" y="104"/>
                  </a:lnTo>
                  <a:lnTo>
                    <a:pt x="239" y="109"/>
                  </a:lnTo>
                  <a:lnTo>
                    <a:pt x="239" y="109"/>
                  </a:lnTo>
                  <a:lnTo>
                    <a:pt x="236" y="110"/>
                  </a:lnTo>
                  <a:lnTo>
                    <a:pt x="236" y="110"/>
                  </a:lnTo>
                  <a:lnTo>
                    <a:pt x="234" y="112"/>
                  </a:lnTo>
                  <a:lnTo>
                    <a:pt x="234" y="112"/>
                  </a:lnTo>
                  <a:lnTo>
                    <a:pt x="236" y="115"/>
                  </a:lnTo>
                  <a:lnTo>
                    <a:pt x="239" y="118"/>
                  </a:lnTo>
                  <a:lnTo>
                    <a:pt x="243" y="122"/>
                  </a:lnTo>
                  <a:lnTo>
                    <a:pt x="245" y="126"/>
                  </a:lnTo>
                  <a:lnTo>
                    <a:pt x="245" y="126"/>
                  </a:lnTo>
                  <a:lnTo>
                    <a:pt x="247" y="131"/>
                  </a:lnTo>
                  <a:lnTo>
                    <a:pt x="247" y="131"/>
                  </a:lnTo>
                  <a:lnTo>
                    <a:pt x="247" y="134"/>
                  </a:lnTo>
                  <a:lnTo>
                    <a:pt x="245" y="137"/>
                  </a:lnTo>
                  <a:lnTo>
                    <a:pt x="243" y="141"/>
                  </a:lnTo>
                  <a:lnTo>
                    <a:pt x="243" y="141"/>
                  </a:lnTo>
                  <a:lnTo>
                    <a:pt x="243" y="143"/>
                  </a:lnTo>
                  <a:lnTo>
                    <a:pt x="243" y="143"/>
                  </a:lnTo>
                  <a:lnTo>
                    <a:pt x="244" y="150"/>
                  </a:lnTo>
                  <a:lnTo>
                    <a:pt x="248" y="158"/>
                  </a:lnTo>
                  <a:lnTo>
                    <a:pt x="248" y="158"/>
                  </a:lnTo>
                  <a:lnTo>
                    <a:pt x="249" y="160"/>
                  </a:lnTo>
                  <a:lnTo>
                    <a:pt x="249" y="160"/>
                  </a:lnTo>
                  <a:lnTo>
                    <a:pt x="248" y="166"/>
                  </a:lnTo>
                  <a:lnTo>
                    <a:pt x="247" y="173"/>
                  </a:lnTo>
                  <a:lnTo>
                    <a:pt x="244" y="184"/>
                  </a:lnTo>
                  <a:lnTo>
                    <a:pt x="244" y="184"/>
                  </a:lnTo>
                  <a:lnTo>
                    <a:pt x="244" y="185"/>
                  </a:lnTo>
                  <a:lnTo>
                    <a:pt x="244" y="185"/>
                  </a:lnTo>
                  <a:lnTo>
                    <a:pt x="247" y="187"/>
                  </a:lnTo>
                  <a:lnTo>
                    <a:pt x="249" y="191"/>
                  </a:lnTo>
                  <a:lnTo>
                    <a:pt x="255" y="197"/>
                  </a:lnTo>
                  <a:lnTo>
                    <a:pt x="255" y="197"/>
                  </a:lnTo>
                  <a:lnTo>
                    <a:pt x="265" y="209"/>
                  </a:lnTo>
                  <a:lnTo>
                    <a:pt x="265" y="209"/>
                  </a:lnTo>
                  <a:lnTo>
                    <a:pt x="236" y="242"/>
                  </a:lnTo>
                  <a:lnTo>
                    <a:pt x="215" y="264"/>
                  </a:lnTo>
                  <a:lnTo>
                    <a:pt x="206" y="271"/>
                  </a:lnTo>
                  <a:lnTo>
                    <a:pt x="201" y="274"/>
                  </a:lnTo>
                  <a:lnTo>
                    <a:pt x="201" y="274"/>
                  </a:lnTo>
                  <a:lnTo>
                    <a:pt x="201" y="274"/>
                  </a:lnTo>
                  <a:lnTo>
                    <a:pt x="201" y="274"/>
                  </a:lnTo>
                  <a:lnTo>
                    <a:pt x="201" y="274"/>
                  </a:lnTo>
                  <a:lnTo>
                    <a:pt x="201" y="274"/>
                  </a:lnTo>
                  <a:lnTo>
                    <a:pt x="201" y="274"/>
                  </a:lnTo>
                  <a:lnTo>
                    <a:pt x="201" y="274"/>
                  </a:lnTo>
                  <a:lnTo>
                    <a:pt x="201" y="274"/>
                  </a:lnTo>
                  <a:lnTo>
                    <a:pt x="201" y="274"/>
                  </a:lnTo>
                  <a:lnTo>
                    <a:pt x="201" y="274"/>
                  </a:lnTo>
                  <a:lnTo>
                    <a:pt x="201" y="274"/>
                  </a:lnTo>
                  <a:lnTo>
                    <a:pt x="201" y="274"/>
                  </a:lnTo>
                  <a:lnTo>
                    <a:pt x="201" y="274"/>
                  </a:lnTo>
                  <a:lnTo>
                    <a:pt x="189" y="276"/>
                  </a:lnTo>
                  <a:lnTo>
                    <a:pt x="173" y="278"/>
                  </a:lnTo>
                  <a:lnTo>
                    <a:pt x="173" y="278"/>
                  </a:lnTo>
                  <a:lnTo>
                    <a:pt x="159" y="28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48" name="Freeform 420"/>
            <p:cNvSpPr>
              <a:spLocks/>
            </p:cNvSpPr>
            <p:nvPr/>
          </p:nvSpPr>
          <p:spPr bwMode="gray">
            <a:xfrm>
              <a:off x="2435465" y="4542239"/>
              <a:ext cx="136351" cy="284004"/>
            </a:xfrm>
            <a:custGeom>
              <a:avLst/>
              <a:gdLst>
                <a:gd name="T0" fmla="*/ 17 w 55"/>
                <a:gd name="T1" fmla="*/ 113 h 113"/>
                <a:gd name="T2" fmla="*/ 11 w 55"/>
                <a:gd name="T3" fmla="*/ 104 h 113"/>
                <a:gd name="T4" fmla="*/ 7 w 55"/>
                <a:gd name="T5" fmla="*/ 85 h 113"/>
                <a:gd name="T6" fmla="*/ 4 w 55"/>
                <a:gd name="T7" fmla="*/ 72 h 113"/>
                <a:gd name="T8" fmla="*/ 1 w 55"/>
                <a:gd name="T9" fmla="*/ 65 h 113"/>
                <a:gd name="T10" fmla="*/ 0 w 55"/>
                <a:gd name="T11" fmla="*/ 56 h 113"/>
                <a:gd name="T12" fmla="*/ 1 w 55"/>
                <a:gd name="T13" fmla="*/ 51 h 113"/>
                <a:gd name="T14" fmla="*/ 9 w 55"/>
                <a:gd name="T15" fmla="*/ 32 h 113"/>
                <a:gd name="T16" fmla="*/ 10 w 55"/>
                <a:gd name="T17" fmla="*/ 28 h 113"/>
                <a:gd name="T18" fmla="*/ 10 w 55"/>
                <a:gd name="T19" fmla="*/ 28 h 113"/>
                <a:gd name="T20" fmla="*/ 10 w 55"/>
                <a:gd name="T21" fmla="*/ 15 h 113"/>
                <a:gd name="T22" fmla="*/ 10 w 55"/>
                <a:gd name="T23" fmla="*/ 7 h 113"/>
                <a:gd name="T24" fmla="*/ 14 w 55"/>
                <a:gd name="T25" fmla="*/ 7 h 113"/>
                <a:gd name="T26" fmla="*/ 20 w 55"/>
                <a:gd name="T27" fmla="*/ 3 h 113"/>
                <a:gd name="T28" fmla="*/ 28 w 55"/>
                <a:gd name="T29" fmla="*/ 0 h 113"/>
                <a:gd name="T30" fmla="*/ 28 w 55"/>
                <a:gd name="T31" fmla="*/ 0 h 113"/>
                <a:gd name="T32" fmla="*/ 30 w 55"/>
                <a:gd name="T33" fmla="*/ 0 h 113"/>
                <a:gd name="T34" fmla="*/ 35 w 55"/>
                <a:gd name="T35" fmla="*/ 5 h 113"/>
                <a:gd name="T36" fmla="*/ 41 w 55"/>
                <a:gd name="T37" fmla="*/ 8 h 113"/>
                <a:gd name="T38" fmla="*/ 39 w 55"/>
                <a:gd name="T39" fmla="*/ 9 h 113"/>
                <a:gd name="T40" fmla="*/ 38 w 55"/>
                <a:gd name="T41" fmla="*/ 13 h 113"/>
                <a:gd name="T42" fmla="*/ 37 w 55"/>
                <a:gd name="T43" fmla="*/ 20 h 113"/>
                <a:gd name="T44" fmla="*/ 38 w 55"/>
                <a:gd name="T45" fmla="*/ 25 h 113"/>
                <a:gd name="T46" fmla="*/ 38 w 55"/>
                <a:gd name="T47" fmla="*/ 28 h 113"/>
                <a:gd name="T48" fmla="*/ 39 w 55"/>
                <a:gd name="T49" fmla="*/ 30 h 113"/>
                <a:gd name="T50" fmla="*/ 41 w 55"/>
                <a:gd name="T51" fmla="*/ 32 h 113"/>
                <a:gd name="T52" fmla="*/ 39 w 55"/>
                <a:gd name="T53" fmla="*/ 39 h 113"/>
                <a:gd name="T54" fmla="*/ 37 w 55"/>
                <a:gd name="T55" fmla="*/ 42 h 113"/>
                <a:gd name="T56" fmla="*/ 32 w 55"/>
                <a:gd name="T57" fmla="*/ 49 h 113"/>
                <a:gd name="T58" fmla="*/ 31 w 55"/>
                <a:gd name="T59" fmla="*/ 52 h 113"/>
                <a:gd name="T60" fmla="*/ 31 w 55"/>
                <a:gd name="T61" fmla="*/ 56 h 113"/>
                <a:gd name="T62" fmla="*/ 31 w 55"/>
                <a:gd name="T63" fmla="*/ 60 h 113"/>
                <a:gd name="T64" fmla="*/ 33 w 55"/>
                <a:gd name="T65" fmla="*/ 62 h 113"/>
                <a:gd name="T66" fmla="*/ 41 w 55"/>
                <a:gd name="T67" fmla="*/ 63 h 113"/>
                <a:gd name="T68" fmla="*/ 42 w 55"/>
                <a:gd name="T69" fmla="*/ 63 h 113"/>
                <a:gd name="T70" fmla="*/ 43 w 55"/>
                <a:gd name="T71" fmla="*/ 63 h 113"/>
                <a:gd name="T72" fmla="*/ 42 w 55"/>
                <a:gd name="T73" fmla="*/ 66 h 113"/>
                <a:gd name="T74" fmla="*/ 42 w 55"/>
                <a:gd name="T75" fmla="*/ 68 h 113"/>
                <a:gd name="T76" fmla="*/ 43 w 55"/>
                <a:gd name="T77" fmla="*/ 71 h 113"/>
                <a:gd name="T78" fmla="*/ 44 w 55"/>
                <a:gd name="T79" fmla="*/ 72 h 113"/>
                <a:gd name="T80" fmla="*/ 46 w 55"/>
                <a:gd name="T81" fmla="*/ 72 h 113"/>
                <a:gd name="T82" fmla="*/ 48 w 55"/>
                <a:gd name="T83" fmla="*/ 71 h 113"/>
                <a:gd name="T84" fmla="*/ 52 w 55"/>
                <a:gd name="T85" fmla="*/ 69 h 113"/>
                <a:gd name="T86" fmla="*/ 54 w 55"/>
                <a:gd name="T87" fmla="*/ 71 h 113"/>
                <a:gd name="T88" fmla="*/ 55 w 55"/>
                <a:gd name="T89" fmla="*/ 72 h 113"/>
                <a:gd name="T90" fmla="*/ 54 w 55"/>
                <a:gd name="T91" fmla="*/ 77 h 113"/>
                <a:gd name="T92" fmla="*/ 49 w 55"/>
                <a:gd name="T93" fmla="*/ 83 h 113"/>
                <a:gd name="T94" fmla="*/ 46 w 55"/>
                <a:gd name="T95" fmla="*/ 84 h 113"/>
                <a:gd name="T96" fmla="*/ 38 w 55"/>
                <a:gd name="T97" fmla="*/ 92 h 113"/>
                <a:gd name="T98" fmla="*/ 33 w 55"/>
                <a:gd name="T99" fmla="*/ 101 h 113"/>
                <a:gd name="T100" fmla="*/ 33 w 55"/>
                <a:gd name="T101" fmla="*/ 101 h 113"/>
                <a:gd name="T102" fmla="*/ 27 w 55"/>
                <a:gd name="T103" fmla="*/ 108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55" h="113">
                  <a:moveTo>
                    <a:pt x="17" y="113"/>
                  </a:moveTo>
                  <a:lnTo>
                    <a:pt x="17" y="113"/>
                  </a:lnTo>
                  <a:lnTo>
                    <a:pt x="14" y="108"/>
                  </a:lnTo>
                  <a:lnTo>
                    <a:pt x="11" y="104"/>
                  </a:lnTo>
                  <a:lnTo>
                    <a:pt x="11" y="104"/>
                  </a:lnTo>
                  <a:lnTo>
                    <a:pt x="7" y="85"/>
                  </a:lnTo>
                  <a:lnTo>
                    <a:pt x="6" y="77"/>
                  </a:lnTo>
                  <a:lnTo>
                    <a:pt x="4" y="72"/>
                  </a:lnTo>
                  <a:lnTo>
                    <a:pt x="4" y="72"/>
                  </a:lnTo>
                  <a:lnTo>
                    <a:pt x="1" y="65"/>
                  </a:lnTo>
                  <a:lnTo>
                    <a:pt x="0" y="56"/>
                  </a:lnTo>
                  <a:lnTo>
                    <a:pt x="0" y="56"/>
                  </a:lnTo>
                  <a:lnTo>
                    <a:pt x="1" y="51"/>
                  </a:lnTo>
                  <a:lnTo>
                    <a:pt x="1" y="51"/>
                  </a:lnTo>
                  <a:lnTo>
                    <a:pt x="6" y="40"/>
                  </a:lnTo>
                  <a:lnTo>
                    <a:pt x="9" y="32"/>
                  </a:lnTo>
                  <a:lnTo>
                    <a:pt x="10" y="28"/>
                  </a:lnTo>
                  <a:lnTo>
                    <a:pt x="10" y="28"/>
                  </a:lnTo>
                  <a:lnTo>
                    <a:pt x="10" y="28"/>
                  </a:lnTo>
                  <a:lnTo>
                    <a:pt x="10" y="28"/>
                  </a:lnTo>
                  <a:lnTo>
                    <a:pt x="10" y="15"/>
                  </a:lnTo>
                  <a:lnTo>
                    <a:pt x="10" y="15"/>
                  </a:lnTo>
                  <a:lnTo>
                    <a:pt x="10" y="7"/>
                  </a:lnTo>
                  <a:lnTo>
                    <a:pt x="10" y="7"/>
                  </a:lnTo>
                  <a:lnTo>
                    <a:pt x="14" y="7"/>
                  </a:lnTo>
                  <a:lnTo>
                    <a:pt x="14" y="7"/>
                  </a:lnTo>
                  <a:lnTo>
                    <a:pt x="20" y="3"/>
                  </a:lnTo>
                  <a:lnTo>
                    <a:pt x="20" y="3"/>
                  </a:lnTo>
                  <a:lnTo>
                    <a:pt x="25" y="0"/>
                  </a:lnTo>
                  <a:lnTo>
                    <a:pt x="28" y="0"/>
                  </a:lnTo>
                  <a:lnTo>
                    <a:pt x="28" y="0"/>
                  </a:lnTo>
                  <a:lnTo>
                    <a:pt x="28" y="0"/>
                  </a:lnTo>
                  <a:lnTo>
                    <a:pt x="30" y="0"/>
                  </a:lnTo>
                  <a:lnTo>
                    <a:pt x="30" y="0"/>
                  </a:lnTo>
                  <a:lnTo>
                    <a:pt x="35" y="5"/>
                  </a:lnTo>
                  <a:lnTo>
                    <a:pt x="35" y="5"/>
                  </a:lnTo>
                  <a:lnTo>
                    <a:pt x="37" y="7"/>
                  </a:lnTo>
                  <a:lnTo>
                    <a:pt x="41" y="8"/>
                  </a:lnTo>
                  <a:lnTo>
                    <a:pt x="41" y="8"/>
                  </a:lnTo>
                  <a:lnTo>
                    <a:pt x="39" y="9"/>
                  </a:lnTo>
                  <a:lnTo>
                    <a:pt x="39" y="9"/>
                  </a:lnTo>
                  <a:lnTo>
                    <a:pt x="38" y="13"/>
                  </a:lnTo>
                  <a:lnTo>
                    <a:pt x="38" y="13"/>
                  </a:lnTo>
                  <a:lnTo>
                    <a:pt x="37" y="20"/>
                  </a:lnTo>
                  <a:lnTo>
                    <a:pt x="37" y="20"/>
                  </a:lnTo>
                  <a:lnTo>
                    <a:pt x="38" y="25"/>
                  </a:lnTo>
                  <a:lnTo>
                    <a:pt x="38" y="25"/>
                  </a:lnTo>
                  <a:lnTo>
                    <a:pt x="38" y="28"/>
                  </a:lnTo>
                  <a:lnTo>
                    <a:pt x="39" y="30"/>
                  </a:lnTo>
                  <a:lnTo>
                    <a:pt x="39" y="30"/>
                  </a:lnTo>
                  <a:lnTo>
                    <a:pt x="39" y="30"/>
                  </a:lnTo>
                  <a:lnTo>
                    <a:pt x="41" y="32"/>
                  </a:lnTo>
                  <a:lnTo>
                    <a:pt x="41" y="32"/>
                  </a:lnTo>
                  <a:lnTo>
                    <a:pt x="39" y="39"/>
                  </a:lnTo>
                  <a:lnTo>
                    <a:pt x="39" y="39"/>
                  </a:lnTo>
                  <a:lnTo>
                    <a:pt x="37" y="42"/>
                  </a:lnTo>
                  <a:lnTo>
                    <a:pt x="37" y="42"/>
                  </a:lnTo>
                  <a:lnTo>
                    <a:pt x="32" y="49"/>
                  </a:lnTo>
                  <a:lnTo>
                    <a:pt x="32" y="49"/>
                  </a:lnTo>
                  <a:lnTo>
                    <a:pt x="31" y="52"/>
                  </a:lnTo>
                  <a:lnTo>
                    <a:pt x="31" y="56"/>
                  </a:lnTo>
                  <a:lnTo>
                    <a:pt x="31" y="56"/>
                  </a:lnTo>
                  <a:lnTo>
                    <a:pt x="31" y="60"/>
                  </a:lnTo>
                  <a:lnTo>
                    <a:pt x="31" y="60"/>
                  </a:lnTo>
                  <a:lnTo>
                    <a:pt x="33" y="62"/>
                  </a:lnTo>
                  <a:lnTo>
                    <a:pt x="33" y="62"/>
                  </a:lnTo>
                  <a:lnTo>
                    <a:pt x="37" y="63"/>
                  </a:lnTo>
                  <a:lnTo>
                    <a:pt x="41" y="63"/>
                  </a:lnTo>
                  <a:lnTo>
                    <a:pt x="41" y="63"/>
                  </a:lnTo>
                  <a:lnTo>
                    <a:pt x="42" y="63"/>
                  </a:lnTo>
                  <a:lnTo>
                    <a:pt x="42" y="63"/>
                  </a:lnTo>
                  <a:lnTo>
                    <a:pt x="43" y="63"/>
                  </a:lnTo>
                  <a:lnTo>
                    <a:pt x="43" y="63"/>
                  </a:lnTo>
                  <a:lnTo>
                    <a:pt x="42" y="66"/>
                  </a:lnTo>
                  <a:lnTo>
                    <a:pt x="42" y="66"/>
                  </a:lnTo>
                  <a:lnTo>
                    <a:pt x="42" y="68"/>
                  </a:lnTo>
                  <a:lnTo>
                    <a:pt x="42" y="68"/>
                  </a:lnTo>
                  <a:lnTo>
                    <a:pt x="43" y="71"/>
                  </a:lnTo>
                  <a:lnTo>
                    <a:pt x="43" y="71"/>
                  </a:lnTo>
                  <a:lnTo>
                    <a:pt x="44" y="72"/>
                  </a:lnTo>
                  <a:lnTo>
                    <a:pt x="44" y="72"/>
                  </a:lnTo>
                  <a:lnTo>
                    <a:pt x="46" y="72"/>
                  </a:lnTo>
                  <a:lnTo>
                    <a:pt x="46" y="72"/>
                  </a:lnTo>
                  <a:lnTo>
                    <a:pt x="48" y="71"/>
                  </a:lnTo>
                  <a:lnTo>
                    <a:pt x="48" y="71"/>
                  </a:lnTo>
                  <a:lnTo>
                    <a:pt x="52" y="69"/>
                  </a:lnTo>
                  <a:lnTo>
                    <a:pt x="52" y="69"/>
                  </a:lnTo>
                  <a:lnTo>
                    <a:pt x="54" y="71"/>
                  </a:lnTo>
                  <a:lnTo>
                    <a:pt x="54" y="71"/>
                  </a:lnTo>
                  <a:lnTo>
                    <a:pt x="55" y="72"/>
                  </a:lnTo>
                  <a:lnTo>
                    <a:pt x="55" y="72"/>
                  </a:lnTo>
                  <a:lnTo>
                    <a:pt x="54" y="77"/>
                  </a:lnTo>
                  <a:lnTo>
                    <a:pt x="52" y="81"/>
                  </a:lnTo>
                  <a:lnTo>
                    <a:pt x="49" y="83"/>
                  </a:lnTo>
                  <a:lnTo>
                    <a:pt x="46" y="84"/>
                  </a:lnTo>
                  <a:lnTo>
                    <a:pt x="46" y="84"/>
                  </a:lnTo>
                  <a:lnTo>
                    <a:pt x="41" y="87"/>
                  </a:lnTo>
                  <a:lnTo>
                    <a:pt x="38" y="92"/>
                  </a:lnTo>
                  <a:lnTo>
                    <a:pt x="33" y="101"/>
                  </a:lnTo>
                  <a:lnTo>
                    <a:pt x="33" y="101"/>
                  </a:lnTo>
                  <a:lnTo>
                    <a:pt x="33" y="101"/>
                  </a:lnTo>
                  <a:lnTo>
                    <a:pt x="33" y="101"/>
                  </a:lnTo>
                  <a:lnTo>
                    <a:pt x="31" y="105"/>
                  </a:lnTo>
                  <a:lnTo>
                    <a:pt x="27" y="108"/>
                  </a:lnTo>
                  <a:lnTo>
                    <a:pt x="17" y="113"/>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49" name="Freeform 425"/>
            <p:cNvSpPr>
              <a:spLocks/>
            </p:cNvSpPr>
            <p:nvPr/>
          </p:nvSpPr>
          <p:spPr bwMode="gray">
            <a:xfrm>
              <a:off x="3409755" y="5288693"/>
              <a:ext cx="218161" cy="196038"/>
            </a:xfrm>
            <a:custGeom>
              <a:avLst/>
              <a:gdLst>
                <a:gd name="T0" fmla="*/ 75 w 88"/>
                <a:gd name="T1" fmla="*/ 78 h 78"/>
                <a:gd name="T2" fmla="*/ 74 w 88"/>
                <a:gd name="T3" fmla="*/ 78 h 78"/>
                <a:gd name="T4" fmla="*/ 74 w 88"/>
                <a:gd name="T5" fmla="*/ 78 h 78"/>
                <a:gd name="T6" fmla="*/ 74 w 88"/>
                <a:gd name="T7" fmla="*/ 78 h 78"/>
                <a:gd name="T8" fmla="*/ 74 w 88"/>
                <a:gd name="T9" fmla="*/ 78 h 78"/>
                <a:gd name="T10" fmla="*/ 67 w 88"/>
                <a:gd name="T11" fmla="*/ 74 h 78"/>
                <a:gd name="T12" fmla="*/ 61 w 88"/>
                <a:gd name="T13" fmla="*/ 64 h 78"/>
                <a:gd name="T14" fmla="*/ 56 w 88"/>
                <a:gd name="T15" fmla="*/ 59 h 78"/>
                <a:gd name="T16" fmla="*/ 38 w 88"/>
                <a:gd name="T17" fmla="*/ 54 h 78"/>
                <a:gd name="T18" fmla="*/ 38 w 88"/>
                <a:gd name="T19" fmla="*/ 54 h 78"/>
                <a:gd name="T20" fmla="*/ 38 w 88"/>
                <a:gd name="T21" fmla="*/ 54 h 78"/>
                <a:gd name="T22" fmla="*/ 38 w 88"/>
                <a:gd name="T23" fmla="*/ 54 h 78"/>
                <a:gd name="T24" fmla="*/ 38 w 88"/>
                <a:gd name="T25" fmla="*/ 54 h 78"/>
                <a:gd name="T26" fmla="*/ 38 w 88"/>
                <a:gd name="T27" fmla="*/ 54 h 78"/>
                <a:gd name="T28" fmla="*/ 28 w 88"/>
                <a:gd name="T29" fmla="*/ 49 h 78"/>
                <a:gd name="T30" fmla="*/ 19 w 88"/>
                <a:gd name="T31" fmla="*/ 46 h 78"/>
                <a:gd name="T32" fmla="*/ 19 w 88"/>
                <a:gd name="T33" fmla="*/ 46 h 78"/>
                <a:gd name="T34" fmla="*/ 18 w 88"/>
                <a:gd name="T35" fmla="*/ 46 h 78"/>
                <a:gd name="T36" fmla="*/ 16 w 88"/>
                <a:gd name="T37" fmla="*/ 49 h 78"/>
                <a:gd name="T38" fmla="*/ 10 w 88"/>
                <a:gd name="T39" fmla="*/ 52 h 78"/>
                <a:gd name="T40" fmla="*/ 0 w 88"/>
                <a:gd name="T41" fmla="*/ 51 h 78"/>
                <a:gd name="T42" fmla="*/ 0 w 88"/>
                <a:gd name="T43" fmla="*/ 51 h 78"/>
                <a:gd name="T44" fmla="*/ 2 w 88"/>
                <a:gd name="T45" fmla="*/ 31 h 78"/>
                <a:gd name="T46" fmla="*/ 6 w 88"/>
                <a:gd name="T47" fmla="*/ 16 h 78"/>
                <a:gd name="T48" fmla="*/ 8 w 88"/>
                <a:gd name="T49" fmla="*/ 14 h 78"/>
                <a:gd name="T50" fmla="*/ 18 w 88"/>
                <a:gd name="T51" fmla="*/ 8 h 78"/>
                <a:gd name="T52" fmla="*/ 26 w 88"/>
                <a:gd name="T53" fmla="*/ 3 h 78"/>
                <a:gd name="T54" fmla="*/ 27 w 88"/>
                <a:gd name="T55" fmla="*/ 0 h 78"/>
                <a:gd name="T56" fmla="*/ 32 w 88"/>
                <a:gd name="T57" fmla="*/ 9 h 78"/>
                <a:gd name="T58" fmla="*/ 37 w 88"/>
                <a:gd name="T59" fmla="*/ 24 h 78"/>
                <a:gd name="T60" fmla="*/ 39 w 88"/>
                <a:gd name="T61" fmla="*/ 30 h 78"/>
                <a:gd name="T62" fmla="*/ 42 w 88"/>
                <a:gd name="T63" fmla="*/ 32 h 78"/>
                <a:gd name="T64" fmla="*/ 44 w 88"/>
                <a:gd name="T65" fmla="*/ 35 h 78"/>
                <a:gd name="T66" fmla="*/ 48 w 88"/>
                <a:gd name="T67" fmla="*/ 37 h 78"/>
                <a:gd name="T68" fmla="*/ 55 w 88"/>
                <a:gd name="T69" fmla="*/ 42 h 78"/>
                <a:gd name="T70" fmla="*/ 59 w 88"/>
                <a:gd name="T71" fmla="*/ 45 h 78"/>
                <a:gd name="T72" fmla="*/ 63 w 88"/>
                <a:gd name="T73" fmla="*/ 47 h 78"/>
                <a:gd name="T74" fmla="*/ 63 w 88"/>
                <a:gd name="T75" fmla="*/ 47 h 78"/>
                <a:gd name="T76" fmla="*/ 65 w 88"/>
                <a:gd name="T77" fmla="*/ 51 h 78"/>
                <a:gd name="T78" fmla="*/ 70 w 88"/>
                <a:gd name="T79" fmla="*/ 57 h 78"/>
                <a:gd name="T80" fmla="*/ 83 w 88"/>
                <a:gd name="T81" fmla="*/ 65 h 78"/>
                <a:gd name="T82" fmla="*/ 86 w 88"/>
                <a:gd name="T83" fmla="*/ 69 h 78"/>
                <a:gd name="T84" fmla="*/ 88 w 88"/>
                <a:gd name="T85" fmla="*/ 74 h 78"/>
                <a:gd name="T86" fmla="*/ 88 w 88"/>
                <a:gd name="T87" fmla="*/ 75 h 78"/>
                <a:gd name="T88" fmla="*/ 88 w 88"/>
                <a:gd name="T89" fmla="*/ 75 h 78"/>
                <a:gd name="T90" fmla="*/ 87 w 88"/>
                <a:gd name="T91" fmla="*/ 75 h 78"/>
                <a:gd name="T92" fmla="*/ 87 w 88"/>
                <a:gd name="T93" fmla="*/ 75 h 78"/>
                <a:gd name="T94" fmla="*/ 81 w 88"/>
                <a:gd name="T95" fmla="*/ 77 h 78"/>
                <a:gd name="T96" fmla="*/ 81 w 88"/>
                <a:gd name="T97" fmla="*/ 77 h 78"/>
                <a:gd name="T98" fmla="*/ 79 w 88"/>
                <a:gd name="T99" fmla="*/ 77 h 78"/>
                <a:gd name="T100" fmla="*/ 77 w 88"/>
                <a:gd name="T101" fmla="*/ 78 h 78"/>
                <a:gd name="T102" fmla="*/ 76 w 88"/>
                <a:gd name="T103" fmla="*/ 78 h 78"/>
                <a:gd name="T104" fmla="*/ 75 w 88"/>
                <a:gd name="T105"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8" h="78">
                  <a:moveTo>
                    <a:pt x="75" y="78"/>
                  </a:moveTo>
                  <a:lnTo>
                    <a:pt x="75" y="78"/>
                  </a:lnTo>
                  <a:lnTo>
                    <a:pt x="75" y="78"/>
                  </a:lnTo>
                  <a:lnTo>
                    <a:pt x="74" y="78"/>
                  </a:lnTo>
                  <a:lnTo>
                    <a:pt x="74" y="78"/>
                  </a:lnTo>
                  <a:lnTo>
                    <a:pt x="74" y="78"/>
                  </a:lnTo>
                  <a:lnTo>
                    <a:pt x="74" y="78"/>
                  </a:lnTo>
                  <a:lnTo>
                    <a:pt x="74" y="78"/>
                  </a:lnTo>
                  <a:lnTo>
                    <a:pt x="74" y="78"/>
                  </a:lnTo>
                  <a:lnTo>
                    <a:pt x="74" y="78"/>
                  </a:lnTo>
                  <a:lnTo>
                    <a:pt x="70" y="77"/>
                  </a:lnTo>
                  <a:lnTo>
                    <a:pt x="67" y="74"/>
                  </a:lnTo>
                  <a:lnTo>
                    <a:pt x="61" y="64"/>
                  </a:lnTo>
                  <a:lnTo>
                    <a:pt x="61" y="64"/>
                  </a:lnTo>
                  <a:lnTo>
                    <a:pt x="59" y="62"/>
                  </a:lnTo>
                  <a:lnTo>
                    <a:pt x="56" y="59"/>
                  </a:lnTo>
                  <a:lnTo>
                    <a:pt x="50" y="57"/>
                  </a:lnTo>
                  <a:lnTo>
                    <a:pt x="38" y="54"/>
                  </a:lnTo>
                  <a:lnTo>
                    <a:pt x="38" y="54"/>
                  </a:lnTo>
                  <a:lnTo>
                    <a:pt x="38" y="54"/>
                  </a:lnTo>
                  <a:lnTo>
                    <a:pt x="38" y="54"/>
                  </a:lnTo>
                  <a:lnTo>
                    <a:pt x="38" y="54"/>
                  </a:lnTo>
                  <a:lnTo>
                    <a:pt x="38" y="54"/>
                  </a:lnTo>
                  <a:lnTo>
                    <a:pt x="38" y="54"/>
                  </a:lnTo>
                  <a:lnTo>
                    <a:pt x="38" y="54"/>
                  </a:lnTo>
                  <a:lnTo>
                    <a:pt x="38" y="54"/>
                  </a:lnTo>
                  <a:lnTo>
                    <a:pt x="38" y="54"/>
                  </a:lnTo>
                  <a:lnTo>
                    <a:pt x="38" y="54"/>
                  </a:lnTo>
                  <a:lnTo>
                    <a:pt x="38" y="54"/>
                  </a:lnTo>
                  <a:lnTo>
                    <a:pt x="28" y="49"/>
                  </a:lnTo>
                  <a:lnTo>
                    <a:pt x="23" y="47"/>
                  </a:lnTo>
                  <a:lnTo>
                    <a:pt x="19" y="46"/>
                  </a:lnTo>
                  <a:lnTo>
                    <a:pt x="19" y="46"/>
                  </a:lnTo>
                  <a:lnTo>
                    <a:pt x="19" y="46"/>
                  </a:lnTo>
                  <a:lnTo>
                    <a:pt x="19" y="46"/>
                  </a:lnTo>
                  <a:lnTo>
                    <a:pt x="18" y="46"/>
                  </a:lnTo>
                  <a:lnTo>
                    <a:pt x="18" y="46"/>
                  </a:lnTo>
                  <a:lnTo>
                    <a:pt x="16" y="49"/>
                  </a:lnTo>
                  <a:lnTo>
                    <a:pt x="13" y="51"/>
                  </a:lnTo>
                  <a:lnTo>
                    <a:pt x="10" y="52"/>
                  </a:lnTo>
                  <a:lnTo>
                    <a:pt x="10" y="52"/>
                  </a:lnTo>
                  <a:lnTo>
                    <a:pt x="0" y="51"/>
                  </a:lnTo>
                  <a:lnTo>
                    <a:pt x="0" y="51"/>
                  </a:lnTo>
                  <a:lnTo>
                    <a:pt x="0" y="51"/>
                  </a:lnTo>
                  <a:lnTo>
                    <a:pt x="1" y="43"/>
                  </a:lnTo>
                  <a:lnTo>
                    <a:pt x="2" y="31"/>
                  </a:lnTo>
                  <a:lnTo>
                    <a:pt x="5" y="20"/>
                  </a:lnTo>
                  <a:lnTo>
                    <a:pt x="6" y="16"/>
                  </a:lnTo>
                  <a:lnTo>
                    <a:pt x="8" y="14"/>
                  </a:lnTo>
                  <a:lnTo>
                    <a:pt x="8" y="14"/>
                  </a:lnTo>
                  <a:lnTo>
                    <a:pt x="13" y="10"/>
                  </a:lnTo>
                  <a:lnTo>
                    <a:pt x="18" y="8"/>
                  </a:lnTo>
                  <a:lnTo>
                    <a:pt x="22" y="5"/>
                  </a:lnTo>
                  <a:lnTo>
                    <a:pt x="26" y="3"/>
                  </a:lnTo>
                  <a:lnTo>
                    <a:pt x="26" y="3"/>
                  </a:lnTo>
                  <a:lnTo>
                    <a:pt x="27" y="0"/>
                  </a:lnTo>
                  <a:lnTo>
                    <a:pt x="27" y="0"/>
                  </a:lnTo>
                  <a:lnTo>
                    <a:pt x="32" y="9"/>
                  </a:lnTo>
                  <a:lnTo>
                    <a:pt x="32" y="9"/>
                  </a:lnTo>
                  <a:lnTo>
                    <a:pt x="37" y="24"/>
                  </a:lnTo>
                  <a:lnTo>
                    <a:pt x="37" y="24"/>
                  </a:lnTo>
                  <a:lnTo>
                    <a:pt x="39" y="30"/>
                  </a:lnTo>
                  <a:lnTo>
                    <a:pt x="39" y="30"/>
                  </a:lnTo>
                  <a:lnTo>
                    <a:pt x="42" y="32"/>
                  </a:lnTo>
                  <a:lnTo>
                    <a:pt x="42" y="32"/>
                  </a:lnTo>
                  <a:lnTo>
                    <a:pt x="44" y="35"/>
                  </a:lnTo>
                  <a:lnTo>
                    <a:pt x="44" y="35"/>
                  </a:lnTo>
                  <a:lnTo>
                    <a:pt x="48" y="37"/>
                  </a:lnTo>
                  <a:lnTo>
                    <a:pt x="48" y="37"/>
                  </a:lnTo>
                  <a:lnTo>
                    <a:pt x="55" y="42"/>
                  </a:lnTo>
                  <a:lnTo>
                    <a:pt x="55" y="42"/>
                  </a:lnTo>
                  <a:lnTo>
                    <a:pt x="59" y="45"/>
                  </a:lnTo>
                  <a:lnTo>
                    <a:pt x="59" y="45"/>
                  </a:lnTo>
                  <a:lnTo>
                    <a:pt x="63" y="47"/>
                  </a:lnTo>
                  <a:lnTo>
                    <a:pt x="63" y="47"/>
                  </a:lnTo>
                  <a:lnTo>
                    <a:pt x="63" y="47"/>
                  </a:lnTo>
                  <a:lnTo>
                    <a:pt x="63" y="47"/>
                  </a:lnTo>
                  <a:lnTo>
                    <a:pt x="65" y="51"/>
                  </a:lnTo>
                  <a:lnTo>
                    <a:pt x="65" y="51"/>
                  </a:lnTo>
                  <a:lnTo>
                    <a:pt x="70" y="57"/>
                  </a:lnTo>
                  <a:lnTo>
                    <a:pt x="70" y="57"/>
                  </a:lnTo>
                  <a:lnTo>
                    <a:pt x="83" y="65"/>
                  </a:lnTo>
                  <a:lnTo>
                    <a:pt x="83" y="65"/>
                  </a:lnTo>
                  <a:lnTo>
                    <a:pt x="86" y="69"/>
                  </a:lnTo>
                  <a:lnTo>
                    <a:pt x="88" y="74"/>
                  </a:lnTo>
                  <a:lnTo>
                    <a:pt x="88" y="74"/>
                  </a:lnTo>
                  <a:lnTo>
                    <a:pt x="88" y="75"/>
                  </a:lnTo>
                  <a:lnTo>
                    <a:pt x="88" y="75"/>
                  </a:lnTo>
                  <a:lnTo>
                    <a:pt x="88" y="75"/>
                  </a:lnTo>
                  <a:lnTo>
                    <a:pt x="88" y="75"/>
                  </a:lnTo>
                  <a:lnTo>
                    <a:pt x="87" y="75"/>
                  </a:lnTo>
                  <a:lnTo>
                    <a:pt x="87" y="75"/>
                  </a:lnTo>
                  <a:lnTo>
                    <a:pt x="87" y="75"/>
                  </a:lnTo>
                  <a:lnTo>
                    <a:pt x="87" y="75"/>
                  </a:lnTo>
                  <a:lnTo>
                    <a:pt x="81" y="77"/>
                  </a:lnTo>
                  <a:lnTo>
                    <a:pt x="81" y="77"/>
                  </a:lnTo>
                  <a:lnTo>
                    <a:pt x="81" y="77"/>
                  </a:lnTo>
                  <a:lnTo>
                    <a:pt x="81" y="77"/>
                  </a:lnTo>
                  <a:lnTo>
                    <a:pt x="79" y="77"/>
                  </a:lnTo>
                  <a:lnTo>
                    <a:pt x="79" y="77"/>
                  </a:lnTo>
                  <a:lnTo>
                    <a:pt x="79" y="77"/>
                  </a:lnTo>
                  <a:lnTo>
                    <a:pt x="77" y="78"/>
                  </a:lnTo>
                  <a:lnTo>
                    <a:pt x="77" y="78"/>
                  </a:lnTo>
                  <a:lnTo>
                    <a:pt x="76" y="78"/>
                  </a:lnTo>
                  <a:lnTo>
                    <a:pt x="76" y="78"/>
                  </a:lnTo>
                  <a:lnTo>
                    <a:pt x="75" y="78"/>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50" name="Freeform 427"/>
            <p:cNvSpPr>
              <a:spLocks/>
            </p:cNvSpPr>
            <p:nvPr/>
          </p:nvSpPr>
          <p:spPr bwMode="gray">
            <a:xfrm>
              <a:off x="3593209" y="5477191"/>
              <a:ext cx="47103" cy="55293"/>
            </a:xfrm>
            <a:custGeom>
              <a:avLst/>
              <a:gdLst>
                <a:gd name="T0" fmla="*/ 14 w 19"/>
                <a:gd name="T1" fmla="*/ 22 h 22"/>
                <a:gd name="T2" fmla="*/ 14 w 19"/>
                <a:gd name="T3" fmla="*/ 22 h 22"/>
                <a:gd name="T4" fmla="*/ 7 w 19"/>
                <a:gd name="T5" fmla="*/ 20 h 22"/>
                <a:gd name="T6" fmla="*/ 3 w 19"/>
                <a:gd name="T7" fmla="*/ 18 h 22"/>
                <a:gd name="T8" fmla="*/ 2 w 19"/>
                <a:gd name="T9" fmla="*/ 15 h 22"/>
                <a:gd name="T10" fmla="*/ 2 w 19"/>
                <a:gd name="T11" fmla="*/ 15 h 22"/>
                <a:gd name="T12" fmla="*/ 0 w 19"/>
                <a:gd name="T13" fmla="*/ 9 h 22"/>
                <a:gd name="T14" fmla="*/ 0 w 19"/>
                <a:gd name="T15" fmla="*/ 3 h 22"/>
                <a:gd name="T16" fmla="*/ 0 w 19"/>
                <a:gd name="T17" fmla="*/ 3 h 22"/>
                <a:gd name="T18" fmla="*/ 0 w 19"/>
                <a:gd name="T19" fmla="*/ 3 h 22"/>
                <a:gd name="T20" fmla="*/ 0 w 19"/>
                <a:gd name="T21" fmla="*/ 3 h 22"/>
                <a:gd name="T22" fmla="*/ 0 w 19"/>
                <a:gd name="T23" fmla="*/ 3 h 22"/>
                <a:gd name="T24" fmla="*/ 0 w 19"/>
                <a:gd name="T25" fmla="*/ 3 h 22"/>
                <a:gd name="T26" fmla="*/ 0 w 19"/>
                <a:gd name="T27" fmla="*/ 3 h 22"/>
                <a:gd name="T28" fmla="*/ 0 w 19"/>
                <a:gd name="T29" fmla="*/ 3 h 22"/>
                <a:gd name="T30" fmla="*/ 0 w 19"/>
                <a:gd name="T31" fmla="*/ 3 h 22"/>
                <a:gd name="T32" fmla="*/ 0 w 19"/>
                <a:gd name="T33" fmla="*/ 3 h 22"/>
                <a:gd name="T34" fmla="*/ 1 w 19"/>
                <a:gd name="T35" fmla="*/ 3 h 22"/>
                <a:gd name="T36" fmla="*/ 1 w 19"/>
                <a:gd name="T37" fmla="*/ 3 h 22"/>
                <a:gd name="T38" fmla="*/ 2 w 19"/>
                <a:gd name="T39" fmla="*/ 3 h 22"/>
                <a:gd name="T40" fmla="*/ 2 w 19"/>
                <a:gd name="T41" fmla="*/ 3 h 22"/>
                <a:gd name="T42" fmla="*/ 3 w 19"/>
                <a:gd name="T43" fmla="*/ 3 h 22"/>
                <a:gd name="T44" fmla="*/ 3 w 19"/>
                <a:gd name="T45" fmla="*/ 3 h 22"/>
                <a:gd name="T46" fmla="*/ 5 w 19"/>
                <a:gd name="T47" fmla="*/ 2 h 22"/>
                <a:gd name="T48" fmla="*/ 5 w 19"/>
                <a:gd name="T49" fmla="*/ 2 h 22"/>
                <a:gd name="T50" fmla="*/ 7 w 19"/>
                <a:gd name="T51" fmla="*/ 2 h 22"/>
                <a:gd name="T52" fmla="*/ 7 w 19"/>
                <a:gd name="T53" fmla="*/ 2 h 22"/>
                <a:gd name="T54" fmla="*/ 7 w 19"/>
                <a:gd name="T55" fmla="*/ 2 h 22"/>
                <a:gd name="T56" fmla="*/ 7 w 19"/>
                <a:gd name="T57" fmla="*/ 2 h 22"/>
                <a:gd name="T58" fmla="*/ 13 w 19"/>
                <a:gd name="T59" fmla="*/ 0 h 22"/>
                <a:gd name="T60" fmla="*/ 13 w 19"/>
                <a:gd name="T61" fmla="*/ 0 h 22"/>
                <a:gd name="T62" fmla="*/ 13 w 19"/>
                <a:gd name="T63" fmla="*/ 0 h 22"/>
                <a:gd name="T64" fmla="*/ 13 w 19"/>
                <a:gd name="T65" fmla="*/ 0 h 22"/>
                <a:gd name="T66" fmla="*/ 14 w 19"/>
                <a:gd name="T67" fmla="*/ 0 h 22"/>
                <a:gd name="T68" fmla="*/ 14 w 19"/>
                <a:gd name="T69" fmla="*/ 0 h 22"/>
                <a:gd name="T70" fmla="*/ 14 w 19"/>
                <a:gd name="T71" fmla="*/ 0 h 22"/>
                <a:gd name="T72" fmla="*/ 14 w 19"/>
                <a:gd name="T73" fmla="*/ 0 h 22"/>
                <a:gd name="T74" fmla="*/ 16 w 19"/>
                <a:gd name="T75" fmla="*/ 4 h 22"/>
                <a:gd name="T76" fmla="*/ 16 w 19"/>
                <a:gd name="T77" fmla="*/ 4 h 22"/>
                <a:gd name="T78" fmla="*/ 17 w 19"/>
                <a:gd name="T79" fmla="*/ 8 h 22"/>
                <a:gd name="T80" fmla="*/ 17 w 19"/>
                <a:gd name="T81" fmla="*/ 8 h 22"/>
                <a:gd name="T82" fmla="*/ 16 w 19"/>
                <a:gd name="T83" fmla="*/ 9 h 22"/>
                <a:gd name="T84" fmla="*/ 16 w 19"/>
                <a:gd name="T85" fmla="*/ 9 h 22"/>
                <a:gd name="T86" fmla="*/ 17 w 19"/>
                <a:gd name="T87" fmla="*/ 10 h 22"/>
                <a:gd name="T88" fmla="*/ 17 w 19"/>
                <a:gd name="T89" fmla="*/ 10 h 22"/>
                <a:gd name="T90" fmla="*/ 18 w 19"/>
                <a:gd name="T91" fmla="*/ 11 h 22"/>
                <a:gd name="T92" fmla="*/ 18 w 19"/>
                <a:gd name="T93" fmla="*/ 11 h 22"/>
                <a:gd name="T94" fmla="*/ 19 w 19"/>
                <a:gd name="T95" fmla="*/ 14 h 22"/>
                <a:gd name="T96" fmla="*/ 19 w 19"/>
                <a:gd name="T97" fmla="*/ 14 h 22"/>
                <a:gd name="T98" fmla="*/ 14 w 19"/>
                <a:gd name="T99" fmla="*/ 22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9" h="22">
                  <a:moveTo>
                    <a:pt x="14" y="22"/>
                  </a:moveTo>
                  <a:lnTo>
                    <a:pt x="14" y="22"/>
                  </a:lnTo>
                  <a:lnTo>
                    <a:pt x="7" y="20"/>
                  </a:lnTo>
                  <a:lnTo>
                    <a:pt x="3" y="18"/>
                  </a:lnTo>
                  <a:lnTo>
                    <a:pt x="2" y="15"/>
                  </a:lnTo>
                  <a:lnTo>
                    <a:pt x="2" y="15"/>
                  </a:lnTo>
                  <a:lnTo>
                    <a:pt x="0" y="9"/>
                  </a:lnTo>
                  <a:lnTo>
                    <a:pt x="0" y="3"/>
                  </a:lnTo>
                  <a:lnTo>
                    <a:pt x="0" y="3"/>
                  </a:lnTo>
                  <a:lnTo>
                    <a:pt x="0" y="3"/>
                  </a:lnTo>
                  <a:lnTo>
                    <a:pt x="0" y="3"/>
                  </a:lnTo>
                  <a:lnTo>
                    <a:pt x="0" y="3"/>
                  </a:lnTo>
                  <a:lnTo>
                    <a:pt x="0" y="3"/>
                  </a:lnTo>
                  <a:lnTo>
                    <a:pt x="0" y="3"/>
                  </a:lnTo>
                  <a:lnTo>
                    <a:pt x="0" y="3"/>
                  </a:lnTo>
                  <a:lnTo>
                    <a:pt x="0" y="3"/>
                  </a:lnTo>
                  <a:lnTo>
                    <a:pt x="0" y="3"/>
                  </a:lnTo>
                  <a:lnTo>
                    <a:pt x="1" y="3"/>
                  </a:lnTo>
                  <a:lnTo>
                    <a:pt x="1" y="3"/>
                  </a:lnTo>
                  <a:lnTo>
                    <a:pt x="2" y="3"/>
                  </a:lnTo>
                  <a:lnTo>
                    <a:pt x="2" y="3"/>
                  </a:lnTo>
                  <a:lnTo>
                    <a:pt x="3" y="3"/>
                  </a:lnTo>
                  <a:lnTo>
                    <a:pt x="3" y="3"/>
                  </a:lnTo>
                  <a:lnTo>
                    <a:pt x="5" y="2"/>
                  </a:lnTo>
                  <a:lnTo>
                    <a:pt x="5" y="2"/>
                  </a:lnTo>
                  <a:lnTo>
                    <a:pt x="7" y="2"/>
                  </a:lnTo>
                  <a:lnTo>
                    <a:pt x="7" y="2"/>
                  </a:lnTo>
                  <a:lnTo>
                    <a:pt x="7" y="2"/>
                  </a:lnTo>
                  <a:lnTo>
                    <a:pt x="7" y="2"/>
                  </a:lnTo>
                  <a:lnTo>
                    <a:pt x="13" y="0"/>
                  </a:lnTo>
                  <a:lnTo>
                    <a:pt x="13" y="0"/>
                  </a:lnTo>
                  <a:lnTo>
                    <a:pt x="13" y="0"/>
                  </a:lnTo>
                  <a:lnTo>
                    <a:pt x="13" y="0"/>
                  </a:lnTo>
                  <a:lnTo>
                    <a:pt x="14" y="0"/>
                  </a:lnTo>
                  <a:lnTo>
                    <a:pt x="14" y="0"/>
                  </a:lnTo>
                  <a:lnTo>
                    <a:pt x="14" y="0"/>
                  </a:lnTo>
                  <a:lnTo>
                    <a:pt x="14" y="0"/>
                  </a:lnTo>
                  <a:lnTo>
                    <a:pt x="16" y="4"/>
                  </a:lnTo>
                  <a:lnTo>
                    <a:pt x="16" y="4"/>
                  </a:lnTo>
                  <a:lnTo>
                    <a:pt x="17" y="8"/>
                  </a:lnTo>
                  <a:lnTo>
                    <a:pt x="17" y="8"/>
                  </a:lnTo>
                  <a:lnTo>
                    <a:pt x="16" y="9"/>
                  </a:lnTo>
                  <a:lnTo>
                    <a:pt x="16" y="9"/>
                  </a:lnTo>
                  <a:lnTo>
                    <a:pt x="17" y="10"/>
                  </a:lnTo>
                  <a:lnTo>
                    <a:pt x="17" y="10"/>
                  </a:lnTo>
                  <a:lnTo>
                    <a:pt x="18" y="11"/>
                  </a:lnTo>
                  <a:lnTo>
                    <a:pt x="18" y="11"/>
                  </a:lnTo>
                  <a:lnTo>
                    <a:pt x="19" y="14"/>
                  </a:lnTo>
                  <a:lnTo>
                    <a:pt x="19" y="14"/>
                  </a:lnTo>
                  <a:lnTo>
                    <a:pt x="14" y="22"/>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51" name="Freeform 438"/>
            <p:cNvSpPr>
              <a:spLocks/>
            </p:cNvSpPr>
            <p:nvPr/>
          </p:nvSpPr>
          <p:spPr bwMode="gray">
            <a:xfrm>
              <a:off x="3295715" y="5404305"/>
              <a:ext cx="495821" cy="376996"/>
            </a:xfrm>
            <a:custGeom>
              <a:avLst/>
              <a:gdLst>
                <a:gd name="T0" fmla="*/ 72 w 200"/>
                <a:gd name="T1" fmla="*/ 149 h 150"/>
                <a:gd name="T2" fmla="*/ 51 w 200"/>
                <a:gd name="T3" fmla="*/ 140 h 150"/>
                <a:gd name="T4" fmla="*/ 43 w 200"/>
                <a:gd name="T5" fmla="*/ 139 h 150"/>
                <a:gd name="T6" fmla="*/ 25 w 200"/>
                <a:gd name="T7" fmla="*/ 118 h 150"/>
                <a:gd name="T8" fmla="*/ 13 w 200"/>
                <a:gd name="T9" fmla="*/ 102 h 150"/>
                <a:gd name="T10" fmla="*/ 14 w 200"/>
                <a:gd name="T11" fmla="*/ 85 h 150"/>
                <a:gd name="T12" fmla="*/ 17 w 200"/>
                <a:gd name="T13" fmla="*/ 63 h 150"/>
                <a:gd name="T14" fmla="*/ 21 w 200"/>
                <a:gd name="T15" fmla="*/ 58 h 150"/>
                <a:gd name="T16" fmla="*/ 26 w 200"/>
                <a:gd name="T17" fmla="*/ 45 h 150"/>
                <a:gd name="T18" fmla="*/ 32 w 200"/>
                <a:gd name="T19" fmla="*/ 37 h 150"/>
                <a:gd name="T20" fmla="*/ 42 w 200"/>
                <a:gd name="T21" fmla="*/ 27 h 150"/>
                <a:gd name="T22" fmla="*/ 43 w 200"/>
                <a:gd name="T23" fmla="*/ 26 h 150"/>
                <a:gd name="T24" fmla="*/ 43 w 200"/>
                <a:gd name="T25" fmla="*/ 26 h 150"/>
                <a:gd name="T26" fmla="*/ 43 w 200"/>
                <a:gd name="T27" fmla="*/ 26 h 150"/>
                <a:gd name="T28" fmla="*/ 43 w 200"/>
                <a:gd name="T29" fmla="*/ 26 h 150"/>
                <a:gd name="T30" fmla="*/ 45 w 200"/>
                <a:gd name="T31" fmla="*/ 16 h 150"/>
                <a:gd name="T32" fmla="*/ 56 w 200"/>
                <a:gd name="T33" fmla="*/ 6 h 150"/>
                <a:gd name="T34" fmla="*/ 62 w 200"/>
                <a:gd name="T35" fmla="*/ 3 h 150"/>
                <a:gd name="T36" fmla="*/ 65 w 200"/>
                <a:gd name="T37" fmla="*/ 0 h 150"/>
                <a:gd name="T38" fmla="*/ 65 w 200"/>
                <a:gd name="T39" fmla="*/ 0 h 150"/>
                <a:gd name="T40" fmla="*/ 84 w 200"/>
                <a:gd name="T41" fmla="*/ 8 h 150"/>
                <a:gd name="T42" fmla="*/ 84 w 200"/>
                <a:gd name="T43" fmla="*/ 8 h 150"/>
                <a:gd name="T44" fmla="*/ 84 w 200"/>
                <a:gd name="T45" fmla="*/ 8 h 150"/>
                <a:gd name="T46" fmla="*/ 84 w 200"/>
                <a:gd name="T47" fmla="*/ 8 h 150"/>
                <a:gd name="T48" fmla="*/ 96 w 200"/>
                <a:gd name="T49" fmla="*/ 11 h 150"/>
                <a:gd name="T50" fmla="*/ 107 w 200"/>
                <a:gd name="T51" fmla="*/ 18 h 150"/>
                <a:gd name="T52" fmla="*/ 116 w 200"/>
                <a:gd name="T53" fmla="*/ 31 h 150"/>
                <a:gd name="T54" fmla="*/ 120 w 200"/>
                <a:gd name="T55" fmla="*/ 32 h 150"/>
                <a:gd name="T56" fmla="*/ 122 w 200"/>
                <a:gd name="T57" fmla="*/ 44 h 150"/>
                <a:gd name="T58" fmla="*/ 127 w 200"/>
                <a:gd name="T59" fmla="*/ 49 h 150"/>
                <a:gd name="T60" fmla="*/ 133 w 200"/>
                <a:gd name="T61" fmla="*/ 55 h 150"/>
                <a:gd name="T62" fmla="*/ 133 w 200"/>
                <a:gd name="T63" fmla="*/ 56 h 150"/>
                <a:gd name="T64" fmla="*/ 143 w 200"/>
                <a:gd name="T65" fmla="*/ 69 h 150"/>
                <a:gd name="T66" fmla="*/ 168 w 200"/>
                <a:gd name="T67" fmla="*/ 85 h 150"/>
                <a:gd name="T68" fmla="*/ 200 w 200"/>
                <a:gd name="T69" fmla="*/ 92 h 150"/>
                <a:gd name="T70" fmla="*/ 200 w 200"/>
                <a:gd name="T71" fmla="*/ 92 h 150"/>
                <a:gd name="T72" fmla="*/ 185 w 200"/>
                <a:gd name="T73" fmla="*/ 113 h 150"/>
                <a:gd name="T74" fmla="*/ 163 w 200"/>
                <a:gd name="T75" fmla="*/ 129 h 150"/>
                <a:gd name="T76" fmla="*/ 149 w 200"/>
                <a:gd name="T77" fmla="*/ 134 h 150"/>
                <a:gd name="T78" fmla="*/ 136 w 200"/>
                <a:gd name="T79" fmla="*/ 141 h 150"/>
                <a:gd name="T80" fmla="*/ 127 w 200"/>
                <a:gd name="T81" fmla="*/ 145 h 150"/>
                <a:gd name="T82" fmla="*/ 102 w 200"/>
                <a:gd name="T83" fmla="*/ 141 h 150"/>
                <a:gd name="T84" fmla="*/ 97 w 200"/>
                <a:gd name="T85" fmla="*/ 143 h 150"/>
                <a:gd name="T86" fmla="*/ 90 w 200"/>
                <a:gd name="T87" fmla="*/ 149 h 150"/>
                <a:gd name="T88" fmla="*/ 81 w 200"/>
                <a:gd name="T89" fmla="*/ 15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00" h="150">
                  <a:moveTo>
                    <a:pt x="81" y="150"/>
                  </a:moveTo>
                  <a:lnTo>
                    <a:pt x="81" y="150"/>
                  </a:lnTo>
                  <a:lnTo>
                    <a:pt x="72" y="149"/>
                  </a:lnTo>
                  <a:lnTo>
                    <a:pt x="64" y="146"/>
                  </a:lnTo>
                  <a:lnTo>
                    <a:pt x="51" y="140"/>
                  </a:lnTo>
                  <a:lnTo>
                    <a:pt x="51" y="140"/>
                  </a:lnTo>
                  <a:lnTo>
                    <a:pt x="47" y="139"/>
                  </a:lnTo>
                  <a:lnTo>
                    <a:pt x="43" y="139"/>
                  </a:lnTo>
                  <a:lnTo>
                    <a:pt x="43" y="139"/>
                  </a:lnTo>
                  <a:lnTo>
                    <a:pt x="37" y="139"/>
                  </a:lnTo>
                  <a:lnTo>
                    <a:pt x="37" y="139"/>
                  </a:lnTo>
                  <a:lnTo>
                    <a:pt x="25" y="118"/>
                  </a:lnTo>
                  <a:lnTo>
                    <a:pt x="17" y="108"/>
                  </a:lnTo>
                  <a:lnTo>
                    <a:pt x="13" y="102"/>
                  </a:lnTo>
                  <a:lnTo>
                    <a:pt x="13" y="102"/>
                  </a:lnTo>
                  <a:lnTo>
                    <a:pt x="0" y="95"/>
                  </a:lnTo>
                  <a:lnTo>
                    <a:pt x="0" y="85"/>
                  </a:lnTo>
                  <a:lnTo>
                    <a:pt x="14" y="85"/>
                  </a:lnTo>
                  <a:lnTo>
                    <a:pt x="14" y="85"/>
                  </a:lnTo>
                  <a:lnTo>
                    <a:pt x="15" y="72"/>
                  </a:lnTo>
                  <a:lnTo>
                    <a:pt x="17" y="63"/>
                  </a:lnTo>
                  <a:lnTo>
                    <a:pt x="19" y="59"/>
                  </a:lnTo>
                  <a:lnTo>
                    <a:pt x="21" y="58"/>
                  </a:lnTo>
                  <a:lnTo>
                    <a:pt x="21" y="58"/>
                  </a:lnTo>
                  <a:lnTo>
                    <a:pt x="24" y="54"/>
                  </a:lnTo>
                  <a:lnTo>
                    <a:pt x="25" y="49"/>
                  </a:lnTo>
                  <a:lnTo>
                    <a:pt x="26" y="45"/>
                  </a:lnTo>
                  <a:lnTo>
                    <a:pt x="29" y="40"/>
                  </a:lnTo>
                  <a:lnTo>
                    <a:pt x="29" y="40"/>
                  </a:lnTo>
                  <a:lnTo>
                    <a:pt x="32" y="37"/>
                  </a:lnTo>
                  <a:lnTo>
                    <a:pt x="36" y="34"/>
                  </a:lnTo>
                  <a:lnTo>
                    <a:pt x="40" y="31"/>
                  </a:lnTo>
                  <a:lnTo>
                    <a:pt x="42" y="27"/>
                  </a:lnTo>
                  <a:lnTo>
                    <a:pt x="42" y="27"/>
                  </a:lnTo>
                  <a:lnTo>
                    <a:pt x="43" y="26"/>
                  </a:lnTo>
                  <a:lnTo>
                    <a:pt x="43" y="26"/>
                  </a:lnTo>
                  <a:lnTo>
                    <a:pt x="43" y="26"/>
                  </a:lnTo>
                  <a:lnTo>
                    <a:pt x="43" y="26"/>
                  </a:lnTo>
                  <a:lnTo>
                    <a:pt x="43" y="26"/>
                  </a:lnTo>
                  <a:lnTo>
                    <a:pt x="43" y="26"/>
                  </a:lnTo>
                  <a:lnTo>
                    <a:pt x="43" y="26"/>
                  </a:lnTo>
                  <a:lnTo>
                    <a:pt x="43" y="26"/>
                  </a:lnTo>
                  <a:lnTo>
                    <a:pt x="43" y="26"/>
                  </a:lnTo>
                  <a:lnTo>
                    <a:pt x="43" y="26"/>
                  </a:lnTo>
                  <a:lnTo>
                    <a:pt x="43" y="26"/>
                  </a:lnTo>
                  <a:lnTo>
                    <a:pt x="43" y="26"/>
                  </a:lnTo>
                  <a:lnTo>
                    <a:pt x="43" y="26"/>
                  </a:lnTo>
                  <a:lnTo>
                    <a:pt x="45" y="16"/>
                  </a:lnTo>
                  <a:lnTo>
                    <a:pt x="46" y="5"/>
                  </a:lnTo>
                  <a:lnTo>
                    <a:pt x="46" y="5"/>
                  </a:lnTo>
                  <a:lnTo>
                    <a:pt x="56" y="6"/>
                  </a:lnTo>
                  <a:lnTo>
                    <a:pt x="56" y="6"/>
                  </a:lnTo>
                  <a:lnTo>
                    <a:pt x="59" y="5"/>
                  </a:lnTo>
                  <a:lnTo>
                    <a:pt x="62" y="3"/>
                  </a:lnTo>
                  <a:lnTo>
                    <a:pt x="64" y="0"/>
                  </a:lnTo>
                  <a:lnTo>
                    <a:pt x="64" y="0"/>
                  </a:lnTo>
                  <a:lnTo>
                    <a:pt x="65" y="0"/>
                  </a:lnTo>
                  <a:lnTo>
                    <a:pt x="65" y="0"/>
                  </a:lnTo>
                  <a:lnTo>
                    <a:pt x="65" y="0"/>
                  </a:lnTo>
                  <a:lnTo>
                    <a:pt x="65" y="0"/>
                  </a:lnTo>
                  <a:lnTo>
                    <a:pt x="69" y="1"/>
                  </a:lnTo>
                  <a:lnTo>
                    <a:pt x="74" y="3"/>
                  </a:lnTo>
                  <a:lnTo>
                    <a:pt x="84" y="8"/>
                  </a:lnTo>
                  <a:lnTo>
                    <a:pt x="84" y="8"/>
                  </a:lnTo>
                  <a:lnTo>
                    <a:pt x="84" y="8"/>
                  </a:lnTo>
                  <a:lnTo>
                    <a:pt x="84" y="8"/>
                  </a:lnTo>
                  <a:lnTo>
                    <a:pt x="84" y="8"/>
                  </a:lnTo>
                  <a:lnTo>
                    <a:pt x="84" y="8"/>
                  </a:lnTo>
                  <a:lnTo>
                    <a:pt x="84" y="8"/>
                  </a:lnTo>
                  <a:lnTo>
                    <a:pt x="84" y="8"/>
                  </a:lnTo>
                  <a:lnTo>
                    <a:pt x="84" y="8"/>
                  </a:lnTo>
                  <a:lnTo>
                    <a:pt x="84" y="8"/>
                  </a:lnTo>
                  <a:lnTo>
                    <a:pt x="84" y="8"/>
                  </a:lnTo>
                  <a:lnTo>
                    <a:pt x="84" y="8"/>
                  </a:lnTo>
                  <a:lnTo>
                    <a:pt x="96" y="11"/>
                  </a:lnTo>
                  <a:lnTo>
                    <a:pt x="102" y="13"/>
                  </a:lnTo>
                  <a:lnTo>
                    <a:pt x="105" y="16"/>
                  </a:lnTo>
                  <a:lnTo>
                    <a:pt x="107" y="18"/>
                  </a:lnTo>
                  <a:lnTo>
                    <a:pt x="107" y="18"/>
                  </a:lnTo>
                  <a:lnTo>
                    <a:pt x="113" y="28"/>
                  </a:lnTo>
                  <a:lnTo>
                    <a:pt x="116" y="31"/>
                  </a:lnTo>
                  <a:lnTo>
                    <a:pt x="120" y="32"/>
                  </a:lnTo>
                  <a:lnTo>
                    <a:pt x="120" y="32"/>
                  </a:lnTo>
                  <a:lnTo>
                    <a:pt x="120" y="32"/>
                  </a:lnTo>
                  <a:lnTo>
                    <a:pt x="120" y="32"/>
                  </a:lnTo>
                  <a:lnTo>
                    <a:pt x="120" y="38"/>
                  </a:lnTo>
                  <a:lnTo>
                    <a:pt x="122" y="44"/>
                  </a:lnTo>
                  <a:lnTo>
                    <a:pt x="122" y="44"/>
                  </a:lnTo>
                  <a:lnTo>
                    <a:pt x="123" y="47"/>
                  </a:lnTo>
                  <a:lnTo>
                    <a:pt x="127" y="49"/>
                  </a:lnTo>
                  <a:lnTo>
                    <a:pt x="134" y="51"/>
                  </a:lnTo>
                  <a:lnTo>
                    <a:pt x="134" y="51"/>
                  </a:lnTo>
                  <a:lnTo>
                    <a:pt x="133" y="55"/>
                  </a:lnTo>
                  <a:lnTo>
                    <a:pt x="133" y="55"/>
                  </a:lnTo>
                  <a:lnTo>
                    <a:pt x="133" y="56"/>
                  </a:lnTo>
                  <a:lnTo>
                    <a:pt x="133" y="56"/>
                  </a:lnTo>
                  <a:lnTo>
                    <a:pt x="133" y="60"/>
                  </a:lnTo>
                  <a:lnTo>
                    <a:pt x="136" y="63"/>
                  </a:lnTo>
                  <a:lnTo>
                    <a:pt x="143" y="69"/>
                  </a:lnTo>
                  <a:lnTo>
                    <a:pt x="163" y="81"/>
                  </a:lnTo>
                  <a:lnTo>
                    <a:pt x="163" y="81"/>
                  </a:lnTo>
                  <a:lnTo>
                    <a:pt x="168" y="85"/>
                  </a:lnTo>
                  <a:lnTo>
                    <a:pt x="173" y="86"/>
                  </a:lnTo>
                  <a:lnTo>
                    <a:pt x="184" y="88"/>
                  </a:lnTo>
                  <a:lnTo>
                    <a:pt x="200" y="92"/>
                  </a:lnTo>
                  <a:lnTo>
                    <a:pt x="200" y="92"/>
                  </a:lnTo>
                  <a:lnTo>
                    <a:pt x="200" y="92"/>
                  </a:lnTo>
                  <a:lnTo>
                    <a:pt x="200" y="92"/>
                  </a:lnTo>
                  <a:lnTo>
                    <a:pt x="197" y="98"/>
                  </a:lnTo>
                  <a:lnTo>
                    <a:pt x="191" y="106"/>
                  </a:lnTo>
                  <a:lnTo>
                    <a:pt x="185" y="113"/>
                  </a:lnTo>
                  <a:lnTo>
                    <a:pt x="178" y="119"/>
                  </a:lnTo>
                  <a:lnTo>
                    <a:pt x="178" y="119"/>
                  </a:lnTo>
                  <a:lnTo>
                    <a:pt x="163" y="129"/>
                  </a:lnTo>
                  <a:lnTo>
                    <a:pt x="157" y="133"/>
                  </a:lnTo>
                  <a:lnTo>
                    <a:pt x="149" y="134"/>
                  </a:lnTo>
                  <a:lnTo>
                    <a:pt x="149" y="134"/>
                  </a:lnTo>
                  <a:lnTo>
                    <a:pt x="144" y="135"/>
                  </a:lnTo>
                  <a:lnTo>
                    <a:pt x="139" y="138"/>
                  </a:lnTo>
                  <a:lnTo>
                    <a:pt x="136" y="141"/>
                  </a:lnTo>
                  <a:lnTo>
                    <a:pt x="132" y="144"/>
                  </a:lnTo>
                  <a:lnTo>
                    <a:pt x="132" y="144"/>
                  </a:lnTo>
                  <a:lnTo>
                    <a:pt x="127" y="145"/>
                  </a:lnTo>
                  <a:lnTo>
                    <a:pt x="127" y="145"/>
                  </a:lnTo>
                  <a:lnTo>
                    <a:pt x="115" y="144"/>
                  </a:lnTo>
                  <a:lnTo>
                    <a:pt x="102" y="141"/>
                  </a:lnTo>
                  <a:lnTo>
                    <a:pt x="102" y="141"/>
                  </a:lnTo>
                  <a:lnTo>
                    <a:pt x="100" y="143"/>
                  </a:lnTo>
                  <a:lnTo>
                    <a:pt x="97" y="143"/>
                  </a:lnTo>
                  <a:lnTo>
                    <a:pt x="96" y="145"/>
                  </a:lnTo>
                  <a:lnTo>
                    <a:pt x="93" y="148"/>
                  </a:lnTo>
                  <a:lnTo>
                    <a:pt x="90" y="149"/>
                  </a:lnTo>
                  <a:lnTo>
                    <a:pt x="85" y="150"/>
                  </a:lnTo>
                  <a:lnTo>
                    <a:pt x="85" y="150"/>
                  </a:lnTo>
                  <a:lnTo>
                    <a:pt x="81" y="150"/>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57" name="Freeform 472"/>
            <p:cNvSpPr>
              <a:spLocks/>
            </p:cNvSpPr>
            <p:nvPr/>
          </p:nvSpPr>
          <p:spPr bwMode="gray">
            <a:xfrm>
              <a:off x="2160285" y="5077574"/>
              <a:ext cx="510696" cy="437316"/>
            </a:xfrm>
            <a:custGeom>
              <a:avLst/>
              <a:gdLst>
                <a:gd name="T0" fmla="*/ 47 w 206"/>
                <a:gd name="T1" fmla="*/ 170 h 174"/>
                <a:gd name="T2" fmla="*/ 47 w 206"/>
                <a:gd name="T3" fmla="*/ 169 h 174"/>
                <a:gd name="T4" fmla="*/ 42 w 206"/>
                <a:gd name="T5" fmla="*/ 167 h 174"/>
                <a:gd name="T6" fmla="*/ 37 w 206"/>
                <a:gd name="T7" fmla="*/ 168 h 174"/>
                <a:gd name="T8" fmla="*/ 37 w 206"/>
                <a:gd name="T9" fmla="*/ 169 h 174"/>
                <a:gd name="T10" fmla="*/ 32 w 206"/>
                <a:gd name="T11" fmla="*/ 165 h 174"/>
                <a:gd name="T12" fmla="*/ 26 w 206"/>
                <a:gd name="T13" fmla="*/ 153 h 174"/>
                <a:gd name="T14" fmla="*/ 11 w 206"/>
                <a:gd name="T15" fmla="*/ 143 h 174"/>
                <a:gd name="T16" fmla="*/ 0 w 206"/>
                <a:gd name="T17" fmla="*/ 122 h 174"/>
                <a:gd name="T18" fmla="*/ 19 w 206"/>
                <a:gd name="T19" fmla="*/ 120 h 174"/>
                <a:gd name="T20" fmla="*/ 61 w 206"/>
                <a:gd name="T21" fmla="*/ 99 h 174"/>
                <a:gd name="T22" fmla="*/ 62 w 206"/>
                <a:gd name="T23" fmla="*/ 69 h 174"/>
                <a:gd name="T24" fmla="*/ 90 w 206"/>
                <a:gd name="T25" fmla="*/ 65 h 174"/>
                <a:gd name="T26" fmla="*/ 90 w 206"/>
                <a:gd name="T27" fmla="*/ 65 h 174"/>
                <a:gd name="T28" fmla="*/ 90 w 206"/>
                <a:gd name="T29" fmla="*/ 65 h 174"/>
                <a:gd name="T30" fmla="*/ 90 w 206"/>
                <a:gd name="T31" fmla="*/ 65 h 174"/>
                <a:gd name="T32" fmla="*/ 154 w 206"/>
                <a:gd name="T33" fmla="*/ 0 h 174"/>
                <a:gd name="T34" fmla="*/ 197 w 206"/>
                <a:gd name="T35" fmla="*/ 24 h 174"/>
                <a:gd name="T36" fmla="*/ 206 w 206"/>
                <a:gd name="T37" fmla="*/ 49 h 174"/>
                <a:gd name="T38" fmla="*/ 197 w 206"/>
                <a:gd name="T39" fmla="*/ 65 h 174"/>
                <a:gd name="T40" fmla="*/ 196 w 206"/>
                <a:gd name="T41" fmla="*/ 72 h 174"/>
                <a:gd name="T42" fmla="*/ 197 w 206"/>
                <a:gd name="T43" fmla="*/ 114 h 174"/>
                <a:gd name="T44" fmla="*/ 186 w 206"/>
                <a:gd name="T45" fmla="*/ 137 h 174"/>
                <a:gd name="T46" fmla="*/ 189 w 206"/>
                <a:gd name="T47" fmla="*/ 143 h 174"/>
                <a:gd name="T48" fmla="*/ 174 w 206"/>
                <a:gd name="T49" fmla="*/ 151 h 174"/>
                <a:gd name="T50" fmla="*/ 174 w 206"/>
                <a:gd name="T51" fmla="*/ 151 h 174"/>
                <a:gd name="T52" fmla="*/ 160 w 206"/>
                <a:gd name="T53" fmla="*/ 153 h 174"/>
                <a:gd name="T54" fmla="*/ 157 w 206"/>
                <a:gd name="T55" fmla="*/ 153 h 174"/>
                <a:gd name="T56" fmla="*/ 157 w 206"/>
                <a:gd name="T57" fmla="*/ 152 h 174"/>
                <a:gd name="T58" fmla="*/ 155 w 206"/>
                <a:gd name="T59" fmla="*/ 152 h 174"/>
                <a:gd name="T60" fmla="*/ 146 w 206"/>
                <a:gd name="T61" fmla="*/ 151 h 174"/>
                <a:gd name="T62" fmla="*/ 141 w 206"/>
                <a:gd name="T63" fmla="*/ 152 h 174"/>
                <a:gd name="T64" fmla="*/ 141 w 206"/>
                <a:gd name="T65" fmla="*/ 152 h 174"/>
                <a:gd name="T66" fmla="*/ 141 w 206"/>
                <a:gd name="T67" fmla="*/ 152 h 174"/>
                <a:gd name="T68" fmla="*/ 125 w 206"/>
                <a:gd name="T69" fmla="*/ 156 h 174"/>
                <a:gd name="T70" fmla="*/ 116 w 206"/>
                <a:gd name="T71" fmla="*/ 153 h 174"/>
                <a:gd name="T72" fmla="*/ 115 w 206"/>
                <a:gd name="T73" fmla="*/ 153 h 174"/>
                <a:gd name="T74" fmla="*/ 105 w 206"/>
                <a:gd name="T75" fmla="*/ 149 h 174"/>
                <a:gd name="T76" fmla="*/ 101 w 206"/>
                <a:gd name="T77" fmla="*/ 149 h 174"/>
                <a:gd name="T78" fmla="*/ 101 w 206"/>
                <a:gd name="T79" fmla="*/ 149 h 174"/>
                <a:gd name="T80" fmla="*/ 101 w 206"/>
                <a:gd name="T81" fmla="*/ 149 h 174"/>
                <a:gd name="T82" fmla="*/ 101 w 206"/>
                <a:gd name="T83" fmla="*/ 151 h 174"/>
                <a:gd name="T84" fmla="*/ 100 w 206"/>
                <a:gd name="T85" fmla="*/ 151 h 174"/>
                <a:gd name="T86" fmla="*/ 99 w 206"/>
                <a:gd name="T87" fmla="*/ 151 h 174"/>
                <a:gd name="T88" fmla="*/ 99 w 206"/>
                <a:gd name="T89" fmla="*/ 152 h 174"/>
                <a:gd name="T90" fmla="*/ 98 w 206"/>
                <a:gd name="T91" fmla="*/ 152 h 174"/>
                <a:gd name="T92" fmla="*/ 96 w 206"/>
                <a:gd name="T93" fmla="*/ 152 h 174"/>
                <a:gd name="T94" fmla="*/ 94 w 206"/>
                <a:gd name="T95" fmla="*/ 153 h 174"/>
                <a:gd name="T96" fmla="*/ 93 w 206"/>
                <a:gd name="T97" fmla="*/ 153 h 174"/>
                <a:gd name="T98" fmla="*/ 91 w 206"/>
                <a:gd name="T99" fmla="*/ 153 h 174"/>
                <a:gd name="T100" fmla="*/ 89 w 206"/>
                <a:gd name="T101" fmla="*/ 153 h 174"/>
                <a:gd name="T102" fmla="*/ 89 w 206"/>
                <a:gd name="T103" fmla="*/ 152 h 174"/>
                <a:gd name="T104" fmla="*/ 77 w 206"/>
                <a:gd name="T105" fmla="*/ 146 h 174"/>
                <a:gd name="T106" fmla="*/ 75 w 206"/>
                <a:gd name="T107" fmla="*/ 146 h 174"/>
                <a:gd name="T108" fmla="*/ 64 w 206"/>
                <a:gd name="T109" fmla="*/ 148 h 174"/>
                <a:gd name="T110" fmla="*/ 56 w 206"/>
                <a:gd name="T111" fmla="*/ 154 h 174"/>
                <a:gd name="T112" fmla="*/ 56 w 206"/>
                <a:gd name="T113" fmla="*/ 174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06" h="174">
                  <a:moveTo>
                    <a:pt x="56" y="174"/>
                  </a:moveTo>
                  <a:lnTo>
                    <a:pt x="56" y="174"/>
                  </a:lnTo>
                  <a:lnTo>
                    <a:pt x="51" y="173"/>
                  </a:lnTo>
                  <a:lnTo>
                    <a:pt x="47" y="170"/>
                  </a:lnTo>
                  <a:lnTo>
                    <a:pt x="47" y="170"/>
                  </a:lnTo>
                  <a:lnTo>
                    <a:pt x="47" y="170"/>
                  </a:lnTo>
                  <a:lnTo>
                    <a:pt x="47" y="170"/>
                  </a:lnTo>
                  <a:lnTo>
                    <a:pt x="47" y="169"/>
                  </a:lnTo>
                  <a:lnTo>
                    <a:pt x="47" y="169"/>
                  </a:lnTo>
                  <a:lnTo>
                    <a:pt x="45" y="168"/>
                  </a:lnTo>
                  <a:lnTo>
                    <a:pt x="42" y="167"/>
                  </a:lnTo>
                  <a:lnTo>
                    <a:pt x="42" y="167"/>
                  </a:lnTo>
                  <a:lnTo>
                    <a:pt x="42" y="167"/>
                  </a:lnTo>
                  <a:lnTo>
                    <a:pt x="42" y="167"/>
                  </a:lnTo>
                  <a:lnTo>
                    <a:pt x="40" y="167"/>
                  </a:lnTo>
                  <a:lnTo>
                    <a:pt x="37" y="168"/>
                  </a:lnTo>
                  <a:lnTo>
                    <a:pt x="37" y="168"/>
                  </a:lnTo>
                  <a:lnTo>
                    <a:pt x="37" y="168"/>
                  </a:lnTo>
                  <a:lnTo>
                    <a:pt x="37" y="168"/>
                  </a:lnTo>
                  <a:lnTo>
                    <a:pt x="37" y="169"/>
                  </a:lnTo>
                  <a:lnTo>
                    <a:pt x="37" y="169"/>
                  </a:lnTo>
                  <a:lnTo>
                    <a:pt x="36" y="170"/>
                  </a:lnTo>
                  <a:lnTo>
                    <a:pt x="36" y="170"/>
                  </a:lnTo>
                  <a:lnTo>
                    <a:pt x="32" y="165"/>
                  </a:lnTo>
                  <a:lnTo>
                    <a:pt x="31" y="159"/>
                  </a:lnTo>
                  <a:lnTo>
                    <a:pt x="31" y="159"/>
                  </a:lnTo>
                  <a:lnTo>
                    <a:pt x="29" y="156"/>
                  </a:lnTo>
                  <a:lnTo>
                    <a:pt x="26" y="153"/>
                  </a:lnTo>
                  <a:lnTo>
                    <a:pt x="22" y="152"/>
                  </a:lnTo>
                  <a:lnTo>
                    <a:pt x="16" y="147"/>
                  </a:lnTo>
                  <a:lnTo>
                    <a:pt x="16" y="147"/>
                  </a:lnTo>
                  <a:lnTo>
                    <a:pt x="11" y="143"/>
                  </a:lnTo>
                  <a:lnTo>
                    <a:pt x="6" y="137"/>
                  </a:lnTo>
                  <a:lnTo>
                    <a:pt x="3" y="130"/>
                  </a:lnTo>
                  <a:lnTo>
                    <a:pt x="0" y="122"/>
                  </a:lnTo>
                  <a:lnTo>
                    <a:pt x="0" y="122"/>
                  </a:lnTo>
                  <a:lnTo>
                    <a:pt x="8" y="125"/>
                  </a:lnTo>
                  <a:lnTo>
                    <a:pt x="14" y="126"/>
                  </a:lnTo>
                  <a:lnTo>
                    <a:pt x="19" y="126"/>
                  </a:lnTo>
                  <a:lnTo>
                    <a:pt x="19" y="120"/>
                  </a:lnTo>
                  <a:lnTo>
                    <a:pt x="52" y="120"/>
                  </a:lnTo>
                  <a:lnTo>
                    <a:pt x="52" y="120"/>
                  </a:lnTo>
                  <a:lnTo>
                    <a:pt x="57" y="110"/>
                  </a:lnTo>
                  <a:lnTo>
                    <a:pt x="61" y="99"/>
                  </a:lnTo>
                  <a:lnTo>
                    <a:pt x="62" y="94"/>
                  </a:lnTo>
                  <a:lnTo>
                    <a:pt x="62" y="89"/>
                  </a:lnTo>
                  <a:lnTo>
                    <a:pt x="62" y="69"/>
                  </a:lnTo>
                  <a:lnTo>
                    <a:pt x="62" y="69"/>
                  </a:lnTo>
                  <a:lnTo>
                    <a:pt x="78" y="67"/>
                  </a:lnTo>
                  <a:lnTo>
                    <a:pt x="90" y="65"/>
                  </a:lnTo>
                  <a:lnTo>
                    <a:pt x="90" y="65"/>
                  </a:lnTo>
                  <a:lnTo>
                    <a:pt x="90" y="65"/>
                  </a:lnTo>
                  <a:lnTo>
                    <a:pt x="90" y="65"/>
                  </a:lnTo>
                  <a:lnTo>
                    <a:pt x="90" y="65"/>
                  </a:lnTo>
                  <a:lnTo>
                    <a:pt x="90" y="65"/>
                  </a:lnTo>
                  <a:lnTo>
                    <a:pt x="90" y="65"/>
                  </a:lnTo>
                  <a:lnTo>
                    <a:pt x="90" y="65"/>
                  </a:lnTo>
                  <a:lnTo>
                    <a:pt x="90" y="65"/>
                  </a:lnTo>
                  <a:lnTo>
                    <a:pt x="90" y="65"/>
                  </a:lnTo>
                  <a:lnTo>
                    <a:pt x="90" y="65"/>
                  </a:lnTo>
                  <a:lnTo>
                    <a:pt x="90" y="65"/>
                  </a:lnTo>
                  <a:lnTo>
                    <a:pt x="90" y="65"/>
                  </a:lnTo>
                  <a:lnTo>
                    <a:pt x="90" y="65"/>
                  </a:lnTo>
                  <a:lnTo>
                    <a:pt x="90" y="65"/>
                  </a:lnTo>
                  <a:lnTo>
                    <a:pt x="95" y="62"/>
                  </a:lnTo>
                  <a:lnTo>
                    <a:pt x="104" y="55"/>
                  </a:lnTo>
                  <a:lnTo>
                    <a:pt x="125" y="33"/>
                  </a:lnTo>
                  <a:lnTo>
                    <a:pt x="154" y="0"/>
                  </a:lnTo>
                  <a:lnTo>
                    <a:pt x="186" y="16"/>
                  </a:lnTo>
                  <a:lnTo>
                    <a:pt x="195" y="13"/>
                  </a:lnTo>
                  <a:lnTo>
                    <a:pt x="195" y="13"/>
                  </a:lnTo>
                  <a:lnTo>
                    <a:pt x="197" y="24"/>
                  </a:lnTo>
                  <a:lnTo>
                    <a:pt x="201" y="33"/>
                  </a:lnTo>
                  <a:lnTo>
                    <a:pt x="205" y="46"/>
                  </a:lnTo>
                  <a:lnTo>
                    <a:pt x="205" y="46"/>
                  </a:lnTo>
                  <a:lnTo>
                    <a:pt x="206" y="49"/>
                  </a:lnTo>
                  <a:lnTo>
                    <a:pt x="206" y="49"/>
                  </a:lnTo>
                  <a:lnTo>
                    <a:pt x="205" y="52"/>
                  </a:lnTo>
                  <a:lnTo>
                    <a:pt x="202" y="57"/>
                  </a:lnTo>
                  <a:lnTo>
                    <a:pt x="197" y="65"/>
                  </a:lnTo>
                  <a:lnTo>
                    <a:pt x="197" y="65"/>
                  </a:lnTo>
                  <a:lnTo>
                    <a:pt x="196" y="68"/>
                  </a:lnTo>
                  <a:lnTo>
                    <a:pt x="196" y="72"/>
                  </a:lnTo>
                  <a:lnTo>
                    <a:pt x="196" y="72"/>
                  </a:lnTo>
                  <a:lnTo>
                    <a:pt x="197" y="92"/>
                  </a:lnTo>
                  <a:lnTo>
                    <a:pt x="200" y="106"/>
                  </a:lnTo>
                  <a:lnTo>
                    <a:pt x="200" y="106"/>
                  </a:lnTo>
                  <a:lnTo>
                    <a:pt x="197" y="114"/>
                  </a:lnTo>
                  <a:lnTo>
                    <a:pt x="194" y="122"/>
                  </a:lnTo>
                  <a:lnTo>
                    <a:pt x="189" y="131"/>
                  </a:lnTo>
                  <a:lnTo>
                    <a:pt x="186" y="137"/>
                  </a:lnTo>
                  <a:lnTo>
                    <a:pt x="186" y="137"/>
                  </a:lnTo>
                  <a:lnTo>
                    <a:pt x="186" y="137"/>
                  </a:lnTo>
                  <a:lnTo>
                    <a:pt x="186" y="137"/>
                  </a:lnTo>
                  <a:lnTo>
                    <a:pt x="187" y="141"/>
                  </a:lnTo>
                  <a:lnTo>
                    <a:pt x="189" y="143"/>
                  </a:lnTo>
                  <a:lnTo>
                    <a:pt x="189" y="143"/>
                  </a:lnTo>
                  <a:lnTo>
                    <a:pt x="181" y="148"/>
                  </a:lnTo>
                  <a:lnTo>
                    <a:pt x="174" y="151"/>
                  </a:lnTo>
                  <a:lnTo>
                    <a:pt x="174" y="151"/>
                  </a:lnTo>
                  <a:lnTo>
                    <a:pt x="174" y="151"/>
                  </a:lnTo>
                  <a:lnTo>
                    <a:pt x="174" y="151"/>
                  </a:lnTo>
                  <a:lnTo>
                    <a:pt x="174" y="151"/>
                  </a:lnTo>
                  <a:lnTo>
                    <a:pt x="174" y="151"/>
                  </a:lnTo>
                  <a:lnTo>
                    <a:pt x="173" y="151"/>
                  </a:lnTo>
                  <a:lnTo>
                    <a:pt x="173" y="151"/>
                  </a:lnTo>
                  <a:lnTo>
                    <a:pt x="168" y="152"/>
                  </a:lnTo>
                  <a:lnTo>
                    <a:pt x="160" y="153"/>
                  </a:lnTo>
                  <a:lnTo>
                    <a:pt x="160" y="153"/>
                  </a:lnTo>
                  <a:lnTo>
                    <a:pt x="160" y="153"/>
                  </a:lnTo>
                  <a:lnTo>
                    <a:pt x="160" y="153"/>
                  </a:lnTo>
                  <a:lnTo>
                    <a:pt x="157" y="153"/>
                  </a:lnTo>
                  <a:lnTo>
                    <a:pt x="157" y="153"/>
                  </a:lnTo>
                  <a:lnTo>
                    <a:pt x="157" y="152"/>
                  </a:lnTo>
                  <a:lnTo>
                    <a:pt x="157" y="152"/>
                  </a:lnTo>
                  <a:lnTo>
                    <a:pt x="157" y="152"/>
                  </a:lnTo>
                  <a:lnTo>
                    <a:pt x="157" y="152"/>
                  </a:lnTo>
                  <a:lnTo>
                    <a:pt x="157" y="152"/>
                  </a:lnTo>
                  <a:lnTo>
                    <a:pt x="157" y="152"/>
                  </a:lnTo>
                  <a:lnTo>
                    <a:pt x="155" y="152"/>
                  </a:lnTo>
                  <a:lnTo>
                    <a:pt x="155" y="152"/>
                  </a:lnTo>
                  <a:lnTo>
                    <a:pt x="146" y="151"/>
                  </a:lnTo>
                  <a:lnTo>
                    <a:pt x="146" y="151"/>
                  </a:lnTo>
                  <a:lnTo>
                    <a:pt x="146" y="151"/>
                  </a:lnTo>
                  <a:lnTo>
                    <a:pt x="146" y="151"/>
                  </a:lnTo>
                  <a:lnTo>
                    <a:pt x="141" y="152"/>
                  </a:lnTo>
                  <a:lnTo>
                    <a:pt x="141" y="152"/>
                  </a:lnTo>
                  <a:lnTo>
                    <a:pt x="141" y="152"/>
                  </a:lnTo>
                  <a:lnTo>
                    <a:pt x="141" y="152"/>
                  </a:lnTo>
                  <a:lnTo>
                    <a:pt x="141" y="152"/>
                  </a:lnTo>
                  <a:lnTo>
                    <a:pt x="141" y="152"/>
                  </a:lnTo>
                  <a:lnTo>
                    <a:pt x="141" y="152"/>
                  </a:lnTo>
                  <a:lnTo>
                    <a:pt x="141" y="152"/>
                  </a:lnTo>
                  <a:lnTo>
                    <a:pt x="141" y="152"/>
                  </a:lnTo>
                  <a:lnTo>
                    <a:pt x="141" y="152"/>
                  </a:lnTo>
                  <a:lnTo>
                    <a:pt x="141" y="152"/>
                  </a:lnTo>
                  <a:lnTo>
                    <a:pt x="134" y="154"/>
                  </a:lnTo>
                  <a:lnTo>
                    <a:pt x="125" y="156"/>
                  </a:lnTo>
                  <a:lnTo>
                    <a:pt x="125" y="156"/>
                  </a:lnTo>
                  <a:lnTo>
                    <a:pt x="125" y="156"/>
                  </a:lnTo>
                  <a:lnTo>
                    <a:pt x="125" y="156"/>
                  </a:lnTo>
                  <a:lnTo>
                    <a:pt x="120" y="154"/>
                  </a:lnTo>
                  <a:lnTo>
                    <a:pt x="116" y="153"/>
                  </a:lnTo>
                  <a:lnTo>
                    <a:pt x="116" y="153"/>
                  </a:lnTo>
                  <a:lnTo>
                    <a:pt x="116" y="153"/>
                  </a:lnTo>
                  <a:lnTo>
                    <a:pt x="116" y="153"/>
                  </a:lnTo>
                  <a:lnTo>
                    <a:pt x="115" y="153"/>
                  </a:lnTo>
                  <a:lnTo>
                    <a:pt x="115" y="153"/>
                  </a:lnTo>
                  <a:lnTo>
                    <a:pt x="110" y="149"/>
                  </a:lnTo>
                  <a:lnTo>
                    <a:pt x="105" y="149"/>
                  </a:lnTo>
                  <a:lnTo>
                    <a:pt x="105" y="149"/>
                  </a:lnTo>
                  <a:lnTo>
                    <a:pt x="105" y="149"/>
                  </a:lnTo>
                  <a:lnTo>
                    <a:pt x="105" y="149"/>
                  </a:lnTo>
                  <a:lnTo>
                    <a:pt x="102" y="149"/>
                  </a:lnTo>
                  <a:lnTo>
                    <a:pt x="102" y="149"/>
                  </a:lnTo>
                  <a:lnTo>
                    <a:pt x="101" y="149"/>
                  </a:lnTo>
                  <a:lnTo>
                    <a:pt x="101" y="149"/>
                  </a:lnTo>
                  <a:lnTo>
                    <a:pt x="101" y="149"/>
                  </a:lnTo>
                  <a:lnTo>
                    <a:pt x="101" y="149"/>
                  </a:lnTo>
                  <a:lnTo>
                    <a:pt x="101" y="149"/>
                  </a:lnTo>
                  <a:lnTo>
                    <a:pt x="101" y="149"/>
                  </a:lnTo>
                  <a:lnTo>
                    <a:pt x="101" y="149"/>
                  </a:lnTo>
                  <a:lnTo>
                    <a:pt x="101" y="149"/>
                  </a:lnTo>
                  <a:lnTo>
                    <a:pt x="101" y="149"/>
                  </a:lnTo>
                  <a:lnTo>
                    <a:pt x="101" y="149"/>
                  </a:lnTo>
                  <a:lnTo>
                    <a:pt x="101" y="151"/>
                  </a:lnTo>
                  <a:lnTo>
                    <a:pt x="101" y="151"/>
                  </a:lnTo>
                  <a:lnTo>
                    <a:pt x="101" y="151"/>
                  </a:lnTo>
                  <a:lnTo>
                    <a:pt x="101" y="151"/>
                  </a:lnTo>
                  <a:lnTo>
                    <a:pt x="101" y="151"/>
                  </a:lnTo>
                  <a:lnTo>
                    <a:pt x="101" y="151"/>
                  </a:lnTo>
                  <a:lnTo>
                    <a:pt x="100" y="151"/>
                  </a:lnTo>
                  <a:lnTo>
                    <a:pt x="100" y="151"/>
                  </a:lnTo>
                  <a:lnTo>
                    <a:pt x="100" y="151"/>
                  </a:lnTo>
                  <a:lnTo>
                    <a:pt x="100" y="151"/>
                  </a:lnTo>
                  <a:lnTo>
                    <a:pt x="99" y="151"/>
                  </a:lnTo>
                  <a:lnTo>
                    <a:pt x="99" y="151"/>
                  </a:lnTo>
                  <a:lnTo>
                    <a:pt x="99" y="151"/>
                  </a:lnTo>
                  <a:lnTo>
                    <a:pt x="99" y="151"/>
                  </a:lnTo>
                  <a:lnTo>
                    <a:pt x="99" y="152"/>
                  </a:lnTo>
                  <a:lnTo>
                    <a:pt x="99" y="152"/>
                  </a:lnTo>
                  <a:lnTo>
                    <a:pt x="99" y="152"/>
                  </a:lnTo>
                  <a:lnTo>
                    <a:pt x="99" y="152"/>
                  </a:lnTo>
                  <a:lnTo>
                    <a:pt x="98" y="152"/>
                  </a:lnTo>
                  <a:lnTo>
                    <a:pt x="98" y="152"/>
                  </a:lnTo>
                  <a:lnTo>
                    <a:pt x="98" y="152"/>
                  </a:lnTo>
                  <a:lnTo>
                    <a:pt x="98" y="152"/>
                  </a:lnTo>
                  <a:lnTo>
                    <a:pt x="96" y="152"/>
                  </a:lnTo>
                  <a:lnTo>
                    <a:pt x="96" y="152"/>
                  </a:lnTo>
                  <a:lnTo>
                    <a:pt x="94" y="153"/>
                  </a:lnTo>
                  <a:lnTo>
                    <a:pt x="94" y="153"/>
                  </a:lnTo>
                  <a:lnTo>
                    <a:pt x="94" y="153"/>
                  </a:lnTo>
                  <a:lnTo>
                    <a:pt x="94" y="153"/>
                  </a:lnTo>
                  <a:lnTo>
                    <a:pt x="93" y="153"/>
                  </a:lnTo>
                  <a:lnTo>
                    <a:pt x="93" y="153"/>
                  </a:lnTo>
                  <a:lnTo>
                    <a:pt x="93" y="153"/>
                  </a:lnTo>
                  <a:lnTo>
                    <a:pt x="93" y="153"/>
                  </a:lnTo>
                  <a:lnTo>
                    <a:pt x="93" y="153"/>
                  </a:lnTo>
                  <a:lnTo>
                    <a:pt x="93" y="153"/>
                  </a:lnTo>
                  <a:lnTo>
                    <a:pt x="91" y="153"/>
                  </a:lnTo>
                  <a:lnTo>
                    <a:pt x="91" y="153"/>
                  </a:lnTo>
                  <a:lnTo>
                    <a:pt x="91" y="153"/>
                  </a:lnTo>
                  <a:lnTo>
                    <a:pt x="89" y="153"/>
                  </a:lnTo>
                  <a:lnTo>
                    <a:pt x="89" y="153"/>
                  </a:lnTo>
                  <a:lnTo>
                    <a:pt x="89" y="153"/>
                  </a:lnTo>
                  <a:lnTo>
                    <a:pt x="89" y="153"/>
                  </a:lnTo>
                  <a:lnTo>
                    <a:pt x="89" y="152"/>
                  </a:lnTo>
                  <a:lnTo>
                    <a:pt x="89" y="152"/>
                  </a:lnTo>
                  <a:lnTo>
                    <a:pt x="84" y="148"/>
                  </a:lnTo>
                  <a:lnTo>
                    <a:pt x="80" y="146"/>
                  </a:lnTo>
                  <a:lnTo>
                    <a:pt x="77" y="146"/>
                  </a:lnTo>
                  <a:lnTo>
                    <a:pt x="77" y="146"/>
                  </a:lnTo>
                  <a:lnTo>
                    <a:pt x="77" y="146"/>
                  </a:lnTo>
                  <a:lnTo>
                    <a:pt x="77" y="146"/>
                  </a:lnTo>
                  <a:lnTo>
                    <a:pt x="77" y="146"/>
                  </a:lnTo>
                  <a:lnTo>
                    <a:pt x="75" y="146"/>
                  </a:lnTo>
                  <a:lnTo>
                    <a:pt x="75" y="146"/>
                  </a:lnTo>
                  <a:lnTo>
                    <a:pt x="75" y="146"/>
                  </a:lnTo>
                  <a:lnTo>
                    <a:pt x="75" y="146"/>
                  </a:lnTo>
                  <a:lnTo>
                    <a:pt x="64" y="148"/>
                  </a:lnTo>
                  <a:lnTo>
                    <a:pt x="58" y="151"/>
                  </a:lnTo>
                  <a:lnTo>
                    <a:pt x="57" y="152"/>
                  </a:lnTo>
                  <a:lnTo>
                    <a:pt x="56" y="154"/>
                  </a:lnTo>
                  <a:lnTo>
                    <a:pt x="56" y="154"/>
                  </a:lnTo>
                  <a:lnTo>
                    <a:pt x="56" y="157"/>
                  </a:lnTo>
                  <a:lnTo>
                    <a:pt x="56" y="157"/>
                  </a:lnTo>
                  <a:lnTo>
                    <a:pt x="54" y="164"/>
                  </a:lnTo>
                  <a:lnTo>
                    <a:pt x="56" y="174"/>
                  </a:ln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264" name="Freeform 146"/>
            <p:cNvSpPr>
              <a:spLocks/>
            </p:cNvSpPr>
            <p:nvPr/>
          </p:nvSpPr>
          <p:spPr bwMode="gray">
            <a:xfrm>
              <a:off x="2980531" y="5495548"/>
              <a:ext cx="406575" cy="289399"/>
            </a:xfrm>
            <a:custGeom>
              <a:avLst/>
              <a:gdLst/>
              <a:ahLst/>
              <a:cxnLst/>
              <a:rect l="l" t="t" r="r" b="b"/>
              <a:pathLst>
                <a:path w="320231" h="227939">
                  <a:moveTo>
                    <a:pt x="255965" y="0"/>
                  </a:moveTo>
                  <a:lnTo>
                    <a:pt x="252708" y="17259"/>
                  </a:lnTo>
                  <a:cubicBezTo>
                    <a:pt x="252950" y="14148"/>
                    <a:pt x="261479" y="42131"/>
                    <a:pt x="262994" y="42986"/>
                  </a:cubicBezTo>
                  <a:cubicBezTo>
                    <a:pt x="264313" y="37059"/>
                    <a:pt x="279872" y="59648"/>
                    <a:pt x="281185" y="53725"/>
                  </a:cubicBezTo>
                  <a:lnTo>
                    <a:pt x="281179" y="53738"/>
                  </a:lnTo>
                  <a:lnTo>
                    <a:pt x="277273" y="71554"/>
                  </a:lnTo>
                  <a:lnTo>
                    <a:pt x="275321" y="97288"/>
                  </a:lnTo>
                  <a:lnTo>
                    <a:pt x="247984" y="97288"/>
                  </a:lnTo>
                  <a:lnTo>
                    <a:pt x="247984" y="117084"/>
                  </a:lnTo>
                  <a:lnTo>
                    <a:pt x="273368" y="130941"/>
                  </a:lnTo>
                  <a:lnTo>
                    <a:pt x="281179" y="142818"/>
                  </a:lnTo>
                  <a:lnTo>
                    <a:pt x="296800" y="162614"/>
                  </a:lnTo>
                  <a:lnTo>
                    <a:pt x="320231" y="204185"/>
                  </a:lnTo>
                  <a:lnTo>
                    <a:pt x="306563" y="206164"/>
                  </a:lnTo>
                  <a:lnTo>
                    <a:pt x="279226" y="214082"/>
                  </a:lnTo>
                  <a:lnTo>
                    <a:pt x="265558" y="218041"/>
                  </a:lnTo>
                  <a:lnTo>
                    <a:pt x="253842" y="223980"/>
                  </a:lnTo>
                  <a:lnTo>
                    <a:pt x="247984" y="225960"/>
                  </a:lnTo>
                  <a:lnTo>
                    <a:pt x="238221" y="227939"/>
                  </a:lnTo>
                  <a:lnTo>
                    <a:pt x="214789" y="227939"/>
                  </a:lnTo>
                  <a:lnTo>
                    <a:pt x="187452" y="225960"/>
                  </a:lnTo>
                  <a:lnTo>
                    <a:pt x="179642" y="225960"/>
                  </a:lnTo>
                  <a:lnTo>
                    <a:pt x="173784" y="222001"/>
                  </a:lnTo>
                  <a:lnTo>
                    <a:pt x="169879" y="214082"/>
                  </a:lnTo>
                  <a:lnTo>
                    <a:pt x="162068" y="206164"/>
                  </a:lnTo>
                  <a:lnTo>
                    <a:pt x="156210" y="204185"/>
                  </a:lnTo>
                  <a:lnTo>
                    <a:pt x="152305" y="204185"/>
                  </a:lnTo>
                  <a:lnTo>
                    <a:pt x="142542" y="206164"/>
                  </a:lnTo>
                  <a:lnTo>
                    <a:pt x="128874" y="216062"/>
                  </a:lnTo>
                  <a:lnTo>
                    <a:pt x="123016" y="216062"/>
                  </a:lnTo>
                  <a:lnTo>
                    <a:pt x="119111" y="216062"/>
                  </a:lnTo>
                  <a:lnTo>
                    <a:pt x="109347" y="206164"/>
                  </a:lnTo>
                  <a:lnTo>
                    <a:pt x="91774" y="198246"/>
                  </a:lnTo>
                  <a:lnTo>
                    <a:pt x="91774" y="186369"/>
                  </a:lnTo>
                  <a:lnTo>
                    <a:pt x="89821" y="180430"/>
                  </a:lnTo>
                  <a:lnTo>
                    <a:pt x="85916" y="172512"/>
                  </a:lnTo>
                  <a:lnTo>
                    <a:pt x="78105" y="166573"/>
                  </a:lnTo>
                  <a:lnTo>
                    <a:pt x="72247" y="164593"/>
                  </a:lnTo>
                  <a:lnTo>
                    <a:pt x="68342" y="154696"/>
                  </a:lnTo>
                  <a:lnTo>
                    <a:pt x="60532" y="140839"/>
                  </a:lnTo>
                  <a:lnTo>
                    <a:pt x="46863" y="121043"/>
                  </a:lnTo>
                  <a:lnTo>
                    <a:pt x="31242" y="103227"/>
                  </a:lnTo>
                  <a:lnTo>
                    <a:pt x="25384" y="99268"/>
                  </a:lnTo>
                  <a:lnTo>
                    <a:pt x="19527" y="97288"/>
                  </a:lnTo>
                  <a:lnTo>
                    <a:pt x="9763" y="99268"/>
                  </a:lnTo>
                  <a:lnTo>
                    <a:pt x="5858" y="101247"/>
                  </a:lnTo>
                  <a:lnTo>
                    <a:pt x="3906" y="101247"/>
                  </a:lnTo>
                  <a:lnTo>
                    <a:pt x="0" y="97288"/>
                  </a:lnTo>
                  <a:lnTo>
                    <a:pt x="3906" y="87390"/>
                  </a:lnTo>
                  <a:lnTo>
                    <a:pt x="7811" y="77493"/>
                  </a:lnTo>
                  <a:lnTo>
                    <a:pt x="9763" y="69574"/>
                  </a:lnTo>
                  <a:lnTo>
                    <a:pt x="9766" y="69568"/>
                  </a:lnTo>
                  <a:cubicBezTo>
                    <a:pt x="9127" y="72190"/>
                    <a:pt x="32259" y="65341"/>
                    <a:pt x="31622" y="67964"/>
                  </a:cubicBezTo>
                  <a:lnTo>
                    <a:pt x="44305" y="50596"/>
                  </a:lnTo>
                  <a:lnTo>
                    <a:pt x="58322" y="42863"/>
                  </a:lnTo>
                  <a:lnTo>
                    <a:pt x="67848" y="59532"/>
                  </a:lnTo>
                  <a:lnTo>
                    <a:pt x="82135" y="73820"/>
                  </a:lnTo>
                  <a:lnTo>
                    <a:pt x="101185" y="71437"/>
                  </a:lnTo>
                  <a:lnTo>
                    <a:pt x="113091" y="64294"/>
                  </a:lnTo>
                  <a:lnTo>
                    <a:pt x="124997" y="73819"/>
                  </a:lnTo>
                  <a:lnTo>
                    <a:pt x="146429" y="71437"/>
                  </a:lnTo>
                  <a:lnTo>
                    <a:pt x="163097" y="61912"/>
                  </a:lnTo>
                  <a:lnTo>
                    <a:pt x="177385" y="54768"/>
                  </a:lnTo>
                  <a:lnTo>
                    <a:pt x="203578" y="71437"/>
                  </a:lnTo>
                  <a:lnTo>
                    <a:pt x="229772" y="35719"/>
                  </a:lnTo>
                  <a:lnTo>
                    <a:pt x="227392" y="7144"/>
                  </a:lnTo>
                  <a:cubicBezTo>
                    <a:pt x="236916" y="14288"/>
                    <a:pt x="246441" y="2381"/>
                    <a:pt x="255965" y="0"/>
                  </a:cubicBezTo>
                  <a:close/>
                </a:path>
              </a:pathLst>
            </a:custGeom>
            <a:grpFill/>
            <a:ln w="3175">
              <a:solidFill>
                <a:schemeClr val="bg1"/>
              </a:solidFill>
              <a:round/>
              <a:headEnd/>
              <a:tailEnd/>
            </a:ln>
          </p:spPr>
          <p:txBody>
            <a:bodyPr vert="horz" wrap="none" lIns="0" tIns="0" rIns="0" bIns="0" numCol="1" anchor="ctr" anchorCtr="0" compatLnSpc="1">
              <a:prstTxWarp prst="textNoShape">
                <a:avLst/>
              </a:prstTxWarp>
            </a:bodyPr>
            <a:lstStyle/>
            <a:p>
              <a:pPr algn="ctr"/>
              <a:endParaRPr lang="en-US" sz="1200"/>
            </a:p>
          </p:txBody>
        </p:sp>
        <p:sp>
          <p:nvSpPr>
            <p:cNvPr id="395" name="Freeform 700"/>
            <p:cNvSpPr>
              <a:spLocks/>
            </p:cNvSpPr>
            <p:nvPr/>
          </p:nvSpPr>
          <p:spPr bwMode="gray">
            <a:xfrm>
              <a:off x="4321043" y="4728466"/>
              <a:ext cx="236644" cy="200494"/>
            </a:xfrm>
            <a:custGeom>
              <a:avLst/>
              <a:gdLst>
                <a:gd name="T0" fmla="*/ 139 w 140"/>
                <a:gd name="T1" fmla="*/ 27 h 117"/>
                <a:gd name="T2" fmla="*/ 134 w 140"/>
                <a:gd name="T3" fmla="*/ 24 h 117"/>
                <a:gd name="T4" fmla="*/ 135 w 140"/>
                <a:gd name="T5" fmla="*/ 22 h 117"/>
                <a:gd name="T6" fmla="*/ 132 w 140"/>
                <a:gd name="T7" fmla="*/ 18 h 117"/>
                <a:gd name="T8" fmla="*/ 128 w 140"/>
                <a:gd name="T9" fmla="*/ 23 h 117"/>
                <a:gd name="T10" fmla="*/ 121 w 140"/>
                <a:gd name="T11" fmla="*/ 22 h 117"/>
                <a:gd name="T12" fmla="*/ 113 w 140"/>
                <a:gd name="T13" fmla="*/ 21 h 117"/>
                <a:gd name="T14" fmla="*/ 95 w 140"/>
                <a:gd name="T15" fmla="*/ 12 h 117"/>
                <a:gd name="T16" fmla="*/ 89 w 140"/>
                <a:gd name="T17" fmla="*/ 19 h 117"/>
                <a:gd name="T18" fmla="*/ 83 w 140"/>
                <a:gd name="T19" fmla="*/ 21 h 117"/>
                <a:gd name="T20" fmla="*/ 71 w 140"/>
                <a:gd name="T21" fmla="*/ 19 h 117"/>
                <a:gd name="T22" fmla="*/ 69 w 140"/>
                <a:gd name="T23" fmla="*/ 21 h 117"/>
                <a:gd name="T24" fmla="*/ 75 w 140"/>
                <a:gd name="T25" fmla="*/ 25 h 117"/>
                <a:gd name="T26" fmla="*/ 74 w 140"/>
                <a:gd name="T27" fmla="*/ 29 h 117"/>
                <a:gd name="T28" fmla="*/ 73 w 140"/>
                <a:gd name="T29" fmla="*/ 33 h 117"/>
                <a:gd name="T30" fmla="*/ 63 w 140"/>
                <a:gd name="T31" fmla="*/ 38 h 117"/>
                <a:gd name="T32" fmla="*/ 60 w 140"/>
                <a:gd name="T33" fmla="*/ 34 h 117"/>
                <a:gd name="T34" fmla="*/ 62 w 140"/>
                <a:gd name="T35" fmla="*/ 32 h 117"/>
                <a:gd name="T36" fmla="*/ 49 w 140"/>
                <a:gd name="T37" fmla="*/ 24 h 117"/>
                <a:gd name="T38" fmla="*/ 48 w 140"/>
                <a:gd name="T39" fmla="*/ 22 h 117"/>
                <a:gd name="T40" fmla="*/ 49 w 140"/>
                <a:gd name="T41" fmla="*/ 14 h 117"/>
                <a:gd name="T42" fmla="*/ 44 w 140"/>
                <a:gd name="T43" fmla="*/ 8 h 117"/>
                <a:gd name="T44" fmla="*/ 20 w 140"/>
                <a:gd name="T45" fmla="*/ 1 h 117"/>
                <a:gd name="T46" fmla="*/ 15 w 140"/>
                <a:gd name="T47" fmla="*/ 2 h 117"/>
                <a:gd name="T48" fmla="*/ 10 w 140"/>
                <a:gd name="T49" fmla="*/ 3 h 117"/>
                <a:gd name="T50" fmla="*/ 0 w 140"/>
                <a:gd name="T51" fmla="*/ 0 h 117"/>
                <a:gd name="T52" fmla="*/ 0 w 140"/>
                <a:gd name="T53" fmla="*/ 6 h 117"/>
                <a:gd name="T54" fmla="*/ 5 w 140"/>
                <a:gd name="T55" fmla="*/ 6 h 117"/>
                <a:gd name="T56" fmla="*/ 7 w 140"/>
                <a:gd name="T57" fmla="*/ 7 h 117"/>
                <a:gd name="T58" fmla="*/ 14 w 140"/>
                <a:gd name="T59" fmla="*/ 16 h 117"/>
                <a:gd name="T60" fmla="*/ 27 w 140"/>
                <a:gd name="T61" fmla="*/ 22 h 117"/>
                <a:gd name="T62" fmla="*/ 38 w 140"/>
                <a:gd name="T63" fmla="*/ 23 h 117"/>
                <a:gd name="T64" fmla="*/ 31 w 140"/>
                <a:gd name="T65" fmla="*/ 30 h 117"/>
                <a:gd name="T66" fmla="*/ 21 w 140"/>
                <a:gd name="T67" fmla="*/ 32 h 117"/>
                <a:gd name="T68" fmla="*/ 22 w 140"/>
                <a:gd name="T69" fmla="*/ 33 h 117"/>
                <a:gd name="T70" fmla="*/ 35 w 140"/>
                <a:gd name="T71" fmla="*/ 41 h 117"/>
                <a:gd name="T72" fmla="*/ 31 w 140"/>
                <a:gd name="T73" fmla="*/ 43 h 117"/>
                <a:gd name="T74" fmla="*/ 31 w 140"/>
                <a:gd name="T75" fmla="*/ 49 h 117"/>
                <a:gd name="T76" fmla="*/ 37 w 140"/>
                <a:gd name="T77" fmla="*/ 48 h 117"/>
                <a:gd name="T78" fmla="*/ 41 w 140"/>
                <a:gd name="T79" fmla="*/ 44 h 117"/>
                <a:gd name="T80" fmla="*/ 42 w 140"/>
                <a:gd name="T81" fmla="*/ 39 h 117"/>
                <a:gd name="T82" fmla="*/ 47 w 140"/>
                <a:gd name="T83" fmla="*/ 44 h 117"/>
                <a:gd name="T84" fmla="*/ 64 w 140"/>
                <a:gd name="T85" fmla="*/ 51 h 117"/>
                <a:gd name="T86" fmla="*/ 76 w 140"/>
                <a:gd name="T87" fmla="*/ 56 h 117"/>
                <a:gd name="T88" fmla="*/ 91 w 140"/>
                <a:gd name="T89" fmla="*/ 65 h 117"/>
                <a:gd name="T90" fmla="*/ 102 w 140"/>
                <a:gd name="T91" fmla="*/ 71 h 117"/>
                <a:gd name="T92" fmla="*/ 115 w 140"/>
                <a:gd name="T93" fmla="*/ 88 h 117"/>
                <a:gd name="T94" fmla="*/ 118 w 140"/>
                <a:gd name="T95" fmla="*/ 97 h 117"/>
                <a:gd name="T96" fmla="*/ 108 w 140"/>
                <a:gd name="T97" fmla="*/ 94 h 117"/>
                <a:gd name="T98" fmla="*/ 100 w 140"/>
                <a:gd name="T99" fmla="*/ 103 h 117"/>
                <a:gd name="T100" fmla="*/ 99 w 140"/>
                <a:gd name="T101" fmla="*/ 108 h 117"/>
                <a:gd name="T102" fmla="*/ 106 w 140"/>
                <a:gd name="T103" fmla="*/ 106 h 117"/>
                <a:gd name="T104" fmla="*/ 113 w 140"/>
                <a:gd name="T105" fmla="*/ 103 h 117"/>
                <a:gd name="T106" fmla="*/ 118 w 140"/>
                <a:gd name="T107" fmla="*/ 107 h 117"/>
                <a:gd name="T108" fmla="*/ 124 w 140"/>
                <a:gd name="T109" fmla="*/ 102 h 117"/>
                <a:gd name="T110" fmla="*/ 129 w 140"/>
                <a:gd name="T111" fmla="*/ 103 h 117"/>
                <a:gd name="T112" fmla="*/ 132 w 140"/>
                <a:gd name="T113" fmla="*/ 107 h 117"/>
                <a:gd name="T114" fmla="*/ 140 w 140"/>
                <a:gd name="T115" fmla="*/ 94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40" h="117">
                  <a:moveTo>
                    <a:pt x="138" y="85"/>
                  </a:moveTo>
                  <a:lnTo>
                    <a:pt x="139" y="75"/>
                  </a:lnTo>
                  <a:lnTo>
                    <a:pt x="139" y="27"/>
                  </a:lnTo>
                  <a:lnTo>
                    <a:pt x="139" y="27"/>
                  </a:lnTo>
                  <a:lnTo>
                    <a:pt x="135" y="25"/>
                  </a:lnTo>
                  <a:lnTo>
                    <a:pt x="134" y="24"/>
                  </a:lnTo>
                  <a:lnTo>
                    <a:pt x="134" y="24"/>
                  </a:lnTo>
                  <a:lnTo>
                    <a:pt x="134" y="24"/>
                  </a:lnTo>
                  <a:lnTo>
                    <a:pt x="135" y="22"/>
                  </a:lnTo>
                  <a:lnTo>
                    <a:pt x="134" y="21"/>
                  </a:lnTo>
                  <a:lnTo>
                    <a:pt x="133" y="18"/>
                  </a:lnTo>
                  <a:lnTo>
                    <a:pt x="132" y="18"/>
                  </a:lnTo>
                  <a:lnTo>
                    <a:pt x="132" y="18"/>
                  </a:lnTo>
                  <a:lnTo>
                    <a:pt x="129" y="22"/>
                  </a:lnTo>
                  <a:lnTo>
                    <a:pt x="128" y="23"/>
                  </a:lnTo>
                  <a:lnTo>
                    <a:pt x="126" y="24"/>
                  </a:lnTo>
                  <a:lnTo>
                    <a:pt x="126" y="24"/>
                  </a:lnTo>
                  <a:lnTo>
                    <a:pt x="121" y="22"/>
                  </a:lnTo>
                  <a:lnTo>
                    <a:pt x="117" y="21"/>
                  </a:lnTo>
                  <a:lnTo>
                    <a:pt x="113" y="21"/>
                  </a:lnTo>
                  <a:lnTo>
                    <a:pt x="113" y="21"/>
                  </a:lnTo>
                  <a:lnTo>
                    <a:pt x="108" y="18"/>
                  </a:lnTo>
                  <a:lnTo>
                    <a:pt x="102" y="16"/>
                  </a:lnTo>
                  <a:lnTo>
                    <a:pt x="95" y="12"/>
                  </a:lnTo>
                  <a:lnTo>
                    <a:pt x="95" y="12"/>
                  </a:lnTo>
                  <a:lnTo>
                    <a:pt x="91" y="17"/>
                  </a:lnTo>
                  <a:lnTo>
                    <a:pt x="89" y="19"/>
                  </a:lnTo>
                  <a:lnTo>
                    <a:pt x="86" y="21"/>
                  </a:lnTo>
                  <a:lnTo>
                    <a:pt x="86" y="21"/>
                  </a:lnTo>
                  <a:lnTo>
                    <a:pt x="83" y="21"/>
                  </a:lnTo>
                  <a:lnTo>
                    <a:pt x="78" y="19"/>
                  </a:lnTo>
                  <a:lnTo>
                    <a:pt x="78" y="19"/>
                  </a:lnTo>
                  <a:lnTo>
                    <a:pt x="71" y="19"/>
                  </a:lnTo>
                  <a:lnTo>
                    <a:pt x="69" y="21"/>
                  </a:lnTo>
                  <a:lnTo>
                    <a:pt x="69" y="21"/>
                  </a:lnTo>
                  <a:lnTo>
                    <a:pt x="69" y="21"/>
                  </a:lnTo>
                  <a:lnTo>
                    <a:pt x="74" y="23"/>
                  </a:lnTo>
                  <a:lnTo>
                    <a:pt x="75" y="24"/>
                  </a:lnTo>
                  <a:lnTo>
                    <a:pt x="75" y="25"/>
                  </a:lnTo>
                  <a:lnTo>
                    <a:pt x="75" y="25"/>
                  </a:lnTo>
                  <a:lnTo>
                    <a:pt x="74" y="27"/>
                  </a:lnTo>
                  <a:lnTo>
                    <a:pt x="74" y="29"/>
                  </a:lnTo>
                  <a:lnTo>
                    <a:pt x="74" y="32"/>
                  </a:lnTo>
                  <a:lnTo>
                    <a:pt x="73" y="33"/>
                  </a:lnTo>
                  <a:lnTo>
                    <a:pt x="73" y="33"/>
                  </a:lnTo>
                  <a:lnTo>
                    <a:pt x="68" y="37"/>
                  </a:lnTo>
                  <a:lnTo>
                    <a:pt x="65" y="38"/>
                  </a:lnTo>
                  <a:lnTo>
                    <a:pt x="63" y="38"/>
                  </a:lnTo>
                  <a:lnTo>
                    <a:pt x="63" y="38"/>
                  </a:lnTo>
                  <a:lnTo>
                    <a:pt x="60" y="37"/>
                  </a:lnTo>
                  <a:lnTo>
                    <a:pt x="60" y="34"/>
                  </a:lnTo>
                  <a:lnTo>
                    <a:pt x="62" y="32"/>
                  </a:lnTo>
                  <a:lnTo>
                    <a:pt x="62" y="32"/>
                  </a:lnTo>
                  <a:lnTo>
                    <a:pt x="62" y="32"/>
                  </a:lnTo>
                  <a:lnTo>
                    <a:pt x="55" y="28"/>
                  </a:lnTo>
                  <a:lnTo>
                    <a:pt x="49" y="24"/>
                  </a:lnTo>
                  <a:lnTo>
                    <a:pt x="49" y="24"/>
                  </a:lnTo>
                  <a:lnTo>
                    <a:pt x="48" y="24"/>
                  </a:lnTo>
                  <a:lnTo>
                    <a:pt x="47" y="23"/>
                  </a:lnTo>
                  <a:lnTo>
                    <a:pt x="48" y="22"/>
                  </a:lnTo>
                  <a:lnTo>
                    <a:pt x="49" y="18"/>
                  </a:lnTo>
                  <a:lnTo>
                    <a:pt x="49" y="17"/>
                  </a:lnTo>
                  <a:lnTo>
                    <a:pt x="49" y="14"/>
                  </a:lnTo>
                  <a:lnTo>
                    <a:pt x="49" y="14"/>
                  </a:lnTo>
                  <a:lnTo>
                    <a:pt x="47" y="11"/>
                  </a:lnTo>
                  <a:lnTo>
                    <a:pt x="44" y="8"/>
                  </a:lnTo>
                  <a:lnTo>
                    <a:pt x="39" y="5"/>
                  </a:lnTo>
                  <a:lnTo>
                    <a:pt x="39" y="5"/>
                  </a:lnTo>
                  <a:lnTo>
                    <a:pt x="20" y="1"/>
                  </a:lnTo>
                  <a:lnTo>
                    <a:pt x="20" y="1"/>
                  </a:lnTo>
                  <a:lnTo>
                    <a:pt x="17" y="2"/>
                  </a:lnTo>
                  <a:lnTo>
                    <a:pt x="15" y="2"/>
                  </a:lnTo>
                  <a:lnTo>
                    <a:pt x="12" y="3"/>
                  </a:lnTo>
                  <a:lnTo>
                    <a:pt x="10" y="3"/>
                  </a:lnTo>
                  <a:lnTo>
                    <a:pt x="10" y="3"/>
                  </a:lnTo>
                  <a:lnTo>
                    <a:pt x="4" y="1"/>
                  </a:lnTo>
                  <a:lnTo>
                    <a:pt x="1" y="0"/>
                  </a:lnTo>
                  <a:lnTo>
                    <a:pt x="0" y="0"/>
                  </a:lnTo>
                  <a:lnTo>
                    <a:pt x="0" y="0"/>
                  </a:lnTo>
                  <a:lnTo>
                    <a:pt x="0" y="3"/>
                  </a:lnTo>
                  <a:lnTo>
                    <a:pt x="0" y="6"/>
                  </a:lnTo>
                  <a:lnTo>
                    <a:pt x="2" y="6"/>
                  </a:lnTo>
                  <a:lnTo>
                    <a:pt x="2" y="6"/>
                  </a:lnTo>
                  <a:lnTo>
                    <a:pt x="5" y="6"/>
                  </a:lnTo>
                  <a:lnTo>
                    <a:pt x="5" y="6"/>
                  </a:lnTo>
                  <a:lnTo>
                    <a:pt x="6" y="6"/>
                  </a:lnTo>
                  <a:lnTo>
                    <a:pt x="7" y="7"/>
                  </a:lnTo>
                  <a:lnTo>
                    <a:pt x="7" y="7"/>
                  </a:lnTo>
                  <a:lnTo>
                    <a:pt x="11" y="13"/>
                  </a:lnTo>
                  <a:lnTo>
                    <a:pt x="14" y="16"/>
                  </a:lnTo>
                  <a:lnTo>
                    <a:pt x="20" y="18"/>
                  </a:lnTo>
                  <a:lnTo>
                    <a:pt x="20" y="18"/>
                  </a:lnTo>
                  <a:lnTo>
                    <a:pt x="27" y="22"/>
                  </a:lnTo>
                  <a:lnTo>
                    <a:pt x="33" y="22"/>
                  </a:lnTo>
                  <a:lnTo>
                    <a:pt x="38" y="23"/>
                  </a:lnTo>
                  <a:lnTo>
                    <a:pt x="38" y="23"/>
                  </a:lnTo>
                  <a:lnTo>
                    <a:pt x="36" y="27"/>
                  </a:lnTo>
                  <a:lnTo>
                    <a:pt x="33" y="29"/>
                  </a:lnTo>
                  <a:lnTo>
                    <a:pt x="31" y="30"/>
                  </a:lnTo>
                  <a:lnTo>
                    <a:pt x="31" y="30"/>
                  </a:lnTo>
                  <a:lnTo>
                    <a:pt x="23" y="30"/>
                  </a:lnTo>
                  <a:lnTo>
                    <a:pt x="21" y="32"/>
                  </a:lnTo>
                  <a:lnTo>
                    <a:pt x="21" y="33"/>
                  </a:lnTo>
                  <a:lnTo>
                    <a:pt x="22" y="33"/>
                  </a:lnTo>
                  <a:lnTo>
                    <a:pt x="22" y="33"/>
                  </a:lnTo>
                  <a:lnTo>
                    <a:pt x="31" y="38"/>
                  </a:lnTo>
                  <a:lnTo>
                    <a:pt x="33" y="40"/>
                  </a:lnTo>
                  <a:lnTo>
                    <a:pt x="35" y="41"/>
                  </a:lnTo>
                  <a:lnTo>
                    <a:pt x="33" y="41"/>
                  </a:lnTo>
                  <a:lnTo>
                    <a:pt x="33" y="41"/>
                  </a:lnTo>
                  <a:lnTo>
                    <a:pt x="31" y="43"/>
                  </a:lnTo>
                  <a:lnTo>
                    <a:pt x="30" y="44"/>
                  </a:lnTo>
                  <a:lnTo>
                    <a:pt x="30" y="46"/>
                  </a:lnTo>
                  <a:lnTo>
                    <a:pt x="31" y="49"/>
                  </a:lnTo>
                  <a:lnTo>
                    <a:pt x="31" y="49"/>
                  </a:lnTo>
                  <a:lnTo>
                    <a:pt x="35" y="49"/>
                  </a:lnTo>
                  <a:lnTo>
                    <a:pt x="37" y="48"/>
                  </a:lnTo>
                  <a:lnTo>
                    <a:pt x="39" y="46"/>
                  </a:lnTo>
                  <a:lnTo>
                    <a:pt x="41" y="44"/>
                  </a:lnTo>
                  <a:lnTo>
                    <a:pt x="41" y="44"/>
                  </a:lnTo>
                  <a:lnTo>
                    <a:pt x="39" y="39"/>
                  </a:lnTo>
                  <a:lnTo>
                    <a:pt x="39" y="38"/>
                  </a:lnTo>
                  <a:lnTo>
                    <a:pt x="42" y="39"/>
                  </a:lnTo>
                  <a:lnTo>
                    <a:pt x="42" y="39"/>
                  </a:lnTo>
                  <a:lnTo>
                    <a:pt x="44" y="43"/>
                  </a:lnTo>
                  <a:lnTo>
                    <a:pt x="47" y="44"/>
                  </a:lnTo>
                  <a:lnTo>
                    <a:pt x="51" y="46"/>
                  </a:lnTo>
                  <a:lnTo>
                    <a:pt x="51" y="46"/>
                  </a:lnTo>
                  <a:lnTo>
                    <a:pt x="64" y="51"/>
                  </a:lnTo>
                  <a:lnTo>
                    <a:pt x="70" y="54"/>
                  </a:lnTo>
                  <a:lnTo>
                    <a:pt x="76" y="56"/>
                  </a:lnTo>
                  <a:lnTo>
                    <a:pt x="76" y="56"/>
                  </a:lnTo>
                  <a:lnTo>
                    <a:pt x="84" y="61"/>
                  </a:lnTo>
                  <a:lnTo>
                    <a:pt x="91" y="65"/>
                  </a:lnTo>
                  <a:lnTo>
                    <a:pt x="91" y="65"/>
                  </a:lnTo>
                  <a:lnTo>
                    <a:pt x="94" y="65"/>
                  </a:lnTo>
                  <a:lnTo>
                    <a:pt x="99" y="67"/>
                  </a:lnTo>
                  <a:lnTo>
                    <a:pt x="102" y="71"/>
                  </a:lnTo>
                  <a:lnTo>
                    <a:pt x="106" y="76"/>
                  </a:lnTo>
                  <a:lnTo>
                    <a:pt x="106" y="76"/>
                  </a:lnTo>
                  <a:lnTo>
                    <a:pt x="115" y="88"/>
                  </a:lnTo>
                  <a:lnTo>
                    <a:pt x="118" y="94"/>
                  </a:lnTo>
                  <a:lnTo>
                    <a:pt x="118" y="96"/>
                  </a:lnTo>
                  <a:lnTo>
                    <a:pt x="118" y="97"/>
                  </a:lnTo>
                  <a:lnTo>
                    <a:pt x="118" y="97"/>
                  </a:lnTo>
                  <a:lnTo>
                    <a:pt x="112" y="96"/>
                  </a:lnTo>
                  <a:lnTo>
                    <a:pt x="108" y="94"/>
                  </a:lnTo>
                  <a:lnTo>
                    <a:pt x="106" y="97"/>
                  </a:lnTo>
                  <a:lnTo>
                    <a:pt x="106" y="97"/>
                  </a:lnTo>
                  <a:lnTo>
                    <a:pt x="100" y="103"/>
                  </a:lnTo>
                  <a:lnTo>
                    <a:pt x="97" y="107"/>
                  </a:lnTo>
                  <a:lnTo>
                    <a:pt x="97" y="108"/>
                  </a:lnTo>
                  <a:lnTo>
                    <a:pt x="99" y="108"/>
                  </a:lnTo>
                  <a:lnTo>
                    <a:pt x="99" y="108"/>
                  </a:lnTo>
                  <a:lnTo>
                    <a:pt x="101" y="107"/>
                  </a:lnTo>
                  <a:lnTo>
                    <a:pt x="106" y="106"/>
                  </a:lnTo>
                  <a:lnTo>
                    <a:pt x="111" y="103"/>
                  </a:lnTo>
                  <a:lnTo>
                    <a:pt x="113" y="103"/>
                  </a:lnTo>
                  <a:lnTo>
                    <a:pt x="113" y="103"/>
                  </a:lnTo>
                  <a:lnTo>
                    <a:pt x="115" y="106"/>
                  </a:lnTo>
                  <a:lnTo>
                    <a:pt x="116" y="107"/>
                  </a:lnTo>
                  <a:lnTo>
                    <a:pt x="118" y="107"/>
                  </a:lnTo>
                  <a:lnTo>
                    <a:pt x="118" y="107"/>
                  </a:lnTo>
                  <a:lnTo>
                    <a:pt x="122" y="103"/>
                  </a:lnTo>
                  <a:lnTo>
                    <a:pt x="124" y="102"/>
                  </a:lnTo>
                  <a:lnTo>
                    <a:pt x="126" y="102"/>
                  </a:lnTo>
                  <a:lnTo>
                    <a:pt x="126" y="102"/>
                  </a:lnTo>
                  <a:lnTo>
                    <a:pt x="129" y="103"/>
                  </a:lnTo>
                  <a:lnTo>
                    <a:pt x="131" y="104"/>
                  </a:lnTo>
                  <a:lnTo>
                    <a:pt x="132" y="107"/>
                  </a:lnTo>
                  <a:lnTo>
                    <a:pt x="132" y="107"/>
                  </a:lnTo>
                  <a:lnTo>
                    <a:pt x="134" y="112"/>
                  </a:lnTo>
                  <a:lnTo>
                    <a:pt x="140" y="117"/>
                  </a:lnTo>
                  <a:lnTo>
                    <a:pt x="140" y="94"/>
                  </a:lnTo>
                  <a:lnTo>
                    <a:pt x="138" y="85"/>
                  </a:lnTo>
                  <a:close/>
                </a:path>
              </a:pathLst>
            </a:custGeom>
            <a:grpFill/>
            <a:ln w="3175">
              <a:solidFill>
                <a:schemeClr val="bg1"/>
              </a:solidFill>
            </a:ln>
          </p:spPr>
          <p:txBody>
            <a:bodyPr vert="horz" wrap="none" lIns="0" tIns="0" rIns="0" bIns="0" numCol="1" anchor="ctr" anchorCtr="0" compatLnSpc="1">
              <a:prstTxWarp prst="textNoShape">
                <a:avLst/>
              </a:prstTxWarp>
            </a:bodyPr>
            <a:lstStyle/>
            <a:p>
              <a:pPr algn="ctr"/>
              <a:endParaRPr lang="en-US" sz="1200"/>
            </a:p>
          </p:txBody>
        </p:sp>
      </p:grpSp>
    </p:spTree>
    <p:extLst>
      <p:ext uri="{BB962C8B-B14F-4D97-AF65-F5344CB8AC3E}">
        <p14:creationId xmlns:p14="http://schemas.microsoft.com/office/powerpoint/2010/main" val="203481367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2" name="タイトル 1"/>
          <p:cNvSpPr>
            <a:spLocks noGrp="1"/>
          </p:cNvSpPr>
          <p:nvPr>
            <p:ph type="title"/>
          </p:nvPr>
        </p:nvSpPr>
        <p:spPr bwMode="gray"/>
        <p:txBody>
          <a:bodyPr/>
          <a:lstStyle/>
          <a:p>
            <a:r>
              <a:rPr lang="ja-JP" altLang="en-US" dirty="0"/>
              <a:t>地図 </a:t>
            </a:r>
            <a:r>
              <a:rPr lang="nl-NL" altLang="ja-JP" dirty="0"/>
              <a:t>– </a:t>
            </a:r>
            <a:r>
              <a:rPr lang="en-US" altLang="ja-JP" dirty="0"/>
              <a:t>NIS</a:t>
            </a:r>
            <a:r>
              <a:rPr lang="ja-JP" altLang="en-US" dirty="0"/>
              <a:t>（旧ソ連新独立国家）を含むヨーロッパ</a:t>
            </a:r>
          </a:p>
        </p:txBody>
      </p:sp>
      <p:grpSp>
        <p:nvGrpSpPr>
          <p:cNvPr id="19" name="グループ化 18"/>
          <p:cNvGrpSpPr/>
          <p:nvPr/>
        </p:nvGrpSpPr>
        <p:grpSpPr bwMode="gray">
          <a:xfrm>
            <a:off x="633000" y="1701088"/>
            <a:ext cx="8640000" cy="3760920"/>
            <a:chOff x="633000" y="1476000"/>
            <a:chExt cx="8640000" cy="3760920"/>
          </a:xfrm>
          <a:solidFill>
            <a:srgbClr val="BBBCBC"/>
          </a:solidFill>
        </p:grpSpPr>
        <p:sp>
          <p:nvSpPr>
            <p:cNvPr id="100" name="フリーフォーム 99"/>
            <p:cNvSpPr/>
            <p:nvPr/>
          </p:nvSpPr>
          <p:spPr bwMode="gray">
            <a:xfrm>
              <a:off x="2464973" y="4854991"/>
              <a:ext cx="107374" cy="84191"/>
            </a:xfrm>
            <a:custGeom>
              <a:avLst/>
              <a:gdLst>
                <a:gd name="connsiteX0" fmla="*/ 0 w 721755"/>
                <a:gd name="connsiteY0" fmla="*/ 172950 h 442906"/>
                <a:gd name="connsiteX1" fmla="*/ 35719 w 721755"/>
                <a:gd name="connsiteY1" fmla="*/ 44363 h 442906"/>
                <a:gd name="connsiteX2" fmla="*/ 11906 w 721755"/>
                <a:gd name="connsiteY2" fmla="*/ 58650 h 442906"/>
                <a:gd name="connsiteX3" fmla="*/ 42863 w 721755"/>
                <a:gd name="connsiteY3" fmla="*/ 3881 h 442906"/>
                <a:gd name="connsiteX4" fmla="*/ 161925 w 721755"/>
                <a:gd name="connsiteY4" fmla="*/ 6263 h 442906"/>
                <a:gd name="connsiteX5" fmla="*/ 190500 w 721755"/>
                <a:gd name="connsiteY5" fmla="*/ 20550 h 442906"/>
                <a:gd name="connsiteX6" fmla="*/ 245269 w 721755"/>
                <a:gd name="connsiteY6" fmla="*/ 149138 h 442906"/>
                <a:gd name="connsiteX7" fmla="*/ 409575 w 721755"/>
                <a:gd name="connsiteY7" fmla="*/ 68175 h 442906"/>
                <a:gd name="connsiteX8" fmla="*/ 581025 w 721755"/>
                <a:gd name="connsiteY8" fmla="*/ 61031 h 442906"/>
                <a:gd name="connsiteX9" fmla="*/ 623888 w 721755"/>
                <a:gd name="connsiteY9" fmla="*/ 192000 h 442906"/>
                <a:gd name="connsiteX10" fmla="*/ 721519 w 721755"/>
                <a:gd name="connsiteY10" fmla="*/ 358688 h 442906"/>
                <a:gd name="connsiteX11" fmla="*/ 650081 w 721755"/>
                <a:gd name="connsiteY11" fmla="*/ 399169 h 442906"/>
                <a:gd name="connsiteX12" fmla="*/ 609600 w 721755"/>
                <a:gd name="connsiteY12" fmla="*/ 411075 h 442906"/>
                <a:gd name="connsiteX13" fmla="*/ 269081 w 721755"/>
                <a:gd name="connsiteY13" fmla="*/ 425363 h 442906"/>
                <a:gd name="connsiteX14" fmla="*/ 252413 w 721755"/>
                <a:gd name="connsiteY14" fmla="*/ 141994 h 442906"/>
                <a:gd name="connsiteX0" fmla="*/ 23852 w 709888"/>
                <a:gd name="connsiteY0" fmla="*/ 44363 h 442906"/>
                <a:gd name="connsiteX1" fmla="*/ 39 w 709888"/>
                <a:gd name="connsiteY1" fmla="*/ 58650 h 442906"/>
                <a:gd name="connsiteX2" fmla="*/ 30996 w 709888"/>
                <a:gd name="connsiteY2" fmla="*/ 3881 h 442906"/>
                <a:gd name="connsiteX3" fmla="*/ 150058 w 709888"/>
                <a:gd name="connsiteY3" fmla="*/ 6263 h 442906"/>
                <a:gd name="connsiteX4" fmla="*/ 178633 w 709888"/>
                <a:gd name="connsiteY4" fmla="*/ 20550 h 442906"/>
                <a:gd name="connsiteX5" fmla="*/ 233402 w 709888"/>
                <a:gd name="connsiteY5" fmla="*/ 149138 h 442906"/>
                <a:gd name="connsiteX6" fmla="*/ 397708 w 709888"/>
                <a:gd name="connsiteY6" fmla="*/ 68175 h 442906"/>
                <a:gd name="connsiteX7" fmla="*/ 569158 w 709888"/>
                <a:gd name="connsiteY7" fmla="*/ 61031 h 442906"/>
                <a:gd name="connsiteX8" fmla="*/ 612021 w 709888"/>
                <a:gd name="connsiteY8" fmla="*/ 192000 h 442906"/>
                <a:gd name="connsiteX9" fmla="*/ 709652 w 709888"/>
                <a:gd name="connsiteY9" fmla="*/ 358688 h 442906"/>
                <a:gd name="connsiteX10" fmla="*/ 638214 w 709888"/>
                <a:gd name="connsiteY10" fmla="*/ 399169 h 442906"/>
                <a:gd name="connsiteX11" fmla="*/ 597733 w 709888"/>
                <a:gd name="connsiteY11" fmla="*/ 411075 h 442906"/>
                <a:gd name="connsiteX12" fmla="*/ 257214 w 709888"/>
                <a:gd name="connsiteY12" fmla="*/ 425363 h 442906"/>
                <a:gd name="connsiteX13" fmla="*/ 240546 w 709888"/>
                <a:gd name="connsiteY13" fmla="*/ 141994 h 442906"/>
                <a:gd name="connsiteX0" fmla="*/ 23852 w 709888"/>
                <a:gd name="connsiteY0" fmla="*/ 44363 h 442906"/>
                <a:gd name="connsiteX1" fmla="*/ 39 w 709888"/>
                <a:gd name="connsiteY1" fmla="*/ 58650 h 442906"/>
                <a:gd name="connsiteX2" fmla="*/ 30996 w 709888"/>
                <a:gd name="connsiteY2" fmla="*/ 3881 h 442906"/>
                <a:gd name="connsiteX3" fmla="*/ 150058 w 709888"/>
                <a:gd name="connsiteY3" fmla="*/ 6263 h 442906"/>
                <a:gd name="connsiteX4" fmla="*/ 178633 w 709888"/>
                <a:gd name="connsiteY4" fmla="*/ 20550 h 442906"/>
                <a:gd name="connsiteX5" fmla="*/ 233402 w 709888"/>
                <a:gd name="connsiteY5" fmla="*/ 149138 h 442906"/>
                <a:gd name="connsiteX6" fmla="*/ 397708 w 709888"/>
                <a:gd name="connsiteY6" fmla="*/ 68175 h 442906"/>
                <a:gd name="connsiteX7" fmla="*/ 569158 w 709888"/>
                <a:gd name="connsiteY7" fmla="*/ 61031 h 442906"/>
                <a:gd name="connsiteX8" fmla="*/ 612021 w 709888"/>
                <a:gd name="connsiteY8" fmla="*/ 192000 h 442906"/>
                <a:gd name="connsiteX9" fmla="*/ 709652 w 709888"/>
                <a:gd name="connsiteY9" fmla="*/ 358688 h 442906"/>
                <a:gd name="connsiteX10" fmla="*/ 638214 w 709888"/>
                <a:gd name="connsiteY10" fmla="*/ 399169 h 442906"/>
                <a:gd name="connsiteX11" fmla="*/ 597733 w 709888"/>
                <a:gd name="connsiteY11" fmla="*/ 411075 h 442906"/>
                <a:gd name="connsiteX12" fmla="*/ 257214 w 709888"/>
                <a:gd name="connsiteY12" fmla="*/ 425363 h 442906"/>
                <a:gd name="connsiteX13" fmla="*/ 240546 w 709888"/>
                <a:gd name="connsiteY13" fmla="*/ 141994 h 442906"/>
                <a:gd name="connsiteX14" fmla="*/ 23852 w 709888"/>
                <a:gd name="connsiteY14" fmla="*/ 44363 h 442906"/>
                <a:gd name="connsiteX0" fmla="*/ 18649 w 704685"/>
                <a:gd name="connsiteY0" fmla="*/ 43306 h 441849"/>
                <a:gd name="connsiteX1" fmla="*/ 25793 w 704685"/>
                <a:gd name="connsiteY1" fmla="*/ 2824 h 441849"/>
                <a:gd name="connsiteX2" fmla="*/ 144855 w 704685"/>
                <a:gd name="connsiteY2" fmla="*/ 5206 h 441849"/>
                <a:gd name="connsiteX3" fmla="*/ 173430 w 704685"/>
                <a:gd name="connsiteY3" fmla="*/ 19493 h 441849"/>
                <a:gd name="connsiteX4" fmla="*/ 228199 w 704685"/>
                <a:gd name="connsiteY4" fmla="*/ 148081 h 441849"/>
                <a:gd name="connsiteX5" fmla="*/ 392505 w 704685"/>
                <a:gd name="connsiteY5" fmla="*/ 67118 h 441849"/>
                <a:gd name="connsiteX6" fmla="*/ 563955 w 704685"/>
                <a:gd name="connsiteY6" fmla="*/ 59974 h 441849"/>
                <a:gd name="connsiteX7" fmla="*/ 606818 w 704685"/>
                <a:gd name="connsiteY7" fmla="*/ 190943 h 441849"/>
                <a:gd name="connsiteX8" fmla="*/ 704449 w 704685"/>
                <a:gd name="connsiteY8" fmla="*/ 357631 h 441849"/>
                <a:gd name="connsiteX9" fmla="*/ 633011 w 704685"/>
                <a:gd name="connsiteY9" fmla="*/ 398112 h 441849"/>
                <a:gd name="connsiteX10" fmla="*/ 592530 w 704685"/>
                <a:gd name="connsiteY10" fmla="*/ 410018 h 441849"/>
                <a:gd name="connsiteX11" fmla="*/ 252011 w 704685"/>
                <a:gd name="connsiteY11" fmla="*/ 424306 h 441849"/>
                <a:gd name="connsiteX12" fmla="*/ 235343 w 704685"/>
                <a:gd name="connsiteY12" fmla="*/ 140937 h 441849"/>
                <a:gd name="connsiteX13" fmla="*/ 18649 w 704685"/>
                <a:gd name="connsiteY13" fmla="*/ 43306 h 441849"/>
                <a:gd name="connsiteX0" fmla="*/ 209550 w 678892"/>
                <a:gd name="connsiteY0" fmla="*/ 140937 h 441849"/>
                <a:gd name="connsiteX1" fmla="*/ 0 w 678892"/>
                <a:gd name="connsiteY1" fmla="*/ 2824 h 441849"/>
                <a:gd name="connsiteX2" fmla="*/ 119062 w 678892"/>
                <a:gd name="connsiteY2" fmla="*/ 5206 h 441849"/>
                <a:gd name="connsiteX3" fmla="*/ 147637 w 678892"/>
                <a:gd name="connsiteY3" fmla="*/ 19493 h 441849"/>
                <a:gd name="connsiteX4" fmla="*/ 202406 w 678892"/>
                <a:gd name="connsiteY4" fmla="*/ 148081 h 441849"/>
                <a:gd name="connsiteX5" fmla="*/ 366712 w 678892"/>
                <a:gd name="connsiteY5" fmla="*/ 67118 h 441849"/>
                <a:gd name="connsiteX6" fmla="*/ 538162 w 678892"/>
                <a:gd name="connsiteY6" fmla="*/ 59974 h 441849"/>
                <a:gd name="connsiteX7" fmla="*/ 581025 w 678892"/>
                <a:gd name="connsiteY7" fmla="*/ 190943 h 441849"/>
                <a:gd name="connsiteX8" fmla="*/ 678656 w 678892"/>
                <a:gd name="connsiteY8" fmla="*/ 357631 h 441849"/>
                <a:gd name="connsiteX9" fmla="*/ 607218 w 678892"/>
                <a:gd name="connsiteY9" fmla="*/ 398112 h 441849"/>
                <a:gd name="connsiteX10" fmla="*/ 566737 w 678892"/>
                <a:gd name="connsiteY10" fmla="*/ 410018 h 441849"/>
                <a:gd name="connsiteX11" fmla="*/ 226218 w 678892"/>
                <a:gd name="connsiteY11" fmla="*/ 424306 h 441849"/>
                <a:gd name="connsiteX12" fmla="*/ 209550 w 678892"/>
                <a:gd name="connsiteY12" fmla="*/ 140937 h 441849"/>
                <a:gd name="connsiteX0" fmla="*/ 90488 w 559830"/>
                <a:gd name="connsiteY0" fmla="*/ 136494 h 437406"/>
                <a:gd name="connsiteX1" fmla="*/ 0 w 559830"/>
                <a:gd name="connsiteY1" fmla="*/ 763 h 437406"/>
                <a:gd name="connsiteX2" fmla="*/ 28575 w 559830"/>
                <a:gd name="connsiteY2" fmla="*/ 15050 h 437406"/>
                <a:gd name="connsiteX3" fmla="*/ 83344 w 559830"/>
                <a:gd name="connsiteY3" fmla="*/ 143638 h 437406"/>
                <a:gd name="connsiteX4" fmla="*/ 247650 w 559830"/>
                <a:gd name="connsiteY4" fmla="*/ 62675 h 437406"/>
                <a:gd name="connsiteX5" fmla="*/ 419100 w 559830"/>
                <a:gd name="connsiteY5" fmla="*/ 55531 h 437406"/>
                <a:gd name="connsiteX6" fmla="*/ 461963 w 559830"/>
                <a:gd name="connsiteY6" fmla="*/ 186500 h 437406"/>
                <a:gd name="connsiteX7" fmla="*/ 559594 w 559830"/>
                <a:gd name="connsiteY7" fmla="*/ 353188 h 437406"/>
                <a:gd name="connsiteX8" fmla="*/ 488156 w 559830"/>
                <a:gd name="connsiteY8" fmla="*/ 393669 h 437406"/>
                <a:gd name="connsiteX9" fmla="*/ 447675 w 559830"/>
                <a:gd name="connsiteY9" fmla="*/ 405575 h 437406"/>
                <a:gd name="connsiteX10" fmla="*/ 107156 w 559830"/>
                <a:gd name="connsiteY10" fmla="*/ 419863 h 437406"/>
                <a:gd name="connsiteX11" fmla="*/ 90488 w 559830"/>
                <a:gd name="connsiteY11" fmla="*/ 136494 h 437406"/>
                <a:gd name="connsiteX0" fmla="*/ 61913 w 531255"/>
                <a:gd name="connsiteY0" fmla="*/ 121444 h 422356"/>
                <a:gd name="connsiteX1" fmla="*/ 0 w 531255"/>
                <a:gd name="connsiteY1" fmla="*/ 0 h 422356"/>
                <a:gd name="connsiteX2" fmla="*/ 54769 w 531255"/>
                <a:gd name="connsiteY2" fmla="*/ 128588 h 422356"/>
                <a:gd name="connsiteX3" fmla="*/ 219075 w 531255"/>
                <a:gd name="connsiteY3" fmla="*/ 47625 h 422356"/>
                <a:gd name="connsiteX4" fmla="*/ 390525 w 531255"/>
                <a:gd name="connsiteY4" fmla="*/ 40481 h 422356"/>
                <a:gd name="connsiteX5" fmla="*/ 433388 w 531255"/>
                <a:gd name="connsiteY5" fmla="*/ 171450 h 422356"/>
                <a:gd name="connsiteX6" fmla="*/ 531019 w 531255"/>
                <a:gd name="connsiteY6" fmla="*/ 338138 h 422356"/>
                <a:gd name="connsiteX7" fmla="*/ 459581 w 531255"/>
                <a:gd name="connsiteY7" fmla="*/ 378619 h 422356"/>
                <a:gd name="connsiteX8" fmla="*/ 419100 w 531255"/>
                <a:gd name="connsiteY8" fmla="*/ 390525 h 422356"/>
                <a:gd name="connsiteX9" fmla="*/ 78581 w 531255"/>
                <a:gd name="connsiteY9" fmla="*/ 404813 h 422356"/>
                <a:gd name="connsiteX10" fmla="*/ 61913 w 531255"/>
                <a:gd name="connsiteY10" fmla="*/ 121444 h 422356"/>
                <a:gd name="connsiteX0" fmla="*/ 22054 w 491396"/>
                <a:gd name="connsiteY0" fmla="*/ 91645 h 392557"/>
                <a:gd name="connsiteX1" fmla="*/ 14910 w 491396"/>
                <a:gd name="connsiteY1" fmla="*/ 98789 h 392557"/>
                <a:gd name="connsiteX2" fmla="*/ 179216 w 491396"/>
                <a:gd name="connsiteY2" fmla="*/ 17826 h 392557"/>
                <a:gd name="connsiteX3" fmla="*/ 350666 w 491396"/>
                <a:gd name="connsiteY3" fmla="*/ 10682 h 392557"/>
                <a:gd name="connsiteX4" fmla="*/ 393529 w 491396"/>
                <a:gd name="connsiteY4" fmla="*/ 141651 h 392557"/>
                <a:gd name="connsiteX5" fmla="*/ 491160 w 491396"/>
                <a:gd name="connsiteY5" fmla="*/ 308339 h 392557"/>
                <a:gd name="connsiteX6" fmla="*/ 419722 w 491396"/>
                <a:gd name="connsiteY6" fmla="*/ 348820 h 392557"/>
                <a:gd name="connsiteX7" fmla="*/ 379241 w 491396"/>
                <a:gd name="connsiteY7" fmla="*/ 360726 h 392557"/>
                <a:gd name="connsiteX8" fmla="*/ 38722 w 491396"/>
                <a:gd name="connsiteY8" fmla="*/ 375014 h 392557"/>
                <a:gd name="connsiteX9" fmla="*/ 22054 w 491396"/>
                <a:gd name="connsiteY9" fmla="*/ 91645 h 392557"/>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43578 w 496252"/>
                <a:gd name="connsiteY0" fmla="*/ 375014 h 392036"/>
                <a:gd name="connsiteX1" fmla="*/ 19766 w 496252"/>
                <a:gd name="connsiteY1" fmla="*/ 98789 h 392036"/>
                <a:gd name="connsiteX2" fmla="*/ 184072 w 496252"/>
                <a:gd name="connsiteY2" fmla="*/ 17826 h 392036"/>
                <a:gd name="connsiteX3" fmla="*/ 355522 w 496252"/>
                <a:gd name="connsiteY3" fmla="*/ 10682 h 392036"/>
                <a:gd name="connsiteX4" fmla="*/ 398385 w 496252"/>
                <a:gd name="connsiteY4" fmla="*/ 141651 h 392036"/>
                <a:gd name="connsiteX5" fmla="*/ 496016 w 496252"/>
                <a:gd name="connsiteY5" fmla="*/ 308339 h 392036"/>
                <a:gd name="connsiteX6" fmla="*/ 424578 w 496252"/>
                <a:gd name="connsiteY6" fmla="*/ 348820 h 392036"/>
                <a:gd name="connsiteX7" fmla="*/ 384097 w 496252"/>
                <a:gd name="connsiteY7" fmla="*/ 360726 h 392036"/>
                <a:gd name="connsiteX8" fmla="*/ 43578 w 496252"/>
                <a:gd name="connsiteY8" fmla="*/ 375014 h 392036"/>
                <a:gd name="connsiteX0" fmla="*/ 28473 w 481147"/>
                <a:gd name="connsiteY0" fmla="*/ 375014 h 392036"/>
                <a:gd name="connsiteX1" fmla="*/ 4661 w 481147"/>
                <a:gd name="connsiteY1" fmla="*/ 98789 h 392036"/>
                <a:gd name="connsiteX2" fmla="*/ 168967 w 481147"/>
                <a:gd name="connsiteY2" fmla="*/ 17826 h 392036"/>
                <a:gd name="connsiteX3" fmla="*/ 340417 w 481147"/>
                <a:gd name="connsiteY3" fmla="*/ 10682 h 392036"/>
                <a:gd name="connsiteX4" fmla="*/ 383280 w 481147"/>
                <a:gd name="connsiteY4" fmla="*/ 141651 h 392036"/>
                <a:gd name="connsiteX5" fmla="*/ 480911 w 481147"/>
                <a:gd name="connsiteY5" fmla="*/ 308339 h 392036"/>
                <a:gd name="connsiteX6" fmla="*/ 409473 w 481147"/>
                <a:gd name="connsiteY6" fmla="*/ 348820 h 392036"/>
                <a:gd name="connsiteX7" fmla="*/ 368992 w 481147"/>
                <a:gd name="connsiteY7" fmla="*/ 360726 h 392036"/>
                <a:gd name="connsiteX8" fmla="*/ 28473 w 481147"/>
                <a:gd name="connsiteY8" fmla="*/ 375014 h 392036"/>
                <a:gd name="connsiteX0" fmla="*/ 23812 w 476486"/>
                <a:gd name="connsiteY0" fmla="*/ 375014 h 392036"/>
                <a:gd name="connsiteX1" fmla="*/ 0 w 476486"/>
                <a:gd name="connsiteY1" fmla="*/ 98789 h 392036"/>
                <a:gd name="connsiteX2" fmla="*/ 164306 w 476486"/>
                <a:gd name="connsiteY2" fmla="*/ 17826 h 392036"/>
                <a:gd name="connsiteX3" fmla="*/ 335756 w 476486"/>
                <a:gd name="connsiteY3" fmla="*/ 10682 h 392036"/>
                <a:gd name="connsiteX4" fmla="*/ 378619 w 476486"/>
                <a:gd name="connsiteY4" fmla="*/ 141651 h 392036"/>
                <a:gd name="connsiteX5" fmla="*/ 476250 w 476486"/>
                <a:gd name="connsiteY5" fmla="*/ 308339 h 392036"/>
                <a:gd name="connsiteX6" fmla="*/ 404812 w 476486"/>
                <a:gd name="connsiteY6" fmla="*/ 348820 h 392036"/>
                <a:gd name="connsiteX7" fmla="*/ 364331 w 476486"/>
                <a:gd name="connsiteY7" fmla="*/ 360726 h 392036"/>
                <a:gd name="connsiteX8" fmla="*/ 23812 w 476486"/>
                <a:gd name="connsiteY8" fmla="*/ 375014 h 392036"/>
                <a:gd name="connsiteX0" fmla="*/ 23812 w 476486"/>
                <a:gd name="connsiteY0" fmla="*/ 375014 h 392036"/>
                <a:gd name="connsiteX1" fmla="*/ 0 w 476486"/>
                <a:gd name="connsiteY1" fmla="*/ 98789 h 392036"/>
                <a:gd name="connsiteX2" fmla="*/ 164306 w 476486"/>
                <a:gd name="connsiteY2" fmla="*/ 17826 h 392036"/>
                <a:gd name="connsiteX3" fmla="*/ 335756 w 476486"/>
                <a:gd name="connsiteY3" fmla="*/ 10682 h 392036"/>
                <a:gd name="connsiteX4" fmla="*/ 378619 w 476486"/>
                <a:gd name="connsiteY4" fmla="*/ 141651 h 392036"/>
                <a:gd name="connsiteX5" fmla="*/ 476250 w 476486"/>
                <a:gd name="connsiteY5" fmla="*/ 308339 h 392036"/>
                <a:gd name="connsiteX6" fmla="*/ 404812 w 476486"/>
                <a:gd name="connsiteY6" fmla="*/ 348820 h 392036"/>
                <a:gd name="connsiteX7" fmla="*/ 364331 w 476486"/>
                <a:gd name="connsiteY7" fmla="*/ 360726 h 392036"/>
                <a:gd name="connsiteX8" fmla="*/ 23812 w 476486"/>
                <a:gd name="connsiteY8" fmla="*/ 375014 h 392036"/>
                <a:gd name="connsiteX0" fmla="*/ 23812 w 476486"/>
                <a:gd name="connsiteY0" fmla="*/ 375014 h 375014"/>
                <a:gd name="connsiteX1" fmla="*/ 0 w 476486"/>
                <a:gd name="connsiteY1" fmla="*/ 98789 h 375014"/>
                <a:gd name="connsiteX2" fmla="*/ 164306 w 476486"/>
                <a:gd name="connsiteY2" fmla="*/ 17826 h 375014"/>
                <a:gd name="connsiteX3" fmla="*/ 335756 w 476486"/>
                <a:gd name="connsiteY3" fmla="*/ 10682 h 375014"/>
                <a:gd name="connsiteX4" fmla="*/ 378619 w 476486"/>
                <a:gd name="connsiteY4" fmla="*/ 141651 h 375014"/>
                <a:gd name="connsiteX5" fmla="*/ 476250 w 476486"/>
                <a:gd name="connsiteY5" fmla="*/ 308339 h 375014"/>
                <a:gd name="connsiteX6" fmla="*/ 404812 w 476486"/>
                <a:gd name="connsiteY6" fmla="*/ 348820 h 375014"/>
                <a:gd name="connsiteX7" fmla="*/ 364331 w 476486"/>
                <a:gd name="connsiteY7" fmla="*/ 360726 h 375014"/>
                <a:gd name="connsiteX8" fmla="*/ 23812 w 476486"/>
                <a:gd name="connsiteY8" fmla="*/ 375014 h 375014"/>
                <a:gd name="connsiteX0" fmla="*/ 23812 w 476486"/>
                <a:gd name="connsiteY0" fmla="*/ 375014 h 375014"/>
                <a:gd name="connsiteX1" fmla="*/ 0 w 476486"/>
                <a:gd name="connsiteY1" fmla="*/ 98789 h 375014"/>
                <a:gd name="connsiteX2" fmla="*/ 164306 w 476486"/>
                <a:gd name="connsiteY2" fmla="*/ 17826 h 375014"/>
                <a:gd name="connsiteX3" fmla="*/ 335756 w 476486"/>
                <a:gd name="connsiteY3" fmla="*/ 10682 h 375014"/>
                <a:gd name="connsiteX4" fmla="*/ 378619 w 476486"/>
                <a:gd name="connsiteY4" fmla="*/ 141651 h 375014"/>
                <a:gd name="connsiteX5" fmla="*/ 476250 w 476486"/>
                <a:gd name="connsiteY5" fmla="*/ 308339 h 375014"/>
                <a:gd name="connsiteX6" fmla="*/ 404812 w 476486"/>
                <a:gd name="connsiteY6" fmla="*/ 348820 h 375014"/>
                <a:gd name="connsiteX7" fmla="*/ 364331 w 476486"/>
                <a:gd name="connsiteY7" fmla="*/ 360726 h 375014"/>
                <a:gd name="connsiteX8" fmla="*/ 23812 w 476486"/>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75014 h 375014"/>
                <a:gd name="connsiteX1" fmla="*/ 0 w 476250"/>
                <a:gd name="connsiteY1" fmla="*/ 98789 h 375014"/>
                <a:gd name="connsiteX2" fmla="*/ 164306 w 476250"/>
                <a:gd name="connsiteY2" fmla="*/ 17826 h 375014"/>
                <a:gd name="connsiteX3" fmla="*/ 335756 w 476250"/>
                <a:gd name="connsiteY3" fmla="*/ 10682 h 375014"/>
                <a:gd name="connsiteX4" fmla="*/ 378619 w 476250"/>
                <a:gd name="connsiteY4" fmla="*/ 141651 h 375014"/>
                <a:gd name="connsiteX5" fmla="*/ 476250 w 476250"/>
                <a:gd name="connsiteY5" fmla="*/ 308339 h 375014"/>
                <a:gd name="connsiteX6" fmla="*/ 404812 w 476250"/>
                <a:gd name="connsiteY6" fmla="*/ 348820 h 375014"/>
                <a:gd name="connsiteX7" fmla="*/ 364331 w 476250"/>
                <a:gd name="connsiteY7" fmla="*/ 360726 h 375014"/>
                <a:gd name="connsiteX8" fmla="*/ 23812 w 476250"/>
                <a:gd name="connsiteY8" fmla="*/ 375014 h 375014"/>
                <a:gd name="connsiteX0" fmla="*/ 23812 w 476250"/>
                <a:gd name="connsiteY0" fmla="*/ 364332 h 364332"/>
                <a:gd name="connsiteX1" fmla="*/ 0 w 476250"/>
                <a:gd name="connsiteY1" fmla="*/ 88107 h 364332"/>
                <a:gd name="connsiteX2" fmla="*/ 164306 w 476250"/>
                <a:gd name="connsiteY2" fmla="*/ 7144 h 364332"/>
                <a:gd name="connsiteX3" fmla="*/ 335756 w 476250"/>
                <a:gd name="connsiteY3" fmla="*/ 0 h 364332"/>
                <a:gd name="connsiteX4" fmla="*/ 378619 w 476250"/>
                <a:gd name="connsiteY4" fmla="*/ 130969 h 364332"/>
                <a:gd name="connsiteX5" fmla="*/ 476250 w 476250"/>
                <a:gd name="connsiteY5" fmla="*/ 297657 h 364332"/>
                <a:gd name="connsiteX6" fmla="*/ 404812 w 476250"/>
                <a:gd name="connsiteY6" fmla="*/ 338138 h 364332"/>
                <a:gd name="connsiteX7" fmla="*/ 364331 w 476250"/>
                <a:gd name="connsiteY7" fmla="*/ 350044 h 364332"/>
                <a:gd name="connsiteX8" fmla="*/ 23812 w 476250"/>
                <a:gd name="connsiteY8" fmla="*/ 364332 h 364332"/>
                <a:gd name="connsiteX0" fmla="*/ 23812 w 476250"/>
                <a:gd name="connsiteY0" fmla="*/ 364332 h 364332"/>
                <a:gd name="connsiteX1" fmla="*/ 0 w 476250"/>
                <a:gd name="connsiteY1" fmla="*/ 88107 h 364332"/>
                <a:gd name="connsiteX2" fmla="*/ 164306 w 476250"/>
                <a:gd name="connsiteY2" fmla="*/ 7144 h 364332"/>
                <a:gd name="connsiteX3" fmla="*/ 335756 w 476250"/>
                <a:gd name="connsiteY3" fmla="*/ 0 h 364332"/>
                <a:gd name="connsiteX4" fmla="*/ 378619 w 476250"/>
                <a:gd name="connsiteY4" fmla="*/ 130969 h 364332"/>
                <a:gd name="connsiteX5" fmla="*/ 476250 w 476250"/>
                <a:gd name="connsiteY5" fmla="*/ 297657 h 364332"/>
                <a:gd name="connsiteX6" fmla="*/ 404812 w 476250"/>
                <a:gd name="connsiteY6" fmla="*/ 338138 h 364332"/>
                <a:gd name="connsiteX7" fmla="*/ 364331 w 476250"/>
                <a:gd name="connsiteY7" fmla="*/ 350044 h 364332"/>
                <a:gd name="connsiteX8" fmla="*/ 23812 w 476250"/>
                <a:gd name="connsiteY8" fmla="*/ 364332 h 364332"/>
                <a:gd name="connsiteX0" fmla="*/ 23812 w 476250"/>
                <a:gd name="connsiteY0" fmla="*/ 364332 h 364332"/>
                <a:gd name="connsiteX1" fmla="*/ 0 w 476250"/>
                <a:gd name="connsiteY1" fmla="*/ 88107 h 364332"/>
                <a:gd name="connsiteX2" fmla="*/ 164306 w 476250"/>
                <a:gd name="connsiteY2" fmla="*/ 7144 h 364332"/>
                <a:gd name="connsiteX3" fmla="*/ 335756 w 476250"/>
                <a:gd name="connsiteY3" fmla="*/ 0 h 364332"/>
                <a:gd name="connsiteX4" fmla="*/ 378619 w 476250"/>
                <a:gd name="connsiteY4" fmla="*/ 130969 h 364332"/>
                <a:gd name="connsiteX5" fmla="*/ 476250 w 476250"/>
                <a:gd name="connsiteY5" fmla="*/ 297657 h 364332"/>
                <a:gd name="connsiteX6" fmla="*/ 404812 w 476250"/>
                <a:gd name="connsiteY6" fmla="*/ 338138 h 364332"/>
                <a:gd name="connsiteX7" fmla="*/ 364331 w 476250"/>
                <a:gd name="connsiteY7" fmla="*/ 350044 h 364332"/>
                <a:gd name="connsiteX8" fmla="*/ 23812 w 476250"/>
                <a:gd name="connsiteY8" fmla="*/ 364332 h 364332"/>
                <a:gd name="connsiteX0" fmla="*/ 23812 w 476250"/>
                <a:gd name="connsiteY0" fmla="*/ 364945 h 364945"/>
                <a:gd name="connsiteX1" fmla="*/ 0 w 476250"/>
                <a:gd name="connsiteY1" fmla="*/ 88720 h 364945"/>
                <a:gd name="connsiteX2" fmla="*/ 164306 w 476250"/>
                <a:gd name="connsiteY2" fmla="*/ 7757 h 364945"/>
                <a:gd name="connsiteX3" fmla="*/ 335756 w 476250"/>
                <a:gd name="connsiteY3" fmla="*/ 613 h 364945"/>
                <a:gd name="connsiteX4" fmla="*/ 378619 w 476250"/>
                <a:gd name="connsiteY4" fmla="*/ 131582 h 364945"/>
                <a:gd name="connsiteX5" fmla="*/ 476250 w 476250"/>
                <a:gd name="connsiteY5" fmla="*/ 298270 h 364945"/>
                <a:gd name="connsiteX6" fmla="*/ 404812 w 476250"/>
                <a:gd name="connsiteY6" fmla="*/ 338751 h 364945"/>
                <a:gd name="connsiteX7" fmla="*/ 364331 w 476250"/>
                <a:gd name="connsiteY7" fmla="*/ 350657 h 364945"/>
                <a:gd name="connsiteX8" fmla="*/ 23812 w 476250"/>
                <a:gd name="connsiteY8" fmla="*/ 364945 h 364945"/>
                <a:gd name="connsiteX0" fmla="*/ 23812 w 476250"/>
                <a:gd name="connsiteY0" fmla="*/ 364945 h 364945"/>
                <a:gd name="connsiteX1" fmla="*/ 0 w 476250"/>
                <a:gd name="connsiteY1" fmla="*/ 88720 h 364945"/>
                <a:gd name="connsiteX2" fmla="*/ 164306 w 476250"/>
                <a:gd name="connsiteY2" fmla="*/ 7757 h 364945"/>
                <a:gd name="connsiteX3" fmla="*/ 335756 w 476250"/>
                <a:gd name="connsiteY3" fmla="*/ 613 h 364945"/>
                <a:gd name="connsiteX4" fmla="*/ 378619 w 476250"/>
                <a:gd name="connsiteY4" fmla="*/ 131582 h 364945"/>
                <a:gd name="connsiteX5" fmla="*/ 476250 w 476250"/>
                <a:gd name="connsiteY5" fmla="*/ 298270 h 364945"/>
                <a:gd name="connsiteX6" fmla="*/ 404812 w 476250"/>
                <a:gd name="connsiteY6" fmla="*/ 338751 h 364945"/>
                <a:gd name="connsiteX7" fmla="*/ 364331 w 476250"/>
                <a:gd name="connsiteY7" fmla="*/ 350657 h 364945"/>
                <a:gd name="connsiteX8" fmla="*/ 23812 w 476250"/>
                <a:gd name="connsiteY8" fmla="*/ 364945 h 364945"/>
                <a:gd name="connsiteX0" fmla="*/ 23812 w 476250"/>
                <a:gd name="connsiteY0" fmla="*/ 367083 h 367083"/>
                <a:gd name="connsiteX1" fmla="*/ 0 w 476250"/>
                <a:gd name="connsiteY1" fmla="*/ 90858 h 367083"/>
                <a:gd name="connsiteX2" fmla="*/ 164306 w 476250"/>
                <a:gd name="connsiteY2" fmla="*/ 9895 h 367083"/>
                <a:gd name="connsiteX3" fmla="*/ 335756 w 476250"/>
                <a:gd name="connsiteY3" fmla="*/ 370 h 367083"/>
                <a:gd name="connsiteX4" fmla="*/ 378619 w 476250"/>
                <a:gd name="connsiteY4" fmla="*/ 133720 h 367083"/>
                <a:gd name="connsiteX5" fmla="*/ 476250 w 476250"/>
                <a:gd name="connsiteY5" fmla="*/ 300408 h 367083"/>
                <a:gd name="connsiteX6" fmla="*/ 404812 w 476250"/>
                <a:gd name="connsiteY6" fmla="*/ 340889 h 367083"/>
                <a:gd name="connsiteX7" fmla="*/ 364331 w 476250"/>
                <a:gd name="connsiteY7" fmla="*/ 352795 h 367083"/>
                <a:gd name="connsiteX8" fmla="*/ 23812 w 476250"/>
                <a:gd name="connsiteY8" fmla="*/ 367083 h 367083"/>
                <a:gd name="connsiteX0" fmla="*/ 23812 w 476250"/>
                <a:gd name="connsiteY0" fmla="*/ 366713 h 366713"/>
                <a:gd name="connsiteX1" fmla="*/ 0 w 476250"/>
                <a:gd name="connsiteY1" fmla="*/ 90488 h 366713"/>
                <a:gd name="connsiteX2" fmla="*/ 164306 w 476250"/>
                <a:gd name="connsiteY2" fmla="*/ 9525 h 366713"/>
                <a:gd name="connsiteX3" fmla="*/ 335756 w 476250"/>
                <a:gd name="connsiteY3" fmla="*/ 0 h 366713"/>
                <a:gd name="connsiteX4" fmla="*/ 378619 w 476250"/>
                <a:gd name="connsiteY4" fmla="*/ 133350 h 366713"/>
                <a:gd name="connsiteX5" fmla="*/ 476250 w 476250"/>
                <a:gd name="connsiteY5" fmla="*/ 300038 h 366713"/>
                <a:gd name="connsiteX6" fmla="*/ 404812 w 476250"/>
                <a:gd name="connsiteY6" fmla="*/ 340519 h 366713"/>
                <a:gd name="connsiteX7" fmla="*/ 364331 w 476250"/>
                <a:gd name="connsiteY7" fmla="*/ 352425 h 366713"/>
                <a:gd name="connsiteX8" fmla="*/ 23812 w 476250"/>
                <a:gd name="connsiteY8" fmla="*/ 366713 h 366713"/>
                <a:gd name="connsiteX0" fmla="*/ 23812 w 476250"/>
                <a:gd name="connsiteY0" fmla="*/ 366713 h 366713"/>
                <a:gd name="connsiteX1" fmla="*/ 0 w 476250"/>
                <a:gd name="connsiteY1" fmla="*/ 90488 h 366713"/>
                <a:gd name="connsiteX2" fmla="*/ 164306 w 476250"/>
                <a:gd name="connsiteY2" fmla="*/ 9525 h 366713"/>
                <a:gd name="connsiteX3" fmla="*/ 335756 w 476250"/>
                <a:gd name="connsiteY3" fmla="*/ 0 h 366713"/>
                <a:gd name="connsiteX4" fmla="*/ 378619 w 476250"/>
                <a:gd name="connsiteY4" fmla="*/ 133350 h 366713"/>
                <a:gd name="connsiteX5" fmla="*/ 476250 w 476250"/>
                <a:gd name="connsiteY5" fmla="*/ 300038 h 366713"/>
                <a:gd name="connsiteX6" fmla="*/ 404812 w 476250"/>
                <a:gd name="connsiteY6" fmla="*/ 340519 h 366713"/>
                <a:gd name="connsiteX7" fmla="*/ 364331 w 476250"/>
                <a:gd name="connsiteY7" fmla="*/ 352425 h 366713"/>
                <a:gd name="connsiteX8" fmla="*/ 23812 w 476250"/>
                <a:gd name="connsiteY8" fmla="*/ 366713 h 366713"/>
                <a:gd name="connsiteX0" fmla="*/ 23812 w 476250"/>
                <a:gd name="connsiteY0" fmla="*/ 366713 h 366713"/>
                <a:gd name="connsiteX1" fmla="*/ 0 w 476250"/>
                <a:gd name="connsiteY1" fmla="*/ 90488 h 366713"/>
                <a:gd name="connsiteX2" fmla="*/ 164306 w 476250"/>
                <a:gd name="connsiteY2" fmla="*/ 9525 h 366713"/>
                <a:gd name="connsiteX3" fmla="*/ 335756 w 476250"/>
                <a:gd name="connsiteY3" fmla="*/ 0 h 366713"/>
                <a:gd name="connsiteX4" fmla="*/ 378619 w 476250"/>
                <a:gd name="connsiteY4" fmla="*/ 133350 h 366713"/>
                <a:gd name="connsiteX5" fmla="*/ 476250 w 476250"/>
                <a:gd name="connsiteY5" fmla="*/ 300038 h 366713"/>
                <a:gd name="connsiteX6" fmla="*/ 404812 w 476250"/>
                <a:gd name="connsiteY6" fmla="*/ 340519 h 366713"/>
                <a:gd name="connsiteX7" fmla="*/ 364331 w 476250"/>
                <a:gd name="connsiteY7" fmla="*/ 352425 h 366713"/>
                <a:gd name="connsiteX8" fmla="*/ 23812 w 476250"/>
                <a:gd name="connsiteY8" fmla="*/ 366713 h 36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6250" h="366713">
                  <a:moveTo>
                    <a:pt x="23812" y="366713"/>
                  </a:moveTo>
                  <a:cubicBezTo>
                    <a:pt x="8334" y="275432"/>
                    <a:pt x="9921" y="152401"/>
                    <a:pt x="0" y="90488"/>
                  </a:cubicBezTo>
                  <a:cubicBezTo>
                    <a:pt x="32941" y="71438"/>
                    <a:pt x="108347" y="36115"/>
                    <a:pt x="164306" y="9525"/>
                  </a:cubicBezTo>
                  <a:cubicBezTo>
                    <a:pt x="239314" y="4367"/>
                    <a:pt x="295275" y="3175"/>
                    <a:pt x="335756" y="0"/>
                  </a:cubicBezTo>
                  <a:cubicBezTo>
                    <a:pt x="354807" y="49212"/>
                    <a:pt x="364728" y="76597"/>
                    <a:pt x="378619" y="133350"/>
                  </a:cubicBezTo>
                  <a:cubicBezTo>
                    <a:pt x="402035" y="182960"/>
                    <a:pt x="459979" y="260748"/>
                    <a:pt x="476250" y="300038"/>
                  </a:cubicBezTo>
                  <a:cubicBezTo>
                    <a:pt x="430609" y="329803"/>
                    <a:pt x="423465" y="331788"/>
                    <a:pt x="404812" y="340519"/>
                  </a:cubicBezTo>
                  <a:cubicBezTo>
                    <a:pt x="386159" y="349250"/>
                    <a:pt x="384968" y="340915"/>
                    <a:pt x="364331" y="352425"/>
                  </a:cubicBezTo>
                  <a:cubicBezTo>
                    <a:pt x="300831" y="356791"/>
                    <a:pt x="146446" y="360363"/>
                    <a:pt x="23812" y="366713"/>
                  </a:cubicBezTo>
                  <a:close/>
                </a:path>
              </a:pathLst>
            </a:custGeom>
            <a:grpFill/>
            <a:ln w="3175">
              <a:solidFill>
                <a:schemeClr val="bg1"/>
              </a:solidFill>
              <a:round/>
              <a:headEnd/>
              <a:tailEnd/>
            </a:ln>
          </p:spPr>
          <p:txBody>
            <a:bodyPr wrap="none" lIns="0" tIns="0" rIns="0" bIns="0" rtlCol="0" anchor="ctr"/>
            <a:lstStyle/>
            <a:p>
              <a:pPr algn="ctr"/>
              <a:endParaRPr kumimoji="1" lang="ja-JP" altLang="en-US" sz="1200"/>
            </a:p>
          </p:txBody>
        </p:sp>
        <p:sp>
          <p:nvSpPr>
            <p:cNvPr id="108" name="フリーフォーム 107"/>
            <p:cNvSpPr/>
            <p:nvPr/>
          </p:nvSpPr>
          <p:spPr bwMode="gray">
            <a:xfrm>
              <a:off x="2409675" y="4842417"/>
              <a:ext cx="61277" cy="168927"/>
            </a:xfrm>
            <a:custGeom>
              <a:avLst/>
              <a:gdLst>
                <a:gd name="connsiteX0" fmla="*/ 9525 w 271463"/>
                <a:gd name="connsiteY0" fmla="*/ 45244 h 735807"/>
                <a:gd name="connsiteX1" fmla="*/ 45244 w 271463"/>
                <a:gd name="connsiteY1" fmla="*/ 0 h 735807"/>
                <a:gd name="connsiteX2" fmla="*/ 159544 w 271463"/>
                <a:gd name="connsiteY2" fmla="*/ 0 h 735807"/>
                <a:gd name="connsiteX3" fmla="*/ 192881 w 271463"/>
                <a:gd name="connsiteY3" fmla="*/ 16669 h 735807"/>
                <a:gd name="connsiteX4" fmla="*/ 245269 w 271463"/>
                <a:gd name="connsiteY4" fmla="*/ 147638 h 735807"/>
                <a:gd name="connsiteX5" fmla="*/ 271463 w 271463"/>
                <a:gd name="connsiteY5" fmla="*/ 590550 h 735807"/>
                <a:gd name="connsiteX6" fmla="*/ 109538 w 271463"/>
                <a:gd name="connsiteY6" fmla="*/ 735807 h 735807"/>
                <a:gd name="connsiteX7" fmla="*/ 76200 w 271463"/>
                <a:gd name="connsiteY7" fmla="*/ 681038 h 735807"/>
                <a:gd name="connsiteX8" fmla="*/ 52388 w 271463"/>
                <a:gd name="connsiteY8" fmla="*/ 607219 h 735807"/>
                <a:gd name="connsiteX9" fmla="*/ 38100 w 271463"/>
                <a:gd name="connsiteY9" fmla="*/ 490538 h 735807"/>
                <a:gd name="connsiteX10" fmla="*/ 35719 w 271463"/>
                <a:gd name="connsiteY10" fmla="*/ 221457 h 735807"/>
                <a:gd name="connsiteX11" fmla="*/ 0 w 271463"/>
                <a:gd name="connsiteY11" fmla="*/ 176213 h 735807"/>
                <a:gd name="connsiteX12" fmla="*/ 9525 w 271463"/>
                <a:gd name="connsiteY12" fmla="*/ 45244 h 735807"/>
                <a:gd name="connsiteX0" fmla="*/ 9525 w 271463"/>
                <a:gd name="connsiteY0" fmla="*/ 52388 h 735807"/>
                <a:gd name="connsiteX1" fmla="*/ 45244 w 271463"/>
                <a:gd name="connsiteY1" fmla="*/ 0 h 735807"/>
                <a:gd name="connsiteX2" fmla="*/ 159544 w 271463"/>
                <a:gd name="connsiteY2" fmla="*/ 0 h 735807"/>
                <a:gd name="connsiteX3" fmla="*/ 192881 w 271463"/>
                <a:gd name="connsiteY3" fmla="*/ 16669 h 735807"/>
                <a:gd name="connsiteX4" fmla="*/ 245269 w 271463"/>
                <a:gd name="connsiteY4" fmla="*/ 147638 h 735807"/>
                <a:gd name="connsiteX5" fmla="*/ 271463 w 271463"/>
                <a:gd name="connsiteY5" fmla="*/ 590550 h 735807"/>
                <a:gd name="connsiteX6" fmla="*/ 109538 w 271463"/>
                <a:gd name="connsiteY6" fmla="*/ 735807 h 735807"/>
                <a:gd name="connsiteX7" fmla="*/ 76200 w 271463"/>
                <a:gd name="connsiteY7" fmla="*/ 681038 h 735807"/>
                <a:gd name="connsiteX8" fmla="*/ 52388 w 271463"/>
                <a:gd name="connsiteY8" fmla="*/ 607219 h 735807"/>
                <a:gd name="connsiteX9" fmla="*/ 38100 w 271463"/>
                <a:gd name="connsiteY9" fmla="*/ 490538 h 735807"/>
                <a:gd name="connsiteX10" fmla="*/ 35719 w 271463"/>
                <a:gd name="connsiteY10" fmla="*/ 221457 h 735807"/>
                <a:gd name="connsiteX11" fmla="*/ 0 w 271463"/>
                <a:gd name="connsiteY11" fmla="*/ 176213 h 735807"/>
                <a:gd name="connsiteX12" fmla="*/ 9525 w 271463"/>
                <a:gd name="connsiteY12" fmla="*/ 52388 h 735807"/>
                <a:gd name="connsiteX0" fmla="*/ 9525 w 271463"/>
                <a:gd name="connsiteY0" fmla="*/ 52388 h 735807"/>
                <a:gd name="connsiteX1" fmla="*/ 7144 w 271463"/>
                <a:gd name="connsiteY1" fmla="*/ 83344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9525 w 271463"/>
                <a:gd name="connsiteY13" fmla="*/ 52388 h 735807"/>
                <a:gd name="connsiteX0" fmla="*/ 83344 w 271463"/>
                <a:gd name="connsiteY0" fmla="*/ 54770 h 735807"/>
                <a:gd name="connsiteX1" fmla="*/ 7144 w 271463"/>
                <a:gd name="connsiteY1" fmla="*/ 83344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83344 w 271463"/>
                <a:gd name="connsiteY13" fmla="*/ 54770 h 735807"/>
                <a:gd name="connsiteX0" fmla="*/ 83344 w 271463"/>
                <a:gd name="connsiteY0" fmla="*/ 54770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83344 w 271463"/>
                <a:gd name="connsiteY13" fmla="*/ 54770 h 735807"/>
                <a:gd name="connsiteX0" fmla="*/ 35719 w 271463"/>
                <a:gd name="connsiteY0" fmla="*/ 33339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35719 w 271463"/>
                <a:gd name="connsiteY13" fmla="*/ 33339 h 735807"/>
                <a:gd name="connsiteX0" fmla="*/ 35719 w 271463"/>
                <a:gd name="connsiteY0" fmla="*/ 40483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76213 h 735807"/>
                <a:gd name="connsiteX13" fmla="*/ 35719 w 271463"/>
                <a:gd name="connsiteY13" fmla="*/ 40483 h 735807"/>
                <a:gd name="connsiteX0" fmla="*/ 35719 w 271463"/>
                <a:gd name="connsiteY0" fmla="*/ 40483 h 735807"/>
                <a:gd name="connsiteX1" fmla="*/ 4763 w 271463"/>
                <a:gd name="connsiteY1" fmla="*/ 57150 h 735807"/>
                <a:gd name="connsiteX2" fmla="*/ 45244 w 271463"/>
                <a:gd name="connsiteY2" fmla="*/ 0 h 735807"/>
                <a:gd name="connsiteX3" fmla="*/ 159544 w 271463"/>
                <a:gd name="connsiteY3" fmla="*/ 0 h 735807"/>
                <a:gd name="connsiteX4" fmla="*/ 192881 w 271463"/>
                <a:gd name="connsiteY4" fmla="*/ 16669 h 735807"/>
                <a:gd name="connsiteX5" fmla="*/ 245269 w 271463"/>
                <a:gd name="connsiteY5" fmla="*/ 147638 h 735807"/>
                <a:gd name="connsiteX6" fmla="*/ 271463 w 271463"/>
                <a:gd name="connsiteY6" fmla="*/ 590550 h 735807"/>
                <a:gd name="connsiteX7" fmla="*/ 109538 w 271463"/>
                <a:gd name="connsiteY7" fmla="*/ 735807 h 735807"/>
                <a:gd name="connsiteX8" fmla="*/ 76200 w 271463"/>
                <a:gd name="connsiteY8" fmla="*/ 681038 h 735807"/>
                <a:gd name="connsiteX9" fmla="*/ 52388 w 271463"/>
                <a:gd name="connsiteY9" fmla="*/ 607219 h 735807"/>
                <a:gd name="connsiteX10" fmla="*/ 38100 w 271463"/>
                <a:gd name="connsiteY10" fmla="*/ 490538 h 735807"/>
                <a:gd name="connsiteX11" fmla="*/ 35719 w 271463"/>
                <a:gd name="connsiteY11" fmla="*/ 221457 h 735807"/>
                <a:gd name="connsiteX12" fmla="*/ 0 w 271463"/>
                <a:gd name="connsiteY12" fmla="*/ 169069 h 735807"/>
                <a:gd name="connsiteX13" fmla="*/ 35719 w 271463"/>
                <a:gd name="connsiteY13" fmla="*/ 40483 h 735807"/>
                <a:gd name="connsiteX0" fmla="*/ 35719 w 271792"/>
                <a:gd name="connsiteY0" fmla="*/ 40483 h 735807"/>
                <a:gd name="connsiteX1" fmla="*/ 4763 w 271792"/>
                <a:gd name="connsiteY1" fmla="*/ 57150 h 735807"/>
                <a:gd name="connsiteX2" fmla="*/ 45244 w 271792"/>
                <a:gd name="connsiteY2" fmla="*/ 0 h 735807"/>
                <a:gd name="connsiteX3" fmla="*/ 159544 w 271792"/>
                <a:gd name="connsiteY3" fmla="*/ 0 h 735807"/>
                <a:gd name="connsiteX4" fmla="*/ 192881 w 271792"/>
                <a:gd name="connsiteY4" fmla="*/ 16669 h 735807"/>
                <a:gd name="connsiteX5" fmla="*/ 245269 w 271792"/>
                <a:gd name="connsiteY5" fmla="*/ 147638 h 735807"/>
                <a:gd name="connsiteX6" fmla="*/ 271463 w 271792"/>
                <a:gd name="connsiteY6" fmla="*/ 590550 h 735807"/>
                <a:gd name="connsiteX7" fmla="*/ 109538 w 271792"/>
                <a:gd name="connsiteY7" fmla="*/ 735807 h 735807"/>
                <a:gd name="connsiteX8" fmla="*/ 76200 w 271792"/>
                <a:gd name="connsiteY8" fmla="*/ 681038 h 735807"/>
                <a:gd name="connsiteX9" fmla="*/ 52388 w 271792"/>
                <a:gd name="connsiteY9" fmla="*/ 607219 h 735807"/>
                <a:gd name="connsiteX10" fmla="*/ 38100 w 271792"/>
                <a:gd name="connsiteY10" fmla="*/ 490538 h 735807"/>
                <a:gd name="connsiteX11" fmla="*/ 35719 w 271792"/>
                <a:gd name="connsiteY11" fmla="*/ 221457 h 735807"/>
                <a:gd name="connsiteX12" fmla="*/ 0 w 271792"/>
                <a:gd name="connsiteY12" fmla="*/ 169069 h 735807"/>
                <a:gd name="connsiteX13" fmla="*/ 35719 w 271792"/>
                <a:gd name="connsiteY13" fmla="*/ 40483 h 735807"/>
                <a:gd name="connsiteX0" fmla="*/ 35719 w 271792"/>
                <a:gd name="connsiteY0" fmla="*/ 40483 h 735807"/>
                <a:gd name="connsiteX1" fmla="*/ 4763 w 271792"/>
                <a:gd name="connsiteY1" fmla="*/ 57150 h 735807"/>
                <a:gd name="connsiteX2" fmla="*/ 45244 w 271792"/>
                <a:gd name="connsiteY2" fmla="*/ 0 h 735807"/>
                <a:gd name="connsiteX3" fmla="*/ 159544 w 271792"/>
                <a:gd name="connsiteY3" fmla="*/ 0 h 735807"/>
                <a:gd name="connsiteX4" fmla="*/ 192881 w 271792"/>
                <a:gd name="connsiteY4" fmla="*/ 16669 h 735807"/>
                <a:gd name="connsiteX5" fmla="*/ 245269 w 271792"/>
                <a:gd name="connsiteY5" fmla="*/ 147638 h 735807"/>
                <a:gd name="connsiteX6" fmla="*/ 271463 w 271792"/>
                <a:gd name="connsiteY6" fmla="*/ 590550 h 735807"/>
                <a:gd name="connsiteX7" fmla="*/ 109538 w 271792"/>
                <a:gd name="connsiteY7" fmla="*/ 735807 h 735807"/>
                <a:gd name="connsiteX8" fmla="*/ 76200 w 271792"/>
                <a:gd name="connsiteY8" fmla="*/ 681038 h 735807"/>
                <a:gd name="connsiteX9" fmla="*/ 52388 w 271792"/>
                <a:gd name="connsiteY9" fmla="*/ 607219 h 735807"/>
                <a:gd name="connsiteX10" fmla="*/ 38100 w 271792"/>
                <a:gd name="connsiteY10" fmla="*/ 490538 h 735807"/>
                <a:gd name="connsiteX11" fmla="*/ 35719 w 271792"/>
                <a:gd name="connsiteY11" fmla="*/ 221457 h 735807"/>
                <a:gd name="connsiteX12" fmla="*/ 0 w 271792"/>
                <a:gd name="connsiteY12" fmla="*/ 169069 h 735807"/>
                <a:gd name="connsiteX13" fmla="*/ 35719 w 271792"/>
                <a:gd name="connsiteY13" fmla="*/ 40483 h 735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71792" h="735807">
                  <a:moveTo>
                    <a:pt x="35719" y="40483"/>
                  </a:moveTo>
                  <a:lnTo>
                    <a:pt x="4763" y="57150"/>
                  </a:lnTo>
                  <a:lnTo>
                    <a:pt x="45244" y="0"/>
                  </a:lnTo>
                  <a:lnTo>
                    <a:pt x="159544" y="0"/>
                  </a:lnTo>
                  <a:lnTo>
                    <a:pt x="192881" y="16669"/>
                  </a:lnTo>
                  <a:lnTo>
                    <a:pt x="245269" y="147638"/>
                  </a:lnTo>
                  <a:cubicBezTo>
                    <a:pt x="254000" y="295275"/>
                    <a:pt x="274639" y="442913"/>
                    <a:pt x="271463" y="590550"/>
                  </a:cubicBezTo>
                  <a:cubicBezTo>
                    <a:pt x="219869" y="638969"/>
                    <a:pt x="163513" y="687388"/>
                    <a:pt x="109538" y="735807"/>
                  </a:cubicBezTo>
                  <a:lnTo>
                    <a:pt x="76200" y="681038"/>
                  </a:lnTo>
                  <a:lnTo>
                    <a:pt x="52388" y="607219"/>
                  </a:lnTo>
                  <a:lnTo>
                    <a:pt x="38100" y="490538"/>
                  </a:lnTo>
                  <a:cubicBezTo>
                    <a:pt x="37306" y="400844"/>
                    <a:pt x="36513" y="311151"/>
                    <a:pt x="35719" y="221457"/>
                  </a:cubicBezTo>
                  <a:lnTo>
                    <a:pt x="0" y="169069"/>
                  </a:lnTo>
                  <a:lnTo>
                    <a:pt x="35719" y="40483"/>
                  </a:lnTo>
                  <a:close/>
                </a:path>
              </a:pathLst>
            </a:custGeom>
            <a:grpFill/>
            <a:ln w="3175">
              <a:solidFill>
                <a:schemeClr val="bg1"/>
              </a:solidFill>
              <a:round/>
              <a:headEnd/>
              <a:tailEnd/>
            </a:ln>
          </p:spPr>
          <p:txBody>
            <a:bodyPr vert="horz" wrap="none" lIns="0" tIns="0" rIns="0" bIns="0" numCol="1" rtlCol="0" anchor="t" anchorCtr="0" compatLnSpc="1">
              <a:prstTxWarp prst="textNoShape">
                <a:avLst/>
              </a:prstTxWarp>
            </a:bodyPr>
            <a:lstStyle/>
            <a:p>
              <a:pPr algn="ctr"/>
              <a:endParaRPr kumimoji="1" lang="ja-JP" altLang="en-US" sz="1200"/>
            </a:p>
          </p:txBody>
        </p:sp>
        <p:sp>
          <p:nvSpPr>
            <p:cNvPr id="109" name="Freeform 1214"/>
            <p:cNvSpPr>
              <a:spLocks/>
            </p:cNvSpPr>
            <p:nvPr/>
          </p:nvSpPr>
          <p:spPr bwMode="gray">
            <a:xfrm>
              <a:off x="2411011" y="4636800"/>
              <a:ext cx="169200" cy="218735"/>
            </a:xfrm>
            <a:custGeom>
              <a:avLst/>
              <a:gdLst>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520479 w 1854206"/>
                <a:gd name="connsiteY26" fmla="*/ 2440532 h 2605433"/>
                <a:gd name="connsiteX27" fmla="*/ 455419 w 1854206"/>
                <a:gd name="connsiteY27" fmla="*/ 2275631 h 2605433"/>
                <a:gd name="connsiteX28" fmla="*/ 520479 w 1854206"/>
                <a:gd name="connsiteY28" fmla="*/ 2440531 h 2605433"/>
                <a:gd name="connsiteX29" fmla="*/ 618069 w 1854206"/>
                <a:gd name="connsiteY29" fmla="*/ 2605432 h 2605433"/>
                <a:gd name="connsiteX30" fmla="*/ 1008428 w 1854206"/>
                <a:gd name="connsiteY30" fmla="*/ 2407551 h 2605433"/>
                <a:gd name="connsiteX31" fmla="*/ 1132690 w 1854206"/>
                <a:gd name="connsiteY31" fmla="*/ 2397053 h 2605433"/>
                <a:gd name="connsiteX32" fmla="*/ 1223748 w 1854206"/>
                <a:gd name="connsiteY32" fmla="*/ 2133739 h 2605433"/>
                <a:gd name="connsiteX33" fmla="*/ 1053816 w 1854206"/>
                <a:gd name="connsiteY33" fmla="*/ 2087051 h 2605433"/>
                <a:gd name="connsiteX34" fmla="*/ 1066917 w 1854206"/>
                <a:gd name="connsiteY34" fmla="*/ 2029410 h 2605433"/>
                <a:gd name="connsiteX35" fmla="*/ 990936 w 1854206"/>
                <a:gd name="connsiteY35" fmla="*/ 2008450 h 2605433"/>
                <a:gd name="connsiteX36" fmla="*/ 969975 w 1854206"/>
                <a:gd name="connsiteY36" fmla="*/ 1945568 h 2605433"/>
                <a:gd name="connsiteX37" fmla="*/ 946395 w 1854206"/>
                <a:gd name="connsiteY37" fmla="*/ 1953429 h 2605433"/>
                <a:gd name="connsiteX38" fmla="*/ 930931 w 1854206"/>
                <a:gd name="connsiteY38" fmla="*/ 1882099 h 2605433"/>
                <a:gd name="connsiteX39" fmla="*/ 812772 w 1854206"/>
                <a:gd name="connsiteY39" fmla="*/ 1853866 h 2605433"/>
                <a:gd name="connsiteX40" fmla="*/ 829147 w 1854206"/>
                <a:gd name="connsiteY40" fmla="*/ 1824458 h 2605433"/>
                <a:gd name="connsiteX41" fmla="*/ 797051 w 1854206"/>
                <a:gd name="connsiteY41" fmla="*/ 1793605 h 2605433"/>
                <a:gd name="connsiteX42" fmla="*/ 692248 w 1854206"/>
                <a:gd name="connsiteY42" fmla="*/ 1835527 h 2605433"/>
                <a:gd name="connsiteX43" fmla="*/ 744650 w 1854206"/>
                <a:gd name="connsiteY43" fmla="*/ 1887928 h 2605433"/>
                <a:gd name="connsiteX44" fmla="*/ 715830 w 1854206"/>
                <a:gd name="connsiteY44" fmla="*/ 1953429 h 2605433"/>
                <a:gd name="connsiteX45" fmla="*/ 694869 w 1854206"/>
                <a:gd name="connsiteY45" fmla="*/ 1942949 h 2605433"/>
                <a:gd name="connsiteX46" fmla="*/ 647708 w 1854206"/>
                <a:gd name="connsiteY46" fmla="*/ 1977010 h 2605433"/>
                <a:gd name="connsiteX47" fmla="*/ 663428 w 1854206"/>
                <a:gd name="connsiteY47" fmla="*/ 2021551 h 2605433"/>
                <a:gd name="connsiteX48" fmla="*/ 637229 w 1854206"/>
                <a:gd name="connsiteY48" fmla="*/ 2055612 h 2605433"/>
                <a:gd name="connsiteX49" fmla="*/ 595307 w 1854206"/>
                <a:gd name="connsiteY49" fmla="*/ 2042511 h 2605433"/>
                <a:gd name="connsiteX50" fmla="*/ 553386 w 1854206"/>
                <a:gd name="connsiteY50" fmla="*/ 2060852 h 2605433"/>
                <a:gd name="connsiteX51" fmla="*/ 542971 w 1854206"/>
                <a:gd name="connsiteY51" fmla="*/ 2104342 h 2605433"/>
                <a:gd name="connsiteX52" fmla="*/ 487949 w 1854206"/>
                <a:gd name="connsiteY52" fmla="*/ 2087072 h 2605433"/>
                <a:gd name="connsiteX53" fmla="*/ 487949 w 1854206"/>
                <a:gd name="connsiteY53" fmla="*/ 2011790 h 2605433"/>
                <a:gd name="connsiteX54" fmla="*/ 455419 w 1854206"/>
                <a:gd name="connsiteY54" fmla="*/ 1879870 h 2605433"/>
                <a:gd name="connsiteX55" fmla="*/ 390359 w 1854206"/>
                <a:gd name="connsiteY55" fmla="*/ 1747949 h 2605433"/>
                <a:gd name="connsiteX56" fmla="*/ 325300 w 1854206"/>
                <a:gd name="connsiteY56" fmla="*/ 1649008 h 2605433"/>
                <a:gd name="connsiteX57" fmla="*/ 97590 w 1854206"/>
                <a:gd name="connsiteY57" fmla="*/ 1385167 h 2605433"/>
                <a:gd name="connsiteX58" fmla="*/ 162650 w 1854206"/>
                <a:gd name="connsiteY58" fmla="*/ 1286227 h 2605433"/>
                <a:gd name="connsiteX59" fmla="*/ 162650 w 1854206"/>
                <a:gd name="connsiteY59" fmla="*/ 1121326 h 2605433"/>
                <a:gd name="connsiteX60" fmla="*/ 130120 w 1854206"/>
                <a:gd name="connsiteY60" fmla="*/ 857484 h 2605433"/>
                <a:gd name="connsiteX61" fmla="*/ 97590 w 1854206"/>
                <a:gd name="connsiteY61" fmla="*/ 593643 h 2605433"/>
                <a:gd name="connsiteX62" fmla="*/ 0 w 1854206"/>
                <a:gd name="connsiteY62" fmla="*/ 329802 h 2605433"/>
                <a:gd name="connsiteX63" fmla="*/ 0 w 1854206"/>
                <a:gd name="connsiteY63" fmla="*/ 230861 h 2605433"/>
                <a:gd name="connsiteX64" fmla="*/ 97590 w 1854206"/>
                <a:gd name="connsiteY64" fmla="*/ 164901 h 2605433"/>
                <a:gd name="connsiteX65" fmla="*/ 195180 w 1854206"/>
                <a:gd name="connsiteY65" fmla="*/ 131921 h 2605433"/>
                <a:gd name="connsiteX66" fmla="*/ 553009 w 1854206"/>
                <a:gd name="connsiteY66"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520479 w 1854206"/>
                <a:gd name="connsiteY26" fmla="*/ 2440532 h 2605433"/>
                <a:gd name="connsiteX27" fmla="*/ 455419 w 1854206"/>
                <a:gd name="connsiteY27" fmla="*/ 2275631 h 2605433"/>
                <a:gd name="connsiteX28" fmla="*/ 618069 w 1854206"/>
                <a:gd name="connsiteY28" fmla="*/ 2605432 h 2605433"/>
                <a:gd name="connsiteX29" fmla="*/ 1008428 w 1854206"/>
                <a:gd name="connsiteY29" fmla="*/ 2407551 h 2605433"/>
                <a:gd name="connsiteX30" fmla="*/ 1132690 w 1854206"/>
                <a:gd name="connsiteY30" fmla="*/ 2397053 h 2605433"/>
                <a:gd name="connsiteX31" fmla="*/ 1223748 w 1854206"/>
                <a:gd name="connsiteY31" fmla="*/ 2133739 h 2605433"/>
                <a:gd name="connsiteX32" fmla="*/ 1053816 w 1854206"/>
                <a:gd name="connsiteY32" fmla="*/ 2087051 h 2605433"/>
                <a:gd name="connsiteX33" fmla="*/ 1066917 w 1854206"/>
                <a:gd name="connsiteY33" fmla="*/ 2029410 h 2605433"/>
                <a:gd name="connsiteX34" fmla="*/ 990936 w 1854206"/>
                <a:gd name="connsiteY34" fmla="*/ 2008450 h 2605433"/>
                <a:gd name="connsiteX35" fmla="*/ 969975 w 1854206"/>
                <a:gd name="connsiteY35" fmla="*/ 1945568 h 2605433"/>
                <a:gd name="connsiteX36" fmla="*/ 946395 w 1854206"/>
                <a:gd name="connsiteY36" fmla="*/ 1953429 h 2605433"/>
                <a:gd name="connsiteX37" fmla="*/ 930931 w 1854206"/>
                <a:gd name="connsiteY37" fmla="*/ 1882099 h 2605433"/>
                <a:gd name="connsiteX38" fmla="*/ 812772 w 1854206"/>
                <a:gd name="connsiteY38" fmla="*/ 1853866 h 2605433"/>
                <a:gd name="connsiteX39" fmla="*/ 829147 w 1854206"/>
                <a:gd name="connsiteY39" fmla="*/ 1824458 h 2605433"/>
                <a:gd name="connsiteX40" fmla="*/ 797051 w 1854206"/>
                <a:gd name="connsiteY40" fmla="*/ 1793605 h 2605433"/>
                <a:gd name="connsiteX41" fmla="*/ 692248 w 1854206"/>
                <a:gd name="connsiteY41" fmla="*/ 1835527 h 2605433"/>
                <a:gd name="connsiteX42" fmla="*/ 744650 w 1854206"/>
                <a:gd name="connsiteY42" fmla="*/ 1887928 h 2605433"/>
                <a:gd name="connsiteX43" fmla="*/ 715830 w 1854206"/>
                <a:gd name="connsiteY43" fmla="*/ 1953429 h 2605433"/>
                <a:gd name="connsiteX44" fmla="*/ 694869 w 1854206"/>
                <a:gd name="connsiteY44" fmla="*/ 1942949 h 2605433"/>
                <a:gd name="connsiteX45" fmla="*/ 647708 w 1854206"/>
                <a:gd name="connsiteY45" fmla="*/ 1977010 h 2605433"/>
                <a:gd name="connsiteX46" fmla="*/ 663428 w 1854206"/>
                <a:gd name="connsiteY46" fmla="*/ 2021551 h 2605433"/>
                <a:gd name="connsiteX47" fmla="*/ 637229 w 1854206"/>
                <a:gd name="connsiteY47" fmla="*/ 2055612 h 2605433"/>
                <a:gd name="connsiteX48" fmla="*/ 595307 w 1854206"/>
                <a:gd name="connsiteY48" fmla="*/ 2042511 h 2605433"/>
                <a:gd name="connsiteX49" fmla="*/ 553386 w 1854206"/>
                <a:gd name="connsiteY49" fmla="*/ 2060852 h 2605433"/>
                <a:gd name="connsiteX50" fmla="*/ 542971 w 1854206"/>
                <a:gd name="connsiteY50" fmla="*/ 2104342 h 2605433"/>
                <a:gd name="connsiteX51" fmla="*/ 487949 w 1854206"/>
                <a:gd name="connsiteY51" fmla="*/ 2087072 h 2605433"/>
                <a:gd name="connsiteX52" fmla="*/ 487949 w 1854206"/>
                <a:gd name="connsiteY52" fmla="*/ 2011790 h 2605433"/>
                <a:gd name="connsiteX53" fmla="*/ 455419 w 1854206"/>
                <a:gd name="connsiteY53" fmla="*/ 1879870 h 2605433"/>
                <a:gd name="connsiteX54" fmla="*/ 390359 w 1854206"/>
                <a:gd name="connsiteY54" fmla="*/ 1747949 h 2605433"/>
                <a:gd name="connsiteX55" fmla="*/ 325300 w 1854206"/>
                <a:gd name="connsiteY55" fmla="*/ 1649008 h 2605433"/>
                <a:gd name="connsiteX56" fmla="*/ 97590 w 1854206"/>
                <a:gd name="connsiteY56" fmla="*/ 1385167 h 2605433"/>
                <a:gd name="connsiteX57" fmla="*/ 162650 w 1854206"/>
                <a:gd name="connsiteY57" fmla="*/ 1286227 h 2605433"/>
                <a:gd name="connsiteX58" fmla="*/ 162650 w 1854206"/>
                <a:gd name="connsiteY58" fmla="*/ 1121326 h 2605433"/>
                <a:gd name="connsiteX59" fmla="*/ 130120 w 1854206"/>
                <a:gd name="connsiteY59" fmla="*/ 857484 h 2605433"/>
                <a:gd name="connsiteX60" fmla="*/ 97590 w 1854206"/>
                <a:gd name="connsiteY60" fmla="*/ 593643 h 2605433"/>
                <a:gd name="connsiteX61" fmla="*/ 0 w 1854206"/>
                <a:gd name="connsiteY61" fmla="*/ 329802 h 2605433"/>
                <a:gd name="connsiteX62" fmla="*/ 0 w 1854206"/>
                <a:gd name="connsiteY62" fmla="*/ 230861 h 2605433"/>
                <a:gd name="connsiteX63" fmla="*/ 97590 w 1854206"/>
                <a:gd name="connsiteY63" fmla="*/ 164901 h 2605433"/>
                <a:gd name="connsiteX64" fmla="*/ 195180 w 1854206"/>
                <a:gd name="connsiteY64" fmla="*/ 131921 h 2605433"/>
                <a:gd name="connsiteX65" fmla="*/ 553009 w 1854206"/>
                <a:gd name="connsiteY65"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520479 w 1854206"/>
                <a:gd name="connsiteY26" fmla="*/ 2440532 h 2605433"/>
                <a:gd name="connsiteX27" fmla="*/ 618069 w 1854206"/>
                <a:gd name="connsiteY27" fmla="*/ 2605432 h 2605433"/>
                <a:gd name="connsiteX28" fmla="*/ 1008428 w 1854206"/>
                <a:gd name="connsiteY28" fmla="*/ 2407551 h 2605433"/>
                <a:gd name="connsiteX29" fmla="*/ 1132690 w 1854206"/>
                <a:gd name="connsiteY29" fmla="*/ 2397053 h 2605433"/>
                <a:gd name="connsiteX30" fmla="*/ 1223748 w 1854206"/>
                <a:gd name="connsiteY30" fmla="*/ 2133739 h 2605433"/>
                <a:gd name="connsiteX31" fmla="*/ 1053816 w 1854206"/>
                <a:gd name="connsiteY31" fmla="*/ 2087051 h 2605433"/>
                <a:gd name="connsiteX32" fmla="*/ 1066917 w 1854206"/>
                <a:gd name="connsiteY32" fmla="*/ 2029410 h 2605433"/>
                <a:gd name="connsiteX33" fmla="*/ 990936 w 1854206"/>
                <a:gd name="connsiteY33" fmla="*/ 2008450 h 2605433"/>
                <a:gd name="connsiteX34" fmla="*/ 969975 w 1854206"/>
                <a:gd name="connsiteY34" fmla="*/ 1945568 h 2605433"/>
                <a:gd name="connsiteX35" fmla="*/ 946395 w 1854206"/>
                <a:gd name="connsiteY35" fmla="*/ 1953429 h 2605433"/>
                <a:gd name="connsiteX36" fmla="*/ 930931 w 1854206"/>
                <a:gd name="connsiteY36" fmla="*/ 1882099 h 2605433"/>
                <a:gd name="connsiteX37" fmla="*/ 812772 w 1854206"/>
                <a:gd name="connsiteY37" fmla="*/ 1853866 h 2605433"/>
                <a:gd name="connsiteX38" fmla="*/ 829147 w 1854206"/>
                <a:gd name="connsiteY38" fmla="*/ 1824458 h 2605433"/>
                <a:gd name="connsiteX39" fmla="*/ 797051 w 1854206"/>
                <a:gd name="connsiteY39" fmla="*/ 1793605 h 2605433"/>
                <a:gd name="connsiteX40" fmla="*/ 692248 w 1854206"/>
                <a:gd name="connsiteY40" fmla="*/ 1835527 h 2605433"/>
                <a:gd name="connsiteX41" fmla="*/ 744650 w 1854206"/>
                <a:gd name="connsiteY41" fmla="*/ 1887928 h 2605433"/>
                <a:gd name="connsiteX42" fmla="*/ 715830 w 1854206"/>
                <a:gd name="connsiteY42" fmla="*/ 1953429 h 2605433"/>
                <a:gd name="connsiteX43" fmla="*/ 694869 w 1854206"/>
                <a:gd name="connsiteY43" fmla="*/ 1942949 h 2605433"/>
                <a:gd name="connsiteX44" fmla="*/ 647708 w 1854206"/>
                <a:gd name="connsiteY44" fmla="*/ 1977010 h 2605433"/>
                <a:gd name="connsiteX45" fmla="*/ 663428 w 1854206"/>
                <a:gd name="connsiteY45" fmla="*/ 2021551 h 2605433"/>
                <a:gd name="connsiteX46" fmla="*/ 637229 w 1854206"/>
                <a:gd name="connsiteY46" fmla="*/ 2055612 h 2605433"/>
                <a:gd name="connsiteX47" fmla="*/ 595307 w 1854206"/>
                <a:gd name="connsiteY47" fmla="*/ 2042511 h 2605433"/>
                <a:gd name="connsiteX48" fmla="*/ 553386 w 1854206"/>
                <a:gd name="connsiteY48" fmla="*/ 2060852 h 2605433"/>
                <a:gd name="connsiteX49" fmla="*/ 542971 w 1854206"/>
                <a:gd name="connsiteY49" fmla="*/ 2104342 h 2605433"/>
                <a:gd name="connsiteX50" fmla="*/ 487949 w 1854206"/>
                <a:gd name="connsiteY50" fmla="*/ 2087072 h 2605433"/>
                <a:gd name="connsiteX51" fmla="*/ 487949 w 1854206"/>
                <a:gd name="connsiteY51" fmla="*/ 2011790 h 2605433"/>
                <a:gd name="connsiteX52" fmla="*/ 455419 w 1854206"/>
                <a:gd name="connsiteY52" fmla="*/ 1879870 h 2605433"/>
                <a:gd name="connsiteX53" fmla="*/ 390359 w 1854206"/>
                <a:gd name="connsiteY53" fmla="*/ 1747949 h 2605433"/>
                <a:gd name="connsiteX54" fmla="*/ 325300 w 1854206"/>
                <a:gd name="connsiteY54" fmla="*/ 1649008 h 2605433"/>
                <a:gd name="connsiteX55" fmla="*/ 97590 w 1854206"/>
                <a:gd name="connsiteY55" fmla="*/ 1385167 h 2605433"/>
                <a:gd name="connsiteX56" fmla="*/ 162650 w 1854206"/>
                <a:gd name="connsiteY56" fmla="*/ 1286227 h 2605433"/>
                <a:gd name="connsiteX57" fmla="*/ 162650 w 1854206"/>
                <a:gd name="connsiteY57" fmla="*/ 1121326 h 2605433"/>
                <a:gd name="connsiteX58" fmla="*/ 130120 w 1854206"/>
                <a:gd name="connsiteY58" fmla="*/ 857484 h 2605433"/>
                <a:gd name="connsiteX59" fmla="*/ 97590 w 1854206"/>
                <a:gd name="connsiteY59" fmla="*/ 593643 h 2605433"/>
                <a:gd name="connsiteX60" fmla="*/ 0 w 1854206"/>
                <a:gd name="connsiteY60" fmla="*/ 329802 h 2605433"/>
                <a:gd name="connsiteX61" fmla="*/ 0 w 1854206"/>
                <a:gd name="connsiteY61" fmla="*/ 230861 h 2605433"/>
                <a:gd name="connsiteX62" fmla="*/ 97590 w 1854206"/>
                <a:gd name="connsiteY62" fmla="*/ 164901 h 2605433"/>
                <a:gd name="connsiteX63" fmla="*/ 195180 w 1854206"/>
                <a:gd name="connsiteY63" fmla="*/ 131921 h 2605433"/>
                <a:gd name="connsiteX64" fmla="*/ 553009 w 1854206"/>
                <a:gd name="connsiteY64"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618069 w 1854206"/>
                <a:gd name="connsiteY26" fmla="*/ 2605432 h 2605433"/>
                <a:gd name="connsiteX27" fmla="*/ 1008428 w 1854206"/>
                <a:gd name="connsiteY27" fmla="*/ 2407551 h 2605433"/>
                <a:gd name="connsiteX28" fmla="*/ 1132690 w 1854206"/>
                <a:gd name="connsiteY28" fmla="*/ 2397053 h 2605433"/>
                <a:gd name="connsiteX29" fmla="*/ 1223748 w 1854206"/>
                <a:gd name="connsiteY29" fmla="*/ 2133739 h 2605433"/>
                <a:gd name="connsiteX30" fmla="*/ 1053816 w 1854206"/>
                <a:gd name="connsiteY30" fmla="*/ 2087051 h 2605433"/>
                <a:gd name="connsiteX31" fmla="*/ 1066917 w 1854206"/>
                <a:gd name="connsiteY31" fmla="*/ 2029410 h 2605433"/>
                <a:gd name="connsiteX32" fmla="*/ 990936 w 1854206"/>
                <a:gd name="connsiteY32" fmla="*/ 2008450 h 2605433"/>
                <a:gd name="connsiteX33" fmla="*/ 969975 w 1854206"/>
                <a:gd name="connsiteY33" fmla="*/ 1945568 h 2605433"/>
                <a:gd name="connsiteX34" fmla="*/ 946395 w 1854206"/>
                <a:gd name="connsiteY34" fmla="*/ 1953429 h 2605433"/>
                <a:gd name="connsiteX35" fmla="*/ 930931 w 1854206"/>
                <a:gd name="connsiteY35" fmla="*/ 1882099 h 2605433"/>
                <a:gd name="connsiteX36" fmla="*/ 812772 w 1854206"/>
                <a:gd name="connsiteY36" fmla="*/ 1853866 h 2605433"/>
                <a:gd name="connsiteX37" fmla="*/ 829147 w 1854206"/>
                <a:gd name="connsiteY37" fmla="*/ 1824458 h 2605433"/>
                <a:gd name="connsiteX38" fmla="*/ 797051 w 1854206"/>
                <a:gd name="connsiteY38" fmla="*/ 1793605 h 2605433"/>
                <a:gd name="connsiteX39" fmla="*/ 692248 w 1854206"/>
                <a:gd name="connsiteY39" fmla="*/ 1835527 h 2605433"/>
                <a:gd name="connsiteX40" fmla="*/ 744650 w 1854206"/>
                <a:gd name="connsiteY40" fmla="*/ 1887928 h 2605433"/>
                <a:gd name="connsiteX41" fmla="*/ 715830 w 1854206"/>
                <a:gd name="connsiteY41" fmla="*/ 1953429 h 2605433"/>
                <a:gd name="connsiteX42" fmla="*/ 694869 w 1854206"/>
                <a:gd name="connsiteY42" fmla="*/ 1942949 h 2605433"/>
                <a:gd name="connsiteX43" fmla="*/ 647708 w 1854206"/>
                <a:gd name="connsiteY43" fmla="*/ 1977010 h 2605433"/>
                <a:gd name="connsiteX44" fmla="*/ 663428 w 1854206"/>
                <a:gd name="connsiteY44" fmla="*/ 2021551 h 2605433"/>
                <a:gd name="connsiteX45" fmla="*/ 637229 w 1854206"/>
                <a:gd name="connsiteY45" fmla="*/ 2055612 h 2605433"/>
                <a:gd name="connsiteX46" fmla="*/ 595307 w 1854206"/>
                <a:gd name="connsiteY46" fmla="*/ 2042511 h 2605433"/>
                <a:gd name="connsiteX47" fmla="*/ 553386 w 1854206"/>
                <a:gd name="connsiteY47" fmla="*/ 2060852 h 2605433"/>
                <a:gd name="connsiteX48" fmla="*/ 542971 w 1854206"/>
                <a:gd name="connsiteY48" fmla="*/ 2104342 h 2605433"/>
                <a:gd name="connsiteX49" fmla="*/ 487949 w 1854206"/>
                <a:gd name="connsiteY49" fmla="*/ 2087072 h 2605433"/>
                <a:gd name="connsiteX50" fmla="*/ 487949 w 1854206"/>
                <a:gd name="connsiteY50" fmla="*/ 2011790 h 2605433"/>
                <a:gd name="connsiteX51" fmla="*/ 455419 w 1854206"/>
                <a:gd name="connsiteY51" fmla="*/ 1879870 h 2605433"/>
                <a:gd name="connsiteX52" fmla="*/ 390359 w 1854206"/>
                <a:gd name="connsiteY52" fmla="*/ 1747949 h 2605433"/>
                <a:gd name="connsiteX53" fmla="*/ 325300 w 1854206"/>
                <a:gd name="connsiteY53" fmla="*/ 1649008 h 2605433"/>
                <a:gd name="connsiteX54" fmla="*/ 97590 w 1854206"/>
                <a:gd name="connsiteY54" fmla="*/ 1385167 h 2605433"/>
                <a:gd name="connsiteX55" fmla="*/ 162650 w 1854206"/>
                <a:gd name="connsiteY55" fmla="*/ 1286227 h 2605433"/>
                <a:gd name="connsiteX56" fmla="*/ 162650 w 1854206"/>
                <a:gd name="connsiteY56" fmla="*/ 1121326 h 2605433"/>
                <a:gd name="connsiteX57" fmla="*/ 130120 w 1854206"/>
                <a:gd name="connsiteY57" fmla="*/ 857484 h 2605433"/>
                <a:gd name="connsiteX58" fmla="*/ 97590 w 1854206"/>
                <a:gd name="connsiteY58" fmla="*/ 593643 h 2605433"/>
                <a:gd name="connsiteX59" fmla="*/ 0 w 1854206"/>
                <a:gd name="connsiteY59" fmla="*/ 329802 h 2605433"/>
                <a:gd name="connsiteX60" fmla="*/ 0 w 1854206"/>
                <a:gd name="connsiteY60" fmla="*/ 230861 h 2605433"/>
                <a:gd name="connsiteX61" fmla="*/ 97590 w 1854206"/>
                <a:gd name="connsiteY61" fmla="*/ 164901 h 2605433"/>
                <a:gd name="connsiteX62" fmla="*/ 195180 w 1854206"/>
                <a:gd name="connsiteY62" fmla="*/ 131921 h 2605433"/>
                <a:gd name="connsiteX63" fmla="*/ 553009 w 1854206"/>
                <a:gd name="connsiteY63" fmla="*/ 0 h 2605433"/>
                <a:gd name="connsiteX0" fmla="*/ 553009 w 1854206"/>
                <a:gd name="connsiteY0" fmla="*/ 0 h 2605433"/>
                <a:gd name="connsiteX1" fmla="*/ 618069 w 1854206"/>
                <a:gd name="connsiteY1" fmla="*/ 263841 h 2605433"/>
                <a:gd name="connsiteX2" fmla="*/ 715659 w 1854206"/>
                <a:gd name="connsiteY2" fmla="*/ 428742 h 2605433"/>
                <a:gd name="connsiteX3" fmla="*/ 813248 w 1854206"/>
                <a:gd name="connsiteY3" fmla="*/ 593643 h 2605433"/>
                <a:gd name="connsiteX4" fmla="*/ 878308 w 1854206"/>
                <a:gd name="connsiteY4" fmla="*/ 659603 h 2605433"/>
                <a:gd name="connsiteX5" fmla="*/ 975898 w 1854206"/>
                <a:gd name="connsiteY5" fmla="*/ 758544 h 2605433"/>
                <a:gd name="connsiteX6" fmla="*/ 1040958 w 1854206"/>
                <a:gd name="connsiteY6" fmla="*/ 824504 h 2605433"/>
                <a:gd name="connsiteX7" fmla="*/ 1073488 w 1854206"/>
                <a:gd name="connsiteY7" fmla="*/ 923445 h 2605433"/>
                <a:gd name="connsiteX8" fmla="*/ 1203608 w 1854206"/>
                <a:gd name="connsiteY8" fmla="*/ 989405 h 2605433"/>
                <a:gd name="connsiteX9" fmla="*/ 1301197 w 1854206"/>
                <a:gd name="connsiteY9" fmla="*/ 1022385 h 2605433"/>
                <a:gd name="connsiteX10" fmla="*/ 1398787 w 1854206"/>
                <a:gd name="connsiteY10" fmla="*/ 1022385 h 2605433"/>
                <a:gd name="connsiteX11" fmla="*/ 1593966 w 1854206"/>
                <a:gd name="connsiteY11" fmla="*/ 956425 h 2605433"/>
                <a:gd name="connsiteX12" fmla="*/ 1659026 w 1854206"/>
                <a:gd name="connsiteY12" fmla="*/ 989405 h 2605433"/>
                <a:gd name="connsiteX13" fmla="*/ 1659026 w 1854206"/>
                <a:gd name="connsiteY13" fmla="*/ 1022385 h 2605433"/>
                <a:gd name="connsiteX14" fmla="*/ 1659026 w 1854206"/>
                <a:gd name="connsiteY14" fmla="*/ 1121326 h 2605433"/>
                <a:gd name="connsiteX15" fmla="*/ 1724086 w 1854206"/>
                <a:gd name="connsiteY15" fmla="*/ 1220266 h 2605433"/>
                <a:gd name="connsiteX16" fmla="*/ 1821676 w 1854206"/>
                <a:gd name="connsiteY16" fmla="*/ 1319207 h 2605433"/>
                <a:gd name="connsiteX17" fmla="*/ 1854206 w 1854206"/>
                <a:gd name="connsiteY17" fmla="*/ 1484108 h 2605433"/>
                <a:gd name="connsiteX18" fmla="*/ 1724086 w 1854206"/>
                <a:gd name="connsiteY18" fmla="*/ 1484108 h 2605433"/>
                <a:gd name="connsiteX19" fmla="*/ 1659026 w 1854206"/>
                <a:gd name="connsiteY19" fmla="*/ 1517088 h 2605433"/>
                <a:gd name="connsiteX20" fmla="*/ 1593966 w 1854206"/>
                <a:gd name="connsiteY20" fmla="*/ 1550068 h 2605433"/>
                <a:gd name="connsiteX21" fmla="*/ 1528907 w 1854206"/>
                <a:gd name="connsiteY21" fmla="*/ 1813909 h 2605433"/>
                <a:gd name="connsiteX22" fmla="*/ 1398787 w 1854206"/>
                <a:gd name="connsiteY22" fmla="*/ 2242651 h 2605433"/>
                <a:gd name="connsiteX23" fmla="*/ 1398787 w 1854206"/>
                <a:gd name="connsiteY23" fmla="*/ 2374572 h 2605433"/>
                <a:gd name="connsiteX24" fmla="*/ 1008428 w 1854206"/>
                <a:gd name="connsiteY24" fmla="*/ 2407552 h 2605433"/>
                <a:gd name="connsiteX25" fmla="*/ 618069 w 1854206"/>
                <a:gd name="connsiteY25" fmla="*/ 2605433 h 2605433"/>
                <a:gd name="connsiteX26" fmla="*/ 1008428 w 1854206"/>
                <a:gd name="connsiteY26" fmla="*/ 2407551 h 2605433"/>
                <a:gd name="connsiteX27" fmla="*/ 1132690 w 1854206"/>
                <a:gd name="connsiteY27" fmla="*/ 2397053 h 2605433"/>
                <a:gd name="connsiteX28" fmla="*/ 1223748 w 1854206"/>
                <a:gd name="connsiteY28" fmla="*/ 2133739 h 2605433"/>
                <a:gd name="connsiteX29" fmla="*/ 1053816 w 1854206"/>
                <a:gd name="connsiteY29" fmla="*/ 2087051 h 2605433"/>
                <a:gd name="connsiteX30" fmla="*/ 1066917 w 1854206"/>
                <a:gd name="connsiteY30" fmla="*/ 2029410 h 2605433"/>
                <a:gd name="connsiteX31" fmla="*/ 990936 w 1854206"/>
                <a:gd name="connsiteY31" fmla="*/ 2008450 h 2605433"/>
                <a:gd name="connsiteX32" fmla="*/ 969975 w 1854206"/>
                <a:gd name="connsiteY32" fmla="*/ 1945568 h 2605433"/>
                <a:gd name="connsiteX33" fmla="*/ 946395 w 1854206"/>
                <a:gd name="connsiteY33" fmla="*/ 1953429 h 2605433"/>
                <a:gd name="connsiteX34" fmla="*/ 930931 w 1854206"/>
                <a:gd name="connsiteY34" fmla="*/ 1882099 h 2605433"/>
                <a:gd name="connsiteX35" fmla="*/ 812772 w 1854206"/>
                <a:gd name="connsiteY35" fmla="*/ 1853866 h 2605433"/>
                <a:gd name="connsiteX36" fmla="*/ 829147 w 1854206"/>
                <a:gd name="connsiteY36" fmla="*/ 1824458 h 2605433"/>
                <a:gd name="connsiteX37" fmla="*/ 797051 w 1854206"/>
                <a:gd name="connsiteY37" fmla="*/ 1793605 h 2605433"/>
                <a:gd name="connsiteX38" fmla="*/ 692248 w 1854206"/>
                <a:gd name="connsiteY38" fmla="*/ 1835527 h 2605433"/>
                <a:gd name="connsiteX39" fmla="*/ 744650 w 1854206"/>
                <a:gd name="connsiteY39" fmla="*/ 1887928 h 2605433"/>
                <a:gd name="connsiteX40" fmla="*/ 715830 w 1854206"/>
                <a:gd name="connsiteY40" fmla="*/ 1953429 h 2605433"/>
                <a:gd name="connsiteX41" fmla="*/ 694869 w 1854206"/>
                <a:gd name="connsiteY41" fmla="*/ 1942949 h 2605433"/>
                <a:gd name="connsiteX42" fmla="*/ 647708 w 1854206"/>
                <a:gd name="connsiteY42" fmla="*/ 1977010 h 2605433"/>
                <a:gd name="connsiteX43" fmla="*/ 663428 w 1854206"/>
                <a:gd name="connsiteY43" fmla="*/ 2021551 h 2605433"/>
                <a:gd name="connsiteX44" fmla="*/ 637229 w 1854206"/>
                <a:gd name="connsiteY44" fmla="*/ 2055612 h 2605433"/>
                <a:gd name="connsiteX45" fmla="*/ 595307 w 1854206"/>
                <a:gd name="connsiteY45" fmla="*/ 2042511 h 2605433"/>
                <a:gd name="connsiteX46" fmla="*/ 553386 w 1854206"/>
                <a:gd name="connsiteY46" fmla="*/ 2060852 h 2605433"/>
                <a:gd name="connsiteX47" fmla="*/ 542971 w 1854206"/>
                <a:gd name="connsiteY47" fmla="*/ 2104342 h 2605433"/>
                <a:gd name="connsiteX48" fmla="*/ 487949 w 1854206"/>
                <a:gd name="connsiteY48" fmla="*/ 2087072 h 2605433"/>
                <a:gd name="connsiteX49" fmla="*/ 487949 w 1854206"/>
                <a:gd name="connsiteY49" fmla="*/ 2011790 h 2605433"/>
                <a:gd name="connsiteX50" fmla="*/ 455419 w 1854206"/>
                <a:gd name="connsiteY50" fmla="*/ 1879870 h 2605433"/>
                <a:gd name="connsiteX51" fmla="*/ 390359 w 1854206"/>
                <a:gd name="connsiteY51" fmla="*/ 1747949 h 2605433"/>
                <a:gd name="connsiteX52" fmla="*/ 325300 w 1854206"/>
                <a:gd name="connsiteY52" fmla="*/ 1649008 h 2605433"/>
                <a:gd name="connsiteX53" fmla="*/ 97590 w 1854206"/>
                <a:gd name="connsiteY53" fmla="*/ 1385167 h 2605433"/>
                <a:gd name="connsiteX54" fmla="*/ 162650 w 1854206"/>
                <a:gd name="connsiteY54" fmla="*/ 1286227 h 2605433"/>
                <a:gd name="connsiteX55" fmla="*/ 162650 w 1854206"/>
                <a:gd name="connsiteY55" fmla="*/ 1121326 h 2605433"/>
                <a:gd name="connsiteX56" fmla="*/ 130120 w 1854206"/>
                <a:gd name="connsiteY56" fmla="*/ 857484 h 2605433"/>
                <a:gd name="connsiteX57" fmla="*/ 97590 w 1854206"/>
                <a:gd name="connsiteY57" fmla="*/ 593643 h 2605433"/>
                <a:gd name="connsiteX58" fmla="*/ 0 w 1854206"/>
                <a:gd name="connsiteY58" fmla="*/ 329802 h 2605433"/>
                <a:gd name="connsiteX59" fmla="*/ 0 w 1854206"/>
                <a:gd name="connsiteY59" fmla="*/ 230861 h 2605433"/>
                <a:gd name="connsiteX60" fmla="*/ 97590 w 1854206"/>
                <a:gd name="connsiteY60" fmla="*/ 164901 h 2605433"/>
                <a:gd name="connsiteX61" fmla="*/ 195180 w 1854206"/>
                <a:gd name="connsiteY61" fmla="*/ 131921 h 2605433"/>
                <a:gd name="connsiteX62" fmla="*/ 553009 w 1854206"/>
                <a:gd name="connsiteY62" fmla="*/ 0 h 2605433"/>
                <a:gd name="connsiteX0" fmla="*/ 553009 w 1854206"/>
                <a:gd name="connsiteY0" fmla="*/ 0 h 2407552"/>
                <a:gd name="connsiteX1" fmla="*/ 618069 w 1854206"/>
                <a:gd name="connsiteY1" fmla="*/ 263841 h 2407552"/>
                <a:gd name="connsiteX2" fmla="*/ 715659 w 1854206"/>
                <a:gd name="connsiteY2" fmla="*/ 428742 h 2407552"/>
                <a:gd name="connsiteX3" fmla="*/ 813248 w 1854206"/>
                <a:gd name="connsiteY3" fmla="*/ 593643 h 2407552"/>
                <a:gd name="connsiteX4" fmla="*/ 878308 w 1854206"/>
                <a:gd name="connsiteY4" fmla="*/ 659603 h 2407552"/>
                <a:gd name="connsiteX5" fmla="*/ 975898 w 1854206"/>
                <a:gd name="connsiteY5" fmla="*/ 758544 h 2407552"/>
                <a:gd name="connsiteX6" fmla="*/ 1040958 w 1854206"/>
                <a:gd name="connsiteY6" fmla="*/ 824504 h 2407552"/>
                <a:gd name="connsiteX7" fmla="*/ 1073488 w 1854206"/>
                <a:gd name="connsiteY7" fmla="*/ 923445 h 2407552"/>
                <a:gd name="connsiteX8" fmla="*/ 1203608 w 1854206"/>
                <a:gd name="connsiteY8" fmla="*/ 989405 h 2407552"/>
                <a:gd name="connsiteX9" fmla="*/ 1301197 w 1854206"/>
                <a:gd name="connsiteY9" fmla="*/ 1022385 h 2407552"/>
                <a:gd name="connsiteX10" fmla="*/ 1398787 w 1854206"/>
                <a:gd name="connsiteY10" fmla="*/ 1022385 h 2407552"/>
                <a:gd name="connsiteX11" fmla="*/ 1593966 w 1854206"/>
                <a:gd name="connsiteY11" fmla="*/ 956425 h 2407552"/>
                <a:gd name="connsiteX12" fmla="*/ 1659026 w 1854206"/>
                <a:gd name="connsiteY12" fmla="*/ 989405 h 2407552"/>
                <a:gd name="connsiteX13" fmla="*/ 1659026 w 1854206"/>
                <a:gd name="connsiteY13" fmla="*/ 1022385 h 2407552"/>
                <a:gd name="connsiteX14" fmla="*/ 1659026 w 1854206"/>
                <a:gd name="connsiteY14" fmla="*/ 1121326 h 2407552"/>
                <a:gd name="connsiteX15" fmla="*/ 1724086 w 1854206"/>
                <a:gd name="connsiteY15" fmla="*/ 1220266 h 2407552"/>
                <a:gd name="connsiteX16" fmla="*/ 1821676 w 1854206"/>
                <a:gd name="connsiteY16" fmla="*/ 1319207 h 2407552"/>
                <a:gd name="connsiteX17" fmla="*/ 1854206 w 1854206"/>
                <a:gd name="connsiteY17" fmla="*/ 1484108 h 2407552"/>
                <a:gd name="connsiteX18" fmla="*/ 1724086 w 1854206"/>
                <a:gd name="connsiteY18" fmla="*/ 1484108 h 2407552"/>
                <a:gd name="connsiteX19" fmla="*/ 1659026 w 1854206"/>
                <a:gd name="connsiteY19" fmla="*/ 1517088 h 2407552"/>
                <a:gd name="connsiteX20" fmla="*/ 1593966 w 1854206"/>
                <a:gd name="connsiteY20" fmla="*/ 1550068 h 2407552"/>
                <a:gd name="connsiteX21" fmla="*/ 1528907 w 1854206"/>
                <a:gd name="connsiteY21" fmla="*/ 1813909 h 2407552"/>
                <a:gd name="connsiteX22" fmla="*/ 1398787 w 1854206"/>
                <a:gd name="connsiteY22" fmla="*/ 2242651 h 2407552"/>
                <a:gd name="connsiteX23" fmla="*/ 1398787 w 1854206"/>
                <a:gd name="connsiteY23" fmla="*/ 2374572 h 2407552"/>
                <a:gd name="connsiteX24" fmla="*/ 1008428 w 1854206"/>
                <a:gd name="connsiteY24" fmla="*/ 2407552 h 2407552"/>
                <a:gd name="connsiteX25" fmla="*/ 1008428 w 1854206"/>
                <a:gd name="connsiteY25" fmla="*/ 2407551 h 2407552"/>
                <a:gd name="connsiteX26" fmla="*/ 1132690 w 1854206"/>
                <a:gd name="connsiteY26" fmla="*/ 2397053 h 2407552"/>
                <a:gd name="connsiteX27" fmla="*/ 1223748 w 1854206"/>
                <a:gd name="connsiteY27" fmla="*/ 2133739 h 2407552"/>
                <a:gd name="connsiteX28" fmla="*/ 1053816 w 1854206"/>
                <a:gd name="connsiteY28" fmla="*/ 2087051 h 2407552"/>
                <a:gd name="connsiteX29" fmla="*/ 1066917 w 1854206"/>
                <a:gd name="connsiteY29" fmla="*/ 2029410 h 2407552"/>
                <a:gd name="connsiteX30" fmla="*/ 990936 w 1854206"/>
                <a:gd name="connsiteY30" fmla="*/ 2008450 h 2407552"/>
                <a:gd name="connsiteX31" fmla="*/ 969975 w 1854206"/>
                <a:gd name="connsiteY31" fmla="*/ 1945568 h 2407552"/>
                <a:gd name="connsiteX32" fmla="*/ 946395 w 1854206"/>
                <a:gd name="connsiteY32" fmla="*/ 1953429 h 2407552"/>
                <a:gd name="connsiteX33" fmla="*/ 930931 w 1854206"/>
                <a:gd name="connsiteY33" fmla="*/ 1882099 h 2407552"/>
                <a:gd name="connsiteX34" fmla="*/ 812772 w 1854206"/>
                <a:gd name="connsiteY34" fmla="*/ 1853866 h 2407552"/>
                <a:gd name="connsiteX35" fmla="*/ 829147 w 1854206"/>
                <a:gd name="connsiteY35" fmla="*/ 1824458 h 2407552"/>
                <a:gd name="connsiteX36" fmla="*/ 797051 w 1854206"/>
                <a:gd name="connsiteY36" fmla="*/ 1793605 h 2407552"/>
                <a:gd name="connsiteX37" fmla="*/ 692248 w 1854206"/>
                <a:gd name="connsiteY37" fmla="*/ 1835527 h 2407552"/>
                <a:gd name="connsiteX38" fmla="*/ 744650 w 1854206"/>
                <a:gd name="connsiteY38" fmla="*/ 1887928 h 2407552"/>
                <a:gd name="connsiteX39" fmla="*/ 715830 w 1854206"/>
                <a:gd name="connsiteY39" fmla="*/ 1953429 h 2407552"/>
                <a:gd name="connsiteX40" fmla="*/ 694869 w 1854206"/>
                <a:gd name="connsiteY40" fmla="*/ 1942949 h 2407552"/>
                <a:gd name="connsiteX41" fmla="*/ 647708 w 1854206"/>
                <a:gd name="connsiteY41" fmla="*/ 1977010 h 2407552"/>
                <a:gd name="connsiteX42" fmla="*/ 663428 w 1854206"/>
                <a:gd name="connsiteY42" fmla="*/ 2021551 h 2407552"/>
                <a:gd name="connsiteX43" fmla="*/ 637229 w 1854206"/>
                <a:gd name="connsiteY43" fmla="*/ 2055612 h 2407552"/>
                <a:gd name="connsiteX44" fmla="*/ 595307 w 1854206"/>
                <a:gd name="connsiteY44" fmla="*/ 2042511 h 2407552"/>
                <a:gd name="connsiteX45" fmla="*/ 553386 w 1854206"/>
                <a:gd name="connsiteY45" fmla="*/ 2060852 h 2407552"/>
                <a:gd name="connsiteX46" fmla="*/ 542971 w 1854206"/>
                <a:gd name="connsiteY46" fmla="*/ 2104342 h 2407552"/>
                <a:gd name="connsiteX47" fmla="*/ 487949 w 1854206"/>
                <a:gd name="connsiteY47" fmla="*/ 2087072 h 2407552"/>
                <a:gd name="connsiteX48" fmla="*/ 487949 w 1854206"/>
                <a:gd name="connsiteY48" fmla="*/ 2011790 h 2407552"/>
                <a:gd name="connsiteX49" fmla="*/ 455419 w 1854206"/>
                <a:gd name="connsiteY49" fmla="*/ 1879870 h 2407552"/>
                <a:gd name="connsiteX50" fmla="*/ 390359 w 1854206"/>
                <a:gd name="connsiteY50" fmla="*/ 1747949 h 2407552"/>
                <a:gd name="connsiteX51" fmla="*/ 325300 w 1854206"/>
                <a:gd name="connsiteY51" fmla="*/ 1649008 h 2407552"/>
                <a:gd name="connsiteX52" fmla="*/ 97590 w 1854206"/>
                <a:gd name="connsiteY52" fmla="*/ 1385167 h 2407552"/>
                <a:gd name="connsiteX53" fmla="*/ 162650 w 1854206"/>
                <a:gd name="connsiteY53" fmla="*/ 1286227 h 2407552"/>
                <a:gd name="connsiteX54" fmla="*/ 162650 w 1854206"/>
                <a:gd name="connsiteY54" fmla="*/ 1121326 h 2407552"/>
                <a:gd name="connsiteX55" fmla="*/ 130120 w 1854206"/>
                <a:gd name="connsiteY55" fmla="*/ 857484 h 2407552"/>
                <a:gd name="connsiteX56" fmla="*/ 97590 w 1854206"/>
                <a:gd name="connsiteY56" fmla="*/ 593643 h 2407552"/>
                <a:gd name="connsiteX57" fmla="*/ 0 w 1854206"/>
                <a:gd name="connsiteY57" fmla="*/ 329802 h 2407552"/>
                <a:gd name="connsiteX58" fmla="*/ 0 w 1854206"/>
                <a:gd name="connsiteY58" fmla="*/ 230861 h 2407552"/>
                <a:gd name="connsiteX59" fmla="*/ 97590 w 1854206"/>
                <a:gd name="connsiteY59" fmla="*/ 164901 h 2407552"/>
                <a:gd name="connsiteX60" fmla="*/ 195180 w 1854206"/>
                <a:gd name="connsiteY60" fmla="*/ 131921 h 2407552"/>
                <a:gd name="connsiteX61" fmla="*/ 553009 w 1854206"/>
                <a:gd name="connsiteY61" fmla="*/ 0 h 2407552"/>
                <a:gd name="connsiteX0" fmla="*/ 553009 w 1854206"/>
                <a:gd name="connsiteY0" fmla="*/ 0 h 2407552"/>
                <a:gd name="connsiteX1" fmla="*/ 618069 w 1854206"/>
                <a:gd name="connsiteY1" fmla="*/ 263841 h 2407552"/>
                <a:gd name="connsiteX2" fmla="*/ 715659 w 1854206"/>
                <a:gd name="connsiteY2" fmla="*/ 428742 h 2407552"/>
                <a:gd name="connsiteX3" fmla="*/ 813248 w 1854206"/>
                <a:gd name="connsiteY3" fmla="*/ 593643 h 2407552"/>
                <a:gd name="connsiteX4" fmla="*/ 878308 w 1854206"/>
                <a:gd name="connsiteY4" fmla="*/ 659603 h 2407552"/>
                <a:gd name="connsiteX5" fmla="*/ 975898 w 1854206"/>
                <a:gd name="connsiteY5" fmla="*/ 758544 h 2407552"/>
                <a:gd name="connsiteX6" fmla="*/ 1040958 w 1854206"/>
                <a:gd name="connsiteY6" fmla="*/ 824504 h 2407552"/>
                <a:gd name="connsiteX7" fmla="*/ 1073488 w 1854206"/>
                <a:gd name="connsiteY7" fmla="*/ 923445 h 2407552"/>
                <a:gd name="connsiteX8" fmla="*/ 1203608 w 1854206"/>
                <a:gd name="connsiteY8" fmla="*/ 989405 h 2407552"/>
                <a:gd name="connsiteX9" fmla="*/ 1301197 w 1854206"/>
                <a:gd name="connsiteY9" fmla="*/ 1022385 h 2407552"/>
                <a:gd name="connsiteX10" fmla="*/ 1398787 w 1854206"/>
                <a:gd name="connsiteY10" fmla="*/ 1022385 h 2407552"/>
                <a:gd name="connsiteX11" fmla="*/ 1593966 w 1854206"/>
                <a:gd name="connsiteY11" fmla="*/ 956425 h 2407552"/>
                <a:gd name="connsiteX12" fmla="*/ 1659026 w 1854206"/>
                <a:gd name="connsiteY12" fmla="*/ 989405 h 2407552"/>
                <a:gd name="connsiteX13" fmla="*/ 1659026 w 1854206"/>
                <a:gd name="connsiteY13" fmla="*/ 1022385 h 2407552"/>
                <a:gd name="connsiteX14" fmla="*/ 1659026 w 1854206"/>
                <a:gd name="connsiteY14" fmla="*/ 1121326 h 2407552"/>
                <a:gd name="connsiteX15" fmla="*/ 1724086 w 1854206"/>
                <a:gd name="connsiteY15" fmla="*/ 1220266 h 2407552"/>
                <a:gd name="connsiteX16" fmla="*/ 1821676 w 1854206"/>
                <a:gd name="connsiteY16" fmla="*/ 1319207 h 2407552"/>
                <a:gd name="connsiteX17" fmla="*/ 1854206 w 1854206"/>
                <a:gd name="connsiteY17" fmla="*/ 1484108 h 2407552"/>
                <a:gd name="connsiteX18" fmla="*/ 1724086 w 1854206"/>
                <a:gd name="connsiteY18" fmla="*/ 1484108 h 2407552"/>
                <a:gd name="connsiteX19" fmla="*/ 1659026 w 1854206"/>
                <a:gd name="connsiteY19" fmla="*/ 1517088 h 2407552"/>
                <a:gd name="connsiteX20" fmla="*/ 1593966 w 1854206"/>
                <a:gd name="connsiteY20" fmla="*/ 1550068 h 2407552"/>
                <a:gd name="connsiteX21" fmla="*/ 1528907 w 1854206"/>
                <a:gd name="connsiteY21" fmla="*/ 1813909 h 2407552"/>
                <a:gd name="connsiteX22" fmla="*/ 1398787 w 1854206"/>
                <a:gd name="connsiteY22" fmla="*/ 2242651 h 2407552"/>
                <a:gd name="connsiteX23" fmla="*/ 1398787 w 1854206"/>
                <a:gd name="connsiteY23" fmla="*/ 2374572 h 2407552"/>
                <a:gd name="connsiteX24" fmla="*/ 1008428 w 1854206"/>
                <a:gd name="connsiteY24" fmla="*/ 2407552 h 2407552"/>
                <a:gd name="connsiteX25" fmla="*/ 1132690 w 1854206"/>
                <a:gd name="connsiteY25" fmla="*/ 2397053 h 2407552"/>
                <a:gd name="connsiteX26" fmla="*/ 1223748 w 1854206"/>
                <a:gd name="connsiteY26" fmla="*/ 2133739 h 2407552"/>
                <a:gd name="connsiteX27" fmla="*/ 1053816 w 1854206"/>
                <a:gd name="connsiteY27" fmla="*/ 2087051 h 2407552"/>
                <a:gd name="connsiteX28" fmla="*/ 1066917 w 1854206"/>
                <a:gd name="connsiteY28" fmla="*/ 2029410 h 2407552"/>
                <a:gd name="connsiteX29" fmla="*/ 990936 w 1854206"/>
                <a:gd name="connsiteY29" fmla="*/ 2008450 h 2407552"/>
                <a:gd name="connsiteX30" fmla="*/ 969975 w 1854206"/>
                <a:gd name="connsiteY30" fmla="*/ 1945568 h 2407552"/>
                <a:gd name="connsiteX31" fmla="*/ 946395 w 1854206"/>
                <a:gd name="connsiteY31" fmla="*/ 1953429 h 2407552"/>
                <a:gd name="connsiteX32" fmla="*/ 930931 w 1854206"/>
                <a:gd name="connsiteY32" fmla="*/ 1882099 h 2407552"/>
                <a:gd name="connsiteX33" fmla="*/ 812772 w 1854206"/>
                <a:gd name="connsiteY33" fmla="*/ 1853866 h 2407552"/>
                <a:gd name="connsiteX34" fmla="*/ 829147 w 1854206"/>
                <a:gd name="connsiteY34" fmla="*/ 1824458 h 2407552"/>
                <a:gd name="connsiteX35" fmla="*/ 797051 w 1854206"/>
                <a:gd name="connsiteY35" fmla="*/ 1793605 h 2407552"/>
                <a:gd name="connsiteX36" fmla="*/ 692248 w 1854206"/>
                <a:gd name="connsiteY36" fmla="*/ 1835527 h 2407552"/>
                <a:gd name="connsiteX37" fmla="*/ 744650 w 1854206"/>
                <a:gd name="connsiteY37" fmla="*/ 1887928 h 2407552"/>
                <a:gd name="connsiteX38" fmla="*/ 715830 w 1854206"/>
                <a:gd name="connsiteY38" fmla="*/ 1953429 h 2407552"/>
                <a:gd name="connsiteX39" fmla="*/ 694869 w 1854206"/>
                <a:gd name="connsiteY39" fmla="*/ 1942949 h 2407552"/>
                <a:gd name="connsiteX40" fmla="*/ 647708 w 1854206"/>
                <a:gd name="connsiteY40" fmla="*/ 1977010 h 2407552"/>
                <a:gd name="connsiteX41" fmla="*/ 663428 w 1854206"/>
                <a:gd name="connsiteY41" fmla="*/ 2021551 h 2407552"/>
                <a:gd name="connsiteX42" fmla="*/ 637229 w 1854206"/>
                <a:gd name="connsiteY42" fmla="*/ 2055612 h 2407552"/>
                <a:gd name="connsiteX43" fmla="*/ 595307 w 1854206"/>
                <a:gd name="connsiteY43" fmla="*/ 2042511 h 2407552"/>
                <a:gd name="connsiteX44" fmla="*/ 553386 w 1854206"/>
                <a:gd name="connsiteY44" fmla="*/ 2060852 h 2407552"/>
                <a:gd name="connsiteX45" fmla="*/ 542971 w 1854206"/>
                <a:gd name="connsiteY45" fmla="*/ 2104342 h 2407552"/>
                <a:gd name="connsiteX46" fmla="*/ 487949 w 1854206"/>
                <a:gd name="connsiteY46" fmla="*/ 2087072 h 2407552"/>
                <a:gd name="connsiteX47" fmla="*/ 487949 w 1854206"/>
                <a:gd name="connsiteY47" fmla="*/ 2011790 h 2407552"/>
                <a:gd name="connsiteX48" fmla="*/ 455419 w 1854206"/>
                <a:gd name="connsiteY48" fmla="*/ 1879870 h 2407552"/>
                <a:gd name="connsiteX49" fmla="*/ 390359 w 1854206"/>
                <a:gd name="connsiteY49" fmla="*/ 1747949 h 2407552"/>
                <a:gd name="connsiteX50" fmla="*/ 325300 w 1854206"/>
                <a:gd name="connsiteY50" fmla="*/ 1649008 h 2407552"/>
                <a:gd name="connsiteX51" fmla="*/ 97590 w 1854206"/>
                <a:gd name="connsiteY51" fmla="*/ 1385167 h 2407552"/>
                <a:gd name="connsiteX52" fmla="*/ 162650 w 1854206"/>
                <a:gd name="connsiteY52" fmla="*/ 1286227 h 2407552"/>
                <a:gd name="connsiteX53" fmla="*/ 162650 w 1854206"/>
                <a:gd name="connsiteY53" fmla="*/ 1121326 h 2407552"/>
                <a:gd name="connsiteX54" fmla="*/ 130120 w 1854206"/>
                <a:gd name="connsiteY54" fmla="*/ 857484 h 2407552"/>
                <a:gd name="connsiteX55" fmla="*/ 97590 w 1854206"/>
                <a:gd name="connsiteY55" fmla="*/ 593643 h 2407552"/>
                <a:gd name="connsiteX56" fmla="*/ 0 w 1854206"/>
                <a:gd name="connsiteY56" fmla="*/ 329802 h 2407552"/>
                <a:gd name="connsiteX57" fmla="*/ 0 w 1854206"/>
                <a:gd name="connsiteY57" fmla="*/ 230861 h 2407552"/>
                <a:gd name="connsiteX58" fmla="*/ 97590 w 1854206"/>
                <a:gd name="connsiteY58" fmla="*/ 164901 h 2407552"/>
                <a:gd name="connsiteX59" fmla="*/ 195180 w 1854206"/>
                <a:gd name="connsiteY59" fmla="*/ 131921 h 2407552"/>
                <a:gd name="connsiteX60" fmla="*/ 553009 w 1854206"/>
                <a:gd name="connsiteY60" fmla="*/ 0 h 2407552"/>
                <a:gd name="connsiteX0" fmla="*/ 553009 w 1854206"/>
                <a:gd name="connsiteY0" fmla="*/ 0 h 2397053"/>
                <a:gd name="connsiteX1" fmla="*/ 618069 w 1854206"/>
                <a:gd name="connsiteY1" fmla="*/ 263841 h 2397053"/>
                <a:gd name="connsiteX2" fmla="*/ 715659 w 1854206"/>
                <a:gd name="connsiteY2" fmla="*/ 428742 h 2397053"/>
                <a:gd name="connsiteX3" fmla="*/ 813248 w 1854206"/>
                <a:gd name="connsiteY3" fmla="*/ 593643 h 2397053"/>
                <a:gd name="connsiteX4" fmla="*/ 878308 w 1854206"/>
                <a:gd name="connsiteY4" fmla="*/ 659603 h 2397053"/>
                <a:gd name="connsiteX5" fmla="*/ 975898 w 1854206"/>
                <a:gd name="connsiteY5" fmla="*/ 758544 h 2397053"/>
                <a:gd name="connsiteX6" fmla="*/ 1040958 w 1854206"/>
                <a:gd name="connsiteY6" fmla="*/ 824504 h 2397053"/>
                <a:gd name="connsiteX7" fmla="*/ 1073488 w 1854206"/>
                <a:gd name="connsiteY7" fmla="*/ 923445 h 2397053"/>
                <a:gd name="connsiteX8" fmla="*/ 1203608 w 1854206"/>
                <a:gd name="connsiteY8" fmla="*/ 989405 h 2397053"/>
                <a:gd name="connsiteX9" fmla="*/ 1301197 w 1854206"/>
                <a:gd name="connsiteY9" fmla="*/ 1022385 h 2397053"/>
                <a:gd name="connsiteX10" fmla="*/ 1398787 w 1854206"/>
                <a:gd name="connsiteY10" fmla="*/ 1022385 h 2397053"/>
                <a:gd name="connsiteX11" fmla="*/ 1593966 w 1854206"/>
                <a:gd name="connsiteY11" fmla="*/ 956425 h 2397053"/>
                <a:gd name="connsiteX12" fmla="*/ 1659026 w 1854206"/>
                <a:gd name="connsiteY12" fmla="*/ 989405 h 2397053"/>
                <a:gd name="connsiteX13" fmla="*/ 1659026 w 1854206"/>
                <a:gd name="connsiteY13" fmla="*/ 1022385 h 2397053"/>
                <a:gd name="connsiteX14" fmla="*/ 1659026 w 1854206"/>
                <a:gd name="connsiteY14" fmla="*/ 1121326 h 2397053"/>
                <a:gd name="connsiteX15" fmla="*/ 1724086 w 1854206"/>
                <a:gd name="connsiteY15" fmla="*/ 1220266 h 2397053"/>
                <a:gd name="connsiteX16" fmla="*/ 1821676 w 1854206"/>
                <a:gd name="connsiteY16" fmla="*/ 1319207 h 2397053"/>
                <a:gd name="connsiteX17" fmla="*/ 1854206 w 1854206"/>
                <a:gd name="connsiteY17" fmla="*/ 1484108 h 2397053"/>
                <a:gd name="connsiteX18" fmla="*/ 1724086 w 1854206"/>
                <a:gd name="connsiteY18" fmla="*/ 1484108 h 2397053"/>
                <a:gd name="connsiteX19" fmla="*/ 1659026 w 1854206"/>
                <a:gd name="connsiteY19" fmla="*/ 1517088 h 2397053"/>
                <a:gd name="connsiteX20" fmla="*/ 1593966 w 1854206"/>
                <a:gd name="connsiteY20" fmla="*/ 1550068 h 2397053"/>
                <a:gd name="connsiteX21" fmla="*/ 1528907 w 1854206"/>
                <a:gd name="connsiteY21" fmla="*/ 1813909 h 2397053"/>
                <a:gd name="connsiteX22" fmla="*/ 1398787 w 1854206"/>
                <a:gd name="connsiteY22" fmla="*/ 2242651 h 2397053"/>
                <a:gd name="connsiteX23" fmla="*/ 1398787 w 1854206"/>
                <a:gd name="connsiteY23" fmla="*/ 2374572 h 2397053"/>
                <a:gd name="connsiteX24" fmla="*/ 1132690 w 1854206"/>
                <a:gd name="connsiteY24" fmla="*/ 2397053 h 2397053"/>
                <a:gd name="connsiteX25" fmla="*/ 1223748 w 1854206"/>
                <a:gd name="connsiteY25" fmla="*/ 2133739 h 2397053"/>
                <a:gd name="connsiteX26" fmla="*/ 1053816 w 1854206"/>
                <a:gd name="connsiteY26" fmla="*/ 2087051 h 2397053"/>
                <a:gd name="connsiteX27" fmla="*/ 1066917 w 1854206"/>
                <a:gd name="connsiteY27" fmla="*/ 2029410 h 2397053"/>
                <a:gd name="connsiteX28" fmla="*/ 990936 w 1854206"/>
                <a:gd name="connsiteY28" fmla="*/ 2008450 h 2397053"/>
                <a:gd name="connsiteX29" fmla="*/ 969975 w 1854206"/>
                <a:gd name="connsiteY29" fmla="*/ 1945568 h 2397053"/>
                <a:gd name="connsiteX30" fmla="*/ 946395 w 1854206"/>
                <a:gd name="connsiteY30" fmla="*/ 1953429 h 2397053"/>
                <a:gd name="connsiteX31" fmla="*/ 930931 w 1854206"/>
                <a:gd name="connsiteY31" fmla="*/ 1882099 h 2397053"/>
                <a:gd name="connsiteX32" fmla="*/ 812772 w 1854206"/>
                <a:gd name="connsiteY32" fmla="*/ 1853866 h 2397053"/>
                <a:gd name="connsiteX33" fmla="*/ 829147 w 1854206"/>
                <a:gd name="connsiteY33" fmla="*/ 1824458 h 2397053"/>
                <a:gd name="connsiteX34" fmla="*/ 797051 w 1854206"/>
                <a:gd name="connsiteY34" fmla="*/ 1793605 h 2397053"/>
                <a:gd name="connsiteX35" fmla="*/ 692248 w 1854206"/>
                <a:gd name="connsiteY35" fmla="*/ 1835527 h 2397053"/>
                <a:gd name="connsiteX36" fmla="*/ 744650 w 1854206"/>
                <a:gd name="connsiteY36" fmla="*/ 1887928 h 2397053"/>
                <a:gd name="connsiteX37" fmla="*/ 715830 w 1854206"/>
                <a:gd name="connsiteY37" fmla="*/ 1953429 h 2397053"/>
                <a:gd name="connsiteX38" fmla="*/ 694869 w 1854206"/>
                <a:gd name="connsiteY38" fmla="*/ 1942949 h 2397053"/>
                <a:gd name="connsiteX39" fmla="*/ 647708 w 1854206"/>
                <a:gd name="connsiteY39" fmla="*/ 1977010 h 2397053"/>
                <a:gd name="connsiteX40" fmla="*/ 663428 w 1854206"/>
                <a:gd name="connsiteY40" fmla="*/ 2021551 h 2397053"/>
                <a:gd name="connsiteX41" fmla="*/ 637229 w 1854206"/>
                <a:gd name="connsiteY41" fmla="*/ 2055612 h 2397053"/>
                <a:gd name="connsiteX42" fmla="*/ 595307 w 1854206"/>
                <a:gd name="connsiteY42" fmla="*/ 2042511 h 2397053"/>
                <a:gd name="connsiteX43" fmla="*/ 553386 w 1854206"/>
                <a:gd name="connsiteY43" fmla="*/ 2060852 h 2397053"/>
                <a:gd name="connsiteX44" fmla="*/ 542971 w 1854206"/>
                <a:gd name="connsiteY44" fmla="*/ 2104342 h 2397053"/>
                <a:gd name="connsiteX45" fmla="*/ 487949 w 1854206"/>
                <a:gd name="connsiteY45" fmla="*/ 2087072 h 2397053"/>
                <a:gd name="connsiteX46" fmla="*/ 487949 w 1854206"/>
                <a:gd name="connsiteY46" fmla="*/ 2011790 h 2397053"/>
                <a:gd name="connsiteX47" fmla="*/ 455419 w 1854206"/>
                <a:gd name="connsiteY47" fmla="*/ 1879870 h 2397053"/>
                <a:gd name="connsiteX48" fmla="*/ 390359 w 1854206"/>
                <a:gd name="connsiteY48" fmla="*/ 1747949 h 2397053"/>
                <a:gd name="connsiteX49" fmla="*/ 325300 w 1854206"/>
                <a:gd name="connsiteY49" fmla="*/ 1649008 h 2397053"/>
                <a:gd name="connsiteX50" fmla="*/ 97590 w 1854206"/>
                <a:gd name="connsiteY50" fmla="*/ 1385167 h 2397053"/>
                <a:gd name="connsiteX51" fmla="*/ 162650 w 1854206"/>
                <a:gd name="connsiteY51" fmla="*/ 1286227 h 2397053"/>
                <a:gd name="connsiteX52" fmla="*/ 162650 w 1854206"/>
                <a:gd name="connsiteY52" fmla="*/ 1121326 h 2397053"/>
                <a:gd name="connsiteX53" fmla="*/ 130120 w 1854206"/>
                <a:gd name="connsiteY53" fmla="*/ 857484 h 2397053"/>
                <a:gd name="connsiteX54" fmla="*/ 97590 w 1854206"/>
                <a:gd name="connsiteY54" fmla="*/ 593643 h 2397053"/>
                <a:gd name="connsiteX55" fmla="*/ 0 w 1854206"/>
                <a:gd name="connsiteY55" fmla="*/ 329802 h 2397053"/>
                <a:gd name="connsiteX56" fmla="*/ 0 w 1854206"/>
                <a:gd name="connsiteY56" fmla="*/ 230861 h 2397053"/>
                <a:gd name="connsiteX57" fmla="*/ 97590 w 1854206"/>
                <a:gd name="connsiteY57" fmla="*/ 164901 h 2397053"/>
                <a:gd name="connsiteX58" fmla="*/ 195180 w 1854206"/>
                <a:gd name="connsiteY58" fmla="*/ 131921 h 2397053"/>
                <a:gd name="connsiteX59" fmla="*/ 553009 w 1854206"/>
                <a:gd name="connsiteY59" fmla="*/ 0 h 239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854206" h="2397053">
                  <a:moveTo>
                    <a:pt x="553009" y="0"/>
                  </a:moveTo>
                  <a:lnTo>
                    <a:pt x="618069" y="263841"/>
                  </a:lnTo>
                  <a:lnTo>
                    <a:pt x="715659" y="428742"/>
                  </a:lnTo>
                  <a:lnTo>
                    <a:pt x="813248" y="593643"/>
                  </a:lnTo>
                  <a:lnTo>
                    <a:pt x="878308" y="659603"/>
                  </a:lnTo>
                  <a:lnTo>
                    <a:pt x="975898" y="758544"/>
                  </a:lnTo>
                  <a:lnTo>
                    <a:pt x="1040958" y="824504"/>
                  </a:lnTo>
                  <a:lnTo>
                    <a:pt x="1073488" y="923445"/>
                  </a:lnTo>
                  <a:lnTo>
                    <a:pt x="1203608" y="989405"/>
                  </a:lnTo>
                  <a:lnTo>
                    <a:pt x="1301197" y="1022385"/>
                  </a:lnTo>
                  <a:lnTo>
                    <a:pt x="1398787" y="1022385"/>
                  </a:lnTo>
                  <a:lnTo>
                    <a:pt x="1593966" y="956425"/>
                  </a:lnTo>
                  <a:lnTo>
                    <a:pt x="1659026" y="989405"/>
                  </a:lnTo>
                  <a:lnTo>
                    <a:pt x="1659026" y="1022385"/>
                  </a:lnTo>
                  <a:lnTo>
                    <a:pt x="1659026" y="1121326"/>
                  </a:lnTo>
                  <a:lnTo>
                    <a:pt x="1724086" y="1220266"/>
                  </a:lnTo>
                  <a:lnTo>
                    <a:pt x="1821676" y="1319207"/>
                  </a:lnTo>
                  <a:lnTo>
                    <a:pt x="1854206" y="1484108"/>
                  </a:lnTo>
                  <a:lnTo>
                    <a:pt x="1724086" y="1484108"/>
                  </a:lnTo>
                  <a:lnTo>
                    <a:pt x="1659026" y="1517088"/>
                  </a:lnTo>
                  <a:lnTo>
                    <a:pt x="1593966" y="1550068"/>
                  </a:lnTo>
                  <a:lnTo>
                    <a:pt x="1528907" y="1813909"/>
                  </a:lnTo>
                  <a:lnTo>
                    <a:pt x="1398787" y="2242651"/>
                  </a:lnTo>
                  <a:lnTo>
                    <a:pt x="1398787" y="2374572"/>
                  </a:lnTo>
                  <a:lnTo>
                    <a:pt x="1132690" y="2397053"/>
                  </a:lnTo>
                  <a:lnTo>
                    <a:pt x="1223748" y="2133739"/>
                  </a:lnTo>
                  <a:lnTo>
                    <a:pt x="1053816" y="2087051"/>
                  </a:lnTo>
                  <a:lnTo>
                    <a:pt x="1066917" y="2029410"/>
                  </a:lnTo>
                  <a:lnTo>
                    <a:pt x="990936" y="2008450"/>
                  </a:lnTo>
                  <a:lnTo>
                    <a:pt x="969975" y="1945568"/>
                  </a:lnTo>
                  <a:lnTo>
                    <a:pt x="946395" y="1953429"/>
                  </a:lnTo>
                  <a:lnTo>
                    <a:pt x="930931" y="1882099"/>
                  </a:lnTo>
                  <a:lnTo>
                    <a:pt x="812772" y="1853866"/>
                  </a:lnTo>
                  <a:lnTo>
                    <a:pt x="829147" y="1824458"/>
                  </a:lnTo>
                  <a:lnTo>
                    <a:pt x="797051" y="1793605"/>
                  </a:lnTo>
                  <a:lnTo>
                    <a:pt x="692248" y="1835527"/>
                  </a:lnTo>
                  <a:lnTo>
                    <a:pt x="744650" y="1887928"/>
                  </a:lnTo>
                  <a:lnTo>
                    <a:pt x="715830" y="1953429"/>
                  </a:lnTo>
                  <a:lnTo>
                    <a:pt x="694869" y="1942949"/>
                  </a:lnTo>
                  <a:lnTo>
                    <a:pt x="647708" y="1977010"/>
                  </a:lnTo>
                  <a:lnTo>
                    <a:pt x="663428" y="2021551"/>
                  </a:lnTo>
                  <a:lnTo>
                    <a:pt x="637229" y="2055612"/>
                  </a:lnTo>
                  <a:lnTo>
                    <a:pt x="595307" y="2042511"/>
                  </a:lnTo>
                  <a:lnTo>
                    <a:pt x="553386" y="2060852"/>
                  </a:lnTo>
                  <a:lnTo>
                    <a:pt x="542971" y="2104342"/>
                  </a:lnTo>
                  <a:lnTo>
                    <a:pt x="487949" y="2087072"/>
                  </a:lnTo>
                  <a:lnTo>
                    <a:pt x="487949" y="2011790"/>
                  </a:lnTo>
                  <a:lnTo>
                    <a:pt x="455419" y="1879870"/>
                  </a:lnTo>
                  <a:lnTo>
                    <a:pt x="390359" y="1747949"/>
                  </a:lnTo>
                  <a:lnTo>
                    <a:pt x="325300" y="1649008"/>
                  </a:lnTo>
                  <a:lnTo>
                    <a:pt x="97590" y="1385167"/>
                  </a:lnTo>
                  <a:lnTo>
                    <a:pt x="162650" y="1286227"/>
                  </a:lnTo>
                  <a:lnTo>
                    <a:pt x="162650" y="1121326"/>
                  </a:lnTo>
                  <a:lnTo>
                    <a:pt x="130120" y="857484"/>
                  </a:lnTo>
                  <a:lnTo>
                    <a:pt x="97590" y="593643"/>
                  </a:lnTo>
                  <a:lnTo>
                    <a:pt x="0" y="329802"/>
                  </a:lnTo>
                  <a:lnTo>
                    <a:pt x="0" y="230861"/>
                  </a:lnTo>
                  <a:lnTo>
                    <a:pt x="97590" y="164901"/>
                  </a:lnTo>
                  <a:lnTo>
                    <a:pt x="195180" y="131921"/>
                  </a:lnTo>
                  <a:lnTo>
                    <a:pt x="553009"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10" name="Freeform 1214"/>
            <p:cNvSpPr>
              <a:spLocks/>
            </p:cNvSpPr>
            <p:nvPr/>
          </p:nvSpPr>
          <p:spPr bwMode="gray">
            <a:xfrm>
              <a:off x="2452569" y="4800468"/>
              <a:ext cx="70110" cy="74081"/>
            </a:xfrm>
            <a:custGeom>
              <a:avLst/>
              <a:gdLst>
                <a:gd name="connsiteX0" fmla="*/ 271546 w 805010"/>
                <a:gd name="connsiteY0" fmla="*/ 0 h 841236"/>
                <a:gd name="connsiteX1" fmla="*/ 457172 w 805010"/>
                <a:gd name="connsiteY1" fmla="*/ 0 h 841236"/>
                <a:gd name="connsiteX2" fmla="*/ 676999 w 805010"/>
                <a:gd name="connsiteY2" fmla="*/ 259974 h 841236"/>
                <a:gd name="connsiteX3" fmla="*/ 805010 w 805010"/>
                <a:gd name="connsiteY3" fmla="*/ 406224 h 841236"/>
                <a:gd name="connsiteX4" fmla="*/ 677271 w 805010"/>
                <a:gd name="connsiteY4" fmla="*/ 632857 h 841236"/>
                <a:gd name="connsiteX5" fmla="*/ 553009 w 805010"/>
                <a:gd name="connsiteY5" fmla="*/ 643355 h 841236"/>
                <a:gd name="connsiteX6" fmla="*/ 162650 w 805010"/>
                <a:gd name="connsiteY6" fmla="*/ 841236 h 841236"/>
                <a:gd name="connsiteX7" fmla="*/ 65060 w 805010"/>
                <a:gd name="connsiteY7" fmla="*/ 676335 h 841236"/>
                <a:gd name="connsiteX8" fmla="*/ 0 w 805010"/>
                <a:gd name="connsiteY8" fmla="*/ 511434 h 841236"/>
                <a:gd name="connsiteX9" fmla="*/ 32530 w 805010"/>
                <a:gd name="connsiteY9" fmla="*/ 379514 h 841236"/>
                <a:gd name="connsiteX10" fmla="*/ 32530 w 805010"/>
                <a:gd name="connsiteY10" fmla="*/ 272024 h 841236"/>
                <a:gd name="connsiteX11" fmla="*/ 271546 w 805010"/>
                <a:gd name="connsiteY11" fmla="*/ 0 h 841236"/>
                <a:gd name="connsiteX0" fmla="*/ 271546 w 805010"/>
                <a:gd name="connsiteY0" fmla="*/ 0 h 841236"/>
                <a:gd name="connsiteX1" fmla="*/ 457172 w 805010"/>
                <a:gd name="connsiteY1" fmla="*/ 0 h 841236"/>
                <a:gd name="connsiteX2" fmla="*/ 598397 w 805010"/>
                <a:gd name="connsiteY2" fmla="*/ 322855 h 841236"/>
                <a:gd name="connsiteX3" fmla="*/ 805010 w 805010"/>
                <a:gd name="connsiteY3" fmla="*/ 406224 h 841236"/>
                <a:gd name="connsiteX4" fmla="*/ 677271 w 805010"/>
                <a:gd name="connsiteY4" fmla="*/ 632857 h 841236"/>
                <a:gd name="connsiteX5" fmla="*/ 553009 w 805010"/>
                <a:gd name="connsiteY5" fmla="*/ 643355 h 841236"/>
                <a:gd name="connsiteX6" fmla="*/ 162650 w 805010"/>
                <a:gd name="connsiteY6" fmla="*/ 841236 h 841236"/>
                <a:gd name="connsiteX7" fmla="*/ 65060 w 805010"/>
                <a:gd name="connsiteY7" fmla="*/ 676335 h 841236"/>
                <a:gd name="connsiteX8" fmla="*/ 0 w 805010"/>
                <a:gd name="connsiteY8" fmla="*/ 511434 h 841236"/>
                <a:gd name="connsiteX9" fmla="*/ 32530 w 805010"/>
                <a:gd name="connsiteY9" fmla="*/ 379514 h 841236"/>
                <a:gd name="connsiteX10" fmla="*/ 32530 w 805010"/>
                <a:gd name="connsiteY10" fmla="*/ 272024 h 841236"/>
                <a:gd name="connsiteX11" fmla="*/ 271546 w 805010"/>
                <a:gd name="connsiteY11" fmla="*/ 0 h 841236"/>
                <a:gd name="connsiteX0" fmla="*/ 271546 w 768329"/>
                <a:gd name="connsiteY0" fmla="*/ 0 h 841236"/>
                <a:gd name="connsiteX1" fmla="*/ 457172 w 768329"/>
                <a:gd name="connsiteY1" fmla="*/ 0 h 841236"/>
                <a:gd name="connsiteX2" fmla="*/ 598397 w 768329"/>
                <a:gd name="connsiteY2" fmla="*/ 322855 h 841236"/>
                <a:gd name="connsiteX3" fmla="*/ 768329 w 768329"/>
                <a:gd name="connsiteY3" fmla="*/ 369543 h 841236"/>
                <a:gd name="connsiteX4" fmla="*/ 677271 w 768329"/>
                <a:gd name="connsiteY4" fmla="*/ 632857 h 841236"/>
                <a:gd name="connsiteX5" fmla="*/ 553009 w 768329"/>
                <a:gd name="connsiteY5" fmla="*/ 643355 h 841236"/>
                <a:gd name="connsiteX6" fmla="*/ 162650 w 768329"/>
                <a:gd name="connsiteY6" fmla="*/ 841236 h 841236"/>
                <a:gd name="connsiteX7" fmla="*/ 65060 w 768329"/>
                <a:gd name="connsiteY7" fmla="*/ 676335 h 841236"/>
                <a:gd name="connsiteX8" fmla="*/ 0 w 768329"/>
                <a:gd name="connsiteY8" fmla="*/ 511434 h 841236"/>
                <a:gd name="connsiteX9" fmla="*/ 32530 w 768329"/>
                <a:gd name="connsiteY9" fmla="*/ 379514 h 841236"/>
                <a:gd name="connsiteX10" fmla="*/ 32530 w 768329"/>
                <a:gd name="connsiteY10" fmla="*/ 272024 h 841236"/>
                <a:gd name="connsiteX11" fmla="*/ 271546 w 768329"/>
                <a:gd name="connsiteY11" fmla="*/ 0 h 841236"/>
                <a:gd name="connsiteX0" fmla="*/ 271546 w 768329"/>
                <a:gd name="connsiteY0" fmla="*/ 0 h 841236"/>
                <a:gd name="connsiteX1" fmla="*/ 457172 w 768329"/>
                <a:gd name="connsiteY1" fmla="*/ 0 h 841236"/>
                <a:gd name="connsiteX2" fmla="*/ 569577 w 768329"/>
                <a:gd name="connsiteY2" fmla="*/ 254734 h 841236"/>
                <a:gd name="connsiteX3" fmla="*/ 598397 w 768329"/>
                <a:gd name="connsiteY3" fmla="*/ 322855 h 841236"/>
                <a:gd name="connsiteX4" fmla="*/ 768329 w 768329"/>
                <a:gd name="connsiteY4" fmla="*/ 369543 h 841236"/>
                <a:gd name="connsiteX5" fmla="*/ 677271 w 768329"/>
                <a:gd name="connsiteY5" fmla="*/ 632857 h 841236"/>
                <a:gd name="connsiteX6" fmla="*/ 553009 w 768329"/>
                <a:gd name="connsiteY6" fmla="*/ 643355 h 841236"/>
                <a:gd name="connsiteX7" fmla="*/ 162650 w 768329"/>
                <a:gd name="connsiteY7" fmla="*/ 841236 h 841236"/>
                <a:gd name="connsiteX8" fmla="*/ 65060 w 768329"/>
                <a:gd name="connsiteY8" fmla="*/ 676335 h 841236"/>
                <a:gd name="connsiteX9" fmla="*/ 0 w 768329"/>
                <a:gd name="connsiteY9" fmla="*/ 511434 h 841236"/>
                <a:gd name="connsiteX10" fmla="*/ 32530 w 768329"/>
                <a:gd name="connsiteY10" fmla="*/ 379514 h 841236"/>
                <a:gd name="connsiteX11" fmla="*/ 32530 w 768329"/>
                <a:gd name="connsiteY11" fmla="*/ 272024 h 841236"/>
                <a:gd name="connsiteX12" fmla="*/ 271546 w 768329"/>
                <a:gd name="connsiteY12" fmla="*/ 0 h 841236"/>
                <a:gd name="connsiteX0" fmla="*/ 271546 w 768329"/>
                <a:gd name="connsiteY0" fmla="*/ 0 h 841236"/>
                <a:gd name="connsiteX1" fmla="*/ 457172 w 768329"/>
                <a:gd name="connsiteY1" fmla="*/ 0 h 841236"/>
                <a:gd name="connsiteX2" fmla="*/ 608878 w 768329"/>
                <a:gd name="connsiteY2" fmla="*/ 259974 h 841236"/>
                <a:gd name="connsiteX3" fmla="*/ 598397 w 768329"/>
                <a:gd name="connsiteY3" fmla="*/ 322855 h 841236"/>
                <a:gd name="connsiteX4" fmla="*/ 768329 w 768329"/>
                <a:gd name="connsiteY4" fmla="*/ 369543 h 841236"/>
                <a:gd name="connsiteX5" fmla="*/ 677271 w 768329"/>
                <a:gd name="connsiteY5" fmla="*/ 632857 h 841236"/>
                <a:gd name="connsiteX6" fmla="*/ 553009 w 768329"/>
                <a:gd name="connsiteY6" fmla="*/ 643355 h 841236"/>
                <a:gd name="connsiteX7" fmla="*/ 162650 w 768329"/>
                <a:gd name="connsiteY7" fmla="*/ 841236 h 841236"/>
                <a:gd name="connsiteX8" fmla="*/ 65060 w 768329"/>
                <a:gd name="connsiteY8" fmla="*/ 676335 h 841236"/>
                <a:gd name="connsiteX9" fmla="*/ 0 w 768329"/>
                <a:gd name="connsiteY9" fmla="*/ 511434 h 841236"/>
                <a:gd name="connsiteX10" fmla="*/ 32530 w 768329"/>
                <a:gd name="connsiteY10" fmla="*/ 379514 h 841236"/>
                <a:gd name="connsiteX11" fmla="*/ 32530 w 768329"/>
                <a:gd name="connsiteY11" fmla="*/ 272024 h 841236"/>
                <a:gd name="connsiteX12" fmla="*/ 271546 w 768329"/>
                <a:gd name="connsiteY12" fmla="*/ 0 h 841236"/>
                <a:gd name="connsiteX0" fmla="*/ 271546 w 768329"/>
                <a:gd name="connsiteY0" fmla="*/ 0 h 841236"/>
                <a:gd name="connsiteX1" fmla="*/ 457172 w 768329"/>
                <a:gd name="connsiteY1" fmla="*/ 0 h 841236"/>
                <a:gd name="connsiteX2" fmla="*/ 611498 w 768329"/>
                <a:gd name="connsiteY2" fmla="*/ 265214 h 841236"/>
                <a:gd name="connsiteX3" fmla="*/ 598397 w 768329"/>
                <a:gd name="connsiteY3" fmla="*/ 322855 h 841236"/>
                <a:gd name="connsiteX4" fmla="*/ 768329 w 768329"/>
                <a:gd name="connsiteY4" fmla="*/ 369543 h 841236"/>
                <a:gd name="connsiteX5" fmla="*/ 677271 w 768329"/>
                <a:gd name="connsiteY5" fmla="*/ 632857 h 841236"/>
                <a:gd name="connsiteX6" fmla="*/ 553009 w 768329"/>
                <a:gd name="connsiteY6" fmla="*/ 643355 h 841236"/>
                <a:gd name="connsiteX7" fmla="*/ 162650 w 768329"/>
                <a:gd name="connsiteY7" fmla="*/ 841236 h 841236"/>
                <a:gd name="connsiteX8" fmla="*/ 65060 w 768329"/>
                <a:gd name="connsiteY8" fmla="*/ 676335 h 841236"/>
                <a:gd name="connsiteX9" fmla="*/ 0 w 768329"/>
                <a:gd name="connsiteY9" fmla="*/ 511434 h 841236"/>
                <a:gd name="connsiteX10" fmla="*/ 32530 w 768329"/>
                <a:gd name="connsiteY10" fmla="*/ 379514 h 841236"/>
                <a:gd name="connsiteX11" fmla="*/ 32530 w 768329"/>
                <a:gd name="connsiteY11" fmla="*/ 272024 h 841236"/>
                <a:gd name="connsiteX12" fmla="*/ 271546 w 768329"/>
                <a:gd name="connsiteY12" fmla="*/ 0 h 841236"/>
                <a:gd name="connsiteX0" fmla="*/ 271546 w 768329"/>
                <a:gd name="connsiteY0" fmla="*/ 0 h 841236"/>
                <a:gd name="connsiteX1" fmla="*/ 457172 w 768329"/>
                <a:gd name="connsiteY1" fmla="*/ 0 h 841236"/>
                <a:gd name="connsiteX2" fmla="*/ 548617 w 768329"/>
                <a:gd name="connsiteY2" fmla="*/ 160412 h 841236"/>
                <a:gd name="connsiteX3" fmla="*/ 611498 w 768329"/>
                <a:gd name="connsiteY3" fmla="*/ 265214 h 841236"/>
                <a:gd name="connsiteX4" fmla="*/ 598397 w 768329"/>
                <a:gd name="connsiteY4" fmla="*/ 322855 h 841236"/>
                <a:gd name="connsiteX5" fmla="*/ 768329 w 768329"/>
                <a:gd name="connsiteY5" fmla="*/ 369543 h 841236"/>
                <a:gd name="connsiteX6" fmla="*/ 677271 w 768329"/>
                <a:gd name="connsiteY6" fmla="*/ 632857 h 841236"/>
                <a:gd name="connsiteX7" fmla="*/ 553009 w 768329"/>
                <a:gd name="connsiteY7" fmla="*/ 643355 h 841236"/>
                <a:gd name="connsiteX8" fmla="*/ 162650 w 768329"/>
                <a:gd name="connsiteY8" fmla="*/ 841236 h 841236"/>
                <a:gd name="connsiteX9" fmla="*/ 65060 w 768329"/>
                <a:gd name="connsiteY9" fmla="*/ 676335 h 841236"/>
                <a:gd name="connsiteX10" fmla="*/ 0 w 768329"/>
                <a:gd name="connsiteY10" fmla="*/ 511434 h 841236"/>
                <a:gd name="connsiteX11" fmla="*/ 32530 w 768329"/>
                <a:gd name="connsiteY11" fmla="*/ 379514 h 841236"/>
                <a:gd name="connsiteX12" fmla="*/ 32530 w 768329"/>
                <a:gd name="connsiteY12" fmla="*/ 272024 h 841236"/>
                <a:gd name="connsiteX13" fmla="*/ 271546 w 768329"/>
                <a:gd name="connsiteY13" fmla="*/ 0 h 841236"/>
                <a:gd name="connsiteX0" fmla="*/ 271546 w 768329"/>
                <a:gd name="connsiteY0" fmla="*/ 0 h 841236"/>
                <a:gd name="connsiteX1" fmla="*/ 457172 w 768329"/>
                <a:gd name="connsiteY1" fmla="*/ 0 h 841236"/>
                <a:gd name="connsiteX2" fmla="*/ 535517 w 768329"/>
                <a:gd name="connsiteY2" fmla="*/ 244254 h 841236"/>
                <a:gd name="connsiteX3" fmla="*/ 611498 w 768329"/>
                <a:gd name="connsiteY3" fmla="*/ 265214 h 841236"/>
                <a:gd name="connsiteX4" fmla="*/ 598397 w 768329"/>
                <a:gd name="connsiteY4" fmla="*/ 322855 h 841236"/>
                <a:gd name="connsiteX5" fmla="*/ 768329 w 768329"/>
                <a:gd name="connsiteY5" fmla="*/ 369543 h 841236"/>
                <a:gd name="connsiteX6" fmla="*/ 677271 w 768329"/>
                <a:gd name="connsiteY6" fmla="*/ 632857 h 841236"/>
                <a:gd name="connsiteX7" fmla="*/ 553009 w 768329"/>
                <a:gd name="connsiteY7" fmla="*/ 643355 h 841236"/>
                <a:gd name="connsiteX8" fmla="*/ 162650 w 768329"/>
                <a:gd name="connsiteY8" fmla="*/ 841236 h 841236"/>
                <a:gd name="connsiteX9" fmla="*/ 65060 w 768329"/>
                <a:gd name="connsiteY9" fmla="*/ 676335 h 841236"/>
                <a:gd name="connsiteX10" fmla="*/ 0 w 768329"/>
                <a:gd name="connsiteY10" fmla="*/ 511434 h 841236"/>
                <a:gd name="connsiteX11" fmla="*/ 32530 w 768329"/>
                <a:gd name="connsiteY11" fmla="*/ 379514 h 841236"/>
                <a:gd name="connsiteX12" fmla="*/ 32530 w 768329"/>
                <a:gd name="connsiteY12" fmla="*/ 272024 h 841236"/>
                <a:gd name="connsiteX13" fmla="*/ 271546 w 768329"/>
                <a:gd name="connsiteY13" fmla="*/ 0 h 841236"/>
                <a:gd name="connsiteX0" fmla="*/ 271546 w 768329"/>
                <a:gd name="connsiteY0" fmla="*/ 0 h 841236"/>
                <a:gd name="connsiteX1" fmla="*/ 457172 w 768329"/>
                <a:gd name="connsiteY1" fmla="*/ 0 h 841236"/>
                <a:gd name="connsiteX2" fmla="*/ 514556 w 768329"/>
                <a:gd name="connsiteY2" fmla="*/ 181372 h 841236"/>
                <a:gd name="connsiteX3" fmla="*/ 535517 w 768329"/>
                <a:gd name="connsiteY3" fmla="*/ 244254 h 841236"/>
                <a:gd name="connsiteX4" fmla="*/ 611498 w 768329"/>
                <a:gd name="connsiteY4" fmla="*/ 265214 h 841236"/>
                <a:gd name="connsiteX5" fmla="*/ 598397 w 768329"/>
                <a:gd name="connsiteY5" fmla="*/ 322855 h 841236"/>
                <a:gd name="connsiteX6" fmla="*/ 768329 w 768329"/>
                <a:gd name="connsiteY6" fmla="*/ 369543 h 841236"/>
                <a:gd name="connsiteX7" fmla="*/ 677271 w 768329"/>
                <a:gd name="connsiteY7" fmla="*/ 632857 h 841236"/>
                <a:gd name="connsiteX8" fmla="*/ 553009 w 768329"/>
                <a:gd name="connsiteY8" fmla="*/ 643355 h 841236"/>
                <a:gd name="connsiteX9" fmla="*/ 162650 w 768329"/>
                <a:gd name="connsiteY9" fmla="*/ 841236 h 841236"/>
                <a:gd name="connsiteX10" fmla="*/ 65060 w 768329"/>
                <a:gd name="connsiteY10" fmla="*/ 676335 h 841236"/>
                <a:gd name="connsiteX11" fmla="*/ 0 w 768329"/>
                <a:gd name="connsiteY11" fmla="*/ 511434 h 841236"/>
                <a:gd name="connsiteX12" fmla="*/ 32530 w 768329"/>
                <a:gd name="connsiteY12" fmla="*/ 379514 h 841236"/>
                <a:gd name="connsiteX13" fmla="*/ 32530 w 768329"/>
                <a:gd name="connsiteY13" fmla="*/ 272024 h 841236"/>
                <a:gd name="connsiteX14" fmla="*/ 271546 w 768329"/>
                <a:gd name="connsiteY14" fmla="*/ 0 h 841236"/>
                <a:gd name="connsiteX0" fmla="*/ 271546 w 768329"/>
                <a:gd name="connsiteY0" fmla="*/ 0 h 841236"/>
                <a:gd name="connsiteX1" fmla="*/ 457172 w 768329"/>
                <a:gd name="connsiteY1" fmla="*/ 0 h 841236"/>
                <a:gd name="connsiteX2" fmla="*/ 504076 w 768329"/>
                <a:gd name="connsiteY2" fmla="*/ 139451 h 841236"/>
                <a:gd name="connsiteX3" fmla="*/ 514556 w 768329"/>
                <a:gd name="connsiteY3" fmla="*/ 181372 h 841236"/>
                <a:gd name="connsiteX4" fmla="*/ 535517 w 768329"/>
                <a:gd name="connsiteY4" fmla="*/ 244254 h 841236"/>
                <a:gd name="connsiteX5" fmla="*/ 611498 w 768329"/>
                <a:gd name="connsiteY5" fmla="*/ 265214 h 841236"/>
                <a:gd name="connsiteX6" fmla="*/ 598397 w 768329"/>
                <a:gd name="connsiteY6" fmla="*/ 322855 h 841236"/>
                <a:gd name="connsiteX7" fmla="*/ 768329 w 768329"/>
                <a:gd name="connsiteY7" fmla="*/ 369543 h 841236"/>
                <a:gd name="connsiteX8" fmla="*/ 677271 w 768329"/>
                <a:gd name="connsiteY8" fmla="*/ 632857 h 841236"/>
                <a:gd name="connsiteX9" fmla="*/ 553009 w 768329"/>
                <a:gd name="connsiteY9" fmla="*/ 643355 h 841236"/>
                <a:gd name="connsiteX10" fmla="*/ 162650 w 768329"/>
                <a:gd name="connsiteY10" fmla="*/ 841236 h 841236"/>
                <a:gd name="connsiteX11" fmla="*/ 65060 w 768329"/>
                <a:gd name="connsiteY11" fmla="*/ 676335 h 841236"/>
                <a:gd name="connsiteX12" fmla="*/ 0 w 768329"/>
                <a:gd name="connsiteY12" fmla="*/ 511434 h 841236"/>
                <a:gd name="connsiteX13" fmla="*/ 32530 w 768329"/>
                <a:gd name="connsiteY13" fmla="*/ 379514 h 841236"/>
                <a:gd name="connsiteX14" fmla="*/ 32530 w 768329"/>
                <a:gd name="connsiteY14" fmla="*/ 272024 h 841236"/>
                <a:gd name="connsiteX15" fmla="*/ 271546 w 768329"/>
                <a:gd name="connsiteY15" fmla="*/ 0 h 841236"/>
                <a:gd name="connsiteX0" fmla="*/ 271546 w 768329"/>
                <a:gd name="connsiteY0" fmla="*/ 0 h 841236"/>
                <a:gd name="connsiteX1" fmla="*/ 457172 w 768329"/>
                <a:gd name="connsiteY1" fmla="*/ 0 h 841236"/>
                <a:gd name="connsiteX2" fmla="*/ 490976 w 768329"/>
                <a:gd name="connsiteY2" fmla="*/ 189233 h 841236"/>
                <a:gd name="connsiteX3" fmla="*/ 514556 w 768329"/>
                <a:gd name="connsiteY3" fmla="*/ 181372 h 841236"/>
                <a:gd name="connsiteX4" fmla="*/ 535517 w 768329"/>
                <a:gd name="connsiteY4" fmla="*/ 244254 h 841236"/>
                <a:gd name="connsiteX5" fmla="*/ 611498 w 768329"/>
                <a:gd name="connsiteY5" fmla="*/ 265214 h 841236"/>
                <a:gd name="connsiteX6" fmla="*/ 598397 w 768329"/>
                <a:gd name="connsiteY6" fmla="*/ 322855 h 841236"/>
                <a:gd name="connsiteX7" fmla="*/ 768329 w 768329"/>
                <a:gd name="connsiteY7" fmla="*/ 369543 h 841236"/>
                <a:gd name="connsiteX8" fmla="*/ 677271 w 768329"/>
                <a:gd name="connsiteY8" fmla="*/ 632857 h 841236"/>
                <a:gd name="connsiteX9" fmla="*/ 553009 w 768329"/>
                <a:gd name="connsiteY9" fmla="*/ 643355 h 841236"/>
                <a:gd name="connsiteX10" fmla="*/ 162650 w 768329"/>
                <a:gd name="connsiteY10" fmla="*/ 841236 h 841236"/>
                <a:gd name="connsiteX11" fmla="*/ 65060 w 768329"/>
                <a:gd name="connsiteY11" fmla="*/ 676335 h 841236"/>
                <a:gd name="connsiteX12" fmla="*/ 0 w 768329"/>
                <a:gd name="connsiteY12" fmla="*/ 511434 h 841236"/>
                <a:gd name="connsiteX13" fmla="*/ 32530 w 768329"/>
                <a:gd name="connsiteY13" fmla="*/ 379514 h 841236"/>
                <a:gd name="connsiteX14" fmla="*/ 32530 w 768329"/>
                <a:gd name="connsiteY14" fmla="*/ 272024 h 841236"/>
                <a:gd name="connsiteX15" fmla="*/ 271546 w 768329"/>
                <a:gd name="connsiteY15" fmla="*/ 0 h 841236"/>
                <a:gd name="connsiteX0" fmla="*/ 271546 w 768329"/>
                <a:gd name="connsiteY0" fmla="*/ 0 h 841236"/>
                <a:gd name="connsiteX1" fmla="*/ 475512 w 768329"/>
                <a:gd name="connsiteY1" fmla="*/ 117903 h 841236"/>
                <a:gd name="connsiteX2" fmla="*/ 490976 w 768329"/>
                <a:gd name="connsiteY2" fmla="*/ 189233 h 841236"/>
                <a:gd name="connsiteX3" fmla="*/ 514556 w 768329"/>
                <a:gd name="connsiteY3" fmla="*/ 181372 h 841236"/>
                <a:gd name="connsiteX4" fmla="*/ 535517 w 768329"/>
                <a:gd name="connsiteY4" fmla="*/ 244254 h 841236"/>
                <a:gd name="connsiteX5" fmla="*/ 611498 w 768329"/>
                <a:gd name="connsiteY5" fmla="*/ 265214 h 841236"/>
                <a:gd name="connsiteX6" fmla="*/ 598397 w 768329"/>
                <a:gd name="connsiteY6" fmla="*/ 322855 h 841236"/>
                <a:gd name="connsiteX7" fmla="*/ 768329 w 768329"/>
                <a:gd name="connsiteY7" fmla="*/ 369543 h 841236"/>
                <a:gd name="connsiteX8" fmla="*/ 677271 w 768329"/>
                <a:gd name="connsiteY8" fmla="*/ 632857 h 841236"/>
                <a:gd name="connsiteX9" fmla="*/ 553009 w 768329"/>
                <a:gd name="connsiteY9" fmla="*/ 643355 h 841236"/>
                <a:gd name="connsiteX10" fmla="*/ 162650 w 768329"/>
                <a:gd name="connsiteY10" fmla="*/ 841236 h 841236"/>
                <a:gd name="connsiteX11" fmla="*/ 65060 w 768329"/>
                <a:gd name="connsiteY11" fmla="*/ 676335 h 841236"/>
                <a:gd name="connsiteX12" fmla="*/ 0 w 768329"/>
                <a:gd name="connsiteY12" fmla="*/ 511434 h 841236"/>
                <a:gd name="connsiteX13" fmla="*/ 32530 w 768329"/>
                <a:gd name="connsiteY13" fmla="*/ 379514 h 841236"/>
                <a:gd name="connsiteX14" fmla="*/ 32530 w 768329"/>
                <a:gd name="connsiteY14" fmla="*/ 272024 h 841236"/>
                <a:gd name="connsiteX15" fmla="*/ 271546 w 768329"/>
                <a:gd name="connsiteY15" fmla="*/ 0 h 841236"/>
                <a:gd name="connsiteX0" fmla="*/ 271546 w 768329"/>
                <a:gd name="connsiteY0" fmla="*/ 0 h 841236"/>
                <a:gd name="connsiteX1" fmla="*/ 375693 w 768329"/>
                <a:gd name="connsiteY1" fmla="*/ 60850 h 841236"/>
                <a:gd name="connsiteX2" fmla="*/ 475512 w 768329"/>
                <a:gd name="connsiteY2" fmla="*/ 117903 h 841236"/>
                <a:gd name="connsiteX3" fmla="*/ 490976 w 768329"/>
                <a:gd name="connsiteY3" fmla="*/ 189233 h 841236"/>
                <a:gd name="connsiteX4" fmla="*/ 514556 w 768329"/>
                <a:gd name="connsiteY4" fmla="*/ 181372 h 841236"/>
                <a:gd name="connsiteX5" fmla="*/ 535517 w 768329"/>
                <a:gd name="connsiteY5" fmla="*/ 244254 h 841236"/>
                <a:gd name="connsiteX6" fmla="*/ 611498 w 768329"/>
                <a:gd name="connsiteY6" fmla="*/ 265214 h 841236"/>
                <a:gd name="connsiteX7" fmla="*/ 598397 w 768329"/>
                <a:gd name="connsiteY7" fmla="*/ 322855 h 841236"/>
                <a:gd name="connsiteX8" fmla="*/ 768329 w 768329"/>
                <a:gd name="connsiteY8" fmla="*/ 369543 h 841236"/>
                <a:gd name="connsiteX9" fmla="*/ 677271 w 768329"/>
                <a:gd name="connsiteY9" fmla="*/ 632857 h 841236"/>
                <a:gd name="connsiteX10" fmla="*/ 553009 w 768329"/>
                <a:gd name="connsiteY10" fmla="*/ 643355 h 841236"/>
                <a:gd name="connsiteX11" fmla="*/ 162650 w 768329"/>
                <a:gd name="connsiteY11" fmla="*/ 841236 h 841236"/>
                <a:gd name="connsiteX12" fmla="*/ 65060 w 768329"/>
                <a:gd name="connsiteY12" fmla="*/ 676335 h 841236"/>
                <a:gd name="connsiteX13" fmla="*/ 0 w 768329"/>
                <a:gd name="connsiteY13" fmla="*/ 511434 h 841236"/>
                <a:gd name="connsiteX14" fmla="*/ 32530 w 768329"/>
                <a:gd name="connsiteY14" fmla="*/ 379514 h 841236"/>
                <a:gd name="connsiteX15" fmla="*/ 32530 w 768329"/>
                <a:gd name="connsiteY15" fmla="*/ 272024 h 841236"/>
                <a:gd name="connsiteX16" fmla="*/ 271546 w 768329"/>
                <a:gd name="connsiteY16" fmla="*/ 0 h 841236"/>
                <a:gd name="connsiteX0" fmla="*/ 271546 w 768329"/>
                <a:gd name="connsiteY0" fmla="*/ 0 h 841236"/>
                <a:gd name="connsiteX1" fmla="*/ 357353 w 768329"/>
                <a:gd name="connsiteY1" fmla="*/ 89670 h 841236"/>
                <a:gd name="connsiteX2" fmla="*/ 475512 w 768329"/>
                <a:gd name="connsiteY2" fmla="*/ 117903 h 841236"/>
                <a:gd name="connsiteX3" fmla="*/ 490976 w 768329"/>
                <a:gd name="connsiteY3" fmla="*/ 189233 h 841236"/>
                <a:gd name="connsiteX4" fmla="*/ 514556 w 768329"/>
                <a:gd name="connsiteY4" fmla="*/ 181372 h 841236"/>
                <a:gd name="connsiteX5" fmla="*/ 535517 w 768329"/>
                <a:gd name="connsiteY5" fmla="*/ 244254 h 841236"/>
                <a:gd name="connsiteX6" fmla="*/ 611498 w 768329"/>
                <a:gd name="connsiteY6" fmla="*/ 265214 h 841236"/>
                <a:gd name="connsiteX7" fmla="*/ 598397 w 768329"/>
                <a:gd name="connsiteY7" fmla="*/ 322855 h 841236"/>
                <a:gd name="connsiteX8" fmla="*/ 768329 w 768329"/>
                <a:gd name="connsiteY8" fmla="*/ 369543 h 841236"/>
                <a:gd name="connsiteX9" fmla="*/ 677271 w 768329"/>
                <a:gd name="connsiteY9" fmla="*/ 632857 h 841236"/>
                <a:gd name="connsiteX10" fmla="*/ 553009 w 768329"/>
                <a:gd name="connsiteY10" fmla="*/ 643355 h 841236"/>
                <a:gd name="connsiteX11" fmla="*/ 162650 w 768329"/>
                <a:gd name="connsiteY11" fmla="*/ 841236 h 841236"/>
                <a:gd name="connsiteX12" fmla="*/ 65060 w 768329"/>
                <a:gd name="connsiteY12" fmla="*/ 676335 h 841236"/>
                <a:gd name="connsiteX13" fmla="*/ 0 w 768329"/>
                <a:gd name="connsiteY13" fmla="*/ 511434 h 841236"/>
                <a:gd name="connsiteX14" fmla="*/ 32530 w 768329"/>
                <a:gd name="connsiteY14" fmla="*/ 379514 h 841236"/>
                <a:gd name="connsiteX15" fmla="*/ 32530 w 768329"/>
                <a:gd name="connsiteY15" fmla="*/ 272024 h 841236"/>
                <a:gd name="connsiteX16" fmla="*/ 271546 w 768329"/>
                <a:gd name="connsiteY16" fmla="*/ 0 h 841236"/>
                <a:gd name="connsiteX0" fmla="*/ 373728 w 768329"/>
                <a:gd name="connsiteY0" fmla="*/ 0 h 780974"/>
                <a:gd name="connsiteX1" fmla="*/ 357353 w 768329"/>
                <a:gd name="connsiteY1" fmla="*/ 29408 h 780974"/>
                <a:gd name="connsiteX2" fmla="*/ 475512 w 768329"/>
                <a:gd name="connsiteY2" fmla="*/ 57641 h 780974"/>
                <a:gd name="connsiteX3" fmla="*/ 490976 w 768329"/>
                <a:gd name="connsiteY3" fmla="*/ 128971 h 780974"/>
                <a:gd name="connsiteX4" fmla="*/ 514556 w 768329"/>
                <a:gd name="connsiteY4" fmla="*/ 121110 h 780974"/>
                <a:gd name="connsiteX5" fmla="*/ 535517 w 768329"/>
                <a:gd name="connsiteY5" fmla="*/ 183992 h 780974"/>
                <a:gd name="connsiteX6" fmla="*/ 611498 w 768329"/>
                <a:gd name="connsiteY6" fmla="*/ 204952 h 780974"/>
                <a:gd name="connsiteX7" fmla="*/ 598397 w 768329"/>
                <a:gd name="connsiteY7" fmla="*/ 262593 h 780974"/>
                <a:gd name="connsiteX8" fmla="*/ 768329 w 768329"/>
                <a:gd name="connsiteY8" fmla="*/ 309281 h 780974"/>
                <a:gd name="connsiteX9" fmla="*/ 677271 w 768329"/>
                <a:gd name="connsiteY9" fmla="*/ 572595 h 780974"/>
                <a:gd name="connsiteX10" fmla="*/ 553009 w 768329"/>
                <a:gd name="connsiteY10" fmla="*/ 583093 h 780974"/>
                <a:gd name="connsiteX11" fmla="*/ 162650 w 768329"/>
                <a:gd name="connsiteY11" fmla="*/ 780974 h 780974"/>
                <a:gd name="connsiteX12" fmla="*/ 65060 w 768329"/>
                <a:gd name="connsiteY12" fmla="*/ 616073 h 780974"/>
                <a:gd name="connsiteX13" fmla="*/ 0 w 768329"/>
                <a:gd name="connsiteY13" fmla="*/ 451172 h 780974"/>
                <a:gd name="connsiteX14" fmla="*/ 32530 w 768329"/>
                <a:gd name="connsiteY14" fmla="*/ 319252 h 780974"/>
                <a:gd name="connsiteX15" fmla="*/ 32530 w 768329"/>
                <a:gd name="connsiteY15" fmla="*/ 211762 h 780974"/>
                <a:gd name="connsiteX16" fmla="*/ 373728 w 768329"/>
                <a:gd name="connsiteY16" fmla="*/ 0 h 780974"/>
                <a:gd name="connsiteX0" fmla="*/ 373728 w 768329"/>
                <a:gd name="connsiteY0" fmla="*/ 0 h 780974"/>
                <a:gd name="connsiteX1" fmla="*/ 357353 w 768329"/>
                <a:gd name="connsiteY1" fmla="*/ 29408 h 780974"/>
                <a:gd name="connsiteX2" fmla="*/ 475512 w 768329"/>
                <a:gd name="connsiteY2" fmla="*/ 57641 h 780974"/>
                <a:gd name="connsiteX3" fmla="*/ 490976 w 768329"/>
                <a:gd name="connsiteY3" fmla="*/ 128971 h 780974"/>
                <a:gd name="connsiteX4" fmla="*/ 514556 w 768329"/>
                <a:gd name="connsiteY4" fmla="*/ 121110 h 780974"/>
                <a:gd name="connsiteX5" fmla="*/ 535517 w 768329"/>
                <a:gd name="connsiteY5" fmla="*/ 183992 h 780974"/>
                <a:gd name="connsiteX6" fmla="*/ 611498 w 768329"/>
                <a:gd name="connsiteY6" fmla="*/ 204952 h 780974"/>
                <a:gd name="connsiteX7" fmla="*/ 598397 w 768329"/>
                <a:gd name="connsiteY7" fmla="*/ 262593 h 780974"/>
                <a:gd name="connsiteX8" fmla="*/ 768329 w 768329"/>
                <a:gd name="connsiteY8" fmla="*/ 309281 h 780974"/>
                <a:gd name="connsiteX9" fmla="*/ 677271 w 768329"/>
                <a:gd name="connsiteY9" fmla="*/ 572595 h 780974"/>
                <a:gd name="connsiteX10" fmla="*/ 553009 w 768329"/>
                <a:gd name="connsiteY10" fmla="*/ 583093 h 780974"/>
                <a:gd name="connsiteX11" fmla="*/ 162650 w 768329"/>
                <a:gd name="connsiteY11" fmla="*/ 780974 h 780974"/>
                <a:gd name="connsiteX12" fmla="*/ 65060 w 768329"/>
                <a:gd name="connsiteY12" fmla="*/ 616073 h 780974"/>
                <a:gd name="connsiteX13" fmla="*/ 0 w 768329"/>
                <a:gd name="connsiteY13" fmla="*/ 451172 h 780974"/>
                <a:gd name="connsiteX14" fmla="*/ 32530 w 768329"/>
                <a:gd name="connsiteY14" fmla="*/ 319252 h 780974"/>
                <a:gd name="connsiteX15" fmla="*/ 32530 w 768329"/>
                <a:gd name="connsiteY15" fmla="*/ 211762 h 780974"/>
                <a:gd name="connsiteX16" fmla="*/ 273511 w 768329"/>
                <a:gd name="connsiteY16" fmla="*/ 55609 h 780974"/>
                <a:gd name="connsiteX17" fmla="*/ 373728 w 768329"/>
                <a:gd name="connsiteY17" fmla="*/ 0 h 780974"/>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341632 w 768329"/>
                <a:gd name="connsiteY16" fmla="*/ 0 h 811827"/>
                <a:gd name="connsiteX17" fmla="*/ 373728 w 768329"/>
                <a:gd name="connsiteY17"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49930 w 768329"/>
                <a:gd name="connsiteY16" fmla="*/ 70742 h 811827"/>
                <a:gd name="connsiteX17" fmla="*/ 341632 w 768329"/>
                <a:gd name="connsiteY17" fmla="*/ 0 h 811827"/>
                <a:gd name="connsiteX18" fmla="*/ 373728 w 768329"/>
                <a:gd name="connsiteY18"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36829 w 768329"/>
                <a:gd name="connsiteY16" fmla="*/ 41922 h 811827"/>
                <a:gd name="connsiteX17" fmla="*/ 341632 w 768329"/>
                <a:gd name="connsiteY17" fmla="*/ 0 h 811827"/>
                <a:gd name="connsiteX18" fmla="*/ 373728 w 768329"/>
                <a:gd name="connsiteY18"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92289 w 768329"/>
                <a:gd name="connsiteY16" fmla="*/ 86463 h 811827"/>
                <a:gd name="connsiteX17" fmla="*/ 236829 w 768329"/>
                <a:gd name="connsiteY17" fmla="*/ 41922 h 811827"/>
                <a:gd name="connsiteX18" fmla="*/ 341632 w 768329"/>
                <a:gd name="connsiteY18" fmla="*/ 0 h 811827"/>
                <a:gd name="connsiteX19" fmla="*/ 373728 w 768329"/>
                <a:gd name="connsiteY19"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89231 w 768329"/>
                <a:gd name="connsiteY16" fmla="*/ 94323 h 811827"/>
                <a:gd name="connsiteX17" fmla="*/ 236829 w 768329"/>
                <a:gd name="connsiteY17" fmla="*/ 41922 h 811827"/>
                <a:gd name="connsiteX18" fmla="*/ 341632 w 768329"/>
                <a:gd name="connsiteY18" fmla="*/ 0 h 811827"/>
                <a:gd name="connsiteX19" fmla="*/ 373728 w 768329"/>
                <a:gd name="connsiteY19"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18490 w 768329"/>
                <a:gd name="connsiteY16" fmla="*/ 133624 h 811827"/>
                <a:gd name="connsiteX17" fmla="*/ 289231 w 768329"/>
                <a:gd name="connsiteY17" fmla="*/ 94323 h 811827"/>
                <a:gd name="connsiteX18" fmla="*/ 236829 w 768329"/>
                <a:gd name="connsiteY18" fmla="*/ 41922 h 811827"/>
                <a:gd name="connsiteX19" fmla="*/ 341632 w 768329"/>
                <a:gd name="connsiteY19" fmla="*/ 0 h 811827"/>
                <a:gd name="connsiteX20" fmla="*/ 373728 w 768329"/>
                <a:gd name="connsiteY20"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60411 w 768329"/>
                <a:gd name="connsiteY16" fmla="*/ 159824 h 811827"/>
                <a:gd name="connsiteX17" fmla="*/ 289231 w 768329"/>
                <a:gd name="connsiteY17" fmla="*/ 94323 h 811827"/>
                <a:gd name="connsiteX18" fmla="*/ 236829 w 768329"/>
                <a:gd name="connsiteY18" fmla="*/ 41922 h 811827"/>
                <a:gd name="connsiteX19" fmla="*/ 341632 w 768329"/>
                <a:gd name="connsiteY19" fmla="*/ 0 h 811827"/>
                <a:gd name="connsiteX20" fmla="*/ 373728 w 768329"/>
                <a:gd name="connsiteY20"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97529 w 768329"/>
                <a:gd name="connsiteY16" fmla="*/ 186025 h 811827"/>
                <a:gd name="connsiteX17" fmla="*/ 260411 w 768329"/>
                <a:gd name="connsiteY17" fmla="*/ 159824 h 811827"/>
                <a:gd name="connsiteX18" fmla="*/ 289231 w 768329"/>
                <a:gd name="connsiteY18" fmla="*/ 94323 h 811827"/>
                <a:gd name="connsiteX19" fmla="*/ 236829 w 768329"/>
                <a:gd name="connsiteY19" fmla="*/ 41922 h 811827"/>
                <a:gd name="connsiteX20" fmla="*/ 341632 w 768329"/>
                <a:gd name="connsiteY20" fmla="*/ 0 h 811827"/>
                <a:gd name="connsiteX21" fmla="*/ 373728 w 768329"/>
                <a:gd name="connsiteY21"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39450 w 768329"/>
                <a:gd name="connsiteY16" fmla="*/ 149344 h 811827"/>
                <a:gd name="connsiteX17" fmla="*/ 260411 w 768329"/>
                <a:gd name="connsiteY17" fmla="*/ 159824 h 811827"/>
                <a:gd name="connsiteX18" fmla="*/ 289231 w 768329"/>
                <a:gd name="connsiteY18" fmla="*/ 94323 h 811827"/>
                <a:gd name="connsiteX19" fmla="*/ 236829 w 768329"/>
                <a:gd name="connsiteY19" fmla="*/ 41922 h 811827"/>
                <a:gd name="connsiteX20" fmla="*/ 341632 w 768329"/>
                <a:gd name="connsiteY20" fmla="*/ 0 h 811827"/>
                <a:gd name="connsiteX21" fmla="*/ 373728 w 768329"/>
                <a:gd name="connsiteY21"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55608 w 768329"/>
                <a:gd name="connsiteY16" fmla="*/ 186025 h 811827"/>
                <a:gd name="connsiteX17" fmla="*/ 239450 w 768329"/>
                <a:gd name="connsiteY17" fmla="*/ 149344 h 811827"/>
                <a:gd name="connsiteX18" fmla="*/ 260411 w 768329"/>
                <a:gd name="connsiteY18" fmla="*/ 159824 h 811827"/>
                <a:gd name="connsiteX19" fmla="*/ 289231 w 768329"/>
                <a:gd name="connsiteY19" fmla="*/ 94323 h 811827"/>
                <a:gd name="connsiteX20" fmla="*/ 236829 w 768329"/>
                <a:gd name="connsiteY20" fmla="*/ 41922 h 811827"/>
                <a:gd name="connsiteX21" fmla="*/ 341632 w 768329"/>
                <a:gd name="connsiteY21" fmla="*/ 0 h 811827"/>
                <a:gd name="connsiteX22" fmla="*/ 373728 w 768329"/>
                <a:gd name="connsiteY22"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5389 w 768329"/>
                <a:gd name="connsiteY16" fmla="*/ 186025 h 811827"/>
                <a:gd name="connsiteX17" fmla="*/ 239450 w 768329"/>
                <a:gd name="connsiteY17" fmla="*/ 149344 h 811827"/>
                <a:gd name="connsiteX18" fmla="*/ 260411 w 768329"/>
                <a:gd name="connsiteY18" fmla="*/ 159824 h 811827"/>
                <a:gd name="connsiteX19" fmla="*/ 289231 w 768329"/>
                <a:gd name="connsiteY19" fmla="*/ 94323 h 811827"/>
                <a:gd name="connsiteX20" fmla="*/ 236829 w 768329"/>
                <a:gd name="connsiteY20" fmla="*/ 41922 h 811827"/>
                <a:gd name="connsiteX21" fmla="*/ 341632 w 768329"/>
                <a:gd name="connsiteY21" fmla="*/ 0 h 811827"/>
                <a:gd name="connsiteX22" fmla="*/ 373728 w 768329"/>
                <a:gd name="connsiteY22"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16307 w 768329"/>
                <a:gd name="connsiteY16" fmla="*/ 209605 h 811827"/>
                <a:gd name="connsiteX17" fmla="*/ 205389 w 768329"/>
                <a:gd name="connsiteY17" fmla="*/ 18602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8009 w 768329"/>
                <a:gd name="connsiteY16" fmla="*/ 238426 h 811827"/>
                <a:gd name="connsiteX17" fmla="*/ 205389 w 768329"/>
                <a:gd name="connsiteY17" fmla="*/ 18602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8009 w 768329"/>
                <a:gd name="connsiteY16" fmla="*/ 238426 h 811827"/>
                <a:gd name="connsiteX17" fmla="*/ 192289 w 768329"/>
                <a:gd name="connsiteY17" fmla="*/ 18340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208009 w 768329"/>
                <a:gd name="connsiteY16" fmla="*/ 227946 h 811827"/>
                <a:gd name="connsiteX17" fmla="*/ 192289 w 768329"/>
                <a:gd name="connsiteY17" fmla="*/ 183405 h 811827"/>
                <a:gd name="connsiteX18" fmla="*/ 239450 w 768329"/>
                <a:gd name="connsiteY18" fmla="*/ 149344 h 811827"/>
                <a:gd name="connsiteX19" fmla="*/ 260411 w 768329"/>
                <a:gd name="connsiteY19" fmla="*/ 159824 h 811827"/>
                <a:gd name="connsiteX20" fmla="*/ 289231 w 768329"/>
                <a:gd name="connsiteY20" fmla="*/ 94323 h 811827"/>
                <a:gd name="connsiteX21" fmla="*/ 236829 w 768329"/>
                <a:gd name="connsiteY21" fmla="*/ 41922 h 811827"/>
                <a:gd name="connsiteX22" fmla="*/ 341632 w 768329"/>
                <a:gd name="connsiteY22" fmla="*/ 0 h 811827"/>
                <a:gd name="connsiteX23" fmla="*/ 373728 w 768329"/>
                <a:gd name="connsiteY23"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24168 w 768329"/>
                <a:gd name="connsiteY16" fmla="*/ 238426 h 811827"/>
                <a:gd name="connsiteX17" fmla="*/ 208009 w 768329"/>
                <a:gd name="connsiteY17" fmla="*/ 227946 h 811827"/>
                <a:gd name="connsiteX18" fmla="*/ 192289 w 768329"/>
                <a:gd name="connsiteY18" fmla="*/ 183405 h 811827"/>
                <a:gd name="connsiteX19" fmla="*/ 239450 w 768329"/>
                <a:gd name="connsiteY19" fmla="*/ 149344 h 811827"/>
                <a:gd name="connsiteX20" fmla="*/ 260411 w 768329"/>
                <a:gd name="connsiteY20" fmla="*/ 159824 h 811827"/>
                <a:gd name="connsiteX21" fmla="*/ 289231 w 768329"/>
                <a:gd name="connsiteY21" fmla="*/ 94323 h 811827"/>
                <a:gd name="connsiteX22" fmla="*/ 236829 w 768329"/>
                <a:gd name="connsiteY22" fmla="*/ 41922 h 811827"/>
                <a:gd name="connsiteX23" fmla="*/ 341632 w 768329"/>
                <a:gd name="connsiteY23" fmla="*/ 0 h 811827"/>
                <a:gd name="connsiteX24" fmla="*/ 373728 w 768329"/>
                <a:gd name="connsiteY24"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81810 w 768329"/>
                <a:gd name="connsiteY16" fmla="*/ 262007 h 811827"/>
                <a:gd name="connsiteX17" fmla="*/ 208009 w 768329"/>
                <a:gd name="connsiteY17" fmla="*/ 227946 h 811827"/>
                <a:gd name="connsiteX18" fmla="*/ 192289 w 768329"/>
                <a:gd name="connsiteY18" fmla="*/ 183405 h 811827"/>
                <a:gd name="connsiteX19" fmla="*/ 239450 w 768329"/>
                <a:gd name="connsiteY19" fmla="*/ 149344 h 811827"/>
                <a:gd name="connsiteX20" fmla="*/ 260411 w 768329"/>
                <a:gd name="connsiteY20" fmla="*/ 159824 h 811827"/>
                <a:gd name="connsiteX21" fmla="*/ 289231 w 768329"/>
                <a:gd name="connsiteY21" fmla="*/ 94323 h 811827"/>
                <a:gd name="connsiteX22" fmla="*/ 236829 w 768329"/>
                <a:gd name="connsiteY22" fmla="*/ 41922 h 811827"/>
                <a:gd name="connsiteX23" fmla="*/ 341632 w 768329"/>
                <a:gd name="connsiteY23" fmla="*/ 0 h 811827"/>
                <a:gd name="connsiteX24" fmla="*/ 373728 w 768329"/>
                <a:gd name="connsiteY24"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03207 w 768329"/>
                <a:gd name="connsiteY16" fmla="*/ 254146 h 811827"/>
                <a:gd name="connsiteX17" fmla="*/ 181810 w 768329"/>
                <a:gd name="connsiteY17" fmla="*/ 262007 h 811827"/>
                <a:gd name="connsiteX18" fmla="*/ 208009 w 768329"/>
                <a:gd name="connsiteY18" fmla="*/ 227946 h 811827"/>
                <a:gd name="connsiteX19" fmla="*/ 192289 w 768329"/>
                <a:gd name="connsiteY19" fmla="*/ 183405 h 811827"/>
                <a:gd name="connsiteX20" fmla="*/ 239450 w 768329"/>
                <a:gd name="connsiteY20" fmla="*/ 149344 h 811827"/>
                <a:gd name="connsiteX21" fmla="*/ 260411 w 768329"/>
                <a:gd name="connsiteY21" fmla="*/ 159824 h 811827"/>
                <a:gd name="connsiteX22" fmla="*/ 289231 w 768329"/>
                <a:gd name="connsiteY22" fmla="*/ 94323 h 811827"/>
                <a:gd name="connsiteX23" fmla="*/ 236829 w 768329"/>
                <a:gd name="connsiteY23" fmla="*/ 41922 h 811827"/>
                <a:gd name="connsiteX24" fmla="*/ 341632 w 768329"/>
                <a:gd name="connsiteY24" fmla="*/ 0 h 811827"/>
                <a:gd name="connsiteX25" fmla="*/ 373728 w 768329"/>
                <a:gd name="connsiteY25"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139888 w 768329"/>
                <a:gd name="connsiteY16" fmla="*/ 248906 h 811827"/>
                <a:gd name="connsiteX17" fmla="*/ 181810 w 768329"/>
                <a:gd name="connsiteY17" fmla="*/ 262007 h 811827"/>
                <a:gd name="connsiteX18" fmla="*/ 208009 w 768329"/>
                <a:gd name="connsiteY18" fmla="*/ 227946 h 811827"/>
                <a:gd name="connsiteX19" fmla="*/ 192289 w 768329"/>
                <a:gd name="connsiteY19" fmla="*/ 183405 h 811827"/>
                <a:gd name="connsiteX20" fmla="*/ 239450 w 768329"/>
                <a:gd name="connsiteY20" fmla="*/ 149344 h 811827"/>
                <a:gd name="connsiteX21" fmla="*/ 260411 w 768329"/>
                <a:gd name="connsiteY21" fmla="*/ 159824 h 811827"/>
                <a:gd name="connsiteX22" fmla="*/ 289231 w 768329"/>
                <a:gd name="connsiteY22" fmla="*/ 94323 h 811827"/>
                <a:gd name="connsiteX23" fmla="*/ 236829 w 768329"/>
                <a:gd name="connsiteY23" fmla="*/ 41922 h 811827"/>
                <a:gd name="connsiteX24" fmla="*/ 341632 w 768329"/>
                <a:gd name="connsiteY24" fmla="*/ 0 h 811827"/>
                <a:gd name="connsiteX25" fmla="*/ 373728 w 768329"/>
                <a:gd name="connsiteY25"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82247 w 768329"/>
                <a:gd name="connsiteY16" fmla="*/ 246286 h 811827"/>
                <a:gd name="connsiteX17" fmla="*/ 139888 w 768329"/>
                <a:gd name="connsiteY17" fmla="*/ 248906 h 811827"/>
                <a:gd name="connsiteX18" fmla="*/ 181810 w 768329"/>
                <a:gd name="connsiteY18" fmla="*/ 262007 h 811827"/>
                <a:gd name="connsiteX19" fmla="*/ 208009 w 768329"/>
                <a:gd name="connsiteY19" fmla="*/ 227946 h 811827"/>
                <a:gd name="connsiteX20" fmla="*/ 192289 w 768329"/>
                <a:gd name="connsiteY20" fmla="*/ 183405 h 811827"/>
                <a:gd name="connsiteX21" fmla="*/ 239450 w 768329"/>
                <a:gd name="connsiteY21" fmla="*/ 149344 h 811827"/>
                <a:gd name="connsiteX22" fmla="*/ 260411 w 768329"/>
                <a:gd name="connsiteY22" fmla="*/ 159824 h 811827"/>
                <a:gd name="connsiteX23" fmla="*/ 289231 w 768329"/>
                <a:gd name="connsiteY23" fmla="*/ 94323 h 811827"/>
                <a:gd name="connsiteX24" fmla="*/ 236829 w 768329"/>
                <a:gd name="connsiteY24" fmla="*/ 41922 h 811827"/>
                <a:gd name="connsiteX25" fmla="*/ 341632 w 768329"/>
                <a:gd name="connsiteY25" fmla="*/ 0 h 811827"/>
                <a:gd name="connsiteX26" fmla="*/ 373728 w 768329"/>
                <a:gd name="connsiteY26"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530 w 768329"/>
                <a:gd name="connsiteY15" fmla="*/ 242615 h 811827"/>
                <a:gd name="connsiteX16" fmla="*/ 97967 w 768329"/>
                <a:gd name="connsiteY16" fmla="*/ 267247 h 811827"/>
                <a:gd name="connsiteX17" fmla="*/ 139888 w 768329"/>
                <a:gd name="connsiteY17" fmla="*/ 248906 h 811827"/>
                <a:gd name="connsiteX18" fmla="*/ 181810 w 768329"/>
                <a:gd name="connsiteY18" fmla="*/ 262007 h 811827"/>
                <a:gd name="connsiteX19" fmla="*/ 208009 w 768329"/>
                <a:gd name="connsiteY19" fmla="*/ 227946 h 811827"/>
                <a:gd name="connsiteX20" fmla="*/ 192289 w 768329"/>
                <a:gd name="connsiteY20" fmla="*/ 183405 h 811827"/>
                <a:gd name="connsiteX21" fmla="*/ 239450 w 768329"/>
                <a:gd name="connsiteY21" fmla="*/ 149344 h 811827"/>
                <a:gd name="connsiteX22" fmla="*/ 260411 w 768329"/>
                <a:gd name="connsiteY22" fmla="*/ 159824 h 811827"/>
                <a:gd name="connsiteX23" fmla="*/ 289231 w 768329"/>
                <a:gd name="connsiteY23" fmla="*/ 94323 h 811827"/>
                <a:gd name="connsiteX24" fmla="*/ 236829 w 768329"/>
                <a:gd name="connsiteY24" fmla="*/ 41922 h 811827"/>
                <a:gd name="connsiteX25" fmla="*/ 341632 w 768329"/>
                <a:gd name="connsiteY25" fmla="*/ 0 h 811827"/>
                <a:gd name="connsiteX26" fmla="*/ 373728 w 768329"/>
                <a:gd name="connsiteY26"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87552 w 768329"/>
                <a:gd name="connsiteY15" fmla="*/ 310737 h 811827"/>
                <a:gd name="connsiteX16" fmla="*/ 97967 w 768329"/>
                <a:gd name="connsiteY16" fmla="*/ 267247 h 811827"/>
                <a:gd name="connsiteX17" fmla="*/ 139888 w 768329"/>
                <a:gd name="connsiteY17" fmla="*/ 248906 h 811827"/>
                <a:gd name="connsiteX18" fmla="*/ 181810 w 768329"/>
                <a:gd name="connsiteY18" fmla="*/ 262007 h 811827"/>
                <a:gd name="connsiteX19" fmla="*/ 208009 w 768329"/>
                <a:gd name="connsiteY19" fmla="*/ 227946 h 811827"/>
                <a:gd name="connsiteX20" fmla="*/ 192289 w 768329"/>
                <a:gd name="connsiteY20" fmla="*/ 183405 h 811827"/>
                <a:gd name="connsiteX21" fmla="*/ 239450 w 768329"/>
                <a:gd name="connsiteY21" fmla="*/ 149344 h 811827"/>
                <a:gd name="connsiteX22" fmla="*/ 260411 w 768329"/>
                <a:gd name="connsiteY22" fmla="*/ 159824 h 811827"/>
                <a:gd name="connsiteX23" fmla="*/ 289231 w 768329"/>
                <a:gd name="connsiteY23" fmla="*/ 94323 h 811827"/>
                <a:gd name="connsiteX24" fmla="*/ 236829 w 768329"/>
                <a:gd name="connsiteY24" fmla="*/ 41922 h 811827"/>
                <a:gd name="connsiteX25" fmla="*/ 341632 w 768329"/>
                <a:gd name="connsiteY25" fmla="*/ 0 h 811827"/>
                <a:gd name="connsiteX26" fmla="*/ 373728 w 768329"/>
                <a:gd name="connsiteY26"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50806 w 768329"/>
                <a:gd name="connsiteY15" fmla="*/ 335368 h 811827"/>
                <a:gd name="connsiteX16" fmla="*/ 87552 w 768329"/>
                <a:gd name="connsiteY16" fmla="*/ 310737 h 811827"/>
                <a:gd name="connsiteX17" fmla="*/ 97967 w 768329"/>
                <a:gd name="connsiteY17" fmla="*/ 267247 h 811827"/>
                <a:gd name="connsiteX18" fmla="*/ 139888 w 768329"/>
                <a:gd name="connsiteY18" fmla="*/ 248906 h 811827"/>
                <a:gd name="connsiteX19" fmla="*/ 181810 w 768329"/>
                <a:gd name="connsiteY19" fmla="*/ 262007 h 811827"/>
                <a:gd name="connsiteX20" fmla="*/ 208009 w 768329"/>
                <a:gd name="connsiteY20" fmla="*/ 227946 h 811827"/>
                <a:gd name="connsiteX21" fmla="*/ 192289 w 768329"/>
                <a:gd name="connsiteY21" fmla="*/ 183405 h 811827"/>
                <a:gd name="connsiteX22" fmla="*/ 239450 w 768329"/>
                <a:gd name="connsiteY22" fmla="*/ 149344 h 811827"/>
                <a:gd name="connsiteX23" fmla="*/ 260411 w 768329"/>
                <a:gd name="connsiteY23" fmla="*/ 159824 h 811827"/>
                <a:gd name="connsiteX24" fmla="*/ 289231 w 768329"/>
                <a:gd name="connsiteY24" fmla="*/ 94323 h 811827"/>
                <a:gd name="connsiteX25" fmla="*/ 236829 w 768329"/>
                <a:gd name="connsiteY25" fmla="*/ 41922 h 811827"/>
                <a:gd name="connsiteX26" fmla="*/ 341632 w 768329"/>
                <a:gd name="connsiteY26" fmla="*/ 0 h 811827"/>
                <a:gd name="connsiteX27" fmla="*/ 373728 w 768329"/>
                <a:gd name="connsiteY27"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5086 w 768329"/>
                <a:gd name="connsiteY15" fmla="*/ 293447 h 811827"/>
                <a:gd name="connsiteX16" fmla="*/ 87552 w 768329"/>
                <a:gd name="connsiteY16" fmla="*/ 310737 h 811827"/>
                <a:gd name="connsiteX17" fmla="*/ 97967 w 768329"/>
                <a:gd name="connsiteY17" fmla="*/ 267247 h 811827"/>
                <a:gd name="connsiteX18" fmla="*/ 139888 w 768329"/>
                <a:gd name="connsiteY18" fmla="*/ 248906 h 811827"/>
                <a:gd name="connsiteX19" fmla="*/ 181810 w 768329"/>
                <a:gd name="connsiteY19" fmla="*/ 262007 h 811827"/>
                <a:gd name="connsiteX20" fmla="*/ 208009 w 768329"/>
                <a:gd name="connsiteY20" fmla="*/ 227946 h 811827"/>
                <a:gd name="connsiteX21" fmla="*/ 192289 w 768329"/>
                <a:gd name="connsiteY21" fmla="*/ 183405 h 811827"/>
                <a:gd name="connsiteX22" fmla="*/ 239450 w 768329"/>
                <a:gd name="connsiteY22" fmla="*/ 149344 h 811827"/>
                <a:gd name="connsiteX23" fmla="*/ 260411 w 768329"/>
                <a:gd name="connsiteY23" fmla="*/ 159824 h 811827"/>
                <a:gd name="connsiteX24" fmla="*/ 289231 w 768329"/>
                <a:gd name="connsiteY24" fmla="*/ 94323 h 811827"/>
                <a:gd name="connsiteX25" fmla="*/ 236829 w 768329"/>
                <a:gd name="connsiteY25" fmla="*/ 41922 h 811827"/>
                <a:gd name="connsiteX26" fmla="*/ 341632 w 768329"/>
                <a:gd name="connsiteY26" fmla="*/ 0 h 811827"/>
                <a:gd name="connsiteX27" fmla="*/ 373728 w 768329"/>
                <a:gd name="connsiteY27" fmla="*/ 30853 h 811827"/>
                <a:gd name="connsiteX0" fmla="*/ 373728 w 768329"/>
                <a:gd name="connsiteY0" fmla="*/ 30853 h 811827"/>
                <a:gd name="connsiteX1" fmla="*/ 357353 w 768329"/>
                <a:gd name="connsiteY1" fmla="*/ 60261 h 811827"/>
                <a:gd name="connsiteX2" fmla="*/ 475512 w 768329"/>
                <a:gd name="connsiteY2" fmla="*/ 88494 h 811827"/>
                <a:gd name="connsiteX3" fmla="*/ 490976 w 768329"/>
                <a:gd name="connsiteY3" fmla="*/ 159824 h 811827"/>
                <a:gd name="connsiteX4" fmla="*/ 514556 w 768329"/>
                <a:gd name="connsiteY4" fmla="*/ 151963 h 811827"/>
                <a:gd name="connsiteX5" fmla="*/ 535517 w 768329"/>
                <a:gd name="connsiteY5" fmla="*/ 214845 h 811827"/>
                <a:gd name="connsiteX6" fmla="*/ 611498 w 768329"/>
                <a:gd name="connsiteY6" fmla="*/ 235805 h 811827"/>
                <a:gd name="connsiteX7" fmla="*/ 598397 w 768329"/>
                <a:gd name="connsiteY7" fmla="*/ 293446 h 811827"/>
                <a:gd name="connsiteX8" fmla="*/ 768329 w 768329"/>
                <a:gd name="connsiteY8" fmla="*/ 340134 h 811827"/>
                <a:gd name="connsiteX9" fmla="*/ 677271 w 768329"/>
                <a:gd name="connsiteY9" fmla="*/ 603448 h 811827"/>
                <a:gd name="connsiteX10" fmla="*/ 553009 w 768329"/>
                <a:gd name="connsiteY10" fmla="*/ 613946 h 811827"/>
                <a:gd name="connsiteX11" fmla="*/ 162650 w 768329"/>
                <a:gd name="connsiteY11" fmla="*/ 811827 h 811827"/>
                <a:gd name="connsiteX12" fmla="*/ 65060 w 768329"/>
                <a:gd name="connsiteY12" fmla="*/ 646926 h 811827"/>
                <a:gd name="connsiteX13" fmla="*/ 0 w 768329"/>
                <a:gd name="connsiteY13" fmla="*/ 482025 h 811827"/>
                <a:gd name="connsiteX14" fmla="*/ 32530 w 768329"/>
                <a:gd name="connsiteY14" fmla="*/ 350105 h 811827"/>
                <a:gd name="connsiteX15" fmla="*/ 32466 w 768329"/>
                <a:gd name="connsiteY15" fmla="*/ 293447 h 811827"/>
                <a:gd name="connsiteX16" fmla="*/ 87552 w 768329"/>
                <a:gd name="connsiteY16" fmla="*/ 310737 h 811827"/>
                <a:gd name="connsiteX17" fmla="*/ 97967 w 768329"/>
                <a:gd name="connsiteY17" fmla="*/ 267247 h 811827"/>
                <a:gd name="connsiteX18" fmla="*/ 139888 w 768329"/>
                <a:gd name="connsiteY18" fmla="*/ 248906 h 811827"/>
                <a:gd name="connsiteX19" fmla="*/ 181810 w 768329"/>
                <a:gd name="connsiteY19" fmla="*/ 262007 h 811827"/>
                <a:gd name="connsiteX20" fmla="*/ 208009 w 768329"/>
                <a:gd name="connsiteY20" fmla="*/ 227946 h 811827"/>
                <a:gd name="connsiteX21" fmla="*/ 192289 w 768329"/>
                <a:gd name="connsiteY21" fmla="*/ 183405 h 811827"/>
                <a:gd name="connsiteX22" fmla="*/ 239450 w 768329"/>
                <a:gd name="connsiteY22" fmla="*/ 149344 h 811827"/>
                <a:gd name="connsiteX23" fmla="*/ 260411 w 768329"/>
                <a:gd name="connsiteY23" fmla="*/ 159824 h 811827"/>
                <a:gd name="connsiteX24" fmla="*/ 289231 w 768329"/>
                <a:gd name="connsiteY24" fmla="*/ 94323 h 811827"/>
                <a:gd name="connsiteX25" fmla="*/ 236829 w 768329"/>
                <a:gd name="connsiteY25" fmla="*/ 41922 h 811827"/>
                <a:gd name="connsiteX26" fmla="*/ 341632 w 768329"/>
                <a:gd name="connsiteY26" fmla="*/ 0 h 811827"/>
                <a:gd name="connsiteX27" fmla="*/ 373728 w 768329"/>
                <a:gd name="connsiteY27" fmla="*/ 30853 h 811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68329" h="811827">
                  <a:moveTo>
                    <a:pt x="373728" y="30853"/>
                  </a:moveTo>
                  <a:lnTo>
                    <a:pt x="357353" y="60261"/>
                  </a:lnTo>
                  <a:lnTo>
                    <a:pt x="475512" y="88494"/>
                  </a:lnTo>
                  <a:lnTo>
                    <a:pt x="490976" y="159824"/>
                  </a:lnTo>
                  <a:lnTo>
                    <a:pt x="514556" y="151963"/>
                  </a:lnTo>
                  <a:lnTo>
                    <a:pt x="535517" y="214845"/>
                  </a:lnTo>
                  <a:lnTo>
                    <a:pt x="611498" y="235805"/>
                  </a:lnTo>
                  <a:lnTo>
                    <a:pt x="598397" y="293446"/>
                  </a:lnTo>
                  <a:lnTo>
                    <a:pt x="768329" y="340134"/>
                  </a:lnTo>
                  <a:lnTo>
                    <a:pt x="677271" y="603448"/>
                  </a:lnTo>
                  <a:lnTo>
                    <a:pt x="553009" y="613946"/>
                  </a:lnTo>
                  <a:lnTo>
                    <a:pt x="162650" y="811827"/>
                  </a:lnTo>
                  <a:lnTo>
                    <a:pt x="65060" y="646926"/>
                  </a:lnTo>
                  <a:lnTo>
                    <a:pt x="0" y="482025"/>
                  </a:lnTo>
                  <a:lnTo>
                    <a:pt x="32530" y="350105"/>
                  </a:lnTo>
                  <a:cubicBezTo>
                    <a:pt x="32509" y="331219"/>
                    <a:pt x="32487" y="312333"/>
                    <a:pt x="32466" y="293447"/>
                  </a:cubicBezTo>
                  <a:lnTo>
                    <a:pt x="87552" y="310737"/>
                  </a:lnTo>
                  <a:lnTo>
                    <a:pt x="97967" y="267247"/>
                  </a:lnTo>
                  <a:lnTo>
                    <a:pt x="139888" y="248906"/>
                  </a:lnTo>
                  <a:lnTo>
                    <a:pt x="181810" y="262007"/>
                  </a:lnTo>
                  <a:lnTo>
                    <a:pt x="208009" y="227946"/>
                  </a:lnTo>
                  <a:lnTo>
                    <a:pt x="192289" y="183405"/>
                  </a:lnTo>
                  <a:lnTo>
                    <a:pt x="239450" y="149344"/>
                  </a:lnTo>
                  <a:lnTo>
                    <a:pt x="260411" y="159824"/>
                  </a:lnTo>
                  <a:lnTo>
                    <a:pt x="289231" y="94323"/>
                  </a:lnTo>
                  <a:lnTo>
                    <a:pt x="236829" y="41922"/>
                  </a:lnTo>
                  <a:lnTo>
                    <a:pt x="341632" y="0"/>
                  </a:lnTo>
                  <a:lnTo>
                    <a:pt x="373728" y="30853"/>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 name="Freeform 1216"/>
            <p:cNvSpPr>
              <a:spLocks/>
            </p:cNvSpPr>
            <p:nvPr/>
          </p:nvSpPr>
          <p:spPr bwMode="gray">
            <a:xfrm>
              <a:off x="2359428" y="4763442"/>
              <a:ext cx="94584" cy="119869"/>
            </a:xfrm>
            <a:custGeom>
              <a:avLst/>
              <a:gdLst>
                <a:gd name="T0" fmla="*/ 31 w 32"/>
                <a:gd name="T1" fmla="*/ 15 h 40"/>
                <a:gd name="T2" fmla="*/ 31 w 32"/>
                <a:gd name="T3" fmla="*/ 15 h 40"/>
                <a:gd name="T4" fmla="*/ 27 w 32"/>
                <a:gd name="T5" fmla="*/ 8 h 40"/>
                <a:gd name="T6" fmla="*/ 20 w 32"/>
                <a:gd name="T7" fmla="*/ 0 h 40"/>
                <a:gd name="T8" fmla="*/ 20 w 32"/>
                <a:gd name="T9" fmla="*/ 0 h 40"/>
                <a:gd name="T10" fmla="*/ 12 w 32"/>
                <a:gd name="T11" fmla="*/ 9 h 40"/>
                <a:gd name="T12" fmla="*/ 12 w 32"/>
                <a:gd name="T13" fmla="*/ 9 h 40"/>
                <a:gd name="T14" fmla="*/ 7 w 32"/>
                <a:gd name="T15" fmla="*/ 16 h 40"/>
                <a:gd name="T16" fmla="*/ 0 w 32"/>
                <a:gd name="T17" fmla="*/ 26 h 40"/>
                <a:gd name="T18" fmla="*/ 0 w 32"/>
                <a:gd name="T19" fmla="*/ 26 h 40"/>
                <a:gd name="T20" fmla="*/ 5 w 32"/>
                <a:gd name="T21" fmla="*/ 30 h 40"/>
                <a:gd name="T22" fmla="*/ 9 w 32"/>
                <a:gd name="T23" fmla="*/ 35 h 40"/>
                <a:gd name="T24" fmla="*/ 9 w 32"/>
                <a:gd name="T25" fmla="*/ 35 h 40"/>
                <a:gd name="T26" fmla="*/ 10 w 32"/>
                <a:gd name="T27" fmla="*/ 36 h 40"/>
                <a:gd name="T28" fmla="*/ 12 w 32"/>
                <a:gd name="T29" fmla="*/ 39 h 40"/>
                <a:gd name="T30" fmla="*/ 16 w 32"/>
                <a:gd name="T31" fmla="*/ 40 h 40"/>
                <a:gd name="T32" fmla="*/ 16 w 32"/>
                <a:gd name="T33" fmla="*/ 40 h 40"/>
                <a:gd name="T34" fmla="*/ 18 w 32"/>
                <a:gd name="T35" fmla="*/ 30 h 40"/>
                <a:gd name="T36" fmla="*/ 18 w 32"/>
                <a:gd name="T37" fmla="*/ 30 h 40"/>
                <a:gd name="T38" fmla="*/ 20 w 32"/>
                <a:gd name="T39" fmla="*/ 27 h 40"/>
                <a:gd name="T40" fmla="*/ 22 w 32"/>
                <a:gd name="T41" fmla="*/ 26 h 40"/>
                <a:gd name="T42" fmla="*/ 28 w 32"/>
                <a:gd name="T43" fmla="*/ 26 h 40"/>
                <a:gd name="T44" fmla="*/ 28 w 32"/>
                <a:gd name="T45" fmla="*/ 26 h 40"/>
                <a:gd name="T46" fmla="*/ 31 w 32"/>
                <a:gd name="T47" fmla="*/ 27 h 40"/>
                <a:gd name="T48" fmla="*/ 31 w 32"/>
                <a:gd name="T49" fmla="*/ 27 h 40"/>
                <a:gd name="T50" fmla="*/ 32 w 32"/>
                <a:gd name="T51" fmla="*/ 23 h 40"/>
                <a:gd name="T52" fmla="*/ 32 w 32"/>
                <a:gd name="T53" fmla="*/ 19 h 40"/>
                <a:gd name="T54" fmla="*/ 31 w 32"/>
                <a:gd name="T55" fmla="*/ 15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2" h="40">
                  <a:moveTo>
                    <a:pt x="31" y="15"/>
                  </a:moveTo>
                  <a:lnTo>
                    <a:pt x="31" y="15"/>
                  </a:lnTo>
                  <a:lnTo>
                    <a:pt x="27" y="8"/>
                  </a:lnTo>
                  <a:lnTo>
                    <a:pt x="20" y="0"/>
                  </a:lnTo>
                  <a:lnTo>
                    <a:pt x="20" y="0"/>
                  </a:lnTo>
                  <a:lnTo>
                    <a:pt x="12" y="9"/>
                  </a:lnTo>
                  <a:lnTo>
                    <a:pt x="12" y="9"/>
                  </a:lnTo>
                  <a:lnTo>
                    <a:pt x="7" y="16"/>
                  </a:lnTo>
                  <a:lnTo>
                    <a:pt x="0" y="26"/>
                  </a:lnTo>
                  <a:lnTo>
                    <a:pt x="0" y="26"/>
                  </a:lnTo>
                  <a:lnTo>
                    <a:pt x="5" y="30"/>
                  </a:lnTo>
                  <a:lnTo>
                    <a:pt x="9" y="35"/>
                  </a:lnTo>
                  <a:lnTo>
                    <a:pt x="9" y="35"/>
                  </a:lnTo>
                  <a:lnTo>
                    <a:pt x="10" y="36"/>
                  </a:lnTo>
                  <a:lnTo>
                    <a:pt x="12" y="39"/>
                  </a:lnTo>
                  <a:lnTo>
                    <a:pt x="16" y="40"/>
                  </a:lnTo>
                  <a:lnTo>
                    <a:pt x="16" y="40"/>
                  </a:lnTo>
                  <a:lnTo>
                    <a:pt x="18" y="30"/>
                  </a:lnTo>
                  <a:lnTo>
                    <a:pt x="18" y="30"/>
                  </a:lnTo>
                  <a:lnTo>
                    <a:pt x="20" y="27"/>
                  </a:lnTo>
                  <a:lnTo>
                    <a:pt x="22" y="26"/>
                  </a:lnTo>
                  <a:lnTo>
                    <a:pt x="28" y="26"/>
                  </a:lnTo>
                  <a:lnTo>
                    <a:pt x="28" y="26"/>
                  </a:lnTo>
                  <a:lnTo>
                    <a:pt x="31" y="27"/>
                  </a:lnTo>
                  <a:lnTo>
                    <a:pt x="31" y="27"/>
                  </a:lnTo>
                  <a:lnTo>
                    <a:pt x="32" y="23"/>
                  </a:lnTo>
                  <a:lnTo>
                    <a:pt x="32" y="19"/>
                  </a:lnTo>
                  <a:lnTo>
                    <a:pt x="31" y="1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 name="Freeform 1244"/>
            <p:cNvSpPr>
              <a:spLocks/>
            </p:cNvSpPr>
            <p:nvPr/>
          </p:nvSpPr>
          <p:spPr bwMode="gray">
            <a:xfrm>
              <a:off x="2300311" y="4439796"/>
              <a:ext cx="242375" cy="107882"/>
            </a:xfrm>
            <a:custGeom>
              <a:avLst/>
              <a:gdLst>
                <a:gd name="T0" fmla="*/ 16 w 82"/>
                <a:gd name="T1" fmla="*/ 36 h 36"/>
                <a:gd name="T2" fmla="*/ 16 w 82"/>
                <a:gd name="T3" fmla="*/ 36 h 36"/>
                <a:gd name="T4" fmla="*/ 22 w 82"/>
                <a:gd name="T5" fmla="*/ 36 h 36"/>
                <a:gd name="T6" fmla="*/ 29 w 82"/>
                <a:gd name="T7" fmla="*/ 34 h 36"/>
                <a:gd name="T8" fmla="*/ 35 w 82"/>
                <a:gd name="T9" fmla="*/ 33 h 36"/>
                <a:gd name="T10" fmla="*/ 40 w 82"/>
                <a:gd name="T11" fmla="*/ 32 h 36"/>
                <a:gd name="T12" fmla="*/ 40 w 82"/>
                <a:gd name="T13" fmla="*/ 32 h 36"/>
                <a:gd name="T14" fmla="*/ 43 w 82"/>
                <a:gd name="T15" fmla="*/ 31 h 36"/>
                <a:gd name="T16" fmla="*/ 48 w 82"/>
                <a:gd name="T17" fmla="*/ 28 h 36"/>
                <a:gd name="T18" fmla="*/ 54 w 82"/>
                <a:gd name="T19" fmla="*/ 26 h 36"/>
                <a:gd name="T20" fmla="*/ 62 w 82"/>
                <a:gd name="T21" fmla="*/ 25 h 36"/>
                <a:gd name="T22" fmla="*/ 62 w 82"/>
                <a:gd name="T23" fmla="*/ 25 h 36"/>
                <a:gd name="T24" fmla="*/ 70 w 82"/>
                <a:gd name="T25" fmla="*/ 25 h 36"/>
                <a:gd name="T26" fmla="*/ 79 w 82"/>
                <a:gd name="T27" fmla="*/ 22 h 36"/>
                <a:gd name="T28" fmla="*/ 79 w 82"/>
                <a:gd name="T29" fmla="*/ 22 h 36"/>
                <a:gd name="T30" fmla="*/ 79 w 82"/>
                <a:gd name="T31" fmla="*/ 22 h 36"/>
                <a:gd name="T32" fmla="*/ 77 w 82"/>
                <a:gd name="T33" fmla="*/ 17 h 36"/>
                <a:gd name="T34" fmla="*/ 77 w 82"/>
                <a:gd name="T35" fmla="*/ 15 h 36"/>
                <a:gd name="T36" fmla="*/ 78 w 82"/>
                <a:gd name="T37" fmla="*/ 14 h 36"/>
                <a:gd name="T38" fmla="*/ 78 w 82"/>
                <a:gd name="T39" fmla="*/ 14 h 36"/>
                <a:gd name="T40" fmla="*/ 82 w 82"/>
                <a:gd name="T41" fmla="*/ 7 h 36"/>
                <a:gd name="T42" fmla="*/ 82 w 82"/>
                <a:gd name="T43" fmla="*/ 7 h 36"/>
                <a:gd name="T44" fmla="*/ 73 w 82"/>
                <a:gd name="T45" fmla="*/ 2 h 36"/>
                <a:gd name="T46" fmla="*/ 68 w 82"/>
                <a:gd name="T47" fmla="*/ 0 h 36"/>
                <a:gd name="T48" fmla="*/ 68 w 82"/>
                <a:gd name="T49" fmla="*/ 0 h 36"/>
                <a:gd name="T50" fmla="*/ 61 w 82"/>
                <a:gd name="T51" fmla="*/ 1 h 36"/>
                <a:gd name="T52" fmla="*/ 56 w 82"/>
                <a:gd name="T53" fmla="*/ 2 h 36"/>
                <a:gd name="T54" fmla="*/ 56 w 82"/>
                <a:gd name="T55" fmla="*/ 2 h 36"/>
                <a:gd name="T56" fmla="*/ 49 w 82"/>
                <a:gd name="T57" fmla="*/ 2 h 36"/>
                <a:gd name="T58" fmla="*/ 46 w 82"/>
                <a:gd name="T59" fmla="*/ 4 h 36"/>
                <a:gd name="T60" fmla="*/ 42 w 82"/>
                <a:gd name="T61" fmla="*/ 2 h 36"/>
                <a:gd name="T62" fmla="*/ 42 w 82"/>
                <a:gd name="T63" fmla="*/ 2 h 36"/>
                <a:gd name="T64" fmla="*/ 40 w 82"/>
                <a:gd name="T65" fmla="*/ 1 h 36"/>
                <a:gd name="T66" fmla="*/ 35 w 82"/>
                <a:gd name="T67" fmla="*/ 1 h 36"/>
                <a:gd name="T68" fmla="*/ 27 w 82"/>
                <a:gd name="T69" fmla="*/ 2 h 36"/>
                <a:gd name="T70" fmla="*/ 27 w 82"/>
                <a:gd name="T71" fmla="*/ 2 h 36"/>
                <a:gd name="T72" fmla="*/ 25 w 82"/>
                <a:gd name="T73" fmla="*/ 4 h 36"/>
                <a:gd name="T74" fmla="*/ 21 w 82"/>
                <a:gd name="T75" fmla="*/ 6 h 36"/>
                <a:gd name="T76" fmla="*/ 15 w 82"/>
                <a:gd name="T77" fmla="*/ 12 h 36"/>
                <a:gd name="T78" fmla="*/ 15 w 82"/>
                <a:gd name="T79" fmla="*/ 12 h 36"/>
                <a:gd name="T80" fmla="*/ 9 w 82"/>
                <a:gd name="T81" fmla="*/ 15 h 36"/>
                <a:gd name="T82" fmla="*/ 0 w 82"/>
                <a:gd name="T83" fmla="*/ 18 h 36"/>
                <a:gd name="T84" fmla="*/ 0 w 82"/>
                <a:gd name="T85" fmla="*/ 18 h 36"/>
                <a:gd name="T86" fmla="*/ 1 w 82"/>
                <a:gd name="T87" fmla="*/ 23 h 36"/>
                <a:gd name="T88" fmla="*/ 1 w 82"/>
                <a:gd name="T89" fmla="*/ 23 h 36"/>
                <a:gd name="T90" fmla="*/ 1 w 82"/>
                <a:gd name="T91" fmla="*/ 26 h 36"/>
                <a:gd name="T92" fmla="*/ 0 w 82"/>
                <a:gd name="T93" fmla="*/ 31 h 36"/>
                <a:gd name="T94" fmla="*/ 0 w 82"/>
                <a:gd name="T95" fmla="*/ 31 h 36"/>
                <a:gd name="T96" fmla="*/ 9 w 82"/>
                <a:gd name="T97" fmla="*/ 33 h 36"/>
                <a:gd name="T98" fmla="*/ 16 w 82"/>
                <a:gd name="T99" fmla="*/ 36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82" h="36">
                  <a:moveTo>
                    <a:pt x="16" y="36"/>
                  </a:moveTo>
                  <a:lnTo>
                    <a:pt x="16" y="36"/>
                  </a:lnTo>
                  <a:lnTo>
                    <a:pt x="22" y="36"/>
                  </a:lnTo>
                  <a:lnTo>
                    <a:pt x="29" y="34"/>
                  </a:lnTo>
                  <a:lnTo>
                    <a:pt x="35" y="33"/>
                  </a:lnTo>
                  <a:lnTo>
                    <a:pt x="40" y="32"/>
                  </a:lnTo>
                  <a:lnTo>
                    <a:pt x="40" y="32"/>
                  </a:lnTo>
                  <a:lnTo>
                    <a:pt x="43" y="31"/>
                  </a:lnTo>
                  <a:lnTo>
                    <a:pt x="48" y="28"/>
                  </a:lnTo>
                  <a:lnTo>
                    <a:pt x="54" y="26"/>
                  </a:lnTo>
                  <a:lnTo>
                    <a:pt x="62" y="25"/>
                  </a:lnTo>
                  <a:lnTo>
                    <a:pt x="62" y="25"/>
                  </a:lnTo>
                  <a:lnTo>
                    <a:pt x="70" y="25"/>
                  </a:lnTo>
                  <a:lnTo>
                    <a:pt x="79" y="22"/>
                  </a:lnTo>
                  <a:lnTo>
                    <a:pt x="79" y="22"/>
                  </a:lnTo>
                  <a:lnTo>
                    <a:pt x="79" y="22"/>
                  </a:lnTo>
                  <a:lnTo>
                    <a:pt x="77" y="17"/>
                  </a:lnTo>
                  <a:lnTo>
                    <a:pt x="77" y="15"/>
                  </a:lnTo>
                  <a:lnTo>
                    <a:pt x="78" y="14"/>
                  </a:lnTo>
                  <a:lnTo>
                    <a:pt x="78" y="14"/>
                  </a:lnTo>
                  <a:lnTo>
                    <a:pt x="82" y="7"/>
                  </a:lnTo>
                  <a:lnTo>
                    <a:pt x="82" y="7"/>
                  </a:lnTo>
                  <a:lnTo>
                    <a:pt x="73" y="2"/>
                  </a:lnTo>
                  <a:lnTo>
                    <a:pt x="68" y="0"/>
                  </a:lnTo>
                  <a:lnTo>
                    <a:pt x="68" y="0"/>
                  </a:lnTo>
                  <a:lnTo>
                    <a:pt x="61" y="1"/>
                  </a:lnTo>
                  <a:lnTo>
                    <a:pt x="56" y="2"/>
                  </a:lnTo>
                  <a:lnTo>
                    <a:pt x="56" y="2"/>
                  </a:lnTo>
                  <a:lnTo>
                    <a:pt x="49" y="2"/>
                  </a:lnTo>
                  <a:lnTo>
                    <a:pt x="46" y="4"/>
                  </a:lnTo>
                  <a:lnTo>
                    <a:pt x="42" y="2"/>
                  </a:lnTo>
                  <a:lnTo>
                    <a:pt x="42" y="2"/>
                  </a:lnTo>
                  <a:lnTo>
                    <a:pt x="40" y="1"/>
                  </a:lnTo>
                  <a:lnTo>
                    <a:pt x="35" y="1"/>
                  </a:lnTo>
                  <a:lnTo>
                    <a:pt x="27" y="2"/>
                  </a:lnTo>
                  <a:lnTo>
                    <a:pt x="27" y="2"/>
                  </a:lnTo>
                  <a:lnTo>
                    <a:pt x="25" y="4"/>
                  </a:lnTo>
                  <a:lnTo>
                    <a:pt x="21" y="6"/>
                  </a:lnTo>
                  <a:lnTo>
                    <a:pt x="15" y="12"/>
                  </a:lnTo>
                  <a:lnTo>
                    <a:pt x="15" y="12"/>
                  </a:lnTo>
                  <a:lnTo>
                    <a:pt x="9" y="15"/>
                  </a:lnTo>
                  <a:lnTo>
                    <a:pt x="0" y="18"/>
                  </a:lnTo>
                  <a:lnTo>
                    <a:pt x="0" y="18"/>
                  </a:lnTo>
                  <a:lnTo>
                    <a:pt x="1" y="23"/>
                  </a:lnTo>
                  <a:lnTo>
                    <a:pt x="1" y="23"/>
                  </a:lnTo>
                  <a:lnTo>
                    <a:pt x="1" y="26"/>
                  </a:lnTo>
                  <a:lnTo>
                    <a:pt x="0" y="31"/>
                  </a:lnTo>
                  <a:lnTo>
                    <a:pt x="0" y="31"/>
                  </a:lnTo>
                  <a:lnTo>
                    <a:pt x="9" y="33"/>
                  </a:lnTo>
                  <a:lnTo>
                    <a:pt x="16" y="3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1" name="Freeform 1246"/>
            <p:cNvSpPr>
              <a:spLocks/>
            </p:cNvSpPr>
            <p:nvPr/>
          </p:nvSpPr>
          <p:spPr bwMode="gray">
            <a:xfrm>
              <a:off x="2279620" y="4505725"/>
              <a:ext cx="268976" cy="161821"/>
            </a:xfrm>
            <a:custGeom>
              <a:avLst/>
              <a:gdLst>
                <a:gd name="T0" fmla="*/ 86 w 91"/>
                <a:gd name="T1" fmla="*/ 0 h 54"/>
                <a:gd name="T2" fmla="*/ 86 w 91"/>
                <a:gd name="T3" fmla="*/ 0 h 54"/>
                <a:gd name="T4" fmla="*/ 77 w 91"/>
                <a:gd name="T5" fmla="*/ 3 h 54"/>
                <a:gd name="T6" fmla="*/ 69 w 91"/>
                <a:gd name="T7" fmla="*/ 3 h 54"/>
                <a:gd name="T8" fmla="*/ 69 w 91"/>
                <a:gd name="T9" fmla="*/ 3 h 54"/>
                <a:gd name="T10" fmla="*/ 61 w 91"/>
                <a:gd name="T11" fmla="*/ 4 h 54"/>
                <a:gd name="T12" fmla="*/ 55 w 91"/>
                <a:gd name="T13" fmla="*/ 6 h 54"/>
                <a:gd name="T14" fmla="*/ 50 w 91"/>
                <a:gd name="T15" fmla="*/ 9 h 54"/>
                <a:gd name="T16" fmla="*/ 47 w 91"/>
                <a:gd name="T17" fmla="*/ 10 h 54"/>
                <a:gd name="T18" fmla="*/ 47 w 91"/>
                <a:gd name="T19" fmla="*/ 10 h 54"/>
                <a:gd name="T20" fmla="*/ 42 w 91"/>
                <a:gd name="T21" fmla="*/ 11 h 54"/>
                <a:gd name="T22" fmla="*/ 36 w 91"/>
                <a:gd name="T23" fmla="*/ 12 h 54"/>
                <a:gd name="T24" fmla="*/ 29 w 91"/>
                <a:gd name="T25" fmla="*/ 14 h 54"/>
                <a:gd name="T26" fmla="*/ 23 w 91"/>
                <a:gd name="T27" fmla="*/ 14 h 54"/>
                <a:gd name="T28" fmla="*/ 23 w 91"/>
                <a:gd name="T29" fmla="*/ 14 h 54"/>
                <a:gd name="T30" fmla="*/ 16 w 91"/>
                <a:gd name="T31" fmla="*/ 11 h 54"/>
                <a:gd name="T32" fmla="*/ 7 w 91"/>
                <a:gd name="T33" fmla="*/ 9 h 54"/>
                <a:gd name="T34" fmla="*/ 7 w 91"/>
                <a:gd name="T35" fmla="*/ 9 h 54"/>
                <a:gd name="T36" fmla="*/ 4 w 91"/>
                <a:gd name="T37" fmla="*/ 19 h 54"/>
                <a:gd name="T38" fmla="*/ 1 w 91"/>
                <a:gd name="T39" fmla="*/ 25 h 54"/>
                <a:gd name="T40" fmla="*/ 1 w 91"/>
                <a:gd name="T41" fmla="*/ 25 h 54"/>
                <a:gd name="T42" fmla="*/ 0 w 91"/>
                <a:gd name="T43" fmla="*/ 28 h 54"/>
                <a:gd name="T44" fmla="*/ 1 w 91"/>
                <a:gd name="T45" fmla="*/ 32 h 54"/>
                <a:gd name="T46" fmla="*/ 7 w 91"/>
                <a:gd name="T47" fmla="*/ 41 h 54"/>
                <a:gd name="T48" fmla="*/ 7 w 91"/>
                <a:gd name="T49" fmla="*/ 41 h 54"/>
                <a:gd name="T50" fmla="*/ 13 w 91"/>
                <a:gd name="T51" fmla="*/ 46 h 54"/>
                <a:gd name="T52" fmla="*/ 20 w 91"/>
                <a:gd name="T53" fmla="*/ 49 h 54"/>
                <a:gd name="T54" fmla="*/ 27 w 91"/>
                <a:gd name="T55" fmla="*/ 53 h 54"/>
                <a:gd name="T56" fmla="*/ 33 w 91"/>
                <a:gd name="T57" fmla="*/ 54 h 54"/>
                <a:gd name="T58" fmla="*/ 33 w 91"/>
                <a:gd name="T59" fmla="*/ 54 h 54"/>
                <a:gd name="T60" fmla="*/ 37 w 91"/>
                <a:gd name="T61" fmla="*/ 54 h 54"/>
                <a:gd name="T62" fmla="*/ 40 w 91"/>
                <a:gd name="T63" fmla="*/ 53 h 54"/>
                <a:gd name="T64" fmla="*/ 44 w 91"/>
                <a:gd name="T65" fmla="*/ 51 h 54"/>
                <a:gd name="T66" fmla="*/ 44 w 91"/>
                <a:gd name="T67" fmla="*/ 51 h 54"/>
                <a:gd name="T68" fmla="*/ 47 w 91"/>
                <a:gd name="T69" fmla="*/ 49 h 54"/>
                <a:gd name="T70" fmla="*/ 53 w 91"/>
                <a:gd name="T71" fmla="*/ 47 h 54"/>
                <a:gd name="T72" fmla="*/ 59 w 91"/>
                <a:gd name="T73" fmla="*/ 46 h 54"/>
                <a:gd name="T74" fmla="*/ 64 w 91"/>
                <a:gd name="T75" fmla="*/ 42 h 54"/>
                <a:gd name="T76" fmla="*/ 64 w 91"/>
                <a:gd name="T77" fmla="*/ 42 h 54"/>
                <a:gd name="T78" fmla="*/ 69 w 91"/>
                <a:gd name="T79" fmla="*/ 37 h 54"/>
                <a:gd name="T80" fmla="*/ 76 w 91"/>
                <a:gd name="T81" fmla="*/ 30 h 54"/>
                <a:gd name="T82" fmla="*/ 86 w 91"/>
                <a:gd name="T83" fmla="*/ 15 h 54"/>
                <a:gd name="T84" fmla="*/ 86 w 91"/>
                <a:gd name="T85" fmla="*/ 15 h 54"/>
                <a:gd name="T86" fmla="*/ 89 w 91"/>
                <a:gd name="T87" fmla="*/ 10 h 54"/>
                <a:gd name="T88" fmla="*/ 91 w 91"/>
                <a:gd name="T89" fmla="*/ 8 h 54"/>
                <a:gd name="T90" fmla="*/ 91 w 91"/>
                <a:gd name="T91" fmla="*/ 8 h 54"/>
                <a:gd name="T92" fmla="*/ 86 w 91"/>
                <a:gd name="T93" fmla="*/ 0 h 54"/>
                <a:gd name="T94" fmla="*/ 86 w 91"/>
                <a:gd name="T95" fmla="*/ 0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54">
                  <a:moveTo>
                    <a:pt x="86" y="0"/>
                  </a:moveTo>
                  <a:lnTo>
                    <a:pt x="86" y="0"/>
                  </a:lnTo>
                  <a:lnTo>
                    <a:pt x="77" y="3"/>
                  </a:lnTo>
                  <a:lnTo>
                    <a:pt x="69" y="3"/>
                  </a:lnTo>
                  <a:lnTo>
                    <a:pt x="69" y="3"/>
                  </a:lnTo>
                  <a:lnTo>
                    <a:pt x="61" y="4"/>
                  </a:lnTo>
                  <a:lnTo>
                    <a:pt x="55" y="6"/>
                  </a:lnTo>
                  <a:lnTo>
                    <a:pt x="50" y="9"/>
                  </a:lnTo>
                  <a:lnTo>
                    <a:pt x="47" y="10"/>
                  </a:lnTo>
                  <a:lnTo>
                    <a:pt x="47" y="10"/>
                  </a:lnTo>
                  <a:lnTo>
                    <a:pt x="42" y="11"/>
                  </a:lnTo>
                  <a:lnTo>
                    <a:pt x="36" y="12"/>
                  </a:lnTo>
                  <a:lnTo>
                    <a:pt x="29" y="14"/>
                  </a:lnTo>
                  <a:lnTo>
                    <a:pt x="23" y="14"/>
                  </a:lnTo>
                  <a:lnTo>
                    <a:pt x="23" y="14"/>
                  </a:lnTo>
                  <a:lnTo>
                    <a:pt x="16" y="11"/>
                  </a:lnTo>
                  <a:lnTo>
                    <a:pt x="7" y="9"/>
                  </a:lnTo>
                  <a:lnTo>
                    <a:pt x="7" y="9"/>
                  </a:lnTo>
                  <a:lnTo>
                    <a:pt x="4" y="19"/>
                  </a:lnTo>
                  <a:lnTo>
                    <a:pt x="1" y="25"/>
                  </a:lnTo>
                  <a:lnTo>
                    <a:pt x="1" y="25"/>
                  </a:lnTo>
                  <a:lnTo>
                    <a:pt x="0" y="28"/>
                  </a:lnTo>
                  <a:lnTo>
                    <a:pt x="1" y="32"/>
                  </a:lnTo>
                  <a:lnTo>
                    <a:pt x="7" y="41"/>
                  </a:lnTo>
                  <a:lnTo>
                    <a:pt x="7" y="41"/>
                  </a:lnTo>
                  <a:lnTo>
                    <a:pt x="13" y="46"/>
                  </a:lnTo>
                  <a:lnTo>
                    <a:pt x="20" y="49"/>
                  </a:lnTo>
                  <a:lnTo>
                    <a:pt x="27" y="53"/>
                  </a:lnTo>
                  <a:lnTo>
                    <a:pt x="33" y="54"/>
                  </a:lnTo>
                  <a:lnTo>
                    <a:pt x="33" y="54"/>
                  </a:lnTo>
                  <a:lnTo>
                    <a:pt x="37" y="54"/>
                  </a:lnTo>
                  <a:lnTo>
                    <a:pt x="40" y="53"/>
                  </a:lnTo>
                  <a:lnTo>
                    <a:pt x="44" y="51"/>
                  </a:lnTo>
                  <a:lnTo>
                    <a:pt x="44" y="51"/>
                  </a:lnTo>
                  <a:lnTo>
                    <a:pt x="47" y="49"/>
                  </a:lnTo>
                  <a:lnTo>
                    <a:pt x="53" y="47"/>
                  </a:lnTo>
                  <a:lnTo>
                    <a:pt x="59" y="46"/>
                  </a:lnTo>
                  <a:lnTo>
                    <a:pt x="64" y="42"/>
                  </a:lnTo>
                  <a:lnTo>
                    <a:pt x="64" y="42"/>
                  </a:lnTo>
                  <a:lnTo>
                    <a:pt x="69" y="37"/>
                  </a:lnTo>
                  <a:lnTo>
                    <a:pt x="76" y="30"/>
                  </a:lnTo>
                  <a:lnTo>
                    <a:pt x="86" y="15"/>
                  </a:lnTo>
                  <a:lnTo>
                    <a:pt x="86" y="15"/>
                  </a:lnTo>
                  <a:lnTo>
                    <a:pt x="89" y="10"/>
                  </a:lnTo>
                  <a:lnTo>
                    <a:pt x="91" y="8"/>
                  </a:lnTo>
                  <a:lnTo>
                    <a:pt x="91" y="8"/>
                  </a:lnTo>
                  <a:lnTo>
                    <a:pt x="86" y="0"/>
                  </a:lnTo>
                  <a:lnTo>
                    <a:pt x="86"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2" name="Freeform 1267"/>
            <p:cNvSpPr>
              <a:spLocks/>
            </p:cNvSpPr>
            <p:nvPr/>
          </p:nvSpPr>
          <p:spPr bwMode="gray">
            <a:xfrm>
              <a:off x="1330813" y="3828469"/>
              <a:ext cx="38424" cy="50944"/>
            </a:xfrm>
            <a:custGeom>
              <a:avLst/>
              <a:gdLst>
                <a:gd name="T0" fmla="*/ 13 w 13"/>
                <a:gd name="T1" fmla="*/ 0 h 17"/>
                <a:gd name="T2" fmla="*/ 13 w 13"/>
                <a:gd name="T3" fmla="*/ 0 h 17"/>
                <a:gd name="T4" fmla="*/ 4 w 13"/>
                <a:gd name="T5" fmla="*/ 5 h 17"/>
                <a:gd name="T6" fmla="*/ 1 w 13"/>
                <a:gd name="T7" fmla="*/ 7 h 17"/>
                <a:gd name="T8" fmla="*/ 0 w 13"/>
                <a:gd name="T9" fmla="*/ 9 h 17"/>
                <a:gd name="T10" fmla="*/ 0 w 13"/>
                <a:gd name="T11" fmla="*/ 9 h 17"/>
                <a:gd name="T12" fmla="*/ 1 w 13"/>
                <a:gd name="T13" fmla="*/ 16 h 17"/>
                <a:gd name="T14" fmla="*/ 2 w 13"/>
                <a:gd name="T15" fmla="*/ 17 h 17"/>
                <a:gd name="T16" fmla="*/ 4 w 13"/>
                <a:gd name="T17" fmla="*/ 16 h 17"/>
                <a:gd name="T18" fmla="*/ 4 w 13"/>
                <a:gd name="T19" fmla="*/ 16 h 17"/>
                <a:gd name="T20" fmla="*/ 8 w 13"/>
                <a:gd name="T21" fmla="*/ 12 h 17"/>
                <a:gd name="T22" fmla="*/ 12 w 13"/>
                <a:gd name="T23" fmla="*/ 6 h 17"/>
                <a:gd name="T24" fmla="*/ 13 w 13"/>
                <a:gd name="T25" fmla="*/ 1 h 17"/>
                <a:gd name="T26" fmla="*/ 13 w 13"/>
                <a:gd name="T27" fmla="*/ 0 h 17"/>
                <a:gd name="T28" fmla="*/ 13 w 13"/>
                <a:gd name="T29" fmla="*/ 0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 h="17">
                  <a:moveTo>
                    <a:pt x="13" y="0"/>
                  </a:moveTo>
                  <a:lnTo>
                    <a:pt x="13" y="0"/>
                  </a:lnTo>
                  <a:lnTo>
                    <a:pt x="4" y="5"/>
                  </a:lnTo>
                  <a:lnTo>
                    <a:pt x="1" y="7"/>
                  </a:lnTo>
                  <a:lnTo>
                    <a:pt x="0" y="9"/>
                  </a:lnTo>
                  <a:lnTo>
                    <a:pt x="0" y="9"/>
                  </a:lnTo>
                  <a:lnTo>
                    <a:pt x="1" y="16"/>
                  </a:lnTo>
                  <a:lnTo>
                    <a:pt x="2" y="17"/>
                  </a:lnTo>
                  <a:lnTo>
                    <a:pt x="4" y="16"/>
                  </a:lnTo>
                  <a:lnTo>
                    <a:pt x="4" y="16"/>
                  </a:lnTo>
                  <a:lnTo>
                    <a:pt x="8" y="12"/>
                  </a:lnTo>
                  <a:lnTo>
                    <a:pt x="12" y="6"/>
                  </a:lnTo>
                  <a:lnTo>
                    <a:pt x="13" y="1"/>
                  </a:lnTo>
                  <a:lnTo>
                    <a:pt x="13" y="0"/>
                  </a:lnTo>
                  <a:lnTo>
                    <a:pt x="13"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3" name="Freeform 1269"/>
            <p:cNvSpPr>
              <a:spLocks/>
            </p:cNvSpPr>
            <p:nvPr/>
          </p:nvSpPr>
          <p:spPr bwMode="gray">
            <a:xfrm>
              <a:off x="2134787" y="5093079"/>
              <a:ext cx="115275" cy="68924"/>
            </a:xfrm>
            <a:custGeom>
              <a:avLst/>
              <a:gdLst>
                <a:gd name="T0" fmla="*/ 33 w 39"/>
                <a:gd name="T1" fmla="*/ 22 h 23"/>
                <a:gd name="T2" fmla="*/ 33 w 39"/>
                <a:gd name="T3" fmla="*/ 22 h 23"/>
                <a:gd name="T4" fmla="*/ 27 w 39"/>
                <a:gd name="T5" fmla="*/ 20 h 23"/>
                <a:gd name="T6" fmla="*/ 23 w 39"/>
                <a:gd name="T7" fmla="*/ 17 h 23"/>
                <a:gd name="T8" fmla="*/ 16 w 39"/>
                <a:gd name="T9" fmla="*/ 12 h 23"/>
                <a:gd name="T10" fmla="*/ 16 w 39"/>
                <a:gd name="T11" fmla="*/ 12 h 23"/>
                <a:gd name="T12" fmla="*/ 6 w 39"/>
                <a:gd name="T13" fmla="*/ 9 h 23"/>
                <a:gd name="T14" fmla="*/ 1 w 39"/>
                <a:gd name="T15" fmla="*/ 6 h 23"/>
                <a:gd name="T16" fmla="*/ 0 w 39"/>
                <a:gd name="T17" fmla="*/ 5 h 23"/>
                <a:gd name="T18" fmla="*/ 0 w 39"/>
                <a:gd name="T19" fmla="*/ 4 h 23"/>
                <a:gd name="T20" fmla="*/ 0 w 39"/>
                <a:gd name="T21" fmla="*/ 4 h 23"/>
                <a:gd name="T22" fmla="*/ 3 w 39"/>
                <a:gd name="T23" fmla="*/ 1 h 23"/>
                <a:gd name="T24" fmla="*/ 6 w 39"/>
                <a:gd name="T25" fmla="*/ 0 h 23"/>
                <a:gd name="T26" fmla="*/ 9 w 39"/>
                <a:gd name="T27" fmla="*/ 1 h 23"/>
                <a:gd name="T28" fmla="*/ 9 w 39"/>
                <a:gd name="T29" fmla="*/ 1 h 23"/>
                <a:gd name="T30" fmla="*/ 18 w 39"/>
                <a:gd name="T31" fmla="*/ 4 h 23"/>
                <a:gd name="T32" fmla="*/ 22 w 39"/>
                <a:gd name="T33" fmla="*/ 4 h 23"/>
                <a:gd name="T34" fmla="*/ 25 w 39"/>
                <a:gd name="T35" fmla="*/ 2 h 23"/>
                <a:gd name="T36" fmla="*/ 25 w 39"/>
                <a:gd name="T37" fmla="*/ 2 h 23"/>
                <a:gd name="T38" fmla="*/ 34 w 39"/>
                <a:gd name="T39" fmla="*/ 1 h 23"/>
                <a:gd name="T40" fmla="*/ 38 w 39"/>
                <a:gd name="T41" fmla="*/ 1 h 23"/>
                <a:gd name="T42" fmla="*/ 39 w 39"/>
                <a:gd name="T43" fmla="*/ 1 h 23"/>
                <a:gd name="T44" fmla="*/ 39 w 39"/>
                <a:gd name="T45" fmla="*/ 1 h 23"/>
                <a:gd name="T46" fmla="*/ 39 w 39"/>
                <a:gd name="T47" fmla="*/ 1 h 23"/>
                <a:gd name="T48" fmla="*/ 38 w 39"/>
                <a:gd name="T49" fmla="*/ 6 h 23"/>
                <a:gd name="T50" fmla="*/ 37 w 39"/>
                <a:gd name="T51" fmla="*/ 9 h 23"/>
                <a:gd name="T52" fmla="*/ 38 w 39"/>
                <a:gd name="T53" fmla="*/ 12 h 23"/>
                <a:gd name="T54" fmla="*/ 38 w 39"/>
                <a:gd name="T55" fmla="*/ 12 h 23"/>
                <a:gd name="T56" fmla="*/ 38 w 39"/>
                <a:gd name="T57" fmla="*/ 16 h 23"/>
                <a:gd name="T58" fmla="*/ 38 w 39"/>
                <a:gd name="T59" fmla="*/ 20 h 23"/>
                <a:gd name="T60" fmla="*/ 38 w 39"/>
                <a:gd name="T61" fmla="*/ 21 h 23"/>
                <a:gd name="T62" fmla="*/ 37 w 39"/>
                <a:gd name="T63" fmla="*/ 22 h 23"/>
                <a:gd name="T64" fmla="*/ 35 w 39"/>
                <a:gd name="T65" fmla="*/ 23 h 23"/>
                <a:gd name="T66" fmla="*/ 33 w 39"/>
                <a:gd name="T67" fmla="*/ 22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9" h="23">
                  <a:moveTo>
                    <a:pt x="33" y="22"/>
                  </a:moveTo>
                  <a:lnTo>
                    <a:pt x="33" y="22"/>
                  </a:lnTo>
                  <a:lnTo>
                    <a:pt x="27" y="20"/>
                  </a:lnTo>
                  <a:lnTo>
                    <a:pt x="23" y="17"/>
                  </a:lnTo>
                  <a:lnTo>
                    <a:pt x="16" y="12"/>
                  </a:lnTo>
                  <a:lnTo>
                    <a:pt x="16" y="12"/>
                  </a:lnTo>
                  <a:lnTo>
                    <a:pt x="6" y="9"/>
                  </a:lnTo>
                  <a:lnTo>
                    <a:pt x="1" y="6"/>
                  </a:lnTo>
                  <a:lnTo>
                    <a:pt x="0" y="5"/>
                  </a:lnTo>
                  <a:lnTo>
                    <a:pt x="0" y="4"/>
                  </a:lnTo>
                  <a:lnTo>
                    <a:pt x="0" y="4"/>
                  </a:lnTo>
                  <a:lnTo>
                    <a:pt x="3" y="1"/>
                  </a:lnTo>
                  <a:lnTo>
                    <a:pt x="6" y="0"/>
                  </a:lnTo>
                  <a:lnTo>
                    <a:pt x="9" y="1"/>
                  </a:lnTo>
                  <a:lnTo>
                    <a:pt x="9" y="1"/>
                  </a:lnTo>
                  <a:lnTo>
                    <a:pt x="18" y="4"/>
                  </a:lnTo>
                  <a:lnTo>
                    <a:pt x="22" y="4"/>
                  </a:lnTo>
                  <a:lnTo>
                    <a:pt x="25" y="2"/>
                  </a:lnTo>
                  <a:lnTo>
                    <a:pt x="25" y="2"/>
                  </a:lnTo>
                  <a:lnTo>
                    <a:pt x="34" y="1"/>
                  </a:lnTo>
                  <a:lnTo>
                    <a:pt x="38" y="1"/>
                  </a:lnTo>
                  <a:lnTo>
                    <a:pt x="39" y="1"/>
                  </a:lnTo>
                  <a:lnTo>
                    <a:pt x="39" y="1"/>
                  </a:lnTo>
                  <a:lnTo>
                    <a:pt x="39" y="1"/>
                  </a:lnTo>
                  <a:lnTo>
                    <a:pt x="38" y="6"/>
                  </a:lnTo>
                  <a:lnTo>
                    <a:pt x="37" y="9"/>
                  </a:lnTo>
                  <a:lnTo>
                    <a:pt x="38" y="12"/>
                  </a:lnTo>
                  <a:lnTo>
                    <a:pt x="38" y="12"/>
                  </a:lnTo>
                  <a:lnTo>
                    <a:pt x="38" y="16"/>
                  </a:lnTo>
                  <a:lnTo>
                    <a:pt x="38" y="20"/>
                  </a:lnTo>
                  <a:lnTo>
                    <a:pt x="38" y="21"/>
                  </a:lnTo>
                  <a:lnTo>
                    <a:pt x="37" y="22"/>
                  </a:lnTo>
                  <a:lnTo>
                    <a:pt x="35" y="23"/>
                  </a:lnTo>
                  <a:lnTo>
                    <a:pt x="33" y="2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5" name="Freeform 1271"/>
            <p:cNvSpPr>
              <a:spLocks/>
            </p:cNvSpPr>
            <p:nvPr/>
          </p:nvSpPr>
          <p:spPr bwMode="gray">
            <a:xfrm>
              <a:off x="2584067" y="5215944"/>
              <a:ext cx="112320" cy="20976"/>
            </a:xfrm>
            <a:custGeom>
              <a:avLst/>
              <a:gdLst>
                <a:gd name="T0" fmla="*/ 37 w 38"/>
                <a:gd name="T1" fmla="*/ 7 h 7"/>
                <a:gd name="T2" fmla="*/ 37 w 38"/>
                <a:gd name="T3" fmla="*/ 7 h 7"/>
                <a:gd name="T4" fmla="*/ 24 w 38"/>
                <a:gd name="T5" fmla="*/ 7 h 7"/>
                <a:gd name="T6" fmla="*/ 15 w 38"/>
                <a:gd name="T7" fmla="*/ 6 h 7"/>
                <a:gd name="T8" fmla="*/ 15 w 38"/>
                <a:gd name="T9" fmla="*/ 6 h 7"/>
                <a:gd name="T10" fmla="*/ 5 w 38"/>
                <a:gd name="T11" fmla="*/ 3 h 7"/>
                <a:gd name="T12" fmla="*/ 0 w 38"/>
                <a:gd name="T13" fmla="*/ 3 h 7"/>
                <a:gd name="T14" fmla="*/ 0 w 38"/>
                <a:gd name="T15" fmla="*/ 2 h 7"/>
                <a:gd name="T16" fmla="*/ 0 w 38"/>
                <a:gd name="T17" fmla="*/ 2 h 7"/>
                <a:gd name="T18" fmla="*/ 0 w 38"/>
                <a:gd name="T19" fmla="*/ 2 h 7"/>
                <a:gd name="T20" fmla="*/ 2 w 38"/>
                <a:gd name="T21" fmla="*/ 1 h 7"/>
                <a:gd name="T22" fmla="*/ 5 w 38"/>
                <a:gd name="T23" fmla="*/ 0 h 7"/>
                <a:gd name="T24" fmla="*/ 15 w 38"/>
                <a:gd name="T25" fmla="*/ 0 h 7"/>
                <a:gd name="T26" fmla="*/ 15 w 38"/>
                <a:gd name="T27" fmla="*/ 0 h 7"/>
                <a:gd name="T28" fmla="*/ 31 w 38"/>
                <a:gd name="T29" fmla="*/ 3 h 7"/>
                <a:gd name="T30" fmla="*/ 38 w 38"/>
                <a:gd name="T31" fmla="*/ 6 h 7"/>
                <a:gd name="T32" fmla="*/ 38 w 38"/>
                <a:gd name="T33" fmla="*/ 7 h 7"/>
                <a:gd name="T34" fmla="*/ 37 w 38"/>
                <a:gd name="T35" fmla="*/ 7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 h="7">
                  <a:moveTo>
                    <a:pt x="37" y="7"/>
                  </a:moveTo>
                  <a:lnTo>
                    <a:pt x="37" y="7"/>
                  </a:lnTo>
                  <a:lnTo>
                    <a:pt x="24" y="7"/>
                  </a:lnTo>
                  <a:lnTo>
                    <a:pt x="15" y="6"/>
                  </a:lnTo>
                  <a:lnTo>
                    <a:pt x="15" y="6"/>
                  </a:lnTo>
                  <a:lnTo>
                    <a:pt x="5" y="3"/>
                  </a:lnTo>
                  <a:lnTo>
                    <a:pt x="0" y="3"/>
                  </a:lnTo>
                  <a:lnTo>
                    <a:pt x="0" y="2"/>
                  </a:lnTo>
                  <a:lnTo>
                    <a:pt x="0" y="2"/>
                  </a:lnTo>
                  <a:lnTo>
                    <a:pt x="0" y="2"/>
                  </a:lnTo>
                  <a:lnTo>
                    <a:pt x="2" y="1"/>
                  </a:lnTo>
                  <a:lnTo>
                    <a:pt x="5" y="0"/>
                  </a:lnTo>
                  <a:lnTo>
                    <a:pt x="15" y="0"/>
                  </a:lnTo>
                  <a:lnTo>
                    <a:pt x="15" y="0"/>
                  </a:lnTo>
                  <a:lnTo>
                    <a:pt x="31" y="3"/>
                  </a:lnTo>
                  <a:lnTo>
                    <a:pt x="38" y="6"/>
                  </a:lnTo>
                  <a:lnTo>
                    <a:pt x="38" y="7"/>
                  </a:lnTo>
                  <a:lnTo>
                    <a:pt x="37" y="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6" name="Freeform 1296"/>
            <p:cNvSpPr>
              <a:spLocks/>
            </p:cNvSpPr>
            <p:nvPr/>
          </p:nvSpPr>
          <p:spPr bwMode="gray">
            <a:xfrm>
              <a:off x="7336972" y="4110159"/>
              <a:ext cx="135966" cy="536409"/>
            </a:xfrm>
            <a:custGeom>
              <a:avLst/>
              <a:gdLst>
                <a:gd name="T0" fmla="*/ 28 w 46"/>
                <a:gd name="T1" fmla="*/ 178 h 179"/>
                <a:gd name="T2" fmla="*/ 21 w 46"/>
                <a:gd name="T3" fmla="*/ 173 h 179"/>
                <a:gd name="T4" fmla="*/ 16 w 46"/>
                <a:gd name="T5" fmla="*/ 169 h 179"/>
                <a:gd name="T6" fmla="*/ 14 w 46"/>
                <a:gd name="T7" fmla="*/ 175 h 179"/>
                <a:gd name="T8" fmla="*/ 10 w 46"/>
                <a:gd name="T9" fmla="*/ 179 h 179"/>
                <a:gd name="T10" fmla="*/ 9 w 46"/>
                <a:gd name="T11" fmla="*/ 179 h 179"/>
                <a:gd name="T12" fmla="*/ 7 w 46"/>
                <a:gd name="T13" fmla="*/ 173 h 179"/>
                <a:gd name="T14" fmla="*/ 10 w 46"/>
                <a:gd name="T15" fmla="*/ 142 h 179"/>
                <a:gd name="T16" fmla="*/ 7 w 46"/>
                <a:gd name="T17" fmla="*/ 128 h 179"/>
                <a:gd name="T18" fmla="*/ 7 w 46"/>
                <a:gd name="T19" fmla="*/ 114 h 179"/>
                <a:gd name="T20" fmla="*/ 9 w 46"/>
                <a:gd name="T21" fmla="*/ 99 h 179"/>
                <a:gd name="T22" fmla="*/ 10 w 46"/>
                <a:gd name="T23" fmla="*/ 84 h 179"/>
                <a:gd name="T24" fmla="*/ 10 w 46"/>
                <a:gd name="T25" fmla="*/ 73 h 179"/>
                <a:gd name="T26" fmla="*/ 10 w 46"/>
                <a:gd name="T27" fmla="*/ 71 h 179"/>
                <a:gd name="T28" fmla="*/ 7 w 46"/>
                <a:gd name="T29" fmla="*/ 61 h 179"/>
                <a:gd name="T30" fmla="*/ 6 w 46"/>
                <a:gd name="T31" fmla="*/ 48 h 179"/>
                <a:gd name="T32" fmla="*/ 3 w 46"/>
                <a:gd name="T33" fmla="*/ 37 h 179"/>
                <a:gd name="T34" fmla="*/ 3 w 46"/>
                <a:gd name="T35" fmla="*/ 34 h 179"/>
                <a:gd name="T36" fmla="*/ 1 w 46"/>
                <a:gd name="T37" fmla="*/ 25 h 179"/>
                <a:gd name="T38" fmla="*/ 1 w 46"/>
                <a:gd name="T39" fmla="*/ 20 h 179"/>
                <a:gd name="T40" fmla="*/ 3 w 46"/>
                <a:gd name="T41" fmla="*/ 19 h 179"/>
                <a:gd name="T42" fmla="*/ 10 w 46"/>
                <a:gd name="T43" fmla="*/ 15 h 179"/>
                <a:gd name="T44" fmla="*/ 11 w 46"/>
                <a:gd name="T45" fmla="*/ 13 h 179"/>
                <a:gd name="T46" fmla="*/ 5 w 46"/>
                <a:gd name="T47" fmla="*/ 7 h 179"/>
                <a:gd name="T48" fmla="*/ 3 w 46"/>
                <a:gd name="T49" fmla="*/ 3 h 179"/>
                <a:gd name="T50" fmla="*/ 4 w 46"/>
                <a:gd name="T51" fmla="*/ 2 h 179"/>
                <a:gd name="T52" fmla="*/ 12 w 46"/>
                <a:gd name="T53" fmla="*/ 2 h 179"/>
                <a:gd name="T54" fmla="*/ 17 w 46"/>
                <a:gd name="T55" fmla="*/ 3 h 179"/>
                <a:gd name="T56" fmla="*/ 17 w 46"/>
                <a:gd name="T57" fmla="*/ 4 h 179"/>
                <a:gd name="T58" fmla="*/ 17 w 46"/>
                <a:gd name="T59" fmla="*/ 11 h 179"/>
                <a:gd name="T60" fmla="*/ 17 w 46"/>
                <a:gd name="T61" fmla="*/ 14 h 179"/>
                <a:gd name="T62" fmla="*/ 21 w 46"/>
                <a:gd name="T63" fmla="*/ 34 h 179"/>
                <a:gd name="T64" fmla="*/ 21 w 46"/>
                <a:gd name="T65" fmla="*/ 40 h 179"/>
                <a:gd name="T66" fmla="*/ 22 w 46"/>
                <a:gd name="T67" fmla="*/ 46 h 179"/>
                <a:gd name="T68" fmla="*/ 25 w 46"/>
                <a:gd name="T69" fmla="*/ 50 h 179"/>
                <a:gd name="T70" fmla="*/ 28 w 46"/>
                <a:gd name="T71" fmla="*/ 64 h 179"/>
                <a:gd name="T72" fmla="*/ 31 w 46"/>
                <a:gd name="T73" fmla="*/ 79 h 179"/>
                <a:gd name="T74" fmla="*/ 36 w 46"/>
                <a:gd name="T75" fmla="*/ 85 h 179"/>
                <a:gd name="T76" fmla="*/ 38 w 46"/>
                <a:gd name="T77" fmla="*/ 93 h 179"/>
                <a:gd name="T78" fmla="*/ 39 w 46"/>
                <a:gd name="T79" fmla="*/ 105 h 179"/>
                <a:gd name="T80" fmla="*/ 41 w 46"/>
                <a:gd name="T81" fmla="*/ 116 h 179"/>
                <a:gd name="T82" fmla="*/ 46 w 46"/>
                <a:gd name="T83" fmla="*/ 126 h 179"/>
                <a:gd name="T84" fmla="*/ 44 w 46"/>
                <a:gd name="T85" fmla="*/ 126 h 179"/>
                <a:gd name="T86" fmla="*/ 36 w 46"/>
                <a:gd name="T87" fmla="*/ 121 h 179"/>
                <a:gd name="T88" fmla="*/ 27 w 46"/>
                <a:gd name="T89" fmla="*/ 116 h 179"/>
                <a:gd name="T90" fmla="*/ 26 w 46"/>
                <a:gd name="T91" fmla="*/ 119 h 179"/>
                <a:gd name="T92" fmla="*/ 22 w 46"/>
                <a:gd name="T93" fmla="*/ 130 h 179"/>
                <a:gd name="T94" fmla="*/ 20 w 46"/>
                <a:gd name="T95" fmla="*/ 137 h 179"/>
                <a:gd name="T96" fmla="*/ 20 w 46"/>
                <a:gd name="T97" fmla="*/ 146 h 179"/>
                <a:gd name="T98" fmla="*/ 23 w 46"/>
                <a:gd name="T99" fmla="*/ 153 h 179"/>
                <a:gd name="T100" fmla="*/ 26 w 46"/>
                <a:gd name="T101" fmla="*/ 160 h 179"/>
                <a:gd name="T102" fmla="*/ 31 w 46"/>
                <a:gd name="T103" fmla="*/ 176 h 179"/>
                <a:gd name="T104" fmla="*/ 28 w 46"/>
                <a:gd name="T105" fmla="*/ 178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6" h="179">
                  <a:moveTo>
                    <a:pt x="28" y="178"/>
                  </a:moveTo>
                  <a:lnTo>
                    <a:pt x="28" y="178"/>
                  </a:lnTo>
                  <a:lnTo>
                    <a:pt x="25" y="175"/>
                  </a:lnTo>
                  <a:lnTo>
                    <a:pt x="21" y="173"/>
                  </a:lnTo>
                  <a:lnTo>
                    <a:pt x="19" y="170"/>
                  </a:lnTo>
                  <a:lnTo>
                    <a:pt x="16" y="169"/>
                  </a:lnTo>
                  <a:lnTo>
                    <a:pt x="16" y="169"/>
                  </a:lnTo>
                  <a:lnTo>
                    <a:pt x="14" y="175"/>
                  </a:lnTo>
                  <a:lnTo>
                    <a:pt x="11" y="179"/>
                  </a:lnTo>
                  <a:lnTo>
                    <a:pt x="10" y="179"/>
                  </a:lnTo>
                  <a:lnTo>
                    <a:pt x="9" y="179"/>
                  </a:lnTo>
                  <a:lnTo>
                    <a:pt x="9" y="179"/>
                  </a:lnTo>
                  <a:lnTo>
                    <a:pt x="7" y="178"/>
                  </a:lnTo>
                  <a:lnTo>
                    <a:pt x="7" y="173"/>
                  </a:lnTo>
                  <a:lnTo>
                    <a:pt x="7" y="162"/>
                  </a:lnTo>
                  <a:lnTo>
                    <a:pt x="10" y="142"/>
                  </a:lnTo>
                  <a:lnTo>
                    <a:pt x="10" y="142"/>
                  </a:lnTo>
                  <a:lnTo>
                    <a:pt x="7" y="128"/>
                  </a:lnTo>
                  <a:lnTo>
                    <a:pt x="7" y="120"/>
                  </a:lnTo>
                  <a:lnTo>
                    <a:pt x="7" y="114"/>
                  </a:lnTo>
                  <a:lnTo>
                    <a:pt x="7" y="114"/>
                  </a:lnTo>
                  <a:lnTo>
                    <a:pt x="9" y="99"/>
                  </a:lnTo>
                  <a:lnTo>
                    <a:pt x="10" y="84"/>
                  </a:lnTo>
                  <a:lnTo>
                    <a:pt x="10" y="84"/>
                  </a:lnTo>
                  <a:lnTo>
                    <a:pt x="11" y="77"/>
                  </a:lnTo>
                  <a:lnTo>
                    <a:pt x="10" y="73"/>
                  </a:lnTo>
                  <a:lnTo>
                    <a:pt x="10" y="71"/>
                  </a:lnTo>
                  <a:lnTo>
                    <a:pt x="10" y="71"/>
                  </a:lnTo>
                  <a:lnTo>
                    <a:pt x="9" y="67"/>
                  </a:lnTo>
                  <a:lnTo>
                    <a:pt x="7" y="61"/>
                  </a:lnTo>
                  <a:lnTo>
                    <a:pt x="6" y="48"/>
                  </a:lnTo>
                  <a:lnTo>
                    <a:pt x="6" y="48"/>
                  </a:lnTo>
                  <a:lnTo>
                    <a:pt x="4" y="40"/>
                  </a:lnTo>
                  <a:lnTo>
                    <a:pt x="3" y="37"/>
                  </a:lnTo>
                  <a:lnTo>
                    <a:pt x="3" y="34"/>
                  </a:lnTo>
                  <a:lnTo>
                    <a:pt x="3" y="34"/>
                  </a:lnTo>
                  <a:lnTo>
                    <a:pt x="1" y="29"/>
                  </a:lnTo>
                  <a:lnTo>
                    <a:pt x="1" y="25"/>
                  </a:lnTo>
                  <a:lnTo>
                    <a:pt x="0" y="21"/>
                  </a:lnTo>
                  <a:lnTo>
                    <a:pt x="1" y="20"/>
                  </a:lnTo>
                  <a:lnTo>
                    <a:pt x="3" y="19"/>
                  </a:lnTo>
                  <a:lnTo>
                    <a:pt x="3" y="19"/>
                  </a:lnTo>
                  <a:lnTo>
                    <a:pt x="9" y="16"/>
                  </a:lnTo>
                  <a:lnTo>
                    <a:pt x="10" y="15"/>
                  </a:lnTo>
                  <a:lnTo>
                    <a:pt x="11" y="13"/>
                  </a:lnTo>
                  <a:lnTo>
                    <a:pt x="11" y="13"/>
                  </a:lnTo>
                  <a:lnTo>
                    <a:pt x="9" y="10"/>
                  </a:lnTo>
                  <a:lnTo>
                    <a:pt x="5" y="7"/>
                  </a:lnTo>
                  <a:lnTo>
                    <a:pt x="3" y="3"/>
                  </a:lnTo>
                  <a:lnTo>
                    <a:pt x="3" y="3"/>
                  </a:lnTo>
                  <a:lnTo>
                    <a:pt x="4" y="2"/>
                  </a:lnTo>
                  <a:lnTo>
                    <a:pt x="4" y="2"/>
                  </a:lnTo>
                  <a:lnTo>
                    <a:pt x="7" y="0"/>
                  </a:lnTo>
                  <a:lnTo>
                    <a:pt x="12" y="2"/>
                  </a:lnTo>
                  <a:lnTo>
                    <a:pt x="16" y="3"/>
                  </a:lnTo>
                  <a:lnTo>
                    <a:pt x="17" y="3"/>
                  </a:lnTo>
                  <a:lnTo>
                    <a:pt x="17" y="4"/>
                  </a:lnTo>
                  <a:lnTo>
                    <a:pt x="17" y="4"/>
                  </a:lnTo>
                  <a:lnTo>
                    <a:pt x="17" y="9"/>
                  </a:lnTo>
                  <a:lnTo>
                    <a:pt x="17" y="11"/>
                  </a:lnTo>
                  <a:lnTo>
                    <a:pt x="17" y="14"/>
                  </a:lnTo>
                  <a:lnTo>
                    <a:pt x="17" y="14"/>
                  </a:lnTo>
                  <a:lnTo>
                    <a:pt x="20" y="26"/>
                  </a:lnTo>
                  <a:lnTo>
                    <a:pt x="21" y="34"/>
                  </a:lnTo>
                  <a:lnTo>
                    <a:pt x="21" y="40"/>
                  </a:lnTo>
                  <a:lnTo>
                    <a:pt x="21" y="40"/>
                  </a:lnTo>
                  <a:lnTo>
                    <a:pt x="21" y="44"/>
                  </a:lnTo>
                  <a:lnTo>
                    <a:pt x="22" y="46"/>
                  </a:lnTo>
                  <a:lnTo>
                    <a:pt x="25" y="50"/>
                  </a:lnTo>
                  <a:lnTo>
                    <a:pt x="25" y="50"/>
                  </a:lnTo>
                  <a:lnTo>
                    <a:pt x="27" y="56"/>
                  </a:lnTo>
                  <a:lnTo>
                    <a:pt x="28" y="64"/>
                  </a:lnTo>
                  <a:lnTo>
                    <a:pt x="30" y="73"/>
                  </a:lnTo>
                  <a:lnTo>
                    <a:pt x="31" y="79"/>
                  </a:lnTo>
                  <a:lnTo>
                    <a:pt x="31" y="79"/>
                  </a:lnTo>
                  <a:lnTo>
                    <a:pt x="36" y="85"/>
                  </a:lnTo>
                  <a:lnTo>
                    <a:pt x="38" y="89"/>
                  </a:lnTo>
                  <a:lnTo>
                    <a:pt x="38" y="93"/>
                  </a:lnTo>
                  <a:lnTo>
                    <a:pt x="38" y="93"/>
                  </a:lnTo>
                  <a:lnTo>
                    <a:pt x="39" y="105"/>
                  </a:lnTo>
                  <a:lnTo>
                    <a:pt x="41" y="116"/>
                  </a:lnTo>
                  <a:lnTo>
                    <a:pt x="41" y="116"/>
                  </a:lnTo>
                  <a:lnTo>
                    <a:pt x="44" y="124"/>
                  </a:lnTo>
                  <a:lnTo>
                    <a:pt x="46" y="126"/>
                  </a:lnTo>
                  <a:lnTo>
                    <a:pt x="44" y="126"/>
                  </a:lnTo>
                  <a:lnTo>
                    <a:pt x="44" y="126"/>
                  </a:lnTo>
                  <a:lnTo>
                    <a:pt x="44" y="126"/>
                  </a:lnTo>
                  <a:lnTo>
                    <a:pt x="36" y="121"/>
                  </a:lnTo>
                  <a:lnTo>
                    <a:pt x="31" y="117"/>
                  </a:lnTo>
                  <a:lnTo>
                    <a:pt x="27" y="116"/>
                  </a:lnTo>
                  <a:lnTo>
                    <a:pt x="27" y="116"/>
                  </a:lnTo>
                  <a:lnTo>
                    <a:pt x="26" y="119"/>
                  </a:lnTo>
                  <a:lnTo>
                    <a:pt x="25" y="122"/>
                  </a:lnTo>
                  <a:lnTo>
                    <a:pt x="22" y="130"/>
                  </a:lnTo>
                  <a:lnTo>
                    <a:pt x="22" y="130"/>
                  </a:lnTo>
                  <a:lnTo>
                    <a:pt x="20" y="137"/>
                  </a:lnTo>
                  <a:lnTo>
                    <a:pt x="19" y="142"/>
                  </a:lnTo>
                  <a:lnTo>
                    <a:pt x="20" y="146"/>
                  </a:lnTo>
                  <a:lnTo>
                    <a:pt x="20" y="146"/>
                  </a:lnTo>
                  <a:lnTo>
                    <a:pt x="23" y="153"/>
                  </a:lnTo>
                  <a:lnTo>
                    <a:pt x="26" y="160"/>
                  </a:lnTo>
                  <a:lnTo>
                    <a:pt x="26" y="160"/>
                  </a:lnTo>
                  <a:lnTo>
                    <a:pt x="30" y="170"/>
                  </a:lnTo>
                  <a:lnTo>
                    <a:pt x="31" y="176"/>
                  </a:lnTo>
                  <a:lnTo>
                    <a:pt x="31" y="178"/>
                  </a:lnTo>
                  <a:lnTo>
                    <a:pt x="28" y="178"/>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25" name="Freeform 703"/>
            <p:cNvSpPr>
              <a:spLocks/>
            </p:cNvSpPr>
            <p:nvPr/>
          </p:nvSpPr>
          <p:spPr bwMode="gray">
            <a:xfrm>
              <a:off x="1247821" y="4880189"/>
              <a:ext cx="133014" cy="260709"/>
            </a:xfrm>
            <a:custGeom>
              <a:avLst/>
              <a:gdLst>
                <a:gd name="T0" fmla="*/ 30 w 45"/>
                <a:gd name="T1" fmla="*/ 60 h 87"/>
                <a:gd name="T2" fmla="*/ 30 w 45"/>
                <a:gd name="T3" fmla="*/ 60 h 87"/>
                <a:gd name="T4" fmla="*/ 31 w 45"/>
                <a:gd name="T5" fmla="*/ 52 h 87"/>
                <a:gd name="T6" fmla="*/ 34 w 45"/>
                <a:gd name="T7" fmla="*/ 41 h 87"/>
                <a:gd name="T8" fmla="*/ 35 w 45"/>
                <a:gd name="T9" fmla="*/ 30 h 87"/>
                <a:gd name="T10" fmla="*/ 36 w 45"/>
                <a:gd name="T11" fmla="*/ 23 h 87"/>
                <a:gd name="T12" fmla="*/ 36 w 45"/>
                <a:gd name="T13" fmla="*/ 23 h 87"/>
                <a:gd name="T14" fmla="*/ 39 w 45"/>
                <a:gd name="T15" fmla="*/ 18 h 87"/>
                <a:gd name="T16" fmla="*/ 42 w 45"/>
                <a:gd name="T17" fmla="*/ 14 h 87"/>
                <a:gd name="T18" fmla="*/ 45 w 45"/>
                <a:gd name="T19" fmla="*/ 11 h 87"/>
                <a:gd name="T20" fmla="*/ 45 w 45"/>
                <a:gd name="T21" fmla="*/ 9 h 87"/>
                <a:gd name="T22" fmla="*/ 44 w 45"/>
                <a:gd name="T23" fmla="*/ 7 h 87"/>
                <a:gd name="T24" fmla="*/ 44 w 45"/>
                <a:gd name="T25" fmla="*/ 7 h 87"/>
                <a:gd name="T26" fmla="*/ 41 w 45"/>
                <a:gd name="T27" fmla="*/ 6 h 87"/>
                <a:gd name="T28" fmla="*/ 37 w 45"/>
                <a:gd name="T29" fmla="*/ 4 h 87"/>
                <a:gd name="T30" fmla="*/ 31 w 45"/>
                <a:gd name="T31" fmla="*/ 4 h 87"/>
                <a:gd name="T32" fmla="*/ 20 w 45"/>
                <a:gd name="T33" fmla="*/ 3 h 87"/>
                <a:gd name="T34" fmla="*/ 20 w 45"/>
                <a:gd name="T35" fmla="*/ 3 h 87"/>
                <a:gd name="T36" fmla="*/ 20 w 45"/>
                <a:gd name="T37" fmla="*/ 2 h 87"/>
                <a:gd name="T38" fmla="*/ 19 w 45"/>
                <a:gd name="T39" fmla="*/ 1 h 87"/>
                <a:gd name="T40" fmla="*/ 18 w 45"/>
                <a:gd name="T41" fmla="*/ 0 h 87"/>
                <a:gd name="T42" fmla="*/ 14 w 45"/>
                <a:gd name="T43" fmla="*/ 0 h 87"/>
                <a:gd name="T44" fmla="*/ 14 w 45"/>
                <a:gd name="T45" fmla="*/ 0 h 87"/>
                <a:gd name="T46" fmla="*/ 8 w 45"/>
                <a:gd name="T47" fmla="*/ 1 h 87"/>
                <a:gd name="T48" fmla="*/ 8 w 45"/>
                <a:gd name="T49" fmla="*/ 1 h 87"/>
                <a:gd name="T50" fmla="*/ 12 w 45"/>
                <a:gd name="T51" fmla="*/ 27 h 87"/>
                <a:gd name="T52" fmla="*/ 12 w 45"/>
                <a:gd name="T53" fmla="*/ 27 h 87"/>
                <a:gd name="T54" fmla="*/ 12 w 45"/>
                <a:gd name="T55" fmla="*/ 32 h 87"/>
                <a:gd name="T56" fmla="*/ 8 w 45"/>
                <a:gd name="T57" fmla="*/ 40 h 87"/>
                <a:gd name="T58" fmla="*/ 0 w 45"/>
                <a:gd name="T59" fmla="*/ 55 h 87"/>
                <a:gd name="T60" fmla="*/ 0 w 45"/>
                <a:gd name="T61" fmla="*/ 55 h 87"/>
                <a:gd name="T62" fmla="*/ 0 w 45"/>
                <a:gd name="T63" fmla="*/ 59 h 87"/>
                <a:gd name="T64" fmla="*/ 2 w 45"/>
                <a:gd name="T65" fmla="*/ 60 h 87"/>
                <a:gd name="T66" fmla="*/ 5 w 45"/>
                <a:gd name="T67" fmla="*/ 60 h 87"/>
                <a:gd name="T68" fmla="*/ 5 w 45"/>
                <a:gd name="T69" fmla="*/ 60 h 87"/>
                <a:gd name="T70" fmla="*/ 7 w 45"/>
                <a:gd name="T71" fmla="*/ 62 h 87"/>
                <a:gd name="T72" fmla="*/ 8 w 45"/>
                <a:gd name="T73" fmla="*/ 67 h 87"/>
                <a:gd name="T74" fmla="*/ 9 w 45"/>
                <a:gd name="T75" fmla="*/ 72 h 87"/>
                <a:gd name="T76" fmla="*/ 9 w 45"/>
                <a:gd name="T77" fmla="*/ 77 h 87"/>
                <a:gd name="T78" fmla="*/ 9 w 45"/>
                <a:gd name="T79" fmla="*/ 77 h 87"/>
                <a:gd name="T80" fmla="*/ 8 w 45"/>
                <a:gd name="T81" fmla="*/ 81 h 87"/>
                <a:gd name="T82" fmla="*/ 9 w 45"/>
                <a:gd name="T83" fmla="*/ 83 h 87"/>
                <a:gd name="T84" fmla="*/ 12 w 45"/>
                <a:gd name="T85" fmla="*/ 86 h 87"/>
                <a:gd name="T86" fmla="*/ 15 w 45"/>
                <a:gd name="T87" fmla="*/ 87 h 87"/>
                <a:gd name="T88" fmla="*/ 15 w 45"/>
                <a:gd name="T89" fmla="*/ 87 h 87"/>
                <a:gd name="T90" fmla="*/ 21 w 45"/>
                <a:gd name="T91" fmla="*/ 87 h 87"/>
                <a:gd name="T92" fmla="*/ 25 w 45"/>
                <a:gd name="T93" fmla="*/ 86 h 87"/>
                <a:gd name="T94" fmla="*/ 25 w 45"/>
                <a:gd name="T95" fmla="*/ 86 h 87"/>
                <a:gd name="T96" fmla="*/ 26 w 45"/>
                <a:gd name="T97" fmla="*/ 78 h 87"/>
                <a:gd name="T98" fmla="*/ 29 w 45"/>
                <a:gd name="T99" fmla="*/ 73 h 87"/>
                <a:gd name="T100" fmla="*/ 29 w 45"/>
                <a:gd name="T101" fmla="*/ 73 h 87"/>
                <a:gd name="T102" fmla="*/ 30 w 45"/>
                <a:gd name="T103" fmla="*/ 71 h 87"/>
                <a:gd name="T104" fmla="*/ 30 w 45"/>
                <a:gd name="T105" fmla="*/ 68 h 87"/>
                <a:gd name="T106" fmla="*/ 30 w 45"/>
                <a:gd name="T107" fmla="*/ 65 h 87"/>
                <a:gd name="T108" fmla="*/ 30 w 45"/>
                <a:gd name="T109" fmla="*/ 6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5" h="87">
                  <a:moveTo>
                    <a:pt x="30" y="60"/>
                  </a:moveTo>
                  <a:lnTo>
                    <a:pt x="30" y="60"/>
                  </a:lnTo>
                  <a:lnTo>
                    <a:pt x="31" y="52"/>
                  </a:lnTo>
                  <a:lnTo>
                    <a:pt x="34" y="41"/>
                  </a:lnTo>
                  <a:lnTo>
                    <a:pt x="35" y="30"/>
                  </a:lnTo>
                  <a:lnTo>
                    <a:pt x="36" y="23"/>
                  </a:lnTo>
                  <a:lnTo>
                    <a:pt x="36" y="23"/>
                  </a:lnTo>
                  <a:lnTo>
                    <a:pt x="39" y="18"/>
                  </a:lnTo>
                  <a:lnTo>
                    <a:pt x="42" y="14"/>
                  </a:lnTo>
                  <a:lnTo>
                    <a:pt x="45" y="11"/>
                  </a:lnTo>
                  <a:lnTo>
                    <a:pt x="45" y="9"/>
                  </a:lnTo>
                  <a:lnTo>
                    <a:pt x="44" y="7"/>
                  </a:lnTo>
                  <a:lnTo>
                    <a:pt x="44" y="7"/>
                  </a:lnTo>
                  <a:lnTo>
                    <a:pt x="41" y="6"/>
                  </a:lnTo>
                  <a:lnTo>
                    <a:pt x="37" y="4"/>
                  </a:lnTo>
                  <a:lnTo>
                    <a:pt x="31" y="4"/>
                  </a:lnTo>
                  <a:lnTo>
                    <a:pt x="20" y="3"/>
                  </a:lnTo>
                  <a:lnTo>
                    <a:pt x="20" y="3"/>
                  </a:lnTo>
                  <a:lnTo>
                    <a:pt x="20" y="2"/>
                  </a:lnTo>
                  <a:lnTo>
                    <a:pt x="19" y="1"/>
                  </a:lnTo>
                  <a:lnTo>
                    <a:pt x="18" y="0"/>
                  </a:lnTo>
                  <a:lnTo>
                    <a:pt x="14" y="0"/>
                  </a:lnTo>
                  <a:lnTo>
                    <a:pt x="14" y="0"/>
                  </a:lnTo>
                  <a:lnTo>
                    <a:pt x="8" y="1"/>
                  </a:lnTo>
                  <a:lnTo>
                    <a:pt x="8" y="1"/>
                  </a:lnTo>
                  <a:lnTo>
                    <a:pt x="12" y="27"/>
                  </a:lnTo>
                  <a:lnTo>
                    <a:pt x="12" y="27"/>
                  </a:lnTo>
                  <a:lnTo>
                    <a:pt x="12" y="32"/>
                  </a:lnTo>
                  <a:lnTo>
                    <a:pt x="8" y="40"/>
                  </a:lnTo>
                  <a:lnTo>
                    <a:pt x="0" y="55"/>
                  </a:lnTo>
                  <a:lnTo>
                    <a:pt x="0" y="55"/>
                  </a:lnTo>
                  <a:lnTo>
                    <a:pt x="0" y="59"/>
                  </a:lnTo>
                  <a:lnTo>
                    <a:pt x="2" y="60"/>
                  </a:lnTo>
                  <a:lnTo>
                    <a:pt x="5" y="60"/>
                  </a:lnTo>
                  <a:lnTo>
                    <a:pt x="5" y="60"/>
                  </a:lnTo>
                  <a:lnTo>
                    <a:pt x="7" y="62"/>
                  </a:lnTo>
                  <a:lnTo>
                    <a:pt x="8" y="67"/>
                  </a:lnTo>
                  <a:lnTo>
                    <a:pt x="9" y="72"/>
                  </a:lnTo>
                  <a:lnTo>
                    <a:pt x="9" y="77"/>
                  </a:lnTo>
                  <a:lnTo>
                    <a:pt x="9" y="77"/>
                  </a:lnTo>
                  <a:lnTo>
                    <a:pt x="8" y="81"/>
                  </a:lnTo>
                  <a:lnTo>
                    <a:pt x="9" y="83"/>
                  </a:lnTo>
                  <a:lnTo>
                    <a:pt x="12" y="86"/>
                  </a:lnTo>
                  <a:lnTo>
                    <a:pt x="15" y="87"/>
                  </a:lnTo>
                  <a:lnTo>
                    <a:pt x="15" y="87"/>
                  </a:lnTo>
                  <a:lnTo>
                    <a:pt x="21" y="87"/>
                  </a:lnTo>
                  <a:lnTo>
                    <a:pt x="25" y="86"/>
                  </a:lnTo>
                  <a:lnTo>
                    <a:pt x="25" y="86"/>
                  </a:lnTo>
                  <a:lnTo>
                    <a:pt x="26" y="78"/>
                  </a:lnTo>
                  <a:lnTo>
                    <a:pt x="29" y="73"/>
                  </a:lnTo>
                  <a:lnTo>
                    <a:pt x="29" y="73"/>
                  </a:lnTo>
                  <a:lnTo>
                    <a:pt x="30" y="71"/>
                  </a:lnTo>
                  <a:lnTo>
                    <a:pt x="30" y="68"/>
                  </a:lnTo>
                  <a:lnTo>
                    <a:pt x="30" y="65"/>
                  </a:lnTo>
                  <a:lnTo>
                    <a:pt x="30" y="6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26" name="Freeform 705"/>
            <p:cNvSpPr>
              <a:spLocks/>
            </p:cNvSpPr>
            <p:nvPr/>
          </p:nvSpPr>
          <p:spPr bwMode="gray">
            <a:xfrm>
              <a:off x="2433124" y="4907160"/>
              <a:ext cx="263073" cy="263704"/>
            </a:xfrm>
            <a:custGeom>
              <a:avLst/>
              <a:gdLst>
                <a:gd name="T0" fmla="*/ 12 w 89"/>
                <a:gd name="T1" fmla="*/ 10 h 88"/>
                <a:gd name="T2" fmla="*/ 12 w 89"/>
                <a:gd name="T3" fmla="*/ 23 h 88"/>
                <a:gd name="T4" fmla="*/ 8 w 89"/>
                <a:gd name="T5" fmla="*/ 27 h 88"/>
                <a:gd name="T6" fmla="*/ 1 w 89"/>
                <a:gd name="T7" fmla="*/ 39 h 88"/>
                <a:gd name="T8" fmla="*/ 4 w 89"/>
                <a:gd name="T9" fmla="*/ 41 h 88"/>
                <a:gd name="T10" fmla="*/ 8 w 89"/>
                <a:gd name="T11" fmla="*/ 40 h 88"/>
                <a:gd name="T12" fmla="*/ 14 w 89"/>
                <a:gd name="T13" fmla="*/ 45 h 88"/>
                <a:gd name="T14" fmla="*/ 16 w 89"/>
                <a:gd name="T15" fmla="*/ 50 h 88"/>
                <a:gd name="T16" fmla="*/ 17 w 89"/>
                <a:gd name="T17" fmla="*/ 52 h 88"/>
                <a:gd name="T18" fmla="*/ 41 w 89"/>
                <a:gd name="T19" fmla="*/ 55 h 88"/>
                <a:gd name="T20" fmla="*/ 43 w 89"/>
                <a:gd name="T21" fmla="*/ 57 h 88"/>
                <a:gd name="T22" fmla="*/ 39 w 89"/>
                <a:gd name="T23" fmla="*/ 61 h 88"/>
                <a:gd name="T24" fmla="*/ 27 w 89"/>
                <a:gd name="T25" fmla="*/ 57 h 88"/>
                <a:gd name="T26" fmla="*/ 19 w 89"/>
                <a:gd name="T27" fmla="*/ 62 h 88"/>
                <a:gd name="T28" fmla="*/ 19 w 89"/>
                <a:gd name="T29" fmla="*/ 64 h 88"/>
                <a:gd name="T30" fmla="*/ 24 w 89"/>
                <a:gd name="T31" fmla="*/ 73 h 88"/>
                <a:gd name="T32" fmla="*/ 25 w 89"/>
                <a:gd name="T33" fmla="*/ 77 h 88"/>
                <a:gd name="T34" fmla="*/ 30 w 89"/>
                <a:gd name="T35" fmla="*/ 78 h 88"/>
                <a:gd name="T36" fmla="*/ 35 w 89"/>
                <a:gd name="T37" fmla="*/ 87 h 88"/>
                <a:gd name="T38" fmla="*/ 37 w 89"/>
                <a:gd name="T39" fmla="*/ 88 h 88"/>
                <a:gd name="T40" fmla="*/ 41 w 89"/>
                <a:gd name="T41" fmla="*/ 82 h 88"/>
                <a:gd name="T42" fmla="*/ 44 w 89"/>
                <a:gd name="T43" fmla="*/ 79 h 88"/>
                <a:gd name="T44" fmla="*/ 44 w 89"/>
                <a:gd name="T45" fmla="*/ 69 h 88"/>
                <a:gd name="T46" fmla="*/ 48 w 89"/>
                <a:gd name="T47" fmla="*/ 67 h 88"/>
                <a:gd name="T48" fmla="*/ 49 w 89"/>
                <a:gd name="T49" fmla="*/ 61 h 88"/>
                <a:gd name="T50" fmla="*/ 53 w 89"/>
                <a:gd name="T51" fmla="*/ 62 h 88"/>
                <a:gd name="T52" fmla="*/ 54 w 89"/>
                <a:gd name="T53" fmla="*/ 61 h 88"/>
                <a:gd name="T54" fmla="*/ 55 w 89"/>
                <a:gd name="T55" fmla="*/ 57 h 88"/>
                <a:gd name="T56" fmla="*/ 64 w 89"/>
                <a:gd name="T57" fmla="*/ 61 h 88"/>
                <a:gd name="T58" fmla="*/ 64 w 89"/>
                <a:gd name="T59" fmla="*/ 56 h 88"/>
                <a:gd name="T60" fmla="*/ 61 w 89"/>
                <a:gd name="T61" fmla="*/ 52 h 88"/>
                <a:gd name="T62" fmla="*/ 54 w 89"/>
                <a:gd name="T63" fmla="*/ 48 h 88"/>
                <a:gd name="T64" fmla="*/ 44 w 89"/>
                <a:gd name="T65" fmla="*/ 34 h 88"/>
                <a:gd name="T66" fmla="*/ 39 w 89"/>
                <a:gd name="T67" fmla="*/ 23 h 88"/>
                <a:gd name="T68" fmla="*/ 40 w 89"/>
                <a:gd name="T69" fmla="*/ 19 h 88"/>
                <a:gd name="T70" fmla="*/ 50 w 89"/>
                <a:gd name="T71" fmla="*/ 23 h 88"/>
                <a:gd name="T72" fmla="*/ 53 w 89"/>
                <a:gd name="T73" fmla="*/ 20 h 88"/>
                <a:gd name="T74" fmla="*/ 53 w 89"/>
                <a:gd name="T75" fmla="*/ 14 h 88"/>
                <a:gd name="T76" fmla="*/ 65 w 89"/>
                <a:gd name="T77" fmla="*/ 11 h 88"/>
                <a:gd name="T78" fmla="*/ 76 w 89"/>
                <a:gd name="T79" fmla="*/ 9 h 88"/>
                <a:gd name="T80" fmla="*/ 82 w 89"/>
                <a:gd name="T81" fmla="*/ 10 h 88"/>
                <a:gd name="T82" fmla="*/ 86 w 89"/>
                <a:gd name="T83" fmla="*/ 2 h 88"/>
                <a:gd name="T84" fmla="*/ 61 w 89"/>
                <a:gd name="T85" fmla="*/ 0 h 88"/>
                <a:gd name="T86" fmla="*/ 43 w 89"/>
                <a:gd name="T87" fmla="*/ 8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9" h="88">
                  <a:moveTo>
                    <a:pt x="38" y="9"/>
                  </a:moveTo>
                  <a:lnTo>
                    <a:pt x="38" y="9"/>
                  </a:lnTo>
                  <a:lnTo>
                    <a:pt x="12" y="10"/>
                  </a:lnTo>
                  <a:lnTo>
                    <a:pt x="12" y="10"/>
                  </a:lnTo>
                  <a:lnTo>
                    <a:pt x="13" y="18"/>
                  </a:lnTo>
                  <a:lnTo>
                    <a:pt x="12" y="23"/>
                  </a:lnTo>
                  <a:lnTo>
                    <a:pt x="12" y="23"/>
                  </a:lnTo>
                  <a:lnTo>
                    <a:pt x="11" y="25"/>
                  </a:lnTo>
                  <a:lnTo>
                    <a:pt x="8" y="27"/>
                  </a:lnTo>
                  <a:lnTo>
                    <a:pt x="0" y="35"/>
                  </a:lnTo>
                  <a:lnTo>
                    <a:pt x="0" y="35"/>
                  </a:lnTo>
                  <a:lnTo>
                    <a:pt x="1" y="39"/>
                  </a:lnTo>
                  <a:lnTo>
                    <a:pt x="1" y="39"/>
                  </a:lnTo>
                  <a:lnTo>
                    <a:pt x="3" y="41"/>
                  </a:lnTo>
                  <a:lnTo>
                    <a:pt x="4" y="41"/>
                  </a:lnTo>
                  <a:lnTo>
                    <a:pt x="7" y="40"/>
                  </a:lnTo>
                  <a:lnTo>
                    <a:pt x="8" y="40"/>
                  </a:lnTo>
                  <a:lnTo>
                    <a:pt x="8" y="40"/>
                  </a:lnTo>
                  <a:lnTo>
                    <a:pt x="11" y="41"/>
                  </a:lnTo>
                  <a:lnTo>
                    <a:pt x="12" y="42"/>
                  </a:lnTo>
                  <a:lnTo>
                    <a:pt x="14" y="45"/>
                  </a:lnTo>
                  <a:lnTo>
                    <a:pt x="14" y="45"/>
                  </a:lnTo>
                  <a:lnTo>
                    <a:pt x="17" y="47"/>
                  </a:lnTo>
                  <a:lnTo>
                    <a:pt x="16" y="50"/>
                  </a:lnTo>
                  <a:lnTo>
                    <a:pt x="16" y="51"/>
                  </a:lnTo>
                  <a:lnTo>
                    <a:pt x="17" y="52"/>
                  </a:lnTo>
                  <a:lnTo>
                    <a:pt x="17" y="52"/>
                  </a:lnTo>
                  <a:lnTo>
                    <a:pt x="22" y="53"/>
                  </a:lnTo>
                  <a:lnTo>
                    <a:pt x="29" y="55"/>
                  </a:lnTo>
                  <a:lnTo>
                    <a:pt x="41" y="55"/>
                  </a:lnTo>
                  <a:lnTo>
                    <a:pt x="41" y="55"/>
                  </a:lnTo>
                  <a:lnTo>
                    <a:pt x="43" y="56"/>
                  </a:lnTo>
                  <a:lnTo>
                    <a:pt x="43" y="57"/>
                  </a:lnTo>
                  <a:lnTo>
                    <a:pt x="41" y="61"/>
                  </a:lnTo>
                  <a:lnTo>
                    <a:pt x="41" y="61"/>
                  </a:lnTo>
                  <a:lnTo>
                    <a:pt x="39" y="61"/>
                  </a:lnTo>
                  <a:lnTo>
                    <a:pt x="34" y="59"/>
                  </a:lnTo>
                  <a:lnTo>
                    <a:pt x="27" y="57"/>
                  </a:lnTo>
                  <a:lnTo>
                    <a:pt x="27" y="57"/>
                  </a:lnTo>
                  <a:lnTo>
                    <a:pt x="24" y="57"/>
                  </a:lnTo>
                  <a:lnTo>
                    <a:pt x="22" y="58"/>
                  </a:lnTo>
                  <a:lnTo>
                    <a:pt x="19" y="62"/>
                  </a:lnTo>
                  <a:lnTo>
                    <a:pt x="19" y="62"/>
                  </a:lnTo>
                  <a:lnTo>
                    <a:pt x="18" y="63"/>
                  </a:lnTo>
                  <a:lnTo>
                    <a:pt x="19" y="64"/>
                  </a:lnTo>
                  <a:lnTo>
                    <a:pt x="21" y="67"/>
                  </a:lnTo>
                  <a:lnTo>
                    <a:pt x="23" y="71"/>
                  </a:lnTo>
                  <a:lnTo>
                    <a:pt x="24" y="73"/>
                  </a:lnTo>
                  <a:lnTo>
                    <a:pt x="24" y="73"/>
                  </a:lnTo>
                  <a:lnTo>
                    <a:pt x="24" y="75"/>
                  </a:lnTo>
                  <a:lnTo>
                    <a:pt x="25" y="77"/>
                  </a:lnTo>
                  <a:lnTo>
                    <a:pt x="28" y="78"/>
                  </a:lnTo>
                  <a:lnTo>
                    <a:pt x="30" y="78"/>
                  </a:lnTo>
                  <a:lnTo>
                    <a:pt x="30" y="78"/>
                  </a:lnTo>
                  <a:lnTo>
                    <a:pt x="32" y="79"/>
                  </a:lnTo>
                  <a:lnTo>
                    <a:pt x="33" y="80"/>
                  </a:lnTo>
                  <a:lnTo>
                    <a:pt x="35" y="87"/>
                  </a:lnTo>
                  <a:lnTo>
                    <a:pt x="35" y="87"/>
                  </a:lnTo>
                  <a:lnTo>
                    <a:pt x="35" y="88"/>
                  </a:lnTo>
                  <a:lnTo>
                    <a:pt x="37" y="88"/>
                  </a:lnTo>
                  <a:lnTo>
                    <a:pt x="38" y="85"/>
                  </a:lnTo>
                  <a:lnTo>
                    <a:pt x="39" y="83"/>
                  </a:lnTo>
                  <a:lnTo>
                    <a:pt x="41" y="82"/>
                  </a:lnTo>
                  <a:lnTo>
                    <a:pt x="41" y="82"/>
                  </a:lnTo>
                  <a:lnTo>
                    <a:pt x="43" y="82"/>
                  </a:lnTo>
                  <a:lnTo>
                    <a:pt x="44" y="79"/>
                  </a:lnTo>
                  <a:lnTo>
                    <a:pt x="44" y="73"/>
                  </a:lnTo>
                  <a:lnTo>
                    <a:pt x="44" y="73"/>
                  </a:lnTo>
                  <a:lnTo>
                    <a:pt x="44" y="69"/>
                  </a:lnTo>
                  <a:lnTo>
                    <a:pt x="45" y="68"/>
                  </a:lnTo>
                  <a:lnTo>
                    <a:pt x="48" y="67"/>
                  </a:lnTo>
                  <a:lnTo>
                    <a:pt x="48" y="67"/>
                  </a:lnTo>
                  <a:lnTo>
                    <a:pt x="48" y="64"/>
                  </a:lnTo>
                  <a:lnTo>
                    <a:pt x="49" y="61"/>
                  </a:lnTo>
                  <a:lnTo>
                    <a:pt x="49" y="61"/>
                  </a:lnTo>
                  <a:lnTo>
                    <a:pt x="49" y="58"/>
                  </a:lnTo>
                  <a:lnTo>
                    <a:pt x="50" y="59"/>
                  </a:lnTo>
                  <a:lnTo>
                    <a:pt x="53" y="62"/>
                  </a:lnTo>
                  <a:lnTo>
                    <a:pt x="53" y="62"/>
                  </a:lnTo>
                  <a:lnTo>
                    <a:pt x="54" y="62"/>
                  </a:lnTo>
                  <a:lnTo>
                    <a:pt x="54" y="61"/>
                  </a:lnTo>
                  <a:lnTo>
                    <a:pt x="54" y="57"/>
                  </a:lnTo>
                  <a:lnTo>
                    <a:pt x="54" y="57"/>
                  </a:lnTo>
                  <a:lnTo>
                    <a:pt x="55" y="57"/>
                  </a:lnTo>
                  <a:lnTo>
                    <a:pt x="59" y="58"/>
                  </a:lnTo>
                  <a:lnTo>
                    <a:pt x="64" y="61"/>
                  </a:lnTo>
                  <a:lnTo>
                    <a:pt x="64" y="61"/>
                  </a:lnTo>
                  <a:lnTo>
                    <a:pt x="65" y="62"/>
                  </a:lnTo>
                  <a:lnTo>
                    <a:pt x="65" y="61"/>
                  </a:lnTo>
                  <a:lnTo>
                    <a:pt x="64" y="56"/>
                  </a:lnTo>
                  <a:lnTo>
                    <a:pt x="64" y="56"/>
                  </a:lnTo>
                  <a:lnTo>
                    <a:pt x="62" y="53"/>
                  </a:lnTo>
                  <a:lnTo>
                    <a:pt x="61" y="52"/>
                  </a:lnTo>
                  <a:lnTo>
                    <a:pt x="57" y="50"/>
                  </a:lnTo>
                  <a:lnTo>
                    <a:pt x="57" y="50"/>
                  </a:lnTo>
                  <a:lnTo>
                    <a:pt x="54" y="48"/>
                  </a:lnTo>
                  <a:lnTo>
                    <a:pt x="50" y="43"/>
                  </a:lnTo>
                  <a:lnTo>
                    <a:pt x="44" y="34"/>
                  </a:lnTo>
                  <a:lnTo>
                    <a:pt x="44" y="34"/>
                  </a:lnTo>
                  <a:lnTo>
                    <a:pt x="41" y="30"/>
                  </a:lnTo>
                  <a:lnTo>
                    <a:pt x="40" y="26"/>
                  </a:lnTo>
                  <a:lnTo>
                    <a:pt x="39" y="23"/>
                  </a:lnTo>
                  <a:lnTo>
                    <a:pt x="40" y="19"/>
                  </a:lnTo>
                  <a:lnTo>
                    <a:pt x="40" y="19"/>
                  </a:lnTo>
                  <a:lnTo>
                    <a:pt x="40" y="19"/>
                  </a:lnTo>
                  <a:lnTo>
                    <a:pt x="41" y="18"/>
                  </a:lnTo>
                  <a:lnTo>
                    <a:pt x="44" y="19"/>
                  </a:lnTo>
                  <a:lnTo>
                    <a:pt x="50" y="23"/>
                  </a:lnTo>
                  <a:lnTo>
                    <a:pt x="50" y="23"/>
                  </a:lnTo>
                  <a:lnTo>
                    <a:pt x="51" y="23"/>
                  </a:lnTo>
                  <a:lnTo>
                    <a:pt x="53" y="20"/>
                  </a:lnTo>
                  <a:lnTo>
                    <a:pt x="53" y="15"/>
                  </a:lnTo>
                  <a:lnTo>
                    <a:pt x="53" y="15"/>
                  </a:lnTo>
                  <a:lnTo>
                    <a:pt x="53" y="14"/>
                  </a:lnTo>
                  <a:lnTo>
                    <a:pt x="54" y="13"/>
                  </a:lnTo>
                  <a:lnTo>
                    <a:pt x="56" y="11"/>
                  </a:lnTo>
                  <a:lnTo>
                    <a:pt x="65" y="11"/>
                  </a:lnTo>
                  <a:lnTo>
                    <a:pt x="65" y="11"/>
                  </a:lnTo>
                  <a:lnTo>
                    <a:pt x="71" y="11"/>
                  </a:lnTo>
                  <a:lnTo>
                    <a:pt x="76" y="9"/>
                  </a:lnTo>
                  <a:lnTo>
                    <a:pt x="76" y="9"/>
                  </a:lnTo>
                  <a:lnTo>
                    <a:pt x="80" y="9"/>
                  </a:lnTo>
                  <a:lnTo>
                    <a:pt x="82" y="10"/>
                  </a:lnTo>
                  <a:lnTo>
                    <a:pt x="89" y="14"/>
                  </a:lnTo>
                  <a:lnTo>
                    <a:pt x="89" y="14"/>
                  </a:lnTo>
                  <a:lnTo>
                    <a:pt x="86" y="2"/>
                  </a:lnTo>
                  <a:lnTo>
                    <a:pt x="86" y="2"/>
                  </a:lnTo>
                  <a:lnTo>
                    <a:pt x="61" y="0"/>
                  </a:lnTo>
                  <a:lnTo>
                    <a:pt x="61" y="0"/>
                  </a:lnTo>
                  <a:lnTo>
                    <a:pt x="55" y="2"/>
                  </a:lnTo>
                  <a:lnTo>
                    <a:pt x="49" y="4"/>
                  </a:lnTo>
                  <a:lnTo>
                    <a:pt x="43" y="8"/>
                  </a:lnTo>
                  <a:lnTo>
                    <a:pt x="38" y="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27" name="Freeform 707"/>
            <p:cNvSpPr>
              <a:spLocks/>
            </p:cNvSpPr>
            <p:nvPr/>
          </p:nvSpPr>
          <p:spPr bwMode="gray">
            <a:xfrm>
              <a:off x="2536579" y="4760325"/>
              <a:ext cx="233512" cy="161819"/>
            </a:xfrm>
            <a:custGeom>
              <a:avLst/>
              <a:gdLst>
                <a:gd name="T0" fmla="*/ 40 w 79"/>
                <a:gd name="T1" fmla="*/ 6 h 54"/>
                <a:gd name="T2" fmla="*/ 40 w 79"/>
                <a:gd name="T3" fmla="*/ 6 h 54"/>
                <a:gd name="T4" fmla="*/ 34 w 79"/>
                <a:gd name="T5" fmla="*/ 6 h 54"/>
                <a:gd name="T6" fmla="*/ 24 w 79"/>
                <a:gd name="T7" fmla="*/ 6 h 54"/>
                <a:gd name="T8" fmla="*/ 10 w 79"/>
                <a:gd name="T9" fmla="*/ 4 h 54"/>
                <a:gd name="T10" fmla="*/ 10 w 79"/>
                <a:gd name="T11" fmla="*/ 4 h 54"/>
                <a:gd name="T12" fmla="*/ 8 w 79"/>
                <a:gd name="T13" fmla="*/ 5 h 54"/>
                <a:gd name="T14" fmla="*/ 6 w 79"/>
                <a:gd name="T15" fmla="*/ 6 h 54"/>
                <a:gd name="T16" fmla="*/ 4 w 79"/>
                <a:gd name="T17" fmla="*/ 14 h 54"/>
                <a:gd name="T18" fmla="*/ 0 w 79"/>
                <a:gd name="T19" fmla="*/ 27 h 54"/>
                <a:gd name="T20" fmla="*/ 0 w 79"/>
                <a:gd name="T21" fmla="*/ 27 h 54"/>
                <a:gd name="T22" fmla="*/ 2 w 79"/>
                <a:gd name="T23" fmla="*/ 32 h 54"/>
                <a:gd name="T24" fmla="*/ 4 w 79"/>
                <a:gd name="T25" fmla="*/ 40 h 54"/>
                <a:gd name="T26" fmla="*/ 11 w 79"/>
                <a:gd name="T27" fmla="*/ 54 h 54"/>
                <a:gd name="T28" fmla="*/ 11 w 79"/>
                <a:gd name="T29" fmla="*/ 54 h 54"/>
                <a:gd name="T30" fmla="*/ 19 w 79"/>
                <a:gd name="T31" fmla="*/ 51 h 54"/>
                <a:gd name="T32" fmla="*/ 22 w 79"/>
                <a:gd name="T33" fmla="*/ 49 h 54"/>
                <a:gd name="T34" fmla="*/ 26 w 79"/>
                <a:gd name="T35" fmla="*/ 49 h 54"/>
                <a:gd name="T36" fmla="*/ 26 w 79"/>
                <a:gd name="T37" fmla="*/ 49 h 54"/>
                <a:gd name="T38" fmla="*/ 51 w 79"/>
                <a:gd name="T39" fmla="*/ 51 h 54"/>
                <a:gd name="T40" fmla="*/ 51 w 79"/>
                <a:gd name="T41" fmla="*/ 51 h 54"/>
                <a:gd name="T42" fmla="*/ 50 w 79"/>
                <a:gd name="T43" fmla="*/ 47 h 54"/>
                <a:gd name="T44" fmla="*/ 51 w 79"/>
                <a:gd name="T45" fmla="*/ 43 h 54"/>
                <a:gd name="T46" fmla="*/ 51 w 79"/>
                <a:gd name="T47" fmla="*/ 43 h 54"/>
                <a:gd name="T48" fmla="*/ 52 w 79"/>
                <a:gd name="T49" fmla="*/ 42 h 54"/>
                <a:gd name="T50" fmla="*/ 53 w 79"/>
                <a:gd name="T51" fmla="*/ 41 h 54"/>
                <a:gd name="T52" fmla="*/ 61 w 79"/>
                <a:gd name="T53" fmla="*/ 38 h 54"/>
                <a:gd name="T54" fmla="*/ 79 w 79"/>
                <a:gd name="T55" fmla="*/ 38 h 54"/>
                <a:gd name="T56" fmla="*/ 79 w 79"/>
                <a:gd name="T57" fmla="*/ 38 h 54"/>
                <a:gd name="T58" fmla="*/ 78 w 79"/>
                <a:gd name="T59" fmla="*/ 36 h 54"/>
                <a:gd name="T60" fmla="*/ 78 w 79"/>
                <a:gd name="T61" fmla="*/ 36 h 54"/>
                <a:gd name="T62" fmla="*/ 77 w 79"/>
                <a:gd name="T63" fmla="*/ 32 h 54"/>
                <a:gd name="T64" fmla="*/ 74 w 79"/>
                <a:gd name="T65" fmla="*/ 30 h 54"/>
                <a:gd name="T66" fmla="*/ 72 w 79"/>
                <a:gd name="T67" fmla="*/ 28 h 54"/>
                <a:gd name="T68" fmla="*/ 72 w 79"/>
                <a:gd name="T69" fmla="*/ 25 h 54"/>
                <a:gd name="T70" fmla="*/ 72 w 79"/>
                <a:gd name="T71" fmla="*/ 25 h 54"/>
                <a:gd name="T72" fmla="*/ 73 w 79"/>
                <a:gd name="T73" fmla="*/ 22 h 54"/>
                <a:gd name="T74" fmla="*/ 74 w 79"/>
                <a:gd name="T75" fmla="*/ 21 h 54"/>
                <a:gd name="T76" fmla="*/ 75 w 79"/>
                <a:gd name="T77" fmla="*/ 20 h 54"/>
                <a:gd name="T78" fmla="*/ 75 w 79"/>
                <a:gd name="T79" fmla="*/ 17 h 54"/>
                <a:gd name="T80" fmla="*/ 75 w 79"/>
                <a:gd name="T81" fmla="*/ 17 h 54"/>
                <a:gd name="T82" fmla="*/ 77 w 79"/>
                <a:gd name="T83" fmla="*/ 15 h 54"/>
                <a:gd name="T84" fmla="*/ 77 w 79"/>
                <a:gd name="T85" fmla="*/ 15 h 54"/>
                <a:gd name="T86" fmla="*/ 58 w 79"/>
                <a:gd name="T87" fmla="*/ 1 h 54"/>
                <a:gd name="T88" fmla="*/ 58 w 79"/>
                <a:gd name="T89" fmla="*/ 1 h 54"/>
                <a:gd name="T90" fmla="*/ 56 w 79"/>
                <a:gd name="T91" fmla="*/ 0 h 54"/>
                <a:gd name="T92" fmla="*/ 53 w 79"/>
                <a:gd name="T93" fmla="*/ 0 h 54"/>
                <a:gd name="T94" fmla="*/ 48 w 79"/>
                <a:gd name="T95" fmla="*/ 1 h 54"/>
                <a:gd name="T96" fmla="*/ 43 w 79"/>
                <a:gd name="T97" fmla="*/ 4 h 54"/>
                <a:gd name="T98" fmla="*/ 40 w 79"/>
                <a:gd name="T99" fmla="*/ 6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9" h="54">
                  <a:moveTo>
                    <a:pt x="40" y="6"/>
                  </a:moveTo>
                  <a:lnTo>
                    <a:pt x="40" y="6"/>
                  </a:lnTo>
                  <a:lnTo>
                    <a:pt x="34" y="6"/>
                  </a:lnTo>
                  <a:lnTo>
                    <a:pt x="24" y="6"/>
                  </a:lnTo>
                  <a:lnTo>
                    <a:pt x="10" y="4"/>
                  </a:lnTo>
                  <a:lnTo>
                    <a:pt x="10" y="4"/>
                  </a:lnTo>
                  <a:lnTo>
                    <a:pt x="8" y="5"/>
                  </a:lnTo>
                  <a:lnTo>
                    <a:pt x="6" y="6"/>
                  </a:lnTo>
                  <a:lnTo>
                    <a:pt x="4" y="14"/>
                  </a:lnTo>
                  <a:lnTo>
                    <a:pt x="0" y="27"/>
                  </a:lnTo>
                  <a:lnTo>
                    <a:pt x="0" y="27"/>
                  </a:lnTo>
                  <a:lnTo>
                    <a:pt x="2" y="32"/>
                  </a:lnTo>
                  <a:lnTo>
                    <a:pt x="4" y="40"/>
                  </a:lnTo>
                  <a:lnTo>
                    <a:pt x="11" y="54"/>
                  </a:lnTo>
                  <a:lnTo>
                    <a:pt x="11" y="54"/>
                  </a:lnTo>
                  <a:lnTo>
                    <a:pt x="19" y="51"/>
                  </a:lnTo>
                  <a:lnTo>
                    <a:pt x="22" y="49"/>
                  </a:lnTo>
                  <a:lnTo>
                    <a:pt x="26" y="49"/>
                  </a:lnTo>
                  <a:lnTo>
                    <a:pt x="26" y="49"/>
                  </a:lnTo>
                  <a:lnTo>
                    <a:pt x="51" y="51"/>
                  </a:lnTo>
                  <a:lnTo>
                    <a:pt x="51" y="51"/>
                  </a:lnTo>
                  <a:lnTo>
                    <a:pt x="50" y="47"/>
                  </a:lnTo>
                  <a:lnTo>
                    <a:pt x="51" y="43"/>
                  </a:lnTo>
                  <a:lnTo>
                    <a:pt x="51" y="43"/>
                  </a:lnTo>
                  <a:lnTo>
                    <a:pt x="52" y="42"/>
                  </a:lnTo>
                  <a:lnTo>
                    <a:pt x="53" y="41"/>
                  </a:lnTo>
                  <a:lnTo>
                    <a:pt x="61" y="38"/>
                  </a:lnTo>
                  <a:lnTo>
                    <a:pt x="79" y="38"/>
                  </a:lnTo>
                  <a:lnTo>
                    <a:pt x="79" y="38"/>
                  </a:lnTo>
                  <a:lnTo>
                    <a:pt x="78" y="36"/>
                  </a:lnTo>
                  <a:lnTo>
                    <a:pt x="78" y="36"/>
                  </a:lnTo>
                  <a:lnTo>
                    <a:pt x="77" y="32"/>
                  </a:lnTo>
                  <a:lnTo>
                    <a:pt x="74" y="30"/>
                  </a:lnTo>
                  <a:lnTo>
                    <a:pt x="72" y="28"/>
                  </a:lnTo>
                  <a:lnTo>
                    <a:pt x="72" y="25"/>
                  </a:lnTo>
                  <a:lnTo>
                    <a:pt x="72" y="25"/>
                  </a:lnTo>
                  <a:lnTo>
                    <a:pt x="73" y="22"/>
                  </a:lnTo>
                  <a:lnTo>
                    <a:pt x="74" y="21"/>
                  </a:lnTo>
                  <a:lnTo>
                    <a:pt x="75" y="20"/>
                  </a:lnTo>
                  <a:lnTo>
                    <a:pt x="75" y="17"/>
                  </a:lnTo>
                  <a:lnTo>
                    <a:pt x="75" y="17"/>
                  </a:lnTo>
                  <a:lnTo>
                    <a:pt x="77" y="15"/>
                  </a:lnTo>
                  <a:lnTo>
                    <a:pt x="77" y="15"/>
                  </a:lnTo>
                  <a:lnTo>
                    <a:pt x="58" y="1"/>
                  </a:lnTo>
                  <a:lnTo>
                    <a:pt x="58" y="1"/>
                  </a:lnTo>
                  <a:lnTo>
                    <a:pt x="56" y="0"/>
                  </a:lnTo>
                  <a:lnTo>
                    <a:pt x="53" y="0"/>
                  </a:lnTo>
                  <a:lnTo>
                    <a:pt x="48" y="1"/>
                  </a:lnTo>
                  <a:lnTo>
                    <a:pt x="43" y="4"/>
                  </a:lnTo>
                  <a:lnTo>
                    <a:pt x="40" y="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28" name="Freeform 709"/>
            <p:cNvSpPr>
              <a:spLocks/>
            </p:cNvSpPr>
            <p:nvPr/>
          </p:nvSpPr>
          <p:spPr bwMode="gray">
            <a:xfrm>
              <a:off x="2468593" y="3861330"/>
              <a:ext cx="295588" cy="164816"/>
            </a:xfrm>
            <a:custGeom>
              <a:avLst/>
              <a:gdLst>
                <a:gd name="T0" fmla="*/ 93 w 100"/>
                <a:gd name="T1" fmla="*/ 7 h 55"/>
                <a:gd name="T2" fmla="*/ 73 w 100"/>
                <a:gd name="T3" fmla="*/ 6 h 55"/>
                <a:gd name="T4" fmla="*/ 68 w 100"/>
                <a:gd name="T5" fmla="*/ 3 h 55"/>
                <a:gd name="T6" fmla="*/ 60 w 100"/>
                <a:gd name="T7" fmla="*/ 0 h 55"/>
                <a:gd name="T8" fmla="*/ 57 w 100"/>
                <a:gd name="T9" fmla="*/ 0 h 55"/>
                <a:gd name="T10" fmla="*/ 47 w 100"/>
                <a:gd name="T11" fmla="*/ 1 h 55"/>
                <a:gd name="T12" fmla="*/ 47 w 100"/>
                <a:gd name="T13" fmla="*/ 8 h 55"/>
                <a:gd name="T14" fmla="*/ 43 w 100"/>
                <a:gd name="T15" fmla="*/ 19 h 55"/>
                <a:gd name="T16" fmla="*/ 38 w 100"/>
                <a:gd name="T17" fmla="*/ 23 h 55"/>
                <a:gd name="T18" fmla="*/ 37 w 100"/>
                <a:gd name="T19" fmla="*/ 23 h 55"/>
                <a:gd name="T20" fmla="*/ 27 w 100"/>
                <a:gd name="T21" fmla="*/ 14 h 55"/>
                <a:gd name="T22" fmla="*/ 18 w 100"/>
                <a:gd name="T23" fmla="*/ 5 h 55"/>
                <a:gd name="T24" fmla="*/ 16 w 100"/>
                <a:gd name="T25" fmla="*/ 6 h 55"/>
                <a:gd name="T26" fmla="*/ 9 w 100"/>
                <a:gd name="T27" fmla="*/ 10 h 55"/>
                <a:gd name="T28" fmla="*/ 7 w 100"/>
                <a:gd name="T29" fmla="*/ 13 h 55"/>
                <a:gd name="T30" fmla="*/ 2 w 100"/>
                <a:gd name="T31" fmla="*/ 26 h 55"/>
                <a:gd name="T32" fmla="*/ 1 w 100"/>
                <a:gd name="T33" fmla="*/ 30 h 55"/>
                <a:gd name="T34" fmla="*/ 0 w 100"/>
                <a:gd name="T35" fmla="*/ 38 h 55"/>
                <a:gd name="T36" fmla="*/ 17 w 100"/>
                <a:gd name="T37" fmla="*/ 35 h 55"/>
                <a:gd name="T38" fmla="*/ 26 w 100"/>
                <a:gd name="T39" fmla="*/ 37 h 55"/>
                <a:gd name="T40" fmla="*/ 41 w 100"/>
                <a:gd name="T41" fmla="*/ 38 h 55"/>
                <a:gd name="T42" fmla="*/ 55 w 100"/>
                <a:gd name="T43" fmla="*/ 40 h 55"/>
                <a:gd name="T44" fmla="*/ 59 w 100"/>
                <a:gd name="T45" fmla="*/ 43 h 55"/>
                <a:gd name="T46" fmla="*/ 73 w 100"/>
                <a:gd name="T47" fmla="*/ 55 h 55"/>
                <a:gd name="T48" fmla="*/ 74 w 100"/>
                <a:gd name="T49" fmla="*/ 55 h 55"/>
                <a:gd name="T50" fmla="*/ 80 w 100"/>
                <a:gd name="T51" fmla="*/ 55 h 55"/>
                <a:gd name="T52" fmla="*/ 95 w 100"/>
                <a:gd name="T53" fmla="*/ 51 h 55"/>
                <a:gd name="T54" fmla="*/ 98 w 100"/>
                <a:gd name="T55" fmla="*/ 48 h 55"/>
                <a:gd name="T56" fmla="*/ 100 w 100"/>
                <a:gd name="T57" fmla="*/ 42 h 55"/>
                <a:gd name="T58" fmla="*/ 100 w 100"/>
                <a:gd name="T59" fmla="*/ 26 h 55"/>
                <a:gd name="T60" fmla="*/ 97 w 100"/>
                <a:gd name="T61" fmla="*/ 19 h 55"/>
                <a:gd name="T62" fmla="*/ 93 w 100"/>
                <a:gd name="T63" fmla="*/ 7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0" h="55">
                  <a:moveTo>
                    <a:pt x="93" y="7"/>
                  </a:moveTo>
                  <a:lnTo>
                    <a:pt x="93" y="7"/>
                  </a:lnTo>
                  <a:lnTo>
                    <a:pt x="81" y="7"/>
                  </a:lnTo>
                  <a:lnTo>
                    <a:pt x="73" y="6"/>
                  </a:lnTo>
                  <a:lnTo>
                    <a:pt x="73" y="6"/>
                  </a:lnTo>
                  <a:lnTo>
                    <a:pt x="68" y="3"/>
                  </a:lnTo>
                  <a:lnTo>
                    <a:pt x="64" y="1"/>
                  </a:lnTo>
                  <a:lnTo>
                    <a:pt x="60" y="0"/>
                  </a:lnTo>
                  <a:lnTo>
                    <a:pt x="57" y="0"/>
                  </a:lnTo>
                  <a:lnTo>
                    <a:pt x="57" y="0"/>
                  </a:lnTo>
                  <a:lnTo>
                    <a:pt x="47" y="1"/>
                  </a:lnTo>
                  <a:lnTo>
                    <a:pt x="47" y="1"/>
                  </a:lnTo>
                  <a:lnTo>
                    <a:pt x="47" y="8"/>
                  </a:lnTo>
                  <a:lnTo>
                    <a:pt x="47" y="8"/>
                  </a:lnTo>
                  <a:lnTo>
                    <a:pt x="45" y="14"/>
                  </a:lnTo>
                  <a:lnTo>
                    <a:pt x="43" y="19"/>
                  </a:lnTo>
                  <a:lnTo>
                    <a:pt x="41" y="23"/>
                  </a:lnTo>
                  <a:lnTo>
                    <a:pt x="38" y="23"/>
                  </a:lnTo>
                  <a:lnTo>
                    <a:pt x="37" y="23"/>
                  </a:lnTo>
                  <a:lnTo>
                    <a:pt x="37" y="23"/>
                  </a:lnTo>
                  <a:lnTo>
                    <a:pt x="33" y="21"/>
                  </a:lnTo>
                  <a:lnTo>
                    <a:pt x="27" y="14"/>
                  </a:lnTo>
                  <a:lnTo>
                    <a:pt x="22" y="8"/>
                  </a:lnTo>
                  <a:lnTo>
                    <a:pt x="18" y="5"/>
                  </a:lnTo>
                  <a:lnTo>
                    <a:pt x="18" y="5"/>
                  </a:lnTo>
                  <a:lnTo>
                    <a:pt x="16" y="6"/>
                  </a:lnTo>
                  <a:lnTo>
                    <a:pt x="11" y="7"/>
                  </a:lnTo>
                  <a:lnTo>
                    <a:pt x="9" y="10"/>
                  </a:lnTo>
                  <a:lnTo>
                    <a:pt x="7" y="13"/>
                  </a:lnTo>
                  <a:lnTo>
                    <a:pt x="7" y="13"/>
                  </a:lnTo>
                  <a:lnTo>
                    <a:pt x="5" y="19"/>
                  </a:lnTo>
                  <a:lnTo>
                    <a:pt x="2" y="26"/>
                  </a:lnTo>
                  <a:lnTo>
                    <a:pt x="2" y="26"/>
                  </a:lnTo>
                  <a:lnTo>
                    <a:pt x="1" y="30"/>
                  </a:lnTo>
                  <a:lnTo>
                    <a:pt x="0" y="38"/>
                  </a:lnTo>
                  <a:lnTo>
                    <a:pt x="0" y="38"/>
                  </a:lnTo>
                  <a:lnTo>
                    <a:pt x="10" y="35"/>
                  </a:lnTo>
                  <a:lnTo>
                    <a:pt x="17" y="35"/>
                  </a:lnTo>
                  <a:lnTo>
                    <a:pt x="22" y="35"/>
                  </a:lnTo>
                  <a:lnTo>
                    <a:pt x="26" y="37"/>
                  </a:lnTo>
                  <a:lnTo>
                    <a:pt x="26" y="37"/>
                  </a:lnTo>
                  <a:lnTo>
                    <a:pt x="41" y="38"/>
                  </a:lnTo>
                  <a:lnTo>
                    <a:pt x="49" y="39"/>
                  </a:lnTo>
                  <a:lnTo>
                    <a:pt x="55" y="40"/>
                  </a:lnTo>
                  <a:lnTo>
                    <a:pt x="55" y="40"/>
                  </a:lnTo>
                  <a:lnTo>
                    <a:pt x="59" y="43"/>
                  </a:lnTo>
                  <a:lnTo>
                    <a:pt x="64" y="46"/>
                  </a:lnTo>
                  <a:lnTo>
                    <a:pt x="73" y="55"/>
                  </a:lnTo>
                  <a:lnTo>
                    <a:pt x="73" y="55"/>
                  </a:lnTo>
                  <a:lnTo>
                    <a:pt x="74" y="55"/>
                  </a:lnTo>
                  <a:lnTo>
                    <a:pt x="74" y="55"/>
                  </a:lnTo>
                  <a:lnTo>
                    <a:pt x="80" y="55"/>
                  </a:lnTo>
                  <a:lnTo>
                    <a:pt x="87" y="54"/>
                  </a:lnTo>
                  <a:lnTo>
                    <a:pt x="95" y="51"/>
                  </a:lnTo>
                  <a:lnTo>
                    <a:pt x="97" y="50"/>
                  </a:lnTo>
                  <a:lnTo>
                    <a:pt x="98" y="48"/>
                  </a:lnTo>
                  <a:lnTo>
                    <a:pt x="98" y="48"/>
                  </a:lnTo>
                  <a:lnTo>
                    <a:pt x="100" y="42"/>
                  </a:lnTo>
                  <a:lnTo>
                    <a:pt x="100" y="34"/>
                  </a:lnTo>
                  <a:lnTo>
                    <a:pt x="100" y="26"/>
                  </a:lnTo>
                  <a:lnTo>
                    <a:pt x="97" y="19"/>
                  </a:lnTo>
                  <a:lnTo>
                    <a:pt x="97" y="19"/>
                  </a:lnTo>
                  <a:lnTo>
                    <a:pt x="96" y="14"/>
                  </a:lnTo>
                  <a:lnTo>
                    <a:pt x="93" y="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29" name="Freeform 711"/>
            <p:cNvSpPr>
              <a:spLocks/>
            </p:cNvSpPr>
            <p:nvPr/>
          </p:nvSpPr>
          <p:spPr bwMode="gray">
            <a:xfrm>
              <a:off x="2453815" y="3966213"/>
              <a:ext cx="230559" cy="197780"/>
            </a:xfrm>
            <a:custGeom>
              <a:avLst/>
              <a:gdLst>
                <a:gd name="T0" fmla="*/ 60 w 78"/>
                <a:gd name="T1" fmla="*/ 5 h 66"/>
                <a:gd name="T2" fmla="*/ 60 w 78"/>
                <a:gd name="T3" fmla="*/ 5 h 66"/>
                <a:gd name="T4" fmla="*/ 54 w 78"/>
                <a:gd name="T5" fmla="*/ 4 h 66"/>
                <a:gd name="T6" fmla="*/ 46 w 78"/>
                <a:gd name="T7" fmla="*/ 3 h 66"/>
                <a:gd name="T8" fmla="*/ 31 w 78"/>
                <a:gd name="T9" fmla="*/ 2 h 66"/>
                <a:gd name="T10" fmla="*/ 31 w 78"/>
                <a:gd name="T11" fmla="*/ 2 h 66"/>
                <a:gd name="T12" fmla="*/ 27 w 78"/>
                <a:gd name="T13" fmla="*/ 0 h 66"/>
                <a:gd name="T14" fmla="*/ 22 w 78"/>
                <a:gd name="T15" fmla="*/ 0 h 66"/>
                <a:gd name="T16" fmla="*/ 15 w 78"/>
                <a:gd name="T17" fmla="*/ 0 h 66"/>
                <a:gd name="T18" fmla="*/ 5 w 78"/>
                <a:gd name="T19" fmla="*/ 3 h 66"/>
                <a:gd name="T20" fmla="*/ 5 w 78"/>
                <a:gd name="T21" fmla="*/ 3 h 66"/>
                <a:gd name="T22" fmla="*/ 5 w 78"/>
                <a:gd name="T23" fmla="*/ 11 h 66"/>
                <a:gd name="T24" fmla="*/ 5 w 78"/>
                <a:gd name="T25" fmla="*/ 20 h 66"/>
                <a:gd name="T26" fmla="*/ 5 w 78"/>
                <a:gd name="T27" fmla="*/ 20 h 66"/>
                <a:gd name="T28" fmla="*/ 2 w 78"/>
                <a:gd name="T29" fmla="*/ 26 h 66"/>
                <a:gd name="T30" fmla="*/ 0 w 78"/>
                <a:gd name="T31" fmla="*/ 30 h 66"/>
                <a:gd name="T32" fmla="*/ 0 w 78"/>
                <a:gd name="T33" fmla="*/ 30 h 66"/>
                <a:gd name="T34" fmla="*/ 10 w 78"/>
                <a:gd name="T35" fmla="*/ 32 h 66"/>
                <a:gd name="T36" fmla="*/ 18 w 78"/>
                <a:gd name="T37" fmla="*/ 35 h 66"/>
                <a:gd name="T38" fmla="*/ 26 w 78"/>
                <a:gd name="T39" fmla="*/ 39 h 66"/>
                <a:gd name="T40" fmla="*/ 30 w 78"/>
                <a:gd name="T41" fmla="*/ 41 h 66"/>
                <a:gd name="T42" fmla="*/ 30 w 78"/>
                <a:gd name="T43" fmla="*/ 41 h 66"/>
                <a:gd name="T44" fmla="*/ 37 w 78"/>
                <a:gd name="T45" fmla="*/ 53 h 66"/>
                <a:gd name="T46" fmla="*/ 41 w 78"/>
                <a:gd name="T47" fmla="*/ 59 h 66"/>
                <a:gd name="T48" fmla="*/ 43 w 78"/>
                <a:gd name="T49" fmla="*/ 66 h 66"/>
                <a:gd name="T50" fmla="*/ 43 w 78"/>
                <a:gd name="T51" fmla="*/ 66 h 66"/>
                <a:gd name="T52" fmla="*/ 43 w 78"/>
                <a:gd name="T53" fmla="*/ 66 h 66"/>
                <a:gd name="T54" fmla="*/ 47 w 78"/>
                <a:gd name="T55" fmla="*/ 62 h 66"/>
                <a:gd name="T56" fmla="*/ 52 w 78"/>
                <a:gd name="T57" fmla="*/ 59 h 66"/>
                <a:gd name="T58" fmla="*/ 52 w 78"/>
                <a:gd name="T59" fmla="*/ 59 h 66"/>
                <a:gd name="T60" fmla="*/ 57 w 78"/>
                <a:gd name="T61" fmla="*/ 58 h 66"/>
                <a:gd name="T62" fmla="*/ 62 w 78"/>
                <a:gd name="T63" fmla="*/ 57 h 66"/>
                <a:gd name="T64" fmla="*/ 66 w 78"/>
                <a:gd name="T65" fmla="*/ 53 h 66"/>
                <a:gd name="T66" fmla="*/ 69 w 78"/>
                <a:gd name="T67" fmla="*/ 50 h 66"/>
                <a:gd name="T68" fmla="*/ 69 w 78"/>
                <a:gd name="T69" fmla="*/ 50 h 66"/>
                <a:gd name="T70" fmla="*/ 71 w 78"/>
                <a:gd name="T71" fmla="*/ 34 h 66"/>
                <a:gd name="T72" fmla="*/ 74 w 78"/>
                <a:gd name="T73" fmla="*/ 25 h 66"/>
                <a:gd name="T74" fmla="*/ 75 w 78"/>
                <a:gd name="T75" fmla="*/ 23 h 66"/>
                <a:gd name="T76" fmla="*/ 78 w 78"/>
                <a:gd name="T77" fmla="*/ 20 h 66"/>
                <a:gd name="T78" fmla="*/ 78 w 78"/>
                <a:gd name="T79" fmla="*/ 20 h 66"/>
                <a:gd name="T80" fmla="*/ 69 w 78"/>
                <a:gd name="T81" fmla="*/ 11 h 66"/>
                <a:gd name="T82" fmla="*/ 64 w 78"/>
                <a:gd name="T83" fmla="*/ 8 h 66"/>
                <a:gd name="T84" fmla="*/ 60 w 78"/>
                <a:gd name="T85" fmla="*/ 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8" h="66">
                  <a:moveTo>
                    <a:pt x="60" y="5"/>
                  </a:moveTo>
                  <a:lnTo>
                    <a:pt x="60" y="5"/>
                  </a:lnTo>
                  <a:lnTo>
                    <a:pt x="54" y="4"/>
                  </a:lnTo>
                  <a:lnTo>
                    <a:pt x="46" y="3"/>
                  </a:lnTo>
                  <a:lnTo>
                    <a:pt x="31" y="2"/>
                  </a:lnTo>
                  <a:lnTo>
                    <a:pt x="31" y="2"/>
                  </a:lnTo>
                  <a:lnTo>
                    <a:pt x="27" y="0"/>
                  </a:lnTo>
                  <a:lnTo>
                    <a:pt x="22" y="0"/>
                  </a:lnTo>
                  <a:lnTo>
                    <a:pt x="15" y="0"/>
                  </a:lnTo>
                  <a:lnTo>
                    <a:pt x="5" y="3"/>
                  </a:lnTo>
                  <a:lnTo>
                    <a:pt x="5" y="3"/>
                  </a:lnTo>
                  <a:lnTo>
                    <a:pt x="5" y="11"/>
                  </a:lnTo>
                  <a:lnTo>
                    <a:pt x="5" y="20"/>
                  </a:lnTo>
                  <a:lnTo>
                    <a:pt x="5" y="20"/>
                  </a:lnTo>
                  <a:lnTo>
                    <a:pt x="2" y="26"/>
                  </a:lnTo>
                  <a:lnTo>
                    <a:pt x="0" y="30"/>
                  </a:lnTo>
                  <a:lnTo>
                    <a:pt x="0" y="30"/>
                  </a:lnTo>
                  <a:lnTo>
                    <a:pt x="10" y="32"/>
                  </a:lnTo>
                  <a:lnTo>
                    <a:pt x="18" y="35"/>
                  </a:lnTo>
                  <a:lnTo>
                    <a:pt x="26" y="39"/>
                  </a:lnTo>
                  <a:lnTo>
                    <a:pt x="30" y="41"/>
                  </a:lnTo>
                  <a:lnTo>
                    <a:pt x="30" y="41"/>
                  </a:lnTo>
                  <a:lnTo>
                    <a:pt x="37" y="53"/>
                  </a:lnTo>
                  <a:lnTo>
                    <a:pt x="41" y="59"/>
                  </a:lnTo>
                  <a:lnTo>
                    <a:pt x="43" y="66"/>
                  </a:lnTo>
                  <a:lnTo>
                    <a:pt x="43" y="66"/>
                  </a:lnTo>
                  <a:lnTo>
                    <a:pt x="43" y="66"/>
                  </a:lnTo>
                  <a:lnTo>
                    <a:pt x="47" y="62"/>
                  </a:lnTo>
                  <a:lnTo>
                    <a:pt x="52" y="59"/>
                  </a:lnTo>
                  <a:lnTo>
                    <a:pt x="52" y="59"/>
                  </a:lnTo>
                  <a:lnTo>
                    <a:pt x="57" y="58"/>
                  </a:lnTo>
                  <a:lnTo>
                    <a:pt x="62" y="57"/>
                  </a:lnTo>
                  <a:lnTo>
                    <a:pt x="66" y="53"/>
                  </a:lnTo>
                  <a:lnTo>
                    <a:pt x="69" y="50"/>
                  </a:lnTo>
                  <a:lnTo>
                    <a:pt x="69" y="50"/>
                  </a:lnTo>
                  <a:lnTo>
                    <a:pt x="71" y="34"/>
                  </a:lnTo>
                  <a:lnTo>
                    <a:pt x="74" y="25"/>
                  </a:lnTo>
                  <a:lnTo>
                    <a:pt x="75" y="23"/>
                  </a:lnTo>
                  <a:lnTo>
                    <a:pt x="78" y="20"/>
                  </a:lnTo>
                  <a:lnTo>
                    <a:pt x="78" y="20"/>
                  </a:lnTo>
                  <a:lnTo>
                    <a:pt x="69" y="11"/>
                  </a:lnTo>
                  <a:lnTo>
                    <a:pt x="64" y="8"/>
                  </a:lnTo>
                  <a:lnTo>
                    <a:pt x="60" y="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0" name="Freeform 713"/>
            <p:cNvSpPr>
              <a:spLocks/>
            </p:cNvSpPr>
            <p:nvPr/>
          </p:nvSpPr>
          <p:spPr bwMode="gray">
            <a:xfrm>
              <a:off x="2577961" y="3987191"/>
              <a:ext cx="348793" cy="320641"/>
            </a:xfrm>
            <a:custGeom>
              <a:avLst/>
              <a:gdLst>
                <a:gd name="T0" fmla="*/ 106 w 118"/>
                <a:gd name="T1" fmla="*/ 75 h 107"/>
                <a:gd name="T2" fmla="*/ 117 w 118"/>
                <a:gd name="T3" fmla="*/ 62 h 107"/>
                <a:gd name="T4" fmla="*/ 118 w 118"/>
                <a:gd name="T5" fmla="*/ 56 h 107"/>
                <a:gd name="T6" fmla="*/ 114 w 118"/>
                <a:gd name="T7" fmla="*/ 52 h 107"/>
                <a:gd name="T8" fmla="*/ 107 w 118"/>
                <a:gd name="T9" fmla="*/ 46 h 107"/>
                <a:gd name="T10" fmla="*/ 104 w 118"/>
                <a:gd name="T11" fmla="*/ 41 h 107"/>
                <a:gd name="T12" fmla="*/ 95 w 118"/>
                <a:gd name="T13" fmla="*/ 11 h 107"/>
                <a:gd name="T14" fmla="*/ 92 w 118"/>
                <a:gd name="T15" fmla="*/ 6 h 107"/>
                <a:gd name="T16" fmla="*/ 88 w 118"/>
                <a:gd name="T17" fmla="*/ 6 h 107"/>
                <a:gd name="T18" fmla="*/ 79 w 118"/>
                <a:gd name="T19" fmla="*/ 8 h 107"/>
                <a:gd name="T20" fmla="*/ 76 w 118"/>
                <a:gd name="T21" fmla="*/ 7 h 107"/>
                <a:gd name="T22" fmla="*/ 76 w 118"/>
                <a:gd name="T23" fmla="*/ 1 h 107"/>
                <a:gd name="T24" fmla="*/ 72 w 118"/>
                <a:gd name="T25" fmla="*/ 0 h 107"/>
                <a:gd name="T26" fmla="*/ 63 w 118"/>
                <a:gd name="T27" fmla="*/ 1 h 107"/>
                <a:gd name="T28" fmla="*/ 61 w 118"/>
                <a:gd name="T29" fmla="*/ 6 h 107"/>
                <a:gd name="T30" fmla="*/ 60 w 118"/>
                <a:gd name="T31" fmla="*/ 8 h 107"/>
                <a:gd name="T32" fmla="*/ 50 w 118"/>
                <a:gd name="T33" fmla="*/ 12 h 107"/>
                <a:gd name="T34" fmla="*/ 37 w 118"/>
                <a:gd name="T35" fmla="*/ 13 h 107"/>
                <a:gd name="T36" fmla="*/ 34 w 118"/>
                <a:gd name="T37" fmla="*/ 14 h 107"/>
                <a:gd name="T38" fmla="*/ 29 w 118"/>
                <a:gd name="T39" fmla="*/ 25 h 107"/>
                <a:gd name="T40" fmla="*/ 27 w 118"/>
                <a:gd name="T41" fmla="*/ 43 h 107"/>
                <a:gd name="T42" fmla="*/ 20 w 118"/>
                <a:gd name="T43" fmla="*/ 50 h 107"/>
                <a:gd name="T44" fmla="*/ 10 w 118"/>
                <a:gd name="T45" fmla="*/ 52 h 107"/>
                <a:gd name="T46" fmla="*/ 5 w 118"/>
                <a:gd name="T47" fmla="*/ 55 h 107"/>
                <a:gd name="T48" fmla="*/ 1 w 118"/>
                <a:gd name="T49" fmla="*/ 59 h 107"/>
                <a:gd name="T50" fmla="*/ 0 w 118"/>
                <a:gd name="T51" fmla="*/ 98 h 107"/>
                <a:gd name="T52" fmla="*/ 1 w 118"/>
                <a:gd name="T53" fmla="*/ 107 h 107"/>
                <a:gd name="T54" fmla="*/ 47 w 118"/>
                <a:gd name="T55" fmla="*/ 107 h 107"/>
                <a:gd name="T56" fmla="*/ 80 w 118"/>
                <a:gd name="T57" fmla="*/ 107 h 107"/>
                <a:gd name="T58" fmla="*/ 93 w 118"/>
                <a:gd name="T59" fmla="*/ 101 h 107"/>
                <a:gd name="T60" fmla="*/ 103 w 118"/>
                <a:gd name="T61" fmla="*/ 93 h 107"/>
                <a:gd name="T62" fmla="*/ 104 w 118"/>
                <a:gd name="T63" fmla="*/ 92 h 107"/>
                <a:gd name="T64" fmla="*/ 104 w 118"/>
                <a:gd name="T65" fmla="*/ 82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07">
                  <a:moveTo>
                    <a:pt x="106" y="75"/>
                  </a:moveTo>
                  <a:lnTo>
                    <a:pt x="106" y="75"/>
                  </a:lnTo>
                  <a:lnTo>
                    <a:pt x="113" y="67"/>
                  </a:lnTo>
                  <a:lnTo>
                    <a:pt x="117" y="62"/>
                  </a:lnTo>
                  <a:lnTo>
                    <a:pt x="118" y="60"/>
                  </a:lnTo>
                  <a:lnTo>
                    <a:pt x="118" y="56"/>
                  </a:lnTo>
                  <a:lnTo>
                    <a:pt x="118" y="56"/>
                  </a:lnTo>
                  <a:lnTo>
                    <a:pt x="114" y="52"/>
                  </a:lnTo>
                  <a:lnTo>
                    <a:pt x="111" y="49"/>
                  </a:lnTo>
                  <a:lnTo>
                    <a:pt x="107" y="46"/>
                  </a:lnTo>
                  <a:lnTo>
                    <a:pt x="104" y="41"/>
                  </a:lnTo>
                  <a:lnTo>
                    <a:pt x="104" y="41"/>
                  </a:lnTo>
                  <a:lnTo>
                    <a:pt x="98" y="22"/>
                  </a:lnTo>
                  <a:lnTo>
                    <a:pt x="95" y="11"/>
                  </a:lnTo>
                  <a:lnTo>
                    <a:pt x="92" y="6"/>
                  </a:lnTo>
                  <a:lnTo>
                    <a:pt x="92" y="6"/>
                  </a:lnTo>
                  <a:lnTo>
                    <a:pt x="90" y="4"/>
                  </a:lnTo>
                  <a:lnTo>
                    <a:pt x="88" y="6"/>
                  </a:lnTo>
                  <a:lnTo>
                    <a:pt x="82" y="7"/>
                  </a:lnTo>
                  <a:lnTo>
                    <a:pt x="79" y="8"/>
                  </a:lnTo>
                  <a:lnTo>
                    <a:pt x="76" y="8"/>
                  </a:lnTo>
                  <a:lnTo>
                    <a:pt x="76" y="7"/>
                  </a:lnTo>
                  <a:lnTo>
                    <a:pt x="76" y="7"/>
                  </a:lnTo>
                  <a:lnTo>
                    <a:pt x="76" y="1"/>
                  </a:lnTo>
                  <a:lnTo>
                    <a:pt x="75" y="1"/>
                  </a:lnTo>
                  <a:lnTo>
                    <a:pt x="72" y="0"/>
                  </a:lnTo>
                  <a:lnTo>
                    <a:pt x="72" y="0"/>
                  </a:lnTo>
                  <a:lnTo>
                    <a:pt x="63" y="1"/>
                  </a:lnTo>
                  <a:lnTo>
                    <a:pt x="63" y="1"/>
                  </a:lnTo>
                  <a:lnTo>
                    <a:pt x="61" y="6"/>
                  </a:lnTo>
                  <a:lnTo>
                    <a:pt x="61" y="6"/>
                  </a:lnTo>
                  <a:lnTo>
                    <a:pt x="60" y="8"/>
                  </a:lnTo>
                  <a:lnTo>
                    <a:pt x="58" y="9"/>
                  </a:lnTo>
                  <a:lnTo>
                    <a:pt x="50" y="12"/>
                  </a:lnTo>
                  <a:lnTo>
                    <a:pt x="43" y="13"/>
                  </a:lnTo>
                  <a:lnTo>
                    <a:pt x="37" y="13"/>
                  </a:lnTo>
                  <a:lnTo>
                    <a:pt x="37" y="13"/>
                  </a:lnTo>
                  <a:lnTo>
                    <a:pt x="34" y="14"/>
                  </a:lnTo>
                  <a:lnTo>
                    <a:pt x="32" y="17"/>
                  </a:lnTo>
                  <a:lnTo>
                    <a:pt x="29" y="25"/>
                  </a:lnTo>
                  <a:lnTo>
                    <a:pt x="27" y="43"/>
                  </a:lnTo>
                  <a:lnTo>
                    <a:pt x="27" y="43"/>
                  </a:lnTo>
                  <a:lnTo>
                    <a:pt x="24" y="46"/>
                  </a:lnTo>
                  <a:lnTo>
                    <a:pt x="20" y="50"/>
                  </a:lnTo>
                  <a:lnTo>
                    <a:pt x="15" y="51"/>
                  </a:lnTo>
                  <a:lnTo>
                    <a:pt x="10" y="52"/>
                  </a:lnTo>
                  <a:lnTo>
                    <a:pt x="10" y="52"/>
                  </a:lnTo>
                  <a:lnTo>
                    <a:pt x="5" y="55"/>
                  </a:lnTo>
                  <a:lnTo>
                    <a:pt x="1" y="59"/>
                  </a:lnTo>
                  <a:lnTo>
                    <a:pt x="1" y="59"/>
                  </a:lnTo>
                  <a:lnTo>
                    <a:pt x="0" y="98"/>
                  </a:lnTo>
                  <a:lnTo>
                    <a:pt x="0" y="98"/>
                  </a:lnTo>
                  <a:lnTo>
                    <a:pt x="0" y="104"/>
                  </a:lnTo>
                  <a:lnTo>
                    <a:pt x="1" y="107"/>
                  </a:lnTo>
                  <a:lnTo>
                    <a:pt x="1" y="107"/>
                  </a:lnTo>
                  <a:lnTo>
                    <a:pt x="47" y="107"/>
                  </a:lnTo>
                  <a:lnTo>
                    <a:pt x="80" y="107"/>
                  </a:lnTo>
                  <a:lnTo>
                    <a:pt x="80" y="107"/>
                  </a:lnTo>
                  <a:lnTo>
                    <a:pt x="87" y="104"/>
                  </a:lnTo>
                  <a:lnTo>
                    <a:pt x="93" y="101"/>
                  </a:lnTo>
                  <a:lnTo>
                    <a:pt x="100" y="97"/>
                  </a:lnTo>
                  <a:lnTo>
                    <a:pt x="103" y="93"/>
                  </a:lnTo>
                  <a:lnTo>
                    <a:pt x="103" y="93"/>
                  </a:lnTo>
                  <a:lnTo>
                    <a:pt x="104" y="92"/>
                  </a:lnTo>
                  <a:lnTo>
                    <a:pt x="104" y="92"/>
                  </a:lnTo>
                  <a:lnTo>
                    <a:pt x="104" y="82"/>
                  </a:lnTo>
                  <a:lnTo>
                    <a:pt x="106" y="7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1" name="Freeform 715"/>
            <p:cNvSpPr>
              <a:spLocks/>
            </p:cNvSpPr>
            <p:nvPr/>
          </p:nvSpPr>
          <p:spPr bwMode="gray">
            <a:xfrm>
              <a:off x="2119802" y="4325812"/>
              <a:ext cx="266028" cy="167812"/>
            </a:xfrm>
            <a:custGeom>
              <a:avLst/>
              <a:gdLst>
                <a:gd name="T0" fmla="*/ 83 w 90"/>
                <a:gd name="T1" fmla="*/ 29 h 56"/>
                <a:gd name="T2" fmla="*/ 83 w 90"/>
                <a:gd name="T3" fmla="*/ 29 h 56"/>
                <a:gd name="T4" fmla="*/ 58 w 90"/>
                <a:gd name="T5" fmla="*/ 16 h 56"/>
                <a:gd name="T6" fmla="*/ 58 w 90"/>
                <a:gd name="T7" fmla="*/ 16 h 56"/>
                <a:gd name="T8" fmla="*/ 54 w 90"/>
                <a:gd name="T9" fmla="*/ 15 h 56"/>
                <a:gd name="T10" fmla="*/ 51 w 90"/>
                <a:gd name="T11" fmla="*/ 15 h 56"/>
                <a:gd name="T12" fmla="*/ 50 w 90"/>
                <a:gd name="T13" fmla="*/ 13 h 56"/>
                <a:gd name="T14" fmla="*/ 50 w 90"/>
                <a:gd name="T15" fmla="*/ 13 h 56"/>
                <a:gd name="T16" fmla="*/ 48 w 90"/>
                <a:gd name="T17" fmla="*/ 7 h 56"/>
                <a:gd name="T18" fmla="*/ 46 w 90"/>
                <a:gd name="T19" fmla="*/ 5 h 56"/>
                <a:gd name="T20" fmla="*/ 44 w 90"/>
                <a:gd name="T21" fmla="*/ 2 h 56"/>
                <a:gd name="T22" fmla="*/ 44 w 90"/>
                <a:gd name="T23" fmla="*/ 2 h 56"/>
                <a:gd name="T24" fmla="*/ 33 w 90"/>
                <a:gd name="T25" fmla="*/ 0 h 56"/>
                <a:gd name="T26" fmla="*/ 33 w 90"/>
                <a:gd name="T27" fmla="*/ 0 h 56"/>
                <a:gd name="T28" fmla="*/ 23 w 90"/>
                <a:gd name="T29" fmla="*/ 8 h 56"/>
                <a:gd name="T30" fmla="*/ 23 w 90"/>
                <a:gd name="T31" fmla="*/ 8 h 56"/>
                <a:gd name="T32" fmla="*/ 17 w 90"/>
                <a:gd name="T33" fmla="*/ 12 h 56"/>
                <a:gd name="T34" fmla="*/ 11 w 90"/>
                <a:gd name="T35" fmla="*/ 17 h 56"/>
                <a:gd name="T36" fmla="*/ 5 w 90"/>
                <a:gd name="T37" fmla="*/ 21 h 56"/>
                <a:gd name="T38" fmla="*/ 1 w 90"/>
                <a:gd name="T39" fmla="*/ 24 h 56"/>
                <a:gd name="T40" fmla="*/ 1 w 90"/>
                <a:gd name="T41" fmla="*/ 24 h 56"/>
                <a:gd name="T42" fmla="*/ 0 w 90"/>
                <a:gd name="T43" fmla="*/ 26 h 56"/>
                <a:gd name="T44" fmla="*/ 1 w 90"/>
                <a:gd name="T45" fmla="*/ 27 h 56"/>
                <a:gd name="T46" fmla="*/ 3 w 90"/>
                <a:gd name="T47" fmla="*/ 32 h 56"/>
                <a:gd name="T48" fmla="*/ 13 w 90"/>
                <a:gd name="T49" fmla="*/ 42 h 56"/>
                <a:gd name="T50" fmla="*/ 13 w 90"/>
                <a:gd name="T51" fmla="*/ 42 h 56"/>
                <a:gd name="T52" fmla="*/ 18 w 90"/>
                <a:gd name="T53" fmla="*/ 45 h 56"/>
                <a:gd name="T54" fmla="*/ 23 w 90"/>
                <a:gd name="T55" fmla="*/ 49 h 56"/>
                <a:gd name="T56" fmla="*/ 28 w 90"/>
                <a:gd name="T57" fmla="*/ 50 h 56"/>
                <a:gd name="T58" fmla="*/ 34 w 90"/>
                <a:gd name="T59" fmla="*/ 50 h 56"/>
                <a:gd name="T60" fmla="*/ 34 w 90"/>
                <a:gd name="T61" fmla="*/ 50 h 56"/>
                <a:gd name="T62" fmla="*/ 40 w 90"/>
                <a:gd name="T63" fmla="*/ 50 h 56"/>
                <a:gd name="T64" fmla="*/ 46 w 90"/>
                <a:gd name="T65" fmla="*/ 49 h 56"/>
                <a:gd name="T66" fmla="*/ 51 w 90"/>
                <a:gd name="T67" fmla="*/ 47 h 56"/>
                <a:gd name="T68" fmla="*/ 55 w 90"/>
                <a:gd name="T69" fmla="*/ 47 h 56"/>
                <a:gd name="T70" fmla="*/ 55 w 90"/>
                <a:gd name="T71" fmla="*/ 47 h 56"/>
                <a:gd name="T72" fmla="*/ 56 w 90"/>
                <a:gd name="T73" fmla="*/ 48 h 56"/>
                <a:gd name="T74" fmla="*/ 59 w 90"/>
                <a:gd name="T75" fmla="*/ 50 h 56"/>
                <a:gd name="T76" fmla="*/ 61 w 90"/>
                <a:gd name="T77" fmla="*/ 56 h 56"/>
                <a:gd name="T78" fmla="*/ 61 w 90"/>
                <a:gd name="T79" fmla="*/ 56 h 56"/>
                <a:gd name="T80" fmla="*/ 70 w 90"/>
                <a:gd name="T81" fmla="*/ 53 h 56"/>
                <a:gd name="T82" fmla="*/ 76 w 90"/>
                <a:gd name="T83" fmla="*/ 50 h 56"/>
                <a:gd name="T84" fmla="*/ 76 w 90"/>
                <a:gd name="T85" fmla="*/ 50 h 56"/>
                <a:gd name="T86" fmla="*/ 82 w 90"/>
                <a:gd name="T87" fmla="*/ 44 h 56"/>
                <a:gd name="T88" fmla="*/ 86 w 90"/>
                <a:gd name="T89" fmla="*/ 42 h 56"/>
                <a:gd name="T90" fmla="*/ 88 w 90"/>
                <a:gd name="T91" fmla="*/ 40 h 56"/>
                <a:gd name="T92" fmla="*/ 90 w 90"/>
                <a:gd name="T93" fmla="*/ 40 h 56"/>
                <a:gd name="T94" fmla="*/ 90 w 90"/>
                <a:gd name="T95" fmla="*/ 40 h 56"/>
                <a:gd name="T96" fmla="*/ 87 w 90"/>
                <a:gd name="T97" fmla="*/ 33 h 56"/>
                <a:gd name="T98" fmla="*/ 86 w 90"/>
                <a:gd name="T99" fmla="*/ 31 h 56"/>
                <a:gd name="T100" fmla="*/ 83 w 90"/>
                <a:gd name="T101" fmla="*/ 29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0" h="56">
                  <a:moveTo>
                    <a:pt x="83" y="29"/>
                  </a:moveTo>
                  <a:lnTo>
                    <a:pt x="83" y="29"/>
                  </a:lnTo>
                  <a:lnTo>
                    <a:pt x="58" y="16"/>
                  </a:lnTo>
                  <a:lnTo>
                    <a:pt x="58" y="16"/>
                  </a:lnTo>
                  <a:lnTo>
                    <a:pt x="54" y="15"/>
                  </a:lnTo>
                  <a:lnTo>
                    <a:pt x="51" y="15"/>
                  </a:lnTo>
                  <a:lnTo>
                    <a:pt x="50" y="13"/>
                  </a:lnTo>
                  <a:lnTo>
                    <a:pt x="50" y="13"/>
                  </a:lnTo>
                  <a:lnTo>
                    <a:pt x="48" y="7"/>
                  </a:lnTo>
                  <a:lnTo>
                    <a:pt x="46" y="5"/>
                  </a:lnTo>
                  <a:lnTo>
                    <a:pt x="44" y="2"/>
                  </a:lnTo>
                  <a:lnTo>
                    <a:pt x="44" y="2"/>
                  </a:lnTo>
                  <a:lnTo>
                    <a:pt x="33" y="0"/>
                  </a:lnTo>
                  <a:lnTo>
                    <a:pt x="33" y="0"/>
                  </a:lnTo>
                  <a:lnTo>
                    <a:pt x="23" y="8"/>
                  </a:lnTo>
                  <a:lnTo>
                    <a:pt x="23" y="8"/>
                  </a:lnTo>
                  <a:lnTo>
                    <a:pt x="17" y="12"/>
                  </a:lnTo>
                  <a:lnTo>
                    <a:pt x="11" y="17"/>
                  </a:lnTo>
                  <a:lnTo>
                    <a:pt x="5" y="21"/>
                  </a:lnTo>
                  <a:lnTo>
                    <a:pt x="1" y="24"/>
                  </a:lnTo>
                  <a:lnTo>
                    <a:pt x="1" y="24"/>
                  </a:lnTo>
                  <a:lnTo>
                    <a:pt x="0" y="26"/>
                  </a:lnTo>
                  <a:lnTo>
                    <a:pt x="1" y="27"/>
                  </a:lnTo>
                  <a:lnTo>
                    <a:pt x="3" y="32"/>
                  </a:lnTo>
                  <a:lnTo>
                    <a:pt x="13" y="42"/>
                  </a:lnTo>
                  <a:lnTo>
                    <a:pt x="13" y="42"/>
                  </a:lnTo>
                  <a:lnTo>
                    <a:pt x="18" y="45"/>
                  </a:lnTo>
                  <a:lnTo>
                    <a:pt x="23" y="49"/>
                  </a:lnTo>
                  <a:lnTo>
                    <a:pt x="28" y="50"/>
                  </a:lnTo>
                  <a:lnTo>
                    <a:pt x="34" y="50"/>
                  </a:lnTo>
                  <a:lnTo>
                    <a:pt x="34" y="50"/>
                  </a:lnTo>
                  <a:lnTo>
                    <a:pt x="40" y="50"/>
                  </a:lnTo>
                  <a:lnTo>
                    <a:pt x="46" y="49"/>
                  </a:lnTo>
                  <a:lnTo>
                    <a:pt x="51" y="47"/>
                  </a:lnTo>
                  <a:lnTo>
                    <a:pt x="55" y="47"/>
                  </a:lnTo>
                  <a:lnTo>
                    <a:pt x="55" y="47"/>
                  </a:lnTo>
                  <a:lnTo>
                    <a:pt x="56" y="48"/>
                  </a:lnTo>
                  <a:lnTo>
                    <a:pt x="59" y="50"/>
                  </a:lnTo>
                  <a:lnTo>
                    <a:pt x="61" y="56"/>
                  </a:lnTo>
                  <a:lnTo>
                    <a:pt x="61" y="56"/>
                  </a:lnTo>
                  <a:lnTo>
                    <a:pt x="70" y="53"/>
                  </a:lnTo>
                  <a:lnTo>
                    <a:pt x="76" y="50"/>
                  </a:lnTo>
                  <a:lnTo>
                    <a:pt x="76" y="50"/>
                  </a:lnTo>
                  <a:lnTo>
                    <a:pt x="82" y="44"/>
                  </a:lnTo>
                  <a:lnTo>
                    <a:pt x="86" y="42"/>
                  </a:lnTo>
                  <a:lnTo>
                    <a:pt x="88" y="40"/>
                  </a:lnTo>
                  <a:lnTo>
                    <a:pt x="90" y="40"/>
                  </a:lnTo>
                  <a:lnTo>
                    <a:pt x="90" y="40"/>
                  </a:lnTo>
                  <a:lnTo>
                    <a:pt x="87" y="33"/>
                  </a:lnTo>
                  <a:lnTo>
                    <a:pt x="86" y="31"/>
                  </a:lnTo>
                  <a:lnTo>
                    <a:pt x="83" y="2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2" name="Freeform 717"/>
            <p:cNvSpPr>
              <a:spLocks/>
            </p:cNvSpPr>
            <p:nvPr/>
          </p:nvSpPr>
          <p:spPr bwMode="gray">
            <a:xfrm>
              <a:off x="2202565" y="4092072"/>
              <a:ext cx="390176" cy="368587"/>
            </a:xfrm>
            <a:custGeom>
              <a:avLst/>
              <a:gdLst>
                <a:gd name="T0" fmla="*/ 132 w 132"/>
                <a:gd name="T1" fmla="*/ 89 h 123"/>
                <a:gd name="T2" fmla="*/ 132 w 132"/>
                <a:gd name="T3" fmla="*/ 79 h 123"/>
                <a:gd name="T4" fmla="*/ 131 w 132"/>
                <a:gd name="T5" fmla="*/ 75 h 123"/>
                <a:gd name="T6" fmla="*/ 127 w 132"/>
                <a:gd name="T7" fmla="*/ 69 h 123"/>
                <a:gd name="T8" fmla="*/ 127 w 132"/>
                <a:gd name="T9" fmla="*/ 63 h 123"/>
                <a:gd name="T10" fmla="*/ 128 w 132"/>
                <a:gd name="T11" fmla="*/ 24 h 123"/>
                <a:gd name="T12" fmla="*/ 124 w 132"/>
                <a:gd name="T13" fmla="*/ 14 h 123"/>
                <a:gd name="T14" fmla="*/ 117 w 132"/>
                <a:gd name="T15" fmla="*/ 4 h 123"/>
                <a:gd name="T16" fmla="*/ 84 w 132"/>
                <a:gd name="T17" fmla="*/ 4 h 123"/>
                <a:gd name="T18" fmla="*/ 74 w 132"/>
                <a:gd name="T19" fmla="*/ 3 h 123"/>
                <a:gd name="T20" fmla="*/ 65 w 132"/>
                <a:gd name="T21" fmla="*/ 9 h 123"/>
                <a:gd name="T22" fmla="*/ 63 w 132"/>
                <a:gd name="T23" fmla="*/ 9 h 123"/>
                <a:gd name="T24" fmla="*/ 60 w 132"/>
                <a:gd name="T25" fmla="*/ 4 h 123"/>
                <a:gd name="T26" fmla="*/ 57 w 132"/>
                <a:gd name="T27" fmla="*/ 0 h 123"/>
                <a:gd name="T28" fmla="*/ 54 w 132"/>
                <a:gd name="T29" fmla="*/ 0 h 123"/>
                <a:gd name="T30" fmla="*/ 36 w 132"/>
                <a:gd name="T31" fmla="*/ 3 h 123"/>
                <a:gd name="T32" fmla="*/ 18 w 132"/>
                <a:gd name="T33" fmla="*/ 10 h 123"/>
                <a:gd name="T34" fmla="*/ 14 w 132"/>
                <a:gd name="T35" fmla="*/ 13 h 123"/>
                <a:gd name="T36" fmla="*/ 0 w 132"/>
                <a:gd name="T37" fmla="*/ 15 h 123"/>
                <a:gd name="T38" fmla="*/ 0 w 132"/>
                <a:gd name="T39" fmla="*/ 32 h 123"/>
                <a:gd name="T40" fmla="*/ 1 w 132"/>
                <a:gd name="T41" fmla="*/ 45 h 123"/>
                <a:gd name="T42" fmla="*/ 5 w 132"/>
                <a:gd name="T43" fmla="*/ 51 h 123"/>
                <a:gd name="T44" fmla="*/ 7 w 132"/>
                <a:gd name="T45" fmla="*/ 74 h 123"/>
                <a:gd name="T46" fmla="*/ 6 w 132"/>
                <a:gd name="T47" fmla="*/ 77 h 123"/>
                <a:gd name="T48" fmla="*/ 5 w 132"/>
                <a:gd name="T49" fmla="*/ 78 h 123"/>
                <a:gd name="T50" fmla="*/ 16 w 132"/>
                <a:gd name="T51" fmla="*/ 80 h 123"/>
                <a:gd name="T52" fmla="*/ 20 w 132"/>
                <a:gd name="T53" fmla="*/ 85 h 123"/>
                <a:gd name="T54" fmla="*/ 22 w 132"/>
                <a:gd name="T55" fmla="*/ 91 h 123"/>
                <a:gd name="T56" fmla="*/ 26 w 132"/>
                <a:gd name="T57" fmla="*/ 93 h 123"/>
                <a:gd name="T58" fmla="*/ 30 w 132"/>
                <a:gd name="T59" fmla="*/ 94 h 123"/>
                <a:gd name="T60" fmla="*/ 55 w 132"/>
                <a:gd name="T61" fmla="*/ 107 h 123"/>
                <a:gd name="T62" fmla="*/ 58 w 132"/>
                <a:gd name="T63" fmla="*/ 109 h 123"/>
                <a:gd name="T64" fmla="*/ 62 w 132"/>
                <a:gd name="T65" fmla="*/ 118 h 123"/>
                <a:gd name="T66" fmla="*/ 69 w 132"/>
                <a:gd name="T67" fmla="*/ 117 h 123"/>
                <a:gd name="T68" fmla="*/ 75 w 132"/>
                <a:gd name="T69" fmla="*/ 118 h 123"/>
                <a:gd name="T70" fmla="*/ 79 w 132"/>
                <a:gd name="T71" fmla="*/ 120 h 123"/>
                <a:gd name="T72" fmla="*/ 89 w 132"/>
                <a:gd name="T73" fmla="*/ 118 h 123"/>
                <a:gd name="T74" fmla="*/ 94 w 132"/>
                <a:gd name="T75" fmla="*/ 117 h 123"/>
                <a:gd name="T76" fmla="*/ 101 w 132"/>
                <a:gd name="T77" fmla="*/ 116 h 123"/>
                <a:gd name="T78" fmla="*/ 115 w 132"/>
                <a:gd name="T79" fmla="*/ 123 h 123"/>
                <a:gd name="T80" fmla="*/ 116 w 132"/>
                <a:gd name="T81" fmla="*/ 120 h 123"/>
                <a:gd name="T82" fmla="*/ 117 w 132"/>
                <a:gd name="T83" fmla="*/ 115 h 123"/>
                <a:gd name="T84" fmla="*/ 119 w 132"/>
                <a:gd name="T85" fmla="*/ 107 h 123"/>
                <a:gd name="T86" fmla="*/ 131 w 132"/>
                <a:gd name="T87" fmla="*/ 93 h 123"/>
                <a:gd name="T88" fmla="*/ 132 w 132"/>
                <a:gd name="T89" fmla="*/ 8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32" h="123">
                  <a:moveTo>
                    <a:pt x="132" y="89"/>
                  </a:moveTo>
                  <a:lnTo>
                    <a:pt x="132" y="89"/>
                  </a:lnTo>
                  <a:lnTo>
                    <a:pt x="132" y="83"/>
                  </a:lnTo>
                  <a:lnTo>
                    <a:pt x="132" y="79"/>
                  </a:lnTo>
                  <a:lnTo>
                    <a:pt x="131" y="75"/>
                  </a:lnTo>
                  <a:lnTo>
                    <a:pt x="131" y="75"/>
                  </a:lnTo>
                  <a:lnTo>
                    <a:pt x="128" y="72"/>
                  </a:lnTo>
                  <a:lnTo>
                    <a:pt x="127" y="69"/>
                  </a:lnTo>
                  <a:lnTo>
                    <a:pt x="127" y="63"/>
                  </a:lnTo>
                  <a:lnTo>
                    <a:pt x="127" y="63"/>
                  </a:lnTo>
                  <a:lnTo>
                    <a:pt x="128" y="24"/>
                  </a:lnTo>
                  <a:lnTo>
                    <a:pt x="128" y="24"/>
                  </a:lnTo>
                  <a:lnTo>
                    <a:pt x="127" y="19"/>
                  </a:lnTo>
                  <a:lnTo>
                    <a:pt x="124" y="14"/>
                  </a:lnTo>
                  <a:lnTo>
                    <a:pt x="117" y="4"/>
                  </a:lnTo>
                  <a:lnTo>
                    <a:pt x="117" y="4"/>
                  </a:lnTo>
                  <a:lnTo>
                    <a:pt x="95" y="4"/>
                  </a:lnTo>
                  <a:lnTo>
                    <a:pt x="84" y="4"/>
                  </a:lnTo>
                  <a:lnTo>
                    <a:pt x="74" y="3"/>
                  </a:lnTo>
                  <a:lnTo>
                    <a:pt x="74" y="3"/>
                  </a:lnTo>
                  <a:lnTo>
                    <a:pt x="70" y="6"/>
                  </a:lnTo>
                  <a:lnTo>
                    <a:pt x="65" y="9"/>
                  </a:lnTo>
                  <a:lnTo>
                    <a:pt x="65" y="9"/>
                  </a:lnTo>
                  <a:lnTo>
                    <a:pt x="63" y="9"/>
                  </a:lnTo>
                  <a:lnTo>
                    <a:pt x="62" y="8"/>
                  </a:lnTo>
                  <a:lnTo>
                    <a:pt x="60" y="4"/>
                  </a:lnTo>
                  <a:lnTo>
                    <a:pt x="58" y="1"/>
                  </a:lnTo>
                  <a:lnTo>
                    <a:pt x="57" y="0"/>
                  </a:lnTo>
                  <a:lnTo>
                    <a:pt x="54" y="0"/>
                  </a:lnTo>
                  <a:lnTo>
                    <a:pt x="54" y="0"/>
                  </a:lnTo>
                  <a:lnTo>
                    <a:pt x="46" y="1"/>
                  </a:lnTo>
                  <a:lnTo>
                    <a:pt x="36" y="3"/>
                  </a:lnTo>
                  <a:lnTo>
                    <a:pt x="26" y="6"/>
                  </a:lnTo>
                  <a:lnTo>
                    <a:pt x="18" y="10"/>
                  </a:lnTo>
                  <a:lnTo>
                    <a:pt x="18" y="10"/>
                  </a:lnTo>
                  <a:lnTo>
                    <a:pt x="14" y="13"/>
                  </a:lnTo>
                  <a:lnTo>
                    <a:pt x="9" y="14"/>
                  </a:lnTo>
                  <a:lnTo>
                    <a:pt x="0" y="15"/>
                  </a:lnTo>
                  <a:lnTo>
                    <a:pt x="0" y="15"/>
                  </a:lnTo>
                  <a:lnTo>
                    <a:pt x="0" y="32"/>
                  </a:lnTo>
                  <a:lnTo>
                    <a:pt x="0" y="40"/>
                  </a:lnTo>
                  <a:lnTo>
                    <a:pt x="1" y="45"/>
                  </a:lnTo>
                  <a:lnTo>
                    <a:pt x="1" y="45"/>
                  </a:lnTo>
                  <a:lnTo>
                    <a:pt x="5" y="51"/>
                  </a:lnTo>
                  <a:lnTo>
                    <a:pt x="6" y="59"/>
                  </a:lnTo>
                  <a:lnTo>
                    <a:pt x="7" y="74"/>
                  </a:lnTo>
                  <a:lnTo>
                    <a:pt x="7" y="74"/>
                  </a:lnTo>
                  <a:lnTo>
                    <a:pt x="6" y="77"/>
                  </a:lnTo>
                  <a:lnTo>
                    <a:pt x="5" y="78"/>
                  </a:lnTo>
                  <a:lnTo>
                    <a:pt x="5" y="78"/>
                  </a:lnTo>
                  <a:lnTo>
                    <a:pt x="16" y="80"/>
                  </a:lnTo>
                  <a:lnTo>
                    <a:pt x="16" y="80"/>
                  </a:lnTo>
                  <a:lnTo>
                    <a:pt x="18" y="83"/>
                  </a:lnTo>
                  <a:lnTo>
                    <a:pt x="20" y="85"/>
                  </a:lnTo>
                  <a:lnTo>
                    <a:pt x="22" y="91"/>
                  </a:lnTo>
                  <a:lnTo>
                    <a:pt x="22" y="91"/>
                  </a:lnTo>
                  <a:lnTo>
                    <a:pt x="23" y="93"/>
                  </a:lnTo>
                  <a:lnTo>
                    <a:pt x="26" y="93"/>
                  </a:lnTo>
                  <a:lnTo>
                    <a:pt x="30" y="94"/>
                  </a:lnTo>
                  <a:lnTo>
                    <a:pt x="30" y="94"/>
                  </a:lnTo>
                  <a:lnTo>
                    <a:pt x="42" y="100"/>
                  </a:lnTo>
                  <a:lnTo>
                    <a:pt x="55" y="107"/>
                  </a:lnTo>
                  <a:lnTo>
                    <a:pt x="55" y="107"/>
                  </a:lnTo>
                  <a:lnTo>
                    <a:pt x="58" y="109"/>
                  </a:lnTo>
                  <a:lnTo>
                    <a:pt x="59" y="111"/>
                  </a:lnTo>
                  <a:lnTo>
                    <a:pt x="62" y="118"/>
                  </a:lnTo>
                  <a:lnTo>
                    <a:pt x="62" y="118"/>
                  </a:lnTo>
                  <a:lnTo>
                    <a:pt x="69" y="117"/>
                  </a:lnTo>
                  <a:lnTo>
                    <a:pt x="73" y="117"/>
                  </a:lnTo>
                  <a:lnTo>
                    <a:pt x="75" y="118"/>
                  </a:lnTo>
                  <a:lnTo>
                    <a:pt x="75" y="118"/>
                  </a:lnTo>
                  <a:lnTo>
                    <a:pt x="79" y="120"/>
                  </a:lnTo>
                  <a:lnTo>
                    <a:pt x="82" y="118"/>
                  </a:lnTo>
                  <a:lnTo>
                    <a:pt x="89" y="118"/>
                  </a:lnTo>
                  <a:lnTo>
                    <a:pt x="89" y="118"/>
                  </a:lnTo>
                  <a:lnTo>
                    <a:pt x="94" y="117"/>
                  </a:lnTo>
                  <a:lnTo>
                    <a:pt x="101" y="116"/>
                  </a:lnTo>
                  <a:lnTo>
                    <a:pt x="101" y="116"/>
                  </a:lnTo>
                  <a:lnTo>
                    <a:pt x="106" y="118"/>
                  </a:lnTo>
                  <a:lnTo>
                    <a:pt x="115" y="123"/>
                  </a:lnTo>
                  <a:lnTo>
                    <a:pt x="115" y="123"/>
                  </a:lnTo>
                  <a:lnTo>
                    <a:pt x="116" y="120"/>
                  </a:lnTo>
                  <a:lnTo>
                    <a:pt x="117" y="115"/>
                  </a:lnTo>
                  <a:lnTo>
                    <a:pt x="117" y="115"/>
                  </a:lnTo>
                  <a:lnTo>
                    <a:pt x="118" y="111"/>
                  </a:lnTo>
                  <a:lnTo>
                    <a:pt x="119" y="107"/>
                  </a:lnTo>
                  <a:lnTo>
                    <a:pt x="126" y="100"/>
                  </a:lnTo>
                  <a:lnTo>
                    <a:pt x="131" y="93"/>
                  </a:lnTo>
                  <a:lnTo>
                    <a:pt x="132" y="90"/>
                  </a:lnTo>
                  <a:lnTo>
                    <a:pt x="132" y="8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3" name="Freeform 719"/>
            <p:cNvSpPr>
              <a:spLocks/>
            </p:cNvSpPr>
            <p:nvPr/>
          </p:nvSpPr>
          <p:spPr bwMode="gray">
            <a:xfrm>
              <a:off x="1874465" y="4556553"/>
              <a:ext cx="186219" cy="92895"/>
            </a:xfrm>
            <a:custGeom>
              <a:avLst/>
              <a:gdLst>
                <a:gd name="T0" fmla="*/ 51 w 63"/>
                <a:gd name="T1" fmla="*/ 8 h 31"/>
                <a:gd name="T2" fmla="*/ 51 w 63"/>
                <a:gd name="T3" fmla="*/ 8 h 31"/>
                <a:gd name="T4" fmla="*/ 46 w 63"/>
                <a:gd name="T5" fmla="*/ 5 h 31"/>
                <a:gd name="T6" fmla="*/ 38 w 63"/>
                <a:gd name="T7" fmla="*/ 3 h 31"/>
                <a:gd name="T8" fmla="*/ 19 w 63"/>
                <a:gd name="T9" fmla="*/ 0 h 31"/>
                <a:gd name="T10" fmla="*/ 19 w 63"/>
                <a:gd name="T11" fmla="*/ 0 h 31"/>
                <a:gd name="T12" fmla="*/ 15 w 63"/>
                <a:gd name="T13" fmla="*/ 5 h 31"/>
                <a:gd name="T14" fmla="*/ 10 w 63"/>
                <a:gd name="T15" fmla="*/ 13 h 31"/>
                <a:gd name="T16" fmla="*/ 1 w 63"/>
                <a:gd name="T17" fmla="*/ 21 h 31"/>
                <a:gd name="T18" fmla="*/ 1 w 63"/>
                <a:gd name="T19" fmla="*/ 21 h 31"/>
                <a:gd name="T20" fmla="*/ 0 w 63"/>
                <a:gd name="T21" fmla="*/ 23 h 31"/>
                <a:gd name="T22" fmla="*/ 1 w 63"/>
                <a:gd name="T23" fmla="*/ 25 h 31"/>
                <a:gd name="T24" fmla="*/ 9 w 63"/>
                <a:gd name="T25" fmla="*/ 27 h 31"/>
                <a:gd name="T26" fmla="*/ 9 w 63"/>
                <a:gd name="T27" fmla="*/ 27 h 31"/>
                <a:gd name="T28" fmla="*/ 10 w 63"/>
                <a:gd name="T29" fmla="*/ 29 h 31"/>
                <a:gd name="T30" fmla="*/ 11 w 63"/>
                <a:gd name="T31" fmla="*/ 31 h 31"/>
                <a:gd name="T32" fmla="*/ 11 w 63"/>
                <a:gd name="T33" fmla="*/ 31 h 31"/>
                <a:gd name="T34" fmla="*/ 24 w 63"/>
                <a:gd name="T35" fmla="*/ 30 h 31"/>
                <a:gd name="T36" fmla="*/ 24 w 63"/>
                <a:gd name="T37" fmla="*/ 30 h 31"/>
                <a:gd name="T38" fmla="*/ 30 w 63"/>
                <a:gd name="T39" fmla="*/ 29 h 31"/>
                <a:gd name="T40" fmla="*/ 40 w 63"/>
                <a:gd name="T41" fmla="*/ 29 h 31"/>
                <a:gd name="T42" fmla="*/ 53 w 63"/>
                <a:gd name="T43" fmla="*/ 29 h 31"/>
                <a:gd name="T44" fmla="*/ 53 w 63"/>
                <a:gd name="T45" fmla="*/ 29 h 31"/>
                <a:gd name="T46" fmla="*/ 54 w 63"/>
                <a:gd name="T47" fmla="*/ 27 h 31"/>
                <a:gd name="T48" fmla="*/ 57 w 63"/>
                <a:gd name="T49" fmla="*/ 25 h 31"/>
                <a:gd name="T50" fmla="*/ 63 w 63"/>
                <a:gd name="T51" fmla="*/ 20 h 31"/>
                <a:gd name="T52" fmla="*/ 63 w 63"/>
                <a:gd name="T53" fmla="*/ 20 h 31"/>
                <a:gd name="T54" fmla="*/ 57 w 63"/>
                <a:gd name="T55" fmla="*/ 13 h 31"/>
                <a:gd name="T56" fmla="*/ 51 w 63"/>
                <a:gd name="T57" fmla="*/ 8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3" h="31">
                  <a:moveTo>
                    <a:pt x="51" y="8"/>
                  </a:moveTo>
                  <a:lnTo>
                    <a:pt x="51" y="8"/>
                  </a:lnTo>
                  <a:lnTo>
                    <a:pt x="46" y="5"/>
                  </a:lnTo>
                  <a:lnTo>
                    <a:pt x="38" y="3"/>
                  </a:lnTo>
                  <a:lnTo>
                    <a:pt x="19" y="0"/>
                  </a:lnTo>
                  <a:lnTo>
                    <a:pt x="19" y="0"/>
                  </a:lnTo>
                  <a:lnTo>
                    <a:pt x="15" y="5"/>
                  </a:lnTo>
                  <a:lnTo>
                    <a:pt x="10" y="13"/>
                  </a:lnTo>
                  <a:lnTo>
                    <a:pt x="1" y="21"/>
                  </a:lnTo>
                  <a:lnTo>
                    <a:pt x="1" y="21"/>
                  </a:lnTo>
                  <a:lnTo>
                    <a:pt x="0" y="23"/>
                  </a:lnTo>
                  <a:lnTo>
                    <a:pt x="1" y="25"/>
                  </a:lnTo>
                  <a:lnTo>
                    <a:pt x="9" y="27"/>
                  </a:lnTo>
                  <a:lnTo>
                    <a:pt x="9" y="27"/>
                  </a:lnTo>
                  <a:lnTo>
                    <a:pt x="10" y="29"/>
                  </a:lnTo>
                  <a:lnTo>
                    <a:pt x="11" y="31"/>
                  </a:lnTo>
                  <a:lnTo>
                    <a:pt x="11" y="31"/>
                  </a:lnTo>
                  <a:lnTo>
                    <a:pt x="24" y="30"/>
                  </a:lnTo>
                  <a:lnTo>
                    <a:pt x="24" y="30"/>
                  </a:lnTo>
                  <a:lnTo>
                    <a:pt x="30" y="29"/>
                  </a:lnTo>
                  <a:lnTo>
                    <a:pt x="40" y="29"/>
                  </a:lnTo>
                  <a:lnTo>
                    <a:pt x="53" y="29"/>
                  </a:lnTo>
                  <a:lnTo>
                    <a:pt x="53" y="29"/>
                  </a:lnTo>
                  <a:lnTo>
                    <a:pt x="54" y="27"/>
                  </a:lnTo>
                  <a:lnTo>
                    <a:pt x="57" y="25"/>
                  </a:lnTo>
                  <a:lnTo>
                    <a:pt x="63" y="20"/>
                  </a:lnTo>
                  <a:lnTo>
                    <a:pt x="63" y="20"/>
                  </a:lnTo>
                  <a:lnTo>
                    <a:pt x="57" y="13"/>
                  </a:lnTo>
                  <a:lnTo>
                    <a:pt x="51" y="8"/>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4" name="Freeform 721"/>
            <p:cNvSpPr>
              <a:spLocks/>
            </p:cNvSpPr>
            <p:nvPr/>
          </p:nvSpPr>
          <p:spPr bwMode="gray">
            <a:xfrm>
              <a:off x="2181874" y="4634465"/>
              <a:ext cx="236470" cy="191785"/>
            </a:xfrm>
            <a:custGeom>
              <a:avLst/>
              <a:gdLst>
                <a:gd name="T0" fmla="*/ 41 w 80"/>
                <a:gd name="T1" fmla="*/ 21 h 64"/>
                <a:gd name="T2" fmla="*/ 41 w 80"/>
                <a:gd name="T3" fmla="*/ 21 h 64"/>
                <a:gd name="T4" fmla="*/ 67 w 80"/>
                <a:gd name="T5" fmla="*/ 22 h 64"/>
                <a:gd name="T6" fmla="*/ 67 w 80"/>
                <a:gd name="T7" fmla="*/ 22 h 64"/>
                <a:gd name="T8" fmla="*/ 80 w 80"/>
                <a:gd name="T9" fmla="*/ 20 h 64"/>
                <a:gd name="T10" fmla="*/ 80 w 80"/>
                <a:gd name="T11" fmla="*/ 20 h 64"/>
                <a:gd name="T12" fmla="*/ 77 w 80"/>
                <a:gd name="T13" fmla="*/ 13 h 64"/>
                <a:gd name="T14" fmla="*/ 77 w 80"/>
                <a:gd name="T15" fmla="*/ 8 h 64"/>
                <a:gd name="T16" fmla="*/ 77 w 80"/>
                <a:gd name="T17" fmla="*/ 8 h 64"/>
                <a:gd name="T18" fmla="*/ 73 w 80"/>
                <a:gd name="T19" fmla="*/ 10 h 64"/>
                <a:gd name="T20" fmla="*/ 70 w 80"/>
                <a:gd name="T21" fmla="*/ 11 h 64"/>
                <a:gd name="T22" fmla="*/ 66 w 80"/>
                <a:gd name="T23" fmla="*/ 11 h 64"/>
                <a:gd name="T24" fmla="*/ 66 w 80"/>
                <a:gd name="T25" fmla="*/ 11 h 64"/>
                <a:gd name="T26" fmla="*/ 61 w 80"/>
                <a:gd name="T27" fmla="*/ 10 h 64"/>
                <a:gd name="T28" fmla="*/ 55 w 80"/>
                <a:gd name="T29" fmla="*/ 8 h 64"/>
                <a:gd name="T30" fmla="*/ 49 w 80"/>
                <a:gd name="T31" fmla="*/ 4 h 64"/>
                <a:gd name="T32" fmla="*/ 44 w 80"/>
                <a:gd name="T33" fmla="*/ 0 h 64"/>
                <a:gd name="T34" fmla="*/ 44 w 80"/>
                <a:gd name="T35" fmla="*/ 0 h 64"/>
                <a:gd name="T36" fmla="*/ 24 w 80"/>
                <a:gd name="T37" fmla="*/ 4 h 64"/>
                <a:gd name="T38" fmla="*/ 16 w 80"/>
                <a:gd name="T39" fmla="*/ 6 h 64"/>
                <a:gd name="T40" fmla="*/ 12 w 80"/>
                <a:gd name="T41" fmla="*/ 8 h 64"/>
                <a:gd name="T42" fmla="*/ 12 w 80"/>
                <a:gd name="T43" fmla="*/ 8 h 64"/>
                <a:gd name="T44" fmla="*/ 0 w 80"/>
                <a:gd name="T45" fmla="*/ 19 h 64"/>
                <a:gd name="T46" fmla="*/ 0 w 80"/>
                <a:gd name="T47" fmla="*/ 19 h 64"/>
                <a:gd name="T48" fmla="*/ 1 w 80"/>
                <a:gd name="T49" fmla="*/ 22 h 64"/>
                <a:gd name="T50" fmla="*/ 2 w 80"/>
                <a:gd name="T51" fmla="*/ 26 h 64"/>
                <a:gd name="T52" fmla="*/ 2 w 80"/>
                <a:gd name="T53" fmla="*/ 26 h 64"/>
                <a:gd name="T54" fmla="*/ 5 w 80"/>
                <a:gd name="T55" fmla="*/ 27 h 64"/>
                <a:gd name="T56" fmla="*/ 7 w 80"/>
                <a:gd name="T57" fmla="*/ 26 h 64"/>
                <a:gd name="T58" fmla="*/ 9 w 80"/>
                <a:gd name="T59" fmla="*/ 22 h 64"/>
                <a:gd name="T60" fmla="*/ 9 w 80"/>
                <a:gd name="T61" fmla="*/ 22 h 64"/>
                <a:gd name="T62" fmla="*/ 12 w 80"/>
                <a:gd name="T63" fmla="*/ 21 h 64"/>
                <a:gd name="T64" fmla="*/ 12 w 80"/>
                <a:gd name="T65" fmla="*/ 24 h 64"/>
                <a:gd name="T66" fmla="*/ 11 w 80"/>
                <a:gd name="T67" fmla="*/ 32 h 64"/>
                <a:gd name="T68" fmla="*/ 11 w 80"/>
                <a:gd name="T69" fmla="*/ 32 h 64"/>
                <a:gd name="T70" fmla="*/ 12 w 80"/>
                <a:gd name="T71" fmla="*/ 35 h 64"/>
                <a:gd name="T72" fmla="*/ 12 w 80"/>
                <a:gd name="T73" fmla="*/ 36 h 64"/>
                <a:gd name="T74" fmla="*/ 18 w 80"/>
                <a:gd name="T75" fmla="*/ 38 h 64"/>
                <a:gd name="T76" fmla="*/ 18 w 80"/>
                <a:gd name="T77" fmla="*/ 38 h 64"/>
                <a:gd name="T78" fmla="*/ 21 w 80"/>
                <a:gd name="T79" fmla="*/ 41 h 64"/>
                <a:gd name="T80" fmla="*/ 21 w 80"/>
                <a:gd name="T81" fmla="*/ 42 h 64"/>
                <a:gd name="T82" fmla="*/ 22 w 80"/>
                <a:gd name="T83" fmla="*/ 45 h 64"/>
                <a:gd name="T84" fmla="*/ 23 w 80"/>
                <a:gd name="T85" fmla="*/ 47 h 64"/>
                <a:gd name="T86" fmla="*/ 23 w 80"/>
                <a:gd name="T87" fmla="*/ 47 h 64"/>
                <a:gd name="T88" fmla="*/ 25 w 80"/>
                <a:gd name="T89" fmla="*/ 51 h 64"/>
                <a:gd name="T90" fmla="*/ 29 w 80"/>
                <a:gd name="T91" fmla="*/ 52 h 64"/>
                <a:gd name="T92" fmla="*/ 38 w 80"/>
                <a:gd name="T93" fmla="*/ 56 h 64"/>
                <a:gd name="T94" fmla="*/ 38 w 80"/>
                <a:gd name="T95" fmla="*/ 56 h 64"/>
                <a:gd name="T96" fmla="*/ 40 w 80"/>
                <a:gd name="T97" fmla="*/ 57 h 64"/>
                <a:gd name="T98" fmla="*/ 43 w 80"/>
                <a:gd name="T99" fmla="*/ 59 h 64"/>
                <a:gd name="T100" fmla="*/ 48 w 80"/>
                <a:gd name="T101" fmla="*/ 63 h 64"/>
                <a:gd name="T102" fmla="*/ 48 w 80"/>
                <a:gd name="T103" fmla="*/ 63 h 64"/>
                <a:gd name="T104" fmla="*/ 49 w 80"/>
                <a:gd name="T105" fmla="*/ 64 h 64"/>
                <a:gd name="T106" fmla="*/ 49 w 80"/>
                <a:gd name="T107" fmla="*/ 64 h 64"/>
                <a:gd name="T108" fmla="*/ 38 w 80"/>
                <a:gd name="T109" fmla="*/ 48 h 64"/>
                <a:gd name="T110" fmla="*/ 32 w 80"/>
                <a:gd name="T111" fmla="*/ 40 h 64"/>
                <a:gd name="T112" fmla="*/ 29 w 80"/>
                <a:gd name="T113" fmla="*/ 34 h 64"/>
                <a:gd name="T114" fmla="*/ 29 w 80"/>
                <a:gd name="T115" fmla="*/ 34 h 64"/>
                <a:gd name="T116" fmla="*/ 29 w 80"/>
                <a:gd name="T117" fmla="*/ 30 h 64"/>
                <a:gd name="T118" fmla="*/ 32 w 80"/>
                <a:gd name="T119" fmla="*/ 25 h 64"/>
                <a:gd name="T120" fmla="*/ 35 w 80"/>
                <a:gd name="T121" fmla="*/ 22 h 64"/>
                <a:gd name="T122" fmla="*/ 41 w 80"/>
                <a:gd name="T123" fmla="*/ 21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0" h="64">
                  <a:moveTo>
                    <a:pt x="41" y="21"/>
                  </a:moveTo>
                  <a:lnTo>
                    <a:pt x="41" y="21"/>
                  </a:lnTo>
                  <a:lnTo>
                    <a:pt x="67" y="22"/>
                  </a:lnTo>
                  <a:lnTo>
                    <a:pt x="67" y="22"/>
                  </a:lnTo>
                  <a:lnTo>
                    <a:pt x="80" y="20"/>
                  </a:lnTo>
                  <a:lnTo>
                    <a:pt x="80" y="20"/>
                  </a:lnTo>
                  <a:lnTo>
                    <a:pt x="77" y="13"/>
                  </a:lnTo>
                  <a:lnTo>
                    <a:pt x="77" y="8"/>
                  </a:lnTo>
                  <a:lnTo>
                    <a:pt x="77" y="8"/>
                  </a:lnTo>
                  <a:lnTo>
                    <a:pt x="73" y="10"/>
                  </a:lnTo>
                  <a:lnTo>
                    <a:pt x="70" y="11"/>
                  </a:lnTo>
                  <a:lnTo>
                    <a:pt x="66" y="11"/>
                  </a:lnTo>
                  <a:lnTo>
                    <a:pt x="66" y="11"/>
                  </a:lnTo>
                  <a:lnTo>
                    <a:pt x="61" y="10"/>
                  </a:lnTo>
                  <a:lnTo>
                    <a:pt x="55" y="8"/>
                  </a:lnTo>
                  <a:lnTo>
                    <a:pt x="49" y="4"/>
                  </a:lnTo>
                  <a:lnTo>
                    <a:pt x="44" y="0"/>
                  </a:lnTo>
                  <a:lnTo>
                    <a:pt x="44" y="0"/>
                  </a:lnTo>
                  <a:lnTo>
                    <a:pt x="24" y="4"/>
                  </a:lnTo>
                  <a:lnTo>
                    <a:pt x="16" y="6"/>
                  </a:lnTo>
                  <a:lnTo>
                    <a:pt x="12" y="8"/>
                  </a:lnTo>
                  <a:lnTo>
                    <a:pt x="12" y="8"/>
                  </a:lnTo>
                  <a:lnTo>
                    <a:pt x="0" y="19"/>
                  </a:lnTo>
                  <a:lnTo>
                    <a:pt x="0" y="19"/>
                  </a:lnTo>
                  <a:lnTo>
                    <a:pt x="1" y="22"/>
                  </a:lnTo>
                  <a:lnTo>
                    <a:pt x="2" y="26"/>
                  </a:lnTo>
                  <a:lnTo>
                    <a:pt x="2" y="26"/>
                  </a:lnTo>
                  <a:lnTo>
                    <a:pt x="5" y="27"/>
                  </a:lnTo>
                  <a:lnTo>
                    <a:pt x="7" y="26"/>
                  </a:lnTo>
                  <a:lnTo>
                    <a:pt x="9" y="22"/>
                  </a:lnTo>
                  <a:lnTo>
                    <a:pt x="9" y="22"/>
                  </a:lnTo>
                  <a:lnTo>
                    <a:pt x="12" y="21"/>
                  </a:lnTo>
                  <a:lnTo>
                    <a:pt x="12" y="24"/>
                  </a:lnTo>
                  <a:lnTo>
                    <a:pt x="11" y="32"/>
                  </a:lnTo>
                  <a:lnTo>
                    <a:pt x="11" y="32"/>
                  </a:lnTo>
                  <a:lnTo>
                    <a:pt x="12" y="35"/>
                  </a:lnTo>
                  <a:lnTo>
                    <a:pt x="12" y="36"/>
                  </a:lnTo>
                  <a:lnTo>
                    <a:pt x="18" y="38"/>
                  </a:lnTo>
                  <a:lnTo>
                    <a:pt x="18" y="38"/>
                  </a:lnTo>
                  <a:lnTo>
                    <a:pt x="21" y="41"/>
                  </a:lnTo>
                  <a:lnTo>
                    <a:pt x="21" y="42"/>
                  </a:lnTo>
                  <a:lnTo>
                    <a:pt x="22" y="45"/>
                  </a:lnTo>
                  <a:lnTo>
                    <a:pt x="23" y="47"/>
                  </a:lnTo>
                  <a:lnTo>
                    <a:pt x="23" y="47"/>
                  </a:lnTo>
                  <a:lnTo>
                    <a:pt x="25" y="51"/>
                  </a:lnTo>
                  <a:lnTo>
                    <a:pt x="29" y="52"/>
                  </a:lnTo>
                  <a:lnTo>
                    <a:pt x="38" y="56"/>
                  </a:lnTo>
                  <a:lnTo>
                    <a:pt x="38" y="56"/>
                  </a:lnTo>
                  <a:lnTo>
                    <a:pt x="40" y="57"/>
                  </a:lnTo>
                  <a:lnTo>
                    <a:pt x="43" y="59"/>
                  </a:lnTo>
                  <a:lnTo>
                    <a:pt x="48" y="63"/>
                  </a:lnTo>
                  <a:lnTo>
                    <a:pt x="48" y="63"/>
                  </a:lnTo>
                  <a:lnTo>
                    <a:pt x="49" y="64"/>
                  </a:lnTo>
                  <a:lnTo>
                    <a:pt x="49" y="64"/>
                  </a:lnTo>
                  <a:lnTo>
                    <a:pt x="38" y="48"/>
                  </a:lnTo>
                  <a:lnTo>
                    <a:pt x="32" y="40"/>
                  </a:lnTo>
                  <a:lnTo>
                    <a:pt x="29" y="34"/>
                  </a:lnTo>
                  <a:lnTo>
                    <a:pt x="29" y="34"/>
                  </a:lnTo>
                  <a:lnTo>
                    <a:pt x="29" y="30"/>
                  </a:lnTo>
                  <a:lnTo>
                    <a:pt x="32" y="25"/>
                  </a:lnTo>
                  <a:lnTo>
                    <a:pt x="35" y="22"/>
                  </a:lnTo>
                  <a:lnTo>
                    <a:pt x="41" y="2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5" name="Freeform 723"/>
            <p:cNvSpPr>
              <a:spLocks/>
            </p:cNvSpPr>
            <p:nvPr/>
          </p:nvSpPr>
          <p:spPr bwMode="gray">
            <a:xfrm>
              <a:off x="2170051" y="4604499"/>
              <a:ext cx="141882" cy="86902"/>
            </a:xfrm>
            <a:custGeom>
              <a:avLst/>
              <a:gdLst>
                <a:gd name="T0" fmla="*/ 48 w 48"/>
                <a:gd name="T1" fmla="*/ 10 h 29"/>
                <a:gd name="T2" fmla="*/ 48 w 48"/>
                <a:gd name="T3" fmla="*/ 10 h 29"/>
                <a:gd name="T4" fmla="*/ 44 w 48"/>
                <a:gd name="T5" fmla="*/ 8 h 29"/>
                <a:gd name="T6" fmla="*/ 44 w 48"/>
                <a:gd name="T7" fmla="*/ 8 h 29"/>
                <a:gd name="T8" fmla="*/ 39 w 48"/>
                <a:gd name="T9" fmla="*/ 0 h 29"/>
                <a:gd name="T10" fmla="*/ 39 w 48"/>
                <a:gd name="T11" fmla="*/ 0 h 29"/>
                <a:gd name="T12" fmla="*/ 34 w 48"/>
                <a:gd name="T13" fmla="*/ 3 h 29"/>
                <a:gd name="T14" fmla="*/ 29 w 48"/>
                <a:gd name="T15" fmla="*/ 5 h 29"/>
                <a:gd name="T16" fmla="*/ 29 w 48"/>
                <a:gd name="T17" fmla="*/ 5 h 29"/>
                <a:gd name="T18" fmla="*/ 15 w 48"/>
                <a:gd name="T19" fmla="*/ 5 h 29"/>
                <a:gd name="T20" fmla="*/ 15 w 48"/>
                <a:gd name="T21" fmla="*/ 5 h 29"/>
                <a:gd name="T22" fmla="*/ 0 w 48"/>
                <a:gd name="T23" fmla="*/ 7 h 29"/>
                <a:gd name="T24" fmla="*/ 0 w 48"/>
                <a:gd name="T25" fmla="*/ 7 h 29"/>
                <a:gd name="T26" fmla="*/ 4 w 48"/>
                <a:gd name="T27" fmla="*/ 10 h 29"/>
                <a:gd name="T28" fmla="*/ 4 w 48"/>
                <a:gd name="T29" fmla="*/ 10 h 29"/>
                <a:gd name="T30" fmla="*/ 2 w 48"/>
                <a:gd name="T31" fmla="*/ 15 h 29"/>
                <a:gd name="T32" fmla="*/ 0 w 48"/>
                <a:gd name="T33" fmla="*/ 21 h 29"/>
                <a:gd name="T34" fmla="*/ 0 w 48"/>
                <a:gd name="T35" fmla="*/ 21 h 29"/>
                <a:gd name="T36" fmla="*/ 1 w 48"/>
                <a:gd name="T37" fmla="*/ 24 h 29"/>
                <a:gd name="T38" fmla="*/ 4 w 48"/>
                <a:gd name="T39" fmla="*/ 29 h 29"/>
                <a:gd name="T40" fmla="*/ 4 w 48"/>
                <a:gd name="T41" fmla="*/ 29 h 29"/>
                <a:gd name="T42" fmla="*/ 16 w 48"/>
                <a:gd name="T43" fmla="*/ 18 h 29"/>
                <a:gd name="T44" fmla="*/ 16 w 48"/>
                <a:gd name="T45" fmla="*/ 18 h 29"/>
                <a:gd name="T46" fmla="*/ 20 w 48"/>
                <a:gd name="T47" fmla="*/ 16 h 29"/>
                <a:gd name="T48" fmla="*/ 28 w 48"/>
                <a:gd name="T49" fmla="*/ 14 h 29"/>
                <a:gd name="T50" fmla="*/ 48 w 48"/>
                <a:gd name="T51" fmla="*/ 1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8" h="29">
                  <a:moveTo>
                    <a:pt x="48" y="10"/>
                  </a:moveTo>
                  <a:lnTo>
                    <a:pt x="48" y="10"/>
                  </a:lnTo>
                  <a:lnTo>
                    <a:pt x="44" y="8"/>
                  </a:lnTo>
                  <a:lnTo>
                    <a:pt x="44" y="8"/>
                  </a:lnTo>
                  <a:lnTo>
                    <a:pt x="39" y="0"/>
                  </a:lnTo>
                  <a:lnTo>
                    <a:pt x="39" y="0"/>
                  </a:lnTo>
                  <a:lnTo>
                    <a:pt x="34" y="3"/>
                  </a:lnTo>
                  <a:lnTo>
                    <a:pt x="29" y="5"/>
                  </a:lnTo>
                  <a:lnTo>
                    <a:pt x="29" y="5"/>
                  </a:lnTo>
                  <a:lnTo>
                    <a:pt x="15" y="5"/>
                  </a:lnTo>
                  <a:lnTo>
                    <a:pt x="15" y="5"/>
                  </a:lnTo>
                  <a:lnTo>
                    <a:pt x="0" y="7"/>
                  </a:lnTo>
                  <a:lnTo>
                    <a:pt x="0" y="7"/>
                  </a:lnTo>
                  <a:lnTo>
                    <a:pt x="4" y="10"/>
                  </a:lnTo>
                  <a:lnTo>
                    <a:pt x="4" y="10"/>
                  </a:lnTo>
                  <a:lnTo>
                    <a:pt x="2" y="15"/>
                  </a:lnTo>
                  <a:lnTo>
                    <a:pt x="0" y="21"/>
                  </a:lnTo>
                  <a:lnTo>
                    <a:pt x="0" y="21"/>
                  </a:lnTo>
                  <a:lnTo>
                    <a:pt x="1" y="24"/>
                  </a:lnTo>
                  <a:lnTo>
                    <a:pt x="4" y="29"/>
                  </a:lnTo>
                  <a:lnTo>
                    <a:pt x="4" y="29"/>
                  </a:lnTo>
                  <a:lnTo>
                    <a:pt x="16" y="18"/>
                  </a:lnTo>
                  <a:lnTo>
                    <a:pt x="16" y="18"/>
                  </a:lnTo>
                  <a:lnTo>
                    <a:pt x="20" y="16"/>
                  </a:lnTo>
                  <a:lnTo>
                    <a:pt x="28" y="14"/>
                  </a:lnTo>
                  <a:lnTo>
                    <a:pt x="48" y="1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6" name="Freeform 725"/>
            <p:cNvSpPr>
              <a:spLocks/>
            </p:cNvSpPr>
            <p:nvPr/>
          </p:nvSpPr>
          <p:spPr bwMode="gray">
            <a:xfrm>
              <a:off x="1809435" y="2566780"/>
              <a:ext cx="1052289" cy="1285562"/>
            </a:xfrm>
            <a:custGeom>
              <a:avLst/>
              <a:gdLst>
                <a:gd name="T0" fmla="*/ 107 w 356"/>
                <a:gd name="T1" fmla="*/ 352 h 429"/>
                <a:gd name="T2" fmla="*/ 105 w 356"/>
                <a:gd name="T3" fmla="*/ 280 h 429"/>
                <a:gd name="T4" fmla="*/ 128 w 356"/>
                <a:gd name="T5" fmla="*/ 235 h 429"/>
                <a:gd name="T6" fmla="*/ 143 w 356"/>
                <a:gd name="T7" fmla="*/ 188 h 429"/>
                <a:gd name="T8" fmla="*/ 170 w 356"/>
                <a:gd name="T9" fmla="*/ 121 h 429"/>
                <a:gd name="T10" fmla="*/ 183 w 356"/>
                <a:gd name="T11" fmla="*/ 104 h 429"/>
                <a:gd name="T12" fmla="*/ 222 w 356"/>
                <a:gd name="T13" fmla="*/ 83 h 429"/>
                <a:gd name="T14" fmla="*/ 243 w 356"/>
                <a:gd name="T15" fmla="*/ 94 h 429"/>
                <a:gd name="T16" fmla="*/ 281 w 356"/>
                <a:gd name="T17" fmla="*/ 93 h 429"/>
                <a:gd name="T18" fmla="*/ 305 w 356"/>
                <a:gd name="T19" fmla="*/ 50 h 429"/>
                <a:gd name="T20" fmla="*/ 334 w 356"/>
                <a:gd name="T21" fmla="*/ 65 h 429"/>
                <a:gd name="T22" fmla="*/ 337 w 356"/>
                <a:gd name="T23" fmla="*/ 80 h 429"/>
                <a:gd name="T24" fmla="*/ 341 w 356"/>
                <a:gd name="T25" fmla="*/ 54 h 429"/>
                <a:gd name="T26" fmla="*/ 336 w 356"/>
                <a:gd name="T27" fmla="*/ 43 h 429"/>
                <a:gd name="T28" fmla="*/ 352 w 356"/>
                <a:gd name="T29" fmla="*/ 27 h 429"/>
                <a:gd name="T30" fmla="*/ 332 w 356"/>
                <a:gd name="T31" fmla="*/ 16 h 429"/>
                <a:gd name="T32" fmla="*/ 315 w 356"/>
                <a:gd name="T33" fmla="*/ 24 h 429"/>
                <a:gd name="T34" fmla="*/ 318 w 356"/>
                <a:gd name="T35" fmla="*/ 11 h 429"/>
                <a:gd name="T36" fmla="*/ 304 w 356"/>
                <a:gd name="T37" fmla="*/ 4 h 429"/>
                <a:gd name="T38" fmla="*/ 298 w 356"/>
                <a:gd name="T39" fmla="*/ 0 h 429"/>
                <a:gd name="T40" fmla="*/ 273 w 356"/>
                <a:gd name="T41" fmla="*/ 43 h 429"/>
                <a:gd name="T42" fmla="*/ 284 w 356"/>
                <a:gd name="T43" fmla="*/ 8 h 429"/>
                <a:gd name="T44" fmla="*/ 267 w 356"/>
                <a:gd name="T45" fmla="*/ 1 h 429"/>
                <a:gd name="T46" fmla="*/ 262 w 356"/>
                <a:gd name="T47" fmla="*/ 18 h 429"/>
                <a:gd name="T48" fmla="*/ 252 w 356"/>
                <a:gd name="T49" fmla="*/ 20 h 429"/>
                <a:gd name="T50" fmla="*/ 250 w 356"/>
                <a:gd name="T51" fmla="*/ 41 h 429"/>
                <a:gd name="T52" fmla="*/ 243 w 356"/>
                <a:gd name="T53" fmla="*/ 43 h 429"/>
                <a:gd name="T54" fmla="*/ 230 w 356"/>
                <a:gd name="T55" fmla="*/ 30 h 429"/>
                <a:gd name="T56" fmla="*/ 233 w 356"/>
                <a:gd name="T57" fmla="*/ 50 h 429"/>
                <a:gd name="T58" fmla="*/ 222 w 356"/>
                <a:gd name="T59" fmla="*/ 55 h 429"/>
                <a:gd name="T60" fmla="*/ 212 w 356"/>
                <a:gd name="T61" fmla="*/ 55 h 429"/>
                <a:gd name="T62" fmla="*/ 203 w 356"/>
                <a:gd name="T63" fmla="*/ 49 h 429"/>
                <a:gd name="T64" fmla="*/ 187 w 356"/>
                <a:gd name="T65" fmla="*/ 49 h 429"/>
                <a:gd name="T66" fmla="*/ 187 w 356"/>
                <a:gd name="T67" fmla="*/ 66 h 429"/>
                <a:gd name="T68" fmla="*/ 177 w 356"/>
                <a:gd name="T69" fmla="*/ 82 h 429"/>
                <a:gd name="T70" fmla="*/ 167 w 356"/>
                <a:gd name="T71" fmla="*/ 92 h 429"/>
                <a:gd name="T72" fmla="*/ 147 w 356"/>
                <a:gd name="T73" fmla="*/ 100 h 429"/>
                <a:gd name="T74" fmla="*/ 148 w 356"/>
                <a:gd name="T75" fmla="*/ 116 h 429"/>
                <a:gd name="T76" fmla="*/ 142 w 356"/>
                <a:gd name="T77" fmla="*/ 130 h 429"/>
                <a:gd name="T78" fmla="*/ 137 w 356"/>
                <a:gd name="T79" fmla="*/ 140 h 429"/>
                <a:gd name="T80" fmla="*/ 131 w 356"/>
                <a:gd name="T81" fmla="*/ 153 h 429"/>
                <a:gd name="T82" fmla="*/ 112 w 356"/>
                <a:gd name="T83" fmla="*/ 178 h 429"/>
                <a:gd name="T84" fmla="*/ 111 w 356"/>
                <a:gd name="T85" fmla="*/ 190 h 429"/>
                <a:gd name="T86" fmla="*/ 106 w 356"/>
                <a:gd name="T87" fmla="*/ 214 h 429"/>
                <a:gd name="T88" fmla="*/ 95 w 356"/>
                <a:gd name="T89" fmla="*/ 232 h 429"/>
                <a:gd name="T90" fmla="*/ 73 w 356"/>
                <a:gd name="T91" fmla="*/ 254 h 429"/>
                <a:gd name="T92" fmla="*/ 84 w 356"/>
                <a:gd name="T93" fmla="*/ 269 h 429"/>
                <a:gd name="T94" fmla="*/ 64 w 356"/>
                <a:gd name="T95" fmla="*/ 278 h 429"/>
                <a:gd name="T96" fmla="*/ 52 w 356"/>
                <a:gd name="T97" fmla="*/ 296 h 429"/>
                <a:gd name="T98" fmla="*/ 33 w 356"/>
                <a:gd name="T99" fmla="*/ 300 h 429"/>
                <a:gd name="T100" fmla="*/ 20 w 356"/>
                <a:gd name="T101" fmla="*/ 307 h 429"/>
                <a:gd name="T102" fmla="*/ 10 w 356"/>
                <a:gd name="T103" fmla="*/ 321 h 429"/>
                <a:gd name="T104" fmla="*/ 12 w 356"/>
                <a:gd name="T105" fmla="*/ 344 h 429"/>
                <a:gd name="T106" fmla="*/ 0 w 356"/>
                <a:gd name="T107" fmla="*/ 358 h 429"/>
                <a:gd name="T108" fmla="*/ 7 w 356"/>
                <a:gd name="T109" fmla="*/ 371 h 429"/>
                <a:gd name="T110" fmla="*/ 14 w 356"/>
                <a:gd name="T111" fmla="*/ 382 h 429"/>
                <a:gd name="T112" fmla="*/ 9 w 356"/>
                <a:gd name="T113" fmla="*/ 398 h 429"/>
                <a:gd name="T114" fmla="*/ 20 w 356"/>
                <a:gd name="T115" fmla="*/ 405 h 429"/>
                <a:gd name="T116" fmla="*/ 26 w 356"/>
                <a:gd name="T117" fmla="*/ 427 h 429"/>
                <a:gd name="T118" fmla="*/ 64 w 356"/>
                <a:gd name="T119" fmla="*/ 408 h 429"/>
                <a:gd name="T120" fmla="*/ 80 w 356"/>
                <a:gd name="T121" fmla="*/ 389 h 4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356" h="429">
                  <a:moveTo>
                    <a:pt x="100" y="390"/>
                  </a:moveTo>
                  <a:lnTo>
                    <a:pt x="100" y="390"/>
                  </a:lnTo>
                  <a:lnTo>
                    <a:pt x="101" y="385"/>
                  </a:lnTo>
                  <a:lnTo>
                    <a:pt x="102" y="381"/>
                  </a:lnTo>
                  <a:lnTo>
                    <a:pt x="107" y="374"/>
                  </a:lnTo>
                  <a:lnTo>
                    <a:pt x="107" y="374"/>
                  </a:lnTo>
                  <a:lnTo>
                    <a:pt x="108" y="371"/>
                  </a:lnTo>
                  <a:lnTo>
                    <a:pt x="110" y="369"/>
                  </a:lnTo>
                  <a:lnTo>
                    <a:pt x="108" y="364"/>
                  </a:lnTo>
                  <a:lnTo>
                    <a:pt x="107" y="358"/>
                  </a:lnTo>
                  <a:lnTo>
                    <a:pt x="107" y="352"/>
                  </a:lnTo>
                  <a:lnTo>
                    <a:pt x="107" y="352"/>
                  </a:lnTo>
                  <a:lnTo>
                    <a:pt x="107" y="348"/>
                  </a:lnTo>
                  <a:lnTo>
                    <a:pt x="108" y="347"/>
                  </a:lnTo>
                  <a:lnTo>
                    <a:pt x="112" y="344"/>
                  </a:lnTo>
                  <a:lnTo>
                    <a:pt x="112" y="344"/>
                  </a:lnTo>
                  <a:lnTo>
                    <a:pt x="112" y="344"/>
                  </a:lnTo>
                  <a:lnTo>
                    <a:pt x="112" y="343"/>
                  </a:lnTo>
                  <a:lnTo>
                    <a:pt x="111" y="339"/>
                  </a:lnTo>
                  <a:lnTo>
                    <a:pt x="106" y="334"/>
                  </a:lnTo>
                  <a:lnTo>
                    <a:pt x="106" y="334"/>
                  </a:lnTo>
                  <a:lnTo>
                    <a:pt x="105" y="326"/>
                  </a:lnTo>
                  <a:lnTo>
                    <a:pt x="105" y="310"/>
                  </a:lnTo>
                  <a:lnTo>
                    <a:pt x="105" y="280"/>
                  </a:lnTo>
                  <a:lnTo>
                    <a:pt x="105" y="280"/>
                  </a:lnTo>
                  <a:lnTo>
                    <a:pt x="106" y="273"/>
                  </a:lnTo>
                  <a:lnTo>
                    <a:pt x="107" y="265"/>
                  </a:lnTo>
                  <a:lnTo>
                    <a:pt x="111" y="257"/>
                  </a:lnTo>
                  <a:lnTo>
                    <a:pt x="111" y="257"/>
                  </a:lnTo>
                  <a:lnTo>
                    <a:pt x="117" y="253"/>
                  </a:lnTo>
                  <a:lnTo>
                    <a:pt x="127" y="248"/>
                  </a:lnTo>
                  <a:lnTo>
                    <a:pt x="127" y="248"/>
                  </a:lnTo>
                  <a:lnTo>
                    <a:pt x="129" y="247"/>
                  </a:lnTo>
                  <a:lnTo>
                    <a:pt x="131" y="245"/>
                  </a:lnTo>
                  <a:lnTo>
                    <a:pt x="129" y="240"/>
                  </a:lnTo>
                  <a:lnTo>
                    <a:pt x="128" y="235"/>
                  </a:lnTo>
                  <a:lnTo>
                    <a:pt x="128" y="232"/>
                  </a:lnTo>
                  <a:lnTo>
                    <a:pt x="128" y="230"/>
                  </a:lnTo>
                  <a:lnTo>
                    <a:pt x="128" y="230"/>
                  </a:lnTo>
                  <a:lnTo>
                    <a:pt x="131" y="226"/>
                  </a:lnTo>
                  <a:lnTo>
                    <a:pt x="132" y="219"/>
                  </a:lnTo>
                  <a:lnTo>
                    <a:pt x="133" y="205"/>
                  </a:lnTo>
                  <a:lnTo>
                    <a:pt x="133" y="205"/>
                  </a:lnTo>
                  <a:lnTo>
                    <a:pt x="135" y="198"/>
                  </a:lnTo>
                  <a:lnTo>
                    <a:pt x="137" y="194"/>
                  </a:lnTo>
                  <a:lnTo>
                    <a:pt x="140" y="192"/>
                  </a:lnTo>
                  <a:lnTo>
                    <a:pt x="140" y="192"/>
                  </a:lnTo>
                  <a:lnTo>
                    <a:pt x="143" y="188"/>
                  </a:lnTo>
                  <a:lnTo>
                    <a:pt x="145" y="184"/>
                  </a:lnTo>
                  <a:lnTo>
                    <a:pt x="149" y="177"/>
                  </a:lnTo>
                  <a:lnTo>
                    <a:pt x="149" y="177"/>
                  </a:lnTo>
                  <a:lnTo>
                    <a:pt x="151" y="169"/>
                  </a:lnTo>
                  <a:lnTo>
                    <a:pt x="154" y="158"/>
                  </a:lnTo>
                  <a:lnTo>
                    <a:pt x="156" y="147"/>
                  </a:lnTo>
                  <a:lnTo>
                    <a:pt x="158" y="141"/>
                  </a:lnTo>
                  <a:lnTo>
                    <a:pt x="158" y="141"/>
                  </a:lnTo>
                  <a:lnTo>
                    <a:pt x="163" y="131"/>
                  </a:lnTo>
                  <a:lnTo>
                    <a:pt x="166" y="126"/>
                  </a:lnTo>
                  <a:lnTo>
                    <a:pt x="170" y="121"/>
                  </a:lnTo>
                  <a:lnTo>
                    <a:pt x="170" y="121"/>
                  </a:lnTo>
                  <a:lnTo>
                    <a:pt x="172" y="119"/>
                  </a:lnTo>
                  <a:lnTo>
                    <a:pt x="175" y="120"/>
                  </a:lnTo>
                  <a:lnTo>
                    <a:pt x="176" y="121"/>
                  </a:lnTo>
                  <a:lnTo>
                    <a:pt x="180" y="121"/>
                  </a:lnTo>
                  <a:lnTo>
                    <a:pt x="180" y="121"/>
                  </a:lnTo>
                  <a:lnTo>
                    <a:pt x="182" y="121"/>
                  </a:lnTo>
                  <a:lnTo>
                    <a:pt x="183" y="119"/>
                  </a:lnTo>
                  <a:lnTo>
                    <a:pt x="183" y="113"/>
                  </a:lnTo>
                  <a:lnTo>
                    <a:pt x="183" y="108"/>
                  </a:lnTo>
                  <a:lnTo>
                    <a:pt x="183" y="105"/>
                  </a:lnTo>
                  <a:lnTo>
                    <a:pt x="183" y="104"/>
                  </a:lnTo>
                  <a:lnTo>
                    <a:pt x="183" y="104"/>
                  </a:lnTo>
                  <a:lnTo>
                    <a:pt x="188" y="103"/>
                  </a:lnTo>
                  <a:lnTo>
                    <a:pt x="195" y="105"/>
                  </a:lnTo>
                  <a:lnTo>
                    <a:pt x="208" y="109"/>
                  </a:lnTo>
                  <a:lnTo>
                    <a:pt x="208" y="109"/>
                  </a:lnTo>
                  <a:lnTo>
                    <a:pt x="211" y="108"/>
                  </a:lnTo>
                  <a:lnTo>
                    <a:pt x="212" y="105"/>
                  </a:lnTo>
                  <a:lnTo>
                    <a:pt x="212" y="97"/>
                  </a:lnTo>
                  <a:lnTo>
                    <a:pt x="212" y="84"/>
                  </a:lnTo>
                  <a:lnTo>
                    <a:pt x="212" y="84"/>
                  </a:lnTo>
                  <a:lnTo>
                    <a:pt x="214" y="84"/>
                  </a:lnTo>
                  <a:lnTo>
                    <a:pt x="222" y="83"/>
                  </a:lnTo>
                  <a:lnTo>
                    <a:pt x="222" y="83"/>
                  </a:lnTo>
                  <a:lnTo>
                    <a:pt x="223" y="83"/>
                  </a:lnTo>
                  <a:lnTo>
                    <a:pt x="224" y="82"/>
                  </a:lnTo>
                  <a:lnTo>
                    <a:pt x="224" y="78"/>
                  </a:lnTo>
                  <a:lnTo>
                    <a:pt x="224" y="76"/>
                  </a:lnTo>
                  <a:lnTo>
                    <a:pt x="224" y="76"/>
                  </a:lnTo>
                  <a:lnTo>
                    <a:pt x="225" y="76"/>
                  </a:lnTo>
                  <a:lnTo>
                    <a:pt x="225" y="76"/>
                  </a:lnTo>
                  <a:lnTo>
                    <a:pt x="229" y="80"/>
                  </a:lnTo>
                  <a:lnTo>
                    <a:pt x="234" y="84"/>
                  </a:lnTo>
                  <a:lnTo>
                    <a:pt x="238" y="91"/>
                  </a:lnTo>
                  <a:lnTo>
                    <a:pt x="243" y="94"/>
                  </a:lnTo>
                  <a:lnTo>
                    <a:pt x="243" y="94"/>
                  </a:lnTo>
                  <a:lnTo>
                    <a:pt x="245" y="96"/>
                  </a:lnTo>
                  <a:lnTo>
                    <a:pt x="248" y="96"/>
                  </a:lnTo>
                  <a:lnTo>
                    <a:pt x="254" y="94"/>
                  </a:lnTo>
                  <a:lnTo>
                    <a:pt x="262" y="92"/>
                  </a:lnTo>
                  <a:lnTo>
                    <a:pt x="262" y="92"/>
                  </a:lnTo>
                  <a:lnTo>
                    <a:pt x="265" y="92"/>
                  </a:lnTo>
                  <a:lnTo>
                    <a:pt x="267" y="94"/>
                  </a:lnTo>
                  <a:lnTo>
                    <a:pt x="271" y="96"/>
                  </a:lnTo>
                  <a:lnTo>
                    <a:pt x="275" y="97"/>
                  </a:lnTo>
                  <a:lnTo>
                    <a:pt x="275" y="97"/>
                  </a:lnTo>
                  <a:lnTo>
                    <a:pt x="277" y="96"/>
                  </a:lnTo>
                  <a:lnTo>
                    <a:pt x="281" y="93"/>
                  </a:lnTo>
                  <a:lnTo>
                    <a:pt x="286" y="88"/>
                  </a:lnTo>
                  <a:lnTo>
                    <a:pt x="286" y="88"/>
                  </a:lnTo>
                  <a:lnTo>
                    <a:pt x="287" y="86"/>
                  </a:lnTo>
                  <a:lnTo>
                    <a:pt x="289" y="80"/>
                  </a:lnTo>
                  <a:lnTo>
                    <a:pt x="292" y="67"/>
                  </a:lnTo>
                  <a:lnTo>
                    <a:pt x="292" y="67"/>
                  </a:lnTo>
                  <a:lnTo>
                    <a:pt x="294" y="57"/>
                  </a:lnTo>
                  <a:lnTo>
                    <a:pt x="297" y="52"/>
                  </a:lnTo>
                  <a:lnTo>
                    <a:pt x="299" y="51"/>
                  </a:lnTo>
                  <a:lnTo>
                    <a:pt x="299" y="51"/>
                  </a:lnTo>
                  <a:lnTo>
                    <a:pt x="302" y="51"/>
                  </a:lnTo>
                  <a:lnTo>
                    <a:pt x="305" y="50"/>
                  </a:lnTo>
                  <a:lnTo>
                    <a:pt x="309" y="48"/>
                  </a:lnTo>
                  <a:lnTo>
                    <a:pt x="309" y="48"/>
                  </a:lnTo>
                  <a:lnTo>
                    <a:pt x="313" y="48"/>
                  </a:lnTo>
                  <a:lnTo>
                    <a:pt x="315" y="49"/>
                  </a:lnTo>
                  <a:lnTo>
                    <a:pt x="319" y="51"/>
                  </a:lnTo>
                  <a:lnTo>
                    <a:pt x="321" y="54"/>
                  </a:lnTo>
                  <a:lnTo>
                    <a:pt x="321" y="54"/>
                  </a:lnTo>
                  <a:lnTo>
                    <a:pt x="324" y="56"/>
                  </a:lnTo>
                  <a:lnTo>
                    <a:pt x="328" y="59"/>
                  </a:lnTo>
                  <a:lnTo>
                    <a:pt x="331" y="60"/>
                  </a:lnTo>
                  <a:lnTo>
                    <a:pt x="332" y="62"/>
                  </a:lnTo>
                  <a:lnTo>
                    <a:pt x="334" y="65"/>
                  </a:lnTo>
                  <a:lnTo>
                    <a:pt x="334" y="65"/>
                  </a:lnTo>
                  <a:lnTo>
                    <a:pt x="334" y="70"/>
                  </a:lnTo>
                  <a:lnTo>
                    <a:pt x="332" y="73"/>
                  </a:lnTo>
                  <a:lnTo>
                    <a:pt x="329" y="80"/>
                  </a:lnTo>
                  <a:lnTo>
                    <a:pt x="329" y="80"/>
                  </a:lnTo>
                  <a:lnTo>
                    <a:pt x="328" y="81"/>
                  </a:lnTo>
                  <a:lnTo>
                    <a:pt x="328" y="84"/>
                  </a:lnTo>
                  <a:lnTo>
                    <a:pt x="329" y="89"/>
                  </a:lnTo>
                  <a:lnTo>
                    <a:pt x="329" y="89"/>
                  </a:lnTo>
                  <a:lnTo>
                    <a:pt x="334" y="84"/>
                  </a:lnTo>
                  <a:lnTo>
                    <a:pt x="337" y="80"/>
                  </a:lnTo>
                  <a:lnTo>
                    <a:pt x="337" y="80"/>
                  </a:lnTo>
                  <a:lnTo>
                    <a:pt x="340" y="75"/>
                  </a:lnTo>
                  <a:lnTo>
                    <a:pt x="342" y="73"/>
                  </a:lnTo>
                  <a:lnTo>
                    <a:pt x="345" y="72"/>
                  </a:lnTo>
                  <a:lnTo>
                    <a:pt x="345" y="72"/>
                  </a:lnTo>
                  <a:lnTo>
                    <a:pt x="347" y="70"/>
                  </a:lnTo>
                  <a:lnTo>
                    <a:pt x="348" y="66"/>
                  </a:lnTo>
                  <a:lnTo>
                    <a:pt x="353" y="56"/>
                  </a:lnTo>
                  <a:lnTo>
                    <a:pt x="353" y="56"/>
                  </a:lnTo>
                  <a:lnTo>
                    <a:pt x="351" y="56"/>
                  </a:lnTo>
                  <a:lnTo>
                    <a:pt x="351" y="56"/>
                  </a:lnTo>
                  <a:lnTo>
                    <a:pt x="346" y="55"/>
                  </a:lnTo>
                  <a:lnTo>
                    <a:pt x="341" y="54"/>
                  </a:lnTo>
                  <a:lnTo>
                    <a:pt x="339" y="51"/>
                  </a:lnTo>
                  <a:lnTo>
                    <a:pt x="337" y="50"/>
                  </a:lnTo>
                  <a:lnTo>
                    <a:pt x="337" y="50"/>
                  </a:lnTo>
                  <a:lnTo>
                    <a:pt x="336" y="48"/>
                  </a:lnTo>
                  <a:lnTo>
                    <a:pt x="332" y="46"/>
                  </a:lnTo>
                  <a:lnTo>
                    <a:pt x="328" y="44"/>
                  </a:lnTo>
                  <a:lnTo>
                    <a:pt x="324" y="43"/>
                  </a:lnTo>
                  <a:lnTo>
                    <a:pt x="324" y="43"/>
                  </a:lnTo>
                  <a:lnTo>
                    <a:pt x="324" y="41"/>
                  </a:lnTo>
                  <a:lnTo>
                    <a:pt x="324" y="41"/>
                  </a:lnTo>
                  <a:lnTo>
                    <a:pt x="328" y="41"/>
                  </a:lnTo>
                  <a:lnTo>
                    <a:pt x="336" y="43"/>
                  </a:lnTo>
                  <a:lnTo>
                    <a:pt x="336" y="43"/>
                  </a:lnTo>
                  <a:lnTo>
                    <a:pt x="342" y="43"/>
                  </a:lnTo>
                  <a:lnTo>
                    <a:pt x="346" y="41"/>
                  </a:lnTo>
                  <a:lnTo>
                    <a:pt x="346" y="41"/>
                  </a:lnTo>
                  <a:lnTo>
                    <a:pt x="351" y="38"/>
                  </a:lnTo>
                  <a:lnTo>
                    <a:pt x="356" y="33"/>
                  </a:lnTo>
                  <a:lnTo>
                    <a:pt x="356" y="33"/>
                  </a:lnTo>
                  <a:lnTo>
                    <a:pt x="356" y="30"/>
                  </a:lnTo>
                  <a:lnTo>
                    <a:pt x="356" y="29"/>
                  </a:lnTo>
                  <a:lnTo>
                    <a:pt x="355" y="27"/>
                  </a:lnTo>
                  <a:lnTo>
                    <a:pt x="352" y="27"/>
                  </a:lnTo>
                  <a:lnTo>
                    <a:pt x="352" y="27"/>
                  </a:lnTo>
                  <a:lnTo>
                    <a:pt x="350" y="25"/>
                  </a:lnTo>
                  <a:lnTo>
                    <a:pt x="347" y="24"/>
                  </a:lnTo>
                  <a:lnTo>
                    <a:pt x="345" y="22"/>
                  </a:lnTo>
                  <a:lnTo>
                    <a:pt x="342" y="20"/>
                  </a:lnTo>
                  <a:lnTo>
                    <a:pt x="342" y="20"/>
                  </a:lnTo>
                  <a:lnTo>
                    <a:pt x="340" y="19"/>
                  </a:lnTo>
                  <a:lnTo>
                    <a:pt x="339" y="18"/>
                  </a:lnTo>
                  <a:lnTo>
                    <a:pt x="337" y="18"/>
                  </a:lnTo>
                  <a:lnTo>
                    <a:pt x="335" y="18"/>
                  </a:lnTo>
                  <a:lnTo>
                    <a:pt x="335" y="18"/>
                  </a:lnTo>
                  <a:lnTo>
                    <a:pt x="334" y="18"/>
                  </a:lnTo>
                  <a:lnTo>
                    <a:pt x="332" y="16"/>
                  </a:lnTo>
                  <a:lnTo>
                    <a:pt x="332" y="13"/>
                  </a:lnTo>
                  <a:lnTo>
                    <a:pt x="330" y="9"/>
                  </a:lnTo>
                  <a:lnTo>
                    <a:pt x="330" y="9"/>
                  </a:lnTo>
                  <a:lnTo>
                    <a:pt x="328" y="8"/>
                  </a:lnTo>
                  <a:lnTo>
                    <a:pt x="325" y="9"/>
                  </a:lnTo>
                  <a:lnTo>
                    <a:pt x="323" y="14"/>
                  </a:lnTo>
                  <a:lnTo>
                    <a:pt x="323" y="14"/>
                  </a:lnTo>
                  <a:lnTo>
                    <a:pt x="320" y="19"/>
                  </a:lnTo>
                  <a:lnTo>
                    <a:pt x="319" y="22"/>
                  </a:lnTo>
                  <a:lnTo>
                    <a:pt x="318" y="24"/>
                  </a:lnTo>
                  <a:lnTo>
                    <a:pt x="318" y="24"/>
                  </a:lnTo>
                  <a:lnTo>
                    <a:pt x="315" y="24"/>
                  </a:lnTo>
                  <a:lnTo>
                    <a:pt x="315" y="23"/>
                  </a:lnTo>
                  <a:lnTo>
                    <a:pt x="318" y="19"/>
                  </a:lnTo>
                  <a:lnTo>
                    <a:pt x="318" y="19"/>
                  </a:lnTo>
                  <a:lnTo>
                    <a:pt x="318" y="19"/>
                  </a:lnTo>
                  <a:lnTo>
                    <a:pt x="316" y="18"/>
                  </a:lnTo>
                  <a:lnTo>
                    <a:pt x="314" y="19"/>
                  </a:lnTo>
                  <a:lnTo>
                    <a:pt x="314" y="19"/>
                  </a:lnTo>
                  <a:lnTo>
                    <a:pt x="313" y="18"/>
                  </a:lnTo>
                  <a:lnTo>
                    <a:pt x="312" y="18"/>
                  </a:lnTo>
                  <a:lnTo>
                    <a:pt x="314" y="14"/>
                  </a:lnTo>
                  <a:lnTo>
                    <a:pt x="314" y="14"/>
                  </a:lnTo>
                  <a:lnTo>
                    <a:pt x="318" y="11"/>
                  </a:lnTo>
                  <a:lnTo>
                    <a:pt x="320" y="6"/>
                  </a:lnTo>
                  <a:lnTo>
                    <a:pt x="320" y="6"/>
                  </a:lnTo>
                  <a:lnTo>
                    <a:pt x="318" y="2"/>
                  </a:lnTo>
                  <a:lnTo>
                    <a:pt x="316" y="1"/>
                  </a:lnTo>
                  <a:lnTo>
                    <a:pt x="315" y="1"/>
                  </a:lnTo>
                  <a:lnTo>
                    <a:pt x="315" y="1"/>
                  </a:lnTo>
                  <a:lnTo>
                    <a:pt x="313" y="2"/>
                  </a:lnTo>
                  <a:lnTo>
                    <a:pt x="310" y="1"/>
                  </a:lnTo>
                  <a:lnTo>
                    <a:pt x="308" y="1"/>
                  </a:lnTo>
                  <a:lnTo>
                    <a:pt x="307" y="2"/>
                  </a:lnTo>
                  <a:lnTo>
                    <a:pt x="307" y="2"/>
                  </a:lnTo>
                  <a:lnTo>
                    <a:pt x="304" y="4"/>
                  </a:lnTo>
                  <a:lnTo>
                    <a:pt x="303" y="9"/>
                  </a:lnTo>
                  <a:lnTo>
                    <a:pt x="300" y="19"/>
                  </a:lnTo>
                  <a:lnTo>
                    <a:pt x="300" y="19"/>
                  </a:lnTo>
                  <a:lnTo>
                    <a:pt x="300" y="22"/>
                  </a:lnTo>
                  <a:lnTo>
                    <a:pt x="299" y="23"/>
                  </a:lnTo>
                  <a:lnTo>
                    <a:pt x="296" y="24"/>
                  </a:lnTo>
                  <a:lnTo>
                    <a:pt x="296" y="24"/>
                  </a:lnTo>
                  <a:lnTo>
                    <a:pt x="294" y="23"/>
                  </a:lnTo>
                  <a:lnTo>
                    <a:pt x="294" y="20"/>
                  </a:lnTo>
                  <a:lnTo>
                    <a:pt x="296" y="13"/>
                  </a:lnTo>
                  <a:lnTo>
                    <a:pt x="298" y="0"/>
                  </a:lnTo>
                  <a:lnTo>
                    <a:pt x="298" y="0"/>
                  </a:lnTo>
                  <a:lnTo>
                    <a:pt x="298" y="0"/>
                  </a:lnTo>
                  <a:lnTo>
                    <a:pt x="296" y="1"/>
                  </a:lnTo>
                  <a:lnTo>
                    <a:pt x="291" y="7"/>
                  </a:lnTo>
                  <a:lnTo>
                    <a:pt x="291" y="7"/>
                  </a:lnTo>
                  <a:lnTo>
                    <a:pt x="286" y="14"/>
                  </a:lnTo>
                  <a:lnTo>
                    <a:pt x="282" y="22"/>
                  </a:lnTo>
                  <a:lnTo>
                    <a:pt x="282" y="22"/>
                  </a:lnTo>
                  <a:lnTo>
                    <a:pt x="278" y="32"/>
                  </a:lnTo>
                  <a:lnTo>
                    <a:pt x="277" y="36"/>
                  </a:lnTo>
                  <a:lnTo>
                    <a:pt x="275" y="41"/>
                  </a:lnTo>
                  <a:lnTo>
                    <a:pt x="275" y="41"/>
                  </a:lnTo>
                  <a:lnTo>
                    <a:pt x="273" y="43"/>
                  </a:lnTo>
                  <a:lnTo>
                    <a:pt x="272" y="41"/>
                  </a:lnTo>
                  <a:lnTo>
                    <a:pt x="272" y="38"/>
                  </a:lnTo>
                  <a:lnTo>
                    <a:pt x="273" y="33"/>
                  </a:lnTo>
                  <a:lnTo>
                    <a:pt x="275" y="29"/>
                  </a:lnTo>
                  <a:lnTo>
                    <a:pt x="275" y="29"/>
                  </a:lnTo>
                  <a:lnTo>
                    <a:pt x="276" y="27"/>
                  </a:lnTo>
                  <a:lnTo>
                    <a:pt x="277" y="23"/>
                  </a:lnTo>
                  <a:lnTo>
                    <a:pt x="278" y="18"/>
                  </a:lnTo>
                  <a:lnTo>
                    <a:pt x="280" y="16"/>
                  </a:lnTo>
                  <a:lnTo>
                    <a:pt x="280" y="16"/>
                  </a:lnTo>
                  <a:lnTo>
                    <a:pt x="283" y="11"/>
                  </a:lnTo>
                  <a:lnTo>
                    <a:pt x="284" y="8"/>
                  </a:lnTo>
                  <a:lnTo>
                    <a:pt x="283" y="7"/>
                  </a:lnTo>
                  <a:lnTo>
                    <a:pt x="283" y="7"/>
                  </a:lnTo>
                  <a:lnTo>
                    <a:pt x="283" y="7"/>
                  </a:lnTo>
                  <a:lnTo>
                    <a:pt x="280" y="7"/>
                  </a:lnTo>
                  <a:lnTo>
                    <a:pt x="278" y="4"/>
                  </a:lnTo>
                  <a:lnTo>
                    <a:pt x="276" y="3"/>
                  </a:lnTo>
                  <a:lnTo>
                    <a:pt x="273" y="4"/>
                  </a:lnTo>
                  <a:lnTo>
                    <a:pt x="273" y="4"/>
                  </a:lnTo>
                  <a:lnTo>
                    <a:pt x="271" y="4"/>
                  </a:lnTo>
                  <a:lnTo>
                    <a:pt x="270" y="4"/>
                  </a:lnTo>
                  <a:lnTo>
                    <a:pt x="267" y="1"/>
                  </a:lnTo>
                  <a:lnTo>
                    <a:pt x="267" y="1"/>
                  </a:lnTo>
                  <a:lnTo>
                    <a:pt x="266" y="1"/>
                  </a:lnTo>
                  <a:lnTo>
                    <a:pt x="265" y="2"/>
                  </a:lnTo>
                  <a:lnTo>
                    <a:pt x="265" y="3"/>
                  </a:lnTo>
                  <a:lnTo>
                    <a:pt x="266" y="9"/>
                  </a:lnTo>
                  <a:lnTo>
                    <a:pt x="266" y="9"/>
                  </a:lnTo>
                  <a:lnTo>
                    <a:pt x="266" y="11"/>
                  </a:lnTo>
                  <a:lnTo>
                    <a:pt x="265" y="13"/>
                  </a:lnTo>
                  <a:lnTo>
                    <a:pt x="264" y="14"/>
                  </a:lnTo>
                  <a:lnTo>
                    <a:pt x="264" y="17"/>
                  </a:lnTo>
                  <a:lnTo>
                    <a:pt x="264" y="17"/>
                  </a:lnTo>
                  <a:lnTo>
                    <a:pt x="264" y="18"/>
                  </a:lnTo>
                  <a:lnTo>
                    <a:pt x="262" y="18"/>
                  </a:lnTo>
                  <a:lnTo>
                    <a:pt x="260" y="16"/>
                  </a:lnTo>
                  <a:lnTo>
                    <a:pt x="260" y="16"/>
                  </a:lnTo>
                  <a:lnTo>
                    <a:pt x="259" y="17"/>
                  </a:lnTo>
                  <a:lnTo>
                    <a:pt x="259" y="19"/>
                  </a:lnTo>
                  <a:lnTo>
                    <a:pt x="260" y="24"/>
                  </a:lnTo>
                  <a:lnTo>
                    <a:pt x="260" y="24"/>
                  </a:lnTo>
                  <a:lnTo>
                    <a:pt x="260" y="25"/>
                  </a:lnTo>
                  <a:lnTo>
                    <a:pt x="259" y="24"/>
                  </a:lnTo>
                  <a:lnTo>
                    <a:pt x="255" y="20"/>
                  </a:lnTo>
                  <a:lnTo>
                    <a:pt x="255" y="20"/>
                  </a:lnTo>
                  <a:lnTo>
                    <a:pt x="254" y="19"/>
                  </a:lnTo>
                  <a:lnTo>
                    <a:pt x="252" y="20"/>
                  </a:lnTo>
                  <a:lnTo>
                    <a:pt x="249" y="22"/>
                  </a:lnTo>
                  <a:lnTo>
                    <a:pt x="249" y="22"/>
                  </a:lnTo>
                  <a:lnTo>
                    <a:pt x="246" y="22"/>
                  </a:lnTo>
                  <a:lnTo>
                    <a:pt x="246" y="23"/>
                  </a:lnTo>
                  <a:lnTo>
                    <a:pt x="245" y="27"/>
                  </a:lnTo>
                  <a:lnTo>
                    <a:pt x="245" y="27"/>
                  </a:lnTo>
                  <a:lnTo>
                    <a:pt x="246" y="30"/>
                  </a:lnTo>
                  <a:lnTo>
                    <a:pt x="249" y="33"/>
                  </a:lnTo>
                  <a:lnTo>
                    <a:pt x="251" y="35"/>
                  </a:lnTo>
                  <a:lnTo>
                    <a:pt x="251" y="36"/>
                  </a:lnTo>
                  <a:lnTo>
                    <a:pt x="251" y="36"/>
                  </a:lnTo>
                  <a:lnTo>
                    <a:pt x="250" y="41"/>
                  </a:lnTo>
                  <a:lnTo>
                    <a:pt x="250" y="49"/>
                  </a:lnTo>
                  <a:lnTo>
                    <a:pt x="250" y="49"/>
                  </a:lnTo>
                  <a:lnTo>
                    <a:pt x="250" y="50"/>
                  </a:lnTo>
                  <a:lnTo>
                    <a:pt x="250" y="50"/>
                  </a:lnTo>
                  <a:lnTo>
                    <a:pt x="248" y="48"/>
                  </a:lnTo>
                  <a:lnTo>
                    <a:pt x="245" y="45"/>
                  </a:lnTo>
                  <a:lnTo>
                    <a:pt x="245" y="45"/>
                  </a:lnTo>
                  <a:lnTo>
                    <a:pt x="244" y="45"/>
                  </a:lnTo>
                  <a:lnTo>
                    <a:pt x="244" y="45"/>
                  </a:lnTo>
                  <a:lnTo>
                    <a:pt x="244" y="46"/>
                  </a:lnTo>
                  <a:lnTo>
                    <a:pt x="243" y="45"/>
                  </a:lnTo>
                  <a:lnTo>
                    <a:pt x="243" y="43"/>
                  </a:lnTo>
                  <a:lnTo>
                    <a:pt x="241" y="40"/>
                  </a:lnTo>
                  <a:lnTo>
                    <a:pt x="243" y="38"/>
                  </a:lnTo>
                  <a:lnTo>
                    <a:pt x="243" y="38"/>
                  </a:lnTo>
                  <a:lnTo>
                    <a:pt x="244" y="35"/>
                  </a:lnTo>
                  <a:lnTo>
                    <a:pt x="243" y="33"/>
                  </a:lnTo>
                  <a:lnTo>
                    <a:pt x="241" y="32"/>
                  </a:lnTo>
                  <a:lnTo>
                    <a:pt x="239" y="33"/>
                  </a:lnTo>
                  <a:lnTo>
                    <a:pt x="239" y="33"/>
                  </a:lnTo>
                  <a:lnTo>
                    <a:pt x="236" y="34"/>
                  </a:lnTo>
                  <a:lnTo>
                    <a:pt x="235" y="33"/>
                  </a:lnTo>
                  <a:lnTo>
                    <a:pt x="234" y="30"/>
                  </a:lnTo>
                  <a:lnTo>
                    <a:pt x="230" y="30"/>
                  </a:lnTo>
                  <a:lnTo>
                    <a:pt x="230" y="30"/>
                  </a:lnTo>
                  <a:lnTo>
                    <a:pt x="222" y="34"/>
                  </a:lnTo>
                  <a:lnTo>
                    <a:pt x="219" y="35"/>
                  </a:lnTo>
                  <a:lnTo>
                    <a:pt x="218" y="38"/>
                  </a:lnTo>
                  <a:lnTo>
                    <a:pt x="218" y="38"/>
                  </a:lnTo>
                  <a:lnTo>
                    <a:pt x="218" y="39"/>
                  </a:lnTo>
                  <a:lnTo>
                    <a:pt x="219" y="40"/>
                  </a:lnTo>
                  <a:lnTo>
                    <a:pt x="223" y="41"/>
                  </a:lnTo>
                  <a:lnTo>
                    <a:pt x="230" y="45"/>
                  </a:lnTo>
                  <a:lnTo>
                    <a:pt x="230" y="45"/>
                  </a:lnTo>
                  <a:lnTo>
                    <a:pt x="233" y="48"/>
                  </a:lnTo>
                  <a:lnTo>
                    <a:pt x="233" y="50"/>
                  </a:lnTo>
                  <a:lnTo>
                    <a:pt x="233" y="52"/>
                  </a:lnTo>
                  <a:lnTo>
                    <a:pt x="233" y="54"/>
                  </a:lnTo>
                  <a:lnTo>
                    <a:pt x="233" y="54"/>
                  </a:lnTo>
                  <a:lnTo>
                    <a:pt x="229" y="51"/>
                  </a:lnTo>
                  <a:lnTo>
                    <a:pt x="225" y="49"/>
                  </a:lnTo>
                  <a:lnTo>
                    <a:pt x="223" y="46"/>
                  </a:lnTo>
                  <a:lnTo>
                    <a:pt x="223" y="46"/>
                  </a:lnTo>
                  <a:lnTo>
                    <a:pt x="220" y="48"/>
                  </a:lnTo>
                  <a:lnTo>
                    <a:pt x="220" y="49"/>
                  </a:lnTo>
                  <a:lnTo>
                    <a:pt x="222" y="55"/>
                  </a:lnTo>
                  <a:lnTo>
                    <a:pt x="222" y="55"/>
                  </a:lnTo>
                  <a:lnTo>
                    <a:pt x="222" y="55"/>
                  </a:lnTo>
                  <a:lnTo>
                    <a:pt x="220" y="54"/>
                  </a:lnTo>
                  <a:lnTo>
                    <a:pt x="218" y="50"/>
                  </a:lnTo>
                  <a:lnTo>
                    <a:pt x="218" y="50"/>
                  </a:lnTo>
                  <a:lnTo>
                    <a:pt x="217" y="49"/>
                  </a:lnTo>
                  <a:lnTo>
                    <a:pt x="217" y="50"/>
                  </a:lnTo>
                  <a:lnTo>
                    <a:pt x="215" y="52"/>
                  </a:lnTo>
                  <a:lnTo>
                    <a:pt x="215" y="56"/>
                  </a:lnTo>
                  <a:lnTo>
                    <a:pt x="213" y="59"/>
                  </a:lnTo>
                  <a:lnTo>
                    <a:pt x="213" y="59"/>
                  </a:lnTo>
                  <a:lnTo>
                    <a:pt x="212" y="59"/>
                  </a:lnTo>
                  <a:lnTo>
                    <a:pt x="212" y="57"/>
                  </a:lnTo>
                  <a:lnTo>
                    <a:pt x="212" y="55"/>
                  </a:lnTo>
                  <a:lnTo>
                    <a:pt x="212" y="50"/>
                  </a:lnTo>
                  <a:lnTo>
                    <a:pt x="212" y="50"/>
                  </a:lnTo>
                  <a:lnTo>
                    <a:pt x="212" y="49"/>
                  </a:lnTo>
                  <a:lnTo>
                    <a:pt x="211" y="51"/>
                  </a:lnTo>
                  <a:lnTo>
                    <a:pt x="207" y="56"/>
                  </a:lnTo>
                  <a:lnTo>
                    <a:pt x="207" y="56"/>
                  </a:lnTo>
                  <a:lnTo>
                    <a:pt x="206" y="59"/>
                  </a:lnTo>
                  <a:lnTo>
                    <a:pt x="204" y="57"/>
                  </a:lnTo>
                  <a:lnTo>
                    <a:pt x="206" y="52"/>
                  </a:lnTo>
                  <a:lnTo>
                    <a:pt x="206" y="52"/>
                  </a:lnTo>
                  <a:lnTo>
                    <a:pt x="204" y="50"/>
                  </a:lnTo>
                  <a:lnTo>
                    <a:pt x="203" y="49"/>
                  </a:lnTo>
                  <a:lnTo>
                    <a:pt x="201" y="48"/>
                  </a:lnTo>
                  <a:lnTo>
                    <a:pt x="197" y="48"/>
                  </a:lnTo>
                  <a:lnTo>
                    <a:pt x="197" y="48"/>
                  </a:lnTo>
                  <a:lnTo>
                    <a:pt x="195" y="46"/>
                  </a:lnTo>
                  <a:lnTo>
                    <a:pt x="195" y="44"/>
                  </a:lnTo>
                  <a:lnTo>
                    <a:pt x="196" y="38"/>
                  </a:lnTo>
                  <a:lnTo>
                    <a:pt x="196" y="38"/>
                  </a:lnTo>
                  <a:lnTo>
                    <a:pt x="195" y="36"/>
                  </a:lnTo>
                  <a:lnTo>
                    <a:pt x="193" y="38"/>
                  </a:lnTo>
                  <a:lnTo>
                    <a:pt x="190" y="44"/>
                  </a:lnTo>
                  <a:lnTo>
                    <a:pt x="190" y="44"/>
                  </a:lnTo>
                  <a:lnTo>
                    <a:pt x="187" y="49"/>
                  </a:lnTo>
                  <a:lnTo>
                    <a:pt x="188" y="54"/>
                  </a:lnTo>
                  <a:lnTo>
                    <a:pt x="188" y="54"/>
                  </a:lnTo>
                  <a:lnTo>
                    <a:pt x="188" y="56"/>
                  </a:lnTo>
                  <a:lnTo>
                    <a:pt x="188" y="57"/>
                  </a:lnTo>
                  <a:lnTo>
                    <a:pt x="186" y="59"/>
                  </a:lnTo>
                  <a:lnTo>
                    <a:pt x="183" y="59"/>
                  </a:lnTo>
                  <a:lnTo>
                    <a:pt x="181" y="60"/>
                  </a:lnTo>
                  <a:lnTo>
                    <a:pt x="181" y="60"/>
                  </a:lnTo>
                  <a:lnTo>
                    <a:pt x="181" y="62"/>
                  </a:lnTo>
                  <a:lnTo>
                    <a:pt x="182" y="64"/>
                  </a:lnTo>
                  <a:lnTo>
                    <a:pt x="187" y="66"/>
                  </a:lnTo>
                  <a:lnTo>
                    <a:pt x="187" y="66"/>
                  </a:lnTo>
                  <a:lnTo>
                    <a:pt x="188" y="68"/>
                  </a:lnTo>
                  <a:lnTo>
                    <a:pt x="190" y="71"/>
                  </a:lnTo>
                  <a:lnTo>
                    <a:pt x="190" y="76"/>
                  </a:lnTo>
                  <a:lnTo>
                    <a:pt x="190" y="76"/>
                  </a:lnTo>
                  <a:lnTo>
                    <a:pt x="188" y="76"/>
                  </a:lnTo>
                  <a:lnTo>
                    <a:pt x="186" y="76"/>
                  </a:lnTo>
                  <a:lnTo>
                    <a:pt x="182" y="76"/>
                  </a:lnTo>
                  <a:lnTo>
                    <a:pt x="181" y="77"/>
                  </a:lnTo>
                  <a:lnTo>
                    <a:pt x="180" y="77"/>
                  </a:lnTo>
                  <a:lnTo>
                    <a:pt x="180" y="77"/>
                  </a:lnTo>
                  <a:lnTo>
                    <a:pt x="180" y="80"/>
                  </a:lnTo>
                  <a:lnTo>
                    <a:pt x="177" y="82"/>
                  </a:lnTo>
                  <a:lnTo>
                    <a:pt x="174" y="83"/>
                  </a:lnTo>
                  <a:lnTo>
                    <a:pt x="174" y="83"/>
                  </a:lnTo>
                  <a:lnTo>
                    <a:pt x="171" y="84"/>
                  </a:lnTo>
                  <a:lnTo>
                    <a:pt x="171" y="86"/>
                  </a:lnTo>
                  <a:lnTo>
                    <a:pt x="174" y="88"/>
                  </a:lnTo>
                  <a:lnTo>
                    <a:pt x="174" y="88"/>
                  </a:lnTo>
                  <a:lnTo>
                    <a:pt x="175" y="91"/>
                  </a:lnTo>
                  <a:lnTo>
                    <a:pt x="175" y="91"/>
                  </a:lnTo>
                  <a:lnTo>
                    <a:pt x="171" y="91"/>
                  </a:lnTo>
                  <a:lnTo>
                    <a:pt x="171" y="91"/>
                  </a:lnTo>
                  <a:lnTo>
                    <a:pt x="170" y="91"/>
                  </a:lnTo>
                  <a:lnTo>
                    <a:pt x="167" y="92"/>
                  </a:lnTo>
                  <a:lnTo>
                    <a:pt x="163" y="96"/>
                  </a:lnTo>
                  <a:lnTo>
                    <a:pt x="163" y="96"/>
                  </a:lnTo>
                  <a:lnTo>
                    <a:pt x="158" y="97"/>
                  </a:lnTo>
                  <a:lnTo>
                    <a:pt x="156" y="97"/>
                  </a:lnTo>
                  <a:lnTo>
                    <a:pt x="154" y="96"/>
                  </a:lnTo>
                  <a:lnTo>
                    <a:pt x="154" y="96"/>
                  </a:lnTo>
                  <a:lnTo>
                    <a:pt x="153" y="94"/>
                  </a:lnTo>
                  <a:lnTo>
                    <a:pt x="150" y="94"/>
                  </a:lnTo>
                  <a:lnTo>
                    <a:pt x="148" y="96"/>
                  </a:lnTo>
                  <a:lnTo>
                    <a:pt x="148" y="98"/>
                  </a:lnTo>
                  <a:lnTo>
                    <a:pt x="148" y="98"/>
                  </a:lnTo>
                  <a:lnTo>
                    <a:pt x="147" y="100"/>
                  </a:lnTo>
                  <a:lnTo>
                    <a:pt x="145" y="103"/>
                  </a:lnTo>
                  <a:lnTo>
                    <a:pt x="143" y="105"/>
                  </a:lnTo>
                  <a:lnTo>
                    <a:pt x="142" y="108"/>
                  </a:lnTo>
                  <a:lnTo>
                    <a:pt x="142" y="108"/>
                  </a:lnTo>
                  <a:lnTo>
                    <a:pt x="143" y="109"/>
                  </a:lnTo>
                  <a:lnTo>
                    <a:pt x="145" y="109"/>
                  </a:lnTo>
                  <a:lnTo>
                    <a:pt x="151" y="108"/>
                  </a:lnTo>
                  <a:lnTo>
                    <a:pt x="151" y="108"/>
                  </a:lnTo>
                  <a:lnTo>
                    <a:pt x="153" y="109"/>
                  </a:lnTo>
                  <a:lnTo>
                    <a:pt x="153" y="110"/>
                  </a:lnTo>
                  <a:lnTo>
                    <a:pt x="148" y="116"/>
                  </a:lnTo>
                  <a:lnTo>
                    <a:pt x="148" y="116"/>
                  </a:lnTo>
                  <a:lnTo>
                    <a:pt x="147" y="119"/>
                  </a:lnTo>
                  <a:lnTo>
                    <a:pt x="148" y="119"/>
                  </a:lnTo>
                  <a:lnTo>
                    <a:pt x="153" y="118"/>
                  </a:lnTo>
                  <a:lnTo>
                    <a:pt x="153" y="118"/>
                  </a:lnTo>
                  <a:lnTo>
                    <a:pt x="155" y="118"/>
                  </a:lnTo>
                  <a:lnTo>
                    <a:pt x="155" y="119"/>
                  </a:lnTo>
                  <a:lnTo>
                    <a:pt x="154" y="121"/>
                  </a:lnTo>
                  <a:lnTo>
                    <a:pt x="151" y="123"/>
                  </a:lnTo>
                  <a:lnTo>
                    <a:pt x="151" y="123"/>
                  </a:lnTo>
                  <a:lnTo>
                    <a:pt x="145" y="125"/>
                  </a:lnTo>
                  <a:lnTo>
                    <a:pt x="143" y="126"/>
                  </a:lnTo>
                  <a:lnTo>
                    <a:pt x="142" y="130"/>
                  </a:lnTo>
                  <a:lnTo>
                    <a:pt x="142" y="130"/>
                  </a:lnTo>
                  <a:lnTo>
                    <a:pt x="140" y="131"/>
                  </a:lnTo>
                  <a:lnTo>
                    <a:pt x="140" y="132"/>
                  </a:lnTo>
                  <a:lnTo>
                    <a:pt x="143" y="134"/>
                  </a:lnTo>
                  <a:lnTo>
                    <a:pt x="151" y="135"/>
                  </a:lnTo>
                  <a:lnTo>
                    <a:pt x="151" y="135"/>
                  </a:lnTo>
                  <a:lnTo>
                    <a:pt x="145" y="135"/>
                  </a:lnTo>
                  <a:lnTo>
                    <a:pt x="138" y="135"/>
                  </a:lnTo>
                  <a:lnTo>
                    <a:pt x="137" y="136"/>
                  </a:lnTo>
                  <a:lnTo>
                    <a:pt x="135" y="137"/>
                  </a:lnTo>
                  <a:lnTo>
                    <a:pt x="135" y="137"/>
                  </a:lnTo>
                  <a:lnTo>
                    <a:pt x="137" y="140"/>
                  </a:lnTo>
                  <a:lnTo>
                    <a:pt x="134" y="142"/>
                  </a:lnTo>
                  <a:lnTo>
                    <a:pt x="133" y="145"/>
                  </a:lnTo>
                  <a:lnTo>
                    <a:pt x="132" y="147"/>
                  </a:lnTo>
                  <a:lnTo>
                    <a:pt x="132" y="147"/>
                  </a:lnTo>
                  <a:lnTo>
                    <a:pt x="133" y="148"/>
                  </a:lnTo>
                  <a:lnTo>
                    <a:pt x="135" y="148"/>
                  </a:lnTo>
                  <a:lnTo>
                    <a:pt x="140" y="148"/>
                  </a:lnTo>
                  <a:lnTo>
                    <a:pt x="140" y="148"/>
                  </a:lnTo>
                  <a:lnTo>
                    <a:pt x="142" y="148"/>
                  </a:lnTo>
                  <a:lnTo>
                    <a:pt x="140" y="150"/>
                  </a:lnTo>
                  <a:lnTo>
                    <a:pt x="138" y="151"/>
                  </a:lnTo>
                  <a:lnTo>
                    <a:pt x="131" y="153"/>
                  </a:lnTo>
                  <a:lnTo>
                    <a:pt x="131" y="153"/>
                  </a:lnTo>
                  <a:lnTo>
                    <a:pt x="128" y="155"/>
                  </a:lnTo>
                  <a:lnTo>
                    <a:pt x="126" y="157"/>
                  </a:lnTo>
                  <a:lnTo>
                    <a:pt x="123" y="160"/>
                  </a:lnTo>
                  <a:lnTo>
                    <a:pt x="123" y="162"/>
                  </a:lnTo>
                  <a:lnTo>
                    <a:pt x="123" y="162"/>
                  </a:lnTo>
                  <a:lnTo>
                    <a:pt x="122" y="166"/>
                  </a:lnTo>
                  <a:lnTo>
                    <a:pt x="121" y="168"/>
                  </a:lnTo>
                  <a:lnTo>
                    <a:pt x="116" y="172"/>
                  </a:lnTo>
                  <a:lnTo>
                    <a:pt x="116" y="172"/>
                  </a:lnTo>
                  <a:lnTo>
                    <a:pt x="113" y="174"/>
                  </a:lnTo>
                  <a:lnTo>
                    <a:pt x="112" y="178"/>
                  </a:lnTo>
                  <a:lnTo>
                    <a:pt x="111" y="184"/>
                  </a:lnTo>
                  <a:lnTo>
                    <a:pt x="111" y="184"/>
                  </a:lnTo>
                  <a:lnTo>
                    <a:pt x="112" y="185"/>
                  </a:lnTo>
                  <a:lnTo>
                    <a:pt x="113" y="185"/>
                  </a:lnTo>
                  <a:lnTo>
                    <a:pt x="116" y="187"/>
                  </a:lnTo>
                  <a:lnTo>
                    <a:pt x="119" y="189"/>
                  </a:lnTo>
                  <a:lnTo>
                    <a:pt x="119" y="189"/>
                  </a:lnTo>
                  <a:lnTo>
                    <a:pt x="122" y="192"/>
                  </a:lnTo>
                  <a:lnTo>
                    <a:pt x="119" y="190"/>
                  </a:lnTo>
                  <a:lnTo>
                    <a:pt x="115" y="190"/>
                  </a:lnTo>
                  <a:lnTo>
                    <a:pt x="111" y="190"/>
                  </a:lnTo>
                  <a:lnTo>
                    <a:pt x="111" y="190"/>
                  </a:lnTo>
                  <a:lnTo>
                    <a:pt x="108" y="192"/>
                  </a:lnTo>
                  <a:lnTo>
                    <a:pt x="107" y="193"/>
                  </a:lnTo>
                  <a:lnTo>
                    <a:pt x="106" y="195"/>
                  </a:lnTo>
                  <a:lnTo>
                    <a:pt x="107" y="198"/>
                  </a:lnTo>
                  <a:lnTo>
                    <a:pt x="107" y="198"/>
                  </a:lnTo>
                  <a:lnTo>
                    <a:pt x="110" y="199"/>
                  </a:lnTo>
                  <a:lnTo>
                    <a:pt x="110" y="200"/>
                  </a:lnTo>
                  <a:lnTo>
                    <a:pt x="108" y="203"/>
                  </a:lnTo>
                  <a:lnTo>
                    <a:pt x="108" y="206"/>
                  </a:lnTo>
                  <a:lnTo>
                    <a:pt x="108" y="206"/>
                  </a:lnTo>
                  <a:lnTo>
                    <a:pt x="108" y="210"/>
                  </a:lnTo>
                  <a:lnTo>
                    <a:pt x="106" y="214"/>
                  </a:lnTo>
                  <a:lnTo>
                    <a:pt x="101" y="220"/>
                  </a:lnTo>
                  <a:lnTo>
                    <a:pt x="101" y="220"/>
                  </a:lnTo>
                  <a:lnTo>
                    <a:pt x="100" y="221"/>
                  </a:lnTo>
                  <a:lnTo>
                    <a:pt x="102" y="222"/>
                  </a:lnTo>
                  <a:lnTo>
                    <a:pt x="107" y="220"/>
                  </a:lnTo>
                  <a:lnTo>
                    <a:pt x="107" y="220"/>
                  </a:lnTo>
                  <a:lnTo>
                    <a:pt x="108" y="220"/>
                  </a:lnTo>
                  <a:lnTo>
                    <a:pt x="107" y="221"/>
                  </a:lnTo>
                  <a:lnTo>
                    <a:pt x="105" y="224"/>
                  </a:lnTo>
                  <a:lnTo>
                    <a:pt x="99" y="230"/>
                  </a:lnTo>
                  <a:lnTo>
                    <a:pt x="99" y="230"/>
                  </a:lnTo>
                  <a:lnTo>
                    <a:pt x="95" y="232"/>
                  </a:lnTo>
                  <a:lnTo>
                    <a:pt x="94" y="235"/>
                  </a:lnTo>
                  <a:lnTo>
                    <a:pt x="92" y="237"/>
                  </a:lnTo>
                  <a:lnTo>
                    <a:pt x="92" y="237"/>
                  </a:lnTo>
                  <a:lnTo>
                    <a:pt x="92" y="240"/>
                  </a:lnTo>
                  <a:lnTo>
                    <a:pt x="90" y="240"/>
                  </a:lnTo>
                  <a:lnTo>
                    <a:pt x="87" y="238"/>
                  </a:lnTo>
                  <a:lnTo>
                    <a:pt x="84" y="238"/>
                  </a:lnTo>
                  <a:lnTo>
                    <a:pt x="84" y="238"/>
                  </a:lnTo>
                  <a:lnTo>
                    <a:pt x="83" y="238"/>
                  </a:lnTo>
                  <a:lnTo>
                    <a:pt x="81" y="241"/>
                  </a:lnTo>
                  <a:lnTo>
                    <a:pt x="78" y="246"/>
                  </a:lnTo>
                  <a:lnTo>
                    <a:pt x="73" y="254"/>
                  </a:lnTo>
                  <a:lnTo>
                    <a:pt x="73" y="254"/>
                  </a:lnTo>
                  <a:lnTo>
                    <a:pt x="65" y="264"/>
                  </a:lnTo>
                  <a:lnTo>
                    <a:pt x="65" y="264"/>
                  </a:lnTo>
                  <a:lnTo>
                    <a:pt x="67" y="267"/>
                  </a:lnTo>
                  <a:lnTo>
                    <a:pt x="69" y="268"/>
                  </a:lnTo>
                  <a:lnTo>
                    <a:pt x="75" y="269"/>
                  </a:lnTo>
                  <a:lnTo>
                    <a:pt x="75" y="269"/>
                  </a:lnTo>
                  <a:lnTo>
                    <a:pt x="78" y="269"/>
                  </a:lnTo>
                  <a:lnTo>
                    <a:pt x="81" y="268"/>
                  </a:lnTo>
                  <a:lnTo>
                    <a:pt x="87" y="264"/>
                  </a:lnTo>
                  <a:lnTo>
                    <a:pt x="87" y="264"/>
                  </a:lnTo>
                  <a:lnTo>
                    <a:pt x="84" y="269"/>
                  </a:lnTo>
                  <a:lnTo>
                    <a:pt x="79" y="273"/>
                  </a:lnTo>
                  <a:lnTo>
                    <a:pt x="75" y="275"/>
                  </a:lnTo>
                  <a:lnTo>
                    <a:pt x="75" y="275"/>
                  </a:lnTo>
                  <a:lnTo>
                    <a:pt x="73" y="275"/>
                  </a:lnTo>
                  <a:lnTo>
                    <a:pt x="71" y="274"/>
                  </a:lnTo>
                  <a:lnTo>
                    <a:pt x="70" y="273"/>
                  </a:lnTo>
                  <a:lnTo>
                    <a:pt x="69" y="272"/>
                  </a:lnTo>
                  <a:lnTo>
                    <a:pt x="69" y="272"/>
                  </a:lnTo>
                  <a:lnTo>
                    <a:pt x="68" y="273"/>
                  </a:lnTo>
                  <a:lnTo>
                    <a:pt x="67" y="274"/>
                  </a:lnTo>
                  <a:lnTo>
                    <a:pt x="64" y="278"/>
                  </a:lnTo>
                  <a:lnTo>
                    <a:pt x="64" y="278"/>
                  </a:lnTo>
                  <a:lnTo>
                    <a:pt x="63" y="278"/>
                  </a:lnTo>
                  <a:lnTo>
                    <a:pt x="59" y="279"/>
                  </a:lnTo>
                  <a:lnTo>
                    <a:pt x="57" y="279"/>
                  </a:lnTo>
                  <a:lnTo>
                    <a:pt x="53" y="279"/>
                  </a:lnTo>
                  <a:lnTo>
                    <a:pt x="53" y="279"/>
                  </a:lnTo>
                  <a:lnTo>
                    <a:pt x="51" y="283"/>
                  </a:lnTo>
                  <a:lnTo>
                    <a:pt x="49" y="285"/>
                  </a:lnTo>
                  <a:lnTo>
                    <a:pt x="51" y="288"/>
                  </a:lnTo>
                  <a:lnTo>
                    <a:pt x="51" y="288"/>
                  </a:lnTo>
                  <a:lnTo>
                    <a:pt x="52" y="290"/>
                  </a:lnTo>
                  <a:lnTo>
                    <a:pt x="52" y="291"/>
                  </a:lnTo>
                  <a:lnTo>
                    <a:pt x="52" y="296"/>
                  </a:lnTo>
                  <a:lnTo>
                    <a:pt x="52" y="296"/>
                  </a:lnTo>
                  <a:lnTo>
                    <a:pt x="52" y="297"/>
                  </a:lnTo>
                  <a:lnTo>
                    <a:pt x="51" y="297"/>
                  </a:lnTo>
                  <a:lnTo>
                    <a:pt x="48" y="295"/>
                  </a:lnTo>
                  <a:lnTo>
                    <a:pt x="44" y="294"/>
                  </a:lnTo>
                  <a:lnTo>
                    <a:pt x="44" y="294"/>
                  </a:lnTo>
                  <a:lnTo>
                    <a:pt x="42" y="294"/>
                  </a:lnTo>
                  <a:lnTo>
                    <a:pt x="39" y="295"/>
                  </a:lnTo>
                  <a:lnTo>
                    <a:pt x="38" y="296"/>
                  </a:lnTo>
                  <a:lnTo>
                    <a:pt x="37" y="299"/>
                  </a:lnTo>
                  <a:lnTo>
                    <a:pt x="37" y="299"/>
                  </a:lnTo>
                  <a:lnTo>
                    <a:pt x="33" y="300"/>
                  </a:lnTo>
                  <a:lnTo>
                    <a:pt x="30" y="300"/>
                  </a:lnTo>
                  <a:lnTo>
                    <a:pt x="26" y="301"/>
                  </a:lnTo>
                  <a:lnTo>
                    <a:pt x="23" y="301"/>
                  </a:lnTo>
                  <a:lnTo>
                    <a:pt x="23" y="301"/>
                  </a:lnTo>
                  <a:lnTo>
                    <a:pt x="22" y="302"/>
                  </a:lnTo>
                  <a:lnTo>
                    <a:pt x="23" y="304"/>
                  </a:lnTo>
                  <a:lnTo>
                    <a:pt x="27" y="307"/>
                  </a:lnTo>
                  <a:lnTo>
                    <a:pt x="27" y="307"/>
                  </a:lnTo>
                  <a:lnTo>
                    <a:pt x="28" y="309"/>
                  </a:lnTo>
                  <a:lnTo>
                    <a:pt x="27" y="309"/>
                  </a:lnTo>
                  <a:lnTo>
                    <a:pt x="20" y="307"/>
                  </a:lnTo>
                  <a:lnTo>
                    <a:pt x="20" y="307"/>
                  </a:lnTo>
                  <a:lnTo>
                    <a:pt x="17" y="307"/>
                  </a:lnTo>
                  <a:lnTo>
                    <a:pt x="16" y="309"/>
                  </a:lnTo>
                  <a:lnTo>
                    <a:pt x="16" y="313"/>
                  </a:lnTo>
                  <a:lnTo>
                    <a:pt x="16" y="313"/>
                  </a:lnTo>
                  <a:lnTo>
                    <a:pt x="15" y="315"/>
                  </a:lnTo>
                  <a:lnTo>
                    <a:pt x="12" y="316"/>
                  </a:lnTo>
                  <a:lnTo>
                    <a:pt x="10" y="316"/>
                  </a:lnTo>
                  <a:lnTo>
                    <a:pt x="7" y="317"/>
                  </a:lnTo>
                  <a:lnTo>
                    <a:pt x="7" y="317"/>
                  </a:lnTo>
                  <a:lnTo>
                    <a:pt x="7" y="318"/>
                  </a:lnTo>
                  <a:lnTo>
                    <a:pt x="9" y="320"/>
                  </a:lnTo>
                  <a:lnTo>
                    <a:pt x="10" y="321"/>
                  </a:lnTo>
                  <a:lnTo>
                    <a:pt x="9" y="321"/>
                  </a:lnTo>
                  <a:lnTo>
                    <a:pt x="9" y="321"/>
                  </a:lnTo>
                  <a:lnTo>
                    <a:pt x="6" y="322"/>
                  </a:lnTo>
                  <a:lnTo>
                    <a:pt x="4" y="323"/>
                  </a:lnTo>
                  <a:lnTo>
                    <a:pt x="1" y="325"/>
                  </a:lnTo>
                  <a:lnTo>
                    <a:pt x="3" y="327"/>
                  </a:lnTo>
                  <a:lnTo>
                    <a:pt x="3" y="327"/>
                  </a:lnTo>
                  <a:lnTo>
                    <a:pt x="6" y="332"/>
                  </a:lnTo>
                  <a:lnTo>
                    <a:pt x="9" y="339"/>
                  </a:lnTo>
                  <a:lnTo>
                    <a:pt x="9" y="339"/>
                  </a:lnTo>
                  <a:lnTo>
                    <a:pt x="11" y="343"/>
                  </a:lnTo>
                  <a:lnTo>
                    <a:pt x="12" y="344"/>
                  </a:lnTo>
                  <a:lnTo>
                    <a:pt x="10" y="344"/>
                  </a:lnTo>
                  <a:lnTo>
                    <a:pt x="10" y="344"/>
                  </a:lnTo>
                  <a:lnTo>
                    <a:pt x="6" y="344"/>
                  </a:lnTo>
                  <a:lnTo>
                    <a:pt x="5" y="346"/>
                  </a:lnTo>
                  <a:lnTo>
                    <a:pt x="6" y="348"/>
                  </a:lnTo>
                  <a:lnTo>
                    <a:pt x="7" y="350"/>
                  </a:lnTo>
                  <a:lnTo>
                    <a:pt x="7" y="350"/>
                  </a:lnTo>
                  <a:lnTo>
                    <a:pt x="9" y="353"/>
                  </a:lnTo>
                  <a:lnTo>
                    <a:pt x="9" y="354"/>
                  </a:lnTo>
                  <a:lnTo>
                    <a:pt x="3" y="355"/>
                  </a:lnTo>
                  <a:lnTo>
                    <a:pt x="3" y="355"/>
                  </a:lnTo>
                  <a:lnTo>
                    <a:pt x="0" y="358"/>
                  </a:lnTo>
                  <a:lnTo>
                    <a:pt x="1" y="359"/>
                  </a:lnTo>
                  <a:lnTo>
                    <a:pt x="4" y="360"/>
                  </a:lnTo>
                  <a:lnTo>
                    <a:pt x="6" y="362"/>
                  </a:lnTo>
                  <a:lnTo>
                    <a:pt x="6" y="362"/>
                  </a:lnTo>
                  <a:lnTo>
                    <a:pt x="7" y="364"/>
                  </a:lnTo>
                  <a:lnTo>
                    <a:pt x="6" y="365"/>
                  </a:lnTo>
                  <a:lnTo>
                    <a:pt x="6" y="366"/>
                  </a:lnTo>
                  <a:lnTo>
                    <a:pt x="7" y="368"/>
                  </a:lnTo>
                  <a:lnTo>
                    <a:pt x="7" y="368"/>
                  </a:lnTo>
                  <a:lnTo>
                    <a:pt x="9" y="369"/>
                  </a:lnTo>
                  <a:lnTo>
                    <a:pt x="9" y="369"/>
                  </a:lnTo>
                  <a:lnTo>
                    <a:pt x="7" y="371"/>
                  </a:lnTo>
                  <a:lnTo>
                    <a:pt x="6" y="374"/>
                  </a:lnTo>
                  <a:lnTo>
                    <a:pt x="6" y="376"/>
                  </a:lnTo>
                  <a:lnTo>
                    <a:pt x="7" y="378"/>
                  </a:lnTo>
                  <a:lnTo>
                    <a:pt x="7" y="378"/>
                  </a:lnTo>
                  <a:lnTo>
                    <a:pt x="10" y="379"/>
                  </a:lnTo>
                  <a:lnTo>
                    <a:pt x="12" y="378"/>
                  </a:lnTo>
                  <a:lnTo>
                    <a:pt x="16" y="373"/>
                  </a:lnTo>
                  <a:lnTo>
                    <a:pt x="16" y="373"/>
                  </a:lnTo>
                  <a:lnTo>
                    <a:pt x="17" y="371"/>
                  </a:lnTo>
                  <a:lnTo>
                    <a:pt x="17" y="374"/>
                  </a:lnTo>
                  <a:lnTo>
                    <a:pt x="14" y="382"/>
                  </a:lnTo>
                  <a:lnTo>
                    <a:pt x="14" y="382"/>
                  </a:lnTo>
                  <a:lnTo>
                    <a:pt x="11" y="384"/>
                  </a:lnTo>
                  <a:lnTo>
                    <a:pt x="10" y="384"/>
                  </a:lnTo>
                  <a:lnTo>
                    <a:pt x="7" y="382"/>
                  </a:lnTo>
                  <a:lnTo>
                    <a:pt x="5" y="382"/>
                  </a:lnTo>
                  <a:lnTo>
                    <a:pt x="5" y="382"/>
                  </a:lnTo>
                  <a:lnTo>
                    <a:pt x="3" y="382"/>
                  </a:lnTo>
                  <a:lnTo>
                    <a:pt x="3" y="384"/>
                  </a:lnTo>
                  <a:lnTo>
                    <a:pt x="4" y="386"/>
                  </a:lnTo>
                  <a:lnTo>
                    <a:pt x="6" y="390"/>
                  </a:lnTo>
                  <a:lnTo>
                    <a:pt x="7" y="394"/>
                  </a:lnTo>
                  <a:lnTo>
                    <a:pt x="7" y="394"/>
                  </a:lnTo>
                  <a:lnTo>
                    <a:pt x="9" y="398"/>
                  </a:lnTo>
                  <a:lnTo>
                    <a:pt x="12" y="398"/>
                  </a:lnTo>
                  <a:lnTo>
                    <a:pt x="12" y="398"/>
                  </a:lnTo>
                  <a:lnTo>
                    <a:pt x="15" y="397"/>
                  </a:lnTo>
                  <a:lnTo>
                    <a:pt x="16" y="397"/>
                  </a:lnTo>
                  <a:lnTo>
                    <a:pt x="19" y="394"/>
                  </a:lnTo>
                  <a:lnTo>
                    <a:pt x="19" y="394"/>
                  </a:lnTo>
                  <a:lnTo>
                    <a:pt x="20" y="392"/>
                  </a:lnTo>
                  <a:lnTo>
                    <a:pt x="20" y="394"/>
                  </a:lnTo>
                  <a:lnTo>
                    <a:pt x="20" y="396"/>
                  </a:lnTo>
                  <a:lnTo>
                    <a:pt x="19" y="400"/>
                  </a:lnTo>
                  <a:lnTo>
                    <a:pt x="20" y="405"/>
                  </a:lnTo>
                  <a:lnTo>
                    <a:pt x="20" y="405"/>
                  </a:lnTo>
                  <a:lnTo>
                    <a:pt x="20" y="406"/>
                  </a:lnTo>
                  <a:lnTo>
                    <a:pt x="17" y="406"/>
                  </a:lnTo>
                  <a:lnTo>
                    <a:pt x="15" y="405"/>
                  </a:lnTo>
                  <a:lnTo>
                    <a:pt x="12" y="406"/>
                  </a:lnTo>
                  <a:lnTo>
                    <a:pt x="12" y="406"/>
                  </a:lnTo>
                  <a:lnTo>
                    <a:pt x="10" y="408"/>
                  </a:lnTo>
                  <a:lnTo>
                    <a:pt x="11" y="411"/>
                  </a:lnTo>
                  <a:lnTo>
                    <a:pt x="12" y="413"/>
                  </a:lnTo>
                  <a:lnTo>
                    <a:pt x="14" y="416"/>
                  </a:lnTo>
                  <a:lnTo>
                    <a:pt x="14" y="416"/>
                  </a:lnTo>
                  <a:lnTo>
                    <a:pt x="26" y="427"/>
                  </a:lnTo>
                  <a:lnTo>
                    <a:pt x="26" y="427"/>
                  </a:lnTo>
                  <a:lnTo>
                    <a:pt x="30" y="428"/>
                  </a:lnTo>
                  <a:lnTo>
                    <a:pt x="33" y="429"/>
                  </a:lnTo>
                  <a:lnTo>
                    <a:pt x="41" y="427"/>
                  </a:lnTo>
                  <a:lnTo>
                    <a:pt x="41" y="427"/>
                  </a:lnTo>
                  <a:lnTo>
                    <a:pt x="43" y="427"/>
                  </a:lnTo>
                  <a:lnTo>
                    <a:pt x="46" y="427"/>
                  </a:lnTo>
                  <a:lnTo>
                    <a:pt x="47" y="428"/>
                  </a:lnTo>
                  <a:lnTo>
                    <a:pt x="49" y="427"/>
                  </a:lnTo>
                  <a:lnTo>
                    <a:pt x="49" y="427"/>
                  </a:lnTo>
                  <a:lnTo>
                    <a:pt x="55" y="419"/>
                  </a:lnTo>
                  <a:lnTo>
                    <a:pt x="60" y="414"/>
                  </a:lnTo>
                  <a:lnTo>
                    <a:pt x="64" y="408"/>
                  </a:lnTo>
                  <a:lnTo>
                    <a:pt x="64" y="408"/>
                  </a:lnTo>
                  <a:lnTo>
                    <a:pt x="68" y="403"/>
                  </a:lnTo>
                  <a:lnTo>
                    <a:pt x="70" y="400"/>
                  </a:lnTo>
                  <a:lnTo>
                    <a:pt x="73" y="400"/>
                  </a:lnTo>
                  <a:lnTo>
                    <a:pt x="75" y="398"/>
                  </a:lnTo>
                  <a:lnTo>
                    <a:pt x="75" y="398"/>
                  </a:lnTo>
                  <a:lnTo>
                    <a:pt x="78" y="398"/>
                  </a:lnTo>
                  <a:lnTo>
                    <a:pt x="80" y="396"/>
                  </a:lnTo>
                  <a:lnTo>
                    <a:pt x="80" y="390"/>
                  </a:lnTo>
                  <a:lnTo>
                    <a:pt x="80" y="390"/>
                  </a:lnTo>
                  <a:lnTo>
                    <a:pt x="80" y="389"/>
                  </a:lnTo>
                  <a:lnTo>
                    <a:pt x="80" y="389"/>
                  </a:lnTo>
                  <a:lnTo>
                    <a:pt x="81" y="392"/>
                  </a:lnTo>
                  <a:lnTo>
                    <a:pt x="85" y="402"/>
                  </a:lnTo>
                  <a:lnTo>
                    <a:pt x="85" y="402"/>
                  </a:lnTo>
                  <a:lnTo>
                    <a:pt x="94" y="406"/>
                  </a:lnTo>
                  <a:lnTo>
                    <a:pt x="94" y="406"/>
                  </a:lnTo>
                  <a:lnTo>
                    <a:pt x="96" y="406"/>
                  </a:lnTo>
                  <a:lnTo>
                    <a:pt x="97" y="405"/>
                  </a:lnTo>
                  <a:lnTo>
                    <a:pt x="99" y="401"/>
                  </a:lnTo>
                  <a:lnTo>
                    <a:pt x="100" y="39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7" name="Freeform 727"/>
            <p:cNvSpPr>
              <a:spLocks/>
            </p:cNvSpPr>
            <p:nvPr/>
          </p:nvSpPr>
          <p:spPr bwMode="gray">
            <a:xfrm>
              <a:off x="2436079" y="2710619"/>
              <a:ext cx="437470" cy="982900"/>
            </a:xfrm>
            <a:custGeom>
              <a:avLst/>
              <a:gdLst>
                <a:gd name="T0" fmla="*/ 139 w 148"/>
                <a:gd name="T1" fmla="*/ 225 h 328"/>
                <a:gd name="T2" fmla="*/ 141 w 148"/>
                <a:gd name="T3" fmla="*/ 210 h 328"/>
                <a:gd name="T4" fmla="*/ 136 w 148"/>
                <a:gd name="T5" fmla="*/ 200 h 328"/>
                <a:gd name="T6" fmla="*/ 133 w 148"/>
                <a:gd name="T7" fmla="*/ 189 h 328"/>
                <a:gd name="T8" fmla="*/ 130 w 148"/>
                <a:gd name="T9" fmla="*/ 161 h 328"/>
                <a:gd name="T10" fmla="*/ 136 w 148"/>
                <a:gd name="T11" fmla="*/ 151 h 328"/>
                <a:gd name="T12" fmla="*/ 120 w 148"/>
                <a:gd name="T13" fmla="*/ 109 h 328"/>
                <a:gd name="T14" fmla="*/ 129 w 148"/>
                <a:gd name="T15" fmla="*/ 93 h 328"/>
                <a:gd name="T16" fmla="*/ 127 w 148"/>
                <a:gd name="T17" fmla="*/ 82 h 328"/>
                <a:gd name="T18" fmla="*/ 111 w 148"/>
                <a:gd name="T19" fmla="*/ 62 h 328"/>
                <a:gd name="T20" fmla="*/ 116 w 148"/>
                <a:gd name="T21" fmla="*/ 49 h 328"/>
                <a:gd name="T22" fmla="*/ 117 w 148"/>
                <a:gd name="T23" fmla="*/ 41 h 328"/>
                <a:gd name="T24" fmla="*/ 117 w 148"/>
                <a:gd name="T25" fmla="*/ 32 h 328"/>
                <a:gd name="T26" fmla="*/ 122 w 148"/>
                <a:gd name="T27" fmla="*/ 17 h 328"/>
                <a:gd name="T28" fmla="*/ 112 w 148"/>
                <a:gd name="T29" fmla="*/ 8 h 328"/>
                <a:gd name="T30" fmla="*/ 103 w 148"/>
                <a:gd name="T31" fmla="*/ 1 h 328"/>
                <a:gd name="T32" fmla="*/ 93 w 148"/>
                <a:gd name="T33" fmla="*/ 2 h 328"/>
                <a:gd name="T34" fmla="*/ 85 w 148"/>
                <a:gd name="T35" fmla="*/ 4 h 328"/>
                <a:gd name="T36" fmla="*/ 77 w 148"/>
                <a:gd name="T37" fmla="*/ 32 h 328"/>
                <a:gd name="T38" fmla="*/ 69 w 148"/>
                <a:gd name="T39" fmla="*/ 45 h 328"/>
                <a:gd name="T40" fmla="*/ 59 w 148"/>
                <a:gd name="T41" fmla="*/ 48 h 328"/>
                <a:gd name="T42" fmla="*/ 50 w 148"/>
                <a:gd name="T43" fmla="*/ 44 h 328"/>
                <a:gd name="T44" fmla="*/ 31 w 148"/>
                <a:gd name="T45" fmla="*/ 46 h 328"/>
                <a:gd name="T46" fmla="*/ 13 w 148"/>
                <a:gd name="T47" fmla="*/ 28 h 328"/>
                <a:gd name="T48" fmla="*/ 12 w 148"/>
                <a:gd name="T49" fmla="*/ 30 h 328"/>
                <a:gd name="T50" fmla="*/ 10 w 148"/>
                <a:gd name="T51" fmla="*/ 35 h 328"/>
                <a:gd name="T52" fmla="*/ 0 w 148"/>
                <a:gd name="T53" fmla="*/ 41 h 328"/>
                <a:gd name="T54" fmla="*/ 18 w 148"/>
                <a:gd name="T55" fmla="*/ 48 h 328"/>
                <a:gd name="T56" fmla="*/ 36 w 148"/>
                <a:gd name="T57" fmla="*/ 60 h 328"/>
                <a:gd name="T58" fmla="*/ 45 w 148"/>
                <a:gd name="T59" fmla="*/ 78 h 328"/>
                <a:gd name="T60" fmla="*/ 45 w 148"/>
                <a:gd name="T61" fmla="*/ 91 h 328"/>
                <a:gd name="T62" fmla="*/ 47 w 148"/>
                <a:gd name="T63" fmla="*/ 104 h 328"/>
                <a:gd name="T64" fmla="*/ 53 w 148"/>
                <a:gd name="T65" fmla="*/ 114 h 328"/>
                <a:gd name="T66" fmla="*/ 50 w 148"/>
                <a:gd name="T67" fmla="*/ 128 h 328"/>
                <a:gd name="T68" fmla="*/ 49 w 148"/>
                <a:gd name="T69" fmla="*/ 141 h 328"/>
                <a:gd name="T70" fmla="*/ 54 w 148"/>
                <a:gd name="T71" fmla="*/ 155 h 328"/>
                <a:gd name="T72" fmla="*/ 64 w 148"/>
                <a:gd name="T73" fmla="*/ 163 h 328"/>
                <a:gd name="T74" fmla="*/ 64 w 148"/>
                <a:gd name="T75" fmla="*/ 178 h 328"/>
                <a:gd name="T76" fmla="*/ 54 w 148"/>
                <a:gd name="T77" fmla="*/ 189 h 328"/>
                <a:gd name="T78" fmla="*/ 39 w 148"/>
                <a:gd name="T79" fmla="*/ 213 h 328"/>
                <a:gd name="T80" fmla="*/ 27 w 148"/>
                <a:gd name="T81" fmla="*/ 230 h 328"/>
                <a:gd name="T82" fmla="*/ 11 w 148"/>
                <a:gd name="T83" fmla="*/ 249 h 328"/>
                <a:gd name="T84" fmla="*/ 17 w 148"/>
                <a:gd name="T85" fmla="*/ 275 h 328"/>
                <a:gd name="T86" fmla="*/ 16 w 148"/>
                <a:gd name="T87" fmla="*/ 296 h 328"/>
                <a:gd name="T88" fmla="*/ 17 w 148"/>
                <a:gd name="T89" fmla="*/ 309 h 328"/>
                <a:gd name="T90" fmla="*/ 24 w 148"/>
                <a:gd name="T91" fmla="*/ 312 h 328"/>
                <a:gd name="T92" fmla="*/ 31 w 148"/>
                <a:gd name="T93" fmla="*/ 320 h 328"/>
                <a:gd name="T94" fmla="*/ 36 w 148"/>
                <a:gd name="T95" fmla="*/ 327 h 328"/>
                <a:gd name="T96" fmla="*/ 52 w 148"/>
                <a:gd name="T97" fmla="*/ 327 h 328"/>
                <a:gd name="T98" fmla="*/ 65 w 148"/>
                <a:gd name="T99" fmla="*/ 322 h 328"/>
                <a:gd name="T100" fmla="*/ 86 w 148"/>
                <a:gd name="T101" fmla="*/ 317 h 328"/>
                <a:gd name="T102" fmla="*/ 95 w 148"/>
                <a:gd name="T103" fmla="*/ 315 h 328"/>
                <a:gd name="T104" fmla="*/ 103 w 148"/>
                <a:gd name="T105" fmla="*/ 315 h 328"/>
                <a:gd name="T106" fmla="*/ 141 w 148"/>
                <a:gd name="T107" fmla="*/ 265 h 328"/>
                <a:gd name="T108" fmla="*/ 146 w 148"/>
                <a:gd name="T109" fmla="*/ 233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48" h="328">
                  <a:moveTo>
                    <a:pt x="145" y="230"/>
                  </a:moveTo>
                  <a:lnTo>
                    <a:pt x="145" y="230"/>
                  </a:lnTo>
                  <a:lnTo>
                    <a:pt x="143" y="227"/>
                  </a:lnTo>
                  <a:lnTo>
                    <a:pt x="139" y="225"/>
                  </a:lnTo>
                  <a:lnTo>
                    <a:pt x="138" y="222"/>
                  </a:lnTo>
                  <a:lnTo>
                    <a:pt x="138" y="217"/>
                  </a:lnTo>
                  <a:lnTo>
                    <a:pt x="138" y="217"/>
                  </a:lnTo>
                  <a:lnTo>
                    <a:pt x="141" y="210"/>
                  </a:lnTo>
                  <a:lnTo>
                    <a:pt x="143" y="206"/>
                  </a:lnTo>
                  <a:lnTo>
                    <a:pt x="140" y="204"/>
                  </a:lnTo>
                  <a:lnTo>
                    <a:pt x="140" y="204"/>
                  </a:lnTo>
                  <a:lnTo>
                    <a:pt x="136" y="200"/>
                  </a:lnTo>
                  <a:lnTo>
                    <a:pt x="135" y="198"/>
                  </a:lnTo>
                  <a:lnTo>
                    <a:pt x="134" y="193"/>
                  </a:lnTo>
                  <a:lnTo>
                    <a:pt x="133" y="189"/>
                  </a:lnTo>
                  <a:lnTo>
                    <a:pt x="133" y="189"/>
                  </a:lnTo>
                  <a:lnTo>
                    <a:pt x="130" y="176"/>
                  </a:lnTo>
                  <a:lnTo>
                    <a:pt x="129" y="167"/>
                  </a:lnTo>
                  <a:lnTo>
                    <a:pt x="129" y="163"/>
                  </a:lnTo>
                  <a:lnTo>
                    <a:pt x="130" y="161"/>
                  </a:lnTo>
                  <a:lnTo>
                    <a:pt x="130" y="161"/>
                  </a:lnTo>
                  <a:lnTo>
                    <a:pt x="134" y="156"/>
                  </a:lnTo>
                  <a:lnTo>
                    <a:pt x="136" y="151"/>
                  </a:lnTo>
                  <a:lnTo>
                    <a:pt x="136" y="151"/>
                  </a:lnTo>
                  <a:lnTo>
                    <a:pt x="133" y="142"/>
                  </a:lnTo>
                  <a:lnTo>
                    <a:pt x="127" y="129"/>
                  </a:lnTo>
                  <a:lnTo>
                    <a:pt x="122" y="115"/>
                  </a:lnTo>
                  <a:lnTo>
                    <a:pt x="120" y="109"/>
                  </a:lnTo>
                  <a:lnTo>
                    <a:pt x="120" y="107"/>
                  </a:lnTo>
                  <a:lnTo>
                    <a:pt x="120" y="107"/>
                  </a:lnTo>
                  <a:lnTo>
                    <a:pt x="127" y="98"/>
                  </a:lnTo>
                  <a:lnTo>
                    <a:pt x="129" y="93"/>
                  </a:lnTo>
                  <a:lnTo>
                    <a:pt x="129" y="88"/>
                  </a:lnTo>
                  <a:lnTo>
                    <a:pt x="129" y="88"/>
                  </a:lnTo>
                  <a:lnTo>
                    <a:pt x="128" y="86"/>
                  </a:lnTo>
                  <a:lnTo>
                    <a:pt x="127" y="82"/>
                  </a:lnTo>
                  <a:lnTo>
                    <a:pt x="119" y="76"/>
                  </a:lnTo>
                  <a:lnTo>
                    <a:pt x="113" y="68"/>
                  </a:lnTo>
                  <a:lnTo>
                    <a:pt x="112" y="66"/>
                  </a:lnTo>
                  <a:lnTo>
                    <a:pt x="111" y="62"/>
                  </a:lnTo>
                  <a:lnTo>
                    <a:pt x="111" y="62"/>
                  </a:lnTo>
                  <a:lnTo>
                    <a:pt x="112" y="57"/>
                  </a:lnTo>
                  <a:lnTo>
                    <a:pt x="114" y="52"/>
                  </a:lnTo>
                  <a:lnTo>
                    <a:pt x="116" y="49"/>
                  </a:lnTo>
                  <a:lnTo>
                    <a:pt x="117" y="45"/>
                  </a:lnTo>
                  <a:lnTo>
                    <a:pt x="117" y="45"/>
                  </a:lnTo>
                  <a:lnTo>
                    <a:pt x="117" y="41"/>
                  </a:lnTo>
                  <a:lnTo>
                    <a:pt x="117" y="41"/>
                  </a:lnTo>
                  <a:lnTo>
                    <a:pt x="116" y="36"/>
                  </a:lnTo>
                  <a:lnTo>
                    <a:pt x="116" y="33"/>
                  </a:lnTo>
                  <a:lnTo>
                    <a:pt x="117" y="32"/>
                  </a:lnTo>
                  <a:lnTo>
                    <a:pt x="117" y="32"/>
                  </a:lnTo>
                  <a:lnTo>
                    <a:pt x="120" y="25"/>
                  </a:lnTo>
                  <a:lnTo>
                    <a:pt x="122" y="22"/>
                  </a:lnTo>
                  <a:lnTo>
                    <a:pt x="122" y="17"/>
                  </a:lnTo>
                  <a:lnTo>
                    <a:pt x="122" y="17"/>
                  </a:lnTo>
                  <a:lnTo>
                    <a:pt x="120" y="14"/>
                  </a:lnTo>
                  <a:lnTo>
                    <a:pt x="119" y="12"/>
                  </a:lnTo>
                  <a:lnTo>
                    <a:pt x="116" y="11"/>
                  </a:lnTo>
                  <a:lnTo>
                    <a:pt x="112" y="8"/>
                  </a:lnTo>
                  <a:lnTo>
                    <a:pt x="109" y="6"/>
                  </a:lnTo>
                  <a:lnTo>
                    <a:pt x="109" y="6"/>
                  </a:lnTo>
                  <a:lnTo>
                    <a:pt x="107" y="3"/>
                  </a:lnTo>
                  <a:lnTo>
                    <a:pt x="103" y="1"/>
                  </a:lnTo>
                  <a:lnTo>
                    <a:pt x="101" y="0"/>
                  </a:lnTo>
                  <a:lnTo>
                    <a:pt x="97" y="0"/>
                  </a:lnTo>
                  <a:lnTo>
                    <a:pt x="97" y="0"/>
                  </a:lnTo>
                  <a:lnTo>
                    <a:pt x="93" y="2"/>
                  </a:lnTo>
                  <a:lnTo>
                    <a:pt x="90" y="3"/>
                  </a:lnTo>
                  <a:lnTo>
                    <a:pt x="87" y="3"/>
                  </a:lnTo>
                  <a:lnTo>
                    <a:pt x="87" y="3"/>
                  </a:lnTo>
                  <a:lnTo>
                    <a:pt x="85" y="4"/>
                  </a:lnTo>
                  <a:lnTo>
                    <a:pt x="82" y="9"/>
                  </a:lnTo>
                  <a:lnTo>
                    <a:pt x="80" y="19"/>
                  </a:lnTo>
                  <a:lnTo>
                    <a:pt x="80" y="19"/>
                  </a:lnTo>
                  <a:lnTo>
                    <a:pt x="77" y="32"/>
                  </a:lnTo>
                  <a:lnTo>
                    <a:pt x="75" y="38"/>
                  </a:lnTo>
                  <a:lnTo>
                    <a:pt x="74" y="40"/>
                  </a:lnTo>
                  <a:lnTo>
                    <a:pt x="74" y="40"/>
                  </a:lnTo>
                  <a:lnTo>
                    <a:pt x="69" y="45"/>
                  </a:lnTo>
                  <a:lnTo>
                    <a:pt x="65" y="48"/>
                  </a:lnTo>
                  <a:lnTo>
                    <a:pt x="63" y="49"/>
                  </a:lnTo>
                  <a:lnTo>
                    <a:pt x="63" y="49"/>
                  </a:lnTo>
                  <a:lnTo>
                    <a:pt x="59" y="48"/>
                  </a:lnTo>
                  <a:lnTo>
                    <a:pt x="55" y="46"/>
                  </a:lnTo>
                  <a:lnTo>
                    <a:pt x="53" y="44"/>
                  </a:lnTo>
                  <a:lnTo>
                    <a:pt x="50" y="44"/>
                  </a:lnTo>
                  <a:lnTo>
                    <a:pt x="50" y="44"/>
                  </a:lnTo>
                  <a:lnTo>
                    <a:pt x="42" y="46"/>
                  </a:lnTo>
                  <a:lnTo>
                    <a:pt x="36" y="48"/>
                  </a:lnTo>
                  <a:lnTo>
                    <a:pt x="31" y="46"/>
                  </a:lnTo>
                  <a:lnTo>
                    <a:pt x="31" y="46"/>
                  </a:lnTo>
                  <a:lnTo>
                    <a:pt x="26" y="43"/>
                  </a:lnTo>
                  <a:lnTo>
                    <a:pt x="22" y="36"/>
                  </a:lnTo>
                  <a:lnTo>
                    <a:pt x="17" y="32"/>
                  </a:lnTo>
                  <a:lnTo>
                    <a:pt x="13" y="28"/>
                  </a:lnTo>
                  <a:lnTo>
                    <a:pt x="13" y="28"/>
                  </a:lnTo>
                  <a:lnTo>
                    <a:pt x="12" y="28"/>
                  </a:lnTo>
                  <a:lnTo>
                    <a:pt x="12" y="28"/>
                  </a:lnTo>
                  <a:lnTo>
                    <a:pt x="12" y="30"/>
                  </a:lnTo>
                  <a:lnTo>
                    <a:pt x="12" y="34"/>
                  </a:lnTo>
                  <a:lnTo>
                    <a:pt x="11" y="35"/>
                  </a:lnTo>
                  <a:lnTo>
                    <a:pt x="10" y="35"/>
                  </a:lnTo>
                  <a:lnTo>
                    <a:pt x="10" y="35"/>
                  </a:lnTo>
                  <a:lnTo>
                    <a:pt x="2" y="36"/>
                  </a:lnTo>
                  <a:lnTo>
                    <a:pt x="0" y="36"/>
                  </a:lnTo>
                  <a:lnTo>
                    <a:pt x="0" y="36"/>
                  </a:lnTo>
                  <a:lnTo>
                    <a:pt x="0" y="41"/>
                  </a:lnTo>
                  <a:lnTo>
                    <a:pt x="0" y="41"/>
                  </a:lnTo>
                  <a:lnTo>
                    <a:pt x="11" y="45"/>
                  </a:lnTo>
                  <a:lnTo>
                    <a:pt x="18" y="48"/>
                  </a:lnTo>
                  <a:lnTo>
                    <a:pt x="18" y="48"/>
                  </a:lnTo>
                  <a:lnTo>
                    <a:pt x="26" y="52"/>
                  </a:lnTo>
                  <a:lnTo>
                    <a:pt x="32" y="56"/>
                  </a:lnTo>
                  <a:lnTo>
                    <a:pt x="32" y="56"/>
                  </a:lnTo>
                  <a:lnTo>
                    <a:pt x="36" y="60"/>
                  </a:lnTo>
                  <a:lnTo>
                    <a:pt x="38" y="65"/>
                  </a:lnTo>
                  <a:lnTo>
                    <a:pt x="44" y="75"/>
                  </a:lnTo>
                  <a:lnTo>
                    <a:pt x="44" y="75"/>
                  </a:lnTo>
                  <a:lnTo>
                    <a:pt x="45" y="78"/>
                  </a:lnTo>
                  <a:lnTo>
                    <a:pt x="45" y="81"/>
                  </a:lnTo>
                  <a:lnTo>
                    <a:pt x="45" y="86"/>
                  </a:lnTo>
                  <a:lnTo>
                    <a:pt x="45" y="86"/>
                  </a:lnTo>
                  <a:lnTo>
                    <a:pt x="45" y="91"/>
                  </a:lnTo>
                  <a:lnTo>
                    <a:pt x="47" y="96"/>
                  </a:lnTo>
                  <a:lnTo>
                    <a:pt x="47" y="96"/>
                  </a:lnTo>
                  <a:lnTo>
                    <a:pt x="48" y="99"/>
                  </a:lnTo>
                  <a:lnTo>
                    <a:pt x="47" y="104"/>
                  </a:lnTo>
                  <a:lnTo>
                    <a:pt x="47" y="104"/>
                  </a:lnTo>
                  <a:lnTo>
                    <a:pt x="48" y="108"/>
                  </a:lnTo>
                  <a:lnTo>
                    <a:pt x="50" y="110"/>
                  </a:lnTo>
                  <a:lnTo>
                    <a:pt x="53" y="114"/>
                  </a:lnTo>
                  <a:lnTo>
                    <a:pt x="54" y="118"/>
                  </a:lnTo>
                  <a:lnTo>
                    <a:pt x="54" y="118"/>
                  </a:lnTo>
                  <a:lnTo>
                    <a:pt x="53" y="123"/>
                  </a:lnTo>
                  <a:lnTo>
                    <a:pt x="50" y="128"/>
                  </a:lnTo>
                  <a:lnTo>
                    <a:pt x="48" y="136"/>
                  </a:lnTo>
                  <a:lnTo>
                    <a:pt x="48" y="136"/>
                  </a:lnTo>
                  <a:lnTo>
                    <a:pt x="49" y="139"/>
                  </a:lnTo>
                  <a:lnTo>
                    <a:pt x="49" y="141"/>
                  </a:lnTo>
                  <a:lnTo>
                    <a:pt x="49" y="141"/>
                  </a:lnTo>
                  <a:lnTo>
                    <a:pt x="53" y="155"/>
                  </a:lnTo>
                  <a:lnTo>
                    <a:pt x="53" y="155"/>
                  </a:lnTo>
                  <a:lnTo>
                    <a:pt x="54" y="155"/>
                  </a:lnTo>
                  <a:lnTo>
                    <a:pt x="54" y="155"/>
                  </a:lnTo>
                  <a:lnTo>
                    <a:pt x="58" y="155"/>
                  </a:lnTo>
                  <a:lnTo>
                    <a:pt x="60" y="157"/>
                  </a:lnTo>
                  <a:lnTo>
                    <a:pt x="64" y="163"/>
                  </a:lnTo>
                  <a:lnTo>
                    <a:pt x="64" y="163"/>
                  </a:lnTo>
                  <a:lnTo>
                    <a:pt x="65" y="168"/>
                  </a:lnTo>
                  <a:lnTo>
                    <a:pt x="65" y="173"/>
                  </a:lnTo>
                  <a:lnTo>
                    <a:pt x="64" y="178"/>
                  </a:lnTo>
                  <a:lnTo>
                    <a:pt x="61" y="181"/>
                  </a:lnTo>
                  <a:lnTo>
                    <a:pt x="61" y="181"/>
                  </a:lnTo>
                  <a:lnTo>
                    <a:pt x="58" y="183"/>
                  </a:lnTo>
                  <a:lnTo>
                    <a:pt x="54" y="189"/>
                  </a:lnTo>
                  <a:lnTo>
                    <a:pt x="48" y="200"/>
                  </a:lnTo>
                  <a:lnTo>
                    <a:pt x="48" y="200"/>
                  </a:lnTo>
                  <a:lnTo>
                    <a:pt x="44" y="205"/>
                  </a:lnTo>
                  <a:lnTo>
                    <a:pt x="39" y="213"/>
                  </a:lnTo>
                  <a:lnTo>
                    <a:pt x="33" y="219"/>
                  </a:lnTo>
                  <a:lnTo>
                    <a:pt x="31" y="224"/>
                  </a:lnTo>
                  <a:lnTo>
                    <a:pt x="31" y="224"/>
                  </a:lnTo>
                  <a:lnTo>
                    <a:pt x="27" y="230"/>
                  </a:lnTo>
                  <a:lnTo>
                    <a:pt x="22" y="236"/>
                  </a:lnTo>
                  <a:lnTo>
                    <a:pt x="12" y="247"/>
                  </a:lnTo>
                  <a:lnTo>
                    <a:pt x="12" y="247"/>
                  </a:lnTo>
                  <a:lnTo>
                    <a:pt x="11" y="249"/>
                  </a:lnTo>
                  <a:lnTo>
                    <a:pt x="11" y="252"/>
                  </a:lnTo>
                  <a:lnTo>
                    <a:pt x="13" y="258"/>
                  </a:lnTo>
                  <a:lnTo>
                    <a:pt x="13" y="258"/>
                  </a:lnTo>
                  <a:lnTo>
                    <a:pt x="17" y="275"/>
                  </a:lnTo>
                  <a:lnTo>
                    <a:pt x="18" y="283"/>
                  </a:lnTo>
                  <a:lnTo>
                    <a:pt x="18" y="289"/>
                  </a:lnTo>
                  <a:lnTo>
                    <a:pt x="18" y="289"/>
                  </a:lnTo>
                  <a:lnTo>
                    <a:pt x="16" y="296"/>
                  </a:lnTo>
                  <a:lnTo>
                    <a:pt x="15" y="304"/>
                  </a:lnTo>
                  <a:lnTo>
                    <a:pt x="15" y="304"/>
                  </a:lnTo>
                  <a:lnTo>
                    <a:pt x="16" y="306"/>
                  </a:lnTo>
                  <a:lnTo>
                    <a:pt x="17" y="309"/>
                  </a:lnTo>
                  <a:lnTo>
                    <a:pt x="18" y="311"/>
                  </a:lnTo>
                  <a:lnTo>
                    <a:pt x="21" y="312"/>
                  </a:lnTo>
                  <a:lnTo>
                    <a:pt x="21" y="312"/>
                  </a:lnTo>
                  <a:lnTo>
                    <a:pt x="24" y="312"/>
                  </a:lnTo>
                  <a:lnTo>
                    <a:pt x="27" y="315"/>
                  </a:lnTo>
                  <a:lnTo>
                    <a:pt x="29" y="317"/>
                  </a:lnTo>
                  <a:lnTo>
                    <a:pt x="31" y="320"/>
                  </a:lnTo>
                  <a:lnTo>
                    <a:pt x="31" y="320"/>
                  </a:lnTo>
                  <a:lnTo>
                    <a:pt x="32" y="323"/>
                  </a:lnTo>
                  <a:lnTo>
                    <a:pt x="33" y="326"/>
                  </a:lnTo>
                  <a:lnTo>
                    <a:pt x="36" y="327"/>
                  </a:lnTo>
                  <a:lnTo>
                    <a:pt x="36" y="327"/>
                  </a:lnTo>
                  <a:lnTo>
                    <a:pt x="39" y="328"/>
                  </a:lnTo>
                  <a:lnTo>
                    <a:pt x="44" y="328"/>
                  </a:lnTo>
                  <a:lnTo>
                    <a:pt x="49" y="328"/>
                  </a:lnTo>
                  <a:lnTo>
                    <a:pt x="52" y="327"/>
                  </a:lnTo>
                  <a:lnTo>
                    <a:pt x="52" y="327"/>
                  </a:lnTo>
                  <a:lnTo>
                    <a:pt x="56" y="325"/>
                  </a:lnTo>
                  <a:lnTo>
                    <a:pt x="60" y="323"/>
                  </a:lnTo>
                  <a:lnTo>
                    <a:pt x="65" y="322"/>
                  </a:lnTo>
                  <a:lnTo>
                    <a:pt x="65" y="322"/>
                  </a:lnTo>
                  <a:lnTo>
                    <a:pt x="77" y="320"/>
                  </a:lnTo>
                  <a:lnTo>
                    <a:pt x="82" y="318"/>
                  </a:lnTo>
                  <a:lnTo>
                    <a:pt x="86" y="317"/>
                  </a:lnTo>
                  <a:lnTo>
                    <a:pt x="86" y="317"/>
                  </a:lnTo>
                  <a:lnTo>
                    <a:pt x="88" y="315"/>
                  </a:lnTo>
                  <a:lnTo>
                    <a:pt x="91" y="315"/>
                  </a:lnTo>
                  <a:lnTo>
                    <a:pt x="95" y="315"/>
                  </a:lnTo>
                  <a:lnTo>
                    <a:pt x="95" y="315"/>
                  </a:lnTo>
                  <a:lnTo>
                    <a:pt x="98" y="316"/>
                  </a:lnTo>
                  <a:lnTo>
                    <a:pt x="103" y="315"/>
                  </a:lnTo>
                  <a:lnTo>
                    <a:pt x="103" y="315"/>
                  </a:lnTo>
                  <a:lnTo>
                    <a:pt x="127" y="288"/>
                  </a:lnTo>
                  <a:lnTo>
                    <a:pt x="136" y="275"/>
                  </a:lnTo>
                  <a:lnTo>
                    <a:pt x="141" y="265"/>
                  </a:lnTo>
                  <a:lnTo>
                    <a:pt x="141" y="265"/>
                  </a:lnTo>
                  <a:lnTo>
                    <a:pt x="145" y="257"/>
                  </a:lnTo>
                  <a:lnTo>
                    <a:pt x="146" y="246"/>
                  </a:lnTo>
                  <a:lnTo>
                    <a:pt x="148" y="237"/>
                  </a:lnTo>
                  <a:lnTo>
                    <a:pt x="146" y="233"/>
                  </a:lnTo>
                  <a:lnTo>
                    <a:pt x="145" y="23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8" name="Freeform 737"/>
            <p:cNvSpPr>
              <a:spLocks/>
            </p:cNvSpPr>
            <p:nvPr/>
          </p:nvSpPr>
          <p:spPr bwMode="gray">
            <a:xfrm>
              <a:off x="3245988" y="4784297"/>
              <a:ext cx="289674" cy="155826"/>
            </a:xfrm>
            <a:custGeom>
              <a:avLst/>
              <a:gdLst>
                <a:gd name="T0" fmla="*/ 80 w 98"/>
                <a:gd name="T1" fmla="*/ 45 h 52"/>
                <a:gd name="T2" fmla="*/ 80 w 98"/>
                <a:gd name="T3" fmla="*/ 45 h 52"/>
                <a:gd name="T4" fmla="*/ 89 w 98"/>
                <a:gd name="T5" fmla="*/ 48 h 52"/>
                <a:gd name="T6" fmla="*/ 93 w 98"/>
                <a:gd name="T7" fmla="*/ 49 h 52"/>
                <a:gd name="T8" fmla="*/ 96 w 98"/>
                <a:gd name="T9" fmla="*/ 48 h 52"/>
                <a:gd name="T10" fmla="*/ 96 w 98"/>
                <a:gd name="T11" fmla="*/ 48 h 52"/>
                <a:gd name="T12" fmla="*/ 96 w 98"/>
                <a:gd name="T13" fmla="*/ 45 h 52"/>
                <a:gd name="T14" fmla="*/ 96 w 98"/>
                <a:gd name="T15" fmla="*/ 41 h 52"/>
                <a:gd name="T16" fmla="*/ 96 w 98"/>
                <a:gd name="T17" fmla="*/ 36 h 52"/>
                <a:gd name="T18" fmla="*/ 98 w 98"/>
                <a:gd name="T19" fmla="*/ 33 h 52"/>
                <a:gd name="T20" fmla="*/ 98 w 98"/>
                <a:gd name="T21" fmla="*/ 33 h 52"/>
                <a:gd name="T22" fmla="*/ 90 w 98"/>
                <a:gd name="T23" fmla="*/ 28 h 52"/>
                <a:gd name="T24" fmla="*/ 83 w 98"/>
                <a:gd name="T25" fmla="*/ 24 h 52"/>
                <a:gd name="T26" fmla="*/ 83 w 98"/>
                <a:gd name="T27" fmla="*/ 24 h 52"/>
                <a:gd name="T28" fmla="*/ 58 w 98"/>
                <a:gd name="T29" fmla="*/ 17 h 52"/>
                <a:gd name="T30" fmla="*/ 43 w 98"/>
                <a:gd name="T31" fmla="*/ 13 h 52"/>
                <a:gd name="T32" fmla="*/ 35 w 98"/>
                <a:gd name="T33" fmla="*/ 9 h 52"/>
                <a:gd name="T34" fmla="*/ 35 w 98"/>
                <a:gd name="T35" fmla="*/ 9 h 52"/>
                <a:gd name="T36" fmla="*/ 21 w 98"/>
                <a:gd name="T37" fmla="*/ 2 h 52"/>
                <a:gd name="T38" fmla="*/ 16 w 98"/>
                <a:gd name="T39" fmla="*/ 0 h 52"/>
                <a:gd name="T40" fmla="*/ 11 w 98"/>
                <a:gd name="T41" fmla="*/ 0 h 52"/>
                <a:gd name="T42" fmla="*/ 11 w 98"/>
                <a:gd name="T43" fmla="*/ 0 h 52"/>
                <a:gd name="T44" fmla="*/ 0 w 98"/>
                <a:gd name="T45" fmla="*/ 4 h 52"/>
                <a:gd name="T46" fmla="*/ 0 w 98"/>
                <a:gd name="T47" fmla="*/ 4 h 52"/>
                <a:gd name="T48" fmla="*/ 2 w 98"/>
                <a:gd name="T49" fmla="*/ 7 h 52"/>
                <a:gd name="T50" fmla="*/ 4 w 98"/>
                <a:gd name="T51" fmla="*/ 8 h 52"/>
                <a:gd name="T52" fmla="*/ 11 w 98"/>
                <a:gd name="T53" fmla="*/ 9 h 52"/>
                <a:gd name="T54" fmla="*/ 11 w 98"/>
                <a:gd name="T55" fmla="*/ 9 h 52"/>
                <a:gd name="T56" fmla="*/ 15 w 98"/>
                <a:gd name="T57" fmla="*/ 9 h 52"/>
                <a:gd name="T58" fmla="*/ 16 w 98"/>
                <a:gd name="T59" fmla="*/ 12 h 52"/>
                <a:gd name="T60" fmla="*/ 19 w 98"/>
                <a:gd name="T61" fmla="*/ 19 h 52"/>
                <a:gd name="T62" fmla="*/ 19 w 98"/>
                <a:gd name="T63" fmla="*/ 19 h 52"/>
                <a:gd name="T64" fmla="*/ 24 w 98"/>
                <a:gd name="T65" fmla="*/ 27 h 52"/>
                <a:gd name="T66" fmla="*/ 25 w 98"/>
                <a:gd name="T67" fmla="*/ 30 h 52"/>
                <a:gd name="T68" fmla="*/ 25 w 98"/>
                <a:gd name="T69" fmla="*/ 34 h 52"/>
                <a:gd name="T70" fmla="*/ 25 w 98"/>
                <a:gd name="T71" fmla="*/ 34 h 52"/>
                <a:gd name="T72" fmla="*/ 24 w 98"/>
                <a:gd name="T73" fmla="*/ 38 h 52"/>
                <a:gd name="T74" fmla="*/ 24 w 98"/>
                <a:gd name="T75" fmla="*/ 38 h 52"/>
                <a:gd name="T76" fmla="*/ 35 w 98"/>
                <a:gd name="T77" fmla="*/ 43 h 52"/>
                <a:gd name="T78" fmla="*/ 35 w 98"/>
                <a:gd name="T79" fmla="*/ 43 h 52"/>
                <a:gd name="T80" fmla="*/ 43 w 98"/>
                <a:gd name="T81" fmla="*/ 48 h 52"/>
                <a:gd name="T82" fmla="*/ 47 w 98"/>
                <a:gd name="T83" fmla="*/ 50 h 52"/>
                <a:gd name="T84" fmla="*/ 48 w 98"/>
                <a:gd name="T85" fmla="*/ 52 h 52"/>
                <a:gd name="T86" fmla="*/ 48 w 98"/>
                <a:gd name="T87" fmla="*/ 52 h 52"/>
                <a:gd name="T88" fmla="*/ 58 w 98"/>
                <a:gd name="T89" fmla="*/ 50 h 52"/>
                <a:gd name="T90" fmla="*/ 67 w 98"/>
                <a:gd name="T91" fmla="*/ 49 h 52"/>
                <a:gd name="T92" fmla="*/ 67 w 98"/>
                <a:gd name="T93" fmla="*/ 49 h 52"/>
                <a:gd name="T94" fmla="*/ 71 w 98"/>
                <a:gd name="T95" fmla="*/ 49 h 52"/>
                <a:gd name="T96" fmla="*/ 74 w 98"/>
                <a:gd name="T97" fmla="*/ 48 h 52"/>
                <a:gd name="T98" fmla="*/ 74 w 98"/>
                <a:gd name="T99" fmla="*/ 48 h 52"/>
                <a:gd name="T100" fmla="*/ 77 w 98"/>
                <a:gd name="T101" fmla="*/ 46 h 52"/>
                <a:gd name="T102" fmla="*/ 80 w 98"/>
                <a:gd name="T103" fmla="*/ 4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98" h="52">
                  <a:moveTo>
                    <a:pt x="80" y="45"/>
                  </a:moveTo>
                  <a:lnTo>
                    <a:pt x="80" y="45"/>
                  </a:lnTo>
                  <a:lnTo>
                    <a:pt x="89" y="48"/>
                  </a:lnTo>
                  <a:lnTo>
                    <a:pt x="93" y="49"/>
                  </a:lnTo>
                  <a:lnTo>
                    <a:pt x="96" y="48"/>
                  </a:lnTo>
                  <a:lnTo>
                    <a:pt x="96" y="48"/>
                  </a:lnTo>
                  <a:lnTo>
                    <a:pt x="96" y="45"/>
                  </a:lnTo>
                  <a:lnTo>
                    <a:pt x="96" y="41"/>
                  </a:lnTo>
                  <a:lnTo>
                    <a:pt x="96" y="36"/>
                  </a:lnTo>
                  <a:lnTo>
                    <a:pt x="98" y="33"/>
                  </a:lnTo>
                  <a:lnTo>
                    <a:pt x="98" y="33"/>
                  </a:lnTo>
                  <a:lnTo>
                    <a:pt x="90" y="28"/>
                  </a:lnTo>
                  <a:lnTo>
                    <a:pt x="83" y="24"/>
                  </a:lnTo>
                  <a:lnTo>
                    <a:pt x="83" y="24"/>
                  </a:lnTo>
                  <a:lnTo>
                    <a:pt x="58" y="17"/>
                  </a:lnTo>
                  <a:lnTo>
                    <a:pt x="43" y="13"/>
                  </a:lnTo>
                  <a:lnTo>
                    <a:pt x="35" y="9"/>
                  </a:lnTo>
                  <a:lnTo>
                    <a:pt x="35" y="9"/>
                  </a:lnTo>
                  <a:lnTo>
                    <a:pt x="21" y="2"/>
                  </a:lnTo>
                  <a:lnTo>
                    <a:pt x="16" y="0"/>
                  </a:lnTo>
                  <a:lnTo>
                    <a:pt x="11" y="0"/>
                  </a:lnTo>
                  <a:lnTo>
                    <a:pt x="11" y="0"/>
                  </a:lnTo>
                  <a:lnTo>
                    <a:pt x="0" y="4"/>
                  </a:lnTo>
                  <a:lnTo>
                    <a:pt x="0" y="4"/>
                  </a:lnTo>
                  <a:lnTo>
                    <a:pt x="2" y="7"/>
                  </a:lnTo>
                  <a:lnTo>
                    <a:pt x="4" y="8"/>
                  </a:lnTo>
                  <a:lnTo>
                    <a:pt x="11" y="9"/>
                  </a:lnTo>
                  <a:lnTo>
                    <a:pt x="11" y="9"/>
                  </a:lnTo>
                  <a:lnTo>
                    <a:pt x="15" y="9"/>
                  </a:lnTo>
                  <a:lnTo>
                    <a:pt x="16" y="12"/>
                  </a:lnTo>
                  <a:lnTo>
                    <a:pt x="19" y="19"/>
                  </a:lnTo>
                  <a:lnTo>
                    <a:pt x="19" y="19"/>
                  </a:lnTo>
                  <a:lnTo>
                    <a:pt x="24" y="27"/>
                  </a:lnTo>
                  <a:lnTo>
                    <a:pt x="25" y="30"/>
                  </a:lnTo>
                  <a:lnTo>
                    <a:pt x="25" y="34"/>
                  </a:lnTo>
                  <a:lnTo>
                    <a:pt x="25" y="34"/>
                  </a:lnTo>
                  <a:lnTo>
                    <a:pt x="24" y="38"/>
                  </a:lnTo>
                  <a:lnTo>
                    <a:pt x="24" y="38"/>
                  </a:lnTo>
                  <a:lnTo>
                    <a:pt x="35" y="43"/>
                  </a:lnTo>
                  <a:lnTo>
                    <a:pt x="35" y="43"/>
                  </a:lnTo>
                  <a:lnTo>
                    <a:pt x="43" y="48"/>
                  </a:lnTo>
                  <a:lnTo>
                    <a:pt x="47" y="50"/>
                  </a:lnTo>
                  <a:lnTo>
                    <a:pt x="48" y="52"/>
                  </a:lnTo>
                  <a:lnTo>
                    <a:pt x="48" y="52"/>
                  </a:lnTo>
                  <a:lnTo>
                    <a:pt x="58" y="50"/>
                  </a:lnTo>
                  <a:lnTo>
                    <a:pt x="67" y="49"/>
                  </a:lnTo>
                  <a:lnTo>
                    <a:pt x="67" y="49"/>
                  </a:lnTo>
                  <a:lnTo>
                    <a:pt x="71" y="49"/>
                  </a:lnTo>
                  <a:lnTo>
                    <a:pt x="74" y="48"/>
                  </a:lnTo>
                  <a:lnTo>
                    <a:pt x="74" y="48"/>
                  </a:lnTo>
                  <a:lnTo>
                    <a:pt x="77" y="46"/>
                  </a:lnTo>
                  <a:lnTo>
                    <a:pt x="80" y="4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39" name="Freeform 739"/>
            <p:cNvSpPr>
              <a:spLocks/>
            </p:cNvSpPr>
            <p:nvPr/>
          </p:nvSpPr>
          <p:spPr bwMode="gray">
            <a:xfrm>
              <a:off x="3387870" y="4928137"/>
              <a:ext cx="135971" cy="119866"/>
            </a:xfrm>
            <a:custGeom>
              <a:avLst/>
              <a:gdLst>
                <a:gd name="T0" fmla="*/ 41 w 46"/>
                <a:gd name="T1" fmla="*/ 40 h 40"/>
                <a:gd name="T2" fmla="*/ 41 w 46"/>
                <a:gd name="T3" fmla="*/ 40 h 40"/>
                <a:gd name="T4" fmla="*/ 40 w 46"/>
                <a:gd name="T5" fmla="*/ 40 h 40"/>
                <a:gd name="T6" fmla="*/ 40 w 46"/>
                <a:gd name="T7" fmla="*/ 40 h 40"/>
                <a:gd name="T8" fmla="*/ 27 w 46"/>
                <a:gd name="T9" fmla="*/ 34 h 40"/>
                <a:gd name="T10" fmla="*/ 20 w 46"/>
                <a:gd name="T11" fmla="*/ 29 h 40"/>
                <a:gd name="T12" fmla="*/ 15 w 46"/>
                <a:gd name="T13" fmla="*/ 24 h 40"/>
                <a:gd name="T14" fmla="*/ 15 w 46"/>
                <a:gd name="T15" fmla="*/ 24 h 40"/>
                <a:gd name="T16" fmla="*/ 14 w 46"/>
                <a:gd name="T17" fmla="*/ 23 h 40"/>
                <a:gd name="T18" fmla="*/ 14 w 46"/>
                <a:gd name="T19" fmla="*/ 23 h 40"/>
                <a:gd name="T20" fmla="*/ 7 w 46"/>
                <a:gd name="T21" fmla="*/ 14 h 40"/>
                <a:gd name="T22" fmla="*/ 3 w 46"/>
                <a:gd name="T23" fmla="*/ 11 h 40"/>
                <a:gd name="T24" fmla="*/ 2 w 46"/>
                <a:gd name="T25" fmla="*/ 8 h 40"/>
                <a:gd name="T26" fmla="*/ 2 w 46"/>
                <a:gd name="T27" fmla="*/ 8 h 40"/>
                <a:gd name="T28" fmla="*/ 0 w 46"/>
                <a:gd name="T29" fmla="*/ 4 h 40"/>
                <a:gd name="T30" fmla="*/ 0 w 46"/>
                <a:gd name="T31" fmla="*/ 4 h 40"/>
                <a:gd name="T32" fmla="*/ 2 w 46"/>
                <a:gd name="T33" fmla="*/ 4 h 40"/>
                <a:gd name="T34" fmla="*/ 2 w 46"/>
                <a:gd name="T35" fmla="*/ 4 h 40"/>
                <a:gd name="T36" fmla="*/ 2 w 46"/>
                <a:gd name="T37" fmla="*/ 4 h 40"/>
                <a:gd name="T38" fmla="*/ 2 w 46"/>
                <a:gd name="T39" fmla="*/ 4 h 40"/>
                <a:gd name="T40" fmla="*/ 2 w 46"/>
                <a:gd name="T41" fmla="*/ 4 h 40"/>
                <a:gd name="T42" fmla="*/ 2 w 46"/>
                <a:gd name="T43" fmla="*/ 4 h 40"/>
                <a:gd name="T44" fmla="*/ 2 w 46"/>
                <a:gd name="T45" fmla="*/ 4 h 40"/>
                <a:gd name="T46" fmla="*/ 2 w 46"/>
                <a:gd name="T47" fmla="*/ 4 h 40"/>
                <a:gd name="T48" fmla="*/ 2 w 46"/>
                <a:gd name="T49" fmla="*/ 4 h 40"/>
                <a:gd name="T50" fmla="*/ 2 w 46"/>
                <a:gd name="T51" fmla="*/ 4 h 40"/>
                <a:gd name="T52" fmla="*/ 2 w 46"/>
                <a:gd name="T53" fmla="*/ 4 h 40"/>
                <a:gd name="T54" fmla="*/ 2 w 46"/>
                <a:gd name="T55" fmla="*/ 4 h 40"/>
                <a:gd name="T56" fmla="*/ 3 w 46"/>
                <a:gd name="T57" fmla="*/ 4 h 40"/>
                <a:gd name="T58" fmla="*/ 3 w 46"/>
                <a:gd name="T59" fmla="*/ 4 h 40"/>
                <a:gd name="T60" fmla="*/ 4 w 46"/>
                <a:gd name="T61" fmla="*/ 3 h 40"/>
                <a:gd name="T62" fmla="*/ 4 w 46"/>
                <a:gd name="T63" fmla="*/ 3 h 40"/>
                <a:gd name="T64" fmla="*/ 4 w 46"/>
                <a:gd name="T65" fmla="*/ 3 h 40"/>
                <a:gd name="T66" fmla="*/ 4 w 46"/>
                <a:gd name="T67" fmla="*/ 3 h 40"/>
                <a:gd name="T68" fmla="*/ 4 w 46"/>
                <a:gd name="T69" fmla="*/ 3 h 40"/>
                <a:gd name="T70" fmla="*/ 15 w 46"/>
                <a:gd name="T71" fmla="*/ 1 h 40"/>
                <a:gd name="T72" fmla="*/ 15 w 46"/>
                <a:gd name="T73" fmla="*/ 1 h 40"/>
                <a:gd name="T74" fmla="*/ 16 w 46"/>
                <a:gd name="T75" fmla="*/ 1 h 40"/>
                <a:gd name="T76" fmla="*/ 16 w 46"/>
                <a:gd name="T77" fmla="*/ 1 h 40"/>
                <a:gd name="T78" fmla="*/ 18 w 46"/>
                <a:gd name="T79" fmla="*/ 1 h 40"/>
                <a:gd name="T80" fmla="*/ 18 w 46"/>
                <a:gd name="T81" fmla="*/ 1 h 40"/>
                <a:gd name="T82" fmla="*/ 18 w 46"/>
                <a:gd name="T83" fmla="*/ 1 h 40"/>
                <a:gd name="T84" fmla="*/ 18 w 46"/>
                <a:gd name="T85" fmla="*/ 1 h 40"/>
                <a:gd name="T86" fmla="*/ 19 w 46"/>
                <a:gd name="T87" fmla="*/ 1 h 40"/>
                <a:gd name="T88" fmla="*/ 19 w 46"/>
                <a:gd name="T89" fmla="*/ 1 h 40"/>
                <a:gd name="T90" fmla="*/ 20 w 46"/>
                <a:gd name="T91" fmla="*/ 1 h 40"/>
                <a:gd name="T92" fmla="*/ 20 w 46"/>
                <a:gd name="T93" fmla="*/ 1 h 40"/>
                <a:gd name="T94" fmla="*/ 23 w 46"/>
                <a:gd name="T95" fmla="*/ 1 h 40"/>
                <a:gd name="T96" fmla="*/ 25 w 46"/>
                <a:gd name="T97" fmla="*/ 0 h 40"/>
                <a:gd name="T98" fmla="*/ 25 w 46"/>
                <a:gd name="T99" fmla="*/ 0 h 40"/>
                <a:gd name="T100" fmla="*/ 30 w 46"/>
                <a:gd name="T101" fmla="*/ 7 h 40"/>
                <a:gd name="T102" fmla="*/ 35 w 46"/>
                <a:gd name="T103" fmla="*/ 13 h 40"/>
                <a:gd name="T104" fmla="*/ 42 w 46"/>
                <a:gd name="T105" fmla="*/ 20 h 40"/>
                <a:gd name="T106" fmla="*/ 42 w 46"/>
                <a:gd name="T107" fmla="*/ 20 h 40"/>
                <a:gd name="T108" fmla="*/ 45 w 46"/>
                <a:gd name="T109" fmla="*/ 24 h 40"/>
                <a:gd name="T110" fmla="*/ 45 w 46"/>
                <a:gd name="T111" fmla="*/ 28 h 40"/>
                <a:gd name="T112" fmla="*/ 46 w 46"/>
                <a:gd name="T113" fmla="*/ 39 h 40"/>
                <a:gd name="T114" fmla="*/ 46 w 46"/>
                <a:gd name="T115" fmla="*/ 39 h 40"/>
                <a:gd name="T116" fmla="*/ 41 w 46"/>
                <a:gd name="T117" fmla="*/ 4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6" h="40">
                  <a:moveTo>
                    <a:pt x="41" y="40"/>
                  </a:moveTo>
                  <a:lnTo>
                    <a:pt x="41" y="40"/>
                  </a:lnTo>
                  <a:lnTo>
                    <a:pt x="40" y="40"/>
                  </a:lnTo>
                  <a:lnTo>
                    <a:pt x="40" y="40"/>
                  </a:lnTo>
                  <a:lnTo>
                    <a:pt x="27" y="34"/>
                  </a:lnTo>
                  <a:lnTo>
                    <a:pt x="20" y="29"/>
                  </a:lnTo>
                  <a:lnTo>
                    <a:pt x="15" y="24"/>
                  </a:lnTo>
                  <a:lnTo>
                    <a:pt x="15" y="24"/>
                  </a:lnTo>
                  <a:lnTo>
                    <a:pt x="14" y="23"/>
                  </a:lnTo>
                  <a:lnTo>
                    <a:pt x="14" y="23"/>
                  </a:lnTo>
                  <a:lnTo>
                    <a:pt x="7" y="14"/>
                  </a:lnTo>
                  <a:lnTo>
                    <a:pt x="3" y="11"/>
                  </a:lnTo>
                  <a:lnTo>
                    <a:pt x="2" y="8"/>
                  </a:lnTo>
                  <a:lnTo>
                    <a:pt x="2" y="8"/>
                  </a:lnTo>
                  <a:lnTo>
                    <a:pt x="0" y="4"/>
                  </a:lnTo>
                  <a:lnTo>
                    <a:pt x="0" y="4"/>
                  </a:lnTo>
                  <a:lnTo>
                    <a:pt x="2" y="4"/>
                  </a:lnTo>
                  <a:lnTo>
                    <a:pt x="2" y="4"/>
                  </a:lnTo>
                  <a:lnTo>
                    <a:pt x="2" y="4"/>
                  </a:lnTo>
                  <a:lnTo>
                    <a:pt x="2" y="4"/>
                  </a:lnTo>
                  <a:lnTo>
                    <a:pt x="2" y="4"/>
                  </a:lnTo>
                  <a:lnTo>
                    <a:pt x="2" y="4"/>
                  </a:lnTo>
                  <a:lnTo>
                    <a:pt x="2" y="4"/>
                  </a:lnTo>
                  <a:lnTo>
                    <a:pt x="2" y="4"/>
                  </a:lnTo>
                  <a:lnTo>
                    <a:pt x="2" y="4"/>
                  </a:lnTo>
                  <a:lnTo>
                    <a:pt x="2" y="4"/>
                  </a:lnTo>
                  <a:lnTo>
                    <a:pt x="2" y="4"/>
                  </a:lnTo>
                  <a:lnTo>
                    <a:pt x="2" y="4"/>
                  </a:lnTo>
                  <a:lnTo>
                    <a:pt x="3" y="4"/>
                  </a:lnTo>
                  <a:lnTo>
                    <a:pt x="3" y="4"/>
                  </a:lnTo>
                  <a:lnTo>
                    <a:pt x="4" y="3"/>
                  </a:lnTo>
                  <a:lnTo>
                    <a:pt x="4" y="3"/>
                  </a:lnTo>
                  <a:lnTo>
                    <a:pt x="4" y="3"/>
                  </a:lnTo>
                  <a:lnTo>
                    <a:pt x="4" y="3"/>
                  </a:lnTo>
                  <a:lnTo>
                    <a:pt x="4" y="3"/>
                  </a:lnTo>
                  <a:lnTo>
                    <a:pt x="15" y="1"/>
                  </a:lnTo>
                  <a:lnTo>
                    <a:pt x="15" y="1"/>
                  </a:lnTo>
                  <a:lnTo>
                    <a:pt x="16" y="1"/>
                  </a:lnTo>
                  <a:lnTo>
                    <a:pt x="16" y="1"/>
                  </a:lnTo>
                  <a:lnTo>
                    <a:pt x="18" y="1"/>
                  </a:lnTo>
                  <a:lnTo>
                    <a:pt x="18" y="1"/>
                  </a:lnTo>
                  <a:lnTo>
                    <a:pt x="18" y="1"/>
                  </a:lnTo>
                  <a:lnTo>
                    <a:pt x="18" y="1"/>
                  </a:lnTo>
                  <a:lnTo>
                    <a:pt x="19" y="1"/>
                  </a:lnTo>
                  <a:lnTo>
                    <a:pt x="19" y="1"/>
                  </a:lnTo>
                  <a:lnTo>
                    <a:pt x="20" y="1"/>
                  </a:lnTo>
                  <a:lnTo>
                    <a:pt x="20" y="1"/>
                  </a:lnTo>
                  <a:lnTo>
                    <a:pt x="23" y="1"/>
                  </a:lnTo>
                  <a:lnTo>
                    <a:pt x="25" y="0"/>
                  </a:lnTo>
                  <a:lnTo>
                    <a:pt x="25" y="0"/>
                  </a:lnTo>
                  <a:lnTo>
                    <a:pt x="30" y="7"/>
                  </a:lnTo>
                  <a:lnTo>
                    <a:pt x="35" y="13"/>
                  </a:lnTo>
                  <a:lnTo>
                    <a:pt x="42" y="20"/>
                  </a:lnTo>
                  <a:lnTo>
                    <a:pt x="42" y="20"/>
                  </a:lnTo>
                  <a:lnTo>
                    <a:pt x="45" y="24"/>
                  </a:lnTo>
                  <a:lnTo>
                    <a:pt x="45" y="28"/>
                  </a:lnTo>
                  <a:lnTo>
                    <a:pt x="46" y="39"/>
                  </a:lnTo>
                  <a:lnTo>
                    <a:pt x="46" y="39"/>
                  </a:lnTo>
                  <a:lnTo>
                    <a:pt x="41" y="4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0" name="Freeform 754"/>
            <p:cNvSpPr>
              <a:spLocks/>
            </p:cNvSpPr>
            <p:nvPr/>
          </p:nvSpPr>
          <p:spPr bwMode="gray">
            <a:xfrm>
              <a:off x="3461765" y="4883187"/>
              <a:ext cx="189176" cy="182795"/>
            </a:xfrm>
            <a:custGeom>
              <a:avLst/>
              <a:gdLst>
                <a:gd name="T0" fmla="*/ 59 w 64"/>
                <a:gd name="T1" fmla="*/ 17 h 61"/>
                <a:gd name="T2" fmla="*/ 55 w 64"/>
                <a:gd name="T3" fmla="*/ 12 h 61"/>
                <a:gd name="T4" fmla="*/ 52 w 64"/>
                <a:gd name="T5" fmla="*/ 3 h 61"/>
                <a:gd name="T6" fmla="*/ 52 w 64"/>
                <a:gd name="T7" fmla="*/ 2 h 61"/>
                <a:gd name="T8" fmla="*/ 42 w 64"/>
                <a:gd name="T9" fmla="*/ 7 h 61"/>
                <a:gd name="T10" fmla="*/ 34 w 64"/>
                <a:gd name="T11" fmla="*/ 6 h 61"/>
                <a:gd name="T12" fmla="*/ 25 w 64"/>
                <a:gd name="T13" fmla="*/ 0 h 61"/>
                <a:gd name="T14" fmla="*/ 23 w 64"/>
                <a:gd name="T15" fmla="*/ 3 h 61"/>
                <a:gd name="T16" fmla="*/ 23 w 64"/>
                <a:gd name="T17" fmla="*/ 12 h 61"/>
                <a:gd name="T18" fmla="*/ 23 w 64"/>
                <a:gd name="T19" fmla="*/ 15 h 61"/>
                <a:gd name="T20" fmla="*/ 16 w 64"/>
                <a:gd name="T21" fmla="*/ 15 h 61"/>
                <a:gd name="T22" fmla="*/ 7 w 64"/>
                <a:gd name="T23" fmla="*/ 12 h 61"/>
                <a:gd name="T24" fmla="*/ 0 w 64"/>
                <a:gd name="T25" fmla="*/ 15 h 61"/>
                <a:gd name="T26" fmla="*/ 5 w 64"/>
                <a:gd name="T27" fmla="*/ 22 h 61"/>
                <a:gd name="T28" fmla="*/ 17 w 64"/>
                <a:gd name="T29" fmla="*/ 35 h 61"/>
                <a:gd name="T30" fmla="*/ 20 w 64"/>
                <a:gd name="T31" fmla="*/ 39 h 61"/>
                <a:gd name="T32" fmla="*/ 21 w 64"/>
                <a:gd name="T33" fmla="*/ 54 h 61"/>
                <a:gd name="T34" fmla="*/ 31 w 64"/>
                <a:gd name="T35" fmla="*/ 48 h 61"/>
                <a:gd name="T36" fmla="*/ 39 w 64"/>
                <a:gd name="T37" fmla="*/ 44 h 61"/>
                <a:gd name="T38" fmla="*/ 41 w 64"/>
                <a:gd name="T39" fmla="*/ 43 h 61"/>
                <a:gd name="T40" fmla="*/ 42 w 64"/>
                <a:gd name="T41" fmla="*/ 48 h 61"/>
                <a:gd name="T42" fmla="*/ 42 w 64"/>
                <a:gd name="T43" fmla="*/ 58 h 61"/>
                <a:gd name="T44" fmla="*/ 44 w 64"/>
                <a:gd name="T45" fmla="*/ 60 h 61"/>
                <a:gd name="T46" fmla="*/ 52 w 64"/>
                <a:gd name="T47" fmla="*/ 61 h 61"/>
                <a:gd name="T48" fmla="*/ 52 w 64"/>
                <a:gd name="T49" fmla="*/ 54 h 61"/>
                <a:gd name="T50" fmla="*/ 50 w 64"/>
                <a:gd name="T51" fmla="*/ 50 h 61"/>
                <a:gd name="T52" fmla="*/ 50 w 64"/>
                <a:gd name="T53" fmla="*/ 47 h 61"/>
                <a:gd name="T54" fmla="*/ 53 w 64"/>
                <a:gd name="T55" fmla="*/ 45 h 61"/>
                <a:gd name="T56" fmla="*/ 55 w 64"/>
                <a:gd name="T57" fmla="*/ 43 h 61"/>
                <a:gd name="T58" fmla="*/ 62 w 64"/>
                <a:gd name="T59" fmla="*/ 33 h 61"/>
                <a:gd name="T60" fmla="*/ 64 w 64"/>
                <a:gd name="T61" fmla="*/ 29 h 61"/>
                <a:gd name="T62" fmla="*/ 64 w 64"/>
                <a:gd name="T63" fmla="*/ 27 h 61"/>
                <a:gd name="T64" fmla="*/ 60 w 64"/>
                <a:gd name="T65" fmla="*/ 2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4" h="61">
                  <a:moveTo>
                    <a:pt x="59" y="17"/>
                  </a:moveTo>
                  <a:lnTo>
                    <a:pt x="59" y="17"/>
                  </a:lnTo>
                  <a:lnTo>
                    <a:pt x="58" y="15"/>
                  </a:lnTo>
                  <a:lnTo>
                    <a:pt x="55" y="12"/>
                  </a:lnTo>
                  <a:lnTo>
                    <a:pt x="53" y="8"/>
                  </a:lnTo>
                  <a:lnTo>
                    <a:pt x="52" y="3"/>
                  </a:lnTo>
                  <a:lnTo>
                    <a:pt x="52" y="3"/>
                  </a:lnTo>
                  <a:lnTo>
                    <a:pt x="52" y="2"/>
                  </a:lnTo>
                  <a:lnTo>
                    <a:pt x="52" y="2"/>
                  </a:lnTo>
                  <a:lnTo>
                    <a:pt x="42" y="7"/>
                  </a:lnTo>
                  <a:lnTo>
                    <a:pt x="37" y="7"/>
                  </a:lnTo>
                  <a:lnTo>
                    <a:pt x="34" y="6"/>
                  </a:lnTo>
                  <a:lnTo>
                    <a:pt x="34" y="6"/>
                  </a:lnTo>
                  <a:lnTo>
                    <a:pt x="25" y="0"/>
                  </a:lnTo>
                  <a:lnTo>
                    <a:pt x="25" y="0"/>
                  </a:lnTo>
                  <a:lnTo>
                    <a:pt x="23" y="3"/>
                  </a:lnTo>
                  <a:lnTo>
                    <a:pt x="23" y="8"/>
                  </a:lnTo>
                  <a:lnTo>
                    <a:pt x="23" y="12"/>
                  </a:lnTo>
                  <a:lnTo>
                    <a:pt x="23" y="15"/>
                  </a:lnTo>
                  <a:lnTo>
                    <a:pt x="23" y="15"/>
                  </a:lnTo>
                  <a:lnTo>
                    <a:pt x="20" y="16"/>
                  </a:lnTo>
                  <a:lnTo>
                    <a:pt x="16" y="15"/>
                  </a:lnTo>
                  <a:lnTo>
                    <a:pt x="7" y="12"/>
                  </a:lnTo>
                  <a:lnTo>
                    <a:pt x="7" y="12"/>
                  </a:lnTo>
                  <a:lnTo>
                    <a:pt x="4" y="13"/>
                  </a:lnTo>
                  <a:lnTo>
                    <a:pt x="0" y="15"/>
                  </a:lnTo>
                  <a:lnTo>
                    <a:pt x="0" y="15"/>
                  </a:lnTo>
                  <a:lnTo>
                    <a:pt x="5" y="22"/>
                  </a:lnTo>
                  <a:lnTo>
                    <a:pt x="10" y="28"/>
                  </a:lnTo>
                  <a:lnTo>
                    <a:pt x="17" y="35"/>
                  </a:lnTo>
                  <a:lnTo>
                    <a:pt x="17" y="35"/>
                  </a:lnTo>
                  <a:lnTo>
                    <a:pt x="20" y="39"/>
                  </a:lnTo>
                  <a:lnTo>
                    <a:pt x="20" y="43"/>
                  </a:lnTo>
                  <a:lnTo>
                    <a:pt x="21" y="54"/>
                  </a:lnTo>
                  <a:lnTo>
                    <a:pt x="21" y="54"/>
                  </a:lnTo>
                  <a:lnTo>
                    <a:pt x="31" y="48"/>
                  </a:lnTo>
                  <a:lnTo>
                    <a:pt x="34" y="45"/>
                  </a:lnTo>
                  <a:lnTo>
                    <a:pt x="39" y="44"/>
                  </a:lnTo>
                  <a:lnTo>
                    <a:pt x="39" y="44"/>
                  </a:lnTo>
                  <a:lnTo>
                    <a:pt x="41" y="43"/>
                  </a:lnTo>
                  <a:lnTo>
                    <a:pt x="42" y="44"/>
                  </a:lnTo>
                  <a:lnTo>
                    <a:pt x="42" y="48"/>
                  </a:lnTo>
                  <a:lnTo>
                    <a:pt x="42" y="51"/>
                  </a:lnTo>
                  <a:lnTo>
                    <a:pt x="42" y="58"/>
                  </a:lnTo>
                  <a:lnTo>
                    <a:pt x="42" y="58"/>
                  </a:lnTo>
                  <a:lnTo>
                    <a:pt x="44" y="60"/>
                  </a:lnTo>
                  <a:lnTo>
                    <a:pt x="46" y="61"/>
                  </a:lnTo>
                  <a:lnTo>
                    <a:pt x="52" y="61"/>
                  </a:lnTo>
                  <a:lnTo>
                    <a:pt x="52" y="61"/>
                  </a:lnTo>
                  <a:lnTo>
                    <a:pt x="52" y="54"/>
                  </a:lnTo>
                  <a:lnTo>
                    <a:pt x="52" y="54"/>
                  </a:lnTo>
                  <a:lnTo>
                    <a:pt x="50" y="50"/>
                  </a:lnTo>
                  <a:lnTo>
                    <a:pt x="50" y="48"/>
                  </a:lnTo>
                  <a:lnTo>
                    <a:pt x="50" y="47"/>
                  </a:lnTo>
                  <a:lnTo>
                    <a:pt x="53" y="45"/>
                  </a:lnTo>
                  <a:lnTo>
                    <a:pt x="53" y="45"/>
                  </a:lnTo>
                  <a:lnTo>
                    <a:pt x="54" y="45"/>
                  </a:lnTo>
                  <a:lnTo>
                    <a:pt x="55" y="43"/>
                  </a:lnTo>
                  <a:lnTo>
                    <a:pt x="59" y="38"/>
                  </a:lnTo>
                  <a:lnTo>
                    <a:pt x="62" y="33"/>
                  </a:lnTo>
                  <a:lnTo>
                    <a:pt x="64" y="29"/>
                  </a:lnTo>
                  <a:lnTo>
                    <a:pt x="64" y="29"/>
                  </a:lnTo>
                  <a:lnTo>
                    <a:pt x="64" y="28"/>
                  </a:lnTo>
                  <a:lnTo>
                    <a:pt x="64" y="27"/>
                  </a:lnTo>
                  <a:lnTo>
                    <a:pt x="63" y="24"/>
                  </a:lnTo>
                  <a:lnTo>
                    <a:pt x="60" y="21"/>
                  </a:lnTo>
                  <a:lnTo>
                    <a:pt x="59" y="1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1" name="Freeform 762"/>
            <p:cNvSpPr>
              <a:spLocks noEditPoints="1"/>
            </p:cNvSpPr>
            <p:nvPr/>
          </p:nvSpPr>
          <p:spPr bwMode="gray">
            <a:xfrm>
              <a:off x="3523837" y="4056113"/>
              <a:ext cx="1652330" cy="890005"/>
            </a:xfrm>
            <a:custGeom>
              <a:avLst/>
              <a:gdLst>
                <a:gd name="T0" fmla="*/ 490 w 559"/>
                <a:gd name="T1" fmla="*/ 106 h 297"/>
                <a:gd name="T2" fmla="*/ 452 w 559"/>
                <a:gd name="T3" fmla="*/ 92 h 297"/>
                <a:gd name="T4" fmla="*/ 405 w 559"/>
                <a:gd name="T5" fmla="*/ 36 h 297"/>
                <a:gd name="T6" fmla="*/ 368 w 559"/>
                <a:gd name="T7" fmla="*/ 50 h 297"/>
                <a:gd name="T8" fmla="*/ 359 w 559"/>
                <a:gd name="T9" fmla="*/ 26 h 297"/>
                <a:gd name="T10" fmla="*/ 327 w 559"/>
                <a:gd name="T11" fmla="*/ 10 h 297"/>
                <a:gd name="T12" fmla="*/ 304 w 559"/>
                <a:gd name="T13" fmla="*/ 1 h 297"/>
                <a:gd name="T14" fmla="*/ 247 w 559"/>
                <a:gd name="T15" fmla="*/ 13 h 297"/>
                <a:gd name="T16" fmla="*/ 215 w 559"/>
                <a:gd name="T17" fmla="*/ 25 h 297"/>
                <a:gd name="T18" fmla="*/ 189 w 559"/>
                <a:gd name="T19" fmla="*/ 64 h 297"/>
                <a:gd name="T20" fmla="*/ 183 w 559"/>
                <a:gd name="T21" fmla="*/ 82 h 297"/>
                <a:gd name="T22" fmla="*/ 154 w 559"/>
                <a:gd name="T23" fmla="*/ 89 h 297"/>
                <a:gd name="T24" fmla="*/ 116 w 559"/>
                <a:gd name="T25" fmla="*/ 80 h 297"/>
                <a:gd name="T26" fmla="*/ 101 w 559"/>
                <a:gd name="T27" fmla="*/ 87 h 297"/>
                <a:gd name="T28" fmla="*/ 64 w 559"/>
                <a:gd name="T29" fmla="*/ 70 h 297"/>
                <a:gd name="T30" fmla="*/ 44 w 559"/>
                <a:gd name="T31" fmla="*/ 90 h 297"/>
                <a:gd name="T32" fmla="*/ 10 w 559"/>
                <a:gd name="T33" fmla="*/ 114 h 297"/>
                <a:gd name="T34" fmla="*/ 7 w 559"/>
                <a:gd name="T35" fmla="*/ 158 h 297"/>
                <a:gd name="T36" fmla="*/ 22 w 559"/>
                <a:gd name="T37" fmla="*/ 180 h 297"/>
                <a:gd name="T38" fmla="*/ 49 w 559"/>
                <a:gd name="T39" fmla="*/ 177 h 297"/>
                <a:gd name="T40" fmla="*/ 87 w 559"/>
                <a:gd name="T41" fmla="*/ 180 h 297"/>
                <a:gd name="T42" fmla="*/ 77 w 559"/>
                <a:gd name="T43" fmla="*/ 207 h 297"/>
                <a:gd name="T44" fmla="*/ 61 w 559"/>
                <a:gd name="T45" fmla="*/ 219 h 297"/>
                <a:gd name="T46" fmla="*/ 54 w 559"/>
                <a:gd name="T47" fmla="*/ 225 h 297"/>
                <a:gd name="T48" fmla="*/ 59 w 559"/>
                <a:gd name="T49" fmla="*/ 236 h 297"/>
                <a:gd name="T50" fmla="*/ 73 w 559"/>
                <a:gd name="T51" fmla="*/ 259 h 297"/>
                <a:gd name="T52" fmla="*/ 77 w 559"/>
                <a:gd name="T53" fmla="*/ 277 h 297"/>
                <a:gd name="T54" fmla="*/ 86 w 559"/>
                <a:gd name="T55" fmla="*/ 275 h 297"/>
                <a:gd name="T56" fmla="*/ 98 w 559"/>
                <a:gd name="T57" fmla="*/ 268 h 297"/>
                <a:gd name="T58" fmla="*/ 117 w 559"/>
                <a:gd name="T59" fmla="*/ 283 h 297"/>
                <a:gd name="T60" fmla="*/ 166 w 559"/>
                <a:gd name="T61" fmla="*/ 194 h 297"/>
                <a:gd name="T62" fmla="*/ 175 w 559"/>
                <a:gd name="T63" fmla="*/ 188 h 297"/>
                <a:gd name="T64" fmla="*/ 185 w 559"/>
                <a:gd name="T65" fmla="*/ 186 h 297"/>
                <a:gd name="T66" fmla="*/ 192 w 559"/>
                <a:gd name="T67" fmla="*/ 194 h 297"/>
                <a:gd name="T68" fmla="*/ 194 w 559"/>
                <a:gd name="T69" fmla="*/ 234 h 297"/>
                <a:gd name="T70" fmla="*/ 229 w 559"/>
                <a:gd name="T71" fmla="*/ 245 h 297"/>
                <a:gd name="T72" fmla="*/ 247 w 559"/>
                <a:gd name="T73" fmla="*/ 263 h 297"/>
                <a:gd name="T74" fmla="*/ 250 w 559"/>
                <a:gd name="T75" fmla="*/ 282 h 297"/>
                <a:gd name="T76" fmla="*/ 276 w 559"/>
                <a:gd name="T77" fmla="*/ 297 h 297"/>
                <a:gd name="T78" fmla="*/ 294 w 559"/>
                <a:gd name="T79" fmla="*/ 281 h 297"/>
                <a:gd name="T80" fmla="*/ 331 w 559"/>
                <a:gd name="T81" fmla="*/ 265 h 297"/>
                <a:gd name="T82" fmla="*/ 378 w 559"/>
                <a:gd name="T83" fmla="*/ 249 h 297"/>
                <a:gd name="T84" fmla="*/ 457 w 559"/>
                <a:gd name="T85" fmla="*/ 265 h 297"/>
                <a:gd name="T86" fmla="*/ 460 w 559"/>
                <a:gd name="T87" fmla="*/ 231 h 297"/>
                <a:gd name="T88" fmla="*/ 469 w 559"/>
                <a:gd name="T89" fmla="*/ 210 h 297"/>
                <a:gd name="T90" fmla="*/ 487 w 559"/>
                <a:gd name="T91" fmla="*/ 201 h 297"/>
                <a:gd name="T92" fmla="*/ 494 w 559"/>
                <a:gd name="T93" fmla="*/ 178 h 297"/>
                <a:gd name="T94" fmla="*/ 527 w 559"/>
                <a:gd name="T95" fmla="*/ 176 h 297"/>
                <a:gd name="T96" fmla="*/ 535 w 559"/>
                <a:gd name="T97" fmla="*/ 150 h 297"/>
                <a:gd name="T98" fmla="*/ 559 w 559"/>
                <a:gd name="T99" fmla="*/ 132 h 297"/>
                <a:gd name="T100" fmla="*/ 420 w 559"/>
                <a:gd name="T101" fmla="*/ 193 h 297"/>
                <a:gd name="T102" fmla="*/ 384 w 559"/>
                <a:gd name="T103" fmla="*/ 202 h 297"/>
                <a:gd name="T104" fmla="*/ 375 w 559"/>
                <a:gd name="T105" fmla="*/ 218 h 297"/>
                <a:gd name="T106" fmla="*/ 368 w 559"/>
                <a:gd name="T107" fmla="*/ 199 h 297"/>
                <a:gd name="T108" fmla="*/ 386 w 559"/>
                <a:gd name="T109" fmla="*/ 185 h 297"/>
                <a:gd name="T110" fmla="*/ 436 w 559"/>
                <a:gd name="T111" fmla="*/ 186 h 297"/>
                <a:gd name="T112" fmla="*/ 508 w 559"/>
                <a:gd name="T113" fmla="*/ 166 h 297"/>
                <a:gd name="T114" fmla="*/ 497 w 559"/>
                <a:gd name="T115" fmla="*/ 145 h 297"/>
                <a:gd name="T116" fmla="*/ 512 w 559"/>
                <a:gd name="T117" fmla="*/ 156 h 2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59" h="297">
                  <a:moveTo>
                    <a:pt x="558" y="130"/>
                  </a:moveTo>
                  <a:lnTo>
                    <a:pt x="558" y="130"/>
                  </a:lnTo>
                  <a:lnTo>
                    <a:pt x="546" y="124"/>
                  </a:lnTo>
                  <a:lnTo>
                    <a:pt x="529" y="116"/>
                  </a:lnTo>
                  <a:lnTo>
                    <a:pt x="511" y="108"/>
                  </a:lnTo>
                  <a:lnTo>
                    <a:pt x="505" y="106"/>
                  </a:lnTo>
                  <a:lnTo>
                    <a:pt x="500" y="105"/>
                  </a:lnTo>
                  <a:lnTo>
                    <a:pt x="500" y="105"/>
                  </a:lnTo>
                  <a:lnTo>
                    <a:pt x="490" y="106"/>
                  </a:lnTo>
                  <a:lnTo>
                    <a:pt x="485" y="106"/>
                  </a:lnTo>
                  <a:lnTo>
                    <a:pt x="480" y="103"/>
                  </a:lnTo>
                  <a:lnTo>
                    <a:pt x="480" y="103"/>
                  </a:lnTo>
                  <a:lnTo>
                    <a:pt x="471" y="97"/>
                  </a:lnTo>
                  <a:lnTo>
                    <a:pt x="468" y="95"/>
                  </a:lnTo>
                  <a:lnTo>
                    <a:pt x="464" y="94"/>
                  </a:lnTo>
                  <a:lnTo>
                    <a:pt x="464" y="94"/>
                  </a:lnTo>
                  <a:lnTo>
                    <a:pt x="458" y="94"/>
                  </a:lnTo>
                  <a:lnTo>
                    <a:pt x="452" y="92"/>
                  </a:lnTo>
                  <a:lnTo>
                    <a:pt x="447" y="89"/>
                  </a:lnTo>
                  <a:lnTo>
                    <a:pt x="444" y="87"/>
                  </a:lnTo>
                  <a:lnTo>
                    <a:pt x="442" y="84"/>
                  </a:lnTo>
                  <a:lnTo>
                    <a:pt x="442" y="84"/>
                  </a:lnTo>
                  <a:lnTo>
                    <a:pt x="436" y="73"/>
                  </a:lnTo>
                  <a:lnTo>
                    <a:pt x="426" y="57"/>
                  </a:lnTo>
                  <a:lnTo>
                    <a:pt x="414" y="42"/>
                  </a:lnTo>
                  <a:lnTo>
                    <a:pt x="409" y="37"/>
                  </a:lnTo>
                  <a:lnTo>
                    <a:pt x="405" y="36"/>
                  </a:lnTo>
                  <a:lnTo>
                    <a:pt x="405" y="36"/>
                  </a:lnTo>
                  <a:lnTo>
                    <a:pt x="401" y="37"/>
                  </a:lnTo>
                  <a:lnTo>
                    <a:pt x="396" y="38"/>
                  </a:lnTo>
                  <a:lnTo>
                    <a:pt x="388" y="46"/>
                  </a:lnTo>
                  <a:lnTo>
                    <a:pt x="380" y="52"/>
                  </a:lnTo>
                  <a:lnTo>
                    <a:pt x="377" y="53"/>
                  </a:lnTo>
                  <a:lnTo>
                    <a:pt x="373" y="53"/>
                  </a:lnTo>
                  <a:lnTo>
                    <a:pt x="373" y="53"/>
                  </a:lnTo>
                  <a:lnTo>
                    <a:pt x="368" y="50"/>
                  </a:lnTo>
                  <a:lnTo>
                    <a:pt x="363" y="46"/>
                  </a:lnTo>
                  <a:lnTo>
                    <a:pt x="361" y="42"/>
                  </a:lnTo>
                  <a:lnTo>
                    <a:pt x="359" y="39"/>
                  </a:lnTo>
                  <a:lnTo>
                    <a:pt x="359" y="37"/>
                  </a:lnTo>
                  <a:lnTo>
                    <a:pt x="359" y="37"/>
                  </a:lnTo>
                  <a:lnTo>
                    <a:pt x="361" y="31"/>
                  </a:lnTo>
                  <a:lnTo>
                    <a:pt x="361" y="28"/>
                  </a:lnTo>
                  <a:lnTo>
                    <a:pt x="359" y="26"/>
                  </a:lnTo>
                  <a:lnTo>
                    <a:pt x="359" y="26"/>
                  </a:lnTo>
                  <a:lnTo>
                    <a:pt x="357" y="25"/>
                  </a:lnTo>
                  <a:lnTo>
                    <a:pt x="353" y="23"/>
                  </a:lnTo>
                  <a:lnTo>
                    <a:pt x="342" y="23"/>
                  </a:lnTo>
                  <a:lnTo>
                    <a:pt x="332" y="22"/>
                  </a:lnTo>
                  <a:lnTo>
                    <a:pt x="329" y="22"/>
                  </a:lnTo>
                  <a:lnTo>
                    <a:pt x="326" y="21"/>
                  </a:lnTo>
                  <a:lnTo>
                    <a:pt x="326" y="21"/>
                  </a:lnTo>
                  <a:lnTo>
                    <a:pt x="326" y="16"/>
                  </a:lnTo>
                  <a:lnTo>
                    <a:pt x="327" y="10"/>
                  </a:lnTo>
                  <a:lnTo>
                    <a:pt x="327" y="5"/>
                  </a:lnTo>
                  <a:lnTo>
                    <a:pt x="327" y="2"/>
                  </a:lnTo>
                  <a:lnTo>
                    <a:pt x="326" y="2"/>
                  </a:lnTo>
                  <a:lnTo>
                    <a:pt x="326" y="2"/>
                  </a:lnTo>
                  <a:lnTo>
                    <a:pt x="320" y="4"/>
                  </a:lnTo>
                  <a:lnTo>
                    <a:pt x="318" y="4"/>
                  </a:lnTo>
                  <a:lnTo>
                    <a:pt x="313" y="4"/>
                  </a:lnTo>
                  <a:lnTo>
                    <a:pt x="313" y="4"/>
                  </a:lnTo>
                  <a:lnTo>
                    <a:pt x="304" y="1"/>
                  </a:lnTo>
                  <a:lnTo>
                    <a:pt x="302" y="1"/>
                  </a:lnTo>
                  <a:lnTo>
                    <a:pt x="299" y="0"/>
                  </a:lnTo>
                  <a:lnTo>
                    <a:pt x="299" y="0"/>
                  </a:lnTo>
                  <a:lnTo>
                    <a:pt x="282" y="7"/>
                  </a:lnTo>
                  <a:lnTo>
                    <a:pt x="271" y="11"/>
                  </a:lnTo>
                  <a:lnTo>
                    <a:pt x="263" y="13"/>
                  </a:lnTo>
                  <a:lnTo>
                    <a:pt x="263" y="13"/>
                  </a:lnTo>
                  <a:lnTo>
                    <a:pt x="252" y="13"/>
                  </a:lnTo>
                  <a:lnTo>
                    <a:pt x="247" y="13"/>
                  </a:lnTo>
                  <a:lnTo>
                    <a:pt x="244" y="15"/>
                  </a:lnTo>
                  <a:lnTo>
                    <a:pt x="244" y="15"/>
                  </a:lnTo>
                  <a:lnTo>
                    <a:pt x="242" y="17"/>
                  </a:lnTo>
                  <a:lnTo>
                    <a:pt x="241" y="18"/>
                  </a:lnTo>
                  <a:lnTo>
                    <a:pt x="239" y="18"/>
                  </a:lnTo>
                  <a:lnTo>
                    <a:pt x="239" y="18"/>
                  </a:lnTo>
                  <a:lnTo>
                    <a:pt x="233" y="20"/>
                  </a:lnTo>
                  <a:lnTo>
                    <a:pt x="224" y="22"/>
                  </a:lnTo>
                  <a:lnTo>
                    <a:pt x="215" y="25"/>
                  </a:lnTo>
                  <a:lnTo>
                    <a:pt x="210" y="28"/>
                  </a:lnTo>
                  <a:lnTo>
                    <a:pt x="210" y="28"/>
                  </a:lnTo>
                  <a:lnTo>
                    <a:pt x="207" y="34"/>
                  </a:lnTo>
                  <a:lnTo>
                    <a:pt x="204" y="41"/>
                  </a:lnTo>
                  <a:lnTo>
                    <a:pt x="202" y="48"/>
                  </a:lnTo>
                  <a:lnTo>
                    <a:pt x="199" y="53"/>
                  </a:lnTo>
                  <a:lnTo>
                    <a:pt x="199" y="53"/>
                  </a:lnTo>
                  <a:lnTo>
                    <a:pt x="193" y="60"/>
                  </a:lnTo>
                  <a:lnTo>
                    <a:pt x="189" y="64"/>
                  </a:lnTo>
                  <a:lnTo>
                    <a:pt x="185" y="66"/>
                  </a:lnTo>
                  <a:lnTo>
                    <a:pt x="185" y="66"/>
                  </a:lnTo>
                  <a:lnTo>
                    <a:pt x="180" y="69"/>
                  </a:lnTo>
                  <a:lnTo>
                    <a:pt x="178" y="73"/>
                  </a:lnTo>
                  <a:lnTo>
                    <a:pt x="178" y="75"/>
                  </a:lnTo>
                  <a:lnTo>
                    <a:pt x="180" y="78"/>
                  </a:lnTo>
                  <a:lnTo>
                    <a:pt x="180" y="78"/>
                  </a:lnTo>
                  <a:lnTo>
                    <a:pt x="182" y="80"/>
                  </a:lnTo>
                  <a:lnTo>
                    <a:pt x="183" y="82"/>
                  </a:lnTo>
                  <a:lnTo>
                    <a:pt x="182" y="86"/>
                  </a:lnTo>
                  <a:lnTo>
                    <a:pt x="181" y="87"/>
                  </a:lnTo>
                  <a:lnTo>
                    <a:pt x="181" y="87"/>
                  </a:lnTo>
                  <a:lnTo>
                    <a:pt x="176" y="87"/>
                  </a:lnTo>
                  <a:lnTo>
                    <a:pt x="171" y="86"/>
                  </a:lnTo>
                  <a:lnTo>
                    <a:pt x="162" y="84"/>
                  </a:lnTo>
                  <a:lnTo>
                    <a:pt x="162" y="84"/>
                  </a:lnTo>
                  <a:lnTo>
                    <a:pt x="157" y="87"/>
                  </a:lnTo>
                  <a:lnTo>
                    <a:pt x="154" y="89"/>
                  </a:lnTo>
                  <a:lnTo>
                    <a:pt x="151" y="89"/>
                  </a:lnTo>
                  <a:lnTo>
                    <a:pt x="151" y="89"/>
                  </a:lnTo>
                  <a:lnTo>
                    <a:pt x="139" y="84"/>
                  </a:lnTo>
                  <a:lnTo>
                    <a:pt x="125" y="76"/>
                  </a:lnTo>
                  <a:lnTo>
                    <a:pt x="125" y="76"/>
                  </a:lnTo>
                  <a:lnTo>
                    <a:pt x="122" y="75"/>
                  </a:lnTo>
                  <a:lnTo>
                    <a:pt x="119" y="75"/>
                  </a:lnTo>
                  <a:lnTo>
                    <a:pt x="117" y="78"/>
                  </a:lnTo>
                  <a:lnTo>
                    <a:pt x="116" y="80"/>
                  </a:lnTo>
                  <a:lnTo>
                    <a:pt x="116" y="80"/>
                  </a:lnTo>
                  <a:lnTo>
                    <a:pt x="116" y="84"/>
                  </a:lnTo>
                  <a:lnTo>
                    <a:pt x="114" y="87"/>
                  </a:lnTo>
                  <a:lnTo>
                    <a:pt x="112" y="90"/>
                  </a:lnTo>
                  <a:lnTo>
                    <a:pt x="111" y="91"/>
                  </a:lnTo>
                  <a:lnTo>
                    <a:pt x="107" y="91"/>
                  </a:lnTo>
                  <a:lnTo>
                    <a:pt x="107" y="91"/>
                  </a:lnTo>
                  <a:lnTo>
                    <a:pt x="105" y="91"/>
                  </a:lnTo>
                  <a:lnTo>
                    <a:pt x="101" y="87"/>
                  </a:lnTo>
                  <a:lnTo>
                    <a:pt x="95" y="80"/>
                  </a:lnTo>
                  <a:lnTo>
                    <a:pt x="85" y="66"/>
                  </a:lnTo>
                  <a:lnTo>
                    <a:pt x="85" y="66"/>
                  </a:lnTo>
                  <a:lnTo>
                    <a:pt x="84" y="66"/>
                  </a:lnTo>
                  <a:lnTo>
                    <a:pt x="81" y="69"/>
                  </a:lnTo>
                  <a:lnTo>
                    <a:pt x="77" y="70"/>
                  </a:lnTo>
                  <a:lnTo>
                    <a:pt x="74" y="71"/>
                  </a:lnTo>
                  <a:lnTo>
                    <a:pt x="74" y="71"/>
                  </a:lnTo>
                  <a:lnTo>
                    <a:pt x="64" y="70"/>
                  </a:lnTo>
                  <a:lnTo>
                    <a:pt x="59" y="70"/>
                  </a:lnTo>
                  <a:lnTo>
                    <a:pt x="55" y="71"/>
                  </a:lnTo>
                  <a:lnTo>
                    <a:pt x="55" y="71"/>
                  </a:lnTo>
                  <a:lnTo>
                    <a:pt x="54" y="75"/>
                  </a:lnTo>
                  <a:lnTo>
                    <a:pt x="52" y="81"/>
                  </a:lnTo>
                  <a:lnTo>
                    <a:pt x="48" y="87"/>
                  </a:lnTo>
                  <a:lnTo>
                    <a:pt x="47" y="89"/>
                  </a:lnTo>
                  <a:lnTo>
                    <a:pt x="44" y="90"/>
                  </a:lnTo>
                  <a:lnTo>
                    <a:pt x="44" y="90"/>
                  </a:lnTo>
                  <a:lnTo>
                    <a:pt x="31" y="91"/>
                  </a:lnTo>
                  <a:lnTo>
                    <a:pt x="23" y="91"/>
                  </a:lnTo>
                  <a:lnTo>
                    <a:pt x="20" y="92"/>
                  </a:lnTo>
                  <a:lnTo>
                    <a:pt x="20" y="92"/>
                  </a:lnTo>
                  <a:lnTo>
                    <a:pt x="17" y="96"/>
                  </a:lnTo>
                  <a:lnTo>
                    <a:pt x="16" y="101"/>
                  </a:lnTo>
                  <a:lnTo>
                    <a:pt x="15" y="107"/>
                  </a:lnTo>
                  <a:lnTo>
                    <a:pt x="15" y="107"/>
                  </a:lnTo>
                  <a:lnTo>
                    <a:pt x="10" y="114"/>
                  </a:lnTo>
                  <a:lnTo>
                    <a:pt x="6" y="121"/>
                  </a:lnTo>
                  <a:lnTo>
                    <a:pt x="2" y="127"/>
                  </a:lnTo>
                  <a:lnTo>
                    <a:pt x="2" y="127"/>
                  </a:lnTo>
                  <a:lnTo>
                    <a:pt x="1" y="133"/>
                  </a:lnTo>
                  <a:lnTo>
                    <a:pt x="0" y="139"/>
                  </a:lnTo>
                  <a:lnTo>
                    <a:pt x="0" y="144"/>
                  </a:lnTo>
                  <a:lnTo>
                    <a:pt x="1" y="149"/>
                  </a:lnTo>
                  <a:lnTo>
                    <a:pt x="1" y="149"/>
                  </a:lnTo>
                  <a:lnTo>
                    <a:pt x="7" y="158"/>
                  </a:lnTo>
                  <a:lnTo>
                    <a:pt x="11" y="161"/>
                  </a:lnTo>
                  <a:lnTo>
                    <a:pt x="16" y="162"/>
                  </a:lnTo>
                  <a:lnTo>
                    <a:pt x="16" y="162"/>
                  </a:lnTo>
                  <a:lnTo>
                    <a:pt x="23" y="165"/>
                  </a:lnTo>
                  <a:lnTo>
                    <a:pt x="25" y="165"/>
                  </a:lnTo>
                  <a:lnTo>
                    <a:pt x="25" y="167"/>
                  </a:lnTo>
                  <a:lnTo>
                    <a:pt x="25" y="167"/>
                  </a:lnTo>
                  <a:lnTo>
                    <a:pt x="23" y="176"/>
                  </a:lnTo>
                  <a:lnTo>
                    <a:pt x="22" y="180"/>
                  </a:lnTo>
                  <a:lnTo>
                    <a:pt x="23" y="182"/>
                  </a:lnTo>
                  <a:lnTo>
                    <a:pt x="23" y="182"/>
                  </a:lnTo>
                  <a:lnTo>
                    <a:pt x="28" y="188"/>
                  </a:lnTo>
                  <a:lnTo>
                    <a:pt x="28" y="188"/>
                  </a:lnTo>
                  <a:lnTo>
                    <a:pt x="34" y="186"/>
                  </a:lnTo>
                  <a:lnTo>
                    <a:pt x="34" y="186"/>
                  </a:lnTo>
                  <a:lnTo>
                    <a:pt x="41" y="182"/>
                  </a:lnTo>
                  <a:lnTo>
                    <a:pt x="45" y="178"/>
                  </a:lnTo>
                  <a:lnTo>
                    <a:pt x="49" y="177"/>
                  </a:lnTo>
                  <a:lnTo>
                    <a:pt x="49" y="177"/>
                  </a:lnTo>
                  <a:lnTo>
                    <a:pt x="58" y="175"/>
                  </a:lnTo>
                  <a:lnTo>
                    <a:pt x="66" y="175"/>
                  </a:lnTo>
                  <a:lnTo>
                    <a:pt x="66" y="175"/>
                  </a:lnTo>
                  <a:lnTo>
                    <a:pt x="76" y="175"/>
                  </a:lnTo>
                  <a:lnTo>
                    <a:pt x="80" y="175"/>
                  </a:lnTo>
                  <a:lnTo>
                    <a:pt x="84" y="176"/>
                  </a:lnTo>
                  <a:lnTo>
                    <a:pt x="84" y="176"/>
                  </a:lnTo>
                  <a:lnTo>
                    <a:pt x="87" y="180"/>
                  </a:lnTo>
                  <a:lnTo>
                    <a:pt x="89" y="183"/>
                  </a:lnTo>
                  <a:lnTo>
                    <a:pt x="90" y="187"/>
                  </a:lnTo>
                  <a:lnTo>
                    <a:pt x="89" y="191"/>
                  </a:lnTo>
                  <a:lnTo>
                    <a:pt x="89" y="191"/>
                  </a:lnTo>
                  <a:lnTo>
                    <a:pt x="85" y="198"/>
                  </a:lnTo>
                  <a:lnTo>
                    <a:pt x="81" y="204"/>
                  </a:lnTo>
                  <a:lnTo>
                    <a:pt x="81" y="204"/>
                  </a:lnTo>
                  <a:lnTo>
                    <a:pt x="80" y="206"/>
                  </a:lnTo>
                  <a:lnTo>
                    <a:pt x="77" y="207"/>
                  </a:lnTo>
                  <a:lnTo>
                    <a:pt x="71" y="208"/>
                  </a:lnTo>
                  <a:lnTo>
                    <a:pt x="71" y="208"/>
                  </a:lnTo>
                  <a:lnTo>
                    <a:pt x="65" y="207"/>
                  </a:lnTo>
                  <a:lnTo>
                    <a:pt x="63" y="207"/>
                  </a:lnTo>
                  <a:lnTo>
                    <a:pt x="61" y="209"/>
                  </a:lnTo>
                  <a:lnTo>
                    <a:pt x="61" y="209"/>
                  </a:lnTo>
                  <a:lnTo>
                    <a:pt x="60" y="212"/>
                  </a:lnTo>
                  <a:lnTo>
                    <a:pt x="61" y="215"/>
                  </a:lnTo>
                  <a:lnTo>
                    <a:pt x="61" y="219"/>
                  </a:lnTo>
                  <a:lnTo>
                    <a:pt x="60" y="220"/>
                  </a:lnTo>
                  <a:lnTo>
                    <a:pt x="60" y="220"/>
                  </a:lnTo>
                  <a:lnTo>
                    <a:pt x="59" y="220"/>
                  </a:lnTo>
                  <a:lnTo>
                    <a:pt x="59" y="223"/>
                  </a:lnTo>
                  <a:lnTo>
                    <a:pt x="60" y="225"/>
                  </a:lnTo>
                  <a:lnTo>
                    <a:pt x="59" y="227"/>
                  </a:lnTo>
                  <a:lnTo>
                    <a:pt x="59" y="227"/>
                  </a:lnTo>
                  <a:lnTo>
                    <a:pt x="57" y="225"/>
                  </a:lnTo>
                  <a:lnTo>
                    <a:pt x="54" y="225"/>
                  </a:lnTo>
                  <a:lnTo>
                    <a:pt x="52" y="224"/>
                  </a:lnTo>
                  <a:lnTo>
                    <a:pt x="50" y="227"/>
                  </a:lnTo>
                  <a:lnTo>
                    <a:pt x="50" y="227"/>
                  </a:lnTo>
                  <a:lnTo>
                    <a:pt x="49" y="229"/>
                  </a:lnTo>
                  <a:lnTo>
                    <a:pt x="53" y="231"/>
                  </a:lnTo>
                  <a:lnTo>
                    <a:pt x="53" y="231"/>
                  </a:lnTo>
                  <a:lnTo>
                    <a:pt x="55" y="233"/>
                  </a:lnTo>
                  <a:lnTo>
                    <a:pt x="57" y="234"/>
                  </a:lnTo>
                  <a:lnTo>
                    <a:pt x="59" y="236"/>
                  </a:lnTo>
                  <a:lnTo>
                    <a:pt x="59" y="241"/>
                  </a:lnTo>
                  <a:lnTo>
                    <a:pt x="59" y="241"/>
                  </a:lnTo>
                  <a:lnTo>
                    <a:pt x="61" y="247"/>
                  </a:lnTo>
                  <a:lnTo>
                    <a:pt x="63" y="250"/>
                  </a:lnTo>
                  <a:lnTo>
                    <a:pt x="65" y="250"/>
                  </a:lnTo>
                  <a:lnTo>
                    <a:pt x="65" y="250"/>
                  </a:lnTo>
                  <a:lnTo>
                    <a:pt x="69" y="254"/>
                  </a:lnTo>
                  <a:lnTo>
                    <a:pt x="73" y="259"/>
                  </a:lnTo>
                  <a:lnTo>
                    <a:pt x="73" y="259"/>
                  </a:lnTo>
                  <a:lnTo>
                    <a:pt x="74" y="260"/>
                  </a:lnTo>
                  <a:lnTo>
                    <a:pt x="75" y="260"/>
                  </a:lnTo>
                  <a:lnTo>
                    <a:pt x="76" y="260"/>
                  </a:lnTo>
                  <a:lnTo>
                    <a:pt x="76" y="261"/>
                  </a:lnTo>
                  <a:lnTo>
                    <a:pt x="76" y="261"/>
                  </a:lnTo>
                  <a:lnTo>
                    <a:pt x="76" y="270"/>
                  </a:lnTo>
                  <a:lnTo>
                    <a:pt x="76" y="275"/>
                  </a:lnTo>
                  <a:lnTo>
                    <a:pt x="77" y="277"/>
                  </a:lnTo>
                  <a:lnTo>
                    <a:pt x="77" y="277"/>
                  </a:lnTo>
                  <a:lnTo>
                    <a:pt x="81" y="283"/>
                  </a:lnTo>
                  <a:lnTo>
                    <a:pt x="82" y="284"/>
                  </a:lnTo>
                  <a:lnTo>
                    <a:pt x="84" y="286"/>
                  </a:lnTo>
                  <a:lnTo>
                    <a:pt x="84" y="284"/>
                  </a:lnTo>
                  <a:lnTo>
                    <a:pt x="84" y="284"/>
                  </a:lnTo>
                  <a:lnTo>
                    <a:pt x="85" y="281"/>
                  </a:lnTo>
                  <a:lnTo>
                    <a:pt x="85" y="278"/>
                  </a:lnTo>
                  <a:lnTo>
                    <a:pt x="86" y="275"/>
                  </a:lnTo>
                  <a:lnTo>
                    <a:pt x="86" y="275"/>
                  </a:lnTo>
                  <a:lnTo>
                    <a:pt x="90" y="271"/>
                  </a:lnTo>
                  <a:lnTo>
                    <a:pt x="91" y="270"/>
                  </a:lnTo>
                  <a:lnTo>
                    <a:pt x="93" y="271"/>
                  </a:lnTo>
                  <a:lnTo>
                    <a:pt x="93" y="271"/>
                  </a:lnTo>
                  <a:lnTo>
                    <a:pt x="95" y="271"/>
                  </a:lnTo>
                  <a:lnTo>
                    <a:pt x="97" y="270"/>
                  </a:lnTo>
                  <a:lnTo>
                    <a:pt x="98" y="268"/>
                  </a:lnTo>
                  <a:lnTo>
                    <a:pt x="98" y="268"/>
                  </a:lnTo>
                  <a:lnTo>
                    <a:pt x="98" y="268"/>
                  </a:lnTo>
                  <a:lnTo>
                    <a:pt x="98" y="270"/>
                  </a:lnTo>
                  <a:lnTo>
                    <a:pt x="98" y="270"/>
                  </a:lnTo>
                  <a:lnTo>
                    <a:pt x="101" y="268"/>
                  </a:lnTo>
                  <a:lnTo>
                    <a:pt x="102" y="267"/>
                  </a:lnTo>
                  <a:lnTo>
                    <a:pt x="102" y="267"/>
                  </a:lnTo>
                  <a:lnTo>
                    <a:pt x="106" y="270"/>
                  </a:lnTo>
                  <a:lnTo>
                    <a:pt x="109" y="275"/>
                  </a:lnTo>
                  <a:lnTo>
                    <a:pt x="117" y="283"/>
                  </a:lnTo>
                  <a:lnTo>
                    <a:pt x="117" y="283"/>
                  </a:lnTo>
                  <a:lnTo>
                    <a:pt x="121" y="287"/>
                  </a:lnTo>
                  <a:lnTo>
                    <a:pt x="128" y="291"/>
                  </a:lnTo>
                  <a:lnTo>
                    <a:pt x="127" y="215"/>
                  </a:lnTo>
                  <a:lnTo>
                    <a:pt x="160" y="204"/>
                  </a:lnTo>
                  <a:lnTo>
                    <a:pt x="160" y="204"/>
                  </a:lnTo>
                  <a:lnTo>
                    <a:pt x="162" y="198"/>
                  </a:lnTo>
                  <a:lnTo>
                    <a:pt x="164" y="196"/>
                  </a:lnTo>
                  <a:lnTo>
                    <a:pt x="166" y="194"/>
                  </a:lnTo>
                  <a:lnTo>
                    <a:pt x="166" y="194"/>
                  </a:lnTo>
                  <a:lnTo>
                    <a:pt x="167" y="196"/>
                  </a:lnTo>
                  <a:lnTo>
                    <a:pt x="169" y="197"/>
                  </a:lnTo>
                  <a:lnTo>
                    <a:pt x="170" y="197"/>
                  </a:lnTo>
                  <a:lnTo>
                    <a:pt x="171" y="197"/>
                  </a:lnTo>
                  <a:lnTo>
                    <a:pt x="171" y="197"/>
                  </a:lnTo>
                  <a:lnTo>
                    <a:pt x="172" y="193"/>
                  </a:lnTo>
                  <a:lnTo>
                    <a:pt x="172" y="191"/>
                  </a:lnTo>
                  <a:lnTo>
                    <a:pt x="173" y="190"/>
                  </a:lnTo>
                  <a:lnTo>
                    <a:pt x="175" y="188"/>
                  </a:lnTo>
                  <a:lnTo>
                    <a:pt x="175" y="188"/>
                  </a:lnTo>
                  <a:lnTo>
                    <a:pt x="181" y="191"/>
                  </a:lnTo>
                  <a:lnTo>
                    <a:pt x="183" y="191"/>
                  </a:lnTo>
                  <a:lnTo>
                    <a:pt x="183" y="190"/>
                  </a:lnTo>
                  <a:lnTo>
                    <a:pt x="183" y="190"/>
                  </a:lnTo>
                  <a:lnTo>
                    <a:pt x="181" y="187"/>
                  </a:lnTo>
                  <a:lnTo>
                    <a:pt x="182" y="186"/>
                  </a:lnTo>
                  <a:lnTo>
                    <a:pt x="185" y="186"/>
                  </a:lnTo>
                  <a:lnTo>
                    <a:pt x="185" y="186"/>
                  </a:lnTo>
                  <a:lnTo>
                    <a:pt x="189" y="185"/>
                  </a:lnTo>
                  <a:lnTo>
                    <a:pt x="192" y="185"/>
                  </a:lnTo>
                  <a:lnTo>
                    <a:pt x="193" y="186"/>
                  </a:lnTo>
                  <a:lnTo>
                    <a:pt x="193" y="186"/>
                  </a:lnTo>
                  <a:lnTo>
                    <a:pt x="193" y="187"/>
                  </a:lnTo>
                  <a:lnTo>
                    <a:pt x="192" y="188"/>
                  </a:lnTo>
                  <a:lnTo>
                    <a:pt x="191" y="191"/>
                  </a:lnTo>
                  <a:lnTo>
                    <a:pt x="192" y="194"/>
                  </a:lnTo>
                  <a:lnTo>
                    <a:pt x="192" y="194"/>
                  </a:lnTo>
                  <a:lnTo>
                    <a:pt x="194" y="203"/>
                  </a:lnTo>
                  <a:lnTo>
                    <a:pt x="196" y="209"/>
                  </a:lnTo>
                  <a:lnTo>
                    <a:pt x="196" y="209"/>
                  </a:lnTo>
                  <a:lnTo>
                    <a:pt x="194" y="220"/>
                  </a:lnTo>
                  <a:lnTo>
                    <a:pt x="193" y="227"/>
                  </a:lnTo>
                  <a:lnTo>
                    <a:pt x="191" y="230"/>
                  </a:lnTo>
                  <a:lnTo>
                    <a:pt x="191" y="230"/>
                  </a:lnTo>
                  <a:lnTo>
                    <a:pt x="191" y="230"/>
                  </a:lnTo>
                  <a:lnTo>
                    <a:pt x="194" y="234"/>
                  </a:lnTo>
                  <a:lnTo>
                    <a:pt x="198" y="238"/>
                  </a:lnTo>
                  <a:lnTo>
                    <a:pt x="207" y="243"/>
                  </a:lnTo>
                  <a:lnTo>
                    <a:pt x="219" y="247"/>
                  </a:lnTo>
                  <a:lnTo>
                    <a:pt x="219" y="247"/>
                  </a:lnTo>
                  <a:lnTo>
                    <a:pt x="223" y="249"/>
                  </a:lnTo>
                  <a:lnTo>
                    <a:pt x="225" y="249"/>
                  </a:lnTo>
                  <a:lnTo>
                    <a:pt x="228" y="247"/>
                  </a:lnTo>
                  <a:lnTo>
                    <a:pt x="229" y="245"/>
                  </a:lnTo>
                  <a:lnTo>
                    <a:pt x="229" y="245"/>
                  </a:lnTo>
                  <a:lnTo>
                    <a:pt x="236" y="239"/>
                  </a:lnTo>
                  <a:lnTo>
                    <a:pt x="240" y="236"/>
                  </a:lnTo>
                  <a:lnTo>
                    <a:pt x="244" y="234"/>
                  </a:lnTo>
                  <a:lnTo>
                    <a:pt x="244" y="234"/>
                  </a:lnTo>
                  <a:lnTo>
                    <a:pt x="244" y="235"/>
                  </a:lnTo>
                  <a:lnTo>
                    <a:pt x="245" y="239"/>
                  </a:lnTo>
                  <a:lnTo>
                    <a:pt x="246" y="247"/>
                  </a:lnTo>
                  <a:lnTo>
                    <a:pt x="247" y="263"/>
                  </a:lnTo>
                  <a:lnTo>
                    <a:pt x="247" y="263"/>
                  </a:lnTo>
                  <a:lnTo>
                    <a:pt x="249" y="266"/>
                  </a:lnTo>
                  <a:lnTo>
                    <a:pt x="251" y="270"/>
                  </a:lnTo>
                  <a:lnTo>
                    <a:pt x="256" y="276"/>
                  </a:lnTo>
                  <a:lnTo>
                    <a:pt x="256" y="276"/>
                  </a:lnTo>
                  <a:lnTo>
                    <a:pt x="256" y="278"/>
                  </a:lnTo>
                  <a:lnTo>
                    <a:pt x="255" y="279"/>
                  </a:lnTo>
                  <a:lnTo>
                    <a:pt x="251" y="281"/>
                  </a:lnTo>
                  <a:lnTo>
                    <a:pt x="250" y="282"/>
                  </a:lnTo>
                  <a:lnTo>
                    <a:pt x="250" y="282"/>
                  </a:lnTo>
                  <a:lnTo>
                    <a:pt x="250" y="282"/>
                  </a:lnTo>
                  <a:lnTo>
                    <a:pt x="250" y="283"/>
                  </a:lnTo>
                  <a:lnTo>
                    <a:pt x="253" y="284"/>
                  </a:lnTo>
                  <a:lnTo>
                    <a:pt x="262" y="286"/>
                  </a:lnTo>
                  <a:lnTo>
                    <a:pt x="262" y="286"/>
                  </a:lnTo>
                  <a:lnTo>
                    <a:pt x="265" y="288"/>
                  </a:lnTo>
                  <a:lnTo>
                    <a:pt x="268" y="291"/>
                  </a:lnTo>
                  <a:lnTo>
                    <a:pt x="272" y="294"/>
                  </a:lnTo>
                  <a:lnTo>
                    <a:pt x="276" y="297"/>
                  </a:lnTo>
                  <a:lnTo>
                    <a:pt x="276" y="297"/>
                  </a:lnTo>
                  <a:lnTo>
                    <a:pt x="279" y="297"/>
                  </a:lnTo>
                  <a:lnTo>
                    <a:pt x="283" y="295"/>
                  </a:lnTo>
                  <a:lnTo>
                    <a:pt x="287" y="293"/>
                  </a:lnTo>
                  <a:lnTo>
                    <a:pt x="288" y="288"/>
                  </a:lnTo>
                  <a:lnTo>
                    <a:pt x="288" y="288"/>
                  </a:lnTo>
                  <a:lnTo>
                    <a:pt x="290" y="283"/>
                  </a:lnTo>
                  <a:lnTo>
                    <a:pt x="294" y="281"/>
                  </a:lnTo>
                  <a:lnTo>
                    <a:pt x="294" y="281"/>
                  </a:lnTo>
                  <a:lnTo>
                    <a:pt x="300" y="281"/>
                  </a:lnTo>
                  <a:lnTo>
                    <a:pt x="309" y="281"/>
                  </a:lnTo>
                  <a:lnTo>
                    <a:pt x="309" y="281"/>
                  </a:lnTo>
                  <a:lnTo>
                    <a:pt x="318" y="279"/>
                  </a:lnTo>
                  <a:lnTo>
                    <a:pt x="326" y="277"/>
                  </a:lnTo>
                  <a:lnTo>
                    <a:pt x="326" y="277"/>
                  </a:lnTo>
                  <a:lnTo>
                    <a:pt x="327" y="275"/>
                  </a:lnTo>
                  <a:lnTo>
                    <a:pt x="329" y="271"/>
                  </a:lnTo>
                  <a:lnTo>
                    <a:pt x="331" y="265"/>
                  </a:lnTo>
                  <a:lnTo>
                    <a:pt x="331" y="265"/>
                  </a:lnTo>
                  <a:lnTo>
                    <a:pt x="334" y="262"/>
                  </a:lnTo>
                  <a:lnTo>
                    <a:pt x="338" y="261"/>
                  </a:lnTo>
                  <a:lnTo>
                    <a:pt x="348" y="259"/>
                  </a:lnTo>
                  <a:lnTo>
                    <a:pt x="348" y="259"/>
                  </a:lnTo>
                  <a:lnTo>
                    <a:pt x="362" y="254"/>
                  </a:lnTo>
                  <a:lnTo>
                    <a:pt x="374" y="249"/>
                  </a:lnTo>
                  <a:lnTo>
                    <a:pt x="374" y="249"/>
                  </a:lnTo>
                  <a:lnTo>
                    <a:pt x="378" y="249"/>
                  </a:lnTo>
                  <a:lnTo>
                    <a:pt x="386" y="249"/>
                  </a:lnTo>
                  <a:lnTo>
                    <a:pt x="402" y="251"/>
                  </a:lnTo>
                  <a:lnTo>
                    <a:pt x="402" y="251"/>
                  </a:lnTo>
                  <a:lnTo>
                    <a:pt x="426" y="256"/>
                  </a:lnTo>
                  <a:lnTo>
                    <a:pt x="438" y="259"/>
                  </a:lnTo>
                  <a:lnTo>
                    <a:pt x="446" y="261"/>
                  </a:lnTo>
                  <a:lnTo>
                    <a:pt x="446" y="261"/>
                  </a:lnTo>
                  <a:lnTo>
                    <a:pt x="450" y="263"/>
                  </a:lnTo>
                  <a:lnTo>
                    <a:pt x="457" y="265"/>
                  </a:lnTo>
                  <a:lnTo>
                    <a:pt x="457" y="265"/>
                  </a:lnTo>
                  <a:lnTo>
                    <a:pt x="458" y="259"/>
                  </a:lnTo>
                  <a:lnTo>
                    <a:pt x="459" y="256"/>
                  </a:lnTo>
                  <a:lnTo>
                    <a:pt x="460" y="256"/>
                  </a:lnTo>
                  <a:lnTo>
                    <a:pt x="460" y="256"/>
                  </a:lnTo>
                  <a:lnTo>
                    <a:pt x="460" y="255"/>
                  </a:lnTo>
                  <a:lnTo>
                    <a:pt x="462" y="251"/>
                  </a:lnTo>
                  <a:lnTo>
                    <a:pt x="462" y="244"/>
                  </a:lnTo>
                  <a:lnTo>
                    <a:pt x="460" y="231"/>
                  </a:lnTo>
                  <a:lnTo>
                    <a:pt x="460" y="231"/>
                  </a:lnTo>
                  <a:lnTo>
                    <a:pt x="459" y="225"/>
                  </a:lnTo>
                  <a:lnTo>
                    <a:pt x="459" y="222"/>
                  </a:lnTo>
                  <a:lnTo>
                    <a:pt x="459" y="219"/>
                  </a:lnTo>
                  <a:lnTo>
                    <a:pt x="459" y="219"/>
                  </a:lnTo>
                  <a:lnTo>
                    <a:pt x="462" y="217"/>
                  </a:lnTo>
                  <a:lnTo>
                    <a:pt x="464" y="214"/>
                  </a:lnTo>
                  <a:lnTo>
                    <a:pt x="469" y="210"/>
                  </a:lnTo>
                  <a:lnTo>
                    <a:pt x="469" y="210"/>
                  </a:lnTo>
                  <a:lnTo>
                    <a:pt x="473" y="210"/>
                  </a:lnTo>
                  <a:lnTo>
                    <a:pt x="478" y="210"/>
                  </a:lnTo>
                  <a:lnTo>
                    <a:pt x="482" y="209"/>
                  </a:lnTo>
                  <a:lnTo>
                    <a:pt x="487" y="209"/>
                  </a:lnTo>
                  <a:lnTo>
                    <a:pt x="487" y="209"/>
                  </a:lnTo>
                  <a:lnTo>
                    <a:pt x="490" y="207"/>
                  </a:lnTo>
                  <a:lnTo>
                    <a:pt x="490" y="206"/>
                  </a:lnTo>
                  <a:lnTo>
                    <a:pt x="487" y="201"/>
                  </a:lnTo>
                  <a:lnTo>
                    <a:pt x="487" y="201"/>
                  </a:lnTo>
                  <a:lnTo>
                    <a:pt x="486" y="198"/>
                  </a:lnTo>
                  <a:lnTo>
                    <a:pt x="487" y="196"/>
                  </a:lnTo>
                  <a:lnTo>
                    <a:pt x="490" y="192"/>
                  </a:lnTo>
                  <a:lnTo>
                    <a:pt x="490" y="192"/>
                  </a:lnTo>
                  <a:lnTo>
                    <a:pt x="490" y="190"/>
                  </a:lnTo>
                  <a:lnTo>
                    <a:pt x="491" y="187"/>
                  </a:lnTo>
                  <a:lnTo>
                    <a:pt x="492" y="183"/>
                  </a:lnTo>
                  <a:lnTo>
                    <a:pt x="494" y="178"/>
                  </a:lnTo>
                  <a:lnTo>
                    <a:pt x="494" y="178"/>
                  </a:lnTo>
                  <a:lnTo>
                    <a:pt x="496" y="176"/>
                  </a:lnTo>
                  <a:lnTo>
                    <a:pt x="497" y="176"/>
                  </a:lnTo>
                  <a:lnTo>
                    <a:pt x="502" y="178"/>
                  </a:lnTo>
                  <a:lnTo>
                    <a:pt x="502" y="178"/>
                  </a:lnTo>
                  <a:lnTo>
                    <a:pt x="506" y="180"/>
                  </a:lnTo>
                  <a:lnTo>
                    <a:pt x="511" y="178"/>
                  </a:lnTo>
                  <a:lnTo>
                    <a:pt x="521" y="177"/>
                  </a:lnTo>
                  <a:lnTo>
                    <a:pt x="521" y="177"/>
                  </a:lnTo>
                  <a:lnTo>
                    <a:pt x="527" y="176"/>
                  </a:lnTo>
                  <a:lnTo>
                    <a:pt x="529" y="176"/>
                  </a:lnTo>
                  <a:lnTo>
                    <a:pt x="530" y="174"/>
                  </a:lnTo>
                  <a:lnTo>
                    <a:pt x="530" y="174"/>
                  </a:lnTo>
                  <a:lnTo>
                    <a:pt x="532" y="171"/>
                  </a:lnTo>
                  <a:lnTo>
                    <a:pt x="530" y="165"/>
                  </a:lnTo>
                  <a:lnTo>
                    <a:pt x="530" y="156"/>
                  </a:lnTo>
                  <a:lnTo>
                    <a:pt x="530" y="156"/>
                  </a:lnTo>
                  <a:lnTo>
                    <a:pt x="532" y="153"/>
                  </a:lnTo>
                  <a:lnTo>
                    <a:pt x="535" y="150"/>
                  </a:lnTo>
                  <a:lnTo>
                    <a:pt x="543" y="144"/>
                  </a:lnTo>
                  <a:lnTo>
                    <a:pt x="543" y="144"/>
                  </a:lnTo>
                  <a:lnTo>
                    <a:pt x="545" y="142"/>
                  </a:lnTo>
                  <a:lnTo>
                    <a:pt x="549" y="139"/>
                  </a:lnTo>
                  <a:lnTo>
                    <a:pt x="555" y="137"/>
                  </a:lnTo>
                  <a:lnTo>
                    <a:pt x="555" y="137"/>
                  </a:lnTo>
                  <a:lnTo>
                    <a:pt x="558" y="135"/>
                  </a:lnTo>
                  <a:lnTo>
                    <a:pt x="559" y="132"/>
                  </a:lnTo>
                  <a:lnTo>
                    <a:pt x="559" y="132"/>
                  </a:lnTo>
                  <a:lnTo>
                    <a:pt x="558" y="130"/>
                  </a:lnTo>
                  <a:close/>
                  <a:moveTo>
                    <a:pt x="441" y="186"/>
                  </a:moveTo>
                  <a:lnTo>
                    <a:pt x="441" y="186"/>
                  </a:lnTo>
                  <a:lnTo>
                    <a:pt x="438" y="190"/>
                  </a:lnTo>
                  <a:lnTo>
                    <a:pt x="437" y="191"/>
                  </a:lnTo>
                  <a:lnTo>
                    <a:pt x="436" y="191"/>
                  </a:lnTo>
                  <a:lnTo>
                    <a:pt x="436" y="191"/>
                  </a:lnTo>
                  <a:lnTo>
                    <a:pt x="420" y="193"/>
                  </a:lnTo>
                  <a:lnTo>
                    <a:pt x="420" y="193"/>
                  </a:lnTo>
                  <a:lnTo>
                    <a:pt x="407" y="191"/>
                  </a:lnTo>
                  <a:lnTo>
                    <a:pt x="399" y="191"/>
                  </a:lnTo>
                  <a:lnTo>
                    <a:pt x="394" y="191"/>
                  </a:lnTo>
                  <a:lnTo>
                    <a:pt x="394" y="191"/>
                  </a:lnTo>
                  <a:lnTo>
                    <a:pt x="390" y="193"/>
                  </a:lnTo>
                  <a:lnTo>
                    <a:pt x="388" y="194"/>
                  </a:lnTo>
                  <a:lnTo>
                    <a:pt x="386" y="197"/>
                  </a:lnTo>
                  <a:lnTo>
                    <a:pt x="386" y="197"/>
                  </a:lnTo>
                  <a:lnTo>
                    <a:pt x="384" y="202"/>
                  </a:lnTo>
                  <a:lnTo>
                    <a:pt x="383" y="204"/>
                  </a:lnTo>
                  <a:lnTo>
                    <a:pt x="380" y="206"/>
                  </a:lnTo>
                  <a:lnTo>
                    <a:pt x="380" y="206"/>
                  </a:lnTo>
                  <a:lnTo>
                    <a:pt x="380" y="207"/>
                  </a:lnTo>
                  <a:lnTo>
                    <a:pt x="380" y="208"/>
                  </a:lnTo>
                  <a:lnTo>
                    <a:pt x="379" y="214"/>
                  </a:lnTo>
                  <a:lnTo>
                    <a:pt x="379" y="215"/>
                  </a:lnTo>
                  <a:lnTo>
                    <a:pt x="378" y="218"/>
                  </a:lnTo>
                  <a:lnTo>
                    <a:pt x="375" y="218"/>
                  </a:lnTo>
                  <a:lnTo>
                    <a:pt x="373" y="215"/>
                  </a:lnTo>
                  <a:lnTo>
                    <a:pt x="373" y="215"/>
                  </a:lnTo>
                  <a:lnTo>
                    <a:pt x="369" y="214"/>
                  </a:lnTo>
                  <a:lnTo>
                    <a:pt x="367" y="213"/>
                  </a:lnTo>
                  <a:lnTo>
                    <a:pt x="366" y="210"/>
                  </a:lnTo>
                  <a:lnTo>
                    <a:pt x="366" y="210"/>
                  </a:lnTo>
                  <a:lnTo>
                    <a:pt x="366" y="207"/>
                  </a:lnTo>
                  <a:lnTo>
                    <a:pt x="367" y="203"/>
                  </a:lnTo>
                  <a:lnTo>
                    <a:pt x="368" y="199"/>
                  </a:lnTo>
                  <a:lnTo>
                    <a:pt x="368" y="196"/>
                  </a:lnTo>
                  <a:lnTo>
                    <a:pt x="368" y="196"/>
                  </a:lnTo>
                  <a:lnTo>
                    <a:pt x="368" y="193"/>
                  </a:lnTo>
                  <a:lnTo>
                    <a:pt x="370" y="191"/>
                  </a:lnTo>
                  <a:lnTo>
                    <a:pt x="377" y="188"/>
                  </a:lnTo>
                  <a:lnTo>
                    <a:pt x="377" y="188"/>
                  </a:lnTo>
                  <a:lnTo>
                    <a:pt x="382" y="186"/>
                  </a:lnTo>
                  <a:lnTo>
                    <a:pt x="384" y="185"/>
                  </a:lnTo>
                  <a:lnTo>
                    <a:pt x="386" y="185"/>
                  </a:lnTo>
                  <a:lnTo>
                    <a:pt x="386" y="185"/>
                  </a:lnTo>
                  <a:lnTo>
                    <a:pt x="394" y="186"/>
                  </a:lnTo>
                  <a:lnTo>
                    <a:pt x="401" y="186"/>
                  </a:lnTo>
                  <a:lnTo>
                    <a:pt x="401" y="186"/>
                  </a:lnTo>
                  <a:lnTo>
                    <a:pt x="415" y="187"/>
                  </a:lnTo>
                  <a:lnTo>
                    <a:pt x="421" y="188"/>
                  </a:lnTo>
                  <a:lnTo>
                    <a:pt x="426" y="188"/>
                  </a:lnTo>
                  <a:lnTo>
                    <a:pt x="426" y="188"/>
                  </a:lnTo>
                  <a:lnTo>
                    <a:pt x="436" y="186"/>
                  </a:lnTo>
                  <a:lnTo>
                    <a:pt x="439" y="186"/>
                  </a:lnTo>
                  <a:lnTo>
                    <a:pt x="441" y="186"/>
                  </a:lnTo>
                  <a:lnTo>
                    <a:pt x="441" y="186"/>
                  </a:lnTo>
                  <a:close/>
                  <a:moveTo>
                    <a:pt x="523" y="161"/>
                  </a:moveTo>
                  <a:lnTo>
                    <a:pt x="523" y="161"/>
                  </a:lnTo>
                  <a:lnTo>
                    <a:pt x="519" y="164"/>
                  </a:lnTo>
                  <a:lnTo>
                    <a:pt x="516" y="166"/>
                  </a:lnTo>
                  <a:lnTo>
                    <a:pt x="513" y="167"/>
                  </a:lnTo>
                  <a:lnTo>
                    <a:pt x="508" y="166"/>
                  </a:lnTo>
                  <a:lnTo>
                    <a:pt x="508" y="166"/>
                  </a:lnTo>
                  <a:lnTo>
                    <a:pt x="498" y="160"/>
                  </a:lnTo>
                  <a:lnTo>
                    <a:pt x="495" y="156"/>
                  </a:lnTo>
                  <a:lnTo>
                    <a:pt x="495" y="155"/>
                  </a:lnTo>
                  <a:lnTo>
                    <a:pt x="495" y="154"/>
                  </a:lnTo>
                  <a:lnTo>
                    <a:pt x="495" y="154"/>
                  </a:lnTo>
                  <a:lnTo>
                    <a:pt x="496" y="151"/>
                  </a:lnTo>
                  <a:lnTo>
                    <a:pt x="496" y="148"/>
                  </a:lnTo>
                  <a:lnTo>
                    <a:pt x="497" y="145"/>
                  </a:lnTo>
                  <a:lnTo>
                    <a:pt x="498" y="144"/>
                  </a:lnTo>
                  <a:lnTo>
                    <a:pt x="500" y="144"/>
                  </a:lnTo>
                  <a:lnTo>
                    <a:pt x="500" y="144"/>
                  </a:lnTo>
                  <a:lnTo>
                    <a:pt x="502" y="146"/>
                  </a:lnTo>
                  <a:lnTo>
                    <a:pt x="503" y="149"/>
                  </a:lnTo>
                  <a:lnTo>
                    <a:pt x="505" y="151"/>
                  </a:lnTo>
                  <a:lnTo>
                    <a:pt x="507" y="154"/>
                  </a:lnTo>
                  <a:lnTo>
                    <a:pt x="507" y="154"/>
                  </a:lnTo>
                  <a:lnTo>
                    <a:pt x="512" y="156"/>
                  </a:lnTo>
                  <a:lnTo>
                    <a:pt x="518" y="159"/>
                  </a:lnTo>
                  <a:lnTo>
                    <a:pt x="523" y="160"/>
                  </a:lnTo>
                  <a:lnTo>
                    <a:pt x="524" y="161"/>
                  </a:lnTo>
                  <a:lnTo>
                    <a:pt x="523" y="16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2" name="Freeform 805"/>
            <p:cNvSpPr>
              <a:spLocks/>
            </p:cNvSpPr>
            <p:nvPr/>
          </p:nvSpPr>
          <p:spPr bwMode="gray">
            <a:xfrm>
              <a:off x="3899233" y="4667428"/>
              <a:ext cx="670982" cy="446499"/>
            </a:xfrm>
            <a:custGeom>
              <a:avLst/>
              <a:gdLst>
                <a:gd name="T0" fmla="*/ 172 w 227"/>
                <a:gd name="T1" fmla="*/ 104 h 149"/>
                <a:gd name="T2" fmla="*/ 183 w 227"/>
                <a:gd name="T3" fmla="*/ 90 h 149"/>
                <a:gd name="T4" fmla="*/ 198 w 227"/>
                <a:gd name="T5" fmla="*/ 85 h 149"/>
                <a:gd name="T6" fmla="*/ 200 w 227"/>
                <a:gd name="T7" fmla="*/ 87 h 149"/>
                <a:gd name="T8" fmla="*/ 197 w 227"/>
                <a:gd name="T9" fmla="*/ 100 h 149"/>
                <a:gd name="T10" fmla="*/ 198 w 227"/>
                <a:gd name="T11" fmla="*/ 101 h 149"/>
                <a:gd name="T12" fmla="*/ 216 w 227"/>
                <a:gd name="T13" fmla="*/ 105 h 149"/>
                <a:gd name="T14" fmla="*/ 227 w 227"/>
                <a:gd name="T15" fmla="*/ 100 h 149"/>
                <a:gd name="T16" fmla="*/ 227 w 227"/>
                <a:gd name="T17" fmla="*/ 96 h 149"/>
                <a:gd name="T18" fmla="*/ 215 w 227"/>
                <a:gd name="T19" fmla="*/ 82 h 149"/>
                <a:gd name="T20" fmla="*/ 205 w 227"/>
                <a:gd name="T21" fmla="*/ 79 h 149"/>
                <a:gd name="T22" fmla="*/ 200 w 227"/>
                <a:gd name="T23" fmla="*/ 77 h 149"/>
                <a:gd name="T24" fmla="*/ 199 w 227"/>
                <a:gd name="T25" fmla="*/ 73 h 149"/>
                <a:gd name="T26" fmla="*/ 182 w 227"/>
                <a:gd name="T27" fmla="*/ 77 h 149"/>
                <a:gd name="T28" fmla="*/ 167 w 227"/>
                <a:gd name="T29" fmla="*/ 77 h 149"/>
                <a:gd name="T30" fmla="*/ 161 w 227"/>
                <a:gd name="T31" fmla="*/ 84 h 149"/>
                <a:gd name="T32" fmla="*/ 156 w 227"/>
                <a:gd name="T33" fmla="*/ 91 h 149"/>
                <a:gd name="T34" fmla="*/ 149 w 227"/>
                <a:gd name="T35" fmla="*/ 93 h 149"/>
                <a:gd name="T36" fmla="*/ 138 w 227"/>
                <a:gd name="T37" fmla="*/ 84 h 149"/>
                <a:gd name="T38" fmla="*/ 126 w 227"/>
                <a:gd name="T39" fmla="*/ 80 h 149"/>
                <a:gd name="T40" fmla="*/ 123 w 227"/>
                <a:gd name="T41" fmla="*/ 78 h 149"/>
                <a:gd name="T42" fmla="*/ 128 w 227"/>
                <a:gd name="T43" fmla="*/ 75 h 149"/>
                <a:gd name="T44" fmla="*/ 129 w 227"/>
                <a:gd name="T45" fmla="*/ 72 h 149"/>
                <a:gd name="T46" fmla="*/ 120 w 227"/>
                <a:gd name="T47" fmla="*/ 59 h 149"/>
                <a:gd name="T48" fmla="*/ 118 w 227"/>
                <a:gd name="T49" fmla="*/ 35 h 149"/>
                <a:gd name="T50" fmla="*/ 117 w 227"/>
                <a:gd name="T51" fmla="*/ 30 h 149"/>
                <a:gd name="T52" fmla="*/ 102 w 227"/>
                <a:gd name="T53" fmla="*/ 41 h 149"/>
                <a:gd name="T54" fmla="*/ 98 w 227"/>
                <a:gd name="T55" fmla="*/ 45 h 149"/>
                <a:gd name="T56" fmla="*/ 92 w 227"/>
                <a:gd name="T57" fmla="*/ 43 h 149"/>
                <a:gd name="T58" fmla="*/ 67 w 227"/>
                <a:gd name="T59" fmla="*/ 30 h 149"/>
                <a:gd name="T60" fmla="*/ 60 w 227"/>
                <a:gd name="T61" fmla="*/ 29 h 149"/>
                <a:gd name="T62" fmla="*/ 58 w 227"/>
                <a:gd name="T63" fmla="*/ 32 h 149"/>
                <a:gd name="T64" fmla="*/ 49 w 227"/>
                <a:gd name="T65" fmla="*/ 37 h 149"/>
                <a:gd name="T66" fmla="*/ 35 w 227"/>
                <a:gd name="T67" fmla="*/ 37 h 149"/>
                <a:gd name="T68" fmla="*/ 29 w 227"/>
                <a:gd name="T69" fmla="*/ 32 h 149"/>
                <a:gd name="T70" fmla="*/ 29 w 227"/>
                <a:gd name="T71" fmla="*/ 16 h 149"/>
                <a:gd name="T72" fmla="*/ 32 w 227"/>
                <a:gd name="T73" fmla="*/ 10 h 149"/>
                <a:gd name="T74" fmla="*/ 32 w 227"/>
                <a:gd name="T75" fmla="*/ 5 h 149"/>
                <a:gd name="T76" fmla="*/ 0 w 227"/>
                <a:gd name="T77" fmla="*/ 11 h 149"/>
                <a:gd name="T78" fmla="*/ 6 w 227"/>
                <a:gd name="T79" fmla="*/ 88 h 149"/>
                <a:gd name="T80" fmla="*/ 12 w 227"/>
                <a:gd name="T81" fmla="*/ 85 h 149"/>
                <a:gd name="T82" fmla="*/ 17 w 227"/>
                <a:gd name="T83" fmla="*/ 73 h 149"/>
                <a:gd name="T84" fmla="*/ 28 w 227"/>
                <a:gd name="T85" fmla="*/ 59 h 149"/>
                <a:gd name="T86" fmla="*/ 34 w 227"/>
                <a:gd name="T87" fmla="*/ 56 h 149"/>
                <a:gd name="T88" fmla="*/ 42 w 227"/>
                <a:gd name="T89" fmla="*/ 57 h 149"/>
                <a:gd name="T90" fmla="*/ 56 w 227"/>
                <a:gd name="T91" fmla="*/ 75 h 149"/>
                <a:gd name="T92" fmla="*/ 69 w 227"/>
                <a:gd name="T93" fmla="*/ 88 h 149"/>
                <a:gd name="T94" fmla="*/ 76 w 227"/>
                <a:gd name="T95" fmla="*/ 95 h 149"/>
                <a:gd name="T96" fmla="*/ 86 w 227"/>
                <a:gd name="T97" fmla="*/ 114 h 149"/>
                <a:gd name="T98" fmla="*/ 97 w 227"/>
                <a:gd name="T99" fmla="*/ 120 h 149"/>
                <a:gd name="T100" fmla="*/ 122 w 227"/>
                <a:gd name="T101" fmla="*/ 131 h 149"/>
                <a:gd name="T102" fmla="*/ 134 w 227"/>
                <a:gd name="T103" fmla="*/ 139 h 149"/>
                <a:gd name="T104" fmla="*/ 138 w 227"/>
                <a:gd name="T105" fmla="*/ 149 h 149"/>
                <a:gd name="T106" fmla="*/ 149 w 227"/>
                <a:gd name="T107" fmla="*/ 148 h 149"/>
                <a:gd name="T108" fmla="*/ 151 w 227"/>
                <a:gd name="T109" fmla="*/ 115 h 149"/>
                <a:gd name="T110" fmla="*/ 159 w 227"/>
                <a:gd name="T111" fmla="*/ 11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27" h="149">
                  <a:moveTo>
                    <a:pt x="168" y="109"/>
                  </a:moveTo>
                  <a:lnTo>
                    <a:pt x="168" y="109"/>
                  </a:lnTo>
                  <a:lnTo>
                    <a:pt x="172" y="104"/>
                  </a:lnTo>
                  <a:lnTo>
                    <a:pt x="176" y="99"/>
                  </a:lnTo>
                  <a:lnTo>
                    <a:pt x="179" y="94"/>
                  </a:lnTo>
                  <a:lnTo>
                    <a:pt x="183" y="90"/>
                  </a:lnTo>
                  <a:lnTo>
                    <a:pt x="183" y="90"/>
                  </a:lnTo>
                  <a:lnTo>
                    <a:pt x="193" y="87"/>
                  </a:lnTo>
                  <a:lnTo>
                    <a:pt x="198" y="85"/>
                  </a:lnTo>
                  <a:lnTo>
                    <a:pt x="200" y="85"/>
                  </a:lnTo>
                  <a:lnTo>
                    <a:pt x="200" y="87"/>
                  </a:lnTo>
                  <a:lnTo>
                    <a:pt x="200" y="87"/>
                  </a:lnTo>
                  <a:lnTo>
                    <a:pt x="200" y="90"/>
                  </a:lnTo>
                  <a:lnTo>
                    <a:pt x="198" y="95"/>
                  </a:lnTo>
                  <a:lnTo>
                    <a:pt x="197" y="100"/>
                  </a:lnTo>
                  <a:lnTo>
                    <a:pt x="197" y="101"/>
                  </a:lnTo>
                  <a:lnTo>
                    <a:pt x="198" y="101"/>
                  </a:lnTo>
                  <a:lnTo>
                    <a:pt x="198" y="101"/>
                  </a:lnTo>
                  <a:lnTo>
                    <a:pt x="208" y="103"/>
                  </a:lnTo>
                  <a:lnTo>
                    <a:pt x="216" y="105"/>
                  </a:lnTo>
                  <a:lnTo>
                    <a:pt x="216" y="105"/>
                  </a:lnTo>
                  <a:lnTo>
                    <a:pt x="220" y="104"/>
                  </a:lnTo>
                  <a:lnTo>
                    <a:pt x="224" y="103"/>
                  </a:lnTo>
                  <a:lnTo>
                    <a:pt x="227" y="100"/>
                  </a:lnTo>
                  <a:lnTo>
                    <a:pt x="227" y="99"/>
                  </a:lnTo>
                  <a:lnTo>
                    <a:pt x="227" y="96"/>
                  </a:lnTo>
                  <a:lnTo>
                    <a:pt x="227" y="96"/>
                  </a:lnTo>
                  <a:lnTo>
                    <a:pt x="224" y="88"/>
                  </a:lnTo>
                  <a:lnTo>
                    <a:pt x="220" y="84"/>
                  </a:lnTo>
                  <a:lnTo>
                    <a:pt x="215" y="82"/>
                  </a:lnTo>
                  <a:lnTo>
                    <a:pt x="215" y="82"/>
                  </a:lnTo>
                  <a:lnTo>
                    <a:pt x="209" y="79"/>
                  </a:lnTo>
                  <a:lnTo>
                    <a:pt x="205" y="79"/>
                  </a:lnTo>
                  <a:lnTo>
                    <a:pt x="202" y="78"/>
                  </a:lnTo>
                  <a:lnTo>
                    <a:pt x="200" y="77"/>
                  </a:lnTo>
                  <a:lnTo>
                    <a:pt x="200" y="77"/>
                  </a:lnTo>
                  <a:lnTo>
                    <a:pt x="199" y="72"/>
                  </a:lnTo>
                  <a:lnTo>
                    <a:pt x="199" y="72"/>
                  </a:lnTo>
                  <a:lnTo>
                    <a:pt x="199" y="73"/>
                  </a:lnTo>
                  <a:lnTo>
                    <a:pt x="199" y="73"/>
                  </a:lnTo>
                  <a:lnTo>
                    <a:pt x="191" y="75"/>
                  </a:lnTo>
                  <a:lnTo>
                    <a:pt x="182" y="77"/>
                  </a:lnTo>
                  <a:lnTo>
                    <a:pt x="182" y="77"/>
                  </a:lnTo>
                  <a:lnTo>
                    <a:pt x="173" y="77"/>
                  </a:lnTo>
                  <a:lnTo>
                    <a:pt x="167" y="77"/>
                  </a:lnTo>
                  <a:lnTo>
                    <a:pt x="167" y="77"/>
                  </a:lnTo>
                  <a:lnTo>
                    <a:pt x="163" y="79"/>
                  </a:lnTo>
                  <a:lnTo>
                    <a:pt x="161" y="84"/>
                  </a:lnTo>
                  <a:lnTo>
                    <a:pt x="161" y="84"/>
                  </a:lnTo>
                  <a:lnTo>
                    <a:pt x="160" y="89"/>
                  </a:lnTo>
                  <a:lnTo>
                    <a:pt x="156" y="91"/>
                  </a:lnTo>
                  <a:lnTo>
                    <a:pt x="152" y="93"/>
                  </a:lnTo>
                  <a:lnTo>
                    <a:pt x="149" y="93"/>
                  </a:lnTo>
                  <a:lnTo>
                    <a:pt x="149" y="93"/>
                  </a:lnTo>
                  <a:lnTo>
                    <a:pt x="145" y="90"/>
                  </a:lnTo>
                  <a:lnTo>
                    <a:pt x="141" y="87"/>
                  </a:lnTo>
                  <a:lnTo>
                    <a:pt x="138" y="84"/>
                  </a:lnTo>
                  <a:lnTo>
                    <a:pt x="135" y="82"/>
                  </a:lnTo>
                  <a:lnTo>
                    <a:pt x="135" y="82"/>
                  </a:lnTo>
                  <a:lnTo>
                    <a:pt x="126" y="80"/>
                  </a:lnTo>
                  <a:lnTo>
                    <a:pt x="123" y="79"/>
                  </a:lnTo>
                  <a:lnTo>
                    <a:pt x="123" y="78"/>
                  </a:lnTo>
                  <a:lnTo>
                    <a:pt x="123" y="78"/>
                  </a:lnTo>
                  <a:lnTo>
                    <a:pt x="123" y="78"/>
                  </a:lnTo>
                  <a:lnTo>
                    <a:pt x="124" y="77"/>
                  </a:lnTo>
                  <a:lnTo>
                    <a:pt x="128" y="75"/>
                  </a:lnTo>
                  <a:lnTo>
                    <a:pt x="129" y="74"/>
                  </a:lnTo>
                  <a:lnTo>
                    <a:pt x="129" y="72"/>
                  </a:lnTo>
                  <a:lnTo>
                    <a:pt x="129" y="72"/>
                  </a:lnTo>
                  <a:lnTo>
                    <a:pt x="124" y="66"/>
                  </a:lnTo>
                  <a:lnTo>
                    <a:pt x="122" y="62"/>
                  </a:lnTo>
                  <a:lnTo>
                    <a:pt x="120" y="59"/>
                  </a:lnTo>
                  <a:lnTo>
                    <a:pt x="120" y="59"/>
                  </a:lnTo>
                  <a:lnTo>
                    <a:pt x="119" y="43"/>
                  </a:lnTo>
                  <a:lnTo>
                    <a:pt x="118" y="35"/>
                  </a:lnTo>
                  <a:lnTo>
                    <a:pt x="117" y="31"/>
                  </a:lnTo>
                  <a:lnTo>
                    <a:pt x="117" y="30"/>
                  </a:lnTo>
                  <a:lnTo>
                    <a:pt x="117" y="30"/>
                  </a:lnTo>
                  <a:lnTo>
                    <a:pt x="113" y="32"/>
                  </a:lnTo>
                  <a:lnTo>
                    <a:pt x="109" y="35"/>
                  </a:lnTo>
                  <a:lnTo>
                    <a:pt x="102" y="41"/>
                  </a:lnTo>
                  <a:lnTo>
                    <a:pt x="102" y="41"/>
                  </a:lnTo>
                  <a:lnTo>
                    <a:pt x="99" y="43"/>
                  </a:lnTo>
                  <a:lnTo>
                    <a:pt x="98" y="45"/>
                  </a:lnTo>
                  <a:lnTo>
                    <a:pt x="96" y="45"/>
                  </a:lnTo>
                  <a:lnTo>
                    <a:pt x="92" y="43"/>
                  </a:lnTo>
                  <a:lnTo>
                    <a:pt x="92" y="43"/>
                  </a:lnTo>
                  <a:lnTo>
                    <a:pt x="80" y="39"/>
                  </a:lnTo>
                  <a:lnTo>
                    <a:pt x="71" y="34"/>
                  </a:lnTo>
                  <a:lnTo>
                    <a:pt x="67" y="30"/>
                  </a:lnTo>
                  <a:lnTo>
                    <a:pt x="64" y="26"/>
                  </a:lnTo>
                  <a:lnTo>
                    <a:pt x="64" y="26"/>
                  </a:lnTo>
                  <a:lnTo>
                    <a:pt x="60" y="29"/>
                  </a:lnTo>
                  <a:lnTo>
                    <a:pt x="59" y="30"/>
                  </a:lnTo>
                  <a:lnTo>
                    <a:pt x="58" y="32"/>
                  </a:lnTo>
                  <a:lnTo>
                    <a:pt x="58" y="32"/>
                  </a:lnTo>
                  <a:lnTo>
                    <a:pt x="56" y="34"/>
                  </a:lnTo>
                  <a:lnTo>
                    <a:pt x="54" y="36"/>
                  </a:lnTo>
                  <a:lnTo>
                    <a:pt x="49" y="37"/>
                  </a:lnTo>
                  <a:lnTo>
                    <a:pt x="42" y="36"/>
                  </a:lnTo>
                  <a:lnTo>
                    <a:pt x="42" y="36"/>
                  </a:lnTo>
                  <a:lnTo>
                    <a:pt x="35" y="37"/>
                  </a:lnTo>
                  <a:lnTo>
                    <a:pt x="32" y="36"/>
                  </a:lnTo>
                  <a:lnTo>
                    <a:pt x="30" y="35"/>
                  </a:lnTo>
                  <a:lnTo>
                    <a:pt x="29" y="32"/>
                  </a:lnTo>
                  <a:lnTo>
                    <a:pt x="29" y="32"/>
                  </a:lnTo>
                  <a:lnTo>
                    <a:pt x="28" y="21"/>
                  </a:lnTo>
                  <a:lnTo>
                    <a:pt x="29" y="16"/>
                  </a:lnTo>
                  <a:lnTo>
                    <a:pt x="30" y="13"/>
                  </a:lnTo>
                  <a:lnTo>
                    <a:pt x="30" y="13"/>
                  </a:lnTo>
                  <a:lnTo>
                    <a:pt x="32" y="10"/>
                  </a:lnTo>
                  <a:lnTo>
                    <a:pt x="32" y="9"/>
                  </a:lnTo>
                  <a:lnTo>
                    <a:pt x="30" y="6"/>
                  </a:lnTo>
                  <a:lnTo>
                    <a:pt x="32" y="5"/>
                  </a:lnTo>
                  <a:lnTo>
                    <a:pt x="32" y="5"/>
                  </a:lnTo>
                  <a:lnTo>
                    <a:pt x="33" y="0"/>
                  </a:lnTo>
                  <a:lnTo>
                    <a:pt x="0" y="11"/>
                  </a:lnTo>
                  <a:lnTo>
                    <a:pt x="1" y="87"/>
                  </a:lnTo>
                  <a:lnTo>
                    <a:pt x="1" y="87"/>
                  </a:lnTo>
                  <a:lnTo>
                    <a:pt x="6" y="88"/>
                  </a:lnTo>
                  <a:lnTo>
                    <a:pt x="10" y="88"/>
                  </a:lnTo>
                  <a:lnTo>
                    <a:pt x="10" y="88"/>
                  </a:lnTo>
                  <a:lnTo>
                    <a:pt x="12" y="85"/>
                  </a:lnTo>
                  <a:lnTo>
                    <a:pt x="13" y="82"/>
                  </a:lnTo>
                  <a:lnTo>
                    <a:pt x="14" y="77"/>
                  </a:lnTo>
                  <a:lnTo>
                    <a:pt x="17" y="73"/>
                  </a:lnTo>
                  <a:lnTo>
                    <a:pt x="17" y="73"/>
                  </a:lnTo>
                  <a:lnTo>
                    <a:pt x="23" y="66"/>
                  </a:lnTo>
                  <a:lnTo>
                    <a:pt x="28" y="59"/>
                  </a:lnTo>
                  <a:lnTo>
                    <a:pt x="28" y="59"/>
                  </a:lnTo>
                  <a:lnTo>
                    <a:pt x="30" y="58"/>
                  </a:lnTo>
                  <a:lnTo>
                    <a:pt x="34" y="56"/>
                  </a:lnTo>
                  <a:lnTo>
                    <a:pt x="38" y="56"/>
                  </a:lnTo>
                  <a:lnTo>
                    <a:pt x="40" y="56"/>
                  </a:lnTo>
                  <a:lnTo>
                    <a:pt x="42" y="57"/>
                  </a:lnTo>
                  <a:lnTo>
                    <a:pt x="42" y="57"/>
                  </a:lnTo>
                  <a:lnTo>
                    <a:pt x="50" y="68"/>
                  </a:lnTo>
                  <a:lnTo>
                    <a:pt x="56" y="75"/>
                  </a:lnTo>
                  <a:lnTo>
                    <a:pt x="61" y="82"/>
                  </a:lnTo>
                  <a:lnTo>
                    <a:pt x="61" y="82"/>
                  </a:lnTo>
                  <a:lnTo>
                    <a:pt x="69" y="88"/>
                  </a:lnTo>
                  <a:lnTo>
                    <a:pt x="72" y="91"/>
                  </a:lnTo>
                  <a:lnTo>
                    <a:pt x="76" y="95"/>
                  </a:lnTo>
                  <a:lnTo>
                    <a:pt x="76" y="95"/>
                  </a:lnTo>
                  <a:lnTo>
                    <a:pt x="80" y="103"/>
                  </a:lnTo>
                  <a:lnTo>
                    <a:pt x="83" y="109"/>
                  </a:lnTo>
                  <a:lnTo>
                    <a:pt x="86" y="114"/>
                  </a:lnTo>
                  <a:lnTo>
                    <a:pt x="88" y="117"/>
                  </a:lnTo>
                  <a:lnTo>
                    <a:pt x="88" y="117"/>
                  </a:lnTo>
                  <a:lnTo>
                    <a:pt x="97" y="120"/>
                  </a:lnTo>
                  <a:lnTo>
                    <a:pt x="106" y="123"/>
                  </a:lnTo>
                  <a:lnTo>
                    <a:pt x="106" y="123"/>
                  </a:lnTo>
                  <a:lnTo>
                    <a:pt x="122" y="131"/>
                  </a:lnTo>
                  <a:lnTo>
                    <a:pt x="129" y="136"/>
                  </a:lnTo>
                  <a:lnTo>
                    <a:pt x="134" y="139"/>
                  </a:lnTo>
                  <a:lnTo>
                    <a:pt x="134" y="139"/>
                  </a:lnTo>
                  <a:lnTo>
                    <a:pt x="136" y="144"/>
                  </a:lnTo>
                  <a:lnTo>
                    <a:pt x="138" y="147"/>
                  </a:lnTo>
                  <a:lnTo>
                    <a:pt x="138" y="149"/>
                  </a:lnTo>
                  <a:lnTo>
                    <a:pt x="138" y="149"/>
                  </a:lnTo>
                  <a:lnTo>
                    <a:pt x="149" y="148"/>
                  </a:lnTo>
                  <a:lnTo>
                    <a:pt x="149" y="148"/>
                  </a:lnTo>
                  <a:lnTo>
                    <a:pt x="150" y="127"/>
                  </a:lnTo>
                  <a:lnTo>
                    <a:pt x="150" y="119"/>
                  </a:lnTo>
                  <a:lnTo>
                    <a:pt x="151" y="115"/>
                  </a:lnTo>
                  <a:lnTo>
                    <a:pt x="151" y="115"/>
                  </a:lnTo>
                  <a:lnTo>
                    <a:pt x="154" y="112"/>
                  </a:lnTo>
                  <a:lnTo>
                    <a:pt x="159" y="112"/>
                  </a:lnTo>
                  <a:lnTo>
                    <a:pt x="165" y="111"/>
                  </a:lnTo>
                  <a:lnTo>
                    <a:pt x="168" y="10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3" name="Freeform 807"/>
            <p:cNvSpPr>
              <a:spLocks/>
            </p:cNvSpPr>
            <p:nvPr/>
          </p:nvSpPr>
          <p:spPr bwMode="gray">
            <a:xfrm>
              <a:off x="4339659" y="4922143"/>
              <a:ext cx="325147" cy="215758"/>
            </a:xfrm>
            <a:custGeom>
              <a:avLst/>
              <a:gdLst>
                <a:gd name="T0" fmla="*/ 65 w 110"/>
                <a:gd name="T1" fmla="*/ 32 h 72"/>
                <a:gd name="T2" fmla="*/ 69 w 110"/>
                <a:gd name="T3" fmla="*/ 20 h 72"/>
                <a:gd name="T4" fmla="*/ 67 w 110"/>
                <a:gd name="T5" fmla="*/ 20 h 72"/>
                <a:gd name="T6" fmla="*/ 59 w 110"/>
                <a:gd name="T7" fmla="*/ 18 h 72"/>
                <a:gd name="T8" fmla="*/ 49 w 110"/>
                <a:gd name="T9" fmla="*/ 16 h 72"/>
                <a:gd name="T10" fmla="*/ 48 w 110"/>
                <a:gd name="T11" fmla="*/ 15 h 72"/>
                <a:gd name="T12" fmla="*/ 51 w 110"/>
                <a:gd name="T13" fmla="*/ 5 h 72"/>
                <a:gd name="T14" fmla="*/ 51 w 110"/>
                <a:gd name="T15" fmla="*/ 2 h 72"/>
                <a:gd name="T16" fmla="*/ 49 w 110"/>
                <a:gd name="T17" fmla="*/ 0 h 72"/>
                <a:gd name="T18" fmla="*/ 34 w 110"/>
                <a:gd name="T19" fmla="*/ 5 h 72"/>
                <a:gd name="T20" fmla="*/ 30 w 110"/>
                <a:gd name="T21" fmla="*/ 9 h 72"/>
                <a:gd name="T22" fmla="*/ 23 w 110"/>
                <a:gd name="T23" fmla="*/ 19 h 72"/>
                <a:gd name="T24" fmla="*/ 19 w 110"/>
                <a:gd name="T25" fmla="*/ 24 h 72"/>
                <a:gd name="T26" fmla="*/ 10 w 110"/>
                <a:gd name="T27" fmla="*/ 27 h 72"/>
                <a:gd name="T28" fmla="*/ 2 w 110"/>
                <a:gd name="T29" fmla="*/ 30 h 72"/>
                <a:gd name="T30" fmla="*/ 1 w 110"/>
                <a:gd name="T31" fmla="*/ 34 h 72"/>
                <a:gd name="T32" fmla="*/ 0 w 110"/>
                <a:gd name="T33" fmla="*/ 63 h 72"/>
                <a:gd name="T34" fmla="*/ 2 w 110"/>
                <a:gd name="T35" fmla="*/ 63 h 72"/>
                <a:gd name="T36" fmla="*/ 5 w 110"/>
                <a:gd name="T37" fmla="*/ 63 h 72"/>
                <a:gd name="T38" fmla="*/ 11 w 110"/>
                <a:gd name="T39" fmla="*/ 67 h 72"/>
                <a:gd name="T40" fmla="*/ 14 w 110"/>
                <a:gd name="T41" fmla="*/ 68 h 72"/>
                <a:gd name="T42" fmla="*/ 19 w 110"/>
                <a:gd name="T43" fmla="*/ 68 h 72"/>
                <a:gd name="T44" fmla="*/ 24 w 110"/>
                <a:gd name="T45" fmla="*/ 66 h 72"/>
                <a:gd name="T46" fmla="*/ 33 w 110"/>
                <a:gd name="T47" fmla="*/ 64 h 72"/>
                <a:gd name="T48" fmla="*/ 40 w 110"/>
                <a:gd name="T49" fmla="*/ 63 h 72"/>
                <a:gd name="T50" fmla="*/ 43 w 110"/>
                <a:gd name="T51" fmla="*/ 61 h 72"/>
                <a:gd name="T52" fmla="*/ 44 w 110"/>
                <a:gd name="T53" fmla="*/ 56 h 72"/>
                <a:gd name="T54" fmla="*/ 50 w 110"/>
                <a:gd name="T55" fmla="*/ 51 h 72"/>
                <a:gd name="T56" fmla="*/ 59 w 110"/>
                <a:gd name="T57" fmla="*/ 48 h 72"/>
                <a:gd name="T58" fmla="*/ 60 w 110"/>
                <a:gd name="T59" fmla="*/ 50 h 72"/>
                <a:gd name="T60" fmla="*/ 61 w 110"/>
                <a:gd name="T61" fmla="*/ 58 h 72"/>
                <a:gd name="T62" fmla="*/ 61 w 110"/>
                <a:gd name="T63" fmla="*/ 69 h 72"/>
                <a:gd name="T64" fmla="*/ 64 w 110"/>
                <a:gd name="T65" fmla="*/ 72 h 72"/>
                <a:gd name="T66" fmla="*/ 71 w 110"/>
                <a:gd name="T67" fmla="*/ 72 h 72"/>
                <a:gd name="T68" fmla="*/ 87 w 110"/>
                <a:gd name="T69" fmla="*/ 68 h 72"/>
                <a:gd name="T70" fmla="*/ 102 w 110"/>
                <a:gd name="T71" fmla="*/ 67 h 72"/>
                <a:gd name="T72" fmla="*/ 102 w 110"/>
                <a:gd name="T73" fmla="*/ 67 h 72"/>
                <a:gd name="T74" fmla="*/ 104 w 110"/>
                <a:gd name="T75" fmla="*/ 64 h 72"/>
                <a:gd name="T76" fmla="*/ 108 w 110"/>
                <a:gd name="T77" fmla="*/ 63 h 72"/>
                <a:gd name="T78" fmla="*/ 109 w 110"/>
                <a:gd name="T79" fmla="*/ 59 h 72"/>
                <a:gd name="T80" fmla="*/ 110 w 110"/>
                <a:gd name="T81" fmla="*/ 52 h 72"/>
                <a:gd name="T82" fmla="*/ 109 w 110"/>
                <a:gd name="T83" fmla="*/ 48 h 72"/>
                <a:gd name="T84" fmla="*/ 104 w 110"/>
                <a:gd name="T85" fmla="*/ 41 h 72"/>
                <a:gd name="T86" fmla="*/ 96 w 110"/>
                <a:gd name="T87" fmla="*/ 36 h 72"/>
                <a:gd name="T88" fmla="*/ 93 w 110"/>
                <a:gd name="T89" fmla="*/ 34 h 72"/>
                <a:gd name="T90" fmla="*/ 92 w 110"/>
                <a:gd name="T91" fmla="*/ 31 h 72"/>
                <a:gd name="T92" fmla="*/ 67 w 110"/>
                <a:gd name="T93" fmla="*/ 35 h 72"/>
                <a:gd name="T94" fmla="*/ 65 w 110"/>
                <a:gd name="T95" fmla="*/ 3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10" h="72">
                  <a:moveTo>
                    <a:pt x="65" y="32"/>
                  </a:moveTo>
                  <a:lnTo>
                    <a:pt x="65" y="32"/>
                  </a:lnTo>
                  <a:lnTo>
                    <a:pt x="66" y="26"/>
                  </a:lnTo>
                  <a:lnTo>
                    <a:pt x="69" y="20"/>
                  </a:lnTo>
                  <a:lnTo>
                    <a:pt x="69" y="20"/>
                  </a:lnTo>
                  <a:lnTo>
                    <a:pt x="67" y="20"/>
                  </a:lnTo>
                  <a:lnTo>
                    <a:pt x="67" y="20"/>
                  </a:lnTo>
                  <a:lnTo>
                    <a:pt x="59" y="18"/>
                  </a:lnTo>
                  <a:lnTo>
                    <a:pt x="49" y="16"/>
                  </a:lnTo>
                  <a:lnTo>
                    <a:pt x="49" y="16"/>
                  </a:lnTo>
                  <a:lnTo>
                    <a:pt x="48" y="16"/>
                  </a:lnTo>
                  <a:lnTo>
                    <a:pt x="48" y="15"/>
                  </a:lnTo>
                  <a:lnTo>
                    <a:pt x="49" y="10"/>
                  </a:lnTo>
                  <a:lnTo>
                    <a:pt x="51" y="5"/>
                  </a:lnTo>
                  <a:lnTo>
                    <a:pt x="51" y="2"/>
                  </a:lnTo>
                  <a:lnTo>
                    <a:pt x="51" y="2"/>
                  </a:lnTo>
                  <a:lnTo>
                    <a:pt x="51" y="0"/>
                  </a:lnTo>
                  <a:lnTo>
                    <a:pt x="49" y="0"/>
                  </a:lnTo>
                  <a:lnTo>
                    <a:pt x="44" y="2"/>
                  </a:lnTo>
                  <a:lnTo>
                    <a:pt x="34" y="5"/>
                  </a:lnTo>
                  <a:lnTo>
                    <a:pt x="34" y="5"/>
                  </a:lnTo>
                  <a:lnTo>
                    <a:pt x="30" y="9"/>
                  </a:lnTo>
                  <a:lnTo>
                    <a:pt x="27" y="14"/>
                  </a:lnTo>
                  <a:lnTo>
                    <a:pt x="23" y="19"/>
                  </a:lnTo>
                  <a:lnTo>
                    <a:pt x="19" y="24"/>
                  </a:lnTo>
                  <a:lnTo>
                    <a:pt x="19" y="24"/>
                  </a:lnTo>
                  <a:lnTo>
                    <a:pt x="16" y="26"/>
                  </a:lnTo>
                  <a:lnTo>
                    <a:pt x="10" y="27"/>
                  </a:lnTo>
                  <a:lnTo>
                    <a:pt x="5" y="27"/>
                  </a:lnTo>
                  <a:lnTo>
                    <a:pt x="2" y="30"/>
                  </a:lnTo>
                  <a:lnTo>
                    <a:pt x="2" y="30"/>
                  </a:lnTo>
                  <a:lnTo>
                    <a:pt x="1" y="34"/>
                  </a:lnTo>
                  <a:lnTo>
                    <a:pt x="0" y="42"/>
                  </a:lnTo>
                  <a:lnTo>
                    <a:pt x="0" y="63"/>
                  </a:lnTo>
                  <a:lnTo>
                    <a:pt x="0" y="63"/>
                  </a:lnTo>
                  <a:lnTo>
                    <a:pt x="2" y="63"/>
                  </a:lnTo>
                  <a:lnTo>
                    <a:pt x="2" y="63"/>
                  </a:lnTo>
                  <a:lnTo>
                    <a:pt x="5" y="63"/>
                  </a:lnTo>
                  <a:lnTo>
                    <a:pt x="8" y="66"/>
                  </a:lnTo>
                  <a:lnTo>
                    <a:pt x="11" y="67"/>
                  </a:lnTo>
                  <a:lnTo>
                    <a:pt x="14" y="68"/>
                  </a:lnTo>
                  <a:lnTo>
                    <a:pt x="14" y="68"/>
                  </a:lnTo>
                  <a:lnTo>
                    <a:pt x="18" y="68"/>
                  </a:lnTo>
                  <a:lnTo>
                    <a:pt x="19" y="68"/>
                  </a:lnTo>
                  <a:lnTo>
                    <a:pt x="22" y="67"/>
                  </a:lnTo>
                  <a:lnTo>
                    <a:pt x="24" y="66"/>
                  </a:lnTo>
                  <a:lnTo>
                    <a:pt x="24" y="66"/>
                  </a:lnTo>
                  <a:lnTo>
                    <a:pt x="33" y="64"/>
                  </a:lnTo>
                  <a:lnTo>
                    <a:pt x="40" y="63"/>
                  </a:lnTo>
                  <a:lnTo>
                    <a:pt x="40" y="63"/>
                  </a:lnTo>
                  <a:lnTo>
                    <a:pt x="42" y="63"/>
                  </a:lnTo>
                  <a:lnTo>
                    <a:pt x="43" y="61"/>
                  </a:lnTo>
                  <a:lnTo>
                    <a:pt x="44" y="56"/>
                  </a:lnTo>
                  <a:lnTo>
                    <a:pt x="44" y="56"/>
                  </a:lnTo>
                  <a:lnTo>
                    <a:pt x="46" y="53"/>
                  </a:lnTo>
                  <a:lnTo>
                    <a:pt x="50" y="51"/>
                  </a:lnTo>
                  <a:lnTo>
                    <a:pt x="55" y="50"/>
                  </a:lnTo>
                  <a:lnTo>
                    <a:pt x="59" y="48"/>
                  </a:lnTo>
                  <a:lnTo>
                    <a:pt x="59" y="48"/>
                  </a:lnTo>
                  <a:lnTo>
                    <a:pt x="60" y="50"/>
                  </a:lnTo>
                  <a:lnTo>
                    <a:pt x="61" y="51"/>
                  </a:lnTo>
                  <a:lnTo>
                    <a:pt x="61" y="58"/>
                  </a:lnTo>
                  <a:lnTo>
                    <a:pt x="61" y="69"/>
                  </a:lnTo>
                  <a:lnTo>
                    <a:pt x="61" y="69"/>
                  </a:lnTo>
                  <a:lnTo>
                    <a:pt x="61" y="72"/>
                  </a:lnTo>
                  <a:lnTo>
                    <a:pt x="64" y="72"/>
                  </a:lnTo>
                  <a:lnTo>
                    <a:pt x="71" y="72"/>
                  </a:lnTo>
                  <a:lnTo>
                    <a:pt x="71" y="72"/>
                  </a:lnTo>
                  <a:lnTo>
                    <a:pt x="80" y="69"/>
                  </a:lnTo>
                  <a:lnTo>
                    <a:pt x="87" y="68"/>
                  </a:lnTo>
                  <a:lnTo>
                    <a:pt x="87" y="68"/>
                  </a:lnTo>
                  <a:lnTo>
                    <a:pt x="102" y="67"/>
                  </a:lnTo>
                  <a:lnTo>
                    <a:pt x="102" y="67"/>
                  </a:lnTo>
                  <a:lnTo>
                    <a:pt x="102" y="67"/>
                  </a:lnTo>
                  <a:lnTo>
                    <a:pt x="103" y="66"/>
                  </a:lnTo>
                  <a:lnTo>
                    <a:pt x="104" y="64"/>
                  </a:lnTo>
                  <a:lnTo>
                    <a:pt x="107" y="64"/>
                  </a:lnTo>
                  <a:lnTo>
                    <a:pt x="108" y="63"/>
                  </a:lnTo>
                  <a:lnTo>
                    <a:pt x="108" y="63"/>
                  </a:lnTo>
                  <a:lnTo>
                    <a:pt x="109" y="59"/>
                  </a:lnTo>
                  <a:lnTo>
                    <a:pt x="110" y="56"/>
                  </a:lnTo>
                  <a:lnTo>
                    <a:pt x="110" y="52"/>
                  </a:lnTo>
                  <a:lnTo>
                    <a:pt x="109" y="48"/>
                  </a:lnTo>
                  <a:lnTo>
                    <a:pt x="109" y="48"/>
                  </a:lnTo>
                  <a:lnTo>
                    <a:pt x="107" y="45"/>
                  </a:lnTo>
                  <a:lnTo>
                    <a:pt x="104" y="41"/>
                  </a:lnTo>
                  <a:lnTo>
                    <a:pt x="101" y="38"/>
                  </a:lnTo>
                  <a:lnTo>
                    <a:pt x="96" y="36"/>
                  </a:lnTo>
                  <a:lnTo>
                    <a:pt x="96" y="36"/>
                  </a:lnTo>
                  <a:lnTo>
                    <a:pt x="93" y="34"/>
                  </a:lnTo>
                  <a:lnTo>
                    <a:pt x="92" y="31"/>
                  </a:lnTo>
                  <a:lnTo>
                    <a:pt x="92" y="31"/>
                  </a:lnTo>
                  <a:lnTo>
                    <a:pt x="75" y="35"/>
                  </a:lnTo>
                  <a:lnTo>
                    <a:pt x="67" y="35"/>
                  </a:lnTo>
                  <a:lnTo>
                    <a:pt x="66" y="34"/>
                  </a:lnTo>
                  <a:lnTo>
                    <a:pt x="65" y="3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4" name="Freeform 816"/>
            <p:cNvSpPr>
              <a:spLocks/>
            </p:cNvSpPr>
            <p:nvPr/>
          </p:nvSpPr>
          <p:spPr bwMode="gray">
            <a:xfrm>
              <a:off x="633000" y="3112169"/>
              <a:ext cx="440424" cy="293672"/>
            </a:xfrm>
            <a:custGeom>
              <a:avLst/>
              <a:gdLst>
                <a:gd name="T0" fmla="*/ 63 w 149"/>
                <a:gd name="T1" fmla="*/ 97 h 98"/>
                <a:gd name="T2" fmla="*/ 50 w 149"/>
                <a:gd name="T3" fmla="*/ 91 h 98"/>
                <a:gd name="T4" fmla="*/ 24 w 149"/>
                <a:gd name="T5" fmla="*/ 85 h 98"/>
                <a:gd name="T6" fmla="*/ 23 w 149"/>
                <a:gd name="T7" fmla="*/ 81 h 98"/>
                <a:gd name="T8" fmla="*/ 37 w 149"/>
                <a:gd name="T9" fmla="*/ 77 h 98"/>
                <a:gd name="T10" fmla="*/ 36 w 149"/>
                <a:gd name="T11" fmla="*/ 66 h 98"/>
                <a:gd name="T12" fmla="*/ 31 w 149"/>
                <a:gd name="T13" fmla="*/ 64 h 98"/>
                <a:gd name="T14" fmla="*/ 24 w 149"/>
                <a:gd name="T15" fmla="*/ 56 h 98"/>
                <a:gd name="T16" fmla="*/ 9 w 149"/>
                <a:gd name="T17" fmla="*/ 53 h 98"/>
                <a:gd name="T18" fmla="*/ 26 w 149"/>
                <a:gd name="T19" fmla="*/ 51 h 98"/>
                <a:gd name="T20" fmla="*/ 39 w 149"/>
                <a:gd name="T21" fmla="*/ 49 h 98"/>
                <a:gd name="T22" fmla="*/ 32 w 149"/>
                <a:gd name="T23" fmla="*/ 44 h 98"/>
                <a:gd name="T24" fmla="*/ 31 w 149"/>
                <a:gd name="T25" fmla="*/ 42 h 98"/>
                <a:gd name="T26" fmla="*/ 34 w 149"/>
                <a:gd name="T27" fmla="*/ 37 h 98"/>
                <a:gd name="T28" fmla="*/ 10 w 149"/>
                <a:gd name="T29" fmla="*/ 37 h 98"/>
                <a:gd name="T30" fmla="*/ 2 w 149"/>
                <a:gd name="T31" fmla="*/ 33 h 98"/>
                <a:gd name="T32" fmla="*/ 10 w 149"/>
                <a:gd name="T33" fmla="*/ 31 h 98"/>
                <a:gd name="T34" fmla="*/ 9 w 149"/>
                <a:gd name="T35" fmla="*/ 27 h 98"/>
                <a:gd name="T36" fmla="*/ 7 w 149"/>
                <a:gd name="T37" fmla="*/ 24 h 98"/>
                <a:gd name="T38" fmla="*/ 18 w 149"/>
                <a:gd name="T39" fmla="*/ 27 h 98"/>
                <a:gd name="T40" fmla="*/ 15 w 149"/>
                <a:gd name="T41" fmla="*/ 19 h 98"/>
                <a:gd name="T42" fmla="*/ 16 w 149"/>
                <a:gd name="T43" fmla="*/ 15 h 98"/>
                <a:gd name="T44" fmla="*/ 29 w 149"/>
                <a:gd name="T45" fmla="*/ 22 h 98"/>
                <a:gd name="T46" fmla="*/ 28 w 149"/>
                <a:gd name="T47" fmla="*/ 17 h 98"/>
                <a:gd name="T48" fmla="*/ 20 w 149"/>
                <a:gd name="T49" fmla="*/ 7 h 98"/>
                <a:gd name="T50" fmla="*/ 34 w 149"/>
                <a:gd name="T51" fmla="*/ 10 h 98"/>
                <a:gd name="T52" fmla="*/ 40 w 149"/>
                <a:gd name="T53" fmla="*/ 19 h 98"/>
                <a:gd name="T54" fmla="*/ 44 w 149"/>
                <a:gd name="T55" fmla="*/ 23 h 98"/>
                <a:gd name="T56" fmla="*/ 47 w 149"/>
                <a:gd name="T57" fmla="*/ 40 h 98"/>
                <a:gd name="T58" fmla="*/ 51 w 149"/>
                <a:gd name="T59" fmla="*/ 31 h 98"/>
                <a:gd name="T60" fmla="*/ 55 w 149"/>
                <a:gd name="T61" fmla="*/ 28 h 98"/>
                <a:gd name="T62" fmla="*/ 57 w 149"/>
                <a:gd name="T63" fmla="*/ 24 h 98"/>
                <a:gd name="T64" fmla="*/ 58 w 149"/>
                <a:gd name="T65" fmla="*/ 17 h 98"/>
                <a:gd name="T66" fmla="*/ 68 w 149"/>
                <a:gd name="T67" fmla="*/ 27 h 98"/>
                <a:gd name="T68" fmla="*/ 72 w 149"/>
                <a:gd name="T69" fmla="*/ 22 h 98"/>
                <a:gd name="T70" fmla="*/ 74 w 149"/>
                <a:gd name="T71" fmla="*/ 15 h 98"/>
                <a:gd name="T72" fmla="*/ 83 w 149"/>
                <a:gd name="T73" fmla="*/ 19 h 98"/>
                <a:gd name="T74" fmla="*/ 89 w 149"/>
                <a:gd name="T75" fmla="*/ 27 h 98"/>
                <a:gd name="T76" fmla="*/ 88 w 149"/>
                <a:gd name="T77" fmla="*/ 16 h 98"/>
                <a:gd name="T78" fmla="*/ 94 w 149"/>
                <a:gd name="T79" fmla="*/ 17 h 98"/>
                <a:gd name="T80" fmla="*/ 100 w 149"/>
                <a:gd name="T81" fmla="*/ 16 h 98"/>
                <a:gd name="T82" fmla="*/ 104 w 149"/>
                <a:gd name="T83" fmla="*/ 12 h 98"/>
                <a:gd name="T84" fmla="*/ 109 w 149"/>
                <a:gd name="T85" fmla="*/ 7 h 98"/>
                <a:gd name="T86" fmla="*/ 111 w 149"/>
                <a:gd name="T87" fmla="*/ 0 h 98"/>
                <a:gd name="T88" fmla="*/ 116 w 149"/>
                <a:gd name="T89" fmla="*/ 1 h 98"/>
                <a:gd name="T90" fmla="*/ 121 w 149"/>
                <a:gd name="T91" fmla="*/ 10 h 98"/>
                <a:gd name="T92" fmla="*/ 126 w 149"/>
                <a:gd name="T93" fmla="*/ 5 h 98"/>
                <a:gd name="T94" fmla="*/ 132 w 149"/>
                <a:gd name="T95" fmla="*/ 3 h 98"/>
                <a:gd name="T96" fmla="*/ 128 w 149"/>
                <a:gd name="T97" fmla="*/ 12 h 98"/>
                <a:gd name="T98" fmla="*/ 132 w 149"/>
                <a:gd name="T99" fmla="*/ 17 h 98"/>
                <a:gd name="T100" fmla="*/ 136 w 149"/>
                <a:gd name="T101" fmla="*/ 26 h 98"/>
                <a:gd name="T102" fmla="*/ 144 w 149"/>
                <a:gd name="T103" fmla="*/ 32 h 98"/>
                <a:gd name="T104" fmla="*/ 148 w 149"/>
                <a:gd name="T105" fmla="*/ 43 h 98"/>
                <a:gd name="T106" fmla="*/ 148 w 149"/>
                <a:gd name="T107" fmla="*/ 48 h 98"/>
                <a:gd name="T108" fmla="*/ 136 w 149"/>
                <a:gd name="T109" fmla="*/ 59 h 98"/>
                <a:gd name="T110" fmla="*/ 128 w 149"/>
                <a:gd name="T111" fmla="*/ 72 h 98"/>
                <a:gd name="T112" fmla="*/ 114 w 149"/>
                <a:gd name="T113" fmla="*/ 76 h 98"/>
                <a:gd name="T114" fmla="*/ 101 w 149"/>
                <a:gd name="T115" fmla="*/ 87 h 98"/>
                <a:gd name="T116" fmla="*/ 88 w 149"/>
                <a:gd name="T117" fmla="*/ 90 h 98"/>
                <a:gd name="T118" fmla="*/ 78 w 149"/>
                <a:gd name="T119" fmla="*/ 98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49" h="98">
                  <a:moveTo>
                    <a:pt x="78" y="98"/>
                  </a:moveTo>
                  <a:lnTo>
                    <a:pt x="78" y="98"/>
                  </a:lnTo>
                  <a:lnTo>
                    <a:pt x="71" y="98"/>
                  </a:lnTo>
                  <a:lnTo>
                    <a:pt x="63" y="97"/>
                  </a:lnTo>
                  <a:lnTo>
                    <a:pt x="57" y="96"/>
                  </a:lnTo>
                  <a:lnTo>
                    <a:pt x="53" y="93"/>
                  </a:lnTo>
                  <a:lnTo>
                    <a:pt x="53" y="93"/>
                  </a:lnTo>
                  <a:lnTo>
                    <a:pt x="50" y="91"/>
                  </a:lnTo>
                  <a:lnTo>
                    <a:pt x="44" y="90"/>
                  </a:lnTo>
                  <a:lnTo>
                    <a:pt x="34" y="87"/>
                  </a:lnTo>
                  <a:lnTo>
                    <a:pt x="34" y="87"/>
                  </a:lnTo>
                  <a:lnTo>
                    <a:pt x="24" y="85"/>
                  </a:lnTo>
                  <a:lnTo>
                    <a:pt x="21" y="82"/>
                  </a:lnTo>
                  <a:lnTo>
                    <a:pt x="21" y="81"/>
                  </a:lnTo>
                  <a:lnTo>
                    <a:pt x="23" y="81"/>
                  </a:lnTo>
                  <a:lnTo>
                    <a:pt x="23" y="81"/>
                  </a:lnTo>
                  <a:lnTo>
                    <a:pt x="28" y="80"/>
                  </a:lnTo>
                  <a:lnTo>
                    <a:pt x="34" y="80"/>
                  </a:lnTo>
                  <a:lnTo>
                    <a:pt x="36" y="79"/>
                  </a:lnTo>
                  <a:lnTo>
                    <a:pt x="37" y="77"/>
                  </a:lnTo>
                  <a:lnTo>
                    <a:pt x="39" y="76"/>
                  </a:lnTo>
                  <a:lnTo>
                    <a:pt x="37" y="74"/>
                  </a:lnTo>
                  <a:lnTo>
                    <a:pt x="37" y="74"/>
                  </a:lnTo>
                  <a:lnTo>
                    <a:pt x="36" y="66"/>
                  </a:lnTo>
                  <a:lnTo>
                    <a:pt x="35" y="65"/>
                  </a:lnTo>
                  <a:lnTo>
                    <a:pt x="34" y="65"/>
                  </a:lnTo>
                  <a:lnTo>
                    <a:pt x="34" y="65"/>
                  </a:lnTo>
                  <a:lnTo>
                    <a:pt x="31" y="64"/>
                  </a:lnTo>
                  <a:lnTo>
                    <a:pt x="29" y="61"/>
                  </a:lnTo>
                  <a:lnTo>
                    <a:pt x="26" y="58"/>
                  </a:lnTo>
                  <a:lnTo>
                    <a:pt x="24" y="56"/>
                  </a:lnTo>
                  <a:lnTo>
                    <a:pt x="24" y="56"/>
                  </a:lnTo>
                  <a:lnTo>
                    <a:pt x="13" y="56"/>
                  </a:lnTo>
                  <a:lnTo>
                    <a:pt x="9" y="55"/>
                  </a:lnTo>
                  <a:lnTo>
                    <a:pt x="8" y="55"/>
                  </a:lnTo>
                  <a:lnTo>
                    <a:pt x="9" y="53"/>
                  </a:lnTo>
                  <a:lnTo>
                    <a:pt x="9" y="53"/>
                  </a:lnTo>
                  <a:lnTo>
                    <a:pt x="11" y="51"/>
                  </a:lnTo>
                  <a:lnTo>
                    <a:pt x="16" y="51"/>
                  </a:lnTo>
                  <a:lnTo>
                    <a:pt x="26" y="51"/>
                  </a:lnTo>
                  <a:lnTo>
                    <a:pt x="35" y="50"/>
                  </a:lnTo>
                  <a:lnTo>
                    <a:pt x="37" y="50"/>
                  </a:lnTo>
                  <a:lnTo>
                    <a:pt x="39" y="49"/>
                  </a:lnTo>
                  <a:lnTo>
                    <a:pt x="39" y="49"/>
                  </a:lnTo>
                  <a:lnTo>
                    <a:pt x="37" y="47"/>
                  </a:lnTo>
                  <a:lnTo>
                    <a:pt x="36" y="45"/>
                  </a:lnTo>
                  <a:lnTo>
                    <a:pt x="32" y="44"/>
                  </a:lnTo>
                  <a:lnTo>
                    <a:pt x="32" y="44"/>
                  </a:lnTo>
                  <a:lnTo>
                    <a:pt x="29" y="44"/>
                  </a:lnTo>
                  <a:lnTo>
                    <a:pt x="29" y="43"/>
                  </a:lnTo>
                  <a:lnTo>
                    <a:pt x="31" y="42"/>
                  </a:lnTo>
                  <a:lnTo>
                    <a:pt x="31" y="42"/>
                  </a:lnTo>
                  <a:lnTo>
                    <a:pt x="36" y="38"/>
                  </a:lnTo>
                  <a:lnTo>
                    <a:pt x="36" y="38"/>
                  </a:lnTo>
                  <a:lnTo>
                    <a:pt x="34" y="37"/>
                  </a:lnTo>
                  <a:lnTo>
                    <a:pt x="34" y="37"/>
                  </a:lnTo>
                  <a:lnTo>
                    <a:pt x="29" y="35"/>
                  </a:lnTo>
                  <a:lnTo>
                    <a:pt x="23" y="35"/>
                  </a:lnTo>
                  <a:lnTo>
                    <a:pt x="10" y="37"/>
                  </a:lnTo>
                  <a:lnTo>
                    <a:pt x="10" y="37"/>
                  </a:lnTo>
                  <a:lnTo>
                    <a:pt x="3" y="37"/>
                  </a:lnTo>
                  <a:lnTo>
                    <a:pt x="0" y="35"/>
                  </a:lnTo>
                  <a:lnTo>
                    <a:pt x="0" y="34"/>
                  </a:lnTo>
                  <a:lnTo>
                    <a:pt x="2" y="33"/>
                  </a:lnTo>
                  <a:lnTo>
                    <a:pt x="2" y="33"/>
                  </a:lnTo>
                  <a:lnTo>
                    <a:pt x="4" y="32"/>
                  </a:lnTo>
                  <a:lnTo>
                    <a:pt x="8" y="31"/>
                  </a:lnTo>
                  <a:lnTo>
                    <a:pt x="10" y="31"/>
                  </a:lnTo>
                  <a:lnTo>
                    <a:pt x="11" y="29"/>
                  </a:lnTo>
                  <a:lnTo>
                    <a:pt x="10" y="29"/>
                  </a:lnTo>
                  <a:lnTo>
                    <a:pt x="10" y="29"/>
                  </a:lnTo>
                  <a:lnTo>
                    <a:pt x="9" y="27"/>
                  </a:lnTo>
                  <a:lnTo>
                    <a:pt x="7" y="26"/>
                  </a:lnTo>
                  <a:lnTo>
                    <a:pt x="4" y="26"/>
                  </a:lnTo>
                  <a:lnTo>
                    <a:pt x="7" y="24"/>
                  </a:lnTo>
                  <a:lnTo>
                    <a:pt x="7" y="24"/>
                  </a:lnTo>
                  <a:lnTo>
                    <a:pt x="10" y="24"/>
                  </a:lnTo>
                  <a:lnTo>
                    <a:pt x="14" y="26"/>
                  </a:lnTo>
                  <a:lnTo>
                    <a:pt x="16" y="27"/>
                  </a:lnTo>
                  <a:lnTo>
                    <a:pt x="18" y="27"/>
                  </a:lnTo>
                  <a:lnTo>
                    <a:pt x="18" y="26"/>
                  </a:lnTo>
                  <a:lnTo>
                    <a:pt x="18" y="26"/>
                  </a:lnTo>
                  <a:lnTo>
                    <a:pt x="18" y="23"/>
                  </a:lnTo>
                  <a:lnTo>
                    <a:pt x="15" y="19"/>
                  </a:lnTo>
                  <a:lnTo>
                    <a:pt x="15" y="17"/>
                  </a:lnTo>
                  <a:lnTo>
                    <a:pt x="15" y="15"/>
                  </a:lnTo>
                  <a:lnTo>
                    <a:pt x="15" y="15"/>
                  </a:lnTo>
                  <a:lnTo>
                    <a:pt x="16" y="15"/>
                  </a:lnTo>
                  <a:lnTo>
                    <a:pt x="19" y="16"/>
                  </a:lnTo>
                  <a:lnTo>
                    <a:pt x="24" y="18"/>
                  </a:lnTo>
                  <a:lnTo>
                    <a:pt x="28" y="22"/>
                  </a:lnTo>
                  <a:lnTo>
                    <a:pt x="29" y="22"/>
                  </a:lnTo>
                  <a:lnTo>
                    <a:pt x="29" y="21"/>
                  </a:lnTo>
                  <a:lnTo>
                    <a:pt x="29" y="21"/>
                  </a:lnTo>
                  <a:lnTo>
                    <a:pt x="29" y="19"/>
                  </a:lnTo>
                  <a:lnTo>
                    <a:pt x="28" y="17"/>
                  </a:lnTo>
                  <a:lnTo>
                    <a:pt x="23" y="13"/>
                  </a:lnTo>
                  <a:lnTo>
                    <a:pt x="20" y="10"/>
                  </a:lnTo>
                  <a:lnTo>
                    <a:pt x="20" y="8"/>
                  </a:lnTo>
                  <a:lnTo>
                    <a:pt x="20" y="7"/>
                  </a:lnTo>
                  <a:lnTo>
                    <a:pt x="20" y="7"/>
                  </a:lnTo>
                  <a:lnTo>
                    <a:pt x="25" y="6"/>
                  </a:lnTo>
                  <a:lnTo>
                    <a:pt x="30" y="7"/>
                  </a:lnTo>
                  <a:lnTo>
                    <a:pt x="34" y="10"/>
                  </a:lnTo>
                  <a:lnTo>
                    <a:pt x="36" y="12"/>
                  </a:lnTo>
                  <a:lnTo>
                    <a:pt x="36" y="12"/>
                  </a:lnTo>
                  <a:lnTo>
                    <a:pt x="39" y="17"/>
                  </a:lnTo>
                  <a:lnTo>
                    <a:pt x="40" y="19"/>
                  </a:lnTo>
                  <a:lnTo>
                    <a:pt x="42" y="19"/>
                  </a:lnTo>
                  <a:lnTo>
                    <a:pt x="42" y="19"/>
                  </a:lnTo>
                  <a:lnTo>
                    <a:pt x="44" y="21"/>
                  </a:lnTo>
                  <a:lnTo>
                    <a:pt x="44" y="23"/>
                  </a:lnTo>
                  <a:lnTo>
                    <a:pt x="45" y="31"/>
                  </a:lnTo>
                  <a:lnTo>
                    <a:pt x="45" y="38"/>
                  </a:lnTo>
                  <a:lnTo>
                    <a:pt x="46" y="40"/>
                  </a:lnTo>
                  <a:lnTo>
                    <a:pt x="47" y="40"/>
                  </a:lnTo>
                  <a:lnTo>
                    <a:pt x="47" y="40"/>
                  </a:lnTo>
                  <a:lnTo>
                    <a:pt x="48" y="39"/>
                  </a:lnTo>
                  <a:lnTo>
                    <a:pt x="50" y="34"/>
                  </a:lnTo>
                  <a:lnTo>
                    <a:pt x="51" y="31"/>
                  </a:lnTo>
                  <a:lnTo>
                    <a:pt x="52" y="28"/>
                  </a:lnTo>
                  <a:lnTo>
                    <a:pt x="52" y="28"/>
                  </a:lnTo>
                  <a:lnTo>
                    <a:pt x="53" y="27"/>
                  </a:lnTo>
                  <a:lnTo>
                    <a:pt x="55" y="28"/>
                  </a:lnTo>
                  <a:lnTo>
                    <a:pt x="56" y="28"/>
                  </a:lnTo>
                  <a:lnTo>
                    <a:pt x="57" y="27"/>
                  </a:lnTo>
                  <a:lnTo>
                    <a:pt x="57" y="27"/>
                  </a:lnTo>
                  <a:lnTo>
                    <a:pt x="57" y="24"/>
                  </a:lnTo>
                  <a:lnTo>
                    <a:pt x="57" y="21"/>
                  </a:lnTo>
                  <a:lnTo>
                    <a:pt x="57" y="18"/>
                  </a:lnTo>
                  <a:lnTo>
                    <a:pt x="58" y="17"/>
                  </a:lnTo>
                  <a:lnTo>
                    <a:pt x="58" y="17"/>
                  </a:lnTo>
                  <a:lnTo>
                    <a:pt x="60" y="17"/>
                  </a:lnTo>
                  <a:lnTo>
                    <a:pt x="62" y="19"/>
                  </a:lnTo>
                  <a:lnTo>
                    <a:pt x="64" y="23"/>
                  </a:lnTo>
                  <a:lnTo>
                    <a:pt x="68" y="27"/>
                  </a:lnTo>
                  <a:lnTo>
                    <a:pt x="69" y="27"/>
                  </a:lnTo>
                  <a:lnTo>
                    <a:pt x="71" y="26"/>
                  </a:lnTo>
                  <a:lnTo>
                    <a:pt x="71" y="26"/>
                  </a:lnTo>
                  <a:lnTo>
                    <a:pt x="72" y="22"/>
                  </a:lnTo>
                  <a:lnTo>
                    <a:pt x="72" y="19"/>
                  </a:lnTo>
                  <a:lnTo>
                    <a:pt x="72" y="17"/>
                  </a:lnTo>
                  <a:lnTo>
                    <a:pt x="74" y="15"/>
                  </a:lnTo>
                  <a:lnTo>
                    <a:pt x="74" y="15"/>
                  </a:lnTo>
                  <a:lnTo>
                    <a:pt x="77" y="13"/>
                  </a:lnTo>
                  <a:lnTo>
                    <a:pt x="79" y="15"/>
                  </a:lnTo>
                  <a:lnTo>
                    <a:pt x="80" y="16"/>
                  </a:lnTo>
                  <a:lnTo>
                    <a:pt x="83" y="19"/>
                  </a:lnTo>
                  <a:lnTo>
                    <a:pt x="83" y="19"/>
                  </a:lnTo>
                  <a:lnTo>
                    <a:pt x="85" y="23"/>
                  </a:lnTo>
                  <a:lnTo>
                    <a:pt x="88" y="26"/>
                  </a:lnTo>
                  <a:lnTo>
                    <a:pt x="89" y="27"/>
                  </a:lnTo>
                  <a:lnTo>
                    <a:pt x="90" y="26"/>
                  </a:lnTo>
                  <a:lnTo>
                    <a:pt x="90" y="26"/>
                  </a:lnTo>
                  <a:lnTo>
                    <a:pt x="88" y="18"/>
                  </a:lnTo>
                  <a:lnTo>
                    <a:pt x="88" y="16"/>
                  </a:lnTo>
                  <a:lnTo>
                    <a:pt x="89" y="15"/>
                  </a:lnTo>
                  <a:lnTo>
                    <a:pt x="89" y="15"/>
                  </a:lnTo>
                  <a:lnTo>
                    <a:pt x="92" y="16"/>
                  </a:lnTo>
                  <a:lnTo>
                    <a:pt x="94" y="17"/>
                  </a:lnTo>
                  <a:lnTo>
                    <a:pt x="96" y="18"/>
                  </a:lnTo>
                  <a:lnTo>
                    <a:pt x="99" y="18"/>
                  </a:lnTo>
                  <a:lnTo>
                    <a:pt x="99" y="18"/>
                  </a:lnTo>
                  <a:lnTo>
                    <a:pt x="100" y="16"/>
                  </a:lnTo>
                  <a:lnTo>
                    <a:pt x="100" y="15"/>
                  </a:lnTo>
                  <a:lnTo>
                    <a:pt x="101" y="13"/>
                  </a:lnTo>
                  <a:lnTo>
                    <a:pt x="104" y="12"/>
                  </a:lnTo>
                  <a:lnTo>
                    <a:pt x="104" y="12"/>
                  </a:lnTo>
                  <a:lnTo>
                    <a:pt x="106" y="12"/>
                  </a:lnTo>
                  <a:lnTo>
                    <a:pt x="109" y="11"/>
                  </a:lnTo>
                  <a:lnTo>
                    <a:pt x="110" y="10"/>
                  </a:lnTo>
                  <a:lnTo>
                    <a:pt x="109" y="7"/>
                  </a:lnTo>
                  <a:lnTo>
                    <a:pt x="109" y="7"/>
                  </a:lnTo>
                  <a:lnTo>
                    <a:pt x="109" y="5"/>
                  </a:lnTo>
                  <a:lnTo>
                    <a:pt x="110" y="2"/>
                  </a:lnTo>
                  <a:lnTo>
                    <a:pt x="111" y="0"/>
                  </a:lnTo>
                  <a:lnTo>
                    <a:pt x="114" y="0"/>
                  </a:lnTo>
                  <a:lnTo>
                    <a:pt x="114" y="0"/>
                  </a:lnTo>
                  <a:lnTo>
                    <a:pt x="115" y="0"/>
                  </a:lnTo>
                  <a:lnTo>
                    <a:pt x="116" y="1"/>
                  </a:lnTo>
                  <a:lnTo>
                    <a:pt x="117" y="5"/>
                  </a:lnTo>
                  <a:lnTo>
                    <a:pt x="119" y="8"/>
                  </a:lnTo>
                  <a:lnTo>
                    <a:pt x="120" y="10"/>
                  </a:lnTo>
                  <a:lnTo>
                    <a:pt x="121" y="10"/>
                  </a:lnTo>
                  <a:lnTo>
                    <a:pt x="121" y="10"/>
                  </a:lnTo>
                  <a:lnTo>
                    <a:pt x="122" y="8"/>
                  </a:lnTo>
                  <a:lnTo>
                    <a:pt x="125" y="7"/>
                  </a:lnTo>
                  <a:lnTo>
                    <a:pt x="126" y="5"/>
                  </a:lnTo>
                  <a:lnTo>
                    <a:pt x="128" y="3"/>
                  </a:lnTo>
                  <a:lnTo>
                    <a:pt x="128" y="3"/>
                  </a:lnTo>
                  <a:lnTo>
                    <a:pt x="131" y="3"/>
                  </a:lnTo>
                  <a:lnTo>
                    <a:pt x="132" y="3"/>
                  </a:lnTo>
                  <a:lnTo>
                    <a:pt x="132" y="6"/>
                  </a:lnTo>
                  <a:lnTo>
                    <a:pt x="131" y="8"/>
                  </a:lnTo>
                  <a:lnTo>
                    <a:pt x="131" y="8"/>
                  </a:lnTo>
                  <a:lnTo>
                    <a:pt x="128" y="12"/>
                  </a:lnTo>
                  <a:lnTo>
                    <a:pt x="128" y="13"/>
                  </a:lnTo>
                  <a:lnTo>
                    <a:pt x="131" y="16"/>
                  </a:lnTo>
                  <a:lnTo>
                    <a:pt x="131" y="16"/>
                  </a:lnTo>
                  <a:lnTo>
                    <a:pt x="132" y="17"/>
                  </a:lnTo>
                  <a:lnTo>
                    <a:pt x="132" y="21"/>
                  </a:lnTo>
                  <a:lnTo>
                    <a:pt x="133" y="23"/>
                  </a:lnTo>
                  <a:lnTo>
                    <a:pt x="135" y="24"/>
                  </a:lnTo>
                  <a:lnTo>
                    <a:pt x="136" y="26"/>
                  </a:lnTo>
                  <a:lnTo>
                    <a:pt x="136" y="26"/>
                  </a:lnTo>
                  <a:lnTo>
                    <a:pt x="140" y="27"/>
                  </a:lnTo>
                  <a:lnTo>
                    <a:pt x="143" y="29"/>
                  </a:lnTo>
                  <a:lnTo>
                    <a:pt x="144" y="32"/>
                  </a:lnTo>
                  <a:lnTo>
                    <a:pt x="146" y="35"/>
                  </a:lnTo>
                  <a:lnTo>
                    <a:pt x="146" y="35"/>
                  </a:lnTo>
                  <a:lnTo>
                    <a:pt x="147" y="39"/>
                  </a:lnTo>
                  <a:lnTo>
                    <a:pt x="148" y="43"/>
                  </a:lnTo>
                  <a:lnTo>
                    <a:pt x="149" y="45"/>
                  </a:lnTo>
                  <a:lnTo>
                    <a:pt x="149" y="47"/>
                  </a:lnTo>
                  <a:lnTo>
                    <a:pt x="148" y="48"/>
                  </a:lnTo>
                  <a:lnTo>
                    <a:pt x="148" y="48"/>
                  </a:lnTo>
                  <a:lnTo>
                    <a:pt x="143" y="49"/>
                  </a:lnTo>
                  <a:lnTo>
                    <a:pt x="140" y="53"/>
                  </a:lnTo>
                  <a:lnTo>
                    <a:pt x="137" y="55"/>
                  </a:lnTo>
                  <a:lnTo>
                    <a:pt x="136" y="59"/>
                  </a:lnTo>
                  <a:lnTo>
                    <a:pt x="136" y="59"/>
                  </a:lnTo>
                  <a:lnTo>
                    <a:pt x="133" y="67"/>
                  </a:lnTo>
                  <a:lnTo>
                    <a:pt x="131" y="70"/>
                  </a:lnTo>
                  <a:lnTo>
                    <a:pt x="128" y="72"/>
                  </a:lnTo>
                  <a:lnTo>
                    <a:pt x="128" y="72"/>
                  </a:lnTo>
                  <a:lnTo>
                    <a:pt x="121" y="72"/>
                  </a:lnTo>
                  <a:lnTo>
                    <a:pt x="117" y="74"/>
                  </a:lnTo>
                  <a:lnTo>
                    <a:pt x="114" y="76"/>
                  </a:lnTo>
                  <a:lnTo>
                    <a:pt x="114" y="76"/>
                  </a:lnTo>
                  <a:lnTo>
                    <a:pt x="109" y="82"/>
                  </a:lnTo>
                  <a:lnTo>
                    <a:pt x="105" y="86"/>
                  </a:lnTo>
                  <a:lnTo>
                    <a:pt x="101" y="87"/>
                  </a:lnTo>
                  <a:lnTo>
                    <a:pt x="101" y="87"/>
                  </a:lnTo>
                  <a:lnTo>
                    <a:pt x="94" y="87"/>
                  </a:lnTo>
                  <a:lnTo>
                    <a:pt x="90" y="88"/>
                  </a:lnTo>
                  <a:lnTo>
                    <a:pt x="88" y="90"/>
                  </a:lnTo>
                  <a:lnTo>
                    <a:pt x="88" y="90"/>
                  </a:lnTo>
                  <a:lnTo>
                    <a:pt x="83" y="95"/>
                  </a:lnTo>
                  <a:lnTo>
                    <a:pt x="80" y="97"/>
                  </a:lnTo>
                  <a:lnTo>
                    <a:pt x="78" y="98"/>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5" name="Freeform 818"/>
            <p:cNvSpPr>
              <a:spLocks/>
            </p:cNvSpPr>
            <p:nvPr/>
          </p:nvSpPr>
          <p:spPr bwMode="gray">
            <a:xfrm>
              <a:off x="1351276" y="3801399"/>
              <a:ext cx="345836" cy="605323"/>
            </a:xfrm>
            <a:custGeom>
              <a:avLst/>
              <a:gdLst>
                <a:gd name="T0" fmla="*/ 49 w 117"/>
                <a:gd name="T1" fmla="*/ 25 h 202"/>
                <a:gd name="T2" fmla="*/ 33 w 117"/>
                <a:gd name="T3" fmla="*/ 31 h 202"/>
                <a:gd name="T4" fmla="*/ 36 w 117"/>
                <a:gd name="T5" fmla="*/ 22 h 202"/>
                <a:gd name="T6" fmla="*/ 47 w 117"/>
                <a:gd name="T7" fmla="*/ 6 h 202"/>
                <a:gd name="T8" fmla="*/ 47 w 117"/>
                <a:gd name="T9" fmla="*/ 0 h 202"/>
                <a:gd name="T10" fmla="*/ 26 w 117"/>
                <a:gd name="T11" fmla="*/ 1 h 202"/>
                <a:gd name="T12" fmla="*/ 16 w 117"/>
                <a:gd name="T13" fmla="*/ 7 h 202"/>
                <a:gd name="T14" fmla="*/ 15 w 117"/>
                <a:gd name="T15" fmla="*/ 14 h 202"/>
                <a:gd name="T16" fmla="*/ 18 w 117"/>
                <a:gd name="T17" fmla="*/ 20 h 202"/>
                <a:gd name="T18" fmla="*/ 11 w 117"/>
                <a:gd name="T19" fmla="*/ 28 h 202"/>
                <a:gd name="T20" fmla="*/ 11 w 117"/>
                <a:gd name="T21" fmla="*/ 36 h 202"/>
                <a:gd name="T22" fmla="*/ 6 w 117"/>
                <a:gd name="T23" fmla="*/ 34 h 202"/>
                <a:gd name="T24" fmla="*/ 1 w 117"/>
                <a:gd name="T25" fmla="*/ 36 h 202"/>
                <a:gd name="T26" fmla="*/ 4 w 117"/>
                <a:gd name="T27" fmla="*/ 44 h 202"/>
                <a:gd name="T28" fmla="*/ 13 w 117"/>
                <a:gd name="T29" fmla="*/ 46 h 202"/>
                <a:gd name="T30" fmla="*/ 15 w 117"/>
                <a:gd name="T31" fmla="*/ 50 h 202"/>
                <a:gd name="T32" fmla="*/ 10 w 117"/>
                <a:gd name="T33" fmla="*/ 54 h 202"/>
                <a:gd name="T34" fmla="*/ 9 w 117"/>
                <a:gd name="T35" fmla="*/ 60 h 202"/>
                <a:gd name="T36" fmla="*/ 18 w 117"/>
                <a:gd name="T37" fmla="*/ 57 h 202"/>
                <a:gd name="T38" fmla="*/ 20 w 117"/>
                <a:gd name="T39" fmla="*/ 60 h 202"/>
                <a:gd name="T40" fmla="*/ 23 w 117"/>
                <a:gd name="T41" fmla="*/ 69 h 202"/>
                <a:gd name="T42" fmla="*/ 22 w 117"/>
                <a:gd name="T43" fmla="*/ 87 h 202"/>
                <a:gd name="T44" fmla="*/ 28 w 117"/>
                <a:gd name="T45" fmla="*/ 97 h 202"/>
                <a:gd name="T46" fmla="*/ 39 w 117"/>
                <a:gd name="T47" fmla="*/ 94 h 202"/>
                <a:gd name="T48" fmla="*/ 42 w 117"/>
                <a:gd name="T49" fmla="*/ 102 h 202"/>
                <a:gd name="T50" fmla="*/ 49 w 117"/>
                <a:gd name="T51" fmla="*/ 114 h 202"/>
                <a:gd name="T52" fmla="*/ 48 w 117"/>
                <a:gd name="T53" fmla="*/ 123 h 202"/>
                <a:gd name="T54" fmla="*/ 38 w 117"/>
                <a:gd name="T55" fmla="*/ 131 h 202"/>
                <a:gd name="T56" fmla="*/ 27 w 117"/>
                <a:gd name="T57" fmla="*/ 134 h 202"/>
                <a:gd name="T58" fmla="*/ 31 w 117"/>
                <a:gd name="T59" fmla="*/ 143 h 202"/>
                <a:gd name="T60" fmla="*/ 36 w 117"/>
                <a:gd name="T61" fmla="*/ 145 h 202"/>
                <a:gd name="T62" fmla="*/ 25 w 117"/>
                <a:gd name="T63" fmla="*/ 156 h 202"/>
                <a:gd name="T64" fmla="*/ 21 w 117"/>
                <a:gd name="T65" fmla="*/ 164 h 202"/>
                <a:gd name="T66" fmla="*/ 43 w 117"/>
                <a:gd name="T67" fmla="*/ 171 h 202"/>
                <a:gd name="T68" fmla="*/ 41 w 117"/>
                <a:gd name="T69" fmla="*/ 176 h 202"/>
                <a:gd name="T70" fmla="*/ 28 w 117"/>
                <a:gd name="T71" fmla="*/ 186 h 202"/>
                <a:gd name="T72" fmla="*/ 17 w 117"/>
                <a:gd name="T73" fmla="*/ 199 h 202"/>
                <a:gd name="T74" fmla="*/ 22 w 117"/>
                <a:gd name="T75" fmla="*/ 201 h 202"/>
                <a:gd name="T76" fmla="*/ 34 w 117"/>
                <a:gd name="T77" fmla="*/ 196 h 202"/>
                <a:gd name="T78" fmla="*/ 45 w 117"/>
                <a:gd name="T79" fmla="*/ 195 h 202"/>
                <a:gd name="T80" fmla="*/ 54 w 117"/>
                <a:gd name="T81" fmla="*/ 186 h 202"/>
                <a:gd name="T82" fmla="*/ 69 w 117"/>
                <a:gd name="T83" fmla="*/ 188 h 202"/>
                <a:gd name="T84" fmla="*/ 90 w 117"/>
                <a:gd name="T85" fmla="*/ 183 h 202"/>
                <a:gd name="T86" fmla="*/ 110 w 117"/>
                <a:gd name="T87" fmla="*/ 176 h 202"/>
                <a:gd name="T88" fmla="*/ 102 w 117"/>
                <a:gd name="T89" fmla="*/ 169 h 202"/>
                <a:gd name="T90" fmla="*/ 116 w 117"/>
                <a:gd name="T91" fmla="*/ 150 h 202"/>
                <a:gd name="T92" fmla="*/ 111 w 117"/>
                <a:gd name="T93" fmla="*/ 142 h 202"/>
                <a:gd name="T94" fmla="*/ 97 w 117"/>
                <a:gd name="T95" fmla="*/ 140 h 202"/>
                <a:gd name="T96" fmla="*/ 96 w 117"/>
                <a:gd name="T97" fmla="*/ 133 h 202"/>
                <a:gd name="T98" fmla="*/ 91 w 117"/>
                <a:gd name="T99" fmla="*/ 121 h 202"/>
                <a:gd name="T100" fmla="*/ 82 w 117"/>
                <a:gd name="T101" fmla="*/ 105 h 202"/>
                <a:gd name="T102" fmla="*/ 68 w 117"/>
                <a:gd name="T103" fmla="*/ 89 h 202"/>
                <a:gd name="T104" fmla="*/ 60 w 117"/>
                <a:gd name="T105" fmla="*/ 69 h 202"/>
                <a:gd name="T106" fmla="*/ 53 w 117"/>
                <a:gd name="T107" fmla="*/ 58 h 202"/>
                <a:gd name="T108" fmla="*/ 63 w 117"/>
                <a:gd name="T109" fmla="*/ 41 h 202"/>
                <a:gd name="T110" fmla="*/ 66 w 117"/>
                <a:gd name="T111" fmla="*/ 28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7" h="202">
                  <a:moveTo>
                    <a:pt x="64" y="27"/>
                  </a:moveTo>
                  <a:lnTo>
                    <a:pt x="64" y="27"/>
                  </a:lnTo>
                  <a:lnTo>
                    <a:pt x="57" y="25"/>
                  </a:lnTo>
                  <a:lnTo>
                    <a:pt x="49" y="25"/>
                  </a:lnTo>
                  <a:lnTo>
                    <a:pt x="49" y="25"/>
                  </a:lnTo>
                  <a:lnTo>
                    <a:pt x="45" y="26"/>
                  </a:lnTo>
                  <a:lnTo>
                    <a:pt x="39" y="28"/>
                  </a:lnTo>
                  <a:lnTo>
                    <a:pt x="33" y="31"/>
                  </a:lnTo>
                  <a:lnTo>
                    <a:pt x="32" y="31"/>
                  </a:lnTo>
                  <a:lnTo>
                    <a:pt x="31" y="31"/>
                  </a:lnTo>
                  <a:lnTo>
                    <a:pt x="31" y="31"/>
                  </a:lnTo>
                  <a:lnTo>
                    <a:pt x="36" y="22"/>
                  </a:lnTo>
                  <a:lnTo>
                    <a:pt x="41" y="15"/>
                  </a:lnTo>
                  <a:lnTo>
                    <a:pt x="41" y="15"/>
                  </a:lnTo>
                  <a:lnTo>
                    <a:pt x="45" y="9"/>
                  </a:lnTo>
                  <a:lnTo>
                    <a:pt x="47" y="6"/>
                  </a:lnTo>
                  <a:lnTo>
                    <a:pt x="48" y="2"/>
                  </a:lnTo>
                  <a:lnTo>
                    <a:pt x="48" y="2"/>
                  </a:lnTo>
                  <a:lnTo>
                    <a:pt x="48" y="1"/>
                  </a:lnTo>
                  <a:lnTo>
                    <a:pt x="47" y="0"/>
                  </a:lnTo>
                  <a:lnTo>
                    <a:pt x="44" y="0"/>
                  </a:lnTo>
                  <a:lnTo>
                    <a:pt x="36" y="1"/>
                  </a:lnTo>
                  <a:lnTo>
                    <a:pt x="36" y="1"/>
                  </a:lnTo>
                  <a:lnTo>
                    <a:pt x="26" y="1"/>
                  </a:lnTo>
                  <a:lnTo>
                    <a:pt x="17" y="1"/>
                  </a:lnTo>
                  <a:lnTo>
                    <a:pt x="17" y="1"/>
                  </a:lnTo>
                  <a:lnTo>
                    <a:pt x="16" y="4"/>
                  </a:lnTo>
                  <a:lnTo>
                    <a:pt x="16" y="7"/>
                  </a:lnTo>
                  <a:lnTo>
                    <a:pt x="15" y="10"/>
                  </a:lnTo>
                  <a:lnTo>
                    <a:pt x="13" y="12"/>
                  </a:lnTo>
                  <a:lnTo>
                    <a:pt x="13" y="12"/>
                  </a:lnTo>
                  <a:lnTo>
                    <a:pt x="15" y="14"/>
                  </a:lnTo>
                  <a:lnTo>
                    <a:pt x="16" y="15"/>
                  </a:lnTo>
                  <a:lnTo>
                    <a:pt x="18" y="17"/>
                  </a:lnTo>
                  <a:lnTo>
                    <a:pt x="18" y="18"/>
                  </a:lnTo>
                  <a:lnTo>
                    <a:pt x="18" y="20"/>
                  </a:lnTo>
                  <a:lnTo>
                    <a:pt x="18" y="20"/>
                  </a:lnTo>
                  <a:lnTo>
                    <a:pt x="13" y="25"/>
                  </a:lnTo>
                  <a:lnTo>
                    <a:pt x="11" y="27"/>
                  </a:lnTo>
                  <a:lnTo>
                    <a:pt x="11" y="28"/>
                  </a:lnTo>
                  <a:lnTo>
                    <a:pt x="11" y="28"/>
                  </a:lnTo>
                  <a:lnTo>
                    <a:pt x="12" y="31"/>
                  </a:lnTo>
                  <a:lnTo>
                    <a:pt x="12" y="33"/>
                  </a:lnTo>
                  <a:lnTo>
                    <a:pt x="11" y="36"/>
                  </a:lnTo>
                  <a:lnTo>
                    <a:pt x="9" y="37"/>
                  </a:lnTo>
                  <a:lnTo>
                    <a:pt x="9" y="37"/>
                  </a:lnTo>
                  <a:lnTo>
                    <a:pt x="7" y="36"/>
                  </a:lnTo>
                  <a:lnTo>
                    <a:pt x="6" y="34"/>
                  </a:lnTo>
                  <a:lnTo>
                    <a:pt x="5" y="32"/>
                  </a:lnTo>
                  <a:lnTo>
                    <a:pt x="4" y="32"/>
                  </a:lnTo>
                  <a:lnTo>
                    <a:pt x="4" y="32"/>
                  </a:lnTo>
                  <a:lnTo>
                    <a:pt x="1" y="36"/>
                  </a:lnTo>
                  <a:lnTo>
                    <a:pt x="0" y="38"/>
                  </a:lnTo>
                  <a:lnTo>
                    <a:pt x="0" y="39"/>
                  </a:lnTo>
                  <a:lnTo>
                    <a:pt x="0" y="39"/>
                  </a:lnTo>
                  <a:lnTo>
                    <a:pt x="4" y="44"/>
                  </a:lnTo>
                  <a:lnTo>
                    <a:pt x="6" y="47"/>
                  </a:lnTo>
                  <a:lnTo>
                    <a:pt x="9" y="47"/>
                  </a:lnTo>
                  <a:lnTo>
                    <a:pt x="9" y="47"/>
                  </a:lnTo>
                  <a:lnTo>
                    <a:pt x="13" y="46"/>
                  </a:lnTo>
                  <a:lnTo>
                    <a:pt x="15" y="46"/>
                  </a:lnTo>
                  <a:lnTo>
                    <a:pt x="15" y="47"/>
                  </a:lnTo>
                  <a:lnTo>
                    <a:pt x="15" y="47"/>
                  </a:lnTo>
                  <a:lnTo>
                    <a:pt x="15" y="50"/>
                  </a:lnTo>
                  <a:lnTo>
                    <a:pt x="13" y="52"/>
                  </a:lnTo>
                  <a:lnTo>
                    <a:pt x="12" y="53"/>
                  </a:lnTo>
                  <a:lnTo>
                    <a:pt x="12" y="53"/>
                  </a:lnTo>
                  <a:lnTo>
                    <a:pt x="10" y="54"/>
                  </a:lnTo>
                  <a:lnTo>
                    <a:pt x="9" y="57"/>
                  </a:lnTo>
                  <a:lnTo>
                    <a:pt x="7" y="59"/>
                  </a:lnTo>
                  <a:lnTo>
                    <a:pt x="9" y="60"/>
                  </a:lnTo>
                  <a:lnTo>
                    <a:pt x="9" y="60"/>
                  </a:lnTo>
                  <a:lnTo>
                    <a:pt x="11" y="60"/>
                  </a:lnTo>
                  <a:lnTo>
                    <a:pt x="15" y="58"/>
                  </a:lnTo>
                  <a:lnTo>
                    <a:pt x="17" y="57"/>
                  </a:lnTo>
                  <a:lnTo>
                    <a:pt x="18" y="57"/>
                  </a:lnTo>
                  <a:lnTo>
                    <a:pt x="18" y="57"/>
                  </a:lnTo>
                  <a:lnTo>
                    <a:pt x="18" y="57"/>
                  </a:lnTo>
                  <a:lnTo>
                    <a:pt x="18" y="59"/>
                  </a:lnTo>
                  <a:lnTo>
                    <a:pt x="20" y="60"/>
                  </a:lnTo>
                  <a:lnTo>
                    <a:pt x="22" y="64"/>
                  </a:lnTo>
                  <a:lnTo>
                    <a:pt x="22" y="64"/>
                  </a:lnTo>
                  <a:lnTo>
                    <a:pt x="22" y="66"/>
                  </a:lnTo>
                  <a:lnTo>
                    <a:pt x="23" y="69"/>
                  </a:lnTo>
                  <a:lnTo>
                    <a:pt x="23" y="74"/>
                  </a:lnTo>
                  <a:lnTo>
                    <a:pt x="23" y="74"/>
                  </a:lnTo>
                  <a:lnTo>
                    <a:pt x="22" y="87"/>
                  </a:lnTo>
                  <a:lnTo>
                    <a:pt x="22" y="87"/>
                  </a:lnTo>
                  <a:lnTo>
                    <a:pt x="22" y="90"/>
                  </a:lnTo>
                  <a:lnTo>
                    <a:pt x="23" y="94"/>
                  </a:lnTo>
                  <a:lnTo>
                    <a:pt x="25" y="96"/>
                  </a:lnTo>
                  <a:lnTo>
                    <a:pt x="28" y="97"/>
                  </a:lnTo>
                  <a:lnTo>
                    <a:pt x="28" y="97"/>
                  </a:lnTo>
                  <a:lnTo>
                    <a:pt x="32" y="96"/>
                  </a:lnTo>
                  <a:lnTo>
                    <a:pt x="36" y="95"/>
                  </a:lnTo>
                  <a:lnTo>
                    <a:pt x="39" y="94"/>
                  </a:lnTo>
                  <a:lnTo>
                    <a:pt x="41" y="94"/>
                  </a:lnTo>
                  <a:lnTo>
                    <a:pt x="41" y="95"/>
                  </a:lnTo>
                  <a:lnTo>
                    <a:pt x="41" y="95"/>
                  </a:lnTo>
                  <a:lnTo>
                    <a:pt x="42" y="102"/>
                  </a:lnTo>
                  <a:lnTo>
                    <a:pt x="43" y="106"/>
                  </a:lnTo>
                  <a:lnTo>
                    <a:pt x="45" y="110"/>
                  </a:lnTo>
                  <a:lnTo>
                    <a:pt x="45" y="110"/>
                  </a:lnTo>
                  <a:lnTo>
                    <a:pt x="49" y="114"/>
                  </a:lnTo>
                  <a:lnTo>
                    <a:pt x="50" y="117"/>
                  </a:lnTo>
                  <a:lnTo>
                    <a:pt x="49" y="121"/>
                  </a:lnTo>
                  <a:lnTo>
                    <a:pt x="49" y="121"/>
                  </a:lnTo>
                  <a:lnTo>
                    <a:pt x="48" y="123"/>
                  </a:lnTo>
                  <a:lnTo>
                    <a:pt x="44" y="127"/>
                  </a:lnTo>
                  <a:lnTo>
                    <a:pt x="41" y="129"/>
                  </a:lnTo>
                  <a:lnTo>
                    <a:pt x="38" y="131"/>
                  </a:lnTo>
                  <a:lnTo>
                    <a:pt x="38" y="131"/>
                  </a:lnTo>
                  <a:lnTo>
                    <a:pt x="32" y="132"/>
                  </a:lnTo>
                  <a:lnTo>
                    <a:pt x="29" y="132"/>
                  </a:lnTo>
                  <a:lnTo>
                    <a:pt x="27" y="134"/>
                  </a:lnTo>
                  <a:lnTo>
                    <a:pt x="27" y="134"/>
                  </a:lnTo>
                  <a:lnTo>
                    <a:pt x="27" y="137"/>
                  </a:lnTo>
                  <a:lnTo>
                    <a:pt x="28" y="140"/>
                  </a:lnTo>
                  <a:lnTo>
                    <a:pt x="29" y="143"/>
                  </a:lnTo>
                  <a:lnTo>
                    <a:pt x="31" y="143"/>
                  </a:lnTo>
                  <a:lnTo>
                    <a:pt x="31" y="143"/>
                  </a:lnTo>
                  <a:lnTo>
                    <a:pt x="33" y="143"/>
                  </a:lnTo>
                  <a:lnTo>
                    <a:pt x="36" y="143"/>
                  </a:lnTo>
                  <a:lnTo>
                    <a:pt x="36" y="145"/>
                  </a:lnTo>
                  <a:lnTo>
                    <a:pt x="34" y="149"/>
                  </a:lnTo>
                  <a:lnTo>
                    <a:pt x="34" y="149"/>
                  </a:lnTo>
                  <a:lnTo>
                    <a:pt x="29" y="153"/>
                  </a:lnTo>
                  <a:lnTo>
                    <a:pt x="25" y="156"/>
                  </a:lnTo>
                  <a:lnTo>
                    <a:pt x="21" y="160"/>
                  </a:lnTo>
                  <a:lnTo>
                    <a:pt x="20" y="161"/>
                  </a:lnTo>
                  <a:lnTo>
                    <a:pt x="20" y="161"/>
                  </a:lnTo>
                  <a:lnTo>
                    <a:pt x="21" y="164"/>
                  </a:lnTo>
                  <a:lnTo>
                    <a:pt x="25" y="165"/>
                  </a:lnTo>
                  <a:lnTo>
                    <a:pt x="34" y="169"/>
                  </a:lnTo>
                  <a:lnTo>
                    <a:pt x="34" y="169"/>
                  </a:lnTo>
                  <a:lnTo>
                    <a:pt x="43" y="171"/>
                  </a:lnTo>
                  <a:lnTo>
                    <a:pt x="47" y="172"/>
                  </a:lnTo>
                  <a:lnTo>
                    <a:pt x="48" y="172"/>
                  </a:lnTo>
                  <a:lnTo>
                    <a:pt x="48" y="172"/>
                  </a:lnTo>
                  <a:lnTo>
                    <a:pt x="41" y="176"/>
                  </a:lnTo>
                  <a:lnTo>
                    <a:pt x="36" y="177"/>
                  </a:lnTo>
                  <a:lnTo>
                    <a:pt x="32" y="180"/>
                  </a:lnTo>
                  <a:lnTo>
                    <a:pt x="32" y="180"/>
                  </a:lnTo>
                  <a:lnTo>
                    <a:pt x="28" y="186"/>
                  </a:lnTo>
                  <a:lnTo>
                    <a:pt x="26" y="192"/>
                  </a:lnTo>
                  <a:lnTo>
                    <a:pt x="26" y="192"/>
                  </a:lnTo>
                  <a:lnTo>
                    <a:pt x="20" y="197"/>
                  </a:lnTo>
                  <a:lnTo>
                    <a:pt x="17" y="199"/>
                  </a:lnTo>
                  <a:lnTo>
                    <a:pt x="17" y="201"/>
                  </a:lnTo>
                  <a:lnTo>
                    <a:pt x="18" y="202"/>
                  </a:lnTo>
                  <a:lnTo>
                    <a:pt x="18" y="202"/>
                  </a:lnTo>
                  <a:lnTo>
                    <a:pt x="22" y="201"/>
                  </a:lnTo>
                  <a:lnTo>
                    <a:pt x="27" y="199"/>
                  </a:lnTo>
                  <a:lnTo>
                    <a:pt x="31" y="197"/>
                  </a:lnTo>
                  <a:lnTo>
                    <a:pt x="34" y="196"/>
                  </a:lnTo>
                  <a:lnTo>
                    <a:pt x="34" y="196"/>
                  </a:lnTo>
                  <a:lnTo>
                    <a:pt x="41" y="197"/>
                  </a:lnTo>
                  <a:lnTo>
                    <a:pt x="43" y="197"/>
                  </a:lnTo>
                  <a:lnTo>
                    <a:pt x="45" y="195"/>
                  </a:lnTo>
                  <a:lnTo>
                    <a:pt x="45" y="195"/>
                  </a:lnTo>
                  <a:lnTo>
                    <a:pt x="50" y="188"/>
                  </a:lnTo>
                  <a:lnTo>
                    <a:pt x="53" y="186"/>
                  </a:lnTo>
                  <a:lnTo>
                    <a:pt x="54" y="186"/>
                  </a:lnTo>
                  <a:lnTo>
                    <a:pt x="54" y="186"/>
                  </a:lnTo>
                  <a:lnTo>
                    <a:pt x="60" y="190"/>
                  </a:lnTo>
                  <a:lnTo>
                    <a:pt x="64" y="190"/>
                  </a:lnTo>
                  <a:lnTo>
                    <a:pt x="69" y="188"/>
                  </a:lnTo>
                  <a:lnTo>
                    <a:pt x="69" y="188"/>
                  </a:lnTo>
                  <a:lnTo>
                    <a:pt x="74" y="185"/>
                  </a:lnTo>
                  <a:lnTo>
                    <a:pt x="80" y="183"/>
                  </a:lnTo>
                  <a:lnTo>
                    <a:pt x="90" y="183"/>
                  </a:lnTo>
                  <a:lnTo>
                    <a:pt x="90" y="183"/>
                  </a:lnTo>
                  <a:lnTo>
                    <a:pt x="103" y="180"/>
                  </a:lnTo>
                  <a:lnTo>
                    <a:pt x="108" y="177"/>
                  </a:lnTo>
                  <a:lnTo>
                    <a:pt x="110" y="177"/>
                  </a:lnTo>
                  <a:lnTo>
                    <a:pt x="110" y="176"/>
                  </a:lnTo>
                  <a:lnTo>
                    <a:pt x="110" y="176"/>
                  </a:lnTo>
                  <a:lnTo>
                    <a:pt x="103" y="172"/>
                  </a:lnTo>
                  <a:lnTo>
                    <a:pt x="101" y="170"/>
                  </a:lnTo>
                  <a:lnTo>
                    <a:pt x="102" y="169"/>
                  </a:lnTo>
                  <a:lnTo>
                    <a:pt x="102" y="166"/>
                  </a:lnTo>
                  <a:lnTo>
                    <a:pt x="102" y="166"/>
                  </a:lnTo>
                  <a:lnTo>
                    <a:pt x="112" y="156"/>
                  </a:lnTo>
                  <a:lnTo>
                    <a:pt x="116" y="150"/>
                  </a:lnTo>
                  <a:lnTo>
                    <a:pt x="117" y="148"/>
                  </a:lnTo>
                  <a:lnTo>
                    <a:pt x="116" y="145"/>
                  </a:lnTo>
                  <a:lnTo>
                    <a:pt x="116" y="145"/>
                  </a:lnTo>
                  <a:lnTo>
                    <a:pt x="111" y="142"/>
                  </a:lnTo>
                  <a:lnTo>
                    <a:pt x="106" y="140"/>
                  </a:lnTo>
                  <a:lnTo>
                    <a:pt x="101" y="139"/>
                  </a:lnTo>
                  <a:lnTo>
                    <a:pt x="97" y="140"/>
                  </a:lnTo>
                  <a:lnTo>
                    <a:pt x="97" y="140"/>
                  </a:lnTo>
                  <a:lnTo>
                    <a:pt x="95" y="140"/>
                  </a:lnTo>
                  <a:lnTo>
                    <a:pt x="95" y="138"/>
                  </a:lnTo>
                  <a:lnTo>
                    <a:pt x="95" y="135"/>
                  </a:lnTo>
                  <a:lnTo>
                    <a:pt x="96" y="133"/>
                  </a:lnTo>
                  <a:lnTo>
                    <a:pt x="96" y="133"/>
                  </a:lnTo>
                  <a:lnTo>
                    <a:pt x="94" y="128"/>
                  </a:lnTo>
                  <a:lnTo>
                    <a:pt x="91" y="121"/>
                  </a:lnTo>
                  <a:lnTo>
                    <a:pt x="91" y="121"/>
                  </a:lnTo>
                  <a:lnTo>
                    <a:pt x="91" y="117"/>
                  </a:lnTo>
                  <a:lnTo>
                    <a:pt x="89" y="112"/>
                  </a:lnTo>
                  <a:lnTo>
                    <a:pt x="85" y="107"/>
                  </a:lnTo>
                  <a:lnTo>
                    <a:pt x="82" y="105"/>
                  </a:lnTo>
                  <a:lnTo>
                    <a:pt x="82" y="105"/>
                  </a:lnTo>
                  <a:lnTo>
                    <a:pt x="74" y="98"/>
                  </a:lnTo>
                  <a:lnTo>
                    <a:pt x="70" y="94"/>
                  </a:lnTo>
                  <a:lnTo>
                    <a:pt x="68" y="89"/>
                  </a:lnTo>
                  <a:lnTo>
                    <a:pt x="68" y="89"/>
                  </a:lnTo>
                  <a:lnTo>
                    <a:pt x="65" y="78"/>
                  </a:lnTo>
                  <a:lnTo>
                    <a:pt x="64" y="73"/>
                  </a:lnTo>
                  <a:lnTo>
                    <a:pt x="60" y="69"/>
                  </a:lnTo>
                  <a:lnTo>
                    <a:pt x="60" y="69"/>
                  </a:lnTo>
                  <a:lnTo>
                    <a:pt x="53" y="64"/>
                  </a:lnTo>
                  <a:lnTo>
                    <a:pt x="52" y="62"/>
                  </a:lnTo>
                  <a:lnTo>
                    <a:pt x="53" y="58"/>
                  </a:lnTo>
                  <a:lnTo>
                    <a:pt x="53" y="58"/>
                  </a:lnTo>
                  <a:lnTo>
                    <a:pt x="55" y="54"/>
                  </a:lnTo>
                  <a:lnTo>
                    <a:pt x="59" y="49"/>
                  </a:lnTo>
                  <a:lnTo>
                    <a:pt x="63" y="41"/>
                  </a:lnTo>
                  <a:lnTo>
                    <a:pt x="63" y="41"/>
                  </a:lnTo>
                  <a:lnTo>
                    <a:pt x="66" y="32"/>
                  </a:lnTo>
                  <a:lnTo>
                    <a:pt x="68" y="30"/>
                  </a:lnTo>
                  <a:lnTo>
                    <a:pt x="66" y="28"/>
                  </a:lnTo>
                  <a:lnTo>
                    <a:pt x="64" y="2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6" name="Freeform 820"/>
            <p:cNvSpPr>
              <a:spLocks/>
            </p:cNvSpPr>
            <p:nvPr/>
          </p:nvSpPr>
          <p:spPr bwMode="gray">
            <a:xfrm>
              <a:off x="1295115" y="4068100"/>
              <a:ext cx="88677" cy="74917"/>
            </a:xfrm>
            <a:custGeom>
              <a:avLst/>
              <a:gdLst>
                <a:gd name="T0" fmla="*/ 8 w 30"/>
                <a:gd name="T1" fmla="*/ 5 h 25"/>
                <a:gd name="T2" fmla="*/ 8 w 30"/>
                <a:gd name="T3" fmla="*/ 5 h 25"/>
                <a:gd name="T4" fmla="*/ 7 w 30"/>
                <a:gd name="T5" fmla="*/ 9 h 25"/>
                <a:gd name="T6" fmla="*/ 5 w 30"/>
                <a:gd name="T7" fmla="*/ 11 h 25"/>
                <a:gd name="T8" fmla="*/ 3 w 30"/>
                <a:gd name="T9" fmla="*/ 12 h 25"/>
                <a:gd name="T10" fmla="*/ 0 w 30"/>
                <a:gd name="T11" fmla="*/ 13 h 25"/>
                <a:gd name="T12" fmla="*/ 0 w 30"/>
                <a:gd name="T13" fmla="*/ 13 h 25"/>
                <a:gd name="T14" fmla="*/ 0 w 30"/>
                <a:gd name="T15" fmla="*/ 14 h 25"/>
                <a:gd name="T16" fmla="*/ 2 w 30"/>
                <a:gd name="T17" fmla="*/ 17 h 25"/>
                <a:gd name="T18" fmla="*/ 5 w 30"/>
                <a:gd name="T19" fmla="*/ 21 h 25"/>
                <a:gd name="T20" fmla="*/ 12 w 30"/>
                <a:gd name="T21" fmla="*/ 23 h 25"/>
                <a:gd name="T22" fmla="*/ 16 w 30"/>
                <a:gd name="T23" fmla="*/ 25 h 25"/>
                <a:gd name="T24" fmla="*/ 16 w 30"/>
                <a:gd name="T25" fmla="*/ 25 h 25"/>
                <a:gd name="T26" fmla="*/ 21 w 30"/>
                <a:gd name="T27" fmla="*/ 24 h 25"/>
                <a:gd name="T28" fmla="*/ 28 w 30"/>
                <a:gd name="T29" fmla="*/ 23 h 25"/>
                <a:gd name="T30" fmla="*/ 28 w 30"/>
                <a:gd name="T31" fmla="*/ 23 h 25"/>
                <a:gd name="T32" fmla="*/ 30 w 30"/>
                <a:gd name="T33" fmla="*/ 12 h 25"/>
                <a:gd name="T34" fmla="*/ 30 w 30"/>
                <a:gd name="T35" fmla="*/ 7 h 25"/>
                <a:gd name="T36" fmla="*/ 30 w 30"/>
                <a:gd name="T37" fmla="*/ 3 h 25"/>
                <a:gd name="T38" fmla="*/ 30 w 30"/>
                <a:gd name="T39" fmla="*/ 3 h 25"/>
                <a:gd name="T40" fmla="*/ 26 w 30"/>
                <a:gd name="T41" fmla="*/ 2 h 25"/>
                <a:gd name="T42" fmla="*/ 21 w 30"/>
                <a:gd name="T43" fmla="*/ 1 h 25"/>
                <a:gd name="T44" fmla="*/ 8 w 30"/>
                <a:gd name="T45" fmla="*/ 0 h 25"/>
                <a:gd name="T46" fmla="*/ 8 w 30"/>
                <a:gd name="T47" fmla="*/ 0 h 25"/>
                <a:gd name="T48" fmla="*/ 8 w 30"/>
                <a:gd name="T49" fmla="*/ 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0" h="25">
                  <a:moveTo>
                    <a:pt x="8" y="5"/>
                  </a:moveTo>
                  <a:lnTo>
                    <a:pt x="8" y="5"/>
                  </a:lnTo>
                  <a:lnTo>
                    <a:pt x="7" y="9"/>
                  </a:lnTo>
                  <a:lnTo>
                    <a:pt x="5" y="11"/>
                  </a:lnTo>
                  <a:lnTo>
                    <a:pt x="3" y="12"/>
                  </a:lnTo>
                  <a:lnTo>
                    <a:pt x="0" y="13"/>
                  </a:lnTo>
                  <a:lnTo>
                    <a:pt x="0" y="13"/>
                  </a:lnTo>
                  <a:lnTo>
                    <a:pt x="0" y="14"/>
                  </a:lnTo>
                  <a:lnTo>
                    <a:pt x="2" y="17"/>
                  </a:lnTo>
                  <a:lnTo>
                    <a:pt x="5" y="21"/>
                  </a:lnTo>
                  <a:lnTo>
                    <a:pt x="12" y="23"/>
                  </a:lnTo>
                  <a:lnTo>
                    <a:pt x="16" y="25"/>
                  </a:lnTo>
                  <a:lnTo>
                    <a:pt x="16" y="25"/>
                  </a:lnTo>
                  <a:lnTo>
                    <a:pt x="21" y="24"/>
                  </a:lnTo>
                  <a:lnTo>
                    <a:pt x="28" y="23"/>
                  </a:lnTo>
                  <a:lnTo>
                    <a:pt x="28" y="23"/>
                  </a:lnTo>
                  <a:lnTo>
                    <a:pt x="30" y="12"/>
                  </a:lnTo>
                  <a:lnTo>
                    <a:pt x="30" y="7"/>
                  </a:lnTo>
                  <a:lnTo>
                    <a:pt x="30" y="3"/>
                  </a:lnTo>
                  <a:lnTo>
                    <a:pt x="30" y="3"/>
                  </a:lnTo>
                  <a:lnTo>
                    <a:pt x="26" y="2"/>
                  </a:lnTo>
                  <a:lnTo>
                    <a:pt x="21" y="1"/>
                  </a:lnTo>
                  <a:lnTo>
                    <a:pt x="8" y="0"/>
                  </a:lnTo>
                  <a:lnTo>
                    <a:pt x="8" y="0"/>
                  </a:lnTo>
                  <a:lnTo>
                    <a:pt x="8" y="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7" name="Freeform 822"/>
            <p:cNvSpPr>
              <a:spLocks/>
            </p:cNvSpPr>
            <p:nvPr/>
          </p:nvSpPr>
          <p:spPr bwMode="gray">
            <a:xfrm>
              <a:off x="1197570" y="4068100"/>
              <a:ext cx="186219" cy="239731"/>
            </a:xfrm>
            <a:custGeom>
              <a:avLst/>
              <a:gdLst>
                <a:gd name="T0" fmla="*/ 59 w 63"/>
                <a:gd name="T1" fmla="*/ 24 h 80"/>
                <a:gd name="T2" fmla="*/ 61 w 63"/>
                <a:gd name="T3" fmla="*/ 23 h 80"/>
                <a:gd name="T4" fmla="*/ 49 w 63"/>
                <a:gd name="T5" fmla="*/ 25 h 80"/>
                <a:gd name="T6" fmla="*/ 45 w 63"/>
                <a:gd name="T7" fmla="*/ 23 h 80"/>
                <a:gd name="T8" fmla="*/ 35 w 63"/>
                <a:gd name="T9" fmla="*/ 17 h 80"/>
                <a:gd name="T10" fmla="*/ 33 w 63"/>
                <a:gd name="T11" fmla="*/ 13 h 80"/>
                <a:gd name="T12" fmla="*/ 36 w 63"/>
                <a:gd name="T13" fmla="*/ 12 h 80"/>
                <a:gd name="T14" fmla="*/ 40 w 63"/>
                <a:gd name="T15" fmla="*/ 9 h 80"/>
                <a:gd name="T16" fmla="*/ 41 w 63"/>
                <a:gd name="T17" fmla="*/ 5 h 80"/>
                <a:gd name="T18" fmla="*/ 41 w 63"/>
                <a:gd name="T19" fmla="*/ 0 h 80"/>
                <a:gd name="T20" fmla="*/ 38 w 63"/>
                <a:gd name="T21" fmla="*/ 0 h 80"/>
                <a:gd name="T22" fmla="*/ 30 w 63"/>
                <a:gd name="T23" fmla="*/ 5 h 80"/>
                <a:gd name="T24" fmla="*/ 25 w 63"/>
                <a:gd name="T25" fmla="*/ 9 h 80"/>
                <a:gd name="T26" fmla="*/ 26 w 63"/>
                <a:gd name="T27" fmla="*/ 14 h 80"/>
                <a:gd name="T28" fmla="*/ 27 w 63"/>
                <a:gd name="T29" fmla="*/ 19 h 80"/>
                <a:gd name="T30" fmla="*/ 25 w 63"/>
                <a:gd name="T31" fmla="*/ 19 h 80"/>
                <a:gd name="T32" fmla="*/ 9 w 63"/>
                <a:gd name="T33" fmla="*/ 21 h 80"/>
                <a:gd name="T34" fmla="*/ 5 w 63"/>
                <a:gd name="T35" fmla="*/ 22 h 80"/>
                <a:gd name="T36" fmla="*/ 10 w 63"/>
                <a:gd name="T37" fmla="*/ 24 h 80"/>
                <a:gd name="T38" fmla="*/ 14 w 63"/>
                <a:gd name="T39" fmla="*/ 28 h 80"/>
                <a:gd name="T40" fmla="*/ 15 w 63"/>
                <a:gd name="T41" fmla="*/ 32 h 80"/>
                <a:gd name="T42" fmla="*/ 9 w 63"/>
                <a:gd name="T43" fmla="*/ 37 h 80"/>
                <a:gd name="T44" fmla="*/ 6 w 63"/>
                <a:gd name="T45" fmla="*/ 39 h 80"/>
                <a:gd name="T46" fmla="*/ 15 w 63"/>
                <a:gd name="T47" fmla="*/ 40 h 80"/>
                <a:gd name="T48" fmla="*/ 20 w 63"/>
                <a:gd name="T49" fmla="*/ 42 h 80"/>
                <a:gd name="T50" fmla="*/ 21 w 63"/>
                <a:gd name="T51" fmla="*/ 43 h 80"/>
                <a:gd name="T52" fmla="*/ 19 w 63"/>
                <a:gd name="T53" fmla="*/ 45 h 80"/>
                <a:gd name="T54" fmla="*/ 15 w 63"/>
                <a:gd name="T55" fmla="*/ 51 h 80"/>
                <a:gd name="T56" fmla="*/ 14 w 63"/>
                <a:gd name="T57" fmla="*/ 55 h 80"/>
                <a:gd name="T58" fmla="*/ 15 w 63"/>
                <a:gd name="T59" fmla="*/ 56 h 80"/>
                <a:gd name="T60" fmla="*/ 19 w 63"/>
                <a:gd name="T61" fmla="*/ 56 h 80"/>
                <a:gd name="T62" fmla="*/ 17 w 63"/>
                <a:gd name="T63" fmla="*/ 59 h 80"/>
                <a:gd name="T64" fmla="*/ 3 w 63"/>
                <a:gd name="T65" fmla="*/ 66 h 80"/>
                <a:gd name="T66" fmla="*/ 0 w 63"/>
                <a:gd name="T67" fmla="*/ 69 h 80"/>
                <a:gd name="T68" fmla="*/ 3 w 63"/>
                <a:gd name="T69" fmla="*/ 72 h 80"/>
                <a:gd name="T70" fmla="*/ 11 w 63"/>
                <a:gd name="T71" fmla="*/ 78 h 80"/>
                <a:gd name="T72" fmla="*/ 17 w 63"/>
                <a:gd name="T73" fmla="*/ 80 h 80"/>
                <a:gd name="T74" fmla="*/ 30 w 63"/>
                <a:gd name="T75" fmla="*/ 75 h 80"/>
                <a:gd name="T76" fmla="*/ 38 w 63"/>
                <a:gd name="T77" fmla="*/ 69 h 80"/>
                <a:gd name="T78" fmla="*/ 47 w 63"/>
                <a:gd name="T79" fmla="*/ 66 h 80"/>
                <a:gd name="T80" fmla="*/ 56 w 63"/>
                <a:gd name="T81" fmla="*/ 65 h 80"/>
                <a:gd name="T82" fmla="*/ 58 w 63"/>
                <a:gd name="T83" fmla="*/ 61 h 80"/>
                <a:gd name="T84" fmla="*/ 62 w 63"/>
                <a:gd name="T85" fmla="*/ 48 h 80"/>
                <a:gd name="T86" fmla="*/ 63 w 63"/>
                <a:gd name="T87" fmla="*/ 42 h 80"/>
                <a:gd name="T88" fmla="*/ 59 w 63"/>
                <a:gd name="T89" fmla="*/ 2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3" h="80">
                  <a:moveTo>
                    <a:pt x="59" y="24"/>
                  </a:moveTo>
                  <a:lnTo>
                    <a:pt x="59" y="24"/>
                  </a:lnTo>
                  <a:lnTo>
                    <a:pt x="61" y="23"/>
                  </a:lnTo>
                  <a:lnTo>
                    <a:pt x="61" y="23"/>
                  </a:lnTo>
                  <a:lnTo>
                    <a:pt x="54" y="24"/>
                  </a:lnTo>
                  <a:lnTo>
                    <a:pt x="49" y="25"/>
                  </a:lnTo>
                  <a:lnTo>
                    <a:pt x="49" y="25"/>
                  </a:lnTo>
                  <a:lnTo>
                    <a:pt x="45" y="23"/>
                  </a:lnTo>
                  <a:lnTo>
                    <a:pt x="38" y="21"/>
                  </a:lnTo>
                  <a:lnTo>
                    <a:pt x="35" y="17"/>
                  </a:lnTo>
                  <a:lnTo>
                    <a:pt x="33" y="14"/>
                  </a:lnTo>
                  <a:lnTo>
                    <a:pt x="33" y="13"/>
                  </a:lnTo>
                  <a:lnTo>
                    <a:pt x="33" y="13"/>
                  </a:lnTo>
                  <a:lnTo>
                    <a:pt x="36" y="12"/>
                  </a:lnTo>
                  <a:lnTo>
                    <a:pt x="38" y="11"/>
                  </a:lnTo>
                  <a:lnTo>
                    <a:pt x="40" y="9"/>
                  </a:lnTo>
                  <a:lnTo>
                    <a:pt x="41" y="5"/>
                  </a:lnTo>
                  <a:lnTo>
                    <a:pt x="41" y="5"/>
                  </a:lnTo>
                  <a:lnTo>
                    <a:pt x="41" y="0"/>
                  </a:lnTo>
                  <a:lnTo>
                    <a:pt x="41" y="0"/>
                  </a:lnTo>
                  <a:lnTo>
                    <a:pt x="38" y="0"/>
                  </a:lnTo>
                  <a:lnTo>
                    <a:pt x="38" y="0"/>
                  </a:lnTo>
                  <a:lnTo>
                    <a:pt x="33" y="1"/>
                  </a:lnTo>
                  <a:lnTo>
                    <a:pt x="30" y="5"/>
                  </a:lnTo>
                  <a:lnTo>
                    <a:pt x="25" y="9"/>
                  </a:lnTo>
                  <a:lnTo>
                    <a:pt x="25" y="9"/>
                  </a:lnTo>
                  <a:lnTo>
                    <a:pt x="25" y="12"/>
                  </a:lnTo>
                  <a:lnTo>
                    <a:pt x="26" y="14"/>
                  </a:lnTo>
                  <a:lnTo>
                    <a:pt x="27" y="17"/>
                  </a:lnTo>
                  <a:lnTo>
                    <a:pt x="27" y="19"/>
                  </a:lnTo>
                  <a:lnTo>
                    <a:pt x="27" y="19"/>
                  </a:lnTo>
                  <a:lnTo>
                    <a:pt x="25" y="19"/>
                  </a:lnTo>
                  <a:lnTo>
                    <a:pt x="20" y="19"/>
                  </a:lnTo>
                  <a:lnTo>
                    <a:pt x="9" y="21"/>
                  </a:lnTo>
                  <a:lnTo>
                    <a:pt x="9" y="21"/>
                  </a:lnTo>
                  <a:lnTo>
                    <a:pt x="5" y="22"/>
                  </a:lnTo>
                  <a:lnTo>
                    <a:pt x="6" y="23"/>
                  </a:lnTo>
                  <a:lnTo>
                    <a:pt x="10" y="24"/>
                  </a:lnTo>
                  <a:lnTo>
                    <a:pt x="14" y="28"/>
                  </a:lnTo>
                  <a:lnTo>
                    <a:pt x="14" y="28"/>
                  </a:lnTo>
                  <a:lnTo>
                    <a:pt x="15" y="30"/>
                  </a:lnTo>
                  <a:lnTo>
                    <a:pt x="15" y="32"/>
                  </a:lnTo>
                  <a:lnTo>
                    <a:pt x="9" y="37"/>
                  </a:lnTo>
                  <a:lnTo>
                    <a:pt x="9" y="37"/>
                  </a:lnTo>
                  <a:lnTo>
                    <a:pt x="6" y="39"/>
                  </a:lnTo>
                  <a:lnTo>
                    <a:pt x="6" y="39"/>
                  </a:lnTo>
                  <a:lnTo>
                    <a:pt x="8" y="39"/>
                  </a:lnTo>
                  <a:lnTo>
                    <a:pt x="15" y="40"/>
                  </a:lnTo>
                  <a:lnTo>
                    <a:pt x="15" y="40"/>
                  </a:lnTo>
                  <a:lnTo>
                    <a:pt x="20" y="42"/>
                  </a:lnTo>
                  <a:lnTo>
                    <a:pt x="21" y="42"/>
                  </a:lnTo>
                  <a:lnTo>
                    <a:pt x="21" y="43"/>
                  </a:lnTo>
                  <a:lnTo>
                    <a:pt x="19" y="45"/>
                  </a:lnTo>
                  <a:lnTo>
                    <a:pt x="19" y="45"/>
                  </a:lnTo>
                  <a:lnTo>
                    <a:pt x="16" y="48"/>
                  </a:lnTo>
                  <a:lnTo>
                    <a:pt x="15" y="51"/>
                  </a:lnTo>
                  <a:lnTo>
                    <a:pt x="14" y="55"/>
                  </a:lnTo>
                  <a:lnTo>
                    <a:pt x="14" y="55"/>
                  </a:lnTo>
                  <a:lnTo>
                    <a:pt x="15" y="56"/>
                  </a:lnTo>
                  <a:lnTo>
                    <a:pt x="15" y="56"/>
                  </a:lnTo>
                  <a:lnTo>
                    <a:pt x="17" y="56"/>
                  </a:lnTo>
                  <a:lnTo>
                    <a:pt x="19" y="56"/>
                  </a:lnTo>
                  <a:lnTo>
                    <a:pt x="19" y="58"/>
                  </a:lnTo>
                  <a:lnTo>
                    <a:pt x="17" y="59"/>
                  </a:lnTo>
                  <a:lnTo>
                    <a:pt x="17" y="59"/>
                  </a:lnTo>
                  <a:lnTo>
                    <a:pt x="3" y="66"/>
                  </a:lnTo>
                  <a:lnTo>
                    <a:pt x="3" y="66"/>
                  </a:lnTo>
                  <a:lnTo>
                    <a:pt x="0" y="69"/>
                  </a:lnTo>
                  <a:lnTo>
                    <a:pt x="1" y="70"/>
                  </a:lnTo>
                  <a:lnTo>
                    <a:pt x="3" y="72"/>
                  </a:lnTo>
                  <a:lnTo>
                    <a:pt x="5" y="75"/>
                  </a:lnTo>
                  <a:lnTo>
                    <a:pt x="11" y="78"/>
                  </a:lnTo>
                  <a:lnTo>
                    <a:pt x="17" y="80"/>
                  </a:lnTo>
                  <a:lnTo>
                    <a:pt x="17" y="80"/>
                  </a:lnTo>
                  <a:lnTo>
                    <a:pt x="24" y="78"/>
                  </a:lnTo>
                  <a:lnTo>
                    <a:pt x="30" y="75"/>
                  </a:lnTo>
                  <a:lnTo>
                    <a:pt x="38" y="69"/>
                  </a:lnTo>
                  <a:lnTo>
                    <a:pt x="38" y="69"/>
                  </a:lnTo>
                  <a:lnTo>
                    <a:pt x="42" y="67"/>
                  </a:lnTo>
                  <a:lnTo>
                    <a:pt x="47" y="66"/>
                  </a:lnTo>
                  <a:lnTo>
                    <a:pt x="56" y="65"/>
                  </a:lnTo>
                  <a:lnTo>
                    <a:pt x="56" y="65"/>
                  </a:lnTo>
                  <a:lnTo>
                    <a:pt x="57" y="64"/>
                  </a:lnTo>
                  <a:lnTo>
                    <a:pt x="58" y="61"/>
                  </a:lnTo>
                  <a:lnTo>
                    <a:pt x="61" y="55"/>
                  </a:lnTo>
                  <a:lnTo>
                    <a:pt x="62" y="48"/>
                  </a:lnTo>
                  <a:lnTo>
                    <a:pt x="63" y="42"/>
                  </a:lnTo>
                  <a:lnTo>
                    <a:pt x="63" y="42"/>
                  </a:lnTo>
                  <a:lnTo>
                    <a:pt x="61" y="33"/>
                  </a:lnTo>
                  <a:lnTo>
                    <a:pt x="59" y="28"/>
                  </a:lnTo>
                  <a:lnTo>
                    <a:pt x="59" y="2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8" name="Freeform 826"/>
            <p:cNvSpPr>
              <a:spLocks/>
            </p:cNvSpPr>
            <p:nvPr/>
          </p:nvSpPr>
          <p:spPr bwMode="gray">
            <a:xfrm>
              <a:off x="1972008" y="4826250"/>
              <a:ext cx="44337" cy="89900"/>
            </a:xfrm>
            <a:custGeom>
              <a:avLst/>
              <a:gdLst>
                <a:gd name="T0" fmla="*/ 13 w 15"/>
                <a:gd name="T1" fmla="*/ 0 h 30"/>
                <a:gd name="T2" fmla="*/ 13 w 15"/>
                <a:gd name="T3" fmla="*/ 0 h 30"/>
                <a:gd name="T4" fmla="*/ 7 w 15"/>
                <a:gd name="T5" fmla="*/ 4 h 30"/>
                <a:gd name="T6" fmla="*/ 2 w 15"/>
                <a:gd name="T7" fmla="*/ 10 h 30"/>
                <a:gd name="T8" fmla="*/ 2 w 15"/>
                <a:gd name="T9" fmla="*/ 10 h 30"/>
                <a:gd name="T10" fmla="*/ 0 w 15"/>
                <a:gd name="T11" fmla="*/ 13 h 30"/>
                <a:gd name="T12" fmla="*/ 0 w 15"/>
                <a:gd name="T13" fmla="*/ 15 h 30"/>
                <a:gd name="T14" fmla="*/ 2 w 15"/>
                <a:gd name="T15" fmla="*/ 21 h 30"/>
                <a:gd name="T16" fmla="*/ 4 w 15"/>
                <a:gd name="T17" fmla="*/ 27 h 30"/>
                <a:gd name="T18" fmla="*/ 5 w 15"/>
                <a:gd name="T19" fmla="*/ 29 h 30"/>
                <a:gd name="T20" fmla="*/ 7 w 15"/>
                <a:gd name="T21" fmla="*/ 30 h 30"/>
                <a:gd name="T22" fmla="*/ 7 w 15"/>
                <a:gd name="T23" fmla="*/ 30 h 30"/>
                <a:gd name="T24" fmla="*/ 9 w 15"/>
                <a:gd name="T25" fmla="*/ 29 h 30"/>
                <a:gd name="T26" fmla="*/ 12 w 15"/>
                <a:gd name="T27" fmla="*/ 25 h 30"/>
                <a:gd name="T28" fmla="*/ 14 w 15"/>
                <a:gd name="T29" fmla="*/ 20 h 30"/>
                <a:gd name="T30" fmla="*/ 14 w 15"/>
                <a:gd name="T31" fmla="*/ 16 h 30"/>
                <a:gd name="T32" fmla="*/ 14 w 15"/>
                <a:gd name="T33" fmla="*/ 16 h 30"/>
                <a:gd name="T34" fmla="*/ 15 w 15"/>
                <a:gd name="T35" fmla="*/ 5 h 30"/>
                <a:gd name="T36" fmla="*/ 14 w 15"/>
                <a:gd name="T37" fmla="*/ 2 h 30"/>
                <a:gd name="T38" fmla="*/ 14 w 15"/>
                <a:gd name="T39" fmla="*/ 0 h 30"/>
                <a:gd name="T40" fmla="*/ 13 w 15"/>
                <a:gd name="T41" fmla="*/ 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 h="30">
                  <a:moveTo>
                    <a:pt x="13" y="0"/>
                  </a:moveTo>
                  <a:lnTo>
                    <a:pt x="13" y="0"/>
                  </a:lnTo>
                  <a:lnTo>
                    <a:pt x="7" y="4"/>
                  </a:lnTo>
                  <a:lnTo>
                    <a:pt x="2" y="10"/>
                  </a:lnTo>
                  <a:lnTo>
                    <a:pt x="2" y="10"/>
                  </a:lnTo>
                  <a:lnTo>
                    <a:pt x="0" y="13"/>
                  </a:lnTo>
                  <a:lnTo>
                    <a:pt x="0" y="15"/>
                  </a:lnTo>
                  <a:lnTo>
                    <a:pt x="2" y="21"/>
                  </a:lnTo>
                  <a:lnTo>
                    <a:pt x="4" y="27"/>
                  </a:lnTo>
                  <a:lnTo>
                    <a:pt x="5" y="29"/>
                  </a:lnTo>
                  <a:lnTo>
                    <a:pt x="7" y="30"/>
                  </a:lnTo>
                  <a:lnTo>
                    <a:pt x="7" y="30"/>
                  </a:lnTo>
                  <a:lnTo>
                    <a:pt x="9" y="29"/>
                  </a:lnTo>
                  <a:lnTo>
                    <a:pt x="12" y="25"/>
                  </a:lnTo>
                  <a:lnTo>
                    <a:pt x="14" y="20"/>
                  </a:lnTo>
                  <a:lnTo>
                    <a:pt x="14" y="16"/>
                  </a:lnTo>
                  <a:lnTo>
                    <a:pt x="14" y="16"/>
                  </a:lnTo>
                  <a:lnTo>
                    <a:pt x="15" y="5"/>
                  </a:lnTo>
                  <a:lnTo>
                    <a:pt x="14" y="2"/>
                  </a:lnTo>
                  <a:lnTo>
                    <a:pt x="14" y="0"/>
                  </a:lnTo>
                  <a:lnTo>
                    <a:pt x="13"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49" name="Freeform 828"/>
            <p:cNvSpPr>
              <a:spLocks/>
            </p:cNvSpPr>
            <p:nvPr/>
          </p:nvSpPr>
          <p:spPr bwMode="gray">
            <a:xfrm>
              <a:off x="1969051" y="4928137"/>
              <a:ext cx="50251" cy="116870"/>
            </a:xfrm>
            <a:custGeom>
              <a:avLst/>
              <a:gdLst>
                <a:gd name="T0" fmla="*/ 10 w 17"/>
                <a:gd name="T1" fmla="*/ 1 h 39"/>
                <a:gd name="T2" fmla="*/ 10 w 17"/>
                <a:gd name="T3" fmla="*/ 1 h 39"/>
                <a:gd name="T4" fmla="*/ 8 w 17"/>
                <a:gd name="T5" fmla="*/ 4 h 39"/>
                <a:gd name="T6" fmla="*/ 4 w 17"/>
                <a:gd name="T7" fmla="*/ 9 h 39"/>
                <a:gd name="T8" fmla="*/ 1 w 17"/>
                <a:gd name="T9" fmla="*/ 14 h 39"/>
                <a:gd name="T10" fmla="*/ 0 w 17"/>
                <a:gd name="T11" fmla="*/ 17 h 39"/>
                <a:gd name="T12" fmla="*/ 0 w 17"/>
                <a:gd name="T13" fmla="*/ 17 h 39"/>
                <a:gd name="T14" fmla="*/ 0 w 17"/>
                <a:gd name="T15" fmla="*/ 28 h 39"/>
                <a:gd name="T16" fmla="*/ 0 w 17"/>
                <a:gd name="T17" fmla="*/ 34 h 39"/>
                <a:gd name="T18" fmla="*/ 0 w 17"/>
                <a:gd name="T19" fmla="*/ 36 h 39"/>
                <a:gd name="T20" fmla="*/ 1 w 17"/>
                <a:gd name="T21" fmla="*/ 38 h 39"/>
                <a:gd name="T22" fmla="*/ 1 w 17"/>
                <a:gd name="T23" fmla="*/ 38 h 39"/>
                <a:gd name="T24" fmla="*/ 4 w 17"/>
                <a:gd name="T25" fmla="*/ 39 h 39"/>
                <a:gd name="T26" fmla="*/ 6 w 17"/>
                <a:gd name="T27" fmla="*/ 39 h 39"/>
                <a:gd name="T28" fmla="*/ 10 w 17"/>
                <a:gd name="T29" fmla="*/ 36 h 39"/>
                <a:gd name="T30" fmla="*/ 15 w 17"/>
                <a:gd name="T31" fmla="*/ 33 h 39"/>
                <a:gd name="T32" fmla="*/ 16 w 17"/>
                <a:gd name="T33" fmla="*/ 29 h 39"/>
                <a:gd name="T34" fmla="*/ 16 w 17"/>
                <a:gd name="T35" fmla="*/ 29 h 39"/>
                <a:gd name="T36" fmla="*/ 17 w 17"/>
                <a:gd name="T37" fmla="*/ 22 h 39"/>
                <a:gd name="T38" fmla="*/ 17 w 17"/>
                <a:gd name="T39" fmla="*/ 11 h 39"/>
                <a:gd name="T40" fmla="*/ 17 w 17"/>
                <a:gd name="T41" fmla="*/ 6 h 39"/>
                <a:gd name="T42" fmla="*/ 16 w 17"/>
                <a:gd name="T43" fmla="*/ 2 h 39"/>
                <a:gd name="T44" fmla="*/ 14 w 17"/>
                <a:gd name="T45" fmla="*/ 0 h 39"/>
                <a:gd name="T46" fmla="*/ 10 w 17"/>
                <a:gd name="T47"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 h="39">
                  <a:moveTo>
                    <a:pt x="10" y="1"/>
                  </a:moveTo>
                  <a:lnTo>
                    <a:pt x="10" y="1"/>
                  </a:lnTo>
                  <a:lnTo>
                    <a:pt x="8" y="4"/>
                  </a:lnTo>
                  <a:lnTo>
                    <a:pt x="4" y="9"/>
                  </a:lnTo>
                  <a:lnTo>
                    <a:pt x="1" y="14"/>
                  </a:lnTo>
                  <a:lnTo>
                    <a:pt x="0" y="17"/>
                  </a:lnTo>
                  <a:lnTo>
                    <a:pt x="0" y="17"/>
                  </a:lnTo>
                  <a:lnTo>
                    <a:pt x="0" y="28"/>
                  </a:lnTo>
                  <a:lnTo>
                    <a:pt x="0" y="34"/>
                  </a:lnTo>
                  <a:lnTo>
                    <a:pt x="0" y="36"/>
                  </a:lnTo>
                  <a:lnTo>
                    <a:pt x="1" y="38"/>
                  </a:lnTo>
                  <a:lnTo>
                    <a:pt x="1" y="38"/>
                  </a:lnTo>
                  <a:lnTo>
                    <a:pt x="4" y="39"/>
                  </a:lnTo>
                  <a:lnTo>
                    <a:pt x="6" y="39"/>
                  </a:lnTo>
                  <a:lnTo>
                    <a:pt x="10" y="36"/>
                  </a:lnTo>
                  <a:lnTo>
                    <a:pt x="15" y="33"/>
                  </a:lnTo>
                  <a:lnTo>
                    <a:pt x="16" y="29"/>
                  </a:lnTo>
                  <a:lnTo>
                    <a:pt x="16" y="29"/>
                  </a:lnTo>
                  <a:lnTo>
                    <a:pt x="17" y="22"/>
                  </a:lnTo>
                  <a:lnTo>
                    <a:pt x="17" y="11"/>
                  </a:lnTo>
                  <a:lnTo>
                    <a:pt x="17" y="6"/>
                  </a:lnTo>
                  <a:lnTo>
                    <a:pt x="16" y="2"/>
                  </a:lnTo>
                  <a:lnTo>
                    <a:pt x="14" y="0"/>
                  </a:lnTo>
                  <a:lnTo>
                    <a:pt x="10" y="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0" name="Freeform 810"/>
            <p:cNvSpPr>
              <a:spLocks noEditPoints="1"/>
            </p:cNvSpPr>
            <p:nvPr/>
          </p:nvSpPr>
          <p:spPr bwMode="gray">
            <a:xfrm>
              <a:off x="4487451" y="4802279"/>
              <a:ext cx="387219" cy="224748"/>
            </a:xfrm>
            <a:custGeom>
              <a:avLst/>
              <a:gdLst>
                <a:gd name="T0" fmla="*/ 120 w 131"/>
                <a:gd name="T1" fmla="*/ 12 h 75"/>
                <a:gd name="T2" fmla="*/ 100 w 131"/>
                <a:gd name="T3" fmla="*/ 7 h 75"/>
                <a:gd name="T4" fmla="*/ 76 w 131"/>
                <a:gd name="T5" fmla="*/ 2 h 75"/>
                <a:gd name="T6" fmla="*/ 52 w 131"/>
                <a:gd name="T7" fmla="*/ 0 h 75"/>
                <a:gd name="T8" fmla="*/ 48 w 131"/>
                <a:gd name="T9" fmla="*/ 0 h 75"/>
                <a:gd name="T10" fmla="*/ 22 w 131"/>
                <a:gd name="T11" fmla="*/ 10 h 75"/>
                <a:gd name="T12" fmla="*/ 12 w 131"/>
                <a:gd name="T13" fmla="*/ 12 h 75"/>
                <a:gd name="T14" fmla="*/ 5 w 131"/>
                <a:gd name="T15" fmla="*/ 16 h 75"/>
                <a:gd name="T16" fmla="*/ 3 w 131"/>
                <a:gd name="T17" fmla="*/ 21 h 75"/>
                <a:gd name="T18" fmla="*/ 0 w 131"/>
                <a:gd name="T19" fmla="*/ 27 h 75"/>
                <a:gd name="T20" fmla="*/ 1 w 131"/>
                <a:gd name="T21" fmla="*/ 32 h 75"/>
                <a:gd name="T22" fmla="*/ 6 w 131"/>
                <a:gd name="T23" fmla="*/ 34 h 75"/>
                <a:gd name="T24" fmla="*/ 16 w 131"/>
                <a:gd name="T25" fmla="*/ 37 h 75"/>
                <a:gd name="T26" fmla="*/ 21 w 131"/>
                <a:gd name="T27" fmla="*/ 39 h 75"/>
                <a:gd name="T28" fmla="*/ 28 w 131"/>
                <a:gd name="T29" fmla="*/ 51 h 75"/>
                <a:gd name="T30" fmla="*/ 28 w 131"/>
                <a:gd name="T31" fmla="*/ 53 h 75"/>
                <a:gd name="T32" fmla="*/ 26 w 131"/>
                <a:gd name="T33" fmla="*/ 58 h 75"/>
                <a:gd name="T34" fmla="*/ 19 w 131"/>
                <a:gd name="T35" fmla="*/ 60 h 75"/>
                <a:gd name="T36" fmla="*/ 16 w 131"/>
                <a:gd name="T37" fmla="*/ 66 h 75"/>
                <a:gd name="T38" fmla="*/ 15 w 131"/>
                <a:gd name="T39" fmla="*/ 72 h 75"/>
                <a:gd name="T40" fmla="*/ 17 w 131"/>
                <a:gd name="T41" fmla="*/ 75 h 75"/>
                <a:gd name="T42" fmla="*/ 42 w 131"/>
                <a:gd name="T43" fmla="*/ 71 h 75"/>
                <a:gd name="T44" fmla="*/ 43 w 131"/>
                <a:gd name="T45" fmla="*/ 70 h 75"/>
                <a:gd name="T46" fmla="*/ 44 w 131"/>
                <a:gd name="T47" fmla="*/ 69 h 75"/>
                <a:gd name="T48" fmla="*/ 48 w 131"/>
                <a:gd name="T49" fmla="*/ 64 h 75"/>
                <a:gd name="T50" fmla="*/ 53 w 131"/>
                <a:gd name="T51" fmla="*/ 60 h 75"/>
                <a:gd name="T52" fmla="*/ 57 w 131"/>
                <a:gd name="T53" fmla="*/ 59 h 75"/>
                <a:gd name="T54" fmla="*/ 60 w 131"/>
                <a:gd name="T55" fmla="*/ 56 h 75"/>
                <a:gd name="T56" fmla="*/ 63 w 131"/>
                <a:gd name="T57" fmla="*/ 54 h 75"/>
                <a:gd name="T58" fmla="*/ 67 w 131"/>
                <a:gd name="T59" fmla="*/ 53 h 75"/>
                <a:gd name="T60" fmla="*/ 68 w 131"/>
                <a:gd name="T61" fmla="*/ 54 h 75"/>
                <a:gd name="T62" fmla="*/ 79 w 131"/>
                <a:gd name="T63" fmla="*/ 58 h 75"/>
                <a:gd name="T64" fmla="*/ 81 w 131"/>
                <a:gd name="T65" fmla="*/ 56 h 75"/>
                <a:gd name="T66" fmla="*/ 85 w 131"/>
                <a:gd name="T67" fmla="*/ 50 h 75"/>
                <a:gd name="T68" fmla="*/ 88 w 131"/>
                <a:gd name="T69" fmla="*/ 46 h 75"/>
                <a:gd name="T70" fmla="*/ 96 w 131"/>
                <a:gd name="T71" fmla="*/ 42 h 75"/>
                <a:gd name="T72" fmla="*/ 105 w 131"/>
                <a:gd name="T73" fmla="*/ 39 h 75"/>
                <a:gd name="T74" fmla="*/ 112 w 131"/>
                <a:gd name="T75" fmla="*/ 34 h 75"/>
                <a:gd name="T76" fmla="*/ 121 w 131"/>
                <a:gd name="T77" fmla="*/ 28 h 75"/>
                <a:gd name="T78" fmla="*/ 127 w 131"/>
                <a:gd name="T79" fmla="*/ 26 h 75"/>
                <a:gd name="T80" fmla="*/ 129 w 131"/>
                <a:gd name="T81" fmla="*/ 21 h 75"/>
                <a:gd name="T82" fmla="*/ 131 w 131"/>
                <a:gd name="T83" fmla="*/ 16 h 75"/>
                <a:gd name="T84" fmla="*/ 124 w 131"/>
                <a:gd name="T85" fmla="*/ 14 h 75"/>
                <a:gd name="T86" fmla="*/ 105 w 131"/>
                <a:gd name="T87" fmla="*/ 16 h 75"/>
                <a:gd name="T88" fmla="*/ 100 w 131"/>
                <a:gd name="T89" fmla="*/ 21 h 75"/>
                <a:gd name="T90" fmla="*/ 92 w 131"/>
                <a:gd name="T91" fmla="*/ 22 h 75"/>
                <a:gd name="T92" fmla="*/ 81 w 131"/>
                <a:gd name="T93" fmla="*/ 21 h 75"/>
                <a:gd name="T94" fmla="*/ 79 w 131"/>
                <a:gd name="T95" fmla="*/ 19 h 75"/>
                <a:gd name="T96" fmla="*/ 81 w 131"/>
                <a:gd name="T97" fmla="*/ 18 h 75"/>
                <a:gd name="T98" fmla="*/ 96 w 131"/>
                <a:gd name="T99" fmla="*/ 16 h 75"/>
                <a:gd name="T100" fmla="*/ 105 w 131"/>
                <a:gd name="T101" fmla="*/ 1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31" h="75">
                  <a:moveTo>
                    <a:pt x="120" y="12"/>
                  </a:moveTo>
                  <a:lnTo>
                    <a:pt x="120" y="12"/>
                  </a:lnTo>
                  <a:lnTo>
                    <a:pt x="112" y="10"/>
                  </a:lnTo>
                  <a:lnTo>
                    <a:pt x="100" y="7"/>
                  </a:lnTo>
                  <a:lnTo>
                    <a:pt x="76" y="2"/>
                  </a:lnTo>
                  <a:lnTo>
                    <a:pt x="76" y="2"/>
                  </a:lnTo>
                  <a:lnTo>
                    <a:pt x="60" y="0"/>
                  </a:lnTo>
                  <a:lnTo>
                    <a:pt x="52" y="0"/>
                  </a:lnTo>
                  <a:lnTo>
                    <a:pt x="48" y="0"/>
                  </a:lnTo>
                  <a:lnTo>
                    <a:pt x="48" y="0"/>
                  </a:lnTo>
                  <a:lnTo>
                    <a:pt x="36" y="5"/>
                  </a:lnTo>
                  <a:lnTo>
                    <a:pt x="22" y="10"/>
                  </a:lnTo>
                  <a:lnTo>
                    <a:pt x="22" y="10"/>
                  </a:lnTo>
                  <a:lnTo>
                    <a:pt x="12" y="12"/>
                  </a:lnTo>
                  <a:lnTo>
                    <a:pt x="8" y="13"/>
                  </a:lnTo>
                  <a:lnTo>
                    <a:pt x="5" y="16"/>
                  </a:lnTo>
                  <a:lnTo>
                    <a:pt x="5" y="16"/>
                  </a:lnTo>
                  <a:lnTo>
                    <a:pt x="3" y="21"/>
                  </a:lnTo>
                  <a:lnTo>
                    <a:pt x="0" y="27"/>
                  </a:lnTo>
                  <a:lnTo>
                    <a:pt x="0" y="27"/>
                  </a:lnTo>
                  <a:lnTo>
                    <a:pt x="1" y="32"/>
                  </a:lnTo>
                  <a:lnTo>
                    <a:pt x="1" y="32"/>
                  </a:lnTo>
                  <a:lnTo>
                    <a:pt x="3" y="33"/>
                  </a:lnTo>
                  <a:lnTo>
                    <a:pt x="6" y="34"/>
                  </a:lnTo>
                  <a:lnTo>
                    <a:pt x="10" y="34"/>
                  </a:lnTo>
                  <a:lnTo>
                    <a:pt x="16" y="37"/>
                  </a:lnTo>
                  <a:lnTo>
                    <a:pt x="16" y="37"/>
                  </a:lnTo>
                  <a:lnTo>
                    <a:pt x="21" y="39"/>
                  </a:lnTo>
                  <a:lnTo>
                    <a:pt x="25" y="43"/>
                  </a:lnTo>
                  <a:lnTo>
                    <a:pt x="28" y="51"/>
                  </a:lnTo>
                  <a:lnTo>
                    <a:pt x="28" y="51"/>
                  </a:lnTo>
                  <a:lnTo>
                    <a:pt x="28" y="53"/>
                  </a:lnTo>
                  <a:lnTo>
                    <a:pt x="28" y="55"/>
                  </a:lnTo>
                  <a:lnTo>
                    <a:pt x="26" y="58"/>
                  </a:lnTo>
                  <a:lnTo>
                    <a:pt x="22" y="59"/>
                  </a:lnTo>
                  <a:lnTo>
                    <a:pt x="19" y="60"/>
                  </a:lnTo>
                  <a:lnTo>
                    <a:pt x="19" y="60"/>
                  </a:lnTo>
                  <a:lnTo>
                    <a:pt x="16" y="66"/>
                  </a:lnTo>
                  <a:lnTo>
                    <a:pt x="15" y="72"/>
                  </a:lnTo>
                  <a:lnTo>
                    <a:pt x="15" y="72"/>
                  </a:lnTo>
                  <a:lnTo>
                    <a:pt x="16" y="74"/>
                  </a:lnTo>
                  <a:lnTo>
                    <a:pt x="17" y="75"/>
                  </a:lnTo>
                  <a:lnTo>
                    <a:pt x="25" y="75"/>
                  </a:lnTo>
                  <a:lnTo>
                    <a:pt x="42" y="71"/>
                  </a:lnTo>
                  <a:lnTo>
                    <a:pt x="42" y="71"/>
                  </a:lnTo>
                  <a:lnTo>
                    <a:pt x="43" y="70"/>
                  </a:lnTo>
                  <a:lnTo>
                    <a:pt x="44" y="69"/>
                  </a:lnTo>
                  <a:lnTo>
                    <a:pt x="44" y="69"/>
                  </a:lnTo>
                  <a:lnTo>
                    <a:pt x="46" y="67"/>
                  </a:lnTo>
                  <a:lnTo>
                    <a:pt x="48" y="64"/>
                  </a:lnTo>
                  <a:lnTo>
                    <a:pt x="49" y="61"/>
                  </a:lnTo>
                  <a:lnTo>
                    <a:pt x="53" y="60"/>
                  </a:lnTo>
                  <a:lnTo>
                    <a:pt x="53" y="60"/>
                  </a:lnTo>
                  <a:lnTo>
                    <a:pt x="57" y="59"/>
                  </a:lnTo>
                  <a:lnTo>
                    <a:pt x="59" y="59"/>
                  </a:lnTo>
                  <a:lnTo>
                    <a:pt x="60" y="56"/>
                  </a:lnTo>
                  <a:lnTo>
                    <a:pt x="60" y="56"/>
                  </a:lnTo>
                  <a:lnTo>
                    <a:pt x="63" y="54"/>
                  </a:lnTo>
                  <a:lnTo>
                    <a:pt x="64" y="53"/>
                  </a:lnTo>
                  <a:lnTo>
                    <a:pt x="67" y="53"/>
                  </a:lnTo>
                  <a:lnTo>
                    <a:pt x="68" y="54"/>
                  </a:lnTo>
                  <a:lnTo>
                    <a:pt x="68" y="54"/>
                  </a:lnTo>
                  <a:lnTo>
                    <a:pt x="72" y="56"/>
                  </a:lnTo>
                  <a:lnTo>
                    <a:pt x="79" y="58"/>
                  </a:lnTo>
                  <a:lnTo>
                    <a:pt x="79" y="58"/>
                  </a:lnTo>
                  <a:lnTo>
                    <a:pt x="81" y="56"/>
                  </a:lnTo>
                  <a:lnTo>
                    <a:pt x="84" y="53"/>
                  </a:lnTo>
                  <a:lnTo>
                    <a:pt x="85" y="50"/>
                  </a:lnTo>
                  <a:lnTo>
                    <a:pt x="88" y="46"/>
                  </a:lnTo>
                  <a:lnTo>
                    <a:pt x="88" y="46"/>
                  </a:lnTo>
                  <a:lnTo>
                    <a:pt x="91" y="44"/>
                  </a:lnTo>
                  <a:lnTo>
                    <a:pt x="96" y="42"/>
                  </a:lnTo>
                  <a:lnTo>
                    <a:pt x="105" y="39"/>
                  </a:lnTo>
                  <a:lnTo>
                    <a:pt x="105" y="39"/>
                  </a:lnTo>
                  <a:lnTo>
                    <a:pt x="107" y="38"/>
                  </a:lnTo>
                  <a:lnTo>
                    <a:pt x="112" y="34"/>
                  </a:lnTo>
                  <a:lnTo>
                    <a:pt x="116" y="30"/>
                  </a:lnTo>
                  <a:lnTo>
                    <a:pt x="121" y="28"/>
                  </a:lnTo>
                  <a:lnTo>
                    <a:pt x="121" y="28"/>
                  </a:lnTo>
                  <a:lnTo>
                    <a:pt x="127" y="26"/>
                  </a:lnTo>
                  <a:lnTo>
                    <a:pt x="129" y="24"/>
                  </a:lnTo>
                  <a:lnTo>
                    <a:pt x="129" y="21"/>
                  </a:lnTo>
                  <a:lnTo>
                    <a:pt x="129" y="21"/>
                  </a:lnTo>
                  <a:lnTo>
                    <a:pt x="131" y="16"/>
                  </a:lnTo>
                  <a:lnTo>
                    <a:pt x="131" y="16"/>
                  </a:lnTo>
                  <a:lnTo>
                    <a:pt x="124" y="14"/>
                  </a:lnTo>
                  <a:lnTo>
                    <a:pt x="120" y="12"/>
                  </a:lnTo>
                  <a:close/>
                  <a:moveTo>
                    <a:pt x="105" y="16"/>
                  </a:moveTo>
                  <a:lnTo>
                    <a:pt x="105" y="16"/>
                  </a:lnTo>
                  <a:lnTo>
                    <a:pt x="100" y="21"/>
                  </a:lnTo>
                  <a:lnTo>
                    <a:pt x="96" y="22"/>
                  </a:lnTo>
                  <a:lnTo>
                    <a:pt x="92" y="22"/>
                  </a:lnTo>
                  <a:lnTo>
                    <a:pt x="92" y="22"/>
                  </a:lnTo>
                  <a:lnTo>
                    <a:pt x="81" y="21"/>
                  </a:lnTo>
                  <a:lnTo>
                    <a:pt x="79" y="19"/>
                  </a:lnTo>
                  <a:lnTo>
                    <a:pt x="79" y="19"/>
                  </a:lnTo>
                  <a:lnTo>
                    <a:pt x="81" y="18"/>
                  </a:lnTo>
                  <a:lnTo>
                    <a:pt x="81" y="18"/>
                  </a:lnTo>
                  <a:lnTo>
                    <a:pt x="88" y="16"/>
                  </a:lnTo>
                  <a:lnTo>
                    <a:pt x="96" y="16"/>
                  </a:lnTo>
                  <a:lnTo>
                    <a:pt x="104" y="14"/>
                  </a:lnTo>
                  <a:lnTo>
                    <a:pt x="105" y="16"/>
                  </a:lnTo>
                  <a:lnTo>
                    <a:pt x="105" y="1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1" name="Freeform 1455"/>
            <p:cNvSpPr>
              <a:spLocks/>
            </p:cNvSpPr>
            <p:nvPr/>
          </p:nvSpPr>
          <p:spPr bwMode="gray">
            <a:xfrm>
              <a:off x="3571130" y="2761562"/>
              <a:ext cx="65029" cy="80910"/>
            </a:xfrm>
            <a:custGeom>
              <a:avLst/>
              <a:gdLst>
                <a:gd name="T0" fmla="*/ 7 w 22"/>
                <a:gd name="T1" fmla="*/ 27 h 27"/>
                <a:gd name="T2" fmla="*/ 7 w 22"/>
                <a:gd name="T3" fmla="*/ 27 h 27"/>
                <a:gd name="T4" fmla="*/ 5 w 22"/>
                <a:gd name="T5" fmla="*/ 27 h 27"/>
                <a:gd name="T6" fmla="*/ 2 w 22"/>
                <a:gd name="T7" fmla="*/ 24 h 27"/>
                <a:gd name="T8" fmla="*/ 1 w 22"/>
                <a:gd name="T9" fmla="*/ 22 h 27"/>
                <a:gd name="T10" fmla="*/ 0 w 22"/>
                <a:gd name="T11" fmla="*/ 18 h 27"/>
                <a:gd name="T12" fmla="*/ 0 w 22"/>
                <a:gd name="T13" fmla="*/ 10 h 27"/>
                <a:gd name="T14" fmla="*/ 1 w 22"/>
                <a:gd name="T15" fmla="*/ 3 h 27"/>
                <a:gd name="T16" fmla="*/ 1 w 22"/>
                <a:gd name="T17" fmla="*/ 3 h 27"/>
                <a:gd name="T18" fmla="*/ 1 w 22"/>
                <a:gd name="T19" fmla="*/ 2 h 27"/>
                <a:gd name="T20" fmla="*/ 2 w 22"/>
                <a:gd name="T21" fmla="*/ 1 h 27"/>
                <a:gd name="T22" fmla="*/ 6 w 22"/>
                <a:gd name="T23" fmla="*/ 0 h 27"/>
                <a:gd name="T24" fmla="*/ 10 w 22"/>
                <a:gd name="T25" fmla="*/ 0 h 27"/>
                <a:gd name="T26" fmla="*/ 13 w 22"/>
                <a:gd name="T27" fmla="*/ 1 h 27"/>
                <a:gd name="T28" fmla="*/ 13 w 22"/>
                <a:gd name="T29" fmla="*/ 1 h 27"/>
                <a:gd name="T30" fmla="*/ 18 w 22"/>
                <a:gd name="T31" fmla="*/ 5 h 27"/>
                <a:gd name="T32" fmla="*/ 21 w 22"/>
                <a:gd name="T33" fmla="*/ 8 h 27"/>
                <a:gd name="T34" fmla="*/ 22 w 22"/>
                <a:gd name="T35" fmla="*/ 11 h 27"/>
                <a:gd name="T36" fmla="*/ 22 w 22"/>
                <a:gd name="T37" fmla="*/ 11 h 27"/>
                <a:gd name="T38" fmla="*/ 21 w 22"/>
                <a:gd name="T39" fmla="*/ 15 h 27"/>
                <a:gd name="T40" fmla="*/ 16 w 22"/>
                <a:gd name="T41" fmla="*/ 19 h 27"/>
                <a:gd name="T42" fmla="*/ 12 w 22"/>
                <a:gd name="T43" fmla="*/ 24 h 27"/>
                <a:gd name="T44" fmla="*/ 7 w 22"/>
                <a:gd name="T45"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 h="27">
                  <a:moveTo>
                    <a:pt x="7" y="27"/>
                  </a:moveTo>
                  <a:lnTo>
                    <a:pt x="7" y="27"/>
                  </a:lnTo>
                  <a:lnTo>
                    <a:pt x="5" y="27"/>
                  </a:lnTo>
                  <a:lnTo>
                    <a:pt x="2" y="24"/>
                  </a:lnTo>
                  <a:lnTo>
                    <a:pt x="1" y="22"/>
                  </a:lnTo>
                  <a:lnTo>
                    <a:pt x="0" y="18"/>
                  </a:lnTo>
                  <a:lnTo>
                    <a:pt x="0" y="10"/>
                  </a:lnTo>
                  <a:lnTo>
                    <a:pt x="1" y="3"/>
                  </a:lnTo>
                  <a:lnTo>
                    <a:pt x="1" y="3"/>
                  </a:lnTo>
                  <a:lnTo>
                    <a:pt x="1" y="2"/>
                  </a:lnTo>
                  <a:lnTo>
                    <a:pt x="2" y="1"/>
                  </a:lnTo>
                  <a:lnTo>
                    <a:pt x="6" y="0"/>
                  </a:lnTo>
                  <a:lnTo>
                    <a:pt x="10" y="0"/>
                  </a:lnTo>
                  <a:lnTo>
                    <a:pt x="13" y="1"/>
                  </a:lnTo>
                  <a:lnTo>
                    <a:pt x="13" y="1"/>
                  </a:lnTo>
                  <a:lnTo>
                    <a:pt x="18" y="5"/>
                  </a:lnTo>
                  <a:lnTo>
                    <a:pt x="21" y="8"/>
                  </a:lnTo>
                  <a:lnTo>
                    <a:pt x="22" y="11"/>
                  </a:lnTo>
                  <a:lnTo>
                    <a:pt x="22" y="11"/>
                  </a:lnTo>
                  <a:lnTo>
                    <a:pt x="21" y="15"/>
                  </a:lnTo>
                  <a:lnTo>
                    <a:pt x="16" y="19"/>
                  </a:lnTo>
                  <a:lnTo>
                    <a:pt x="12" y="24"/>
                  </a:lnTo>
                  <a:lnTo>
                    <a:pt x="7" y="2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2" name="Freeform 1483"/>
            <p:cNvSpPr>
              <a:spLocks/>
            </p:cNvSpPr>
            <p:nvPr/>
          </p:nvSpPr>
          <p:spPr bwMode="gray">
            <a:xfrm>
              <a:off x="3698233" y="2234152"/>
              <a:ext cx="236470" cy="386567"/>
            </a:xfrm>
            <a:custGeom>
              <a:avLst/>
              <a:gdLst>
                <a:gd name="T0" fmla="*/ 74 w 80"/>
                <a:gd name="T1" fmla="*/ 128 h 129"/>
                <a:gd name="T2" fmla="*/ 68 w 80"/>
                <a:gd name="T3" fmla="*/ 127 h 129"/>
                <a:gd name="T4" fmla="*/ 63 w 80"/>
                <a:gd name="T5" fmla="*/ 129 h 129"/>
                <a:gd name="T6" fmla="*/ 55 w 80"/>
                <a:gd name="T7" fmla="*/ 122 h 129"/>
                <a:gd name="T8" fmla="*/ 53 w 80"/>
                <a:gd name="T9" fmla="*/ 125 h 129"/>
                <a:gd name="T10" fmla="*/ 46 w 80"/>
                <a:gd name="T11" fmla="*/ 122 h 129"/>
                <a:gd name="T12" fmla="*/ 28 w 80"/>
                <a:gd name="T13" fmla="*/ 118 h 129"/>
                <a:gd name="T14" fmla="*/ 30 w 80"/>
                <a:gd name="T15" fmla="*/ 108 h 129"/>
                <a:gd name="T16" fmla="*/ 30 w 80"/>
                <a:gd name="T17" fmla="*/ 99 h 129"/>
                <a:gd name="T18" fmla="*/ 27 w 80"/>
                <a:gd name="T19" fmla="*/ 95 h 129"/>
                <a:gd name="T20" fmla="*/ 22 w 80"/>
                <a:gd name="T21" fmla="*/ 97 h 129"/>
                <a:gd name="T22" fmla="*/ 17 w 80"/>
                <a:gd name="T23" fmla="*/ 93 h 129"/>
                <a:gd name="T24" fmla="*/ 5 w 80"/>
                <a:gd name="T25" fmla="*/ 90 h 129"/>
                <a:gd name="T26" fmla="*/ 0 w 80"/>
                <a:gd name="T27" fmla="*/ 81 h 129"/>
                <a:gd name="T28" fmla="*/ 4 w 80"/>
                <a:gd name="T29" fmla="*/ 65 h 129"/>
                <a:gd name="T30" fmla="*/ 7 w 80"/>
                <a:gd name="T31" fmla="*/ 62 h 129"/>
                <a:gd name="T32" fmla="*/ 10 w 80"/>
                <a:gd name="T33" fmla="*/ 61 h 129"/>
                <a:gd name="T34" fmla="*/ 16 w 80"/>
                <a:gd name="T35" fmla="*/ 64 h 129"/>
                <a:gd name="T36" fmla="*/ 15 w 80"/>
                <a:gd name="T37" fmla="*/ 54 h 129"/>
                <a:gd name="T38" fmla="*/ 21 w 80"/>
                <a:gd name="T39" fmla="*/ 39 h 129"/>
                <a:gd name="T40" fmla="*/ 17 w 80"/>
                <a:gd name="T41" fmla="*/ 37 h 129"/>
                <a:gd name="T42" fmla="*/ 12 w 80"/>
                <a:gd name="T43" fmla="*/ 33 h 129"/>
                <a:gd name="T44" fmla="*/ 15 w 80"/>
                <a:gd name="T45" fmla="*/ 28 h 129"/>
                <a:gd name="T46" fmla="*/ 21 w 80"/>
                <a:gd name="T47" fmla="*/ 27 h 129"/>
                <a:gd name="T48" fmla="*/ 22 w 80"/>
                <a:gd name="T49" fmla="*/ 21 h 129"/>
                <a:gd name="T50" fmla="*/ 30 w 80"/>
                <a:gd name="T51" fmla="*/ 19 h 129"/>
                <a:gd name="T52" fmla="*/ 34 w 80"/>
                <a:gd name="T53" fmla="*/ 5 h 129"/>
                <a:gd name="T54" fmla="*/ 43 w 80"/>
                <a:gd name="T55" fmla="*/ 6 h 129"/>
                <a:gd name="T56" fmla="*/ 43 w 80"/>
                <a:gd name="T57" fmla="*/ 0 h 129"/>
                <a:gd name="T58" fmla="*/ 48 w 80"/>
                <a:gd name="T59" fmla="*/ 2 h 129"/>
                <a:gd name="T60" fmla="*/ 57 w 80"/>
                <a:gd name="T61" fmla="*/ 5 h 129"/>
                <a:gd name="T62" fmla="*/ 68 w 80"/>
                <a:gd name="T63" fmla="*/ 11 h 129"/>
                <a:gd name="T64" fmla="*/ 66 w 80"/>
                <a:gd name="T65" fmla="*/ 19 h 129"/>
                <a:gd name="T66" fmla="*/ 63 w 80"/>
                <a:gd name="T67" fmla="*/ 24 h 129"/>
                <a:gd name="T68" fmla="*/ 63 w 80"/>
                <a:gd name="T69" fmla="*/ 29 h 129"/>
                <a:gd name="T70" fmla="*/ 57 w 80"/>
                <a:gd name="T71" fmla="*/ 28 h 129"/>
                <a:gd name="T72" fmla="*/ 58 w 80"/>
                <a:gd name="T73" fmla="*/ 35 h 129"/>
                <a:gd name="T74" fmla="*/ 52 w 80"/>
                <a:gd name="T75" fmla="*/ 46 h 129"/>
                <a:gd name="T76" fmla="*/ 52 w 80"/>
                <a:gd name="T77" fmla="*/ 58 h 129"/>
                <a:gd name="T78" fmla="*/ 57 w 80"/>
                <a:gd name="T79" fmla="*/ 61 h 129"/>
                <a:gd name="T80" fmla="*/ 52 w 80"/>
                <a:gd name="T81" fmla="*/ 71 h 129"/>
                <a:gd name="T82" fmla="*/ 55 w 80"/>
                <a:gd name="T83" fmla="*/ 83 h 129"/>
                <a:gd name="T84" fmla="*/ 62 w 80"/>
                <a:gd name="T85" fmla="*/ 96 h 129"/>
                <a:gd name="T86" fmla="*/ 63 w 80"/>
                <a:gd name="T87" fmla="*/ 103 h 129"/>
                <a:gd name="T88" fmla="*/ 71 w 80"/>
                <a:gd name="T89" fmla="*/ 113 h 129"/>
                <a:gd name="T90" fmla="*/ 75 w 80"/>
                <a:gd name="T91" fmla="*/ 115 h 129"/>
                <a:gd name="T92" fmla="*/ 78 w 80"/>
                <a:gd name="T93" fmla="*/ 120 h 129"/>
                <a:gd name="T94" fmla="*/ 80 w 80"/>
                <a:gd name="T95" fmla="*/ 122 h 1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0" h="129">
                  <a:moveTo>
                    <a:pt x="79" y="125"/>
                  </a:moveTo>
                  <a:lnTo>
                    <a:pt x="79" y="125"/>
                  </a:lnTo>
                  <a:lnTo>
                    <a:pt x="76" y="127"/>
                  </a:lnTo>
                  <a:lnTo>
                    <a:pt x="74" y="128"/>
                  </a:lnTo>
                  <a:lnTo>
                    <a:pt x="74" y="128"/>
                  </a:lnTo>
                  <a:lnTo>
                    <a:pt x="70" y="127"/>
                  </a:lnTo>
                  <a:lnTo>
                    <a:pt x="68" y="127"/>
                  </a:lnTo>
                  <a:lnTo>
                    <a:pt x="68" y="127"/>
                  </a:lnTo>
                  <a:lnTo>
                    <a:pt x="65" y="128"/>
                  </a:lnTo>
                  <a:lnTo>
                    <a:pt x="64" y="129"/>
                  </a:lnTo>
                  <a:lnTo>
                    <a:pt x="63" y="129"/>
                  </a:lnTo>
                  <a:lnTo>
                    <a:pt x="63" y="129"/>
                  </a:lnTo>
                  <a:lnTo>
                    <a:pt x="59" y="124"/>
                  </a:lnTo>
                  <a:lnTo>
                    <a:pt x="57" y="123"/>
                  </a:lnTo>
                  <a:lnTo>
                    <a:pt x="55" y="122"/>
                  </a:lnTo>
                  <a:lnTo>
                    <a:pt x="55" y="122"/>
                  </a:lnTo>
                  <a:lnTo>
                    <a:pt x="55" y="123"/>
                  </a:lnTo>
                  <a:lnTo>
                    <a:pt x="54" y="124"/>
                  </a:lnTo>
                  <a:lnTo>
                    <a:pt x="54" y="125"/>
                  </a:lnTo>
                  <a:lnTo>
                    <a:pt x="53" y="125"/>
                  </a:lnTo>
                  <a:lnTo>
                    <a:pt x="53" y="125"/>
                  </a:lnTo>
                  <a:lnTo>
                    <a:pt x="48" y="123"/>
                  </a:lnTo>
                  <a:lnTo>
                    <a:pt x="46" y="122"/>
                  </a:lnTo>
                  <a:lnTo>
                    <a:pt x="46" y="122"/>
                  </a:lnTo>
                  <a:lnTo>
                    <a:pt x="36" y="120"/>
                  </a:lnTo>
                  <a:lnTo>
                    <a:pt x="31" y="119"/>
                  </a:lnTo>
                  <a:lnTo>
                    <a:pt x="28" y="118"/>
                  </a:lnTo>
                  <a:lnTo>
                    <a:pt x="28" y="118"/>
                  </a:lnTo>
                  <a:lnTo>
                    <a:pt x="30" y="113"/>
                  </a:lnTo>
                  <a:lnTo>
                    <a:pt x="31" y="111"/>
                  </a:lnTo>
                  <a:lnTo>
                    <a:pt x="30" y="108"/>
                  </a:lnTo>
                  <a:lnTo>
                    <a:pt x="30" y="108"/>
                  </a:lnTo>
                  <a:lnTo>
                    <a:pt x="30" y="106"/>
                  </a:lnTo>
                  <a:lnTo>
                    <a:pt x="30" y="103"/>
                  </a:lnTo>
                  <a:lnTo>
                    <a:pt x="31" y="102"/>
                  </a:lnTo>
                  <a:lnTo>
                    <a:pt x="30" y="99"/>
                  </a:lnTo>
                  <a:lnTo>
                    <a:pt x="30" y="99"/>
                  </a:lnTo>
                  <a:lnTo>
                    <a:pt x="28" y="98"/>
                  </a:lnTo>
                  <a:lnTo>
                    <a:pt x="27" y="96"/>
                  </a:lnTo>
                  <a:lnTo>
                    <a:pt x="27" y="95"/>
                  </a:lnTo>
                  <a:lnTo>
                    <a:pt x="26" y="95"/>
                  </a:lnTo>
                  <a:lnTo>
                    <a:pt x="26" y="95"/>
                  </a:lnTo>
                  <a:lnTo>
                    <a:pt x="22" y="97"/>
                  </a:lnTo>
                  <a:lnTo>
                    <a:pt x="22" y="97"/>
                  </a:lnTo>
                  <a:lnTo>
                    <a:pt x="20" y="97"/>
                  </a:lnTo>
                  <a:lnTo>
                    <a:pt x="20" y="97"/>
                  </a:lnTo>
                  <a:lnTo>
                    <a:pt x="18" y="95"/>
                  </a:lnTo>
                  <a:lnTo>
                    <a:pt x="17" y="93"/>
                  </a:lnTo>
                  <a:lnTo>
                    <a:pt x="17" y="93"/>
                  </a:lnTo>
                  <a:lnTo>
                    <a:pt x="11" y="92"/>
                  </a:lnTo>
                  <a:lnTo>
                    <a:pt x="5" y="90"/>
                  </a:lnTo>
                  <a:lnTo>
                    <a:pt x="5" y="90"/>
                  </a:lnTo>
                  <a:lnTo>
                    <a:pt x="1" y="87"/>
                  </a:lnTo>
                  <a:lnTo>
                    <a:pt x="0" y="83"/>
                  </a:lnTo>
                  <a:lnTo>
                    <a:pt x="0" y="81"/>
                  </a:lnTo>
                  <a:lnTo>
                    <a:pt x="0" y="81"/>
                  </a:lnTo>
                  <a:lnTo>
                    <a:pt x="1" y="71"/>
                  </a:lnTo>
                  <a:lnTo>
                    <a:pt x="2" y="67"/>
                  </a:lnTo>
                  <a:lnTo>
                    <a:pt x="4" y="65"/>
                  </a:lnTo>
                  <a:lnTo>
                    <a:pt x="4" y="65"/>
                  </a:lnTo>
                  <a:lnTo>
                    <a:pt x="6" y="65"/>
                  </a:lnTo>
                  <a:lnTo>
                    <a:pt x="7" y="64"/>
                  </a:lnTo>
                  <a:lnTo>
                    <a:pt x="7" y="64"/>
                  </a:lnTo>
                  <a:lnTo>
                    <a:pt x="7" y="62"/>
                  </a:lnTo>
                  <a:lnTo>
                    <a:pt x="9" y="61"/>
                  </a:lnTo>
                  <a:lnTo>
                    <a:pt x="9" y="60"/>
                  </a:lnTo>
                  <a:lnTo>
                    <a:pt x="10" y="61"/>
                  </a:lnTo>
                  <a:lnTo>
                    <a:pt x="10" y="61"/>
                  </a:lnTo>
                  <a:lnTo>
                    <a:pt x="15" y="64"/>
                  </a:lnTo>
                  <a:lnTo>
                    <a:pt x="16" y="64"/>
                  </a:lnTo>
                  <a:lnTo>
                    <a:pt x="16" y="64"/>
                  </a:lnTo>
                  <a:lnTo>
                    <a:pt x="16" y="64"/>
                  </a:lnTo>
                  <a:lnTo>
                    <a:pt x="15" y="61"/>
                  </a:lnTo>
                  <a:lnTo>
                    <a:pt x="14" y="58"/>
                  </a:lnTo>
                  <a:lnTo>
                    <a:pt x="14" y="58"/>
                  </a:lnTo>
                  <a:lnTo>
                    <a:pt x="15" y="54"/>
                  </a:lnTo>
                  <a:lnTo>
                    <a:pt x="16" y="49"/>
                  </a:lnTo>
                  <a:lnTo>
                    <a:pt x="18" y="43"/>
                  </a:lnTo>
                  <a:lnTo>
                    <a:pt x="18" y="43"/>
                  </a:lnTo>
                  <a:lnTo>
                    <a:pt x="21" y="39"/>
                  </a:lnTo>
                  <a:lnTo>
                    <a:pt x="22" y="38"/>
                  </a:lnTo>
                  <a:lnTo>
                    <a:pt x="21" y="37"/>
                  </a:lnTo>
                  <a:lnTo>
                    <a:pt x="21" y="37"/>
                  </a:lnTo>
                  <a:lnTo>
                    <a:pt x="17" y="37"/>
                  </a:lnTo>
                  <a:lnTo>
                    <a:pt x="16" y="37"/>
                  </a:lnTo>
                  <a:lnTo>
                    <a:pt x="14" y="34"/>
                  </a:lnTo>
                  <a:lnTo>
                    <a:pt x="14" y="34"/>
                  </a:lnTo>
                  <a:lnTo>
                    <a:pt x="12" y="33"/>
                  </a:lnTo>
                  <a:lnTo>
                    <a:pt x="12" y="30"/>
                  </a:lnTo>
                  <a:lnTo>
                    <a:pt x="12" y="29"/>
                  </a:lnTo>
                  <a:lnTo>
                    <a:pt x="15" y="28"/>
                  </a:lnTo>
                  <a:lnTo>
                    <a:pt x="15" y="28"/>
                  </a:lnTo>
                  <a:lnTo>
                    <a:pt x="18" y="28"/>
                  </a:lnTo>
                  <a:lnTo>
                    <a:pt x="20" y="28"/>
                  </a:lnTo>
                  <a:lnTo>
                    <a:pt x="21" y="27"/>
                  </a:lnTo>
                  <a:lnTo>
                    <a:pt x="21" y="27"/>
                  </a:lnTo>
                  <a:lnTo>
                    <a:pt x="20" y="23"/>
                  </a:lnTo>
                  <a:lnTo>
                    <a:pt x="21" y="22"/>
                  </a:lnTo>
                  <a:lnTo>
                    <a:pt x="22" y="21"/>
                  </a:lnTo>
                  <a:lnTo>
                    <a:pt x="22" y="21"/>
                  </a:lnTo>
                  <a:lnTo>
                    <a:pt x="26" y="21"/>
                  </a:lnTo>
                  <a:lnTo>
                    <a:pt x="28" y="21"/>
                  </a:lnTo>
                  <a:lnTo>
                    <a:pt x="30" y="19"/>
                  </a:lnTo>
                  <a:lnTo>
                    <a:pt x="30" y="19"/>
                  </a:lnTo>
                  <a:lnTo>
                    <a:pt x="31" y="17"/>
                  </a:lnTo>
                  <a:lnTo>
                    <a:pt x="32" y="12"/>
                  </a:lnTo>
                  <a:lnTo>
                    <a:pt x="33" y="7"/>
                  </a:lnTo>
                  <a:lnTo>
                    <a:pt x="34" y="5"/>
                  </a:lnTo>
                  <a:lnTo>
                    <a:pt x="34" y="5"/>
                  </a:lnTo>
                  <a:lnTo>
                    <a:pt x="37" y="5"/>
                  </a:lnTo>
                  <a:lnTo>
                    <a:pt x="41" y="5"/>
                  </a:lnTo>
                  <a:lnTo>
                    <a:pt x="43" y="6"/>
                  </a:lnTo>
                  <a:lnTo>
                    <a:pt x="44" y="5"/>
                  </a:lnTo>
                  <a:lnTo>
                    <a:pt x="44" y="5"/>
                  </a:lnTo>
                  <a:lnTo>
                    <a:pt x="43" y="1"/>
                  </a:lnTo>
                  <a:lnTo>
                    <a:pt x="43" y="0"/>
                  </a:lnTo>
                  <a:lnTo>
                    <a:pt x="44" y="0"/>
                  </a:lnTo>
                  <a:lnTo>
                    <a:pt x="44" y="0"/>
                  </a:lnTo>
                  <a:lnTo>
                    <a:pt x="47" y="0"/>
                  </a:lnTo>
                  <a:lnTo>
                    <a:pt x="48" y="2"/>
                  </a:lnTo>
                  <a:lnTo>
                    <a:pt x="50" y="3"/>
                  </a:lnTo>
                  <a:lnTo>
                    <a:pt x="53" y="3"/>
                  </a:lnTo>
                  <a:lnTo>
                    <a:pt x="53" y="3"/>
                  </a:lnTo>
                  <a:lnTo>
                    <a:pt x="57" y="5"/>
                  </a:lnTo>
                  <a:lnTo>
                    <a:pt x="60" y="7"/>
                  </a:lnTo>
                  <a:lnTo>
                    <a:pt x="60" y="7"/>
                  </a:lnTo>
                  <a:lnTo>
                    <a:pt x="65" y="10"/>
                  </a:lnTo>
                  <a:lnTo>
                    <a:pt x="68" y="11"/>
                  </a:lnTo>
                  <a:lnTo>
                    <a:pt x="68" y="11"/>
                  </a:lnTo>
                  <a:lnTo>
                    <a:pt x="68" y="14"/>
                  </a:lnTo>
                  <a:lnTo>
                    <a:pt x="68" y="18"/>
                  </a:lnTo>
                  <a:lnTo>
                    <a:pt x="66" y="19"/>
                  </a:lnTo>
                  <a:lnTo>
                    <a:pt x="66" y="19"/>
                  </a:lnTo>
                  <a:lnTo>
                    <a:pt x="64" y="22"/>
                  </a:lnTo>
                  <a:lnTo>
                    <a:pt x="63" y="24"/>
                  </a:lnTo>
                  <a:lnTo>
                    <a:pt x="63" y="24"/>
                  </a:lnTo>
                  <a:lnTo>
                    <a:pt x="64" y="28"/>
                  </a:lnTo>
                  <a:lnTo>
                    <a:pt x="64" y="29"/>
                  </a:lnTo>
                  <a:lnTo>
                    <a:pt x="63" y="29"/>
                  </a:lnTo>
                  <a:lnTo>
                    <a:pt x="63" y="29"/>
                  </a:lnTo>
                  <a:lnTo>
                    <a:pt x="59" y="28"/>
                  </a:lnTo>
                  <a:lnTo>
                    <a:pt x="57" y="27"/>
                  </a:lnTo>
                  <a:lnTo>
                    <a:pt x="57" y="28"/>
                  </a:lnTo>
                  <a:lnTo>
                    <a:pt x="57" y="28"/>
                  </a:lnTo>
                  <a:lnTo>
                    <a:pt x="57" y="30"/>
                  </a:lnTo>
                  <a:lnTo>
                    <a:pt x="57" y="32"/>
                  </a:lnTo>
                  <a:lnTo>
                    <a:pt x="58" y="35"/>
                  </a:lnTo>
                  <a:lnTo>
                    <a:pt x="58" y="35"/>
                  </a:lnTo>
                  <a:lnTo>
                    <a:pt x="55" y="40"/>
                  </a:lnTo>
                  <a:lnTo>
                    <a:pt x="52" y="45"/>
                  </a:lnTo>
                  <a:lnTo>
                    <a:pt x="52" y="45"/>
                  </a:lnTo>
                  <a:lnTo>
                    <a:pt x="52" y="46"/>
                  </a:lnTo>
                  <a:lnTo>
                    <a:pt x="53" y="49"/>
                  </a:lnTo>
                  <a:lnTo>
                    <a:pt x="53" y="49"/>
                  </a:lnTo>
                  <a:lnTo>
                    <a:pt x="52" y="55"/>
                  </a:lnTo>
                  <a:lnTo>
                    <a:pt x="52" y="58"/>
                  </a:lnTo>
                  <a:lnTo>
                    <a:pt x="53" y="59"/>
                  </a:lnTo>
                  <a:lnTo>
                    <a:pt x="53" y="59"/>
                  </a:lnTo>
                  <a:lnTo>
                    <a:pt x="55" y="60"/>
                  </a:lnTo>
                  <a:lnTo>
                    <a:pt x="57" y="61"/>
                  </a:lnTo>
                  <a:lnTo>
                    <a:pt x="55" y="64"/>
                  </a:lnTo>
                  <a:lnTo>
                    <a:pt x="55" y="64"/>
                  </a:lnTo>
                  <a:lnTo>
                    <a:pt x="53" y="69"/>
                  </a:lnTo>
                  <a:lnTo>
                    <a:pt x="52" y="71"/>
                  </a:lnTo>
                  <a:lnTo>
                    <a:pt x="52" y="74"/>
                  </a:lnTo>
                  <a:lnTo>
                    <a:pt x="52" y="74"/>
                  </a:lnTo>
                  <a:lnTo>
                    <a:pt x="55" y="83"/>
                  </a:lnTo>
                  <a:lnTo>
                    <a:pt x="55" y="83"/>
                  </a:lnTo>
                  <a:lnTo>
                    <a:pt x="58" y="90"/>
                  </a:lnTo>
                  <a:lnTo>
                    <a:pt x="60" y="93"/>
                  </a:lnTo>
                  <a:lnTo>
                    <a:pt x="62" y="96"/>
                  </a:lnTo>
                  <a:lnTo>
                    <a:pt x="62" y="96"/>
                  </a:lnTo>
                  <a:lnTo>
                    <a:pt x="62" y="97"/>
                  </a:lnTo>
                  <a:lnTo>
                    <a:pt x="62" y="99"/>
                  </a:lnTo>
                  <a:lnTo>
                    <a:pt x="63" y="103"/>
                  </a:lnTo>
                  <a:lnTo>
                    <a:pt x="63" y="103"/>
                  </a:lnTo>
                  <a:lnTo>
                    <a:pt x="64" y="106"/>
                  </a:lnTo>
                  <a:lnTo>
                    <a:pt x="66" y="108"/>
                  </a:lnTo>
                  <a:lnTo>
                    <a:pt x="69" y="111"/>
                  </a:lnTo>
                  <a:lnTo>
                    <a:pt x="71" y="113"/>
                  </a:lnTo>
                  <a:lnTo>
                    <a:pt x="71" y="113"/>
                  </a:lnTo>
                  <a:lnTo>
                    <a:pt x="73" y="114"/>
                  </a:lnTo>
                  <a:lnTo>
                    <a:pt x="74" y="115"/>
                  </a:lnTo>
                  <a:lnTo>
                    <a:pt x="75" y="115"/>
                  </a:lnTo>
                  <a:lnTo>
                    <a:pt x="76" y="117"/>
                  </a:lnTo>
                  <a:lnTo>
                    <a:pt x="76" y="117"/>
                  </a:lnTo>
                  <a:lnTo>
                    <a:pt x="78" y="119"/>
                  </a:lnTo>
                  <a:lnTo>
                    <a:pt x="78" y="120"/>
                  </a:lnTo>
                  <a:lnTo>
                    <a:pt x="79" y="120"/>
                  </a:lnTo>
                  <a:lnTo>
                    <a:pt x="79" y="120"/>
                  </a:lnTo>
                  <a:lnTo>
                    <a:pt x="80" y="120"/>
                  </a:lnTo>
                  <a:lnTo>
                    <a:pt x="80" y="122"/>
                  </a:lnTo>
                  <a:lnTo>
                    <a:pt x="80" y="124"/>
                  </a:lnTo>
                  <a:lnTo>
                    <a:pt x="79" y="12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3" name="Freeform 1487"/>
            <p:cNvSpPr>
              <a:spLocks/>
            </p:cNvSpPr>
            <p:nvPr/>
          </p:nvSpPr>
          <p:spPr bwMode="gray">
            <a:xfrm>
              <a:off x="3775087" y="1667785"/>
              <a:ext cx="626646" cy="584345"/>
            </a:xfrm>
            <a:custGeom>
              <a:avLst/>
              <a:gdLst>
                <a:gd name="T0" fmla="*/ 37 w 212"/>
                <a:gd name="T1" fmla="*/ 190 h 195"/>
                <a:gd name="T2" fmla="*/ 29 w 212"/>
                <a:gd name="T3" fmla="*/ 187 h 195"/>
                <a:gd name="T4" fmla="*/ 10 w 212"/>
                <a:gd name="T5" fmla="*/ 181 h 195"/>
                <a:gd name="T6" fmla="*/ 10 w 212"/>
                <a:gd name="T7" fmla="*/ 170 h 195"/>
                <a:gd name="T8" fmla="*/ 5 w 212"/>
                <a:gd name="T9" fmla="*/ 168 h 195"/>
                <a:gd name="T10" fmla="*/ 13 w 212"/>
                <a:gd name="T11" fmla="*/ 159 h 195"/>
                <a:gd name="T12" fmla="*/ 24 w 212"/>
                <a:gd name="T13" fmla="*/ 158 h 195"/>
                <a:gd name="T14" fmla="*/ 26 w 212"/>
                <a:gd name="T15" fmla="*/ 154 h 195"/>
                <a:gd name="T16" fmla="*/ 23 w 212"/>
                <a:gd name="T17" fmla="*/ 143 h 195"/>
                <a:gd name="T18" fmla="*/ 32 w 212"/>
                <a:gd name="T19" fmla="*/ 142 h 195"/>
                <a:gd name="T20" fmla="*/ 28 w 212"/>
                <a:gd name="T21" fmla="*/ 133 h 195"/>
                <a:gd name="T22" fmla="*/ 32 w 212"/>
                <a:gd name="T23" fmla="*/ 128 h 195"/>
                <a:gd name="T24" fmla="*/ 33 w 212"/>
                <a:gd name="T25" fmla="*/ 119 h 195"/>
                <a:gd name="T26" fmla="*/ 32 w 212"/>
                <a:gd name="T27" fmla="*/ 114 h 195"/>
                <a:gd name="T28" fmla="*/ 40 w 212"/>
                <a:gd name="T29" fmla="*/ 112 h 195"/>
                <a:gd name="T30" fmla="*/ 48 w 212"/>
                <a:gd name="T31" fmla="*/ 100 h 195"/>
                <a:gd name="T32" fmla="*/ 56 w 212"/>
                <a:gd name="T33" fmla="*/ 95 h 195"/>
                <a:gd name="T34" fmla="*/ 56 w 212"/>
                <a:gd name="T35" fmla="*/ 87 h 195"/>
                <a:gd name="T36" fmla="*/ 71 w 212"/>
                <a:gd name="T37" fmla="*/ 75 h 195"/>
                <a:gd name="T38" fmla="*/ 74 w 212"/>
                <a:gd name="T39" fmla="*/ 70 h 195"/>
                <a:gd name="T40" fmla="*/ 79 w 212"/>
                <a:gd name="T41" fmla="*/ 72 h 195"/>
                <a:gd name="T42" fmla="*/ 95 w 212"/>
                <a:gd name="T43" fmla="*/ 57 h 195"/>
                <a:gd name="T44" fmla="*/ 96 w 212"/>
                <a:gd name="T45" fmla="*/ 48 h 195"/>
                <a:gd name="T46" fmla="*/ 103 w 212"/>
                <a:gd name="T47" fmla="*/ 46 h 195"/>
                <a:gd name="T48" fmla="*/ 116 w 212"/>
                <a:gd name="T49" fmla="*/ 50 h 195"/>
                <a:gd name="T50" fmla="*/ 124 w 212"/>
                <a:gd name="T51" fmla="*/ 43 h 195"/>
                <a:gd name="T52" fmla="*/ 132 w 212"/>
                <a:gd name="T53" fmla="*/ 52 h 195"/>
                <a:gd name="T54" fmla="*/ 139 w 212"/>
                <a:gd name="T55" fmla="*/ 48 h 195"/>
                <a:gd name="T56" fmla="*/ 160 w 212"/>
                <a:gd name="T57" fmla="*/ 37 h 195"/>
                <a:gd name="T58" fmla="*/ 173 w 212"/>
                <a:gd name="T59" fmla="*/ 27 h 195"/>
                <a:gd name="T60" fmla="*/ 181 w 212"/>
                <a:gd name="T61" fmla="*/ 11 h 195"/>
                <a:gd name="T62" fmla="*/ 186 w 212"/>
                <a:gd name="T63" fmla="*/ 3 h 195"/>
                <a:gd name="T64" fmla="*/ 193 w 212"/>
                <a:gd name="T65" fmla="*/ 3 h 195"/>
                <a:gd name="T66" fmla="*/ 204 w 212"/>
                <a:gd name="T67" fmla="*/ 4 h 195"/>
                <a:gd name="T68" fmla="*/ 207 w 212"/>
                <a:gd name="T69" fmla="*/ 14 h 195"/>
                <a:gd name="T70" fmla="*/ 209 w 212"/>
                <a:gd name="T71" fmla="*/ 24 h 195"/>
                <a:gd name="T72" fmla="*/ 210 w 212"/>
                <a:gd name="T73" fmla="*/ 38 h 195"/>
                <a:gd name="T74" fmla="*/ 205 w 212"/>
                <a:gd name="T75" fmla="*/ 46 h 195"/>
                <a:gd name="T76" fmla="*/ 208 w 212"/>
                <a:gd name="T77" fmla="*/ 57 h 195"/>
                <a:gd name="T78" fmla="*/ 191 w 212"/>
                <a:gd name="T79" fmla="*/ 69 h 195"/>
                <a:gd name="T80" fmla="*/ 172 w 212"/>
                <a:gd name="T81" fmla="*/ 78 h 195"/>
                <a:gd name="T82" fmla="*/ 149 w 212"/>
                <a:gd name="T83" fmla="*/ 77 h 195"/>
                <a:gd name="T84" fmla="*/ 128 w 212"/>
                <a:gd name="T85" fmla="*/ 95 h 195"/>
                <a:gd name="T86" fmla="*/ 114 w 212"/>
                <a:gd name="T87" fmla="*/ 109 h 195"/>
                <a:gd name="T88" fmla="*/ 109 w 212"/>
                <a:gd name="T89" fmla="*/ 105 h 195"/>
                <a:gd name="T90" fmla="*/ 104 w 212"/>
                <a:gd name="T91" fmla="*/ 119 h 195"/>
                <a:gd name="T92" fmla="*/ 100 w 212"/>
                <a:gd name="T93" fmla="*/ 122 h 195"/>
                <a:gd name="T94" fmla="*/ 87 w 212"/>
                <a:gd name="T95" fmla="*/ 120 h 195"/>
                <a:gd name="T96" fmla="*/ 87 w 212"/>
                <a:gd name="T97" fmla="*/ 128 h 195"/>
                <a:gd name="T98" fmla="*/ 79 w 212"/>
                <a:gd name="T99" fmla="*/ 131 h 195"/>
                <a:gd name="T100" fmla="*/ 80 w 212"/>
                <a:gd name="T101" fmla="*/ 136 h 195"/>
                <a:gd name="T102" fmla="*/ 74 w 212"/>
                <a:gd name="T103" fmla="*/ 139 h 195"/>
                <a:gd name="T104" fmla="*/ 71 w 212"/>
                <a:gd name="T105" fmla="*/ 151 h 195"/>
                <a:gd name="T106" fmla="*/ 64 w 212"/>
                <a:gd name="T107" fmla="*/ 153 h 195"/>
                <a:gd name="T108" fmla="*/ 58 w 212"/>
                <a:gd name="T109" fmla="*/ 159 h 195"/>
                <a:gd name="T110" fmla="*/ 61 w 212"/>
                <a:gd name="T111" fmla="*/ 168 h 195"/>
                <a:gd name="T112" fmla="*/ 60 w 212"/>
                <a:gd name="T113" fmla="*/ 173 h 195"/>
                <a:gd name="T114" fmla="*/ 49 w 212"/>
                <a:gd name="T115" fmla="*/ 174 h 195"/>
                <a:gd name="T116" fmla="*/ 53 w 212"/>
                <a:gd name="T117" fmla="*/ 184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12" h="195">
                  <a:moveTo>
                    <a:pt x="47" y="195"/>
                  </a:moveTo>
                  <a:lnTo>
                    <a:pt x="47" y="195"/>
                  </a:lnTo>
                  <a:lnTo>
                    <a:pt x="43" y="195"/>
                  </a:lnTo>
                  <a:lnTo>
                    <a:pt x="40" y="194"/>
                  </a:lnTo>
                  <a:lnTo>
                    <a:pt x="38" y="191"/>
                  </a:lnTo>
                  <a:lnTo>
                    <a:pt x="37" y="190"/>
                  </a:lnTo>
                  <a:lnTo>
                    <a:pt x="37" y="190"/>
                  </a:lnTo>
                  <a:lnTo>
                    <a:pt x="36" y="189"/>
                  </a:lnTo>
                  <a:lnTo>
                    <a:pt x="33" y="189"/>
                  </a:lnTo>
                  <a:lnTo>
                    <a:pt x="31" y="187"/>
                  </a:lnTo>
                  <a:lnTo>
                    <a:pt x="29" y="187"/>
                  </a:lnTo>
                  <a:lnTo>
                    <a:pt x="29" y="187"/>
                  </a:lnTo>
                  <a:lnTo>
                    <a:pt x="26" y="185"/>
                  </a:lnTo>
                  <a:lnTo>
                    <a:pt x="21" y="183"/>
                  </a:lnTo>
                  <a:lnTo>
                    <a:pt x="21" y="183"/>
                  </a:lnTo>
                  <a:lnTo>
                    <a:pt x="15" y="183"/>
                  </a:lnTo>
                  <a:lnTo>
                    <a:pt x="11" y="181"/>
                  </a:lnTo>
                  <a:lnTo>
                    <a:pt x="10" y="181"/>
                  </a:lnTo>
                  <a:lnTo>
                    <a:pt x="10" y="181"/>
                  </a:lnTo>
                  <a:lnTo>
                    <a:pt x="11" y="175"/>
                  </a:lnTo>
                  <a:lnTo>
                    <a:pt x="11" y="171"/>
                  </a:lnTo>
                  <a:lnTo>
                    <a:pt x="11" y="170"/>
                  </a:lnTo>
                  <a:lnTo>
                    <a:pt x="10" y="170"/>
                  </a:lnTo>
                  <a:lnTo>
                    <a:pt x="10" y="170"/>
                  </a:lnTo>
                  <a:lnTo>
                    <a:pt x="2" y="175"/>
                  </a:lnTo>
                  <a:lnTo>
                    <a:pt x="0" y="176"/>
                  </a:lnTo>
                  <a:lnTo>
                    <a:pt x="0" y="175"/>
                  </a:lnTo>
                  <a:lnTo>
                    <a:pt x="0" y="174"/>
                  </a:lnTo>
                  <a:lnTo>
                    <a:pt x="0" y="174"/>
                  </a:lnTo>
                  <a:lnTo>
                    <a:pt x="5" y="168"/>
                  </a:lnTo>
                  <a:lnTo>
                    <a:pt x="7" y="167"/>
                  </a:lnTo>
                  <a:lnTo>
                    <a:pt x="10" y="165"/>
                  </a:lnTo>
                  <a:lnTo>
                    <a:pt x="10" y="165"/>
                  </a:lnTo>
                  <a:lnTo>
                    <a:pt x="12" y="164"/>
                  </a:lnTo>
                  <a:lnTo>
                    <a:pt x="13" y="163"/>
                  </a:lnTo>
                  <a:lnTo>
                    <a:pt x="13" y="159"/>
                  </a:lnTo>
                  <a:lnTo>
                    <a:pt x="13" y="159"/>
                  </a:lnTo>
                  <a:lnTo>
                    <a:pt x="16" y="155"/>
                  </a:lnTo>
                  <a:lnTo>
                    <a:pt x="20" y="155"/>
                  </a:lnTo>
                  <a:lnTo>
                    <a:pt x="20" y="155"/>
                  </a:lnTo>
                  <a:lnTo>
                    <a:pt x="22" y="155"/>
                  </a:lnTo>
                  <a:lnTo>
                    <a:pt x="24" y="158"/>
                  </a:lnTo>
                  <a:lnTo>
                    <a:pt x="27" y="159"/>
                  </a:lnTo>
                  <a:lnTo>
                    <a:pt x="27" y="159"/>
                  </a:lnTo>
                  <a:lnTo>
                    <a:pt x="28" y="159"/>
                  </a:lnTo>
                  <a:lnTo>
                    <a:pt x="28" y="159"/>
                  </a:lnTo>
                  <a:lnTo>
                    <a:pt x="27" y="157"/>
                  </a:lnTo>
                  <a:lnTo>
                    <a:pt x="26" y="154"/>
                  </a:lnTo>
                  <a:lnTo>
                    <a:pt x="24" y="153"/>
                  </a:lnTo>
                  <a:lnTo>
                    <a:pt x="26" y="151"/>
                  </a:lnTo>
                  <a:lnTo>
                    <a:pt x="26" y="151"/>
                  </a:lnTo>
                  <a:lnTo>
                    <a:pt x="26" y="148"/>
                  </a:lnTo>
                  <a:lnTo>
                    <a:pt x="24" y="146"/>
                  </a:lnTo>
                  <a:lnTo>
                    <a:pt x="23" y="143"/>
                  </a:lnTo>
                  <a:lnTo>
                    <a:pt x="23" y="143"/>
                  </a:lnTo>
                  <a:lnTo>
                    <a:pt x="24" y="142"/>
                  </a:lnTo>
                  <a:lnTo>
                    <a:pt x="24" y="142"/>
                  </a:lnTo>
                  <a:lnTo>
                    <a:pt x="27" y="142"/>
                  </a:lnTo>
                  <a:lnTo>
                    <a:pt x="31" y="142"/>
                  </a:lnTo>
                  <a:lnTo>
                    <a:pt x="32" y="142"/>
                  </a:lnTo>
                  <a:lnTo>
                    <a:pt x="32" y="141"/>
                  </a:lnTo>
                  <a:lnTo>
                    <a:pt x="32" y="141"/>
                  </a:lnTo>
                  <a:lnTo>
                    <a:pt x="28" y="137"/>
                  </a:lnTo>
                  <a:lnTo>
                    <a:pt x="27" y="135"/>
                  </a:lnTo>
                  <a:lnTo>
                    <a:pt x="28" y="133"/>
                  </a:lnTo>
                  <a:lnTo>
                    <a:pt x="28" y="133"/>
                  </a:lnTo>
                  <a:lnTo>
                    <a:pt x="32" y="132"/>
                  </a:lnTo>
                  <a:lnTo>
                    <a:pt x="34" y="132"/>
                  </a:lnTo>
                  <a:lnTo>
                    <a:pt x="36" y="131"/>
                  </a:lnTo>
                  <a:lnTo>
                    <a:pt x="36" y="131"/>
                  </a:lnTo>
                  <a:lnTo>
                    <a:pt x="34" y="130"/>
                  </a:lnTo>
                  <a:lnTo>
                    <a:pt x="32" y="128"/>
                  </a:lnTo>
                  <a:lnTo>
                    <a:pt x="31" y="126"/>
                  </a:lnTo>
                  <a:lnTo>
                    <a:pt x="31" y="125"/>
                  </a:lnTo>
                  <a:lnTo>
                    <a:pt x="31" y="125"/>
                  </a:lnTo>
                  <a:lnTo>
                    <a:pt x="33" y="121"/>
                  </a:lnTo>
                  <a:lnTo>
                    <a:pt x="34" y="119"/>
                  </a:lnTo>
                  <a:lnTo>
                    <a:pt x="33" y="119"/>
                  </a:lnTo>
                  <a:lnTo>
                    <a:pt x="33" y="119"/>
                  </a:lnTo>
                  <a:lnTo>
                    <a:pt x="31" y="117"/>
                  </a:lnTo>
                  <a:lnTo>
                    <a:pt x="29" y="117"/>
                  </a:lnTo>
                  <a:lnTo>
                    <a:pt x="31" y="116"/>
                  </a:lnTo>
                  <a:lnTo>
                    <a:pt x="31" y="116"/>
                  </a:lnTo>
                  <a:lnTo>
                    <a:pt x="32" y="114"/>
                  </a:lnTo>
                  <a:lnTo>
                    <a:pt x="34" y="112"/>
                  </a:lnTo>
                  <a:lnTo>
                    <a:pt x="36" y="112"/>
                  </a:lnTo>
                  <a:lnTo>
                    <a:pt x="36" y="112"/>
                  </a:lnTo>
                  <a:lnTo>
                    <a:pt x="38" y="114"/>
                  </a:lnTo>
                  <a:lnTo>
                    <a:pt x="39" y="114"/>
                  </a:lnTo>
                  <a:lnTo>
                    <a:pt x="40" y="112"/>
                  </a:lnTo>
                  <a:lnTo>
                    <a:pt x="40" y="112"/>
                  </a:lnTo>
                  <a:lnTo>
                    <a:pt x="45" y="105"/>
                  </a:lnTo>
                  <a:lnTo>
                    <a:pt x="48" y="101"/>
                  </a:lnTo>
                  <a:lnTo>
                    <a:pt x="48" y="100"/>
                  </a:lnTo>
                  <a:lnTo>
                    <a:pt x="48" y="100"/>
                  </a:lnTo>
                  <a:lnTo>
                    <a:pt x="48" y="100"/>
                  </a:lnTo>
                  <a:lnTo>
                    <a:pt x="47" y="99"/>
                  </a:lnTo>
                  <a:lnTo>
                    <a:pt x="48" y="98"/>
                  </a:lnTo>
                  <a:lnTo>
                    <a:pt x="53" y="95"/>
                  </a:lnTo>
                  <a:lnTo>
                    <a:pt x="53" y="95"/>
                  </a:lnTo>
                  <a:lnTo>
                    <a:pt x="55" y="95"/>
                  </a:lnTo>
                  <a:lnTo>
                    <a:pt x="56" y="95"/>
                  </a:lnTo>
                  <a:lnTo>
                    <a:pt x="56" y="94"/>
                  </a:lnTo>
                  <a:lnTo>
                    <a:pt x="56" y="94"/>
                  </a:lnTo>
                  <a:lnTo>
                    <a:pt x="56" y="93"/>
                  </a:lnTo>
                  <a:lnTo>
                    <a:pt x="55" y="90"/>
                  </a:lnTo>
                  <a:lnTo>
                    <a:pt x="54" y="89"/>
                  </a:lnTo>
                  <a:lnTo>
                    <a:pt x="56" y="87"/>
                  </a:lnTo>
                  <a:lnTo>
                    <a:pt x="56" y="87"/>
                  </a:lnTo>
                  <a:lnTo>
                    <a:pt x="66" y="82"/>
                  </a:lnTo>
                  <a:lnTo>
                    <a:pt x="66" y="82"/>
                  </a:lnTo>
                  <a:lnTo>
                    <a:pt x="70" y="78"/>
                  </a:lnTo>
                  <a:lnTo>
                    <a:pt x="71" y="77"/>
                  </a:lnTo>
                  <a:lnTo>
                    <a:pt x="71" y="75"/>
                  </a:lnTo>
                  <a:lnTo>
                    <a:pt x="71" y="75"/>
                  </a:lnTo>
                  <a:lnTo>
                    <a:pt x="71" y="72"/>
                  </a:lnTo>
                  <a:lnTo>
                    <a:pt x="71" y="70"/>
                  </a:lnTo>
                  <a:lnTo>
                    <a:pt x="72" y="69"/>
                  </a:lnTo>
                  <a:lnTo>
                    <a:pt x="72" y="69"/>
                  </a:lnTo>
                  <a:lnTo>
                    <a:pt x="74" y="70"/>
                  </a:lnTo>
                  <a:lnTo>
                    <a:pt x="74" y="72"/>
                  </a:lnTo>
                  <a:lnTo>
                    <a:pt x="75" y="73"/>
                  </a:lnTo>
                  <a:lnTo>
                    <a:pt x="76" y="74"/>
                  </a:lnTo>
                  <a:lnTo>
                    <a:pt x="76" y="74"/>
                  </a:lnTo>
                  <a:lnTo>
                    <a:pt x="77" y="73"/>
                  </a:lnTo>
                  <a:lnTo>
                    <a:pt x="79" y="72"/>
                  </a:lnTo>
                  <a:lnTo>
                    <a:pt x="79" y="72"/>
                  </a:lnTo>
                  <a:lnTo>
                    <a:pt x="81" y="70"/>
                  </a:lnTo>
                  <a:lnTo>
                    <a:pt x="81" y="70"/>
                  </a:lnTo>
                  <a:lnTo>
                    <a:pt x="84" y="68"/>
                  </a:lnTo>
                  <a:lnTo>
                    <a:pt x="88" y="64"/>
                  </a:lnTo>
                  <a:lnTo>
                    <a:pt x="95" y="57"/>
                  </a:lnTo>
                  <a:lnTo>
                    <a:pt x="95" y="57"/>
                  </a:lnTo>
                  <a:lnTo>
                    <a:pt x="98" y="53"/>
                  </a:lnTo>
                  <a:lnTo>
                    <a:pt x="98" y="52"/>
                  </a:lnTo>
                  <a:lnTo>
                    <a:pt x="98" y="51"/>
                  </a:lnTo>
                  <a:lnTo>
                    <a:pt x="98" y="51"/>
                  </a:lnTo>
                  <a:lnTo>
                    <a:pt x="96" y="48"/>
                  </a:lnTo>
                  <a:lnTo>
                    <a:pt x="96" y="47"/>
                  </a:lnTo>
                  <a:lnTo>
                    <a:pt x="98" y="47"/>
                  </a:lnTo>
                  <a:lnTo>
                    <a:pt x="98" y="47"/>
                  </a:lnTo>
                  <a:lnTo>
                    <a:pt x="102" y="47"/>
                  </a:lnTo>
                  <a:lnTo>
                    <a:pt x="103" y="46"/>
                  </a:lnTo>
                  <a:lnTo>
                    <a:pt x="103" y="46"/>
                  </a:lnTo>
                  <a:lnTo>
                    <a:pt x="107" y="43"/>
                  </a:lnTo>
                  <a:lnTo>
                    <a:pt x="108" y="42"/>
                  </a:lnTo>
                  <a:lnTo>
                    <a:pt x="109" y="43"/>
                  </a:lnTo>
                  <a:lnTo>
                    <a:pt x="109" y="43"/>
                  </a:lnTo>
                  <a:lnTo>
                    <a:pt x="113" y="47"/>
                  </a:lnTo>
                  <a:lnTo>
                    <a:pt x="116" y="50"/>
                  </a:lnTo>
                  <a:lnTo>
                    <a:pt x="118" y="50"/>
                  </a:lnTo>
                  <a:lnTo>
                    <a:pt x="118" y="50"/>
                  </a:lnTo>
                  <a:lnTo>
                    <a:pt x="120" y="48"/>
                  </a:lnTo>
                  <a:lnTo>
                    <a:pt x="123" y="47"/>
                  </a:lnTo>
                  <a:lnTo>
                    <a:pt x="123" y="47"/>
                  </a:lnTo>
                  <a:lnTo>
                    <a:pt x="124" y="43"/>
                  </a:lnTo>
                  <a:lnTo>
                    <a:pt x="125" y="42"/>
                  </a:lnTo>
                  <a:lnTo>
                    <a:pt x="125" y="43"/>
                  </a:lnTo>
                  <a:lnTo>
                    <a:pt x="125" y="43"/>
                  </a:lnTo>
                  <a:lnTo>
                    <a:pt x="128" y="50"/>
                  </a:lnTo>
                  <a:lnTo>
                    <a:pt x="129" y="51"/>
                  </a:lnTo>
                  <a:lnTo>
                    <a:pt x="132" y="52"/>
                  </a:lnTo>
                  <a:lnTo>
                    <a:pt x="132" y="52"/>
                  </a:lnTo>
                  <a:lnTo>
                    <a:pt x="133" y="51"/>
                  </a:lnTo>
                  <a:lnTo>
                    <a:pt x="134" y="50"/>
                  </a:lnTo>
                  <a:lnTo>
                    <a:pt x="135" y="48"/>
                  </a:lnTo>
                  <a:lnTo>
                    <a:pt x="139" y="48"/>
                  </a:lnTo>
                  <a:lnTo>
                    <a:pt x="139" y="48"/>
                  </a:lnTo>
                  <a:lnTo>
                    <a:pt x="144" y="48"/>
                  </a:lnTo>
                  <a:lnTo>
                    <a:pt x="149" y="47"/>
                  </a:lnTo>
                  <a:lnTo>
                    <a:pt x="152" y="45"/>
                  </a:lnTo>
                  <a:lnTo>
                    <a:pt x="156" y="42"/>
                  </a:lnTo>
                  <a:lnTo>
                    <a:pt x="156" y="42"/>
                  </a:lnTo>
                  <a:lnTo>
                    <a:pt x="160" y="37"/>
                  </a:lnTo>
                  <a:lnTo>
                    <a:pt x="162" y="36"/>
                  </a:lnTo>
                  <a:lnTo>
                    <a:pt x="165" y="35"/>
                  </a:lnTo>
                  <a:lnTo>
                    <a:pt x="165" y="35"/>
                  </a:lnTo>
                  <a:lnTo>
                    <a:pt x="167" y="34"/>
                  </a:lnTo>
                  <a:lnTo>
                    <a:pt x="171" y="31"/>
                  </a:lnTo>
                  <a:lnTo>
                    <a:pt x="173" y="27"/>
                  </a:lnTo>
                  <a:lnTo>
                    <a:pt x="175" y="24"/>
                  </a:lnTo>
                  <a:lnTo>
                    <a:pt x="175" y="24"/>
                  </a:lnTo>
                  <a:lnTo>
                    <a:pt x="176" y="20"/>
                  </a:lnTo>
                  <a:lnTo>
                    <a:pt x="178" y="18"/>
                  </a:lnTo>
                  <a:lnTo>
                    <a:pt x="180" y="14"/>
                  </a:lnTo>
                  <a:lnTo>
                    <a:pt x="181" y="11"/>
                  </a:lnTo>
                  <a:lnTo>
                    <a:pt x="181" y="11"/>
                  </a:lnTo>
                  <a:lnTo>
                    <a:pt x="181" y="8"/>
                  </a:lnTo>
                  <a:lnTo>
                    <a:pt x="180" y="5"/>
                  </a:lnTo>
                  <a:lnTo>
                    <a:pt x="181" y="4"/>
                  </a:lnTo>
                  <a:lnTo>
                    <a:pt x="181" y="4"/>
                  </a:lnTo>
                  <a:lnTo>
                    <a:pt x="186" y="3"/>
                  </a:lnTo>
                  <a:lnTo>
                    <a:pt x="188" y="2"/>
                  </a:lnTo>
                  <a:lnTo>
                    <a:pt x="189" y="2"/>
                  </a:lnTo>
                  <a:lnTo>
                    <a:pt x="189" y="2"/>
                  </a:lnTo>
                  <a:lnTo>
                    <a:pt x="191" y="4"/>
                  </a:lnTo>
                  <a:lnTo>
                    <a:pt x="192" y="4"/>
                  </a:lnTo>
                  <a:lnTo>
                    <a:pt x="193" y="3"/>
                  </a:lnTo>
                  <a:lnTo>
                    <a:pt x="193" y="3"/>
                  </a:lnTo>
                  <a:lnTo>
                    <a:pt x="194" y="2"/>
                  </a:lnTo>
                  <a:lnTo>
                    <a:pt x="196" y="0"/>
                  </a:lnTo>
                  <a:lnTo>
                    <a:pt x="198" y="2"/>
                  </a:lnTo>
                  <a:lnTo>
                    <a:pt x="198" y="2"/>
                  </a:lnTo>
                  <a:lnTo>
                    <a:pt x="204" y="4"/>
                  </a:lnTo>
                  <a:lnTo>
                    <a:pt x="205" y="5"/>
                  </a:lnTo>
                  <a:lnTo>
                    <a:pt x="205" y="6"/>
                  </a:lnTo>
                  <a:lnTo>
                    <a:pt x="205" y="6"/>
                  </a:lnTo>
                  <a:lnTo>
                    <a:pt x="205" y="10"/>
                  </a:lnTo>
                  <a:lnTo>
                    <a:pt x="205" y="11"/>
                  </a:lnTo>
                  <a:lnTo>
                    <a:pt x="207" y="14"/>
                  </a:lnTo>
                  <a:lnTo>
                    <a:pt x="207" y="14"/>
                  </a:lnTo>
                  <a:lnTo>
                    <a:pt x="210" y="18"/>
                  </a:lnTo>
                  <a:lnTo>
                    <a:pt x="212" y="20"/>
                  </a:lnTo>
                  <a:lnTo>
                    <a:pt x="212" y="21"/>
                  </a:lnTo>
                  <a:lnTo>
                    <a:pt x="212" y="21"/>
                  </a:lnTo>
                  <a:lnTo>
                    <a:pt x="209" y="24"/>
                  </a:lnTo>
                  <a:lnTo>
                    <a:pt x="208" y="25"/>
                  </a:lnTo>
                  <a:lnTo>
                    <a:pt x="208" y="26"/>
                  </a:lnTo>
                  <a:lnTo>
                    <a:pt x="208" y="26"/>
                  </a:lnTo>
                  <a:lnTo>
                    <a:pt x="208" y="32"/>
                  </a:lnTo>
                  <a:lnTo>
                    <a:pt x="209" y="36"/>
                  </a:lnTo>
                  <a:lnTo>
                    <a:pt x="210" y="38"/>
                  </a:lnTo>
                  <a:lnTo>
                    <a:pt x="210" y="38"/>
                  </a:lnTo>
                  <a:lnTo>
                    <a:pt x="210" y="40"/>
                  </a:lnTo>
                  <a:lnTo>
                    <a:pt x="210" y="40"/>
                  </a:lnTo>
                  <a:lnTo>
                    <a:pt x="208" y="42"/>
                  </a:lnTo>
                  <a:lnTo>
                    <a:pt x="208" y="42"/>
                  </a:lnTo>
                  <a:lnTo>
                    <a:pt x="205" y="46"/>
                  </a:lnTo>
                  <a:lnTo>
                    <a:pt x="204" y="51"/>
                  </a:lnTo>
                  <a:lnTo>
                    <a:pt x="204" y="51"/>
                  </a:lnTo>
                  <a:lnTo>
                    <a:pt x="205" y="54"/>
                  </a:lnTo>
                  <a:lnTo>
                    <a:pt x="207" y="56"/>
                  </a:lnTo>
                  <a:lnTo>
                    <a:pt x="208" y="57"/>
                  </a:lnTo>
                  <a:lnTo>
                    <a:pt x="208" y="57"/>
                  </a:lnTo>
                  <a:lnTo>
                    <a:pt x="207" y="58"/>
                  </a:lnTo>
                  <a:lnTo>
                    <a:pt x="202" y="62"/>
                  </a:lnTo>
                  <a:lnTo>
                    <a:pt x="202" y="62"/>
                  </a:lnTo>
                  <a:lnTo>
                    <a:pt x="197" y="64"/>
                  </a:lnTo>
                  <a:lnTo>
                    <a:pt x="191" y="69"/>
                  </a:lnTo>
                  <a:lnTo>
                    <a:pt x="191" y="69"/>
                  </a:lnTo>
                  <a:lnTo>
                    <a:pt x="188" y="72"/>
                  </a:lnTo>
                  <a:lnTo>
                    <a:pt x="185" y="75"/>
                  </a:lnTo>
                  <a:lnTo>
                    <a:pt x="185" y="75"/>
                  </a:lnTo>
                  <a:lnTo>
                    <a:pt x="178" y="78"/>
                  </a:lnTo>
                  <a:lnTo>
                    <a:pt x="175" y="78"/>
                  </a:lnTo>
                  <a:lnTo>
                    <a:pt x="172" y="78"/>
                  </a:lnTo>
                  <a:lnTo>
                    <a:pt x="172" y="78"/>
                  </a:lnTo>
                  <a:lnTo>
                    <a:pt x="165" y="75"/>
                  </a:lnTo>
                  <a:lnTo>
                    <a:pt x="159" y="73"/>
                  </a:lnTo>
                  <a:lnTo>
                    <a:pt x="159" y="73"/>
                  </a:lnTo>
                  <a:lnTo>
                    <a:pt x="152" y="75"/>
                  </a:lnTo>
                  <a:lnTo>
                    <a:pt x="149" y="77"/>
                  </a:lnTo>
                  <a:lnTo>
                    <a:pt x="146" y="80"/>
                  </a:lnTo>
                  <a:lnTo>
                    <a:pt x="146" y="80"/>
                  </a:lnTo>
                  <a:lnTo>
                    <a:pt x="141" y="87"/>
                  </a:lnTo>
                  <a:lnTo>
                    <a:pt x="135" y="90"/>
                  </a:lnTo>
                  <a:lnTo>
                    <a:pt x="135" y="90"/>
                  </a:lnTo>
                  <a:lnTo>
                    <a:pt x="128" y="95"/>
                  </a:lnTo>
                  <a:lnTo>
                    <a:pt x="122" y="101"/>
                  </a:lnTo>
                  <a:lnTo>
                    <a:pt x="122" y="101"/>
                  </a:lnTo>
                  <a:lnTo>
                    <a:pt x="118" y="104"/>
                  </a:lnTo>
                  <a:lnTo>
                    <a:pt x="118" y="104"/>
                  </a:lnTo>
                  <a:lnTo>
                    <a:pt x="116" y="107"/>
                  </a:lnTo>
                  <a:lnTo>
                    <a:pt x="114" y="109"/>
                  </a:lnTo>
                  <a:lnTo>
                    <a:pt x="113" y="107"/>
                  </a:lnTo>
                  <a:lnTo>
                    <a:pt x="113" y="107"/>
                  </a:lnTo>
                  <a:lnTo>
                    <a:pt x="112" y="105"/>
                  </a:lnTo>
                  <a:lnTo>
                    <a:pt x="111" y="105"/>
                  </a:lnTo>
                  <a:lnTo>
                    <a:pt x="109" y="105"/>
                  </a:lnTo>
                  <a:lnTo>
                    <a:pt x="109" y="105"/>
                  </a:lnTo>
                  <a:lnTo>
                    <a:pt x="109" y="109"/>
                  </a:lnTo>
                  <a:lnTo>
                    <a:pt x="108" y="112"/>
                  </a:lnTo>
                  <a:lnTo>
                    <a:pt x="107" y="116"/>
                  </a:lnTo>
                  <a:lnTo>
                    <a:pt x="106" y="119"/>
                  </a:lnTo>
                  <a:lnTo>
                    <a:pt x="106" y="119"/>
                  </a:lnTo>
                  <a:lnTo>
                    <a:pt x="104" y="119"/>
                  </a:lnTo>
                  <a:lnTo>
                    <a:pt x="103" y="119"/>
                  </a:lnTo>
                  <a:lnTo>
                    <a:pt x="102" y="117"/>
                  </a:lnTo>
                  <a:lnTo>
                    <a:pt x="101" y="119"/>
                  </a:lnTo>
                  <a:lnTo>
                    <a:pt x="101" y="119"/>
                  </a:lnTo>
                  <a:lnTo>
                    <a:pt x="101" y="121"/>
                  </a:lnTo>
                  <a:lnTo>
                    <a:pt x="100" y="122"/>
                  </a:lnTo>
                  <a:lnTo>
                    <a:pt x="97" y="122"/>
                  </a:lnTo>
                  <a:lnTo>
                    <a:pt x="97" y="122"/>
                  </a:lnTo>
                  <a:lnTo>
                    <a:pt x="91" y="120"/>
                  </a:lnTo>
                  <a:lnTo>
                    <a:pt x="88" y="119"/>
                  </a:lnTo>
                  <a:lnTo>
                    <a:pt x="87" y="119"/>
                  </a:lnTo>
                  <a:lnTo>
                    <a:pt x="87" y="120"/>
                  </a:lnTo>
                  <a:lnTo>
                    <a:pt x="87" y="120"/>
                  </a:lnTo>
                  <a:lnTo>
                    <a:pt x="88" y="123"/>
                  </a:lnTo>
                  <a:lnTo>
                    <a:pt x="90" y="126"/>
                  </a:lnTo>
                  <a:lnTo>
                    <a:pt x="88" y="127"/>
                  </a:lnTo>
                  <a:lnTo>
                    <a:pt x="88" y="127"/>
                  </a:lnTo>
                  <a:lnTo>
                    <a:pt x="87" y="128"/>
                  </a:lnTo>
                  <a:lnTo>
                    <a:pt x="86" y="128"/>
                  </a:lnTo>
                  <a:lnTo>
                    <a:pt x="84" y="128"/>
                  </a:lnTo>
                  <a:lnTo>
                    <a:pt x="84" y="128"/>
                  </a:lnTo>
                  <a:lnTo>
                    <a:pt x="81" y="130"/>
                  </a:lnTo>
                  <a:lnTo>
                    <a:pt x="79" y="131"/>
                  </a:lnTo>
                  <a:lnTo>
                    <a:pt x="79" y="131"/>
                  </a:lnTo>
                  <a:lnTo>
                    <a:pt x="76" y="132"/>
                  </a:lnTo>
                  <a:lnTo>
                    <a:pt x="75" y="133"/>
                  </a:lnTo>
                  <a:lnTo>
                    <a:pt x="75" y="133"/>
                  </a:lnTo>
                  <a:lnTo>
                    <a:pt x="76" y="135"/>
                  </a:lnTo>
                  <a:lnTo>
                    <a:pt x="77" y="136"/>
                  </a:lnTo>
                  <a:lnTo>
                    <a:pt x="80" y="136"/>
                  </a:lnTo>
                  <a:lnTo>
                    <a:pt x="80" y="137"/>
                  </a:lnTo>
                  <a:lnTo>
                    <a:pt x="80" y="137"/>
                  </a:lnTo>
                  <a:lnTo>
                    <a:pt x="80" y="138"/>
                  </a:lnTo>
                  <a:lnTo>
                    <a:pt x="77" y="138"/>
                  </a:lnTo>
                  <a:lnTo>
                    <a:pt x="74" y="139"/>
                  </a:lnTo>
                  <a:lnTo>
                    <a:pt x="74" y="139"/>
                  </a:lnTo>
                  <a:lnTo>
                    <a:pt x="72" y="139"/>
                  </a:lnTo>
                  <a:lnTo>
                    <a:pt x="72" y="142"/>
                  </a:lnTo>
                  <a:lnTo>
                    <a:pt x="74" y="148"/>
                  </a:lnTo>
                  <a:lnTo>
                    <a:pt x="74" y="148"/>
                  </a:lnTo>
                  <a:lnTo>
                    <a:pt x="72" y="149"/>
                  </a:lnTo>
                  <a:lnTo>
                    <a:pt x="71" y="151"/>
                  </a:lnTo>
                  <a:lnTo>
                    <a:pt x="69" y="152"/>
                  </a:lnTo>
                  <a:lnTo>
                    <a:pt x="69" y="152"/>
                  </a:lnTo>
                  <a:lnTo>
                    <a:pt x="65" y="152"/>
                  </a:lnTo>
                  <a:lnTo>
                    <a:pt x="64" y="152"/>
                  </a:lnTo>
                  <a:lnTo>
                    <a:pt x="64" y="153"/>
                  </a:lnTo>
                  <a:lnTo>
                    <a:pt x="64" y="153"/>
                  </a:lnTo>
                  <a:lnTo>
                    <a:pt x="66" y="155"/>
                  </a:lnTo>
                  <a:lnTo>
                    <a:pt x="66" y="157"/>
                  </a:lnTo>
                  <a:lnTo>
                    <a:pt x="65" y="158"/>
                  </a:lnTo>
                  <a:lnTo>
                    <a:pt x="65" y="158"/>
                  </a:lnTo>
                  <a:lnTo>
                    <a:pt x="60" y="158"/>
                  </a:lnTo>
                  <a:lnTo>
                    <a:pt x="58" y="159"/>
                  </a:lnTo>
                  <a:lnTo>
                    <a:pt x="59" y="160"/>
                  </a:lnTo>
                  <a:lnTo>
                    <a:pt x="59" y="160"/>
                  </a:lnTo>
                  <a:lnTo>
                    <a:pt x="61" y="164"/>
                  </a:lnTo>
                  <a:lnTo>
                    <a:pt x="63" y="168"/>
                  </a:lnTo>
                  <a:lnTo>
                    <a:pt x="63" y="168"/>
                  </a:lnTo>
                  <a:lnTo>
                    <a:pt x="61" y="168"/>
                  </a:lnTo>
                  <a:lnTo>
                    <a:pt x="60" y="168"/>
                  </a:lnTo>
                  <a:lnTo>
                    <a:pt x="59" y="167"/>
                  </a:lnTo>
                  <a:lnTo>
                    <a:pt x="58" y="168"/>
                  </a:lnTo>
                  <a:lnTo>
                    <a:pt x="58" y="168"/>
                  </a:lnTo>
                  <a:lnTo>
                    <a:pt x="59" y="171"/>
                  </a:lnTo>
                  <a:lnTo>
                    <a:pt x="60" y="173"/>
                  </a:lnTo>
                  <a:lnTo>
                    <a:pt x="60" y="174"/>
                  </a:lnTo>
                  <a:lnTo>
                    <a:pt x="60" y="174"/>
                  </a:lnTo>
                  <a:lnTo>
                    <a:pt x="58" y="175"/>
                  </a:lnTo>
                  <a:lnTo>
                    <a:pt x="54" y="175"/>
                  </a:lnTo>
                  <a:lnTo>
                    <a:pt x="49" y="174"/>
                  </a:lnTo>
                  <a:lnTo>
                    <a:pt x="49" y="174"/>
                  </a:lnTo>
                  <a:lnTo>
                    <a:pt x="49" y="175"/>
                  </a:lnTo>
                  <a:lnTo>
                    <a:pt x="50" y="176"/>
                  </a:lnTo>
                  <a:lnTo>
                    <a:pt x="53" y="179"/>
                  </a:lnTo>
                  <a:lnTo>
                    <a:pt x="53" y="179"/>
                  </a:lnTo>
                  <a:lnTo>
                    <a:pt x="54" y="180"/>
                  </a:lnTo>
                  <a:lnTo>
                    <a:pt x="53" y="184"/>
                  </a:lnTo>
                  <a:lnTo>
                    <a:pt x="52" y="189"/>
                  </a:lnTo>
                  <a:lnTo>
                    <a:pt x="52" y="189"/>
                  </a:lnTo>
                  <a:lnTo>
                    <a:pt x="50" y="192"/>
                  </a:lnTo>
                  <a:lnTo>
                    <a:pt x="48" y="194"/>
                  </a:lnTo>
                  <a:lnTo>
                    <a:pt x="47" y="19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4" name="Freeform 1485"/>
            <p:cNvSpPr>
              <a:spLocks/>
            </p:cNvSpPr>
            <p:nvPr/>
          </p:nvSpPr>
          <p:spPr bwMode="gray">
            <a:xfrm>
              <a:off x="3733704" y="2530819"/>
              <a:ext cx="29558" cy="44949"/>
            </a:xfrm>
            <a:custGeom>
              <a:avLst/>
              <a:gdLst>
                <a:gd name="T0" fmla="*/ 9 w 10"/>
                <a:gd name="T1" fmla="*/ 15 h 15"/>
                <a:gd name="T2" fmla="*/ 9 w 10"/>
                <a:gd name="T3" fmla="*/ 15 h 15"/>
                <a:gd name="T4" fmla="*/ 8 w 10"/>
                <a:gd name="T5" fmla="*/ 15 h 15"/>
                <a:gd name="T6" fmla="*/ 6 w 10"/>
                <a:gd name="T7" fmla="*/ 14 h 15"/>
                <a:gd name="T8" fmla="*/ 5 w 10"/>
                <a:gd name="T9" fmla="*/ 12 h 15"/>
                <a:gd name="T10" fmla="*/ 4 w 10"/>
                <a:gd name="T11" fmla="*/ 8 h 15"/>
                <a:gd name="T12" fmla="*/ 3 w 10"/>
                <a:gd name="T13" fmla="*/ 7 h 15"/>
                <a:gd name="T14" fmla="*/ 3 w 10"/>
                <a:gd name="T15" fmla="*/ 7 h 15"/>
                <a:gd name="T16" fmla="*/ 0 w 10"/>
                <a:gd name="T17" fmla="*/ 4 h 15"/>
                <a:gd name="T18" fmla="*/ 0 w 10"/>
                <a:gd name="T19" fmla="*/ 3 h 15"/>
                <a:gd name="T20" fmla="*/ 0 w 10"/>
                <a:gd name="T21" fmla="*/ 0 h 15"/>
                <a:gd name="T22" fmla="*/ 2 w 10"/>
                <a:gd name="T23" fmla="*/ 0 h 15"/>
                <a:gd name="T24" fmla="*/ 2 w 10"/>
                <a:gd name="T25" fmla="*/ 0 h 15"/>
                <a:gd name="T26" fmla="*/ 6 w 10"/>
                <a:gd name="T27" fmla="*/ 2 h 15"/>
                <a:gd name="T28" fmla="*/ 8 w 10"/>
                <a:gd name="T29" fmla="*/ 3 h 15"/>
                <a:gd name="T30" fmla="*/ 8 w 10"/>
                <a:gd name="T31" fmla="*/ 4 h 15"/>
                <a:gd name="T32" fmla="*/ 8 w 10"/>
                <a:gd name="T33" fmla="*/ 4 h 15"/>
                <a:gd name="T34" fmla="*/ 9 w 10"/>
                <a:gd name="T35" fmla="*/ 10 h 15"/>
                <a:gd name="T36" fmla="*/ 10 w 10"/>
                <a:gd name="T37" fmla="*/ 14 h 15"/>
                <a:gd name="T38" fmla="*/ 9 w 10"/>
                <a:gd name="T39" fmla="*/ 15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0" h="15">
                  <a:moveTo>
                    <a:pt x="9" y="15"/>
                  </a:moveTo>
                  <a:lnTo>
                    <a:pt x="9" y="15"/>
                  </a:lnTo>
                  <a:lnTo>
                    <a:pt x="8" y="15"/>
                  </a:lnTo>
                  <a:lnTo>
                    <a:pt x="6" y="14"/>
                  </a:lnTo>
                  <a:lnTo>
                    <a:pt x="5" y="12"/>
                  </a:lnTo>
                  <a:lnTo>
                    <a:pt x="4" y="8"/>
                  </a:lnTo>
                  <a:lnTo>
                    <a:pt x="3" y="7"/>
                  </a:lnTo>
                  <a:lnTo>
                    <a:pt x="3" y="7"/>
                  </a:lnTo>
                  <a:lnTo>
                    <a:pt x="0" y="4"/>
                  </a:lnTo>
                  <a:lnTo>
                    <a:pt x="0" y="3"/>
                  </a:lnTo>
                  <a:lnTo>
                    <a:pt x="0" y="0"/>
                  </a:lnTo>
                  <a:lnTo>
                    <a:pt x="2" y="0"/>
                  </a:lnTo>
                  <a:lnTo>
                    <a:pt x="2" y="0"/>
                  </a:lnTo>
                  <a:lnTo>
                    <a:pt x="6" y="2"/>
                  </a:lnTo>
                  <a:lnTo>
                    <a:pt x="8" y="3"/>
                  </a:lnTo>
                  <a:lnTo>
                    <a:pt x="8" y="4"/>
                  </a:lnTo>
                  <a:lnTo>
                    <a:pt x="8" y="4"/>
                  </a:lnTo>
                  <a:lnTo>
                    <a:pt x="9" y="10"/>
                  </a:lnTo>
                  <a:lnTo>
                    <a:pt x="10" y="14"/>
                  </a:lnTo>
                  <a:lnTo>
                    <a:pt x="9" y="1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5" name="Freeform 1457"/>
            <p:cNvSpPr>
              <a:spLocks/>
            </p:cNvSpPr>
            <p:nvPr/>
          </p:nvSpPr>
          <p:spPr bwMode="gray">
            <a:xfrm>
              <a:off x="3979041" y="2638699"/>
              <a:ext cx="67985" cy="92895"/>
            </a:xfrm>
            <a:custGeom>
              <a:avLst/>
              <a:gdLst>
                <a:gd name="T0" fmla="*/ 16 w 23"/>
                <a:gd name="T1" fmla="*/ 31 h 31"/>
                <a:gd name="T2" fmla="*/ 16 w 23"/>
                <a:gd name="T3" fmla="*/ 31 h 31"/>
                <a:gd name="T4" fmla="*/ 13 w 23"/>
                <a:gd name="T5" fmla="*/ 31 h 31"/>
                <a:gd name="T6" fmla="*/ 12 w 23"/>
                <a:gd name="T7" fmla="*/ 28 h 31"/>
                <a:gd name="T8" fmla="*/ 11 w 23"/>
                <a:gd name="T9" fmla="*/ 26 h 31"/>
                <a:gd name="T10" fmla="*/ 8 w 23"/>
                <a:gd name="T11" fmla="*/ 25 h 31"/>
                <a:gd name="T12" fmla="*/ 8 w 23"/>
                <a:gd name="T13" fmla="*/ 25 h 31"/>
                <a:gd name="T14" fmla="*/ 5 w 23"/>
                <a:gd name="T15" fmla="*/ 22 h 31"/>
                <a:gd name="T16" fmla="*/ 1 w 23"/>
                <a:gd name="T17" fmla="*/ 19 h 31"/>
                <a:gd name="T18" fmla="*/ 0 w 23"/>
                <a:gd name="T19" fmla="*/ 14 h 31"/>
                <a:gd name="T20" fmla="*/ 0 w 23"/>
                <a:gd name="T21" fmla="*/ 11 h 31"/>
                <a:gd name="T22" fmla="*/ 0 w 23"/>
                <a:gd name="T23" fmla="*/ 11 h 31"/>
                <a:gd name="T24" fmla="*/ 3 w 23"/>
                <a:gd name="T25" fmla="*/ 4 h 31"/>
                <a:gd name="T26" fmla="*/ 6 w 23"/>
                <a:gd name="T27" fmla="*/ 0 h 31"/>
                <a:gd name="T28" fmla="*/ 6 w 23"/>
                <a:gd name="T29" fmla="*/ 0 h 31"/>
                <a:gd name="T30" fmla="*/ 7 w 23"/>
                <a:gd name="T31" fmla="*/ 1 h 31"/>
                <a:gd name="T32" fmla="*/ 7 w 23"/>
                <a:gd name="T33" fmla="*/ 1 h 31"/>
                <a:gd name="T34" fmla="*/ 11 w 23"/>
                <a:gd name="T35" fmla="*/ 6 h 31"/>
                <a:gd name="T36" fmla="*/ 16 w 23"/>
                <a:gd name="T37" fmla="*/ 12 h 31"/>
                <a:gd name="T38" fmla="*/ 16 w 23"/>
                <a:gd name="T39" fmla="*/ 12 h 31"/>
                <a:gd name="T40" fmla="*/ 21 w 23"/>
                <a:gd name="T41" fmla="*/ 17 h 31"/>
                <a:gd name="T42" fmla="*/ 23 w 23"/>
                <a:gd name="T43" fmla="*/ 22 h 31"/>
                <a:gd name="T44" fmla="*/ 23 w 23"/>
                <a:gd name="T45" fmla="*/ 22 h 31"/>
                <a:gd name="T46" fmla="*/ 23 w 23"/>
                <a:gd name="T47" fmla="*/ 26 h 31"/>
                <a:gd name="T48" fmla="*/ 23 w 23"/>
                <a:gd name="T49" fmla="*/ 28 h 31"/>
                <a:gd name="T50" fmla="*/ 21 w 23"/>
                <a:gd name="T51" fmla="*/ 31 h 31"/>
                <a:gd name="T52" fmla="*/ 16 w 23"/>
                <a:gd name="T53" fmla="*/ 31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3" h="31">
                  <a:moveTo>
                    <a:pt x="16" y="31"/>
                  </a:moveTo>
                  <a:lnTo>
                    <a:pt x="16" y="31"/>
                  </a:lnTo>
                  <a:lnTo>
                    <a:pt x="13" y="31"/>
                  </a:lnTo>
                  <a:lnTo>
                    <a:pt x="12" y="28"/>
                  </a:lnTo>
                  <a:lnTo>
                    <a:pt x="11" y="26"/>
                  </a:lnTo>
                  <a:lnTo>
                    <a:pt x="8" y="25"/>
                  </a:lnTo>
                  <a:lnTo>
                    <a:pt x="8" y="25"/>
                  </a:lnTo>
                  <a:lnTo>
                    <a:pt x="5" y="22"/>
                  </a:lnTo>
                  <a:lnTo>
                    <a:pt x="1" y="19"/>
                  </a:lnTo>
                  <a:lnTo>
                    <a:pt x="0" y="14"/>
                  </a:lnTo>
                  <a:lnTo>
                    <a:pt x="0" y="11"/>
                  </a:lnTo>
                  <a:lnTo>
                    <a:pt x="0" y="11"/>
                  </a:lnTo>
                  <a:lnTo>
                    <a:pt x="3" y="4"/>
                  </a:lnTo>
                  <a:lnTo>
                    <a:pt x="6" y="0"/>
                  </a:lnTo>
                  <a:lnTo>
                    <a:pt x="6" y="0"/>
                  </a:lnTo>
                  <a:lnTo>
                    <a:pt x="7" y="1"/>
                  </a:lnTo>
                  <a:lnTo>
                    <a:pt x="7" y="1"/>
                  </a:lnTo>
                  <a:lnTo>
                    <a:pt x="11" y="6"/>
                  </a:lnTo>
                  <a:lnTo>
                    <a:pt x="16" y="12"/>
                  </a:lnTo>
                  <a:lnTo>
                    <a:pt x="16" y="12"/>
                  </a:lnTo>
                  <a:lnTo>
                    <a:pt x="21" y="17"/>
                  </a:lnTo>
                  <a:lnTo>
                    <a:pt x="23" y="22"/>
                  </a:lnTo>
                  <a:lnTo>
                    <a:pt x="23" y="22"/>
                  </a:lnTo>
                  <a:lnTo>
                    <a:pt x="23" y="26"/>
                  </a:lnTo>
                  <a:lnTo>
                    <a:pt x="23" y="28"/>
                  </a:lnTo>
                  <a:lnTo>
                    <a:pt x="21" y="31"/>
                  </a:lnTo>
                  <a:lnTo>
                    <a:pt x="16" y="3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6" name="Freeform 1451"/>
            <p:cNvSpPr>
              <a:spLocks/>
            </p:cNvSpPr>
            <p:nvPr/>
          </p:nvSpPr>
          <p:spPr bwMode="gray">
            <a:xfrm>
              <a:off x="5451063" y="1787652"/>
              <a:ext cx="70940" cy="38956"/>
            </a:xfrm>
            <a:custGeom>
              <a:avLst/>
              <a:gdLst>
                <a:gd name="T0" fmla="*/ 20 w 24"/>
                <a:gd name="T1" fmla="*/ 11 h 13"/>
                <a:gd name="T2" fmla="*/ 20 w 24"/>
                <a:gd name="T3" fmla="*/ 11 h 13"/>
                <a:gd name="T4" fmla="*/ 7 w 24"/>
                <a:gd name="T5" fmla="*/ 12 h 13"/>
                <a:gd name="T6" fmla="*/ 2 w 24"/>
                <a:gd name="T7" fmla="*/ 13 h 13"/>
                <a:gd name="T8" fmla="*/ 0 w 24"/>
                <a:gd name="T9" fmla="*/ 12 h 13"/>
                <a:gd name="T10" fmla="*/ 0 w 24"/>
                <a:gd name="T11" fmla="*/ 11 h 13"/>
                <a:gd name="T12" fmla="*/ 0 w 24"/>
                <a:gd name="T13" fmla="*/ 11 h 13"/>
                <a:gd name="T14" fmla="*/ 4 w 24"/>
                <a:gd name="T15" fmla="*/ 6 h 13"/>
                <a:gd name="T16" fmla="*/ 5 w 24"/>
                <a:gd name="T17" fmla="*/ 5 h 13"/>
                <a:gd name="T18" fmla="*/ 8 w 24"/>
                <a:gd name="T19" fmla="*/ 5 h 13"/>
                <a:gd name="T20" fmla="*/ 8 w 24"/>
                <a:gd name="T21" fmla="*/ 5 h 13"/>
                <a:gd name="T22" fmla="*/ 11 w 24"/>
                <a:gd name="T23" fmla="*/ 5 h 13"/>
                <a:gd name="T24" fmla="*/ 16 w 24"/>
                <a:gd name="T25" fmla="*/ 3 h 13"/>
                <a:gd name="T26" fmla="*/ 23 w 24"/>
                <a:gd name="T27" fmla="*/ 0 h 13"/>
                <a:gd name="T28" fmla="*/ 23 w 24"/>
                <a:gd name="T29" fmla="*/ 0 h 13"/>
                <a:gd name="T30" fmla="*/ 24 w 24"/>
                <a:gd name="T31" fmla="*/ 0 h 13"/>
                <a:gd name="T32" fmla="*/ 24 w 24"/>
                <a:gd name="T33" fmla="*/ 1 h 13"/>
                <a:gd name="T34" fmla="*/ 24 w 24"/>
                <a:gd name="T35" fmla="*/ 5 h 13"/>
                <a:gd name="T36" fmla="*/ 23 w 24"/>
                <a:gd name="T37" fmla="*/ 8 h 13"/>
                <a:gd name="T38" fmla="*/ 21 w 24"/>
                <a:gd name="T39" fmla="*/ 10 h 13"/>
                <a:gd name="T40" fmla="*/ 20 w 24"/>
                <a:gd name="T41" fmla="*/ 11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4" h="13">
                  <a:moveTo>
                    <a:pt x="20" y="11"/>
                  </a:moveTo>
                  <a:lnTo>
                    <a:pt x="20" y="11"/>
                  </a:lnTo>
                  <a:lnTo>
                    <a:pt x="7" y="12"/>
                  </a:lnTo>
                  <a:lnTo>
                    <a:pt x="2" y="13"/>
                  </a:lnTo>
                  <a:lnTo>
                    <a:pt x="0" y="12"/>
                  </a:lnTo>
                  <a:lnTo>
                    <a:pt x="0" y="11"/>
                  </a:lnTo>
                  <a:lnTo>
                    <a:pt x="0" y="11"/>
                  </a:lnTo>
                  <a:lnTo>
                    <a:pt x="4" y="6"/>
                  </a:lnTo>
                  <a:lnTo>
                    <a:pt x="5" y="5"/>
                  </a:lnTo>
                  <a:lnTo>
                    <a:pt x="8" y="5"/>
                  </a:lnTo>
                  <a:lnTo>
                    <a:pt x="8" y="5"/>
                  </a:lnTo>
                  <a:lnTo>
                    <a:pt x="11" y="5"/>
                  </a:lnTo>
                  <a:lnTo>
                    <a:pt x="16" y="3"/>
                  </a:lnTo>
                  <a:lnTo>
                    <a:pt x="23" y="0"/>
                  </a:lnTo>
                  <a:lnTo>
                    <a:pt x="23" y="0"/>
                  </a:lnTo>
                  <a:lnTo>
                    <a:pt x="24" y="0"/>
                  </a:lnTo>
                  <a:lnTo>
                    <a:pt x="24" y="1"/>
                  </a:lnTo>
                  <a:lnTo>
                    <a:pt x="24" y="5"/>
                  </a:lnTo>
                  <a:lnTo>
                    <a:pt x="23" y="8"/>
                  </a:lnTo>
                  <a:lnTo>
                    <a:pt x="21" y="10"/>
                  </a:lnTo>
                  <a:lnTo>
                    <a:pt x="20" y="1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7" name="Freeform 1453"/>
            <p:cNvSpPr>
              <a:spLocks/>
            </p:cNvSpPr>
            <p:nvPr/>
          </p:nvSpPr>
          <p:spPr bwMode="gray">
            <a:xfrm>
              <a:off x="5448106" y="1667785"/>
              <a:ext cx="56162" cy="41953"/>
            </a:xfrm>
            <a:custGeom>
              <a:avLst/>
              <a:gdLst>
                <a:gd name="T0" fmla="*/ 14 w 19"/>
                <a:gd name="T1" fmla="*/ 13 h 14"/>
                <a:gd name="T2" fmla="*/ 14 w 19"/>
                <a:gd name="T3" fmla="*/ 13 h 14"/>
                <a:gd name="T4" fmla="*/ 5 w 19"/>
                <a:gd name="T5" fmla="*/ 14 h 14"/>
                <a:gd name="T6" fmla="*/ 0 w 19"/>
                <a:gd name="T7" fmla="*/ 14 h 14"/>
                <a:gd name="T8" fmla="*/ 0 w 19"/>
                <a:gd name="T9" fmla="*/ 14 h 14"/>
                <a:gd name="T10" fmla="*/ 0 w 19"/>
                <a:gd name="T11" fmla="*/ 13 h 14"/>
                <a:gd name="T12" fmla="*/ 0 w 19"/>
                <a:gd name="T13" fmla="*/ 13 h 14"/>
                <a:gd name="T14" fmla="*/ 4 w 19"/>
                <a:gd name="T15" fmla="*/ 11 h 14"/>
                <a:gd name="T16" fmla="*/ 6 w 19"/>
                <a:gd name="T17" fmla="*/ 10 h 14"/>
                <a:gd name="T18" fmla="*/ 9 w 19"/>
                <a:gd name="T19" fmla="*/ 9 h 14"/>
                <a:gd name="T20" fmla="*/ 12 w 19"/>
                <a:gd name="T21" fmla="*/ 6 h 14"/>
                <a:gd name="T22" fmla="*/ 12 w 19"/>
                <a:gd name="T23" fmla="*/ 6 h 14"/>
                <a:gd name="T24" fmla="*/ 17 w 19"/>
                <a:gd name="T25" fmla="*/ 2 h 14"/>
                <a:gd name="T26" fmla="*/ 19 w 19"/>
                <a:gd name="T27" fmla="*/ 0 h 14"/>
                <a:gd name="T28" fmla="*/ 19 w 19"/>
                <a:gd name="T29" fmla="*/ 2 h 14"/>
                <a:gd name="T30" fmla="*/ 19 w 19"/>
                <a:gd name="T31" fmla="*/ 2 h 14"/>
                <a:gd name="T32" fmla="*/ 17 w 19"/>
                <a:gd name="T33" fmla="*/ 8 h 14"/>
                <a:gd name="T34" fmla="*/ 16 w 19"/>
                <a:gd name="T35" fmla="*/ 11 h 14"/>
                <a:gd name="T36" fmla="*/ 14 w 19"/>
                <a:gd name="T37" fmla="*/ 1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 h="14">
                  <a:moveTo>
                    <a:pt x="14" y="13"/>
                  </a:moveTo>
                  <a:lnTo>
                    <a:pt x="14" y="13"/>
                  </a:lnTo>
                  <a:lnTo>
                    <a:pt x="5" y="14"/>
                  </a:lnTo>
                  <a:lnTo>
                    <a:pt x="0" y="14"/>
                  </a:lnTo>
                  <a:lnTo>
                    <a:pt x="0" y="14"/>
                  </a:lnTo>
                  <a:lnTo>
                    <a:pt x="0" y="13"/>
                  </a:lnTo>
                  <a:lnTo>
                    <a:pt x="0" y="13"/>
                  </a:lnTo>
                  <a:lnTo>
                    <a:pt x="4" y="11"/>
                  </a:lnTo>
                  <a:lnTo>
                    <a:pt x="6" y="10"/>
                  </a:lnTo>
                  <a:lnTo>
                    <a:pt x="9" y="9"/>
                  </a:lnTo>
                  <a:lnTo>
                    <a:pt x="12" y="6"/>
                  </a:lnTo>
                  <a:lnTo>
                    <a:pt x="12" y="6"/>
                  </a:lnTo>
                  <a:lnTo>
                    <a:pt x="17" y="2"/>
                  </a:lnTo>
                  <a:lnTo>
                    <a:pt x="19" y="0"/>
                  </a:lnTo>
                  <a:lnTo>
                    <a:pt x="19" y="2"/>
                  </a:lnTo>
                  <a:lnTo>
                    <a:pt x="19" y="2"/>
                  </a:lnTo>
                  <a:lnTo>
                    <a:pt x="17" y="8"/>
                  </a:lnTo>
                  <a:lnTo>
                    <a:pt x="16" y="11"/>
                  </a:lnTo>
                  <a:lnTo>
                    <a:pt x="14" y="13"/>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8" name="Freeform 1459"/>
            <p:cNvSpPr>
              <a:spLocks/>
            </p:cNvSpPr>
            <p:nvPr/>
          </p:nvSpPr>
          <p:spPr bwMode="gray">
            <a:xfrm>
              <a:off x="4451980" y="2237147"/>
              <a:ext cx="65029" cy="80910"/>
            </a:xfrm>
            <a:custGeom>
              <a:avLst/>
              <a:gdLst>
                <a:gd name="T0" fmla="*/ 12 w 22"/>
                <a:gd name="T1" fmla="*/ 25 h 27"/>
                <a:gd name="T2" fmla="*/ 12 w 22"/>
                <a:gd name="T3" fmla="*/ 25 h 27"/>
                <a:gd name="T4" fmla="*/ 10 w 22"/>
                <a:gd name="T5" fmla="*/ 23 h 27"/>
                <a:gd name="T6" fmla="*/ 8 w 22"/>
                <a:gd name="T7" fmla="*/ 22 h 27"/>
                <a:gd name="T8" fmla="*/ 6 w 22"/>
                <a:gd name="T9" fmla="*/ 21 h 27"/>
                <a:gd name="T10" fmla="*/ 5 w 22"/>
                <a:gd name="T11" fmla="*/ 22 h 27"/>
                <a:gd name="T12" fmla="*/ 5 w 22"/>
                <a:gd name="T13" fmla="*/ 22 h 27"/>
                <a:gd name="T14" fmla="*/ 2 w 22"/>
                <a:gd name="T15" fmla="*/ 27 h 27"/>
                <a:gd name="T16" fmla="*/ 1 w 22"/>
                <a:gd name="T17" fmla="*/ 27 h 27"/>
                <a:gd name="T18" fmla="*/ 0 w 22"/>
                <a:gd name="T19" fmla="*/ 26 h 27"/>
                <a:gd name="T20" fmla="*/ 0 w 22"/>
                <a:gd name="T21" fmla="*/ 26 h 27"/>
                <a:gd name="T22" fmla="*/ 0 w 22"/>
                <a:gd name="T23" fmla="*/ 21 h 27"/>
                <a:gd name="T24" fmla="*/ 0 w 22"/>
                <a:gd name="T25" fmla="*/ 15 h 27"/>
                <a:gd name="T26" fmla="*/ 1 w 22"/>
                <a:gd name="T27" fmla="*/ 10 h 27"/>
                <a:gd name="T28" fmla="*/ 4 w 22"/>
                <a:gd name="T29" fmla="*/ 6 h 27"/>
                <a:gd name="T30" fmla="*/ 4 w 22"/>
                <a:gd name="T31" fmla="*/ 6 h 27"/>
                <a:gd name="T32" fmla="*/ 8 w 22"/>
                <a:gd name="T33" fmla="*/ 1 h 27"/>
                <a:gd name="T34" fmla="*/ 12 w 22"/>
                <a:gd name="T35" fmla="*/ 0 h 27"/>
                <a:gd name="T36" fmla="*/ 15 w 22"/>
                <a:gd name="T37" fmla="*/ 1 h 27"/>
                <a:gd name="T38" fmla="*/ 15 w 22"/>
                <a:gd name="T39" fmla="*/ 1 h 27"/>
                <a:gd name="T40" fmla="*/ 18 w 22"/>
                <a:gd name="T41" fmla="*/ 5 h 27"/>
                <a:gd name="T42" fmla="*/ 21 w 22"/>
                <a:gd name="T43" fmla="*/ 10 h 27"/>
                <a:gd name="T44" fmla="*/ 21 w 22"/>
                <a:gd name="T45" fmla="*/ 10 h 27"/>
                <a:gd name="T46" fmla="*/ 22 w 22"/>
                <a:gd name="T47" fmla="*/ 13 h 27"/>
                <a:gd name="T48" fmla="*/ 21 w 22"/>
                <a:gd name="T49" fmla="*/ 18 h 27"/>
                <a:gd name="T50" fmla="*/ 20 w 22"/>
                <a:gd name="T51" fmla="*/ 21 h 27"/>
                <a:gd name="T52" fmla="*/ 18 w 22"/>
                <a:gd name="T53" fmla="*/ 22 h 27"/>
                <a:gd name="T54" fmla="*/ 16 w 22"/>
                <a:gd name="T55" fmla="*/ 23 h 27"/>
                <a:gd name="T56" fmla="*/ 12 w 22"/>
                <a:gd name="T57" fmla="*/ 25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2" h="27">
                  <a:moveTo>
                    <a:pt x="12" y="25"/>
                  </a:moveTo>
                  <a:lnTo>
                    <a:pt x="12" y="25"/>
                  </a:lnTo>
                  <a:lnTo>
                    <a:pt x="10" y="23"/>
                  </a:lnTo>
                  <a:lnTo>
                    <a:pt x="8" y="22"/>
                  </a:lnTo>
                  <a:lnTo>
                    <a:pt x="6" y="21"/>
                  </a:lnTo>
                  <a:lnTo>
                    <a:pt x="5" y="22"/>
                  </a:lnTo>
                  <a:lnTo>
                    <a:pt x="5" y="22"/>
                  </a:lnTo>
                  <a:lnTo>
                    <a:pt x="2" y="27"/>
                  </a:lnTo>
                  <a:lnTo>
                    <a:pt x="1" y="27"/>
                  </a:lnTo>
                  <a:lnTo>
                    <a:pt x="0" y="26"/>
                  </a:lnTo>
                  <a:lnTo>
                    <a:pt x="0" y="26"/>
                  </a:lnTo>
                  <a:lnTo>
                    <a:pt x="0" y="21"/>
                  </a:lnTo>
                  <a:lnTo>
                    <a:pt x="0" y="15"/>
                  </a:lnTo>
                  <a:lnTo>
                    <a:pt x="1" y="10"/>
                  </a:lnTo>
                  <a:lnTo>
                    <a:pt x="4" y="6"/>
                  </a:lnTo>
                  <a:lnTo>
                    <a:pt x="4" y="6"/>
                  </a:lnTo>
                  <a:lnTo>
                    <a:pt x="8" y="1"/>
                  </a:lnTo>
                  <a:lnTo>
                    <a:pt x="12" y="0"/>
                  </a:lnTo>
                  <a:lnTo>
                    <a:pt x="15" y="1"/>
                  </a:lnTo>
                  <a:lnTo>
                    <a:pt x="15" y="1"/>
                  </a:lnTo>
                  <a:lnTo>
                    <a:pt x="18" y="5"/>
                  </a:lnTo>
                  <a:lnTo>
                    <a:pt x="21" y="10"/>
                  </a:lnTo>
                  <a:lnTo>
                    <a:pt x="21" y="10"/>
                  </a:lnTo>
                  <a:lnTo>
                    <a:pt x="22" y="13"/>
                  </a:lnTo>
                  <a:lnTo>
                    <a:pt x="21" y="18"/>
                  </a:lnTo>
                  <a:lnTo>
                    <a:pt x="20" y="21"/>
                  </a:lnTo>
                  <a:lnTo>
                    <a:pt x="18" y="22"/>
                  </a:lnTo>
                  <a:lnTo>
                    <a:pt x="16" y="23"/>
                  </a:lnTo>
                  <a:lnTo>
                    <a:pt x="12" y="2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59" name="Freeform 1461"/>
            <p:cNvSpPr>
              <a:spLocks/>
            </p:cNvSpPr>
            <p:nvPr/>
          </p:nvSpPr>
          <p:spPr bwMode="gray">
            <a:xfrm>
              <a:off x="4617508" y="2273108"/>
              <a:ext cx="26603" cy="38956"/>
            </a:xfrm>
            <a:custGeom>
              <a:avLst/>
              <a:gdLst>
                <a:gd name="T0" fmla="*/ 5 w 9"/>
                <a:gd name="T1" fmla="*/ 13 h 13"/>
                <a:gd name="T2" fmla="*/ 5 w 9"/>
                <a:gd name="T3" fmla="*/ 13 h 13"/>
                <a:gd name="T4" fmla="*/ 4 w 9"/>
                <a:gd name="T5" fmla="*/ 13 h 13"/>
                <a:gd name="T6" fmla="*/ 3 w 9"/>
                <a:gd name="T7" fmla="*/ 13 h 13"/>
                <a:gd name="T8" fmla="*/ 0 w 9"/>
                <a:gd name="T9" fmla="*/ 9 h 13"/>
                <a:gd name="T10" fmla="*/ 0 w 9"/>
                <a:gd name="T11" fmla="*/ 5 h 13"/>
                <a:gd name="T12" fmla="*/ 2 w 9"/>
                <a:gd name="T13" fmla="*/ 3 h 13"/>
                <a:gd name="T14" fmla="*/ 2 w 9"/>
                <a:gd name="T15" fmla="*/ 3 h 13"/>
                <a:gd name="T16" fmla="*/ 4 w 9"/>
                <a:gd name="T17" fmla="*/ 0 h 13"/>
                <a:gd name="T18" fmla="*/ 5 w 9"/>
                <a:gd name="T19" fmla="*/ 0 h 13"/>
                <a:gd name="T20" fmla="*/ 8 w 9"/>
                <a:gd name="T21" fmla="*/ 0 h 13"/>
                <a:gd name="T22" fmla="*/ 9 w 9"/>
                <a:gd name="T23" fmla="*/ 1 h 13"/>
                <a:gd name="T24" fmla="*/ 9 w 9"/>
                <a:gd name="T25" fmla="*/ 1 h 13"/>
                <a:gd name="T26" fmla="*/ 9 w 9"/>
                <a:gd name="T27" fmla="*/ 5 h 13"/>
                <a:gd name="T28" fmla="*/ 8 w 9"/>
                <a:gd name="T29" fmla="*/ 8 h 13"/>
                <a:gd name="T30" fmla="*/ 7 w 9"/>
                <a:gd name="T31" fmla="*/ 10 h 13"/>
                <a:gd name="T32" fmla="*/ 5 w 9"/>
                <a:gd name="T33"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 h="13">
                  <a:moveTo>
                    <a:pt x="5" y="13"/>
                  </a:moveTo>
                  <a:lnTo>
                    <a:pt x="5" y="13"/>
                  </a:lnTo>
                  <a:lnTo>
                    <a:pt x="4" y="13"/>
                  </a:lnTo>
                  <a:lnTo>
                    <a:pt x="3" y="13"/>
                  </a:lnTo>
                  <a:lnTo>
                    <a:pt x="0" y="9"/>
                  </a:lnTo>
                  <a:lnTo>
                    <a:pt x="0" y="5"/>
                  </a:lnTo>
                  <a:lnTo>
                    <a:pt x="2" y="3"/>
                  </a:lnTo>
                  <a:lnTo>
                    <a:pt x="2" y="3"/>
                  </a:lnTo>
                  <a:lnTo>
                    <a:pt x="4" y="0"/>
                  </a:lnTo>
                  <a:lnTo>
                    <a:pt x="5" y="0"/>
                  </a:lnTo>
                  <a:lnTo>
                    <a:pt x="8" y="0"/>
                  </a:lnTo>
                  <a:lnTo>
                    <a:pt x="9" y="1"/>
                  </a:lnTo>
                  <a:lnTo>
                    <a:pt x="9" y="1"/>
                  </a:lnTo>
                  <a:lnTo>
                    <a:pt x="9" y="5"/>
                  </a:lnTo>
                  <a:lnTo>
                    <a:pt x="8" y="8"/>
                  </a:lnTo>
                  <a:lnTo>
                    <a:pt x="7" y="10"/>
                  </a:lnTo>
                  <a:lnTo>
                    <a:pt x="5" y="13"/>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0" name="Freeform 1463"/>
            <p:cNvSpPr>
              <a:spLocks/>
            </p:cNvSpPr>
            <p:nvPr/>
          </p:nvSpPr>
          <p:spPr bwMode="gray">
            <a:xfrm>
              <a:off x="4741654" y="2303075"/>
              <a:ext cx="32516" cy="35961"/>
            </a:xfrm>
            <a:custGeom>
              <a:avLst/>
              <a:gdLst>
                <a:gd name="T0" fmla="*/ 9 w 11"/>
                <a:gd name="T1" fmla="*/ 12 h 12"/>
                <a:gd name="T2" fmla="*/ 9 w 11"/>
                <a:gd name="T3" fmla="*/ 12 h 12"/>
                <a:gd name="T4" fmla="*/ 3 w 11"/>
                <a:gd name="T5" fmla="*/ 11 h 12"/>
                <a:gd name="T6" fmla="*/ 2 w 11"/>
                <a:gd name="T7" fmla="*/ 10 h 12"/>
                <a:gd name="T8" fmla="*/ 0 w 11"/>
                <a:gd name="T9" fmla="*/ 9 h 12"/>
                <a:gd name="T10" fmla="*/ 0 w 11"/>
                <a:gd name="T11" fmla="*/ 9 h 12"/>
                <a:gd name="T12" fmla="*/ 0 w 11"/>
                <a:gd name="T13" fmla="*/ 5 h 12"/>
                <a:gd name="T14" fmla="*/ 3 w 11"/>
                <a:gd name="T15" fmla="*/ 3 h 12"/>
                <a:gd name="T16" fmla="*/ 4 w 11"/>
                <a:gd name="T17" fmla="*/ 0 h 12"/>
                <a:gd name="T18" fmla="*/ 6 w 11"/>
                <a:gd name="T19" fmla="*/ 0 h 12"/>
                <a:gd name="T20" fmla="*/ 6 w 11"/>
                <a:gd name="T21" fmla="*/ 0 h 12"/>
                <a:gd name="T22" fmla="*/ 9 w 11"/>
                <a:gd name="T23" fmla="*/ 1 h 12"/>
                <a:gd name="T24" fmla="*/ 11 w 11"/>
                <a:gd name="T25" fmla="*/ 6 h 12"/>
                <a:gd name="T26" fmla="*/ 11 w 11"/>
                <a:gd name="T27" fmla="*/ 10 h 12"/>
                <a:gd name="T28" fmla="*/ 10 w 11"/>
                <a:gd name="T29" fmla="*/ 11 h 12"/>
                <a:gd name="T30" fmla="*/ 9 w 11"/>
                <a:gd name="T31" fmla="*/ 12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 h="12">
                  <a:moveTo>
                    <a:pt x="9" y="12"/>
                  </a:moveTo>
                  <a:lnTo>
                    <a:pt x="9" y="12"/>
                  </a:lnTo>
                  <a:lnTo>
                    <a:pt x="3" y="11"/>
                  </a:lnTo>
                  <a:lnTo>
                    <a:pt x="2" y="10"/>
                  </a:lnTo>
                  <a:lnTo>
                    <a:pt x="0" y="9"/>
                  </a:lnTo>
                  <a:lnTo>
                    <a:pt x="0" y="9"/>
                  </a:lnTo>
                  <a:lnTo>
                    <a:pt x="0" y="5"/>
                  </a:lnTo>
                  <a:lnTo>
                    <a:pt x="3" y="3"/>
                  </a:lnTo>
                  <a:lnTo>
                    <a:pt x="4" y="0"/>
                  </a:lnTo>
                  <a:lnTo>
                    <a:pt x="6" y="0"/>
                  </a:lnTo>
                  <a:lnTo>
                    <a:pt x="6" y="0"/>
                  </a:lnTo>
                  <a:lnTo>
                    <a:pt x="9" y="1"/>
                  </a:lnTo>
                  <a:lnTo>
                    <a:pt x="11" y="6"/>
                  </a:lnTo>
                  <a:lnTo>
                    <a:pt x="11" y="10"/>
                  </a:lnTo>
                  <a:lnTo>
                    <a:pt x="10" y="11"/>
                  </a:lnTo>
                  <a:lnTo>
                    <a:pt x="9" y="1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1" name="Freeform 1467"/>
            <p:cNvSpPr>
              <a:spLocks/>
            </p:cNvSpPr>
            <p:nvPr/>
          </p:nvSpPr>
          <p:spPr bwMode="gray">
            <a:xfrm>
              <a:off x="6107267" y="2084320"/>
              <a:ext cx="59119" cy="44949"/>
            </a:xfrm>
            <a:custGeom>
              <a:avLst/>
              <a:gdLst>
                <a:gd name="T0" fmla="*/ 18 w 20"/>
                <a:gd name="T1" fmla="*/ 14 h 15"/>
                <a:gd name="T2" fmla="*/ 18 w 20"/>
                <a:gd name="T3" fmla="*/ 14 h 15"/>
                <a:gd name="T4" fmla="*/ 7 w 20"/>
                <a:gd name="T5" fmla="*/ 15 h 15"/>
                <a:gd name="T6" fmla="*/ 1 w 20"/>
                <a:gd name="T7" fmla="*/ 14 h 15"/>
                <a:gd name="T8" fmla="*/ 0 w 20"/>
                <a:gd name="T9" fmla="*/ 13 h 15"/>
                <a:gd name="T10" fmla="*/ 0 w 20"/>
                <a:gd name="T11" fmla="*/ 12 h 15"/>
                <a:gd name="T12" fmla="*/ 0 w 20"/>
                <a:gd name="T13" fmla="*/ 12 h 15"/>
                <a:gd name="T14" fmla="*/ 2 w 20"/>
                <a:gd name="T15" fmla="*/ 4 h 15"/>
                <a:gd name="T16" fmla="*/ 4 w 20"/>
                <a:gd name="T17" fmla="*/ 2 h 15"/>
                <a:gd name="T18" fmla="*/ 5 w 20"/>
                <a:gd name="T19" fmla="*/ 0 h 15"/>
                <a:gd name="T20" fmla="*/ 5 w 20"/>
                <a:gd name="T21" fmla="*/ 0 h 15"/>
                <a:gd name="T22" fmla="*/ 12 w 20"/>
                <a:gd name="T23" fmla="*/ 0 h 15"/>
                <a:gd name="T24" fmla="*/ 16 w 20"/>
                <a:gd name="T25" fmla="*/ 0 h 15"/>
                <a:gd name="T26" fmla="*/ 17 w 20"/>
                <a:gd name="T27" fmla="*/ 2 h 15"/>
                <a:gd name="T28" fmla="*/ 18 w 20"/>
                <a:gd name="T29" fmla="*/ 3 h 15"/>
                <a:gd name="T30" fmla="*/ 18 w 20"/>
                <a:gd name="T31" fmla="*/ 3 h 15"/>
                <a:gd name="T32" fmla="*/ 20 w 20"/>
                <a:gd name="T33" fmla="*/ 10 h 15"/>
                <a:gd name="T34" fmla="*/ 20 w 20"/>
                <a:gd name="T35" fmla="*/ 13 h 15"/>
                <a:gd name="T36" fmla="*/ 20 w 20"/>
                <a:gd name="T37" fmla="*/ 14 h 15"/>
                <a:gd name="T38" fmla="*/ 18 w 20"/>
                <a:gd name="T39" fmla="*/ 14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 h="15">
                  <a:moveTo>
                    <a:pt x="18" y="14"/>
                  </a:moveTo>
                  <a:lnTo>
                    <a:pt x="18" y="14"/>
                  </a:lnTo>
                  <a:lnTo>
                    <a:pt x="7" y="15"/>
                  </a:lnTo>
                  <a:lnTo>
                    <a:pt x="1" y="14"/>
                  </a:lnTo>
                  <a:lnTo>
                    <a:pt x="0" y="13"/>
                  </a:lnTo>
                  <a:lnTo>
                    <a:pt x="0" y="12"/>
                  </a:lnTo>
                  <a:lnTo>
                    <a:pt x="0" y="12"/>
                  </a:lnTo>
                  <a:lnTo>
                    <a:pt x="2" y="4"/>
                  </a:lnTo>
                  <a:lnTo>
                    <a:pt x="4" y="2"/>
                  </a:lnTo>
                  <a:lnTo>
                    <a:pt x="5" y="0"/>
                  </a:lnTo>
                  <a:lnTo>
                    <a:pt x="5" y="0"/>
                  </a:lnTo>
                  <a:lnTo>
                    <a:pt x="12" y="0"/>
                  </a:lnTo>
                  <a:lnTo>
                    <a:pt x="16" y="0"/>
                  </a:lnTo>
                  <a:lnTo>
                    <a:pt x="17" y="2"/>
                  </a:lnTo>
                  <a:lnTo>
                    <a:pt x="18" y="3"/>
                  </a:lnTo>
                  <a:lnTo>
                    <a:pt x="18" y="3"/>
                  </a:lnTo>
                  <a:lnTo>
                    <a:pt x="20" y="10"/>
                  </a:lnTo>
                  <a:lnTo>
                    <a:pt x="20" y="13"/>
                  </a:lnTo>
                  <a:lnTo>
                    <a:pt x="20" y="14"/>
                  </a:lnTo>
                  <a:lnTo>
                    <a:pt x="18" y="1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2" name="Freeform 1469"/>
            <p:cNvSpPr>
              <a:spLocks/>
            </p:cNvSpPr>
            <p:nvPr/>
          </p:nvSpPr>
          <p:spPr bwMode="gray">
            <a:xfrm>
              <a:off x="7236407" y="2204186"/>
              <a:ext cx="135971" cy="101885"/>
            </a:xfrm>
            <a:custGeom>
              <a:avLst/>
              <a:gdLst>
                <a:gd name="T0" fmla="*/ 45 w 46"/>
                <a:gd name="T1" fmla="*/ 34 h 34"/>
                <a:gd name="T2" fmla="*/ 45 w 46"/>
                <a:gd name="T3" fmla="*/ 34 h 34"/>
                <a:gd name="T4" fmla="*/ 25 w 46"/>
                <a:gd name="T5" fmla="*/ 28 h 34"/>
                <a:gd name="T6" fmla="*/ 8 w 46"/>
                <a:gd name="T7" fmla="*/ 26 h 34"/>
                <a:gd name="T8" fmla="*/ 8 w 46"/>
                <a:gd name="T9" fmla="*/ 26 h 34"/>
                <a:gd name="T10" fmla="*/ 1 w 46"/>
                <a:gd name="T11" fmla="*/ 27 h 34"/>
                <a:gd name="T12" fmla="*/ 0 w 46"/>
                <a:gd name="T13" fmla="*/ 27 h 34"/>
                <a:gd name="T14" fmla="*/ 0 w 46"/>
                <a:gd name="T15" fmla="*/ 26 h 34"/>
                <a:gd name="T16" fmla="*/ 0 w 46"/>
                <a:gd name="T17" fmla="*/ 26 h 34"/>
                <a:gd name="T18" fmla="*/ 2 w 46"/>
                <a:gd name="T19" fmla="*/ 22 h 34"/>
                <a:gd name="T20" fmla="*/ 6 w 46"/>
                <a:gd name="T21" fmla="*/ 20 h 34"/>
                <a:gd name="T22" fmla="*/ 8 w 46"/>
                <a:gd name="T23" fmla="*/ 16 h 34"/>
                <a:gd name="T24" fmla="*/ 9 w 46"/>
                <a:gd name="T25" fmla="*/ 13 h 34"/>
                <a:gd name="T26" fmla="*/ 9 w 46"/>
                <a:gd name="T27" fmla="*/ 13 h 34"/>
                <a:gd name="T28" fmla="*/ 11 w 46"/>
                <a:gd name="T29" fmla="*/ 6 h 34"/>
                <a:gd name="T30" fmla="*/ 13 w 46"/>
                <a:gd name="T31" fmla="*/ 4 h 34"/>
                <a:gd name="T32" fmla="*/ 14 w 46"/>
                <a:gd name="T33" fmla="*/ 2 h 34"/>
                <a:gd name="T34" fmla="*/ 14 w 46"/>
                <a:gd name="T35" fmla="*/ 2 h 34"/>
                <a:gd name="T36" fmla="*/ 19 w 46"/>
                <a:gd name="T37" fmla="*/ 1 h 34"/>
                <a:gd name="T38" fmla="*/ 22 w 46"/>
                <a:gd name="T39" fmla="*/ 0 h 34"/>
                <a:gd name="T40" fmla="*/ 25 w 46"/>
                <a:gd name="T41" fmla="*/ 1 h 34"/>
                <a:gd name="T42" fmla="*/ 25 w 46"/>
                <a:gd name="T43" fmla="*/ 1 h 34"/>
                <a:gd name="T44" fmla="*/ 32 w 46"/>
                <a:gd name="T45" fmla="*/ 2 h 34"/>
                <a:gd name="T46" fmla="*/ 35 w 46"/>
                <a:gd name="T47" fmla="*/ 5 h 34"/>
                <a:gd name="T48" fmla="*/ 39 w 46"/>
                <a:gd name="T49" fmla="*/ 7 h 34"/>
                <a:gd name="T50" fmla="*/ 39 w 46"/>
                <a:gd name="T51" fmla="*/ 7 h 34"/>
                <a:gd name="T52" fmla="*/ 43 w 46"/>
                <a:gd name="T53" fmla="*/ 13 h 34"/>
                <a:gd name="T54" fmla="*/ 45 w 46"/>
                <a:gd name="T55" fmla="*/ 23 h 34"/>
                <a:gd name="T56" fmla="*/ 46 w 46"/>
                <a:gd name="T57" fmla="*/ 31 h 34"/>
                <a:gd name="T58" fmla="*/ 46 w 46"/>
                <a:gd name="T59" fmla="*/ 33 h 34"/>
                <a:gd name="T60" fmla="*/ 45 w 46"/>
                <a:gd name="T6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6" h="34">
                  <a:moveTo>
                    <a:pt x="45" y="34"/>
                  </a:moveTo>
                  <a:lnTo>
                    <a:pt x="45" y="34"/>
                  </a:lnTo>
                  <a:lnTo>
                    <a:pt x="25" y="28"/>
                  </a:lnTo>
                  <a:lnTo>
                    <a:pt x="8" y="26"/>
                  </a:lnTo>
                  <a:lnTo>
                    <a:pt x="8" y="26"/>
                  </a:lnTo>
                  <a:lnTo>
                    <a:pt x="1" y="27"/>
                  </a:lnTo>
                  <a:lnTo>
                    <a:pt x="0" y="27"/>
                  </a:lnTo>
                  <a:lnTo>
                    <a:pt x="0" y="26"/>
                  </a:lnTo>
                  <a:lnTo>
                    <a:pt x="0" y="26"/>
                  </a:lnTo>
                  <a:lnTo>
                    <a:pt x="2" y="22"/>
                  </a:lnTo>
                  <a:lnTo>
                    <a:pt x="6" y="20"/>
                  </a:lnTo>
                  <a:lnTo>
                    <a:pt x="8" y="16"/>
                  </a:lnTo>
                  <a:lnTo>
                    <a:pt x="9" y="13"/>
                  </a:lnTo>
                  <a:lnTo>
                    <a:pt x="9" y="13"/>
                  </a:lnTo>
                  <a:lnTo>
                    <a:pt x="11" y="6"/>
                  </a:lnTo>
                  <a:lnTo>
                    <a:pt x="13" y="4"/>
                  </a:lnTo>
                  <a:lnTo>
                    <a:pt x="14" y="2"/>
                  </a:lnTo>
                  <a:lnTo>
                    <a:pt x="14" y="2"/>
                  </a:lnTo>
                  <a:lnTo>
                    <a:pt x="19" y="1"/>
                  </a:lnTo>
                  <a:lnTo>
                    <a:pt x="22" y="0"/>
                  </a:lnTo>
                  <a:lnTo>
                    <a:pt x="25" y="1"/>
                  </a:lnTo>
                  <a:lnTo>
                    <a:pt x="25" y="1"/>
                  </a:lnTo>
                  <a:lnTo>
                    <a:pt x="32" y="2"/>
                  </a:lnTo>
                  <a:lnTo>
                    <a:pt x="35" y="5"/>
                  </a:lnTo>
                  <a:lnTo>
                    <a:pt x="39" y="7"/>
                  </a:lnTo>
                  <a:lnTo>
                    <a:pt x="39" y="7"/>
                  </a:lnTo>
                  <a:lnTo>
                    <a:pt x="43" y="13"/>
                  </a:lnTo>
                  <a:lnTo>
                    <a:pt x="45" y="23"/>
                  </a:lnTo>
                  <a:lnTo>
                    <a:pt x="46" y="31"/>
                  </a:lnTo>
                  <a:lnTo>
                    <a:pt x="46" y="33"/>
                  </a:lnTo>
                  <a:lnTo>
                    <a:pt x="45" y="3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3" name="Freeform 1471"/>
            <p:cNvSpPr>
              <a:spLocks/>
            </p:cNvSpPr>
            <p:nvPr/>
          </p:nvSpPr>
          <p:spPr bwMode="gray">
            <a:xfrm>
              <a:off x="7236407" y="2156239"/>
              <a:ext cx="38426" cy="47946"/>
            </a:xfrm>
            <a:custGeom>
              <a:avLst/>
              <a:gdLst>
                <a:gd name="T0" fmla="*/ 2 w 13"/>
                <a:gd name="T1" fmla="*/ 16 h 16"/>
                <a:gd name="T2" fmla="*/ 2 w 13"/>
                <a:gd name="T3" fmla="*/ 16 h 16"/>
                <a:gd name="T4" fmla="*/ 1 w 13"/>
                <a:gd name="T5" fmla="*/ 13 h 16"/>
                <a:gd name="T6" fmla="*/ 0 w 13"/>
                <a:gd name="T7" fmla="*/ 12 h 16"/>
                <a:gd name="T8" fmla="*/ 1 w 13"/>
                <a:gd name="T9" fmla="*/ 6 h 16"/>
                <a:gd name="T10" fmla="*/ 3 w 13"/>
                <a:gd name="T11" fmla="*/ 2 h 16"/>
                <a:gd name="T12" fmla="*/ 7 w 13"/>
                <a:gd name="T13" fmla="*/ 0 h 16"/>
                <a:gd name="T14" fmla="*/ 7 w 13"/>
                <a:gd name="T15" fmla="*/ 0 h 16"/>
                <a:gd name="T16" fmla="*/ 9 w 13"/>
                <a:gd name="T17" fmla="*/ 0 h 16"/>
                <a:gd name="T18" fmla="*/ 11 w 13"/>
                <a:gd name="T19" fmla="*/ 1 h 16"/>
                <a:gd name="T20" fmla="*/ 13 w 13"/>
                <a:gd name="T21" fmla="*/ 5 h 16"/>
                <a:gd name="T22" fmla="*/ 13 w 13"/>
                <a:gd name="T23" fmla="*/ 5 h 16"/>
                <a:gd name="T24" fmla="*/ 12 w 13"/>
                <a:gd name="T25" fmla="*/ 7 h 16"/>
                <a:gd name="T26" fmla="*/ 9 w 13"/>
                <a:gd name="T27" fmla="*/ 12 h 16"/>
                <a:gd name="T28" fmla="*/ 7 w 13"/>
                <a:gd name="T29" fmla="*/ 16 h 16"/>
                <a:gd name="T30" fmla="*/ 5 w 13"/>
                <a:gd name="T31" fmla="*/ 16 h 16"/>
                <a:gd name="T32" fmla="*/ 2 w 13"/>
                <a:gd name="T33"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16">
                  <a:moveTo>
                    <a:pt x="2" y="16"/>
                  </a:moveTo>
                  <a:lnTo>
                    <a:pt x="2" y="16"/>
                  </a:lnTo>
                  <a:lnTo>
                    <a:pt x="1" y="13"/>
                  </a:lnTo>
                  <a:lnTo>
                    <a:pt x="0" y="12"/>
                  </a:lnTo>
                  <a:lnTo>
                    <a:pt x="1" y="6"/>
                  </a:lnTo>
                  <a:lnTo>
                    <a:pt x="3" y="2"/>
                  </a:lnTo>
                  <a:lnTo>
                    <a:pt x="7" y="0"/>
                  </a:lnTo>
                  <a:lnTo>
                    <a:pt x="7" y="0"/>
                  </a:lnTo>
                  <a:lnTo>
                    <a:pt x="9" y="0"/>
                  </a:lnTo>
                  <a:lnTo>
                    <a:pt x="11" y="1"/>
                  </a:lnTo>
                  <a:lnTo>
                    <a:pt x="13" y="5"/>
                  </a:lnTo>
                  <a:lnTo>
                    <a:pt x="13" y="5"/>
                  </a:lnTo>
                  <a:lnTo>
                    <a:pt x="12" y="7"/>
                  </a:lnTo>
                  <a:lnTo>
                    <a:pt x="9" y="12"/>
                  </a:lnTo>
                  <a:lnTo>
                    <a:pt x="7" y="16"/>
                  </a:lnTo>
                  <a:lnTo>
                    <a:pt x="5" y="16"/>
                  </a:lnTo>
                  <a:lnTo>
                    <a:pt x="2" y="1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4" name="Freeform 1473"/>
            <p:cNvSpPr>
              <a:spLocks/>
            </p:cNvSpPr>
            <p:nvPr/>
          </p:nvSpPr>
          <p:spPr bwMode="gray">
            <a:xfrm>
              <a:off x="7103393" y="1853579"/>
              <a:ext cx="348793" cy="236734"/>
            </a:xfrm>
            <a:custGeom>
              <a:avLst/>
              <a:gdLst>
                <a:gd name="T0" fmla="*/ 74 w 118"/>
                <a:gd name="T1" fmla="*/ 69 h 79"/>
                <a:gd name="T2" fmla="*/ 72 w 118"/>
                <a:gd name="T3" fmla="*/ 64 h 79"/>
                <a:gd name="T4" fmla="*/ 67 w 118"/>
                <a:gd name="T5" fmla="*/ 64 h 79"/>
                <a:gd name="T6" fmla="*/ 57 w 118"/>
                <a:gd name="T7" fmla="*/ 68 h 79"/>
                <a:gd name="T8" fmla="*/ 47 w 118"/>
                <a:gd name="T9" fmla="*/ 66 h 79"/>
                <a:gd name="T10" fmla="*/ 41 w 118"/>
                <a:gd name="T11" fmla="*/ 63 h 79"/>
                <a:gd name="T12" fmla="*/ 37 w 118"/>
                <a:gd name="T13" fmla="*/ 63 h 79"/>
                <a:gd name="T14" fmla="*/ 36 w 118"/>
                <a:gd name="T15" fmla="*/ 70 h 79"/>
                <a:gd name="T16" fmla="*/ 31 w 118"/>
                <a:gd name="T17" fmla="*/ 79 h 79"/>
                <a:gd name="T18" fmla="*/ 22 w 118"/>
                <a:gd name="T19" fmla="*/ 77 h 79"/>
                <a:gd name="T20" fmla="*/ 18 w 118"/>
                <a:gd name="T21" fmla="*/ 71 h 79"/>
                <a:gd name="T22" fmla="*/ 8 w 118"/>
                <a:gd name="T23" fmla="*/ 58 h 79"/>
                <a:gd name="T24" fmla="*/ 0 w 118"/>
                <a:gd name="T25" fmla="*/ 45 h 79"/>
                <a:gd name="T26" fmla="*/ 0 w 118"/>
                <a:gd name="T27" fmla="*/ 43 h 79"/>
                <a:gd name="T28" fmla="*/ 8 w 118"/>
                <a:gd name="T29" fmla="*/ 44 h 79"/>
                <a:gd name="T30" fmla="*/ 8 w 118"/>
                <a:gd name="T31" fmla="*/ 39 h 79"/>
                <a:gd name="T32" fmla="*/ 5 w 118"/>
                <a:gd name="T33" fmla="*/ 27 h 79"/>
                <a:gd name="T34" fmla="*/ 8 w 118"/>
                <a:gd name="T35" fmla="*/ 25 h 79"/>
                <a:gd name="T36" fmla="*/ 9 w 118"/>
                <a:gd name="T37" fmla="*/ 23 h 79"/>
                <a:gd name="T38" fmla="*/ 9 w 118"/>
                <a:gd name="T39" fmla="*/ 11 h 79"/>
                <a:gd name="T40" fmla="*/ 22 w 118"/>
                <a:gd name="T41" fmla="*/ 4 h 79"/>
                <a:gd name="T42" fmla="*/ 27 w 118"/>
                <a:gd name="T43" fmla="*/ 0 h 79"/>
                <a:gd name="T44" fmla="*/ 32 w 118"/>
                <a:gd name="T45" fmla="*/ 4 h 79"/>
                <a:gd name="T46" fmla="*/ 41 w 118"/>
                <a:gd name="T47" fmla="*/ 13 h 79"/>
                <a:gd name="T48" fmla="*/ 43 w 118"/>
                <a:gd name="T49" fmla="*/ 20 h 79"/>
                <a:gd name="T50" fmla="*/ 51 w 118"/>
                <a:gd name="T51" fmla="*/ 20 h 79"/>
                <a:gd name="T52" fmla="*/ 52 w 118"/>
                <a:gd name="T53" fmla="*/ 21 h 79"/>
                <a:gd name="T54" fmla="*/ 56 w 118"/>
                <a:gd name="T55" fmla="*/ 29 h 79"/>
                <a:gd name="T56" fmla="*/ 59 w 118"/>
                <a:gd name="T57" fmla="*/ 27 h 79"/>
                <a:gd name="T58" fmla="*/ 59 w 118"/>
                <a:gd name="T59" fmla="*/ 13 h 79"/>
                <a:gd name="T60" fmla="*/ 63 w 118"/>
                <a:gd name="T61" fmla="*/ 7 h 79"/>
                <a:gd name="T62" fmla="*/ 63 w 118"/>
                <a:gd name="T63" fmla="*/ 2 h 79"/>
                <a:gd name="T64" fmla="*/ 67 w 118"/>
                <a:gd name="T65" fmla="*/ 2 h 79"/>
                <a:gd name="T66" fmla="*/ 73 w 118"/>
                <a:gd name="T67" fmla="*/ 10 h 79"/>
                <a:gd name="T68" fmla="*/ 85 w 118"/>
                <a:gd name="T69" fmla="*/ 20 h 79"/>
                <a:gd name="T70" fmla="*/ 98 w 118"/>
                <a:gd name="T71" fmla="*/ 20 h 79"/>
                <a:gd name="T72" fmla="*/ 112 w 118"/>
                <a:gd name="T73" fmla="*/ 29 h 79"/>
                <a:gd name="T74" fmla="*/ 117 w 118"/>
                <a:gd name="T75" fmla="*/ 34 h 79"/>
                <a:gd name="T76" fmla="*/ 111 w 118"/>
                <a:gd name="T77" fmla="*/ 38 h 79"/>
                <a:gd name="T78" fmla="*/ 111 w 118"/>
                <a:gd name="T79" fmla="*/ 47 h 79"/>
                <a:gd name="T80" fmla="*/ 110 w 118"/>
                <a:gd name="T81" fmla="*/ 53 h 79"/>
                <a:gd name="T82" fmla="*/ 99 w 118"/>
                <a:gd name="T83" fmla="*/ 61 h 79"/>
                <a:gd name="T84" fmla="*/ 89 w 118"/>
                <a:gd name="T85" fmla="*/ 58 h 79"/>
                <a:gd name="T86" fmla="*/ 83 w 118"/>
                <a:gd name="T87" fmla="*/ 53 h 79"/>
                <a:gd name="T88" fmla="*/ 80 w 118"/>
                <a:gd name="T89" fmla="*/ 38 h 79"/>
                <a:gd name="T90" fmla="*/ 84 w 118"/>
                <a:gd name="T91" fmla="*/ 29 h 79"/>
                <a:gd name="T92" fmla="*/ 79 w 118"/>
                <a:gd name="T93" fmla="*/ 27 h 79"/>
                <a:gd name="T94" fmla="*/ 74 w 118"/>
                <a:gd name="T95" fmla="*/ 29 h 79"/>
                <a:gd name="T96" fmla="*/ 73 w 118"/>
                <a:gd name="T97" fmla="*/ 39 h 79"/>
                <a:gd name="T98" fmla="*/ 80 w 118"/>
                <a:gd name="T99" fmla="*/ 58 h 79"/>
                <a:gd name="T100" fmla="*/ 85 w 118"/>
                <a:gd name="T101" fmla="*/ 61 h 79"/>
                <a:gd name="T102" fmla="*/ 93 w 118"/>
                <a:gd name="T103" fmla="*/ 66 h 79"/>
                <a:gd name="T104" fmla="*/ 85 w 118"/>
                <a:gd name="T105" fmla="*/ 68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18" h="79">
                  <a:moveTo>
                    <a:pt x="77" y="69"/>
                  </a:moveTo>
                  <a:lnTo>
                    <a:pt x="77" y="69"/>
                  </a:lnTo>
                  <a:lnTo>
                    <a:pt x="74" y="69"/>
                  </a:lnTo>
                  <a:lnTo>
                    <a:pt x="73" y="68"/>
                  </a:lnTo>
                  <a:lnTo>
                    <a:pt x="72" y="64"/>
                  </a:lnTo>
                  <a:lnTo>
                    <a:pt x="72" y="64"/>
                  </a:lnTo>
                  <a:lnTo>
                    <a:pt x="72" y="63"/>
                  </a:lnTo>
                  <a:lnTo>
                    <a:pt x="72" y="63"/>
                  </a:lnTo>
                  <a:lnTo>
                    <a:pt x="67" y="64"/>
                  </a:lnTo>
                  <a:lnTo>
                    <a:pt x="67" y="64"/>
                  </a:lnTo>
                  <a:lnTo>
                    <a:pt x="62" y="66"/>
                  </a:lnTo>
                  <a:lnTo>
                    <a:pt x="57" y="68"/>
                  </a:lnTo>
                  <a:lnTo>
                    <a:pt x="51" y="68"/>
                  </a:lnTo>
                  <a:lnTo>
                    <a:pt x="47" y="66"/>
                  </a:lnTo>
                  <a:lnTo>
                    <a:pt x="47" y="66"/>
                  </a:lnTo>
                  <a:lnTo>
                    <a:pt x="45" y="65"/>
                  </a:lnTo>
                  <a:lnTo>
                    <a:pt x="42" y="64"/>
                  </a:lnTo>
                  <a:lnTo>
                    <a:pt x="41" y="63"/>
                  </a:lnTo>
                  <a:lnTo>
                    <a:pt x="40" y="63"/>
                  </a:lnTo>
                  <a:lnTo>
                    <a:pt x="40" y="63"/>
                  </a:lnTo>
                  <a:lnTo>
                    <a:pt x="37" y="63"/>
                  </a:lnTo>
                  <a:lnTo>
                    <a:pt x="37" y="65"/>
                  </a:lnTo>
                  <a:lnTo>
                    <a:pt x="36" y="70"/>
                  </a:lnTo>
                  <a:lnTo>
                    <a:pt x="36" y="70"/>
                  </a:lnTo>
                  <a:lnTo>
                    <a:pt x="36" y="76"/>
                  </a:lnTo>
                  <a:lnTo>
                    <a:pt x="35" y="79"/>
                  </a:lnTo>
                  <a:lnTo>
                    <a:pt x="31" y="79"/>
                  </a:lnTo>
                  <a:lnTo>
                    <a:pt x="31" y="79"/>
                  </a:lnTo>
                  <a:lnTo>
                    <a:pt x="26" y="79"/>
                  </a:lnTo>
                  <a:lnTo>
                    <a:pt x="22" y="77"/>
                  </a:lnTo>
                  <a:lnTo>
                    <a:pt x="20" y="75"/>
                  </a:lnTo>
                  <a:lnTo>
                    <a:pt x="18" y="71"/>
                  </a:lnTo>
                  <a:lnTo>
                    <a:pt x="18" y="71"/>
                  </a:lnTo>
                  <a:lnTo>
                    <a:pt x="16" y="68"/>
                  </a:lnTo>
                  <a:lnTo>
                    <a:pt x="14" y="64"/>
                  </a:lnTo>
                  <a:lnTo>
                    <a:pt x="8" y="58"/>
                  </a:lnTo>
                  <a:lnTo>
                    <a:pt x="8" y="58"/>
                  </a:lnTo>
                  <a:lnTo>
                    <a:pt x="2" y="49"/>
                  </a:lnTo>
                  <a:lnTo>
                    <a:pt x="0" y="45"/>
                  </a:lnTo>
                  <a:lnTo>
                    <a:pt x="0" y="44"/>
                  </a:lnTo>
                  <a:lnTo>
                    <a:pt x="0" y="43"/>
                  </a:lnTo>
                  <a:lnTo>
                    <a:pt x="0" y="43"/>
                  </a:lnTo>
                  <a:lnTo>
                    <a:pt x="4" y="43"/>
                  </a:lnTo>
                  <a:lnTo>
                    <a:pt x="5" y="44"/>
                  </a:lnTo>
                  <a:lnTo>
                    <a:pt x="8" y="44"/>
                  </a:lnTo>
                  <a:lnTo>
                    <a:pt x="8" y="43"/>
                  </a:lnTo>
                  <a:lnTo>
                    <a:pt x="8" y="43"/>
                  </a:lnTo>
                  <a:lnTo>
                    <a:pt x="8" y="39"/>
                  </a:lnTo>
                  <a:lnTo>
                    <a:pt x="6" y="34"/>
                  </a:lnTo>
                  <a:lnTo>
                    <a:pt x="5" y="29"/>
                  </a:lnTo>
                  <a:lnTo>
                    <a:pt x="5" y="27"/>
                  </a:lnTo>
                  <a:lnTo>
                    <a:pt x="6" y="26"/>
                  </a:lnTo>
                  <a:lnTo>
                    <a:pt x="6" y="26"/>
                  </a:lnTo>
                  <a:lnTo>
                    <a:pt x="8" y="25"/>
                  </a:lnTo>
                  <a:lnTo>
                    <a:pt x="9" y="25"/>
                  </a:lnTo>
                  <a:lnTo>
                    <a:pt x="9" y="23"/>
                  </a:lnTo>
                  <a:lnTo>
                    <a:pt x="9" y="23"/>
                  </a:lnTo>
                  <a:lnTo>
                    <a:pt x="8" y="16"/>
                  </a:lnTo>
                  <a:lnTo>
                    <a:pt x="8" y="13"/>
                  </a:lnTo>
                  <a:lnTo>
                    <a:pt x="9" y="11"/>
                  </a:lnTo>
                  <a:lnTo>
                    <a:pt x="9" y="11"/>
                  </a:lnTo>
                  <a:lnTo>
                    <a:pt x="15" y="7"/>
                  </a:lnTo>
                  <a:lnTo>
                    <a:pt x="22" y="4"/>
                  </a:lnTo>
                  <a:lnTo>
                    <a:pt x="22" y="4"/>
                  </a:lnTo>
                  <a:lnTo>
                    <a:pt x="26" y="1"/>
                  </a:lnTo>
                  <a:lnTo>
                    <a:pt x="27" y="0"/>
                  </a:lnTo>
                  <a:lnTo>
                    <a:pt x="30" y="1"/>
                  </a:lnTo>
                  <a:lnTo>
                    <a:pt x="32" y="4"/>
                  </a:lnTo>
                  <a:lnTo>
                    <a:pt x="32" y="4"/>
                  </a:lnTo>
                  <a:lnTo>
                    <a:pt x="37" y="8"/>
                  </a:lnTo>
                  <a:lnTo>
                    <a:pt x="40" y="11"/>
                  </a:lnTo>
                  <a:lnTo>
                    <a:pt x="41" y="13"/>
                  </a:lnTo>
                  <a:lnTo>
                    <a:pt x="41" y="13"/>
                  </a:lnTo>
                  <a:lnTo>
                    <a:pt x="42" y="18"/>
                  </a:lnTo>
                  <a:lnTo>
                    <a:pt x="43" y="20"/>
                  </a:lnTo>
                  <a:lnTo>
                    <a:pt x="46" y="21"/>
                  </a:lnTo>
                  <a:lnTo>
                    <a:pt x="46" y="21"/>
                  </a:lnTo>
                  <a:lnTo>
                    <a:pt x="51" y="20"/>
                  </a:lnTo>
                  <a:lnTo>
                    <a:pt x="52" y="20"/>
                  </a:lnTo>
                  <a:lnTo>
                    <a:pt x="52" y="21"/>
                  </a:lnTo>
                  <a:lnTo>
                    <a:pt x="52" y="21"/>
                  </a:lnTo>
                  <a:lnTo>
                    <a:pt x="53" y="27"/>
                  </a:lnTo>
                  <a:lnTo>
                    <a:pt x="54" y="28"/>
                  </a:lnTo>
                  <a:lnTo>
                    <a:pt x="56" y="29"/>
                  </a:lnTo>
                  <a:lnTo>
                    <a:pt x="56" y="29"/>
                  </a:lnTo>
                  <a:lnTo>
                    <a:pt x="58" y="28"/>
                  </a:lnTo>
                  <a:lnTo>
                    <a:pt x="59" y="27"/>
                  </a:lnTo>
                  <a:lnTo>
                    <a:pt x="59" y="21"/>
                  </a:lnTo>
                  <a:lnTo>
                    <a:pt x="59" y="21"/>
                  </a:lnTo>
                  <a:lnTo>
                    <a:pt x="59" y="13"/>
                  </a:lnTo>
                  <a:lnTo>
                    <a:pt x="61" y="10"/>
                  </a:lnTo>
                  <a:lnTo>
                    <a:pt x="63" y="7"/>
                  </a:lnTo>
                  <a:lnTo>
                    <a:pt x="63" y="7"/>
                  </a:lnTo>
                  <a:lnTo>
                    <a:pt x="64" y="6"/>
                  </a:lnTo>
                  <a:lnTo>
                    <a:pt x="63" y="4"/>
                  </a:lnTo>
                  <a:lnTo>
                    <a:pt x="63" y="2"/>
                  </a:lnTo>
                  <a:lnTo>
                    <a:pt x="64" y="1"/>
                  </a:lnTo>
                  <a:lnTo>
                    <a:pt x="64" y="1"/>
                  </a:lnTo>
                  <a:lnTo>
                    <a:pt x="67" y="2"/>
                  </a:lnTo>
                  <a:lnTo>
                    <a:pt x="68" y="5"/>
                  </a:lnTo>
                  <a:lnTo>
                    <a:pt x="73" y="10"/>
                  </a:lnTo>
                  <a:lnTo>
                    <a:pt x="73" y="10"/>
                  </a:lnTo>
                  <a:lnTo>
                    <a:pt x="79" y="16"/>
                  </a:lnTo>
                  <a:lnTo>
                    <a:pt x="82" y="18"/>
                  </a:lnTo>
                  <a:lnTo>
                    <a:pt x="85" y="20"/>
                  </a:lnTo>
                  <a:lnTo>
                    <a:pt x="85" y="20"/>
                  </a:lnTo>
                  <a:lnTo>
                    <a:pt x="94" y="18"/>
                  </a:lnTo>
                  <a:lnTo>
                    <a:pt x="98" y="20"/>
                  </a:lnTo>
                  <a:lnTo>
                    <a:pt x="101" y="21"/>
                  </a:lnTo>
                  <a:lnTo>
                    <a:pt x="101" y="21"/>
                  </a:lnTo>
                  <a:lnTo>
                    <a:pt x="112" y="29"/>
                  </a:lnTo>
                  <a:lnTo>
                    <a:pt x="117" y="32"/>
                  </a:lnTo>
                  <a:lnTo>
                    <a:pt x="118" y="33"/>
                  </a:lnTo>
                  <a:lnTo>
                    <a:pt x="117" y="34"/>
                  </a:lnTo>
                  <a:lnTo>
                    <a:pt x="117" y="34"/>
                  </a:lnTo>
                  <a:lnTo>
                    <a:pt x="114" y="37"/>
                  </a:lnTo>
                  <a:lnTo>
                    <a:pt x="111" y="38"/>
                  </a:lnTo>
                  <a:lnTo>
                    <a:pt x="110" y="39"/>
                  </a:lnTo>
                  <a:lnTo>
                    <a:pt x="110" y="39"/>
                  </a:lnTo>
                  <a:lnTo>
                    <a:pt x="111" y="47"/>
                  </a:lnTo>
                  <a:lnTo>
                    <a:pt x="111" y="50"/>
                  </a:lnTo>
                  <a:lnTo>
                    <a:pt x="110" y="53"/>
                  </a:lnTo>
                  <a:lnTo>
                    <a:pt x="110" y="53"/>
                  </a:lnTo>
                  <a:lnTo>
                    <a:pt x="104" y="59"/>
                  </a:lnTo>
                  <a:lnTo>
                    <a:pt x="101" y="61"/>
                  </a:lnTo>
                  <a:lnTo>
                    <a:pt x="99" y="61"/>
                  </a:lnTo>
                  <a:lnTo>
                    <a:pt x="99" y="61"/>
                  </a:lnTo>
                  <a:lnTo>
                    <a:pt x="93" y="59"/>
                  </a:lnTo>
                  <a:lnTo>
                    <a:pt x="89" y="58"/>
                  </a:lnTo>
                  <a:lnTo>
                    <a:pt x="85" y="57"/>
                  </a:lnTo>
                  <a:lnTo>
                    <a:pt x="85" y="57"/>
                  </a:lnTo>
                  <a:lnTo>
                    <a:pt x="83" y="53"/>
                  </a:lnTo>
                  <a:lnTo>
                    <a:pt x="82" y="47"/>
                  </a:lnTo>
                  <a:lnTo>
                    <a:pt x="80" y="42"/>
                  </a:lnTo>
                  <a:lnTo>
                    <a:pt x="80" y="38"/>
                  </a:lnTo>
                  <a:lnTo>
                    <a:pt x="80" y="38"/>
                  </a:lnTo>
                  <a:lnTo>
                    <a:pt x="83" y="32"/>
                  </a:lnTo>
                  <a:lnTo>
                    <a:pt x="84" y="29"/>
                  </a:lnTo>
                  <a:lnTo>
                    <a:pt x="84" y="28"/>
                  </a:lnTo>
                  <a:lnTo>
                    <a:pt x="84" y="28"/>
                  </a:lnTo>
                  <a:lnTo>
                    <a:pt x="79" y="27"/>
                  </a:lnTo>
                  <a:lnTo>
                    <a:pt x="77" y="28"/>
                  </a:lnTo>
                  <a:lnTo>
                    <a:pt x="74" y="29"/>
                  </a:lnTo>
                  <a:lnTo>
                    <a:pt x="74" y="29"/>
                  </a:lnTo>
                  <a:lnTo>
                    <a:pt x="73" y="31"/>
                  </a:lnTo>
                  <a:lnTo>
                    <a:pt x="73" y="34"/>
                  </a:lnTo>
                  <a:lnTo>
                    <a:pt x="73" y="39"/>
                  </a:lnTo>
                  <a:lnTo>
                    <a:pt x="73" y="39"/>
                  </a:lnTo>
                  <a:lnTo>
                    <a:pt x="77" y="50"/>
                  </a:lnTo>
                  <a:lnTo>
                    <a:pt x="80" y="58"/>
                  </a:lnTo>
                  <a:lnTo>
                    <a:pt x="83" y="60"/>
                  </a:lnTo>
                  <a:lnTo>
                    <a:pt x="85" y="61"/>
                  </a:lnTo>
                  <a:lnTo>
                    <a:pt x="85" y="61"/>
                  </a:lnTo>
                  <a:lnTo>
                    <a:pt x="93" y="65"/>
                  </a:lnTo>
                  <a:lnTo>
                    <a:pt x="94" y="65"/>
                  </a:lnTo>
                  <a:lnTo>
                    <a:pt x="93" y="66"/>
                  </a:lnTo>
                  <a:lnTo>
                    <a:pt x="93" y="66"/>
                  </a:lnTo>
                  <a:lnTo>
                    <a:pt x="90" y="68"/>
                  </a:lnTo>
                  <a:lnTo>
                    <a:pt x="85" y="68"/>
                  </a:lnTo>
                  <a:lnTo>
                    <a:pt x="77" y="6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5" name="Freeform 1475"/>
            <p:cNvSpPr>
              <a:spLocks/>
            </p:cNvSpPr>
            <p:nvPr/>
          </p:nvSpPr>
          <p:spPr bwMode="gray">
            <a:xfrm>
              <a:off x="7490612" y="1967450"/>
              <a:ext cx="177353" cy="122863"/>
            </a:xfrm>
            <a:custGeom>
              <a:avLst/>
              <a:gdLst>
                <a:gd name="T0" fmla="*/ 37 w 60"/>
                <a:gd name="T1" fmla="*/ 41 h 41"/>
                <a:gd name="T2" fmla="*/ 37 w 60"/>
                <a:gd name="T3" fmla="*/ 41 h 41"/>
                <a:gd name="T4" fmla="*/ 35 w 60"/>
                <a:gd name="T5" fmla="*/ 39 h 41"/>
                <a:gd name="T6" fmla="*/ 33 w 60"/>
                <a:gd name="T7" fmla="*/ 37 h 41"/>
                <a:gd name="T8" fmla="*/ 32 w 60"/>
                <a:gd name="T9" fmla="*/ 36 h 41"/>
                <a:gd name="T10" fmla="*/ 29 w 60"/>
                <a:gd name="T11" fmla="*/ 35 h 41"/>
                <a:gd name="T12" fmla="*/ 29 w 60"/>
                <a:gd name="T13" fmla="*/ 35 h 41"/>
                <a:gd name="T14" fmla="*/ 24 w 60"/>
                <a:gd name="T15" fmla="*/ 32 h 41"/>
                <a:gd name="T16" fmla="*/ 19 w 60"/>
                <a:gd name="T17" fmla="*/ 28 h 41"/>
                <a:gd name="T18" fmla="*/ 13 w 60"/>
                <a:gd name="T19" fmla="*/ 23 h 41"/>
                <a:gd name="T20" fmla="*/ 13 w 60"/>
                <a:gd name="T21" fmla="*/ 23 h 41"/>
                <a:gd name="T22" fmla="*/ 12 w 60"/>
                <a:gd name="T23" fmla="*/ 22 h 41"/>
                <a:gd name="T24" fmla="*/ 10 w 60"/>
                <a:gd name="T25" fmla="*/ 19 h 41"/>
                <a:gd name="T26" fmla="*/ 6 w 60"/>
                <a:gd name="T27" fmla="*/ 12 h 41"/>
                <a:gd name="T28" fmla="*/ 6 w 60"/>
                <a:gd name="T29" fmla="*/ 12 h 41"/>
                <a:gd name="T30" fmla="*/ 1 w 60"/>
                <a:gd name="T31" fmla="*/ 5 h 41"/>
                <a:gd name="T32" fmla="*/ 0 w 60"/>
                <a:gd name="T33" fmla="*/ 3 h 41"/>
                <a:gd name="T34" fmla="*/ 0 w 60"/>
                <a:gd name="T35" fmla="*/ 0 h 41"/>
                <a:gd name="T36" fmla="*/ 0 w 60"/>
                <a:gd name="T37" fmla="*/ 0 h 41"/>
                <a:gd name="T38" fmla="*/ 1 w 60"/>
                <a:gd name="T39" fmla="*/ 0 h 41"/>
                <a:gd name="T40" fmla="*/ 3 w 60"/>
                <a:gd name="T41" fmla="*/ 3 h 41"/>
                <a:gd name="T42" fmla="*/ 6 w 60"/>
                <a:gd name="T43" fmla="*/ 5 h 41"/>
                <a:gd name="T44" fmla="*/ 10 w 60"/>
                <a:gd name="T45" fmla="*/ 6 h 41"/>
                <a:gd name="T46" fmla="*/ 10 w 60"/>
                <a:gd name="T47" fmla="*/ 6 h 41"/>
                <a:gd name="T48" fmla="*/ 22 w 60"/>
                <a:gd name="T49" fmla="*/ 5 h 41"/>
                <a:gd name="T50" fmla="*/ 22 w 60"/>
                <a:gd name="T51" fmla="*/ 5 h 41"/>
                <a:gd name="T52" fmla="*/ 29 w 60"/>
                <a:gd name="T53" fmla="*/ 5 h 41"/>
                <a:gd name="T54" fmla="*/ 31 w 60"/>
                <a:gd name="T55" fmla="*/ 6 h 41"/>
                <a:gd name="T56" fmla="*/ 29 w 60"/>
                <a:gd name="T57" fmla="*/ 7 h 41"/>
                <a:gd name="T58" fmla="*/ 29 w 60"/>
                <a:gd name="T59" fmla="*/ 7 h 41"/>
                <a:gd name="T60" fmla="*/ 27 w 60"/>
                <a:gd name="T61" fmla="*/ 11 h 41"/>
                <a:gd name="T62" fmla="*/ 28 w 60"/>
                <a:gd name="T63" fmla="*/ 12 h 41"/>
                <a:gd name="T64" fmla="*/ 31 w 60"/>
                <a:gd name="T65" fmla="*/ 14 h 41"/>
                <a:gd name="T66" fmla="*/ 31 w 60"/>
                <a:gd name="T67" fmla="*/ 14 h 41"/>
                <a:gd name="T68" fmla="*/ 33 w 60"/>
                <a:gd name="T69" fmla="*/ 12 h 41"/>
                <a:gd name="T70" fmla="*/ 34 w 60"/>
                <a:gd name="T71" fmla="*/ 11 h 41"/>
                <a:gd name="T72" fmla="*/ 35 w 60"/>
                <a:gd name="T73" fmla="*/ 11 h 41"/>
                <a:gd name="T74" fmla="*/ 39 w 60"/>
                <a:gd name="T75" fmla="*/ 12 h 41"/>
                <a:gd name="T76" fmla="*/ 39 w 60"/>
                <a:gd name="T77" fmla="*/ 12 h 41"/>
                <a:gd name="T78" fmla="*/ 49 w 60"/>
                <a:gd name="T79" fmla="*/ 17 h 41"/>
                <a:gd name="T80" fmla="*/ 53 w 60"/>
                <a:gd name="T81" fmla="*/ 20 h 41"/>
                <a:gd name="T82" fmla="*/ 55 w 60"/>
                <a:gd name="T83" fmla="*/ 20 h 41"/>
                <a:gd name="T84" fmla="*/ 55 w 60"/>
                <a:gd name="T85" fmla="*/ 20 h 41"/>
                <a:gd name="T86" fmla="*/ 58 w 60"/>
                <a:gd name="T87" fmla="*/ 21 h 41"/>
                <a:gd name="T88" fmla="*/ 59 w 60"/>
                <a:gd name="T89" fmla="*/ 22 h 41"/>
                <a:gd name="T90" fmla="*/ 60 w 60"/>
                <a:gd name="T91" fmla="*/ 23 h 41"/>
                <a:gd name="T92" fmla="*/ 59 w 60"/>
                <a:gd name="T93" fmla="*/ 26 h 41"/>
                <a:gd name="T94" fmla="*/ 59 w 60"/>
                <a:gd name="T95" fmla="*/ 26 h 41"/>
                <a:gd name="T96" fmla="*/ 54 w 60"/>
                <a:gd name="T97" fmla="*/ 33 h 41"/>
                <a:gd name="T98" fmla="*/ 51 w 60"/>
                <a:gd name="T99" fmla="*/ 37 h 41"/>
                <a:gd name="T100" fmla="*/ 48 w 60"/>
                <a:gd name="T101" fmla="*/ 38 h 41"/>
                <a:gd name="T102" fmla="*/ 48 w 60"/>
                <a:gd name="T103" fmla="*/ 38 h 41"/>
                <a:gd name="T104" fmla="*/ 45 w 60"/>
                <a:gd name="T105" fmla="*/ 38 h 41"/>
                <a:gd name="T106" fmla="*/ 43 w 60"/>
                <a:gd name="T107" fmla="*/ 37 h 41"/>
                <a:gd name="T108" fmla="*/ 40 w 60"/>
                <a:gd name="T109" fmla="*/ 36 h 41"/>
                <a:gd name="T110" fmla="*/ 40 w 60"/>
                <a:gd name="T111" fmla="*/ 36 h 41"/>
                <a:gd name="T112" fmla="*/ 39 w 60"/>
                <a:gd name="T113" fmla="*/ 37 h 41"/>
                <a:gd name="T114" fmla="*/ 39 w 60"/>
                <a:gd name="T115" fmla="*/ 38 h 41"/>
                <a:gd name="T116" fmla="*/ 39 w 60"/>
                <a:gd name="T117" fmla="*/ 39 h 41"/>
                <a:gd name="T118" fmla="*/ 37 w 60"/>
                <a:gd name="T119" fmla="*/ 41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0" h="41">
                  <a:moveTo>
                    <a:pt x="37" y="41"/>
                  </a:moveTo>
                  <a:lnTo>
                    <a:pt x="37" y="41"/>
                  </a:lnTo>
                  <a:lnTo>
                    <a:pt x="35" y="39"/>
                  </a:lnTo>
                  <a:lnTo>
                    <a:pt x="33" y="37"/>
                  </a:lnTo>
                  <a:lnTo>
                    <a:pt x="32" y="36"/>
                  </a:lnTo>
                  <a:lnTo>
                    <a:pt x="29" y="35"/>
                  </a:lnTo>
                  <a:lnTo>
                    <a:pt x="29" y="35"/>
                  </a:lnTo>
                  <a:lnTo>
                    <a:pt x="24" y="32"/>
                  </a:lnTo>
                  <a:lnTo>
                    <a:pt x="19" y="28"/>
                  </a:lnTo>
                  <a:lnTo>
                    <a:pt x="13" y="23"/>
                  </a:lnTo>
                  <a:lnTo>
                    <a:pt x="13" y="23"/>
                  </a:lnTo>
                  <a:lnTo>
                    <a:pt x="12" y="22"/>
                  </a:lnTo>
                  <a:lnTo>
                    <a:pt x="10" y="19"/>
                  </a:lnTo>
                  <a:lnTo>
                    <a:pt x="6" y="12"/>
                  </a:lnTo>
                  <a:lnTo>
                    <a:pt x="6" y="12"/>
                  </a:lnTo>
                  <a:lnTo>
                    <a:pt x="1" y="5"/>
                  </a:lnTo>
                  <a:lnTo>
                    <a:pt x="0" y="3"/>
                  </a:lnTo>
                  <a:lnTo>
                    <a:pt x="0" y="0"/>
                  </a:lnTo>
                  <a:lnTo>
                    <a:pt x="0" y="0"/>
                  </a:lnTo>
                  <a:lnTo>
                    <a:pt x="1" y="0"/>
                  </a:lnTo>
                  <a:lnTo>
                    <a:pt x="3" y="3"/>
                  </a:lnTo>
                  <a:lnTo>
                    <a:pt x="6" y="5"/>
                  </a:lnTo>
                  <a:lnTo>
                    <a:pt x="10" y="6"/>
                  </a:lnTo>
                  <a:lnTo>
                    <a:pt x="10" y="6"/>
                  </a:lnTo>
                  <a:lnTo>
                    <a:pt x="22" y="5"/>
                  </a:lnTo>
                  <a:lnTo>
                    <a:pt x="22" y="5"/>
                  </a:lnTo>
                  <a:lnTo>
                    <a:pt x="29" y="5"/>
                  </a:lnTo>
                  <a:lnTo>
                    <a:pt x="31" y="6"/>
                  </a:lnTo>
                  <a:lnTo>
                    <a:pt x="29" y="7"/>
                  </a:lnTo>
                  <a:lnTo>
                    <a:pt x="29" y="7"/>
                  </a:lnTo>
                  <a:lnTo>
                    <a:pt x="27" y="11"/>
                  </a:lnTo>
                  <a:lnTo>
                    <a:pt x="28" y="12"/>
                  </a:lnTo>
                  <a:lnTo>
                    <a:pt x="31" y="14"/>
                  </a:lnTo>
                  <a:lnTo>
                    <a:pt x="31" y="14"/>
                  </a:lnTo>
                  <a:lnTo>
                    <a:pt x="33" y="12"/>
                  </a:lnTo>
                  <a:lnTo>
                    <a:pt x="34" y="11"/>
                  </a:lnTo>
                  <a:lnTo>
                    <a:pt x="35" y="11"/>
                  </a:lnTo>
                  <a:lnTo>
                    <a:pt x="39" y="12"/>
                  </a:lnTo>
                  <a:lnTo>
                    <a:pt x="39" y="12"/>
                  </a:lnTo>
                  <a:lnTo>
                    <a:pt x="49" y="17"/>
                  </a:lnTo>
                  <a:lnTo>
                    <a:pt x="53" y="20"/>
                  </a:lnTo>
                  <a:lnTo>
                    <a:pt x="55" y="20"/>
                  </a:lnTo>
                  <a:lnTo>
                    <a:pt x="55" y="20"/>
                  </a:lnTo>
                  <a:lnTo>
                    <a:pt x="58" y="21"/>
                  </a:lnTo>
                  <a:lnTo>
                    <a:pt x="59" y="22"/>
                  </a:lnTo>
                  <a:lnTo>
                    <a:pt x="60" y="23"/>
                  </a:lnTo>
                  <a:lnTo>
                    <a:pt x="59" y="26"/>
                  </a:lnTo>
                  <a:lnTo>
                    <a:pt x="59" y="26"/>
                  </a:lnTo>
                  <a:lnTo>
                    <a:pt x="54" y="33"/>
                  </a:lnTo>
                  <a:lnTo>
                    <a:pt x="51" y="37"/>
                  </a:lnTo>
                  <a:lnTo>
                    <a:pt x="48" y="38"/>
                  </a:lnTo>
                  <a:lnTo>
                    <a:pt x="48" y="38"/>
                  </a:lnTo>
                  <a:lnTo>
                    <a:pt x="45" y="38"/>
                  </a:lnTo>
                  <a:lnTo>
                    <a:pt x="43" y="37"/>
                  </a:lnTo>
                  <a:lnTo>
                    <a:pt x="40" y="36"/>
                  </a:lnTo>
                  <a:lnTo>
                    <a:pt x="40" y="36"/>
                  </a:lnTo>
                  <a:lnTo>
                    <a:pt x="39" y="37"/>
                  </a:lnTo>
                  <a:lnTo>
                    <a:pt x="39" y="38"/>
                  </a:lnTo>
                  <a:lnTo>
                    <a:pt x="39" y="39"/>
                  </a:lnTo>
                  <a:lnTo>
                    <a:pt x="37" y="4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6" name="Freeform 1477"/>
            <p:cNvSpPr>
              <a:spLocks/>
            </p:cNvSpPr>
            <p:nvPr/>
          </p:nvSpPr>
          <p:spPr bwMode="gray">
            <a:xfrm>
              <a:off x="7053143" y="2159237"/>
              <a:ext cx="29558" cy="56936"/>
            </a:xfrm>
            <a:custGeom>
              <a:avLst/>
              <a:gdLst>
                <a:gd name="T0" fmla="*/ 10 w 10"/>
                <a:gd name="T1" fmla="*/ 19 h 19"/>
                <a:gd name="T2" fmla="*/ 10 w 10"/>
                <a:gd name="T3" fmla="*/ 19 h 19"/>
                <a:gd name="T4" fmla="*/ 7 w 10"/>
                <a:gd name="T5" fmla="*/ 17 h 19"/>
                <a:gd name="T6" fmla="*/ 5 w 10"/>
                <a:gd name="T7" fmla="*/ 16 h 19"/>
                <a:gd name="T8" fmla="*/ 1 w 10"/>
                <a:gd name="T9" fmla="*/ 10 h 19"/>
                <a:gd name="T10" fmla="*/ 0 w 10"/>
                <a:gd name="T11" fmla="*/ 3 h 19"/>
                <a:gd name="T12" fmla="*/ 0 w 10"/>
                <a:gd name="T13" fmla="*/ 0 h 19"/>
                <a:gd name="T14" fmla="*/ 1 w 10"/>
                <a:gd name="T15" fmla="*/ 0 h 19"/>
                <a:gd name="T16" fmla="*/ 1 w 10"/>
                <a:gd name="T17" fmla="*/ 0 h 19"/>
                <a:gd name="T18" fmla="*/ 3 w 10"/>
                <a:gd name="T19" fmla="*/ 0 h 19"/>
                <a:gd name="T20" fmla="*/ 5 w 10"/>
                <a:gd name="T21" fmla="*/ 3 h 19"/>
                <a:gd name="T22" fmla="*/ 9 w 10"/>
                <a:gd name="T23" fmla="*/ 9 h 19"/>
                <a:gd name="T24" fmla="*/ 10 w 10"/>
                <a:gd name="T25" fmla="*/ 15 h 19"/>
                <a:gd name="T26" fmla="*/ 10 w 10"/>
                <a:gd name="T27" fmla="*/ 17 h 19"/>
                <a:gd name="T28" fmla="*/ 10 w 10"/>
                <a:gd name="T29" fmla="*/ 19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19">
                  <a:moveTo>
                    <a:pt x="10" y="19"/>
                  </a:moveTo>
                  <a:lnTo>
                    <a:pt x="10" y="19"/>
                  </a:lnTo>
                  <a:lnTo>
                    <a:pt x="7" y="17"/>
                  </a:lnTo>
                  <a:lnTo>
                    <a:pt x="5" y="16"/>
                  </a:lnTo>
                  <a:lnTo>
                    <a:pt x="1" y="10"/>
                  </a:lnTo>
                  <a:lnTo>
                    <a:pt x="0" y="3"/>
                  </a:lnTo>
                  <a:lnTo>
                    <a:pt x="0" y="0"/>
                  </a:lnTo>
                  <a:lnTo>
                    <a:pt x="1" y="0"/>
                  </a:lnTo>
                  <a:lnTo>
                    <a:pt x="1" y="0"/>
                  </a:lnTo>
                  <a:lnTo>
                    <a:pt x="3" y="0"/>
                  </a:lnTo>
                  <a:lnTo>
                    <a:pt x="5" y="3"/>
                  </a:lnTo>
                  <a:lnTo>
                    <a:pt x="9" y="9"/>
                  </a:lnTo>
                  <a:lnTo>
                    <a:pt x="10" y="15"/>
                  </a:lnTo>
                  <a:lnTo>
                    <a:pt x="10" y="17"/>
                  </a:lnTo>
                  <a:lnTo>
                    <a:pt x="10" y="1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7" name="Freeform 1479"/>
            <p:cNvSpPr>
              <a:spLocks/>
            </p:cNvSpPr>
            <p:nvPr/>
          </p:nvSpPr>
          <p:spPr bwMode="gray">
            <a:xfrm>
              <a:off x="8371460" y="2704624"/>
              <a:ext cx="47294" cy="53939"/>
            </a:xfrm>
            <a:custGeom>
              <a:avLst/>
              <a:gdLst>
                <a:gd name="T0" fmla="*/ 7 w 16"/>
                <a:gd name="T1" fmla="*/ 18 h 18"/>
                <a:gd name="T2" fmla="*/ 7 w 16"/>
                <a:gd name="T3" fmla="*/ 18 h 18"/>
                <a:gd name="T4" fmla="*/ 5 w 16"/>
                <a:gd name="T5" fmla="*/ 15 h 18"/>
                <a:gd name="T6" fmla="*/ 3 w 16"/>
                <a:gd name="T7" fmla="*/ 11 h 18"/>
                <a:gd name="T8" fmla="*/ 2 w 16"/>
                <a:gd name="T9" fmla="*/ 8 h 18"/>
                <a:gd name="T10" fmla="*/ 1 w 16"/>
                <a:gd name="T11" fmla="*/ 5 h 18"/>
                <a:gd name="T12" fmla="*/ 1 w 16"/>
                <a:gd name="T13" fmla="*/ 5 h 18"/>
                <a:gd name="T14" fmla="*/ 0 w 16"/>
                <a:gd name="T15" fmla="*/ 4 h 18"/>
                <a:gd name="T16" fmla="*/ 0 w 16"/>
                <a:gd name="T17" fmla="*/ 3 h 18"/>
                <a:gd name="T18" fmla="*/ 1 w 16"/>
                <a:gd name="T19" fmla="*/ 2 h 18"/>
                <a:gd name="T20" fmla="*/ 5 w 16"/>
                <a:gd name="T21" fmla="*/ 2 h 18"/>
                <a:gd name="T22" fmla="*/ 5 w 16"/>
                <a:gd name="T23" fmla="*/ 2 h 18"/>
                <a:gd name="T24" fmla="*/ 12 w 16"/>
                <a:gd name="T25" fmla="*/ 0 h 18"/>
                <a:gd name="T26" fmla="*/ 14 w 16"/>
                <a:gd name="T27" fmla="*/ 0 h 18"/>
                <a:gd name="T28" fmla="*/ 16 w 16"/>
                <a:gd name="T29" fmla="*/ 2 h 18"/>
                <a:gd name="T30" fmla="*/ 14 w 16"/>
                <a:gd name="T31" fmla="*/ 2 h 18"/>
                <a:gd name="T32" fmla="*/ 14 w 16"/>
                <a:gd name="T33" fmla="*/ 2 h 18"/>
                <a:gd name="T34" fmla="*/ 12 w 16"/>
                <a:gd name="T35" fmla="*/ 11 h 18"/>
                <a:gd name="T36" fmla="*/ 11 w 16"/>
                <a:gd name="T37" fmla="*/ 16 h 18"/>
                <a:gd name="T38" fmla="*/ 10 w 16"/>
                <a:gd name="T39" fmla="*/ 18 h 18"/>
                <a:gd name="T40" fmla="*/ 7 w 16"/>
                <a:gd name="T41" fmla="*/ 18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6" h="18">
                  <a:moveTo>
                    <a:pt x="7" y="18"/>
                  </a:moveTo>
                  <a:lnTo>
                    <a:pt x="7" y="18"/>
                  </a:lnTo>
                  <a:lnTo>
                    <a:pt x="5" y="15"/>
                  </a:lnTo>
                  <a:lnTo>
                    <a:pt x="3" y="11"/>
                  </a:lnTo>
                  <a:lnTo>
                    <a:pt x="2" y="8"/>
                  </a:lnTo>
                  <a:lnTo>
                    <a:pt x="1" y="5"/>
                  </a:lnTo>
                  <a:lnTo>
                    <a:pt x="1" y="5"/>
                  </a:lnTo>
                  <a:lnTo>
                    <a:pt x="0" y="4"/>
                  </a:lnTo>
                  <a:lnTo>
                    <a:pt x="0" y="3"/>
                  </a:lnTo>
                  <a:lnTo>
                    <a:pt x="1" y="2"/>
                  </a:lnTo>
                  <a:lnTo>
                    <a:pt x="5" y="2"/>
                  </a:lnTo>
                  <a:lnTo>
                    <a:pt x="5" y="2"/>
                  </a:lnTo>
                  <a:lnTo>
                    <a:pt x="12" y="0"/>
                  </a:lnTo>
                  <a:lnTo>
                    <a:pt x="14" y="0"/>
                  </a:lnTo>
                  <a:lnTo>
                    <a:pt x="16" y="2"/>
                  </a:lnTo>
                  <a:lnTo>
                    <a:pt x="14" y="2"/>
                  </a:lnTo>
                  <a:lnTo>
                    <a:pt x="14" y="2"/>
                  </a:lnTo>
                  <a:lnTo>
                    <a:pt x="12" y="11"/>
                  </a:lnTo>
                  <a:lnTo>
                    <a:pt x="11" y="16"/>
                  </a:lnTo>
                  <a:lnTo>
                    <a:pt x="10" y="18"/>
                  </a:lnTo>
                  <a:lnTo>
                    <a:pt x="7" y="18"/>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8" name="Freeform 1504"/>
            <p:cNvSpPr>
              <a:spLocks/>
            </p:cNvSpPr>
            <p:nvPr/>
          </p:nvSpPr>
          <p:spPr bwMode="gray">
            <a:xfrm>
              <a:off x="2356270" y="3864328"/>
              <a:ext cx="41383" cy="74917"/>
            </a:xfrm>
            <a:custGeom>
              <a:avLst/>
              <a:gdLst>
                <a:gd name="T0" fmla="*/ 1 w 14"/>
                <a:gd name="T1" fmla="*/ 23 h 25"/>
                <a:gd name="T2" fmla="*/ 1 w 14"/>
                <a:gd name="T3" fmla="*/ 23 h 25"/>
                <a:gd name="T4" fmla="*/ 0 w 14"/>
                <a:gd name="T5" fmla="*/ 20 h 25"/>
                <a:gd name="T6" fmla="*/ 0 w 14"/>
                <a:gd name="T7" fmla="*/ 15 h 25"/>
                <a:gd name="T8" fmla="*/ 1 w 14"/>
                <a:gd name="T9" fmla="*/ 10 h 25"/>
                <a:gd name="T10" fmla="*/ 3 w 14"/>
                <a:gd name="T11" fmla="*/ 6 h 25"/>
                <a:gd name="T12" fmla="*/ 3 w 14"/>
                <a:gd name="T13" fmla="*/ 6 h 25"/>
                <a:gd name="T14" fmla="*/ 12 w 14"/>
                <a:gd name="T15" fmla="*/ 1 h 25"/>
                <a:gd name="T16" fmla="*/ 14 w 14"/>
                <a:gd name="T17" fmla="*/ 0 h 25"/>
                <a:gd name="T18" fmla="*/ 14 w 14"/>
                <a:gd name="T19" fmla="*/ 0 h 25"/>
                <a:gd name="T20" fmla="*/ 14 w 14"/>
                <a:gd name="T21" fmla="*/ 1 h 25"/>
                <a:gd name="T22" fmla="*/ 14 w 14"/>
                <a:gd name="T23" fmla="*/ 1 h 25"/>
                <a:gd name="T24" fmla="*/ 13 w 14"/>
                <a:gd name="T25" fmla="*/ 5 h 25"/>
                <a:gd name="T26" fmla="*/ 12 w 14"/>
                <a:gd name="T27" fmla="*/ 7 h 25"/>
                <a:gd name="T28" fmla="*/ 11 w 14"/>
                <a:gd name="T29" fmla="*/ 13 h 25"/>
                <a:gd name="T30" fmla="*/ 11 w 14"/>
                <a:gd name="T31" fmla="*/ 13 h 25"/>
                <a:gd name="T32" fmla="*/ 6 w 14"/>
                <a:gd name="T33" fmla="*/ 20 h 25"/>
                <a:gd name="T34" fmla="*/ 3 w 14"/>
                <a:gd name="T35" fmla="*/ 23 h 25"/>
                <a:gd name="T36" fmla="*/ 2 w 14"/>
                <a:gd name="T37" fmla="*/ 25 h 25"/>
                <a:gd name="T38" fmla="*/ 1 w 14"/>
                <a:gd name="T39" fmla="*/ 23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25">
                  <a:moveTo>
                    <a:pt x="1" y="23"/>
                  </a:moveTo>
                  <a:lnTo>
                    <a:pt x="1" y="23"/>
                  </a:lnTo>
                  <a:lnTo>
                    <a:pt x="0" y="20"/>
                  </a:lnTo>
                  <a:lnTo>
                    <a:pt x="0" y="15"/>
                  </a:lnTo>
                  <a:lnTo>
                    <a:pt x="1" y="10"/>
                  </a:lnTo>
                  <a:lnTo>
                    <a:pt x="3" y="6"/>
                  </a:lnTo>
                  <a:lnTo>
                    <a:pt x="3" y="6"/>
                  </a:lnTo>
                  <a:lnTo>
                    <a:pt x="12" y="1"/>
                  </a:lnTo>
                  <a:lnTo>
                    <a:pt x="14" y="0"/>
                  </a:lnTo>
                  <a:lnTo>
                    <a:pt x="14" y="0"/>
                  </a:lnTo>
                  <a:lnTo>
                    <a:pt x="14" y="1"/>
                  </a:lnTo>
                  <a:lnTo>
                    <a:pt x="14" y="1"/>
                  </a:lnTo>
                  <a:lnTo>
                    <a:pt x="13" y="5"/>
                  </a:lnTo>
                  <a:lnTo>
                    <a:pt x="12" y="7"/>
                  </a:lnTo>
                  <a:lnTo>
                    <a:pt x="11" y="13"/>
                  </a:lnTo>
                  <a:lnTo>
                    <a:pt x="11" y="13"/>
                  </a:lnTo>
                  <a:lnTo>
                    <a:pt x="6" y="20"/>
                  </a:lnTo>
                  <a:lnTo>
                    <a:pt x="3" y="23"/>
                  </a:lnTo>
                  <a:lnTo>
                    <a:pt x="2" y="25"/>
                  </a:lnTo>
                  <a:lnTo>
                    <a:pt x="1" y="23"/>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69" name="Freeform 1508"/>
            <p:cNvSpPr>
              <a:spLocks/>
            </p:cNvSpPr>
            <p:nvPr/>
          </p:nvSpPr>
          <p:spPr bwMode="gray">
            <a:xfrm>
              <a:off x="2515885" y="3771431"/>
              <a:ext cx="17735" cy="17979"/>
            </a:xfrm>
            <a:custGeom>
              <a:avLst/>
              <a:gdLst>
                <a:gd name="T0" fmla="*/ 1 w 6"/>
                <a:gd name="T1" fmla="*/ 6 h 6"/>
                <a:gd name="T2" fmla="*/ 1 w 6"/>
                <a:gd name="T3" fmla="*/ 6 h 6"/>
                <a:gd name="T4" fmla="*/ 0 w 6"/>
                <a:gd name="T5" fmla="*/ 5 h 6"/>
                <a:gd name="T6" fmla="*/ 0 w 6"/>
                <a:gd name="T7" fmla="*/ 4 h 6"/>
                <a:gd name="T8" fmla="*/ 4 w 6"/>
                <a:gd name="T9" fmla="*/ 0 h 6"/>
                <a:gd name="T10" fmla="*/ 4 w 6"/>
                <a:gd name="T11" fmla="*/ 0 h 6"/>
                <a:gd name="T12" fmla="*/ 5 w 6"/>
                <a:gd name="T13" fmla="*/ 1 h 6"/>
                <a:gd name="T14" fmla="*/ 6 w 6"/>
                <a:gd name="T15" fmla="*/ 3 h 6"/>
                <a:gd name="T16" fmla="*/ 5 w 6"/>
                <a:gd name="T17" fmla="*/ 5 h 6"/>
                <a:gd name="T18" fmla="*/ 1 w 6"/>
                <a:gd name="T19"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 h="6">
                  <a:moveTo>
                    <a:pt x="1" y="6"/>
                  </a:moveTo>
                  <a:lnTo>
                    <a:pt x="1" y="6"/>
                  </a:lnTo>
                  <a:lnTo>
                    <a:pt x="0" y="5"/>
                  </a:lnTo>
                  <a:lnTo>
                    <a:pt x="0" y="4"/>
                  </a:lnTo>
                  <a:lnTo>
                    <a:pt x="4" y="0"/>
                  </a:lnTo>
                  <a:lnTo>
                    <a:pt x="4" y="0"/>
                  </a:lnTo>
                  <a:lnTo>
                    <a:pt x="5" y="1"/>
                  </a:lnTo>
                  <a:lnTo>
                    <a:pt x="6" y="3"/>
                  </a:lnTo>
                  <a:lnTo>
                    <a:pt x="5" y="5"/>
                  </a:lnTo>
                  <a:lnTo>
                    <a:pt x="1" y="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0" name="Freeform 1540"/>
            <p:cNvSpPr>
              <a:spLocks/>
            </p:cNvSpPr>
            <p:nvPr/>
          </p:nvSpPr>
          <p:spPr bwMode="gray">
            <a:xfrm>
              <a:off x="2208476" y="5194839"/>
              <a:ext cx="20691" cy="14983"/>
            </a:xfrm>
            <a:custGeom>
              <a:avLst/>
              <a:gdLst>
                <a:gd name="T0" fmla="*/ 7 w 7"/>
                <a:gd name="T1" fmla="*/ 3 h 5"/>
                <a:gd name="T2" fmla="*/ 7 w 7"/>
                <a:gd name="T3" fmla="*/ 3 h 5"/>
                <a:gd name="T4" fmla="*/ 7 w 7"/>
                <a:gd name="T5" fmla="*/ 4 h 5"/>
                <a:gd name="T6" fmla="*/ 4 w 7"/>
                <a:gd name="T7" fmla="*/ 5 h 5"/>
                <a:gd name="T8" fmla="*/ 2 w 7"/>
                <a:gd name="T9" fmla="*/ 4 h 5"/>
                <a:gd name="T10" fmla="*/ 0 w 7"/>
                <a:gd name="T11" fmla="*/ 3 h 5"/>
                <a:gd name="T12" fmla="*/ 0 w 7"/>
                <a:gd name="T13" fmla="*/ 3 h 5"/>
                <a:gd name="T14" fmla="*/ 0 w 7"/>
                <a:gd name="T15" fmla="*/ 2 h 5"/>
                <a:gd name="T16" fmla="*/ 2 w 7"/>
                <a:gd name="T17" fmla="*/ 0 h 5"/>
                <a:gd name="T18" fmla="*/ 4 w 7"/>
                <a:gd name="T19" fmla="*/ 2 h 5"/>
                <a:gd name="T20" fmla="*/ 7 w 7"/>
                <a:gd name="T21" fmla="*/ 3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 h="5">
                  <a:moveTo>
                    <a:pt x="7" y="3"/>
                  </a:moveTo>
                  <a:lnTo>
                    <a:pt x="7" y="3"/>
                  </a:lnTo>
                  <a:lnTo>
                    <a:pt x="7" y="4"/>
                  </a:lnTo>
                  <a:lnTo>
                    <a:pt x="4" y="5"/>
                  </a:lnTo>
                  <a:lnTo>
                    <a:pt x="2" y="4"/>
                  </a:lnTo>
                  <a:lnTo>
                    <a:pt x="0" y="3"/>
                  </a:lnTo>
                  <a:lnTo>
                    <a:pt x="0" y="3"/>
                  </a:lnTo>
                  <a:lnTo>
                    <a:pt x="0" y="2"/>
                  </a:lnTo>
                  <a:lnTo>
                    <a:pt x="2" y="0"/>
                  </a:lnTo>
                  <a:lnTo>
                    <a:pt x="4" y="2"/>
                  </a:lnTo>
                  <a:lnTo>
                    <a:pt x="7" y="3"/>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1" name="Freeform 1566"/>
            <p:cNvSpPr>
              <a:spLocks/>
            </p:cNvSpPr>
            <p:nvPr/>
          </p:nvSpPr>
          <p:spPr bwMode="gray">
            <a:xfrm>
              <a:off x="7665007" y="4637462"/>
              <a:ext cx="29558" cy="35961"/>
            </a:xfrm>
            <a:custGeom>
              <a:avLst/>
              <a:gdLst>
                <a:gd name="T0" fmla="*/ 1 w 10"/>
                <a:gd name="T1" fmla="*/ 12 h 12"/>
                <a:gd name="T2" fmla="*/ 1 w 10"/>
                <a:gd name="T3" fmla="*/ 12 h 12"/>
                <a:gd name="T4" fmla="*/ 0 w 10"/>
                <a:gd name="T5" fmla="*/ 10 h 12"/>
                <a:gd name="T6" fmla="*/ 1 w 10"/>
                <a:gd name="T7" fmla="*/ 9 h 12"/>
                <a:gd name="T8" fmla="*/ 4 w 10"/>
                <a:gd name="T9" fmla="*/ 5 h 12"/>
                <a:gd name="T10" fmla="*/ 7 w 10"/>
                <a:gd name="T11" fmla="*/ 2 h 12"/>
                <a:gd name="T12" fmla="*/ 8 w 10"/>
                <a:gd name="T13" fmla="*/ 0 h 12"/>
                <a:gd name="T14" fmla="*/ 10 w 10"/>
                <a:gd name="T15" fmla="*/ 2 h 12"/>
                <a:gd name="T16" fmla="*/ 10 w 10"/>
                <a:gd name="T17" fmla="*/ 2 h 12"/>
                <a:gd name="T18" fmla="*/ 10 w 10"/>
                <a:gd name="T19" fmla="*/ 3 h 12"/>
                <a:gd name="T20" fmla="*/ 10 w 10"/>
                <a:gd name="T21" fmla="*/ 4 h 12"/>
                <a:gd name="T22" fmla="*/ 7 w 10"/>
                <a:gd name="T23" fmla="*/ 8 h 12"/>
                <a:gd name="T24" fmla="*/ 4 w 10"/>
                <a:gd name="T25" fmla="*/ 10 h 12"/>
                <a:gd name="T26" fmla="*/ 1 w 10"/>
                <a:gd name="T27" fmla="*/ 12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2">
                  <a:moveTo>
                    <a:pt x="1" y="12"/>
                  </a:moveTo>
                  <a:lnTo>
                    <a:pt x="1" y="12"/>
                  </a:lnTo>
                  <a:lnTo>
                    <a:pt x="0" y="10"/>
                  </a:lnTo>
                  <a:lnTo>
                    <a:pt x="1" y="9"/>
                  </a:lnTo>
                  <a:lnTo>
                    <a:pt x="4" y="5"/>
                  </a:lnTo>
                  <a:lnTo>
                    <a:pt x="7" y="2"/>
                  </a:lnTo>
                  <a:lnTo>
                    <a:pt x="8" y="0"/>
                  </a:lnTo>
                  <a:lnTo>
                    <a:pt x="10" y="2"/>
                  </a:lnTo>
                  <a:lnTo>
                    <a:pt x="10" y="2"/>
                  </a:lnTo>
                  <a:lnTo>
                    <a:pt x="10" y="3"/>
                  </a:lnTo>
                  <a:lnTo>
                    <a:pt x="10" y="4"/>
                  </a:lnTo>
                  <a:lnTo>
                    <a:pt x="7" y="8"/>
                  </a:lnTo>
                  <a:lnTo>
                    <a:pt x="4" y="10"/>
                  </a:lnTo>
                  <a:lnTo>
                    <a:pt x="1" y="1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2" name="Freeform 1568"/>
            <p:cNvSpPr>
              <a:spLocks/>
            </p:cNvSpPr>
            <p:nvPr/>
          </p:nvSpPr>
          <p:spPr bwMode="gray">
            <a:xfrm>
              <a:off x="7744817" y="4583523"/>
              <a:ext cx="17735" cy="20976"/>
            </a:xfrm>
            <a:custGeom>
              <a:avLst/>
              <a:gdLst>
                <a:gd name="T0" fmla="*/ 6 w 6"/>
                <a:gd name="T1" fmla="*/ 0 h 7"/>
                <a:gd name="T2" fmla="*/ 6 w 6"/>
                <a:gd name="T3" fmla="*/ 0 h 7"/>
                <a:gd name="T4" fmla="*/ 4 w 6"/>
                <a:gd name="T5" fmla="*/ 0 h 7"/>
                <a:gd name="T6" fmla="*/ 1 w 6"/>
                <a:gd name="T7" fmla="*/ 1 h 7"/>
                <a:gd name="T8" fmla="*/ 0 w 6"/>
                <a:gd name="T9" fmla="*/ 4 h 7"/>
                <a:gd name="T10" fmla="*/ 0 w 6"/>
                <a:gd name="T11" fmla="*/ 6 h 7"/>
                <a:gd name="T12" fmla="*/ 0 w 6"/>
                <a:gd name="T13" fmla="*/ 6 h 7"/>
                <a:gd name="T14" fmla="*/ 1 w 6"/>
                <a:gd name="T15" fmla="*/ 7 h 7"/>
                <a:gd name="T16" fmla="*/ 2 w 6"/>
                <a:gd name="T17" fmla="*/ 7 h 7"/>
                <a:gd name="T18" fmla="*/ 5 w 6"/>
                <a:gd name="T19" fmla="*/ 5 h 7"/>
                <a:gd name="T20" fmla="*/ 6 w 6"/>
                <a:gd name="T21" fmla="*/ 2 h 7"/>
                <a:gd name="T22" fmla="*/ 6 w 6"/>
                <a:gd name="T2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 h="7">
                  <a:moveTo>
                    <a:pt x="6" y="0"/>
                  </a:moveTo>
                  <a:lnTo>
                    <a:pt x="6" y="0"/>
                  </a:lnTo>
                  <a:lnTo>
                    <a:pt x="4" y="0"/>
                  </a:lnTo>
                  <a:lnTo>
                    <a:pt x="1" y="1"/>
                  </a:lnTo>
                  <a:lnTo>
                    <a:pt x="0" y="4"/>
                  </a:lnTo>
                  <a:lnTo>
                    <a:pt x="0" y="6"/>
                  </a:lnTo>
                  <a:lnTo>
                    <a:pt x="0" y="6"/>
                  </a:lnTo>
                  <a:lnTo>
                    <a:pt x="1" y="7"/>
                  </a:lnTo>
                  <a:lnTo>
                    <a:pt x="2" y="7"/>
                  </a:lnTo>
                  <a:lnTo>
                    <a:pt x="5" y="5"/>
                  </a:lnTo>
                  <a:lnTo>
                    <a:pt x="6" y="2"/>
                  </a:lnTo>
                  <a:lnTo>
                    <a:pt x="6"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3" name="Freeform 1570"/>
            <p:cNvSpPr>
              <a:spLocks/>
            </p:cNvSpPr>
            <p:nvPr/>
          </p:nvSpPr>
          <p:spPr bwMode="gray">
            <a:xfrm>
              <a:off x="7886698" y="4370761"/>
              <a:ext cx="41383" cy="35961"/>
            </a:xfrm>
            <a:custGeom>
              <a:avLst/>
              <a:gdLst>
                <a:gd name="T0" fmla="*/ 14 w 14"/>
                <a:gd name="T1" fmla="*/ 0 h 12"/>
                <a:gd name="T2" fmla="*/ 14 w 14"/>
                <a:gd name="T3" fmla="*/ 0 h 12"/>
                <a:gd name="T4" fmla="*/ 11 w 14"/>
                <a:gd name="T5" fmla="*/ 0 h 12"/>
                <a:gd name="T6" fmla="*/ 10 w 14"/>
                <a:gd name="T7" fmla="*/ 1 h 12"/>
                <a:gd name="T8" fmla="*/ 7 w 14"/>
                <a:gd name="T9" fmla="*/ 2 h 12"/>
                <a:gd name="T10" fmla="*/ 5 w 14"/>
                <a:gd name="T11" fmla="*/ 3 h 12"/>
                <a:gd name="T12" fmla="*/ 5 w 14"/>
                <a:gd name="T13" fmla="*/ 3 h 12"/>
                <a:gd name="T14" fmla="*/ 2 w 14"/>
                <a:gd name="T15" fmla="*/ 6 h 12"/>
                <a:gd name="T16" fmla="*/ 0 w 14"/>
                <a:gd name="T17" fmla="*/ 8 h 12"/>
                <a:gd name="T18" fmla="*/ 0 w 14"/>
                <a:gd name="T19" fmla="*/ 11 h 12"/>
                <a:gd name="T20" fmla="*/ 1 w 14"/>
                <a:gd name="T21" fmla="*/ 12 h 12"/>
                <a:gd name="T22" fmla="*/ 1 w 14"/>
                <a:gd name="T23" fmla="*/ 12 h 12"/>
                <a:gd name="T24" fmla="*/ 5 w 14"/>
                <a:gd name="T25" fmla="*/ 11 h 12"/>
                <a:gd name="T26" fmla="*/ 10 w 14"/>
                <a:gd name="T27" fmla="*/ 6 h 12"/>
                <a:gd name="T28" fmla="*/ 14 w 14"/>
                <a:gd name="T29" fmla="*/ 1 h 12"/>
                <a:gd name="T30" fmla="*/ 14 w 14"/>
                <a:gd name="T31" fmla="*/ 0 h 12"/>
                <a:gd name="T32" fmla="*/ 14 w 14"/>
                <a:gd name="T33"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2">
                  <a:moveTo>
                    <a:pt x="14" y="0"/>
                  </a:moveTo>
                  <a:lnTo>
                    <a:pt x="14" y="0"/>
                  </a:lnTo>
                  <a:lnTo>
                    <a:pt x="11" y="0"/>
                  </a:lnTo>
                  <a:lnTo>
                    <a:pt x="10" y="1"/>
                  </a:lnTo>
                  <a:lnTo>
                    <a:pt x="7" y="2"/>
                  </a:lnTo>
                  <a:lnTo>
                    <a:pt x="5" y="3"/>
                  </a:lnTo>
                  <a:lnTo>
                    <a:pt x="5" y="3"/>
                  </a:lnTo>
                  <a:lnTo>
                    <a:pt x="2" y="6"/>
                  </a:lnTo>
                  <a:lnTo>
                    <a:pt x="0" y="8"/>
                  </a:lnTo>
                  <a:lnTo>
                    <a:pt x="0" y="11"/>
                  </a:lnTo>
                  <a:lnTo>
                    <a:pt x="1" y="12"/>
                  </a:lnTo>
                  <a:lnTo>
                    <a:pt x="1" y="12"/>
                  </a:lnTo>
                  <a:lnTo>
                    <a:pt x="5" y="11"/>
                  </a:lnTo>
                  <a:lnTo>
                    <a:pt x="10" y="6"/>
                  </a:lnTo>
                  <a:lnTo>
                    <a:pt x="14" y="1"/>
                  </a:lnTo>
                  <a:lnTo>
                    <a:pt x="14" y="0"/>
                  </a:lnTo>
                  <a:lnTo>
                    <a:pt x="14"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4" name="Freeform 1572"/>
            <p:cNvSpPr>
              <a:spLocks/>
            </p:cNvSpPr>
            <p:nvPr/>
          </p:nvSpPr>
          <p:spPr bwMode="gray">
            <a:xfrm>
              <a:off x="7842361" y="4481636"/>
              <a:ext cx="8868" cy="5993"/>
            </a:xfrm>
            <a:custGeom>
              <a:avLst/>
              <a:gdLst>
                <a:gd name="T0" fmla="*/ 1 w 3"/>
                <a:gd name="T1" fmla="*/ 0 h 2"/>
                <a:gd name="T2" fmla="*/ 1 w 3"/>
                <a:gd name="T3" fmla="*/ 0 h 2"/>
                <a:gd name="T4" fmla="*/ 0 w 3"/>
                <a:gd name="T5" fmla="*/ 0 h 2"/>
                <a:gd name="T6" fmla="*/ 0 w 3"/>
                <a:gd name="T7" fmla="*/ 1 h 2"/>
                <a:gd name="T8" fmla="*/ 0 w 3"/>
                <a:gd name="T9" fmla="*/ 2 h 2"/>
                <a:gd name="T10" fmla="*/ 0 w 3"/>
                <a:gd name="T11" fmla="*/ 2 h 2"/>
                <a:gd name="T12" fmla="*/ 0 w 3"/>
                <a:gd name="T13" fmla="*/ 2 h 2"/>
                <a:gd name="T14" fmla="*/ 3 w 3"/>
                <a:gd name="T15" fmla="*/ 1 h 2"/>
                <a:gd name="T16" fmla="*/ 3 w 3"/>
                <a:gd name="T17" fmla="*/ 0 h 2"/>
                <a:gd name="T18" fmla="*/ 1 w 3"/>
                <a:gd name="T19" fmla="*/ 0 h 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 h="2">
                  <a:moveTo>
                    <a:pt x="1" y="0"/>
                  </a:moveTo>
                  <a:lnTo>
                    <a:pt x="1" y="0"/>
                  </a:lnTo>
                  <a:lnTo>
                    <a:pt x="0" y="0"/>
                  </a:lnTo>
                  <a:lnTo>
                    <a:pt x="0" y="1"/>
                  </a:lnTo>
                  <a:lnTo>
                    <a:pt x="0" y="2"/>
                  </a:lnTo>
                  <a:lnTo>
                    <a:pt x="0" y="2"/>
                  </a:lnTo>
                  <a:lnTo>
                    <a:pt x="0" y="2"/>
                  </a:lnTo>
                  <a:lnTo>
                    <a:pt x="3" y="1"/>
                  </a:lnTo>
                  <a:lnTo>
                    <a:pt x="3" y="0"/>
                  </a:lnTo>
                  <a:lnTo>
                    <a:pt x="1"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5" name="Freeform 1465"/>
            <p:cNvSpPr>
              <a:spLocks/>
            </p:cNvSpPr>
            <p:nvPr/>
          </p:nvSpPr>
          <p:spPr bwMode="gray">
            <a:xfrm>
              <a:off x="4794860" y="2252132"/>
              <a:ext cx="32516" cy="44949"/>
            </a:xfrm>
            <a:custGeom>
              <a:avLst/>
              <a:gdLst>
                <a:gd name="T0" fmla="*/ 6 w 11"/>
                <a:gd name="T1" fmla="*/ 15 h 15"/>
                <a:gd name="T2" fmla="*/ 6 w 11"/>
                <a:gd name="T3" fmla="*/ 15 h 15"/>
                <a:gd name="T4" fmla="*/ 3 w 11"/>
                <a:gd name="T5" fmla="*/ 15 h 15"/>
                <a:gd name="T6" fmla="*/ 1 w 11"/>
                <a:gd name="T7" fmla="*/ 13 h 15"/>
                <a:gd name="T8" fmla="*/ 0 w 11"/>
                <a:gd name="T9" fmla="*/ 11 h 15"/>
                <a:gd name="T10" fmla="*/ 0 w 11"/>
                <a:gd name="T11" fmla="*/ 8 h 15"/>
                <a:gd name="T12" fmla="*/ 0 w 11"/>
                <a:gd name="T13" fmla="*/ 8 h 15"/>
                <a:gd name="T14" fmla="*/ 6 w 11"/>
                <a:gd name="T15" fmla="*/ 2 h 15"/>
                <a:gd name="T16" fmla="*/ 8 w 11"/>
                <a:gd name="T17" fmla="*/ 0 h 15"/>
                <a:gd name="T18" fmla="*/ 9 w 11"/>
                <a:gd name="T19" fmla="*/ 0 h 15"/>
                <a:gd name="T20" fmla="*/ 9 w 11"/>
                <a:gd name="T21" fmla="*/ 0 h 15"/>
                <a:gd name="T22" fmla="*/ 11 w 11"/>
                <a:gd name="T23" fmla="*/ 8 h 15"/>
                <a:gd name="T24" fmla="*/ 9 w 11"/>
                <a:gd name="T25" fmla="*/ 13 h 15"/>
                <a:gd name="T26" fmla="*/ 8 w 11"/>
                <a:gd name="T27" fmla="*/ 15 h 15"/>
                <a:gd name="T28" fmla="*/ 6 w 11"/>
                <a:gd name="T29" fmla="*/ 15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 h="15">
                  <a:moveTo>
                    <a:pt x="6" y="15"/>
                  </a:moveTo>
                  <a:lnTo>
                    <a:pt x="6" y="15"/>
                  </a:lnTo>
                  <a:lnTo>
                    <a:pt x="3" y="15"/>
                  </a:lnTo>
                  <a:lnTo>
                    <a:pt x="1" y="13"/>
                  </a:lnTo>
                  <a:lnTo>
                    <a:pt x="0" y="11"/>
                  </a:lnTo>
                  <a:lnTo>
                    <a:pt x="0" y="8"/>
                  </a:lnTo>
                  <a:lnTo>
                    <a:pt x="0" y="8"/>
                  </a:lnTo>
                  <a:lnTo>
                    <a:pt x="6" y="2"/>
                  </a:lnTo>
                  <a:lnTo>
                    <a:pt x="8" y="0"/>
                  </a:lnTo>
                  <a:lnTo>
                    <a:pt x="9" y="0"/>
                  </a:lnTo>
                  <a:lnTo>
                    <a:pt x="9" y="0"/>
                  </a:lnTo>
                  <a:lnTo>
                    <a:pt x="11" y="8"/>
                  </a:lnTo>
                  <a:lnTo>
                    <a:pt x="9" y="13"/>
                  </a:lnTo>
                  <a:lnTo>
                    <a:pt x="8" y="15"/>
                  </a:lnTo>
                  <a:lnTo>
                    <a:pt x="6" y="1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6" name="Freeform 1449"/>
            <p:cNvSpPr>
              <a:spLocks/>
            </p:cNvSpPr>
            <p:nvPr/>
          </p:nvSpPr>
          <p:spPr bwMode="gray">
            <a:xfrm>
              <a:off x="5900354" y="1476000"/>
              <a:ext cx="38426" cy="17979"/>
            </a:xfrm>
            <a:custGeom>
              <a:avLst/>
              <a:gdLst>
                <a:gd name="T0" fmla="*/ 8 w 13"/>
                <a:gd name="T1" fmla="*/ 6 h 6"/>
                <a:gd name="T2" fmla="*/ 8 w 13"/>
                <a:gd name="T3" fmla="*/ 6 h 6"/>
                <a:gd name="T4" fmla="*/ 3 w 13"/>
                <a:gd name="T5" fmla="*/ 5 h 6"/>
                <a:gd name="T6" fmla="*/ 1 w 13"/>
                <a:gd name="T7" fmla="*/ 4 h 6"/>
                <a:gd name="T8" fmla="*/ 0 w 13"/>
                <a:gd name="T9" fmla="*/ 3 h 6"/>
                <a:gd name="T10" fmla="*/ 0 w 13"/>
                <a:gd name="T11" fmla="*/ 3 h 6"/>
                <a:gd name="T12" fmla="*/ 0 w 13"/>
                <a:gd name="T13" fmla="*/ 2 h 6"/>
                <a:gd name="T14" fmla="*/ 0 w 13"/>
                <a:gd name="T15" fmla="*/ 2 h 6"/>
                <a:gd name="T16" fmla="*/ 2 w 13"/>
                <a:gd name="T17" fmla="*/ 0 h 6"/>
                <a:gd name="T18" fmla="*/ 3 w 13"/>
                <a:gd name="T19" fmla="*/ 0 h 6"/>
                <a:gd name="T20" fmla="*/ 8 w 13"/>
                <a:gd name="T21" fmla="*/ 0 h 6"/>
                <a:gd name="T22" fmla="*/ 8 w 13"/>
                <a:gd name="T23" fmla="*/ 0 h 6"/>
                <a:gd name="T24" fmla="*/ 8 w 13"/>
                <a:gd name="T25" fmla="*/ 0 h 6"/>
                <a:gd name="T26" fmla="*/ 8 w 13"/>
                <a:gd name="T27" fmla="*/ 0 h 6"/>
                <a:gd name="T28" fmla="*/ 12 w 13"/>
                <a:gd name="T29" fmla="*/ 2 h 6"/>
                <a:gd name="T30" fmla="*/ 13 w 13"/>
                <a:gd name="T31" fmla="*/ 2 h 6"/>
                <a:gd name="T32" fmla="*/ 13 w 13"/>
                <a:gd name="T33" fmla="*/ 4 h 6"/>
                <a:gd name="T34" fmla="*/ 13 w 13"/>
                <a:gd name="T35" fmla="*/ 4 h 6"/>
                <a:gd name="T36" fmla="*/ 12 w 13"/>
                <a:gd name="T37" fmla="*/ 5 h 6"/>
                <a:gd name="T38" fmla="*/ 12 w 13"/>
                <a:gd name="T39" fmla="*/ 5 h 6"/>
                <a:gd name="T40" fmla="*/ 11 w 13"/>
                <a:gd name="T41" fmla="*/ 6 h 6"/>
                <a:gd name="T42" fmla="*/ 8 w 13"/>
                <a:gd name="T43"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3" h="6">
                  <a:moveTo>
                    <a:pt x="8" y="6"/>
                  </a:moveTo>
                  <a:lnTo>
                    <a:pt x="8" y="6"/>
                  </a:lnTo>
                  <a:lnTo>
                    <a:pt x="3" y="5"/>
                  </a:lnTo>
                  <a:lnTo>
                    <a:pt x="1" y="4"/>
                  </a:lnTo>
                  <a:lnTo>
                    <a:pt x="0" y="3"/>
                  </a:lnTo>
                  <a:lnTo>
                    <a:pt x="0" y="3"/>
                  </a:lnTo>
                  <a:lnTo>
                    <a:pt x="0" y="2"/>
                  </a:lnTo>
                  <a:lnTo>
                    <a:pt x="0" y="2"/>
                  </a:lnTo>
                  <a:lnTo>
                    <a:pt x="2" y="0"/>
                  </a:lnTo>
                  <a:lnTo>
                    <a:pt x="3" y="0"/>
                  </a:lnTo>
                  <a:lnTo>
                    <a:pt x="8" y="0"/>
                  </a:lnTo>
                  <a:lnTo>
                    <a:pt x="8" y="0"/>
                  </a:lnTo>
                  <a:lnTo>
                    <a:pt x="8" y="0"/>
                  </a:lnTo>
                  <a:lnTo>
                    <a:pt x="8" y="0"/>
                  </a:lnTo>
                  <a:lnTo>
                    <a:pt x="12" y="2"/>
                  </a:lnTo>
                  <a:lnTo>
                    <a:pt x="13" y="2"/>
                  </a:lnTo>
                  <a:lnTo>
                    <a:pt x="13" y="4"/>
                  </a:lnTo>
                  <a:lnTo>
                    <a:pt x="13" y="4"/>
                  </a:lnTo>
                  <a:lnTo>
                    <a:pt x="12" y="5"/>
                  </a:lnTo>
                  <a:lnTo>
                    <a:pt x="12" y="5"/>
                  </a:lnTo>
                  <a:lnTo>
                    <a:pt x="11" y="6"/>
                  </a:lnTo>
                  <a:lnTo>
                    <a:pt x="8" y="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7" name="Freeform 1481"/>
            <p:cNvSpPr>
              <a:spLocks/>
            </p:cNvSpPr>
            <p:nvPr/>
          </p:nvSpPr>
          <p:spPr bwMode="gray">
            <a:xfrm>
              <a:off x="8817796" y="2542807"/>
              <a:ext cx="124146" cy="44949"/>
            </a:xfrm>
            <a:custGeom>
              <a:avLst/>
              <a:gdLst>
                <a:gd name="T0" fmla="*/ 33 w 42"/>
                <a:gd name="T1" fmla="*/ 14 h 15"/>
                <a:gd name="T2" fmla="*/ 33 w 42"/>
                <a:gd name="T3" fmla="*/ 14 h 15"/>
                <a:gd name="T4" fmla="*/ 21 w 42"/>
                <a:gd name="T5" fmla="*/ 15 h 15"/>
                <a:gd name="T6" fmla="*/ 14 w 42"/>
                <a:gd name="T7" fmla="*/ 14 h 15"/>
                <a:gd name="T8" fmla="*/ 6 w 42"/>
                <a:gd name="T9" fmla="*/ 12 h 15"/>
                <a:gd name="T10" fmla="*/ 6 w 42"/>
                <a:gd name="T11" fmla="*/ 12 h 15"/>
                <a:gd name="T12" fmla="*/ 3 w 42"/>
                <a:gd name="T13" fmla="*/ 10 h 15"/>
                <a:gd name="T14" fmla="*/ 0 w 42"/>
                <a:gd name="T15" fmla="*/ 8 h 15"/>
                <a:gd name="T16" fmla="*/ 0 w 42"/>
                <a:gd name="T17" fmla="*/ 6 h 15"/>
                <a:gd name="T18" fmla="*/ 0 w 42"/>
                <a:gd name="T19" fmla="*/ 5 h 15"/>
                <a:gd name="T20" fmla="*/ 4 w 42"/>
                <a:gd name="T21" fmla="*/ 3 h 15"/>
                <a:gd name="T22" fmla="*/ 4 w 42"/>
                <a:gd name="T23" fmla="*/ 3 h 15"/>
                <a:gd name="T24" fmla="*/ 9 w 42"/>
                <a:gd name="T25" fmla="*/ 1 h 15"/>
                <a:gd name="T26" fmla="*/ 14 w 42"/>
                <a:gd name="T27" fmla="*/ 0 h 15"/>
                <a:gd name="T28" fmla="*/ 19 w 42"/>
                <a:gd name="T29" fmla="*/ 0 h 15"/>
                <a:gd name="T30" fmla="*/ 25 w 42"/>
                <a:gd name="T31" fmla="*/ 3 h 15"/>
                <a:gd name="T32" fmla="*/ 25 w 42"/>
                <a:gd name="T33" fmla="*/ 3 h 15"/>
                <a:gd name="T34" fmla="*/ 31 w 42"/>
                <a:gd name="T35" fmla="*/ 4 h 15"/>
                <a:gd name="T36" fmla="*/ 37 w 42"/>
                <a:gd name="T37" fmla="*/ 4 h 15"/>
                <a:gd name="T38" fmla="*/ 41 w 42"/>
                <a:gd name="T39" fmla="*/ 4 h 15"/>
                <a:gd name="T40" fmla="*/ 41 w 42"/>
                <a:gd name="T41" fmla="*/ 5 h 15"/>
                <a:gd name="T42" fmla="*/ 42 w 42"/>
                <a:gd name="T43" fmla="*/ 5 h 15"/>
                <a:gd name="T44" fmla="*/ 42 w 42"/>
                <a:gd name="T45" fmla="*/ 5 h 15"/>
                <a:gd name="T46" fmla="*/ 41 w 42"/>
                <a:gd name="T47" fmla="*/ 8 h 15"/>
                <a:gd name="T48" fmla="*/ 40 w 42"/>
                <a:gd name="T49" fmla="*/ 10 h 15"/>
                <a:gd name="T50" fmla="*/ 38 w 42"/>
                <a:gd name="T51" fmla="*/ 12 h 15"/>
                <a:gd name="T52" fmla="*/ 33 w 42"/>
                <a:gd name="T53" fmla="*/ 14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2" h="15">
                  <a:moveTo>
                    <a:pt x="33" y="14"/>
                  </a:moveTo>
                  <a:lnTo>
                    <a:pt x="33" y="14"/>
                  </a:lnTo>
                  <a:lnTo>
                    <a:pt x="21" y="15"/>
                  </a:lnTo>
                  <a:lnTo>
                    <a:pt x="14" y="14"/>
                  </a:lnTo>
                  <a:lnTo>
                    <a:pt x="6" y="12"/>
                  </a:lnTo>
                  <a:lnTo>
                    <a:pt x="6" y="12"/>
                  </a:lnTo>
                  <a:lnTo>
                    <a:pt x="3" y="10"/>
                  </a:lnTo>
                  <a:lnTo>
                    <a:pt x="0" y="8"/>
                  </a:lnTo>
                  <a:lnTo>
                    <a:pt x="0" y="6"/>
                  </a:lnTo>
                  <a:lnTo>
                    <a:pt x="0" y="5"/>
                  </a:lnTo>
                  <a:lnTo>
                    <a:pt x="4" y="3"/>
                  </a:lnTo>
                  <a:lnTo>
                    <a:pt x="4" y="3"/>
                  </a:lnTo>
                  <a:lnTo>
                    <a:pt x="9" y="1"/>
                  </a:lnTo>
                  <a:lnTo>
                    <a:pt x="14" y="0"/>
                  </a:lnTo>
                  <a:lnTo>
                    <a:pt x="19" y="0"/>
                  </a:lnTo>
                  <a:lnTo>
                    <a:pt x="25" y="3"/>
                  </a:lnTo>
                  <a:lnTo>
                    <a:pt x="25" y="3"/>
                  </a:lnTo>
                  <a:lnTo>
                    <a:pt x="31" y="4"/>
                  </a:lnTo>
                  <a:lnTo>
                    <a:pt x="37" y="4"/>
                  </a:lnTo>
                  <a:lnTo>
                    <a:pt x="41" y="4"/>
                  </a:lnTo>
                  <a:lnTo>
                    <a:pt x="41" y="5"/>
                  </a:lnTo>
                  <a:lnTo>
                    <a:pt x="42" y="5"/>
                  </a:lnTo>
                  <a:lnTo>
                    <a:pt x="42" y="5"/>
                  </a:lnTo>
                  <a:lnTo>
                    <a:pt x="41" y="8"/>
                  </a:lnTo>
                  <a:lnTo>
                    <a:pt x="40" y="10"/>
                  </a:lnTo>
                  <a:lnTo>
                    <a:pt x="38" y="12"/>
                  </a:lnTo>
                  <a:lnTo>
                    <a:pt x="33" y="1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8" name="Freeform 1499"/>
            <p:cNvSpPr>
              <a:spLocks/>
            </p:cNvSpPr>
            <p:nvPr/>
          </p:nvSpPr>
          <p:spPr bwMode="gray">
            <a:xfrm>
              <a:off x="9160677" y="3348905"/>
              <a:ext cx="112323" cy="56936"/>
            </a:xfrm>
            <a:custGeom>
              <a:avLst/>
              <a:gdLst>
                <a:gd name="T0" fmla="*/ 28 w 38"/>
                <a:gd name="T1" fmla="*/ 19 h 19"/>
                <a:gd name="T2" fmla="*/ 28 w 38"/>
                <a:gd name="T3" fmla="*/ 19 h 19"/>
                <a:gd name="T4" fmla="*/ 23 w 38"/>
                <a:gd name="T5" fmla="*/ 18 h 19"/>
                <a:gd name="T6" fmla="*/ 18 w 38"/>
                <a:gd name="T7" fmla="*/ 14 h 19"/>
                <a:gd name="T8" fmla="*/ 13 w 38"/>
                <a:gd name="T9" fmla="*/ 11 h 19"/>
                <a:gd name="T10" fmla="*/ 11 w 38"/>
                <a:gd name="T11" fmla="*/ 9 h 19"/>
                <a:gd name="T12" fmla="*/ 11 w 38"/>
                <a:gd name="T13" fmla="*/ 9 h 19"/>
                <a:gd name="T14" fmla="*/ 10 w 38"/>
                <a:gd name="T15" fmla="*/ 11 h 19"/>
                <a:gd name="T16" fmla="*/ 7 w 38"/>
                <a:gd name="T17" fmla="*/ 12 h 19"/>
                <a:gd name="T18" fmla="*/ 5 w 38"/>
                <a:gd name="T19" fmla="*/ 13 h 19"/>
                <a:gd name="T20" fmla="*/ 2 w 38"/>
                <a:gd name="T21" fmla="*/ 12 h 19"/>
                <a:gd name="T22" fmla="*/ 2 w 38"/>
                <a:gd name="T23" fmla="*/ 12 h 19"/>
                <a:gd name="T24" fmla="*/ 1 w 38"/>
                <a:gd name="T25" fmla="*/ 8 h 19"/>
                <a:gd name="T26" fmla="*/ 0 w 38"/>
                <a:gd name="T27" fmla="*/ 4 h 19"/>
                <a:gd name="T28" fmla="*/ 0 w 38"/>
                <a:gd name="T29" fmla="*/ 2 h 19"/>
                <a:gd name="T30" fmla="*/ 1 w 38"/>
                <a:gd name="T31" fmla="*/ 1 h 19"/>
                <a:gd name="T32" fmla="*/ 2 w 38"/>
                <a:gd name="T33" fmla="*/ 1 h 19"/>
                <a:gd name="T34" fmla="*/ 2 w 38"/>
                <a:gd name="T35" fmla="*/ 1 h 19"/>
                <a:gd name="T36" fmla="*/ 7 w 38"/>
                <a:gd name="T37" fmla="*/ 3 h 19"/>
                <a:gd name="T38" fmla="*/ 11 w 38"/>
                <a:gd name="T39" fmla="*/ 4 h 19"/>
                <a:gd name="T40" fmla="*/ 13 w 38"/>
                <a:gd name="T41" fmla="*/ 4 h 19"/>
                <a:gd name="T42" fmla="*/ 13 w 38"/>
                <a:gd name="T43" fmla="*/ 4 h 19"/>
                <a:gd name="T44" fmla="*/ 16 w 38"/>
                <a:gd name="T45" fmla="*/ 3 h 19"/>
                <a:gd name="T46" fmla="*/ 20 w 38"/>
                <a:gd name="T47" fmla="*/ 2 h 19"/>
                <a:gd name="T48" fmla="*/ 22 w 38"/>
                <a:gd name="T49" fmla="*/ 0 h 19"/>
                <a:gd name="T50" fmla="*/ 23 w 38"/>
                <a:gd name="T51" fmla="*/ 1 h 19"/>
                <a:gd name="T52" fmla="*/ 24 w 38"/>
                <a:gd name="T53" fmla="*/ 1 h 19"/>
                <a:gd name="T54" fmla="*/ 24 w 38"/>
                <a:gd name="T55" fmla="*/ 1 h 19"/>
                <a:gd name="T56" fmla="*/ 33 w 38"/>
                <a:gd name="T57" fmla="*/ 8 h 19"/>
                <a:gd name="T58" fmla="*/ 37 w 38"/>
                <a:gd name="T59" fmla="*/ 13 h 19"/>
                <a:gd name="T60" fmla="*/ 38 w 38"/>
                <a:gd name="T61" fmla="*/ 14 h 19"/>
                <a:gd name="T62" fmla="*/ 38 w 38"/>
                <a:gd name="T63" fmla="*/ 14 h 19"/>
                <a:gd name="T64" fmla="*/ 33 w 38"/>
                <a:gd name="T65" fmla="*/ 18 h 19"/>
                <a:gd name="T66" fmla="*/ 31 w 38"/>
                <a:gd name="T67" fmla="*/ 19 h 19"/>
                <a:gd name="T68" fmla="*/ 28 w 38"/>
                <a:gd name="T69" fmla="*/ 19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 h="19">
                  <a:moveTo>
                    <a:pt x="28" y="19"/>
                  </a:moveTo>
                  <a:lnTo>
                    <a:pt x="28" y="19"/>
                  </a:lnTo>
                  <a:lnTo>
                    <a:pt x="23" y="18"/>
                  </a:lnTo>
                  <a:lnTo>
                    <a:pt x="18" y="14"/>
                  </a:lnTo>
                  <a:lnTo>
                    <a:pt x="13" y="11"/>
                  </a:lnTo>
                  <a:lnTo>
                    <a:pt x="11" y="9"/>
                  </a:lnTo>
                  <a:lnTo>
                    <a:pt x="11" y="9"/>
                  </a:lnTo>
                  <a:lnTo>
                    <a:pt x="10" y="11"/>
                  </a:lnTo>
                  <a:lnTo>
                    <a:pt x="7" y="12"/>
                  </a:lnTo>
                  <a:lnTo>
                    <a:pt x="5" y="13"/>
                  </a:lnTo>
                  <a:lnTo>
                    <a:pt x="2" y="12"/>
                  </a:lnTo>
                  <a:lnTo>
                    <a:pt x="2" y="12"/>
                  </a:lnTo>
                  <a:lnTo>
                    <a:pt x="1" y="8"/>
                  </a:lnTo>
                  <a:lnTo>
                    <a:pt x="0" y="4"/>
                  </a:lnTo>
                  <a:lnTo>
                    <a:pt x="0" y="2"/>
                  </a:lnTo>
                  <a:lnTo>
                    <a:pt x="1" y="1"/>
                  </a:lnTo>
                  <a:lnTo>
                    <a:pt x="2" y="1"/>
                  </a:lnTo>
                  <a:lnTo>
                    <a:pt x="2" y="1"/>
                  </a:lnTo>
                  <a:lnTo>
                    <a:pt x="7" y="3"/>
                  </a:lnTo>
                  <a:lnTo>
                    <a:pt x="11" y="4"/>
                  </a:lnTo>
                  <a:lnTo>
                    <a:pt x="13" y="4"/>
                  </a:lnTo>
                  <a:lnTo>
                    <a:pt x="13" y="4"/>
                  </a:lnTo>
                  <a:lnTo>
                    <a:pt x="16" y="3"/>
                  </a:lnTo>
                  <a:lnTo>
                    <a:pt x="20" y="2"/>
                  </a:lnTo>
                  <a:lnTo>
                    <a:pt x="22" y="0"/>
                  </a:lnTo>
                  <a:lnTo>
                    <a:pt x="23" y="1"/>
                  </a:lnTo>
                  <a:lnTo>
                    <a:pt x="24" y="1"/>
                  </a:lnTo>
                  <a:lnTo>
                    <a:pt x="24" y="1"/>
                  </a:lnTo>
                  <a:lnTo>
                    <a:pt x="33" y="8"/>
                  </a:lnTo>
                  <a:lnTo>
                    <a:pt x="37" y="13"/>
                  </a:lnTo>
                  <a:lnTo>
                    <a:pt x="38" y="14"/>
                  </a:lnTo>
                  <a:lnTo>
                    <a:pt x="38" y="14"/>
                  </a:lnTo>
                  <a:lnTo>
                    <a:pt x="33" y="18"/>
                  </a:lnTo>
                  <a:lnTo>
                    <a:pt x="31" y="19"/>
                  </a:lnTo>
                  <a:lnTo>
                    <a:pt x="28" y="1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79" name="Freeform 1154"/>
            <p:cNvSpPr>
              <a:spLocks noEditPoints="1"/>
            </p:cNvSpPr>
            <p:nvPr/>
          </p:nvSpPr>
          <p:spPr bwMode="gray">
            <a:xfrm>
              <a:off x="2737576" y="1565900"/>
              <a:ext cx="6505865" cy="3338263"/>
            </a:xfrm>
            <a:custGeom>
              <a:avLst/>
              <a:gdLst>
                <a:gd name="T0" fmla="*/ 2068 w 2201"/>
                <a:gd name="T1" fmla="*/ 434 h 1114"/>
                <a:gd name="T2" fmla="*/ 1941 w 2201"/>
                <a:gd name="T3" fmla="*/ 415 h 1114"/>
                <a:gd name="T4" fmla="*/ 1818 w 2201"/>
                <a:gd name="T5" fmla="*/ 414 h 1114"/>
                <a:gd name="T6" fmla="*/ 1664 w 2201"/>
                <a:gd name="T7" fmla="*/ 311 h 1114"/>
                <a:gd name="T8" fmla="*/ 1535 w 2201"/>
                <a:gd name="T9" fmla="*/ 276 h 1114"/>
                <a:gd name="T10" fmla="*/ 1507 w 2201"/>
                <a:gd name="T11" fmla="*/ 330 h 1114"/>
                <a:gd name="T12" fmla="*/ 1398 w 2201"/>
                <a:gd name="T13" fmla="*/ 345 h 1114"/>
                <a:gd name="T14" fmla="*/ 1380 w 2201"/>
                <a:gd name="T15" fmla="*/ 297 h 1114"/>
                <a:gd name="T16" fmla="*/ 1299 w 2201"/>
                <a:gd name="T17" fmla="*/ 251 h 1114"/>
                <a:gd name="T18" fmla="*/ 1165 w 2201"/>
                <a:gd name="T19" fmla="*/ 260 h 1114"/>
                <a:gd name="T20" fmla="*/ 1126 w 2201"/>
                <a:gd name="T21" fmla="*/ 173 h 1114"/>
                <a:gd name="T22" fmla="*/ 1056 w 2201"/>
                <a:gd name="T23" fmla="*/ 45 h 1114"/>
                <a:gd name="T24" fmla="*/ 982 w 2201"/>
                <a:gd name="T25" fmla="*/ 101 h 1114"/>
                <a:gd name="T26" fmla="*/ 936 w 2201"/>
                <a:gd name="T27" fmla="*/ 92 h 1114"/>
                <a:gd name="T28" fmla="*/ 787 w 2201"/>
                <a:gd name="T29" fmla="*/ 199 h 1114"/>
                <a:gd name="T30" fmla="*/ 745 w 2201"/>
                <a:gd name="T31" fmla="*/ 342 h 1114"/>
                <a:gd name="T32" fmla="*/ 665 w 2201"/>
                <a:gd name="T33" fmla="*/ 287 h 1114"/>
                <a:gd name="T34" fmla="*/ 623 w 2201"/>
                <a:gd name="T35" fmla="*/ 327 h 1114"/>
                <a:gd name="T36" fmla="*/ 681 w 2201"/>
                <a:gd name="T37" fmla="*/ 491 h 1114"/>
                <a:gd name="T38" fmla="*/ 574 w 2201"/>
                <a:gd name="T39" fmla="*/ 516 h 1114"/>
                <a:gd name="T40" fmla="*/ 619 w 2201"/>
                <a:gd name="T41" fmla="*/ 265 h 1114"/>
                <a:gd name="T42" fmla="*/ 539 w 2201"/>
                <a:gd name="T43" fmla="*/ 398 h 1114"/>
                <a:gd name="T44" fmla="*/ 443 w 2201"/>
                <a:gd name="T45" fmla="*/ 430 h 1114"/>
                <a:gd name="T46" fmla="*/ 351 w 2201"/>
                <a:gd name="T47" fmla="*/ 459 h 1114"/>
                <a:gd name="T48" fmla="*/ 272 w 2201"/>
                <a:gd name="T49" fmla="*/ 495 h 1114"/>
                <a:gd name="T50" fmla="*/ 223 w 2201"/>
                <a:gd name="T51" fmla="*/ 522 h 1114"/>
                <a:gd name="T52" fmla="*/ 124 w 2201"/>
                <a:gd name="T53" fmla="*/ 558 h 1114"/>
                <a:gd name="T54" fmla="*/ 95 w 2201"/>
                <a:gd name="T55" fmla="*/ 533 h 1114"/>
                <a:gd name="T56" fmla="*/ 183 w 2201"/>
                <a:gd name="T57" fmla="*/ 481 h 1114"/>
                <a:gd name="T58" fmla="*/ 62 w 2201"/>
                <a:gd name="T59" fmla="*/ 398 h 1114"/>
                <a:gd name="T60" fmla="*/ 28 w 2201"/>
                <a:gd name="T61" fmla="*/ 558 h 1114"/>
                <a:gd name="T62" fmla="*/ 2 w 2201"/>
                <a:gd name="T63" fmla="*/ 741 h 1114"/>
                <a:gd name="T64" fmla="*/ 87 w 2201"/>
                <a:gd name="T65" fmla="*/ 897 h 1114"/>
                <a:gd name="T66" fmla="*/ 129 w 2201"/>
                <a:gd name="T67" fmla="*/ 1043 h 1114"/>
                <a:gd name="T68" fmla="*/ 271 w 2201"/>
                <a:gd name="T69" fmla="*/ 1030 h 1114"/>
                <a:gd name="T70" fmla="*/ 351 w 2201"/>
                <a:gd name="T71" fmla="*/ 897 h 1114"/>
                <a:gd name="T72" fmla="*/ 518 w 2201"/>
                <a:gd name="T73" fmla="*/ 844 h 1114"/>
                <a:gd name="T74" fmla="*/ 734 w 2201"/>
                <a:gd name="T75" fmla="*/ 926 h 1114"/>
                <a:gd name="T76" fmla="*/ 968 w 2201"/>
                <a:gd name="T77" fmla="*/ 932 h 1114"/>
                <a:gd name="T78" fmla="*/ 1211 w 2201"/>
                <a:gd name="T79" fmla="*/ 950 h 1114"/>
                <a:gd name="T80" fmla="*/ 1369 w 2201"/>
                <a:gd name="T81" fmla="*/ 941 h 1114"/>
                <a:gd name="T82" fmla="*/ 1416 w 2201"/>
                <a:gd name="T83" fmla="*/ 1085 h 1114"/>
                <a:gd name="T84" fmla="*/ 1557 w 2201"/>
                <a:gd name="T85" fmla="*/ 900 h 1114"/>
                <a:gd name="T86" fmla="*/ 1488 w 2201"/>
                <a:gd name="T87" fmla="*/ 849 h 1114"/>
                <a:gd name="T88" fmla="*/ 1656 w 2201"/>
                <a:gd name="T89" fmla="*/ 724 h 1114"/>
                <a:gd name="T90" fmla="*/ 1747 w 2201"/>
                <a:gd name="T91" fmla="*/ 731 h 1114"/>
                <a:gd name="T92" fmla="*/ 1823 w 2201"/>
                <a:gd name="T93" fmla="*/ 675 h 1114"/>
                <a:gd name="T94" fmla="*/ 1764 w 2201"/>
                <a:gd name="T95" fmla="*/ 771 h 1114"/>
                <a:gd name="T96" fmla="*/ 1800 w 2201"/>
                <a:gd name="T97" fmla="*/ 877 h 1114"/>
                <a:gd name="T98" fmla="*/ 1845 w 2201"/>
                <a:gd name="T99" fmla="*/ 772 h 1114"/>
                <a:gd name="T100" fmla="*/ 1917 w 2201"/>
                <a:gd name="T101" fmla="*/ 691 h 1114"/>
                <a:gd name="T102" fmla="*/ 2052 w 2201"/>
                <a:gd name="T103" fmla="*/ 630 h 1114"/>
                <a:gd name="T104" fmla="*/ 2071 w 2201"/>
                <a:gd name="T105" fmla="*/ 542 h 1114"/>
                <a:gd name="T106" fmla="*/ 2161 w 2201"/>
                <a:gd name="T107" fmla="*/ 569 h 1114"/>
                <a:gd name="T108" fmla="*/ 585 w 2201"/>
                <a:gd name="T109" fmla="*/ 420 h 1114"/>
                <a:gd name="T110" fmla="*/ 46 w 2201"/>
                <a:gd name="T111" fmla="*/ 705 h 1114"/>
                <a:gd name="T112" fmla="*/ 110 w 2201"/>
                <a:gd name="T113" fmla="*/ 683 h 1114"/>
                <a:gd name="T114" fmla="*/ 118 w 2201"/>
                <a:gd name="T115" fmla="*/ 670 h 1114"/>
                <a:gd name="T116" fmla="*/ 155 w 2201"/>
                <a:gd name="T117" fmla="*/ 741 h 1114"/>
                <a:gd name="T118" fmla="*/ 819 w 2201"/>
                <a:gd name="T119" fmla="*/ 383 h 1114"/>
                <a:gd name="T120" fmla="*/ 997 w 2201"/>
                <a:gd name="T121" fmla="*/ 201 h 1114"/>
                <a:gd name="T122" fmla="*/ 1001 w 2201"/>
                <a:gd name="T123" fmla="*/ 442 h 1114"/>
                <a:gd name="T124" fmla="*/ 1107 w 2201"/>
                <a:gd name="T125" fmla="*/ 859 h 1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01" h="1114">
                  <a:moveTo>
                    <a:pt x="2194" y="519"/>
                  </a:moveTo>
                  <a:lnTo>
                    <a:pt x="2194" y="519"/>
                  </a:lnTo>
                  <a:lnTo>
                    <a:pt x="2190" y="516"/>
                  </a:lnTo>
                  <a:lnTo>
                    <a:pt x="2188" y="512"/>
                  </a:lnTo>
                  <a:lnTo>
                    <a:pt x="2186" y="505"/>
                  </a:lnTo>
                  <a:lnTo>
                    <a:pt x="2186" y="505"/>
                  </a:lnTo>
                  <a:lnTo>
                    <a:pt x="2185" y="502"/>
                  </a:lnTo>
                  <a:lnTo>
                    <a:pt x="2184" y="502"/>
                  </a:lnTo>
                  <a:lnTo>
                    <a:pt x="2180" y="505"/>
                  </a:lnTo>
                  <a:lnTo>
                    <a:pt x="2180" y="505"/>
                  </a:lnTo>
                  <a:lnTo>
                    <a:pt x="2179" y="505"/>
                  </a:lnTo>
                  <a:lnTo>
                    <a:pt x="2178" y="503"/>
                  </a:lnTo>
                  <a:lnTo>
                    <a:pt x="2177" y="499"/>
                  </a:lnTo>
                  <a:lnTo>
                    <a:pt x="2175" y="495"/>
                  </a:lnTo>
                  <a:lnTo>
                    <a:pt x="2174" y="494"/>
                  </a:lnTo>
                  <a:lnTo>
                    <a:pt x="2173" y="492"/>
                  </a:lnTo>
                  <a:lnTo>
                    <a:pt x="2173" y="492"/>
                  </a:lnTo>
                  <a:lnTo>
                    <a:pt x="2170" y="492"/>
                  </a:lnTo>
                  <a:lnTo>
                    <a:pt x="2167" y="491"/>
                  </a:lnTo>
                  <a:lnTo>
                    <a:pt x="2164" y="491"/>
                  </a:lnTo>
                  <a:lnTo>
                    <a:pt x="2162" y="491"/>
                  </a:lnTo>
                  <a:lnTo>
                    <a:pt x="2162" y="491"/>
                  </a:lnTo>
                  <a:lnTo>
                    <a:pt x="2156" y="490"/>
                  </a:lnTo>
                  <a:lnTo>
                    <a:pt x="2151" y="490"/>
                  </a:lnTo>
                  <a:lnTo>
                    <a:pt x="2148" y="491"/>
                  </a:lnTo>
                  <a:lnTo>
                    <a:pt x="2148" y="491"/>
                  </a:lnTo>
                  <a:lnTo>
                    <a:pt x="2146" y="495"/>
                  </a:lnTo>
                  <a:lnTo>
                    <a:pt x="2146" y="502"/>
                  </a:lnTo>
                  <a:lnTo>
                    <a:pt x="2145" y="508"/>
                  </a:lnTo>
                  <a:lnTo>
                    <a:pt x="2143" y="511"/>
                  </a:lnTo>
                  <a:lnTo>
                    <a:pt x="2143" y="512"/>
                  </a:lnTo>
                  <a:lnTo>
                    <a:pt x="2143" y="512"/>
                  </a:lnTo>
                  <a:lnTo>
                    <a:pt x="2142" y="511"/>
                  </a:lnTo>
                  <a:lnTo>
                    <a:pt x="2141" y="507"/>
                  </a:lnTo>
                  <a:lnTo>
                    <a:pt x="2141" y="497"/>
                  </a:lnTo>
                  <a:lnTo>
                    <a:pt x="2141" y="480"/>
                  </a:lnTo>
                  <a:lnTo>
                    <a:pt x="2141" y="480"/>
                  </a:lnTo>
                  <a:lnTo>
                    <a:pt x="2140" y="474"/>
                  </a:lnTo>
                  <a:lnTo>
                    <a:pt x="2138" y="470"/>
                  </a:lnTo>
                  <a:lnTo>
                    <a:pt x="2137" y="469"/>
                  </a:lnTo>
                  <a:lnTo>
                    <a:pt x="2137" y="469"/>
                  </a:lnTo>
                  <a:lnTo>
                    <a:pt x="2127" y="469"/>
                  </a:lnTo>
                  <a:lnTo>
                    <a:pt x="2115" y="468"/>
                  </a:lnTo>
                  <a:lnTo>
                    <a:pt x="2115" y="468"/>
                  </a:lnTo>
                  <a:lnTo>
                    <a:pt x="2113" y="466"/>
                  </a:lnTo>
                  <a:lnTo>
                    <a:pt x="2111" y="464"/>
                  </a:lnTo>
                  <a:lnTo>
                    <a:pt x="2108" y="460"/>
                  </a:lnTo>
                  <a:lnTo>
                    <a:pt x="2105" y="455"/>
                  </a:lnTo>
                  <a:lnTo>
                    <a:pt x="2104" y="453"/>
                  </a:lnTo>
                  <a:lnTo>
                    <a:pt x="2101" y="452"/>
                  </a:lnTo>
                  <a:lnTo>
                    <a:pt x="2101" y="452"/>
                  </a:lnTo>
                  <a:lnTo>
                    <a:pt x="2093" y="449"/>
                  </a:lnTo>
                  <a:lnTo>
                    <a:pt x="2088" y="447"/>
                  </a:lnTo>
                  <a:lnTo>
                    <a:pt x="2083" y="444"/>
                  </a:lnTo>
                  <a:lnTo>
                    <a:pt x="2083" y="444"/>
                  </a:lnTo>
                  <a:lnTo>
                    <a:pt x="2077" y="439"/>
                  </a:lnTo>
                  <a:lnTo>
                    <a:pt x="2068" y="434"/>
                  </a:lnTo>
                  <a:lnTo>
                    <a:pt x="2068" y="434"/>
                  </a:lnTo>
                  <a:lnTo>
                    <a:pt x="2063" y="431"/>
                  </a:lnTo>
                  <a:lnTo>
                    <a:pt x="2061" y="428"/>
                  </a:lnTo>
                  <a:lnTo>
                    <a:pt x="2056" y="422"/>
                  </a:lnTo>
                  <a:lnTo>
                    <a:pt x="2056" y="422"/>
                  </a:lnTo>
                  <a:lnTo>
                    <a:pt x="2053" y="420"/>
                  </a:lnTo>
                  <a:lnTo>
                    <a:pt x="2051" y="420"/>
                  </a:lnTo>
                  <a:lnTo>
                    <a:pt x="2048" y="420"/>
                  </a:lnTo>
                  <a:lnTo>
                    <a:pt x="2045" y="418"/>
                  </a:lnTo>
                  <a:lnTo>
                    <a:pt x="2045" y="418"/>
                  </a:lnTo>
                  <a:lnTo>
                    <a:pt x="2044" y="416"/>
                  </a:lnTo>
                  <a:lnTo>
                    <a:pt x="2042" y="412"/>
                  </a:lnTo>
                  <a:lnTo>
                    <a:pt x="2041" y="409"/>
                  </a:lnTo>
                  <a:lnTo>
                    <a:pt x="2040" y="406"/>
                  </a:lnTo>
                  <a:lnTo>
                    <a:pt x="2039" y="406"/>
                  </a:lnTo>
                  <a:lnTo>
                    <a:pt x="2039" y="406"/>
                  </a:lnTo>
                  <a:lnTo>
                    <a:pt x="2020" y="399"/>
                  </a:lnTo>
                  <a:lnTo>
                    <a:pt x="2020" y="399"/>
                  </a:lnTo>
                  <a:lnTo>
                    <a:pt x="2016" y="396"/>
                  </a:lnTo>
                  <a:lnTo>
                    <a:pt x="2015" y="393"/>
                  </a:lnTo>
                  <a:lnTo>
                    <a:pt x="2013" y="389"/>
                  </a:lnTo>
                  <a:lnTo>
                    <a:pt x="2008" y="385"/>
                  </a:lnTo>
                  <a:lnTo>
                    <a:pt x="2008" y="385"/>
                  </a:lnTo>
                  <a:lnTo>
                    <a:pt x="2003" y="384"/>
                  </a:lnTo>
                  <a:lnTo>
                    <a:pt x="1997" y="383"/>
                  </a:lnTo>
                  <a:lnTo>
                    <a:pt x="1983" y="383"/>
                  </a:lnTo>
                  <a:lnTo>
                    <a:pt x="1968" y="384"/>
                  </a:lnTo>
                  <a:lnTo>
                    <a:pt x="1957" y="384"/>
                  </a:lnTo>
                  <a:lnTo>
                    <a:pt x="1957" y="384"/>
                  </a:lnTo>
                  <a:lnTo>
                    <a:pt x="1950" y="382"/>
                  </a:lnTo>
                  <a:lnTo>
                    <a:pt x="1945" y="379"/>
                  </a:lnTo>
                  <a:lnTo>
                    <a:pt x="1941" y="377"/>
                  </a:lnTo>
                  <a:lnTo>
                    <a:pt x="1940" y="377"/>
                  </a:lnTo>
                  <a:lnTo>
                    <a:pt x="1939" y="378"/>
                  </a:lnTo>
                  <a:lnTo>
                    <a:pt x="1939" y="378"/>
                  </a:lnTo>
                  <a:lnTo>
                    <a:pt x="1938" y="380"/>
                  </a:lnTo>
                  <a:lnTo>
                    <a:pt x="1938" y="383"/>
                  </a:lnTo>
                  <a:lnTo>
                    <a:pt x="1941" y="386"/>
                  </a:lnTo>
                  <a:lnTo>
                    <a:pt x="1941" y="386"/>
                  </a:lnTo>
                  <a:lnTo>
                    <a:pt x="1941" y="386"/>
                  </a:lnTo>
                  <a:lnTo>
                    <a:pt x="1941" y="388"/>
                  </a:lnTo>
                  <a:lnTo>
                    <a:pt x="1939" y="388"/>
                  </a:lnTo>
                  <a:lnTo>
                    <a:pt x="1935" y="390"/>
                  </a:lnTo>
                  <a:lnTo>
                    <a:pt x="1934" y="391"/>
                  </a:lnTo>
                  <a:lnTo>
                    <a:pt x="1934" y="391"/>
                  </a:lnTo>
                  <a:lnTo>
                    <a:pt x="1934" y="394"/>
                  </a:lnTo>
                  <a:lnTo>
                    <a:pt x="1935" y="396"/>
                  </a:lnTo>
                  <a:lnTo>
                    <a:pt x="1936" y="399"/>
                  </a:lnTo>
                  <a:lnTo>
                    <a:pt x="1940" y="400"/>
                  </a:lnTo>
                  <a:lnTo>
                    <a:pt x="1940" y="400"/>
                  </a:lnTo>
                  <a:lnTo>
                    <a:pt x="1941" y="401"/>
                  </a:lnTo>
                  <a:lnTo>
                    <a:pt x="1943" y="402"/>
                  </a:lnTo>
                  <a:lnTo>
                    <a:pt x="1940" y="407"/>
                  </a:lnTo>
                  <a:lnTo>
                    <a:pt x="1940" y="407"/>
                  </a:lnTo>
                  <a:lnTo>
                    <a:pt x="1940" y="410"/>
                  </a:lnTo>
                  <a:lnTo>
                    <a:pt x="1940" y="412"/>
                  </a:lnTo>
                  <a:lnTo>
                    <a:pt x="1941" y="415"/>
                  </a:lnTo>
                  <a:lnTo>
                    <a:pt x="1943" y="416"/>
                  </a:lnTo>
                  <a:lnTo>
                    <a:pt x="1943" y="416"/>
                  </a:lnTo>
                  <a:lnTo>
                    <a:pt x="1944" y="418"/>
                  </a:lnTo>
                  <a:lnTo>
                    <a:pt x="1943" y="421"/>
                  </a:lnTo>
                  <a:lnTo>
                    <a:pt x="1939" y="423"/>
                  </a:lnTo>
                  <a:lnTo>
                    <a:pt x="1939" y="423"/>
                  </a:lnTo>
                  <a:lnTo>
                    <a:pt x="1938" y="425"/>
                  </a:lnTo>
                  <a:lnTo>
                    <a:pt x="1936" y="428"/>
                  </a:lnTo>
                  <a:lnTo>
                    <a:pt x="1935" y="432"/>
                  </a:lnTo>
                  <a:lnTo>
                    <a:pt x="1933" y="433"/>
                  </a:lnTo>
                  <a:lnTo>
                    <a:pt x="1933" y="433"/>
                  </a:lnTo>
                  <a:lnTo>
                    <a:pt x="1930" y="433"/>
                  </a:lnTo>
                  <a:lnTo>
                    <a:pt x="1929" y="431"/>
                  </a:lnTo>
                  <a:lnTo>
                    <a:pt x="1927" y="427"/>
                  </a:lnTo>
                  <a:lnTo>
                    <a:pt x="1927" y="427"/>
                  </a:lnTo>
                  <a:lnTo>
                    <a:pt x="1925" y="426"/>
                  </a:lnTo>
                  <a:lnTo>
                    <a:pt x="1925" y="427"/>
                  </a:lnTo>
                  <a:lnTo>
                    <a:pt x="1924" y="430"/>
                  </a:lnTo>
                  <a:lnTo>
                    <a:pt x="1924" y="436"/>
                  </a:lnTo>
                  <a:lnTo>
                    <a:pt x="1924" y="436"/>
                  </a:lnTo>
                  <a:lnTo>
                    <a:pt x="1923" y="434"/>
                  </a:lnTo>
                  <a:lnTo>
                    <a:pt x="1920" y="430"/>
                  </a:lnTo>
                  <a:lnTo>
                    <a:pt x="1919" y="423"/>
                  </a:lnTo>
                  <a:lnTo>
                    <a:pt x="1918" y="420"/>
                  </a:lnTo>
                  <a:lnTo>
                    <a:pt x="1918" y="420"/>
                  </a:lnTo>
                  <a:lnTo>
                    <a:pt x="1917" y="417"/>
                  </a:lnTo>
                  <a:lnTo>
                    <a:pt x="1913" y="414"/>
                  </a:lnTo>
                  <a:lnTo>
                    <a:pt x="1909" y="411"/>
                  </a:lnTo>
                  <a:lnTo>
                    <a:pt x="1907" y="407"/>
                  </a:lnTo>
                  <a:lnTo>
                    <a:pt x="1907" y="407"/>
                  </a:lnTo>
                  <a:lnTo>
                    <a:pt x="1906" y="402"/>
                  </a:lnTo>
                  <a:lnTo>
                    <a:pt x="1904" y="398"/>
                  </a:lnTo>
                  <a:lnTo>
                    <a:pt x="1903" y="393"/>
                  </a:lnTo>
                  <a:lnTo>
                    <a:pt x="1902" y="390"/>
                  </a:lnTo>
                  <a:lnTo>
                    <a:pt x="1902" y="390"/>
                  </a:lnTo>
                  <a:lnTo>
                    <a:pt x="1901" y="389"/>
                  </a:lnTo>
                  <a:lnTo>
                    <a:pt x="1900" y="390"/>
                  </a:lnTo>
                  <a:lnTo>
                    <a:pt x="1898" y="395"/>
                  </a:lnTo>
                  <a:lnTo>
                    <a:pt x="1898" y="395"/>
                  </a:lnTo>
                  <a:lnTo>
                    <a:pt x="1897" y="396"/>
                  </a:lnTo>
                  <a:lnTo>
                    <a:pt x="1893" y="396"/>
                  </a:lnTo>
                  <a:lnTo>
                    <a:pt x="1884" y="396"/>
                  </a:lnTo>
                  <a:lnTo>
                    <a:pt x="1872" y="395"/>
                  </a:lnTo>
                  <a:lnTo>
                    <a:pt x="1864" y="394"/>
                  </a:lnTo>
                  <a:lnTo>
                    <a:pt x="1864" y="394"/>
                  </a:lnTo>
                  <a:lnTo>
                    <a:pt x="1858" y="391"/>
                  </a:lnTo>
                  <a:lnTo>
                    <a:pt x="1848" y="390"/>
                  </a:lnTo>
                  <a:lnTo>
                    <a:pt x="1839" y="389"/>
                  </a:lnTo>
                  <a:lnTo>
                    <a:pt x="1833" y="390"/>
                  </a:lnTo>
                  <a:lnTo>
                    <a:pt x="1833" y="390"/>
                  </a:lnTo>
                  <a:lnTo>
                    <a:pt x="1828" y="393"/>
                  </a:lnTo>
                  <a:lnTo>
                    <a:pt x="1824" y="396"/>
                  </a:lnTo>
                  <a:lnTo>
                    <a:pt x="1822" y="400"/>
                  </a:lnTo>
                  <a:lnTo>
                    <a:pt x="1820" y="402"/>
                  </a:lnTo>
                  <a:lnTo>
                    <a:pt x="1820" y="402"/>
                  </a:lnTo>
                  <a:lnTo>
                    <a:pt x="1818" y="407"/>
                  </a:lnTo>
                  <a:lnTo>
                    <a:pt x="1818" y="414"/>
                  </a:lnTo>
                  <a:lnTo>
                    <a:pt x="1818" y="420"/>
                  </a:lnTo>
                  <a:lnTo>
                    <a:pt x="1817" y="423"/>
                  </a:lnTo>
                  <a:lnTo>
                    <a:pt x="1817" y="423"/>
                  </a:lnTo>
                  <a:lnTo>
                    <a:pt x="1816" y="423"/>
                  </a:lnTo>
                  <a:lnTo>
                    <a:pt x="1815" y="422"/>
                  </a:lnTo>
                  <a:lnTo>
                    <a:pt x="1813" y="417"/>
                  </a:lnTo>
                  <a:lnTo>
                    <a:pt x="1813" y="412"/>
                  </a:lnTo>
                  <a:lnTo>
                    <a:pt x="1813" y="407"/>
                  </a:lnTo>
                  <a:lnTo>
                    <a:pt x="1813" y="407"/>
                  </a:lnTo>
                  <a:lnTo>
                    <a:pt x="1813" y="406"/>
                  </a:lnTo>
                  <a:lnTo>
                    <a:pt x="1811" y="404"/>
                  </a:lnTo>
                  <a:lnTo>
                    <a:pt x="1808" y="402"/>
                  </a:lnTo>
                  <a:lnTo>
                    <a:pt x="1806" y="399"/>
                  </a:lnTo>
                  <a:lnTo>
                    <a:pt x="1806" y="399"/>
                  </a:lnTo>
                  <a:lnTo>
                    <a:pt x="1795" y="386"/>
                  </a:lnTo>
                  <a:lnTo>
                    <a:pt x="1795" y="386"/>
                  </a:lnTo>
                  <a:lnTo>
                    <a:pt x="1794" y="385"/>
                  </a:lnTo>
                  <a:lnTo>
                    <a:pt x="1794" y="384"/>
                  </a:lnTo>
                  <a:lnTo>
                    <a:pt x="1795" y="383"/>
                  </a:lnTo>
                  <a:lnTo>
                    <a:pt x="1795" y="380"/>
                  </a:lnTo>
                  <a:lnTo>
                    <a:pt x="1795" y="380"/>
                  </a:lnTo>
                  <a:lnTo>
                    <a:pt x="1796" y="378"/>
                  </a:lnTo>
                  <a:lnTo>
                    <a:pt x="1795" y="375"/>
                  </a:lnTo>
                  <a:lnTo>
                    <a:pt x="1791" y="367"/>
                  </a:lnTo>
                  <a:lnTo>
                    <a:pt x="1791" y="367"/>
                  </a:lnTo>
                  <a:lnTo>
                    <a:pt x="1790" y="362"/>
                  </a:lnTo>
                  <a:lnTo>
                    <a:pt x="1786" y="354"/>
                  </a:lnTo>
                  <a:lnTo>
                    <a:pt x="1781" y="348"/>
                  </a:lnTo>
                  <a:lnTo>
                    <a:pt x="1779" y="345"/>
                  </a:lnTo>
                  <a:lnTo>
                    <a:pt x="1776" y="343"/>
                  </a:lnTo>
                  <a:lnTo>
                    <a:pt x="1776" y="343"/>
                  </a:lnTo>
                  <a:lnTo>
                    <a:pt x="1773" y="342"/>
                  </a:lnTo>
                  <a:lnTo>
                    <a:pt x="1768" y="341"/>
                  </a:lnTo>
                  <a:lnTo>
                    <a:pt x="1756" y="341"/>
                  </a:lnTo>
                  <a:lnTo>
                    <a:pt x="1732" y="343"/>
                  </a:lnTo>
                  <a:lnTo>
                    <a:pt x="1732" y="343"/>
                  </a:lnTo>
                  <a:lnTo>
                    <a:pt x="1712" y="348"/>
                  </a:lnTo>
                  <a:lnTo>
                    <a:pt x="1704" y="350"/>
                  </a:lnTo>
                  <a:lnTo>
                    <a:pt x="1698" y="351"/>
                  </a:lnTo>
                  <a:lnTo>
                    <a:pt x="1698" y="351"/>
                  </a:lnTo>
                  <a:lnTo>
                    <a:pt x="1693" y="350"/>
                  </a:lnTo>
                  <a:lnTo>
                    <a:pt x="1688" y="347"/>
                  </a:lnTo>
                  <a:lnTo>
                    <a:pt x="1680" y="342"/>
                  </a:lnTo>
                  <a:lnTo>
                    <a:pt x="1680" y="342"/>
                  </a:lnTo>
                  <a:lnTo>
                    <a:pt x="1677" y="337"/>
                  </a:lnTo>
                  <a:lnTo>
                    <a:pt x="1672" y="331"/>
                  </a:lnTo>
                  <a:lnTo>
                    <a:pt x="1664" y="319"/>
                  </a:lnTo>
                  <a:lnTo>
                    <a:pt x="1664" y="319"/>
                  </a:lnTo>
                  <a:lnTo>
                    <a:pt x="1661" y="316"/>
                  </a:lnTo>
                  <a:lnTo>
                    <a:pt x="1658" y="315"/>
                  </a:lnTo>
                  <a:lnTo>
                    <a:pt x="1656" y="314"/>
                  </a:lnTo>
                  <a:lnTo>
                    <a:pt x="1655" y="311"/>
                  </a:lnTo>
                  <a:lnTo>
                    <a:pt x="1655" y="311"/>
                  </a:lnTo>
                  <a:lnTo>
                    <a:pt x="1657" y="310"/>
                  </a:lnTo>
                  <a:lnTo>
                    <a:pt x="1659" y="310"/>
                  </a:lnTo>
                  <a:lnTo>
                    <a:pt x="1664" y="311"/>
                  </a:lnTo>
                  <a:lnTo>
                    <a:pt x="1664" y="311"/>
                  </a:lnTo>
                  <a:lnTo>
                    <a:pt x="1664" y="310"/>
                  </a:lnTo>
                  <a:lnTo>
                    <a:pt x="1664" y="306"/>
                  </a:lnTo>
                  <a:lnTo>
                    <a:pt x="1663" y="298"/>
                  </a:lnTo>
                  <a:lnTo>
                    <a:pt x="1663" y="298"/>
                  </a:lnTo>
                  <a:lnTo>
                    <a:pt x="1661" y="295"/>
                  </a:lnTo>
                  <a:lnTo>
                    <a:pt x="1657" y="292"/>
                  </a:lnTo>
                  <a:lnTo>
                    <a:pt x="1652" y="289"/>
                  </a:lnTo>
                  <a:lnTo>
                    <a:pt x="1646" y="289"/>
                  </a:lnTo>
                  <a:lnTo>
                    <a:pt x="1646" y="289"/>
                  </a:lnTo>
                  <a:lnTo>
                    <a:pt x="1641" y="288"/>
                  </a:lnTo>
                  <a:lnTo>
                    <a:pt x="1637" y="287"/>
                  </a:lnTo>
                  <a:lnTo>
                    <a:pt x="1634" y="285"/>
                  </a:lnTo>
                  <a:lnTo>
                    <a:pt x="1630" y="285"/>
                  </a:lnTo>
                  <a:lnTo>
                    <a:pt x="1630" y="285"/>
                  </a:lnTo>
                  <a:lnTo>
                    <a:pt x="1626" y="285"/>
                  </a:lnTo>
                  <a:lnTo>
                    <a:pt x="1624" y="287"/>
                  </a:lnTo>
                  <a:lnTo>
                    <a:pt x="1624" y="287"/>
                  </a:lnTo>
                  <a:lnTo>
                    <a:pt x="1623" y="288"/>
                  </a:lnTo>
                  <a:lnTo>
                    <a:pt x="1623" y="288"/>
                  </a:lnTo>
                  <a:lnTo>
                    <a:pt x="1618" y="288"/>
                  </a:lnTo>
                  <a:lnTo>
                    <a:pt x="1613" y="287"/>
                  </a:lnTo>
                  <a:lnTo>
                    <a:pt x="1613" y="287"/>
                  </a:lnTo>
                  <a:lnTo>
                    <a:pt x="1609" y="288"/>
                  </a:lnTo>
                  <a:lnTo>
                    <a:pt x="1607" y="289"/>
                  </a:lnTo>
                  <a:lnTo>
                    <a:pt x="1602" y="294"/>
                  </a:lnTo>
                  <a:lnTo>
                    <a:pt x="1602" y="294"/>
                  </a:lnTo>
                  <a:lnTo>
                    <a:pt x="1598" y="294"/>
                  </a:lnTo>
                  <a:lnTo>
                    <a:pt x="1594" y="295"/>
                  </a:lnTo>
                  <a:lnTo>
                    <a:pt x="1584" y="294"/>
                  </a:lnTo>
                  <a:lnTo>
                    <a:pt x="1584" y="294"/>
                  </a:lnTo>
                  <a:lnTo>
                    <a:pt x="1582" y="294"/>
                  </a:lnTo>
                  <a:lnTo>
                    <a:pt x="1582" y="293"/>
                  </a:lnTo>
                  <a:lnTo>
                    <a:pt x="1587" y="289"/>
                  </a:lnTo>
                  <a:lnTo>
                    <a:pt x="1587" y="289"/>
                  </a:lnTo>
                  <a:lnTo>
                    <a:pt x="1588" y="287"/>
                  </a:lnTo>
                  <a:lnTo>
                    <a:pt x="1588" y="285"/>
                  </a:lnTo>
                  <a:lnTo>
                    <a:pt x="1587" y="282"/>
                  </a:lnTo>
                  <a:lnTo>
                    <a:pt x="1587" y="282"/>
                  </a:lnTo>
                  <a:lnTo>
                    <a:pt x="1587" y="281"/>
                  </a:lnTo>
                  <a:lnTo>
                    <a:pt x="1588" y="279"/>
                  </a:lnTo>
                  <a:lnTo>
                    <a:pt x="1593" y="278"/>
                  </a:lnTo>
                  <a:lnTo>
                    <a:pt x="1593" y="278"/>
                  </a:lnTo>
                  <a:lnTo>
                    <a:pt x="1607" y="282"/>
                  </a:lnTo>
                  <a:lnTo>
                    <a:pt x="1614" y="284"/>
                  </a:lnTo>
                  <a:lnTo>
                    <a:pt x="1620" y="284"/>
                  </a:lnTo>
                  <a:lnTo>
                    <a:pt x="1620" y="284"/>
                  </a:lnTo>
                  <a:lnTo>
                    <a:pt x="1620" y="283"/>
                  </a:lnTo>
                  <a:lnTo>
                    <a:pt x="1619" y="282"/>
                  </a:lnTo>
                  <a:lnTo>
                    <a:pt x="1609" y="278"/>
                  </a:lnTo>
                  <a:lnTo>
                    <a:pt x="1598" y="274"/>
                  </a:lnTo>
                  <a:lnTo>
                    <a:pt x="1587" y="273"/>
                  </a:lnTo>
                  <a:lnTo>
                    <a:pt x="1587" y="273"/>
                  </a:lnTo>
                  <a:lnTo>
                    <a:pt x="1566" y="271"/>
                  </a:lnTo>
                  <a:lnTo>
                    <a:pt x="1555" y="271"/>
                  </a:lnTo>
                  <a:lnTo>
                    <a:pt x="1549" y="271"/>
                  </a:lnTo>
                  <a:lnTo>
                    <a:pt x="1549" y="271"/>
                  </a:lnTo>
                  <a:lnTo>
                    <a:pt x="1535" y="276"/>
                  </a:lnTo>
                  <a:lnTo>
                    <a:pt x="1523" y="278"/>
                  </a:lnTo>
                  <a:lnTo>
                    <a:pt x="1523" y="278"/>
                  </a:lnTo>
                  <a:lnTo>
                    <a:pt x="1522" y="281"/>
                  </a:lnTo>
                  <a:lnTo>
                    <a:pt x="1519" y="283"/>
                  </a:lnTo>
                  <a:lnTo>
                    <a:pt x="1519" y="288"/>
                  </a:lnTo>
                  <a:lnTo>
                    <a:pt x="1519" y="292"/>
                  </a:lnTo>
                  <a:lnTo>
                    <a:pt x="1519" y="292"/>
                  </a:lnTo>
                  <a:lnTo>
                    <a:pt x="1520" y="294"/>
                  </a:lnTo>
                  <a:lnTo>
                    <a:pt x="1522" y="294"/>
                  </a:lnTo>
                  <a:lnTo>
                    <a:pt x="1524" y="290"/>
                  </a:lnTo>
                  <a:lnTo>
                    <a:pt x="1524" y="290"/>
                  </a:lnTo>
                  <a:lnTo>
                    <a:pt x="1527" y="290"/>
                  </a:lnTo>
                  <a:lnTo>
                    <a:pt x="1528" y="292"/>
                  </a:lnTo>
                  <a:lnTo>
                    <a:pt x="1529" y="293"/>
                  </a:lnTo>
                  <a:lnTo>
                    <a:pt x="1533" y="294"/>
                  </a:lnTo>
                  <a:lnTo>
                    <a:pt x="1533" y="294"/>
                  </a:lnTo>
                  <a:lnTo>
                    <a:pt x="1534" y="295"/>
                  </a:lnTo>
                  <a:lnTo>
                    <a:pt x="1531" y="295"/>
                  </a:lnTo>
                  <a:lnTo>
                    <a:pt x="1529" y="295"/>
                  </a:lnTo>
                  <a:lnTo>
                    <a:pt x="1528" y="297"/>
                  </a:lnTo>
                  <a:lnTo>
                    <a:pt x="1528" y="297"/>
                  </a:lnTo>
                  <a:lnTo>
                    <a:pt x="1528" y="298"/>
                  </a:lnTo>
                  <a:lnTo>
                    <a:pt x="1527" y="298"/>
                  </a:lnTo>
                  <a:lnTo>
                    <a:pt x="1523" y="303"/>
                  </a:lnTo>
                  <a:lnTo>
                    <a:pt x="1523" y="303"/>
                  </a:lnTo>
                  <a:lnTo>
                    <a:pt x="1523" y="304"/>
                  </a:lnTo>
                  <a:lnTo>
                    <a:pt x="1523" y="306"/>
                  </a:lnTo>
                  <a:lnTo>
                    <a:pt x="1527" y="311"/>
                  </a:lnTo>
                  <a:lnTo>
                    <a:pt x="1530" y="316"/>
                  </a:lnTo>
                  <a:lnTo>
                    <a:pt x="1531" y="320"/>
                  </a:lnTo>
                  <a:lnTo>
                    <a:pt x="1531" y="320"/>
                  </a:lnTo>
                  <a:lnTo>
                    <a:pt x="1531" y="321"/>
                  </a:lnTo>
                  <a:lnTo>
                    <a:pt x="1530" y="321"/>
                  </a:lnTo>
                  <a:lnTo>
                    <a:pt x="1527" y="320"/>
                  </a:lnTo>
                  <a:lnTo>
                    <a:pt x="1527" y="320"/>
                  </a:lnTo>
                  <a:lnTo>
                    <a:pt x="1525" y="321"/>
                  </a:lnTo>
                  <a:lnTo>
                    <a:pt x="1523" y="322"/>
                  </a:lnTo>
                  <a:lnTo>
                    <a:pt x="1520" y="325"/>
                  </a:lnTo>
                  <a:lnTo>
                    <a:pt x="1520" y="325"/>
                  </a:lnTo>
                  <a:lnTo>
                    <a:pt x="1519" y="325"/>
                  </a:lnTo>
                  <a:lnTo>
                    <a:pt x="1518" y="324"/>
                  </a:lnTo>
                  <a:lnTo>
                    <a:pt x="1517" y="321"/>
                  </a:lnTo>
                  <a:lnTo>
                    <a:pt x="1515" y="318"/>
                  </a:lnTo>
                  <a:lnTo>
                    <a:pt x="1515" y="315"/>
                  </a:lnTo>
                  <a:lnTo>
                    <a:pt x="1515" y="315"/>
                  </a:lnTo>
                  <a:lnTo>
                    <a:pt x="1514" y="315"/>
                  </a:lnTo>
                  <a:lnTo>
                    <a:pt x="1512" y="314"/>
                  </a:lnTo>
                  <a:lnTo>
                    <a:pt x="1508" y="314"/>
                  </a:lnTo>
                  <a:lnTo>
                    <a:pt x="1504" y="315"/>
                  </a:lnTo>
                  <a:lnTo>
                    <a:pt x="1504" y="315"/>
                  </a:lnTo>
                  <a:lnTo>
                    <a:pt x="1503" y="316"/>
                  </a:lnTo>
                  <a:lnTo>
                    <a:pt x="1503" y="318"/>
                  </a:lnTo>
                  <a:lnTo>
                    <a:pt x="1504" y="321"/>
                  </a:lnTo>
                  <a:lnTo>
                    <a:pt x="1508" y="327"/>
                  </a:lnTo>
                  <a:lnTo>
                    <a:pt x="1508" y="327"/>
                  </a:lnTo>
                  <a:lnTo>
                    <a:pt x="1508" y="329"/>
                  </a:lnTo>
                  <a:lnTo>
                    <a:pt x="1507" y="330"/>
                  </a:lnTo>
                  <a:lnTo>
                    <a:pt x="1503" y="329"/>
                  </a:lnTo>
                  <a:lnTo>
                    <a:pt x="1503" y="329"/>
                  </a:lnTo>
                  <a:lnTo>
                    <a:pt x="1502" y="330"/>
                  </a:lnTo>
                  <a:lnTo>
                    <a:pt x="1501" y="334"/>
                  </a:lnTo>
                  <a:lnTo>
                    <a:pt x="1501" y="337"/>
                  </a:lnTo>
                  <a:lnTo>
                    <a:pt x="1499" y="337"/>
                  </a:lnTo>
                  <a:lnTo>
                    <a:pt x="1499" y="338"/>
                  </a:lnTo>
                  <a:lnTo>
                    <a:pt x="1499" y="338"/>
                  </a:lnTo>
                  <a:lnTo>
                    <a:pt x="1497" y="336"/>
                  </a:lnTo>
                  <a:lnTo>
                    <a:pt x="1493" y="332"/>
                  </a:lnTo>
                  <a:lnTo>
                    <a:pt x="1490" y="327"/>
                  </a:lnTo>
                  <a:lnTo>
                    <a:pt x="1487" y="324"/>
                  </a:lnTo>
                  <a:lnTo>
                    <a:pt x="1487" y="324"/>
                  </a:lnTo>
                  <a:lnTo>
                    <a:pt x="1481" y="321"/>
                  </a:lnTo>
                  <a:lnTo>
                    <a:pt x="1479" y="320"/>
                  </a:lnTo>
                  <a:lnTo>
                    <a:pt x="1476" y="320"/>
                  </a:lnTo>
                  <a:lnTo>
                    <a:pt x="1476" y="320"/>
                  </a:lnTo>
                  <a:lnTo>
                    <a:pt x="1474" y="319"/>
                  </a:lnTo>
                  <a:lnTo>
                    <a:pt x="1471" y="318"/>
                  </a:lnTo>
                  <a:lnTo>
                    <a:pt x="1467" y="316"/>
                  </a:lnTo>
                  <a:lnTo>
                    <a:pt x="1464" y="315"/>
                  </a:lnTo>
                  <a:lnTo>
                    <a:pt x="1464" y="315"/>
                  </a:lnTo>
                  <a:lnTo>
                    <a:pt x="1460" y="315"/>
                  </a:lnTo>
                  <a:lnTo>
                    <a:pt x="1456" y="316"/>
                  </a:lnTo>
                  <a:lnTo>
                    <a:pt x="1453" y="320"/>
                  </a:lnTo>
                  <a:lnTo>
                    <a:pt x="1453" y="320"/>
                  </a:lnTo>
                  <a:lnTo>
                    <a:pt x="1448" y="322"/>
                  </a:lnTo>
                  <a:lnTo>
                    <a:pt x="1442" y="322"/>
                  </a:lnTo>
                  <a:lnTo>
                    <a:pt x="1442" y="322"/>
                  </a:lnTo>
                  <a:lnTo>
                    <a:pt x="1440" y="322"/>
                  </a:lnTo>
                  <a:lnTo>
                    <a:pt x="1439" y="320"/>
                  </a:lnTo>
                  <a:lnTo>
                    <a:pt x="1437" y="315"/>
                  </a:lnTo>
                  <a:lnTo>
                    <a:pt x="1432" y="304"/>
                  </a:lnTo>
                  <a:lnTo>
                    <a:pt x="1432" y="304"/>
                  </a:lnTo>
                  <a:lnTo>
                    <a:pt x="1429" y="301"/>
                  </a:lnTo>
                  <a:lnTo>
                    <a:pt x="1429" y="303"/>
                  </a:lnTo>
                  <a:lnTo>
                    <a:pt x="1428" y="306"/>
                  </a:lnTo>
                  <a:lnTo>
                    <a:pt x="1426" y="310"/>
                  </a:lnTo>
                  <a:lnTo>
                    <a:pt x="1426" y="310"/>
                  </a:lnTo>
                  <a:lnTo>
                    <a:pt x="1423" y="316"/>
                  </a:lnTo>
                  <a:lnTo>
                    <a:pt x="1421" y="321"/>
                  </a:lnTo>
                  <a:lnTo>
                    <a:pt x="1421" y="334"/>
                  </a:lnTo>
                  <a:lnTo>
                    <a:pt x="1421" y="334"/>
                  </a:lnTo>
                  <a:lnTo>
                    <a:pt x="1419" y="337"/>
                  </a:lnTo>
                  <a:lnTo>
                    <a:pt x="1418" y="341"/>
                  </a:lnTo>
                  <a:lnTo>
                    <a:pt x="1416" y="346"/>
                  </a:lnTo>
                  <a:lnTo>
                    <a:pt x="1410" y="353"/>
                  </a:lnTo>
                  <a:lnTo>
                    <a:pt x="1410" y="353"/>
                  </a:lnTo>
                  <a:lnTo>
                    <a:pt x="1408" y="353"/>
                  </a:lnTo>
                  <a:lnTo>
                    <a:pt x="1408" y="353"/>
                  </a:lnTo>
                  <a:lnTo>
                    <a:pt x="1407" y="351"/>
                  </a:lnTo>
                  <a:lnTo>
                    <a:pt x="1406" y="346"/>
                  </a:lnTo>
                  <a:lnTo>
                    <a:pt x="1406" y="346"/>
                  </a:lnTo>
                  <a:lnTo>
                    <a:pt x="1405" y="345"/>
                  </a:lnTo>
                  <a:lnTo>
                    <a:pt x="1402" y="345"/>
                  </a:lnTo>
                  <a:lnTo>
                    <a:pt x="1398" y="345"/>
                  </a:lnTo>
                  <a:lnTo>
                    <a:pt x="1398" y="345"/>
                  </a:lnTo>
                  <a:lnTo>
                    <a:pt x="1397" y="343"/>
                  </a:lnTo>
                  <a:lnTo>
                    <a:pt x="1396" y="341"/>
                  </a:lnTo>
                  <a:lnTo>
                    <a:pt x="1395" y="335"/>
                  </a:lnTo>
                  <a:lnTo>
                    <a:pt x="1395" y="335"/>
                  </a:lnTo>
                  <a:lnTo>
                    <a:pt x="1394" y="330"/>
                  </a:lnTo>
                  <a:lnTo>
                    <a:pt x="1391" y="326"/>
                  </a:lnTo>
                  <a:lnTo>
                    <a:pt x="1391" y="326"/>
                  </a:lnTo>
                  <a:lnTo>
                    <a:pt x="1389" y="321"/>
                  </a:lnTo>
                  <a:lnTo>
                    <a:pt x="1387" y="320"/>
                  </a:lnTo>
                  <a:lnTo>
                    <a:pt x="1384" y="318"/>
                  </a:lnTo>
                  <a:lnTo>
                    <a:pt x="1384" y="318"/>
                  </a:lnTo>
                  <a:lnTo>
                    <a:pt x="1381" y="315"/>
                  </a:lnTo>
                  <a:lnTo>
                    <a:pt x="1381" y="314"/>
                  </a:lnTo>
                  <a:lnTo>
                    <a:pt x="1381" y="311"/>
                  </a:lnTo>
                  <a:lnTo>
                    <a:pt x="1380" y="309"/>
                  </a:lnTo>
                  <a:lnTo>
                    <a:pt x="1380" y="309"/>
                  </a:lnTo>
                  <a:lnTo>
                    <a:pt x="1379" y="306"/>
                  </a:lnTo>
                  <a:lnTo>
                    <a:pt x="1378" y="306"/>
                  </a:lnTo>
                  <a:lnTo>
                    <a:pt x="1375" y="308"/>
                  </a:lnTo>
                  <a:lnTo>
                    <a:pt x="1375" y="308"/>
                  </a:lnTo>
                  <a:lnTo>
                    <a:pt x="1374" y="306"/>
                  </a:lnTo>
                  <a:lnTo>
                    <a:pt x="1373" y="305"/>
                  </a:lnTo>
                  <a:lnTo>
                    <a:pt x="1373" y="301"/>
                  </a:lnTo>
                  <a:lnTo>
                    <a:pt x="1373" y="301"/>
                  </a:lnTo>
                  <a:lnTo>
                    <a:pt x="1371" y="300"/>
                  </a:lnTo>
                  <a:lnTo>
                    <a:pt x="1370" y="300"/>
                  </a:lnTo>
                  <a:lnTo>
                    <a:pt x="1366" y="301"/>
                  </a:lnTo>
                  <a:lnTo>
                    <a:pt x="1366" y="301"/>
                  </a:lnTo>
                  <a:lnTo>
                    <a:pt x="1366" y="301"/>
                  </a:lnTo>
                  <a:lnTo>
                    <a:pt x="1365" y="300"/>
                  </a:lnTo>
                  <a:lnTo>
                    <a:pt x="1364" y="297"/>
                  </a:lnTo>
                  <a:lnTo>
                    <a:pt x="1363" y="292"/>
                  </a:lnTo>
                  <a:lnTo>
                    <a:pt x="1360" y="288"/>
                  </a:lnTo>
                  <a:lnTo>
                    <a:pt x="1360" y="288"/>
                  </a:lnTo>
                  <a:lnTo>
                    <a:pt x="1355" y="285"/>
                  </a:lnTo>
                  <a:lnTo>
                    <a:pt x="1352" y="284"/>
                  </a:lnTo>
                  <a:lnTo>
                    <a:pt x="1349" y="285"/>
                  </a:lnTo>
                  <a:lnTo>
                    <a:pt x="1349" y="285"/>
                  </a:lnTo>
                  <a:lnTo>
                    <a:pt x="1346" y="284"/>
                  </a:lnTo>
                  <a:lnTo>
                    <a:pt x="1343" y="282"/>
                  </a:lnTo>
                  <a:lnTo>
                    <a:pt x="1341" y="278"/>
                  </a:lnTo>
                  <a:lnTo>
                    <a:pt x="1341" y="276"/>
                  </a:lnTo>
                  <a:lnTo>
                    <a:pt x="1341" y="276"/>
                  </a:lnTo>
                  <a:lnTo>
                    <a:pt x="1341" y="274"/>
                  </a:lnTo>
                  <a:lnTo>
                    <a:pt x="1343" y="274"/>
                  </a:lnTo>
                  <a:lnTo>
                    <a:pt x="1349" y="277"/>
                  </a:lnTo>
                  <a:lnTo>
                    <a:pt x="1360" y="283"/>
                  </a:lnTo>
                  <a:lnTo>
                    <a:pt x="1360" y="283"/>
                  </a:lnTo>
                  <a:lnTo>
                    <a:pt x="1364" y="284"/>
                  </a:lnTo>
                  <a:lnTo>
                    <a:pt x="1366" y="288"/>
                  </a:lnTo>
                  <a:lnTo>
                    <a:pt x="1368" y="290"/>
                  </a:lnTo>
                  <a:lnTo>
                    <a:pt x="1370" y="294"/>
                  </a:lnTo>
                  <a:lnTo>
                    <a:pt x="1370" y="294"/>
                  </a:lnTo>
                  <a:lnTo>
                    <a:pt x="1374" y="297"/>
                  </a:lnTo>
                  <a:lnTo>
                    <a:pt x="1376" y="298"/>
                  </a:lnTo>
                  <a:lnTo>
                    <a:pt x="1379" y="298"/>
                  </a:lnTo>
                  <a:lnTo>
                    <a:pt x="1380" y="297"/>
                  </a:lnTo>
                  <a:lnTo>
                    <a:pt x="1380" y="297"/>
                  </a:lnTo>
                  <a:lnTo>
                    <a:pt x="1382" y="263"/>
                  </a:lnTo>
                  <a:lnTo>
                    <a:pt x="1382" y="263"/>
                  </a:lnTo>
                  <a:lnTo>
                    <a:pt x="1381" y="260"/>
                  </a:lnTo>
                  <a:lnTo>
                    <a:pt x="1379" y="257"/>
                  </a:lnTo>
                  <a:lnTo>
                    <a:pt x="1370" y="251"/>
                  </a:lnTo>
                  <a:lnTo>
                    <a:pt x="1370" y="251"/>
                  </a:lnTo>
                  <a:lnTo>
                    <a:pt x="1368" y="247"/>
                  </a:lnTo>
                  <a:lnTo>
                    <a:pt x="1368" y="244"/>
                  </a:lnTo>
                  <a:lnTo>
                    <a:pt x="1366" y="241"/>
                  </a:lnTo>
                  <a:lnTo>
                    <a:pt x="1364" y="239"/>
                  </a:lnTo>
                  <a:lnTo>
                    <a:pt x="1364" y="239"/>
                  </a:lnTo>
                  <a:lnTo>
                    <a:pt x="1362" y="237"/>
                  </a:lnTo>
                  <a:lnTo>
                    <a:pt x="1360" y="236"/>
                  </a:lnTo>
                  <a:lnTo>
                    <a:pt x="1359" y="235"/>
                  </a:lnTo>
                  <a:lnTo>
                    <a:pt x="1357" y="235"/>
                  </a:lnTo>
                  <a:lnTo>
                    <a:pt x="1357" y="235"/>
                  </a:lnTo>
                  <a:lnTo>
                    <a:pt x="1353" y="234"/>
                  </a:lnTo>
                  <a:lnTo>
                    <a:pt x="1350" y="233"/>
                  </a:lnTo>
                  <a:lnTo>
                    <a:pt x="1347" y="233"/>
                  </a:lnTo>
                  <a:lnTo>
                    <a:pt x="1344" y="233"/>
                  </a:lnTo>
                  <a:lnTo>
                    <a:pt x="1344" y="233"/>
                  </a:lnTo>
                  <a:lnTo>
                    <a:pt x="1343" y="234"/>
                  </a:lnTo>
                  <a:lnTo>
                    <a:pt x="1341" y="234"/>
                  </a:lnTo>
                  <a:lnTo>
                    <a:pt x="1333" y="233"/>
                  </a:lnTo>
                  <a:lnTo>
                    <a:pt x="1333" y="233"/>
                  </a:lnTo>
                  <a:lnTo>
                    <a:pt x="1325" y="231"/>
                  </a:lnTo>
                  <a:lnTo>
                    <a:pt x="1322" y="230"/>
                  </a:lnTo>
                  <a:lnTo>
                    <a:pt x="1320" y="228"/>
                  </a:lnTo>
                  <a:lnTo>
                    <a:pt x="1320" y="228"/>
                  </a:lnTo>
                  <a:lnTo>
                    <a:pt x="1316" y="223"/>
                  </a:lnTo>
                  <a:lnTo>
                    <a:pt x="1315" y="221"/>
                  </a:lnTo>
                  <a:lnTo>
                    <a:pt x="1311" y="221"/>
                  </a:lnTo>
                  <a:lnTo>
                    <a:pt x="1311" y="221"/>
                  </a:lnTo>
                  <a:lnTo>
                    <a:pt x="1309" y="220"/>
                  </a:lnTo>
                  <a:lnTo>
                    <a:pt x="1305" y="219"/>
                  </a:lnTo>
                  <a:lnTo>
                    <a:pt x="1304" y="218"/>
                  </a:lnTo>
                  <a:lnTo>
                    <a:pt x="1300" y="217"/>
                  </a:lnTo>
                  <a:lnTo>
                    <a:pt x="1300" y="217"/>
                  </a:lnTo>
                  <a:lnTo>
                    <a:pt x="1298" y="218"/>
                  </a:lnTo>
                  <a:lnTo>
                    <a:pt x="1295" y="220"/>
                  </a:lnTo>
                  <a:lnTo>
                    <a:pt x="1293" y="223"/>
                  </a:lnTo>
                  <a:lnTo>
                    <a:pt x="1291" y="226"/>
                  </a:lnTo>
                  <a:lnTo>
                    <a:pt x="1291" y="226"/>
                  </a:lnTo>
                  <a:lnTo>
                    <a:pt x="1291" y="229"/>
                  </a:lnTo>
                  <a:lnTo>
                    <a:pt x="1294" y="233"/>
                  </a:lnTo>
                  <a:lnTo>
                    <a:pt x="1299" y="237"/>
                  </a:lnTo>
                  <a:lnTo>
                    <a:pt x="1299" y="237"/>
                  </a:lnTo>
                  <a:lnTo>
                    <a:pt x="1300" y="240"/>
                  </a:lnTo>
                  <a:lnTo>
                    <a:pt x="1301" y="241"/>
                  </a:lnTo>
                  <a:lnTo>
                    <a:pt x="1300" y="242"/>
                  </a:lnTo>
                  <a:lnTo>
                    <a:pt x="1298" y="244"/>
                  </a:lnTo>
                  <a:lnTo>
                    <a:pt x="1298" y="244"/>
                  </a:lnTo>
                  <a:lnTo>
                    <a:pt x="1296" y="245"/>
                  </a:lnTo>
                  <a:lnTo>
                    <a:pt x="1295" y="246"/>
                  </a:lnTo>
                  <a:lnTo>
                    <a:pt x="1299" y="251"/>
                  </a:lnTo>
                  <a:lnTo>
                    <a:pt x="1299" y="251"/>
                  </a:lnTo>
                  <a:lnTo>
                    <a:pt x="1300" y="253"/>
                  </a:lnTo>
                  <a:lnTo>
                    <a:pt x="1300" y="255"/>
                  </a:lnTo>
                  <a:lnTo>
                    <a:pt x="1298" y="255"/>
                  </a:lnTo>
                  <a:lnTo>
                    <a:pt x="1295" y="256"/>
                  </a:lnTo>
                  <a:lnTo>
                    <a:pt x="1295" y="256"/>
                  </a:lnTo>
                  <a:lnTo>
                    <a:pt x="1295" y="257"/>
                  </a:lnTo>
                  <a:lnTo>
                    <a:pt x="1295" y="257"/>
                  </a:lnTo>
                  <a:lnTo>
                    <a:pt x="1295" y="260"/>
                  </a:lnTo>
                  <a:lnTo>
                    <a:pt x="1294" y="261"/>
                  </a:lnTo>
                  <a:lnTo>
                    <a:pt x="1289" y="261"/>
                  </a:lnTo>
                  <a:lnTo>
                    <a:pt x="1283" y="260"/>
                  </a:lnTo>
                  <a:lnTo>
                    <a:pt x="1277" y="257"/>
                  </a:lnTo>
                  <a:lnTo>
                    <a:pt x="1277" y="257"/>
                  </a:lnTo>
                  <a:lnTo>
                    <a:pt x="1270" y="256"/>
                  </a:lnTo>
                  <a:lnTo>
                    <a:pt x="1264" y="256"/>
                  </a:lnTo>
                  <a:lnTo>
                    <a:pt x="1256" y="258"/>
                  </a:lnTo>
                  <a:lnTo>
                    <a:pt x="1256" y="258"/>
                  </a:lnTo>
                  <a:lnTo>
                    <a:pt x="1254" y="257"/>
                  </a:lnTo>
                  <a:lnTo>
                    <a:pt x="1253" y="256"/>
                  </a:lnTo>
                  <a:lnTo>
                    <a:pt x="1251" y="250"/>
                  </a:lnTo>
                  <a:lnTo>
                    <a:pt x="1248" y="240"/>
                  </a:lnTo>
                  <a:lnTo>
                    <a:pt x="1248" y="240"/>
                  </a:lnTo>
                  <a:lnTo>
                    <a:pt x="1247" y="239"/>
                  </a:lnTo>
                  <a:lnTo>
                    <a:pt x="1242" y="237"/>
                  </a:lnTo>
                  <a:lnTo>
                    <a:pt x="1237" y="237"/>
                  </a:lnTo>
                  <a:lnTo>
                    <a:pt x="1231" y="237"/>
                  </a:lnTo>
                  <a:lnTo>
                    <a:pt x="1231" y="237"/>
                  </a:lnTo>
                  <a:lnTo>
                    <a:pt x="1225" y="237"/>
                  </a:lnTo>
                  <a:lnTo>
                    <a:pt x="1220" y="235"/>
                  </a:lnTo>
                  <a:lnTo>
                    <a:pt x="1211" y="230"/>
                  </a:lnTo>
                  <a:lnTo>
                    <a:pt x="1211" y="230"/>
                  </a:lnTo>
                  <a:lnTo>
                    <a:pt x="1210" y="229"/>
                  </a:lnTo>
                  <a:lnTo>
                    <a:pt x="1209" y="230"/>
                  </a:lnTo>
                  <a:lnTo>
                    <a:pt x="1206" y="233"/>
                  </a:lnTo>
                  <a:lnTo>
                    <a:pt x="1206" y="233"/>
                  </a:lnTo>
                  <a:lnTo>
                    <a:pt x="1205" y="234"/>
                  </a:lnTo>
                  <a:lnTo>
                    <a:pt x="1203" y="233"/>
                  </a:lnTo>
                  <a:lnTo>
                    <a:pt x="1197" y="229"/>
                  </a:lnTo>
                  <a:lnTo>
                    <a:pt x="1189" y="225"/>
                  </a:lnTo>
                  <a:lnTo>
                    <a:pt x="1184" y="224"/>
                  </a:lnTo>
                  <a:lnTo>
                    <a:pt x="1184" y="224"/>
                  </a:lnTo>
                  <a:lnTo>
                    <a:pt x="1176" y="223"/>
                  </a:lnTo>
                  <a:lnTo>
                    <a:pt x="1172" y="224"/>
                  </a:lnTo>
                  <a:lnTo>
                    <a:pt x="1170" y="226"/>
                  </a:lnTo>
                  <a:lnTo>
                    <a:pt x="1170" y="226"/>
                  </a:lnTo>
                  <a:lnTo>
                    <a:pt x="1170" y="229"/>
                  </a:lnTo>
                  <a:lnTo>
                    <a:pt x="1170" y="231"/>
                  </a:lnTo>
                  <a:lnTo>
                    <a:pt x="1172" y="236"/>
                  </a:lnTo>
                  <a:lnTo>
                    <a:pt x="1177" y="246"/>
                  </a:lnTo>
                  <a:lnTo>
                    <a:pt x="1177" y="246"/>
                  </a:lnTo>
                  <a:lnTo>
                    <a:pt x="1177" y="249"/>
                  </a:lnTo>
                  <a:lnTo>
                    <a:pt x="1176" y="250"/>
                  </a:lnTo>
                  <a:lnTo>
                    <a:pt x="1173" y="255"/>
                  </a:lnTo>
                  <a:lnTo>
                    <a:pt x="1165" y="260"/>
                  </a:lnTo>
                  <a:lnTo>
                    <a:pt x="1165" y="260"/>
                  </a:lnTo>
                  <a:lnTo>
                    <a:pt x="1165" y="260"/>
                  </a:lnTo>
                  <a:lnTo>
                    <a:pt x="1165" y="260"/>
                  </a:lnTo>
                  <a:lnTo>
                    <a:pt x="1165" y="256"/>
                  </a:lnTo>
                  <a:lnTo>
                    <a:pt x="1167" y="251"/>
                  </a:lnTo>
                  <a:lnTo>
                    <a:pt x="1167" y="247"/>
                  </a:lnTo>
                  <a:lnTo>
                    <a:pt x="1167" y="247"/>
                  </a:lnTo>
                  <a:lnTo>
                    <a:pt x="1165" y="230"/>
                  </a:lnTo>
                  <a:lnTo>
                    <a:pt x="1161" y="213"/>
                  </a:lnTo>
                  <a:lnTo>
                    <a:pt x="1161" y="213"/>
                  </a:lnTo>
                  <a:lnTo>
                    <a:pt x="1160" y="209"/>
                  </a:lnTo>
                  <a:lnTo>
                    <a:pt x="1157" y="208"/>
                  </a:lnTo>
                  <a:lnTo>
                    <a:pt x="1154" y="208"/>
                  </a:lnTo>
                  <a:lnTo>
                    <a:pt x="1150" y="209"/>
                  </a:lnTo>
                  <a:lnTo>
                    <a:pt x="1150" y="209"/>
                  </a:lnTo>
                  <a:lnTo>
                    <a:pt x="1147" y="209"/>
                  </a:lnTo>
                  <a:lnTo>
                    <a:pt x="1146" y="207"/>
                  </a:lnTo>
                  <a:lnTo>
                    <a:pt x="1145" y="202"/>
                  </a:lnTo>
                  <a:lnTo>
                    <a:pt x="1145" y="192"/>
                  </a:lnTo>
                  <a:lnTo>
                    <a:pt x="1145" y="192"/>
                  </a:lnTo>
                  <a:lnTo>
                    <a:pt x="1145" y="192"/>
                  </a:lnTo>
                  <a:lnTo>
                    <a:pt x="1145" y="192"/>
                  </a:lnTo>
                  <a:lnTo>
                    <a:pt x="1142" y="193"/>
                  </a:lnTo>
                  <a:lnTo>
                    <a:pt x="1140" y="196"/>
                  </a:lnTo>
                  <a:lnTo>
                    <a:pt x="1136" y="197"/>
                  </a:lnTo>
                  <a:lnTo>
                    <a:pt x="1136" y="197"/>
                  </a:lnTo>
                  <a:lnTo>
                    <a:pt x="1134" y="198"/>
                  </a:lnTo>
                  <a:lnTo>
                    <a:pt x="1131" y="199"/>
                  </a:lnTo>
                  <a:lnTo>
                    <a:pt x="1125" y="205"/>
                  </a:lnTo>
                  <a:lnTo>
                    <a:pt x="1125" y="205"/>
                  </a:lnTo>
                  <a:lnTo>
                    <a:pt x="1121" y="209"/>
                  </a:lnTo>
                  <a:lnTo>
                    <a:pt x="1118" y="212"/>
                  </a:lnTo>
                  <a:lnTo>
                    <a:pt x="1109" y="217"/>
                  </a:lnTo>
                  <a:lnTo>
                    <a:pt x="1109" y="217"/>
                  </a:lnTo>
                  <a:lnTo>
                    <a:pt x="1103" y="223"/>
                  </a:lnTo>
                  <a:lnTo>
                    <a:pt x="1096" y="233"/>
                  </a:lnTo>
                  <a:lnTo>
                    <a:pt x="1087" y="242"/>
                  </a:lnTo>
                  <a:lnTo>
                    <a:pt x="1081" y="250"/>
                  </a:lnTo>
                  <a:lnTo>
                    <a:pt x="1081" y="250"/>
                  </a:lnTo>
                  <a:lnTo>
                    <a:pt x="1080" y="250"/>
                  </a:lnTo>
                  <a:lnTo>
                    <a:pt x="1078" y="250"/>
                  </a:lnTo>
                  <a:lnTo>
                    <a:pt x="1078" y="244"/>
                  </a:lnTo>
                  <a:lnTo>
                    <a:pt x="1082" y="226"/>
                  </a:lnTo>
                  <a:lnTo>
                    <a:pt x="1082" y="226"/>
                  </a:lnTo>
                  <a:lnTo>
                    <a:pt x="1083" y="219"/>
                  </a:lnTo>
                  <a:lnTo>
                    <a:pt x="1082" y="214"/>
                  </a:lnTo>
                  <a:lnTo>
                    <a:pt x="1081" y="208"/>
                  </a:lnTo>
                  <a:lnTo>
                    <a:pt x="1081" y="208"/>
                  </a:lnTo>
                  <a:lnTo>
                    <a:pt x="1082" y="207"/>
                  </a:lnTo>
                  <a:lnTo>
                    <a:pt x="1082" y="207"/>
                  </a:lnTo>
                  <a:lnTo>
                    <a:pt x="1086" y="208"/>
                  </a:lnTo>
                  <a:lnTo>
                    <a:pt x="1089" y="209"/>
                  </a:lnTo>
                  <a:lnTo>
                    <a:pt x="1093" y="209"/>
                  </a:lnTo>
                  <a:lnTo>
                    <a:pt x="1093" y="209"/>
                  </a:lnTo>
                  <a:lnTo>
                    <a:pt x="1098" y="203"/>
                  </a:lnTo>
                  <a:lnTo>
                    <a:pt x="1107" y="193"/>
                  </a:lnTo>
                  <a:lnTo>
                    <a:pt x="1115" y="183"/>
                  </a:lnTo>
                  <a:lnTo>
                    <a:pt x="1120" y="178"/>
                  </a:lnTo>
                  <a:lnTo>
                    <a:pt x="1120" y="178"/>
                  </a:lnTo>
                  <a:lnTo>
                    <a:pt x="1126" y="173"/>
                  </a:lnTo>
                  <a:lnTo>
                    <a:pt x="1134" y="169"/>
                  </a:lnTo>
                  <a:lnTo>
                    <a:pt x="1134" y="169"/>
                  </a:lnTo>
                  <a:lnTo>
                    <a:pt x="1139" y="166"/>
                  </a:lnTo>
                  <a:lnTo>
                    <a:pt x="1144" y="164"/>
                  </a:lnTo>
                  <a:lnTo>
                    <a:pt x="1149" y="161"/>
                  </a:lnTo>
                  <a:lnTo>
                    <a:pt x="1155" y="157"/>
                  </a:lnTo>
                  <a:lnTo>
                    <a:pt x="1155" y="157"/>
                  </a:lnTo>
                  <a:lnTo>
                    <a:pt x="1158" y="154"/>
                  </a:lnTo>
                  <a:lnTo>
                    <a:pt x="1161" y="148"/>
                  </a:lnTo>
                  <a:lnTo>
                    <a:pt x="1163" y="135"/>
                  </a:lnTo>
                  <a:lnTo>
                    <a:pt x="1166" y="122"/>
                  </a:lnTo>
                  <a:lnTo>
                    <a:pt x="1167" y="112"/>
                  </a:lnTo>
                  <a:lnTo>
                    <a:pt x="1167" y="112"/>
                  </a:lnTo>
                  <a:lnTo>
                    <a:pt x="1168" y="98"/>
                  </a:lnTo>
                  <a:lnTo>
                    <a:pt x="1167" y="93"/>
                  </a:lnTo>
                  <a:lnTo>
                    <a:pt x="1166" y="90"/>
                  </a:lnTo>
                  <a:lnTo>
                    <a:pt x="1166" y="90"/>
                  </a:lnTo>
                  <a:lnTo>
                    <a:pt x="1163" y="86"/>
                  </a:lnTo>
                  <a:lnTo>
                    <a:pt x="1163" y="82"/>
                  </a:lnTo>
                  <a:lnTo>
                    <a:pt x="1163" y="79"/>
                  </a:lnTo>
                  <a:lnTo>
                    <a:pt x="1162" y="75"/>
                  </a:lnTo>
                  <a:lnTo>
                    <a:pt x="1162" y="75"/>
                  </a:lnTo>
                  <a:lnTo>
                    <a:pt x="1160" y="70"/>
                  </a:lnTo>
                  <a:lnTo>
                    <a:pt x="1157" y="68"/>
                  </a:lnTo>
                  <a:lnTo>
                    <a:pt x="1155" y="66"/>
                  </a:lnTo>
                  <a:lnTo>
                    <a:pt x="1151" y="66"/>
                  </a:lnTo>
                  <a:lnTo>
                    <a:pt x="1151" y="66"/>
                  </a:lnTo>
                  <a:lnTo>
                    <a:pt x="1149" y="65"/>
                  </a:lnTo>
                  <a:lnTo>
                    <a:pt x="1146" y="64"/>
                  </a:lnTo>
                  <a:lnTo>
                    <a:pt x="1142" y="61"/>
                  </a:lnTo>
                  <a:lnTo>
                    <a:pt x="1142" y="61"/>
                  </a:lnTo>
                  <a:lnTo>
                    <a:pt x="1133" y="66"/>
                  </a:lnTo>
                  <a:lnTo>
                    <a:pt x="1133" y="66"/>
                  </a:lnTo>
                  <a:lnTo>
                    <a:pt x="1125" y="66"/>
                  </a:lnTo>
                  <a:lnTo>
                    <a:pt x="1112" y="65"/>
                  </a:lnTo>
                  <a:lnTo>
                    <a:pt x="1097" y="64"/>
                  </a:lnTo>
                  <a:lnTo>
                    <a:pt x="1086" y="64"/>
                  </a:lnTo>
                  <a:lnTo>
                    <a:pt x="1086" y="64"/>
                  </a:lnTo>
                  <a:lnTo>
                    <a:pt x="1080" y="65"/>
                  </a:lnTo>
                  <a:lnTo>
                    <a:pt x="1077" y="68"/>
                  </a:lnTo>
                  <a:lnTo>
                    <a:pt x="1076" y="71"/>
                  </a:lnTo>
                  <a:lnTo>
                    <a:pt x="1072" y="74"/>
                  </a:lnTo>
                  <a:lnTo>
                    <a:pt x="1072" y="74"/>
                  </a:lnTo>
                  <a:lnTo>
                    <a:pt x="1059" y="84"/>
                  </a:lnTo>
                  <a:lnTo>
                    <a:pt x="1059" y="84"/>
                  </a:lnTo>
                  <a:lnTo>
                    <a:pt x="1059" y="84"/>
                  </a:lnTo>
                  <a:lnTo>
                    <a:pt x="1057" y="82"/>
                  </a:lnTo>
                  <a:lnTo>
                    <a:pt x="1057" y="79"/>
                  </a:lnTo>
                  <a:lnTo>
                    <a:pt x="1060" y="69"/>
                  </a:lnTo>
                  <a:lnTo>
                    <a:pt x="1060" y="69"/>
                  </a:lnTo>
                  <a:lnTo>
                    <a:pt x="1067" y="48"/>
                  </a:lnTo>
                  <a:lnTo>
                    <a:pt x="1067" y="48"/>
                  </a:lnTo>
                  <a:lnTo>
                    <a:pt x="1067" y="47"/>
                  </a:lnTo>
                  <a:lnTo>
                    <a:pt x="1067" y="45"/>
                  </a:lnTo>
                  <a:lnTo>
                    <a:pt x="1064" y="45"/>
                  </a:lnTo>
                  <a:lnTo>
                    <a:pt x="1056" y="45"/>
                  </a:lnTo>
                  <a:lnTo>
                    <a:pt x="1056" y="45"/>
                  </a:lnTo>
                  <a:lnTo>
                    <a:pt x="1055" y="44"/>
                  </a:lnTo>
                  <a:lnTo>
                    <a:pt x="1055" y="44"/>
                  </a:lnTo>
                  <a:lnTo>
                    <a:pt x="1057" y="40"/>
                  </a:lnTo>
                  <a:lnTo>
                    <a:pt x="1064" y="36"/>
                  </a:lnTo>
                  <a:lnTo>
                    <a:pt x="1064" y="36"/>
                  </a:lnTo>
                  <a:lnTo>
                    <a:pt x="1066" y="32"/>
                  </a:lnTo>
                  <a:lnTo>
                    <a:pt x="1067" y="29"/>
                  </a:lnTo>
                  <a:lnTo>
                    <a:pt x="1067" y="24"/>
                  </a:lnTo>
                  <a:lnTo>
                    <a:pt x="1067" y="24"/>
                  </a:lnTo>
                  <a:lnTo>
                    <a:pt x="1067" y="21"/>
                  </a:lnTo>
                  <a:lnTo>
                    <a:pt x="1067" y="18"/>
                  </a:lnTo>
                  <a:lnTo>
                    <a:pt x="1066" y="16"/>
                  </a:lnTo>
                  <a:lnTo>
                    <a:pt x="1062" y="15"/>
                  </a:lnTo>
                  <a:lnTo>
                    <a:pt x="1062" y="15"/>
                  </a:lnTo>
                  <a:lnTo>
                    <a:pt x="1057" y="12"/>
                  </a:lnTo>
                  <a:lnTo>
                    <a:pt x="1055" y="8"/>
                  </a:lnTo>
                  <a:lnTo>
                    <a:pt x="1053" y="6"/>
                  </a:lnTo>
                  <a:lnTo>
                    <a:pt x="1049" y="4"/>
                  </a:lnTo>
                  <a:lnTo>
                    <a:pt x="1049" y="4"/>
                  </a:lnTo>
                  <a:lnTo>
                    <a:pt x="1043" y="0"/>
                  </a:lnTo>
                  <a:lnTo>
                    <a:pt x="1039" y="0"/>
                  </a:lnTo>
                  <a:lnTo>
                    <a:pt x="1039" y="0"/>
                  </a:lnTo>
                  <a:lnTo>
                    <a:pt x="1037" y="0"/>
                  </a:lnTo>
                  <a:lnTo>
                    <a:pt x="1035" y="1"/>
                  </a:lnTo>
                  <a:lnTo>
                    <a:pt x="1034" y="2"/>
                  </a:lnTo>
                  <a:lnTo>
                    <a:pt x="1030" y="4"/>
                  </a:lnTo>
                  <a:lnTo>
                    <a:pt x="1030" y="4"/>
                  </a:lnTo>
                  <a:lnTo>
                    <a:pt x="1022" y="8"/>
                  </a:lnTo>
                  <a:lnTo>
                    <a:pt x="1017" y="12"/>
                  </a:lnTo>
                  <a:lnTo>
                    <a:pt x="1014" y="15"/>
                  </a:lnTo>
                  <a:lnTo>
                    <a:pt x="1014" y="15"/>
                  </a:lnTo>
                  <a:lnTo>
                    <a:pt x="1011" y="23"/>
                  </a:lnTo>
                  <a:lnTo>
                    <a:pt x="1009" y="28"/>
                  </a:lnTo>
                  <a:lnTo>
                    <a:pt x="1005" y="34"/>
                  </a:lnTo>
                  <a:lnTo>
                    <a:pt x="1005" y="34"/>
                  </a:lnTo>
                  <a:lnTo>
                    <a:pt x="1002" y="40"/>
                  </a:lnTo>
                  <a:lnTo>
                    <a:pt x="1001" y="47"/>
                  </a:lnTo>
                  <a:lnTo>
                    <a:pt x="1002" y="52"/>
                  </a:lnTo>
                  <a:lnTo>
                    <a:pt x="1001" y="59"/>
                  </a:lnTo>
                  <a:lnTo>
                    <a:pt x="1001" y="59"/>
                  </a:lnTo>
                  <a:lnTo>
                    <a:pt x="1000" y="66"/>
                  </a:lnTo>
                  <a:lnTo>
                    <a:pt x="997" y="71"/>
                  </a:lnTo>
                  <a:lnTo>
                    <a:pt x="992" y="74"/>
                  </a:lnTo>
                  <a:lnTo>
                    <a:pt x="984" y="76"/>
                  </a:lnTo>
                  <a:lnTo>
                    <a:pt x="984" y="76"/>
                  </a:lnTo>
                  <a:lnTo>
                    <a:pt x="980" y="76"/>
                  </a:lnTo>
                  <a:lnTo>
                    <a:pt x="977" y="76"/>
                  </a:lnTo>
                  <a:lnTo>
                    <a:pt x="973" y="75"/>
                  </a:lnTo>
                  <a:lnTo>
                    <a:pt x="970" y="75"/>
                  </a:lnTo>
                  <a:lnTo>
                    <a:pt x="968" y="77"/>
                  </a:lnTo>
                  <a:lnTo>
                    <a:pt x="968" y="77"/>
                  </a:lnTo>
                  <a:lnTo>
                    <a:pt x="966" y="80"/>
                  </a:lnTo>
                  <a:lnTo>
                    <a:pt x="965" y="82"/>
                  </a:lnTo>
                  <a:lnTo>
                    <a:pt x="966" y="86"/>
                  </a:lnTo>
                  <a:lnTo>
                    <a:pt x="968" y="88"/>
                  </a:lnTo>
                  <a:lnTo>
                    <a:pt x="974" y="95"/>
                  </a:lnTo>
                  <a:lnTo>
                    <a:pt x="982" y="101"/>
                  </a:lnTo>
                  <a:lnTo>
                    <a:pt x="982" y="101"/>
                  </a:lnTo>
                  <a:lnTo>
                    <a:pt x="990" y="106"/>
                  </a:lnTo>
                  <a:lnTo>
                    <a:pt x="993" y="107"/>
                  </a:lnTo>
                  <a:lnTo>
                    <a:pt x="995" y="108"/>
                  </a:lnTo>
                  <a:lnTo>
                    <a:pt x="995" y="109"/>
                  </a:lnTo>
                  <a:lnTo>
                    <a:pt x="995" y="109"/>
                  </a:lnTo>
                  <a:lnTo>
                    <a:pt x="993" y="111"/>
                  </a:lnTo>
                  <a:lnTo>
                    <a:pt x="992" y="111"/>
                  </a:lnTo>
                  <a:lnTo>
                    <a:pt x="989" y="111"/>
                  </a:lnTo>
                  <a:lnTo>
                    <a:pt x="985" y="111"/>
                  </a:lnTo>
                  <a:lnTo>
                    <a:pt x="980" y="111"/>
                  </a:lnTo>
                  <a:lnTo>
                    <a:pt x="980" y="111"/>
                  </a:lnTo>
                  <a:lnTo>
                    <a:pt x="979" y="112"/>
                  </a:lnTo>
                  <a:lnTo>
                    <a:pt x="980" y="113"/>
                  </a:lnTo>
                  <a:lnTo>
                    <a:pt x="984" y="114"/>
                  </a:lnTo>
                  <a:lnTo>
                    <a:pt x="986" y="116"/>
                  </a:lnTo>
                  <a:lnTo>
                    <a:pt x="986" y="116"/>
                  </a:lnTo>
                  <a:lnTo>
                    <a:pt x="989" y="116"/>
                  </a:lnTo>
                  <a:lnTo>
                    <a:pt x="991" y="117"/>
                  </a:lnTo>
                  <a:lnTo>
                    <a:pt x="995" y="124"/>
                  </a:lnTo>
                  <a:lnTo>
                    <a:pt x="995" y="124"/>
                  </a:lnTo>
                  <a:lnTo>
                    <a:pt x="995" y="129"/>
                  </a:lnTo>
                  <a:lnTo>
                    <a:pt x="993" y="134"/>
                  </a:lnTo>
                  <a:lnTo>
                    <a:pt x="990" y="140"/>
                  </a:lnTo>
                  <a:lnTo>
                    <a:pt x="990" y="140"/>
                  </a:lnTo>
                  <a:lnTo>
                    <a:pt x="990" y="141"/>
                  </a:lnTo>
                  <a:lnTo>
                    <a:pt x="989" y="140"/>
                  </a:lnTo>
                  <a:lnTo>
                    <a:pt x="990" y="137"/>
                  </a:lnTo>
                  <a:lnTo>
                    <a:pt x="990" y="133"/>
                  </a:lnTo>
                  <a:lnTo>
                    <a:pt x="989" y="128"/>
                  </a:lnTo>
                  <a:lnTo>
                    <a:pt x="989" y="128"/>
                  </a:lnTo>
                  <a:lnTo>
                    <a:pt x="987" y="125"/>
                  </a:lnTo>
                  <a:lnTo>
                    <a:pt x="986" y="124"/>
                  </a:lnTo>
                  <a:lnTo>
                    <a:pt x="982" y="124"/>
                  </a:lnTo>
                  <a:lnTo>
                    <a:pt x="979" y="125"/>
                  </a:lnTo>
                  <a:lnTo>
                    <a:pt x="979" y="125"/>
                  </a:lnTo>
                  <a:lnTo>
                    <a:pt x="975" y="125"/>
                  </a:lnTo>
                  <a:lnTo>
                    <a:pt x="973" y="124"/>
                  </a:lnTo>
                  <a:lnTo>
                    <a:pt x="971" y="121"/>
                  </a:lnTo>
                  <a:lnTo>
                    <a:pt x="970" y="117"/>
                  </a:lnTo>
                  <a:lnTo>
                    <a:pt x="970" y="117"/>
                  </a:lnTo>
                  <a:lnTo>
                    <a:pt x="968" y="113"/>
                  </a:lnTo>
                  <a:lnTo>
                    <a:pt x="966" y="109"/>
                  </a:lnTo>
                  <a:lnTo>
                    <a:pt x="963" y="106"/>
                  </a:lnTo>
                  <a:lnTo>
                    <a:pt x="958" y="103"/>
                  </a:lnTo>
                  <a:lnTo>
                    <a:pt x="958" y="103"/>
                  </a:lnTo>
                  <a:lnTo>
                    <a:pt x="954" y="102"/>
                  </a:lnTo>
                  <a:lnTo>
                    <a:pt x="952" y="102"/>
                  </a:lnTo>
                  <a:lnTo>
                    <a:pt x="945" y="106"/>
                  </a:lnTo>
                  <a:lnTo>
                    <a:pt x="945" y="106"/>
                  </a:lnTo>
                  <a:lnTo>
                    <a:pt x="943" y="106"/>
                  </a:lnTo>
                  <a:lnTo>
                    <a:pt x="942" y="106"/>
                  </a:lnTo>
                  <a:lnTo>
                    <a:pt x="942" y="103"/>
                  </a:lnTo>
                  <a:lnTo>
                    <a:pt x="941" y="100"/>
                  </a:lnTo>
                  <a:lnTo>
                    <a:pt x="939" y="96"/>
                  </a:lnTo>
                  <a:lnTo>
                    <a:pt x="939" y="96"/>
                  </a:lnTo>
                  <a:lnTo>
                    <a:pt x="936" y="92"/>
                  </a:lnTo>
                  <a:lnTo>
                    <a:pt x="934" y="91"/>
                  </a:lnTo>
                  <a:lnTo>
                    <a:pt x="932" y="92"/>
                  </a:lnTo>
                  <a:lnTo>
                    <a:pt x="932" y="92"/>
                  </a:lnTo>
                  <a:lnTo>
                    <a:pt x="926" y="93"/>
                  </a:lnTo>
                  <a:lnTo>
                    <a:pt x="918" y="95"/>
                  </a:lnTo>
                  <a:lnTo>
                    <a:pt x="918" y="95"/>
                  </a:lnTo>
                  <a:lnTo>
                    <a:pt x="913" y="95"/>
                  </a:lnTo>
                  <a:lnTo>
                    <a:pt x="911" y="95"/>
                  </a:lnTo>
                  <a:lnTo>
                    <a:pt x="909" y="96"/>
                  </a:lnTo>
                  <a:lnTo>
                    <a:pt x="905" y="97"/>
                  </a:lnTo>
                  <a:lnTo>
                    <a:pt x="905" y="97"/>
                  </a:lnTo>
                  <a:lnTo>
                    <a:pt x="901" y="97"/>
                  </a:lnTo>
                  <a:lnTo>
                    <a:pt x="901" y="95"/>
                  </a:lnTo>
                  <a:lnTo>
                    <a:pt x="902" y="90"/>
                  </a:lnTo>
                  <a:lnTo>
                    <a:pt x="902" y="90"/>
                  </a:lnTo>
                  <a:lnTo>
                    <a:pt x="902" y="90"/>
                  </a:lnTo>
                  <a:lnTo>
                    <a:pt x="902" y="90"/>
                  </a:lnTo>
                  <a:lnTo>
                    <a:pt x="899" y="92"/>
                  </a:lnTo>
                  <a:lnTo>
                    <a:pt x="895" y="95"/>
                  </a:lnTo>
                  <a:lnTo>
                    <a:pt x="890" y="97"/>
                  </a:lnTo>
                  <a:lnTo>
                    <a:pt x="890" y="97"/>
                  </a:lnTo>
                  <a:lnTo>
                    <a:pt x="886" y="98"/>
                  </a:lnTo>
                  <a:lnTo>
                    <a:pt x="881" y="101"/>
                  </a:lnTo>
                  <a:lnTo>
                    <a:pt x="874" y="107"/>
                  </a:lnTo>
                  <a:lnTo>
                    <a:pt x="874" y="107"/>
                  </a:lnTo>
                  <a:lnTo>
                    <a:pt x="869" y="109"/>
                  </a:lnTo>
                  <a:lnTo>
                    <a:pt x="861" y="113"/>
                  </a:lnTo>
                  <a:lnTo>
                    <a:pt x="852" y="117"/>
                  </a:lnTo>
                  <a:lnTo>
                    <a:pt x="842" y="121"/>
                  </a:lnTo>
                  <a:lnTo>
                    <a:pt x="842" y="121"/>
                  </a:lnTo>
                  <a:lnTo>
                    <a:pt x="836" y="127"/>
                  </a:lnTo>
                  <a:lnTo>
                    <a:pt x="831" y="134"/>
                  </a:lnTo>
                  <a:lnTo>
                    <a:pt x="826" y="140"/>
                  </a:lnTo>
                  <a:lnTo>
                    <a:pt x="822" y="145"/>
                  </a:lnTo>
                  <a:lnTo>
                    <a:pt x="822" y="145"/>
                  </a:lnTo>
                  <a:lnTo>
                    <a:pt x="819" y="149"/>
                  </a:lnTo>
                  <a:lnTo>
                    <a:pt x="817" y="151"/>
                  </a:lnTo>
                  <a:lnTo>
                    <a:pt x="816" y="154"/>
                  </a:lnTo>
                  <a:lnTo>
                    <a:pt x="812" y="156"/>
                  </a:lnTo>
                  <a:lnTo>
                    <a:pt x="812" y="156"/>
                  </a:lnTo>
                  <a:lnTo>
                    <a:pt x="804" y="161"/>
                  </a:lnTo>
                  <a:lnTo>
                    <a:pt x="795" y="166"/>
                  </a:lnTo>
                  <a:lnTo>
                    <a:pt x="795" y="166"/>
                  </a:lnTo>
                  <a:lnTo>
                    <a:pt x="793" y="169"/>
                  </a:lnTo>
                  <a:lnTo>
                    <a:pt x="790" y="171"/>
                  </a:lnTo>
                  <a:lnTo>
                    <a:pt x="789" y="173"/>
                  </a:lnTo>
                  <a:lnTo>
                    <a:pt x="785" y="176"/>
                  </a:lnTo>
                  <a:lnTo>
                    <a:pt x="785" y="176"/>
                  </a:lnTo>
                  <a:lnTo>
                    <a:pt x="783" y="177"/>
                  </a:lnTo>
                  <a:lnTo>
                    <a:pt x="782" y="178"/>
                  </a:lnTo>
                  <a:lnTo>
                    <a:pt x="780" y="182"/>
                  </a:lnTo>
                  <a:lnTo>
                    <a:pt x="782" y="191"/>
                  </a:lnTo>
                  <a:lnTo>
                    <a:pt x="782" y="191"/>
                  </a:lnTo>
                  <a:lnTo>
                    <a:pt x="783" y="194"/>
                  </a:lnTo>
                  <a:lnTo>
                    <a:pt x="785" y="196"/>
                  </a:lnTo>
                  <a:lnTo>
                    <a:pt x="787" y="198"/>
                  </a:lnTo>
                  <a:lnTo>
                    <a:pt x="787" y="199"/>
                  </a:lnTo>
                  <a:lnTo>
                    <a:pt x="787" y="199"/>
                  </a:lnTo>
                  <a:lnTo>
                    <a:pt x="787" y="199"/>
                  </a:lnTo>
                  <a:lnTo>
                    <a:pt x="784" y="202"/>
                  </a:lnTo>
                  <a:lnTo>
                    <a:pt x="783" y="205"/>
                  </a:lnTo>
                  <a:lnTo>
                    <a:pt x="780" y="208"/>
                  </a:lnTo>
                  <a:lnTo>
                    <a:pt x="776" y="209"/>
                  </a:lnTo>
                  <a:lnTo>
                    <a:pt x="776" y="209"/>
                  </a:lnTo>
                  <a:lnTo>
                    <a:pt x="771" y="210"/>
                  </a:lnTo>
                  <a:lnTo>
                    <a:pt x="766" y="213"/>
                  </a:lnTo>
                  <a:lnTo>
                    <a:pt x="761" y="215"/>
                  </a:lnTo>
                  <a:lnTo>
                    <a:pt x="753" y="219"/>
                  </a:lnTo>
                  <a:lnTo>
                    <a:pt x="753" y="219"/>
                  </a:lnTo>
                  <a:lnTo>
                    <a:pt x="745" y="220"/>
                  </a:lnTo>
                  <a:lnTo>
                    <a:pt x="739" y="221"/>
                  </a:lnTo>
                  <a:lnTo>
                    <a:pt x="732" y="221"/>
                  </a:lnTo>
                  <a:lnTo>
                    <a:pt x="729" y="224"/>
                  </a:lnTo>
                  <a:lnTo>
                    <a:pt x="729" y="224"/>
                  </a:lnTo>
                  <a:lnTo>
                    <a:pt x="726" y="225"/>
                  </a:lnTo>
                  <a:lnTo>
                    <a:pt x="726" y="228"/>
                  </a:lnTo>
                  <a:lnTo>
                    <a:pt x="725" y="235"/>
                  </a:lnTo>
                  <a:lnTo>
                    <a:pt x="725" y="242"/>
                  </a:lnTo>
                  <a:lnTo>
                    <a:pt x="724" y="249"/>
                  </a:lnTo>
                  <a:lnTo>
                    <a:pt x="724" y="249"/>
                  </a:lnTo>
                  <a:lnTo>
                    <a:pt x="724" y="253"/>
                  </a:lnTo>
                  <a:lnTo>
                    <a:pt x="724" y="257"/>
                  </a:lnTo>
                  <a:lnTo>
                    <a:pt x="728" y="267"/>
                  </a:lnTo>
                  <a:lnTo>
                    <a:pt x="728" y="267"/>
                  </a:lnTo>
                  <a:lnTo>
                    <a:pt x="731" y="277"/>
                  </a:lnTo>
                  <a:lnTo>
                    <a:pt x="734" y="279"/>
                  </a:lnTo>
                  <a:lnTo>
                    <a:pt x="737" y="282"/>
                  </a:lnTo>
                  <a:lnTo>
                    <a:pt x="737" y="282"/>
                  </a:lnTo>
                  <a:lnTo>
                    <a:pt x="745" y="287"/>
                  </a:lnTo>
                  <a:lnTo>
                    <a:pt x="752" y="295"/>
                  </a:lnTo>
                  <a:lnTo>
                    <a:pt x="752" y="295"/>
                  </a:lnTo>
                  <a:lnTo>
                    <a:pt x="755" y="298"/>
                  </a:lnTo>
                  <a:lnTo>
                    <a:pt x="757" y="300"/>
                  </a:lnTo>
                  <a:lnTo>
                    <a:pt x="763" y="303"/>
                  </a:lnTo>
                  <a:lnTo>
                    <a:pt x="763" y="303"/>
                  </a:lnTo>
                  <a:lnTo>
                    <a:pt x="764" y="304"/>
                  </a:lnTo>
                  <a:lnTo>
                    <a:pt x="764" y="306"/>
                  </a:lnTo>
                  <a:lnTo>
                    <a:pt x="766" y="313"/>
                  </a:lnTo>
                  <a:lnTo>
                    <a:pt x="764" y="325"/>
                  </a:lnTo>
                  <a:lnTo>
                    <a:pt x="764" y="325"/>
                  </a:lnTo>
                  <a:lnTo>
                    <a:pt x="762" y="338"/>
                  </a:lnTo>
                  <a:lnTo>
                    <a:pt x="758" y="352"/>
                  </a:lnTo>
                  <a:lnTo>
                    <a:pt x="758" y="352"/>
                  </a:lnTo>
                  <a:lnTo>
                    <a:pt x="758" y="353"/>
                  </a:lnTo>
                  <a:lnTo>
                    <a:pt x="757" y="352"/>
                  </a:lnTo>
                  <a:lnTo>
                    <a:pt x="756" y="348"/>
                  </a:lnTo>
                  <a:lnTo>
                    <a:pt x="753" y="341"/>
                  </a:lnTo>
                  <a:lnTo>
                    <a:pt x="753" y="341"/>
                  </a:lnTo>
                  <a:lnTo>
                    <a:pt x="752" y="340"/>
                  </a:lnTo>
                  <a:lnTo>
                    <a:pt x="750" y="340"/>
                  </a:lnTo>
                  <a:lnTo>
                    <a:pt x="747" y="341"/>
                  </a:lnTo>
                  <a:lnTo>
                    <a:pt x="745" y="342"/>
                  </a:lnTo>
                  <a:lnTo>
                    <a:pt x="745" y="342"/>
                  </a:lnTo>
                  <a:lnTo>
                    <a:pt x="745" y="342"/>
                  </a:lnTo>
                  <a:lnTo>
                    <a:pt x="745" y="342"/>
                  </a:lnTo>
                  <a:lnTo>
                    <a:pt x="746" y="337"/>
                  </a:lnTo>
                  <a:lnTo>
                    <a:pt x="752" y="329"/>
                  </a:lnTo>
                  <a:lnTo>
                    <a:pt x="752" y="329"/>
                  </a:lnTo>
                  <a:lnTo>
                    <a:pt x="755" y="325"/>
                  </a:lnTo>
                  <a:lnTo>
                    <a:pt x="756" y="321"/>
                  </a:lnTo>
                  <a:lnTo>
                    <a:pt x="758" y="313"/>
                  </a:lnTo>
                  <a:lnTo>
                    <a:pt x="758" y="313"/>
                  </a:lnTo>
                  <a:lnTo>
                    <a:pt x="757" y="311"/>
                  </a:lnTo>
                  <a:lnTo>
                    <a:pt x="756" y="310"/>
                  </a:lnTo>
                  <a:lnTo>
                    <a:pt x="747" y="308"/>
                  </a:lnTo>
                  <a:lnTo>
                    <a:pt x="737" y="305"/>
                  </a:lnTo>
                  <a:lnTo>
                    <a:pt x="731" y="303"/>
                  </a:lnTo>
                  <a:lnTo>
                    <a:pt x="731" y="303"/>
                  </a:lnTo>
                  <a:lnTo>
                    <a:pt x="729" y="300"/>
                  </a:lnTo>
                  <a:lnTo>
                    <a:pt x="725" y="295"/>
                  </a:lnTo>
                  <a:lnTo>
                    <a:pt x="720" y="284"/>
                  </a:lnTo>
                  <a:lnTo>
                    <a:pt x="712" y="263"/>
                  </a:lnTo>
                  <a:lnTo>
                    <a:pt x="712" y="263"/>
                  </a:lnTo>
                  <a:lnTo>
                    <a:pt x="709" y="260"/>
                  </a:lnTo>
                  <a:lnTo>
                    <a:pt x="705" y="257"/>
                  </a:lnTo>
                  <a:lnTo>
                    <a:pt x="702" y="256"/>
                  </a:lnTo>
                  <a:lnTo>
                    <a:pt x="699" y="257"/>
                  </a:lnTo>
                  <a:lnTo>
                    <a:pt x="699" y="257"/>
                  </a:lnTo>
                  <a:lnTo>
                    <a:pt x="692" y="262"/>
                  </a:lnTo>
                  <a:lnTo>
                    <a:pt x="688" y="265"/>
                  </a:lnTo>
                  <a:lnTo>
                    <a:pt x="686" y="268"/>
                  </a:lnTo>
                  <a:lnTo>
                    <a:pt x="686" y="268"/>
                  </a:lnTo>
                  <a:lnTo>
                    <a:pt x="687" y="269"/>
                  </a:lnTo>
                  <a:lnTo>
                    <a:pt x="688" y="271"/>
                  </a:lnTo>
                  <a:lnTo>
                    <a:pt x="694" y="274"/>
                  </a:lnTo>
                  <a:lnTo>
                    <a:pt x="694" y="274"/>
                  </a:lnTo>
                  <a:lnTo>
                    <a:pt x="697" y="277"/>
                  </a:lnTo>
                  <a:lnTo>
                    <a:pt x="697" y="279"/>
                  </a:lnTo>
                  <a:lnTo>
                    <a:pt x="697" y="282"/>
                  </a:lnTo>
                  <a:lnTo>
                    <a:pt x="696" y="284"/>
                  </a:lnTo>
                  <a:lnTo>
                    <a:pt x="696" y="284"/>
                  </a:lnTo>
                  <a:lnTo>
                    <a:pt x="694" y="284"/>
                  </a:lnTo>
                  <a:lnTo>
                    <a:pt x="694" y="284"/>
                  </a:lnTo>
                  <a:lnTo>
                    <a:pt x="693" y="282"/>
                  </a:lnTo>
                  <a:lnTo>
                    <a:pt x="691" y="279"/>
                  </a:lnTo>
                  <a:lnTo>
                    <a:pt x="689" y="279"/>
                  </a:lnTo>
                  <a:lnTo>
                    <a:pt x="688" y="279"/>
                  </a:lnTo>
                  <a:lnTo>
                    <a:pt x="688" y="279"/>
                  </a:lnTo>
                  <a:lnTo>
                    <a:pt x="686" y="281"/>
                  </a:lnTo>
                  <a:lnTo>
                    <a:pt x="683" y="279"/>
                  </a:lnTo>
                  <a:lnTo>
                    <a:pt x="680" y="277"/>
                  </a:lnTo>
                  <a:lnTo>
                    <a:pt x="676" y="276"/>
                  </a:lnTo>
                  <a:lnTo>
                    <a:pt x="676" y="276"/>
                  </a:lnTo>
                  <a:lnTo>
                    <a:pt x="668" y="276"/>
                  </a:lnTo>
                  <a:lnTo>
                    <a:pt x="666" y="277"/>
                  </a:lnTo>
                  <a:lnTo>
                    <a:pt x="665" y="277"/>
                  </a:lnTo>
                  <a:lnTo>
                    <a:pt x="665" y="278"/>
                  </a:lnTo>
                  <a:lnTo>
                    <a:pt x="665" y="278"/>
                  </a:lnTo>
                  <a:lnTo>
                    <a:pt x="666" y="281"/>
                  </a:lnTo>
                  <a:lnTo>
                    <a:pt x="665" y="283"/>
                  </a:lnTo>
                  <a:lnTo>
                    <a:pt x="665" y="287"/>
                  </a:lnTo>
                  <a:lnTo>
                    <a:pt x="665" y="292"/>
                  </a:lnTo>
                  <a:lnTo>
                    <a:pt x="665" y="292"/>
                  </a:lnTo>
                  <a:lnTo>
                    <a:pt x="667" y="295"/>
                  </a:lnTo>
                  <a:lnTo>
                    <a:pt x="670" y="300"/>
                  </a:lnTo>
                  <a:lnTo>
                    <a:pt x="673" y="304"/>
                  </a:lnTo>
                  <a:lnTo>
                    <a:pt x="677" y="305"/>
                  </a:lnTo>
                  <a:lnTo>
                    <a:pt x="677" y="305"/>
                  </a:lnTo>
                  <a:lnTo>
                    <a:pt x="684" y="308"/>
                  </a:lnTo>
                  <a:lnTo>
                    <a:pt x="688" y="310"/>
                  </a:lnTo>
                  <a:lnTo>
                    <a:pt x="691" y="311"/>
                  </a:lnTo>
                  <a:lnTo>
                    <a:pt x="691" y="311"/>
                  </a:lnTo>
                  <a:lnTo>
                    <a:pt x="692" y="315"/>
                  </a:lnTo>
                  <a:lnTo>
                    <a:pt x="693" y="320"/>
                  </a:lnTo>
                  <a:lnTo>
                    <a:pt x="693" y="324"/>
                  </a:lnTo>
                  <a:lnTo>
                    <a:pt x="691" y="327"/>
                  </a:lnTo>
                  <a:lnTo>
                    <a:pt x="691" y="327"/>
                  </a:lnTo>
                  <a:lnTo>
                    <a:pt x="691" y="327"/>
                  </a:lnTo>
                  <a:lnTo>
                    <a:pt x="688" y="327"/>
                  </a:lnTo>
                  <a:lnTo>
                    <a:pt x="686" y="325"/>
                  </a:lnTo>
                  <a:lnTo>
                    <a:pt x="681" y="322"/>
                  </a:lnTo>
                  <a:lnTo>
                    <a:pt x="678" y="322"/>
                  </a:lnTo>
                  <a:lnTo>
                    <a:pt x="677" y="322"/>
                  </a:lnTo>
                  <a:lnTo>
                    <a:pt x="677" y="322"/>
                  </a:lnTo>
                  <a:lnTo>
                    <a:pt x="668" y="324"/>
                  </a:lnTo>
                  <a:lnTo>
                    <a:pt x="661" y="325"/>
                  </a:lnTo>
                  <a:lnTo>
                    <a:pt x="661" y="325"/>
                  </a:lnTo>
                  <a:lnTo>
                    <a:pt x="659" y="324"/>
                  </a:lnTo>
                  <a:lnTo>
                    <a:pt x="656" y="322"/>
                  </a:lnTo>
                  <a:lnTo>
                    <a:pt x="655" y="319"/>
                  </a:lnTo>
                  <a:lnTo>
                    <a:pt x="655" y="314"/>
                  </a:lnTo>
                  <a:lnTo>
                    <a:pt x="655" y="314"/>
                  </a:lnTo>
                  <a:lnTo>
                    <a:pt x="656" y="289"/>
                  </a:lnTo>
                  <a:lnTo>
                    <a:pt x="656" y="274"/>
                  </a:lnTo>
                  <a:lnTo>
                    <a:pt x="656" y="269"/>
                  </a:lnTo>
                  <a:lnTo>
                    <a:pt x="655" y="266"/>
                  </a:lnTo>
                  <a:lnTo>
                    <a:pt x="655" y="266"/>
                  </a:lnTo>
                  <a:lnTo>
                    <a:pt x="650" y="260"/>
                  </a:lnTo>
                  <a:lnTo>
                    <a:pt x="649" y="258"/>
                  </a:lnTo>
                  <a:lnTo>
                    <a:pt x="648" y="258"/>
                  </a:lnTo>
                  <a:lnTo>
                    <a:pt x="648" y="258"/>
                  </a:lnTo>
                  <a:lnTo>
                    <a:pt x="645" y="271"/>
                  </a:lnTo>
                  <a:lnTo>
                    <a:pt x="645" y="285"/>
                  </a:lnTo>
                  <a:lnTo>
                    <a:pt x="645" y="285"/>
                  </a:lnTo>
                  <a:lnTo>
                    <a:pt x="644" y="287"/>
                  </a:lnTo>
                  <a:lnTo>
                    <a:pt x="641" y="289"/>
                  </a:lnTo>
                  <a:lnTo>
                    <a:pt x="636" y="294"/>
                  </a:lnTo>
                  <a:lnTo>
                    <a:pt x="632" y="299"/>
                  </a:lnTo>
                  <a:lnTo>
                    <a:pt x="629" y="303"/>
                  </a:lnTo>
                  <a:lnTo>
                    <a:pt x="629" y="305"/>
                  </a:lnTo>
                  <a:lnTo>
                    <a:pt x="629" y="305"/>
                  </a:lnTo>
                  <a:lnTo>
                    <a:pt x="628" y="309"/>
                  </a:lnTo>
                  <a:lnTo>
                    <a:pt x="625" y="313"/>
                  </a:lnTo>
                  <a:lnTo>
                    <a:pt x="624" y="316"/>
                  </a:lnTo>
                  <a:lnTo>
                    <a:pt x="622" y="321"/>
                  </a:lnTo>
                  <a:lnTo>
                    <a:pt x="622" y="321"/>
                  </a:lnTo>
                  <a:lnTo>
                    <a:pt x="622" y="324"/>
                  </a:lnTo>
                  <a:lnTo>
                    <a:pt x="623" y="327"/>
                  </a:lnTo>
                  <a:lnTo>
                    <a:pt x="628" y="334"/>
                  </a:lnTo>
                  <a:lnTo>
                    <a:pt x="636" y="345"/>
                  </a:lnTo>
                  <a:lnTo>
                    <a:pt x="636" y="345"/>
                  </a:lnTo>
                  <a:lnTo>
                    <a:pt x="638" y="347"/>
                  </a:lnTo>
                  <a:lnTo>
                    <a:pt x="636" y="351"/>
                  </a:lnTo>
                  <a:lnTo>
                    <a:pt x="634" y="356"/>
                  </a:lnTo>
                  <a:lnTo>
                    <a:pt x="634" y="356"/>
                  </a:lnTo>
                  <a:lnTo>
                    <a:pt x="633" y="374"/>
                  </a:lnTo>
                  <a:lnTo>
                    <a:pt x="630" y="396"/>
                  </a:lnTo>
                  <a:lnTo>
                    <a:pt x="630" y="396"/>
                  </a:lnTo>
                  <a:lnTo>
                    <a:pt x="630" y="410"/>
                  </a:lnTo>
                  <a:lnTo>
                    <a:pt x="632" y="414"/>
                  </a:lnTo>
                  <a:lnTo>
                    <a:pt x="634" y="416"/>
                  </a:lnTo>
                  <a:lnTo>
                    <a:pt x="634" y="416"/>
                  </a:lnTo>
                  <a:lnTo>
                    <a:pt x="636" y="417"/>
                  </a:lnTo>
                  <a:lnTo>
                    <a:pt x="638" y="416"/>
                  </a:lnTo>
                  <a:lnTo>
                    <a:pt x="640" y="415"/>
                  </a:lnTo>
                  <a:lnTo>
                    <a:pt x="643" y="415"/>
                  </a:lnTo>
                  <a:lnTo>
                    <a:pt x="643" y="415"/>
                  </a:lnTo>
                  <a:lnTo>
                    <a:pt x="645" y="414"/>
                  </a:lnTo>
                  <a:lnTo>
                    <a:pt x="648" y="412"/>
                  </a:lnTo>
                  <a:lnTo>
                    <a:pt x="650" y="410"/>
                  </a:lnTo>
                  <a:lnTo>
                    <a:pt x="654" y="409"/>
                  </a:lnTo>
                  <a:lnTo>
                    <a:pt x="654" y="409"/>
                  </a:lnTo>
                  <a:lnTo>
                    <a:pt x="664" y="407"/>
                  </a:lnTo>
                  <a:lnTo>
                    <a:pt x="670" y="409"/>
                  </a:lnTo>
                  <a:lnTo>
                    <a:pt x="676" y="410"/>
                  </a:lnTo>
                  <a:lnTo>
                    <a:pt x="676" y="410"/>
                  </a:lnTo>
                  <a:lnTo>
                    <a:pt x="680" y="412"/>
                  </a:lnTo>
                  <a:lnTo>
                    <a:pt x="682" y="416"/>
                  </a:lnTo>
                  <a:lnTo>
                    <a:pt x="684" y="425"/>
                  </a:lnTo>
                  <a:lnTo>
                    <a:pt x="684" y="425"/>
                  </a:lnTo>
                  <a:lnTo>
                    <a:pt x="686" y="430"/>
                  </a:lnTo>
                  <a:lnTo>
                    <a:pt x="688" y="434"/>
                  </a:lnTo>
                  <a:lnTo>
                    <a:pt x="694" y="444"/>
                  </a:lnTo>
                  <a:lnTo>
                    <a:pt x="694" y="444"/>
                  </a:lnTo>
                  <a:lnTo>
                    <a:pt x="694" y="447"/>
                  </a:lnTo>
                  <a:lnTo>
                    <a:pt x="694" y="449"/>
                  </a:lnTo>
                  <a:lnTo>
                    <a:pt x="691" y="452"/>
                  </a:lnTo>
                  <a:lnTo>
                    <a:pt x="687" y="455"/>
                  </a:lnTo>
                  <a:lnTo>
                    <a:pt x="686" y="459"/>
                  </a:lnTo>
                  <a:lnTo>
                    <a:pt x="684" y="463"/>
                  </a:lnTo>
                  <a:lnTo>
                    <a:pt x="684" y="463"/>
                  </a:lnTo>
                  <a:lnTo>
                    <a:pt x="684" y="468"/>
                  </a:lnTo>
                  <a:lnTo>
                    <a:pt x="686" y="471"/>
                  </a:lnTo>
                  <a:lnTo>
                    <a:pt x="686" y="474"/>
                  </a:lnTo>
                  <a:lnTo>
                    <a:pt x="688" y="475"/>
                  </a:lnTo>
                  <a:lnTo>
                    <a:pt x="692" y="479"/>
                  </a:lnTo>
                  <a:lnTo>
                    <a:pt x="697" y="481"/>
                  </a:lnTo>
                  <a:lnTo>
                    <a:pt x="697" y="481"/>
                  </a:lnTo>
                  <a:lnTo>
                    <a:pt x="699" y="482"/>
                  </a:lnTo>
                  <a:lnTo>
                    <a:pt x="697" y="484"/>
                  </a:lnTo>
                  <a:lnTo>
                    <a:pt x="691" y="485"/>
                  </a:lnTo>
                  <a:lnTo>
                    <a:pt x="691" y="485"/>
                  </a:lnTo>
                  <a:lnTo>
                    <a:pt x="687" y="485"/>
                  </a:lnTo>
                  <a:lnTo>
                    <a:pt x="684" y="487"/>
                  </a:lnTo>
                  <a:lnTo>
                    <a:pt x="681" y="491"/>
                  </a:lnTo>
                  <a:lnTo>
                    <a:pt x="681" y="491"/>
                  </a:lnTo>
                  <a:lnTo>
                    <a:pt x="680" y="491"/>
                  </a:lnTo>
                  <a:lnTo>
                    <a:pt x="677" y="490"/>
                  </a:lnTo>
                  <a:lnTo>
                    <a:pt x="673" y="485"/>
                  </a:lnTo>
                  <a:lnTo>
                    <a:pt x="673" y="485"/>
                  </a:lnTo>
                  <a:lnTo>
                    <a:pt x="673" y="482"/>
                  </a:lnTo>
                  <a:lnTo>
                    <a:pt x="672" y="480"/>
                  </a:lnTo>
                  <a:lnTo>
                    <a:pt x="672" y="470"/>
                  </a:lnTo>
                  <a:lnTo>
                    <a:pt x="673" y="449"/>
                  </a:lnTo>
                  <a:lnTo>
                    <a:pt x="673" y="449"/>
                  </a:lnTo>
                  <a:lnTo>
                    <a:pt x="672" y="442"/>
                  </a:lnTo>
                  <a:lnTo>
                    <a:pt x="670" y="434"/>
                  </a:lnTo>
                  <a:lnTo>
                    <a:pt x="667" y="430"/>
                  </a:lnTo>
                  <a:lnTo>
                    <a:pt x="665" y="426"/>
                  </a:lnTo>
                  <a:lnTo>
                    <a:pt x="665" y="426"/>
                  </a:lnTo>
                  <a:lnTo>
                    <a:pt x="662" y="426"/>
                  </a:lnTo>
                  <a:lnTo>
                    <a:pt x="659" y="427"/>
                  </a:lnTo>
                  <a:lnTo>
                    <a:pt x="649" y="433"/>
                  </a:lnTo>
                  <a:lnTo>
                    <a:pt x="640" y="439"/>
                  </a:lnTo>
                  <a:lnTo>
                    <a:pt x="636" y="444"/>
                  </a:lnTo>
                  <a:lnTo>
                    <a:pt x="636" y="444"/>
                  </a:lnTo>
                  <a:lnTo>
                    <a:pt x="635" y="447"/>
                  </a:lnTo>
                  <a:lnTo>
                    <a:pt x="636" y="449"/>
                  </a:lnTo>
                  <a:lnTo>
                    <a:pt x="640" y="455"/>
                  </a:lnTo>
                  <a:lnTo>
                    <a:pt x="640" y="455"/>
                  </a:lnTo>
                  <a:lnTo>
                    <a:pt x="640" y="458"/>
                  </a:lnTo>
                  <a:lnTo>
                    <a:pt x="640" y="460"/>
                  </a:lnTo>
                  <a:lnTo>
                    <a:pt x="638" y="468"/>
                  </a:lnTo>
                  <a:lnTo>
                    <a:pt x="630" y="485"/>
                  </a:lnTo>
                  <a:lnTo>
                    <a:pt x="630" y="485"/>
                  </a:lnTo>
                  <a:lnTo>
                    <a:pt x="627" y="495"/>
                  </a:lnTo>
                  <a:lnTo>
                    <a:pt x="622" y="503"/>
                  </a:lnTo>
                  <a:lnTo>
                    <a:pt x="616" y="511"/>
                  </a:lnTo>
                  <a:lnTo>
                    <a:pt x="612" y="516"/>
                  </a:lnTo>
                  <a:lnTo>
                    <a:pt x="612" y="516"/>
                  </a:lnTo>
                  <a:lnTo>
                    <a:pt x="611" y="517"/>
                  </a:lnTo>
                  <a:lnTo>
                    <a:pt x="611" y="518"/>
                  </a:lnTo>
                  <a:lnTo>
                    <a:pt x="613" y="522"/>
                  </a:lnTo>
                  <a:lnTo>
                    <a:pt x="619" y="531"/>
                  </a:lnTo>
                  <a:lnTo>
                    <a:pt x="619" y="531"/>
                  </a:lnTo>
                  <a:lnTo>
                    <a:pt x="622" y="535"/>
                  </a:lnTo>
                  <a:lnTo>
                    <a:pt x="623" y="539"/>
                  </a:lnTo>
                  <a:lnTo>
                    <a:pt x="622" y="544"/>
                  </a:lnTo>
                  <a:lnTo>
                    <a:pt x="620" y="548"/>
                  </a:lnTo>
                  <a:lnTo>
                    <a:pt x="620" y="548"/>
                  </a:lnTo>
                  <a:lnTo>
                    <a:pt x="619" y="548"/>
                  </a:lnTo>
                  <a:lnTo>
                    <a:pt x="618" y="547"/>
                  </a:lnTo>
                  <a:lnTo>
                    <a:pt x="614" y="539"/>
                  </a:lnTo>
                  <a:lnTo>
                    <a:pt x="609" y="529"/>
                  </a:lnTo>
                  <a:lnTo>
                    <a:pt x="607" y="522"/>
                  </a:lnTo>
                  <a:lnTo>
                    <a:pt x="607" y="522"/>
                  </a:lnTo>
                  <a:lnTo>
                    <a:pt x="603" y="521"/>
                  </a:lnTo>
                  <a:lnTo>
                    <a:pt x="597" y="519"/>
                  </a:lnTo>
                  <a:lnTo>
                    <a:pt x="585" y="519"/>
                  </a:lnTo>
                  <a:lnTo>
                    <a:pt x="585" y="519"/>
                  </a:lnTo>
                  <a:lnTo>
                    <a:pt x="579" y="518"/>
                  </a:lnTo>
                  <a:lnTo>
                    <a:pt x="574" y="516"/>
                  </a:lnTo>
                  <a:lnTo>
                    <a:pt x="569" y="511"/>
                  </a:lnTo>
                  <a:lnTo>
                    <a:pt x="565" y="507"/>
                  </a:lnTo>
                  <a:lnTo>
                    <a:pt x="565" y="507"/>
                  </a:lnTo>
                  <a:lnTo>
                    <a:pt x="563" y="505"/>
                  </a:lnTo>
                  <a:lnTo>
                    <a:pt x="560" y="505"/>
                  </a:lnTo>
                  <a:lnTo>
                    <a:pt x="555" y="508"/>
                  </a:lnTo>
                  <a:lnTo>
                    <a:pt x="555" y="508"/>
                  </a:lnTo>
                  <a:lnTo>
                    <a:pt x="554" y="508"/>
                  </a:lnTo>
                  <a:lnTo>
                    <a:pt x="553" y="507"/>
                  </a:lnTo>
                  <a:lnTo>
                    <a:pt x="554" y="505"/>
                  </a:lnTo>
                  <a:lnTo>
                    <a:pt x="555" y="501"/>
                  </a:lnTo>
                  <a:lnTo>
                    <a:pt x="555" y="501"/>
                  </a:lnTo>
                  <a:lnTo>
                    <a:pt x="558" y="500"/>
                  </a:lnTo>
                  <a:lnTo>
                    <a:pt x="560" y="500"/>
                  </a:lnTo>
                  <a:lnTo>
                    <a:pt x="568" y="500"/>
                  </a:lnTo>
                  <a:lnTo>
                    <a:pt x="585" y="500"/>
                  </a:lnTo>
                  <a:lnTo>
                    <a:pt x="585" y="500"/>
                  </a:lnTo>
                  <a:lnTo>
                    <a:pt x="590" y="500"/>
                  </a:lnTo>
                  <a:lnTo>
                    <a:pt x="593" y="499"/>
                  </a:lnTo>
                  <a:lnTo>
                    <a:pt x="602" y="495"/>
                  </a:lnTo>
                  <a:lnTo>
                    <a:pt x="602" y="495"/>
                  </a:lnTo>
                  <a:lnTo>
                    <a:pt x="604" y="491"/>
                  </a:lnTo>
                  <a:lnTo>
                    <a:pt x="607" y="485"/>
                  </a:lnTo>
                  <a:lnTo>
                    <a:pt x="613" y="469"/>
                  </a:lnTo>
                  <a:lnTo>
                    <a:pt x="622" y="444"/>
                  </a:lnTo>
                  <a:lnTo>
                    <a:pt x="622" y="444"/>
                  </a:lnTo>
                  <a:lnTo>
                    <a:pt x="622" y="441"/>
                  </a:lnTo>
                  <a:lnTo>
                    <a:pt x="622" y="437"/>
                  </a:lnTo>
                  <a:lnTo>
                    <a:pt x="619" y="433"/>
                  </a:lnTo>
                  <a:lnTo>
                    <a:pt x="617" y="430"/>
                  </a:lnTo>
                  <a:lnTo>
                    <a:pt x="617" y="430"/>
                  </a:lnTo>
                  <a:lnTo>
                    <a:pt x="616" y="428"/>
                  </a:lnTo>
                  <a:lnTo>
                    <a:pt x="614" y="425"/>
                  </a:lnTo>
                  <a:lnTo>
                    <a:pt x="612" y="415"/>
                  </a:lnTo>
                  <a:lnTo>
                    <a:pt x="611" y="402"/>
                  </a:lnTo>
                  <a:lnTo>
                    <a:pt x="609" y="391"/>
                  </a:lnTo>
                  <a:lnTo>
                    <a:pt x="609" y="391"/>
                  </a:lnTo>
                  <a:lnTo>
                    <a:pt x="611" y="380"/>
                  </a:lnTo>
                  <a:lnTo>
                    <a:pt x="612" y="369"/>
                  </a:lnTo>
                  <a:lnTo>
                    <a:pt x="613" y="353"/>
                  </a:lnTo>
                  <a:lnTo>
                    <a:pt x="613" y="353"/>
                  </a:lnTo>
                  <a:lnTo>
                    <a:pt x="612" y="347"/>
                  </a:lnTo>
                  <a:lnTo>
                    <a:pt x="608" y="340"/>
                  </a:lnTo>
                  <a:lnTo>
                    <a:pt x="602" y="327"/>
                  </a:lnTo>
                  <a:lnTo>
                    <a:pt x="602" y="327"/>
                  </a:lnTo>
                  <a:lnTo>
                    <a:pt x="601" y="324"/>
                  </a:lnTo>
                  <a:lnTo>
                    <a:pt x="602" y="320"/>
                  </a:lnTo>
                  <a:lnTo>
                    <a:pt x="607" y="314"/>
                  </a:lnTo>
                  <a:lnTo>
                    <a:pt x="607" y="314"/>
                  </a:lnTo>
                  <a:lnTo>
                    <a:pt x="609" y="306"/>
                  </a:lnTo>
                  <a:lnTo>
                    <a:pt x="611" y="295"/>
                  </a:lnTo>
                  <a:lnTo>
                    <a:pt x="613" y="276"/>
                  </a:lnTo>
                  <a:lnTo>
                    <a:pt x="613" y="276"/>
                  </a:lnTo>
                  <a:lnTo>
                    <a:pt x="614" y="272"/>
                  </a:lnTo>
                  <a:lnTo>
                    <a:pt x="617" y="269"/>
                  </a:lnTo>
                  <a:lnTo>
                    <a:pt x="618" y="267"/>
                  </a:lnTo>
                  <a:lnTo>
                    <a:pt x="619" y="265"/>
                  </a:lnTo>
                  <a:lnTo>
                    <a:pt x="619" y="265"/>
                  </a:lnTo>
                  <a:lnTo>
                    <a:pt x="618" y="262"/>
                  </a:lnTo>
                  <a:lnTo>
                    <a:pt x="616" y="260"/>
                  </a:lnTo>
                  <a:lnTo>
                    <a:pt x="612" y="258"/>
                  </a:lnTo>
                  <a:lnTo>
                    <a:pt x="608" y="258"/>
                  </a:lnTo>
                  <a:lnTo>
                    <a:pt x="608" y="258"/>
                  </a:lnTo>
                  <a:lnTo>
                    <a:pt x="590" y="260"/>
                  </a:lnTo>
                  <a:lnTo>
                    <a:pt x="590" y="260"/>
                  </a:lnTo>
                  <a:lnTo>
                    <a:pt x="585" y="258"/>
                  </a:lnTo>
                  <a:lnTo>
                    <a:pt x="581" y="258"/>
                  </a:lnTo>
                  <a:lnTo>
                    <a:pt x="577" y="256"/>
                  </a:lnTo>
                  <a:lnTo>
                    <a:pt x="577" y="256"/>
                  </a:lnTo>
                  <a:lnTo>
                    <a:pt x="575" y="256"/>
                  </a:lnTo>
                  <a:lnTo>
                    <a:pt x="574" y="256"/>
                  </a:lnTo>
                  <a:lnTo>
                    <a:pt x="569" y="261"/>
                  </a:lnTo>
                  <a:lnTo>
                    <a:pt x="569" y="261"/>
                  </a:lnTo>
                  <a:lnTo>
                    <a:pt x="566" y="265"/>
                  </a:lnTo>
                  <a:lnTo>
                    <a:pt x="566" y="271"/>
                  </a:lnTo>
                  <a:lnTo>
                    <a:pt x="564" y="281"/>
                  </a:lnTo>
                  <a:lnTo>
                    <a:pt x="559" y="298"/>
                  </a:lnTo>
                  <a:lnTo>
                    <a:pt x="559" y="298"/>
                  </a:lnTo>
                  <a:lnTo>
                    <a:pt x="555" y="306"/>
                  </a:lnTo>
                  <a:lnTo>
                    <a:pt x="552" y="313"/>
                  </a:lnTo>
                  <a:lnTo>
                    <a:pt x="547" y="319"/>
                  </a:lnTo>
                  <a:lnTo>
                    <a:pt x="543" y="322"/>
                  </a:lnTo>
                  <a:lnTo>
                    <a:pt x="537" y="327"/>
                  </a:lnTo>
                  <a:lnTo>
                    <a:pt x="534" y="329"/>
                  </a:lnTo>
                  <a:lnTo>
                    <a:pt x="533" y="331"/>
                  </a:lnTo>
                  <a:lnTo>
                    <a:pt x="533" y="331"/>
                  </a:lnTo>
                  <a:lnTo>
                    <a:pt x="533" y="334"/>
                  </a:lnTo>
                  <a:lnTo>
                    <a:pt x="532" y="337"/>
                  </a:lnTo>
                  <a:lnTo>
                    <a:pt x="528" y="343"/>
                  </a:lnTo>
                  <a:lnTo>
                    <a:pt x="528" y="343"/>
                  </a:lnTo>
                  <a:lnTo>
                    <a:pt x="527" y="346"/>
                  </a:lnTo>
                  <a:lnTo>
                    <a:pt x="528" y="347"/>
                  </a:lnTo>
                  <a:lnTo>
                    <a:pt x="533" y="347"/>
                  </a:lnTo>
                  <a:lnTo>
                    <a:pt x="533" y="347"/>
                  </a:lnTo>
                  <a:lnTo>
                    <a:pt x="534" y="348"/>
                  </a:lnTo>
                  <a:lnTo>
                    <a:pt x="534" y="352"/>
                  </a:lnTo>
                  <a:lnTo>
                    <a:pt x="536" y="362"/>
                  </a:lnTo>
                  <a:lnTo>
                    <a:pt x="536" y="378"/>
                  </a:lnTo>
                  <a:lnTo>
                    <a:pt x="536" y="378"/>
                  </a:lnTo>
                  <a:lnTo>
                    <a:pt x="534" y="380"/>
                  </a:lnTo>
                  <a:lnTo>
                    <a:pt x="533" y="380"/>
                  </a:lnTo>
                  <a:lnTo>
                    <a:pt x="529" y="379"/>
                  </a:lnTo>
                  <a:lnTo>
                    <a:pt x="529" y="379"/>
                  </a:lnTo>
                  <a:lnTo>
                    <a:pt x="529" y="383"/>
                  </a:lnTo>
                  <a:lnTo>
                    <a:pt x="529" y="388"/>
                  </a:lnTo>
                  <a:lnTo>
                    <a:pt x="529" y="395"/>
                  </a:lnTo>
                  <a:lnTo>
                    <a:pt x="532" y="400"/>
                  </a:lnTo>
                  <a:lnTo>
                    <a:pt x="532" y="400"/>
                  </a:lnTo>
                  <a:lnTo>
                    <a:pt x="533" y="401"/>
                  </a:lnTo>
                  <a:lnTo>
                    <a:pt x="536" y="400"/>
                  </a:lnTo>
                  <a:lnTo>
                    <a:pt x="537" y="398"/>
                  </a:lnTo>
                  <a:lnTo>
                    <a:pt x="538" y="396"/>
                  </a:lnTo>
                  <a:lnTo>
                    <a:pt x="538" y="396"/>
                  </a:lnTo>
                  <a:lnTo>
                    <a:pt x="539" y="398"/>
                  </a:lnTo>
                  <a:lnTo>
                    <a:pt x="539" y="399"/>
                  </a:lnTo>
                  <a:lnTo>
                    <a:pt x="542" y="404"/>
                  </a:lnTo>
                  <a:lnTo>
                    <a:pt x="543" y="410"/>
                  </a:lnTo>
                  <a:lnTo>
                    <a:pt x="545" y="416"/>
                  </a:lnTo>
                  <a:lnTo>
                    <a:pt x="545" y="416"/>
                  </a:lnTo>
                  <a:lnTo>
                    <a:pt x="548" y="420"/>
                  </a:lnTo>
                  <a:lnTo>
                    <a:pt x="552" y="422"/>
                  </a:lnTo>
                  <a:lnTo>
                    <a:pt x="554" y="423"/>
                  </a:lnTo>
                  <a:lnTo>
                    <a:pt x="558" y="422"/>
                  </a:lnTo>
                  <a:lnTo>
                    <a:pt x="558" y="422"/>
                  </a:lnTo>
                  <a:lnTo>
                    <a:pt x="559" y="422"/>
                  </a:lnTo>
                  <a:lnTo>
                    <a:pt x="560" y="425"/>
                  </a:lnTo>
                  <a:lnTo>
                    <a:pt x="559" y="433"/>
                  </a:lnTo>
                  <a:lnTo>
                    <a:pt x="556" y="443"/>
                  </a:lnTo>
                  <a:lnTo>
                    <a:pt x="554" y="449"/>
                  </a:lnTo>
                  <a:lnTo>
                    <a:pt x="554" y="449"/>
                  </a:lnTo>
                  <a:lnTo>
                    <a:pt x="553" y="450"/>
                  </a:lnTo>
                  <a:lnTo>
                    <a:pt x="552" y="449"/>
                  </a:lnTo>
                  <a:lnTo>
                    <a:pt x="549" y="443"/>
                  </a:lnTo>
                  <a:lnTo>
                    <a:pt x="547" y="436"/>
                  </a:lnTo>
                  <a:lnTo>
                    <a:pt x="544" y="431"/>
                  </a:lnTo>
                  <a:lnTo>
                    <a:pt x="542" y="428"/>
                  </a:lnTo>
                  <a:lnTo>
                    <a:pt x="542" y="428"/>
                  </a:lnTo>
                  <a:lnTo>
                    <a:pt x="529" y="418"/>
                  </a:lnTo>
                  <a:lnTo>
                    <a:pt x="521" y="412"/>
                  </a:lnTo>
                  <a:lnTo>
                    <a:pt x="521" y="412"/>
                  </a:lnTo>
                  <a:lnTo>
                    <a:pt x="511" y="404"/>
                  </a:lnTo>
                  <a:lnTo>
                    <a:pt x="502" y="399"/>
                  </a:lnTo>
                  <a:lnTo>
                    <a:pt x="499" y="396"/>
                  </a:lnTo>
                  <a:lnTo>
                    <a:pt x="496" y="395"/>
                  </a:lnTo>
                  <a:lnTo>
                    <a:pt x="496" y="395"/>
                  </a:lnTo>
                  <a:lnTo>
                    <a:pt x="490" y="395"/>
                  </a:lnTo>
                  <a:lnTo>
                    <a:pt x="483" y="393"/>
                  </a:lnTo>
                  <a:lnTo>
                    <a:pt x="476" y="390"/>
                  </a:lnTo>
                  <a:lnTo>
                    <a:pt x="470" y="390"/>
                  </a:lnTo>
                  <a:lnTo>
                    <a:pt x="470" y="390"/>
                  </a:lnTo>
                  <a:lnTo>
                    <a:pt x="464" y="389"/>
                  </a:lnTo>
                  <a:lnTo>
                    <a:pt x="460" y="388"/>
                  </a:lnTo>
                  <a:lnTo>
                    <a:pt x="455" y="384"/>
                  </a:lnTo>
                  <a:lnTo>
                    <a:pt x="455" y="384"/>
                  </a:lnTo>
                  <a:lnTo>
                    <a:pt x="453" y="384"/>
                  </a:lnTo>
                  <a:lnTo>
                    <a:pt x="451" y="384"/>
                  </a:lnTo>
                  <a:lnTo>
                    <a:pt x="449" y="386"/>
                  </a:lnTo>
                  <a:lnTo>
                    <a:pt x="449" y="388"/>
                  </a:lnTo>
                  <a:lnTo>
                    <a:pt x="449" y="388"/>
                  </a:lnTo>
                  <a:lnTo>
                    <a:pt x="449" y="390"/>
                  </a:lnTo>
                  <a:lnTo>
                    <a:pt x="447" y="394"/>
                  </a:lnTo>
                  <a:lnTo>
                    <a:pt x="446" y="398"/>
                  </a:lnTo>
                  <a:lnTo>
                    <a:pt x="446" y="404"/>
                  </a:lnTo>
                  <a:lnTo>
                    <a:pt x="446" y="404"/>
                  </a:lnTo>
                  <a:lnTo>
                    <a:pt x="449" y="414"/>
                  </a:lnTo>
                  <a:lnTo>
                    <a:pt x="453" y="422"/>
                  </a:lnTo>
                  <a:lnTo>
                    <a:pt x="453" y="422"/>
                  </a:lnTo>
                  <a:lnTo>
                    <a:pt x="454" y="425"/>
                  </a:lnTo>
                  <a:lnTo>
                    <a:pt x="453" y="426"/>
                  </a:lnTo>
                  <a:lnTo>
                    <a:pt x="451" y="428"/>
                  </a:lnTo>
                  <a:lnTo>
                    <a:pt x="443" y="430"/>
                  </a:lnTo>
                  <a:lnTo>
                    <a:pt x="443" y="430"/>
                  </a:lnTo>
                  <a:lnTo>
                    <a:pt x="441" y="432"/>
                  </a:lnTo>
                  <a:lnTo>
                    <a:pt x="441" y="434"/>
                  </a:lnTo>
                  <a:lnTo>
                    <a:pt x="441" y="444"/>
                  </a:lnTo>
                  <a:lnTo>
                    <a:pt x="441" y="444"/>
                  </a:lnTo>
                  <a:lnTo>
                    <a:pt x="439" y="447"/>
                  </a:lnTo>
                  <a:lnTo>
                    <a:pt x="438" y="446"/>
                  </a:lnTo>
                  <a:lnTo>
                    <a:pt x="436" y="443"/>
                  </a:lnTo>
                  <a:lnTo>
                    <a:pt x="433" y="442"/>
                  </a:lnTo>
                  <a:lnTo>
                    <a:pt x="433" y="442"/>
                  </a:lnTo>
                  <a:lnTo>
                    <a:pt x="431" y="441"/>
                  </a:lnTo>
                  <a:lnTo>
                    <a:pt x="431" y="439"/>
                  </a:lnTo>
                  <a:lnTo>
                    <a:pt x="431" y="438"/>
                  </a:lnTo>
                  <a:lnTo>
                    <a:pt x="432" y="438"/>
                  </a:lnTo>
                  <a:lnTo>
                    <a:pt x="432" y="438"/>
                  </a:lnTo>
                  <a:lnTo>
                    <a:pt x="433" y="437"/>
                  </a:lnTo>
                  <a:lnTo>
                    <a:pt x="433" y="436"/>
                  </a:lnTo>
                  <a:lnTo>
                    <a:pt x="435" y="432"/>
                  </a:lnTo>
                  <a:lnTo>
                    <a:pt x="435" y="432"/>
                  </a:lnTo>
                  <a:lnTo>
                    <a:pt x="435" y="430"/>
                  </a:lnTo>
                  <a:lnTo>
                    <a:pt x="433" y="427"/>
                  </a:lnTo>
                  <a:lnTo>
                    <a:pt x="430" y="423"/>
                  </a:lnTo>
                  <a:lnTo>
                    <a:pt x="430" y="423"/>
                  </a:lnTo>
                  <a:lnTo>
                    <a:pt x="427" y="422"/>
                  </a:lnTo>
                  <a:lnTo>
                    <a:pt x="425" y="423"/>
                  </a:lnTo>
                  <a:lnTo>
                    <a:pt x="417" y="428"/>
                  </a:lnTo>
                  <a:lnTo>
                    <a:pt x="417" y="428"/>
                  </a:lnTo>
                  <a:lnTo>
                    <a:pt x="410" y="433"/>
                  </a:lnTo>
                  <a:lnTo>
                    <a:pt x="400" y="436"/>
                  </a:lnTo>
                  <a:lnTo>
                    <a:pt x="400" y="436"/>
                  </a:lnTo>
                  <a:lnTo>
                    <a:pt x="395" y="436"/>
                  </a:lnTo>
                  <a:lnTo>
                    <a:pt x="391" y="434"/>
                  </a:lnTo>
                  <a:lnTo>
                    <a:pt x="389" y="434"/>
                  </a:lnTo>
                  <a:lnTo>
                    <a:pt x="385" y="436"/>
                  </a:lnTo>
                  <a:lnTo>
                    <a:pt x="385" y="436"/>
                  </a:lnTo>
                  <a:lnTo>
                    <a:pt x="378" y="439"/>
                  </a:lnTo>
                  <a:lnTo>
                    <a:pt x="374" y="442"/>
                  </a:lnTo>
                  <a:lnTo>
                    <a:pt x="374" y="442"/>
                  </a:lnTo>
                  <a:lnTo>
                    <a:pt x="374" y="444"/>
                  </a:lnTo>
                  <a:lnTo>
                    <a:pt x="374" y="447"/>
                  </a:lnTo>
                  <a:lnTo>
                    <a:pt x="374" y="448"/>
                  </a:lnTo>
                  <a:lnTo>
                    <a:pt x="373" y="449"/>
                  </a:lnTo>
                  <a:lnTo>
                    <a:pt x="373" y="449"/>
                  </a:lnTo>
                  <a:lnTo>
                    <a:pt x="369" y="450"/>
                  </a:lnTo>
                  <a:lnTo>
                    <a:pt x="368" y="449"/>
                  </a:lnTo>
                  <a:lnTo>
                    <a:pt x="367" y="449"/>
                  </a:lnTo>
                  <a:lnTo>
                    <a:pt x="364" y="452"/>
                  </a:lnTo>
                  <a:lnTo>
                    <a:pt x="364" y="452"/>
                  </a:lnTo>
                  <a:lnTo>
                    <a:pt x="363" y="455"/>
                  </a:lnTo>
                  <a:lnTo>
                    <a:pt x="361" y="457"/>
                  </a:lnTo>
                  <a:lnTo>
                    <a:pt x="357" y="459"/>
                  </a:lnTo>
                  <a:lnTo>
                    <a:pt x="357" y="459"/>
                  </a:lnTo>
                  <a:lnTo>
                    <a:pt x="355" y="460"/>
                  </a:lnTo>
                  <a:lnTo>
                    <a:pt x="353" y="460"/>
                  </a:lnTo>
                  <a:lnTo>
                    <a:pt x="352" y="459"/>
                  </a:lnTo>
                  <a:lnTo>
                    <a:pt x="351" y="459"/>
                  </a:lnTo>
                  <a:lnTo>
                    <a:pt x="351" y="459"/>
                  </a:lnTo>
                  <a:lnTo>
                    <a:pt x="348" y="459"/>
                  </a:lnTo>
                  <a:lnTo>
                    <a:pt x="348" y="458"/>
                  </a:lnTo>
                  <a:lnTo>
                    <a:pt x="347" y="457"/>
                  </a:lnTo>
                  <a:lnTo>
                    <a:pt x="345" y="458"/>
                  </a:lnTo>
                  <a:lnTo>
                    <a:pt x="345" y="458"/>
                  </a:lnTo>
                  <a:lnTo>
                    <a:pt x="343" y="458"/>
                  </a:lnTo>
                  <a:lnTo>
                    <a:pt x="343" y="457"/>
                  </a:lnTo>
                  <a:lnTo>
                    <a:pt x="346" y="452"/>
                  </a:lnTo>
                  <a:lnTo>
                    <a:pt x="346" y="452"/>
                  </a:lnTo>
                  <a:lnTo>
                    <a:pt x="352" y="447"/>
                  </a:lnTo>
                  <a:lnTo>
                    <a:pt x="358" y="442"/>
                  </a:lnTo>
                  <a:lnTo>
                    <a:pt x="358" y="442"/>
                  </a:lnTo>
                  <a:lnTo>
                    <a:pt x="359" y="439"/>
                  </a:lnTo>
                  <a:lnTo>
                    <a:pt x="361" y="434"/>
                  </a:lnTo>
                  <a:lnTo>
                    <a:pt x="359" y="426"/>
                  </a:lnTo>
                  <a:lnTo>
                    <a:pt x="359" y="426"/>
                  </a:lnTo>
                  <a:lnTo>
                    <a:pt x="361" y="423"/>
                  </a:lnTo>
                  <a:lnTo>
                    <a:pt x="363" y="422"/>
                  </a:lnTo>
                  <a:lnTo>
                    <a:pt x="367" y="418"/>
                  </a:lnTo>
                  <a:lnTo>
                    <a:pt x="367" y="418"/>
                  </a:lnTo>
                  <a:lnTo>
                    <a:pt x="355" y="425"/>
                  </a:lnTo>
                  <a:lnTo>
                    <a:pt x="355" y="425"/>
                  </a:lnTo>
                  <a:lnTo>
                    <a:pt x="346" y="430"/>
                  </a:lnTo>
                  <a:lnTo>
                    <a:pt x="339" y="436"/>
                  </a:lnTo>
                  <a:lnTo>
                    <a:pt x="339" y="436"/>
                  </a:lnTo>
                  <a:lnTo>
                    <a:pt x="331" y="439"/>
                  </a:lnTo>
                  <a:lnTo>
                    <a:pt x="320" y="443"/>
                  </a:lnTo>
                  <a:lnTo>
                    <a:pt x="320" y="443"/>
                  </a:lnTo>
                  <a:lnTo>
                    <a:pt x="316" y="444"/>
                  </a:lnTo>
                  <a:lnTo>
                    <a:pt x="314" y="447"/>
                  </a:lnTo>
                  <a:lnTo>
                    <a:pt x="309" y="452"/>
                  </a:lnTo>
                  <a:lnTo>
                    <a:pt x="307" y="455"/>
                  </a:lnTo>
                  <a:lnTo>
                    <a:pt x="304" y="458"/>
                  </a:lnTo>
                  <a:lnTo>
                    <a:pt x="304" y="458"/>
                  </a:lnTo>
                  <a:lnTo>
                    <a:pt x="302" y="459"/>
                  </a:lnTo>
                  <a:lnTo>
                    <a:pt x="298" y="458"/>
                  </a:lnTo>
                  <a:lnTo>
                    <a:pt x="293" y="457"/>
                  </a:lnTo>
                  <a:lnTo>
                    <a:pt x="293" y="457"/>
                  </a:lnTo>
                  <a:lnTo>
                    <a:pt x="292" y="457"/>
                  </a:lnTo>
                  <a:lnTo>
                    <a:pt x="292" y="457"/>
                  </a:lnTo>
                  <a:lnTo>
                    <a:pt x="293" y="459"/>
                  </a:lnTo>
                  <a:lnTo>
                    <a:pt x="295" y="464"/>
                  </a:lnTo>
                  <a:lnTo>
                    <a:pt x="295" y="464"/>
                  </a:lnTo>
                  <a:lnTo>
                    <a:pt x="295" y="465"/>
                  </a:lnTo>
                  <a:lnTo>
                    <a:pt x="294" y="466"/>
                  </a:lnTo>
                  <a:lnTo>
                    <a:pt x="291" y="468"/>
                  </a:lnTo>
                  <a:lnTo>
                    <a:pt x="283" y="469"/>
                  </a:lnTo>
                  <a:lnTo>
                    <a:pt x="283" y="469"/>
                  </a:lnTo>
                  <a:lnTo>
                    <a:pt x="282" y="471"/>
                  </a:lnTo>
                  <a:lnTo>
                    <a:pt x="282" y="476"/>
                  </a:lnTo>
                  <a:lnTo>
                    <a:pt x="282" y="482"/>
                  </a:lnTo>
                  <a:lnTo>
                    <a:pt x="281" y="489"/>
                  </a:lnTo>
                  <a:lnTo>
                    <a:pt x="281" y="489"/>
                  </a:lnTo>
                  <a:lnTo>
                    <a:pt x="279" y="491"/>
                  </a:lnTo>
                  <a:lnTo>
                    <a:pt x="277" y="494"/>
                  </a:lnTo>
                  <a:lnTo>
                    <a:pt x="275" y="495"/>
                  </a:lnTo>
                  <a:lnTo>
                    <a:pt x="272" y="495"/>
                  </a:lnTo>
                  <a:lnTo>
                    <a:pt x="265" y="495"/>
                  </a:lnTo>
                  <a:lnTo>
                    <a:pt x="259" y="495"/>
                  </a:lnTo>
                  <a:lnTo>
                    <a:pt x="259" y="495"/>
                  </a:lnTo>
                  <a:lnTo>
                    <a:pt x="255" y="495"/>
                  </a:lnTo>
                  <a:lnTo>
                    <a:pt x="252" y="492"/>
                  </a:lnTo>
                  <a:lnTo>
                    <a:pt x="250" y="485"/>
                  </a:lnTo>
                  <a:lnTo>
                    <a:pt x="250" y="485"/>
                  </a:lnTo>
                  <a:lnTo>
                    <a:pt x="247" y="482"/>
                  </a:lnTo>
                  <a:lnTo>
                    <a:pt x="245" y="480"/>
                  </a:lnTo>
                  <a:lnTo>
                    <a:pt x="241" y="479"/>
                  </a:lnTo>
                  <a:lnTo>
                    <a:pt x="241" y="479"/>
                  </a:lnTo>
                  <a:lnTo>
                    <a:pt x="240" y="476"/>
                  </a:lnTo>
                  <a:lnTo>
                    <a:pt x="240" y="474"/>
                  </a:lnTo>
                  <a:lnTo>
                    <a:pt x="244" y="466"/>
                  </a:lnTo>
                  <a:lnTo>
                    <a:pt x="244" y="466"/>
                  </a:lnTo>
                  <a:lnTo>
                    <a:pt x="247" y="463"/>
                  </a:lnTo>
                  <a:lnTo>
                    <a:pt x="252" y="460"/>
                  </a:lnTo>
                  <a:lnTo>
                    <a:pt x="257" y="459"/>
                  </a:lnTo>
                  <a:lnTo>
                    <a:pt x="260" y="457"/>
                  </a:lnTo>
                  <a:lnTo>
                    <a:pt x="260" y="457"/>
                  </a:lnTo>
                  <a:lnTo>
                    <a:pt x="261" y="457"/>
                  </a:lnTo>
                  <a:lnTo>
                    <a:pt x="260" y="454"/>
                  </a:lnTo>
                  <a:lnTo>
                    <a:pt x="257" y="450"/>
                  </a:lnTo>
                  <a:lnTo>
                    <a:pt x="252" y="443"/>
                  </a:lnTo>
                  <a:lnTo>
                    <a:pt x="252" y="443"/>
                  </a:lnTo>
                  <a:lnTo>
                    <a:pt x="250" y="439"/>
                  </a:lnTo>
                  <a:lnTo>
                    <a:pt x="246" y="438"/>
                  </a:lnTo>
                  <a:lnTo>
                    <a:pt x="243" y="436"/>
                  </a:lnTo>
                  <a:lnTo>
                    <a:pt x="238" y="436"/>
                  </a:lnTo>
                  <a:lnTo>
                    <a:pt x="238" y="436"/>
                  </a:lnTo>
                  <a:lnTo>
                    <a:pt x="228" y="433"/>
                  </a:lnTo>
                  <a:lnTo>
                    <a:pt x="219" y="431"/>
                  </a:lnTo>
                  <a:lnTo>
                    <a:pt x="219" y="431"/>
                  </a:lnTo>
                  <a:lnTo>
                    <a:pt x="217" y="431"/>
                  </a:lnTo>
                  <a:lnTo>
                    <a:pt x="217" y="432"/>
                  </a:lnTo>
                  <a:lnTo>
                    <a:pt x="219" y="437"/>
                  </a:lnTo>
                  <a:lnTo>
                    <a:pt x="219" y="437"/>
                  </a:lnTo>
                  <a:lnTo>
                    <a:pt x="224" y="443"/>
                  </a:lnTo>
                  <a:lnTo>
                    <a:pt x="227" y="448"/>
                  </a:lnTo>
                  <a:lnTo>
                    <a:pt x="228" y="453"/>
                  </a:lnTo>
                  <a:lnTo>
                    <a:pt x="228" y="453"/>
                  </a:lnTo>
                  <a:lnTo>
                    <a:pt x="228" y="455"/>
                  </a:lnTo>
                  <a:lnTo>
                    <a:pt x="228" y="459"/>
                  </a:lnTo>
                  <a:lnTo>
                    <a:pt x="224" y="469"/>
                  </a:lnTo>
                  <a:lnTo>
                    <a:pt x="220" y="478"/>
                  </a:lnTo>
                  <a:lnTo>
                    <a:pt x="218" y="482"/>
                  </a:lnTo>
                  <a:lnTo>
                    <a:pt x="218" y="482"/>
                  </a:lnTo>
                  <a:lnTo>
                    <a:pt x="219" y="485"/>
                  </a:lnTo>
                  <a:lnTo>
                    <a:pt x="220" y="486"/>
                  </a:lnTo>
                  <a:lnTo>
                    <a:pt x="224" y="489"/>
                  </a:lnTo>
                  <a:lnTo>
                    <a:pt x="229" y="492"/>
                  </a:lnTo>
                  <a:lnTo>
                    <a:pt x="233" y="497"/>
                  </a:lnTo>
                  <a:lnTo>
                    <a:pt x="233" y="497"/>
                  </a:lnTo>
                  <a:lnTo>
                    <a:pt x="234" y="500"/>
                  </a:lnTo>
                  <a:lnTo>
                    <a:pt x="234" y="503"/>
                  </a:lnTo>
                  <a:lnTo>
                    <a:pt x="230" y="511"/>
                  </a:lnTo>
                  <a:lnTo>
                    <a:pt x="223" y="522"/>
                  </a:lnTo>
                  <a:lnTo>
                    <a:pt x="223" y="522"/>
                  </a:lnTo>
                  <a:lnTo>
                    <a:pt x="222" y="523"/>
                  </a:lnTo>
                  <a:lnTo>
                    <a:pt x="219" y="523"/>
                  </a:lnTo>
                  <a:lnTo>
                    <a:pt x="217" y="522"/>
                  </a:lnTo>
                  <a:lnTo>
                    <a:pt x="215" y="521"/>
                  </a:lnTo>
                  <a:lnTo>
                    <a:pt x="215" y="521"/>
                  </a:lnTo>
                  <a:lnTo>
                    <a:pt x="213" y="516"/>
                  </a:lnTo>
                  <a:lnTo>
                    <a:pt x="210" y="515"/>
                  </a:lnTo>
                  <a:lnTo>
                    <a:pt x="208" y="515"/>
                  </a:lnTo>
                  <a:lnTo>
                    <a:pt x="208" y="515"/>
                  </a:lnTo>
                  <a:lnTo>
                    <a:pt x="206" y="513"/>
                  </a:lnTo>
                  <a:lnTo>
                    <a:pt x="204" y="512"/>
                  </a:lnTo>
                  <a:lnTo>
                    <a:pt x="202" y="510"/>
                  </a:lnTo>
                  <a:lnTo>
                    <a:pt x="202" y="510"/>
                  </a:lnTo>
                  <a:lnTo>
                    <a:pt x="199" y="511"/>
                  </a:lnTo>
                  <a:lnTo>
                    <a:pt x="197" y="513"/>
                  </a:lnTo>
                  <a:lnTo>
                    <a:pt x="192" y="521"/>
                  </a:lnTo>
                  <a:lnTo>
                    <a:pt x="192" y="521"/>
                  </a:lnTo>
                  <a:lnTo>
                    <a:pt x="188" y="523"/>
                  </a:lnTo>
                  <a:lnTo>
                    <a:pt x="185" y="526"/>
                  </a:lnTo>
                  <a:lnTo>
                    <a:pt x="180" y="528"/>
                  </a:lnTo>
                  <a:lnTo>
                    <a:pt x="177" y="531"/>
                  </a:lnTo>
                  <a:lnTo>
                    <a:pt x="177" y="531"/>
                  </a:lnTo>
                  <a:lnTo>
                    <a:pt x="170" y="537"/>
                  </a:lnTo>
                  <a:lnTo>
                    <a:pt x="165" y="544"/>
                  </a:lnTo>
                  <a:lnTo>
                    <a:pt x="165" y="544"/>
                  </a:lnTo>
                  <a:lnTo>
                    <a:pt x="164" y="547"/>
                  </a:lnTo>
                  <a:lnTo>
                    <a:pt x="165" y="548"/>
                  </a:lnTo>
                  <a:lnTo>
                    <a:pt x="169" y="554"/>
                  </a:lnTo>
                  <a:lnTo>
                    <a:pt x="176" y="563"/>
                  </a:lnTo>
                  <a:lnTo>
                    <a:pt x="176" y="563"/>
                  </a:lnTo>
                  <a:lnTo>
                    <a:pt x="177" y="565"/>
                  </a:lnTo>
                  <a:lnTo>
                    <a:pt x="177" y="567"/>
                  </a:lnTo>
                  <a:lnTo>
                    <a:pt x="174" y="572"/>
                  </a:lnTo>
                  <a:lnTo>
                    <a:pt x="174" y="572"/>
                  </a:lnTo>
                  <a:lnTo>
                    <a:pt x="172" y="574"/>
                  </a:lnTo>
                  <a:lnTo>
                    <a:pt x="171" y="574"/>
                  </a:lnTo>
                  <a:lnTo>
                    <a:pt x="165" y="571"/>
                  </a:lnTo>
                  <a:lnTo>
                    <a:pt x="154" y="566"/>
                  </a:lnTo>
                  <a:lnTo>
                    <a:pt x="154" y="566"/>
                  </a:lnTo>
                  <a:lnTo>
                    <a:pt x="149" y="565"/>
                  </a:lnTo>
                  <a:lnTo>
                    <a:pt x="145" y="566"/>
                  </a:lnTo>
                  <a:lnTo>
                    <a:pt x="145" y="566"/>
                  </a:lnTo>
                  <a:lnTo>
                    <a:pt x="144" y="567"/>
                  </a:lnTo>
                  <a:lnTo>
                    <a:pt x="143" y="567"/>
                  </a:lnTo>
                  <a:lnTo>
                    <a:pt x="139" y="565"/>
                  </a:lnTo>
                  <a:lnTo>
                    <a:pt x="137" y="561"/>
                  </a:lnTo>
                  <a:lnTo>
                    <a:pt x="134" y="558"/>
                  </a:lnTo>
                  <a:lnTo>
                    <a:pt x="134" y="558"/>
                  </a:lnTo>
                  <a:lnTo>
                    <a:pt x="133" y="555"/>
                  </a:lnTo>
                  <a:lnTo>
                    <a:pt x="132" y="554"/>
                  </a:lnTo>
                  <a:lnTo>
                    <a:pt x="129" y="555"/>
                  </a:lnTo>
                  <a:lnTo>
                    <a:pt x="127" y="554"/>
                  </a:lnTo>
                  <a:lnTo>
                    <a:pt x="127" y="554"/>
                  </a:lnTo>
                  <a:lnTo>
                    <a:pt x="124" y="554"/>
                  </a:lnTo>
                  <a:lnTo>
                    <a:pt x="124" y="555"/>
                  </a:lnTo>
                  <a:lnTo>
                    <a:pt x="124" y="558"/>
                  </a:lnTo>
                  <a:lnTo>
                    <a:pt x="124" y="558"/>
                  </a:lnTo>
                  <a:lnTo>
                    <a:pt x="123" y="559"/>
                  </a:lnTo>
                  <a:lnTo>
                    <a:pt x="122" y="560"/>
                  </a:lnTo>
                  <a:lnTo>
                    <a:pt x="119" y="563"/>
                  </a:lnTo>
                  <a:lnTo>
                    <a:pt x="119" y="563"/>
                  </a:lnTo>
                  <a:lnTo>
                    <a:pt x="118" y="564"/>
                  </a:lnTo>
                  <a:lnTo>
                    <a:pt x="119" y="567"/>
                  </a:lnTo>
                  <a:lnTo>
                    <a:pt x="121" y="572"/>
                  </a:lnTo>
                  <a:lnTo>
                    <a:pt x="126" y="579"/>
                  </a:lnTo>
                  <a:lnTo>
                    <a:pt x="126" y="579"/>
                  </a:lnTo>
                  <a:lnTo>
                    <a:pt x="128" y="582"/>
                  </a:lnTo>
                  <a:lnTo>
                    <a:pt x="130" y="582"/>
                  </a:lnTo>
                  <a:lnTo>
                    <a:pt x="133" y="580"/>
                  </a:lnTo>
                  <a:lnTo>
                    <a:pt x="135" y="579"/>
                  </a:lnTo>
                  <a:lnTo>
                    <a:pt x="135" y="579"/>
                  </a:lnTo>
                  <a:lnTo>
                    <a:pt x="138" y="579"/>
                  </a:lnTo>
                  <a:lnTo>
                    <a:pt x="139" y="580"/>
                  </a:lnTo>
                  <a:lnTo>
                    <a:pt x="139" y="585"/>
                  </a:lnTo>
                  <a:lnTo>
                    <a:pt x="140" y="590"/>
                  </a:lnTo>
                  <a:lnTo>
                    <a:pt x="142" y="593"/>
                  </a:lnTo>
                  <a:lnTo>
                    <a:pt x="142" y="593"/>
                  </a:lnTo>
                  <a:lnTo>
                    <a:pt x="142" y="595"/>
                  </a:lnTo>
                  <a:lnTo>
                    <a:pt x="142" y="596"/>
                  </a:lnTo>
                  <a:lnTo>
                    <a:pt x="139" y="597"/>
                  </a:lnTo>
                  <a:lnTo>
                    <a:pt x="133" y="598"/>
                  </a:lnTo>
                  <a:lnTo>
                    <a:pt x="133" y="598"/>
                  </a:lnTo>
                  <a:lnTo>
                    <a:pt x="130" y="598"/>
                  </a:lnTo>
                  <a:lnTo>
                    <a:pt x="126" y="597"/>
                  </a:lnTo>
                  <a:lnTo>
                    <a:pt x="121" y="596"/>
                  </a:lnTo>
                  <a:lnTo>
                    <a:pt x="117" y="592"/>
                  </a:lnTo>
                  <a:lnTo>
                    <a:pt x="117" y="592"/>
                  </a:lnTo>
                  <a:lnTo>
                    <a:pt x="113" y="590"/>
                  </a:lnTo>
                  <a:lnTo>
                    <a:pt x="112" y="586"/>
                  </a:lnTo>
                  <a:lnTo>
                    <a:pt x="111" y="585"/>
                  </a:lnTo>
                  <a:lnTo>
                    <a:pt x="110" y="583"/>
                  </a:lnTo>
                  <a:lnTo>
                    <a:pt x="110" y="583"/>
                  </a:lnTo>
                  <a:lnTo>
                    <a:pt x="107" y="583"/>
                  </a:lnTo>
                  <a:lnTo>
                    <a:pt x="103" y="582"/>
                  </a:lnTo>
                  <a:lnTo>
                    <a:pt x="100" y="577"/>
                  </a:lnTo>
                  <a:lnTo>
                    <a:pt x="100" y="577"/>
                  </a:lnTo>
                  <a:lnTo>
                    <a:pt x="96" y="574"/>
                  </a:lnTo>
                  <a:lnTo>
                    <a:pt x="95" y="572"/>
                  </a:lnTo>
                  <a:lnTo>
                    <a:pt x="96" y="571"/>
                  </a:lnTo>
                  <a:lnTo>
                    <a:pt x="96" y="571"/>
                  </a:lnTo>
                  <a:lnTo>
                    <a:pt x="96" y="567"/>
                  </a:lnTo>
                  <a:lnTo>
                    <a:pt x="96" y="563"/>
                  </a:lnTo>
                  <a:lnTo>
                    <a:pt x="95" y="551"/>
                  </a:lnTo>
                  <a:lnTo>
                    <a:pt x="95" y="551"/>
                  </a:lnTo>
                  <a:lnTo>
                    <a:pt x="94" y="548"/>
                  </a:lnTo>
                  <a:lnTo>
                    <a:pt x="92" y="547"/>
                  </a:lnTo>
                  <a:lnTo>
                    <a:pt x="91" y="547"/>
                  </a:lnTo>
                  <a:lnTo>
                    <a:pt x="92" y="547"/>
                  </a:lnTo>
                  <a:lnTo>
                    <a:pt x="92" y="547"/>
                  </a:lnTo>
                  <a:lnTo>
                    <a:pt x="95" y="544"/>
                  </a:lnTo>
                  <a:lnTo>
                    <a:pt x="96" y="540"/>
                  </a:lnTo>
                  <a:lnTo>
                    <a:pt x="96" y="535"/>
                  </a:lnTo>
                  <a:lnTo>
                    <a:pt x="95" y="533"/>
                  </a:lnTo>
                  <a:lnTo>
                    <a:pt x="95" y="533"/>
                  </a:lnTo>
                  <a:lnTo>
                    <a:pt x="87" y="526"/>
                  </a:lnTo>
                  <a:lnTo>
                    <a:pt x="84" y="522"/>
                  </a:lnTo>
                  <a:lnTo>
                    <a:pt x="80" y="519"/>
                  </a:lnTo>
                  <a:lnTo>
                    <a:pt x="80" y="519"/>
                  </a:lnTo>
                  <a:lnTo>
                    <a:pt x="79" y="519"/>
                  </a:lnTo>
                  <a:lnTo>
                    <a:pt x="76" y="517"/>
                  </a:lnTo>
                  <a:lnTo>
                    <a:pt x="74" y="512"/>
                  </a:lnTo>
                  <a:lnTo>
                    <a:pt x="74" y="512"/>
                  </a:lnTo>
                  <a:lnTo>
                    <a:pt x="71" y="507"/>
                  </a:lnTo>
                  <a:lnTo>
                    <a:pt x="69" y="505"/>
                  </a:lnTo>
                  <a:lnTo>
                    <a:pt x="68" y="505"/>
                  </a:lnTo>
                  <a:lnTo>
                    <a:pt x="68" y="505"/>
                  </a:lnTo>
                  <a:lnTo>
                    <a:pt x="62" y="503"/>
                  </a:lnTo>
                  <a:lnTo>
                    <a:pt x="59" y="503"/>
                  </a:lnTo>
                  <a:lnTo>
                    <a:pt x="55" y="502"/>
                  </a:lnTo>
                  <a:lnTo>
                    <a:pt x="55" y="502"/>
                  </a:lnTo>
                  <a:lnTo>
                    <a:pt x="54" y="500"/>
                  </a:lnTo>
                  <a:lnTo>
                    <a:pt x="54" y="499"/>
                  </a:lnTo>
                  <a:lnTo>
                    <a:pt x="59" y="496"/>
                  </a:lnTo>
                  <a:lnTo>
                    <a:pt x="59" y="496"/>
                  </a:lnTo>
                  <a:lnTo>
                    <a:pt x="60" y="495"/>
                  </a:lnTo>
                  <a:lnTo>
                    <a:pt x="62" y="492"/>
                  </a:lnTo>
                  <a:lnTo>
                    <a:pt x="63" y="489"/>
                  </a:lnTo>
                  <a:lnTo>
                    <a:pt x="63" y="489"/>
                  </a:lnTo>
                  <a:lnTo>
                    <a:pt x="64" y="489"/>
                  </a:lnTo>
                  <a:lnTo>
                    <a:pt x="65" y="490"/>
                  </a:lnTo>
                  <a:lnTo>
                    <a:pt x="68" y="494"/>
                  </a:lnTo>
                  <a:lnTo>
                    <a:pt x="70" y="497"/>
                  </a:lnTo>
                  <a:lnTo>
                    <a:pt x="74" y="501"/>
                  </a:lnTo>
                  <a:lnTo>
                    <a:pt x="74" y="501"/>
                  </a:lnTo>
                  <a:lnTo>
                    <a:pt x="86" y="507"/>
                  </a:lnTo>
                  <a:lnTo>
                    <a:pt x="98" y="513"/>
                  </a:lnTo>
                  <a:lnTo>
                    <a:pt x="98" y="513"/>
                  </a:lnTo>
                  <a:lnTo>
                    <a:pt x="103" y="515"/>
                  </a:lnTo>
                  <a:lnTo>
                    <a:pt x="111" y="517"/>
                  </a:lnTo>
                  <a:lnTo>
                    <a:pt x="126" y="521"/>
                  </a:lnTo>
                  <a:lnTo>
                    <a:pt x="126" y="521"/>
                  </a:lnTo>
                  <a:lnTo>
                    <a:pt x="138" y="523"/>
                  </a:lnTo>
                  <a:lnTo>
                    <a:pt x="148" y="526"/>
                  </a:lnTo>
                  <a:lnTo>
                    <a:pt x="148" y="526"/>
                  </a:lnTo>
                  <a:lnTo>
                    <a:pt x="153" y="524"/>
                  </a:lnTo>
                  <a:lnTo>
                    <a:pt x="156" y="523"/>
                  </a:lnTo>
                  <a:lnTo>
                    <a:pt x="161" y="522"/>
                  </a:lnTo>
                  <a:lnTo>
                    <a:pt x="165" y="521"/>
                  </a:lnTo>
                  <a:lnTo>
                    <a:pt x="165" y="521"/>
                  </a:lnTo>
                  <a:lnTo>
                    <a:pt x="169" y="519"/>
                  </a:lnTo>
                  <a:lnTo>
                    <a:pt x="172" y="517"/>
                  </a:lnTo>
                  <a:lnTo>
                    <a:pt x="176" y="513"/>
                  </a:lnTo>
                  <a:lnTo>
                    <a:pt x="180" y="508"/>
                  </a:lnTo>
                  <a:lnTo>
                    <a:pt x="180" y="508"/>
                  </a:lnTo>
                  <a:lnTo>
                    <a:pt x="183" y="501"/>
                  </a:lnTo>
                  <a:lnTo>
                    <a:pt x="185" y="494"/>
                  </a:lnTo>
                  <a:lnTo>
                    <a:pt x="185" y="489"/>
                  </a:lnTo>
                  <a:lnTo>
                    <a:pt x="185" y="485"/>
                  </a:lnTo>
                  <a:lnTo>
                    <a:pt x="185" y="485"/>
                  </a:lnTo>
                  <a:lnTo>
                    <a:pt x="183" y="481"/>
                  </a:lnTo>
                  <a:lnTo>
                    <a:pt x="183" y="474"/>
                  </a:lnTo>
                  <a:lnTo>
                    <a:pt x="183" y="468"/>
                  </a:lnTo>
                  <a:lnTo>
                    <a:pt x="182" y="465"/>
                  </a:lnTo>
                  <a:lnTo>
                    <a:pt x="181" y="463"/>
                  </a:lnTo>
                  <a:lnTo>
                    <a:pt x="181" y="463"/>
                  </a:lnTo>
                  <a:lnTo>
                    <a:pt x="177" y="460"/>
                  </a:lnTo>
                  <a:lnTo>
                    <a:pt x="172" y="455"/>
                  </a:lnTo>
                  <a:lnTo>
                    <a:pt x="172" y="455"/>
                  </a:lnTo>
                  <a:lnTo>
                    <a:pt x="167" y="450"/>
                  </a:lnTo>
                  <a:lnTo>
                    <a:pt x="165" y="450"/>
                  </a:lnTo>
                  <a:lnTo>
                    <a:pt x="164" y="450"/>
                  </a:lnTo>
                  <a:lnTo>
                    <a:pt x="164" y="450"/>
                  </a:lnTo>
                  <a:lnTo>
                    <a:pt x="161" y="450"/>
                  </a:lnTo>
                  <a:lnTo>
                    <a:pt x="160" y="449"/>
                  </a:lnTo>
                  <a:lnTo>
                    <a:pt x="156" y="444"/>
                  </a:lnTo>
                  <a:lnTo>
                    <a:pt x="156" y="444"/>
                  </a:lnTo>
                  <a:lnTo>
                    <a:pt x="151" y="442"/>
                  </a:lnTo>
                  <a:lnTo>
                    <a:pt x="145" y="442"/>
                  </a:lnTo>
                  <a:lnTo>
                    <a:pt x="145" y="442"/>
                  </a:lnTo>
                  <a:lnTo>
                    <a:pt x="142" y="441"/>
                  </a:lnTo>
                  <a:lnTo>
                    <a:pt x="140" y="438"/>
                  </a:lnTo>
                  <a:lnTo>
                    <a:pt x="135" y="433"/>
                  </a:lnTo>
                  <a:lnTo>
                    <a:pt x="135" y="433"/>
                  </a:lnTo>
                  <a:lnTo>
                    <a:pt x="130" y="428"/>
                  </a:lnTo>
                  <a:lnTo>
                    <a:pt x="123" y="423"/>
                  </a:lnTo>
                  <a:lnTo>
                    <a:pt x="111" y="414"/>
                  </a:lnTo>
                  <a:lnTo>
                    <a:pt x="111" y="414"/>
                  </a:lnTo>
                  <a:lnTo>
                    <a:pt x="107" y="412"/>
                  </a:lnTo>
                  <a:lnTo>
                    <a:pt x="103" y="410"/>
                  </a:lnTo>
                  <a:lnTo>
                    <a:pt x="98" y="410"/>
                  </a:lnTo>
                  <a:lnTo>
                    <a:pt x="95" y="410"/>
                  </a:lnTo>
                  <a:lnTo>
                    <a:pt x="95" y="410"/>
                  </a:lnTo>
                  <a:lnTo>
                    <a:pt x="91" y="410"/>
                  </a:lnTo>
                  <a:lnTo>
                    <a:pt x="87" y="409"/>
                  </a:lnTo>
                  <a:lnTo>
                    <a:pt x="85" y="409"/>
                  </a:lnTo>
                  <a:lnTo>
                    <a:pt x="82" y="407"/>
                  </a:lnTo>
                  <a:lnTo>
                    <a:pt x="82" y="407"/>
                  </a:lnTo>
                  <a:lnTo>
                    <a:pt x="79" y="407"/>
                  </a:lnTo>
                  <a:lnTo>
                    <a:pt x="78" y="406"/>
                  </a:lnTo>
                  <a:lnTo>
                    <a:pt x="76" y="404"/>
                  </a:lnTo>
                  <a:lnTo>
                    <a:pt x="76" y="404"/>
                  </a:lnTo>
                  <a:lnTo>
                    <a:pt x="75" y="404"/>
                  </a:lnTo>
                  <a:lnTo>
                    <a:pt x="74" y="404"/>
                  </a:lnTo>
                  <a:lnTo>
                    <a:pt x="68" y="407"/>
                  </a:lnTo>
                  <a:lnTo>
                    <a:pt x="68" y="407"/>
                  </a:lnTo>
                  <a:lnTo>
                    <a:pt x="66" y="409"/>
                  </a:lnTo>
                  <a:lnTo>
                    <a:pt x="66" y="407"/>
                  </a:lnTo>
                  <a:lnTo>
                    <a:pt x="66" y="405"/>
                  </a:lnTo>
                  <a:lnTo>
                    <a:pt x="68" y="402"/>
                  </a:lnTo>
                  <a:lnTo>
                    <a:pt x="66" y="401"/>
                  </a:lnTo>
                  <a:lnTo>
                    <a:pt x="66" y="401"/>
                  </a:lnTo>
                  <a:lnTo>
                    <a:pt x="66" y="401"/>
                  </a:lnTo>
                  <a:lnTo>
                    <a:pt x="63" y="400"/>
                  </a:lnTo>
                  <a:lnTo>
                    <a:pt x="60" y="399"/>
                  </a:lnTo>
                  <a:lnTo>
                    <a:pt x="60" y="398"/>
                  </a:lnTo>
                  <a:lnTo>
                    <a:pt x="62" y="398"/>
                  </a:lnTo>
                  <a:lnTo>
                    <a:pt x="62" y="398"/>
                  </a:lnTo>
                  <a:lnTo>
                    <a:pt x="64" y="396"/>
                  </a:lnTo>
                  <a:lnTo>
                    <a:pt x="69" y="394"/>
                  </a:lnTo>
                  <a:lnTo>
                    <a:pt x="70" y="391"/>
                  </a:lnTo>
                  <a:lnTo>
                    <a:pt x="70" y="390"/>
                  </a:lnTo>
                  <a:lnTo>
                    <a:pt x="69" y="388"/>
                  </a:lnTo>
                  <a:lnTo>
                    <a:pt x="69" y="388"/>
                  </a:lnTo>
                  <a:lnTo>
                    <a:pt x="64" y="386"/>
                  </a:lnTo>
                  <a:lnTo>
                    <a:pt x="59" y="385"/>
                  </a:lnTo>
                  <a:lnTo>
                    <a:pt x="55" y="385"/>
                  </a:lnTo>
                  <a:lnTo>
                    <a:pt x="53" y="386"/>
                  </a:lnTo>
                  <a:lnTo>
                    <a:pt x="53" y="386"/>
                  </a:lnTo>
                  <a:lnTo>
                    <a:pt x="50" y="389"/>
                  </a:lnTo>
                  <a:lnTo>
                    <a:pt x="48" y="390"/>
                  </a:lnTo>
                  <a:lnTo>
                    <a:pt x="39" y="390"/>
                  </a:lnTo>
                  <a:lnTo>
                    <a:pt x="39" y="390"/>
                  </a:lnTo>
                  <a:lnTo>
                    <a:pt x="34" y="400"/>
                  </a:lnTo>
                  <a:lnTo>
                    <a:pt x="33" y="404"/>
                  </a:lnTo>
                  <a:lnTo>
                    <a:pt x="31" y="406"/>
                  </a:lnTo>
                  <a:lnTo>
                    <a:pt x="31" y="406"/>
                  </a:lnTo>
                  <a:lnTo>
                    <a:pt x="28" y="407"/>
                  </a:lnTo>
                  <a:lnTo>
                    <a:pt x="26" y="409"/>
                  </a:lnTo>
                  <a:lnTo>
                    <a:pt x="23" y="414"/>
                  </a:lnTo>
                  <a:lnTo>
                    <a:pt x="23" y="414"/>
                  </a:lnTo>
                  <a:lnTo>
                    <a:pt x="21" y="417"/>
                  </a:lnTo>
                  <a:lnTo>
                    <a:pt x="18" y="420"/>
                  </a:lnTo>
                  <a:lnTo>
                    <a:pt x="15" y="423"/>
                  </a:lnTo>
                  <a:lnTo>
                    <a:pt x="15" y="425"/>
                  </a:lnTo>
                  <a:lnTo>
                    <a:pt x="15" y="427"/>
                  </a:lnTo>
                  <a:lnTo>
                    <a:pt x="15" y="427"/>
                  </a:lnTo>
                  <a:lnTo>
                    <a:pt x="14" y="431"/>
                  </a:lnTo>
                  <a:lnTo>
                    <a:pt x="12" y="434"/>
                  </a:lnTo>
                  <a:lnTo>
                    <a:pt x="10" y="439"/>
                  </a:lnTo>
                  <a:lnTo>
                    <a:pt x="9" y="444"/>
                  </a:lnTo>
                  <a:lnTo>
                    <a:pt x="9" y="444"/>
                  </a:lnTo>
                  <a:lnTo>
                    <a:pt x="10" y="448"/>
                  </a:lnTo>
                  <a:lnTo>
                    <a:pt x="11" y="450"/>
                  </a:lnTo>
                  <a:lnTo>
                    <a:pt x="17" y="458"/>
                  </a:lnTo>
                  <a:lnTo>
                    <a:pt x="25" y="464"/>
                  </a:lnTo>
                  <a:lnTo>
                    <a:pt x="26" y="468"/>
                  </a:lnTo>
                  <a:lnTo>
                    <a:pt x="27" y="470"/>
                  </a:lnTo>
                  <a:lnTo>
                    <a:pt x="27" y="470"/>
                  </a:lnTo>
                  <a:lnTo>
                    <a:pt x="27" y="475"/>
                  </a:lnTo>
                  <a:lnTo>
                    <a:pt x="25" y="480"/>
                  </a:lnTo>
                  <a:lnTo>
                    <a:pt x="18" y="489"/>
                  </a:lnTo>
                  <a:lnTo>
                    <a:pt x="18" y="489"/>
                  </a:lnTo>
                  <a:lnTo>
                    <a:pt x="18" y="491"/>
                  </a:lnTo>
                  <a:lnTo>
                    <a:pt x="20" y="497"/>
                  </a:lnTo>
                  <a:lnTo>
                    <a:pt x="25" y="511"/>
                  </a:lnTo>
                  <a:lnTo>
                    <a:pt x="31" y="524"/>
                  </a:lnTo>
                  <a:lnTo>
                    <a:pt x="34" y="533"/>
                  </a:lnTo>
                  <a:lnTo>
                    <a:pt x="34" y="533"/>
                  </a:lnTo>
                  <a:lnTo>
                    <a:pt x="32" y="538"/>
                  </a:lnTo>
                  <a:lnTo>
                    <a:pt x="28" y="543"/>
                  </a:lnTo>
                  <a:lnTo>
                    <a:pt x="28" y="543"/>
                  </a:lnTo>
                  <a:lnTo>
                    <a:pt x="27" y="545"/>
                  </a:lnTo>
                  <a:lnTo>
                    <a:pt x="27" y="549"/>
                  </a:lnTo>
                  <a:lnTo>
                    <a:pt x="28" y="558"/>
                  </a:lnTo>
                  <a:lnTo>
                    <a:pt x="31" y="571"/>
                  </a:lnTo>
                  <a:lnTo>
                    <a:pt x="31" y="571"/>
                  </a:lnTo>
                  <a:lnTo>
                    <a:pt x="32" y="575"/>
                  </a:lnTo>
                  <a:lnTo>
                    <a:pt x="33" y="580"/>
                  </a:lnTo>
                  <a:lnTo>
                    <a:pt x="34" y="582"/>
                  </a:lnTo>
                  <a:lnTo>
                    <a:pt x="38" y="586"/>
                  </a:lnTo>
                  <a:lnTo>
                    <a:pt x="38" y="586"/>
                  </a:lnTo>
                  <a:lnTo>
                    <a:pt x="41" y="588"/>
                  </a:lnTo>
                  <a:lnTo>
                    <a:pt x="39" y="592"/>
                  </a:lnTo>
                  <a:lnTo>
                    <a:pt x="36" y="599"/>
                  </a:lnTo>
                  <a:lnTo>
                    <a:pt x="36" y="599"/>
                  </a:lnTo>
                  <a:lnTo>
                    <a:pt x="36" y="604"/>
                  </a:lnTo>
                  <a:lnTo>
                    <a:pt x="37" y="607"/>
                  </a:lnTo>
                  <a:lnTo>
                    <a:pt x="41" y="609"/>
                  </a:lnTo>
                  <a:lnTo>
                    <a:pt x="43" y="612"/>
                  </a:lnTo>
                  <a:lnTo>
                    <a:pt x="43" y="612"/>
                  </a:lnTo>
                  <a:lnTo>
                    <a:pt x="44" y="615"/>
                  </a:lnTo>
                  <a:lnTo>
                    <a:pt x="46" y="619"/>
                  </a:lnTo>
                  <a:lnTo>
                    <a:pt x="44" y="628"/>
                  </a:lnTo>
                  <a:lnTo>
                    <a:pt x="43" y="639"/>
                  </a:lnTo>
                  <a:lnTo>
                    <a:pt x="39" y="647"/>
                  </a:lnTo>
                  <a:lnTo>
                    <a:pt x="39" y="647"/>
                  </a:lnTo>
                  <a:lnTo>
                    <a:pt x="34" y="657"/>
                  </a:lnTo>
                  <a:lnTo>
                    <a:pt x="25" y="670"/>
                  </a:lnTo>
                  <a:lnTo>
                    <a:pt x="1" y="697"/>
                  </a:lnTo>
                  <a:lnTo>
                    <a:pt x="1" y="697"/>
                  </a:lnTo>
                  <a:lnTo>
                    <a:pt x="5" y="696"/>
                  </a:lnTo>
                  <a:lnTo>
                    <a:pt x="5" y="696"/>
                  </a:lnTo>
                  <a:lnTo>
                    <a:pt x="10" y="694"/>
                  </a:lnTo>
                  <a:lnTo>
                    <a:pt x="10" y="696"/>
                  </a:lnTo>
                  <a:lnTo>
                    <a:pt x="10" y="699"/>
                  </a:lnTo>
                  <a:lnTo>
                    <a:pt x="10" y="699"/>
                  </a:lnTo>
                  <a:lnTo>
                    <a:pt x="10" y="700"/>
                  </a:lnTo>
                  <a:lnTo>
                    <a:pt x="10" y="703"/>
                  </a:lnTo>
                  <a:lnTo>
                    <a:pt x="12" y="703"/>
                  </a:lnTo>
                  <a:lnTo>
                    <a:pt x="16" y="704"/>
                  </a:lnTo>
                  <a:lnTo>
                    <a:pt x="20" y="704"/>
                  </a:lnTo>
                  <a:lnTo>
                    <a:pt x="20" y="704"/>
                  </a:lnTo>
                  <a:lnTo>
                    <a:pt x="22" y="707"/>
                  </a:lnTo>
                  <a:lnTo>
                    <a:pt x="23" y="709"/>
                  </a:lnTo>
                  <a:lnTo>
                    <a:pt x="22" y="712"/>
                  </a:lnTo>
                  <a:lnTo>
                    <a:pt x="20" y="714"/>
                  </a:lnTo>
                  <a:lnTo>
                    <a:pt x="20" y="714"/>
                  </a:lnTo>
                  <a:lnTo>
                    <a:pt x="10" y="715"/>
                  </a:lnTo>
                  <a:lnTo>
                    <a:pt x="6" y="715"/>
                  </a:lnTo>
                  <a:lnTo>
                    <a:pt x="5" y="716"/>
                  </a:lnTo>
                  <a:lnTo>
                    <a:pt x="5" y="718"/>
                  </a:lnTo>
                  <a:lnTo>
                    <a:pt x="5" y="718"/>
                  </a:lnTo>
                  <a:lnTo>
                    <a:pt x="6" y="721"/>
                  </a:lnTo>
                  <a:lnTo>
                    <a:pt x="5" y="723"/>
                  </a:lnTo>
                  <a:lnTo>
                    <a:pt x="2" y="724"/>
                  </a:lnTo>
                  <a:lnTo>
                    <a:pt x="2" y="724"/>
                  </a:lnTo>
                  <a:lnTo>
                    <a:pt x="0" y="739"/>
                  </a:lnTo>
                  <a:lnTo>
                    <a:pt x="0" y="739"/>
                  </a:lnTo>
                  <a:lnTo>
                    <a:pt x="1" y="740"/>
                  </a:lnTo>
                  <a:lnTo>
                    <a:pt x="2" y="741"/>
                  </a:lnTo>
                  <a:lnTo>
                    <a:pt x="2" y="741"/>
                  </a:lnTo>
                  <a:lnTo>
                    <a:pt x="2" y="746"/>
                  </a:lnTo>
                  <a:lnTo>
                    <a:pt x="2" y="750"/>
                  </a:lnTo>
                  <a:lnTo>
                    <a:pt x="2" y="750"/>
                  </a:lnTo>
                  <a:lnTo>
                    <a:pt x="0" y="753"/>
                  </a:lnTo>
                  <a:lnTo>
                    <a:pt x="0" y="753"/>
                  </a:lnTo>
                  <a:lnTo>
                    <a:pt x="2" y="773"/>
                  </a:lnTo>
                  <a:lnTo>
                    <a:pt x="2" y="773"/>
                  </a:lnTo>
                  <a:lnTo>
                    <a:pt x="5" y="780"/>
                  </a:lnTo>
                  <a:lnTo>
                    <a:pt x="6" y="785"/>
                  </a:lnTo>
                  <a:lnTo>
                    <a:pt x="6" y="785"/>
                  </a:lnTo>
                  <a:lnTo>
                    <a:pt x="9" y="789"/>
                  </a:lnTo>
                  <a:lnTo>
                    <a:pt x="9" y="796"/>
                  </a:lnTo>
                  <a:lnTo>
                    <a:pt x="9" y="809"/>
                  </a:lnTo>
                  <a:lnTo>
                    <a:pt x="9" y="809"/>
                  </a:lnTo>
                  <a:lnTo>
                    <a:pt x="18" y="808"/>
                  </a:lnTo>
                  <a:lnTo>
                    <a:pt x="18" y="808"/>
                  </a:lnTo>
                  <a:lnTo>
                    <a:pt x="21" y="809"/>
                  </a:lnTo>
                  <a:lnTo>
                    <a:pt x="22" y="809"/>
                  </a:lnTo>
                  <a:lnTo>
                    <a:pt x="22" y="815"/>
                  </a:lnTo>
                  <a:lnTo>
                    <a:pt x="22" y="815"/>
                  </a:lnTo>
                  <a:lnTo>
                    <a:pt x="22" y="816"/>
                  </a:lnTo>
                  <a:lnTo>
                    <a:pt x="25" y="816"/>
                  </a:lnTo>
                  <a:lnTo>
                    <a:pt x="28" y="815"/>
                  </a:lnTo>
                  <a:lnTo>
                    <a:pt x="34" y="814"/>
                  </a:lnTo>
                  <a:lnTo>
                    <a:pt x="36" y="812"/>
                  </a:lnTo>
                  <a:lnTo>
                    <a:pt x="38" y="814"/>
                  </a:lnTo>
                  <a:lnTo>
                    <a:pt x="38" y="814"/>
                  </a:lnTo>
                  <a:lnTo>
                    <a:pt x="41" y="819"/>
                  </a:lnTo>
                  <a:lnTo>
                    <a:pt x="44" y="830"/>
                  </a:lnTo>
                  <a:lnTo>
                    <a:pt x="50" y="849"/>
                  </a:lnTo>
                  <a:lnTo>
                    <a:pt x="50" y="849"/>
                  </a:lnTo>
                  <a:lnTo>
                    <a:pt x="53" y="854"/>
                  </a:lnTo>
                  <a:lnTo>
                    <a:pt x="57" y="857"/>
                  </a:lnTo>
                  <a:lnTo>
                    <a:pt x="60" y="860"/>
                  </a:lnTo>
                  <a:lnTo>
                    <a:pt x="64" y="864"/>
                  </a:lnTo>
                  <a:lnTo>
                    <a:pt x="64" y="864"/>
                  </a:lnTo>
                  <a:lnTo>
                    <a:pt x="64" y="868"/>
                  </a:lnTo>
                  <a:lnTo>
                    <a:pt x="63" y="870"/>
                  </a:lnTo>
                  <a:lnTo>
                    <a:pt x="59" y="875"/>
                  </a:lnTo>
                  <a:lnTo>
                    <a:pt x="52" y="883"/>
                  </a:lnTo>
                  <a:lnTo>
                    <a:pt x="52" y="883"/>
                  </a:lnTo>
                  <a:lnTo>
                    <a:pt x="50" y="890"/>
                  </a:lnTo>
                  <a:lnTo>
                    <a:pt x="50" y="900"/>
                  </a:lnTo>
                  <a:lnTo>
                    <a:pt x="50" y="900"/>
                  </a:lnTo>
                  <a:lnTo>
                    <a:pt x="54" y="899"/>
                  </a:lnTo>
                  <a:lnTo>
                    <a:pt x="59" y="897"/>
                  </a:lnTo>
                  <a:lnTo>
                    <a:pt x="66" y="897"/>
                  </a:lnTo>
                  <a:lnTo>
                    <a:pt x="66" y="897"/>
                  </a:lnTo>
                  <a:lnTo>
                    <a:pt x="74" y="896"/>
                  </a:lnTo>
                  <a:lnTo>
                    <a:pt x="78" y="895"/>
                  </a:lnTo>
                  <a:lnTo>
                    <a:pt x="80" y="893"/>
                  </a:lnTo>
                  <a:lnTo>
                    <a:pt x="80" y="893"/>
                  </a:lnTo>
                  <a:lnTo>
                    <a:pt x="82" y="891"/>
                  </a:lnTo>
                  <a:lnTo>
                    <a:pt x="85" y="891"/>
                  </a:lnTo>
                  <a:lnTo>
                    <a:pt x="86" y="894"/>
                  </a:lnTo>
                  <a:lnTo>
                    <a:pt x="87" y="897"/>
                  </a:lnTo>
                  <a:lnTo>
                    <a:pt x="87" y="897"/>
                  </a:lnTo>
                  <a:lnTo>
                    <a:pt x="92" y="909"/>
                  </a:lnTo>
                  <a:lnTo>
                    <a:pt x="95" y="915"/>
                  </a:lnTo>
                  <a:lnTo>
                    <a:pt x="97" y="918"/>
                  </a:lnTo>
                  <a:lnTo>
                    <a:pt x="97" y="918"/>
                  </a:lnTo>
                  <a:lnTo>
                    <a:pt x="107" y="927"/>
                  </a:lnTo>
                  <a:lnTo>
                    <a:pt x="116" y="937"/>
                  </a:lnTo>
                  <a:lnTo>
                    <a:pt x="116" y="937"/>
                  </a:lnTo>
                  <a:lnTo>
                    <a:pt x="117" y="938"/>
                  </a:lnTo>
                  <a:lnTo>
                    <a:pt x="121" y="939"/>
                  </a:lnTo>
                  <a:lnTo>
                    <a:pt x="128" y="942"/>
                  </a:lnTo>
                  <a:lnTo>
                    <a:pt x="137" y="943"/>
                  </a:lnTo>
                  <a:lnTo>
                    <a:pt x="143" y="945"/>
                  </a:lnTo>
                  <a:lnTo>
                    <a:pt x="143" y="945"/>
                  </a:lnTo>
                  <a:lnTo>
                    <a:pt x="151" y="948"/>
                  </a:lnTo>
                  <a:lnTo>
                    <a:pt x="160" y="949"/>
                  </a:lnTo>
                  <a:lnTo>
                    <a:pt x="160" y="949"/>
                  </a:lnTo>
                  <a:lnTo>
                    <a:pt x="162" y="949"/>
                  </a:lnTo>
                  <a:lnTo>
                    <a:pt x="165" y="950"/>
                  </a:lnTo>
                  <a:lnTo>
                    <a:pt x="169" y="954"/>
                  </a:lnTo>
                  <a:lnTo>
                    <a:pt x="171" y="958"/>
                  </a:lnTo>
                  <a:lnTo>
                    <a:pt x="174" y="963"/>
                  </a:lnTo>
                  <a:lnTo>
                    <a:pt x="174" y="963"/>
                  </a:lnTo>
                  <a:lnTo>
                    <a:pt x="175" y="966"/>
                  </a:lnTo>
                  <a:lnTo>
                    <a:pt x="174" y="973"/>
                  </a:lnTo>
                  <a:lnTo>
                    <a:pt x="172" y="985"/>
                  </a:lnTo>
                  <a:lnTo>
                    <a:pt x="172" y="985"/>
                  </a:lnTo>
                  <a:lnTo>
                    <a:pt x="171" y="990"/>
                  </a:lnTo>
                  <a:lnTo>
                    <a:pt x="167" y="993"/>
                  </a:lnTo>
                  <a:lnTo>
                    <a:pt x="162" y="997"/>
                  </a:lnTo>
                  <a:lnTo>
                    <a:pt x="156" y="998"/>
                  </a:lnTo>
                  <a:lnTo>
                    <a:pt x="156" y="998"/>
                  </a:lnTo>
                  <a:lnTo>
                    <a:pt x="155" y="1000"/>
                  </a:lnTo>
                  <a:lnTo>
                    <a:pt x="154" y="1001"/>
                  </a:lnTo>
                  <a:lnTo>
                    <a:pt x="153" y="1003"/>
                  </a:lnTo>
                  <a:lnTo>
                    <a:pt x="153" y="1003"/>
                  </a:lnTo>
                  <a:lnTo>
                    <a:pt x="156" y="1002"/>
                  </a:lnTo>
                  <a:lnTo>
                    <a:pt x="156" y="1002"/>
                  </a:lnTo>
                  <a:lnTo>
                    <a:pt x="160" y="1002"/>
                  </a:lnTo>
                  <a:lnTo>
                    <a:pt x="162" y="1003"/>
                  </a:lnTo>
                  <a:lnTo>
                    <a:pt x="162" y="1005"/>
                  </a:lnTo>
                  <a:lnTo>
                    <a:pt x="162" y="1005"/>
                  </a:lnTo>
                  <a:lnTo>
                    <a:pt x="160" y="1007"/>
                  </a:lnTo>
                  <a:lnTo>
                    <a:pt x="156" y="1009"/>
                  </a:lnTo>
                  <a:lnTo>
                    <a:pt x="149" y="1013"/>
                  </a:lnTo>
                  <a:lnTo>
                    <a:pt x="149" y="1013"/>
                  </a:lnTo>
                  <a:lnTo>
                    <a:pt x="144" y="1016"/>
                  </a:lnTo>
                  <a:lnTo>
                    <a:pt x="143" y="1017"/>
                  </a:lnTo>
                  <a:lnTo>
                    <a:pt x="143" y="1021"/>
                  </a:lnTo>
                  <a:lnTo>
                    <a:pt x="143" y="1021"/>
                  </a:lnTo>
                  <a:lnTo>
                    <a:pt x="143" y="1025"/>
                  </a:lnTo>
                  <a:lnTo>
                    <a:pt x="142" y="1030"/>
                  </a:lnTo>
                  <a:lnTo>
                    <a:pt x="140" y="1037"/>
                  </a:lnTo>
                  <a:lnTo>
                    <a:pt x="138" y="1040"/>
                  </a:lnTo>
                  <a:lnTo>
                    <a:pt x="138" y="1040"/>
                  </a:lnTo>
                  <a:lnTo>
                    <a:pt x="135" y="1041"/>
                  </a:lnTo>
                  <a:lnTo>
                    <a:pt x="133" y="1041"/>
                  </a:lnTo>
                  <a:lnTo>
                    <a:pt x="129" y="1043"/>
                  </a:lnTo>
                  <a:lnTo>
                    <a:pt x="129" y="1043"/>
                  </a:lnTo>
                  <a:lnTo>
                    <a:pt x="128" y="1043"/>
                  </a:lnTo>
                  <a:lnTo>
                    <a:pt x="128" y="1044"/>
                  </a:lnTo>
                  <a:lnTo>
                    <a:pt x="130" y="1046"/>
                  </a:lnTo>
                  <a:lnTo>
                    <a:pt x="138" y="1053"/>
                  </a:lnTo>
                  <a:lnTo>
                    <a:pt x="138" y="1053"/>
                  </a:lnTo>
                  <a:lnTo>
                    <a:pt x="142" y="1055"/>
                  </a:lnTo>
                  <a:lnTo>
                    <a:pt x="145" y="1055"/>
                  </a:lnTo>
                  <a:lnTo>
                    <a:pt x="149" y="1055"/>
                  </a:lnTo>
                  <a:lnTo>
                    <a:pt x="153" y="1056"/>
                  </a:lnTo>
                  <a:lnTo>
                    <a:pt x="153" y="1056"/>
                  </a:lnTo>
                  <a:lnTo>
                    <a:pt x="156" y="1060"/>
                  </a:lnTo>
                  <a:lnTo>
                    <a:pt x="162" y="1066"/>
                  </a:lnTo>
                  <a:lnTo>
                    <a:pt x="171" y="1077"/>
                  </a:lnTo>
                  <a:lnTo>
                    <a:pt x="171" y="1077"/>
                  </a:lnTo>
                  <a:lnTo>
                    <a:pt x="172" y="1078"/>
                  </a:lnTo>
                  <a:lnTo>
                    <a:pt x="172" y="1078"/>
                  </a:lnTo>
                  <a:lnTo>
                    <a:pt x="183" y="1074"/>
                  </a:lnTo>
                  <a:lnTo>
                    <a:pt x="183" y="1074"/>
                  </a:lnTo>
                  <a:lnTo>
                    <a:pt x="188" y="1074"/>
                  </a:lnTo>
                  <a:lnTo>
                    <a:pt x="193" y="1076"/>
                  </a:lnTo>
                  <a:lnTo>
                    <a:pt x="207" y="1083"/>
                  </a:lnTo>
                  <a:lnTo>
                    <a:pt x="207" y="1083"/>
                  </a:lnTo>
                  <a:lnTo>
                    <a:pt x="215" y="1087"/>
                  </a:lnTo>
                  <a:lnTo>
                    <a:pt x="230" y="1091"/>
                  </a:lnTo>
                  <a:lnTo>
                    <a:pt x="255" y="1098"/>
                  </a:lnTo>
                  <a:lnTo>
                    <a:pt x="255" y="1098"/>
                  </a:lnTo>
                  <a:lnTo>
                    <a:pt x="261" y="1101"/>
                  </a:lnTo>
                  <a:lnTo>
                    <a:pt x="268" y="1106"/>
                  </a:lnTo>
                  <a:lnTo>
                    <a:pt x="279" y="1113"/>
                  </a:lnTo>
                  <a:lnTo>
                    <a:pt x="279" y="1113"/>
                  </a:lnTo>
                  <a:lnTo>
                    <a:pt x="282" y="1114"/>
                  </a:lnTo>
                  <a:lnTo>
                    <a:pt x="287" y="1114"/>
                  </a:lnTo>
                  <a:lnTo>
                    <a:pt x="297" y="1109"/>
                  </a:lnTo>
                  <a:lnTo>
                    <a:pt x="297" y="1109"/>
                  </a:lnTo>
                  <a:lnTo>
                    <a:pt x="293" y="1104"/>
                  </a:lnTo>
                  <a:lnTo>
                    <a:pt x="288" y="1099"/>
                  </a:lnTo>
                  <a:lnTo>
                    <a:pt x="283" y="1094"/>
                  </a:lnTo>
                  <a:lnTo>
                    <a:pt x="281" y="1091"/>
                  </a:lnTo>
                  <a:lnTo>
                    <a:pt x="281" y="1091"/>
                  </a:lnTo>
                  <a:lnTo>
                    <a:pt x="278" y="1083"/>
                  </a:lnTo>
                  <a:lnTo>
                    <a:pt x="277" y="1075"/>
                  </a:lnTo>
                  <a:lnTo>
                    <a:pt x="277" y="1075"/>
                  </a:lnTo>
                  <a:lnTo>
                    <a:pt x="273" y="1066"/>
                  </a:lnTo>
                  <a:lnTo>
                    <a:pt x="271" y="1062"/>
                  </a:lnTo>
                  <a:lnTo>
                    <a:pt x="268" y="1061"/>
                  </a:lnTo>
                  <a:lnTo>
                    <a:pt x="268" y="1061"/>
                  </a:lnTo>
                  <a:lnTo>
                    <a:pt x="263" y="1060"/>
                  </a:lnTo>
                  <a:lnTo>
                    <a:pt x="263" y="1059"/>
                  </a:lnTo>
                  <a:lnTo>
                    <a:pt x="265" y="1056"/>
                  </a:lnTo>
                  <a:lnTo>
                    <a:pt x="265" y="1056"/>
                  </a:lnTo>
                  <a:lnTo>
                    <a:pt x="266" y="1054"/>
                  </a:lnTo>
                  <a:lnTo>
                    <a:pt x="267" y="1050"/>
                  </a:lnTo>
                  <a:lnTo>
                    <a:pt x="268" y="1043"/>
                  </a:lnTo>
                  <a:lnTo>
                    <a:pt x="270" y="1034"/>
                  </a:lnTo>
                  <a:lnTo>
                    <a:pt x="271" y="1030"/>
                  </a:lnTo>
                  <a:lnTo>
                    <a:pt x="271" y="1030"/>
                  </a:lnTo>
                  <a:lnTo>
                    <a:pt x="273" y="1028"/>
                  </a:lnTo>
                  <a:lnTo>
                    <a:pt x="275" y="1027"/>
                  </a:lnTo>
                  <a:lnTo>
                    <a:pt x="277" y="1027"/>
                  </a:lnTo>
                  <a:lnTo>
                    <a:pt x="279" y="1028"/>
                  </a:lnTo>
                  <a:lnTo>
                    <a:pt x="279" y="1028"/>
                  </a:lnTo>
                  <a:lnTo>
                    <a:pt x="281" y="1029"/>
                  </a:lnTo>
                  <a:lnTo>
                    <a:pt x="282" y="1029"/>
                  </a:lnTo>
                  <a:lnTo>
                    <a:pt x="284" y="1027"/>
                  </a:lnTo>
                  <a:lnTo>
                    <a:pt x="284" y="1027"/>
                  </a:lnTo>
                  <a:lnTo>
                    <a:pt x="294" y="1019"/>
                  </a:lnTo>
                  <a:lnTo>
                    <a:pt x="294" y="1019"/>
                  </a:lnTo>
                  <a:lnTo>
                    <a:pt x="289" y="1013"/>
                  </a:lnTo>
                  <a:lnTo>
                    <a:pt x="289" y="1013"/>
                  </a:lnTo>
                  <a:lnTo>
                    <a:pt x="288" y="1011"/>
                  </a:lnTo>
                  <a:lnTo>
                    <a:pt x="289" y="1007"/>
                  </a:lnTo>
                  <a:lnTo>
                    <a:pt x="291" y="998"/>
                  </a:lnTo>
                  <a:lnTo>
                    <a:pt x="291" y="998"/>
                  </a:lnTo>
                  <a:lnTo>
                    <a:pt x="291" y="996"/>
                  </a:lnTo>
                  <a:lnTo>
                    <a:pt x="289" y="996"/>
                  </a:lnTo>
                  <a:lnTo>
                    <a:pt x="282" y="993"/>
                  </a:lnTo>
                  <a:lnTo>
                    <a:pt x="282" y="993"/>
                  </a:lnTo>
                  <a:lnTo>
                    <a:pt x="277" y="992"/>
                  </a:lnTo>
                  <a:lnTo>
                    <a:pt x="273" y="989"/>
                  </a:lnTo>
                  <a:lnTo>
                    <a:pt x="267" y="980"/>
                  </a:lnTo>
                  <a:lnTo>
                    <a:pt x="267" y="980"/>
                  </a:lnTo>
                  <a:lnTo>
                    <a:pt x="266" y="975"/>
                  </a:lnTo>
                  <a:lnTo>
                    <a:pt x="266" y="970"/>
                  </a:lnTo>
                  <a:lnTo>
                    <a:pt x="267" y="964"/>
                  </a:lnTo>
                  <a:lnTo>
                    <a:pt x="268" y="958"/>
                  </a:lnTo>
                  <a:lnTo>
                    <a:pt x="268" y="958"/>
                  </a:lnTo>
                  <a:lnTo>
                    <a:pt x="272" y="952"/>
                  </a:lnTo>
                  <a:lnTo>
                    <a:pt x="276" y="945"/>
                  </a:lnTo>
                  <a:lnTo>
                    <a:pt x="281" y="938"/>
                  </a:lnTo>
                  <a:lnTo>
                    <a:pt x="281" y="938"/>
                  </a:lnTo>
                  <a:lnTo>
                    <a:pt x="282" y="932"/>
                  </a:lnTo>
                  <a:lnTo>
                    <a:pt x="283" y="927"/>
                  </a:lnTo>
                  <a:lnTo>
                    <a:pt x="286" y="923"/>
                  </a:lnTo>
                  <a:lnTo>
                    <a:pt x="286" y="923"/>
                  </a:lnTo>
                  <a:lnTo>
                    <a:pt x="289" y="922"/>
                  </a:lnTo>
                  <a:lnTo>
                    <a:pt x="297" y="922"/>
                  </a:lnTo>
                  <a:lnTo>
                    <a:pt x="310" y="921"/>
                  </a:lnTo>
                  <a:lnTo>
                    <a:pt x="310" y="921"/>
                  </a:lnTo>
                  <a:lnTo>
                    <a:pt x="313" y="920"/>
                  </a:lnTo>
                  <a:lnTo>
                    <a:pt x="314" y="918"/>
                  </a:lnTo>
                  <a:lnTo>
                    <a:pt x="318" y="912"/>
                  </a:lnTo>
                  <a:lnTo>
                    <a:pt x="320" y="906"/>
                  </a:lnTo>
                  <a:lnTo>
                    <a:pt x="321" y="902"/>
                  </a:lnTo>
                  <a:lnTo>
                    <a:pt x="321" y="902"/>
                  </a:lnTo>
                  <a:lnTo>
                    <a:pt x="325" y="901"/>
                  </a:lnTo>
                  <a:lnTo>
                    <a:pt x="330" y="901"/>
                  </a:lnTo>
                  <a:lnTo>
                    <a:pt x="340" y="902"/>
                  </a:lnTo>
                  <a:lnTo>
                    <a:pt x="340" y="902"/>
                  </a:lnTo>
                  <a:lnTo>
                    <a:pt x="343" y="901"/>
                  </a:lnTo>
                  <a:lnTo>
                    <a:pt x="347" y="900"/>
                  </a:lnTo>
                  <a:lnTo>
                    <a:pt x="350" y="897"/>
                  </a:lnTo>
                  <a:lnTo>
                    <a:pt x="351" y="897"/>
                  </a:lnTo>
                  <a:lnTo>
                    <a:pt x="351" y="897"/>
                  </a:lnTo>
                  <a:lnTo>
                    <a:pt x="361" y="911"/>
                  </a:lnTo>
                  <a:lnTo>
                    <a:pt x="367" y="918"/>
                  </a:lnTo>
                  <a:lnTo>
                    <a:pt x="371" y="922"/>
                  </a:lnTo>
                  <a:lnTo>
                    <a:pt x="373" y="922"/>
                  </a:lnTo>
                  <a:lnTo>
                    <a:pt x="373" y="922"/>
                  </a:lnTo>
                  <a:lnTo>
                    <a:pt x="377" y="922"/>
                  </a:lnTo>
                  <a:lnTo>
                    <a:pt x="378" y="921"/>
                  </a:lnTo>
                  <a:lnTo>
                    <a:pt x="380" y="918"/>
                  </a:lnTo>
                  <a:lnTo>
                    <a:pt x="382" y="915"/>
                  </a:lnTo>
                  <a:lnTo>
                    <a:pt x="382" y="911"/>
                  </a:lnTo>
                  <a:lnTo>
                    <a:pt x="382" y="911"/>
                  </a:lnTo>
                  <a:lnTo>
                    <a:pt x="383" y="909"/>
                  </a:lnTo>
                  <a:lnTo>
                    <a:pt x="385" y="906"/>
                  </a:lnTo>
                  <a:lnTo>
                    <a:pt x="388" y="906"/>
                  </a:lnTo>
                  <a:lnTo>
                    <a:pt x="391" y="907"/>
                  </a:lnTo>
                  <a:lnTo>
                    <a:pt x="391" y="907"/>
                  </a:lnTo>
                  <a:lnTo>
                    <a:pt x="405" y="915"/>
                  </a:lnTo>
                  <a:lnTo>
                    <a:pt x="417" y="920"/>
                  </a:lnTo>
                  <a:lnTo>
                    <a:pt x="417" y="920"/>
                  </a:lnTo>
                  <a:lnTo>
                    <a:pt x="420" y="920"/>
                  </a:lnTo>
                  <a:lnTo>
                    <a:pt x="423" y="918"/>
                  </a:lnTo>
                  <a:lnTo>
                    <a:pt x="428" y="915"/>
                  </a:lnTo>
                  <a:lnTo>
                    <a:pt x="428" y="915"/>
                  </a:lnTo>
                  <a:lnTo>
                    <a:pt x="437" y="917"/>
                  </a:lnTo>
                  <a:lnTo>
                    <a:pt x="442" y="918"/>
                  </a:lnTo>
                  <a:lnTo>
                    <a:pt x="447" y="918"/>
                  </a:lnTo>
                  <a:lnTo>
                    <a:pt x="447" y="918"/>
                  </a:lnTo>
                  <a:lnTo>
                    <a:pt x="448" y="917"/>
                  </a:lnTo>
                  <a:lnTo>
                    <a:pt x="449" y="913"/>
                  </a:lnTo>
                  <a:lnTo>
                    <a:pt x="448" y="911"/>
                  </a:lnTo>
                  <a:lnTo>
                    <a:pt x="446" y="909"/>
                  </a:lnTo>
                  <a:lnTo>
                    <a:pt x="446" y="909"/>
                  </a:lnTo>
                  <a:lnTo>
                    <a:pt x="444" y="906"/>
                  </a:lnTo>
                  <a:lnTo>
                    <a:pt x="444" y="904"/>
                  </a:lnTo>
                  <a:lnTo>
                    <a:pt x="446" y="900"/>
                  </a:lnTo>
                  <a:lnTo>
                    <a:pt x="451" y="897"/>
                  </a:lnTo>
                  <a:lnTo>
                    <a:pt x="451" y="897"/>
                  </a:lnTo>
                  <a:lnTo>
                    <a:pt x="455" y="895"/>
                  </a:lnTo>
                  <a:lnTo>
                    <a:pt x="459" y="891"/>
                  </a:lnTo>
                  <a:lnTo>
                    <a:pt x="465" y="884"/>
                  </a:lnTo>
                  <a:lnTo>
                    <a:pt x="465" y="884"/>
                  </a:lnTo>
                  <a:lnTo>
                    <a:pt x="468" y="879"/>
                  </a:lnTo>
                  <a:lnTo>
                    <a:pt x="470" y="872"/>
                  </a:lnTo>
                  <a:lnTo>
                    <a:pt x="473" y="865"/>
                  </a:lnTo>
                  <a:lnTo>
                    <a:pt x="476" y="859"/>
                  </a:lnTo>
                  <a:lnTo>
                    <a:pt x="476" y="859"/>
                  </a:lnTo>
                  <a:lnTo>
                    <a:pt x="481" y="856"/>
                  </a:lnTo>
                  <a:lnTo>
                    <a:pt x="490" y="853"/>
                  </a:lnTo>
                  <a:lnTo>
                    <a:pt x="499" y="851"/>
                  </a:lnTo>
                  <a:lnTo>
                    <a:pt x="505" y="849"/>
                  </a:lnTo>
                  <a:lnTo>
                    <a:pt x="505" y="849"/>
                  </a:lnTo>
                  <a:lnTo>
                    <a:pt x="507" y="849"/>
                  </a:lnTo>
                  <a:lnTo>
                    <a:pt x="508" y="848"/>
                  </a:lnTo>
                  <a:lnTo>
                    <a:pt x="510" y="846"/>
                  </a:lnTo>
                  <a:lnTo>
                    <a:pt x="510" y="846"/>
                  </a:lnTo>
                  <a:lnTo>
                    <a:pt x="513" y="844"/>
                  </a:lnTo>
                  <a:lnTo>
                    <a:pt x="518" y="844"/>
                  </a:lnTo>
                  <a:lnTo>
                    <a:pt x="529" y="844"/>
                  </a:lnTo>
                  <a:lnTo>
                    <a:pt x="529" y="844"/>
                  </a:lnTo>
                  <a:lnTo>
                    <a:pt x="537" y="842"/>
                  </a:lnTo>
                  <a:lnTo>
                    <a:pt x="548" y="838"/>
                  </a:lnTo>
                  <a:lnTo>
                    <a:pt x="565" y="831"/>
                  </a:lnTo>
                  <a:lnTo>
                    <a:pt x="565" y="831"/>
                  </a:lnTo>
                  <a:lnTo>
                    <a:pt x="568" y="832"/>
                  </a:lnTo>
                  <a:lnTo>
                    <a:pt x="570" y="832"/>
                  </a:lnTo>
                  <a:lnTo>
                    <a:pt x="579" y="835"/>
                  </a:lnTo>
                  <a:lnTo>
                    <a:pt x="579" y="835"/>
                  </a:lnTo>
                  <a:lnTo>
                    <a:pt x="584" y="835"/>
                  </a:lnTo>
                  <a:lnTo>
                    <a:pt x="586" y="835"/>
                  </a:lnTo>
                  <a:lnTo>
                    <a:pt x="592" y="833"/>
                  </a:lnTo>
                  <a:lnTo>
                    <a:pt x="592" y="833"/>
                  </a:lnTo>
                  <a:lnTo>
                    <a:pt x="593" y="833"/>
                  </a:lnTo>
                  <a:lnTo>
                    <a:pt x="593" y="836"/>
                  </a:lnTo>
                  <a:lnTo>
                    <a:pt x="593" y="841"/>
                  </a:lnTo>
                  <a:lnTo>
                    <a:pt x="592" y="847"/>
                  </a:lnTo>
                  <a:lnTo>
                    <a:pt x="592" y="852"/>
                  </a:lnTo>
                  <a:lnTo>
                    <a:pt x="592" y="852"/>
                  </a:lnTo>
                  <a:lnTo>
                    <a:pt x="595" y="853"/>
                  </a:lnTo>
                  <a:lnTo>
                    <a:pt x="598" y="853"/>
                  </a:lnTo>
                  <a:lnTo>
                    <a:pt x="608" y="854"/>
                  </a:lnTo>
                  <a:lnTo>
                    <a:pt x="619" y="854"/>
                  </a:lnTo>
                  <a:lnTo>
                    <a:pt x="623" y="856"/>
                  </a:lnTo>
                  <a:lnTo>
                    <a:pt x="625" y="857"/>
                  </a:lnTo>
                  <a:lnTo>
                    <a:pt x="625" y="857"/>
                  </a:lnTo>
                  <a:lnTo>
                    <a:pt x="627" y="859"/>
                  </a:lnTo>
                  <a:lnTo>
                    <a:pt x="627" y="862"/>
                  </a:lnTo>
                  <a:lnTo>
                    <a:pt x="625" y="868"/>
                  </a:lnTo>
                  <a:lnTo>
                    <a:pt x="625" y="868"/>
                  </a:lnTo>
                  <a:lnTo>
                    <a:pt x="625" y="870"/>
                  </a:lnTo>
                  <a:lnTo>
                    <a:pt x="627" y="873"/>
                  </a:lnTo>
                  <a:lnTo>
                    <a:pt x="629" y="877"/>
                  </a:lnTo>
                  <a:lnTo>
                    <a:pt x="634" y="881"/>
                  </a:lnTo>
                  <a:lnTo>
                    <a:pt x="639" y="884"/>
                  </a:lnTo>
                  <a:lnTo>
                    <a:pt x="639" y="884"/>
                  </a:lnTo>
                  <a:lnTo>
                    <a:pt x="643" y="884"/>
                  </a:lnTo>
                  <a:lnTo>
                    <a:pt x="646" y="883"/>
                  </a:lnTo>
                  <a:lnTo>
                    <a:pt x="654" y="877"/>
                  </a:lnTo>
                  <a:lnTo>
                    <a:pt x="662" y="869"/>
                  </a:lnTo>
                  <a:lnTo>
                    <a:pt x="667" y="868"/>
                  </a:lnTo>
                  <a:lnTo>
                    <a:pt x="671" y="867"/>
                  </a:lnTo>
                  <a:lnTo>
                    <a:pt x="671" y="867"/>
                  </a:lnTo>
                  <a:lnTo>
                    <a:pt x="675" y="868"/>
                  </a:lnTo>
                  <a:lnTo>
                    <a:pt x="680" y="873"/>
                  </a:lnTo>
                  <a:lnTo>
                    <a:pt x="692" y="888"/>
                  </a:lnTo>
                  <a:lnTo>
                    <a:pt x="702" y="904"/>
                  </a:lnTo>
                  <a:lnTo>
                    <a:pt x="708" y="915"/>
                  </a:lnTo>
                  <a:lnTo>
                    <a:pt x="708" y="915"/>
                  </a:lnTo>
                  <a:lnTo>
                    <a:pt x="710" y="918"/>
                  </a:lnTo>
                  <a:lnTo>
                    <a:pt x="713" y="920"/>
                  </a:lnTo>
                  <a:lnTo>
                    <a:pt x="718" y="923"/>
                  </a:lnTo>
                  <a:lnTo>
                    <a:pt x="724" y="925"/>
                  </a:lnTo>
                  <a:lnTo>
                    <a:pt x="730" y="925"/>
                  </a:lnTo>
                  <a:lnTo>
                    <a:pt x="730" y="925"/>
                  </a:lnTo>
                  <a:lnTo>
                    <a:pt x="734" y="926"/>
                  </a:lnTo>
                  <a:lnTo>
                    <a:pt x="737" y="928"/>
                  </a:lnTo>
                  <a:lnTo>
                    <a:pt x="746" y="934"/>
                  </a:lnTo>
                  <a:lnTo>
                    <a:pt x="746" y="934"/>
                  </a:lnTo>
                  <a:lnTo>
                    <a:pt x="751" y="937"/>
                  </a:lnTo>
                  <a:lnTo>
                    <a:pt x="756" y="937"/>
                  </a:lnTo>
                  <a:lnTo>
                    <a:pt x="766" y="936"/>
                  </a:lnTo>
                  <a:lnTo>
                    <a:pt x="766" y="936"/>
                  </a:lnTo>
                  <a:lnTo>
                    <a:pt x="771" y="937"/>
                  </a:lnTo>
                  <a:lnTo>
                    <a:pt x="777" y="939"/>
                  </a:lnTo>
                  <a:lnTo>
                    <a:pt x="795" y="947"/>
                  </a:lnTo>
                  <a:lnTo>
                    <a:pt x="812" y="955"/>
                  </a:lnTo>
                  <a:lnTo>
                    <a:pt x="824" y="961"/>
                  </a:lnTo>
                  <a:lnTo>
                    <a:pt x="824" y="961"/>
                  </a:lnTo>
                  <a:lnTo>
                    <a:pt x="825" y="963"/>
                  </a:lnTo>
                  <a:lnTo>
                    <a:pt x="827" y="963"/>
                  </a:lnTo>
                  <a:lnTo>
                    <a:pt x="830" y="961"/>
                  </a:lnTo>
                  <a:lnTo>
                    <a:pt x="832" y="959"/>
                  </a:lnTo>
                  <a:lnTo>
                    <a:pt x="836" y="959"/>
                  </a:lnTo>
                  <a:lnTo>
                    <a:pt x="836" y="959"/>
                  </a:lnTo>
                  <a:lnTo>
                    <a:pt x="838" y="959"/>
                  </a:lnTo>
                  <a:lnTo>
                    <a:pt x="842" y="958"/>
                  </a:lnTo>
                  <a:lnTo>
                    <a:pt x="848" y="955"/>
                  </a:lnTo>
                  <a:lnTo>
                    <a:pt x="848" y="955"/>
                  </a:lnTo>
                  <a:lnTo>
                    <a:pt x="849" y="954"/>
                  </a:lnTo>
                  <a:lnTo>
                    <a:pt x="849" y="952"/>
                  </a:lnTo>
                  <a:lnTo>
                    <a:pt x="851" y="945"/>
                  </a:lnTo>
                  <a:lnTo>
                    <a:pt x="849" y="939"/>
                  </a:lnTo>
                  <a:lnTo>
                    <a:pt x="851" y="936"/>
                  </a:lnTo>
                  <a:lnTo>
                    <a:pt x="851" y="936"/>
                  </a:lnTo>
                  <a:lnTo>
                    <a:pt x="854" y="934"/>
                  </a:lnTo>
                  <a:lnTo>
                    <a:pt x="861" y="933"/>
                  </a:lnTo>
                  <a:lnTo>
                    <a:pt x="874" y="932"/>
                  </a:lnTo>
                  <a:lnTo>
                    <a:pt x="874" y="932"/>
                  </a:lnTo>
                  <a:lnTo>
                    <a:pt x="888" y="929"/>
                  </a:lnTo>
                  <a:lnTo>
                    <a:pt x="900" y="926"/>
                  </a:lnTo>
                  <a:lnTo>
                    <a:pt x="900" y="926"/>
                  </a:lnTo>
                  <a:lnTo>
                    <a:pt x="904" y="926"/>
                  </a:lnTo>
                  <a:lnTo>
                    <a:pt x="907" y="926"/>
                  </a:lnTo>
                  <a:lnTo>
                    <a:pt x="915" y="929"/>
                  </a:lnTo>
                  <a:lnTo>
                    <a:pt x="915" y="929"/>
                  </a:lnTo>
                  <a:lnTo>
                    <a:pt x="920" y="931"/>
                  </a:lnTo>
                  <a:lnTo>
                    <a:pt x="922" y="932"/>
                  </a:lnTo>
                  <a:lnTo>
                    <a:pt x="926" y="933"/>
                  </a:lnTo>
                  <a:lnTo>
                    <a:pt x="929" y="934"/>
                  </a:lnTo>
                  <a:lnTo>
                    <a:pt x="929" y="934"/>
                  </a:lnTo>
                  <a:lnTo>
                    <a:pt x="939" y="942"/>
                  </a:lnTo>
                  <a:lnTo>
                    <a:pt x="945" y="947"/>
                  </a:lnTo>
                  <a:lnTo>
                    <a:pt x="952" y="949"/>
                  </a:lnTo>
                  <a:lnTo>
                    <a:pt x="952" y="949"/>
                  </a:lnTo>
                  <a:lnTo>
                    <a:pt x="954" y="949"/>
                  </a:lnTo>
                  <a:lnTo>
                    <a:pt x="958" y="949"/>
                  </a:lnTo>
                  <a:lnTo>
                    <a:pt x="963" y="945"/>
                  </a:lnTo>
                  <a:lnTo>
                    <a:pt x="966" y="941"/>
                  </a:lnTo>
                  <a:lnTo>
                    <a:pt x="969" y="937"/>
                  </a:lnTo>
                  <a:lnTo>
                    <a:pt x="969" y="937"/>
                  </a:lnTo>
                  <a:lnTo>
                    <a:pt x="969" y="933"/>
                  </a:lnTo>
                  <a:lnTo>
                    <a:pt x="968" y="932"/>
                  </a:lnTo>
                  <a:lnTo>
                    <a:pt x="968" y="932"/>
                  </a:lnTo>
                  <a:lnTo>
                    <a:pt x="968" y="928"/>
                  </a:lnTo>
                  <a:lnTo>
                    <a:pt x="970" y="923"/>
                  </a:lnTo>
                  <a:lnTo>
                    <a:pt x="977" y="912"/>
                  </a:lnTo>
                  <a:lnTo>
                    <a:pt x="977" y="912"/>
                  </a:lnTo>
                  <a:lnTo>
                    <a:pt x="980" y="909"/>
                  </a:lnTo>
                  <a:lnTo>
                    <a:pt x="980" y="906"/>
                  </a:lnTo>
                  <a:lnTo>
                    <a:pt x="980" y="906"/>
                  </a:lnTo>
                  <a:lnTo>
                    <a:pt x="980" y="904"/>
                  </a:lnTo>
                  <a:lnTo>
                    <a:pt x="981" y="904"/>
                  </a:lnTo>
                  <a:lnTo>
                    <a:pt x="986" y="906"/>
                  </a:lnTo>
                  <a:lnTo>
                    <a:pt x="986" y="906"/>
                  </a:lnTo>
                  <a:lnTo>
                    <a:pt x="1003" y="913"/>
                  </a:lnTo>
                  <a:lnTo>
                    <a:pt x="1003" y="913"/>
                  </a:lnTo>
                  <a:lnTo>
                    <a:pt x="1012" y="916"/>
                  </a:lnTo>
                  <a:lnTo>
                    <a:pt x="1017" y="918"/>
                  </a:lnTo>
                  <a:lnTo>
                    <a:pt x="1019" y="921"/>
                  </a:lnTo>
                  <a:lnTo>
                    <a:pt x="1021" y="923"/>
                  </a:lnTo>
                  <a:lnTo>
                    <a:pt x="1021" y="923"/>
                  </a:lnTo>
                  <a:lnTo>
                    <a:pt x="1022" y="929"/>
                  </a:lnTo>
                  <a:lnTo>
                    <a:pt x="1027" y="936"/>
                  </a:lnTo>
                  <a:lnTo>
                    <a:pt x="1033" y="939"/>
                  </a:lnTo>
                  <a:lnTo>
                    <a:pt x="1040" y="942"/>
                  </a:lnTo>
                  <a:lnTo>
                    <a:pt x="1040" y="942"/>
                  </a:lnTo>
                  <a:lnTo>
                    <a:pt x="1048" y="942"/>
                  </a:lnTo>
                  <a:lnTo>
                    <a:pt x="1055" y="942"/>
                  </a:lnTo>
                  <a:lnTo>
                    <a:pt x="1062" y="941"/>
                  </a:lnTo>
                  <a:lnTo>
                    <a:pt x="1067" y="938"/>
                  </a:lnTo>
                  <a:lnTo>
                    <a:pt x="1067" y="938"/>
                  </a:lnTo>
                  <a:lnTo>
                    <a:pt x="1071" y="938"/>
                  </a:lnTo>
                  <a:lnTo>
                    <a:pt x="1076" y="938"/>
                  </a:lnTo>
                  <a:lnTo>
                    <a:pt x="1080" y="939"/>
                  </a:lnTo>
                  <a:lnTo>
                    <a:pt x="1082" y="942"/>
                  </a:lnTo>
                  <a:lnTo>
                    <a:pt x="1082" y="942"/>
                  </a:lnTo>
                  <a:lnTo>
                    <a:pt x="1087" y="947"/>
                  </a:lnTo>
                  <a:lnTo>
                    <a:pt x="1094" y="949"/>
                  </a:lnTo>
                  <a:lnTo>
                    <a:pt x="1094" y="949"/>
                  </a:lnTo>
                  <a:lnTo>
                    <a:pt x="1105" y="954"/>
                  </a:lnTo>
                  <a:lnTo>
                    <a:pt x="1117" y="959"/>
                  </a:lnTo>
                  <a:lnTo>
                    <a:pt x="1117" y="959"/>
                  </a:lnTo>
                  <a:lnTo>
                    <a:pt x="1128" y="961"/>
                  </a:lnTo>
                  <a:lnTo>
                    <a:pt x="1137" y="964"/>
                  </a:lnTo>
                  <a:lnTo>
                    <a:pt x="1137" y="964"/>
                  </a:lnTo>
                  <a:lnTo>
                    <a:pt x="1140" y="963"/>
                  </a:lnTo>
                  <a:lnTo>
                    <a:pt x="1144" y="961"/>
                  </a:lnTo>
                  <a:lnTo>
                    <a:pt x="1150" y="959"/>
                  </a:lnTo>
                  <a:lnTo>
                    <a:pt x="1150" y="959"/>
                  </a:lnTo>
                  <a:lnTo>
                    <a:pt x="1165" y="953"/>
                  </a:lnTo>
                  <a:lnTo>
                    <a:pt x="1182" y="944"/>
                  </a:lnTo>
                  <a:lnTo>
                    <a:pt x="1182" y="944"/>
                  </a:lnTo>
                  <a:lnTo>
                    <a:pt x="1186" y="943"/>
                  </a:lnTo>
                  <a:lnTo>
                    <a:pt x="1188" y="942"/>
                  </a:lnTo>
                  <a:lnTo>
                    <a:pt x="1193" y="944"/>
                  </a:lnTo>
                  <a:lnTo>
                    <a:pt x="1193" y="944"/>
                  </a:lnTo>
                  <a:lnTo>
                    <a:pt x="1197" y="947"/>
                  </a:lnTo>
                  <a:lnTo>
                    <a:pt x="1202" y="948"/>
                  </a:lnTo>
                  <a:lnTo>
                    <a:pt x="1211" y="950"/>
                  </a:lnTo>
                  <a:lnTo>
                    <a:pt x="1211" y="950"/>
                  </a:lnTo>
                  <a:lnTo>
                    <a:pt x="1225" y="953"/>
                  </a:lnTo>
                  <a:lnTo>
                    <a:pt x="1231" y="953"/>
                  </a:lnTo>
                  <a:lnTo>
                    <a:pt x="1236" y="953"/>
                  </a:lnTo>
                  <a:lnTo>
                    <a:pt x="1236" y="953"/>
                  </a:lnTo>
                  <a:lnTo>
                    <a:pt x="1243" y="948"/>
                  </a:lnTo>
                  <a:lnTo>
                    <a:pt x="1250" y="942"/>
                  </a:lnTo>
                  <a:lnTo>
                    <a:pt x="1250" y="942"/>
                  </a:lnTo>
                  <a:lnTo>
                    <a:pt x="1252" y="936"/>
                  </a:lnTo>
                  <a:lnTo>
                    <a:pt x="1253" y="927"/>
                  </a:lnTo>
                  <a:lnTo>
                    <a:pt x="1253" y="927"/>
                  </a:lnTo>
                  <a:lnTo>
                    <a:pt x="1258" y="918"/>
                  </a:lnTo>
                  <a:lnTo>
                    <a:pt x="1264" y="910"/>
                  </a:lnTo>
                  <a:lnTo>
                    <a:pt x="1264" y="910"/>
                  </a:lnTo>
                  <a:lnTo>
                    <a:pt x="1266" y="907"/>
                  </a:lnTo>
                  <a:lnTo>
                    <a:pt x="1263" y="905"/>
                  </a:lnTo>
                  <a:lnTo>
                    <a:pt x="1263" y="905"/>
                  </a:lnTo>
                  <a:lnTo>
                    <a:pt x="1262" y="902"/>
                  </a:lnTo>
                  <a:lnTo>
                    <a:pt x="1263" y="900"/>
                  </a:lnTo>
                  <a:lnTo>
                    <a:pt x="1264" y="896"/>
                  </a:lnTo>
                  <a:lnTo>
                    <a:pt x="1264" y="893"/>
                  </a:lnTo>
                  <a:lnTo>
                    <a:pt x="1264" y="893"/>
                  </a:lnTo>
                  <a:lnTo>
                    <a:pt x="1264" y="890"/>
                  </a:lnTo>
                  <a:lnTo>
                    <a:pt x="1262" y="889"/>
                  </a:lnTo>
                  <a:lnTo>
                    <a:pt x="1257" y="886"/>
                  </a:lnTo>
                  <a:lnTo>
                    <a:pt x="1257" y="886"/>
                  </a:lnTo>
                  <a:lnTo>
                    <a:pt x="1257" y="885"/>
                  </a:lnTo>
                  <a:lnTo>
                    <a:pt x="1257" y="883"/>
                  </a:lnTo>
                  <a:lnTo>
                    <a:pt x="1261" y="878"/>
                  </a:lnTo>
                  <a:lnTo>
                    <a:pt x="1266" y="873"/>
                  </a:lnTo>
                  <a:lnTo>
                    <a:pt x="1269" y="869"/>
                  </a:lnTo>
                  <a:lnTo>
                    <a:pt x="1269" y="869"/>
                  </a:lnTo>
                  <a:lnTo>
                    <a:pt x="1290" y="867"/>
                  </a:lnTo>
                  <a:lnTo>
                    <a:pt x="1309" y="865"/>
                  </a:lnTo>
                  <a:lnTo>
                    <a:pt x="1309" y="865"/>
                  </a:lnTo>
                  <a:lnTo>
                    <a:pt x="1316" y="867"/>
                  </a:lnTo>
                  <a:lnTo>
                    <a:pt x="1323" y="870"/>
                  </a:lnTo>
                  <a:lnTo>
                    <a:pt x="1323" y="870"/>
                  </a:lnTo>
                  <a:lnTo>
                    <a:pt x="1326" y="870"/>
                  </a:lnTo>
                  <a:lnTo>
                    <a:pt x="1328" y="870"/>
                  </a:lnTo>
                  <a:lnTo>
                    <a:pt x="1331" y="869"/>
                  </a:lnTo>
                  <a:lnTo>
                    <a:pt x="1334" y="870"/>
                  </a:lnTo>
                  <a:lnTo>
                    <a:pt x="1334" y="870"/>
                  </a:lnTo>
                  <a:lnTo>
                    <a:pt x="1338" y="873"/>
                  </a:lnTo>
                  <a:lnTo>
                    <a:pt x="1341" y="878"/>
                  </a:lnTo>
                  <a:lnTo>
                    <a:pt x="1348" y="889"/>
                  </a:lnTo>
                  <a:lnTo>
                    <a:pt x="1360" y="910"/>
                  </a:lnTo>
                  <a:lnTo>
                    <a:pt x="1360" y="910"/>
                  </a:lnTo>
                  <a:lnTo>
                    <a:pt x="1362" y="912"/>
                  </a:lnTo>
                  <a:lnTo>
                    <a:pt x="1362" y="915"/>
                  </a:lnTo>
                  <a:lnTo>
                    <a:pt x="1362" y="920"/>
                  </a:lnTo>
                  <a:lnTo>
                    <a:pt x="1362" y="920"/>
                  </a:lnTo>
                  <a:lnTo>
                    <a:pt x="1363" y="923"/>
                  </a:lnTo>
                  <a:lnTo>
                    <a:pt x="1365" y="929"/>
                  </a:lnTo>
                  <a:lnTo>
                    <a:pt x="1368" y="936"/>
                  </a:lnTo>
                  <a:lnTo>
                    <a:pt x="1369" y="941"/>
                  </a:lnTo>
                  <a:lnTo>
                    <a:pt x="1369" y="941"/>
                  </a:lnTo>
                  <a:lnTo>
                    <a:pt x="1369" y="944"/>
                  </a:lnTo>
                  <a:lnTo>
                    <a:pt x="1371" y="947"/>
                  </a:lnTo>
                  <a:lnTo>
                    <a:pt x="1378" y="949"/>
                  </a:lnTo>
                  <a:lnTo>
                    <a:pt x="1378" y="949"/>
                  </a:lnTo>
                  <a:lnTo>
                    <a:pt x="1387" y="953"/>
                  </a:lnTo>
                  <a:lnTo>
                    <a:pt x="1395" y="959"/>
                  </a:lnTo>
                  <a:lnTo>
                    <a:pt x="1395" y="959"/>
                  </a:lnTo>
                  <a:lnTo>
                    <a:pt x="1411" y="971"/>
                  </a:lnTo>
                  <a:lnTo>
                    <a:pt x="1411" y="971"/>
                  </a:lnTo>
                  <a:lnTo>
                    <a:pt x="1412" y="974"/>
                  </a:lnTo>
                  <a:lnTo>
                    <a:pt x="1413" y="977"/>
                  </a:lnTo>
                  <a:lnTo>
                    <a:pt x="1413" y="985"/>
                  </a:lnTo>
                  <a:lnTo>
                    <a:pt x="1413" y="985"/>
                  </a:lnTo>
                  <a:lnTo>
                    <a:pt x="1416" y="987"/>
                  </a:lnTo>
                  <a:lnTo>
                    <a:pt x="1419" y="990"/>
                  </a:lnTo>
                  <a:lnTo>
                    <a:pt x="1423" y="992"/>
                  </a:lnTo>
                  <a:lnTo>
                    <a:pt x="1427" y="992"/>
                  </a:lnTo>
                  <a:lnTo>
                    <a:pt x="1427" y="992"/>
                  </a:lnTo>
                  <a:lnTo>
                    <a:pt x="1432" y="991"/>
                  </a:lnTo>
                  <a:lnTo>
                    <a:pt x="1438" y="989"/>
                  </a:lnTo>
                  <a:lnTo>
                    <a:pt x="1445" y="986"/>
                  </a:lnTo>
                  <a:lnTo>
                    <a:pt x="1449" y="985"/>
                  </a:lnTo>
                  <a:lnTo>
                    <a:pt x="1449" y="985"/>
                  </a:lnTo>
                  <a:lnTo>
                    <a:pt x="1458" y="984"/>
                  </a:lnTo>
                  <a:lnTo>
                    <a:pt x="1465" y="981"/>
                  </a:lnTo>
                  <a:lnTo>
                    <a:pt x="1465" y="981"/>
                  </a:lnTo>
                  <a:lnTo>
                    <a:pt x="1466" y="981"/>
                  </a:lnTo>
                  <a:lnTo>
                    <a:pt x="1466" y="982"/>
                  </a:lnTo>
                  <a:lnTo>
                    <a:pt x="1465" y="987"/>
                  </a:lnTo>
                  <a:lnTo>
                    <a:pt x="1461" y="1000"/>
                  </a:lnTo>
                  <a:lnTo>
                    <a:pt x="1461" y="1000"/>
                  </a:lnTo>
                  <a:lnTo>
                    <a:pt x="1460" y="1011"/>
                  </a:lnTo>
                  <a:lnTo>
                    <a:pt x="1459" y="1018"/>
                  </a:lnTo>
                  <a:lnTo>
                    <a:pt x="1456" y="1025"/>
                  </a:lnTo>
                  <a:lnTo>
                    <a:pt x="1456" y="1025"/>
                  </a:lnTo>
                  <a:lnTo>
                    <a:pt x="1453" y="1032"/>
                  </a:lnTo>
                  <a:lnTo>
                    <a:pt x="1449" y="1039"/>
                  </a:lnTo>
                  <a:lnTo>
                    <a:pt x="1444" y="1044"/>
                  </a:lnTo>
                  <a:lnTo>
                    <a:pt x="1440" y="1048"/>
                  </a:lnTo>
                  <a:lnTo>
                    <a:pt x="1440" y="1048"/>
                  </a:lnTo>
                  <a:lnTo>
                    <a:pt x="1438" y="1049"/>
                  </a:lnTo>
                  <a:lnTo>
                    <a:pt x="1434" y="1048"/>
                  </a:lnTo>
                  <a:lnTo>
                    <a:pt x="1430" y="1046"/>
                  </a:lnTo>
                  <a:lnTo>
                    <a:pt x="1428" y="1046"/>
                  </a:lnTo>
                  <a:lnTo>
                    <a:pt x="1428" y="1046"/>
                  </a:lnTo>
                  <a:lnTo>
                    <a:pt x="1422" y="1050"/>
                  </a:lnTo>
                  <a:lnTo>
                    <a:pt x="1419" y="1051"/>
                  </a:lnTo>
                  <a:lnTo>
                    <a:pt x="1418" y="1053"/>
                  </a:lnTo>
                  <a:lnTo>
                    <a:pt x="1418" y="1053"/>
                  </a:lnTo>
                  <a:lnTo>
                    <a:pt x="1418" y="1055"/>
                  </a:lnTo>
                  <a:lnTo>
                    <a:pt x="1418" y="1058"/>
                  </a:lnTo>
                  <a:lnTo>
                    <a:pt x="1421" y="1065"/>
                  </a:lnTo>
                  <a:lnTo>
                    <a:pt x="1421" y="1065"/>
                  </a:lnTo>
                  <a:lnTo>
                    <a:pt x="1422" y="1069"/>
                  </a:lnTo>
                  <a:lnTo>
                    <a:pt x="1419" y="1075"/>
                  </a:lnTo>
                  <a:lnTo>
                    <a:pt x="1416" y="1085"/>
                  </a:lnTo>
                  <a:lnTo>
                    <a:pt x="1416" y="1085"/>
                  </a:lnTo>
                  <a:lnTo>
                    <a:pt x="1414" y="1087"/>
                  </a:lnTo>
                  <a:lnTo>
                    <a:pt x="1412" y="1087"/>
                  </a:lnTo>
                  <a:lnTo>
                    <a:pt x="1407" y="1088"/>
                  </a:lnTo>
                  <a:lnTo>
                    <a:pt x="1410" y="1097"/>
                  </a:lnTo>
                  <a:lnTo>
                    <a:pt x="1410" y="1097"/>
                  </a:lnTo>
                  <a:lnTo>
                    <a:pt x="1414" y="1094"/>
                  </a:lnTo>
                  <a:lnTo>
                    <a:pt x="1419" y="1092"/>
                  </a:lnTo>
                  <a:lnTo>
                    <a:pt x="1419" y="1092"/>
                  </a:lnTo>
                  <a:lnTo>
                    <a:pt x="1421" y="1091"/>
                  </a:lnTo>
                  <a:lnTo>
                    <a:pt x="1422" y="1088"/>
                  </a:lnTo>
                  <a:lnTo>
                    <a:pt x="1424" y="1085"/>
                  </a:lnTo>
                  <a:lnTo>
                    <a:pt x="1426" y="1082"/>
                  </a:lnTo>
                  <a:lnTo>
                    <a:pt x="1426" y="1082"/>
                  </a:lnTo>
                  <a:lnTo>
                    <a:pt x="1428" y="1083"/>
                  </a:lnTo>
                  <a:lnTo>
                    <a:pt x="1430" y="1085"/>
                  </a:lnTo>
                  <a:lnTo>
                    <a:pt x="1437" y="1092"/>
                  </a:lnTo>
                  <a:lnTo>
                    <a:pt x="1437" y="1092"/>
                  </a:lnTo>
                  <a:lnTo>
                    <a:pt x="1439" y="1092"/>
                  </a:lnTo>
                  <a:lnTo>
                    <a:pt x="1442" y="1092"/>
                  </a:lnTo>
                  <a:lnTo>
                    <a:pt x="1448" y="1092"/>
                  </a:lnTo>
                  <a:lnTo>
                    <a:pt x="1460" y="1087"/>
                  </a:lnTo>
                  <a:lnTo>
                    <a:pt x="1460" y="1087"/>
                  </a:lnTo>
                  <a:lnTo>
                    <a:pt x="1465" y="1085"/>
                  </a:lnTo>
                  <a:lnTo>
                    <a:pt x="1470" y="1078"/>
                  </a:lnTo>
                  <a:lnTo>
                    <a:pt x="1476" y="1070"/>
                  </a:lnTo>
                  <a:lnTo>
                    <a:pt x="1476" y="1070"/>
                  </a:lnTo>
                  <a:lnTo>
                    <a:pt x="1488" y="1054"/>
                  </a:lnTo>
                  <a:lnTo>
                    <a:pt x="1488" y="1054"/>
                  </a:lnTo>
                  <a:lnTo>
                    <a:pt x="1495" y="1049"/>
                  </a:lnTo>
                  <a:lnTo>
                    <a:pt x="1503" y="1043"/>
                  </a:lnTo>
                  <a:lnTo>
                    <a:pt x="1503" y="1043"/>
                  </a:lnTo>
                  <a:lnTo>
                    <a:pt x="1507" y="1039"/>
                  </a:lnTo>
                  <a:lnTo>
                    <a:pt x="1511" y="1033"/>
                  </a:lnTo>
                  <a:lnTo>
                    <a:pt x="1515" y="1022"/>
                  </a:lnTo>
                  <a:lnTo>
                    <a:pt x="1515" y="1022"/>
                  </a:lnTo>
                  <a:lnTo>
                    <a:pt x="1522" y="1012"/>
                  </a:lnTo>
                  <a:lnTo>
                    <a:pt x="1529" y="998"/>
                  </a:lnTo>
                  <a:lnTo>
                    <a:pt x="1529" y="998"/>
                  </a:lnTo>
                  <a:lnTo>
                    <a:pt x="1534" y="992"/>
                  </a:lnTo>
                  <a:lnTo>
                    <a:pt x="1540" y="987"/>
                  </a:lnTo>
                  <a:lnTo>
                    <a:pt x="1540" y="987"/>
                  </a:lnTo>
                  <a:lnTo>
                    <a:pt x="1541" y="985"/>
                  </a:lnTo>
                  <a:lnTo>
                    <a:pt x="1541" y="981"/>
                  </a:lnTo>
                  <a:lnTo>
                    <a:pt x="1543" y="971"/>
                  </a:lnTo>
                  <a:lnTo>
                    <a:pt x="1544" y="960"/>
                  </a:lnTo>
                  <a:lnTo>
                    <a:pt x="1546" y="949"/>
                  </a:lnTo>
                  <a:lnTo>
                    <a:pt x="1546" y="949"/>
                  </a:lnTo>
                  <a:lnTo>
                    <a:pt x="1547" y="942"/>
                  </a:lnTo>
                  <a:lnTo>
                    <a:pt x="1546" y="936"/>
                  </a:lnTo>
                  <a:lnTo>
                    <a:pt x="1546" y="932"/>
                  </a:lnTo>
                  <a:lnTo>
                    <a:pt x="1546" y="927"/>
                  </a:lnTo>
                  <a:lnTo>
                    <a:pt x="1546" y="927"/>
                  </a:lnTo>
                  <a:lnTo>
                    <a:pt x="1549" y="921"/>
                  </a:lnTo>
                  <a:lnTo>
                    <a:pt x="1552" y="913"/>
                  </a:lnTo>
                  <a:lnTo>
                    <a:pt x="1557" y="902"/>
                  </a:lnTo>
                  <a:lnTo>
                    <a:pt x="1557" y="902"/>
                  </a:lnTo>
                  <a:lnTo>
                    <a:pt x="1557" y="900"/>
                  </a:lnTo>
                  <a:lnTo>
                    <a:pt x="1557" y="897"/>
                  </a:lnTo>
                  <a:lnTo>
                    <a:pt x="1555" y="895"/>
                  </a:lnTo>
                  <a:lnTo>
                    <a:pt x="1554" y="895"/>
                  </a:lnTo>
                  <a:lnTo>
                    <a:pt x="1554" y="895"/>
                  </a:lnTo>
                  <a:lnTo>
                    <a:pt x="1552" y="895"/>
                  </a:lnTo>
                  <a:lnTo>
                    <a:pt x="1551" y="894"/>
                  </a:lnTo>
                  <a:lnTo>
                    <a:pt x="1550" y="890"/>
                  </a:lnTo>
                  <a:lnTo>
                    <a:pt x="1546" y="880"/>
                  </a:lnTo>
                  <a:lnTo>
                    <a:pt x="1546" y="880"/>
                  </a:lnTo>
                  <a:lnTo>
                    <a:pt x="1546" y="879"/>
                  </a:lnTo>
                  <a:lnTo>
                    <a:pt x="1546" y="879"/>
                  </a:lnTo>
                  <a:lnTo>
                    <a:pt x="1550" y="877"/>
                  </a:lnTo>
                  <a:lnTo>
                    <a:pt x="1550" y="877"/>
                  </a:lnTo>
                  <a:lnTo>
                    <a:pt x="1550" y="875"/>
                  </a:lnTo>
                  <a:lnTo>
                    <a:pt x="1550" y="874"/>
                  </a:lnTo>
                  <a:lnTo>
                    <a:pt x="1546" y="870"/>
                  </a:lnTo>
                  <a:lnTo>
                    <a:pt x="1541" y="868"/>
                  </a:lnTo>
                  <a:lnTo>
                    <a:pt x="1536" y="865"/>
                  </a:lnTo>
                  <a:lnTo>
                    <a:pt x="1536" y="865"/>
                  </a:lnTo>
                  <a:lnTo>
                    <a:pt x="1535" y="864"/>
                  </a:lnTo>
                  <a:lnTo>
                    <a:pt x="1534" y="863"/>
                  </a:lnTo>
                  <a:lnTo>
                    <a:pt x="1534" y="859"/>
                  </a:lnTo>
                  <a:lnTo>
                    <a:pt x="1533" y="857"/>
                  </a:lnTo>
                  <a:lnTo>
                    <a:pt x="1530" y="854"/>
                  </a:lnTo>
                  <a:lnTo>
                    <a:pt x="1530" y="854"/>
                  </a:lnTo>
                  <a:lnTo>
                    <a:pt x="1520" y="849"/>
                  </a:lnTo>
                  <a:lnTo>
                    <a:pt x="1515" y="848"/>
                  </a:lnTo>
                  <a:lnTo>
                    <a:pt x="1512" y="848"/>
                  </a:lnTo>
                  <a:lnTo>
                    <a:pt x="1512" y="848"/>
                  </a:lnTo>
                  <a:lnTo>
                    <a:pt x="1511" y="848"/>
                  </a:lnTo>
                  <a:lnTo>
                    <a:pt x="1511" y="849"/>
                  </a:lnTo>
                  <a:lnTo>
                    <a:pt x="1512" y="853"/>
                  </a:lnTo>
                  <a:lnTo>
                    <a:pt x="1513" y="857"/>
                  </a:lnTo>
                  <a:lnTo>
                    <a:pt x="1513" y="858"/>
                  </a:lnTo>
                  <a:lnTo>
                    <a:pt x="1512" y="858"/>
                  </a:lnTo>
                  <a:lnTo>
                    <a:pt x="1512" y="858"/>
                  </a:lnTo>
                  <a:lnTo>
                    <a:pt x="1509" y="859"/>
                  </a:lnTo>
                  <a:lnTo>
                    <a:pt x="1507" y="860"/>
                  </a:lnTo>
                  <a:lnTo>
                    <a:pt x="1504" y="863"/>
                  </a:lnTo>
                  <a:lnTo>
                    <a:pt x="1499" y="863"/>
                  </a:lnTo>
                  <a:lnTo>
                    <a:pt x="1499" y="863"/>
                  </a:lnTo>
                  <a:lnTo>
                    <a:pt x="1497" y="862"/>
                  </a:lnTo>
                  <a:lnTo>
                    <a:pt x="1497" y="860"/>
                  </a:lnTo>
                  <a:lnTo>
                    <a:pt x="1499" y="859"/>
                  </a:lnTo>
                  <a:lnTo>
                    <a:pt x="1499" y="858"/>
                  </a:lnTo>
                  <a:lnTo>
                    <a:pt x="1499" y="858"/>
                  </a:lnTo>
                  <a:lnTo>
                    <a:pt x="1499" y="857"/>
                  </a:lnTo>
                  <a:lnTo>
                    <a:pt x="1498" y="857"/>
                  </a:lnTo>
                  <a:lnTo>
                    <a:pt x="1495" y="858"/>
                  </a:lnTo>
                  <a:lnTo>
                    <a:pt x="1486" y="860"/>
                  </a:lnTo>
                  <a:lnTo>
                    <a:pt x="1486" y="860"/>
                  </a:lnTo>
                  <a:lnTo>
                    <a:pt x="1485" y="860"/>
                  </a:lnTo>
                  <a:lnTo>
                    <a:pt x="1485" y="859"/>
                  </a:lnTo>
                  <a:lnTo>
                    <a:pt x="1486" y="857"/>
                  </a:lnTo>
                  <a:lnTo>
                    <a:pt x="1488" y="851"/>
                  </a:lnTo>
                  <a:lnTo>
                    <a:pt x="1488" y="851"/>
                  </a:lnTo>
                  <a:lnTo>
                    <a:pt x="1488" y="849"/>
                  </a:lnTo>
                  <a:lnTo>
                    <a:pt x="1487" y="849"/>
                  </a:lnTo>
                  <a:lnTo>
                    <a:pt x="1482" y="849"/>
                  </a:lnTo>
                  <a:lnTo>
                    <a:pt x="1482" y="849"/>
                  </a:lnTo>
                  <a:lnTo>
                    <a:pt x="1480" y="849"/>
                  </a:lnTo>
                  <a:lnTo>
                    <a:pt x="1476" y="847"/>
                  </a:lnTo>
                  <a:lnTo>
                    <a:pt x="1471" y="846"/>
                  </a:lnTo>
                  <a:lnTo>
                    <a:pt x="1467" y="844"/>
                  </a:lnTo>
                  <a:lnTo>
                    <a:pt x="1467" y="844"/>
                  </a:lnTo>
                  <a:lnTo>
                    <a:pt x="1465" y="844"/>
                  </a:lnTo>
                  <a:lnTo>
                    <a:pt x="1464" y="842"/>
                  </a:lnTo>
                  <a:lnTo>
                    <a:pt x="1465" y="838"/>
                  </a:lnTo>
                  <a:lnTo>
                    <a:pt x="1470" y="835"/>
                  </a:lnTo>
                  <a:lnTo>
                    <a:pt x="1470" y="835"/>
                  </a:lnTo>
                  <a:lnTo>
                    <a:pt x="1480" y="827"/>
                  </a:lnTo>
                  <a:lnTo>
                    <a:pt x="1490" y="817"/>
                  </a:lnTo>
                  <a:lnTo>
                    <a:pt x="1499" y="809"/>
                  </a:lnTo>
                  <a:lnTo>
                    <a:pt x="1504" y="803"/>
                  </a:lnTo>
                  <a:lnTo>
                    <a:pt x="1504" y="803"/>
                  </a:lnTo>
                  <a:lnTo>
                    <a:pt x="1508" y="798"/>
                  </a:lnTo>
                  <a:lnTo>
                    <a:pt x="1514" y="793"/>
                  </a:lnTo>
                  <a:lnTo>
                    <a:pt x="1525" y="785"/>
                  </a:lnTo>
                  <a:lnTo>
                    <a:pt x="1525" y="785"/>
                  </a:lnTo>
                  <a:lnTo>
                    <a:pt x="1529" y="780"/>
                  </a:lnTo>
                  <a:lnTo>
                    <a:pt x="1534" y="774"/>
                  </a:lnTo>
                  <a:lnTo>
                    <a:pt x="1543" y="762"/>
                  </a:lnTo>
                  <a:lnTo>
                    <a:pt x="1543" y="762"/>
                  </a:lnTo>
                  <a:lnTo>
                    <a:pt x="1546" y="757"/>
                  </a:lnTo>
                  <a:lnTo>
                    <a:pt x="1549" y="752"/>
                  </a:lnTo>
                  <a:lnTo>
                    <a:pt x="1552" y="746"/>
                  </a:lnTo>
                  <a:lnTo>
                    <a:pt x="1560" y="739"/>
                  </a:lnTo>
                  <a:lnTo>
                    <a:pt x="1560" y="739"/>
                  </a:lnTo>
                  <a:lnTo>
                    <a:pt x="1565" y="735"/>
                  </a:lnTo>
                  <a:lnTo>
                    <a:pt x="1572" y="732"/>
                  </a:lnTo>
                  <a:lnTo>
                    <a:pt x="1579" y="731"/>
                  </a:lnTo>
                  <a:lnTo>
                    <a:pt x="1587" y="731"/>
                  </a:lnTo>
                  <a:lnTo>
                    <a:pt x="1600" y="732"/>
                  </a:lnTo>
                  <a:lnTo>
                    <a:pt x="1609" y="734"/>
                  </a:lnTo>
                  <a:lnTo>
                    <a:pt x="1609" y="734"/>
                  </a:lnTo>
                  <a:lnTo>
                    <a:pt x="1620" y="735"/>
                  </a:lnTo>
                  <a:lnTo>
                    <a:pt x="1631" y="736"/>
                  </a:lnTo>
                  <a:lnTo>
                    <a:pt x="1631" y="736"/>
                  </a:lnTo>
                  <a:lnTo>
                    <a:pt x="1642" y="739"/>
                  </a:lnTo>
                  <a:lnTo>
                    <a:pt x="1648" y="739"/>
                  </a:lnTo>
                  <a:lnTo>
                    <a:pt x="1651" y="739"/>
                  </a:lnTo>
                  <a:lnTo>
                    <a:pt x="1652" y="737"/>
                  </a:lnTo>
                  <a:lnTo>
                    <a:pt x="1652" y="737"/>
                  </a:lnTo>
                  <a:lnTo>
                    <a:pt x="1655" y="735"/>
                  </a:lnTo>
                  <a:lnTo>
                    <a:pt x="1653" y="735"/>
                  </a:lnTo>
                  <a:lnTo>
                    <a:pt x="1646" y="734"/>
                  </a:lnTo>
                  <a:lnTo>
                    <a:pt x="1646" y="734"/>
                  </a:lnTo>
                  <a:lnTo>
                    <a:pt x="1643" y="732"/>
                  </a:lnTo>
                  <a:lnTo>
                    <a:pt x="1643" y="731"/>
                  </a:lnTo>
                  <a:lnTo>
                    <a:pt x="1647" y="730"/>
                  </a:lnTo>
                  <a:lnTo>
                    <a:pt x="1656" y="728"/>
                  </a:lnTo>
                  <a:lnTo>
                    <a:pt x="1656" y="728"/>
                  </a:lnTo>
                  <a:lnTo>
                    <a:pt x="1657" y="726"/>
                  </a:lnTo>
                  <a:lnTo>
                    <a:pt x="1656" y="724"/>
                  </a:lnTo>
                  <a:lnTo>
                    <a:pt x="1656" y="724"/>
                  </a:lnTo>
                  <a:lnTo>
                    <a:pt x="1656" y="724"/>
                  </a:lnTo>
                  <a:lnTo>
                    <a:pt x="1656" y="723"/>
                  </a:lnTo>
                  <a:lnTo>
                    <a:pt x="1661" y="723"/>
                  </a:lnTo>
                  <a:lnTo>
                    <a:pt x="1671" y="723"/>
                  </a:lnTo>
                  <a:lnTo>
                    <a:pt x="1671" y="723"/>
                  </a:lnTo>
                  <a:lnTo>
                    <a:pt x="1672" y="724"/>
                  </a:lnTo>
                  <a:lnTo>
                    <a:pt x="1673" y="725"/>
                  </a:lnTo>
                  <a:lnTo>
                    <a:pt x="1673" y="726"/>
                  </a:lnTo>
                  <a:lnTo>
                    <a:pt x="1673" y="728"/>
                  </a:lnTo>
                  <a:lnTo>
                    <a:pt x="1673" y="728"/>
                  </a:lnTo>
                  <a:lnTo>
                    <a:pt x="1674" y="728"/>
                  </a:lnTo>
                  <a:lnTo>
                    <a:pt x="1677" y="726"/>
                  </a:lnTo>
                  <a:lnTo>
                    <a:pt x="1682" y="724"/>
                  </a:lnTo>
                  <a:lnTo>
                    <a:pt x="1682" y="724"/>
                  </a:lnTo>
                  <a:lnTo>
                    <a:pt x="1682" y="724"/>
                  </a:lnTo>
                  <a:lnTo>
                    <a:pt x="1683" y="726"/>
                  </a:lnTo>
                  <a:lnTo>
                    <a:pt x="1682" y="731"/>
                  </a:lnTo>
                  <a:lnTo>
                    <a:pt x="1682" y="731"/>
                  </a:lnTo>
                  <a:lnTo>
                    <a:pt x="1683" y="732"/>
                  </a:lnTo>
                  <a:lnTo>
                    <a:pt x="1684" y="734"/>
                  </a:lnTo>
                  <a:lnTo>
                    <a:pt x="1690" y="739"/>
                  </a:lnTo>
                  <a:lnTo>
                    <a:pt x="1690" y="739"/>
                  </a:lnTo>
                  <a:lnTo>
                    <a:pt x="1690" y="740"/>
                  </a:lnTo>
                  <a:lnTo>
                    <a:pt x="1690" y="740"/>
                  </a:lnTo>
                  <a:lnTo>
                    <a:pt x="1688" y="741"/>
                  </a:lnTo>
                  <a:lnTo>
                    <a:pt x="1682" y="742"/>
                  </a:lnTo>
                  <a:lnTo>
                    <a:pt x="1682" y="742"/>
                  </a:lnTo>
                  <a:lnTo>
                    <a:pt x="1680" y="744"/>
                  </a:lnTo>
                  <a:lnTo>
                    <a:pt x="1680" y="745"/>
                  </a:lnTo>
                  <a:lnTo>
                    <a:pt x="1682" y="747"/>
                  </a:lnTo>
                  <a:lnTo>
                    <a:pt x="1684" y="750"/>
                  </a:lnTo>
                  <a:lnTo>
                    <a:pt x="1687" y="751"/>
                  </a:lnTo>
                  <a:lnTo>
                    <a:pt x="1687" y="751"/>
                  </a:lnTo>
                  <a:lnTo>
                    <a:pt x="1690" y="750"/>
                  </a:lnTo>
                  <a:lnTo>
                    <a:pt x="1696" y="747"/>
                  </a:lnTo>
                  <a:lnTo>
                    <a:pt x="1707" y="742"/>
                  </a:lnTo>
                  <a:lnTo>
                    <a:pt x="1707" y="742"/>
                  </a:lnTo>
                  <a:lnTo>
                    <a:pt x="1710" y="741"/>
                  </a:lnTo>
                  <a:lnTo>
                    <a:pt x="1712" y="740"/>
                  </a:lnTo>
                  <a:lnTo>
                    <a:pt x="1717" y="741"/>
                  </a:lnTo>
                  <a:lnTo>
                    <a:pt x="1717" y="741"/>
                  </a:lnTo>
                  <a:lnTo>
                    <a:pt x="1722" y="742"/>
                  </a:lnTo>
                  <a:lnTo>
                    <a:pt x="1725" y="742"/>
                  </a:lnTo>
                  <a:lnTo>
                    <a:pt x="1725" y="742"/>
                  </a:lnTo>
                  <a:lnTo>
                    <a:pt x="1728" y="741"/>
                  </a:lnTo>
                  <a:lnTo>
                    <a:pt x="1732" y="742"/>
                  </a:lnTo>
                  <a:lnTo>
                    <a:pt x="1732" y="742"/>
                  </a:lnTo>
                  <a:lnTo>
                    <a:pt x="1735" y="742"/>
                  </a:lnTo>
                  <a:lnTo>
                    <a:pt x="1737" y="741"/>
                  </a:lnTo>
                  <a:lnTo>
                    <a:pt x="1742" y="739"/>
                  </a:lnTo>
                  <a:lnTo>
                    <a:pt x="1742" y="739"/>
                  </a:lnTo>
                  <a:lnTo>
                    <a:pt x="1747" y="736"/>
                  </a:lnTo>
                  <a:lnTo>
                    <a:pt x="1748" y="735"/>
                  </a:lnTo>
                  <a:lnTo>
                    <a:pt x="1748" y="732"/>
                  </a:lnTo>
                  <a:lnTo>
                    <a:pt x="1748" y="732"/>
                  </a:lnTo>
                  <a:lnTo>
                    <a:pt x="1747" y="731"/>
                  </a:lnTo>
                  <a:lnTo>
                    <a:pt x="1746" y="730"/>
                  </a:lnTo>
                  <a:lnTo>
                    <a:pt x="1742" y="730"/>
                  </a:lnTo>
                  <a:lnTo>
                    <a:pt x="1732" y="730"/>
                  </a:lnTo>
                  <a:lnTo>
                    <a:pt x="1732" y="730"/>
                  </a:lnTo>
                  <a:lnTo>
                    <a:pt x="1731" y="730"/>
                  </a:lnTo>
                  <a:lnTo>
                    <a:pt x="1731" y="729"/>
                  </a:lnTo>
                  <a:lnTo>
                    <a:pt x="1732" y="726"/>
                  </a:lnTo>
                  <a:lnTo>
                    <a:pt x="1733" y="725"/>
                  </a:lnTo>
                  <a:lnTo>
                    <a:pt x="1733" y="725"/>
                  </a:lnTo>
                  <a:lnTo>
                    <a:pt x="1737" y="721"/>
                  </a:lnTo>
                  <a:lnTo>
                    <a:pt x="1739" y="718"/>
                  </a:lnTo>
                  <a:lnTo>
                    <a:pt x="1744" y="712"/>
                  </a:lnTo>
                  <a:lnTo>
                    <a:pt x="1744" y="712"/>
                  </a:lnTo>
                  <a:lnTo>
                    <a:pt x="1746" y="709"/>
                  </a:lnTo>
                  <a:lnTo>
                    <a:pt x="1749" y="708"/>
                  </a:lnTo>
                  <a:lnTo>
                    <a:pt x="1757" y="704"/>
                  </a:lnTo>
                  <a:lnTo>
                    <a:pt x="1757" y="704"/>
                  </a:lnTo>
                  <a:lnTo>
                    <a:pt x="1758" y="703"/>
                  </a:lnTo>
                  <a:lnTo>
                    <a:pt x="1760" y="699"/>
                  </a:lnTo>
                  <a:lnTo>
                    <a:pt x="1764" y="689"/>
                  </a:lnTo>
                  <a:lnTo>
                    <a:pt x="1768" y="680"/>
                  </a:lnTo>
                  <a:lnTo>
                    <a:pt x="1772" y="672"/>
                  </a:lnTo>
                  <a:lnTo>
                    <a:pt x="1772" y="672"/>
                  </a:lnTo>
                  <a:lnTo>
                    <a:pt x="1776" y="668"/>
                  </a:lnTo>
                  <a:lnTo>
                    <a:pt x="1783" y="666"/>
                  </a:lnTo>
                  <a:lnTo>
                    <a:pt x="1791" y="663"/>
                  </a:lnTo>
                  <a:lnTo>
                    <a:pt x="1791" y="663"/>
                  </a:lnTo>
                  <a:lnTo>
                    <a:pt x="1794" y="662"/>
                  </a:lnTo>
                  <a:lnTo>
                    <a:pt x="1795" y="662"/>
                  </a:lnTo>
                  <a:lnTo>
                    <a:pt x="1797" y="662"/>
                  </a:lnTo>
                  <a:lnTo>
                    <a:pt x="1801" y="662"/>
                  </a:lnTo>
                  <a:lnTo>
                    <a:pt x="1801" y="662"/>
                  </a:lnTo>
                  <a:lnTo>
                    <a:pt x="1805" y="660"/>
                  </a:lnTo>
                  <a:lnTo>
                    <a:pt x="1807" y="656"/>
                  </a:lnTo>
                  <a:lnTo>
                    <a:pt x="1810" y="652"/>
                  </a:lnTo>
                  <a:lnTo>
                    <a:pt x="1812" y="650"/>
                  </a:lnTo>
                  <a:lnTo>
                    <a:pt x="1812" y="650"/>
                  </a:lnTo>
                  <a:lnTo>
                    <a:pt x="1812" y="650"/>
                  </a:lnTo>
                  <a:lnTo>
                    <a:pt x="1812" y="651"/>
                  </a:lnTo>
                  <a:lnTo>
                    <a:pt x="1810" y="656"/>
                  </a:lnTo>
                  <a:lnTo>
                    <a:pt x="1807" y="662"/>
                  </a:lnTo>
                  <a:lnTo>
                    <a:pt x="1806" y="667"/>
                  </a:lnTo>
                  <a:lnTo>
                    <a:pt x="1806" y="667"/>
                  </a:lnTo>
                  <a:lnTo>
                    <a:pt x="1805" y="671"/>
                  </a:lnTo>
                  <a:lnTo>
                    <a:pt x="1802" y="675"/>
                  </a:lnTo>
                  <a:lnTo>
                    <a:pt x="1801" y="677"/>
                  </a:lnTo>
                  <a:lnTo>
                    <a:pt x="1800" y="681"/>
                  </a:lnTo>
                  <a:lnTo>
                    <a:pt x="1800" y="681"/>
                  </a:lnTo>
                  <a:lnTo>
                    <a:pt x="1800" y="684"/>
                  </a:lnTo>
                  <a:lnTo>
                    <a:pt x="1802" y="687"/>
                  </a:lnTo>
                  <a:lnTo>
                    <a:pt x="1808" y="689"/>
                  </a:lnTo>
                  <a:lnTo>
                    <a:pt x="1808" y="689"/>
                  </a:lnTo>
                  <a:lnTo>
                    <a:pt x="1810" y="691"/>
                  </a:lnTo>
                  <a:lnTo>
                    <a:pt x="1811" y="689"/>
                  </a:lnTo>
                  <a:lnTo>
                    <a:pt x="1815" y="684"/>
                  </a:lnTo>
                  <a:lnTo>
                    <a:pt x="1815" y="684"/>
                  </a:lnTo>
                  <a:lnTo>
                    <a:pt x="1823" y="675"/>
                  </a:lnTo>
                  <a:lnTo>
                    <a:pt x="1832" y="667"/>
                  </a:lnTo>
                  <a:lnTo>
                    <a:pt x="1832" y="667"/>
                  </a:lnTo>
                  <a:lnTo>
                    <a:pt x="1832" y="665"/>
                  </a:lnTo>
                  <a:lnTo>
                    <a:pt x="1832" y="661"/>
                  </a:lnTo>
                  <a:lnTo>
                    <a:pt x="1829" y="652"/>
                  </a:lnTo>
                  <a:lnTo>
                    <a:pt x="1829" y="652"/>
                  </a:lnTo>
                  <a:lnTo>
                    <a:pt x="1829" y="649"/>
                  </a:lnTo>
                  <a:lnTo>
                    <a:pt x="1831" y="646"/>
                  </a:lnTo>
                  <a:lnTo>
                    <a:pt x="1833" y="644"/>
                  </a:lnTo>
                  <a:lnTo>
                    <a:pt x="1837" y="643"/>
                  </a:lnTo>
                  <a:lnTo>
                    <a:pt x="1837" y="643"/>
                  </a:lnTo>
                  <a:lnTo>
                    <a:pt x="1842" y="640"/>
                  </a:lnTo>
                  <a:lnTo>
                    <a:pt x="1845" y="638"/>
                  </a:lnTo>
                  <a:lnTo>
                    <a:pt x="1845" y="638"/>
                  </a:lnTo>
                  <a:lnTo>
                    <a:pt x="1847" y="638"/>
                  </a:lnTo>
                  <a:lnTo>
                    <a:pt x="1847" y="640"/>
                  </a:lnTo>
                  <a:lnTo>
                    <a:pt x="1847" y="645"/>
                  </a:lnTo>
                  <a:lnTo>
                    <a:pt x="1847" y="645"/>
                  </a:lnTo>
                  <a:lnTo>
                    <a:pt x="1847" y="647"/>
                  </a:lnTo>
                  <a:lnTo>
                    <a:pt x="1844" y="651"/>
                  </a:lnTo>
                  <a:lnTo>
                    <a:pt x="1844" y="651"/>
                  </a:lnTo>
                  <a:lnTo>
                    <a:pt x="1842" y="656"/>
                  </a:lnTo>
                  <a:lnTo>
                    <a:pt x="1839" y="661"/>
                  </a:lnTo>
                  <a:lnTo>
                    <a:pt x="1838" y="671"/>
                  </a:lnTo>
                  <a:lnTo>
                    <a:pt x="1838" y="671"/>
                  </a:lnTo>
                  <a:lnTo>
                    <a:pt x="1839" y="675"/>
                  </a:lnTo>
                  <a:lnTo>
                    <a:pt x="1842" y="680"/>
                  </a:lnTo>
                  <a:lnTo>
                    <a:pt x="1842" y="680"/>
                  </a:lnTo>
                  <a:lnTo>
                    <a:pt x="1842" y="681"/>
                  </a:lnTo>
                  <a:lnTo>
                    <a:pt x="1840" y="682"/>
                  </a:lnTo>
                  <a:lnTo>
                    <a:pt x="1837" y="686"/>
                  </a:lnTo>
                  <a:lnTo>
                    <a:pt x="1837" y="686"/>
                  </a:lnTo>
                  <a:lnTo>
                    <a:pt x="1837" y="687"/>
                  </a:lnTo>
                  <a:lnTo>
                    <a:pt x="1837" y="688"/>
                  </a:lnTo>
                  <a:lnTo>
                    <a:pt x="1840" y="691"/>
                  </a:lnTo>
                  <a:lnTo>
                    <a:pt x="1840" y="691"/>
                  </a:lnTo>
                  <a:lnTo>
                    <a:pt x="1839" y="692"/>
                  </a:lnTo>
                  <a:lnTo>
                    <a:pt x="1838" y="693"/>
                  </a:lnTo>
                  <a:lnTo>
                    <a:pt x="1833" y="697"/>
                  </a:lnTo>
                  <a:lnTo>
                    <a:pt x="1828" y="702"/>
                  </a:lnTo>
                  <a:lnTo>
                    <a:pt x="1826" y="705"/>
                  </a:lnTo>
                  <a:lnTo>
                    <a:pt x="1826" y="705"/>
                  </a:lnTo>
                  <a:lnTo>
                    <a:pt x="1824" y="709"/>
                  </a:lnTo>
                  <a:lnTo>
                    <a:pt x="1822" y="712"/>
                  </a:lnTo>
                  <a:lnTo>
                    <a:pt x="1816" y="716"/>
                  </a:lnTo>
                  <a:lnTo>
                    <a:pt x="1816" y="716"/>
                  </a:lnTo>
                  <a:lnTo>
                    <a:pt x="1805" y="726"/>
                  </a:lnTo>
                  <a:lnTo>
                    <a:pt x="1792" y="739"/>
                  </a:lnTo>
                  <a:lnTo>
                    <a:pt x="1792" y="739"/>
                  </a:lnTo>
                  <a:lnTo>
                    <a:pt x="1789" y="745"/>
                  </a:lnTo>
                  <a:lnTo>
                    <a:pt x="1785" y="753"/>
                  </a:lnTo>
                  <a:lnTo>
                    <a:pt x="1779" y="766"/>
                  </a:lnTo>
                  <a:lnTo>
                    <a:pt x="1779" y="766"/>
                  </a:lnTo>
                  <a:lnTo>
                    <a:pt x="1776" y="768"/>
                  </a:lnTo>
                  <a:lnTo>
                    <a:pt x="1772" y="769"/>
                  </a:lnTo>
                  <a:lnTo>
                    <a:pt x="1764" y="771"/>
                  </a:lnTo>
                  <a:lnTo>
                    <a:pt x="1764" y="771"/>
                  </a:lnTo>
                  <a:lnTo>
                    <a:pt x="1763" y="773"/>
                  </a:lnTo>
                  <a:lnTo>
                    <a:pt x="1762" y="774"/>
                  </a:lnTo>
                  <a:lnTo>
                    <a:pt x="1760" y="780"/>
                  </a:lnTo>
                  <a:lnTo>
                    <a:pt x="1760" y="780"/>
                  </a:lnTo>
                  <a:lnTo>
                    <a:pt x="1758" y="787"/>
                  </a:lnTo>
                  <a:lnTo>
                    <a:pt x="1753" y="794"/>
                  </a:lnTo>
                  <a:lnTo>
                    <a:pt x="1743" y="808"/>
                  </a:lnTo>
                  <a:lnTo>
                    <a:pt x="1743" y="808"/>
                  </a:lnTo>
                  <a:lnTo>
                    <a:pt x="1742" y="814"/>
                  </a:lnTo>
                  <a:lnTo>
                    <a:pt x="1742" y="825"/>
                  </a:lnTo>
                  <a:lnTo>
                    <a:pt x="1742" y="837"/>
                  </a:lnTo>
                  <a:lnTo>
                    <a:pt x="1744" y="847"/>
                  </a:lnTo>
                  <a:lnTo>
                    <a:pt x="1744" y="847"/>
                  </a:lnTo>
                  <a:lnTo>
                    <a:pt x="1746" y="854"/>
                  </a:lnTo>
                  <a:lnTo>
                    <a:pt x="1747" y="864"/>
                  </a:lnTo>
                  <a:lnTo>
                    <a:pt x="1748" y="880"/>
                  </a:lnTo>
                  <a:lnTo>
                    <a:pt x="1748" y="880"/>
                  </a:lnTo>
                  <a:lnTo>
                    <a:pt x="1748" y="886"/>
                  </a:lnTo>
                  <a:lnTo>
                    <a:pt x="1751" y="891"/>
                  </a:lnTo>
                  <a:lnTo>
                    <a:pt x="1754" y="897"/>
                  </a:lnTo>
                  <a:lnTo>
                    <a:pt x="1754" y="897"/>
                  </a:lnTo>
                  <a:lnTo>
                    <a:pt x="1757" y="902"/>
                  </a:lnTo>
                  <a:lnTo>
                    <a:pt x="1760" y="910"/>
                  </a:lnTo>
                  <a:lnTo>
                    <a:pt x="1760" y="910"/>
                  </a:lnTo>
                  <a:lnTo>
                    <a:pt x="1762" y="920"/>
                  </a:lnTo>
                  <a:lnTo>
                    <a:pt x="1763" y="926"/>
                  </a:lnTo>
                  <a:lnTo>
                    <a:pt x="1765" y="931"/>
                  </a:lnTo>
                  <a:lnTo>
                    <a:pt x="1765" y="931"/>
                  </a:lnTo>
                  <a:lnTo>
                    <a:pt x="1767" y="932"/>
                  </a:lnTo>
                  <a:lnTo>
                    <a:pt x="1768" y="931"/>
                  </a:lnTo>
                  <a:lnTo>
                    <a:pt x="1770" y="927"/>
                  </a:lnTo>
                  <a:lnTo>
                    <a:pt x="1773" y="922"/>
                  </a:lnTo>
                  <a:lnTo>
                    <a:pt x="1774" y="920"/>
                  </a:lnTo>
                  <a:lnTo>
                    <a:pt x="1776" y="918"/>
                  </a:lnTo>
                  <a:lnTo>
                    <a:pt x="1776" y="918"/>
                  </a:lnTo>
                  <a:lnTo>
                    <a:pt x="1779" y="916"/>
                  </a:lnTo>
                  <a:lnTo>
                    <a:pt x="1781" y="912"/>
                  </a:lnTo>
                  <a:lnTo>
                    <a:pt x="1786" y="904"/>
                  </a:lnTo>
                  <a:lnTo>
                    <a:pt x="1786" y="904"/>
                  </a:lnTo>
                  <a:lnTo>
                    <a:pt x="1786" y="901"/>
                  </a:lnTo>
                  <a:lnTo>
                    <a:pt x="1785" y="900"/>
                  </a:lnTo>
                  <a:lnTo>
                    <a:pt x="1783" y="899"/>
                  </a:lnTo>
                  <a:lnTo>
                    <a:pt x="1783" y="897"/>
                  </a:lnTo>
                  <a:lnTo>
                    <a:pt x="1783" y="897"/>
                  </a:lnTo>
                  <a:lnTo>
                    <a:pt x="1784" y="895"/>
                  </a:lnTo>
                  <a:lnTo>
                    <a:pt x="1784" y="894"/>
                  </a:lnTo>
                  <a:lnTo>
                    <a:pt x="1783" y="889"/>
                  </a:lnTo>
                  <a:lnTo>
                    <a:pt x="1783" y="889"/>
                  </a:lnTo>
                  <a:lnTo>
                    <a:pt x="1783" y="886"/>
                  </a:lnTo>
                  <a:lnTo>
                    <a:pt x="1784" y="883"/>
                  </a:lnTo>
                  <a:lnTo>
                    <a:pt x="1789" y="878"/>
                  </a:lnTo>
                  <a:lnTo>
                    <a:pt x="1789" y="878"/>
                  </a:lnTo>
                  <a:lnTo>
                    <a:pt x="1791" y="878"/>
                  </a:lnTo>
                  <a:lnTo>
                    <a:pt x="1795" y="878"/>
                  </a:lnTo>
                  <a:lnTo>
                    <a:pt x="1800" y="878"/>
                  </a:lnTo>
                  <a:lnTo>
                    <a:pt x="1800" y="878"/>
                  </a:lnTo>
                  <a:lnTo>
                    <a:pt x="1800" y="877"/>
                  </a:lnTo>
                  <a:lnTo>
                    <a:pt x="1800" y="872"/>
                  </a:lnTo>
                  <a:lnTo>
                    <a:pt x="1799" y="867"/>
                  </a:lnTo>
                  <a:lnTo>
                    <a:pt x="1799" y="862"/>
                  </a:lnTo>
                  <a:lnTo>
                    <a:pt x="1799" y="862"/>
                  </a:lnTo>
                  <a:lnTo>
                    <a:pt x="1800" y="858"/>
                  </a:lnTo>
                  <a:lnTo>
                    <a:pt x="1802" y="856"/>
                  </a:lnTo>
                  <a:lnTo>
                    <a:pt x="1805" y="853"/>
                  </a:lnTo>
                  <a:lnTo>
                    <a:pt x="1807" y="851"/>
                  </a:lnTo>
                  <a:lnTo>
                    <a:pt x="1807" y="851"/>
                  </a:lnTo>
                  <a:lnTo>
                    <a:pt x="1810" y="847"/>
                  </a:lnTo>
                  <a:lnTo>
                    <a:pt x="1815" y="844"/>
                  </a:lnTo>
                  <a:lnTo>
                    <a:pt x="1823" y="843"/>
                  </a:lnTo>
                  <a:lnTo>
                    <a:pt x="1823" y="843"/>
                  </a:lnTo>
                  <a:lnTo>
                    <a:pt x="1828" y="843"/>
                  </a:lnTo>
                  <a:lnTo>
                    <a:pt x="1831" y="842"/>
                  </a:lnTo>
                  <a:lnTo>
                    <a:pt x="1832" y="841"/>
                  </a:lnTo>
                  <a:lnTo>
                    <a:pt x="1832" y="841"/>
                  </a:lnTo>
                  <a:lnTo>
                    <a:pt x="1832" y="836"/>
                  </a:lnTo>
                  <a:lnTo>
                    <a:pt x="1832" y="833"/>
                  </a:lnTo>
                  <a:lnTo>
                    <a:pt x="1831" y="831"/>
                  </a:lnTo>
                  <a:lnTo>
                    <a:pt x="1831" y="831"/>
                  </a:lnTo>
                  <a:lnTo>
                    <a:pt x="1828" y="830"/>
                  </a:lnTo>
                  <a:lnTo>
                    <a:pt x="1828" y="827"/>
                  </a:lnTo>
                  <a:lnTo>
                    <a:pt x="1828" y="826"/>
                  </a:lnTo>
                  <a:lnTo>
                    <a:pt x="1829" y="824"/>
                  </a:lnTo>
                  <a:lnTo>
                    <a:pt x="1829" y="824"/>
                  </a:lnTo>
                  <a:lnTo>
                    <a:pt x="1831" y="821"/>
                  </a:lnTo>
                  <a:lnTo>
                    <a:pt x="1831" y="817"/>
                  </a:lnTo>
                  <a:lnTo>
                    <a:pt x="1831" y="817"/>
                  </a:lnTo>
                  <a:lnTo>
                    <a:pt x="1832" y="815"/>
                  </a:lnTo>
                  <a:lnTo>
                    <a:pt x="1833" y="812"/>
                  </a:lnTo>
                  <a:lnTo>
                    <a:pt x="1837" y="810"/>
                  </a:lnTo>
                  <a:lnTo>
                    <a:pt x="1839" y="809"/>
                  </a:lnTo>
                  <a:lnTo>
                    <a:pt x="1839" y="809"/>
                  </a:lnTo>
                  <a:lnTo>
                    <a:pt x="1842" y="809"/>
                  </a:lnTo>
                  <a:lnTo>
                    <a:pt x="1843" y="809"/>
                  </a:lnTo>
                  <a:lnTo>
                    <a:pt x="1844" y="810"/>
                  </a:lnTo>
                  <a:lnTo>
                    <a:pt x="1847" y="810"/>
                  </a:lnTo>
                  <a:lnTo>
                    <a:pt x="1847" y="810"/>
                  </a:lnTo>
                  <a:lnTo>
                    <a:pt x="1849" y="809"/>
                  </a:lnTo>
                  <a:lnTo>
                    <a:pt x="1850" y="806"/>
                  </a:lnTo>
                  <a:lnTo>
                    <a:pt x="1850" y="800"/>
                  </a:lnTo>
                  <a:lnTo>
                    <a:pt x="1850" y="800"/>
                  </a:lnTo>
                  <a:lnTo>
                    <a:pt x="1849" y="798"/>
                  </a:lnTo>
                  <a:lnTo>
                    <a:pt x="1848" y="796"/>
                  </a:lnTo>
                  <a:lnTo>
                    <a:pt x="1842" y="796"/>
                  </a:lnTo>
                  <a:lnTo>
                    <a:pt x="1842" y="796"/>
                  </a:lnTo>
                  <a:lnTo>
                    <a:pt x="1840" y="795"/>
                  </a:lnTo>
                  <a:lnTo>
                    <a:pt x="1838" y="793"/>
                  </a:lnTo>
                  <a:lnTo>
                    <a:pt x="1837" y="784"/>
                  </a:lnTo>
                  <a:lnTo>
                    <a:pt x="1837" y="784"/>
                  </a:lnTo>
                  <a:lnTo>
                    <a:pt x="1838" y="780"/>
                  </a:lnTo>
                  <a:lnTo>
                    <a:pt x="1840" y="778"/>
                  </a:lnTo>
                  <a:lnTo>
                    <a:pt x="1845" y="774"/>
                  </a:lnTo>
                  <a:lnTo>
                    <a:pt x="1845" y="774"/>
                  </a:lnTo>
                  <a:lnTo>
                    <a:pt x="1845" y="773"/>
                  </a:lnTo>
                  <a:lnTo>
                    <a:pt x="1845" y="772"/>
                  </a:lnTo>
                  <a:lnTo>
                    <a:pt x="1844" y="768"/>
                  </a:lnTo>
                  <a:lnTo>
                    <a:pt x="1842" y="766"/>
                  </a:lnTo>
                  <a:lnTo>
                    <a:pt x="1838" y="764"/>
                  </a:lnTo>
                  <a:lnTo>
                    <a:pt x="1838" y="764"/>
                  </a:lnTo>
                  <a:lnTo>
                    <a:pt x="1837" y="764"/>
                  </a:lnTo>
                  <a:lnTo>
                    <a:pt x="1836" y="764"/>
                  </a:lnTo>
                  <a:lnTo>
                    <a:pt x="1836" y="762"/>
                  </a:lnTo>
                  <a:lnTo>
                    <a:pt x="1837" y="761"/>
                  </a:lnTo>
                  <a:lnTo>
                    <a:pt x="1837" y="761"/>
                  </a:lnTo>
                  <a:lnTo>
                    <a:pt x="1837" y="758"/>
                  </a:lnTo>
                  <a:lnTo>
                    <a:pt x="1837" y="755"/>
                  </a:lnTo>
                  <a:lnTo>
                    <a:pt x="1836" y="750"/>
                  </a:lnTo>
                  <a:lnTo>
                    <a:pt x="1837" y="747"/>
                  </a:lnTo>
                  <a:lnTo>
                    <a:pt x="1837" y="747"/>
                  </a:lnTo>
                  <a:lnTo>
                    <a:pt x="1842" y="737"/>
                  </a:lnTo>
                  <a:lnTo>
                    <a:pt x="1845" y="732"/>
                  </a:lnTo>
                  <a:lnTo>
                    <a:pt x="1848" y="729"/>
                  </a:lnTo>
                  <a:lnTo>
                    <a:pt x="1848" y="729"/>
                  </a:lnTo>
                  <a:lnTo>
                    <a:pt x="1850" y="728"/>
                  </a:lnTo>
                  <a:lnTo>
                    <a:pt x="1852" y="725"/>
                  </a:lnTo>
                  <a:lnTo>
                    <a:pt x="1853" y="720"/>
                  </a:lnTo>
                  <a:lnTo>
                    <a:pt x="1853" y="720"/>
                  </a:lnTo>
                  <a:lnTo>
                    <a:pt x="1853" y="718"/>
                  </a:lnTo>
                  <a:lnTo>
                    <a:pt x="1855" y="715"/>
                  </a:lnTo>
                  <a:lnTo>
                    <a:pt x="1860" y="713"/>
                  </a:lnTo>
                  <a:lnTo>
                    <a:pt x="1860" y="713"/>
                  </a:lnTo>
                  <a:lnTo>
                    <a:pt x="1863" y="713"/>
                  </a:lnTo>
                  <a:lnTo>
                    <a:pt x="1864" y="713"/>
                  </a:lnTo>
                  <a:lnTo>
                    <a:pt x="1868" y="714"/>
                  </a:lnTo>
                  <a:lnTo>
                    <a:pt x="1868" y="714"/>
                  </a:lnTo>
                  <a:lnTo>
                    <a:pt x="1869" y="714"/>
                  </a:lnTo>
                  <a:lnTo>
                    <a:pt x="1870" y="713"/>
                  </a:lnTo>
                  <a:lnTo>
                    <a:pt x="1870" y="710"/>
                  </a:lnTo>
                  <a:lnTo>
                    <a:pt x="1871" y="708"/>
                  </a:lnTo>
                  <a:lnTo>
                    <a:pt x="1871" y="708"/>
                  </a:lnTo>
                  <a:lnTo>
                    <a:pt x="1874" y="705"/>
                  </a:lnTo>
                  <a:lnTo>
                    <a:pt x="1877" y="703"/>
                  </a:lnTo>
                  <a:lnTo>
                    <a:pt x="1885" y="700"/>
                  </a:lnTo>
                  <a:lnTo>
                    <a:pt x="1885" y="700"/>
                  </a:lnTo>
                  <a:lnTo>
                    <a:pt x="1886" y="702"/>
                  </a:lnTo>
                  <a:lnTo>
                    <a:pt x="1886" y="702"/>
                  </a:lnTo>
                  <a:lnTo>
                    <a:pt x="1885" y="705"/>
                  </a:lnTo>
                  <a:lnTo>
                    <a:pt x="1885" y="708"/>
                  </a:lnTo>
                  <a:lnTo>
                    <a:pt x="1885" y="710"/>
                  </a:lnTo>
                  <a:lnTo>
                    <a:pt x="1885" y="710"/>
                  </a:lnTo>
                  <a:lnTo>
                    <a:pt x="1886" y="710"/>
                  </a:lnTo>
                  <a:lnTo>
                    <a:pt x="1887" y="710"/>
                  </a:lnTo>
                  <a:lnTo>
                    <a:pt x="1892" y="707"/>
                  </a:lnTo>
                  <a:lnTo>
                    <a:pt x="1900" y="699"/>
                  </a:lnTo>
                  <a:lnTo>
                    <a:pt x="1900" y="699"/>
                  </a:lnTo>
                  <a:lnTo>
                    <a:pt x="1903" y="697"/>
                  </a:lnTo>
                  <a:lnTo>
                    <a:pt x="1904" y="693"/>
                  </a:lnTo>
                  <a:lnTo>
                    <a:pt x="1904" y="693"/>
                  </a:lnTo>
                  <a:lnTo>
                    <a:pt x="1907" y="692"/>
                  </a:lnTo>
                  <a:lnTo>
                    <a:pt x="1909" y="691"/>
                  </a:lnTo>
                  <a:lnTo>
                    <a:pt x="1917" y="691"/>
                  </a:lnTo>
                  <a:lnTo>
                    <a:pt x="1917" y="691"/>
                  </a:lnTo>
                  <a:lnTo>
                    <a:pt x="1919" y="693"/>
                  </a:lnTo>
                  <a:lnTo>
                    <a:pt x="1922" y="696"/>
                  </a:lnTo>
                  <a:lnTo>
                    <a:pt x="1924" y="704"/>
                  </a:lnTo>
                  <a:lnTo>
                    <a:pt x="1924" y="704"/>
                  </a:lnTo>
                  <a:lnTo>
                    <a:pt x="1925" y="707"/>
                  </a:lnTo>
                  <a:lnTo>
                    <a:pt x="1928" y="707"/>
                  </a:lnTo>
                  <a:lnTo>
                    <a:pt x="1930" y="705"/>
                  </a:lnTo>
                  <a:lnTo>
                    <a:pt x="1932" y="703"/>
                  </a:lnTo>
                  <a:lnTo>
                    <a:pt x="1932" y="703"/>
                  </a:lnTo>
                  <a:lnTo>
                    <a:pt x="1935" y="697"/>
                  </a:lnTo>
                  <a:lnTo>
                    <a:pt x="1939" y="692"/>
                  </a:lnTo>
                  <a:lnTo>
                    <a:pt x="1939" y="692"/>
                  </a:lnTo>
                  <a:lnTo>
                    <a:pt x="1943" y="689"/>
                  </a:lnTo>
                  <a:lnTo>
                    <a:pt x="1948" y="688"/>
                  </a:lnTo>
                  <a:lnTo>
                    <a:pt x="1948" y="688"/>
                  </a:lnTo>
                  <a:lnTo>
                    <a:pt x="1948" y="687"/>
                  </a:lnTo>
                  <a:lnTo>
                    <a:pt x="1948" y="684"/>
                  </a:lnTo>
                  <a:lnTo>
                    <a:pt x="1949" y="680"/>
                  </a:lnTo>
                  <a:lnTo>
                    <a:pt x="1949" y="680"/>
                  </a:lnTo>
                  <a:lnTo>
                    <a:pt x="1950" y="678"/>
                  </a:lnTo>
                  <a:lnTo>
                    <a:pt x="1951" y="678"/>
                  </a:lnTo>
                  <a:lnTo>
                    <a:pt x="1954" y="680"/>
                  </a:lnTo>
                  <a:lnTo>
                    <a:pt x="1956" y="680"/>
                  </a:lnTo>
                  <a:lnTo>
                    <a:pt x="1956" y="680"/>
                  </a:lnTo>
                  <a:lnTo>
                    <a:pt x="1956" y="678"/>
                  </a:lnTo>
                  <a:lnTo>
                    <a:pt x="1956" y="676"/>
                  </a:lnTo>
                  <a:lnTo>
                    <a:pt x="1954" y="671"/>
                  </a:lnTo>
                  <a:lnTo>
                    <a:pt x="1954" y="671"/>
                  </a:lnTo>
                  <a:lnTo>
                    <a:pt x="1954" y="671"/>
                  </a:lnTo>
                  <a:lnTo>
                    <a:pt x="1955" y="671"/>
                  </a:lnTo>
                  <a:lnTo>
                    <a:pt x="1959" y="672"/>
                  </a:lnTo>
                  <a:lnTo>
                    <a:pt x="1959" y="672"/>
                  </a:lnTo>
                  <a:lnTo>
                    <a:pt x="1962" y="670"/>
                  </a:lnTo>
                  <a:lnTo>
                    <a:pt x="1966" y="666"/>
                  </a:lnTo>
                  <a:lnTo>
                    <a:pt x="1966" y="666"/>
                  </a:lnTo>
                  <a:lnTo>
                    <a:pt x="1967" y="666"/>
                  </a:lnTo>
                  <a:lnTo>
                    <a:pt x="1968" y="666"/>
                  </a:lnTo>
                  <a:lnTo>
                    <a:pt x="1971" y="667"/>
                  </a:lnTo>
                  <a:lnTo>
                    <a:pt x="1971" y="667"/>
                  </a:lnTo>
                  <a:lnTo>
                    <a:pt x="1972" y="666"/>
                  </a:lnTo>
                  <a:lnTo>
                    <a:pt x="1977" y="661"/>
                  </a:lnTo>
                  <a:lnTo>
                    <a:pt x="1984" y="654"/>
                  </a:lnTo>
                  <a:lnTo>
                    <a:pt x="1994" y="644"/>
                  </a:lnTo>
                  <a:lnTo>
                    <a:pt x="1994" y="644"/>
                  </a:lnTo>
                  <a:lnTo>
                    <a:pt x="2000" y="639"/>
                  </a:lnTo>
                  <a:lnTo>
                    <a:pt x="2007" y="635"/>
                  </a:lnTo>
                  <a:lnTo>
                    <a:pt x="2018" y="631"/>
                  </a:lnTo>
                  <a:lnTo>
                    <a:pt x="2026" y="630"/>
                  </a:lnTo>
                  <a:lnTo>
                    <a:pt x="2031" y="630"/>
                  </a:lnTo>
                  <a:lnTo>
                    <a:pt x="2031" y="630"/>
                  </a:lnTo>
                  <a:lnTo>
                    <a:pt x="2034" y="630"/>
                  </a:lnTo>
                  <a:lnTo>
                    <a:pt x="2036" y="630"/>
                  </a:lnTo>
                  <a:lnTo>
                    <a:pt x="2042" y="634"/>
                  </a:lnTo>
                  <a:lnTo>
                    <a:pt x="2042" y="634"/>
                  </a:lnTo>
                  <a:lnTo>
                    <a:pt x="2046" y="635"/>
                  </a:lnTo>
                  <a:lnTo>
                    <a:pt x="2048" y="634"/>
                  </a:lnTo>
                  <a:lnTo>
                    <a:pt x="2052" y="630"/>
                  </a:lnTo>
                  <a:lnTo>
                    <a:pt x="2052" y="630"/>
                  </a:lnTo>
                  <a:lnTo>
                    <a:pt x="2053" y="629"/>
                  </a:lnTo>
                  <a:lnTo>
                    <a:pt x="2055" y="627"/>
                  </a:lnTo>
                  <a:lnTo>
                    <a:pt x="2055" y="622"/>
                  </a:lnTo>
                  <a:lnTo>
                    <a:pt x="2055" y="622"/>
                  </a:lnTo>
                  <a:lnTo>
                    <a:pt x="2053" y="614"/>
                  </a:lnTo>
                  <a:lnTo>
                    <a:pt x="2052" y="611"/>
                  </a:lnTo>
                  <a:lnTo>
                    <a:pt x="2050" y="608"/>
                  </a:lnTo>
                  <a:lnTo>
                    <a:pt x="2050" y="608"/>
                  </a:lnTo>
                  <a:lnTo>
                    <a:pt x="2047" y="607"/>
                  </a:lnTo>
                  <a:lnTo>
                    <a:pt x="2046" y="604"/>
                  </a:lnTo>
                  <a:lnTo>
                    <a:pt x="2045" y="601"/>
                  </a:lnTo>
                  <a:lnTo>
                    <a:pt x="2042" y="599"/>
                  </a:lnTo>
                  <a:lnTo>
                    <a:pt x="2042" y="599"/>
                  </a:lnTo>
                  <a:lnTo>
                    <a:pt x="2039" y="598"/>
                  </a:lnTo>
                  <a:lnTo>
                    <a:pt x="2039" y="596"/>
                  </a:lnTo>
                  <a:lnTo>
                    <a:pt x="2039" y="590"/>
                  </a:lnTo>
                  <a:lnTo>
                    <a:pt x="2039" y="590"/>
                  </a:lnTo>
                  <a:lnTo>
                    <a:pt x="2039" y="588"/>
                  </a:lnTo>
                  <a:lnTo>
                    <a:pt x="2037" y="588"/>
                  </a:lnTo>
                  <a:lnTo>
                    <a:pt x="2035" y="592"/>
                  </a:lnTo>
                  <a:lnTo>
                    <a:pt x="2035" y="592"/>
                  </a:lnTo>
                  <a:lnTo>
                    <a:pt x="2031" y="595"/>
                  </a:lnTo>
                  <a:lnTo>
                    <a:pt x="2024" y="593"/>
                  </a:lnTo>
                  <a:lnTo>
                    <a:pt x="2024" y="593"/>
                  </a:lnTo>
                  <a:lnTo>
                    <a:pt x="2021" y="592"/>
                  </a:lnTo>
                  <a:lnTo>
                    <a:pt x="2020" y="590"/>
                  </a:lnTo>
                  <a:lnTo>
                    <a:pt x="2019" y="587"/>
                  </a:lnTo>
                  <a:lnTo>
                    <a:pt x="2019" y="585"/>
                  </a:lnTo>
                  <a:lnTo>
                    <a:pt x="2020" y="579"/>
                  </a:lnTo>
                  <a:lnTo>
                    <a:pt x="2023" y="574"/>
                  </a:lnTo>
                  <a:lnTo>
                    <a:pt x="2023" y="574"/>
                  </a:lnTo>
                  <a:lnTo>
                    <a:pt x="2023" y="571"/>
                  </a:lnTo>
                  <a:lnTo>
                    <a:pt x="2023" y="570"/>
                  </a:lnTo>
                  <a:lnTo>
                    <a:pt x="2020" y="569"/>
                  </a:lnTo>
                  <a:lnTo>
                    <a:pt x="2016" y="567"/>
                  </a:lnTo>
                  <a:lnTo>
                    <a:pt x="2016" y="567"/>
                  </a:lnTo>
                  <a:lnTo>
                    <a:pt x="2014" y="565"/>
                  </a:lnTo>
                  <a:lnTo>
                    <a:pt x="2014" y="564"/>
                  </a:lnTo>
                  <a:lnTo>
                    <a:pt x="2016" y="563"/>
                  </a:lnTo>
                  <a:lnTo>
                    <a:pt x="2019" y="561"/>
                  </a:lnTo>
                  <a:lnTo>
                    <a:pt x="2019" y="561"/>
                  </a:lnTo>
                  <a:lnTo>
                    <a:pt x="2025" y="563"/>
                  </a:lnTo>
                  <a:lnTo>
                    <a:pt x="2032" y="564"/>
                  </a:lnTo>
                  <a:lnTo>
                    <a:pt x="2032" y="564"/>
                  </a:lnTo>
                  <a:lnTo>
                    <a:pt x="2035" y="565"/>
                  </a:lnTo>
                  <a:lnTo>
                    <a:pt x="2037" y="566"/>
                  </a:lnTo>
                  <a:lnTo>
                    <a:pt x="2040" y="566"/>
                  </a:lnTo>
                  <a:lnTo>
                    <a:pt x="2042" y="566"/>
                  </a:lnTo>
                  <a:lnTo>
                    <a:pt x="2042" y="566"/>
                  </a:lnTo>
                  <a:lnTo>
                    <a:pt x="2052" y="564"/>
                  </a:lnTo>
                  <a:lnTo>
                    <a:pt x="2062" y="559"/>
                  </a:lnTo>
                  <a:lnTo>
                    <a:pt x="2062" y="559"/>
                  </a:lnTo>
                  <a:lnTo>
                    <a:pt x="2066" y="555"/>
                  </a:lnTo>
                  <a:lnTo>
                    <a:pt x="2068" y="550"/>
                  </a:lnTo>
                  <a:lnTo>
                    <a:pt x="2069" y="545"/>
                  </a:lnTo>
                  <a:lnTo>
                    <a:pt x="2071" y="542"/>
                  </a:lnTo>
                  <a:lnTo>
                    <a:pt x="2071" y="542"/>
                  </a:lnTo>
                  <a:lnTo>
                    <a:pt x="2069" y="538"/>
                  </a:lnTo>
                  <a:lnTo>
                    <a:pt x="2068" y="535"/>
                  </a:lnTo>
                  <a:lnTo>
                    <a:pt x="2068" y="535"/>
                  </a:lnTo>
                  <a:lnTo>
                    <a:pt x="2067" y="533"/>
                  </a:lnTo>
                  <a:lnTo>
                    <a:pt x="2068" y="527"/>
                  </a:lnTo>
                  <a:lnTo>
                    <a:pt x="2071" y="517"/>
                  </a:lnTo>
                  <a:lnTo>
                    <a:pt x="2071" y="517"/>
                  </a:lnTo>
                  <a:lnTo>
                    <a:pt x="2072" y="517"/>
                  </a:lnTo>
                  <a:lnTo>
                    <a:pt x="2073" y="517"/>
                  </a:lnTo>
                  <a:lnTo>
                    <a:pt x="2077" y="521"/>
                  </a:lnTo>
                  <a:lnTo>
                    <a:pt x="2077" y="521"/>
                  </a:lnTo>
                  <a:lnTo>
                    <a:pt x="2079" y="523"/>
                  </a:lnTo>
                  <a:lnTo>
                    <a:pt x="2079" y="524"/>
                  </a:lnTo>
                  <a:lnTo>
                    <a:pt x="2078" y="526"/>
                  </a:lnTo>
                  <a:lnTo>
                    <a:pt x="2078" y="526"/>
                  </a:lnTo>
                  <a:lnTo>
                    <a:pt x="2077" y="528"/>
                  </a:lnTo>
                  <a:lnTo>
                    <a:pt x="2077" y="529"/>
                  </a:lnTo>
                  <a:lnTo>
                    <a:pt x="2078" y="534"/>
                  </a:lnTo>
                  <a:lnTo>
                    <a:pt x="2078" y="534"/>
                  </a:lnTo>
                  <a:lnTo>
                    <a:pt x="2081" y="539"/>
                  </a:lnTo>
                  <a:lnTo>
                    <a:pt x="2085" y="542"/>
                  </a:lnTo>
                  <a:lnTo>
                    <a:pt x="2085" y="542"/>
                  </a:lnTo>
                  <a:lnTo>
                    <a:pt x="2090" y="543"/>
                  </a:lnTo>
                  <a:lnTo>
                    <a:pt x="2099" y="544"/>
                  </a:lnTo>
                  <a:lnTo>
                    <a:pt x="2113" y="544"/>
                  </a:lnTo>
                  <a:lnTo>
                    <a:pt x="2113" y="544"/>
                  </a:lnTo>
                  <a:lnTo>
                    <a:pt x="2115" y="547"/>
                  </a:lnTo>
                  <a:lnTo>
                    <a:pt x="2117" y="550"/>
                  </a:lnTo>
                  <a:lnTo>
                    <a:pt x="2119" y="554"/>
                  </a:lnTo>
                  <a:lnTo>
                    <a:pt x="2119" y="556"/>
                  </a:lnTo>
                  <a:lnTo>
                    <a:pt x="2117" y="558"/>
                  </a:lnTo>
                  <a:lnTo>
                    <a:pt x="2117" y="558"/>
                  </a:lnTo>
                  <a:lnTo>
                    <a:pt x="2116" y="560"/>
                  </a:lnTo>
                  <a:lnTo>
                    <a:pt x="2117" y="563"/>
                  </a:lnTo>
                  <a:lnTo>
                    <a:pt x="2120" y="565"/>
                  </a:lnTo>
                  <a:lnTo>
                    <a:pt x="2121" y="566"/>
                  </a:lnTo>
                  <a:lnTo>
                    <a:pt x="2121" y="566"/>
                  </a:lnTo>
                  <a:lnTo>
                    <a:pt x="2125" y="567"/>
                  </a:lnTo>
                  <a:lnTo>
                    <a:pt x="2131" y="569"/>
                  </a:lnTo>
                  <a:lnTo>
                    <a:pt x="2142" y="570"/>
                  </a:lnTo>
                  <a:lnTo>
                    <a:pt x="2142" y="570"/>
                  </a:lnTo>
                  <a:lnTo>
                    <a:pt x="2145" y="572"/>
                  </a:lnTo>
                  <a:lnTo>
                    <a:pt x="2147" y="575"/>
                  </a:lnTo>
                  <a:lnTo>
                    <a:pt x="2149" y="577"/>
                  </a:lnTo>
                  <a:lnTo>
                    <a:pt x="2153" y="579"/>
                  </a:lnTo>
                  <a:lnTo>
                    <a:pt x="2153" y="579"/>
                  </a:lnTo>
                  <a:lnTo>
                    <a:pt x="2158" y="579"/>
                  </a:lnTo>
                  <a:lnTo>
                    <a:pt x="2163" y="577"/>
                  </a:lnTo>
                  <a:lnTo>
                    <a:pt x="2167" y="575"/>
                  </a:lnTo>
                  <a:lnTo>
                    <a:pt x="2168" y="572"/>
                  </a:lnTo>
                  <a:lnTo>
                    <a:pt x="2168" y="572"/>
                  </a:lnTo>
                  <a:lnTo>
                    <a:pt x="2167" y="570"/>
                  </a:lnTo>
                  <a:lnTo>
                    <a:pt x="2165" y="569"/>
                  </a:lnTo>
                  <a:lnTo>
                    <a:pt x="2163" y="569"/>
                  </a:lnTo>
                  <a:lnTo>
                    <a:pt x="2161" y="569"/>
                  </a:lnTo>
                  <a:lnTo>
                    <a:pt x="2161" y="569"/>
                  </a:lnTo>
                  <a:lnTo>
                    <a:pt x="2159" y="570"/>
                  </a:lnTo>
                  <a:lnTo>
                    <a:pt x="2158" y="569"/>
                  </a:lnTo>
                  <a:lnTo>
                    <a:pt x="2157" y="565"/>
                  </a:lnTo>
                  <a:lnTo>
                    <a:pt x="2157" y="565"/>
                  </a:lnTo>
                  <a:lnTo>
                    <a:pt x="2157" y="564"/>
                  </a:lnTo>
                  <a:lnTo>
                    <a:pt x="2159" y="563"/>
                  </a:lnTo>
                  <a:lnTo>
                    <a:pt x="2164" y="561"/>
                  </a:lnTo>
                  <a:lnTo>
                    <a:pt x="2164" y="561"/>
                  </a:lnTo>
                  <a:lnTo>
                    <a:pt x="2167" y="559"/>
                  </a:lnTo>
                  <a:lnTo>
                    <a:pt x="2167" y="555"/>
                  </a:lnTo>
                  <a:lnTo>
                    <a:pt x="2165" y="549"/>
                  </a:lnTo>
                  <a:lnTo>
                    <a:pt x="2165" y="549"/>
                  </a:lnTo>
                  <a:lnTo>
                    <a:pt x="2164" y="543"/>
                  </a:lnTo>
                  <a:lnTo>
                    <a:pt x="2164" y="540"/>
                  </a:lnTo>
                  <a:lnTo>
                    <a:pt x="2164" y="540"/>
                  </a:lnTo>
                  <a:lnTo>
                    <a:pt x="2164" y="540"/>
                  </a:lnTo>
                  <a:lnTo>
                    <a:pt x="2170" y="542"/>
                  </a:lnTo>
                  <a:lnTo>
                    <a:pt x="2179" y="542"/>
                  </a:lnTo>
                  <a:lnTo>
                    <a:pt x="2179" y="542"/>
                  </a:lnTo>
                  <a:lnTo>
                    <a:pt x="2180" y="542"/>
                  </a:lnTo>
                  <a:lnTo>
                    <a:pt x="2180" y="539"/>
                  </a:lnTo>
                  <a:lnTo>
                    <a:pt x="2179" y="534"/>
                  </a:lnTo>
                  <a:lnTo>
                    <a:pt x="2179" y="534"/>
                  </a:lnTo>
                  <a:lnTo>
                    <a:pt x="2179" y="533"/>
                  </a:lnTo>
                  <a:lnTo>
                    <a:pt x="2179" y="533"/>
                  </a:lnTo>
                  <a:lnTo>
                    <a:pt x="2181" y="534"/>
                  </a:lnTo>
                  <a:lnTo>
                    <a:pt x="2188" y="540"/>
                  </a:lnTo>
                  <a:lnTo>
                    <a:pt x="2188" y="540"/>
                  </a:lnTo>
                  <a:lnTo>
                    <a:pt x="2190" y="540"/>
                  </a:lnTo>
                  <a:lnTo>
                    <a:pt x="2190" y="539"/>
                  </a:lnTo>
                  <a:lnTo>
                    <a:pt x="2193" y="533"/>
                  </a:lnTo>
                  <a:lnTo>
                    <a:pt x="2193" y="533"/>
                  </a:lnTo>
                  <a:lnTo>
                    <a:pt x="2195" y="528"/>
                  </a:lnTo>
                  <a:lnTo>
                    <a:pt x="2200" y="526"/>
                  </a:lnTo>
                  <a:lnTo>
                    <a:pt x="2200" y="526"/>
                  </a:lnTo>
                  <a:lnTo>
                    <a:pt x="2201" y="524"/>
                  </a:lnTo>
                  <a:lnTo>
                    <a:pt x="2201" y="523"/>
                  </a:lnTo>
                  <a:lnTo>
                    <a:pt x="2199" y="521"/>
                  </a:lnTo>
                  <a:lnTo>
                    <a:pt x="2194" y="519"/>
                  </a:lnTo>
                  <a:close/>
                  <a:moveTo>
                    <a:pt x="582" y="420"/>
                  </a:moveTo>
                  <a:lnTo>
                    <a:pt x="582" y="420"/>
                  </a:lnTo>
                  <a:lnTo>
                    <a:pt x="581" y="418"/>
                  </a:lnTo>
                  <a:lnTo>
                    <a:pt x="581" y="417"/>
                  </a:lnTo>
                  <a:lnTo>
                    <a:pt x="581" y="415"/>
                  </a:lnTo>
                  <a:lnTo>
                    <a:pt x="581" y="415"/>
                  </a:lnTo>
                  <a:lnTo>
                    <a:pt x="579" y="410"/>
                  </a:lnTo>
                  <a:lnTo>
                    <a:pt x="579" y="409"/>
                  </a:lnTo>
                  <a:lnTo>
                    <a:pt x="580" y="407"/>
                  </a:lnTo>
                  <a:lnTo>
                    <a:pt x="580" y="407"/>
                  </a:lnTo>
                  <a:lnTo>
                    <a:pt x="582" y="407"/>
                  </a:lnTo>
                  <a:lnTo>
                    <a:pt x="586" y="409"/>
                  </a:lnTo>
                  <a:lnTo>
                    <a:pt x="590" y="411"/>
                  </a:lnTo>
                  <a:lnTo>
                    <a:pt x="591" y="412"/>
                  </a:lnTo>
                  <a:lnTo>
                    <a:pt x="591" y="412"/>
                  </a:lnTo>
                  <a:lnTo>
                    <a:pt x="590" y="416"/>
                  </a:lnTo>
                  <a:lnTo>
                    <a:pt x="587" y="418"/>
                  </a:lnTo>
                  <a:lnTo>
                    <a:pt x="585" y="420"/>
                  </a:lnTo>
                  <a:lnTo>
                    <a:pt x="582" y="420"/>
                  </a:lnTo>
                  <a:close/>
                  <a:moveTo>
                    <a:pt x="576" y="343"/>
                  </a:moveTo>
                  <a:lnTo>
                    <a:pt x="576" y="343"/>
                  </a:lnTo>
                  <a:lnTo>
                    <a:pt x="577" y="342"/>
                  </a:lnTo>
                  <a:lnTo>
                    <a:pt x="581" y="341"/>
                  </a:lnTo>
                  <a:lnTo>
                    <a:pt x="585" y="340"/>
                  </a:lnTo>
                  <a:lnTo>
                    <a:pt x="587" y="338"/>
                  </a:lnTo>
                  <a:lnTo>
                    <a:pt x="587" y="338"/>
                  </a:lnTo>
                  <a:lnTo>
                    <a:pt x="590" y="337"/>
                  </a:lnTo>
                  <a:lnTo>
                    <a:pt x="593" y="337"/>
                  </a:lnTo>
                  <a:lnTo>
                    <a:pt x="597" y="340"/>
                  </a:lnTo>
                  <a:lnTo>
                    <a:pt x="598" y="342"/>
                  </a:lnTo>
                  <a:lnTo>
                    <a:pt x="598" y="342"/>
                  </a:lnTo>
                  <a:lnTo>
                    <a:pt x="597" y="346"/>
                  </a:lnTo>
                  <a:lnTo>
                    <a:pt x="592" y="351"/>
                  </a:lnTo>
                  <a:lnTo>
                    <a:pt x="587" y="354"/>
                  </a:lnTo>
                  <a:lnTo>
                    <a:pt x="584" y="356"/>
                  </a:lnTo>
                  <a:lnTo>
                    <a:pt x="584" y="356"/>
                  </a:lnTo>
                  <a:lnTo>
                    <a:pt x="581" y="353"/>
                  </a:lnTo>
                  <a:lnTo>
                    <a:pt x="577" y="351"/>
                  </a:lnTo>
                  <a:lnTo>
                    <a:pt x="575" y="347"/>
                  </a:lnTo>
                  <a:lnTo>
                    <a:pt x="575" y="345"/>
                  </a:lnTo>
                  <a:lnTo>
                    <a:pt x="576" y="343"/>
                  </a:lnTo>
                  <a:close/>
                  <a:moveTo>
                    <a:pt x="46" y="757"/>
                  </a:moveTo>
                  <a:lnTo>
                    <a:pt x="46" y="757"/>
                  </a:lnTo>
                  <a:lnTo>
                    <a:pt x="46" y="756"/>
                  </a:lnTo>
                  <a:lnTo>
                    <a:pt x="46" y="755"/>
                  </a:lnTo>
                  <a:lnTo>
                    <a:pt x="50" y="751"/>
                  </a:lnTo>
                  <a:lnTo>
                    <a:pt x="50" y="751"/>
                  </a:lnTo>
                  <a:lnTo>
                    <a:pt x="52" y="751"/>
                  </a:lnTo>
                  <a:lnTo>
                    <a:pt x="53" y="752"/>
                  </a:lnTo>
                  <a:lnTo>
                    <a:pt x="54" y="753"/>
                  </a:lnTo>
                  <a:lnTo>
                    <a:pt x="54" y="753"/>
                  </a:lnTo>
                  <a:lnTo>
                    <a:pt x="53" y="756"/>
                  </a:lnTo>
                  <a:lnTo>
                    <a:pt x="50" y="757"/>
                  </a:lnTo>
                  <a:lnTo>
                    <a:pt x="48" y="758"/>
                  </a:lnTo>
                  <a:lnTo>
                    <a:pt x="46" y="757"/>
                  </a:lnTo>
                  <a:close/>
                  <a:moveTo>
                    <a:pt x="70" y="697"/>
                  </a:moveTo>
                  <a:lnTo>
                    <a:pt x="70" y="697"/>
                  </a:lnTo>
                  <a:lnTo>
                    <a:pt x="69" y="698"/>
                  </a:lnTo>
                  <a:lnTo>
                    <a:pt x="68" y="702"/>
                  </a:lnTo>
                  <a:lnTo>
                    <a:pt x="66" y="705"/>
                  </a:lnTo>
                  <a:lnTo>
                    <a:pt x="66" y="705"/>
                  </a:lnTo>
                  <a:lnTo>
                    <a:pt x="64" y="704"/>
                  </a:lnTo>
                  <a:lnTo>
                    <a:pt x="63" y="703"/>
                  </a:lnTo>
                  <a:lnTo>
                    <a:pt x="62" y="703"/>
                  </a:lnTo>
                  <a:lnTo>
                    <a:pt x="62" y="703"/>
                  </a:lnTo>
                  <a:lnTo>
                    <a:pt x="57" y="703"/>
                  </a:lnTo>
                  <a:lnTo>
                    <a:pt x="55" y="704"/>
                  </a:lnTo>
                  <a:lnTo>
                    <a:pt x="54" y="707"/>
                  </a:lnTo>
                  <a:lnTo>
                    <a:pt x="54" y="707"/>
                  </a:lnTo>
                  <a:lnTo>
                    <a:pt x="54" y="708"/>
                  </a:lnTo>
                  <a:lnTo>
                    <a:pt x="53" y="709"/>
                  </a:lnTo>
                  <a:lnTo>
                    <a:pt x="52" y="709"/>
                  </a:lnTo>
                  <a:lnTo>
                    <a:pt x="49" y="709"/>
                  </a:lnTo>
                  <a:lnTo>
                    <a:pt x="49" y="709"/>
                  </a:lnTo>
                  <a:lnTo>
                    <a:pt x="46" y="705"/>
                  </a:lnTo>
                  <a:lnTo>
                    <a:pt x="44" y="703"/>
                  </a:lnTo>
                  <a:lnTo>
                    <a:pt x="43" y="700"/>
                  </a:lnTo>
                  <a:lnTo>
                    <a:pt x="43" y="700"/>
                  </a:lnTo>
                  <a:lnTo>
                    <a:pt x="42" y="696"/>
                  </a:lnTo>
                  <a:lnTo>
                    <a:pt x="37" y="689"/>
                  </a:lnTo>
                  <a:lnTo>
                    <a:pt x="33" y="684"/>
                  </a:lnTo>
                  <a:lnTo>
                    <a:pt x="31" y="681"/>
                  </a:lnTo>
                  <a:lnTo>
                    <a:pt x="31" y="681"/>
                  </a:lnTo>
                  <a:lnTo>
                    <a:pt x="32" y="673"/>
                  </a:lnTo>
                  <a:lnTo>
                    <a:pt x="33" y="670"/>
                  </a:lnTo>
                  <a:lnTo>
                    <a:pt x="34" y="667"/>
                  </a:lnTo>
                  <a:lnTo>
                    <a:pt x="34" y="667"/>
                  </a:lnTo>
                  <a:lnTo>
                    <a:pt x="39" y="663"/>
                  </a:lnTo>
                  <a:lnTo>
                    <a:pt x="42" y="662"/>
                  </a:lnTo>
                  <a:lnTo>
                    <a:pt x="44" y="662"/>
                  </a:lnTo>
                  <a:lnTo>
                    <a:pt x="44" y="662"/>
                  </a:lnTo>
                  <a:lnTo>
                    <a:pt x="48" y="663"/>
                  </a:lnTo>
                  <a:lnTo>
                    <a:pt x="52" y="666"/>
                  </a:lnTo>
                  <a:lnTo>
                    <a:pt x="58" y="671"/>
                  </a:lnTo>
                  <a:lnTo>
                    <a:pt x="58" y="671"/>
                  </a:lnTo>
                  <a:lnTo>
                    <a:pt x="65" y="682"/>
                  </a:lnTo>
                  <a:lnTo>
                    <a:pt x="71" y="692"/>
                  </a:lnTo>
                  <a:lnTo>
                    <a:pt x="71" y="692"/>
                  </a:lnTo>
                  <a:lnTo>
                    <a:pt x="71" y="696"/>
                  </a:lnTo>
                  <a:lnTo>
                    <a:pt x="70" y="697"/>
                  </a:lnTo>
                  <a:close/>
                  <a:moveTo>
                    <a:pt x="154" y="670"/>
                  </a:moveTo>
                  <a:lnTo>
                    <a:pt x="154" y="670"/>
                  </a:lnTo>
                  <a:lnTo>
                    <a:pt x="154" y="671"/>
                  </a:lnTo>
                  <a:lnTo>
                    <a:pt x="153" y="673"/>
                  </a:lnTo>
                  <a:lnTo>
                    <a:pt x="150" y="675"/>
                  </a:lnTo>
                  <a:lnTo>
                    <a:pt x="149" y="676"/>
                  </a:lnTo>
                  <a:lnTo>
                    <a:pt x="149" y="676"/>
                  </a:lnTo>
                  <a:lnTo>
                    <a:pt x="148" y="673"/>
                  </a:lnTo>
                  <a:lnTo>
                    <a:pt x="146" y="670"/>
                  </a:lnTo>
                  <a:lnTo>
                    <a:pt x="148" y="668"/>
                  </a:lnTo>
                  <a:lnTo>
                    <a:pt x="149" y="668"/>
                  </a:lnTo>
                  <a:lnTo>
                    <a:pt x="150" y="668"/>
                  </a:lnTo>
                  <a:lnTo>
                    <a:pt x="154" y="670"/>
                  </a:lnTo>
                  <a:close/>
                  <a:moveTo>
                    <a:pt x="80" y="615"/>
                  </a:moveTo>
                  <a:lnTo>
                    <a:pt x="80" y="615"/>
                  </a:lnTo>
                  <a:lnTo>
                    <a:pt x="78" y="613"/>
                  </a:lnTo>
                  <a:lnTo>
                    <a:pt x="78" y="609"/>
                  </a:lnTo>
                  <a:lnTo>
                    <a:pt x="78" y="609"/>
                  </a:lnTo>
                  <a:lnTo>
                    <a:pt x="78" y="608"/>
                  </a:lnTo>
                  <a:lnTo>
                    <a:pt x="79" y="607"/>
                  </a:lnTo>
                  <a:lnTo>
                    <a:pt x="82" y="607"/>
                  </a:lnTo>
                  <a:lnTo>
                    <a:pt x="82" y="607"/>
                  </a:lnTo>
                  <a:lnTo>
                    <a:pt x="86" y="609"/>
                  </a:lnTo>
                  <a:lnTo>
                    <a:pt x="89" y="612"/>
                  </a:lnTo>
                  <a:lnTo>
                    <a:pt x="89" y="612"/>
                  </a:lnTo>
                  <a:lnTo>
                    <a:pt x="85" y="614"/>
                  </a:lnTo>
                  <a:lnTo>
                    <a:pt x="82" y="615"/>
                  </a:lnTo>
                  <a:lnTo>
                    <a:pt x="80" y="615"/>
                  </a:lnTo>
                  <a:close/>
                  <a:moveTo>
                    <a:pt x="118" y="673"/>
                  </a:moveTo>
                  <a:lnTo>
                    <a:pt x="118" y="673"/>
                  </a:lnTo>
                  <a:lnTo>
                    <a:pt x="113" y="681"/>
                  </a:lnTo>
                  <a:lnTo>
                    <a:pt x="110" y="683"/>
                  </a:lnTo>
                  <a:lnTo>
                    <a:pt x="110" y="683"/>
                  </a:lnTo>
                  <a:lnTo>
                    <a:pt x="108" y="683"/>
                  </a:lnTo>
                  <a:lnTo>
                    <a:pt x="107" y="682"/>
                  </a:lnTo>
                  <a:lnTo>
                    <a:pt x="107" y="678"/>
                  </a:lnTo>
                  <a:lnTo>
                    <a:pt x="107" y="678"/>
                  </a:lnTo>
                  <a:lnTo>
                    <a:pt x="107" y="676"/>
                  </a:lnTo>
                  <a:lnTo>
                    <a:pt x="106" y="673"/>
                  </a:lnTo>
                  <a:lnTo>
                    <a:pt x="103" y="671"/>
                  </a:lnTo>
                  <a:lnTo>
                    <a:pt x="100" y="668"/>
                  </a:lnTo>
                  <a:lnTo>
                    <a:pt x="100" y="668"/>
                  </a:lnTo>
                  <a:lnTo>
                    <a:pt x="91" y="662"/>
                  </a:lnTo>
                  <a:lnTo>
                    <a:pt x="87" y="660"/>
                  </a:lnTo>
                  <a:lnTo>
                    <a:pt x="87" y="659"/>
                  </a:lnTo>
                  <a:lnTo>
                    <a:pt x="87" y="657"/>
                  </a:lnTo>
                  <a:lnTo>
                    <a:pt x="87" y="657"/>
                  </a:lnTo>
                  <a:lnTo>
                    <a:pt x="89" y="656"/>
                  </a:lnTo>
                  <a:lnTo>
                    <a:pt x="90" y="656"/>
                  </a:lnTo>
                  <a:lnTo>
                    <a:pt x="91" y="656"/>
                  </a:lnTo>
                  <a:lnTo>
                    <a:pt x="92" y="654"/>
                  </a:lnTo>
                  <a:lnTo>
                    <a:pt x="92" y="654"/>
                  </a:lnTo>
                  <a:lnTo>
                    <a:pt x="92" y="651"/>
                  </a:lnTo>
                  <a:lnTo>
                    <a:pt x="91" y="649"/>
                  </a:lnTo>
                  <a:lnTo>
                    <a:pt x="90" y="647"/>
                  </a:lnTo>
                  <a:lnTo>
                    <a:pt x="90" y="645"/>
                  </a:lnTo>
                  <a:lnTo>
                    <a:pt x="90" y="645"/>
                  </a:lnTo>
                  <a:lnTo>
                    <a:pt x="90" y="644"/>
                  </a:lnTo>
                  <a:lnTo>
                    <a:pt x="92" y="643"/>
                  </a:lnTo>
                  <a:lnTo>
                    <a:pt x="95" y="641"/>
                  </a:lnTo>
                  <a:lnTo>
                    <a:pt x="95" y="641"/>
                  </a:lnTo>
                  <a:lnTo>
                    <a:pt x="94" y="638"/>
                  </a:lnTo>
                  <a:lnTo>
                    <a:pt x="94" y="636"/>
                  </a:lnTo>
                  <a:lnTo>
                    <a:pt x="95" y="636"/>
                  </a:lnTo>
                  <a:lnTo>
                    <a:pt x="95" y="636"/>
                  </a:lnTo>
                  <a:lnTo>
                    <a:pt x="97" y="639"/>
                  </a:lnTo>
                  <a:lnTo>
                    <a:pt x="101" y="643"/>
                  </a:lnTo>
                  <a:lnTo>
                    <a:pt x="105" y="645"/>
                  </a:lnTo>
                  <a:lnTo>
                    <a:pt x="106" y="646"/>
                  </a:lnTo>
                  <a:lnTo>
                    <a:pt x="106" y="645"/>
                  </a:lnTo>
                  <a:lnTo>
                    <a:pt x="106" y="645"/>
                  </a:lnTo>
                  <a:lnTo>
                    <a:pt x="106" y="643"/>
                  </a:lnTo>
                  <a:lnTo>
                    <a:pt x="103" y="640"/>
                  </a:lnTo>
                  <a:lnTo>
                    <a:pt x="100" y="635"/>
                  </a:lnTo>
                  <a:lnTo>
                    <a:pt x="96" y="630"/>
                  </a:lnTo>
                  <a:lnTo>
                    <a:pt x="95" y="628"/>
                  </a:lnTo>
                  <a:lnTo>
                    <a:pt x="95" y="628"/>
                  </a:lnTo>
                  <a:lnTo>
                    <a:pt x="95" y="628"/>
                  </a:lnTo>
                  <a:lnTo>
                    <a:pt x="98" y="629"/>
                  </a:lnTo>
                  <a:lnTo>
                    <a:pt x="105" y="634"/>
                  </a:lnTo>
                  <a:lnTo>
                    <a:pt x="110" y="640"/>
                  </a:lnTo>
                  <a:lnTo>
                    <a:pt x="112" y="644"/>
                  </a:lnTo>
                  <a:lnTo>
                    <a:pt x="112" y="644"/>
                  </a:lnTo>
                  <a:lnTo>
                    <a:pt x="110" y="649"/>
                  </a:lnTo>
                  <a:lnTo>
                    <a:pt x="110" y="651"/>
                  </a:lnTo>
                  <a:lnTo>
                    <a:pt x="111" y="655"/>
                  </a:lnTo>
                  <a:lnTo>
                    <a:pt x="111" y="655"/>
                  </a:lnTo>
                  <a:lnTo>
                    <a:pt x="117" y="665"/>
                  </a:lnTo>
                  <a:lnTo>
                    <a:pt x="118" y="670"/>
                  </a:lnTo>
                  <a:lnTo>
                    <a:pt x="119" y="671"/>
                  </a:lnTo>
                  <a:lnTo>
                    <a:pt x="118" y="673"/>
                  </a:lnTo>
                  <a:close/>
                  <a:moveTo>
                    <a:pt x="134" y="702"/>
                  </a:moveTo>
                  <a:lnTo>
                    <a:pt x="134" y="702"/>
                  </a:lnTo>
                  <a:lnTo>
                    <a:pt x="138" y="704"/>
                  </a:lnTo>
                  <a:lnTo>
                    <a:pt x="140" y="707"/>
                  </a:lnTo>
                  <a:lnTo>
                    <a:pt x="140" y="708"/>
                  </a:lnTo>
                  <a:lnTo>
                    <a:pt x="140" y="708"/>
                  </a:lnTo>
                  <a:lnTo>
                    <a:pt x="138" y="708"/>
                  </a:lnTo>
                  <a:lnTo>
                    <a:pt x="135" y="708"/>
                  </a:lnTo>
                  <a:lnTo>
                    <a:pt x="129" y="705"/>
                  </a:lnTo>
                  <a:lnTo>
                    <a:pt x="129" y="705"/>
                  </a:lnTo>
                  <a:lnTo>
                    <a:pt x="129" y="704"/>
                  </a:lnTo>
                  <a:lnTo>
                    <a:pt x="130" y="703"/>
                  </a:lnTo>
                  <a:lnTo>
                    <a:pt x="134" y="702"/>
                  </a:lnTo>
                  <a:close/>
                  <a:moveTo>
                    <a:pt x="161" y="753"/>
                  </a:moveTo>
                  <a:lnTo>
                    <a:pt x="161" y="753"/>
                  </a:lnTo>
                  <a:lnTo>
                    <a:pt x="159" y="753"/>
                  </a:lnTo>
                  <a:lnTo>
                    <a:pt x="156" y="753"/>
                  </a:lnTo>
                  <a:lnTo>
                    <a:pt x="153" y="755"/>
                  </a:lnTo>
                  <a:lnTo>
                    <a:pt x="149" y="756"/>
                  </a:lnTo>
                  <a:lnTo>
                    <a:pt x="149" y="756"/>
                  </a:lnTo>
                  <a:lnTo>
                    <a:pt x="146" y="760"/>
                  </a:lnTo>
                  <a:lnTo>
                    <a:pt x="145" y="762"/>
                  </a:lnTo>
                  <a:lnTo>
                    <a:pt x="145" y="763"/>
                  </a:lnTo>
                  <a:lnTo>
                    <a:pt x="143" y="763"/>
                  </a:lnTo>
                  <a:lnTo>
                    <a:pt x="143" y="763"/>
                  </a:lnTo>
                  <a:lnTo>
                    <a:pt x="142" y="761"/>
                  </a:lnTo>
                  <a:lnTo>
                    <a:pt x="142" y="758"/>
                  </a:lnTo>
                  <a:lnTo>
                    <a:pt x="142" y="756"/>
                  </a:lnTo>
                  <a:lnTo>
                    <a:pt x="140" y="753"/>
                  </a:lnTo>
                  <a:lnTo>
                    <a:pt x="140" y="753"/>
                  </a:lnTo>
                  <a:lnTo>
                    <a:pt x="135" y="750"/>
                  </a:lnTo>
                  <a:lnTo>
                    <a:pt x="133" y="747"/>
                  </a:lnTo>
                  <a:lnTo>
                    <a:pt x="133" y="746"/>
                  </a:lnTo>
                  <a:lnTo>
                    <a:pt x="133" y="745"/>
                  </a:lnTo>
                  <a:lnTo>
                    <a:pt x="133" y="745"/>
                  </a:lnTo>
                  <a:lnTo>
                    <a:pt x="134" y="745"/>
                  </a:lnTo>
                  <a:lnTo>
                    <a:pt x="135" y="745"/>
                  </a:lnTo>
                  <a:lnTo>
                    <a:pt x="138" y="746"/>
                  </a:lnTo>
                  <a:lnTo>
                    <a:pt x="140" y="747"/>
                  </a:lnTo>
                  <a:lnTo>
                    <a:pt x="142" y="747"/>
                  </a:lnTo>
                  <a:lnTo>
                    <a:pt x="143" y="746"/>
                  </a:lnTo>
                  <a:lnTo>
                    <a:pt x="143" y="746"/>
                  </a:lnTo>
                  <a:lnTo>
                    <a:pt x="145" y="744"/>
                  </a:lnTo>
                  <a:lnTo>
                    <a:pt x="145" y="741"/>
                  </a:lnTo>
                  <a:lnTo>
                    <a:pt x="144" y="739"/>
                  </a:lnTo>
                  <a:lnTo>
                    <a:pt x="143" y="737"/>
                  </a:lnTo>
                  <a:lnTo>
                    <a:pt x="143" y="737"/>
                  </a:lnTo>
                  <a:lnTo>
                    <a:pt x="140" y="736"/>
                  </a:lnTo>
                  <a:lnTo>
                    <a:pt x="139" y="734"/>
                  </a:lnTo>
                  <a:lnTo>
                    <a:pt x="140" y="731"/>
                  </a:lnTo>
                  <a:lnTo>
                    <a:pt x="143" y="731"/>
                  </a:lnTo>
                  <a:lnTo>
                    <a:pt x="143" y="731"/>
                  </a:lnTo>
                  <a:lnTo>
                    <a:pt x="145" y="731"/>
                  </a:lnTo>
                  <a:lnTo>
                    <a:pt x="148" y="734"/>
                  </a:lnTo>
                  <a:lnTo>
                    <a:pt x="155" y="741"/>
                  </a:lnTo>
                  <a:lnTo>
                    <a:pt x="160" y="748"/>
                  </a:lnTo>
                  <a:lnTo>
                    <a:pt x="161" y="751"/>
                  </a:lnTo>
                  <a:lnTo>
                    <a:pt x="161" y="753"/>
                  </a:lnTo>
                  <a:close/>
                  <a:moveTo>
                    <a:pt x="399" y="721"/>
                  </a:moveTo>
                  <a:lnTo>
                    <a:pt x="399" y="721"/>
                  </a:lnTo>
                  <a:lnTo>
                    <a:pt x="396" y="725"/>
                  </a:lnTo>
                  <a:lnTo>
                    <a:pt x="395" y="728"/>
                  </a:lnTo>
                  <a:lnTo>
                    <a:pt x="395" y="728"/>
                  </a:lnTo>
                  <a:lnTo>
                    <a:pt x="396" y="730"/>
                  </a:lnTo>
                  <a:lnTo>
                    <a:pt x="398" y="731"/>
                  </a:lnTo>
                  <a:lnTo>
                    <a:pt x="396" y="732"/>
                  </a:lnTo>
                  <a:lnTo>
                    <a:pt x="396" y="732"/>
                  </a:lnTo>
                  <a:lnTo>
                    <a:pt x="395" y="735"/>
                  </a:lnTo>
                  <a:lnTo>
                    <a:pt x="394" y="737"/>
                  </a:lnTo>
                  <a:lnTo>
                    <a:pt x="394" y="737"/>
                  </a:lnTo>
                  <a:lnTo>
                    <a:pt x="395" y="744"/>
                  </a:lnTo>
                  <a:lnTo>
                    <a:pt x="395" y="747"/>
                  </a:lnTo>
                  <a:lnTo>
                    <a:pt x="395" y="748"/>
                  </a:lnTo>
                  <a:lnTo>
                    <a:pt x="394" y="748"/>
                  </a:lnTo>
                  <a:lnTo>
                    <a:pt x="394" y="748"/>
                  </a:lnTo>
                  <a:lnTo>
                    <a:pt x="389" y="747"/>
                  </a:lnTo>
                  <a:lnTo>
                    <a:pt x="387" y="745"/>
                  </a:lnTo>
                  <a:lnTo>
                    <a:pt x="387" y="742"/>
                  </a:lnTo>
                  <a:lnTo>
                    <a:pt x="387" y="742"/>
                  </a:lnTo>
                  <a:lnTo>
                    <a:pt x="387" y="740"/>
                  </a:lnTo>
                  <a:lnTo>
                    <a:pt x="388" y="737"/>
                  </a:lnTo>
                  <a:lnTo>
                    <a:pt x="389" y="736"/>
                  </a:lnTo>
                  <a:lnTo>
                    <a:pt x="389" y="735"/>
                  </a:lnTo>
                  <a:lnTo>
                    <a:pt x="389" y="735"/>
                  </a:lnTo>
                  <a:lnTo>
                    <a:pt x="388" y="732"/>
                  </a:lnTo>
                  <a:lnTo>
                    <a:pt x="387" y="731"/>
                  </a:lnTo>
                  <a:lnTo>
                    <a:pt x="385" y="730"/>
                  </a:lnTo>
                  <a:lnTo>
                    <a:pt x="384" y="728"/>
                  </a:lnTo>
                  <a:lnTo>
                    <a:pt x="384" y="728"/>
                  </a:lnTo>
                  <a:lnTo>
                    <a:pt x="387" y="726"/>
                  </a:lnTo>
                  <a:lnTo>
                    <a:pt x="390" y="724"/>
                  </a:lnTo>
                  <a:lnTo>
                    <a:pt x="394" y="721"/>
                  </a:lnTo>
                  <a:lnTo>
                    <a:pt x="395" y="720"/>
                  </a:lnTo>
                  <a:lnTo>
                    <a:pt x="395" y="719"/>
                  </a:lnTo>
                  <a:lnTo>
                    <a:pt x="395" y="719"/>
                  </a:lnTo>
                  <a:lnTo>
                    <a:pt x="393" y="710"/>
                  </a:lnTo>
                  <a:lnTo>
                    <a:pt x="393" y="707"/>
                  </a:lnTo>
                  <a:lnTo>
                    <a:pt x="393" y="707"/>
                  </a:lnTo>
                  <a:lnTo>
                    <a:pt x="394" y="707"/>
                  </a:lnTo>
                  <a:lnTo>
                    <a:pt x="394" y="707"/>
                  </a:lnTo>
                  <a:lnTo>
                    <a:pt x="396" y="710"/>
                  </a:lnTo>
                  <a:lnTo>
                    <a:pt x="398" y="714"/>
                  </a:lnTo>
                  <a:lnTo>
                    <a:pt x="399" y="718"/>
                  </a:lnTo>
                  <a:lnTo>
                    <a:pt x="399" y="721"/>
                  </a:lnTo>
                  <a:close/>
                  <a:moveTo>
                    <a:pt x="822" y="402"/>
                  </a:moveTo>
                  <a:lnTo>
                    <a:pt x="822" y="402"/>
                  </a:lnTo>
                  <a:lnTo>
                    <a:pt x="821" y="401"/>
                  </a:lnTo>
                  <a:lnTo>
                    <a:pt x="820" y="400"/>
                  </a:lnTo>
                  <a:lnTo>
                    <a:pt x="819" y="395"/>
                  </a:lnTo>
                  <a:lnTo>
                    <a:pt x="819" y="384"/>
                  </a:lnTo>
                  <a:lnTo>
                    <a:pt x="819" y="384"/>
                  </a:lnTo>
                  <a:lnTo>
                    <a:pt x="819" y="383"/>
                  </a:lnTo>
                  <a:lnTo>
                    <a:pt x="820" y="382"/>
                  </a:lnTo>
                  <a:lnTo>
                    <a:pt x="822" y="380"/>
                  </a:lnTo>
                  <a:lnTo>
                    <a:pt x="825" y="382"/>
                  </a:lnTo>
                  <a:lnTo>
                    <a:pt x="826" y="383"/>
                  </a:lnTo>
                  <a:lnTo>
                    <a:pt x="826" y="383"/>
                  </a:lnTo>
                  <a:lnTo>
                    <a:pt x="825" y="393"/>
                  </a:lnTo>
                  <a:lnTo>
                    <a:pt x="824" y="399"/>
                  </a:lnTo>
                  <a:lnTo>
                    <a:pt x="824" y="401"/>
                  </a:lnTo>
                  <a:lnTo>
                    <a:pt x="822" y="402"/>
                  </a:lnTo>
                  <a:close/>
                  <a:moveTo>
                    <a:pt x="973" y="217"/>
                  </a:moveTo>
                  <a:lnTo>
                    <a:pt x="973" y="217"/>
                  </a:lnTo>
                  <a:lnTo>
                    <a:pt x="971" y="213"/>
                  </a:lnTo>
                  <a:lnTo>
                    <a:pt x="971" y="212"/>
                  </a:lnTo>
                  <a:lnTo>
                    <a:pt x="973" y="209"/>
                  </a:lnTo>
                  <a:lnTo>
                    <a:pt x="971" y="207"/>
                  </a:lnTo>
                  <a:lnTo>
                    <a:pt x="971" y="207"/>
                  </a:lnTo>
                  <a:lnTo>
                    <a:pt x="969" y="203"/>
                  </a:lnTo>
                  <a:lnTo>
                    <a:pt x="968" y="203"/>
                  </a:lnTo>
                  <a:lnTo>
                    <a:pt x="968" y="202"/>
                  </a:lnTo>
                  <a:lnTo>
                    <a:pt x="968" y="202"/>
                  </a:lnTo>
                  <a:lnTo>
                    <a:pt x="970" y="202"/>
                  </a:lnTo>
                  <a:lnTo>
                    <a:pt x="975" y="202"/>
                  </a:lnTo>
                  <a:lnTo>
                    <a:pt x="979" y="202"/>
                  </a:lnTo>
                  <a:lnTo>
                    <a:pt x="982" y="201"/>
                  </a:lnTo>
                  <a:lnTo>
                    <a:pt x="982" y="201"/>
                  </a:lnTo>
                  <a:lnTo>
                    <a:pt x="984" y="198"/>
                  </a:lnTo>
                  <a:lnTo>
                    <a:pt x="985" y="194"/>
                  </a:lnTo>
                  <a:lnTo>
                    <a:pt x="985" y="191"/>
                  </a:lnTo>
                  <a:lnTo>
                    <a:pt x="984" y="188"/>
                  </a:lnTo>
                  <a:lnTo>
                    <a:pt x="984" y="188"/>
                  </a:lnTo>
                  <a:lnTo>
                    <a:pt x="982" y="186"/>
                  </a:lnTo>
                  <a:lnTo>
                    <a:pt x="982" y="182"/>
                  </a:lnTo>
                  <a:lnTo>
                    <a:pt x="984" y="181"/>
                  </a:lnTo>
                  <a:lnTo>
                    <a:pt x="986" y="181"/>
                  </a:lnTo>
                  <a:lnTo>
                    <a:pt x="986" y="181"/>
                  </a:lnTo>
                  <a:lnTo>
                    <a:pt x="989" y="181"/>
                  </a:lnTo>
                  <a:lnTo>
                    <a:pt x="989" y="183"/>
                  </a:lnTo>
                  <a:lnTo>
                    <a:pt x="990" y="187"/>
                  </a:lnTo>
                  <a:lnTo>
                    <a:pt x="991" y="191"/>
                  </a:lnTo>
                  <a:lnTo>
                    <a:pt x="992" y="193"/>
                  </a:lnTo>
                  <a:lnTo>
                    <a:pt x="993" y="193"/>
                  </a:lnTo>
                  <a:lnTo>
                    <a:pt x="993" y="193"/>
                  </a:lnTo>
                  <a:lnTo>
                    <a:pt x="996" y="193"/>
                  </a:lnTo>
                  <a:lnTo>
                    <a:pt x="1000" y="193"/>
                  </a:lnTo>
                  <a:lnTo>
                    <a:pt x="1003" y="192"/>
                  </a:lnTo>
                  <a:lnTo>
                    <a:pt x="1005" y="193"/>
                  </a:lnTo>
                  <a:lnTo>
                    <a:pt x="1005" y="193"/>
                  </a:lnTo>
                  <a:lnTo>
                    <a:pt x="1006" y="199"/>
                  </a:lnTo>
                  <a:lnTo>
                    <a:pt x="1005" y="202"/>
                  </a:lnTo>
                  <a:lnTo>
                    <a:pt x="1005" y="203"/>
                  </a:lnTo>
                  <a:lnTo>
                    <a:pt x="1003" y="203"/>
                  </a:lnTo>
                  <a:lnTo>
                    <a:pt x="1003" y="203"/>
                  </a:lnTo>
                  <a:lnTo>
                    <a:pt x="1001" y="202"/>
                  </a:lnTo>
                  <a:lnTo>
                    <a:pt x="1000" y="201"/>
                  </a:lnTo>
                  <a:lnTo>
                    <a:pt x="1000" y="201"/>
                  </a:lnTo>
                  <a:lnTo>
                    <a:pt x="997" y="201"/>
                  </a:lnTo>
                  <a:lnTo>
                    <a:pt x="997" y="201"/>
                  </a:lnTo>
                  <a:lnTo>
                    <a:pt x="996" y="202"/>
                  </a:lnTo>
                  <a:lnTo>
                    <a:pt x="996" y="203"/>
                  </a:lnTo>
                  <a:lnTo>
                    <a:pt x="996" y="205"/>
                  </a:lnTo>
                  <a:lnTo>
                    <a:pt x="995" y="205"/>
                  </a:lnTo>
                  <a:lnTo>
                    <a:pt x="995" y="205"/>
                  </a:lnTo>
                  <a:lnTo>
                    <a:pt x="992" y="204"/>
                  </a:lnTo>
                  <a:lnTo>
                    <a:pt x="991" y="203"/>
                  </a:lnTo>
                  <a:lnTo>
                    <a:pt x="990" y="204"/>
                  </a:lnTo>
                  <a:lnTo>
                    <a:pt x="990" y="204"/>
                  </a:lnTo>
                  <a:lnTo>
                    <a:pt x="990" y="205"/>
                  </a:lnTo>
                  <a:lnTo>
                    <a:pt x="990" y="208"/>
                  </a:lnTo>
                  <a:lnTo>
                    <a:pt x="990" y="210"/>
                  </a:lnTo>
                  <a:lnTo>
                    <a:pt x="989" y="210"/>
                  </a:lnTo>
                  <a:lnTo>
                    <a:pt x="989" y="210"/>
                  </a:lnTo>
                  <a:lnTo>
                    <a:pt x="984" y="213"/>
                  </a:lnTo>
                  <a:lnTo>
                    <a:pt x="981" y="213"/>
                  </a:lnTo>
                  <a:lnTo>
                    <a:pt x="980" y="213"/>
                  </a:lnTo>
                  <a:lnTo>
                    <a:pt x="980" y="213"/>
                  </a:lnTo>
                  <a:lnTo>
                    <a:pt x="980" y="212"/>
                  </a:lnTo>
                  <a:lnTo>
                    <a:pt x="980" y="209"/>
                  </a:lnTo>
                  <a:lnTo>
                    <a:pt x="981" y="208"/>
                  </a:lnTo>
                  <a:lnTo>
                    <a:pt x="980" y="207"/>
                  </a:lnTo>
                  <a:lnTo>
                    <a:pt x="980" y="207"/>
                  </a:lnTo>
                  <a:lnTo>
                    <a:pt x="979" y="207"/>
                  </a:lnTo>
                  <a:lnTo>
                    <a:pt x="977" y="209"/>
                  </a:lnTo>
                  <a:lnTo>
                    <a:pt x="976" y="213"/>
                  </a:lnTo>
                  <a:lnTo>
                    <a:pt x="974" y="217"/>
                  </a:lnTo>
                  <a:lnTo>
                    <a:pt x="974" y="218"/>
                  </a:lnTo>
                  <a:lnTo>
                    <a:pt x="973" y="217"/>
                  </a:lnTo>
                  <a:close/>
                  <a:moveTo>
                    <a:pt x="980" y="484"/>
                  </a:moveTo>
                  <a:lnTo>
                    <a:pt x="980" y="484"/>
                  </a:lnTo>
                  <a:lnTo>
                    <a:pt x="977" y="484"/>
                  </a:lnTo>
                  <a:lnTo>
                    <a:pt x="976" y="484"/>
                  </a:lnTo>
                  <a:lnTo>
                    <a:pt x="975" y="481"/>
                  </a:lnTo>
                  <a:lnTo>
                    <a:pt x="975" y="479"/>
                  </a:lnTo>
                  <a:lnTo>
                    <a:pt x="975" y="479"/>
                  </a:lnTo>
                  <a:lnTo>
                    <a:pt x="980" y="469"/>
                  </a:lnTo>
                  <a:lnTo>
                    <a:pt x="982" y="464"/>
                  </a:lnTo>
                  <a:lnTo>
                    <a:pt x="985" y="460"/>
                  </a:lnTo>
                  <a:lnTo>
                    <a:pt x="985" y="460"/>
                  </a:lnTo>
                  <a:lnTo>
                    <a:pt x="987" y="459"/>
                  </a:lnTo>
                  <a:lnTo>
                    <a:pt x="990" y="459"/>
                  </a:lnTo>
                  <a:lnTo>
                    <a:pt x="991" y="459"/>
                  </a:lnTo>
                  <a:lnTo>
                    <a:pt x="992" y="460"/>
                  </a:lnTo>
                  <a:lnTo>
                    <a:pt x="992" y="460"/>
                  </a:lnTo>
                  <a:lnTo>
                    <a:pt x="991" y="466"/>
                  </a:lnTo>
                  <a:lnTo>
                    <a:pt x="987" y="474"/>
                  </a:lnTo>
                  <a:lnTo>
                    <a:pt x="982" y="481"/>
                  </a:lnTo>
                  <a:lnTo>
                    <a:pt x="980" y="484"/>
                  </a:lnTo>
                  <a:close/>
                  <a:moveTo>
                    <a:pt x="1007" y="454"/>
                  </a:moveTo>
                  <a:lnTo>
                    <a:pt x="1007" y="454"/>
                  </a:lnTo>
                  <a:lnTo>
                    <a:pt x="1001" y="453"/>
                  </a:lnTo>
                  <a:lnTo>
                    <a:pt x="1000" y="453"/>
                  </a:lnTo>
                  <a:lnTo>
                    <a:pt x="998" y="452"/>
                  </a:lnTo>
                  <a:lnTo>
                    <a:pt x="998" y="452"/>
                  </a:lnTo>
                  <a:lnTo>
                    <a:pt x="1000" y="447"/>
                  </a:lnTo>
                  <a:lnTo>
                    <a:pt x="1001" y="442"/>
                  </a:lnTo>
                  <a:lnTo>
                    <a:pt x="1001" y="442"/>
                  </a:lnTo>
                  <a:lnTo>
                    <a:pt x="1002" y="439"/>
                  </a:lnTo>
                  <a:lnTo>
                    <a:pt x="1005" y="437"/>
                  </a:lnTo>
                  <a:lnTo>
                    <a:pt x="1007" y="436"/>
                  </a:lnTo>
                  <a:lnTo>
                    <a:pt x="1008" y="436"/>
                  </a:lnTo>
                  <a:lnTo>
                    <a:pt x="1008" y="436"/>
                  </a:lnTo>
                  <a:lnTo>
                    <a:pt x="1008" y="436"/>
                  </a:lnTo>
                  <a:lnTo>
                    <a:pt x="1008" y="438"/>
                  </a:lnTo>
                  <a:lnTo>
                    <a:pt x="1007" y="441"/>
                  </a:lnTo>
                  <a:lnTo>
                    <a:pt x="1006" y="442"/>
                  </a:lnTo>
                  <a:lnTo>
                    <a:pt x="1005" y="444"/>
                  </a:lnTo>
                  <a:lnTo>
                    <a:pt x="1005" y="444"/>
                  </a:lnTo>
                  <a:lnTo>
                    <a:pt x="1007" y="450"/>
                  </a:lnTo>
                  <a:lnTo>
                    <a:pt x="1007" y="453"/>
                  </a:lnTo>
                  <a:lnTo>
                    <a:pt x="1007" y="454"/>
                  </a:lnTo>
                  <a:lnTo>
                    <a:pt x="1007" y="454"/>
                  </a:lnTo>
                  <a:close/>
                  <a:moveTo>
                    <a:pt x="1007" y="423"/>
                  </a:moveTo>
                  <a:lnTo>
                    <a:pt x="1007" y="423"/>
                  </a:lnTo>
                  <a:lnTo>
                    <a:pt x="1000" y="423"/>
                  </a:lnTo>
                  <a:lnTo>
                    <a:pt x="996" y="423"/>
                  </a:lnTo>
                  <a:lnTo>
                    <a:pt x="993" y="422"/>
                  </a:lnTo>
                  <a:lnTo>
                    <a:pt x="993" y="422"/>
                  </a:lnTo>
                  <a:lnTo>
                    <a:pt x="992" y="420"/>
                  </a:lnTo>
                  <a:lnTo>
                    <a:pt x="991" y="418"/>
                  </a:lnTo>
                  <a:lnTo>
                    <a:pt x="992" y="417"/>
                  </a:lnTo>
                  <a:lnTo>
                    <a:pt x="995" y="417"/>
                  </a:lnTo>
                  <a:lnTo>
                    <a:pt x="995" y="417"/>
                  </a:lnTo>
                  <a:lnTo>
                    <a:pt x="1005" y="417"/>
                  </a:lnTo>
                  <a:lnTo>
                    <a:pt x="1008" y="417"/>
                  </a:lnTo>
                  <a:lnTo>
                    <a:pt x="1009" y="417"/>
                  </a:lnTo>
                  <a:lnTo>
                    <a:pt x="1011" y="418"/>
                  </a:lnTo>
                  <a:lnTo>
                    <a:pt x="1011" y="418"/>
                  </a:lnTo>
                  <a:lnTo>
                    <a:pt x="1009" y="422"/>
                  </a:lnTo>
                  <a:lnTo>
                    <a:pt x="1007" y="423"/>
                  </a:lnTo>
                  <a:close/>
                  <a:moveTo>
                    <a:pt x="1073" y="172"/>
                  </a:moveTo>
                  <a:lnTo>
                    <a:pt x="1073" y="172"/>
                  </a:lnTo>
                  <a:lnTo>
                    <a:pt x="1075" y="173"/>
                  </a:lnTo>
                  <a:lnTo>
                    <a:pt x="1077" y="176"/>
                  </a:lnTo>
                  <a:lnTo>
                    <a:pt x="1078" y="178"/>
                  </a:lnTo>
                  <a:lnTo>
                    <a:pt x="1078" y="181"/>
                  </a:lnTo>
                  <a:lnTo>
                    <a:pt x="1078" y="181"/>
                  </a:lnTo>
                  <a:lnTo>
                    <a:pt x="1075" y="183"/>
                  </a:lnTo>
                  <a:lnTo>
                    <a:pt x="1073" y="183"/>
                  </a:lnTo>
                  <a:lnTo>
                    <a:pt x="1071" y="182"/>
                  </a:lnTo>
                  <a:lnTo>
                    <a:pt x="1071" y="182"/>
                  </a:lnTo>
                  <a:lnTo>
                    <a:pt x="1070" y="180"/>
                  </a:lnTo>
                  <a:lnTo>
                    <a:pt x="1070" y="176"/>
                  </a:lnTo>
                  <a:lnTo>
                    <a:pt x="1071" y="173"/>
                  </a:lnTo>
                  <a:lnTo>
                    <a:pt x="1073" y="172"/>
                  </a:lnTo>
                  <a:close/>
                  <a:moveTo>
                    <a:pt x="1118" y="837"/>
                  </a:moveTo>
                  <a:lnTo>
                    <a:pt x="1118" y="837"/>
                  </a:lnTo>
                  <a:lnTo>
                    <a:pt x="1114" y="847"/>
                  </a:lnTo>
                  <a:lnTo>
                    <a:pt x="1113" y="854"/>
                  </a:lnTo>
                  <a:lnTo>
                    <a:pt x="1113" y="854"/>
                  </a:lnTo>
                  <a:lnTo>
                    <a:pt x="1113" y="857"/>
                  </a:lnTo>
                  <a:lnTo>
                    <a:pt x="1112" y="858"/>
                  </a:lnTo>
                  <a:lnTo>
                    <a:pt x="1107" y="859"/>
                  </a:lnTo>
                  <a:lnTo>
                    <a:pt x="1107" y="859"/>
                  </a:lnTo>
                  <a:lnTo>
                    <a:pt x="1104" y="860"/>
                  </a:lnTo>
                  <a:lnTo>
                    <a:pt x="1104" y="862"/>
                  </a:lnTo>
                  <a:lnTo>
                    <a:pt x="1107" y="865"/>
                  </a:lnTo>
                  <a:lnTo>
                    <a:pt x="1107" y="865"/>
                  </a:lnTo>
                  <a:lnTo>
                    <a:pt x="1108" y="867"/>
                  </a:lnTo>
                  <a:lnTo>
                    <a:pt x="1107" y="869"/>
                  </a:lnTo>
                  <a:lnTo>
                    <a:pt x="1102" y="872"/>
                  </a:lnTo>
                  <a:lnTo>
                    <a:pt x="1102" y="872"/>
                  </a:lnTo>
                  <a:lnTo>
                    <a:pt x="1098" y="874"/>
                  </a:lnTo>
                  <a:lnTo>
                    <a:pt x="1093" y="879"/>
                  </a:lnTo>
                  <a:lnTo>
                    <a:pt x="1088" y="885"/>
                  </a:lnTo>
                  <a:lnTo>
                    <a:pt x="1083" y="889"/>
                  </a:lnTo>
                  <a:lnTo>
                    <a:pt x="1083" y="889"/>
                  </a:lnTo>
                  <a:lnTo>
                    <a:pt x="1077" y="893"/>
                  </a:lnTo>
                  <a:lnTo>
                    <a:pt x="1073" y="895"/>
                  </a:lnTo>
                  <a:lnTo>
                    <a:pt x="1070" y="899"/>
                  </a:lnTo>
                  <a:lnTo>
                    <a:pt x="1069" y="904"/>
                  </a:lnTo>
                  <a:lnTo>
                    <a:pt x="1069" y="904"/>
                  </a:lnTo>
                  <a:lnTo>
                    <a:pt x="1067" y="907"/>
                  </a:lnTo>
                  <a:lnTo>
                    <a:pt x="1065" y="910"/>
                  </a:lnTo>
                  <a:lnTo>
                    <a:pt x="1059" y="913"/>
                  </a:lnTo>
                  <a:lnTo>
                    <a:pt x="1059" y="913"/>
                  </a:lnTo>
                  <a:lnTo>
                    <a:pt x="1054" y="915"/>
                  </a:lnTo>
                  <a:lnTo>
                    <a:pt x="1050" y="913"/>
                  </a:lnTo>
                  <a:lnTo>
                    <a:pt x="1044" y="913"/>
                  </a:lnTo>
                  <a:lnTo>
                    <a:pt x="1044" y="913"/>
                  </a:lnTo>
                  <a:lnTo>
                    <a:pt x="1044" y="913"/>
                  </a:lnTo>
                  <a:lnTo>
                    <a:pt x="1044" y="912"/>
                  </a:lnTo>
                  <a:lnTo>
                    <a:pt x="1046" y="911"/>
                  </a:lnTo>
                  <a:lnTo>
                    <a:pt x="1054" y="907"/>
                  </a:lnTo>
                  <a:lnTo>
                    <a:pt x="1054" y="907"/>
                  </a:lnTo>
                  <a:lnTo>
                    <a:pt x="1056" y="905"/>
                  </a:lnTo>
                  <a:lnTo>
                    <a:pt x="1060" y="901"/>
                  </a:lnTo>
                  <a:lnTo>
                    <a:pt x="1066" y="894"/>
                  </a:lnTo>
                  <a:lnTo>
                    <a:pt x="1066" y="894"/>
                  </a:lnTo>
                  <a:lnTo>
                    <a:pt x="1072" y="885"/>
                  </a:lnTo>
                  <a:lnTo>
                    <a:pt x="1078" y="878"/>
                  </a:lnTo>
                  <a:lnTo>
                    <a:pt x="1078" y="878"/>
                  </a:lnTo>
                  <a:lnTo>
                    <a:pt x="1083" y="869"/>
                  </a:lnTo>
                  <a:lnTo>
                    <a:pt x="1087" y="865"/>
                  </a:lnTo>
                  <a:lnTo>
                    <a:pt x="1092" y="862"/>
                  </a:lnTo>
                  <a:lnTo>
                    <a:pt x="1092" y="862"/>
                  </a:lnTo>
                  <a:lnTo>
                    <a:pt x="1097" y="857"/>
                  </a:lnTo>
                  <a:lnTo>
                    <a:pt x="1103" y="848"/>
                  </a:lnTo>
                  <a:lnTo>
                    <a:pt x="1112" y="833"/>
                  </a:lnTo>
                  <a:lnTo>
                    <a:pt x="1112" y="833"/>
                  </a:lnTo>
                  <a:lnTo>
                    <a:pt x="1115" y="826"/>
                  </a:lnTo>
                  <a:lnTo>
                    <a:pt x="1118" y="822"/>
                  </a:lnTo>
                  <a:lnTo>
                    <a:pt x="1120" y="820"/>
                  </a:lnTo>
                  <a:lnTo>
                    <a:pt x="1120" y="820"/>
                  </a:lnTo>
                  <a:lnTo>
                    <a:pt x="1120" y="820"/>
                  </a:lnTo>
                  <a:lnTo>
                    <a:pt x="1121" y="821"/>
                  </a:lnTo>
                  <a:lnTo>
                    <a:pt x="1121" y="826"/>
                  </a:lnTo>
                  <a:lnTo>
                    <a:pt x="1120" y="832"/>
                  </a:lnTo>
                  <a:lnTo>
                    <a:pt x="1118" y="83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0" name="Freeform 1019"/>
            <p:cNvSpPr>
              <a:spLocks/>
            </p:cNvSpPr>
            <p:nvPr/>
          </p:nvSpPr>
          <p:spPr bwMode="gray">
            <a:xfrm>
              <a:off x="2498151" y="2578766"/>
              <a:ext cx="50251" cy="56936"/>
            </a:xfrm>
            <a:custGeom>
              <a:avLst/>
              <a:gdLst>
                <a:gd name="T0" fmla="*/ 17 w 17"/>
                <a:gd name="T1" fmla="*/ 8 h 19"/>
                <a:gd name="T2" fmla="*/ 17 w 17"/>
                <a:gd name="T3" fmla="*/ 8 h 19"/>
                <a:gd name="T4" fmla="*/ 17 w 17"/>
                <a:gd name="T5" fmla="*/ 2 h 19"/>
                <a:gd name="T6" fmla="*/ 17 w 17"/>
                <a:gd name="T7" fmla="*/ 0 h 19"/>
                <a:gd name="T8" fmla="*/ 15 w 17"/>
                <a:gd name="T9" fmla="*/ 0 h 19"/>
                <a:gd name="T10" fmla="*/ 15 w 17"/>
                <a:gd name="T11" fmla="*/ 0 h 19"/>
                <a:gd name="T12" fmla="*/ 7 w 17"/>
                <a:gd name="T13" fmla="*/ 5 h 19"/>
                <a:gd name="T14" fmla="*/ 2 w 17"/>
                <a:gd name="T15" fmla="*/ 8 h 19"/>
                <a:gd name="T16" fmla="*/ 1 w 17"/>
                <a:gd name="T17" fmla="*/ 10 h 19"/>
                <a:gd name="T18" fmla="*/ 1 w 17"/>
                <a:gd name="T19" fmla="*/ 10 h 19"/>
                <a:gd name="T20" fmla="*/ 0 w 17"/>
                <a:gd name="T21" fmla="*/ 15 h 19"/>
                <a:gd name="T22" fmla="*/ 0 w 17"/>
                <a:gd name="T23" fmla="*/ 18 h 19"/>
                <a:gd name="T24" fmla="*/ 1 w 17"/>
                <a:gd name="T25" fmla="*/ 19 h 19"/>
                <a:gd name="T26" fmla="*/ 1 w 17"/>
                <a:gd name="T27" fmla="*/ 19 h 19"/>
                <a:gd name="T28" fmla="*/ 6 w 17"/>
                <a:gd name="T29" fmla="*/ 18 h 19"/>
                <a:gd name="T30" fmla="*/ 11 w 17"/>
                <a:gd name="T31" fmla="*/ 14 h 19"/>
                <a:gd name="T32" fmla="*/ 16 w 17"/>
                <a:gd name="T33" fmla="*/ 12 h 19"/>
                <a:gd name="T34" fmla="*/ 17 w 17"/>
                <a:gd name="T35" fmla="*/ 10 h 19"/>
                <a:gd name="T36" fmla="*/ 17 w 17"/>
                <a:gd name="T37" fmla="*/ 8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9">
                  <a:moveTo>
                    <a:pt x="17" y="8"/>
                  </a:moveTo>
                  <a:lnTo>
                    <a:pt x="17" y="8"/>
                  </a:lnTo>
                  <a:lnTo>
                    <a:pt x="17" y="2"/>
                  </a:lnTo>
                  <a:lnTo>
                    <a:pt x="17" y="0"/>
                  </a:lnTo>
                  <a:lnTo>
                    <a:pt x="15" y="0"/>
                  </a:lnTo>
                  <a:lnTo>
                    <a:pt x="15" y="0"/>
                  </a:lnTo>
                  <a:lnTo>
                    <a:pt x="7" y="5"/>
                  </a:lnTo>
                  <a:lnTo>
                    <a:pt x="2" y="8"/>
                  </a:lnTo>
                  <a:lnTo>
                    <a:pt x="1" y="10"/>
                  </a:lnTo>
                  <a:lnTo>
                    <a:pt x="1" y="10"/>
                  </a:lnTo>
                  <a:lnTo>
                    <a:pt x="0" y="15"/>
                  </a:lnTo>
                  <a:lnTo>
                    <a:pt x="0" y="18"/>
                  </a:lnTo>
                  <a:lnTo>
                    <a:pt x="1" y="19"/>
                  </a:lnTo>
                  <a:lnTo>
                    <a:pt x="1" y="19"/>
                  </a:lnTo>
                  <a:lnTo>
                    <a:pt x="6" y="18"/>
                  </a:lnTo>
                  <a:lnTo>
                    <a:pt x="11" y="14"/>
                  </a:lnTo>
                  <a:lnTo>
                    <a:pt x="16" y="12"/>
                  </a:lnTo>
                  <a:lnTo>
                    <a:pt x="17" y="10"/>
                  </a:lnTo>
                  <a:lnTo>
                    <a:pt x="17" y="8"/>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2" name="Freeform 1065"/>
            <p:cNvSpPr>
              <a:spLocks/>
            </p:cNvSpPr>
            <p:nvPr/>
          </p:nvSpPr>
          <p:spPr bwMode="gray">
            <a:xfrm>
              <a:off x="2048860" y="3999175"/>
              <a:ext cx="70940" cy="71919"/>
            </a:xfrm>
            <a:custGeom>
              <a:avLst/>
              <a:gdLst>
                <a:gd name="T0" fmla="*/ 15 w 24"/>
                <a:gd name="T1" fmla="*/ 24 h 24"/>
                <a:gd name="T2" fmla="*/ 15 w 24"/>
                <a:gd name="T3" fmla="*/ 24 h 24"/>
                <a:gd name="T4" fmla="*/ 13 w 24"/>
                <a:gd name="T5" fmla="*/ 23 h 24"/>
                <a:gd name="T6" fmla="*/ 11 w 24"/>
                <a:gd name="T7" fmla="*/ 20 h 24"/>
                <a:gd name="T8" fmla="*/ 10 w 24"/>
                <a:gd name="T9" fmla="*/ 18 h 24"/>
                <a:gd name="T10" fmla="*/ 6 w 24"/>
                <a:gd name="T11" fmla="*/ 15 h 24"/>
                <a:gd name="T12" fmla="*/ 6 w 24"/>
                <a:gd name="T13" fmla="*/ 15 h 24"/>
                <a:gd name="T14" fmla="*/ 3 w 24"/>
                <a:gd name="T15" fmla="*/ 13 h 24"/>
                <a:gd name="T16" fmla="*/ 0 w 24"/>
                <a:gd name="T17" fmla="*/ 10 h 24"/>
                <a:gd name="T18" fmla="*/ 0 w 24"/>
                <a:gd name="T19" fmla="*/ 8 h 24"/>
                <a:gd name="T20" fmla="*/ 2 w 24"/>
                <a:gd name="T21" fmla="*/ 8 h 24"/>
                <a:gd name="T22" fmla="*/ 2 w 24"/>
                <a:gd name="T23" fmla="*/ 8 h 24"/>
                <a:gd name="T24" fmla="*/ 8 w 24"/>
                <a:gd name="T25" fmla="*/ 8 h 24"/>
                <a:gd name="T26" fmla="*/ 10 w 24"/>
                <a:gd name="T27" fmla="*/ 7 h 24"/>
                <a:gd name="T28" fmla="*/ 13 w 24"/>
                <a:gd name="T29" fmla="*/ 5 h 24"/>
                <a:gd name="T30" fmla="*/ 13 w 24"/>
                <a:gd name="T31" fmla="*/ 5 h 24"/>
                <a:gd name="T32" fmla="*/ 20 w 24"/>
                <a:gd name="T33" fmla="*/ 2 h 24"/>
                <a:gd name="T34" fmla="*/ 22 w 24"/>
                <a:gd name="T35" fmla="*/ 0 h 24"/>
                <a:gd name="T36" fmla="*/ 24 w 24"/>
                <a:gd name="T37" fmla="*/ 0 h 24"/>
                <a:gd name="T38" fmla="*/ 24 w 24"/>
                <a:gd name="T39" fmla="*/ 0 h 24"/>
                <a:gd name="T40" fmla="*/ 24 w 24"/>
                <a:gd name="T41" fmla="*/ 0 h 24"/>
                <a:gd name="T42" fmla="*/ 21 w 24"/>
                <a:gd name="T43" fmla="*/ 5 h 24"/>
                <a:gd name="T44" fmla="*/ 21 w 24"/>
                <a:gd name="T45" fmla="*/ 10 h 24"/>
                <a:gd name="T46" fmla="*/ 21 w 24"/>
                <a:gd name="T47" fmla="*/ 10 h 24"/>
                <a:gd name="T48" fmla="*/ 24 w 24"/>
                <a:gd name="T49" fmla="*/ 18 h 24"/>
                <a:gd name="T50" fmla="*/ 24 w 24"/>
                <a:gd name="T51" fmla="*/ 21 h 24"/>
                <a:gd name="T52" fmla="*/ 24 w 24"/>
                <a:gd name="T53" fmla="*/ 23 h 24"/>
                <a:gd name="T54" fmla="*/ 22 w 24"/>
                <a:gd name="T55" fmla="*/ 23 h 24"/>
                <a:gd name="T56" fmla="*/ 22 w 24"/>
                <a:gd name="T57" fmla="*/ 23 h 24"/>
                <a:gd name="T58" fmla="*/ 20 w 24"/>
                <a:gd name="T59" fmla="*/ 24 h 24"/>
                <a:gd name="T60" fmla="*/ 18 w 24"/>
                <a:gd name="T61" fmla="*/ 24 h 24"/>
                <a:gd name="T62" fmla="*/ 15 w 24"/>
                <a:gd name="T63" fmla="*/ 2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4" h="24">
                  <a:moveTo>
                    <a:pt x="15" y="24"/>
                  </a:moveTo>
                  <a:lnTo>
                    <a:pt x="15" y="24"/>
                  </a:lnTo>
                  <a:lnTo>
                    <a:pt x="13" y="23"/>
                  </a:lnTo>
                  <a:lnTo>
                    <a:pt x="11" y="20"/>
                  </a:lnTo>
                  <a:lnTo>
                    <a:pt x="10" y="18"/>
                  </a:lnTo>
                  <a:lnTo>
                    <a:pt x="6" y="15"/>
                  </a:lnTo>
                  <a:lnTo>
                    <a:pt x="6" y="15"/>
                  </a:lnTo>
                  <a:lnTo>
                    <a:pt x="3" y="13"/>
                  </a:lnTo>
                  <a:lnTo>
                    <a:pt x="0" y="10"/>
                  </a:lnTo>
                  <a:lnTo>
                    <a:pt x="0" y="8"/>
                  </a:lnTo>
                  <a:lnTo>
                    <a:pt x="2" y="8"/>
                  </a:lnTo>
                  <a:lnTo>
                    <a:pt x="2" y="8"/>
                  </a:lnTo>
                  <a:lnTo>
                    <a:pt x="8" y="8"/>
                  </a:lnTo>
                  <a:lnTo>
                    <a:pt x="10" y="7"/>
                  </a:lnTo>
                  <a:lnTo>
                    <a:pt x="13" y="5"/>
                  </a:lnTo>
                  <a:lnTo>
                    <a:pt x="13" y="5"/>
                  </a:lnTo>
                  <a:lnTo>
                    <a:pt x="20" y="2"/>
                  </a:lnTo>
                  <a:lnTo>
                    <a:pt x="22" y="0"/>
                  </a:lnTo>
                  <a:lnTo>
                    <a:pt x="24" y="0"/>
                  </a:lnTo>
                  <a:lnTo>
                    <a:pt x="24" y="0"/>
                  </a:lnTo>
                  <a:lnTo>
                    <a:pt x="24" y="0"/>
                  </a:lnTo>
                  <a:lnTo>
                    <a:pt x="21" y="5"/>
                  </a:lnTo>
                  <a:lnTo>
                    <a:pt x="21" y="10"/>
                  </a:lnTo>
                  <a:lnTo>
                    <a:pt x="21" y="10"/>
                  </a:lnTo>
                  <a:lnTo>
                    <a:pt x="24" y="18"/>
                  </a:lnTo>
                  <a:lnTo>
                    <a:pt x="24" y="21"/>
                  </a:lnTo>
                  <a:lnTo>
                    <a:pt x="24" y="23"/>
                  </a:lnTo>
                  <a:lnTo>
                    <a:pt x="22" y="23"/>
                  </a:lnTo>
                  <a:lnTo>
                    <a:pt x="22" y="23"/>
                  </a:lnTo>
                  <a:lnTo>
                    <a:pt x="20" y="24"/>
                  </a:lnTo>
                  <a:lnTo>
                    <a:pt x="18" y="24"/>
                  </a:lnTo>
                  <a:lnTo>
                    <a:pt x="15" y="2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3" name="Freeform 1069"/>
            <p:cNvSpPr>
              <a:spLocks/>
            </p:cNvSpPr>
            <p:nvPr/>
          </p:nvSpPr>
          <p:spPr bwMode="gray">
            <a:xfrm>
              <a:off x="2498151" y="3807391"/>
              <a:ext cx="50251" cy="41953"/>
            </a:xfrm>
            <a:custGeom>
              <a:avLst/>
              <a:gdLst>
                <a:gd name="T0" fmla="*/ 6 w 17"/>
                <a:gd name="T1" fmla="*/ 14 h 14"/>
                <a:gd name="T2" fmla="*/ 6 w 17"/>
                <a:gd name="T3" fmla="*/ 14 h 14"/>
                <a:gd name="T4" fmla="*/ 5 w 17"/>
                <a:gd name="T5" fmla="*/ 13 h 14"/>
                <a:gd name="T6" fmla="*/ 2 w 17"/>
                <a:gd name="T7" fmla="*/ 13 h 14"/>
                <a:gd name="T8" fmla="*/ 1 w 17"/>
                <a:gd name="T9" fmla="*/ 9 h 14"/>
                <a:gd name="T10" fmla="*/ 0 w 17"/>
                <a:gd name="T11" fmla="*/ 5 h 14"/>
                <a:gd name="T12" fmla="*/ 1 w 17"/>
                <a:gd name="T13" fmla="*/ 3 h 14"/>
                <a:gd name="T14" fmla="*/ 1 w 17"/>
                <a:gd name="T15" fmla="*/ 3 h 14"/>
                <a:gd name="T16" fmla="*/ 6 w 17"/>
                <a:gd name="T17" fmla="*/ 2 h 14"/>
                <a:gd name="T18" fmla="*/ 12 w 17"/>
                <a:gd name="T19" fmla="*/ 0 h 14"/>
                <a:gd name="T20" fmla="*/ 12 w 17"/>
                <a:gd name="T21" fmla="*/ 0 h 14"/>
                <a:gd name="T22" fmla="*/ 15 w 17"/>
                <a:gd name="T23" fmla="*/ 0 h 14"/>
                <a:gd name="T24" fmla="*/ 17 w 17"/>
                <a:gd name="T25" fmla="*/ 0 h 14"/>
                <a:gd name="T26" fmla="*/ 17 w 17"/>
                <a:gd name="T27" fmla="*/ 2 h 14"/>
                <a:gd name="T28" fmla="*/ 17 w 17"/>
                <a:gd name="T29" fmla="*/ 4 h 14"/>
                <a:gd name="T30" fmla="*/ 17 w 17"/>
                <a:gd name="T31" fmla="*/ 4 h 14"/>
                <a:gd name="T32" fmla="*/ 13 w 17"/>
                <a:gd name="T33" fmla="*/ 9 h 14"/>
                <a:gd name="T34" fmla="*/ 10 w 17"/>
                <a:gd name="T35" fmla="*/ 12 h 14"/>
                <a:gd name="T36" fmla="*/ 6 w 17"/>
                <a:gd name="T37"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4">
                  <a:moveTo>
                    <a:pt x="6" y="14"/>
                  </a:moveTo>
                  <a:lnTo>
                    <a:pt x="6" y="14"/>
                  </a:lnTo>
                  <a:lnTo>
                    <a:pt x="5" y="13"/>
                  </a:lnTo>
                  <a:lnTo>
                    <a:pt x="2" y="13"/>
                  </a:lnTo>
                  <a:lnTo>
                    <a:pt x="1" y="9"/>
                  </a:lnTo>
                  <a:lnTo>
                    <a:pt x="0" y="5"/>
                  </a:lnTo>
                  <a:lnTo>
                    <a:pt x="1" y="3"/>
                  </a:lnTo>
                  <a:lnTo>
                    <a:pt x="1" y="3"/>
                  </a:lnTo>
                  <a:lnTo>
                    <a:pt x="6" y="2"/>
                  </a:lnTo>
                  <a:lnTo>
                    <a:pt x="12" y="0"/>
                  </a:lnTo>
                  <a:lnTo>
                    <a:pt x="12" y="0"/>
                  </a:lnTo>
                  <a:lnTo>
                    <a:pt x="15" y="0"/>
                  </a:lnTo>
                  <a:lnTo>
                    <a:pt x="17" y="0"/>
                  </a:lnTo>
                  <a:lnTo>
                    <a:pt x="17" y="2"/>
                  </a:lnTo>
                  <a:lnTo>
                    <a:pt x="17" y="4"/>
                  </a:lnTo>
                  <a:lnTo>
                    <a:pt x="17" y="4"/>
                  </a:lnTo>
                  <a:lnTo>
                    <a:pt x="13" y="9"/>
                  </a:lnTo>
                  <a:lnTo>
                    <a:pt x="10" y="12"/>
                  </a:lnTo>
                  <a:lnTo>
                    <a:pt x="6" y="1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4" name="Freeform 1080"/>
            <p:cNvSpPr>
              <a:spLocks/>
            </p:cNvSpPr>
            <p:nvPr/>
          </p:nvSpPr>
          <p:spPr bwMode="gray">
            <a:xfrm>
              <a:off x="1711889" y="4310827"/>
              <a:ext cx="174396" cy="128856"/>
            </a:xfrm>
            <a:custGeom>
              <a:avLst/>
              <a:gdLst>
                <a:gd name="T0" fmla="*/ 37 w 59"/>
                <a:gd name="T1" fmla="*/ 41 h 43"/>
                <a:gd name="T2" fmla="*/ 37 w 59"/>
                <a:gd name="T3" fmla="*/ 41 h 43"/>
                <a:gd name="T4" fmla="*/ 43 w 59"/>
                <a:gd name="T5" fmla="*/ 43 h 43"/>
                <a:gd name="T6" fmla="*/ 50 w 59"/>
                <a:gd name="T7" fmla="*/ 43 h 43"/>
                <a:gd name="T8" fmla="*/ 50 w 59"/>
                <a:gd name="T9" fmla="*/ 43 h 43"/>
                <a:gd name="T10" fmla="*/ 50 w 59"/>
                <a:gd name="T11" fmla="*/ 43 h 43"/>
                <a:gd name="T12" fmla="*/ 48 w 59"/>
                <a:gd name="T13" fmla="*/ 41 h 43"/>
                <a:gd name="T14" fmla="*/ 48 w 59"/>
                <a:gd name="T15" fmla="*/ 39 h 43"/>
                <a:gd name="T16" fmla="*/ 52 w 59"/>
                <a:gd name="T17" fmla="*/ 36 h 43"/>
                <a:gd name="T18" fmla="*/ 56 w 59"/>
                <a:gd name="T19" fmla="*/ 31 h 43"/>
                <a:gd name="T20" fmla="*/ 58 w 59"/>
                <a:gd name="T21" fmla="*/ 27 h 43"/>
                <a:gd name="T22" fmla="*/ 59 w 59"/>
                <a:gd name="T23" fmla="*/ 25 h 43"/>
                <a:gd name="T24" fmla="*/ 59 w 59"/>
                <a:gd name="T25" fmla="*/ 25 h 43"/>
                <a:gd name="T26" fmla="*/ 58 w 59"/>
                <a:gd name="T27" fmla="*/ 18 h 43"/>
                <a:gd name="T28" fmla="*/ 55 w 59"/>
                <a:gd name="T29" fmla="*/ 12 h 43"/>
                <a:gd name="T30" fmla="*/ 48 w 59"/>
                <a:gd name="T31" fmla="*/ 5 h 43"/>
                <a:gd name="T32" fmla="*/ 48 w 59"/>
                <a:gd name="T33" fmla="*/ 5 h 43"/>
                <a:gd name="T34" fmla="*/ 44 w 59"/>
                <a:gd name="T35" fmla="*/ 2 h 43"/>
                <a:gd name="T36" fmla="*/ 39 w 59"/>
                <a:gd name="T37" fmla="*/ 2 h 43"/>
                <a:gd name="T38" fmla="*/ 31 w 59"/>
                <a:gd name="T39" fmla="*/ 4 h 43"/>
                <a:gd name="T40" fmla="*/ 31 w 59"/>
                <a:gd name="T41" fmla="*/ 4 h 43"/>
                <a:gd name="T42" fmla="*/ 26 w 59"/>
                <a:gd name="T43" fmla="*/ 4 h 43"/>
                <a:gd name="T44" fmla="*/ 21 w 59"/>
                <a:gd name="T45" fmla="*/ 0 h 43"/>
                <a:gd name="T46" fmla="*/ 21 w 59"/>
                <a:gd name="T47" fmla="*/ 0 h 43"/>
                <a:gd name="T48" fmla="*/ 16 w 59"/>
                <a:gd name="T49" fmla="*/ 2 h 43"/>
                <a:gd name="T50" fmla="*/ 12 w 59"/>
                <a:gd name="T51" fmla="*/ 4 h 43"/>
                <a:gd name="T52" fmla="*/ 12 w 59"/>
                <a:gd name="T53" fmla="*/ 4 h 43"/>
                <a:gd name="T54" fmla="*/ 4 w 59"/>
                <a:gd name="T55" fmla="*/ 4 h 43"/>
                <a:gd name="T56" fmla="*/ 4 w 59"/>
                <a:gd name="T57" fmla="*/ 4 h 43"/>
                <a:gd name="T58" fmla="*/ 0 w 59"/>
                <a:gd name="T59" fmla="*/ 4 h 43"/>
                <a:gd name="T60" fmla="*/ 0 w 59"/>
                <a:gd name="T61" fmla="*/ 4 h 43"/>
                <a:gd name="T62" fmla="*/ 20 w 59"/>
                <a:gd name="T63" fmla="*/ 26 h 43"/>
                <a:gd name="T64" fmla="*/ 29 w 59"/>
                <a:gd name="T65" fmla="*/ 34 h 43"/>
                <a:gd name="T66" fmla="*/ 37 w 59"/>
                <a:gd name="T67" fmla="*/ 4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9" h="43">
                  <a:moveTo>
                    <a:pt x="37" y="41"/>
                  </a:moveTo>
                  <a:lnTo>
                    <a:pt x="37" y="41"/>
                  </a:lnTo>
                  <a:lnTo>
                    <a:pt x="43" y="43"/>
                  </a:lnTo>
                  <a:lnTo>
                    <a:pt x="50" y="43"/>
                  </a:lnTo>
                  <a:lnTo>
                    <a:pt x="50" y="43"/>
                  </a:lnTo>
                  <a:lnTo>
                    <a:pt x="50" y="43"/>
                  </a:lnTo>
                  <a:lnTo>
                    <a:pt x="48" y="41"/>
                  </a:lnTo>
                  <a:lnTo>
                    <a:pt x="48" y="39"/>
                  </a:lnTo>
                  <a:lnTo>
                    <a:pt x="52" y="36"/>
                  </a:lnTo>
                  <a:lnTo>
                    <a:pt x="56" y="31"/>
                  </a:lnTo>
                  <a:lnTo>
                    <a:pt x="58" y="27"/>
                  </a:lnTo>
                  <a:lnTo>
                    <a:pt x="59" y="25"/>
                  </a:lnTo>
                  <a:lnTo>
                    <a:pt x="59" y="25"/>
                  </a:lnTo>
                  <a:lnTo>
                    <a:pt x="58" y="18"/>
                  </a:lnTo>
                  <a:lnTo>
                    <a:pt x="55" y="12"/>
                  </a:lnTo>
                  <a:lnTo>
                    <a:pt x="48" y="5"/>
                  </a:lnTo>
                  <a:lnTo>
                    <a:pt x="48" y="5"/>
                  </a:lnTo>
                  <a:lnTo>
                    <a:pt x="44" y="2"/>
                  </a:lnTo>
                  <a:lnTo>
                    <a:pt x="39" y="2"/>
                  </a:lnTo>
                  <a:lnTo>
                    <a:pt x="31" y="4"/>
                  </a:lnTo>
                  <a:lnTo>
                    <a:pt x="31" y="4"/>
                  </a:lnTo>
                  <a:lnTo>
                    <a:pt x="26" y="4"/>
                  </a:lnTo>
                  <a:lnTo>
                    <a:pt x="21" y="0"/>
                  </a:lnTo>
                  <a:lnTo>
                    <a:pt x="21" y="0"/>
                  </a:lnTo>
                  <a:lnTo>
                    <a:pt x="16" y="2"/>
                  </a:lnTo>
                  <a:lnTo>
                    <a:pt x="12" y="4"/>
                  </a:lnTo>
                  <a:lnTo>
                    <a:pt x="12" y="4"/>
                  </a:lnTo>
                  <a:lnTo>
                    <a:pt x="4" y="4"/>
                  </a:lnTo>
                  <a:lnTo>
                    <a:pt x="4" y="4"/>
                  </a:lnTo>
                  <a:lnTo>
                    <a:pt x="0" y="4"/>
                  </a:lnTo>
                  <a:lnTo>
                    <a:pt x="0" y="4"/>
                  </a:lnTo>
                  <a:lnTo>
                    <a:pt x="20" y="26"/>
                  </a:lnTo>
                  <a:lnTo>
                    <a:pt x="29" y="34"/>
                  </a:lnTo>
                  <a:lnTo>
                    <a:pt x="37" y="4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5" name="Freeform 1098"/>
            <p:cNvSpPr>
              <a:spLocks/>
            </p:cNvSpPr>
            <p:nvPr/>
          </p:nvSpPr>
          <p:spPr bwMode="gray">
            <a:xfrm>
              <a:off x="1865595" y="4083081"/>
              <a:ext cx="357661" cy="494446"/>
            </a:xfrm>
            <a:custGeom>
              <a:avLst/>
              <a:gdLst>
                <a:gd name="T0" fmla="*/ 118 w 121"/>
                <a:gd name="T1" fmla="*/ 83 h 165"/>
                <a:gd name="T2" fmla="*/ 121 w 121"/>
                <a:gd name="T3" fmla="*/ 77 h 165"/>
                <a:gd name="T4" fmla="*/ 115 w 121"/>
                <a:gd name="T5" fmla="*/ 48 h 165"/>
                <a:gd name="T6" fmla="*/ 114 w 121"/>
                <a:gd name="T7" fmla="*/ 35 h 165"/>
                <a:gd name="T8" fmla="*/ 112 w 121"/>
                <a:gd name="T9" fmla="*/ 18 h 165"/>
                <a:gd name="T10" fmla="*/ 109 w 121"/>
                <a:gd name="T11" fmla="*/ 17 h 165"/>
                <a:gd name="T12" fmla="*/ 105 w 121"/>
                <a:gd name="T13" fmla="*/ 8 h 165"/>
                <a:gd name="T14" fmla="*/ 100 w 121"/>
                <a:gd name="T15" fmla="*/ 14 h 165"/>
                <a:gd name="T16" fmla="*/ 99 w 121"/>
                <a:gd name="T17" fmla="*/ 16 h 165"/>
                <a:gd name="T18" fmla="*/ 91 w 121"/>
                <a:gd name="T19" fmla="*/ 9 h 165"/>
                <a:gd name="T20" fmla="*/ 82 w 121"/>
                <a:gd name="T21" fmla="*/ 13 h 165"/>
                <a:gd name="T22" fmla="*/ 73 w 121"/>
                <a:gd name="T23" fmla="*/ 18 h 165"/>
                <a:gd name="T24" fmla="*/ 71 w 121"/>
                <a:gd name="T25" fmla="*/ 16 h 165"/>
                <a:gd name="T26" fmla="*/ 71 w 121"/>
                <a:gd name="T27" fmla="*/ 9 h 165"/>
                <a:gd name="T28" fmla="*/ 65 w 121"/>
                <a:gd name="T29" fmla="*/ 11 h 165"/>
                <a:gd name="T30" fmla="*/ 57 w 121"/>
                <a:gd name="T31" fmla="*/ 14 h 165"/>
                <a:gd name="T32" fmla="*/ 56 w 121"/>
                <a:gd name="T33" fmla="*/ 7 h 165"/>
                <a:gd name="T34" fmla="*/ 56 w 121"/>
                <a:gd name="T35" fmla="*/ 4 h 165"/>
                <a:gd name="T36" fmla="*/ 34 w 121"/>
                <a:gd name="T37" fmla="*/ 0 h 165"/>
                <a:gd name="T38" fmla="*/ 38 w 121"/>
                <a:gd name="T39" fmla="*/ 19 h 165"/>
                <a:gd name="T40" fmla="*/ 34 w 121"/>
                <a:gd name="T41" fmla="*/ 29 h 165"/>
                <a:gd name="T42" fmla="*/ 30 w 121"/>
                <a:gd name="T43" fmla="*/ 29 h 165"/>
                <a:gd name="T44" fmla="*/ 19 w 121"/>
                <a:gd name="T45" fmla="*/ 24 h 165"/>
                <a:gd name="T46" fmla="*/ 13 w 121"/>
                <a:gd name="T47" fmla="*/ 30 h 165"/>
                <a:gd name="T48" fmla="*/ 16 w 121"/>
                <a:gd name="T49" fmla="*/ 46 h 165"/>
                <a:gd name="T50" fmla="*/ 13 w 121"/>
                <a:gd name="T51" fmla="*/ 55 h 165"/>
                <a:gd name="T52" fmla="*/ 9 w 121"/>
                <a:gd name="T53" fmla="*/ 64 h 165"/>
                <a:gd name="T54" fmla="*/ 4 w 121"/>
                <a:gd name="T55" fmla="*/ 67 h 165"/>
                <a:gd name="T56" fmla="*/ 3 w 121"/>
                <a:gd name="T57" fmla="*/ 76 h 165"/>
                <a:gd name="T58" fmla="*/ 0 w 121"/>
                <a:gd name="T59" fmla="*/ 85 h 165"/>
                <a:gd name="T60" fmla="*/ 6 w 121"/>
                <a:gd name="T61" fmla="*/ 96 h 165"/>
                <a:gd name="T62" fmla="*/ 6 w 121"/>
                <a:gd name="T63" fmla="*/ 103 h 165"/>
                <a:gd name="T64" fmla="*/ 6 w 121"/>
                <a:gd name="T65" fmla="*/ 113 h 165"/>
                <a:gd name="T66" fmla="*/ 9 w 121"/>
                <a:gd name="T67" fmla="*/ 121 h 165"/>
                <a:gd name="T68" fmla="*/ 22 w 121"/>
                <a:gd name="T69" fmla="*/ 126 h 165"/>
                <a:gd name="T70" fmla="*/ 29 w 121"/>
                <a:gd name="T71" fmla="*/ 129 h 165"/>
                <a:gd name="T72" fmla="*/ 27 w 121"/>
                <a:gd name="T73" fmla="*/ 141 h 165"/>
                <a:gd name="T74" fmla="*/ 23 w 121"/>
                <a:gd name="T75" fmla="*/ 155 h 165"/>
                <a:gd name="T76" fmla="*/ 39 w 121"/>
                <a:gd name="T77" fmla="*/ 161 h 165"/>
                <a:gd name="T78" fmla="*/ 60 w 121"/>
                <a:gd name="T79" fmla="*/ 161 h 165"/>
                <a:gd name="T80" fmla="*/ 84 w 121"/>
                <a:gd name="T81" fmla="*/ 157 h 165"/>
                <a:gd name="T82" fmla="*/ 98 w 121"/>
                <a:gd name="T83" fmla="*/ 152 h 165"/>
                <a:gd name="T84" fmla="*/ 104 w 121"/>
                <a:gd name="T85" fmla="*/ 141 h 165"/>
                <a:gd name="T86" fmla="*/ 113 w 121"/>
                <a:gd name="T87" fmla="*/ 131 h 165"/>
                <a:gd name="T88" fmla="*/ 99 w 121"/>
                <a:gd name="T89" fmla="*/ 123 h 165"/>
                <a:gd name="T90" fmla="*/ 87 w 121"/>
                <a:gd name="T91" fmla="*/ 108 h 165"/>
                <a:gd name="T92" fmla="*/ 87 w 121"/>
                <a:gd name="T93" fmla="*/ 105 h 165"/>
                <a:gd name="T94" fmla="*/ 103 w 121"/>
                <a:gd name="T95" fmla="*/ 93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1" h="165">
                  <a:moveTo>
                    <a:pt x="109" y="89"/>
                  </a:moveTo>
                  <a:lnTo>
                    <a:pt x="109" y="89"/>
                  </a:lnTo>
                  <a:lnTo>
                    <a:pt x="118" y="83"/>
                  </a:lnTo>
                  <a:lnTo>
                    <a:pt x="120" y="80"/>
                  </a:lnTo>
                  <a:lnTo>
                    <a:pt x="121" y="77"/>
                  </a:lnTo>
                  <a:lnTo>
                    <a:pt x="121" y="77"/>
                  </a:lnTo>
                  <a:lnTo>
                    <a:pt x="120" y="62"/>
                  </a:lnTo>
                  <a:lnTo>
                    <a:pt x="119" y="54"/>
                  </a:lnTo>
                  <a:lnTo>
                    <a:pt x="115" y="48"/>
                  </a:lnTo>
                  <a:lnTo>
                    <a:pt x="115" y="48"/>
                  </a:lnTo>
                  <a:lnTo>
                    <a:pt x="114" y="43"/>
                  </a:lnTo>
                  <a:lnTo>
                    <a:pt x="114" y="35"/>
                  </a:lnTo>
                  <a:lnTo>
                    <a:pt x="114" y="18"/>
                  </a:lnTo>
                  <a:lnTo>
                    <a:pt x="114" y="18"/>
                  </a:lnTo>
                  <a:lnTo>
                    <a:pt x="112" y="18"/>
                  </a:lnTo>
                  <a:lnTo>
                    <a:pt x="112" y="18"/>
                  </a:lnTo>
                  <a:lnTo>
                    <a:pt x="110" y="18"/>
                  </a:lnTo>
                  <a:lnTo>
                    <a:pt x="109" y="17"/>
                  </a:lnTo>
                  <a:lnTo>
                    <a:pt x="107" y="14"/>
                  </a:lnTo>
                  <a:lnTo>
                    <a:pt x="105" y="8"/>
                  </a:lnTo>
                  <a:lnTo>
                    <a:pt x="105" y="8"/>
                  </a:lnTo>
                  <a:lnTo>
                    <a:pt x="105" y="8"/>
                  </a:lnTo>
                  <a:lnTo>
                    <a:pt x="104" y="11"/>
                  </a:lnTo>
                  <a:lnTo>
                    <a:pt x="100" y="14"/>
                  </a:lnTo>
                  <a:lnTo>
                    <a:pt x="100" y="14"/>
                  </a:lnTo>
                  <a:lnTo>
                    <a:pt x="99" y="16"/>
                  </a:lnTo>
                  <a:lnTo>
                    <a:pt x="99" y="16"/>
                  </a:lnTo>
                  <a:lnTo>
                    <a:pt x="97" y="13"/>
                  </a:lnTo>
                  <a:lnTo>
                    <a:pt x="94" y="11"/>
                  </a:lnTo>
                  <a:lnTo>
                    <a:pt x="91" y="9"/>
                  </a:lnTo>
                  <a:lnTo>
                    <a:pt x="91" y="9"/>
                  </a:lnTo>
                  <a:lnTo>
                    <a:pt x="86" y="11"/>
                  </a:lnTo>
                  <a:lnTo>
                    <a:pt x="82" y="13"/>
                  </a:lnTo>
                  <a:lnTo>
                    <a:pt x="77" y="17"/>
                  </a:lnTo>
                  <a:lnTo>
                    <a:pt x="73" y="18"/>
                  </a:lnTo>
                  <a:lnTo>
                    <a:pt x="73" y="18"/>
                  </a:lnTo>
                  <a:lnTo>
                    <a:pt x="72" y="18"/>
                  </a:lnTo>
                  <a:lnTo>
                    <a:pt x="71" y="18"/>
                  </a:lnTo>
                  <a:lnTo>
                    <a:pt x="71" y="16"/>
                  </a:lnTo>
                  <a:lnTo>
                    <a:pt x="72" y="12"/>
                  </a:lnTo>
                  <a:lnTo>
                    <a:pt x="71" y="9"/>
                  </a:lnTo>
                  <a:lnTo>
                    <a:pt x="71" y="9"/>
                  </a:lnTo>
                  <a:lnTo>
                    <a:pt x="71" y="9"/>
                  </a:lnTo>
                  <a:lnTo>
                    <a:pt x="68" y="9"/>
                  </a:lnTo>
                  <a:lnTo>
                    <a:pt x="65" y="11"/>
                  </a:lnTo>
                  <a:lnTo>
                    <a:pt x="60" y="13"/>
                  </a:lnTo>
                  <a:lnTo>
                    <a:pt x="57" y="14"/>
                  </a:lnTo>
                  <a:lnTo>
                    <a:pt x="57" y="14"/>
                  </a:lnTo>
                  <a:lnTo>
                    <a:pt x="55" y="11"/>
                  </a:lnTo>
                  <a:lnTo>
                    <a:pt x="55" y="8"/>
                  </a:lnTo>
                  <a:lnTo>
                    <a:pt x="56" y="7"/>
                  </a:lnTo>
                  <a:lnTo>
                    <a:pt x="56" y="7"/>
                  </a:lnTo>
                  <a:lnTo>
                    <a:pt x="56" y="6"/>
                  </a:lnTo>
                  <a:lnTo>
                    <a:pt x="56" y="4"/>
                  </a:lnTo>
                  <a:lnTo>
                    <a:pt x="54" y="0"/>
                  </a:lnTo>
                  <a:lnTo>
                    <a:pt x="34" y="0"/>
                  </a:lnTo>
                  <a:lnTo>
                    <a:pt x="34" y="0"/>
                  </a:lnTo>
                  <a:lnTo>
                    <a:pt x="36" y="11"/>
                  </a:lnTo>
                  <a:lnTo>
                    <a:pt x="38" y="19"/>
                  </a:lnTo>
                  <a:lnTo>
                    <a:pt x="38" y="19"/>
                  </a:lnTo>
                  <a:lnTo>
                    <a:pt x="38" y="24"/>
                  </a:lnTo>
                  <a:lnTo>
                    <a:pt x="35" y="27"/>
                  </a:lnTo>
                  <a:lnTo>
                    <a:pt x="34" y="29"/>
                  </a:lnTo>
                  <a:lnTo>
                    <a:pt x="34" y="29"/>
                  </a:lnTo>
                  <a:lnTo>
                    <a:pt x="33" y="29"/>
                  </a:lnTo>
                  <a:lnTo>
                    <a:pt x="30" y="29"/>
                  </a:lnTo>
                  <a:lnTo>
                    <a:pt x="25" y="27"/>
                  </a:lnTo>
                  <a:lnTo>
                    <a:pt x="20" y="24"/>
                  </a:lnTo>
                  <a:lnTo>
                    <a:pt x="19" y="24"/>
                  </a:lnTo>
                  <a:lnTo>
                    <a:pt x="17" y="25"/>
                  </a:lnTo>
                  <a:lnTo>
                    <a:pt x="17" y="25"/>
                  </a:lnTo>
                  <a:lnTo>
                    <a:pt x="13" y="30"/>
                  </a:lnTo>
                  <a:lnTo>
                    <a:pt x="13" y="30"/>
                  </a:lnTo>
                  <a:lnTo>
                    <a:pt x="14" y="39"/>
                  </a:lnTo>
                  <a:lnTo>
                    <a:pt x="16" y="46"/>
                  </a:lnTo>
                  <a:lnTo>
                    <a:pt x="14" y="51"/>
                  </a:lnTo>
                  <a:lnTo>
                    <a:pt x="13" y="55"/>
                  </a:lnTo>
                  <a:lnTo>
                    <a:pt x="13" y="55"/>
                  </a:lnTo>
                  <a:lnTo>
                    <a:pt x="12" y="57"/>
                  </a:lnTo>
                  <a:lnTo>
                    <a:pt x="11" y="61"/>
                  </a:lnTo>
                  <a:lnTo>
                    <a:pt x="9" y="64"/>
                  </a:lnTo>
                  <a:lnTo>
                    <a:pt x="7" y="65"/>
                  </a:lnTo>
                  <a:lnTo>
                    <a:pt x="7" y="65"/>
                  </a:lnTo>
                  <a:lnTo>
                    <a:pt x="4" y="67"/>
                  </a:lnTo>
                  <a:lnTo>
                    <a:pt x="3" y="70"/>
                  </a:lnTo>
                  <a:lnTo>
                    <a:pt x="3" y="73"/>
                  </a:lnTo>
                  <a:lnTo>
                    <a:pt x="3" y="76"/>
                  </a:lnTo>
                  <a:lnTo>
                    <a:pt x="3" y="76"/>
                  </a:lnTo>
                  <a:lnTo>
                    <a:pt x="2" y="81"/>
                  </a:lnTo>
                  <a:lnTo>
                    <a:pt x="0" y="85"/>
                  </a:lnTo>
                  <a:lnTo>
                    <a:pt x="0" y="85"/>
                  </a:lnTo>
                  <a:lnTo>
                    <a:pt x="4" y="92"/>
                  </a:lnTo>
                  <a:lnTo>
                    <a:pt x="6" y="96"/>
                  </a:lnTo>
                  <a:lnTo>
                    <a:pt x="7" y="101"/>
                  </a:lnTo>
                  <a:lnTo>
                    <a:pt x="7" y="101"/>
                  </a:lnTo>
                  <a:lnTo>
                    <a:pt x="6" y="103"/>
                  </a:lnTo>
                  <a:lnTo>
                    <a:pt x="3" y="107"/>
                  </a:lnTo>
                  <a:lnTo>
                    <a:pt x="3" y="107"/>
                  </a:lnTo>
                  <a:lnTo>
                    <a:pt x="6" y="113"/>
                  </a:lnTo>
                  <a:lnTo>
                    <a:pt x="4" y="120"/>
                  </a:lnTo>
                  <a:lnTo>
                    <a:pt x="4" y="120"/>
                  </a:lnTo>
                  <a:lnTo>
                    <a:pt x="9" y="121"/>
                  </a:lnTo>
                  <a:lnTo>
                    <a:pt x="13" y="123"/>
                  </a:lnTo>
                  <a:lnTo>
                    <a:pt x="13" y="123"/>
                  </a:lnTo>
                  <a:lnTo>
                    <a:pt x="22" y="126"/>
                  </a:lnTo>
                  <a:lnTo>
                    <a:pt x="25" y="128"/>
                  </a:lnTo>
                  <a:lnTo>
                    <a:pt x="29" y="129"/>
                  </a:lnTo>
                  <a:lnTo>
                    <a:pt x="29" y="129"/>
                  </a:lnTo>
                  <a:lnTo>
                    <a:pt x="29" y="131"/>
                  </a:lnTo>
                  <a:lnTo>
                    <a:pt x="29" y="134"/>
                  </a:lnTo>
                  <a:lnTo>
                    <a:pt x="27" y="141"/>
                  </a:lnTo>
                  <a:lnTo>
                    <a:pt x="24" y="150"/>
                  </a:lnTo>
                  <a:lnTo>
                    <a:pt x="23" y="155"/>
                  </a:lnTo>
                  <a:lnTo>
                    <a:pt x="23" y="155"/>
                  </a:lnTo>
                  <a:lnTo>
                    <a:pt x="22" y="158"/>
                  </a:lnTo>
                  <a:lnTo>
                    <a:pt x="22" y="158"/>
                  </a:lnTo>
                  <a:lnTo>
                    <a:pt x="39" y="161"/>
                  </a:lnTo>
                  <a:lnTo>
                    <a:pt x="52" y="165"/>
                  </a:lnTo>
                  <a:lnTo>
                    <a:pt x="52" y="165"/>
                  </a:lnTo>
                  <a:lnTo>
                    <a:pt x="60" y="161"/>
                  </a:lnTo>
                  <a:lnTo>
                    <a:pt x="67" y="160"/>
                  </a:lnTo>
                  <a:lnTo>
                    <a:pt x="67" y="160"/>
                  </a:lnTo>
                  <a:lnTo>
                    <a:pt x="84" y="157"/>
                  </a:lnTo>
                  <a:lnTo>
                    <a:pt x="93" y="155"/>
                  </a:lnTo>
                  <a:lnTo>
                    <a:pt x="98" y="152"/>
                  </a:lnTo>
                  <a:lnTo>
                    <a:pt x="98" y="152"/>
                  </a:lnTo>
                  <a:lnTo>
                    <a:pt x="99" y="147"/>
                  </a:lnTo>
                  <a:lnTo>
                    <a:pt x="102" y="144"/>
                  </a:lnTo>
                  <a:lnTo>
                    <a:pt x="104" y="141"/>
                  </a:lnTo>
                  <a:lnTo>
                    <a:pt x="104" y="141"/>
                  </a:lnTo>
                  <a:lnTo>
                    <a:pt x="109" y="137"/>
                  </a:lnTo>
                  <a:lnTo>
                    <a:pt x="113" y="131"/>
                  </a:lnTo>
                  <a:lnTo>
                    <a:pt x="113" y="131"/>
                  </a:lnTo>
                  <a:lnTo>
                    <a:pt x="105" y="128"/>
                  </a:lnTo>
                  <a:lnTo>
                    <a:pt x="99" y="123"/>
                  </a:lnTo>
                  <a:lnTo>
                    <a:pt x="99" y="123"/>
                  </a:lnTo>
                  <a:lnTo>
                    <a:pt x="89" y="113"/>
                  </a:lnTo>
                  <a:lnTo>
                    <a:pt x="87" y="108"/>
                  </a:lnTo>
                  <a:lnTo>
                    <a:pt x="86" y="107"/>
                  </a:lnTo>
                  <a:lnTo>
                    <a:pt x="87" y="105"/>
                  </a:lnTo>
                  <a:lnTo>
                    <a:pt x="87" y="105"/>
                  </a:lnTo>
                  <a:lnTo>
                    <a:pt x="91" y="102"/>
                  </a:lnTo>
                  <a:lnTo>
                    <a:pt x="97" y="98"/>
                  </a:lnTo>
                  <a:lnTo>
                    <a:pt x="103" y="93"/>
                  </a:lnTo>
                  <a:lnTo>
                    <a:pt x="109" y="89"/>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6" name="Freeform 1102"/>
            <p:cNvSpPr>
              <a:spLocks/>
            </p:cNvSpPr>
            <p:nvPr/>
          </p:nvSpPr>
          <p:spPr bwMode="gray">
            <a:xfrm>
              <a:off x="1253730" y="4793287"/>
              <a:ext cx="502498" cy="401550"/>
            </a:xfrm>
            <a:custGeom>
              <a:avLst/>
              <a:gdLst>
                <a:gd name="T0" fmla="*/ 157 w 170"/>
                <a:gd name="T1" fmla="*/ 24 h 134"/>
                <a:gd name="T2" fmla="*/ 149 w 170"/>
                <a:gd name="T3" fmla="*/ 21 h 134"/>
                <a:gd name="T4" fmla="*/ 145 w 170"/>
                <a:gd name="T5" fmla="*/ 22 h 134"/>
                <a:gd name="T6" fmla="*/ 143 w 170"/>
                <a:gd name="T7" fmla="*/ 16 h 134"/>
                <a:gd name="T8" fmla="*/ 140 w 170"/>
                <a:gd name="T9" fmla="*/ 16 h 134"/>
                <a:gd name="T10" fmla="*/ 117 w 170"/>
                <a:gd name="T11" fmla="*/ 11 h 134"/>
                <a:gd name="T12" fmla="*/ 104 w 170"/>
                <a:gd name="T13" fmla="*/ 3 h 134"/>
                <a:gd name="T14" fmla="*/ 101 w 170"/>
                <a:gd name="T15" fmla="*/ 5 h 134"/>
                <a:gd name="T16" fmla="*/ 86 w 170"/>
                <a:gd name="T17" fmla="*/ 4 h 134"/>
                <a:gd name="T18" fmla="*/ 69 w 170"/>
                <a:gd name="T19" fmla="*/ 0 h 134"/>
                <a:gd name="T20" fmla="*/ 33 w 170"/>
                <a:gd name="T21" fmla="*/ 0 h 134"/>
                <a:gd name="T22" fmla="*/ 18 w 170"/>
                <a:gd name="T23" fmla="*/ 1 h 134"/>
                <a:gd name="T24" fmla="*/ 13 w 170"/>
                <a:gd name="T25" fmla="*/ 5 h 134"/>
                <a:gd name="T26" fmla="*/ 1 w 170"/>
                <a:gd name="T27" fmla="*/ 9 h 134"/>
                <a:gd name="T28" fmla="*/ 0 w 170"/>
                <a:gd name="T29" fmla="*/ 13 h 134"/>
                <a:gd name="T30" fmla="*/ 5 w 170"/>
                <a:gd name="T31" fmla="*/ 22 h 134"/>
                <a:gd name="T32" fmla="*/ 6 w 170"/>
                <a:gd name="T33" fmla="*/ 30 h 134"/>
                <a:gd name="T34" fmla="*/ 16 w 170"/>
                <a:gd name="T35" fmla="*/ 29 h 134"/>
                <a:gd name="T36" fmla="*/ 18 w 170"/>
                <a:gd name="T37" fmla="*/ 32 h 134"/>
                <a:gd name="T38" fmla="*/ 35 w 170"/>
                <a:gd name="T39" fmla="*/ 33 h 134"/>
                <a:gd name="T40" fmla="*/ 42 w 170"/>
                <a:gd name="T41" fmla="*/ 36 h 134"/>
                <a:gd name="T42" fmla="*/ 40 w 170"/>
                <a:gd name="T43" fmla="*/ 43 h 134"/>
                <a:gd name="T44" fmla="*/ 34 w 170"/>
                <a:gd name="T45" fmla="*/ 52 h 134"/>
                <a:gd name="T46" fmla="*/ 30 w 170"/>
                <a:gd name="T47" fmla="*/ 81 h 134"/>
                <a:gd name="T48" fmla="*/ 28 w 170"/>
                <a:gd name="T49" fmla="*/ 94 h 134"/>
                <a:gd name="T50" fmla="*/ 27 w 170"/>
                <a:gd name="T51" fmla="*/ 102 h 134"/>
                <a:gd name="T52" fmla="*/ 23 w 170"/>
                <a:gd name="T53" fmla="*/ 115 h 134"/>
                <a:gd name="T54" fmla="*/ 27 w 170"/>
                <a:gd name="T55" fmla="*/ 113 h 134"/>
                <a:gd name="T56" fmla="*/ 37 w 170"/>
                <a:gd name="T57" fmla="*/ 122 h 134"/>
                <a:gd name="T58" fmla="*/ 48 w 170"/>
                <a:gd name="T59" fmla="*/ 134 h 134"/>
                <a:gd name="T60" fmla="*/ 54 w 170"/>
                <a:gd name="T61" fmla="*/ 132 h 134"/>
                <a:gd name="T62" fmla="*/ 66 w 170"/>
                <a:gd name="T63" fmla="*/ 126 h 134"/>
                <a:gd name="T64" fmla="*/ 72 w 170"/>
                <a:gd name="T65" fmla="*/ 125 h 134"/>
                <a:gd name="T66" fmla="*/ 76 w 170"/>
                <a:gd name="T67" fmla="*/ 125 h 134"/>
                <a:gd name="T68" fmla="*/ 113 w 170"/>
                <a:gd name="T69" fmla="*/ 110 h 134"/>
                <a:gd name="T70" fmla="*/ 118 w 170"/>
                <a:gd name="T71" fmla="*/ 106 h 134"/>
                <a:gd name="T72" fmla="*/ 124 w 170"/>
                <a:gd name="T73" fmla="*/ 95 h 134"/>
                <a:gd name="T74" fmla="*/ 129 w 170"/>
                <a:gd name="T75" fmla="*/ 86 h 134"/>
                <a:gd name="T76" fmla="*/ 125 w 170"/>
                <a:gd name="T77" fmla="*/ 74 h 134"/>
                <a:gd name="T78" fmla="*/ 129 w 170"/>
                <a:gd name="T79" fmla="*/ 62 h 134"/>
                <a:gd name="T80" fmla="*/ 139 w 170"/>
                <a:gd name="T81" fmla="*/ 49 h 134"/>
                <a:gd name="T82" fmla="*/ 150 w 170"/>
                <a:gd name="T83" fmla="*/ 42 h 134"/>
                <a:gd name="T84" fmla="*/ 152 w 170"/>
                <a:gd name="T85" fmla="*/ 43 h 134"/>
                <a:gd name="T86" fmla="*/ 160 w 170"/>
                <a:gd name="T87" fmla="*/ 40 h 134"/>
                <a:gd name="T88" fmla="*/ 170 w 170"/>
                <a:gd name="T89" fmla="*/ 2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70" h="134">
                  <a:moveTo>
                    <a:pt x="170" y="24"/>
                  </a:moveTo>
                  <a:lnTo>
                    <a:pt x="170" y="24"/>
                  </a:lnTo>
                  <a:lnTo>
                    <a:pt x="157" y="24"/>
                  </a:lnTo>
                  <a:lnTo>
                    <a:pt x="152" y="22"/>
                  </a:lnTo>
                  <a:lnTo>
                    <a:pt x="150" y="21"/>
                  </a:lnTo>
                  <a:lnTo>
                    <a:pt x="149" y="21"/>
                  </a:lnTo>
                  <a:lnTo>
                    <a:pt x="149" y="21"/>
                  </a:lnTo>
                  <a:lnTo>
                    <a:pt x="145" y="22"/>
                  </a:lnTo>
                  <a:lnTo>
                    <a:pt x="145" y="22"/>
                  </a:lnTo>
                  <a:lnTo>
                    <a:pt x="145" y="22"/>
                  </a:lnTo>
                  <a:lnTo>
                    <a:pt x="144" y="21"/>
                  </a:lnTo>
                  <a:lnTo>
                    <a:pt x="143" y="16"/>
                  </a:lnTo>
                  <a:lnTo>
                    <a:pt x="143" y="16"/>
                  </a:lnTo>
                  <a:lnTo>
                    <a:pt x="140" y="16"/>
                  </a:lnTo>
                  <a:lnTo>
                    <a:pt x="140" y="16"/>
                  </a:lnTo>
                  <a:lnTo>
                    <a:pt x="131" y="16"/>
                  </a:lnTo>
                  <a:lnTo>
                    <a:pt x="124" y="14"/>
                  </a:lnTo>
                  <a:lnTo>
                    <a:pt x="117" y="11"/>
                  </a:lnTo>
                  <a:lnTo>
                    <a:pt x="112" y="9"/>
                  </a:lnTo>
                  <a:lnTo>
                    <a:pt x="112" y="9"/>
                  </a:lnTo>
                  <a:lnTo>
                    <a:pt x="104" y="3"/>
                  </a:lnTo>
                  <a:lnTo>
                    <a:pt x="104" y="3"/>
                  </a:lnTo>
                  <a:lnTo>
                    <a:pt x="101" y="5"/>
                  </a:lnTo>
                  <a:lnTo>
                    <a:pt x="101" y="5"/>
                  </a:lnTo>
                  <a:lnTo>
                    <a:pt x="98" y="5"/>
                  </a:lnTo>
                  <a:lnTo>
                    <a:pt x="94" y="5"/>
                  </a:lnTo>
                  <a:lnTo>
                    <a:pt x="86" y="4"/>
                  </a:lnTo>
                  <a:lnTo>
                    <a:pt x="76" y="1"/>
                  </a:lnTo>
                  <a:lnTo>
                    <a:pt x="69" y="0"/>
                  </a:lnTo>
                  <a:lnTo>
                    <a:pt x="69" y="0"/>
                  </a:lnTo>
                  <a:lnTo>
                    <a:pt x="50" y="1"/>
                  </a:lnTo>
                  <a:lnTo>
                    <a:pt x="33" y="0"/>
                  </a:lnTo>
                  <a:lnTo>
                    <a:pt x="33" y="0"/>
                  </a:lnTo>
                  <a:lnTo>
                    <a:pt x="27" y="0"/>
                  </a:lnTo>
                  <a:lnTo>
                    <a:pt x="22" y="0"/>
                  </a:lnTo>
                  <a:lnTo>
                    <a:pt x="18" y="1"/>
                  </a:lnTo>
                  <a:lnTo>
                    <a:pt x="16" y="4"/>
                  </a:lnTo>
                  <a:lnTo>
                    <a:pt x="16" y="4"/>
                  </a:lnTo>
                  <a:lnTo>
                    <a:pt x="13" y="5"/>
                  </a:lnTo>
                  <a:lnTo>
                    <a:pt x="10" y="6"/>
                  </a:lnTo>
                  <a:lnTo>
                    <a:pt x="6" y="6"/>
                  </a:lnTo>
                  <a:lnTo>
                    <a:pt x="1" y="9"/>
                  </a:lnTo>
                  <a:lnTo>
                    <a:pt x="1" y="9"/>
                  </a:lnTo>
                  <a:lnTo>
                    <a:pt x="0" y="10"/>
                  </a:lnTo>
                  <a:lnTo>
                    <a:pt x="0" y="13"/>
                  </a:lnTo>
                  <a:lnTo>
                    <a:pt x="0" y="15"/>
                  </a:lnTo>
                  <a:lnTo>
                    <a:pt x="2" y="19"/>
                  </a:lnTo>
                  <a:lnTo>
                    <a:pt x="5" y="22"/>
                  </a:lnTo>
                  <a:lnTo>
                    <a:pt x="5" y="22"/>
                  </a:lnTo>
                  <a:lnTo>
                    <a:pt x="6" y="30"/>
                  </a:lnTo>
                  <a:lnTo>
                    <a:pt x="6" y="30"/>
                  </a:lnTo>
                  <a:lnTo>
                    <a:pt x="12" y="29"/>
                  </a:lnTo>
                  <a:lnTo>
                    <a:pt x="12" y="29"/>
                  </a:lnTo>
                  <a:lnTo>
                    <a:pt x="16" y="29"/>
                  </a:lnTo>
                  <a:lnTo>
                    <a:pt x="17" y="30"/>
                  </a:lnTo>
                  <a:lnTo>
                    <a:pt x="18" y="31"/>
                  </a:lnTo>
                  <a:lnTo>
                    <a:pt x="18" y="32"/>
                  </a:lnTo>
                  <a:lnTo>
                    <a:pt x="18" y="32"/>
                  </a:lnTo>
                  <a:lnTo>
                    <a:pt x="29" y="33"/>
                  </a:lnTo>
                  <a:lnTo>
                    <a:pt x="35" y="33"/>
                  </a:lnTo>
                  <a:lnTo>
                    <a:pt x="39" y="35"/>
                  </a:lnTo>
                  <a:lnTo>
                    <a:pt x="42" y="36"/>
                  </a:lnTo>
                  <a:lnTo>
                    <a:pt x="42" y="36"/>
                  </a:lnTo>
                  <a:lnTo>
                    <a:pt x="43" y="38"/>
                  </a:lnTo>
                  <a:lnTo>
                    <a:pt x="43" y="40"/>
                  </a:lnTo>
                  <a:lnTo>
                    <a:pt x="40" y="43"/>
                  </a:lnTo>
                  <a:lnTo>
                    <a:pt x="37" y="47"/>
                  </a:lnTo>
                  <a:lnTo>
                    <a:pt x="34" y="52"/>
                  </a:lnTo>
                  <a:lnTo>
                    <a:pt x="34" y="52"/>
                  </a:lnTo>
                  <a:lnTo>
                    <a:pt x="33" y="59"/>
                  </a:lnTo>
                  <a:lnTo>
                    <a:pt x="32" y="70"/>
                  </a:lnTo>
                  <a:lnTo>
                    <a:pt x="30" y="81"/>
                  </a:lnTo>
                  <a:lnTo>
                    <a:pt x="28" y="89"/>
                  </a:lnTo>
                  <a:lnTo>
                    <a:pt x="28" y="89"/>
                  </a:lnTo>
                  <a:lnTo>
                    <a:pt x="28" y="94"/>
                  </a:lnTo>
                  <a:lnTo>
                    <a:pt x="28" y="97"/>
                  </a:lnTo>
                  <a:lnTo>
                    <a:pt x="28" y="100"/>
                  </a:lnTo>
                  <a:lnTo>
                    <a:pt x="27" y="102"/>
                  </a:lnTo>
                  <a:lnTo>
                    <a:pt x="27" y="102"/>
                  </a:lnTo>
                  <a:lnTo>
                    <a:pt x="24" y="107"/>
                  </a:lnTo>
                  <a:lnTo>
                    <a:pt x="23" y="115"/>
                  </a:lnTo>
                  <a:lnTo>
                    <a:pt x="23" y="115"/>
                  </a:lnTo>
                  <a:lnTo>
                    <a:pt x="27" y="113"/>
                  </a:lnTo>
                  <a:lnTo>
                    <a:pt x="27" y="113"/>
                  </a:lnTo>
                  <a:lnTo>
                    <a:pt x="28" y="115"/>
                  </a:lnTo>
                  <a:lnTo>
                    <a:pt x="30" y="116"/>
                  </a:lnTo>
                  <a:lnTo>
                    <a:pt x="37" y="122"/>
                  </a:lnTo>
                  <a:lnTo>
                    <a:pt x="45" y="132"/>
                  </a:lnTo>
                  <a:lnTo>
                    <a:pt x="45" y="132"/>
                  </a:lnTo>
                  <a:lnTo>
                    <a:pt x="48" y="134"/>
                  </a:lnTo>
                  <a:lnTo>
                    <a:pt x="49" y="134"/>
                  </a:lnTo>
                  <a:lnTo>
                    <a:pt x="51" y="134"/>
                  </a:lnTo>
                  <a:lnTo>
                    <a:pt x="54" y="132"/>
                  </a:lnTo>
                  <a:lnTo>
                    <a:pt x="54" y="132"/>
                  </a:lnTo>
                  <a:lnTo>
                    <a:pt x="58" y="128"/>
                  </a:lnTo>
                  <a:lnTo>
                    <a:pt x="66" y="126"/>
                  </a:lnTo>
                  <a:lnTo>
                    <a:pt x="66" y="126"/>
                  </a:lnTo>
                  <a:lnTo>
                    <a:pt x="70" y="125"/>
                  </a:lnTo>
                  <a:lnTo>
                    <a:pt x="72" y="125"/>
                  </a:lnTo>
                  <a:lnTo>
                    <a:pt x="74" y="125"/>
                  </a:lnTo>
                  <a:lnTo>
                    <a:pt x="76" y="125"/>
                  </a:lnTo>
                  <a:lnTo>
                    <a:pt x="76" y="125"/>
                  </a:lnTo>
                  <a:lnTo>
                    <a:pt x="83" y="123"/>
                  </a:lnTo>
                  <a:lnTo>
                    <a:pt x="94" y="118"/>
                  </a:lnTo>
                  <a:lnTo>
                    <a:pt x="113" y="110"/>
                  </a:lnTo>
                  <a:lnTo>
                    <a:pt x="113" y="110"/>
                  </a:lnTo>
                  <a:lnTo>
                    <a:pt x="117" y="107"/>
                  </a:lnTo>
                  <a:lnTo>
                    <a:pt x="118" y="106"/>
                  </a:lnTo>
                  <a:lnTo>
                    <a:pt x="120" y="101"/>
                  </a:lnTo>
                  <a:lnTo>
                    <a:pt x="120" y="101"/>
                  </a:lnTo>
                  <a:lnTo>
                    <a:pt x="124" y="95"/>
                  </a:lnTo>
                  <a:lnTo>
                    <a:pt x="128" y="89"/>
                  </a:lnTo>
                  <a:lnTo>
                    <a:pt x="128" y="89"/>
                  </a:lnTo>
                  <a:lnTo>
                    <a:pt x="129" y="86"/>
                  </a:lnTo>
                  <a:lnTo>
                    <a:pt x="128" y="83"/>
                  </a:lnTo>
                  <a:lnTo>
                    <a:pt x="125" y="74"/>
                  </a:lnTo>
                  <a:lnTo>
                    <a:pt x="125" y="74"/>
                  </a:lnTo>
                  <a:lnTo>
                    <a:pt x="125" y="70"/>
                  </a:lnTo>
                  <a:lnTo>
                    <a:pt x="125" y="68"/>
                  </a:lnTo>
                  <a:lnTo>
                    <a:pt x="129" y="62"/>
                  </a:lnTo>
                  <a:lnTo>
                    <a:pt x="134" y="53"/>
                  </a:lnTo>
                  <a:lnTo>
                    <a:pt x="134" y="53"/>
                  </a:lnTo>
                  <a:lnTo>
                    <a:pt x="139" y="49"/>
                  </a:lnTo>
                  <a:lnTo>
                    <a:pt x="146" y="43"/>
                  </a:lnTo>
                  <a:lnTo>
                    <a:pt x="146" y="43"/>
                  </a:lnTo>
                  <a:lnTo>
                    <a:pt x="150" y="42"/>
                  </a:lnTo>
                  <a:lnTo>
                    <a:pt x="150" y="42"/>
                  </a:lnTo>
                  <a:lnTo>
                    <a:pt x="151" y="43"/>
                  </a:lnTo>
                  <a:lnTo>
                    <a:pt x="152" y="43"/>
                  </a:lnTo>
                  <a:lnTo>
                    <a:pt x="152" y="43"/>
                  </a:lnTo>
                  <a:lnTo>
                    <a:pt x="155" y="42"/>
                  </a:lnTo>
                  <a:lnTo>
                    <a:pt x="160" y="40"/>
                  </a:lnTo>
                  <a:lnTo>
                    <a:pt x="168" y="31"/>
                  </a:lnTo>
                  <a:lnTo>
                    <a:pt x="168" y="31"/>
                  </a:lnTo>
                  <a:lnTo>
                    <a:pt x="170" y="27"/>
                  </a:lnTo>
                  <a:lnTo>
                    <a:pt x="170" y="2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7" name="Freeform 1104"/>
            <p:cNvSpPr>
              <a:spLocks/>
            </p:cNvSpPr>
            <p:nvPr/>
          </p:nvSpPr>
          <p:spPr bwMode="gray">
            <a:xfrm>
              <a:off x="1434039" y="4322814"/>
              <a:ext cx="517276" cy="542394"/>
            </a:xfrm>
            <a:custGeom>
              <a:avLst/>
              <a:gdLst>
                <a:gd name="T0" fmla="*/ 170 w 175"/>
                <a:gd name="T1" fmla="*/ 70 h 181"/>
                <a:gd name="T2" fmla="*/ 175 w 175"/>
                <a:gd name="T3" fmla="*/ 51 h 181"/>
                <a:gd name="T4" fmla="*/ 171 w 175"/>
                <a:gd name="T5" fmla="*/ 48 h 181"/>
                <a:gd name="T6" fmla="*/ 159 w 175"/>
                <a:gd name="T7" fmla="*/ 43 h 181"/>
                <a:gd name="T8" fmla="*/ 144 w 175"/>
                <a:gd name="T9" fmla="*/ 39 h 181"/>
                <a:gd name="T10" fmla="*/ 131 w 175"/>
                <a:gd name="T11" fmla="*/ 37 h 181"/>
                <a:gd name="T12" fmla="*/ 114 w 175"/>
                <a:gd name="T13" fmla="*/ 22 h 181"/>
                <a:gd name="T14" fmla="*/ 90 w 175"/>
                <a:gd name="T15" fmla="*/ 1 h 181"/>
                <a:gd name="T16" fmla="*/ 86 w 175"/>
                <a:gd name="T17" fmla="*/ 8 h 181"/>
                <a:gd name="T18" fmla="*/ 86 w 175"/>
                <a:gd name="T19" fmla="*/ 19 h 181"/>
                <a:gd name="T20" fmla="*/ 80 w 175"/>
                <a:gd name="T21" fmla="*/ 29 h 181"/>
                <a:gd name="T22" fmla="*/ 73 w 175"/>
                <a:gd name="T23" fmla="*/ 32 h 181"/>
                <a:gd name="T24" fmla="*/ 68 w 175"/>
                <a:gd name="T25" fmla="*/ 35 h 181"/>
                <a:gd name="T26" fmla="*/ 62 w 175"/>
                <a:gd name="T27" fmla="*/ 44 h 181"/>
                <a:gd name="T28" fmla="*/ 54 w 175"/>
                <a:gd name="T29" fmla="*/ 44 h 181"/>
                <a:gd name="T30" fmla="*/ 45 w 175"/>
                <a:gd name="T31" fmla="*/ 39 h 181"/>
                <a:gd name="T32" fmla="*/ 41 w 175"/>
                <a:gd name="T33" fmla="*/ 41 h 181"/>
                <a:gd name="T34" fmla="*/ 46 w 175"/>
                <a:gd name="T35" fmla="*/ 55 h 181"/>
                <a:gd name="T36" fmla="*/ 36 w 175"/>
                <a:gd name="T37" fmla="*/ 60 h 181"/>
                <a:gd name="T38" fmla="*/ 26 w 175"/>
                <a:gd name="T39" fmla="*/ 57 h 181"/>
                <a:gd name="T40" fmla="*/ 16 w 175"/>
                <a:gd name="T41" fmla="*/ 55 h 181"/>
                <a:gd name="T42" fmla="*/ 3 w 175"/>
                <a:gd name="T43" fmla="*/ 57 h 181"/>
                <a:gd name="T44" fmla="*/ 0 w 175"/>
                <a:gd name="T45" fmla="*/ 60 h 181"/>
                <a:gd name="T46" fmla="*/ 4 w 175"/>
                <a:gd name="T47" fmla="*/ 71 h 181"/>
                <a:gd name="T48" fmla="*/ 9 w 175"/>
                <a:gd name="T49" fmla="*/ 76 h 181"/>
                <a:gd name="T50" fmla="*/ 33 w 175"/>
                <a:gd name="T51" fmla="*/ 86 h 181"/>
                <a:gd name="T52" fmla="*/ 36 w 175"/>
                <a:gd name="T53" fmla="*/ 92 h 181"/>
                <a:gd name="T54" fmla="*/ 38 w 175"/>
                <a:gd name="T55" fmla="*/ 98 h 181"/>
                <a:gd name="T56" fmla="*/ 49 w 175"/>
                <a:gd name="T57" fmla="*/ 119 h 181"/>
                <a:gd name="T58" fmla="*/ 49 w 175"/>
                <a:gd name="T59" fmla="*/ 136 h 181"/>
                <a:gd name="T60" fmla="*/ 47 w 175"/>
                <a:gd name="T61" fmla="*/ 146 h 181"/>
                <a:gd name="T62" fmla="*/ 43 w 175"/>
                <a:gd name="T63" fmla="*/ 160 h 181"/>
                <a:gd name="T64" fmla="*/ 51 w 175"/>
                <a:gd name="T65" fmla="*/ 166 h 181"/>
                <a:gd name="T66" fmla="*/ 70 w 175"/>
                <a:gd name="T67" fmla="*/ 173 h 181"/>
                <a:gd name="T68" fmla="*/ 84 w 175"/>
                <a:gd name="T69" fmla="*/ 174 h 181"/>
                <a:gd name="T70" fmla="*/ 89 w 175"/>
                <a:gd name="T71" fmla="*/ 178 h 181"/>
                <a:gd name="T72" fmla="*/ 96 w 175"/>
                <a:gd name="T73" fmla="*/ 181 h 181"/>
                <a:gd name="T74" fmla="*/ 106 w 175"/>
                <a:gd name="T75" fmla="*/ 176 h 181"/>
                <a:gd name="T76" fmla="*/ 114 w 175"/>
                <a:gd name="T77" fmla="*/ 166 h 181"/>
                <a:gd name="T78" fmla="*/ 123 w 175"/>
                <a:gd name="T79" fmla="*/ 158 h 181"/>
                <a:gd name="T80" fmla="*/ 136 w 175"/>
                <a:gd name="T81" fmla="*/ 161 h 181"/>
                <a:gd name="T82" fmla="*/ 149 w 175"/>
                <a:gd name="T83" fmla="*/ 165 h 181"/>
                <a:gd name="T84" fmla="*/ 154 w 175"/>
                <a:gd name="T85" fmla="*/ 158 h 181"/>
                <a:gd name="T86" fmla="*/ 155 w 175"/>
                <a:gd name="T87" fmla="*/ 155 h 181"/>
                <a:gd name="T88" fmla="*/ 162 w 175"/>
                <a:gd name="T89" fmla="*/ 160 h 181"/>
                <a:gd name="T90" fmla="*/ 165 w 175"/>
                <a:gd name="T91" fmla="*/ 156 h 181"/>
                <a:gd name="T92" fmla="*/ 160 w 175"/>
                <a:gd name="T93" fmla="*/ 140 h 181"/>
                <a:gd name="T94" fmla="*/ 154 w 175"/>
                <a:gd name="T95" fmla="*/ 129 h 181"/>
                <a:gd name="T96" fmla="*/ 159 w 175"/>
                <a:gd name="T97" fmla="*/ 123 h 181"/>
                <a:gd name="T98" fmla="*/ 162 w 175"/>
                <a:gd name="T99" fmla="*/ 119 h 181"/>
                <a:gd name="T100" fmla="*/ 158 w 175"/>
                <a:gd name="T101" fmla="*/ 105 h 181"/>
                <a:gd name="T102" fmla="*/ 149 w 175"/>
                <a:gd name="T103" fmla="*/ 101 h 181"/>
                <a:gd name="T104" fmla="*/ 160 w 175"/>
                <a:gd name="T105" fmla="*/ 88 h 181"/>
                <a:gd name="T106" fmla="*/ 169 w 175"/>
                <a:gd name="T107" fmla="*/ 75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5" h="181">
                  <a:moveTo>
                    <a:pt x="169" y="75"/>
                  </a:moveTo>
                  <a:lnTo>
                    <a:pt x="169" y="75"/>
                  </a:lnTo>
                  <a:lnTo>
                    <a:pt x="170" y="70"/>
                  </a:lnTo>
                  <a:lnTo>
                    <a:pt x="173" y="61"/>
                  </a:lnTo>
                  <a:lnTo>
                    <a:pt x="175" y="54"/>
                  </a:lnTo>
                  <a:lnTo>
                    <a:pt x="175" y="51"/>
                  </a:lnTo>
                  <a:lnTo>
                    <a:pt x="175" y="49"/>
                  </a:lnTo>
                  <a:lnTo>
                    <a:pt x="175" y="49"/>
                  </a:lnTo>
                  <a:lnTo>
                    <a:pt x="171" y="48"/>
                  </a:lnTo>
                  <a:lnTo>
                    <a:pt x="168" y="46"/>
                  </a:lnTo>
                  <a:lnTo>
                    <a:pt x="159" y="43"/>
                  </a:lnTo>
                  <a:lnTo>
                    <a:pt x="159" y="43"/>
                  </a:lnTo>
                  <a:lnTo>
                    <a:pt x="157" y="41"/>
                  </a:lnTo>
                  <a:lnTo>
                    <a:pt x="154" y="41"/>
                  </a:lnTo>
                  <a:lnTo>
                    <a:pt x="144" y="39"/>
                  </a:lnTo>
                  <a:lnTo>
                    <a:pt x="144" y="39"/>
                  </a:lnTo>
                  <a:lnTo>
                    <a:pt x="137" y="39"/>
                  </a:lnTo>
                  <a:lnTo>
                    <a:pt x="131" y="37"/>
                  </a:lnTo>
                  <a:lnTo>
                    <a:pt x="131" y="37"/>
                  </a:lnTo>
                  <a:lnTo>
                    <a:pt x="123" y="30"/>
                  </a:lnTo>
                  <a:lnTo>
                    <a:pt x="114" y="22"/>
                  </a:lnTo>
                  <a:lnTo>
                    <a:pt x="94" y="0"/>
                  </a:lnTo>
                  <a:lnTo>
                    <a:pt x="94" y="0"/>
                  </a:lnTo>
                  <a:lnTo>
                    <a:pt x="90" y="1"/>
                  </a:lnTo>
                  <a:lnTo>
                    <a:pt x="88" y="5"/>
                  </a:lnTo>
                  <a:lnTo>
                    <a:pt x="88" y="5"/>
                  </a:lnTo>
                  <a:lnTo>
                    <a:pt x="86" y="8"/>
                  </a:lnTo>
                  <a:lnTo>
                    <a:pt x="86" y="13"/>
                  </a:lnTo>
                  <a:lnTo>
                    <a:pt x="86" y="19"/>
                  </a:lnTo>
                  <a:lnTo>
                    <a:pt x="86" y="19"/>
                  </a:lnTo>
                  <a:lnTo>
                    <a:pt x="84" y="24"/>
                  </a:lnTo>
                  <a:lnTo>
                    <a:pt x="80" y="29"/>
                  </a:lnTo>
                  <a:lnTo>
                    <a:pt x="80" y="29"/>
                  </a:lnTo>
                  <a:lnTo>
                    <a:pt x="78" y="30"/>
                  </a:lnTo>
                  <a:lnTo>
                    <a:pt x="75" y="30"/>
                  </a:lnTo>
                  <a:lnTo>
                    <a:pt x="73" y="32"/>
                  </a:lnTo>
                  <a:lnTo>
                    <a:pt x="69" y="33"/>
                  </a:lnTo>
                  <a:lnTo>
                    <a:pt x="69" y="33"/>
                  </a:lnTo>
                  <a:lnTo>
                    <a:pt x="68" y="35"/>
                  </a:lnTo>
                  <a:lnTo>
                    <a:pt x="67" y="38"/>
                  </a:lnTo>
                  <a:lnTo>
                    <a:pt x="64" y="41"/>
                  </a:lnTo>
                  <a:lnTo>
                    <a:pt x="62" y="44"/>
                  </a:lnTo>
                  <a:lnTo>
                    <a:pt x="62" y="44"/>
                  </a:lnTo>
                  <a:lnTo>
                    <a:pt x="58" y="45"/>
                  </a:lnTo>
                  <a:lnTo>
                    <a:pt x="54" y="44"/>
                  </a:lnTo>
                  <a:lnTo>
                    <a:pt x="47" y="40"/>
                  </a:lnTo>
                  <a:lnTo>
                    <a:pt x="47" y="40"/>
                  </a:lnTo>
                  <a:lnTo>
                    <a:pt x="45" y="39"/>
                  </a:lnTo>
                  <a:lnTo>
                    <a:pt x="42" y="39"/>
                  </a:lnTo>
                  <a:lnTo>
                    <a:pt x="41" y="39"/>
                  </a:lnTo>
                  <a:lnTo>
                    <a:pt x="41" y="41"/>
                  </a:lnTo>
                  <a:lnTo>
                    <a:pt x="41" y="41"/>
                  </a:lnTo>
                  <a:lnTo>
                    <a:pt x="46" y="55"/>
                  </a:lnTo>
                  <a:lnTo>
                    <a:pt x="46" y="55"/>
                  </a:lnTo>
                  <a:lnTo>
                    <a:pt x="45" y="56"/>
                  </a:lnTo>
                  <a:lnTo>
                    <a:pt x="43" y="59"/>
                  </a:lnTo>
                  <a:lnTo>
                    <a:pt x="36" y="60"/>
                  </a:lnTo>
                  <a:lnTo>
                    <a:pt x="36" y="60"/>
                  </a:lnTo>
                  <a:lnTo>
                    <a:pt x="31" y="60"/>
                  </a:lnTo>
                  <a:lnTo>
                    <a:pt x="26" y="57"/>
                  </a:lnTo>
                  <a:lnTo>
                    <a:pt x="26" y="57"/>
                  </a:lnTo>
                  <a:lnTo>
                    <a:pt x="20" y="56"/>
                  </a:lnTo>
                  <a:lnTo>
                    <a:pt x="16" y="55"/>
                  </a:lnTo>
                  <a:lnTo>
                    <a:pt x="13" y="55"/>
                  </a:lnTo>
                  <a:lnTo>
                    <a:pt x="13" y="55"/>
                  </a:lnTo>
                  <a:lnTo>
                    <a:pt x="3" y="57"/>
                  </a:lnTo>
                  <a:lnTo>
                    <a:pt x="0" y="59"/>
                  </a:lnTo>
                  <a:lnTo>
                    <a:pt x="0" y="60"/>
                  </a:lnTo>
                  <a:lnTo>
                    <a:pt x="0" y="60"/>
                  </a:lnTo>
                  <a:lnTo>
                    <a:pt x="1" y="61"/>
                  </a:lnTo>
                  <a:lnTo>
                    <a:pt x="1" y="65"/>
                  </a:lnTo>
                  <a:lnTo>
                    <a:pt x="4" y="71"/>
                  </a:lnTo>
                  <a:lnTo>
                    <a:pt x="4" y="71"/>
                  </a:lnTo>
                  <a:lnTo>
                    <a:pt x="5" y="73"/>
                  </a:lnTo>
                  <a:lnTo>
                    <a:pt x="9" y="76"/>
                  </a:lnTo>
                  <a:lnTo>
                    <a:pt x="17" y="80"/>
                  </a:lnTo>
                  <a:lnTo>
                    <a:pt x="33" y="86"/>
                  </a:lnTo>
                  <a:lnTo>
                    <a:pt x="33" y="86"/>
                  </a:lnTo>
                  <a:lnTo>
                    <a:pt x="36" y="87"/>
                  </a:lnTo>
                  <a:lnTo>
                    <a:pt x="36" y="89"/>
                  </a:lnTo>
                  <a:lnTo>
                    <a:pt x="36" y="92"/>
                  </a:lnTo>
                  <a:lnTo>
                    <a:pt x="37" y="96"/>
                  </a:lnTo>
                  <a:lnTo>
                    <a:pt x="37" y="96"/>
                  </a:lnTo>
                  <a:lnTo>
                    <a:pt x="38" y="98"/>
                  </a:lnTo>
                  <a:lnTo>
                    <a:pt x="42" y="102"/>
                  </a:lnTo>
                  <a:lnTo>
                    <a:pt x="47" y="109"/>
                  </a:lnTo>
                  <a:lnTo>
                    <a:pt x="49" y="119"/>
                  </a:lnTo>
                  <a:lnTo>
                    <a:pt x="49" y="119"/>
                  </a:lnTo>
                  <a:lnTo>
                    <a:pt x="51" y="130"/>
                  </a:lnTo>
                  <a:lnTo>
                    <a:pt x="49" y="136"/>
                  </a:lnTo>
                  <a:lnTo>
                    <a:pt x="48" y="141"/>
                  </a:lnTo>
                  <a:lnTo>
                    <a:pt x="47" y="146"/>
                  </a:lnTo>
                  <a:lnTo>
                    <a:pt x="47" y="146"/>
                  </a:lnTo>
                  <a:lnTo>
                    <a:pt x="47" y="154"/>
                  </a:lnTo>
                  <a:lnTo>
                    <a:pt x="46" y="157"/>
                  </a:lnTo>
                  <a:lnTo>
                    <a:pt x="43" y="160"/>
                  </a:lnTo>
                  <a:lnTo>
                    <a:pt x="43" y="160"/>
                  </a:lnTo>
                  <a:lnTo>
                    <a:pt x="51" y="166"/>
                  </a:lnTo>
                  <a:lnTo>
                    <a:pt x="51" y="166"/>
                  </a:lnTo>
                  <a:lnTo>
                    <a:pt x="56" y="168"/>
                  </a:lnTo>
                  <a:lnTo>
                    <a:pt x="63" y="171"/>
                  </a:lnTo>
                  <a:lnTo>
                    <a:pt x="70" y="173"/>
                  </a:lnTo>
                  <a:lnTo>
                    <a:pt x="79" y="173"/>
                  </a:lnTo>
                  <a:lnTo>
                    <a:pt x="79" y="173"/>
                  </a:lnTo>
                  <a:lnTo>
                    <a:pt x="84" y="174"/>
                  </a:lnTo>
                  <a:lnTo>
                    <a:pt x="85" y="176"/>
                  </a:lnTo>
                  <a:lnTo>
                    <a:pt x="86" y="177"/>
                  </a:lnTo>
                  <a:lnTo>
                    <a:pt x="89" y="178"/>
                  </a:lnTo>
                  <a:lnTo>
                    <a:pt x="89" y="178"/>
                  </a:lnTo>
                  <a:lnTo>
                    <a:pt x="91" y="179"/>
                  </a:lnTo>
                  <a:lnTo>
                    <a:pt x="96" y="181"/>
                  </a:lnTo>
                  <a:lnTo>
                    <a:pt x="109" y="181"/>
                  </a:lnTo>
                  <a:lnTo>
                    <a:pt x="109" y="181"/>
                  </a:lnTo>
                  <a:lnTo>
                    <a:pt x="106" y="176"/>
                  </a:lnTo>
                  <a:lnTo>
                    <a:pt x="106" y="176"/>
                  </a:lnTo>
                  <a:lnTo>
                    <a:pt x="109" y="172"/>
                  </a:lnTo>
                  <a:lnTo>
                    <a:pt x="114" y="166"/>
                  </a:lnTo>
                  <a:lnTo>
                    <a:pt x="118" y="161"/>
                  </a:lnTo>
                  <a:lnTo>
                    <a:pt x="123" y="158"/>
                  </a:lnTo>
                  <a:lnTo>
                    <a:pt x="123" y="158"/>
                  </a:lnTo>
                  <a:lnTo>
                    <a:pt x="128" y="158"/>
                  </a:lnTo>
                  <a:lnTo>
                    <a:pt x="136" y="161"/>
                  </a:lnTo>
                  <a:lnTo>
                    <a:pt x="136" y="161"/>
                  </a:lnTo>
                  <a:lnTo>
                    <a:pt x="143" y="163"/>
                  </a:lnTo>
                  <a:lnTo>
                    <a:pt x="149" y="165"/>
                  </a:lnTo>
                  <a:lnTo>
                    <a:pt x="149" y="165"/>
                  </a:lnTo>
                  <a:lnTo>
                    <a:pt x="154" y="163"/>
                  </a:lnTo>
                  <a:lnTo>
                    <a:pt x="154" y="163"/>
                  </a:lnTo>
                  <a:lnTo>
                    <a:pt x="154" y="158"/>
                  </a:lnTo>
                  <a:lnTo>
                    <a:pt x="154" y="156"/>
                  </a:lnTo>
                  <a:lnTo>
                    <a:pt x="155" y="155"/>
                  </a:lnTo>
                  <a:lnTo>
                    <a:pt x="155" y="155"/>
                  </a:lnTo>
                  <a:lnTo>
                    <a:pt x="157" y="155"/>
                  </a:lnTo>
                  <a:lnTo>
                    <a:pt x="158" y="156"/>
                  </a:lnTo>
                  <a:lnTo>
                    <a:pt x="162" y="160"/>
                  </a:lnTo>
                  <a:lnTo>
                    <a:pt x="162" y="160"/>
                  </a:lnTo>
                  <a:lnTo>
                    <a:pt x="165" y="156"/>
                  </a:lnTo>
                  <a:lnTo>
                    <a:pt x="165" y="156"/>
                  </a:lnTo>
                  <a:lnTo>
                    <a:pt x="163" y="145"/>
                  </a:lnTo>
                  <a:lnTo>
                    <a:pt x="163" y="145"/>
                  </a:lnTo>
                  <a:lnTo>
                    <a:pt x="160" y="140"/>
                  </a:lnTo>
                  <a:lnTo>
                    <a:pt x="157" y="135"/>
                  </a:lnTo>
                  <a:lnTo>
                    <a:pt x="155" y="131"/>
                  </a:lnTo>
                  <a:lnTo>
                    <a:pt x="154" y="129"/>
                  </a:lnTo>
                  <a:lnTo>
                    <a:pt x="155" y="128"/>
                  </a:lnTo>
                  <a:lnTo>
                    <a:pt x="155" y="128"/>
                  </a:lnTo>
                  <a:lnTo>
                    <a:pt x="159" y="123"/>
                  </a:lnTo>
                  <a:lnTo>
                    <a:pt x="162" y="121"/>
                  </a:lnTo>
                  <a:lnTo>
                    <a:pt x="162" y="119"/>
                  </a:lnTo>
                  <a:lnTo>
                    <a:pt x="162" y="119"/>
                  </a:lnTo>
                  <a:lnTo>
                    <a:pt x="160" y="112"/>
                  </a:lnTo>
                  <a:lnTo>
                    <a:pt x="160" y="108"/>
                  </a:lnTo>
                  <a:lnTo>
                    <a:pt x="158" y="105"/>
                  </a:lnTo>
                  <a:lnTo>
                    <a:pt x="158" y="105"/>
                  </a:lnTo>
                  <a:lnTo>
                    <a:pt x="150" y="103"/>
                  </a:lnTo>
                  <a:lnTo>
                    <a:pt x="149" y="101"/>
                  </a:lnTo>
                  <a:lnTo>
                    <a:pt x="150" y="99"/>
                  </a:lnTo>
                  <a:lnTo>
                    <a:pt x="150" y="99"/>
                  </a:lnTo>
                  <a:lnTo>
                    <a:pt x="160" y="88"/>
                  </a:lnTo>
                  <a:lnTo>
                    <a:pt x="166" y="81"/>
                  </a:lnTo>
                  <a:lnTo>
                    <a:pt x="168" y="77"/>
                  </a:lnTo>
                  <a:lnTo>
                    <a:pt x="169" y="75"/>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8" name="Freeform 1111"/>
            <p:cNvSpPr>
              <a:spLocks/>
            </p:cNvSpPr>
            <p:nvPr/>
          </p:nvSpPr>
          <p:spPr bwMode="gray">
            <a:xfrm>
              <a:off x="2031125" y="4466653"/>
              <a:ext cx="271940" cy="158823"/>
            </a:xfrm>
            <a:custGeom>
              <a:avLst/>
              <a:gdLst>
                <a:gd name="T0" fmla="*/ 85 w 92"/>
                <a:gd name="T1" fmla="*/ 38 h 53"/>
                <a:gd name="T2" fmla="*/ 85 w 92"/>
                <a:gd name="T3" fmla="*/ 38 h 53"/>
                <a:gd name="T4" fmla="*/ 90 w 92"/>
                <a:gd name="T5" fmla="*/ 27 h 53"/>
                <a:gd name="T6" fmla="*/ 92 w 92"/>
                <a:gd name="T7" fmla="*/ 21 h 53"/>
                <a:gd name="T8" fmla="*/ 92 w 92"/>
                <a:gd name="T9" fmla="*/ 14 h 53"/>
                <a:gd name="T10" fmla="*/ 92 w 92"/>
                <a:gd name="T11" fmla="*/ 14 h 53"/>
                <a:gd name="T12" fmla="*/ 90 w 92"/>
                <a:gd name="T13" fmla="*/ 5 h 53"/>
                <a:gd name="T14" fmla="*/ 88 w 92"/>
                <a:gd name="T15" fmla="*/ 1 h 53"/>
                <a:gd name="T16" fmla="*/ 85 w 92"/>
                <a:gd name="T17" fmla="*/ 0 h 53"/>
                <a:gd name="T18" fmla="*/ 85 w 92"/>
                <a:gd name="T19" fmla="*/ 0 h 53"/>
                <a:gd name="T20" fmla="*/ 81 w 92"/>
                <a:gd name="T21" fmla="*/ 0 h 53"/>
                <a:gd name="T22" fmla="*/ 76 w 92"/>
                <a:gd name="T23" fmla="*/ 2 h 53"/>
                <a:gd name="T24" fmla="*/ 70 w 92"/>
                <a:gd name="T25" fmla="*/ 3 h 53"/>
                <a:gd name="T26" fmla="*/ 64 w 92"/>
                <a:gd name="T27" fmla="*/ 3 h 53"/>
                <a:gd name="T28" fmla="*/ 64 w 92"/>
                <a:gd name="T29" fmla="*/ 3 h 53"/>
                <a:gd name="T30" fmla="*/ 57 w 92"/>
                <a:gd name="T31" fmla="*/ 3 h 53"/>
                <a:gd name="T32" fmla="*/ 57 w 92"/>
                <a:gd name="T33" fmla="*/ 3 h 53"/>
                <a:gd name="T34" fmla="*/ 53 w 92"/>
                <a:gd name="T35" fmla="*/ 9 h 53"/>
                <a:gd name="T36" fmla="*/ 48 w 92"/>
                <a:gd name="T37" fmla="*/ 13 h 53"/>
                <a:gd name="T38" fmla="*/ 48 w 92"/>
                <a:gd name="T39" fmla="*/ 13 h 53"/>
                <a:gd name="T40" fmla="*/ 46 w 92"/>
                <a:gd name="T41" fmla="*/ 16 h 53"/>
                <a:gd name="T42" fmla="*/ 43 w 92"/>
                <a:gd name="T43" fmla="*/ 19 h 53"/>
                <a:gd name="T44" fmla="*/ 42 w 92"/>
                <a:gd name="T45" fmla="*/ 24 h 53"/>
                <a:gd name="T46" fmla="*/ 42 w 92"/>
                <a:gd name="T47" fmla="*/ 24 h 53"/>
                <a:gd name="T48" fmla="*/ 37 w 92"/>
                <a:gd name="T49" fmla="*/ 27 h 53"/>
                <a:gd name="T50" fmla="*/ 28 w 92"/>
                <a:gd name="T51" fmla="*/ 29 h 53"/>
                <a:gd name="T52" fmla="*/ 11 w 92"/>
                <a:gd name="T53" fmla="*/ 32 h 53"/>
                <a:gd name="T54" fmla="*/ 11 w 92"/>
                <a:gd name="T55" fmla="*/ 32 h 53"/>
                <a:gd name="T56" fmla="*/ 6 w 92"/>
                <a:gd name="T57" fmla="*/ 33 h 53"/>
                <a:gd name="T58" fmla="*/ 0 w 92"/>
                <a:gd name="T59" fmla="*/ 35 h 53"/>
                <a:gd name="T60" fmla="*/ 0 w 92"/>
                <a:gd name="T61" fmla="*/ 35 h 53"/>
                <a:gd name="T62" fmla="*/ 0 w 92"/>
                <a:gd name="T63" fmla="*/ 39 h 53"/>
                <a:gd name="T64" fmla="*/ 0 w 92"/>
                <a:gd name="T65" fmla="*/ 39 h 53"/>
                <a:gd name="T66" fmla="*/ 5 w 92"/>
                <a:gd name="T67" fmla="*/ 45 h 53"/>
                <a:gd name="T68" fmla="*/ 10 w 92"/>
                <a:gd name="T69" fmla="*/ 50 h 53"/>
                <a:gd name="T70" fmla="*/ 10 w 92"/>
                <a:gd name="T71" fmla="*/ 50 h 53"/>
                <a:gd name="T72" fmla="*/ 14 w 92"/>
                <a:gd name="T73" fmla="*/ 49 h 53"/>
                <a:gd name="T74" fmla="*/ 14 w 92"/>
                <a:gd name="T75" fmla="*/ 49 h 53"/>
                <a:gd name="T76" fmla="*/ 17 w 92"/>
                <a:gd name="T77" fmla="*/ 48 h 53"/>
                <a:gd name="T78" fmla="*/ 21 w 92"/>
                <a:gd name="T79" fmla="*/ 45 h 53"/>
                <a:gd name="T80" fmla="*/ 26 w 92"/>
                <a:gd name="T81" fmla="*/ 43 h 53"/>
                <a:gd name="T82" fmla="*/ 31 w 92"/>
                <a:gd name="T83" fmla="*/ 43 h 53"/>
                <a:gd name="T84" fmla="*/ 31 w 92"/>
                <a:gd name="T85" fmla="*/ 43 h 53"/>
                <a:gd name="T86" fmla="*/ 38 w 92"/>
                <a:gd name="T87" fmla="*/ 46 h 53"/>
                <a:gd name="T88" fmla="*/ 47 w 92"/>
                <a:gd name="T89" fmla="*/ 53 h 53"/>
                <a:gd name="T90" fmla="*/ 47 w 92"/>
                <a:gd name="T91" fmla="*/ 53 h 53"/>
                <a:gd name="T92" fmla="*/ 62 w 92"/>
                <a:gd name="T93" fmla="*/ 51 h 53"/>
                <a:gd name="T94" fmla="*/ 62 w 92"/>
                <a:gd name="T95" fmla="*/ 51 h 53"/>
                <a:gd name="T96" fmla="*/ 76 w 92"/>
                <a:gd name="T97" fmla="*/ 51 h 53"/>
                <a:gd name="T98" fmla="*/ 76 w 92"/>
                <a:gd name="T99" fmla="*/ 51 h 53"/>
                <a:gd name="T100" fmla="*/ 81 w 92"/>
                <a:gd name="T101" fmla="*/ 49 h 53"/>
                <a:gd name="T102" fmla="*/ 86 w 92"/>
                <a:gd name="T103" fmla="*/ 46 h 53"/>
                <a:gd name="T104" fmla="*/ 86 w 92"/>
                <a:gd name="T105" fmla="*/ 46 h 53"/>
                <a:gd name="T106" fmla="*/ 84 w 92"/>
                <a:gd name="T107" fmla="*/ 41 h 53"/>
                <a:gd name="T108" fmla="*/ 85 w 92"/>
                <a:gd name="T109" fmla="*/ 38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92" h="53">
                  <a:moveTo>
                    <a:pt x="85" y="38"/>
                  </a:moveTo>
                  <a:lnTo>
                    <a:pt x="85" y="38"/>
                  </a:lnTo>
                  <a:lnTo>
                    <a:pt x="90" y="27"/>
                  </a:lnTo>
                  <a:lnTo>
                    <a:pt x="92" y="21"/>
                  </a:lnTo>
                  <a:lnTo>
                    <a:pt x="92" y="14"/>
                  </a:lnTo>
                  <a:lnTo>
                    <a:pt x="92" y="14"/>
                  </a:lnTo>
                  <a:lnTo>
                    <a:pt x="90" y="5"/>
                  </a:lnTo>
                  <a:lnTo>
                    <a:pt x="88" y="1"/>
                  </a:lnTo>
                  <a:lnTo>
                    <a:pt x="85" y="0"/>
                  </a:lnTo>
                  <a:lnTo>
                    <a:pt x="85" y="0"/>
                  </a:lnTo>
                  <a:lnTo>
                    <a:pt x="81" y="0"/>
                  </a:lnTo>
                  <a:lnTo>
                    <a:pt x="76" y="2"/>
                  </a:lnTo>
                  <a:lnTo>
                    <a:pt x="70" y="3"/>
                  </a:lnTo>
                  <a:lnTo>
                    <a:pt x="64" y="3"/>
                  </a:lnTo>
                  <a:lnTo>
                    <a:pt x="64" y="3"/>
                  </a:lnTo>
                  <a:lnTo>
                    <a:pt x="57" y="3"/>
                  </a:lnTo>
                  <a:lnTo>
                    <a:pt x="57" y="3"/>
                  </a:lnTo>
                  <a:lnTo>
                    <a:pt x="53" y="9"/>
                  </a:lnTo>
                  <a:lnTo>
                    <a:pt x="48" y="13"/>
                  </a:lnTo>
                  <a:lnTo>
                    <a:pt x="48" y="13"/>
                  </a:lnTo>
                  <a:lnTo>
                    <a:pt x="46" y="16"/>
                  </a:lnTo>
                  <a:lnTo>
                    <a:pt x="43" y="19"/>
                  </a:lnTo>
                  <a:lnTo>
                    <a:pt x="42" y="24"/>
                  </a:lnTo>
                  <a:lnTo>
                    <a:pt x="42" y="24"/>
                  </a:lnTo>
                  <a:lnTo>
                    <a:pt x="37" y="27"/>
                  </a:lnTo>
                  <a:lnTo>
                    <a:pt x="28" y="29"/>
                  </a:lnTo>
                  <a:lnTo>
                    <a:pt x="11" y="32"/>
                  </a:lnTo>
                  <a:lnTo>
                    <a:pt x="11" y="32"/>
                  </a:lnTo>
                  <a:lnTo>
                    <a:pt x="6" y="33"/>
                  </a:lnTo>
                  <a:lnTo>
                    <a:pt x="0" y="35"/>
                  </a:lnTo>
                  <a:lnTo>
                    <a:pt x="0" y="35"/>
                  </a:lnTo>
                  <a:lnTo>
                    <a:pt x="0" y="39"/>
                  </a:lnTo>
                  <a:lnTo>
                    <a:pt x="0" y="39"/>
                  </a:lnTo>
                  <a:lnTo>
                    <a:pt x="5" y="45"/>
                  </a:lnTo>
                  <a:lnTo>
                    <a:pt x="10" y="50"/>
                  </a:lnTo>
                  <a:lnTo>
                    <a:pt x="10" y="50"/>
                  </a:lnTo>
                  <a:lnTo>
                    <a:pt x="14" y="49"/>
                  </a:lnTo>
                  <a:lnTo>
                    <a:pt x="14" y="49"/>
                  </a:lnTo>
                  <a:lnTo>
                    <a:pt x="17" y="48"/>
                  </a:lnTo>
                  <a:lnTo>
                    <a:pt x="21" y="45"/>
                  </a:lnTo>
                  <a:lnTo>
                    <a:pt x="26" y="43"/>
                  </a:lnTo>
                  <a:lnTo>
                    <a:pt x="31" y="43"/>
                  </a:lnTo>
                  <a:lnTo>
                    <a:pt x="31" y="43"/>
                  </a:lnTo>
                  <a:lnTo>
                    <a:pt x="38" y="46"/>
                  </a:lnTo>
                  <a:lnTo>
                    <a:pt x="47" y="53"/>
                  </a:lnTo>
                  <a:lnTo>
                    <a:pt x="47" y="53"/>
                  </a:lnTo>
                  <a:lnTo>
                    <a:pt x="62" y="51"/>
                  </a:lnTo>
                  <a:lnTo>
                    <a:pt x="62" y="51"/>
                  </a:lnTo>
                  <a:lnTo>
                    <a:pt x="76" y="51"/>
                  </a:lnTo>
                  <a:lnTo>
                    <a:pt x="76" y="51"/>
                  </a:lnTo>
                  <a:lnTo>
                    <a:pt x="81" y="49"/>
                  </a:lnTo>
                  <a:lnTo>
                    <a:pt x="86" y="46"/>
                  </a:lnTo>
                  <a:lnTo>
                    <a:pt x="86" y="46"/>
                  </a:lnTo>
                  <a:lnTo>
                    <a:pt x="84" y="41"/>
                  </a:lnTo>
                  <a:lnTo>
                    <a:pt x="85" y="38"/>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89" name="Freeform 1115"/>
            <p:cNvSpPr>
              <a:spLocks noEditPoints="1"/>
            </p:cNvSpPr>
            <p:nvPr/>
          </p:nvSpPr>
          <p:spPr bwMode="gray">
            <a:xfrm>
              <a:off x="1889243" y="4595509"/>
              <a:ext cx="487717" cy="509430"/>
            </a:xfrm>
            <a:custGeom>
              <a:avLst/>
              <a:gdLst>
                <a:gd name="T0" fmla="*/ 149 w 165"/>
                <a:gd name="T1" fmla="*/ 111 h 170"/>
                <a:gd name="T2" fmla="*/ 133 w 165"/>
                <a:gd name="T3" fmla="*/ 106 h 170"/>
                <a:gd name="T4" fmla="*/ 132 w 165"/>
                <a:gd name="T5" fmla="*/ 96 h 170"/>
                <a:gd name="T6" fmla="*/ 128 w 165"/>
                <a:gd name="T7" fmla="*/ 95 h 170"/>
                <a:gd name="T8" fmla="*/ 118 w 165"/>
                <a:gd name="T9" fmla="*/ 95 h 170"/>
                <a:gd name="T10" fmla="*/ 111 w 165"/>
                <a:gd name="T11" fmla="*/ 87 h 170"/>
                <a:gd name="T12" fmla="*/ 100 w 165"/>
                <a:gd name="T13" fmla="*/ 71 h 170"/>
                <a:gd name="T14" fmla="*/ 97 w 165"/>
                <a:gd name="T15" fmla="*/ 65 h 170"/>
                <a:gd name="T16" fmla="*/ 89 w 165"/>
                <a:gd name="T17" fmla="*/ 59 h 170"/>
                <a:gd name="T18" fmla="*/ 85 w 165"/>
                <a:gd name="T19" fmla="*/ 54 h 170"/>
                <a:gd name="T20" fmla="*/ 80 w 165"/>
                <a:gd name="T21" fmla="*/ 49 h 170"/>
                <a:gd name="T22" fmla="*/ 84 w 165"/>
                <a:gd name="T23" fmla="*/ 39 h 170"/>
                <a:gd name="T24" fmla="*/ 84 w 165"/>
                <a:gd name="T25" fmla="*/ 37 h 170"/>
                <a:gd name="T26" fmla="*/ 80 w 165"/>
                <a:gd name="T27" fmla="*/ 35 h 170"/>
                <a:gd name="T28" fmla="*/ 83 w 165"/>
                <a:gd name="T29" fmla="*/ 32 h 170"/>
                <a:gd name="T30" fmla="*/ 95 w 165"/>
                <a:gd name="T31" fmla="*/ 24 h 170"/>
                <a:gd name="T32" fmla="*/ 97 w 165"/>
                <a:gd name="T33" fmla="*/ 18 h 170"/>
                <a:gd name="T34" fmla="*/ 95 w 165"/>
                <a:gd name="T35" fmla="*/ 10 h 170"/>
                <a:gd name="T36" fmla="*/ 79 w 165"/>
                <a:gd name="T37" fmla="*/ 0 h 170"/>
                <a:gd name="T38" fmla="*/ 69 w 165"/>
                <a:gd name="T39" fmla="*/ 2 h 170"/>
                <a:gd name="T40" fmla="*/ 62 w 165"/>
                <a:gd name="T41" fmla="*/ 6 h 170"/>
                <a:gd name="T42" fmla="*/ 51 w 165"/>
                <a:gd name="T43" fmla="*/ 14 h 170"/>
                <a:gd name="T44" fmla="*/ 35 w 165"/>
                <a:gd name="T45" fmla="*/ 16 h 170"/>
                <a:gd name="T46" fmla="*/ 19 w 165"/>
                <a:gd name="T47" fmla="*/ 17 h 170"/>
                <a:gd name="T48" fmla="*/ 8 w 165"/>
                <a:gd name="T49" fmla="*/ 28 h 170"/>
                <a:gd name="T50" fmla="*/ 5 w 165"/>
                <a:gd name="T51" fmla="*/ 32 h 170"/>
                <a:gd name="T52" fmla="*/ 0 w 165"/>
                <a:gd name="T53" fmla="*/ 38 h 170"/>
                <a:gd name="T54" fmla="*/ 6 w 165"/>
                <a:gd name="T55" fmla="*/ 49 h 170"/>
                <a:gd name="T56" fmla="*/ 11 w 165"/>
                <a:gd name="T57" fmla="*/ 65 h 170"/>
                <a:gd name="T58" fmla="*/ 30 w 165"/>
                <a:gd name="T59" fmla="*/ 49 h 170"/>
                <a:gd name="T60" fmla="*/ 33 w 165"/>
                <a:gd name="T61" fmla="*/ 49 h 170"/>
                <a:gd name="T62" fmla="*/ 48 w 165"/>
                <a:gd name="T63" fmla="*/ 55 h 170"/>
                <a:gd name="T64" fmla="*/ 59 w 165"/>
                <a:gd name="T65" fmla="*/ 72 h 170"/>
                <a:gd name="T66" fmla="*/ 69 w 165"/>
                <a:gd name="T67" fmla="*/ 86 h 170"/>
                <a:gd name="T68" fmla="*/ 85 w 165"/>
                <a:gd name="T69" fmla="*/ 99 h 170"/>
                <a:gd name="T70" fmla="*/ 111 w 165"/>
                <a:gd name="T71" fmla="*/ 118 h 170"/>
                <a:gd name="T72" fmla="*/ 120 w 165"/>
                <a:gd name="T73" fmla="*/ 128 h 170"/>
                <a:gd name="T74" fmla="*/ 127 w 165"/>
                <a:gd name="T75" fmla="*/ 134 h 170"/>
                <a:gd name="T76" fmla="*/ 131 w 165"/>
                <a:gd name="T77" fmla="*/ 139 h 170"/>
                <a:gd name="T78" fmla="*/ 136 w 165"/>
                <a:gd name="T79" fmla="*/ 152 h 170"/>
                <a:gd name="T80" fmla="*/ 132 w 165"/>
                <a:gd name="T81" fmla="*/ 162 h 170"/>
                <a:gd name="T82" fmla="*/ 131 w 165"/>
                <a:gd name="T83" fmla="*/ 170 h 170"/>
                <a:gd name="T84" fmla="*/ 136 w 165"/>
                <a:gd name="T85" fmla="*/ 166 h 170"/>
                <a:gd name="T86" fmla="*/ 142 w 165"/>
                <a:gd name="T87" fmla="*/ 151 h 170"/>
                <a:gd name="T88" fmla="*/ 144 w 165"/>
                <a:gd name="T89" fmla="*/ 140 h 170"/>
                <a:gd name="T90" fmla="*/ 138 w 165"/>
                <a:gd name="T91" fmla="*/ 135 h 170"/>
                <a:gd name="T92" fmla="*/ 144 w 165"/>
                <a:gd name="T93" fmla="*/ 125 h 170"/>
                <a:gd name="T94" fmla="*/ 149 w 165"/>
                <a:gd name="T95" fmla="*/ 125 h 170"/>
                <a:gd name="T96" fmla="*/ 159 w 165"/>
                <a:gd name="T97" fmla="*/ 130 h 170"/>
                <a:gd name="T98" fmla="*/ 165 w 165"/>
                <a:gd name="T99" fmla="*/ 128 h 170"/>
                <a:gd name="T100" fmla="*/ 161 w 165"/>
                <a:gd name="T101" fmla="*/ 120 h 170"/>
                <a:gd name="T102" fmla="*/ 79 w 165"/>
                <a:gd name="T103" fmla="*/ 59 h 170"/>
                <a:gd name="T104" fmla="*/ 76 w 165"/>
                <a:gd name="T105" fmla="*/ 56 h 170"/>
                <a:gd name="T106" fmla="*/ 80 w 165"/>
                <a:gd name="T107" fmla="*/ 55 h 170"/>
                <a:gd name="T108" fmla="*/ 88 w 165"/>
                <a:gd name="T109" fmla="*/ 96 h 170"/>
                <a:gd name="T110" fmla="*/ 85 w 165"/>
                <a:gd name="T111" fmla="*/ 95 h 170"/>
                <a:gd name="T112" fmla="*/ 88 w 165"/>
                <a:gd name="T113" fmla="*/ 93 h 170"/>
                <a:gd name="T114" fmla="*/ 88 w 165"/>
                <a:gd name="T115" fmla="*/ 9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65" h="170">
                  <a:moveTo>
                    <a:pt x="154" y="113"/>
                  </a:moveTo>
                  <a:lnTo>
                    <a:pt x="154" y="113"/>
                  </a:lnTo>
                  <a:lnTo>
                    <a:pt x="149" y="111"/>
                  </a:lnTo>
                  <a:lnTo>
                    <a:pt x="143" y="108"/>
                  </a:lnTo>
                  <a:lnTo>
                    <a:pt x="133" y="106"/>
                  </a:lnTo>
                  <a:lnTo>
                    <a:pt x="133" y="106"/>
                  </a:lnTo>
                  <a:lnTo>
                    <a:pt x="131" y="104"/>
                  </a:lnTo>
                  <a:lnTo>
                    <a:pt x="131" y="102"/>
                  </a:lnTo>
                  <a:lnTo>
                    <a:pt x="132" y="96"/>
                  </a:lnTo>
                  <a:lnTo>
                    <a:pt x="132" y="96"/>
                  </a:lnTo>
                  <a:lnTo>
                    <a:pt x="131" y="95"/>
                  </a:lnTo>
                  <a:lnTo>
                    <a:pt x="128" y="95"/>
                  </a:lnTo>
                  <a:lnTo>
                    <a:pt x="121" y="95"/>
                  </a:lnTo>
                  <a:lnTo>
                    <a:pt x="121" y="95"/>
                  </a:lnTo>
                  <a:lnTo>
                    <a:pt x="118" y="95"/>
                  </a:lnTo>
                  <a:lnTo>
                    <a:pt x="116" y="93"/>
                  </a:lnTo>
                  <a:lnTo>
                    <a:pt x="111" y="87"/>
                  </a:lnTo>
                  <a:lnTo>
                    <a:pt x="111" y="87"/>
                  </a:lnTo>
                  <a:lnTo>
                    <a:pt x="107" y="83"/>
                  </a:lnTo>
                  <a:lnTo>
                    <a:pt x="104" y="77"/>
                  </a:lnTo>
                  <a:lnTo>
                    <a:pt x="100" y="71"/>
                  </a:lnTo>
                  <a:lnTo>
                    <a:pt x="99" y="67"/>
                  </a:lnTo>
                  <a:lnTo>
                    <a:pt x="99" y="67"/>
                  </a:lnTo>
                  <a:lnTo>
                    <a:pt x="97" y="65"/>
                  </a:lnTo>
                  <a:lnTo>
                    <a:pt x="95" y="63"/>
                  </a:lnTo>
                  <a:lnTo>
                    <a:pt x="92" y="60"/>
                  </a:lnTo>
                  <a:lnTo>
                    <a:pt x="89" y="59"/>
                  </a:lnTo>
                  <a:lnTo>
                    <a:pt x="89" y="59"/>
                  </a:lnTo>
                  <a:lnTo>
                    <a:pt x="86" y="58"/>
                  </a:lnTo>
                  <a:lnTo>
                    <a:pt x="85" y="54"/>
                  </a:lnTo>
                  <a:lnTo>
                    <a:pt x="83" y="50"/>
                  </a:lnTo>
                  <a:lnTo>
                    <a:pt x="80" y="49"/>
                  </a:lnTo>
                  <a:lnTo>
                    <a:pt x="80" y="49"/>
                  </a:lnTo>
                  <a:lnTo>
                    <a:pt x="79" y="48"/>
                  </a:lnTo>
                  <a:lnTo>
                    <a:pt x="80" y="45"/>
                  </a:lnTo>
                  <a:lnTo>
                    <a:pt x="84" y="39"/>
                  </a:lnTo>
                  <a:lnTo>
                    <a:pt x="84" y="39"/>
                  </a:lnTo>
                  <a:lnTo>
                    <a:pt x="85" y="38"/>
                  </a:lnTo>
                  <a:lnTo>
                    <a:pt x="84" y="37"/>
                  </a:lnTo>
                  <a:lnTo>
                    <a:pt x="83" y="37"/>
                  </a:lnTo>
                  <a:lnTo>
                    <a:pt x="80" y="35"/>
                  </a:lnTo>
                  <a:lnTo>
                    <a:pt x="80" y="35"/>
                  </a:lnTo>
                  <a:lnTo>
                    <a:pt x="79" y="34"/>
                  </a:lnTo>
                  <a:lnTo>
                    <a:pt x="79" y="33"/>
                  </a:lnTo>
                  <a:lnTo>
                    <a:pt x="83" y="32"/>
                  </a:lnTo>
                  <a:lnTo>
                    <a:pt x="83" y="32"/>
                  </a:lnTo>
                  <a:lnTo>
                    <a:pt x="89" y="27"/>
                  </a:lnTo>
                  <a:lnTo>
                    <a:pt x="95" y="24"/>
                  </a:lnTo>
                  <a:lnTo>
                    <a:pt x="95" y="24"/>
                  </a:lnTo>
                  <a:lnTo>
                    <a:pt x="95" y="24"/>
                  </a:lnTo>
                  <a:lnTo>
                    <a:pt x="97" y="18"/>
                  </a:lnTo>
                  <a:lnTo>
                    <a:pt x="99" y="13"/>
                  </a:lnTo>
                  <a:lnTo>
                    <a:pt x="99" y="13"/>
                  </a:lnTo>
                  <a:lnTo>
                    <a:pt x="95" y="10"/>
                  </a:lnTo>
                  <a:lnTo>
                    <a:pt x="90" y="6"/>
                  </a:lnTo>
                  <a:lnTo>
                    <a:pt x="84" y="2"/>
                  </a:lnTo>
                  <a:lnTo>
                    <a:pt x="79" y="0"/>
                  </a:lnTo>
                  <a:lnTo>
                    <a:pt x="79" y="0"/>
                  </a:lnTo>
                  <a:lnTo>
                    <a:pt x="74" y="0"/>
                  </a:lnTo>
                  <a:lnTo>
                    <a:pt x="69" y="2"/>
                  </a:lnTo>
                  <a:lnTo>
                    <a:pt x="65" y="5"/>
                  </a:lnTo>
                  <a:lnTo>
                    <a:pt x="62" y="6"/>
                  </a:lnTo>
                  <a:lnTo>
                    <a:pt x="62" y="6"/>
                  </a:lnTo>
                  <a:lnTo>
                    <a:pt x="58" y="7"/>
                  </a:lnTo>
                  <a:lnTo>
                    <a:pt x="54" y="11"/>
                  </a:lnTo>
                  <a:lnTo>
                    <a:pt x="51" y="14"/>
                  </a:lnTo>
                  <a:lnTo>
                    <a:pt x="48" y="16"/>
                  </a:lnTo>
                  <a:lnTo>
                    <a:pt x="48" y="16"/>
                  </a:lnTo>
                  <a:lnTo>
                    <a:pt x="35" y="16"/>
                  </a:lnTo>
                  <a:lnTo>
                    <a:pt x="25" y="16"/>
                  </a:lnTo>
                  <a:lnTo>
                    <a:pt x="19" y="17"/>
                  </a:lnTo>
                  <a:lnTo>
                    <a:pt x="19" y="17"/>
                  </a:lnTo>
                  <a:lnTo>
                    <a:pt x="6" y="18"/>
                  </a:lnTo>
                  <a:lnTo>
                    <a:pt x="6" y="18"/>
                  </a:lnTo>
                  <a:lnTo>
                    <a:pt x="8" y="28"/>
                  </a:lnTo>
                  <a:lnTo>
                    <a:pt x="8" y="28"/>
                  </a:lnTo>
                  <a:lnTo>
                    <a:pt x="8" y="30"/>
                  </a:lnTo>
                  <a:lnTo>
                    <a:pt x="5" y="32"/>
                  </a:lnTo>
                  <a:lnTo>
                    <a:pt x="1" y="37"/>
                  </a:lnTo>
                  <a:lnTo>
                    <a:pt x="1" y="37"/>
                  </a:lnTo>
                  <a:lnTo>
                    <a:pt x="0" y="38"/>
                  </a:lnTo>
                  <a:lnTo>
                    <a:pt x="1" y="40"/>
                  </a:lnTo>
                  <a:lnTo>
                    <a:pt x="3" y="44"/>
                  </a:lnTo>
                  <a:lnTo>
                    <a:pt x="6" y="49"/>
                  </a:lnTo>
                  <a:lnTo>
                    <a:pt x="9" y="54"/>
                  </a:lnTo>
                  <a:lnTo>
                    <a:pt x="9" y="54"/>
                  </a:lnTo>
                  <a:lnTo>
                    <a:pt x="11" y="65"/>
                  </a:lnTo>
                  <a:lnTo>
                    <a:pt x="11" y="65"/>
                  </a:lnTo>
                  <a:lnTo>
                    <a:pt x="24" y="55"/>
                  </a:lnTo>
                  <a:lnTo>
                    <a:pt x="30" y="49"/>
                  </a:lnTo>
                  <a:lnTo>
                    <a:pt x="30" y="49"/>
                  </a:lnTo>
                  <a:lnTo>
                    <a:pt x="32" y="49"/>
                  </a:lnTo>
                  <a:lnTo>
                    <a:pt x="33" y="49"/>
                  </a:lnTo>
                  <a:lnTo>
                    <a:pt x="38" y="50"/>
                  </a:lnTo>
                  <a:lnTo>
                    <a:pt x="48" y="55"/>
                  </a:lnTo>
                  <a:lnTo>
                    <a:pt x="48" y="55"/>
                  </a:lnTo>
                  <a:lnTo>
                    <a:pt x="51" y="58"/>
                  </a:lnTo>
                  <a:lnTo>
                    <a:pt x="53" y="61"/>
                  </a:lnTo>
                  <a:lnTo>
                    <a:pt x="59" y="72"/>
                  </a:lnTo>
                  <a:lnTo>
                    <a:pt x="59" y="72"/>
                  </a:lnTo>
                  <a:lnTo>
                    <a:pt x="63" y="80"/>
                  </a:lnTo>
                  <a:lnTo>
                    <a:pt x="69" y="86"/>
                  </a:lnTo>
                  <a:lnTo>
                    <a:pt x="79" y="96"/>
                  </a:lnTo>
                  <a:lnTo>
                    <a:pt x="79" y="96"/>
                  </a:lnTo>
                  <a:lnTo>
                    <a:pt x="85" y="99"/>
                  </a:lnTo>
                  <a:lnTo>
                    <a:pt x="95" y="107"/>
                  </a:lnTo>
                  <a:lnTo>
                    <a:pt x="111" y="118"/>
                  </a:lnTo>
                  <a:lnTo>
                    <a:pt x="111" y="118"/>
                  </a:lnTo>
                  <a:lnTo>
                    <a:pt x="115" y="120"/>
                  </a:lnTo>
                  <a:lnTo>
                    <a:pt x="117" y="125"/>
                  </a:lnTo>
                  <a:lnTo>
                    <a:pt x="120" y="128"/>
                  </a:lnTo>
                  <a:lnTo>
                    <a:pt x="122" y="130"/>
                  </a:lnTo>
                  <a:lnTo>
                    <a:pt x="122" y="130"/>
                  </a:lnTo>
                  <a:lnTo>
                    <a:pt x="127" y="134"/>
                  </a:lnTo>
                  <a:lnTo>
                    <a:pt x="129" y="136"/>
                  </a:lnTo>
                  <a:lnTo>
                    <a:pt x="131" y="139"/>
                  </a:lnTo>
                  <a:lnTo>
                    <a:pt x="131" y="139"/>
                  </a:lnTo>
                  <a:lnTo>
                    <a:pt x="134" y="145"/>
                  </a:lnTo>
                  <a:lnTo>
                    <a:pt x="134" y="149"/>
                  </a:lnTo>
                  <a:lnTo>
                    <a:pt x="136" y="152"/>
                  </a:lnTo>
                  <a:lnTo>
                    <a:pt x="136" y="152"/>
                  </a:lnTo>
                  <a:lnTo>
                    <a:pt x="134" y="156"/>
                  </a:lnTo>
                  <a:lnTo>
                    <a:pt x="132" y="162"/>
                  </a:lnTo>
                  <a:lnTo>
                    <a:pt x="129" y="167"/>
                  </a:lnTo>
                  <a:lnTo>
                    <a:pt x="131" y="170"/>
                  </a:lnTo>
                  <a:lnTo>
                    <a:pt x="131" y="170"/>
                  </a:lnTo>
                  <a:lnTo>
                    <a:pt x="131" y="170"/>
                  </a:lnTo>
                  <a:lnTo>
                    <a:pt x="132" y="170"/>
                  </a:lnTo>
                  <a:lnTo>
                    <a:pt x="136" y="166"/>
                  </a:lnTo>
                  <a:lnTo>
                    <a:pt x="139" y="159"/>
                  </a:lnTo>
                  <a:lnTo>
                    <a:pt x="139" y="159"/>
                  </a:lnTo>
                  <a:lnTo>
                    <a:pt x="142" y="151"/>
                  </a:lnTo>
                  <a:lnTo>
                    <a:pt x="144" y="144"/>
                  </a:lnTo>
                  <a:lnTo>
                    <a:pt x="144" y="144"/>
                  </a:lnTo>
                  <a:lnTo>
                    <a:pt x="144" y="140"/>
                  </a:lnTo>
                  <a:lnTo>
                    <a:pt x="142" y="139"/>
                  </a:lnTo>
                  <a:lnTo>
                    <a:pt x="138" y="135"/>
                  </a:lnTo>
                  <a:lnTo>
                    <a:pt x="138" y="135"/>
                  </a:lnTo>
                  <a:lnTo>
                    <a:pt x="138" y="133"/>
                  </a:lnTo>
                  <a:lnTo>
                    <a:pt x="140" y="129"/>
                  </a:lnTo>
                  <a:lnTo>
                    <a:pt x="144" y="125"/>
                  </a:lnTo>
                  <a:lnTo>
                    <a:pt x="144" y="125"/>
                  </a:lnTo>
                  <a:lnTo>
                    <a:pt x="145" y="125"/>
                  </a:lnTo>
                  <a:lnTo>
                    <a:pt x="149" y="125"/>
                  </a:lnTo>
                  <a:lnTo>
                    <a:pt x="155" y="129"/>
                  </a:lnTo>
                  <a:lnTo>
                    <a:pt x="155" y="129"/>
                  </a:lnTo>
                  <a:lnTo>
                    <a:pt x="159" y="130"/>
                  </a:lnTo>
                  <a:lnTo>
                    <a:pt x="161" y="130"/>
                  </a:lnTo>
                  <a:lnTo>
                    <a:pt x="164" y="129"/>
                  </a:lnTo>
                  <a:lnTo>
                    <a:pt x="165" y="128"/>
                  </a:lnTo>
                  <a:lnTo>
                    <a:pt x="165" y="128"/>
                  </a:lnTo>
                  <a:lnTo>
                    <a:pt x="164" y="125"/>
                  </a:lnTo>
                  <a:lnTo>
                    <a:pt x="161" y="120"/>
                  </a:lnTo>
                  <a:lnTo>
                    <a:pt x="154" y="113"/>
                  </a:lnTo>
                  <a:close/>
                  <a:moveTo>
                    <a:pt x="79" y="59"/>
                  </a:moveTo>
                  <a:lnTo>
                    <a:pt x="79" y="59"/>
                  </a:lnTo>
                  <a:lnTo>
                    <a:pt x="78" y="59"/>
                  </a:lnTo>
                  <a:lnTo>
                    <a:pt x="76" y="58"/>
                  </a:lnTo>
                  <a:lnTo>
                    <a:pt x="76" y="56"/>
                  </a:lnTo>
                  <a:lnTo>
                    <a:pt x="79" y="55"/>
                  </a:lnTo>
                  <a:lnTo>
                    <a:pt x="79" y="55"/>
                  </a:lnTo>
                  <a:lnTo>
                    <a:pt x="80" y="55"/>
                  </a:lnTo>
                  <a:lnTo>
                    <a:pt x="81" y="56"/>
                  </a:lnTo>
                  <a:lnTo>
                    <a:pt x="79" y="59"/>
                  </a:lnTo>
                  <a:close/>
                  <a:moveTo>
                    <a:pt x="88" y="96"/>
                  </a:moveTo>
                  <a:lnTo>
                    <a:pt x="88" y="96"/>
                  </a:lnTo>
                  <a:lnTo>
                    <a:pt x="86" y="96"/>
                  </a:lnTo>
                  <a:lnTo>
                    <a:pt x="85" y="95"/>
                  </a:lnTo>
                  <a:lnTo>
                    <a:pt x="86" y="92"/>
                  </a:lnTo>
                  <a:lnTo>
                    <a:pt x="86" y="92"/>
                  </a:lnTo>
                  <a:lnTo>
                    <a:pt x="88" y="93"/>
                  </a:lnTo>
                  <a:lnTo>
                    <a:pt x="88" y="95"/>
                  </a:lnTo>
                  <a:lnTo>
                    <a:pt x="88" y="96"/>
                  </a:lnTo>
                  <a:lnTo>
                    <a:pt x="88" y="9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0" name="Freeform 1147"/>
            <p:cNvSpPr>
              <a:spLocks/>
            </p:cNvSpPr>
            <p:nvPr/>
          </p:nvSpPr>
          <p:spPr bwMode="gray">
            <a:xfrm>
              <a:off x="2569093" y="3732475"/>
              <a:ext cx="174396" cy="149832"/>
            </a:xfrm>
            <a:custGeom>
              <a:avLst/>
              <a:gdLst>
                <a:gd name="T0" fmla="*/ 53 w 59"/>
                <a:gd name="T1" fmla="*/ 32 h 50"/>
                <a:gd name="T2" fmla="*/ 53 w 59"/>
                <a:gd name="T3" fmla="*/ 32 h 50"/>
                <a:gd name="T4" fmla="*/ 52 w 59"/>
                <a:gd name="T5" fmla="*/ 29 h 50"/>
                <a:gd name="T6" fmla="*/ 48 w 59"/>
                <a:gd name="T7" fmla="*/ 24 h 50"/>
                <a:gd name="T8" fmla="*/ 48 w 59"/>
                <a:gd name="T9" fmla="*/ 24 h 50"/>
                <a:gd name="T10" fmla="*/ 47 w 59"/>
                <a:gd name="T11" fmla="*/ 22 h 50"/>
                <a:gd name="T12" fmla="*/ 47 w 59"/>
                <a:gd name="T13" fmla="*/ 18 h 50"/>
                <a:gd name="T14" fmla="*/ 48 w 59"/>
                <a:gd name="T15" fmla="*/ 16 h 50"/>
                <a:gd name="T16" fmla="*/ 51 w 59"/>
                <a:gd name="T17" fmla="*/ 14 h 50"/>
                <a:gd name="T18" fmla="*/ 51 w 59"/>
                <a:gd name="T19" fmla="*/ 14 h 50"/>
                <a:gd name="T20" fmla="*/ 53 w 59"/>
                <a:gd name="T21" fmla="*/ 14 h 50"/>
                <a:gd name="T22" fmla="*/ 57 w 59"/>
                <a:gd name="T23" fmla="*/ 16 h 50"/>
                <a:gd name="T24" fmla="*/ 57 w 59"/>
                <a:gd name="T25" fmla="*/ 16 h 50"/>
                <a:gd name="T26" fmla="*/ 59 w 59"/>
                <a:gd name="T27" fmla="*/ 1 h 50"/>
                <a:gd name="T28" fmla="*/ 59 w 59"/>
                <a:gd name="T29" fmla="*/ 1 h 50"/>
                <a:gd name="T30" fmla="*/ 55 w 59"/>
                <a:gd name="T31" fmla="*/ 1 h 50"/>
                <a:gd name="T32" fmla="*/ 55 w 59"/>
                <a:gd name="T33" fmla="*/ 1 h 50"/>
                <a:gd name="T34" fmla="*/ 39 w 59"/>
                <a:gd name="T35" fmla="*/ 1 h 50"/>
                <a:gd name="T36" fmla="*/ 23 w 59"/>
                <a:gd name="T37" fmla="*/ 0 h 50"/>
                <a:gd name="T38" fmla="*/ 23 w 59"/>
                <a:gd name="T39" fmla="*/ 0 h 50"/>
                <a:gd name="T40" fmla="*/ 16 w 59"/>
                <a:gd name="T41" fmla="*/ 1 h 50"/>
                <a:gd name="T42" fmla="*/ 9 w 59"/>
                <a:gd name="T43" fmla="*/ 5 h 50"/>
                <a:gd name="T44" fmla="*/ 3 w 59"/>
                <a:gd name="T45" fmla="*/ 8 h 50"/>
                <a:gd name="T46" fmla="*/ 2 w 59"/>
                <a:gd name="T47" fmla="*/ 11 h 50"/>
                <a:gd name="T48" fmla="*/ 0 w 59"/>
                <a:gd name="T49" fmla="*/ 13 h 50"/>
                <a:gd name="T50" fmla="*/ 0 w 59"/>
                <a:gd name="T51" fmla="*/ 13 h 50"/>
                <a:gd name="T52" fmla="*/ 2 w 59"/>
                <a:gd name="T53" fmla="*/ 18 h 50"/>
                <a:gd name="T54" fmla="*/ 3 w 59"/>
                <a:gd name="T55" fmla="*/ 23 h 50"/>
                <a:gd name="T56" fmla="*/ 5 w 59"/>
                <a:gd name="T57" fmla="*/ 27 h 50"/>
                <a:gd name="T58" fmla="*/ 8 w 59"/>
                <a:gd name="T59" fmla="*/ 30 h 50"/>
                <a:gd name="T60" fmla="*/ 8 w 59"/>
                <a:gd name="T61" fmla="*/ 30 h 50"/>
                <a:gd name="T62" fmla="*/ 10 w 59"/>
                <a:gd name="T63" fmla="*/ 33 h 50"/>
                <a:gd name="T64" fmla="*/ 11 w 59"/>
                <a:gd name="T65" fmla="*/ 35 h 50"/>
                <a:gd name="T66" fmla="*/ 13 w 59"/>
                <a:gd name="T67" fmla="*/ 44 h 50"/>
                <a:gd name="T68" fmla="*/ 13 w 59"/>
                <a:gd name="T69" fmla="*/ 44 h 50"/>
                <a:gd name="T70" fmla="*/ 23 w 59"/>
                <a:gd name="T71" fmla="*/ 43 h 50"/>
                <a:gd name="T72" fmla="*/ 23 w 59"/>
                <a:gd name="T73" fmla="*/ 43 h 50"/>
                <a:gd name="T74" fmla="*/ 26 w 59"/>
                <a:gd name="T75" fmla="*/ 43 h 50"/>
                <a:gd name="T76" fmla="*/ 30 w 59"/>
                <a:gd name="T77" fmla="*/ 44 h 50"/>
                <a:gd name="T78" fmla="*/ 34 w 59"/>
                <a:gd name="T79" fmla="*/ 46 h 50"/>
                <a:gd name="T80" fmla="*/ 39 w 59"/>
                <a:gd name="T81" fmla="*/ 49 h 50"/>
                <a:gd name="T82" fmla="*/ 39 w 59"/>
                <a:gd name="T83" fmla="*/ 49 h 50"/>
                <a:gd name="T84" fmla="*/ 47 w 59"/>
                <a:gd name="T85" fmla="*/ 50 h 50"/>
                <a:gd name="T86" fmla="*/ 59 w 59"/>
                <a:gd name="T87" fmla="*/ 50 h 50"/>
                <a:gd name="T88" fmla="*/ 59 w 59"/>
                <a:gd name="T89" fmla="*/ 50 h 50"/>
                <a:gd name="T90" fmla="*/ 59 w 59"/>
                <a:gd name="T91" fmla="*/ 50 h 50"/>
                <a:gd name="T92" fmla="*/ 57 w 59"/>
                <a:gd name="T93" fmla="*/ 30 h 50"/>
                <a:gd name="T94" fmla="*/ 57 w 59"/>
                <a:gd name="T95" fmla="*/ 30 h 50"/>
                <a:gd name="T96" fmla="*/ 55 w 59"/>
                <a:gd name="T97" fmla="*/ 32 h 50"/>
                <a:gd name="T98" fmla="*/ 53 w 59"/>
                <a:gd name="T99" fmla="*/ 32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9" h="50">
                  <a:moveTo>
                    <a:pt x="53" y="32"/>
                  </a:moveTo>
                  <a:lnTo>
                    <a:pt x="53" y="32"/>
                  </a:lnTo>
                  <a:lnTo>
                    <a:pt x="52" y="29"/>
                  </a:lnTo>
                  <a:lnTo>
                    <a:pt x="48" y="24"/>
                  </a:lnTo>
                  <a:lnTo>
                    <a:pt x="48" y="24"/>
                  </a:lnTo>
                  <a:lnTo>
                    <a:pt x="47" y="22"/>
                  </a:lnTo>
                  <a:lnTo>
                    <a:pt x="47" y="18"/>
                  </a:lnTo>
                  <a:lnTo>
                    <a:pt x="48" y="16"/>
                  </a:lnTo>
                  <a:lnTo>
                    <a:pt x="51" y="14"/>
                  </a:lnTo>
                  <a:lnTo>
                    <a:pt x="51" y="14"/>
                  </a:lnTo>
                  <a:lnTo>
                    <a:pt x="53" y="14"/>
                  </a:lnTo>
                  <a:lnTo>
                    <a:pt x="57" y="16"/>
                  </a:lnTo>
                  <a:lnTo>
                    <a:pt x="57" y="16"/>
                  </a:lnTo>
                  <a:lnTo>
                    <a:pt x="59" y="1"/>
                  </a:lnTo>
                  <a:lnTo>
                    <a:pt x="59" y="1"/>
                  </a:lnTo>
                  <a:lnTo>
                    <a:pt x="55" y="1"/>
                  </a:lnTo>
                  <a:lnTo>
                    <a:pt x="55" y="1"/>
                  </a:lnTo>
                  <a:lnTo>
                    <a:pt x="39" y="1"/>
                  </a:lnTo>
                  <a:lnTo>
                    <a:pt x="23" y="0"/>
                  </a:lnTo>
                  <a:lnTo>
                    <a:pt x="23" y="0"/>
                  </a:lnTo>
                  <a:lnTo>
                    <a:pt x="16" y="1"/>
                  </a:lnTo>
                  <a:lnTo>
                    <a:pt x="9" y="5"/>
                  </a:lnTo>
                  <a:lnTo>
                    <a:pt x="3" y="8"/>
                  </a:lnTo>
                  <a:lnTo>
                    <a:pt x="2" y="11"/>
                  </a:lnTo>
                  <a:lnTo>
                    <a:pt x="0" y="13"/>
                  </a:lnTo>
                  <a:lnTo>
                    <a:pt x="0" y="13"/>
                  </a:lnTo>
                  <a:lnTo>
                    <a:pt x="2" y="18"/>
                  </a:lnTo>
                  <a:lnTo>
                    <a:pt x="3" y="23"/>
                  </a:lnTo>
                  <a:lnTo>
                    <a:pt x="5" y="27"/>
                  </a:lnTo>
                  <a:lnTo>
                    <a:pt x="8" y="30"/>
                  </a:lnTo>
                  <a:lnTo>
                    <a:pt x="8" y="30"/>
                  </a:lnTo>
                  <a:lnTo>
                    <a:pt x="10" y="33"/>
                  </a:lnTo>
                  <a:lnTo>
                    <a:pt x="11" y="35"/>
                  </a:lnTo>
                  <a:lnTo>
                    <a:pt x="13" y="44"/>
                  </a:lnTo>
                  <a:lnTo>
                    <a:pt x="13" y="44"/>
                  </a:lnTo>
                  <a:lnTo>
                    <a:pt x="23" y="43"/>
                  </a:lnTo>
                  <a:lnTo>
                    <a:pt x="23" y="43"/>
                  </a:lnTo>
                  <a:lnTo>
                    <a:pt x="26" y="43"/>
                  </a:lnTo>
                  <a:lnTo>
                    <a:pt x="30" y="44"/>
                  </a:lnTo>
                  <a:lnTo>
                    <a:pt x="34" y="46"/>
                  </a:lnTo>
                  <a:lnTo>
                    <a:pt x="39" y="49"/>
                  </a:lnTo>
                  <a:lnTo>
                    <a:pt x="39" y="49"/>
                  </a:lnTo>
                  <a:lnTo>
                    <a:pt x="47" y="50"/>
                  </a:lnTo>
                  <a:lnTo>
                    <a:pt x="59" y="50"/>
                  </a:lnTo>
                  <a:lnTo>
                    <a:pt x="59" y="50"/>
                  </a:lnTo>
                  <a:lnTo>
                    <a:pt x="59" y="50"/>
                  </a:lnTo>
                  <a:lnTo>
                    <a:pt x="57" y="30"/>
                  </a:lnTo>
                  <a:lnTo>
                    <a:pt x="57" y="30"/>
                  </a:lnTo>
                  <a:lnTo>
                    <a:pt x="55" y="32"/>
                  </a:lnTo>
                  <a:lnTo>
                    <a:pt x="53" y="3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1" name="Freeform 1149"/>
            <p:cNvSpPr>
              <a:spLocks noEditPoints="1"/>
            </p:cNvSpPr>
            <p:nvPr/>
          </p:nvSpPr>
          <p:spPr bwMode="gray">
            <a:xfrm>
              <a:off x="2060681" y="2833480"/>
              <a:ext cx="535011" cy="1219634"/>
            </a:xfrm>
            <a:custGeom>
              <a:avLst/>
              <a:gdLst>
                <a:gd name="T0" fmla="*/ 177 w 181"/>
                <a:gd name="T1" fmla="*/ 87 h 407"/>
                <a:gd name="T2" fmla="*/ 175 w 181"/>
                <a:gd name="T3" fmla="*/ 67 h 407"/>
                <a:gd name="T4" fmla="*/ 172 w 181"/>
                <a:gd name="T5" fmla="*/ 50 h 407"/>
                <a:gd name="T6" fmla="*/ 171 w 181"/>
                <a:gd name="T7" fmla="*/ 34 h 407"/>
                <a:gd name="T8" fmla="*/ 145 w 181"/>
                <a:gd name="T9" fmla="*/ 7 h 407"/>
                <a:gd name="T10" fmla="*/ 126 w 181"/>
                <a:gd name="T11" fmla="*/ 18 h 407"/>
                <a:gd name="T12" fmla="*/ 98 w 181"/>
                <a:gd name="T13" fmla="*/ 15 h 407"/>
                <a:gd name="T14" fmla="*/ 97 w 181"/>
                <a:gd name="T15" fmla="*/ 32 h 407"/>
                <a:gd name="T16" fmla="*/ 85 w 181"/>
                <a:gd name="T17" fmla="*/ 32 h 407"/>
                <a:gd name="T18" fmla="*/ 71 w 181"/>
                <a:gd name="T19" fmla="*/ 58 h 407"/>
                <a:gd name="T20" fmla="*/ 58 w 181"/>
                <a:gd name="T21" fmla="*/ 99 h 407"/>
                <a:gd name="T22" fmla="*/ 48 w 181"/>
                <a:gd name="T23" fmla="*/ 116 h 407"/>
                <a:gd name="T24" fmla="*/ 43 w 181"/>
                <a:gd name="T25" fmla="*/ 146 h 407"/>
                <a:gd name="T26" fmla="*/ 32 w 181"/>
                <a:gd name="T27" fmla="*/ 164 h 407"/>
                <a:gd name="T28" fmla="*/ 20 w 181"/>
                <a:gd name="T29" fmla="*/ 191 h 407"/>
                <a:gd name="T30" fmla="*/ 27 w 181"/>
                <a:gd name="T31" fmla="*/ 254 h 407"/>
                <a:gd name="T32" fmla="*/ 22 w 181"/>
                <a:gd name="T33" fmla="*/ 263 h 407"/>
                <a:gd name="T34" fmla="*/ 22 w 181"/>
                <a:gd name="T35" fmla="*/ 285 h 407"/>
                <a:gd name="T36" fmla="*/ 14 w 181"/>
                <a:gd name="T37" fmla="*/ 312 h 407"/>
                <a:gd name="T38" fmla="*/ 0 w 181"/>
                <a:gd name="T39" fmla="*/ 313 h 407"/>
                <a:gd name="T40" fmla="*/ 5 w 181"/>
                <a:gd name="T41" fmla="*/ 335 h 407"/>
                <a:gd name="T42" fmla="*/ 14 w 181"/>
                <a:gd name="T43" fmla="*/ 335 h 407"/>
                <a:gd name="T44" fmla="*/ 12 w 181"/>
                <a:gd name="T45" fmla="*/ 357 h 407"/>
                <a:gd name="T46" fmla="*/ 26 w 181"/>
                <a:gd name="T47" fmla="*/ 388 h 407"/>
                <a:gd name="T48" fmla="*/ 25 w 181"/>
                <a:gd name="T49" fmla="*/ 403 h 407"/>
                <a:gd name="T50" fmla="*/ 46 w 181"/>
                <a:gd name="T51" fmla="*/ 404 h 407"/>
                <a:gd name="T52" fmla="*/ 54 w 181"/>
                <a:gd name="T53" fmla="*/ 388 h 407"/>
                <a:gd name="T54" fmla="*/ 70 w 181"/>
                <a:gd name="T55" fmla="*/ 382 h 407"/>
                <a:gd name="T56" fmla="*/ 80 w 181"/>
                <a:gd name="T57" fmla="*/ 337 h 407"/>
                <a:gd name="T58" fmla="*/ 95 w 181"/>
                <a:gd name="T59" fmla="*/ 316 h 407"/>
                <a:gd name="T60" fmla="*/ 102 w 181"/>
                <a:gd name="T61" fmla="*/ 305 h 407"/>
                <a:gd name="T62" fmla="*/ 108 w 181"/>
                <a:gd name="T63" fmla="*/ 286 h 407"/>
                <a:gd name="T64" fmla="*/ 94 w 181"/>
                <a:gd name="T65" fmla="*/ 271 h 407"/>
                <a:gd name="T66" fmla="*/ 82 w 181"/>
                <a:gd name="T67" fmla="*/ 257 h 407"/>
                <a:gd name="T68" fmla="*/ 89 w 181"/>
                <a:gd name="T69" fmla="*/ 234 h 407"/>
                <a:gd name="T70" fmla="*/ 84 w 181"/>
                <a:gd name="T71" fmla="*/ 213 h 407"/>
                <a:gd name="T72" fmla="*/ 94 w 181"/>
                <a:gd name="T73" fmla="*/ 216 h 407"/>
                <a:gd name="T74" fmla="*/ 111 w 181"/>
                <a:gd name="T75" fmla="*/ 185 h 407"/>
                <a:gd name="T76" fmla="*/ 130 w 181"/>
                <a:gd name="T77" fmla="*/ 174 h 407"/>
                <a:gd name="T78" fmla="*/ 145 w 181"/>
                <a:gd name="T79" fmla="*/ 153 h 407"/>
                <a:gd name="T80" fmla="*/ 139 w 181"/>
                <a:gd name="T81" fmla="*/ 140 h 407"/>
                <a:gd name="T82" fmla="*/ 145 w 181"/>
                <a:gd name="T83" fmla="*/ 130 h 407"/>
                <a:gd name="T84" fmla="*/ 154 w 181"/>
                <a:gd name="T85" fmla="*/ 117 h 407"/>
                <a:gd name="T86" fmla="*/ 166 w 181"/>
                <a:gd name="T87" fmla="*/ 115 h 407"/>
                <a:gd name="T88" fmla="*/ 32 w 181"/>
                <a:gd name="T89" fmla="*/ 325 h 407"/>
                <a:gd name="T90" fmla="*/ 23 w 181"/>
                <a:gd name="T91" fmla="*/ 328 h 407"/>
                <a:gd name="T92" fmla="*/ 25 w 181"/>
                <a:gd name="T93" fmla="*/ 313 h 407"/>
                <a:gd name="T94" fmla="*/ 31 w 181"/>
                <a:gd name="T95" fmla="*/ 316 h 407"/>
                <a:gd name="T96" fmla="*/ 38 w 181"/>
                <a:gd name="T97" fmla="*/ 307 h 407"/>
                <a:gd name="T98" fmla="*/ 43 w 181"/>
                <a:gd name="T99" fmla="*/ 318 h 407"/>
                <a:gd name="T100" fmla="*/ 55 w 181"/>
                <a:gd name="T101" fmla="*/ 330 h 407"/>
                <a:gd name="T102" fmla="*/ 44 w 181"/>
                <a:gd name="T103" fmla="*/ 340 h 407"/>
                <a:gd name="T104" fmla="*/ 54 w 181"/>
                <a:gd name="T105" fmla="*/ 322 h 407"/>
                <a:gd name="T106" fmla="*/ 89 w 181"/>
                <a:gd name="T107" fmla="*/ 302 h 407"/>
                <a:gd name="T108" fmla="*/ 95 w 181"/>
                <a:gd name="T109" fmla="*/ 302 h 407"/>
                <a:gd name="T110" fmla="*/ 87 w 181"/>
                <a:gd name="T111" fmla="*/ 306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1" h="407">
                  <a:moveTo>
                    <a:pt x="176" y="100"/>
                  </a:moveTo>
                  <a:lnTo>
                    <a:pt x="176" y="100"/>
                  </a:lnTo>
                  <a:lnTo>
                    <a:pt x="176" y="98"/>
                  </a:lnTo>
                  <a:lnTo>
                    <a:pt x="175" y="95"/>
                  </a:lnTo>
                  <a:lnTo>
                    <a:pt x="175" y="95"/>
                  </a:lnTo>
                  <a:lnTo>
                    <a:pt x="177" y="87"/>
                  </a:lnTo>
                  <a:lnTo>
                    <a:pt x="180" y="82"/>
                  </a:lnTo>
                  <a:lnTo>
                    <a:pt x="181" y="77"/>
                  </a:lnTo>
                  <a:lnTo>
                    <a:pt x="181" y="77"/>
                  </a:lnTo>
                  <a:lnTo>
                    <a:pt x="180" y="73"/>
                  </a:lnTo>
                  <a:lnTo>
                    <a:pt x="177" y="69"/>
                  </a:lnTo>
                  <a:lnTo>
                    <a:pt x="175" y="67"/>
                  </a:lnTo>
                  <a:lnTo>
                    <a:pt x="174" y="63"/>
                  </a:lnTo>
                  <a:lnTo>
                    <a:pt x="174" y="63"/>
                  </a:lnTo>
                  <a:lnTo>
                    <a:pt x="175" y="58"/>
                  </a:lnTo>
                  <a:lnTo>
                    <a:pt x="174" y="55"/>
                  </a:lnTo>
                  <a:lnTo>
                    <a:pt x="174" y="55"/>
                  </a:lnTo>
                  <a:lnTo>
                    <a:pt x="172" y="50"/>
                  </a:lnTo>
                  <a:lnTo>
                    <a:pt x="172" y="45"/>
                  </a:lnTo>
                  <a:lnTo>
                    <a:pt x="172" y="45"/>
                  </a:lnTo>
                  <a:lnTo>
                    <a:pt x="172" y="40"/>
                  </a:lnTo>
                  <a:lnTo>
                    <a:pt x="172" y="37"/>
                  </a:lnTo>
                  <a:lnTo>
                    <a:pt x="171" y="34"/>
                  </a:lnTo>
                  <a:lnTo>
                    <a:pt x="171" y="34"/>
                  </a:lnTo>
                  <a:lnTo>
                    <a:pt x="165" y="24"/>
                  </a:lnTo>
                  <a:lnTo>
                    <a:pt x="163" y="19"/>
                  </a:lnTo>
                  <a:lnTo>
                    <a:pt x="159" y="15"/>
                  </a:lnTo>
                  <a:lnTo>
                    <a:pt x="159" y="15"/>
                  </a:lnTo>
                  <a:lnTo>
                    <a:pt x="153" y="11"/>
                  </a:lnTo>
                  <a:lnTo>
                    <a:pt x="145" y="7"/>
                  </a:lnTo>
                  <a:lnTo>
                    <a:pt x="145" y="7"/>
                  </a:lnTo>
                  <a:lnTo>
                    <a:pt x="138" y="4"/>
                  </a:lnTo>
                  <a:lnTo>
                    <a:pt x="127" y="0"/>
                  </a:lnTo>
                  <a:lnTo>
                    <a:pt x="127" y="0"/>
                  </a:lnTo>
                  <a:lnTo>
                    <a:pt x="127" y="13"/>
                  </a:lnTo>
                  <a:lnTo>
                    <a:pt x="126" y="18"/>
                  </a:lnTo>
                  <a:lnTo>
                    <a:pt x="124" y="19"/>
                  </a:lnTo>
                  <a:lnTo>
                    <a:pt x="123" y="20"/>
                  </a:lnTo>
                  <a:lnTo>
                    <a:pt x="123" y="20"/>
                  </a:lnTo>
                  <a:lnTo>
                    <a:pt x="110" y="16"/>
                  </a:lnTo>
                  <a:lnTo>
                    <a:pt x="103" y="14"/>
                  </a:lnTo>
                  <a:lnTo>
                    <a:pt x="98" y="15"/>
                  </a:lnTo>
                  <a:lnTo>
                    <a:pt x="98" y="15"/>
                  </a:lnTo>
                  <a:lnTo>
                    <a:pt x="98" y="16"/>
                  </a:lnTo>
                  <a:lnTo>
                    <a:pt x="98" y="19"/>
                  </a:lnTo>
                  <a:lnTo>
                    <a:pt x="98" y="24"/>
                  </a:lnTo>
                  <a:lnTo>
                    <a:pt x="98" y="30"/>
                  </a:lnTo>
                  <a:lnTo>
                    <a:pt x="97" y="32"/>
                  </a:lnTo>
                  <a:lnTo>
                    <a:pt x="95" y="32"/>
                  </a:lnTo>
                  <a:lnTo>
                    <a:pt x="95" y="32"/>
                  </a:lnTo>
                  <a:lnTo>
                    <a:pt x="91" y="32"/>
                  </a:lnTo>
                  <a:lnTo>
                    <a:pt x="90" y="31"/>
                  </a:lnTo>
                  <a:lnTo>
                    <a:pt x="87" y="30"/>
                  </a:lnTo>
                  <a:lnTo>
                    <a:pt x="85" y="32"/>
                  </a:lnTo>
                  <a:lnTo>
                    <a:pt x="85" y="32"/>
                  </a:lnTo>
                  <a:lnTo>
                    <a:pt x="81" y="37"/>
                  </a:lnTo>
                  <a:lnTo>
                    <a:pt x="78" y="42"/>
                  </a:lnTo>
                  <a:lnTo>
                    <a:pt x="73" y="52"/>
                  </a:lnTo>
                  <a:lnTo>
                    <a:pt x="73" y="52"/>
                  </a:lnTo>
                  <a:lnTo>
                    <a:pt x="71" y="58"/>
                  </a:lnTo>
                  <a:lnTo>
                    <a:pt x="69" y="69"/>
                  </a:lnTo>
                  <a:lnTo>
                    <a:pt x="66" y="80"/>
                  </a:lnTo>
                  <a:lnTo>
                    <a:pt x="64" y="88"/>
                  </a:lnTo>
                  <a:lnTo>
                    <a:pt x="64" y="88"/>
                  </a:lnTo>
                  <a:lnTo>
                    <a:pt x="60" y="95"/>
                  </a:lnTo>
                  <a:lnTo>
                    <a:pt x="58" y="99"/>
                  </a:lnTo>
                  <a:lnTo>
                    <a:pt x="55" y="103"/>
                  </a:lnTo>
                  <a:lnTo>
                    <a:pt x="55" y="103"/>
                  </a:lnTo>
                  <a:lnTo>
                    <a:pt x="52" y="105"/>
                  </a:lnTo>
                  <a:lnTo>
                    <a:pt x="50" y="109"/>
                  </a:lnTo>
                  <a:lnTo>
                    <a:pt x="48" y="116"/>
                  </a:lnTo>
                  <a:lnTo>
                    <a:pt x="48" y="116"/>
                  </a:lnTo>
                  <a:lnTo>
                    <a:pt x="47" y="130"/>
                  </a:lnTo>
                  <a:lnTo>
                    <a:pt x="46" y="137"/>
                  </a:lnTo>
                  <a:lnTo>
                    <a:pt x="43" y="141"/>
                  </a:lnTo>
                  <a:lnTo>
                    <a:pt x="43" y="141"/>
                  </a:lnTo>
                  <a:lnTo>
                    <a:pt x="43" y="143"/>
                  </a:lnTo>
                  <a:lnTo>
                    <a:pt x="43" y="146"/>
                  </a:lnTo>
                  <a:lnTo>
                    <a:pt x="44" y="151"/>
                  </a:lnTo>
                  <a:lnTo>
                    <a:pt x="46" y="156"/>
                  </a:lnTo>
                  <a:lnTo>
                    <a:pt x="44" y="158"/>
                  </a:lnTo>
                  <a:lnTo>
                    <a:pt x="42" y="159"/>
                  </a:lnTo>
                  <a:lnTo>
                    <a:pt x="42" y="159"/>
                  </a:lnTo>
                  <a:lnTo>
                    <a:pt x="32" y="164"/>
                  </a:lnTo>
                  <a:lnTo>
                    <a:pt x="26" y="168"/>
                  </a:lnTo>
                  <a:lnTo>
                    <a:pt x="26" y="168"/>
                  </a:lnTo>
                  <a:lnTo>
                    <a:pt x="22" y="176"/>
                  </a:lnTo>
                  <a:lnTo>
                    <a:pt x="21" y="184"/>
                  </a:lnTo>
                  <a:lnTo>
                    <a:pt x="20" y="191"/>
                  </a:lnTo>
                  <a:lnTo>
                    <a:pt x="20" y="191"/>
                  </a:lnTo>
                  <a:lnTo>
                    <a:pt x="20" y="221"/>
                  </a:lnTo>
                  <a:lnTo>
                    <a:pt x="20" y="237"/>
                  </a:lnTo>
                  <a:lnTo>
                    <a:pt x="21" y="245"/>
                  </a:lnTo>
                  <a:lnTo>
                    <a:pt x="21" y="245"/>
                  </a:lnTo>
                  <a:lnTo>
                    <a:pt x="26" y="250"/>
                  </a:lnTo>
                  <a:lnTo>
                    <a:pt x="27" y="254"/>
                  </a:lnTo>
                  <a:lnTo>
                    <a:pt x="27" y="255"/>
                  </a:lnTo>
                  <a:lnTo>
                    <a:pt x="27" y="255"/>
                  </a:lnTo>
                  <a:lnTo>
                    <a:pt x="27" y="255"/>
                  </a:lnTo>
                  <a:lnTo>
                    <a:pt x="23" y="258"/>
                  </a:lnTo>
                  <a:lnTo>
                    <a:pt x="22" y="259"/>
                  </a:lnTo>
                  <a:lnTo>
                    <a:pt x="22" y="263"/>
                  </a:lnTo>
                  <a:lnTo>
                    <a:pt x="22" y="263"/>
                  </a:lnTo>
                  <a:lnTo>
                    <a:pt x="22" y="269"/>
                  </a:lnTo>
                  <a:lnTo>
                    <a:pt x="23" y="275"/>
                  </a:lnTo>
                  <a:lnTo>
                    <a:pt x="25" y="280"/>
                  </a:lnTo>
                  <a:lnTo>
                    <a:pt x="23" y="282"/>
                  </a:lnTo>
                  <a:lnTo>
                    <a:pt x="22" y="285"/>
                  </a:lnTo>
                  <a:lnTo>
                    <a:pt x="22" y="285"/>
                  </a:lnTo>
                  <a:lnTo>
                    <a:pt x="17" y="292"/>
                  </a:lnTo>
                  <a:lnTo>
                    <a:pt x="16" y="296"/>
                  </a:lnTo>
                  <a:lnTo>
                    <a:pt x="15" y="301"/>
                  </a:lnTo>
                  <a:lnTo>
                    <a:pt x="15" y="301"/>
                  </a:lnTo>
                  <a:lnTo>
                    <a:pt x="14" y="312"/>
                  </a:lnTo>
                  <a:lnTo>
                    <a:pt x="12" y="316"/>
                  </a:lnTo>
                  <a:lnTo>
                    <a:pt x="11" y="317"/>
                  </a:lnTo>
                  <a:lnTo>
                    <a:pt x="9" y="317"/>
                  </a:lnTo>
                  <a:lnTo>
                    <a:pt x="9" y="317"/>
                  </a:lnTo>
                  <a:lnTo>
                    <a:pt x="0" y="313"/>
                  </a:lnTo>
                  <a:lnTo>
                    <a:pt x="0" y="313"/>
                  </a:lnTo>
                  <a:lnTo>
                    <a:pt x="1" y="316"/>
                  </a:lnTo>
                  <a:lnTo>
                    <a:pt x="1" y="316"/>
                  </a:lnTo>
                  <a:lnTo>
                    <a:pt x="2" y="321"/>
                  </a:lnTo>
                  <a:lnTo>
                    <a:pt x="4" y="325"/>
                  </a:lnTo>
                  <a:lnTo>
                    <a:pt x="4" y="332"/>
                  </a:lnTo>
                  <a:lnTo>
                    <a:pt x="5" y="335"/>
                  </a:lnTo>
                  <a:lnTo>
                    <a:pt x="5" y="335"/>
                  </a:lnTo>
                  <a:lnTo>
                    <a:pt x="6" y="337"/>
                  </a:lnTo>
                  <a:lnTo>
                    <a:pt x="9" y="338"/>
                  </a:lnTo>
                  <a:lnTo>
                    <a:pt x="11" y="338"/>
                  </a:lnTo>
                  <a:lnTo>
                    <a:pt x="14" y="335"/>
                  </a:lnTo>
                  <a:lnTo>
                    <a:pt x="14" y="335"/>
                  </a:lnTo>
                  <a:lnTo>
                    <a:pt x="15" y="335"/>
                  </a:lnTo>
                  <a:lnTo>
                    <a:pt x="15" y="337"/>
                  </a:lnTo>
                  <a:lnTo>
                    <a:pt x="14" y="341"/>
                  </a:lnTo>
                  <a:lnTo>
                    <a:pt x="11" y="353"/>
                  </a:lnTo>
                  <a:lnTo>
                    <a:pt x="11" y="353"/>
                  </a:lnTo>
                  <a:lnTo>
                    <a:pt x="12" y="357"/>
                  </a:lnTo>
                  <a:lnTo>
                    <a:pt x="15" y="362"/>
                  </a:lnTo>
                  <a:lnTo>
                    <a:pt x="21" y="372"/>
                  </a:lnTo>
                  <a:lnTo>
                    <a:pt x="21" y="372"/>
                  </a:lnTo>
                  <a:lnTo>
                    <a:pt x="23" y="381"/>
                  </a:lnTo>
                  <a:lnTo>
                    <a:pt x="26" y="388"/>
                  </a:lnTo>
                  <a:lnTo>
                    <a:pt x="26" y="388"/>
                  </a:lnTo>
                  <a:lnTo>
                    <a:pt x="26" y="392"/>
                  </a:lnTo>
                  <a:lnTo>
                    <a:pt x="25" y="397"/>
                  </a:lnTo>
                  <a:lnTo>
                    <a:pt x="25" y="401"/>
                  </a:lnTo>
                  <a:lnTo>
                    <a:pt x="25" y="402"/>
                  </a:lnTo>
                  <a:lnTo>
                    <a:pt x="25" y="403"/>
                  </a:lnTo>
                  <a:lnTo>
                    <a:pt x="25" y="403"/>
                  </a:lnTo>
                  <a:lnTo>
                    <a:pt x="31" y="404"/>
                  </a:lnTo>
                  <a:lnTo>
                    <a:pt x="34" y="405"/>
                  </a:lnTo>
                  <a:lnTo>
                    <a:pt x="39" y="407"/>
                  </a:lnTo>
                  <a:lnTo>
                    <a:pt x="39" y="407"/>
                  </a:lnTo>
                  <a:lnTo>
                    <a:pt x="44" y="405"/>
                  </a:lnTo>
                  <a:lnTo>
                    <a:pt x="46" y="404"/>
                  </a:lnTo>
                  <a:lnTo>
                    <a:pt x="47" y="402"/>
                  </a:lnTo>
                  <a:lnTo>
                    <a:pt x="47" y="402"/>
                  </a:lnTo>
                  <a:lnTo>
                    <a:pt x="48" y="396"/>
                  </a:lnTo>
                  <a:lnTo>
                    <a:pt x="50" y="392"/>
                  </a:lnTo>
                  <a:lnTo>
                    <a:pt x="54" y="388"/>
                  </a:lnTo>
                  <a:lnTo>
                    <a:pt x="54" y="388"/>
                  </a:lnTo>
                  <a:lnTo>
                    <a:pt x="59" y="386"/>
                  </a:lnTo>
                  <a:lnTo>
                    <a:pt x="63" y="386"/>
                  </a:lnTo>
                  <a:lnTo>
                    <a:pt x="65" y="386"/>
                  </a:lnTo>
                  <a:lnTo>
                    <a:pt x="68" y="386"/>
                  </a:lnTo>
                  <a:lnTo>
                    <a:pt x="68" y="386"/>
                  </a:lnTo>
                  <a:lnTo>
                    <a:pt x="70" y="382"/>
                  </a:lnTo>
                  <a:lnTo>
                    <a:pt x="74" y="372"/>
                  </a:lnTo>
                  <a:lnTo>
                    <a:pt x="80" y="355"/>
                  </a:lnTo>
                  <a:lnTo>
                    <a:pt x="80" y="355"/>
                  </a:lnTo>
                  <a:lnTo>
                    <a:pt x="80" y="349"/>
                  </a:lnTo>
                  <a:lnTo>
                    <a:pt x="80" y="344"/>
                  </a:lnTo>
                  <a:lnTo>
                    <a:pt x="80" y="337"/>
                  </a:lnTo>
                  <a:lnTo>
                    <a:pt x="80" y="337"/>
                  </a:lnTo>
                  <a:lnTo>
                    <a:pt x="85" y="325"/>
                  </a:lnTo>
                  <a:lnTo>
                    <a:pt x="91" y="316"/>
                  </a:lnTo>
                  <a:lnTo>
                    <a:pt x="91" y="316"/>
                  </a:lnTo>
                  <a:lnTo>
                    <a:pt x="94" y="316"/>
                  </a:lnTo>
                  <a:lnTo>
                    <a:pt x="95" y="316"/>
                  </a:lnTo>
                  <a:lnTo>
                    <a:pt x="96" y="316"/>
                  </a:lnTo>
                  <a:lnTo>
                    <a:pt x="97" y="316"/>
                  </a:lnTo>
                  <a:lnTo>
                    <a:pt x="97" y="316"/>
                  </a:lnTo>
                  <a:lnTo>
                    <a:pt x="98" y="314"/>
                  </a:lnTo>
                  <a:lnTo>
                    <a:pt x="101" y="309"/>
                  </a:lnTo>
                  <a:lnTo>
                    <a:pt x="102" y="305"/>
                  </a:lnTo>
                  <a:lnTo>
                    <a:pt x="105" y="302"/>
                  </a:lnTo>
                  <a:lnTo>
                    <a:pt x="105" y="302"/>
                  </a:lnTo>
                  <a:lnTo>
                    <a:pt x="108" y="298"/>
                  </a:lnTo>
                  <a:lnTo>
                    <a:pt x="110" y="293"/>
                  </a:lnTo>
                  <a:lnTo>
                    <a:pt x="110" y="293"/>
                  </a:lnTo>
                  <a:lnTo>
                    <a:pt x="108" y="286"/>
                  </a:lnTo>
                  <a:lnTo>
                    <a:pt x="106" y="279"/>
                  </a:lnTo>
                  <a:lnTo>
                    <a:pt x="106" y="279"/>
                  </a:lnTo>
                  <a:lnTo>
                    <a:pt x="103" y="275"/>
                  </a:lnTo>
                  <a:lnTo>
                    <a:pt x="101" y="273"/>
                  </a:lnTo>
                  <a:lnTo>
                    <a:pt x="97" y="271"/>
                  </a:lnTo>
                  <a:lnTo>
                    <a:pt x="94" y="271"/>
                  </a:lnTo>
                  <a:lnTo>
                    <a:pt x="94" y="271"/>
                  </a:lnTo>
                  <a:lnTo>
                    <a:pt x="90" y="270"/>
                  </a:lnTo>
                  <a:lnTo>
                    <a:pt x="87" y="269"/>
                  </a:lnTo>
                  <a:lnTo>
                    <a:pt x="84" y="261"/>
                  </a:lnTo>
                  <a:lnTo>
                    <a:pt x="84" y="261"/>
                  </a:lnTo>
                  <a:lnTo>
                    <a:pt x="82" y="257"/>
                  </a:lnTo>
                  <a:lnTo>
                    <a:pt x="84" y="252"/>
                  </a:lnTo>
                  <a:lnTo>
                    <a:pt x="85" y="247"/>
                  </a:lnTo>
                  <a:lnTo>
                    <a:pt x="87" y="244"/>
                  </a:lnTo>
                  <a:lnTo>
                    <a:pt x="87" y="244"/>
                  </a:lnTo>
                  <a:lnTo>
                    <a:pt x="89" y="240"/>
                  </a:lnTo>
                  <a:lnTo>
                    <a:pt x="89" y="234"/>
                  </a:lnTo>
                  <a:lnTo>
                    <a:pt x="89" y="224"/>
                  </a:lnTo>
                  <a:lnTo>
                    <a:pt x="89" y="224"/>
                  </a:lnTo>
                  <a:lnTo>
                    <a:pt x="89" y="222"/>
                  </a:lnTo>
                  <a:lnTo>
                    <a:pt x="87" y="220"/>
                  </a:lnTo>
                  <a:lnTo>
                    <a:pt x="85" y="216"/>
                  </a:lnTo>
                  <a:lnTo>
                    <a:pt x="84" y="213"/>
                  </a:lnTo>
                  <a:lnTo>
                    <a:pt x="84" y="213"/>
                  </a:lnTo>
                  <a:lnTo>
                    <a:pt x="85" y="212"/>
                  </a:lnTo>
                  <a:lnTo>
                    <a:pt x="86" y="213"/>
                  </a:lnTo>
                  <a:lnTo>
                    <a:pt x="92" y="216"/>
                  </a:lnTo>
                  <a:lnTo>
                    <a:pt x="92" y="216"/>
                  </a:lnTo>
                  <a:lnTo>
                    <a:pt x="94" y="216"/>
                  </a:lnTo>
                  <a:lnTo>
                    <a:pt x="95" y="215"/>
                  </a:lnTo>
                  <a:lnTo>
                    <a:pt x="98" y="210"/>
                  </a:lnTo>
                  <a:lnTo>
                    <a:pt x="106" y="200"/>
                  </a:lnTo>
                  <a:lnTo>
                    <a:pt x="106" y="200"/>
                  </a:lnTo>
                  <a:lnTo>
                    <a:pt x="108" y="192"/>
                  </a:lnTo>
                  <a:lnTo>
                    <a:pt x="111" y="185"/>
                  </a:lnTo>
                  <a:lnTo>
                    <a:pt x="111" y="185"/>
                  </a:lnTo>
                  <a:lnTo>
                    <a:pt x="113" y="184"/>
                  </a:lnTo>
                  <a:lnTo>
                    <a:pt x="117" y="181"/>
                  </a:lnTo>
                  <a:lnTo>
                    <a:pt x="124" y="178"/>
                  </a:lnTo>
                  <a:lnTo>
                    <a:pt x="124" y="178"/>
                  </a:lnTo>
                  <a:lnTo>
                    <a:pt x="130" y="174"/>
                  </a:lnTo>
                  <a:lnTo>
                    <a:pt x="133" y="172"/>
                  </a:lnTo>
                  <a:lnTo>
                    <a:pt x="134" y="168"/>
                  </a:lnTo>
                  <a:lnTo>
                    <a:pt x="134" y="168"/>
                  </a:lnTo>
                  <a:lnTo>
                    <a:pt x="137" y="164"/>
                  </a:lnTo>
                  <a:lnTo>
                    <a:pt x="139" y="159"/>
                  </a:lnTo>
                  <a:lnTo>
                    <a:pt x="145" y="153"/>
                  </a:lnTo>
                  <a:lnTo>
                    <a:pt x="145" y="153"/>
                  </a:lnTo>
                  <a:lnTo>
                    <a:pt x="145" y="151"/>
                  </a:lnTo>
                  <a:lnTo>
                    <a:pt x="144" y="148"/>
                  </a:lnTo>
                  <a:lnTo>
                    <a:pt x="140" y="143"/>
                  </a:lnTo>
                  <a:lnTo>
                    <a:pt x="140" y="143"/>
                  </a:lnTo>
                  <a:lnTo>
                    <a:pt x="139" y="140"/>
                  </a:lnTo>
                  <a:lnTo>
                    <a:pt x="139" y="138"/>
                  </a:lnTo>
                  <a:lnTo>
                    <a:pt x="143" y="136"/>
                  </a:lnTo>
                  <a:lnTo>
                    <a:pt x="143" y="136"/>
                  </a:lnTo>
                  <a:lnTo>
                    <a:pt x="144" y="132"/>
                  </a:lnTo>
                  <a:lnTo>
                    <a:pt x="145" y="130"/>
                  </a:lnTo>
                  <a:lnTo>
                    <a:pt x="145" y="130"/>
                  </a:lnTo>
                  <a:lnTo>
                    <a:pt x="148" y="127"/>
                  </a:lnTo>
                  <a:lnTo>
                    <a:pt x="153" y="122"/>
                  </a:lnTo>
                  <a:lnTo>
                    <a:pt x="153" y="122"/>
                  </a:lnTo>
                  <a:lnTo>
                    <a:pt x="155" y="121"/>
                  </a:lnTo>
                  <a:lnTo>
                    <a:pt x="155" y="119"/>
                  </a:lnTo>
                  <a:lnTo>
                    <a:pt x="154" y="117"/>
                  </a:lnTo>
                  <a:lnTo>
                    <a:pt x="154" y="115"/>
                  </a:lnTo>
                  <a:lnTo>
                    <a:pt x="154" y="115"/>
                  </a:lnTo>
                  <a:lnTo>
                    <a:pt x="155" y="114"/>
                  </a:lnTo>
                  <a:lnTo>
                    <a:pt x="159" y="114"/>
                  </a:lnTo>
                  <a:lnTo>
                    <a:pt x="166" y="115"/>
                  </a:lnTo>
                  <a:lnTo>
                    <a:pt x="166" y="115"/>
                  </a:lnTo>
                  <a:lnTo>
                    <a:pt x="170" y="115"/>
                  </a:lnTo>
                  <a:lnTo>
                    <a:pt x="172" y="115"/>
                  </a:lnTo>
                  <a:lnTo>
                    <a:pt x="180" y="114"/>
                  </a:lnTo>
                  <a:lnTo>
                    <a:pt x="180" y="114"/>
                  </a:lnTo>
                  <a:lnTo>
                    <a:pt x="176" y="100"/>
                  </a:lnTo>
                  <a:close/>
                  <a:moveTo>
                    <a:pt x="32" y="325"/>
                  </a:moveTo>
                  <a:lnTo>
                    <a:pt x="32" y="325"/>
                  </a:lnTo>
                  <a:lnTo>
                    <a:pt x="30" y="325"/>
                  </a:lnTo>
                  <a:lnTo>
                    <a:pt x="27" y="327"/>
                  </a:lnTo>
                  <a:lnTo>
                    <a:pt x="25" y="328"/>
                  </a:lnTo>
                  <a:lnTo>
                    <a:pt x="23" y="328"/>
                  </a:lnTo>
                  <a:lnTo>
                    <a:pt x="23" y="328"/>
                  </a:lnTo>
                  <a:lnTo>
                    <a:pt x="23" y="328"/>
                  </a:lnTo>
                  <a:lnTo>
                    <a:pt x="23" y="324"/>
                  </a:lnTo>
                  <a:lnTo>
                    <a:pt x="23" y="321"/>
                  </a:lnTo>
                  <a:lnTo>
                    <a:pt x="23" y="316"/>
                  </a:lnTo>
                  <a:lnTo>
                    <a:pt x="25" y="313"/>
                  </a:lnTo>
                  <a:lnTo>
                    <a:pt x="25" y="313"/>
                  </a:lnTo>
                  <a:lnTo>
                    <a:pt x="26" y="313"/>
                  </a:lnTo>
                  <a:lnTo>
                    <a:pt x="27" y="314"/>
                  </a:lnTo>
                  <a:lnTo>
                    <a:pt x="28" y="316"/>
                  </a:lnTo>
                  <a:lnTo>
                    <a:pt x="30" y="316"/>
                  </a:lnTo>
                  <a:lnTo>
                    <a:pt x="30" y="316"/>
                  </a:lnTo>
                  <a:lnTo>
                    <a:pt x="31" y="316"/>
                  </a:lnTo>
                  <a:lnTo>
                    <a:pt x="32" y="313"/>
                  </a:lnTo>
                  <a:lnTo>
                    <a:pt x="32" y="312"/>
                  </a:lnTo>
                  <a:lnTo>
                    <a:pt x="33" y="311"/>
                  </a:lnTo>
                  <a:lnTo>
                    <a:pt x="33" y="311"/>
                  </a:lnTo>
                  <a:lnTo>
                    <a:pt x="37" y="308"/>
                  </a:lnTo>
                  <a:lnTo>
                    <a:pt x="38" y="307"/>
                  </a:lnTo>
                  <a:lnTo>
                    <a:pt x="41" y="307"/>
                  </a:lnTo>
                  <a:lnTo>
                    <a:pt x="41" y="307"/>
                  </a:lnTo>
                  <a:lnTo>
                    <a:pt x="43" y="312"/>
                  </a:lnTo>
                  <a:lnTo>
                    <a:pt x="44" y="316"/>
                  </a:lnTo>
                  <a:lnTo>
                    <a:pt x="44" y="316"/>
                  </a:lnTo>
                  <a:lnTo>
                    <a:pt x="43" y="318"/>
                  </a:lnTo>
                  <a:lnTo>
                    <a:pt x="39" y="322"/>
                  </a:lnTo>
                  <a:lnTo>
                    <a:pt x="34" y="325"/>
                  </a:lnTo>
                  <a:lnTo>
                    <a:pt x="33" y="325"/>
                  </a:lnTo>
                  <a:lnTo>
                    <a:pt x="32" y="325"/>
                  </a:lnTo>
                  <a:close/>
                  <a:moveTo>
                    <a:pt x="55" y="330"/>
                  </a:moveTo>
                  <a:lnTo>
                    <a:pt x="55" y="330"/>
                  </a:lnTo>
                  <a:lnTo>
                    <a:pt x="54" y="334"/>
                  </a:lnTo>
                  <a:lnTo>
                    <a:pt x="52" y="338"/>
                  </a:lnTo>
                  <a:lnTo>
                    <a:pt x="49" y="341"/>
                  </a:lnTo>
                  <a:lnTo>
                    <a:pt x="47" y="341"/>
                  </a:lnTo>
                  <a:lnTo>
                    <a:pt x="47" y="341"/>
                  </a:lnTo>
                  <a:lnTo>
                    <a:pt x="44" y="340"/>
                  </a:lnTo>
                  <a:lnTo>
                    <a:pt x="44" y="339"/>
                  </a:lnTo>
                  <a:lnTo>
                    <a:pt x="48" y="333"/>
                  </a:lnTo>
                  <a:lnTo>
                    <a:pt x="48" y="333"/>
                  </a:lnTo>
                  <a:lnTo>
                    <a:pt x="50" y="325"/>
                  </a:lnTo>
                  <a:lnTo>
                    <a:pt x="52" y="323"/>
                  </a:lnTo>
                  <a:lnTo>
                    <a:pt x="54" y="322"/>
                  </a:lnTo>
                  <a:lnTo>
                    <a:pt x="54" y="322"/>
                  </a:lnTo>
                  <a:lnTo>
                    <a:pt x="55" y="322"/>
                  </a:lnTo>
                  <a:lnTo>
                    <a:pt x="55" y="324"/>
                  </a:lnTo>
                  <a:lnTo>
                    <a:pt x="55" y="330"/>
                  </a:lnTo>
                  <a:close/>
                  <a:moveTo>
                    <a:pt x="89" y="302"/>
                  </a:moveTo>
                  <a:lnTo>
                    <a:pt x="89" y="302"/>
                  </a:lnTo>
                  <a:lnTo>
                    <a:pt x="90" y="301"/>
                  </a:lnTo>
                  <a:lnTo>
                    <a:pt x="91" y="298"/>
                  </a:lnTo>
                  <a:lnTo>
                    <a:pt x="91" y="297"/>
                  </a:lnTo>
                  <a:lnTo>
                    <a:pt x="92" y="297"/>
                  </a:lnTo>
                  <a:lnTo>
                    <a:pt x="92" y="297"/>
                  </a:lnTo>
                  <a:lnTo>
                    <a:pt x="95" y="302"/>
                  </a:lnTo>
                  <a:lnTo>
                    <a:pt x="96" y="305"/>
                  </a:lnTo>
                  <a:lnTo>
                    <a:pt x="96" y="306"/>
                  </a:lnTo>
                  <a:lnTo>
                    <a:pt x="95" y="306"/>
                  </a:lnTo>
                  <a:lnTo>
                    <a:pt x="95" y="306"/>
                  </a:lnTo>
                  <a:lnTo>
                    <a:pt x="90" y="307"/>
                  </a:lnTo>
                  <a:lnTo>
                    <a:pt x="87" y="306"/>
                  </a:lnTo>
                  <a:lnTo>
                    <a:pt x="85" y="305"/>
                  </a:lnTo>
                  <a:lnTo>
                    <a:pt x="85" y="305"/>
                  </a:lnTo>
                  <a:lnTo>
                    <a:pt x="84" y="305"/>
                  </a:lnTo>
                  <a:lnTo>
                    <a:pt x="85" y="303"/>
                  </a:lnTo>
                  <a:lnTo>
                    <a:pt x="89" y="30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2" name="Freeform 1021"/>
            <p:cNvSpPr>
              <a:spLocks/>
            </p:cNvSpPr>
            <p:nvPr/>
          </p:nvSpPr>
          <p:spPr bwMode="gray">
            <a:xfrm>
              <a:off x="2291240" y="2758565"/>
              <a:ext cx="41383" cy="65927"/>
            </a:xfrm>
            <a:custGeom>
              <a:avLst/>
              <a:gdLst>
                <a:gd name="T0" fmla="*/ 14 w 14"/>
                <a:gd name="T1" fmla="*/ 7 h 22"/>
                <a:gd name="T2" fmla="*/ 14 w 14"/>
                <a:gd name="T3" fmla="*/ 7 h 22"/>
                <a:gd name="T4" fmla="*/ 12 w 14"/>
                <a:gd name="T5" fmla="*/ 2 h 22"/>
                <a:gd name="T6" fmla="*/ 11 w 14"/>
                <a:gd name="T7" fmla="*/ 0 h 22"/>
                <a:gd name="T8" fmla="*/ 8 w 14"/>
                <a:gd name="T9" fmla="*/ 0 h 22"/>
                <a:gd name="T10" fmla="*/ 8 w 14"/>
                <a:gd name="T11" fmla="*/ 0 h 22"/>
                <a:gd name="T12" fmla="*/ 7 w 14"/>
                <a:gd name="T13" fmla="*/ 2 h 22"/>
                <a:gd name="T14" fmla="*/ 7 w 14"/>
                <a:gd name="T15" fmla="*/ 6 h 22"/>
                <a:gd name="T16" fmla="*/ 6 w 14"/>
                <a:gd name="T17" fmla="*/ 9 h 22"/>
                <a:gd name="T18" fmla="*/ 4 w 14"/>
                <a:gd name="T19" fmla="*/ 12 h 22"/>
                <a:gd name="T20" fmla="*/ 4 w 14"/>
                <a:gd name="T21" fmla="*/ 12 h 22"/>
                <a:gd name="T22" fmla="*/ 1 w 14"/>
                <a:gd name="T23" fmla="*/ 19 h 22"/>
                <a:gd name="T24" fmla="*/ 0 w 14"/>
                <a:gd name="T25" fmla="*/ 22 h 22"/>
                <a:gd name="T26" fmla="*/ 1 w 14"/>
                <a:gd name="T27" fmla="*/ 20 h 22"/>
                <a:gd name="T28" fmla="*/ 1 w 14"/>
                <a:gd name="T29" fmla="*/ 20 h 22"/>
                <a:gd name="T30" fmla="*/ 9 w 14"/>
                <a:gd name="T31" fmla="*/ 13 h 22"/>
                <a:gd name="T32" fmla="*/ 13 w 14"/>
                <a:gd name="T33" fmla="*/ 9 h 22"/>
                <a:gd name="T34" fmla="*/ 14 w 14"/>
                <a:gd name="T35" fmla="*/ 7 h 22"/>
                <a:gd name="T36" fmla="*/ 14 w 14"/>
                <a:gd name="T37" fmla="*/ 7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4" h="22">
                  <a:moveTo>
                    <a:pt x="14" y="7"/>
                  </a:moveTo>
                  <a:lnTo>
                    <a:pt x="14" y="7"/>
                  </a:lnTo>
                  <a:lnTo>
                    <a:pt x="12" y="2"/>
                  </a:lnTo>
                  <a:lnTo>
                    <a:pt x="11" y="0"/>
                  </a:lnTo>
                  <a:lnTo>
                    <a:pt x="8" y="0"/>
                  </a:lnTo>
                  <a:lnTo>
                    <a:pt x="8" y="0"/>
                  </a:lnTo>
                  <a:lnTo>
                    <a:pt x="7" y="2"/>
                  </a:lnTo>
                  <a:lnTo>
                    <a:pt x="7" y="6"/>
                  </a:lnTo>
                  <a:lnTo>
                    <a:pt x="6" y="9"/>
                  </a:lnTo>
                  <a:lnTo>
                    <a:pt x="4" y="12"/>
                  </a:lnTo>
                  <a:lnTo>
                    <a:pt x="4" y="12"/>
                  </a:lnTo>
                  <a:lnTo>
                    <a:pt x="1" y="19"/>
                  </a:lnTo>
                  <a:lnTo>
                    <a:pt x="0" y="22"/>
                  </a:lnTo>
                  <a:lnTo>
                    <a:pt x="1" y="20"/>
                  </a:lnTo>
                  <a:lnTo>
                    <a:pt x="1" y="20"/>
                  </a:lnTo>
                  <a:lnTo>
                    <a:pt x="9" y="13"/>
                  </a:lnTo>
                  <a:lnTo>
                    <a:pt x="13" y="9"/>
                  </a:lnTo>
                  <a:lnTo>
                    <a:pt x="14" y="7"/>
                  </a:lnTo>
                  <a:lnTo>
                    <a:pt x="14" y="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3" name="Freeform 1082"/>
            <p:cNvSpPr>
              <a:spLocks/>
            </p:cNvSpPr>
            <p:nvPr/>
          </p:nvSpPr>
          <p:spPr bwMode="gray">
            <a:xfrm>
              <a:off x="1853770" y="4403722"/>
              <a:ext cx="29558" cy="38956"/>
            </a:xfrm>
            <a:custGeom>
              <a:avLst/>
              <a:gdLst>
                <a:gd name="T0" fmla="*/ 8 w 10"/>
                <a:gd name="T1" fmla="*/ 13 h 13"/>
                <a:gd name="T2" fmla="*/ 8 w 10"/>
                <a:gd name="T3" fmla="*/ 13 h 13"/>
                <a:gd name="T4" fmla="*/ 2 w 10"/>
                <a:gd name="T5" fmla="*/ 12 h 13"/>
                <a:gd name="T6" fmla="*/ 2 w 10"/>
                <a:gd name="T7" fmla="*/ 12 h 13"/>
                <a:gd name="T8" fmla="*/ 2 w 10"/>
                <a:gd name="T9" fmla="*/ 12 h 13"/>
                <a:gd name="T10" fmla="*/ 2 w 10"/>
                <a:gd name="T11" fmla="*/ 12 h 13"/>
                <a:gd name="T12" fmla="*/ 2 w 10"/>
                <a:gd name="T13" fmla="*/ 12 h 13"/>
                <a:gd name="T14" fmla="*/ 2 w 10"/>
                <a:gd name="T15" fmla="*/ 12 h 13"/>
                <a:gd name="T16" fmla="*/ 2 w 10"/>
                <a:gd name="T17" fmla="*/ 12 h 13"/>
                <a:gd name="T18" fmla="*/ 2 w 10"/>
                <a:gd name="T19" fmla="*/ 11 h 13"/>
                <a:gd name="T20" fmla="*/ 2 w 10"/>
                <a:gd name="T21" fmla="*/ 11 h 13"/>
                <a:gd name="T22" fmla="*/ 2 w 10"/>
                <a:gd name="T23" fmla="*/ 11 h 13"/>
                <a:gd name="T24" fmla="*/ 2 w 10"/>
                <a:gd name="T25" fmla="*/ 11 h 13"/>
                <a:gd name="T26" fmla="*/ 2 w 10"/>
                <a:gd name="T27" fmla="*/ 11 h 13"/>
                <a:gd name="T28" fmla="*/ 2 w 10"/>
                <a:gd name="T29" fmla="*/ 11 h 13"/>
                <a:gd name="T30" fmla="*/ 2 w 10"/>
                <a:gd name="T31" fmla="*/ 11 h 13"/>
                <a:gd name="T32" fmla="*/ 2 w 10"/>
                <a:gd name="T33" fmla="*/ 11 h 13"/>
                <a:gd name="T34" fmla="*/ 2 w 10"/>
                <a:gd name="T35" fmla="*/ 11 h 13"/>
                <a:gd name="T36" fmla="*/ 2 w 10"/>
                <a:gd name="T37" fmla="*/ 11 h 13"/>
                <a:gd name="T38" fmla="*/ 2 w 10"/>
                <a:gd name="T39" fmla="*/ 11 h 13"/>
                <a:gd name="T40" fmla="*/ 1 w 10"/>
                <a:gd name="T41" fmla="*/ 11 h 13"/>
                <a:gd name="T42" fmla="*/ 1 w 10"/>
                <a:gd name="T43" fmla="*/ 11 h 13"/>
                <a:gd name="T44" fmla="*/ 1 w 10"/>
                <a:gd name="T45" fmla="*/ 11 h 13"/>
                <a:gd name="T46" fmla="*/ 1 w 10"/>
                <a:gd name="T47" fmla="*/ 11 h 13"/>
                <a:gd name="T48" fmla="*/ 1 w 10"/>
                <a:gd name="T49" fmla="*/ 11 h 13"/>
                <a:gd name="T50" fmla="*/ 1 w 10"/>
                <a:gd name="T51" fmla="*/ 11 h 13"/>
                <a:gd name="T52" fmla="*/ 1 w 10"/>
                <a:gd name="T53" fmla="*/ 11 h 13"/>
                <a:gd name="T54" fmla="*/ 1 w 10"/>
                <a:gd name="T55" fmla="*/ 11 h 13"/>
                <a:gd name="T56" fmla="*/ 1 w 10"/>
                <a:gd name="T57" fmla="*/ 11 h 13"/>
                <a:gd name="T58" fmla="*/ 1 w 10"/>
                <a:gd name="T59" fmla="*/ 11 h 13"/>
                <a:gd name="T60" fmla="*/ 1 w 10"/>
                <a:gd name="T61" fmla="*/ 11 h 13"/>
                <a:gd name="T62" fmla="*/ 1 w 10"/>
                <a:gd name="T63" fmla="*/ 11 h 13"/>
                <a:gd name="T64" fmla="*/ 1 w 10"/>
                <a:gd name="T65" fmla="*/ 11 h 13"/>
                <a:gd name="T66" fmla="*/ 1 w 10"/>
                <a:gd name="T67" fmla="*/ 11 h 13"/>
                <a:gd name="T68" fmla="*/ 1 w 10"/>
                <a:gd name="T69" fmla="*/ 11 h 13"/>
                <a:gd name="T70" fmla="*/ 1 w 10"/>
                <a:gd name="T71" fmla="*/ 11 h 13"/>
                <a:gd name="T72" fmla="*/ 1 w 10"/>
                <a:gd name="T73" fmla="*/ 11 h 13"/>
                <a:gd name="T74" fmla="*/ 1 w 10"/>
                <a:gd name="T75" fmla="*/ 11 h 13"/>
                <a:gd name="T76" fmla="*/ 1 w 10"/>
                <a:gd name="T77" fmla="*/ 11 h 13"/>
                <a:gd name="T78" fmla="*/ 1 w 10"/>
                <a:gd name="T79" fmla="*/ 11 h 13"/>
                <a:gd name="T80" fmla="*/ 1 w 10"/>
                <a:gd name="T81" fmla="*/ 11 h 13"/>
                <a:gd name="T82" fmla="*/ 1 w 10"/>
                <a:gd name="T83" fmla="*/ 11 h 13"/>
                <a:gd name="T84" fmla="*/ 1 w 10"/>
                <a:gd name="T85" fmla="*/ 11 h 13"/>
                <a:gd name="T86" fmla="*/ 1 w 10"/>
                <a:gd name="T87" fmla="*/ 11 h 13"/>
                <a:gd name="T88" fmla="*/ 1 w 10"/>
                <a:gd name="T89" fmla="*/ 11 h 13"/>
                <a:gd name="T90" fmla="*/ 1 w 10"/>
                <a:gd name="T91" fmla="*/ 11 h 13"/>
                <a:gd name="T92" fmla="*/ 1 w 10"/>
                <a:gd name="T93" fmla="*/ 11 h 13"/>
                <a:gd name="T94" fmla="*/ 1 w 10"/>
                <a:gd name="T95" fmla="*/ 11 h 13"/>
                <a:gd name="T96" fmla="*/ 1 w 10"/>
                <a:gd name="T97" fmla="*/ 11 h 13"/>
                <a:gd name="T98" fmla="*/ 0 w 10"/>
                <a:gd name="T99" fmla="*/ 10 h 13"/>
                <a:gd name="T100" fmla="*/ 0 w 10"/>
                <a:gd name="T101" fmla="*/ 10 h 13"/>
                <a:gd name="T102" fmla="*/ 1 w 10"/>
                <a:gd name="T103" fmla="*/ 6 h 13"/>
                <a:gd name="T104" fmla="*/ 7 w 10"/>
                <a:gd name="T105" fmla="*/ 0 h 13"/>
                <a:gd name="T106" fmla="*/ 7 w 10"/>
                <a:gd name="T107" fmla="*/ 0 h 13"/>
                <a:gd name="T108" fmla="*/ 10 w 10"/>
                <a:gd name="T109" fmla="*/ 6 h 13"/>
                <a:gd name="T110" fmla="*/ 8 w 10"/>
                <a:gd name="T111"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 h="13">
                  <a:moveTo>
                    <a:pt x="8" y="13"/>
                  </a:moveTo>
                  <a:lnTo>
                    <a:pt x="8" y="13"/>
                  </a:lnTo>
                  <a:lnTo>
                    <a:pt x="2" y="12"/>
                  </a:lnTo>
                  <a:lnTo>
                    <a:pt x="2" y="12"/>
                  </a:lnTo>
                  <a:lnTo>
                    <a:pt x="2" y="12"/>
                  </a:lnTo>
                  <a:lnTo>
                    <a:pt x="2" y="12"/>
                  </a:lnTo>
                  <a:lnTo>
                    <a:pt x="2" y="12"/>
                  </a:lnTo>
                  <a:lnTo>
                    <a:pt x="2" y="12"/>
                  </a:lnTo>
                  <a:lnTo>
                    <a:pt x="2" y="12"/>
                  </a:lnTo>
                  <a:lnTo>
                    <a:pt x="2" y="11"/>
                  </a:lnTo>
                  <a:lnTo>
                    <a:pt x="2" y="11"/>
                  </a:lnTo>
                  <a:lnTo>
                    <a:pt x="2" y="11"/>
                  </a:lnTo>
                  <a:lnTo>
                    <a:pt x="2" y="11"/>
                  </a:lnTo>
                  <a:lnTo>
                    <a:pt x="2" y="11"/>
                  </a:lnTo>
                  <a:lnTo>
                    <a:pt x="2" y="11"/>
                  </a:lnTo>
                  <a:lnTo>
                    <a:pt x="2" y="11"/>
                  </a:lnTo>
                  <a:lnTo>
                    <a:pt x="2" y="11"/>
                  </a:lnTo>
                  <a:lnTo>
                    <a:pt x="2" y="11"/>
                  </a:lnTo>
                  <a:lnTo>
                    <a:pt x="2" y="11"/>
                  </a:lnTo>
                  <a:lnTo>
                    <a:pt x="2"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1" y="11"/>
                  </a:lnTo>
                  <a:lnTo>
                    <a:pt x="0" y="10"/>
                  </a:lnTo>
                  <a:lnTo>
                    <a:pt x="0" y="10"/>
                  </a:lnTo>
                  <a:lnTo>
                    <a:pt x="1" y="6"/>
                  </a:lnTo>
                  <a:lnTo>
                    <a:pt x="7" y="0"/>
                  </a:lnTo>
                  <a:lnTo>
                    <a:pt x="7" y="0"/>
                  </a:lnTo>
                  <a:lnTo>
                    <a:pt x="10" y="6"/>
                  </a:lnTo>
                  <a:lnTo>
                    <a:pt x="8" y="13"/>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4" name="Freeform 1119"/>
            <p:cNvSpPr>
              <a:spLocks/>
            </p:cNvSpPr>
            <p:nvPr/>
          </p:nvSpPr>
          <p:spPr bwMode="gray">
            <a:xfrm>
              <a:off x="2113888" y="4760324"/>
              <a:ext cx="14778" cy="11986"/>
            </a:xfrm>
            <a:custGeom>
              <a:avLst/>
              <a:gdLst>
                <a:gd name="T0" fmla="*/ 3 w 5"/>
                <a:gd name="T1" fmla="*/ 0 h 4"/>
                <a:gd name="T2" fmla="*/ 3 w 5"/>
                <a:gd name="T3" fmla="*/ 0 h 4"/>
                <a:gd name="T4" fmla="*/ 0 w 5"/>
                <a:gd name="T5" fmla="*/ 1 h 4"/>
                <a:gd name="T6" fmla="*/ 0 w 5"/>
                <a:gd name="T7" fmla="*/ 3 h 4"/>
                <a:gd name="T8" fmla="*/ 2 w 5"/>
                <a:gd name="T9" fmla="*/ 4 h 4"/>
                <a:gd name="T10" fmla="*/ 3 w 5"/>
                <a:gd name="T11" fmla="*/ 4 h 4"/>
                <a:gd name="T12" fmla="*/ 3 w 5"/>
                <a:gd name="T13" fmla="*/ 4 h 4"/>
                <a:gd name="T14" fmla="*/ 5 w 5"/>
                <a:gd name="T15" fmla="*/ 1 h 4"/>
                <a:gd name="T16" fmla="*/ 4 w 5"/>
                <a:gd name="T17" fmla="*/ 0 h 4"/>
                <a:gd name="T18" fmla="*/ 3 w 5"/>
                <a:gd name="T19"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 h="4">
                  <a:moveTo>
                    <a:pt x="3" y="0"/>
                  </a:moveTo>
                  <a:lnTo>
                    <a:pt x="3" y="0"/>
                  </a:lnTo>
                  <a:lnTo>
                    <a:pt x="0" y="1"/>
                  </a:lnTo>
                  <a:lnTo>
                    <a:pt x="0" y="3"/>
                  </a:lnTo>
                  <a:lnTo>
                    <a:pt x="2" y="4"/>
                  </a:lnTo>
                  <a:lnTo>
                    <a:pt x="3" y="4"/>
                  </a:lnTo>
                  <a:lnTo>
                    <a:pt x="3" y="4"/>
                  </a:lnTo>
                  <a:lnTo>
                    <a:pt x="5" y="1"/>
                  </a:lnTo>
                  <a:lnTo>
                    <a:pt x="4" y="0"/>
                  </a:lnTo>
                  <a:lnTo>
                    <a:pt x="3"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5" name="Freeform 1121"/>
            <p:cNvSpPr>
              <a:spLocks/>
            </p:cNvSpPr>
            <p:nvPr/>
          </p:nvSpPr>
          <p:spPr bwMode="gray">
            <a:xfrm>
              <a:off x="2140491" y="4871199"/>
              <a:ext cx="8868" cy="11986"/>
            </a:xfrm>
            <a:custGeom>
              <a:avLst/>
              <a:gdLst>
                <a:gd name="T0" fmla="*/ 1 w 3"/>
                <a:gd name="T1" fmla="*/ 0 h 4"/>
                <a:gd name="T2" fmla="*/ 1 w 3"/>
                <a:gd name="T3" fmla="*/ 0 h 4"/>
                <a:gd name="T4" fmla="*/ 0 w 3"/>
                <a:gd name="T5" fmla="*/ 3 h 4"/>
                <a:gd name="T6" fmla="*/ 1 w 3"/>
                <a:gd name="T7" fmla="*/ 4 h 4"/>
                <a:gd name="T8" fmla="*/ 3 w 3"/>
                <a:gd name="T9" fmla="*/ 4 h 4"/>
                <a:gd name="T10" fmla="*/ 3 w 3"/>
                <a:gd name="T11" fmla="*/ 4 h 4"/>
                <a:gd name="T12" fmla="*/ 3 w 3"/>
                <a:gd name="T13" fmla="*/ 4 h 4"/>
                <a:gd name="T14" fmla="*/ 3 w 3"/>
                <a:gd name="T15" fmla="*/ 3 h 4"/>
                <a:gd name="T16" fmla="*/ 3 w 3"/>
                <a:gd name="T17" fmla="*/ 1 h 4"/>
                <a:gd name="T18" fmla="*/ 1 w 3"/>
                <a:gd name="T19"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 h="4">
                  <a:moveTo>
                    <a:pt x="1" y="0"/>
                  </a:moveTo>
                  <a:lnTo>
                    <a:pt x="1" y="0"/>
                  </a:lnTo>
                  <a:lnTo>
                    <a:pt x="0" y="3"/>
                  </a:lnTo>
                  <a:lnTo>
                    <a:pt x="1" y="4"/>
                  </a:lnTo>
                  <a:lnTo>
                    <a:pt x="3" y="4"/>
                  </a:lnTo>
                  <a:lnTo>
                    <a:pt x="3" y="4"/>
                  </a:lnTo>
                  <a:lnTo>
                    <a:pt x="3" y="4"/>
                  </a:lnTo>
                  <a:lnTo>
                    <a:pt x="3" y="3"/>
                  </a:lnTo>
                  <a:lnTo>
                    <a:pt x="3" y="1"/>
                  </a:lnTo>
                  <a:lnTo>
                    <a:pt x="1"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6" name="Freeform 1106"/>
            <p:cNvSpPr>
              <a:spLocks/>
            </p:cNvSpPr>
            <p:nvPr/>
          </p:nvSpPr>
          <p:spPr bwMode="gray">
            <a:xfrm>
              <a:off x="1889243" y="4787292"/>
              <a:ext cx="17735" cy="17979"/>
            </a:xfrm>
            <a:custGeom>
              <a:avLst/>
              <a:gdLst>
                <a:gd name="T0" fmla="*/ 0 w 6"/>
                <a:gd name="T1" fmla="*/ 6 h 6"/>
                <a:gd name="T2" fmla="*/ 0 w 6"/>
                <a:gd name="T3" fmla="*/ 6 h 6"/>
                <a:gd name="T4" fmla="*/ 0 w 6"/>
                <a:gd name="T5" fmla="*/ 2 h 6"/>
                <a:gd name="T6" fmla="*/ 1 w 6"/>
                <a:gd name="T7" fmla="*/ 0 h 6"/>
                <a:gd name="T8" fmla="*/ 1 w 6"/>
                <a:gd name="T9" fmla="*/ 0 h 6"/>
                <a:gd name="T10" fmla="*/ 1 w 6"/>
                <a:gd name="T11" fmla="*/ 0 h 6"/>
                <a:gd name="T12" fmla="*/ 1 w 6"/>
                <a:gd name="T13" fmla="*/ 0 h 6"/>
                <a:gd name="T14" fmla="*/ 3 w 6"/>
                <a:gd name="T15" fmla="*/ 0 h 6"/>
                <a:gd name="T16" fmla="*/ 3 w 6"/>
                <a:gd name="T17" fmla="*/ 0 h 6"/>
                <a:gd name="T18" fmla="*/ 3 w 6"/>
                <a:gd name="T19" fmla="*/ 0 h 6"/>
                <a:gd name="T20" fmla="*/ 3 w 6"/>
                <a:gd name="T21" fmla="*/ 0 h 6"/>
                <a:gd name="T22" fmla="*/ 4 w 6"/>
                <a:gd name="T23" fmla="*/ 1 h 6"/>
                <a:gd name="T24" fmla="*/ 6 w 6"/>
                <a:gd name="T25" fmla="*/ 2 h 6"/>
                <a:gd name="T26" fmla="*/ 6 w 6"/>
                <a:gd name="T27" fmla="*/ 2 h 6"/>
                <a:gd name="T28" fmla="*/ 1 w 6"/>
                <a:gd name="T29" fmla="*/ 6 h 6"/>
                <a:gd name="T30" fmla="*/ 1 w 6"/>
                <a:gd name="T31" fmla="*/ 6 h 6"/>
                <a:gd name="T32" fmla="*/ 0 w 6"/>
                <a:gd name="T33"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 h="6">
                  <a:moveTo>
                    <a:pt x="0" y="6"/>
                  </a:moveTo>
                  <a:lnTo>
                    <a:pt x="0" y="6"/>
                  </a:lnTo>
                  <a:lnTo>
                    <a:pt x="0" y="2"/>
                  </a:lnTo>
                  <a:lnTo>
                    <a:pt x="1" y="0"/>
                  </a:lnTo>
                  <a:lnTo>
                    <a:pt x="1" y="0"/>
                  </a:lnTo>
                  <a:lnTo>
                    <a:pt x="1" y="0"/>
                  </a:lnTo>
                  <a:lnTo>
                    <a:pt x="1" y="0"/>
                  </a:lnTo>
                  <a:lnTo>
                    <a:pt x="3" y="0"/>
                  </a:lnTo>
                  <a:lnTo>
                    <a:pt x="3" y="0"/>
                  </a:lnTo>
                  <a:lnTo>
                    <a:pt x="3" y="0"/>
                  </a:lnTo>
                  <a:lnTo>
                    <a:pt x="3" y="0"/>
                  </a:lnTo>
                  <a:lnTo>
                    <a:pt x="4" y="1"/>
                  </a:lnTo>
                  <a:lnTo>
                    <a:pt x="6" y="2"/>
                  </a:lnTo>
                  <a:lnTo>
                    <a:pt x="6" y="2"/>
                  </a:lnTo>
                  <a:lnTo>
                    <a:pt x="1" y="6"/>
                  </a:lnTo>
                  <a:lnTo>
                    <a:pt x="1" y="6"/>
                  </a:lnTo>
                  <a:lnTo>
                    <a:pt x="0" y="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7" name="Freeform 1100"/>
            <p:cNvSpPr>
              <a:spLocks/>
            </p:cNvSpPr>
            <p:nvPr/>
          </p:nvSpPr>
          <p:spPr bwMode="gray">
            <a:xfrm>
              <a:off x="1676420" y="4841233"/>
              <a:ext cx="17735" cy="17979"/>
            </a:xfrm>
            <a:custGeom>
              <a:avLst/>
              <a:gdLst>
                <a:gd name="T0" fmla="*/ 2 w 6"/>
                <a:gd name="T1" fmla="*/ 6 h 6"/>
                <a:gd name="T2" fmla="*/ 2 w 6"/>
                <a:gd name="T3" fmla="*/ 6 h 6"/>
                <a:gd name="T4" fmla="*/ 6 w 6"/>
                <a:gd name="T5" fmla="*/ 5 h 6"/>
                <a:gd name="T6" fmla="*/ 6 w 6"/>
                <a:gd name="T7" fmla="*/ 5 h 6"/>
                <a:gd name="T8" fmla="*/ 3 w 6"/>
                <a:gd name="T9" fmla="*/ 3 h 6"/>
                <a:gd name="T10" fmla="*/ 2 w 6"/>
                <a:gd name="T11" fmla="*/ 1 h 6"/>
                <a:gd name="T12" fmla="*/ 0 w 6"/>
                <a:gd name="T13" fmla="*/ 0 h 6"/>
                <a:gd name="T14" fmla="*/ 0 w 6"/>
                <a:gd name="T15" fmla="*/ 0 h 6"/>
                <a:gd name="T16" fmla="*/ 1 w 6"/>
                <a:gd name="T17" fmla="*/ 5 h 6"/>
                <a:gd name="T18" fmla="*/ 2 w 6"/>
                <a:gd name="T19" fmla="*/ 6 h 6"/>
                <a:gd name="T20" fmla="*/ 2 w 6"/>
                <a:gd name="T21" fmla="*/ 6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 h="6">
                  <a:moveTo>
                    <a:pt x="2" y="6"/>
                  </a:moveTo>
                  <a:lnTo>
                    <a:pt x="2" y="6"/>
                  </a:lnTo>
                  <a:lnTo>
                    <a:pt x="6" y="5"/>
                  </a:lnTo>
                  <a:lnTo>
                    <a:pt x="6" y="5"/>
                  </a:lnTo>
                  <a:lnTo>
                    <a:pt x="3" y="3"/>
                  </a:lnTo>
                  <a:lnTo>
                    <a:pt x="2" y="1"/>
                  </a:lnTo>
                  <a:lnTo>
                    <a:pt x="0" y="0"/>
                  </a:lnTo>
                  <a:lnTo>
                    <a:pt x="0" y="0"/>
                  </a:lnTo>
                  <a:lnTo>
                    <a:pt x="1" y="5"/>
                  </a:lnTo>
                  <a:lnTo>
                    <a:pt x="2" y="6"/>
                  </a:lnTo>
                  <a:lnTo>
                    <a:pt x="2" y="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8" name="Freeform 1113"/>
            <p:cNvSpPr>
              <a:spLocks/>
            </p:cNvSpPr>
            <p:nvPr/>
          </p:nvSpPr>
          <p:spPr bwMode="gray">
            <a:xfrm>
              <a:off x="2019300" y="4571534"/>
              <a:ext cx="11825" cy="11986"/>
            </a:xfrm>
            <a:custGeom>
              <a:avLst/>
              <a:gdLst>
                <a:gd name="T0" fmla="*/ 4 w 4"/>
                <a:gd name="T1" fmla="*/ 0 h 4"/>
                <a:gd name="T2" fmla="*/ 4 w 4"/>
                <a:gd name="T3" fmla="*/ 0 h 4"/>
                <a:gd name="T4" fmla="*/ 0 w 4"/>
                <a:gd name="T5" fmla="*/ 2 h 4"/>
                <a:gd name="T6" fmla="*/ 0 w 4"/>
                <a:gd name="T7" fmla="*/ 2 h 4"/>
                <a:gd name="T8" fmla="*/ 2 w 4"/>
                <a:gd name="T9" fmla="*/ 3 h 4"/>
                <a:gd name="T10" fmla="*/ 2 w 4"/>
                <a:gd name="T11" fmla="*/ 3 h 4"/>
                <a:gd name="T12" fmla="*/ 4 w 4"/>
                <a:gd name="T13" fmla="*/ 4 h 4"/>
                <a:gd name="T14" fmla="*/ 4 w 4"/>
                <a:gd name="T15" fmla="*/ 4 h 4"/>
                <a:gd name="T16" fmla="*/ 4 w 4"/>
                <a:gd name="T17"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 h="4">
                  <a:moveTo>
                    <a:pt x="4" y="0"/>
                  </a:moveTo>
                  <a:lnTo>
                    <a:pt x="4" y="0"/>
                  </a:lnTo>
                  <a:lnTo>
                    <a:pt x="0" y="2"/>
                  </a:lnTo>
                  <a:lnTo>
                    <a:pt x="0" y="2"/>
                  </a:lnTo>
                  <a:lnTo>
                    <a:pt x="2" y="3"/>
                  </a:lnTo>
                  <a:lnTo>
                    <a:pt x="2" y="3"/>
                  </a:lnTo>
                  <a:lnTo>
                    <a:pt x="4" y="4"/>
                  </a:lnTo>
                  <a:lnTo>
                    <a:pt x="4" y="4"/>
                  </a:lnTo>
                  <a:lnTo>
                    <a:pt x="4" y="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99" name="Freeform 230"/>
            <p:cNvSpPr>
              <a:spLocks/>
            </p:cNvSpPr>
            <p:nvPr/>
          </p:nvSpPr>
          <p:spPr bwMode="gray">
            <a:xfrm>
              <a:off x="2459725" y="4520594"/>
              <a:ext cx="372439" cy="284682"/>
            </a:xfrm>
            <a:custGeom>
              <a:avLst/>
              <a:gdLst>
                <a:gd name="T0" fmla="*/ 126 w 126"/>
                <a:gd name="T1" fmla="*/ 52 h 95"/>
                <a:gd name="T2" fmla="*/ 121 w 126"/>
                <a:gd name="T3" fmla="*/ 53 h 95"/>
                <a:gd name="T4" fmla="*/ 116 w 126"/>
                <a:gd name="T5" fmla="*/ 54 h 95"/>
                <a:gd name="T6" fmla="*/ 111 w 126"/>
                <a:gd name="T7" fmla="*/ 55 h 95"/>
                <a:gd name="T8" fmla="*/ 106 w 126"/>
                <a:gd name="T9" fmla="*/ 54 h 95"/>
                <a:gd name="T10" fmla="*/ 104 w 126"/>
                <a:gd name="T11" fmla="*/ 43 h 95"/>
                <a:gd name="T12" fmla="*/ 104 w 126"/>
                <a:gd name="T13" fmla="*/ 32 h 95"/>
                <a:gd name="T14" fmla="*/ 104 w 126"/>
                <a:gd name="T15" fmla="*/ 28 h 95"/>
                <a:gd name="T16" fmla="*/ 101 w 126"/>
                <a:gd name="T17" fmla="*/ 21 h 95"/>
                <a:gd name="T18" fmla="*/ 98 w 126"/>
                <a:gd name="T19" fmla="*/ 17 h 95"/>
                <a:gd name="T20" fmla="*/ 92 w 126"/>
                <a:gd name="T21" fmla="*/ 7 h 95"/>
                <a:gd name="T22" fmla="*/ 87 w 126"/>
                <a:gd name="T23" fmla="*/ 1 h 95"/>
                <a:gd name="T24" fmla="*/ 85 w 126"/>
                <a:gd name="T25" fmla="*/ 1 h 95"/>
                <a:gd name="T26" fmla="*/ 71 w 126"/>
                <a:gd name="T27" fmla="*/ 0 h 95"/>
                <a:gd name="T28" fmla="*/ 67 w 126"/>
                <a:gd name="T29" fmla="*/ 0 h 95"/>
                <a:gd name="T30" fmla="*/ 53 w 126"/>
                <a:gd name="T31" fmla="*/ 5 h 95"/>
                <a:gd name="T32" fmla="*/ 50 w 126"/>
                <a:gd name="T33" fmla="*/ 6 h 95"/>
                <a:gd name="T34" fmla="*/ 34 w 126"/>
                <a:gd name="T35" fmla="*/ 1 h 95"/>
                <a:gd name="T36" fmla="*/ 31 w 126"/>
                <a:gd name="T37" fmla="*/ 1 h 95"/>
                <a:gd name="T38" fmla="*/ 25 w 126"/>
                <a:gd name="T39" fmla="*/ 10 h 95"/>
                <a:gd name="T40" fmla="*/ 15 w 126"/>
                <a:gd name="T41" fmla="*/ 25 h 95"/>
                <a:gd name="T42" fmla="*/ 3 w 126"/>
                <a:gd name="T43" fmla="*/ 37 h 95"/>
                <a:gd name="T44" fmla="*/ 0 w 126"/>
                <a:gd name="T45" fmla="*/ 39 h 95"/>
                <a:gd name="T46" fmla="*/ 2 w 126"/>
                <a:gd name="T47" fmla="*/ 47 h 95"/>
                <a:gd name="T48" fmla="*/ 8 w 126"/>
                <a:gd name="T49" fmla="*/ 57 h 95"/>
                <a:gd name="T50" fmla="*/ 10 w 126"/>
                <a:gd name="T51" fmla="*/ 59 h 95"/>
                <a:gd name="T52" fmla="*/ 15 w 126"/>
                <a:gd name="T53" fmla="*/ 64 h 95"/>
                <a:gd name="T54" fmla="*/ 20 w 126"/>
                <a:gd name="T55" fmla="*/ 69 h 95"/>
                <a:gd name="T56" fmla="*/ 23 w 126"/>
                <a:gd name="T57" fmla="*/ 70 h 95"/>
                <a:gd name="T58" fmla="*/ 32 w 126"/>
                <a:gd name="T59" fmla="*/ 68 h 95"/>
                <a:gd name="T60" fmla="*/ 34 w 126"/>
                <a:gd name="T61" fmla="*/ 69 h 95"/>
                <a:gd name="T62" fmla="*/ 34 w 126"/>
                <a:gd name="T63" fmla="*/ 73 h 95"/>
                <a:gd name="T64" fmla="*/ 36 w 126"/>
                <a:gd name="T65" fmla="*/ 76 h 95"/>
                <a:gd name="T66" fmla="*/ 40 w 126"/>
                <a:gd name="T67" fmla="*/ 84 h 95"/>
                <a:gd name="T68" fmla="*/ 53 w 126"/>
                <a:gd name="T69" fmla="*/ 86 h 95"/>
                <a:gd name="T70" fmla="*/ 66 w 126"/>
                <a:gd name="T71" fmla="*/ 86 h 95"/>
                <a:gd name="T72" fmla="*/ 69 w 126"/>
                <a:gd name="T73" fmla="*/ 84 h 95"/>
                <a:gd name="T74" fmla="*/ 79 w 126"/>
                <a:gd name="T75" fmla="*/ 80 h 95"/>
                <a:gd name="T76" fmla="*/ 84 w 126"/>
                <a:gd name="T77" fmla="*/ 81 h 95"/>
                <a:gd name="T78" fmla="*/ 103 w 126"/>
                <a:gd name="T79" fmla="*/ 95 h 95"/>
                <a:gd name="T80" fmla="*/ 106 w 126"/>
                <a:gd name="T81" fmla="*/ 90 h 95"/>
                <a:gd name="T82" fmla="*/ 109 w 126"/>
                <a:gd name="T83" fmla="*/ 84 h 95"/>
                <a:gd name="T84" fmla="*/ 110 w 126"/>
                <a:gd name="T85" fmla="*/ 75 h 95"/>
                <a:gd name="T86" fmla="*/ 114 w 126"/>
                <a:gd name="T87" fmla="*/ 68 h 95"/>
                <a:gd name="T88" fmla="*/ 121 w 126"/>
                <a:gd name="T89" fmla="*/ 63 h 95"/>
                <a:gd name="T90" fmla="*/ 125 w 126"/>
                <a:gd name="T91" fmla="*/ 60 h 95"/>
                <a:gd name="T92" fmla="*/ 126 w 126"/>
                <a:gd name="T93" fmla="*/ 5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6" h="95">
                  <a:moveTo>
                    <a:pt x="126" y="52"/>
                  </a:moveTo>
                  <a:lnTo>
                    <a:pt x="126" y="52"/>
                  </a:lnTo>
                  <a:lnTo>
                    <a:pt x="126" y="52"/>
                  </a:lnTo>
                  <a:lnTo>
                    <a:pt x="121" y="53"/>
                  </a:lnTo>
                  <a:lnTo>
                    <a:pt x="116" y="54"/>
                  </a:lnTo>
                  <a:lnTo>
                    <a:pt x="116" y="54"/>
                  </a:lnTo>
                  <a:lnTo>
                    <a:pt x="114" y="55"/>
                  </a:lnTo>
                  <a:lnTo>
                    <a:pt x="111" y="55"/>
                  </a:lnTo>
                  <a:lnTo>
                    <a:pt x="106" y="54"/>
                  </a:lnTo>
                  <a:lnTo>
                    <a:pt x="106" y="54"/>
                  </a:lnTo>
                  <a:lnTo>
                    <a:pt x="105" y="51"/>
                  </a:lnTo>
                  <a:lnTo>
                    <a:pt x="104" y="43"/>
                  </a:lnTo>
                  <a:lnTo>
                    <a:pt x="103" y="36"/>
                  </a:lnTo>
                  <a:lnTo>
                    <a:pt x="104" y="32"/>
                  </a:lnTo>
                  <a:lnTo>
                    <a:pt x="104" y="32"/>
                  </a:lnTo>
                  <a:lnTo>
                    <a:pt x="104" y="28"/>
                  </a:lnTo>
                  <a:lnTo>
                    <a:pt x="104" y="25"/>
                  </a:lnTo>
                  <a:lnTo>
                    <a:pt x="101" y="21"/>
                  </a:lnTo>
                  <a:lnTo>
                    <a:pt x="98" y="17"/>
                  </a:lnTo>
                  <a:lnTo>
                    <a:pt x="98" y="17"/>
                  </a:lnTo>
                  <a:lnTo>
                    <a:pt x="94" y="14"/>
                  </a:lnTo>
                  <a:lnTo>
                    <a:pt x="92" y="7"/>
                  </a:lnTo>
                  <a:lnTo>
                    <a:pt x="88" y="3"/>
                  </a:lnTo>
                  <a:lnTo>
                    <a:pt x="87" y="1"/>
                  </a:lnTo>
                  <a:lnTo>
                    <a:pt x="85" y="1"/>
                  </a:lnTo>
                  <a:lnTo>
                    <a:pt x="85" y="1"/>
                  </a:lnTo>
                  <a:lnTo>
                    <a:pt x="76" y="0"/>
                  </a:lnTo>
                  <a:lnTo>
                    <a:pt x="71" y="0"/>
                  </a:lnTo>
                  <a:lnTo>
                    <a:pt x="67" y="0"/>
                  </a:lnTo>
                  <a:lnTo>
                    <a:pt x="67" y="0"/>
                  </a:lnTo>
                  <a:lnTo>
                    <a:pt x="60" y="4"/>
                  </a:lnTo>
                  <a:lnTo>
                    <a:pt x="53" y="5"/>
                  </a:lnTo>
                  <a:lnTo>
                    <a:pt x="50" y="6"/>
                  </a:lnTo>
                  <a:lnTo>
                    <a:pt x="50" y="6"/>
                  </a:lnTo>
                  <a:lnTo>
                    <a:pt x="42" y="5"/>
                  </a:lnTo>
                  <a:lnTo>
                    <a:pt x="34" y="1"/>
                  </a:lnTo>
                  <a:lnTo>
                    <a:pt x="34" y="1"/>
                  </a:lnTo>
                  <a:lnTo>
                    <a:pt x="31" y="1"/>
                  </a:lnTo>
                  <a:lnTo>
                    <a:pt x="30" y="3"/>
                  </a:lnTo>
                  <a:lnTo>
                    <a:pt x="25" y="10"/>
                  </a:lnTo>
                  <a:lnTo>
                    <a:pt x="25" y="10"/>
                  </a:lnTo>
                  <a:lnTo>
                    <a:pt x="15" y="25"/>
                  </a:lnTo>
                  <a:lnTo>
                    <a:pt x="8" y="32"/>
                  </a:lnTo>
                  <a:lnTo>
                    <a:pt x="3" y="37"/>
                  </a:lnTo>
                  <a:lnTo>
                    <a:pt x="3" y="37"/>
                  </a:lnTo>
                  <a:lnTo>
                    <a:pt x="0" y="39"/>
                  </a:lnTo>
                  <a:lnTo>
                    <a:pt x="0" y="39"/>
                  </a:lnTo>
                  <a:lnTo>
                    <a:pt x="2" y="47"/>
                  </a:lnTo>
                  <a:lnTo>
                    <a:pt x="5" y="52"/>
                  </a:lnTo>
                  <a:lnTo>
                    <a:pt x="8" y="57"/>
                  </a:lnTo>
                  <a:lnTo>
                    <a:pt x="10" y="59"/>
                  </a:lnTo>
                  <a:lnTo>
                    <a:pt x="10" y="59"/>
                  </a:lnTo>
                  <a:lnTo>
                    <a:pt x="13" y="62"/>
                  </a:lnTo>
                  <a:lnTo>
                    <a:pt x="15" y="64"/>
                  </a:lnTo>
                  <a:lnTo>
                    <a:pt x="16" y="67"/>
                  </a:lnTo>
                  <a:lnTo>
                    <a:pt x="20" y="69"/>
                  </a:lnTo>
                  <a:lnTo>
                    <a:pt x="20" y="69"/>
                  </a:lnTo>
                  <a:lnTo>
                    <a:pt x="23" y="70"/>
                  </a:lnTo>
                  <a:lnTo>
                    <a:pt x="26" y="70"/>
                  </a:lnTo>
                  <a:lnTo>
                    <a:pt x="32" y="68"/>
                  </a:lnTo>
                  <a:lnTo>
                    <a:pt x="32" y="68"/>
                  </a:lnTo>
                  <a:lnTo>
                    <a:pt x="34" y="69"/>
                  </a:lnTo>
                  <a:lnTo>
                    <a:pt x="34" y="70"/>
                  </a:lnTo>
                  <a:lnTo>
                    <a:pt x="34" y="73"/>
                  </a:lnTo>
                  <a:lnTo>
                    <a:pt x="36" y="76"/>
                  </a:lnTo>
                  <a:lnTo>
                    <a:pt x="36" y="76"/>
                  </a:lnTo>
                  <a:lnTo>
                    <a:pt x="39" y="79"/>
                  </a:lnTo>
                  <a:lnTo>
                    <a:pt x="40" y="84"/>
                  </a:lnTo>
                  <a:lnTo>
                    <a:pt x="40" y="84"/>
                  </a:lnTo>
                  <a:lnTo>
                    <a:pt x="53" y="86"/>
                  </a:lnTo>
                  <a:lnTo>
                    <a:pt x="61" y="86"/>
                  </a:lnTo>
                  <a:lnTo>
                    <a:pt x="66" y="86"/>
                  </a:lnTo>
                  <a:lnTo>
                    <a:pt x="66" y="86"/>
                  </a:lnTo>
                  <a:lnTo>
                    <a:pt x="69" y="84"/>
                  </a:lnTo>
                  <a:lnTo>
                    <a:pt x="74" y="81"/>
                  </a:lnTo>
                  <a:lnTo>
                    <a:pt x="79" y="80"/>
                  </a:lnTo>
                  <a:lnTo>
                    <a:pt x="82" y="80"/>
                  </a:lnTo>
                  <a:lnTo>
                    <a:pt x="84" y="81"/>
                  </a:lnTo>
                  <a:lnTo>
                    <a:pt x="84" y="81"/>
                  </a:lnTo>
                  <a:lnTo>
                    <a:pt x="103" y="95"/>
                  </a:lnTo>
                  <a:lnTo>
                    <a:pt x="103" y="95"/>
                  </a:lnTo>
                  <a:lnTo>
                    <a:pt x="106" y="90"/>
                  </a:lnTo>
                  <a:lnTo>
                    <a:pt x="106" y="90"/>
                  </a:lnTo>
                  <a:lnTo>
                    <a:pt x="109" y="84"/>
                  </a:lnTo>
                  <a:lnTo>
                    <a:pt x="110" y="75"/>
                  </a:lnTo>
                  <a:lnTo>
                    <a:pt x="110" y="75"/>
                  </a:lnTo>
                  <a:lnTo>
                    <a:pt x="111" y="72"/>
                  </a:lnTo>
                  <a:lnTo>
                    <a:pt x="114" y="68"/>
                  </a:lnTo>
                  <a:lnTo>
                    <a:pt x="117" y="65"/>
                  </a:lnTo>
                  <a:lnTo>
                    <a:pt x="121" y="63"/>
                  </a:lnTo>
                  <a:lnTo>
                    <a:pt x="121" y="63"/>
                  </a:lnTo>
                  <a:lnTo>
                    <a:pt x="125" y="60"/>
                  </a:lnTo>
                  <a:lnTo>
                    <a:pt x="126" y="58"/>
                  </a:lnTo>
                  <a:lnTo>
                    <a:pt x="126" y="55"/>
                  </a:lnTo>
                  <a:lnTo>
                    <a:pt x="126" y="52"/>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1" name="Freeform 234"/>
            <p:cNvSpPr>
              <a:spLocks/>
            </p:cNvSpPr>
            <p:nvPr/>
          </p:nvSpPr>
          <p:spPr bwMode="gray">
            <a:xfrm>
              <a:off x="1948360" y="3879313"/>
              <a:ext cx="112323" cy="203772"/>
            </a:xfrm>
            <a:custGeom>
              <a:avLst/>
              <a:gdLst>
                <a:gd name="T0" fmla="*/ 22 w 38"/>
                <a:gd name="T1" fmla="*/ 60 h 68"/>
                <a:gd name="T2" fmla="*/ 26 w 38"/>
                <a:gd name="T3" fmla="*/ 60 h 68"/>
                <a:gd name="T4" fmla="*/ 33 w 38"/>
                <a:gd name="T5" fmla="*/ 59 h 68"/>
                <a:gd name="T6" fmla="*/ 34 w 38"/>
                <a:gd name="T7" fmla="*/ 58 h 68"/>
                <a:gd name="T8" fmla="*/ 31 w 38"/>
                <a:gd name="T9" fmla="*/ 55 h 68"/>
                <a:gd name="T10" fmla="*/ 23 w 38"/>
                <a:gd name="T11" fmla="*/ 53 h 68"/>
                <a:gd name="T12" fmla="*/ 22 w 38"/>
                <a:gd name="T13" fmla="*/ 50 h 68"/>
                <a:gd name="T14" fmla="*/ 31 w 38"/>
                <a:gd name="T15" fmla="*/ 39 h 68"/>
                <a:gd name="T16" fmla="*/ 36 w 38"/>
                <a:gd name="T17" fmla="*/ 34 h 68"/>
                <a:gd name="T18" fmla="*/ 38 w 38"/>
                <a:gd name="T19" fmla="*/ 32 h 68"/>
                <a:gd name="T20" fmla="*/ 38 w 38"/>
                <a:gd name="T21" fmla="*/ 31 h 68"/>
                <a:gd name="T22" fmla="*/ 34 w 38"/>
                <a:gd name="T23" fmla="*/ 29 h 68"/>
                <a:gd name="T24" fmla="*/ 31 w 38"/>
                <a:gd name="T25" fmla="*/ 31 h 68"/>
                <a:gd name="T26" fmla="*/ 28 w 38"/>
                <a:gd name="T27" fmla="*/ 29 h 68"/>
                <a:gd name="T28" fmla="*/ 28 w 38"/>
                <a:gd name="T29" fmla="*/ 20 h 68"/>
                <a:gd name="T30" fmla="*/ 29 w 38"/>
                <a:gd name="T31" fmla="*/ 16 h 68"/>
                <a:gd name="T32" fmla="*/ 31 w 38"/>
                <a:gd name="T33" fmla="*/ 13 h 68"/>
                <a:gd name="T34" fmla="*/ 32 w 38"/>
                <a:gd name="T35" fmla="*/ 1 h 68"/>
                <a:gd name="T36" fmla="*/ 32 w 38"/>
                <a:gd name="T37" fmla="*/ 0 h 68"/>
                <a:gd name="T38" fmla="*/ 28 w 38"/>
                <a:gd name="T39" fmla="*/ 1 h 68"/>
                <a:gd name="T40" fmla="*/ 23 w 38"/>
                <a:gd name="T41" fmla="*/ 7 h 68"/>
                <a:gd name="T42" fmla="*/ 18 w 38"/>
                <a:gd name="T43" fmla="*/ 15 h 68"/>
                <a:gd name="T44" fmla="*/ 20 w 38"/>
                <a:gd name="T45" fmla="*/ 17 h 68"/>
                <a:gd name="T46" fmla="*/ 21 w 38"/>
                <a:gd name="T47" fmla="*/ 20 h 68"/>
                <a:gd name="T48" fmla="*/ 15 w 38"/>
                <a:gd name="T49" fmla="*/ 26 h 68"/>
                <a:gd name="T50" fmla="*/ 12 w 38"/>
                <a:gd name="T51" fmla="*/ 24 h 68"/>
                <a:gd name="T52" fmla="*/ 8 w 38"/>
                <a:gd name="T53" fmla="*/ 16 h 68"/>
                <a:gd name="T54" fmla="*/ 7 w 38"/>
                <a:gd name="T55" fmla="*/ 16 h 68"/>
                <a:gd name="T56" fmla="*/ 2 w 38"/>
                <a:gd name="T57" fmla="*/ 23 h 68"/>
                <a:gd name="T58" fmla="*/ 2 w 38"/>
                <a:gd name="T59" fmla="*/ 27 h 68"/>
                <a:gd name="T60" fmla="*/ 1 w 38"/>
                <a:gd name="T61" fmla="*/ 38 h 68"/>
                <a:gd name="T62" fmla="*/ 1 w 38"/>
                <a:gd name="T63" fmla="*/ 42 h 68"/>
                <a:gd name="T64" fmla="*/ 1 w 38"/>
                <a:gd name="T65" fmla="*/ 48 h 68"/>
                <a:gd name="T66" fmla="*/ 4 w 38"/>
                <a:gd name="T67" fmla="*/ 56 h 68"/>
                <a:gd name="T68" fmla="*/ 26 w 38"/>
                <a:gd name="T69" fmla="*/ 68 h 68"/>
                <a:gd name="T70" fmla="*/ 22 w 38"/>
                <a:gd name="T71" fmla="*/ 6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8" h="68">
                  <a:moveTo>
                    <a:pt x="22" y="60"/>
                  </a:moveTo>
                  <a:lnTo>
                    <a:pt x="22" y="60"/>
                  </a:lnTo>
                  <a:lnTo>
                    <a:pt x="23" y="60"/>
                  </a:lnTo>
                  <a:lnTo>
                    <a:pt x="26" y="60"/>
                  </a:lnTo>
                  <a:lnTo>
                    <a:pt x="29" y="60"/>
                  </a:lnTo>
                  <a:lnTo>
                    <a:pt x="33" y="59"/>
                  </a:lnTo>
                  <a:lnTo>
                    <a:pt x="33" y="59"/>
                  </a:lnTo>
                  <a:lnTo>
                    <a:pt x="34" y="58"/>
                  </a:lnTo>
                  <a:lnTo>
                    <a:pt x="34" y="56"/>
                  </a:lnTo>
                  <a:lnTo>
                    <a:pt x="31" y="55"/>
                  </a:lnTo>
                  <a:lnTo>
                    <a:pt x="23" y="53"/>
                  </a:lnTo>
                  <a:lnTo>
                    <a:pt x="23" y="53"/>
                  </a:lnTo>
                  <a:lnTo>
                    <a:pt x="22" y="52"/>
                  </a:lnTo>
                  <a:lnTo>
                    <a:pt x="22" y="50"/>
                  </a:lnTo>
                  <a:lnTo>
                    <a:pt x="23" y="48"/>
                  </a:lnTo>
                  <a:lnTo>
                    <a:pt x="31" y="39"/>
                  </a:lnTo>
                  <a:lnTo>
                    <a:pt x="31" y="39"/>
                  </a:lnTo>
                  <a:lnTo>
                    <a:pt x="36" y="34"/>
                  </a:lnTo>
                  <a:lnTo>
                    <a:pt x="37" y="33"/>
                  </a:lnTo>
                  <a:lnTo>
                    <a:pt x="38" y="32"/>
                  </a:lnTo>
                  <a:lnTo>
                    <a:pt x="38" y="32"/>
                  </a:lnTo>
                  <a:lnTo>
                    <a:pt x="38" y="31"/>
                  </a:lnTo>
                  <a:lnTo>
                    <a:pt x="37" y="29"/>
                  </a:lnTo>
                  <a:lnTo>
                    <a:pt x="34" y="29"/>
                  </a:lnTo>
                  <a:lnTo>
                    <a:pt x="31" y="31"/>
                  </a:lnTo>
                  <a:lnTo>
                    <a:pt x="31" y="31"/>
                  </a:lnTo>
                  <a:lnTo>
                    <a:pt x="29" y="31"/>
                  </a:lnTo>
                  <a:lnTo>
                    <a:pt x="28" y="29"/>
                  </a:lnTo>
                  <a:lnTo>
                    <a:pt x="28" y="24"/>
                  </a:lnTo>
                  <a:lnTo>
                    <a:pt x="28" y="20"/>
                  </a:lnTo>
                  <a:lnTo>
                    <a:pt x="28" y="17"/>
                  </a:lnTo>
                  <a:lnTo>
                    <a:pt x="29" y="16"/>
                  </a:lnTo>
                  <a:lnTo>
                    <a:pt x="29" y="16"/>
                  </a:lnTo>
                  <a:lnTo>
                    <a:pt x="31" y="13"/>
                  </a:lnTo>
                  <a:lnTo>
                    <a:pt x="32" y="10"/>
                  </a:lnTo>
                  <a:lnTo>
                    <a:pt x="32" y="1"/>
                  </a:lnTo>
                  <a:lnTo>
                    <a:pt x="32" y="1"/>
                  </a:lnTo>
                  <a:lnTo>
                    <a:pt x="32" y="0"/>
                  </a:lnTo>
                  <a:lnTo>
                    <a:pt x="31" y="0"/>
                  </a:lnTo>
                  <a:lnTo>
                    <a:pt x="28" y="1"/>
                  </a:lnTo>
                  <a:lnTo>
                    <a:pt x="23" y="7"/>
                  </a:lnTo>
                  <a:lnTo>
                    <a:pt x="23" y="7"/>
                  </a:lnTo>
                  <a:lnTo>
                    <a:pt x="18" y="12"/>
                  </a:lnTo>
                  <a:lnTo>
                    <a:pt x="18" y="15"/>
                  </a:lnTo>
                  <a:lnTo>
                    <a:pt x="20" y="17"/>
                  </a:lnTo>
                  <a:lnTo>
                    <a:pt x="20" y="17"/>
                  </a:lnTo>
                  <a:lnTo>
                    <a:pt x="21" y="18"/>
                  </a:lnTo>
                  <a:lnTo>
                    <a:pt x="21" y="20"/>
                  </a:lnTo>
                  <a:lnTo>
                    <a:pt x="18" y="22"/>
                  </a:lnTo>
                  <a:lnTo>
                    <a:pt x="15" y="26"/>
                  </a:lnTo>
                  <a:lnTo>
                    <a:pt x="15" y="26"/>
                  </a:lnTo>
                  <a:lnTo>
                    <a:pt x="12" y="24"/>
                  </a:lnTo>
                  <a:lnTo>
                    <a:pt x="11" y="22"/>
                  </a:lnTo>
                  <a:lnTo>
                    <a:pt x="8" y="16"/>
                  </a:lnTo>
                  <a:lnTo>
                    <a:pt x="8" y="16"/>
                  </a:lnTo>
                  <a:lnTo>
                    <a:pt x="7" y="16"/>
                  </a:lnTo>
                  <a:lnTo>
                    <a:pt x="6" y="17"/>
                  </a:lnTo>
                  <a:lnTo>
                    <a:pt x="2" y="23"/>
                  </a:lnTo>
                  <a:lnTo>
                    <a:pt x="2" y="23"/>
                  </a:lnTo>
                  <a:lnTo>
                    <a:pt x="2" y="27"/>
                  </a:lnTo>
                  <a:lnTo>
                    <a:pt x="1" y="32"/>
                  </a:lnTo>
                  <a:lnTo>
                    <a:pt x="1" y="38"/>
                  </a:lnTo>
                  <a:lnTo>
                    <a:pt x="1" y="42"/>
                  </a:lnTo>
                  <a:lnTo>
                    <a:pt x="1" y="42"/>
                  </a:lnTo>
                  <a:lnTo>
                    <a:pt x="0" y="44"/>
                  </a:lnTo>
                  <a:lnTo>
                    <a:pt x="1" y="48"/>
                  </a:lnTo>
                  <a:lnTo>
                    <a:pt x="4" y="56"/>
                  </a:lnTo>
                  <a:lnTo>
                    <a:pt x="4" y="56"/>
                  </a:lnTo>
                  <a:lnTo>
                    <a:pt x="6" y="68"/>
                  </a:lnTo>
                  <a:lnTo>
                    <a:pt x="26" y="68"/>
                  </a:lnTo>
                  <a:lnTo>
                    <a:pt x="26" y="68"/>
                  </a:lnTo>
                  <a:lnTo>
                    <a:pt x="22" y="64"/>
                  </a:lnTo>
                  <a:lnTo>
                    <a:pt x="22" y="60"/>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2" name="Freeform 236"/>
            <p:cNvSpPr>
              <a:spLocks/>
            </p:cNvSpPr>
            <p:nvPr/>
          </p:nvSpPr>
          <p:spPr bwMode="gray">
            <a:xfrm>
              <a:off x="2421299" y="4056113"/>
              <a:ext cx="127103" cy="47946"/>
            </a:xfrm>
            <a:custGeom>
              <a:avLst/>
              <a:gdLst>
                <a:gd name="T0" fmla="*/ 43 w 43"/>
                <a:gd name="T1" fmla="*/ 16 h 16"/>
                <a:gd name="T2" fmla="*/ 43 w 43"/>
                <a:gd name="T3" fmla="*/ 16 h 16"/>
                <a:gd name="T4" fmla="*/ 41 w 43"/>
                <a:gd name="T5" fmla="*/ 11 h 16"/>
                <a:gd name="T6" fmla="*/ 41 w 43"/>
                <a:gd name="T7" fmla="*/ 11 h 16"/>
                <a:gd name="T8" fmla="*/ 37 w 43"/>
                <a:gd name="T9" fmla="*/ 9 h 16"/>
                <a:gd name="T10" fmla="*/ 29 w 43"/>
                <a:gd name="T11" fmla="*/ 5 h 16"/>
                <a:gd name="T12" fmla="*/ 21 w 43"/>
                <a:gd name="T13" fmla="*/ 2 h 16"/>
                <a:gd name="T14" fmla="*/ 11 w 43"/>
                <a:gd name="T15" fmla="*/ 0 h 16"/>
                <a:gd name="T16" fmla="*/ 11 w 43"/>
                <a:gd name="T17" fmla="*/ 0 h 16"/>
                <a:gd name="T18" fmla="*/ 5 w 43"/>
                <a:gd name="T19" fmla="*/ 6 h 16"/>
                <a:gd name="T20" fmla="*/ 4 w 43"/>
                <a:gd name="T21" fmla="*/ 9 h 16"/>
                <a:gd name="T22" fmla="*/ 2 w 43"/>
                <a:gd name="T23" fmla="*/ 10 h 16"/>
                <a:gd name="T24" fmla="*/ 2 w 43"/>
                <a:gd name="T25" fmla="*/ 10 h 16"/>
                <a:gd name="T26" fmla="*/ 0 w 43"/>
                <a:gd name="T27" fmla="*/ 15 h 16"/>
                <a:gd name="T28" fmla="*/ 0 w 43"/>
                <a:gd name="T29" fmla="*/ 15 h 16"/>
                <a:gd name="T30" fmla="*/ 10 w 43"/>
                <a:gd name="T31" fmla="*/ 16 h 16"/>
                <a:gd name="T32" fmla="*/ 21 w 43"/>
                <a:gd name="T33" fmla="*/ 16 h 16"/>
                <a:gd name="T34" fmla="*/ 43 w 43"/>
                <a:gd name="T35"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3" h="16">
                  <a:moveTo>
                    <a:pt x="43" y="16"/>
                  </a:moveTo>
                  <a:lnTo>
                    <a:pt x="43" y="16"/>
                  </a:lnTo>
                  <a:lnTo>
                    <a:pt x="41" y="11"/>
                  </a:lnTo>
                  <a:lnTo>
                    <a:pt x="41" y="11"/>
                  </a:lnTo>
                  <a:lnTo>
                    <a:pt x="37" y="9"/>
                  </a:lnTo>
                  <a:lnTo>
                    <a:pt x="29" y="5"/>
                  </a:lnTo>
                  <a:lnTo>
                    <a:pt x="21" y="2"/>
                  </a:lnTo>
                  <a:lnTo>
                    <a:pt x="11" y="0"/>
                  </a:lnTo>
                  <a:lnTo>
                    <a:pt x="11" y="0"/>
                  </a:lnTo>
                  <a:lnTo>
                    <a:pt x="5" y="6"/>
                  </a:lnTo>
                  <a:lnTo>
                    <a:pt x="4" y="9"/>
                  </a:lnTo>
                  <a:lnTo>
                    <a:pt x="2" y="10"/>
                  </a:lnTo>
                  <a:lnTo>
                    <a:pt x="2" y="10"/>
                  </a:lnTo>
                  <a:lnTo>
                    <a:pt x="0" y="15"/>
                  </a:lnTo>
                  <a:lnTo>
                    <a:pt x="0" y="15"/>
                  </a:lnTo>
                  <a:lnTo>
                    <a:pt x="10" y="16"/>
                  </a:lnTo>
                  <a:lnTo>
                    <a:pt x="21" y="16"/>
                  </a:lnTo>
                  <a:lnTo>
                    <a:pt x="43" y="1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3" name="Freeform 238"/>
            <p:cNvSpPr>
              <a:spLocks/>
            </p:cNvSpPr>
            <p:nvPr/>
          </p:nvSpPr>
          <p:spPr bwMode="gray">
            <a:xfrm>
              <a:off x="1773964" y="4172983"/>
              <a:ext cx="138925" cy="164816"/>
            </a:xfrm>
            <a:custGeom>
              <a:avLst/>
              <a:gdLst>
                <a:gd name="T0" fmla="*/ 34 w 47"/>
                <a:gd name="T1" fmla="*/ 46 h 55"/>
                <a:gd name="T2" fmla="*/ 34 w 47"/>
                <a:gd name="T3" fmla="*/ 46 h 55"/>
                <a:gd name="T4" fmla="*/ 34 w 47"/>
                <a:gd name="T5" fmla="*/ 43 h 55"/>
                <a:gd name="T6" fmla="*/ 34 w 47"/>
                <a:gd name="T7" fmla="*/ 40 h 55"/>
                <a:gd name="T8" fmla="*/ 35 w 47"/>
                <a:gd name="T9" fmla="*/ 37 h 55"/>
                <a:gd name="T10" fmla="*/ 38 w 47"/>
                <a:gd name="T11" fmla="*/ 35 h 55"/>
                <a:gd name="T12" fmla="*/ 38 w 47"/>
                <a:gd name="T13" fmla="*/ 35 h 55"/>
                <a:gd name="T14" fmla="*/ 40 w 47"/>
                <a:gd name="T15" fmla="*/ 34 h 55"/>
                <a:gd name="T16" fmla="*/ 42 w 47"/>
                <a:gd name="T17" fmla="*/ 31 h 55"/>
                <a:gd name="T18" fmla="*/ 43 w 47"/>
                <a:gd name="T19" fmla="*/ 27 h 55"/>
                <a:gd name="T20" fmla="*/ 44 w 47"/>
                <a:gd name="T21" fmla="*/ 25 h 55"/>
                <a:gd name="T22" fmla="*/ 44 w 47"/>
                <a:gd name="T23" fmla="*/ 25 h 55"/>
                <a:gd name="T24" fmla="*/ 45 w 47"/>
                <a:gd name="T25" fmla="*/ 21 h 55"/>
                <a:gd name="T26" fmla="*/ 47 w 47"/>
                <a:gd name="T27" fmla="*/ 16 h 55"/>
                <a:gd name="T28" fmla="*/ 45 w 47"/>
                <a:gd name="T29" fmla="*/ 9 h 55"/>
                <a:gd name="T30" fmla="*/ 44 w 47"/>
                <a:gd name="T31" fmla="*/ 0 h 55"/>
                <a:gd name="T32" fmla="*/ 44 w 47"/>
                <a:gd name="T33" fmla="*/ 0 h 55"/>
                <a:gd name="T34" fmla="*/ 39 w 47"/>
                <a:gd name="T35" fmla="*/ 3 h 55"/>
                <a:gd name="T36" fmla="*/ 35 w 47"/>
                <a:gd name="T37" fmla="*/ 3 h 55"/>
                <a:gd name="T38" fmla="*/ 35 w 47"/>
                <a:gd name="T39" fmla="*/ 3 h 55"/>
                <a:gd name="T40" fmla="*/ 29 w 47"/>
                <a:gd name="T41" fmla="*/ 4 h 55"/>
                <a:gd name="T42" fmla="*/ 27 w 47"/>
                <a:gd name="T43" fmla="*/ 5 h 55"/>
                <a:gd name="T44" fmla="*/ 23 w 47"/>
                <a:gd name="T45" fmla="*/ 9 h 55"/>
                <a:gd name="T46" fmla="*/ 23 w 47"/>
                <a:gd name="T47" fmla="*/ 9 h 55"/>
                <a:gd name="T48" fmla="*/ 19 w 47"/>
                <a:gd name="T49" fmla="*/ 13 h 55"/>
                <a:gd name="T50" fmla="*/ 16 w 47"/>
                <a:gd name="T51" fmla="*/ 14 h 55"/>
                <a:gd name="T52" fmla="*/ 16 w 47"/>
                <a:gd name="T53" fmla="*/ 14 h 55"/>
                <a:gd name="T54" fmla="*/ 15 w 47"/>
                <a:gd name="T55" fmla="*/ 15 h 55"/>
                <a:gd name="T56" fmla="*/ 13 w 47"/>
                <a:gd name="T57" fmla="*/ 16 h 55"/>
                <a:gd name="T58" fmla="*/ 10 w 47"/>
                <a:gd name="T59" fmla="*/ 24 h 55"/>
                <a:gd name="T60" fmla="*/ 6 w 47"/>
                <a:gd name="T61" fmla="*/ 32 h 55"/>
                <a:gd name="T62" fmla="*/ 3 w 47"/>
                <a:gd name="T63" fmla="*/ 40 h 55"/>
                <a:gd name="T64" fmla="*/ 3 w 47"/>
                <a:gd name="T65" fmla="*/ 40 h 55"/>
                <a:gd name="T66" fmla="*/ 2 w 47"/>
                <a:gd name="T67" fmla="*/ 43 h 55"/>
                <a:gd name="T68" fmla="*/ 0 w 47"/>
                <a:gd name="T69" fmla="*/ 46 h 55"/>
                <a:gd name="T70" fmla="*/ 0 w 47"/>
                <a:gd name="T71" fmla="*/ 46 h 55"/>
                <a:gd name="T72" fmla="*/ 5 w 47"/>
                <a:gd name="T73" fmla="*/ 50 h 55"/>
                <a:gd name="T74" fmla="*/ 10 w 47"/>
                <a:gd name="T75" fmla="*/ 50 h 55"/>
                <a:gd name="T76" fmla="*/ 10 w 47"/>
                <a:gd name="T77" fmla="*/ 50 h 55"/>
                <a:gd name="T78" fmla="*/ 18 w 47"/>
                <a:gd name="T79" fmla="*/ 48 h 55"/>
                <a:gd name="T80" fmla="*/ 23 w 47"/>
                <a:gd name="T81" fmla="*/ 48 h 55"/>
                <a:gd name="T82" fmla="*/ 27 w 47"/>
                <a:gd name="T83" fmla="*/ 51 h 55"/>
                <a:gd name="T84" fmla="*/ 27 w 47"/>
                <a:gd name="T85" fmla="*/ 51 h 55"/>
                <a:gd name="T86" fmla="*/ 31 w 47"/>
                <a:gd name="T87" fmla="*/ 55 h 55"/>
                <a:gd name="T88" fmla="*/ 31 w 47"/>
                <a:gd name="T89" fmla="*/ 55 h 55"/>
                <a:gd name="T90" fmla="*/ 33 w 47"/>
                <a:gd name="T91" fmla="*/ 51 h 55"/>
                <a:gd name="T92" fmla="*/ 34 w 47"/>
                <a:gd name="T93" fmla="*/ 46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7" h="55">
                  <a:moveTo>
                    <a:pt x="34" y="46"/>
                  </a:moveTo>
                  <a:lnTo>
                    <a:pt x="34" y="46"/>
                  </a:lnTo>
                  <a:lnTo>
                    <a:pt x="34" y="43"/>
                  </a:lnTo>
                  <a:lnTo>
                    <a:pt x="34" y="40"/>
                  </a:lnTo>
                  <a:lnTo>
                    <a:pt x="35" y="37"/>
                  </a:lnTo>
                  <a:lnTo>
                    <a:pt x="38" y="35"/>
                  </a:lnTo>
                  <a:lnTo>
                    <a:pt x="38" y="35"/>
                  </a:lnTo>
                  <a:lnTo>
                    <a:pt x="40" y="34"/>
                  </a:lnTo>
                  <a:lnTo>
                    <a:pt x="42" y="31"/>
                  </a:lnTo>
                  <a:lnTo>
                    <a:pt x="43" y="27"/>
                  </a:lnTo>
                  <a:lnTo>
                    <a:pt x="44" y="25"/>
                  </a:lnTo>
                  <a:lnTo>
                    <a:pt x="44" y="25"/>
                  </a:lnTo>
                  <a:lnTo>
                    <a:pt x="45" y="21"/>
                  </a:lnTo>
                  <a:lnTo>
                    <a:pt x="47" y="16"/>
                  </a:lnTo>
                  <a:lnTo>
                    <a:pt x="45" y="9"/>
                  </a:lnTo>
                  <a:lnTo>
                    <a:pt x="44" y="0"/>
                  </a:lnTo>
                  <a:lnTo>
                    <a:pt x="44" y="0"/>
                  </a:lnTo>
                  <a:lnTo>
                    <a:pt x="39" y="3"/>
                  </a:lnTo>
                  <a:lnTo>
                    <a:pt x="35" y="3"/>
                  </a:lnTo>
                  <a:lnTo>
                    <a:pt x="35" y="3"/>
                  </a:lnTo>
                  <a:lnTo>
                    <a:pt x="29" y="4"/>
                  </a:lnTo>
                  <a:lnTo>
                    <a:pt x="27" y="5"/>
                  </a:lnTo>
                  <a:lnTo>
                    <a:pt x="23" y="9"/>
                  </a:lnTo>
                  <a:lnTo>
                    <a:pt x="23" y="9"/>
                  </a:lnTo>
                  <a:lnTo>
                    <a:pt x="19" y="13"/>
                  </a:lnTo>
                  <a:lnTo>
                    <a:pt x="16" y="14"/>
                  </a:lnTo>
                  <a:lnTo>
                    <a:pt x="16" y="14"/>
                  </a:lnTo>
                  <a:lnTo>
                    <a:pt x="15" y="15"/>
                  </a:lnTo>
                  <a:lnTo>
                    <a:pt x="13" y="16"/>
                  </a:lnTo>
                  <a:lnTo>
                    <a:pt x="10" y="24"/>
                  </a:lnTo>
                  <a:lnTo>
                    <a:pt x="6" y="32"/>
                  </a:lnTo>
                  <a:lnTo>
                    <a:pt x="3" y="40"/>
                  </a:lnTo>
                  <a:lnTo>
                    <a:pt x="3" y="40"/>
                  </a:lnTo>
                  <a:lnTo>
                    <a:pt x="2" y="43"/>
                  </a:lnTo>
                  <a:lnTo>
                    <a:pt x="0" y="46"/>
                  </a:lnTo>
                  <a:lnTo>
                    <a:pt x="0" y="46"/>
                  </a:lnTo>
                  <a:lnTo>
                    <a:pt x="5" y="50"/>
                  </a:lnTo>
                  <a:lnTo>
                    <a:pt x="10" y="50"/>
                  </a:lnTo>
                  <a:lnTo>
                    <a:pt x="10" y="50"/>
                  </a:lnTo>
                  <a:lnTo>
                    <a:pt x="18" y="48"/>
                  </a:lnTo>
                  <a:lnTo>
                    <a:pt x="23" y="48"/>
                  </a:lnTo>
                  <a:lnTo>
                    <a:pt x="27" y="51"/>
                  </a:lnTo>
                  <a:lnTo>
                    <a:pt x="27" y="51"/>
                  </a:lnTo>
                  <a:lnTo>
                    <a:pt x="31" y="55"/>
                  </a:lnTo>
                  <a:lnTo>
                    <a:pt x="31" y="55"/>
                  </a:lnTo>
                  <a:lnTo>
                    <a:pt x="33" y="51"/>
                  </a:lnTo>
                  <a:lnTo>
                    <a:pt x="34" y="46"/>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4" name="Freeform 240"/>
            <p:cNvSpPr>
              <a:spLocks/>
            </p:cNvSpPr>
            <p:nvPr/>
          </p:nvSpPr>
          <p:spPr bwMode="gray">
            <a:xfrm>
              <a:off x="2267594" y="4694399"/>
              <a:ext cx="156660" cy="146834"/>
            </a:xfrm>
            <a:custGeom>
              <a:avLst/>
              <a:gdLst>
                <a:gd name="T0" fmla="*/ 12 w 53"/>
                <a:gd name="T1" fmla="*/ 1 h 49"/>
                <a:gd name="T2" fmla="*/ 12 w 53"/>
                <a:gd name="T3" fmla="*/ 1 h 49"/>
                <a:gd name="T4" fmla="*/ 6 w 53"/>
                <a:gd name="T5" fmla="*/ 2 h 49"/>
                <a:gd name="T6" fmla="*/ 3 w 53"/>
                <a:gd name="T7" fmla="*/ 5 h 49"/>
                <a:gd name="T8" fmla="*/ 0 w 53"/>
                <a:gd name="T9" fmla="*/ 10 h 49"/>
                <a:gd name="T10" fmla="*/ 0 w 53"/>
                <a:gd name="T11" fmla="*/ 14 h 49"/>
                <a:gd name="T12" fmla="*/ 0 w 53"/>
                <a:gd name="T13" fmla="*/ 14 h 49"/>
                <a:gd name="T14" fmla="*/ 3 w 53"/>
                <a:gd name="T15" fmla="*/ 20 h 49"/>
                <a:gd name="T16" fmla="*/ 9 w 53"/>
                <a:gd name="T17" fmla="*/ 28 h 49"/>
                <a:gd name="T18" fmla="*/ 20 w 53"/>
                <a:gd name="T19" fmla="*/ 44 h 49"/>
                <a:gd name="T20" fmla="*/ 20 w 53"/>
                <a:gd name="T21" fmla="*/ 44 h 49"/>
                <a:gd name="T22" fmla="*/ 24 w 53"/>
                <a:gd name="T23" fmla="*/ 46 h 49"/>
                <a:gd name="T24" fmla="*/ 27 w 53"/>
                <a:gd name="T25" fmla="*/ 47 h 49"/>
                <a:gd name="T26" fmla="*/ 27 w 53"/>
                <a:gd name="T27" fmla="*/ 47 h 49"/>
                <a:gd name="T28" fmla="*/ 31 w 53"/>
                <a:gd name="T29" fmla="*/ 49 h 49"/>
                <a:gd name="T30" fmla="*/ 31 w 53"/>
                <a:gd name="T31" fmla="*/ 49 h 49"/>
                <a:gd name="T32" fmla="*/ 38 w 53"/>
                <a:gd name="T33" fmla="*/ 39 h 49"/>
                <a:gd name="T34" fmla="*/ 43 w 53"/>
                <a:gd name="T35" fmla="*/ 32 h 49"/>
                <a:gd name="T36" fmla="*/ 43 w 53"/>
                <a:gd name="T37" fmla="*/ 32 h 49"/>
                <a:gd name="T38" fmla="*/ 51 w 53"/>
                <a:gd name="T39" fmla="*/ 25 h 49"/>
                <a:gd name="T40" fmla="*/ 52 w 53"/>
                <a:gd name="T41" fmla="*/ 20 h 49"/>
                <a:gd name="T42" fmla="*/ 53 w 53"/>
                <a:gd name="T43" fmla="*/ 15 h 49"/>
                <a:gd name="T44" fmla="*/ 53 w 53"/>
                <a:gd name="T45" fmla="*/ 15 h 49"/>
                <a:gd name="T46" fmla="*/ 52 w 53"/>
                <a:gd name="T47" fmla="*/ 7 h 49"/>
                <a:gd name="T48" fmla="*/ 51 w 53"/>
                <a:gd name="T49" fmla="*/ 0 h 49"/>
                <a:gd name="T50" fmla="*/ 51 w 53"/>
                <a:gd name="T51" fmla="*/ 0 h 49"/>
                <a:gd name="T52" fmla="*/ 38 w 53"/>
                <a:gd name="T53" fmla="*/ 2 h 49"/>
                <a:gd name="T54" fmla="*/ 38 w 53"/>
                <a:gd name="T55" fmla="*/ 2 h 49"/>
                <a:gd name="T56" fmla="*/ 12 w 53"/>
                <a:gd name="T57" fmla="*/ 1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3" h="49">
                  <a:moveTo>
                    <a:pt x="12" y="1"/>
                  </a:moveTo>
                  <a:lnTo>
                    <a:pt x="12" y="1"/>
                  </a:lnTo>
                  <a:lnTo>
                    <a:pt x="6" y="2"/>
                  </a:lnTo>
                  <a:lnTo>
                    <a:pt x="3" y="5"/>
                  </a:lnTo>
                  <a:lnTo>
                    <a:pt x="0" y="10"/>
                  </a:lnTo>
                  <a:lnTo>
                    <a:pt x="0" y="14"/>
                  </a:lnTo>
                  <a:lnTo>
                    <a:pt x="0" y="14"/>
                  </a:lnTo>
                  <a:lnTo>
                    <a:pt x="3" y="20"/>
                  </a:lnTo>
                  <a:lnTo>
                    <a:pt x="9" y="28"/>
                  </a:lnTo>
                  <a:lnTo>
                    <a:pt x="20" y="44"/>
                  </a:lnTo>
                  <a:lnTo>
                    <a:pt x="20" y="44"/>
                  </a:lnTo>
                  <a:lnTo>
                    <a:pt x="24" y="46"/>
                  </a:lnTo>
                  <a:lnTo>
                    <a:pt x="27" y="47"/>
                  </a:lnTo>
                  <a:lnTo>
                    <a:pt x="27" y="47"/>
                  </a:lnTo>
                  <a:lnTo>
                    <a:pt x="31" y="49"/>
                  </a:lnTo>
                  <a:lnTo>
                    <a:pt x="31" y="49"/>
                  </a:lnTo>
                  <a:lnTo>
                    <a:pt x="38" y="39"/>
                  </a:lnTo>
                  <a:lnTo>
                    <a:pt x="43" y="32"/>
                  </a:lnTo>
                  <a:lnTo>
                    <a:pt x="43" y="32"/>
                  </a:lnTo>
                  <a:lnTo>
                    <a:pt x="51" y="25"/>
                  </a:lnTo>
                  <a:lnTo>
                    <a:pt x="52" y="20"/>
                  </a:lnTo>
                  <a:lnTo>
                    <a:pt x="53" y="15"/>
                  </a:lnTo>
                  <a:lnTo>
                    <a:pt x="53" y="15"/>
                  </a:lnTo>
                  <a:lnTo>
                    <a:pt x="52" y="7"/>
                  </a:lnTo>
                  <a:lnTo>
                    <a:pt x="51" y="0"/>
                  </a:lnTo>
                  <a:lnTo>
                    <a:pt x="51" y="0"/>
                  </a:lnTo>
                  <a:lnTo>
                    <a:pt x="38" y="2"/>
                  </a:lnTo>
                  <a:lnTo>
                    <a:pt x="38" y="2"/>
                  </a:lnTo>
                  <a:lnTo>
                    <a:pt x="12" y="1"/>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5" name="Freeform 242"/>
            <p:cNvSpPr>
              <a:spLocks/>
            </p:cNvSpPr>
            <p:nvPr/>
          </p:nvSpPr>
          <p:spPr bwMode="gray">
            <a:xfrm>
              <a:off x="2660726" y="4490626"/>
              <a:ext cx="156660" cy="194782"/>
            </a:xfrm>
            <a:custGeom>
              <a:avLst/>
              <a:gdLst>
                <a:gd name="T0" fmla="*/ 49 w 53"/>
                <a:gd name="T1" fmla="*/ 17 h 65"/>
                <a:gd name="T2" fmla="*/ 49 w 53"/>
                <a:gd name="T3" fmla="*/ 17 h 65"/>
                <a:gd name="T4" fmla="*/ 46 w 53"/>
                <a:gd name="T5" fmla="*/ 13 h 65"/>
                <a:gd name="T6" fmla="*/ 38 w 53"/>
                <a:gd name="T7" fmla="*/ 6 h 65"/>
                <a:gd name="T8" fmla="*/ 31 w 53"/>
                <a:gd name="T9" fmla="*/ 3 h 65"/>
                <a:gd name="T10" fmla="*/ 25 w 53"/>
                <a:gd name="T11" fmla="*/ 0 h 65"/>
                <a:gd name="T12" fmla="*/ 25 w 53"/>
                <a:gd name="T13" fmla="*/ 0 h 65"/>
                <a:gd name="T14" fmla="*/ 20 w 53"/>
                <a:gd name="T15" fmla="*/ 1 h 65"/>
                <a:gd name="T16" fmla="*/ 12 w 53"/>
                <a:gd name="T17" fmla="*/ 3 h 65"/>
                <a:gd name="T18" fmla="*/ 6 w 53"/>
                <a:gd name="T19" fmla="*/ 5 h 65"/>
                <a:gd name="T20" fmla="*/ 0 w 53"/>
                <a:gd name="T21" fmla="*/ 10 h 65"/>
                <a:gd name="T22" fmla="*/ 0 w 53"/>
                <a:gd name="T23" fmla="*/ 10 h 65"/>
                <a:gd name="T24" fmla="*/ 9 w 53"/>
                <a:gd name="T25" fmla="*/ 10 h 65"/>
                <a:gd name="T26" fmla="*/ 17 w 53"/>
                <a:gd name="T27" fmla="*/ 11 h 65"/>
                <a:gd name="T28" fmla="*/ 17 w 53"/>
                <a:gd name="T29" fmla="*/ 11 h 65"/>
                <a:gd name="T30" fmla="*/ 19 w 53"/>
                <a:gd name="T31" fmla="*/ 11 h 65"/>
                <a:gd name="T32" fmla="*/ 20 w 53"/>
                <a:gd name="T33" fmla="*/ 13 h 65"/>
                <a:gd name="T34" fmla="*/ 24 w 53"/>
                <a:gd name="T35" fmla="*/ 17 h 65"/>
                <a:gd name="T36" fmla="*/ 26 w 53"/>
                <a:gd name="T37" fmla="*/ 24 h 65"/>
                <a:gd name="T38" fmla="*/ 30 w 53"/>
                <a:gd name="T39" fmla="*/ 27 h 65"/>
                <a:gd name="T40" fmla="*/ 30 w 53"/>
                <a:gd name="T41" fmla="*/ 27 h 65"/>
                <a:gd name="T42" fmla="*/ 33 w 53"/>
                <a:gd name="T43" fmla="*/ 31 h 65"/>
                <a:gd name="T44" fmla="*/ 36 w 53"/>
                <a:gd name="T45" fmla="*/ 35 h 65"/>
                <a:gd name="T46" fmla="*/ 36 w 53"/>
                <a:gd name="T47" fmla="*/ 38 h 65"/>
                <a:gd name="T48" fmla="*/ 36 w 53"/>
                <a:gd name="T49" fmla="*/ 42 h 65"/>
                <a:gd name="T50" fmla="*/ 36 w 53"/>
                <a:gd name="T51" fmla="*/ 42 h 65"/>
                <a:gd name="T52" fmla="*/ 35 w 53"/>
                <a:gd name="T53" fmla="*/ 46 h 65"/>
                <a:gd name="T54" fmla="*/ 36 w 53"/>
                <a:gd name="T55" fmla="*/ 53 h 65"/>
                <a:gd name="T56" fmla="*/ 37 w 53"/>
                <a:gd name="T57" fmla="*/ 61 h 65"/>
                <a:gd name="T58" fmla="*/ 38 w 53"/>
                <a:gd name="T59" fmla="*/ 64 h 65"/>
                <a:gd name="T60" fmla="*/ 38 w 53"/>
                <a:gd name="T61" fmla="*/ 64 h 65"/>
                <a:gd name="T62" fmla="*/ 43 w 53"/>
                <a:gd name="T63" fmla="*/ 65 h 65"/>
                <a:gd name="T64" fmla="*/ 43 w 53"/>
                <a:gd name="T65" fmla="*/ 65 h 65"/>
                <a:gd name="T66" fmla="*/ 46 w 53"/>
                <a:gd name="T67" fmla="*/ 53 h 65"/>
                <a:gd name="T68" fmla="*/ 48 w 53"/>
                <a:gd name="T69" fmla="*/ 47 h 65"/>
                <a:gd name="T70" fmla="*/ 51 w 53"/>
                <a:gd name="T71" fmla="*/ 43 h 65"/>
                <a:gd name="T72" fmla="*/ 51 w 53"/>
                <a:gd name="T73" fmla="*/ 43 h 65"/>
                <a:gd name="T74" fmla="*/ 53 w 53"/>
                <a:gd name="T75" fmla="*/ 38 h 65"/>
                <a:gd name="T76" fmla="*/ 53 w 53"/>
                <a:gd name="T77" fmla="*/ 31 h 65"/>
                <a:gd name="T78" fmla="*/ 52 w 53"/>
                <a:gd name="T79" fmla="*/ 24 h 65"/>
                <a:gd name="T80" fmla="*/ 49 w 53"/>
                <a:gd name="T81" fmla="*/ 17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3" h="65">
                  <a:moveTo>
                    <a:pt x="49" y="17"/>
                  </a:moveTo>
                  <a:lnTo>
                    <a:pt x="49" y="17"/>
                  </a:lnTo>
                  <a:lnTo>
                    <a:pt x="46" y="13"/>
                  </a:lnTo>
                  <a:lnTo>
                    <a:pt x="38" y="6"/>
                  </a:lnTo>
                  <a:lnTo>
                    <a:pt x="31" y="3"/>
                  </a:lnTo>
                  <a:lnTo>
                    <a:pt x="25" y="0"/>
                  </a:lnTo>
                  <a:lnTo>
                    <a:pt x="25" y="0"/>
                  </a:lnTo>
                  <a:lnTo>
                    <a:pt x="20" y="1"/>
                  </a:lnTo>
                  <a:lnTo>
                    <a:pt x="12" y="3"/>
                  </a:lnTo>
                  <a:lnTo>
                    <a:pt x="6" y="5"/>
                  </a:lnTo>
                  <a:lnTo>
                    <a:pt x="0" y="10"/>
                  </a:lnTo>
                  <a:lnTo>
                    <a:pt x="0" y="10"/>
                  </a:lnTo>
                  <a:lnTo>
                    <a:pt x="9" y="10"/>
                  </a:lnTo>
                  <a:lnTo>
                    <a:pt x="17" y="11"/>
                  </a:lnTo>
                  <a:lnTo>
                    <a:pt x="17" y="11"/>
                  </a:lnTo>
                  <a:lnTo>
                    <a:pt x="19" y="11"/>
                  </a:lnTo>
                  <a:lnTo>
                    <a:pt x="20" y="13"/>
                  </a:lnTo>
                  <a:lnTo>
                    <a:pt x="24" y="17"/>
                  </a:lnTo>
                  <a:lnTo>
                    <a:pt x="26" y="24"/>
                  </a:lnTo>
                  <a:lnTo>
                    <a:pt x="30" y="27"/>
                  </a:lnTo>
                  <a:lnTo>
                    <a:pt x="30" y="27"/>
                  </a:lnTo>
                  <a:lnTo>
                    <a:pt x="33" y="31"/>
                  </a:lnTo>
                  <a:lnTo>
                    <a:pt x="36" y="35"/>
                  </a:lnTo>
                  <a:lnTo>
                    <a:pt x="36" y="38"/>
                  </a:lnTo>
                  <a:lnTo>
                    <a:pt x="36" y="42"/>
                  </a:lnTo>
                  <a:lnTo>
                    <a:pt x="36" y="42"/>
                  </a:lnTo>
                  <a:lnTo>
                    <a:pt x="35" y="46"/>
                  </a:lnTo>
                  <a:lnTo>
                    <a:pt x="36" y="53"/>
                  </a:lnTo>
                  <a:lnTo>
                    <a:pt x="37" y="61"/>
                  </a:lnTo>
                  <a:lnTo>
                    <a:pt x="38" y="64"/>
                  </a:lnTo>
                  <a:lnTo>
                    <a:pt x="38" y="64"/>
                  </a:lnTo>
                  <a:lnTo>
                    <a:pt x="43" y="65"/>
                  </a:lnTo>
                  <a:lnTo>
                    <a:pt x="43" y="65"/>
                  </a:lnTo>
                  <a:lnTo>
                    <a:pt x="46" y="53"/>
                  </a:lnTo>
                  <a:lnTo>
                    <a:pt x="48" y="47"/>
                  </a:lnTo>
                  <a:lnTo>
                    <a:pt x="51" y="43"/>
                  </a:lnTo>
                  <a:lnTo>
                    <a:pt x="51" y="43"/>
                  </a:lnTo>
                  <a:lnTo>
                    <a:pt x="53" y="38"/>
                  </a:lnTo>
                  <a:lnTo>
                    <a:pt x="53" y="31"/>
                  </a:lnTo>
                  <a:lnTo>
                    <a:pt x="52" y="24"/>
                  </a:lnTo>
                  <a:lnTo>
                    <a:pt x="49" y="1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6" name="Freeform 244"/>
            <p:cNvSpPr>
              <a:spLocks/>
            </p:cNvSpPr>
            <p:nvPr/>
          </p:nvSpPr>
          <p:spPr bwMode="gray">
            <a:xfrm>
              <a:off x="2527712" y="4235912"/>
              <a:ext cx="727144" cy="500440"/>
            </a:xfrm>
            <a:custGeom>
              <a:avLst/>
              <a:gdLst>
                <a:gd name="T0" fmla="*/ 238 w 246"/>
                <a:gd name="T1" fmla="*/ 102 h 167"/>
                <a:gd name="T2" fmla="*/ 245 w 246"/>
                <a:gd name="T3" fmla="*/ 82 h 167"/>
                <a:gd name="T4" fmla="*/ 242 w 246"/>
                <a:gd name="T5" fmla="*/ 67 h 167"/>
                <a:gd name="T6" fmla="*/ 231 w 246"/>
                <a:gd name="T7" fmla="*/ 58 h 167"/>
                <a:gd name="T8" fmla="*/ 214 w 246"/>
                <a:gd name="T9" fmla="*/ 54 h 167"/>
                <a:gd name="T10" fmla="*/ 188 w 246"/>
                <a:gd name="T11" fmla="*/ 47 h 167"/>
                <a:gd name="T12" fmla="*/ 168 w 246"/>
                <a:gd name="T13" fmla="*/ 27 h 167"/>
                <a:gd name="T14" fmla="*/ 158 w 246"/>
                <a:gd name="T15" fmla="*/ 6 h 167"/>
                <a:gd name="T16" fmla="*/ 153 w 246"/>
                <a:gd name="T17" fmla="*/ 0 h 167"/>
                <a:gd name="T18" fmla="*/ 145 w 246"/>
                <a:gd name="T19" fmla="*/ 5 h 167"/>
                <a:gd name="T20" fmla="*/ 124 w 246"/>
                <a:gd name="T21" fmla="*/ 8 h 167"/>
                <a:gd name="T22" fmla="*/ 110 w 246"/>
                <a:gd name="T23" fmla="*/ 18 h 167"/>
                <a:gd name="T24" fmla="*/ 64 w 246"/>
                <a:gd name="T25" fmla="*/ 24 h 167"/>
                <a:gd name="T26" fmla="*/ 21 w 246"/>
                <a:gd name="T27" fmla="*/ 27 h 167"/>
                <a:gd name="T28" fmla="*/ 22 w 246"/>
                <a:gd name="T29" fmla="*/ 41 h 167"/>
                <a:gd name="T30" fmla="*/ 9 w 246"/>
                <a:gd name="T31" fmla="*/ 59 h 167"/>
                <a:gd name="T32" fmla="*/ 5 w 246"/>
                <a:gd name="T33" fmla="*/ 75 h 167"/>
                <a:gd name="T34" fmla="*/ 1 w 246"/>
                <a:gd name="T35" fmla="*/ 88 h 167"/>
                <a:gd name="T36" fmla="*/ 11 w 246"/>
                <a:gd name="T37" fmla="*/ 96 h 167"/>
                <a:gd name="T38" fmla="*/ 27 w 246"/>
                <a:gd name="T39" fmla="*/ 101 h 167"/>
                <a:gd name="T40" fmla="*/ 44 w 246"/>
                <a:gd name="T41" fmla="*/ 95 h 167"/>
                <a:gd name="T42" fmla="*/ 57 w 246"/>
                <a:gd name="T43" fmla="*/ 88 h 167"/>
                <a:gd name="T44" fmla="*/ 76 w 246"/>
                <a:gd name="T45" fmla="*/ 88 h 167"/>
                <a:gd name="T46" fmla="*/ 94 w 246"/>
                <a:gd name="T47" fmla="*/ 102 h 167"/>
                <a:gd name="T48" fmla="*/ 96 w 246"/>
                <a:gd name="T49" fmla="*/ 128 h 167"/>
                <a:gd name="T50" fmla="*/ 88 w 246"/>
                <a:gd name="T51" fmla="*/ 150 h 167"/>
                <a:gd name="T52" fmla="*/ 93 w 246"/>
                <a:gd name="T53" fmla="*/ 149 h 167"/>
                <a:gd name="T54" fmla="*/ 104 w 246"/>
                <a:gd name="T55" fmla="*/ 144 h 167"/>
                <a:gd name="T56" fmla="*/ 114 w 246"/>
                <a:gd name="T57" fmla="*/ 131 h 167"/>
                <a:gd name="T58" fmla="*/ 120 w 246"/>
                <a:gd name="T59" fmla="*/ 122 h 167"/>
                <a:gd name="T60" fmla="*/ 135 w 246"/>
                <a:gd name="T61" fmla="*/ 123 h 167"/>
                <a:gd name="T62" fmla="*/ 139 w 246"/>
                <a:gd name="T63" fmla="*/ 132 h 167"/>
                <a:gd name="T64" fmla="*/ 157 w 246"/>
                <a:gd name="T65" fmla="*/ 131 h 167"/>
                <a:gd name="T66" fmla="*/ 151 w 246"/>
                <a:gd name="T67" fmla="*/ 137 h 167"/>
                <a:gd name="T68" fmla="*/ 140 w 246"/>
                <a:gd name="T69" fmla="*/ 143 h 167"/>
                <a:gd name="T70" fmla="*/ 144 w 246"/>
                <a:gd name="T71" fmla="*/ 149 h 167"/>
                <a:gd name="T72" fmla="*/ 157 w 246"/>
                <a:gd name="T73" fmla="*/ 165 h 167"/>
                <a:gd name="T74" fmla="*/ 165 w 246"/>
                <a:gd name="T75" fmla="*/ 165 h 167"/>
                <a:gd name="T76" fmla="*/ 179 w 246"/>
                <a:gd name="T77" fmla="*/ 155 h 167"/>
                <a:gd name="T78" fmla="*/ 184 w 246"/>
                <a:gd name="T79" fmla="*/ 158 h 167"/>
                <a:gd name="T80" fmla="*/ 192 w 246"/>
                <a:gd name="T81" fmla="*/ 159 h 167"/>
                <a:gd name="T82" fmla="*/ 195 w 246"/>
                <a:gd name="T83" fmla="*/ 158 h 167"/>
                <a:gd name="T84" fmla="*/ 193 w 246"/>
                <a:gd name="T85" fmla="*/ 149 h 167"/>
                <a:gd name="T86" fmla="*/ 188 w 246"/>
                <a:gd name="T87" fmla="*/ 144 h 167"/>
                <a:gd name="T88" fmla="*/ 177 w 246"/>
                <a:gd name="T89" fmla="*/ 143 h 167"/>
                <a:gd name="T90" fmla="*/ 172 w 246"/>
                <a:gd name="T91" fmla="*/ 136 h 167"/>
                <a:gd name="T92" fmla="*/ 177 w 246"/>
                <a:gd name="T93" fmla="*/ 130 h 167"/>
                <a:gd name="T94" fmla="*/ 193 w 246"/>
                <a:gd name="T95" fmla="*/ 121 h 167"/>
                <a:gd name="T96" fmla="*/ 205 w 246"/>
                <a:gd name="T97" fmla="*/ 118 h 167"/>
                <a:gd name="T98" fmla="*/ 217 w 246"/>
                <a:gd name="T99" fmla="*/ 115 h 167"/>
                <a:gd name="T100" fmla="*/ 226 w 246"/>
                <a:gd name="T101" fmla="*/ 109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46" h="167">
                  <a:moveTo>
                    <a:pt x="227" y="107"/>
                  </a:moveTo>
                  <a:lnTo>
                    <a:pt x="227" y="107"/>
                  </a:lnTo>
                  <a:lnTo>
                    <a:pt x="233" y="106"/>
                  </a:lnTo>
                  <a:lnTo>
                    <a:pt x="238" y="102"/>
                  </a:lnTo>
                  <a:lnTo>
                    <a:pt x="242" y="99"/>
                  </a:lnTo>
                  <a:lnTo>
                    <a:pt x="243" y="94"/>
                  </a:lnTo>
                  <a:lnTo>
                    <a:pt x="243" y="94"/>
                  </a:lnTo>
                  <a:lnTo>
                    <a:pt x="245" y="82"/>
                  </a:lnTo>
                  <a:lnTo>
                    <a:pt x="246" y="75"/>
                  </a:lnTo>
                  <a:lnTo>
                    <a:pt x="245" y="72"/>
                  </a:lnTo>
                  <a:lnTo>
                    <a:pt x="245" y="72"/>
                  </a:lnTo>
                  <a:lnTo>
                    <a:pt x="242" y="67"/>
                  </a:lnTo>
                  <a:lnTo>
                    <a:pt x="240" y="63"/>
                  </a:lnTo>
                  <a:lnTo>
                    <a:pt x="236" y="59"/>
                  </a:lnTo>
                  <a:lnTo>
                    <a:pt x="233" y="58"/>
                  </a:lnTo>
                  <a:lnTo>
                    <a:pt x="231" y="58"/>
                  </a:lnTo>
                  <a:lnTo>
                    <a:pt x="231" y="58"/>
                  </a:lnTo>
                  <a:lnTo>
                    <a:pt x="222" y="57"/>
                  </a:lnTo>
                  <a:lnTo>
                    <a:pt x="214" y="54"/>
                  </a:lnTo>
                  <a:lnTo>
                    <a:pt x="214" y="54"/>
                  </a:lnTo>
                  <a:lnTo>
                    <a:pt x="208" y="52"/>
                  </a:lnTo>
                  <a:lnTo>
                    <a:pt x="199" y="51"/>
                  </a:lnTo>
                  <a:lnTo>
                    <a:pt x="192" y="48"/>
                  </a:lnTo>
                  <a:lnTo>
                    <a:pt x="188" y="47"/>
                  </a:lnTo>
                  <a:lnTo>
                    <a:pt x="187" y="46"/>
                  </a:lnTo>
                  <a:lnTo>
                    <a:pt x="187" y="46"/>
                  </a:lnTo>
                  <a:lnTo>
                    <a:pt x="178" y="36"/>
                  </a:lnTo>
                  <a:lnTo>
                    <a:pt x="168" y="27"/>
                  </a:lnTo>
                  <a:lnTo>
                    <a:pt x="168" y="27"/>
                  </a:lnTo>
                  <a:lnTo>
                    <a:pt x="166" y="24"/>
                  </a:lnTo>
                  <a:lnTo>
                    <a:pt x="163" y="18"/>
                  </a:lnTo>
                  <a:lnTo>
                    <a:pt x="158" y="6"/>
                  </a:lnTo>
                  <a:lnTo>
                    <a:pt x="158" y="6"/>
                  </a:lnTo>
                  <a:lnTo>
                    <a:pt x="157" y="3"/>
                  </a:lnTo>
                  <a:lnTo>
                    <a:pt x="156" y="0"/>
                  </a:lnTo>
                  <a:lnTo>
                    <a:pt x="153" y="0"/>
                  </a:lnTo>
                  <a:lnTo>
                    <a:pt x="151" y="2"/>
                  </a:lnTo>
                  <a:lnTo>
                    <a:pt x="151" y="2"/>
                  </a:lnTo>
                  <a:lnTo>
                    <a:pt x="149" y="4"/>
                  </a:lnTo>
                  <a:lnTo>
                    <a:pt x="145" y="5"/>
                  </a:lnTo>
                  <a:lnTo>
                    <a:pt x="137" y="6"/>
                  </a:lnTo>
                  <a:lnTo>
                    <a:pt x="137" y="6"/>
                  </a:lnTo>
                  <a:lnTo>
                    <a:pt x="129" y="6"/>
                  </a:lnTo>
                  <a:lnTo>
                    <a:pt x="124" y="8"/>
                  </a:lnTo>
                  <a:lnTo>
                    <a:pt x="120" y="10"/>
                  </a:lnTo>
                  <a:lnTo>
                    <a:pt x="120" y="10"/>
                  </a:lnTo>
                  <a:lnTo>
                    <a:pt x="117" y="14"/>
                  </a:lnTo>
                  <a:lnTo>
                    <a:pt x="110" y="18"/>
                  </a:lnTo>
                  <a:lnTo>
                    <a:pt x="104" y="21"/>
                  </a:lnTo>
                  <a:lnTo>
                    <a:pt x="97" y="24"/>
                  </a:lnTo>
                  <a:lnTo>
                    <a:pt x="97" y="24"/>
                  </a:lnTo>
                  <a:lnTo>
                    <a:pt x="64" y="24"/>
                  </a:lnTo>
                  <a:lnTo>
                    <a:pt x="18" y="24"/>
                  </a:lnTo>
                  <a:lnTo>
                    <a:pt x="18" y="24"/>
                  </a:lnTo>
                  <a:lnTo>
                    <a:pt x="21" y="27"/>
                  </a:lnTo>
                  <a:lnTo>
                    <a:pt x="21" y="27"/>
                  </a:lnTo>
                  <a:lnTo>
                    <a:pt x="22" y="31"/>
                  </a:lnTo>
                  <a:lnTo>
                    <a:pt x="22" y="35"/>
                  </a:lnTo>
                  <a:lnTo>
                    <a:pt x="22" y="41"/>
                  </a:lnTo>
                  <a:lnTo>
                    <a:pt x="22" y="41"/>
                  </a:lnTo>
                  <a:lnTo>
                    <a:pt x="22" y="42"/>
                  </a:lnTo>
                  <a:lnTo>
                    <a:pt x="21" y="45"/>
                  </a:lnTo>
                  <a:lnTo>
                    <a:pt x="16" y="52"/>
                  </a:lnTo>
                  <a:lnTo>
                    <a:pt x="9" y="59"/>
                  </a:lnTo>
                  <a:lnTo>
                    <a:pt x="8" y="63"/>
                  </a:lnTo>
                  <a:lnTo>
                    <a:pt x="7" y="67"/>
                  </a:lnTo>
                  <a:lnTo>
                    <a:pt x="7" y="67"/>
                  </a:lnTo>
                  <a:lnTo>
                    <a:pt x="5" y="75"/>
                  </a:lnTo>
                  <a:lnTo>
                    <a:pt x="1" y="82"/>
                  </a:lnTo>
                  <a:lnTo>
                    <a:pt x="1" y="82"/>
                  </a:lnTo>
                  <a:lnTo>
                    <a:pt x="0" y="84"/>
                  </a:lnTo>
                  <a:lnTo>
                    <a:pt x="1" y="88"/>
                  </a:lnTo>
                  <a:lnTo>
                    <a:pt x="7" y="98"/>
                  </a:lnTo>
                  <a:lnTo>
                    <a:pt x="7" y="98"/>
                  </a:lnTo>
                  <a:lnTo>
                    <a:pt x="9" y="96"/>
                  </a:lnTo>
                  <a:lnTo>
                    <a:pt x="11" y="96"/>
                  </a:lnTo>
                  <a:lnTo>
                    <a:pt x="11" y="96"/>
                  </a:lnTo>
                  <a:lnTo>
                    <a:pt x="19" y="100"/>
                  </a:lnTo>
                  <a:lnTo>
                    <a:pt x="27" y="101"/>
                  </a:lnTo>
                  <a:lnTo>
                    <a:pt x="27" y="101"/>
                  </a:lnTo>
                  <a:lnTo>
                    <a:pt x="30" y="100"/>
                  </a:lnTo>
                  <a:lnTo>
                    <a:pt x="37" y="99"/>
                  </a:lnTo>
                  <a:lnTo>
                    <a:pt x="44" y="95"/>
                  </a:lnTo>
                  <a:lnTo>
                    <a:pt x="44" y="95"/>
                  </a:lnTo>
                  <a:lnTo>
                    <a:pt x="45" y="95"/>
                  </a:lnTo>
                  <a:lnTo>
                    <a:pt x="45" y="95"/>
                  </a:lnTo>
                  <a:lnTo>
                    <a:pt x="51" y="90"/>
                  </a:lnTo>
                  <a:lnTo>
                    <a:pt x="57" y="88"/>
                  </a:lnTo>
                  <a:lnTo>
                    <a:pt x="65" y="86"/>
                  </a:lnTo>
                  <a:lnTo>
                    <a:pt x="70" y="85"/>
                  </a:lnTo>
                  <a:lnTo>
                    <a:pt x="70" y="85"/>
                  </a:lnTo>
                  <a:lnTo>
                    <a:pt x="76" y="88"/>
                  </a:lnTo>
                  <a:lnTo>
                    <a:pt x="83" y="91"/>
                  </a:lnTo>
                  <a:lnTo>
                    <a:pt x="91" y="98"/>
                  </a:lnTo>
                  <a:lnTo>
                    <a:pt x="94" y="102"/>
                  </a:lnTo>
                  <a:lnTo>
                    <a:pt x="94" y="102"/>
                  </a:lnTo>
                  <a:lnTo>
                    <a:pt x="97" y="109"/>
                  </a:lnTo>
                  <a:lnTo>
                    <a:pt x="98" y="116"/>
                  </a:lnTo>
                  <a:lnTo>
                    <a:pt x="98" y="123"/>
                  </a:lnTo>
                  <a:lnTo>
                    <a:pt x="96" y="128"/>
                  </a:lnTo>
                  <a:lnTo>
                    <a:pt x="96" y="128"/>
                  </a:lnTo>
                  <a:lnTo>
                    <a:pt x="93" y="132"/>
                  </a:lnTo>
                  <a:lnTo>
                    <a:pt x="91" y="138"/>
                  </a:lnTo>
                  <a:lnTo>
                    <a:pt x="88" y="150"/>
                  </a:lnTo>
                  <a:lnTo>
                    <a:pt x="88" y="150"/>
                  </a:lnTo>
                  <a:lnTo>
                    <a:pt x="91" y="150"/>
                  </a:lnTo>
                  <a:lnTo>
                    <a:pt x="93" y="149"/>
                  </a:lnTo>
                  <a:lnTo>
                    <a:pt x="93" y="149"/>
                  </a:lnTo>
                  <a:lnTo>
                    <a:pt x="98" y="148"/>
                  </a:lnTo>
                  <a:lnTo>
                    <a:pt x="103" y="147"/>
                  </a:lnTo>
                  <a:lnTo>
                    <a:pt x="103" y="147"/>
                  </a:lnTo>
                  <a:lnTo>
                    <a:pt x="104" y="144"/>
                  </a:lnTo>
                  <a:lnTo>
                    <a:pt x="105" y="142"/>
                  </a:lnTo>
                  <a:lnTo>
                    <a:pt x="109" y="137"/>
                  </a:lnTo>
                  <a:lnTo>
                    <a:pt x="109" y="137"/>
                  </a:lnTo>
                  <a:lnTo>
                    <a:pt x="114" y="131"/>
                  </a:lnTo>
                  <a:lnTo>
                    <a:pt x="117" y="125"/>
                  </a:lnTo>
                  <a:lnTo>
                    <a:pt x="117" y="125"/>
                  </a:lnTo>
                  <a:lnTo>
                    <a:pt x="118" y="123"/>
                  </a:lnTo>
                  <a:lnTo>
                    <a:pt x="120" y="122"/>
                  </a:lnTo>
                  <a:lnTo>
                    <a:pt x="125" y="122"/>
                  </a:lnTo>
                  <a:lnTo>
                    <a:pt x="134" y="122"/>
                  </a:lnTo>
                  <a:lnTo>
                    <a:pt x="134" y="122"/>
                  </a:lnTo>
                  <a:lnTo>
                    <a:pt x="135" y="123"/>
                  </a:lnTo>
                  <a:lnTo>
                    <a:pt x="135" y="126"/>
                  </a:lnTo>
                  <a:lnTo>
                    <a:pt x="137" y="131"/>
                  </a:lnTo>
                  <a:lnTo>
                    <a:pt x="137" y="131"/>
                  </a:lnTo>
                  <a:lnTo>
                    <a:pt x="139" y="132"/>
                  </a:lnTo>
                  <a:lnTo>
                    <a:pt x="140" y="132"/>
                  </a:lnTo>
                  <a:lnTo>
                    <a:pt x="146" y="132"/>
                  </a:lnTo>
                  <a:lnTo>
                    <a:pt x="157" y="131"/>
                  </a:lnTo>
                  <a:lnTo>
                    <a:pt x="157" y="131"/>
                  </a:lnTo>
                  <a:lnTo>
                    <a:pt x="158" y="132"/>
                  </a:lnTo>
                  <a:lnTo>
                    <a:pt x="158" y="132"/>
                  </a:lnTo>
                  <a:lnTo>
                    <a:pt x="156" y="134"/>
                  </a:lnTo>
                  <a:lnTo>
                    <a:pt x="151" y="137"/>
                  </a:lnTo>
                  <a:lnTo>
                    <a:pt x="146" y="139"/>
                  </a:lnTo>
                  <a:lnTo>
                    <a:pt x="146" y="139"/>
                  </a:lnTo>
                  <a:lnTo>
                    <a:pt x="142" y="142"/>
                  </a:lnTo>
                  <a:lnTo>
                    <a:pt x="140" y="143"/>
                  </a:lnTo>
                  <a:lnTo>
                    <a:pt x="140" y="146"/>
                  </a:lnTo>
                  <a:lnTo>
                    <a:pt x="141" y="147"/>
                  </a:lnTo>
                  <a:lnTo>
                    <a:pt x="141" y="147"/>
                  </a:lnTo>
                  <a:lnTo>
                    <a:pt x="144" y="149"/>
                  </a:lnTo>
                  <a:lnTo>
                    <a:pt x="147" y="153"/>
                  </a:lnTo>
                  <a:lnTo>
                    <a:pt x="152" y="160"/>
                  </a:lnTo>
                  <a:lnTo>
                    <a:pt x="152" y="160"/>
                  </a:lnTo>
                  <a:lnTo>
                    <a:pt x="157" y="165"/>
                  </a:lnTo>
                  <a:lnTo>
                    <a:pt x="160" y="167"/>
                  </a:lnTo>
                  <a:lnTo>
                    <a:pt x="162" y="167"/>
                  </a:lnTo>
                  <a:lnTo>
                    <a:pt x="162" y="167"/>
                  </a:lnTo>
                  <a:lnTo>
                    <a:pt x="165" y="165"/>
                  </a:lnTo>
                  <a:lnTo>
                    <a:pt x="167" y="164"/>
                  </a:lnTo>
                  <a:lnTo>
                    <a:pt x="171" y="160"/>
                  </a:lnTo>
                  <a:lnTo>
                    <a:pt x="171" y="160"/>
                  </a:lnTo>
                  <a:lnTo>
                    <a:pt x="179" y="155"/>
                  </a:lnTo>
                  <a:lnTo>
                    <a:pt x="179" y="155"/>
                  </a:lnTo>
                  <a:lnTo>
                    <a:pt x="181" y="155"/>
                  </a:lnTo>
                  <a:lnTo>
                    <a:pt x="182" y="157"/>
                  </a:lnTo>
                  <a:lnTo>
                    <a:pt x="184" y="158"/>
                  </a:lnTo>
                  <a:lnTo>
                    <a:pt x="185" y="159"/>
                  </a:lnTo>
                  <a:lnTo>
                    <a:pt x="185" y="159"/>
                  </a:lnTo>
                  <a:lnTo>
                    <a:pt x="189" y="159"/>
                  </a:lnTo>
                  <a:lnTo>
                    <a:pt x="192" y="159"/>
                  </a:lnTo>
                  <a:lnTo>
                    <a:pt x="194" y="160"/>
                  </a:lnTo>
                  <a:lnTo>
                    <a:pt x="194" y="160"/>
                  </a:lnTo>
                  <a:lnTo>
                    <a:pt x="195" y="160"/>
                  </a:lnTo>
                  <a:lnTo>
                    <a:pt x="195" y="158"/>
                  </a:lnTo>
                  <a:lnTo>
                    <a:pt x="193" y="152"/>
                  </a:lnTo>
                  <a:lnTo>
                    <a:pt x="193" y="152"/>
                  </a:lnTo>
                  <a:lnTo>
                    <a:pt x="193" y="150"/>
                  </a:lnTo>
                  <a:lnTo>
                    <a:pt x="193" y="149"/>
                  </a:lnTo>
                  <a:lnTo>
                    <a:pt x="192" y="148"/>
                  </a:lnTo>
                  <a:lnTo>
                    <a:pt x="190" y="147"/>
                  </a:lnTo>
                  <a:lnTo>
                    <a:pt x="190" y="147"/>
                  </a:lnTo>
                  <a:lnTo>
                    <a:pt x="188" y="144"/>
                  </a:lnTo>
                  <a:lnTo>
                    <a:pt x="185" y="144"/>
                  </a:lnTo>
                  <a:lnTo>
                    <a:pt x="179" y="146"/>
                  </a:lnTo>
                  <a:lnTo>
                    <a:pt x="179" y="146"/>
                  </a:lnTo>
                  <a:lnTo>
                    <a:pt x="177" y="143"/>
                  </a:lnTo>
                  <a:lnTo>
                    <a:pt x="176" y="141"/>
                  </a:lnTo>
                  <a:lnTo>
                    <a:pt x="174" y="138"/>
                  </a:lnTo>
                  <a:lnTo>
                    <a:pt x="172" y="136"/>
                  </a:lnTo>
                  <a:lnTo>
                    <a:pt x="172" y="136"/>
                  </a:lnTo>
                  <a:lnTo>
                    <a:pt x="172" y="134"/>
                  </a:lnTo>
                  <a:lnTo>
                    <a:pt x="173" y="133"/>
                  </a:lnTo>
                  <a:lnTo>
                    <a:pt x="177" y="130"/>
                  </a:lnTo>
                  <a:lnTo>
                    <a:pt x="177" y="130"/>
                  </a:lnTo>
                  <a:lnTo>
                    <a:pt x="188" y="122"/>
                  </a:lnTo>
                  <a:lnTo>
                    <a:pt x="188" y="122"/>
                  </a:lnTo>
                  <a:lnTo>
                    <a:pt x="190" y="121"/>
                  </a:lnTo>
                  <a:lnTo>
                    <a:pt x="193" y="121"/>
                  </a:lnTo>
                  <a:lnTo>
                    <a:pt x="199" y="121"/>
                  </a:lnTo>
                  <a:lnTo>
                    <a:pt x="199" y="121"/>
                  </a:lnTo>
                  <a:lnTo>
                    <a:pt x="201" y="120"/>
                  </a:lnTo>
                  <a:lnTo>
                    <a:pt x="205" y="118"/>
                  </a:lnTo>
                  <a:lnTo>
                    <a:pt x="208" y="116"/>
                  </a:lnTo>
                  <a:lnTo>
                    <a:pt x="211" y="115"/>
                  </a:lnTo>
                  <a:lnTo>
                    <a:pt x="211" y="115"/>
                  </a:lnTo>
                  <a:lnTo>
                    <a:pt x="217" y="115"/>
                  </a:lnTo>
                  <a:lnTo>
                    <a:pt x="224" y="112"/>
                  </a:lnTo>
                  <a:lnTo>
                    <a:pt x="224" y="112"/>
                  </a:lnTo>
                  <a:lnTo>
                    <a:pt x="225" y="110"/>
                  </a:lnTo>
                  <a:lnTo>
                    <a:pt x="226" y="109"/>
                  </a:lnTo>
                  <a:lnTo>
                    <a:pt x="227" y="107"/>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sp>
          <p:nvSpPr>
            <p:cNvPr id="107" name="Freeform 266"/>
            <p:cNvSpPr>
              <a:spLocks/>
            </p:cNvSpPr>
            <p:nvPr/>
          </p:nvSpPr>
          <p:spPr bwMode="gray">
            <a:xfrm>
              <a:off x="3757352" y="4835242"/>
              <a:ext cx="549791" cy="389565"/>
            </a:xfrm>
            <a:custGeom>
              <a:avLst/>
              <a:gdLst>
                <a:gd name="T0" fmla="*/ 147 w 186"/>
                <a:gd name="T1" fmla="*/ 122 h 130"/>
                <a:gd name="T2" fmla="*/ 162 w 186"/>
                <a:gd name="T3" fmla="*/ 113 h 130"/>
                <a:gd name="T4" fmla="*/ 166 w 186"/>
                <a:gd name="T5" fmla="*/ 102 h 130"/>
                <a:gd name="T6" fmla="*/ 171 w 186"/>
                <a:gd name="T7" fmla="*/ 97 h 130"/>
                <a:gd name="T8" fmla="*/ 183 w 186"/>
                <a:gd name="T9" fmla="*/ 95 h 130"/>
                <a:gd name="T10" fmla="*/ 186 w 186"/>
                <a:gd name="T11" fmla="*/ 90 h 130"/>
                <a:gd name="T12" fmla="*/ 177 w 186"/>
                <a:gd name="T13" fmla="*/ 80 h 130"/>
                <a:gd name="T14" fmla="*/ 154 w 186"/>
                <a:gd name="T15" fmla="*/ 67 h 130"/>
                <a:gd name="T16" fmla="*/ 136 w 186"/>
                <a:gd name="T17" fmla="*/ 61 h 130"/>
                <a:gd name="T18" fmla="*/ 128 w 186"/>
                <a:gd name="T19" fmla="*/ 47 h 130"/>
                <a:gd name="T20" fmla="*/ 120 w 186"/>
                <a:gd name="T21" fmla="*/ 35 h 130"/>
                <a:gd name="T22" fmla="*/ 109 w 186"/>
                <a:gd name="T23" fmla="*/ 26 h 130"/>
                <a:gd name="T24" fmla="*/ 90 w 186"/>
                <a:gd name="T25" fmla="*/ 1 h 130"/>
                <a:gd name="T26" fmla="*/ 86 w 186"/>
                <a:gd name="T27" fmla="*/ 0 h 130"/>
                <a:gd name="T28" fmla="*/ 76 w 186"/>
                <a:gd name="T29" fmla="*/ 3 h 130"/>
                <a:gd name="T30" fmla="*/ 65 w 186"/>
                <a:gd name="T31" fmla="*/ 17 h 130"/>
                <a:gd name="T32" fmla="*/ 61 w 186"/>
                <a:gd name="T33" fmla="*/ 26 h 130"/>
                <a:gd name="T34" fmla="*/ 58 w 186"/>
                <a:gd name="T35" fmla="*/ 32 h 130"/>
                <a:gd name="T36" fmla="*/ 46 w 186"/>
                <a:gd name="T37" fmla="*/ 29 h 130"/>
                <a:gd name="T38" fmla="*/ 38 w 186"/>
                <a:gd name="T39" fmla="*/ 23 h 130"/>
                <a:gd name="T40" fmla="*/ 23 w 186"/>
                <a:gd name="T41" fmla="*/ 7 h 130"/>
                <a:gd name="T42" fmla="*/ 19 w 186"/>
                <a:gd name="T43" fmla="*/ 10 h 130"/>
                <a:gd name="T44" fmla="*/ 22 w 186"/>
                <a:gd name="T45" fmla="*/ 22 h 130"/>
                <a:gd name="T46" fmla="*/ 26 w 186"/>
                <a:gd name="T47" fmla="*/ 29 h 130"/>
                <a:gd name="T48" fmla="*/ 23 w 186"/>
                <a:gd name="T49" fmla="*/ 35 h 130"/>
                <a:gd name="T50" fmla="*/ 12 w 186"/>
                <a:gd name="T51" fmla="*/ 38 h 130"/>
                <a:gd name="T52" fmla="*/ 7 w 186"/>
                <a:gd name="T53" fmla="*/ 29 h 130"/>
                <a:gd name="T54" fmla="*/ 6 w 186"/>
                <a:gd name="T55" fmla="*/ 31 h 130"/>
                <a:gd name="T56" fmla="*/ 0 w 186"/>
                <a:gd name="T57" fmla="*/ 38 h 130"/>
                <a:gd name="T58" fmla="*/ 1 w 186"/>
                <a:gd name="T59" fmla="*/ 44 h 130"/>
                <a:gd name="T60" fmla="*/ 7 w 186"/>
                <a:gd name="T61" fmla="*/ 53 h 130"/>
                <a:gd name="T62" fmla="*/ 11 w 186"/>
                <a:gd name="T63" fmla="*/ 56 h 130"/>
                <a:gd name="T64" fmla="*/ 14 w 186"/>
                <a:gd name="T65" fmla="*/ 63 h 130"/>
                <a:gd name="T66" fmla="*/ 18 w 186"/>
                <a:gd name="T67" fmla="*/ 70 h 130"/>
                <a:gd name="T68" fmla="*/ 19 w 186"/>
                <a:gd name="T69" fmla="*/ 88 h 130"/>
                <a:gd name="T70" fmla="*/ 21 w 186"/>
                <a:gd name="T71" fmla="*/ 95 h 130"/>
                <a:gd name="T72" fmla="*/ 33 w 186"/>
                <a:gd name="T73" fmla="*/ 87 h 130"/>
                <a:gd name="T74" fmla="*/ 58 w 186"/>
                <a:gd name="T75" fmla="*/ 82 h 130"/>
                <a:gd name="T76" fmla="*/ 66 w 186"/>
                <a:gd name="T77" fmla="*/ 83 h 130"/>
                <a:gd name="T78" fmla="*/ 77 w 186"/>
                <a:gd name="T79" fmla="*/ 88 h 130"/>
                <a:gd name="T80" fmla="*/ 91 w 186"/>
                <a:gd name="T81" fmla="*/ 90 h 130"/>
                <a:gd name="T82" fmla="*/ 94 w 186"/>
                <a:gd name="T83" fmla="*/ 95 h 130"/>
                <a:gd name="T84" fmla="*/ 103 w 186"/>
                <a:gd name="T85" fmla="*/ 104 h 130"/>
                <a:gd name="T86" fmla="*/ 114 w 186"/>
                <a:gd name="T87" fmla="*/ 109 h 130"/>
                <a:gd name="T88" fmla="*/ 117 w 186"/>
                <a:gd name="T89" fmla="*/ 111 h 130"/>
                <a:gd name="T90" fmla="*/ 128 w 186"/>
                <a:gd name="T91" fmla="*/ 128 h 130"/>
                <a:gd name="T92" fmla="*/ 139 w 186"/>
                <a:gd name="T93" fmla="*/ 129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86" h="130">
                  <a:moveTo>
                    <a:pt x="145" y="124"/>
                  </a:moveTo>
                  <a:lnTo>
                    <a:pt x="145" y="124"/>
                  </a:lnTo>
                  <a:lnTo>
                    <a:pt x="147" y="122"/>
                  </a:lnTo>
                  <a:lnTo>
                    <a:pt x="154" y="118"/>
                  </a:lnTo>
                  <a:lnTo>
                    <a:pt x="162" y="113"/>
                  </a:lnTo>
                  <a:lnTo>
                    <a:pt x="162" y="113"/>
                  </a:lnTo>
                  <a:lnTo>
                    <a:pt x="163" y="111"/>
                  </a:lnTo>
                  <a:lnTo>
                    <a:pt x="165" y="106"/>
                  </a:lnTo>
                  <a:lnTo>
                    <a:pt x="166" y="102"/>
                  </a:lnTo>
                  <a:lnTo>
                    <a:pt x="168" y="98"/>
                  </a:lnTo>
                  <a:lnTo>
                    <a:pt x="168" y="98"/>
                  </a:lnTo>
                  <a:lnTo>
                    <a:pt x="171" y="97"/>
                  </a:lnTo>
                  <a:lnTo>
                    <a:pt x="176" y="96"/>
                  </a:lnTo>
                  <a:lnTo>
                    <a:pt x="183" y="95"/>
                  </a:lnTo>
                  <a:lnTo>
                    <a:pt x="183" y="95"/>
                  </a:lnTo>
                  <a:lnTo>
                    <a:pt x="184" y="95"/>
                  </a:lnTo>
                  <a:lnTo>
                    <a:pt x="186" y="93"/>
                  </a:lnTo>
                  <a:lnTo>
                    <a:pt x="186" y="90"/>
                  </a:lnTo>
                  <a:lnTo>
                    <a:pt x="182" y="83"/>
                  </a:lnTo>
                  <a:lnTo>
                    <a:pt x="182" y="83"/>
                  </a:lnTo>
                  <a:lnTo>
                    <a:pt x="177" y="80"/>
                  </a:lnTo>
                  <a:lnTo>
                    <a:pt x="170" y="75"/>
                  </a:lnTo>
                  <a:lnTo>
                    <a:pt x="154" y="67"/>
                  </a:lnTo>
                  <a:lnTo>
                    <a:pt x="154" y="67"/>
                  </a:lnTo>
                  <a:lnTo>
                    <a:pt x="145" y="64"/>
                  </a:lnTo>
                  <a:lnTo>
                    <a:pt x="136" y="61"/>
                  </a:lnTo>
                  <a:lnTo>
                    <a:pt x="136" y="61"/>
                  </a:lnTo>
                  <a:lnTo>
                    <a:pt x="134" y="58"/>
                  </a:lnTo>
                  <a:lnTo>
                    <a:pt x="131" y="53"/>
                  </a:lnTo>
                  <a:lnTo>
                    <a:pt x="128" y="47"/>
                  </a:lnTo>
                  <a:lnTo>
                    <a:pt x="124" y="39"/>
                  </a:lnTo>
                  <a:lnTo>
                    <a:pt x="124" y="39"/>
                  </a:lnTo>
                  <a:lnTo>
                    <a:pt x="120" y="35"/>
                  </a:lnTo>
                  <a:lnTo>
                    <a:pt x="117" y="32"/>
                  </a:lnTo>
                  <a:lnTo>
                    <a:pt x="109" y="26"/>
                  </a:lnTo>
                  <a:lnTo>
                    <a:pt x="109" y="26"/>
                  </a:lnTo>
                  <a:lnTo>
                    <a:pt x="104" y="19"/>
                  </a:lnTo>
                  <a:lnTo>
                    <a:pt x="98" y="12"/>
                  </a:lnTo>
                  <a:lnTo>
                    <a:pt x="90" y="1"/>
                  </a:lnTo>
                  <a:lnTo>
                    <a:pt x="90" y="1"/>
                  </a:lnTo>
                  <a:lnTo>
                    <a:pt x="88" y="0"/>
                  </a:lnTo>
                  <a:lnTo>
                    <a:pt x="86" y="0"/>
                  </a:lnTo>
                  <a:lnTo>
                    <a:pt x="82" y="0"/>
                  </a:lnTo>
                  <a:lnTo>
                    <a:pt x="78" y="2"/>
                  </a:lnTo>
                  <a:lnTo>
                    <a:pt x="76" y="3"/>
                  </a:lnTo>
                  <a:lnTo>
                    <a:pt x="76" y="3"/>
                  </a:lnTo>
                  <a:lnTo>
                    <a:pt x="71" y="10"/>
                  </a:lnTo>
                  <a:lnTo>
                    <a:pt x="65" y="17"/>
                  </a:lnTo>
                  <a:lnTo>
                    <a:pt x="65" y="17"/>
                  </a:lnTo>
                  <a:lnTo>
                    <a:pt x="62" y="21"/>
                  </a:lnTo>
                  <a:lnTo>
                    <a:pt x="61" y="26"/>
                  </a:lnTo>
                  <a:lnTo>
                    <a:pt x="60" y="29"/>
                  </a:lnTo>
                  <a:lnTo>
                    <a:pt x="58" y="32"/>
                  </a:lnTo>
                  <a:lnTo>
                    <a:pt x="58" y="32"/>
                  </a:lnTo>
                  <a:lnTo>
                    <a:pt x="55" y="32"/>
                  </a:lnTo>
                  <a:lnTo>
                    <a:pt x="53" y="32"/>
                  </a:lnTo>
                  <a:lnTo>
                    <a:pt x="46" y="29"/>
                  </a:lnTo>
                  <a:lnTo>
                    <a:pt x="40" y="26"/>
                  </a:lnTo>
                  <a:lnTo>
                    <a:pt x="38" y="23"/>
                  </a:lnTo>
                  <a:lnTo>
                    <a:pt x="38" y="23"/>
                  </a:lnTo>
                  <a:lnTo>
                    <a:pt x="30" y="15"/>
                  </a:lnTo>
                  <a:lnTo>
                    <a:pt x="27" y="10"/>
                  </a:lnTo>
                  <a:lnTo>
                    <a:pt x="23" y="7"/>
                  </a:lnTo>
                  <a:lnTo>
                    <a:pt x="23" y="7"/>
                  </a:lnTo>
                  <a:lnTo>
                    <a:pt x="22" y="8"/>
                  </a:lnTo>
                  <a:lnTo>
                    <a:pt x="19" y="10"/>
                  </a:lnTo>
                  <a:lnTo>
                    <a:pt x="19" y="10"/>
                  </a:lnTo>
                  <a:lnTo>
                    <a:pt x="21" y="16"/>
                  </a:lnTo>
                  <a:lnTo>
                    <a:pt x="22" y="22"/>
                  </a:lnTo>
                  <a:lnTo>
                    <a:pt x="22" y="22"/>
                  </a:lnTo>
                  <a:lnTo>
                    <a:pt x="24" y="26"/>
                  </a:lnTo>
                  <a:lnTo>
                    <a:pt x="26" y="29"/>
                  </a:lnTo>
                  <a:lnTo>
                    <a:pt x="24" y="33"/>
                  </a:lnTo>
                  <a:lnTo>
                    <a:pt x="23" y="35"/>
                  </a:lnTo>
                  <a:lnTo>
                    <a:pt x="23" y="35"/>
                  </a:lnTo>
                  <a:lnTo>
                    <a:pt x="17" y="39"/>
                  </a:lnTo>
                  <a:lnTo>
                    <a:pt x="14" y="39"/>
                  </a:lnTo>
                  <a:lnTo>
                    <a:pt x="12" y="38"/>
                  </a:lnTo>
                  <a:lnTo>
                    <a:pt x="12" y="38"/>
                  </a:lnTo>
                  <a:lnTo>
                    <a:pt x="8" y="32"/>
                  </a:lnTo>
                  <a:lnTo>
                    <a:pt x="7" y="29"/>
                  </a:lnTo>
                  <a:lnTo>
                    <a:pt x="7" y="29"/>
                  </a:lnTo>
                  <a:lnTo>
                    <a:pt x="6" y="31"/>
                  </a:lnTo>
                  <a:lnTo>
                    <a:pt x="6" y="31"/>
                  </a:lnTo>
                  <a:lnTo>
                    <a:pt x="2" y="33"/>
                  </a:lnTo>
                  <a:lnTo>
                    <a:pt x="1" y="34"/>
                  </a:lnTo>
                  <a:lnTo>
                    <a:pt x="0" y="38"/>
                  </a:lnTo>
                  <a:lnTo>
                    <a:pt x="0" y="38"/>
                  </a:lnTo>
                  <a:lnTo>
                    <a:pt x="0" y="40"/>
                  </a:lnTo>
                  <a:lnTo>
                    <a:pt x="1" y="44"/>
                  </a:lnTo>
                  <a:lnTo>
                    <a:pt x="5" y="51"/>
                  </a:lnTo>
                  <a:lnTo>
                    <a:pt x="5" y="51"/>
                  </a:lnTo>
                  <a:lnTo>
                    <a:pt x="7" y="53"/>
                  </a:lnTo>
                  <a:lnTo>
                    <a:pt x="8" y="54"/>
                  </a:lnTo>
                  <a:lnTo>
                    <a:pt x="10" y="54"/>
                  </a:lnTo>
                  <a:lnTo>
                    <a:pt x="11" y="56"/>
                  </a:lnTo>
                  <a:lnTo>
                    <a:pt x="11" y="56"/>
                  </a:lnTo>
                  <a:lnTo>
                    <a:pt x="12" y="60"/>
                  </a:lnTo>
                  <a:lnTo>
                    <a:pt x="14" y="63"/>
                  </a:lnTo>
                  <a:lnTo>
                    <a:pt x="17" y="66"/>
                  </a:lnTo>
                  <a:lnTo>
                    <a:pt x="18" y="70"/>
                  </a:lnTo>
                  <a:lnTo>
                    <a:pt x="18" y="70"/>
                  </a:lnTo>
                  <a:lnTo>
                    <a:pt x="19" y="81"/>
                  </a:lnTo>
                  <a:lnTo>
                    <a:pt x="19" y="86"/>
                  </a:lnTo>
                  <a:lnTo>
                    <a:pt x="19" y="88"/>
                  </a:lnTo>
                  <a:lnTo>
                    <a:pt x="19" y="88"/>
                  </a:lnTo>
                  <a:lnTo>
                    <a:pt x="21" y="90"/>
                  </a:lnTo>
                  <a:lnTo>
                    <a:pt x="21" y="95"/>
                  </a:lnTo>
                  <a:lnTo>
                    <a:pt x="21" y="95"/>
                  </a:lnTo>
                  <a:lnTo>
                    <a:pt x="29" y="90"/>
                  </a:lnTo>
                  <a:lnTo>
                    <a:pt x="33" y="87"/>
                  </a:lnTo>
                  <a:lnTo>
                    <a:pt x="33" y="87"/>
                  </a:lnTo>
                  <a:lnTo>
                    <a:pt x="43" y="85"/>
                  </a:lnTo>
                  <a:lnTo>
                    <a:pt x="58" y="82"/>
                  </a:lnTo>
                  <a:lnTo>
                    <a:pt x="58" y="82"/>
                  </a:lnTo>
                  <a:lnTo>
                    <a:pt x="62" y="82"/>
                  </a:lnTo>
                  <a:lnTo>
                    <a:pt x="66" y="83"/>
                  </a:lnTo>
                  <a:lnTo>
                    <a:pt x="72" y="87"/>
                  </a:lnTo>
                  <a:lnTo>
                    <a:pt x="72" y="87"/>
                  </a:lnTo>
                  <a:lnTo>
                    <a:pt x="77" y="88"/>
                  </a:lnTo>
                  <a:lnTo>
                    <a:pt x="83" y="88"/>
                  </a:lnTo>
                  <a:lnTo>
                    <a:pt x="88" y="88"/>
                  </a:lnTo>
                  <a:lnTo>
                    <a:pt x="91" y="90"/>
                  </a:lnTo>
                  <a:lnTo>
                    <a:pt x="92" y="91"/>
                  </a:lnTo>
                  <a:lnTo>
                    <a:pt x="92" y="91"/>
                  </a:lnTo>
                  <a:lnTo>
                    <a:pt x="94" y="95"/>
                  </a:lnTo>
                  <a:lnTo>
                    <a:pt x="98" y="98"/>
                  </a:lnTo>
                  <a:lnTo>
                    <a:pt x="103" y="104"/>
                  </a:lnTo>
                  <a:lnTo>
                    <a:pt x="103" y="104"/>
                  </a:lnTo>
                  <a:lnTo>
                    <a:pt x="106" y="106"/>
                  </a:lnTo>
                  <a:lnTo>
                    <a:pt x="110" y="107"/>
                  </a:lnTo>
                  <a:lnTo>
                    <a:pt x="114" y="109"/>
                  </a:lnTo>
                  <a:lnTo>
                    <a:pt x="115" y="109"/>
                  </a:lnTo>
                  <a:lnTo>
                    <a:pt x="117" y="111"/>
                  </a:lnTo>
                  <a:lnTo>
                    <a:pt x="117" y="111"/>
                  </a:lnTo>
                  <a:lnTo>
                    <a:pt x="118" y="124"/>
                  </a:lnTo>
                  <a:lnTo>
                    <a:pt x="118" y="124"/>
                  </a:lnTo>
                  <a:lnTo>
                    <a:pt x="128" y="128"/>
                  </a:lnTo>
                  <a:lnTo>
                    <a:pt x="135" y="130"/>
                  </a:lnTo>
                  <a:lnTo>
                    <a:pt x="135" y="130"/>
                  </a:lnTo>
                  <a:lnTo>
                    <a:pt x="139" y="129"/>
                  </a:lnTo>
                  <a:lnTo>
                    <a:pt x="141" y="129"/>
                  </a:lnTo>
                  <a:lnTo>
                    <a:pt x="145" y="124"/>
                  </a:lnTo>
                  <a:close/>
                </a:path>
              </a:pathLst>
            </a:custGeom>
            <a:grpFill/>
            <a:ln w="3175">
              <a:solidFill>
                <a:schemeClr val="bg1"/>
              </a:solidFill>
              <a:round/>
              <a:headEnd/>
              <a:tailEnd/>
            </a:ln>
          </p:spPr>
          <p:txBody>
            <a:bodyPr vert="horz" wrap="none" lIns="0" tIns="0" rIns="0" bIns="0" numCol="1" anchor="t" anchorCtr="0" compatLnSpc="1">
              <a:prstTxWarp prst="textNoShape">
                <a:avLst/>
              </a:prstTxWarp>
            </a:bodyPr>
            <a:lstStyle/>
            <a:p>
              <a:pPr algn="ctr"/>
              <a:endParaRPr lang="en-US" sz="1200"/>
            </a:p>
          </p:txBody>
        </p:sp>
      </p:grpSp>
    </p:spTree>
    <p:extLst>
      <p:ext uri="{BB962C8B-B14F-4D97-AF65-F5344CB8AC3E}">
        <p14:creationId xmlns:p14="http://schemas.microsoft.com/office/powerpoint/2010/main" val="36038668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75778" name="Rectangle 2"/>
          <p:cNvSpPr>
            <a:spLocks noGrp="1" noChangeArrowheads="1"/>
          </p:cNvSpPr>
          <p:nvPr>
            <p:ph type="title"/>
          </p:nvPr>
        </p:nvSpPr>
        <p:spPr bwMode="gray"/>
        <p:txBody>
          <a:bodyPr/>
          <a:lstStyle/>
          <a:p>
            <a:r>
              <a:rPr lang="ja-JP" altLang="en-US" dirty="0"/>
              <a:t>地図</a:t>
            </a:r>
            <a:r>
              <a:rPr lang="nl-NL" altLang="ja-JP" dirty="0"/>
              <a:t> – </a:t>
            </a:r>
            <a:r>
              <a:rPr lang="ja-JP" altLang="en-US" dirty="0"/>
              <a:t>アジア・オセアニア</a:t>
            </a:r>
            <a:r>
              <a:rPr lang="en-US" altLang="ja-JP" dirty="0"/>
              <a:t>1</a:t>
            </a:r>
          </a:p>
        </p:txBody>
      </p:sp>
      <p:grpSp>
        <p:nvGrpSpPr>
          <p:cNvPr id="114" name="グループ化 113"/>
          <p:cNvGrpSpPr>
            <a:grpSpLocks noChangeAspect="1"/>
          </p:cNvGrpSpPr>
          <p:nvPr/>
        </p:nvGrpSpPr>
        <p:grpSpPr bwMode="gray">
          <a:xfrm>
            <a:off x="2677385" y="1475999"/>
            <a:ext cx="4551230" cy="4824000"/>
            <a:chOff x="2927350" y="1557338"/>
            <a:chExt cx="4211638" cy="4464051"/>
          </a:xfrm>
          <a:solidFill>
            <a:srgbClr val="BBBCBC"/>
          </a:solidFill>
        </p:grpSpPr>
        <p:sp>
          <p:nvSpPr>
            <p:cNvPr id="75785" name="Freeform 4"/>
            <p:cNvSpPr>
              <a:spLocks/>
            </p:cNvSpPr>
            <p:nvPr/>
          </p:nvSpPr>
          <p:spPr bwMode="gray">
            <a:xfrm>
              <a:off x="3429000" y="3506788"/>
              <a:ext cx="166688" cy="84138"/>
            </a:xfrm>
            <a:custGeom>
              <a:avLst/>
              <a:gdLst>
                <a:gd name="T0" fmla="*/ 1 w 105"/>
                <a:gd name="T1" fmla="*/ 1 h 53"/>
                <a:gd name="T2" fmla="*/ 5 w 105"/>
                <a:gd name="T3" fmla="*/ 0 h 53"/>
                <a:gd name="T4" fmla="*/ 8 w 105"/>
                <a:gd name="T5" fmla="*/ 1 h 53"/>
                <a:gd name="T6" fmla="*/ 13 w 105"/>
                <a:gd name="T7" fmla="*/ 2 h 53"/>
                <a:gd name="T8" fmla="*/ 17 w 105"/>
                <a:gd name="T9" fmla="*/ 4 h 53"/>
                <a:gd name="T10" fmla="*/ 20 w 105"/>
                <a:gd name="T11" fmla="*/ 5 h 53"/>
                <a:gd name="T12" fmla="*/ 23 w 105"/>
                <a:gd name="T13" fmla="*/ 6 h 53"/>
                <a:gd name="T14" fmla="*/ 27 w 105"/>
                <a:gd name="T15" fmla="*/ 8 h 53"/>
                <a:gd name="T16" fmla="*/ 32 w 105"/>
                <a:gd name="T17" fmla="*/ 8 h 53"/>
                <a:gd name="T18" fmla="*/ 38 w 105"/>
                <a:gd name="T19" fmla="*/ 7 h 53"/>
                <a:gd name="T20" fmla="*/ 43 w 105"/>
                <a:gd name="T21" fmla="*/ 9 h 53"/>
                <a:gd name="T22" fmla="*/ 47 w 105"/>
                <a:gd name="T23" fmla="*/ 10 h 53"/>
                <a:gd name="T24" fmla="*/ 50 w 105"/>
                <a:gd name="T25" fmla="*/ 14 h 53"/>
                <a:gd name="T26" fmla="*/ 56 w 105"/>
                <a:gd name="T27" fmla="*/ 16 h 53"/>
                <a:gd name="T28" fmla="*/ 60 w 105"/>
                <a:gd name="T29" fmla="*/ 18 h 53"/>
                <a:gd name="T30" fmla="*/ 58 w 105"/>
                <a:gd name="T31" fmla="*/ 20 h 53"/>
                <a:gd name="T32" fmla="*/ 62 w 105"/>
                <a:gd name="T33" fmla="*/ 22 h 53"/>
                <a:gd name="T34" fmla="*/ 66 w 105"/>
                <a:gd name="T35" fmla="*/ 21 h 53"/>
                <a:gd name="T36" fmla="*/ 67 w 105"/>
                <a:gd name="T37" fmla="*/ 18 h 53"/>
                <a:gd name="T38" fmla="*/ 71 w 105"/>
                <a:gd name="T39" fmla="*/ 17 h 53"/>
                <a:gd name="T40" fmla="*/ 75 w 105"/>
                <a:gd name="T41" fmla="*/ 19 h 53"/>
                <a:gd name="T42" fmla="*/ 76 w 105"/>
                <a:gd name="T43" fmla="*/ 17 h 53"/>
                <a:gd name="T44" fmla="*/ 79 w 105"/>
                <a:gd name="T45" fmla="*/ 18 h 53"/>
                <a:gd name="T46" fmla="*/ 81 w 105"/>
                <a:gd name="T47" fmla="*/ 19 h 53"/>
                <a:gd name="T48" fmla="*/ 84 w 105"/>
                <a:gd name="T49" fmla="*/ 22 h 53"/>
                <a:gd name="T50" fmla="*/ 89 w 105"/>
                <a:gd name="T51" fmla="*/ 22 h 53"/>
                <a:gd name="T52" fmla="*/ 89 w 105"/>
                <a:gd name="T53" fmla="*/ 25 h 53"/>
                <a:gd name="T54" fmla="*/ 91 w 105"/>
                <a:gd name="T55" fmla="*/ 31 h 53"/>
                <a:gd name="T56" fmla="*/ 95 w 105"/>
                <a:gd name="T57" fmla="*/ 33 h 53"/>
                <a:gd name="T58" fmla="*/ 98 w 105"/>
                <a:gd name="T59" fmla="*/ 34 h 53"/>
                <a:gd name="T60" fmla="*/ 101 w 105"/>
                <a:gd name="T61" fmla="*/ 36 h 53"/>
                <a:gd name="T62" fmla="*/ 98 w 105"/>
                <a:gd name="T63" fmla="*/ 39 h 53"/>
                <a:gd name="T64" fmla="*/ 98 w 105"/>
                <a:gd name="T65" fmla="*/ 42 h 53"/>
                <a:gd name="T66" fmla="*/ 104 w 105"/>
                <a:gd name="T67" fmla="*/ 47 h 53"/>
                <a:gd name="T68" fmla="*/ 104 w 105"/>
                <a:gd name="T69" fmla="*/ 52 h 53"/>
                <a:gd name="T70" fmla="*/ 101 w 105"/>
                <a:gd name="T71" fmla="*/ 53 h 53"/>
                <a:gd name="T72" fmla="*/ 98 w 105"/>
                <a:gd name="T73" fmla="*/ 51 h 53"/>
                <a:gd name="T74" fmla="*/ 95 w 105"/>
                <a:gd name="T75" fmla="*/ 51 h 53"/>
                <a:gd name="T76" fmla="*/ 89 w 105"/>
                <a:gd name="T77" fmla="*/ 47 h 53"/>
                <a:gd name="T78" fmla="*/ 83 w 105"/>
                <a:gd name="T79" fmla="*/ 45 h 53"/>
                <a:gd name="T80" fmla="*/ 79 w 105"/>
                <a:gd name="T81" fmla="*/ 48 h 53"/>
                <a:gd name="T82" fmla="*/ 74 w 105"/>
                <a:gd name="T83" fmla="*/ 49 h 53"/>
                <a:gd name="T84" fmla="*/ 66 w 105"/>
                <a:gd name="T85" fmla="*/ 50 h 53"/>
                <a:gd name="T86" fmla="*/ 60 w 105"/>
                <a:gd name="T87" fmla="*/ 51 h 53"/>
                <a:gd name="T88" fmla="*/ 56 w 105"/>
                <a:gd name="T89" fmla="*/ 52 h 53"/>
                <a:gd name="T90" fmla="*/ 53 w 105"/>
                <a:gd name="T91" fmla="*/ 53 h 53"/>
                <a:gd name="T92" fmla="*/ 41 w 105"/>
                <a:gd name="T93" fmla="*/ 43 h 53"/>
                <a:gd name="T94" fmla="*/ 34 w 105"/>
                <a:gd name="T95" fmla="*/ 47 h 53"/>
                <a:gd name="T96" fmla="*/ 22 w 105"/>
                <a:gd name="T97" fmla="*/ 46 h 53"/>
                <a:gd name="T98" fmla="*/ 24 w 105"/>
                <a:gd name="T99" fmla="*/ 39 h 53"/>
                <a:gd name="T100" fmla="*/ 24 w 105"/>
                <a:gd name="T101" fmla="*/ 31 h 53"/>
                <a:gd name="T102" fmla="*/ 21 w 105"/>
                <a:gd name="T103" fmla="*/ 17 h 53"/>
                <a:gd name="T104" fmla="*/ 14 w 105"/>
                <a:gd name="T105" fmla="*/ 11 h 53"/>
                <a:gd name="T106" fmla="*/ 3 w 105"/>
                <a:gd name="T107" fmla="*/ 7 h 5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05"/>
                <a:gd name="T163" fmla="*/ 0 h 53"/>
                <a:gd name="T164" fmla="*/ 105 w 105"/>
                <a:gd name="T165" fmla="*/ 53 h 5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05" h="53">
                  <a:moveTo>
                    <a:pt x="0" y="4"/>
                  </a:moveTo>
                  <a:lnTo>
                    <a:pt x="1" y="1"/>
                  </a:lnTo>
                  <a:lnTo>
                    <a:pt x="3" y="0"/>
                  </a:lnTo>
                  <a:lnTo>
                    <a:pt x="5" y="0"/>
                  </a:lnTo>
                  <a:lnTo>
                    <a:pt x="5" y="1"/>
                  </a:lnTo>
                  <a:lnTo>
                    <a:pt x="8" y="1"/>
                  </a:lnTo>
                  <a:lnTo>
                    <a:pt x="11" y="1"/>
                  </a:lnTo>
                  <a:lnTo>
                    <a:pt x="13" y="2"/>
                  </a:lnTo>
                  <a:lnTo>
                    <a:pt x="15" y="3"/>
                  </a:lnTo>
                  <a:lnTo>
                    <a:pt x="17" y="4"/>
                  </a:lnTo>
                  <a:lnTo>
                    <a:pt x="18" y="5"/>
                  </a:lnTo>
                  <a:lnTo>
                    <a:pt x="20" y="5"/>
                  </a:lnTo>
                  <a:lnTo>
                    <a:pt x="21" y="5"/>
                  </a:lnTo>
                  <a:lnTo>
                    <a:pt x="23" y="6"/>
                  </a:lnTo>
                  <a:lnTo>
                    <a:pt x="25" y="7"/>
                  </a:lnTo>
                  <a:lnTo>
                    <a:pt x="27" y="8"/>
                  </a:lnTo>
                  <a:lnTo>
                    <a:pt x="30" y="8"/>
                  </a:lnTo>
                  <a:lnTo>
                    <a:pt x="32" y="8"/>
                  </a:lnTo>
                  <a:lnTo>
                    <a:pt x="35" y="7"/>
                  </a:lnTo>
                  <a:lnTo>
                    <a:pt x="38" y="7"/>
                  </a:lnTo>
                  <a:lnTo>
                    <a:pt x="41" y="9"/>
                  </a:lnTo>
                  <a:lnTo>
                    <a:pt x="43" y="9"/>
                  </a:lnTo>
                  <a:lnTo>
                    <a:pt x="45" y="9"/>
                  </a:lnTo>
                  <a:lnTo>
                    <a:pt x="47" y="10"/>
                  </a:lnTo>
                  <a:lnTo>
                    <a:pt x="48" y="12"/>
                  </a:lnTo>
                  <a:lnTo>
                    <a:pt x="50" y="14"/>
                  </a:lnTo>
                  <a:lnTo>
                    <a:pt x="53" y="15"/>
                  </a:lnTo>
                  <a:lnTo>
                    <a:pt x="56" y="16"/>
                  </a:lnTo>
                  <a:lnTo>
                    <a:pt x="58" y="16"/>
                  </a:lnTo>
                  <a:lnTo>
                    <a:pt x="60" y="18"/>
                  </a:lnTo>
                  <a:lnTo>
                    <a:pt x="59" y="19"/>
                  </a:lnTo>
                  <a:lnTo>
                    <a:pt x="58" y="20"/>
                  </a:lnTo>
                  <a:lnTo>
                    <a:pt x="60" y="21"/>
                  </a:lnTo>
                  <a:lnTo>
                    <a:pt x="62" y="22"/>
                  </a:lnTo>
                  <a:lnTo>
                    <a:pt x="64" y="21"/>
                  </a:lnTo>
                  <a:lnTo>
                    <a:pt x="66" y="21"/>
                  </a:lnTo>
                  <a:lnTo>
                    <a:pt x="67" y="19"/>
                  </a:lnTo>
                  <a:lnTo>
                    <a:pt x="67" y="18"/>
                  </a:lnTo>
                  <a:lnTo>
                    <a:pt x="69" y="17"/>
                  </a:lnTo>
                  <a:lnTo>
                    <a:pt x="71" y="17"/>
                  </a:lnTo>
                  <a:lnTo>
                    <a:pt x="73" y="18"/>
                  </a:lnTo>
                  <a:lnTo>
                    <a:pt x="75" y="19"/>
                  </a:lnTo>
                  <a:lnTo>
                    <a:pt x="76" y="18"/>
                  </a:lnTo>
                  <a:lnTo>
                    <a:pt x="76" y="17"/>
                  </a:lnTo>
                  <a:lnTo>
                    <a:pt x="77" y="17"/>
                  </a:lnTo>
                  <a:lnTo>
                    <a:pt x="79" y="18"/>
                  </a:lnTo>
                  <a:lnTo>
                    <a:pt x="80" y="19"/>
                  </a:lnTo>
                  <a:lnTo>
                    <a:pt x="81" y="19"/>
                  </a:lnTo>
                  <a:lnTo>
                    <a:pt x="82" y="20"/>
                  </a:lnTo>
                  <a:lnTo>
                    <a:pt x="84" y="22"/>
                  </a:lnTo>
                  <a:lnTo>
                    <a:pt x="87" y="22"/>
                  </a:lnTo>
                  <a:lnTo>
                    <a:pt x="89" y="22"/>
                  </a:lnTo>
                  <a:lnTo>
                    <a:pt x="90" y="24"/>
                  </a:lnTo>
                  <a:lnTo>
                    <a:pt x="89" y="25"/>
                  </a:lnTo>
                  <a:lnTo>
                    <a:pt x="88" y="28"/>
                  </a:lnTo>
                  <a:lnTo>
                    <a:pt x="91" y="31"/>
                  </a:lnTo>
                  <a:lnTo>
                    <a:pt x="93" y="32"/>
                  </a:lnTo>
                  <a:lnTo>
                    <a:pt x="95" y="33"/>
                  </a:lnTo>
                  <a:lnTo>
                    <a:pt x="96" y="34"/>
                  </a:lnTo>
                  <a:lnTo>
                    <a:pt x="98" y="34"/>
                  </a:lnTo>
                  <a:lnTo>
                    <a:pt x="100" y="34"/>
                  </a:lnTo>
                  <a:lnTo>
                    <a:pt x="101" y="36"/>
                  </a:lnTo>
                  <a:lnTo>
                    <a:pt x="99" y="38"/>
                  </a:lnTo>
                  <a:lnTo>
                    <a:pt x="98" y="39"/>
                  </a:lnTo>
                  <a:lnTo>
                    <a:pt x="97" y="40"/>
                  </a:lnTo>
                  <a:lnTo>
                    <a:pt x="98" y="42"/>
                  </a:lnTo>
                  <a:lnTo>
                    <a:pt x="100" y="45"/>
                  </a:lnTo>
                  <a:lnTo>
                    <a:pt x="104" y="47"/>
                  </a:lnTo>
                  <a:lnTo>
                    <a:pt x="105" y="49"/>
                  </a:lnTo>
                  <a:lnTo>
                    <a:pt x="104" y="52"/>
                  </a:lnTo>
                  <a:lnTo>
                    <a:pt x="103" y="53"/>
                  </a:lnTo>
                  <a:lnTo>
                    <a:pt x="101" y="53"/>
                  </a:lnTo>
                  <a:lnTo>
                    <a:pt x="99" y="51"/>
                  </a:lnTo>
                  <a:lnTo>
                    <a:pt x="98" y="51"/>
                  </a:lnTo>
                  <a:lnTo>
                    <a:pt x="97" y="50"/>
                  </a:lnTo>
                  <a:lnTo>
                    <a:pt x="95" y="51"/>
                  </a:lnTo>
                  <a:lnTo>
                    <a:pt x="90" y="49"/>
                  </a:lnTo>
                  <a:lnTo>
                    <a:pt x="89" y="47"/>
                  </a:lnTo>
                  <a:lnTo>
                    <a:pt x="87" y="46"/>
                  </a:lnTo>
                  <a:lnTo>
                    <a:pt x="83" y="45"/>
                  </a:lnTo>
                  <a:lnTo>
                    <a:pt x="81" y="45"/>
                  </a:lnTo>
                  <a:lnTo>
                    <a:pt x="79" y="48"/>
                  </a:lnTo>
                  <a:lnTo>
                    <a:pt x="77" y="49"/>
                  </a:lnTo>
                  <a:lnTo>
                    <a:pt x="74" y="49"/>
                  </a:lnTo>
                  <a:lnTo>
                    <a:pt x="70" y="50"/>
                  </a:lnTo>
                  <a:lnTo>
                    <a:pt x="66" y="50"/>
                  </a:lnTo>
                  <a:lnTo>
                    <a:pt x="63" y="51"/>
                  </a:lnTo>
                  <a:lnTo>
                    <a:pt x="60" y="51"/>
                  </a:lnTo>
                  <a:lnTo>
                    <a:pt x="58" y="52"/>
                  </a:lnTo>
                  <a:lnTo>
                    <a:pt x="56" y="52"/>
                  </a:lnTo>
                  <a:lnTo>
                    <a:pt x="53" y="53"/>
                  </a:lnTo>
                  <a:lnTo>
                    <a:pt x="43" y="43"/>
                  </a:lnTo>
                  <a:lnTo>
                    <a:pt x="41" y="43"/>
                  </a:lnTo>
                  <a:lnTo>
                    <a:pt x="35" y="46"/>
                  </a:lnTo>
                  <a:lnTo>
                    <a:pt x="34" y="47"/>
                  </a:lnTo>
                  <a:lnTo>
                    <a:pt x="30" y="46"/>
                  </a:lnTo>
                  <a:lnTo>
                    <a:pt x="22" y="46"/>
                  </a:lnTo>
                  <a:lnTo>
                    <a:pt x="22" y="45"/>
                  </a:lnTo>
                  <a:lnTo>
                    <a:pt x="24" y="39"/>
                  </a:lnTo>
                  <a:lnTo>
                    <a:pt x="25" y="38"/>
                  </a:lnTo>
                  <a:lnTo>
                    <a:pt x="24" y="31"/>
                  </a:lnTo>
                  <a:lnTo>
                    <a:pt x="22" y="21"/>
                  </a:lnTo>
                  <a:lnTo>
                    <a:pt x="21" y="17"/>
                  </a:lnTo>
                  <a:lnTo>
                    <a:pt x="16" y="12"/>
                  </a:lnTo>
                  <a:lnTo>
                    <a:pt x="14" y="11"/>
                  </a:lnTo>
                  <a:lnTo>
                    <a:pt x="7" y="9"/>
                  </a:lnTo>
                  <a:lnTo>
                    <a:pt x="3" y="7"/>
                  </a:lnTo>
                  <a:lnTo>
                    <a:pt x="0" y="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86" name="Freeform 5"/>
            <p:cNvSpPr>
              <a:spLocks/>
            </p:cNvSpPr>
            <p:nvPr/>
          </p:nvSpPr>
          <p:spPr bwMode="gray">
            <a:xfrm>
              <a:off x="3429000" y="3506788"/>
              <a:ext cx="166688" cy="84138"/>
            </a:xfrm>
            <a:custGeom>
              <a:avLst/>
              <a:gdLst>
                <a:gd name="T0" fmla="*/ 1 w 105"/>
                <a:gd name="T1" fmla="*/ 1 h 53"/>
                <a:gd name="T2" fmla="*/ 5 w 105"/>
                <a:gd name="T3" fmla="*/ 0 h 53"/>
                <a:gd name="T4" fmla="*/ 8 w 105"/>
                <a:gd name="T5" fmla="*/ 1 h 53"/>
                <a:gd name="T6" fmla="*/ 13 w 105"/>
                <a:gd name="T7" fmla="*/ 2 h 53"/>
                <a:gd name="T8" fmla="*/ 17 w 105"/>
                <a:gd name="T9" fmla="*/ 4 h 53"/>
                <a:gd name="T10" fmla="*/ 20 w 105"/>
                <a:gd name="T11" fmla="*/ 5 h 53"/>
                <a:gd name="T12" fmla="*/ 23 w 105"/>
                <a:gd name="T13" fmla="*/ 6 h 53"/>
                <a:gd name="T14" fmla="*/ 27 w 105"/>
                <a:gd name="T15" fmla="*/ 8 h 53"/>
                <a:gd name="T16" fmla="*/ 32 w 105"/>
                <a:gd name="T17" fmla="*/ 8 h 53"/>
                <a:gd name="T18" fmla="*/ 38 w 105"/>
                <a:gd name="T19" fmla="*/ 7 h 53"/>
                <a:gd name="T20" fmla="*/ 43 w 105"/>
                <a:gd name="T21" fmla="*/ 9 h 53"/>
                <a:gd name="T22" fmla="*/ 47 w 105"/>
                <a:gd name="T23" fmla="*/ 10 h 53"/>
                <a:gd name="T24" fmla="*/ 50 w 105"/>
                <a:gd name="T25" fmla="*/ 14 h 53"/>
                <a:gd name="T26" fmla="*/ 56 w 105"/>
                <a:gd name="T27" fmla="*/ 16 h 53"/>
                <a:gd name="T28" fmla="*/ 60 w 105"/>
                <a:gd name="T29" fmla="*/ 18 h 53"/>
                <a:gd name="T30" fmla="*/ 58 w 105"/>
                <a:gd name="T31" fmla="*/ 20 h 53"/>
                <a:gd name="T32" fmla="*/ 62 w 105"/>
                <a:gd name="T33" fmla="*/ 22 h 53"/>
                <a:gd name="T34" fmla="*/ 66 w 105"/>
                <a:gd name="T35" fmla="*/ 21 h 53"/>
                <a:gd name="T36" fmla="*/ 67 w 105"/>
                <a:gd name="T37" fmla="*/ 18 h 53"/>
                <a:gd name="T38" fmla="*/ 71 w 105"/>
                <a:gd name="T39" fmla="*/ 17 h 53"/>
                <a:gd name="T40" fmla="*/ 75 w 105"/>
                <a:gd name="T41" fmla="*/ 19 h 53"/>
                <a:gd name="T42" fmla="*/ 76 w 105"/>
                <a:gd name="T43" fmla="*/ 17 h 53"/>
                <a:gd name="T44" fmla="*/ 79 w 105"/>
                <a:gd name="T45" fmla="*/ 18 h 53"/>
                <a:gd name="T46" fmla="*/ 81 w 105"/>
                <a:gd name="T47" fmla="*/ 19 h 53"/>
                <a:gd name="T48" fmla="*/ 84 w 105"/>
                <a:gd name="T49" fmla="*/ 22 h 53"/>
                <a:gd name="T50" fmla="*/ 89 w 105"/>
                <a:gd name="T51" fmla="*/ 22 h 53"/>
                <a:gd name="T52" fmla="*/ 89 w 105"/>
                <a:gd name="T53" fmla="*/ 25 h 53"/>
                <a:gd name="T54" fmla="*/ 91 w 105"/>
                <a:gd name="T55" fmla="*/ 31 h 53"/>
                <a:gd name="T56" fmla="*/ 95 w 105"/>
                <a:gd name="T57" fmla="*/ 33 h 53"/>
                <a:gd name="T58" fmla="*/ 98 w 105"/>
                <a:gd name="T59" fmla="*/ 34 h 53"/>
                <a:gd name="T60" fmla="*/ 101 w 105"/>
                <a:gd name="T61" fmla="*/ 36 h 53"/>
                <a:gd name="T62" fmla="*/ 98 w 105"/>
                <a:gd name="T63" fmla="*/ 39 h 53"/>
                <a:gd name="T64" fmla="*/ 98 w 105"/>
                <a:gd name="T65" fmla="*/ 42 h 53"/>
                <a:gd name="T66" fmla="*/ 104 w 105"/>
                <a:gd name="T67" fmla="*/ 47 h 53"/>
                <a:gd name="T68" fmla="*/ 104 w 105"/>
                <a:gd name="T69" fmla="*/ 52 h 53"/>
                <a:gd name="T70" fmla="*/ 101 w 105"/>
                <a:gd name="T71" fmla="*/ 53 h 53"/>
                <a:gd name="T72" fmla="*/ 98 w 105"/>
                <a:gd name="T73" fmla="*/ 51 h 53"/>
                <a:gd name="T74" fmla="*/ 95 w 105"/>
                <a:gd name="T75" fmla="*/ 51 h 53"/>
                <a:gd name="T76" fmla="*/ 89 w 105"/>
                <a:gd name="T77" fmla="*/ 47 h 53"/>
                <a:gd name="T78" fmla="*/ 83 w 105"/>
                <a:gd name="T79" fmla="*/ 45 h 53"/>
                <a:gd name="T80" fmla="*/ 79 w 105"/>
                <a:gd name="T81" fmla="*/ 48 h 53"/>
                <a:gd name="T82" fmla="*/ 74 w 105"/>
                <a:gd name="T83" fmla="*/ 49 h 53"/>
                <a:gd name="T84" fmla="*/ 66 w 105"/>
                <a:gd name="T85" fmla="*/ 50 h 53"/>
                <a:gd name="T86" fmla="*/ 60 w 105"/>
                <a:gd name="T87" fmla="*/ 51 h 53"/>
                <a:gd name="T88" fmla="*/ 56 w 105"/>
                <a:gd name="T89" fmla="*/ 52 h 53"/>
                <a:gd name="T90" fmla="*/ 53 w 105"/>
                <a:gd name="T91" fmla="*/ 53 h 53"/>
                <a:gd name="T92" fmla="*/ 41 w 105"/>
                <a:gd name="T93" fmla="*/ 43 h 53"/>
                <a:gd name="T94" fmla="*/ 34 w 105"/>
                <a:gd name="T95" fmla="*/ 47 h 53"/>
                <a:gd name="T96" fmla="*/ 22 w 105"/>
                <a:gd name="T97" fmla="*/ 46 h 53"/>
                <a:gd name="T98" fmla="*/ 24 w 105"/>
                <a:gd name="T99" fmla="*/ 39 h 53"/>
                <a:gd name="T100" fmla="*/ 24 w 105"/>
                <a:gd name="T101" fmla="*/ 31 h 53"/>
                <a:gd name="T102" fmla="*/ 21 w 105"/>
                <a:gd name="T103" fmla="*/ 17 h 53"/>
                <a:gd name="T104" fmla="*/ 14 w 105"/>
                <a:gd name="T105" fmla="*/ 11 h 53"/>
                <a:gd name="T106" fmla="*/ 3 w 105"/>
                <a:gd name="T107" fmla="*/ 7 h 5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05"/>
                <a:gd name="T163" fmla="*/ 0 h 53"/>
                <a:gd name="T164" fmla="*/ 105 w 105"/>
                <a:gd name="T165" fmla="*/ 53 h 5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05" h="53">
                  <a:moveTo>
                    <a:pt x="0" y="4"/>
                  </a:moveTo>
                  <a:lnTo>
                    <a:pt x="1" y="1"/>
                  </a:lnTo>
                  <a:lnTo>
                    <a:pt x="3" y="0"/>
                  </a:lnTo>
                  <a:lnTo>
                    <a:pt x="5" y="0"/>
                  </a:lnTo>
                  <a:lnTo>
                    <a:pt x="5" y="1"/>
                  </a:lnTo>
                  <a:lnTo>
                    <a:pt x="8" y="1"/>
                  </a:lnTo>
                  <a:lnTo>
                    <a:pt x="11" y="1"/>
                  </a:lnTo>
                  <a:lnTo>
                    <a:pt x="13" y="2"/>
                  </a:lnTo>
                  <a:lnTo>
                    <a:pt x="15" y="3"/>
                  </a:lnTo>
                  <a:lnTo>
                    <a:pt x="17" y="4"/>
                  </a:lnTo>
                  <a:lnTo>
                    <a:pt x="18" y="5"/>
                  </a:lnTo>
                  <a:lnTo>
                    <a:pt x="20" y="5"/>
                  </a:lnTo>
                  <a:lnTo>
                    <a:pt x="21" y="5"/>
                  </a:lnTo>
                  <a:lnTo>
                    <a:pt x="23" y="6"/>
                  </a:lnTo>
                  <a:lnTo>
                    <a:pt x="25" y="7"/>
                  </a:lnTo>
                  <a:lnTo>
                    <a:pt x="27" y="8"/>
                  </a:lnTo>
                  <a:lnTo>
                    <a:pt x="30" y="8"/>
                  </a:lnTo>
                  <a:lnTo>
                    <a:pt x="32" y="8"/>
                  </a:lnTo>
                  <a:lnTo>
                    <a:pt x="35" y="7"/>
                  </a:lnTo>
                  <a:lnTo>
                    <a:pt x="38" y="7"/>
                  </a:lnTo>
                  <a:lnTo>
                    <a:pt x="41" y="9"/>
                  </a:lnTo>
                  <a:lnTo>
                    <a:pt x="43" y="9"/>
                  </a:lnTo>
                  <a:lnTo>
                    <a:pt x="45" y="9"/>
                  </a:lnTo>
                  <a:lnTo>
                    <a:pt x="47" y="10"/>
                  </a:lnTo>
                  <a:lnTo>
                    <a:pt x="48" y="12"/>
                  </a:lnTo>
                  <a:lnTo>
                    <a:pt x="50" y="14"/>
                  </a:lnTo>
                  <a:lnTo>
                    <a:pt x="53" y="15"/>
                  </a:lnTo>
                  <a:lnTo>
                    <a:pt x="56" y="16"/>
                  </a:lnTo>
                  <a:lnTo>
                    <a:pt x="58" y="16"/>
                  </a:lnTo>
                  <a:lnTo>
                    <a:pt x="60" y="18"/>
                  </a:lnTo>
                  <a:lnTo>
                    <a:pt x="59" y="19"/>
                  </a:lnTo>
                  <a:lnTo>
                    <a:pt x="58" y="20"/>
                  </a:lnTo>
                  <a:lnTo>
                    <a:pt x="60" y="21"/>
                  </a:lnTo>
                  <a:lnTo>
                    <a:pt x="62" y="22"/>
                  </a:lnTo>
                  <a:lnTo>
                    <a:pt x="64" y="21"/>
                  </a:lnTo>
                  <a:lnTo>
                    <a:pt x="66" y="21"/>
                  </a:lnTo>
                  <a:lnTo>
                    <a:pt x="67" y="19"/>
                  </a:lnTo>
                  <a:lnTo>
                    <a:pt x="67" y="18"/>
                  </a:lnTo>
                  <a:lnTo>
                    <a:pt x="69" y="17"/>
                  </a:lnTo>
                  <a:lnTo>
                    <a:pt x="71" y="17"/>
                  </a:lnTo>
                  <a:lnTo>
                    <a:pt x="73" y="18"/>
                  </a:lnTo>
                  <a:lnTo>
                    <a:pt x="75" y="19"/>
                  </a:lnTo>
                  <a:lnTo>
                    <a:pt x="76" y="18"/>
                  </a:lnTo>
                  <a:lnTo>
                    <a:pt x="76" y="17"/>
                  </a:lnTo>
                  <a:lnTo>
                    <a:pt x="77" y="17"/>
                  </a:lnTo>
                  <a:lnTo>
                    <a:pt x="79" y="18"/>
                  </a:lnTo>
                  <a:lnTo>
                    <a:pt x="80" y="19"/>
                  </a:lnTo>
                  <a:lnTo>
                    <a:pt x="81" y="19"/>
                  </a:lnTo>
                  <a:lnTo>
                    <a:pt x="82" y="20"/>
                  </a:lnTo>
                  <a:lnTo>
                    <a:pt x="84" y="22"/>
                  </a:lnTo>
                  <a:lnTo>
                    <a:pt x="87" y="22"/>
                  </a:lnTo>
                  <a:lnTo>
                    <a:pt x="89" y="22"/>
                  </a:lnTo>
                  <a:lnTo>
                    <a:pt x="90" y="24"/>
                  </a:lnTo>
                  <a:lnTo>
                    <a:pt x="89" y="25"/>
                  </a:lnTo>
                  <a:lnTo>
                    <a:pt x="88" y="28"/>
                  </a:lnTo>
                  <a:lnTo>
                    <a:pt x="91" y="31"/>
                  </a:lnTo>
                  <a:lnTo>
                    <a:pt x="93" y="32"/>
                  </a:lnTo>
                  <a:lnTo>
                    <a:pt x="95" y="33"/>
                  </a:lnTo>
                  <a:lnTo>
                    <a:pt x="96" y="34"/>
                  </a:lnTo>
                  <a:lnTo>
                    <a:pt x="98" y="34"/>
                  </a:lnTo>
                  <a:lnTo>
                    <a:pt x="100" y="34"/>
                  </a:lnTo>
                  <a:lnTo>
                    <a:pt x="101" y="36"/>
                  </a:lnTo>
                  <a:lnTo>
                    <a:pt x="99" y="38"/>
                  </a:lnTo>
                  <a:lnTo>
                    <a:pt x="98" y="39"/>
                  </a:lnTo>
                  <a:lnTo>
                    <a:pt x="97" y="40"/>
                  </a:lnTo>
                  <a:lnTo>
                    <a:pt x="98" y="42"/>
                  </a:lnTo>
                  <a:lnTo>
                    <a:pt x="100" y="45"/>
                  </a:lnTo>
                  <a:lnTo>
                    <a:pt x="104" y="47"/>
                  </a:lnTo>
                  <a:lnTo>
                    <a:pt x="105" y="49"/>
                  </a:lnTo>
                  <a:lnTo>
                    <a:pt x="104" y="52"/>
                  </a:lnTo>
                  <a:lnTo>
                    <a:pt x="103" y="53"/>
                  </a:lnTo>
                  <a:lnTo>
                    <a:pt x="101" y="53"/>
                  </a:lnTo>
                  <a:lnTo>
                    <a:pt x="99" y="51"/>
                  </a:lnTo>
                  <a:lnTo>
                    <a:pt x="98" y="51"/>
                  </a:lnTo>
                  <a:lnTo>
                    <a:pt x="97" y="50"/>
                  </a:lnTo>
                  <a:lnTo>
                    <a:pt x="95" y="51"/>
                  </a:lnTo>
                  <a:lnTo>
                    <a:pt x="90" y="49"/>
                  </a:lnTo>
                  <a:lnTo>
                    <a:pt x="89" y="47"/>
                  </a:lnTo>
                  <a:lnTo>
                    <a:pt x="87" y="46"/>
                  </a:lnTo>
                  <a:lnTo>
                    <a:pt x="83" y="45"/>
                  </a:lnTo>
                  <a:lnTo>
                    <a:pt x="81" y="45"/>
                  </a:lnTo>
                  <a:lnTo>
                    <a:pt x="79" y="48"/>
                  </a:lnTo>
                  <a:lnTo>
                    <a:pt x="77" y="49"/>
                  </a:lnTo>
                  <a:lnTo>
                    <a:pt x="74" y="49"/>
                  </a:lnTo>
                  <a:lnTo>
                    <a:pt x="70" y="50"/>
                  </a:lnTo>
                  <a:lnTo>
                    <a:pt x="66" y="50"/>
                  </a:lnTo>
                  <a:lnTo>
                    <a:pt x="63" y="51"/>
                  </a:lnTo>
                  <a:lnTo>
                    <a:pt x="60" y="51"/>
                  </a:lnTo>
                  <a:lnTo>
                    <a:pt x="58" y="52"/>
                  </a:lnTo>
                  <a:lnTo>
                    <a:pt x="56" y="52"/>
                  </a:lnTo>
                  <a:lnTo>
                    <a:pt x="53" y="53"/>
                  </a:lnTo>
                  <a:lnTo>
                    <a:pt x="43" y="43"/>
                  </a:lnTo>
                  <a:lnTo>
                    <a:pt x="41" y="43"/>
                  </a:lnTo>
                  <a:lnTo>
                    <a:pt x="35" y="46"/>
                  </a:lnTo>
                  <a:lnTo>
                    <a:pt x="34" y="47"/>
                  </a:lnTo>
                  <a:lnTo>
                    <a:pt x="30" y="46"/>
                  </a:lnTo>
                  <a:lnTo>
                    <a:pt x="22" y="46"/>
                  </a:lnTo>
                  <a:lnTo>
                    <a:pt x="22" y="45"/>
                  </a:lnTo>
                  <a:lnTo>
                    <a:pt x="24" y="39"/>
                  </a:lnTo>
                  <a:lnTo>
                    <a:pt x="25" y="38"/>
                  </a:lnTo>
                  <a:lnTo>
                    <a:pt x="24" y="31"/>
                  </a:lnTo>
                  <a:lnTo>
                    <a:pt x="22" y="21"/>
                  </a:lnTo>
                  <a:lnTo>
                    <a:pt x="21" y="17"/>
                  </a:lnTo>
                  <a:lnTo>
                    <a:pt x="16" y="12"/>
                  </a:lnTo>
                  <a:lnTo>
                    <a:pt x="14" y="11"/>
                  </a:lnTo>
                  <a:lnTo>
                    <a:pt x="7" y="9"/>
                  </a:lnTo>
                  <a:lnTo>
                    <a:pt x="3" y="7"/>
                  </a:lnTo>
                  <a:lnTo>
                    <a:pt x="0" y="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87" name="Freeform 6"/>
            <p:cNvSpPr>
              <a:spLocks/>
            </p:cNvSpPr>
            <p:nvPr/>
          </p:nvSpPr>
          <p:spPr bwMode="gray">
            <a:xfrm>
              <a:off x="3589338" y="3051176"/>
              <a:ext cx="1011238" cy="554038"/>
            </a:xfrm>
            <a:custGeom>
              <a:avLst/>
              <a:gdLst>
                <a:gd name="T0" fmla="*/ 507 w 637"/>
                <a:gd name="T1" fmla="*/ 304 h 349"/>
                <a:gd name="T2" fmla="*/ 459 w 637"/>
                <a:gd name="T3" fmla="*/ 301 h 349"/>
                <a:gd name="T4" fmla="*/ 423 w 637"/>
                <a:gd name="T5" fmla="*/ 300 h 349"/>
                <a:gd name="T6" fmla="*/ 392 w 637"/>
                <a:gd name="T7" fmla="*/ 304 h 349"/>
                <a:gd name="T8" fmla="*/ 374 w 637"/>
                <a:gd name="T9" fmla="*/ 319 h 349"/>
                <a:gd name="T10" fmla="*/ 345 w 637"/>
                <a:gd name="T11" fmla="*/ 343 h 349"/>
                <a:gd name="T12" fmla="*/ 332 w 637"/>
                <a:gd name="T13" fmla="*/ 337 h 349"/>
                <a:gd name="T14" fmla="*/ 307 w 637"/>
                <a:gd name="T15" fmla="*/ 309 h 349"/>
                <a:gd name="T16" fmla="*/ 243 w 637"/>
                <a:gd name="T17" fmla="*/ 289 h 349"/>
                <a:gd name="T18" fmla="*/ 139 w 637"/>
                <a:gd name="T19" fmla="*/ 334 h 349"/>
                <a:gd name="T20" fmla="*/ 97 w 637"/>
                <a:gd name="T21" fmla="*/ 321 h 349"/>
                <a:gd name="T22" fmla="*/ 97 w 637"/>
                <a:gd name="T23" fmla="*/ 309 h 349"/>
                <a:gd name="T24" fmla="*/ 85 w 637"/>
                <a:gd name="T25" fmla="*/ 302 h 349"/>
                <a:gd name="T26" fmla="*/ 73 w 637"/>
                <a:gd name="T27" fmla="*/ 287 h 349"/>
                <a:gd name="T28" fmla="*/ 60 w 637"/>
                <a:gd name="T29" fmla="*/ 264 h 349"/>
                <a:gd name="T30" fmla="*/ 77 w 637"/>
                <a:gd name="T31" fmla="*/ 264 h 349"/>
                <a:gd name="T32" fmla="*/ 77 w 637"/>
                <a:gd name="T33" fmla="*/ 248 h 349"/>
                <a:gd name="T34" fmla="*/ 105 w 637"/>
                <a:gd name="T35" fmla="*/ 249 h 349"/>
                <a:gd name="T36" fmla="*/ 103 w 637"/>
                <a:gd name="T37" fmla="*/ 229 h 349"/>
                <a:gd name="T38" fmla="*/ 101 w 637"/>
                <a:gd name="T39" fmla="*/ 213 h 349"/>
                <a:gd name="T40" fmla="*/ 80 w 637"/>
                <a:gd name="T41" fmla="*/ 210 h 349"/>
                <a:gd name="T42" fmla="*/ 46 w 637"/>
                <a:gd name="T43" fmla="*/ 222 h 349"/>
                <a:gd name="T44" fmla="*/ 40 w 637"/>
                <a:gd name="T45" fmla="*/ 218 h 349"/>
                <a:gd name="T46" fmla="*/ 14 w 637"/>
                <a:gd name="T47" fmla="*/ 191 h 349"/>
                <a:gd name="T48" fmla="*/ 10 w 637"/>
                <a:gd name="T49" fmla="*/ 161 h 349"/>
                <a:gd name="T50" fmla="*/ 22 w 637"/>
                <a:gd name="T51" fmla="*/ 133 h 349"/>
                <a:gd name="T52" fmla="*/ 39 w 637"/>
                <a:gd name="T53" fmla="*/ 124 h 349"/>
                <a:gd name="T54" fmla="*/ 69 w 637"/>
                <a:gd name="T55" fmla="*/ 99 h 349"/>
                <a:gd name="T56" fmla="*/ 96 w 637"/>
                <a:gd name="T57" fmla="*/ 104 h 349"/>
                <a:gd name="T58" fmla="*/ 125 w 637"/>
                <a:gd name="T59" fmla="*/ 125 h 349"/>
                <a:gd name="T60" fmla="*/ 144 w 637"/>
                <a:gd name="T61" fmla="*/ 126 h 349"/>
                <a:gd name="T62" fmla="*/ 176 w 637"/>
                <a:gd name="T63" fmla="*/ 119 h 349"/>
                <a:gd name="T64" fmla="*/ 211 w 637"/>
                <a:gd name="T65" fmla="*/ 123 h 349"/>
                <a:gd name="T66" fmla="*/ 235 w 637"/>
                <a:gd name="T67" fmla="*/ 106 h 349"/>
                <a:gd name="T68" fmla="*/ 212 w 637"/>
                <a:gd name="T69" fmla="*/ 91 h 349"/>
                <a:gd name="T70" fmla="*/ 233 w 637"/>
                <a:gd name="T71" fmla="*/ 64 h 349"/>
                <a:gd name="T72" fmla="*/ 230 w 637"/>
                <a:gd name="T73" fmla="*/ 50 h 349"/>
                <a:gd name="T74" fmla="*/ 263 w 637"/>
                <a:gd name="T75" fmla="*/ 32 h 349"/>
                <a:gd name="T76" fmla="*/ 306 w 637"/>
                <a:gd name="T77" fmla="*/ 21 h 349"/>
                <a:gd name="T78" fmla="*/ 349 w 637"/>
                <a:gd name="T79" fmla="*/ 1 h 349"/>
                <a:gd name="T80" fmla="*/ 383 w 637"/>
                <a:gd name="T81" fmla="*/ 14 h 349"/>
                <a:gd name="T82" fmla="*/ 389 w 637"/>
                <a:gd name="T83" fmla="*/ 35 h 349"/>
                <a:gd name="T84" fmla="*/ 408 w 637"/>
                <a:gd name="T85" fmla="*/ 39 h 349"/>
                <a:gd name="T86" fmla="*/ 424 w 637"/>
                <a:gd name="T87" fmla="*/ 42 h 349"/>
                <a:gd name="T88" fmla="*/ 439 w 637"/>
                <a:gd name="T89" fmla="*/ 48 h 349"/>
                <a:gd name="T90" fmla="*/ 470 w 637"/>
                <a:gd name="T91" fmla="*/ 34 h 349"/>
                <a:gd name="T92" fmla="*/ 525 w 637"/>
                <a:gd name="T93" fmla="*/ 121 h 349"/>
                <a:gd name="T94" fmla="*/ 547 w 637"/>
                <a:gd name="T95" fmla="*/ 120 h 349"/>
                <a:gd name="T96" fmla="*/ 589 w 637"/>
                <a:gd name="T97" fmla="*/ 128 h 349"/>
                <a:gd name="T98" fmla="*/ 628 w 637"/>
                <a:gd name="T99" fmla="*/ 146 h 349"/>
                <a:gd name="T100" fmla="*/ 628 w 637"/>
                <a:gd name="T101" fmla="*/ 165 h 349"/>
                <a:gd name="T102" fmla="*/ 610 w 637"/>
                <a:gd name="T103" fmla="*/ 194 h 349"/>
                <a:gd name="T104" fmla="*/ 580 w 637"/>
                <a:gd name="T105" fmla="*/ 207 h 349"/>
                <a:gd name="T106" fmla="*/ 565 w 637"/>
                <a:gd name="T107" fmla="*/ 248 h 349"/>
                <a:gd name="T108" fmla="*/ 526 w 637"/>
                <a:gd name="T109" fmla="*/ 253 h 349"/>
                <a:gd name="T110" fmla="*/ 531 w 637"/>
                <a:gd name="T111" fmla="*/ 282 h 34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637"/>
                <a:gd name="T169" fmla="*/ 0 h 349"/>
                <a:gd name="T170" fmla="*/ 637 w 637"/>
                <a:gd name="T171" fmla="*/ 349 h 349"/>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637" h="349">
                  <a:moveTo>
                    <a:pt x="526" y="316"/>
                  </a:moveTo>
                  <a:lnTo>
                    <a:pt x="523" y="312"/>
                  </a:lnTo>
                  <a:lnTo>
                    <a:pt x="520" y="311"/>
                  </a:lnTo>
                  <a:lnTo>
                    <a:pt x="515" y="311"/>
                  </a:lnTo>
                  <a:lnTo>
                    <a:pt x="514" y="308"/>
                  </a:lnTo>
                  <a:lnTo>
                    <a:pt x="512" y="307"/>
                  </a:lnTo>
                  <a:lnTo>
                    <a:pt x="511" y="304"/>
                  </a:lnTo>
                  <a:lnTo>
                    <a:pt x="507" y="304"/>
                  </a:lnTo>
                  <a:lnTo>
                    <a:pt x="500" y="302"/>
                  </a:lnTo>
                  <a:lnTo>
                    <a:pt x="495" y="303"/>
                  </a:lnTo>
                  <a:lnTo>
                    <a:pt x="486" y="303"/>
                  </a:lnTo>
                  <a:lnTo>
                    <a:pt x="481" y="302"/>
                  </a:lnTo>
                  <a:lnTo>
                    <a:pt x="476" y="299"/>
                  </a:lnTo>
                  <a:lnTo>
                    <a:pt x="471" y="301"/>
                  </a:lnTo>
                  <a:lnTo>
                    <a:pt x="465" y="301"/>
                  </a:lnTo>
                  <a:lnTo>
                    <a:pt x="459" y="301"/>
                  </a:lnTo>
                  <a:lnTo>
                    <a:pt x="456" y="303"/>
                  </a:lnTo>
                  <a:lnTo>
                    <a:pt x="452" y="303"/>
                  </a:lnTo>
                  <a:lnTo>
                    <a:pt x="446" y="301"/>
                  </a:lnTo>
                  <a:lnTo>
                    <a:pt x="441" y="298"/>
                  </a:lnTo>
                  <a:lnTo>
                    <a:pt x="435" y="296"/>
                  </a:lnTo>
                  <a:lnTo>
                    <a:pt x="432" y="295"/>
                  </a:lnTo>
                  <a:lnTo>
                    <a:pt x="427" y="296"/>
                  </a:lnTo>
                  <a:lnTo>
                    <a:pt x="423" y="300"/>
                  </a:lnTo>
                  <a:lnTo>
                    <a:pt x="421" y="307"/>
                  </a:lnTo>
                  <a:lnTo>
                    <a:pt x="422" y="311"/>
                  </a:lnTo>
                  <a:lnTo>
                    <a:pt x="420" y="310"/>
                  </a:lnTo>
                  <a:lnTo>
                    <a:pt x="414" y="309"/>
                  </a:lnTo>
                  <a:lnTo>
                    <a:pt x="409" y="307"/>
                  </a:lnTo>
                  <a:lnTo>
                    <a:pt x="403" y="304"/>
                  </a:lnTo>
                  <a:lnTo>
                    <a:pt x="396" y="303"/>
                  </a:lnTo>
                  <a:lnTo>
                    <a:pt x="392" y="304"/>
                  </a:lnTo>
                  <a:lnTo>
                    <a:pt x="387" y="305"/>
                  </a:lnTo>
                  <a:lnTo>
                    <a:pt x="384" y="309"/>
                  </a:lnTo>
                  <a:lnTo>
                    <a:pt x="382" y="313"/>
                  </a:lnTo>
                  <a:lnTo>
                    <a:pt x="382" y="316"/>
                  </a:lnTo>
                  <a:lnTo>
                    <a:pt x="380" y="316"/>
                  </a:lnTo>
                  <a:lnTo>
                    <a:pt x="377" y="319"/>
                  </a:lnTo>
                  <a:lnTo>
                    <a:pt x="375" y="318"/>
                  </a:lnTo>
                  <a:lnTo>
                    <a:pt x="374" y="319"/>
                  </a:lnTo>
                  <a:lnTo>
                    <a:pt x="371" y="321"/>
                  </a:lnTo>
                  <a:lnTo>
                    <a:pt x="367" y="326"/>
                  </a:lnTo>
                  <a:lnTo>
                    <a:pt x="362" y="328"/>
                  </a:lnTo>
                  <a:lnTo>
                    <a:pt x="356" y="331"/>
                  </a:lnTo>
                  <a:lnTo>
                    <a:pt x="353" y="333"/>
                  </a:lnTo>
                  <a:lnTo>
                    <a:pt x="352" y="337"/>
                  </a:lnTo>
                  <a:lnTo>
                    <a:pt x="349" y="339"/>
                  </a:lnTo>
                  <a:lnTo>
                    <a:pt x="345" y="343"/>
                  </a:lnTo>
                  <a:lnTo>
                    <a:pt x="346" y="347"/>
                  </a:lnTo>
                  <a:lnTo>
                    <a:pt x="345" y="349"/>
                  </a:lnTo>
                  <a:lnTo>
                    <a:pt x="341" y="349"/>
                  </a:lnTo>
                  <a:lnTo>
                    <a:pt x="338" y="346"/>
                  </a:lnTo>
                  <a:lnTo>
                    <a:pt x="338" y="343"/>
                  </a:lnTo>
                  <a:lnTo>
                    <a:pt x="338" y="340"/>
                  </a:lnTo>
                  <a:lnTo>
                    <a:pt x="335" y="337"/>
                  </a:lnTo>
                  <a:lnTo>
                    <a:pt x="332" y="337"/>
                  </a:lnTo>
                  <a:lnTo>
                    <a:pt x="325" y="338"/>
                  </a:lnTo>
                  <a:lnTo>
                    <a:pt x="320" y="338"/>
                  </a:lnTo>
                  <a:lnTo>
                    <a:pt x="317" y="338"/>
                  </a:lnTo>
                  <a:lnTo>
                    <a:pt x="314" y="328"/>
                  </a:lnTo>
                  <a:lnTo>
                    <a:pt x="313" y="320"/>
                  </a:lnTo>
                  <a:lnTo>
                    <a:pt x="306" y="320"/>
                  </a:lnTo>
                  <a:lnTo>
                    <a:pt x="305" y="313"/>
                  </a:lnTo>
                  <a:lnTo>
                    <a:pt x="307" y="309"/>
                  </a:lnTo>
                  <a:lnTo>
                    <a:pt x="307" y="299"/>
                  </a:lnTo>
                  <a:lnTo>
                    <a:pt x="302" y="303"/>
                  </a:lnTo>
                  <a:lnTo>
                    <a:pt x="298" y="293"/>
                  </a:lnTo>
                  <a:lnTo>
                    <a:pt x="294" y="290"/>
                  </a:lnTo>
                  <a:lnTo>
                    <a:pt x="288" y="284"/>
                  </a:lnTo>
                  <a:lnTo>
                    <a:pt x="281" y="288"/>
                  </a:lnTo>
                  <a:lnTo>
                    <a:pt x="261" y="286"/>
                  </a:lnTo>
                  <a:lnTo>
                    <a:pt x="243" y="289"/>
                  </a:lnTo>
                  <a:lnTo>
                    <a:pt x="229" y="273"/>
                  </a:lnTo>
                  <a:lnTo>
                    <a:pt x="189" y="243"/>
                  </a:lnTo>
                  <a:lnTo>
                    <a:pt x="149" y="256"/>
                  </a:lnTo>
                  <a:lnTo>
                    <a:pt x="149" y="335"/>
                  </a:lnTo>
                  <a:lnTo>
                    <a:pt x="147" y="334"/>
                  </a:lnTo>
                  <a:lnTo>
                    <a:pt x="145" y="335"/>
                  </a:lnTo>
                  <a:lnTo>
                    <a:pt x="142" y="336"/>
                  </a:lnTo>
                  <a:lnTo>
                    <a:pt x="139" y="334"/>
                  </a:lnTo>
                  <a:lnTo>
                    <a:pt x="134" y="327"/>
                  </a:lnTo>
                  <a:lnTo>
                    <a:pt x="132" y="322"/>
                  </a:lnTo>
                  <a:lnTo>
                    <a:pt x="128" y="319"/>
                  </a:lnTo>
                  <a:lnTo>
                    <a:pt x="123" y="315"/>
                  </a:lnTo>
                  <a:lnTo>
                    <a:pt x="120" y="313"/>
                  </a:lnTo>
                  <a:lnTo>
                    <a:pt x="113" y="314"/>
                  </a:lnTo>
                  <a:lnTo>
                    <a:pt x="104" y="317"/>
                  </a:lnTo>
                  <a:lnTo>
                    <a:pt x="97" y="321"/>
                  </a:lnTo>
                  <a:lnTo>
                    <a:pt x="94" y="326"/>
                  </a:lnTo>
                  <a:lnTo>
                    <a:pt x="94" y="322"/>
                  </a:lnTo>
                  <a:lnTo>
                    <a:pt x="94" y="320"/>
                  </a:lnTo>
                  <a:lnTo>
                    <a:pt x="93" y="319"/>
                  </a:lnTo>
                  <a:lnTo>
                    <a:pt x="94" y="317"/>
                  </a:lnTo>
                  <a:lnTo>
                    <a:pt x="95" y="315"/>
                  </a:lnTo>
                  <a:lnTo>
                    <a:pt x="96" y="312"/>
                  </a:lnTo>
                  <a:lnTo>
                    <a:pt x="97" y="309"/>
                  </a:lnTo>
                  <a:lnTo>
                    <a:pt x="98" y="307"/>
                  </a:lnTo>
                  <a:lnTo>
                    <a:pt x="97" y="304"/>
                  </a:lnTo>
                  <a:lnTo>
                    <a:pt x="94" y="303"/>
                  </a:lnTo>
                  <a:lnTo>
                    <a:pt x="91" y="303"/>
                  </a:lnTo>
                  <a:lnTo>
                    <a:pt x="89" y="302"/>
                  </a:lnTo>
                  <a:lnTo>
                    <a:pt x="87" y="303"/>
                  </a:lnTo>
                  <a:lnTo>
                    <a:pt x="86" y="303"/>
                  </a:lnTo>
                  <a:lnTo>
                    <a:pt x="85" y="302"/>
                  </a:lnTo>
                  <a:lnTo>
                    <a:pt x="83" y="298"/>
                  </a:lnTo>
                  <a:lnTo>
                    <a:pt x="81" y="296"/>
                  </a:lnTo>
                  <a:lnTo>
                    <a:pt x="78" y="296"/>
                  </a:lnTo>
                  <a:lnTo>
                    <a:pt x="76" y="296"/>
                  </a:lnTo>
                  <a:lnTo>
                    <a:pt x="76" y="294"/>
                  </a:lnTo>
                  <a:lnTo>
                    <a:pt x="76" y="291"/>
                  </a:lnTo>
                  <a:lnTo>
                    <a:pt x="75" y="288"/>
                  </a:lnTo>
                  <a:lnTo>
                    <a:pt x="73" y="287"/>
                  </a:lnTo>
                  <a:lnTo>
                    <a:pt x="72" y="284"/>
                  </a:lnTo>
                  <a:lnTo>
                    <a:pt x="69" y="276"/>
                  </a:lnTo>
                  <a:lnTo>
                    <a:pt x="69" y="273"/>
                  </a:lnTo>
                  <a:lnTo>
                    <a:pt x="65" y="273"/>
                  </a:lnTo>
                  <a:lnTo>
                    <a:pt x="60" y="272"/>
                  </a:lnTo>
                  <a:lnTo>
                    <a:pt x="59" y="270"/>
                  </a:lnTo>
                  <a:lnTo>
                    <a:pt x="59" y="266"/>
                  </a:lnTo>
                  <a:lnTo>
                    <a:pt x="60" y="264"/>
                  </a:lnTo>
                  <a:lnTo>
                    <a:pt x="62" y="264"/>
                  </a:lnTo>
                  <a:lnTo>
                    <a:pt x="65" y="264"/>
                  </a:lnTo>
                  <a:lnTo>
                    <a:pt x="67" y="264"/>
                  </a:lnTo>
                  <a:lnTo>
                    <a:pt x="71" y="266"/>
                  </a:lnTo>
                  <a:lnTo>
                    <a:pt x="74" y="267"/>
                  </a:lnTo>
                  <a:lnTo>
                    <a:pt x="76" y="267"/>
                  </a:lnTo>
                  <a:lnTo>
                    <a:pt x="78" y="266"/>
                  </a:lnTo>
                  <a:lnTo>
                    <a:pt x="77" y="264"/>
                  </a:lnTo>
                  <a:lnTo>
                    <a:pt x="75" y="263"/>
                  </a:lnTo>
                  <a:lnTo>
                    <a:pt x="72" y="261"/>
                  </a:lnTo>
                  <a:lnTo>
                    <a:pt x="71" y="258"/>
                  </a:lnTo>
                  <a:lnTo>
                    <a:pt x="72" y="255"/>
                  </a:lnTo>
                  <a:lnTo>
                    <a:pt x="74" y="255"/>
                  </a:lnTo>
                  <a:lnTo>
                    <a:pt x="75" y="252"/>
                  </a:lnTo>
                  <a:lnTo>
                    <a:pt x="76" y="249"/>
                  </a:lnTo>
                  <a:lnTo>
                    <a:pt x="77" y="248"/>
                  </a:lnTo>
                  <a:lnTo>
                    <a:pt x="79" y="248"/>
                  </a:lnTo>
                  <a:lnTo>
                    <a:pt x="81" y="247"/>
                  </a:lnTo>
                  <a:lnTo>
                    <a:pt x="83" y="246"/>
                  </a:lnTo>
                  <a:lnTo>
                    <a:pt x="85" y="247"/>
                  </a:lnTo>
                  <a:lnTo>
                    <a:pt x="86" y="247"/>
                  </a:lnTo>
                  <a:lnTo>
                    <a:pt x="94" y="247"/>
                  </a:lnTo>
                  <a:lnTo>
                    <a:pt x="101" y="249"/>
                  </a:lnTo>
                  <a:lnTo>
                    <a:pt x="105" y="249"/>
                  </a:lnTo>
                  <a:lnTo>
                    <a:pt x="104" y="248"/>
                  </a:lnTo>
                  <a:lnTo>
                    <a:pt x="101" y="246"/>
                  </a:lnTo>
                  <a:lnTo>
                    <a:pt x="98" y="245"/>
                  </a:lnTo>
                  <a:lnTo>
                    <a:pt x="98" y="242"/>
                  </a:lnTo>
                  <a:lnTo>
                    <a:pt x="99" y="240"/>
                  </a:lnTo>
                  <a:lnTo>
                    <a:pt x="101" y="238"/>
                  </a:lnTo>
                  <a:lnTo>
                    <a:pt x="103" y="235"/>
                  </a:lnTo>
                  <a:lnTo>
                    <a:pt x="103" y="229"/>
                  </a:lnTo>
                  <a:lnTo>
                    <a:pt x="104" y="227"/>
                  </a:lnTo>
                  <a:lnTo>
                    <a:pt x="103" y="224"/>
                  </a:lnTo>
                  <a:lnTo>
                    <a:pt x="102" y="223"/>
                  </a:lnTo>
                  <a:lnTo>
                    <a:pt x="103" y="221"/>
                  </a:lnTo>
                  <a:lnTo>
                    <a:pt x="105" y="218"/>
                  </a:lnTo>
                  <a:lnTo>
                    <a:pt x="104" y="217"/>
                  </a:lnTo>
                  <a:lnTo>
                    <a:pt x="103" y="214"/>
                  </a:lnTo>
                  <a:lnTo>
                    <a:pt x="101" y="213"/>
                  </a:lnTo>
                  <a:lnTo>
                    <a:pt x="98" y="213"/>
                  </a:lnTo>
                  <a:lnTo>
                    <a:pt x="94" y="212"/>
                  </a:lnTo>
                  <a:lnTo>
                    <a:pt x="92" y="213"/>
                  </a:lnTo>
                  <a:lnTo>
                    <a:pt x="91" y="214"/>
                  </a:lnTo>
                  <a:lnTo>
                    <a:pt x="87" y="215"/>
                  </a:lnTo>
                  <a:lnTo>
                    <a:pt x="84" y="213"/>
                  </a:lnTo>
                  <a:lnTo>
                    <a:pt x="82" y="211"/>
                  </a:lnTo>
                  <a:lnTo>
                    <a:pt x="80" y="210"/>
                  </a:lnTo>
                  <a:lnTo>
                    <a:pt x="75" y="209"/>
                  </a:lnTo>
                  <a:lnTo>
                    <a:pt x="71" y="210"/>
                  </a:lnTo>
                  <a:lnTo>
                    <a:pt x="67" y="213"/>
                  </a:lnTo>
                  <a:lnTo>
                    <a:pt x="63" y="213"/>
                  </a:lnTo>
                  <a:lnTo>
                    <a:pt x="58" y="218"/>
                  </a:lnTo>
                  <a:lnTo>
                    <a:pt x="53" y="221"/>
                  </a:lnTo>
                  <a:lnTo>
                    <a:pt x="49" y="222"/>
                  </a:lnTo>
                  <a:lnTo>
                    <a:pt x="46" y="222"/>
                  </a:lnTo>
                  <a:lnTo>
                    <a:pt x="44" y="224"/>
                  </a:lnTo>
                  <a:lnTo>
                    <a:pt x="43" y="226"/>
                  </a:lnTo>
                  <a:lnTo>
                    <a:pt x="39" y="224"/>
                  </a:lnTo>
                  <a:lnTo>
                    <a:pt x="33" y="220"/>
                  </a:lnTo>
                  <a:lnTo>
                    <a:pt x="32" y="217"/>
                  </a:lnTo>
                  <a:lnTo>
                    <a:pt x="35" y="216"/>
                  </a:lnTo>
                  <a:lnTo>
                    <a:pt x="37" y="217"/>
                  </a:lnTo>
                  <a:lnTo>
                    <a:pt x="40" y="218"/>
                  </a:lnTo>
                  <a:lnTo>
                    <a:pt x="41" y="217"/>
                  </a:lnTo>
                  <a:lnTo>
                    <a:pt x="34" y="205"/>
                  </a:lnTo>
                  <a:lnTo>
                    <a:pt x="32" y="200"/>
                  </a:lnTo>
                  <a:lnTo>
                    <a:pt x="28" y="197"/>
                  </a:lnTo>
                  <a:lnTo>
                    <a:pt x="25" y="193"/>
                  </a:lnTo>
                  <a:lnTo>
                    <a:pt x="21" y="193"/>
                  </a:lnTo>
                  <a:lnTo>
                    <a:pt x="19" y="193"/>
                  </a:lnTo>
                  <a:lnTo>
                    <a:pt x="14" y="191"/>
                  </a:lnTo>
                  <a:lnTo>
                    <a:pt x="14" y="195"/>
                  </a:lnTo>
                  <a:lnTo>
                    <a:pt x="10" y="189"/>
                  </a:lnTo>
                  <a:lnTo>
                    <a:pt x="10" y="186"/>
                  </a:lnTo>
                  <a:lnTo>
                    <a:pt x="10" y="182"/>
                  </a:lnTo>
                  <a:lnTo>
                    <a:pt x="0" y="178"/>
                  </a:lnTo>
                  <a:lnTo>
                    <a:pt x="5" y="166"/>
                  </a:lnTo>
                  <a:lnTo>
                    <a:pt x="8" y="163"/>
                  </a:lnTo>
                  <a:lnTo>
                    <a:pt x="10" y="161"/>
                  </a:lnTo>
                  <a:lnTo>
                    <a:pt x="8" y="158"/>
                  </a:lnTo>
                  <a:lnTo>
                    <a:pt x="5" y="156"/>
                  </a:lnTo>
                  <a:lnTo>
                    <a:pt x="7" y="142"/>
                  </a:lnTo>
                  <a:lnTo>
                    <a:pt x="12" y="140"/>
                  </a:lnTo>
                  <a:lnTo>
                    <a:pt x="15" y="134"/>
                  </a:lnTo>
                  <a:lnTo>
                    <a:pt x="16" y="131"/>
                  </a:lnTo>
                  <a:lnTo>
                    <a:pt x="19" y="130"/>
                  </a:lnTo>
                  <a:lnTo>
                    <a:pt x="22" y="133"/>
                  </a:lnTo>
                  <a:lnTo>
                    <a:pt x="26" y="139"/>
                  </a:lnTo>
                  <a:lnTo>
                    <a:pt x="29" y="143"/>
                  </a:lnTo>
                  <a:lnTo>
                    <a:pt x="34" y="143"/>
                  </a:lnTo>
                  <a:lnTo>
                    <a:pt x="37" y="141"/>
                  </a:lnTo>
                  <a:lnTo>
                    <a:pt x="37" y="136"/>
                  </a:lnTo>
                  <a:lnTo>
                    <a:pt x="36" y="131"/>
                  </a:lnTo>
                  <a:lnTo>
                    <a:pt x="36" y="126"/>
                  </a:lnTo>
                  <a:lnTo>
                    <a:pt x="39" y="124"/>
                  </a:lnTo>
                  <a:lnTo>
                    <a:pt x="45" y="120"/>
                  </a:lnTo>
                  <a:lnTo>
                    <a:pt x="46" y="117"/>
                  </a:lnTo>
                  <a:lnTo>
                    <a:pt x="48" y="113"/>
                  </a:lnTo>
                  <a:lnTo>
                    <a:pt x="52" y="111"/>
                  </a:lnTo>
                  <a:lnTo>
                    <a:pt x="56" y="111"/>
                  </a:lnTo>
                  <a:lnTo>
                    <a:pt x="61" y="107"/>
                  </a:lnTo>
                  <a:lnTo>
                    <a:pt x="65" y="103"/>
                  </a:lnTo>
                  <a:lnTo>
                    <a:pt x="69" y="99"/>
                  </a:lnTo>
                  <a:lnTo>
                    <a:pt x="73" y="100"/>
                  </a:lnTo>
                  <a:lnTo>
                    <a:pt x="77" y="100"/>
                  </a:lnTo>
                  <a:lnTo>
                    <a:pt x="79" y="103"/>
                  </a:lnTo>
                  <a:lnTo>
                    <a:pt x="84" y="102"/>
                  </a:lnTo>
                  <a:lnTo>
                    <a:pt x="86" y="100"/>
                  </a:lnTo>
                  <a:lnTo>
                    <a:pt x="90" y="97"/>
                  </a:lnTo>
                  <a:lnTo>
                    <a:pt x="93" y="98"/>
                  </a:lnTo>
                  <a:lnTo>
                    <a:pt x="96" y="104"/>
                  </a:lnTo>
                  <a:lnTo>
                    <a:pt x="101" y="104"/>
                  </a:lnTo>
                  <a:lnTo>
                    <a:pt x="105" y="104"/>
                  </a:lnTo>
                  <a:lnTo>
                    <a:pt x="112" y="106"/>
                  </a:lnTo>
                  <a:lnTo>
                    <a:pt x="112" y="109"/>
                  </a:lnTo>
                  <a:lnTo>
                    <a:pt x="117" y="111"/>
                  </a:lnTo>
                  <a:lnTo>
                    <a:pt x="122" y="115"/>
                  </a:lnTo>
                  <a:lnTo>
                    <a:pt x="125" y="119"/>
                  </a:lnTo>
                  <a:lnTo>
                    <a:pt x="125" y="125"/>
                  </a:lnTo>
                  <a:lnTo>
                    <a:pt x="127" y="126"/>
                  </a:lnTo>
                  <a:lnTo>
                    <a:pt x="129" y="123"/>
                  </a:lnTo>
                  <a:lnTo>
                    <a:pt x="128" y="118"/>
                  </a:lnTo>
                  <a:lnTo>
                    <a:pt x="127" y="115"/>
                  </a:lnTo>
                  <a:lnTo>
                    <a:pt x="132" y="116"/>
                  </a:lnTo>
                  <a:lnTo>
                    <a:pt x="136" y="122"/>
                  </a:lnTo>
                  <a:lnTo>
                    <a:pt x="141" y="124"/>
                  </a:lnTo>
                  <a:lnTo>
                    <a:pt x="144" y="126"/>
                  </a:lnTo>
                  <a:lnTo>
                    <a:pt x="149" y="124"/>
                  </a:lnTo>
                  <a:lnTo>
                    <a:pt x="151" y="122"/>
                  </a:lnTo>
                  <a:lnTo>
                    <a:pt x="153" y="118"/>
                  </a:lnTo>
                  <a:lnTo>
                    <a:pt x="157" y="113"/>
                  </a:lnTo>
                  <a:lnTo>
                    <a:pt x="163" y="114"/>
                  </a:lnTo>
                  <a:lnTo>
                    <a:pt x="167" y="115"/>
                  </a:lnTo>
                  <a:lnTo>
                    <a:pt x="172" y="119"/>
                  </a:lnTo>
                  <a:lnTo>
                    <a:pt x="176" y="119"/>
                  </a:lnTo>
                  <a:lnTo>
                    <a:pt x="177" y="114"/>
                  </a:lnTo>
                  <a:lnTo>
                    <a:pt x="185" y="113"/>
                  </a:lnTo>
                  <a:lnTo>
                    <a:pt x="190" y="114"/>
                  </a:lnTo>
                  <a:lnTo>
                    <a:pt x="192" y="120"/>
                  </a:lnTo>
                  <a:lnTo>
                    <a:pt x="198" y="123"/>
                  </a:lnTo>
                  <a:lnTo>
                    <a:pt x="204" y="125"/>
                  </a:lnTo>
                  <a:lnTo>
                    <a:pt x="207" y="127"/>
                  </a:lnTo>
                  <a:lnTo>
                    <a:pt x="211" y="123"/>
                  </a:lnTo>
                  <a:lnTo>
                    <a:pt x="212" y="120"/>
                  </a:lnTo>
                  <a:lnTo>
                    <a:pt x="214" y="120"/>
                  </a:lnTo>
                  <a:lnTo>
                    <a:pt x="217" y="123"/>
                  </a:lnTo>
                  <a:lnTo>
                    <a:pt x="223" y="124"/>
                  </a:lnTo>
                  <a:lnTo>
                    <a:pt x="234" y="119"/>
                  </a:lnTo>
                  <a:lnTo>
                    <a:pt x="235" y="116"/>
                  </a:lnTo>
                  <a:lnTo>
                    <a:pt x="236" y="108"/>
                  </a:lnTo>
                  <a:lnTo>
                    <a:pt x="235" y="106"/>
                  </a:lnTo>
                  <a:lnTo>
                    <a:pt x="226" y="104"/>
                  </a:lnTo>
                  <a:lnTo>
                    <a:pt x="224" y="100"/>
                  </a:lnTo>
                  <a:lnTo>
                    <a:pt x="220" y="99"/>
                  </a:lnTo>
                  <a:lnTo>
                    <a:pt x="217" y="98"/>
                  </a:lnTo>
                  <a:lnTo>
                    <a:pt x="218" y="96"/>
                  </a:lnTo>
                  <a:lnTo>
                    <a:pt x="215" y="94"/>
                  </a:lnTo>
                  <a:lnTo>
                    <a:pt x="213" y="94"/>
                  </a:lnTo>
                  <a:lnTo>
                    <a:pt x="212" y="91"/>
                  </a:lnTo>
                  <a:lnTo>
                    <a:pt x="215" y="90"/>
                  </a:lnTo>
                  <a:lnTo>
                    <a:pt x="221" y="86"/>
                  </a:lnTo>
                  <a:lnTo>
                    <a:pt x="225" y="84"/>
                  </a:lnTo>
                  <a:lnTo>
                    <a:pt x="227" y="81"/>
                  </a:lnTo>
                  <a:lnTo>
                    <a:pt x="224" y="76"/>
                  </a:lnTo>
                  <a:lnTo>
                    <a:pt x="223" y="73"/>
                  </a:lnTo>
                  <a:lnTo>
                    <a:pt x="228" y="66"/>
                  </a:lnTo>
                  <a:lnTo>
                    <a:pt x="233" y="64"/>
                  </a:lnTo>
                  <a:lnTo>
                    <a:pt x="240" y="66"/>
                  </a:lnTo>
                  <a:lnTo>
                    <a:pt x="244" y="65"/>
                  </a:lnTo>
                  <a:lnTo>
                    <a:pt x="245" y="62"/>
                  </a:lnTo>
                  <a:lnTo>
                    <a:pt x="238" y="59"/>
                  </a:lnTo>
                  <a:lnTo>
                    <a:pt x="230" y="58"/>
                  </a:lnTo>
                  <a:lnTo>
                    <a:pt x="230" y="54"/>
                  </a:lnTo>
                  <a:lnTo>
                    <a:pt x="233" y="53"/>
                  </a:lnTo>
                  <a:lnTo>
                    <a:pt x="230" y="50"/>
                  </a:lnTo>
                  <a:lnTo>
                    <a:pt x="230" y="45"/>
                  </a:lnTo>
                  <a:lnTo>
                    <a:pt x="231" y="39"/>
                  </a:lnTo>
                  <a:lnTo>
                    <a:pt x="234" y="38"/>
                  </a:lnTo>
                  <a:lnTo>
                    <a:pt x="241" y="40"/>
                  </a:lnTo>
                  <a:lnTo>
                    <a:pt x="245" y="40"/>
                  </a:lnTo>
                  <a:lnTo>
                    <a:pt x="250" y="40"/>
                  </a:lnTo>
                  <a:lnTo>
                    <a:pt x="253" y="37"/>
                  </a:lnTo>
                  <a:lnTo>
                    <a:pt x="263" y="32"/>
                  </a:lnTo>
                  <a:lnTo>
                    <a:pt x="269" y="32"/>
                  </a:lnTo>
                  <a:lnTo>
                    <a:pt x="275" y="31"/>
                  </a:lnTo>
                  <a:lnTo>
                    <a:pt x="286" y="30"/>
                  </a:lnTo>
                  <a:lnTo>
                    <a:pt x="290" y="29"/>
                  </a:lnTo>
                  <a:lnTo>
                    <a:pt x="292" y="30"/>
                  </a:lnTo>
                  <a:lnTo>
                    <a:pt x="294" y="25"/>
                  </a:lnTo>
                  <a:lnTo>
                    <a:pt x="298" y="21"/>
                  </a:lnTo>
                  <a:lnTo>
                    <a:pt x="306" y="21"/>
                  </a:lnTo>
                  <a:lnTo>
                    <a:pt x="321" y="16"/>
                  </a:lnTo>
                  <a:lnTo>
                    <a:pt x="334" y="15"/>
                  </a:lnTo>
                  <a:lnTo>
                    <a:pt x="338" y="14"/>
                  </a:lnTo>
                  <a:lnTo>
                    <a:pt x="341" y="10"/>
                  </a:lnTo>
                  <a:lnTo>
                    <a:pt x="341" y="6"/>
                  </a:lnTo>
                  <a:lnTo>
                    <a:pt x="344" y="6"/>
                  </a:lnTo>
                  <a:lnTo>
                    <a:pt x="348" y="3"/>
                  </a:lnTo>
                  <a:lnTo>
                    <a:pt x="349" y="1"/>
                  </a:lnTo>
                  <a:lnTo>
                    <a:pt x="354" y="0"/>
                  </a:lnTo>
                  <a:lnTo>
                    <a:pt x="361" y="2"/>
                  </a:lnTo>
                  <a:lnTo>
                    <a:pt x="364" y="3"/>
                  </a:lnTo>
                  <a:lnTo>
                    <a:pt x="370" y="7"/>
                  </a:lnTo>
                  <a:lnTo>
                    <a:pt x="374" y="5"/>
                  </a:lnTo>
                  <a:lnTo>
                    <a:pt x="380" y="5"/>
                  </a:lnTo>
                  <a:lnTo>
                    <a:pt x="383" y="10"/>
                  </a:lnTo>
                  <a:lnTo>
                    <a:pt x="383" y="14"/>
                  </a:lnTo>
                  <a:lnTo>
                    <a:pt x="384" y="16"/>
                  </a:lnTo>
                  <a:lnTo>
                    <a:pt x="388" y="19"/>
                  </a:lnTo>
                  <a:lnTo>
                    <a:pt x="387" y="23"/>
                  </a:lnTo>
                  <a:lnTo>
                    <a:pt x="386" y="26"/>
                  </a:lnTo>
                  <a:lnTo>
                    <a:pt x="386" y="31"/>
                  </a:lnTo>
                  <a:lnTo>
                    <a:pt x="384" y="31"/>
                  </a:lnTo>
                  <a:lnTo>
                    <a:pt x="385" y="34"/>
                  </a:lnTo>
                  <a:lnTo>
                    <a:pt x="389" y="35"/>
                  </a:lnTo>
                  <a:lnTo>
                    <a:pt x="390" y="33"/>
                  </a:lnTo>
                  <a:lnTo>
                    <a:pt x="394" y="34"/>
                  </a:lnTo>
                  <a:lnTo>
                    <a:pt x="396" y="32"/>
                  </a:lnTo>
                  <a:lnTo>
                    <a:pt x="399" y="33"/>
                  </a:lnTo>
                  <a:lnTo>
                    <a:pt x="401" y="31"/>
                  </a:lnTo>
                  <a:lnTo>
                    <a:pt x="403" y="32"/>
                  </a:lnTo>
                  <a:lnTo>
                    <a:pt x="405" y="36"/>
                  </a:lnTo>
                  <a:lnTo>
                    <a:pt x="408" y="39"/>
                  </a:lnTo>
                  <a:lnTo>
                    <a:pt x="409" y="37"/>
                  </a:lnTo>
                  <a:lnTo>
                    <a:pt x="410" y="35"/>
                  </a:lnTo>
                  <a:lnTo>
                    <a:pt x="414" y="36"/>
                  </a:lnTo>
                  <a:lnTo>
                    <a:pt x="416" y="40"/>
                  </a:lnTo>
                  <a:lnTo>
                    <a:pt x="420" y="41"/>
                  </a:lnTo>
                  <a:lnTo>
                    <a:pt x="423" y="38"/>
                  </a:lnTo>
                  <a:lnTo>
                    <a:pt x="425" y="38"/>
                  </a:lnTo>
                  <a:lnTo>
                    <a:pt x="424" y="42"/>
                  </a:lnTo>
                  <a:lnTo>
                    <a:pt x="421" y="44"/>
                  </a:lnTo>
                  <a:lnTo>
                    <a:pt x="419" y="49"/>
                  </a:lnTo>
                  <a:lnTo>
                    <a:pt x="421" y="51"/>
                  </a:lnTo>
                  <a:lnTo>
                    <a:pt x="424" y="50"/>
                  </a:lnTo>
                  <a:lnTo>
                    <a:pt x="430" y="49"/>
                  </a:lnTo>
                  <a:lnTo>
                    <a:pt x="433" y="49"/>
                  </a:lnTo>
                  <a:lnTo>
                    <a:pt x="437" y="52"/>
                  </a:lnTo>
                  <a:lnTo>
                    <a:pt x="439" y="48"/>
                  </a:lnTo>
                  <a:lnTo>
                    <a:pt x="444" y="43"/>
                  </a:lnTo>
                  <a:lnTo>
                    <a:pt x="452" y="40"/>
                  </a:lnTo>
                  <a:lnTo>
                    <a:pt x="459" y="34"/>
                  </a:lnTo>
                  <a:lnTo>
                    <a:pt x="464" y="31"/>
                  </a:lnTo>
                  <a:lnTo>
                    <a:pt x="468" y="29"/>
                  </a:lnTo>
                  <a:lnTo>
                    <a:pt x="473" y="28"/>
                  </a:lnTo>
                  <a:lnTo>
                    <a:pt x="473" y="33"/>
                  </a:lnTo>
                  <a:lnTo>
                    <a:pt x="470" y="34"/>
                  </a:lnTo>
                  <a:lnTo>
                    <a:pt x="469" y="39"/>
                  </a:lnTo>
                  <a:lnTo>
                    <a:pt x="477" y="46"/>
                  </a:lnTo>
                  <a:lnTo>
                    <a:pt x="482" y="49"/>
                  </a:lnTo>
                  <a:lnTo>
                    <a:pt x="492" y="58"/>
                  </a:lnTo>
                  <a:lnTo>
                    <a:pt x="499" y="70"/>
                  </a:lnTo>
                  <a:lnTo>
                    <a:pt x="511" y="95"/>
                  </a:lnTo>
                  <a:lnTo>
                    <a:pt x="517" y="105"/>
                  </a:lnTo>
                  <a:lnTo>
                    <a:pt x="525" y="121"/>
                  </a:lnTo>
                  <a:lnTo>
                    <a:pt x="528" y="118"/>
                  </a:lnTo>
                  <a:lnTo>
                    <a:pt x="530" y="115"/>
                  </a:lnTo>
                  <a:lnTo>
                    <a:pt x="533" y="109"/>
                  </a:lnTo>
                  <a:lnTo>
                    <a:pt x="540" y="109"/>
                  </a:lnTo>
                  <a:lnTo>
                    <a:pt x="542" y="113"/>
                  </a:lnTo>
                  <a:lnTo>
                    <a:pt x="542" y="117"/>
                  </a:lnTo>
                  <a:lnTo>
                    <a:pt x="545" y="117"/>
                  </a:lnTo>
                  <a:lnTo>
                    <a:pt x="547" y="120"/>
                  </a:lnTo>
                  <a:lnTo>
                    <a:pt x="549" y="122"/>
                  </a:lnTo>
                  <a:lnTo>
                    <a:pt x="553" y="122"/>
                  </a:lnTo>
                  <a:lnTo>
                    <a:pt x="560" y="122"/>
                  </a:lnTo>
                  <a:lnTo>
                    <a:pt x="567" y="120"/>
                  </a:lnTo>
                  <a:lnTo>
                    <a:pt x="572" y="117"/>
                  </a:lnTo>
                  <a:lnTo>
                    <a:pt x="579" y="117"/>
                  </a:lnTo>
                  <a:lnTo>
                    <a:pt x="584" y="122"/>
                  </a:lnTo>
                  <a:lnTo>
                    <a:pt x="589" y="128"/>
                  </a:lnTo>
                  <a:lnTo>
                    <a:pt x="592" y="135"/>
                  </a:lnTo>
                  <a:lnTo>
                    <a:pt x="599" y="137"/>
                  </a:lnTo>
                  <a:lnTo>
                    <a:pt x="602" y="143"/>
                  </a:lnTo>
                  <a:lnTo>
                    <a:pt x="607" y="151"/>
                  </a:lnTo>
                  <a:lnTo>
                    <a:pt x="614" y="151"/>
                  </a:lnTo>
                  <a:lnTo>
                    <a:pt x="620" y="152"/>
                  </a:lnTo>
                  <a:lnTo>
                    <a:pt x="624" y="148"/>
                  </a:lnTo>
                  <a:lnTo>
                    <a:pt x="628" y="146"/>
                  </a:lnTo>
                  <a:lnTo>
                    <a:pt x="628" y="150"/>
                  </a:lnTo>
                  <a:lnTo>
                    <a:pt x="631" y="153"/>
                  </a:lnTo>
                  <a:lnTo>
                    <a:pt x="633" y="158"/>
                  </a:lnTo>
                  <a:lnTo>
                    <a:pt x="637" y="158"/>
                  </a:lnTo>
                  <a:lnTo>
                    <a:pt x="637" y="160"/>
                  </a:lnTo>
                  <a:lnTo>
                    <a:pt x="633" y="160"/>
                  </a:lnTo>
                  <a:lnTo>
                    <a:pt x="630" y="162"/>
                  </a:lnTo>
                  <a:lnTo>
                    <a:pt x="628" y="165"/>
                  </a:lnTo>
                  <a:lnTo>
                    <a:pt x="628" y="167"/>
                  </a:lnTo>
                  <a:lnTo>
                    <a:pt x="627" y="173"/>
                  </a:lnTo>
                  <a:lnTo>
                    <a:pt x="625" y="175"/>
                  </a:lnTo>
                  <a:lnTo>
                    <a:pt x="623" y="176"/>
                  </a:lnTo>
                  <a:lnTo>
                    <a:pt x="615" y="177"/>
                  </a:lnTo>
                  <a:lnTo>
                    <a:pt x="612" y="180"/>
                  </a:lnTo>
                  <a:lnTo>
                    <a:pt x="609" y="185"/>
                  </a:lnTo>
                  <a:lnTo>
                    <a:pt x="610" y="194"/>
                  </a:lnTo>
                  <a:lnTo>
                    <a:pt x="612" y="201"/>
                  </a:lnTo>
                  <a:lnTo>
                    <a:pt x="611" y="205"/>
                  </a:lnTo>
                  <a:lnTo>
                    <a:pt x="607" y="209"/>
                  </a:lnTo>
                  <a:lnTo>
                    <a:pt x="604" y="210"/>
                  </a:lnTo>
                  <a:lnTo>
                    <a:pt x="600" y="211"/>
                  </a:lnTo>
                  <a:lnTo>
                    <a:pt x="589" y="210"/>
                  </a:lnTo>
                  <a:lnTo>
                    <a:pt x="586" y="208"/>
                  </a:lnTo>
                  <a:lnTo>
                    <a:pt x="580" y="207"/>
                  </a:lnTo>
                  <a:lnTo>
                    <a:pt x="572" y="204"/>
                  </a:lnTo>
                  <a:lnTo>
                    <a:pt x="570" y="210"/>
                  </a:lnTo>
                  <a:lnTo>
                    <a:pt x="566" y="221"/>
                  </a:lnTo>
                  <a:lnTo>
                    <a:pt x="563" y="229"/>
                  </a:lnTo>
                  <a:lnTo>
                    <a:pt x="561" y="235"/>
                  </a:lnTo>
                  <a:lnTo>
                    <a:pt x="560" y="240"/>
                  </a:lnTo>
                  <a:lnTo>
                    <a:pt x="564" y="245"/>
                  </a:lnTo>
                  <a:lnTo>
                    <a:pt x="565" y="248"/>
                  </a:lnTo>
                  <a:lnTo>
                    <a:pt x="564" y="250"/>
                  </a:lnTo>
                  <a:lnTo>
                    <a:pt x="562" y="252"/>
                  </a:lnTo>
                  <a:lnTo>
                    <a:pt x="560" y="252"/>
                  </a:lnTo>
                  <a:lnTo>
                    <a:pt x="552" y="250"/>
                  </a:lnTo>
                  <a:lnTo>
                    <a:pt x="548" y="248"/>
                  </a:lnTo>
                  <a:lnTo>
                    <a:pt x="546" y="249"/>
                  </a:lnTo>
                  <a:lnTo>
                    <a:pt x="538" y="251"/>
                  </a:lnTo>
                  <a:lnTo>
                    <a:pt x="526" y="253"/>
                  </a:lnTo>
                  <a:lnTo>
                    <a:pt x="523" y="255"/>
                  </a:lnTo>
                  <a:lnTo>
                    <a:pt x="521" y="258"/>
                  </a:lnTo>
                  <a:lnTo>
                    <a:pt x="521" y="260"/>
                  </a:lnTo>
                  <a:lnTo>
                    <a:pt x="523" y="262"/>
                  </a:lnTo>
                  <a:lnTo>
                    <a:pt x="525" y="261"/>
                  </a:lnTo>
                  <a:lnTo>
                    <a:pt x="528" y="263"/>
                  </a:lnTo>
                  <a:lnTo>
                    <a:pt x="528" y="276"/>
                  </a:lnTo>
                  <a:lnTo>
                    <a:pt x="531" y="282"/>
                  </a:lnTo>
                  <a:lnTo>
                    <a:pt x="533" y="287"/>
                  </a:lnTo>
                  <a:lnTo>
                    <a:pt x="534" y="291"/>
                  </a:lnTo>
                  <a:lnTo>
                    <a:pt x="532" y="294"/>
                  </a:lnTo>
                  <a:lnTo>
                    <a:pt x="527" y="300"/>
                  </a:lnTo>
                  <a:lnTo>
                    <a:pt x="525" y="303"/>
                  </a:lnTo>
                  <a:lnTo>
                    <a:pt x="525" y="307"/>
                  </a:lnTo>
                  <a:lnTo>
                    <a:pt x="526" y="31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88" name="Freeform 7"/>
            <p:cNvSpPr>
              <a:spLocks/>
            </p:cNvSpPr>
            <p:nvPr/>
          </p:nvSpPr>
          <p:spPr bwMode="gray">
            <a:xfrm>
              <a:off x="3589338" y="3051176"/>
              <a:ext cx="1011238" cy="554038"/>
            </a:xfrm>
            <a:custGeom>
              <a:avLst/>
              <a:gdLst>
                <a:gd name="T0" fmla="*/ 507 w 637"/>
                <a:gd name="T1" fmla="*/ 304 h 349"/>
                <a:gd name="T2" fmla="*/ 459 w 637"/>
                <a:gd name="T3" fmla="*/ 301 h 349"/>
                <a:gd name="T4" fmla="*/ 423 w 637"/>
                <a:gd name="T5" fmla="*/ 300 h 349"/>
                <a:gd name="T6" fmla="*/ 392 w 637"/>
                <a:gd name="T7" fmla="*/ 304 h 349"/>
                <a:gd name="T8" fmla="*/ 374 w 637"/>
                <a:gd name="T9" fmla="*/ 319 h 349"/>
                <a:gd name="T10" fmla="*/ 345 w 637"/>
                <a:gd name="T11" fmla="*/ 343 h 349"/>
                <a:gd name="T12" fmla="*/ 332 w 637"/>
                <a:gd name="T13" fmla="*/ 337 h 349"/>
                <a:gd name="T14" fmla="*/ 307 w 637"/>
                <a:gd name="T15" fmla="*/ 309 h 349"/>
                <a:gd name="T16" fmla="*/ 243 w 637"/>
                <a:gd name="T17" fmla="*/ 289 h 349"/>
                <a:gd name="T18" fmla="*/ 139 w 637"/>
                <a:gd name="T19" fmla="*/ 334 h 349"/>
                <a:gd name="T20" fmla="*/ 97 w 637"/>
                <a:gd name="T21" fmla="*/ 321 h 349"/>
                <a:gd name="T22" fmla="*/ 97 w 637"/>
                <a:gd name="T23" fmla="*/ 309 h 349"/>
                <a:gd name="T24" fmla="*/ 85 w 637"/>
                <a:gd name="T25" fmla="*/ 302 h 349"/>
                <a:gd name="T26" fmla="*/ 73 w 637"/>
                <a:gd name="T27" fmla="*/ 287 h 349"/>
                <a:gd name="T28" fmla="*/ 60 w 637"/>
                <a:gd name="T29" fmla="*/ 264 h 349"/>
                <a:gd name="T30" fmla="*/ 77 w 637"/>
                <a:gd name="T31" fmla="*/ 264 h 349"/>
                <a:gd name="T32" fmla="*/ 77 w 637"/>
                <a:gd name="T33" fmla="*/ 248 h 349"/>
                <a:gd name="T34" fmla="*/ 105 w 637"/>
                <a:gd name="T35" fmla="*/ 249 h 349"/>
                <a:gd name="T36" fmla="*/ 103 w 637"/>
                <a:gd name="T37" fmla="*/ 229 h 349"/>
                <a:gd name="T38" fmla="*/ 101 w 637"/>
                <a:gd name="T39" fmla="*/ 213 h 349"/>
                <a:gd name="T40" fmla="*/ 80 w 637"/>
                <a:gd name="T41" fmla="*/ 210 h 349"/>
                <a:gd name="T42" fmla="*/ 46 w 637"/>
                <a:gd name="T43" fmla="*/ 222 h 349"/>
                <a:gd name="T44" fmla="*/ 40 w 637"/>
                <a:gd name="T45" fmla="*/ 218 h 349"/>
                <a:gd name="T46" fmla="*/ 14 w 637"/>
                <a:gd name="T47" fmla="*/ 191 h 349"/>
                <a:gd name="T48" fmla="*/ 10 w 637"/>
                <a:gd name="T49" fmla="*/ 161 h 349"/>
                <a:gd name="T50" fmla="*/ 22 w 637"/>
                <a:gd name="T51" fmla="*/ 133 h 349"/>
                <a:gd name="T52" fmla="*/ 39 w 637"/>
                <a:gd name="T53" fmla="*/ 124 h 349"/>
                <a:gd name="T54" fmla="*/ 69 w 637"/>
                <a:gd name="T55" fmla="*/ 99 h 349"/>
                <a:gd name="T56" fmla="*/ 96 w 637"/>
                <a:gd name="T57" fmla="*/ 104 h 349"/>
                <a:gd name="T58" fmla="*/ 125 w 637"/>
                <a:gd name="T59" fmla="*/ 125 h 349"/>
                <a:gd name="T60" fmla="*/ 144 w 637"/>
                <a:gd name="T61" fmla="*/ 126 h 349"/>
                <a:gd name="T62" fmla="*/ 176 w 637"/>
                <a:gd name="T63" fmla="*/ 119 h 349"/>
                <a:gd name="T64" fmla="*/ 211 w 637"/>
                <a:gd name="T65" fmla="*/ 123 h 349"/>
                <a:gd name="T66" fmla="*/ 235 w 637"/>
                <a:gd name="T67" fmla="*/ 106 h 349"/>
                <a:gd name="T68" fmla="*/ 212 w 637"/>
                <a:gd name="T69" fmla="*/ 91 h 349"/>
                <a:gd name="T70" fmla="*/ 233 w 637"/>
                <a:gd name="T71" fmla="*/ 64 h 349"/>
                <a:gd name="T72" fmla="*/ 230 w 637"/>
                <a:gd name="T73" fmla="*/ 50 h 349"/>
                <a:gd name="T74" fmla="*/ 263 w 637"/>
                <a:gd name="T75" fmla="*/ 32 h 349"/>
                <a:gd name="T76" fmla="*/ 306 w 637"/>
                <a:gd name="T77" fmla="*/ 21 h 349"/>
                <a:gd name="T78" fmla="*/ 349 w 637"/>
                <a:gd name="T79" fmla="*/ 1 h 349"/>
                <a:gd name="T80" fmla="*/ 383 w 637"/>
                <a:gd name="T81" fmla="*/ 14 h 349"/>
                <a:gd name="T82" fmla="*/ 389 w 637"/>
                <a:gd name="T83" fmla="*/ 35 h 349"/>
                <a:gd name="T84" fmla="*/ 408 w 637"/>
                <a:gd name="T85" fmla="*/ 39 h 349"/>
                <a:gd name="T86" fmla="*/ 424 w 637"/>
                <a:gd name="T87" fmla="*/ 42 h 349"/>
                <a:gd name="T88" fmla="*/ 439 w 637"/>
                <a:gd name="T89" fmla="*/ 48 h 349"/>
                <a:gd name="T90" fmla="*/ 470 w 637"/>
                <a:gd name="T91" fmla="*/ 34 h 349"/>
                <a:gd name="T92" fmla="*/ 525 w 637"/>
                <a:gd name="T93" fmla="*/ 121 h 349"/>
                <a:gd name="T94" fmla="*/ 547 w 637"/>
                <a:gd name="T95" fmla="*/ 120 h 349"/>
                <a:gd name="T96" fmla="*/ 589 w 637"/>
                <a:gd name="T97" fmla="*/ 128 h 349"/>
                <a:gd name="T98" fmla="*/ 628 w 637"/>
                <a:gd name="T99" fmla="*/ 146 h 349"/>
                <a:gd name="T100" fmla="*/ 628 w 637"/>
                <a:gd name="T101" fmla="*/ 165 h 349"/>
                <a:gd name="T102" fmla="*/ 610 w 637"/>
                <a:gd name="T103" fmla="*/ 194 h 349"/>
                <a:gd name="T104" fmla="*/ 580 w 637"/>
                <a:gd name="T105" fmla="*/ 207 h 349"/>
                <a:gd name="T106" fmla="*/ 565 w 637"/>
                <a:gd name="T107" fmla="*/ 248 h 349"/>
                <a:gd name="T108" fmla="*/ 526 w 637"/>
                <a:gd name="T109" fmla="*/ 253 h 349"/>
                <a:gd name="T110" fmla="*/ 531 w 637"/>
                <a:gd name="T111" fmla="*/ 282 h 34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637"/>
                <a:gd name="T169" fmla="*/ 0 h 349"/>
                <a:gd name="T170" fmla="*/ 637 w 637"/>
                <a:gd name="T171" fmla="*/ 349 h 349"/>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637" h="349">
                  <a:moveTo>
                    <a:pt x="526" y="316"/>
                  </a:moveTo>
                  <a:lnTo>
                    <a:pt x="523" y="312"/>
                  </a:lnTo>
                  <a:lnTo>
                    <a:pt x="520" y="311"/>
                  </a:lnTo>
                  <a:lnTo>
                    <a:pt x="515" y="311"/>
                  </a:lnTo>
                  <a:lnTo>
                    <a:pt x="514" y="308"/>
                  </a:lnTo>
                  <a:lnTo>
                    <a:pt x="512" y="307"/>
                  </a:lnTo>
                  <a:lnTo>
                    <a:pt x="511" y="304"/>
                  </a:lnTo>
                  <a:lnTo>
                    <a:pt x="507" y="304"/>
                  </a:lnTo>
                  <a:lnTo>
                    <a:pt x="500" y="302"/>
                  </a:lnTo>
                  <a:lnTo>
                    <a:pt x="495" y="303"/>
                  </a:lnTo>
                  <a:lnTo>
                    <a:pt x="486" y="303"/>
                  </a:lnTo>
                  <a:lnTo>
                    <a:pt x="481" y="302"/>
                  </a:lnTo>
                  <a:lnTo>
                    <a:pt x="476" y="299"/>
                  </a:lnTo>
                  <a:lnTo>
                    <a:pt x="471" y="301"/>
                  </a:lnTo>
                  <a:lnTo>
                    <a:pt x="465" y="301"/>
                  </a:lnTo>
                  <a:lnTo>
                    <a:pt x="459" y="301"/>
                  </a:lnTo>
                  <a:lnTo>
                    <a:pt x="456" y="303"/>
                  </a:lnTo>
                  <a:lnTo>
                    <a:pt x="452" y="303"/>
                  </a:lnTo>
                  <a:lnTo>
                    <a:pt x="446" y="301"/>
                  </a:lnTo>
                  <a:lnTo>
                    <a:pt x="441" y="298"/>
                  </a:lnTo>
                  <a:lnTo>
                    <a:pt x="435" y="296"/>
                  </a:lnTo>
                  <a:lnTo>
                    <a:pt x="432" y="295"/>
                  </a:lnTo>
                  <a:lnTo>
                    <a:pt x="427" y="296"/>
                  </a:lnTo>
                  <a:lnTo>
                    <a:pt x="423" y="300"/>
                  </a:lnTo>
                  <a:lnTo>
                    <a:pt x="421" y="307"/>
                  </a:lnTo>
                  <a:lnTo>
                    <a:pt x="422" y="311"/>
                  </a:lnTo>
                  <a:lnTo>
                    <a:pt x="420" y="310"/>
                  </a:lnTo>
                  <a:lnTo>
                    <a:pt x="414" y="309"/>
                  </a:lnTo>
                  <a:lnTo>
                    <a:pt x="409" y="307"/>
                  </a:lnTo>
                  <a:lnTo>
                    <a:pt x="403" y="304"/>
                  </a:lnTo>
                  <a:lnTo>
                    <a:pt x="396" y="303"/>
                  </a:lnTo>
                  <a:lnTo>
                    <a:pt x="392" y="304"/>
                  </a:lnTo>
                  <a:lnTo>
                    <a:pt x="387" y="305"/>
                  </a:lnTo>
                  <a:lnTo>
                    <a:pt x="384" y="309"/>
                  </a:lnTo>
                  <a:lnTo>
                    <a:pt x="382" y="313"/>
                  </a:lnTo>
                  <a:lnTo>
                    <a:pt x="382" y="316"/>
                  </a:lnTo>
                  <a:lnTo>
                    <a:pt x="380" y="316"/>
                  </a:lnTo>
                  <a:lnTo>
                    <a:pt x="377" y="319"/>
                  </a:lnTo>
                  <a:lnTo>
                    <a:pt x="375" y="318"/>
                  </a:lnTo>
                  <a:lnTo>
                    <a:pt x="374" y="319"/>
                  </a:lnTo>
                  <a:lnTo>
                    <a:pt x="371" y="321"/>
                  </a:lnTo>
                  <a:lnTo>
                    <a:pt x="367" y="326"/>
                  </a:lnTo>
                  <a:lnTo>
                    <a:pt x="362" y="328"/>
                  </a:lnTo>
                  <a:lnTo>
                    <a:pt x="356" y="331"/>
                  </a:lnTo>
                  <a:lnTo>
                    <a:pt x="353" y="333"/>
                  </a:lnTo>
                  <a:lnTo>
                    <a:pt x="352" y="337"/>
                  </a:lnTo>
                  <a:lnTo>
                    <a:pt x="349" y="339"/>
                  </a:lnTo>
                  <a:lnTo>
                    <a:pt x="345" y="343"/>
                  </a:lnTo>
                  <a:lnTo>
                    <a:pt x="346" y="347"/>
                  </a:lnTo>
                  <a:lnTo>
                    <a:pt x="345" y="349"/>
                  </a:lnTo>
                  <a:lnTo>
                    <a:pt x="341" y="349"/>
                  </a:lnTo>
                  <a:lnTo>
                    <a:pt x="338" y="346"/>
                  </a:lnTo>
                  <a:lnTo>
                    <a:pt x="338" y="343"/>
                  </a:lnTo>
                  <a:lnTo>
                    <a:pt x="338" y="340"/>
                  </a:lnTo>
                  <a:lnTo>
                    <a:pt x="335" y="337"/>
                  </a:lnTo>
                  <a:lnTo>
                    <a:pt x="332" y="337"/>
                  </a:lnTo>
                  <a:lnTo>
                    <a:pt x="325" y="338"/>
                  </a:lnTo>
                  <a:lnTo>
                    <a:pt x="320" y="338"/>
                  </a:lnTo>
                  <a:lnTo>
                    <a:pt x="317" y="338"/>
                  </a:lnTo>
                  <a:lnTo>
                    <a:pt x="314" y="328"/>
                  </a:lnTo>
                  <a:lnTo>
                    <a:pt x="313" y="320"/>
                  </a:lnTo>
                  <a:lnTo>
                    <a:pt x="306" y="320"/>
                  </a:lnTo>
                  <a:lnTo>
                    <a:pt x="305" y="313"/>
                  </a:lnTo>
                  <a:lnTo>
                    <a:pt x="307" y="309"/>
                  </a:lnTo>
                  <a:lnTo>
                    <a:pt x="307" y="299"/>
                  </a:lnTo>
                  <a:lnTo>
                    <a:pt x="302" y="303"/>
                  </a:lnTo>
                  <a:lnTo>
                    <a:pt x="298" y="293"/>
                  </a:lnTo>
                  <a:lnTo>
                    <a:pt x="294" y="290"/>
                  </a:lnTo>
                  <a:lnTo>
                    <a:pt x="288" y="284"/>
                  </a:lnTo>
                  <a:lnTo>
                    <a:pt x="281" y="288"/>
                  </a:lnTo>
                  <a:lnTo>
                    <a:pt x="261" y="286"/>
                  </a:lnTo>
                  <a:lnTo>
                    <a:pt x="243" y="289"/>
                  </a:lnTo>
                  <a:lnTo>
                    <a:pt x="229" y="273"/>
                  </a:lnTo>
                  <a:lnTo>
                    <a:pt x="189" y="243"/>
                  </a:lnTo>
                  <a:lnTo>
                    <a:pt x="149" y="256"/>
                  </a:lnTo>
                  <a:lnTo>
                    <a:pt x="149" y="335"/>
                  </a:lnTo>
                  <a:lnTo>
                    <a:pt x="147" y="334"/>
                  </a:lnTo>
                  <a:lnTo>
                    <a:pt x="145" y="335"/>
                  </a:lnTo>
                  <a:lnTo>
                    <a:pt x="142" y="336"/>
                  </a:lnTo>
                  <a:lnTo>
                    <a:pt x="139" y="334"/>
                  </a:lnTo>
                  <a:lnTo>
                    <a:pt x="134" y="327"/>
                  </a:lnTo>
                  <a:lnTo>
                    <a:pt x="132" y="322"/>
                  </a:lnTo>
                  <a:lnTo>
                    <a:pt x="128" y="319"/>
                  </a:lnTo>
                  <a:lnTo>
                    <a:pt x="123" y="315"/>
                  </a:lnTo>
                  <a:lnTo>
                    <a:pt x="120" y="313"/>
                  </a:lnTo>
                  <a:lnTo>
                    <a:pt x="113" y="314"/>
                  </a:lnTo>
                  <a:lnTo>
                    <a:pt x="104" y="317"/>
                  </a:lnTo>
                  <a:lnTo>
                    <a:pt x="97" y="321"/>
                  </a:lnTo>
                  <a:lnTo>
                    <a:pt x="94" y="326"/>
                  </a:lnTo>
                  <a:lnTo>
                    <a:pt x="94" y="322"/>
                  </a:lnTo>
                  <a:lnTo>
                    <a:pt x="94" y="320"/>
                  </a:lnTo>
                  <a:lnTo>
                    <a:pt x="93" y="319"/>
                  </a:lnTo>
                  <a:lnTo>
                    <a:pt x="94" y="317"/>
                  </a:lnTo>
                  <a:lnTo>
                    <a:pt x="95" y="315"/>
                  </a:lnTo>
                  <a:lnTo>
                    <a:pt x="96" y="312"/>
                  </a:lnTo>
                  <a:lnTo>
                    <a:pt x="97" y="309"/>
                  </a:lnTo>
                  <a:lnTo>
                    <a:pt x="98" y="307"/>
                  </a:lnTo>
                  <a:lnTo>
                    <a:pt x="97" y="304"/>
                  </a:lnTo>
                  <a:lnTo>
                    <a:pt x="94" y="303"/>
                  </a:lnTo>
                  <a:lnTo>
                    <a:pt x="91" y="303"/>
                  </a:lnTo>
                  <a:lnTo>
                    <a:pt x="89" y="302"/>
                  </a:lnTo>
                  <a:lnTo>
                    <a:pt x="87" y="303"/>
                  </a:lnTo>
                  <a:lnTo>
                    <a:pt x="86" y="303"/>
                  </a:lnTo>
                  <a:lnTo>
                    <a:pt x="85" y="302"/>
                  </a:lnTo>
                  <a:lnTo>
                    <a:pt x="83" y="298"/>
                  </a:lnTo>
                  <a:lnTo>
                    <a:pt x="81" y="296"/>
                  </a:lnTo>
                  <a:lnTo>
                    <a:pt x="78" y="296"/>
                  </a:lnTo>
                  <a:lnTo>
                    <a:pt x="76" y="296"/>
                  </a:lnTo>
                  <a:lnTo>
                    <a:pt x="76" y="294"/>
                  </a:lnTo>
                  <a:lnTo>
                    <a:pt x="76" y="291"/>
                  </a:lnTo>
                  <a:lnTo>
                    <a:pt x="75" y="288"/>
                  </a:lnTo>
                  <a:lnTo>
                    <a:pt x="73" y="287"/>
                  </a:lnTo>
                  <a:lnTo>
                    <a:pt x="72" y="284"/>
                  </a:lnTo>
                  <a:lnTo>
                    <a:pt x="69" y="276"/>
                  </a:lnTo>
                  <a:lnTo>
                    <a:pt x="69" y="273"/>
                  </a:lnTo>
                  <a:lnTo>
                    <a:pt x="65" y="273"/>
                  </a:lnTo>
                  <a:lnTo>
                    <a:pt x="60" y="272"/>
                  </a:lnTo>
                  <a:lnTo>
                    <a:pt x="59" y="270"/>
                  </a:lnTo>
                  <a:lnTo>
                    <a:pt x="59" y="266"/>
                  </a:lnTo>
                  <a:lnTo>
                    <a:pt x="60" y="264"/>
                  </a:lnTo>
                  <a:lnTo>
                    <a:pt x="62" y="264"/>
                  </a:lnTo>
                  <a:lnTo>
                    <a:pt x="65" y="264"/>
                  </a:lnTo>
                  <a:lnTo>
                    <a:pt x="67" y="264"/>
                  </a:lnTo>
                  <a:lnTo>
                    <a:pt x="71" y="266"/>
                  </a:lnTo>
                  <a:lnTo>
                    <a:pt x="74" y="267"/>
                  </a:lnTo>
                  <a:lnTo>
                    <a:pt x="76" y="267"/>
                  </a:lnTo>
                  <a:lnTo>
                    <a:pt x="78" y="266"/>
                  </a:lnTo>
                  <a:lnTo>
                    <a:pt x="77" y="264"/>
                  </a:lnTo>
                  <a:lnTo>
                    <a:pt x="75" y="263"/>
                  </a:lnTo>
                  <a:lnTo>
                    <a:pt x="72" y="261"/>
                  </a:lnTo>
                  <a:lnTo>
                    <a:pt x="71" y="258"/>
                  </a:lnTo>
                  <a:lnTo>
                    <a:pt x="72" y="255"/>
                  </a:lnTo>
                  <a:lnTo>
                    <a:pt x="74" y="255"/>
                  </a:lnTo>
                  <a:lnTo>
                    <a:pt x="75" y="252"/>
                  </a:lnTo>
                  <a:lnTo>
                    <a:pt x="76" y="249"/>
                  </a:lnTo>
                  <a:lnTo>
                    <a:pt x="77" y="248"/>
                  </a:lnTo>
                  <a:lnTo>
                    <a:pt x="79" y="248"/>
                  </a:lnTo>
                  <a:lnTo>
                    <a:pt x="81" y="247"/>
                  </a:lnTo>
                  <a:lnTo>
                    <a:pt x="83" y="246"/>
                  </a:lnTo>
                  <a:lnTo>
                    <a:pt x="85" y="247"/>
                  </a:lnTo>
                  <a:lnTo>
                    <a:pt x="86" y="247"/>
                  </a:lnTo>
                  <a:lnTo>
                    <a:pt x="94" y="247"/>
                  </a:lnTo>
                  <a:lnTo>
                    <a:pt x="101" y="249"/>
                  </a:lnTo>
                  <a:lnTo>
                    <a:pt x="105" y="249"/>
                  </a:lnTo>
                  <a:lnTo>
                    <a:pt x="104" y="248"/>
                  </a:lnTo>
                  <a:lnTo>
                    <a:pt x="101" y="246"/>
                  </a:lnTo>
                  <a:lnTo>
                    <a:pt x="98" y="245"/>
                  </a:lnTo>
                  <a:lnTo>
                    <a:pt x="98" y="242"/>
                  </a:lnTo>
                  <a:lnTo>
                    <a:pt x="99" y="240"/>
                  </a:lnTo>
                  <a:lnTo>
                    <a:pt x="101" y="238"/>
                  </a:lnTo>
                  <a:lnTo>
                    <a:pt x="103" y="235"/>
                  </a:lnTo>
                  <a:lnTo>
                    <a:pt x="103" y="229"/>
                  </a:lnTo>
                  <a:lnTo>
                    <a:pt x="104" y="227"/>
                  </a:lnTo>
                  <a:lnTo>
                    <a:pt x="103" y="224"/>
                  </a:lnTo>
                  <a:lnTo>
                    <a:pt x="102" y="223"/>
                  </a:lnTo>
                  <a:lnTo>
                    <a:pt x="103" y="221"/>
                  </a:lnTo>
                  <a:lnTo>
                    <a:pt x="105" y="218"/>
                  </a:lnTo>
                  <a:lnTo>
                    <a:pt x="104" y="217"/>
                  </a:lnTo>
                  <a:lnTo>
                    <a:pt x="103" y="214"/>
                  </a:lnTo>
                  <a:lnTo>
                    <a:pt x="101" y="213"/>
                  </a:lnTo>
                  <a:lnTo>
                    <a:pt x="98" y="213"/>
                  </a:lnTo>
                  <a:lnTo>
                    <a:pt x="94" y="212"/>
                  </a:lnTo>
                  <a:lnTo>
                    <a:pt x="92" y="213"/>
                  </a:lnTo>
                  <a:lnTo>
                    <a:pt x="91" y="214"/>
                  </a:lnTo>
                  <a:lnTo>
                    <a:pt x="87" y="215"/>
                  </a:lnTo>
                  <a:lnTo>
                    <a:pt x="84" y="213"/>
                  </a:lnTo>
                  <a:lnTo>
                    <a:pt x="82" y="211"/>
                  </a:lnTo>
                  <a:lnTo>
                    <a:pt x="80" y="210"/>
                  </a:lnTo>
                  <a:lnTo>
                    <a:pt x="75" y="209"/>
                  </a:lnTo>
                  <a:lnTo>
                    <a:pt x="71" y="210"/>
                  </a:lnTo>
                  <a:lnTo>
                    <a:pt x="67" y="213"/>
                  </a:lnTo>
                  <a:lnTo>
                    <a:pt x="63" y="213"/>
                  </a:lnTo>
                  <a:lnTo>
                    <a:pt x="58" y="218"/>
                  </a:lnTo>
                  <a:lnTo>
                    <a:pt x="53" y="221"/>
                  </a:lnTo>
                  <a:lnTo>
                    <a:pt x="49" y="222"/>
                  </a:lnTo>
                  <a:lnTo>
                    <a:pt x="46" y="222"/>
                  </a:lnTo>
                  <a:lnTo>
                    <a:pt x="44" y="224"/>
                  </a:lnTo>
                  <a:lnTo>
                    <a:pt x="43" y="226"/>
                  </a:lnTo>
                  <a:lnTo>
                    <a:pt x="39" y="224"/>
                  </a:lnTo>
                  <a:lnTo>
                    <a:pt x="33" y="220"/>
                  </a:lnTo>
                  <a:lnTo>
                    <a:pt x="32" y="217"/>
                  </a:lnTo>
                  <a:lnTo>
                    <a:pt x="35" y="216"/>
                  </a:lnTo>
                  <a:lnTo>
                    <a:pt x="37" y="217"/>
                  </a:lnTo>
                  <a:lnTo>
                    <a:pt x="40" y="218"/>
                  </a:lnTo>
                  <a:lnTo>
                    <a:pt x="41" y="217"/>
                  </a:lnTo>
                  <a:lnTo>
                    <a:pt x="34" y="205"/>
                  </a:lnTo>
                  <a:lnTo>
                    <a:pt x="32" y="200"/>
                  </a:lnTo>
                  <a:lnTo>
                    <a:pt x="28" y="197"/>
                  </a:lnTo>
                  <a:lnTo>
                    <a:pt x="25" y="193"/>
                  </a:lnTo>
                  <a:lnTo>
                    <a:pt x="21" y="193"/>
                  </a:lnTo>
                  <a:lnTo>
                    <a:pt x="19" y="193"/>
                  </a:lnTo>
                  <a:lnTo>
                    <a:pt x="14" y="191"/>
                  </a:lnTo>
                  <a:lnTo>
                    <a:pt x="14" y="195"/>
                  </a:lnTo>
                  <a:lnTo>
                    <a:pt x="10" y="189"/>
                  </a:lnTo>
                  <a:lnTo>
                    <a:pt x="10" y="186"/>
                  </a:lnTo>
                  <a:lnTo>
                    <a:pt x="10" y="182"/>
                  </a:lnTo>
                  <a:lnTo>
                    <a:pt x="0" y="178"/>
                  </a:lnTo>
                  <a:lnTo>
                    <a:pt x="5" y="166"/>
                  </a:lnTo>
                  <a:lnTo>
                    <a:pt x="8" y="163"/>
                  </a:lnTo>
                  <a:lnTo>
                    <a:pt x="10" y="161"/>
                  </a:lnTo>
                  <a:lnTo>
                    <a:pt x="8" y="158"/>
                  </a:lnTo>
                  <a:lnTo>
                    <a:pt x="5" y="156"/>
                  </a:lnTo>
                  <a:lnTo>
                    <a:pt x="7" y="142"/>
                  </a:lnTo>
                  <a:lnTo>
                    <a:pt x="12" y="140"/>
                  </a:lnTo>
                  <a:lnTo>
                    <a:pt x="15" y="134"/>
                  </a:lnTo>
                  <a:lnTo>
                    <a:pt x="16" y="131"/>
                  </a:lnTo>
                  <a:lnTo>
                    <a:pt x="19" y="130"/>
                  </a:lnTo>
                  <a:lnTo>
                    <a:pt x="22" y="133"/>
                  </a:lnTo>
                  <a:lnTo>
                    <a:pt x="26" y="139"/>
                  </a:lnTo>
                  <a:lnTo>
                    <a:pt x="29" y="143"/>
                  </a:lnTo>
                  <a:lnTo>
                    <a:pt x="34" y="143"/>
                  </a:lnTo>
                  <a:lnTo>
                    <a:pt x="37" y="141"/>
                  </a:lnTo>
                  <a:lnTo>
                    <a:pt x="37" y="136"/>
                  </a:lnTo>
                  <a:lnTo>
                    <a:pt x="36" y="131"/>
                  </a:lnTo>
                  <a:lnTo>
                    <a:pt x="36" y="126"/>
                  </a:lnTo>
                  <a:lnTo>
                    <a:pt x="39" y="124"/>
                  </a:lnTo>
                  <a:lnTo>
                    <a:pt x="45" y="120"/>
                  </a:lnTo>
                  <a:lnTo>
                    <a:pt x="46" y="117"/>
                  </a:lnTo>
                  <a:lnTo>
                    <a:pt x="48" y="113"/>
                  </a:lnTo>
                  <a:lnTo>
                    <a:pt x="52" y="111"/>
                  </a:lnTo>
                  <a:lnTo>
                    <a:pt x="56" y="111"/>
                  </a:lnTo>
                  <a:lnTo>
                    <a:pt x="61" y="107"/>
                  </a:lnTo>
                  <a:lnTo>
                    <a:pt x="65" y="103"/>
                  </a:lnTo>
                  <a:lnTo>
                    <a:pt x="69" y="99"/>
                  </a:lnTo>
                  <a:lnTo>
                    <a:pt x="73" y="100"/>
                  </a:lnTo>
                  <a:lnTo>
                    <a:pt x="77" y="100"/>
                  </a:lnTo>
                  <a:lnTo>
                    <a:pt x="79" y="103"/>
                  </a:lnTo>
                  <a:lnTo>
                    <a:pt x="84" y="102"/>
                  </a:lnTo>
                  <a:lnTo>
                    <a:pt x="86" y="100"/>
                  </a:lnTo>
                  <a:lnTo>
                    <a:pt x="90" y="97"/>
                  </a:lnTo>
                  <a:lnTo>
                    <a:pt x="93" y="98"/>
                  </a:lnTo>
                  <a:lnTo>
                    <a:pt x="96" y="104"/>
                  </a:lnTo>
                  <a:lnTo>
                    <a:pt x="101" y="104"/>
                  </a:lnTo>
                  <a:lnTo>
                    <a:pt x="105" y="104"/>
                  </a:lnTo>
                  <a:lnTo>
                    <a:pt x="112" y="106"/>
                  </a:lnTo>
                  <a:lnTo>
                    <a:pt x="112" y="109"/>
                  </a:lnTo>
                  <a:lnTo>
                    <a:pt x="117" y="111"/>
                  </a:lnTo>
                  <a:lnTo>
                    <a:pt x="122" y="115"/>
                  </a:lnTo>
                  <a:lnTo>
                    <a:pt x="125" y="119"/>
                  </a:lnTo>
                  <a:lnTo>
                    <a:pt x="125" y="125"/>
                  </a:lnTo>
                  <a:lnTo>
                    <a:pt x="127" y="126"/>
                  </a:lnTo>
                  <a:lnTo>
                    <a:pt x="129" y="123"/>
                  </a:lnTo>
                  <a:lnTo>
                    <a:pt x="128" y="118"/>
                  </a:lnTo>
                  <a:lnTo>
                    <a:pt x="127" y="115"/>
                  </a:lnTo>
                  <a:lnTo>
                    <a:pt x="132" y="116"/>
                  </a:lnTo>
                  <a:lnTo>
                    <a:pt x="136" y="122"/>
                  </a:lnTo>
                  <a:lnTo>
                    <a:pt x="141" y="124"/>
                  </a:lnTo>
                  <a:lnTo>
                    <a:pt x="144" y="126"/>
                  </a:lnTo>
                  <a:lnTo>
                    <a:pt x="149" y="124"/>
                  </a:lnTo>
                  <a:lnTo>
                    <a:pt x="151" y="122"/>
                  </a:lnTo>
                  <a:lnTo>
                    <a:pt x="153" y="118"/>
                  </a:lnTo>
                  <a:lnTo>
                    <a:pt x="157" y="113"/>
                  </a:lnTo>
                  <a:lnTo>
                    <a:pt x="163" y="114"/>
                  </a:lnTo>
                  <a:lnTo>
                    <a:pt x="167" y="115"/>
                  </a:lnTo>
                  <a:lnTo>
                    <a:pt x="172" y="119"/>
                  </a:lnTo>
                  <a:lnTo>
                    <a:pt x="176" y="119"/>
                  </a:lnTo>
                  <a:lnTo>
                    <a:pt x="177" y="114"/>
                  </a:lnTo>
                  <a:lnTo>
                    <a:pt x="185" y="113"/>
                  </a:lnTo>
                  <a:lnTo>
                    <a:pt x="190" y="114"/>
                  </a:lnTo>
                  <a:lnTo>
                    <a:pt x="192" y="120"/>
                  </a:lnTo>
                  <a:lnTo>
                    <a:pt x="198" y="123"/>
                  </a:lnTo>
                  <a:lnTo>
                    <a:pt x="204" y="125"/>
                  </a:lnTo>
                  <a:lnTo>
                    <a:pt x="207" y="127"/>
                  </a:lnTo>
                  <a:lnTo>
                    <a:pt x="211" y="123"/>
                  </a:lnTo>
                  <a:lnTo>
                    <a:pt x="212" y="120"/>
                  </a:lnTo>
                  <a:lnTo>
                    <a:pt x="214" y="120"/>
                  </a:lnTo>
                  <a:lnTo>
                    <a:pt x="217" y="123"/>
                  </a:lnTo>
                  <a:lnTo>
                    <a:pt x="223" y="124"/>
                  </a:lnTo>
                  <a:lnTo>
                    <a:pt x="234" y="119"/>
                  </a:lnTo>
                  <a:lnTo>
                    <a:pt x="235" y="116"/>
                  </a:lnTo>
                  <a:lnTo>
                    <a:pt x="236" y="108"/>
                  </a:lnTo>
                  <a:lnTo>
                    <a:pt x="235" y="106"/>
                  </a:lnTo>
                  <a:lnTo>
                    <a:pt x="226" y="104"/>
                  </a:lnTo>
                  <a:lnTo>
                    <a:pt x="224" y="100"/>
                  </a:lnTo>
                  <a:lnTo>
                    <a:pt x="220" y="99"/>
                  </a:lnTo>
                  <a:lnTo>
                    <a:pt x="217" y="98"/>
                  </a:lnTo>
                  <a:lnTo>
                    <a:pt x="218" y="96"/>
                  </a:lnTo>
                  <a:lnTo>
                    <a:pt x="215" y="94"/>
                  </a:lnTo>
                  <a:lnTo>
                    <a:pt x="213" y="94"/>
                  </a:lnTo>
                  <a:lnTo>
                    <a:pt x="212" y="91"/>
                  </a:lnTo>
                  <a:lnTo>
                    <a:pt x="215" y="90"/>
                  </a:lnTo>
                  <a:lnTo>
                    <a:pt x="221" y="86"/>
                  </a:lnTo>
                  <a:lnTo>
                    <a:pt x="225" y="84"/>
                  </a:lnTo>
                  <a:lnTo>
                    <a:pt x="227" y="81"/>
                  </a:lnTo>
                  <a:lnTo>
                    <a:pt x="224" y="76"/>
                  </a:lnTo>
                  <a:lnTo>
                    <a:pt x="223" y="73"/>
                  </a:lnTo>
                  <a:lnTo>
                    <a:pt x="228" y="66"/>
                  </a:lnTo>
                  <a:lnTo>
                    <a:pt x="233" y="64"/>
                  </a:lnTo>
                  <a:lnTo>
                    <a:pt x="240" y="66"/>
                  </a:lnTo>
                  <a:lnTo>
                    <a:pt x="244" y="65"/>
                  </a:lnTo>
                  <a:lnTo>
                    <a:pt x="245" y="62"/>
                  </a:lnTo>
                  <a:lnTo>
                    <a:pt x="238" y="59"/>
                  </a:lnTo>
                  <a:lnTo>
                    <a:pt x="230" y="58"/>
                  </a:lnTo>
                  <a:lnTo>
                    <a:pt x="230" y="54"/>
                  </a:lnTo>
                  <a:lnTo>
                    <a:pt x="233" y="53"/>
                  </a:lnTo>
                  <a:lnTo>
                    <a:pt x="230" y="50"/>
                  </a:lnTo>
                  <a:lnTo>
                    <a:pt x="230" y="45"/>
                  </a:lnTo>
                  <a:lnTo>
                    <a:pt x="231" y="39"/>
                  </a:lnTo>
                  <a:lnTo>
                    <a:pt x="234" y="38"/>
                  </a:lnTo>
                  <a:lnTo>
                    <a:pt x="241" y="40"/>
                  </a:lnTo>
                  <a:lnTo>
                    <a:pt x="245" y="40"/>
                  </a:lnTo>
                  <a:lnTo>
                    <a:pt x="250" y="40"/>
                  </a:lnTo>
                  <a:lnTo>
                    <a:pt x="253" y="37"/>
                  </a:lnTo>
                  <a:lnTo>
                    <a:pt x="263" y="32"/>
                  </a:lnTo>
                  <a:lnTo>
                    <a:pt x="269" y="32"/>
                  </a:lnTo>
                  <a:lnTo>
                    <a:pt x="275" y="31"/>
                  </a:lnTo>
                  <a:lnTo>
                    <a:pt x="286" y="30"/>
                  </a:lnTo>
                  <a:lnTo>
                    <a:pt x="290" y="29"/>
                  </a:lnTo>
                  <a:lnTo>
                    <a:pt x="292" y="30"/>
                  </a:lnTo>
                  <a:lnTo>
                    <a:pt x="294" y="25"/>
                  </a:lnTo>
                  <a:lnTo>
                    <a:pt x="298" y="21"/>
                  </a:lnTo>
                  <a:lnTo>
                    <a:pt x="306" y="21"/>
                  </a:lnTo>
                  <a:lnTo>
                    <a:pt x="321" y="16"/>
                  </a:lnTo>
                  <a:lnTo>
                    <a:pt x="334" y="15"/>
                  </a:lnTo>
                  <a:lnTo>
                    <a:pt x="338" y="14"/>
                  </a:lnTo>
                  <a:lnTo>
                    <a:pt x="341" y="10"/>
                  </a:lnTo>
                  <a:lnTo>
                    <a:pt x="341" y="6"/>
                  </a:lnTo>
                  <a:lnTo>
                    <a:pt x="344" y="6"/>
                  </a:lnTo>
                  <a:lnTo>
                    <a:pt x="348" y="3"/>
                  </a:lnTo>
                  <a:lnTo>
                    <a:pt x="349" y="1"/>
                  </a:lnTo>
                  <a:lnTo>
                    <a:pt x="354" y="0"/>
                  </a:lnTo>
                  <a:lnTo>
                    <a:pt x="361" y="2"/>
                  </a:lnTo>
                  <a:lnTo>
                    <a:pt x="364" y="3"/>
                  </a:lnTo>
                  <a:lnTo>
                    <a:pt x="370" y="7"/>
                  </a:lnTo>
                  <a:lnTo>
                    <a:pt x="374" y="5"/>
                  </a:lnTo>
                  <a:lnTo>
                    <a:pt x="380" y="5"/>
                  </a:lnTo>
                  <a:lnTo>
                    <a:pt x="383" y="10"/>
                  </a:lnTo>
                  <a:lnTo>
                    <a:pt x="383" y="14"/>
                  </a:lnTo>
                  <a:lnTo>
                    <a:pt x="384" y="16"/>
                  </a:lnTo>
                  <a:lnTo>
                    <a:pt x="388" y="19"/>
                  </a:lnTo>
                  <a:lnTo>
                    <a:pt x="387" y="23"/>
                  </a:lnTo>
                  <a:lnTo>
                    <a:pt x="386" y="26"/>
                  </a:lnTo>
                  <a:lnTo>
                    <a:pt x="386" y="31"/>
                  </a:lnTo>
                  <a:lnTo>
                    <a:pt x="384" y="31"/>
                  </a:lnTo>
                  <a:lnTo>
                    <a:pt x="385" y="34"/>
                  </a:lnTo>
                  <a:lnTo>
                    <a:pt x="389" y="35"/>
                  </a:lnTo>
                  <a:lnTo>
                    <a:pt x="390" y="33"/>
                  </a:lnTo>
                  <a:lnTo>
                    <a:pt x="394" y="34"/>
                  </a:lnTo>
                  <a:lnTo>
                    <a:pt x="396" y="32"/>
                  </a:lnTo>
                  <a:lnTo>
                    <a:pt x="399" y="33"/>
                  </a:lnTo>
                  <a:lnTo>
                    <a:pt x="401" y="31"/>
                  </a:lnTo>
                  <a:lnTo>
                    <a:pt x="403" y="32"/>
                  </a:lnTo>
                  <a:lnTo>
                    <a:pt x="405" y="36"/>
                  </a:lnTo>
                  <a:lnTo>
                    <a:pt x="408" y="39"/>
                  </a:lnTo>
                  <a:lnTo>
                    <a:pt x="409" y="37"/>
                  </a:lnTo>
                  <a:lnTo>
                    <a:pt x="410" y="35"/>
                  </a:lnTo>
                  <a:lnTo>
                    <a:pt x="414" y="36"/>
                  </a:lnTo>
                  <a:lnTo>
                    <a:pt x="416" y="40"/>
                  </a:lnTo>
                  <a:lnTo>
                    <a:pt x="420" y="41"/>
                  </a:lnTo>
                  <a:lnTo>
                    <a:pt x="423" y="38"/>
                  </a:lnTo>
                  <a:lnTo>
                    <a:pt x="425" y="38"/>
                  </a:lnTo>
                  <a:lnTo>
                    <a:pt x="424" y="42"/>
                  </a:lnTo>
                  <a:lnTo>
                    <a:pt x="421" y="44"/>
                  </a:lnTo>
                  <a:lnTo>
                    <a:pt x="419" y="49"/>
                  </a:lnTo>
                  <a:lnTo>
                    <a:pt x="421" y="51"/>
                  </a:lnTo>
                  <a:lnTo>
                    <a:pt x="424" y="50"/>
                  </a:lnTo>
                  <a:lnTo>
                    <a:pt x="430" y="49"/>
                  </a:lnTo>
                  <a:lnTo>
                    <a:pt x="433" y="49"/>
                  </a:lnTo>
                  <a:lnTo>
                    <a:pt x="437" y="52"/>
                  </a:lnTo>
                  <a:lnTo>
                    <a:pt x="439" y="48"/>
                  </a:lnTo>
                  <a:lnTo>
                    <a:pt x="444" y="43"/>
                  </a:lnTo>
                  <a:lnTo>
                    <a:pt x="452" y="40"/>
                  </a:lnTo>
                  <a:lnTo>
                    <a:pt x="459" y="34"/>
                  </a:lnTo>
                  <a:lnTo>
                    <a:pt x="464" y="31"/>
                  </a:lnTo>
                  <a:lnTo>
                    <a:pt x="468" y="29"/>
                  </a:lnTo>
                  <a:lnTo>
                    <a:pt x="473" y="28"/>
                  </a:lnTo>
                  <a:lnTo>
                    <a:pt x="473" y="33"/>
                  </a:lnTo>
                  <a:lnTo>
                    <a:pt x="470" y="34"/>
                  </a:lnTo>
                  <a:lnTo>
                    <a:pt x="469" y="39"/>
                  </a:lnTo>
                  <a:lnTo>
                    <a:pt x="477" y="46"/>
                  </a:lnTo>
                  <a:lnTo>
                    <a:pt x="482" y="49"/>
                  </a:lnTo>
                  <a:lnTo>
                    <a:pt x="492" y="58"/>
                  </a:lnTo>
                  <a:lnTo>
                    <a:pt x="499" y="70"/>
                  </a:lnTo>
                  <a:lnTo>
                    <a:pt x="511" y="95"/>
                  </a:lnTo>
                  <a:lnTo>
                    <a:pt x="517" y="105"/>
                  </a:lnTo>
                  <a:lnTo>
                    <a:pt x="525" y="121"/>
                  </a:lnTo>
                  <a:lnTo>
                    <a:pt x="528" y="118"/>
                  </a:lnTo>
                  <a:lnTo>
                    <a:pt x="530" y="115"/>
                  </a:lnTo>
                  <a:lnTo>
                    <a:pt x="533" y="109"/>
                  </a:lnTo>
                  <a:lnTo>
                    <a:pt x="540" y="109"/>
                  </a:lnTo>
                  <a:lnTo>
                    <a:pt x="542" y="113"/>
                  </a:lnTo>
                  <a:lnTo>
                    <a:pt x="542" y="117"/>
                  </a:lnTo>
                  <a:lnTo>
                    <a:pt x="545" y="117"/>
                  </a:lnTo>
                  <a:lnTo>
                    <a:pt x="547" y="120"/>
                  </a:lnTo>
                  <a:lnTo>
                    <a:pt x="549" y="122"/>
                  </a:lnTo>
                  <a:lnTo>
                    <a:pt x="553" y="122"/>
                  </a:lnTo>
                  <a:lnTo>
                    <a:pt x="560" y="122"/>
                  </a:lnTo>
                  <a:lnTo>
                    <a:pt x="567" y="120"/>
                  </a:lnTo>
                  <a:lnTo>
                    <a:pt x="572" y="117"/>
                  </a:lnTo>
                  <a:lnTo>
                    <a:pt x="579" y="117"/>
                  </a:lnTo>
                  <a:lnTo>
                    <a:pt x="584" y="122"/>
                  </a:lnTo>
                  <a:lnTo>
                    <a:pt x="589" y="128"/>
                  </a:lnTo>
                  <a:lnTo>
                    <a:pt x="592" y="135"/>
                  </a:lnTo>
                  <a:lnTo>
                    <a:pt x="599" y="137"/>
                  </a:lnTo>
                  <a:lnTo>
                    <a:pt x="602" y="143"/>
                  </a:lnTo>
                  <a:lnTo>
                    <a:pt x="607" y="151"/>
                  </a:lnTo>
                  <a:lnTo>
                    <a:pt x="614" y="151"/>
                  </a:lnTo>
                  <a:lnTo>
                    <a:pt x="620" y="152"/>
                  </a:lnTo>
                  <a:lnTo>
                    <a:pt x="624" y="148"/>
                  </a:lnTo>
                  <a:lnTo>
                    <a:pt x="628" y="146"/>
                  </a:lnTo>
                  <a:lnTo>
                    <a:pt x="628" y="150"/>
                  </a:lnTo>
                  <a:lnTo>
                    <a:pt x="631" y="153"/>
                  </a:lnTo>
                  <a:lnTo>
                    <a:pt x="633" y="158"/>
                  </a:lnTo>
                  <a:lnTo>
                    <a:pt x="637" y="158"/>
                  </a:lnTo>
                  <a:lnTo>
                    <a:pt x="637" y="160"/>
                  </a:lnTo>
                  <a:lnTo>
                    <a:pt x="633" y="160"/>
                  </a:lnTo>
                  <a:lnTo>
                    <a:pt x="630" y="162"/>
                  </a:lnTo>
                  <a:lnTo>
                    <a:pt x="628" y="165"/>
                  </a:lnTo>
                  <a:lnTo>
                    <a:pt x="628" y="167"/>
                  </a:lnTo>
                  <a:lnTo>
                    <a:pt x="627" y="173"/>
                  </a:lnTo>
                  <a:lnTo>
                    <a:pt x="625" y="175"/>
                  </a:lnTo>
                  <a:lnTo>
                    <a:pt x="623" y="176"/>
                  </a:lnTo>
                  <a:lnTo>
                    <a:pt x="615" y="177"/>
                  </a:lnTo>
                  <a:lnTo>
                    <a:pt x="612" y="180"/>
                  </a:lnTo>
                  <a:lnTo>
                    <a:pt x="609" y="185"/>
                  </a:lnTo>
                  <a:lnTo>
                    <a:pt x="610" y="194"/>
                  </a:lnTo>
                  <a:lnTo>
                    <a:pt x="612" y="201"/>
                  </a:lnTo>
                  <a:lnTo>
                    <a:pt x="611" y="205"/>
                  </a:lnTo>
                  <a:lnTo>
                    <a:pt x="607" y="209"/>
                  </a:lnTo>
                  <a:lnTo>
                    <a:pt x="604" y="210"/>
                  </a:lnTo>
                  <a:lnTo>
                    <a:pt x="600" y="211"/>
                  </a:lnTo>
                  <a:lnTo>
                    <a:pt x="589" y="210"/>
                  </a:lnTo>
                  <a:lnTo>
                    <a:pt x="586" y="208"/>
                  </a:lnTo>
                  <a:lnTo>
                    <a:pt x="580" y="207"/>
                  </a:lnTo>
                  <a:lnTo>
                    <a:pt x="572" y="204"/>
                  </a:lnTo>
                  <a:lnTo>
                    <a:pt x="570" y="210"/>
                  </a:lnTo>
                  <a:lnTo>
                    <a:pt x="566" y="221"/>
                  </a:lnTo>
                  <a:lnTo>
                    <a:pt x="563" y="229"/>
                  </a:lnTo>
                  <a:lnTo>
                    <a:pt x="561" y="235"/>
                  </a:lnTo>
                  <a:lnTo>
                    <a:pt x="560" y="240"/>
                  </a:lnTo>
                  <a:lnTo>
                    <a:pt x="564" y="245"/>
                  </a:lnTo>
                  <a:lnTo>
                    <a:pt x="565" y="248"/>
                  </a:lnTo>
                  <a:lnTo>
                    <a:pt x="564" y="250"/>
                  </a:lnTo>
                  <a:lnTo>
                    <a:pt x="562" y="252"/>
                  </a:lnTo>
                  <a:lnTo>
                    <a:pt x="560" y="252"/>
                  </a:lnTo>
                  <a:lnTo>
                    <a:pt x="552" y="250"/>
                  </a:lnTo>
                  <a:lnTo>
                    <a:pt x="548" y="248"/>
                  </a:lnTo>
                  <a:lnTo>
                    <a:pt x="546" y="249"/>
                  </a:lnTo>
                  <a:lnTo>
                    <a:pt x="538" y="251"/>
                  </a:lnTo>
                  <a:lnTo>
                    <a:pt x="526" y="253"/>
                  </a:lnTo>
                  <a:lnTo>
                    <a:pt x="523" y="255"/>
                  </a:lnTo>
                  <a:lnTo>
                    <a:pt x="521" y="258"/>
                  </a:lnTo>
                  <a:lnTo>
                    <a:pt x="521" y="260"/>
                  </a:lnTo>
                  <a:lnTo>
                    <a:pt x="523" y="262"/>
                  </a:lnTo>
                  <a:lnTo>
                    <a:pt x="525" y="261"/>
                  </a:lnTo>
                  <a:lnTo>
                    <a:pt x="528" y="263"/>
                  </a:lnTo>
                  <a:lnTo>
                    <a:pt x="528" y="276"/>
                  </a:lnTo>
                  <a:lnTo>
                    <a:pt x="531" y="282"/>
                  </a:lnTo>
                  <a:lnTo>
                    <a:pt x="533" y="287"/>
                  </a:lnTo>
                  <a:lnTo>
                    <a:pt x="534" y="291"/>
                  </a:lnTo>
                  <a:lnTo>
                    <a:pt x="532" y="294"/>
                  </a:lnTo>
                  <a:lnTo>
                    <a:pt x="527" y="300"/>
                  </a:lnTo>
                  <a:lnTo>
                    <a:pt x="525" y="303"/>
                  </a:lnTo>
                  <a:lnTo>
                    <a:pt x="525" y="307"/>
                  </a:lnTo>
                  <a:lnTo>
                    <a:pt x="526" y="31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89" name="Freeform 8"/>
            <p:cNvSpPr>
              <a:spLocks/>
            </p:cNvSpPr>
            <p:nvPr/>
          </p:nvSpPr>
          <p:spPr bwMode="gray">
            <a:xfrm>
              <a:off x="3513138" y="3582988"/>
              <a:ext cx="79375" cy="80963"/>
            </a:xfrm>
            <a:custGeom>
              <a:avLst/>
              <a:gdLst>
                <a:gd name="T0" fmla="*/ 46 w 50"/>
                <a:gd name="T1" fmla="*/ 50 h 51"/>
                <a:gd name="T2" fmla="*/ 41 w 50"/>
                <a:gd name="T3" fmla="*/ 44 h 51"/>
                <a:gd name="T4" fmla="*/ 39 w 50"/>
                <a:gd name="T5" fmla="*/ 40 h 51"/>
                <a:gd name="T6" fmla="*/ 38 w 50"/>
                <a:gd name="T7" fmla="*/ 38 h 51"/>
                <a:gd name="T8" fmla="*/ 35 w 50"/>
                <a:gd name="T9" fmla="*/ 36 h 51"/>
                <a:gd name="T10" fmla="*/ 31 w 50"/>
                <a:gd name="T11" fmla="*/ 36 h 51"/>
                <a:gd name="T12" fmla="*/ 28 w 50"/>
                <a:gd name="T13" fmla="*/ 33 h 51"/>
                <a:gd name="T14" fmla="*/ 25 w 50"/>
                <a:gd name="T15" fmla="*/ 32 h 51"/>
                <a:gd name="T16" fmla="*/ 18 w 50"/>
                <a:gd name="T17" fmla="*/ 32 h 51"/>
                <a:gd name="T18" fmla="*/ 5 w 50"/>
                <a:gd name="T19" fmla="*/ 27 h 51"/>
                <a:gd name="T20" fmla="*/ 3 w 50"/>
                <a:gd name="T21" fmla="*/ 21 h 51"/>
                <a:gd name="T22" fmla="*/ 6 w 50"/>
                <a:gd name="T23" fmla="*/ 12 h 51"/>
                <a:gd name="T24" fmla="*/ 3 w 50"/>
                <a:gd name="T25" fmla="*/ 4 h 51"/>
                <a:gd name="T26" fmla="*/ 7 w 50"/>
                <a:gd name="T27" fmla="*/ 3 h 51"/>
                <a:gd name="T28" fmla="*/ 13 w 50"/>
                <a:gd name="T29" fmla="*/ 2 h 51"/>
                <a:gd name="T30" fmla="*/ 21 w 50"/>
                <a:gd name="T31" fmla="*/ 1 h 51"/>
                <a:gd name="T32" fmla="*/ 26 w 50"/>
                <a:gd name="T33" fmla="*/ 0 h 51"/>
                <a:gd name="T34" fmla="*/ 28 w 50"/>
                <a:gd name="T35" fmla="*/ 3 h 51"/>
                <a:gd name="T36" fmla="*/ 28 w 50"/>
                <a:gd name="T37" fmla="*/ 5 h 51"/>
                <a:gd name="T38" fmla="*/ 32 w 50"/>
                <a:gd name="T39" fmla="*/ 7 h 51"/>
                <a:gd name="T40" fmla="*/ 35 w 50"/>
                <a:gd name="T41" fmla="*/ 10 h 51"/>
                <a:gd name="T42" fmla="*/ 31 w 50"/>
                <a:gd name="T43" fmla="*/ 14 h 51"/>
                <a:gd name="T44" fmla="*/ 37 w 50"/>
                <a:gd name="T45" fmla="*/ 21 h 51"/>
                <a:gd name="T46" fmla="*/ 40 w 50"/>
                <a:gd name="T47" fmla="*/ 22 h 51"/>
                <a:gd name="T48" fmla="*/ 39 w 50"/>
                <a:gd name="T49" fmla="*/ 27 h 51"/>
                <a:gd name="T50" fmla="*/ 35 w 50"/>
                <a:gd name="T51" fmla="*/ 27 h 51"/>
                <a:gd name="T52" fmla="*/ 38 w 50"/>
                <a:gd name="T53" fmla="*/ 29 h 51"/>
                <a:gd name="T54" fmla="*/ 41 w 50"/>
                <a:gd name="T55" fmla="*/ 32 h 51"/>
                <a:gd name="T56" fmla="*/ 44 w 50"/>
                <a:gd name="T57" fmla="*/ 35 h 51"/>
                <a:gd name="T58" fmla="*/ 49 w 50"/>
                <a:gd name="T59" fmla="*/ 36 h 51"/>
                <a:gd name="T60" fmla="*/ 47 w 50"/>
                <a:gd name="T61" fmla="*/ 39 h 51"/>
                <a:gd name="T62" fmla="*/ 50 w 50"/>
                <a:gd name="T63" fmla="*/ 43 h 51"/>
                <a:gd name="T64" fmla="*/ 47 w 50"/>
                <a:gd name="T65" fmla="*/ 44 h 51"/>
                <a:gd name="T66" fmla="*/ 49 w 50"/>
                <a:gd name="T67" fmla="*/ 46 h 51"/>
                <a:gd name="T68" fmla="*/ 49 w 50"/>
                <a:gd name="T69" fmla="*/ 47 h 5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50"/>
                <a:gd name="T106" fmla="*/ 0 h 51"/>
                <a:gd name="T107" fmla="*/ 50 w 50"/>
                <a:gd name="T108" fmla="*/ 51 h 51"/>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50" h="51">
                  <a:moveTo>
                    <a:pt x="49" y="47"/>
                  </a:moveTo>
                  <a:lnTo>
                    <a:pt x="46" y="50"/>
                  </a:lnTo>
                  <a:lnTo>
                    <a:pt x="43" y="51"/>
                  </a:lnTo>
                  <a:lnTo>
                    <a:pt x="41" y="44"/>
                  </a:lnTo>
                  <a:lnTo>
                    <a:pt x="41" y="42"/>
                  </a:lnTo>
                  <a:lnTo>
                    <a:pt x="39" y="40"/>
                  </a:lnTo>
                  <a:lnTo>
                    <a:pt x="38" y="40"/>
                  </a:lnTo>
                  <a:lnTo>
                    <a:pt x="38" y="38"/>
                  </a:lnTo>
                  <a:lnTo>
                    <a:pt x="38" y="36"/>
                  </a:lnTo>
                  <a:lnTo>
                    <a:pt x="35" y="36"/>
                  </a:lnTo>
                  <a:lnTo>
                    <a:pt x="32" y="37"/>
                  </a:lnTo>
                  <a:lnTo>
                    <a:pt x="31" y="36"/>
                  </a:lnTo>
                  <a:lnTo>
                    <a:pt x="28" y="35"/>
                  </a:lnTo>
                  <a:lnTo>
                    <a:pt x="28" y="33"/>
                  </a:lnTo>
                  <a:lnTo>
                    <a:pt x="26" y="31"/>
                  </a:lnTo>
                  <a:lnTo>
                    <a:pt x="25" y="32"/>
                  </a:lnTo>
                  <a:lnTo>
                    <a:pt x="24" y="32"/>
                  </a:lnTo>
                  <a:lnTo>
                    <a:pt x="18" y="32"/>
                  </a:lnTo>
                  <a:lnTo>
                    <a:pt x="15" y="28"/>
                  </a:lnTo>
                  <a:lnTo>
                    <a:pt x="5" y="27"/>
                  </a:lnTo>
                  <a:lnTo>
                    <a:pt x="3" y="25"/>
                  </a:lnTo>
                  <a:lnTo>
                    <a:pt x="3" y="21"/>
                  </a:lnTo>
                  <a:lnTo>
                    <a:pt x="6" y="14"/>
                  </a:lnTo>
                  <a:lnTo>
                    <a:pt x="6" y="12"/>
                  </a:lnTo>
                  <a:lnTo>
                    <a:pt x="0" y="5"/>
                  </a:lnTo>
                  <a:lnTo>
                    <a:pt x="3" y="4"/>
                  </a:lnTo>
                  <a:lnTo>
                    <a:pt x="5" y="4"/>
                  </a:lnTo>
                  <a:lnTo>
                    <a:pt x="7" y="3"/>
                  </a:lnTo>
                  <a:lnTo>
                    <a:pt x="10" y="3"/>
                  </a:lnTo>
                  <a:lnTo>
                    <a:pt x="13" y="2"/>
                  </a:lnTo>
                  <a:lnTo>
                    <a:pt x="17" y="2"/>
                  </a:lnTo>
                  <a:lnTo>
                    <a:pt x="21" y="1"/>
                  </a:lnTo>
                  <a:lnTo>
                    <a:pt x="24" y="1"/>
                  </a:lnTo>
                  <a:lnTo>
                    <a:pt x="26" y="0"/>
                  </a:lnTo>
                  <a:lnTo>
                    <a:pt x="27" y="2"/>
                  </a:lnTo>
                  <a:lnTo>
                    <a:pt x="28" y="3"/>
                  </a:lnTo>
                  <a:lnTo>
                    <a:pt x="28" y="4"/>
                  </a:lnTo>
                  <a:lnTo>
                    <a:pt x="28" y="5"/>
                  </a:lnTo>
                  <a:lnTo>
                    <a:pt x="29" y="6"/>
                  </a:lnTo>
                  <a:lnTo>
                    <a:pt x="32" y="7"/>
                  </a:lnTo>
                  <a:lnTo>
                    <a:pt x="34" y="8"/>
                  </a:lnTo>
                  <a:lnTo>
                    <a:pt x="35" y="10"/>
                  </a:lnTo>
                  <a:lnTo>
                    <a:pt x="32" y="12"/>
                  </a:lnTo>
                  <a:lnTo>
                    <a:pt x="31" y="14"/>
                  </a:lnTo>
                  <a:lnTo>
                    <a:pt x="33" y="17"/>
                  </a:lnTo>
                  <a:lnTo>
                    <a:pt x="37" y="21"/>
                  </a:lnTo>
                  <a:lnTo>
                    <a:pt x="39" y="22"/>
                  </a:lnTo>
                  <a:lnTo>
                    <a:pt x="40" y="22"/>
                  </a:lnTo>
                  <a:lnTo>
                    <a:pt x="40" y="24"/>
                  </a:lnTo>
                  <a:lnTo>
                    <a:pt x="39" y="27"/>
                  </a:lnTo>
                  <a:lnTo>
                    <a:pt x="36" y="27"/>
                  </a:lnTo>
                  <a:lnTo>
                    <a:pt x="35" y="27"/>
                  </a:lnTo>
                  <a:lnTo>
                    <a:pt x="36" y="27"/>
                  </a:lnTo>
                  <a:lnTo>
                    <a:pt x="38" y="29"/>
                  </a:lnTo>
                  <a:lnTo>
                    <a:pt x="39" y="32"/>
                  </a:lnTo>
                  <a:lnTo>
                    <a:pt x="41" y="32"/>
                  </a:lnTo>
                  <a:lnTo>
                    <a:pt x="43" y="34"/>
                  </a:lnTo>
                  <a:lnTo>
                    <a:pt x="44" y="35"/>
                  </a:lnTo>
                  <a:lnTo>
                    <a:pt x="47" y="35"/>
                  </a:lnTo>
                  <a:lnTo>
                    <a:pt x="49" y="36"/>
                  </a:lnTo>
                  <a:lnTo>
                    <a:pt x="48" y="37"/>
                  </a:lnTo>
                  <a:lnTo>
                    <a:pt x="47" y="39"/>
                  </a:lnTo>
                  <a:lnTo>
                    <a:pt x="48" y="41"/>
                  </a:lnTo>
                  <a:lnTo>
                    <a:pt x="50" y="43"/>
                  </a:lnTo>
                  <a:lnTo>
                    <a:pt x="49" y="43"/>
                  </a:lnTo>
                  <a:lnTo>
                    <a:pt x="47" y="44"/>
                  </a:lnTo>
                  <a:lnTo>
                    <a:pt x="48" y="44"/>
                  </a:lnTo>
                  <a:lnTo>
                    <a:pt x="49" y="46"/>
                  </a:lnTo>
                  <a:lnTo>
                    <a:pt x="48" y="47"/>
                  </a:lnTo>
                  <a:lnTo>
                    <a:pt x="49" y="47"/>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0" name="Freeform 9"/>
            <p:cNvSpPr>
              <a:spLocks/>
            </p:cNvSpPr>
            <p:nvPr/>
          </p:nvSpPr>
          <p:spPr bwMode="gray">
            <a:xfrm>
              <a:off x="3513138" y="3582988"/>
              <a:ext cx="79375" cy="80963"/>
            </a:xfrm>
            <a:custGeom>
              <a:avLst/>
              <a:gdLst>
                <a:gd name="T0" fmla="*/ 46 w 50"/>
                <a:gd name="T1" fmla="*/ 50 h 51"/>
                <a:gd name="T2" fmla="*/ 41 w 50"/>
                <a:gd name="T3" fmla="*/ 44 h 51"/>
                <a:gd name="T4" fmla="*/ 39 w 50"/>
                <a:gd name="T5" fmla="*/ 40 h 51"/>
                <a:gd name="T6" fmla="*/ 38 w 50"/>
                <a:gd name="T7" fmla="*/ 38 h 51"/>
                <a:gd name="T8" fmla="*/ 35 w 50"/>
                <a:gd name="T9" fmla="*/ 36 h 51"/>
                <a:gd name="T10" fmla="*/ 31 w 50"/>
                <a:gd name="T11" fmla="*/ 36 h 51"/>
                <a:gd name="T12" fmla="*/ 28 w 50"/>
                <a:gd name="T13" fmla="*/ 33 h 51"/>
                <a:gd name="T14" fmla="*/ 25 w 50"/>
                <a:gd name="T15" fmla="*/ 32 h 51"/>
                <a:gd name="T16" fmla="*/ 18 w 50"/>
                <a:gd name="T17" fmla="*/ 32 h 51"/>
                <a:gd name="T18" fmla="*/ 5 w 50"/>
                <a:gd name="T19" fmla="*/ 27 h 51"/>
                <a:gd name="T20" fmla="*/ 3 w 50"/>
                <a:gd name="T21" fmla="*/ 21 h 51"/>
                <a:gd name="T22" fmla="*/ 6 w 50"/>
                <a:gd name="T23" fmla="*/ 12 h 51"/>
                <a:gd name="T24" fmla="*/ 3 w 50"/>
                <a:gd name="T25" fmla="*/ 4 h 51"/>
                <a:gd name="T26" fmla="*/ 7 w 50"/>
                <a:gd name="T27" fmla="*/ 3 h 51"/>
                <a:gd name="T28" fmla="*/ 13 w 50"/>
                <a:gd name="T29" fmla="*/ 2 h 51"/>
                <a:gd name="T30" fmla="*/ 21 w 50"/>
                <a:gd name="T31" fmla="*/ 1 h 51"/>
                <a:gd name="T32" fmla="*/ 26 w 50"/>
                <a:gd name="T33" fmla="*/ 0 h 51"/>
                <a:gd name="T34" fmla="*/ 28 w 50"/>
                <a:gd name="T35" fmla="*/ 3 h 51"/>
                <a:gd name="T36" fmla="*/ 28 w 50"/>
                <a:gd name="T37" fmla="*/ 5 h 51"/>
                <a:gd name="T38" fmla="*/ 32 w 50"/>
                <a:gd name="T39" fmla="*/ 7 h 51"/>
                <a:gd name="T40" fmla="*/ 35 w 50"/>
                <a:gd name="T41" fmla="*/ 10 h 51"/>
                <a:gd name="T42" fmla="*/ 31 w 50"/>
                <a:gd name="T43" fmla="*/ 14 h 51"/>
                <a:gd name="T44" fmla="*/ 37 w 50"/>
                <a:gd name="T45" fmla="*/ 21 h 51"/>
                <a:gd name="T46" fmla="*/ 40 w 50"/>
                <a:gd name="T47" fmla="*/ 22 h 51"/>
                <a:gd name="T48" fmla="*/ 39 w 50"/>
                <a:gd name="T49" fmla="*/ 27 h 51"/>
                <a:gd name="T50" fmla="*/ 35 w 50"/>
                <a:gd name="T51" fmla="*/ 27 h 51"/>
                <a:gd name="T52" fmla="*/ 38 w 50"/>
                <a:gd name="T53" fmla="*/ 29 h 51"/>
                <a:gd name="T54" fmla="*/ 41 w 50"/>
                <a:gd name="T55" fmla="*/ 32 h 51"/>
                <a:gd name="T56" fmla="*/ 44 w 50"/>
                <a:gd name="T57" fmla="*/ 35 h 51"/>
                <a:gd name="T58" fmla="*/ 49 w 50"/>
                <a:gd name="T59" fmla="*/ 36 h 51"/>
                <a:gd name="T60" fmla="*/ 47 w 50"/>
                <a:gd name="T61" fmla="*/ 39 h 51"/>
                <a:gd name="T62" fmla="*/ 50 w 50"/>
                <a:gd name="T63" fmla="*/ 43 h 51"/>
                <a:gd name="T64" fmla="*/ 47 w 50"/>
                <a:gd name="T65" fmla="*/ 44 h 51"/>
                <a:gd name="T66" fmla="*/ 49 w 50"/>
                <a:gd name="T67" fmla="*/ 46 h 51"/>
                <a:gd name="T68" fmla="*/ 49 w 50"/>
                <a:gd name="T69" fmla="*/ 47 h 5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50"/>
                <a:gd name="T106" fmla="*/ 0 h 51"/>
                <a:gd name="T107" fmla="*/ 50 w 50"/>
                <a:gd name="T108" fmla="*/ 51 h 51"/>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50" h="51">
                  <a:moveTo>
                    <a:pt x="49" y="47"/>
                  </a:moveTo>
                  <a:lnTo>
                    <a:pt x="46" y="50"/>
                  </a:lnTo>
                  <a:lnTo>
                    <a:pt x="43" y="51"/>
                  </a:lnTo>
                  <a:lnTo>
                    <a:pt x="41" y="44"/>
                  </a:lnTo>
                  <a:lnTo>
                    <a:pt x="41" y="42"/>
                  </a:lnTo>
                  <a:lnTo>
                    <a:pt x="39" y="40"/>
                  </a:lnTo>
                  <a:lnTo>
                    <a:pt x="38" y="40"/>
                  </a:lnTo>
                  <a:lnTo>
                    <a:pt x="38" y="38"/>
                  </a:lnTo>
                  <a:lnTo>
                    <a:pt x="38" y="36"/>
                  </a:lnTo>
                  <a:lnTo>
                    <a:pt x="35" y="36"/>
                  </a:lnTo>
                  <a:lnTo>
                    <a:pt x="32" y="37"/>
                  </a:lnTo>
                  <a:lnTo>
                    <a:pt x="31" y="36"/>
                  </a:lnTo>
                  <a:lnTo>
                    <a:pt x="28" y="35"/>
                  </a:lnTo>
                  <a:lnTo>
                    <a:pt x="28" y="33"/>
                  </a:lnTo>
                  <a:lnTo>
                    <a:pt x="26" y="31"/>
                  </a:lnTo>
                  <a:lnTo>
                    <a:pt x="25" y="32"/>
                  </a:lnTo>
                  <a:lnTo>
                    <a:pt x="24" y="32"/>
                  </a:lnTo>
                  <a:lnTo>
                    <a:pt x="18" y="32"/>
                  </a:lnTo>
                  <a:lnTo>
                    <a:pt x="15" y="28"/>
                  </a:lnTo>
                  <a:lnTo>
                    <a:pt x="5" y="27"/>
                  </a:lnTo>
                  <a:lnTo>
                    <a:pt x="3" y="25"/>
                  </a:lnTo>
                  <a:lnTo>
                    <a:pt x="3" y="21"/>
                  </a:lnTo>
                  <a:lnTo>
                    <a:pt x="6" y="14"/>
                  </a:lnTo>
                  <a:lnTo>
                    <a:pt x="6" y="12"/>
                  </a:lnTo>
                  <a:lnTo>
                    <a:pt x="0" y="5"/>
                  </a:lnTo>
                  <a:lnTo>
                    <a:pt x="3" y="4"/>
                  </a:lnTo>
                  <a:lnTo>
                    <a:pt x="5" y="4"/>
                  </a:lnTo>
                  <a:lnTo>
                    <a:pt x="7" y="3"/>
                  </a:lnTo>
                  <a:lnTo>
                    <a:pt x="10" y="3"/>
                  </a:lnTo>
                  <a:lnTo>
                    <a:pt x="13" y="2"/>
                  </a:lnTo>
                  <a:lnTo>
                    <a:pt x="17" y="2"/>
                  </a:lnTo>
                  <a:lnTo>
                    <a:pt x="21" y="1"/>
                  </a:lnTo>
                  <a:lnTo>
                    <a:pt x="24" y="1"/>
                  </a:lnTo>
                  <a:lnTo>
                    <a:pt x="26" y="0"/>
                  </a:lnTo>
                  <a:lnTo>
                    <a:pt x="27" y="2"/>
                  </a:lnTo>
                  <a:lnTo>
                    <a:pt x="28" y="3"/>
                  </a:lnTo>
                  <a:lnTo>
                    <a:pt x="28" y="4"/>
                  </a:lnTo>
                  <a:lnTo>
                    <a:pt x="28" y="5"/>
                  </a:lnTo>
                  <a:lnTo>
                    <a:pt x="29" y="6"/>
                  </a:lnTo>
                  <a:lnTo>
                    <a:pt x="32" y="7"/>
                  </a:lnTo>
                  <a:lnTo>
                    <a:pt x="34" y="8"/>
                  </a:lnTo>
                  <a:lnTo>
                    <a:pt x="35" y="10"/>
                  </a:lnTo>
                  <a:lnTo>
                    <a:pt x="32" y="12"/>
                  </a:lnTo>
                  <a:lnTo>
                    <a:pt x="31" y="14"/>
                  </a:lnTo>
                  <a:lnTo>
                    <a:pt x="33" y="17"/>
                  </a:lnTo>
                  <a:lnTo>
                    <a:pt x="37" y="21"/>
                  </a:lnTo>
                  <a:lnTo>
                    <a:pt x="39" y="22"/>
                  </a:lnTo>
                  <a:lnTo>
                    <a:pt x="40" y="22"/>
                  </a:lnTo>
                  <a:lnTo>
                    <a:pt x="40" y="24"/>
                  </a:lnTo>
                  <a:lnTo>
                    <a:pt x="39" y="27"/>
                  </a:lnTo>
                  <a:lnTo>
                    <a:pt x="36" y="27"/>
                  </a:lnTo>
                  <a:lnTo>
                    <a:pt x="35" y="27"/>
                  </a:lnTo>
                  <a:lnTo>
                    <a:pt x="36" y="27"/>
                  </a:lnTo>
                  <a:lnTo>
                    <a:pt x="38" y="29"/>
                  </a:lnTo>
                  <a:lnTo>
                    <a:pt x="39" y="32"/>
                  </a:lnTo>
                  <a:lnTo>
                    <a:pt x="41" y="32"/>
                  </a:lnTo>
                  <a:lnTo>
                    <a:pt x="43" y="34"/>
                  </a:lnTo>
                  <a:lnTo>
                    <a:pt x="44" y="35"/>
                  </a:lnTo>
                  <a:lnTo>
                    <a:pt x="47" y="35"/>
                  </a:lnTo>
                  <a:lnTo>
                    <a:pt x="49" y="36"/>
                  </a:lnTo>
                  <a:lnTo>
                    <a:pt x="48" y="37"/>
                  </a:lnTo>
                  <a:lnTo>
                    <a:pt x="47" y="39"/>
                  </a:lnTo>
                  <a:lnTo>
                    <a:pt x="48" y="41"/>
                  </a:lnTo>
                  <a:lnTo>
                    <a:pt x="50" y="43"/>
                  </a:lnTo>
                  <a:lnTo>
                    <a:pt x="49" y="43"/>
                  </a:lnTo>
                  <a:lnTo>
                    <a:pt x="47" y="44"/>
                  </a:lnTo>
                  <a:lnTo>
                    <a:pt x="48" y="44"/>
                  </a:lnTo>
                  <a:lnTo>
                    <a:pt x="49" y="46"/>
                  </a:lnTo>
                  <a:lnTo>
                    <a:pt x="48" y="47"/>
                  </a:lnTo>
                  <a:lnTo>
                    <a:pt x="49" y="47"/>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1" name="Freeform 10"/>
            <p:cNvSpPr>
              <a:spLocks noEditPoints="1"/>
            </p:cNvSpPr>
            <p:nvPr/>
          </p:nvSpPr>
          <p:spPr bwMode="gray">
            <a:xfrm>
              <a:off x="3541713" y="3563938"/>
              <a:ext cx="144463" cy="115888"/>
            </a:xfrm>
            <a:custGeom>
              <a:avLst/>
              <a:gdLst>
                <a:gd name="T0" fmla="*/ 58 w 91"/>
                <a:gd name="T1" fmla="*/ 71 h 73"/>
                <a:gd name="T2" fmla="*/ 52 w 91"/>
                <a:gd name="T3" fmla="*/ 62 h 73"/>
                <a:gd name="T4" fmla="*/ 54 w 91"/>
                <a:gd name="T5" fmla="*/ 56 h 73"/>
                <a:gd name="T6" fmla="*/ 58 w 91"/>
                <a:gd name="T7" fmla="*/ 52 h 73"/>
                <a:gd name="T8" fmla="*/ 52 w 91"/>
                <a:gd name="T9" fmla="*/ 46 h 73"/>
                <a:gd name="T10" fmla="*/ 40 w 91"/>
                <a:gd name="T11" fmla="*/ 52 h 73"/>
                <a:gd name="T12" fmla="*/ 31 w 91"/>
                <a:gd name="T13" fmla="*/ 59 h 73"/>
                <a:gd name="T14" fmla="*/ 30 w 91"/>
                <a:gd name="T15" fmla="*/ 56 h 73"/>
                <a:gd name="T16" fmla="*/ 32 w 91"/>
                <a:gd name="T17" fmla="*/ 55 h 73"/>
                <a:gd name="T18" fmla="*/ 30 w 91"/>
                <a:gd name="T19" fmla="*/ 49 h 73"/>
                <a:gd name="T20" fmla="*/ 26 w 91"/>
                <a:gd name="T21" fmla="*/ 47 h 73"/>
                <a:gd name="T22" fmla="*/ 21 w 91"/>
                <a:gd name="T23" fmla="*/ 44 h 73"/>
                <a:gd name="T24" fmla="*/ 17 w 91"/>
                <a:gd name="T25" fmla="*/ 39 h 73"/>
                <a:gd name="T26" fmla="*/ 22 w 91"/>
                <a:gd name="T27" fmla="*/ 36 h 73"/>
                <a:gd name="T28" fmla="*/ 19 w 91"/>
                <a:gd name="T29" fmla="*/ 33 h 73"/>
                <a:gd name="T30" fmla="*/ 14 w 91"/>
                <a:gd name="T31" fmla="*/ 24 h 73"/>
                <a:gd name="T32" fmla="*/ 14 w 91"/>
                <a:gd name="T33" fmla="*/ 19 h 73"/>
                <a:gd name="T34" fmla="*/ 10 w 91"/>
                <a:gd name="T35" fmla="*/ 16 h 73"/>
                <a:gd name="T36" fmla="*/ 8 w 91"/>
                <a:gd name="T37" fmla="*/ 12 h 73"/>
                <a:gd name="T38" fmla="*/ 16 w 91"/>
                <a:gd name="T39" fmla="*/ 10 h 73"/>
                <a:gd name="T40" fmla="*/ 24 w 91"/>
                <a:gd name="T41" fmla="*/ 15 h 73"/>
                <a:gd name="T42" fmla="*/ 28 w 91"/>
                <a:gd name="T43" fmla="*/ 15 h 73"/>
                <a:gd name="T44" fmla="*/ 33 w 91"/>
                <a:gd name="T45" fmla="*/ 16 h 73"/>
                <a:gd name="T46" fmla="*/ 29 w 91"/>
                <a:gd name="T47" fmla="*/ 9 h 73"/>
                <a:gd name="T48" fmla="*/ 27 w 91"/>
                <a:gd name="T49" fmla="*/ 3 h 73"/>
                <a:gd name="T50" fmla="*/ 31 w 91"/>
                <a:gd name="T51" fmla="*/ 0 h 73"/>
                <a:gd name="T52" fmla="*/ 35 w 91"/>
                <a:gd name="T53" fmla="*/ 1 h 73"/>
                <a:gd name="T54" fmla="*/ 40 w 91"/>
                <a:gd name="T55" fmla="*/ 7 h 73"/>
                <a:gd name="T56" fmla="*/ 42 w 91"/>
                <a:gd name="T57" fmla="*/ 12 h 73"/>
                <a:gd name="T58" fmla="*/ 52 w 91"/>
                <a:gd name="T59" fmla="*/ 14 h 73"/>
                <a:gd name="T60" fmla="*/ 57 w 91"/>
                <a:gd name="T61" fmla="*/ 8 h 73"/>
                <a:gd name="T62" fmla="*/ 66 w 91"/>
                <a:gd name="T63" fmla="*/ 4 h 73"/>
                <a:gd name="T64" fmla="*/ 72 w 91"/>
                <a:gd name="T65" fmla="*/ 12 h 73"/>
                <a:gd name="T66" fmla="*/ 75 w 91"/>
                <a:gd name="T67" fmla="*/ 22 h 73"/>
                <a:gd name="T68" fmla="*/ 81 w 91"/>
                <a:gd name="T69" fmla="*/ 27 h 73"/>
                <a:gd name="T70" fmla="*/ 88 w 91"/>
                <a:gd name="T71" fmla="*/ 29 h 73"/>
                <a:gd name="T72" fmla="*/ 91 w 91"/>
                <a:gd name="T73" fmla="*/ 34 h 73"/>
                <a:gd name="T74" fmla="*/ 84 w 91"/>
                <a:gd name="T75" fmla="*/ 32 h 73"/>
                <a:gd name="T76" fmla="*/ 78 w 91"/>
                <a:gd name="T77" fmla="*/ 34 h 73"/>
                <a:gd name="T78" fmla="*/ 76 w 91"/>
                <a:gd name="T79" fmla="*/ 41 h 73"/>
                <a:gd name="T80" fmla="*/ 74 w 91"/>
                <a:gd name="T81" fmla="*/ 49 h 73"/>
                <a:gd name="T82" fmla="*/ 74 w 91"/>
                <a:gd name="T83" fmla="*/ 53 h 73"/>
                <a:gd name="T84" fmla="*/ 72 w 91"/>
                <a:gd name="T85" fmla="*/ 59 h 73"/>
                <a:gd name="T86" fmla="*/ 70 w 91"/>
                <a:gd name="T87" fmla="*/ 56 h 73"/>
                <a:gd name="T88" fmla="*/ 69 w 91"/>
                <a:gd name="T89" fmla="*/ 60 h 73"/>
                <a:gd name="T90" fmla="*/ 68 w 91"/>
                <a:gd name="T91" fmla="*/ 65 h 73"/>
                <a:gd name="T92" fmla="*/ 6 w 91"/>
                <a:gd name="T93" fmla="*/ 44 h 73"/>
                <a:gd name="T94" fmla="*/ 10 w 91"/>
                <a:gd name="T95" fmla="*/ 45 h 73"/>
                <a:gd name="T96" fmla="*/ 14 w 91"/>
                <a:gd name="T97" fmla="*/ 49 h 73"/>
                <a:gd name="T98" fmla="*/ 20 w 91"/>
                <a:gd name="T99" fmla="*/ 50 h 73"/>
                <a:gd name="T100" fmla="*/ 23 w 91"/>
                <a:gd name="T101" fmla="*/ 54 h 73"/>
                <a:gd name="T102" fmla="*/ 25 w 91"/>
                <a:gd name="T103" fmla="*/ 63 h 73"/>
                <a:gd name="T104" fmla="*/ 17 w 91"/>
                <a:gd name="T105" fmla="*/ 62 h 73"/>
                <a:gd name="T106" fmla="*/ 10 w 91"/>
                <a:gd name="T107" fmla="*/ 55 h 73"/>
                <a:gd name="T108" fmla="*/ 2 w 91"/>
                <a:gd name="T109" fmla="*/ 46 h 73"/>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91"/>
                <a:gd name="T166" fmla="*/ 0 h 73"/>
                <a:gd name="T167" fmla="*/ 91 w 91"/>
                <a:gd name="T168" fmla="*/ 73 h 73"/>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91" h="73">
                  <a:moveTo>
                    <a:pt x="65" y="73"/>
                  </a:moveTo>
                  <a:lnTo>
                    <a:pt x="60" y="70"/>
                  </a:lnTo>
                  <a:lnTo>
                    <a:pt x="58" y="71"/>
                  </a:lnTo>
                  <a:lnTo>
                    <a:pt x="56" y="67"/>
                  </a:lnTo>
                  <a:lnTo>
                    <a:pt x="53" y="66"/>
                  </a:lnTo>
                  <a:lnTo>
                    <a:pt x="52" y="62"/>
                  </a:lnTo>
                  <a:lnTo>
                    <a:pt x="56" y="60"/>
                  </a:lnTo>
                  <a:lnTo>
                    <a:pt x="56" y="58"/>
                  </a:lnTo>
                  <a:lnTo>
                    <a:pt x="54" y="56"/>
                  </a:lnTo>
                  <a:lnTo>
                    <a:pt x="54" y="55"/>
                  </a:lnTo>
                  <a:lnTo>
                    <a:pt x="58" y="53"/>
                  </a:lnTo>
                  <a:lnTo>
                    <a:pt x="58" y="52"/>
                  </a:lnTo>
                  <a:lnTo>
                    <a:pt x="58" y="51"/>
                  </a:lnTo>
                  <a:lnTo>
                    <a:pt x="55" y="49"/>
                  </a:lnTo>
                  <a:lnTo>
                    <a:pt x="52" y="46"/>
                  </a:lnTo>
                  <a:lnTo>
                    <a:pt x="50" y="45"/>
                  </a:lnTo>
                  <a:lnTo>
                    <a:pt x="47" y="47"/>
                  </a:lnTo>
                  <a:lnTo>
                    <a:pt x="40" y="52"/>
                  </a:lnTo>
                  <a:lnTo>
                    <a:pt x="37" y="56"/>
                  </a:lnTo>
                  <a:lnTo>
                    <a:pt x="32" y="57"/>
                  </a:lnTo>
                  <a:lnTo>
                    <a:pt x="31" y="59"/>
                  </a:lnTo>
                  <a:lnTo>
                    <a:pt x="30" y="59"/>
                  </a:lnTo>
                  <a:lnTo>
                    <a:pt x="31" y="58"/>
                  </a:lnTo>
                  <a:lnTo>
                    <a:pt x="30" y="56"/>
                  </a:lnTo>
                  <a:lnTo>
                    <a:pt x="29" y="56"/>
                  </a:lnTo>
                  <a:lnTo>
                    <a:pt x="31" y="55"/>
                  </a:lnTo>
                  <a:lnTo>
                    <a:pt x="32" y="55"/>
                  </a:lnTo>
                  <a:lnTo>
                    <a:pt x="30" y="53"/>
                  </a:lnTo>
                  <a:lnTo>
                    <a:pt x="29" y="51"/>
                  </a:lnTo>
                  <a:lnTo>
                    <a:pt x="30" y="49"/>
                  </a:lnTo>
                  <a:lnTo>
                    <a:pt x="31" y="48"/>
                  </a:lnTo>
                  <a:lnTo>
                    <a:pt x="29" y="47"/>
                  </a:lnTo>
                  <a:lnTo>
                    <a:pt x="26" y="47"/>
                  </a:lnTo>
                  <a:lnTo>
                    <a:pt x="25" y="46"/>
                  </a:lnTo>
                  <a:lnTo>
                    <a:pt x="23" y="44"/>
                  </a:lnTo>
                  <a:lnTo>
                    <a:pt x="21" y="44"/>
                  </a:lnTo>
                  <a:lnTo>
                    <a:pt x="20" y="41"/>
                  </a:lnTo>
                  <a:lnTo>
                    <a:pt x="18" y="39"/>
                  </a:lnTo>
                  <a:lnTo>
                    <a:pt x="17" y="39"/>
                  </a:lnTo>
                  <a:lnTo>
                    <a:pt x="18" y="39"/>
                  </a:lnTo>
                  <a:lnTo>
                    <a:pt x="21" y="39"/>
                  </a:lnTo>
                  <a:lnTo>
                    <a:pt x="22" y="36"/>
                  </a:lnTo>
                  <a:lnTo>
                    <a:pt x="22" y="34"/>
                  </a:lnTo>
                  <a:lnTo>
                    <a:pt x="21" y="34"/>
                  </a:lnTo>
                  <a:lnTo>
                    <a:pt x="19" y="33"/>
                  </a:lnTo>
                  <a:lnTo>
                    <a:pt x="15" y="29"/>
                  </a:lnTo>
                  <a:lnTo>
                    <a:pt x="13" y="26"/>
                  </a:lnTo>
                  <a:lnTo>
                    <a:pt x="14" y="24"/>
                  </a:lnTo>
                  <a:lnTo>
                    <a:pt x="17" y="22"/>
                  </a:lnTo>
                  <a:lnTo>
                    <a:pt x="16" y="20"/>
                  </a:lnTo>
                  <a:lnTo>
                    <a:pt x="14" y="19"/>
                  </a:lnTo>
                  <a:lnTo>
                    <a:pt x="11" y="18"/>
                  </a:lnTo>
                  <a:lnTo>
                    <a:pt x="10" y="17"/>
                  </a:lnTo>
                  <a:lnTo>
                    <a:pt x="10" y="16"/>
                  </a:lnTo>
                  <a:lnTo>
                    <a:pt x="10" y="15"/>
                  </a:lnTo>
                  <a:lnTo>
                    <a:pt x="9" y="14"/>
                  </a:lnTo>
                  <a:lnTo>
                    <a:pt x="8" y="12"/>
                  </a:lnTo>
                  <a:lnTo>
                    <a:pt x="10" y="9"/>
                  </a:lnTo>
                  <a:lnTo>
                    <a:pt x="12" y="9"/>
                  </a:lnTo>
                  <a:lnTo>
                    <a:pt x="16" y="10"/>
                  </a:lnTo>
                  <a:lnTo>
                    <a:pt x="18" y="11"/>
                  </a:lnTo>
                  <a:lnTo>
                    <a:pt x="19" y="13"/>
                  </a:lnTo>
                  <a:lnTo>
                    <a:pt x="24" y="15"/>
                  </a:lnTo>
                  <a:lnTo>
                    <a:pt x="26" y="14"/>
                  </a:lnTo>
                  <a:lnTo>
                    <a:pt x="27" y="15"/>
                  </a:lnTo>
                  <a:lnTo>
                    <a:pt x="28" y="15"/>
                  </a:lnTo>
                  <a:lnTo>
                    <a:pt x="30" y="17"/>
                  </a:lnTo>
                  <a:lnTo>
                    <a:pt x="32" y="17"/>
                  </a:lnTo>
                  <a:lnTo>
                    <a:pt x="33" y="16"/>
                  </a:lnTo>
                  <a:lnTo>
                    <a:pt x="34" y="13"/>
                  </a:lnTo>
                  <a:lnTo>
                    <a:pt x="33" y="11"/>
                  </a:lnTo>
                  <a:lnTo>
                    <a:pt x="29" y="9"/>
                  </a:lnTo>
                  <a:lnTo>
                    <a:pt x="27" y="6"/>
                  </a:lnTo>
                  <a:lnTo>
                    <a:pt x="26" y="4"/>
                  </a:lnTo>
                  <a:lnTo>
                    <a:pt x="27" y="3"/>
                  </a:lnTo>
                  <a:lnTo>
                    <a:pt x="28" y="2"/>
                  </a:lnTo>
                  <a:lnTo>
                    <a:pt x="30" y="0"/>
                  </a:lnTo>
                  <a:lnTo>
                    <a:pt x="31" y="0"/>
                  </a:lnTo>
                  <a:lnTo>
                    <a:pt x="32" y="1"/>
                  </a:lnTo>
                  <a:lnTo>
                    <a:pt x="33" y="1"/>
                  </a:lnTo>
                  <a:lnTo>
                    <a:pt x="35" y="1"/>
                  </a:lnTo>
                  <a:lnTo>
                    <a:pt x="36" y="3"/>
                  </a:lnTo>
                  <a:lnTo>
                    <a:pt x="39" y="6"/>
                  </a:lnTo>
                  <a:lnTo>
                    <a:pt x="40" y="7"/>
                  </a:lnTo>
                  <a:lnTo>
                    <a:pt x="42" y="9"/>
                  </a:lnTo>
                  <a:lnTo>
                    <a:pt x="42" y="12"/>
                  </a:lnTo>
                  <a:lnTo>
                    <a:pt x="46" y="13"/>
                  </a:lnTo>
                  <a:lnTo>
                    <a:pt x="50" y="14"/>
                  </a:lnTo>
                  <a:lnTo>
                    <a:pt x="52" y="14"/>
                  </a:lnTo>
                  <a:lnTo>
                    <a:pt x="54" y="12"/>
                  </a:lnTo>
                  <a:lnTo>
                    <a:pt x="56" y="9"/>
                  </a:lnTo>
                  <a:lnTo>
                    <a:pt x="57" y="8"/>
                  </a:lnTo>
                  <a:lnTo>
                    <a:pt x="61" y="5"/>
                  </a:lnTo>
                  <a:lnTo>
                    <a:pt x="63" y="1"/>
                  </a:lnTo>
                  <a:lnTo>
                    <a:pt x="66" y="4"/>
                  </a:lnTo>
                  <a:lnTo>
                    <a:pt x="68" y="8"/>
                  </a:lnTo>
                  <a:lnTo>
                    <a:pt x="70" y="10"/>
                  </a:lnTo>
                  <a:lnTo>
                    <a:pt x="72" y="12"/>
                  </a:lnTo>
                  <a:lnTo>
                    <a:pt x="72" y="17"/>
                  </a:lnTo>
                  <a:lnTo>
                    <a:pt x="73" y="19"/>
                  </a:lnTo>
                  <a:lnTo>
                    <a:pt x="75" y="22"/>
                  </a:lnTo>
                  <a:lnTo>
                    <a:pt x="77" y="24"/>
                  </a:lnTo>
                  <a:lnTo>
                    <a:pt x="77" y="25"/>
                  </a:lnTo>
                  <a:lnTo>
                    <a:pt x="81" y="27"/>
                  </a:lnTo>
                  <a:lnTo>
                    <a:pt x="84" y="26"/>
                  </a:lnTo>
                  <a:lnTo>
                    <a:pt x="86" y="27"/>
                  </a:lnTo>
                  <a:lnTo>
                    <a:pt x="88" y="29"/>
                  </a:lnTo>
                  <a:lnTo>
                    <a:pt x="90" y="30"/>
                  </a:lnTo>
                  <a:lnTo>
                    <a:pt x="91" y="32"/>
                  </a:lnTo>
                  <a:lnTo>
                    <a:pt x="91" y="34"/>
                  </a:lnTo>
                  <a:lnTo>
                    <a:pt x="88" y="32"/>
                  </a:lnTo>
                  <a:lnTo>
                    <a:pt x="86" y="32"/>
                  </a:lnTo>
                  <a:lnTo>
                    <a:pt x="84" y="32"/>
                  </a:lnTo>
                  <a:lnTo>
                    <a:pt x="82" y="32"/>
                  </a:lnTo>
                  <a:lnTo>
                    <a:pt x="81" y="33"/>
                  </a:lnTo>
                  <a:lnTo>
                    <a:pt x="78" y="34"/>
                  </a:lnTo>
                  <a:lnTo>
                    <a:pt x="77" y="35"/>
                  </a:lnTo>
                  <a:lnTo>
                    <a:pt x="77" y="37"/>
                  </a:lnTo>
                  <a:lnTo>
                    <a:pt x="76" y="41"/>
                  </a:lnTo>
                  <a:lnTo>
                    <a:pt x="76" y="44"/>
                  </a:lnTo>
                  <a:lnTo>
                    <a:pt x="75" y="46"/>
                  </a:lnTo>
                  <a:lnTo>
                    <a:pt x="74" y="49"/>
                  </a:lnTo>
                  <a:lnTo>
                    <a:pt x="76" y="52"/>
                  </a:lnTo>
                  <a:lnTo>
                    <a:pt x="76" y="53"/>
                  </a:lnTo>
                  <a:lnTo>
                    <a:pt x="74" y="53"/>
                  </a:lnTo>
                  <a:lnTo>
                    <a:pt x="73" y="54"/>
                  </a:lnTo>
                  <a:lnTo>
                    <a:pt x="73" y="56"/>
                  </a:lnTo>
                  <a:lnTo>
                    <a:pt x="72" y="59"/>
                  </a:lnTo>
                  <a:lnTo>
                    <a:pt x="71" y="58"/>
                  </a:lnTo>
                  <a:lnTo>
                    <a:pt x="71" y="56"/>
                  </a:lnTo>
                  <a:lnTo>
                    <a:pt x="70" y="56"/>
                  </a:lnTo>
                  <a:lnTo>
                    <a:pt x="69" y="56"/>
                  </a:lnTo>
                  <a:lnTo>
                    <a:pt x="69" y="59"/>
                  </a:lnTo>
                  <a:lnTo>
                    <a:pt x="69" y="60"/>
                  </a:lnTo>
                  <a:lnTo>
                    <a:pt x="68" y="62"/>
                  </a:lnTo>
                  <a:lnTo>
                    <a:pt x="67" y="62"/>
                  </a:lnTo>
                  <a:lnTo>
                    <a:pt x="68" y="65"/>
                  </a:lnTo>
                  <a:lnTo>
                    <a:pt x="65" y="73"/>
                  </a:lnTo>
                  <a:close/>
                  <a:moveTo>
                    <a:pt x="0" y="44"/>
                  </a:moveTo>
                  <a:lnTo>
                    <a:pt x="6" y="44"/>
                  </a:lnTo>
                  <a:lnTo>
                    <a:pt x="7" y="44"/>
                  </a:lnTo>
                  <a:lnTo>
                    <a:pt x="8" y="43"/>
                  </a:lnTo>
                  <a:lnTo>
                    <a:pt x="10" y="45"/>
                  </a:lnTo>
                  <a:lnTo>
                    <a:pt x="10" y="47"/>
                  </a:lnTo>
                  <a:lnTo>
                    <a:pt x="13" y="48"/>
                  </a:lnTo>
                  <a:lnTo>
                    <a:pt x="14" y="49"/>
                  </a:lnTo>
                  <a:lnTo>
                    <a:pt x="17" y="48"/>
                  </a:lnTo>
                  <a:lnTo>
                    <a:pt x="20" y="48"/>
                  </a:lnTo>
                  <a:lnTo>
                    <a:pt x="20" y="50"/>
                  </a:lnTo>
                  <a:lnTo>
                    <a:pt x="20" y="52"/>
                  </a:lnTo>
                  <a:lnTo>
                    <a:pt x="21" y="52"/>
                  </a:lnTo>
                  <a:lnTo>
                    <a:pt x="23" y="54"/>
                  </a:lnTo>
                  <a:lnTo>
                    <a:pt x="23" y="56"/>
                  </a:lnTo>
                  <a:lnTo>
                    <a:pt x="25" y="63"/>
                  </a:lnTo>
                  <a:lnTo>
                    <a:pt x="24" y="62"/>
                  </a:lnTo>
                  <a:lnTo>
                    <a:pt x="21" y="62"/>
                  </a:lnTo>
                  <a:lnTo>
                    <a:pt x="17" y="62"/>
                  </a:lnTo>
                  <a:lnTo>
                    <a:pt x="14" y="60"/>
                  </a:lnTo>
                  <a:lnTo>
                    <a:pt x="12" y="58"/>
                  </a:lnTo>
                  <a:lnTo>
                    <a:pt x="10" y="55"/>
                  </a:lnTo>
                  <a:lnTo>
                    <a:pt x="6" y="53"/>
                  </a:lnTo>
                  <a:lnTo>
                    <a:pt x="4" y="49"/>
                  </a:lnTo>
                  <a:lnTo>
                    <a:pt x="2" y="46"/>
                  </a:lnTo>
                  <a:lnTo>
                    <a:pt x="0" y="4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2" name="Freeform 11"/>
            <p:cNvSpPr>
              <a:spLocks/>
            </p:cNvSpPr>
            <p:nvPr/>
          </p:nvSpPr>
          <p:spPr bwMode="gray">
            <a:xfrm>
              <a:off x="3554413" y="3563938"/>
              <a:ext cx="131763" cy="115888"/>
            </a:xfrm>
            <a:custGeom>
              <a:avLst/>
              <a:gdLst>
                <a:gd name="T0" fmla="*/ 50 w 83"/>
                <a:gd name="T1" fmla="*/ 71 h 73"/>
                <a:gd name="T2" fmla="*/ 44 w 83"/>
                <a:gd name="T3" fmla="*/ 62 h 73"/>
                <a:gd name="T4" fmla="*/ 46 w 83"/>
                <a:gd name="T5" fmla="*/ 56 h 73"/>
                <a:gd name="T6" fmla="*/ 50 w 83"/>
                <a:gd name="T7" fmla="*/ 52 h 73"/>
                <a:gd name="T8" fmla="*/ 44 w 83"/>
                <a:gd name="T9" fmla="*/ 46 h 73"/>
                <a:gd name="T10" fmla="*/ 32 w 83"/>
                <a:gd name="T11" fmla="*/ 52 h 73"/>
                <a:gd name="T12" fmla="*/ 23 w 83"/>
                <a:gd name="T13" fmla="*/ 59 h 73"/>
                <a:gd name="T14" fmla="*/ 22 w 83"/>
                <a:gd name="T15" fmla="*/ 56 h 73"/>
                <a:gd name="T16" fmla="*/ 24 w 83"/>
                <a:gd name="T17" fmla="*/ 55 h 73"/>
                <a:gd name="T18" fmla="*/ 22 w 83"/>
                <a:gd name="T19" fmla="*/ 49 h 73"/>
                <a:gd name="T20" fmla="*/ 18 w 83"/>
                <a:gd name="T21" fmla="*/ 47 h 73"/>
                <a:gd name="T22" fmla="*/ 13 w 83"/>
                <a:gd name="T23" fmla="*/ 44 h 73"/>
                <a:gd name="T24" fmla="*/ 9 w 83"/>
                <a:gd name="T25" fmla="*/ 39 h 73"/>
                <a:gd name="T26" fmla="*/ 14 w 83"/>
                <a:gd name="T27" fmla="*/ 36 h 73"/>
                <a:gd name="T28" fmla="*/ 11 w 83"/>
                <a:gd name="T29" fmla="*/ 33 h 73"/>
                <a:gd name="T30" fmla="*/ 6 w 83"/>
                <a:gd name="T31" fmla="*/ 24 h 73"/>
                <a:gd name="T32" fmla="*/ 6 w 83"/>
                <a:gd name="T33" fmla="*/ 19 h 73"/>
                <a:gd name="T34" fmla="*/ 2 w 83"/>
                <a:gd name="T35" fmla="*/ 16 h 73"/>
                <a:gd name="T36" fmla="*/ 0 w 83"/>
                <a:gd name="T37" fmla="*/ 12 h 73"/>
                <a:gd name="T38" fmla="*/ 8 w 83"/>
                <a:gd name="T39" fmla="*/ 10 h 73"/>
                <a:gd name="T40" fmla="*/ 16 w 83"/>
                <a:gd name="T41" fmla="*/ 15 h 73"/>
                <a:gd name="T42" fmla="*/ 20 w 83"/>
                <a:gd name="T43" fmla="*/ 15 h 73"/>
                <a:gd name="T44" fmla="*/ 25 w 83"/>
                <a:gd name="T45" fmla="*/ 16 h 73"/>
                <a:gd name="T46" fmla="*/ 21 w 83"/>
                <a:gd name="T47" fmla="*/ 9 h 73"/>
                <a:gd name="T48" fmla="*/ 19 w 83"/>
                <a:gd name="T49" fmla="*/ 3 h 73"/>
                <a:gd name="T50" fmla="*/ 23 w 83"/>
                <a:gd name="T51" fmla="*/ 0 h 73"/>
                <a:gd name="T52" fmla="*/ 27 w 83"/>
                <a:gd name="T53" fmla="*/ 1 h 73"/>
                <a:gd name="T54" fmla="*/ 32 w 83"/>
                <a:gd name="T55" fmla="*/ 7 h 73"/>
                <a:gd name="T56" fmla="*/ 34 w 83"/>
                <a:gd name="T57" fmla="*/ 12 h 73"/>
                <a:gd name="T58" fmla="*/ 44 w 83"/>
                <a:gd name="T59" fmla="*/ 14 h 73"/>
                <a:gd name="T60" fmla="*/ 49 w 83"/>
                <a:gd name="T61" fmla="*/ 8 h 73"/>
                <a:gd name="T62" fmla="*/ 58 w 83"/>
                <a:gd name="T63" fmla="*/ 4 h 73"/>
                <a:gd name="T64" fmla="*/ 64 w 83"/>
                <a:gd name="T65" fmla="*/ 12 h 73"/>
                <a:gd name="T66" fmla="*/ 67 w 83"/>
                <a:gd name="T67" fmla="*/ 22 h 73"/>
                <a:gd name="T68" fmla="*/ 73 w 83"/>
                <a:gd name="T69" fmla="*/ 27 h 73"/>
                <a:gd name="T70" fmla="*/ 80 w 83"/>
                <a:gd name="T71" fmla="*/ 29 h 73"/>
                <a:gd name="T72" fmla="*/ 83 w 83"/>
                <a:gd name="T73" fmla="*/ 34 h 73"/>
                <a:gd name="T74" fmla="*/ 76 w 83"/>
                <a:gd name="T75" fmla="*/ 32 h 73"/>
                <a:gd name="T76" fmla="*/ 70 w 83"/>
                <a:gd name="T77" fmla="*/ 34 h 73"/>
                <a:gd name="T78" fmla="*/ 68 w 83"/>
                <a:gd name="T79" fmla="*/ 41 h 73"/>
                <a:gd name="T80" fmla="*/ 66 w 83"/>
                <a:gd name="T81" fmla="*/ 49 h 73"/>
                <a:gd name="T82" fmla="*/ 66 w 83"/>
                <a:gd name="T83" fmla="*/ 53 h 73"/>
                <a:gd name="T84" fmla="*/ 64 w 83"/>
                <a:gd name="T85" fmla="*/ 59 h 73"/>
                <a:gd name="T86" fmla="*/ 62 w 83"/>
                <a:gd name="T87" fmla="*/ 56 h 73"/>
                <a:gd name="T88" fmla="*/ 61 w 83"/>
                <a:gd name="T89" fmla="*/ 60 h 73"/>
                <a:gd name="T90" fmla="*/ 60 w 83"/>
                <a:gd name="T91" fmla="*/ 65 h 7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3"/>
                <a:gd name="T139" fmla="*/ 0 h 73"/>
                <a:gd name="T140" fmla="*/ 83 w 83"/>
                <a:gd name="T141" fmla="*/ 73 h 7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3" h="73">
                  <a:moveTo>
                    <a:pt x="57" y="73"/>
                  </a:moveTo>
                  <a:lnTo>
                    <a:pt x="52" y="70"/>
                  </a:lnTo>
                  <a:lnTo>
                    <a:pt x="50" y="71"/>
                  </a:lnTo>
                  <a:lnTo>
                    <a:pt x="48" y="67"/>
                  </a:lnTo>
                  <a:lnTo>
                    <a:pt x="45" y="66"/>
                  </a:lnTo>
                  <a:lnTo>
                    <a:pt x="44" y="62"/>
                  </a:lnTo>
                  <a:lnTo>
                    <a:pt x="48" y="60"/>
                  </a:lnTo>
                  <a:lnTo>
                    <a:pt x="48" y="58"/>
                  </a:lnTo>
                  <a:lnTo>
                    <a:pt x="46" y="56"/>
                  </a:lnTo>
                  <a:lnTo>
                    <a:pt x="46" y="55"/>
                  </a:lnTo>
                  <a:lnTo>
                    <a:pt x="50" y="53"/>
                  </a:lnTo>
                  <a:lnTo>
                    <a:pt x="50" y="52"/>
                  </a:lnTo>
                  <a:lnTo>
                    <a:pt x="50" y="51"/>
                  </a:lnTo>
                  <a:lnTo>
                    <a:pt x="47" y="49"/>
                  </a:lnTo>
                  <a:lnTo>
                    <a:pt x="44" y="46"/>
                  </a:lnTo>
                  <a:lnTo>
                    <a:pt x="42" y="45"/>
                  </a:lnTo>
                  <a:lnTo>
                    <a:pt x="39" y="47"/>
                  </a:lnTo>
                  <a:lnTo>
                    <a:pt x="32" y="52"/>
                  </a:lnTo>
                  <a:lnTo>
                    <a:pt x="29" y="56"/>
                  </a:lnTo>
                  <a:lnTo>
                    <a:pt x="24" y="57"/>
                  </a:lnTo>
                  <a:lnTo>
                    <a:pt x="23" y="59"/>
                  </a:lnTo>
                  <a:lnTo>
                    <a:pt x="22" y="59"/>
                  </a:lnTo>
                  <a:lnTo>
                    <a:pt x="23" y="58"/>
                  </a:lnTo>
                  <a:lnTo>
                    <a:pt x="22" y="56"/>
                  </a:lnTo>
                  <a:lnTo>
                    <a:pt x="21" y="56"/>
                  </a:lnTo>
                  <a:lnTo>
                    <a:pt x="23" y="55"/>
                  </a:lnTo>
                  <a:lnTo>
                    <a:pt x="24" y="55"/>
                  </a:lnTo>
                  <a:lnTo>
                    <a:pt x="22" y="53"/>
                  </a:lnTo>
                  <a:lnTo>
                    <a:pt x="21" y="51"/>
                  </a:lnTo>
                  <a:lnTo>
                    <a:pt x="22" y="49"/>
                  </a:lnTo>
                  <a:lnTo>
                    <a:pt x="23" y="48"/>
                  </a:lnTo>
                  <a:lnTo>
                    <a:pt x="21" y="47"/>
                  </a:lnTo>
                  <a:lnTo>
                    <a:pt x="18" y="47"/>
                  </a:lnTo>
                  <a:lnTo>
                    <a:pt x="17" y="46"/>
                  </a:lnTo>
                  <a:lnTo>
                    <a:pt x="15" y="44"/>
                  </a:lnTo>
                  <a:lnTo>
                    <a:pt x="13" y="44"/>
                  </a:lnTo>
                  <a:lnTo>
                    <a:pt x="12" y="41"/>
                  </a:lnTo>
                  <a:lnTo>
                    <a:pt x="10" y="39"/>
                  </a:lnTo>
                  <a:lnTo>
                    <a:pt x="9" y="39"/>
                  </a:lnTo>
                  <a:lnTo>
                    <a:pt x="10" y="39"/>
                  </a:lnTo>
                  <a:lnTo>
                    <a:pt x="13" y="39"/>
                  </a:lnTo>
                  <a:lnTo>
                    <a:pt x="14" y="36"/>
                  </a:lnTo>
                  <a:lnTo>
                    <a:pt x="14" y="34"/>
                  </a:lnTo>
                  <a:lnTo>
                    <a:pt x="13" y="34"/>
                  </a:lnTo>
                  <a:lnTo>
                    <a:pt x="11" y="33"/>
                  </a:lnTo>
                  <a:lnTo>
                    <a:pt x="7" y="29"/>
                  </a:lnTo>
                  <a:lnTo>
                    <a:pt x="5" y="26"/>
                  </a:lnTo>
                  <a:lnTo>
                    <a:pt x="6" y="24"/>
                  </a:lnTo>
                  <a:lnTo>
                    <a:pt x="9" y="22"/>
                  </a:lnTo>
                  <a:lnTo>
                    <a:pt x="8" y="20"/>
                  </a:lnTo>
                  <a:lnTo>
                    <a:pt x="6" y="19"/>
                  </a:lnTo>
                  <a:lnTo>
                    <a:pt x="3" y="18"/>
                  </a:lnTo>
                  <a:lnTo>
                    <a:pt x="2" y="17"/>
                  </a:lnTo>
                  <a:lnTo>
                    <a:pt x="2" y="16"/>
                  </a:lnTo>
                  <a:lnTo>
                    <a:pt x="2" y="15"/>
                  </a:lnTo>
                  <a:lnTo>
                    <a:pt x="1" y="14"/>
                  </a:lnTo>
                  <a:lnTo>
                    <a:pt x="0" y="12"/>
                  </a:lnTo>
                  <a:lnTo>
                    <a:pt x="2" y="9"/>
                  </a:lnTo>
                  <a:lnTo>
                    <a:pt x="4" y="9"/>
                  </a:lnTo>
                  <a:lnTo>
                    <a:pt x="8" y="10"/>
                  </a:lnTo>
                  <a:lnTo>
                    <a:pt x="10" y="11"/>
                  </a:lnTo>
                  <a:lnTo>
                    <a:pt x="11" y="13"/>
                  </a:lnTo>
                  <a:lnTo>
                    <a:pt x="16" y="15"/>
                  </a:lnTo>
                  <a:lnTo>
                    <a:pt x="18" y="14"/>
                  </a:lnTo>
                  <a:lnTo>
                    <a:pt x="19" y="15"/>
                  </a:lnTo>
                  <a:lnTo>
                    <a:pt x="20" y="15"/>
                  </a:lnTo>
                  <a:lnTo>
                    <a:pt x="22" y="17"/>
                  </a:lnTo>
                  <a:lnTo>
                    <a:pt x="24" y="17"/>
                  </a:lnTo>
                  <a:lnTo>
                    <a:pt x="25" y="16"/>
                  </a:lnTo>
                  <a:lnTo>
                    <a:pt x="26" y="13"/>
                  </a:lnTo>
                  <a:lnTo>
                    <a:pt x="25" y="11"/>
                  </a:lnTo>
                  <a:lnTo>
                    <a:pt x="21" y="9"/>
                  </a:lnTo>
                  <a:lnTo>
                    <a:pt x="19" y="6"/>
                  </a:lnTo>
                  <a:lnTo>
                    <a:pt x="18" y="4"/>
                  </a:lnTo>
                  <a:lnTo>
                    <a:pt x="19" y="3"/>
                  </a:lnTo>
                  <a:lnTo>
                    <a:pt x="20" y="2"/>
                  </a:lnTo>
                  <a:lnTo>
                    <a:pt x="22" y="0"/>
                  </a:lnTo>
                  <a:lnTo>
                    <a:pt x="23" y="0"/>
                  </a:lnTo>
                  <a:lnTo>
                    <a:pt x="24" y="1"/>
                  </a:lnTo>
                  <a:lnTo>
                    <a:pt x="25" y="1"/>
                  </a:lnTo>
                  <a:lnTo>
                    <a:pt x="27" y="1"/>
                  </a:lnTo>
                  <a:lnTo>
                    <a:pt x="28" y="3"/>
                  </a:lnTo>
                  <a:lnTo>
                    <a:pt x="31" y="6"/>
                  </a:lnTo>
                  <a:lnTo>
                    <a:pt x="32" y="7"/>
                  </a:lnTo>
                  <a:lnTo>
                    <a:pt x="34" y="9"/>
                  </a:lnTo>
                  <a:lnTo>
                    <a:pt x="34" y="12"/>
                  </a:lnTo>
                  <a:lnTo>
                    <a:pt x="38" y="13"/>
                  </a:lnTo>
                  <a:lnTo>
                    <a:pt x="42" y="14"/>
                  </a:lnTo>
                  <a:lnTo>
                    <a:pt x="44" y="14"/>
                  </a:lnTo>
                  <a:lnTo>
                    <a:pt x="46" y="12"/>
                  </a:lnTo>
                  <a:lnTo>
                    <a:pt x="48" y="9"/>
                  </a:lnTo>
                  <a:lnTo>
                    <a:pt x="49" y="8"/>
                  </a:lnTo>
                  <a:lnTo>
                    <a:pt x="53" y="5"/>
                  </a:lnTo>
                  <a:lnTo>
                    <a:pt x="55" y="1"/>
                  </a:lnTo>
                  <a:lnTo>
                    <a:pt x="58" y="4"/>
                  </a:lnTo>
                  <a:lnTo>
                    <a:pt x="60" y="8"/>
                  </a:lnTo>
                  <a:lnTo>
                    <a:pt x="62" y="10"/>
                  </a:lnTo>
                  <a:lnTo>
                    <a:pt x="64" y="12"/>
                  </a:lnTo>
                  <a:lnTo>
                    <a:pt x="64" y="17"/>
                  </a:lnTo>
                  <a:lnTo>
                    <a:pt x="65" y="19"/>
                  </a:lnTo>
                  <a:lnTo>
                    <a:pt x="67" y="22"/>
                  </a:lnTo>
                  <a:lnTo>
                    <a:pt x="69" y="24"/>
                  </a:lnTo>
                  <a:lnTo>
                    <a:pt x="69" y="25"/>
                  </a:lnTo>
                  <a:lnTo>
                    <a:pt x="73" y="27"/>
                  </a:lnTo>
                  <a:lnTo>
                    <a:pt x="76" y="26"/>
                  </a:lnTo>
                  <a:lnTo>
                    <a:pt x="78" y="27"/>
                  </a:lnTo>
                  <a:lnTo>
                    <a:pt x="80" y="29"/>
                  </a:lnTo>
                  <a:lnTo>
                    <a:pt x="82" y="30"/>
                  </a:lnTo>
                  <a:lnTo>
                    <a:pt x="83" y="32"/>
                  </a:lnTo>
                  <a:lnTo>
                    <a:pt x="83" y="34"/>
                  </a:lnTo>
                  <a:lnTo>
                    <a:pt x="80" y="32"/>
                  </a:lnTo>
                  <a:lnTo>
                    <a:pt x="78" y="32"/>
                  </a:lnTo>
                  <a:lnTo>
                    <a:pt x="76" y="32"/>
                  </a:lnTo>
                  <a:lnTo>
                    <a:pt x="74" y="32"/>
                  </a:lnTo>
                  <a:lnTo>
                    <a:pt x="73" y="33"/>
                  </a:lnTo>
                  <a:lnTo>
                    <a:pt x="70" y="34"/>
                  </a:lnTo>
                  <a:lnTo>
                    <a:pt x="69" y="35"/>
                  </a:lnTo>
                  <a:lnTo>
                    <a:pt x="69" y="37"/>
                  </a:lnTo>
                  <a:lnTo>
                    <a:pt x="68" y="41"/>
                  </a:lnTo>
                  <a:lnTo>
                    <a:pt x="68" y="44"/>
                  </a:lnTo>
                  <a:lnTo>
                    <a:pt x="67" y="46"/>
                  </a:lnTo>
                  <a:lnTo>
                    <a:pt x="66" y="49"/>
                  </a:lnTo>
                  <a:lnTo>
                    <a:pt x="68" y="52"/>
                  </a:lnTo>
                  <a:lnTo>
                    <a:pt x="68" y="53"/>
                  </a:lnTo>
                  <a:lnTo>
                    <a:pt x="66" y="53"/>
                  </a:lnTo>
                  <a:lnTo>
                    <a:pt x="65" y="54"/>
                  </a:lnTo>
                  <a:lnTo>
                    <a:pt x="65" y="56"/>
                  </a:lnTo>
                  <a:lnTo>
                    <a:pt x="64" y="59"/>
                  </a:lnTo>
                  <a:lnTo>
                    <a:pt x="63" y="58"/>
                  </a:lnTo>
                  <a:lnTo>
                    <a:pt x="63" y="56"/>
                  </a:lnTo>
                  <a:lnTo>
                    <a:pt x="62" y="56"/>
                  </a:lnTo>
                  <a:lnTo>
                    <a:pt x="61" y="56"/>
                  </a:lnTo>
                  <a:lnTo>
                    <a:pt x="61" y="59"/>
                  </a:lnTo>
                  <a:lnTo>
                    <a:pt x="61" y="60"/>
                  </a:lnTo>
                  <a:lnTo>
                    <a:pt x="60" y="62"/>
                  </a:lnTo>
                  <a:lnTo>
                    <a:pt x="59" y="62"/>
                  </a:lnTo>
                  <a:lnTo>
                    <a:pt x="60" y="65"/>
                  </a:lnTo>
                  <a:lnTo>
                    <a:pt x="57" y="7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3" name="Freeform 12"/>
            <p:cNvSpPr>
              <a:spLocks/>
            </p:cNvSpPr>
            <p:nvPr/>
          </p:nvSpPr>
          <p:spPr bwMode="gray">
            <a:xfrm>
              <a:off x="3541713" y="3632201"/>
              <a:ext cx="39688" cy="31750"/>
            </a:xfrm>
            <a:custGeom>
              <a:avLst/>
              <a:gdLst>
                <a:gd name="T0" fmla="*/ 0 w 25"/>
                <a:gd name="T1" fmla="*/ 1 h 20"/>
                <a:gd name="T2" fmla="*/ 6 w 25"/>
                <a:gd name="T3" fmla="*/ 1 h 20"/>
                <a:gd name="T4" fmla="*/ 7 w 25"/>
                <a:gd name="T5" fmla="*/ 1 h 20"/>
                <a:gd name="T6" fmla="*/ 8 w 25"/>
                <a:gd name="T7" fmla="*/ 0 h 20"/>
                <a:gd name="T8" fmla="*/ 10 w 25"/>
                <a:gd name="T9" fmla="*/ 2 h 20"/>
                <a:gd name="T10" fmla="*/ 10 w 25"/>
                <a:gd name="T11" fmla="*/ 4 h 20"/>
                <a:gd name="T12" fmla="*/ 13 w 25"/>
                <a:gd name="T13" fmla="*/ 5 h 20"/>
                <a:gd name="T14" fmla="*/ 14 w 25"/>
                <a:gd name="T15" fmla="*/ 6 h 20"/>
                <a:gd name="T16" fmla="*/ 17 w 25"/>
                <a:gd name="T17" fmla="*/ 5 h 20"/>
                <a:gd name="T18" fmla="*/ 20 w 25"/>
                <a:gd name="T19" fmla="*/ 5 h 20"/>
                <a:gd name="T20" fmla="*/ 20 w 25"/>
                <a:gd name="T21" fmla="*/ 7 h 20"/>
                <a:gd name="T22" fmla="*/ 20 w 25"/>
                <a:gd name="T23" fmla="*/ 9 h 20"/>
                <a:gd name="T24" fmla="*/ 21 w 25"/>
                <a:gd name="T25" fmla="*/ 9 h 20"/>
                <a:gd name="T26" fmla="*/ 23 w 25"/>
                <a:gd name="T27" fmla="*/ 11 h 20"/>
                <a:gd name="T28" fmla="*/ 23 w 25"/>
                <a:gd name="T29" fmla="*/ 13 h 20"/>
                <a:gd name="T30" fmla="*/ 25 w 25"/>
                <a:gd name="T31" fmla="*/ 20 h 20"/>
                <a:gd name="T32" fmla="*/ 25 w 25"/>
                <a:gd name="T33" fmla="*/ 20 h 20"/>
                <a:gd name="T34" fmla="*/ 24 w 25"/>
                <a:gd name="T35" fmla="*/ 19 h 20"/>
                <a:gd name="T36" fmla="*/ 21 w 25"/>
                <a:gd name="T37" fmla="*/ 19 h 20"/>
                <a:gd name="T38" fmla="*/ 17 w 25"/>
                <a:gd name="T39" fmla="*/ 19 h 20"/>
                <a:gd name="T40" fmla="*/ 14 w 25"/>
                <a:gd name="T41" fmla="*/ 17 h 20"/>
                <a:gd name="T42" fmla="*/ 12 w 25"/>
                <a:gd name="T43" fmla="*/ 15 h 20"/>
                <a:gd name="T44" fmla="*/ 10 w 25"/>
                <a:gd name="T45" fmla="*/ 12 h 20"/>
                <a:gd name="T46" fmla="*/ 6 w 25"/>
                <a:gd name="T47" fmla="*/ 10 h 20"/>
                <a:gd name="T48" fmla="*/ 4 w 25"/>
                <a:gd name="T49" fmla="*/ 6 h 20"/>
                <a:gd name="T50" fmla="*/ 2 w 25"/>
                <a:gd name="T51" fmla="*/ 3 h 20"/>
                <a:gd name="T52" fmla="*/ 0 w 25"/>
                <a:gd name="T53" fmla="*/ 1 h 20"/>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5"/>
                <a:gd name="T82" fmla="*/ 0 h 20"/>
                <a:gd name="T83" fmla="*/ 25 w 25"/>
                <a:gd name="T84" fmla="*/ 20 h 20"/>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5" h="20">
                  <a:moveTo>
                    <a:pt x="0" y="1"/>
                  </a:moveTo>
                  <a:lnTo>
                    <a:pt x="6" y="1"/>
                  </a:lnTo>
                  <a:lnTo>
                    <a:pt x="7" y="1"/>
                  </a:lnTo>
                  <a:lnTo>
                    <a:pt x="8" y="0"/>
                  </a:lnTo>
                  <a:lnTo>
                    <a:pt x="10" y="2"/>
                  </a:lnTo>
                  <a:lnTo>
                    <a:pt x="10" y="4"/>
                  </a:lnTo>
                  <a:lnTo>
                    <a:pt x="13" y="5"/>
                  </a:lnTo>
                  <a:lnTo>
                    <a:pt x="14" y="6"/>
                  </a:lnTo>
                  <a:lnTo>
                    <a:pt x="17" y="5"/>
                  </a:lnTo>
                  <a:lnTo>
                    <a:pt x="20" y="5"/>
                  </a:lnTo>
                  <a:lnTo>
                    <a:pt x="20" y="7"/>
                  </a:lnTo>
                  <a:lnTo>
                    <a:pt x="20" y="9"/>
                  </a:lnTo>
                  <a:lnTo>
                    <a:pt x="21" y="9"/>
                  </a:lnTo>
                  <a:lnTo>
                    <a:pt x="23" y="11"/>
                  </a:lnTo>
                  <a:lnTo>
                    <a:pt x="23" y="13"/>
                  </a:lnTo>
                  <a:lnTo>
                    <a:pt x="25" y="20"/>
                  </a:lnTo>
                  <a:lnTo>
                    <a:pt x="24" y="19"/>
                  </a:lnTo>
                  <a:lnTo>
                    <a:pt x="21" y="19"/>
                  </a:lnTo>
                  <a:lnTo>
                    <a:pt x="17" y="19"/>
                  </a:lnTo>
                  <a:lnTo>
                    <a:pt x="14" y="17"/>
                  </a:lnTo>
                  <a:lnTo>
                    <a:pt x="12" y="15"/>
                  </a:lnTo>
                  <a:lnTo>
                    <a:pt x="10" y="12"/>
                  </a:lnTo>
                  <a:lnTo>
                    <a:pt x="6" y="10"/>
                  </a:lnTo>
                  <a:lnTo>
                    <a:pt x="4" y="6"/>
                  </a:lnTo>
                  <a:lnTo>
                    <a:pt x="2" y="3"/>
                  </a:lnTo>
                  <a:lnTo>
                    <a:pt x="0"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4" name="Freeform 13"/>
            <p:cNvSpPr>
              <a:spLocks/>
            </p:cNvSpPr>
            <p:nvPr/>
          </p:nvSpPr>
          <p:spPr bwMode="gray">
            <a:xfrm>
              <a:off x="3825875" y="3436938"/>
              <a:ext cx="425450" cy="285750"/>
            </a:xfrm>
            <a:custGeom>
              <a:avLst/>
              <a:gdLst>
                <a:gd name="T0" fmla="*/ 169 w 268"/>
                <a:gd name="T1" fmla="*/ 174 h 180"/>
                <a:gd name="T2" fmla="*/ 165 w 268"/>
                <a:gd name="T3" fmla="*/ 163 h 180"/>
                <a:gd name="T4" fmla="*/ 159 w 268"/>
                <a:gd name="T5" fmla="*/ 155 h 180"/>
                <a:gd name="T6" fmla="*/ 141 w 268"/>
                <a:gd name="T7" fmla="*/ 147 h 180"/>
                <a:gd name="T8" fmla="*/ 121 w 268"/>
                <a:gd name="T9" fmla="*/ 136 h 180"/>
                <a:gd name="T10" fmla="*/ 100 w 268"/>
                <a:gd name="T11" fmla="*/ 115 h 180"/>
                <a:gd name="T12" fmla="*/ 93 w 268"/>
                <a:gd name="T13" fmla="*/ 98 h 180"/>
                <a:gd name="T14" fmla="*/ 81 w 268"/>
                <a:gd name="T15" fmla="*/ 94 h 180"/>
                <a:gd name="T16" fmla="*/ 68 w 268"/>
                <a:gd name="T17" fmla="*/ 92 h 180"/>
                <a:gd name="T18" fmla="*/ 64 w 268"/>
                <a:gd name="T19" fmla="*/ 84 h 180"/>
                <a:gd name="T20" fmla="*/ 62 w 268"/>
                <a:gd name="T21" fmla="*/ 76 h 180"/>
                <a:gd name="T22" fmla="*/ 52 w 268"/>
                <a:gd name="T23" fmla="*/ 70 h 180"/>
                <a:gd name="T24" fmla="*/ 40 w 268"/>
                <a:gd name="T25" fmla="*/ 62 h 180"/>
                <a:gd name="T26" fmla="*/ 38 w 268"/>
                <a:gd name="T27" fmla="*/ 70 h 180"/>
                <a:gd name="T28" fmla="*/ 29 w 268"/>
                <a:gd name="T29" fmla="*/ 72 h 180"/>
                <a:gd name="T30" fmla="*/ 16 w 268"/>
                <a:gd name="T31" fmla="*/ 79 h 180"/>
                <a:gd name="T32" fmla="*/ 7 w 268"/>
                <a:gd name="T33" fmla="*/ 92 h 180"/>
                <a:gd name="T34" fmla="*/ 80 w 268"/>
                <a:gd name="T35" fmla="*/ 30 h 180"/>
                <a:gd name="T36" fmla="*/ 139 w 268"/>
                <a:gd name="T37" fmla="*/ 41 h 180"/>
                <a:gd name="T38" fmla="*/ 158 w 268"/>
                <a:gd name="T39" fmla="*/ 56 h 180"/>
                <a:gd name="T40" fmla="*/ 164 w 268"/>
                <a:gd name="T41" fmla="*/ 77 h 180"/>
                <a:gd name="T42" fmla="*/ 176 w 268"/>
                <a:gd name="T43" fmla="*/ 95 h 180"/>
                <a:gd name="T44" fmla="*/ 189 w 268"/>
                <a:gd name="T45" fmla="*/ 100 h 180"/>
                <a:gd name="T46" fmla="*/ 197 w 268"/>
                <a:gd name="T47" fmla="*/ 104 h 180"/>
                <a:gd name="T48" fmla="*/ 204 w 268"/>
                <a:gd name="T49" fmla="*/ 90 h 180"/>
                <a:gd name="T50" fmla="*/ 222 w 268"/>
                <a:gd name="T51" fmla="*/ 78 h 180"/>
                <a:gd name="T52" fmla="*/ 231 w 268"/>
                <a:gd name="T53" fmla="*/ 73 h 180"/>
                <a:gd name="T54" fmla="*/ 236 w 268"/>
                <a:gd name="T55" fmla="*/ 75 h 180"/>
                <a:gd name="T56" fmla="*/ 229 w 268"/>
                <a:gd name="T57" fmla="*/ 80 h 180"/>
                <a:gd name="T58" fmla="*/ 222 w 268"/>
                <a:gd name="T59" fmla="*/ 86 h 180"/>
                <a:gd name="T60" fmla="*/ 226 w 268"/>
                <a:gd name="T61" fmla="*/ 90 h 180"/>
                <a:gd name="T62" fmla="*/ 234 w 268"/>
                <a:gd name="T63" fmla="*/ 95 h 180"/>
                <a:gd name="T64" fmla="*/ 242 w 268"/>
                <a:gd name="T65" fmla="*/ 92 h 180"/>
                <a:gd name="T66" fmla="*/ 247 w 268"/>
                <a:gd name="T67" fmla="*/ 91 h 180"/>
                <a:gd name="T68" fmla="*/ 252 w 268"/>
                <a:gd name="T69" fmla="*/ 94 h 180"/>
                <a:gd name="T70" fmla="*/ 257 w 268"/>
                <a:gd name="T71" fmla="*/ 99 h 180"/>
                <a:gd name="T72" fmla="*/ 268 w 268"/>
                <a:gd name="T73" fmla="*/ 103 h 180"/>
                <a:gd name="T74" fmla="*/ 257 w 268"/>
                <a:gd name="T75" fmla="*/ 107 h 180"/>
                <a:gd name="T76" fmla="*/ 254 w 268"/>
                <a:gd name="T77" fmla="*/ 110 h 180"/>
                <a:gd name="T78" fmla="*/ 247 w 268"/>
                <a:gd name="T79" fmla="*/ 114 h 180"/>
                <a:gd name="T80" fmla="*/ 240 w 268"/>
                <a:gd name="T81" fmla="*/ 113 h 180"/>
                <a:gd name="T82" fmla="*/ 234 w 268"/>
                <a:gd name="T83" fmla="*/ 114 h 180"/>
                <a:gd name="T84" fmla="*/ 225 w 268"/>
                <a:gd name="T85" fmla="*/ 111 h 180"/>
                <a:gd name="T86" fmla="*/ 230 w 268"/>
                <a:gd name="T87" fmla="*/ 103 h 180"/>
                <a:gd name="T88" fmla="*/ 221 w 268"/>
                <a:gd name="T89" fmla="*/ 103 h 180"/>
                <a:gd name="T90" fmla="*/ 211 w 268"/>
                <a:gd name="T91" fmla="*/ 102 h 180"/>
                <a:gd name="T92" fmla="*/ 208 w 268"/>
                <a:gd name="T93" fmla="*/ 110 h 180"/>
                <a:gd name="T94" fmla="*/ 200 w 268"/>
                <a:gd name="T95" fmla="*/ 115 h 180"/>
                <a:gd name="T96" fmla="*/ 203 w 268"/>
                <a:gd name="T97" fmla="*/ 117 h 180"/>
                <a:gd name="T98" fmla="*/ 198 w 268"/>
                <a:gd name="T99" fmla="*/ 121 h 180"/>
                <a:gd name="T100" fmla="*/ 186 w 268"/>
                <a:gd name="T101" fmla="*/ 127 h 180"/>
                <a:gd name="T102" fmla="*/ 180 w 268"/>
                <a:gd name="T103" fmla="*/ 136 h 180"/>
                <a:gd name="T104" fmla="*/ 189 w 268"/>
                <a:gd name="T105" fmla="*/ 139 h 180"/>
                <a:gd name="T106" fmla="*/ 189 w 268"/>
                <a:gd name="T107" fmla="*/ 151 h 180"/>
                <a:gd name="T108" fmla="*/ 189 w 268"/>
                <a:gd name="T109" fmla="*/ 162 h 180"/>
                <a:gd name="T110" fmla="*/ 182 w 268"/>
                <a:gd name="T111" fmla="*/ 180 h 18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68"/>
                <a:gd name="T169" fmla="*/ 0 h 180"/>
                <a:gd name="T170" fmla="*/ 268 w 268"/>
                <a:gd name="T171" fmla="*/ 180 h 18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68" h="180">
                  <a:moveTo>
                    <a:pt x="182" y="180"/>
                  </a:moveTo>
                  <a:lnTo>
                    <a:pt x="180" y="176"/>
                  </a:lnTo>
                  <a:lnTo>
                    <a:pt x="178" y="175"/>
                  </a:lnTo>
                  <a:lnTo>
                    <a:pt x="169" y="174"/>
                  </a:lnTo>
                  <a:lnTo>
                    <a:pt x="165" y="174"/>
                  </a:lnTo>
                  <a:lnTo>
                    <a:pt x="164" y="174"/>
                  </a:lnTo>
                  <a:lnTo>
                    <a:pt x="165" y="167"/>
                  </a:lnTo>
                  <a:lnTo>
                    <a:pt x="165" y="163"/>
                  </a:lnTo>
                  <a:lnTo>
                    <a:pt x="165" y="161"/>
                  </a:lnTo>
                  <a:lnTo>
                    <a:pt x="166" y="159"/>
                  </a:lnTo>
                  <a:lnTo>
                    <a:pt x="163" y="158"/>
                  </a:lnTo>
                  <a:lnTo>
                    <a:pt x="159" y="155"/>
                  </a:lnTo>
                  <a:lnTo>
                    <a:pt x="155" y="154"/>
                  </a:lnTo>
                  <a:lnTo>
                    <a:pt x="151" y="154"/>
                  </a:lnTo>
                  <a:lnTo>
                    <a:pt x="149" y="152"/>
                  </a:lnTo>
                  <a:lnTo>
                    <a:pt x="141" y="147"/>
                  </a:lnTo>
                  <a:lnTo>
                    <a:pt x="137" y="145"/>
                  </a:lnTo>
                  <a:lnTo>
                    <a:pt x="130" y="139"/>
                  </a:lnTo>
                  <a:lnTo>
                    <a:pt x="128" y="140"/>
                  </a:lnTo>
                  <a:lnTo>
                    <a:pt x="121" y="136"/>
                  </a:lnTo>
                  <a:lnTo>
                    <a:pt x="119" y="132"/>
                  </a:lnTo>
                  <a:lnTo>
                    <a:pt x="110" y="126"/>
                  </a:lnTo>
                  <a:lnTo>
                    <a:pt x="100" y="117"/>
                  </a:lnTo>
                  <a:lnTo>
                    <a:pt x="100" y="115"/>
                  </a:lnTo>
                  <a:lnTo>
                    <a:pt x="99" y="110"/>
                  </a:lnTo>
                  <a:lnTo>
                    <a:pt x="97" y="109"/>
                  </a:lnTo>
                  <a:lnTo>
                    <a:pt x="94" y="103"/>
                  </a:lnTo>
                  <a:lnTo>
                    <a:pt x="93" y="98"/>
                  </a:lnTo>
                  <a:lnTo>
                    <a:pt x="91" y="94"/>
                  </a:lnTo>
                  <a:lnTo>
                    <a:pt x="86" y="92"/>
                  </a:lnTo>
                  <a:lnTo>
                    <a:pt x="84" y="93"/>
                  </a:lnTo>
                  <a:lnTo>
                    <a:pt x="81" y="94"/>
                  </a:lnTo>
                  <a:lnTo>
                    <a:pt x="77" y="93"/>
                  </a:lnTo>
                  <a:lnTo>
                    <a:pt x="74" y="93"/>
                  </a:lnTo>
                  <a:lnTo>
                    <a:pt x="71" y="94"/>
                  </a:lnTo>
                  <a:lnTo>
                    <a:pt x="68" y="92"/>
                  </a:lnTo>
                  <a:lnTo>
                    <a:pt x="63" y="90"/>
                  </a:lnTo>
                  <a:lnTo>
                    <a:pt x="64" y="88"/>
                  </a:lnTo>
                  <a:lnTo>
                    <a:pt x="65" y="86"/>
                  </a:lnTo>
                  <a:lnTo>
                    <a:pt x="64" y="84"/>
                  </a:lnTo>
                  <a:lnTo>
                    <a:pt x="64" y="82"/>
                  </a:lnTo>
                  <a:lnTo>
                    <a:pt x="65" y="80"/>
                  </a:lnTo>
                  <a:lnTo>
                    <a:pt x="62" y="78"/>
                  </a:lnTo>
                  <a:lnTo>
                    <a:pt x="62" y="76"/>
                  </a:lnTo>
                  <a:lnTo>
                    <a:pt x="62" y="74"/>
                  </a:lnTo>
                  <a:lnTo>
                    <a:pt x="60" y="72"/>
                  </a:lnTo>
                  <a:lnTo>
                    <a:pt x="57" y="71"/>
                  </a:lnTo>
                  <a:lnTo>
                    <a:pt x="52" y="70"/>
                  </a:lnTo>
                  <a:lnTo>
                    <a:pt x="50" y="67"/>
                  </a:lnTo>
                  <a:lnTo>
                    <a:pt x="48" y="66"/>
                  </a:lnTo>
                  <a:lnTo>
                    <a:pt x="43" y="63"/>
                  </a:lnTo>
                  <a:lnTo>
                    <a:pt x="40" y="62"/>
                  </a:lnTo>
                  <a:lnTo>
                    <a:pt x="39" y="62"/>
                  </a:lnTo>
                  <a:lnTo>
                    <a:pt x="35" y="64"/>
                  </a:lnTo>
                  <a:lnTo>
                    <a:pt x="37" y="66"/>
                  </a:lnTo>
                  <a:lnTo>
                    <a:pt x="38" y="70"/>
                  </a:lnTo>
                  <a:lnTo>
                    <a:pt x="34" y="67"/>
                  </a:lnTo>
                  <a:lnTo>
                    <a:pt x="32" y="67"/>
                  </a:lnTo>
                  <a:lnTo>
                    <a:pt x="31" y="69"/>
                  </a:lnTo>
                  <a:lnTo>
                    <a:pt x="29" y="72"/>
                  </a:lnTo>
                  <a:lnTo>
                    <a:pt x="28" y="73"/>
                  </a:lnTo>
                  <a:lnTo>
                    <a:pt x="23" y="73"/>
                  </a:lnTo>
                  <a:lnTo>
                    <a:pt x="19" y="76"/>
                  </a:lnTo>
                  <a:lnTo>
                    <a:pt x="16" y="79"/>
                  </a:lnTo>
                  <a:lnTo>
                    <a:pt x="15" y="85"/>
                  </a:lnTo>
                  <a:lnTo>
                    <a:pt x="18" y="89"/>
                  </a:lnTo>
                  <a:lnTo>
                    <a:pt x="17" y="92"/>
                  </a:lnTo>
                  <a:lnTo>
                    <a:pt x="7" y="92"/>
                  </a:lnTo>
                  <a:lnTo>
                    <a:pt x="0" y="92"/>
                  </a:lnTo>
                  <a:lnTo>
                    <a:pt x="0" y="13"/>
                  </a:lnTo>
                  <a:lnTo>
                    <a:pt x="40" y="0"/>
                  </a:lnTo>
                  <a:lnTo>
                    <a:pt x="80" y="30"/>
                  </a:lnTo>
                  <a:lnTo>
                    <a:pt x="94" y="46"/>
                  </a:lnTo>
                  <a:lnTo>
                    <a:pt x="112" y="43"/>
                  </a:lnTo>
                  <a:lnTo>
                    <a:pt x="132" y="45"/>
                  </a:lnTo>
                  <a:lnTo>
                    <a:pt x="139" y="41"/>
                  </a:lnTo>
                  <a:lnTo>
                    <a:pt x="145" y="47"/>
                  </a:lnTo>
                  <a:lnTo>
                    <a:pt x="149" y="50"/>
                  </a:lnTo>
                  <a:lnTo>
                    <a:pt x="153" y="60"/>
                  </a:lnTo>
                  <a:lnTo>
                    <a:pt x="158" y="56"/>
                  </a:lnTo>
                  <a:lnTo>
                    <a:pt x="158" y="66"/>
                  </a:lnTo>
                  <a:lnTo>
                    <a:pt x="156" y="70"/>
                  </a:lnTo>
                  <a:lnTo>
                    <a:pt x="157" y="77"/>
                  </a:lnTo>
                  <a:lnTo>
                    <a:pt x="164" y="77"/>
                  </a:lnTo>
                  <a:lnTo>
                    <a:pt x="165" y="85"/>
                  </a:lnTo>
                  <a:lnTo>
                    <a:pt x="168" y="95"/>
                  </a:lnTo>
                  <a:lnTo>
                    <a:pt x="171" y="95"/>
                  </a:lnTo>
                  <a:lnTo>
                    <a:pt x="176" y="95"/>
                  </a:lnTo>
                  <a:lnTo>
                    <a:pt x="183" y="94"/>
                  </a:lnTo>
                  <a:lnTo>
                    <a:pt x="186" y="94"/>
                  </a:lnTo>
                  <a:lnTo>
                    <a:pt x="189" y="97"/>
                  </a:lnTo>
                  <a:lnTo>
                    <a:pt x="189" y="100"/>
                  </a:lnTo>
                  <a:lnTo>
                    <a:pt x="189" y="103"/>
                  </a:lnTo>
                  <a:lnTo>
                    <a:pt x="192" y="106"/>
                  </a:lnTo>
                  <a:lnTo>
                    <a:pt x="196" y="106"/>
                  </a:lnTo>
                  <a:lnTo>
                    <a:pt x="197" y="104"/>
                  </a:lnTo>
                  <a:lnTo>
                    <a:pt x="196" y="100"/>
                  </a:lnTo>
                  <a:lnTo>
                    <a:pt x="200" y="96"/>
                  </a:lnTo>
                  <a:lnTo>
                    <a:pt x="203" y="94"/>
                  </a:lnTo>
                  <a:lnTo>
                    <a:pt x="204" y="90"/>
                  </a:lnTo>
                  <a:lnTo>
                    <a:pt x="207" y="88"/>
                  </a:lnTo>
                  <a:lnTo>
                    <a:pt x="213" y="85"/>
                  </a:lnTo>
                  <a:lnTo>
                    <a:pt x="218" y="83"/>
                  </a:lnTo>
                  <a:lnTo>
                    <a:pt x="222" y="78"/>
                  </a:lnTo>
                  <a:lnTo>
                    <a:pt x="225" y="76"/>
                  </a:lnTo>
                  <a:lnTo>
                    <a:pt x="226" y="75"/>
                  </a:lnTo>
                  <a:lnTo>
                    <a:pt x="228" y="76"/>
                  </a:lnTo>
                  <a:lnTo>
                    <a:pt x="231" y="73"/>
                  </a:lnTo>
                  <a:lnTo>
                    <a:pt x="233" y="73"/>
                  </a:lnTo>
                  <a:lnTo>
                    <a:pt x="235" y="71"/>
                  </a:lnTo>
                  <a:lnTo>
                    <a:pt x="239" y="74"/>
                  </a:lnTo>
                  <a:lnTo>
                    <a:pt x="236" y="75"/>
                  </a:lnTo>
                  <a:lnTo>
                    <a:pt x="233" y="77"/>
                  </a:lnTo>
                  <a:lnTo>
                    <a:pt x="232" y="77"/>
                  </a:lnTo>
                  <a:lnTo>
                    <a:pt x="231" y="79"/>
                  </a:lnTo>
                  <a:lnTo>
                    <a:pt x="229" y="80"/>
                  </a:lnTo>
                  <a:lnTo>
                    <a:pt x="227" y="81"/>
                  </a:lnTo>
                  <a:lnTo>
                    <a:pt x="225" y="83"/>
                  </a:lnTo>
                  <a:lnTo>
                    <a:pt x="223" y="86"/>
                  </a:lnTo>
                  <a:lnTo>
                    <a:pt x="222" y="86"/>
                  </a:lnTo>
                  <a:lnTo>
                    <a:pt x="221" y="88"/>
                  </a:lnTo>
                  <a:lnTo>
                    <a:pt x="224" y="88"/>
                  </a:lnTo>
                  <a:lnTo>
                    <a:pt x="225" y="89"/>
                  </a:lnTo>
                  <a:lnTo>
                    <a:pt x="226" y="90"/>
                  </a:lnTo>
                  <a:lnTo>
                    <a:pt x="229" y="89"/>
                  </a:lnTo>
                  <a:lnTo>
                    <a:pt x="230" y="91"/>
                  </a:lnTo>
                  <a:lnTo>
                    <a:pt x="231" y="92"/>
                  </a:lnTo>
                  <a:lnTo>
                    <a:pt x="234" y="95"/>
                  </a:lnTo>
                  <a:lnTo>
                    <a:pt x="238" y="95"/>
                  </a:lnTo>
                  <a:lnTo>
                    <a:pt x="240" y="95"/>
                  </a:lnTo>
                  <a:lnTo>
                    <a:pt x="241" y="91"/>
                  </a:lnTo>
                  <a:lnTo>
                    <a:pt x="242" y="92"/>
                  </a:lnTo>
                  <a:lnTo>
                    <a:pt x="244" y="90"/>
                  </a:lnTo>
                  <a:lnTo>
                    <a:pt x="244" y="88"/>
                  </a:lnTo>
                  <a:lnTo>
                    <a:pt x="245" y="89"/>
                  </a:lnTo>
                  <a:lnTo>
                    <a:pt x="247" y="91"/>
                  </a:lnTo>
                  <a:lnTo>
                    <a:pt x="248" y="93"/>
                  </a:lnTo>
                  <a:lnTo>
                    <a:pt x="248" y="94"/>
                  </a:lnTo>
                  <a:lnTo>
                    <a:pt x="251" y="95"/>
                  </a:lnTo>
                  <a:lnTo>
                    <a:pt x="252" y="94"/>
                  </a:lnTo>
                  <a:lnTo>
                    <a:pt x="253" y="97"/>
                  </a:lnTo>
                  <a:lnTo>
                    <a:pt x="253" y="98"/>
                  </a:lnTo>
                  <a:lnTo>
                    <a:pt x="256" y="97"/>
                  </a:lnTo>
                  <a:lnTo>
                    <a:pt x="257" y="99"/>
                  </a:lnTo>
                  <a:lnTo>
                    <a:pt x="259" y="101"/>
                  </a:lnTo>
                  <a:lnTo>
                    <a:pt x="263" y="101"/>
                  </a:lnTo>
                  <a:lnTo>
                    <a:pt x="266" y="102"/>
                  </a:lnTo>
                  <a:lnTo>
                    <a:pt x="268" y="103"/>
                  </a:lnTo>
                  <a:lnTo>
                    <a:pt x="264" y="105"/>
                  </a:lnTo>
                  <a:lnTo>
                    <a:pt x="263" y="106"/>
                  </a:lnTo>
                  <a:lnTo>
                    <a:pt x="261" y="107"/>
                  </a:lnTo>
                  <a:lnTo>
                    <a:pt x="257" y="107"/>
                  </a:lnTo>
                  <a:lnTo>
                    <a:pt x="256" y="106"/>
                  </a:lnTo>
                  <a:lnTo>
                    <a:pt x="256" y="108"/>
                  </a:lnTo>
                  <a:lnTo>
                    <a:pt x="256" y="110"/>
                  </a:lnTo>
                  <a:lnTo>
                    <a:pt x="254" y="110"/>
                  </a:lnTo>
                  <a:lnTo>
                    <a:pt x="253" y="110"/>
                  </a:lnTo>
                  <a:lnTo>
                    <a:pt x="250" y="112"/>
                  </a:lnTo>
                  <a:lnTo>
                    <a:pt x="249" y="114"/>
                  </a:lnTo>
                  <a:lnTo>
                    <a:pt x="247" y="114"/>
                  </a:lnTo>
                  <a:lnTo>
                    <a:pt x="245" y="116"/>
                  </a:lnTo>
                  <a:lnTo>
                    <a:pt x="244" y="115"/>
                  </a:lnTo>
                  <a:lnTo>
                    <a:pt x="241" y="114"/>
                  </a:lnTo>
                  <a:lnTo>
                    <a:pt x="240" y="113"/>
                  </a:lnTo>
                  <a:lnTo>
                    <a:pt x="238" y="113"/>
                  </a:lnTo>
                  <a:lnTo>
                    <a:pt x="236" y="114"/>
                  </a:lnTo>
                  <a:lnTo>
                    <a:pt x="234" y="113"/>
                  </a:lnTo>
                  <a:lnTo>
                    <a:pt x="234" y="114"/>
                  </a:lnTo>
                  <a:lnTo>
                    <a:pt x="231" y="114"/>
                  </a:lnTo>
                  <a:lnTo>
                    <a:pt x="228" y="114"/>
                  </a:lnTo>
                  <a:lnTo>
                    <a:pt x="227" y="112"/>
                  </a:lnTo>
                  <a:lnTo>
                    <a:pt x="225" y="111"/>
                  </a:lnTo>
                  <a:lnTo>
                    <a:pt x="224" y="109"/>
                  </a:lnTo>
                  <a:lnTo>
                    <a:pt x="226" y="108"/>
                  </a:lnTo>
                  <a:lnTo>
                    <a:pt x="229" y="105"/>
                  </a:lnTo>
                  <a:lnTo>
                    <a:pt x="230" y="103"/>
                  </a:lnTo>
                  <a:lnTo>
                    <a:pt x="228" y="101"/>
                  </a:lnTo>
                  <a:lnTo>
                    <a:pt x="225" y="97"/>
                  </a:lnTo>
                  <a:lnTo>
                    <a:pt x="224" y="99"/>
                  </a:lnTo>
                  <a:lnTo>
                    <a:pt x="221" y="103"/>
                  </a:lnTo>
                  <a:lnTo>
                    <a:pt x="216" y="105"/>
                  </a:lnTo>
                  <a:lnTo>
                    <a:pt x="214" y="106"/>
                  </a:lnTo>
                  <a:lnTo>
                    <a:pt x="212" y="104"/>
                  </a:lnTo>
                  <a:lnTo>
                    <a:pt x="211" y="102"/>
                  </a:lnTo>
                  <a:lnTo>
                    <a:pt x="209" y="102"/>
                  </a:lnTo>
                  <a:lnTo>
                    <a:pt x="209" y="105"/>
                  </a:lnTo>
                  <a:lnTo>
                    <a:pt x="207" y="107"/>
                  </a:lnTo>
                  <a:lnTo>
                    <a:pt x="208" y="110"/>
                  </a:lnTo>
                  <a:lnTo>
                    <a:pt x="208" y="113"/>
                  </a:lnTo>
                  <a:lnTo>
                    <a:pt x="207" y="115"/>
                  </a:lnTo>
                  <a:lnTo>
                    <a:pt x="204" y="114"/>
                  </a:lnTo>
                  <a:lnTo>
                    <a:pt x="200" y="115"/>
                  </a:lnTo>
                  <a:lnTo>
                    <a:pt x="196" y="115"/>
                  </a:lnTo>
                  <a:lnTo>
                    <a:pt x="198" y="117"/>
                  </a:lnTo>
                  <a:lnTo>
                    <a:pt x="202" y="116"/>
                  </a:lnTo>
                  <a:lnTo>
                    <a:pt x="203" y="117"/>
                  </a:lnTo>
                  <a:lnTo>
                    <a:pt x="201" y="118"/>
                  </a:lnTo>
                  <a:lnTo>
                    <a:pt x="200" y="118"/>
                  </a:lnTo>
                  <a:lnTo>
                    <a:pt x="199" y="121"/>
                  </a:lnTo>
                  <a:lnTo>
                    <a:pt x="198" y="121"/>
                  </a:lnTo>
                  <a:lnTo>
                    <a:pt x="196" y="123"/>
                  </a:lnTo>
                  <a:lnTo>
                    <a:pt x="196" y="127"/>
                  </a:lnTo>
                  <a:lnTo>
                    <a:pt x="194" y="128"/>
                  </a:lnTo>
                  <a:lnTo>
                    <a:pt x="186" y="127"/>
                  </a:lnTo>
                  <a:lnTo>
                    <a:pt x="182" y="126"/>
                  </a:lnTo>
                  <a:lnTo>
                    <a:pt x="179" y="129"/>
                  </a:lnTo>
                  <a:lnTo>
                    <a:pt x="178" y="133"/>
                  </a:lnTo>
                  <a:lnTo>
                    <a:pt x="180" y="136"/>
                  </a:lnTo>
                  <a:lnTo>
                    <a:pt x="182" y="137"/>
                  </a:lnTo>
                  <a:lnTo>
                    <a:pt x="183" y="139"/>
                  </a:lnTo>
                  <a:lnTo>
                    <a:pt x="186" y="139"/>
                  </a:lnTo>
                  <a:lnTo>
                    <a:pt x="189" y="139"/>
                  </a:lnTo>
                  <a:lnTo>
                    <a:pt x="190" y="141"/>
                  </a:lnTo>
                  <a:lnTo>
                    <a:pt x="189" y="143"/>
                  </a:lnTo>
                  <a:lnTo>
                    <a:pt x="189" y="147"/>
                  </a:lnTo>
                  <a:lnTo>
                    <a:pt x="189" y="151"/>
                  </a:lnTo>
                  <a:lnTo>
                    <a:pt x="193" y="154"/>
                  </a:lnTo>
                  <a:lnTo>
                    <a:pt x="194" y="156"/>
                  </a:lnTo>
                  <a:lnTo>
                    <a:pt x="193" y="158"/>
                  </a:lnTo>
                  <a:lnTo>
                    <a:pt x="189" y="162"/>
                  </a:lnTo>
                  <a:lnTo>
                    <a:pt x="187" y="166"/>
                  </a:lnTo>
                  <a:lnTo>
                    <a:pt x="184" y="169"/>
                  </a:lnTo>
                  <a:lnTo>
                    <a:pt x="185" y="173"/>
                  </a:lnTo>
                  <a:lnTo>
                    <a:pt x="182" y="18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5" name="Freeform 14"/>
            <p:cNvSpPr>
              <a:spLocks/>
            </p:cNvSpPr>
            <p:nvPr/>
          </p:nvSpPr>
          <p:spPr bwMode="gray">
            <a:xfrm>
              <a:off x="3825875" y="3436938"/>
              <a:ext cx="425450" cy="285750"/>
            </a:xfrm>
            <a:custGeom>
              <a:avLst/>
              <a:gdLst>
                <a:gd name="T0" fmla="*/ 169 w 268"/>
                <a:gd name="T1" fmla="*/ 174 h 180"/>
                <a:gd name="T2" fmla="*/ 165 w 268"/>
                <a:gd name="T3" fmla="*/ 163 h 180"/>
                <a:gd name="T4" fmla="*/ 159 w 268"/>
                <a:gd name="T5" fmla="*/ 155 h 180"/>
                <a:gd name="T6" fmla="*/ 141 w 268"/>
                <a:gd name="T7" fmla="*/ 147 h 180"/>
                <a:gd name="T8" fmla="*/ 121 w 268"/>
                <a:gd name="T9" fmla="*/ 136 h 180"/>
                <a:gd name="T10" fmla="*/ 100 w 268"/>
                <a:gd name="T11" fmla="*/ 115 h 180"/>
                <a:gd name="T12" fmla="*/ 93 w 268"/>
                <a:gd name="T13" fmla="*/ 98 h 180"/>
                <a:gd name="T14" fmla="*/ 81 w 268"/>
                <a:gd name="T15" fmla="*/ 94 h 180"/>
                <a:gd name="T16" fmla="*/ 68 w 268"/>
                <a:gd name="T17" fmla="*/ 92 h 180"/>
                <a:gd name="T18" fmla="*/ 64 w 268"/>
                <a:gd name="T19" fmla="*/ 84 h 180"/>
                <a:gd name="T20" fmla="*/ 62 w 268"/>
                <a:gd name="T21" fmla="*/ 76 h 180"/>
                <a:gd name="T22" fmla="*/ 52 w 268"/>
                <a:gd name="T23" fmla="*/ 70 h 180"/>
                <a:gd name="T24" fmla="*/ 40 w 268"/>
                <a:gd name="T25" fmla="*/ 62 h 180"/>
                <a:gd name="T26" fmla="*/ 38 w 268"/>
                <a:gd name="T27" fmla="*/ 70 h 180"/>
                <a:gd name="T28" fmla="*/ 29 w 268"/>
                <a:gd name="T29" fmla="*/ 72 h 180"/>
                <a:gd name="T30" fmla="*/ 16 w 268"/>
                <a:gd name="T31" fmla="*/ 79 h 180"/>
                <a:gd name="T32" fmla="*/ 7 w 268"/>
                <a:gd name="T33" fmla="*/ 92 h 180"/>
                <a:gd name="T34" fmla="*/ 80 w 268"/>
                <a:gd name="T35" fmla="*/ 30 h 180"/>
                <a:gd name="T36" fmla="*/ 139 w 268"/>
                <a:gd name="T37" fmla="*/ 41 h 180"/>
                <a:gd name="T38" fmla="*/ 158 w 268"/>
                <a:gd name="T39" fmla="*/ 56 h 180"/>
                <a:gd name="T40" fmla="*/ 164 w 268"/>
                <a:gd name="T41" fmla="*/ 77 h 180"/>
                <a:gd name="T42" fmla="*/ 176 w 268"/>
                <a:gd name="T43" fmla="*/ 95 h 180"/>
                <a:gd name="T44" fmla="*/ 189 w 268"/>
                <a:gd name="T45" fmla="*/ 100 h 180"/>
                <a:gd name="T46" fmla="*/ 197 w 268"/>
                <a:gd name="T47" fmla="*/ 104 h 180"/>
                <a:gd name="T48" fmla="*/ 204 w 268"/>
                <a:gd name="T49" fmla="*/ 90 h 180"/>
                <a:gd name="T50" fmla="*/ 222 w 268"/>
                <a:gd name="T51" fmla="*/ 78 h 180"/>
                <a:gd name="T52" fmla="*/ 231 w 268"/>
                <a:gd name="T53" fmla="*/ 73 h 180"/>
                <a:gd name="T54" fmla="*/ 236 w 268"/>
                <a:gd name="T55" fmla="*/ 75 h 180"/>
                <a:gd name="T56" fmla="*/ 229 w 268"/>
                <a:gd name="T57" fmla="*/ 80 h 180"/>
                <a:gd name="T58" fmla="*/ 222 w 268"/>
                <a:gd name="T59" fmla="*/ 86 h 180"/>
                <a:gd name="T60" fmla="*/ 226 w 268"/>
                <a:gd name="T61" fmla="*/ 90 h 180"/>
                <a:gd name="T62" fmla="*/ 234 w 268"/>
                <a:gd name="T63" fmla="*/ 95 h 180"/>
                <a:gd name="T64" fmla="*/ 242 w 268"/>
                <a:gd name="T65" fmla="*/ 92 h 180"/>
                <a:gd name="T66" fmla="*/ 247 w 268"/>
                <a:gd name="T67" fmla="*/ 91 h 180"/>
                <a:gd name="T68" fmla="*/ 252 w 268"/>
                <a:gd name="T69" fmla="*/ 94 h 180"/>
                <a:gd name="T70" fmla="*/ 257 w 268"/>
                <a:gd name="T71" fmla="*/ 99 h 180"/>
                <a:gd name="T72" fmla="*/ 268 w 268"/>
                <a:gd name="T73" fmla="*/ 103 h 180"/>
                <a:gd name="T74" fmla="*/ 257 w 268"/>
                <a:gd name="T75" fmla="*/ 107 h 180"/>
                <a:gd name="T76" fmla="*/ 254 w 268"/>
                <a:gd name="T77" fmla="*/ 110 h 180"/>
                <a:gd name="T78" fmla="*/ 247 w 268"/>
                <a:gd name="T79" fmla="*/ 114 h 180"/>
                <a:gd name="T80" fmla="*/ 240 w 268"/>
                <a:gd name="T81" fmla="*/ 113 h 180"/>
                <a:gd name="T82" fmla="*/ 234 w 268"/>
                <a:gd name="T83" fmla="*/ 114 h 180"/>
                <a:gd name="T84" fmla="*/ 225 w 268"/>
                <a:gd name="T85" fmla="*/ 111 h 180"/>
                <a:gd name="T86" fmla="*/ 230 w 268"/>
                <a:gd name="T87" fmla="*/ 103 h 180"/>
                <a:gd name="T88" fmla="*/ 221 w 268"/>
                <a:gd name="T89" fmla="*/ 103 h 180"/>
                <a:gd name="T90" fmla="*/ 211 w 268"/>
                <a:gd name="T91" fmla="*/ 102 h 180"/>
                <a:gd name="T92" fmla="*/ 208 w 268"/>
                <a:gd name="T93" fmla="*/ 110 h 180"/>
                <a:gd name="T94" fmla="*/ 200 w 268"/>
                <a:gd name="T95" fmla="*/ 115 h 180"/>
                <a:gd name="T96" fmla="*/ 203 w 268"/>
                <a:gd name="T97" fmla="*/ 117 h 180"/>
                <a:gd name="T98" fmla="*/ 198 w 268"/>
                <a:gd name="T99" fmla="*/ 121 h 180"/>
                <a:gd name="T100" fmla="*/ 186 w 268"/>
                <a:gd name="T101" fmla="*/ 127 h 180"/>
                <a:gd name="T102" fmla="*/ 180 w 268"/>
                <a:gd name="T103" fmla="*/ 136 h 180"/>
                <a:gd name="T104" fmla="*/ 189 w 268"/>
                <a:gd name="T105" fmla="*/ 139 h 180"/>
                <a:gd name="T106" fmla="*/ 189 w 268"/>
                <a:gd name="T107" fmla="*/ 151 h 180"/>
                <a:gd name="T108" fmla="*/ 189 w 268"/>
                <a:gd name="T109" fmla="*/ 162 h 180"/>
                <a:gd name="T110" fmla="*/ 182 w 268"/>
                <a:gd name="T111" fmla="*/ 180 h 18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68"/>
                <a:gd name="T169" fmla="*/ 0 h 180"/>
                <a:gd name="T170" fmla="*/ 268 w 268"/>
                <a:gd name="T171" fmla="*/ 180 h 18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68" h="180">
                  <a:moveTo>
                    <a:pt x="182" y="180"/>
                  </a:moveTo>
                  <a:lnTo>
                    <a:pt x="180" y="176"/>
                  </a:lnTo>
                  <a:lnTo>
                    <a:pt x="178" y="175"/>
                  </a:lnTo>
                  <a:lnTo>
                    <a:pt x="169" y="174"/>
                  </a:lnTo>
                  <a:lnTo>
                    <a:pt x="165" y="174"/>
                  </a:lnTo>
                  <a:lnTo>
                    <a:pt x="164" y="174"/>
                  </a:lnTo>
                  <a:lnTo>
                    <a:pt x="165" y="167"/>
                  </a:lnTo>
                  <a:lnTo>
                    <a:pt x="165" y="163"/>
                  </a:lnTo>
                  <a:lnTo>
                    <a:pt x="165" y="161"/>
                  </a:lnTo>
                  <a:lnTo>
                    <a:pt x="166" y="159"/>
                  </a:lnTo>
                  <a:lnTo>
                    <a:pt x="163" y="158"/>
                  </a:lnTo>
                  <a:lnTo>
                    <a:pt x="159" y="155"/>
                  </a:lnTo>
                  <a:lnTo>
                    <a:pt x="155" y="154"/>
                  </a:lnTo>
                  <a:lnTo>
                    <a:pt x="151" y="154"/>
                  </a:lnTo>
                  <a:lnTo>
                    <a:pt x="149" y="152"/>
                  </a:lnTo>
                  <a:lnTo>
                    <a:pt x="141" y="147"/>
                  </a:lnTo>
                  <a:lnTo>
                    <a:pt x="137" y="145"/>
                  </a:lnTo>
                  <a:lnTo>
                    <a:pt x="130" y="139"/>
                  </a:lnTo>
                  <a:lnTo>
                    <a:pt x="128" y="140"/>
                  </a:lnTo>
                  <a:lnTo>
                    <a:pt x="121" y="136"/>
                  </a:lnTo>
                  <a:lnTo>
                    <a:pt x="119" y="132"/>
                  </a:lnTo>
                  <a:lnTo>
                    <a:pt x="110" y="126"/>
                  </a:lnTo>
                  <a:lnTo>
                    <a:pt x="100" y="117"/>
                  </a:lnTo>
                  <a:lnTo>
                    <a:pt x="100" y="115"/>
                  </a:lnTo>
                  <a:lnTo>
                    <a:pt x="99" y="110"/>
                  </a:lnTo>
                  <a:lnTo>
                    <a:pt x="97" y="109"/>
                  </a:lnTo>
                  <a:lnTo>
                    <a:pt x="94" y="103"/>
                  </a:lnTo>
                  <a:lnTo>
                    <a:pt x="93" y="98"/>
                  </a:lnTo>
                  <a:lnTo>
                    <a:pt x="91" y="94"/>
                  </a:lnTo>
                  <a:lnTo>
                    <a:pt x="86" y="92"/>
                  </a:lnTo>
                  <a:lnTo>
                    <a:pt x="84" y="93"/>
                  </a:lnTo>
                  <a:lnTo>
                    <a:pt x="81" y="94"/>
                  </a:lnTo>
                  <a:lnTo>
                    <a:pt x="77" y="93"/>
                  </a:lnTo>
                  <a:lnTo>
                    <a:pt x="74" y="93"/>
                  </a:lnTo>
                  <a:lnTo>
                    <a:pt x="71" y="94"/>
                  </a:lnTo>
                  <a:lnTo>
                    <a:pt x="68" y="92"/>
                  </a:lnTo>
                  <a:lnTo>
                    <a:pt x="63" y="90"/>
                  </a:lnTo>
                  <a:lnTo>
                    <a:pt x="64" y="88"/>
                  </a:lnTo>
                  <a:lnTo>
                    <a:pt x="65" y="86"/>
                  </a:lnTo>
                  <a:lnTo>
                    <a:pt x="64" y="84"/>
                  </a:lnTo>
                  <a:lnTo>
                    <a:pt x="64" y="82"/>
                  </a:lnTo>
                  <a:lnTo>
                    <a:pt x="65" y="80"/>
                  </a:lnTo>
                  <a:lnTo>
                    <a:pt x="62" y="78"/>
                  </a:lnTo>
                  <a:lnTo>
                    <a:pt x="62" y="76"/>
                  </a:lnTo>
                  <a:lnTo>
                    <a:pt x="62" y="74"/>
                  </a:lnTo>
                  <a:lnTo>
                    <a:pt x="60" y="72"/>
                  </a:lnTo>
                  <a:lnTo>
                    <a:pt x="57" y="71"/>
                  </a:lnTo>
                  <a:lnTo>
                    <a:pt x="52" y="70"/>
                  </a:lnTo>
                  <a:lnTo>
                    <a:pt x="50" y="67"/>
                  </a:lnTo>
                  <a:lnTo>
                    <a:pt x="48" y="66"/>
                  </a:lnTo>
                  <a:lnTo>
                    <a:pt x="43" y="63"/>
                  </a:lnTo>
                  <a:lnTo>
                    <a:pt x="40" y="62"/>
                  </a:lnTo>
                  <a:lnTo>
                    <a:pt x="39" y="62"/>
                  </a:lnTo>
                  <a:lnTo>
                    <a:pt x="35" y="64"/>
                  </a:lnTo>
                  <a:lnTo>
                    <a:pt x="37" y="66"/>
                  </a:lnTo>
                  <a:lnTo>
                    <a:pt x="38" y="70"/>
                  </a:lnTo>
                  <a:lnTo>
                    <a:pt x="34" y="67"/>
                  </a:lnTo>
                  <a:lnTo>
                    <a:pt x="32" y="67"/>
                  </a:lnTo>
                  <a:lnTo>
                    <a:pt x="31" y="69"/>
                  </a:lnTo>
                  <a:lnTo>
                    <a:pt x="29" y="72"/>
                  </a:lnTo>
                  <a:lnTo>
                    <a:pt x="28" y="73"/>
                  </a:lnTo>
                  <a:lnTo>
                    <a:pt x="23" y="73"/>
                  </a:lnTo>
                  <a:lnTo>
                    <a:pt x="19" y="76"/>
                  </a:lnTo>
                  <a:lnTo>
                    <a:pt x="16" y="79"/>
                  </a:lnTo>
                  <a:lnTo>
                    <a:pt x="15" y="85"/>
                  </a:lnTo>
                  <a:lnTo>
                    <a:pt x="18" y="89"/>
                  </a:lnTo>
                  <a:lnTo>
                    <a:pt x="17" y="92"/>
                  </a:lnTo>
                  <a:lnTo>
                    <a:pt x="7" y="92"/>
                  </a:lnTo>
                  <a:lnTo>
                    <a:pt x="0" y="92"/>
                  </a:lnTo>
                  <a:lnTo>
                    <a:pt x="0" y="13"/>
                  </a:lnTo>
                  <a:lnTo>
                    <a:pt x="40" y="0"/>
                  </a:lnTo>
                  <a:lnTo>
                    <a:pt x="80" y="30"/>
                  </a:lnTo>
                  <a:lnTo>
                    <a:pt x="94" y="46"/>
                  </a:lnTo>
                  <a:lnTo>
                    <a:pt x="112" y="43"/>
                  </a:lnTo>
                  <a:lnTo>
                    <a:pt x="132" y="45"/>
                  </a:lnTo>
                  <a:lnTo>
                    <a:pt x="139" y="41"/>
                  </a:lnTo>
                  <a:lnTo>
                    <a:pt x="145" y="47"/>
                  </a:lnTo>
                  <a:lnTo>
                    <a:pt x="149" y="50"/>
                  </a:lnTo>
                  <a:lnTo>
                    <a:pt x="153" y="60"/>
                  </a:lnTo>
                  <a:lnTo>
                    <a:pt x="158" y="56"/>
                  </a:lnTo>
                  <a:lnTo>
                    <a:pt x="158" y="66"/>
                  </a:lnTo>
                  <a:lnTo>
                    <a:pt x="156" y="70"/>
                  </a:lnTo>
                  <a:lnTo>
                    <a:pt x="157" y="77"/>
                  </a:lnTo>
                  <a:lnTo>
                    <a:pt x="164" y="77"/>
                  </a:lnTo>
                  <a:lnTo>
                    <a:pt x="165" y="85"/>
                  </a:lnTo>
                  <a:lnTo>
                    <a:pt x="168" y="95"/>
                  </a:lnTo>
                  <a:lnTo>
                    <a:pt x="171" y="95"/>
                  </a:lnTo>
                  <a:lnTo>
                    <a:pt x="176" y="95"/>
                  </a:lnTo>
                  <a:lnTo>
                    <a:pt x="183" y="94"/>
                  </a:lnTo>
                  <a:lnTo>
                    <a:pt x="186" y="94"/>
                  </a:lnTo>
                  <a:lnTo>
                    <a:pt x="189" y="97"/>
                  </a:lnTo>
                  <a:lnTo>
                    <a:pt x="189" y="100"/>
                  </a:lnTo>
                  <a:lnTo>
                    <a:pt x="189" y="103"/>
                  </a:lnTo>
                  <a:lnTo>
                    <a:pt x="192" y="106"/>
                  </a:lnTo>
                  <a:lnTo>
                    <a:pt x="196" y="106"/>
                  </a:lnTo>
                  <a:lnTo>
                    <a:pt x="197" y="104"/>
                  </a:lnTo>
                  <a:lnTo>
                    <a:pt x="196" y="100"/>
                  </a:lnTo>
                  <a:lnTo>
                    <a:pt x="200" y="96"/>
                  </a:lnTo>
                  <a:lnTo>
                    <a:pt x="203" y="94"/>
                  </a:lnTo>
                  <a:lnTo>
                    <a:pt x="204" y="90"/>
                  </a:lnTo>
                  <a:lnTo>
                    <a:pt x="207" y="88"/>
                  </a:lnTo>
                  <a:lnTo>
                    <a:pt x="213" y="85"/>
                  </a:lnTo>
                  <a:lnTo>
                    <a:pt x="218" y="83"/>
                  </a:lnTo>
                  <a:lnTo>
                    <a:pt x="222" y="78"/>
                  </a:lnTo>
                  <a:lnTo>
                    <a:pt x="225" y="76"/>
                  </a:lnTo>
                  <a:lnTo>
                    <a:pt x="226" y="75"/>
                  </a:lnTo>
                  <a:lnTo>
                    <a:pt x="228" y="76"/>
                  </a:lnTo>
                  <a:lnTo>
                    <a:pt x="231" y="73"/>
                  </a:lnTo>
                  <a:lnTo>
                    <a:pt x="233" y="73"/>
                  </a:lnTo>
                  <a:lnTo>
                    <a:pt x="235" y="71"/>
                  </a:lnTo>
                  <a:lnTo>
                    <a:pt x="239" y="74"/>
                  </a:lnTo>
                  <a:lnTo>
                    <a:pt x="236" y="75"/>
                  </a:lnTo>
                  <a:lnTo>
                    <a:pt x="233" y="77"/>
                  </a:lnTo>
                  <a:lnTo>
                    <a:pt x="232" y="77"/>
                  </a:lnTo>
                  <a:lnTo>
                    <a:pt x="231" y="79"/>
                  </a:lnTo>
                  <a:lnTo>
                    <a:pt x="229" y="80"/>
                  </a:lnTo>
                  <a:lnTo>
                    <a:pt x="227" y="81"/>
                  </a:lnTo>
                  <a:lnTo>
                    <a:pt x="225" y="83"/>
                  </a:lnTo>
                  <a:lnTo>
                    <a:pt x="223" y="86"/>
                  </a:lnTo>
                  <a:lnTo>
                    <a:pt x="222" y="86"/>
                  </a:lnTo>
                  <a:lnTo>
                    <a:pt x="221" y="88"/>
                  </a:lnTo>
                  <a:lnTo>
                    <a:pt x="224" y="88"/>
                  </a:lnTo>
                  <a:lnTo>
                    <a:pt x="225" y="89"/>
                  </a:lnTo>
                  <a:lnTo>
                    <a:pt x="226" y="90"/>
                  </a:lnTo>
                  <a:lnTo>
                    <a:pt x="229" y="89"/>
                  </a:lnTo>
                  <a:lnTo>
                    <a:pt x="230" y="91"/>
                  </a:lnTo>
                  <a:lnTo>
                    <a:pt x="231" y="92"/>
                  </a:lnTo>
                  <a:lnTo>
                    <a:pt x="234" y="95"/>
                  </a:lnTo>
                  <a:lnTo>
                    <a:pt x="238" y="95"/>
                  </a:lnTo>
                  <a:lnTo>
                    <a:pt x="240" y="95"/>
                  </a:lnTo>
                  <a:lnTo>
                    <a:pt x="241" y="91"/>
                  </a:lnTo>
                  <a:lnTo>
                    <a:pt x="242" y="92"/>
                  </a:lnTo>
                  <a:lnTo>
                    <a:pt x="244" y="90"/>
                  </a:lnTo>
                  <a:lnTo>
                    <a:pt x="244" y="88"/>
                  </a:lnTo>
                  <a:lnTo>
                    <a:pt x="245" y="89"/>
                  </a:lnTo>
                  <a:lnTo>
                    <a:pt x="247" y="91"/>
                  </a:lnTo>
                  <a:lnTo>
                    <a:pt x="248" y="93"/>
                  </a:lnTo>
                  <a:lnTo>
                    <a:pt x="248" y="94"/>
                  </a:lnTo>
                  <a:lnTo>
                    <a:pt x="251" y="95"/>
                  </a:lnTo>
                  <a:lnTo>
                    <a:pt x="252" y="94"/>
                  </a:lnTo>
                  <a:lnTo>
                    <a:pt x="253" y="97"/>
                  </a:lnTo>
                  <a:lnTo>
                    <a:pt x="253" y="98"/>
                  </a:lnTo>
                  <a:lnTo>
                    <a:pt x="256" y="97"/>
                  </a:lnTo>
                  <a:lnTo>
                    <a:pt x="257" y="99"/>
                  </a:lnTo>
                  <a:lnTo>
                    <a:pt x="259" y="101"/>
                  </a:lnTo>
                  <a:lnTo>
                    <a:pt x="263" y="101"/>
                  </a:lnTo>
                  <a:lnTo>
                    <a:pt x="266" y="102"/>
                  </a:lnTo>
                  <a:lnTo>
                    <a:pt x="268" y="103"/>
                  </a:lnTo>
                  <a:lnTo>
                    <a:pt x="264" y="105"/>
                  </a:lnTo>
                  <a:lnTo>
                    <a:pt x="263" y="106"/>
                  </a:lnTo>
                  <a:lnTo>
                    <a:pt x="261" y="107"/>
                  </a:lnTo>
                  <a:lnTo>
                    <a:pt x="257" y="107"/>
                  </a:lnTo>
                  <a:lnTo>
                    <a:pt x="256" y="106"/>
                  </a:lnTo>
                  <a:lnTo>
                    <a:pt x="256" y="108"/>
                  </a:lnTo>
                  <a:lnTo>
                    <a:pt x="256" y="110"/>
                  </a:lnTo>
                  <a:lnTo>
                    <a:pt x="254" y="110"/>
                  </a:lnTo>
                  <a:lnTo>
                    <a:pt x="253" y="110"/>
                  </a:lnTo>
                  <a:lnTo>
                    <a:pt x="250" y="112"/>
                  </a:lnTo>
                  <a:lnTo>
                    <a:pt x="249" y="114"/>
                  </a:lnTo>
                  <a:lnTo>
                    <a:pt x="247" y="114"/>
                  </a:lnTo>
                  <a:lnTo>
                    <a:pt x="245" y="116"/>
                  </a:lnTo>
                  <a:lnTo>
                    <a:pt x="244" y="115"/>
                  </a:lnTo>
                  <a:lnTo>
                    <a:pt x="241" y="114"/>
                  </a:lnTo>
                  <a:lnTo>
                    <a:pt x="240" y="113"/>
                  </a:lnTo>
                  <a:lnTo>
                    <a:pt x="238" y="113"/>
                  </a:lnTo>
                  <a:lnTo>
                    <a:pt x="236" y="114"/>
                  </a:lnTo>
                  <a:lnTo>
                    <a:pt x="234" y="113"/>
                  </a:lnTo>
                  <a:lnTo>
                    <a:pt x="234" y="114"/>
                  </a:lnTo>
                  <a:lnTo>
                    <a:pt x="231" y="114"/>
                  </a:lnTo>
                  <a:lnTo>
                    <a:pt x="228" y="114"/>
                  </a:lnTo>
                  <a:lnTo>
                    <a:pt x="227" y="112"/>
                  </a:lnTo>
                  <a:lnTo>
                    <a:pt x="225" y="111"/>
                  </a:lnTo>
                  <a:lnTo>
                    <a:pt x="224" y="109"/>
                  </a:lnTo>
                  <a:lnTo>
                    <a:pt x="226" y="108"/>
                  </a:lnTo>
                  <a:lnTo>
                    <a:pt x="229" y="105"/>
                  </a:lnTo>
                  <a:lnTo>
                    <a:pt x="230" y="103"/>
                  </a:lnTo>
                  <a:lnTo>
                    <a:pt x="228" y="101"/>
                  </a:lnTo>
                  <a:lnTo>
                    <a:pt x="225" y="97"/>
                  </a:lnTo>
                  <a:lnTo>
                    <a:pt x="224" y="99"/>
                  </a:lnTo>
                  <a:lnTo>
                    <a:pt x="221" y="103"/>
                  </a:lnTo>
                  <a:lnTo>
                    <a:pt x="216" y="105"/>
                  </a:lnTo>
                  <a:lnTo>
                    <a:pt x="214" y="106"/>
                  </a:lnTo>
                  <a:lnTo>
                    <a:pt x="212" y="104"/>
                  </a:lnTo>
                  <a:lnTo>
                    <a:pt x="211" y="102"/>
                  </a:lnTo>
                  <a:lnTo>
                    <a:pt x="209" y="102"/>
                  </a:lnTo>
                  <a:lnTo>
                    <a:pt x="209" y="105"/>
                  </a:lnTo>
                  <a:lnTo>
                    <a:pt x="207" y="107"/>
                  </a:lnTo>
                  <a:lnTo>
                    <a:pt x="208" y="110"/>
                  </a:lnTo>
                  <a:lnTo>
                    <a:pt x="208" y="113"/>
                  </a:lnTo>
                  <a:lnTo>
                    <a:pt x="207" y="115"/>
                  </a:lnTo>
                  <a:lnTo>
                    <a:pt x="204" y="114"/>
                  </a:lnTo>
                  <a:lnTo>
                    <a:pt x="200" y="115"/>
                  </a:lnTo>
                  <a:lnTo>
                    <a:pt x="196" y="115"/>
                  </a:lnTo>
                  <a:lnTo>
                    <a:pt x="198" y="117"/>
                  </a:lnTo>
                  <a:lnTo>
                    <a:pt x="202" y="116"/>
                  </a:lnTo>
                  <a:lnTo>
                    <a:pt x="203" y="117"/>
                  </a:lnTo>
                  <a:lnTo>
                    <a:pt x="201" y="118"/>
                  </a:lnTo>
                  <a:lnTo>
                    <a:pt x="200" y="118"/>
                  </a:lnTo>
                  <a:lnTo>
                    <a:pt x="199" y="121"/>
                  </a:lnTo>
                  <a:lnTo>
                    <a:pt x="198" y="121"/>
                  </a:lnTo>
                  <a:lnTo>
                    <a:pt x="196" y="123"/>
                  </a:lnTo>
                  <a:lnTo>
                    <a:pt x="196" y="127"/>
                  </a:lnTo>
                  <a:lnTo>
                    <a:pt x="194" y="128"/>
                  </a:lnTo>
                  <a:lnTo>
                    <a:pt x="186" y="127"/>
                  </a:lnTo>
                  <a:lnTo>
                    <a:pt x="182" y="126"/>
                  </a:lnTo>
                  <a:lnTo>
                    <a:pt x="179" y="129"/>
                  </a:lnTo>
                  <a:lnTo>
                    <a:pt x="178" y="133"/>
                  </a:lnTo>
                  <a:lnTo>
                    <a:pt x="180" y="136"/>
                  </a:lnTo>
                  <a:lnTo>
                    <a:pt x="182" y="137"/>
                  </a:lnTo>
                  <a:lnTo>
                    <a:pt x="183" y="139"/>
                  </a:lnTo>
                  <a:lnTo>
                    <a:pt x="186" y="139"/>
                  </a:lnTo>
                  <a:lnTo>
                    <a:pt x="189" y="139"/>
                  </a:lnTo>
                  <a:lnTo>
                    <a:pt x="190" y="141"/>
                  </a:lnTo>
                  <a:lnTo>
                    <a:pt x="189" y="143"/>
                  </a:lnTo>
                  <a:lnTo>
                    <a:pt x="189" y="147"/>
                  </a:lnTo>
                  <a:lnTo>
                    <a:pt x="189" y="151"/>
                  </a:lnTo>
                  <a:lnTo>
                    <a:pt x="193" y="154"/>
                  </a:lnTo>
                  <a:lnTo>
                    <a:pt x="194" y="156"/>
                  </a:lnTo>
                  <a:lnTo>
                    <a:pt x="193" y="158"/>
                  </a:lnTo>
                  <a:lnTo>
                    <a:pt x="189" y="162"/>
                  </a:lnTo>
                  <a:lnTo>
                    <a:pt x="187" y="166"/>
                  </a:lnTo>
                  <a:lnTo>
                    <a:pt x="184" y="169"/>
                  </a:lnTo>
                  <a:lnTo>
                    <a:pt x="185" y="173"/>
                  </a:lnTo>
                  <a:lnTo>
                    <a:pt x="182" y="18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6" name="Freeform 15"/>
            <p:cNvSpPr>
              <a:spLocks/>
            </p:cNvSpPr>
            <p:nvPr/>
          </p:nvSpPr>
          <p:spPr bwMode="gray">
            <a:xfrm>
              <a:off x="3738563" y="3535363"/>
              <a:ext cx="350838" cy="238125"/>
            </a:xfrm>
            <a:custGeom>
              <a:avLst/>
              <a:gdLst>
                <a:gd name="T0" fmla="*/ 133 w 221"/>
                <a:gd name="T1" fmla="*/ 133 h 150"/>
                <a:gd name="T2" fmla="*/ 121 w 221"/>
                <a:gd name="T3" fmla="*/ 124 h 150"/>
                <a:gd name="T4" fmla="*/ 95 w 221"/>
                <a:gd name="T5" fmla="*/ 104 h 150"/>
                <a:gd name="T6" fmla="*/ 75 w 221"/>
                <a:gd name="T7" fmla="*/ 97 h 150"/>
                <a:gd name="T8" fmla="*/ 59 w 221"/>
                <a:gd name="T9" fmla="*/ 93 h 150"/>
                <a:gd name="T10" fmla="*/ 43 w 221"/>
                <a:gd name="T11" fmla="*/ 96 h 150"/>
                <a:gd name="T12" fmla="*/ 29 w 221"/>
                <a:gd name="T13" fmla="*/ 109 h 150"/>
                <a:gd name="T14" fmla="*/ 21 w 221"/>
                <a:gd name="T15" fmla="*/ 101 h 150"/>
                <a:gd name="T16" fmla="*/ 21 w 221"/>
                <a:gd name="T17" fmla="*/ 86 h 150"/>
                <a:gd name="T18" fmla="*/ 23 w 221"/>
                <a:gd name="T19" fmla="*/ 77 h 150"/>
                <a:gd name="T20" fmla="*/ 17 w 221"/>
                <a:gd name="T21" fmla="*/ 71 h 150"/>
                <a:gd name="T22" fmla="*/ 10 w 221"/>
                <a:gd name="T23" fmla="*/ 71 h 150"/>
                <a:gd name="T24" fmla="*/ 12 w 221"/>
                <a:gd name="T25" fmla="*/ 67 h 150"/>
                <a:gd name="T26" fmla="*/ 19 w 221"/>
                <a:gd name="T27" fmla="*/ 66 h 150"/>
                <a:gd name="T28" fmla="*/ 16 w 221"/>
                <a:gd name="T29" fmla="*/ 59 h 150"/>
                <a:gd name="T30" fmla="*/ 9 w 221"/>
                <a:gd name="T31" fmla="*/ 58 h 150"/>
                <a:gd name="T32" fmla="*/ 4 w 221"/>
                <a:gd name="T33" fmla="*/ 53 h 150"/>
                <a:gd name="T34" fmla="*/ 6 w 221"/>
                <a:gd name="T35" fmla="*/ 43 h 150"/>
                <a:gd name="T36" fmla="*/ 9 w 221"/>
                <a:gd name="T37" fmla="*/ 39 h 150"/>
                <a:gd name="T38" fmla="*/ 16 w 221"/>
                <a:gd name="T39" fmla="*/ 42 h 150"/>
                <a:gd name="T40" fmla="*/ 18 w 221"/>
                <a:gd name="T41" fmla="*/ 39 h 150"/>
                <a:gd name="T42" fmla="*/ 24 w 221"/>
                <a:gd name="T43" fmla="*/ 43 h 150"/>
                <a:gd name="T44" fmla="*/ 29 w 221"/>
                <a:gd name="T45" fmla="*/ 42 h 150"/>
                <a:gd name="T46" fmla="*/ 30 w 221"/>
                <a:gd name="T47" fmla="*/ 40 h 150"/>
                <a:gd name="T48" fmla="*/ 35 w 221"/>
                <a:gd name="T49" fmla="*/ 37 h 150"/>
                <a:gd name="T50" fmla="*/ 24 w 221"/>
                <a:gd name="T51" fmla="*/ 27 h 150"/>
                <a:gd name="T52" fmla="*/ 23 w 221"/>
                <a:gd name="T53" fmla="*/ 16 h 150"/>
                <a:gd name="T54" fmla="*/ 14 w 221"/>
                <a:gd name="T55" fmla="*/ 14 h 150"/>
                <a:gd name="T56" fmla="*/ 6 w 221"/>
                <a:gd name="T57" fmla="*/ 20 h 150"/>
                <a:gd name="T58" fmla="*/ 6 w 221"/>
                <a:gd name="T59" fmla="*/ 31 h 150"/>
                <a:gd name="T60" fmla="*/ 2 w 221"/>
                <a:gd name="T61" fmla="*/ 24 h 150"/>
                <a:gd name="T62" fmla="*/ 10 w 221"/>
                <a:gd name="T63" fmla="*/ 12 h 150"/>
                <a:gd name="T64" fmla="*/ 34 w 221"/>
                <a:gd name="T65" fmla="*/ 14 h 150"/>
                <a:gd name="T66" fmla="*/ 48 w 221"/>
                <a:gd name="T67" fmla="*/ 31 h 150"/>
                <a:gd name="T68" fmla="*/ 62 w 221"/>
                <a:gd name="T69" fmla="*/ 30 h 150"/>
                <a:gd name="T70" fmla="*/ 71 w 221"/>
                <a:gd name="T71" fmla="*/ 17 h 150"/>
                <a:gd name="T72" fmla="*/ 84 w 221"/>
                <a:gd name="T73" fmla="*/ 10 h 150"/>
                <a:gd name="T74" fmla="*/ 93 w 221"/>
                <a:gd name="T75" fmla="*/ 8 h 150"/>
                <a:gd name="T76" fmla="*/ 95 w 221"/>
                <a:gd name="T77" fmla="*/ 0 h 150"/>
                <a:gd name="T78" fmla="*/ 107 w 221"/>
                <a:gd name="T79" fmla="*/ 8 h 150"/>
                <a:gd name="T80" fmla="*/ 117 w 221"/>
                <a:gd name="T81" fmla="*/ 14 h 150"/>
                <a:gd name="T82" fmla="*/ 119 w 221"/>
                <a:gd name="T83" fmla="*/ 22 h 150"/>
                <a:gd name="T84" fmla="*/ 123 w 221"/>
                <a:gd name="T85" fmla="*/ 30 h 150"/>
                <a:gd name="T86" fmla="*/ 136 w 221"/>
                <a:gd name="T87" fmla="*/ 32 h 150"/>
                <a:gd name="T88" fmla="*/ 148 w 221"/>
                <a:gd name="T89" fmla="*/ 36 h 150"/>
                <a:gd name="T90" fmla="*/ 155 w 221"/>
                <a:gd name="T91" fmla="*/ 53 h 150"/>
                <a:gd name="T92" fmla="*/ 176 w 221"/>
                <a:gd name="T93" fmla="*/ 74 h 150"/>
                <a:gd name="T94" fmla="*/ 196 w 221"/>
                <a:gd name="T95" fmla="*/ 85 h 150"/>
                <a:gd name="T96" fmla="*/ 214 w 221"/>
                <a:gd name="T97" fmla="*/ 93 h 150"/>
                <a:gd name="T98" fmla="*/ 220 w 221"/>
                <a:gd name="T99" fmla="*/ 101 h 150"/>
                <a:gd name="T100" fmla="*/ 205 w 221"/>
                <a:gd name="T101" fmla="*/ 107 h 150"/>
                <a:gd name="T102" fmla="*/ 188 w 221"/>
                <a:gd name="T103" fmla="*/ 121 h 150"/>
                <a:gd name="T104" fmla="*/ 168 w 221"/>
                <a:gd name="T105" fmla="*/ 139 h 150"/>
                <a:gd name="T106" fmla="*/ 162 w 221"/>
                <a:gd name="T107" fmla="*/ 148 h 150"/>
                <a:gd name="T108" fmla="*/ 143 w 221"/>
                <a:gd name="T109" fmla="*/ 147 h 15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21"/>
                <a:gd name="T166" fmla="*/ 0 h 150"/>
                <a:gd name="T167" fmla="*/ 221 w 221"/>
                <a:gd name="T168" fmla="*/ 150 h 15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21" h="150">
                  <a:moveTo>
                    <a:pt x="135" y="144"/>
                  </a:moveTo>
                  <a:lnTo>
                    <a:pt x="134" y="144"/>
                  </a:lnTo>
                  <a:lnTo>
                    <a:pt x="133" y="138"/>
                  </a:lnTo>
                  <a:lnTo>
                    <a:pt x="133" y="133"/>
                  </a:lnTo>
                  <a:lnTo>
                    <a:pt x="133" y="126"/>
                  </a:lnTo>
                  <a:lnTo>
                    <a:pt x="131" y="124"/>
                  </a:lnTo>
                  <a:lnTo>
                    <a:pt x="126" y="124"/>
                  </a:lnTo>
                  <a:lnTo>
                    <a:pt x="121" y="124"/>
                  </a:lnTo>
                  <a:lnTo>
                    <a:pt x="116" y="120"/>
                  </a:lnTo>
                  <a:lnTo>
                    <a:pt x="104" y="108"/>
                  </a:lnTo>
                  <a:lnTo>
                    <a:pt x="99" y="105"/>
                  </a:lnTo>
                  <a:lnTo>
                    <a:pt x="95" y="104"/>
                  </a:lnTo>
                  <a:lnTo>
                    <a:pt x="92" y="103"/>
                  </a:lnTo>
                  <a:lnTo>
                    <a:pt x="86" y="103"/>
                  </a:lnTo>
                  <a:lnTo>
                    <a:pt x="80" y="100"/>
                  </a:lnTo>
                  <a:lnTo>
                    <a:pt x="75" y="97"/>
                  </a:lnTo>
                  <a:lnTo>
                    <a:pt x="72" y="93"/>
                  </a:lnTo>
                  <a:lnTo>
                    <a:pt x="65" y="92"/>
                  </a:lnTo>
                  <a:lnTo>
                    <a:pt x="61" y="92"/>
                  </a:lnTo>
                  <a:lnTo>
                    <a:pt x="59" y="93"/>
                  </a:lnTo>
                  <a:lnTo>
                    <a:pt x="55" y="96"/>
                  </a:lnTo>
                  <a:lnTo>
                    <a:pt x="53" y="96"/>
                  </a:lnTo>
                  <a:lnTo>
                    <a:pt x="48" y="96"/>
                  </a:lnTo>
                  <a:lnTo>
                    <a:pt x="43" y="96"/>
                  </a:lnTo>
                  <a:lnTo>
                    <a:pt x="40" y="98"/>
                  </a:lnTo>
                  <a:lnTo>
                    <a:pt x="37" y="101"/>
                  </a:lnTo>
                  <a:lnTo>
                    <a:pt x="33" y="106"/>
                  </a:lnTo>
                  <a:lnTo>
                    <a:pt x="29" y="109"/>
                  </a:lnTo>
                  <a:lnTo>
                    <a:pt x="25" y="110"/>
                  </a:lnTo>
                  <a:lnTo>
                    <a:pt x="23" y="110"/>
                  </a:lnTo>
                  <a:lnTo>
                    <a:pt x="22" y="107"/>
                  </a:lnTo>
                  <a:lnTo>
                    <a:pt x="21" y="101"/>
                  </a:lnTo>
                  <a:lnTo>
                    <a:pt x="20" y="97"/>
                  </a:lnTo>
                  <a:lnTo>
                    <a:pt x="21" y="94"/>
                  </a:lnTo>
                  <a:lnTo>
                    <a:pt x="21" y="90"/>
                  </a:lnTo>
                  <a:lnTo>
                    <a:pt x="21" y="86"/>
                  </a:lnTo>
                  <a:lnTo>
                    <a:pt x="22" y="84"/>
                  </a:lnTo>
                  <a:lnTo>
                    <a:pt x="23" y="81"/>
                  </a:lnTo>
                  <a:lnTo>
                    <a:pt x="23" y="79"/>
                  </a:lnTo>
                  <a:lnTo>
                    <a:pt x="23" y="77"/>
                  </a:lnTo>
                  <a:lnTo>
                    <a:pt x="21" y="76"/>
                  </a:lnTo>
                  <a:lnTo>
                    <a:pt x="19" y="74"/>
                  </a:lnTo>
                  <a:lnTo>
                    <a:pt x="17" y="72"/>
                  </a:lnTo>
                  <a:lnTo>
                    <a:pt x="17" y="71"/>
                  </a:lnTo>
                  <a:lnTo>
                    <a:pt x="16" y="71"/>
                  </a:lnTo>
                  <a:lnTo>
                    <a:pt x="14" y="71"/>
                  </a:lnTo>
                  <a:lnTo>
                    <a:pt x="12" y="70"/>
                  </a:lnTo>
                  <a:lnTo>
                    <a:pt x="10" y="71"/>
                  </a:lnTo>
                  <a:lnTo>
                    <a:pt x="10" y="69"/>
                  </a:lnTo>
                  <a:lnTo>
                    <a:pt x="10" y="68"/>
                  </a:lnTo>
                  <a:lnTo>
                    <a:pt x="11" y="66"/>
                  </a:lnTo>
                  <a:lnTo>
                    <a:pt x="12" y="67"/>
                  </a:lnTo>
                  <a:lnTo>
                    <a:pt x="15" y="66"/>
                  </a:lnTo>
                  <a:lnTo>
                    <a:pt x="18" y="67"/>
                  </a:lnTo>
                  <a:lnTo>
                    <a:pt x="19" y="67"/>
                  </a:lnTo>
                  <a:lnTo>
                    <a:pt x="19" y="66"/>
                  </a:lnTo>
                  <a:lnTo>
                    <a:pt x="17" y="64"/>
                  </a:lnTo>
                  <a:lnTo>
                    <a:pt x="15" y="64"/>
                  </a:lnTo>
                  <a:lnTo>
                    <a:pt x="14" y="61"/>
                  </a:lnTo>
                  <a:lnTo>
                    <a:pt x="16" y="59"/>
                  </a:lnTo>
                  <a:lnTo>
                    <a:pt x="17" y="58"/>
                  </a:lnTo>
                  <a:lnTo>
                    <a:pt x="14" y="57"/>
                  </a:lnTo>
                  <a:lnTo>
                    <a:pt x="12" y="58"/>
                  </a:lnTo>
                  <a:lnTo>
                    <a:pt x="9" y="58"/>
                  </a:lnTo>
                  <a:lnTo>
                    <a:pt x="7" y="57"/>
                  </a:lnTo>
                  <a:lnTo>
                    <a:pt x="6" y="59"/>
                  </a:lnTo>
                  <a:lnTo>
                    <a:pt x="5" y="56"/>
                  </a:lnTo>
                  <a:lnTo>
                    <a:pt x="4" y="53"/>
                  </a:lnTo>
                  <a:lnTo>
                    <a:pt x="4" y="50"/>
                  </a:lnTo>
                  <a:lnTo>
                    <a:pt x="4" y="47"/>
                  </a:lnTo>
                  <a:lnTo>
                    <a:pt x="5" y="45"/>
                  </a:lnTo>
                  <a:lnTo>
                    <a:pt x="6" y="43"/>
                  </a:lnTo>
                  <a:lnTo>
                    <a:pt x="6" y="40"/>
                  </a:lnTo>
                  <a:lnTo>
                    <a:pt x="7" y="38"/>
                  </a:lnTo>
                  <a:lnTo>
                    <a:pt x="7" y="35"/>
                  </a:lnTo>
                  <a:lnTo>
                    <a:pt x="9" y="39"/>
                  </a:lnTo>
                  <a:lnTo>
                    <a:pt x="9" y="40"/>
                  </a:lnTo>
                  <a:lnTo>
                    <a:pt x="10" y="41"/>
                  </a:lnTo>
                  <a:lnTo>
                    <a:pt x="13" y="41"/>
                  </a:lnTo>
                  <a:lnTo>
                    <a:pt x="16" y="42"/>
                  </a:lnTo>
                  <a:lnTo>
                    <a:pt x="17" y="40"/>
                  </a:lnTo>
                  <a:lnTo>
                    <a:pt x="17" y="39"/>
                  </a:lnTo>
                  <a:lnTo>
                    <a:pt x="18" y="39"/>
                  </a:lnTo>
                  <a:lnTo>
                    <a:pt x="19" y="42"/>
                  </a:lnTo>
                  <a:lnTo>
                    <a:pt x="20" y="44"/>
                  </a:lnTo>
                  <a:lnTo>
                    <a:pt x="22" y="44"/>
                  </a:lnTo>
                  <a:lnTo>
                    <a:pt x="24" y="43"/>
                  </a:lnTo>
                  <a:lnTo>
                    <a:pt x="25" y="42"/>
                  </a:lnTo>
                  <a:lnTo>
                    <a:pt x="27" y="43"/>
                  </a:lnTo>
                  <a:lnTo>
                    <a:pt x="28" y="44"/>
                  </a:lnTo>
                  <a:lnTo>
                    <a:pt x="29" y="42"/>
                  </a:lnTo>
                  <a:lnTo>
                    <a:pt x="28" y="41"/>
                  </a:lnTo>
                  <a:lnTo>
                    <a:pt x="28" y="39"/>
                  </a:lnTo>
                  <a:lnTo>
                    <a:pt x="29" y="38"/>
                  </a:lnTo>
                  <a:lnTo>
                    <a:pt x="30" y="40"/>
                  </a:lnTo>
                  <a:lnTo>
                    <a:pt x="32" y="40"/>
                  </a:lnTo>
                  <a:lnTo>
                    <a:pt x="33" y="40"/>
                  </a:lnTo>
                  <a:lnTo>
                    <a:pt x="35" y="39"/>
                  </a:lnTo>
                  <a:lnTo>
                    <a:pt x="35" y="37"/>
                  </a:lnTo>
                  <a:lnTo>
                    <a:pt x="34" y="34"/>
                  </a:lnTo>
                  <a:lnTo>
                    <a:pt x="31" y="31"/>
                  </a:lnTo>
                  <a:lnTo>
                    <a:pt x="28" y="29"/>
                  </a:lnTo>
                  <a:lnTo>
                    <a:pt x="24" y="27"/>
                  </a:lnTo>
                  <a:lnTo>
                    <a:pt x="24" y="24"/>
                  </a:lnTo>
                  <a:lnTo>
                    <a:pt x="24" y="20"/>
                  </a:lnTo>
                  <a:lnTo>
                    <a:pt x="23" y="19"/>
                  </a:lnTo>
                  <a:lnTo>
                    <a:pt x="23" y="16"/>
                  </a:lnTo>
                  <a:lnTo>
                    <a:pt x="23" y="14"/>
                  </a:lnTo>
                  <a:lnTo>
                    <a:pt x="22" y="14"/>
                  </a:lnTo>
                  <a:lnTo>
                    <a:pt x="18" y="13"/>
                  </a:lnTo>
                  <a:lnTo>
                    <a:pt x="14" y="14"/>
                  </a:lnTo>
                  <a:lnTo>
                    <a:pt x="10" y="14"/>
                  </a:lnTo>
                  <a:lnTo>
                    <a:pt x="7" y="15"/>
                  </a:lnTo>
                  <a:lnTo>
                    <a:pt x="6" y="17"/>
                  </a:lnTo>
                  <a:lnTo>
                    <a:pt x="6" y="20"/>
                  </a:lnTo>
                  <a:lnTo>
                    <a:pt x="7" y="22"/>
                  </a:lnTo>
                  <a:lnTo>
                    <a:pt x="6" y="25"/>
                  </a:lnTo>
                  <a:lnTo>
                    <a:pt x="6" y="29"/>
                  </a:lnTo>
                  <a:lnTo>
                    <a:pt x="6" y="31"/>
                  </a:lnTo>
                  <a:lnTo>
                    <a:pt x="6" y="34"/>
                  </a:lnTo>
                  <a:lnTo>
                    <a:pt x="4" y="29"/>
                  </a:lnTo>
                  <a:lnTo>
                    <a:pt x="2" y="26"/>
                  </a:lnTo>
                  <a:lnTo>
                    <a:pt x="2" y="24"/>
                  </a:lnTo>
                  <a:lnTo>
                    <a:pt x="2" y="22"/>
                  </a:lnTo>
                  <a:lnTo>
                    <a:pt x="0" y="21"/>
                  </a:lnTo>
                  <a:lnTo>
                    <a:pt x="3" y="16"/>
                  </a:lnTo>
                  <a:lnTo>
                    <a:pt x="10" y="12"/>
                  </a:lnTo>
                  <a:lnTo>
                    <a:pt x="19" y="9"/>
                  </a:lnTo>
                  <a:lnTo>
                    <a:pt x="26" y="8"/>
                  </a:lnTo>
                  <a:lnTo>
                    <a:pt x="29" y="10"/>
                  </a:lnTo>
                  <a:lnTo>
                    <a:pt x="34" y="14"/>
                  </a:lnTo>
                  <a:lnTo>
                    <a:pt x="38" y="17"/>
                  </a:lnTo>
                  <a:lnTo>
                    <a:pt x="40" y="22"/>
                  </a:lnTo>
                  <a:lnTo>
                    <a:pt x="45" y="29"/>
                  </a:lnTo>
                  <a:lnTo>
                    <a:pt x="48" y="31"/>
                  </a:lnTo>
                  <a:lnTo>
                    <a:pt x="51" y="30"/>
                  </a:lnTo>
                  <a:lnTo>
                    <a:pt x="53" y="29"/>
                  </a:lnTo>
                  <a:lnTo>
                    <a:pt x="55" y="30"/>
                  </a:lnTo>
                  <a:lnTo>
                    <a:pt x="62" y="30"/>
                  </a:lnTo>
                  <a:lnTo>
                    <a:pt x="72" y="30"/>
                  </a:lnTo>
                  <a:lnTo>
                    <a:pt x="73" y="27"/>
                  </a:lnTo>
                  <a:lnTo>
                    <a:pt x="70" y="23"/>
                  </a:lnTo>
                  <a:lnTo>
                    <a:pt x="71" y="17"/>
                  </a:lnTo>
                  <a:lnTo>
                    <a:pt x="74" y="14"/>
                  </a:lnTo>
                  <a:lnTo>
                    <a:pt x="78" y="11"/>
                  </a:lnTo>
                  <a:lnTo>
                    <a:pt x="83" y="11"/>
                  </a:lnTo>
                  <a:lnTo>
                    <a:pt x="84" y="10"/>
                  </a:lnTo>
                  <a:lnTo>
                    <a:pt x="86" y="7"/>
                  </a:lnTo>
                  <a:lnTo>
                    <a:pt x="87" y="5"/>
                  </a:lnTo>
                  <a:lnTo>
                    <a:pt x="89" y="5"/>
                  </a:lnTo>
                  <a:lnTo>
                    <a:pt x="93" y="8"/>
                  </a:lnTo>
                  <a:lnTo>
                    <a:pt x="92" y="4"/>
                  </a:lnTo>
                  <a:lnTo>
                    <a:pt x="90" y="2"/>
                  </a:lnTo>
                  <a:lnTo>
                    <a:pt x="94" y="0"/>
                  </a:lnTo>
                  <a:lnTo>
                    <a:pt x="95" y="0"/>
                  </a:lnTo>
                  <a:lnTo>
                    <a:pt x="98" y="1"/>
                  </a:lnTo>
                  <a:lnTo>
                    <a:pt x="103" y="4"/>
                  </a:lnTo>
                  <a:lnTo>
                    <a:pt x="105" y="5"/>
                  </a:lnTo>
                  <a:lnTo>
                    <a:pt x="107" y="8"/>
                  </a:lnTo>
                  <a:lnTo>
                    <a:pt x="112" y="9"/>
                  </a:lnTo>
                  <a:lnTo>
                    <a:pt x="115" y="10"/>
                  </a:lnTo>
                  <a:lnTo>
                    <a:pt x="117" y="12"/>
                  </a:lnTo>
                  <a:lnTo>
                    <a:pt x="117" y="14"/>
                  </a:lnTo>
                  <a:lnTo>
                    <a:pt x="117" y="16"/>
                  </a:lnTo>
                  <a:lnTo>
                    <a:pt x="120" y="18"/>
                  </a:lnTo>
                  <a:lnTo>
                    <a:pt x="119" y="20"/>
                  </a:lnTo>
                  <a:lnTo>
                    <a:pt x="119" y="22"/>
                  </a:lnTo>
                  <a:lnTo>
                    <a:pt x="120" y="24"/>
                  </a:lnTo>
                  <a:lnTo>
                    <a:pt x="119" y="26"/>
                  </a:lnTo>
                  <a:lnTo>
                    <a:pt x="118" y="28"/>
                  </a:lnTo>
                  <a:lnTo>
                    <a:pt x="123" y="30"/>
                  </a:lnTo>
                  <a:lnTo>
                    <a:pt x="126" y="32"/>
                  </a:lnTo>
                  <a:lnTo>
                    <a:pt x="129" y="31"/>
                  </a:lnTo>
                  <a:lnTo>
                    <a:pt x="132" y="31"/>
                  </a:lnTo>
                  <a:lnTo>
                    <a:pt x="136" y="32"/>
                  </a:lnTo>
                  <a:lnTo>
                    <a:pt x="139" y="31"/>
                  </a:lnTo>
                  <a:lnTo>
                    <a:pt x="141" y="30"/>
                  </a:lnTo>
                  <a:lnTo>
                    <a:pt x="146" y="32"/>
                  </a:lnTo>
                  <a:lnTo>
                    <a:pt x="148" y="36"/>
                  </a:lnTo>
                  <a:lnTo>
                    <a:pt x="149" y="41"/>
                  </a:lnTo>
                  <a:lnTo>
                    <a:pt x="152" y="47"/>
                  </a:lnTo>
                  <a:lnTo>
                    <a:pt x="154" y="48"/>
                  </a:lnTo>
                  <a:lnTo>
                    <a:pt x="155" y="53"/>
                  </a:lnTo>
                  <a:lnTo>
                    <a:pt x="155" y="55"/>
                  </a:lnTo>
                  <a:lnTo>
                    <a:pt x="165" y="64"/>
                  </a:lnTo>
                  <a:lnTo>
                    <a:pt x="174" y="70"/>
                  </a:lnTo>
                  <a:lnTo>
                    <a:pt x="176" y="74"/>
                  </a:lnTo>
                  <a:lnTo>
                    <a:pt x="183" y="78"/>
                  </a:lnTo>
                  <a:lnTo>
                    <a:pt x="185" y="77"/>
                  </a:lnTo>
                  <a:lnTo>
                    <a:pt x="192" y="83"/>
                  </a:lnTo>
                  <a:lnTo>
                    <a:pt x="196" y="85"/>
                  </a:lnTo>
                  <a:lnTo>
                    <a:pt x="204" y="90"/>
                  </a:lnTo>
                  <a:lnTo>
                    <a:pt x="206" y="92"/>
                  </a:lnTo>
                  <a:lnTo>
                    <a:pt x="210" y="92"/>
                  </a:lnTo>
                  <a:lnTo>
                    <a:pt x="214" y="93"/>
                  </a:lnTo>
                  <a:lnTo>
                    <a:pt x="218" y="96"/>
                  </a:lnTo>
                  <a:lnTo>
                    <a:pt x="221" y="97"/>
                  </a:lnTo>
                  <a:lnTo>
                    <a:pt x="220" y="99"/>
                  </a:lnTo>
                  <a:lnTo>
                    <a:pt x="220" y="101"/>
                  </a:lnTo>
                  <a:lnTo>
                    <a:pt x="220" y="105"/>
                  </a:lnTo>
                  <a:lnTo>
                    <a:pt x="219" y="112"/>
                  </a:lnTo>
                  <a:lnTo>
                    <a:pt x="209" y="110"/>
                  </a:lnTo>
                  <a:lnTo>
                    <a:pt x="205" y="107"/>
                  </a:lnTo>
                  <a:lnTo>
                    <a:pt x="202" y="110"/>
                  </a:lnTo>
                  <a:lnTo>
                    <a:pt x="199" y="112"/>
                  </a:lnTo>
                  <a:lnTo>
                    <a:pt x="191" y="114"/>
                  </a:lnTo>
                  <a:lnTo>
                    <a:pt x="188" y="121"/>
                  </a:lnTo>
                  <a:lnTo>
                    <a:pt x="187" y="130"/>
                  </a:lnTo>
                  <a:lnTo>
                    <a:pt x="186" y="131"/>
                  </a:lnTo>
                  <a:lnTo>
                    <a:pt x="182" y="133"/>
                  </a:lnTo>
                  <a:lnTo>
                    <a:pt x="168" y="139"/>
                  </a:lnTo>
                  <a:lnTo>
                    <a:pt x="164" y="140"/>
                  </a:lnTo>
                  <a:lnTo>
                    <a:pt x="163" y="142"/>
                  </a:lnTo>
                  <a:lnTo>
                    <a:pt x="163" y="146"/>
                  </a:lnTo>
                  <a:lnTo>
                    <a:pt x="162" y="148"/>
                  </a:lnTo>
                  <a:lnTo>
                    <a:pt x="158" y="150"/>
                  </a:lnTo>
                  <a:lnTo>
                    <a:pt x="154" y="150"/>
                  </a:lnTo>
                  <a:lnTo>
                    <a:pt x="150" y="150"/>
                  </a:lnTo>
                  <a:lnTo>
                    <a:pt x="143" y="147"/>
                  </a:lnTo>
                  <a:lnTo>
                    <a:pt x="136" y="145"/>
                  </a:lnTo>
                  <a:lnTo>
                    <a:pt x="135" y="14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7" name="Freeform 16"/>
            <p:cNvSpPr>
              <a:spLocks/>
            </p:cNvSpPr>
            <p:nvPr/>
          </p:nvSpPr>
          <p:spPr bwMode="gray">
            <a:xfrm>
              <a:off x="3738563" y="3535363"/>
              <a:ext cx="350838" cy="238125"/>
            </a:xfrm>
            <a:custGeom>
              <a:avLst/>
              <a:gdLst>
                <a:gd name="T0" fmla="*/ 133 w 221"/>
                <a:gd name="T1" fmla="*/ 133 h 150"/>
                <a:gd name="T2" fmla="*/ 121 w 221"/>
                <a:gd name="T3" fmla="*/ 124 h 150"/>
                <a:gd name="T4" fmla="*/ 95 w 221"/>
                <a:gd name="T5" fmla="*/ 104 h 150"/>
                <a:gd name="T6" fmla="*/ 75 w 221"/>
                <a:gd name="T7" fmla="*/ 97 h 150"/>
                <a:gd name="T8" fmla="*/ 59 w 221"/>
                <a:gd name="T9" fmla="*/ 93 h 150"/>
                <a:gd name="T10" fmla="*/ 43 w 221"/>
                <a:gd name="T11" fmla="*/ 96 h 150"/>
                <a:gd name="T12" fmla="*/ 29 w 221"/>
                <a:gd name="T13" fmla="*/ 109 h 150"/>
                <a:gd name="T14" fmla="*/ 21 w 221"/>
                <a:gd name="T15" fmla="*/ 101 h 150"/>
                <a:gd name="T16" fmla="*/ 21 w 221"/>
                <a:gd name="T17" fmla="*/ 86 h 150"/>
                <a:gd name="T18" fmla="*/ 23 w 221"/>
                <a:gd name="T19" fmla="*/ 77 h 150"/>
                <a:gd name="T20" fmla="*/ 17 w 221"/>
                <a:gd name="T21" fmla="*/ 71 h 150"/>
                <a:gd name="T22" fmla="*/ 10 w 221"/>
                <a:gd name="T23" fmla="*/ 71 h 150"/>
                <a:gd name="T24" fmla="*/ 12 w 221"/>
                <a:gd name="T25" fmla="*/ 67 h 150"/>
                <a:gd name="T26" fmla="*/ 19 w 221"/>
                <a:gd name="T27" fmla="*/ 66 h 150"/>
                <a:gd name="T28" fmla="*/ 16 w 221"/>
                <a:gd name="T29" fmla="*/ 59 h 150"/>
                <a:gd name="T30" fmla="*/ 9 w 221"/>
                <a:gd name="T31" fmla="*/ 58 h 150"/>
                <a:gd name="T32" fmla="*/ 4 w 221"/>
                <a:gd name="T33" fmla="*/ 53 h 150"/>
                <a:gd name="T34" fmla="*/ 6 w 221"/>
                <a:gd name="T35" fmla="*/ 43 h 150"/>
                <a:gd name="T36" fmla="*/ 9 w 221"/>
                <a:gd name="T37" fmla="*/ 39 h 150"/>
                <a:gd name="T38" fmla="*/ 16 w 221"/>
                <a:gd name="T39" fmla="*/ 42 h 150"/>
                <a:gd name="T40" fmla="*/ 18 w 221"/>
                <a:gd name="T41" fmla="*/ 39 h 150"/>
                <a:gd name="T42" fmla="*/ 24 w 221"/>
                <a:gd name="T43" fmla="*/ 43 h 150"/>
                <a:gd name="T44" fmla="*/ 29 w 221"/>
                <a:gd name="T45" fmla="*/ 42 h 150"/>
                <a:gd name="T46" fmla="*/ 30 w 221"/>
                <a:gd name="T47" fmla="*/ 40 h 150"/>
                <a:gd name="T48" fmla="*/ 35 w 221"/>
                <a:gd name="T49" fmla="*/ 37 h 150"/>
                <a:gd name="T50" fmla="*/ 24 w 221"/>
                <a:gd name="T51" fmla="*/ 27 h 150"/>
                <a:gd name="T52" fmla="*/ 23 w 221"/>
                <a:gd name="T53" fmla="*/ 16 h 150"/>
                <a:gd name="T54" fmla="*/ 14 w 221"/>
                <a:gd name="T55" fmla="*/ 14 h 150"/>
                <a:gd name="T56" fmla="*/ 6 w 221"/>
                <a:gd name="T57" fmla="*/ 20 h 150"/>
                <a:gd name="T58" fmla="*/ 6 w 221"/>
                <a:gd name="T59" fmla="*/ 31 h 150"/>
                <a:gd name="T60" fmla="*/ 2 w 221"/>
                <a:gd name="T61" fmla="*/ 24 h 150"/>
                <a:gd name="T62" fmla="*/ 10 w 221"/>
                <a:gd name="T63" fmla="*/ 12 h 150"/>
                <a:gd name="T64" fmla="*/ 34 w 221"/>
                <a:gd name="T65" fmla="*/ 14 h 150"/>
                <a:gd name="T66" fmla="*/ 48 w 221"/>
                <a:gd name="T67" fmla="*/ 31 h 150"/>
                <a:gd name="T68" fmla="*/ 62 w 221"/>
                <a:gd name="T69" fmla="*/ 30 h 150"/>
                <a:gd name="T70" fmla="*/ 71 w 221"/>
                <a:gd name="T71" fmla="*/ 17 h 150"/>
                <a:gd name="T72" fmla="*/ 84 w 221"/>
                <a:gd name="T73" fmla="*/ 10 h 150"/>
                <a:gd name="T74" fmla="*/ 93 w 221"/>
                <a:gd name="T75" fmla="*/ 8 h 150"/>
                <a:gd name="T76" fmla="*/ 95 w 221"/>
                <a:gd name="T77" fmla="*/ 0 h 150"/>
                <a:gd name="T78" fmla="*/ 107 w 221"/>
                <a:gd name="T79" fmla="*/ 8 h 150"/>
                <a:gd name="T80" fmla="*/ 117 w 221"/>
                <a:gd name="T81" fmla="*/ 14 h 150"/>
                <a:gd name="T82" fmla="*/ 119 w 221"/>
                <a:gd name="T83" fmla="*/ 22 h 150"/>
                <a:gd name="T84" fmla="*/ 123 w 221"/>
                <a:gd name="T85" fmla="*/ 30 h 150"/>
                <a:gd name="T86" fmla="*/ 136 w 221"/>
                <a:gd name="T87" fmla="*/ 32 h 150"/>
                <a:gd name="T88" fmla="*/ 148 w 221"/>
                <a:gd name="T89" fmla="*/ 36 h 150"/>
                <a:gd name="T90" fmla="*/ 155 w 221"/>
                <a:gd name="T91" fmla="*/ 53 h 150"/>
                <a:gd name="T92" fmla="*/ 176 w 221"/>
                <a:gd name="T93" fmla="*/ 74 h 150"/>
                <a:gd name="T94" fmla="*/ 196 w 221"/>
                <a:gd name="T95" fmla="*/ 85 h 150"/>
                <a:gd name="T96" fmla="*/ 214 w 221"/>
                <a:gd name="T97" fmla="*/ 93 h 150"/>
                <a:gd name="T98" fmla="*/ 220 w 221"/>
                <a:gd name="T99" fmla="*/ 101 h 150"/>
                <a:gd name="T100" fmla="*/ 205 w 221"/>
                <a:gd name="T101" fmla="*/ 107 h 150"/>
                <a:gd name="T102" fmla="*/ 188 w 221"/>
                <a:gd name="T103" fmla="*/ 121 h 150"/>
                <a:gd name="T104" fmla="*/ 168 w 221"/>
                <a:gd name="T105" fmla="*/ 139 h 150"/>
                <a:gd name="T106" fmla="*/ 162 w 221"/>
                <a:gd name="T107" fmla="*/ 148 h 150"/>
                <a:gd name="T108" fmla="*/ 143 w 221"/>
                <a:gd name="T109" fmla="*/ 147 h 15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21"/>
                <a:gd name="T166" fmla="*/ 0 h 150"/>
                <a:gd name="T167" fmla="*/ 221 w 221"/>
                <a:gd name="T168" fmla="*/ 150 h 15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21" h="150">
                  <a:moveTo>
                    <a:pt x="135" y="144"/>
                  </a:moveTo>
                  <a:lnTo>
                    <a:pt x="134" y="144"/>
                  </a:lnTo>
                  <a:lnTo>
                    <a:pt x="133" y="138"/>
                  </a:lnTo>
                  <a:lnTo>
                    <a:pt x="133" y="133"/>
                  </a:lnTo>
                  <a:lnTo>
                    <a:pt x="133" y="126"/>
                  </a:lnTo>
                  <a:lnTo>
                    <a:pt x="131" y="124"/>
                  </a:lnTo>
                  <a:lnTo>
                    <a:pt x="126" y="124"/>
                  </a:lnTo>
                  <a:lnTo>
                    <a:pt x="121" y="124"/>
                  </a:lnTo>
                  <a:lnTo>
                    <a:pt x="116" y="120"/>
                  </a:lnTo>
                  <a:lnTo>
                    <a:pt x="104" y="108"/>
                  </a:lnTo>
                  <a:lnTo>
                    <a:pt x="99" y="105"/>
                  </a:lnTo>
                  <a:lnTo>
                    <a:pt x="95" y="104"/>
                  </a:lnTo>
                  <a:lnTo>
                    <a:pt x="92" y="103"/>
                  </a:lnTo>
                  <a:lnTo>
                    <a:pt x="86" y="103"/>
                  </a:lnTo>
                  <a:lnTo>
                    <a:pt x="80" y="100"/>
                  </a:lnTo>
                  <a:lnTo>
                    <a:pt x="75" y="97"/>
                  </a:lnTo>
                  <a:lnTo>
                    <a:pt x="72" y="93"/>
                  </a:lnTo>
                  <a:lnTo>
                    <a:pt x="65" y="92"/>
                  </a:lnTo>
                  <a:lnTo>
                    <a:pt x="61" y="92"/>
                  </a:lnTo>
                  <a:lnTo>
                    <a:pt x="59" y="93"/>
                  </a:lnTo>
                  <a:lnTo>
                    <a:pt x="55" y="96"/>
                  </a:lnTo>
                  <a:lnTo>
                    <a:pt x="53" y="96"/>
                  </a:lnTo>
                  <a:lnTo>
                    <a:pt x="48" y="96"/>
                  </a:lnTo>
                  <a:lnTo>
                    <a:pt x="43" y="96"/>
                  </a:lnTo>
                  <a:lnTo>
                    <a:pt x="40" y="98"/>
                  </a:lnTo>
                  <a:lnTo>
                    <a:pt x="37" y="101"/>
                  </a:lnTo>
                  <a:lnTo>
                    <a:pt x="33" y="106"/>
                  </a:lnTo>
                  <a:lnTo>
                    <a:pt x="29" y="109"/>
                  </a:lnTo>
                  <a:lnTo>
                    <a:pt x="25" y="110"/>
                  </a:lnTo>
                  <a:lnTo>
                    <a:pt x="23" y="110"/>
                  </a:lnTo>
                  <a:lnTo>
                    <a:pt x="22" y="107"/>
                  </a:lnTo>
                  <a:lnTo>
                    <a:pt x="21" y="101"/>
                  </a:lnTo>
                  <a:lnTo>
                    <a:pt x="20" y="97"/>
                  </a:lnTo>
                  <a:lnTo>
                    <a:pt x="21" y="94"/>
                  </a:lnTo>
                  <a:lnTo>
                    <a:pt x="21" y="90"/>
                  </a:lnTo>
                  <a:lnTo>
                    <a:pt x="21" y="86"/>
                  </a:lnTo>
                  <a:lnTo>
                    <a:pt x="22" y="84"/>
                  </a:lnTo>
                  <a:lnTo>
                    <a:pt x="23" y="81"/>
                  </a:lnTo>
                  <a:lnTo>
                    <a:pt x="23" y="79"/>
                  </a:lnTo>
                  <a:lnTo>
                    <a:pt x="23" y="77"/>
                  </a:lnTo>
                  <a:lnTo>
                    <a:pt x="21" y="76"/>
                  </a:lnTo>
                  <a:lnTo>
                    <a:pt x="19" y="74"/>
                  </a:lnTo>
                  <a:lnTo>
                    <a:pt x="17" y="72"/>
                  </a:lnTo>
                  <a:lnTo>
                    <a:pt x="17" y="71"/>
                  </a:lnTo>
                  <a:lnTo>
                    <a:pt x="16" y="71"/>
                  </a:lnTo>
                  <a:lnTo>
                    <a:pt x="14" y="71"/>
                  </a:lnTo>
                  <a:lnTo>
                    <a:pt x="12" y="70"/>
                  </a:lnTo>
                  <a:lnTo>
                    <a:pt x="10" y="71"/>
                  </a:lnTo>
                  <a:lnTo>
                    <a:pt x="10" y="69"/>
                  </a:lnTo>
                  <a:lnTo>
                    <a:pt x="10" y="68"/>
                  </a:lnTo>
                  <a:lnTo>
                    <a:pt x="11" y="66"/>
                  </a:lnTo>
                  <a:lnTo>
                    <a:pt x="12" y="67"/>
                  </a:lnTo>
                  <a:lnTo>
                    <a:pt x="15" y="66"/>
                  </a:lnTo>
                  <a:lnTo>
                    <a:pt x="18" y="67"/>
                  </a:lnTo>
                  <a:lnTo>
                    <a:pt x="19" y="67"/>
                  </a:lnTo>
                  <a:lnTo>
                    <a:pt x="19" y="66"/>
                  </a:lnTo>
                  <a:lnTo>
                    <a:pt x="17" y="64"/>
                  </a:lnTo>
                  <a:lnTo>
                    <a:pt x="15" y="64"/>
                  </a:lnTo>
                  <a:lnTo>
                    <a:pt x="14" y="61"/>
                  </a:lnTo>
                  <a:lnTo>
                    <a:pt x="16" y="59"/>
                  </a:lnTo>
                  <a:lnTo>
                    <a:pt x="17" y="58"/>
                  </a:lnTo>
                  <a:lnTo>
                    <a:pt x="14" y="57"/>
                  </a:lnTo>
                  <a:lnTo>
                    <a:pt x="12" y="58"/>
                  </a:lnTo>
                  <a:lnTo>
                    <a:pt x="9" y="58"/>
                  </a:lnTo>
                  <a:lnTo>
                    <a:pt x="7" y="57"/>
                  </a:lnTo>
                  <a:lnTo>
                    <a:pt x="6" y="59"/>
                  </a:lnTo>
                  <a:lnTo>
                    <a:pt x="5" y="56"/>
                  </a:lnTo>
                  <a:lnTo>
                    <a:pt x="4" y="53"/>
                  </a:lnTo>
                  <a:lnTo>
                    <a:pt x="4" y="50"/>
                  </a:lnTo>
                  <a:lnTo>
                    <a:pt x="4" y="47"/>
                  </a:lnTo>
                  <a:lnTo>
                    <a:pt x="5" y="45"/>
                  </a:lnTo>
                  <a:lnTo>
                    <a:pt x="6" y="43"/>
                  </a:lnTo>
                  <a:lnTo>
                    <a:pt x="6" y="40"/>
                  </a:lnTo>
                  <a:lnTo>
                    <a:pt x="7" y="38"/>
                  </a:lnTo>
                  <a:lnTo>
                    <a:pt x="7" y="35"/>
                  </a:lnTo>
                  <a:lnTo>
                    <a:pt x="9" y="39"/>
                  </a:lnTo>
                  <a:lnTo>
                    <a:pt x="9" y="40"/>
                  </a:lnTo>
                  <a:lnTo>
                    <a:pt x="10" y="41"/>
                  </a:lnTo>
                  <a:lnTo>
                    <a:pt x="13" y="41"/>
                  </a:lnTo>
                  <a:lnTo>
                    <a:pt x="16" y="42"/>
                  </a:lnTo>
                  <a:lnTo>
                    <a:pt x="17" y="40"/>
                  </a:lnTo>
                  <a:lnTo>
                    <a:pt x="17" y="39"/>
                  </a:lnTo>
                  <a:lnTo>
                    <a:pt x="18" y="39"/>
                  </a:lnTo>
                  <a:lnTo>
                    <a:pt x="19" y="42"/>
                  </a:lnTo>
                  <a:lnTo>
                    <a:pt x="20" y="44"/>
                  </a:lnTo>
                  <a:lnTo>
                    <a:pt x="22" y="44"/>
                  </a:lnTo>
                  <a:lnTo>
                    <a:pt x="24" y="43"/>
                  </a:lnTo>
                  <a:lnTo>
                    <a:pt x="25" y="42"/>
                  </a:lnTo>
                  <a:lnTo>
                    <a:pt x="27" y="43"/>
                  </a:lnTo>
                  <a:lnTo>
                    <a:pt x="28" y="44"/>
                  </a:lnTo>
                  <a:lnTo>
                    <a:pt x="29" y="42"/>
                  </a:lnTo>
                  <a:lnTo>
                    <a:pt x="28" y="41"/>
                  </a:lnTo>
                  <a:lnTo>
                    <a:pt x="28" y="39"/>
                  </a:lnTo>
                  <a:lnTo>
                    <a:pt x="29" y="38"/>
                  </a:lnTo>
                  <a:lnTo>
                    <a:pt x="30" y="40"/>
                  </a:lnTo>
                  <a:lnTo>
                    <a:pt x="32" y="40"/>
                  </a:lnTo>
                  <a:lnTo>
                    <a:pt x="33" y="40"/>
                  </a:lnTo>
                  <a:lnTo>
                    <a:pt x="35" y="39"/>
                  </a:lnTo>
                  <a:lnTo>
                    <a:pt x="35" y="37"/>
                  </a:lnTo>
                  <a:lnTo>
                    <a:pt x="34" y="34"/>
                  </a:lnTo>
                  <a:lnTo>
                    <a:pt x="31" y="31"/>
                  </a:lnTo>
                  <a:lnTo>
                    <a:pt x="28" y="29"/>
                  </a:lnTo>
                  <a:lnTo>
                    <a:pt x="24" y="27"/>
                  </a:lnTo>
                  <a:lnTo>
                    <a:pt x="24" y="24"/>
                  </a:lnTo>
                  <a:lnTo>
                    <a:pt x="24" y="20"/>
                  </a:lnTo>
                  <a:lnTo>
                    <a:pt x="23" y="19"/>
                  </a:lnTo>
                  <a:lnTo>
                    <a:pt x="23" y="16"/>
                  </a:lnTo>
                  <a:lnTo>
                    <a:pt x="23" y="14"/>
                  </a:lnTo>
                  <a:lnTo>
                    <a:pt x="22" y="14"/>
                  </a:lnTo>
                  <a:lnTo>
                    <a:pt x="18" y="13"/>
                  </a:lnTo>
                  <a:lnTo>
                    <a:pt x="14" y="14"/>
                  </a:lnTo>
                  <a:lnTo>
                    <a:pt x="10" y="14"/>
                  </a:lnTo>
                  <a:lnTo>
                    <a:pt x="7" y="15"/>
                  </a:lnTo>
                  <a:lnTo>
                    <a:pt x="6" y="17"/>
                  </a:lnTo>
                  <a:lnTo>
                    <a:pt x="6" y="20"/>
                  </a:lnTo>
                  <a:lnTo>
                    <a:pt x="7" y="22"/>
                  </a:lnTo>
                  <a:lnTo>
                    <a:pt x="6" y="25"/>
                  </a:lnTo>
                  <a:lnTo>
                    <a:pt x="6" y="29"/>
                  </a:lnTo>
                  <a:lnTo>
                    <a:pt x="6" y="31"/>
                  </a:lnTo>
                  <a:lnTo>
                    <a:pt x="6" y="34"/>
                  </a:lnTo>
                  <a:lnTo>
                    <a:pt x="4" y="29"/>
                  </a:lnTo>
                  <a:lnTo>
                    <a:pt x="2" y="26"/>
                  </a:lnTo>
                  <a:lnTo>
                    <a:pt x="2" y="24"/>
                  </a:lnTo>
                  <a:lnTo>
                    <a:pt x="2" y="22"/>
                  </a:lnTo>
                  <a:lnTo>
                    <a:pt x="0" y="21"/>
                  </a:lnTo>
                  <a:lnTo>
                    <a:pt x="3" y="16"/>
                  </a:lnTo>
                  <a:lnTo>
                    <a:pt x="10" y="12"/>
                  </a:lnTo>
                  <a:lnTo>
                    <a:pt x="19" y="9"/>
                  </a:lnTo>
                  <a:lnTo>
                    <a:pt x="26" y="8"/>
                  </a:lnTo>
                  <a:lnTo>
                    <a:pt x="29" y="10"/>
                  </a:lnTo>
                  <a:lnTo>
                    <a:pt x="34" y="14"/>
                  </a:lnTo>
                  <a:lnTo>
                    <a:pt x="38" y="17"/>
                  </a:lnTo>
                  <a:lnTo>
                    <a:pt x="40" y="22"/>
                  </a:lnTo>
                  <a:lnTo>
                    <a:pt x="45" y="29"/>
                  </a:lnTo>
                  <a:lnTo>
                    <a:pt x="48" y="31"/>
                  </a:lnTo>
                  <a:lnTo>
                    <a:pt x="51" y="30"/>
                  </a:lnTo>
                  <a:lnTo>
                    <a:pt x="53" y="29"/>
                  </a:lnTo>
                  <a:lnTo>
                    <a:pt x="55" y="30"/>
                  </a:lnTo>
                  <a:lnTo>
                    <a:pt x="62" y="30"/>
                  </a:lnTo>
                  <a:lnTo>
                    <a:pt x="72" y="30"/>
                  </a:lnTo>
                  <a:lnTo>
                    <a:pt x="73" y="27"/>
                  </a:lnTo>
                  <a:lnTo>
                    <a:pt x="70" y="23"/>
                  </a:lnTo>
                  <a:lnTo>
                    <a:pt x="71" y="17"/>
                  </a:lnTo>
                  <a:lnTo>
                    <a:pt x="74" y="14"/>
                  </a:lnTo>
                  <a:lnTo>
                    <a:pt x="78" y="11"/>
                  </a:lnTo>
                  <a:lnTo>
                    <a:pt x="83" y="11"/>
                  </a:lnTo>
                  <a:lnTo>
                    <a:pt x="84" y="10"/>
                  </a:lnTo>
                  <a:lnTo>
                    <a:pt x="86" y="7"/>
                  </a:lnTo>
                  <a:lnTo>
                    <a:pt x="87" y="5"/>
                  </a:lnTo>
                  <a:lnTo>
                    <a:pt x="89" y="5"/>
                  </a:lnTo>
                  <a:lnTo>
                    <a:pt x="93" y="8"/>
                  </a:lnTo>
                  <a:lnTo>
                    <a:pt x="92" y="4"/>
                  </a:lnTo>
                  <a:lnTo>
                    <a:pt x="90" y="2"/>
                  </a:lnTo>
                  <a:lnTo>
                    <a:pt x="94" y="0"/>
                  </a:lnTo>
                  <a:lnTo>
                    <a:pt x="95" y="0"/>
                  </a:lnTo>
                  <a:lnTo>
                    <a:pt x="98" y="1"/>
                  </a:lnTo>
                  <a:lnTo>
                    <a:pt x="103" y="4"/>
                  </a:lnTo>
                  <a:lnTo>
                    <a:pt x="105" y="5"/>
                  </a:lnTo>
                  <a:lnTo>
                    <a:pt x="107" y="8"/>
                  </a:lnTo>
                  <a:lnTo>
                    <a:pt x="112" y="9"/>
                  </a:lnTo>
                  <a:lnTo>
                    <a:pt x="115" y="10"/>
                  </a:lnTo>
                  <a:lnTo>
                    <a:pt x="117" y="12"/>
                  </a:lnTo>
                  <a:lnTo>
                    <a:pt x="117" y="14"/>
                  </a:lnTo>
                  <a:lnTo>
                    <a:pt x="117" y="16"/>
                  </a:lnTo>
                  <a:lnTo>
                    <a:pt x="120" y="18"/>
                  </a:lnTo>
                  <a:lnTo>
                    <a:pt x="119" y="20"/>
                  </a:lnTo>
                  <a:lnTo>
                    <a:pt x="119" y="22"/>
                  </a:lnTo>
                  <a:lnTo>
                    <a:pt x="120" y="24"/>
                  </a:lnTo>
                  <a:lnTo>
                    <a:pt x="119" y="26"/>
                  </a:lnTo>
                  <a:lnTo>
                    <a:pt x="118" y="28"/>
                  </a:lnTo>
                  <a:lnTo>
                    <a:pt x="123" y="30"/>
                  </a:lnTo>
                  <a:lnTo>
                    <a:pt x="126" y="32"/>
                  </a:lnTo>
                  <a:lnTo>
                    <a:pt x="129" y="31"/>
                  </a:lnTo>
                  <a:lnTo>
                    <a:pt x="132" y="31"/>
                  </a:lnTo>
                  <a:lnTo>
                    <a:pt x="136" y="32"/>
                  </a:lnTo>
                  <a:lnTo>
                    <a:pt x="139" y="31"/>
                  </a:lnTo>
                  <a:lnTo>
                    <a:pt x="141" y="30"/>
                  </a:lnTo>
                  <a:lnTo>
                    <a:pt x="146" y="32"/>
                  </a:lnTo>
                  <a:lnTo>
                    <a:pt x="148" y="36"/>
                  </a:lnTo>
                  <a:lnTo>
                    <a:pt x="149" y="41"/>
                  </a:lnTo>
                  <a:lnTo>
                    <a:pt x="152" y="47"/>
                  </a:lnTo>
                  <a:lnTo>
                    <a:pt x="154" y="48"/>
                  </a:lnTo>
                  <a:lnTo>
                    <a:pt x="155" y="53"/>
                  </a:lnTo>
                  <a:lnTo>
                    <a:pt x="155" y="55"/>
                  </a:lnTo>
                  <a:lnTo>
                    <a:pt x="165" y="64"/>
                  </a:lnTo>
                  <a:lnTo>
                    <a:pt x="174" y="70"/>
                  </a:lnTo>
                  <a:lnTo>
                    <a:pt x="176" y="74"/>
                  </a:lnTo>
                  <a:lnTo>
                    <a:pt x="183" y="78"/>
                  </a:lnTo>
                  <a:lnTo>
                    <a:pt x="185" y="77"/>
                  </a:lnTo>
                  <a:lnTo>
                    <a:pt x="192" y="83"/>
                  </a:lnTo>
                  <a:lnTo>
                    <a:pt x="196" y="85"/>
                  </a:lnTo>
                  <a:lnTo>
                    <a:pt x="204" y="90"/>
                  </a:lnTo>
                  <a:lnTo>
                    <a:pt x="206" y="92"/>
                  </a:lnTo>
                  <a:lnTo>
                    <a:pt x="210" y="92"/>
                  </a:lnTo>
                  <a:lnTo>
                    <a:pt x="214" y="93"/>
                  </a:lnTo>
                  <a:lnTo>
                    <a:pt x="218" y="96"/>
                  </a:lnTo>
                  <a:lnTo>
                    <a:pt x="221" y="97"/>
                  </a:lnTo>
                  <a:lnTo>
                    <a:pt x="220" y="99"/>
                  </a:lnTo>
                  <a:lnTo>
                    <a:pt x="220" y="101"/>
                  </a:lnTo>
                  <a:lnTo>
                    <a:pt x="220" y="105"/>
                  </a:lnTo>
                  <a:lnTo>
                    <a:pt x="219" y="112"/>
                  </a:lnTo>
                  <a:lnTo>
                    <a:pt x="209" y="110"/>
                  </a:lnTo>
                  <a:lnTo>
                    <a:pt x="205" y="107"/>
                  </a:lnTo>
                  <a:lnTo>
                    <a:pt x="202" y="110"/>
                  </a:lnTo>
                  <a:lnTo>
                    <a:pt x="199" y="112"/>
                  </a:lnTo>
                  <a:lnTo>
                    <a:pt x="191" y="114"/>
                  </a:lnTo>
                  <a:lnTo>
                    <a:pt x="188" y="121"/>
                  </a:lnTo>
                  <a:lnTo>
                    <a:pt x="187" y="130"/>
                  </a:lnTo>
                  <a:lnTo>
                    <a:pt x="186" y="131"/>
                  </a:lnTo>
                  <a:lnTo>
                    <a:pt x="182" y="133"/>
                  </a:lnTo>
                  <a:lnTo>
                    <a:pt x="168" y="139"/>
                  </a:lnTo>
                  <a:lnTo>
                    <a:pt x="164" y="140"/>
                  </a:lnTo>
                  <a:lnTo>
                    <a:pt x="163" y="142"/>
                  </a:lnTo>
                  <a:lnTo>
                    <a:pt x="163" y="146"/>
                  </a:lnTo>
                  <a:lnTo>
                    <a:pt x="162" y="148"/>
                  </a:lnTo>
                  <a:lnTo>
                    <a:pt x="158" y="150"/>
                  </a:lnTo>
                  <a:lnTo>
                    <a:pt x="154" y="150"/>
                  </a:lnTo>
                  <a:lnTo>
                    <a:pt x="150" y="150"/>
                  </a:lnTo>
                  <a:lnTo>
                    <a:pt x="143" y="147"/>
                  </a:lnTo>
                  <a:lnTo>
                    <a:pt x="136" y="145"/>
                  </a:lnTo>
                  <a:lnTo>
                    <a:pt x="135" y="14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8" name="Freeform 17"/>
            <p:cNvSpPr>
              <a:spLocks/>
            </p:cNvSpPr>
            <p:nvPr/>
          </p:nvSpPr>
          <p:spPr bwMode="gray">
            <a:xfrm>
              <a:off x="4154488" y="3519488"/>
              <a:ext cx="269875" cy="131763"/>
            </a:xfrm>
            <a:custGeom>
              <a:avLst/>
              <a:gdLst>
                <a:gd name="T0" fmla="*/ 29 w 170"/>
                <a:gd name="T1" fmla="*/ 62 h 83"/>
                <a:gd name="T2" fmla="*/ 34 w 170"/>
                <a:gd name="T3" fmla="*/ 62 h 83"/>
                <a:gd name="T4" fmla="*/ 40 w 170"/>
                <a:gd name="T5" fmla="*/ 62 h 83"/>
                <a:gd name="T6" fmla="*/ 46 w 170"/>
                <a:gd name="T7" fmla="*/ 58 h 83"/>
                <a:gd name="T8" fmla="*/ 49 w 170"/>
                <a:gd name="T9" fmla="*/ 56 h 83"/>
                <a:gd name="T10" fmla="*/ 54 w 170"/>
                <a:gd name="T11" fmla="*/ 55 h 83"/>
                <a:gd name="T12" fmla="*/ 61 w 170"/>
                <a:gd name="T13" fmla="*/ 51 h 83"/>
                <a:gd name="T14" fmla="*/ 52 w 170"/>
                <a:gd name="T15" fmla="*/ 49 h 83"/>
                <a:gd name="T16" fmla="*/ 46 w 170"/>
                <a:gd name="T17" fmla="*/ 46 h 83"/>
                <a:gd name="T18" fmla="*/ 44 w 170"/>
                <a:gd name="T19" fmla="*/ 43 h 83"/>
                <a:gd name="T20" fmla="*/ 40 w 170"/>
                <a:gd name="T21" fmla="*/ 39 h 83"/>
                <a:gd name="T22" fmla="*/ 37 w 170"/>
                <a:gd name="T23" fmla="*/ 38 h 83"/>
                <a:gd name="T24" fmla="*/ 33 w 170"/>
                <a:gd name="T25" fmla="*/ 43 h 83"/>
                <a:gd name="T26" fmla="*/ 24 w 170"/>
                <a:gd name="T27" fmla="*/ 40 h 83"/>
                <a:gd name="T28" fmla="*/ 19 w 170"/>
                <a:gd name="T29" fmla="*/ 38 h 83"/>
                <a:gd name="T30" fmla="*/ 14 w 170"/>
                <a:gd name="T31" fmla="*/ 36 h 83"/>
                <a:gd name="T32" fmla="*/ 18 w 170"/>
                <a:gd name="T33" fmla="*/ 31 h 83"/>
                <a:gd name="T34" fmla="*/ 24 w 170"/>
                <a:gd name="T35" fmla="*/ 27 h 83"/>
                <a:gd name="T36" fmla="*/ 29 w 170"/>
                <a:gd name="T37" fmla="*/ 23 h 83"/>
                <a:gd name="T38" fmla="*/ 26 w 170"/>
                <a:gd name="T39" fmla="*/ 21 h 83"/>
                <a:gd name="T40" fmla="*/ 31 w 170"/>
                <a:gd name="T41" fmla="*/ 10 h 83"/>
                <a:gd name="T42" fmla="*/ 47 w 170"/>
                <a:gd name="T43" fmla="*/ 9 h 83"/>
                <a:gd name="T44" fmla="*/ 64 w 170"/>
                <a:gd name="T45" fmla="*/ 15 h 83"/>
                <a:gd name="T46" fmla="*/ 67 w 170"/>
                <a:gd name="T47" fmla="*/ 5 h 83"/>
                <a:gd name="T48" fmla="*/ 79 w 170"/>
                <a:gd name="T49" fmla="*/ 1 h 83"/>
                <a:gd name="T50" fmla="*/ 96 w 170"/>
                <a:gd name="T51" fmla="*/ 8 h 83"/>
                <a:gd name="T52" fmla="*/ 109 w 170"/>
                <a:gd name="T53" fmla="*/ 6 h 83"/>
                <a:gd name="T54" fmla="*/ 125 w 170"/>
                <a:gd name="T55" fmla="*/ 7 h 83"/>
                <a:gd name="T56" fmla="*/ 144 w 170"/>
                <a:gd name="T57" fmla="*/ 7 h 83"/>
                <a:gd name="T58" fmla="*/ 156 w 170"/>
                <a:gd name="T59" fmla="*/ 12 h 83"/>
                <a:gd name="T60" fmla="*/ 164 w 170"/>
                <a:gd name="T61" fmla="*/ 16 h 83"/>
                <a:gd name="T62" fmla="*/ 170 w 170"/>
                <a:gd name="T63" fmla="*/ 23 h 83"/>
                <a:gd name="T64" fmla="*/ 161 w 170"/>
                <a:gd name="T65" fmla="*/ 28 h 83"/>
                <a:gd name="T66" fmla="*/ 145 w 170"/>
                <a:gd name="T67" fmla="*/ 35 h 83"/>
                <a:gd name="T68" fmla="*/ 133 w 170"/>
                <a:gd name="T69" fmla="*/ 46 h 83"/>
                <a:gd name="T70" fmla="*/ 119 w 170"/>
                <a:gd name="T71" fmla="*/ 44 h 83"/>
                <a:gd name="T72" fmla="*/ 111 w 170"/>
                <a:gd name="T73" fmla="*/ 58 h 83"/>
                <a:gd name="T74" fmla="*/ 99 w 170"/>
                <a:gd name="T75" fmla="*/ 60 h 83"/>
                <a:gd name="T76" fmla="*/ 94 w 170"/>
                <a:gd name="T77" fmla="*/ 54 h 83"/>
                <a:gd name="T78" fmla="*/ 70 w 170"/>
                <a:gd name="T79" fmla="*/ 69 h 83"/>
                <a:gd name="T80" fmla="*/ 67 w 170"/>
                <a:gd name="T81" fmla="*/ 77 h 83"/>
                <a:gd name="T82" fmla="*/ 59 w 170"/>
                <a:gd name="T83" fmla="*/ 80 h 83"/>
                <a:gd name="T84" fmla="*/ 47 w 170"/>
                <a:gd name="T85" fmla="*/ 83 h 83"/>
                <a:gd name="T86" fmla="*/ 42 w 170"/>
                <a:gd name="T87" fmla="*/ 80 h 83"/>
                <a:gd name="T88" fmla="*/ 38 w 170"/>
                <a:gd name="T89" fmla="*/ 78 h 83"/>
                <a:gd name="T90" fmla="*/ 35 w 170"/>
                <a:gd name="T91" fmla="*/ 76 h 83"/>
                <a:gd name="T92" fmla="*/ 28 w 170"/>
                <a:gd name="T93" fmla="*/ 77 h 83"/>
                <a:gd name="T94" fmla="*/ 23 w 170"/>
                <a:gd name="T95" fmla="*/ 79 h 83"/>
                <a:gd name="T96" fmla="*/ 19 w 170"/>
                <a:gd name="T97" fmla="*/ 75 h 83"/>
                <a:gd name="T98" fmla="*/ 10 w 170"/>
                <a:gd name="T99" fmla="*/ 76 h 83"/>
                <a:gd name="T100" fmla="*/ 1 w 170"/>
                <a:gd name="T101" fmla="*/ 75 h 83"/>
                <a:gd name="T102" fmla="*/ 0 w 170"/>
                <a:gd name="T103" fmla="*/ 69 h 83"/>
                <a:gd name="T104" fmla="*/ 4 w 170"/>
                <a:gd name="T105" fmla="*/ 69 h 83"/>
                <a:gd name="T106" fmla="*/ 5 w 170"/>
                <a:gd name="T107" fmla="*/ 65 h 83"/>
                <a:gd name="T108" fmla="*/ 19 w 170"/>
                <a:gd name="T109" fmla="*/ 66 h 83"/>
                <a:gd name="T110" fmla="*/ 21 w 170"/>
                <a:gd name="T111" fmla="*/ 65 h 8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70"/>
                <a:gd name="T169" fmla="*/ 0 h 83"/>
                <a:gd name="T170" fmla="*/ 170 w 170"/>
                <a:gd name="T171" fmla="*/ 83 h 83"/>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70" h="83">
                  <a:moveTo>
                    <a:pt x="27" y="62"/>
                  </a:moveTo>
                  <a:lnTo>
                    <a:pt x="27" y="61"/>
                  </a:lnTo>
                  <a:lnTo>
                    <a:pt x="29" y="62"/>
                  </a:lnTo>
                  <a:lnTo>
                    <a:pt x="31" y="61"/>
                  </a:lnTo>
                  <a:lnTo>
                    <a:pt x="33" y="61"/>
                  </a:lnTo>
                  <a:lnTo>
                    <a:pt x="34" y="62"/>
                  </a:lnTo>
                  <a:lnTo>
                    <a:pt x="37" y="63"/>
                  </a:lnTo>
                  <a:lnTo>
                    <a:pt x="38" y="64"/>
                  </a:lnTo>
                  <a:lnTo>
                    <a:pt x="40" y="62"/>
                  </a:lnTo>
                  <a:lnTo>
                    <a:pt x="42" y="62"/>
                  </a:lnTo>
                  <a:lnTo>
                    <a:pt x="43" y="60"/>
                  </a:lnTo>
                  <a:lnTo>
                    <a:pt x="46" y="58"/>
                  </a:lnTo>
                  <a:lnTo>
                    <a:pt x="47" y="58"/>
                  </a:lnTo>
                  <a:lnTo>
                    <a:pt x="49" y="58"/>
                  </a:lnTo>
                  <a:lnTo>
                    <a:pt x="49" y="56"/>
                  </a:lnTo>
                  <a:lnTo>
                    <a:pt x="49" y="54"/>
                  </a:lnTo>
                  <a:lnTo>
                    <a:pt x="50" y="55"/>
                  </a:lnTo>
                  <a:lnTo>
                    <a:pt x="54" y="55"/>
                  </a:lnTo>
                  <a:lnTo>
                    <a:pt x="56" y="54"/>
                  </a:lnTo>
                  <a:lnTo>
                    <a:pt x="57" y="53"/>
                  </a:lnTo>
                  <a:lnTo>
                    <a:pt x="61" y="51"/>
                  </a:lnTo>
                  <a:lnTo>
                    <a:pt x="59" y="50"/>
                  </a:lnTo>
                  <a:lnTo>
                    <a:pt x="56" y="49"/>
                  </a:lnTo>
                  <a:lnTo>
                    <a:pt x="52" y="49"/>
                  </a:lnTo>
                  <a:lnTo>
                    <a:pt x="50" y="47"/>
                  </a:lnTo>
                  <a:lnTo>
                    <a:pt x="49" y="45"/>
                  </a:lnTo>
                  <a:lnTo>
                    <a:pt x="46" y="46"/>
                  </a:lnTo>
                  <a:lnTo>
                    <a:pt x="46" y="45"/>
                  </a:lnTo>
                  <a:lnTo>
                    <a:pt x="45" y="42"/>
                  </a:lnTo>
                  <a:lnTo>
                    <a:pt x="44" y="43"/>
                  </a:lnTo>
                  <a:lnTo>
                    <a:pt x="41" y="42"/>
                  </a:lnTo>
                  <a:lnTo>
                    <a:pt x="41" y="41"/>
                  </a:lnTo>
                  <a:lnTo>
                    <a:pt x="40" y="39"/>
                  </a:lnTo>
                  <a:lnTo>
                    <a:pt x="38" y="37"/>
                  </a:lnTo>
                  <a:lnTo>
                    <a:pt x="37" y="36"/>
                  </a:lnTo>
                  <a:lnTo>
                    <a:pt x="37" y="38"/>
                  </a:lnTo>
                  <a:lnTo>
                    <a:pt x="35" y="40"/>
                  </a:lnTo>
                  <a:lnTo>
                    <a:pt x="34" y="39"/>
                  </a:lnTo>
                  <a:lnTo>
                    <a:pt x="33" y="43"/>
                  </a:lnTo>
                  <a:lnTo>
                    <a:pt x="31" y="43"/>
                  </a:lnTo>
                  <a:lnTo>
                    <a:pt x="27" y="43"/>
                  </a:lnTo>
                  <a:lnTo>
                    <a:pt x="24" y="40"/>
                  </a:lnTo>
                  <a:lnTo>
                    <a:pt x="23" y="39"/>
                  </a:lnTo>
                  <a:lnTo>
                    <a:pt x="22" y="37"/>
                  </a:lnTo>
                  <a:lnTo>
                    <a:pt x="19" y="38"/>
                  </a:lnTo>
                  <a:lnTo>
                    <a:pt x="18" y="37"/>
                  </a:lnTo>
                  <a:lnTo>
                    <a:pt x="17" y="36"/>
                  </a:lnTo>
                  <a:lnTo>
                    <a:pt x="14" y="36"/>
                  </a:lnTo>
                  <a:lnTo>
                    <a:pt x="15" y="34"/>
                  </a:lnTo>
                  <a:lnTo>
                    <a:pt x="16" y="34"/>
                  </a:lnTo>
                  <a:lnTo>
                    <a:pt x="18" y="31"/>
                  </a:lnTo>
                  <a:lnTo>
                    <a:pt x="20" y="29"/>
                  </a:lnTo>
                  <a:lnTo>
                    <a:pt x="22" y="28"/>
                  </a:lnTo>
                  <a:lnTo>
                    <a:pt x="24" y="27"/>
                  </a:lnTo>
                  <a:lnTo>
                    <a:pt x="25" y="25"/>
                  </a:lnTo>
                  <a:lnTo>
                    <a:pt x="26" y="25"/>
                  </a:lnTo>
                  <a:lnTo>
                    <a:pt x="29" y="23"/>
                  </a:lnTo>
                  <a:lnTo>
                    <a:pt x="32" y="22"/>
                  </a:lnTo>
                  <a:lnTo>
                    <a:pt x="28" y="19"/>
                  </a:lnTo>
                  <a:lnTo>
                    <a:pt x="26" y="21"/>
                  </a:lnTo>
                  <a:lnTo>
                    <a:pt x="26" y="18"/>
                  </a:lnTo>
                  <a:lnTo>
                    <a:pt x="28" y="14"/>
                  </a:lnTo>
                  <a:lnTo>
                    <a:pt x="31" y="10"/>
                  </a:lnTo>
                  <a:lnTo>
                    <a:pt x="36" y="9"/>
                  </a:lnTo>
                  <a:lnTo>
                    <a:pt x="40" y="8"/>
                  </a:lnTo>
                  <a:lnTo>
                    <a:pt x="47" y="9"/>
                  </a:lnTo>
                  <a:lnTo>
                    <a:pt x="53" y="12"/>
                  </a:lnTo>
                  <a:lnTo>
                    <a:pt x="58" y="14"/>
                  </a:lnTo>
                  <a:lnTo>
                    <a:pt x="64" y="15"/>
                  </a:lnTo>
                  <a:lnTo>
                    <a:pt x="66" y="16"/>
                  </a:lnTo>
                  <a:lnTo>
                    <a:pt x="65" y="12"/>
                  </a:lnTo>
                  <a:lnTo>
                    <a:pt x="67" y="5"/>
                  </a:lnTo>
                  <a:lnTo>
                    <a:pt x="71" y="1"/>
                  </a:lnTo>
                  <a:lnTo>
                    <a:pt x="76" y="0"/>
                  </a:lnTo>
                  <a:lnTo>
                    <a:pt x="79" y="1"/>
                  </a:lnTo>
                  <a:lnTo>
                    <a:pt x="85" y="3"/>
                  </a:lnTo>
                  <a:lnTo>
                    <a:pt x="90" y="6"/>
                  </a:lnTo>
                  <a:lnTo>
                    <a:pt x="96" y="8"/>
                  </a:lnTo>
                  <a:lnTo>
                    <a:pt x="100" y="8"/>
                  </a:lnTo>
                  <a:lnTo>
                    <a:pt x="103" y="6"/>
                  </a:lnTo>
                  <a:lnTo>
                    <a:pt x="109" y="6"/>
                  </a:lnTo>
                  <a:lnTo>
                    <a:pt x="115" y="6"/>
                  </a:lnTo>
                  <a:lnTo>
                    <a:pt x="120" y="4"/>
                  </a:lnTo>
                  <a:lnTo>
                    <a:pt x="125" y="7"/>
                  </a:lnTo>
                  <a:lnTo>
                    <a:pt x="130" y="8"/>
                  </a:lnTo>
                  <a:lnTo>
                    <a:pt x="139" y="8"/>
                  </a:lnTo>
                  <a:lnTo>
                    <a:pt x="144" y="7"/>
                  </a:lnTo>
                  <a:lnTo>
                    <a:pt x="151" y="9"/>
                  </a:lnTo>
                  <a:lnTo>
                    <a:pt x="155" y="9"/>
                  </a:lnTo>
                  <a:lnTo>
                    <a:pt x="156" y="12"/>
                  </a:lnTo>
                  <a:lnTo>
                    <a:pt x="158" y="13"/>
                  </a:lnTo>
                  <a:lnTo>
                    <a:pt x="159" y="16"/>
                  </a:lnTo>
                  <a:lnTo>
                    <a:pt x="164" y="16"/>
                  </a:lnTo>
                  <a:lnTo>
                    <a:pt x="167" y="17"/>
                  </a:lnTo>
                  <a:lnTo>
                    <a:pt x="170" y="21"/>
                  </a:lnTo>
                  <a:lnTo>
                    <a:pt x="170" y="23"/>
                  </a:lnTo>
                  <a:lnTo>
                    <a:pt x="170" y="24"/>
                  </a:lnTo>
                  <a:lnTo>
                    <a:pt x="168" y="25"/>
                  </a:lnTo>
                  <a:lnTo>
                    <a:pt x="161" y="28"/>
                  </a:lnTo>
                  <a:lnTo>
                    <a:pt x="151" y="31"/>
                  </a:lnTo>
                  <a:lnTo>
                    <a:pt x="148" y="32"/>
                  </a:lnTo>
                  <a:lnTo>
                    <a:pt x="145" y="35"/>
                  </a:lnTo>
                  <a:lnTo>
                    <a:pt x="141" y="42"/>
                  </a:lnTo>
                  <a:lnTo>
                    <a:pt x="137" y="45"/>
                  </a:lnTo>
                  <a:lnTo>
                    <a:pt x="133" y="46"/>
                  </a:lnTo>
                  <a:lnTo>
                    <a:pt x="130" y="46"/>
                  </a:lnTo>
                  <a:lnTo>
                    <a:pt x="121" y="44"/>
                  </a:lnTo>
                  <a:lnTo>
                    <a:pt x="119" y="44"/>
                  </a:lnTo>
                  <a:lnTo>
                    <a:pt x="116" y="49"/>
                  </a:lnTo>
                  <a:lnTo>
                    <a:pt x="113" y="56"/>
                  </a:lnTo>
                  <a:lnTo>
                    <a:pt x="111" y="58"/>
                  </a:lnTo>
                  <a:lnTo>
                    <a:pt x="105" y="59"/>
                  </a:lnTo>
                  <a:lnTo>
                    <a:pt x="101" y="61"/>
                  </a:lnTo>
                  <a:lnTo>
                    <a:pt x="99" y="60"/>
                  </a:lnTo>
                  <a:lnTo>
                    <a:pt x="97" y="55"/>
                  </a:lnTo>
                  <a:lnTo>
                    <a:pt x="97" y="54"/>
                  </a:lnTo>
                  <a:lnTo>
                    <a:pt x="94" y="54"/>
                  </a:lnTo>
                  <a:lnTo>
                    <a:pt x="82" y="61"/>
                  </a:lnTo>
                  <a:lnTo>
                    <a:pt x="72" y="68"/>
                  </a:lnTo>
                  <a:lnTo>
                    <a:pt x="70" y="69"/>
                  </a:lnTo>
                  <a:lnTo>
                    <a:pt x="69" y="71"/>
                  </a:lnTo>
                  <a:lnTo>
                    <a:pt x="68" y="78"/>
                  </a:lnTo>
                  <a:lnTo>
                    <a:pt x="67" y="77"/>
                  </a:lnTo>
                  <a:lnTo>
                    <a:pt x="65" y="78"/>
                  </a:lnTo>
                  <a:lnTo>
                    <a:pt x="63" y="80"/>
                  </a:lnTo>
                  <a:lnTo>
                    <a:pt x="59" y="80"/>
                  </a:lnTo>
                  <a:lnTo>
                    <a:pt x="54" y="79"/>
                  </a:lnTo>
                  <a:lnTo>
                    <a:pt x="48" y="81"/>
                  </a:lnTo>
                  <a:lnTo>
                    <a:pt x="47" y="83"/>
                  </a:lnTo>
                  <a:lnTo>
                    <a:pt x="46" y="83"/>
                  </a:lnTo>
                  <a:lnTo>
                    <a:pt x="44" y="80"/>
                  </a:lnTo>
                  <a:lnTo>
                    <a:pt x="42" y="80"/>
                  </a:lnTo>
                  <a:lnTo>
                    <a:pt x="39" y="82"/>
                  </a:lnTo>
                  <a:lnTo>
                    <a:pt x="39" y="80"/>
                  </a:lnTo>
                  <a:lnTo>
                    <a:pt x="38" y="78"/>
                  </a:lnTo>
                  <a:lnTo>
                    <a:pt x="35" y="77"/>
                  </a:lnTo>
                  <a:lnTo>
                    <a:pt x="35" y="76"/>
                  </a:lnTo>
                  <a:lnTo>
                    <a:pt x="33" y="75"/>
                  </a:lnTo>
                  <a:lnTo>
                    <a:pt x="31" y="77"/>
                  </a:lnTo>
                  <a:lnTo>
                    <a:pt x="28" y="77"/>
                  </a:lnTo>
                  <a:lnTo>
                    <a:pt x="28" y="79"/>
                  </a:lnTo>
                  <a:lnTo>
                    <a:pt x="26" y="80"/>
                  </a:lnTo>
                  <a:lnTo>
                    <a:pt x="23" y="79"/>
                  </a:lnTo>
                  <a:lnTo>
                    <a:pt x="23" y="77"/>
                  </a:lnTo>
                  <a:lnTo>
                    <a:pt x="22" y="76"/>
                  </a:lnTo>
                  <a:lnTo>
                    <a:pt x="19" y="75"/>
                  </a:lnTo>
                  <a:lnTo>
                    <a:pt x="16" y="76"/>
                  </a:lnTo>
                  <a:lnTo>
                    <a:pt x="15" y="76"/>
                  </a:lnTo>
                  <a:lnTo>
                    <a:pt x="10" y="76"/>
                  </a:lnTo>
                  <a:lnTo>
                    <a:pt x="5" y="76"/>
                  </a:lnTo>
                  <a:lnTo>
                    <a:pt x="2" y="76"/>
                  </a:lnTo>
                  <a:lnTo>
                    <a:pt x="1" y="75"/>
                  </a:lnTo>
                  <a:lnTo>
                    <a:pt x="0" y="74"/>
                  </a:lnTo>
                  <a:lnTo>
                    <a:pt x="0" y="71"/>
                  </a:lnTo>
                  <a:lnTo>
                    <a:pt x="0" y="69"/>
                  </a:lnTo>
                  <a:lnTo>
                    <a:pt x="2" y="68"/>
                  </a:lnTo>
                  <a:lnTo>
                    <a:pt x="3" y="69"/>
                  </a:lnTo>
                  <a:lnTo>
                    <a:pt x="4" y="69"/>
                  </a:lnTo>
                  <a:lnTo>
                    <a:pt x="3" y="67"/>
                  </a:lnTo>
                  <a:lnTo>
                    <a:pt x="4" y="65"/>
                  </a:lnTo>
                  <a:lnTo>
                    <a:pt x="5" y="65"/>
                  </a:lnTo>
                  <a:lnTo>
                    <a:pt x="12" y="63"/>
                  </a:lnTo>
                  <a:lnTo>
                    <a:pt x="16" y="64"/>
                  </a:lnTo>
                  <a:lnTo>
                    <a:pt x="19" y="66"/>
                  </a:lnTo>
                  <a:lnTo>
                    <a:pt x="20" y="68"/>
                  </a:lnTo>
                  <a:lnTo>
                    <a:pt x="21" y="68"/>
                  </a:lnTo>
                  <a:lnTo>
                    <a:pt x="21" y="65"/>
                  </a:lnTo>
                  <a:lnTo>
                    <a:pt x="24" y="63"/>
                  </a:lnTo>
                  <a:lnTo>
                    <a:pt x="27" y="6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799" name="Freeform 18"/>
            <p:cNvSpPr>
              <a:spLocks/>
            </p:cNvSpPr>
            <p:nvPr/>
          </p:nvSpPr>
          <p:spPr bwMode="gray">
            <a:xfrm>
              <a:off x="4154488" y="3519488"/>
              <a:ext cx="269875" cy="131763"/>
            </a:xfrm>
            <a:custGeom>
              <a:avLst/>
              <a:gdLst>
                <a:gd name="T0" fmla="*/ 29 w 170"/>
                <a:gd name="T1" fmla="*/ 62 h 83"/>
                <a:gd name="T2" fmla="*/ 34 w 170"/>
                <a:gd name="T3" fmla="*/ 62 h 83"/>
                <a:gd name="T4" fmla="*/ 40 w 170"/>
                <a:gd name="T5" fmla="*/ 62 h 83"/>
                <a:gd name="T6" fmla="*/ 46 w 170"/>
                <a:gd name="T7" fmla="*/ 58 h 83"/>
                <a:gd name="T8" fmla="*/ 49 w 170"/>
                <a:gd name="T9" fmla="*/ 56 h 83"/>
                <a:gd name="T10" fmla="*/ 54 w 170"/>
                <a:gd name="T11" fmla="*/ 55 h 83"/>
                <a:gd name="T12" fmla="*/ 61 w 170"/>
                <a:gd name="T13" fmla="*/ 51 h 83"/>
                <a:gd name="T14" fmla="*/ 52 w 170"/>
                <a:gd name="T15" fmla="*/ 49 h 83"/>
                <a:gd name="T16" fmla="*/ 46 w 170"/>
                <a:gd name="T17" fmla="*/ 46 h 83"/>
                <a:gd name="T18" fmla="*/ 44 w 170"/>
                <a:gd name="T19" fmla="*/ 43 h 83"/>
                <a:gd name="T20" fmla="*/ 40 w 170"/>
                <a:gd name="T21" fmla="*/ 39 h 83"/>
                <a:gd name="T22" fmla="*/ 37 w 170"/>
                <a:gd name="T23" fmla="*/ 38 h 83"/>
                <a:gd name="T24" fmla="*/ 33 w 170"/>
                <a:gd name="T25" fmla="*/ 43 h 83"/>
                <a:gd name="T26" fmla="*/ 24 w 170"/>
                <a:gd name="T27" fmla="*/ 40 h 83"/>
                <a:gd name="T28" fmla="*/ 19 w 170"/>
                <a:gd name="T29" fmla="*/ 38 h 83"/>
                <a:gd name="T30" fmla="*/ 14 w 170"/>
                <a:gd name="T31" fmla="*/ 36 h 83"/>
                <a:gd name="T32" fmla="*/ 18 w 170"/>
                <a:gd name="T33" fmla="*/ 31 h 83"/>
                <a:gd name="T34" fmla="*/ 24 w 170"/>
                <a:gd name="T35" fmla="*/ 27 h 83"/>
                <a:gd name="T36" fmla="*/ 29 w 170"/>
                <a:gd name="T37" fmla="*/ 23 h 83"/>
                <a:gd name="T38" fmla="*/ 26 w 170"/>
                <a:gd name="T39" fmla="*/ 21 h 83"/>
                <a:gd name="T40" fmla="*/ 31 w 170"/>
                <a:gd name="T41" fmla="*/ 10 h 83"/>
                <a:gd name="T42" fmla="*/ 47 w 170"/>
                <a:gd name="T43" fmla="*/ 9 h 83"/>
                <a:gd name="T44" fmla="*/ 64 w 170"/>
                <a:gd name="T45" fmla="*/ 15 h 83"/>
                <a:gd name="T46" fmla="*/ 67 w 170"/>
                <a:gd name="T47" fmla="*/ 5 h 83"/>
                <a:gd name="T48" fmla="*/ 79 w 170"/>
                <a:gd name="T49" fmla="*/ 1 h 83"/>
                <a:gd name="T50" fmla="*/ 96 w 170"/>
                <a:gd name="T51" fmla="*/ 8 h 83"/>
                <a:gd name="T52" fmla="*/ 109 w 170"/>
                <a:gd name="T53" fmla="*/ 6 h 83"/>
                <a:gd name="T54" fmla="*/ 125 w 170"/>
                <a:gd name="T55" fmla="*/ 7 h 83"/>
                <a:gd name="T56" fmla="*/ 144 w 170"/>
                <a:gd name="T57" fmla="*/ 7 h 83"/>
                <a:gd name="T58" fmla="*/ 156 w 170"/>
                <a:gd name="T59" fmla="*/ 12 h 83"/>
                <a:gd name="T60" fmla="*/ 164 w 170"/>
                <a:gd name="T61" fmla="*/ 16 h 83"/>
                <a:gd name="T62" fmla="*/ 170 w 170"/>
                <a:gd name="T63" fmla="*/ 23 h 83"/>
                <a:gd name="T64" fmla="*/ 161 w 170"/>
                <a:gd name="T65" fmla="*/ 28 h 83"/>
                <a:gd name="T66" fmla="*/ 145 w 170"/>
                <a:gd name="T67" fmla="*/ 35 h 83"/>
                <a:gd name="T68" fmla="*/ 133 w 170"/>
                <a:gd name="T69" fmla="*/ 46 h 83"/>
                <a:gd name="T70" fmla="*/ 119 w 170"/>
                <a:gd name="T71" fmla="*/ 44 h 83"/>
                <a:gd name="T72" fmla="*/ 111 w 170"/>
                <a:gd name="T73" fmla="*/ 58 h 83"/>
                <a:gd name="T74" fmla="*/ 99 w 170"/>
                <a:gd name="T75" fmla="*/ 60 h 83"/>
                <a:gd name="T76" fmla="*/ 94 w 170"/>
                <a:gd name="T77" fmla="*/ 54 h 83"/>
                <a:gd name="T78" fmla="*/ 70 w 170"/>
                <a:gd name="T79" fmla="*/ 69 h 83"/>
                <a:gd name="T80" fmla="*/ 67 w 170"/>
                <a:gd name="T81" fmla="*/ 77 h 83"/>
                <a:gd name="T82" fmla="*/ 59 w 170"/>
                <a:gd name="T83" fmla="*/ 80 h 83"/>
                <a:gd name="T84" fmla="*/ 47 w 170"/>
                <a:gd name="T85" fmla="*/ 83 h 83"/>
                <a:gd name="T86" fmla="*/ 42 w 170"/>
                <a:gd name="T87" fmla="*/ 80 h 83"/>
                <a:gd name="T88" fmla="*/ 38 w 170"/>
                <a:gd name="T89" fmla="*/ 78 h 83"/>
                <a:gd name="T90" fmla="*/ 35 w 170"/>
                <a:gd name="T91" fmla="*/ 76 h 83"/>
                <a:gd name="T92" fmla="*/ 28 w 170"/>
                <a:gd name="T93" fmla="*/ 77 h 83"/>
                <a:gd name="T94" fmla="*/ 23 w 170"/>
                <a:gd name="T95" fmla="*/ 79 h 83"/>
                <a:gd name="T96" fmla="*/ 19 w 170"/>
                <a:gd name="T97" fmla="*/ 75 h 83"/>
                <a:gd name="T98" fmla="*/ 10 w 170"/>
                <a:gd name="T99" fmla="*/ 76 h 83"/>
                <a:gd name="T100" fmla="*/ 1 w 170"/>
                <a:gd name="T101" fmla="*/ 75 h 83"/>
                <a:gd name="T102" fmla="*/ 0 w 170"/>
                <a:gd name="T103" fmla="*/ 69 h 83"/>
                <a:gd name="T104" fmla="*/ 4 w 170"/>
                <a:gd name="T105" fmla="*/ 69 h 83"/>
                <a:gd name="T106" fmla="*/ 5 w 170"/>
                <a:gd name="T107" fmla="*/ 65 h 83"/>
                <a:gd name="T108" fmla="*/ 19 w 170"/>
                <a:gd name="T109" fmla="*/ 66 h 83"/>
                <a:gd name="T110" fmla="*/ 21 w 170"/>
                <a:gd name="T111" fmla="*/ 65 h 8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70"/>
                <a:gd name="T169" fmla="*/ 0 h 83"/>
                <a:gd name="T170" fmla="*/ 170 w 170"/>
                <a:gd name="T171" fmla="*/ 83 h 83"/>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70" h="83">
                  <a:moveTo>
                    <a:pt x="27" y="62"/>
                  </a:moveTo>
                  <a:lnTo>
                    <a:pt x="27" y="61"/>
                  </a:lnTo>
                  <a:lnTo>
                    <a:pt x="29" y="62"/>
                  </a:lnTo>
                  <a:lnTo>
                    <a:pt x="31" y="61"/>
                  </a:lnTo>
                  <a:lnTo>
                    <a:pt x="33" y="61"/>
                  </a:lnTo>
                  <a:lnTo>
                    <a:pt x="34" y="62"/>
                  </a:lnTo>
                  <a:lnTo>
                    <a:pt x="37" y="63"/>
                  </a:lnTo>
                  <a:lnTo>
                    <a:pt x="38" y="64"/>
                  </a:lnTo>
                  <a:lnTo>
                    <a:pt x="40" y="62"/>
                  </a:lnTo>
                  <a:lnTo>
                    <a:pt x="42" y="62"/>
                  </a:lnTo>
                  <a:lnTo>
                    <a:pt x="43" y="60"/>
                  </a:lnTo>
                  <a:lnTo>
                    <a:pt x="46" y="58"/>
                  </a:lnTo>
                  <a:lnTo>
                    <a:pt x="47" y="58"/>
                  </a:lnTo>
                  <a:lnTo>
                    <a:pt x="49" y="58"/>
                  </a:lnTo>
                  <a:lnTo>
                    <a:pt x="49" y="56"/>
                  </a:lnTo>
                  <a:lnTo>
                    <a:pt x="49" y="54"/>
                  </a:lnTo>
                  <a:lnTo>
                    <a:pt x="50" y="55"/>
                  </a:lnTo>
                  <a:lnTo>
                    <a:pt x="54" y="55"/>
                  </a:lnTo>
                  <a:lnTo>
                    <a:pt x="56" y="54"/>
                  </a:lnTo>
                  <a:lnTo>
                    <a:pt x="57" y="53"/>
                  </a:lnTo>
                  <a:lnTo>
                    <a:pt x="61" y="51"/>
                  </a:lnTo>
                  <a:lnTo>
                    <a:pt x="59" y="50"/>
                  </a:lnTo>
                  <a:lnTo>
                    <a:pt x="56" y="49"/>
                  </a:lnTo>
                  <a:lnTo>
                    <a:pt x="52" y="49"/>
                  </a:lnTo>
                  <a:lnTo>
                    <a:pt x="50" y="47"/>
                  </a:lnTo>
                  <a:lnTo>
                    <a:pt x="49" y="45"/>
                  </a:lnTo>
                  <a:lnTo>
                    <a:pt x="46" y="46"/>
                  </a:lnTo>
                  <a:lnTo>
                    <a:pt x="46" y="45"/>
                  </a:lnTo>
                  <a:lnTo>
                    <a:pt x="45" y="42"/>
                  </a:lnTo>
                  <a:lnTo>
                    <a:pt x="44" y="43"/>
                  </a:lnTo>
                  <a:lnTo>
                    <a:pt x="41" y="42"/>
                  </a:lnTo>
                  <a:lnTo>
                    <a:pt x="41" y="41"/>
                  </a:lnTo>
                  <a:lnTo>
                    <a:pt x="40" y="39"/>
                  </a:lnTo>
                  <a:lnTo>
                    <a:pt x="38" y="37"/>
                  </a:lnTo>
                  <a:lnTo>
                    <a:pt x="37" y="36"/>
                  </a:lnTo>
                  <a:lnTo>
                    <a:pt x="37" y="38"/>
                  </a:lnTo>
                  <a:lnTo>
                    <a:pt x="35" y="40"/>
                  </a:lnTo>
                  <a:lnTo>
                    <a:pt x="34" y="39"/>
                  </a:lnTo>
                  <a:lnTo>
                    <a:pt x="33" y="43"/>
                  </a:lnTo>
                  <a:lnTo>
                    <a:pt x="31" y="43"/>
                  </a:lnTo>
                  <a:lnTo>
                    <a:pt x="27" y="43"/>
                  </a:lnTo>
                  <a:lnTo>
                    <a:pt x="24" y="40"/>
                  </a:lnTo>
                  <a:lnTo>
                    <a:pt x="23" y="39"/>
                  </a:lnTo>
                  <a:lnTo>
                    <a:pt x="22" y="37"/>
                  </a:lnTo>
                  <a:lnTo>
                    <a:pt x="19" y="38"/>
                  </a:lnTo>
                  <a:lnTo>
                    <a:pt x="18" y="37"/>
                  </a:lnTo>
                  <a:lnTo>
                    <a:pt x="17" y="36"/>
                  </a:lnTo>
                  <a:lnTo>
                    <a:pt x="14" y="36"/>
                  </a:lnTo>
                  <a:lnTo>
                    <a:pt x="15" y="34"/>
                  </a:lnTo>
                  <a:lnTo>
                    <a:pt x="16" y="34"/>
                  </a:lnTo>
                  <a:lnTo>
                    <a:pt x="18" y="31"/>
                  </a:lnTo>
                  <a:lnTo>
                    <a:pt x="20" y="29"/>
                  </a:lnTo>
                  <a:lnTo>
                    <a:pt x="22" y="28"/>
                  </a:lnTo>
                  <a:lnTo>
                    <a:pt x="24" y="27"/>
                  </a:lnTo>
                  <a:lnTo>
                    <a:pt x="25" y="25"/>
                  </a:lnTo>
                  <a:lnTo>
                    <a:pt x="26" y="25"/>
                  </a:lnTo>
                  <a:lnTo>
                    <a:pt x="29" y="23"/>
                  </a:lnTo>
                  <a:lnTo>
                    <a:pt x="32" y="22"/>
                  </a:lnTo>
                  <a:lnTo>
                    <a:pt x="28" y="19"/>
                  </a:lnTo>
                  <a:lnTo>
                    <a:pt x="26" y="21"/>
                  </a:lnTo>
                  <a:lnTo>
                    <a:pt x="26" y="18"/>
                  </a:lnTo>
                  <a:lnTo>
                    <a:pt x="28" y="14"/>
                  </a:lnTo>
                  <a:lnTo>
                    <a:pt x="31" y="10"/>
                  </a:lnTo>
                  <a:lnTo>
                    <a:pt x="36" y="9"/>
                  </a:lnTo>
                  <a:lnTo>
                    <a:pt x="40" y="8"/>
                  </a:lnTo>
                  <a:lnTo>
                    <a:pt x="47" y="9"/>
                  </a:lnTo>
                  <a:lnTo>
                    <a:pt x="53" y="12"/>
                  </a:lnTo>
                  <a:lnTo>
                    <a:pt x="58" y="14"/>
                  </a:lnTo>
                  <a:lnTo>
                    <a:pt x="64" y="15"/>
                  </a:lnTo>
                  <a:lnTo>
                    <a:pt x="66" y="16"/>
                  </a:lnTo>
                  <a:lnTo>
                    <a:pt x="65" y="12"/>
                  </a:lnTo>
                  <a:lnTo>
                    <a:pt x="67" y="5"/>
                  </a:lnTo>
                  <a:lnTo>
                    <a:pt x="71" y="1"/>
                  </a:lnTo>
                  <a:lnTo>
                    <a:pt x="76" y="0"/>
                  </a:lnTo>
                  <a:lnTo>
                    <a:pt x="79" y="1"/>
                  </a:lnTo>
                  <a:lnTo>
                    <a:pt x="85" y="3"/>
                  </a:lnTo>
                  <a:lnTo>
                    <a:pt x="90" y="6"/>
                  </a:lnTo>
                  <a:lnTo>
                    <a:pt x="96" y="8"/>
                  </a:lnTo>
                  <a:lnTo>
                    <a:pt x="100" y="8"/>
                  </a:lnTo>
                  <a:lnTo>
                    <a:pt x="103" y="6"/>
                  </a:lnTo>
                  <a:lnTo>
                    <a:pt x="109" y="6"/>
                  </a:lnTo>
                  <a:lnTo>
                    <a:pt x="115" y="6"/>
                  </a:lnTo>
                  <a:lnTo>
                    <a:pt x="120" y="4"/>
                  </a:lnTo>
                  <a:lnTo>
                    <a:pt x="125" y="7"/>
                  </a:lnTo>
                  <a:lnTo>
                    <a:pt x="130" y="8"/>
                  </a:lnTo>
                  <a:lnTo>
                    <a:pt x="139" y="8"/>
                  </a:lnTo>
                  <a:lnTo>
                    <a:pt x="144" y="7"/>
                  </a:lnTo>
                  <a:lnTo>
                    <a:pt x="151" y="9"/>
                  </a:lnTo>
                  <a:lnTo>
                    <a:pt x="155" y="9"/>
                  </a:lnTo>
                  <a:lnTo>
                    <a:pt x="156" y="12"/>
                  </a:lnTo>
                  <a:lnTo>
                    <a:pt x="158" y="13"/>
                  </a:lnTo>
                  <a:lnTo>
                    <a:pt x="159" y="16"/>
                  </a:lnTo>
                  <a:lnTo>
                    <a:pt x="164" y="16"/>
                  </a:lnTo>
                  <a:lnTo>
                    <a:pt x="167" y="17"/>
                  </a:lnTo>
                  <a:lnTo>
                    <a:pt x="170" y="21"/>
                  </a:lnTo>
                  <a:lnTo>
                    <a:pt x="170" y="23"/>
                  </a:lnTo>
                  <a:lnTo>
                    <a:pt x="170" y="24"/>
                  </a:lnTo>
                  <a:lnTo>
                    <a:pt x="168" y="25"/>
                  </a:lnTo>
                  <a:lnTo>
                    <a:pt x="161" y="28"/>
                  </a:lnTo>
                  <a:lnTo>
                    <a:pt x="151" y="31"/>
                  </a:lnTo>
                  <a:lnTo>
                    <a:pt x="148" y="32"/>
                  </a:lnTo>
                  <a:lnTo>
                    <a:pt x="145" y="35"/>
                  </a:lnTo>
                  <a:lnTo>
                    <a:pt x="141" y="42"/>
                  </a:lnTo>
                  <a:lnTo>
                    <a:pt x="137" y="45"/>
                  </a:lnTo>
                  <a:lnTo>
                    <a:pt x="133" y="46"/>
                  </a:lnTo>
                  <a:lnTo>
                    <a:pt x="130" y="46"/>
                  </a:lnTo>
                  <a:lnTo>
                    <a:pt x="121" y="44"/>
                  </a:lnTo>
                  <a:lnTo>
                    <a:pt x="119" y="44"/>
                  </a:lnTo>
                  <a:lnTo>
                    <a:pt x="116" y="49"/>
                  </a:lnTo>
                  <a:lnTo>
                    <a:pt x="113" y="56"/>
                  </a:lnTo>
                  <a:lnTo>
                    <a:pt x="111" y="58"/>
                  </a:lnTo>
                  <a:lnTo>
                    <a:pt x="105" y="59"/>
                  </a:lnTo>
                  <a:lnTo>
                    <a:pt x="101" y="61"/>
                  </a:lnTo>
                  <a:lnTo>
                    <a:pt x="99" y="60"/>
                  </a:lnTo>
                  <a:lnTo>
                    <a:pt x="97" y="55"/>
                  </a:lnTo>
                  <a:lnTo>
                    <a:pt x="97" y="54"/>
                  </a:lnTo>
                  <a:lnTo>
                    <a:pt x="94" y="54"/>
                  </a:lnTo>
                  <a:lnTo>
                    <a:pt x="82" y="61"/>
                  </a:lnTo>
                  <a:lnTo>
                    <a:pt x="72" y="68"/>
                  </a:lnTo>
                  <a:lnTo>
                    <a:pt x="70" y="69"/>
                  </a:lnTo>
                  <a:lnTo>
                    <a:pt x="69" y="71"/>
                  </a:lnTo>
                  <a:lnTo>
                    <a:pt x="68" y="78"/>
                  </a:lnTo>
                  <a:lnTo>
                    <a:pt x="67" y="77"/>
                  </a:lnTo>
                  <a:lnTo>
                    <a:pt x="65" y="78"/>
                  </a:lnTo>
                  <a:lnTo>
                    <a:pt x="63" y="80"/>
                  </a:lnTo>
                  <a:lnTo>
                    <a:pt x="59" y="80"/>
                  </a:lnTo>
                  <a:lnTo>
                    <a:pt x="54" y="79"/>
                  </a:lnTo>
                  <a:lnTo>
                    <a:pt x="48" y="81"/>
                  </a:lnTo>
                  <a:lnTo>
                    <a:pt x="47" y="83"/>
                  </a:lnTo>
                  <a:lnTo>
                    <a:pt x="46" y="83"/>
                  </a:lnTo>
                  <a:lnTo>
                    <a:pt x="44" y="80"/>
                  </a:lnTo>
                  <a:lnTo>
                    <a:pt x="42" y="80"/>
                  </a:lnTo>
                  <a:lnTo>
                    <a:pt x="39" y="82"/>
                  </a:lnTo>
                  <a:lnTo>
                    <a:pt x="39" y="80"/>
                  </a:lnTo>
                  <a:lnTo>
                    <a:pt x="38" y="78"/>
                  </a:lnTo>
                  <a:lnTo>
                    <a:pt x="35" y="77"/>
                  </a:lnTo>
                  <a:lnTo>
                    <a:pt x="35" y="76"/>
                  </a:lnTo>
                  <a:lnTo>
                    <a:pt x="33" y="75"/>
                  </a:lnTo>
                  <a:lnTo>
                    <a:pt x="31" y="77"/>
                  </a:lnTo>
                  <a:lnTo>
                    <a:pt x="28" y="77"/>
                  </a:lnTo>
                  <a:lnTo>
                    <a:pt x="28" y="79"/>
                  </a:lnTo>
                  <a:lnTo>
                    <a:pt x="26" y="80"/>
                  </a:lnTo>
                  <a:lnTo>
                    <a:pt x="23" y="79"/>
                  </a:lnTo>
                  <a:lnTo>
                    <a:pt x="23" y="77"/>
                  </a:lnTo>
                  <a:lnTo>
                    <a:pt x="22" y="76"/>
                  </a:lnTo>
                  <a:lnTo>
                    <a:pt x="19" y="75"/>
                  </a:lnTo>
                  <a:lnTo>
                    <a:pt x="16" y="76"/>
                  </a:lnTo>
                  <a:lnTo>
                    <a:pt x="15" y="76"/>
                  </a:lnTo>
                  <a:lnTo>
                    <a:pt x="10" y="76"/>
                  </a:lnTo>
                  <a:lnTo>
                    <a:pt x="5" y="76"/>
                  </a:lnTo>
                  <a:lnTo>
                    <a:pt x="2" y="76"/>
                  </a:lnTo>
                  <a:lnTo>
                    <a:pt x="1" y="75"/>
                  </a:lnTo>
                  <a:lnTo>
                    <a:pt x="0" y="74"/>
                  </a:lnTo>
                  <a:lnTo>
                    <a:pt x="0" y="71"/>
                  </a:lnTo>
                  <a:lnTo>
                    <a:pt x="0" y="69"/>
                  </a:lnTo>
                  <a:lnTo>
                    <a:pt x="2" y="68"/>
                  </a:lnTo>
                  <a:lnTo>
                    <a:pt x="3" y="69"/>
                  </a:lnTo>
                  <a:lnTo>
                    <a:pt x="4" y="69"/>
                  </a:lnTo>
                  <a:lnTo>
                    <a:pt x="3" y="67"/>
                  </a:lnTo>
                  <a:lnTo>
                    <a:pt x="4" y="65"/>
                  </a:lnTo>
                  <a:lnTo>
                    <a:pt x="5" y="65"/>
                  </a:lnTo>
                  <a:lnTo>
                    <a:pt x="12" y="63"/>
                  </a:lnTo>
                  <a:lnTo>
                    <a:pt x="16" y="64"/>
                  </a:lnTo>
                  <a:lnTo>
                    <a:pt x="19" y="66"/>
                  </a:lnTo>
                  <a:lnTo>
                    <a:pt x="20" y="68"/>
                  </a:lnTo>
                  <a:lnTo>
                    <a:pt x="21" y="68"/>
                  </a:lnTo>
                  <a:lnTo>
                    <a:pt x="21" y="65"/>
                  </a:lnTo>
                  <a:lnTo>
                    <a:pt x="24" y="63"/>
                  </a:lnTo>
                  <a:lnTo>
                    <a:pt x="27" y="6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0" name="Freeform 19"/>
            <p:cNvSpPr>
              <a:spLocks/>
            </p:cNvSpPr>
            <p:nvPr/>
          </p:nvSpPr>
          <p:spPr bwMode="gray">
            <a:xfrm>
              <a:off x="4108450" y="3590926"/>
              <a:ext cx="185738" cy="138113"/>
            </a:xfrm>
            <a:custGeom>
              <a:avLst/>
              <a:gdLst>
                <a:gd name="T0" fmla="*/ 105 w 117"/>
                <a:gd name="T1" fmla="*/ 76 h 87"/>
                <a:gd name="T2" fmla="*/ 93 w 117"/>
                <a:gd name="T3" fmla="*/ 78 h 87"/>
                <a:gd name="T4" fmla="*/ 91 w 117"/>
                <a:gd name="T5" fmla="*/ 75 h 87"/>
                <a:gd name="T6" fmla="*/ 77 w 117"/>
                <a:gd name="T7" fmla="*/ 83 h 87"/>
                <a:gd name="T8" fmla="*/ 65 w 117"/>
                <a:gd name="T9" fmla="*/ 87 h 87"/>
                <a:gd name="T10" fmla="*/ 61 w 117"/>
                <a:gd name="T11" fmla="*/ 83 h 87"/>
                <a:gd name="T12" fmla="*/ 61 w 117"/>
                <a:gd name="T13" fmla="*/ 68 h 87"/>
                <a:gd name="T14" fmla="*/ 57 w 117"/>
                <a:gd name="T15" fmla="*/ 65 h 87"/>
                <a:gd name="T16" fmla="*/ 53 w 117"/>
                <a:gd name="T17" fmla="*/ 55 h 87"/>
                <a:gd name="T18" fmla="*/ 47 w 117"/>
                <a:gd name="T19" fmla="*/ 60 h 87"/>
                <a:gd name="T20" fmla="*/ 44 w 117"/>
                <a:gd name="T21" fmla="*/ 69 h 87"/>
                <a:gd name="T22" fmla="*/ 38 w 117"/>
                <a:gd name="T23" fmla="*/ 73 h 87"/>
                <a:gd name="T24" fmla="*/ 32 w 117"/>
                <a:gd name="T25" fmla="*/ 73 h 87"/>
                <a:gd name="T26" fmla="*/ 28 w 117"/>
                <a:gd name="T27" fmla="*/ 80 h 87"/>
                <a:gd name="T28" fmla="*/ 18 w 117"/>
                <a:gd name="T29" fmla="*/ 78 h 87"/>
                <a:gd name="T30" fmla="*/ 7 w 117"/>
                <a:gd name="T31" fmla="*/ 85 h 87"/>
                <a:gd name="T32" fmla="*/ 4 w 117"/>
                <a:gd name="T33" fmla="*/ 83 h 87"/>
                <a:gd name="T34" fmla="*/ 9 w 117"/>
                <a:gd name="T35" fmla="*/ 69 h 87"/>
                <a:gd name="T36" fmla="*/ 16 w 117"/>
                <a:gd name="T37" fmla="*/ 59 h 87"/>
                <a:gd name="T38" fmla="*/ 11 w 117"/>
                <a:gd name="T39" fmla="*/ 50 h 87"/>
                <a:gd name="T40" fmla="*/ 11 w 117"/>
                <a:gd name="T41" fmla="*/ 42 h 87"/>
                <a:gd name="T42" fmla="*/ 4 w 117"/>
                <a:gd name="T43" fmla="*/ 40 h 87"/>
                <a:gd name="T44" fmla="*/ 1 w 117"/>
                <a:gd name="T45" fmla="*/ 32 h 87"/>
                <a:gd name="T46" fmla="*/ 16 w 117"/>
                <a:gd name="T47" fmla="*/ 31 h 87"/>
                <a:gd name="T48" fmla="*/ 20 w 117"/>
                <a:gd name="T49" fmla="*/ 24 h 87"/>
                <a:gd name="T50" fmla="*/ 23 w 117"/>
                <a:gd name="T51" fmla="*/ 21 h 87"/>
                <a:gd name="T52" fmla="*/ 20 w 117"/>
                <a:gd name="T53" fmla="*/ 20 h 87"/>
                <a:gd name="T54" fmla="*/ 26 w 117"/>
                <a:gd name="T55" fmla="*/ 17 h 87"/>
                <a:gd name="T56" fmla="*/ 30 w 117"/>
                <a:gd name="T57" fmla="*/ 13 h 87"/>
                <a:gd name="T58" fmla="*/ 31 w 117"/>
                <a:gd name="T59" fmla="*/ 5 h 87"/>
                <a:gd name="T60" fmla="*/ 36 w 117"/>
                <a:gd name="T61" fmla="*/ 9 h 87"/>
                <a:gd name="T62" fmla="*/ 46 w 117"/>
                <a:gd name="T63" fmla="*/ 2 h 87"/>
                <a:gd name="T64" fmla="*/ 52 w 117"/>
                <a:gd name="T65" fmla="*/ 6 h 87"/>
                <a:gd name="T66" fmla="*/ 46 w 117"/>
                <a:gd name="T67" fmla="*/ 12 h 87"/>
                <a:gd name="T68" fmla="*/ 50 w 117"/>
                <a:gd name="T69" fmla="*/ 17 h 87"/>
                <a:gd name="T70" fmla="*/ 53 w 117"/>
                <a:gd name="T71" fmla="*/ 18 h 87"/>
                <a:gd name="T72" fmla="*/ 49 w 117"/>
                <a:gd name="T73" fmla="*/ 23 h 87"/>
                <a:gd name="T74" fmla="*/ 41 w 117"/>
                <a:gd name="T75" fmla="*/ 18 h 87"/>
                <a:gd name="T76" fmla="*/ 32 w 117"/>
                <a:gd name="T77" fmla="*/ 22 h 87"/>
                <a:gd name="T78" fmla="*/ 31 w 117"/>
                <a:gd name="T79" fmla="*/ 23 h 87"/>
                <a:gd name="T80" fmla="*/ 29 w 117"/>
                <a:gd name="T81" fmla="*/ 29 h 87"/>
                <a:gd name="T82" fmla="*/ 34 w 117"/>
                <a:gd name="T83" fmla="*/ 31 h 87"/>
                <a:gd name="T84" fmla="*/ 45 w 117"/>
                <a:gd name="T85" fmla="*/ 31 h 87"/>
                <a:gd name="T86" fmla="*/ 52 w 117"/>
                <a:gd name="T87" fmla="*/ 32 h 87"/>
                <a:gd name="T88" fmla="*/ 57 w 117"/>
                <a:gd name="T89" fmla="*/ 34 h 87"/>
                <a:gd name="T90" fmla="*/ 62 w 117"/>
                <a:gd name="T91" fmla="*/ 30 h 87"/>
                <a:gd name="T92" fmla="*/ 67 w 117"/>
                <a:gd name="T93" fmla="*/ 33 h 87"/>
                <a:gd name="T94" fmla="*/ 68 w 117"/>
                <a:gd name="T95" fmla="*/ 37 h 87"/>
                <a:gd name="T96" fmla="*/ 75 w 117"/>
                <a:gd name="T97" fmla="*/ 38 h 87"/>
                <a:gd name="T98" fmla="*/ 83 w 117"/>
                <a:gd name="T99" fmla="*/ 34 h 87"/>
                <a:gd name="T100" fmla="*/ 94 w 117"/>
                <a:gd name="T101" fmla="*/ 33 h 87"/>
                <a:gd name="T102" fmla="*/ 97 w 117"/>
                <a:gd name="T103" fmla="*/ 34 h 87"/>
                <a:gd name="T104" fmla="*/ 97 w 117"/>
                <a:gd name="T105" fmla="*/ 48 h 87"/>
                <a:gd name="T106" fmla="*/ 104 w 117"/>
                <a:gd name="T107" fmla="*/ 50 h 87"/>
                <a:gd name="T108" fmla="*/ 112 w 117"/>
                <a:gd name="T109" fmla="*/ 52 h 87"/>
                <a:gd name="T110" fmla="*/ 114 w 117"/>
                <a:gd name="T111" fmla="*/ 61 h 87"/>
                <a:gd name="T112" fmla="*/ 115 w 117"/>
                <a:gd name="T113" fmla="*/ 66 h 87"/>
                <a:gd name="T114" fmla="*/ 117 w 117"/>
                <a:gd name="T115" fmla="*/ 73 h 87"/>
                <a:gd name="T116" fmla="*/ 113 w 117"/>
                <a:gd name="T117" fmla="*/ 78 h 87"/>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7"/>
                <a:gd name="T178" fmla="*/ 0 h 87"/>
                <a:gd name="T179" fmla="*/ 117 w 117"/>
                <a:gd name="T180" fmla="*/ 87 h 87"/>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7" h="87">
                  <a:moveTo>
                    <a:pt x="113" y="78"/>
                  </a:moveTo>
                  <a:lnTo>
                    <a:pt x="108" y="76"/>
                  </a:lnTo>
                  <a:lnTo>
                    <a:pt x="105" y="76"/>
                  </a:lnTo>
                  <a:lnTo>
                    <a:pt x="103" y="74"/>
                  </a:lnTo>
                  <a:lnTo>
                    <a:pt x="99" y="77"/>
                  </a:lnTo>
                  <a:lnTo>
                    <a:pt x="93" y="78"/>
                  </a:lnTo>
                  <a:lnTo>
                    <a:pt x="92" y="77"/>
                  </a:lnTo>
                  <a:lnTo>
                    <a:pt x="93" y="76"/>
                  </a:lnTo>
                  <a:lnTo>
                    <a:pt x="91" y="75"/>
                  </a:lnTo>
                  <a:lnTo>
                    <a:pt x="86" y="75"/>
                  </a:lnTo>
                  <a:lnTo>
                    <a:pt x="81" y="78"/>
                  </a:lnTo>
                  <a:lnTo>
                    <a:pt x="77" y="83"/>
                  </a:lnTo>
                  <a:lnTo>
                    <a:pt x="73" y="83"/>
                  </a:lnTo>
                  <a:lnTo>
                    <a:pt x="68" y="87"/>
                  </a:lnTo>
                  <a:lnTo>
                    <a:pt x="65" y="87"/>
                  </a:lnTo>
                  <a:lnTo>
                    <a:pt x="62" y="87"/>
                  </a:lnTo>
                  <a:lnTo>
                    <a:pt x="62" y="86"/>
                  </a:lnTo>
                  <a:lnTo>
                    <a:pt x="61" y="83"/>
                  </a:lnTo>
                  <a:lnTo>
                    <a:pt x="59" y="79"/>
                  </a:lnTo>
                  <a:lnTo>
                    <a:pt x="61" y="74"/>
                  </a:lnTo>
                  <a:lnTo>
                    <a:pt x="61" y="68"/>
                  </a:lnTo>
                  <a:lnTo>
                    <a:pt x="62" y="66"/>
                  </a:lnTo>
                  <a:lnTo>
                    <a:pt x="60" y="64"/>
                  </a:lnTo>
                  <a:lnTo>
                    <a:pt x="57" y="65"/>
                  </a:lnTo>
                  <a:lnTo>
                    <a:pt x="58" y="59"/>
                  </a:lnTo>
                  <a:lnTo>
                    <a:pt x="54" y="55"/>
                  </a:lnTo>
                  <a:lnTo>
                    <a:pt x="53" y="55"/>
                  </a:lnTo>
                  <a:lnTo>
                    <a:pt x="50" y="55"/>
                  </a:lnTo>
                  <a:lnTo>
                    <a:pt x="48" y="56"/>
                  </a:lnTo>
                  <a:lnTo>
                    <a:pt x="47" y="60"/>
                  </a:lnTo>
                  <a:lnTo>
                    <a:pt x="44" y="63"/>
                  </a:lnTo>
                  <a:lnTo>
                    <a:pt x="44" y="67"/>
                  </a:lnTo>
                  <a:lnTo>
                    <a:pt x="44" y="69"/>
                  </a:lnTo>
                  <a:lnTo>
                    <a:pt x="42" y="71"/>
                  </a:lnTo>
                  <a:lnTo>
                    <a:pt x="39" y="73"/>
                  </a:lnTo>
                  <a:lnTo>
                    <a:pt x="38" y="73"/>
                  </a:lnTo>
                  <a:lnTo>
                    <a:pt x="34" y="71"/>
                  </a:lnTo>
                  <a:lnTo>
                    <a:pt x="32" y="72"/>
                  </a:lnTo>
                  <a:lnTo>
                    <a:pt x="32" y="73"/>
                  </a:lnTo>
                  <a:lnTo>
                    <a:pt x="32" y="76"/>
                  </a:lnTo>
                  <a:lnTo>
                    <a:pt x="30" y="79"/>
                  </a:lnTo>
                  <a:lnTo>
                    <a:pt x="28" y="80"/>
                  </a:lnTo>
                  <a:lnTo>
                    <a:pt x="25" y="80"/>
                  </a:lnTo>
                  <a:lnTo>
                    <a:pt x="21" y="78"/>
                  </a:lnTo>
                  <a:lnTo>
                    <a:pt x="18" y="78"/>
                  </a:lnTo>
                  <a:lnTo>
                    <a:pt x="15" y="81"/>
                  </a:lnTo>
                  <a:lnTo>
                    <a:pt x="10" y="84"/>
                  </a:lnTo>
                  <a:lnTo>
                    <a:pt x="7" y="85"/>
                  </a:lnTo>
                  <a:lnTo>
                    <a:pt x="5" y="85"/>
                  </a:lnTo>
                  <a:lnTo>
                    <a:pt x="4" y="84"/>
                  </a:lnTo>
                  <a:lnTo>
                    <a:pt x="4" y="83"/>
                  </a:lnTo>
                  <a:lnTo>
                    <a:pt x="7" y="76"/>
                  </a:lnTo>
                  <a:lnTo>
                    <a:pt x="6" y="72"/>
                  </a:lnTo>
                  <a:lnTo>
                    <a:pt x="9" y="69"/>
                  </a:lnTo>
                  <a:lnTo>
                    <a:pt x="11" y="65"/>
                  </a:lnTo>
                  <a:lnTo>
                    <a:pt x="15" y="61"/>
                  </a:lnTo>
                  <a:lnTo>
                    <a:pt x="16" y="59"/>
                  </a:lnTo>
                  <a:lnTo>
                    <a:pt x="15" y="57"/>
                  </a:lnTo>
                  <a:lnTo>
                    <a:pt x="11" y="54"/>
                  </a:lnTo>
                  <a:lnTo>
                    <a:pt x="11" y="50"/>
                  </a:lnTo>
                  <a:lnTo>
                    <a:pt x="11" y="46"/>
                  </a:lnTo>
                  <a:lnTo>
                    <a:pt x="12" y="44"/>
                  </a:lnTo>
                  <a:lnTo>
                    <a:pt x="11" y="42"/>
                  </a:lnTo>
                  <a:lnTo>
                    <a:pt x="8" y="42"/>
                  </a:lnTo>
                  <a:lnTo>
                    <a:pt x="5" y="42"/>
                  </a:lnTo>
                  <a:lnTo>
                    <a:pt x="4" y="40"/>
                  </a:lnTo>
                  <a:lnTo>
                    <a:pt x="2" y="39"/>
                  </a:lnTo>
                  <a:lnTo>
                    <a:pt x="0" y="36"/>
                  </a:lnTo>
                  <a:lnTo>
                    <a:pt x="1" y="32"/>
                  </a:lnTo>
                  <a:lnTo>
                    <a:pt x="4" y="29"/>
                  </a:lnTo>
                  <a:lnTo>
                    <a:pt x="8" y="30"/>
                  </a:lnTo>
                  <a:lnTo>
                    <a:pt x="16" y="31"/>
                  </a:lnTo>
                  <a:lnTo>
                    <a:pt x="18" y="30"/>
                  </a:lnTo>
                  <a:lnTo>
                    <a:pt x="18" y="26"/>
                  </a:lnTo>
                  <a:lnTo>
                    <a:pt x="20" y="24"/>
                  </a:lnTo>
                  <a:lnTo>
                    <a:pt x="21" y="24"/>
                  </a:lnTo>
                  <a:lnTo>
                    <a:pt x="22" y="21"/>
                  </a:lnTo>
                  <a:lnTo>
                    <a:pt x="23" y="21"/>
                  </a:lnTo>
                  <a:lnTo>
                    <a:pt x="25" y="20"/>
                  </a:lnTo>
                  <a:lnTo>
                    <a:pt x="24" y="19"/>
                  </a:lnTo>
                  <a:lnTo>
                    <a:pt x="20" y="20"/>
                  </a:lnTo>
                  <a:lnTo>
                    <a:pt x="18" y="18"/>
                  </a:lnTo>
                  <a:lnTo>
                    <a:pt x="22" y="18"/>
                  </a:lnTo>
                  <a:lnTo>
                    <a:pt x="26" y="17"/>
                  </a:lnTo>
                  <a:lnTo>
                    <a:pt x="29" y="18"/>
                  </a:lnTo>
                  <a:lnTo>
                    <a:pt x="30" y="16"/>
                  </a:lnTo>
                  <a:lnTo>
                    <a:pt x="30" y="13"/>
                  </a:lnTo>
                  <a:lnTo>
                    <a:pt x="29" y="10"/>
                  </a:lnTo>
                  <a:lnTo>
                    <a:pt x="31" y="8"/>
                  </a:lnTo>
                  <a:lnTo>
                    <a:pt x="31" y="5"/>
                  </a:lnTo>
                  <a:lnTo>
                    <a:pt x="33" y="5"/>
                  </a:lnTo>
                  <a:lnTo>
                    <a:pt x="34" y="7"/>
                  </a:lnTo>
                  <a:lnTo>
                    <a:pt x="36" y="9"/>
                  </a:lnTo>
                  <a:lnTo>
                    <a:pt x="38" y="8"/>
                  </a:lnTo>
                  <a:lnTo>
                    <a:pt x="43" y="6"/>
                  </a:lnTo>
                  <a:lnTo>
                    <a:pt x="46" y="2"/>
                  </a:lnTo>
                  <a:lnTo>
                    <a:pt x="47" y="0"/>
                  </a:lnTo>
                  <a:lnTo>
                    <a:pt x="50" y="4"/>
                  </a:lnTo>
                  <a:lnTo>
                    <a:pt x="52" y="6"/>
                  </a:lnTo>
                  <a:lnTo>
                    <a:pt x="51" y="8"/>
                  </a:lnTo>
                  <a:lnTo>
                    <a:pt x="48" y="11"/>
                  </a:lnTo>
                  <a:lnTo>
                    <a:pt x="46" y="12"/>
                  </a:lnTo>
                  <a:lnTo>
                    <a:pt x="47" y="14"/>
                  </a:lnTo>
                  <a:lnTo>
                    <a:pt x="49" y="15"/>
                  </a:lnTo>
                  <a:lnTo>
                    <a:pt x="50" y="17"/>
                  </a:lnTo>
                  <a:lnTo>
                    <a:pt x="53" y="17"/>
                  </a:lnTo>
                  <a:lnTo>
                    <a:pt x="56" y="17"/>
                  </a:lnTo>
                  <a:lnTo>
                    <a:pt x="53" y="18"/>
                  </a:lnTo>
                  <a:lnTo>
                    <a:pt x="50" y="20"/>
                  </a:lnTo>
                  <a:lnTo>
                    <a:pt x="50" y="23"/>
                  </a:lnTo>
                  <a:lnTo>
                    <a:pt x="49" y="23"/>
                  </a:lnTo>
                  <a:lnTo>
                    <a:pt x="48" y="21"/>
                  </a:lnTo>
                  <a:lnTo>
                    <a:pt x="45" y="19"/>
                  </a:lnTo>
                  <a:lnTo>
                    <a:pt x="41" y="18"/>
                  </a:lnTo>
                  <a:lnTo>
                    <a:pt x="34" y="20"/>
                  </a:lnTo>
                  <a:lnTo>
                    <a:pt x="33" y="20"/>
                  </a:lnTo>
                  <a:lnTo>
                    <a:pt x="32" y="22"/>
                  </a:lnTo>
                  <a:lnTo>
                    <a:pt x="33" y="24"/>
                  </a:lnTo>
                  <a:lnTo>
                    <a:pt x="32" y="24"/>
                  </a:lnTo>
                  <a:lnTo>
                    <a:pt x="31" y="23"/>
                  </a:lnTo>
                  <a:lnTo>
                    <a:pt x="29" y="24"/>
                  </a:lnTo>
                  <a:lnTo>
                    <a:pt x="29" y="26"/>
                  </a:lnTo>
                  <a:lnTo>
                    <a:pt x="29" y="29"/>
                  </a:lnTo>
                  <a:lnTo>
                    <a:pt x="30" y="30"/>
                  </a:lnTo>
                  <a:lnTo>
                    <a:pt x="31" y="31"/>
                  </a:lnTo>
                  <a:lnTo>
                    <a:pt x="34" y="31"/>
                  </a:lnTo>
                  <a:lnTo>
                    <a:pt x="39" y="31"/>
                  </a:lnTo>
                  <a:lnTo>
                    <a:pt x="44" y="31"/>
                  </a:lnTo>
                  <a:lnTo>
                    <a:pt x="45" y="31"/>
                  </a:lnTo>
                  <a:lnTo>
                    <a:pt x="48" y="30"/>
                  </a:lnTo>
                  <a:lnTo>
                    <a:pt x="51" y="31"/>
                  </a:lnTo>
                  <a:lnTo>
                    <a:pt x="52" y="32"/>
                  </a:lnTo>
                  <a:lnTo>
                    <a:pt x="52" y="34"/>
                  </a:lnTo>
                  <a:lnTo>
                    <a:pt x="55" y="35"/>
                  </a:lnTo>
                  <a:lnTo>
                    <a:pt x="57" y="34"/>
                  </a:lnTo>
                  <a:lnTo>
                    <a:pt x="57" y="32"/>
                  </a:lnTo>
                  <a:lnTo>
                    <a:pt x="60" y="32"/>
                  </a:lnTo>
                  <a:lnTo>
                    <a:pt x="62" y="30"/>
                  </a:lnTo>
                  <a:lnTo>
                    <a:pt x="64" y="31"/>
                  </a:lnTo>
                  <a:lnTo>
                    <a:pt x="64" y="32"/>
                  </a:lnTo>
                  <a:lnTo>
                    <a:pt x="67" y="33"/>
                  </a:lnTo>
                  <a:lnTo>
                    <a:pt x="68" y="35"/>
                  </a:lnTo>
                  <a:lnTo>
                    <a:pt x="68" y="37"/>
                  </a:lnTo>
                  <a:lnTo>
                    <a:pt x="71" y="35"/>
                  </a:lnTo>
                  <a:lnTo>
                    <a:pt x="73" y="35"/>
                  </a:lnTo>
                  <a:lnTo>
                    <a:pt x="75" y="38"/>
                  </a:lnTo>
                  <a:lnTo>
                    <a:pt x="76" y="38"/>
                  </a:lnTo>
                  <a:lnTo>
                    <a:pt x="77" y="36"/>
                  </a:lnTo>
                  <a:lnTo>
                    <a:pt x="83" y="34"/>
                  </a:lnTo>
                  <a:lnTo>
                    <a:pt x="88" y="35"/>
                  </a:lnTo>
                  <a:lnTo>
                    <a:pt x="92" y="35"/>
                  </a:lnTo>
                  <a:lnTo>
                    <a:pt x="94" y="33"/>
                  </a:lnTo>
                  <a:lnTo>
                    <a:pt x="96" y="32"/>
                  </a:lnTo>
                  <a:lnTo>
                    <a:pt x="97" y="33"/>
                  </a:lnTo>
                  <a:lnTo>
                    <a:pt x="97" y="34"/>
                  </a:lnTo>
                  <a:lnTo>
                    <a:pt x="98" y="43"/>
                  </a:lnTo>
                  <a:lnTo>
                    <a:pt x="96" y="45"/>
                  </a:lnTo>
                  <a:lnTo>
                    <a:pt x="97" y="48"/>
                  </a:lnTo>
                  <a:lnTo>
                    <a:pt x="99" y="52"/>
                  </a:lnTo>
                  <a:lnTo>
                    <a:pt x="102" y="51"/>
                  </a:lnTo>
                  <a:lnTo>
                    <a:pt x="104" y="50"/>
                  </a:lnTo>
                  <a:lnTo>
                    <a:pt x="106" y="50"/>
                  </a:lnTo>
                  <a:lnTo>
                    <a:pt x="110" y="51"/>
                  </a:lnTo>
                  <a:lnTo>
                    <a:pt x="112" y="52"/>
                  </a:lnTo>
                  <a:lnTo>
                    <a:pt x="114" y="56"/>
                  </a:lnTo>
                  <a:lnTo>
                    <a:pt x="114" y="59"/>
                  </a:lnTo>
                  <a:lnTo>
                    <a:pt x="114" y="61"/>
                  </a:lnTo>
                  <a:lnTo>
                    <a:pt x="115" y="61"/>
                  </a:lnTo>
                  <a:lnTo>
                    <a:pt x="116" y="62"/>
                  </a:lnTo>
                  <a:lnTo>
                    <a:pt x="115" y="66"/>
                  </a:lnTo>
                  <a:lnTo>
                    <a:pt x="117" y="68"/>
                  </a:lnTo>
                  <a:lnTo>
                    <a:pt x="116" y="71"/>
                  </a:lnTo>
                  <a:lnTo>
                    <a:pt x="117" y="73"/>
                  </a:lnTo>
                  <a:lnTo>
                    <a:pt x="116" y="74"/>
                  </a:lnTo>
                  <a:lnTo>
                    <a:pt x="115" y="77"/>
                  </a:lnTo>
                  <a:lnTo>
                    <a:pt x="113" y="78"/>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1" name="Freeform 20"/>
            <p:cNvSpPr>
              <a:spLocks/>
            </p:cNvSpPr>
            <p:nvPr/>
          </p:nvSpPr>
          <p:spPr bwMode="gray">
            <a:xfrm>
              <a:off x="4108450" y="3590926"/>
              <a:ext cx="185738" cy="138113"/>
            </a:xfrm>
            <a:custGeom>
              <a:avLst/>
              <a:gdLst>
                <a:gd name="T0" fmla="*/ 105 w 117"/>
                <a:gd name="T1" fmla="*/ 76 h 87"/>
                <a:gd name="T2" fmla="*/ 93 w 117"/>
                <a:gd name="T3" fmla="*/ 78 h 87"/>
                <a:gd name="T4" fmla="*/ 91 w 117"/>
                <a:gd name="T5" fmla="*/ 75 h 87"/>
                <a:gd name="T6" fmla="*/ 77 w 117"/>
                <a:gd name="T7" fmla="*/ 83 h 87"/>
                <a:gd name="T8" fmla="*/ 65 w 117"/>
                <a:gd name="T9" fmla="*/ 87 h 87"/>
                <a:gd name="T10" fmla="*/ 61 w 117"/>
                <a:gd name="T11" fmla="*/ 83 h 87"/>
                <a:gd name="T12" fmla="*/ 61 w 117"/>
                <a:gd name="T13" fmla="*/ 68 h 87"/>
                <a:gd name="T14" fmla="*/ 57 w 117"/>
                <a:gd name="T15" fmla="*/ 65 h 87"/>
                <a:gd name="T16" fmla="*/ 53 w 117"/>
                <a:gd name="T17" fmla="*/ 55 h 87"/>
                <a:gd name="T18" fmla="*/ 47 w 117"/>
                <a:gd name="T19" fmla="*/ 60 h 87"/>
                <a:gd name="T20" fmla="*/ 44 w 117"/>
                <a:gd name="T21" fmla="*/ 69 h 87"/>
                <a:gd name="T22" fmla="*/ 38 w 117"/>
                <a:gd name="T23" fmla="*/ 73 h 87"/>
                <a:gd name="T24" fmla="*/ 32 w 117"/>
                <a:gd name="T25" fmla="*/ 73 h 87"/>
                <a:gd name="T26" fmla="*/ 28 w 117"/>
                <a:gd name="T27" fmla="*/ 80 h 87"/>
                <a:gd name="T28" fmla="*/ 18 w 117"/>
                <a:gd name="T29" fmla="*/ 78 h 87"/>
                <a:gd name="T30" fmla="*/ 7 w 117"/>
                <a:gd name="T31" fmla="*/ 85 h 87"/>
                <a:gd name="T32" fmla="*/ 4 w 117"/>
                <a:gd name="T33" fmla="*/ 83 h 87"/>
                <a:gd name="T34" fmla="*/ 9 w 117"/>
                <a:gd name="T35" fmla="*/ 69 h 87"/>
                <a:gd name="T36" fmla="*/ 16 w 117"/>
                <a:gd name="T37" fmla="*/ 59 h 87"/>
                <a:gd name="T38" fmla="*/ 11 w 117"/>
                <a:gd name="T39" fmla="*/ 50 h 87"/>
                <a:gd name="T40" fmla="*/ 11 w 117"/>
                <a:gd name="T41" fmla="*/ 42 h 87"/>
                <a:gd name="T42" fmla="*/ 4 w 117"/>
                <a:gd name="T43" fmla="*/ 40 h 87"/>
                <a:gd name="T44" fmla="*/ 1 w 117"/>
                <a:gd name="T45" fmla="*/ 32 h 87"/>
                <a:gd name="T46" fmla="*/ 16 w 117"/>
                <a:gd name="T47" fmla="*/ 31 h 87"/>
                <a:gd name="T48" fmla="*/ 20 w 117"/>
                <a:gd name="T49" fmla="*/ 24 h 87"/>
                <a:gd name="T50" fmla="*/ 23 w 117"/>
                <a:gd name="T51" fmla="*/ 21 h 87"/>
                <a:gd name="T52" fmla="*/ 20 w 117"/>
                <a:gd name="T53" fmla="*/ 20 h 87"/>
                <a:gd name="T54" fmla="*/ 26 w 117"/>
                <a:gd name="T55" fmla="*/ 17 h 87"/>
                <a:gd name="T56" fmla="*/ 30 w 117"/>
                <a:gd name="T57" fmla="*/ 13 h 87"/>
                <a:gd name="T58" fmla="*/ 31 w 117"/>
                <a:gd name="T59" fmla="*/ 5 h 87"/>
                <a:gd name="T60" fmla="*/ 36 w 117"/>
                <a:gd name="T61" fmla="*/ 9 h 87"/>
                <a:gd name="T62" fmla="*/ 46 w 117"/>
                <a:gd name="T63" fmla="*/ 2 h 87"/>
                <a:gd name="T64" fmla="*/ 52 w 117"/>
                <a:gd name="T65" fmla="*/ 6 h 87"/>
                <a:gd name="T66" fmla="*/ 46 w 117"/>
                <a:gd name="T67" fmla="*/ 12 h 87"/>
                <a:gd name="T68" fmla="*/ 50 w 117"/>
                <a:gd name="T69" fmla="*/ 17 h 87"/>
                <a:gd name="T70" fmla="*/ 53 w 117"/>
                <a:gd name="T71" fmla="*/ 18 h 87"/>
                <a:gd name="T72" fmla="*/ 49 w 117"/>
                <a:gd name="T73" fmla="*/ 23 h 87"/>
                <a:gd name="T74" fmla="*/ 41 w 117"/>
                <a:gd name="T75" fmla="*/ 18 h 87"/>
                <a:gd name="T76" fmla="*/ 32 w 117"/>
                <a:gd name="T77" fmla="*/ 22 h 87"/>
                <a:gd name="T78" fmla="*/ 31 w 117"/>
                <a:gd name="T79" fmla="*/ 23 h 87"/>
                <a:gd name="T80" fmla="*/ 29 w 117"/>
                <a:gd name="T81" fmla="*/ 29 h 87"/>
                <a:gd name="T82" fmla="*/ 34 w 117"/>
                <a:gd name="T83" fmla="*/ 31 h 87"/>
                <a:gd name="T84" fmla="*/ 45 w 117"/>
                <a:gd name="T85" fmla="*/ 31 h 87"/>
                <a:gd name="T86" fmla="*/ 52 w 117"/>
                <a:gd name="T87" fmla="*/ 32 h 87"/>
                <a:gd name="T88" fmla="*/ 57 w 117"/>
                <a:gd name="T89" fmla="*/ 34 h 87"/>
                <a:gd name="T90" fmla="*/ 62 w 117"/>
                <a:gd name="T91" fmla="*/ 30 h 87"/>
                <a:gd name="T92" fmla="*/ 67 w 117"/>
                <a:gd name="T93" fmla="*/ 33 h 87"/>
                <a:gd name="T94" fmla="*/ 68 w 117"/>
                <a:gd name="T95" fmla="*/ 37 h 87"/>
                <a:gd name="T96" fmla="*/ 75 w 117"/>
                <a:gd name="T97" fmla="*/ 38 h 87"/>
                <a:gd name="T98" fmla="*/ 83 w 117"/>
                <a:gd name="T99" fmla="*/ 34 h 87"/>
                <a:gd name="T100" fmla="*/ 94 w 117"/>
                <a:gd name="T101" fmla="*/ 33 h 87"/>
                <a:gd name="T102" fmla="*/ 97 w 117"/>
                <a:gd name="T103" fmla="*/ 34 h 87"/>
                <a:gd name="T104" fmla="*/ 97 w 117"/>
                <a:gd name="T105" fmla="*/ 48 h 87"/>
                <a:gd name="T106" fmla="*/ 104 w 117"/>
                <a:gd name="T107" fmla="*/ 50 h 87"/>
                <a:gd name="T108" fmla="*/ 112 w 117"/>
                <a:gd name="T109" fmla="*/ 52 h 87"/>
                <a:gd name="T110" fmla="*/ 114 w 117"/>
                <a:gd name="T111" fmla="*/ 61 h 87"/>
                <a:gd name="T112" fmla="*/ 115 w 117"/>
                <a:gd name="T113" fmla="*/ 66 h 87"/>
                <a:gd name="T114" fmla="*/ 117 w 117"/>
                <a:gd name="T115" fmla="*/ 73 h 87"/>
                <a:gd name="T116" fmla="*/ 113 w 117"/>
                <a:gd name="T117" fmla="*/ 78 h 87"/>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7"/>
                <a:gd name="T178" fmla="*/ 0 h 87"/>
                <a:gd name="T179" fmla="*/ 117 w 117"/>
                <a:gd name="T180" fmla="*/ 87 h 87"/>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7" h="87">
                  <a:moveTo>
                    <a:pt x="113" y="78"/>
                  </a:moveTo>
                  <a:lnTo>
                    <a:pt x="108" y="76"/>
                  </a:lnTo>
                  <a:lnTo>
                    <a:pt x="105" y="76"/>
                  </a:lnTo>
                  <a:lnTo>
                    <a:pt x="103" y="74"/>
                  </a:lnTo>
                  <a:lnTo>
                    <a:pt x="99" y="77"/>
                  </a:lnTo>
                  <a:lnTo>
                    <a:pt x="93" y="78"/>
                  </a:lnTo>
                  <a:lnTo>
                    <a:pt x="92" y="77"/>
                  </a:lnTo>
                  <a:lnTo>
                    <a:pt x="93" y="76"/>
                  </a:lnTo>
                  <a:lnTo>
                    <a:pt x="91" y="75"/>
                  </a:lnTo>
                  <a:lnTo>
                    <a:pt x="86" y="75"/>
                  </a:lnTo>
                  <a:lnTo>
                    <a:pt x="81" y="78"/>
                  </a:lnTo>
                  <a:lnTo>
                    <a:pt x="77" y="83"/>
                  </a:lnTo>
                  <a:lnTo>
                    <a:pt x="73" y="83"/>
                  </a:lnTo>
                  <a:lnTo>
                    <a:pt x="68" y="87"/>
                  </a:lnTo>
                  <a:lnTo>
                    <a:pt x="65" y="87"/>
                  </a:lnTo>
                  <a:lnTo>
                    <a:pt x="62" y="87"/>
                  </a:lnTo>
                  <a:lnTo>
                    <a:pt x="62" y="86"/>
                  </a:lnTo>
                  <a:lnTo>
                    <a:pt x="61" y="83"/>
                  </a:lnTo>
                  <a:lnTo>
                    <a:pt x="59" y="79"/>
                  </a:lnTo>
                  <a:lnTo>
                    <a:pt x="61" y="74"/>
                  </a:lnTo>
                  <a:lnTo>
                    <a:pt x="61" y="68"/>
                  </a:lnTo>
                  <a:lnTo>
                    <a:pt x="62" y="66"/>
                  </a:lnTo>
                  <a:lnTo>
                    <a:pt x="60" y="64"/>
                  </a:lnTo>
                  <a:lnTo>
                    <a:pt x="57" y="65"/>
                  </a:lnTo>
                  <a:lnTo>
                    <a:pt x="58" y="59"/>
                  </a:lnTo>
                  <a:lnTo>
                    <a:pt x="54" y="55"/>
                  </a:lnTo>
                  <a:lnTo>
                    <a:pt x="53" y="55"/>
                  </a:lnTo>
                  <a:lnTo>
                    <a:pt x="50" y="55"/>
                  </a:lnTo>
                  <a:lnTo>
                    <a:pt x="48" y="56"/>
                  </a:lnTo>
                  <a:lnTo>
                    <a:pt x="47" y="60"/>
                  </a:lnTo>
                  <a:lnTo>
                    <a:pt x="44" y="63"/>
                  </a:lnTo>
                  <a:lnTo>
                    <a:pt x="44" y="67"/>
                  </a:lnTo>
                  <a:lnTo>
                    <a:pt x="44" y="69"/>
                  </a:lnTo>
                  <a:lnTo>
                    <a:pt x="42" y="71"/>
                  </a:lnTo>
                  <a:lnTo>
                    <a:pt x="39" y="73"/>
                  </a:lnTo>
                  <a:lnTo>
                    <a:pt x="38" y="73"/>
                  </a:lnTo>
                  <a:lnTo>
                    <a:pt x="34" y="71"/>
                  </a:lnTo>
                  <a:lnTo>
                    <a:pt x="32" y="72"/>
                  </a:lnTo>
                  <a:lnTo>
                    <a:pt x="32" y="73"/>
                  </a:lnTo>
                  <a:lnTo>
                    <a:pt x="32" y="76"/>
                  </a:lnTo>
                  <a:lnTo>
                    <a:pt x="30" y="79"/>
                  </a:lnTo>
                  <a:lnTo>
                    <a:pt x="28" y="80"/>
                  </a:lnTo>
                  <a:lnTo>
                    <a:pt x="25" y="80"/>
                  </a:lnTo>
                  <a:lnTo>
                    <a:pt x="21" y="78"/>
                  </a:lnTo>
                  <a:lnTo>
                    <a:pt x="18" y="78"/>
                  </a:lnTo>
                  <a:lnTo>
                    <a:pt x="15" y="81"/>
                  </a:lnTo>
                  <a:lnTo>
                    <a:pt x="10" y="84"/>
                  </a:lnTo>
                  <a:lnTo>
                    <a:pt x="7" y="85"/>
                  </a:lnTo>
                  <a:lnTo>
                    <a:pt x="5" y="85"/>
                  </a:lnTo>
                  <a:lnTo>
                    <a:pt x="4" y="84"/>
                  </a:lnTo>
                  <a:lnTo>
                    <a:pt x="4" y="83"/>
                  </a:lnTo>
                  <a:lnTo>
                    <a:pt x="7" y="76"/>
                  </a:lnTo>
                  <a:lnTo>
                    <a:pt x="6" y="72"/>
                  </a:lnTo>
                  <a:lnTo>
                    <a:pt x="9" y="69"/>
                  </a:lnTo>
                  <a:lnTo>
                    <a:pt x="11" y="65"/>
                  </a:lnTo>
                  <a:lnTo>
                    <a:pt x="15" y="61"/>
                  </a:lnTo>
                  <a:lnTo>
                    <a:pt x="16" y="59"/>
                  </a:lnTo>
                  <a:lnTo>
                    <a:pt x="15" y="57"/>
                  </a:lnTo>
                  <a:lnTo>
                    <a:pt x="11" y="54"/>
                  </a:lnTo>
                  <a:lnTo>
                    <a:pt x="11" y="50"/>
                  </a:lnTo>
                  <a:lnTo>
                    <a:pt x="11" y="46"/>
                  </a:lnTo>
                  <a:lnTo>
                    <a:pt x="12" y="44"/>
                  </a:lnTo>
                  <a:lnTo>
                    <a:pt x="11" y="42"/>
                  </a:lnTo>
                  <a:lnTo>
                    <a:pt x="8" y="42"/>
                  </a:lnTo>
                  <a:lnTo>
                    <a:pt x="5" y="42"/>
                  </a:lnTo>
                  <a:lnTo>
                    <a:pt x="4" y="40"/>
                  </a:lnTo>
                  <a:lnTo>
                    <a:pt x="2" y="39"/>
                  </a:lnTo>
                  <a:lnTo>
                    <a:pt x="0" y="36"/>
                  </a:lnTo>
                  <a:lnTo>
                    <a:pt x="1" y="32"/>
                  </a:lnTo>
                  <a:lnTo>
                    <a:pt x="4" y="29"/>
                  </a:lnTo>
                  <a:lnTo>
                    <a:pt x="8" y="30"/>
                  </a:lnTo>
                  <a:lnTo>
                    <a:pt x="16" y="31"/>
                  </a:lnTo>
                  <a:lnTo>
                    <a:pt x="18" y="30"/>
                  </a:lnTo>
                  <a:lnTo>
                    <a:pt x="18" y="26"/>
                  </a:lnTo>
                  <a:lnTo>
                    <a:pt x="20" y="24"/>
                  </a:lnTo>
                  <a:lnTo>
                    <a:pt x="21" y="24"/>
                  </a:lnTo>
                  <a:lnTo>
                    <a:pt x="22" y="21"/>
                  </a:lnTo>
                  <a:lnTo>
                    <a:pt x="23" y="21"/>
                  </a:lnTo>
                  <a:lnTo>
                    <a:pt x="25" y="20"/>
                  </a:lnTo>
                  <a:lnTo>
                    <a:pt x="24" y="19"/>
                  </a:lnTo>
                  <a:lnTo>
                    <a:pt x="20" y="20"/>
                  </a:lnTo>
                  <a:lnTo>
                    <a:pt x="18" y="18"/>
                  </a:lnTo>
                  <a:lnTo>
                    <a:pt x="22" y="18"/>
                  </a:lnTo>
                  <a:lnTo>
                    <a:pt x="26" y="17"/>
                  </a:lnTo>
                  <a:lnTo>
                    <a:pt x="29" y="18"/>
                  </a:lnTo>
                  <a:lnTo>
                    <a:pt x="30" y="16"/>
                  </a:lnTo>
                  <a:lnTo>
                    <a:pt x="30" y="13"/>
                  </a:lnTo>
                  <a:lnTo>
                    <a:pt x="29" y="10"/>
                  </a:lnTo>
                  <a:lnTo>
                    <a:pt x="31" y="8"/>
                  </a:lnTo>
                  <a:lnTo>
                    <a:pt x="31" y="5"/>
                  </a:lnTo>
                  <a:lnTo>
                    <a:pt x="33" y="5"/>
                  </a:lnTo>
                  <a:lnTo>
                    <a:pt x="34" y="7"/>
                  </a:lnTo>
                  <a:lnTo>
                    <a:pt x="36" y="9"/>
                  </a:lnTo>
                  <a:lnTo>
                    <a:pt x="38" y="8"/>
                  </a:lnTo>
                  <a:lnTo>
                    <a:pt x="43" y="6"/>
                  </a:lnTo>
                  <a:lnTo>
                    <a:pt x="46" y="2"/>
                  </a:lnTo>
                  <a:lnTo>
                    <a:pt x="47" y="0"/>
                  </a:lnTo>
                  <a:lnTo>
                    <a:pt x="50" y="4"/>
                  </a:lnTo>
                  <a:lnTo>
                    <a:pt x="52" y="6"/>
                  </a:lnTo>
                  <a:lnTo>
                    <a:pt x="51" y="8"/>
                  </a:lnTo>
                  <a:lnTo>
                    <a:pt x="48" y="11"/>
                  </a:lnTo>
                  <a:lnTo>
                    <a:pt x="46" y="12"/>
                  </a:lnTo>
                  <a:lnTo>
                    <a:pt x="47" y="14"/>
                  </a:lnTo>
                  <a:lnTo>
                    <a:pt x="49" y="15"/>
                  </a:lnTo>
                  <a:lnTo>
                    <a:pt x="50" y="17"/>
                  </a:lnTo>
                  <a:lnTo>
                    <a:pt x="53" y="17"/>
                  </a:lnTo>
                  <a:lnTo>
                    <a:pt x="56" y="17"/>
                  </a:lnTo>
                  <a:lnTo>
                    <a:pt x="53" y="18"/>
                  </a:lnTo>
                  <a:lnTo>
                    <a:pt x="50" y="20"/>
                  </a:lnTo>
                  <a:lnTo>
                    <a:pt x="50" y="23"/>
                  </a:lnTo>
                  <a:lnTo>
                    <a:pt x="49" y="23"/>
                  </a:lnTo>
                  <a:lnTo>
                    <a:pt x="48" y="21"/>
                  </a:lnTo>
                  <a:lnTo>
                    <a:pt x="45" y="19"/>
                  </a:lnTo>
                  <a:lnTo>
                    <a:pt x="41" y="18"/>
                  </a:lnTo>
                  <a:lnTo>
                    <a:pt x="34" y="20"/>
                  </a:lnTo>
                  <a:lnTo>
                    <a:pt x="33" y="20"/>
                  </a:lnTo>
                  <a:lnTo>
                    <a:pt x="32" y="22"/>
                  </a:lnTo>
                  <a:lnTo>
                    <a:pt x="33" y="24"/>
                  </a:lnTo>
                  <a:lnTo>
                    <a:pt x="32" y="24"/>
                  </a:lnTo>
                  <a:lnTo>
                    <a:pt x="31" y="23"/>
                  </a:lnTo>
                  <a:lnTo>
                    <a:pt x="29" y="24"/>
                  </a:lnTo>
                  <a:lnTo>
                    <a:pt x="29" y="26"/>
                  </a:lnTo>
                  <a:lnTo>
                    <a:pt x="29" y="29"/>
                  </a:lnTo>
                  <a:lnTo>
                    <a:pt x="30" y="30"/>
                  </a:lnTo>
                  <a:lnTo>
                    <a:pt x="31" y="31"/>
                  </a:lnTo>
                  <a:lnTo>
                    <a:pt x="34" y="31"/>
                  </a:lnTo>
                  <a:lnTo>
                    <a:pt x="39" y="31"/>
                  </a:lnTo>
                  <a:lnTo>
                    <a:pt x="44" y="31"/>
                  </a:lnTo>
                  <a:lnTo>
                    <a:pt x="45" y="31"/>
                  </a:lnTo>
                  <a:lnTo>
                    <a:pt x="48" y="30"/>
                  </a:lnTo>
                  <a:lnTo>
                    <a:pt x="51" y="31"/>
                  </a:lnTo>
                  <a:lnTo>
                    <a:pt x="52" y="32"/>
                  </a:lnTo>
                  <a:lnTo>
                    <a:pt x="52" y="34"/>
                  </a:lnTo>
                  <a:lnTo>
                    <a:pt x="55" y="35"/>
                  </a:lnTo>
                  <a:lnTo>
                    <a:pt x="57" y="34"/>
                  </a:lnTo>
                  <a:lnTo>
                    <a:pt x="57" y="32"/>
                  </a:lnTo>
                  <a:lnTo>
                    <a:pt x="60" y="32"/>
                  </a:lnTo>
                  <a:lnTo>
                    <a:pt x="62" y="30"/>
                  </a:lnTo>
                  <a:lnTo>
                    <a:pt x="64" y="31"/>
                  </a:lnTo>
                  <a:lnTo>
                    <a:pt x="64" y="32"/>
                  </a:lnTo>
                  <a:lnTo>
                    <a:pt x="67" y="33"/>
                  </a:lnTo>
                  <a:lnTo>
                    <a:pt x="68" y="35"/>
                  </a:lnTo>
                  <a:lnTo>
                    <a:pt x="68" y="37"/>
                  </a:lnTo>
                  <a:lnTo>
                    <a:pt x="71" y="35"/>
                  </a:lnTo>
                  <a:lnTo>
                    <a:pt x="73" y="35"/>
                  </a:lnTo>
                  <a:lnTo>
                    <a:pt x="75" y="38"/>
                  </a:lnTo>
                  <a:lnTo>
                    <a:pt x="76" y="38"/>
                  </a:lnTo>
                  <a:lnTo>
                    <a:pt x="77" y="36"/>
                  </a:lnTo>
                  <a:lnTo>
                    <a:pt x="83" y="34"/>
                  </a:lnTo>
                  <a:lnTo>
                    <a:pt x="88" y="35"/>
                  </a:lnTo>
                  <a:lnTo>
                    <a:pt x="92" y="35"/>
                  </a:lnTo>
                  <a:lnTo>
                    <a:pt x="94" y="33"/>
                  </a:lnTo>
                  <a:lnTo>
                    <a:pt x="96" y="32"/>
                  </a:lnTo>
                  <a:lnTo>
                    <a:pt x="97" y="33"/>
                  </a:lnTo>
                  <a:lnTo>
                    <a:pt x="97" y="34"/>
                  </a:lnTo>
                  <a:lnTo>
                    <a:pt x="98" y="43"/>
                  </a:lnTo>
                  <a:lnTo>
                    <a:pt x="96" y="45"/>
                  </a:lnTo>
                  <a:lnTo>
                    <a:pt x="97" y="48"/>
                  </a:lnTo>
                  <a:lnTo>
                    <a:pt x="99" y="52"/>
                  </a:lnTo>
                  <a:lnTo>
                    <a:pt x="102" y="51"/>
                  </a:lnTo>
                  <a:lnTo>
                    <a:pt x="104" y="50"/>
                  </a:lnTo>
                  <a:lnTo>
                    <a:pt x="106" y="50"/>
                  </a:lnTo>
                  <a:lnTo>
                    <a:pt x="110" y="51"/>
                  </a:lnTo>
                  <a:lnTo>
                    <a:pt x="112" y="52"/>
                  </a:lnTo>
                  <a:lnTo>
                    <a:pt x="114" y="56"/>
                  </a:lnTo>
                  <a:lnTo>
                    <a:pt x="114" y="59"/>
                  </a:lnTo>
                  <a:lnTo>
                    <a:pt x="114" y="61"/>
                  </a:lnTo>
                  <a:lnTo>
                    <a:pt x="115" y="61"/>
                  </a:lnTo>
                  <a:lnTo>
                    <a:pt x="116" y="62"/>
                  </a:lnTo>
                  <a:lnTo>
                    <a:pt x="115" y="66"/>
                  </a:lnTo>
                  <a:lnTo>
                    <a:pt x="117" y="68"/>
                  </a:lnTo>
                  <a:lnTo>
                    <a:pt x="116" y="71"/>
                  </a:lnTo>
                  <a:lnTo>
                    <a:pt x="117" y="73"/>
                  </a:lnTo>
                  <a:lnTo>
                    <a:pt x="116" y="74"/>
                  </a:lnTo>
                  <a:lnTo>
                    <a:pt x="115" y="77"/>
                  </a:lnTo>
                  <a:lnTo>
                    <a:pt x="113" y="78"/>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2" name="Freeform 21"/>
            <p:cNvSpPr>
              <a:spLocks/>
            </p:cNvSpPr>
            <p:nvPr/>
          </p:nvSpPr>
          <p:spPr bwMode="gray">
            <a:xfrm>
              <a:off x="3932238" y="3678238"/>
              <a:ext cx="355600" cy="268288"/>
            </a:xfrm>
            <a:custGeom>
              <a:avLst/>
              <a:gdLst>
                <a:gd name="T0" fmla="*/ 19 w 224"/>
                <a:gd name="T1" fmla="*/ 146 h 169"/>
                <a:gd name="T2" fmla="*/ 20 w 224"/>
                <a:gd name="T3" fmla="*/ 135 h 169"/>
                <a:gd name="T4" fmla="*/ 7 w 224"/>
                <a:gd name="T5" fmla="*/ 131 h 169"/>
                <a:gd name="T6" fmla="*/ 4 w 224"/>
                <a:gd name="T7" fmla="*/ 112 h 169"/>
                <a:gd name="T8" fmla="*/ 7 w 224"/>
                <a:gd name="T9" fmla="*/ 94 h 169"/>
                <a:gd name="T10" fmla="*/ 1 w 224"/>
                <a:gd name="T11" fmla="*/ 90 h 169"/>
                <a:gd name="T12" fmla="*/ 5 w 224"/>
                <a:gd name="T13" fmla="*/ 80 h 169"/>
                <a:gd name="T14" fmla="*/ 11 w 224"/>
                <a:gd name="T15" fmla="*/ 60 h 169"/>
                <a:gd name="T16" fmla="*/ 14 w 224"/>
                <a:gd name="T17" fmla="*/ 55 h 169"/>
                <a:gd name="T18" fmla="*/ 32 w 224"/>
                <a:gd name="T19" fmla="*/ 60 h 169"/>
                <a:gd name="T20" fmla="*/ 41 w 224"/>
                <a:gd name="T21" fmla="*/ 56 h 169"/>
                <a:gd name="T22" fmla="*/ 46 w 224"/>
                <a:gd name="T23" fmla="*/ 49 h 169"/>
                <a:gd name="T24" fmla="*/ 65 w 224"/>
                <a:gd name="T25" fmla="*/ 40 h 169"/>
                <a:gd name="T26" fmla="*/ 77 w 224"/>
                <a:gd name="T27" fmla="*/ 22 h 169"/>
                <a:gd name="T28" fmla="*/ 87 w 224"/>
                <a:gd name="T29" fmla="*/ 20 h 169"/>
                <a:gd name="T30" fmla="*/ 102 w 224"/>
                <a:gd name="T31" fmla="*/ 22 h 169"/>
                <a:gd name="T32" fmla="*/ 115 w 224"/>
                <a:gd name="T33" fmla="*/ 28 h 169"/>
                <a:gd name="T34" fmla="*/ 118 w 224"/>
                <a:gd name="T35" fmla="*/ 30 h 169"/>
                <a:gd name="T36" fmla="*/ 129 w 224"/>
                <a:gd name="T37" fmla="*/ 23 h 169"/>
                <a:gd name="T38" fmla="*/ 139 w 224"/>
                <a:gd name="T39" fmla="*/ 25 h 169"/>
                <a:gd name="T40" fmla="*/ 143 w 224"/>
                <a:gd name="T41" fmla="*/ 18 h 169"/>
                <a:gd name="T42" fmla="*/ 149 w 224"/>
                <a:gd name="T43" fmla="*/ 18 h 169"/>
                <a:gd name="T44" fmla="*/ 155 w 224"/>
                <a:gd name="T45" fmla="*/ 14 h 169"/>
                <a:gd name="T46" fmla="*/ 158 w 224"/>
                <a:gd name="T47" fmla="*/ 5 h 169"/>
                <a:gd name="T48" fmla="*/ 164 w 224"/>
                <a:gd name="T49" fmla="*/ 0 h 169"/>
                <a:gd name="T50" fmla="*/ 168 w 224"/>
                <a:gd name="T51" fmla="*/ 10 h 169"/>
                <a:gd name="T52" fmla="*/ 172 w 224"/>
                <a:gd name="T53" fmla="*/ 13 h 169"/>
                <a:gd name="T54" fmla="*/ 172 w 224"/>
                <a:gd name="T55" fmla="*/ 28 h 169"/>
                <a:gd name="T56" fmla="*/ 176 w 224"/>
                <a:gd name="T57" fmla="*/ 32 h 169"/>
                <a:gd name="T58" fmla="*/ 188 w 224"/>
                <a:gd name="T59" fmla="*/ 28 h 169"/>
                <a:gd name="T60" fmla="*/ 202 w 224"/>
                <a:gd name="T61" fmla="*/ 20 h 169"/>
                <a:gd name="T62" fmla="*/ 204 w 224"/>
                <a:gd name="T63" fmla="*/ 23 h 169"/>
                <a:gd name="T64" fmla="*/ 216 w 224"/>
                <a:gd name="T65" fmla="*/ 21 h 169"/>
                <a:gd name="T66" fmla="*/ 222 w 224"/>
                <a:gd name="T67" fmla="*/ 24 h 169"/>
                <a:gd name="T68" fmla="*/ 220 w 224"/>
                <a:gd name="T69" fmla="*/ 26 h 169"/>
                <a:gd name="T70" fmla="*/ 217 w 224"/>
                <a:gd name="T71" fmla="*/ 28 h 169"/>
                <a:gd name="T72" fmla="*/ 209 w 224"/>
                <a:gd name="T73" fmla="*/ 32 h 169"/>
                <a:gd name="T74" fmla="*/ 187 w 224"/>
                <a:gd name="T75" fmla="*/ 32 h 169"/>
                <a:gd name="T76" fmla="*/ 177 w 224"/>
                <a:gd name="T77" fmla="*/ 40 h 169"/>
                <a:gd name="T78" fmla="*/ 171 w 224"/>
                <a:gd name="T79" fmla="*/ 45 h 169"/>
                <a:gd name="T80" fmla="*/ 173 w 224"/>
                <a:gd name="T81" fmla="*/ 53 h 169"/>
                <a:gd name="T82" fmla="*/ 175 w 224"/>
                <a:gd name="T83" fmla="*/ 63 h 169"/>
                <a:gd name="T84" fmla="*/ 167 w 224"/>
                <a:gd name="T85" fmla="*/ 73 h 169"/>
                <a:gd name="T86" fmla="*/ 168 w 224"/>
                <a:gd name="T87" fmla="*/ 82 h 169"/>
                <a:gd name="T88" fmla="*/ 157 w 224"/>
                <a:gd name="T89" fmla="*/ 86 h 169"/>
                <a:gd name="T90" fmla="*/ 150 w 224"/>
                <a:gd name="T91" fmla="*/ 89 h 169"/>
                <a:gd name="T92" fmla="*/ 154 w 224"/>
                <a:gd name="T93" fmla="*/ 98 h 169"/>
                <a:gd name="T94" fmla="*/ 147 w 224"/>
                <a:gd name="T95" fmla="*/ 101 h 169"/>
                <a:gd name="T96" fmla="*/ 141 w 224"/>
                <a:gd name="T97" fmla="*/ 107 h 169"/>
                <a:gd name="T98" fmla="*/ 137 w 224"/>
                <a:gd name="T99" fmla="*/ 125 h 169"/>
                <a:gd name="T100" fmla="*/ 126 w 224"/>
                <a:gd name="T101" fmla="*/ 126 h 169"/>
                <a:gd name="T102" fmla="*/ 116 w 224"/>
                <a:gd name="T103" fmla="*/ 130 h 169"/>
                <a:gd name="T104" fmla="*/ 108 w 224"/>
                <a:gd name="T105" fmla="*/ 136 h 169"/>
                <a:gd name="T106" fmla="*/ 98 w 224"/>
                <a:gd name="T107" fmla="*/ 140 h 169"/>
                <a:gd name="T108" fmla="*/ 92 w 224"/>
                <a:gd name="T109" fmla="*/ 152 h 169"/>
                <a:gd name="T110" fmla="*/ 89 w 224"/>
                <a:gd name="T111" fmla="*/ 163 h 169"/>
                <a:gd name="T112" fmla="*/ 66 w 224"/>
                <a:gd name="T113" fmla="*/ 168 h 169"/>
                <a:gd name="T114" fmla="*/ 48 w 224"/>
                <a:gd name="T115" fmla="*/ 168 h 169"/>
                <a:gd name="T116" fmla="*/ 31 w 224"/>
                <a:gd name="T117" fmla="*/ 169 h 169"/>
                <a:gd name="T118" fmla="*/ 13 w 224"/>
                <a:gd name="T119" fmla="*/ 164 h 16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24"/>
                <a:gd name="T181" fmla="*/ 0 h 169"/>
                <a:gd name="T182" fmla="*/ 224 w 224"/>
                <a:gd name="T183" fmla="*/ 169 h 16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24" h="169">
                  <a:moveTo>
                    <a:pt x="7" y="161"/>
                  </a:moveTo>
                  <a:lnTo>
                    <a:pt x="12" y="152"/>
                  </a:lnTo>
                  <a:lnTo>
                    <a:pt x="19" y="146"/>
                  </a:lnTo>
                  <a:lnTo>
                    <a:pt x="22" y="142"/>
                  </a:lnTo>
                  <a:lnTo>
                    <a:pt x="21" y="138"/>
                  </a:lnTo>
                  <a:lnTo>
                    <a:pt x="20" y="135"/>
                  </a:lnTo>
                  <a:lnTo>
                    <a:pt x="17" y="134"/>
                  </a:lnTo>
                  <a:lnTo>
                    <a:pt x="9" y="132"/>
                  </a:lnTo>
                  <a:lnTo>
                    <a:pt x="7" y="131"/>
                  </a:lnTo>
                  <a:lnTo>
                    <a:pt x="6" y="129"/>
                  </a:lnTo>
                  <a:lnTo>
                    <a:pt x="5" y="123"/>
                  </a:lnTo>
                  <a:lnTo>
                    <a:pt x="4" y="112"/>
                  </a:lnTo>
                  <a:lnTo>
                    <a:pt x="2" y="103"/>
                  </a:lnTo>
                  <a:lnTo>
                    <a:pt x="2" y="102"/>
                  </a:lnTo>
                  <a:lnTo>
                    <a:pt x="7" y="94"/>
                  </a:lnTo>
                  <a:lnTo>
                    <a:pt x="7" y="92"/>
                  </a:lnTo>
                  <a:lnTo>
                    <a:pt x="2" y="90"/>
                  </a:lnTo>
                  <a:lnTo>
                    <a:pt x="1" y="90"/>
                  </a:lnTo>
                  <a:lnTo>
                    <a:pt x="0" y="84"/>
                  </a:lnTo>
                  <a:lnTo>
                    <a:pt x="0" y="83"/>
                  </a:lnTo>
                  <a:lnTo>
                    <a:pt x="5" y="80"/>
                  </a:lnTo>
                  <a:lnTo>
                    <a:pt x="6" y="77"/>
                  </a:lnTo>
                  <a:lnTo>
                    <a:pt x="9" y="66"/>
                  </a:lnTo>
                  <a:lnTo>
                    <a:pt x="11" y="60"/>
                  </a:lnTo>
                  <a:lnTo>
                    <a:pt x="12" y="57"/>
                  </a:lnTo>
                  <a:lnTo>
                    <a:pt x="13" y="54"/>
                  </a:lnTo>
                  <a:lnTo>
                    <a:pt x="14" y="55"/>
                  </a:lnTo>
                  <a:lnTo>
                    <a:pt x="21" y="57"/>
                  </a:lnTo>
                  <a:lnTo>
                    <a:pt x="28" y="60"/>
                  </a:lnTo>
                  <a:lnTo>
                    <a:pt x="32" y="60"/>
                  </a:lnTo>
                  <a:lnTo>
                    <a:pt x="36" y="60"/>
                  </a:lnTo>
                  <a:lnTo>
                    <a:pt x="40" y="58"/>
                  </a:lnTo>
                  <a:lnTo>
                    <a:pt x="41" y="56"/>
                  </a:lnTo>
                  <a:lnTo>
                    <a:pt x="41" y="52"/>
                  </a:lnTo>
                  <a:lnTo>
                    <a:pt x="42" y="50"/>
                  </a:lnTo>
                  <a:lnTo>
                    <a:pt x="46" y="49"/>
                  </a:lnTo>
                  <a:lnTo>
                    <a:pt x="60" y="43"/>
                  </a:lnTo>
                  <a:lnTo>
                    <a:pt x="64" y="41"/>
                  </a:lnTo>
                  <a:lnTo>
                    <a:pt x="65" y="40"/>
                  </a:lnTo>
                  <a:lnTo>
                    <a:pt x="66" y="31"/>
                  </a:lnTo>
                  <a:lnTo>
                    <a:pt x="69" y="24"/>
                  </a:lnTo>
                  <a:lnTo>
                    <a:pt x="77" y="22"/>
                  </a:lnTo>
                  <a:lnTo>
                    <a:pt x="80" y="20"/>
                  </a:lnTo>
                  <a:lnTo>
                    <a:pt x="83" y="17"/>
                  </a:lnTo>
                  <a:lnTo>
                    <a:pt x="87" y="20"/>
                  </a:lnTo>
                  <a:lnTo>
                    <a:pt x="97" y="22"/>
                  </a:lnTo>
                  <a:lnTo>
                    <a:pt x="98" y="22"/>
                  </a:lnTo>
                  <a:lnTo>
                    <a:pt x="102" y="22"/>
                  </a:lnTo>
                  <a:lnTo>
                    <a:pt x="111" y="23"/>
                  </a:lnTo>
                  <a:lnTo>
                    <a:pt x="113" y="24"/>
                  </a:lnTo>
                  <a:lnTo>
                    <a:pt x="115" y="28"/>
                  </a:lnTo>
                  <a:lnTo>
                    <a:pt x="115" y="29"/>
                  </a:lnTo>
                  <a:lnTo>
                    <a:pt x="116" y="30"/>
                  </a:lnTo>
                  <a:lnTo>
                    <a:pt x="118" y="30"/>
                  </a:lnTo>
                  <a:lnTo>
                    <a:pt x="121" y="29"/>
                  </a:lnTo>
                  <a:lnTo>
                    <a:pt x="126" y="26"/>
                  </a:lnTo>
                  <a:lnTo>
                    <a:pt x="129" y="23"/>
                  </a:lnTo>
                  <a:lnTo>
                    <a:pt x="132" y="23"/>
                  </a:lnTo>
                  <a:lnTo>
                    <a:pt x="136" y="25"/>
                  </a:lnTo>
                  <a:lnTo>
                    <a:pt x="139" y="25"/>
                  </a:lnTo>
                  <a:lnTo>
                    <a:pt x="141" y="24"/>
                  </a:lnTo>
                  <a:lnTo>
                    <a:pt x="143" y="21"/>
                  </a:lnTo>
                  <a:lnTo>
                    <a:pt x="143" y="18"/>
                  </a:lnTo>
                  <a:lnTo>
                    <a:pt x="143" y="17"/>
                  </a:lnTo>
                  <a:lnTo>
                    <a:pt x="145" y="16"/>
                  </a:lnTo>
                  <a:lnTo>
                    <a:pt x="149" y="18"/>
                  </a:lnTo>
                  <a:lnTo>
                    <a:pt x="150" y="18"/>
                  </a:lnTo>
                  <a:lnTo>
                    <a:pt x="153" y="16"/>
                  </a:lnTo>
                  <a:lnTo>
                    <a:pt x="155" y="14"/>
                  </a:lnTo>
                  <a:lnTo>
                    <a:pt x="155" y="12"/>
                  </a:lnTo>
                  <a:lnTo>
                    <a:pt x="155" y="8"/>
                  </a:lnTo>
                  <a:lnTo>
                    <a:pt x="158" y="5"/>
                  </a:lnTo>
                  <a:lnTo>
                    <a:pt x="159" y="1"/>
                  </a:lnTo>
                  <a:lnTo>
                    <a:pt x="161" y="0"/>
                  </a:lnTo>
                  <a:lnTo>
                    <a:pt x="164" y="0"/>
                  </a:lnTo>
                  <a:lnTo>
                    <a:pt x="165" y="0"/>
                  </a:lnTo>
                  <a:lnTo>
                    <a:pt x="169" y="4"/>
                  </a:lnTo>
                  <a:lnTo>
                    <a:pt x="168" y="10"/>
                  </a:lnTo>
                  <a:lnTo>
                    <a:pt x="171" y="9"/>
                  </a:lnTo>
                  <a:lnTo>
                    <a:pt x="173" y="11"/>
                  </a:lnTo>
                  <a:lnTo>
                    <a:pt x="172" y="13"/>
                  </a:lnTo>
                  <a:lnTo>
                    <a:pt x="172" y="19"/>
                  </a:lnTo>
                  <a:lnTo>
                    <a:pt x="170" y="24"/>
                  </a:lnTo>
                  <a:lnTo>
                    <a:pt x="172" y="28"/>
                  </a:lnTo>
                  <a:lnTo>
                    <a:pt x="173" y="31"/>
                  </a:lnTo>
                  <a:lnTo>
                    <a:pt x="173" y="32"/>
                  </a:lnTo>
                  <a:lnTo>
                    <a:pt x="176" y="32"/>
                  </a:lnTo>
                  <a:lnTo>
                    <a:pt x="179" y="32"/>
                  </a:lnTo>
                  <a:lnTo>
                    <a:pt x="184" y="28"/>
                  </a:lnTo>
                  <a:lnTo>
                    <a:pt x="188" y="28"/>
                  </a:lnTo>
                  <a:lnTo>
                    <a:pt x="192" y="23"/>
                  </a:lnTo>
                  <a:lnTo>
                    <a:pt x="197" y="20"/>
                  </a:lnTo>
                  <a:lnTo>
                    <a:pt x="202" y="20"/>
                  </a:lnTo>
                  <a:lnTo>
                    <a:pt x="204" y="21"/>
                  </a:lnTo>
                  <a:lnTo>
                    <a:pt x="203" y="22"/>
                  </a:lnTo>
                  <a:lnTo>
                    <a:pt x="204" y="23"/>
                  </a:lnTo>
                  <a:lnTo>
                    <a:pt x="210" y="22"/>
                  </a:lnTo>
                  <a:lnTo>
                    <a:pt x="214" y="19"/>
                  </a:lnTo>
                  <a:lnTo>
                    <a:pt x="216" y="21"/>
                  </a:lnTo>
                  <a:lnTo>
                    <a:pt x="219" y="21"/>
                  </a:lnTo>
                  <a:lnTo>
                    <a:pt x="224" y="23"/>
                  </a:lnTo>
                  <a:lnTo>
                    <a:pt x="222" y="24"/>
                  </a:lnTo>
                  <a:lnTo>
                    <a:pt x="218" y="24"/>
                  </a:lnTo>
                  <a:lnTo>
                    <a:pt x="219" y="26"/>
                  </a:lnTo>
                  <a:lnTo>
                    <a:pt x="220" y="26"/>
                  </a:lnTo>
                  <a:lnTo>
                    <a:pt x="220" y="27"/>
                  </a:lnTo>
                  <a:lnTo>
                    <a:pt x="219" y="28"/>
                  </a:lnTo>
                  <a:lnTo>
                    <a:pt x="217" y="28"/>
                  </a:lnTo>
                  <a:lnTo>
                    <a:pt x="214" y="30"/>
                  </a:lnTo>
                  <a:lnTo>
                    <a:pt x="211" y="30"/>
                  </a:lnTo>
                  <a:lnTo>
                    <a:pt x="209" y="32"/>
                  </a:lnTo>
                  <a:lnTo>
                    <a:pt x="204" y="31"/>
                  </a:lnTo>
                  <a:lnTo>
                    <a:pt x="195" y="31"/>
                  </a:lnTo>
                  <a:lnTo>
                    <a:pt x="187" y="32"/>
                  </a:lnTo>
                  <a:lnTo>
                    <a:pt x="183" y="35"/>
                  </a:lnTo>
                  <a:lnTo>
                    <a:pt x="181" y="37"/>
                  </a:lnTo>
                  <a:lnTo>
                    <a:pt x="177" y="40"/>
                  </a:lnTo>
                  <a:lnTo>
                    <a:pt x="175" y="40"/>
                  </a:lnTo>
                  <a:lnTo>
                    <a:pt x="173" y="42"/>
                  </a:lnTo>
                  <a:lnTo>
                    <a:pt x="171" y="45"/>
                  </a:lnTo>
                  <a:lnTo>
                    <a:pt x="171" y="48"/>
                  </a:lnTo>
                  <a:lnTo>
                    <a:pt x="173" y="50"/>
                  </a:lnTo>
                  <a:lnTo>
                    <a:pt x="173" y="53"/>
                  </a:lnTo>
                  <a:lnTo>
                    <a:pt x="175" y="55"/>
                  </a:lnTo>
                  <a:lnTo>
                    <a:pt x="174" y="59"/>
                  </a:lnTo>
                  <a:lnTo>
                    <a:pt x="175" y="63"/>
                  </a:lnTo>
                  <a:lnTo>
                    <a:pt x="173" y="67"/>
                  </a:lnTo>
                  <a:lnTo>
                    <a:pt x="170" y="70"/>
                  </a:lnTo>
                  <a:lnTo>
                    <a:pt x="167" y="73"/>
                  </a:lnTo>
                  <a:lnTo>
                    <a:pt x="166" y="75"/>
                  </a:lnTo>
                  <a:lnTo>
                    <a:pt x="168" y="79"/>
                  </a:lnTo>
                  <a:lnTo>
                    <a:pt x="168" y="82"/>
                  </a:lnTo>
                  <a:lnTo>
                    <a:pt x="166" y="84"/>
                  </a:lnTo>
                  <a:lnTo>
                    <a:pt x="162" y="86"/>
                  </a:lnTo>
                  <a:lnTo>
                    <a:pt x="157" y="86"/>
                  </a:lnTo>
                  <a:lnTo>
                    <a:pt x="150" y="84"/>
                  </a:lnTo>
                  <a:lnTo>
                    <a:pt x="148" y="86"/>
                  </a:lnTo>
                  <a:lnTo>
                    <a:pt x="150" y="89"/>
                  </a:lnTo>
                  <a:lnTo>
                    <a:pt x="153" y="92"/>
                  </a:lnTo>
                  <a:lnTo>
                    <a:pt x="154" y="94"/>
                  </a:lnTo>
                  <a:lnTo>
                    <a:pt x="154" y="98"/>
                  </a:lnTo>
                  <a:lnTo>
                    <a:pt x="153" y="100"/>
                  </a:lnTo>
                  <a:lnTo>
                    <a:pt x="151" y="101"/>
                  </a:lnTo>
                  <a:lnTo>
                    <a:pt x="147" y="101"/>
                  </a:lnTo>
                  <a:lnTo>
                    <a:pt x="144" y="102"/>
                  </a:lnTo>
                  <a:lnTo>
                    <a:pt x="142" y="104"/>
                  </a:lnTo>
                  <a:lnTo>
                    <a:pt x="141" y="107"/>
                  </a:lnTo>
                  <a:lnTo>
                    <a:pt x="139" y="115"/>
                  </a:lnTo>
                  <a:lnTo>
                    <a:pt x="138" y="125"/>
                  </a:lnTo>
                  <a:lnTo>
                    <a:pt x="137" y="125"/>
                  </a:lnTo>
                  <a:lnTo>
                    <a:pt x="135" y="128"/>
                  </a:lnTo>
                  <a:lnTo>
                    <a:pt x="133" y="129"/>
                  </a:lnTo>
                  <a:lnTo>
                    <a:pt x="126" y="126"/>
                  </a:lnTo>
                  <a:lnTo>
                    <a:pt x="122" y="126"/>
                  </a:lnTo>
                  <a:lnTo>
                    <a:pt x="118" y="128"/>
                  </a:lnTo>
                  <a:lnTo>
                    <a:pt x="116" y="130"/>
                  </a:lnTo>
                  <a:lnTo>
                    <a:pt x="113" y="136"/>
                  </a:lnTo>
                  <a:lnTo>
                    <a:pt x="112" y="136"/>
                  </a:lnTo>
                  <a:lnTo>
                    <a:pt x="108" y="136"/>
                  </a:lnTo>
                  <a:lnTo>
                    <a:pt x="104" y="136"/>
                  </a:lnTo>
                  <a:lnTo>
                    <a:pt x="102" y="136"/>
                  </a:lnTo>
                  <a:lnTo>
                    <a:pt x="98" y="140"/>
                  </a:lnTo>
                  <a:lnTo>
                    <a:pt x="95" y="143"/>
                  </a:lnTo>
                  <a:lnTo>
                    <a:pt x="93" y="146"/>
                  </a:lnTo>
                  <a:lnTo>
                    <a:pt x="92" y="152"/>
                  </a:lnTo>
                  <a:lnTo>
                    <a:pt x="91" y="160"/>
                  </a:lnTo>
                  <a:lnTo>
                    <a:pt x="91" y="162"/>
                  </a:lnTo>
                  <a:lnTo>
                    <a:pt x="89" y="163"/>
                  </a:lnTo>
                  <a:lnTo>
                    <a:pt x="81" y="165"/>
                  </a:lnTo>
                  <a:lnTo>
                    <a:pt x="73" y="166"/>
                  </a:lnTo>
                  <a:lnTo>
                    <a:pt x="66" y="168"/>
                  </a:lnTo>
                  <a:lnTo>
                    <a:pt x="57" y="169"/>
                  </a:lnTo>
                  <a:lnTo>
                    <a:pt x="51" y="168"/>
                  </a:lnTo>
                  <a:lnTo>
                    <a:pt x="48" y="168"/>
                  </a:lnTo>
                  <a:lnTo>
                    <a:pt x="40" y="169"/>
                  </a:lnTo>
                  <a:lnTo>
                    <a:pt x="35" y="169"/>
                  </a:lnTo>
                  <a:lnTo>
                    <a:pt x="31" y="169"/>
                  </a:lnTo>
                  <a:lnTo>
                    <a:pt x="25" y="167"/>
                  </a:lnTo>
                  <a:lnTo>
                    <a:pt x="17" y="165"/>
                  </a:lnTo>
                  <a:lnTo>
                    <a:pt x="13" y="164"/>
                  </a:lnTo>
                  <a:lnTo>
                    <a:pt x="7" y="16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3" name="Freeform 22"/>
            <p:cNvSpPr>
              <a:spLocks/>
            </p:cNvSpPr>
            <p:nvPr/>
          </p:nvSpPr>
          <p:spPr bwMode="gray">
            <a:xfrm>
              <a:off x="3932238" y="3678238"/>
              <a:ext cx="355600" cy="268288"/>
            </a:xfrm>
            <a:custGeom>
              <a:avLst/>
              <a:gdLst>
                <a:gd name="T0" fmla="*/ 19 w 224"/>
                <a:gd name="T1" fmla="*/ 146 h 169"/>
                <a:gd name="T2" fmla="*/ 20 w 224"/>
                <a:gd name="T3" fmla="*/ 135 h 169"/>
                <a:gd name="T4" fmla="*/ 7 w 224"/>
                <a:gd name="T5" fmla="*/ 131 h 169"/>
                <a:gd name="T6" fmla="*/ 4 w 224"/>
                <a:gd name="T7" fmla="*/ 112 h 169"/>
                <a:gd name="T8" fmla="*/ 7 w 224"/>
                <a:gd name="T9" fmla="*/ 94 h 169"/>
                <a:gd name="T10" fmla="*/ 1 w 224"/>
                <a:gd name="T11" fmla="*/ 90 h 169"/>
                <a:gd name="T12" fmla="*/ 5 w 224"/>
                <a:gd name="T13" fmla="*/ 80 h 169"/>
                <a:gd name="T14" fmla="*/ 11 w 224"/>
                <a:gd name="T15" fmla="*/ 60 h 169"/>
                <a:gd name="T16" fmla="*/ 14 w 224"/>
                <a:gd name="T17" fmla="*/ 55 h 169"/>
                <a:gd name="T18" fmla="*/ 32 w 224"/>
                <a:gd name="T19" fmla="*/ 60 h 169"/>
                <a:gd name="T20" fmla="*/ 41 w 224"/>
                <a:gd name="T21" fmla="*/ 56 h 169"/>
                <a:gd name="T22" fmla="*/ 46 w 224"/>
                <a:gd name="T23" fmla="*/ 49 h 169"/>
                <a:gd name="T24" fmla="*/ 65 w 224"/>
                <a:gd name="T25" fmla="*/ 40 h 169"/>
                <a:gd name="T26" fmla="*/ 77 w 224"/>
                <a:gd name="T27" fmla="*/ 22 h 169"/>
                <a:gd name="T28" fmla="*/ 87 w 224"/>
                <a:gd name="T29" fmla="*/ 20 h 169"/>
                <a:gd name="T30" fmla="*/ 102 w 224"/>
                <a:gd name="T31" fmla="*/ 22 h 169"/>
                <a:gd name="T32" fmla="*/ 115 w 224"/>
                <a:gd name="T33" fmla="*/ 28 h 169"/>
                <a:gd name="T34" fmla="*/ 118 w 224"/>
                <a:gd name="T35" fmla="*/ 30 h 169"/>
                <a:gd name="T36" fmla="*/ 129 w 224"/>
                <a:gd name="T37" fmla="*/ 23 h 169"/>
                <a:gd name="T38" fmla="*/ 139 w 224"/>
                <a:gd name="T39" fmla="*/ 25 h 169"/>
                <a:gd name="T40" fmla="*/ 143 w 224"/>
                <a:gd name="T41" fmla="*/ 18 h 169"/>
                <a:gd name="T42" fmla="*/ 149 w 224"/>
                <a:gd name="T43" fmla="*/ 18 h 169"/>
                <a:gd name="T44" fmla="*/ 155 w 224"/>
                <a:gd name="T45" fmla="*/ 14 h 169"/>
                <a:gd name="T46" fmla="*/ 158 w 224"/>
                <a:gd name="T47" fmla="*/ 5 h 169"/>
                <a:gd name="T48" fmla="*/ 164 w 224"/>
                <a:gd name="T49" fmla="*/ 0 h 169"/>
                <a:gd name="T50" fmla="*/ 168 w 224"/>
                <a:gd name="T51" fmla="*/ 10 h 169"/>
                <a:gd name="T52" fmla="*/ 172 w 224"/>
                <a:gd name="T53" fmla="*/ 13 h 169"/>
                <a:gd name="T54" fmla="*/ 172 w 224"/>
                <a:gd name="T55" fmla="*/ 28 h 169"/>
                <a:gd name="T56" fmla="*/ 176 w 224"/>
                <a:gd name="T57" fmla="*/ 32 h 169"/>
                <a:gd name="T58" fmla="*/ 188 w 224"/>
                <a:gd name="T59" fmla="*/ 28 h 169"/>
                <a:gd name="T60" fmla="*/ 202 w 224"/>
                <a:gd name="T61" fmla="*/ 20 h 169"/>
                <a:gd name="T62" fmla="*/ 204 w 224"/>
                <a:gd name="T63" fmla="*/ 23 h 169"/>
                <a:gd name="T64" fmla="*/ 216 w 224"/>
                <a:gd name="T65" fmla="*/ 21 h 169"/>
                <a:gd name="T66" fmla="*/ 222 w 224"/>
                <a:gd name="T67" fmla="*/ 24 h 169"/>
                <a:gd name="T68" fmla="*/ 220 w 224"/>
                <a:gd name="T69" fmla="*/ 26 h 169"/>
                <a:gd name="T70" fmla="*/ 217 w 224"/>
                <a:gd name="T71" fmla="*/ 28 h 169"/>
                <a:gd name="T72" fmla="*/ 209 w 224"/>
                <a:gd name="T73" fmla="*/ 32 h 169"/>
                <a:gd name="T74" fmla="*/ 187 w 224"/>
                <a:gd name="T75" fmla="*/ 32 h 169"/>
                <a:gd name="T76" fmla="*/ 177 w 224"/>
                <a:gd name="T77" fmla="*/ 40 h 169"/>
                <a:gd name="T78" fmla="*/ 171 w 224"/>
                <a:gd name="T79" fmla="*/ 45 h 169"/>
                <a:gd name="T80" fmla="*/ 173 w 224"/>
                <a:gd name="T81" fmla="*/ 53 h 169"/>
                <a:gd name="T82" fmla="*/ 175 w 224"/>
                <a:gd name="T83" fmla="*/ 63 h 169"/>
                <a:gd name="T84" fmla="*/ 167 w 224"/>
                <a:gd name="T85" fmla="*/ 73 h 169"/>
                <a:gd name="T86" fmla="*/ 168 w 224"/>
                <a:gd name="T87" fmla="*/ 82 h 169"/>
                <a:gd name="T88" fmla="*/ 157 w 224"/>
                <a:gd name="T89" fmla="*/ 86 h 169"/>
                <a:gd name="T90" fmla="*/ 150 w 224"/>
                <a:gd name="T91" fmla="*/ 89 h 169"/>
                <a:gd name="T92" fmla="*/ 154 w 224"/>
                <a:gd name="T93" fmla="*/ 98 h 169"/>
                <a:gd name="T94" fmla="*/ 147 w 224"/>
                <a:gd name="T95" fmla="*/ 101 h 169"/>
                <a:gd name="T96" fmla="*/ 141 w 224"/>
                <a:gd name="T97" fmla="*/ 107 h 169"/>
                <a:gd name="T98" fmla="*/ 137 w 224"/>
                <a:gd name="T99" fmla="*/ 125 h 169"/>
                <a:gd name="T100" fmla="*/ 126 w 224"/>
                <a:gd name="T101" fmla="*/ 126 h 169"/>
                <a:gd name="T102" fmla="*/ 116 w 224"/>
                <a:gd name="T103" fmla="*/ 130 h 169"/>
                <a:gd name="T104" fmla="*/ 108 w 224"/>
                <a:gd name="T105" fmla="*/ 136 h 169"/>
                <a:gd name="T106" fmla="*/ 98 w 224"/>
                <a:gd name="T107" fmla="*/ 140 h 169"/>
                <a:gd name="T108" fmla="*/ 92 w 224"/>
                <a:gd name="T109" fmla="*/ 152 h 169"/>
                <a:gd name="T110" fmla="*/ 89 w 224"/>
                <a:gd name="T111" fmla="*/ 163 h 169"/>
                <a:gd name="T112" fmla="*/ 66 w 224"/>
                <a:gd name="T113" fmla="*/ 168 h 169"/>
                <a:gd name="T114" fmla="*/ 48 w 224"/>
                <a:gd name="T115" fmla="*/ 168 h 169"/>
                <a:gd name="T116" fmla="*/ 31 w 224"/>
                <a:gd name="T117" fmla="*/ 169 h 169"/>
                <a:gd name="T118" fmla="*/ 13 w 224"/>
                <a:gd name="T119" fmla="*/ 164 h 16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24"/>
                <a:gd name="T181" fmla="*/ 0 h 169"/>
                <a:gd name="T182" fmla="*/ 224 w 224"/>
                <a:gd name="T183" fmla="*/ 169 h 16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24" h="169">
                  <a:moveTo>
                    <a:pt x="7" y="161"/>
                  </a:moveTo>
                  <a:lnTo>
                    <a:pt x="12" y="152"/>
                  </a:lnTo>
                  <a:lnTo>
                    <a:pt x="19" y="146"/>
                  </a:lnTo>
                  <a:lnTo>
                    <a:pt x="22" y="142"/>
                  </a:lnTo>
                  <a:lnTo>
                    <a:pt x="21" y="138"/>
                  </a:lnTo>
                  <a:lnTo>
                    <a:pt x="20" y="135"/>
                  </a:lnTo>
                  <a:lnTo>
                    <a:pt x="17" y="134"/>
                  </a:lnTo>
                  <a:lnTo>
                    <a:pt x="9" y="132"/>
                  </a:lnTo>
                  <a:lnTo>
                    <a:pt x="7" y="131"/>
                  </a:lnTo>
                  <a:lnTo>
                    <a:pt x="6" y="129"/>
                  </a:lnTo>
                  <a:lnTo>
                    <a:pt x="5" y="123"/>
                  </a:lnTo>
                  <a:lnTo>
                    <a:pt x="4" y="112"/>
                  </a:lnTo>
                  <a:lnTo>
                    <a:pt x="2" y="103"/>
                  </a:lnTo>
                  <a:lnTo>
                    <a:pt x="2" y="102"/>
                  </a:lnTo>
                  <a:lnTo>
                    <a:pt x="7" y="94"/>
                  </a:lnTo>
                  <a:lnTo>
                    <a:pt x="7" y="92"/>
                  </a:lnTo>
                  <a:lnTo>
                    <a:pt x="2" y="90"/>
                  </a:lnTo>
                  <a:lnTo>
                    <a:pt x="1" y="90"/>
                  </a:lnTo>
                  <a:lnTo>
                    <a:pt x="0" y="84"/>
                  </a:lnTo>
                  <a:lnTo>
                    <a:pt x="0" y="83"/>
                  </a:lnTo>
                  <a:lnTo>
                    <a:pt x="5" y="80"/>
                  </a:lnTo>
                  <a:lnTo>
                    <a:pt x="6" y="77"/>
                  </a:lnTo>
                  <a:lnTo>
                    <a:pt x="9" y="66"/>
                  </a:lnTo>
                  <a:lnTo>
                    <a:pt x="11" y="60"/>
                  </a:lnTo>
                  <a:lnTo>
                    <a:pt x="12" y="57"/>
                  </a:lnTo>
                  <a:lnTo>
                    <a:pt x="13" y="54"/>
                  </a:lnTo>
                  <a:lnTo>
                    <a:pt x="14" y="55"/>
                  </a:lnTo>
                  <a:lnTo>
                    <a:pt x="21" y="57"/>
                  </a:lnTo>
                  <a:lnTo>
                    <a:pt x="28" y="60"/>
                  </a:lnTo>
                  <a:lnTo>
                    <a:pt x="32" y="60"/>
                  </a:lnTo>
                  <a:lnTo>
                    <a:pt x="36" y="60"/>
                  </a:lnTo>
                  <a:lnTo>
                    <a:pt x="40" y="58"/>
                  </a:lnTo>
                  <a:lnTo>
                    <a:pt x="41" y="56"/>
                  </a:lnTo>
                  <a:lnTo>
                    <a:pt x="41" y="52"/>
                  </a:lnTo>
                  <a:lnTo>
                    <a:pt x="42" y="50"/>
                  </a:lnTo>
                  <a:lnTo>
                    <a:pt x="46" y="49"/>
                  </a:lnTo>
                  <a:lnTo>
                    <a:pt x="60" y="43"/>
                  </a:lnTo>
                  <a:lnTo>
                    <a:pt x="64" y="41"/>
                  </a:lnTo>
                  <a:lnTo>
                    <a:pt x="65" y="40"/>
                  </a:lnTo>
                  <a:lnTo>
                    <a:pt x="66" y="31"/>
                  </a:lnTo>
                  <a:lnTo>
                    <a:pt x="69" y="24"/>
                  </a:lnTo>
                  <a:lnTo>
                    <a:pt x="77" y="22"/>
                  </a:lnTo>
                  <a:lnTo>
                    <a:pt x="80" y="20"/>
                  </a:lnTo>
                  <a:lnTo>
                    <a:pt x="83" y="17"/>
                  </a:lnTo>
                  <a:lnTo>
                    <a:pt x="87" y="20"/>
                  </a:lnTo>
                  <a:lnTo>
                    <a:pt x="97" y="22"/>
                  </a:lnTo>
                  <a:lnTo>
                    <a:pt x="98" y="22"/>
                  </a:lnTo>
                  <a:lnTo>
                    <a:pt x="102" y="22"/>
                  </a:lnTo>
                  <a:lnTo>
                    <a:pt x="111" y="23"/>
                  </a:lnTo>
                  <a:lnTo>
                    <a:pt x="113" y="24"/>
                  </a:lnTo>
                  <a:lnTo>
                    <a:pt x="115" y="28"/>
                  </a:lnTo>
                  <a:lnTo>
                    <a:pt x="115" y="29"/>
                  </a:lnTo>
                  <a:lnTo>
                    <a:pt x="116" y="30"/>
                  </a:lnTo>
                  <a:lnTo>
                    <a:pt x="118" y="30"/>
                  </a:lnTo>
                  <a:lnTo>
                    <a:pt x="121" y="29"/>
                  </a:lnTo>
                  <a:lnTo>
                    <a:pt x="126" y="26"/>
                  </a:lnTo>
                  <a:lnTo>
                    <a:pt x="129" y="23"/>
                  </a:lnTo>
                  <a:lnTo>
                    <a:pt x="132" y="23"/>
                  </a:lnTo>
                  <a:lnTo>
                    <a:pt x="136" y="25"/>
                  </a:lnTo>
                  <a:lnTo>
                    <a:pt x="139" y="25"/>
                  </a:lnTo>
                  <a:lnTo>
                    <a:pt x="141" y="24"/>
                  </a:lnTo>
                  <a:lnTo>
                    <a:pt x="143" y="21"/>
                  </a:lnTo>
                  <a:lnTo>
                    <a:pt x="143" y="18"/>
                  </a:lnTo>
                  <a:lnTo>
                    <a:pt x="143" y="17"/>
                  </a:lnTo>
                  <a:lnTo>
                    <a:pt x="145" y="16"/>
                  </a:lnTo>
                  <a:lnTo>
                    <a:pt x="149" y="18"/>
                  </a:lnTo>
                  <a:lnTo>
                    <a:pt x="150" y="18"/>
                  </a:lnTo>
                  <a:lnTo>
                    <a:pt x="153" y="16"/>
                  </a:lnTo>
                  <a:lnTo>
                    <a:pt x="155" y="14"/>
                  </a:lnTo>
                  <a:lnTo>
                    <a:pt x="155" y="12"/>
                  </a:lnTo>
                  <a:lnTo>
                    <a:pt x="155" y="8"/>
                  </a:lnTo>
                  <a:lnTo>
                    <a:pt x="158" y="5"/>
                  </a:lnTo>
                  <a:lnTo>
                    <a:pt x="159" y="1"/>
                  </a:lnTo>
                  <a:lnTo>
                    <a:pt x="161" y="0"/>
                  </a:lnTo>
                  <a:lnTo>
                    <a:pt x="164" y="0"/>
                  </a:lnTo>
                  <a:lnTo>
                    <a:pt x="165" y="0"/>
                  </a:lnTo>
                  <a:lnTo>
                    <a:pt x="169" y="4"/>
                  </a:lnTo>
                  <a:lnTo>
                    <a:pt x="168" y="10"/>
                  </a:lnTo>
                  <a:lnTo>
                    <a:pt x="171" y="9"/>
                  </a:lnTo>
                  <a:lnTo>
                    <a:pt x="173" y="11"/>
                  </a:lnTo>
                  <a:lnTo>
                    <a:pt x="172" y="13"/>
                  </a:lnTo>
                  <a:lnTo>
                    <a:pt x="172" y="19"/>
                  </a:lnTo>
                  <a:lnTo>
                    <a:pt x="170" y="24"/>
                  </a:lnTo>
                  <a:lnTo>
                    <a:pt x="172" y="28"/>
                  </a:lnTo>
                  <a:lnTo>
                    <a:pt x="173" y="31"/>
                  </a:lnTo>
                  <a:lnTo>
                    <a:pt x="173" y="32"/>
                  </a:lnTo>
                  <a:lnTo>
                    <a:pt x="176" y="32"/>
                  </a:lnTo>
                  <a:lnTo>
                    <a:pt x="179" y="32"/>
                  </a:lnTo>
                  <a:lnTo>
                    <a:pt x="184" y="28"/>
                  </a:lnTo>
                  <a:lnTo>
                    <a:pt x="188" y="28"/>
                  </a:lnTo>
                  <a:lnTo>
                    <a:pt x="192" y="23"/>
                  </a:lnTo>
                  <a:lnTo>
                    <a:pt x="197" y="20"/>
                  </a:lnTo>
                  <a:lnTo>
                    <a:pt x="202" y="20"/>
                  </a:lnTo>
                  <a:lnTo>
                    <a:pt x="204" y="21"/>
                  </a:lnTo>
                  <a:lnTo>
                    <a:pt x="203" y="22"/>
                  </a:lnTo>
                  <a:lnTo>
                    <a:pt x="204" y="23"/>
                  </a:lnTo>
                  <a:lnTo>
                    <a:pt x="210" y="22"/>
                  </a:lnTo>
                  <a:lnTo>
                    <a:pt x="214" y="19"/>
                  </a:lnTo>
                  <a:lnTo>
                    <a:pt x="216" y="21"/>
                  </a:lnTo>
                  <a:lnTo>
                    <a:pt x="219" y="21"/>
                  </a:lnTo>
                  <a:lnTo>
                    <a:pt x="224" y="23"/>
                  </a:lnTo>
                  <a:lnTo>
                    <a:pt x="222" y="24"/>
                  </a:lnTo>
                  <a:lnTo>
                    <a:pt x="218" y="24"/>
                  </a:lnTo>
                  <a:lnTo>
                    <a:pt x="219" y="26"/>
                  </a:lnTo>
                  <a:lnTo>
                    <a:pt x="220" y="26"/>
                  </a:lnTo>
                  <a:lnTo>
                    <a:pt x="220" y="27"/>
                  </a:lnTo>
                  <a:lnTo>
                    <a:pt x="219" y="28"/>
                  </a:lnTo>
                  <a:lnTo>
                    <a:pt x="217" y="28"/>
                  </a:lnTo>
                  <a:lnTo>
                    <a:pt x="214" y="30"/>
                  </a:lnTo>
                  <a:lnTo>
                    <a:pt x="211" y="30"/>
                  </a:lnTo>
                  <a:lnTo>
                    <a:pt x="209" y="32"/>
                  </a:lnTo>
                  <a:lnTo>
                    <a:pt x="204" y="31"/>
                  </a:lnTo>
                  <a:lnTo>
                    <a:pt x="195" y="31"/>
                  </a:lnTo>
                  <a:lnTo>
                    <a:pt x="187" y="32"/>
                  </a:lnTo>
                  <a:lnTo>
                    <a:pt x="183" y="35"/>
                  </a:lnTo>
                  <a:lnTo>
                    <a:pt x="181" y="37"/>
                  </a:lnTo>
                  <a:lnTo>
                    <a:pt x="177" y="40"/>
                  </a:lnTo>
                  <a:lnTo>
                    <a:pt x="175" y="40"/>
                  </a:lnTo>
                  <a:lnTo>
                    <a:pt x="173" y="42"/>
                  </a:lnTo>
                  <a:lnTo>
                    <a:pt x="171" y="45"/>
                  </a:lnTo>
                  <a:lnTo>
                    <a:pt x="171" y="48"/>
                  </a:lnTo>
                  <a:lnTo>
                    <a:pt x="173" y="50"/>
                  </a:lnTo>
                  <a:lnTo>
                    <a:pt x="173" y="53"/>
                  </a:lnTo>
                  <a:lnTo>
                    <a:pt x="175" y="55"/>
                  </a:lnTo>
                  <a:lnTo>
                    <a:pt x="174" y="59"/>
                  </a:lnTo>
                  <a:lnTo>
                    <a:pt x="175" y="63"/>
                  </a:lnTo>
                  <a:lnTo>
                    <a:pt x="173" y="67"/>
                  </a:lnTo>
                  <a:lnTo>
                    <a:pt x="170" y="70"/>
                  </a:lnTo>
                  <a:lnTo>
                    <a:pt x="167" y="73"/>
                  </a:lnTo>
                  <a:lnTo>
                    <a:pt x="166" y="75"/>
                  </a:lnTo>
                  <a:lnTo>
                    <a:pt x="168" y="79"/>
                  </a:lnTo>
                  <a:lnTo>
                    <a:pt x="168" y="82"/>
                  </a:lnTo>
                  <a:lnTo>
                    <a:pt x="166" y="84"/>
                  </a:lnTo>
                  <a:lnTo>
                    <a:pt x="162" y="86"/>
                  </a:lnTo>
                  <a:lnTo>
                    <a:pt x="157" y="86"/>
                  </a:lnTo>
                  <a:lnTo>
                    <a:pt x="150" y="84"/>
                  </a:lnTo>
                  <a:lnTo>
                    <a:pt x="148" y="86"/>
                  </a:lnTo>
                  <a:lnTo>
                    <a:pt x="150" y="89"/>
                  </a:lnTo>
                  <a:lnTo>
                    <a:pt x="153" y="92"/>
                  </a:lnTo>
                  <a:lnTo>
                    <a:pt x="154" y="94"/>
                  </a:lnTo>
                  <a:lnTo>
                    <a:pt x="154" y="98"/>
                  </a:lnTo>
                  <a:lnTo>
                    <a:pt x="153" y="100"/>
                  </a:lnTo>
                  <a:lnTo>
                    <a:pt x="151" y="101"/>
                  </a:lnTo>
                  <a:lnTo>
                    <a:pt x="147" y="101"/>
                  </a:lnTo>
                  <a:lnTo>
                    <a:pt x="144" y="102"/>
                  </a:lnTo>
                  <a:lnTo>
                    <a:pt x="142" y="104"/>
                  </a:lnTo>
                  <a:lnTo>
                    <a:pt x="141" y="107"/>
                  </a:lnTo>
                  <a:lnTo>
                    <a:pt x="139" y="115"/>
                  </a:lnTo>
                  <a:lnTo>
                    <a:pt x="138" y="125"/>
                  </a:lnTo>
                  <a:lnTo>
                    <a:pt x="137" y="125"/>
                  </a:lnTo>
                  <a:lnTo>
                    <a:pt x="135" y="128"/>
                  </a:lnTo>
                  <a:lnTo>
                    <a:pt x="133" y="129"/>
                  </a:lnTo>
                  <a:lnTo>
                    <a:pt x="126" y="126"/>
                  </a:lnTo>
                  <a:lnTo>
                    <a:pt x="122" y="126"/>
                  </a:lnTo>
                  <a:lnTo>
                    <a:pt x="118" y="128"/>
                  </a:lnTo>
                  <a:lnTo>
                    <a:pt x="116" y="130"/>
                  </a:lnTo>
                  <a:lnTo>
                    <a:pt x="113" y="136"/>
                  </a:lnTo>
                  <a:lnTo>
                    <a:pt x="112" y="136"/>
                  </a:lnTo>
                  <a:lnTo>
                    <a:pt x="108" y="136"/>
                  </a:lnTo>
                  <a:lnTo>
                    <a:pt x="104" y="136"/>
                  </a:lnTo>
                  <a:lnTo>
                    <a:pt x="102" y="136"/>
                  </a:lnTo>
                  <a:lnTo>
                    <a:pt x="98" y="140"/>
                  </a:lnTo>
                  <a:lnTo>
                    <a:pt x="95" y="143"/>
                  </a:lnTo>
                  <a:lnTo>
                    <a:pt x="93" y="146"/>
                  </a:lnTo>
                  <a:lnTo>
                    <a:pt x="92" y="152"/>
                  </a:lnTo>
                  <a:lnTo>
                    <a:pt x="91" y="160"/>
                  </a:lnTo>
                  <a:lnTo>
                    <a:pt x="91" y="162"/>
                  </a:lnTo>
                  <a:lnTo>
                    <a:pt x="89" y="163"/>
                  </a:lnTo>
                  <a:lnTo>
                    <a:pt x="81" y="165"/>
                  </a:lnTo>
                  <a:lnTo>
                    <a:pt x="73" y="166"/>
                  </a:lnTo>
                  <a:lnTo>
                    <a:pt x="66" y="168"/>
                  </a:lnTo>
                  <a:lnTo>
                    <a:pt x="57" y="169"/>
                  </a:lnTo>
                  <a:lnTo>
                    <a:pt x="51" y="168"/>
                  </a:lnTo>
                  <a:lnTo>
                    <a:pt x="48" y="168"/>
                  </a:lnTo>
                  <a:lnTo>
                    <a:pt x="40" y="169"/>
                  </a:lnTo>
                  <a:lnTo>
                    <a:pt x="35" y="169"/>
                  </a:lnTo>
                  <a:lnTo>
                    <a:pt x="31" y="169"/>
                  </a:lnTo>
                  <a:lnTo>
                    <a:pt x="25" y="167"/>
                  </a:lnTo>
                  <a:lnTo>
                    <a:pt x="17" y="165"/>
                  </a:lnTo>
                  <a:lnTo>
                    <a:pt x="13" y="164"/>
                  </a:lnTo>
                  <a:lnTo>
                    <a:pt x="7" y="16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4" name="Freeform 23"/>
            <p:cNvSpPr>
              <a:spLocks/>
            </p:cNvSpPr>
            <p:nvPr/>
          </p:nvSpPr>
          <p:spPr bwMode="gray">
            <a:xfrm>
              <a:off x="4613275" y="3194051"/>
              <a:ext cx="790575" cy="381000"/>
            </a:xfrm>
            <a:custGeom>
              <a:avLst/>
              <a:gdLst>
                <a:gd name="T0" fmla="*/ 435 w 498"/>
                <a:gd name="T1" fmla="*/ 90 h 240"/>
                <a:gd name="T2" fmla="*/ 437 w 498"/>
                <a:gd name="T3" fmla="*/ 104 h 240"/>
                <a:gd name="T4" fmla="*/ 455 w 498"/>
                <a:gd name="T5" fmla="*/ 100 h 240"/>
                <a:gd name="T6" fmla="*/ 472 w 498"/>
                <a:gd name="T7" fmla="*/ 97 h 240"/>
                <a:gd name="T8" fmla="*/ 494 w 498"/>
                <a:gd name="T9" fmla="*/ 117 h 240"/>
                <a:gd name="T10" fmla="*/ 495 w 498"/>
                <a:gd name="T11" fmla="*/ 129 h 240"/>
                <a:gd name="T12" fmla="*/ 475 w 498"/>
                <a:gd name="T13" fmla="*/ 127 h 240"/>
                <a:gd name="T14" fmla="*/ 456 w 498"/>
                <a:gd name="T15" fmla="*/ 136 h 240"/>
                <a:gd name="T16" fmla="*/ 443 w 498"/>
                <a:gd name="T17" fmla="*/ 140 h 240"/>
                <a:gd name="T18" fmla="*/ 433 w 498"/>
                <a:gd name="T19" fmla="*/ 155 h 240"/>
                <a:gd name="T20" fmla="*/ 417 w 498"/>
                <a:gd name="T21" fmla="*/ 155 h 240"/>
                <a:gd name="T22" fmla="*/ 392 w 498"/>
                <a:gd name="T23" fmla="*/ 169 h 240"/>
                <a:gd name="T24" fmla="*/ 376 w 498"/>
                <a:gd name="T25" fmla="*/ 164 h 240"/>
                <a:gd name="T26" fmla="*/ 367 w 498"/>
                <a:gd name="T27" fmla="*/ 179 h 240"/>
                <a:gd name="T28" fmla="*/ 375 w 498"/>
                <a:gd name="T29" fmla="*/ 194 h 240"/>
                <a:gd name="T30" fmla="*/ 351 w 498"/>
                <a:gd name="T31" fmla="*/ 213 h 240"/>
                <a:gd name="T32" fmla="*/ 324 w 498"/>
                <a:gd name="T33" fmla="*/ 221 h 240"/>
                <a:gd name="T34" fmla="*/ 290 w 498"/>
                <a:gd name="T35" fmla="*/ 228 h 240"/>
                <a:gd name="T36" fmla="*/ 267 w 498"/>
                <a:gd name="T37" fmla="*/ 239 h 240"/>
                <a:gd name="T38" fmla="*/ 255 w 498"/>
                <a:gd name="T39" fmla="*/ 234 h 240"/>
                <a:gd name="T40" fmla="*/ 226 w 498"/>
                <a:gd name="T41" fmla="*/ 226 h 240"/>
                <a:gd name="T42" fmla="*/ 196 w 498"/>
                <a:gd name="T43" fmla="*/ 218 h 240"/>
                <a:gd name="T44" fmla="*/ 155 w 498"/>
                <a:gd name="T45" fmla="*/ 217 h 240"/>
                <a:gd name="T46" fmla="*/ 126 w 498"/>
                <a:gd name="T47" fmla="*/ 208 h 240"/>
                <a:gd name="T48" fmla="*/ 104 w 498"/>
                <a:gd name="T49" fmla="*/ 178 h 240"/>
                <a:gd name="T50" fmla="*/ 76 w 498"/>
                <a:gd name="T51" fmla="*/ 164 h 240"/>
                <a:gd name="T52" fmla="*/ 46 w 498"/>
                <a:gd name="T53" fmla="*/ 159 h 240"/>
                <a:gd name="T54" fmla="*/ 47 w 498"/>
                <a:gd name="T55" fmla="*/ 147 h 240"/>
                <a:gd name="T56" fmla="*/ 48 w 498"/>
                <a:gd name="T57" fmla="*/ 124 h 240"/>
                <a:gd name="T58" fmla="*/ 30 w 498"/>
                <a:gd name="T59" fmla="*/ 100 h 240"/>
                <a:gd name="T60" fmla="*/ 5 w 498"/>
                <a:gd name="T61" fmla="*/ 85 h 240"/>
                <a:gd name="T62" fmla="*/ 0 w 498"/>
                <a:gd name="T63" fmla="*/ 69 h 240"/>
                <a:gd name="T64" fmla="*/ 20 w 498"/>
                <a:gd name="T65" fmla="*/ 61 h 240"/>
                <a:gd name="T66" fmla="*/ 36 w 498"/>
                <a:gd name="T67" fmla="*/ 47 h 240"/>
                <a:gd name="T68" fmla="*/ 67 w 498"/>
                <a:gd name="T69" fmla="*/ 32 h 240"/>
                <a:gd name="T70" fmla="*/ 99 w 498"/>
                <a:gd name="T71" fmla="*/ 37 h 240"/>
                <a:gd name="T72" fmla="*/ 122 w 498"/>
                <a:gd name="T73" fmla="*/ 51 h 240"/>
                <a:gd name="T74" fmla="*/ 141 w 498"/>
                <a:gd name="T75" fmla="*/ 54 h 240"/>
                <a:gd name="T76" fmla="*/ 156 w 498"/>
                <a:gd name="T77" fmla="*/ 51 h 240"/>
                <a:gd name="T78" fmla="*/ 159 w 498"/>
                <a:gd name="T79" fmla="*/ 33 h 240"/>
                <a:gd name="T80" fmla="*/ 172 w 498"/>
                <a:gd name="T81" fmla="*/ 0 h 240"/>
                <a:gd name="T82" fmla="*/ 205 w 498"/>
                <a:gd name="T83" fmla="*/ 9 h 240"/>
                <a:gd name="T84" fmla="*/ 223 w 498"/>
                <a:gd name="T85" fmla="*/ 19 h 240"/>
                <a:gd name="T86" fmla="*/ 230 w 498"/>
                <a:gd name="T87" fmla="*/ 39 h 240"/>
                <a:gd name="T88" fmla="*/ 270 w 498"/>
                <a:gd name="T89" fmla="*/ 40 h 240"/>
                <a:gd name="T90" fmla="*/ 303 w 498"/>
                <a:gd name="T91" fmla="*/ 51 h 240"/>
                <a:gd name="T92" fmla="*/ 330 w 498"/>
                <a:gd name="T93" fmla="*/ 65 h 240"/>
                <a:gd name="T94" fmla="*/ 359 w 498"/>
                <a:gd name="T95" fmla="*/ 67 h 240"/>
                <a:gd name="T96" fmla="*/ 384 w 498"/>
                <a:gd name="T97" fmla="*/ 63 h 240"/>
                <a:gd name="T98" fmla="*/ 401 w 498"/>
                <a:gd name="T99" fmla="*/ 49 h 240"/>
                <a:gd name="T100" fmla="*/ 421 w 498"/>
                <a:gd name="T101" fmla="*/ 45 h 240"/>
                <a:gd name="T102" fmla="*/ 443 w 498"/>
                <a:gd name="T103" fmla="*/ 50 h 24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98"/>
                <a:gd name="T157" fmla="*/ 0 h 240"/>
                <a:gd name="T158" fmla="*/ 498 w 498"/>
                <a:gd name="T159" fmla="*/ 240 h 24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98" h="240">
                  <a:moveTo>
                    <a:pt x="451" y="52"/>
                  </a:moveTo>
                  <a:lnTo>
                    <a:pt x="448" y="55"/>
                  </a:lnTo>
                  <a:lnTo>
                    <a:pt x="443" y="68"/>
                  </a:lnTo>
                  <a:lnTo>
                    <a:pt x="435" y="90"/>
                  </a:lnTo>
                  <a:lnTo>
                    <a:pt x="432" y="95"/>
                  </a:lnTo>
                  <a:lnTo>
                    <a:pt x="434" y="104"/>
                  </a:lnTo>
                  <a:lnTo>
                    <a:pt x="435" y="105"/>
                  </a:lnTo>
                  <a:lnTo>
                    <a:pt x="437" y="104"/>
                  </a:lnTo>
                  <a:lnTo>
                    <a:pt x="443" y="100"/>
                  </a:lnTo>
                  <a:lnTo>
                    <a:pt x="449" y="99"/>
                  </a:lnTo>
                  <a:lnTo>
                    <a:pt x="453" y="99"/>
                  </a:lnTo>
                  <a:lnTo>
                    <a:pt x="455" y="100"/>
                  </a:lnTo>
                  <a:lnTo>
                    <a:pt x="458" y="105"/>
                  </a:lnTo>
                  <a:lnTo>
                    <a:pt x="460" y="105"/>
                  </a:lnTo>
                  <a:lnTo>
                    <a:pt x="469" y="97"/>
                  </a:lnTo>
                  <a:lnTo>
                    <a:pt x="472" y="97"/>
                  </a:lnTo>
                  <a:lnTo>
                    <a:pt x="478" y="99"/>
                  </a:lnTo>
                  <a:lnTo>
                    <a:pt x="482" y="101"/>
                  </a:lnTo>
                  <a:lnTo>
                    <a:pt x="487" y="107"/>
                  </a:lnTo>
                  <a:lnTo>
                    <a:pt x="494" y="117"/>
                  </a:lnTo>
                  <a:lnTo>
                    <a:pt x="498" y="122"/>
                  </a:lnTo>
                  <a:lnTo>
                    <a:pt x="498" y="124"/>
                  </a:lnTo>
                  <a:lnTo>
                    <a:pt x="498" y="127"/>
                  </a:lnTo>
                  <a:lnTo>
                    <a:pt x="495" y="129"/>
                  </a:lnTo>
                  <a:lnTo>
                    <a:pt x="491" y="128"/>
                  </a:lnTo>
                  <a:lnTo>
                    <a:pt x="484" y="128"/>
                  </a:lnTo>
                  <a:lnTo>
                    <a:pt x="481" y="127"/>
                  </a:lnTo>
                  <a:lnTo>
                    <a:pt x="475" y="127"/>
                  </a:lnTo>
                  <a:lnTo>
                    <a:pt x="468" y="129"/>
                  </a:lnTo>
                  <a:lnTo>
                    <a:pt x="464" y="131"/>
                  </a:lnTo>
                  <a:lnTo>
                    <a:pt x="458" y="134"/>
                  </a:lnTo>
                  <a:lnTo>
                    <a:pt x="456" y="136"/>
                  </a:lnTo>
                  <a:lnTo>
                    <a:pt x="453" y="134"/>
                  </a:lnTo>
                  <a:lnTo>
                    <a:pt x="449" y="135"/>
                  </a:lnTo>
                  <a:lnTo>
                    <a:pt x="446" y="137"/>
                  </a:lnTo>
                  <a:lnTo>
                    <a:pt x="443" y="140"/>
                  </a:lnTo>
                  <a:lnTo>
                    <a:pt x="441" y="149"/>
                  </a:lnTo>
                  <a:lnTo>
                    <a:pt x="440" y="151"/>
                  </a:lnTo>
                  <a:lnTo>
                    <a:pt x="437" y="153"/>
                  </a:lnTo>
                  <a:lnTo>
                    <a:pt x="433" y="155"/>
                  </a:lnTo>
                  <a:lnTo>
                    <a:pt x="426" y="156"/>
                  </a:lnTo>
                  <a:lnTo>
                    <a:pt x="422" y="156"/>
                  </a:lnTo>
                  <a:lnTo>
                    <a:pt x="419" y="156"/>
                  </a:lnTo>
                  <a:lnTo>
                    <a:pt x="417" y="155"/>
                  </a:lnTo>
                  <a:lnTo>
                    <a:pt x="409" y="165"/>
                  </a:lnTo>
                  <a:lnTo>
                    <a:pt x="404" y="169"/>
                  </a:lnTo>
                  <a:lnTo>
                    <a:pt x="398" y="169"/>
                  </a:lnTo>
                  <a:lnTo>
                    <a:pt x="392" y="169"/>
                  </a:lnTo>
                  <a:lnTo>
                    <a:pt x="388" y="168"/>
                  </a:lnTo>
                  <a:lnTo>
                    <a:pt x="383" y="165"/>
                  </a:lnTo>
                  <a:lnTo>
                    <a:pt x="378" y="163"/>
                  </a:lnTo>
                  <a:lnTo>
                    <a:pt x="376" y="164"/>
                  </a:lnTo>
                  <a:lnTo>
                    <a:pt x="372" y="166"/>
                  </a:lnTo>
                  <a:lnTo>
                    <a:pt x="368" y="172"/>
                  </a:lnTo>
                  <a:lnTo>
                    <a:pt x="367" y="176"/>
                  </a:lnTo>
                  <a:lnTo>
                    <a:pt x="367" y="179"/>
                  </a:lnTo>
                  <a:lnTo>
                    <a:pt x="370" y="185"/>
                  </a:lnTo>
                  <a:lnTo>
                    <a:pt x="374" y="189"/>
                  </a:lnTo>
                  <a:lnTo>
                    <a:pt x="375" y="191"/>
                  </a:lnTo>
                  <a:lnTo>
                    <a:pt x="375" y="194"/>
                  </a:lnTo>
                  <a:lnTo>
                    <a:pt x="372" y="196"/>
                  </a:lnTo>
                  <a:lnTo>
                    <a:pt x="364" y="199"/>
                  </a:lnTo>
                  <a:lnTo>
                    <a:pt x="359" y="203"/>
                  </a:lnTo>
                  <a:lnTo>
                    <a:pt x="351" y="213"/>
                  </a:lnTo>
                  <a:lnTo>
                    <a:pt x="349" y="214"/>
                  </a:lnTo>
                  <a:lnTo>
                    <a:pt x="335" y="221"/>
                  </a:lnTo>
                  <a:lnTo>
                    <a:pt x="331" y="222"/>
                  </a:lnTo>
                  <a:lnTo>
                    <a:pt x="324" y="221"/>
                  </a:lnTo>
                  <a:lnTo>
                    <a:pt x="313" y="222"/>
                  </a:lnTo>
                  <a:lnTo>
                    <a:pt x="304" y="222"/>
                  </a:lnTo>
                  <a:lnTo>
                    <a:pt x="295" y="225"/>
                  </a:lnTo>
                  <a:lnTo>
                    <a:pt x="290" y="228"/>
                  </a:lnTo>
                  <a:lnTo>
                    <a:pt x="285" y="230"/>
                  </a:lnTo>
                  <a:lnTo>
                    <a:pt x="282" y="231"/>
                  </a:lnTo>
                  <a:lnTo>
                    <a:pt x="272" y="237"/>
                  </a:lnTo>
                  <a:lnTo>
                    <a:pt x="267" y="239"/>
                  </a:lnTo>
                  <a:lnTo>
                    <a:pt x="264" y="240"/>
                  </a:lnTo>
                  <a:lnTo>
                    <a:pt x="261" y="238"/>
                  </a:lnTo>
                  <a:lnTo>
                    <a:pt x="259" y="235"/>
                  </a:lnTo>
                  <a:lnTo>
                    <a:pt x="255" y="234"/>
                  </a:lnTo>
                  <a:lnTo>
                    <a:pt x="250" y="235"/>
                  </a:lnTo>
                  <a:lnTo>
                    <a:pt x="244" y="233"/>
                  </a:lnTo>
                  <a:lnTo>
                    <a:pt x="232" y="229"/>
                  </a:lnTo>
                  <a:lnTo>
                    <a:pt x="226" y="226"/>
                  </a:lnTo>
                  <a:lnTo>
                    <a:pt x="220" y="221"/>
                  </a:lnTo>
                  <a:lnTo>
                    <a:pt x="216" y="219"/>
                  </a:lnTo>
                  <a:lnTo>
                    <a:pt x="204" y="218"/>
                  </a:lnTo>
                  <a:lnTo>
                    <a:pt x="196" y="218"/>
                  </a:lnTo>
                  <a:lnTo>
                    <a:pt x="189" y="218"/>
                  </a:lnTo>
                  <a:lnTo>
                    <a:pt x="169" y="218"/>
                  </a:lnTo>
                  <a:lnTo>
                    <a:pt x="161" y="218"/>
                  </a:lnTo>
                  <a:lnTo>
                    <a:pt x="155" y="217"/>
                  </a:lnTo>
                  <a:lnTo>
                    <a:pt x="147" y="215"/>
                  </a:lnTo>
                  <a:lnTo>
                    <a:pt x="133" y="215"/>
                  </a:lnTo>
                  <a:lnTo>
                    <a:pt x="130" y="213"/>
                  </a:lnTo>
                  <a:lnTo>
                    <a:pt x="126" y="208"/>
                  </a:lnTo>
                  <a:lnTo>
                    <a:pt x="115" y="187"/>
                  </a:lnTo>
                  <a:lnTo>
                    <a:pt x="115" y="182"/>
                  </a:lnTo>
                  <a:lnTo>
                    <a:pt x="109" y="181"/>
                  </a:lnTo>
                  <a:lnTo>
                    <a:pt x="104" y="178"/>
                  </a:lnTo>
                  <a:lnTo>
                    <a:pt x="92" y="170"/>
                  </a:lnTo>
                  <a:lnTo>
                    <a:pt x="88" y="168"/>
                  </a:lnTo>
                  <a:lnTo>
                    <a:pt x="80" y="165"/>
                  </a:lnTo>
                  <a:lnTo>
                    <a:pt x="76" y="164"/>
                  </a:lnTo>
                  <a:lnTo>
                    <a:pt x="69" y="164"/>
                  </a:lnTo>
                  <a:lnTo>
                    <a:pt x="59" y="164"/>
                  </a:lnTo>
                  <a:lnTo>
                    <a:pt x="51" y="162"/>
                  </a:lnTo>
                  <a:lnTo>
                    <a:pt x="46" y="159"/>
                  </a:lnTo>
                  <a:lnTo>
                    <a:pt x="44" y="156"/>
                  </a:lnTo>
                  <a:lnTo>
                    <a:pt x="44" y="152"/>
                  </a:lnTo>
                  <a:lnTo>
                    <a:pt x="44" y="151"/>
                  </a:lnTo>
                  <a:lnTo>
                    <a:pt x="47" y="147"/>
                  </a:lnTo>
                  <a:lnTo>
                    <a:pt x="48" y="143"/>
                  </a:lnTo>
                  <a:lnTo>
                    <a:pt x="49" y="136"/>
                  </a:lnTo>
                  <a:lnTo>
                    <a:pt x="51" y="131"/>
                  </a:lnTo>
                  <a:lnTo>
                    <a:pt x="48" y="124"/>
                  </a:lnTo>
                  <a:lnTo>
                    <a:pt x="41" y="109"/>
                  </a:lnTo>
                  <a:lnTo>
                    <a:pt x="37" y="103"/>
                  </a:lnTo>
                  <a:lnTo>
                    <a:pt x="34" y="102"/>
                  </a:lnTo>
                  <a:lnTo>
                    <a:pt x="30" y="100"/>
                  </a:lnTo>
                  <a:lnTo>
                    <a:pt x="25" y="98"/>
                  </a:lnTo>
                  <a:lnTo>
                    <a:pt x="20" y="98"/>
                  </a:lnTo>
                  <a:lnTo>
                    <a:pt x="15" y="93"/>
                  </a:lnTo>
                  <a:lnTo>
                    <a:pt x="5" y="85"/>
                  </a:lnTo>
                  <a:lnTo>
                    <a:pt x="2" y="81"/>
                  </a:lnTo>
                  <a:lnTo>
                    <a:pt x="1" y="75"/>
                  </a:lnTo>
                  <a:lnTo>
                    <a:pt x="0" y="70"/>
                  </a:lnTo>
                  <a:lnTo>
                    <a:pt x="0" y="69"/>
                  </a:lnTo>
                  <a:lnTo>
                    <a:pt x="1" y="68"/>
                  </a:lnTo>
                  <a:lnTo>
                    <a:pt x="6" y="64"/>
                  </a:lnTo>
                  <a:lnTo>
                    <a:pt x="11" y="62"/>
                  </a:lnTo>
                  <a:lnTo>
                    <a:pt x="20" y="61"/>
                  </a:lnTo>
                  <a:lnTo>
                    <a:pt x="25" y="59"/>
                  </a:lnTo>
                  <a:lnTo>
                    <a:pt x="30" y="55"/>
                  </a:lnTo>
                  <a:lnTo>
                    <a:pt x="36" y="47"/>
                  </a:lnTo>
                  <a:lnTo>
                    <a:pt x="42" y="43"/>
                  </a:lnTo>
                  <a:lnTo>
                    <a:pt x="50" y="39"/>
                  </a:lnTo>
                  <a:lnTo>
                    <a:pt x="61" y="34"/>
                  </a:lnTo>
                  <a:lnTo>
                    <a:pt x="67" y="32"/>
                  </a:lnTo>
                  <a:lnTo>
                    <a:pt x="73" y="33"/>
                  </a:lnTo>
                  <a:lnTo>
                    <a:pt x="80" y="35"/>
                  </a:lnTo>
                  <a:lnTo>
                    <a:pt x="93" y="36"/>
                  </a:lnTo>
                  <a:lnTo>
                    <a:pt x="99" y="37"/>
                  </a:lnTo>
                  <a:lnTo>
                    <a:pt x="104" y="45"/>
                  </a:lnTo>
                  <a:lnTo>
                    <a:pt x="106" y="50"/>
                  </a:lnTo>
                  <a:lnTo>
                    <a:pt x="111" y="51"/>
                  </a:lnTo>
                  <a:lnTo>
                    <a:pt x="122" y="51"/>
                  </a:lnTo>
                  <a:lnTo>
                    <a:pt x="126" y="52"/>
                  </a:lnTo>
                  <a:lnTo>
                    <a:pt x="132" y="52"/>
                  </a:lnTo>
                  <a:lnTo>
                    <a:pt x="138" y="52"/>
                  </a:lnTo>
                  <a:lnTo>
                    <a:pt x="141" y="54"/>
                  </a:lnTo>
                  <a:lnTo>
                    <a:pt x="145" y="56"/>
                  </a:lnTo>
                  <a:lnTo>
                    <a:pt x="149" y="56"/>
                  </a:lnTo>
                  <a:lnTo>
                    <a:pt x="154" y="52"/>
                  </a:lnTo>
                  <a:lnTo>
                    <a:pt x="156" y="51"/>
                  </a:lnTo>
                  <a:lnTo>
                    <a:pt x="161" y="45"/>
                  </a:lnTo>
                  <a:lnTo>
                    <a:pt x="163" y="39"/>
                  </a:lnTo>
                  <a:lnTo>
                    <a:pt x="162" y="36"/>
                  </a:lnTo>
                  <a:lnTo>
                    <a:pt x="159" y="33"/>
                  </a:lnTo>
                  <a:lnTo>
                    <a:pt x="156" y="23"/>
                  </a:lnTo>
                  <a:lnTo>
                    <a:pt x="157" y="20"/>
                  </a:lnTo>
                  <a:lnTo>
                    <a:pt x="163" y="11"/>
                  </a:lnTo>
                  <a:lnTo>
                    <a:pt x="172" y="0"/>
                  </a:lnTo>
                  <a:lnTo>
                    <a:pt x="178" y="2"/>
                  </a:lnTo>
                  <a:lnTo>
                    <a:pt x="185" y="3"/>
                  </a:lnTo>
                  <a:lnTo>
                    <a:pt x="193" y="5"/>
                  </a:lnTo>
                  <a:lnTo>
                    <a:pt x="205" y="9"/>
                  </a:lnTo>
                  <a:lnTo>
                    <a:pt x="210" y="12"/>
                  </a:lnTo>
                  <a:lnTo>
                    <a:pt x="216" y="15"/>
                  </a:lnTo>
                  <a:lnTo>
                    <a:pt x="222" y="17"/>
                  </a:lnTo>
                  <a:lnTo>
                    <a:pt x="223" y="19"/>
                  </a:lnTo>
                  <a:lnTo>
                    <a:pt x="223" y="25"/>
                  </a:lnTo>
                  <a:lnTo>
                    <a:pt x="224" y="31"/>
                  </a:lnTo>
                  <a:lnTo>
                    <a:pt x="227" y="35"/>
                  </a:lnTo>
                  <a:lnTo>
                    <a:pt x="230" y="39"/>
                  </a:lnTo>
                  <a:lnTo>
                    <a:pt x="242" y="45"/>
                  </a:lnTo>
                  <a:lnTo>
                    <a:pt x="246" y="47"/>
                  </a:lnTo>
                  <a:lnTo>
                    <a:pt x="264" y="40"/>
                  </a:lnTo>
                  <a:lnTo>
                    <a:pt x="270" y="40"/>
                  </a:lnTo>
                  <a:lnTo>
                    <a:pt x="278" y="40"/>
                  </a:lnTo>
                  <a:lnTo>
                    <a:pt x="288" y="40"/>
                  </a:lnTo>
                  <a:lnTo>
                    <a:pt x="293" y="43"/>
                  </a:lnTo>
                  <a:lnTo>
                    <a:pt x="303" y="51"/>
                  </a:lnTo>
                  <a:lnTo>
                    <a:pt x="307" y="55"/>
                  </a:lnTo>
                  <a:lnTo>
                    <a:pt x="315" y="58"/>
                  </a:lnTo>
                  <a:lnTo>
                    <a:pt x="320" y="62"/>
                  </a:lnTo>
                  <a:lnTo>
                    <a:pt x="330" y="65"/>
                  </a:lnTo>
                  <a:lnTo>
                    <a:pt x="336" y="67"/>
                  </a:lnTo>
                  <a:lnTo>
                    <a:pt x="343" y="68"/>
                  </a:lnTo>
                  <a:lnTo>
                    <a:pt x="348" y="69"/>
                  </a:lnTo>
                  <a:lnTo>
                    <a:pt x="359" y="67"/>
                  </a:lnTo>
                  <a:lnTo>
                    <a:pt x="366" y="67"/>
                  </a:lnTo>
                  <a:lnTo>
                    <a:pt x="370" y="66"/>
                  </a:lnTo>
                  <a:lnTo>
                    <a:pt x="377" y="65"/>
                  </a:lnTo>
                  <a:lnTo>
                    <a:pt x="384" y="63"/>
                  </a:lnTo>
                  <a:lnTo>
                    <a:pt x="388" y="62"/>
                  </a:lnTo>
                  <a:lnTo>
                    <a:pt x="393" y="59"/>
                  </a:lnTo>
                  <a:lnTo>
                    <a:pt x="396" y="54"/>
                  </a:lnTo>
                  <a:lnTo>
                    <a:pt x="401" y="49"/>
                  </a:lnTo>
                  <a:lnTo>
                    <a:pt x="409" y="44"/>
                  </a:lnTo>
                  <a:lnTo>
                    <a:pt x="411" y="44"/>
                  </a:lnTo>
                  <a:lnTo>
                    <a:pt x="416" y="43"/>
                  </a:lnTo>
                  <a:lnTo>
                    <a:pt x="421" y="45"/>
                  </a:lnTo>
                  <a:lnTo>
                    <a:pt x="426" y="50"/>
                  </a:lnTo>
                  <a:lnTo>
                    <a:pt x="428" y="52"/>
                  </a:lnTo>
                  <a:lnTo>
                    <a:pt x="435" y="54"/>
                  </a:lnTo>
                  <a:lnTo>
                    <a:pt x="443" y="50"/>
                  </a:lnTo>
                  <a:lnTo>
                    <a:pt x="447" y="50"/>
                  </a:lnTo>
                  <a:lnTo>
                    <a:pt x="451" y="5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5" name="Freeform 24"/>
            <p:cNvSpPr>
              <a:spLocks/>
            </p:cNvSpPr>
            <p:nvPr/>
          </p:nvSpPr>
          <p:spPr bwMode="gray">
            <a:xfrm>
              <a:off x="4613275" y="3194051"/>
              <a:ext cx="790575" cy="381000"/>
            </a:xfrm>
            <a:custGeom>
              <a:avLst/>
              <a:gdLst>
                <a:gd name="T0" fmla="*/ 435 w 498"/>
                <a:gd name="T1" fmla="*/ 90 h 240"/>
                <a:gd name="T2" fmla="*/ 437 w 498"/>
                <a:gd name="T3" fmla="*/ 104 h 240"/>
                <a:gd name="T4" fmla="*/ 455 w 498"/>
                <a:gd name="T5" fmla="*/ 100 h 240"/>
                <a:gd name="T6" fmla="*/ 472 w 498"/>
                <a:gd name="T7" fmla="*/ 97 h 240"/>
                <a:gd name="T8" fmla="*/ 494 w 498"/>
                <a:gd name="T9" fmla="*/ 117 h 240"/>
                <a:gd name="T10" fmla="*/ 495 w 498"/>
                <a:gd name="T11" fmla="*/ 129 h 240"/>
                <a:gd name="T12" fmla="*/ 475 w 498"/>
                <a:gd name="T13" fmla="*/ 127 h 240"/>
                <a:gd name="T14" fmla="*/ 456 w 498"/>
                <a:gd name="T15" fmla="*/ 136 h 240"/>
                <a:gd name="T16" fmla="*/ 443 w 498"/>
                <a:gd name="T17" fmla="*/ 140 h 240"/>
                <a:gd name="T18" fmla="*/ 433 w 498"/>
                <a:gd name="T19" fmla="*/ 155 h 240"/>
                <a:gd name="T20" fmla="*/ 417 w 498"/>
                <a:gd name="T21" fmla="*/ 155 h 240"/>
                <a:gd name="T22" fmla="*/ 392 w 498"/>
                <a:gd name="T23" fmla="*/ 169 h 240"/>
                <a:gd name="T24" fmla="*/ 376 w 498"/>
                <a:gd name="T25" fmla="*/ 164 h 240"/>
                <a:gd name="T26" fmla="*/ 367 w 498"/>
                <a:gd name="T27" fmla="*/ 179 h 240"/>
                <a:gd name="T28" fmla="*/ 375 w 498"/>
                <a:gd name="T29" fmla="*/ 194 h 240"/>
                <a:gd name="T30" fmla="*/ 351 w 498"/>
                <a:gd name="T31" fmla="*/ 213 h 240"/>
                <a:gd name="T32" fmla="*/ 324 w 498"/>
                <a:gd name="T33" fmla="*/ 221 h 240"/>
                <a:gd name="T34" fmla="*/ 290 w 498"/>
                <a:gd name="T35" fmla="*/ 228 h 240"/>
                <a:gd name="T36" fmla="*/ 267 w 498"/>
                <a:gd name="T37" fmla="*/ 239 h 240"/>
                <a:gd name="T38" fmla="*/ 255 w 498"/>
                <a:gd name="T39" fmla="*/ 234 h 240"/>
                <a:gd name="T40" fmla="*/ 226 w 498"/>
                <a:gd name="T41" fmla="*/ 226 h 240"/>
                <a:gd name="T42" fmla="*/ 196 w 498"/>
                <a:gd name="T43" fmla="*/ 218 h 240"/>
                <a:gd name="T44" fmla="*/ 155 w 498"/>
                <a:gd name="T45" fmla="*/ 217 h 240"/>
                <a:gd name="T46" fmla="*/ 126 w 498"/>
                <a:gd name="T47" fmla="*/ 208 h 240"/>
                <a:gd name="T48" fmla="*/ 104 w 498"/>
                <a:gd name="T49" fmla="*/ 178 h 240"/>
                <a:gd name="T50" fmla="*/ 76 w 498"/>
                <a:gd name="T51" fmla="*/ 164 h 240"/>
                <a:gd name="T52" fmla="*/ 46 w 498"/>
                <a:gd name="T53" fmla="*/ 159 h 240"/>
                <a:gd name="T54" fmla="*/ 47 w 498"/>
                <a:gd name="T55" fmla="*/ 147 h 240"/>
                <a:gd name="T56" fmla="*/ 48 w 498"/>
                <a:gd name="T57" fmla="*/ 124 h 240"/>
                <a:gd name="T58" fmla="*/ 30 w 498"/>
                <a:gd name="T59" fmla="*/ 100 h 240"/>
                <a:gd name="T60" fmla="*/ 5 w 498"/>
                <a:gd name="T61" fmla="*/ 85 h 240"/>
                <a:gd name="T62" fmla="*/ 0 w 498"/>
                <a:gd name="T63" fmla="*/ 69 h 240"/>
                <a:gd name="T64" fmla="*/ 20 w 498"/>
                <a:gd name="T65" fmla="*/ 61 h 240"/>
                <a:gd name="T66" fmla="*/ 36 w 498"/>
                <a:gd name="T67" fmla="*/ 47 h 240"/>
                <a:gd name="T68" fmla="*/ 67 w 498"/>
                <a:gd name="T69" fmla="*/ 32 h 240"/>
                <a:gd name="T70" fmla="*/ 99 w 498"/>
                <a:gd name="T71" fmla="*/ 37 h 240"/>
                <a:gd name="T72" fmla="*/ 122 w 498"/>
                <a:gd name="T73" fmla="*/ 51 h 240"/>
                <a:gd name="T74" fmla="*/ 141 w 498"/>
                <a:gd name="T75" fmla="*/ 54 h 240"/>
                <a:gd name="T76" fmla="*/ 156 w 498"/>
                <a:gd name="T77" fmla="*/ 51 h 240"/>
                <a:gd name="T78" fmla="*/ 159 w 498"/>
                <a:gd name="T79" fmla="*/ 33 h 240"/>
                <a:gd name="T80" fmla="*/ 172 w 498"/>
                <a:gd name="T81" fmla="*/ 0 h 240"/>
                <a:gd name="T82" fmla="*/ 205 w 498"/>
                <a:gd name="T83" fmla="*/ 9 h 240"/>
                <a:gd name="T84" fmla="*/ 223 w 498"/>
                <a:gd name="T85" fmla="*/ 19 h 240"/>
                <a:gd name="T86" fmla="*/ 230 w 498"/>
                <a:gd name="T87" fmla="*/ 39 h 240"/>
                <a:gd name="T88" fmla="*/ 270 w 498"/>
                <a:gd name="T89" fmla="*/ 40 h 240"/>
                <a:gd name="T90" fmla="*/ 303 w 498"/>
                <a:gd name="T91" fmla="*/ 51 h 240"/>
                <a:gd name="T92" fmla="*/ 330 w 498"/>
                <a:gd name="T93" fmla="*/ 65 h 240"/>
                <a:gd name="T94" fmla="*/ 359 w 498"/>
                <a:gd name="T95" fmla="*/ 67 h 240"/>
                <a:gd name="T96" fmla="*/ 384 w 498"/>
                <a:gd name="T97" fmla="*/ 63 h 240"/>
                <a:gd name="T98" fmla="*/ 401 w 498"/>
                <a:gd name="T99" fmla="*/ 49 h 240"/>
                <a:gd name="T100" fmla="*/ 421 w 498"/>
                <a:gd name="T101" fmla="*/ 45 h 240"/>
                <a:gd name="T102" fmla="*/ 443 w 498"/>
                <a:gd name="T103" fmla="*/ 50 h 24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98"/>
                <a:gd name="T157" fmla="*/ 0 h 240"/>
                <a:gd name="T158" fmla="*/ 498 w 498"/>
                <a:gd name="T159" fmla="*/ 240 h 24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98" h="240">
                  <a:moveTo>
                    <a:pt x="451" y="52"/>
                  </a:moveTo>
                  <a:lnTo>
                    <a:pt x="448" y="55"/>
                  </a:lnTo>
                  <a:lnTo>
                    <a:pt x="443" y="68"/>
                  </a:lnTo>
                  <a:lnTo>
                    <a:pt x="435" y="90"/>
                  </a:lnTo>
                  <a:lnTo>
                    <a:pt x="432" y="95"/>
                  </a:lnTo>
                  <a:lnTo>
                    <a:pt x="434" y="104"/>
                  </a:lnTo>
                  <a:lnTo>
                    <a:pt x="435" y="105"/>
                  </a:lnTo>
                  <a:lnTo>
                    <a:pt x="437" y="104"/>
                  </a:lnTo>
                  <a:lnTo>
                    <a:pt x="443" y="100"/>
                  </a:lnTo>
                  <a:lnTo>
                    <a:pt x="449" y="99"/>
                  </a:lnTo>
                  <a:lnTo>
                    <a:pt x="453" y="99"/>
                  </a:lnTo>
                  <a:lnTo>
                    <a:pt x="455" y="100"/>
                  </a:lnTo>
                  <a:lnTo>
                    <a:pt x="458" y="105"/>
                  </a:lnTo>
                  <a:lnTo>
                    <a:pt x="460" y="105"/>
                  </a:lnTo>
                  <a:lnTo>
                    <a:pt x="469" y="97"/>
                  </a:lnTo>
                  <a:lnTo>
                    <a:pt x="472" y="97"/>
                  </a:lnTo>
                  <a:lnTo>
                    <a:pt x="478" y="99"/>
                  </a:lnTo>
                  <a:lnTo>
                    <a:pt x="482" y="101"/>
                  </a:lnTo>
                  <a:lnTo>
                    <a:pt x="487" y="107"/>
                  </a:lnTo>
                  <a:lnTo>
                    <a:pt x="494" y="117"/>
                  </a:lnTo>
                  <a:lnTo>
                    <a:pt x="498" y="122"/>
                  </a:lnTo>
                  <a:lnTo>
                    <a:pt x="498" y="124"/>
                  </a:lnTo>
                  <a:lnTo>
                    <a:pt x="498" y="127"/>
                  </a:lnTo>
                  <a:lnTo>
                    <a:pt x="495" y="129"/>
                  </a:lnTo>
                  <a:lnTo>
                    <a:pt x="491" y="128"/>
                  </a:lnTo>
                  <a:lnTo>
                    <a:pt x="484" y="128"/>
                  </a:lnTo>
                  <a:lnTo>
                    <a:pt x="481" y="127"/>
                  </a:lnTo>
                  <a:lnTo>
                    <a:pt x="475" y="127"/>
                  </a:lnTo>
                  <a:lnTo>
                    <a:pt x="468" y="129"/>
                  </a:lnTo>
                  <a:lnTo>
                    <a:pt x="464" y="131"/>
                  </a:lnTo>
                  <a:lnTo>
                    <a:pt x="458" y="134"/>
                  </a:lnTo>
                  <a:lnTo>
                    <a:pt x="456" y="136"/>
                  </a:lnTo>
                  <a:lnTo>
                    <a:pt x="453" y="134"/>
                  </a:lnTo>
                  <a:lnTo>
                    <a:pt x="449" y="135"/>
                  </a:lnTo>
                  <a:lnTo>
                    <a:pt x="446" y="137"/>
                  </a:lnTo>
                  <a:lnTo>
                    <a:pt x="443" y="140"/>
                  </a:lnTo>
                  <a:lnTo>
                    <a:pt x="441" y="149"/>
                  </a:lnTo>
                  <a:lnTo>
                    <a:pt x="440" y="151"/>
                  </a:lnTo>
                  <a:lnTo>
                    <a:pt x="437" y="153"/>
                  </a:lnTo>
                  <a:lnTo>
                    <a:pt x="433" y="155"/>
                  </a:lnTo>
                  <a:lnTo>
                    <a:pt x="426" y="156"/>
                  </a:lnTo>
                  <a:lnTo>
                    <a:pt x="422" y="156"/>
                  </a:lnTo>
                  <a:lnTo>
                    <a:pt x="419" y="156"/>
                  </a:lnTo>
                  <a:lnTo>
                    <a:pt x="417" y="155"/>
                  </a:lnTo>
                  <a:lnTo>
                    <a:pt x="409" y="165"/>
                  </a:lnTo>
                  <a:lnTo>
                    <a:pt x="404" y="169"/>
                  </a:lnTo>
                  <a:lnTo>
                    <a:pt x="398" y="169"/>
                  </a:lnTo>
                  <a:lnTo>
                    <a:pt x="392" y="169"/>
                  </a:lnTo>
                  <a:lnTo>
                    <a:pt x="388" y="168"/>
                  </a:lnTo>
                  <a:lnTo>
                    <a:pt x="383" y="165"/>
                  </a:lnTo>
                  <a:lnTo>
                    <a:pt x="378" y="163"/>
                  </a:lnTo>
                  <a:lnTo>
                    <a:pt x="376" y="164"/>
                  </a:lnTo>
                  <a:lnTo>
                    <a:pt x="372" y="166"/>
                  </a:lnTo>
                  <a:lnTo>
                    <a:pt x="368" y="172"/>
                  </a:lnTo>
                  <a:lnTo>
                    <a:pt x="367" y="176"/>
                  </a:lnTo>
                  <a:lnTo>
                    <a:pt x="367" y="179"/>
                  </a:lnTo>
                  <a:lnTo>
                    <a:pt x="370" y="185"/>
                  </a:lnTo>
                  <a:lnTo>
                    <a:pt x="374" y="189"/>
                  </a:lnTo>
                  <a:lnTo>
                    <a:pt x="375" y="191"/>
                  </a:lnTo>
                  <a:lnTo>
                    <a:pt x="375" y="194"/>
                  </a:lnTo>
                  <a:lnTo>
                    <a:pt x="372" y="196"/>
                  </a:lnTo>
                  <a:lnTo>
                    <a:pt x="364" y="199"/>
                  </a:lnTo>
                  <a:lnTo>
                    <a:pt x="359" y="203"/>
                  </a:lnTo>
                  <a:lnTo>
                    <a:pt x="351" y="213"/>
                  </a:lnTo>
                  <a:lnTo>
                    <a:pt x="349" y="214"/>
                  </a:lnTo>
                  <a:lnTo>
                    <a:pt x="335" y="221"/>
                  </a:lnTo>
                  <a:lnTo>
                    <a:pt x="331" y="222"/>
                  </a:lnTo>
                  <a:lnTo>
                    <a:pt x="324" y="221"/>
                  </a:lnTo>
                  <a:lnTo>
                    <a:pt x="313" y="222"/>
                  </a:lnTo>
                  <a:lnTo>
                    <a:pt x="304" y="222"/>
                  </a:lnTo>
                  <a:lnTo>
                    <a:pt x="295" y="225"/>
                  </a:lnTo>
                  <a:lnTo>
                    <a:pt x="290" y="228"/>
                  </a:lnTo>
                  <a:lnTo>
                    <a:pt x="285" y="230"/>
                  </a:lnTo>
                  <a:lnTo>
                    <a:pt x="282" y="231"/>
                  </a:lnTo>
                  <a:lnTo>
                    <a:pt x="272" y="237"/>
                  </a:lnTo>
                  <a:lnTo>
                    <a:pt x="267" y="239"/>
                  </a:lnTo>
                  <a:lnTo>
                    <a:pt x="264" y="240"/>
                  </a:lnTo>
                  <a:lnTo>
                    <a:pt x="261" y="238"/>
                  </a:lnTo>
                  <a:lnTo>
                    <a:pt x="259" y="235"/>
                  </a:lnTo>
                  <a:lnTo>
                    <a:pt x="255" y="234"/>
                  </a:lnTo>
                  <a:lnTo>
                    <a:pt x="250" y="235"/>
                  </a:lnTo>
                  <a:lnTo>
                    <a:pt x="244" y="233"/>
                  </a:lnTo>
                  <a:lnTo>
                    <a:pt x="232" y="229"/>
                  </a:lnTo>
                  <a:lnTo>
                    <a:pt x="226" y="226"/>
                  </a:lnTo>
                  <a:lnTo>
                    <a:pt x="220" y="221"/>
                  </a:lnTo>
                  <a:lnTo>
                    <a:pt x="216" y="219"/>
                  </a:lnTo>
                  <a:lnTo>
                    <a:pt x="204" y="218"/>
                  </a:lnTo>
                  <a:lnTo>
                    <a:pt x="196" y="218"/>
                  </a:lnTo>
                  <a:lnTo>
                    <a:pt x="189" y="218"/>
                  </a:lnTo>
                  <a:lnTo>
                    <a:pt x="169" y="218"/>
                  </a:lnTo>
                  <a:lnTo>
                    <a:pt x="161" y="218"/>
                  </a:lnTo>
                  <a:lnTo>
                    <a:pt x="155" y="217"/>
                  </a:lnTo>
                  <a:lnTo>
                    <a:pt x="147" y="215"/>
                  </a:lnTo>
                  <a:lnTo>
                    <a:pt x="133" y="215"/>
                  </a:lnTo>
                  <a:lnTo>
                    <a:pt x="130" y="213"/>
                  </a:lnTo>
                  <a:lnTo>
                    <a:pt x="126" y="208"/>
                  </a:lnTo>
                  <a:lnTo>
                    <a:pt x="115" y="187"/>
                  </a:lnTo>
                  <a:lnTo>
                    <a:pt x="115" y="182"/>
                  </a:lnTo>
                  <a:lnTo>
                    <a:pt x="109" y="181"/>
                  </a:lnTo>
                  <a:lnTo>
                    <a:pt x="104" y="178"/>
                  </a:lnTo>
                  <a:lnTo>
                    <a:pt x="92" y="170"/>
                  </a:lnTo>
                  <a:lnTo>
                    <a:pt x="88" y="168"/>
                  </a:lnTo>
                  <a:lnTo>
                    <a:pt x="80" y="165"/>
                  </a:lnTo>
                  <a:lnTo>
                    <a:pt x="76" y="164"/>
                  </a:lnTo>
                  <a:lnTo>
                    <a:pt x="69" y="164"/>
                  </a:lnTo>
                  <a:lnTo>
                    <a:pt x="59" y="164"/>
                  </a:lnTo>
                  <a:lnTo>
                    <a:pt x="51" y="162"/>
                  </a:lnTo>
                  <a:lnTo>
                    <a:pt x="46" y="159"/>
                  </a:lnTo>
                  <a:lnTo>
                    <a:pt x="44" y="156"/>
                  </a:lnTo>
                  <a:lnTo>
                    <a:pt x="44" y="152"/>
                  </a:lnTo>
                  <a:lnTo>
                    <a:pt x="44" y="151"/>
                  </a:lnTo>
                  <a:lnTo>
                    <a:pt x="47" y="147"/>
                  </a:lnTo>
                  <a:lnTo>
                    <a:pt x="48" y="143"/>
                  </a:lnTo>
                  <a:lnTo>
                    <a:pt x="49" y="136"/>
                  </a:lnTo>
                  <a:lnTo>
                    <a:pt x="51" y="131"/>
                  </a:lnTo>
                  <a:lnTo>
                    <a:pt x="48" y="124"/>
                  </a:lnTo>
                  <a:lnTo>
                    <a:pt x="41" y="109"/>
                  </a:lnTo>
                  <a:lnTo>
                    <a:pt x="37" y="103"/>
                  </a:lnTo>
                  <a:lnTo>
                    <a:pt x="34" y="102"/>
                  </a:lnTo>
                  <a:lnTo>
                    <a:pt x="30" y="100"/>
                  </a:lnTo>
                  <a:lnTo>
                    <a:pt x="25" y="98"/>
                  </a:lnTo>
                  <a:lnTo>
                    <a:pt x="20" y="98"/>
                  </a:lnTo>
                  <a:lnTo>
                    <a:pt x="15" y="93"/>
                  </a:lnTo>
                  <a:lnTo>
                    <a:pt x="5" y="85"/>
                  </a:lnTo>
                  <a:lnTo>
                    <a:pt x="2" y="81"/>
                  </a:lnTo>
                  <a:lnTo>
                    <a:pt x="1" y="75"/>
                  </a:lnTo>
                  <a:lnTo>
                    <a:pt x="0" y="70"/>
                  </a:lnTo>
                  <a:lnTo>
                    <a:pt x="0" y="69"/>
                  </a:lnTo>
                  <a:lnTo>
                    <a:pt x="1" y="68"/>
                  </a:lnTo>
                  <a:lnTo>
                    <a:pt x="6" y="64"/>
                  </a:lnTo>
                  <a:lnTo>
                    <a:pt x="11" y="62"/>
                  </a:lnTo>
                  <a:lnTo>
                    <a:pt x="20" y="61"/>
                  </a:lnTo>
                  <a:lnTo>
                    <a:pt x="25" y="59"/>
                  </a:lnTo>
                  <a:lnTo>
                    <a:pt x="30" y="55"/>
                  </a:lnTo>
                  <a:lnTo>
                    <a:pt x="36" y="47"/>
                  </a:lnTo>
                  <a:lnTo>
                    <a:pt x="42" y="43"/>
                  </a:lnTo>
                  <a:lnTo>
                    <a:pt x="50" y="39"/>
                  </a:lnTo>
                  <a:lnTo>
                    <a:pt x="61" y="34"/>
                  </a:lnTo>
                  <a:lnTo>
                    <a:pt x="67" y="32"/>
                  </a:lnTo>
                  <a:lnTo>
                    <a:pt x="73" y="33"/>
                  </a:lnTo>
                  <a:lnTo>
                    <a:pt x="80" y="35"/>
                  </a:lnTo>
                  <a:lnTo>
                    <a:pt x="93" y="36"/>
                  </a:lnTo>
                  <a:lnTo>
                    <a:pt x="99" y="37"/>
                  </a:lnTo>
                  <a:lnTo>
                    <a:pt x="104" y="45"/>
                  </a:lnTo>
                  <a:lnTo>
                    <a:pt x="106" y="50"/>
                  </a:lnTo>
                  <a:lnTo>
                    <a:pt x="111" y="51"/>
                  </a:lnTo>
                  <a:lnTo>
                    <a:pt x="122" y="51"/>
                  </a:lnTo>
                  <a:lnTo>
                    <a:pt x="126" y="52"/>
                  </a:lnTo>
                  <a:lnTo>
                    <a:pt x="132" y="52"/>
                  </a:lnTo>
                  <a:lnTo>
                    <a:pt x="138" y="52"/>
                  </a:lnTo>
                  <a:lnTo>
                    <a:pt x="141" y="54"/>
                  </a:lnTo>
                  <a:lnTo>
                    <a:pt x="145" y="56"/>
                  </a:lnTo>
                  <a:lnTo>
                    <a:pt x="149" y="56"/>
                  </a:lnTo>
                  <a:lnTo>
                    <a:pt x="154" y="52"/>
                  </a:lnTo>
                  <a:lnTo>
                    <a:pt x="156" y="51"/>
                  </a:lnTo>
                  <a:lnTo>
                    <a:pt x="161" y="45"/>
                  </a:lnTo>
                  <a:lnTo>
                    <a:pt x="163" y="39"/>
                  </a:lnTo>
                  <a:lnTo>
                    <a:pt x="162" y="36"/>
                  </a:lnTo>
                  <a:lnTo>
                    <a:pt x="159" y="33"/>
                  </a:lnTo>
                  <a:lnTo>
                    <a:pt x="156" y="23"/>
                  </a:lnTo>
                  <a:lnTo>
                    <a:pt x="157" y="20"/>
                  </a:lnTo>
                  <a:lnTo>
                    <a:pt x="163" y="11"/>
                  </a:lnTo>
                  <a:lnTo>
                    <a:pt x="172" y="0"/>
                  </a:lnTo>
                  <a:lnTo>
                    <a:pt x="178" y="2"/>
                  </a:lnTo>
                  <a:lnTo>
                    <a:pt x="185" y="3"/>
                  </a:lnTo>
                  <a:lnTo>
                    <a:pt x="193" y="5"/>
                  </a:lnTo>
                  <a:lnTo>
                    <a:pt x="205" y="9"/>
                  </a:lnTo>
                  <a:lnTo>
                    <a:pt x="210" y="12"/>
                  </a:lnTo>
                  <a:lnTo>
                    <a:pt x="216" y="15"/>
                  </a:lnTo>
                  <a:lnTo>
                    <a:pt x="222" y="17"/>
                  </a:lnTo>
                  <a:lnTo>
                    <a:pt x="223" y="19"/>
                  </a:lnTo>
                  <a:lnTo>
                    <a:pt x="223" y="25"/>
                  </a:lnTo>
                  <a:lnTo>
                    <a:pt x="224" y="31"/>
                  </a:lnTo>
                  <a:lnTo>
                    <a:pt x="227" y="35"/>
                  </a:lnTo>
                  <a:lnTo>
                    <a:pt x="230" y="39"/>
                  </a:lnTo>
                  <a:lnTo>
                    <a:pt x="242" y="45"/>
                  </a:lnTo>
                  <a:lnTo>
                    <a:pt x="246" y="47"/>
                  </a:lnTo>
                  <a:lnTo>
                    <a:pt x="264" y="40"/>
                  </a:lnTo>
                  <a:lnTo>
                    <a:pt x="270" y="40"/>
                  </a:lnTo>
                  <a:lnTo>
                    <a:pt x="278" y="40"/>
                  </a:lnTo>
                  <a:lnTo>
                    <a:pt x="288" y="40"/>
                  </a:lnTo>
                  <a:lnTo>
                    <a:pt x="293" y="43"/>
                  </a:lnTo>
                  <a:lnTo>
                    <a:pt x="303" y="51"/>
                  </a:lnTo>
                  <a:lnTo>
                    <a:pt x="307" y="55"/>
                  </a:lnTo>
                  <a:lnTo>
                    <a:pt x="315" y="58"/>
                  </a:lnTo>
                  <a:lnTo>
                    <a:pt x="320" y="62"/>
                  </a:lnTo>
                  <a:lnTo>
                    <a:pt x="330" y="65"/>
                  </a:lnTo>
                  <a:lnTo>
                    <a:pt x="336" y="67"/>
                  </a:lnTo>
                  <a:lnTo>
                    <a:pt x="343" y="68"/>
                  </a:lnTo>
                  <a:lnTo>
                    <a:pt x="348" y="69"/>
                  </a:lnTo>
                  <a:lnTo>
                    <a:pt x="359" y="67"/>
                  </a:lnTo>
                  <a:lnTo>
                    <a:pt x="366" y="67"/>
                  </a:lnTo>
                  <a:lnTo>
                    <a:pt x="370" y="66"/>
                  </a:lnTo>
                  <a:lnTo>
                    <a:pt x="377" y="65"/>
                  </a:lnTo>
                  <a:lnTo>
                    <a:pt x="384" y="63"/>
                  </a:lnTo>
                  <a:lnTo>
                    <a:pt x="388" y="62"/>
                  </a:lnTo>
                  <a:lnTo>
                    <a:pt x="393" y="59"/>
                  </a:lnTo>
                  <a:lnTo>
                    <a:pt x="396" y="54"/>
                  </a:lnTo>
                  <a:lnTo>
                    <a:pt x="401" y="49"/>
                  </a:lnTo>
                  <a:lnTo>
                    <a:pt x="409" y="44"/>
                  </a:lnTo>
                  <a:lnTo>
                    <a:pt x="411" y="44"/>
                  </a:lnTo>
                  <a:lnTo>
                    <a:pt x="416" y="43"/>
                  </a:lnTo>
                  <a:lnTo>
                    <a:pt x="421" y="45"/>
                  </a:lnTo>
                  <a:lnTo>
                    <a:pt x="426" y="50"/>
                  </a:lnTo>
                  <a:lnTo>
                    <a:pt x="428" y="52"/>
                  </a:lnTo>
                  <a:lnTo>
                    <a:pt x="435" y="54"/>
                  </a:lnTo>
                  <a:lnTo>
                    <a:pt x="443" y="50"/>
                  </a:lnTo>
                  <a:lnTo>
                    <a:pt x="447" y="50"/>
                  </a:lnTo>
                  <a:lnTo>
                    <a:pt x="451" y="5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6" name="Freeform 25"/>
            <p:cNvSpPr>
              <a:spLocks/>
            </p:cNvSpPr>
            <p:nvPr/>
          </p:nvSpPr>
          <p:spPr bwMode="gray">
            <a:xfrm>
              <a:off x="3943350" y="3721101"/>
              <a:ext cx="415925" cy="381000"/>
            </a:xfrm>
            <a:custGeom>
              <a:avLst/>
              <a:gdLst>
                <a:gd name="T0" fmla="*/ 101 w 262"/>
                <a:gd name="T1" fmla="*/ 235 h 240"/>
                <a:gd name="T2" fmla="*/ 91 w 262"/>
                <a:gd name="T3" fmla="*/ 223 h 240"/>
                <a:gd name="T4" fmla="*/ 90 w 262"/>
                <a:gd name="T5" fmla="*/ 214 h 240"/>
                <a:gd name="T6" fmla="*/ 68 w 262"/>
                <a:gd name="T7" fmla="*/ 214 h 240"/>
                <a:gd name="T8" fmla="*/ 51 w 262"/>
                <a:gd name="T9" fmla="*/ 214 h 240"/>
                <a:gd name="T10" fmla="*/ 34 w 262"/>
                <a:gd name="T11" fmla="*/ 216 h 240"/>
                <a:gd name="T12" fmla="*/ 11 w 262"/>
                <a:gd name="T13" fmla="*/ 218 h 240"/>
                <a:gd name="T14" fmla="*/ 17 w 262"/>
                <a:gd name="T15" fmla="*/ 199 h 240"/>
                <a:gd name="T16" fmla="*/ 36 w 262"/>
                <a:gd name="T17" fmla="*/ 192 h 240"/>
                <a:gd name="T18" fmla="*/ 31 w 262"/>
                <a:gd name="T19" fmla="*/ 180 h 240"/>
                <a:gd name="T20" fmla="*/ 26 w 262"/>
                <a:gd name="T21" fmla="*/ 161 h 240"/>
                <a:gd name="T22" fmla="*/ 5 w 262"/>
                <a:gd name="T23" fmla="*/ 143 h 240"/>
                <a:gd name="T24" fmla="*/ 18 w 262"/>
                <a:gd name="T25" fmla="*/ 140 h 240"/>
                <a:gd name="T26" fmla="*/ 41 w 262"/>
                <a:gd name="T27" fmla="*/ 141 h 240"/>
                <a:gd name="T28" fmla="*/ 66 w 262"/>
                <a:gd name="T29" fmla="*/ 139 h 240"/>
                <a:gd name="T30" fmla="*/ 84 w 262"/>
                <a:gd name="T31" fmla="*/ 133 h 240"/>
                <a:gd name="T32" fmla="*/ 91 w 262"/>
                <a:gd name="T33" fmla="*/ 113 h 240"/>
                <a:gd name="T34" fmla="*/ 105 w 262"/>
                <a:gd name="T35" fmla="*/ 109 h 240"/>
                <a:gd name="T36" fmla="*/ 115 w 262"/>
                <a:gd name="T37" fmla="*/ 99 h 240"/>
                <a:gd name="T38" fmla="*/ 130 w 262"/>
                <a:gd name="T39" fmla="*/ 98 h 240"/>
                <a:gd name="T40" fmla="*/ 135 w 262"/>
                <a:gd name="T41" fmla="*/ 77 h 240"/>
                <a:gd name="T42" fmla="*/ 146 w 262"/>
                <a:gd name="T43" fmla="*/ 73 h 240"/>
                <a:gd name="T44" fmla="*/ 143 w 262"/>
                <a:gd name="T45" fmla="*/ 62 h 240"/>
                <a:gd name="T46" fmla="*/ 155 w 262"/>
                <a:gd name="T47" fmla="*/ 59 h 240"/>
                <a:gd name="T48" fmla="*/ 159 w 262"/>
                <a:gd name="T49" fmla="*/ 48 h 240"/>
                <a:gd name="T50" fmla="*/ 168 w 262"/>
                <a:gd name="T51" fmla="*/ 36 h 240"/>
                <a:gd name="T52" fmla="*/ 166 w 262"/>
                <a:gd name="T53" fmla="*/ 23 h 240"/>
                <a:gd name="T54" fmla="*/ 168 w 262"/>
                <a:gd name="T55" fmla="*/ 13 h 240"/>
                <a:gd name="T56" fmla="*/ 180 w 262"/>
                <a:gd name="T57" fmla="*/ 5 h 240"/>
                <a:gd name="T58" fmla="*/ 204 w 262"/>
                <a:gd name="T59" fmla="*/ 3 h 240"/>
                <a:gd name="T60" fmla="*/ 213 w 262"/>
                <a:gd name="T61" fmla="*/ 0 h 240"/>
                <a:gd name="T62" fmla="*/ 220 w 262"/>
                <a:gd name="T63" fmla="*/ 1 h 240"/>
                <a:gd name="T64" fmla="*/ 230 w 262"/>
                <a:gd name="T65" fmla="*/ 4 h 240"/>
                <a:gd name="T66" fmla="*/ 233 w 262"/>
                <a:gd name="T67" fmla="*/ 18 h 240"/>
                <a:gd name="T68" fmla="*/ 242 w 262"/>
                <a:gd name="T69" fmla="*/ 21 h 240"/>
                <a:gd name="T70" fmla="*/ 249 w 262"/>
                <a:gd name="T71" fmla="*/ 28 h 240"/>
                <a:gd name="T72" fmla="*/ 260 w 262"/>
                <a:gd name="T73" fmla="*/ 32 h 240"/>
                <a:gd name="T74" fmla="*/ 251 w 262"/>
                <a:gd name="T75" fmla="*/ 44 h 240"/>
                <a:gd name="T76" fmla="*/ 241 w 262"/>
                <a:gd name="T77" fmla="*/ 44 h 240"/>
                <a:gd name="T78" fmla="*/ 227 w 262"/>
                <a:gd name="T79" fmla="*/ 47 h 240"/>
                <a:gd name="T80" fmla="*/ 202 w 262"/>
                <a:gd name="T81" fmla="*/ 50 h 240"/>
                <a:gd name="T82" fmla="*/ 204 w 262"/>
                <a:gd name="T83" fmla="*/ 55 h 240"/>
                <a:gd name="T84" fmla="*/ 206 w 262"/>
                <a:gd name="T85" fmla="*/ 61 h 240"/>
                <a:gd name="T86" fmla="*/ 205 w 262"/>
                <a:gd name="T87" fmla="*/ 71 h 240"/>
                <a:gd name="T88" fmla="*/ 216 w 262"/>
                <a:gd name="T89" fmla="*/ 80 h 240"/>
                <a:gd name="T90" fmla="*/ 227 w 262"/>
                <a:gd name="T91" fmla="*/ 89 h 240"/>
                <a:gd name="T92" fmla="*/ 217 w 262"/>
                <a:gd name="T93" fmla="*/ 96 h 240"/>
                <a:gd name="T94" fmla="*/ 213 w 262"/>
                <a:gd name="T95" fmla="*/ 112 h 240"/>
                <a:gd name="T96" fmla="*/ 198 w 262"/>
                <a:gd name="T97" fmla="*/ 131 h 240"/>
                <a:gd name="T98" fmla="*/ 180 w 262"/>
                <a:gd name="T99" fmla="*/ 153 h 240"/>
                <a:gd name="T100" fmla="*/ 172 w 262"/>
                <a:gd name="T101" fmla="*/ 168 h 240"/>
                <a:gd name="T102" fmla="*/ 153 w 262"/>
                <a:gd name="T103" fmla="*/ 171 h 240"/>
                <a:gd name="T104" fmla="*/ 144 w 262"/>
                <a:gd name="T105" fmla="*/ 170 h 240"/>
                <a:gd name="T106" fmla="*/ 135 w 262"/>
                <a:gd name="T107" fmla="*/ 187 h 240"/>
                <a:gd name="T108" fmla="*/ 146 w 262"/>
                <a:gd name="T109" fmla="*/ 192 h 240"/>
                <a:gd name="T110" fmla="*/ 149 w 262"/>
                <a:gd name="T111" fmla="*/ 208 h 240"/>
                <a:gd name="T112" fmla="*/ 160 w 262"/>
                <a:gd name="T113" fmla="*/ 225 h 240"/>
                <a:gd name="T114" fmla="*/ 156 w 262"/>
                <a:gd name="T115" fmla="*/ 231 h 240"/>
                <a:gd name="T116" fmla="*/ 145 w 262"/>
                <a:gd name="T117" fmla="*/ 231 h 240"/>
                <a:gd name="T118" fmla="*/ 131 w 262"/>
                <a:gd name="T119" fmla="*/ 231 h 240"/>
                <a:gd name="T120" fmla="*/ 117 w 262"/>
                <a:gd name="T121" fmla="*/ 237 h 24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62"/>
                <a:gd name="T184" fmla="*/ 0 h 240"/>
                <a:gd name="T185" fmla="*/ 262 w 262"/>
                <a:gd name="T186" fmla="*/ 240 h 24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62" h="240">
                  <a:moveTo>
                    <a:pt x="112" y="240"/>
                  </a:moveTo>
                  <a:lnTo>
                    <a:pt x="107" y="239"/>
                  </a:lnTo>
                  <a:lnTo>
                    <a:pt x="104" y="237"/>
                  </a:lnTo>
                  <a:lnTo>
                    <a:pt x="101" y="235"/>
                  </a:lnTo>
                  <a:lnTo>
                    <a:pt x="99" y="226"/>
                  </a:lnTo>
                  <a:lnTo>
                    <a:pt x="98" y="225"/>
                  </a:lnTo>
                  <a:lnTo>
                    <a:pt x="96" y="224"/>
                  </a:lnTo>
                  <a:lnTo>
                    <a:pt x="91" y="223"/>
                  </a:lnTo>
                  <a:lnTo>
                    <a:pt x="91" y="221"/>
                  </a:lnTo>
                  <a:lnTo>
                    <a:pt x="91" y="217"/>
                  </a:lnTo>
                  <a:lnTo>
                    <a:pt x="90" y="214"/>
                  </a:lnTo>
                  <a:lnTo>
                    <a:pt x="87" y="211"/>
                  </a:lnTo>
                  <a:lnTo>
                    <a:pt x="85" y="211"/>
                  </a:lnTo>
                  <a:lnTo>
                    <a:pt x="77" y="214"/>
                  </a:lnTo>
                  <a:lnTo>
                    <a:pt x="68" y="214"/>
                  </a:lnTo>
                  <a:lnTo>
                    <a:pt x="62" y="215"/>
                  </a:lnTo>
                  <a:lnTo>
                    <a:pt x="56" y="216"/>
                  </a:lnTo>
                  <a:lnTo>
                    <a:pt x="53" y="215"/>
                  </a:lnTo>
                  <a:lnTo>
                    <a:pt x="51" y="214"/>
                  </a:lnTo>
                  <a:lnTo>
                    <a:pt x="50" y="212"/>
                  </a:lnTo>
                  <a:lnTo>
                    <a:pt x="44" y="213"/>
                  </a:lnTo>
                  <a:lnTo>
                    <a:pt x="40" y="216"/>
                  </a:lnTo>
                  <a:lnTo>
                    <a:pt x="34" y="216"/>
                  </a:lnTo>
                  <a:lnTo>
                    <a:pt x="25" y="216"/>
                  </a:lnTo>
                  <a:lnTo>
                    <a:pt x="20" y="217"/>
                  </a:lnTo>
                  <a:lnTo>
                    <a:pt x="15" y="218"/>
                  </a:lnTo>
                  <a:lnTo>
                    <a:pt x="11" y="218"/>
                  </a:lnTo>
                  <a:lnTo>
                    <a:pt x="13" y="211"/>
                  </a:lnTo>
                  <a:lnTo>
                    <a:pt x="13" y="208"/>
                  </a:lnTo>
                  <a:lnTo>
                    <a:pt x="15" y="202"/>
                  </a:lnTo>
                  <a:lnTo>
                    <a:pt x="17" y="199"/>
                  </a:lnTo>
                  <a:lnTo>
                    <a:pt x="23" y="195"/>
                  </a:lnTo>
                  <a:lnTo>
                    <a:pt x="28" y="193"/>
                  </a:lnTo>
                  <a:lnTo>
                    <a:pt x="34" y="193"/>
                  </a:lnTo>
                  <a:lnTo>
                    <a:pt x="36" y="192"/>
                  </a:lnTo>
                  <a:lnTo>
                    <a:pt x="37" y="190"/>
                  </a:lnTo>
                  <a:lnTo>
                    <a:pt x="38" y="183"/>
                  </a:lnTo>
                  <a:lnTo>
                    <a:pt x="36" y="180"/>
                  </a:lnTo>
                  <a:lnTo>
                    <a:pt x="31" y="180"/>
                  </a:lnTo>
                  <a:lnTo>
                    <a:pt x="30" y="177"/>
                  </a:lnTo>
                  <a:lnTo>
                    <a:pt x="30" y="166"/>
                  </a:lnTo>
                  <a:lnTo>
                    <a:pt x="29" y="163"/>
                  </a:lnTo>
                  <a:lnTo>
                    <a:pt x="26" y="161"/>
                  </a:lnTo>
                  <a:lnTo>
                    <a:pt x="17" y="158"/>
                  </a:lnTo>
                  <a:lnTo>
                    <a:pt x="13" y="155"/>
                  </a:lnTo>
                  <a:lnTo>
                    <a:pt x="10" y="152"/>
                  </a:lnTo>
                  <a:lnTo>
                    <a:pt x="5" y="143"/>
                  </a:lnTo>
                  <a:lnTo>
                    <a:pt x="0" y="134"/>
                  </a:lnTo>
                  <a:lnTo>
                    <a:pt x="6" y="137"/>
                  </a:lnTo>
                  <a:lnTo>
                    <a:pt x="10" y="138"/>
                  </a:lnTo>
                  <a:lnTo>
                    <a:pt x="18" y="140"/>
                  </a:lnTo>
                  <a:lnTo>
                    <a:pt x="24" y="142"/>
                  </a:lnTo>
                  <a:lnTo>
                    <a:pt x="28" y="142"/>
                  </a:lnTo>
                  <a:lnTo>
                    <a:pt x="33" y="142"/>
                  </a:lnTo>
                  <a:lnTo>
                    <a:pt x="41" y="141"/>
                  </a:lnTo>
                  <a:lnTo>
                    <a:pt x="44" y="141"/>
                  </a:lnTo>
                  <a:lnTo>
                    <a:pt x="50" y="142"/>
                  </a:lnTo>
                  <a:lnTo>
                    <a:pt x="59" y="141"/>
                  </a:lnTo>
                  <a:lnTo>
                    <a:pt x="66" y="139"/>
                  </a:lnTo>
                  <a:lnTo>
                    <a:pt x="74" y="138"/>
                  </a:lnTo>
                  <a:lnTo>
                    <a:pt x="82" y="136"/>
                  </a:lnTo>
                  <a:lnTo>
                    <a:pt x="84" y="135"/>
                  </a:lnTo>
                  <a:lnTo>
                    <a:pt x="84" y="133"/>
                  </a:lnTo>
                  <a:lnTo>
                    <a:pt x="85" y="125"/>
                  </a:lnTo>
                  <a:lnTo>
                    <a:pt x="86" y="119"/>
                  </a:lnTo>
                  <a:lnTo>
                    <a:pt x="88" y="116"/>
                  </a:lnTo>
                  <a:lnTo>
                    <a:pt x="91" y="113"/>
                  </a:lnTo>
                  <a:lnTo>
                    <a:pt x="95" y="109"/>
                  </a:lnTo>
                  <a:lnTo>
                    <a:pt x="97" y="109"/>
                  </a:lnTo>
                  <a:lnTo>
                    <a:pt x="101" y="109"/>
                  </a:lnTo>
                  <a:lnTo>
                    <a:pt x="105" y="109"/>
                  </a:lnTo>
                  <a:lnTo>
                    <a:pt x="106" y="109"/>
                  </a:lnTo>
                  <a:lnTo>
                    <a:pt x="109" y="103"/>
                  </a:lnTo>
                  <a:lnTo>
                    <a:pt x="111" y="101"/>
                  </a:lnTo>
                  <a:lnTo>
                    <a:pt x="115" y="99"/>
                  </a:lnTo>
                  <a:lnTo>
                    <a:pt x="119" y="99"/>
                  </a:lnTo>
                  <a:lnTo>
                    <a:pt x="126" y="102"/>
                  </a:lnTo>
                  <a:lnTo>
                    <a:pt x="128" y="101"/>
                  </a:lnTo>
                  <a:lnTo>
                    <a:pt x="130" y="98"/>
                  </a:lnTo>
                  <a:lnTo>
                    <a:pt x="131" y="98"/>
                  </a:lnTo>
                  <a:lnTo>
                    <a:pt x="132" y="88"/>
                  </a:lnTo>
                  <a:lnTo>
                    <a:pt x="134" y="80"/>
                  </a:lnTo>
                  <a:lnTo>
                    <a:pt x="135" y="77"/>
                  </a:lnTo>
                  <a:lnTo>
                    <a:pt x="137" y="75"/>
                  </a:lnTo>
                  <a:lnTo>
                    <a:pt x="140" y="74"/>
                  </a:lnTo>
                  <a:lnTo>
                    <a:pt x="144" y="74"/>
                  </a:lnTo>
                  <a:lnTo>
                    <a:pt x="146" y="73"/>
                  </a:lnTo>
                  <a:lnTo>
                    <a:pt x="147" y="71"/>
                  </a:lnTo>
                  <a:lnTo>
                    <a:pt x="147" y="67"/>
                  </a:lnTo>
                  <a:lnTo>
                    <a:pt x="146" y="65"/>
                  </a:lnTo>
                  <a:lnTo>
                    <a:pt x="143" y="62"/>
                  </a:lnTo>
                  <a:lnTo>
                    <a:pt x="141" y="59"/>
                  </a:lnTo>
                  <a:lnTo>
                    <a:pt x="143" y="57"/>
                  </a:lnTo>
                  <a:lnTo>
                    <a:pt x="150" y="59"/>
                  </a:lnTo>
                  <a:lnTo>
                    <a:pt x="155" y="59"/>
                  </a:lnTo>
                  <a:lnTo>
                    <a:pt x="159" y="57"/>
                  </a:lnTo>
                  <a:lnTo>
                    <a:pt x="161" y="55"/>
                  </a:lnTo>
                  <a:lnTo>
                    <a:pt x="161" y="52"/>
                  </a:lnTo>
                  <a:lnTo>
                    <a:pt x="159" y="48"/>
                  </a:lnTo>
                  <a:lnTo>
                    <a:pt x="160" y="46"/>
                  </a:lnTo>
                  <a:lnTo>
                    <a:pt x="163" y="43"/>
                  </a:lnTo>
                  <a:lnTo>
                    <a:pt x="166" y="40"/>
                  </a:lnTo>
                  <a:lnTo>
                    <a:pt x="168" y="36"/>
                  </a:lnTo>
                  <a:lnTo>
                    <a:pt x="167" y="32"/>
                  </a:lnTo>
                  <a:lnTo>
                    <a:pt x="168" y="28"/>
                  </a:lnTo>
                  <a:lnTo>
                    <a:pt x="166" y="26"/>
                  </a:lnTo>
                  <a:lnTo>
                    <a:pt x="166" y="23"/>
                  </a:lnTo>
                  <a:lnTo>
                    <a:pt x="164" y="21"/>
                  </a:lnTo>
                  <a:lnTo>
                    <a:pt x="164" y="18"/>
                  </a:lnTo>
                  <a:lnTo>
                    <a:pt x="166" y="15"/>
                  </a:lnTo>
                  <a:lnTo>
                    <a:pt x="168" y="13"/>
                  </a:lnTo>
                  <a:lnTo>
                    <a:pt x="170" y="13"/>
                  </a:lnTo>
                  <a:lnTo>
                    <a:pt x="174" y="10"/>
                  </a:lnTo>
                  <a:lnTo>
                    <a:pt x="176" y="8"/>
                  </a:lnTo>
                  <a:lnTo>
                    <a:pt x="180" y="5"/>
                  </a:lnTo>
                  <a:lnTo>
                    <a:pt x="188" y="4"/>
                  </a:lnTo>
                  <a:lnTo>
                    <a:pt x="197" y="4"/>
                  </a:lnTo>
                  <a:lnTo>
                    <a:pt x="202" y="5"/>
                  </a:lnTo>
                  <a:lnTo>
                    <a:pt x="204" y="3"/>
                  </a:lnTo>
                  <a:lnTo>
                    <a:pt x="207" y="3"/>
                  </a:lnTo>
                  <a:lnTo>
                    <a:pt x="210" y="1"/>
                  </a:lnTo>
                  <a:lnTo>
                    <a:pt x="212" y="1"/>
                  </a:lnTo>
                  <a:lnTo>
                    <a:pt x="213" y="0"/>
                  </a:lnTo>
                  <a:lnTo>
                    <a:pt x="215" y="1"/>
                  </a:lnTo>
                  <a:lnTo>
                    <a:pt x="216" y="2"/>
                  </a:lnTo>
                  <a:lnTo>
                    <a:pt x="218" y="0"/>
                  </a:lnTo>
                  <a:lnTo>
                    <a:pt x="220" y="1"/>
                  </a:lnTo>
                  <a:lnTo>
                    <a:pt x="224" y="2"/>
                  </a:lnTo>
                  <a:lnTo>
                    <a:pt x="224" y="5"/>
                  </a:lnTo>
                  <a:lnTo>
                    <a:pt x="226" y="4"/>
                  </a:lnTo>
                  <a:lnTo>
                    <a:pt x="230" y="4"/>
                  </a:lnTo>
                  <a:lnTo>
                    <a:pt x="233" y="7"/>
                  </a:lnTo>
                  <a:lnTo>
                    <a:pt x="235" y="9"/>
                  </a:lnTo>
                  <a:lnTo>
                    <a:pt x="235" y="14"/>
                  </a:lnTo>
                  <a:lnTo>
                    <a:pt x="233" y="18"/>
                  </a:lnTo>
                  <a:lnTo>
                    <a:pt x="235" y="19"/>
                  </a:lnTo>
                  <a:lnTo>
                    <a:pt x="236" y="21"/>
                  </a:lnTo>
                  <a:lnTo>
                    <a:pt x="238" y="23"/>
                  </a:lnTo>
                  <a:lnTo>
                    <a:pt x="242" y="21"/>
                  </a:lnTo>
                  <a:lnTo>
                    <a:pt x="243" y="21"/>
                  </a:lnTo>
                  <a:lnTo>
                    <a:pt x="244" y="23"/>
                  </a:lnTo>
                  <a:lnTo>
                    <a:pt x="245" y="24"/>
                  </a:lnTo>
                  <a:lnTo>
                    <a:pt x="249" y="28"/>
                  </a:lnTo>
                  <a:lnTo>
                    <a:pt x="258" y="29"/>
                  </a:lnTo>
                  <a:lnTo>
                    <a:pt x="261" y="30"/>
                  </a:lnTo>
                  <a:lnTo>
                    <a:pt x="262" y="31"/>
                  </a:lnTo>
                  <a:lnTo>
                    <a:pt x="260" y="32"/>
                  </a:lnTo>
                  <a:lnTo>
                    <a:pt x="256" y="34"/>
                  </a:lnTo>
                  <a:lnTo>
                    <a:pt x="253" y="36"/>
                  </a:lnTo>
                  <a:lnTo>
                    <a:pt x="252" y="40"/>
                  </a:lnTo>
                  <a:lnTo>
                    <a:pt x="251" y="44"/>
                  </a:lnTo>
                  <a:lnTo>
                    <a:pt x="249" y="46"/>
                  </a:lnTo>
                  <a:lnTo>
                    <a:pt x="248" y="44"/>
                  </a:lnTo>
                  <a:lnTo>
                    <a:pt x="244" y="43"/>
                  </a:lnTo>
                  <a:lnTo>
                    <a:pt x="241" y="44"/>
                  </a:lnTo>
                  <a:lnTo>
                    <a:pt x="239" y="47"/>
                  </a:lnTo>
                  <a:lnTo>
                    <a:pt x="237" y="46"/>
                  </a:lnTo>
                  <a:lnTo>
                    <a:pt x="233" y="48"/>
                  </a:lnTo>
                  <a:lnTo>
                    <a:pt x="227" y="47"/>
                  </a:lnTo>
                  <a:lnTo>
                    <a:pt x="223" y="46"/>
                  </a:lnTo>
                  <a:lnTo>
                    <a:pt x="211" y="43"/>
                  </a:lnTo>
                  <a:lnTo>
                    <a:pt x="205" y="45"/>
                  </a:lnTo>
                  <a:lnTo>
                    <a:pt x="202" y="50"/>
                  </a:lnTo>
                  <a:lnTo>
                    <a:pt x="202" y="51"/>
                  </a:lnTo>
                  <a:lnTo>
                    <a:pt x="205" y="51"/>
                  </a:lnTo>
                  <a:lnTo>
                    <a:pt x="205" y="54"/>
                  </a:lnTo>
                  <a:lnTo>
                    <a:pt x="204" y="55"/>
                  </a:lnTo>
                  <a:lnTo>
                    <a:pt x="205" y="57"/>
                  </a:lnTo>
                  <a:lnTo>
                    <a:pt x="209" y="57"/>
                  </a:lnTo>
                  <a:lnTo>
                    <a:pt x="209" y="60"/>
                  </a:lnTo>
                  <a:lnTo>
                    <a:pt x="206" y="61"/>
                  </a:lnTo>
                  <a:lnTo>
                    <a:pt x="205" y="64"/>
                  </a:lnTo>
                  <a:lnTo>
                    <a:pt x="208" y="66"/>
                  </a:lnTo>
                  <a:lnTo>
                    <a:pt x="207" y="70"/>
                  </a:lnTo>
                  <a:lnTo>
                    <a:pt x="205" y="71"/>
                  </a:lnTo>
                  <a:lnTo>
                    <a:pt x="206" y="74"/>
                  </a:lnTo>
                  <a:lnTo>
                    <a:pt x="211" y="76"/>
                  </a:lnTo>
                  <a:lnTo>
                    <a:pt x="210" y="80"/>
                  </a:lnTo>
                  <a:lnTo>
                    <a:pt x="216" y="80"/>
                  </a:lnTo>
                  <a:lnTo>
                    <a:pt x="215" y="84"/>
                  </a:lnTo>
                  <a:lnTo>
                    <a:pt x="217" y="86"/>
                  </a:lnTo>
                  <a:lnTo>
                    <a:pt x="222" y="86"/>
                  </a:lnTo>
                  <a:lnTo>
                    <a:pt x="227" y="89"/>
                  </a:lnTo>
                  <a:lnTo>
                    <a:pt x="227" y="91"/>
                  </a:lnTo>
                  <a:lnTo>
                    <a:pt x="225" y="93"/>
                  </a:lnTo>
                  <a:lnTo>
                    <a:pt x="222" y="94"/>
                  </a:lnTo>
                  <a:lnTo>
                    <a:pt x="217" y="96"/>
                  </a:lnTo>
                  <a:lnTo>
                    <a:pt x="213" y="98"/>
                  </a:lnTo>
                  <a:lnTo>
                    <a:pt x="213" y="101"/>
                  </a:lnTo>
                  <a:lnTo>
                    <a:pt x="215" y="104"/>
                  </a:lnTo>
                  <a:lnTo>
                    <a:pt x="213" y="112"/>
                  </a:lnTo>
                  <a:lnTo>
                    <a:pt x="203" y="124"/>
                  </a:lnTo>
                  <a:lnTo>
                    <a:pt x="205" y="127"/>
                  </a:lnTo>
                  <a:lnTo>
                    <a:pt x="202" y="130"/>
                  </a:lnTo>
                  <a:lnTo>
                    <a:pt x="198" y="131"/>
                  </a:lnTo>
                  <a:lnTo>
                    <a:pt x="195" y="135"/>
                  </a:lnTo>
                  <a:lnTo>
                    <a:pt x="192" y="144"/>
                  </a:lnTo>
                  <a:lnTo>
                    <a:pt x="188" y="149"/>
                  </a:lnTo>
                  <a:lnTo>
                    <a:pt x="180" y="153"/>
                  </a:lnTo>
                  <a:lnTo>
                    <a:pt x="179" y="156"/>
                  </a:lnTo>
                  <a:lnTo>
                    <a:pt x="177" y="160"/>
                  </a:lnTo>
                  <a:lnTo>
                    <a:pt x="173" y="165"/>
                  </a:lnTo>
                  <a:lnTo>
                    <a:pt x="172" y="168"/>
                  </a:lnTo>
                  <a:lnTo>
                    <a:pt x="167" y="169"/>
                  </a:lnTo>
                  <a:lnTo>
                    <a:pt x="162" y="169"/>
                  </a:lnTo>
                  <a:lnTo>
                    <a:pt x="156" y="172"/>
                  </a:lnTo>
                  <a:lnTo>
                    <a:pt x="153" y="171"/>
                  </a:lnTo>
                  <a:lnTo>
                    <a:pt x="152" y="167"/>
                  </a:lnTo>
                  <a:lnTo>
                    <a:pt x="151" y="166"/>
                  </a:lnTo>
                  <a:lnTo>
                    <a:pt x="148" y="167"/>
                  </a:lnTo>
                  <a:lnTo>
                    <a:pt x="144" y="170"/>
                  </a:lnTo>
                  <a:lnTo>
                    <a:pt x="143" y="174"/>
                  </a:lnTo>
                  <a:lnTo>
                    <a:pt x="136" y="181"/>
                  </a:lnTo>
                  <a:lnTo>
                    <a:pt x="135" y="185"/>
                  </a:lnTo>
                  <a:lnTo>
                    <a:pt x="135" y="187"/>
                  </a:lnTo>
                  <a:lnTo>
                    <a:pt x="135" y="190"/>
                  </a:lnTo>
                  <a:lnTo>
                    <a:pt x="139" y="192"/>
                  </a:lnTo>
                  <a:lnTo>
                    <a:pt x="143" y="192"/>
                  </a:lnTo>
                  <a:lnTo>
                    <a:pt x="146" y="192"/>
                  </a:lnTo>
                  <a:lnTo>
                    <a:pt x="145" y="198"/>
                  </a:lnTo>
                  <a:lnTo>
                    <a:pt x="144" y="204"/>
                  </a:lnTo>
                  <a:lnTo>
                    <a:pt x="147" y="207"/>
                  </a:lnTo>
                  <a:lnTo>
                    <a:pt x="149" y="208"/>
                  </a:lnTo>
                  <a:lnTo>
                    <a:pt x="152" y="207"/>
                  </a:lnTo>
                  <a:lnTo>
                    <a:pt x="153" y="210"/>
                  </a:lnTo>
                  <a:lnTo>
                    <a:pt x="155" y="214"/>
                  </a:lnTo>
                  <a:lnTo>
                    <a:pt x="160" y="225"/>
                  </a:lnTo>
                  <a:lnTo>
                    <a:pt x="158" y="226"/>
                  </a:lnTo>
                  <a:lnTo>
                    <a:pt x="160" y="229"/>
                  </a:lnTo>
                  <a:lnTo>
                    <a:pt x="157" y="230"/>
                  </a:lnTo>
                  <a:lnTo>
                    <a:pt x="156" y="231"/>
                  </a:lnTo>
                  <a:lnTo>
                    <a:pt x="152" y="232"/>
                  </a:lnTo>
                  <a:lnTo>
                    <a:pt x="151" y="230"/>
                  </a:lnTo>
                  <a:lnTo>
                    <a:pt x="150" y="229"/>
                  </a:lnTo>
                  <a:lnTo>
                    <a:pt x="145" y="231"/>
                  </a:lnTo>
                  <a:lnTo>
                    <a:pt x="143" y="233"/>
                  </a:lnTo>
                  <a:lnTo>
                    <a:pt x="138" y="233"/>
                  </a:lnTo>
                  <a:lnTo>
                    <a:pt x="136" y="231"/>
                  </a:lnTo>
                  <a:lnTo>
                    <a:pt x="131" y="231"/>
                  </a:lnTo>
                  <a:lnTo>
                    <a:pt x="125" y="231"/>
                  </a:lnTo>
                  <a:lnTo>
                    <a:pt x="123" y="231"/>
                  </a:lnTo>
                  <a:lnTo>
                    <a:pt x="123" y="236"/>
                  </a:lnTo>
                  <a:lnTo>
                    <a:pt x="117" y="237"/>
                  </a:lnTo>
                  <a:lnTo>
                    <a:pt x="115" y="240"/>
                  </a:lnTo>
                  <a:lnTo>
                    <a:pt x="112" y="24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7" name="Freeform 26"/>
            <p:cNvSpPr>
              <a:spLocks/>
            </p:cNvSpPr>
            <p:nvPr/>
          </p:nvSpPr>
          <p:spPr bwMode="gray">
            <a:xfrm>
              <a:off x="3943350" y="3721101"/>
              <a:ext cx="415925" cy="381000"/>
            </a:xfrm>
            <a:custGeom>
              <a:avLst/>
              <a:gdLst>
                <a:gd name="T0" fmla="*/ 101 w 262"/>
                <a:gd name="T1" fmla="*/ 235 h 240"/>
                <a:gd name="T2" fmla="*/ 91 w 262"/>
                <a:gd name="T3" fmla="*/ 223 h 240"/>
                <a:gd name="T4" fmla="*/ 90 w 262"/>
                <a:gd name="T5" fmla="*/ 214 h 240"/>
                <a:gd name="T6" fmla="*/ 68 w 262"/>
                <a:gd name="T7" fmla="*/ 214 h 240"/>
                <a:gd name="T8" fmla="*/ 51 w 262"/>
                <a:gd name="T9" fmla="*/ 214 h 240"/>
                <a:gd name="T10" fmla="*/ 34 w 262"/>
                <a:gd name="T11" fmla="*/ 216 h 240"/>
                <a:gd name="T12" fmla="*/ 11 w 262"/>
                <a:gd name="T13" fmla="*/ 218 h 240"/>
                <a:gd name="T14" fmla="*/ 17 w 262"/>
                <a:gd name="T15" fmla="*/ 199 h 240"/>
                <a:gd name="T16" fmla="*/ 36 w 262"/>
                <a:gd name="T17" fmla="*/ 192 h 240"/>
                <a:gd name="T18" fmla="*/ 31 w 262"/>
                <a:gd name="T19" fmla="*/ 180 h 240"/>
                <a:gd name="T20" fmla="*/ 26 w 262"/>
                <a:gd name="T21" fmla="*/ 161 h 240"/>
                <a:gd name="T22" fmla="*/ 5 w 262"/>
                <a:gd name="T23" fmla="*/ 143 h 240"/>
                <a:gd name="T24" fmla="*/ 18 w 262"/>
                <a:gd name="T25" fmla="*/ 140 h 240"/>
                <a:gd name="T26" fmla="*/ 41 w 262"/>
                <a:gd name="T27" fmla="*/ 141 h 240"/>
                <a:gd name="T28" fmla="*/ 66 w 262"/>
                <a:gd name="T29" fmla="*/ 139 h 240"/>
                <a:gd name="T30" fmla="*/ 84 w 262"/>
                <a:gd name="T31" fmla="*/ 133 h 240"/>
                <a:gd name="T32" fmla="*/ 91 w 262"/>
                <a:gd name="T33" fmla="*/ 113 h 240"/>
                <a:gd name="T34" fmla="*/ 105 w 262"/>
                <a:gd name="T35" fmla="*/ 109 h 240"/>
                <a:gd name="T36" fmla="*/ 115 w 262"/>
                <a:gd name="T37" fmla="*/ 99 h 240"/>
                <a:gd name="T38" fmla="*/ 130 w 262"/>
                <a:gd name="T39" fmla="*/ 98 h 240"/>
                <a:gd name="T40" fmla="*/ 135 w 262"/>
                <a:gd name="T41" fmla="*/ 77 h 240"/>
                <a:gd name="T42" fmla="*/ 146 w 262"/>
                <a:gd name="T43" fmla="*/ 73 h 240"/>
                <a:gd name="T44" fmla="*/ 143 w 262"/>
                <a:gd name="T45" fmla="*/ 62 h 240"/>
                <a:gd name="T46" fmla="*/ 155 w 262"/>
                <a:gd name="T47" fmla="*/ 59 h 240"/>
                <a:gd name="T48" fmla="*/ 159 w 262"/>
                <a:gd name="T49" fmla="*/ 48 h 240"/>
                <a:gd name="T50" fmla="*/ 168 w 262"/>
                <a:gd name="T51" fmla="*/ 36 h 240"/>
                <a:gd name="T52" fmla="*/ 166 w 262"/>
                <a:gd name="T53" fmla="*/ 23 h 240"/>
                <a:gd name="T54" fmla="*/ 168 w 262"/>
                <a:gd name="T55" fmla="*/ 13 h 240"/>
                <a:gd name="T56" fmla="*/ 180 w 262"/>
                <a:gd name="T57" fmla="*/ 5 h 240"/>
                <a:gd name="T58" fmla="*/ 204 w 262"/>
                <a:gd name="T59" fmla="*/ 3 h 240"/>
                <a:gd name="T60" fmla="*/ 213 w 262"/>
                <a:gd name="T61" fmla="*/ 0 h 240"/>
                <a:gd name="T62" fmla="*/ 220 w 262"/>
                <a:gd name="T63" fmla="*/ 1 h 240"/>
                <a:gd name="T64" fmla="*/ 230 w 262"/>
                <a:gd name="T65" fmla="*/ 4 h 240"/>
                <a:gd name="T66" fmla="*/ 233 w 262"/>
                <a:gd name="T67" fmla="*/ 18 h 240"/>
                <a:gd name="T68" fmla="*/ 242 w 262"/>
                <a:gd name="T69" fmla="*/ 21 h 240"/>
                <a:gd name="T70" fmla="*/ 249 w 262"/>
                <a:gd name="T71" fmla="*/ 28 h 240"/>
                <a:gd name="T72" fmla="*/ 260 w 262"/>
                <a:gd name="T73" fmla="*/ 32 h 240"/>
                <a:gd name="T74" fmla="*/ 251 w 262"/>
                <a:gd name="T75" fmla="*/ 44 h 240"/>
                <a:gd name="T76" fmla="*/ 241 w 262"/>
                <a:gd name="T77" fmla="*/ 44 h 240"/>
                <a:gd name="T78" fmla="*/ 227 w 262"/>
                <a:gd name="T79" fmla="*/ 47 h 240"/>
                <a:gd name="T80" fmla="*/ 202 w 262"/>
                <a:gd name="T81" fmla="*/ 50 h 240"/>
                <a:gd name="T82" fmla="*/ 204 w 262"/>
                <a:gd name="T83" fmla="*/ 55 h 240"/>
                <a:gd name="T84" fmla="*/ 206 w 262"/>
                <a:gd name="T85" fmla="*/ 61 h 240"/>
                <a:gd name="T86" fmla="*/ 205 w 262"/>
                <a:gd name="T87" fmla="*/ 71 h 240"/>
                <a:gd name="T88" fmla="*/ 216 w 262"/>
                <a:gd name="T89" fmla="*/ 80 h 240"/>
                <a:gd name="T90" fmla="*/ 227 w 262"/>
                <a:gd name="T91" fmla="*/ 89 h 240"/>
                <a:gd name="T92" fmla="*/ 217 w 262"/>
                <a:gd name="T93" fmla="*/ 96 h 240"/>
                <a:gd name="T94" fmla="*/ 213 w 262"/>
                <a:gd name="T95" fmla="*/ 112 h 240"/>
                <a:gd name="T96" fmla="*/ 198 w 262"/>
                <a:gd name="T97" fmla="*/ 131 h 240"/>
                <a:gd name="T98" fmla="*/ 180 w 262"/>
                <a:gd name="T99" fmla="*/ 153 h 240"/>
                <a:gd name="T100" fmla="*/ 172 w 262"/>
                <a:gd name="T101" fmla="*/ 168 h 240"/>
                <a:gd name="T102" fmla="*/ 153 w 262"/>
                <a:gd name="T103" fmla="*/ 171 h 240"/>
                <a:gd name="T104" fmla="*/ 144 w 262"/>
                <a:gd name="T105" fmla="*/ 170 h 240"/>
                <a:gd name="T106" fmla="*/ 135 w 262"/>
                <a:gd name="T107" fmla="*/ 187 h 240"/>
                <a:gd name="T108" fmla="*/ 146 w 262"/>
                <a:gd name="T109" fmla="*/ 192 h 240"/>
                <a:gd name="T110" fmla="*/ 149 w 262"/>
                <a:gd name="T111" fmla="*/ 208 h 240"/>
                <a:gd name="T112" fmla="*/ 160 w 262"/>
                <a:gd name="T113" fmla="*/ 225 h 240"/>
                <a:gd name="T114" fmla="*/ 156 w 262"/>
                <a:gd name="T115" fmla="*/ 231 h 240"/>
                <a:gd name="T116" fmla="*/ 145 w 262"/>
                <a:gd name="T117" fmla="*/ 231 h 240"/>
                <a:gd name="T118" fmla="*/ 131 w 262"/>
                <a:gd name="T119" fmla="*/ 231 h 240"/>
                <a:gd name="T120" fmla="*/ 117 w 262"/>
                <a:gd name="T121" fmla="*/ 237 h 24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62"/>
                <a:gd name="T184" fmla="*/ 0 h 240"/>
                <a:gd name="T185" fmla="*/ 262 w 262"/>
                <a:gd name="T186" fmla="*/ 240 h 24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62" h="240">
                  <a:moveTo>
                    <a:pt x="112" y="240"/>
                  </a:moveTo>
                  <a:lnTo>
                    <a:pt x="107" y="239"/>
                  </a:lnTo>
                  <a:lnTo>
                    <a:pt x="104" y="237"/>
                  </a:lnTo>
                  <a:lnTo>
                    <a:pt x="101" y="235"/>
                  </a:lnTo>
                  <a:lnTo>
                    <a:pt x="99" y="226"/>
                  </a:lnTo>
                  <a:lnTo>
                    <a:pt x="98" y="225"/>
                  </a:lnTo>
                  <a:lnTo>
                    <a:pt x="96" y="224"/>
                  </a:lnTo>
                  <a:lnTo>
                    <a:pt x="91" y="223"/>
                  </a:lnTo>
                  <a:lnTo>
                    <a:pt x="91" y="221"/>
                  </a:lnTo>
                  <a:lnTo>
                    <a:pt x="91" y="217"/>
                  </a:lnTo>
                  <a:lnTo>
                    <a:pt x="90" y="214"/>
                  </a:lnTo>
                  <a:lnTo>
                    <a:pt x="87" y="211"/>
                  </a:lnTo>
                  <a:lnTo>
                    <a:pt x="85" y="211"/>
                  </a:lnTo>
                  <a:lnTo>
                    <a:pt x="77" y="214"/>
                  </a:lnTo>
                  <a:lnTo>
                    <a:pt x="68" y="214"/>
                  </a:lnTo>
                  <a:lnTo>
                    <a:pt x="62" y="215"/>
                  </a:lnTo>
                  <a:lnTo>
                    <a:pt x="56" y="216"/>
                  </a:lnTo>
                  <a:lnTo>
                    <a:pt x="53" y="215"/>
                  </a:lnTo>
                  <a:lnTo>
                    <a:pt x="51" y="214"/>
                  </a:lnTo>
                  <a:lnTo>
                    <a:pt x="50" y="212"/>
                  </a:lnTo>
                  <a:lnTo>
                    <a:pt x="44" y="213"/>
                  </a:lnTo>
                  <a:lnTo>
                    <a:pt x="40" y="216"/>
                  </a:lnTo>
                  <a:lnTo>
                    <a:pt x="34" y="216"/>
                  </a:lnTo>
                  <a:lnTo>
                    <a:pt x="25" y="216"/>
                  </a:lnTo>
                  <a:lnTo>
                    <a:pt x="20" y="217"/>
                  </a:lnTo>
                  <a:lnTo>
                    <a:pt x="15" y="218"/>
                  </a:lnTo>
                  <a:lnTo>
                    <a:pt x="11" y="218"/>
                  </a:lnTo>
                  <a:lnTo>
                    <a:pt x="13" y="211"/>
                  </a:lnTo>
                  <a:lnTo>
                    <a:pt x="13" y="208"/>
                  </a:lnTo>
                  <a:lnTo>
                    <a:pt x="15" y="202"/>
                  </a:lnTo>
                  <a:lnTo>
                    <a:pt x="17" y="199"/>
                  </a:lnTo>
                  <a:lnTo>
                    <a:pt x="23" y="195"/>
                  </a:lnTo>
                  <a:lnTo>
                    <a:pt x="28" y="193"/>
                  </a:lnTo>
                  <a:lnTo>
                    <a:pt x="34" y="193"/>
                  </a:lnTo>
                  <a:lnTo>
                    <a:pt x="36" y="192"/>
                  </a:lnTo>
                  <a:lnTo>
                    <a:pt x="37" y="190"/>
                  </a:lnTo>
                  <a:lnTo>
                    <a:pt x="38" y="183"/>
                  </a:lnTo>
                  <a:lnTo>
                    <a:pt x="36" y="180"/>
                  </a:lnTo>
                  <a:lnTo>
                    <a:pt x="31" y="180"/>
                  </a:lnTo>
                  <a:lnTo>
                    <a:pt x="30" y="177"/>
                  </a:lnTo>
                  <a:lnTo>
                    <a:pt x="30" y="166"/>
                  </a:lnTo>
                  <a:lnTo>
                    <a:pt x="29" y="163"/>
                  </a:lnTo>
                  <a:lnTo>
                    <a:pt x="26" y="161"/>
                  </a:lnTo>
                  <a:lnTo>
                    <a:pt x="17" y="158"/>
                  </a:lnTo>
                  <a:lnTo>
                    <a:pt x="13" y="155"/>
                  </a:lnTo>
                  <a:lnTo>
                    <a:pt x="10" y="152"/>
                  </a:lnTo>
                  <a:lnTo>
                    <a:pt x="5" y="143"/>
                  </a:lnTo>
                  <a:lnTo>
                    <a:pt x="0" y="134"/>
                  </a:lnTo>
                  <a:lnTo>
                    <a:pt x="6" y="137"/>
                  </a:lnTo>
                  <a:lnTo>
                    <a:pt x="10" y="138"/>
                  </a:lnTo>
                  <a:lnTo>
                    <a:pt x="18" y="140"/>
                  </a:lnTo>
                  <a:lnTo>
                    <a:pt x="24" y="142"/>
                  </a:lnTo>
                  <a:lnTo>
                    <a:pt x="28" y="142"/>
                  </a:lnTo>
                  <a:lnTo>
                    <a:pt x="33" y="142"/>
                  </a:lnTo>
                  <a:lnTo>
                    <a:pt x="41" y="141"/>
                  </a:lnTo>
                  <a:lnTo>
                    <a:pt x="44" y="141"/>
                  </a:lnTo>
                  <a:lnTo>
                    <a:pt x="50" y="142"/>
                  </a:lnTo>
                  <a:lnTo>
                    <a:pt x="59" y="141"/>
                  </a:lnTo>
                  <a:lnTo>
                    <a:pt x="66" y="139"/>
                  </a:lnTo>
                  <a:lnTo>
                    <a:pt x="74" y="138"/>
                  </a:lnTo>
                  <a:lnTo>
                    <a:pt x="82" y="136"/>
                  </a:lnTo>
                  <a:lnTo>
                    <a:pt x="84" y="135"/>
                  </a:lnTo>
                  <a:lnTo>
                    <a:pt x="84" y="133"/>
                  </a:lnTo>
                  <a:lnTo>
                    <a:pt x="85" y="125"/>
                  </a:lnTo>
                  <a:lnTo>
                    <a:pt x="86" y="119"/>
                  </a:lnTo>
                  <a:lnTo>
                    <a:pt x="88" y="116"/>
                  </a:lnTo>
                  <a:lnTo>
                    <a:pt x="91" y="113"/>
                  </a:lnTo>
                  <a:lnTo>
                    <a:pt x="95" y="109"/>
                  </a:lnTo>
                  <a:lnTo>
                    <a:pt x="97" y="109"/>
                  </a:lnTo>
                  <a:lnTo>
                    <a:pt x="101" y="109"/>
                  </a:lnTo>
                  <a:lnTo>
                    <a:pt x="105" y="109"/>
                  </a:lnTo>
                  <a:lnTo>
                    <a:pt x="106" y="109"/>
                  </a:lnTo>
                  <a:lnTo>
                    <a:pt x="109" y="103"/>
                  </a:lnTo>
                  <a:lnTo>
                    <a:pt x="111" y="101"/>
                  </a:lnTo>
                  <a:lnTo>
                    <a:pt x="115" y="99"/>
                  </a:lnTo>
                  <a:lnTo>
                    <a:pt x="119" y="99"/>
                  </a:lnTo>
                  <a:lnTo>
                    <a:pt x="126" y="102"/>
                  </a:lnTo>
                  <a:lnTo>
                    <a:pt x="128" y="101"/>
                  </a:lnTo>
                  <a:lnTo>
                    <a:pt x="130" y="98"/>
                  </a:lnTo>
                  <a:lnTo>
                    <a:pt x="131" y="98"/>
                  </a:lnTo>
                  <a:lnTo>
                    <a:pt x="132" y="88"/>
                  </a:lnTo>
                  <a:lnTo>
                    <a:pt x="134" y="80"/>
                  </a:lnTo>
                  <a:lnTo>
                    <a:pt x="135" y="77"/>
                  </a:lnTo>
                  <a:lnTo>
                    <a:pt x="137" y="75"/>
                  </a:lnTo>
                  <a:lnTo>
                    <a:pt x="140" y="74"/>
                  </a:lnTo>
                  <a:lnTo>
                    <a:pt x="144" y="74"/>
                  </a:lnTo>
                  <a:lnTo>
                    <a:pt x="146" y="73"/>
                  </a:lnTo>
                  <a:lnTo>
                    <a:pt x="147" y="71"/>
                  </a:lnTo>
                  <a:lnTo>
                    <a:pt x="147" y="67"/>
                  </a:lnTo>
                  <a:lnTo>
                    <a:pt x="146" y="65"/>
                  </a:lnTo>
                  <a:lnTo>
                    <a:pt x="143" y="62"/>
                  </a:lnTo>
                  <a:lnTo>
                    <a:pt x="141" y="59"/>
                  </a:lnTo>
                  <a:lnTo>
                    <a:pt x="143" y="57"/>
                  </a:lnTo>
                  <a:lnTo>
                    <a:pt x="150" y="59"/>
                  </a:lnTo>
                  <a:lnTo>
                    <a:pt x="155" y="59"/>
                  </a:lnTo>
                  <a:lnTo>
                    <a:pt x="159" y="57"/>
                  </a:lnTo>
                  <a:lnTo>
                    <a:pt x="161" y="55"/>
                  </a:lnTo>
                  <a:lnTo>
                    <a:pt x="161" y="52"/>
                  </a:lnTo>
                  <a:lnTo>
                    <a:pt x="159" y="48"/>
                  </a:lnTo>
                  <a:lnTo>
                    <a:pt x="160" y="46"/>
                  </a:lnTo>
                  <a:lnTo>
                    <a:pt x="163" y="43"/>
                  </a:lnTo>
                  <a:lnTo>
                    <a:pt x="166" y="40"/>
                  </a:lnTo>
                  <a:lnTo>
                    <a:pt x="168" y="36"/>
                  </a:lnTo>
                  <a:lnTo>
                    <a:pt x="167" y="32"/>
                  </a:lnTo>
                  <a:lnTo>
                    <a:pt x="168" y="28"/>
                  </a:lnTo>
                  <a:lnTo>
                    <a:pt x="166" y="26"/>
                  </a:lnTo>
                  <a:lnTo>
                    <a:pt x="166" y="23"/>
                  </a:lnTo>
                  <a:lnTo>
                    <a:pt x="164" y="21"/>
                  </a:lnTo>
                  <a:lnTo>
                    <a:pt x="164" y="18"/>
                  </a:lnTo>
                  <a:lnTo>
                    <a:pt x="166" y="15"/>
                  </a:lnTo>
                  <a:lnTo>
                    <a:pt x="168" y="13"/>
                  </a:lnTo>
                  <a:lnTo>
                    <a:pt x="170" y="13"/>
                  </a:lnTo>
                  <a:lnTo>
                    <a:pt x="174" y="10"/>
                  </a:lnTo>
                  <a:lnTo>
                    <a:pt x="176" y="8"/>
                  </a:lnTo>
                  <a:lnTo>
                    <a:pt x="180" y="5"/>
                  </a:lnTo>
                  <a:lnTo>
                    <a:pt x="188" y="4"/>
                  </a:lnTo>
                  <a:lnTo>
                    <a:pt x="197" y="4"/>
                  </a:lnTo>
                  <a:lnTo>
                    <a:pt x="202" y="5"/>
                  </a:lnTo>
                  <a:lnTo>
                    <a:pt x="204" y="3"/>
                  </a:lnTo>
                  <a:lnTo>
                    <a:pt x="207" y="3"/>
                  </a:lnTo>
                  <a:lnTo>
                    <a:pt x="210" y="1"/>
                  </a:lnTo>
                  <a:lnTo>
                    <a:pt x="212" y="1"/>
                  </a:lnTo>
                  <a:lnTo>
                    <a:pt x="213" y="0"/>
                  </a:lnTo>
                  <a:lnTo>
                    <a:pt x="215" y="1"/>
                  </a:lnTo>
                  <a:lnTo>
                    <a:pt x="216" y="2"/>
                  </a:lnTo>
                  <a:lnTo>
                    <a:pt x="218" y="0"/>
                  </a:lnTo>
                  <a:lnTo>
                    <a:pt x="220" y="1"/>
                  </a:lnTo>
                  <a:lnTo>
                    <a:pt x="224" y="2"/>
                  </a:lnTo>
                  <a:lnTo>
                    <a:pt x="224" y="5"/>
                  </a:lnTo>
                  <a:lnTo>
                    <a:pt x="226" y="4"/>
                  </a:lnTo>
                  <a:lnTo>
                    <a:pt x="230" y="4"/>
                  </a:lnTo>
                  <a:lnTo>
                    <a:pt x="233" y="7"/>
                  </a:lnTo>
                  <a:lnTo>
                    <a:pt x="235" y="9"/>
                  </a:lnTo>
                  <a:lnTo>
                    <a:pt x="235" y="14"/>
                  </a:lnTo>
                  <a:lnTo>
                    <a:pt x="233" y="18"/>
                  </a:lnTo>
                  <a:lnTo>
                    <a:pt x="235" y="19"/>
                  </a:lnTo>
                  <a:lnTo>
                    <a:pt x="236" y="21"/>
                  </a:lnTo>
                  <a:lnTo>
                    <a:pt x="238" y="23"/>
                  </a:lnTo>
                  <a:lnTo>
                    <a:pt x="242" y="21"/>
                  </a:lnTo>
                  <a:lnTo>
                    <a:pt x="243" y="21"/>
                  </a:lnTo>
                  <a:lnTo>
                    <a:pt x="244" y="23"/>
                  </a:lnTo>
                  <a:lnTo>
                    <a:pt x="245" y="24"/>
                  </a:lnTo>
                  <a:lnTo>
                    <a:pt x="249" y="28"/>
                  </a:lnTo>
                  <a:lnTo>
                    <a:pt x="258" y="29"/>
                  </a:lnTo>
                  <a:lnTo>
                    <a:pt x="261" y="30"/>
                  </a:lnTo>
                  <a:lnTo>
                    <a:pt x="262" y="31"/>
                  </a:lnTo>
                  <a:lnTo>
                    <a:pt x="260" y="32"/>
                  </a:lnTo>
                  <a:lnTo>
                    <a:pt x="256" y="34"/>
                  </a:lnTo>
                  <a:lnTo>
                    <a:pt x="253" y="36"/>
                  </a:lnTo>
                  <a:lnTo>
                    <a:pt x="252" y="40"/>
                  </a:lnTo>
                  <a:lnTo>
                    <a:pt x="251" y="44"/>
                  </a:lnTo>
                  <a:lnTo>
                    <a:pt x="249" y="46"/>
                  </a:lnTo>
                  <a:lnTo>
                    <a:pt x="248" y="44"/>
                  </a:lnTo>
                  <a:lnTo>
                    <a:pt x="244" y="43"/>
                  </a:lnTo>
                  <a:lnTo>
                    <a:pt x="241" y="44"/>
                  </a:lnTo>
                  <a:lnTo>
                    <a:pt x="239" y="47"/>
                  </a:lnTo>
                  <a:lnTo>
                    <a:pt x="237" y="46"/>
                  </a:lnTo>
                  <a:lnTo>
                    <a:pt x="233" y="48"/>
                  </a:lnTo>
                  <a:lnTo>
                    <a:pt x="227" y="47"/>
                  </a:lnTo>
                  <a:lnTo>
                    <a:pt x="223" y="46"/>
                  </a:lnTo>
                  <a:lnTo>
                    <a:pt x="211" y="43"/>
                  </a:lnTo>
                  <a:lnTo>
                    <a:pt x="205" y="45"/>
                  </a:lnTo>
                  <a:lnTo>
                    <a:pt x="202" y="50"/>
                  </a:lnTo>
                  <a:lnTo>
                    <a:pt x="202" y="51"/>
                  </a:lnTo>
                  <a:lnTo>
                    <a:pt x="205" y="51"/>
                  </a:lnTo>
                  <a:lnTo>
                    <a:pt x="205" y="54"/>
                  </a:lnTo>
                  <a:lnTo>
                    <a:pt x="204" y="55"/>
                  </a:lnTo>
                  <a:lnTo>
                    <a:pt x="205" y="57"/>
                  </a:lnTo>
                  <a:lnTo>
                    <a:pt x="209" y="57"/>
                  </a:lnTo>
                  <a:lnTo>
                    <a:pt x="209" y="60"/>
                  </a:lnTo>
                  <a:lnTo>
                    <a:pt x="206" y="61"/>
                  </a:lnTo>
                  <a:lnTo>
                    <a:pt x="205" y="64"/>
                  </a:lnTo>
                  <a:lnTo>
                    <a:pt x="208" y="66"/>
                  </a:lnTo>
                  <a:lnTo>
                    <a:pt x="207" y="70"/>
                  </a:lnTo>
                  <a:lnTo>
                    <a:pt x="205" y="71"/>
                  </a:lnTo>
                  <a:lnTo>
                    <a:pt x="206" y="74"/>
                  </a:lnTo>
                  <a:lnTo>
                    <a:pt x="211" y="76"/>
                  </a:lnTo>
                  <a:lnTo>
                    <a:pt x="210" y="80"/>
                  </a:lnTo>
                  <a:lnTo>
                    <a:pt x="216" y="80"/>
                  </a:lnTo>
                  <a:lnTo>
                    <a:pt x="215" y="84"/>
                  </a:lnTo>
                  <a:lnTo>
                    <a:pt x="217" y="86"/>
                  </a:lnTo>
                  <a:lnTo>
                    <a:pt x="222" y="86"/>
                  </a:lnTo>
                  <a:lnTo>
                    <a:pt x="227" y="89"/>
                  </a:lnTo>
                  <a:lnTo>
                    <a:pt x="227" y="91"/>
                  </a:lnTo>
                  <a:lnTo>
                    <a:pt x="225" y="93"/>
                  </a:lnTo>
                  <a:lnTo>
                    <a:pt x="222" y="94"/>
                  </a:lnTo>
                  <a:lnTo>
                    <a:pt x="217" y="96"/>
                  </a:lnTo>
                  <a:lnTo>
                    <a:pt x="213" y="98"/>
                  </a:lnTo>
                  <a:lnTo>
                    <a:pt x="213" y="101"/>
                  </a:lnTo>
                  <a:lnTo>
                    <a:pt x="215" y="104"/>
                  </a:lnTo>
                  <a:lnTo>
                    <a:pt x="213" y="112"/>
                  </a:lnTo>
                  <a:lnTo>
                    <a:pt x="203" y="124"/>
                  </a:lnTo>
                  <a:lnTo>
                    <a:pt x="205" y="127"/>
                  </a:lnTo>
                  <a:lnTo>
                    <a:pt x="202" y="130"/>
                  </a:lnTo>
                  <a:lnTo>
                    <a:pt x="198" y="131"/>
                  </a:lnTo>
                  <a:lnTo>
                    <a:pt x="195" y="135"/>
                  </a:lnTo>
                  <a:lnTo>
                    <a:pt x="192" y="144"/>
                  </a:lnTo>
                  <a:lnTo>
                    <a:pt x="188" y="149"/>
                  </a:lnTo>
                  <a:lnTo>
                    <a:pt x="180" y="153"/>
                  </a:lnTo>
                  <a:lnTo>
                    <a:pt x="179" y="156"/>
                  </a:lnTo>
                  <a:lnTo>
                    <a:pt x="177" y="160"/>
                  </a:lnTo>
                  <a:lnTo>
                    <a:pt x="173" y="165"/>
                  </a:lnTo>
                  <a:lnTo>
                    <a:pt x="172" y="168"/>
                  </a:lnTo>
                  <a:lnTo>
                    <a:pt x="167" y="169"/>
                  </a:lnTo>
                  <a:lnTo>
                    <a:pt x="162" y="169"/>
                  </a:lnTo>
                  <a:lnTo>
                    <a:pt x="156" y="172"/>
                  </a:lnTo>
                  <a:lnTo>
                    <a:pt x="153" y="171"/>
                  </a:lnTo>
                  <a:lnTo>
                    <a:pt x="152" y="167"/>
                  </a:lnTo>
                  <a:lnTo>
                    <a:pt x="151" y="166"/>
                  </a:lnTo>
                  <a:lnTo>
                    <a:pt x="148" y="167"/>
                  </a:lnTo>
                  <a:lnTo>
                    <a:pt x="144" y="170"/>
                  </a:lnTo>
                  <a:lnTo>
                    <a:pt x="143" y="174"/>
                  </a:lnTo>
                  <a:lnTo>
                    <a:pt x="136" y="181"/>
                  </a:lnTo>
                  <a:lnTo>
                    <a:pt x="135" y="185"/>
                  </a:lnTo>
                  <a:lnTo>
                    <a:pt x="135" y="187"/>
                  </a:lnTo>
                  <a:lnTo>
                    <a:pt x="135" y="190"/>
                  </a:lnTo>
                  <a:lnTo>
                    <a:pt x="139" y="192"/>
                  </a:lnTo>
                  <a:lnTo>
                    <a:pt x="143" y="192"/>
                  </a:lnTo>
                  <a:lnTo>
                    <a:pt x="146" y="192"/>
                  </a:lnTo>
                  <a:lnTo>
                    <a:pt x="145" y="198"/>
                  </a:lnTo>
                  <a:lnTo>
                    <a:pt x="144" y="204"/>
                  </a:lnTo>
                  <a:lnTo>
                    <a:pt x="147" y="207"/>
                  </a:lnTo>
                  <a:lnTo>
                    <a:pt x="149" y="208"/>
                  </a:lnTo>
                  <a:lnTo>
                    <a:pt x="152" y="207"/>
                  </a:lnTo>
                  <a:lnTo>
                    <a:pt x="153" y="210"/>
                  </a:lnTo>
                  <a:lnTo>
                    <a:pt x="155" y="214"/>
                  </a:lnTo>
                  <a:lnTo>
                    <a:pt x="160" y="225"/>
                  </a:lnTo>
                  <a:lnTo>
                    <a:pt x="158" y="226"/>
                  </a:lnTo>
                  <a:lnTo>
                    <a:pt x="160" y="229"/>
                  </a:lnTo>
                  <a:lnTo>
                    <a:pt x="157" y="230"/>
                  </a:lnTo>
                  <a:lnTo>
                    <a:pt x="156" y="231"/>
                  </a:lnTo>
                  <a:lnTo>
                    <a:pt x="152" y="232"/>
                  </a:lnTo>
                  <a:lnTo>
                    <a:pt x="151" y="230"/>
                  </a:lnTo>
                  <a:lnTo>
                    <a:pt x="150" y="229"/>
                  </a:lnTo>
                  <a:lnTo>
                    <a:pt x="145" y="231"/>
                  </a:lnTo>
                  <a:lnTo>
                    <a:pt x="143" y="233"/>
                  </a:lnTo>
                  <a:lnTo>
                    <a:pt x="138" y="233"/>
                  </a:lnTo>
                  <a:lnTo>
                    <a:pt x="136" y="231"/>
                  </a:lnTo>
                  <a:lnTo>
                    <a:pt x="131" y="231"/>
                  </a:lnTo>
                  <a:lnTo>
                    <a:pt x="125" y="231"/>
                  </a:lnTo>
                  <a:lnTo>
                    <a:pt x="123" y="231"/>
                  </a:lnTo>
                  <a:lnTo>
                    <a:pt x="123" y="236"/>
                  </a:lnTo>
                  <a:lnTo>
                    <a:pt x="117" y="237"/>
                  </a:lnTo>
                  <a:lnTo>
                    <a:pt x="115" y="240"/>
                  </a:lnTo>
                  <a:lnTo>
                    <a:pt x="112" y="24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8" name="Freeform 27"/>
            <p:cNvSpPr>
              <a:spLocks/>
            </p:cNvSpPr>
            <p:nvPr/>
          </p:nvSpPr>
          <p:spPr bwMode="gray">
            <a:xfrm>
              <a:off x="4421188" y="3916363"/>
              <a:ext cx="200025" cy="114300"/>
            </a:xfrm>
            <a:custGeom>
              <a:avLst/>
              <a:gdLst>
                <a:gd name="T0" fmla="*/ 16 w 126"/>
                <a:gd name="T1" fmla="*/ 7 h 72"/>
                <a:gd name="T2" fmla="*/ 19 w 126"/>
                <a:gd name="T3" fmla="*/ 5 h 72"/>
                <a:gd name="T4" fmla="*/ 22 w 126"/>
                <a:gd name="T5" fmla="*/ 1 h 72"/>
                <a:gd name="T6" fmla="*/ 31 w 126"/>
                <a:gd name="T7" fmla="*/ 1 h 72"/>
                <a:gd name="T8" fmla="*/ 38 w 126"/>
                <a:gd name="T9" fmla="*/ 9 h 72"/>
                <a:gd name="T10" fmla="*/ 47 w 126"/>
                <a:gd name="T11" fmla="*/ 15 h 72"/>
                <a:gd name="T12" fmla="*/ 51 w 126"/>
                <a:gd name="T13" fmla="*/ 16 h 72"/>
                <a:gd name="T14" fmla="*/ 57 w 126"/>
                <a:gd name="T15" fmla="*/ 21 h 72"/>
                <a:gd name="T16" fmla="*/ 63 w 126"/>
                <a:gd name="T17" fmla="*/ 22 h 72"/>
                <a:gd name="T18" fmla="*/ 64 w 126"/>
                <a:gd name="T19" fmla="*/ 27 h 72"/>
                <a:gd name="T20" fmla="*/ 77 w 126"/>
                <a:gd name="T21" fmla="*/ 32 h 72"/>
                <a:gd name="T22" fmla="*/ 78 w 126"/>
                <a:gd name="T23" fmla="*/ 35 h 72"/>
                <a:gd name="T24" fmla="*/ 85 w 126"/>
                <a:gd name="T25" fmla="*/ 38 h 72"/>
                <a:gd name="T26" fmla="*/ 91 w 126"/>
                <a:gd name="T27" fmla="*/ 42 h 72"/>
                <a:gd name="T28" fmla="*/ 93 w 126"/>
                <a:gd name="T29" fmla="*/ 45 h 72"/>
                <a:gd name="T30" fmla="*/ 98 w 126"/>
                <a:gd name="T31" fmla="*/ 45 h 72"/>
                <a:gd name="T32" fmla="*/ 101 w 126"/>
                <a:gd name="T33" fmla="*/ 41 h 72"/>
                <a:gd name="T34" fmla="*/ 108 w 126"/>
                <a:gd name="T35" fmla="*/ 44 h 72"/>
                <a:gd name="T36" fmla="*/ 116 w 126"/>
                <a:gd name="T37" fmla="*/ 46 h 72"/>
                <a:gd name="T38" fmla="*/ 121 w 126"/>
                <a:gd name="T39" fmla="*/ 45 h 72"/>
                <a:gd name="T40" fmla="*/ 126 w 126"/>
                <a:gd name="T41" fmla="*/ 46 h 72"/>
                <a:gd name="T42" fmla="*/ 123 w 126"/>
                <a:gd name="T43" fmla="*/ 59 h 72"/>
                <a:gd name="T44" fmla="*/ 124 w 126"/>
                <a:gd name="T45" fmla="*/ 71 h 72"/>
                <a:gd name="T46" fmla="*/ 117 w 126"/>
                <a:gd name="T47" fmla="*/ 72 h 72"/>
                <a:gd name="T48" fmla="*/ 112 w 126"/>
                <a:gd name="T49" fmla="*/ 72 h 72"/>
                <a:gd name="T50" fmla="*/ 108 w 126"/>
                <a:gd name="T51" fmla="*/ 68 h 72"/>
                <a:gd name="T52" fmla="*/ 98 w 126"/>
                <a:gd name="T53" fmla="*/ 68 h 72"/>
                <a:gd name="T54" fmla="*/ 90 w 126"/>
                <a:gd name="T55" fmla="*/ 68 h 72"/>
                <a:gd name="T56" fmla="*/ 88 w 126"/>
                <a:gd name="T57" fmla="*/ 64 h 72"/>
                <a:gd name="T58" fmla="*/ 82 w 126"/>
                <a:gd name="T59" fmla="*/ 65 h 72"/>
                <a:gd name="T60" fmla="*/ 76 w 126"/>
                <a:gd name="T61" fmla="*/ 61 h 72"/>
                <a:gd name="T62" fmla="*/ 71 w 126"/>
                <a:gd name="T63" fmla="*/ 57 h 72"/>
                <a:gd name="T64" fmla="*/ 66 w 126"/>
                <a:gd name="T65" fmla="*/ 54 h 72"/>
                <a:gd name="T66" fmla="*/ 58 w 126"/>
                <a:gd name="T67" fmla="*/ 55 h 72"/>
                <a:gd name="T68" fmla="*/ 51 w 126"/>
                <a:gd name="T69" fmla="*/ 52 h 72"/>
                <a:gd name="T70" fmla="*/ 50 w 126"/>
                <a:gd name="T71" fmla="*/ 55 h 72"/>
                <a:gd name="T72" fmla="*/ 42 w 126"/>
                <a:gd name="T73" fmla="*/ 52 h 72"/>
                <a:gd name="T74" fmla="*/ 37 w 126"/>
                <a:gd name="T75" fmla="*/ 49 h 72"/>
                <a:gd name="T76" fmla="*/ 28 w 126"/>
                <a:gd name="T77" fmla="*/ 46 h 72"/>
                <a:gd name="T78" fmla="*/ 17 w 126"/>
                <a:gd name="T79" fmla="*/ 36 h 72"/>
                <a:gd name="T80" fmla="*/ 7 w 126"/>
                <a:gd name="T81" fmla="*/ 31 h 72"/>
                <a:gd name="T82" fmla="*/ 0 w 126"/>
                <a:gd name="T83" fmla="*/ 29 h 72"/>
                <a:gd name="T84" fmla="*/ 1 w 126"/>
                <a:gd name="T85" fmla="*/ 23 h 72"/>
                <a:gd name="T86" fmla="*/ 3 w 126"/>
                <a:gd name="T87" fmla="*/ 17 h 72"/>
                <a:gd name="T88" fmla="*/ 4 w 126"/>
                <a:gd name="T89" fmla="*/ 12 h 72"/>
                <a:gd name="T90" fmla="*/ 14 w 126"/>
                <a:gd name="T91" fmla="*/ 3 h 7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26"/>
                <a:gd name="T139" fmla="*/ 0 h 72"/>
                <a:gd name="T140" fmla="*/ 126 w 126"/>
                <a:gd name="T141" fmla="*/ 72 h 7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26" h="72">
                  <a:moveTo>
                    <a:pt x="14" y="3"/>
                  </a:moveTo>
                  <a:lnTo>
                    <a:pt x="16" y="7"/>
                  </a:lnTo>
                  <a:lnTo>
                    <a:pt x="17" y="7"/>
                  </a:lnTo>
                  <a:lnTo>
                    <a:pt x="19" y="5"/>
                  </a:lnTo>
                  <a:lnTo>
                    <a:pt x="20" y="1"/>
                  </a:lnTo>
                  <a:lnTo>
                    <a:pt x="22" y="1"/>
                  </a:lnTo>
                  <a:lnTo>
                    <a:pt x="24" y="0"/>
                  </a:lnTo>
                  <a:lnTo>
                    <a:pt x="31" y="1"/>
                  </a:lnTo>
                  <a:lnTo>
                    <a:pt x="32" y="6"/>
                  </a:lnTo>
                  <a:lnTo>
                    <a:pt x="38" y="9"/>
                  </a:lnTo>
                  <a:lnTo>
                    <a:pt x="44" y="14"/>
                  </a:lnTo>
                  <a:lnTo>
                    <a:pt x="47" y="15"/>
                  </a:lnTo>
                  <a:lnTo>
                    <a:pt x="48" y="14"/>
                  </a:lnTo>
                  <a:lnTo>
                    <a:pt x="51" y="16"/>
                  </a:lnTo>
                  <a:lnTo>
                    <a:pt x="56" y="23"/>
                  </a:lnTo>
                  <a:lnTo>
                    <a:pt x="57" y="21"/>
                  </a:lnTo>
                  <a:lnTo>
                    <a:pt x="62" y="20"/>
                  </a:lnTo>
                  <a:lnTo>
                    <a:pt x="63" y="22"/>
                  </a:lnTo>
                  <a:lnTo>
                    <a:pt x="65" y="25"/>
                  </a:lnTo>
                  <a:lnTo>
                    <a:pt x="64" y="27"/>
                  </a:lnTo>
                  <a:lnTo>
                    <a:pt x="75" y="34"/>
                  </a:lnTo>
                  <a:lnTo>
                    <a:pt x="77" y="32"/>
                  </a:lnTo>
                  <a:lnTo>
                    <a:pt x="79" y="32"/>
                  </a:lnTo>
                  <a:lnTo>
                    <a:pt x="78" y="35"/>
                  </a:lnTo>
                  <a:lnTo>
                    <a:pt x="78" y="38"/>
                  </a:lnTo>
                  <a:lnTo>
                    <a:pt x="85" y="38"/>
                  </a:lnTo>
                  <a:lnTo>
                    <a:pt x="87" y="38"/>
                  </a:lnTo>
                  <a:lnTo>
                    <a:pt x="91" y="42"/>
                  </a:lnTo>
                  <a:lnTo>
                    <a:pt x="92" y="46"/>
                  </a:lnTo>
                  <a:lnTo>
                    <a:pt x="93" y="45"/>
                  </a:lnTo>
                  <a:lnTo>
                    <a:pt x="93" y="42"/>
                  </a:lnTo>
                  <a:lnTo>
                    <a:pt x="98" y="45"/>
                  </a:lnTo>
                  <a:lnTo>
                    <a:pt x="100" y="44"/>
                  </a:lnTo>
                  <a:lnTo>
                    <a:pt x="101" y="41"/>
                  </a:lnTo>
                  <a:lnTo>
                    <a:pt x="104" y="41"/>
                  </a:lnTo>
                  <a:lnTo>
                    <a:pt x="108" y="44"/>
                  </a:lnTo>
                  <a:lnTo>
                    <a:pt x="110" y="46"/>
                  </a:lnTo>
                  <a:lnTo>
                    <a:pt x="116" y="46"/>
                  </a:lnTo>
                  <a:lnTo>
                    <a:pt x="119" y="47"/>
                  </a:lnTo>
                  <a:lnTo>
                    <a:pt x="121" y="45"/>
                  </a:lnTo>
                  <a:lnTo>
                    <a:pt x="126" y="46"/>
                  </a:lnTo>
                  <a:lnTo>
                    <a:pt x="124" y="52"/>
                  </a:lnTo>
                  <a:lnTo>
                    <a:pt x="123" y="59"/>
                  </a:lnTo>
                  <a:lnTo>
                    <a:pt x="126" y="65"/>
                  </a:lnTo>
                  <a:lnTo>
                    <a:pt x="124" y="71"/>
                  </a:lnTo>
                  <a:lnTo>
                    <a:pt x="122" y="71"/>
                  </a:lnTo>
                  <a:lnTo>
                    <a:pt x="117" y="72"/>
                  </a:lnTo>
                  <a:lnTo>
                    <a:pt x="115" y="71"/>
                  </a:lnTo>
                  <a:lnTo>
                    <a:pt x="112" y="72"/>
                  </a:lnTo>
                  <a:lnTo>
                    <a:pt x="110" y="71"/>
                  </a:lnTo>
                  <a:lnTo>
                    <a:pt x="108" y="68"/>
                  </a:lnTo>
                  <a:lnTo>
                    <a:pt x="104" y="71"/>
                  </a:lnTo>
                  <a:lnTo>
                    <a:pt x="98" y="68"/>
                  </a:lnTo>
                  <a:lnTo>
                    <a:pt x="93" y="67"/>
                  </a:lnTo>
                  <a:lnTo>
                    <a:pt x="90" y="68"/>
                  </a:lnTo>
                  <a:lnTo>
                    <a:pt x="88" y="66"/>
                  </a:lnTo>
                  <a:lnTo>
                    <a:pt x="88" y="64"/>
                  </a:lnTo>
                  <a:lnTo>
                    <a:pt x="86" y="63"/>
                  </a:lnTo>
                  <a:lnTo>
                    <a:pt x="82" y="65"/>
                  </a:lnTo>
                  <a:lnTo>
                    <a:pt x="78" y="63"/>
                  </a:lnTo>
                  <a:lnTo>
                    <a:pt x="76" y="61"/>
                  </a:lnTo>
                  <a:lnTo>
                    <a:pt x="71" y="60"/>
                  </a:lnTo>
                  <a:lnTo>
                    <a:pt x="71" y="57"/>
                  </a:lnTo>
                  <a:lnTo>
                    <a:pt x="70" y="55"/>
                  </a:lnTo>
                  <a:lnTo>
                    <a:pt x="66" y="54"/>
                  </a:lnTo>
                  <a:lnTo>
                    <a:pt x="62" y="52"/>
                  </a:lnTo>
                  <a:lnTo>
                    <a:pt x="58" y="55"/>
                  </a:lnTo>
                  <a:lnTo>
                    <a:pt x="55" y="52"/>
                  </a:lnTo>
                  <a:lnTo>
                    <a:pt x="51" y="52"/>
                  </a:lnTo>
                  <a:lnTo>
                    <a:pt x="51" y="54"/>
                  </a:lnTo>
                  <a:lnTo>
                    <a:pt x="50" y="55"/>
                  </a:lnTo>
                  <a:lnTo>
                    <a:pt x="47" y="53"/>
                  </a:lnTo>
                  <a:lnTo>
                    <a:pt x="42" y="52"/>
                  </a:lnTo>
                  <a:lnTo>
                    <a:pt x="40" y="49"/>
                  </a:lnTo>
                  <a:lnTo>
                    <a:pt x="37" y="49"/>
                  </a:lnTo>
                  <a:lnTo>
                    <a:pt x="30" y="45"/>
                  </a:lnTo>
                  <a:lnTo>
                    <a:pt x="28" y="46"/>
                  </a:lnTo>
                  <a:lnTo>
                    <a:pt x="19" y="41"/>
                  </a:lnTo>
                  <a:lnTo>
                    <a:pt x="17" y="36"/>
                  </a:lnTo>
                  <a:lnTo>
                    <a:pt x="12" y="35"/>
                  </a:lnTo>
                  <a:lnTo>
                    <a:pt x="7" y="31"/>
                  </a:lnTo>
                  <a:lnTo>
                    <a:pt x="4" y="32"/>
                  </a:lnTo>
                  <a:lnTo>
                    <a:pt x="0" y="29"/>
                  </a:lnTo>
                  <a:lnTo>
                    <a:pt x="0" y="27"/>
                  </a:lnTo>
                  <a:lnTo>
                    <a:pt x="1" y="23"/>
                  </a:lnTo>
                  <a:lnTo>
                    <a:pt x="3" y="20"/>
                  </a:lnTo>
                  <a:lnTo>
                    <a:pt x="3" y="17"/>
                  </a:lnTo>
                  <a:lnTo>
                    <a:pt x="4" y="15"/>
                  </a:lnTo>
                  <a:lnTo>
                    <a:pt x="4" y="12"/>
                  </a:lnTo>
                  <a:lnTo>
                    <a:pt x="6" y="11"/>
                  </a:lnTo>
                  <a:lnTo>
                    <a:pt x="14" y="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09" name="Freeform 28"/>
            <p:cNvSpPr>
              <a:spLocks/>
            </p:cNvSpPr>
            <p:nvPr/>
          </p:nvSpPr>
          <p:spPr bwMode="gray">
            <a:xfrm>
              <a:off x="4421188" y="3916363"/>
              <a:ext cx="200025" cy="114300"/>
            </a:xfrm>
            <a:custGeom>
              <a:avLst/>
              <a:gdLst>
                <a:gd name="T0" fmla="*/ 16 w 126"/>
                <a:gd name="T1" fmla="*/ 7 h 72"/>
                <a:gd name="T2" fmla="*/ 19 w 126"/>
                <a:gd name="T3" fmla="*/ 5 h 72"/>
                <a:gd name="T4" fmla="*/ 22 w 126"/>
                <a:gd name="T5" fmla="*/ 1 h 72"/>
                <a:gd name="T6" fmla="*/ 31 w 126"/>
                <a:gd name="T7" fmla="*/ 1 h 72"/>
                <a:gd name="T8" fmla="*/ 38 w 126"/>
                <a:gd name="T9" fmla="*/ 9 h 72"/>
                <a:gd name="T10" fmla="*/ 47 w 126"/>
                <a:gd name="T11" fmla="*/ 15 h 72"/>
                <a:gd name="T12" fmla="*/ 51 w 126"/>
                <a:gd name="T13" fmla="*/ 16 h 72"/>
                <a:gd name="T14" fmla="*/ 57 w 126"/>
                <a:gd name="T15" fmla="*/ 21 h 72"/>
                <a:gd name="T16" fmla="*/ 63 w 126"/>
                <a:gd name="T17" fmla="*/ 22 h 72"/>
                <a:gd name="T18" fmla="*/ 64 w 126"/>
                <a:gd name="T19" fmla="*/ 27 h 72"/>
                <a:gd name="T20" fmla="*/ 77 w 126"/>
                <a:gd name="T21" fmla="*/ 32 h 72"/>
                <a:gd name="T22" fmla="*/ 78 w 126"/>
                <a:gd name="T23" fmla="*/ 35 h 72"/>
                <a:gd name="T24" fmla="*/ 85 w 126"/>
                <a:gd name="T25" fmla="*/ 38 h 72"/>
                <a:gd name="T26" fmla="*/ 91 w 126"/>
                <a:gd name="T27" fmla="*/ 42 h 72"/>
                <a:gd name="T28" fmla="*/ 93 w 126"/>
                <a:gd name="T29" fmla="*/ 45 h 72"/>
                <a:gd name="T30" fmla="*/ 98 w 126"/>
                <a:gd name="T31" fmla="*/ 45 h 72"/>
                <a:gd name="T32" fmla="*/ 101 w 126"/>
                <a:gd name="T33" fmla="*/ 41 h 72"/>
                <a:gd name="T34" fmla="*/ 108 w 126"/>
                <a:gd name="T35" fmla="*/ 44 h 72"/>
                <a:gd name="T36" fmla="*/ 116 w 126"/>
                <a:gd name="T37" fmla="*/ 46 h 72"/>
                <a:gd name="T38" fmla="*/ 121 w 126"/>
                <a:gd name="T39" fmla="*/ 45 h 72"/>
                <a:gd name="T40" fmla="*/ 126 w 126"/>
                <a:gd name="T41" fmla="*/ 46 h 72"/>
                <a:gd name="T42" fmla="*/ 123 w 126"/>
                <a:gd name="T43" fmla="*/ 59 h 72"/>
                <a:gd name="T44" fmla="*/ 124 w 126"/>
                <a:gd name="T45" fmla="*/ 71 h 72"/>
                <a:gd name="T46" fmla="*/ 117 w 126"/>
                <a:gd name="T47" fmla="*/ 72 h 72"/>
                <a:gd name="T48" fmla="*/ 112 w 126"/>
                <a:gd name="T49" fmla="*/ 72 h 72"/>
                <a:gd name="T50" fmla="*/ 108 w 126"/>
                <a:gd name="T51" fmla="*/ 68 h 72"/>
                <a:gd name="T52" fmla="*/ 98 w 126"/>
                <a:gd name="T53" fmla="*/ 68 h 72"/>
                <a:gd name="T54" fmla="*/ 90 w 126"/>
                <a:gd name="T55" fmla="*/ 68 h 72"/>
                <a:gd name="T56" fmla="*/ 88 w 126"/>
                <a:gd name="T57" fmla="*/ 64 h 72"/>
                <a:gd name="T58" fmla="*/ 82 w 126"/>
                <a:gd name="T59" fmla="*/ 65 h 72"/>
                <a:gd name="T60" fmla="*/ 76 w 126"/>
                <a:gd name="T61" fmla="*/ 61 h 72"/>
                <a:gd name="T62" fmla="*/ 71 w 126"/>
                <a:gd name="T63" fmla="*/ 57 h 72"/>
                <a:gd name="T64" fmla="*/ 66 w 126"/>
                <a:gd name="T65" fmla="*/ 54 h 72"/>
                <a:gd name="T66" fmla="*/ 58 w 126"/>
                <a:gd name="T67" fmla="*/ 55 h 72"/>
                <a:gd name="T68" fmla="*/ 51 w 126"/>
                <a:gd name="T69" fmla="*/ 52 h 72"/>
                <a:gd name="T70" fmla="*/ 50 w 126"/>
                <a:gd name="T71" fmla="*/ 55 h 72"/>
                <a:gd name="T72" fmla="*/ 42 w 126"/>
                <a:gd name="T73" fmla="*/ 52 h 72"/>
                <a:gd name="T74" fmla="*/ 37 w 126"/>
                <a:gd name="T75" fmla="*/ 49 h 72"/>
                <a:gd name="T76" fmla="*/ 28 w 126"/>
                <a:gd name="T77" fmla="*/ 46 h 72"/>
                <a:gd name="T78" fmla="*/ 17 w 126"/>
                <a:gd name="T79" fmla="*/ 36 h 72"/>
                <a:gd name="T80" fmla="*/ 7 w 126"/>
                <a:gd name="T81" fmla="*/ 31 h 72"/>
                <a:gd name="T82" fmla="*/ 0 w 126"/>
                <a:gd name="T83" fmla="*/ 29 h 72"/>
                <a:gd name="T84" fmla="*/ 1 w 126"/>
                <a:gd name="T85" fmla="*/ 23 h 72"/>
                <a:gd name="T86" fmla="*/ 3 w 126"/>
                <a:gd name="T87" fmla="*/ 17 h 72"/>
                <a:gd name="T88" fmla="*/ 4 w 126"/>
                <a:gd name="T89" fmla="*/ 12 h 72"/>
                <a:gd name="T90" fmla="*/ 14 w 126"/>
                <a:gd name="T91" fmla="*/ 3 h 7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26"/>
                <a:gd name="T139" fmla="*/ 0 h 72"/>
                <a:gd name="T140" fmla="*/ 126 w 126"/>
                <a:gd name="T141" fmla="*/ 72 h 7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26" h="72">
                  <a:moveTo>
                    <a:pt x="14" y="3"/>
                  </a:moveTo>
                  <a:lnTo>
                    <a:pt x="16" y="7"/>
                  </a:lnTo>
                  <a:lnTo>
                    <a:pt x="17" y="7"/>
                  </a:lnTo>
                  <a:lnTo>
                    <a:pt x="19" y="5"/>
                  </a:lnTo>
                  <a:lnTo>
                    <a:pt x="20" y="1"/>
                  </a:lnTo>
                  <a:lnTo>
                    <a:pt x="22" y="1"/>
                  </a:lnTo>
                  <a:lnTo>
                    <a:pt x="24" y="0"/>
                  </a:lnTo>
                  <a:lnTo>
                    <a:pt x="31" y="1"/>
                  </a:lnTo>
                  <a:lnTo>
                    <a:pt x="32" y="6"/>
                  </a:lnTo>
                  <a:lnTo>
                    <a:pt x="38" y="9"/>
                  </a:lnTo>
                  <a:lnTo>
                    <a:pt x="44" y="14"/>
                  </a:lnTo>
                  <a:lnTo>
                    <a:pt x="47" y="15"/>
                  </a:lnTo>
                  <a:lnTo>
                    <a:pt x="48" y="14"/>
                  </a:lnTo>
                  <a:lnTo>
                    <a:pt x="51" y="16"/>
                  </a:lnTo>
                  <a:lnTo>
                    <a:pt x="56" y="23"/>
                  </a:lnTo>
                  <a:lnTo>
                    <a:pt x="57" y="21"/>
                  </a:lnTo>
                  <a:lnTo>
                    <a:pt x="62" y="20"/>
                  </a:lnTo>
                  <a:lnTo>
                    <a:pt x="63" y="22"/>
                  </a:lnTo>
                  <a:lnTo>
                    <a:pt x="65" y="25"/>
                  </a:lnTo>
                  <a:lnTo>
                    <a:pt x="64" y="27"/>
                  </a:lnTo>
                  <a:lnTo>
                    <a:pt x="75" y="34"/>
                  </a:lnTo>
                  <a:lnTo>
                    <a:pt x="77" y="32"/>
                  </a:lnTo>
                  <a:lnTo>
                    <a:pt x="79" y="32"/>
                  </a:lnTo>
                  <a:lnTo>
                    <a:pt x="78" y="35"/>
                  </a:lnTo>
                  <a:lnTo>
                    <a:pt x="78" y="38"/>
                  </a:lnTo>
                  <a:lnTo>
                    <a:pt x="85" y="38"/>
                  </a:lnTo>
                  <a:lnTo>
                    <a:pt x="87" y="38"/>
                  </a:lnTo>
                  <a:lnTo>
                    <a:pt x="91" y="42"/>
                  </a:lnTo>
                  <a:lnTo>
                    <a:pt x="92" y="46"/>
                  </a:lnTo>
                  <a:lnTo>
                    <a:pt x="93" y="45"/>
                  </a:lnTo>
                  <a:lnTo>
                    <a:pt x="93" y="42"/>
                  </a:lnTo>
                  <a:lnTo>
                    <a:pt x="98" y="45"/>
                  </a:lnTo>
                  <a:lnTo>
                    <a:pt x="100" y="44"/>
                  </a:lnTo>
                  <a:lnTo>
                    <a:pt x="101" y="41"/>
                  </a:lnTo>
                  <a:lnTo>
                    <a:pt x="104" y="41"/>
                  </a:lnTo>
                  <a:lnTo>
                    <a:pt x="108" y="44"/>
                  </a:lnTo>
                  <a:lnTo>
                    <a:pt x="110" y="46"/>
                  </a:lnTo>
                  <a:lnTo>
                    <a:pt x="116" y="46"/>
                  </a:lnTo>
                  <a:lnTo>
                    <a:pt x="119" y="47"/>
                  </a:lnTo>
                  <a:lnTo>
                    <a:pt x="121" y="45"/>
                  </a:lnTo>
                  <a:lnTo>
                    <a:pt x="126" y="46"/>
                  </a:lnTo>
                  <a:lnTo>
                    <a:pt x="124" y="52"/>
                  </a:lnTo>
                  <a:lnTo>
                    <a:pt x="123" y="59"/>
                  </a:lnTo>
                  <a:lnTo>
                    <a:pt x="126" y="65"/>
                  </a:lnTo>
                  <a:lnTo>
                    <a:pt x="124" y="71"/>
                  </a:lnTo>
                  <a:lnTo>
                    <a:pt x="122" y="71"/>
                  </a:lnTo>
                  <a:lnTo>
                    <a:pt x="117" y="72"/>
                  </a:lnTo>
                  <a:lnTo>
                    <a:pt x="115" y="71"/>
                  </a:lnTo>
                  <a:lnTo>
                    <a:pt x="112" y="72"/>
                  </a:lnTo>
                  <a:lnTo>
                    <a:pt x="110" y="71"/>
                  </a:lnTo>
                  <a:lnTo>
                    <a:pt x="108" y="68"/>
                  </a:lnTo>
                  <a:lnTo>
                    <a:pt x="104" y="71"/>
                  </a:lnTo>
                  <a:lnTo>
                    <a:pt x="98" y="68"/>
                  </a:lnTo>
                  <a:lnTo>
                    <a:pt x="93" y="67"/>
                  </a:lnTo>
                  <a:lnTo>
                    <a:pt x="90" y="68"/>
                  </a:lnTo>
                  <a:lnTo>
                    <a:pt x="88" y="66"/>
                  </a:lnTo>
                  <a:lnTo>
                    <a:pt x="88" y="64"/>
                  </a:lnTo>
                  <a:lnTo>
                    <a:pt x="86" y="63"/>
                  </a:lnTo>
                  <a:lnTo>
                    <a:pt x="82" y="65"/>
                  </a:lnTo>
                  <a:lnTo>
                    <a:pt x="78" y="63"/>
                  </a:lnTo>
                  <a:lnTo>
                    <a:pt x="76" y="61"/>
                  </a:lnTo>
                  <a:lnTo>
                    <a:pt x="71" y="60"/>
                  </a:lnTo>
                  <a:lnTo>
                    <a:pt x="71" y="57"/>
                  </a:lnTo>
                  <a:lnTo>
                    <a:pt x="70" y="55"/>
                  </a:lnTo>
                  <a:lnTo>
                    <a:pt x="66" y="54"/>
                  </a:lnTo>
                  <a:lnTo>
                    <a:pt x="62" y="52"/>
                  </a:lnTo>
                  <a:lnTo>
                    <a:pt x="58" y="55"/>
                  </a:lnTo>
                  <a:lnTo>
                    <a:pt x="55" y="52"/>
                  </a:lnTo>
                  <a:lnTo>
                    <a:pt x="51" y="52"/>
                  </a:lnTo>
                  <a:lnTo>
                    <a:pt x="51" y="54"/>
                  </a:lnTo>
                  <a:lnTo>
                    <a:pt x="50" y="55"/>
                  </a:lnTo>
                  <a:lnTo>
                    <a:pt x="47" y="53"/>
                  </a:lnTo>
                  <a:lnTo>
                    <a:pt x="42" y="52"/>
                  </a:lnTo>
                  <a:lnTo>
                    <a:pt x="40" y="49"/>
                  </a:lnTo>
                  <a:lnTo>
                    <a:pt x="37" y="49"/>
                  </a:lnTo>
                  <a:lnTo>
                    <a:pt x="30" y="45"/>
                  </a:lnTo>
                  <a:lnTo>
                    <a:pt x="28" y="46"/>
                  </a:lnTo>
                  <a:lnTo>
                    <a:pt x="19" y="41"/>
                  </a:lnTo>
                  <a:lnTo>
                    <a:pt x="17" y="36"/>
                  </a:lnTo>
                  <a:lnTo>
                    <a:pt x="12" y="35"/>
                  </a:lnTo>
                  <a:lnTo>
                    <a:pt x="7" y="31"/>
                  </a:lnTo>
                  <a:lnTo>
                    <a:pt x="4" y="32"/>
                  </a:lnTo>
                  <a:lnTo>
                    <a:pt x="0" y="29"/>
                  </a:lnTo>
                  <a:lnTo>
                    <a:pt x="0" y="27"/>
                  </a:lnTo>
                  <a:lnTo>
                    <a:pt x="1" y="23"/>
                  </a:lnTo>
                  <a:lnTo>
                    <a:pt x="3" y="20"/>
                  </a:lnTo>
                  <a:lnTo>
                    <a:pt x="3" y="17"/>
                  </a:lnTo>
                  <a:lnTo>
                    <a:pt x="4" y="15"/>
                  </a:lnTo>
                  <a:lnTo>
                    <a:pt x="4" y="12"/>
                  </a:lnTo>
                  <a:lnTo>
                    <a:pt x="6" y="11"/>
                  </a:lnTo>
                  <a:lnTo>
                    <a:pt x="14" y="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0" name="Freeform 29"/>
            <p:cNvSpPr>
              <a:spLocks/>
            </p:cNvSpPr>
            <p:nvPr/>
          </p:nvSpPr>
          <p:spPr bwMode="gray">
            <a:xfrm>
              <a:off x="4635500" y="3978276"/>
              <a:ext cx="79375" cy="44450"/>
            </a:xfrm>
            <a:custGeom>
              <a:avLst/>
              <a:gdLst>
                <a:gd name="T0" fmla="*/ 0 w 50"/>
                <a:gd name="T1" fmla="*/ 19 h 28"/>
                <a:gd name="T2" fmla="*/ 9 w 50"/>
                <a:gd name="T3" fmla="*/ 7 h 28"/>
                <a:gd name="T4" fmla="*/ 13 w 50"/>
                <a:gd name="T5" fmla="*/ 3 h 28"/>
                <a:gd name="T6" fmla="*/ 16 w 50"/>
                <a:gd name="T7" fmla="*/ 1 h 28"/>
                <a:gd name="T8" fmla="*/ 17 w 50"/>
                <a:gd name="T9" fmla="*/ 0 h 28"/>
                <a:gd name="T10" fmla="*/ 20 w 50"/>
                <a:gd name="T11" fmla="*/ 0 h 28"/>
                <a:gd name="T12" fmla="*/ 22 w 50"/>
                <a:gd name="T13" fmla="*/ 2 h 28"/>
                <a:gd name="T14" fmla="*/ 25 w 50"/>
                <a:gd name="T15" fmla="*/ 4 h 28"/>
                <a:gd name="T16" fmla="*/ 37 w 50"/>
                <a:gd name="T17" fmla="*/ 4 h 28"/>
                <a:gd name="T18" fmla="*/ 39 w 50"/>
                <a:gd name="T19" fmla="*/ 5 h 28"/>
                <a:gd name="T20" fmla="*/ 42 w 50"/>
                <a:gd name="T21" fmla="*/ 6 h 28"/>
                <a:gd name="T22" fmla="*/ 44 w 50"/>
                <a:gd name="T23" fmla="*/ 11 h 28"/>
                <a:gd name="T24" fmla="*/ 44 w 50"/>
                <a:gd name="T25" fmla="*/ 12 h 28"/>
                <a:gd name="T26" fmla="*/ 44 w 50"/>
                <a:gd name="T27" fmla="*/ 14 h 28"/>
                <a:gd name="T28" fmla="*/ 46 w 50"/>
                <a:gd name="T29" fmla="*/ 17 h 28"/>
                <a:gd name="T30" fmla="*/ 49 w 50"/>
                <a:gd name="T31" fmla="*/ 17 h 28"/>
                <a:gd name="T32" fmla="*/ 50 w 50"/>
                <a:gd name="T33" fmla="*/ 19 h 28"/>
                <a:gd name="T34" fmla="*/ 50 w 50"/>
                <a:gd name="T35" fmla="*/ 21 h 28"/>
                <a:gd name="T36" fmla="*/ 49 w 50"/>
                <a:gd name="T37" fmla="*/ 26 h 28"/>
                <a:gd name="T38" fmla="*/ 44 w 50"/>
                <a:gd name="T39" fmla="*/ 26 h 28"/>
                <a:gd name="T40" fmla="*/ 37 w 50"/>
                <a:gd name="T41" fmla="*/ 27 h 28"/>
                <a:gd name="T42" fmla="*/ 28 w 50"/>
                <a:gd name="T43" fmla="*/ 26 h 28"/>
                <a:gd name="T44" fmla="*/ 26 w 50"/>
                <a:gd name="T45" fmla="*/ 25 h 28"/>
                <a:gd name="T46" fmla="*/ 24 w 50"/>
                <a:gd name="T47" fmla="*/ 25 h 28"/>
                <a:gd name="T48" fmla="*/ 20 w 50"/>
                <a:gd name="T49" fmla="*/ 27 h 28"/>
                <a:gd name="T50" fmla="*/ 17 w 50"/>
                <a:gd name="T51" fmla="*/ 28 h 28"/>
                <a:gd name="T52" fmla="*/ 16 w 50"/>
                <a:gd name="T53" fmla="*/ 28 h 28"/>
                <a:gd name="T54" fmla="*/ 10 w 50"/>
                <a:gd name="T55" fmla="*/ 26 h 28"/>
                <a:gd name="T56" fmla="*/ 6 w 50"/>
                <a:gd name="T57" fmla="*/ 25 h 28"/>
                <a:gd name="T58" fmla="*/ 1 w 50"/>
                <a:gd name="T59" fmla="*/ 24 h 28"/>
                <a:gd name="T60" fmla="*/ 0 w 50"/>
                <a:gd name="T61" fmla="*/ 20 h 28"/>
                <a:gd name="T62" fmla="*/ 0 w 50"/>
                <a:gd name="T63" fmla="*/ 19 h 2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50"/>
                <a:gd name="T97" fmla="*/ 0 h 28"/>
                <a:gd name="T98" fmla="*/ 50 w 50"/>
                <a:gd name="T99" fmla="*/ 28 h 2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50" h="28">
                  <a:moveTo>
                    <a:pt x="0" y="19"/>
                  </a:moveTo>
                  <a:lnTo>
                    <a:pt x="9" y="7"/>
                  </a:lnTo>
                  <a:lnTo>
                    <a:pt x="13" y="3"/>
                  </a:lnTo>
                  <a:lnTo>
                    <a:pt x="16" y="1"/>
                  </a:lnTo>
                  <a:lnTo>
                    <a:pt x="17" y="0"/>
                  </a:lnTo>
                  <a:lnTo>
                    <a:pt x="20" y="0"/>
                  </a:lnTo>
                  <a:lnTo>
                    <a:pt x="22" y="2"/>
                  </a:lnTo>
                  <a:lnTo>
                    <a:pt x="25" y="4"/>
                  </a:lnTo>
                  <a:lnTo>
                    <a:pt x="37" y="4"/>
                  </a:lnTo>
                  <a:lnTo>
                    <a:pt x="39" y="5"/>
                  </a:lnTo>
                  <a:lnTo>
                    <a:pt x="42" y="6"/>
                  </a:lnTo>
                  <a:lnTo>
                    <a:pt x="44" y="11"/>
                  </a:lnTo>
                  <a:lnTo>
                    <a:pt x="44" y="12"/>
                  </a:lnTo>
                  <a:lnTo>
                    <a:pt x="44" y="14"/>
                  </a:lnTo>
                  <a:lnTo>
                    <a:pt x="46" y="17"/>
                  </a:lnTo>
                  <a:lnTo>
                    <a:pt x="49" y="17"/>
                  </a:lnTo>
                  <a:lnTo>
                    <a:pt x="50" y="19"/>
                  </a:lnTo>
                  <a:lnTo>
                    <a:pt x="50" y="21"/>
                  </a:lnTo>
                  <a:lnTo>
                    <a:pt x="49" y="26"/>
                  </a:lnTo>
                  <a:lnTo>
                    <a:pt x="44" y="26"/>
                  </a:lnTo>
                  <a:lnTo>
                    <a:pt x="37" y="27"/>
                  </a:lnTo>
                  <a:lnTo>
                    <a:pt x="28" y="26"/>
                  </a:lnTo>
                  <a:lnTo>
                    <a:pt x="26" y="25"/>
                  </a:lnTo>
                  <a:lnTo>
                    <a:pt x="24" y="25"/>
                  </a:lnTo>
                  <a:lnTo>
                    <a:pt x="20" y="27"/>
                  </a:lnTo>
                  <a:lnTo>
                    <a:pt x="17" y="28"/>
                  </a:lnTo>
                  <a:lnTo>
                    <a:pt x="16" y="28"/>
                  </a:lnTo>
                  <a:lnTo>
                    <a:pt x="10" y="26"/>
                  </a:lnTo>
                  <a:lnTo>
                    <a:pt x="6" y="25"/>
                  </a:lnTo>
                  <a:lnTo>
                    <a:pt x="1" y="24"/>
                  </a:lnTo>
                  <a:lnTo>
                    <a:pt x="0" y="20"/>
                  </a:lnTo>
                  <a:lnTo>
                    <a:pt x="0" y="1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1" name="Freeform 30"/>
            <p:cNvSpPr>
              <a:spLocks/>
            </p:cNvSpPr>
            <p:nvPr/>
          </p:nvSpPr>
          <p:spPr bwMode="gray">
            <a:xfrm>
              <a:off x="4635500" y="3978276"/>
              <a:ext cx="79375" cy="44450"/>
            </a:xfrm>
            <a:custGeom>
              <a:avLst/>
              <a:gdLst>
                <a:gd name="T0" fmla="*/ 0 w 50"/>
                <a:gd name="T1" fmla="*/ 19 h 28"/>
                <a:gd name="T2" fmla="*/ 9 w 50"/>
                <a:gd name="T3" fmla="*/ 7 h 28"/>
                <a:gd name="T4" fmla="*/ 13 w 50"/>
                <a:gd name="T5" fmla="*/ 3 h 28"/>
                <a:gd name="T6" fmla="*/ 16 w 50"/>
                <a:gd name="T7" fmla="*/ 1 h 28"/>
                <a:gd name="T8" fmla="*/ 17 w 50"/>
                <a:gd name="T9" fmla="*/ 0 h 28"/>
                <a:gd name="T10" fmla="*/ 20 w 50"/>
                <a:gd name="T11" fmla="*/ 0 h 28"/>
                <a:gd name="T12" fmla="*/ 22 w 50"/>
                <a:gd name="T13" fmla="*/ 2 h 28"/>
                <a:gd name="T14" fmla="*/ 25 w 50"/>
                <a:gd name="T15" fmla="*/ 4 h 28"/>
                <a:gd name="T16" fmla="*/ 37 w 50"/>
                <a:gd name="T17" fmla="*/ 4 h 28"/>
                <a:gd name="T18" fmla="*/ 39 w 50"/>
                <a:gd name="T19" fmla="*/ 5 h 28"/>
                <a:gd name="T20" fmla="*/ 42 w 50"/>
                <a:gd name="T21" fmla="*/ 6 h 28"/>
                <a:gd name="T22" fmla="*/ 44 w 50"/>
                <a:gd name="T23" fmla="*/ 11 h 28"/>
                <a:gd name="T24" fmla="*/ 44 w 50"/>
                <a:gd name="T25" fmla="*/ 12 h 28"/>
                <a:gd name="T26" fmla="*/ 44 w 50"/>
                <a:gd name="T27" fmla="*/ 14 h 28"/>
                <a:gd name="T28" fmla="*/ 46 w 50"/>
                <a:gd name="T29" fmla="*/ 17 h 28"/>
                <a:gd name="T30" fmla="*/ 49 w 50"/>
                <a:gd name="T31" fmla="*/ 17 h 28"/>
                <a:gd name="T32" fmla="*/ 50 w 50"/>
                <a:gd name="T33" fmla="*/ 19 h 28"/>
                <a:gd name="T34" fmla="*/ 50 w 50"/>
                <a:gd name="T35" fmla="*/ 21 h 28"/>
                <a:gd name="T36" fmla="*/ 49 w 50"/>
                <a:gd name="T37" fmla="*/ 26 h 28"/>
                <a:gd name="T38" fmla="*/ 44 w 50"/>
                <a:gd name="T39" fmla="*/ 26 h 28"/>
                <a:gd name="T40" fmla="*/ 37 w 50"/>
                <a:gd name="T41" fmla="*/ 27 h 28"/>
                <a:gd name="T42" fmla="*/ 28 w 50"/>
                <a:gd name="T43" fmla="*/ 26 h 28"/>
                <a:gd name="T44" fmla="*/ 26 w 50"/>
                <a:gd name="T45" fmla="*/ 25 h 28"/>
                <a:gd name="T46" fmla="*/ 24 w 50"/>
                <a:gd name="T47" fmla="*/ 25 h 28"/>
                <a:gd name="T48" fmla="*/ 20 w 50"/>
                <a:gd name="T49" fmla="*/ 27 h 28"/>
                <a:gd name="T50" fmla="*/ 17 w 50"/>
                <a:gd name="T51" fmla="*/ 28 h 28"/>
                <a:gd name="T52" fmla="*/ 16 w 50"/>
                <a:gd name="T53" fmla="*/ 28 h 28"/>
                <a:gd name="T54" fmla="*/ 10 w 50"/>
                <a:gd name="T55" fmla="*/ 26 h 28"/>
                <a:gd name="T56" fmla="*/ 6 w 50"/>
                <a:gd name="T57" fmla="*/ 25 h 28"/>
                <a:gd name="T58" fmla="*/ 1 w 50"/>
                <a:gd name="T59" fmla="*/ 24 h 28"/>
                <a:gd name="T60" fmla="*/ 0 w 50"/>
                <a:gd name="T61" fmla="*/ 20 h 28"/>
                <a:gd name="T62" fmla="*/ 0 w 50"/>
                <a:gd name="T63" fmla="*/ 19 h 2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50"/>
                <a:gd name="T97" fmla="*/ 0 h 28"/>
                <a:gd name="T98" fmla="*/ 50 w 50"/>
                <a:gd name="T99" fmla="*/ 28 h 2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50" h="28">
                  <a:moveTo>
                    <a:pt x="0" y="19"/>
                  </a:moveTo>
                  <a:lnTo>
                    <a:pt x="9" y="7"/>
                  </a:lnTo>
                  <a:lnTo>
                    <a:pt x="13" y="3"/>
                  </a:lnTo>
                  <a:lnTo>
                    <a:pt x="16" y="1"/>
                  </a:lnTo>
                  <a:lnTo>
                    <a:pt x="17" y="0"/>
                  </a:lnTo>
                  <a:lnTo>
                    <a:pt x="20" y="0"/>
                  </a:lnTo>
                  <a:lnTo>
                    <a:pt x="22" y="2"/>
                  </a:lnTo>
                  <a:lnTo>
                    <a:pt x="25" y="4"/>
                  </a:lnTo>
                  <a:lnTo>
                    <a:pt x="37" y="4"/>
                  </a:lnTo>
                  <a:lnTo>
                    <a:pt x="39" y="5"/>
                  </a:lnTo>
                  <a:lnTo>
                    <a:pt x="42" y="6"/>
                  </a:lnTo>
                  <a:lnTo>
                    <a:pt x="44" y="11"/>
                  </a:lnTo>
                  <a:lnTo>
                    <a:pt x="44" y="12"/>
                  </a:lnTo>
                  <a:lnTo>
                    <a:pt x="44" y="14"/>
                  </a:lnTo>
                  <a:lnTo>
                    <a:pt x="46" y="17"/>
                  </a:lnTo>
                  <a:lnTo>
                    <a:pt x="49" y="17"/>
                  </a:lnTo>
                  <a:lnTo>
                    <a:pt x="50" y="19"/>
                  </a:lnTo>
                  <a:lnTo>
                    <a:pt x="50" y="21"/>
                  </a:lnTo>
                  <a:lnTo>
                    <a:pt x="49" y="26"/>
                  </a:lnTo>
                  <a:lnTo>
                    <a:pt x="44" y="26"/>
                  </a:lnTo>
                  <a:lnTo>
                    <a:pt x="37" y="27"/>
                  </a:lnTo>
                  <a:lnTo>
                    <a:pt x="28" y="26"/>
                  </a:lnTo>
                  <a:lnTo>
                    <a:pt x="26" y="25"/>
                  </a:lnTo>
                  <a:lnTo>
                    <a:pt x="24" y="25"/>
                  </a:lnTo>
                  <a:lnTo>
                    <a:pt x="20" y="27"/>
                  </a:lnTo>
                  <a:lnTo>
                    <a:pt x="17" y="28"/>
                  </a:lnTo>
                  <a:lnTo>
                    <a:pt x="16" y="28"/>
                  </a:lnTo>
                  <a:lnTo>
                    <a:pt x="10" y="26"/>
                  </a:lnTo>
                  <a:lnTo>
                    <a:pt x="6" y="25"/>
                  </a:lnTo>
                  <a:lnTo>
                    <a:pt x="1" y="24"/>
                  </a:lnTo>
                  <a:lnTo>
                    <a:pt x="0" y="20"/>
                  </a:lnTo>
                  <a:lnTo>
                    <a:pt x="0" y="1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2" name="Freeform 31"/>
            <p:cNvSpPr>
              <a:spLocks noEditPoints="1"/>
            </p:cNvSpPr>
            <p:nvPr/>
          </p:nvSpPr>
          <p:spPr bwMode="gray">
            <a:xfrm>
              <a:off x="4260850" y="3133726"/>
              <a:ext cx="1512888" cy="1119188"/>
            </a:xfrm>
            <a:custGeom>
              <a:avLst/>
              <a:gdLst>
                <a:gd name="T0" fmla="*/ 568 w 953"/>
                <a:gd name="T1" fmla="*/ 675 h 705"/>
                <a:gd name="T2" fmla="*/ 437 w 953"/>
                <a:gd name="T3" fmla="*/ 633 h 705"/>
                <a:gd name="T4" fmla="*/ 416 w 953"/>
                <a:gd name="T5" fmla="*/ 649 h 705"/>
                <a:gd name="T6" fmla="*/ 392 w 953"/>
                <a:gd name="T7" fmla="*/ 605 h 705"/>
                <a:gd name="T8" fmla="*/ 386 w 953"/>
                <a:gd name="T9" fmla="*/ 578 h 705"/>
                <a:gd name="T10" fmla="*/ 370 w 953"/>
                <a:gd name="T11" fmla="*/ 534 h 705"/>
                <a:gd name="T12" fmla="*/ 326 w 953"/>
                <a:gd name="T13" fmla="*/ 515 h 705"/>
                <a:gd name="T14" fmla="*/ 261 w 953"/>
                <a:gd name="T15" fmla="*/ 536 h 705"/>
                <a:gd name="T16" fmla="*/ 222 w 953"/>
                <a:gd name="T17" fmla="*/ 538 h 705"/>
                <a:gd name="T18" fmla="*/ 186 w 953"/>
                <a:gd name="T19" fmla="*/ 531 h 705"/>
                <a:gd name="T20" fmla="*/ 148 w 953"/>
                <a:gd name="T21" fmla="*/ 508 h 705"/>
                <a:gd name="T22" fmla="*/ 103 w 953"/>
                <a:gd name="T23" fmla="*/ 490 h 705"/>
                <a:gd name="T24" fmla="*/ 80 w 953"/>
                <a:gd name="T25" fmla="*/ 452 h 705"/>
                <a:gd name="T26" fmla="*/ 76 w 953"/>
                <a:gd name="T27" fmla="*/ 427 h 705"/>
                <a:gd name="T28" fmla="*/ 44 w 953"/>
                <a:gd name="T29" fmla="*/ 393 h 705"/>
                <a:gd name="T30" fmla="*/ 20 w 953"/>
                <a:gd name="T31" fmla="*/ 371 h 705"/>
                <a:gd name="T32" fmla="*/ 21 w 953"/>
                <a:gd name="T33" fmla="*/ 356 h 705"/>
                <a:gd name="T34" fmla="*/ 0 w 953"/>
                <a:gd name="T35" fmla="*/ 333 h 705"/>
                <a:gd name="T36" fmla="*/ 44 w 953"/>
                <a:gd name="T37" fmla="*/ 301 h 705"/>
                <a:gd name="T38" fmla="*/ 103 w 953"/>
                <a:gd name="T39" fmla="*/ 267 h 705"/>
                <a:gd name="T40" fmla="*/ 98 w 953"/>
                <a:gd name="T41" fmla="*/ 208 h 705"/>
                <a:gd name="T42" fmla="*/ 138 w 953"/>
                <a:gd name="T43" fmla="*/ 183 h 705"/>
                <a:gd name="T44" fmla="*/ 186 w 953"/>
                <a:gd name="T45" fmla="*/ 133 h 705"/>
                <a:gd name="T46" fmla="*/ 222 w 953"/>
                <a:gd name="T47" fmla="*/ 108 h 705"/>
                <a:gd name="T48" fmla="*/ 270 w 953"/>
                <a:gd name="T49" fmla="*/ 181 h 705"/>
                <a:gd name="T50" fmla="*/ 331 w 953"/>
                <a:gd name="T51" fmla="*/ 219 h 705"/>
                <a:gd name="T52" fmla="*/ 442 w 953"/>
                <a:gd name="T53" fmla="*/ 259 h 705"/>
                <a:gd name="T54" fmla="*/ 517 w 953"/>
                <a:gd name="T55" fmla="*/ 263 h 705"/>
                <a:gd name="T56" fmla="*/ 592 w 953"/>
                <a:gd name="T57" fmla="*/ 223 h 705"/>
                <a:gd name="T58" fmla="*/ 641 w 953"/>
                <a:gd name="T59" fmla="*/ 194 h 705"/>
                <a:gd name="T60" fmla="*/ 690 w 953"/>
                <a:gd name="T61" fmla="*/ 167 h 705"/>
                <a:gd name="T62" fmla="*/ 691 w 953"/>
                <a:gd name="T63" fmla="*/ 135 h 705"/>
                <a:gd name="T64" fmla="*/ 673 w 953"/>
                <a:gd name="T65" fmla="*/ 90 h 705"/>
                <a:gd name="T66" fmla="*/ 716 w 953"/>
                <a:gd name="T67" fmla="*/ 60 h 705"/>
                <a:gd name="T68" fmla="*/ 754 w 953"/>
                <a:gd name="T69" fmla="*/ 3 h 705"/>
                <a:gd name="T70" fmla="*/ 844 w 953"/>
                <a:gd name="T71" fmla="*/ 96 h 705"/>
                <a:gd name="T72" fmla="*/ 935 w 953"/>
                <a:gd name="T73" fmla="*/ 132 h 705"/>
                <a:gd name="T74" fmla="*/ 926 w 953"/>
                <a:gd name="T75" fmla="*/ 201 h 705"/>
                <a:gd name="T76" fmla="*/ 896 w 953"/>
                <a:gd name="T77" fmla="*/ 246 h 705"/>
                <a:gd name="T78" fmla="*/ 848 w 953"/>
                <a:gd name="T79" fmla="*/ 267 h 705"/>
                <a:gd name="T80" fmla="*/ 808 w 953"/>
                <a:gd name="T81" fmla="*/ 296 h 705"/>
                <a:gd name="T82" fmla="*/ 740 w 953"/>
                <a:gd name="T83" fmla="*/ 333 h 705"/>
                <a:gd name="T84" fmla="*/ 744 w 953"/>
                <a:gd name="T85" fmla="*/ 292 h 705"/>
                <a:gd name="T86" fmla="*/ 701 w 953"/>
                <a:gd name="T87" fmla="*/ 327 h 705"/>
                <a:gd name="T88" fmla="*/ 706 w 953"/>
                <a:gd name="T89" fmla="*/ 356 h 705"/>
                <a:gd name="T90" fmla="*/ 755 w 953"/>
                <a:gd name="T91" fmla="*/ 363 h 705"/>
                <a:gd name="T92" fmla="*/ 725 w 953"/>
                <a:gd name="T93" fmla="*/ 386 h 705"/>
                <a:gd name="T94" fmla="*/ 734 w 953"/>
                <a:gd name="T95" fmla="*/ 449 h 705"/>
                <a:gd name="T96" fmla="*/ 748 w 953"/>
                <a:gd name="T97" fmla="*/ 488 h 705"/>
                <a:gd name="T98" fmla="*/ 751 w 953"/>
                <a:gd name="T99" fmla="*/ 505 h 705"/>
                <a:gd name="T100" fmla="*/ 738 w 953"/>
                <a:gd name="T101" fmla="*/ 533 h 705"/>
                <a:gd name="T102" fmla="*/ 713 w 953"/>
                <a:gd name="T103" fmla="*/ 580 h 705"/>
                <a:gd name="T104" fmla="*/ 680 w 953"/>
                <a:gd name="T105" fmla="*/ 613 h 705"/>
                <a:gd name="T106" fmla="*/ 643 w 953"/>
                <a:gd name="T107" fmla="*/ 631 h 705"/>
                <a:gd name="T108" fmla="*/ 616 w 953"/>
                <a:gd name="T109" fmla="*/ 641 h 705"/>
                <a:gd name="T110" fmla="*/ 576 w 953"/>
                <a:gd name="T111" fmla="*/ 653 h 705"/>
                <a:gd name="T112" fmla="*/ 561 w 953"/>
                <a:gd name="T113" fmla="*/ 656 h 705"/>
                <a:gd name="T114" fmla="*/ 534 w 953"/>
                <a:gd name="T115" fmla="*/ 649 h 705"/>
                <a:gd name="T116" fmla="*/ 494 w 953"/>
                <a:gd name="T117" fmla="*/ 618 h 70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953"/>
                <a:gd name="T178" fmla="*/ 0 h 705"/>
                <a:gd name="T179" fmla="*/ 953 w 953"/>
                <a:gd name="T180" fmla="*/ 705 h 70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953" h="705">
                  <a:moveTo>
                    <a:pt x="558" y="705"/>
                  </a:moveTo>
                  <a:lnTo>
                    <a:pt x="551" y="701"/>
                  </a:lnTo>
                  <a:lnTo>
                    <a:pt x="546" y="699"/>
                  </a:lnTo>
                  <a:lnTo>
                    <a:pt x="544" y="689"/>
                  </a:lnTo>
                  <a:lnTo>
                    <a:pt x="545" y="687"/>
                  </a:lnTo>
                  <a:lnTo>
                    <a:pt x="546" y="685"/>
                  </a:lnTo>
                  <a:lnTo>
                    <a:pt x="549" y="683"/>
                  </a:lnTo>
                  <a:lnTo>
                    <a:pt x="555" y="679"/>
                  </a:lnTo>
                  <a:lnTo>
                    <a:pt x="558" y="679"/>
                  </a:lnTo>
                  <a:lnTo>
                    <a:pt x="558" y="678"/>
                  </a:lnTo>
                  <a:lnTo>
                    <a:pt x="560" y="675"/>
                  </a:lnTo>
                  <a:lnTo>
                    <a:pt x="562" y="675"/>
                  </a:lnTo>
                  <a:lnTo>
                    <a:pt x="566" y="677"/>
                  </a:lnTo>
                  <a:lnTo>
                    <a:pt x="568" y="675"/>
                  </a:lnTo>
                  <a:lnTo>
                    <a:pt x="571" y="675"/>
                  </a:lnTo>
                  <a:lnTo>
                    <a:pt x="577" y="673"/>
                  </a:lnTo>
                  <a:lnTo>
                    <a:pt x="581" y="678"/>
                  </a:lnTo>
                  <a:lnTo>
                    <a:pt x="580" y="680"/>
                  </a:lnTo>
                  <a:lnTo>
                    <a:pt x="577" y="682"/>
                  </a:lnTo>
                  <a:lnTo>
                    <a:pt x="574" y="686"/>
                  </a:lnTo>
                  <a:lnTo>
                    <a:pt x="572" y="692"/>
                  </a:lnTo>
                  <a:lnTo>
                    <a:pt x="573" y="694"/>
                  </a:lnTo>
                  <a:lnTo>
                    <a:pt x="571" y="696"/>
                  </a:lnTo>
                  <a:lnTo>
                    <a:pt x="569" y="697"/>
                  </a:lnTo>
                  <a:lnTo>
                    <a:pt x="562" y="700"/>
                  </a:lnTo>
                  <a:lnTo>
                    <a:pt x="558" y="705"/>
                  </a:lnTo>
                  <a:close/>
                  <a:moveTo>
                    <a:pt x="442" y="631"/>
                  </a:moveTo>
                  <a:lnTo>
                    <a:pt x="437" y="633"/>
                  </a:lnTo>
                  <a:lnTo>
                    <a:pt x="435" y="635"/>
                  </a:lnTo>
                  <a:lnTo>
                    <a:pt x="435" y="638"/>
                  </a:lnTo>
                  <a:lnTo>
                    <a:pt x="436" y="642"/>
                  </a:lnTo>
                  <a:lnTo>
                    <a:pt x="437" y="645"/>
                  </a:lnTo>
                  <a:lnTo>
                    <a:pt x="438" y="649"/>
                  </a:lnTo>
                  <a:lnTo>
                    <a:pt x="437" y="652"/>
                  </a:lnTo>
                  <a:lnTo>
                    <a:pt x="436" y="653"/>
                  </a:lnTo>
                  <a:lnTo>
                    <a:pt x="430" y="653"/>
                  </a:lnTo>
                  <a:lnTo>
                    <a:pt x="428" y="651"/>
                  </a:lnTo>
                  <a:lnTo>
                    <a:pt x="427" y="649"/>
                  </a:lnTo>
                  <a:lnTo>
                    <a:pt x="426" y="648"/>
                  </a:lnTo>
                  <a:lnTo>
                    <a:pt x="425" y="645"/>
                  </a:lnTo>
                  <a:lnTo>
                    <a:pt x="421" y="648"/>
                  </a:lnTo>
                  <a:lnTo>
                    <a:pt x="416" y="649"/>
                  </a:lnTo>
                  <a:lnTo>
                    <a:pt x="414" y="648"/>
                  </a:lnTo>
                  <a:lnTo>
                    <a:pt x="412" y="646"/>
                  </a:lnTo>
                  <a:lnTo>
                    <a:pt x="409" y="641"/>
                  </a:lnTo>
                  <a:lnTo>
                    <a:pt x="407" y="638"/>
                  </a:lnTo>
                  <a:lnTo>
                    <a:pt x="404" y="638"/>
                  </a:lnTo>
                  <a:lnTo>
                    <a:pt x="400" y="638"/>
                  </a:lnTo>
                  <a:lnTo>
                    <a:pt x="399" y="638"/>
                  </a:lnTo>
                  <a:lnTo>
                    <a:pt x="398" y="635"/>
                  </a:lnTo>
                  <a:lnTo>
                    <a:pt x="403" y="623"/>
                  </a:lnTo>
                  <a:lnTo>
                    <a:pt x="403" y="621"/>
                  </a:lnTo>
                  <a:lnTo>
                    <a:pt x="399" y="620"/>
                  </a:lnTo>
                  <a:lnTo>
                    <a:pt x="395" y="621"/>
                  </a:lnTo>
                  <a:lnTo>
                    <a:pt x="394" y="618"/>
                  </a:lnTo>
                  <a:lnTo>
                    <a:pt x="392" y="605"/>
                  </a:lnTo>
                  <a:lnTo>
                    <a:pt x="391" y="604"/>
                  </a:lnTo>
                  <a:lnTo>
                    <a:pt x="387" y="604"/>
                  </a:lnTo>
                  <a:lnTo>
                    <a:pt x="382" y="604"/>
                  </a:lnTo>
                  <a:lnTo>
                    <a:pt x="376" y="608"/>
                  </a:lnTo>
                  <a:lnTo>
                    <a:pt x="374" y="609"/>
                  </a:lnTo>
                  <a:lnTo>
                    <a:pt x="373" y="608"/>
                  </a:lnTo>
                  <a:lnTo>
                    <a:pt x="373" y="606"/>
                  </a:lnTo>
                  <a:lnTo>
                    <a:pt x="374" y="601"/>
                  </a:lnTo>
                  <a:lnTo>
                    <a:pt x="373" y="596"/>
                  </a:lnTo>
                  <a:lnTo>
                    <a:pt x="372" y="593"/>
                  </a:lnTo>
                  <a:lnTo>
                    <a:pt x="376" y="586"/>
                  </a:lnTo>
                  <a:lnTo>
                    <a:pt x="378" y="584"/>
                  </a:lnTo>
                  <a:lnTo>
                    <a:pt x="381" y="582"/>
                  </a:lnTo>
                  <a:lnTo>
                    <a:pt x="386" y="578"/>
                  </a:lnTo>
                  <a:lnTo>
                    <a:pt x="389" y="572"/>
                  </a:lnTo>
                  <a:lnTo>
                    <a:pt x="391" y="566"/>
                  </a:lnTo>
                  <a:lnTo>
                    <a:pt x="391" y="559"/>
                  </a:lnTo>
                  <a:lnTo>
                    <a:pt x="390" y="546"/>
                  </a:lnTo>
                  <a:lnTo>
                    <a:pt x="389" y="545"/>
                  </a:lnTo>
                  <a:lnTo>
                    <a:pt x="385" y="545"/>
                  </a:lnTo>
                  <a:lnTo>
                    <a:pt x="383" y="545"/>
                  </a:lnTo>
                  <a:lnTo>
                    <a:pt x="382" y="542"/>
                  </a:lnTo>
                  <a:lnTo>
                    <a:pt x="380" y="535"/>
                  </a:lnTo>
                  <a:lnTo>
                    <a:pt x="377" y="532"/>
                  </a:lnTo>
                  <a:lnTo>
                    <a:pt x="374" y="529"/>
                  </a:lnTo>
                  <a:lnTo>
                    <a:pt x="372" y="530"/>
                  </a:lnTo>
                  <a:lnTo>
                    <a:pt x="370" y="533"/>
                  </a:lnTo>
                  <a:lnTo>
                    <a:pt x="370" y="534"/>
                  </a:lnTo>
                  <a:lnTo>
                    <a:pt x="365" y="533"/>
                  </a:lnTo>
                  <a:lnTo>
                    <a:pt x="360" y="531"/>
                  </a:lnTo>
                  <a:lnTo>
                    <a:pt x="355" y="531"/>
                  </a:lnTo>
                  <a:lnTo>
                    <a:pt x="353" y="530"/>
                  </a:lnTo>
                  <a:lnTo>
                    <a:pt x="354" y="528"/>
                  </a:lnTo>
                  <a:lnTo>
                    <a:pt x="356" y="524"/>
                  </a:lnTo>
                  <a:lnTo>
                    <a:pt x="356" y="521"/>
                  </a:lnTo>
                  <a:lnTo>
                    <a:pt x="351" y="515"/>
                  </a:lnTo>
                  <a:lnTo>
                    <a:pt x="347" y="512"/>
                  </a:lnTo>
                  <a:lnTo>
                    <a:pt x="338" y="519"/>
                  </a:lnTo>
                  <a:lnTo>
                    <a:pt x="335" y="519"/>
                  </a:lnTo>
                  <a:lnTo>
                    <a:pt x="328" y="517"/>
                  </a:lnTo>
                  <a:lnTo>
                    <a:pt x="326" y="515"/>
                  </a:lnTo>
                  <a:lnTo>
                    <a:pt x="324" y="516"/>
                  </a:lnTo>
                  <a:lnTo>
                    <a:pt x="320" y="519"/>
                  </a:lnTo>
                  <a:lnTo>
                    <a:pt x="312" y="524"/>
                  </a:lnTo>
                  <a:lnTo>
                    <a:pt x="306" y="526"/>
                  </a:lnTo>
                  <a:lnTo>
                    <a:pt x="302" y="529"/>
                  </a:lnTo>
                  <a:lnTo>
                    <a:pt x="295" y="538"/>
                  </a:lnTo>
                  <a:lnTo>
                    <a:pt x="292" y="540"/>
                  </a:lnTo>
                  <a:lnTo>
                    <a:pt x="287" y="542"/>
                  </a:lnTo>
                  <a:lnTo>
                    <a:pt x="281" y="542"/>
                  </a:lnTo>
                  <a:lnTo>
                    <a:pt x="280" y="543"/>
                  </a:lnTo>
                  <a:lnTo>
                    <a:pt x="278" y="538"/>
                  </a:lnTo>
                  <a:lnTo>
                    <a:pt x="275" y="537"/>
                  </a:lnTo>
                  <a:lnTo>
                    <a:pt x="273" y="536"/>
                  </a:lnTo>
                  <a:lnTo>
                    <a:pt x="261" y="536"/>
                  </a:lnTo>
                  <a:lnTo>
                    <a:pt x="258" y="534"/>
                  </a:lnTo>
                  <a:lnTo>
                    <a:pt x="256" y="532"/>
                  </a:lnTo>
                  <a:lnTo>
                    <a:pt x="253" y="532"/>
                  </a:lnTo>
                  <a:lnTo>
                    <a:pt x="252" y="533"/>
                  </a:lnTo>
                  <a:lnTo>
                    <a:pt x="249" y="535"/>
                  </a:lnTo>
                  <a:lnTo>
                    <a:pt x="245" y="539"/>
                  </a:lnTo>
                  <a:lnTo>
                    <a:pt x="236" y="551"/>
                  </a:lnTo>
                  <a:lnTo>
                    <a:pt x="235" y="546"/>
                  </a:lnTo>
                  <a:lnTo>
                    <a:pt x="235" y="539"/>
                  </a:lnTo>
                  <a:lnTo>
                    <a:pt x="234" y="538"/>
                  </a:lnTo>
                  <a:lnTo>
                    <a:pt x="233" y="537"/>
                  </a:lnTo>
                  <a:lnTo>
                    <a:pt x="229" y="538"/>
                  </a:lnTo>
                  <a:lnTo>
                    <a:pt x="227" y="539"/>
                  </a:lnTo>
                  <a:lnTo>
                    <a:pt x="222" y="538"/>
                  </a:lnTo>
                  <a:lnTo>
                    <a:pt x="220" y="540"/>
                  </a:lnTo>
                  <a:lnTo>
                    <a:pt x="217" y="539"/>
                  </a:lnTo>
                  <a:lnTo>
                    <a:pt x="211" y="539"/>
                  </a:lnTo>
                  <a:lnTo>
                    <a:pt x="209" y="537"/>
                  </a:lnTo>
                  <a:lnTo>
                    <a:pt x="205" y="534"/>
                  </a:lnTo>
                  <a:lnTo>
                    <a:pt x="202" y="534"/>
                  </a:lnTo>
                  <a:lnTo>
                    <a:pt x="201" y="537"/>
                  </a:lnTo>
                  <a:lnTo>
                    <a:pt x="199" y="538"/>
                  </a:lnTo>
                  <a:lnTo>
                    <a:pt x="194" y="535"/>
                  </a:lnTo>
                  <a:lnTo>
                    <a:pt x="194" y="538"/>
                  </a:lnTo>
                  <a:lnTo>
                    <a:pt x="193" y="539"/>
                  </a:lnTo>
                  <a:lnTo>
                    <a:pt x="192" y="535"/>
                  </a:lnTo>
                  <a:lnTo>
                    <a:pt x="188" y="531"/>
                  </a:lnTo>
                  <a:lnTo>
                    <a:pt x="186" y="531"/>
                  </a:lnTo>
                  <a:lnTo>
                    <a:pt x="179" y="531"/>
                  </a:lnTo>
                  <a:lnTo>
                    <a:pt x="179" y="528"/>
                  </a:lnTo>
                  <a:lnTo>
                    <a:pt x="180" y="525"/>
                  </a:lnTo>
                  <a:lnTo>
                    <a:pt x="178" y="525"/>
                  </a:lnTo>
                  <a:lnTo>
                    <a:pt x="176" y="527"/>
                  </a:lnTo>
                  <a:lnTo>
                    <a:pt x="165" y="520"/>
                  </a:lnTo>
                  <a:lnTo>
                    <a:pt x="166" y="518"/>
                  </a:lnTo>
                  <a:lnTo>
                    <a:pt x="164" y="515"/>
                  </a:lnTo>
                  <a:lnTo>
                    <a:pt x="163" y="513"/>
                  </a:lnTo>
                  <a:lnTo>
                    <a:pt x="158" y="514"/>
                  </a:lnTo>
                  <a:lnTo>
                    <a:pt x="157" y="516"/>
                  </a:lnTo>
                  <a:lnTo>
                    <a:pt x="152" y="509"/>
                  </a:lnTo>
                  <a:lnTo>
                    <a:pt x="149" y="507"/>
                  </a:lnTo>
                  <a:lnTo>
                    <a:pt x="148" y="508"/>
                  </a:lnTo>
                  <a:lnTo>
                    <a:pt x="145" y="507"/>
                  </a:lnTo>
                  <a:lnTo>
                    <a:pt x="139" y="502"/>
                  </a:lnTo>
                  <a:lnTo>
                    <a:pt x="133" y="499"/>
                  </a:lnTo>
                  <a:lnTo>
                    <a:pt x="132" y="494"/>
                  </a:lnTo>
                  <a:lnTo>
                    <a:pt x="125" y="493"/>
                  </a:lnTo>
                  <a:lnTo>
                    <a:pt x="123" y="494"/>
                  </a:lnTo>
                  <a:lnTo>
                    <a:pt x="121" y="494"/>
                  </a:lnTo>
                  <a:lnTo>
                    <a:pt x="120" y="498"/>
                  </a:lnTo>
                  <a:lnTo>
                    <a:pt x="118" y="500"/>
                  </a:lnTo>
                  <a:lnTo>
                    <a:pt x="117" y="500"/>
                  </a:lnTo>
                  <a:lnTo>
                    <a:pt x="115" y="496"/>
                  </a:lnTo>
                  <a:lnTo>
                    <a:pt x="109" y="492"/>
                  </a:lnTo>
                  <a:lnTo>
                    <a:pt x="108" y="492"/>
                  </a:lnTo>
                  <a:lnTo>
                    <a:pt x="103" y="490"/>
                  </a:lnTo>
                  <a:lnTo>
                    <a:pt x="103" y="487"/>
                  </a:lnTo>
                  <a:lnTo>
                    <a:pt x="96" y="482"/>
                  </a:lnTo>
                  <a:lnTo>
                    <a:pt x="93" y="483"/>
                  </a:lnTo>
                  <a:lnTo>
                    <a:pt x="88" y="477"/>
                  </a:lnTo>
                  <a:lnTo>
                    <a:pt x="85" y="475"/>
                  </a:lnTo>
                  <a:lnTo>
                    <a:pt x="82" y="477"/>
                  </a:lnTo>
                  <a:lnTo>
                    <a:pt x="80" y="477"/>
                  </a:lnTo>
                  <a:lnTo>
                    <a:pt x="79" y="473"/>
                  </a:lnTo>
                  <a:lnTo>
                    <a:pt x="81" y="471"/>
                  </a:lnTo>
                  <a:lnTo>
                    <a:pt x="79" y="468"/>
                  </a:lnTo>
                  <a:lnTo>
                    <a:pt x="80" y="464"/>
                  </a:lnTo>
                  <a:lnTo>
                    <a:pt x="76" y="460"/>
                  </a:lnTo>
                  <a:lnTo>
                    <a:pt x="74" y="454"/>
                  </a:lnTo>
                  <a:lnTo>
                    <a:pt x="80" y="452"/>
                  </a:lnTo>
                  <a:lnTo>
                    <a:pt x="80" y="455"/>
                  </a:lnTo>
                  <a:lnTo>
                    <a:pt x="83" y="457"/>
                  </a:lnTo>
                  <a:lnTo>
                    <a:pt x="86" y="457"/>
                  </a:lnTo>
                  <a:lnTo>
                    <a:pt x="88" y="455"/>
                  </a:lnTo>
                  <a:lnTo>
                    <a:pt x="92" y="451"/>
                  </a:lnTo>
                  <a:lnTo>
                    <a:pt x="89" y="446"/>
                  </a:lnTo>
                  <a:lnTo>
                    <a:pt x="90" y="442"/>
                  </a:lnTo>
                  <a:lnTo>
                    <a:pt x="86" y="442"/>
                  </a:lnTo>
                  <a:lnTo>
                    <a:pt x="85" y="440"/>
                  </a:lnTo>
                  <a:lnTo>
                    <a:pt x="85" y="439"/>
                  </a:lnTo>
                  <a:lnTo>
                    <a:pt x="79" y="438"/>
                  </a:lnTo>
                  <a:lnTo>
                    <a:pt x="77" y="437"/>
                  </a:lnTo>
                  <a:lnTo>
                    <a:pt x="77" y="432"/>
                  </a:lnTo>
                  <a:lnTo>
                    <a:pt x="76" y="427"/>
                  </a:lnTo>
                  <a:lnTo>
                    <a:pt x="78" y="425"/>
                  </a:lnTo>
                  <a:lnTo>
                    <a:pt x="80" y="424"/>
                  </a:lnTo>
                  <a:lnTo>
                    <a:pt x="79" y="421"/>
                  </a:lnTo>
                  <a:lnTo>
                    <a:pt x="75" y="418"/>
                  </a:lnTo>
                  <a:lnTo>
                    <a:pt x="70" y="417"/>
                  </a:lnTo>
                  <a:lnTo>
                    <a:pt x="68" y="413"/>
                  </a:lnTo>
                  <a:lnTo>
                    <a:pt x="65" y="404"/>
                  </a:lnTo>
                  <a:lnTo>
                    <a:pt x="65" y="399"/>
                  </a:lnTo>
                  <a:lnTo>
                    <a:pt x="62" y="401"/>
                  </a:lnTo>
                  <a:lnTo>
                    <a:pt x="61" y="400"/>
                  </a:lnTo>
                  <a:lnTo>
                    <a:pt x="58" y="399"/>
                  </a:lnTo>
                  <a:lnTo>
                    <a:pt x="49" y="398"/>
                  </a:lnTo>
                  <a:lnTo>
                    <a:pt x="45" y="394"/>
                  </a:lnTo>
                  <a:lnTo>
                    <a:pt x="44" y="393"/>
                  </a:lnTo>
                  <a:lnTo>
                    <a:pt x="43" y="391"/>
                  </a:lnTo>
                  <a:lnTo>
                    <a:pt x="42" y="391"/>
                  </a:lnTo>
                  <a:lnTo>
                    <a:pt x="38" y="393"/>
                  </a:lnTo>
                  <a:lnTo>
                    <a:pt x="36" y="391"/>
                  </a:lnTo>
                  <a:lnTo>
                    <a:pt x="35" y="389"/>
                  </a:lnTo>
                  <a:lnTo>
                    <a:pt x="33" y="388"/>
                  </a:lnTo>
                  <a:lnTo>
                    <a:pt x="35" y="384"/>
                  </a:lnTo>
                  <a:lnTo>
                    <a:pt x="35" y="379"/>
                  </a:lnTo>
                  <a:lnTo>
                    <a:pt x="33" y="377"/>
                  </a:lnTo>
                  <a:lnTo>
                    <a:pt x="30" y="374"/>
                  </a:lnTo>
                  <a:lnTo>
                    <a:pt x="26" y="374"/>
                  </a:lnTo>
                  <a:lnTo>
                    <a:pt x="24" y="375"/>
                  </a:lnTo>
                  <a:lnTo>
                    <a:pt x="24" y="372"/>
                  </a:lnTo>
                  <a:lnTo>
                    <a:pt x="20" y="371"/>
                  </a:lnTo>
                  <a:lnTo>
                    <a:pt x="18" y="370"/>
                  </a:lnTo>
                  <a:lnTo>
                    <a:pt x="16" y="372"/>
                  </a:lnTo>
                  <a:lnTo>
                    <a:pt x="15" y="371"/>
                  </a:lnTo>
                  <a:lnTo>
                    <a:pt x="13" y="370"/>
                  </a:lnTo>
                  <a:lnTo>
                    <a:pt x="13" y="369"/>
                  </a:lnTo>
                  <a:lnTo>
                    <a:pt x="12" y="369"/>
                  </a:lnTo>
                  <a:lnTo>
                    <a:pt x="11" y="367"/>
                  </a:lnTo>
                  <a:lnTo>
                    <a:pt x="15" y="367"/>
                  </a:lnTo>
                  <a:lnTo>
                    <a:pt x="17" y="366"/>
                  </a:lnTo>
                  <a:lnTo>
                    <a:pt x="19" y="365"/>
                  </a:lnTo>
                  <a:lnTo>
                    <a:pt x="20" y="362"/>
                  </a:lnTo>
                  <a:lnTo>
                    <a:pt x="21" y="361"/>
                  </a:lnTo>
                  <a:lnTo>
                    <a:pt x="20" y="359"/>
                  </a:lnTo>
                  <a:lnTo>
                    <a:pt x="21" y="356"/>
                  </a:lnTo>
                  <a:lnTo>
                    <a:pt x="19" y="354"/>
                  </a:lnTo>
                  <a:lnTo>
                    <a:pt x="20" y="350"/>
                  </a:lnTo>
                  <a:lnTo>
                    <a:pt x="19" y="349"/>
                  </a:lnTo>
                  <a:lnTo>
                    <a:pt x="18" y="349"/>
                  </a:lnTo>
                  <a:lnTo>
                    <a:pt x="18" y="347"/>
                  </a:lnTo>
                  <a:lnTo>
                    <a:pt x="18" y="344"/>
                  </a:lnTo>
                  <a:lnTo>
                    <a:pt x="16" y="340"/>
                  </a:lnTo>
                  <a:lnTo>
                    <a:pt x="14" y="339"/>
                  </a:lnTo>
                  <a:lnTo>
                    <a:pt x="10" y="338"/>
                  </a:lnTo>
                  <a:lnTo>
                    <a:pt x="8" y="338"/>
                  </a:lnTo>
                  <a:lnTo>
                    <a:pt x="6" y="339"/>
                  </a:lnTo>
                  <a:lnTo>
                    <a:pt x="3" y="340"/>
                  </a:lnTo>
                  <a:lnTo>
                    <a:pt x="1" y="336"/>
                  </a:lnTo>
                  <a:lnTo>
                    <a:pt x="0" y="333"/>
                  </a:lnTo>
                  <a:lnTo>
                    <a:pt x="2" y="331"/>
                  </a:lnTo>
                  <a:lnTo>
                    <a:pt x="1" y="322"/>
                  </a:lnTo>
                  <a:lnTo>
                    <a:pt x="1" y="321"/>
                  </a:lnTo>
                  <a:lnTo>
                    <a:pt x="2" y="314"/>
                  </a:lnTo>
                  <a:lnTo>
                    <a:pt x="3" y="312"/>
                  </a:lnTo>
                  <a:lnTo>
                    <a:pt x="5" y="311"/>
                  </a:lnTo>
                  <a:lnTo>
                    <a:pt x="15" y="304"/>
                  </a:lnTo>
                  <a:lnTo>
                    <a:pt x="27" y="297"/>
                  </a:lnTo>
                  <a:lnTo>
                    <a:pt x="30" y="297"/>
                  </a:lnTo>
                  <a:lnTo>
                    <a:pt x="30" y="298"/>
                  </a:lnTo>
                  <a:lnTo>
                    <a:pt x="32" y="303"/>
                  </a:lnTo>
                  <a:lnTo>
                    <a:pt x="34" y="304"/>
                  </a:lnTo>
                  <a:lnTo>
                    <a:pt x="38" y="302"/>
                  </a:lnTo>
                  <a:lnTo>
                    <a:pt x="44" y="301"/>
                  </a:lnTo>
                  <a:lnTo>
                    <a:pt x="46" y="299"/>
                  </a:lnTo>
                  <a:lnTo>
                    <a:pt x="49" y="292"/>
                  </a:lnTo>
                  <a:lnTo>
                    <a:pt x="52" y="287"/>
                  </a:lnTo>
                  <a:lnTo>
                    <a:pt x="54" y="287"/>
                  </a:lnTo>
                  <a:lnTo>
                    <a:pt x="63" y="289"/>
                  </a:lnTo>
                  <a:lnTo>
                    <a:pt x="66" y="289"/>
                  </a:lnTo>
                  <a:lnTo>
                    <a:pt x="70" y="288"/>
                  </a:lnTo>
                  <a:lnTo>
                    <a:pt x="74" y="285"/>
                  </a:lnTo>
                  <a:lnTo>
                    <a:pt x="78" y="278"/>
                  </a:lnTo>
                  <a:lnTo>
                    <a:pt x="81" y="275"/>
                  </a:lnTo>
                  <a:lnTo>
                    <a:pt x="84" y="274"/>
                  </a:lnTo>
                  <a:lnTo>
                    <a:pt x="94" y="271"/>
                  </a:lnTo>
                  <a:lnTo>
                    <a:pt x="101" y="268"/>
                  </a:lnTo>
                  <a:lnTo>
                    <a:pt x="103" y="267"/>
                  </a:lnTo>
                  <a:lnTo>
                    <a:pt x="103" y="266"/>
                  </a:lnTo>
                  <a:lnTo>
                    <a:pt x="103" y="264"/>
                  </a:lnTo>
                  <a:lnTo>
                    <a:pt x="102" y="255"/>
                  </a:lnTo>
                  <a:lnTo>
                    <a:pt x="102" y="251"/>
                  </a:lnTo>
                  <a:lnTo>
                    <a:pt x="104" y="248"/>
                  </a:lnTo>
                  <a:lnTo>
                    <a:pt x="109" y="242"/>
                  </a:lnTo>
                  <a:lnTo>
                    <a:pt x="111" y="239"/>
                  </a:lnTo>
                  <a:lnTo>
                    <a:pt x="110" y="235"/>
                  </a:lnTo>
                  <a:lnTo>
                    <a:pt x="108" y="230"/>
                  </a:lnTo>
                  <a:lnTo>
                    <a:pt x="105" y="224"/>
                  </a:lnTo>
                  <a:lnTo>
                    <a:pt x="105" y="211"/>
                  </a:lnTo>
                  <a:lnTo>
                    <a:pt x="102" y="209"/>
                  </a:lnTo>
                  <a:lnTo>
                    <a:pt x="100" y="210"/>
                  </a:lnTo>
                  <a:lnTo>
                    <a:pt x="98" y="208"/>
                  </a:lnTo>
                  <a:lnTo>
                    <a:pt x="98" y="206"/>
                  </a:lnTo>
                  <a:lnTo>
                    <a:pt x="100" y="203"/>
                  </a:lnTo>
                  <a:lnTo>
                    <a:pt x="103" y="201"/>
                  </a:lnTo>
                  <a:lnTo>
                    <a:pt x="115" y="199"/>
                  </a:lnTo>
                  <a:lnTo>
                    <a:pt x="123" y="197"/>
                  </a:lnTo>
                  <a:lnTo>
                    <a:pt x="125" y="196"/>
                  </a:lnTo>
                  <a:lnTo>
                    <a:pt x="129" y="198"/>
                  </a:lnTo>
                  <a:lnTo>
                    <a:pt x="137" y="200"/>
                  </a:lnTo>
                  <a:lnTo>
                    <a:pt x="139" y="200"/>
                  </a:lnTo>
                  <a:lnTo>
                    <a:pt x="141" y="198"/>
                  </a:lnTo>
                  <a:lnTo>
                    <a:pt x="142" y="196"/>
                  </a:lnTo>
                  <a:lnTo>
                    <a:pt x="141" y="193"/>
                  </a:lnTo>
                  <a:lnTo>
                    <a:pt x="137" y="188"/>
                  </a:lnTo>
                  <a:lnTo>
                    <a:pt x="138" y="183"/>
                  </a:lnTo>
                  <a:lnTo>
                    <a:pt x="140" y="177"/>
                  </a:lnTo>
                  <a:lnTo>
                    <a:pt x="143" y="169"/>
                  </a:lnTo>
                  <a:lnTo>
                    <a:pt x="147" y="158"/>
                  </a:lnTo>
                  <a:lnTo>
                    <a:pt x="149" y="152"/>
                  </a:lnTo>
                  <a:lnTo>
                    <a:pt x="157" y="155"/>
                  </a:lnTo>
                  <a:lnTo>
                    <a:pt x="163" y="156"/>
                  </a:lnTo>
                  <a:lnTo>
                    <a:pt x="166" y="158"/>
                  </a:lnTo>
                  <a:lnTo>
                    <a:pt x="177" y="159"/>
                  </a:lnTo>
                  <a:lnTo>
                    <a:pt x="181" y="158"/>
                  </a:lnTo>
                  <a:lnTo>
                    <a:pt x="184" y="157"/>
                  </a:lnTo>
                  <a:lnTo>
                    <a:pt x="188" y="153"/>
                  </a:lnTo>
                  <a:lnTo>
                    <a:pt x="189" y="149"/>
                  </a:lnTo>
                  <a:lnTo>
                    <a:pt x="187" y="142"/>
                  </a:lnTo>
                  <a:lnTo>
                    <a:pt x="186" y="133"/>
                  </a:lnTo>
                  <a:lnTo>
                    <a:pt x="189" y="128"/>
                  </a:lnTo>
                  <a:lnTo>
                    <a:pt x="192" y="125"/>
                  </a:lnTo>
                  <a:lnTo>
                    <a:pt x="200" y="124"/>
                  </a:lnTo>
                  <a:lnTo>
                    <a:pt x="202" y="123"/>
                  </a:lnTo>
                  <a:lnTo>
                    <a:pt x="204" y="121"/>
                  </a:lnTo>
                  <a:lnTo>
                    <a:pt x="205" y="115"/>
                  </a:lnTo>
                  <a:lnTo>
                    <a:pt x="205" y="113"/>
                  </a:lnTo>
                  <a:lnTo>
                    <a:pt x="207" y="110"/>
                  </a:lnTo>
                  <a:lnTo>
                    <a:pt x="210" y="108"/>
                  </a:lnTo>
                  <a:lnTo>
                    <a:pt x="214" y="108"/>
                  </a:lnTo>
                  <a:lnTo>
                    <a:pt x="216" y="108"/>
                  </a:lnTo>
                  <a:lnTo>
                    <a:pt x="220" y="108"/>
                  </a:lnTo>
                  <a:lnTo>
                    <a:pt x="222" y="107"/>
                  </a:lnTo>
                  <a:lnTo>
                    <a:pt x="222" y="108"/>
                  </a:lnTo>
                  <a:lnTo>
                    <a:pt x="223" y="113"/>
                  </a:lnTo>
                  <a:lnTo>
                    <a:pt x="224" y="119"/>
                  </a:lnTo>
                  <a:lnTo>
                    <a:pt x="227" y="123"/>
                  </a:lnTo>
                  <a:lnTo>
                    <a:pt x="237" y="131"/>
                  </a:lnTo>
                  <a:lnTo>
                    <a:pt x="242" y="136"/>
                  </a:lnTo>
                  <a:lnTo>
                    <a:pt x="247" y="136"/>
                  </a:lnTo>
                  <a:lnTo>
                    <a:pt x="252" y="138"/>
                  </a:lnTo>
                  <a:lnTo>
                    <a:pt x="256" y="140"/>
                  </a:lnTo>
                  <a:lnTo>
                    <a:pt x="259" y="141"/>
                  </a:lnTo>
                  <a:lnTo>
                    <a:pt x="263" y="147"/>
                  </a:lnTo>
                  <a:lnTo>
                    <a:pt x="270" y="162"/>
                  </a:lnTo>
                  <a:lnTo>
                    <a:pt x="273" y="169"/>
                  </a:lnTo>
                  <a:lnTo>
                    <a:pt x="271" y="174"/>
                  </a:lnTo>
                  <a:lnTo>
                    <a:pt x="270" y="181"/>
                  </a:lnTo>
                  <a:lnTo>
                    <a:pt x="269" y="185"/>
                  </a:lnTo>
                  <a:lnTo>
                    <a:pt x="266" y="189"/>
                  </a:lnTo>
                  <a:lnTo>
                    <a:pt x="266" y="190"/>
                  </a:lnTo>
                  <a:lnTo>
                    <a:pt x="266" y="194"/>
                  </a:lnTo>
                  <a:lnTo>
                    <a:pt x="268" y="197"/>
                  </a:lnTo>
                  <a:lnTo>
                    <a:pt x="273" y="200"/>
                  </a:lnTo>
                  <a:lnTo>
                    <a:pt x="281" y="202"/>
                  </a:lnTo>
                  <a:lnTo>
                    <a:pt x="291" y="202"/>
                  </a:lnTo>
                  <a:lnTo>
                    <a:pt x="298" y="202"/>
                  </a:lnTo>
                  <a:lnTo>
                    <a:pt x="302" y="203"/>
                  </a:lnTo>
                  <a:lnTo>
                    <a:pt x="310" y="206"/>
                  </a:lnTo>
                  <a:lnTo>
                    <a:pt x="314" y="208"/>
                  </a:lnTo>
                  <a:lnTo>
                    <a:pt x="326" y="216"/>
                  </a:lnTo>
                  <a:lnTo>
                    <a:pt x="331" y="219"/>
                  </a:lnTo>
                  <a:lnTo>
                    <a:pt x="337" y="220"/>
                  </a:lnTo>
                  <a:lnTo>
                    <a:pt x="337" y="225"/>
                  </a:lnTo>
                  <a:lnTo>
                    <a:pt x="348" y="246"/>
                  </a:lnTo>
                  <a:lnTo>
                    <a:pt x="352" y="251"/>
                  </a:lnTo>
                  <a:lnTo>
                    <a:pt x="355" y="253"/>
                  </a:lnTo>
                  <a:lnTo>
                    <a:pt x="369" y="253"/>
                  </a:lnTo>
                  <a:lnTo>
                    <a:pt x="377" y="255"/>
                  </a:lnTo>
                  <a:lnTo>
                    <a:pt x="383" y="256"/>
                  </a:lnTo>
                  <a:lnTo>
                    <a:pt x="391" y="256"/>
                  </a:lnTo>
                  <a:lnTo>
                    <a:pt x="411" y="256"/>
                  </a:lnTo>
                  <a:lnTo>
                    <a:pt x="418" y="256"/>
                  </a:lnTo>
                  <a:lnTo>
                    <a:pt x="426" y="256"/>
                  </a:lnTo>
                  <a:lnTo>
                    <a:pt x="438" y="257"/>
                  </a:lnTo>
                  <a:lnTo>
                    <a:pt x="442" y="259"/>
                  </a:lnTo>
                  <a:lnTo>
                    <a:pt x="448" y="264"/>
                  </a:lnTo>
                  <a:lnTo>
                    <a:pt x="454" y="267"/>
                  </a:lnTo>
                  <a:lnTo>
                    <a:pt x="466" y="271"/>
                  </a:lnTo>
                  <a:lnTo>
                    <a:pt x="472" y="273"/>
                  </a:lnTo>
                  <a:lnTo>
                    <a:pt x="477" y="272"/>
                  </a:lnTo>
                  <a:lnTo>
                    <a:pt x="481" y="273"/>
                  </a:lnTo>
                  <a:lnTo>
                    <a:pt x="483" y="276"/>
                  </a:lnTo>
                  <a:lnTo>
                    <a:pt x="486" y="278"/>
                  </a:lnTo>
                  <a:lnTo>
                    <a:pt x="489" y="277"/>
                  </a:lnTo>
                  <a:lnTo>
                    <a:pt x="494" y="275"/>
                  </a:lnTo>
                  <a:lnTo>
                    <a:pt x="504" y="269"/>
                  </a:lnTo>
                  <a:lnTo>
                    <a:pt x="507" y="268"/>
                  </a:lnTo>
                  <a:lnTo>
                    <a:pt x="512" y="266"/>
                  </a:lnTo>
                  <a:lnTo>
                    <a:pt x="517" y="263"/>
                  </a:lnTo>
                  <a:lnTo>
                    <a:pt x="526" y="260"/>
                  </a:lnTo>
                  <a:lnTo>
                    <a:pt x="535" y="260"/>
                  </a:lnTo>
                  <a:lnTo>
                    <a:pt x="546" y="259"/>
                  </a:lnTo>
                  <a:lnTo>
                    <a:pt x="553" y="260"/>
                  </a:lnTo>
                  <a:lnTo>
                    <a:pt x="557" y="259"/>
                  </a:lnTo>
                  <a:lnTo>
                    <a:pt x="571" y="252"/>
                  </a:lnTo>
                  <a:lnTo>
                    <a:pt x="573" y="251"/>
                  </a:lnTo>
                  <a:lnTo>
                    <a:pt x="581" y="241"/>
                  </a:lnTo>
                  <a:lnTo>
                    <a:pt x="586" y="237"/>
                  </a:lnTo>
                  <a:lnTo>
                    <a:pt x="594" y="234"/>
                  </a:lnTo>
                  <a:lnTo>
                    <a:pt x="597" y="232"/>
                  </a:lnTo>
                  <a:lnTo>
                    <a:pt x="597" y="229"/>
                  </a:lnTo>
                  <a:lnTo>
                    <a:pt x="596" y="227"/>
                  </a:lnTo>
                  <a:lnTo>
                    <a:pt x="592" y="223"/>
                  </a:lnTo>
                  <a:lnTo>
                    <a:pt x="589" y="217"/>
                  </a:lnTo>
                  <a:lnTo>
                    <a:pt x="589" y="214"/>
                  </a:lnTo>
                  <a:lnTo>
                    <a:pt x="590" y="210"/>
                  </a:lnTo>
                  <a:lnTo>
                    <a:pt x="594" y="204"/>
                  </a:lnTo>
                  <a:lnTo>
                    <a:pt x="598" y="202"/>
                  </a:lnTo>
                  <a:lnTo>
                    <a:pt x="600" y="201"/>
                  </a:lnTo>
                  <a:lnTo>
                    <a:pt x="605" y="203"/>
                  </a:lnTo>
                  <a:lnTo>
                    <a:pt x="610" y="206"/>
                  </a:lnTo>
                  <a:lnTo>
                    <a:pt x="614" y="207"/>
                  </a:lnTo>
                  <a:lnTo>
                    <a:pt x="620" y="207"/>
                  </a:lnTo>
                  <a:lnTo>
                    <a:pt x="626" y="207"/>
                  </a:lnTo>
                  <a:lnTo>
                    <a:pt x="631" y="203"/>
                  </a:lnTo>
                  <a:lnTo>
                    <a:pt x="639" y="193"/>
                  </a:lnTo>
                  <a:lnTo>
                    <a:pt x="641" y="194"/>
                  </a:lnTo>
                  <a:lnTo>
                    <a:pt x="644" y="194"/>
                  </a:lnTo>
                  <a:lnTo>
                    <a:pt x="648" y="194"/>
                  </a:lnTo>
                  <a:lnTo>
                    <a:pt x="655" y="193"/>
                  </a:lnTo>
                  <a:lnTo>
                    <a:pt x="659" y="191"/>
                  </a:lnTo>
                  <a:lnTo>
                    <a:pt x="662" y="189"/>
                  </a:lnTo>
                  <a:lnTo>
                    <a:pt x="663" y="187"/>
                  </a:lnTo>
                  <a:lnTo>
                    <a:pt x="665" y="178"/>
                  </a:lnTo>
                  <a:lnTo>
                    <a:pt x="668" y="175"/>
                  </a:lnTo>
                  <a:lnTo>
                    <a:pt x="671" y="173"/>
                  </a:lnTo>
                  <a:lnTo>
                    <a:pt x="675" y="172"/>
                  </a:lnTo>
                  <a:lnTo>
                    <a:pt x="678" y="174"/>
                  </a:lnTo>
                  <a:lnTo>
                    <a:pt x="680" y="172"/>
                  </a:lnTo>
                  <a:lnTo>
                    <a:pt x="686" y="169"/>
                  </a:lnTo>
                  <a:lnTo>
                    <a:pt x="690" y="167"/>
                  </a:lnTo>
                  <a:lnTo>
                    <a:pt x="697" y="165"/>
                  </a:lnTo>
                  <a:lnTo>
                    <a:pt x="703" y="165"/>
                  </a:lnTo>
                  <a:lnTo>
                    <a:pt x="706" y="166"/>
                  </a:lnTo>
                  <a:lnTo>
                    <a:pt x="713" y="166"/>
                  </a:lnTo>
                  <a:lnTo>
                    <a:pt x="717" y="167"/>
                  </a:lnTo>
                  <a:lnTo>
                    <a:pt x="720" y="165"/>
                  </a:lnTo>
                  <a:lnTo>
                    <a:pt x="720" y="162"/>
                  </a:lnTo>
                  <a:lnTo>
                    <a:pt x="720" y="160"/>
                  </a:lnTo>
                  <a:lnTo>
                    <a:pt x="716" y="155"/>
                  </a:lnTo>
                  <a:lnTo>
                    <a:pt x="709" y="145"/>
                  </a:lnTo>
                  <a:lnTo>
                    <a:pt x="704" y="139"/>
                  </a:lnTo>
                  <a:lnTo>
                    <a:pt x="700" y="137"/>
                  </a:lnTo>
                  <a:lnTo>
                    <a:pt x="694" y="135"/>
                  </a:lnTo>
                  <a:lnTo>
                    <a:pt x="691" y="135"/>
                  </a:lnTo>
                  <a:lnTo>
                    <a:pt x="682" y="143"/>
                  </a:lnTo>
                  <a:lnTo>
                    <a:pt x="680" y="143"/>
                  </a:lnTo>
                  <a:lnTo>
                    <a:pt x="677" y="138"/>
                  </a:lnTo>
                  <a:lnTo>
                    <a:pt x="675" y="137"/>
                  </a:lnTo>
                  <a:lnTo>
                    <a:pt x="671" y="137"/>
                  </a:lnTo>
                  <a:lnTo>
                    <a:pt x="665" y="138"/>
                  </a:lnTo>
                  <a:lnTo>
                    <a:pt x="659" y="142"/>
                  </a:lnTo>
                  <a:lnTo>
                    <a:pt x="657" y="143"/>
                  </a:lnTo>
                  <a:lnTo>
                    <a:pt x="656" y="142"/>
                  </a:lnTo>
                  <a:lnTo>
                    <a:pt x="654" y="133"/>
                  </a:lnTo>
                  <a:lnTo>
                    <a:pt x="657" y="128"/>
                  </a:lnTo>
                  <a:lnTo>
                    <a:pt x="665" y="106"/>
                  </a:lnTo>
                  <a:lnTo>
                    <a:pt x="670" y="93"/>
                  </a:lnTo>
                  <a:lnTo>
                    <a:pt x="673" y="90"/>
                  </a:lnTo>
                  <a:lnTo>
                    <a:pt x="676" y="92"/>
                  </a:lnTo>
                  <a:lnTo>
                    <a:pt x="684" y="99"/>
                  </a:lnTo>
                  <a:lnTo>
                    <a:pt x="686" y="98"/>
                  </a:lnTo>
                  <a:lnTo>
                    <a:pt x="690" y="97"/>
                  </a:lnTo>
                  <a:lnTo>
                    <a:pt x="707" y="89"/>
                  </a:lnTo>
                  <a:lnTo>
                    <a:pt x="712" y="85"/>
                  </a:lnTo>
                  <a:lnTo>
                    <a:pt x="713" y="83"/>
                  </a:lnTo>
                  <a:lnTo>
                    <a:pt x="712" y="79"/>
                  </a:lnTo>
                  <a:lnTo>
                    <a:pt x="710" y="75"/>
                  </a:lnTo>
                  <a:lnTo>
                    <a:pt x="709" y="74"/>
                  </a:lnTo>
                  <a:lnTo>
                    <a:pt x="710" y="71"/>
                  </a:lnTo>
                  <a:lnTo>
                    <a:pt x="713" y="67"/>
                  </a:lnTo>
                  <a:lnTo>
                    <a:pt x="716" y="60"/>
                  </a:lnTo>
                  <a:lnTo>
                    <a:pt x="721" y="52"/>
                  </a:lnTo>
                  <a:lnTo>
                    <a:pt x="725" y="45"/>
                  </a:lnTo>
                  <a:lnTo>
                    <a:pt x="735" y="39"/>
                  </a:lnTo>
                  <a:lnTo>
                    <a:pt x="736" y="29"/>
                  </a:lnTo>
                  <a:lnTo>
                    <a:pt x="735" y="26"/>
                  </a:lnTo>
                  <a:lnTo>
                    <a:pt x="732" y="23"/>
                  </a:lnTo>
                  <a:lnTo>
                    <a:pt x="728" y="23"/>
                  </a:lnTo>
                  <a:lnTo>
                    <a:pt x="722" y="24"/>
                  </a:lnTo>
                  <a:lnTo>
                    <a:pt x="723" y="21"/>
                  </a:lnTo>
                  <a:lnTo>
                    <a:pt x="726" y="17"/>
                  </a:lnTo>
                  <a:lnTo>
                    <a:pt x="734" y="9"/>
                  </a:lnTo>
                  <a:lnTo>
                    <a:pt x="738" y="7"/>
                  </a:lnTo>
                  <a:lnTo>
                    <a:pt x="742" y="5"/>
                  </a:lnTo>
                  <a:lnTo>
                    <a:pt x="754" y="3"/>
                  </a:lnTo>
                  <a:lnTo>
                    <a:pt x="761" y="2"/>
                  </a:lnTo>
                  <a:lnTo>
                    <a:pt x="769" y="0"/>
                  </a:lnTo>
                  <a:lnTo>
                    <a:pt x="775" y="0"/>
                  </a:lnTo>
                  <a:lnTo>
                    <a:pt x="784" y="2"/>
                  </a:lnTo>
                  <a:lnTo>
                    <a:pt x="791" y="8"/>
                  </a:lnTo>
                  <a:lnTo>
                    <a:pt x="796" y="10"/>
                  </a:lnTo>
                  <a:lnTo>
                    <a:pt x="805" y="9"/>
                  </a:lnTo>
                  <a:lnTo>
                    <a:pt x="809" y="9"/>
                  </a:lnTo>
                  <a:lnTo>
                    <a:pt x="815" y="14"/>
                  </a:lnTo>
                  <a:lnTo>
                    <a:pt x="820" y="25"/>
                  </a:lnTo>
                  <a:lnTo>
                    <a:pt x="827" y="53"/>
                  </a:lnTo>
                  <a:lnTo>
                    <a:pt x="834" y="70"/>
                  </a:lnTo>
                  <a:lnTo>
                    <a:pt x="841" y="91"/>
                  </a:lnTo>
                  <a:lnTo>
                    <a:pt x="844" y="96"/>
                  </a:lnTo>
                  <a:lnTo>
                    <a:pt x="847" y="98"/>
                  </a:lnTo>
                  <a:lnTo>
                    <a:pt x="856" y="101"/>
                  </a:lnTo>
                  <a:lnTo>
                    <a:pt x="866" y="104"/>
                  </a:lnTo>
                  <a:lnTo>
                    <a:pt x="885" y="113"/>
                  </a:lnTo>
                  <a:lnTo>
                    <a:pt x="887" y="115"/>
                  </a:lnTo>
                  <a:lnTo>
                    <a:pt x="889" y="124"/>
                  </a:lnTo>
                  <a:lnTo>
                    <a:pt x="892" y="138"/>
                  </a:lnTo>
                  <a:lnTo>
                    <a:pt x="893" y="142"/>
                  </a:lnTo>
                  <a:lnTo>
                    <a:pt x="898" y="142"/>
                  </a:lnTo>
                  <a:lnTo>
                    <a:pt x="903" y="142"/>
                  </a:lnTo>
                  <a:lnTo>
                    <a:pt x="915" y="141"/>
                  </a:lnTo>
                  <a:lnTo>
                    <a:pt x="919" y="139"/>
                  </a:lnTo>
                  <a:lnTo>
                    <a:pt x="925" y="136"/>
                  </a:lnTo>
                  <a:lnTo>
                    <a:pt x="935" y="132"/>
                  </a:lnTo>
                  <a:lnTo>
                    <a:pt x="943" y="130"/>
                  </a:lnTo>
                  <a:lnTo>
                    <a:pt x="950" y="130"/>
                  </a:lnTo>
                  <a:lnTo>
                    <a:pt x="951" y="131"/>
                  </a:lnTo>
                  <a:lnTo>
                    <a:pt x="952" y="134"/>
                  </a:lnTo>
                  <a:lnTo>
                    <a:pt x="953" y="138"/>
                  </a:lnTo>
                  <a:lnTo>
                    <a:pt x="953" y="143"/>
                  </a:lnTo>
                  <a:lnTo>
                    <a:pt x="949" y="147"/>
                  </a:lnTo>
                  <a:lnTo>
                    <a:pt x="944" y="151"/>
                  </a:lnTo>
                  <a:lnTo>
                    <a:pt x="942" y="159"/>
                  </a:lnTo>
                  <a:lnTo>
                    <a:pt x="940" y="168"/>
                  </a:lnTo>
                  <a:lnTo>
                    <a:pt x="936" y="179"/>
                  </a:lnTo>
                  <a:lnTo>
                    <a:pt x="932" y="190"/>
                  </a:lnTo>
                  <a:lnTo>
                    <a:pt x="930" y="194"/>
                  </a:lnTo>
                  <a:lnTo>
                    <a:pt x="926" y="201"/>
                  </a:lnTo>
                  <a:lnTo>
                    <a:pt x="922" y="204"/>
                  </a:lnTo>
                  <a:lnTo>
                    <a:pt x="919" y="203"/>
                  </a:lnTo>
                  <a:lnTo>
                    <a:pt x="914" y="201"/>
                  </a:lnTo>
                  <a:lnTo>
                    <a:pt x="909" y="199"/>
                  </a:lnTo>
                  <a:lnTo>
                    <a:pt x="906" y="198"/>
                  </a:lnTo>
                  <a:lnTo>
                    <a:pt x="895" y="208"/>
                  </a:lnTo>
                  <a:lnTo>
                    <a:pt x="894" y="214"/>
                  </a:lnTo>
                  <a:lnTo>
                    <a:pt x="897" y="222"/>
                  </a:lnTo>
                  <a:lnTo>
                    <a:pt x="897" y="229"/>
                  </a:lnTo>
                  <a:lnTo>
                    <a:pt x="897" y="235"/>
                  </a:lnTo>
                  <a:lnTo>
                    <a:pt x="897" y="238"/>
                  </a:lnTo>
                  <a:lnTo>
                    <a:pt x="896" y="240"/>
                  </a:lnTo>
                  <a:lnTo>
                    <a:pt x="897" y="243"/>
                  </a:lnTo>
                  <a:lnTo>
                    <a:pt x="896" y="246"/>
                  </a:lnTo>
                  <a:lnTo>
                    <a:pt x="892" y="250"/>
                  </a:lnTo>
                  <a:lnTo>
                    <a:pt x="884" y="254"/>
                  </a:lnTo>
                  <a:lnTo>
                    <a:pt x="883" y="255"/>
                  </a:lnTo>
                  <a:lnTo>
                    <a:pt x="879" y="248"/>
                  </a:lnTo>
                  <a:lnTo>
                    <a:pt x="877" y="249"/>
                  </a:lnTo>
                  <a:lnTo>
                    <a:pt x="875" y="250"/>
                  </a:lnTo>
                  <a:lnTo>
                    <a:pt x="873" y="253"/>
                  </a:lnTo>
                  <a:lnTo>
                    <a:pt x="871" y="260"/>
                  </a:lnTo>
                  <a:lnTo>
                    <a:pt x="864" y="265"/>
                  </a:lnTo>
                  <a:lnTo>
                    <a:pt x="860" y="267"/>
                  </a:lnTo>
                  <a:lnTo>
                    <a:pt x="856" y="267"/>
                  </a:lnTo>
                  <a:lnTo>
                    <a:pt x="853" y="267"/>
                  </a:lnTo>
                  <a:lnTo>
                    <a:pt x="850" y="266"/>
                  </a:lnTo>
                  <a:lnTo>
                    <a:pt x="848" y="267"/>
                  </a:lnTo>
                  <a:lnTo>
                    <a:pt x="846" y="268"/>
                  </a:lnTo>
                  <a:lnTo>
                    <a:pt x="845" y="272"/>
                  </a:lnTo>
                  <a:lnTo>
                    <a:pt x="849" y="279"/>
                  </a:lnTo>
                  <a:lnTo>
                    <a:pt x="849" y="280"/>
                  </a:lnTo>
                  <a:lnTo>
                    <a:pt x="846" y="282"/>
                  </a:lnTo>
                  <a:lnTo>
                    <a:pt x="839" y="282"/>
                  </a:lnTo>
                  <a:lnTo>
                    <a:pt x="835" y="281"/>
                  </a:lnTo>
                  <a:lnTo>
                    <a:pt x="832" y="278"/>
                  </a:lnTo>
                  <a:lnTo>
                    <a:pt x="830" y="275"/>
                  </a:lnTo>
                  <a:lnTo>
                    <a:pt x="827" y="275"/>
                  </a:lnTo>
                  <a:lnTo>
                    <a:pt x="824" y="276"/>
                  </a:lnTo>
                  <a:lnTo>
                    <a:pt x="819" y="285"/>
                  </a:lnTo>
                  <a:lnTo>
                    <a:pt x="815" y="291"/>
                  </a:lnTo>
                  <a:lnTo>
                    <a:pt x="808" y="296"/>
                  </a:lnTo>
                  <a:lnTo>
                    <a:pt x="797" y="301"/>
                  </a:lnTo>
                  <a:lnTo>
                    <a:pt x="793" y="304"/>
                  </a:lnTo>
                  <a:lnTo>
                    <a:pt x="790" y="308"/>
                  </a:lnTo>
                  <a:lnTo>
                    <a:pt x="788" y="313"/>
                  </a:lnTo>
                  <a:lnTo>
                    <a:pt x="787" y="312"/>
                  </a:lnTo>
                  <a:lnTo>
                    <a:pt x="784" y="314"/>
                  </a:lnTo>
                  <a:lnTo>
                    <a:pt x="776" y="315"/>
                  </a:lnTo>
                  <a:lnTo>
                    <a:pt x="770" y="317"/>
                  </a:lnTo>
                  <a:lnTo>
                    <a:pt x="755" y="325"/>
                  </a:lnTo>
                  <a:lnTo>
                    <a:pt x="750" y="328"/>
                  </a:lnTo>
                  <a:lnTo>
                    <a:pt x="746" y="333"/>
                  </a:lnTo>
                  <a:lnTo>
                    <a:pt x="742" y="335"/>
                  </a:lnTo>
                  <a:lnTo>
                    <a:pt x="740" y="335"/>
                  </a:lnTo>
                  <a:lnTo>
                    <a:pt x="740" y="333"/>
                  </a:lnTo>
                  <a:lnTo>
                    <a:pt x="747" y="327"/>
                  </a:lnTo>
                  <a:lnTo>
                    <a:pt x="749" y="324"/>
                  </a:lnTo>
                  <a:lnTo>
                    <a:pt x="746" y="323"/>
                  </a:lnTo>
                  <a:lnTo>
                    <a:pt x="743" y="323"/>
                  </a:lnTo>
                  <a:lnTo>
                    <a:pt x="742" y="320"/>
                  </a:lnTo>
                  <a:lnTo>
                    <a:pt x="742" y="319"/>
                  </a:lnTo>
                  <a:lnTo>
                    <a:pt x="749" y="312"/>
                  </a:lnTo>
                  <a:lnTo>
                    <a:pt x="751" y="309"/>
                  </a:lnTo>
                  <a:lnTo>
                    <a:pt x="755" y="305"/>
                  </a:lnTo>
                  <a:lnTo>
                    <a:pt x="756" y="303"/>
                  </a:lnTo>
                  <a:lnTo>
                    <a:pt x="755" y="300"/>
                  </a:lnTo>
                  <a:lnTo>
                    <a:pt x="751" y="295"/>
                  </a:lnTo>
                  <a:lnTo>
                    <a:pt x="745" y="292"/>
                  </a:lnTo>
                  <a:lnTo>
                    <a:pt x="744" y="292"/>
                  </a:lnTo>
                  <a:lnTo>
                    <a:pt x="740" y="293"/>
                  </a:lnTo>
                  <a:lnTo>
                    <a:pt x="739" y="293"/>
                  </a:lnTo>
                  <a:lnTo>
                    <a:pt x="736" y="296"/>
                  </a:lnTo>
                  <a:lnTo>
                    <a:pt x="727" y="307"/>
                  </a:lnTo>
                  <a:lnTo>
                    <a:pt x="725" y="308"/>
                  </a:lnTo>
                  <a:lnTo>
                    <a:pt x="721" y="309"/>
                  </a:lnTo>
                  <a:lnTo>
                    <a:pt x="716" y="312"/>
                  </a:lnTo>
                  <a:lnTo>
                    <a:pt x="713" y="313"/>
                  </a:lnTo>
                  <a:lnTo>
                    <a:pt x="711" y="317"/>
                  </a:lnTo>
                  <a:lnTo>
                    <a:pt x="710" y="321"/>
                  </a:lnTo>
                  <a:lnTo>
                    <a:pt x="709" y="324"/>
                  </a:lnTo>
                  <a:lnTo>
                    <a:pt x="707" y="326"/>
                  </a:lnTo>
                  <a:lnTo>
                    <a:pt x="704" y="327"/>
                  </a:lnTo>
                  <a:lnTo>
                    <a:pt x="701" y="327"/>
                  </a:lnTo>
                  <a:lnTo>
                    <a:pt x="698" y="329"/>
                  </a:lnTo>
                  <a:lnTo>
                    <a:pt x="696" y="330"/>
                  </a:lnTo>
                  <a:lnTo>
                    <a:pt x="693" y="325"/>
                  </a:lnTo>
                  <a:lnTo>
                    <a:pt x="691" y="325"/>
                  </a:lnTo>
                  <a:lnTo>
                    <a:pt x="688" y="326"/>
                  </a:lnTo>
                  <a:lnTo>
                    <a:pt x="685" y="332"/>
                  </a:lnTo>
                  <a:lnTo>
                    <a:pt x="683" y="338"/>
                  </a:lnTo>
                  <a:lnTo>
                    <a:pt x="684" y="341"/>
                  </a:lnTo>
                  <a:lnTo>
                    <a:pt x="685" y="344"/>
                  </a:lnTo>
                  <a:lnTo>
                    <a:pt x="690" y="347"/>
                  </a:lnTo>
                  <a:lnTo>
                    <a:pt x="695" y="349"/>
                  </a:lnTo>
                  <a:lnTo>
                    <a:pt x="704" y="349"/>
                  </a:lnTo>
                  <a:lnTo>
                    <a:pt x="706" y="351"/>
                  </a:lnTo>
                  <a:lnTo>
                    <a:pt x="706" y="356"/>
                  </a:lnTo>
                  <a:lnTo>
                    <a:pt x="705" y="361"/>
                  </a:lnTo>
                  <a:lnTo>
                    <a:pt x="705" y="366"/>
                  </a:lnTo>
                  <a:lnTo>
                    <a:pt x="707" y="368"/>
                  </a:lnTo>
                  <a:lnTo>
                    <a:pt x="712" y="369"/>
                  </a:lnTo>
                  <a:lnTo>
                    <a:pt x="717" y="368"/>
                  </a:lnTo>
                  <a:lnTo>
                    <a:pt x="722" y="363"/>
                  </a:lnTo>
                  <a:lnTo>
                    <a:pt x="726" y="358"/>
                  </a:lnTo>
                  <a:lnTo>
                    <a:pt x="730" y="357"/>
                  </a:lnTo>
                  <a:lnTo>
                    <a:pt x="733" y="356"/>
                  </a:lnTo>
                  <a:lnTo>
                    <a:pt x="736" y="356"/>
                  </a:lnTo>
                  <a:lnTo>
                    <a:pt x="742" y="361"/>
                  </a:lnTo>
                  <a:lnTo>
                    <a:pt x="745" y="363"/>
                  </a:lnTo>
                  <a:lnTo>
                    <a:pt x="753" y="362"/>
                  </a:lnTo>
                  <a:lnTo>
                    <a:pt x="755" y="363"/>
                  </a:lnTo>
                  <a:lnTo>
                    <a:pt x="758" y="364"/>
                  </a:lnTo>
                  <a:lnTo>
                    <a:pt x="760" y="364"/>
                  </a:lnTo>
                  <a:lnTo>
                    <a:pt x="759" y="370"/>
                  </a:lnTo>
                  <a:lnTo>
                    <a:pt x="758" y="375"/>
                  </a:lnTo>
                  <a:lnTo>
                    <a:pt x="754" y="373"/>
                  </a:lnTo>
                  <a:lnTo>
                    <a:pt x="752" y="373"/>
                  </a:lnTo>
                  <a:lnTo>
                    <a:pt x="748" y="373"/>
                  </a:lnTo>
                  <a:lnTo>
                    <a:pt x="737" y="378"/>
                  </a:lnTo>
                  <a:lnTo>
                    <a:pt x="732" y="382"/>
                  </a:lnTo>
                  <a:lnTo>
                    <a:pt x="731" y="388"/>
                  </a:lnTo>
                  <a:lnTo>
                    <a:pt x="727" y="389"/>
                  </a:lnTo>
                  <a:lnTo>
                    <a:pt x="726" y="388"/>
                  </a:lnTo>
                  <a:lnTo>
                    <a:pt x="726" y="386"/>
                  </a:lnTo>
                  <a:lnTo>
                    <a:pt x="725" y="386"/>
                  </a:lnTo>
                  <a:lnTo>
                    <a:pt x="722" y="387"/>
                  </a:lnTo>
                  <a:lnTo>
                    <a:pt x="723" y="390"/>
                  </a:lnTo>
                  <a:lnTo>
                    <a:pt x="722" y="394"/>
                  </a:lnTo>
                  <a:lnTo>
                    <a:pt x="718" y="398"/>
                  </a:lnTo>
                  <a:lnTo>
                    <a:pt x="709" y="408"/>
                  </a:lnTo>
                  <a:lnTo>
                    <a:pt x="708" y="410"/>
                  </a:lnTo>
                  <a:lnTo>
                    <a:pt x="708" y="414"/>
                  </a:lnTo>
                  <a:lnTo>
                    <a:pt x="712" y="416"/>
                  </a:lnTo>
                  <a:lnTo>
                    <a:pt x="717" y="420"/>
                  </a:lnTo>
                  <a:lnTo>
                    <a:pt x="723" y="425"/>
                  </a:lnTo>
                  <a:lnTo>
                    <a:pt x="725" y="429"/>
                  </a:lnTo>
                  <a:lnTo>
                    <a:pt x="728" y="440"/>
                  </a:lnTo>
                  <a:lnTo>
                    <a:pt x="733" y="445"/>
                  </a:lnTo>
                  <a:lnTo>
                    <a:pt x="734" y="449"/>
                  </a:lnTo>
                  <a:lnTo>
                    <a:pt x="734" y="455"/>
                  </a:lnTo>
                  <a:lnTo>
                    <a:pt x="735" y="456"/>
                  </a:lnTo>
                  <a:lnTo>
                    <a:pt x="739" y="459"/>
                  </a:lnTo>
                  <a:lnTo>
                    <a:pt x="742" y="463"/>
                  </a:lnTo>
                  <a:lnTo>
                    <a:pt x="746" y="465"/>
                  </a:lnTo>
                  <a:lnTo>
                    <a:pt x="748" y="468"/>
                  </a:lnTo>
                  <a:lnTo>
                    <a:pt x="749" y="470"/>
                  </a:lnTo>
                  <a:lnTo>
                    <a:pt x="749" y="472"/>
                  </a:lnTo>
                  <a:lnTo>
                    <a:pt x="743" y="475"/>
                  </a:lnTo>
                  <a:lnTo>
                    <a:pt x="747" y="478"/>
                  </a:lnTo>
                  <a:lnTo>
                    <a:pt x="749" y="484"/>
                  </a:lnTo>
                  <a:lnTo>
                    <a:pt x="749" y="487"/>
                  </a:lnTo>
                  <a:lnTo>
                    <a:pt x="748" y="488"/>
                  </a:lnTo>
                  <a:lnTo>
                    <a:pt x="744" y="489"/>
                  </a:lnTo>
                  <a:lnTo>
                    <a:pt x="739" y="490"/>
                  </a:lnTo>
                  <a:lnTo>
                    <a:pt x="733" y="495"/>
                  </a:lnTo>
                  <a:lnTo>
                    <a:pt x="727" y="496"/>
                  </a:lnTo>
                  <a:lnTo>
                    <a:pt x="722" y="499"/>
                  </a:lnTo>
                  <a:lnTo>
                    <a:pt x="727" y="501"/>
                  </a:lnTo>
                  <a:lnTo>
                    <a:pt x="730" y="501"/>
                  </a:lnTo>
                  <a:lnTo>
                    <a:pt x="737" y="498"/>
                  </a:lnTo>
                  <a:lnTo>
                    <a:pt x="740" y="497"/>
                  </a:lnTo>
                  <a:lnTo>
                    <a:pt x="741" y="498"/>
                  </a:lnTo>
                  <a:lnTo>
                    <a:pt x="745" y="502"/>
                  </a:lnTo>
                  <a:lnTo>
                    <a:pt x="748" y="504"/>
                  </a:lnTo>
                  <a:lnTo>
                    <a:pt x="751" y="504"/>
                  </a:lnTo>
                  <a:lnTo>
                    <a:pt x="751" y="505"/>
                  </a:lnTo>
                  <a:lnTo>
                    <a:pt x="749" y="508"/>
                  </a:lnTo>
                  <a:lnTo>
                    <a:pt x="747" y="509"/>
                  </a:lnTo>
                  <a:lnTo>
                    <a:pt x="744" y="511"/>
                  </a:lnTo>
                  <a:lnTo>
                    <a:pt x="745" y="513"/>
                  </a:lnTo>
                  <a:lnTo>
                    <a:pt x="747" y="512"/>
                  </a:lnTo>
                  <a:lnTo>
                    <a:pt x="749" y="513"/>
                  </a:lnTo>
                  <a:lnTo>
                    <a:pt x="748" y="516"/>
                  </a:lnTo>
                  <a:lnTo>
                    <a:pt x="745" y="522"/>
                  </a:lnTo>
                  <a:lnTo>
                    <a:pt x="744" y="527"/>
                  </a:lnTo>
                  <a:lnTo>
                    <a:pt x="744" y="530"/>
                  </a:lnTo>
                  <a:lnTo>
                    <a:pt x="743" y="534"/>
                  </a:lnTo>
                  <a:lnTo>
                    <a:pt x="741" y="535"/>
                  </a:lnTo>
                  <a:lnTo>
                    <a:pt x="739" y="532"/>
                  </a:lnTo>
                  <a:lnTo>
                    <a:pt x="738" y="533"/>
                  </a:lnTo>
                  <a:lnTo>
                    <a:pt x="734" y="539"/>
                  </a:lnTo>
                  <a:lnTo>
                    <a:pt x="731" y="544"/>
                  </a:lnTo>
                  <a:lnTo>
                    <a:pt x="729" y="549"/>
                  </a:lnTo>
                  <a:lnTo>
                    <a:pt x="729" y="551"/>
                  </a:lnTo>
                  <a:lnTo>
                    <a:pt x="724" y="554"/>
                  </a:lnTo>
                  <a:lnTo>
                    <a:pt x="723" y="558"/>
                  </a:lnTo>
                  <a:lnTo>
                    <a:pt x="721" y="559"/>
                  </a:lnTo>
                  <a:lnTo>
                    <a:pt x="717" y="560"/>
                  </a:lnTo>
                  <a:lnTo>
                    <a:pt x="714" y="561"/>
                  </a:lnTo>
                  <a:lnTo>
                    <a:pt x="716" y="567"/>
                  </a:lnTo>
                  <a:lnTo>
                    <a:pt x="714" y="571"/>
                  </a:lnTo>
                  <a:lnTo>
                    <a:pt x="715" y="576"/>
                  </a:lnTo>
                  <a:lnTo>
                    <a:pt x="714" y="578"/>
                  </a:lnTo>
                  <a:lnTo>
                    <a:pt x="713" y="580"/>
                  </a:lnTo>
                  <a:lnTo>
                    <a:pt x="709" y="582"/>
                  </a:lnTo>
                  <a:lnTo>
                    <a:pt x="708" y="584"/>
                  </a:lnTo>
                  <a:lnTo>
                    <a:pt x="707" y="587"/>
                  </a:lnTo>
                  <a:lnTo>
                    <a:pt x="705" y="592"/>
                  </a:lnTo>
                  <a:lnTo>
                    <a:pt x="700" y="594"/>
                  </a:lnTo>
                  <a:lnTo>
                    <a:pt x="697" y="598"/>
                  </a:lnTo>
                  <a:lnTo>
                    <a:pt x="694" y="597"/>
                  </a:lnTo>
                  <a:lnTo>
                    <a:pt x="691" y="597"/>
                  </a:lnTo>
                  <a:lnTo>
                    <a:pt x="690" y="598"/>
                  </a:lnTo>
                  <a:lnTo>
                    <a:pt x="689" y="599"/>
                  </a:lnTo>
                  <a:lnTo>
                    <a:pt x="690" y="605"/>
                  </a:lnTo>
                  <a:lnTo>
                    <a:pt x="688" y="606"/>
                  </a:lnTo>
                  <a:lnTo>
                    <a:pt x="683" y="612"/>
                  </a:lnTo>
                  <a:lnTo>
                    <a:pt x="680" y="613"/>
                  </a:lnTo>
                  <a:lnTo>
                    <a:pt x="676" y="614"/>
                  </a:lnTo>
                  <a:lnTo>
                    <a:pt x="672" y="617"/>
                  </a:lnTo>
                  <a:lnTo>
                    <a:pt x="668" y="619"/>
                  </a:lnTo>
                  <a:lnTo>
                    <a:pt x="667" y="620"/>
                  </a:lnTo>
                  <a:lnTo>
                    <a:pt x="667" y="624"/>
                  </a:lnTo>
                  <a:lnTo>
                    <a:pt x="666" y="625"/>
                  </a:lnTo>
                  <a:lnTo>
                    <a:pt x="662" y="625"/>
                  </a:lnTo>
                  <a:lnTo>
                    <a:pt x="659" y="626"/>
                  </a:lnTo>
                  <a:lnTo>
                    <a:pt x="656" y="630"/>
                  </a:lnTo>
                  <a:lnTo>
                    <a:pt x="653" y="629"/>
                  </a:lnTo>
                  <a:lnTo>
                    <a:pt x="650" y="627"/>
                  </a:lnTo>
                  <a:lnTo>
                    <a:pt x="648" y="628"/>
                  </a:lnTo>
                  <a:lnTo>
                    <a:pt x="646" y="630"/>
                  </a:lnTo>
                  <a:lnTo>
                    <a:pt x="643" y="631"/>
                  </a:lnTo>
                  <a:lnTo>
                    <a:pt x="638" y="632"/>
                  </a:lnTo>
                  <a:lnTo>
                    <a:pt x="638" y="629"/>
                  </a:lnTo>
                  <a:lnTo>
                    <a:pt x="634" y="629"/>
                  </a:lnTo>
                  <a:lnTo>
                    <a:pt x="629" y="631"/>
                  </a:lnTo>
                  <a:lnTo>
                    <a:pt x="627" y="632"/>
                  </a:lnTo>
                  <a:lnTo>
                    <a:pt x="625" y="632"/>
                  </a:lnTo>
                  <a:lnTo>
                    <a:pt x="622" y="628"/>
                  </a:lnTo>
                  <a:lnTo>
                    <a:pt x="621" y="627"/>
                  </a:lnTo>
                  <a:lnTo>
                    <a:pt x="620" y="629"/>
                  </a:lnTo>
                  <a:lnTo>
                    <a:pt x="620" y="630"/>
                  </a:lnTo>
                  <a:lnTo>
                    <a:pt x="620" y="632"/>
                  </a:lnTo>
                  <a:lnTo>
                    <a:pt x="620" y="637"/>
                  </a:lnTo>
                  <a:lnTo>
                    <a:pt x="618" y="640"/>
                  </a:lnTo>
                  <a:lnTo>
                    <a:pt x="616" y="641"/>
                  </a:lnTo>
                  <a:lnTo>
                    <a:pt x="612" y="639"/>
                  </a:lnTo>
                  <a:lnTo>
                    <a:pt x="611" y="641"/>
                  </a:lnTo>
                  <a:lnTo>
                    <a:pt x="611" y="643"/>
                  </a:lnTo>
                  <a:lnTo>
                    <a:pt x="610" y="644"/>
                  </a:lnTo>
                  <a:lnTo>
                    <a:pt x="605" y="645"/>
                  </a:lnTo>
                  <a:lnTo>
                    <a:pt x="603" y="645"/>
                  </a:lnTo>
                  <a:lnTo>
                    <a:pt x="599" y="646"/>
                  </a:lnTo>
                  <a:lnTo>
                    <a:pt x="596" y="644"/>
                  </a:lnTo>
                  <a:lnTo>
                    <a:pt x="594" y="645"/>
                  </a:lnTo>
                  <a:lnTo>
                    <a:pt x="591" y="649"/>
                  </a:lnTo>
                  <a:lnTo>
                    <a:pt x="589" y="649"/>
                  </a:lnTo>
                  <a:lnTo>
                    <a:pt x="584" y="649"/>
                  </a:lnTo>
                  <a:lnTo>
                    <a:pt x="579" y="651"/>
                  </a:lnTo>
                  <a:lnTo>
                    <a:pt x="576" y="653"/>
                  </a:lnTo>
                  <a:lnTo>
                    <a:pt x="573" y="653"/>
                  </a:lnTo>
                  <a:lnTo>
                    <a:pt x="571" y="652"/>
                  </a:lnTo>
                  <a:lnTo>
                    <a:pt x="571" y="653"/>
                  </a:lnTo>
                  <a:lnTo>
                    <a:pt x="570" y="655"/>
                  </a:lnTo>
                  <a:lnTo>
                    <a:pt x="568" y="658"/>
                  </a:lnTo>
                  <a:lnTo>
                    <a:pt x="568" y="659"/>
                  </a:lnTo>
                  <a:lnTo>
                    <a:pt x="572" y="664"/>
                  </a:lnTo>
                  <a:lnTo>
                    <a:pt x="573" y="665"/>
                  </a:lnTo>
                  <a:lnTo>
                    <a:pt x="574" y="666"/>
                  </a:lnTo>
                  <a:lnTo>
                    <a:pt x="572" y="668"/>
                  </a:lnTo>
                  <a:lnTo>
                    <a:pt x="566" y="670"/>
                  </a:lnTo>
                  <a:lnTo>
                    <a:pt x="562" y="664"/>
                  </a:lnTo>
                  <a:lnTo>
                    <a:pt x="561" y="659"/>
                  </a:lnTo>
                  <a:lnTo>
                    <a:pt x="561" y="656"/>
                  </a:lnTo>
                  <a:lnTo>
                    <a:pt x="564" y="650"/>
                  </a:lnTo>
                  <a:lnTo>
                    <a:pt x="564" y="649"/>
                  </a:lnTo>
                  <a:lnTo>
                    <a:pt x="559" y="647"/>
                  </a:lnTo>
                  <a:lnTo>
                    <a:pt x="558" y="647"/>
                  </a:lnTo>
                  <a:lnTo>
                    <a:pt x="557" y="650"/>
                  </a:lnTo>
                  <a:lnTo>
                    <a:pt x="553" y="650"/>
                  </a:lnTo>
                  <a:lnTo>
                    <a:pt x="548" y="648"/>
                  </a:lnTo>
                  <a:lnTo>
                    <a:pt x="544" y="643"/>
                  </a:lnTo>
                  <a:lnTo>
                    <a:pt x="543" y="644"/>
                  </a:lnTo>
                  <a:lnTo>
                    <a:pt x="543" y="645"/>
                  </a:lnTo>
                  <a:lnTo>
                    <a:pt x="542" y="648"/>
                  </a:lnTo>
                  <a:lnTo>
                    <a:pt x="540" y="649"/>
                  </a:lnTo>
                  <a:lnTo>
                    <a:pt x="538" y="648"/>
                  </a:lnTo>
                  <a:lnTo>
                    <a:pt x="534" y="649"/>
                  </a:lnTo>
                  <a:lnTo>
                    <a:pt x="532" y="648"/>
                  </a:lnTo>
                  <a:lnTo>
                    <a:pt x="526" y="647"/>
                  </a:lnTo>
                  <a:lnTo>
                    <a:pt x="522" y="646"/>
                  </a:lnTo>
                  <a:lnTo>
                    <a:pt x="515" y="641"/>
                  </a:lnTo>
                  <a:lnTo>
                    <a:pt x="513" y="639"/>
                  </a:lnTo>
                  <a:lnTo>
                    <a:pt x="512" y="635"/>
                  </a:lnTo>
                  <a:lnTo>
                    <a:pt x="516" y="629"/>
                  </a:lnTo>
                  <a:lnTo>
                    <a:pt x="515" y="626"/>
                  </a:lnTo>
                  <a:lnTo>
                    <a:pt x="514" y="625"/>
                  </a:lnTo>
                  <a:lnTo>
                    <a:pt x="508" y="625"/>
                  </a:lnTo>
                  <a:lnTo>
                    <a:pt x="504" y="624"/>
                  </a:lnTo>
                  <a:lnTo>
                    <a:pt x="498" y="623"/>
                  </a:lnTo>
                  <a:lnTo>
                    <a:pt x="494" y="618"/>
                  </a:lnTo>
                  <a:lnTo>
                    <a:pt x="492" y="619"/>
                  </a:lnTo>
                  <a:lnTo>
                    <a:pt x="488" y="621"/>
                  </a:lnTo>
                  <a:lnTo>
                    <a:pt x="483" y="626"/>
                  </a:lnTo>
                  <a:lnTo>
                    <a:pt x="481" y="627"/>
                  </a:lnTo>
                  <a:lnTo>
                    <a:pt x="475" y="628"/>
                  </a:lnTo>
                  <a:lnTo>
                    <a:pt x="464" y="628"/>
                  </a:lnTo>
                  <a:lnTo>
                    <a:pt x="462" y="629"/>
                  </a:lnTo>
                  <a:lnTo>
                    <a:pt x="458" y="632"/>
                  </a:lnTo>
                  <a:lnTo>
                    <a:pt x="455" y="631"/>
                  </a:lnTo>
                  <a:lnTo>
                    <a:pt x="451" y="629"/>
                  </a:lnTo>
                  <a:lnTo>
                    <a:pt x="449" y="629"/>
                  </a:lnTo>
                  <a:lnTo>
                    <a:pt x="445" y="630"/>
                  </a:lnTo>
                  <a:lnTo>
                    <a:pt x="442" y="63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3" name="Freeform 32"/>
            <p:cNvSpPr>
              <a:spLocks/>
            </p:cNvSpPr>
            <p:nvPr/>
          </p:nvSpPr>
          <p:spPr bwMode="gray">
            <a:xfrm>
              <a:off x="5124450" y="4202113"/>
              <a:ext cx="58738" cy="50800"/>
            </a:xfrm>
            <a:custGeom>
              <a:avLst/>
              <a:gdLst>
                <a:gd name="T0" fmla="*/ 14 w 37"/>
                <a:gd name="T1" fmla="*/ 32 h 32"/>
                <a:gd name="T2" fmla="*/ 7 w 37"/>
                <a:gd name="T3" fmla="*/ 28 h 32"/>
                <a:gd name="T4" fmla="*/ 2 w 37"/>
                <a:gd name="T5" fmla="*/ 26 h 32"/>
                <a:gd name="T6" fmla="*/ 0 w 37"/>
                <a:gd name="T7" fmla="*/ 16 h 32"/>
                <a:gd name="T8" fmla="*/ 1 w 37"/>
                <a:gd name="T9" fmla="*/ 14 h 32"/>
                <a:gd name="T10" fmla="*/ 2 w 37"/>
                <a:gd name="T11" fmla="*/ 12 h 32"/>
                <a:gd name="T12" fmla="*/ 5 w 37"/>
                <a:gd name="T13" fmla="*/ 10 h 32"/>
                <a:gd name="T14" fmla="*/ 11 w 37"/>
                <a:gd name="T15" fmla="*/ 6 h 32"/>
                <a:gd name="T16" fmla="*/ 14 w 37"/>
                <a:gd name="T17" fmla="*/ 6 h 32"/>
                <a:gd name="T18" fmla="*/ 14 w 37"/>
                <a:gd name="T19" fmla="*/ 5 h 32"/>
                <a:gd name="T20" fmla="*/ 16 w 37"/>
                <a:gd name="T21" fmla="*/ 2 h 32"/>
                <a:gd name="T22" fmla="*/ 18 w 37"/>
                <a:gd name="T23" fmla="*/ 2 h 32"/>
                <a:gd name="T24" fmla="*/ 22 w 37"/>
                <a:gd name="T25" fmla="*/ 4 h 32"/>
                <a:gd name="T26" fmla="*/ 24 w 37"/>
                <a:gd name="T27" fmla="*/ 2 h 32"/>
                <a:gd name="T28" fmla="*/ 27 w 37"/>
                <a:gd name="T29" fmla="*/ 2 h 32"/>
                <a:gd name="T30" fmla="*/ 33 w 37"/>
                <a:gd name="T31" fmla="*/ 0 h 32"/>
                <a:gd name="T32" fmla="*/ 37 w 37"/>
                <a:gd name="T33" fmla="*/ 5 h 32"/>
                <a:gd name="T34" fmla="*/ 36 w 37"/>
                <a:gd name="T35" fmla="*/ 7 h 32"/>
                <a:gd name="T36" fmla="*/ 33 w 37"/>
                <a:gd name="T37" fmla="*/ 9 h 32"/>
                <a:gd name="T38" fmla="*/ 30 w 37"/>
                <a:gd name="T39" fmla="*/ 13 h 32"/>
                <a:gd name="T40" fmla="*/ 28 w 37"/>
                <a:gd name="T41" fmla="*/ 19 h 32"/>
                <a:gd name="T42" fmla="*/ 29 w 37"/>
                <a:gd name="T43" fmla="*/ 21 h 32"/>
                <a:gd name="T44" fmla="*/ 27 w 37"/>
                <a:gd name="T45" fmla="*/ 23 h 32"/>
                <a:gd name="T46" fmla="*/ 25 w 37"/>
                <a:gd name="T47" fmla="*/ 24 h 32"/>
                <a:gd name="T48" fmla="*/ 18 w 37"/>
                <a:gd name="T49" fmla="*/ 27 h 32"/>
                <a:gd name="T50" fmla="*/ 14 w 37"/>
                <a:gd name="T51" fmla="*/ 32 h 32"/>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37"/>
                <a:gd name="T79" fmla="*/ 0 h 32"/>
                <a:gd name="T80" fmla="*/ 37 w 37"/>
                <a:gd name="T81" fmla="*/ 32 h 32"/>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37" h="32">
                  <a:moveTo>
                    <a:pt x="14" y="32"/>
                  </a:moveTo>
                  <a:lnTo>
                    <a:pt x="7" y="28"/>
                  </a:lnTo>
                  <a:lnTo>
                    <a:pt x="2" y="26"/>
                  </a:lnTo>
                  <a:lnTo>
                    <a:pt x="0" y="16"/>
                  </a:lnTo>
                  <a:lnTo>
                    <a:pt x="1" y="14"/>
                  </a:lnTo>
                  <a:lnTo>
                    <a:pt x="2" y="12"/>
                  </a:lnTo>
                  <a:lnTo>
                    <a:pt x="5" y="10"/>
                  </a:lnTo>
                  <a:lnTo>
                    <a:pt x="11" y="6"/>
                  </a:lnTo>
                  <a:lnTo>
                    <a:pt x="14" y="6"/>
                  </a:lnTo>
                  <a:lnTo>
                    <a:pt x="14" y="5"/>
                  </a:lnTo>
                  <a:lnTo>
                    <a:pt x="16" y="2"/>
                  </a:lnTo>
                  <a:lnTo>
                    <a:pt x="18" y="2"/>
                  </a:lnTo>
                  <a:lnTo>
                    <a:pt x="22" y="4"/>
                  </a:lnTo>
                  <a:lnTo>
                    <a:pt x="24" y="2"/>
                  </a:lnTo>
                  <a:lnTo>
                    <a:pt x="27" y="2"/>
                  </a:lnTo>
                  <a:lnTo>
                    <a:pt x="33" y="0"/>
                  </a:lnTo>
                  <a:lnTo>
                    <a:pt x="37" y="5"/>
                  </a:lnTo>
                  <a:lnTo>
                    <a:pt x="36" y="7"/>
                  </a:lnTo>
                  <a:lnTo>
                    <a:pt x="33" y="9"/>
                  </a:lnTo>
                  <a:lnTo>
                    <a:pt x="30" y="13"/>
                  </a:lnTo>
                  <a:lnTo>
                    <a:pt x="28" y="19"/>
                  </a:lnTo>
                  <a:lnTo>
                    <a:pt x="29" y="21"/>
                  </a:lnTo>
                  <a:lnTo>
                    <a:pt x="27" y="23"/>
                  </a:lnTo>
                  <a:lnTo>
                    <a:pt x="25" y="24"/>
                  </a:lnTo>
                  <a:lnTo>
                    <a:pt x="18" y="27"/>
                  </a:lnTo>
                  <a:lnTo>
                    <a:pt x="14" y="3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4" name="Freeform 33"/>
            <p:cNvSpPr>
              <a:spLocks/>
            </p:cNvSpPr>
            <p:nvPr/>
          </p:nvSpPr>
          <p:spPr bwMode="gray">
            <a:xfrm>
              <a:off x="4260850" y="3133726"/>
              <a:ext cx="1512888" cy="1063625"/>
            </a:xfrm>
            <a:custGeom>
              <a:avLst/>
              <a:gdLst>
                <a:gd name="T0" fmla="*/ 426 w 953"/>
                <a:gd name="T1" fmla="*/ 648 h 670"/>
                <a:gd name="T2" fmla="*/ 403 w 953"/>
                <a:gd name="T3" fmla="*/ 621 h 670"/>
                <a:gd name="T4" fmla="*/ 373 w 953"/>
                <a:gd name="T5" fmla="*/ 596 h 670"/>
                <a:gd name="T6" fmla="*/ 382 w 953"/>
                <a:gd name="T7" fmla="*/ 542 h 670"/>
                <a:gd name="T8" fmla="*/ 356 w 953"/>
                <a:gd name="T9" fmla="*/ 524 h 670"/>
                <a:gd name="T10" fmla="*/ 295 w 953"/>
                <a:gd name="T11" fmla="*/ 538 h 670"/>
                <a:gd name="T12" fmla="*/ 249 w 953"/>
                <a:gd name="T13" fmla="*/ 535 h 670"/>
                <a:gd name="T14" fmla="*/ 209 w 953"/>
                <a:gd name="T15" fmla="*/ 537 h 670"/>
                <a:gd name="T16" fmla="*/ 180 w 953"/>
                <a:gd name="T17" fmla="*/ 525 h 670"/>
                <a:gd name="T18" fmla="*/ 139 w 953"/>
                <a:gd name="T19" fmla="*/ 502 h 670"/>
                <a:gd name="T20" fmla="*/ 103 w 953"/>
                <a:gd name="T21" fmla="*/ 487 h 670"/>
                <a:gd name="T22" fmla="*/ 80 w 953"/>
                <a:gd name="T23" fmla="*/ 452 h 670"/>
                <a:gd name="T24" fmla="*/ 77 w 953"/>
                <a:gd name="T25" fmla="*/ 432 h 670"/>
                <a:gd name="T26" fmla="*/ 49 w 953"/>
                <a:gd name="T27" fmla="*/ 398 h 670"/>
                <a:gd name="T28" fmla="*/ 26 w 953"/>
                <a:gd name="T29" fmla="*/ 374 h 670"/>
                <a:gd name="T30" fmla="*/ 19 w 953"/>
                <a:gd name="T31" fmla="*/ 365 h 670"/>
                <a:gd name="T32" fmla="*/ 10 w 953"/>
                <a:gd name="T33" fmla="*/ 338 h 670"/>
                <a:gd name="T34" fmla="*/ 27 w 953"/>
                <a:gd name="T35" fmla="*/ 297 h 670"/>
                <a:gd name="T36" fmla="*/ 70 w 953"/>
                <a:gd name="T37" fmla="*/ 288 h 670"/>
                <a:gd name="T38" fmla="*/ 109 w 953"/>
                <a:gd name="T39" fmla="*/ 242 h 670"/>
                <a:gd name="T40" fmla="*/ 123 w 953"/>
                <a:gd name="T41" fmla="*/ 197 h 670"/>
                <a:gd name="T42" fmla="*/ 149 w 953"/>
                <a:gd name="T43" fmla="*/ 152 h 670"/>
                <a:gd name="T44" fmla="*/ 200 w 953"/>
                <a:gd name="T45" fmla="*/ 124 h 670"/>
                <a:gd name="T46" fmla="*/ 224 w 953"/>
                <a:gd name="T47" fmla="*/ 119 h 670"/>
                <a:gd name="T48" fmla="*/ 269 w 953"/>
                <a:gd name="T49" fmla="*/ 185 h 670"/>
                <a:gd name="T50" fmla="*/ 331 w 953"/>
                <a:gd name="T51" fmla="*/ 219 h 670"/>
                <a:gd name="T52" fmla="*/ 438 w 953"/>
                <a:gd name="T53" fmla="*/ 257 h 670"/>
                <a:gd name="T54" fmla="*/ 507 w 953"/>
                <a:gd name="T55" fmla="*/ 268 h 670"/>
                <a:gd name="T56" fmla="*/ 597 w 953"/>
                <a:gd name="T57" fmla="*/ 232 h 670"/>
                <a:gd name="T58" fmla="*/ 620 w 953"/>
                <a:gd name="T59" fmla="*/ 207 h 670"/>
                <a:gd name="T60" fmla="*/ 671 w 953"/>
                <a:gd name="T61" fmla="*/ 173 h 670"/>
                <a:gd name="T62" fmla="*/ 720 w 953"/>
                <a:gd name="T63" fmla="*/ 160 h 670"/>
                <a:gd name="T64" fmla="*/ 659 w 953"/>
                <a:gd name="T65" fmla="*/ 142 h 670"/>
                <a:gd name="T66" fmla="*/ 707 w 953"/>
                <a:gd name="T67" fmla="*/ 89 h 670"/>
                <a:gd name="T68" fmla="*/ 735 w 953"/>
                <a:gd name="T69" fmla="*/ 26 h 670"/>
                <a:gd name="T70" fmla="*/ 784 w 953"/>
                <a:gd name="T71" fmla="*/ 2 h 670"/>
                <a:gd name="T72" fmla="*/ 866 w 953"/>
                <a:gd name="T73" fmla="*/ 104 h 670"/>
                <a:gd name="T74" fmla="*/ 950 w 953"/>
                <a:gd name="T75" fmla="*/ 130 h 670"/>
                <a:gd name="T76" fmla="*/ 922 w 953"/>
                <a:gd name="T77" fmla="*/ 204 h 670"/>
                <a:gd name="T78" fmla="*/ 896 w 953"/>
                <a:gd name="T79" fmla="*/ 246 h 670"/>
                <a:gd name="T80" fmla="*/ 850 w 953"/>
                <a:gd name="T81" fmla="*/ 266 h 670"/>
                <a:gd name="T82" fmla="*/ 819 w 953"/>
                <a:gd name="T83" fmla="*/ 285 h 670"/>
                <a:gd name="T84" fmla="*/ 746 w 953"/>
                <a:gd name="T85" fmla="*/ 333 h 670"/>
                <a:gd name="T86" fmla="*/ 756 w 953"/>
                <a:gd name="T87" fmla="*/ 303 h 670"/>
                <a:gd name="T88" fmla="*/ 711 w 953"/>
                <a:gd name="T89" fmla="*/ 317 h 670"/>
                <a:gd name="T90" fmla="*/ 684 w 953"/>
                <a:gd name="T91" fmla="*/ 341 h 670"/>
                <a:gd name="T92" fmla="*/ 726 w 953"/>
                <a:gd name="T93" fmla="*/ 358 h 670"/>
                <a:gd name="T94" fmla="*/ 752 w 953"/>
                <a:gd name="T95" fmla="*/ 373 h 670"/>
                <a:gd name="T96" fmla="*/ 709 w 953"/>
                <a:gd name="T97" fmla="*/ 408 h 670"/>
                <a:gd name="T98" fmla="*/ 742 w 953"/>
                <a:gd name="T99" fmla="*/ 463 h 670"/>
                <a:gd name="T100" fmla="*/ 733 w 953"/>
                <a:gd name="T101" fmla="*/ 495 h 670"/>
                <a:gd name="T102" fmla="*/ 747 w 953"/>
                <a:gd name="T103" fmla="*/ 509 h 670"/>
                <a:gd name="T104" fmla="*/ 734 w 953"/>
                <a:gd name="T105" fmla="*/ 539 h 670"/>
                <a:gd name="T106" fmla="*/ 713 w 953"/>
                <a:gd name="T107" fmla="*/ 580 h 670"/>
                <a:gd name="T108" fmla="*/ 683 w 953"/>
                <a:gd name="T109" fmla="*/ 612 h 670"/>
                <a:gd name="T110" fmla="*/ 648 w 953"/>
                <a:gd name="T111" fmla="*/ 628 h 670"/>
                <a:gd name="T112" fmla="*/ 620 w 953"/>
                <a:gd name="T113" fmla="*/ 632 h 670"/>
                <a:gd name="T114" fmla="*/ 591 w 953"/>
                <a:gd name="T115" fmla="*/ 649 h 670"/>
                <a:gd name="T116" fmla="*/ 574 w 953"/>
                <a:gd name="T117" fmla="*/ 666 h 670"/>
                <a:gd name="T118" fmla="*/ 544 w 953"/>
                <a:gd name="T119" fmla="*/ 643 h 670"/>
                <a:gd name="T120" fmla="*/ 512 w 953"/>
                <a:gd name="T121" fmla="*/ 635 h 670"/>
                <a:gd name="T122" fmla="*/ 464 w 953"/>
                <a:gd name="T123" fmla="*/ 628 h 67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953"/>
                <a:gd name="T187" fmla="*/ 0 h 670"/>
                <a:gd name="T188" fmla="*/ 953 w 953"/>
                <a:gd name="T189" fmla="*/ 670 h 670"/>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953" h="670">
                  <a:moveTo>
                    <a:pt x="442" y="631"/>
                  </a:moveTo>
                  <a:lnTo>
                    <a:pt x="437" y="633"/>
                  </a:lnTo>
                  <a:lnTo>
                    <a:pt x="435" y="635"/>
                  </a:lnTo>
                  <a:lnTo>
                    <a:pt x="435" y="638"/>
                  </a:lnTo>
                  <a:lnTo>
                    <a:pt x="436" y="642"/>
                  </a:lnTo>
                  <a:lnTo>
                    <a:pt x="437" y="645"/>
                  </a:lnTo>
                  <a:lnTo>
                    <a:pt x="438" y="649"/>
                  </a:lnTo>
                  <a:lnTo>
                    <a:pt x="437" y="652"/>
                  </a:lnTo>
                  <a:lnTo>
                    <a:pt x="436" y="653"/>
                  </a:lnTo>
                  <a:lnTo>
                    <a:pt x="430" y="653"/>
                  </a:lnTo>
                  <a:lnTo>
                    <a:pt x="428" y="651"/>
                  </a:lnTo>
                  <a:lnTo>
                    <a:pt x="427" y="649"/>
                  </a:lnTo>
                  <a:lnTo>
                    <a:pt x="426" y="648"/>
                  </a:lnTo>
                  <a:lnTo>
                    <a:pt x="425" y="645"/>
                  </a:lnTo>
                  <a:lnTo>
                    <a:pt x="421" y="648"/>
                  </a:lnTo>
                  <a:lnTo>
                    <a:pt x="416" y="649"/>
                  </a:lnTo>
                  <a:lnTo>
                    <a:pt x="414" y="648"/>
                  </a:lnTo>
                  <a:lnTo>
                    <a:pt x="412" y="646"/>
                  </a:lnTo>
                  <a:lnTo>
                    <a:pt x="409" y="641"/>
                  </a:lnTo>
                  <a:lnTo>
                    <a:pt x="407" y="638"/>
                  </a:lnTo>
                  <a:lnTo>
                    <a:pt x="404" y="638"/>
                  </a:lnTo>
                  <a:lnTo>
                    <a:pt x="400" y="638"/>
                  </a:lnTo>
                  <a:lnTo>
                    <a:pt x="399" y="638"/>
                  </a:lnTo>
                  <a:lnTo>
                    <a:pt x="398" y="635"/>
                  </a:lnTo>
                  <a:lnTo>
                    <a:pt x="403" y="623"/>
                  </a:lnTo>
                  <a:lnTo>
                    <a:pt x="403" y="621"/>
                  </a:lnTo>
                  <a:lnTo>
                    <a:pt x="399" y="620"/>
                  </a:lnTo>
                  <a:lnTo>
                    <a:pt x="395" y="621"/>
                  </a:lnTo>
                  <a:lnTo>
                    <a:pt x="394" y="618"/>
                  </a:lnTo>
                  <a:lnTo>
                    <a:pt x="392" y="605"/>
                  </a:lnTo>
                  <a:lnTo>
                    <a:pt x="391" y="604"/>
                  </a:lnTo>
                  <a:lnTo>
                    <a:pt x="387" y="604"/>
                  </a:lnTo>
                  <a:lnTo>
                    <a:pt x="382" y="604"/>
                  </a:lnTo>
                  <a:lnTo>
                    <a:pt x="376" y="608"/>
                  </a:lnTo>
                  <a:lnTo>
                    <a:pt x="374" y="609"/>
                  </a:lnTo>
                  <a:lnTo>
                    <a:pt x="373" y="608"/>
                  </a:lnTo>
                  <a:lnTo>
                    <a:pt x="373" y="606"/>
                  </a:lnTo>
                  <a:lnTo>
                    <a:pt x="374" y="601"/>
                  </a:lnTo>
                  <a:lnTo>
                    <a:pt x="373" y="596"/>
                  </a:lnTo>
                  <a:lnTo>
                    <a:pt x="372" y="593"/>
                  </a:lnTo>
                  <a:lnTo>
                    <a:pt x="376" y="586"/>
                  </a:lnTo>
                  <a:lnTo>
                    <a:pt x="378" y="584"/>
                  </a:lnTo>
                  <a:lnTo>
                    <a:pt x="381" y="582"/>
                  </a:lnTo>
                  <a:lnTo>
                    <a:pt x="386" y="578"/>
                  </a:lnTo>
                  <a:lnTo>
                    <a:pt x="389" y="572"/>
                  </a:lnTo>
                  <a:lnTo>
                    <a:pt x="391" y="566"/>
                  </a:lnTo>
                  <a:lnTo>
                    <a:pt x="391" y="559"/>
                  </a:lnTo>
                  <a:lnTo>
                    <a:pt x="390" y="546"/>
                  </a:lnTo>
                  <a:lnTo>
                    <a:pt x="389" y="545"/>
                  </a:lnTo>
                  <a:lnTo>
                    <a:pt x="385" y="545"/>
                  </a:lnTo>
                  <a:lnTo>
                    <a:pt x="383" y="545"/>
                  </a:lnTo>
                  <a:lnTo>
                    <a:pt x="382" y="542"/>
                  </a:lnTo>
                  <a:lnTo>
                    <a:pt x="380" y="535"/>
                  </a:lnTo>
                  <a:lnTo>
                    <a:pt x="377" y="532"/>
                  </a:lnTo>
                  <a:lnTo>
                    <a:pt x="374" y="529"/>
                  </a:lnTo>
                  <a:lnTo>
                    <a:pt x="372" y="530"/>
                  </a:lnTo>
                  <a:lnTo>
                    <a:pt x="370" y="533"/>
                  </a:lnTo>
                  <a:lnTo>
                    <a:pt x="370" y="534"/>
                  </a:lnTo>
                  <a:lnTo>
                    <a:pt x="365" y="533"/>
                  </a:lnTo>
                  <a:lnTo>
                    <a:pt x="360" y="531"/>
                  </a:lnTo>
                  <a:lnTo>
                    <a:pt x="355" y="531"/>
                  </a:lnTo>
                  <a:lnTo>
                    <a:pt x="353" y="530"/>
                  </a:lnTo>
                  <a:lnTo>
                    <a:pt x="354" y="528"/>
                  </a:lnTo>
                  <a:lnTo>
                    <a:pt x="356" y="524"/>
                  </a:lnTo>
                  <a:lnTo>
                    <a:pt x="356" y="521"/>
                  </a:lnTo>
                  <a:lnTo>
                    <a:pt x="351" y="515"/>
                  </a:lnTo>
                  <a:lnTo>
                    <a:pt x="347" y="512"/>
                  </a:lnTo>
                  <a:lnTo>
                    <a:pt x="338" y="519"/>
                  </a:lnTo>
                  <a:lnTo>
                    <a:pt x="335" y="519"/>
                  </a:lnTo>
                  <a:lnTo>
                    <a:pt x="328" y="517"/>
                  </a:lnTo>
                  <a:lnTo>
                    <a:pt x="326" y="515"/>
                  </a:lnTo>
                  <a:lnTo>
                    <a:pt x="324" y="516"/>
                  </a:lnTo>
                  <a:lnTo>
                    <a:pt x="320" y="519"/>
                  </a:lnTo>
                  <a:lnTo>
                    <a:pt x="312" y="524"/>
                  </a:lnTo>
                  <a:lnTo>
                    <a:pt x="306" y="526"/>
                  </a:lnTo>
                  <a:lnTo>
                    <a:pt x="302" y="529"/>
                  </a:lnTo>
                  <a:lnTo>
                    <a:pt x="295" y="538"/>
                  </a:lnTo>
                  <a:lnTo>
                    <a:pt x="292" y="540"/>
                  </a:lnTo>
                  <a:lnTo>
                    <a:pt x="287" y="542"/>
                  </a:lnTo>
                  <a:lnTo>
                    <a:pt x="281" y="542"/>
                  </a:lnTo>
                  <a:lnTo>
                    <a:pt x="280" y="543"/>
                  </a:lnTo>
                  <a:lnTo>
                    <a:pt x="278" y="538"/>
                  </a:lnTo>
                  <a:lnTo>
                    <a:pt x="275" y="537"/>
                  </a:lnTo>
                  <a:lnTo>
                    <a:pt x="273" y="536"/>
                  </a:lnTo>
                  <a:lnTo>
                    <a:pt x="261" y="536"/>
                  </a:lnTo>
                  <a:lnTo>
                    <a:pt x="258" y="534"/>
                  </a:lnTo>
                  <a:lnTo>
                    <a:pt x="256" y="532"/>
                  </a:lnTo>
                  <a:lnTo>
                    <a:pt x="253" y="532"/>
                  </a:lnTo>
                  <a:lnTo>
                    <a:pt x="252" y="533"/>
                  </a:lnTo>
                  <a:lnTo>
                    <a:pt x="249" y="535"/>
                  </a:lnTo>
                  <a:lnTo>
                    <a:pt x="245" y="539"/>
                  </a:lnTo>
                  <a:lnTo>
                    <a:pt x="236" y="551"/>
                  </a:lnTo>
                  <a:lnTo>
                    <a:pt x="235" y="546"/>
                  </a:lnTo>
                  <a:lnTo>
                    <a:pt x="235" y="539"/>
                  </a:lnTo>
                  <a:lnTo>
                    <a:pt x="234" y="538"/>
                  </a:lnTo>
                  <a:lnTo>
                    <a:pt x="233" y="537"/>
                  </a:lnTo>
                  <a:lnTo>
                    <a:pt x="229" y="538"/>
                  </a:lnTo>
                  <a:lnTo>
                    <a:pt x="227" y="539"/>
                  </a:lnTo>
                  <a:lnTo>
                    <a:pt x="222" y="538"/>
                  </a:lnTo>
                  <a:lnTo>
                    <a:pt x="220" y="540"/>
                  </a:lnTo>
                  <a:lnTo>
                    <a:pt x="217" y="539"/>
                  </a:lnTo>
                  <a:lnTo>
                    <a:pt x="211" y="539"/>
                  </a:lnTo>
                  <a:lnTo>
                    <a:pt x="209" y="537"/>
                  </a:lnTo>
                  <a:lnTo>
                    <a:pt x="205" y="534"/>
                  </a:lnTo>
                  <a:lnTo>
                    <a:pt x="202" y="534"/>
                  </a:lnTo>
                  <a:lnTo>
                    <a:pt x="201" y="537"/>
                  </a:lnTo>
                  <a:lnTo>
                    <a:pt x="199" y="538"/>
                  </a:lnTo>
                  <a:lnTo>
                    <a:pt x="194" y="535"/>
                  </a:lnTo>
                  <a:lnTo>
                    <a:pt x="194" y="538"/>
                  </a:lnTo>
                  <a:lnTo>
                    <a:pt x="193" y="539"/>
                  </a:lnTo>
                  <a:lnTo>
                    <a:pt x="192" y="535"/>
                  </a:lnTo>
                  <a:lnTo>
                    <a:pt x="188" y="531"/>
                  </a:lnTo>
                  <a:lnTo>
                    <a:pt x="186" y="531"/>
                  </a:lnTo>
                  <a:lnTo>
                    <a:pt x="179" y="531"/>
                  </a:lnTo>
                  <a:lnTo>
                    <a:pt x="179" y="528"/>
                  </a:lnTo>
                  <a:lnTo>
                    <a:pt x="180" y="525"/>
                  </a:lnTo>
                  <a:lnTo>
                    <a:pt x="178" y="525"/>
                  </a:lnTo>
                  <a:lnTo>
                    <a:pt x="176" y="527"/>
                  </a:lnTo>
                  <a:lnTo>
                    <a:pt x="165" y="520"/>
                  </a:lnTo>
                  <a:lnTo>
                    <a:pt x="166" y="518"/>
                  </a:lnTo>
                  <a:lnTo>
                    <a:pt x="164" y="515"/>
                  </a:lnTo>
                  <a:lnTo>
                    <a:pt x="163" y="513"/>
                  </a:lnTo>
                  <a:lnTo>
                    <a:pt x="158" y="514"/>
                  </a:lnTo>
                  <a:lnTo>
                    <a:pt x="157" y="516"/>
                  </a:lnTo>
                  <a:lnTo>
                    <a:pt x="152" y="509"/>
                  </a:lnTo>
                  <a:lnTo>
                    <a:pt x="149" y="507"/>
                  </a:lnTo>
                  <a:lnTo>
                    <a:pt x="148" y="508"/>
                  </a:lnTo>
                  <a:lnTo>
                    <a:pt x="145" y="507"/>
                  </a:lnTo>
                  <a:lnTo>
                    <a:pt x="139" y="502"/>
                  </a:lnTo>
                  <a:lnTo>
                    <a:pt x="133" y="499"/>
                  </a:lnTo>
                  <a:lnTo>
                    <a:pt x="132" y="494"/>
                  </a:lnTo>
                  <a:lnTo>
                    <a:pt x="125" y="493"/>
                  </a:lnTo>
                  <a:lnTo>
                    <a:pt x="123" y="494"/>
                  </a:lnTo>
                  <a:lnTo>
                    <a:pt x="121" y="494"/>
                  </a:lnTo>
                  <a:lnTo>
                    <a:pt x="120" y="498"/>
                  </a:lnTo>
                  <a:lnTo>
                    <a:pt x="118" y="500"/>
                  </a:lnTo>
                  <a:lnTo>
                    <a:pt x="117" y="500"/>
                  </a:lnTo>
                  <a:lnTo>
                    <a:pt x="115" y="496"/>
                  </a:lnTo>
                  <a:lnTo>
                    <a:pt x="109" y="492"/>
                  </a:lnTo>
                  <a:lnTo>
                    <a:pt x="108" y="492"/>
                  </a:lnTo>
                  <a:lnTo>
                    <a:pt x="103" y="490"/>
                  </a:lnTo>
                  <a:lnTo>
                    <a:pt x="103" y="487"/>
                  </a:lnTo>
                  <a:lnTo>
                    <a:pt x="96" y="482"/>
                  </a:lnTo>
                  <a:lnTo>
                    <a:pt x="93" y="483"/>
                  </a:lnTo>
                  <a:lnTo>
                    <a:pt x="88" y="477"/>
                  </a:lnTo>
                  <a:lnTo>
                    <a:pt x="85" y="475"/>
                  </a:lnTo>
                  <a:lnTo>
                    <a:pt x="82" y="477"/>
                  </a:lnTo>
                  <a:lnTo>
                    <a:pt x="80" y="477"/>
                  </a:lnTo>
                  <a:lnTo>
                    <a:pt x="79" y="473"/>
                  </a:lnTo>
                  <a:lnTo>
                    <a:pt x="81" y="471"/>
                  </a:lnTo>
                  <a:lnTo>
                    <a:pt x="79" y="468"/>
                  </a:lnTo>
                  <a:lnTo>
                    <a:pt x="80" y="464"/>
                  </a:lnTo>
                  <a:lnTo>
                    <a:pt x="76" y="460"/>
                  </a:lnTo>
                  <a:lnTo>
                    <a:pt x="74" y="454"/>
                  </a:lnTo>
                  <a:lnTo>
                    <a:pt x="80" y="452"/>
                  </a:lnTo>
                  <a:lnTo>
                    <a:pt x="80" y="455"/>
                  </a:lnTo>
                  <a:lnTo>
                    <a:pt x="83" y="457"/>
                  </a:lnTo>
                  <a:lnTo>
                    <a:pt x="86" y="457"/>
                  </a:lnTo>
                  <a:lnTo>
                    <a:pt x="88" y="455"/>
                  </a:lnTo>
                  <a:lnTo>
                    <a:pt x="92" y="451"/>
                  </a:lnTo>
                  <a:lnTo>
                    <a:pt x="89" y="446"/>
                  </a:lnTo>
                  <a:lnTo>
                    <a:pt x="90" y="442"/>
                  </a:lnTo>
                  <a:lnTo>
                    <a:pt x="86" y="442"/>
                  </a:lnTo>
                  <a:lnTo>
                    <a:pt x="85" y="440"/>
                  </a:lnTo>
                  <a:lnTo>
                    <a:pt x="85" y="439"/>
                  </a:lnTo>
                  <a:lnTo>
                    <a:pt x="79" y="438"/>
                  </a:lnTo>
                  <a:lnTo>
                    <a:pt x="77" y="437"/>
                  </a:lnTo>
                  <a:lnTo>
                    <a:pt x="77" y="432"/>
                  </a:lnTo>
                  <a:lnTo>
                    <a:pt x="76" y="427"/>
                  </a:lnTo>
                  <a:lnTo>
                    <a:pt x="78" y="425"/>
                  </a:lnTo>
                  <a:lnTo>
                    <a:pt x="80" y="424"/>
                  </a:lnTo>
                  <a:lnTo>
                    <a:pt x="79" y="421"/>
                  </a:lnTo>
                  <a:lnTo>
                    <a:pt x="75" y="418"/>
                  </a:lnTo>
                  <a:lnTo>
                    <a:pt x="70" y="417"/>
                  </a:lnTo>
                  <a:lnTo>
                    <a:pt x="68" y="413"/>
                  </a:lnTo>
                  <a:lnTo>
                    <a:pt x="65" y="404"/>
                  </a:lnTo>
                  <a:lnTo>
                    <a:pt x="65" y="399"/>
                  </a:lnTo>
                  <a:lnTo>
                    <a:pt x="62" y="401"/>
                  </a:lnTo>
                  <a:lnTo>
                    <a:pt x="61" y="400"/>
                  </a:lnTo>
                  <a:lnTo>
                    <a:pt x="58" y="399"/>
                  </a:lnTo>
                  <a:lnTo>
                    <a:pt x="49" y="398"/>
                  </a:lnTo>
                  <a:lnTo>
                    <a:pt x="45" y="394"/>
                  </a:lnTo>
                  <a:lnTo>
                    <a:pt x="44" y="393"/>
                  </a:lnTo>
                  <a:lnTo>
                    <a:pt x="43" y="391"/>
                  </a:lnTo>
                  <a:lnTo>
                    <a:pt x="42" y="391"/>
                  </a:lnTo>
                  <a:lnTo>
                    <a:pt x="38" y="393"/>
                  </a:lnTo>
                  <a:lnTo>
                    <a:pt x="36" y="391"/>
                  </a:lnTo>
                  <a:lnTo>
                    <a:pt x="35" y="389"/>
                  </a:lnTo>
                  <a:lnTo>
                    <a:pt x="33" y="388"/>
                  </a:lnTo>
                  <a:lnTo>
                    <a:pt x="35" y="384"/>
                  </a:lnTo>
                  <a:lnTo>
                    <a:pt x="35" y="379"/>
                  </a:lnTo>
                  <a:lnTo>
                    <a:pt x="33" y="377"/>
                  </a:lnTo>
                  <a:lnTo>
                    <a:pt x="30" y="374"/>
                  </a:lnTo>
                  <a:lnTo>
                    <a:pt x="26" y="374"/>
                  </a:lnTo>
                  <a:lnTo>
                    <a:pt x="24" y="375"/>
                  </a:lnTo>
                  <a:lnTo>
                    <a:pt x="24" y="372"/>
                  </a:lnTo>
                  <a:lnTo>
                    <a:pt x="20" y="371"/>
                  </a:lnTo>
                  <a:lnTo>
                    <a:pt x="18" y="370"/>
                  </a:lnTo>
                  <a:lnTo>
                    <a:pt x="16" y="372"/>
                  </a:lnTo>
                  <a:lnTo>
                    <a:pt x="15" y="371"/>
                  </a:lnTo>
                  <a:lnTo>
                    <a:pt x="13" y="370"/>
                  </a:lnTo>
                  <a:lnTo>
                    <a:pt x="13" y="369"/>
                  </a:lnTo>
                  <a:lnTo>
                    <a:pt x="12" y="369"/>
                  </a:lnTo>
                  <a:lnTo>
                    <a:pt x="11" y="367"/>
                  </a:lnTo>
                  <a:lnTo>
                    <a:pt x="15" y="367"/>
                  </a:lnTo>
                  <a:lnTo>
                    <a:pt x="17" y="366"/>
                  </a:lnTo>
                  <a:lnTo>
                    <a:pt x="19" y="365"/>
                  </a:lnTo>
                  <a:lnTo>
                    <a:pt x="20" y="362"/>
                  </a:lnTo>
                  <a:lnTo>
                    <a:pt x="21" y="361"/>
                  </a:lnTo>
                  <a:lnTo>
                    <a:pt x="20" y="359"/>
                  </a:lnTo>
                  <a:lnTo>
                    <a:pt x="21" y="356"/>
                  </a:lnTo>
                  <a:lnTo>
                    <a:pt x="19" y="354"/>
                  </a:lnTo>
                  <a:lnTo>
                    <a:pt x="20" y="350"/>
                  </a:lnTo>
                  <a:lnTo>
                    <a:pt x="19" y="349"/>
                  </a:lnTo>
                  <a:lnTo>
                    <a:pt x="18" y="349"/>
                  </a:lnTo>
                  <a:lnTo>
                    <a:pt x="18" y="347"/>
                  </a:lnTo>
                  <a:lnTo>
                    <a:pt x="18" y="344"/>
                  </a:lnTo>
                  <a:lnTo>
                    <a:pt x="16" y="340"/>
                  </a:lnTo>
                  <a:lnTo>
                    <a:pt x="14" y="339"/>
                  </a:lnTo>
                  <a:lnTo>
                    <a:pt x="10" y="338"/>
                  </a:lnTo>
                  <a:lnTo>
                    <a:pt x="8" y="338"/>
                  </a:lnTo>
                  <a:lnTo>
                    <a:pt x="6" y="339"/>
                  </a:lnTo>
                  <a:lnTo>
                    <a:pt x="3" y="340"/>
                  </a:lnTo>
                  <a:lnTo>
                    <a:pt x="1" y="336"/>
                  </a:lnTo>
                  <a:lnTo>
                    <a:pt x="0" y="333"/>
                  </a:lnTo>
                  <a:lnTo>
                    <a:pt x="2" y="331"/>
                  </a:lnTo>
                  <a:lnTo>
                    <a:pt x="1" y="322"/>
                  </a:lnTo>
                  <a:lnTo>
                    <a:pt x="1" y="321"/>
                  </a:lnTo>
                  <a:lnTo>
                    <a:pt x="2" y="314"/>
                  </a:lnTo>
                  <a:lnTo>
                    <a:pt x="3" y="312"/>
                  </a:lnTo>
                  <a:lnTo>
                    <a:pt x="5" y="311"/>
                  </a:lnTo>
                  <a:lnTo>
                    <a:pt x="15" y="304"/>
                  </a:lnTo>
                  <a:lnTo>
                    <a:pt x="27" y="297"/>
                  </a:lnTo>
                  <a:lnTo>
                    <a:pt x="30" y="297"/>
                  </a:lnTo>
                  <a:lnTo>
                    <a:pt x="30" y="298"/>
                  </a:lnTo>
                  <a:lnTo>
                    <a:pt x="32" y="303"/>
                  </a:lnTo>
                  <a:lnTo>
                    <a:pt x="34" y="304"/>
                  </a:lnTo>
                  <a:lnTo>
                    <a:pt x="38" y="302"/>
                  </a:lnTo>
                  <a:lnTo>
                    <a:pt x="44" y="301"/>
                  </a:lnTo>
                  <a:lnTo>
                    <a:pt x="46" y="299"/>
                  </a:lnTo>
                  <a:lnTo>
                    <a:pt x="49" y="292"/>
                  </a:lnTo>
                  <a:lnTo>
                    <a:pt x="52" y="287"/>
                  </a:lnTo>
                  <a:lnTo>
                    <a:pt x="54" y="287"/>
                  </a:lnTo>
                  <a:lnTo>
                    <a:pt x="63" y="289"/>
                  </a:lnTo>
                  <a:lnTo>
                    <a:pt x="66" y="289"/>
                  </a:lnTo>
                  <a:lnTo>
                    <a:pt x="70" y="288"/>
                  </a:lnTo>
                  <a:lnTo>
                    <a:pt x="74" y="285"/>
                  </a:lnTo>
                  <a:lnTo>
                    <a:pt x="78" y="278"/>
                  </a:lnTo>
                  <a:lnTo>
                    <a:pt x="81" y="275"/>
                  </a:lnTo>
                  <a:lnTo>
                    <a:pt x="84" y="274"/>
                  </a:lnTo>
                  <a:lnTo>
                    <a:pt x="94" y="271"/>
                  </a:lnTo>
                  <a:lnTo>
                    <a:pt x="101" y="268"/>
                  </a:lnTo>
                  <a:lnTo>
                    <a:pt x="103" y="267"/>
                  </a:lnTo>
                  <a:lnTo>
                    <a:pt x="103" y="266"/>
                  </a:lnTo>
                  <a:lnTo>
                    <a:pt x="103" y="264"/>
                  </a:lnTo>
                  <a:lnTo>
                    <a:pt x="102" y="255"/>
                  </a:lnTo>
                  <a:lnTo>
                    <a:pt x="102" y="251"/>
                  </a:lnTo>
                  <a:lnTo>
                    <a:pt x="104" y="248"/>
                  </a:lnTo>
                  <a:lnTo>
                    <a:pt x="109" y="242"/>
                  </a:lnTo>
                  <a:lnTo>
                    <a:pt x="111" y="239"/>
                  </a:lnTo>
                  <a:lnTo>
                    <a:pt x="110" y="235"/>
                  </a:lnTo>
                  <a:lnTo>
                    <a:pt x="108" y="230"/>
                  </a:lnTo>
                  <a:lnTo>
                    <a:pt x="105" y="224"/>
                  </a:lnTo>
                  <a:lnTo>
                    <a:pt x="105" y="211"/>
                  </a:lnTo>
                  <a:lnTo>
                    <a:pt x="102" y="209"/>
                  </a:lnTo>
                  <a:lnTo>
                    <a:pt x="100" y="210"/>
                  </a:lnTo>
                  <a:lnTo>
                    <a:pt x="98" y="208"/>
                  </a:lnTo>
                  <a:lnTo>
                    <a:pt x="98" y="206"/>
                  </a:lnTo>
                  <a:lnTo>
                    <a:pt x="100" y="203"/>
                  </a:lnTo>
                  <a:lnTo>
                    <a:pt x="103" y="201"/>
                  </a:lnTo>
                  <a:lnTo>
                    <a:pt x="115" y="199"/>
                  </a:lnTo>
                  <a:lnTo>
                    <a:pt x="123" y="197"/>
                  </a:lnTo>
                  <a:lnTo>
                    <a:pt x="125" y="196"/>
                  </a:lnTo>
                  <a:lnTo>
                    <a:pt x="129" y="198"/>
                  </a:lnTo>
                  <a:lnTo>
                    <a:pt x="137" y="200"/>
                  </a:lnTo>
                  <a:lnTo>
                    <a:pt x="139" y="200"/>
                  </a:lnTo>
                  <a:lnTo>
                    <a:pt x="141" y="198"/>
                  </a:lnTo>
                  <a:lnTo>
                    <a:pt x="142" y="196"/>
                  </a:lnTo>
                  <a:lnTo>
                    <a:pt x="141" y="193"/>
                  </a:lnTo>
                  <a:lnTo>
                    <a:pt x="137" y="188"/>
                  </a:lnTo>
                  <a:lnTo>
                    <a:pt x="138" y="183"/>
                  </a:lnTo>
                  <a:lnTo>
                    <a:pt x="140" y="177"/>
                  </a:lnTo>
                  <a:lnTo>
                    <a:pt x="143" y="169"/>
                  </a:lnTo>
                  <a:lnTo>
                    <a:pt x="147" y="158"/>
                  </a:lnTo>
                  <a:lnTo>
                    <a:pt x="149" y="152"/>
                  </a:lnTo>
                  <a:lnTo>
                    <a:pt x="157" y="155"/>
                  </a:lnTo>
                  <a:lnTo>
                    <a:pt x="163" y="156"/>
                  </a:lnTo>
                  <a:lnTo>
                    <a:pt x="166" y="158"/>
                  </a:lnTo>
                  <a:lnTo>
                    <a:pt x="177" y="159"/>
                  </a:lnTo>
                  <a:lnTo>
                    <a:pt x="181" y="158"/>
                  </a:lnTo>
                  <a:lnTo>
                    <a:pt x="184" y="157"/>
                  </a:lnTo>
                  <a:lnTo>
                    <a:pt x="188" y="153"/>
                  </a:lnTo>
                  <a:lnTo>
                    <a:pt x="189" y="149"/>
                  </a:lnTo>
                  <a:lnTo>
                    <a:pt x="187" y="142"/>
                  </a:lnTo>
                  <a:lnTo>
                    <a:pt x="186" y="133"/>
                  </a:lnTo>
                  <a:lnTo>
                    <a:pt x="189" y="128"/>
                  </a:lnTo>
                  <a:lnTo>
                    <a:pt x="192" y="125"/>
                  </a:lnTo>
                  <a:lnTo>
                    <a:pt x="200" y="124"/>
                  </a:lnTo>
                  <a:lnTo>
                    <a:pt x="202" y="123"/>
                  </a:lnTo>
                  <a:lnTo>
                    <a:pt x="204" y="121"/>
                  </a:lnTo>
                  <a:lnTo>
                    <a:pt x="205" y="115"/>
                  </a:lnTo>
                  <a:lnTo>
                    <a:pt x="205" y="113"/>
                  </a:lnTo>
                  <a:lnTo>
                    <a:pt x="207" y="110"/>
                  </a:lnTo>
                  <a:lnTo>
                    <a:pt x="210" y="108"/>
                  </a:lnTo>
                  <a:lnTo>
                    <a:pt x="214" y="108"/>
                  </a:lnTo>
                  <a:lnTo>
                    <a:pt x="216" y="108"/>
                  </a:lnTo>
                  <a:lnTo>
                    <a:pt x="220" y="108"/>
                  </a:lnTo>
                  <a:lnTo>
                    <a:pt x="222" y="107"/>
                  </a:lnTo>
                  <a:lnTo>
                    <a:pt x="222" y="108"/>
                  </a:lnTo>
                  <a:lnTo>
                    <a:pt x="223" y="113"/>
                  </a:lnTo>
                  <a:lnTo>
                    <a:pt x="224" y="119"/>
                  </a:lnTo>
                  <a:lnTo>
                    <a:pt x="227" y="123"/>
                  </a:lnTo>
                  <a:lnTo>
                    <a:pt x="237" y="131"/>
                  </a:lnTo>
                  <a:lnTo>
                    <a:pt x="242" y="136"/>
                  </a:lnTo>
                  <a:lnTo>
                    <a:pt x="247" y="136"/>
                  </a:lnTo>
                  <a:lnTo>
                    <a:pt x="252" y="138"/>
                  </a:lnTo>
                  <a:lnTo>
                    <a:pt x="256" y="140"/>
                  </a:lnTo>
                  <a:lnTo>
                    <a:pt x="259" y="141"/>
                  </a:lnTo>
                  <a:lnTo>
                    <a:pt x="263" y="147"/>
                  </a:lnTo>
                  <a:lnTo>
                    <a:pt x="270" y="162"/>
                  </a:lnTo>
                  <a:lnTo>
                    <a:pt x="273" y="169"/>
                  </a:lnTo>
                  <a:lnTo>
                    <a:pt x="271" y="174"/>
                  </a:lnTo>
                  <a:lnTo>
                    <a:pt x="270" y="181"/>
                  </a:lnTo>
                  <a:lnTo>
                    <a:pt x="269" y="185"/>
                  </a:lnTo>
                  <a:lnTo>
                    <a:pt x="266" y="189"/>
                  </a:lnTo>
                  <a:lnTo>
                    <a:pt x="266" y="190"/>
                  </a:lnTo>
                  <a:lnTo>
                    <a:pt x="266" y="194"/>
                  </a:lnTo>
                  <a:lnTo>
                    <a:pt x="268" y="197"/>
                  </a:lnTo>
                  <a:lnTo>
                    <a:pt x="273" y="200"/>
                  </a:lnTo>
                  <a:lnTo>
                    <a:pt x="281" y="202"/>
                  </a:lnTo>
                  <a:lnTo>
                    <a:pt x="291" y="202"/>
                  </a:lnTo>
                  <a:lnTo>
                    <a:pt x="298" y="202"/>
                  </a:lnTo>
                  <a:lnTo>
                    <a:pt x="302" y="203"/>
                  </a:lnTo>
                  <a:lnTo>
                    <a:pt x="310" y="206"/>
                  </a:lnTo>
                  <a:lnTo>
                    <a:pt x="314" y="208"/>
                  </a:lnTo>
                  <a:lnTo>
                    <a:pt x="326" y="216"/>
                  </a:lnTo>
                  <a:lnTo>
                    <a:pt x="331" y="219"/>
                  </a:lnTo>
                  <a:lnTo>
                    <a:pt x="337" y="220"/>
                  </a:lnTo>
                  <a:lnTo>
                    <a:pt x="337" y="225"/>
                  </a:lnTo>
                  <a:lnTo>
                    <a:pt x="348" y="246"/>
                  </a:lnTo>
                  <a:lnTo>
                    <a:pt x="352" y="251"/>
                  </a:lnTo>
                  <a:lnTo>
                    <a:pt x="355" y="253"/>
                  </a:lnTo>
                  <a:lnTo>
                    <a:pt x="369" y="253"/>
                  </a:lnTo>
                  <a:lnTo>
                    <a:pt x="377" y="255"/>
                  </a:lnTo>
                  <a:lnTo>
                    <a:pt x="383" y="256"/>
                  </a:lnTo>
                  <a:lnTo>
                    <a:pt x="391" y="256"/>
                  </a:lnTo>
                  <a:lnTo>
                    <a:pt x="411" y="256"/>
                  </a:lnTo>
                  <a:lnTo>
                    <a:pt x="418" y="256"/>
                  </a:lnTo>
                  <a:lnTo>
                    <a:pt x="426" y="256"/>
                  </a:lnTo>
                  <a:lnTo>
                    <a:pt x="438" y="257"/>
                  </a:lnTo>
                  <a:lnTo>
                    <a:pt x="442" y="259"/>
                  </a:lnTo>
                  <a:lnTo>
                    <a:pt x="448" y="264"/>
                  </a:lnTo>
                  <a:lnTo>
                    <a:pt x="454" y="267"/>
                  </a:lnTo>
                  <a:lnTo>
                    <a:pt x="466" y="271"/>
                  </a:lnTo>
                  <a:lnTo>
                    <a:pt x="472" y="273"/>
                  </a:lnTo>
                  <a:lnTo>
                    <a:pt x="477" y="272"/>
                  </a:lnTo>
                  <a:lnTo>
                    <a:pt x="481" y="273"/>
                  </a:lnTo>
                  <a:lnTo>
                    <a:pt x="483" y="276"/>
                  </a:lnTo>
                  <a:lnTo>
                    <a:pt x="486" y="278"/>
                  </a:lnTo>
                  <a:lnTo>
                    <a:pt x="489" y="277"/>
                  </a:lnTo>
                  <a:lnTo>
                    <a:pt x="494" y="275"/>
                  </a:lnTo>
                  <a:lnTo>
                    <a:pt x="504" y="269"/>
                  </a:lnTo>
                  <a:lnTo>
                    <a:pt x="507" y="268"/>
                  </a:lnTo>
                  <a:lnTo>
                    <a:pt x="512" y="266"/>
                  </a:lnTo>
                  <a:lnTo>
                    <a:pt x="517" y="263"/>
                  </a:lnTo>
                  <a:lnTo>
                    <a:pt x="526" y="260"/>
                  </a:lnTo>
                  <a:lnTo>
                    <a:pt x="535" y="260"/>
                  </a:lnTo>
                  <a:lnTo>
                    <a:pt x="546" y="259"/>
                  </a:lnTo>
                  <a:lnTo>
                    <a:pt x="553" y="260"/>
                  </a:lnTo>
                  <a:lnTo>
                    <a:pt x="557" y="259"/>
                  </a:lnTo>
                  <a:lnTo>
                    <a:pt x="571" y="252"/>
                  </a:lnTo>
                  <a:lnTo>
                    <a:pt x="573" y="251"/>
                  </a:lnTo>
                  <a:lnTo>
                    <a:pt x="581" y="241"/>
                  </a:lnTo>
                  <a:lnTo>
                    <a:pt x="586" y="237"/>
                  </a:lnTo>
                  <a:lnTo>
                    <a:pt x="594" y="234"/>
                  </a:lnTo>
                  <a:lnTo>
                    <a:pt x="597" y="232"/>
                  </a:lnTo>
                  <a:lnTo>
                    <a:pt x="597" y="229"/>
                  </a:lnTo>
                  <a:lnTo>
                    <a:pt x="596" y="227"/>
                  </a:lnTo>
                  <a:lnTo>
                    <a:pt x="592" y="223"/>
                  </a:lnTo>
                  <a:lnTo>
                    <a:pt x="589" y="217"/>
                  </a:lnTo>
                  <a:lnTo>
                    <a:pt x="589" y="214"/>
                  </a:lnTo>
                  <a:lnTo>
                    <a:pt x="590" y="210"/>
                  </a:lnTo>
                  <a:lnTo>
                    <a:pt x="594" y="204"/>
                  </a:lnTo>
                  <a:lnTo>
                    <a:pt x="598" y="202"/>
                  </a:lnTo>
                  <a:lnTo>
                    <a:pt x="600" y="201"/>
                  </a:lnTo>
                  <a:lnTo>
                    <a:pt x="605" y="203"/>
                  </a:lnTo>
                  <a:lnTo>
                    <a:pt x="610" y="206"/>
                  </a:lnTo>
                  <a:lnTo>
                    <a:pt x="614" y="207"/>
                  </a:lnTo>
                  <a:lnTo>
                    <a:pt x="620" y="207"/>
                  </a:lnTo>
                  <a:lnTo>
                    <a:pt x="626" y="207"/>
                  </a:lnTo>
                  <a:lnTo>
                    <a:pt x="631" y="203"/>
                  </a:lnTo>
                  <a:lnTo>
                    <a:pt x="639" y="193"/>
                  </a:lnTo>
                  <a:lnTo>
                    <a:pt x="641" y="194"/>
                  </a:lnTo>
                  <a:lnTo>
                    <a:pt x="644" y="194"/>
                  </a:lnTo>
                  <a:lnTo>
                    <a:pt x="648" y="194"/>
                  </a:lnTo>
                  <a:lnTo>
                    <a:pt x="655" y="193"/>
                  </a:lnTo>
                  <a:lnTo>
                    <a:pt x="659" y="191"/>
                  </a:lnTo>
                  <a:lnTo>
                    <a:pt x="662" y="189"/>
                  </a:lnTo>
                  <a:lnTo>
                    <a:pt x="663" y="187"/>
                  </a:lnTo>
                  <a:lnTo>
                    <a:pt x="665" y="178"/>
                  </a:lnTo>
                  <a:lnTo>
                    <a:pt x="668" y="175"/>
                  </a:lnTo>
                  <a:lnTo>
                    <a:pt x="671" y="173"/>
                  </a:lnTo>
                  <a:lnTo>
                    <a:pt x="675" y="172"/>
                  </a:lnTo>
                  <a:lnTo>
                    <a:pt x="678" y="174"/>
                  </a:lnTo>
                  <a:lnTo>
                    <a:pt x="680" y="172"/>
                  </a:lnTo>
                  <a:lnTo>
                    <a:pt x="686" y="169"/>
                  </a:lnTo>
                  <a:lnTo>
                    <a:pt x="690" y="167"/>
                  </a:lnTo>
                  <a:lnTo>
                    <a:pt x="697" y="165"/>
                  </a:lnTo>
                  <a:lnTo>
                    <a:pt x="703" y="165"/>
                  </a:lnTo>
                  <a:lnTo>
                    <a:pt x="706" y="166"/>
                  </a:lnTo>
                  <a:lnTo>
                    <a:pt x="713" y="166"/>
                  </a:lnTo>
                  <a:lnTo>
                    <a:pt x="717" y="167"/>
                  </a:lnTo>
                  <a:lnTo>
                    <a:pt x="720" y="165"/>
                  </a:lnTo>
                  <a:lnTo>
                    <a:pt x="720" y="162"/>
                  </a:lnTo>
                  <a:lnTo>
                    <a:pt x="720" y="160"/>
                  </a:lnTo>
                  <a:lnTo>
                    <a:pt x="716" y="155"/>
                  </a:lnTo>
                  <a:lnTo>
                    <a:pt x="709" y="145"/>
                  </a:lnTo>
                  <a:lnTo>
                    <a:pt x="704" y="139"/>
                  </a:lnTo>
                  <a:lnTo>
                    <a:pt x="700" y="137"/>
                  </a:lnTo>
                  <a:lnTo>
                    <a:pt x="694" y="135"/>
                  </a:lnTo>
                  <a:lnTo>
                    <a:pt x="691" y="135"/>
                  </a:lnTo>
                  <a:lnTo>
                    <a:pt x="682" y="143"/>
                  </a:lnTo>
                  <a:lnTo>
                    <a:pt x="680" y="143"/>
                  </a:lnTo>
                  <a:lnTo>
                    <a:pt x="677" y="138"/>
                  </a:lnTo>
                  <a:lnTo>
                    <a:pt x="675" y="137"/>
                  </a:lnTo>
                  <a:lnTo>
                    <a:pt x="671" y="137"/>
                  </a:lnTo>
                  <a:lnTo>
                    <a:pt x="665" y="138"/>
                  </a:lnTo>
                  <a:lnTo>
                    <a:pt x="659" y="142"/>
                  </a:lnTo>
                  <a:lnTo>
                    <a:pt x="657" y="143"/>
                  </a:lnTo>
                  <a:lnTo>
                    <a:pt x="656" y="142"/>
                  </a:lnTo>
                  <a:lnTo>
                    <a:pt x="654" y="133"/>
                  </a:lnTo>
                  <a:lnTo>
                    <a:pt x="657" y="128"/>
                  </a:lnTo>
                  <a:lnTo>
                    <a:pt x="665" y="106"/>
                  </a:lnTo>
                  <a:lnTo>
                    <a:pt x="670" y="93"/>
                  </a:lnTo>
                  <a:lnTo>
                    <a:pt x="673" y="90"/>
                  </a:lnTo>
                  <a:lnTo>
                    <a:pt x="676" y="92"/>
                  </a:lnTo>
                  <a:lnTo>
                    <a:pt x="684" y="99"/>
                  </a:lnTo>
                  <a:lnTo>
                    <a:pt x="686" y="98"/>
                  </a:lnTo>
                  <a:lnTo>
                    <a:pt x="690" y="97"/>
                  </a:lnTo>
                  <a:lnTo>
                    <a:pt x="707" y="89"/>
                  </a:lnTo>
                  <a:lnTo>
                    <a:pt x="712" y="85"/>
                  </a:lnTo>
                  <a:lnTo>
                    <a:pt x="713" y="83"/>
                  </a:lnTo>
                  <a:lnTo>
                    <a:pt x="712" y="79"/>
                  </a:lnTo>
                  <a:lnTo>
                    <a:pt x="710" y="75"/>
                  </a:lnTo>
                  <a:lnTo>
                    <a:pt x="709" y="74"/>
                  </a:lnTo>
                  <a:lnTo>
                    <a:pt x="710" y="71"/>
                  </a:lnTo>
                  <a:lnTo>
                    <a:pt x="713" y="67"/>
                  </a:lnTo>
                  <a:lnTo>
                    <a:pt x="716" y="60"/>
                  </a:lnTo>
                  <a:lnTo>
                    <a:pt x="721" y="52"/>
                  </a:lnTo>
                  <a:lnTo>
                    <a:pt x="725" y="45"/>
                  </a:lnTo>
                  <a:lnTo>
                    <a:pt x="735" y="39"/>
                  </a:lnTo>
                  <a:lnTo>
                    <a:pt x="736" y="29"/>
                  </a:lnTo>
                  <a:lnTo>
                    <a:pt x="735" y="26"/>
                  </a:lnTo>
                  <a:lnTo>
                    <a:pt x="732" y="23"/>
                  </a:lnTo>
                  <a:lnTo>
                    <a:pt x="728" y="23"/>
                  </a:lnTo>
                  <a:lnTo>
                    <a:pt x="722" y="24"/>
                  </a:lnTo>
                  <a:lnTo>
                    <a:pt x="723" y="21"/>
                  </a:lnTo>
                  <a:lnTo>
                    <a:pt x="726" y="17"/>
                  </a:lnTo>
                  <a:lnTo>
                    <a:pt x="734" y="9"/>
                  </a:lnTo>
                  <a:lnTo>
                    <a:pt x="738" y="7"/>
                  </a:lnTo>
                  <a:lnTo>
                    <a:pt x="742" y="5"/>
                  </a:lnTo>
                  <a:lnTo>
                    <a:pt x="754" y="3"/>
                  </a:lnTo>
                  <a:lnTo>
                    <a:pt x="761" y="2"/>
                  </a:lnTo>
                  <a:lnTo>
                    <a:pt x="769" y="0"/>
                  </a:lnTo>
                  <a:lnTo>
                    <a:pt x="775" y="0"/>
                  </a:lnTo>
                  <a:lnTo>
                    <a:pt x="784" y="2"/>
                  </a:lnTo>
                  <a:lnTo>
                    <a:pt x="791" y="8"/>
                  </a:lnTo>
                  <a:lnTo>
                    <a:pt x="796" y="10"/>
                  </a:lnTo>
                  <a:lnTo>
                    <a:pt x="805" y="9"/>
                  </a:lnTo>
                  <a:lnTo>
                    <a:pt x="809" y="9"/>
                  </a:lnTo>
                  <a:lnTo>
                    <a:pt x="815" y="14"/>
                  </a:lnTo>
                  <a:lnTo>
                    <a:pt x="820" y="25"/>
                  </a:lnTo>
                  <a:lnTo>
                    <a:pt x="827" y="53"/>
                  </a:lnTo>
                  <a:lnTo>
                    <a:pt x="834" y="70"/>
                  </a:lnTo>
                  <a:lnTo>
                    <a:pt x="841" y="91"/>
                  </a:lnTo>
                  <a:lnTo>
                    <a:pt x="844" y="96"/>
                  </a:lnTo>
                  <a:lnTo>
                    <a:pt x="847" y="98"/>
                  </a:lnTo>
                  <a:lnTo>
                    <a:pt x="856" y="101"/>
                  </a:lnTo>
                  <a:lnTo>
                    <a:pt x="866" y="104"/>
                  </a:lnTo>
                  <a:lnTo>
                    <a:pt x="885" y="113"/>
                  </a:lnTo>
                  <a:lnTo>
                    <a:pt x="887" y="115"/>
                  </a:lnTo>
                  <a:lnTo>
                    <a:pt x="889" y="124"/>
                  </a:lnTo>
                  <a:lnTo>
                    <a:pt x="892" y="138"/>
                  </a:lnTo>
                  <a:lnTo>
                    <a:pt x="893" y="142"/>
                  </a:lnTo>
                  <a:lnTo>
                    <a:pt x="898" y="142"/>
                  </a:lnTo>
                  <a:lnTo>
                    <a:pt x="903" y="142"/>
                  </a:lnTo>
                  <a:lnTo>
                    <a:pt x="915" y="141"/>
                  </a:lnTo>
                  <a:lnTo>
                    <a:pt x="919" y="139"/>
                  </a:lnTo>
                  <a:lnTo>
                    <a:pt x="925" y="136"/>
                  </a:lnTo>
                  <a:lnTo>
                    <a:pt x="935" y="132"/>
                  </a:lnTo>
                  <a:lnTo>
                    <a:pt x="943" y="130"/>
                  </a:lnTo>
                  <a:lnTo>
                    <a:pt x="950" y="130"/>
                  </a:lnTo>
                  <a:lnTo>
                    <a:pt x="951" y="131"/>
                  </a:lnTo>
                  <a:lnTo>
                    <a:pt x="952" y="134"/>
                  </a:lnTo>
                  <a:lnTo>
                    <a:pt x="953" y="138"/>
                  </a:lnTo>
                  <a:lnTo>
                    <a:pt x="953" y="143"/>
                  </a:lnTo>
                  <a:lnTo>
                    <a:pt x="949" y="147"/>
                  </a:lnTo>
                  <a:lnTo>
                    <a:pt x="944" y="151"/>
                  </a:lnTo>
                  <a:lnTo>
                    <a:pt x="942" y="159"/>
                  </a:lnTo>
                  <a:lnTo>
                    <a:pt x="940" y="168"/>
                  </a:lnTo>
                  <a:lnTo>
                    <a:pt x="936" y="179"/>
                  </a:lnTo>
                  <a:lnTo>
                    <a:pt x="932" y="190"/>
                  </a:lnTo>
                  <a:lnTo>
                    <a:pt x="930" y="194"/>
                  </a:lnTo>
                  <a:lnTo>
                    <a:pt x="926" y="201"/>
                  </a:lnTo>
                  <a:lnTo>
                    <a:pt x="922" y="204"/>
                  </a:lnTo>
                  <a:lnTo>
                    <a:pt x="919" y="203"/>
                  </a:lnTo>
                  <a:lnTo>
                    <a:pt x="914" y="201"/>
                  </a:lnTo>
                  <a:lnTo>
                    <a:pt x="909" y="199"/>
                  </a:lnTo>
                  <a:lnTo>
                    <a:pt x="906" y="198"/>
                  </a:lnTo>
                  <a:lnTo>
                    <a:pt x="895" y="208"/>
                  </a:lnTo>
                  <a:lnTo>
                    <a:pt x="894" y="214"/>
                  </a:lnTo>
                  <a:lnTo>
                    <a:pt x="897" y="222"/>
                  </a:lnTo>
                  <a:lnTo>
                    <a:pt x="897" y="229"/>
                  </a:lnTo>
                  <a:lnTo>
                    <a:pt x="897" y="235"/>
                  </a:lnTo>
                  <a:lnTo>
                    <a:pt x="897" y="238"/>
                  </a:lnTo>
                  <a:lnTo>
                    <a:pt x="896" y="240"/>
                  </a:lnTo>
                  <a:lnTo>
                    <a:pt x="897" y="243"/>
                  </a:lnTo>
                  <a:lnTo>
                    <a:pt x="896" y="246"/>
                  </a:lnTo>
                  <a:lnTo>
                    <a:pt x="892" y="250"/>
                  </a:lnTo>
                  <a:lnTo>
                    <a:pt x="884" y="254"/>
                  </a:lnTo>
                  <a:lnTo>
                    <a:pt x="883" y="255"/>
                  </a:lnTo>
                  <a:lnTo>
                    <a:pt x="879" y="248"/>
                  </a:lnTo>
                  <a:lnTo>
                    <a:pt x="877" y="249"/>
                  </a:lnTo>
                  <a:lnTo>
                    <a:pt x="875" y="250"/>
                  </a:lnTo>
                  <a:lnTo>
                    <a:pt x="873" y="253"/>
                  </a:lnTo>
                  <a:lnTo>
                    <a:pt x="871" y="260"/>
                  </a:lnTo>
                  <a:lnTo>
                    <a:pt x="864" y="265"/>
                  </a:lnTo>
                  <a:lnTo>
                    <a:pt x="860" y="267"/>
                  </a:lnTo>
                  <a:lnTo>
                    <a:pt x="856" y="267"/>
                  </a:lnTo>
                  <a:lnTo>
                    <a:pt x="853" y="267"/>
                  </a:lnTo>
                  <a:lnTo>
                    <a:pt x="850" y="266"/>
                  </a:lnTo>
                  <a:lnTo>
                    <a:pt x="848" y="267"/>
                  </a:lnTo>
                  <a:lnTo>
                    <a:pt x="846" y="268"/>
                  </a:lnTo>
                  <a:lnTo>
                    <a:pt x="845" y="272"/>
                  </a:lnTo>
                  <a:lnTo>
                    <a:pt x="849" y="279"/>
                  </a:lnTo>
                  <a:lnTo>
                    <a:pt x="849" y="280"/>
                  </a:lnTo>
                  <a:lnTo>
                    <a:pt x="846" y="282"/>
                  </a:lnTo>
                  <a:lnTo>
                    <a:pt x="839" y="282"/>
                  </a:lnTo>
                  <a:lnTo>
                    <a:pt x="835" y="281"/>
                  </a:lnTo>
                  <a:lnTo>
                    <a:pt x="832" y="278"/>
                  </a:lnTo>
                  <a:lnTo>
                    <a:pt x="830" y="275"/>
                  </a:lnTo>
                  <a:lnTo>
                    <a:pt x="827" y="275"/>
                  </a:lnTo>
                  <a:lnTo>
                    <a:pt x="824" y="276"/>
                  </a:lnTo>
                  <a:lnTo>
                    <a:pt x="819" y="285"/>
                  </a:lnTo>
                  <a:lnTo>
                    <a:pt x="815" y="291"/>
                  </a:lnTo>
                  <a:lnTo>
                    <a:pt x="808" y="296"/>
                  </a:lnTo>
                  <a:lnTo>
                    <a:pt x="797" y="301"/>
                  </a:lnTo>
                  <a:lnTo>
                    <a:pt x="793" y="304"/>
                  </a:lnTo>
                  <a:lnTo>
                    <a:pt x="790" y="308"/>
                  </a:lnTo>
                  <a:lnTo>
                    <a:pt x="788" y="313"/>
                  </a:lnTo>
                  <a:lnTo>
                    <a:pt x="787" y="312"/>
                  </a:lnTo>
                  <a:lnTo>
                    <a:pt x="784" y="314"/>
                  </a:lnTo>
                  <a:lnTo>
                    <a:pt x="776" y="315"/>
                  </a:lnTo>
                  <a:lnTo>
                    <a:pt x="770" y="317"/>
                  </a:lnTo>
                  <a:lnTo>
                    <a:pt x="755" y="325"/>
                  </a:lnTo>
                  <a:lnTo>
                    <a:pt x="750" y="328"/>
                  </a:lnTo>
                  <a:lnTo>
                    <a:pt x="746" y="333"/>
                  </a:lnTo>
                  <a:lnTo>
                    <a:pt x="742" y="335"/>
                  </a:lnTo>
                  <a:lnTo>
                    <a:pt x="740" y="335"/>
                  </a:lnTo>
                  <a:lnTo>
                    <a:pt x="740" y="333"/>
                  </a:lnTo>
                  <a:lnTo>
                    <a:pt x="747" y="327"/>
                  </a:lnTo>
                  <a:lnTo>
                    <a:pt x="749" y="324"/>
                  </a:lnTo>
                  <a:lnTo>
                    <a:pt x="746" y="323"/>
                  </a:lnTo>
                  <a:lnTo>
                    <a:pt x="743" y="323"/>
                  </a:lnTo>
                  <a:lnTo>
                    <a:pt x="742" y="320"/>
                  </a:lnTo>
                  <a:lnTo>
                    <a:pt x="742" y="319"/>
                  </a:lnTo>
                  <a:lnTo>
                    <a:pt x="749" y="312"/>
                  </a:lnTo>
                  <a:lnTo>
                    <a:pt x="751" y="309"/>
                  </a:lnTo>
                  <a:lnTo>
                    <a:pt x="755" y="305"/>
                  </a:lnTo>
                  <a:lnTo>
                    <a:pt x="756" y="303"/>
                  </a:lnTo>
                  <a:lnTo>
                    <a:pt x="755" y="300"/>
                  </a:lnTo>
                  <a:lnTo>
                    <a:pt x="751" y="295"/>
                  </a:lnTo>
                  <a:lnTo>
                    <a:pt x="745" y="292"/>
                  </a:lnTo>
                  <a:lnTo>
                    <a:pt x="744" y="292"/>
                  </a:lnTo>
                  <a:lnTo>
                    <a:pt x="740" y="293"/>
                  </a:lnTo>
                  <a:lnTo>
                    <a:pt x="739" y="293"/>
                  </a:lnTo>
                  <a:lnTo>
                    <a:pt x="736" y="296"/>
                  </a:lnTo>
                  <a:lnTo>
                    <a:pt x="727" y="307"/>
                  </a:lnTo>
                  <a:lnTo>
                    <a:pt x="725" y="308"/>
                  </a:lnTo>
                  <a:lnTo>
                    <a:pt x="721" y="309"/>
                  </a:lnTo>
                  <a:lnTo>
                    <a:pt x="716" y="312"/>
                  </a:lnTo>
                  <a:lnTo>
                    <a:pt x="713" y="313"/>
                  </a:lnTo>
                  <a:lnTo>
                    <a:pt x="711" y="317"/>
                  </a:lnTo>
                  <a:lnTo>
                    <a:pt x="710" y="321"/>
                  </a:lnTo>
                  <a:lnTo>
                    <a:pt x="709" y="324"/>
                  </a:lnTo>
                  <a:lnTo>
                    <a:pt x="707" y="326"/>
                  </a:lnTo>
                  <a:lnTo>
                    <a:pt x="704" y="327"/>
                  </a:lnTo>
                  <a:lnTo>
                    <a:pt x="701" y="327"/>
                  </a:lnTo>
                  <a:lnTo>
                    <a:pt x="698" y="329"/>
                  </a:lnTo>
                  <a:lnTo>
                    <a:pt x="696" y="330"/>
                  </a:lnTo>
                  <a:lnTo>
                    <a:pt x="693" y="325"/>
                  </a:lnTo>
                  <a:lnTo>
                    <a:pt x="691" y="325"/>
                  </a:lnTo>
                  <a:lnTo>
                    <a:pt x="688" y="326"/>
                  </a:lnTo>
                  <a:lnTo>
                    <a:pt x="685" y="332"/>
                  </a:lnTo>
                  <a:lnTo>
                    <a:pt x="683" y="338"/>
                  </a:lnTo>
                  <a:lnTo>
                    <a:pt x="684" y="341"/>
                  </a:lnTo>
                  <a:lnTo>
                    <a:pt x="685" y="344"/>
                  </a:lnTo>
                  <a:lnTo>
                    <a:pt x="690" y="347"/>
                  </a:lnTo>
                  <a:lnTo>
                    <a:pt x="695" y="349"/>
                  </a:lnTo>
                  <a:lnTo>
                    <a:pt x="704" y="349"/>
                  </a:lnTo>
                  <a:lnTo>
                    <a:pt x="706" y="351"/>
                  </a:lnTo>
                  <a:lnTo>
                    <a:pt x="706" y="356"/>
                  </a:lnTo>
                  <a:lnTo>
                    <a:pt x="705" y="361"/>
                  </a:lnTo>
                  <a:lnTo>
                    <a:pt x="705" y="366"/>
                  </a:lnTo>
                  <a:lnTo>
                    <a:pt x="707" y="368"/>
                  </a:lnTo>
                  <a:lnTo>
                    <a:pt x="712" y="369"/>
                  </a:lnTo>
                  <a:lnTo>
                    <a:pt x="717" y="368"/>
                  </a:lnTo>
                  <a:lnTo>
                    <a:pt x="722" y="363"/>
                  </a:lnTo>
                  <a:lnTo>
                    <a:pt x="726" y="358"/>
                  </a:lnTo>
                  <a:lnTo>
                    <a:pt x="730" y="357"/>
                  </a:lnTo>
                  <a:lnTo>
                    <a:pt x="733" y="356"/>
                  </a:lnTo>
                  <a:lnTo>
                    <a:pt x="736" y="356"/>
                  </a:lnTo>
                  <a:lnTo>
                    <a:pt x="742" y="361"/>
                  </a:lnTo>
                  <a:lnTo>
                    <a:pt x="745" y="363"/>
                  </a:lnTo>
                  <a:lnTo>
                    <a:pt x="753" y="362"/>
                  </a:lnTo>
                  <a:lnTo>
                    <a:pt x="755" y="363"/>
                  </a:lnTo>
                  <a:lnTo>
                    <a:pt x="758" y="364"/>
                  </a:lnTo>
                  <a:lnTo>
                    <a:pt x="760" y="364"/>
                  </a:lnTo>
                  <a:lnTo>
                    <a:pt x="759" y="370"/>
                  </a:lnTo>
                  <a:lnTo>
                    <a:pt x="758" y="375"/>
                  </a:lnTo>
                  <a:lnTo>
                    <a:pt x="754" y="373"/>
                  </a:lnTo>
                  <a:lnTo>
                    <a:pt x="752" y="373"/>
                  </a:lnTo>
                  <a:lnTo>
                    <a:pt x="748" y="373"/>
                  </a:lnTo>
                  <a:lnTo>
                    <a:pt x="737" y="378"/>
                  </a:lnTo>
                  <a:lnTo>
                    <a:pt x="732" y="382"/>
                  </a:lnTo>
                  <a:lnTo>
                    <a:pt x="731" y="388"/>
                  </a:lnTo>
                  <a:lnTo>
                    <a:pt x="727" y="389"/>
                  </a:lnTo>
                  <a:lnTo>
                    <a:pt x="726" y="388"/>
                  </a:lnTo>
                  <a:lnTo>
                    <a:pt x="726" y="386"/>
                  </a:lnTo>
                  <a:lnTo>
                    <a:pt x="725" y="386"/>
                  </a:lnTo>
                  <a:lnTo>
                    <a:pt x="722" y="387"/>
                  </a:lnTo>
                  <a:lnTo>
                    <a:pt x="723" y="390"/>
                  </a:lnTo>
                  <a:lnTo>
                    <a:pt x="722" y="394"/>
                  </a:lnTo>
                  <a:lnTo>
                    <a:pt x="718" y="398"/>
                  </a:lnTo>
                  <a:lnTo>
                    <a:pt x="709" y="408"/>
                  </a:lnTo>
                  <a:lnTo>
                    <a:pt x="708" y="410"/>
                  </a:lnTo>
                  <a:lnTo>
                    <a:pt x="708" y="414"/>
                  </a:lnTo>
                  <a:lnTo>
                    <a:pt x="712" y="416"/>
                  </a:lnTo>
                  <a:lnTo>
                    <a:pt x="717" y="420"/>
                  </a:lnTo>
                  <a:lnTo>
                    <a:pt x="723" y="425"/>
                  </a:lnTo>
                  <a:lnTo>
                    <a:pt x="725" y="429"/>
                  </a:lnTo>
                  <a:lnTo>
                    <a:pt x="728" y="440"/>
                  </a:lnTo>
                  <a:lnTo>
                    <a:pt x="733" y="445"/>
                  </a:lnTo>
                  <a:lnTo>
                    <a:pt x="734" y="449"/>
                  </a:lnTo>
                  <a:lnTo>
                    <a:pt x="734" y="455"/>
                  </a:lnTo>
                  <a:lnTo>
                    <a:pt x="735" y="456"/>
                  </a:lnTo>
                  <a:lnTo>
                    <a:pt x="739" y="459"/>
                  </a:lnTo>
                  <a:lnTo>
                    <a:pt x="742" y="463"/>
                  </a:lnTo>
                  <a:lnTo>
                    <a:pt x="746" y="465"/>
                  </a:lnTo>
                  <a:lnTo>
                    <a:pt x="748" y="468"/>
                  </a:lnTo>
                  <a:lnTo>
                    <a:pt x="749" y="470"/>
                  </a:lnTo>
                  <a:lnTo>
                    <a:pt x="749" y="472"/>
                  </a:lnTo>
                  <a:lnTo>
                    <a:pt x="743" y="475"/>
                  </a:lnTo>
                  <a:lnTo>
                    <a:pt x="747" y="478"/>
                  </a:lnTo>
                  <a:lnTo>
                    <a:pt x="749" y="484"/>
                  </a:lnTo>
                  <a:lnTo>
                    <a:pt x="749" y="487"/>
                  </a:lnTo>
                  <a:lnTo>
                    <a:pt x="748" y="488"/>
                  </a:lnTo>
                  <a:lnTo>
                    <a:pt x="744" y="489"/>
                  </a:lnTo>
                  <a:lnTo>
                    <a:pt x="739" y="490"/>
                  </a:lnTo>
                  <a:lnTo>
                    <a:pt x="733" y="495"/>
                  </a:lnTo>
                  <a:lnTo>
                    <a:pt x="727" y="496"/>
                  </a:lnTo>
                  <a:lnTo>
                    <a:pt x="722" y="499"/>
                  </a:lnTo>
                  <a:lnTo>
                    <a:pt x="727" y="501"/>
                  </a:lnTo>
                  <a:lnTo>
                    <a:pt x="730" y="501"/>
                  </a:lnTo>
                  <a:lnTo>
                    <a:pt x="737" y="498"/>
                  </a:lnTo>
                  <a:lnTo>
                    <a:pt x="740" y="497"/>
                  </a:lnTo>
                  <a:lnTo>
                    <a:pt x="741" y="498"/>
                  </a:lnTo>
                  <a:lnTo>
                    <a:pt x="745" y="502"/>
                  </a:lnTo>
                  <a:lnTo>
                    <a:pt x="748" y="504"/>
                  </a:lnTo>
                  <a:lnTo>
                    <a:pt x="751" y="504"/>
                  </a:lnTo>
                  <a:lnTo>
                    <a:pt x="751" y="505"/>
                  </a:lnTo>
                  <a:lnTo>
                    <a:pt x="749" y="508"/>
                  </a:lnTo>
                  <a:lnTo>
                    <a:pt x="747" y="509"/>
                  </a:lnTo>
                  <a:lnTo>
                    <a:pt x="744" y="511"/>
                  </a:lnTo>
                  <a:lnTo>
                    <a:pt x="745" y="513"/>
                  </a:lnTo>
                  <a:lnTo>
                    <a:pt x="747" y="512"/>
                  </a:lnTo>
                  <a:lnTo>
                    <a:pt x="749" y="513"/>
                  </a:lnTo>
                  <a:lnTo>
                    <a:pt x="748" y="516"/>
                  </a:lnTo>
                  <a:lnTo>
                    <a:pt x="745" y="522"/>
                  </a:lnTo>
                  <a:lnTo>
                    <a:pt x="744" y="527"/>
                  </a:lnTo>
                  <a:lnTo>
                    <a:pt x="744" y="530"/>
                  </a:lnTo>
                  <a:lnTo>
                    <a:pt x="743" y="534"/>
                  </a:lnTo>
                  <a:lnTo>
                    <a:pt x="741" y="535"/>
                  </a:lnTo>
                  <a:lnTo>
                    <a:pt x="739" y="532"/>
                  </a:lnTo>
                  <a:lnTo>
                    <a:pt x="738" y="533"/>
                  </a:lnTo>
                  <a:lnTo>
                    <a:pt x="734" y="539"/>
                  </a:lnTo>
                  <a:lnTo>
                    <a:pt x="731" y="544"/>
                  </a:lnTo>
                  <a:lnTo>
                    <a:pt x="729" y="549"/>
                  </a:lnTo>
                  <a:lnTo>
                    <a:pt x="729" y="551"/>
                  </a:lnTo>
                  <a:lnTo>
                    <a:pt x="724" y="554"/>
                  </a:lnTo>
                  <a:lnTo>
                    <a:pt x="723" y="558"/>
                  </a:lnTo>
                  <a:lnTo>
                    <a:pt x="721" y="559"/>
                  </a:lnTo>
                  <a:lnTo>
                    <a:pt x="717" y="560"/>
                  </a:lnTo>
                  <a:lnTo>
                    <a:pt x="714" y="561"/>
                  </a:lnTo>
                  <a:lnTo>
                    <a:pt x="716" y="567"/>
                  </a:lnTo>
                  <a:lnTo>
                    <a:pt x="714" y="571"/>
                  </a:lnTo>
                  <a:lnTo>
                    <a:pt x="715" y="576"/>
                  </a:lnTo>
                  <a:lnTo>
                    <a:pt x="714" y="578"/>
                  </a:lnTo>
                  <a:lnTo>
                    <a:pt x="713" y="580"/>
                  </a:lnTo>
                  <a:lnTo>
                    <a:pt x="709" y="582"/>
                  </a:lnTo>
                  <a:lnTo>
                    <a:pt x="708" y="584"/>
                  </a:lnTo>
                  <a:lnTo>
                    <a:pt x="707" y="587"/>
                  </a:lnTo>
                  <a:lnTo>
                    <a:pt x="705" y="592"/>
                  </a:lnTo>
                  <a:lnTo>
                    <a:pt x="700" y="594"/>
                  </a:lnTo>
                  <a:lnTo>
                    <a:pt x="697" y="598"/>
                  </a:lnTo>
                  <a:lnTo>
                    <a:pt x="694" y="597"/>
                  </a:lnTo>
                  <a:lnTo>
                    <a:pt x="691" y="597"/>
                  </a:lnTo>
                  <a:lnTo>
                    <a:pt x="690" y="598"/>
                  </a:lnTo>
                  <a:lnTo>
                    <a:pt x="689" y="599"/>
                  </a:lnTo>
                  <a:lnTo>
                    <a:pt x="690" y="605"/>
                  </a:lnTo>
                  <a:lnTo>
                    <a:pt x="688" y="606"/>
                  </a:lnTo>
                  <a:lnTo>
                    <a:pt x="683" y="612"/>
                  </a:lnTo>
                  <a:lnTo>
                    <a:pt x="680" y="613"/>
                  </a:lnTo>
                  <a:lnTo>
                    <a:pt x="676" y="614"/>
                  </a:lnTo>
                  <a:lnTo>
                    <a:pt x="672" y="617"/>
                  </a:lnTo>
                  <a:lnTo>
                    <a:pt x="668" y="619"/>
                  </a:lnTo>
                  <a:lnTo>
                    <a:pt x="667" y="620"/>
                  </a:lnTo>
                  <a:lnTo>
                    <a:pt x="667" y="624"/>
                  </a:lnTo>
                  <a:lnTo>
                    <a:pt x="666" y="625"/>
                  </a:lnTo>
                  <a:lnTo>
                    <a:pt x="662" y="625"/>
                  </a:lnTo>
                  <a:lnTo>
                    <a:pt x="659" y="626"/>
                  </a:lnTo>
                  <a:lnTo>
                    <a:pt x="656" y="630"/>
                  </a:lnTo>
                  <a:lnTo>
                    <a:pt x="653" y="629"/>
                  </a:lnTo>
                  <a:lnTo>
                    <a:pt x="650" y="627"/>
                  </a:lnTo>
                  <a:lnTo>
                    <a:pt x="648" y="628"/>
                  </a:lnTo>
                  <a:lnTo>
                    <a:pt x="646" y="630"/>
                  </a:lnTo>
                  <a:lnTo>
                    <a:pt x="643" y="631"/>
                  </a:lnTo>
                  <a:lnTo>
                    <a:pt x="638" y="632"/>
                  </a:lnTo>
                  <a:lnTo>
                    <a:pt x="638" y="629"/>
                  </a:lnTo>
                  <a:lnTo>
                    <a:pt x="634" y="629"/>
                  </a:lnTo>
                  <a:lnTo>
                    <a:pt x="629" y="631"/>
                  </a:lnTo>
                  <a:lnTo>
                    <a:pt x="627" y="632"/>
                  </a:lnTo>
                  <a:lnTo>
                    <a:pt x="625" y="632"/>
                  </a:lnTo>
                  <a:lnTo>
                    <a:pt x="622" y="628"/>
                  </a:lnTo>
                  <a:lnTo>
                    <a:pt x="621" y="627"/>
                  </a:lnTo>
                  <a:lnTo>
                    <a:pt x="620" y="629"/>
                  </a:lnTo>
                  <a:lnTo>
                    <a:pt x="620" y="630"/>
                  </a:lnTo>
                  <a:lnTo>
                    <a:pt x="620" y="632"/>
                  </a:lnTo>
                  <a:lnTo>
                    <a:pt x="620" y="637"/>
                  </a:lnTo>
                  <a:lnTo>
                    <a:pt x="618" y="640"/>
                  </a:lnTo>
                  <a:lnTo>
                    <a:pt x="616" y="641"/>
                  </a:lnTo>
                  <a:lnTo>
                    <a:pt x="612" y="639"/>
                  </a:lnTo>
                  <a:lnTo>
                    <a:pt x="611" y="641"/>
                  </a:lnTo>
                  <a:lnTo>
                    <a:pt x="611" y="643"/>
                  </a:lnTo>
                  <a:lnTo>
                    <a:pt x="610" y="644"/>
                  </a:lnTo>
                  <a:lnTo>
                    <a:pt x="605" y="645"/>
                  </a:lnTo>
                  <a:lnTo>
                    <a:pt x="603" y="645"/>
                  </a:lnTo>
                  <a:lnTo>
                    <a:pt x="599" y="646"/>
                  </a:lnTo>
                  <a:lnTo>
                    <a:pt x="596" y="644"/>
                  </a:lnTo>
                  <a:lnTo>
                    <a:pt x="594" y="645"/>
                  </a:lnTo>
                  <a:lnTo>
                    <a:pt x="591" y="649"/>
                  </a:lnTo>
                  <a:lnTo>
                    <a:pt x="589" y="649"/>
                  </a:lnTo>
                  <a:lnTo>
                    <a:pt x="584" y="649"/>
                  </a:lnTo>
                  <a:lnTo>
                    <a:pt x="579" y="651"/>
                  </a:lnTo>
                  <a:lnTo>
                    <a:pt x="576" y="653"/>
                  </a:lnTo>
                  <a:lnTo>
                    <a:pt x="573" y="653"/>
                  </a:lnTo>
                  <a:lnTo>
                    <a:pt x="571" y="652"/>
                  </a:lnTo>
                  <a:lnTo>
                    <a:pt x="571" y="653"/>
                  </a:lnTo>
                  <a:lnTo>
                    <a:pt x="570" y="655"/>
                  </a:lnTo>
                  <a:lnTo>
                    <a:pt x="568" y="658"/>
                  </a:lnTo>
                  <a:lnTo>
                    <a:pt x="568" y="659"/>
                  </a:lnTo>
                  <a:lnTo>
                    <a:pt x="572" y="664"/>
                  </a:lnTo>
                  <a:lnTo>
                    <a:pt x="573" y="665"/>
                  </a:lnTo>
                  <a:lnTo>
                    <a:pt x="574" y="666"/>
                  </a:lnTo>
                  <a:lnTo>
                    <a:pt x="572" y="668"/>
                  </a:lnTo>
                  <a:lnTo>
                    <a:pt x="566" y="670"/>
                  </a:lnTo>
                  <a:lnTo>
                    <a:pt x="562" y="664"/>
                  </a:lnTo>
                  <a:lnTo>
                    <a:pt x="561" y="659"/>
                  </a:lnTo>
                  <a:lnTo>
                    <a:pt x="561" y="656"/>
                  </a:lnTo>
                  <a:lnTo>
                    <a:pt x="564" y="650"/>
                  </a:lnTo>
                  <a:lnTo>
                    <a:pt x="564" y="649"/>
                  </a:lnTo>
                  <a:lnTo>
                    <a:pt x="559" y="647"/>
                  </a:lnTo>
                  <a:lnTo>
                    <a:pt x="558" y="647"/>
                  </a:lnTo>
                  <a:lnTo>
                    <a:pt x="557" y="650"/>
                  </a:lnTo>
                  <a:lnTo>
                    <a:pt x="553" y="650"/>
                  </a:lnTo>
                  <a:lnTo>
                    <a:pt x="548" y="648"/>
                  </a:lnTo>
                  <a:lnTo>
                    <a:pt x="544" y="643"/>
                  </a:lnTo>
                  <a:lnTo>
                    <a:pt x="543" y="644"/>
                  </a:lnTo>
                  <a:lnTo>
                    <a:pt x="543" y="645"/>
                  </a:lnTo>
                  <a:lnTo>
                    <a:pt x="542" y="648"/>
                  </a:lnTo>
                  <a:lnTo>
                    <a:pt x="540" y="649"/>
                  </a:lnTo>
                  <a:lnTo>
                    <a:pt x="538" y="648"/>
                  </a:lnTo>
                  <a:lnTo>
                    <a:pt x="534" y="649"/>
                  </a:lnTo>
                  <a:lnTo>
                    <a:pt x="532" y="648"/>
                  </a:lnTo>
                  <a:lnTo>
                    <a:pt x="526" y="647"/>
                  </a:lnTo>
                  <a:lnTo>
                    <a:pt x="522" y="646"/>
                  </a:lnTo>
                  <a:lnTo>
                    <a:pt x="515" y="641"/>
                  </a:lnTo>
                  <a:lnTo>
                    <a:pt x="513" y="639"/>
                  </a:lnTo>
                  <a:lnTo>
                    <a:pt x="512" y="635"/>
                  </a:lnTo>
                  <a:lnTo>
                    <a:pt x="516" y="629"/>
                  </a:lnTo>
                  <a:lnTo>
                    <a:pt x="515" y="626"/>
                  </a:lnTo>
                  <a:lnTo>
                    <a:pt x="514" y="625"/>
                  </a:lnTo>
                  <a:lnTo>
                    <a:pt x="508" y="625"/>
                  </a:lnTo>
                  <a:lnTo>
                    <a:pt x="504" y="624"/>
                  </a:lnTo>
                  <a:lnTo>
                    <a:pt x="498" y="623"/>
                  </a:lnTo>
                  <a:lnTo>
                    <a:pt x="494" y="618"/>
                  </a:lnTo>
                  <a:lnTo>
                    <a:pt x="492" y="619"/>
                  </a:lnTo>
                  <a:lnTo>
                    <a:pt x="488" y="621"/>
                  </a:lnTo>
                  <a:lnTo>
                    <a:pt x="483" y="626"/>
                  </a:lnTo>
                  <a:lnTo>
                    <a:pt x="481" y="627"/>
                  </a:lnTo>
                  <a:lnTo>
                    <a:pt x="475" y="628"/>
                  </a:lnTo>
                  <a:lnTo>
                    <a:pt x="464" y="628"/>
                  </a:lnTo>
                  <a:lnTo>
                    <a:pt x="462" y="629"/>
                  </a:lnTo>
                  <a:lnTo>
                    <a:pt x="458" y="632"/>
                  </a:lnTo>
                  <a:lnTo>
                    <a:pt x="455" y="631"/>
                  </a:lnTo>
                  <a:lnTo>
                    <a:pt x="451" y="629"/>
                  </a:lnTo>
                  <a:lnTo>
                    <a:pt x="449" y="629"/>
                  </a:lnTo>
                  <a:lnTo>
                    <a:pt x="445" y="630"/>
                  </a:lnTo>
                  <a:lnTo>
                    <a:pt x="442" y="63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5" name="Freeform 34"/>
            <p:cNvSpPr>
              <a:spLocks/>
            </p:cNvSpPr>
            <p:nvPr/>
          </p:nvSpPr>
          <p:spPr bwMode="gray">
            <a:xfrm>
              <a:off x="4616450" y="4032251"/>
              <a:ext cx="114300" cy="144463"/>
            </a:xfrm>
            <a:custGeom>
              <a:avLst/>
              <a:gdLst>
                <a:gd name="T0" fmla="*/ 63 w 72"/>
                <a:gd name="T1" fmla="*/ 89 h 91"/>
                <a:gd name="T2" fmla="*/ 60 w 72"/>
                <a:gd name="T3" fmla="*/ 76 h 91"/>
                <a:gd name="T4" fmla="*/ 53 w 72"/>
                <a:gd name="T5" fmla="*/ 62 h 91"/>
                <a:gd name="T6" fmla="*/ 45 w 72"/>
                <a:gd name="T7" fmla="*/ 64 h 91"/>
                <a:gd name="T8" fmla="*/ 43 w 72"/>
                <a:gd name="T9" fmla="*/ 63 h 91"/>
                <a:gd name="T10" fmla="*/ 40 w 72"/>
                <a:gd name="T11" fmla="*/ 58 h 91"/>
                <a:gd name="T12" fmla="*/ 38 w 72"/>
                <a:gd name="T13" fmla="*/ 63 h 91"/>
                <a:gd name="T14" fmla="*/ 41 w 72"/>
                <a:gd name="T15" fmla="*/ 72 h 91"/>
                <a:gd name="T16" fmla="*/ 37 w 72"/>
                <a:gd name="T17" fmla="*/ 74 h 91"/>
                <a:gd name="T18" fmla="*/ 33 w 72"/>
                <a:gd name="T19" fmla="*/ 79 h 91"/>
                <a:gd name="T20" fmla="*/ 30 w 72"/>
                <a:gd name="T21" fmla="*/ 72 h 91"/>
                <a:gd name="T22" fmla="*/ 28 w 72"/>
                <a:gd name="T23" fmla="*/ 77 h 91"/>
                <a:gd name="T24" fmla="*/ 24 w 72"/>
                <a:gd name="T25" fmla="*/ 79 h 91"/>
                <a:gd name="T26" fmla="*/ 19 w 72"/>
                <a:gd name="T27" fmla="*/ 80 h 91"/>
                <a:gd name="T28" fmla="*/ 15 w 72"/>
                <a:gd name="T29" fmla="*/ 74 h 91"/>
                <a:gd name="T30" fmla="*/ 10 w 72"/>
                <a:gd name="T31" fmla="*/ 49 h 91"/>
                <a:gd name="T32" fmla="*/ 8 w 72"/>
                <a:gd name="T33" fmla="*/ 44 h 91"/>
                <a:gd name="T34" fmla="*/ 11 w 72"/>
                <a:gd name="T35" fmla="*/ 36 h 91"/>
                <a:gd name="T36" fmla="*/ 2 w 72"/>
                <a:gd name="T37" fmla="*/ 32 h 91"/>
                <a:gd name="T38" fmla="*/ 4 w 72"/>
                <a:gd name="T39" fmla="*/ 24 h 91"/>
                <a:gd name="T40" fmla="*/ 11 w 72"/>
                <a:gd name="T41" fmla="*/ 21 h 91"/>
                <a:gd name="T42" fmla="*/ 14 w 72"/>
                <a:gd name="T43" fmla="*/ 19 h 91"/>
                <a:gd name="T44" fmla="*/ 4 w 72"/>
                <a:gd name="T45" fmla="*/ 11 h 91"/>
                <a:gd name="T46" fmla="*/ 0 w 72"/>
                <a:gd name="T47" fmla="*/ 7 h 91"/>
                <a:gd name="T48" fmla="*/ 5 w 72"/>
                <a:gd name="T49" fmla="*/ 1 h 91"/>
                <a:gd name="T50" fmla="*/ 15 w 72"/>
                <a:gd name="T51" fmla="*/ 3 h 91"/>
                <a:gd name="T52" fmla="*/ 20 w 72"/>
                <a:gd name="T53" fmla="*/ 6 h 91"/>
                <a:gd name="T54" fmla="*/ 27 w 72"/>
                <a:gd name="T55" fmla="*/ 6 h 91"/>
                <a:gd name="T56" fmla="*/ 28 w 72"/>
                <a:gd name="T57" fmla="*/ 13 h 91"/>
                <a:gd name="T58" fmla="*/ 29 w 72"/>
                <a:gd name="T59" fmla="*/ 19 h 91"/>
                <a:gd name="T60" fmla="*/ 37 w 72"/>
                <a:gd name="T61" fmla="*/ 20 h 91"/>
                <a:gd name="T62" fmla="*/ 47 w 72"/>
                <a:gd name="T63" fmla="*/ 20 h 91"/>
                <a:gd name="T64" fmla="*/ 65 w 72"/>
                <a:gd name="T65" fmla="*/ 22 h 91"/>
                <a:gd name="T66" fmla="*/ 65 w 72"/>
                <a:gd name="T67" fmla="*/ 29 h 91"/>
                <a:gd name="T68" fmla="*/ 58 w 72"/>
                <a:gd name="T69" fmla="*/ 38 h 91"/>
                <a:gd name="T70" fmla="*/ 49 w 72"/>
                <a:gd name="T71" fmla="*/ 41 h 91"/>
                <a:gd name="T72" fmla="*/ 49 w 72"/>
                <a:gd name="T73" fmla="*/ 48 h 91"/>
                <a:gd name="T74" fmla="*/ 50 w 72"/>
                <a:gd name="T75" fmla="*/ 53 h 91"/>
                <a:gd name="T76" fmla="*/ 56 w 72"/>
                <a:gd name="T77" fmla="*/ 58 h 91"/>
                <a:gd name="T78" fmla="*/ 60 w 72"/>
                <a:gd name="T79" fmla="*/ 47 h 91"/>
                <a:gd name="T80" fmla="*/ 65 w 72"/>
                <a:gd name="T81" fmla="*/ 46 h 91"/>
                <a:gd name="T82" fmla="*/ 70 w 72"/>
                <a:gd name="T83" fmla="*/ 69 h 91"/>
                <a:gd name="T84" fmla="*/ 72 w 72"/>
                <a:gd name="T85" fmla="*/ 84 h 91"/>
                <a:gd name="T86" fmla="*/ 64 w 72"/>
                <a:gd name="T87" fmla="*/ 91 h 9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2"/>
                <a:gd name="T133" fmla="*/ 0 h 91"/>
                <a:gd name="T134" fmla="*/ 72 w 72"/>
                <a:gd name="T135" fmla="*/ 91 h 91"/>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2" h="91">
                  <a:moveTo>
                    <a:pt x="64" y="91"/>
                  </a:moveTo>
                  <a:lnTo>
                    <a:pt x="63" y="89"/>
                  </a:lnTo>
                  <a:lnTo>
                    <a:pt x="61" y="85"/>
                  </a:lnTo>
                  <a:lnTo>
                    <a:pt x="60" y="76"/>
                  </a:lnTo>
                  <a:lnTo>
                    <a:pt x="56" y="65"/>
                  </a:lnTo>
                  <a:lnTo>
                    <a:pt x="53" y="62"/>
                  </a:lnTo>
                  <a:lnTo>
                    <a:pt x="48" y="64"/>
                  </a:lnTo>
                  <a:lnTo>
                    <a:pt x="45" y="64"/>
                  </a:lnTo>
                  <a:lnTo>
                    <a:pt x="43" y="63"/>
                  </a:lnTo>
                  <a:lnTo>
                    <a:pt x="41" y="58"/>
                  </a:lnTo>
                  <a:lnTo>
                    <a:pt x="40" y="58"/>
                  </a:lnTo>
                  <a:lnTo>
                    <a:pt x="39" y="59"/>
                  </a:lnTo>
                  <a:lnTo>
                    <a:pt x="38" y="63"/>
                  </a:lnTo>
                  <a:lnTo>
                    <a:pt x="41" y="69"/>
                  </a:lnTo>
                  <a:lnTo>
                    <a:pt x="41" y="72"/>
                  </a:lnTo>
                  <a:lnTo>
                    <a:pt x="40" y="73"/>
                  </a:lnTo>
                  <a:lnTo>
                    <a:pt x="37" y="74"/>
                  </a:lnTo>
                  <a:lnTo>
                    <a:pt x="35" y="78"/>
                  </a:lnTo>
                  <a:lnTo>
                    <a:pt x="33" y="79"/>
                  </a:lnTo>
                  <a:lnTo>
                    <a:pt x="31" y="75"/>
                  </a:lnTo>
                  <a:lnTo>
                    <a:pt x="30" y="72"/>
                  </a:lnTo>
                  <a:lnTo>
                    <a:pt x="29" y="72"/>
                  </a:lnTo>
                  <a:lnTo>
                    <a:pt x="28" y="77"/>
                  </a:lnTo>
                  <a:lnTo>
                    <a:pt x="26" y="79"/>
                  </a:lnTo>
                  <a:lnTo>
                    <a:pt x="24" y="79"/>
                  </a:lnTo>
                  <a:lnTo>
                    <a:pt x="22" y="75"/>
                  </a:lnTo>
                  <a:lnTo>
                    <a:pt x="19" y="80"/>
                  </a:lnTo>
                  <a:lnTo>
                    <a:pt x="16" y="78"/>
                  </a:lnTo>
                  <a:lnTo>
                    <a:pt x="15" y="74"/>
                  </a:lnTo>
                  <a:lnTo>
                    <a:pt x="13" y="61"/>
                  </a:lnTo>
                  <a:lnTo>
                    <a:pt x="10" y="49"/>
                  </a:lnTo>
                  <a:lnTo>
                    <a:pt x="8" y="46"/>
                  </a:lnTo>
                  <a:lnTo>
                    <a:pt x="8" y="44"/>
                  </a:lnTo>
                  <a:lnTo>
                    <a:pt x="11" y="38"/>
                  </a:lnTo>
                  <a:lnTo>
                    <a:pt x="11" y="36"/>
                  </a:lnTo>
                  <a:lnTo>
                    <a:pt x="10" y="34"/>
                  </a:lnTo>
                  <a:lnTo>
                    <a:pt x="2" y="32"/>
                  </a:lnTo>
                  <a:lnTo>
                    <a:pt x="0" y="29"/>
                  </a:lnTo>
                  <a:lnTo>
                    <a:pt x="4" y="24"/>
                  </a:lnTo>
                  <a:lnTo>
                    <a:pt x="7" y="22"/>
                  </a:lnTo>
                  <a:lnTo>
                    <a:pt x="11" y="21"/>
                  </a:lnTo>
                  <a:lnTo>
                    <a:pt x="13" y="20"/>
                  </a:lnTo>
                  <a:lnTo>
                    <a:pt x="14" y="19"/>
                  </a:lnTo>
                  <a:lnTo>
                    <a:pt x="13" y="18"/>
                  </a:lnTo>
                  <a:lnTo>
                    <a:pt x="4" y="11"/>
                  </a:lnTo>
                  <a:lnTo>
                    <a:pt x="0" y="9"/>
                  </a:lnTo>
                  <a:lnTo>
                    <a:pt x="0" y="7"/>
                  </a:lnTo>
                  <a:lnTo>
                    <a:pt x="1" y="5"/>
                  </a:lnTo>
                  <a:lnTo>
                    <a:pt x="5" y="1"/>
                  </a:lnTo>
                  <a:lnTo>
                    <a:pt x="6" y="0"/>
                  </a:lnTo>
                  <a:lnTo>
                    <a:pt x="15" y="3"/>
                  </a:lnTo>
                  <a:lnTo>
                    <a:pt x="17" y="4"/>
                  </a:lnTo>
                  <a:lnTo>
                    <a:pt x="20" y="6"/>
                  </a:lnTo>
                  <a:lnTo>
                    <a:pt x="24" y="6"/>
                  </a:lnTo>
                  <a:lnTo>
                    <a:pt x="27" y="6"/>
                  </a:lnTo>
                  <a:lnTo>
                    <a:pt x="28" y="9"/>
                  </a:lnTo>
                  <a:lnTo>
                    <a:pt x="28" y="13"/>
                  </a:lnTo>
                  <a:lnTo>
                    <a:pt x="28" y="18"/>
                  </a:lnTo>
                  <a:lnTo>
                    <a:pt x="29" y="19"/>
                  </a:lnTo>
                  <a:lnTo>
                    <a:pt x="33" y="20"/>
                  </a:lnTo>
                  <a:lnTo>
                    <a:pt x="37" y="20"/>
                  </a:lnTo>
                  <a:lnTo>
                    <a:pt x="43" y="20"/>
                  </a:lnTo>
                  <a:lnTo>
                    <a:pt x="47" y="20"/>
                  </a:lnTo>
                  <a:lnTo>
                    <a:pt x="64" y="21"/>
                  </a:lnTo>
                  <a:lnTo>
                    <a:pt x="65" y="22"/>
                  </a:lnTo>
                  <a:lnTo>
                    <a:pt x="65" y="23"/>
                  </a:lnTo>
                  <a:lnTo>
                    <a:pt x="65" y="29"/>
                  </a:lnTo>
                  <a:lnTo>
                    <a:pt x="64" y="32"/>
                  </a:lnTo>
                  <a:lnTo>
                    <a:pt x="58" y="38"/>
                  </a:lnTo>
                  <a:lnTo>
                    <a:pt x="54" y="39"/>
                  </a:lnTo>
                  <a:lnTo>
                    <a:pt x="49" y="41"/>
                  </a:lnTo>
                  <a:lnTo>
                    <a:pt x="49" y="44"/>
                  </a:lnTo>
                  <a:lnTo>
                    <a:pt x="49" y="48"/>
                  </a:lnTo>
                  <a:lnTo>
                    <a:pt x="49" y="50"/>
                  </a:lnTo>
                  <a:lnTo>
                    <a:pt x="50" y="53"/>
                  </a:lnTo>
                  <a:lnTo>
                    <a:pt x="52" y="55"/>
                  </a:lnTo>
                  <a:lnTo>
                    <a:pt x="56" y="58"/>
                  </a:lnTo>
                  <a:lnTo>
                    <a:pt x="58" y="55"/>
                  </a:lnTo>
                  <a:lnTo>
                    <a:pt x="60" y="47"/>
                  </a:lnTo>
                  <a:lnTo>
                    <a:pt x="62" y="46"/>
                  </a:lnTo>
                  <a:lnTo>
                    <a:pt x="65" y="46"/>
                  </a:lnTo>
                  <a:lnTo>
                    <a:pt x="65" y="50"/>
                  </a:lnTo>
                  <a:lnTo>
                    <a:pt x="70" y="69"/>
                  </a:lnTo>
                  <a:lnTo>
                    <a:pt x="70" y="72"/>
                  </a:lnTo>
                  <a:lnTo>
                    <a:pt x="72" y="84"/>
                  </a:lnTo>
                  <a:lnTo>
                    <a:pt x="66" y="88"/>
                  </a:lnTo>
                  <a:lnTo>
                    <a:pt x="64" y="9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6" name="Freeform 35"/>
            <p:cNvSpPr>
              <a:spLocks/>
            </p:cNvSpPr>
            <p:nvPr/>
          </p:nvSpPr>
          <p:spPr bwMode="gray">
            <a:xfrm>
              <a:off x="4616450" y="4032251"/>
              <a:ext cx="114300" cy="144463"/>
            </a:xfrm>
            <a:custGeom>
              <a:avLst/>
              <a:gdLst>
                <a:gd name="T0" fmla="*/ 63 w 72"/>
                <a:gd name="T1" fmla="*/ 89 h 91"/>
                <a:gd name="T2" fmla="*/ 60 w 72"/>
                <a:gd name="T3" fmla="*/ 76 h 91"/>
                <a:gd name="T4" fmla="*/ 53 w 72"/>
                <a:gd name="T5" fmla="*/ 62 h 91"/>
                <a:gd name="T6" fmla="*/ 45 w 72"/>
                <a:gd name="T7" fmla="*/ 64 h 91"/>
                <a:gd name="T8" fmla="*/ 43 w 72"/>
                <a:gd name="T9" fmla="*/ 63 h 91"/>
                <a:gd name="T10" fmla="*/ 40 w 72"/>
                <a:gd name="T11" fmla="*/ 58 h 91"/>
                <a:gd name="T12" fmla="*/ 38 w 72"/>
                <a:gd name="T13" fmla="*/ 63 h 91"/>
                <a:gd name="T14" fmla="*/ 41 w 72"/>
                <a:gd name="T15" fmla="*/ 72 h 91"/>
                <a:gd name="T16" fmla="*/ 37 w 72"/>
                <a:gd name="T17" fmla="*/ 74 h 91"/>
                <a:gd name="T18" fmla="*/ 33 w 72"/>
                <a:gd name="T19" fmla="*/ 79 h 91"/>
                <a:gd name="T20" fmla="*/ 30 w 72"/>
                <a:gd name="T21" fmla="*/ 72 h 91"/>
                <a:gd name="T22" fmla="*/ 28 w 72"/>
                <a:gd name="T23" fmla="*/ 77 h 91"/>
                <a:gd name="T24" fmla="*/ 24 w 72"/>
                <a:gd name="T25" fmla="*/ 79 h 91"/>
                <a:gd name="T26" fmla="*/ 19 w 72"/>
                <a:gd name="T27" fmla="*/ 80 h 91"/>
                <a:gd name="T28" fmla="*/ 15 w 72"/>
                <a:gd name="T29" fmla="*/ 74 h 91"/>
                <a:gd name="T30" fmla="*/ 10 w 72"/>
                <a:gd name="T31" fmla="*/ 49 h 91"/>
                <a:gd name="T32" fmla="*/ 8 w 72"/>
                <a:gd name="T33" fmla="*/ 44 h 91"/>
                <a:gd name="T34" fmla="*/ 11 w 72"/>
                <a:gd name="T35" fmla="*/ 36 h 91"/>
                <a:gd name="T36" fmla="*/ 2 w 72"/>
                <a:gd name="T37" fmla="*/ 32 h 91"/>
                <a:gd name="T38" fmla="*/ 4 w 72"/>
                <a:gd name="T39" fmla="*/ 24 h 91"/>
                <a:gd name="T40" fmla="*/ 11 w 72"/>
                <a:gd name="T41" fmla="*/ 21 h 91"/>
                <a:gd name="T42" fmla="*/ 14 w 72"/>
                <a:gd name="T43" fmla="*/ 19 h 91"/>
                <a:gd name="T44" fmla="*/ 4 w 72"/>
                <a:gd name="T45" fmla="*/ 11 h 91"/>
                <a:gd name="T46" fmla="*/ 0 w 72"/>
                <a:gd name="T47" fmla="*/ 7 h 91"/>
                <a:gd name="T48" fmla="*/ 5 w 72"/>
                <a:gd name="T49" fmla="*/ 1 h 91"/>
                <a:gd name="T50" fmla="*/ 15 w 72"/>
                <a:gd name="T51" fmla="*/ 3 h 91"/>
                <a:gd name="T52" fmla="*/ 20 w 72"/>
                <a:gd name="T53" fmla="*/ 6 h 91"/>
                <a:gd name="T54" fmla="*/ 27 w 72"/>
                <a:gd name="T55" fmla="*/ 6 h 91"/>
                <a:gd name="T56" fmla="*/ 28 w 72"/>
                <a:gd name="T57" fmla="*/ 13 h 91"/>
                <a:gd name="T58" fmla="*/ 29 w 72"/>
                <a:gd name="T59" fmla="*/ 19 h 91"/>
                <a:gd name="T60" fmla="*/ 37 w 72"/>
                <a:gd name="T61" fmla="*/ 20 h 91"/>
                <a:gd name="T62" fmla="*/ 47 w 72"/>
                <a:gd name="T63" fmla="*/ 20 h 91"/>
                <a:gd name="T64" fmla="*/ 65 w 72"/>
                <a:gd name="T65" fmla="*/ 22 h 91"/>
                <a:gd name="T66" fmla="*/ 65 w 72"/>
                <a:gd name="T67" fmla="*/ 29 h 91"/>
                <a:gd name="T68" fmla="*/ 58 w 72"/>
                <a:gd name="T69" fmla="*/ 38 h 91"/>
                <a:gd name="T70" fmla="*/ 49 w 72"/>
                <a:gd name="T71" fmla="*/ 41 h 91"/>
                <a:gd name="T72" fmla="*/ 49 w 72"/>
                <a:gd name="T73" fmla="*/ 48 h 91"/>
                <a:gd name="T74" fmla="*/ 50 w 72"/>
                <a:gd name="T75" fmla="*/ 53 h 91"/>
                <a:gd name="T76" fmla="*/ 56 w 72"/>
                <a:gd name="T77" fmla="*/ 58 h 91"/>
                <a:gd name="T78" fmla="*/ 60 w 72"/>
                <a:gd name="T79" fmla="*/ 47 h 91"/>
                <a:gd name="T80" fmla="*/ 65 w 72"/>
                <a:gd name="T81" fmla="*/ 46 h 91"/>
                <a:gd name="T82" fmla="*/ 70 w 72"/>
                <a:gd name="T83" fmla="*/ 69 h 91"/>
                <a:gd name="T84" fmla="*/ 72 w 72"/>
                <a:gd name="T85" fmla="*/ 84 h 91"/>
                <a:gd name="T86" fmla="*/ 64 w 72"/>
                <a:gd name="T87" fmla="*/ 91 h 9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2"/>
                <a:gd name="T133" fmla="*/ 0 h 91"/>
                <a:gd name="T134" fmla="*/ 72 w 72"/>
                <a:gd name="T135" fmla="*/ 91 h 91"/>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2" h="91">
                  <a:moveTo>
                    <a:pt x="64" y="91"/>
                  </a:moveTo>
                  <a:lnTo>
                    <a:pt x="63" y="89"/>
                  </a:lnTo>
                  <a:lnTo>
                    <a:pt x="61" y="85"/>
                  </a:lnTo>
                  <a:lnTo>
                    <a:pt x="60" y="76"/>
                  </a:lnTo>
                  <a:lnTo>
                    <a:pt x="56" y="65"/>
                  </a:lnTo>
                  <a:lnTo>
                    <a:pt x="53" y="62"/>
                  </a:lnTo>
                  <a:lnTo>
                    <a:pt x="48" y="64"/>
                  </a:lnTo>
                  <a:lnTo>
                    <a:pt x="45" y="64"/>
                  </a:lnTo>
                  <a:lnTo>
                    <a:pt x="43" y="63"/>
                  </a:lnTo>
                  <a:lnTo>
                    <a:pt x="41" y="58"/>
                  </a:lnTo>
                  <a:lnTo>
                    <a:pt x="40" y="58"/>
                  </a:lnTo>
                  <a:lnTo>
                    <a:pt x="39" y="59"/>
                  </a:lnTo>
                  <a:lnTo>
                    <a:pt x="38" y="63"/>
                  </a:lnTo>
                  <a:lnTo>
                    <a:pt x="41" y="69"/>
                  </a:lnTo>
                  <a:lnTo>
                    <a:pt x="41" y="72"/>
                  </a:lnTo>
                  <a:lnTo>
                    <a:pt x="40" y="73"/>
                  </a:lnTo>
                  <a:lnTo>
                    <a:pt x="37" y="74"/>
                  </a:lnTo>
                  <a:lnTo>
                    <a:pt x="35" y="78"/>
                  </a:lnTo>
                  <a:lnTo>
                    <a:pt x="33" y="79"/>
                  </a:lnTo>
                  <a:lnTo>
                    <a:pt x="31" y="75"/>
                  </a:lnTo>
                  <a:lnTo>
                    <a:pt x="30" y="72"/>
                  </a:lnTo>
                  <a:lnTo>
                    <a:pt x="29" y="72"/>
                  </a:lnTo>
                  <a:lnTo>
                    <a:pt x="28" y="77"/>
                  </a:lnTo>
                  <a:lnTo>
                    <a:pt x="26" y="79"/>
                  </a:lnTo>
                  <a:lnTo>
                    <a:pt x="24" y="79"/>
                  </a:lnTo>
                  <a:lnTo>
                    <a:pt x="22" y="75"/>
                  </a:lnTo>
                  <a:lnTo>
                    <a:pt x="19" y="80"/>
                  </a:lnTo>
                  <a:lnTo>
                    <a:pt x="16" y="78"/>
                  </a:lnTo>
                  <a:lnTo>
                    <a:pt x="15" y="74"/>
                  </a:lnTo>
                  <a:lnTo>
                    <a:pt x="13" y="61"/>
                  </a:lnTo>
                  <a:lnTo>
                    <a:pt x="10" y="49"/>
                  </a:lnTo>
                  <a:lnTo>
                    <a:pt x="8" y="46"/>
                  </a:lnTo>
                  <a:lnTo>
                    <a:pt x="8" y="44"/>
                  </a:lnTo>
                  <a:lnTo>
                    <a:pt x="11" y="38"/>
                  </a:lnTo>
                  <a:lnTo>
                    <a:pt x="11" y="36"/>
                  </a:lnTo>
                  <a:lnTo>
                    <a:pt x="10" y="34"/>
                  </a:lnTo>
                  <a:lnTo>
                    <a:pt x="2" y="32"/>
                  </a:lnTo>
                  <a:lnTo>
                    <a:pt x="0" y="29"/>
                  </a:lnTo>
                  <a:lnTo>
                    <a:pt x="4" y="24"/>
                  </a:lnTo>
                  <a:lnTo>
                    <a:pt x="7" y="22"/>
                  </a:lnTo>
                  <a:lnTo>
                    <a:pt x="11" y="21"/>
                  </a:lnTo>
                  <a:lnTo>
                    <a:pt x="13" y="20"/>
                  </a:lnTo>
                  <a:lnTo>
                    <a:pt x="14" y="19"/>
                  </a:lnTo>
                  <a:lnTo>
                    <a:pt x="13" y="18"/>
                  </a:lnTo>
                  <a:lnTo>
                    <a:pt x="4" y="11"/>
                  </a:lnTo>
                  <a:lnTo>
                    <a:pt x="0" y="9"/>
                  </a:lnTo>
                  <a:lnTo>
                    <a:pt x="0" y="7"/>
                  </a:lnTo>
                  <a:lnTo>
                    <a:pt x="1" y="5"/>
                  </a:lnTo>
                  <a:lnTo>
                    <a:pt x="5" y="1"/>
                  </a:lnTo>
                  <a:lnTo>
                    <a:pt x="6" y="0"/>
                  </a:lnTo>
                  <a:lnTo>
                    <a:pt x="15" y="3"/>
                  </a:lnTo>
                  <a:lnTo>
                    <a:pt x="17" y="4"/>
                  </a:lnTo>
                  <a:lnTo>
                    <a:pt x="20" y="6"/>
                  </a:lnTo>
                  <a:lnTo>
                    <a:pt x="24" y="6"/>
                  </a:lnTo>
                  <a:lnTo>
                    <a:pt x="27" y="6"/>
                  </a:lnTo>
                  <a:lnTo>
                    <a:pt x="28" y="9"/>
                  </a:lnTo>
                  <a:lnTo>
                    <a:pt x="28" y="13"/>
                  </a:lnTo>
                  <a:lnTo>
                    <a:pt x="28" y="18"/>
                  </a:lnTo>
                  <a:lnTo>
                    <a:pt x="29" y="19"/>
                  </a:lnTo>
                  <a:lnTo>
                    <a:pt x="33" y="20"/>
                  </a:lnTo>
                  <a:lnTo>
                    <a:pt x="37" y="20"/>
                  </a:lnTo>
                  <a:lnTo>
                    <a:pt x="43" y="20"/>
                  </a:lnTo>
                  <a:lnTo>
                    <a:pt x="47" y="20"/>
                  </a:lnTo>
                  <a:lnTo>
                    <a:pt x="64" y="21"/>
                  </a:lnTo>
                  <a:lnTo>
                    <a:pt x="65" y="22"/>
                  </a:lnTo>
                  <a:lnTo>
                    <a:pt x="65" y="23"/>
                  </a:lnTo>
                  <a:lnTo>
                    <a:pt x="65" y="29"/>
                  </a:lnTo>
                  <a:lnTo>
                    <a:pt x="64" y="32"/>
                  </a:lnTo>
                  <a:lnTo>
                    <a:pt x="58" y="38"/>
                  </a:lnTo>
                  <a:lnTo>
                    <a:pt x="54" y="39"/>
                  </a:lnTo>
                  <a:lnTo>
                    <a:pt x="49" y="41"/>
                  </a:lnTo>
                  <a:lnTo>
                    <a:pt x="49" y="44"/>
                  </a:lnTo>
                  <a:lnTo>
                    <a:pt x="49" y="48"/>
                  </a:lnTo>
                  <a:lnTo>
                    <a:pt x="49" y="50"/>
                  </a:lnTo>
                  <a:lnTo>
                    <a:pt x="50" y="53"/>
                  </a:lnTo>
                  <a:lnTo>
                    <a:pt x="52" y="55"/>
                  </a:lnTo>
                  <a:lnTo>
                    <a:pt x="56" y="58"/>
                  </a:lnTo>
                  <a:lnTo>
                    <a:pt x="58" y="55"/>
                  </a:lnTo>
                  <a:lnTo>
                    <a:pt x="60" y="47"/>
                  </a:lnTo>
                  <a:lnTo>
                    <a:pt x="62" y="46"/>
                  </a:lnTo>
                  <a:lnTo>
                    <a:pt x="65" y="46"/>
                  </a:lnTo>
                  <a:lnTo>
                    <a:pt x="65" y="50"/>
                  </a:lnTo>
                  <a:lnTo>
                    <a:pt x="70" y="69"/>
                  </a:lnTo>
                  <a:lnTo>
                    <a:pt x="70" y="72"/>
                  </a:lnTo>
                  <a:lnTo>
                    <a:pt x="72" y="84"/>
                  </a:lnTo>
                  <a:lnTo>
                    <a:pt x="66" y="88"/>
                  </a:lnTo>
                  <a:lnTo>
                    <a:pt x="64" y="9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7" name="Freeform 36"/>
            <p:cNvSpPr>
              <a:spLocks/>
            </p:cNvSpPr>
            <p:nvPr/>
          </p:nvSpPr>
          <p:spPr bwMode="gray">
            <a:xfrm>
              <a:off x="4121150" y="3767138"/>
              <a:ext cx="727075" cy="742950"/>
            </a:xfrm>
            <a:custGeom>
              <a:avLst/>
              <a:gdLst>
                <a:gd name="T0" fmla="*/ 368 w 458"/>
                <a:gd name="T1" fmla="*/ 225 h 468"/>
                <a:gd name="T2" fmla="*/ 370 w 458"/>
                <a:gd name="T3" fmla="*/ 205 h 468"/>
                <a:gd name="T4" fmla="*/ 349 w 458"/>
                <a:gd name="T5" fmla="*/ 187 h 468"/>
                <a:gd name="T6" fmla="*/ 332 w 458"/>
                <a:gd name="T7" fmla="*/ 173 h 468"/>
                <a:gd name="T8" fmla="*/ 316 w 458"/>
                <a:gd name="T9" fmla="*/ 178 h 468"/>
                <a:gd name="T10" fmla="*/ 314 w 458"/>
                <a:gd name="T11" fmla="*/ 199 h 468"/>
                <a:gd name="T12" fmla="*/ 327 w 458"/>
                <a:gd name="T13" fmla="*/ 241 h 468"/>
                <a:gd name="T14" fmla="*/ 319 w 458"/>
                <a:gd name="T15" fmla="*/ 246 h 468"/>
                <a:gd name="T16" fmla="*/ 299 w 458"/>
                <a:gd name="T17" fmla="*/ 251 h 468"/>
                <a:gd name="T18" fmla="*/ 290 w 458"/>
                <a:gd name="T19" fmla="*/ 271 h 468"/>
                <a:gd name="T20" fmla="*/ 260 w 458"/>
                <a:gd name="T21" fmla="*/ 292 h 468"/>
                <a:gd name="T22" fmla="*/ 223 w 458"/>
                <a:gd name="T23" fmla="*/ 322 h 468"/>
                <a:gd name="T24" fmla="*/ 204 w 458"/>
                <a:gd name="T25" fmla="*/ 343 h 468"/>
                <a:gd name="T26" fmla="*/ 190 w 458"/>
                <a:gd name="T27" fmla="*/ 368 h 468"/>
                <a:gd name="T28" fmla="*/ 183 w 458"/>
                <a:gd name="T29" fmla="*/ 409 h 468"/>
                <a:gd name="T30" fmla="*/ 173 w 458"/>
                <a:gd name="T31" fmla="*/ 440 h 468"/>
                <a:gd name="T32" fmla="*/ 158 w 458"/>
                <a:gd name="T33" fmla="*/ 460 h 468"/>
                <a:gd name="T34" fmla="*/ 145 w 458"/>
                <a:gd name="T35" fmla="*/ 467 h 468"/>
                <a:gd name="T36" fmla="*/ 108 w 458"/>
                <a:gd name="T37" fmla="*/ 391 h 468"/>
                <a:gd name="T38" fmla="*/ 75 w 458"/>
                <a:gd name="T39" fmla="*/ 287 h 468"/>
                <a:gd name="T40" fmla="*/ 73 w 458"/>
                <a:gd name="T41" fmla="*/ 250 h 468"/>
                <a:gd name="T42" fmla="*/ 67 w 458"/>
                <a:gd name="T43" fmla="*/ 249 h 468"/>
                <a:gd name="T44" fmla="*/ 38 w 458"/>
                <a:gd name="T45" fmla="*/ 261 h 468"/>
                <a:gd name="T46" fmla="*/ 30 w 458"/>
                <a:gd name="T47" fmla="*/ 235 h 468"/>
                <a:gd name="T48" fmla="*/ 17 w 458"/>
                <a:gd name="T49" fmla="*/ 226 h 468"/>
                <a:gd name="T50" fmla="*/ 11 w 458"/>
                <a:gd name="T51" fmla="*/ 207 h 468"/>
                <a:gd name="T52" fmla="*/ 38 w 458"/>
                <a:gd name="T53" fmla="*/ 200 h 468"/>
                <a:gd name="T54" fmla="*/ 43 w 458"/>
                <a:gd name="T55" fmla="*/ 185 h 468"/>
                <a:gd name="T56" fmla="*/ 31 w 458"/>
                <a:gd name="T57" fmla="*/ 163 h 468"/>
                <a:gd name="T58" fmla="*/ 36 w 458"/>
                <a:gd name="T59" fmla="*/ 138 h 468"/>
                <a:gd name="T60" fmla="*/ 61 w 458"/>
                <a:gd name="T61" fmla="*/ 136 h 468"/>
                <a:gd name="T62" fmla="*/ 90 w 458"/>
                <a:gd name="T63" fmla="*/ 101 h 468"/>
                <a:gd name="T64" fmla="*/ 110 w 458"/>
                <a:gd name="T65" fmla="*/ 65 h 468"/>
                <a:gd name="T66" fmla="*/ 98 w 458"/>
                <a:gd name="T67" fmla="*/ 51 h 468"/>
                <a:gd name="T68" fmla="*/ 97 w 458"/>
                <a:gd name="T69" fmla="*/ 31 h 468"/>
                <a:gd name="T70" fmla="*/ 93 w 458"/>
                <a:gd name="T71" fmla="*/ 16 h 468"/>
                <a:gd name="T72" fmla="*/ 132 w 458"/>
                <a:gd name="T73" fmla="*/ 14 h 468"/>
                <a:gd name="T74" fmla="*/ 150 w 458"/>
                <a:gd name="T75" fmla="*/ 2 h 468"/>
                <a:gd name="T76" fmla="*/ 166 w 458"/>
                <a:gd name="T77" fmla="*/ 26 h 468"/>
                <a:gd name="T78" fmla="*/ 178 w 458"/>
                <a:gd name="T79" fmla="*/ 43 h 468"/>
                <a:gd name="T80" fmla="*/ 162 w 458"/>
                <a:gd name="T81" fmla="*/ 55 h 468"/>
                <a:gd name="T82" fmla="*/ 173 w 458"/>
                <a:gd name="T83" fmla="*/ 76 h 468"/>
                <a:gd name="T84" fmla="*/ 203 w 458"/>
                <a:gd name="T85" fmla="*/ 97 h 468"/>
                <a:gd name="T86" fmla="*/ 189 w 458"/>
                <a:gd name="T87" fmla="*/ 123 h 468"/>
                <a:gd name="T88" fmla="*/ 226 w 458"/>
                <a:gd name="T89" fmla="*/ 143 h 468"/>
                <a:gd name="T90" fmla="*/ 247 w 458"/>
                <a:gd name="T91" fmla="*/ 149 h 468"/>
                <a:gd name="T92" fmla="*/ 271 w 458"/>
                <a:gd name="T93" fmla="*/ 159 h 468"/>
                <a:gd name="T94" fmla="*/ 297 w 458"/>
                <a:gd name="T95" fmla="*/ 162 h 468"/>
                <a:gd name="T96" fmla="*/ 312 w 458"/>
                <a:gd name="T97" fmla="*/ 153 h 468"/>
                <a:gd name="T98" fmla="*/ 323 w 458"/>
                <a:gd name="T99" fmla="*/ 147 h 468"/>
                <a:gd name="T100" fmla="*/ 344 w 458"/>
                <a:gd name="T101" fmla="*/ 160 h 468"/>
                <a:gd name="T102" fmla="*/ 374 w 458"/>
                <a:gd name="T103" fmla="*/ 152 h 468"/>
                <a:gd name="T104" fmla="*/ 380 w 458"/>
                <a:gd name="T105" fmla="*/ 141 h 468"/>
                <a:gd name="T106" fmla="*/ 416 w 458"/>
                <a:gd name="T107" fmla="*/ 118 h 468"/>
                <a:gd name="T108" fmla="*/ 441 w 458"/>
                <a:gd name="T109" fmla="*/ 131 h 468"/>
                <a:gd name="T110" fmla="*/ 452 w 458"/>
                <a:gd name="T111" fmla="*/ 145 h 468"/>
                <a:gd name="T112" fmla="*/ 424 w 458"/>
                <a:gd name="T113" fmla="*/ 163 h 468"/>
                <a:gd name="T114" fmla="*/ 408 w 458"/>
                <a:gd name="T115" fmla="*/ 208 h 468"/>
                <a:gd name="T116" fmla="*/ 392 w 458"/>
                <a:gd name="T117" fmla="*/ 224 h 46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58"/>
                <a:gd name="T178" fmla="*/ 0 h 468"/>
                <a:gd name="T179" fmla="*/ 458 w 458"/>
                <a:gd name="T180" fmla="*/ 468 h 46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58" h="468">
                  <a:moveTo>
                    <a:pt x="382" y="239"/>
                  </a:moveTo>
                  <a:lnTo>
                    <a:pt x="382" y="236"/>
                  </a:lnTo>
                  <a:lnTo>
                    <a:pt x="377" y="217"/>
                  </a:lnTo>
                  <a:lnTo>
                    <a:pt x="377" y="213"/>
                  </a:lnTo>
                  <a:lnTo>
                    <a:pt x="374" y="213"/>
                  </a:lnTo>
                  <a:lnTo>
                    <a:pt x="372" y="214"/>
                  </a:lnTo>
                  <a:lnTo>
                    <a:pt x="370" y="222"/>
                  </a:lnTo>
                  <a:lnTo>
                    <a:pt x="368" y="225"/>
                  </a:lnTo>
                  <a:lnTo>
                    <a:pt x="364" y="222"/>
                  </a:lnTo>
                  <a:lnTo>
                    <a:pt x="362" y="220"/>
                  </a:lnTo>
                  <a:lnTo>
                    <a:pt x="361" y="217"/>
                  </a:lnTo>
                  <a:lnTo>
                    <a:pt x="361" y="215"/>
                  </a:lnTo>
                  <a:lnTo>
                    <a:pt x="361" y="211"/>
                  </a:lnTo>
                  <a:lnTo>
                    <a:pt x="361" y="208"/>
                  </a:lnTo>
                  <a:lnTo>
                    <a:pt x="366" y="206"/>
                  </a:lnTo>
                  <a:lnTo>
                    <a:pt x="370" y="205"/>
                  </a:lnTo>
                  <a:lnTo>
                    <a:pt x="376" y="199"/>
                  </a:lnTo>
                  <a:lnTo>
                    <a:pt x="377" y="196"/>
                  </a:lnTo>
                  <a:lnTo>
                    <a:pt x="377" y="190"/>
                  </a:lnTo>
                  <a:lnTo>
                    <a:pt x="377" y="189"/>
                  </a:lnTo>
                  <a:lnTo>
                    <a:pt x="376" y="188"/>
                  </a:lnTo>
                  <a:lnTo>
                    <a:pt x="359" y="187"/>
                  </a:lnTo>
                  <a:lnTo>
                    <a:pt x="355" y="187"/>
                  </a:lnTo>
                  <a:lnTo>
                    <a:pt x="349" y="187"/>
                  </a:lnTo>
                  <a:lnTo>
                    <a:pt x="345" y="187"/>
                  </a:lnTo>
                  <a:lnTo>
                    <a:pt x="341" y="186"/>
                  </a:lnTo>
                  <a:lnTo>
                    <a:pt x="340" y="185"/>
                  </a:lnTo>
                  <a:lnTo>
                    <a:pt x="340" y="180"/>
                  </a:lnTo>
                  <a:lnTo>
                    <a:pt x="340" y="176"/>
                  </a:lnTo>
                  <a:lnTo>
                    <a:pt x="339" y="173"/>
                  </a:lnTo>
                  <a:lnTo>
                    <a:pt x="336" y="173"/>
                  </a:lnTo>
                  <a:lnTo>
                    <a:pt x="332" y="173"/>
                  </a:lnTo>
                  <a:lnTo>
                    <a:pt x="329" y="171"/>
                  </a:lnTo>
                  <a:lnTo>
                    <a:pt x="327" y="170"/>
                  </a:lnTo>
                  <a:lnTo>
                    <a:pt x="318" y="167"/>
                  </a:lnTo>
                  <a:lnTo>
                    <a:pt x="317" y="168"/>
                  </a:lnTo>
                  <a:lnTo>
                    <a:pt x="313" y="172"/>
                  </a:lnTo>
                  <a:lnTo>
                    <a:pt x="312" y="174"/>
                  </a:lnTo>
                  <a:lnTo>
                    <a:pt x="312" y="176"/>
                  </a:lnTo>
                  <a:lnTo>
                    <a:pt x="316" y="178"/>
                  </a:lnTo>
                  <a:lnTo>
                    <a:pt x="325" y="185"/>
                  </a:lnTo>
                  <a:lnTo>
                    <a:pt x="326" y="186"/>
                  </a:lnTo>
                  <a:lnTo>
                    <a:pt x="325" y="187"/>
                  </a:lnTo>
                  <a:lnTo>
                    <a:pt x="323" y="188"/>
                  </a:lnTo>
                  <a:lnTo>
                    <a:pt x="319" y="189"/>
                  </a:lnTo>
                  <a:lnTo>
                    <a:pt x="316" y="191"/>
                  </a:lnTo>
                  <a:lnTo>
                    <a:pt x="312" y="196"/>
                  </a:lnTo>
                  <a:lnTo>
                    <a:pt x="314" y="199"/>
                  </a:lnTo>
                  <a:lnTo>
                    <a:pt x="322" y="201"/>
                  </a:lnTo>
                  <a:lnTo>
                    <a:pt x="323" y="203"/>
                  </a:lnTo>
                  <a:lnTo>
                    <a:pt x="323" y="205"/>
                  </a:lnTo>
                  <a:lnTo>
                    <a:pt x="320" y="211"/>
                  </a:lnTo>
                  <a:lnTo>
                    <a:pt x="320" y="213"/>
                  </a:lnTo>
                  <a:lnTo>
                    <a:pt x="322" y="216"/>
                  </a:lnTo>
                  <a:lnTo>
                    <a:pt x="325" y="228"/>
                  </a:lnTo>
                  <a:lnTo>
                    <a:pt x="327" y="241"/>
                  </a:lnTo>
                  <a:lnTo>
                    <a:pt x="328" y="245"/>
                  </a:lnTo>
                  <a:lnTo>
                    <a:pt x="327" y="247"/>
                  </a:lnTo>
                  <a:lnTo>
                    <a:pt x="327" y="249"/>
                  </a:lnTo>
                  <a:lnTo>
                    <a:pt x="326" y="249"/>
                  </a:lnTo>
                  <a:lnTo>
                    <a:pt x="323" y="249"/>
                  </a:lnTo>
                  <a:lnTo>
                    <a:pt x="322" y="244"/>
                  </a:lnTo>
                  <a:lnTo>
                    <a:pt x="321" y="243"/>
                  </a:lnTo>
                  <a:lnTo>
                    <a:pt x="319" y="246"/>
                  </a:lnTo>
                  <a:lnTo>
                    <a:pt x="318" y="248"/>
                  </a:lnTo>
                  <a:lnTo>
                    <a:pt x="316" y="248"/>
                  </a:lnTo>
                  <a:lnTo>
                    <a:pt x="315" y="248"/>
                  </a:lnTo>
                  <a:lnTo>
                    <a:pt x="313" y="244"/>
                  </a:lnTo>
                  <a:lnTo>
                    <a:pt x="312" y="242"/>
                  </a:lnTo>
                  <a:lnTo>
                    <a:pt x="310" y="246"/>
                  </a:lnTo>
                  <a:lnTo>
                    <a:pt x="306" y="248"/>
                  </a:lnTo>
                  <a:lnTo>
                    <a:pt x="299" y="251"/>
                  </a:lnTo>
                  <a:lnTo>
                    <a:pt x="295" y="253"/>
                  </a:lnTo>
                  <a:lnTo>
                    <a:pt x="293" y="255"/>
                  </a:lnTo>
                  <a:lnTo>
                    <a:pt x="293" y="256"/>
                  </a:lnTo>
                  <a:lnTo>
                    <a:pt x="294" y="260"/>
                  </a:lnTo>
                  <a:lnTo>
                    <a:pt x="295" y="263"/>
                  </a:lnTo>
                  <a:lnTo>
                    <a:pt x="293" y="267"/>
                  </a:lnTo>
                  <a:lnTo>
                    <a:pt x="290" y="269"/>
                  </a:lnTo>
                  <a:lnTo>
                    <a:pt x="290" y="271"/>
                  </a:lnTo>
                  <a:lnTo>
                    <a:pt x="286" y="274"/>
                  </a:lnTo>
                  <a:lnTo>
                    <a:pt x="282" y="278"/>
                  </a:lnTo>
                  <a:lnTo>
                    <a:pt x="279" y="279"/>
                  </a:lnTo>
                  <a:lnTo>
                    <a:pt x="276" y="279"/>
                  </a:lnTo>
                  <a:lnTo>
                    <a:pt x="271" y="281"/>
                  </a:lnTo>
                  <a:lnTo>
                    <a:pt x="267" y="284"/>
                  </a:lnTo>
                  <a:lnTo>
                    <a:pt x="264" y="288"/>
                  </a:lnTo>
                  <a:lnTo>
                    <a:pt x="260" y="292"/>
                  </a:lnTo>
                  <a:lnTo>
                    <a:pt x="253" y="300"/>
                  </a:lnTo>
                  <a:lnTo>
                    <a:pt x="249" y="304"/>
                  </a:lnTo>
                  <a:lnTo>
                    <a:pt x="244" y="306"/>
                  </a:lnTo>
                  <a:lnTo>
                    <a:pt x="239" y="312"/>
                  </a:lnTo>
                  <a:lnTo>
                    <a:pt x="235" y="316"/>
                  </a:lnTo>
                  <a:lnTo>
                    <a:pt x="230" y="319"/>
                  </a:lnTo>
                  <a:lnTo>
                    <a:pt x="227" y="320"/>
                  </a:lnTo>
                  <a:lnTo>
                    <a:pt x="223" y="322"/>
                  </a:lnTo>
                  <a:lnTo>
                    <a:pt x="222" y="326"/>
                  </a:lnTo>
                  <a:lnTo>
                    <a:pt x="221" y="330"/>
                  </a:lnTo>
                  <a:lnTo>
                    <a:pt x="220" y="333"/>
                  </a:lnTo>
                  <a:lnTo>
                    <a:pt x="215" y="335"/>
                  </a:lnTo>
                  <a:lnTo>
                    <a:pt x="212" y="335"/>
                  </a:lnTo>
                  <a:lnTo>
                    <a:pt x="208" y="335"/>
                  </a:lnTo>
                  <a:lnTo>
                    <a:pt x="206" y="337"/>
                  </a:lnTo>
                  <a:lnTo>
                    <a:pt x="204" y="343"/>
                  </a:lnTo>
                  <a:lnTo>
                    <a:pt x="202" y="345"/>
                  </a:lnTo>
                  <a:lnTo>
                    <a:pt x="198" y="343"/>
                  </a:lnTo>
                  <a:lnTo>
                    <a:pt x="194" y="344"/>
                  </a:lnTo>
                  <a:lnTo>
                    <a:pt x="191" y="346"/>
                  </a:lnTo>
                  <a:lnTo>
                    <a:pt x="190" y="350"/>
                  </a:lnTo>
                  <a:lnTo>
                    <a:pt x="188" y="353"/>
                  </a:lnTo>
                  <a:lnTo>
                    <a:pt x="188" y="357"/>
                  </a:lnTo>
                  <a:lnTo>
                    <a:pt x="190" y="368"/>
                  </a:lnTo>
                  <a:lnTo>
                    <a:pt x="190" y="374"/>
                  </a:lnTo>
                  <a:lnTo>
                    <a:pt x="188" y="378"/>
                  </a:lnTo>
                  <a:lnTo>
                    <a:pt x="190" y="380"/>
                  </a:lnTo>
                  <a:lnTo>
                    <a:pt x="192" y="383"/>
                  </a:lnTo>
                  <a:lnTo>
                    <a:pt x="192" y="387"/>
                  </a:lnTo>
                  <a:lnTo>
                    <a:pt x="191" y="391"/>
                  </a:lnTo>
                  <a:lnTo>
                    <a:pt x="186" y="403"/>
                  </a:lnTo>
                  <a:lnTo>
                    <a:pt x="183" y="409"/>
                  </a:lnTo>
                  <a:lnTo>
                    <a:pt x="182" y="413"/>
                  </a:lnTo>
                  <a:lnTo>
                    <a:pt x="183" y="418"/>
                  </a:lnTo>
                  <a:lnTo>
                    <a:pt x="184" y="431"/>
                  </a:lnTo>
                  <a:lnTo>
                    <a:pt x="184" y="432"/>
                  </a:lnTo>
                  <a:lnTo>
                    <a:pt x="179" y="432"/>
                  </a:lnTo>
                  <a:lnTo>
                    <a:pt x="176" y="432"/>
                  </a:lnTo>
                  <a:lnTo>
                    <a:pt x="175" y="433"/>
                  </a:lnTo>
                  <a:lnTo>
                    <a:pt x="173" y="440"/>
                  </a:lnTo>
                  <a:lnTo>
                    <a:pt x="170" y="444"/>
                  </a:lnTo>
                  <a:lnTo>
                    <a:pt x="170" y="445"/>
                  </a:lnTo>
                  <a:lnTo>
                    <a:pt x="174" y="448"/>
                  </a:lnTo>
                  <a:lnTo>
                    <a:pt x="168" y="450"/>
                  </a:lnTo>
                  <a:lnTo>
                    <a:pt x="166" y="450"/>
                  </a:lnTo>
                  <a:lnTo>
                    <a:pt x="160" y="452"/>
                  </a:lnTo>
                  <a:lnTo>
                    <a:pt x="159" y="455"/>
                  </a:lnTo>
                  <a:lnTo>
                    <a:pt x="158" y="460"/>
                  </a:lnTo>
                  <a:lnTo>
                    <a:pt x="157" y="462"/>
                  </a:lnTo>
                  <a:lnTo>
                    <a:pt x="154" y="464"/>
                  </a:lnTo>
                  <a:lnTo>
                    <a:pt x="150" y="466"/>
                  </a:lnTo>
                  <a:lnTo>
                    <a:pt x="149" y="466"/>
                  </a:lnTo>
                  <a:lnTo>
                    <a:pt x="147" y="468"/>
                  </a:lnTo>
                  <a:lnTo>
                    <a:pt x="146" y="468"/>
                  </a:lnTo>
                  <a:lnTo>
                    <a:pt x="145" y="467"/>
                  </a:lnTo>
                  <a:lnTo>
                    <a:pt x="135" y="457"/>
                  </a:lnTo>
                  <a:lnTo>
                    <a:pt x="135" y="454"/>
                  </a:lnTo>
                  <a:lnTo>
                    <a:pt x="133" y="450"/>
                  </a:lnTo>
                  <a:lnTo>
                    <a:pt x="130" y="441"/>
                  </a:lnTo>
                  <a:lnTo>
                    <a:pt x="126" y="428"/>
                  </a:lnTo>
                  <a:lnTo>
                    <a:pt x="119" y="414"/>
                  </a:lnTo>
                  <a:lnTo>
                    <a:pt x="112" y="403"/>
                  </a:lnTo>
                  <a:lnTo>
                    <a:pt x="108" y="391"/>
                  </a:lnTo>
                  <a:lnTo>
                    <a:pt x="105" y="378"/>
                  </a:lnTo>
                  <a:lnTo>
                    <a:pt x="100" y="366"/>
                  </a:lnTo>
                  <a:lnTo>
                    <a:pt x="94" y="355"/>
                  </a:lnTo>
                  <a:lnTo>
                    <a:pt x="91" y="350"/>
                  </a:lnTo>
                  <a:lnTo>
                    <a:pt x="86" y="339"/>
                  </a:lnTo>
                  <a:lnTo>
                    <a:pt x="84" y="331"/>
                  </a:lnTo>
                  <a:lnTo>
                    <a:pt x="79" y="307"/>
                  </a:lnTo>
                  <a:lnTo>
                    <a:pt x="75" y="287"/>
                  </a:lnTo>
                  <a:lnTo>
                    <a:pt x="74" y="276"/>
                  </a:lnTo>
                  <a:lnTo>
                    <a:pt x="74" y="274"/>
                  </a:lnTo>
                  <a:lnTo>
                    <a:pt x="75" y="269"/>
                  </a:lnTo>
                  <a:lnTo>
                    <a:pt x="79" y="263"/>
                  </a:lnTo>
                  <a:lnTo>
                    <a:pt x="79" y="261"/>
                  </a:lnTo>
                  <a:lnTo>
                    <a:pt x="76" y="259"/>
                  </a:lnTo>
                  <a:lnTo>
                    <a:pt x="74" y="255"/>
                  </a:lnTo>
                  <a:lnTo>
                    <a:pt x="73" y="250"/>
                  </a:lnTo>
                  <a:lnTo>
                    <a:pt x="72" y="244"/>
                  </a:lnTo>
                  <a:lnTo>
                    <a:pt x="73" y="239"/>
                  </a:lnTo>
                  <a:lnTo>
                    <a:pt x="67" y="239"/>
                  </a:lnTo>
                  <a:lnTo>
                    <a:pt x="66" y="241"/>
                  </a:lnTo>
                  <a:lnTo>
                    <a:pt x="64" y="244"/>
                  </a:lnTo>
                  <a:lnTo>
                    <a:pt x="64" y="246"/>
                  </a:lnTo>
                  <a:lnTo>
                    <a:pt x="66" y="247"/>
                  </a:lnTo>
                  <a:lnTo>
                    <a:pt x="67" y="249"/>
                  </a:lnTo>
                  <a:lnTo>
                    <a:pt x="66" y="252"/>
                  </a:lnTo>
                  <a:lnTo>
                    <a:pt x="64" y="255"/>
                  </a:lnTo>
                  <a:lnTo>
                    <a:pt x="60" y="258"/>
                  </a:lnTo>
                  <a:lnTo>
                    <a:pt x="54" y="261"/>
                  </a:lnTo>
                  <a:lnTo>
                    <a:pt x="51" y="261"/>
                  </a:lnTo>
                  <a:lnTo>
                    <a:pt x="47" y="263"/>
                  </a:lnTo>
                  <a:lnTo>
                    <a:pt x="44" y="264"/>
                  </a:lnTo>
                  <a:lnTo>
                    <a:pt x="38" y="261"/>
                  </a:lnTo>
                  <a:lnTo>
                    <a:pt x="34" y="259"/>
                  </a:lnTo>
                  <a:lnTo>
                    <a:pt x="27" y="251"/>
                  </a:lnTo>
                  <a:lnTo>
                    <a:pt x="17" y="242"/>
                  </a:lnTo>
                  <a:lnTo>
                    <a:pt x="13" y="236"/>
                  </a:lnTo>
                  <a:lnTo>
                    <a:pt x="15" y="236"/>
                  </a:lnTo>
                  <a:lnTo>
                    <a:pt x="23" y="237"/>
                  </a:lnTo>
                  <a:lnTo>
                    <a:pt x="27" y="236"/>
                  </a:lnTo>
                  <a:lnTo>
                    <a:pt x="30" y="235"/>
                  </a:lnTo>
                  <a:lnTo>
                    <a:pt x="34" y="233"/>
                  </a:lnTo>
                  <a:lnTo>
                    <a:pt x="37" y="229"/>
                  </a:lnTo>
                  <a:lnTo>
                    <a:pt x="37" y="227"/>
                  </a:lnTo>
                  <a:lnTo>
                    <a:pt x="36" y="227"/>
                  </a:lnTo>
                  <a:lnTo>
                    <a:pt x="31" y="228"/>
                  </a:lnTo>
                  <a:lnTo>
                    <a:pt x="25" y="228"/>
                  </a:lnTo>
                  <a:lnTo>
                    <a:pt x="21" y="227"/>
                  </a:lnTo>
                  <a:lnTo>
                    <a:pt x="17" y="226"/>
                  </a:lnTo>
                  <a:lnTo>
                    <a:pt x="13" y="224"/>
                  </a:lnTo>
                  <a:lnTo>
                    <a:pt x="12" y="224"/>
                  </a:lnTo>
                  <a:lnTo>
                    <a:pt x="6" y="219"/>
                  </a:lnTo>
                  <a:lnTo>
                    <a:pt x="1" y="213"/>
                  </a:lnTo>
                  <a:lnTo>
                    <a:pt x="0" y="211"/>
                  </a:lnTo>
                  <a:lnTo>
                    <a:pt x="3" y="211"/>
                  </a:lnTo>
                  <a:lnTo>
                    <a:pt x="5" y="208"/>
                  </a:lnTo>
                  <a:lnTo>
                    <a:pt x="11" y="207"/>
                  </a:lnTo>
                  <a:lnTo>
                    <a:pt x="11" y="202"/>
                  </a:lnTo>
                  <a:lnTo>
                    <a:pt x="13" y="202"/>
                  </a:lnTo>
                  <a:lnTo>
                    <a:pt x="19" y="202"/>
                  </a:lnTo>
                  <a:lnTo>
                    <a:pt x="24" y="202"/>
                  </a:lnTo>
                  <a:lnTo>
                    <a:pt x="26" y="204"/>
                  </a:lnTo>
                  <a:lnTo>
                    <a:pt x="31" y="204"/>
                  </a:lnTo>
                  <a:lnTo>
                    <a:pt x="33" y="202"/>
                  </a:lnTo>
                  <a:lnTo>
                    <a:pt x="38" y="200"/>
                  </a:lnTo>
                  <a:lnTo>
                    <a:pt x="39" y="201"/>
                  </a:lnTo>
                  <a:lnTo>
                    <a:pt x="40" y="203"/>
                  </a:lnTo>
                  <a:lnTo>
                    <a:pt x="44" y="202"/>
                  </a:lnTo>
                  <a:lnTo>
                    <a:pt x="45" y="201"/>
                  </a:lnTo>
                  <a:lnTo>
                    <a:pt x="48" y="200"/>
                  </a:lnTo>
                  <a:lnTo>
                    <a:pt x="46" y="197"/>
                  </a:lnTo>
                  <a:lnTo>
                    <a:pt x="48" y="196"/>
                  </a:lnTo>
                  <a:lnTo>
                    <a:pt x="43" y="185"/>
                  </a:lnTo>
                  <a:lnTo>
                    <a:pt x="41" y="181"/>
                  </a:lnTo>
                  <a:lnTo>
                    <a:pt x="40" y="178"/>
                  </a:lnTo>
                  <a:lnTo>
                    <a:pt x="37" y="179"/>
                  </a:lnTo>
                  <a:lnTo>
                    <a:pt x="35" y="178"/>
                  </a:lnTo>
                  <a:lnTo>
                    <a:pt x="32" y="175"/>
                  </a:lnTo>
                  <a:lnTo>
                    <a:pt x="33" y="169"/>
                  </a:lnTo>
                  <a:lnTo>
                    <a:pt x="34" y="163"/>
                  </a:lnTo>
                  <a:lnTo>
                    <a:pt x="31" y="163"/>
                  </a:lnTo>
                  <a:lnTo>
                    <a:pt x="27" y="163"/>
                  </a:lnTo>
                  <a:lnTo>
                    <a:pt x="23" y="161"/>
                  </a:lnTo>
                  <a:lnTo>
                    <a:pt x="23" y="158"/>
                  </a:lnTo>
                  <a:lnTo>
                    <a:pt x="23" y="156"/>
                  </a:lnTo>
                  <a:lnTo>
                    <a:pt x="24" y="152"/>
                  </a:lnTo>
                  <a:lnTo>
                    <a:pt x="31" y="145"/>
                  </a:lnTo>
                  <a:lnTo>
                    <a:pt x="32" y="141"/>
                  </a:lnTo>
                  <a:lnTo>
                    <a:pt x="36" y="138"/>
                  </a:lnTo>
                  <a:lnTo>
                    <a:pt x="39" y="137"/>
                  </a:lnTo>
                  <a:lnTo>
                    <a:pt x="40" y="138"/>
                  </a:lnTo>
                  <a:lnTo>
                    <a:pt x="41" y="142"/>
                  </a:lnTo>
                  <a:lnTo>
                    <a:pt x="44" y="143"/>
                  </a:lnTo>
                  <a:lnTo>
                    <a:pt x="50" y="140"/>
                  </a:lnTo>
                  <a:lnTo>
                    <a:pt x="55" y="140"/>
                  </a:lnTo>
                  <a:lnTo>
                    <a:pt x="60" y="139"/>
                  </a:lnTo>
                  <a:lnTo>
                    <a:pt x="61" y="136"/>
                  </a:lnTo>
                  <a:lnTo>
                    <a:pt x="65" y="131"/>
                  </a:lnTo>
                  <a:lnTo>
                    <a:pt x="67" y="127"/>
                  </a:lnTo>
                  <a:lnTo>
                    <a:pt x="68" y="124"/>
                  </a:lnTo>
                  <a:lnTo>
                    <a:pt x="76" y="120"/>
                  </a:lnTo>
                  <a:lnTo>
                    <a:pt x="80" y="115"/>
                  </a:lnTo>
                  <a:lnTo>
                    <a:pt x="83" y="106"/>
                  </a:lnTo>
                  <a:lnTo>
                    <a:pt x="86" y="102"/>
                  </a:lnTo>
                  <a:lnTo>
                    <a:pt x="90" y="101"/>
                  </a:lnTo>
                  <a:lnTo>
                    <a:pt x="93" y="98"/>
                  </a:lnTo>
                  <a:lnTo>
                    <a:pt x="91" y="95"/>
                  </a:lnTo>
                  <a:lnTo>
                    <a:pt x="101" y="83"/>
                  </a:lnTo>
                  <a:lnTo>
                    <a:pt x="103" y="75"/>
                  </a:lnTo>
                  <a:lnTo>
                    <a:pt x="101" y="72"/>
                  </a:lnTo>
                  <a:lnTo>
                    <a:pt x="101" y="69"/>
                  </a:lnTo>
                  <a:lnTo>
                    <a:pt x="105" y="67"/>
                  </a:lnTo>
                  <a:lnTo>
                    <a:pt x="110" y="65"/>
                  </a:lnTo>
                  <a:lnTo>
                    <a:pt x="113" y="64"/>
                  </a:lnTo>
                  <a:lnTo>
                    <a:pt x="115" y="62"/>
                  </a:lnTo>
                  <a:lnTo>
                    <a:pt x="115" y="60"/>
                  </a:lnTo>
                  <a:lnTo>
                    <a:pt x="110" y="57"/>
                  </a:lnTo>
                  <a:lnTo>
                    <a:pt x="105" y="57"/>
                  </a:lnTo>
                  <a:lnTo>
                    <a:pt x="103" y="55"/>
                  </a:lnTo>
                  <a:lnTo>
                    <a:pt x="104" y="51"/>
                  </a:lnTo>
                  <a:lnTo>
                    <a:pt x="98" y="51"/>
                  </a:lnTo>
                  <a:lnTo>
                    <a:pt x="99" y="47"/>
                  </a:lnTo>
                  <a:lnTo>
                    <a:pt x="94" y="45"/>
                  </a:lnTo>
                  <a:lnTo>
                    <a:pt x="93" y="42"/>
                  </a:lnTo>
                  <a:lnTo>
                    <a:pt x="95" y="41"/>
                  </a:lnTo>
                  <a:lnTo>
                    <a:pt x="96" y="37"/>
                  </a:lnTo>
                  <a:lnTo>
                    <a:pt x="93" y="35"/>
                  </a:lnTo>
                  <a:lnTo>
                    <a:pt x="94" y="32"/>
                  </a:lnTo>
                  <a:lnTo>
                    <a:pt x="97" y="31"/>
                  </a:lnTo>
                  <a:lnTo>
                    <a:pt x="97" y="28"/>
                  </a:lnTo>
                  <a:lnTo>
                    <a:pt x="93" y="28"/>
                  </a:lnTo>
                  <a:lnTo>
                    <a:pt x="92" y="26"/>
                  </a:lnTo>
                  <a:lnTo>
                    <a:pt x="93" y="25"/>
                  </a:lnTo>
                  <a:lnTo>
                    <a:pt x="93" y="22"/>
                  </a:lnTo>
                  <a:lnTo>
                    <a:pt x="90" y="22"/>
                  </a:lnTo>
                  <a:lnTo>
                    <a:pt x="90" y="21"/>
                  </a:lnTo>
                  <a:lnTo>
                    <a:pt x="93" y="16"/>
                  </a:lnTo>
                  <a:lnTo>
                    <a:pt x="99" y="14"/>
                  </a:lnTo>
                  <a:lnTo>
                    <a:pt x="111" y="17"/>
                  </a:lnTo>
                  <a:lnTo>
                    <a:pt x="115" y="18"/>
                  </a:lnTo>
                  <a:lnTo>
                    <a:pt x="121" y="19"/>
                  </a:lnTo>
                  <a:lnTo>
                    <a:pt x="125" y="17"/>
                  </a:lnTo>
                  <a:lnTo>
                    <a:pt x="127" y="18"/>
                  </a:lnTo>
                  <a:lnTo>
                    <a:pt x="129" y="15"/>
                  </a:lnTo>
                  <a:lnTo>
                    <a:pt x="132" y="14"/>
                  </a:lnTo>
                  <a:lnTo>
                    <a:pt x="136" y="15"/>
                  </a:lnTo>
                  <a:lnTo>
                    <a:pt x="137" y="17"/>
                  </a:lnTo>
                  <a:lnTo>
                    <a:pt x="139" y="15"/>
                  </a:lnTo>
                  <a:lnTo>
                    <a:pt x="139" y="11"/>
                  </a:lnTo>
                  <a:lnTo>
                    <a:pt x="141" y="7"/>
                  </a:lnTo>
                  <a:lnTo>
                    <a:pt x="144" y="5"/>
                  </a:lnTo>
                  <a:lnTo>
                    <a:pt x="148" y="3"/>
                  </a:lnTo>
                  <a:lnTo>
                    <a:pt x="150" y="2"/>
                  </a:lnTo>
                  <a:lnTo>
                    <a:pt x="153" y="0"/>
                  </a:lnTo>
                  <a:lnTo>
                    <a:pt x="153" y="5"/>
                  </a:lnTo>
                  <a:lnTo>
                    <a:pt x="156" y="14"/>
                  </a:lnTo>
                  <a:lnTo>
                    <a:pt x="158" y="18"/>
                  </a:lnTo>
                  <a:lnTo>
                    <a:pt x="163" y="19"/>
                  </a:lnTo>
                  <a:lnTo>
                    <a:pt x="167" y="22"/>
                  </a:lnTo>
                  <a:lnTo>
                    <a:pt x="168" y="25"/>
                  </a:lnTo>
                  <a:lnTo>
                    <a:pt x="166" y="26"/>
                  </a:lnTo>
                  <a:lnTo>
                    <a:pt x="164" y="28"/>
                  </a:lnTo>
                  <a:lnTo>
                    <a:pt x="165" y="33"/>
                  </a:lnTo>
                  <a:lnTo>
                    <a:pt x="165" y="38"/>
                  </a:lnTo>
                  <a:lnTo>
                    <a:pt x="167" y="39"/>
                  </a:lnTo>
                  <a:lnTo>
                    <a:pt x="173" y="40"/>
                  </a:lnTo>
                  <a:lnTo>
                    <a:pt x="173" y="41"/>
                  </a:lnTo>
                  <a:lnTo>
                    <a:pt x="174" y="43"/>
                  </a:lnTo>
                  <a:lnTo>
                    <a:pt x="178" y="43"/>
                  </a:lnTo>
                  <a:lnTo>
                    <a:pt x="177" y="47"/>
                  </a:lnTo>
                  <a:lnTo>
                    <a:pt x="180" y="52"/>
                  </a:lnTo>
                  <a:lnTo>
                    <a:pt x="176" y="56"/>
                  </a:lnTo>
                  <a:lnTo>
                    <a:pt x="174" y="58"/>
                  </a:lnTo>
                  <a:lnTo>
                    <a:pt x="171" y="58"/>
                  </a:lnTo>
                  <a:lnTo>
                    <a:pt x="168" y="56"/>
                  </a:lnTo>
                  <a:lnTo>
                    <a:pt x="168" y="53"/>
                  </a:lnTo>
                  <a:lnTo>
                    <a:pt x="162" y="55"/>
                  </a:lnTo>
                  <a:lnTo>
                    <a:pt x="164" y="61"/>
                  </a:lnTo>
                  <a:lnTo>
                    <a:pt x="168" y="65"/>
                  </a:lnTo>
                  <a:lnTo>
                    <a:pt x="167" y="69"/>
                  </a:lnTo>
                  <a:lnTo>
                    <a:pt x="169" y="72"/>
                  </a:lnTo>
                  <a:lnTo>
                    <a:pt x="167" y="74"/>
                  </a:lnTo>
                  <a:lnTo>
                    <a:pt x="168" y="78"/>
                  </a:lnTo>
                  <a:lnTo>
                    <a:pt x="170" y="78"/>
                  </a:lnTo>
                  <a:lnTo>
                    <a:pt x="173" y="76"/>
                  </a:lnTo>
                  <a:lnTo>
                    <a:pt x="176" y="78"/>
                  </a:lnTo>
                  <a:lnTo>
                    <a:pt x="181" y="84"/>
                  </a:lnTo>
                  <a:lnTo>
                    <a:pt x="184" y="83"/>
                  </a:lnTo>
                  <a:lnTo>
                    <a:pt x="191" y="88"/>
                  </a:lnTo>
                  <a:lnTo>
                    <a:pt x="191" y="91"/>
                  </a:lnTo>
                  <a:lnTo>
                    <a:pt x="196" y="93"/>
                  </a:lnTo>
                  <a:lnTo>
                    <a:pt x="197" y="93"/>
                  </a:lnTo>
                  <a:lnTo>
                    <a:pt x="203" y="97"/>
                  </a:lnTo>
                  <a:lnTo>
                    <a:pt x="195" y="105"/>
                  </a:lnTo>
                  <a:lnTo>
                    <a:pt x="193" y="106"/>
                  </a:lnTo>
                  <a:lnTo>
                    <a:pt x="193" y="109"/>
                  </a:lnTo>
                  <a:lnTo>
                    <a:pt x="192" y="111"/>
                  </a:lnTo>
                  <a:lnTo>
                    <a:pt x="192" y="114"/>
                  </a:lnTo>
                  <a:lnTo>
                    <a:pt x="190" y="117"/>
                  </a:lnTo>
                  <a:lnTo>
                    <a:pt x="189" y="121"/>
                  </a:lnTo>
                  <a:lnTo>
                    <a:pt x="189" y="123"/>
                  </a:lnTo>
                  <a:lnTo>
                    <a:pt x="193" y="126"/>
                  </a:lnTo>
                  <a:lnTo>
                    <a:pt x="196" y="125"/>
                  </a:lnTo>
                  <a:lnTo>
                    <a:pt x="201" y="129"/>
                  </a:lnTo>
                  <a:lnTo>
                    <a:pt x="206" y="130"/>
                  </a:lnTo>
                  <a:lnTo>
                    <a:pt x="208" y="135"/>
                  </a:lnTo>
                  <a:lnTo>
                    <a:pt x="217" y="140"/>
                  </a:lnTo>
                  <a:lnTo>
                    <a:pt x="219" y="139"/>
                  </a:lnTo>
                  <a:lnTo>
                    <a:pt x="226" y="143"/>
                  </a:lnTo>
                  <a:lnTo>
                    <a:pt x="229" y="143"/>
                  </a:lnTo>
                  <a:lnTo>
                    <a:pt x="231" y="146"/>
                  </a:lnTo>
                  <a:lnTo>
                    <a:pt x="236" y="147"/>
                  </a:lnTo>
                  <a:lnTo>
                    <a:pt x="239" y="149"/>
                  </a:lnTo>
                  <a:lnTo>
                    <a:pt x="240" y="148"/>
                  </a:lnTo>
                  <a:lnTo>
                    <a:pt x="240" y="146"/>
                  </a:lnTo>
                  <a:lnTo>
                    <a:pt x="244" y="146"/>
                  </a:lnTo>
                  <a:lnTo>
                    <a:pt x="247" y="149"/>
                  </a:lnTo>
                  <a:lnTo>
                    <a:pt x="251" y="146"/>
                  </a:lnTo>
                  <a:lnTo>
                    <a:pt x="255" y="148"/>
                  </a:lnTo>
                  <a:lnTo>
                    <a:pt x="259" y="149"/>
                  </a:lnTo>
                  <a:lnTo>
                    <a:pt x="260" y="151"/>
                  </a:lnTo>
                  <a:lnTo>
                    <a:pt x="260" y="154"/>
                  </a:lnTo>
                  <a:lnTo>
                    <a:pt x="265" y="155"/>
                  </a:lnTo>
                  <a:lnTo>
                    <a:pt x="267" y="157"/>
                  </a:lnTo>
                  <a:lnTo>
                    <a:pt x="271" y="159"/>
                  </a:lnTo>
                  <a:lnTo>
                    <a:pt x="275" y="157"/>
                  </a:lnTo>
                  <a:lnTo>
                    <a:pt x="277" y="158"/>
                  </a:lnTo>
                  <a:lnTo>
                    <a:pt x="277" y="160"/>
                  </a:lnTo>
                  <a:lnTo>
                    <a:pt x="279" y="162"/>
                  </a:lnTo>
                  <a:lnTo>
                    <a:pt x="282" y="161"/>
                  </a:lnTo>
                  <a:lnTo>
                    <a:pt x="287" y="162"/>
                  </a:lnTo>
                  <a:lnTo>
                    <a:pt x="293" y="165"/>
                  </a:lnTo>
                  <a:lnTo>
                    <a:pt x="297" y="162"/>
                  </a:lnTo>
                  <a:lnTo>
                    <a:pt x="299" y="165"/>
                  </a:lnTo>
                  <a:lnTo>
                    <a:pt x="301" y="166"/>
                  </a:lnTo>
                  <a:lnTo>
                    <a:pt x="304" y="165"/>
                  </a:lnTo>
                  <a:lnTo>
                    <a:pt x="306" y="166"/>
                  </a:lnTo>
                  <a:lnTo>
                    <a:pt x="311" y="165"/>
                  </a:lnTo>
                  <a:lnTo>
                    <a:pt x="313" y="165"/>
                  </a:lnTo>
                  <a:lnTo>
                    <a:pt x="315" y="159"/>
                  </a:lnTo>
                  <a:lnTo>
                    <a:pt x="312" y="153"/>
                  </a:lnTo>
                  <a:lnTo>
                    <a:pt x="313" y="146"/>
                  </a:lnTo>
                  <a:lnTo>
                    <a:pt x="315" y="140"/>
                  </a:lnTo>
                  <a:lnTo>
                    <a:pt x="317" y="139"/>
                  </a:lnTo>
                  <a:lnTo>
                    <a:pt x="321" y="138"/>
                  </a:lnTo>
                  <a:lnTo>
                    <a:pt x="322" y="139"/>
                  </a:lnTo>
                  <a:lnTo>
                    <a:pt x="323" y="140"/>
                  </a:lnTo>
                  <a:lnTo>
                    <a:pt x="323" y="147"/>
                  </a:lnTo>
                  <a:lnTo>
                    <a:pt x="324" y="152"/>
                  </a:lnTo>
                  <a:lnTo>
                    <a:pt x="324" y="153"/>
                  </a:lnTo>
                  <a:lnTo>
                    <a:pt x="325" y="157"/>
                  </a:lnTo>
                  <a:lnTo>
                    <a:pt x="330" y="158"/>
                  </a:lnTo>
                  <a:lnTo>
                    <a:pt x="334" y="159"/>
                  </a:lnTo>
                  <a:lnTo>
                    <a:pt x="340" y="161"/>
                  </a:lnTo>
                  <a:lnTo>
                    <a:pt x="341" y="161"/>
                  </a:lnTo>
                  <a:lnTo>
                    <a:pt x="344" y="160"/>
                  </a:lnTo>
                  <a:lnTo>
                    <a:pt x="348" y="158"/>
                  </a:lnTo>
                  <a:lnTo>
                    <a:pt x="350" y="158"/>
                  </a:lnTo>
                  <a:lnTo>
                    <a:pt x="352" y="159"/>
                  </a:lnTo>
                  <a:lnTo>
                    <a:pt x="361" y="160"/>
                  </a:lnTo>
                  <a:lnTo>
                    <a:pt x="368" y="159"/>
                  </a:lnTo>
                  <a:lnTo>
                    <a:pt x="373" y="159"/>
                  </a:lnTo>
                  <a:lnTo>
                    <a:pt x="374" y="154"/>
                  </a:lnTo>
                  <a:lnTo>
                    <a:pt x="374" y="152"/>
                  </a:lnTo>
                  <a:lnTo>
                    <a:pt x="373" y="150"/>
                  </a:lnTo>
                  <a:lnTo>
                    <a:pt x="370" y="150"/>
                  </a:lnTo>
                  <a:lnTo>
                    <a:pt x="368" y="147"/>
                  </a:lnTo>
                  <a:lnTo>
                    <a:pt x="368" y="145"/>
                  </a:lnTo>
                  <a:lnTo>
                    <a:pt x="368" y="144"/>
                  </a:lnTo>
                  <a:lnTo>
                    <a:pt x="369" y="143"/>
                  </a:lnTo>
                  <a:lnTo>
                    <a:pt x="375" y="143"/>
                  </a:lnTo>
                  <a:lnTo>
                    <a:pt x="380" y="141"/>
                  </a:lnTo>
                  <a:lnTo>
                    <a:pt x="383" y="139"/>
                  </a:lnTo>
                  <a:lnTo>
                    <a:pt x="390" y="130"/>
                  </a:lnTo>
                  <a:lnTo>
                    <a:pt x="394" y="127"/>
                  </a:lnTo>
                  <a:lnTo>
                    <a:pt x="400" y="125"/>
                  </a:lnTo>
                  <a:lnTo>
                    <a:pt x="408" y="120"/>
                  </a:lnTo>
                  <a:lnTo>
                    <a:pt x="412" y="117"/>
                  </a:lnTo>
                  <a:lnTo>
                    <a:pt x="414" y="116"/>
                  </a:lnTo>
                  <a:lnTo>
                    <a:pt x="416" y="118"/>
                  </a:lnTo>
                  <a:lnTo>
                    <a:pt x="423" y="120"/>
                  </a:lnTo>
                  <a:lnTo>
                    <a:pt x="426" y="120"/>
                  </a:lnTo>
                  <a:lnTo>
                    <a:pt x="435" y="113"/>
                  </a:lnTo>
                  <a:lnTo>
                    <a:pt x="439" y="116"/>
                  </a:lnTo>
                  <a:lnTo>
                    <a:pt x="444" y="122"/>
                  </a:lnTo>
                  <a:lnTo>
                    <a:pt x="444" y="125"/>
                  </a:lnTo>
                  <a:lnTo>
                    <a:pt x="442" y="129"/>
                  </a:lnTo>
                  <a:lnTo>
                    <a:pt x="441" y="131"/>
                  </a:lnTo>
                  <a:lnTo>
                    <a:pt x="443" y="132"/>
                  </a:lnTo>
                  <a:lnTo>
                    <a:pt x="448" y="132"/>
                  </a:lnTo>
                  <a:lnTo>
                    <a:pt x="453" y="134"/>
                  </a:lnTo>
                  <a:lnTo>
                    <a:pt x="458" y="135"/>
                  </a:lnTo>
                  <a:lnTo>
                    <a:pt x="457" y="139"/>
                  </a:lnTo>
                  <a:lnTo>
                    <a:pt x="457" y="140"/>
                  </a:lnTo>
                  <a:lnTo>
                    <a:pt x="452" y="145"/>
                  </a:lnTo>
                  <a:lnTo>
                    <a:pt x="452" y="147"/>
                  </a:lnTo>
                  <a:lnTo>
                    <a:pt x="453" y="153"/>
                  </a:lnTo>
                  <a:lnTo>
                    <a:pt x="451" y="154"/>
                  </a:lnTo>
                  <a:lnTo>
                    <a:pt x="445" y="152"/>
                  </a:lnTo>
                  <a:lnTo>
                    <a:pt x="441" y="151"/>
                  </a:lnTo>
                  <a:lnTo>
                    <a:pt x="439" y="152"/>
                  </a:lnTo>
                  <a:lnTo>
                    <a:pt x="434" y="156"/>
                  </a:lnTo>
                  <a:lnTo>
                    <a:pt x="424" y="163"/>
                  </a:lnTo>
                  <a:lnTo>
                    <a:pt x="422" y="166"/>
                  </a:lnTo>
                  <a:lnTo>
                    <a:pt x="423" y="172"/>
                  </a:lnTo>
                  <a:lnTo>
                    <a:pt x="422" y="175"/>
                  </a:lnTo>
                  <a:lnTo>
                    <a:pt x="415" y="184"/>
                  </a:lnTo>
                  <a:lnTo>
                    <a:pt x="415" y="185"/>
                  </a:lnTo>
                  <a:lnTo>
                    <a:pt x="416" y="188"/>
                  </a:lnTo>
                  <a:lnTo>
                    <a:pt x="416" y="191"/>
                  </a:lnTo>
                  <a:lnTo>
                    <a:pt x="408" y="208"/>
                  </a:lnTo>
                  <a:lnTo>
                    <a:pt x="407" y="209"/>
                  </a:lnTo>
                  <a:lnTo>
                    <a:pt x="405" y="209"/>
                  </a:lnTo>
                  <a:lnTo>
                    <a:pt x="402" y="208"/>
                  </a:lnTo>
                  <a:lnTo>
                    <a:pt x="396" y="206"/>
                  </a:lnTo>
                  <a:lnTo>
                    <a:pt x="396" y="208"/>
                  </a:lnTo>
                  <a:lnTo>
                    <a:pt x="397" y="220"/>
                  </a:lnTo>
                  <a:lnTo>
                    <a:pt x="395" y="223"/>
                  </a:lnTo>
                  <a:lnTo>
                    <a:pt x="392" y="224"/>
                  </a:lnTo>
                  <a:lnTo>
                    <a:pt x="391" y="226"/>
                  </a:lnTo>
                  <a:lnTo>
                    <a:pt x="392" y="232"/>
                  </a:lnTo>
                  <a:lnTo>
                    <a:pt x="392" y="238"/>
                  </a:lnTo>
                  <a:lnTo>
                    <a:pt x="390" y="241"/>
                  </a:lnTo>
                  <a:lnTo>
                    <a:pt x="388" y="242"/>
                  </a:lnTo>
                  <a:lnTo>
                    <a:pt x="386" y="240"/>
                  </a:lnTo>
                  <a:lnTo>
                    <a:pt x="382" y="23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8" name="Freeform 37"/>
            <p:cNvSpPr>
              <a:spLocks/>
            </p:cNvSpPr>
            <p:nvPr/>
          </p:nvSpPr>
          <p:spPr bwMode="gray">
            <a:xfrm>
              <a:off x="4121150" y="3767138"/>
              <a:ext cx="727075" cy="742950"/>
            </a:xfrm>
            <a:custGeom>
              <a:avLst/>
              <a:gdLst>
                <a:gd name="T0" fmla="*/ 368 w 458"/>
                <a:gd name="T1" fmla="*/ 225 h 468"/>
                <a:gd name="T2" fmla="*/ 370 w 458"/>
                <a:gd name="T3" fmla="*/ 205 h 468"/>
                <a:gd name="T4" fmla="*/ 349 w 458"/>
                <a:gd name="T5" fmla="*/ 187 h 468"/>
                <a:gd name="T6" fmla="*/ 332 w 458"/>
                <a:gd name="T7" fmla="*/ 173 h 468"/>
                <a:gd name="T8" fmla="*/ 316 w 458"/>
                <a:gd name="T9" fmla="*/ 178 h 468"/>
                <a:gd name="T10" fmla="*/ 314 w 458"/>
                <a:gd name="T11" fmla="*/ 199 h 468"/>
                <a:gd name="T12" fmla="*/ 327 w 458"/>
                <a:gd name="T13" fmla="*/ 241 h 468"/>
                <a:gd name="T14" fmla="*/ 319 w 458"/>
                <a:gd name="T15" fmla="*/ 246 h 468"/>
                <a:gd name="T16" fmla="*/ 299 w 458"/>
                <a:gd name="T17" fmla="*/ 251 h 468"/>
                <a:gd name="T18" fmla="*/ 290 w 458"/>
                <a:gd name="T19" fmla="*/ 271 h 468"/>
                <a:gd name="T20" fmla="*/ 260 w 458"/>
                <a:gd name="T21" fmla="*/ 292 h 468"/>
                <a:gd name="T22" fmla="*/ 223 w 458"/>
                <a:gd name="T23" fmla="*/ 322 h 468"/>
                <a:gd name="T24" fmla="*/ 204 w 458"/>
                <a:gd name="T25" fmla="*/ 343 h 468"/>
                <a:gd name="T26" fmla="*/ 190 w 458"/>
                <a:gd name="T27" fmla="*/ 368 h 468"/>
                <a:gd name="T28" fmla="*/ 183 w 458"/>
                <a:gd name="T29" fmla="*/ 409 h 468"/>
                <a:gd name="T30" fmla="*/ 173 w 458"/>
                <a:gd name="T31" fmla="*/ 440 h 468"/>
                <a:gd name="T32" fmla="*/ 158 w 458"/>
                <a:gd name="T33" fmla="*/ 460 h 468"/>
                <a:gd name="T34" fmla="*/ 145 w 458"/>
                <a:gd name="T35" fmla="*/ 467 h 468"/>
                <a:gd name="T36" fmla="*/ 108 w 458"/>
                <a:gd name="T37" fmla="*/ 391 h 468"/>
                <a:gd name="T38" fmla="*/ 75 w 458"/>
                <a:gd name="T39" fmla="*/ 287 h 468"/>
                <a:gd name="T40" fmla="*/ 73 w 458"/>
                <a:gd name="T41" fmla="*/ 250 h 468"/>
                <a:gd name="T42" fmla="*/ 67 w 458"/>
                <a:gd name="T43" fmla="*/ 249 h 468"/>
                <a:gd name="T44" fmla="*/ 38 w 458"/>
                <a:gd name="T45" fmla="*/ 261 h 468"/>
                <a:gd name="T46" fmla="*/ 30 w 458"/>
                <a:gd name="T47" fmla="*/ 235 h 468"/>
                <a:gd name="T48" fmla="*/ 17 w 458"/>
                <a:gd name="T49" fmla="*/ 226 h 468"/>
                <a:gd name="T50" fmla="*/ 11 w 458"/>
                <a:gd name="T51" fmla="*/ 207 h 468"/>
                <a:gd name="T52" fmla="*/ 38 w 458"/>
                <a:gd name="T53" fmla="*/ 200 h 468"/>
                <a:gd name="T54" fmla="*/ 43 w 458"/>
                <a:gd name="T55" fmla="*/ 185 h 468"/>
                <a:gd name="T56" fmla="*/ 31 w 458"/>
                <a:gd name="T57" fmla="*/ 163 h 468"/>
                <a:gd name="T58" fmla="*/ 36 w 458"/>
                <a:gd name="T59" fmla="*/ 138 h 468"/>
                <a:gd name="T60" fmla="*/ 61 w 458"/>
                <a:gd name="T61" fmla="*/ 136 h 468"/>
                <a:gd name="T62" fmla="*/ 90 w 458"/>
                <a:gd name="T63" fmla="*/ 101 h 468"/>
                <a:gd name="T64" fmla="*/ 110 w 458"/>
                <a:gd name="T65" fmla="*/ 65 h 468"/>
                <a:gd name="T66" fmla="*/ 98 w 458"/>
                <a:gd name="T67" fmla="*/ 51 h 468"/>
                <a:gd name="T68" fmla="*/ 97 w 458"/>
                <a:gd name="T69" fmla="*/ 31 h 468"/>
                <a:gd name="T70" fmla="*/ 93 w 458"/>
                <a:gd name="T71" fmla="*/ 16 h 468"/>
                <a:gd name="T72" fmla="*/ 132 w 458"/>
                <a:gd name="T73" fmla="*/ 14 h 468"/>
                <a:gd name="T74" fmla="*/ 150 w 458"/>
                <a:gd name="T75" fmla="*/ 2 h 468"/>
                <a:gd name="T76" fmla="*/ 166 w 458"/>
                <a:gd name="T77" fmla="*/ 26 h 468"/>
                <a:gd name="T78" fmla="*/ 178 w 458"/>
                <a:gd name="T79" fmla="*/ 43 h 468"/>
                <a:gd name="T80" fmla="*/ 162 w 458"/>
                <a:gd name="T81" fmla="*/ 55 h 468"/>
                <a:gd name="T82" fmla="*/ 173 w 458"/>
                <a:gd name="T83" fmla="*/ 76 h 468"/>
                <a:gd name="T84" fmla="*/ 203 w 458"/>
                <a:gd name="T85" fmla="*/ 97 h 468"/>
                <a:gd name="T86" fmla="*/ 189 w 458"/>
                <a:gd name="T87" fmla="*/ 123 h 468"/>
                <a:gd name="T88" fmla="*/ 226 w 458"/>
                <a:gd name="T89" fmla="*/ 143 h 468"/>
                <a:gd name="T90" fmla="*/ 247 w 458"/>
                <a:gd name="T91" fmla="*/ 149 h 468"/>
                <a:gd name="T92" fmla="*/ 271 w 458"/>
                <a:gd name="T93" fmla="*/ 159 h 468"/>
                <a:gd name="T94" fmla="*/ 297 w 458"/>
                <a:gd name="T95" fmla="*/ 162 h 468"/>
                <a:gd name="T96" fmla="*/ 312 w 458"/>
                <a:gd name="T97" fmla="*/ 153 h 468"/>
                <a:gd name="T98" fmla="*/ 323 w 458"/>
                <a:gd name="T99" fmla="*/ 147 h 468"/>
                <a:gd name="T100" fmla="*/ 344 w 458"/>
                <a:gd name="T101" fmla="*/ 160 h 468"/>
                <a:gd name="T102" fmla="*/ 374 w 458"/>
                <a:gd name="T103" fmla="*/ 152 h 468"/>
                <a:gd name="T104" fmla="*/ 380 w 458"/>
                <a:gd name="T105" fmla="*/ 141 h 468"/>
                <a:gd name="T106" fmla="*/ 416 w 458"/>
                <a:gd name="T107" fmla="*/ 118 h 468"/>
                <a:gd name="T108" fmla="*/ 441 w 458"/>
                <a:gd name="T109" fmla="*/ 131 h 468"/>
                <a:gd name="T110" fmla="*/ 452 w 458"/>
                <a:gd name="T111" fmla="*/ 145 h 468"/>
                <a:gd name="T112" fmla="*/ 424 w 458"/>
                <a:gd name="T113" fmla="*/ 163 h 468"/>
                <a:gd name="T114" fmla="*/ 408 w 458"/>
                <a:gd name="T115" fmla="*/ 208 h 468"/>
                <a:gd name="T116" fmla="*/ 392 w 458"/>
                <a:gd name="T117" fmla="*/ 224 h 46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58"/>
                <a:gd name="T178" fmla="*/ 0 h 468"/>
                <a:gd name="T179" fmla="*/ 458 w 458"/>
                <a:gd name="T180" fmla="*/ 468 h 46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58" h="468">
                  <a:moveTo>
                    <a:pt x="382" y="239"/>
                  </a:moveTo>
                  <a:lnTo>
                    <a:pt x="382" y="236"/>
                  </a:lnTo>
                  <a:lnTo>
                    <a:pt x="377" y="217"/>
                  </a:lnTo>
                  <a:lnTo>
                    <a:pt x="377" y="213"/>
                  </a:lnTo>
                  <a:lnTo>
                    <a:pt x="374" y="213"/>
                  </a:lnTo>
                  <a:lnTo>
                    <a:pt x="372" y="214"/>
                  </a:lnTo>
                  <a:lnTo>
                    <a:pt x="370" y="222"/>
                  </a:lnTo>
                  <a:lnTo>
                    <a:pt x="368" y="225"/>
                  </a:lnTo>
                  <a:lnTo>
                    <a:pt x="364" y="222"/>
                  </a:lnTo>
                  <a:lnTo>
                    <a:pt x="362" y="220"/>
                  </a:lnTo>
                  <a:lnTo>
                    <a:pt x="361" y="217"/>
                  </a:lnTo>
                  <a:lnTo>
                    <a:pt x="361" y="215"/>
                  </a:lnTo>
                  <a:lnTo>
                    <a:pt x="361" y="211"/>
                  </a:lnTo>
                  <a:lnTo>
                    <a:pt x="361" y="208"/>
                  </a:lnTo>
                  <a:lnTo>
                    <a:pt x="366" y="206"/>
                  </a:lnTo>
                  <a:lnTo>
                    <a:pt x="370" y="205"/>
                  </a:lnTo>
                  <a:lnTo>
                    <a:pt x="376" y="199"/>
                  </a:lnTo>
                  <a:lnTo>
                    <a:pt x="377" y="196"/>
                  </a:lnTo>
                  <a:lnTo>
                    <a:pt x="377" y="190"/>
                  </a:lnTo>
                  <a:lnTo>
                    <a:pt x="377" y="189"/>
                  </a:lnTo>
                  <a:lnTo>
                    <a:pt x="376" y="188"/>
                  </a:lnTo>
                  <a:lnTo>
                    <a:pt x="359" y="187"/>
                  </a:lnTo>
                  <a:lnTo>
                    <a:pt x="355" y="187"/>
                  </a:lnTo>
                  <a:lnTo>
                    <a:pt x="349" y="187"/>
                  </a:lnTo>
                  <a:lnTo>
                    <a:pt x="345" y="187"/>
                  </a:lnTo>
                  <a:lnTo>
                    <a:pt x="341" y="186"/>
                  </a:lnTo>
                  <a:lnTo>
                    <a:pt x="340" y="185"/>
                  </a:lnTo>
                  <a:lnTo>
                    <a:pt x="340" y="180"/>
                  </a:lnTo>
                  <a:lnTo>
                    <a:pt x="340" y="176"/>
                  </a:lnTo>
                  <a:lnTo>
                    <a:pt x="339" y="173"/>
                  </a:lnTo>
                  <a:lnTo>
                    <a:pt x="336" y="173"/>
                  </a:lnTo>
                  <a:lnTo>
                    <a:pt x="332" y="173"/>
                  </a:lnTo>
                  <a:lnTo>
                    <a:pt x="329" y="171"/>
                  </a:lnTo>
                  <a:lnTo>
                    <a:pt x="327" y="170"/>
                  </a:lnTo>
                  <a:lnTo>
                    <a:pt x="318" y="167"/>
                  </a:lnTo>
                  <a:lnTo>
                    <a:pt x="317" y="168"/>
                  </a:lnTo>
                  <a:lnTo>
                    <a:pt x="313" y="172"/>
                  </a:lnTo>
                  <a:lnTo>
                    <a:pt x="312" y="174"/>
                  </a:lnTo>
                  <a:lnTo>
                    <a:pt x="312" y="176"/>
                  </a:lnTo>
                  <a:lnTo>
                    <a:pt x="316" y="178"/>
                  </a:lnTo>
                  <a:lnTo>
                    <a:pt x="325" y="185"/>
                  </a:lnTo>
                  <a:lnTo>
                    <a:pt x="326" y="186"/>
                  </a:lnTo>
                  <a:lnTo>
                    <a:pt x="325" y="187"/>
                  </a:lnTo>
                  <a:lnTo>
                    <a:pt x="323" y="188"/>
                  </a:lnTo>
                  <a:lnTo>
                    <a:pt x="319" y="189"/>
                  </a:lnTo>
                  <a:lnTo>
                    <a:pt x="316" y="191"/>
                  </a:lnTo>
                  <a:lnTo>
                    <a:pt x="312" y="196"/>
                  </a:lnTo>
                  <a:lnTo>
                    <a:pt x="314" y="199"/>
                  </a:lnTo>
                  <a:lnTo>
                    <a:pt x="322" y="201"/>
                  </a:lnTo>
                  <a:lnTo>
                    <a:pt x="323" y="203"/>
                  </a:lnTo>
                  <a:lnTo>
                    <a:pt x="323" y="205"/>
                  </a:lnTo>
                  <a:lnTo>
                    <a:pt x="320" y="211"/>
                  </a:lnTo>
                  <a:lnTo>
                    <a:pt x="320" y="213"/>
                  </a:lnTo>
                  <a:lnTo>
                    <a:pt x="322" y="216"/>
                  </a:lnTo>
                  <a:lnTo>
                    <a:pt x="325" y="228"/>
                  </a:lnTo>
                  <a:lnTo>
                    <a:pt x="327" y="241"/>
                  </a:lnTo>
                  <a:lnTo>
                    <a:pt x="328" y="245"/>
                  </a:lnTo>
                  <a:lnTo>
                    <a:pt x="327" y="247"/>
                  </a:lnTo>
                  <a:lnTo>
                    <a:pt x="327" y="249"/>
                  </a:lnTo>
                  <a:lnTo>
                    <a:pt x="326" y="249"/>
                  </a:lnTo>
                  <a:lnTo>
                    <a:pt x="323" y="249"/>
                  </a:lnTo>
                  <a:lnTo>
                    <a:pt x="322" y="244"/>
                  </a:lnTo>
                  <a:lnTo>
                    <a:pt x="321" y="243"/>
                  </a:lnTo>
                  <a:lnTo>
                    <a:pt x="319" y="246"/>
                  </a:lnTo>
                  <a:lnTo>
                    <a:pt x="318" y="248"/>
                  </a:lnTo>
                  <a:lnTo>
                    <a:pt x="316" y="248"/>
                  </a:lnTo>
                  <a:lnTo>
                    <a:pt x="315" y="248"/>
                  </a:lnTo>
                  <a:lnTo>
                    <a:pt x="313" y="244"/>
                  </a:lnTo>
                  <a:lnTo>
                    <a:pt x="312" y="242"/>
                  </a:lnTo>
                  <a:lnTo>
                    <a:pt x="310" y="246"/>
                  </a:lnTo>
                  <a:lnTo>
                    <a:pt x="306" y="248"/>
                  </a:lnTo>
                  <a:lnTo>
                    <a:pt x="299" y="251"/>
                  </a:lnTo>
                  <a:lnTo>
                    <a:pt x="295" y="253"/>
                  </a:lnTo>
                  <a:lnTo>
                    <a:pt x="293" y="255"/>
                  </a:lnTo>
                  <a:lnTo>
                    <a:pt x="293" y="256"/>
                  </a:lnTo>
                  <a:lnTo>
                    <a:pt x="294" y="260"/>
                  </a:lnTo>
                  <a:lnTo>
                    <a:pt x="295" y="263"/>
                  </a:lnTo>
                  <a:lnTo>
                    <a:pt x="293" y="267"/>
                  </a:lnTo>
                  <a:lnTo>
                    <a:pt x="290" y="269"/>
                  </a:lnTo>
                  <a:lnTo>
                    <a:pt x="290" y="271"/>
                  </a:lnTo>
                  <a:lnTo>
                    <a:pt x="286" y="274"/>
                  </a:lnTo>
                  <a:lnTo>
                    <a:pt x="282" y="278"/>
                  </a:lnTo>
                  <a:lnTo>
                    <a:pt x="279" y="279"/>
                  </a:lnTo>
                  <a:lnTo>
                    <a:pt x="276" y="279"/>
                  </a:lnTo>
                  <a:lnTo>
                    <a:pt x="271" y="281"/>
                  </a:lnTo>
                  <a:lnTo>
                    <a:pt x="267" y="284"/>
                  </a:lnTo>
                  <a:lnTo>
                    <a:pt x="264" y="288"/>
                  </a:lnTo>
                  <a:lnTo>
                    <a:pt x="260" y="292"/>
                  </a:lnTo>
                  <a:lnTo>
                    <a:pt x="253" y="300"/>
                  </a:lnTo>
                  <a:lnTo>
                    <a:pt x="249" y="304"/>
                  </a:lnTo>
                  <a:lnTo>
                    <a:pt x="244" y="306"/>
                  </a:lnTo>
                  <a:lnTo>
                    <a:pt x="239" y="312"/>
                  </a:lnTo>
                  <a:lnTo>
                    <a:pt x="235" y="316"/>
                  </a:lnTo>
                  <a:lnTo>
                    <a:pt x="230" y="319"/>
                  </a:lnTo>
                  <a:lnTo>
                    <a:pt x="227" y="320"/>
                  </a:lnTo>
                  <a:lnTo>
                    <a:pt x="223" y="322"/>
                  </a:lnTo>
                  <a:lnTo>
                    <a:pt x="222" y="326"/>
                  </a:lnTo>
                  <a:lnTo>
                    <a:pt x="221" y="330"/>
                  </a:lnTo>
                  <a:lnTo>
                    <a:pt x="220" y="333"/>
                  </a:lnTo>
                  <a:lnTo>
                    <a:pt x="215" y="335"/>
                  </a:lnTo>
                  <a:lnTo>
                    <a:pt x="212" y="335"/>
                  </a:lnTo>
                  <a:lnTo>
                    <a:pt x="208" y="335"/>
                  </a:lnTo>
                  <a:lnTo>
                    <a:pt x="206" y="337"/>
                  </a:lnTo>
                  <a:lnTo>
                    <a:pt x="204" y="343"/>
                  </a:lnTo>
                  <a:lnTo>
                    <a:pt x="202" y="345"/>
                  </a:lnTo>
                  <a:lnTo>
                    <a:pt x="198" y="343"/>
                  </a:lnTo>
                  <a:lnTo>
                    <a:pt x="194" y="344"/>
                  </a:lnTo>
                  <a:lnTo>
                    <a:pt x="191" y="346"/>
                  </a:lnTo>
                  <a:lnTo>
                    <a:pt x="190" y="350"/>
                  </a:lnTo>
                  <a:lnTo>
                    <a:pt x="188" y="353"/>
                  </a:lnTo>
                  <a:lnTo>
                    <a:pt x="188" y="357"/>
                  </a:lnTo>
                  <a:lnTo>
                    <a:pt x="190" y="368"/>
                  </a:lnTo>
                  <a:lnTo>
                    <a:pt x="190" y="374"/>
                  </a:lnTo>
                  <a:lnTo>
                    <a:pt x="188" y="378"/>
                  </a:lnTo>
                  <a:lnTo>
                    <a:pt x="190" y="380"/>
                  </a:lnTo>
                  <a:lnTo>
                    <a:pt x="192" y="383"/>
                  </a:lnTo>
                  <a:lnTo>
                    <a:pt x="192" y="387"/>
                  </a:lnTo>
                  <a:lnTo>
                    <a:pt x="191" y="391"/>
                  </a:lnTo>
                  <a:lnTo>
                    <a:pt x="186" y="403"/>
                  </a:lnTo>
                  <a:lnTo>
                    <a:pt x="183" y="409"/>
                  </a:lnTo>
                  <a:lnTo>
                    <a:pt x="182" y="413"/>
                  </a:lnTo>
                  <a:lnTo>
                    <a:pt x="183" y="418"/>
                  </a:lnTo>
                  <a:lnTo>
                    <a:pt x="184" y="431"/>
                  </a:lnTo>
                  <a:lnTo>
                    <a:pt x="184" y="432"/>
                  </a:lnTo>
                  <a:lnTo>
                    <a:pt x="179" y="432"/>
                  </a:lnTo>
                  <a:lnTo>
                    <a:pt x="176" y="432"/>
                  </a:lnTo>
                  <a:lnTo>
                    <a:pt x="175" y="433"/>
                  </a:lnTo>
                  <a:lnTo>
                    <a:pt x="173" y="440"/>
                  </a:lnTo>
                  <a:lnTo>
                    <a:pt x="170" y="444"/>
                  </a:lnTo>
                  <a:lnTo>
                    <a:pt x="170" y="445"/>
                  </a:lnTo>
                  <a:lnTo>
                    <a:pt x="174" y="448"/>
                  </a:lnTo>
                  <a:lnTo>
                    <a:pt x="168" y="450"/>
                  </a:lnTo>
                  <a:lnTo>
                    <a:pt x="166" y="450"/>
                  </a:lnTo>
                  <a:lnTo>
                    <a:pt x="160" y="452"/>
                  </a:lnTo>
                  <a:lnTo>
                    <a:pt x="159" y="455"/>
                  </a:lnTo>
                  <a:lnTo>
                    <a:pt x="158" y="460"/>
                  </a:lnTo>
                  <a:lnTo>
                    <a:pt x="157" y="462"/>
                  </a:lnTo>
                  <a:lnTo>
                    <a:pt x="154" y="464"/>
                  </a:lnTo>
                  <a:lnTo>
                    <a:pt x="150" y="466"/>
                  </a:lnTo>
                  <a:lnTo>
                    <a:pt x="149" y="466"/>
                  </a:lnTo>
                  <a:lnTo>
                    <a:pt x="147" y="468"/>
                  </a:lnTo>
                  <a:lnTo>
                    <a:pt x="146" y="468"/>
                  </a:lnTo>
                  <a:lnTo>
                    <a:pt x="145" y="467"/>
                  </a:lnTo>
                  <a:lnTo>
                    <a:pt x="135" y="457"/>
                  </a:lnTo>
                  <a:lnTo>
                    <a:pt x="135" y="454"/>
                  </a:lnTo>
                  <a:lnTo>
                    <a:pt x="133" y="450"/>
                  </a:lnTo>
                  <a:lnTo>
                    <a:pt x="130" y="441"/>
                  </a:lnTo>
                  <a:lnTo>
                    <a:pt x="126" y="428"/>
                  </a:lnTo>
                  <a:lnTo>
                    <a:pt x="119" y="414"/>
                  </a:lnTo>
                  <a:lnTo>
                    <a:pt x="112" y="403"/>
                  </a:lnTo>
                  <a:lnTo>
                    <a:pt x="108" y="391"/>
                  </a:lnTo>
                  <a:lnTo>
                    <a:pt x="105" y="378"/>
                  </a:lnTo>
                  <a:lnTo>
                    <a:pt x="100" y="366"/>
                  </a:lnTo>
                  <a:lnTo>
                    <a:pt x="94" y="355"/>
                  </a:lnTo>
                  <a:lnTo>
                    <a:pt x="91" y="350"/>
                  </a:lnTo>
                  <a:lnTo>
                    <a:pt x="86" y="339"/>
                  </a:lnTo>
                  <a:lnTo>
                    <a:pt x="84" y="331"/>
                  </a:lnTo>
                  <a:lnTo>
                    <a:pt x="79" y="307"/>
                  </a:lnTo>
                  <a:lnTo>
                    <a:pt x="75" y="287"/>
                  </a:lnTo>
                  <a:lnTo>
                    <a:pt x="74" y="276"/>
                  </a:lnTo>
                  <a:lnTo>
                    <a:pt x="74" y="274"/>
                  </a:lnTo>
                  <a:lnTo>
                    <a:pt x="75" y="269"/>
                  </a:lnTo>
                  <a:lnTo>
                    <a:pt x="79" y="263"/>
                  </a:lnTo>
                  <a:lnTo>
                    <a:pt x="79" y="261"/>
                  </a:lnTo>
                  <a:lnTo>
                    <a:pt x="76" y="259"/>
                  </a:lnTo>
                  <a:lnTo>
                    <a:pt x="74" y="255"/>
                  </a:lnTo>
                  <a:lnTo>
                    <a:pt x="73" y="250"/>
                  </a:lnTo>
                  <a:lnTo>
                    <a:pt x="72" y="244"/>
                  </a:lnTo>
                  <a:lnTo>
                    <a:pt x="73" y="239"/>
                  </a:lnTo>
                  <a:lnTo>
                    <a:pt x="67" y="239"/>
                  </a:lnTo>
                  <a:lnTo>
                    <a:pt x="66" y="241"/>
                  </a:lnTo>
                  <a:lnTo>
                    <a:pt x="64" y="244"/>
                  </a:lnTo>
                  <a:lnTo>
                    <a:pt x="64" y="246"/>
                  </a:lnTo>
                  <a:lnTo>
                    <a:pt x="66" y="247"/>
                  </a:lnTo>
                  <a:lnTo>
                    <a:pt x="67" y="249"/>
                  </a:lnTo>
                  <a:lnTo>
                    <a:pt x="66" y="252"/>
                  </a:lnTo>
                  <a:lnTo>
                    <a:pt x="64" y="255"/>
                  </a:lnTo>
                  <a:lnTo>
                    <a:pt x="60" y="258"/>
                  </a:lnTo>
                  <a:lnTo>
                    <a:pt x="54" y="261"/>
                  </a:lnTo>
                  <a:lnTo>
                    <a:pt x="51" y="261"/>
                  </a:lnTo>
                  <a:lnTo>
                    <a:pt x="47" y="263"/>
                  </a:lnTo>
                  <a:lnTo>
                    <a:pt x="44" y="264"/>
                  </a:lnTo>
                  <a:lnTo>
                    <a:pt x="38" y="261"/>
                  </a:lnTo>
                  <a:lnTo>
                    <a:pt x="34" y="259"/>
                  </a:lnTo>
                  <a:lnTo>
                    <a:pt x="27" y="251"/>
                  </a:lnTo>
                  <a:lnTo>
                    <a:pt x="17" y="242"/>
                  </a:lnTo>
                  <a:lnTo>
                    <a:pt x="13" y="236"/>
                  </a:lnTo>
                  <a:lnTo>
                    <a:pt x="15" y="236"/>
                  </a:lnTo>
                  <a:lnTo>
                    <a:pt x="23" y="237"/>
                  </a:lnTo>
                  <a:lnTo>
                    <a:pt x="27" y="236"/>
                  </a:lnTo>
                  <a:lnTo>
                    <a:pt x="30" y="235"/>
                  </a:lnTo>
                  <a:lnTo>
                    <a:pt x="34" y="233"/>
                  </a:lnTo>
                  <a:lnTo>
                    <a:pt x="37" y="229"/>
                  </a:lnTo>
                  <a:lnTo>
                    <a:pt x="37" y="227"/>
                  </a:lnTo>
                  <a:lnTo>
                    <a:pt x="36" y="227"/>
                  </a:lnTo>
                  <a:lnTo>
                    <a:pt x="31" y="228"/>
                  </a:lnTo>
                  <a:lnTo>
                    <a:pt x="25" y="228"/>
                  </a:lnTo>
                  <a:lnTo>
                    <a:pt x="21" y="227"/>
                  </a:lnTo>
                  <a:lnTo>
                    <a:pt x="17" y="226"/>
                  </a:lnTo>
                  <a:lnTo>
                    <a:pt x="13" y="224"/>
                  </a:lnTo>
                  <a:lnTo>
                    <a:pt x="12" y="224"/>
                  </a:lnTo>
                  <a:lnTo>
                    <a:pt x="6" y="219"/>
                  </a:lnTo>
                  <a:lnTo>
                    <a:pt x="1" y="213"/>
                  </a:lnTo>
                  <a:lnTo>
                    <a:pt x="0" y="211"/>
                  </a:lnTo>
                  <a:lnTo>
                    <a:pt x="3" y="211"/>
                  </a:lnTo>
                  <a:lnTo>
                    <a:pt x="5" y="208"/>
                  </a:lnTo>
                  <a:lnTo>
                    <a:pt x="11" y="207"/>
                  </a:lnTo>
                  <a:lnTo>
                    <a:pt x="11" y="202"/>
                  </a:lnTo>
                  <a:lnTo>
                    <a:pt x="13" y="202"/>
                  </a:lnTo>
                  <a:lnTo>
                    <a:pt x="19" y="202"/>
                  </a:lnTo>
                  <a:lnTo>
                    <a:pt x="24" y="202"/>
                  </a:lnTo>
                  <a:lnTo>
                    <a:pt x="26" y="204"/>
                  </a:lnTo>
                  <a:lnTo>
                    <a:pt x="31" y="204"/>
                  </a:lnTo>
                  <a:lnTo>
                    <a:pt x="33" y="202"/>
                  </a:lnTo>
                  <a:lnTo>
                    <a:pt x="38" y="200"/>
                  </a:lnTo>
                  <a:lnTo>
                    <a:pt x="39" y="201"/>
                  </a:lnTo>
                  <a:lnTo>
                    <a:pt x="40" y="203"/>
                  </a:lnTo>
                  <a:lnTo>
                    <a:pt x="44" y="202"/>
                  </a:lnTo>
                  <a:lnTo>
                    <a:pt x="45" y="201"/>
                  </a:lnTo>
                  <a:lnTo>
                    <a:pt x="48" y="200"/>
                  </a:lnTo>
                  <a:lnTo>
                    <a:pt x="46" y="197"/>
                  </a:lnTo>
                  <a:lnTo>
                    <a:pt x="48" y="196"/>
                  </a:lnTo>
                  <a:lnTo>
                    <a:pt x="43" y="185"/>
                  </a:lnTo>
                  <a:lnTo>
                    <a:pt x="41" y="181"/>
                  </a:lnTo>
                  <a:lnTo>
                    <a:pt x="40" y="178"/>
                  </a:lnTo>
                  <a:lnTo>
                    <a:pt x="37" y="179"/>
                  </a:lnTo>
                  <a:lnTo>
                    <a:pt x="35" y="178"/>
                  </a:lnTo>
                  <a:lnTo>
                    <a:pt x="32" y="175"/>
                  </a:lnTo>
                  <a:lnTo>
                    <a:pt x="33" y="169"/>
                  </a:lnTo>
                  <a:lnTo>
                    <a:pt x="34" y="163"/>
                  </a:lnTo>
                  <a:lnTo>
                    <a:pt x="31" y="163"/>
                  </a:lnTo>
                  <a:lnTo>
                    <a:pt x="27" y="163"/>
                  </a:lnTo>
                  <a:lnTo>
                    <a:pt x="23" y="161"/>
                  </a:lnTo>
                  <a:lnTo>
                    <a:pt x="23" y="158"/>
                  </a:lnTo>
                  <a:lnTo>
                    <a:pt x="23" y="156"/>
                  </a:lnTo>
                  <a:lnTo>
                    <a:pt x="24" y="152"/>
                  </a:lnTo>
                  <a:lnTo>
                    <a:pt x="31" y="145"/>
                  </a:lnTo>
                  <a:lnTo>
                    <a:pt x="32" y="141"/>
                  </a:lnTo>
                  <a:lnTo>
                    <a:pt x="36" y="138"/>
                  </a:lnTo>
                  <a:lnTo>
                    <a:pt x="39" y="137"/>
                  </a:lnTo>
                  <a:lnTo>
                    <a:pt x="40" y="138"/>
                  </a:lnTo>
                  <a:lnTo>
                    <a:pt x="41" y="142"/>
                  </a:lnTo>
                  <a:lnTo>
                    <a:pt x="44" y="143"/>
                  </a:lnTo>
                  <a:lnTo>
                    <a:pt x="50" y="140"/>
                  </a:lnTo>
                  <a:lnTo>
                    <a:pt x="55" y="140"/>
                  </a:lnTo>
                  <a:lnTo>
                    <a:pt x="60" y="139"/>
                  </a:lnTo>
                  <a:lnTo>
                    <a:pt x="61" y="136"/>
                  </a:lnTo>
                  <a:lnTo>
                    <a:pt x="65" y="131"/>
                  </a:lnTo>
                  <a:lnTo>
                    <a:pt x="67" y="127"/>
                  </a:lnTo>
                  <a:lnTo>
                    <a:pt x="68" y="124"/>
                  </a:lnTo>
                  <a:lnTo>
                    <a:pt x="76" y="120"/>
                  </a:lnTo>
                  <a:lnTo>
                    <a:pt x="80" y="115"/>
                  </a:lnTo>
                  <a:lnTo>
                    <a:pt x="83" y="106"/>
                  </a:lnTo>
                  <a:lnTo>
                    <a:pt x="86" y="102"/>
                  </a:lnTo>
                  <a:lnTo>
                    <a:pt x="90" y="101"/>
                  </a:lnTo>
                  <a:lnTo>
                    <a:pt x="93" y="98"/>
                  </a:lnTo>
                  <a:lnTo>
                    <a:pt x="91" y="95"/>
                  </a:lnTo>
                  <a:lnTo>
                    <a:pt x="101" y="83"/>
                  </a:lnTo>
                  <a:lnTo>
                    <a:pt x="103" y="75"/>
                  </a:lnTo>
                  <a:lnTo>
                    <a:pt x="101" y="72"/>
                  </a:lnTo>
                  <a:lnTo>
                    <a:pt x="101" y="69"/>
                  </a:lnTo>
                  <a:lnTo>
                    <a:pt x="105" y="67"/>
                  </a:lnTo>
                  <a:lnTo>
                    <a:pt x="110" y="65"/>
                  </a:lnTo>
                  <a:lnTo>
                    <a:pt x="113" y="64"/>
                  </a:lnTo>
                  <a:lnTo>
                    <a:pt x="115" y="62"/>
                  </a:lnTo>
                  <a:lnTo>
                    <a:pt x="115" y="60"/>
                  </a:lnTo>
                  <a:lnTo>
                    <a:pt x="110" y="57"/>
                  </a:lnTo>
                  <a:lnTo>
                    <a:pt x="105" y="57"/>
                  </a:lnTo>
                  <a:lnTo>
                    <a:pt x="103" y="55"/>
                  </a:lnTo>
                  <a:lnTo>
                    <a:pt x="104" y="51"/>
                  </a:lnTo>
                  <a:lnTo>
                    <a:pt x="98" y="51"/>
                  </a:lnTo>
                  <a:lnTo>
                    <a:pt x="99" y="47"/>
                  </a:lnTo>
                  <a:lnTo>
                    <a:pt x="94" y="45"/>
                  </a:lnTo>
                  <a:lnTo>
                    <a:pt x="93" y="42"/>
                  </a:lnTo>
                  <a:lnTo>
                    <a:pt x="95" y="41"/>
                  </a:lnTo>
                  <a:lnTo>
                    <a:pt x="96" y="37"/>
                  </a:lnTo>
                  <a:lnTo>
                    <a:pt x="93" y="35"/>
                  </a:lnTo>
                  <a:lnTo>
                    <a:pt x="94" y="32"/>
                  </a:lnTo>
                  <a:lnTo>
                    <a:pt x="97" y="31"/>
                  </a:lnTo>
                  <a:lnTo>
                    <a:pt x="97" y="28"/>
                  </a:lnTo>
                  <a:lnTo>
                    <a:pt x="93" y="28"/>
                  </a:lnTo>
                  <a:lnTo>
                    <a:pt x="92" y="26"/>
                  </a:lnTo>
                  <a:lnTo>
                    <a:pt x="93" y="25"/>
                  </a:lnTo>
                  <a:lnTo>
                    <a:pt x="93" y="22"/>
                  </a:lnTo>
                  <a:lnTo>
                    <a:pt x="90" y="22"/>
                  </a:lnTo>
                  <a:lnTo>
                    <a:pt x="90" y="21"/>
                  </a:lnTo>
                  <a:lnTo>
                    <a:pt x="93" y="16"/>
                  </a:lnTo>
                  <a:lnTo>
                    <a:pt x="99" y="14"/>
                  </a:lnTo>
                  <a:lnTo>
                    <a:pt x="111" y="17"/>
                  </a:lnTo>
                  <a:lnTo>
                    <a:pt x="115" y="18"/>
                  </a:lnTo>
                  <a:lnTo>
                    <a:pt x="121" y="19"/>
                  </a:lnTo>
                  <a:lnTo>
                    <a:pt x="125" y="17"/>
                  </a:lnTo>
                  <a:lnTo>
                    <a:pt x="127" y="18"/>
                  </a:lnTo>
                  <a:lnTo>
                    <a:pt x="129" y="15"/>
                  </a:lnTo>
                  <a:lnTo>
                    <a:pt x="132" y="14"/>
                  </a:lnTo>
                  <a:lnTo>
                    <a:pt x="136" y="15"/>
                  </a:lnTo>
                  <a:lnTo>
                    <a:pt x="137" y="17"/>
                  </a:lnTo>
                  <a:lnTo>
                    <a:pt x="139" y="15"/>
                  </a:lnTo>
                  <a:lnTo>
                    <a:pt x="139" y="11"/>
                  </a:lnTo>
                  <a:lnTo>
                    <a:pt x="141" y="7"/>
                  </a:lnTo>
                  <a:lnTo>
                    <a:pt x="144" y="5"/>
                  </a:lnTo>
                  <a:lnTo>
                    <a:pt x="148" y="3"/>
                  </a:lnTo>
                  <a:lnTo>
                    <a:pt x="150" y="2"/>
                  </a:lnTo>
                  <a:lnTo>
                    <a:pt x="153" y="0"/>
                  </a:lnTo>
                  <a:lnTo>
                    <a:pt x="153" y="5"/>
                  </a:lnTo>
                  <a:lnTo>
                    <a:pt x="156" y="14"/>
                  </a:lnTo>
                  <a:lnTo>
                    <a:pt x="158" y="18"/>
                  </a:lnTo>
                  <a:lnTo>
                    <a:pt x="163" y="19"/>
                  </a:lnTo>
                  <a:lnTo>
                    <a:pt x="167" y="22"/>
                  </a:lnTo>
                  <a:lnTo>
                    <a:pt x="168" y="25"/>
                  </a:lnTo>
                  <a:lnTo>
                    <a:pt x="166" y="26"/>
                  </a:lnTo>
                  <a:lnTo>
                    <a:pt x="164" y="28"/>
                  </a:lnTo>
                  <a:lnTo>
                    <a:pt x="165" y="33"/>
                  </a:lnTo>
                  <a:lnTo>
                    <a:pt x="165" y="38"/>
                  </a:lnTo>
                  <a:lnTo>
                    <a:pt x="167" y="39"/>
                  </a:lnTo>
                  <a:lnTo>
                    <a:pt x="173" y="40"/>
                  </a:lnTo>
                  <a:lnTo>
                    <a:pt x="173" y="41"/>
                  </a:lnTo>
                  <a:lnTo>
                    <a:pt x="174" y="43"/>
                  </a:lnTo>
                  <a:lnTo>
                    <a:pt x="178" y="43"/>
                  </a:lnTo>
                  <a:lnTo>
                    <a:pt x="177" y="47"/>
                  </a:lnTo>
                  <a:lnTo>
                    <a:pt x="180" y="52"/>
                  </a:lnTo>
                  <a:lnTo>
                    <a:pt x="176" y="56"/>
                  </a:lnTo>
                  <a:lnTo>
                    <a:pt x="174" y="58"/>
                  </a:lnTo>
                  <a:lnTo>
                    <a:pt x="171" y="58"/>
                  </a:lnTo>
                  <a:lnTo>
                    <a:pt x="168" y="56"/>
                  </a:lnTo>
                  <a:lnTo>
                    <a:pt x="168" y="53"/>
                  </a:lnTo>
                  <a:lnTo>
                    <a:pt x="162" y="55"/>
                  </a:lnTo>
                  <a:lnTo>
                    <a:pt x="164" y="61"/>
                  </a:lnTo>
                  <a:lnTo>
                    <a:pt x="168" y="65"/>
                  </a:lnTo>
                  <a:lnTo>
                    <a:pt x="167" y="69"/>
                  </a:lnTo>
                  <a:lnTo>
                    <a:pt x="169" y="72"/>
                  </a:lnTo>
                  <a:lnTo>
                    <a:pt x="167" y="74"/>
                  </a:lnTo>
                  <a:lnTo>
                    <a:pt x="168" y="78"/>
                  </a:lnTo>
                  <a:lnTo>
                    <a:pt x="170" y="78"/>
                  </a:lnTo>
                  <a:lnTo>
                    <a:pt x="173" y="76"/>
                  </a:lnTo>
                  <a:lnTo>
                    <a:pt x="176" y="78"/>
                  </a:lnTo>
                  <a:lnTo>
                    <a:pt x="181" y="84"/>
                  </a:lnTo>
                  <a:lnTo>
                    <a:pt x="184" y="83"/>
                  </a:lnTo>
                  <a:lnTo>
                    <a:pt x="191" y="88"/>
                  </a:lnTo>
                  <a:lnTo>
                    <a:pt x="191" y="91"/>
                  </a:lnTo>
                  <a:lnTo>
                    <a:pt x="196" y="93"/>
                  </a:lnTo>
                  <a:lnTo>
                    <a:pt x="197" y="93"/>
                  </a:lnTo>
                  <a:lnTo>
                    <a:pt x="203" y="97"/>
                  </a:lnTo>
                  <a:lnTo>
                    <a:pt x="195" y="105"/>
                  </a:lnTo>
                  <a:lnTo>
                    <a:pt x="193" y="106"/>
                  </a:lnTo>
                  <a:lnTo>
                    <a:pt x="193" y="109"/>
                  </a:lnTo>
                  <a:lnTo>
                    <a:pt x="192" y="111"/>
                  </a:lnTo>
                  <a:lnTo>
                    <a:pt x="192" y="114"/>
                  </a:lnTo>
                  <a:lnTo>
                    <a:pt x="190" y="117"/>
                  </a:lnTo>
                  <a:lnTo>
                    <a:pt x="189" y="121"/>
                  </a:lnTo>
                  <a:lnTo>
                    <a:pt x="189" y="123"/>
                  </a:lnTo>
                  <a:lnTo>
                    <a:pt x="193" y="126"/>
                  </a:lnTo>
                  <a:lnTo>
                    <a:pt x="196" y="125"/>
                  </a:lnTo>
                  <a:lnTo>
                    <a:pt x="201" y="129"/>
                  </a:lnTo>
                  <a:lnTo>
                    <a:pt x="206" y="130"/>
                  </a:lnTo>
                  <a:lnTo>
                    <a:pt x="208" y="135"/>
                  </a:lnTo>
                  <a:lnTo>
                    <a:pt x="217" y="140"/>
                  </a:lnTo>
                  <a:lnTo>
                    <a:pt x="219" y="139"/>
                  </a:lnTo>
                  <a:lnTo>
                    <a:pt x="226" y="143"/>
                  </a:lnTo>
                  <a:lnTo>
                    <a:pt x="229" y="143"/>
                  </a:lnTo>
                  <a:lnTo>
                    <a:pt x="231" y="146"/>
                  </a:lnTo>
                  <a:lnTo>
                    <a:pt x="236" y="147"/>
                  </a:lnTo>
                  <a:lnTo>
                    <a:pt x="239" y="149"/>
                  </a:lnTo>
                  <a:lnTo>
                    <a:pt x="240" y="148"/>
                  </a:lnTo>
                  <a:lnTo>
                    <a:pt x="240" y="146"/>
                  </a:lnTo>
                  <a:lnTo>
                    <a:pt x="244" y="146"/>
                  </a:lnTo>
                  <a:lnTo>
                    <a:pt x="247" y="149"/>
                  </a:lnTo>
                  <a:lnTo>
                    <a:pt x="251" y="146"/>
                  </a:lnTo>
                  <a:lnTo>
                    <a:pt x="255" y="148"/>
                  </a:lnTo>
                  <a:lnTo>
                    <a:pt x="259" y="149"/>
                  </a:lnTo>
                  <a:lnTo>
                    <a:pt x="260" y="151"/>
                  </a:lnTo>
                  <a:lnTo>
                    <a:pt x="260" y="154"/>
                  </a:lnTo>
                  <a:lnTo>
                    <a:pt x="265" y="155"/>
                  </a:lnTo>
                  <a:lnTo>
                    <a:pt x="267" y="157"/>
                  </a:lnTo>
                  <a:lnTo>
                    <a:pt x="271" y="159"/>
                  </a:lnTo>
                  <a:lnTo>
                    <a:pt x="275" y="157"/>
                  </a:lnTo>
                  <a:lnTo>
                    <a:pt x="277" y="158"/>
                  </a:lnTo>
                  <a:lnTo>
                    <a:pt x="277" y="160"/>
                  </a:lnTo>
                  <a:lnTo>
                    <a:pt x="279" y="162"/>
                  </a:lnTo>
                  <a:lnTo>
                    <a:pt x="282" y="161"/>
                  </a:lnTo>
                  <a:lnTo>
                    <a:pt x="287" y="162"/>
                  </a:lnTo>
                  <a:lnTo>
                    <a:pt x="293" y="165"/>
                  </a:lnTo>
                  <a:lnTo>
                    <a:pt x="297" y="162"/>
                  </a:lnTo>
                  <a:lnTo>
                    <a:pt x="299" y="165"/>
                  </a:lnTo>
                  <a:lnTo>
                    <a:pt x="301" y="166"/>
                  </a:lnTo>
                  <a:lnTo>
                    <a:pt x="304" y="165"/>
                  </a:lnTo>
                  <a:lnTo>
                    <a:pt x="306" y="166"/>
                  </a:lnTo>
                  <a:lnTo>
                    <a:pt x="311" y="165"/>
                  </a:lnTo>
                  <a:lnTo>
                    <a:pt x="313" y="165"/>
                  </a:lnTo>
                  <a:lnTo>
                    <a:pt x="315" y="159"/>
                  </a:lnTo>
                  <a:lnTo>
                    <a:pt x="312" y="153"/>
                  </a:lnTo>
                  <a:lnTo>
                    <a:pt x="313" y="146"/>
                  </a:lnTo>
                  <a:lnTo>
                    <a:pt x="315" y="140"/>
                  </a:lnTo>
                  <a:lnTo>
                    <a:pt x="317" y="139"/>
                  </a:lnTo>
                  <a:lnTo>
                    <a:pt x="321" y="138"/>
                  </a:lnTo>
                  <a:lnTo>
                    <a:pt x="322" y="139"/>
                  </a:lnTo>
                  <a:lnTo>
                    <a:pt x="323" y="140"/>
                  </a:lnTo>
                  <a:lnTo>
                    <a:pt x="323" y="147"/>
                  </a:lnTo>
                  <a:lnTo>
                    <a:pt x="324" y="152"/>
                  </a:lnTo>
                  <a:lnTo>
                    <a:pt x="324" y="153"/>
                  </a:lnTo>
                  <a:lnTo>
                    <a:pt x="325" y="157"/>
                  </a:lnTo>
                  <a:lnTo>
                    <a:pt x="330" y="158"/>
                  </a:lnTo>
                  <a:lnTo>
                    <a:pt x="334" y="159"/>
                  </a:lnTo>
                  <a:lnTo>
                    <a:pt x="340" y="161"/>
                  </a:lnTo>
                  <a:lnTo>
                    <a:pt x="341" y="161"/>
                  </a:lnTo>
                  <a:lnTo>
                    <a:pt x="344" y="160"/>
                  </a:lnTo>
                  <a:lnTo>
                    <a:pt x="348" y="158"/>
                  </a:lnTo>
                  <a:lnTo>
                    <a:pt x="350" y="158"/>
                  </a:lnTo>
                  <a:lnTo>
                    <a:pt x="352" y="159"/>
                  </a:lnTo>
                  <a:lnTo>
                    <a:pt x="361" y="160"/>
                  </a:lnTo>
                  <a:lnTo>
                    <a:pt x="368" y="159"/>
                  </a:lnTo>
                  <a:lnTo>
                    <a:pt x="373" y="159"/>
                  </a:lnTo>
                  <a:lnTo>
                    <a:pt x="374" y="154"/>
                  </a:lnTo>
                  <a:lnTo>
                    <a:pt x="374" y="152"/>
                  </a:lnTo>
                  <a:lnTo>
                    <a:pt x="373" y="150"/>
                  </a:lnTo>
                  <a:lnTo>
                    <a:pt x="370" y="150"/>
                  </a:lnTo>
                  <a:lnTo>
                    <a:pt x="368" y="147"/>
                  </a:lnTo>
                  <a:lnTo>
                    <a:pt x="368" y="145"/>
                  </a:lnTo>
                  <a:lnTo>
                    <a:pt x="368" y="144"/>
                  </a:lnTo>
                  <a:lnTo>
                    <a:pt x="369" y="143"/>
                  </a:lnTo>
                  <a:lnTo>
                    <a:pt x="375" y="143"/>
                  </a:lnTo>
                  <a:lnTo>
                    <a:pt x="380" y="141"/>
                  </a:lnTo>
                  <a:lnTo>
                    <a:pt x="383" y="139"/>
                  </a:lnTo>
                  <a:lnTo>
                    <a:pt x="390" y="130"/>
                  </a:lnTo>
                  <a:lnTo>
                    <a:pt x="394" y="127"/>
                  </a:lnTo>
                  <a:lnTo>
                    <a:pt x="400" y="125"/>
                  </a:lnTo>
                  <a:lnTo>
                    <a:pt x="408" y="120"/>
                  </a:lnTo>
                  <a:lnTo>
                    <a:pt x="412" y="117"/>
                  </a:lnTo>
                  <a:lnTo>
                    <a:pt x="414" y="116"/>
                  </a:lnTo>
                  <a:lnTo>
                    <a:pt x="416" y="118"/>
                  </a:lnTo>
                  <a:lnTo>
                    <a:pt x="423" y="120"/>
                  </a:lnTo>
                  <a:lnTo>
                    <a:pt x="426" y="120"/>
                  </a:lnTo>
                  <a:lnTo>
                    <a:pt x="435" y="113"/>
                  </a:lnTo>
                  <a:lnTo>
                    <a:pt x="439" y="116"/>
                  </a:lnTo>
                  <a:lnTo>
                    <a:pt x="444" y="122"/>
                  </a:lnTo>
                  <a:lnTo>
                    <a:pt x="444" y="125"/>
                  </a:lnTo>
                  <a:lnTo>
                    <a:pt x="442" y="129"/>
                  </a:lnTo>
                  <a:lnTo>
                    <a:pt x="441" y="131"/>
                  </a:lnTo>
                  <a:lnTo>
                    <a:pt x="443" y="132"/>
                  </a:lnTo>
                  <a:lnTo>
                    <a:pt x="448" y="132"/>
                  </a:lnTo>
                  <a:lnTo>
                    <a:pt x="453" y="134"/>
                  </a:lnTo>
                  <a:lnTo>
                    <a:pt x="458" y="135"/>
                  </a:lnTo>
                  <a:lnTo>
                    <a:pt x="457" y="139"/>
                  </a:lnTo>
                  <a:lnTo>
                    <a:pt x="457" y="140"/>
                  </a:lnTo>
                  <a:lnTo>
                    <a:pt x="452" y="145"/>
                  </a:lnTo>
                  <a:lnTo>
                    <a:pt x="452" y="147"/>
                  </a:lnTo>
                  <a:lnTo>
                    <a:pt x="453" y="153"/>
                  </a:lnTo>
                  <a:lnTo>
                    <a:pt x="451" y="154"/>
                  </a:lnTo>
                  <a:lnTo>
                    <a:pt x="445" y="152"/>
                  </a:lnTo>
                  <a:lnTo>
                    <a:pt x="441" y="151"/>
                  </a:lnTo>
                  <a:lnTo>
                    <a:pt x="439" y="152"/>
                  </a:lnTo>
                  <a:lnTo>
                    <a:pt x="434" y="156"/>
                  </a:lnTo>
                  <a:lnTo>
                    <a:pt x="424" y="163"/>
                  </a:lnTo>
                  <a:lnTo>
                    <a:pt x="422" y="166"/>
                  </a:lnTo>
                  <a:lnTo>
                    <a:pt x="423" y="172"/>
                  </a:lnTo>
                  <a:lnTo>
                    <a:pt x="422" y="175"/>
                  </a:lnTo>
                  <a:lnTo>
                    <a:pt x="415" y="184"/>
                  </a:lnTo>
                  <a:lnTo>
                    <a:pt x="415" y="185"/>
                  </a:lnTo>
                  <a:lnTo>
                    <a:pt x="416" y="188"/>
                  </a:lnTo>
                  <a:lnTo>
                    <a:pt x="416" y="191"/>
                  </a:lnTo>
                  <a:lnTo>
                    <a:pt x="408" y="208"/>
                  </a:lnTo>
                  <a:lnTo>
                    <a:pt x="407" y="209"/>
                  </a:lnTo>
                  <a:lnTo>
                    <a:pt x="405" y="209"/>
                  </a:lnTo>
                  <a:lnTo>
                    <a:pt x="402" y="208"/>
                  </a:lnTo>
                  <a:lnTo>
                    <a:pt x="396" y="206"/>
                  </a:lnTo>
                  <a:lnTo>
                    <a:pt x="396" y="208"/>
                  </a:lnTo>
                  <a:lnTo>
                    <a:pt x="397" y="220"/>
                  </a:lnTo>
                  <a:lnTo>
                    <a:pt x="395" y="223"/>
                  </a:lnTo>
                  <a:lnTo>
                    <a:pt x="392" y="224"/>
                  </a:lnTo>
                  <a:lnTo>
                    <a:pt x="391" y="226"/>
                  </a:lnTo>
                  <a:lnTo>
                    <a:pt x="392" y="232"/>
                  </a:lnTo>
                  <a:lnTo>
                    <a:pt x="392" y="238"/>
                  </a:lnTo>
                  <a:lnTo>
                    <a:pt x="390" y="241"/>
                  </a:lnTo>
                  <a:lnTo>
                    <a:pt x="388" y="242"/>
                  </a:lnTo>
                  <a:lnTo>
                    <a:pt x="386" y="240"/>
                  </a:lnTo>
                  <a:lnTo>
                    <a:pt x="382" y="23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19" name="Freeform 38"/>
            <p:cNvSpPr>
              <a:spLocks/>
            </p:cNvSpPr>
            <p:nvPr/>
          </p:nvSpPr>
          <p:spPr bwMode="gray">
            <a:xfrm>
              <a:off x="4410075" y="4468813"/>
              <a:ext cx="53975" cy="93663"/>
            </a:xfrm>
            <a:custGeom>
              <a:avLst/>
              <a:gdLst>
                <a:gd name="T0" fmla="*/ 14 w 34"/>
                <a:gd name="T1" fmla="*/ 59 h 59"/>
                <a:gd name="T2" fmla="*/ 10 w 34"/>
                <a:gd name="T3" fmla="*/ 58 h 59"/>
                <a:gd name="T4" fmla="*/ 9 w 34"/>
                <a:gd name="T5" fmla="*/ 57 h 59"/>
                <a:gd name="T6" fmla="*/ 7 w 34"/>
                <a:gd name="T7" fmla="*/ 54 h 59"/>
                <a:gd name="T8" fmla="*/ 5 w 34"/>
                <a:gd name="T9" fmla="*/ 50 h 59"/>
                <a:gd name="T10" fmla="*/ 3 w 34"/>
                <a:gd name="T11" fmla="*/ 41 h 59"/>
                <a:gd name="T12" fmla="*/ 2 w 34"/>
                <a:gd name="T13" fmla="*/ 36 h 59"/>
                <a:gd name="T14" fmla="*/ 2 w 34"/>
                <a:gd name="T15" fmla="*/ 31 h 59"/>
                <a:gd name="T16" fmla="*/ 2 w 34"/>
                <a:gd name="T17" fmla="*/ 24 h 59"/>
                <a:gd name="T18" fmla="*/ 1 w 34"/>
                <a:gd name="T19" fmla="*/ 19 h 59"/>
                <a:gd name="T20" fmla="*/ 2 w 34"/>
                <a:gd name="T21" fmla="*/ 16 h 59"/>
                <a:gd name="T22" fmla="*/ 0 w 34"/>
                <a:gd name="T23" fmla="*/ 13 h 59"/>
                <a:gd name="T24" fmla="*/ 0 w 34"/>
                <a:gd name="T25" fmla="*/ 11 h 59"/>
                <a:gd name="T26" fmla="*/ 3 w 34"/>
                <a:gd name="T27" fmla="*/ 12 h 59"/>
                <a:gd name="T28" fmla="*/ 6 w 34"/>
                <a:gd name="T29" fmla="*/ 8 h 59"/>
                <a:gd name="T30" fmla="*/ 6 w 34"/>
                <a:gd name="T31" fmla="*/ 6 h 59"/>
                <a:gd name="T32" fmla="*/ 8 w 34"/>
                <a:gd name="T33" fmla="*/ 3 h 59"/>
                <a:gd name="T34" fmla="*/ 7 w 34"/>
                <a:gd name="T35" fmla="*/ 0 h 59"/>
                <a:gd name="T36" fmla="*/ 10 w 34"/>
                <a:gd name="T37" fmla="*/ 3 h 59"/>
                <a:gd name="T38" fmla="*/ 15 w 34"/>
                <a:gd name="T39" fmla="*/ 5 h 59"/>
                <a:gd name="T40" fmla="*/ 17 w 34"/>
                <a:gd name="T41" fmla="*/ 8 h 59"/>
                <a:gd name="T42" fmla="*/ 21 w 34"/>
                <a:gd name="T43" fmla="*/ 14 h 59"/>
                <a:gd name="T44" fmla="*/ 22 w 34"/>
                <a:gd name="T45" fmla="*/ 16 h 59"/>
                <a:gd name="T46" fmla="*/ 21 w 34"/>
                <a:gd name="T47" fmla="*/ 18 h 59"/>
                <a:gd name="T48" fmla="*/ 22 w 34"/>
                <a:gd name="T49" fmla="*/ 19 h 59"/>
                <a:gd name="T50" fmla="*/ 25 w 34"/>
                <a:gd name="T51" fmla="*/ 22 h 59"/>
                <a:gd name="T52" fmla="*/ 27 w 34"/>
                <a:gd name="T53" fmla="*/ 27 h 59"/>
                <a:gd name="T54" fmla="*/ 33 w 34"/>
                <a:gd name="T55" fmla="*/ 37 h 59"/>
                <a:gd name="T56" fmla="*/ 34 w 34"/>
                <a:gd name="T57" fmla="*/ 40 h 59"/>
                <a:gd name="T58" fmla="*/ 33 w 34"/>
                <a:gd name="T59" fmla="*/ 46 h 59"/>
                <a:gd name="T60" fmla="*/ 30 w 34"/>
                <a:gd name="T61" fmla="*/ 50 h 59"/>
                <a:gd name="T62" fmla="*/ 27 w 34"/>
                <a:gd name="T63" fmla="*/ 53 h 59"/>
                <a:gd name="T64" fmla="*/ 24 w 34"/>
                <a:gd name="T65" fmla="*/ 56 h 59"/>
                <a:gd name="T66" fmla="*/ 18 w 34"/>
                <a:gd name="T67" fmla="*/ 58 h 59"/>
                <a:gd name="T68" fmla="*/ 14 w 34"/>
                <a:gd name="T69" fmla="*/ 59 h 5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4"/>
                <a:gd name="T106" fmla="*/ 0 h 59"/>
                <a:gd name="T107" fmla="*/ 34 w 34"/>
                <a:gd name="T108" fmla="*/ 59 h 5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4" h="59">
                  <a:moveTo>
                    <a:pt x="14" y="59"/>
                  </a:moveTo>
                  <a:lnTo>
                    <a:pt x="10" y="58"/>
                  </a:lnTo>
                  <a:lnTo>
                    <a:pt x="9" y="57"/>
                  </a:lnTo>
                  <a:lnTo>
                    <a:pt x="7" y="54"/>
                  </a:lnTo>
                  <a:lnTo>
                    <a:pt x="5" y="50"/>
                  </a:lnTo>
                  <a:lnTo>
                    <a:pt x="3" y="41"/>
                  </a:lnTo>
                  <a:lnTo>
                    <a:pt x="2" y="36"/>
                  </a:lnTo>
                  <a:lnTo>
                    <a:pt x="2" y="31"/>
                  </a:lnTo>
                  <a:lnTo>
                    <a:pt x="2" y="24"/>
                  </a:lnTo>
                  <a:lnTo>
                    <a:pt x="1" y="19"/>
                  </a:lnTo>
                  <a:lnTo>
                    <a:pt x="2" y="16"/>
                  </a:lnTo>
                  <a:lnTo>
                    <a:pt x="0" y="13"/>
                  </a:lnTo>
                  <a:lnTo>
                    <a:pt x="0" y="11"/>
                  </a:lnTo>
                  <a:lnTo>
                    <a:pt x="3" y="12"/>
                  </a:lnTo>
                  <a:lnTo>
                    <a:pt x="6" y="8"/>
                  </a:lnTo>
                  <a:lnTo>
                    <a:pt x="6" y="6"/>
                  </a:lnTo>
                  <a:lnTo>
                    <a:pt x="8" y="3"/>
                  </a:lnTo>
                  <a:lnTo>
                    <a:pt x="7" y="0"/>
                  </a:lnTo>
                  <a:lnTo>
                    <a:pt x="10" y="3"/>
                  </a:lnTo>
                  <a:lnTo>
                    <a:pt x="15" y="5"/>
                  </a:lnTo>
                  <a:lnTo>
                    <a:pt x="17" y="8"/>
                  </a:lnTo>
                  <a:lnTo>
                    <a:pt x="21" y="14"/>
                  </a:lnTo>
                  <a:lnTo>
                    <a:pt x="22" y="16"/>
                  </a:lnTo>
                  <a:lnTo>
                    <a:pt x="21" y="18"/>
                  </a:lnTo>
                  <a:lnTo>
                    <a:pt x="22" y="19"/>
                  </a:lnTo>
                  <a:lnTo>
                    <a:pt x="25" y="22"/>
                  </a:lnTo>
                  <a:lnTo>
                    <a:pt x="27" y="27"/>
                  </a:lnTo>
                  <a:lnTo>
                    <a:pt x="33" y="37"/>
                  </a:lnTo>
                  <a:lnTo>
                    <a:pt x="34" y="40"/>
                  </a:lnTo>
                  <a:lnTo>
                    <a:pt x="33" y="46"/>
                  </a:lnTo>
                  <a:lnTo>
                    <a:pt x="30" y="50"/>
                  </a:lnTo>
                  <a:lnTo>
                    <a:pt x="27" y="53"/>
                  </a:lnTo>
                  <a:lnTo>
                    <a:pt x="24" y="56"/>
                  </a:lnTo>
                  <a:lnTo>
                    <a:pt x="18" y="58"/>
                  </a:lnTo>
                  <a:lnTo>
                    <a:pt x="14" y="5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0" name="Freeform 39"/>
            <p:cNvSpPr>
              <a:spLocks/>
            </p:cNvSpPr>
            <p:nvPr/>
          </p:nvSpPr>
          <p:spPr bwMode="gray">
            <a:xfrm>
              <a:off x="4410075" y="4468813"/>
              <a:ext cx="53975" cy="93663"/>
            </a:xfrm>
            <a:custGeom>
              <a:avLst/>
              <a:gdLst>
                <a:gd name="T0" fmla="*/ 14 w 34"/>
                <a:gd name="T1" fmla="*/ 59 h 59"/>
                <a:gd name="T2" fmla="*/ 10 w 34"/>
                <a:gd name="T3" fmla="*/ 58 h 59"/>
                <a:gd name="T4" fmla="*/ 9 w 34"/>
                <a:gd name="T5" fmla="*/ 57 h 59"/>
                <a:gd name="T6" fmla="*/ 7 w 34"/>
                <a:gd name="T7" fmla="*/ 54 h 59"/>
                <a:gd name="T8" fmla="*/ 5 w 34"/>
                <a:gd name="T9" fmla="*/ 50 h 59"/>
                <a:gd name="T10" fmla="*/ 3 w 34"/>
                <a:gd name="T11" fmla="*/ 41 h 59"/>
                <a:gd name="T12" fmla="*/ 2 w 34"/>
                <a:gd name="T13" fmla="*/ 36 h 59"/>
                <a:gd name="T14" fmla="*/ 2 w 34"/>
                <a:gd name="T15" fmla="*/ 31 h 59"/>
                <a:gd name="T16" fmla="*/ 2 w 34"/>
                <a:gd name="T17" fmla="*/ 24 h 59"/>
                <a:gd name="T18" fmla="*/ 1 w 34"/>
                <a:gd name="T19" fmla="*/ 19 h 59"/>
                <a:gd name="T20" fmla="*/ 2 w 34"/>
                <a:gd name="T21" fmla="*/ 16 h 59"/>
                <a:gd name="T22" fmla="*/ 0 w 34"/>
                <a:gd name="T23" fmla="*/ 13 h 59"/>
                <a:gd name="T24" fmla="*/ 0 w 34"/>
                <a:gd name="T25" fmla="*/ 11 h 59"/>
                <a:gd name="T26" fmla="*/ 3 w 34"/>
                <a:gd name="T27" fmla="*/ 12 h 59"/>
                <a:gd name="T28" fmla="*/ 6 w 34"/>
                <a:gd name="T29" fmla="*/ 8 h 59"/>
                <a:gd name="T30" fmla="*/ 6 w 34"/>
                <a:gd name="T31" fmla="*/ 6 h 59"/>
                <a:gd name="T32" fmla="*/ 8 w 34"/>
                <a:gd name="T33" fmla="*/ 3 h 59"/>
                <a:gd name="T34" fmla="*/ 7 w 34"/>
                <a:gd name="T35" fmla="*/ 0 h 59"/>
                <a:gd name="T36" fmla="*/ 10 w 34"/>
                <a:gd name="T37" fmla="*/ 3 h 59"/>
                <a:gd name="T38" fmla="*/ 15 w 34"/>
                <a:gd name="T39" fmla="*/ 5 h 59"/>
                <a:gd name="T40" fmla="*/ 17 w 34"/>
                <a:gd name="T41" fmla="*/ 8 h 59"/>
                <a:gd name="T42" fmla="*/ 21 w 34"/>
                <a:gd name="T43" fmla="*/ 14 h 59"/>
                <a:gd name="T44" fmla="*/ 22 w 34"/>
                <a:gd name="T45" fmla="*/ 16 h 59"/>
                <a:gd name="T46" fmla="*/ 21 w 34"/>
                <a:gd name="T47" fmla="*/ 18 h 59"/>
                <a:gd name="T48" fmla="*/ 22 w 34"/>
                <a:gd name="T49" fmla="*/ 19 h 59"/>
                <a:gd name="T50" fmla="*/ 25 w 34"/>
                <a:gd name="T51" fmla="*/ 22 h 59"/>
                <a:gd name="T52" fmla="*/ 27 w 34"/>
                <a:gd name="T53" fmla="*/ 27 h 59"/>
                <a:gd name="T54" fmla="*/ 33 w 34"/>
                <a:gd name="T55" fmla="*/ 37 h 59"/>
                <a:gd name="T56" fmla="*/ 34 w 34"/>
                <a:gd name="T57" fmla="*/ 40 h 59"/>
                <a:gd name="T58" fmla="*/ 33 w 34"/>
                <a:gd name="T59" fmla="*/ 46 h 59"/>
                <a:gd name="T60" fmla="*/ 30 w 34"/>
                <a:gd name="T61" fmla="*/ 50 h 59"/>
                <a:gd name="T62" fmla="*/ 27 w 34"/>
                <a:gd name="T63" fmla="*/ 53 h 59"/>
                <a:gd name="T64" fmla="*/ 24 w 34"/>
                <a:gd name="T65" fmla="*/ 56 h 59"/>
                <a:gd name="T66" fmla="*/ 18 w 34"/>
                <a:gd name="T67" fmla="*/ 58 h 59"/>
                <a:gd name="T68" fmla="*/ 14 w 34"/>
                <a:gd name="T69" fmla="*/ 59 h 5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4"/>
                <a:gd name="T106" fmla="*/ 0 h 59"/>
                <a:gd name="T107" fmla="*/ 34 w 34"/>
                <a:gd name="T108" fmla="*/ 59 h 5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4" h="59">
                  <a:moveTo>
                    <a:pt x="14" y="59"/>
                  </a:moveTo>
                  <a:lnTo>
                    <a:pt x="10" y="58"/>
                  </a:lnTo>
                  <a:lnTo>
                    <a:pt x="9" y="57"/>
                  </a:lnTo>
                  <a:lnTo>
                    <a:pt x="7" y="54"/>
                  </a:lnTo>
                  <a:lnTo>
                    <a:pt x="5" y="50"/>
                  </a:lnTo>
                  <a:lnTo>
                    <a:pt x="3" y="41"/>
                  </a:lnTo>
                  <a:lnTo>
                    <a:pt x="2" y="36"/>
                  </a:lnTo>
                  <a:lnTo>
                    <a:pt x="2" y="31"/>
                  </a:lnTo>
                  <a:lnTo>
                    <a:pt x="2" y="24"/>
                  </a:lnTo>
                  <a:lnTo>
                    <a:pt x="1" y="19"/>
                  </a:lnTo>
                  <a:lnTo>
                    <a:pt x="2" y="16"/>
                  </a:lnTo>
                  <a:lnTo>
                    <a:pt x="0" y="13"/>
                  </a:lnTo>
                  <a:lnTo>
                    <a:pt x="0" y="11"/>
                  </a:lnTo>
                  <a:lnTo>
                    <a:pt x="3" y="12"/>
                  </a:lnTo>
                  <a:lnTo>
                    <a:pt x="6" y="8"/>
                  </a:lnTo>
                  <a:lnTo>
                    <a:pt x="6" y="6"/>
                  </a:lnTo>
                  <a:lnTo>
                    <a:pt x="8" y="3"/>
                  </a:lnTo>
                  <a:lnTo>
                    <a:pt x="7" y="0"/>
                  </a:lnTo>
                  <a:lnTo>
                    <a:pt x="10" y="3"/>
                  </a:lnTo>
                  <a:lnTo>
                    <a:pt x="15" y="5"/>
                  </a:lnTo>
                  <a:lnTo>
                    <a:pt x="17" y="8"/>
                  </a:lnTo>
                  <a:lnTo>
                    <a:pt x="21" y="14"/>
                  </a:lnTo>
                  <a:lnTo>
                    <a:pt x="22" y="16"/>
                  </a:lnTo>
                  <a:lnTo>
                    <a:pt x="21" y="18"/>
                  </a:lnTo>
                  <a:lnTo>
                    <a:pt x="22" y="19"/>
                  </a:lnTo>
                  <a:lnTo>
                    <a:pt x="25" y="22"/>
                  </a:lnTo>
                  <a:lnTo>
                    <a:pt x="27" y="27"/>
                  </a:lnTo>
                  <a:lnTo>
                    <a:pt x="33" y="37"/>
                  </a:lnTo>
                  <a:lnTo>
                    <a:pt x="34" y="40"/>
                  </a:lnTo>
                  <a:lnTo>
                    <a:pt x="33" y="46"/>
                  </a:lnTo>
                  <a:lnTo>
                    <a:pt x="30" y="50"/>
                  </a:lnTo>
                  <a:lnTo>
                    <a:pt x="27" y="53"/>
                  </a:lnTo>
                  <a:lnTo>
                    <a:pt x="24" y="56"/>
                  </a:lnTo>
                  <a:lnTo>
                    <a:pt x="18" y="58"/>
                  </a:lnTo>
                  <a:lnTo>
                    <a:pt x="14" y="5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1" name="Freeform 40"/>
            <p:cNvSpPr>
              <a:spLocks/>
            </p:cNvSpPr>
            <p:nvPr/>
          </p:nvSpPr>
          <p:spPr bwMode="gray">
            <a:xfrm>
              <a:off x="5511800" y="3527426"/>
              <a:ext cx="155575" cy="177800"/>
            </a:xfrm>
            <a:custGeom>
              <a:avLst/>
              <a:gdLst>
                <a:gd name="T0" fmla="*/ 58 w 98"/>
                <a:gd name="T1" fmla="*/ 97 h 112"/>
                <a:gd name="T2" fmla="*/ 53 w 98"/>
                <a:gd name="T3" fmla="*/ 98 h 112"/>
                <a:gd name="T4" fmla="*/ 44 w 98"/>
                <a:gd name="T5" fmla="*/ 97 h 112"/>
                <a:gd name="T6" fmla="*/ 38 w 98"/>
                <a:gd name="T7" fmla="*/ 105 h 112"/>
                <a:gd name="T8" fmla="*/ 34 w 98"/>
                <a:gd name="T9" fmla="*/ 109 h 112"/>
                <a:gd name="T10" fmla="*/ 29 w 98"/>
                <a:gd name="T11" fmla="*/ 110 h 112"/>
                <a:gd name="T12" fmla="*/ 25 w 98"/>
                <a:gd name="T13" fmla="*/ 107 h 112"/>
                <a:gd name="T14" fmla="*/ 17 w 98"/>
                <a:gd name="T15" fmla="*/ 112 h 112"/>
                <a:gd name="T16" fmla="*/ 14 w 98"/>
                <a:gd name="T17" fmla="*/ 107 h 112"/>
                <a:gd name="T18" fmla="*/ 9 w 98"/>
                <a:gd name="T19" fmla="*/ 99 h 112"/>
                <a:gd name="T20" fmla="*/ 12 w 98"/>
                <a:gd name="T21" fmla="*/ 93 h 112"/>
                <a:gd name="T22" fmla="*/ 18 w 98"/>
                <a:gd name="T23" fmla="*/ 89 h 112"/>
                <a:gd name="T24" fmla="*/ 16 w 98"/>
                <a:gd name="T25" fmla="*/ 78 h 112"/>
                <a:gd name="T26" fmla="*/ 16 w 98"/>
                <a:gd name="T27" fmla="*/ 72 h 112"/>
                <a:gd name="T28" fmla="*/ 11 w 98"/>
                <a:gd name="T29" fmla="*/ 70 h 112"/>
                <a:gd name="T30" fmla="*/ 6 w 98"/>
                <a:gd name="T31" fmla="*/ 71 h 112"/>
                <a:gd name="T32" fmla="*/ 1 w 98"/>
                <a:gd name="T33" fmla="*/ 67 h 112"/>
                <a:gd name="T34" fmla="*/ 2 w 98"/>
                <a:gd name="T35" fmla="*/ 60 h 112"/>
                <a:gd name="T36" fmla="*/ 9 w 98"/>
                <a:gd name="T37" fmla="*/ 53 h 112"/>
                <a:gd name="T38" fmla="*/ 27 w 98"/>
                <a:gd name="T39" fmla="*/ 43 h 112"/>
                <a:gd name="T40" fmla="*/ 36 w 98"/>
                <a:gd name="T41" fmla="*/ 28 h 112"/>
                <a:gd name="T42" fmla="*/ 42 w 98"/>
                <a:gd name="T43" fmla="*/ 27 h 112"/>
                <a:gd name="T44" fmla="*/ 47 w 98"/>
                <a:gd name="T45" fmla="*/ 33 h 112"/>
                <a:gd name="T46" fmla="*/ 58 w 98"/>
                <a:gd name="T47" fmla="*/ 34 h 112"/>
                <a:gd name="T48" fmla="*/ 61 w 98"/>
                <a:gd name="T49" fmla="*/ 31 h 112"/>
                <a:gd name="T50" fmla="*/ 58 w 98"/>
                <a:gd name="T51" fmla="*/ 20 h 112"/>
                <a:gd name="T52" fmla="*/ 62 w 98"/>
                <a:gd name="T53" fmla="*/ 18 h 112"/>
                <a:gd name="T54" fmla="*/ 68 w 98"/>
                <a:gd name="T55" fmla="*/ 19 h 112"/>
                <a:gd name="T56" fmla="*/ 76 w 98"/>
                <a:gd name="T57" fmla="*/ 17 h 112"/>
                <a:gd name="T58" fmla="*/ 85 w 98"/>
                <a:gd name="T59" fmla="*/ 5 h 112"/>
                <a:gd name="T60" fmla="*/ 89 w 98"/>
                <a:gd name="T61" fmla="*/ 1 h 112"/>
                <a:gd name="T62" fmla="*/ 95 w 98"/>
                <a:gd name="T63" fmla="*/ 7 h 112"/>
                <a:gd name="T64" fmla="*/ 98 w 98"/>
                <a:gd name="T65" fmla="*/ 15 h 112"/>
                <a:gd name="T66" fmla="*/ 86 w 98"/>
                <a:gd name="T67" fmla="*/ 28 h 112"/>
                <a:gd name="T68" fmla="*/ 86 w 98"/>
                <a:gd name="T69" fmla="*/ 36 h 112"/>
                <a:gd name="T70" fmla="*/ 83 w 98"/>
                <a:gd name="T71" fmla="*/ 48 h 112"/>
                <a:gd name="T72" fmla="*/ 76 w 98"/>
                <a:gd name="T73" fmla="*/ 51 h 112"/>
                <a:gd name="T74" fmla="*/ 67 w 98"/>
                <a:gd name="T75" fmla="*/ 61 h 112"/>
                <a:gd name="T76" fmla="*/ 59 w 98"/>
                <a:gd name="T77" fmla="*/ 63 h 112"/>
                <a:gd name="T78" fmla="*/ 53 w 98"/>
                <a:gd name="T79" fmla="*/ 67 h 112"/>
                <a:gd name="T80" fmla="*/ 49 w 98"/>
                <a:gd name="T81" fmla="*/ 78 h 112"/>
                <a:gd name="T82" fmla="*/ 59 w 98"/>
                <a:gd name="T83" fmla="*/ 88 h 112"/>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98"/>
                <a:gd name="T127" fmla="*/ 0 h 112"/>
                <a:gd name="T128" fmla="*/ 98 w 98"/>
                <a:gd name="T129" fmla="*/ 112 h 112"/>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98" h="112">
                  <a:moveTo>
                    <a:pt x="62" y="92"/>
                  </a:moveTo>
                  <a:lnTo>
                    <a:pt x="58" y="97"/>
                  </a:lnTo>
                  <a:lnTo>
                    <a:pt x="56" y="99"/>
                  </a:lnTo>
                  <a:lnTo>
                    <a:pt x="53" y="98"/>
                  </a:lnTo>
                  <a:lnTo>
                    <a:pt x="48" y="97"/>
                  </a:lnTo>
                  <a:lnTo>
                    <a:pt x="44" y="97"/>
                  </a:lnTo>
                  <a:lnTo>
                    <a:pt x="42" y="98"/>
                  </a:lnTo>
                  <a:lnTo>
                    <a:pt x="38" y="105"/>
                  </a:lnTo>
                  <a:lnTo>
                    <a:pt x="36" y="108"/>
                  </a:lnTo>
                  <a:lnTo>
                    <a:pt x="34" y="109"/>
                  </a:lnTo>
                  <a:lnTo>
                    <a:pt x="32" y="107"/>
                  </a:lnTo>
                  <a:lnTo>
                    <a:pt x="29" y="110"/>
                  </a:lnTo>
                  <a:lnTo>
                    <a:pt x="27" y="112"/>
                  </a:lnTo>
                  <a:lnTo>
                    <a:pt x="25" y="107"/>
                  </a:lnTo>
                  <a:lnTo>
                    <a:pt x="22" y="106"/>
                  </a:lnTo>
                  <a:lnTo>
                    <a:pt x="17" y="112"/>
                  </a:lnTo>
                  <a:lnTo>
                    <a:pt x="16" y="109"/>
                  </a:lnTo>
                  <a:lnTo>
                    <a:pt x="14" y="107"/>
                  </a:lnTo>
                  <a:lnTo>
                    <a:pt x="10" y="103"/>
                  </a:lnTo>
                  <a:lnTo>
                    <a:pt x="9" y="99"/>
                  </a:lnTo>
                  <a:lnTo>
                    <a:pt x="9" y="96"/>
                  </a:lnTo>
                  <a:lnTo>
                    <a:pt x="12" y="93"/>
                  </a:lnTo>
                  <a:lnTo>
                    <a:pt x="17" y="91"/>
                  </a:lnTo>
                  <a:lnTo>
                    <a:pt x="18" y="89"/>
                  </a:lnTo>
                  <a:lnTo>
                    <a:pt x="13" y="86"/>
                  </a:lnTo>
                  <a:lnTo>
                    <a:pt x="16" y="78"/>
                  </a:lnTo>
                  <a:lnTo>
                    <a:pt x="18" y="75"/>
                  </a:lnTo>
                  <a:lnTo>
                    <a:pt x="16" y="72"/>
                  </a:lnTo>
                  <a:lnTo>
                    <a:pt x="12" y="70"/>
                  </a:lnTo>
                  <a:lnTo>
                    <a:pt x="11" y="70"/>
                  </a:lnTo>
                  <a:lnTo>
                    <a:pt x="8" y="70"/>
                  </a:lnTo>
                  <a:lnTo>
                    <a:pt x="6" y="71"/>
                  </a:lnTo>
                  <a:lnTo>
                    <a:pt x="4" y="71"/>
                  </a:lnTo>
                  <a:lnTo>
                    <a:pt x="1" y="67"/>
                  </a:lnTo>
                  <a:lnTo>
                    <a:pt x="0" y="65"/>
                  </a:lnTo>
                  <a:lnTo>
                    <a:pt x="2" y="60"/>
                  </a:lnTo>
                  <a:lnTo>
                    <a:pt x="5" y="56"/>
                  </a:lnTo>
                  <a:lnTo>
                    <a:pt x="9" y="53"/>
                  </a:lnTo>
                  <a:lnTo>
                    <a:pt x="20" y="48"/>
                  </a:lnTo>
                  <a:lnTo>
                    <a:pt x="27" y="43"/>
                  </a:lnTo>
                  <a:lnTo>
                    <a:pt x="31" y="37"/>
                  </a:lnTo>
                  <a:lnTo>
                    <a:pt x="36" y="28"/>
                  </a:lnTo>
                  <a:lnTo>
                    <a:pt x="39" y="27"/>
                  </a:lnTo>
                  <a:lnTo>
                    <a:pt x="42" y="27"/>
                  </a:lnTo>
                  <a:lnTo>
                    <a:pt x="44" y="30"/>
                  </a:lnTo>
                  <a:lnTo>
                    <a:pt x="47" y="33"/>
                  </a:lnTo>
                  <a:lnTo>
                    <a:pt x="51" y="34"/>
                  </a:lnTo>
                  <a:lnTo>
                    <a:pt x="58" y="34"/>
                  </a:lnTo>
                  <a:lnTo>
                    <a:pt x="61" y="32"/>
                  </a:lnTo>
                  <a:lnTo>
                    <a:pt x="61" y="31"/>
                  </a:lnTo>
                  <a:lnTo>
                    <a:pt x="57" y="24"/>
                  </a:lnTo>
                  <a:lnTo>
                    <a:pt x="58" y="20"/>
                  </a:lnTo>
                  <a:lnTo>
                    <a:pt x="60" y="19"/>
                  </a:lnTo>
                  <a:lnTo>
                    <a:pt x="62" y="18"/>
                  </a:lnTo>
                  <a:lnTo>
                    <a:pt x="65" y="19"/>
                  </a:lnTo>
                  <a:lnTo>
                    <a:pt x="68" y="19"/>
                  </a:lnTo>
                  <a:lnTo>
                    <a:pt x="72" y="19"/>
                  </a:lnTo>
                  <a:lnTo>
                    <a:pt x="76" y="17"/>
                  </a:lnTo>
                  <a:lnTo>
                    <a:pt x="83" y="12"/>
                  </a:lnTo>
                  <a:lnTo>
                    <a:pt x="85" y="5"/>
                  </a:lnTo>
                  <a:lnTo>
                    <a:pt x="87" y="2"/>
                  </a:lnTo>
                  <a:lnTo>
                    <a:pt x="89" y="1"/>
                  </a:lnTo>
                  <a:lnTo>
                    <a:pt x="91" y="0"/>
                  </a:lnTo>
                  <a:lnTo>
                    <a:pt x="95" y="7"/>
                  </a:lnTo>
                  <a:lnTo>
                    <a:pt x="97" y="11"/>
                  </a:lnTo>
                  <a:lnTo>
                    <a:pt x="98" y="15"/>
                  </a:lnTo>
                  <a:lnTo>
                    <a:pt x="88" y="23"/>
                  </a:lnTo>
                  <a:lnTo>
                    <a:pt x="86" y="28"/>
                  </a:lnTo>
                  <a:lnTo>
                    <a:pt x="85" y="32"/>
                  </a:lnTo>
                  <a:lnTo>
                    <a:pt x="86" y="36"/>
                  </a:lnTo>
                  <a:lnTo>
                    <a:pt x="85" y="40"/>
                  </a:lnTo>
                  <a:lnTo>
                    <a:pt x="83" y="48"/>
                  </a:lnTo>
                  <a:lnTo>
                    <a:pt x="78" y="49"/>
                  </a:lnTo>
                  <a:lnTo>
                    <a:pt x="76" y="51"/>
                  </a:lnTo>
                  <a:lnTo>
                    <a:pt x="73" y="55"/>
                  </a:lnTo>
                  <a:lnTo>
                    <a:pt x="67" y="61"/>
                  </a:lnTo>
                  <a:lnTo>
                    <a:pt x="64" y="63"/>
                  </a:lnTo>
                  <a:lnTo>
                    <a:pt x="59" y="63"/>
                  </a:lnTo>
                  <a:lnTo>
                    <a:pt x="55" y="64"/>
                  </a:lnTo>
                  <a:lnTo>
                    <a:pt x="53" y="67"/>
                  </a:lnTo>
                  <a:lnTo>
                    <a:pt x="51" y="70"/>
                  </a:lnTo>
                  <a:lnTo>
                    <a:pt x="49" y="78"/>
                  </a:lnTo>
                  <a:lnTo>
                    <a:pt x="51" y="81"/>
                  </a:lnTo>
                  <a:lnTo>
                    <a:pt x="59" y="88"/>
                  </a:lnTo>
                  <a:lnTo>
                    <a:pt x="62" y="9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2" name="Freeform 41"/>
            <p:cNvSpPr>
              <a:spLocks/>
            </p:cNvSpPr>
            <p:nvPr/>
          </p:nvSpPr>
          <p:spPr bwMode="gray">
            <a:xfrm>
              <a:off x="5511800" y="3527426"/>
              <a:ext cx="155575" cy="177800"/>
            </a:xfrm>
            <a:custGeom>
              <a:avLst/>
              <a:gdLst>
                <a:gd name="T0" fmla="*/ 58 w 98"/>
                <a:gd name="T1" fmla="*/ 97 h 112"/>
                <a:gd name="T2" fmla="*/ 53 w 98"/>
                <a:gd name="T3" fmla="*/ 98 h 112"/>
                <a:gd name="T4" fmla="*/ 44 w 98"/>
                <a:gd name="T5" fmla="*/ 97 h 112"/>
                <a:gd name="T6" fmla="*/ 38 w 98"/>
                <a:gd name="T7" fmla="*/ 105 h 112"/>
                <a:gd name="T8" fmla="*/ 34 w 98"/>
                <a:gd name="T9" fmla="*/ 109 h 112"/>
                <a:gd name="T10" fmla="*/ 29 w 98"/>
                <a:gd name="T11" fmla="*/ 110 h 112"/>
                <a:gd name="T12" fmla="*/ 25 w 98"/>
                <a:gd name="T13" fmla="*/ 107 h 112"/>
                <a:gd name="T14" fmla="*/ 17 w 98"/>
                <a:gd name="T15" fmla="*/ 112 h 112"/>
                <a:gd name="T16" fmla="*/ 14 w 98"/>
                <a:gd name="T17" fmla="*/ 107 h 112"/>
                <a:gd name="T18" fmla="*/ 9 w 98"/>
                <a:gd name="T19" fmla="*/ 99 h 112"/>
                <a:gd name="T20" fmla="*/ 12 w 98"/>
                <a:gd name="T21" fmla="*/ 93 h 112"/>
                <a:gd name="T22" fmla="*/ 18 w 98"/>
                <a:gd name="T23" fmla="*/ 89 h 112"/>
                <a:gd name="T24" fmla="*/ 16 w 98"/>
                <a:gd name="T25" fmla="*/ 78 h 112"/>
                <a:gd name="T26" fmla="*/ 16 w 98"/>
                <a:gd name="T27" fmla="*/ 72 h 112"/>
                <a:gd name="T28" fmla="*/ 11 w 98"/>
                <a:gd name="T29" fmla="*/ 70 h 112"/>
                <a:gd name="T30" fmla="*/ 6 w 98"/>
                <a:gd name="T31" fmla="*/ 71 h 112"/>
                <a:gd name="T32" fmla="*/ 1 w 98"/>
                <a:gd name="T33" fmla="*/ 67 h 112"/>
                <a:gd name="T34" fmla="*/ 2 w 98"/>
                <a:gd name="T35" fmla="*/ 60 h 112"/>
                <a:gd name="T36" fmla="*/ 9 w 98"/>
                <a:gd name="T37" fmla="*/ 53 h 112"/>
                <a:gd name="T38" fmla="*/ 27 w 98"/>
                <a:gd name="T39" fmla="*/ 43 h 112"/>
                <a:gd name="T40" fmla="*/ 36 w 98"/>
                <a:gd name="T41" fmla="*/ 28 h 112"/>
                <a:gd name="T42" fmla="*/ 42 w 98"/>
                <a:gd name="T43" fmla="*/ 27 h 112"/>
                <a:gd name="T44" fmla="*/ 47 w 98"/>
                <a:gd name="T45" fmla="*/ 33 h 112"/>
                <a:gd name="T46" fmla="*/ 58 w 98"/>
                <a:gd name="T47" fmla="*/ 34 h 112"/>
                <a:gd name="T48" fmla="*/ 61 w 98"/>
                <a:gd name="T49" fmla="*/ 31 h 112"/>
                <a:gd name="T50" fmla="*/ 58 w 98"/>
                <a:gd name="T51" fmla="*/ 20 h 112"/>
                <a:gd name="T52" fmla="*/ 62 w 98"/>
                <a:gd name="T53" fmla="*/ 18 h 112"/>
                <a:gd name="T54" fmla="*/ 68 w 98"/>
                <a:gd name="T55" fmla="*/ 19 h 112"/>
                <a:gd name="T56" fmla="*/ 76 w 98"/>
                <a:gd name="T57" fmla="*/ 17 h 112"/>
                <a:gd name="T58" fmla="*/ 85 w 98"/>
                <a:gd name="T59" fmla="*/ 5 h 112"/>
                <a:gd name="T60" fmla="*/ 89 w 98"/>
                <a:gd name="T61" fmla="*/ 1 h 112"/>
                <a:gd name="T62" fmla="*/ 95 w 98"/>
                <a:gd name="T63" fmla="*/ 7 h 112"/>
                <a:gd name="T64" fmla="*/ 98 w 98"/>
                <a:gd name="T65" fmla="*/ 15 h 112"/>
                <a:gd name="T66" fmla="*/ 86 w 98"/>
                <a:gd name="T67" fmla="*/ 28 h 112"/>
                <a:gd name="T68" fmla="*/ 86 w 98"/>
                <a:gd name="T69" fmla="*/ 36 h 112"/>
                <a:gd name="T70" fmla="*/ 83 w 98"/>
                <a:gd name="T71" fmla="*/ 48 h 112"/>
                <a:gd name="T72" fmla="*/ 76 w 98"/>
                <a:gd name="T73" fmla="*/ 51 h 112"/>
                <a:gd name="T74" fmla="*/ 67 w 98"/>
                <a:gd name="T75" fmla="*/ 61 h 112"/>
                <a:gd name="T76" fmla="*/ 59 w 98"/>
                <a:gd name="T77" fmla="*/ 63 h 112"/>
                <a:gd name="T78" fmla="*/ 53 w 98"/>
                <a:gd name="T79" fmla="*/ 67 h 112"/>
                <a:gd name="T80" fmla="*/ 49 w 98"/>
                <a:gd name="T81" fmla="*/ 78 h 112"/>
                <a:gd name="T82" fmla="*/ 59 w 98"/>
                <a:gd name="T83" fmla="*/ 88 h 112"/>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98"/>
                <a:gd name="T127" fmla="*/ 0 h 112"/>
                <a:gd name="T128" fmla="*/ 98 w 98"/>
                <a:gd name="T129" fmla="*/ 112 h 112"/>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98" h="112">
                  <a:moveTo>
                    <a:pt x="62" y="92"/>
                  </a:moveTo>
                  <a:lnTo>
                    <a:pt x="58" y="97"/>
                  </a:lnTo>
                  <a:lnTo>
                    <a:pt x="56" y="99"/>
                  </a:lnTo>
                  <a:lnTo>
                    <a:pt x="53" y="98"/>
                  </a:lnTo>
                  <a:lnTo>
                    <a:pt x="48" y="97"/>
                  </a:lnTo>
                  <a:lnTo>
                    <a:pt x="44" y="97"/>
                  </a:lnTo>
                  <a:lnTo>
                    <a:pt x="42" y="98"/>
                  </a:lnTo>
                  <a:lnTo>
                    <a:pt x="38" y="105"/>
                  </a:lnTo>
                  <a:lnTo>
                    <a:pt x="36" y="108"/>
                  </a:lnTo>
                  <a:lnTo>
                    <a:pt x="34" y="109"/>
                  </a:lnTo>
                  <a:lnTo>
                    <a:pt x="32" y="107"/>
                  </a:lnTo>
                  <a:lnTo>
                    <a:pt x="29" y="110"/>
                  </a:lnTo>
                  <a:lnTo>
                    <a:pt x="27" y="112"/>
                  </a:lnTo>
                  <a:lnTo>
                    <a:pt x="25" y="107"/>
                  </a:lnTo>
                  <a:lnTo>
                    <a:pt x="22" y="106"/>
                  </a:lnTo>
                  <a:lnTo>
                    <a:pt x="17" y="112"/>
                  </a:lnTo>
                  <a:lnTo>
                    <a:pt x="16" y="109"/>
                  </a:lnTo>
                  <a:lnTo>
                    <a:pt x="14" y="107"/>
                  </a:lnTo>
                  <a:lnTo>
                    <a:pt x="10" y="103"/>
                  </a:lnTo>
                  <a:lnTo>
                    <a:pt x="9" y="99"/>
                  </a:lnTo>
                  <a:lnTo>
                    <a:pt x="9" y="96"/>
                  </a:lnTo>
                  <a:lnTo>
                    <a:pt x="12" y="93"/>
                  </a:lnTo>
                  <a:lnTo>
                    <a:pt x="17" y="91"/>
                  </a:lnTo>
                  <a:lnTo>
                    <a:pt x="18" y="89"/>
                  </a:lnTo>
                  <a:lnTo>
                    <a:pt x="13" y="86"/>
                  </a:lnTo>
                  <a:lnTo>
                    <a:pt x="16" y="78"/>
                  </a:lnTo>
                  <a:lnTo>
                    <a:pt x="18" y="75"/>
                  </a:lnTo>
                  <a:lnTo>
                    <a:pt x="16" y="72"/>
                  </a:lnTo>
                  <a:lnTo>
                    <a:pt x="12" y="70"/>
                  </a:lnTo>
                  <a:lnTo>
                    <a:pt x="11" y="70"/>
                  </a:lnTo>
                  <a:lnTo>
                    <a:pt x="8" y="70"/>
                  </a:lnTo>
                  <a:lnTo>
                    <a:pt x="6" y="71"/>
                  </a:lnTo>
                  <a:lnTo>
                    <a:pt x="4" y="71"/>
                  </a:lnTo>
                  <a:lnTo>
                    <a:pt x="1" y="67"/>
                  </a:lnTo>
                  <a:lnTo>
                    <a:pt x="0" y="65"/>
                  </a:lnTo>
                  <a:lnTo>
                    <a:pt x="2" y="60"/>
                  </a:lnTo>
                  <a:lnTo>
                    <a:pt x="5" y="56"/>
                  </a:lnTo>
                  <a:lnTo>
                    <a:pt x="9" y="53"/>
                  </a:lnTo>
                  <a:lnTo>
                    <a:pt x="20" y="48"/>
                  </a:lnTo>
                  <a:lnTo>
                    <a:pt x="27" y="43"/>
                  </a:lnTo>
                  <a:lnTo>
                    <a:pt x="31" y="37"/>
                  </a:lnTo>
                  <a:lnTo>
                    <a:pt x="36" y="28"/>
                  </a:lnTo>
                  <a:lnTo>
                    <a:pt x="39" y="27"/>
                  </a:lnTo>
                  <a:lnTo>
                    <a:pt x="42" y="27"/>
                  </a:lnTo>
                  <a:lnTo>
                    <a:pt x="44" y="30"/>
                  </a:lnTo>
                  <a:lnTo>
                    <a:pt x="47" y="33"/>
                  </a:lnTo>
                  <a:lnTo>
                    <a:pt x="51" y="34"/>
                  </a:lnTo>
                  <a:lnTo>
                    <a:pt x="58" y="34"/>
                  </a:lnTo>
                  <a:lnTo>
                    <a:pt x="61" y="32"/>
                  </a:lnTo>
                  <a:lnTo>
                    <a:pt x="61" y="31"/>
                  </a:lnTo>
                  <a:lnTo>
                    <a:pt x="57" y="24"/>
                  </a:lnTo>
                  <a:lnTo>
                    <a:pt x="58" y="20"/>
                  </a:lnTo>
                  <a:lnTo>
                    <a:pt x="60" y="19"/>
                  </a:lnTo>
                  <a:lnTo>
                    <a:pt x="62" y="18"/>
                  </a:lnTo>
                  <a:lnTo>
                    <a:pt x="65" y="19"/>
                  </a:lnTo>
                  <a:lnTo>
                    <a:pt x="68" y="19"/>
                  </a:lnTo>
                  <a:lnTo>
                    <a:pt x="72" y="19"/>
                  </a:lnTo>
                  <a:lnTo>
                    <a:pt x="76" y="17"/>
                  </a:lnTo>
                  <a:lnTo>
                    <a:pt x="83" y="12"/>
                  </a:lnTo>
                  <a:lnTo>
                    <a:pt x="85" y="5"/>
                  </a:lnTo>
                  <a:lnTo>
                    <a:pt x="87" y="2"/>
                  </a:lnTo>
                  <a:lnTo>
                    <a:pt x="89" y="1"/>
                  </a:lnTo>
                  <a:lnTo>
                    <a:pt x="91" y="0"/>
                  </a:lnTo>
                  <a:lnTo>
                    <a:pt x="95" y="7"/>
                  </a:lnTo>
                  <a:lnTo>
                    <a:pt x="97" y="11"/>
                  </a:lnTo>
                  <a:lnTo>
                    <a:pt x="98" y="15"/>
                  </a:lnTo>
                  <a:lnTo>
                    <a:pt x="88" y="23"/>
                  </a:lnTo>
                  <a:lnTo>
                    <a:pt x="86" y="28"/>
                  </a:lnTo>
                  <a:lnTo>
                    <a:pt x="85" y="32"/>
                  </a:lnTo>
                  <a:lnTo>
                    <a:pt x="86" y="36"/>
                  </a:lnTo>
                  <a:lnTo>
                    <a:pt x="85" y="40"/>
                  </a:lnTo>
                  <a:lnTo>
                    <a:pt x="83" y="48"/>
                  </a:lnTo>
                  <a:lnTo>
                    <a:pt x="78" y="49"/>
                  </a:lnTo>
                  <a:lnTo>
                    <a:pt x="76" y="51"/>
                  </a:lnTo>
                  <a:lnTo>
                    <a:pt x="73" y="55"/>
                  </a:lnTo>
                  <a:lnTo>
                    <a:pt x="67" y="61"/>
                  </a:lnTo>
                  <a:lnTo>
                    <a:pt x="64" y="63"/>
                  </a:lnTo>
                  <a:lnTo>
                    <a:pt x="59" y="63"/>
                  </a:lnTo>
                  <a:lnTo>
                    <a:pt x="55" y="64"/>
                  </a:lnTo>
                  <a:lnTo>
                    <a:pt x="53" y="67"/>
                  </a:lnTo>
                  <a:lnTo>
                    <a:pt x="51" y="70"/>
                  </a:lnTo>
                  <a:lnTo>
                    <a:pt x="49" y="78"/>
                  </a:lnTo>
                  <a:lnTo>
                    <a:pt x="51" y="81"/>
                  </a:lnTo>
                  <a:lnTo>
                    <a:pt x="59" y="88"/>
                  </a:lnTo>
                  <a:lnTo>
                    <a:pt x="62" y="9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3" name="Freeform 42"/>
            <p:cNvSpPr>
              <a:spLocks/>
            </p:cNvSpPr>
            <p:nvPr/>
          </p:nvSpPr>
          <p:spPr bwMode="gray">
            <a:xfrm>
              <a:off x="4718050" y="3973513"/>
              <a:ext cx="220663" cy="482600"/>
            </a:xfrm>
            <a:custGeom>
              <a:avLst/>
              <a:gdLst>
                <a:gd name="T0" fmla="*/ 14 w 139"/>
                <a:gd name="T1" fmla="*/ 111 h 304"/>
                <a:gd name="T2" fmla="*/ 16 w 139"/>
                <a:gd name="T3" fmla="*/ 94 h 304"/>
                <a:gd name="T4" fmla="*/ 20 w 139"/>
                <a:gd name="T5" fmla="*/ 76 h 304"/>
                <a:gd name="T6" fmla="*/ 32 w 139"/>
                <a:gd name="T7" fmla="*/ 78 h 304"/>
                <a:gd name="T8" fmla="*/ 39 w 139"/>
                <a:gd name="T9" fmla="*/ 54 h 304"/>
                <a:gd name="T10" fmla="*/ 48 w 139"/>
                <a:gd name="T11" fmla="*/ 33 h 304"/>
                <a:gd name="T12" fmla="*/ 69 w 139"/>
                <a:gd name="T13" fmla="*/ 22 h 304"/>
                <a:gd name="T14" fmla="*/ 76 w 139"/>
                <a:gd name="T15" fmla="*/ 15 h 304"/>
                <a:gd name="T16" fmla="*/ 82 w 139"/>
                <a:gd name="T17" fmla="*/ 4 h 304"/>
                <a:gd name="T18" fmla="*/ 92 w 139"/>
                <a:gd name="T19" fmla="*/ 6 h 304"/>
                <a:gd name="T20" fmla="*/ 101 w 139"/>
                <a:gd name="T21" fmla="*/ 16 h 304"/>
                <a:gd name="T22" fmla="*/ 101 w 139"/>
                <a:gd name="T23" fmla="*/ 43 h 304"/>
                <a:gd name="T24" fmla="*/ 88 w 139"/>
                <a:gd name="T25" fmla="*/ 57 h 304"/>
                <a:gd name="T26" fmla="*/ 85 w 139"/>
                <a:gd name="T27" fmla="*/ 77 h 304"/>
                <a:gd name="T28" fmla="*/ 94 w 139"/>
                <a:gd name="T29" fmla="*/ 75 h 304"/>
                <a:gd name="T30" fmla="*/ 106 w 139"/>
                <a:gd name="T31" fmla="*/ 89 h 304"/>
                <a:gd name="T32" fmla="*/ 115 w 139"/>
                <a:gd name="T33" fmla="*/ 94 h 304"/>
                <a:gd name="T34" fmla="*/ 116 w 139"/>
                <a:gd name="T35" fmla="*/ 109 h 304"/>
                <a:gd name="T36" fmla="*/ 126 w 139"/>
                <a:gd name="T37" fmla="*/ 119 h 304"/>
                <a:gd name="T38" fmla="*/ 138 w 139"/>
                <a:gd name="T39" fmla="*/ 119 h 304"/>
                <a:gd name="T40" fmla="*/ 129 w 139"/>
                <a:gd name="T41" fmla="*/ 132 h 304"/>
                <a:gd name="T42" fmla="*/ 121 w 139"/>
                <a:gd name="T43" fmla="*/ 138 h 304"/>
                <a:gd name="T44" fmla="*/ 107 w 139"/>
                <a:gd name="T45" fmla="*/ 147 h 304"/>
                <a:gd name="T46" fmla="*/ 89 w 139"/>
                <a:gd name="T47" fmla="*/ 152 h 304"/>
                <a:gd name="T48" fmla="*/ 88 w 139"/>
                <a:gd name="T49" fmla="*/ 167 h 304"/>
                <a:gd name="T50" fmla="*/ 87 w 139"/>
                <a:gd name="T51" fmla="*/ 177 h 304"/>
                <a:gd name="T52" fmla="*/ 98 w 139"/>
                <a:gd name="T53" fmla="*/ 192 h 304"/>
                <a:gd name="T54" fmla="*/ 103 w 139"/>
                <a:gd name="T55" fmla="*/ 207 h 304"/>
                <a:gd name="T56" fmla="*/ 100 w 139"/>
                <a:gd name="T57" fmla="*/ 220 h 304"/>
                <a:gd name="T58" fmla="*/ 103 w 139"/>
                <a:gd name="T59" fmla="*/ 240 h 304"/>
                <a:gd name="T60" fmla="*/ 109 w 139"/>
                <a:gd name="T61" fmla="*/ 257 h 304"/>
                <a:gd name="T62" fmla="*/ 116 w 139"/>
                <a:gd name="T63" fmla="*/ 279 h 304"/>
                <a:gd name="T64" fmla="*/ 99 w 139"/>
                <a:gd name="T65" fmla="*/ 303 h 304"/>
                <a:gd name="T66" fmla="*/ 103 w 139"/>
                <a:gd name="T67" fmla="*/ 283 h 304"/>
                <a:gd name="T68" fmla="*/ 101 w 139"/>
                <a:gd name="T69" fmla="*/ 277 h 304"/>
                <a:gd name="T70" fmla="*/ 95 w 139"/>
                <a:gd name="T71" fmla="*/ 248 h 304"/>
                <a:gd name="T72" fmla="*/ 87 w 139"/>
                <a:gd name="T73" fmla="*/ 214 h 304"/>
                <a:gd name="T74" fmla="*/ 83 w 139"/>
                <a:gd name="T75" fmla="*/ 202 h 304"/>
                <a:gd name="T76" fmla="*/ 74 w 139"/>
                <a:gd name="T77" fmla="*/ 188 h 304"/>
                <a:gd name="T78" fmla="*/ 68 w 139"/>
                <a:gd name="T79" fmla="*/ 202 h 304"/>
                <a:gd name="T80" fmla="*/ 52 w 139"/>
                <a:gd name="T81" fmla="*/ 214 h 304"/>
                <a:gd name="T82" fmla="*/ 47 w 139"/>
                <a:gd name="T83" fmla="*/ 210 h 304"/>
                <a:gd name="T84" fmla="*/ 42 w 139"/>
                <a:gd name="T85" fmla="*/ 207 h 304"/>
                <a:gd name="T86" fmla="*/ 34 w 139"/>
                <a:gd name="T87" fmla="*/ 211 h 304"/>
                <a:gd name="T88" fmla="*/ 37 w 139"/>
                <a:gd name="T89" fmla="*/ 190 h 304"/>
                <a:gd name="T90" fmla="*/ 30 w 139"/>
                <a:gd name="T91" fmla="*/ 160 h 304"/>
                <a:gd name="T92" fmla="*/ 21 w 139"/>
                <a:gd name="T93" fmla="*/ 158 h 304"/>
                <a:gd name="T94" fmla="*/ 25 w 139"/>
                <a:gd name="T95" fmla="*/ 151 h 304"/>
                <a:gd name="T96" fmla="*/ 15 w 139"/>
                <a:gd name="T97" fmla="*/ 145 h 304"/>
                <a:gd name="T98" fmla="*/ 11 w 139"/>
                <a:gd name="T99" fmla="*/ 137 h 304"/>
                <a:gd name="T100" fmla="*/ 0 w 139"/>
                <a:gd name="T101" fmla="*/ 128 h 30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39"/>
                <a:gd name="T154" fmla="*/ 0 h 304"/>
                <a:gd name="T155" fmla="*/ 139 w 139"/>
                <a:gd name="T156" fmla="*/ 304 h 30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39" h="304">
                  <a:moveTo>
                    <a:pt x="6" y="109"/>
                  </a:moveTo>
                  <a:lnTo>
                    <a:pt x="10" y="110"/>
                  </a:lnTo>
                  <a:lnTo>
                    <a:pt x="12" y="112"/>
                  </a:lnTo>
                  <a:lnTo>
                    <a:pt x="14" y="111"/>
                  </a:lnTo>
                  <a:lnTo>
                    <a:pt x="16" y="108"/>
                  </a:lnTo>
                  <a:lnTo>
                    <a:pt x="16" y="102"/>
                  </a:lnTo>
                  <a:lnTo>
                    <a:pt x="15" y="96"/>
                  </a:lnTo>
                  <a:lnTo>
                    <a:pt x="16" y="94"/>
                  </a:lnTo>
                  <a:lnTo>
                    <a:pt x="19" y="93"/>
                  </a:lnTo>
                  <a:lnTo>
                    <a:pt x="21" y="90"/>
                  </a:lnTo>
                  <a:lnTo>
                    <a:pt x="20" y="78"/>
                  </a:lnTo>
                  <a:lnTo>
                    <a:pt x="20" y="76"/>
                  </a:lnTo>
                  <a:lnTo>
                    <a:pt x="26" y="78"/>
                  </a:lnTo>
                  <a:lnTo>
                    <a:pt x="29" y="79"/>
                  </a:lnTo>
                  <a:lnTo>
                    <a:pt x="31" y="79"/>
                  </a:lnTo>
                  <a:lnTo>
                    <a:pt x="32" y="78"/>
                  </a:lnTo>
                  <a:lnTo>
                    <a:pt x="40" y="61"/>
                  </a:lnTo>
                  <a:lnTo>
                    <a:pt x="40" y="58"/>
                  </a:lnTo>
                  <a:lnTo>
                    <a:pt x="39" y="55"/>
                  </a:lnTo>
                  <a:lnTo>
                    <a:pt x="39" y="54"/>
                  </a:lnTo>
                  <a:lnTo>
                    <a:pt x="46" y="45"/>
                  </a:lnTo>
                  <a:lnTo>
                    <a:pt x="47" y="42"/>
                  </a:lnTo>
                  <a:lnTo>
                    <a:pt x="46" y="36"/>
                  </a:lnTo>
                  <a:lnTo>
                    <a:pt x="48" y="33"/>
                  </a:lnTo>
                  <a:lnTo>
                    <a:pt x="58" y="26"/>
                  </a:lnTo>
                  <a:lnTo>
                    <a:pt x="63" y="22"/>
                  </a:lnTo>
                  <a:lnTo>
                    <a:pt x="65" y="21"/>
                  </a:lnTo>
                  <a:lnTo>
                    <a:pt x="69" y="22"/>
                  </a:lnTo>
                  <a:lnTo>
                    <a:pt x="75" y="24"/>
                  </a:lnTo>
                  <a:lnTo>
                    <a:pt x="77" y="23"/>
                  </a:lnTo>
                  <a:lnTo>
                    <a:pt x="76" y="17"/>
                  </a:lnTo>
                  <a:lnTo>
                    <a:pt x="76" y="15"/>
                  </a:lnTo>
                  <a:lnTo>
                    <a:pt x="81" y="10"/>
                  </a:lnTo>
                  <a:lnTo>
                    <a:pt x="81" y="9"/>
                  </a:lnTo>
                  <a:lnTo>
                    <a:pt x="82" y="5"/>
                  </a:lnTo>
                  <a:lnTo>
                    <a:pt x="82" y="4"/>
                  </a:lnTo>
                  <a:lnTo>
                    <a:pt x="84" y="1"/>
                  </a:lnTo>
                  <a:lnTo>
                    <a:pt x="86" y="0"/>
                  </a:lnTo>
                  <a:lnTo>
                    <a:pt x="89" y="3"/>
                  </a:lnTo>
                  <a:lnTo>
                    <a:pt x="92" y="6"/>
                  </a:lnTo>
                  <a:lnTo>
                    <a:pt x="94" y="13"/>
                  </a:lnTo>
                  <a:lnTo>
                    <a:pt x="95" y="16"/>
                  </a:lnTo>
                  <a:lnTo>
                    <a:pt x="97" y="16"/>
                  </a:lnTo>
                  <a:lnTo>
                    <a:pt x="101" y="16"/>
                  </a:lnTo>
                  <a:lnTo>
                    <a:pt x="102" y="17"/>
                  </a:lnTo>
                  <a:lnTo>
                    <a:pt x="103" y="30"/>
                  </a:lnTo>
                  <a:lnTo>
                    <a:pt x="103" y="37"/>
                  </a:lnTo>
                  <a:lnTo>
                    <a:pt x="101" y="43"/>
                  </a:lnTo>
                  <a:lnTo>
                    <a:pt x="98" y="49"/>
                  </a:lnTo>
                  <a:lnTo>
                    <a:pt x="93" y="53"/>
                  </a:lnTo>
                  <a:lnTo>
                    <a:pt x="90" y="55"/>
                  </a:lnTo>
                  <a:lnTo>
                    <a:pt x="88" y="57"/>
                  </a:lnTo>
                  <a:lnTo>
                    <a:pt x="84" y="64"/>
                  </a:lnTo>
                  <a:lnTo>
                    <a:pt x="85" y="67"/>
                  </a:lnTo>
                  <a:lnTo>
                    <a:pt x="86" y="72"/>
                  </a:lnTo>
                  <a:lnTo>
                    <a:pt x="85" y="77"/>
                  </a:lnTo>
                  <a:lnTo>
                    <a:pt x="85" y="79"/>
                  </a:lnTo>
                  <a:lnTo>
                    <a:pt x="86" y="80"/>
                  </a:lnTo>
                  <a:lnTo>
                    <a:pt x="88" y="79"/>
                  </a:lnTo>
                  <a:lnTo>
                    <a:pt x="94" y="75"/>
                  </a:lnTo>
                  <a:lnTo>
                    <a:pt x="99" y="75"/>
                  </a:lnTo>
                  <a:lnTo>
                    <a:pt x="103" y="75"/>
                  </a:lnTo>
                  <a:lnTo>
                    <a:pt x="104" y="76"/>
                  </a:lnTo>
                  <a:lnTo>
                    <a:pt x="106" y="89"/>
                  </a:lnTo>
                  <a:lnTo>
                    <a:pt x="107" y="92"/>
                  </a:lnTo>
                  <a:lnTo>
                    <a:pt x="111" y="91"/>
                  </a:lnTo>
                  <a:lnTo>
                    <a:pt x="115" y="92"/>
                  </a:lnTo>
                  <a:lnTo>
                    <a:pt x="115" y="94"/>
                  </a:lnTo>
                  <a:lnTo>
                    <a:pt x="110" y="106"/>
                  </a:lnTo>
                  <a:lnTo>
                    <a:pt x="111" y="109"/>
                  </a:lnTo>
                  <a:lnTo>
                    <a:pt x="112" y="109"/>
                  </a:lnTo>
                  <a:lnTo>
                    <a:pt x="116" y="109"/>
                  </a:lnTo>
                  <a:lnTo>
                    <a:pt x="119" y="109"/>
                  </a:lnTo>
                  <a:lnTo>
                    <a:pt x="121" y="112"/>
                  </a:lnTo>
                  <a:lnTo>
                    <a:pt x="124" y="117"/>
                  </a:lnTo>
                  <a:lnTo>
                    <a:pt x="126" y="119"/>
                  </a:lnTo>
                  <a:lnTo>
                    <a:pt x="128" y="120"/>
                  </a:lnTo>
                  <a:lnTo>
                    <a:pt x="133" y="119"/>
                  </a:lnTo>
                  <a:lnTo>
                    <a:pt x="137" y="116"/>
                  </a:lnTo>
                  <a:lnTo>
                    <a:pt x="138" y="119"/>
                  </a:lnTo>
                  <a:lnTo>
                    <a:pt x="139" y="120"/>
                  </a:lnTo>
                  <a:lnTo>
                    <a:pt x="135" y="123"/>
                  </a:lnTo>
                  <a:lnTo>
                    <a:pt x="132" y="128"/>
                  </a:lnTo>
                  <a:lnTo>
                    <a:pt x="129" y="132"/>
                  </a:lnTo>
                  <a:lnTo>
                    <a:pt x="124" y="135"/>
                  </a:lnTo>
                  <a:lnTo>
                    <a:pt x="123" y="137"/>
                  </a:lnTo>
                  <a:lnTo>
                    <a:pt x="122" y="138"/>
                  </a:lnTo>
                  <a:lnTo>
                    <a:pt x="121" y="138"/>
                  </a:lnTo>
                  <a:lnTo>
                    <a:pt x="117" y="139"/>
                  </a:lnTo>
                  <a:lnTo>
                    <a:pt x="114" y="140"/>
                  </a:lnTo>
                  <a:lnTo>
                    <a:pt x="110" y="143"/>
                  </a:lnTo>
                  <a:lnTo>
                    <a:pt x="107" y="147"/>
                  </a:lnTo>
                  <a:lnTo>
                    <a:pt x="100" y="149"/>
                  </a:lnTo>
                  <a:lnTo>
                    <a:pt x="95" y="149"/>
                  </a:lnTo>
                  <a:lnTo>
                    <a:pt x="92" y="149"/>
                  </a:lnTo>
                  <a:lnTo>
                    <a:pt x="89" y="152"/>
                  </a:lnTo>
                  <a:lnTo>
                    <a:pt x="88" y="155"/>
                  </a:lnTo>
                  <a:lnTo>
                    <a:pt x="88" y="161"/>
                  </a:lnTo>
                  <a:lnTo>
                    <a:pt x="88" y="164"/>
                  </a:lnTo>
                  <a:lnTo>
                    <a:pt x="88" y="167"/>
                  </a:lnTo>
                  <a:lnTo>
                    <a:pt x="88" y="169"/>
                  </a:lnTo>
                  <a:lnTo>
                    <a:pt x="86" y="169"/>
                  </a:lnTo>
                  <a:lnTo>
                    <a:pt x="82" y="170"/>
                  </a:lnTo>
                  <a:lnTo>
                    <a:pt x="87" y="177"/>
                  </a:lnTo>
                  <a:lnTo>
                    <a:pt x="88" y="178"/>
                  </a:lnTo>
                  <a:lnTo>
                    <a:pt x="88" y="185"/>
                  </a:lnTo>
                  <a:lnTo>
                    <a:pt x="90" y="186"/>
                  </a:lnTo>
                  <a:lnTo>
                    <a:pt x="98" y="192"/>
                  </a:lnTo>
                  <a:lnTo>
                    <a:pt x="99" y="195"/>
                  </a:lnTo>
                  <a:lnTo>
                    <a:pt x="103" y="203"/>
                  </a:lnTo>
                  <a:lnTo>
                    <a:pt x="104" y="205"/>
                  </a:lnTo>
                  <a:lnTo>
                    <a:pt x="103" y="207"/>
                  </a:lnTo>
                  <a:lnTo>
                    <a:pt x="100" y="208"/>
                  </a:lnTo>
                  <a:lnTo>
                    <a:pt x="99" y="210"/>
                  </a:lnTo>
                  <a:lnTo>
                    <a:pt x="101" y="219"/>
                  </a:lnTo>
                  <a:lnTo>
                    <a:pt x="100" y="220"/>
                  </a:lnTo>
                  <a:lnTo>
                    <a:pt x="94" y="223"/>
                  </a:lnTo>
                  <a:lnTo>
                    <a:pt x="95" y="226"/>
                  </a:lnTo>
                  <a:lnTo>
                    <a:pt x="100" y="237"/>
                  </a:lnTo>
                  <a:lnTo>
                    <a:pt x="103" y="240"/>
                  </a:lnTo>
                  <a:lnTo>
                    <a:pt x="107" y="244"/>
                  </a:lnTo>
                  <a:lnTo>
                    <a:pt x="109" y="248"/>
                  </a:lnTo>
                  <a:lnTo>
                    <a:pt x="109" y="252"/>
                  </a:lnTo>
                  <a:lnTo>
                    <a:pt x="109" y="257"/>
                  </a:lnTo>
                  <a:lnTo>
                    <a:pt x="109" y="259"/>
                  </a:lnTo>
                  <a:lnTo>
                    <a:pt x="112" y="267"/>
                  </a:lnTo>
                  <a:lnTo>
                    <a:pt x="117" y="276"/>
                  </a:lnTo>
                  <a:lnTo>
                    <a:pt x="116" y="279"/>
                  </a:lnTo>
                  <a:lnTo>
                    <a:pt x="109" y="290"/>
                  </a:lnTo>
                  <a:lnTo>
                    <a:pt x="102" y="302"/>
                  </a:lnTo>
                  <a:lnTo>
                    <a:pt x="101" y="304"/>
                  </a:lnTo>
                  <a:lnTo>
                    <a:pt x="99" y="303"/>
                  </a:lnTo>
                  <a:lnTo>
                    <a:pt x="98" y="298"/>
                  </a:lnTo>
                  <a:lnTo>
                    <a:pt x="101" y="293"/>
                  </a:lnTo>
                  <a:lnTo>
                    <a:pt x="103" y="289"/>
                  </a:lnTo>
                  <a:lnTo>
                    <a:pt x="103" y="283"/>
                  </a:lnTo>
                  <a:lnTo>
                    <a:pt x="105" y="280"/>
                  </a:lnTo>
                  <a:lnTo>
                    <a:pt x="102" y="280"/>
                  </a:lnTo>
                  <a:lnTo>
                    <a:pt x="101" y="280"/>
                  </a:lnTo>
                  <a:lnTo>
                    <a:pt x="101" y="277"/>
                  </a:lnTo>
                  <a:lnTo>
                    <a:pt x="103" y="274"/>
                  </a:lnTo>
                  <a:lnTo>
                    <a:pt x="101" y="263"/>
                  </a:lnTo>
                  <a:lnTo>
                    <a:pt x="99" y="257"/>
                  </a:lnTo>
                  <a:lnTo>
                    <a:pt x="95" y="248"/>
                  </a:lnTo>
                  <a:lnTo>
                    <a:pt x="91" y="239"/>
                  </a:lnTo>
                  <a:lnTo>
                    <a:pt x="89" y="233"/>
                  </a:lnTo>
                  <a:lnTo>
                    <a:pt x="88" y="226"/>
                  </a:lnTo>
                  <a:lnTo>
                    <a:pt x="87" y="214"/>
                  </a:lnTo>
                  <a:lnTo>
                    <a:pt x="86" y="208"/>
                  </a:lnTo>
                  <a:lnTo>
                    <a:pt x="86" y="205"/>
                  </a:lnTo>
                  <a:lnTo>
                    <a:pt x="85" y="203"/>
                  </a:lnTo>
                  <a:lnTo>
                    <a:pt x="83" y="202"/>
                  </a:lnTo>
                  <a:lnTo>
                    <a:pt x="82" y="202"/>
                  </a:lnTo>
                  <a:lnTo>
                    <a:pt x="80" y="195"/>
                  </a:lnTo>
                  <a:lnTo>
                    <a:pt x="76" y="190"/>
                  </a:lnTo>
                  <a:lnTo>
                    <a:pt x="74" y="188"/>
                  </a:lnTo>
                  <a:lnTo>
                    <a:pt x="72" y="189"/>
                  </a:lnTo>
                  <a:lnTo>
                    <a:pt x="72" y="196"/>
                  </a:lnTo>
                  <a:lnTo>
                    <a:pt x="71" y="199"/>
                  </a:lnTo>
                  <a:lnTo>
                    <a:pt x="68" y="202"/>
                  </a:lnTo>
                  <a:lnTo>
                    <a:pt x="64" y="204"/>
                  </a:lnTo>
                  <a:lnTo>
                    <a:pt x="56" y="207"/>
                  </a:lnTo>
                  <a:lnTo>
                    <a:pt x="54" y="212"/>
                  </a:lnTo>
                  <a:lnTo>
                    <a:pt x="52" y="214"/>
                  </a:lnTo>
                  <a:lnTo>
                    <a:pt x="50" y="215"/>
                  </a:lnTo>
                  <a:lnTo>
                    <a:pt x="48" y="213"/>
                  </a:lnTo>
                  <a:lnTo>
                    <a:pt x="48" y="210"/>
                  </a:lnTo>
                  <a:lnTo>
                    <a:pt x="47" y="210"/>
                  </a:lnTo>
                  <a:lnTo>
                    <a:pt x="44" y="213"/>
                  </a:lnTo>
                  <a:lnTo>
                    <a:pt x="42" y="213"/>
                  </a:lnTo>
                  <a:lnTo>
                    <a:pt x="41" y="211"/>
                  </a:lnTo>
                  <a:lnTo>
                    <a:pt x="42" y="207"/>
                  </a:lnTo>
                  <a:lnTo>
                    <a:pt x="38" y="208"/>
                  </a:lnTo>
                  <a:lnTo>
                    <a:pt x="36" y="209"/>
                  </a:lnTo>
                  <a:lnTo>
                    <a:pt x="34" y="211"/>
                  </a:lnTo>
                  <a:lnTo>
                    <a:pt x="32" y="210"/>
                  </a:lnTo>
                  <a:lnTo>
                    <a:pt x="31" y="207"/>
                  </a:lnTo>
                  <a:lnTo>
                    <a:pt x="35" y="195"/>
                  </a:lnTo>
                  <a:lnTo>
                    <a:pt x="37" y="190"/>
                  </a:lnTo>
                  <a:lnTo>
                    <a:pt x="37" y="183"/>
                  </a:lnTo>
                  <a:lnTo>
                    <a:pt x="36" y="175"/>
                  </a:lnTo>
                  <a:lnTo>
                    <a:pt x="33" y="168"/>
                  </a:lnTo>
                  <a:lnTo>
                    <a:pt x="30" y="160"/>
                  </a:lnTo>
                  <a:lnTo>
                    <a:pt x="29" y="158"/>
                  </a:lnTo>
                  <a:lnTo>
                    <a:pt x="27" y="162"/>
                  </a:lnTo>
                  <a:lnTo>
                    <a:pt x="25" y="161"/>
                  </a:lnTo>
                  <a:lnTo>
                    <a:pt x="21" y="158"/>
                  </a:lnTo>
                  <a:lnTo>
                    <a:pt x="24" y="157"/>
                  </a:lnTo>
                  <a:lnTo>
                    <a:pt x="27" y="157"/>
                  </a:lnTo>
                  <a:lnTo>
                    <a:pt x="26" y="153"/>
                  </a:lnTo>
                  <a:lnTo>
                    <a:pt x="25" y="151"/>
                  </a:lnTo>
                  <a:lnTo>
                    <a:pt x="20" y="146"/>
                  </a:lnTo>
                  <a:lnTo>
                    <a:pt x="19" y="144"/>
                  </a:lnTo>
                  <a:lnTo>
                    <a:pt x="18" y="144"/>
                  </a:lnTo>
                  <a:lnTo>
                    <a:pt x="15" y="145"/>
                  </a:lnTo>
                  <a:lnTo>
                    <a:pt x="12" y="143"/>
                  </a:lnTo>
                  <a:lnTo>
                    <a:pt x="12" y="139"/>
                  </a:lnTo>
                  <a:lnTo>
                    <a:pt x="12" y="138"/>
                  </a:lnTo>
                  <a:lnTo>
                    <a:pt x="11" y="137"/>
                  </a:lnTo>
                  <a:lnTo>
                    <a:pt x="9" y="138"/>
                  </a:lnTo>
                  <a:lnTo>
                    <a:pt x="4" y="134"/>
                  </a:lnTo>
                  <a:lnTo>
                    <a:pt x="1" y="130"/>
                  </a:lnTo>
                  <a:lnTo>
                    <a:pt x="0" y="128"/>
                  </a:lnTo>
                  <a:lnTo>
                    <a:pt x="2" y="125"/>
                  </a:lnTo>
                  <a:lnTo>
                    <a:pt x="8" y="121"/>
                  </a:lnTo>
                  <a:lnTo>
                    <a:pt x="6" y="10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4" name="Freeform 43"/>
            <p:cNvSpPr>
              <a:spLocks/>
            </p:cNvSpPr>
            <p:nvPr/>
          </p:nvSpPr>
          <p:spPr bwMode="gray">
            <a:xfrm>
              <a:off x="4718050" y="3973513"/>
              <a:ext cx="220663" cy="482600"/>
            </a:xfrm>
            <a:custGeom>
              <a:avLst/>
              <a:gdLst>
                <a:gd name="T0" fmla="*/ 14 w 139"/>
                <a:gd name="T1" fmla="*/ 111 h 304"/>
                <a:gd name="T2" fmla="*/ 16 w 139"/>
                <a:gd name="T3" fmla="*/ 94 h 304"/>
                <a:gd name="T4" fmla="*/ 20 w 139"/>
                <a:gd name="T5" fmla="*/ 76 h 304"/>
                <a:gd name="T6" fmla="*/ 32 w 139"/>
                <a:gd name="T7" fmla="*/ 78 h 304"/>
                <a:gd name="T8" fmla="*/ 39 w 139"/>
                <a:gd name="T9" fmla="*/ 54 h 304"/>
                <a:gd name="T10" fmla="*/ 48 w 139"/>
                <a:gd name="T11" fmla="*/ 33 h 304"/>
                <a:gd name="T12" fmla="*/ 69 w 139"/>
                <a:gd name="T13" fmla="*/ 22 h 304"/>
                <a:gd name="T14" fmla="*/ 76 w 139"/>
                <a:gd name="T15" fmla="*/ 15 h 304"/>
                <a:gd name="T16" fmla="*/ 82 w 139"/>
                <a:gd name="T17" fmla="*/ 4 h 304"/>
                <a:gd name="T18" fmla="*/ 92 w 139"/>
                <a:gd name="T19" fmla="*/ 6 h 304"/>
                <a:gd name="T20" fmla="*/ 101 w 139"/>
                <a:gd name="T21" fmla="*/ 16 h 304"/>
                <a:gd name="T22" fmla="*/ 101 w 139"/>
                <a:gd name="T23" fmla="*/ 43 h 304"/>
                <a:gd name="T24" fmla="*/ 88 w 139"/>
                <a:gd name="T25" fmla="*/ 57 h 304"/>
                <a:gd name="T26" fmla="*/ 85 w 139"/>
                <a:gd name="T27" fmla="*/ 77 h 304"/>
                <a:gd name="T28" fmla="*/ 94 w 139"/>
                <a:gd name="T29" fmla="*/ 75 h 304"/>
                <a:gd name="T30" fmla="*/ 106 w 139"/>
                <a:gd name="T31" fmla="*/ 89 h 304"/>
                <a:gd name="T32" fmla="*/ 115 w 139"/>
                <a:gd name="T33" fmla="*/ 94 h 304"/>
                <a:gd name="T34" fmla="*/ 116 w 139"/>
                <a:gd name="T35" fmla="*/ 109 h 304"/>
                <a:gd name="T36" fmla="*/ 126 w 139"/>
                <a:gd name="T37" fmla="*/ 119 h 304"/>
                <a:gd name="T38" fmla="*/ 138 w 139"/>
                <a:gd name="T39" fmla="*/ 119 h 304"/>
                <a:gd name="T40" fmla="*/ 129 w 139"/>
                <a:gd name="T41" fmla="*/ 132 h 304"/>
                <a:gd name="T42" fmla="*/ 121 w 139"/>
                <a:gd name="T43" fmla="*/ 138 h 304"/>
                <a:gd name="T44" fmla="*/ 107 w 139"/>
                <a:gd name="T45" fmla="*/ 147 h 304"/>
                <a:gd name="T46" fmla="*/ 89 w 139"/>
                <a:gd name="T47" fmla="*/ 152 h 304"/>
                <a:gd name="T48" fmla="*/ 88 w 139"/>
                <a:gd name="T49" fmla="*/ 167 h 304"/>
                <a:gd name="T50" fmla="*/ 87 w 139"/>
                <a:gd name="T51" fmla="*/ 177 h 304"/>
                <a:gd name="T52" fmla="*/ 98 w 139"/>
                <a:gd name="T53" fmla="*/ 192 h 304"/>
                <a:gd name="T54" fmla="*/ 103 w 139"/>
                <a:gd name="T55" fmla="*/ 207 h 304"/>
                <a:gd name="T56" fmla="*/ 100 w 139"/>
                <a:gd name="T57" fmla="*/ 220 h 304"/>
                <a:gd name="T58" fmla="*/ 103 w 139"/>
                <a:gd name="T59" fmla="*/ 240 h 304"/>
                <a:gd name="T60" fmla="*/ 109 w 139"/>
                <a:gd name="T61" fmla="*/ 257 h 304"/>
                <a:gd name="T62" fmla="*/ 116 w 139"/>
                <a:gd name="T63" fmla="*/ 279 h 304"/>
                <a:gd name="T64" fmla="*/ 99 w 139"/>
                <a:gd name="T65" fmla="*/ 303 h 304"/>
                <a:gd name="T66" fmla="*/ 103 w 139"/>
                <a:gd name="T67" fmla="*/ 283 h 304"/>
                <a:gd name="T68" fmla="*/ 101 w 139"/>
                <a:gd name="T69" fmla="*/ 277 h 304"/>
                <a:gd name="T70" fmla="*/ 95 w 139"/>
                <a:gd name="T71" fmla="*/ 248 h 304"/>
                <a:gd name="T72" fmla="*/ 87 w 139"/>
                <a:gd name="T73" fmla="*/ 214 h 304"/>
                <a:gd name="T74" fmla="*/ 83 w 139"/>
                <a:gd name="T75" fmla="*/ 202 h 304"/>
                <a:gd name="T76" fmla="*/ 74 w 139"/>
                <a:gd name="T77" fmla="*/ 188 h 304"/>
                <a:gd name="T78" fmla="*/ 68 w 139"/>
                <a:gd name="T79" fmla="*/ 202 h 304"/>
                <a:gd name="T80" fmla="*/ 52 w 139"/>
                <a:gd name="T81" fmla="*/ 214 h 304"/>
                <a:gd name="T82" fmla="*/ 47 w 139"/>
                <a:gd name="T83" fmla="*/ 210 h 304"/>
                <a:gd name="T84" fmla="*/ 42 w 139"/>
                <a:gd name="T85" fmla="*/ 207 h 304"/>
                <a:gd name="T86" fmla="*/ 34 w 139"/>
                <a:gd name="T87" fmla="*/ 211 h 304"/>
                <a:gd name="T88" fmla="*/ 37 w 139"/>
                <a:gd name="T89" fmla="*/ 190 h 304"/>
                <a:gd name="T90" fmla="*/ 30 w 139"/>
                <a:gd name="T91" fmla="*/ 160 h 304"/>
                <a:gd name="T92" fmla="*/ 21 w 139"/>
                <a:gd name="T93" fmla="*/ 158 h 304"/>
                <a:gd name="T94" fmla="*/ 25 w 139"/>
                <a:gd name="T95" fmla="*/ 151 h 304"/>
                <a:gd name="T96" fmla="*/ 15 w 139"/>
                <a:gd name="T97" fmla="*/ 145 h 304"/>
                <a:gd name="T98" fmla="*/ 11 w 139"/>
                <a:gd name="T99" fmla="*/ 137 h 304"/>
                <a:gd name="T100" fmla="*/ 0 w 139"/>
                <a:gd name="T101" fmla="*/ 128 h 30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39"/>
                <a:gd name="T154" fmla="*/ 0 h 304"/>
                <a:gd name="T155" fmla="*/ 139 w 139"/>
                <a:gd name="T156" fmla="*/ 304 h 30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39" h="304">
                  <a:moveTo>
                    <a:pt x="6" y="109"/>
                  </a:moveTo>
                  <a:lnTo>
                    <a:pt x="10" y="110"/>
                  </a:lnTo>
                  <a:lnTo>
                    <a:pt x="12" y="112"/>
                  </a:lnTo>
                  <a:lnTo>
                    <a:pt x="14" y="111"/>
                  </a:lnTo>
                  <a:lnTo>
                    <a:pt x="16" y="108"/>
                  </a:lnTo>
                  <a:lnTo>
                    <a:pt x="16" y="102"/>
                  </a:lnTo>
                  <a:lnTo>
                    <a:pt x="15" y="96"/>
                  </a:lnTo>
                  <a:lnTo>
                    <a:pt x="16" y="94"/>
                  </a:lnTo>
                  <a:lnTo>
                    <a:pt x="19" y="93"/>
                  </a:lnTo>
                  <a:lnTo>
                    <a:pt x="21" y="90"/>
                  </a:lnTo>
                  <a:lnTo>
                    <a:pt x="20" y="78"/>
                  </a:lnTo>
                  <a:lnTo>
                    <a:pt x="20" y="76"/>
                  </a:lnTo>
                  <a:lnTo>
                    <a:pt x="26" y="78"/>
                  </a:lnTo>
                  <a:lnTo>
                    <a:pt x="29" y="79"/>
                  </a:lnTo>
                  <a:lnTo>
                    <a:pt x="31" y="79"/>
                  </a:lnTo>
                  <a:lnTo>
                    <a:pt x="32" y="78"/>
                  </a:lnTo>
                  <a:lnTo>
                    <a:pt x="40" y="61"/>
                  </a:lnTo>
                  <a:lnTo>
                    <a:pt x="40" y="58"/>
                  </a:lnTo>
                  <a:lnTo>
                    <a:pt x="39" y="55"/>
                  </a:lnTo>
                  <a:lnTo>
                    <a:pt x="39" y="54"/>
                  </a:lnTo>
                  <a:lnTo>
                    <a:pt x="46" y="45"/>
                  </a:lnTo>
                  <a:lnTo>
                    <a:pt x="47" y="42"/>
                  </a:lnTo>
                  <a:lnTo>
                    <a:pt x="46" y="36"/>
                  </a:lnTo>
                  <a:lnTo>
                    <a:pt x="48" y="33"/>
                  </a:lnTo>
                  <a:lnTo>
                    <a:pt x="58" y="26"/>
                  </a:lnTo>
                  <a:lnTo>
                    <a:pt x="63" y="22"/>
                  </a:lnTo>
                  <a:lnTo>
                    <a:pt x="65" y="21"/>
                  </a:lnTo>
                  <a:lnTo>
                    <a:pt x="69" y="22"/>
                  </a:lnTo>
                  <a:lnTo>
                    <a:pt x="75" y="24"/>
                  </a:lnTo>
                  <a:lnTo>
                    <a:pt x="77" y="23"/>
                  </a:lnTo>
                  <a:lnTo>
                    <a:pt x="76" y="17"/>
                  </a:lnTo>
                  <a:lnTo>
                    <a:pt x="76" y="15"/>
                  </a:lnTo>
                  <a:lnTo>
                    <a:pt x="81" y="10"/>
                  </a:lnTo>
                  <a:lnTo>
                    <a:pt x="81" y="9"/>
                  </a:lnTo>
                  <a:lnTo>
                    <a:pt x="82" y="5"/>
                  </a:lnTo>
                  <a:lnTo>
                    <a:pt x="82" y="4"/>
                  </a:lnTo>
                  <a:lnTo>
                    <a:pt x="84" y="1"/>
                  </a:lnTo>
                  <a:lnTo>
                    <a:pt x="86" y="0"/>
                  </a:lnTo>
                  <a:lnTo>
                    <a:pt x="89" y="3"/>
                  </a:lnTo>
                  <a:lnTo>
                    <a:pt x="92" y="6"/>
                  </a:lnTo>
                  <a:lnTo>
                    <a:pt x="94" y="13"/>
                  </a:lnTo>
                  <a:lnTo>
                    <a:pt x="95" y="16"/>
                  </a:lnTo>
                  <a:lnTo>
                    <a:pt x="97" y="16"/>
                  </a:lnTo>
                  <a:lnTo>
                    <a:pt x="101" y="16"/>
                  </a:lnTo>
                  <a:lnTo>
                    <a:pt x="102" y="17"/>
                  </a:lnTo>
                  <a:lnTo>
                    <a:pt x="103" y="30"/>
                  </a:lnTo>
                  <a:lnTo>
                    <a:pt x="103" y="37"/>
                  </a:lnTo>
                  <a:lnTo>
                    <a:pt x="101" y="43"/>
                  </a:lnTo>
                  <a:lnTo>
                    <a:pt x="98" y="49"/>
                  </a:lnTo>
                  <a:lnTo>
                    <a:pt x="93" y="53"/>
                  </a:lnTo>
                  <a:lnTo>
                    <a:pt x="90" y="55"/>
                  </a:lnTo>
                  <a:lnTo>
                    <a:pt x="88" y="57"/>
                  </a:lnTo>
                  <a:lnTo>
                    <a:pt x="84" y="64"/>
                  </a:lnTo>
                  <a:lnTo>
                    <a:pt x="85" y="67"/>
                  </a:lnTo>
                  <a:lnTo>
                    <a:pt x="86" y="72"/>
                  </a:lnTo>
                  <a:lnTo>
                    <a:pt x="85" y="77"/>
                  </a:lnTo>
                  <a:lnTo>
                    <a:pt x="85" y="79"/>
                  </a:lnTo>
                  <a:lnTo>
                    <a:pt x="86" y="80"/>
                  </a:lnTo>
                  <a:lnTo>
                    <a:pt x="88" y="79"/>
                  </a:lnTo>
                  <a:lnTo>
                    <a:pt x="94" y="75"/>
                  </a:lnTo>
                  <a:lnTo>
                    <a:pt x="99" y="75"/>
                  </a:lnTo>
                  <a:lnTo>
                    <a:pt x="103" y="75"/>
                  </a:lnTo>
                  <a:lnTo>
                    <a:pt x="104" y="76"/>
                  </a:lnTo>
                  <a:lnTo>
                    <a:pt x="106" y="89"/>
                  </a:lnTo>
                  <a:lnTo>
                    <a:pt x="107" y="92"/>
                  </a:lnTo>
                  <a:lnTo>
                    <a:pt x="111" y="91"/>
                  </a:lnTo>
                  <a:lnTo>
                    <a:pt x="115" y="92"/>
                  </a:lnTo>
                  <a:lnTo>
                    <a:pt x="115" y="94"/>
                  </a:lnTo>
                  <a:lnTo>
                    <a:pt x="110" y="106"/>
                  </a:lnTo>
                  <a:lnTo>
                    <a:pt x="111" y="109"/>
                  </a:lnTo>
                  <a:lnTo>
                    <a:pt x="112" y="109"/>
                  </a:lnTo>
                  <a:lnTo>
                    <a:pt x="116" y="109"/>
                  </a:lnTo>
                  <a:lnTo>
                    <a:pt x="119" y="109"/>
                  </a:lnTo>
                  <a:lnTo>
                    <a:pt x="121" y="112"/>
                  </a:lnTo>
                  <a:lnTo>
                    <a:pt x="124" y="117"/>
                  </a:lnTo>
                  <a:lnTo>
                    <a:pt x="126" y="119"/>
                  </a:lnTo>
                  <a:lnTo>
                    <a:pt x="128" y="120"/>
                  </a:lnTo>
                  <a:lnTo>
                    <a:pt x="133" y="119"/>
                  </a:lnTo>
                  <a:lnTo>
                    <a:pt x="137" y="116"/>
                  </a:lnTo>
                  <a:lnTo>
                    <a:pt x="138" y="119"/>
                  </a:lnTo>
                  <a:lnTo>
                    <a:pt x="139" y="120"/>
                  </a:lnTo>
                  <a:lnTo>
                    <a:pt x="135" y="123"/>
                  </a:lnTo>
                  <a:lnTo>
                    <a:pt x="132" y="128"/>
                  </a:lnTo>
                  <a:lnTo>
                    <a:pt x="129" y="132"/>
                  </a:lnTo>
                  <a:lnTo>
                    <a:pt x="124" y="135"/>
                  </a:lnTo>
                  <a:lnTo>
                    <a:pt x="123" y="137"/>
                  </a:lnTo>
                  <a:lnTo>
                    <a:pt x="122" y="138"/>
                  </a:lnTo>
                  <a:lnTo>
                    <a:pt x="121" y="138"/>
                  </a:lnTo>
                  <a:lnTo>
                    <a:pt x="117" y="139"/>
                  </a:lnTo>
                  <a:lnTo>
                    <a:pt x="114" y="140"/>
                  </a:lnTo>
                  <a:lnTo>
                    <a:pt x="110" y="143"/>
                  </a:lnTo>
                  <a:lnTo>
                    <a:pt x="107" y="147"/>
                  </a:lnTo>
                  <a:lnTo>
                    <a:pt x="100" y="149"/>
                  </a:lnTo>
                  <a:lnTo>
                    <a:pt x="95" y="149"/>
                  </a:lnTo>
                  <a:lnTo>
                    <a:pt x="92" y="149"/>
                  </a:lnTo>
                  <a:lnTo>
                    <a:pt x="89" y="152"/>
                  </a:lnTo>
                  <a:lnTo>
                    <a:pt x="88" y="155"/>
                  </a:lnTo>
                  <a:lnTo>
                    <a:pt x="88" y="161"/>
                  </a:lnTo>
                  <a:lnTo>
                    <a:pt x="88" y="164"/>
                  </a:lnTo>
                  <a:lnTo>
                    <a:pt x="88" y="167"/>
                  </a:lnTo>
                  <a:lnTo>
                    <a:pt x="88" y="169"/>
                  </a:lnTo>
                  <a:lnTo>
                    <a:pt x="86" y="169"/>
                  </a:lnTo>
                  <a:lnTo>
                    <a:pt x="82" y="170"/>
                  </a:lnTo>
                  <a:lnTo>
                    <a:pt x="87" y="177"/>
                  </a:lnTo>
                  <a:lnTo>
                    <a:pt x="88" y="178"/>
                  </a:lnTo>
                  <a:lnTo>
                    <a:pt x="88" y="185"/>
                  </a:lnTo>
                  <a:lnTo>
                    <a:pt x="90" y="186"/>
                  </a:lnTo>
                  <a:lnTo>
                    <a:pt x="98" y="192"/>
                  </a:lnTo>
                  <a:lnTo>
                    <a:pt x="99" y="195"/>
                  </a:lnTo>
                  <a:lnTo>
                    <a:pt x="103" y="203"/>
                  </a:lnTo>
                  <a:lnTo>
                    <a:pt x="104" y="205"/>
                  </a:lnTo>
                  <a:lnTo>
                    <a:pt x="103" y="207"/>
                  </a:lnTo>
                  <a:lnTo>
                    <a:pt x="100" y="208"/>
                  </a:lnTo>
                  <a:lnTo>
                    <a:pt x="99" y="210"/>
                  </a:lnTo>
                  <a:lnTo>
                    <a:pt x="101" y="219"/>
                  </a:lnTo>
                  <a:lnTo>
                    <a:pt x="100" y="220"/>
                  </a:lnTo>
                  <a:lnTo>
                    <a:pt x="94" y="223"/>
                  </a:lnTo>
                  <a:lnTo>
                    <a:pt x="95" y="226"/>
                  </a:lnTo>
                  <a:lnTo>
                    <a:pt x="100" y="237"/>
                  </a:lnTo>
                  <a:lnTo>
                    <a:pt x="103" y="240"/>
                  </a:lnTo>
                  <a:lnTo>
                    <a:pt x="107" y="244"/>
                  </a:lnTo>
                  <a:lnTo>
                    <a:pt x="109" y="248"/>
                  </a:lnTo>
                  <a:lnTo>
                    <a:pt x="109" y="252"/>
                  </a:lnTo>
                  <a:lnTo>
                    <a:pt x="109" y="257"/>
                  </a:lnTo>
                  <a:lnTo>
                    <a:pt x="109" y="259"/>
                  </a:lnTo>
                  <a:lnTo>
                    <a:pt x="112" y="267"/>
                  </a:lnTo>
                  <a:lnTo>
                    <a:pt x="117" y="276"/>
                  </a:lnTo>
                  <a:lnTo>
                    <a:pt x="116" y="279"/>
                  </a:lnTo>
                  <a:lnTo>
                    <a:pt x="109" y="290"/>
                  </a:lnTo>
                  <a:lnTo>
                    <a:pt x="102" y="302"/>
                  </a:lnTo>
                  <a:lnTo>
                    <a:pt x="101" y="304"/>
                  </a:lnTo>
                  <a:lnTo>
                    <a:pt x="99" y="303"/>
                  </a:lnTo>
                  <a:lnTo>
                    <a:pt x="98" y="298"/>
                  </a:lnTo>
                  <a:lnTo>
                    <a:pt x="101" y="293"/>
                  </a:lnTo>
                  <a:lnTo>
                    <a:pt x="103" y="289"/>
                  </a:lnTo>
                  <a:lnTo>
                    <a:pt x="103" y="283"/>
                  </a:lnTo>
                  <a:lnTo>
                    <a:pt x="105" y="280"/>
                  </a:lnTo>
                  <a:lnTo>
                    <a:pt x="102" y="280"/>
                  </a:lnTo>
                  <a:lnTo>
                    <a:pt x="101" y="280"/>
                  </a:lnTo>
                  <a:lnTo>
                    <a:pt x="101" y="277"/>
                  </a:lnTo>
                  <a:lnTo>
                    <a:pt x="103" y="274"/>
                  </a:lnTo>
                  <a:lnTo>
                    <a:pt x="101" y="263"/>
                  </a:lnTo>
                  <a:lnTo>
                    <a:pt x="99" y="257"/>
                  </a:lnTo>
                  <a:lnTo>
                    <a:pt x="95" y="248"/>
                  </a:lnTo>
                  <a:lnTo>
                    <a:pt x="91" y="239"/>
                  </a:lnTo>
                  <a:lnTo>
                    <a:pt x="89" y="233"/>
                  </a:lnTo>
                  <a:lnTo>
                    <a:pt x="88" y="226"/>
                  </a:lnTo>
                  <a:lnTo>
                    <a:pt x="87" y="214"/>
                  </a:lnTo>
                  <a:lnTo>
                    <a:pt x="86" y="208"/>
                  </a:lnTo>
                  <a:lnTo>
                    <a:pt x="86" y="205"/>
                  </a:lnTo>
                  <a:lnTo>
                    <a:pt x="85" y="203"/>
                  </a:lnTo>
                  <a:lnTo>
                    <a:pt x="83" y="202"/>
                  </a:lnTo>
                  <a:lnTo>
                    <a:pt x="82" y="202"/>
                  </a:lnTo>
                  <a:lnTo>
                    <a:pt x="80" y="195"/>
                  </a:lnTo>
                  <a:lnTo>
                    <a:pt x="76" y="190"/>
                  </a:lnTo>
                  <a:lnTo>
                    <a:pt x="74" y="188"/>
                  </a:lnTo>
                  <a:lnTo>
                    <a:pt x="72" y="189"/>
                  </a:lnTo>
                  <a:lnTo>
                    <a:pt x="72" y="196"/>
                  </a:lnTo>
                  <a:lnTo>
                    <a:pt x="71" y="199"/>
                  </a:lnTo>
                  <a:lnTo>
                    <a:pt x="68" y="202"/>
                  </a:lnTo>
                  <a:lnTo>
                    <a:pt x="64" y="204"/>
                  </a:lnTo>
                  <a:lnTo>
                    <a:pt x="56" y="207"/>
                  </a:lnTo>
                  <a:lnTo>
                    <a:pt x="54" y="212"/>
                  </a:lnTo>
                  <a:lnTo>
                    <a:pt x="52" y="214"/>
                  </a:lnTo>
                  <a:lnTo>
                    <a:pt x="50" y="215"/>
                  </a:lnTo>
                  <a:lnTo>
                    <a:pt x="48" y="213"/>
                  </a:lnTo>
                  <a:lnTo>
                    <a:pt x="48" y="210"/>
                  </a:lnTo>
                  <a:lnTo>
                    <a:pt x="47" y="210"/>
                  </a:lnTo>
                  <a:lnTo>
                    <a:pt x="44" y="213"/>
                  </a:lnTo>
                  <a:lnTo>
                    <a:pt x="42" y="213"/>
                  </a:lnTo>
                  <a:lnTo>
                    <a:pt x="41" y="211"/>
                  </a:lnTo>
                  <a:lnTo>
                    <a:pt x="42" y="207"/>
                  </a:lnTo>
                  <a:lnTo>
                    <a:pt x="38" y="208"/>
                  </a:lnTo>
                  <a:lnTo>
                    <a:pt x="36" y="209"/>
                  </a:lnTo>
                  <a:lnTo>
                    <a:pt x="34" y="211"/>
                  </a:lnTo>
                  <a:lnTo>
                    <a:pt x="32" y="210"/>
                  </a:lnTo>
                  <a:lnTo>
                    <a:pt x="31" y="207"/>
                  </a:lnTo>
                  <a:lnTo>
                    <a:pt x="35" y="195"/>
                  </a:lnTo>
                  <a:lnTo>
                    <a:pt x="37" y="190"/>
                  </a:lnTo>
                  <a:lnTo>
                    <a:pt x="37" y="183"/>
                  </a:lnTo>
                  <a:lnTo>
                    <a:pt x="36" y="175"/>
                  </a:lnTo>
                  <a:lnTo>
                    <a:pt x="33" y="168"/>
                  </a:lnTo>
                  <a:lnTo>
                    <a:pt x="30" y="160"/>
                  </a:lnTo>
                  <a:lnTo>
                    <a:pt x="29" y="158"/>
                  </a:lnTo>
                  <a:lnTo>
                    <a:pt x="27" y="162"/>
                  </a:lnTo>
                  <a:lnTo>
                    <a:pt x="25" y="161"/>
                  </a:lnTo>
                  <a:lnTo>
                    <a:pt x="21" y="158"/>
                  </a:lnTo>
                  <a:lnTo>
                    <a:pt x="24" y="157"/>
                  </a:lnTo>
                  <a:lnTo>
                    <a:pt x="27" y="157"/>
                  </a:lnTo>
                  <a:lnTo>
                    <a:pt x="26" y="153"/>
                  </a:lnTo>
                  <a:lnTo>
                    <a:pt x="25" y="151"/>
                  </a:lnTo>
                  <a:lnTo>
                    <a:pt x="20" y="146"/>
                  </a:lnTo>
                  <a:lnTo>
                    <a:pt x="19" y="144"/>
                  </a:lnTo>
                  <a:lnTo>
                    <a:pt x="18" y="144"/>
                  </a:lnTo>
                  <a:lnTo>
                    <a:pt x="15" y="145"/>
                  </a:lnTo>
                  <a:lnTo>
                    <a:pt x="12" y="143"/>
                  </a:lnTo>
                  <a:lnTo>
                    <a:pt x="12" y="139"/>
                  </a:lnTo>
                  <a:lnTo>
                    <a:pt x="12" y="138"/>
                  </a:lnTo>
                  <a:lnTo>
                    <a:pt x="11" y="137"/>
                  </a:lnTo>
                  <a:lnTo>
                    <a:pt x="9" y="138"/>
                  </a:lnTo>
                  <a:lnTo>
                    <a:pt x="4" y="134"/>
                  </a:lnTo>
                  <a:lnTo>
                    <a:pt x="1" y="130"/>
                  </a:lnTo>
                  <a:lnTo>
                    <a:pt x="0" y="128"/>
                  </a:lnTo>
                  <a:lnTo>
                    <a:pt x="2" y="125"/>
                  </a:lnTo>
                  <a:lnTo>
                    <a:pt x="8" y="121"/>
                  </a:lnTo>
                  <a:lnTo>
                    <a:pt x="6" y="10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5" name="Freeform 44"/>
            <p:cNvSpPr>
              <a:spLocks/>
            </p:cNvSpPr>
            <p:nvPr/>
          </p:nvSpPr>
          <p:spPr bwMode="gray">
            <a:xfrm>
              <a:off x="4913313" y="4135438"/>
              <a:ext cx="184150" cy="225425"/>
            </a:xfrm>
            <a:custGeom>
              <a:avLst/>
              <a:gdLst>
                <a:gd name="T0" fmla="*/ 85 w 116"/>
                <a:gd name="T1" fmla="*/ 132 h 142"/>
                <a:gd name="T2" fmla="*/ 86 w 116"/>
                <a:gd name="T3" fmla="*/ 122 h 142"/>
                <a:gd name="T4" fmla="*/ 81 w 116"/>
                <a:gd name="T5" fmla="*/ 113 h 142"/>
                <a:gd name="T6" fmla="*/ 73 w 116"/>
                <a:gd name="T7" fmla="*/ 101 h 142"/>
                <a:gd name="T8" fmla="*/ 71 w 116"/>
                <a:gd name="T9" fmla="*/ 87 h 142"/>
                <a:gd name="T10" fmla="*/ 64 w 116"/>
                <a:gd name="T11" fmla="*/ 77 h 142"/>
                <a:gd name="T12" fmla="*/ 61 w 116"/>
                <a:gd name="T13" fmla="*/ 71 h 142"/>
                <a:gd name="T14" fmla="*/ 53 w 116"/>
                <a:gd name="T15" fmla="*/ 68 h 142"/>
                <a:gd name="T16" fmla="*/ 48 w 116"/>
                <a:gd name="T17" fmla="*/ 72 h 142"/>
                <a:gd name="T18" fmla="*/ 43 w 116"/>
                <a:gd name="T19" fmla="*/ 77 h 142"/>
                <a:gd name="T20" fmla="*/ 38 w 116"/>
                <a:gd name="T21" fmla="*/ 76 h 142"/>
                <a:gd name="T22" fmla="*/ 29 w 116"/>
                <a:gd name="T23" fmla="*/ 74 h 142"/>
                <a:gd name="T24" fmla="*/ 18 w 116"/>
                <a:gd name="T25" fmla="*/ 86 h 142"/>
                <a:gd name="T26" fmla="*/ 14 w 116"/>
                <a:gd name="T27" fmla="*/ 82 h 142"/>
                <a:gd name="T28" fmla="*/ 15 w 116"/>
                <a:gd name="T29" fmla="*/ 75 h 142"/>
                <a:gd name="T30" fmla="*/ 19 w 116"/>
                <a:gd name="T31" fmla="*/ 60 h 142"/>
                <a:gd name="T32" fmla="*/ 17 w 116"/>
                <a:gd name="T33" fmla="*/ 50 h 142"/>
                <a:gd name="T34" fmla="*/ 11 w 116"/>
                <a:gd name="T35" fmla="*/ 52 h 142"/>
                <a:gd name="T36" fmla="*/ 7 w 116"/>
                <a:gd name="T37" fmla="*/ 51 h 142"/>
                <a:gd name="T38" fmla="*/ 7 w 116"/>
                <a:gd name="T39" fmla="*/ 42 h 142"/>
                <a:gd name="T40" fmla="*/ 6 w 116"/>
                <a:gd name="T41" fmla="*/ 38 h 142"/>
                <a:gd name="T42" fmla="*/ 0 w 116"/>
                <a:gd name="T43" fmla="*/ 35 h 142"/>
                <a:gd name="T44" fmla="*/ 6 w 116"/>
                <a:gd name="T45" fmla="*/ 30 h 142"/>
                <a:gd name="T46" fmla="*/ 12 w 116"/>
                <a:gd name="T47" fmla="*/ 21 h 142"/>
                <a:gd name="T48" fmla="*/ 17 w 116"/>
                <a:gd name="T49" fmla="*/ 20 h 142"/>
                <a:gd name="T50" fmla="*/ 25 w 116"/>
                <a:gd name="T51" fmla="*/ 22 h 142"/>
                <a:gd name="T52" fmla="*/ 27 w 116"/>
                <a:gd name="T53" fmla="*/ 18 h 142"/>
                <a:gd name="T54" fmla="*/ 25 w 116"/>
                <a:gd name="T55" fmla="*/ 11 h 142"/>
                <a:gd name="T56" fmla="*/ 24 w 116"/>
                <a:gd name="T57" fmla="*/ 4 h 142"/>
                <a:gd name="T58" fmla="*/ 31 w 116"/>
                <a:gd name="T59" fmla="*/ 0 h 142"/>
                <a:gd name="T60" fmla="*/ 38 w 116"/>
                <a:gd name="T61" fmla="*/ 10 h 142"/>
                <a:gd name="T62" fmla="*/ 44 w 116"/>
                <a:gd name="T63" fmla="*/ 22 h 142"/>
                <a:gd name="T64" fmla="*/ 51 w 116"/>
                <a:gd name="T65" fmla="*/ 30 h 142"/>
                <a:gd name="T66" fmla="*/ 56 w 116"/>
                <a:gd name="T67" fmla="*/ 31 h 142"/>
                <a:gd name="T68" fmla="*/ 63 w 116"/>
                <a:gd name="T69" fmla="*/ 26 h 142"/>
                <a:gd name="T70" fmla="*/ 68 w 116"/>
                <a:gd name="T71" fmla="*/ 32 h 142"/>
                <a:gd name="T72" fmla="*/ 74 w 116"/>
                <a:gd name="T73" fmla="*/ 43 h 142"/>
                <a:gd name="T74" fmla="*/ 70 w 116"/>
                <a:gd name="T75" fmla="*/ 47 h 142"/>
                <a:gd name="T76" fmla="*/ 65 w 116"/>
                <a:gd name="T77" fmla="*/ 47 h 142"/>
                <a:gd name="T78" fmla="*/ 60 w 116"/>
                <a:gd name="T79" fmla="*/ 50 h 142"/>
                <a:gd name="T80" fmla="*/ 62 w 116"/>
                <a:gd name="T81" fmla="*/ 55 h 142"/>
                <a:gd name="T82" fmla="*/ 75 w 116"/>
                <a:gd name="T83" fmla="*/ 64 h 142"/>
                <a:gd name="T84" fmla="*/ 85 w 116"/>
                <a:gd name="T85" fmla="*/ 74 h 142"/>
                <a:gd name="T86" fmla="*/ 101 w 116"/>
                <a:gd name="T87" fmla="*/ 97 h 142"/>
                <a:gd name="T88" fmla="*/ 108 w 116"/>
                <a:gd name="T89" fmla="*/ 103 h 142"/>
                <a:gd name="T90" fmla="*/ 112 w 116"/>
                <a:gd name="T91" fmla="*/ 108 h 142"/>
                <a:gd name="T92" fmla="*/ 111 w 116"/>
                <a:gd name="T93" fmla="*/ 114 h 142"/>
                <a:gd name="T94" fmla="*/ 116 w 116"/>
                <a:gd name="T95" fmla="*/ 120 h 142"/>
                <a:gd name="T96" fmla="*/ 116 w 116"/>
                <a:gd name="T97" fmla="*/ 131 h 142"/>
                <a:gd name="T98" fmla="*/ 107 w 116"/>
                <a:gd name="T99" fmla="*/ 135 h 142"/>
                <a:gd name="T100" fmla="*/ 102 w 116"/>
                <a:gd name="T101" fmla="*/ 133 h 142"/>
                <a:gd name="T102" fmla="*/ 96 w 116"/>
                <a:gd name="T103" fmla="*/ 133 h 142"/>
                <a:gd name="T104" fmla="*/ 94 w 116"/>
                <a:gd name="T105" fmla="*/ 137 h 142"/>
                <a:gd name="T106" fmla="*/ 96 w 116"/>
                <a:gd name="T107" fmla="*/ 140 h 142"/>
                <a:gd name="T108" fmla="*/ 94 w 116"/>
                <a:gd name="T109" fmla="*/ 142 h 142"/>
                <a:gd name="T110" fmla="*/ 88 w 116"/>
                <a:gd name="T111" fmla="*/ 140 h 142"/>
                <a:gd name="T112" fmla="*/ 79 w 116"/>
                <a:gd name="T113" fmla="*/ 136 h 1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16"/>
                <a:gd name="T172" fmla="*/ 0 h 142"/>
                <a:gd name="T173" fmla="*/ 116 w 116"/>
                <a:gd name="T174" fmla="*/ 142 h 1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16" h="142">
                  <a:moveTo>
                    <a:pt x="79" y="136"/>
                  </a:moveTo>
                  <a:lnTo>
                    <a:pt x="85" y="132"/>
                  </a:lnTo>
                  <a:lnTo>
                    <a:pt x="86" y="129"/>
                  </a:lnTo>
                  <a:lnTo>
                    <a:pt x="86" y="122"/>
                  </a:lnTo>
                  <a:lnTo>
                    <a:pt x="85" y="118"/>
                  </a:lnTo>
                  <a:lnTo>
                    <a:pt x="81" y="113"/>
                  </a:lnTo>
                  <a:lnTo>
                    <a:pt x="74" y="104"/>
                  </a:lnTo>
                  <a:lnTo>
                    <a:pt x="73" y="101"/>
                  </a:lnTo>
                  <a:lnTo>
                    <a:pt x="72" y="98"/>
                  </a:lnTo>
                  <a:lnTo>
                    <a:pt x="71" y="87"/>
                  </a:lnTo>
                  <a:lnTo>
                    <a:pt x="69" y="82"/>
                  </a:lnTo>
                  <a:lnTo>
                    <a:pt x="64" y="77"/>
                  </a:lnTo>
                  <a:lnTo>
                    <a:pt x="62" y="73"/>
                  </a:lnTo>
                  <a:lnTo>
                    <a:pt x="61" y="71"/>
                  </a:lnTo>
                  <a:lnTo>
                    <a:pt x="59" y="70"/>
                  </a:lnTo>
                  <a:lnTo>
                    <a:pt x="53" y="68"/>
                  </a:lnTo>
                  <a:lnTo>
                    <a:pt x="50" y="68"/>
                  </a:lnTo>
                  <a:lnTo>
                    <a:pt x="48" y="72"/>
                  </a:lnTo>
                  <a:lnTo>
                    <a:pt x="47" y="75"/>
                  </a:lnTo>
                  <a:lnTo>
                    <a:pt x="43" y="77"/>
                  </a:lnTo>
                  <a:lnTo>
                    <a:pt x="41" y="78"/>
                  </a:lnTo>
                  <a:lnTo>
                    <a:pt x="38" y="76"/>
                  </a:lnTo>
                  <a:lnTo>
                    <a:pt x="31" y="74"/>
                  </a:lnTo>
                  <a:lnTo>
                    <a:pt x="29" y="74"/>
                  </a:lnTo>
                  <a:lnTo>
                    <a:pt x="21" y="83"/>
                  </a:lnTo>
                  <a:lnTo>
                    <a:pt x="18" y="86"/>
                  </a:lnTo>
                  <a:lnTo>
                    <a:pt x="15" y="85"/>
                  </a:lnTo>
                  <a:lnTo>
                    <a:pt x="14" y="82"/>
                  </a:lnTo>
                  <a:lnTo>
                    <a:pt x="14" y="78"/>
                  </a:lnTo>
                  <a:lnTo>
                    <a:pt x="15" y="75"/>
                  </a:lnTo>
                  <a:lnTo>
                    <a:pt x="19" y="64"/>
                  </a:lnTo>
                  <a:lnTo>
                    <a:pt x="19" y="60"/>
                  </a:lnTo>
                  <a:lnTo>
                    <a:pt x="17" y="51"/>
                  </a:lnTo>
                  <a:lnTo>
                    <a:pt x="17" y="50"/>
                  </a:lnTo>
                  <a:lnTo>
                    <a:pt x="14" y="50"/>
                  </a:lnTo>
                  <a:lnTo>
                    <a:pt x="11" y="52"/>
                  </a:lnTo>
                  <a:lnTo>
                    <a:pt x="8" y="52"/>
                  </a:lnTo>
                  <a:lnTo>
                    <a:pt x="7" y="51"/>
                  </a:lnTo>
                  <a:lnTo>
                    <a:pt x="6" y="48"/>
                  </a:lnTo>
                  <a:lnTo>
                    <a:pt x="7" y="42"/>
                  </a:lnTo>
                  <a:lnTo>
                    <a:pt x="7" y="39"/>
                  </a:lnTo>
                  <a:lnTo>
                    <a:pt x="6" y="38"/>
                  </a:lnTo>
                  <a:lnTo>
                    <a:pt x="4" y="36"/>
                  </a:lnTo>
                  <a:lnTo>
                    <a:pt x="0" y="35"/>
                  </a:lnTo>
                  <a:lnTo>
                    <a:pt x="1" y="33"/>
                  </a:lnTo>
                  <a:lnTo>
                    <a:pt x="6" y="30"/>
                  </a:lnTo>
                  <a:lnTo>
                    <a:pt x="9" y="26"/>
                  </a:lnTo>
                  <a:lnTo>
                    <a:pt x="12" y="21"/>
                  </a:lnTo>
                  <a:lnTo>
                    <a:pt x="16" y="18"/>
                  </a:lnTo>
                  <a:lnTo>
                    <a:pt x="17" y="20"/>
                  </a:lnTo>
                  <a:lnTo>
                    <a:pt x="19" y="22"/>
                  </a:lnTo>
                  <a:lnTo>
                    <a:pt x="25" y="22"/>
                  </a:lnTo>
                  <a:lnTo>
                    <a:pt x="26" y="21"/>
                  </a:lnTo>
                  <a:lnTo>
                    <a:pt x="27" y="18"/>
                  </a:lnTo>
                  <a:lnTo>
                    <a:pt x="26" y="14"/>
                  </a:lnTo>
                  <a:lnTo>
                    <a:pt x="25" y="11"/>
                  </a:lnTo>
                  <a:lnTo>
                    <a:pt x="24" y="7"/>
                  </a:lnTo>
                  <a:lnTo>
                    <a:pt x="24" y="4"/>
                  </a:lnTo>
                  <a:lnTo>
                    <a:pt x="26" y="2"/>
                  </a:lnTo>
                  <a:lnTo>
                    <a:pt x="31" y="0"/>
                  </a:lnTo>
                  <a:lnTo>
                    <a:pt x="34" y="6"/>
                  </a:lnTo>
                  <a:lnTo>
                    <a:pt x="38" y="10"/>
                  </a:lnTo>
                  <a:lnTo>
                    <a:pt x="42" y="14"/>
                  </a:lnTo>
                  <a:lnTo>
                    <a:pt x="44" y="22"/>
                  </a:lnTo>
                  <a:lnTo>
                    <a:pt x="47" y="27"/>
                  </a:lnTo>
                  <a:lnTo>
                    <a:pt x="51" y="30"/>
                  </a:lnTo>
                  <a:lnTo>
                    <a:pt x="54" y="31"/>
                  </a:lnTo>
                  <a:lnTo>
                    <a:pt x="56" y="31"/>
                  </a:lnTo>
                  <a:lnTo>
                    <a:pt x="60" y="28"/>
                  </a:lnTo>
                  <a:lnTo>
                    <a:pt x="63" y="26"/>
                  </a:lnTo>
                  <a:lnTo>
                    <a:pt x="64" y="27"/>
                  </a:lnTo>
                  <a:lnTo>
                    <a:pt x="68" y="32"/>
                  </a:lnTo>
                  <a:lnTo>
                    <a:pt x="73" y="39"/>
                  </a:lnTo>
                  <a:lnTo>
                    <a:pt x="74" y="43"/>
                  </a:lnTo>
                  <a:lnTo>
                    <a:pt x="72" y="45"/>
                  </a:lnTo>
                  <a:lnTo>
                    <a:pt x="70" y="47"/>
                  </a:lnTo>
                  <a:lnTo>
                    <a:pt x="68" y="47"/>
                  </a:lnTo>
                  <a:lnTo>
                    <a:pt x="65" y="47"/>
                  </a:lnTo>
                  <a:lnTo>
                    <a:pt x="62" y="47"/>
                  </a:lnTo>
                  <a:lnTo>
                    <a:pt x="60" y="50"/>
                  </a:lnTo>
                  <a:lnTo>
                    <a:pt x="61" y="54"/>
                  </a:lnTo>
                  <a:lnTo>
                    <a:pt x="62" y="55"/>
                  </a:lnTo>
                  <a:lnTo>
                    <a:pt x="71" y="60"/>
                  </a:lnTo>
                  <a:lnTo>
                    <a:pt x="75" y="64"/>
                  </a:lnTo>
                  <a:lnTo>
                    <a:pt x="80" y="69"/>
                  </a:lnTo>
                  <a:lnTo>
                    <a:pt x="85" y="74"/>
                  </a:lnTo>
                  <a:lnTo>
                    <a:pt x="96" y="90"/>
                  </a:lnTo>
                  <a:lnTo>
                    <a:pt x="101" y="97"/>
                  </a:lnTo>
                  <a:lnTo>
                    <a:pt x="103" y="100"/>
                  </a:lnTo>
                  <a:lnTo>
                    <a:pt x="108" y="103"/>
                  </a:lnTo>
                  <a:lnTo>
                    <a:pt x="111" y="105"/>
                  </a:lnTo>
                  <a:lnTo>
                    <a:pt x="112" y="108"/>
                  </a:lnTo>
                  <a:lnTo>
                    <a:pt x="110" y="112"/>
                  </a:lnTo>
                  <a:lnTo>
                    <a:pt x="111" y="114"/>
                  </a:lnTo>
                  <a:lnTo>
                    <a:pt x="115" y="117"/>
                  </a:lnTo>
                  <a:lnTo>
                    <a:pt x="116" y="120"/>
                  </a:lnTo>
                  <a:lnTo>
                    <a:pt x="116" y="124"/>
                  </a:lnTo>
                  <a:lnTo>
                    <a:pt x="116" y="131"/>
                  </a:lnTo>
                  <a:lnTo>
                    <a:pt x="114" y="132"/>
                  </a:lnTo>
                  <a:lnTo>
                    <a:pt x="107" y="135"/>
                  </a:lnTo>
                  <a:lnTo>
                    <a:pt x="105" y="135"/>
                  </a:lnTo>
                  <a:lnTo>
                    <a:pt x="102" y="133"/>
                  </a:lnTo>
                  <a:lnTo>
                    <a:pt x="99" y="132"/>
                  </a:lnTo>
                  <a:lnTo>
                    <a:pt x="96" y="133"/>
                  </a:lnTo>
                  <a:lnTo>
                    <a:pt x="93" y="135"/>
                  </a:lnTo>
                  <a:lnTo>
                    <a:pt x="94" y="137"/>
                  </a:lnTo>
                  <a:lnTo>
                    <a:pt x="95" y="138"/>
                  </a:lnTo>
                  <a:lnTo>
                    <a:pt x="96" y="140"/>
                  </a:lnTo>
                  <a:lnTo>
                    <a:pt x="95" y="142"/>
                  </a:lnTo>
                  <a:lnTo>
                    <a:pt x="94" y="142"/>
                  </a:lnTo>
                  <a:lnTo>
                    <a:pt x="90" y="140"/>
                  </a:lnTo>
                  <a:lnTo>
                    <a:pt x="88" y="140"/>
                  </a:lnTo>
                  <a:lnTo>
                    <a:pt x="83" y="138"/>
                  </a:lnTo>
                  <a:lnTo>
                    <a:pt x="79" y="13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6" name="Freeform 45"/>
            <p:cNvSpPr>
              <a:spLocks/>
            </p:cNvSpPr>
            <p:nvPr/>
          </p:nvSpPr>
          <p:spPr bwMode="gray">
            <a:xfrm>
              <a:off x="4913313" y="4135438"/>
              <a:ext cx="184150" cy="225425"/>
            </a:xfrm>
            <a:custGeom>
              <a:avLst/>
              <a:gdLst>
                <a:gd name="T0" fmla="*/ 85 w 116"/>
                <a:gd name="T1" fmla="*/ 132 h 142"/>
                <a:gd name="T2" fmla="*/ 86 w 116"/>
                <a:gd name="T3" fmla="*/ 122 h 142"/>
                <a:gd name="T4" fmla="*/ 81 w 116"/>
                <a:gd name="T5" fmla="*/ 113 h 142"/>
                <a:gd name="T6" fmla="*/ 73 w 116"/>
                <a:gd name="T7" fmla="*/ 101 h 142"/>
                <a:gd name="T8" fmla="*/ 71 w 116"/>
                <a:gd name="T9" fmla="*/ 87 h 142"/>
                <a:gd name="T10" fmla="*/ 64 w 116"/>
                <a:gd name="T11" fmla="*/ 77 h 142"/>
                <a:gd name="T12" fmla="*/ 61 w 116"/>
                <a:gd name="T13" fmla="*/ 71 h 142"/>
                <a:gd name="T14" fmla="*/ 53 w 116"/>
                <a:gd name="T15" fmla="*/ 68 h 142"/>
                <a:gd name="T16" fmla="*/ 48 w 116"/>
                <a:gd name="T17" fmla="*/ 72 h 142"/>
                <a:gd name="T18" fmla="*/ 43 w 116"/>
                <a:gd name="T19" fmla="*/ 77 h 142"/>
                <a:gd name="T20" fmla="*/ 38 w 116"/>
                <a:gd name="T21" fmla="*/ 76 h 142"/>
                <a:gd name="T22" fmla="*/ 29 w 116"/>
                <a:gd name="T23" fmla="*/ 74 h 142"/>
                <a:gd name="T24" fmla="*/ 18 w 116"/>
                <a:gd name="T25" fmla="*/ 86 h 142"/>
                <a:gd name="T26" fmla="*/ 14 w 116"/>
                <a:gd name="T27" fmla="*/ 82 h 142"/>
                <a:gd name="T28" fmla="*/ 15 w 116"/>
                <a:gd name="T29" fmla="*/ 75 h 142"/>
                <a:gd name="T30" fmla="*/ 19 w 116"/>
                <a:gd name="T31" fmla="*/ 60 h 142"/>
                <a:gd name="T32" fmla="*/ 17 w 116"/>
                <a:gd name="T33" fmla="*/ 50 h 142"/>
                <a:gd name="T34" fmla="*/ 11 w 116"/>
                <a:gd name="T35" fmla="*/ 52 h 142"/>
                <a:gd name="T36" fmla="*/ 7 w 116"/>
                <a:gd name="T37" fmla="*/ 51 h 142"/>
                <a:gd name="T38" fmla="*/ 7 w 116"/>
                <a:gd name="T39" fmla="*/ 42 h 142"/>
                <a:gd name="T40" fmla="*/ 6 w 116"/>
                <a:gd name="T41" fmla="*/ 38 h 142"/>
                <a:gd name="T42" fmla="*/ 0 w 116"/>
                <a:gd name="T43" fmla="*/ 35 h 142"/>
                <a:gd name="T44" fmla="*/ 6 w 116"/>
                <a:gd name="T45" fmla="*/ 30 h 142"/>
                <a:gd name="T46" fmla="*/ 12 w 116"/>
                <a:gd name="T47" fmla="*/ 21 h 142"/>
                <a:gd name="T48" fmla="*/ 17 w 116"/>
                <a:gd name="T49" fmla="*/ 20 h 142"/>
                <a:gd name="T50" fmla="*/ 25 w 116"/>
                <a:gd name="T51" fmla="*/ 22 h 142"/>
                <a:gd name="T52" fmla="*/ 27 w 116"/>
                <a:gd name="T53" fmla="*/ 18 h 142"/>
                <a:gd name="T54" fmla="*/ 25 w 116"/>
                <a:gd name="T55" fmla="*/ 11 h 142"/>
                <a:gd name="T56" fmla="*/ 24 w 116"/>
                <a:gd name="T57" fmla="*/ 4 h 142"/>
                <a:gd name="T58" fmla="*/ 31 w 116"/>
                <a:gd name="T59" fmla="*/ 0 h 142"/>
                <a:gd name="T60" fmla="*/ 38 w 116"/>
                <a:gd name="T61" fmla="*/ 10 h 142"/>
                <a:gd name="T62" fmla="*/ 44 w 116"/>
                <a:gd name="T63" fmla="*/ 22 h 142"/>
                <a:gd name="T64" fmla="*/ 51 w 116"/>
                <a:gd name="T65" fmla="*/ 30 h 142"/>
                <a:gd name="T66" fmla="*/ 56 w 116"/>
                <a:gd name="T67" fmla="*/ 31 h 142"/>
                <a:gd name="T68" fmla="*/ 63 w 116"/>
                <a:gd name="T69" fmla="*/ 26 h 142"/>
                <a:gd name="T70" fmla="*/ 68 w 116"/>
                <a:gd name="T71" fmla="*/ 32 h 142"/>
                <a:gd name="T72" fmla="*/ 74 w 116"/>
                <a:gd name="T73" fmla="*/ 43 h 142"/>
                <a:gd name="T74" fmla="*/ 70 w 116"/>
                <a:gd name="T75" fmla="*/ 47 h 142"/>
                <a:gd name="T76" fmla="*/ 65 w 116"/>
                <a:gd name="T77" fmla="*/ 47 h 142"/>
                <a:gd name="T78" fmla="*/ 60 w 116"/>
                <a:gd name="T79" fmla="*/ 50 h 142"/>
                <a:gd name="T80" fmla="*/ 62 w 116"/>
                <a:gd name="T81" fmla="*/ 55 h 142"/>
                <a:gd name="T82" fmla="*/ 75 w 116"/>
                <a:gd name="T83" fmla="*/ 64 h 142"/>
                <a:gd name="T84" fmla="*/ 85 w 116"/>
                <a:gd name="T85" fmla="*/ 74 h 142"/>
                <a:gd name="T86" fmla="*/ 101 w 116"/>
                <a:gd name="T87" fmla="*/ 97 h 142"/>
                <a:gd name="T88" fmla="*/ 108 w 116"/>
                <a:gd name="T89" fmla="*/ 103 h 142"/>
                <a:gd name="T90" fmla="*/ 112 w 116"/>
                <a:gd name="T91" fmla="*/ 108 h 142"/>
                <a:gd name="T92" fmla="*/ 111 w 116"/>
                <a:gd name="T93" fmla="*/ 114 h 142"/>
                <a:gd name="T94" fmla="*/ 116 w 116"/>
                <a:gd name="T95" fmla="*/ 120 h 142"/>
                <a:gd name="T96" fmla="*/ 116 w 116"/>
                <a:gd name="T97" fmla="*/ 131 h 142"/>
                <a:gd name="T98" fmla="*/ 107 w 116"/>
                <a:gd name="T99" fmla="*/ 135 h 142"/>
                <a:gd name="T100" fmla="*/ 102 w 116"/>
                <a:gd name="T101" fmla="*/ 133 h 142"/>
                <a:gd name="T102" fmla="*/ 96 w 116"/>
                <a:gd name="T103" fmla="*/ 133 h 142"/>
                <a:gd name="T104" fmla="*/ 94 w 116"/>
                <a:gd name="T105" fmla="*/ 137 h 142"/>
                <a:gd name="T106" fmla="*/ 96 w 116"/>
                <a:gd name="T107" fmla="*/ 140 h 142"/>
                <a:gd name="T108" fmla="*/ 94 w 116"/>
                <a:gd name="T109" fmla="*/ 142 h 142"/>
                <a:gd name="T110" fmla="*/ 88 w 116"/>
                <a:gd name="T111" fmla="*/ 140 h 142"/>
                <a:gd name="T112" fmla="*/ 79 w 116"/>
                <a:gd name="T113" fmla="*/ 136 h 1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16"/>
                <a:gd name="T172" fmla="*/ 0 h 142"/>
                <a:gd name="T173" fmla="*/ 116 w 116"/>
                <a:gd name="T174" fmla="*/ 142 h 1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16" h="142">
                  <a:moveTo>
                    <a:pt x="79" y="136"/>
                  </a:moveTo>
                  <a:lnTo>
                    <a:pt x="85" y="132"/>
                  </a:lnTo>
                  <a:lnTo>
                    <a:pt x="86" y="129"/>
                  </a:lnTo>
                  <a:lnTo>
                    <a:pt x="86" y="122"/>
                  </a:lnTo>
                  <a:lnTo>
                    <a:pt x="85" y="118"/>
                  </a:lnTo>
                  <a:lnTo>
                    <a:pt x="81" y="113"/>
                  </a:lnTo>
                  <a:lnTo>
                    <a:pt x="74" y="104"/>
                  </a:lnTo>
                  <a:lnTo>
                    <a:pt x="73" y="101"/>
                  </a:lnTo>
                  <a:lnTo>
                    <a:pt x="72" y="98"/>
                  </a:lnTo>
                  <a:lnTo>
                    <a:pt x="71" y="87"/>
                  </a:lnTo>
                  <a:lnTo>
                    <a:pt x="69" y="82"/>
                  </a:lnTo>
                  <a:lnTo>
                    <a:pt x="64" y="77"/>
                  </a:lnTo>
                  <a:lnTo>
                    <a:pt x="62" y="73"/>
                  </a:lnTo>
                  <a:lnTo>
                    <a:pt x="61" y="71"/>
                  </a:lnTo>
                  <a:lnTo>
                    <a:pt x="59" y="70"/>
                  </a:lnTo>
                  <a:lnTo>
                    <a:pt x="53" y="68"/>
                  </a:lnTo>
                  <a:lnTo>
                    <a:pt x="50" y="68"/>
                  </a:lnTo>
                  <a:lnTo>
                    <a:pt x="48" y="72"/>
                  </a:lnTo>
                  <a:lnTo>
                    <a:pt x="47" y="75"/>
                  </a:lnTo>
                  <a:lnTo>
                    <a:pt x="43" y="77"/>
                  </a:lnTo>
                  <a:lnTo>
                    <a:pt x="41" y="78"/>
                  </a:lnTo>
                  <a:lnTo>
                    <a:pt x="38" y="76"/>
                  </a:lnTo>
                  <a:lnTo>
                    <a:pt x="31" y="74"/>
                  </a:lnTo>
                  <a:lnTo>
                    <a:pt x="29" y="74"/>
                  </a:lnTo>
                  <a:lnTo>
                    <a:pt x="21" y="83"/>
                  </a:lnTo>
                  <a:lnTo>
                    <a:pt x="18" y="86"/>
                  </a:lnTo>
                  <a:lnTo>
                    <a:pt x="15" y="85"/>
                  </a:lnTo>
                  <a:lnTo>
                    <a:pt x="14" y="82"/>
                  </a:lnTo>
                  <a:lnTo>
                    <a:pt x="14" y="78"/>
                  </a:lnTo>
                  <a:lnTo>
                    <a:pt x="15" y="75"/>
                  </a:lnTo>
                  <a:lnTo>
                    <a:pt x="19" y="64"/>
                  </a:lnTo>
                  <a:lnTo>
                    <a:pt x="19" y="60"/>
                  </a:lnTo>
                  <a:lnTo>
                    <a:pt x="17" y="51"/>
                  </a:lnTo>
                  <a:lnTo>
                    <a:pt x="17" y="50"/>
                  </a:lnTo>
                  <a:lnTo>
                    <a:pt x="14" y="50"/>
                  </a:lnTo>
                  <a:lnTo>
                    <a:pt x="11" y="52"/>
                  </a:lnTo>
                  <a:lnTo>
                    <a:pt x="8" y="52"/>
                  </a:lnTo>
                  <a:lnTo>
                    <a:pt x="7" y="51"/>
                  </a:lnTo>
                  <a:lnTo>
                    <a:pt x="6" y="48"/>
                  </a:lnTo>
                  <a:lnTo>
                    <a:pt x="7" y="42"/>
                  </a:lnTo>
                  <a:lnTo>
                    <a:pt x="7" y="39"/>
                  </a:lnTo>
                  <a:lnTo>
                    <a:pt x="6" y="38"/>
                  </a:lnTo>
                  <a:lnTo>
                    <a:pt x="4" y="36"/>
                  </a:lnTo>
                  <a:lnTo>
                    <a:pt x="0" y="35"/>
                  </a:lnTo>
                  <a:lnTo>
                    <a:pt x="1" y="33"/>
                  </a:lnTo>
                  <a:lnTo>
                    <a:pt x="6" y="30"/>
                  </a:lnTo>
                  <a:lnTo>
                    <a:pt x="9" y="26"/>
                  </a:lnTo>
                  <a:lnTo>
                    <a:pt x="12" y="21"/>
                  </a:lnTo>
                  <a:lnTo>
                    <a:pt x="16" y="18"/>
                  </a:lnTo>
                  <a:lnTo>
                    <a:pt x="17" y="20"/>
                  </a:lnTo>
                  <a:lnTo>
                    <a:pt x="19" y="22"/>
                  </a:lnTo>
                  <a:lnTo>
                    <a:pt x="25" y="22"/>
                  </a:lnTo>
                  <a:lnTo>
                    <a:pt x="26" y="21"/>
                  </a:lnTo>
                  <a:lnTo>
                    <a:pt x="27" y="18"/>
                  </a:lnTo>
                  <a:lnTo>
                    <a:pt x="26" y="14"/>
                  </a:lnTo>
                  <a:lnTo>
                    <a:pt x="25" y="11"/>
                  </a:lnTo>
                  <a:lnTo>
                    <a:pt x="24" y="7"/>
                  </a:lnTo>
                  <a:lnTo>
                    <a:pt x="24" y="4"/>
                  </a:lnTo>
                  <a:lnTo>
                    <a:pt x="26" y="2"/>
                  </a:lnTo>
                  <a:lnTo>
                    <a:pt x="31" y="0"/>
                  </a:lnTo>
                  <a:lnTo>
                    <a:pt x="34" y="6"/>
                  </a:lnTo>
                  <a:lnTo>
                    <a:pt x="38" y="10"/>
                  </a:lnTo>
                  <a:lnTo>
                    <a:pt x="42" y="14"/>
                  </a:lnTo>
                  <a:lnTo>
                    <a:pt x="44" y="22"/>
                  </a:lnTo>
                  <a:lnTo>
                    <a:pt x="47" y="27"/>
                  </a:lnTo>
                  <a:lnTo>
                    <a:pt x="51" y="30"/>
                  </a:lnTo>
                  <a:lnTo>
                    <a:pt x="54" y="31"/>
                  </a:lnTo>
                  <a:lnTo>
                    <a:pt x="56" y="31"/>
                  </a:lnTo>
                  <a:lnTo>
                    <a:pt x="60" y="28"/>
                  </a:lnTo>
                  <a:lnTo>
                    <a:pt x="63" y="26"/>
                  </a:lnTo>
                  <a:lnTo>
                    <a:pt x="64" y="27"/>
                  </a:lnTo>
                  <a:lnTo>
                    <a:pt x="68" y="32"/>
                  </a:lnTo>
                  <a:lnTo>
                    <a:pt x="73" y="39"/>
                  </a:lnTo>
                  <a:lnTo>
                    <a:pt x="74" y="43"/>
                  </a:lnTo>
                  <a:lnTo>
                    <a:pt x="72" y="45"/>
                  </a:lnTo>
                  <a:lnTo>
                    <a:pt x="70" y="47"/>
                  </a:lnTo>
                  <a:lnTo>
                    <a:pt x="68" y="47"/>
                  </a:lnTo>
                  <a:lnTo>
                    <a:pt x="65" y="47"/>
                  </a:lnTo>
                  <a:lnTo>
                    <a:pt x="62" y="47"/>
                  </a:lnTo>
                  <a:lnTo>
                    <a:pt x="60" y="50"/>
                  </a:lnTo>
                  <a:lnTo>
                    <a:pt x="61" y="54"/>
                  </a:lnTo>
                  <a:lnTo>
                    <a:pt x="62" y="55"/>
                  </a:lnTo>
                  <a:lnTo>
                    <a:pt x="71" y="60"/>
                  </a:lnTo>
                  <a:lnTo>
                    <a:pt x="75" y="64"/>
                  </a:lnTo>
                  <a:lnTo>
                    <a:pt x="80" y="69"/>
                  </a:lnTo>
                  <a:lnTo>
                    <a:pt x="85" y="74"/>
                  </a:lnTo>
                  <a:lnTo>
                    <a:pt x="96" y="90"/>
                  </a:lnTo>
                  <a:lnTo>
                    <a:pt x="101" y="97"/>
                  </a:lnTo>
                  <a:lnTo>
                    <a:pt x="103" y="100"/>
                  </a:lnTo>
                  <a:lnTo>
                    <a:pt x="108" y="103"/>
                  </a:lnTo>
                  <a:lnTo>
                    <a:pt x="111" y="105"/>
                  </a:lnTo>
                  <a:lnTo>
                    <a:pt x="112" y="108"/>
                  </a:lnTo>
                  <a:lnTo>
                    <a:pt x="110" y="112"/>
                  </a:lnTo>
                  <a:lnTo>
                    <a:pt x="111" y="114"/>
                  </a:lnTo>
                  <a:lnTo>
                    <a:pt x="115" y="117"/>
                  </a:lnTo>
                  <a:lnTo>
                    <a:pt x="116" y="120"/>
                  </a:lnTo>
                  <a:lnTo>
                    <a:pt x="116" y="124"/>
                  </a:lnTo>
                  <a:lnTo>
                    <a:pt x="116" y="131"/>
                  </a:lnTo>
                  <a:lnTo>
                    <a:pt x="114" y="132"/>
                  </a:lnTo>
                  <a:lnTo>
                    <a:pt x="107" y="135"/>
                  </a:lnTo>
                  <a:lnTo>
                    <a:pt x="105" y="135"/>
                  </a:lnTo>
                  <a:lnTo>
                    <a:pt x="102" y="133"/>
                  </a:lnTo>
                  <a:lnTo>
                    <a:pt x="99" y="132"/>
                  </a:lnTo>
                  <a:lnTo>
                    <a:pt x="96" y="133"/>
                  </a:lnTo>
                  <a:lnTo>
                    <a:pt x="93" y="135"/>
                  </a:lnTo>
                  <a:lnTo>
                    <a:pt x="94" y="137"/>
                  </a:lnTo>
                  <a:lnTo>
                    <a:pt x="95" y="138"/>
                  </a:lnTo>
                  <a:lnTo>
                    <a:pt x="96" y="140"/>
                  </a:lnTo>
                  <a:lnTo>
                    <a:pt x="95" y="142"/>
                  </a:lnTo>
                  <a:lnTo>
                    <a:pt x="94" y="142"/>
                  </a:lnTo>
                  <a:lnTo>
                    <a:pt x="90" y="140"/>
                  </a:lnTo>
                  <a:lnTo>
                    <a:pt x="88" y="140"/>
                  </a:lnTo>
                  <a:lnTo>
                    <a:pt x="83" y="138"/>
                  </a:lnTo>
                  <a:lnTo>
                    <a:pt x="79" y="13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7" name="Freeform 46"/>
            <p:cNvSpPr>
              <a:spLocks/>
            </p:cNvSpPr>
            <p:nvPr/>
          </p:nvSpPr>
          <p:spPr bwMode="gray">
            <a:xfrm>
              <a:off x="5556250" y="3673476"/>
              <a:ext cx="87313" cy="130175"/>
            </a:xfrm>
            <a:custGeom>
              <a:avLst/>
              <a:gdLst>
                <a:gd name="T0" fmla="*/ 6 w 55"/>
                <a:gd name="T1" fmla="*/ 17 h 82"/>
                <a:gd name="T2" fmla="*/ 8 w 55"/>
                <a:gd name="T3" fmla="*/ 16 h 82"/>
                <a:gd name="T4" fmla="*/ 10 w 55"/>
                <a:gd name="T5" fmla="*/ 13 h 82"/>
                <a:gd name="T6" fmla="*/ 14 w 55"/>
                <a:gd name="T7" fmla="*/ 6 h 82"/>
                <a:gd name="T8" fmla="*/ 16 w 55"/>
                <a:gd name="T9" fmla="*/ 5 h 82"/>
                <a:gd name="T10" fmla="*/ 20 w 55"/>
                <a:gd name="T11" fmla="*/ 5 h 82"/>
                <a:gd name="T12" fmla="*/ 25 w 55"/>
                <a:gd name="T13" fmla="*/ 6 h 82"/>
                <a:gd name="T14" fmla="*/ 28 w 55"/>
                <a:gd name="T15" fmla="*/ 7 h 82"/>
                <a:gd name="T16" fmla="*/ 30 w 55"/>
                <a:gd name="T17" fmla="*/ 5 h 82"/>
                <a:gd name="T18" fmla="*/ 34 w 55"/>
                <a:gd name="T19" fmla="*/ 0 h 82"/>
                <a:gd name="T20" fmla="*/ 39 w 55"/>
                <a:gd name="T21" fmla="*/ 5 h 82"/>
                <a:gd name="T22" fmla="*/ 47 w 55"/>
                <a:gd name="T23" fmla="*/ 19 h 82"/>
                <a:gd name="T24" fmla="*/ 50 w 55"/>
                <a:gd name="T25" fmla="*/ 24 h 82"/>
                <a:gd name="T26" fmla="*/ 51 w 55"/>
                <a:gd name="T27" fmla="*/ 30 h 82"/>
                <a:gd name="T28" fmla="*/ 51 w 55"/>
                <a:gd name="T29" fmla="*/ 36 h 82"/>
                <a:gd name="T30" fmla="*/ 51 w 55"/>
                <a:gd name="T31" fmla="*/ 45 h 82"/>
                <a:gd name="T32" fmla="*/ 50 w 55"/>
                <a:gd name="T33" fmla="*/ 50 h 82"/>
                <a:gd name="T34" fmla="*/ 51 w 55"/>
                <a:gd name="T35" fmla="*/ 51 h 82"/>
                <a:gd name="T36" fmla="*/ 55 w 55"/>
                <a:gd name="T37" fmla="*/ 51 h 82"/>
                <a:gd name="T38" fmla="*/ 54 w 55"/>
                <a:gd name="T39" fmla="*/ 54 h 82"/>
                <a:gd name="T40" fmla="*/ 52 w 55"/>
                <a:gd name="T41" fmla="*/ 59 h 82"/>
                <a:gd name="T42" fmla="*/ 48 w 55"/>
                <a:gd name="T43" fmla="*/ 65 h 82"/>
                <a:gd name="T44" fmla="*/ 46 w 55"/>
                <a:gd name="T45" fmla="*/ 68 h 82"/>
                <a:gd name="T46" fmla="*/ 45 w 55"/>
                <a:gd name="T47" fmla="*/ 68 h 82"/>
                <a:gd name="T48" fmla="*/ 41 w 55"/>
                <a:gd name="T49" fmla="*/ 66 h 82"/>
                <a:gd name="T50" fmla="*/ 39 w 55"/>
                <a:gd name="T51" fmla="*/ 67 h 82"/>
                <a:gd name="T52" fmla="*/ 34 w 55"/>
                <a:gd name="T53" fmla="*/ 72 h 82"/>
                <a:gd name="T54" fmla="*/ 31 w 55"/>
                <a:gd name="T55" fmla="*/ 72 h 82"/>
                <a:gd name="T56" fmla="*/ 29 w 55"/>
                <a:gd name="T57" fmla="*/ 70 h 82"/>
                <a:gd name="T58" fmla="*/ 26 w 55"/>
                <a:gd name="T59" fmla="*/ 70 h 82"/>
                <a:gd name="T60" fmla="*/ 22 w 55"/>
                <a:gd name="T61" fmla="*/ 72 h 82"/>
                <a:gd name="T62" fmla="*/ 14 w 55"/>
                <a:gd name="T63" fmla="*/ 79 h 82"/>
                <a:gd name="T64" fmla="*/ 11 w 55"/>
                <a:gd name="T65" fmla="*/ 79 h 82"/>
                <a:gd name="T66" fmla="*/ 7 w 55"/>
                <a:gd name="T67" fmla="*/ 82 h 82"/>
                <a:gd name="T68" fmla="*/ 7 w 55"/>
                <a:gd name="T69" fmla="*/ 78 h 82"/>
                <a:gd name="T70" fmla="*/ 6 w 55"/>
                <a:gd name="T71" fmla="*/ 75 h 82"/>
                <a:gd name="T72" fmla="*/ 5 w 55"/>
                <a:gd name="T73" fmla="*/ 69 h 82"/>
                <a:gd name="T74" fmla="*/ 4 w 55"/>
                <a:gd name="T75" fmla="*/ 65 h 82"/>
                <a:gd name="T76" fmla="*/ 5 w 55"/>
                <a:gd name="T77" fmla="*/ 62 h 82"/>
                <a:gd name="T78" fmla="*/ 9 w 55"/>
                <a:gd name="T79" fmla="*/ 57 h 82"/>
                <a:gd name="T80" fmla="*/ 9 w 55"/>
                <a:gd name="T81" fmla="*/ 54 h 82"/>
                <a:gd name="T82" fmla="*/ 11 w 55"/>
                <a:gd name="T83" fmla="*/ 50 h 82"/>
                <a:gd name="T84" fmla="*/ 10 w 55"/>
                <a:gd name="T85" fmla="*/ 49 h 82"/>
                <a:gd name="T86" fmla="*/ 8 w 55"/>
                <a:gd name="T87" fmla="*/ 47 h 82"/>
                <a:gd name="T88" fmla="*/ 7 w 55"/>
                <a:gd name="T89" fmla="*/ 44 h 82"/>
                <a:gd name="T90" fmla="*/ 7 w 55"/>
                <a:gd name="T91" fmla="*/ 40 h 82"/>
                <a:gd name="T92" fmla="*/ 6 w 55"/>
                <a:gd name="T93" fmla="*/ 37 h 82"/>
                <a:gd name="T94" fmla="*/ 4 w 55"/>
                <a:gd name="T95" fmla="*/ 36 h 82"/>
                <a:gd name="T96" fmla="*/ 0 w 55"/>
                <a:gd name="T97" fmla="*/ 35 h 82"/>
                <a:gd name="T98" fmla="*/ 5 w 55"/>
                <a:gd name="T99" fmla="*/ 32 h 82"/>
                <a:gd name="T100" fmla="*/ 7 w 55"/>
                <a:gd name="T101" fmla="*/ 31 h 82"/>
                <a:gd name="T102" fmla="*/ 12 w 55"/>
                <a:gd name="T103" fmla="*/ 33 h 82"/>
                <a:gd name="T104" fmla="*/ 13 w 55"/>
                <a:gd name="T105" fmla="*/ 31 h 82"/>
                <a:gd name="T106" fmla="*/ 13 w 55"/>
                <a:gd name="T107" fmla="*/ 29 h 82"/>
                <a:gd name="T108" fmla="*/ 8 w 55"/>
                <a:gd name="T109" fmla="*/ 20 h 82"/>
                <a:gd name="T110" fmla="*/ 7 w 55"/>
                <a:gd name="T111" fmla="*/ 18 h 82"/>
                <a:gd name="T112" fmla="*/ 6 w 55"/>
                <a:gd name="T113" fmla="*/ 17 h 8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5"/>
                <a:gd name="T172" fmla="*/ 0 h 82"/>
                <a:gd name="T173" fmla="*/ 55 w 55"/>
                <a:gd name="T174" fmla="*/ 82 h 8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5" h="82">
                  <a:moveTo>
                    <a:pt x="6" y="17"/>
                  </a:moveTo>
                  <a:lnTo>
                    <a:pt x="8" y="16"/>
                  </a:lnTo>
                  <a:lnTo>
                    <a:pt x="10" y="13"/>
                  </a:lnTo>
                  <a:lnTo>
                    <a:pt x="14" y="6"/>
                  </a:lnTo>
                  <a:lnTo>
                    <a:pt x="16" y="5"/>
                  </a:lnTo>
                  <a:lnTo>
                    <a:pt x="20" y="5"/>
                  </a:lnTo>
                  <a:lnTo>
                    <a:pt x="25" y="6"/>
                  </a:lnTo>
                  <a:lnTo>
                    <a:pt x="28" y="7"/>
                  </a:lnTo>
                  <a:lnTo>
                    <a:pt x="30" y="5"/>
                  </a:lnTo>
                  <a:lnTo>
                    <a:pt x="34" y="0"/>
                  </a:lnTo>
                  <a:lnTo>
                    <a:pt x="39" y="5"/>
                  </a:lnTo>
                  <a:lnTo>
                    <a:pt x="47" y="19"/>
                  </a:lnTo>
                  <a:lnTo>
                    <a:pt x="50" y="24"/>
                  </a:lnTo>
                  <a:lnTo>
                    <a:pt x="51" y="30"/>
                  </a:lnTo>
                  <a:lnTo>
                    <a:pt x="51" y="36"/>
                  </a:lnTo>
                  <a:lnTo>
                    <a:pt x="51" y="45"/>
                  </a:lnTo>
                  <a:lnTo>
                    <a:pt x="50" y="50"/>
                  </a:lnTo>
                  <a:lnTo>
                    <a:pt x="51" y="51"/>
                  </a:lnTo>
                  <a:lnTo>
                    <a:pt x="55" y="51"/>
                  </a:lnTo>
                  <a:lnTo>
                    <a:pt x="54" y="54"/>
                  </a:lnTo>
                  <a:lnTo>
                    <a:pt x="52" y="59"/>
                  </a:lnTo>
                  <a:lnTo>
                    <a:pt x="48" y="65"/>
                  </a:lnTo>
                  <a:lnTo>
                    <a:pt x="46" y="68"/>
                  </a:lnTo>
                  <a:lnTo>
                    <a:pt x="45" y="68"/>
                  </a:lnTo>
                  <a:lnTo>
                    <a:pt x="41" y="66"/>
                  </a:lnTo>
                  <a:lnTo>
                    <a:pt x="39" y="67"/>
                  </a:lnTo>
                  <a:lnTo>
                    <a:pt x="34" y="72"/>
                  </a:lnTo>
                  <a:lnTo>
                    <a:pt x="31" y="72"/>
                  </a:lnTo>
                  <a:lnTo>
                    <a:pt x="29" y="70"/>
                  </a:lnTo>
                  <a:lnTo>
                    <a:pt x="26" y="70"/>
                  </a:lnTo>
                  <a:lnTo>
                    <a:pt x="22" y="72"/>
                  </a:lnTo>
                  <a:lnTo>
                    <a:pt x="14" y="79"/>
                  </a:lnTo>
                  <a:lnTo>
                    <a:pt x="11" y="79"/>
                  </a:lnTo>
                  <a:lnTo>
                    <a:pt x="7" y="82"/>
                  </a:lnTo>
                  <a:lnTo>
                    <a:pt x="7" y="78"/>
                  </a:lnTo>
                  <a:lnTo>
                    <a:pt x="6" y="75"/>
                  </a:lnTo>
                  <a:lnTo>
                    <a:pt x="5" y="69"/>
                  </a:lnTo>
                  <a:lnTo>
                    <a:pt x="4" y="65"/>
                  </a:lnTo>
                  <a:lnTo>
                    <a:pt x="5" y="62"/>
                  </a:lnTo>
                  <a:lnTo>
                    <a:pt x="9" y="57"/>
                  </a:lnTo>
                  <a:lnTo>
                    <a:pt x="9" y="54"/>
                  </a:lnTo>
                  <a:lnTo>
                    <a:pt x="11" y="50"/>
                  </a:lnTo>
                  <a:lnTo>
                    <a:pt x="10" y="49"/>
                  </a:lnTo>
                  <a:lnTo>
                    <a:pt x="8" y="47"/>
                  </a:lnTo>
                  <a:lnTo>
                    <a:pt x="7" y="44"/>
                  </a:lnTo>
                  <a:lnTo>
                    <a:pt x="7" y="40"/>
                  </a:lnTo>
                  <a:lnTo>
                    <a:pt x="6" y="37"/>
                  </a:lnTo>
                  <a:lnTo>
                    <a:pt x="4" y="36"/>
                  </a:lnTo>
                  <a:lnTo>
                    <a:pt x="0" y="35"/>
                  </a:lnTo>
                  <a:lnTo>
                    <a:pt x="5" y="32"/>
                  </a:lnTo>
                  <a:lnTo>
                    <a:pt x="7" y="31"/>
                  </a:lnTo>
                  <a:lnTo>
                    <a:pt x="12" y="33"/>
                  </a:lnTo>
                  <a:lnTo>
                    <a:pt x="13" y="31"/>
                  </a:lnTo>
                  <a:lnTo>
                    <a:pt x="13" y="29"/>
                  </a:lnTo>
                  <a:lnTo>
                    <a:pt x="8" y="20"/>
                  </a:lnTo>
                  <a:lnTo>
                    <a:pt x="7" y="18"/>
                  </a:lnTo>
                  <a:lnTo>
                    <a:pt x="6" y="17"/>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8" name="Freeform 47"/>
            <p:cNvSpPr>
              <a:spLocks/>
            </p:cNvSpPr>
            <p:nvPr/>
          </p:nvSpPr>
          <p:spPr bwMode="gray">
            <a:xfrm>
              <a:off x="5556250" y="3673476"/>
              <a:ext cx="87313" cy="130175"/>
            </a:xfrm>
            <a:custGeom>
              <a:avLst/>
              <a:gdLst>
                <a:gd name="T0" fmla="*/ 6 w 55"/>
                <a:gd name="T1" fmla="*/ 17 h 82"/>
                <a:gd name="T2" fmla="*/ 8 w 55"/>
                <a:gd name="T3" fmla="*/ 16 h 82"/>
                <a:gd name="T4" fmla="*/ 10 w 55"/>
                <a:gd name="T5" fmla="*/ 13 h 82"/>
                <a:gd name="T6" fmla="*/ 14 w 55"/>
                <a:gd name="T7" fmla="*/ 6 h 82"/>
                <a:gd name="T8" fmla="*/ 16 w 55"/>
                <a:gd name="T9" fmla="*/ 5 h 82"/>
                <a:gd name="T10" fmla="*/ 20 w 55"/>
                <a:gd name="T11" fmla="*/ 5 h 82"/>
                <a:gd name="T12" fmla="*/ 25 w 55"/>
                <a:gd name="T13" fmla="*/ 6 h 82"/>
                <a:gd name="T14" fmla="*/ 28 w 55"/>
                <a:gd name="T15" fmla="*/ 7 h 82"/>
                <a:gd name="T16" fmla="*/ 30 w 55"/>
                <a:gd name="T17" fmla="*/ 5 h 82"/>
                <a:gd name="T18" fmla="*/ 34 w 55"/>
                <a:gd name="T19" fmla="*/ 0 h 82"/>
                <a:gd name="T20" fmla="*/ 39 w 55"/>
                <a:gd name="T21" fmla="*/ 5 h 82"/>
                <a:gd name="T22" fmla="*/ 47 w 55"/>
                <a:gd name="T23" fmla="*/ 19 h 82"/>
                <a:gd name="T24" fmla="*/ 50 w 55"/>
                <a:gd name="T25" fmla="*/ 24 h 82"/>
                <a:gd name="T26" fmla="*/ 51 w 55"/>
                <a:gd name="T27" fmla="*/ 30 h 82"/>
                <a:gd name="T28" fmla="*/ 51 w 55"/>
                <a:gd name="T29" fmla="*/ 36 h 82"/>
                <a:gd name="T30" fmla="*/ 51 w 55"/>
                <a:gd name="T31" fmla="*/ 45 h 82"/>
                <a:gd name="T32" fmla="*/ 50 w 55"/>
                <a:gd name="T33" fmla="*/ 50 h 82"/>
                <a:gd name="T34" fmla="*/ 51 w 55"/>
                <a:gd name="T35" fmla="*/ 51 h 82"/>
                <a:gd name="T36" fmla="*/ 55 w 55"/>
                <a:gd name="T37" fmla="*/ 51 h 82"/>
                <a:gd name="T38" fmla="*/ 54 w 55"/>
                <a:gd name="T39" fmla="*/ 54 h 82"/>
                <a:gd name="T40" fmla="*/ 52 w 55"/>
                <a:gd name="T41" fmla="*/ 59 h 82"/>
                <a:gd name="T42" fmla="*/ 48 w 55"/>
                <a:gd name="T43" fmla="*/ 65 h 82"/>
                <a:gd name="T44" fmla="*/ 46 w 55"/>
                <a:gd name="T45" fmla="*/ 68 h 82"/>
                <a:gd name="T46" fmla="*/ 45 w 55"/>
                <a:gd name="T47" fmla="*/ 68 h 82"/>
                <a:gd name="T48" fmla="*/ 41 w 55"/>
                <a:gd name="T49" fmla="*/ 66 h 82"/>
                <a:gd name="T50" fmla="*/ 39 w 55"/>
                <a:gd name="T51" fmla="*/ 67 h 82"/>
                <a:gd name="T52" fmla="*/ 34 w 55"/>
                <a:gd name="T53" fmla="*/ 72 h 82"/>
                <a:gd name="T54" fmla="*/ 31 w 55"/>
                <a:gd name="T55" fmla="*/ 72 h 82"/>
                <a:gd name="T56" fmla="*/ 29 w 55"/>
                <a:gd name="T57" fmla="*/ 70 h 82"/>
                <a:gd name="T58" fmla="*/ 26 w 55"/>
                <a:gd name="T59" fmla="*/ 70 h 82"/>
                <a:gd name="T60" fmla="*/ 22 w 55"/>
                <a:gd name="T61" fmla="*/ 72 h 82"/>
                <a:gd name="T62" fmla="*/ 14 w 55"/>
                <a:gd name="T63" fmla="*/ 79 h 82"/>
                <a:gd name="T64" fmla="*/ 11 w 55"/>
                <a:gd name="T65" fmla="*/ 79 h 82"/>
                <a:gd name="T66" fmla="*/ 7 w 55"/>
                <a:gd name="T67" fmla="*/ 82 h 82"/>
                <a:gd name="T68" fmla="*/ 7 w 55"/>
                <a:gd name="T69" fmla="*/ 78 h 82"/>
                <a:gd name="T70" fmla="*/ 6 w 55"/>
                <a:gd name="T71" fmla="*/ 75 h 82"/>
                <a:gd name="T72" fmla="*/ 5 w 55"/>
                <a:gd name="T73" fmla="*/ 69 h 82"/>
                <a:gd name="T74" fmla="*/ 4 w 55"/>
                <a:gd name="T75" fmla="*/ 65 h 82"/>
                <a:gd name="T76" fmla="*/ 5 w 55"/>
                <a:gd name="T77" fmla="*/ 62 h 82"/>
                <a:gd name="T78" fmla="*/ 9 w 55"/>
                <a:gd name="T79" fmla="*/ 57 h 82"/>
                <a:gd name="T80" fmla="*/ 9 w 55"/>
                <a:gd name="T81" fmla="*/ 54 h 82"/>
                <a:gd name="T82" fmla="*/ 11 w 55"/>
                <a:gd name="T83" fmla="*/ 50 h 82"/>
                <a:gd name="T84" fmla="*/ 10 w 55"/>
                <a:gd name="T85" fmla="*/ 49 h 82"/>
                <a:gd name="T86" fmla="*/ 8 w 55"/>
                <a:gd name="T87" fmla="*/ 47 h 82"/>
                <a:gd name="T88" fmla="*/ 7 w 55"/>
                <a:gd name="T89" fmla="*/ 44 h 82"/>
                <a:gd name="T90" fmla="*/ 7 w 55"/>
                <a:gd name="T91" fmla="*/ 40 h 82"/>
                <a:gd name="T92" fmla="*/ 6 w 55"/>
                <a:gd name="T93" fmla="*/ 37 h 82"/>
                <a:gd name="T94" fmla="*/ 4 w 55"/>
                <a:gd name="T95" fmla="*/ 36 h 82"/>
                <a:gd name="T96" fmla="*/ 0 w 55"/>
                <a:gd name="T97" fmla="*/ 35 h 82"/>
                <a:gd name="T98" fmla="*/ 5 w 55"/>
                <a:gd name="T99" fmla="*/ 32 h 82"/>
                <a:gd name="T100" fmla="*/ 7 w 55"/>
                <a:gd name="T101" fmla="*/ 31 h 82"/>
                <a:gd name="T102" fmla="*/ 12 w 55"/>
                <a:gd name="T103" fmla="*/ 33 h 82"/>
                <a:gd name="T104" fmla="*/ 13 w 55"/>
                <a:gd name="T105" fmla="*/ 31 h 82"/>
                <a:gd name="T106" fmla="*/ 13 w 55"/>
                <a:gd name="T107" fmla="*/ 29 h 82"/>
                <a:gd name="T108" fmla="*/ 8 w 55"/>
                <a:gd name="T109" fmla="*/ 20 h 82"/>
                <a:gd name="T110" fmla="*/ 7 w 55"/>
                <a:gd name="T111" fmla="*/ 18 h 82"/>
                <a:gd name="T112" fmla="*/ 6 w 55"/>
                <a:gd name="T113" fmla="*/ 17 h 8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5"/>
                <a:gd name="T172" fmla="*/ 0 h 82"/>
                <a:gd name="T173" fmla="*/ 55 w 55"/>
                <a:gd name="T174" fmla="*/ 82 h 8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5" h="82">
                  <a:moveTo>
                    <a:pt x="6" y="17"/>
                  </a:moveTo>
                  <a:lnTo>
                    <a:pt x="8" y="16"/>
                  </a:lnTo>
                  <a:lnTo>
                    <a:pt x="10" y="13"/>
                  </a:lnTo>
                  <a:lnTo>
                    <a:pt x="14" y="6"/>
                  </a:lnTo>
                  <a:lnTo>
                    <a:pt x="16" y="5"/>
                  </a:lnTo>
                  <a:lnTo>
                    <a:pt x="20" y="5"/>
                  </a:lnTo>
                  <a:lnTo>
                    <a:pt x="25" y="6"/>
                  </a:lnTo>
                  <a:lnTo>
                    <a:pt x="28" y="7"/>
                  </a:lnTo>
                  <a:lnTo>
                    <a:pt x="30" y="5"/>
                  </a:lnTo>
                  <a:lnTo>
                    <a:pt x="34" y="0"/>
                  </a:lnTo>
                  <a:lnTo>
                    <a:pt x="39" y="5"/>
                  </a:lnTo>
                  <a:lnTo>
                    <a:pt x="47" y="19"/>
                  </a:lnTo>
                  <a:lnTo>
                    <a:pt x="50" y="24"/>
                  </a:lnTo>
                  <a:lnTo>
                    <a:pt x="51" y="30"/>
                  </a:lnTo>
                  <a:lnTo>
                    <a:pt x="51" y="36"/>
                  </a:lnTo>
                  <a:lnTo>
                    <a:pt x="51" y="45"/>
                  </a:lnTo>
                  <a:lnTo>
                    <a:pt x="50" y="50"/>
                  </a:lnTo>
                  <a:lnTo>
                    <a:pt x="51" y="51"/>
                  </a:lnTo>
                  <a:lnTo>
                    <a:pt x="55" y="51"/>
                  </a:lnTo>
                  <a:lnTo>
                    <a:pt x="54" y="54"/>
                  </a:lnTo>
                  <a:lnTo>
                    <a:pt x="52" y="59"/>
                  </a:lnTo>
                  <a:lnTo>
                    <a:pt x="48" y="65"/>
                  </a:lnTo>
                  <a:lnTo>
                    <a:pt x="46" y="68"/>
                  </a:lnTo>
                  <a:lnTo>
                    <a:pt x="45" y="68"/>
                  </a:lnTo>
                  <a:lnTo>
                    <a:pt x="41" y="66"/>
                  </a:lnTo>
                  <a:lnTo>
                    <a:pt x="39" y="67"/>
                  </a:lnTo>
                  <a:lnTo>
                    <a:pt x="34" y="72"/>
                  </a:lnTo>
                  <a:lnTo>
                    <a:pt x="31" y="72"/>
                  </a:lnTo>
                  <a:lnTo>
                    <a:pt x="29" y="70"/>
                  </a:lnTo>
                  <a:lnTo>
                    <a:pt x="26" y="70"/>
                  </a:lnTo>
                  <a:lnTo>
                    <a:pt x="22" y="72"/>
                  </a:lnTo>
                  <a:lnTo>
                    <a:pt x="14" y="79"/>
                  </a:lnTo>
                  <a:lnTo>
                    <a:pt x="11" y="79"/>
                  </a:lnTo>
                  <a:lnTo>
                    <a:pt x="7" y="82"/>
                  </a:lnTo>
                  <a:lnTo>
                    <a:pt x="7" y="78"/>
                  </a:lnTo>
                  <a:lnTo>
                    <a:pt x="6" y="75"/>
                  </a:lnTo>
                  <a:lnTo>
                    <a:pt x="5" y="69"/>
                  </a:lnTo>
                  <a:lnTo>
                    <a:pt x="4" y="65"/>
                  </a:lnTo>
                  <a:lnTo>
                    <a:pt x="5" y="62"/>
                  </a:lnTo>
                  <a:lnTo>
                    <a:pt x="9" y="57"/>
                  </a:lnTo>
                  <a:lnTo>
                    <a:pt x="9" y="54"/>
                  </a:lnTo>
                  <a:lnTo>
                    <a:pt x="11" y="50"/>
                  </a:lnTo>
                  <a:lnTo>
                    <a:pt x="10" y="49"/>
                  </a:lnTo>
                  <a:lnTo>
                    <a:pt x="8" y="47"/>
                  </a:lnTo>
                  <a:lnTo>
                    <a:pt x="7" y="44"/>
                  </a:lnTo>
                  <a:lnTo>
                    <a:pt x="7" y="40"/>
                  </a:lnTo>
                  <a:lnTo>
                    <a:pt x="6" y="37"/>
                  </a:lnTo>
                  <a:lnTo>
                    <a:pt x="4" y="36"/>
                  </a:lnTo>
                  <a:lnTo>
                    <a:pt x="0" y="35"/>
                  </a:lnTo>
                  <a:lnTo>
                    <a:pt x="5" y="32"/>
                  </a:lnTo>
                  <a:lnTo>
                    <a:pt x="7" y="31"/>
                  </a:lnTo>
                  <a:lnTo>
                    <a:pt x="12" y="33"/>
                  </a:lnTo>
                  <a:lnTo>
                    <a:pt x="13" y="31"/>
                  </a:lnTo>
                  <a:lnTo>
                    <a:pt x="13" y="29"/>
                  </a:lnTo>
                  <a:lnTo>
                    <a:pt x="8" y="20"/>
                  </a:lnTo>
                  <a:lnTo>
                    <a:pt x="7" y="18"/>
                  </a:lnTo>
                  <a:lnTo>
                    <a:pt x="6" y="17"/>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29" name="Freeform 48"/>
            <p:cNvSpPr>
              <a:spLocks/>
            </p:cNvSpPr>
            <p:nvPr/>
          </p:nvSpPr>
          <p:spPr bwMode="gray">
            <a:xfrm>
              <a:off x="4972050" y="4343401"/>
              <a:ext cx="127000" cy="107950"/>
            </a:xfrm>
            <a:custGeom>
              <a:avLst/>
              <a:gdLst>
                <a:gd name="T0" fmla="*/ 46 w 80"/>
                <a:gd name="T1" fmla="*/ 7 h 68"/>
                <a:gd name="T2" fmla="*/ 53 w 80"/>
                <a:gd name="T3" fmla="*/ 9 h 68"/>
                <a:gd name="T4" fmla="*/ 58 w 80"/>
                <a:gd name="T5" fmla="*/ 11 h 68"/>
                <a:gd name="T6" fmla="*/ 58 w 80"/>
                <a:gd name="T7" fmla="*/ 7 h 68"/>
                <a:gd name="T8" fmla="*/ 56 w 80"/>
                <a:gd name="T9" fmla="*/ 4 h 68"/>
                <a:gd name="T10" fmla="*/ 62 w 80"/>
                <a:gd name="T11" fmla="*/ 1 h 68"/>
                <a:gd name="T12" fmla="*/ 68 w 80"/>
                <a:gd name="T13" fmla="*/ 4 h 68"/>
                <a:gd name="T14" fmla="*/ 77 w 80"/>
                <a:gd name="T15" fmla="*/ 1 h 68"/>
                <a:gd name="T16" fmla="*/ 77 w 80"/>
                <a:gd name="T17" fmla="*/ 7 h 68"/>
                <a:gd name="T18" fmla="*/ 80 w 80"/>
                <a:gd name="T19" fmla="*/ 19 h 68"/>
                <a:gd name="T20" fmla="*/ 79 w 80"/>
                <a:gd name="T21" fmla="*/ 24 h 68"/>
                <a:gd name="T22" fmla="*/ 78 w 80"/>
                <a:gd name="T23" fmla="*/ 36 h 68"/>
                <a:gd name="T24" fmla="*/ 71 w 80"/>
                <a:gd name="T25" fmla="*/ 39 h 68"/>
                <a:gd name="T26" fmla="*/ 61 w 80"/>
                <a:gd name="T27" fmla="*/ 44 h 68"/>
                <a:gd name="T28" fmla="*/ 52 w 80"/>
                <a:gd name="T29" fmla="*/ 51 h 68"/>
                <a:gd name="T30" fmla="*/ 58 w 80"/>
                <a:gd name="T31" fmla="*/ 57 h 68"/>
                <a:gd name="T32" fmla="*/ 57 w 80"/>
                <a:gd name="T33" fmla="*/ 61 h 68"/>
                <a:gd name="T34" fmla="*/ 49 w 80"/>
                <a:gd name="T35" fmla="*/ 59 h 68"/>
                <a:gd name="T36" fmla="*/ 38 w 80"/>
                <a:gd name="T37" fmla="*/ 65 h 68"/>
                <a:gd name="T38" fmla="*/ 32 w 80"/>
                <a:gd name="T39" fmla="*/ 68 h 68"/>
                <a:gd name="T40" fmla="*/ 28 w 80"/>
                <a:gd name="T41" fmla="*/ 65 h 68"/>
                <a:gd name="T42" fmla="*/ 23 w 80"/>
                <a:gd name="T43" fmla="*/ 66 h 68"/>
                <a:gd name="T44" fmla="*/ 19 w 80"/>
                <a:gd name="T45" fmla="*/ 66 h 68"/>
                <a:gd name="T46" fmla="*/ 19 w 80"/>
                <a:gd name="T47" fmla="*/ 63 h 68"/>
                <a:gd name="T48" fmla="*/ 20 w 80"/>
                <a:gd name="T49" fmla="*/ 59 h 68"/>
                <a:gd name="T50" fmla="*/ 16 w 80"/>
                <a:gd name="T51" fmla="*/ 57 h 68"/>
                <a:gd name="T52" fmla="*/ 10 w 80"/>
                <a:gd name="T53" fmla="*/ 59 h 68"/>
                <a:gd name="T54" fmla="*/ 4 w 80"/>
                <a:gd name="T55" fmla="*/ 41 h 68"/>
                <a:gd name="T56" fmla="*/ 4 w 80"/>
                <a:gd name="T57" fmla="*/ 36 h 68"/>
                <a:gd name="T58" fmla="*/ 0 w 80"/>
                <a:gd name="T59" fmla="*/ 26 h 68"/>
                <a:gd name="T60" fmla="*/ 0 w 80"/>
                <a:gd name="T61" fmla="*/ 19 h 68"/>
                <a:gd name="T62" fmla="*/ 7 w 80"/>
                <a:gd name="T63" fmla="*/ 8 h 68"/>
                <a:gd name="T64" fmla="*/ 14 w 80"/>
                <a:gd name="T65" fmla="*/ 4 h 68"/>
                <a:gd name="T66" fmla="*/ 28 w 80"/>
                <a:gd name="T67" fmla="*/ 4 h 68"/>
                <a:gd name="T68" fmla="*/ 35 w 80"/>
                <a:gd name="T69" fmla="*/ 4 h 68"/>
                <a:gd name="T70" fmla="*/ 42 w 80"/>
                <a:gd name="T71" fmla="*/ 5 h 6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80"/>
                <a:gd name="T109" fmla="*/ 0 h 68"/>
                <a:gd name="T110" fmla="*/ 80 w 80"/>
                <a:gd name="T111" fmla="*/ 68 h 6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80" h="68">
                  <a:moveTo>
                    <a:pt x="42" y="5"/>
                  </a:moveTo>
                  <a:lnTo>
                    <a:pt x="46" y="7"/>
                  </a:lnTo>
                  <a:lnTo>
                    <a:pt x="51" y="9"/>
                  </a:lnTo>
                  <a:lnTo>
                    <a:pt x="53" y="9"/>
                  </a:lnTo>
                  <a:lnTo>
                    <a:pt x="57" y="11"/>
                  </a:lnTo>
                  <a:lnTo>
                    <a:pt x="58" y="11"/>
                  </a:lnTo>
                  <a:lnTo>
                    <a:pt x="59" y="9"/>
                  </a:lnTo>
                  <a:lnTo>
                    <a:pt x="58" y="7"/>
                  </a:lnTo>
                  <a:lnTo>
                    <a:pt x="57" y="6"/>
                  </a:lnTo>
                  <a:lnTo>
                    <a:pt x="56" y="4"/>
                  </a:lnTo>
                  <a:lnTo>
                    <a:pt x="59" y="2"/>
                  </a:lnTo>
                  <a:lnTo>
                    <a:pt x="62" y="1"/>
                  </a:lnTo>
                  <a:lnTo>
                    <a:pt x="65" y="2"/>
                  </a:lnTo>
                  <a:lnTo>
                    <a:pt x="68" y="4"/>
                  </a:lnTo>
                  <a:lnTo>
                    <a:pt x="70" y="4"/>
                  </a:lnTo>
                  <a:lnTo>
                    <a:pt x="77" y="1"/>
                  </a:lnTo>
                  <a:lnTo>
                    <a:pt x="79" y="0"/>
                  </a:lnTo>
                  <a:lnTo>
                    <a:pt x="77" y="7"/>
                  </a:lnTo>
                  <a:lnTo>
                    <a:pt x="77" y="11"/>
                  </a:lnTo>
                  <a:lnTo>
                    <a:pt x="80" y="19"/>
                  </a:lnTo>
                  <a:lnTo>
                    <a:pt x="80" y="21"/>
                  </a:lnTo>
                  <a:lnTo>
                    <a:pt x="79" y="24"/>
                  </a:lnTo>
                  <a:lnTo>
                    <a:pt x="80" y="32"/>
                  </a:lnTo>
                  <a:lnTo>
                    <a:pt x="78" y="36"/>
                  </a:lnTo>
                  <a:lnTo>
                    <a:pt x="76" y="38"/>
                  </a:lnTo>
                  <a:lnTo>
                    <a:pt x="71" y="39"/>
                  </a:lnTo>
                  <a:lnTo>
                    <a:pt x="65" y="43"/>
                  </a:lnTo>
                  <a:lnTo>
                    <a:pt x="61" y="44"/>
                  </a:lnTo>
                  <a:lnTo>
                    <a:pt x="54" y="48"/>
                  </a:lnTo>
                  <a:lnTo>
                    <a:pt x="52" y="51"/>
                  </a:lnTo>
                  <a:lnTo>
                    <a:pt x="54" y="54"/>
                  </a:lnTo>
                  <a:lnTo>
                    <a:pt x="58" y="57"/>
                  </a:lnTo>
                  <a:lnTo>
                    <a:pt x="58" y="59"/>
                  </a:lnTo>
                  <a:lnTo>
                    <a:pt x="57" y="61"/>
                  </a:lnTo>
                  <a:lnTo>
                    <a:pt x="52" y="59"/>
                  </a:lnTo>
                  <a:lnTo>
                    <a:pt x="49" y="59"/>
                  </a:lnTo>
                  <a:lnTo>
                    <a:pt x="45" y="61"/>
                  </a:lnTo>
                  <a:lnTo>
                    <a:pt x="38" y="65"/>
                  </a:lnTo>
                  <a:lnTo>
                    <a:pt x="34" y="66"/>
                  </a:lnTo>
                  <a:lnTo>
                    <a:pt x="32" y="68"/>
                  </a:lnTo>
                  <a:lnTo>
                    <a:pt x="30" y="67"/>
                  </a:lnTo>
                  <a:lnTo>
                    <a:pt x="28" y="65"/>
                  </a:lnTo>
                  <a:lnTo>
                    <a:pt x="25" y="65"/>
                  </a:lnTo>
                  <a:lnTo>
                    <a:pt x="23" y="66"/>
                  </a:lnTo>
                  <a:lnTo>
                    <a:pt x="21" y="65"/>
                  </a:lnTo>
                  <a:lnTo>
                    <a:pt x="19" y="66"/>
                  </a:lnTo>
                  <a:lnTo>
                    <a:pt x="18" y="65"/>
                  </a:lnTo>
                  <a:lnTo>
                    <a:pt x="19" y="63"/>
                  </a:lnTo>
                  <a:lnTo>
                    <a:pt x="20" y="61"/>
                  </a:lnTo>
                  <a:lnTo>
                    <a:pt x="20" y="59"/>
                  </a:lnTo>
                  <a:lnTo>
                    <a:pt x="18" y="57"/>
                  </a:lnTo>
                  <a:lnTo>
                    <a:pt x="16" y="57"/>
                  </a:lnTo>
                  <a:lnTo>
                    <a:pt x="13" y="59"/>
                  </a:lnTo>
                  <a:lnTo>
                    <a:pt x="10" y="59"/>
                  </a:lnTo>
                  <a:lnTo>
                    <a:pt x="9" y="51"/>
                  </a:lnTo>
                  <a:lnTo>
                    <a:pt x="4" y="41"/>
                  </a:lnTo>
                  <a:lnTo>
                    <a:pt x="6" y="40"/>
                  </a:lnTo>
                  <a:lnTo>
                    <a:pt x="4" y="36"/>
                  </a:lnTo>
                  <a:lnTo>
                    <a:pt x="1" y="31"/>
                  </a:lnTo>
                  <a:lnTo>
                    <a:pt x="0" y="26"/>
                  </a:lnTo>
                  <a:lnTo>
                    <a:pt x="0" y="22"/>
                  </a:lnTo>
                  <a:lnTo>
                    <a:pt x="0" y="19"/>
                  </a:lnTo>
                  <a:lnTo>
                    <a:pt x="1" y="17"/>
                  </a:lnTo>
                  <a:lnTo>
                    <a:pt x="7" y="8"/>
                  </a:lnTo>
                  <a:lnTo>
                    <a:pt x="11" y="5"/>
                  </a:lnTo>
                  <a:lnTo>
                    <a:pt x="14" y="4"/>
                  </a:lnTo>
                  <a:lnTo>
                    <a:pt x="22" y="4"/>
                  </a:lnTo>
                  <a:lnTo>
                    <a:pt x="28" y="4"/>
                  </a:lnTo>
                  <a:lnTo>
                    <a:pt x="32" y="4"/>
                  </a:lnTo>
                  <a:lnTo>
                    <a:pt x="35" y="4"/>
                  </a:lnTo>
                  <a:lnTo>
                    <a:pt x="40" y="4"/>
                  </a:lnTo>
                  <a:lnTo>
                    <a:pt x="42" y="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0" name="Freeform 49"/>
            <p:cNvSpPr>
              <a:spLocks/>
            </p:cNvSpPr>
            <p:nvPr/>
          </p:nvSpPr>
          <p:spPr bwMode="gray">
            <a:xfrm>
              <a:off x="4972050" y="4343401"/>
              <a:ext cx="127000" cy="107950"/>
            </a:xfrm>
            <a:custGeom>
              <a:avLst/>
              <a:gdLst>
                <a:gd name="T0" fmla="*/ 46 w 80"/>
                <a:gd name="T1" fmla="*/ 7 h 68"/>
                <a:gd name="T2" fmla="*/ 53 w 80"/>
                <a:gd name="T3" fmla="*/ 9 h 68"/>
                <a:gd name="T4" fmla="*/ 58 w 80"/>
                <a:gd name="T5" fmla="*/ 11 h 68"/>
                <a:gd name="T6" fmla="*/ 58 w 80"/>
                <a:gd name="T7" fmla="*/ 7 h 68"/>
                <a:gd name="T8" fmla="*/ 56 w 80"/>
                <a:gd name="T9" fmla="*/ 4 h 68"/>
                <a:gd name="T10" fmla="*/ 62 w 80"/>
                <a:gd name="T11" fmla="*/ 1 h 68"/>
                <a:gd name="T12" fmla="*/ 68 w 80"/>
                <a:gd name="T13" fmla="*/ 4 h 68"/>
                <a:gd name="T14" fmla="*/ 77 w 80"/>
                <a:gd name="T15" fmla="*/ 1 h 68"/>
                <a:gd name="T16" fmla="*/ 77 w 80"/>
                <a:gd name="T17" fmla="*/ 7 h 68"/>
                <a:gd name="T18" fmla="*/ 80 w 80"/>
                <a:gd name="T19" fmla="*/ 19 h 68"/>
                <a:gd name="T20" fmla="*/ 79 w 80"/>
                <a:gd name="T21" fmla="*/ 24 h 68"/>
                <a:gd name="T22" fmla="*/ 78 w 80"/>
                <a:gd name="T23" fmla="*/ 36 h 68"/>
                <a:gd name="T24" fmla="*/ 71 w 80"/>
                <a:gd name="T25" fmla="*/ 39 h 68"/>
                <a:gd name="T26" fmla="*/ 61 w 80"/>
                <a:gd name="T27" fmla="*/ 44 h 68"/>
                <a:gd name="T28" fmla="*/ 52 w 80"/>
                <a:gd name="T29" fmla="*/ 51 h 68"/>
                <a:gd name="T30" fmla="*/ 58 w 80"/>
                <a:gd name="T31" fmla="*/ 57 h 68"/>
                <a:gd name="T32" fmla="*/ 57 w 80"/>
                <a:gd name="T33" fmla="*/ 61 h 68"/>
                <a:gd name="T34" fmla="*/ 49 w 80"/>
                <a:gd name="T35" fmla="*/ 59 h 68"/>
                <a:gd name="T36" fmla="*/ 38 w 80"/>
                <a:gd name="T37" fmla="*/ 65 h 68"/>
                <a:gd name="T38" fmla="*/ 32 w 80"/>
                <a:gd name="T39" fmla="*/ 68 h 68"/>
                <a:gd name="T40" fmla="*/ 28 w 80"/>
                <a:gd name="T41" fmla="*/ 65 h 68"/>
                <a:gd name="T42" fmla="*/ 23 w 80"/>
                <a:gd name="T43" fmla="*/ 66 h 68"/>
                <a:gd name="T44" fmla="*/ 19 w 80"/>
                <a:gd name="T45" fmla="*/ 66 h 68"/>
                <a:gd name="T46" fmla="*/ 19 w 80"/>
                <a:gd name="T47" fmla="*/ 63 h 68"/>
                <a:gd name="T48" fmla="*/ 20 w 80"/>
                <a:gd name="T49" fmla="*/ 59 h 68"/>
                <a:gd name="T50" fmla="*/ 16 w 80"/>
                <a:gd name="T51" fmla="*/ 57 h 68"/>
                <a:gd name="T52" fmla="*/ 10 w 80"/>
                <a:gd name="T53" fmla="*/ 59 h 68"/>
                <a:gd name="T54" fmla="*/ 4 w 80"/>
                <a:gd name="T55" fmla="*/ 41 h 68"/>
                <a:gd name="T56" fmla="*/ 4 w 80"/>
                <a:gd name="T57" fmla="*/ 36 h 68"/>
                <a:gd name="T58" fmla="*/ 0 w 80"/>
                <a:gd name="T59" fmla="*/ 26 h 68"/>
                <a:gd name="T60" fmla="*/ 0 w 80"/>
                <a:gd name="T61" fmla="*/ 19 h 68"/>
                <a:gd name="T62" fmla="*/ 7 w 80"/>
                <a:gd name="T63" fmla="*/ 8 h 68"/>
                <a:gd name="T64" fmla="*/ 14 w 80"/>
                <a:gd name="T65" fmla="*/ 4 h 68"/>
                <a:gd name="T66" fmla="*/ 28 w 80"/>
                <a:gd name="T67" fmla="*/ 4 h 68"/>
                <a:gd name="T68" fmla="*/ 35 w 80"/>
                <a:gd name="T69" fmla="*/ 4 h 68"/>
                <a:gd name="T70" fmla="*/ 42 w 80"/>
                <a:gd name="T71" fmla="*/ 5 h 6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80"/>
                <a:gd name="T109" fmla="*/ 0 h 68"/>
                <a:gd name="T110" fmla="*/ 80 w 80"/>
                <a:gd name="T111" fmla="*/ 68 h 6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80" h="68">
                  <a:moveTo>
                    <a:pt x="42" y="5"/>
                  </a:moveTo>
                  <a:lnTo>
                    <a:pt x="46" y="7"/>
                  </a:lnTo>
                  <a:lnTo>
                    <a:pt x="51" y="9"/>
                  </a:lnTo>
                  <a:lnTo>
                    <a:pt x="53" y="9"/>
                  </a:lnTo>
                  <a:lnTo>
                    <a:pt x="57" y="11"/>
                  </a:lnTo>
                  <a:lnTo>
                    <a:pt x="58" y="11"/>
                  </a:lnTo>
                  <a:lnTo>
                    <a:pt x="59" y="9"/>
                  </a:lnTo>
                  <a:lnTo>
                    <a:pt x="58" y="7"/>
                  </a:lnTo>
                  <a:lnTo>
                    <a:pt x="57" y="6"/>
                  </a:lnTo>
                  <a:lnTo>
                    <a:pt x="56" y="4"/>
                  </a:lnTo>
                  <a:lnTo>
                    <a:pt x="59" y="2"/>
                  </a:lnTo>
                  <a:lnTo>
                    <a:pt x="62" y="1"/>
                  </a:lnTo>
                  <a:lnTo>
                    <a:pt x="65" y="2"/>
                  </a:lnTo>
                  <a:lnTo>
                    <a:pt x="68" y="4"/>
                  </a:lnTo>
                  <a:lnTo>
                    <a:pt x="70" y="4"/>
                  </a:lnTo>
                  <a:lnTo>
                    <a:pt x="77" y="1"/>
                  </a:lnTo>
                  <a:lnTo>
                    <a:pt x="79" y="0"/>
                  </a:lnTo>
                  <a:lnTo>
                    <a:pt x="77" y="7"/>
                  </a:lnTo>
                  <a:lnTo>
                    <a:pt x="77" y="11"/>
                  </a:lnTo>
                  <a:lnTo>
                    <a:pt x="80" y="19"/>
                  </a:lnTo>
                  <a:lnTo>
                    <a:pt x="80" y="21"/>
                  </a:lnTo>
                  <a:lnTo>
                    <a:pt x="79" y="24"/>
                  </a:lnTo>
                  <a:lnTo>
                    <a:pt x="80" y="32"/>
                  </a:lnTo>
                  <a:lnTo>
                    <a:pt x="78" y="36"/>
                  </a:lnTo>
                  <a:lnTo>
                    <a:pt x="76" y="38"/>
                  </a:lnTo>
                  <a:lnTo>
                    <a:pt x="71" y="39"/>
                  </a:lnTo>
                  <a:lnTo>
                    <a:pt x="65" y="43"/>
                  </a:lnTo>
                  <a:lnTo>
                    <a:pt x="61" y="44"/>
                  </a:lnTo>
                  <a:lnTo>
                    <a:pt x="54" y="48"/>
                  </a:lnTo>
                  <a:lnTo>
                    <a:pt x="52" y="51"/>
                  </a:lnTo>
                  <a:lnTo>
                    <a:pt x="54" y="54"/>
                  </a:lnTo>
                  <a:lnTo>
                    <a:pt x="58" y="57"/>
                  </a:lnTo>
                  <a:lnTo>
                    <a:pt x="58" y="59"/>
                  </a:lnTo>
                  <a:lnTo>
                    <a:pt x="57" y="61"/>
                  </a:lnTo>
                  <a:lnTo>
                    <a:pt x="52" y="59"/>
                  </a:lnTo>
                  <a:lnTo>
                    <a:pt x="49" y="59"/>
                  </a:lnTo>
                  <a:lnTo>
                    <a:pt x="45" y="61"/>
                  </a:lnTo>
                  <a:lnTo>
                    <a:pt x="38" y="65"/>
                  </a:lnTo>
                  <a:lnTo>
                    <a:pt x="34" y="66"/>
                  </a:lnTo>
                  <a:lnTo>
                    <a:pt x="32" y="68"/>
                  </a:lnTo>
                  <a:lnTo>
                    <a:pt x="30" y="67"/>
                  </a:lnTo>
                  <a:lnTo>
                    <a:pt x="28" y="65"/>
                  </a:lnTo>
                  <a:lnTo>
                    <a:pt x="25" y="65"/>
                  </a:lnTo>
                  <a:lnTo>
                    <a:pt x="23" y="66"/>
                  </a:lnTo>
                  <a:lnTo>
                    <a:pt x="21" y="65"/>
                  </a:lnTo>
                  <a:lnTo>
                    <a:pt x="19" y="66"/>
                  </a:lnTo>
                  <a:lnTo>
                    <a:pt x="18" y="65"/>
                  </a:lnTo>
                  <a:lnTo>
                    <a:pt x="19" y="63"/>
                  </a:lnTo>
                  <a:lnTo>
                    <a:pt x="20" y="61"/>
                  </a:lnTo>
                  <a:lnTo>
                    <a:pt x="20" y="59"/>
                  </a:lnTo>
                  <a:lnTo>
                    <a:pt x="18" y="57"/>
                  </a:lnTo>
                  <a:lnTo>
                    <a:pt x="16" y="57"/>
                  </a:lnTo>
                  <a:lnTo>
                    <a:pt x="13" y="59"/>
                  </a:lnTo>
                  <a:lnTo>
                    <a:pt x="10" y="59"/>
                  </a:lnTo>
                  <a:lnTo>
                    <a:pt x="9" y="51"/>
                  </a:lnTo>
                  <a:lnTo>
                    <a:pt x="4" y="41"/>
                  </a:lnTo>
                  <a:lnTo>
                    <a:pt x="6" y="40"/>
                  </a:lnTo>
                  <a:lnTo>
                    <a:pt x="4" y="36"/>
                  </a:lnTo>
                  <a:lnTo>
                    <a:pt x="1" y="31"/>
                  </a:lnTo>
                  <a:lnTo>
                    <a:pt x="0" y="26"/>
                  </a:lnTo>
                  <a:lnTo>
                    <a:pt x="0" y="22"/>
                  </a:lnTo>
                  <a:lnTo>
                    <a:pt x="0" y="19"/>
                  </a:lnTo>
                  <a:lnTo>
                    <a:pt x="1" y="17"/>
                  </a:lnTo>
                  <a:lnTo>
                    <a:pt x="7" y="8"/>
                  </a:lnTo>
                  <a:lnTo>
                    <a:pt x="11" y="5"/>
                  </a:lnTo>
                  <a:lnTo>
                    <a:pt x="14" y="4"/>
                  </a:lnTo>
                  <a:lnTo>
                    <a:pt x="22" y="4"/>
                  </a:lnTo>
                  <a:lnTo>
                    <a:pt x="28" y="4"/>
                  </a:lnTo>
                  <a:lnTo>
                    <a:pt x="32" y="4"/>
                  </a:lnTo>
                  <a:lnTo>
                    <a:pt x="35" y="4"/>
                  </a:lnTo>
                  <a:lnTo>
                    <a:pt x="40" y="4"/>
                  </a:lnTo>
                  <a:lnTo>
                    <a:pt x="42" y="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1" name="Freeform 50"/>
            <p:cNvSpPr>
              <a:spLocks/>
            </p:cNvSpPr>
            <p:nvPr/>
          </p:nvSpPr>
          <p:spPr bwMode="gray">
            <a:xfrm>
              <a:off x="4848225" y="4191001"/>
              <a:ext cx="201613" cy="381000"/>
            </a:xfrm>
            <a:custGeom>
              <a:avLst/>
              <a:gdLst>
                <a:gd name="T0" fmla="*/ 68 w 127"/>
                <a:gd name="T1" fmla="*/ 239 h 240"/>
                <a:gd name="T2" fmla="*/ 60 w 127"/>
                <a:gd name="T3" fmla="*/ 237 h 240"/>
                <a:gd name="T4" fmla="*/ 57 w 127"/>
                <a:gd name="T5" fmla="*/ 235 h 240"/>
                <a:gd name="T6" fmla="*/ 51 w 127"/>
                <a:gd name="T7" fmla="*/ 229 h 240"/>
                <a:gd name="T8" fmla="*/ 44 w 127"/>
                <a:gd name="T9" fmla="*/ 226 h 240"/>
                <a:gd name="T10" fmla="*/ 38 w 127"/>
                <a:gd name="T11" fmla="*/ 224 h 240"/>
                <a:gd name="T12" fmla="*/ 35 w 127"/>
                <a:gd name="T13" fmla="*/ 213 h 240"/>
                <a:gd name="T14" fmla="*/ 26 w 127"/>
                <a:gd name="T15" fmla="*/ 203 h 240"/>
                <a:gd name="T16" fmla="*/ 16 w 127"/>
                <a:gd name="T17" fmla="*/ 197 h 240"/>
                <a:gd name="T18" fmla="*/ 14 w 127"/>
                <a:gd name="T19" fmla="*/ 186 h 240"/>
                <a:gd name="T20" fmla="*/ 20 w 127"/>
                <a:gd name="T21" fmla="*/ 165 h 240"/>
                <a:gd name="T22" fmla="*/ 30 w 127"/>
                <a:gd name="T23" fmla="*/ 130 h 240"/>
                <a:gd name="T24" fmla="*/ 27 w 127"/>
                <a:gd name="T25" fmla="*/ 111 h 240"/>
                <a:gd name="T26" fmla="*/ 13 w 127"/>
                <a:gd name="T27" fmla="*/ 89 h 240"/>
                <a:gd name="T28" fmla="*/ 17 w 127"/>
                <a:gd name="T29" fmla="*/ 73 h 240"/>
                <a:gd name="T30" fmla="*/ 21 w 127"/>
                <a:gd name="T31" fmla="*/ 66 h 240"/>
                <a:gd name="T32" fmla="*/ 6 w 127"/>
                <a:gd name="T33" fmla="*/ 48 h 240"/>
                <a:gd name="T34" fmla="*/ 4 w 127"/>
                <a:gd name="T35" fmla="*/ 32 h 240"/>
                <a:gd name="T36" fmla="*/ 6 w 127"/>
                <a:gd name="T37" fmla="*/ 24 h 240"/>
                <a:gd name="T38" fmla="*/ 13 w 127"/>
                <a:gd name="T39" fmla="*/ 12 h 240"/>
                <a:gd name="T40" fmla="*/ 32 w 127"/>
                <a:gd name="T41" fmla="*/ 3 h 240"/>
                <a:gd name="T42" fmla="*/ 41 w 127"/>
                <a:gd name="T43" fmla="*/ 0 h 240"/>
                <a:gd name="T44" fmla="*/ 48 w 127"/>
                <a:gd name="T45" fmla="*/ 7 h 240"/>
                <a:gd name="T46" fmla="*/ 52 w 127"/>
                <a:gd name="T47" fmla="*/ 17 h 240"/>
                <a:gd name="T48" fmla="*/ 60 w 127"/>
                <a:gd name="T49" fmla="*/ 25 h 240"/>
                <a:gd name="T50" fmla="*/ 55 w 127"/>
                <a:gd name="T51" fmla="*/ 47 h 240"/>
                <a:gd name="T52" fmla="*/ 70 w 127"/>
                <a:gd name="T53" fmla="*/ 39 h 240"/>
                <a:gd name="T54" fmla="*/ 84 w 127"/>
                <a:gd name="T55" fmla="*/ 42 h 240"/>
                <a:gd name="T56" fmla="*/ 94 w 127"/>
                <a:gd name="T57" fmla="*/ 33 h 240"/>
                <a:gd name="T58" fmla="*/ 105 w 127"/>
                <a:gd name="T59" fmla="*/ 42 h 240"/>
                <a:gd name="T60" fmla="*/ 114 w 127"/>
                <a:gd name="T61" fmla="*/ 66 h 240"/>
                <a:gd name="T62" fmla="*/ 127 w 127"/>
                <a:gd name="T63" fmla="*/ 87 h 240"/>
                <a:gd name="T64" fmla="*/ 118 w 127"/>
                <a:gd name="T65" fmla="*/ 100 h 240"/>
                <a:gd name="T66" fmla="*/ 100 w 127"/>
                <a:gd name="T67" fmla="*/ 100 h 240"/>
                <a:gd name="T68" fmla="*/ 79 w 127"/>
                <a:gd name="T69" fmla="*/ 113 h 240"/>
                <a:gd name="T70" fmla="*/ 79 w 127"/>
                <a:gd name="T71" fmla="*/ 127 h 240"/>
                <a:gd name="T72" fmla="*/ 82 w 127"/>
                <a:gd name="T73" fmla="*/ 136 h 240"/>
                <a:gd name="T74" fmla="*/ 68 w 127"/>
                <a:gd name="T75" fmla="*/ 127 h 240"/>
                <a:gd name="T76" fmla="*/ 57 w 127"/>
                <a:gd name="T77" fmla="*/ 127 h 240"/>
                <a:gd name="T78" fmla="*/ 55 w 127"/>
                <a:gd name="T79" fmla="*/ 115 h 240"/>
                <a:gd name="T80" fmla="*/ 42 w 127"/>
                <a:gd name="T81" fmla="*/ 115 h 240"/>
                <a:gd name="T82" fmla="*/ 38 w 127"/>
                <a:gd name="T83" fmla="*/ 129 h 240"/>
                <a:gd name="T84" fmla="*/ 33 w 127"/>
                <a:gd name="T85" fmla="*/ 149 h 240"/>
                <a:gd name="T86" fmla="*/ 28 w 127"/>
                <a:gd name="T87" fmla="*/ 181 h 240"/>
                <a:gd name="T88" fmla="*/ 38 w 127"/>
                <a:gd name="T89" fmla="*/ 182 h 240"/>
                <a:gd name="T90" fmla="*/ 40 w 127"/>
                <a:gd name="T91" fmla="*/ 192 h 240"/>
                <a:gd name="T92" fmla="*/ 46 w 127"/>
                <a:gd name="T93" fmla="*/ 203 h 240"/>
                <a:gd name="T94" fmla="*/ 51 w 127"/>
                <a:gd name="T95" fmla="*/ 217 h 240"/>
                <a:gd name="T96" fmla="*/ 66 w 127"/>
                <a:gd name="T97" fmla="*/ 221 h 240"/>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27"/>
                <a:gd name="T148" fmla="*/ 0 h 240"/>
                <a:gd name="T149" fmla="*/ 127 w 127"/>
                <a:gd name="T150" fmla="*/ 240 h 240"/>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27" h="240">
                  <a:moveTo>
                    <a:pt x="73" y="230"/>
                  </a:moveTo>
                  <a:lnTo>
                    <a:pt x="73" y="233"/>
                  </a:lnTo>
                  <a:lnTo>
                    <a:pt x="69" y="235"/>
                  </a:lnTo>
                  <a:lnTo>
                    <a:pt x="68" y="239"/>
                  </a:lnTo>
                  <a:lnTo>
                    <a:pt x="64" y="239"/>
                  </a:lnTo>
                  <a:lnTo>
                    <a:pt x="64" y="236"/>
                  </a:lnTo>
                  <a:lnTo>
                    <a:pt x="62" y="235"/>
                  </a:lnTo>
                  <a:lnTo>
                    <a:pt x="60" y="237"/>
                  </a:lnTo>
                  <a:lnTo>
                    <a:pt x="58" y="240"/>
                  </a:lnTo>
                  <a:lnTo>
                    <a:pt x="56" y="239"/>
                  </a:lnTo>
                  <a:lnTo>
                    <a:pt x="55" y="237"/>
                  </a:lnTo>
                  <a:lnTo>
                    <a:pt x="57" y="235"/>
                  </a:lnTo>
                  <a:lnTo>
                    <a:pt x="57" y="233"/>
                  </a:lnTo>
                  <a:lnTo>
                    <a:pt x="56" y="232"/>
                  </a:lnTo>
                  <a:lnTo>
                    <a:pt x="54" y="230"/>
                  </a:lnTo>
                  <a:lnTo>
                    <a:pt x="51" y="229"/>
                  </a:lnTo>
                  <a:lnTo>
                    <a:pt x="51" y="226"/>
                  </a:lnTo>
                  <a:lnTo>
                    <a:pt x="47" y="226"/>
                  </a:lnTo>
                  <a:lnTo>
                    <a:pt x="43" y="227"/>
                  </a:lnTo>
                  <a:lnTo>
                    <a:pt x="44" y="226"/>
                  </a:lnTo>
                  <a:lnTo>
                    <a:pt x="44" y="224"/>
                  </a:lnTo>
                  <a:lnTo>
                    <a:pt x="43" y="223"/>
                  </a:lnTo>
                  <a:lnTo>
                    <a:pt x="40" y="224"/>
                  </a:lnTo>
                  <a:lnTo>
                    <a:pt x="38" y="224"/>
                  </a:lnTo>
                  <a:lnTo>
                    <a:pt x="36" y="221"/>
                  </a:lnTo>
                  <a:lnTo>
                    <a:pt x="35" y="218"/>
                  </a:lnTo>
                  <a:lnTo>
                    <a:pt x="36" y="216"/>
                  </a:lnTo>
                  <a:lnTo>
                    <a:pt x="35" y="213"/>
                  </a:lnTo>
                  <a:lnTo>
                    <a:pt x="33" y="211"/>
                  </a:lnTo>
                  <a:lnTo>
                    <a:pt x="30" y="212"/>
                  </a:lnTo>
                  <a:lnTo>
                    <a:pt x="27" y="206"/>
                  </a:lnTo>
                  <a:lnTo>
                    <a:pt x="26" y="203"/>
                  </a:lnTo>
                  <a:lnTo>
                    <a:pt x="24" y="201"/>
                  </a:lnTo>
                  <a:lnTo>
                    <a:pt x="21" y="200"/>
                  </a:lnTo>
                  <a:lnTo>
                    <a:pt x="18" y="197"/>
                  </a:lnTo>
                  <a:lnTo>
                    <a:pt x="16" y="197"/>
                  </a:lnTo>
                  <a:lnTo>
                    <a:pt x="14" y="199"/>
                  </a:lnTo>
                  <a:lnTo>
                    <a:pt x="13" y="196"/>
                  </a:lnTo>
                  <a:lnTo>
                    <a:pt x="13" y="191"/>
                  </a:lnTo>
                  <a:lnTo>
                    <a:pt x="14" y="186"/>
                  </a:lnTo>
                  <a:lnTo>
                    <a:pt x="18" y="174"/>
                  </a:lnTo>
                  <a:lnTo>
                    <a:pt x="20" y="168"/>
                  </a:lnTo>
                  <a:lnTo>
                    <a:pt x="19" y="167"/>
                  </a:lnTo>
                  <a:lnTo>
                    <a:pt x="20" y="165"/>
                  </a:lnTo>
                  <a:lnTo>
                    <a:pt x="27" y="153"/>
                  </a:lnTo>
                  <a:lnTo>
                    <a:pt x="34" y="142"/>
                  </a:lnTo>
                  <a:lnTo>
                    <a:pt x="35" y="139"/>
                  </a:lnTo>
                  <a:lnTo>
                    <a:pt x="30" y="130"/>
                  </a:lnTo>
                  <a:lnTo>
                    <a:pt x="27" y="122"/>
                  </a:lnTo>
                  <a:lnTo>
                    <a:pt x="27" y="120"/>
                  </a:lnTo>
                  <a:lnTo>
                    <a:pt x="27" y="115"/>
                  </a:lnTo>
                  <a:lnTo>
                    <a:pt x="27" y="111"/>
                  </a:lnTo>
                  <a:lnTo>
                    <a:pt x="25" y="107"/>
                  </a:lnTo>
                  <a:lnTo>
                    <a:pt x="21" y="103"/>
                  </a:lnTo>
                  <a:lnTo>
                    <a:pt x="18" y="100"/>
                  </a:lnTo>
                  <a:lnTo>
                    <a:pt x="13" y="89"/>
                  </a:lnTo>
                  <a:lnTo>
                    <a:pt x="12" y="86"/>
                  </a:lnTo>
                  <a:lnTo>
                    <a:pt x="18" y="83"/>
                  </a:lnTo>
                  <a:lnTo>
                    <a:pt x="19" y="82"/>
                  </a:lnTo>
                  <a:lnTo>
                    <a:pt x="17" y="73"/>
                  </a:lnTo>
                  <a:lnTo>
                    <a:pt x="18" y="71"/>
                  </a:lnTo>
                  <a:lnTo>
                    <a:pt x="21" y="70"/>
                  </a:lnTo>
                  <a:lnTo>
                    <a:pt x="22" y="68"/>
                  </a:lnTo>
                  <a:lnTo>
                    <a:pt x="21" y="66"/>
                  </a:lnTo>
                  <a:lnTo>
                    <a:pt x="17" y="58"/>
                  </a:lnTo>
                  <a:lnTo>
                    <a:pt x="16" y="55"/>
                  </a:lnTo>
                  <a:lnTo>
                    <a:pt x="8" y="49"/>
                  </a:lnTo>
                  <a:lnTo>
                    <a:pt x="6" y="48"/>
                  </a:lnTo>
                  <a:lnTo>
                    <a:pt x="6" y="41"/>
                  </a:lnTo>
                  <a:lnTo>
                    <a:pt x="5" y="40"/>
                  </a:lnTo>
                  <a:lnTo>
                    <a:pt x="0" y="33"/>
                  </a:lnTo>
                  <a:lnTo>
                    <a:pt x="4" y="32"/>
                  </a:lnTo>
                  <a:lnTo>
                    <a:pt x="6" y="32"/>
                  </a:lnTo>
                  <a:lnTo>
                    <a:pt x="6" y="30"/>
                  </a:lnTo>
                  <a:lnTo>
                    <a:pt x="6" y="27"/>
                  </a:lnTo>
                  <a:lnTo>
                    <a:pt x="6" y="24"/>
                  </a:lnTo>
                  <a:lnTo>
                    <a:pt x="6" y="18"/>
                  </a:lnTo>
                  <a:lnTo>
                    <a:pt x="7" y="15"/>
                  </a:lnTo>
                  <a:lnTo>
                    <a:pt x="10" y="12"/>
                  </a:lnTo>
                  <a:lnTo>
                    <a:pt x="13" y="12"/>
                  </a:lnTo>
                  <a:lnTo>
                    <a:pt x="18" y="12"/>
                  </a:lnTo>
                  <a:lnTo>
                    <a:pt x="25" y="10"/>
                  </a:lnTo>
                  <a:lnTo>
                    <a:pt x="28" y="6"/>
                  </a:lnTo>
                  <a:lnTo>
                    <a:pt x="32" y="3"/>
                  </a:lnTo>
                  <a:lnTo>
                    <a:pt x="35" y="2"/>
                  </a:lnTo>
                  <a:lnTo>
                    <a:pt x="39" y="1"/>
                  </a:lnTo>
                  <a:lnTo>
                    <a:pt x="40" y="1"/>
                  </a:lnTo>
                  <a:lnTo>
                    <a:pt x="41" y="0"/>
                  </a:lnTo>
                  <a:lnTo>
                    <a:pt x="45" y="1"/>
                  </a:lnTo>
                  <a:lnTo>
                    <a:pt x="47" y="3"/>
                  </a:lnTo>
                  <a:lnTo>
                    <a:pt x="48" y="4"/>
                  </a:lnTo>
                  <a:lnTo>
                    <a:pt x="48" y="7"/>
                  </a:lnTo>
                  <a:lnTo>
                    <a:pt x="47" y="13"/>
                  </a:lnTo>
                  <a:lnTo>
                    <a:pt x="48" y="16"/>
                  </a:lnTo>
                  <a:lnTo>
                    <a:pt x="49" y="17"/>
                  </a:lnTo>
                  <a:lnTo>
                    <a:pt x="52" y="17"/>
                  </a:lnTo>
                  <a:lnTo>
                    <a:pt x="55" y="15"/>
                  </a:lnTo>
                  <a:lnTo>
                    <a:pt x="58" y="15"/>
                  </a:lnTo>
                  <a:lnTo>
                    <a:pt x="58" y="16"/>
                  </a:lnTo>
                  <a:lnTo>
                    <a:pt x="60" y="25"/>
                  </a:lnTo>
                  <a:lnTo>
                    <a:pt x="60" y="29"/>
                  </a:lnTo>
                  <a:lnTo>
                    <a:pt x="56" y="40"/>
                  </a:lnTo>
                  <a:lnTo>
                    <a:pt x="55" y="43"/>
                  </a:lnTo>
                  <a:lnTo>
                    <a:pt x="55" y="47"/>
                  </a:lnTo>
                  <a:lnTo>
                    <a:pt x="56" y="50"/>
                  </a:lnTo>
                  <a:lnTo>
                    <a:pt x="59" y="51"/>
                  </a:lnTo>
                  <a:lnTo>
                    <a:pt x="62" y="48"/>
                  </a:lnTo>
                  <a:lnTo>
                    <a:pt x="70" y="39"/>
                  </a:lnTo>
                  <a:lnTo>
                    <a:pt x="72" y="39"/>
                  </a:lnTo>
                  <a:lnTo>
                    <a:pt x="79" y="41"/>
                  </a:lnTo>
                  <a:lnTo>
                    <a:pt x="82" y="43"/>
                  </a:lnTo>
                  <a:lnTo>
                    <a:pt x="84" y="42"/>
                  </a:lnTo>
                  <a:lnTo>
                    <a:pt x="88" y="40"/>
                  </a:lnTo>
                  <a:lnTo>
                    <a:pt x="89" y="37"/>
                  </a:lnTo>
                  <a:lnTo>
                    <a:pt x="91" y="33"/>
                  </a:lnTo>
                  <a:lnTo>
                    <a:pt x="94" y="33"/>
                  </a:lnTo>
                  <a:lnTo>
                    <a:pt x="100" y="35"/>
                  </a:lnTo>
                  <a:lnTo>
                    <a:pt x="102" y="36"/>
                  </a:lnTo>
                  <a:lnTo>
                    <a:pt x="103" y="38"/>
                  </a:lnTo>
                  <a:lnTo>
                    <a:pt x="105" y="42"/>
                  </a:lnTo>
                  <a:lnTo>
                    <a:pt x="110" y="47"/>
                  </a:lnTo>
                  <a:lnTo>
                    <a:pt x="112" y="52"/>
                  </a:lnTo>
                  <a:lnTo>
                    <a:pt x="113" y="63"/>
                  </a:lnTo>
                  <a:lnTo>
                    <a:pt x="114" y="66"/>
                  </a:lnTo>
                  <a:lnTo>
                    <a:pt x="115" y="69"/>
                  </a:lnTo>
                  <a:lnTo>
                    <a:pt x="122" y="78"/>
                  </a:lnTo>
                  <a:lnTo>
                    <a:pt x="126" y="83"/>
                  </a:lnTo>
                  <a:lnTo>
                    <a:pt x="127" y="87"/>
                  </a:lnTo>
                  <a:lnTo>
                    <a:pt x="127" y="94"/>
                  </a:lnTo>
                  <a:lnTo>
                    <a:pt x="126" y="97"/>
                  </a:lnTo>
                  <a:lnTo>
                    <a:pt x="120" y="101"/>
                  </a:lnTo>
                  <a:lnTo>
                    <a:pt x="118" y="100"/>
                  </a:lnTo>
                  <a:lnTo>
                    <a:pt x="113" y="100"/>
                  </a:lnTo>
                  <a:lnTo>
                    <a:pt x="110" y="100"/>
                  </a:lnTo>
                  <a:lnTo>
                    <a:pt x="106" y="100"/>
                  </a:lnTo>
                  <a:lnTo>
                    <a:pt x="100" y="100"/>
                  </a:lnTo>
                  <a:lnTo>
                    <a:pt x="92" y="100"/>
                  </a:lnTo>
                  <a:lnTo>
                    <a:pt x="89" y="101"/>
                  </a:lnTo>
                  <a:lnTo>
                    <a:pt x="85" y="104"/>
                  </a:lnTo>
                  <a:lnTo>
                    <a:pt x="79" y="113"/>
                  </a:lnTo>
                  <a:lnTo>
                    <a:pt x="78" y="115"/>
                  </a:lnTo>
                  <a:lnTo>
                    <a:pt x="78" y="118"/>
                  </a:lnTo>
                  <a:lnTo>
                    <a:pt x="78" y="122"/>
                  </a:lnTo>
                  <a:lnTo>
                    <a:pt x="79" y="127"/>
                  </a:lnTo>
                  <a:lnTo>
                    <a:pt x="82" y="132"/>
                  </a:lnTo>
                  <a:lnTo>
                    <a:pt x="84" y="136"/>
                  </a:lnTo>
                  <a:lnTo>
                    <a:pt x="82" y="137"/>
                  </a:lnTo>
                  <a:lnTo>
                    <a:pt x="82" y="136"/>
                  </a:lnTo>
                  <a:lnTo>
                    <a:pt x="81" y="135"/>
                  </a:lnTo>
                  <a:lnTo>
                    <a:pt x="77" y="134"/>
                  </a:lnTo>
                  <a:lnTo>
                    <a:pt x="71" y="128"/>
                  </a:lnTo>
                  <a:lnTo>
                    <a:pt x="68" y="127"/>
                  </a:lnTo>
                  <a:lnTo>
                    <a:pt x="66" y="127"/>
                  </a:lnTo>
                  <a:lnTo>
                    <a:pt x="62" y="129"/>
                  </a:lnTo>
                  <a:lnTo>
                    <a:pt x="59" y="128"/>
                  </a:lnTo>
                  <a:lnTo>
                    <a:pt x="57" y="127"/>
                  </a:lnTo>
                  <a:lnTo>
                    <a:pt x="54" y="127"/>
                  </a:lnTo>
                  <a:lnTo>
                    <a:pt x="54" y="125"/>
                  </a:lnTo>
                  <a:lnTo>
                    <a:pt x="56" y="116"/>
                  </a:lnTo>
                  <a:lnTo>
                    <a:pt x="55" y="115"/>
                  </a:lnTo>
                  <a:lnTo>
                    <a:pt x="50" y="114"/>
                  </a:lnTo>
                  <a:lnTo>
                    <a:pt x="49" y="114"/>
                  </a:lnTo>
                  <a:lnTo>
                    <a:pt x="45" y="114"/>
                  </a:lnTo>
                  <a:lnTo>
                    <a:pt x="42" y="115"/>
                  </a:lnTo>
                  <a:lnTo>
                    <a:pt x="40" y="117"/>
                  </a:lnTo>
                  <a:lnTo>
                    <a:pt x="41" y="122"/>
                  </a:lnTo>
                  <a:lnTo>
                    <a:pt x="41" y="124"/>
                  </a:lnTo>
                  <a:lnTo>
                    <a:pt x="38" y="129"/>
                  </a:lnTo>
                  <a:lnTo>
                    <a:pt x="39" y="133"/>
                  </a:lnTo>
                  <a:lnTo>
                    <a:pt x="39" y="136"/>
                  </a:lnTo>
                  <a:lnTo>
                    <a:pt x="37" y="141"/>
                  </a:lnTo>
                  <a:lnTo>
                    <a:pt x="33" y="149"/>
                  </a:lnTo>
                  <a:lnTo>
                    <a:pt x="28" y="161"/>
                  </a:lnTo>
                  <a:lnTo>
                    <a:pt x="26" y="171"/>
                  </a:lnTo>
                  <a:lnTo>
                    <a:pt x="27" y="179"/>
                  </a:lnTo>
                  <a:lnTo>
                    <a:pt x="28" y="181"/>
                  </a:lnTo>
                  <a:lnTo>
                    <a:pt x="30" y="183"/>
                  </a:lnTo>
                  <a:lnTo>
                    <a:pt x="34" y="182"/>
                  </a:lnTo>
                  <a:lnTo>
                    <a:pt x="36" y="181"/>
                  </a:lnTo>
                  <a:lnTo>
                    <a:pt x="38" y="182"/>
                  </a:lnTo>
                  <a:lnTo>
                    <a:pt x="39" y="184"/>
                  </a:lnTo>
                  <a:lnTo>
                    <a:pt x="39" y="187"/>
                  </a:lnTo>
                  <a:lnTo>
                    <a:pt x="39" y="190"/>
                  </a:lnTo>
                  <a:lnTo>
                    <a:pt x="40" y="192"/>
                  </a:lnTo>
                  <a:lnTo>
                    <a:pt x="41" y="193"/>
                  </a:lnTo>
                  <a:lnTo>
                    <a:pt x="43" y="192"/>
                  </a:lnTo>
                  <a:lnTo>
                    <a:pt x="44" y="196"/>
                  </a:lnTo>
                  <a:lnTo>
                    <a:pt x="46" y="203"/>
                  </a:lnTo>
                  <a:lnTo>
                    <a:pt x="46" y="205"/>
                  </a:lnTo>
                  <a:lnTo>
                    <a:pt x="46" y="210"/>
                  </a:lnTo>
                  <a:lnTo>
                    <a:pt x="50" y="216"/>
                  </a:lnTo>
                  <a:lnTo>
                    <a:pt x="51" y="217"/>
                  </a:lnTo>
                  <a:lnTo>
                    <a:pt x="56" y="219"/>
                  </a:lnTo>
                  <a:lnTo>
                    <a:pt x="60" y="220"/>
                  </a:lnTo>
                  <a:lnTo>
                    <a:pt x="63" y="220"/>
                  </a:lnTo>
                  <a:lnTo>
                    <a:pt x="66" y="221"/>
                  </a:lnTo>
                  <a:lnTo>
                    <a:pt x="67" y="225"/>
                  </a:lnTo>
                  <a:lnTo>
                    <a:pt x="72" y="229"/>
                  </a:lnTo>
                  <a:lnTo>
                    <a:pt x="73" y="23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2" name="Freeform 51"/>
            <p:cNvSpPr>
              <a:spLocks/>
            </p:cNvSpPr>
            <p:nvPr/>
          </p:nvSpPr>
          <p:spPr bwMode="gray">
            <a:xfrm>
              <a:off x="4848225" y="4191001"/>
              <a:ext cx="201613" cy="381000"/>
            </a:xfrm>
            <a:custGeom>
              <a:avLst/>
              <a:gdLst>
                <a:gd name="T0" fmla="*/ 68 w 127"/>
                <a:gd name="T1" fmla="*/ 239 h 240"/>
                <a:gd name="T2" fmla="*/ 60 w 127"/>
                <a:gd name="T3" fmla="*/ 237 h 240"/>
                <a:gd name="T4" fmla="*/ 57 w 127"/>
                <a:gd name="T5" fmla="*/ 235 h 240"/>
                <a:gd name="T6" fmla="*/ 51 w 127"/>
                <a:gd name="T7" fmla="*/ 229 h 240"/>
                <a:gd name="T8" fmla="*/ 44 w 127"/>
                <a:gd name="T9" fmla="*/ 226 h 240"/>
                <a:gd name="T10" fmla="*/ 38 w 127"/>
                <a:gd name="T11" fmla="*/ 224 h 240"/>
                <a:gd name="T12" fmla="*/ 35 w 127"/>
                <a:gd name="T13" fmla="*/ 213 h 240"/>
                <a:gd name="T14" fmla="*/ 26 w 127"/>
                <a:gd name="T15" fmla="*/ 203 h 240"/>
                <a:gd name="T16" fmla="*/ 16 w 127"/>
                <a:gd name="T17" fmla="*/ 197 h 240"/>
                <a:gd name="T18" fmla="*/ 14 w 127"/>
                <a:gd name="T19" fmla="*/ 186 h 240"/>
                <a:gd name="T20" fmla="*/ 20 w 127"/>
                <a:gd name="T21" fmla="*/ 165 h 240"/>
                <a:gd name="T22" fmla="*/ 30 w 127"/>
                <a:gd name="T23" fmla="*/ 130 h 240"/>
                <a:gd name="T24" fmla="*/ 27 w 127"/>
                <a:gd name="T25" fmla="*/ 111 h 240"/>
                <a:gd name="T26" fmla="*/ 13 w 127"/>
                <a:gd name="T27" fmla="*/ 89 h 240"/>
                <a:gd name="T28" fmla="*/ 17 w 127"/>
                <a:gd name="T29" fmla="*/ 73 h 240"/>
                <a:gd name="T30" fmla="*/ 21 w 127"/>
                <a:gd name="T31" fmla="*/ 66 h 240"/>
                <a:gd name="T32" fmla="*/ 6 w 127"/>
                <a:gd name="T33" fmla="*/ 48 h 240"/>
                <a:gd name="T34" fmla="*/ 4 w 127"/>
                <a:gd name="T35" fmla="*/ 32 h 240"/>
                <a:gd name="T36" fmla="*/ 6 w 127"/>
                <a:gd name="T37" fmla="*/ 24 h 240"/>
                <a:gd name="T38" fmla="*/ 13 w 127"/>
                <a:gd name="T39" fmla="*/ 12 h 240"/>
                <a:gd name="T40" fmla="*/ 32 w 127"/>
                <a:gd name="T41" fmla="*/ 3 h 240"/>
                <a:gd name="T42" fmla="*/ 41 w 127"/>
                <a:gd name="T43" fmla="*/ 0 h 240"/>
                <a:gd name="T44" fmla="*/ 48 w 127"/>
                <a:gd name="T45" fmla="*/ 7 h 240"/>
                <a:gd name="T46" fmla="*/ 52 w 127"/>
                <a:gd name="T47" fmla="*/ 17 h 240"/>
                <a:gd name="T48" fmla="*/ 60 w 127"/>
                <a:gd name="T49" fmla="*/ 25 h 240"/>
                <a:gd name="T50" fmla="*/ 55 w 127"/>
                <a:gd name="T51" fmla="*/ 47 h 240"/>
                <a:gd name="T52" fmla="*/ 70 w 127"/>
                <a:gd name="T53" fmla="*/ 39 h 240"/>
                <a:gd name="T54" fmla="*/ 84 w 127"/>
                <a:gd name="T55" fmla="*/ 42 h 240"/>
                <a:gd name="T56" fmla="*/ 94 w 127"/>
                <a:gd name="T57" fmla="*/ 33 h 240"/>
                <a:gd name="T58" fmla="*/ 105 w 127"/>
                <a:gd name="T59" fmla="*/ 42 h 240"/>
                <a:gd name="T60" fmla="*/ 114 w 127"/>
                <a:gd name="T61" fmla="*/ 66 h 240"/>
                <a:gd name="T62" fmla="*/ 127 w 127"/>
                <a:gd name="T63" fmla="*/ 87 h 240"/>
                <a:gd name="T64" fmla="*/ 118 w 127"/>
                <a:gd name="T65" fmla="*/ 100 h 240"/>
                <a:gd name="T66" fmla="*/ 100 w 127"/>
                <a:gd name="T67" fmla="*/ 100 h 240"/>
                <a:gd name="T68" fmla="*/ 79 w 127"/>
                <a:gd name="T69" fmla="*/ 113 h 240"/>
                <a:gd name="T70" fmla="*/ 79 w 127"/>
                <a:gd name="T71" fmla="*/ 127 h 240"/>
                <a:gd name="T72" fmla="*/ 82 w 127"/>
                <a:gd name="T73" fmla="*/ 136 h 240"/>
                <a:gd name="T74" fmla="*/ 68 w 127"/>
                <a:gd name="T75" fmla="*/ 127 h 240"/>
                <a:gd name="T76" fmla="*/ 57 w 127"/>
                <a:gd name="T77" fmla="*/ 127 h 240"/>
                <a:gd name="T78" fmla="*/ 55 w 127"/>
                <a:gd name="T79" fmla="*/ 115 h 240"/>
                <a:gd name="T80" fmla="*/ 42 w 127"/>
                <a:gd name="T81" fmla="*/ 115 h 240"/>
                <a:gd name="T82" fmla="*/ 38 w 127"/>
                <a:gd name="T83" fmla="*/ 129 h 240"/>
                <a:gd name="T84" fmla="*/ 33 w 127"/>
                <a:gd name="T85" fmla="*/ 149 h 240"/>
                <a:gd name="T86" fmla="*/ 28 w 127"/>
                <a:gd name="T87" fmla="*/ 181 h 240"/>
                <a:gd name="T88" fmla="*/ 38 w 127"/>
                <a:gd name="T89" fmla="*/ 182 h 240"/>
                <a:gd name="T90" fmla="*/ 40 w 127"/>
                <a:gd name="T91" fmla="*/ 192 h 240"/>
                <a:gd name="T92" fmla="*/ 46 w 127"/>
                <a:gd name="T93" fmla="*/ 203 h 240"/>
                <a:gd name="T94" fmla="*/ 51 w 127"/>
                <a:gd name="T95" fmla="*/ 217 h 240"/>
                <a:gd name="T96" fmla="*/ 66 w 127"/>
                <a:gd name="T97" fmla="*/ 221 h 240"/>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27"/>
                <a:gd name="T148" fmla="*/ 0 h 240"/>
                <a:gd name="T149" fmla="*/ 127 w 127"/>
                <a:gd name="T150" fmla="*/ 240 h 240"/>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27" h="240">
                  <a:moveTo>
                    <a:pt x="73" y="230"/>
                  </a:moveTo>
                  <a:lnTo>
                    <a:pt x="73" y="233"/>
                  </a:lnTo>
                  <a:lnTo>
                    <a:pt x="69" y="235"/>
                  </a:lnTo>
                  <a:lnTo>
                    <a:pt x="68" y="239"/>
                  </a:lnTo>
                  <a:lnTo>
                    <a:pt x="64" y="239"/>
                  </a:lnTo>
                  <a:lnTo>
                    <a:pt x="64" y="236"/>
                  </a:lnTo>
                  <a:lnTo>
                    <a:pt x="62" y="235"/>
                  </a:lnTo>
                  <a:lnTo>
                    <a:pt x="60" y="237"/>
                  </a:lnTo>
                  <a:lnTo>
                    <a:pt x="58" y="240"/>
                  </a:lnTo>
                  <a:lnTo>
                    <a:pt x="56" y="239"/>
                  </a:lnTo>
                  <a:lnTo>
                    <a:pt x="55" y="237"/>
                  </a:lnTo>
                  <a:lnTo>
                    <a:pt x="57" y="235"/>
                  </a:lnTo>
                  <a:lnTo>
                    <a:pt x="57" y="233"/>
                  </a:lnTo>
                  <a:lnTo>
                    <a:pt x="56" y="232"/>
                  </a:lnTo>
                  <a:lnTo>
                    <a:pt x="54" y="230"/>
                  </a:lnTo>
                  <a:lnTo>
                    <a:pt x="51" y="229"/>
                  </a:lnTo>
                  <a:lnTo>
                    <a:pt x="51" y="226"/>
                  </a:lnTo>
                  <a:lnTo>
                    <a:pt x="47" y="226"/>
                  </a:lnTo>
                  <a:lnTo>
                    <a:pt x="43" y="227"/>
                  </a:lnTo>
                  <a:lnTo>
                    <a:pt x="44" y="226"/>
                  </a:lnTo>
                  <a:lnTo>
                    <a:pt x="44" y="224"/>
                  </a:lnTo>
                  <a:lnTo>
                    <a:pt x="43" y="223"/>
                  </a:lnTo>
                  <a:lnTo>
                    <a:pt x="40" y="224"/>
                  </a:lnTo>
                  <a:lnTo>
                    <a:pt x="38" y="224"/>
                  </a:lnTo>
                  <a:lnTo>
                    <a:pt x="36" y="221"/>
                  </a:lnTo>
                  <a:lnTo>
                    <a:pt x="35" y="218"/>
                  </a:lnTo>
                  <a:lnTo>
                    <a:pt x="36" y="216"/>
                  </a:lnTo>
                  <a:lnTo>
                    <a:pt x="35" y="213"/>
                  </a:lnTo>
                  <a:lnTo>
                    <a:pt x="33" y="211"/>
                  </a:lnTo>
                  <a:lnTo>
                    <a:pt x="30" y="212"/>
                  </a:lnTo>
                  <a:lnTo>
                    <a:pt x="27" y="206"/>
                  </a:lnTo>
                  <a:lnTo>
                    <a:pt x="26" y="203"/>
                  </a:lnTo>
                  <a:lnTo>
                    <a:pt x="24" y="201"/>
                  </a:lnTo>
                  <a:lnTo>
                    <a:pt x="21" y="200"/>
                  </a:lnTo>
                  <a:lnTo>
                    <a:pt x="18" y="197"/>
                  </a:lnTo>
                  <a:lnTo>
                    <a:pt x="16" y="197"/>
                  </a:lnTo>
                  <a:lnTo>
                    <a:pt x="14" y="199"/>
                  </a:lnTo>
                  <a:lnTo>
                    <a:pt x="13" y="196"/>
                  </a:lnTo>
                  <a:lnTo>
                    <a:pt x="13" y="191"/>
                  </a:lnTo>
                  <a:lnTo>
                    <a:pt x="14" y="186"/>
                  </a:lnTo>
                  <a:lnTo>
                    <a:pt x="18" y="174"/>
                  </a:lnTo>
                  <a:lnTo>
                    <a:pt x="20" y="168"/>
                  </a:lnTo>
                  <a:lnTo>
                    <a:pt x="19" y="167"/>
                  </a:lnTo>
                  <a:lnTo>
                    <a:pt x="20" y="165"/>
                  </a:lnTo>
                  <a:lnTo>
                    <a:pt x="27" y="153"/>
                  </a:lnTo>
                  <a:lnTo>
                    <a:pt x="34" y="142"/>
                  </a:lnTo>
                  <a:lnTo>
                    <a:pt x="35" y="139"/>
                  </a:lnTo>
                  <a:lnTo>
                    <a:pt x="30" y="130"/>
                  </a:lnTo>
                  <a:lnTo>
                    <a:pt x="27" y="122"/>
                  </a:lnTo>
                  <a:lnTo>
                    <a:pt x="27" y="120"/>
                  </a:lnTo>
                  <a:lnTo>
                    <a:pt x="27" y="115"/>
                  </a:lnTo>
                  <a:lnTo>
                    <a:pt x="27" y="111"/>
                  </a:lnTo>
                  <a:lnTo>
                    <a:pt x="25" y="107"/>
                  </a:lnTo>
                  <a:lnTo>
                    <a:pt x="21" y="103"/>
                  </a:lnTo>
                  <a:lnTo>
                    <a:pt x="18" y="100"/>
                  </a:lnTo>
                  <a:lnTo>
                    <a:pt x="13" y="89"/>
                  </a:lnTo>
                  <a:lnTo>
                    <a:pt x="12" y="86"/>
                  </a:lnTo>
                  <a:lnTo>
                    <a:pt x="18" y="83"/>
                  </a:lnTo>
                  <a:lnTo>
                    <a:pt x="19" y="82"/>
                  </a:lnTo>
                  <a:lnTo>
                    <a:pt x="17" y="73"/>
                  </a:lnTo>
                  <a:lnTo>
                    <a:pt x="18" y="71"/>
                  </a:lnTo>
                  <a:lnTo>
                    <a:pt x="21" y="70"/>
                  </a:lnTo>
                  <a:lnTo>
                    <a:pt x="22" y="68"/>
                  </a:lnTo>
                  <a:lnTo>
                    <a:pt x="21" y="66"/>
                  </a:lnTo>
                  <a:lnTo>
                    <a:pt x="17" y="58"/>
                  </a:lnTo>
                  <a:lnTo>
                    <a:pt x="16" y="55"/>
                  </a:lnTo>
                  <a:lnTo>
                    <a:pt x="8" y="49"/>
                  </a:lnTo>
                  <a:lnTo>
                    <a:pt x="6" y="48"/>
                  </a:lnTo>
                  <a:lnTo>
                    <a:pt x="6" y="41"/>
                  </a:lnTo>
                  <a:lnTo>
                    <a:pt x="5" y="40"/>
                  </a:lnTo>
                  <a:lnTo>
                    <a:pt x="0" y="33"/>
                  </a:lnTo>
                  <a:lnTo>
                    <a:pt x="4" y="32"/>
                  </a:lnTo>
                  <a:lnTo>
                    <a:pt x="6" y="32"/>
                  </a:lnTo>
                  <a:lnTo>
                    <a:pt x="6" y="30"/>
                  </a:lnTo>
                  <a:lnTo>
                    <a:pt x="6" y="27"/>
                  </a:lnTo>
                  <a:lnTo>
                    <a:pt x="6" y="24"/>
                  </a:lnTo>
                  <a:lnTo>
                    <a:pt x="6" y="18"/>
                  </a:lnTo>
                  <a:lnTo>
                    <a:pt x="7" y="15"/>
                  </a:lnTo>
                  <a:lnTo>
                    <a:pt x="10" y="12"/>
                  </a:lnTo>
                  <a:lnTo>
                    <a:pt x="13" y="12"/>
                  </a:lnTo>
                  <a:lnTo>
                    <a:pt x="18" y="12"/>
                  </a:lnTo>
                  <a:lnTo>
                    <a:pt x="25" y="10"/>
                  </a:lnTo>
                  <a:lnTo>
                    <a:pt x="28" y="6"/>
                  </a:lnTo>
                  <a:lnTo>
                    <a:pt x="32" y="3"/>
                  </a:lnTo>
                  <a:lnTo>
                    <a:pt x="35" y="2"/>
                  </a:lnTo>
                  <a:lnTo>
                    <a:pt x="39" y="1"/>
                  </a:lnTo>
                  <a:lnTo>
                    <a:pt x="40" y="1"/>
                  </a:lnTo>
                  <a:lnTo>
                    <a:pt x="41" y="0"/>
                  </a:lnTo>
                  <a:lnTo>
                    <a:pt x="45" y="1"/>
                  </a:lnTo>
                  <a:lnTo>
                    <a:pt x="47" y="3"/>
                  </a:lnTo>
                  <a:lnTo>
                    <a:pt x="48" y="4"/>
                  </a:lnTo>
                  <a:lnTo>
                    <a:pt x="48" y="7"/>
                  </a:lnTo>
                  <a:lnTo>
                    <a:pt x="47" y="13"/>
                  </a:lnTo>
                  <a:lnTo>
                    <a:pt x="48" y="16"/>
                  </a:lnTo>
                  <a:lnTo>
                    <a:pt x="49" y="17"/>
                  </a:lnTo>
                  <a:lnTo>
                    <a:pt x="52" y="17"/>
                  </a:lnTo>
                  <a:lnTo>
                    <a:pt x="55" y="15"/>
                  </a:lnTo>
                  <a:lnTo>
                    <a:pt x="58" y="15"/>
                  </a:lnTo>
                  <a:lnTo>
                    <a:pt x="58" y="16"/>
                  </a:lnTo>
                  <a:lnTo>
                    <a:pt x="60" y="25"/>
                  </a:lnTo>
                  <a:lnTo>
                    <a:pt x="60" y="29"/>
                  </a:lnTo>
                  <a:lnTo>
                    <a:pt x="56" y="40"/>
                  </a:lnTo>
                  <a:lnTo>
                    <a:pt x="55" y="43"/>
                  </a:lnTo>
                  <a:lnTo>
                    <a:pt x="55" y="47"/>
                  </a:lnTo>
                  <a:lnTo>
                    <a:pt x="56" y="50"/>
                  </a:lnTo>
                  <a:lnTo>
                    <a:pt x="59" y="51"/>
                  </a:lnTo>
                  <a:lnTo>
                    <a:pt x="62" y="48"/>
                  </a:lnTo>
                  <a:lnTo>
                    <a:pt x="70" y="39"/>
                  </a:lnTo>
                  <a:lnTo>
                    <a:pt x="72" y="39"/>
                  </a:lnTo>
                  <a:lnTo>
                    <a:pt x="79" y="41"/>
                  </a:lnTo>
                  <a:lnTo>
                    <a:pt x="82" y="43"/>
                  </a:lnTo>
                  <a:lnTo>
                    <a:pt x="84" y="42"/>
                  </a:lnTo>
                  <a:lnTo>
                    <a:pt x="88" y="40"/>
                  </a:lnTo>
                  <a:lnTo>
                    <a:pt x="89" y="37"/>
                  </a:lnTo>
                  <a:lnTo>
                    <a:pt x="91" y="33"/>
                  </a:lnTo>
                  <a:lnTo>
                    <a:pt x="94" y="33"/>
                  </a:lnTo>
                  <a:lnTo>
                    <a:pt x="100" y="35"/>
                  </a:lnTo>
                  <a:lnTo>
                    <a:pt x="102" y="36"/>
                  </a:lnTo>
                  <a:lnTo>
                    <a:pt x="103" y="38"/>
                  </a:lnTo>
                  <a:lnTo>
                    <a:pt x="105" y="42"/>
                  </a:lnTo>
                  <a:lnTo>
                    <a:pt x="110" y="47"/>
                  </a:lnTo>
                  <a:lnTo>
                    <a:pt x="112" y="52"/>
                  </a:lnTo>
                  <a:lnTo>
                    <a:pt x="113" y="63"/>
                  </a:lnTo>
                  <a:lnTo>
                    <a:pt x="114" y="66"/>
                  </a:lnTo>
                  <a:lnTo>
                    <a:pt x="115" y="69"/>
                  </a:lnTo>
                  <a:lnTo>
                    <a:pt x="122" y="78"/>
                  </a:lnTo>
                  <a:lnTo>
                    <a:pt x="126" y="83"/>
                  </a:lnTo>
                  <a:lnTo>
                    <a:pt x="127" y="87"/>
                  </a:lnTo>
                  <a:lnTo>
                    <a:pt x="127" y="94"/>
                  </a:lnTo>
                  <a:lnTo>
                    <a:pt x="126" y="97"/>
                  </a:lnTo>
                  <a:lnTo>
                    <a:pt x="120" y="101"/>
                  </a:lnTo>
                  <a:lnTo>
                    <a:pt x="118" y="100"/>
                  </a:lnTo>
                  <a:lnTo>
                    <a:pt x="113" y="100"/>
                  </a:lnTo>
                  <a:lnTo>
                    <a:pt x="110" y="100"/>
                  </a:lnTo>
                  <a:lnTo>
                    <a:pt x="106" y="100"/>
                  </a:lnTo>
                  <a:lnTo>
                    <a:pt x="100" y="100"/>
                  </a:lnTo>
                  <a:lnTo>
                    <a:pt x="92" y="100"/>
                  </a:lnTo>
                  <a:lnTo>
                    <a:pt x="89" y="101"/>
                  </a:lnTo>
                  <a:lnTo>
                    <a:pt x="85" y="104"/>
                  </a:lnTo>
                  <a:lnTo>
                    <a:pt x="79" y="113"/>
                  </a:lnTo>
                  <a:lnTo>
                    <a:pt x="78" y="115"/>
                  </a:lnTo>
                  <a:lnTo>
                    <a:pt x="78" y="118"/>
                  </a:lnTo>
                  <a:lnTo>
                    <a:pt x="78" y="122"/>
                  </a:lnTo>
                  <a:lnTo>
                    <a:pt x="79" y="127"/>
                  </a:lnTo>
                  <a:lnTo>
                    <a:pt x="82" y="132"/>
                  </a:lnTo>
                  <a:lnTo>
                    <a:pt x="84" y="136"/>
                  </a:lnTo>
                  <a:lnTo>
                    <a:pt x="82" y="137"/>
                  </a:lnTo>
                  <a:lnTo>
                    <a:pt x="82" y="136"/>
                  </a:lnTo>
                  <a:lnTo>
                    <a:pt x="81" y="135"/>
                  </a:lnTo>
                  <a:lnTo>
                    <a:pt x="77" y="134"/>
                  </a:lnTo>
                  <a:lnTo>
                    <a:pt x="71" y="128"/>
                  </a:lnTo>
                  <a:lnTo>
                    <a:pt x="68" y="127"/>
                  </a:lnTo>
                  <a:lnTo>
                    <a:pt x="66" y="127"/>
                  </a:lnTo>
                  <a:lnTo>
                    <a:pt x="62" y="129"/>
                  </a:lnTo>
                  <a:lnTo>
                    <a:pt x="59" y="128"/>
                  </a:lnTo>
                  <a:lnTo>
                    <a:pt x="57" y="127"/>
                  </a:lnTo>
                  <a:lnTo>
                    <a:pt x="54" y="127"/>
                  </a:lnTo>
                  <a:lnTo>
                    <a:pt x="54" y="125"/>
                  </a:lnTo>
                  <a:lnTo>
                    <a:pt x="56" y="116"/>
                  </a:lnTo>
                  <a:lnTo>
                    <a:pt x="55" y="115"/>
                  </a:lnTo>
                  <a:lnTo>
                    <a:pt x="50" y="114"/>
                  </a:lnTo>
                  <a:lnTo>
                    <a:pt x="49" y="114"/>
                  </a:lnTo>
                  <a:lnTo>
                    <a:pt x="45" y="114"/>
                  </a:lnTo>
                  <a:lnTo>
                    <a:pt x="42" y="115"/>
                  </a:lnTo>
                  <a:lnTo>
                    <a:pt x="40" y="117"/>
                  </a:lnTo>
                  <a:lnTo>
                    <a:pt x="41" y="122"/>
                  </a:lnTo>
                  <a:lnTo>
                    <a:pt x="41" y="124"/>
                  </a:lnTo>
                  <a:lnTo>
                    <a:pt x="38" y="129"/>
                  </a:lnTo>
                  <a:lnTo>
                    <a:pt x="39" y="133"/>
                  </a:lnTo>
                  <a:lnTo>
                    <a:pt x="39" y="136"/>
                  </a:lnTo>
                  <a:lnTo>
                    <a:pt x="37" y="141"/>
                  </a:lnTo>
                  <a:lnTo>
                    <a:pt x="33" y="149"/>
                  </a:lnTo>
                  <a:lnTo>
                    <a:pt x="28" y="161"/>
                  </a:lnTo>
                  <a:lnTo>
                    <a:pt x="26" y="171"/>
                  </a:lnTo>
                  <a:lnTo>
                    <a:pt x="27" y="179"/>
                  </a:lnTo>
                  <a:lnTo>
                    <a:pt x="28" y="181"/>
                  </a:lnTo>
                  <a:lnTo>
                    <a:pt x="30" y="183"/>
                  </a:lnTo>
                  <a:lnTo>
                    <a:pt x="34" y="182"/>
                  </a:lnTo>
                  <a:lnTo>
                    <a:pt x="36" y="181"/>
                  </a:lnTo>
                  <a:lnTo>
                    <a:pt x="38" y="182"/>
                  </a:lnTo>
                  <a:lnTo>
                    <a:pt x="39" y="184"/>
                  </a:lnTo>
                  <a:lnTo>
                    <a:pt x="39" y="187"/>
                  </a:lnTo>
                  <a:lnTo>
                    <a:pt x="39" y="190"/>
                  </a:lnTo>
                  <a:lnTo>
                    <a:pt x="40" y="192"/>
                  </a:lnTo>
                  <a:lnTo>
                    <a:pt x="41" y="193"/>
                  </a:lnTo>
                  <a:lnTo>
                    <a:pt x="43" y="192"/>
                  </a:lnTo>
                  <a:lnTo>
                    <a:pt x="44" y="196"/>
                  </a:lnTo>
                  <a:lnTo>
                    <a:pt x="46" y="203"/>
                  </a:lnTo>
                  <a:lnTo>
                    <a:pt x="46" y="205"/>
                  </a:lnTo>
                  <a:lnTo>
                    <a:pt x="46" y="210"/>
                  </a:lnTo>
                  <a:lnTo>
                    <a:pt x="50" y="216"/>
                  </a:lnTo>
                  <a:lnTo>
                    <a:pt x="51" y="217"/>
                  </a:lnTo>
                  <a:lnTo>
                    <a:pt x="56" y="219"/>
                  </a:lnTo>
                  <a:lnTo>
                    <a:pt x="60" y="220"/>
                  </a:lnTo>
                  <a:lnTo>
                    <a:pt x="63" y="220"/>
                  </a:lnTo>
                  <a:lnTo>
                    <a:pt x="66" y="221"/>
                  </a:lnTo>
                  <a:lnTo>
                    <a:pt x="67" y="225"/>
                  </a:lnTo>
                  <a:lnTo>
                    <a:pt x="72" y="229"/>
                  </a:lnTo>
                  <a:lnTo>
                    <a:pt x="73" y="23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3" name="Freeform 52"/>
            <p:cNvSpPr>
              <a:spLocks/>
            </p:cNvSpPr>
            <p:nvPr/>
          </p:nvSpPr>
          <p:spPr bwMode="gray">
            <a:xfrm>
              <a:off x="4962525" y="4114801"/>
              <a:ext cx="180975" cy="382588"/>
            </a:xfrm>
            <a:custGeom>
              <a:avLst/>
              <a:gdLst>
                <a:gd name="T0" fmla="*/ 7 w 114"/>
                <a:gd name="T1" fmla="*/ 11 h 241"/>
                <a:gd name="T2" fmla="*/ 16 w 114"/>
                <a:gd name="T3" fmla="*/ 14 h 241"/>
                <a:gd name="T4" fmla="*/ 33 w 114"/>
                <a:gd name="T5" fmla="*/ 10 h 241"/>
                <a:gd name="T6" fmla="*/ 46 w 114"/>
                <a:gd name="T7" fmla="*/ 3 h 241"/>
                <a:gd name="T8" fmla="*/ 56 w 114"/>
                <a:gd name="T9" fmla="*/ 5 h 241"/>
                <a:gd name="T10" fmla="*/ 72 w 114"/>
                <a:gd name="T11" fmla="*/ 7 h 241"/>
                <a:gd name="T12" fmla="*/ 70 w 114"/>
                <a:gd name="T13" fmla="*/ 17 h 241"/>
                <a:gd name="T14" fmla="*/ 80 w 114"/>
                <a:gd name="T15" fmla="*/ 28 h 241"/>
                <a:gd name="T16" fmla="*/ 92 w 114"/>
                <a:gd name="T17" fmla="*/ 31 h 241"/>
                <a:gd name="T18" fmla="*/ 85 w 114"/>
                <a:gd name="T19" fmla="*/ 39 h 241"/>
                <a:gd name="T20" fmla="*/ 74 w 114"/>
                <a:gd name="T21" fmla="*/ 42 h 241"/>
                <a:gd name="T22" fmla="*/ 69 w 114"/>
                <a:gd name="T23" fmla="*/ 54 h 241"/>
                <a:gd name="T24" fmla="*/ 62 w 114"/>
                <a:gd name="T25" fmla="*/ 57 h 241"/>
                <a:gd name="T26" fmla="*/ 55 w 114"/>
                <a:gd name="T27" fmla="*/ 75 h 241"/>
                <a:gd name="T28" fmla="*/ 69 w 114"/>
                <a:gd name="T29" fmla="*/ 88 h 241"/>
                <a:gd name="T30" fmla="*/ 70 w 114"/>
                <a:gd name="T31" fmla="*/ 96 h 241"/>
                <a:gd name="T32" fmla="*/ 89 w 114"/>
                <a:gd name="T33" fmla="*/ 115 h 241"/>
                <a:gd name="T34" fmla="*/ 98 w 114"/>
                <a:gd name="T35" fmla="*/ 120 h 241"/>
                <a:gd name="T36" fmla="*/ 106 w 114"/>
                <a:gd name="T37" fmla="*/ 136 h 241"/>
                <a:gd name="T38" fmla="*/ 114 w 114"/>
                <a:gd name="T39" fmla="*/ 171 h 241"/>
                <a:gd name="T40" fmla="*/ 111 w 114"/>
                <a:gd name="T41" fmla="*/ 184 h 241"/>
                <a:gd name="T42" fmla="*/ 110 w 114"/>
                <a:gd name="T43" fmla="*/ 192 h 241"/>
                <a:gd name="T44" fmla="*/ 103 w 114"/>
                <a:gd name="T45" fmla="*/ 200 h 241"/>
                <a:gd name="T46" fmla="*/ 93 w 114"/>
                <a:gd name="T47" fmla="*/ 205 h 241"/>
                <a:gd name="T48" fmla="*/ 83 w 114"/>
                <a:gd name="T49" fmla="*/ 212 h 241"/>
                <a:gd name="T50" fmla="*/ 75 w 114"/>
                <a:gd name="T51" fmla="*/ 207 h 241"/>
                <a:gd name="T52" fmla="*/ 74 w 114"/>
                <a:gd name="T53" fmla="*/ 216 h 241"/>
                <a:gd name="T54" fmla="*/ 68 w 114"/>
                <a:gd name="T55" fmla="*/ 225 h 241"/>
                <a:gd name="T56" fmla="*/ 61 w 114"/>
                <a:gd name="T57" fmla="*/ 230 h 241"/>
                <a:gd name="T58" fmla="*/ 52 w 114"/>
                <a:gd name="T59" fmla="*/ 237 h 241"/>
                <a:gd name="T60" fmla="*/ 46 w 114"/>
                <a:gd name="T61" fmla="*/ 241 h 241"/>
                <a:gd name="T62" fmla="*/ 44 w 114"/>
                <a:gd name="T63" fmla="*/ 226 h 241"/>
                <a:gd name="T64" fmla="*/ 47 w 114"/>
                <a:gd name="T65" fmla="*/ 218 h 241"/>
                <a:gd name="T66" fmla="*/ 38 w 114"/>
                <a:gd name="T67" fmla="*/ 212 h 241"/>
                <a:gd name="T68" fmla="*/ 51 w 114"/>
                <a:gd name="T69" fmla="*/ 205 h 241"/>
                <a:gd name="T70" fmla="*/ 63 w 114"/>
                <a:gd name="T71" fmla="*/ 205 h 241"/>
                <a:gd name="T72" fmla="*/ 60 w 114"/>
                <a:gd name="T73" fmla="*/ 198 h 241"/>
                <a:gd name="T74" fmla="*/ 67 w 114"/>
                <a:gd name="T75" fmla="*/ 188 h 241"/>
                <a:gd name="T76" fmla="*/ 82 w 114"/>
                <a:gd name="T77" fmla="*/ 182 h 241"/>
                <a:gd name="T78" fmla="*/ 85 w 114"/>
                <a:gd name="T79" fmla="*/ 168 h 241"/>
                <a:gd name="T80" fmla="*/ 83 w 114"/>
                <a:gd name="T81" fmla="*/ 155 h 241"/>
                <a:gd name="T82" fmla="*/ 85 w 114"/>
                <a:gd name="T83" fmla="*/ 137 h 241"/>
                <a:gd name="T84" fmla="*/ 80 w 114"/>
                <a:gd name="T85" fmla="*/ 127 h 241"/>
                <a:gd name="T86" fmla="*/ 80 w 114"/>
                <a:gd name="T87" fmla="*/ 118 h 241"/>
                <a:gd name="T88" fmla="*/ 70 w 114"/>
                <a:gd name="T89" fmla="*/ 110 h 241"/>
                <a:gd name="T90" fmla="*/ 49 w 114"/>
                <a:gd name="T91" fmla="*/ 82 h 241"/>
                <a:gd name="T92" fmla="*/ 31 w 114"/>
                <a:gd name="T93" fmla="*/ 68 h 241"/>
                <a:gd name="T94" fmla="*/ 31 w 114"/>
                <a:gd name="T95" fmla="*/ 60 h 241"/>
                <a:gd name="T96" fmla="*/ 39 w 114"/>
                <a:gd name="T97" fmla="*/ 60 h 241"/>
                <a:gd name="T98" fmla="*/ 42 w 114"/>
                <a:gd name="T99" fmla="*/ 52 h 241"/>
                <a:gd name="T100" fmla="*/ 32 w 114"/>
                <a:gd name="T101" fmla="*/ 39 h 241"/>
                <a:gd name="T102" fmla="*/ 23 w 114"/>
                <a:gd name="T103" fmla="*/ 44 h 241"/>
                <a:gd name="T104" fmla="*/ 13 w 114"/>
                <a:gd name="T105" fmla="*/ 35 h 241"/>
                <a:gd name="T106" fmla="*/ 3 w 114"/>
                <a:gd name="T107" fmla="*/ 19 h 24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4"/>
                <a:gd name="T163" fmla="*/ 0 h 241"/>
                <a:gd name="T164" fmla="*/ 114 w 114"/>
                <a:gd name="T165" fmla="*/ 241 h 241"/>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4" h="241">
                  <a:moveTo>
                    <a:pt x="0" y="13"/>
                  </a:moveTo>
                  <a:lnTo>
                    <a:pt x="3" y="12"/>
                  </a:lnTo>
                  <a:lnTo>
                    <a:pt x="7" y="11"/>
                  </a:lnTo>
                  <a:lnTo>
                    <a:pt x="9" y="11"/>
                  </a:lnTo>
                  <a:lnTo>
                    <a:pt x="13" y="13"/>
                  </a:lnTo>
                  <a:lnTo>
                    <a:pt x="16" y="14"/>
                  </a:lnTo>
                  <a:lnTo>
                    <a:pt x="20" y="11"/>
                  </a:lnTo>
                  <a:lnTo>
                    <a:pt x="22" y="10"/>
                  </a:lnTo>
                  <a:lnTo>
                    <a:pt x="33" y="10"/>
                  </a:lnTo>
                  <a:lnTo>
                    <a:pt x="39" y="9"/>
                  </a:lnTo>
                  <a:lnTo>
                    <a:pt x="41" y="8"/>
                  </a:lnTo>
                  <a:lnTo>
                    <a:pt x="46" y="3"/>
                  </a:lnTo>
                  <a:lnTo>
                    <a:pt x="50" y="1"/>
                  </a:lnTo>
                  <a:lnTo>
                    <a:pt x="52" y="0"/>
                  </a:lnTo>
                  <a:lnTo>
                    <a:pt x="56" y="5"/>
                  </a:lnTo>
                  <a:lnTo>
                    <a:pt x="62" y="6"/>
                  </a:lnTo>
                  <a:lnTo>
                    <a:pt x="66" y="7"/>
                  </a:lnTo>
                  <a:lnTo>
                    <a:pt x="72" y="7"/>
                  </a:lnTo>
                  <a:lnTo>
                    <a:pt x="73" y="8"/>
                  </a:lnTo>
                  <a:lnTo>
                    <a:pt x="74" y="11"/>
                  </a:lnTo>
                  <a:lnTo>
                    <a:pt x="70" y="17"/>
                  </a:lnTo>
                  <a:lnTo>
                    <a:pt x="71" y="21"/>
                  </a:lnTo>
                  <a:lnTo>
                    <a:pt x="73" y="23"/>
                  </a:lnTo>
                  <a:lnTo>
                    <a:pt x="80" y="28"/>
                  </a:lnTo>
                  <a:lnTo>
                    <a:pt x="84" y="29"/>
                  </a:lnTo>
                  <a:lnTo>
                    <a:pt x="90" y="30"/>
                  </a:lnTo>
                  <a:lnTo>
                    <a:pt x="92" y="31"/>
                  </a:lnTo>
                  <a:lnTo>
                    <a:pt x="90" y="32"/>
                  </a:lnTo>
                  <a:lnTo>
                    <a:pt x="85" y="36"/>
                  </a:lnTo>
                  <a:lnTo>
                    <a:pt x="85" y="39"/>
                  </a:lnTo>
                  <a:lnTo>
                    <a:pt x="84" y="41"/>
                  </a:lnTo>
                  <a:lnTo>
                    <a:pt x="75" y="41"/>
                  </a:lnTo>
                  <a:lnTo>
                    <a:pt x="74" y="42"/>
                  </a:lnTo>
                  <a:lnTo>
                    <a:pt x="75" y="45"/>
                  </a:lnTo>
                  <a:lnTo>
                    <a:pt x="73" y="48"/>
                  </a:lnTo>
                  <a:lnTo>
                    <a:pt x="69" y="54"/>
                  </a:lnTo>
                  <a:lnTo>
                    <a:pt x="67" y="55"/>
                  </a:lnTo>
                  <a:lnTo>
                    <a:pt x="63" y="57"/>
                  </a:lnTo>
                  <a:lnTo>
                    <a:pt x="62" y="57"/>
                  </a:lnTo>
                  <a:lnTo>
                    <a:pt x="60" y="60"/>
                  </a:lnTo>
                  <a:lnTo>
                    <a:pt x="58" y="68"/>
                  </a:lnTo>
                  <a:lnTo>
                    <a:pt x="55" y="75"/>
                  </a:lnTo>
                  <a:lnTo>
                    <a:pt x="57" y="76"/>
                  </a:lnTo>
                  <a:lnTo>
                    <a:pt x="60" y="81"/>
                  </a:lnTo>
                  <a:lnTo>
                    <a:pt x="69" y="88"/>
                  </a:lnTo>
                  <a:lnTo>
                    <a:pt x="69" y="90"/>
                  </a:lnTo>
                  <a:lnTo>
                    <a:pt x="69" y="94"/>
                  </a:lnTo>
                  <a:lnTo>
                    <a:pt x="70" y="96"/>
                  </a:lnTo>
                  <a:lnTo>
                    <a:pt x="72" y="100"/>
                  </a:lnTo>
                  <a:lnTo>
                    <a:pt x="80" y="106"/>
                  </a:lnTo>
                  <a:lnTo>
                    <a:pt x="89" y="115"/>
                  </a:lnTo>
                  <a:lnTo>
                    <a:pt x="91" y="117"/>
                  </a:lnTo>
                  <a:lnTo>
                    <a:pt x="95" y="117"/>
                  </a:lnTo>
                  <a:lnTo>
                    <a:pt x="98" y="120"/>
                  </a:lnTo>
                  <a:lnTo>
                    <a:pt x="100" y="127"/>
                  </a:lnTo>
                  <a:lnTo>
                    <a:pt x="101" y="132"/>
                  </a:lnTo>
                  <a:lnTo>
                    <a:pt x="106" y="136"/>
                  </a:lnTo>
                  <a:lnTo>
                    <a:pt x="108" y="141"/>
                  </a:lnTo>
                  <a:lnTo>
                    <a:pt x="111" y="151"/>
                  </a:lnTo>
                  <a:lnTo>
                    <a:pt x="114" y="171"/>
                  </a:lnTo>
                  <a:lnTo>
                    <a:pt x="112" y="174"/>
                  </a:lnTo>
                  <a:lnTo>
                    <a:pt x="111" y="178"/>
                  </a:lnTo>
                  <a:lnTo>
                    <a:pt x="111" y="184"/>
                  </a:lnTo>
                  <a:lnTo>
                    <a:pt x="110" y="187"/>
                  </a:lnTo>
                  <a:lnTo>
                    <a:pt x="111" y="192"/>
                  </a:lnTo>
                  <a:lnTo>
                    <a:pt x="110" y="192"/>
                  </a:lnTo>
                  <a:lnTo>
                    <a:pt x="108" y="196"/>
                  </a:lnTo>
                  <a:lnTo>
                    <a:pt x="105" y="199"/>
                  </a:lnTo>
                  <a:lnTo>
                    <a:pt x="103" y="200"/>
                  </a:lnTo>
                  <a:lnTo>
                    <a:pt x="100" y="201"/>
                  </a:lnTo>
                  <a:lnTo>
                    <a:pt x="97" y="202"/>
                  </a:lnTo>
                  <a:lnTo>
                    <a:pt x="93" y="205"/>
                  </a:lnTo>
                  <a:lnTo>
                    <a:pt x="89" y="209"/>
                  </a:lnTo>
                  <a:lnTo>
                    <a:pt x="85" y="211"/>
                  </a:lnTo>
                  <a:lnTo>
                    <a:pt x="83" y="212"/>
                  </a:lnTo>
                  <a:lnTo>
                    <a:pt x="79" y="210"/>
                  </a:lnTo>
                  <a:lnTo>
                    <a:pt x="76" y="208"/>
                  </a:lnTo>
                  <a:lnTo>
                    <a:pt x="75" y="207"/>
                  </a:lnTo>
                  <a:lnTo>
                    <a:pt x="73" y="210"/>
                  </a:lnTo>
                  <a:lnTo>
                    <a:pt x="74" y="214"/>
                  </a:lnTo>
                  <a:lnTo>
                    <a:pt x="74" y="216"/>
                  </a:lnTo>
                  <a:lnTo>
                    <a:pt x="73" y="222"/>
                  </a:lnTo>
                  <a:lnTo>
                    <a:pt x="70" y="224"/>
                  </a:lnTo>
                  <a:lnTo>
                    <a:pt x="68" y="225"/>
                  </a:lnTo>
                  <a:lnTo>
                    <a:pt x="66" y="224"/>
                  </a:lnTo>
                  <a:lnTo>
                    <a:pt x="65" y="228"/>
                  </a:lnTo>
                  <a:lnTo>
                    <a:pt x="61" y="230"/>
                  </a:lnTo>
                  <a:lnTo>
                    <a:pt x="58" y="231"/>
                  </a:lnTo>
                  <a:lnTo>
                    <a:pt x="55" y="233"/>
                  </a:lnTo>
                  <a:lnTo>
                    <a:pt x="52" y="237"/>
                  </a:lnTo>
                  <a:lnTo>
                    <a:pt x="50" y="239"/>
                  </a:lnTo>
                  <a:lnTo>
                    <a:pt x="47" y="241"/>
                  </a:lnTo>
                  <a:lnTo>
                    <a:pt x="46" y="241"/>
                  </a:lnTo>
                  <a:lnTo>
                    <a:pt x="43" y="241"/>
                  </a:lnTo>
                  <a:lnTo>
                    <a:pt x="43" y="235"/>
                  </a:lnTo>
                  <a:lnTo>
                    <a:pt x="44" y="226"/>
                  </a:lnTo>
                  <a:lnTo>
                    <a:pt x="45" y="222"/>
                  </a:lnTo>
                  <a:lnTo>
                    <a:pt x="47" y="220"/>
                  </a:lnTo>
                  <a:lnTo>
                    <a:pt x="47" y="218"/>
                  </a:lnTo>
                  <a:lnTo>
                    <a:pt x="43" y="215"/>
                  </a:lnTo>
                  <a:lnTo>
                    <a:pt x="38" y="213"/>
                  </a:lnTo>
                  <a:lnTo>
                    <a:pt x="38" y="212"/>
                  </a:lnTo>
                  <a:lnTo>
                    <a:pt x="40" y="210"/>
                  </a:lnTo>
                  <a:lnTo>
                    <a:pt x="44" y="209"/>
                  </a:lnTo>
                  <a:lnTo>
                    <a:pt x="51" y="205"/>
                  </a:lnTo>
                  <a:lnTo>
                    <a:pt x="55" y="203"/>
                  </a:lnTo>
                  <a:lnTo>
                    <a:pt x="58" y="203"/>
                  </a:lnTo>
                  <a:lnTo>
                    <a:pt x="63" y="205"/>
                  </a:lnTo>
                  <a:lnTo>
                    <a:pt x="64" y="203"/>
                  </a:lnTo>
                  <a:lnTo>
                    <a:pt x="64" y="201"/>
                  </a:lnTo>
                  <a:lnTo>
                    <a:pt x="60" y="198"/>
                  </a:lnTo>
                  <a:lnTo>
                    <a:pt x="58" y="195"/>
                  </a:lnTo>
                  <a:lnTo>
                    <a:pt x="60" y="192"/>
                  </a:lnTo>
                  <a:lnTo>
                    <a:pt x="67" y="188"/>
                  </a:lnTo>
                  <a:lnTo>
                    <a:pt x="71" y="187"/>
                  </a:lnTo>
                  <a:lnTo>
                    <a:pt x="77" y="183"/>
                  </a:lnTo>
                  <a:lnTo>
                    <a:pt x="82" y="182"/>
                  </a:lnTo>
                  <a:lnTo>
                    <a:pt x="84" y="180"/>
                  </a:lnTo>
                  <a:lnTo>
                    <a:pt x="86" y="176"/>
                  </a:lnTo>
                  <a:lnTo>
                    <a:pt x="85" y="168"/>
                  </a:lnTo>
                  <a:lnTo>
                    <a:pt x="86" y="165"/>
                  </a:lnTo>
                  <a:lnTo>
                    <a:pt x="86" y="163"/>
                  </a:lnTo>
                  <a:lnTo>
                    <a:pt x="83" y="155"/>
                  </a:lnTo>
                  <a:lnTo>
                    <a:pt x="83" y="151"/>
                  </a:lnTo>
                  <a:lnTo>
                    <a:pt x="85" y="144"/>
                  </a:lnTo>
                  <a:lnTo>
                    <a:pt x="85" y="137"/>
                  </a:lnTo>
                  <a:lnTo>
                    <a:pt x="85" y="133"/>
                  </a:lnTo>
                  <a:lnTo>
                    <a:pt x="84" y="130"/>
                  </a:lnTo>
                  <a:lnTo>
                    <a:pt x="80" y="127"/>
                  </a:lnTo>
                  <a:lnTo>
                    <a:pt x="79" y="125"/>
                  </a:lnTo>
                  <a:lnTo>
                    <a:pt x="81" y="121"/>
                  </a:lnTo>
                  <a:lnTo>
                    <a:pt x="80" y="118"/>
                  </a:lnTo>
                  <a:lnTo>
                    <a:pt x="77" y="116"/>
                  </a:lnTo>
                  <a:lnTo>
                    <a:pt x="72" y="113"/>
                  </a:lnTo>
                  <a:lnTo>
                    <a:pt x="70" y="110"/>
                  </a:lnTo>
                  <a:lnTo>
                    <a:pt x="65" y="103"/>
                  </a:lnTo>
                  <a:lnTo>
                    <a:pt x="54" y="87"/>
                  </a:lnTo>
                  <a:lnTo>
                    <a:pt x="49" y="82"/>
                  </a:lnTo>
                  <a:lnTo>
                    <a:pt x="44" y="77"/>
                  </a:lnTo>
                  <a:lnTo>
                    <a:pt x="40" y="73"/>
                  </a:lnTo>
                  <a:lnTo>
                    <a:pt x="31" y="68"/>
                  </a:lnTo>
                  <a:lnTo>
                    <a:pt x="30" y="67"/>
                  </a:lnTo>
                  <a:lnTo>
                    <a:pt x="29" y="63"/>
                  </a:lnTo>
                  <a:lnTo>
                    <a:pt x="31" y="60"/>
                  </a:lnTo>
                  <a:lnTo>
                    <a:pt x="34" y="60"/>
                  </a:lnTo>
                  <a:lnTo>
                    <a:pt x="37" y="60"/>
                  </a:lnTo>
                  <a:lnTo>
                    <a:pt x="39" y="60"/>
                  </a:lnTo>
                  <a:lnTo>
                    <a:pt x="41" y="58"/>
                  </a:lnTo>
                  <a:lnTo>
                    <a:pt x="43" y="56"/>
                  </a:lnTo>
                  <a:lnTo>
                    <a:pt x="42" y="52"/>
                  </a:lnTo>
                  <a:lnTo>
                    <a:pt x="37" y="45"/>
                  </a:lnTo>
                  <a:lnTo>
                    <a:pt x="33" y="40"/>
                  </a:lnTo>
                  <a:lnTo>
                    <a:pt x="32" y="39"/>
                  </a:lnTo>
                  <a:lnTo>
                    <a:pt x="29" y="41"/>
                  </a:lnTo>
                  <a:lnTo>
                    <a:pt x="25" y="44"/>
                  </a:lnTo>
                  <a:lnTo>
                    <a:pt x="23" y="44"/>
                  </a:lnTo>
                  <a:lnTo>
                    <a:pt x="20" y="43"/>
                  </a:lnTo>
                  <a:lnTo>
                    <a:pt x="16" y="40"/>
                  </a:lnTo>
                  <a:lnTo>
                    <a:pt x="13" y="35"/>
                  </a:lnTo>
                  <a:lnTo>
                    <a:pt x="11" y="27"/>
                  </a:lnTo>
                  <a:lnTo>
                    <a:pt x="7" y="23"/>
                  </a:lnTo>
                  <a:lnTo>
                    <a:pt x="3" y="19"/>
                  </a:lnTo>
                  <a:lnTo>
                    <a:pt x="0" y="1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4" name="Freeform 53"/>
            <p:cNvSpPr>
              <a:spLocks/>
            </p:cNvSpPr>
            <p:nvPr/>
          </p:nvSpPr>
          <p:spPr bwMode="gray">
            <a:xfrm>
              <a:off x="4962525" y="4114801"/>
              <a:ext cx="180975" cy="382588"/>
            </a:xfrm>
            <a:custGeom>
              <a:avLst/>
              <a:gdLst>
                <a:gd name="T0" fmla="*/ 7 w 114"/>
                <a:gd name="T1" fmla="*/ 11 h 241"/>
                <a:gd name="T2" fmla="*/ 16 w 114"/>
                <a:gd name="T3" fmla="*/ 14 h 241"/>
                <a:gd name="T4" fmla="*/ 33 w 114"/>
                <a:gd name="T5" fmla="*/ 10 h 241"/>
                <a:gd name="T6" fmla="*/ 46 w 114"/>
                <a:gd name="T7" fmla="*/ 3 h 241"/>
                <a:gd name="T8" fmla="*/ 56 w 114"/>
                <a:gd name="T9" fmla="*/ 5 h 241"/>
                <a:gd name="T10" fmla="*/ 72 w 114"/>
                <a:gd name="T11" fmla="*/ 7 h 241"/>
                <a:gd name="T12" fmla="*/ 70 w 114"/>
                <a:gd name="T13" fmla="*/ 17 h 241"/>
                <a:gd name="T14" fmla="*/ 80 w 114"/>
                <a:gd name="T15" fmla="*/ 28 h 241"/>
                <a:gd name="T16" fmla="*/ 92 w 114"/>
                <a:gd name="T17" fmla="*/ 31 h 241"/>
                <a:gd name="T18" fmla="*/ 85 w 114"/>
                <a:gd name="T19" fmla="*/ 39 h 241"/>
                <a:gd name="T20" fmla="*/ 74 w 114"/>
                <a:gd name="T21" fmla="*/ 42 h 241"/>
                <a:gd name="T22" fmla="*/ 69 w 114"/>
                <a:gd name="T23" fmla="*/ 54 h 241"/>
                <a:gd name="T24" fmla="*/ 62 w 114"/>
                <a:gd name="T25" fmla="*/ 57 h 241"/>
                <a:gd name="T26" fmla="*/ 55 w 114"/>
                <a:gd name="T27" fmla="*/ 75 h 241"/>
                <a:gd name="T28" fmla="*/ 69 w 114"/>
                <a:gd name="T29" fmla="*/ 88 h 241"/>
                <a:gd name="T30" fmla="*/ 70 w 114"/>
                <a:gd name="T31" fmla="*/ 96 h 241"/>
                <a:gd name="T32" fmla="*/ 89 w 114"/>
                <a:gd name="T33" fmla="*/ 115 h 241"/>
                <a:gd name="T34" fmla="*/ 98 w 114"/>
                <a:gd name="T35" fmla="*/ 120 h 241"/>
                <a:gd name="T36" fmla="*/ 106 w 114"/>
                <a:gd name="T37" fmla="*/ 136 h 241"/>
                <a:gd name="T38" fmla="*/ 114 w 114"/>
                <a:gd name="T39" fmla="*/ 171 h 241"/>
                <a:gd name="T40" fmla="*/ 111 w 114"/>
                <a:gd name="T41" fmla="*/ 184 h 241"/>
                <a:gd name="T42" fmla="*/ 110 w 114"/>
                <a:gd name="T43" fmla="*/ 192 h 241"/>
                <a:gd name="T44" fmla="*/ 103 w 114"/>
                <a:gd name="T45" fmla="*/ 200 h 241"/>
                <a:gd name="T46" fmla="*/ 93 w 114"/>
                <a:gd name="T47" fmla="*/ 205 h 241"/>
                <a:gd name="T48" fmla="*/ 83 w 114"/>
                <a:gd name="T49" fmla="*/ 212 h 241"/>
                <a:gd name="T50" fmla="*/ 75 w 114"/>
                <a:gd name="T51" fmla="*/ 207 h 241"/>
                <a:gd name="T52" fmla="*/ 74 w 114"/>
                <a:gd name="T53" fmla="*/ 216 h 241"/>
                <a:gd name="T54" fmla="*/ 68 w 114"/>
                <a:gd name="T55" fmla="*/ 225 h 241"/>
                <a:gd name="T56" fmla="*/ 61 w 114"/>
                <a:gd name="T57" fmla="*/ 230 h 241"/>
                <a:gd name="T58" fmla="*/ 52 w 114"/>
                <a:gd name="T59" fmla="*/ 237 h 241"/>
                <a:gd name="T60" fmla="*/ 46 w 114"/>
                <a:gd name="T61" fmla="*/ 241 h 241"/>
                <a:gd name="T62" fmla="*/ 44 w 114"/>
                <a:gd name="T63" fmla="*/ 226 h 241"/>
                <a:gd name="T64" fmla="*/ 47 w 114"/>
                <a:gd name="T65" fmla="*/ 218 h 241"/>
                <a:gd name="T66" fmla="*/ 38 w 114"/>
                <a:gd name="T67" fmla="*/ 212 h 241"/>
                <a:gd name="T68" fmla="*/ 51 w 114"/>
                <a:gd name="T69" fmla="*/ 205 h 241"/>
                <a:gd name="T70" fmla="*/ 63 w 114"/>
                <a:gd name="T71" fmla="*/ 205 h 241"/>
                <a:gd name="T72" fmla="*/ 60 w 114"/>
                <a:gd name="T73" fmla="*/ 198 h 241"/>
                <a:gd name="T74" fmla="*/ 67 w 114"/>
                <a:gd name="T75" fmla="*/ 188 h 241"/>
                <a:gd name="T76" fmla="*/ 82 w 114"/>
                <a:gd name="T77" fmla="*/ 182 h 241"/>
                <a:gd name="T78" fmla="*/ 85 w 114"/>
                <a:gd name="T79" fmla="*/ 168 h 241"/>
                <a:gd name="T80" fmla="*/ 83 w 114"/>
                <a:gd name="T81" fmla="*/ 155 h 241"/>
                <a:gd name="T82" fmla="*/ 85 w 114"/>
                <a:gd name="T83" fmla="*/ 137 h 241"/>
                <a:gd name="T84" fmla="*/ 80 w 114"/>
                <a:gd name="T85" fmla="*/ 127 h 241"/>
                <a:gd name="T86" fmla="*/ 80 w 114"/>
                <a:gd name="T87" fmla="*/ 118 h 241"/>
                <a:gd name="T88" fmla="*/ 70 w 114"/>
                <a:gd name="T89" fmla="*/ 110 h 241"/>
                <a:gd name="T90" fmla="*/ 49 w 114"/>
                <a:gd name="T91" fmla="*/ 82 h 241"/>
                <a:gd name="T92" fmla="*/ 31 w 114"/>
                <a:gd name="T93" fmla="*/ 68 h 241"/>
                <a:gd name="T94" fmla="*/ 31 w 114"/>
                <a:gd name="T95" fmla="*/ 60 h 241"/>
                <a:gd name="T96" fmla="*/ 39 w 114"/>
                <a:gd name="T97" fmla="*/ 60 h 241"/>
                <a:gd name="T98" fmla="*/ 42 w 114"/>
                <a:gd name="T99" fmla="*/ 52 h 241"/>
                <a:gd name="T100" fmla="*/ 32 w 114"/>
                <a:gd name="T101" fmla="*/ 39 h 241"/>
                <a:gd name="T102" fmla="*/ 23 w 114"/>
                <a:gd name="T103" fmla="*/ 44 h 241"/>
                <a:gd name="T104" fmla="*/ 13 w 114"/>
                <a:gd name="T105" fmla="*/ 35 h 241"/>
                <a:gd name="T106" fmla="*/ 3 w 114"/>
                <a:gd name="T107" fmla="*/ 19 h 24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4"/>
                <a:gd name="T163" fmla="*/ 0 h 241"/>
                <a:gd name="T164" fmla="*/ 114 w 114"/>
                <a:gd name="T165" fmla="*/ 241 h 241"/>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4" h="241">
                  <a:moveTo>
                    <a:pt x="0" y="13"/>
                  </a:moveTo>
                  <a:lnTo>
                    <a:pt x="3" y="12"/>
                  </a:lnTo>
                  <a:lnTo>
                    <a:pt x="7" y="11"/>
                  </a:lnTo>
                  <a:lnTo>
                    <a:pt x="9" y="11"/>
                  </a:lnTo>
                  <a:lnTo>
                    <a:pt x="13" y="13"/>
                  </a:lnTo>
                  <a:lnTo>
                    <a:pt x="16" y="14"/>
                  </a:lnTo>
                  <a:lnTo>
                    <a:pt x="20" y="11"/>
                  </a:lnTo>
                  <a:lnTo>
                    <a:pt x="22" y="10"/>
                  </a:lnTo>
                  <a:lnTo>
                    <a:pt x="33" y="10"/>
                  </a:lnTo>
                  <a:lnTo>
                    <a:pt x="39" y="9"/>
                  </a:lnTo>
                  <a:lnTo>
                    <a:pt x="41" y="8"/>
                  </a:lnTo>
                  <a:lnTo>
                    <a:pt x="46" y="3"/>
                  </a:lnTo>
                  <a:lnTo>
                    <a:pt x="50" y="1"/>
                  </a:lnTo>
                  <a:lnTo>
                    <a:pt x="52" y="0"/>
                  </a:lnTo>
                  <a:lnTo>
                    <a:pt x="56" y="5"/>
                  </a:lnTo>
                  <a:lnTo>
                    <a:pt x="62" y="6"/>
                  </a:lnTo>
                  <a:lnTo>
                    <a:pt x="66" y="7"/>
                  </a:lnTo>
                  <a:lnTo>
                    <a:pt x="72" y="7"/>
                  </a:lnTo>
                  <a:lnTo>
                    <a:pt x="73" y="8"/>
                  </a:lnTo>
                  <a:lnTo>
                    <a:pt x="74" y="11"/>
                  </a:lnTo>
                  <a:lnTo>
                    <a:pt x="70" y="17"/>
                  </a:lnTo>
                  <a:lnTo>
                    <a:pt x="71" y="21"/>
                  </a:lnTo>
                  <a:lnTo>
                    <a:pt x="73" y="23"/>
                  </a:lnTo>
                  <a:lnTo>
                    <a:pt x="80" y="28"/>
                  </a:lnTo>
                  <a:lnTo>
                    <a:pt x="84" y="29"/>
                  </a:lnTo>
                  <a:lnTo>
                    <a:pt x="90" y="30"/>
                  </a:lnTo>
                  <a:lnTo>
                    <a:pt x="92" y="31"/>
                  </a:lnTo>
                  <a:lnTo>
                    <a:pt x="90" y="32"/>
                  </a:lnTo>
                  <a:lnTo>
                    <a:pt x="85" y="36"/>
                  </a:lnTo>
                  <a:lnTo>
                    <a:pt x="85" y="39"/>
                  </a:lnTo>
                  <a:lnTo>
                    <a:pt x="84" y="41"/>
                  </a:lnTo>
                  <a:lnTo>
                    <a:pt x="75" y="41"/>
                  </a:lnTo>
                  <a:lnTo>
                    <a:pt x="74" y="42"/>
                  </a:lnTo>
                  <a:lnTo>
                    <a:pt x="75" y="45"/>
                  </a:lnTo>
                  <a:lnTo>
                    <a:pt x="73" y="48"/>
                  </a:lnTo>
                  <a:lnTo>
                    <a:pt x="69" y="54"/>
                  </a:lnTo>
                  <a:lnTo>
                    <a:pt x="67" y="55"/>
                  </a:lnTo>
                  <a:lnTo>
                    <a:pt x="63" y="57"/>
                  </a:lnTo>
                  <a:lnTo>
                    <a:pt x="62" y="57"/>
                  </a:lnTo>
                  <a:lnTo>
                    <a:pt x="60" y="60"/>
                  </a:lnTo>
                  <a:lnTo>
                    <a:pt x="58" y="68"/>
                  </a:lnTo>
                  <a:lnTo>
                    <a:pt x="55" y="75"/>
                  </a:lnTo>
                  <a:lnTo>
                    <a:pt x="57" y="76"/>
                  </a:lnTo>
                  <a:lnTo>
                    <a:pt x="60" y="81"/>
                  </a:lnTo>
                  <a:lnTo>
                    <a:pt x="69" y="88"/>
                  </a:lnTo>
                  <a:lnTo>
                    <a:pt x="69" y="90"/>
                  </a:lnTo>
                  <a:lnTo>
                    <a:pt x="69" y="94"/>
                  </a:lnTo>
                  <a:lnTo>
                    <a:pt x="70" y="96"/>
                  </a:lnTo>
                  <a:lnTo>
                    <a:pt x="72" y="100"/>
                  </a:lnTo>
                  <a:lnTo>
                    <a:pt x="80" y="106"/>
                  </a:lnTo>
                  <a:lnTo>
                    <a:pt x="89" y="115"/>
                  </a:lnTo>
                  <a:lnTo>
                    <a:pt x="91" y="117"/>
                  </a:lnTo>
                  <a:lnTo>
                    <a:pt x="95" y="117"/>
                  </a:lnTo>
                  <a:lnTo>
                    <a:pt x="98" y="120"/>
                  </a:lnTo>
                  <a:lnTo>
                    <a:pt x="100" y="127"/>
                  </a:lnTo>
                  <a:lnTo>
                    <a:pt x="101" y="132"/>
                  </a:lnTo>
                  <a:lnTo>
                    <a:pt x="106" y="136"/>
                  </a:lnTo>
                  <a:lnTo>
                    <a:pt x="108" y="141"/>
                  </a:lnTo>
                  <a:lnTo>
                    <a:pt x="111" y="151"/>
                  </a:lnTo>
                  <a:lnTo>
                    <a:pt x="114" y="171"/>
                  </a:lnTo>
                  <a:lnTo>
                    <a:pt x="112" y="174"/>
                  </a:lnTo>
                  <a:lnTo>
                    <a:pt x="111" y="178"/>
                  </a:lnTo>
                  <a:lnTo>
                    <a:pt x="111" y="184"/>
                  </a:lnTo>
                  <a:lnTo>
                    <a:pt x="110" y="187"/>
                  </a:lnTo>
                  <a:lnTo>
                    <a:pt x="111" y="192"/>
                  </a:lnTo>
                  <a:lnTo>
                    <a:pt x="110" y="192"/>
                  </a:lnTo>
                  <a:lnTo>
                    <a:pt x="108" y="196"/>
                  </a:lnTo>
                  <a:lnTo>
                    <a:pt x="105" y="199"/>
                  </a:lnTo>
                  <a:lnTo>
                    <a:pt x="103" y="200"/>
                  </a:lnTo>
                  <a:lnTo>
                    <a:pt x="100" y="201"/>
                  </a:lnTo>
                  <a:lnTo>
                    <a:pt x="97" y="202"/>
                  </a:lnTo>
                  <a:lnTo>
                    <a:pt x="93" y="205"/>
                  </a:lnTo>
                  <a:lnTo>
                    <a:pt x="89" y="209"/>
                  </a:lnTo>
                  <a:lnTo>
                    <a:pt x="85" y="211"/>
                  </a:lnTo>
                  <a:lnTo>
                    <a:pt x="83" y="212"/>
                  </a:lnTo>
                  <a:lnTo>
                    <a:pt x="79" y="210"/>
                  </a:lnTo>
                  <a:lnTo>
                    <a:pt x="76" y="208"/>
                  </a:lnTo>
                  <a:lnTo>
                    <a:pt x="75" y="207"/>
                  </a:lnTo>
                  <a:lnTo>
                    <a:pt x="73" y="210"/>
                  </a:lnTo>
                  <a:lnTo>
                    <a:pt x="74" y="214"/>
                  </a:lnTo>
                  <a:lnTo>
                    <a:pt x="74" y="216"/>
                  </a:lnTo>
                  <a:lnTo>
                    <a:pt x="73" y="222"/>
                  </a:lnTo>
                  <a:lnTo>
                    <a:pt x="70" y="224"/>
                  </a:lnTo>
                  <a:lnTo>
                    <a:pt x="68" y="225"/>
                  </a:lnTo>
                  <a:lnTo>
                    <a:pt x="66" y="224"/>
                  </a:lnTo>
                  <a:lnTo>
                    <a:pt x="65" y="228"/>
                  </a:lnTo>
                  <a:lnTo>
                    <a:pt x="61" y="230"/>
                  </a:lnTo>
                  <a:lnTo>
                    <a:pt x="58" y="231"/>
                  </a:lnTo>
                  <a:lnTo>
                    <a:pt x="55" y="233"/>
                  </a:lnTo>
                  <a:lnTo>
                    <a:pt x="52" y="237"/>
                  </a:lnTo>
                  <a:lnTo>
                    <a:pt x="50" y="239"/>
                  </a:lnTo>
                  <a:lnTo>
                    <a:pt x="47" y="241"/>
                  </a:lnTo>
                  <a:lnTo>
                    <a:pt x="46" y="241"/>
                  </a:lnTo>
                  <a:lnTo>
                    <a:pt x="43" y="241"/>
                  </a:lnTo>
                  <a:lnTo>
                    <a:pt x="43" y="235"/>
                  </a:lnTo>
                  <a:lnTo>
                    <a:pt x="44" y="226"/>
                  </a:lnTo>
                  <a:lnTo>
                    <a:pt x="45" y="222"/>
                  </a:lnTo>
                  <a:lnTo>
                    <a:pt x="47" y="220"/>
                  </a:lnTo>
                  <a:lnTo>
                    <a:pt x="47" y="218"/>
                  </a:lnTo>
                  <a:lnTo>
                    <a:pt x="43" y="215"/>
                  </a:lnTo>
                  <a:lnTo>
                    <a:pt x="38" y="213"/>
                  </a:lnTo>
                  <a:lnTo>
                    <a:pt x="38" y="212"/>
                  </a:lnTo>
                  <a:lnTo>
                    <a:pt x="40" y="210"/>
                  </a:lnTo>
                  <a:lnTo>
                    <a:pt x="44" y="209"/>
                  </a:lnTo>
                  <a:lnTo>
                    <a:pt x="51" y="205"/>
                  </a:lnTo>
                  <a:lnTo>
                    <a:pt x="55" y="203"/>
                  </a:lnTo>
                  <a:lnTo>
                    <a:pt x="58" y="203"/>
                  </a:lnTo>
                  <a:lnTo>
                    <a:pt x="63" y="205"/>
                  </a:lnTo>
                  <a:lnTo>
                    <a:pt x="64" y="203"/>
                  </a:lnTo>
                  <a:lnTo>
                    <a:pt x="64" y="201"/>
                  </a:lnTo>
                  <a:lnTo>
                    <a:pt x="60" y="198"/>
                  </a:lnTo>
                  <a:lnTo>
                    <a:pt x="58" y="195"/>
                  </a:lnTo>
                  <a:lnTo>
                    <a:pt x="60" y="192"/>
                  </a:lnTo>
                  <a:lnTo>
                    <a:pt x="67" y="188"/>
                  </a:lnTo>
                  <a:lnTo>
                    <a:pt x="71" y="187"/>
                  </a:lnTo>
                  <a:lnTo>
                    <a:pt x="77" y="183"/>
                  </a:lnTo>
                  <a:lnTo>
                    <a:pt x="82" y="182"/>
                  </a:lnTo>
                  <a:lnTo>
                    <a:pt x="84" y="180"/>
                  </a:lnTo>
                  <a:lnTo>
                    <a:pt x="86" y="176"/>
                  </a:lnTo>
                  <a:lnTo>
                    <a:pt x="85" y="168"/>
                  </a:lnTo>
                  <a:lnTo>
                    <a:pt x="86" y="165"/>
                  </a:lnTo>
                  <a:lnTo>
                    <a:pt x="86" y="163"/>
                  </a:lnTo>
                  <a:lnTo>
                    <a:pt x="83" y="155"/>
                  </a:lnTo>
                  <a:lnTo>
                    <a:pt x="83" y="151"/>
                  </a:lnTo>
                  <a:lnTo>
                    <a:pt x="85" y="144"/>
                  </a:lnTo>
                  <a:lnTo>
                    <a:pt x="85" y="137"/>
                  </a:lnTo>
                  <a:lnTo>
                    <a:pt x="85" y="133"/>
                  </a:lnTo>
                  <a:lnTo>
                    <a:pt x="84" y="130"/>
                  </a:lnTo>
                  <a:lnTo>
                    <a:pt x="80" y="127"/>
                  </a:lnTo>
                  <a:lnTo>
                    <a:pt x="79" y="125"/>
                  </a:lnTo>
                  <a:lnTo>
                    <a:pt x="81" y="121"/>
                  </a:lnTo>
                  <a:lnTo>
                    <a:pt x="80" y="118"/>
                  </a:lnTo>
                  <a:lnTo>
                    <a:pt x="77" y="116"/>
                  </a:lnTo>
                  <a:lnTo>
                    <a:pt x="72" y="113"/>
                  </a:lnTo>
                  <a:lnTo>
                    <a:pt x="70" y="110"/>
                  </a:lnTo>
                  <a:lnTo>
                    <a:pt x="65" y="103"/>
                  </a:lnTo>
                  <a:lnTo>
                    <a:pt x="54" y="87"/>
                  </a:lnTo>
                  <a:lnTo>
                    <a:pt x="49" y="82"/>
                  </a:lnTo>
                  <a:lnTo>
                    <a:pt x="44" y="77"/>
                  </a:lnTo>
                  <a:lnTo>
                    <a:pt x="40" y="73"/>
                  </a:lnTo>
                  <a:lnTo>
                    <a:pt x="31" y="68"/>
                  </a:lnTo>
                  <a:lnTo>
                    <a:pt x="30" y="67"/>
                  </a:lnTo>
                  <a:lnTo>
                    <a:pt x="29" y="63"/>
                  </a:lnTo>
                  <a:lnTo>
                    <a:pt x="31" y="60"/>
                  </a:lnTo>
                  <a:lnTo>
                    <a:pt x="34" y="60"/>
                  </a:lnTo>
                  <a:lnTo>
                    <a:pt x="37" y="60"/>
                  </a:lnTo>
                  <a:lnTo>
                    <a:pt x="39" y="60"/>
                  </a:lnTo>
                  <a:lnTo>
                    <a:pt x="41" y="58"/>
                  </a:lnTo>
                  <a:lnTo>
                    <a:pt x="43" y="56"/>
                  </a:lnTo>
                  <a:lnTo>
                    <a:pt x="42" y="52"/>
                  </a:lnTo>
                  <a:lnTo>
                    <a:pt x="37" y="45"/>
                  </a:lnTo>
                  <a:lnTo>
                    <a:pt x="33" y="40"/>
                  </a:lnTo>
                  <a:lnTo>
                    <a:pt x="32" y="39"/>
                  </a:lnTo>
                  <a:lnTo>
                    <a:pt x="29" y="41"/>
                  </a:lnTo>
                  <a:lnTo>
                    <a:pt x="25" y="44"/>
                  </a:lnTo>
                  <a:lnTo>
                    <a:pt x="23" y="44"/>
                  </a:lnTo>
                  <a:lnTo>
                    <a:pt x="20" y="43"/>
                  </a:lnTo>
                  <a:lnTo>
                    <a:pt x="16" y="40"/>
                  </a:lnTo>
                  <a:lnTo>
                    <a:pt x="13" y="35"/>
                  </a:lnTo>
                  <a:lnTo>
                    <a:pt x="11" y="27"/>
                  </a:lnTo>
                  <a:lnTo>
                    <a:pt x="7" y="23"/>
                  </a:lnTo>
                  <a:lnTo>
                    <a:pt x="3" y="19"/>
                  </a:lnTo>
                  <a:lnTo>
                    <a:pt x="0" y="1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5" name="Freeform 54"/>
            <p:cNvSpPr>
              <a:spLocks noEditPoints="1"/>
            </p:cNvSpPr>
            <p:nvPr/>
          </p:nvSpPr>
          <p:spPr bwMode="gray">
            <a:xfrm>
              <a:off x="5640388" y="3441701"/>
              <a:ext cx="398463" cy="461963"/>
            </a:xfrm>
            <a:custGeom>
              <a:avLst/>
              <a:gdLst>
                <a:gd name="T0" fmla="*/ 120 w 251"/>
                <a:gd name="T1" fmla="*/ 175 h 291"/>
                <a:gd name="T2" fmla="*/ 128 w 251"/>
                <a:gd name="T3" fmla="*/ 178 h 291"/>
                <a:gd name="T4" fmla="*/ 156 w 251"/>
                <a:gd name="T5" fmla="*/ 155 h 291"/>
                <a:gd name="T6" fmla="*/ 166 w 251"/>
                <a:gd name="T7" fmla="*/ 132 h 291"/>
                <a:gd name="T8" fmla="*/ 166 w 251"/>
                <a:gd name="T9" fmla="*/ 114 h 291"/>
                <a:gd name="T10" fmla="*/ 175 w 251"/>
                <a:gd name="T11" fmla="*/ 99 h 291"/>
                <a:gd name="T12" fmla="*/ 178 w 251"/>
                <a:gd name="T13" fmla="*/ 90 h 291"/>
                <a:gd name="T14" fmla="*/ 189 w 251"/>
                <a:gd name="T15" fmla="*/ 105 h 291"/>
                <a:gd name="T16" fmla="*/ 191 w 251"/>
                <a:gd name="T17" fmla="*/ 141 h 291"/>
                <a:gd name="T18" fmla="*/ 181 w 251"/>
                <a:gd name="T19" fmla="*/ 154 h 291"/>
                <a:gd name="T20" fmla="*/ 176 w 251"/>
                <a:gd name="T21" fmla="*/ 183 h 291"/>
                <a:gd name="T22" fmla="*/ 173 w 251"/>
                <a:gd name="T23" fmla="*/ 205 h 291"/>
                <a:gd name="T24" fmla="*/ 166 w 251"/>
                <a:gd name="T25" fmla="*/ 205 h 291"/>
                <a:gd name="T26" fmla="*/ 151 w 251"/>
                <a:gd name="T27" fmla="*/ 220 h 291"/>
                <a:gd name="T28" fmla="*/ 144 w 251"/>
                <a:gd name="T29" fmla="*/ 215 h 291"/>
                <a:gd name="T30" fmla="*/ 123 w 251"/>
                <a:gd name="T31" fmla="*/ 224 h 291"/>
                <a:gd name="T32" fmla="*/ 112 w 251"/>
                <a:gd name="T33" fmla="*/ 224 h 291"/>
                <a:gd name="T34" fmla="*/ 104 w 251"/>
                <a:gd name="T35" fmla="*/ 239 h 291"/>
                <a:gd name="T36" fmla="*/ 88 w 251"/>
                <a:gd name="T37" fmla="*/ 231 h 291"/>
                <a:gd name="T38" fmla="*/ 87 w 251"/>
                <a:gd name="T39" fmla="*/ 223 h 291"/>
                <a:gd name="T40" fmla="*/ 68 w 251"/>
                <a:gd name="T41" fmla="*/ 225 h 291"/>
                <a:gd name="T42" fmla="*/ 41 w 251"/>
                <a:gd name="T43" fmla="*/ 232 h 291"/>
                <a:gd name="T44" fmla="*/ 23 w 251"/>
                <a:gd name="T45" fmla="*/ 231 h 291"/>
                <a:gd name="T46" fmla="*/ 54 w 251"/>
                <a:gd name="T47" fmla="*/ 207 h 291"/>
                <a:gd name="T48" fmla="*/ 84 w 251"/>
                <a:gd name="T49" fmla="*/ 204 h 291"/>
                <a:gd name="T50" fmla="*/ 103 w 251"/>
                <a:gd name="T51" fmla="*/ 203 h 291"/>
                <a:gd name="T52" fmla="*/ 114 w 251"/>
                <a:gd name="T53" fmla="*/ 173 h 291"/>
                <a:gd name="T54" fmla="*/ 168 w 251"/>
                <a:gd name="T55" fmla="*/ 76 h 291"/>
                <a:gd name="T56" fmla="*/ 174 w 251"/>
                <a:gd name="T57" fmla="*/ 56 h 291"/>
                <a:gd name="T58" fmla="*/ 183 w 251"/>
                <a:gd name="T59" fmla="*/ 51 h 291"/>
                <a:gd name="T60" fmla="*/ 193 w 251"/>
                <a:gd name="T61" fmla="*/ 18 h 291"/>
                <a:gd name="T62" fmla="*/ 200 w 251"/>
                <a:gd name="T63" fmla="*/ 5 h 291"/>
                <a:gd name="T64" fmla="*/ 236 w 251"/>
                <a:gd name="T65" fmla="*/ 35 h 291"/>
                <a:gd name="T66" fmla="*/ 248 w 251"/>
                <a:gd name="T67" fmla="*/ 31 h 291"/>
                <a:gd name="T68" fmla="*/ 244 w 251"/>
                <a:gd name="T69" fmla="*/ 55 h 291"/>
                <a:gd name="T70" fmla="*/ 226 w 251"/>
                <a:gd name="T71" fmla="*/ 58 h 291"/>
                <a:gd name="T72" fmla="*/ 196 w 251"/>
                <a:gd name="T73" fmla="*/ 64 h 291"/>
                <a:gd name="T74" fmla="*/ 175 w 251"/>
                <a:gd name="T75" fmla="*/ 63 h 291"/>
                <a:gd name="T76" fmla="*/ 184 w 251"/>
                <a:gd name="T77" fmla="*/ 80 h 291"/>
                <a:gd name="T78" fmla="*/ 171 w 251"/>
                <a:gd name="T79" fmla="*/ 89 h 291"/>
                <a:gd name="T80" fmla="*/ 22 w 251"/>
                <a:gd name="T81" fmla="*/ 280 h 291"/>
                <a:gd name="T82" fmla="*/ 11 w 251"/>
                <a:gd name="T83" fmla="*/ 285 h 291"/>
                <a:gd name="T84" fmla="*/ 18 w 251"/>
                <a:gd name="T85" fmla="*/ 264 h 291"/>
                <a:gd name="T86" fmla="*/ 6 w 251"/>
                <a:gd name="T87" fmla="*/ 259 h 291"/>
                <a:gd name="T88" fmla="*/ 13 w 251"/>
                <a:gd name="T89" fmla="*/ 246 h 291"/>
                <a:gd name="T90" fmla="*/ 27 w 251"/>
                <a:gd name="T91" fmla="*/ 244 h 291"/>
                <a:gd name="T92" fmla="*/ 38 w 251"/>
                <a:gd name="T93" fmla="*/ 255 h 291"/>
                <a:gd name="T94" fmla="*/ 31 w 251"/>
                <a:gd name="T95" fmla="*/ 280 h 291"/>
                <a:gd name="T96" fmla="*/ 52 w 251"/>
                <a:gd name="T97" fmla="*/ 260 h 291"/>
                <a:gd name="T98" fmla="*/ 49 w 251"/>
                <a:gd name="T99" fmla="*/ 242 h 291"/>
                <a:gd name="T100" fmla="*/ 67 w 251"/>
                <a:gd name="T101" fmla="*/ 233 h 291"/>
                <a:gd name="T102" fmla="*/ 82 w 251"/>
                <a:gd name="T103" fmla="*/ 237 h 291"/>
                <a:gd name="T104" fmla="*/ 65 w 251"/>
                <a:gd name="T105" fmla="*/ 245 h 291"/>
                <a:gd name="T106" fmla="*/ 52 w 251"/>
                <a:gd name="T107" fmla="*/ 260 h 29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51"/>
                <a:gd name="T163" fmla="*/ 0 h 291"/>
                <a:gd name="T164" fmla="*/ 251 w 251"/>
                <a:gd name="T165" fmla="*/ 291 h 291"/>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51" h="291">
                  <a:moveTo>
                    <a:pt x="115" y="171"/>
                  </a:moveTo>
                  <a:lnTo>
                    <a:pt x="116" y="170"/>
                  </a:lnTo>
                  <a:lnTo>
                    <a:pt x="124" y="167"/>
                  </a:lnTo>
                  <a:lnTo>
                    <a:pt x="125" y="170"/>
                  </a:lnTo>
                  <a:lnTo>
                    <a:pt x="121" y="173"/>
                  </a:lnTo>
                  <a:lnTo>
                    <a:pt x="120" y="175"/>
                  </a:lnTo>
                  <a:lnTo>
                    <a:pt x="119" y="179"/>
                  </a:lnTo>
                  <a:lnTo>
                    <a:pt x="120" y="182"/>
                  </a:lnTo>
                  <a:lnTo>
                    <a:pt x="122" y="183"/>
                  </a:lnTo>
                  <a:lnTo>
                    <a:pt x="124" y="182"/>
                  </a:lnTo>
                  <a:lnTo>
                    <a:pt x="127" y="179"/>
                  </a:lnTo>
                  <a:lnTo>
                    <a:pt x="128" y="178"/>
                  </a:lnTo>
                  <a:lnTo>
                    <a:pt x="140" y="172"/>
                  </a:lnTo>
                  <a:lnTo>
                    <a:pt x="143" y="170"/>
                  </a:lnTo>
                  <a:lnTo>
                    <a:pt x="146" y="167"/>
                  </a:lnTo>
                  <a:lnTo>
                    <a:pt x="148" y="162"/>
                  </a:lnTo>
                  <a:lnTo>
                    <a:pt x="154" y="158"/>
                  </a:lnTo>
                  <a:lnTo>
                    <a:pt x="156" y="155"/>
                  </a:lnTo>
                  <a:lnTo>
                    <a:pt x="158" y="152"/>
                  </a:lnTo>
                  <a:lnTo>
                    <a:pt x="158" y="148"/>
                  </a:lnTo>
                  <a:lnTo>
                    <a:pt x="162" y="143"/>
                  </a:lnTo>
                  <a:lnTo>
                    <a:pt x="162" y="141"/>
                  </a:lnTo>
                  <a:lnTo>
                    <a:pt x="165" y="136"/>
                  </a:lnTo>
                  <a:lnTo>
                    <a:pt x="166" y="132"/>
                  </a:lnTo>
                  <a:lnTo>
                    <a:pt x="167" y="127"/>
                  </a:lnTo>
                  <a:lnTo>
                    <a:pt x="166" y="122"/>
                  </a:lnTo>
                  <a:lnTo>
                    <a:pt x="164" y="120"/>
                  </a:lnTo>
                  <a:lnTo>
                    <a:pt x="163" y="118"/>
                  </a:lnTo>
                  <a:lnTo>
                    <a:pt x="165" y="116"/>
                  </a:lnTo>
                  <a:lnTo>
                    <a:pt x="166" y="114"/>
                  </a:lnTo>
                  <a:lnTo>
                    <a:pt x="165" y="104"/>
                  </a:lnTo>
                  <a:lnTo>
                    <a:pt x="169" y="101"/>
                  </a:lnTo>
                  <a:lnTo>
                    <a:pt x="170" y="99"/>
                  </a:lnTo>
                  <a:lnTo>
                    <a:pt x="173" y="96"/>
                  </a:lnTo>
                  <a:lnTo>
                    <a:pt x="175" y="99"/>
                  </a:lnTo>
                  <a:lnTo>
                    <a:pt x="176" y="101"/>
                  </a:lnTo>
                  <a:lnTo>
                    <a:pt x="179" y="101"/>
                  </a:lnTo>
                  <a:lnTo>
                    <a:pt x="184" y="98"/>
                  </a:lnTo>
                  <a:lnTo>
                    <a:pt x="183" y="93"/>
                  </a:lnTo>
                  <a:lnTo>
                    <a:pt x="181" y="93"/>
                  </a:lnTo>
                  <a:lnTo>
                    <a:pt x="178" y="90"/>
                  </a:lnTo>
                  <a:lnTo>
                    <a:pt x="183" y="86"/>
                  </a:lnTo>
                  <a:lnTo>
                    <a:pt x="187" y="88"/>
                  </a:lnTo>
                  <a:lnTo>
                    <a:pt x="189" y="90"/>
                  </a:lnTo>
                  <a:lnTo>
                    <a:pt x="189" y="92"/>
                  </a:lnTo>
                  <a:lnTo>
                    <a:pt x="189" y="100"/>
                  </a:lnTo>
                  <a:lnTo>
                    <a:pt x="189" y="105"/>
                  </a:lnTo>
                  <a:lnTo>
                    <a:pt x="191" y="107"/>
                  </a:lnTo>
                  <a:lnTo>
                    <a:pt x="192" y="109"/>
                  </a:lnTo>
                  <a:lnTo>
                    <a:pt x="198" y="123"/>
                  </a:lnTo>
                  <a:lnTo>
                    <a:pt x="198" y="127"/>
                  </a:lnTo>
                  <a:lnTo>
                    <a:pt x="196" y="133"/>
                  </a:lnTo>
                  <a:lnTo>
                    <a:pt x="191" y="141"/>
                  </a:lnTo>
                  <a:lnTo>
                    <a:pt x="189" y="145"/>
                  </a:lnTo>
                  <a:lnTo>
                    <a:pt x="189" y="148"/>
                  </a:lnTo>
                  <a:lnTo>
                    <a:pt x="183" y="151"/>
                  </a:lnTo>
                  <a:lnTo>
                    <a:pt x="182" y="152"/>
                  </a:lnTo>
                  <a:lnTo>
                    <a:pt x="181" y="154"/>
                  </a:lnTo>
                  <a:lnTo>
                    <a:pt x="180" y="158"/>
                  </a:lnTo>
                  <a:lnTo>
                    <a:pt x="180" y="161"/>
                  </a:lnTo>
                  <a:lnTo>
                    <a:pt x="181" y="163"/>
                  </a:lnTo>
                  <a:lnTo>
                    <a:pt x="182" y="171"/>
                  </a:lnTo>
                  <a:lnTo>
                    <a:pt x="181" y="177"/>
                  </a:lnTo>
                  <a:lnTo>
                    <a:pt x="176" y="183"/>
                  </a:lnTo>
                  <a:lnTo>
                    <a:pt x="175" y="190"/>
                  </a:lnTo>
                  <a:lnTo>
                    <a:pt x="175" y="196"/>
                  </a:lnTo>
                  <a:lnTo>
                    <a:pt x="176" y="198"/>
                  </a:lnTo>
                  <a:lnTo>
                    <a:pt x="179" y="201"/>
                  </a:lnTo>
                  <a:lnTo>
                    <a:pt x="175" y="204"/>
                  </a:lnTo>
                  <a:lnTo>
                    <a:pt x="173" y="205"/>
                  </a:lnTo>
                  <a:lnTo>
                    <a:pt x="173" y="207"/>
                  </a:lnTo>
                  <a:lnTo>
                    <a:pt x="171" y="214"/>
                  </a:lnTo>
                  <a:lnTo>
                    <a:pt x="164" y="218"/>
                  </a:lnTo>
                  <a:lnTo>
                    <a:pt x="163" y="215"/>
                  </a:lnTo>
                  <a:lnTo>
                    <a:pt x="165" y="209"/>
                  </a:lnTo>
                  <a:lnTo>
                    <a:pt x="166" y="205"/>
                  </a:lnTo>
                  <a:lnTo>
                    <a:pt x="165" y="204"/>
                  </a:lnTo>
                  <a:lnTo>
                    <a:pt x="161" y="206"/>
                  </a:lnTo>
                  <a:lnTo>
                    <a:pt x="157" y="211"/>
                  </a:lnTo>
                  <a:lnTo>
                    <a:pt x="154" y="211"/>
                  </a:lnTo>
                  <a:lnTo>
                    <a:pt x="152" y="214"/>
                  </a:lnTo>
                  <a:lnTo>
                    <a:pt x="151" y="220"/>
                  </a:lnTo>
                  <a:lnTo>
                    <a:pt x="148" y="223"/>
                  </a:lnTo>
                  <a:lnTo>
                    <a:pt x="147" y="223"/>
                  </a:lnTo>
                  <a:lnTo>
                    <a:pt x="147" y="221"/>
                  </a:lnTo>
                  <a:lnTo>
                    <a:pt x="147" y="216"/>
                  </a:lnTo>
                  <a:lnTo>
                    <a:pt x="146" y="215"/>
                  </a:lnTo>
                  <a:lnTo>
                    <a:pt x="144" y="215"/>
                  </a:lnTo>
                  <a:lnTo>
                    <a:pt x="142" y="216"/>
                  </a:lnTo>
                  <a:lnTo>
                    <a:pt x="140" y="219"/>
                  </a:lnTo>
                  <a:lnTo>
                    <a:pt x="137" y="224"/>
                  </a:lnTo>
                  <a:lnTo>
                    <a:pt x="131" y="223"/>
                  </a:lnTo>
                  <a:lnTo>
                    <a:pt x="128" y="224"/>
                  </a:lnTo>
                  <a:lnTo>
                    <a:pt x="123" y="224"/>
                  </a:lnTo>
                  <a:lnTo>
                    <a:pt x="120" y="220"/>
                  </a:lnTo>
                  <a:lnTo>
                    <a:pt x="115" y="217"/>
                  </a:lnTo>
                  <a:lnTo>
                    <a:pt x="113" y="219"/>
                  </a:lnTo>
                  <a:lnTo>
                    <a:pt x="113" y="221"/>
                  </a:lnTo>
                  <a:lnTo>
                    <a:pt x="112" y="224"/>
                  </a:lnTo>
                  <a:lnTo>
                    <a:pt x="115" y="226"/>
                  </a:lnTo>
                  <a:lnTo>
                    <a:pt x="118" y="228"/>
                  </a:lnTo>
                  <a:lnTo>
                    <a:pt x="116" y="230"/>
                  </a:lnTo>
                  <a:lnTo>
                    <a:pt x="110" y="231"/>
                  </a:lnTo>
                  <a:lnTo>
                    <a:pt x="107" y="233"/>
                  </a:lnTo>
                  <a:lnTo>
                    <a:pt x="104" y="239"/>
                  </a:lnTo>
                  <a:lnTo>
                    <a:pt x="100" y="246"/>
                  </a:lnTo>
                  <a:lnTo>
                    <a:pt x="95" y="242"/>
                  </a:lnTo>
                  <a:lnTo>
                    <a:pt x="91" y="241"/>
                  </a:lnTo>
                  <a:lnTo>
                    <a:pt x="89" y="239"/>
                  </a:lnTo>
                  <a:lnTo>
                    <a:pt x="89" y="238"/>
                  </a:lnTo>
                  <a:lnTo>
                    <a:pt x="88" y="231"/>
                  </a:lnTo>
                  <a:lnTo>
                    <a:pt x="88" y="229"/>
                  </a:lnTo>
                  <a:lnTo>
                    <a:pt x="92" y="227"/>
                  </a:lnTo>
                  <a:lnTo>
                    <a:pt x="93" y="224"/>
                  </a:lnTo>
                  <a:lnTo>
                    <a:pt x="93" y="222"/>
                  </a:lnTo>
                  <a:lnTo>
                    <a:pt x="92" y="222"/>
                  </a:lnTo>
                  <a:lnTo>
                    <a:pt x="87" y="223"/>
                  </a:lnTo>
                  <a:lnTo>
                    <a:pt x="85" y="223"/>
                  </a:lnTo>
                  <a:lnTo>
                    <a:pt x="79" y="222"/>
                  </a:lnTo>
                  <a:lnTo>
                    <a:pt x="76" y="223"/>
                  </a:lnTo>
                  <a:lnTo>
                    <a:pt x="73" y="224"/>
                  </a:lnTo>
                  <a:lnTo>
                    <a:pt x="70" y="226"/>
                  </a:lnTo>
                  <a:lnTo>
                    <a:pt x="68" y="225"/>
                  </a:lnTo>
                  <a:lnTo>
                    <a:pt x="66" y="225"/>
                  </a:lnTo>
                  <a:lnTo>
                    <a:pt x="54" y="228"/>
                  </a:lnTo>
                  <a:lnTo>
                    <a:pt x="49" y="231"/>
                  </a:lnTo>
                  <a:lnTo>
                    <a:pt x="48" y="228"/>
                  </a:lnTo>
                  <a:lnTo>
                    <a:pt x="44" y="228"/>
                  </a:lnTo>
                  <a:lnTo>
                    <a:pt x="41" y="232"/>
                  </a:lnTo>
                  <a:lnTo>
                    <a:pt x="41" y="237"/>
                  </a:lnTo>
                  <a:lnTo>
                    <a:pt x="36" y="235"/>
                  </a:lnTo>
                  <a:lnTo>
                    <a:pt x="32" y="235"/>
                  </a:lnTo>
                  <a:lnTo>
                    <a:pt x="24" y="235"/>
                  </a:lnTo>
                  <a:lnTo>
                    <a:pt x="22" y="234"/>
                  </a:lnTo>
                  <a:lnTo>
                    <a:pt x="23" y="231"/>
                  </a:lnTo>
                  <a:lnTo>
                    <a:pt x="24" y="229"/>
                  </a:lnTo>
                  <a:lnTo>
                    <a:pt x="27" y="229"/>
                  </a:lnTo>
                  <a:lnTo>
                    <a:pt x="31" y="228"/>
                  </a:lnTo>
                  <a:lnTo>
                    <a:pt x="37" y="224"/>
                  </a:lnTo>
                  <a:lnTo>
                    <a:pt x="52" y="207"/>
                  </a:lnTo>
                  <a:lnTo>
                    <a:pt x="54" y="207"/>
                  </a:lnTo>
                  <a:lnTo>
                    <a:pt x="57" y="206"/>
                  </a:lnTo>
                  <a:lnTo>
                    <a:pt x="57" y="209"/>
                  </a:lnTo>
                  <a:lnTo>
                    <a:pt x="61" y="209"/>
                  </a:lnTo>
                  <a:lnTo>
                    <a:pt x="69" y="206"/>
                  </a:lnTo>
                  <a:lnTo>
                    <a:pt x="76" y="206"/>
                  </a:lnTo>
                  <a:lnTo>
                    <a:pt x="84" y="204"/>
                  </a:lnTo>
                  <a:lnTo>
                    <a:pt x="91" y="202"/>
                  </a:lnTo>
                  <a:lnTo>
                    <a:pt x="91" y="206"/>
                  </a:lnTo>
                  <a:lnTo>
                    <a:pt x="94" y="209"/>
                  </a:lnTo>
                  <a:lnTo>
                    <a:pt x="95" y="208"/>
                  </a:lnTo>
                  <a:lnTo>
                    <a:pt x="99" y="206"/>
                  </a:lnTo>
                  <a:lnTo>
                    <a:pt x="103" y="203"/>
                  </a:lnTo>
                  <a:lnTo>
                    <a:pt x="103" y="200"/>
                  </a:lnTo>
                  <a:lnTo>
                    <a:pt x="103" y="196"/>
                  </a:lnTo>
                  <a:lnTo>
                    <a:pt x="107" y="192"/>
                  </a:lnTo>
                  <a:lnTo>
                    <a:pt x="112" y="186"/>
                  </a:lnTo>
                  <a:lnTo>
                    <a:pt x="114" y="182"/>
                  </a:lnTo>
                  <a:lnTo>
                    <a:pt x="114" y="173"/>
                  </a:lnTo>
                  <a:lnTo>
                    <a:pt x="115" y="171"/>
                  </a:lnTo>
                  <a:close/>
                  <a:moveTo>
                    <a:pt x="168" y="90"/>
                  </a:moveTo>
                  <a:lnTo>
                    <a:pt x="167" y="88"/>
                  </a:lnTo>
                  <a:lnTo>
                    <a:pt x="166" y="85"/>
                  </a:lnTo>
                  <a:lnTo>
                    <a:pt x="168" y="79"/>
                  </a:lnTo>
                  <a:lnTo>
                    <a:pt x="168" y="76"/>
                  </a:lnTo>
                  <a:lnTo>
                    <a:pt x="164" y="74"/>
                  </a:lnTo>
                  <a:lnTo>
                    <a:pt x="163" y="72"/>
                  </a:lnTo>
                  <a:lnTo>
                    <a:pt x="162" y="65"/>
                  </a:lnTo>
                  <a:lnTo>
                    <a:pt x="166" y="61"/>
                  </a:lnTo>
                  <a:lnTo>
                    <a:pt x="170" y="59"/>
                  </a:lnTo>
                  <a:lnTo>
                    <a:pt x="174" y="56"/>
                  </a:lnTo>
                  <a:lnTo>
                    <a:pt x="174" y="52"/>
                  </a:lnTo>
                  <a:lnTo>
                    <a:pt x="172" y="49"/>
                  </a:lnTo>
                  <a:lnTo>
                    <a:pt x="174" y="46"/>
                  </a:lnTo>
                  <a:lnTo>
                    <a:pt x="175" y="46"/>
                  </a:lnTo>
                  <a:lnTo>
                    <a:pt x="180" y="51"/>
                  </a:lnTo>
                  <a:lnTo>
                    <a:pt x="183" y="51"/>
                  </a:lnTo>
                  <a:lnTo>
                    <a:pt x="187" y="49"/>
                  </a:lnTo>
                  <a:lnTo>
                    <a:pt x="187" y="38"/>
                  </a:lnTo>
                  <a:lnTo>
                    <a:pt x="190" y="36"/>
                  </a:lnTo>
                  <a:lnTo>
                    <a:pt x="193" y="34"/>
                  </a:lnTo>
                  <a:lnTo>
                    <a:pt x="193" y="27"/>
                  </a:lnTo>
                  <a:lnTo>
                    <a:pt x="193" y="18"/>
                  </a:lnTo>
                  <a:lnTo>
                    <a:pt x="191" y="11"/>
                  </a:lnTo>
                  <a:lnTo>
                    <a:pt x="190" y="6"/>
                  </a:lnTo>
                  <a:lnTo>
                    <a:pt x="191" y="4"/>
                  </a:lnTo>
                  <a:lnTo>
                    <a:pt x="196" y="0"/>
                  </a:lnTo>
                  <a:lnTo>
                    <a:pt x="196" y="1"/>
                  </a:lnTo>
                  <a:lnTo>
                    <a:pt x="200" y="5"/>
                  </a:lnTo>
                  <a:lnTo>
                    <a:pt x="206" y="13"/>
                  </a:lnTo>
                  <a:lnTo>
                    <a:pt x="213" y="22"/>
                  </a:lnTo>
                  <a:lnTo>
                    <a:pt x="221" y="28"/>
                  </a:lnTo>
                  <a:lnTo>
                    <a:pt x="225" y="31"/>
                  </a:lnTo>
                  <a:lnTo>
                    <a:pt x="229" y="33"/>
                  </a:lnTo>
                  <a:lnTo>
                    <a:pt x="236" y="35"/>
                  </a:lnTo>
                  <a:lnTo>
                    <a:pt x="238" y="35"/>
                  </a:lnTo>
                  <a:lnTo>
                    <a:pt x="240" y="34"/>
                  </a:lnTo>
                  <a:lnTo>
                    <a:pt x="247" y="28"/>
                  </a:lnTo>
                  <a:lnTo>
                    <a:pt x="250" y="27"/>
                  </a:lnTo>
                  <a:lnTo>
                    <a:pt x="248" y="31"/>
                  </a:lnTo>
                  <a:lnTo>
                    <a:pt x="245" y="37"/>
                  </a:lnTo>
                  <a:lnTo>
                    <a:pt x="247" y="41"/>
                  </a:lnTo>
                  <a:lnTo>
                    <a:pt x="250" y="46"/>
                  </a:lnTo>
                  <a:lnTo>
                    <a:pt x="251" y="50"/>
                  </a:lnTo>
                  <a:lnTo>
                    <a:pt x="248" y="53"/>
                  </a:lnTo>
                  <a:lnTo>
                    <a:pt x="244" y="55"/>
                  </a:lnTo>
                  <a:lnTo>
                    <a:pt x="240" y="56"/>
                  </a:lnTo>
                  <a:lnTo>
                    <a:pt x="238" y="57"/>
                  </a:lnTo>
                  <a:lnTo>
                    <a:pt x="234" y="55"/>
                  </a:lnTo>
                  <a:lnTo>
                    <a:pt x="231" y="55"/>
                  </a:lnTo>
                  <a:lnTo>
                    <a:pt x="229" y="56"/>
                  </a:lnTo>
                  <a:lnTo>
                    <a:pt x="226" y="58"/>
                  </a:lnTo>
                  <a:lnTo>
                    <a:pt x="221" y="66"/>
                  </a:lnTo>
                  <a:lnTo>
                    <a:pt x="218" y="71"/>
                  </a:lnTo>
                  <a:lnTo>
                    <a:pt x="217" y="76"/>
                  </a:lnTo>
                  <a:lnTo>
                    <a:pt x="214" y="75"/>
                  </a:lnTo>
                  <a:lnTo>
                    <a:pt x="211" y="73"/>
                  </a:lnTo>
                  <a:lnTo>
                    <a:pt x="196" y="64"/>
                  </a:lnTo>
                  <a:lnTo>
                    <a:pt x="193" y="63"/>
                  </a:lnTo>
                  <a:lnTo>
                    <a:pt x="188" y="64"/>
                  </a:lnTo>
                  <a:lnTo>
                    <a:pt x="181" y="69"/>
                  </a:lnTo>
                  <a:lnTo>
                    <a:pt x="180" y="66"/>
                  </a:lnTo>
                  <a:lnTo>
                    <a:pt x="177" y="63"/>
                  </a:lnTo>
                  <a:lnTo>
                    <a:pt x="175" y="63"/>
                  </a:lnTo>
                  <a:lnTo>
                    <a:pt x="173" y="64"/>
                  </a:lnTo>
                  <a:lnTo>
                    <a:pt x="170" y="67"/>
                  </a:lnTo>
                  <a:lnTo>
                    <a:pt x="170" y="70"/>
                  </a:lnTo>
                  <a:lnTo>
                    <a:pt x="178" y="74"/>
                  </a:lnTo>
                  <a:lnTo>
                    <a:pt x="182" y="77"/>
                  </a:lnTo>
                  <a:lnTo>
                    <a:pt x="184" y="80"/>
                  </a:lnTo>
                  <a:lnTo>
                    <a:pt x="182" y="82"/>
                  </a:lnTo>
                  <a:lnTo>
                    <a:pt x="179" y="82"/>
                  </a:lnTo>
                  <a:lnTo>
                    <a:pt x="177" y="81"/>
                  </a:lnTo>
                  <a:lnTo>
                    <a:pt x="175" y="81"/>
                  </a:lnTo>
                  <a:lnTo>
                    <a:pt x="173" y="84"/>
                  </a:lnTo>
                  <a:lnTo>
                    <a:pt x="171" y="89"/>
                  </a:lnTo>
                  <a:lnTo>
                    <a:pt x="168" y="90"/>
                  </a:lnTo>
                  <a:close/>
                  <a:moveTo>
                    <a:pt x="22" y="291"/>
                  </a:moveTo>
                  <a:lnTo>
                    <a:pt x="19" y="291"/>
                  </a:lnTo>
                  <a:lnTo>
                    <a:pt x="19" y="289"/>
                  </a:lnTo>
                  <a:lnTo>
                    <a:pt x="21" y="285"/>
                  </a:lnTo>
                  <a:lnTo>
                    <a:pt x="22" y="280"/>
                  </a:lnTo>
                  <a:lnTo>
                    <a:pt x="19" y="279"/>
                  </a:lnTo>
                  <a:lnTo>
                    <a:pt x="18" y="281"/>
                  </a:lnTo>
                  <a:lnTo>
                    <a:pt x="17" y="285"/>
                  </a:lnTo>
                  <a:lnTo>
                    <a:pt x="14" y="288"/>
                  </a:lnTo>
                  <a:lnTo>
                    <a:pt x="11" y="287"/>
                  </a:lnTo>
                  <a:lnTo>
                    <a:pt x="11" y="285"/>
                  </a:lnTo>
                  <a:lnTo>
                    <a:pt x="13" y="281"/>
                  </a:lnTo>
                  <a:lnTo>
                    <a:pt x="14" y="279"/>
                  </a:lnTo>
                  <a:lnTo>
                    <a:pt x="11" y="271"/>
                  </a:lnTo>
                  <a:lnTo>
                    <a:pt x="12" y="270"/>
                  </a:lnTo>
                  <a:lnTo>
                    <a:pt x="17" y="265"/>
                  </a:lnTo>
                  <a:lnTo>
                    <a:pt x="18" y="264"/>
                  </a:lnTo>
                  <a:lnTo>
                    <a:pt x="18" y="260"/>
                  </a:lnTo>
                  <a:lnTo>
                    <a:pt x="14" y="254"/>
                  </a:lnTo>
                  <a:lnTo>
                    <a:pt x="12" y="254"/>
                  </a:lnTo>
                  <a:lnTo>
                    <a:pt x="11" y="255"/>
                  </a:lnTo>
                  <a:lnTo>
                    <a:pt x="8" y="260"/>
                  </a:lnTo>
                  <a:lnTo>
                    <a:pt x="6" y="259"/>
                  </a:lnTo>
                  <a:lnTo>
                    <a:pt x="5" y="254"/>
                  </a:lnTo>
                  <a:lnTo>
                    <a:pt x="2" y="253"/>
                  </a:lnTo>
                  <a:lnTo>
                    <a:pt x="0" y="249"/>
                  </a:lnTo>
                  <a:lnTo>
                    <a:pt x="3" y="247"/>
                  </a:lnTo>
                  <a:lnTo>
                    <a:pt x="8" y="247"/>
                  </a:lnTo>
                  <a:lnTo>
                    <a:pt x="13" y="246"/>
                  </a:lnTo>
                  <a:lnTo>
                    <a:pt x="15" y="242"/>
                  </a:lnTo>
                  <a:lnTo>
                    <a:pt x="17" y="239"/>
                  </a:lnTo>
                  <a:lnTo>
                    <a:pt x="20" y="239"/>
                  </a:lnTo>
                  <a:lnTo>
                    <a:pt x="23" y="239"/>
                  </a:lnTo>
                  <a:lnTo>
                    <a:pt x="25" y="243"/>
                  </a:lnTo>
                  <a:lnTo>
                    <a:pt x="27" y="244"/>
                  </a:lnTo>
                  <a:lnTo>
                    <a:pt x="30" y="245"/>
                  </a:lnTo>
                  <a:lnTo>
                    <a:pt x="35" y="243"/>
                  </a:lnTo>
                  <a:lnTo>
                    <a:pt x="36" y="246"/>
                  </a:lnTo>
                  <a:lnTo>
                    <a:pt x="32" y="250"/>
                  </a:lnTo>
                  <a:lnTo>
                    <a:pt x="35" y="252"/>
                  </a:lnTo>
                  <a:lnTo>
                    <a:pt x="38" y="255"/>
                  </a:lnTo>
                  <a:lnTo>
                    <a:pt x="39" y="258"/>
                  </a:lnTo>
                  <a:lnTo>
                    <a:pt x="35" y="263"/>
                  </a:lnTo>
                  <a:lnTo>
                    <a:pt x="33" y="266"/>
                  </a:lnTo>
                  <a:lnTo>
                    <a:pt x="32" y="269"/>
                  </a:lnTo>
                  <a:lnTo>
                    <a:pt x="32" y="274"/>
                  </a:lnTo>
                  <a:lnTo>
                    <a:pt x="31" y="280"/>
                  </a:lnTo>
                  <a:lnTo>
                    <a:pt x="29" y="283"/>
                  </a:lnTo>
                  <a:lnTo>
                    <a:pt x="28" y="284"/>
                  </a:lnTo>
                  <a:lnTo>
                    <a:pt x="26" y="284"/>
                  </a:lnTo>
                  <a:lnTo>
                    <a:pt x="25" y="285"/>
                  </a:lnTo>
                  <a:lnTo>
                    <a:pt x="22" y="291"/>
                  </a:lnTo>
                  <a:close/>
                  <a:moveTo>
                    <a:pt x="52" y="260"/>
                  </a:moveTo>
                  <a:lnTo>
                    <a:pt x="50" y="259"/>
                  </a:lnTo>
                  <a:lnTo>
                    <a:pt x="49" y="256"/>
                  </a:lnTo>
                  <a:lnTo>
                    <a:pt x="48" y="254"/>
                  </a:lnTo>
                  <a:lnTo>
                    <a:pt x="47" y="250"/>
                  </a:lnTo>
                  <a:lnTo>
                    <a:pt x="43" y="246"/>
                  </a:lnTo>
                  <a:lnTo>
                    <a:pt x="49" y="242"/>
                  </a:lnTo>
                  <a:lnTo>
                    <a:pt x="51" y="240"/>
                  </a:lnTo>
                  <a:lnTo>
                    <a:pt x="53" y="235"/>
                  </a:lnTo>
                  <a:lnTo>
                    <a:pt x="56" y="237"/>
                  </a:lnTo>
                  <a:lnTo>
                    <a:pt x="61" y="237"/>
                  </a:lnTo>
                  <a:lnTo>
                    <a:pt x="64" y="236"/>
                  </a:lnTo>
                  <a:lnTo>
                    <a:pt x="67" y="233"/>
                  </a:lnTo>
                  <a:lnTo>
                    <a:pt x="69" y="230"/>
                  </a:lnTo>
                  <a:lnTo>
                    <a:pt x="73" y="230"/>
                  </a:lnTo>
                  <a:lnTo>
                    <a:pt x="75" y="231"/>
                  </a:lnTo>
                  <a:lnTo>
                    <a:pt x="81" y="233"/>
                  </a:lnTo>
                  <a:lnTo>
                    <a:pt x="82" y="235"/>
                  </a:lnTo>
                  <a:lnTo>
                    <a:pt x="82" y="237"/>
                  </a:lnTo>
                  <a:lnTo>
                    <a:pt x="81" y="240"/>
                  </a:lnTo>
                  <a:lnTo>
                    <a:pt x="79" y="242"/>
                  </a:lnTo>
                  <a:lnTo>
                    <a:pt x="73" y="249"/>
                  </a:lnTo>
                  <a:lnTo>
                    <a:pt x="71" y="248"/>
                  </a:lnTo>
                  <a:lnTo>
                    <a:pt x="68" y="245"/>
                  </a:lnTo>
                  <a:lnTo>
                    <a:pt x="65" y="245"/>
                  </a:lnTo>
                  <a:lnTo>
                    <a:pt x="61" y="247"/>
                  </a:lnTo>
                  <a:lnTo>
                    <a:pt x="59" y="248"/>
                  </a:lnTo>
                  <a:lnTo>
                    <a:pt x="58" y="252"/>
                  </a:lnTo>
                  <a:lnTo>
                    <a:pt x="56" y="256"/>
                  </a:lnTo>
                  <a:lnTo>
                    <a:pt x="55" y="258"/>
                  </a:lnTo>
                  <a:lnTo>
                    <a:pt x="52" y="26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6" name="Freeform 55"/>
            <p:cNvSpPr>
              <a:spLocks/>
            </p:cNvSpPr>
            <p:nvPr/>
          </p:nvSpPr>
          <p:spPr bwMode="gray">
            <a:xfrm>
              <a:off x="5675313" y="3578226"/>
              <a:ext cx="279400" cy="254000"/>
            </a:xfrm>
            <a:custGeom>
              <a:avLst/>
              <a:gdLst>
                <a:gd name="T0" fmla="*/ 102 w 176"/>
                <a:gd name="T1" fmla="*/ 81 h 160"/>
                <a:gd name="T2" fmla="*/ 98 w 176"/>
                <a:gd name="T3" fmla="*/ 89 h 160"/>
                <a:gd name="T4" fmla="*/ 100 w 176"/>
                <a:gd name="T5" fmla="*/ 97 h 160"/>
                <a:gd name="T6" fmla="*/ 106 w 176"/>
                <a:gd name="T7" fmla="*/ 92 h 160"/>
                <a:gd name="T8" fmla="*/ 124 w 176"/>
                <a:gd name="T9" fmla="*/ 81 h 160"/>
                <a:gd name="T10" fmla="*/ 134 w 176"/>
                <a:gd name="T11" fmla="*/ 69 h 160"/>
                <a:gd name="T12" fmla="*/ 140 w 176"/>
                <a:gd name="T13" fmla="*/ 57 h 160"/>
                <a:gd name="T14" fmla="*/ 144 w 176"/>
                <a:gd name="T15" fmla="*/ 46 h 160"/>
                <a:gd name="T16" fmla="*/ 142 w 176"/>
                <a:gd name="T17" fmla="*/ 34 h 160"/>
                <a:gd name="T18" fmla="*/ 144 w 176"/>
                <a:gd name="T19" fmla="*/ 28 h 160"/>
                <a:gd name="T20" fmla="*/ 148 w 176"/>
                <a:gd name="T21" fmla="*/ 13 h 160"/>
                <a:gd name="T22" fmla="*/ 153 w 176"/>
                <a:gd name="T23" fmla="*/ 13 h 160"/>
                <a:gd name="T24" fmla="*/ 162 w 176"/>
                <a:gd name="T25" fmla="*/ 12 h 160"/>
                <a:gd name="T26" fmla="*/ 156 w 176"/>
                <a:gd name="T27" fmla="*/ 4 h 160"/>
                <a:gd name="T28" fmla="*/ 167 w 176"/>
                <a:gd name="T29" fmla="*/ 4 h 160"/>
                <a:gd name="T30" fmla="*/ 167 w 176"/>
                <a:gd name="T31" fmla="*/ 19 h 160"/>
                <a:gd name="T32" fmla="*/ 176 w 176"/>
                <a:gd name="T33" fmla="*/ 37 h 160"/>
                <a:gd name="T34" fmla="*/ 169 w 176"/>
                <a:gd name="T35" fmla="*/ 55 h 160"/>
                <a:gd name="T36" fmla="*/ 167 w 176"/>
                <a:gd name="T37" fmla="*/ 62 h 160"/>
                <a:gd name="T38" fmla="*/ 159 w 176"/>
                <a:gd name="T39" fmla="*/ 68 h 160"/>
                <a:gd name="T40" fmla="*/ 159 w 176"/>
                <a:gd name="T41" fmla="*/ 77 h 160"/>
                <a:gd name="T42" fmla="*/ 154 w 176"/>
                <a:gd name="T43" fmla="*/ 97 h 160"/>
                <a:gd name="T44" fmla="*/ 154 w 176"/>
                <a:gd name="T45" fmla="*/ 112 h 160"/>
                <a:gd name="T46" fmla="*/ 151 w 176"/>
                <a:gd name="T47" fmla="*/ 119 h 160"/>
                <a:gd name="T48" fmla="*/ 142 w 176"/>
                <a:gd name="T49" fmla="*/ 132 h 160"/>
                <a:gd name="T50" fmla="*/ 144 w 176"/>
                <a:gd name="T51" fmla="*/ 119 h 160"/>
                <a:gd name="T52" fmla="*/ 135 w 176"/>
                <a:gd name="T53" fmla="*/ 125 h 160"/>
                <a:gd name="T54" fmla="*/ 129 w 176"/>
                <a:gd name="T55" fmla="*/ 134 h 160"/>
                <a:gd name="T56" fmla="*/ 125 w 176"/>
                <a:gd name="T57" fmla="*/ 135 h 160"/>
                <a:gd name="T58" fmla="*/ 122 w 176"/>
                <a:gd name="T59" fmla="*/ 129 h 160"/>
                <a:gd name="T60" fmla="*/ 115 w 176"/>
                <a:gd name="T61" fmla="*/ 138 h 160"/>
                <a:gd name="T62" fmla="*/ 101 w 176"/>
                <a:gd name="T63" fmla="*/ 138 h 160"/>
                <a:gd name="T64" fmla="*/ 91 w 176"/>
                <a:gd name="T65" fmla="*/ 133 h 160"/>
                <a:gd name="T66" fmla="*/ 90 w 176"/>
                <a:gd name="T67" fmla="*/ 138 h 160"/>
                <a:gd name="T68" fmla="*/ 94 w 176"/>
                <a:gd name="T69" fmla="*/ 144 h 160"/>
                <a:gd name="T70" fmla="*/ 82 w 176"/>
                <a:gd name="T71" fmla="*/ 153 h 160"/>
                <a:gd name="T72" fmla="*/ 69 w 176"/>
                <a:gd name="T73" fmla="*/ 155 h 160"/>
                <a:gd name="T74" fmla="*/ 66 w 176"/>
                <a:gd name="T75" fmla="*/ 145 h 160"/>
                <a:gd name="T76" fmla="*/ 71 w 176"/>
                <a:gd name="T77" fmla="*/ 138 h 160"/>
                <a:gd name="T78" fmla="*/ 65 w 176"/>
                <a:gd name="T79" fmla="*/ 137 h 160"/>
                <a:gd name="T80" fmla="*/ 54 w 176"/>
                <a:gd name="T81" fmla="*/ 137 h 160"/>
                <a:gd name="T82" fmla="*/ 46 w 176"/>
                <a:gd name="T83" fmla="*/ 139 h 160"/>
                <a:gd name="T84" fmla="*/ 27 w 176"/>
                <a:gd name="T85" fmla="*/ 145 h 160"/>
                <a:gd name="T86" fmla="*/ 19 w 176"/>
                <a:gd name="T87" fmla="*/ 146 h 160"/>
                <a:gd name="T88" fmla="*/ 10 w 176"/>
                <a:gd name="T89" fmla="*/ 149 h 160"/>
                <a:gd name="T90" fmla="*/ 1 w 176"/>
                <a:gd name="T91" fmla="*/ 145 h 160"/>
                <a:gd name="T92" fmla="*/ 9 w 176"/>
                <a:gd name="T93" fmla="*/ 142 h 160"/>
                <a:gd name="T94" fmla="*/ 32 w 176"/>
                <a:gd name="T95" fmla="*/ 121 h 160"/>
                <a:gd name="T96" fmla="*/ 39 w 176"/>
                <a:gd name="T97" fmla="*/ 123 h 160"/>
                <a:gd name="T98" fmla="*/ 62 w 176"/>
                <a:gd name="T99" fmla="*/ 118 h 160"/>
                <a:gd name="T100" fmla="*/ 72 w 176"/>
                <a:gd name="T101" fmla="*/ 123 h 160"/>
                <a:gd name="T102" fmla="*/ 81 w 176"/>
                <a:gd name="T103" fmla="*/ 117 h 160"/>
                <a:gd name="T104" fmla="*/ 85 w 176"/>
                <a:gd name="T105" fmla="*/ 106 h 160"/>
                <a:gd name="T106" fmla="*/ 92 w 176"/>
                <a:gd name="T107" fmla="*/ 87 h 16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76"/>
                <a:gd name="T163" fmla="*/ 0 h 160"/>
                <a:gd name="T164" fmla="*/ 176 w 176"/>
                <a:gd name="T165" fmla="*/ 160 h 16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76" h="160">
                  <a:moveTo>
                    <a:pt x="93" y="85"/>
                  </a:moveTo>
                  <a:lnTo>
                    <a:pt x="94" y="84"/>
                  </a:lnTo>
                  <a:lnTo>
                    <a:pt x="102" y="81"/>
                  </a:lnTo>
                  <a:lnTo>
                    <a:pt x="103" y="84"/>
                  </a:lnTo>
                  <a:lnTo>
                    <a:pt x="99" y="87"/>
                  </a:lnTo>
                  <a:lnTo>
                    <a:pt x="98" y="89"/>
                  </a:lnTo>
                  <a:lnTo>
                    <a:pt x="97" y="93"/>
                  </a:lnTo>
                  <a:lnTo>
                    <a:pt x="98" y="96"/>
                  </a:lnTo>
                  <a:lnTo>
                    <a:pt x="100" y="97"/>
                  </a:lnTo>
                  <a:lnTo>
                    <a:pt x="102" y="96"/>
                  </a:lnTo>
                  <a:lnTo>
                    <a:pt x="105" y="93"/>
                  </a:lnTo>
                  <a:lnTo>
                    <a:pt x="106" y="92"/>
                  </a:lnTo>
                  <a:lnTo>
                    <a:pt x="118" y="86"/>
                  </a:lnTo>
                  <a:lnTo>
                    <a:pt x="121" y="84"/>
                  </a:lnTo>
                  <a:lnTo>
                    <a:pt x="124" y="81"/>
                  </a:lnTo>
                  <a:lnTo>
                    <a:pt x="126" y="76"/>
                  </a:lnTo>
                  <a:lnTo>
                    <a:pt x="132" y="72"/>
                  </a:lnTo>
                  <a:lnTo>
                    <a:pt x="134" y="69"/>
                  </a:lnTo>
                  <a:lnTo>
                    <a:pt x="136" y="66"/>
                  </a:lnTo>
                  <a:lnTo>
                    <a:pt x="136" y="62"/>
                  </a:lnTo>
                  <a:lnTo>
                    <a:pt x="140" y="57"/>
                  </a:lnTo>
                  <a:lnTo>
                    <a:pt x="140" y="55"/>
                  </a:lnTo>
                  <a:lnTo>
                    <a:pt x="143" y="50"/>
                  </a:lnTo>
                  <a:lnTo>
                    <a:pt x="144" y="46"/>
                  </a:lnTo>
                  <a:lnTo>
                    <a:pt x="145" y="41"/>
                  </a:lnTo>
                  <a:lnTo>
                    <a:pt x="144" y="36"/>
                  </a:lnTo>
                  <a:lnTo>
                    <a:pt x="142" y="34"/>
                  </a:lnTo>
                  <a:lnTo>
                    <a:pt x="141" y="32"/>
                  </a:lnTo>
                  <a:lnTo>
                    <a:pt x="143" y="30"/>
                  </a:lnTo>
                  <a:lnTo>
                    <a:pt x="144" y="28"/>
                  </a:lnTo>
                  <a:lnTo>
                    <a:pt x="143" y="18"/>
                  </a:lnTo>
                  <a:lnTo>
                    <a:pt x="147" y="15"/>
                  </a:lnTo>
                  <a:lnTo>
                    <a:pt x="148" y="13"/>
                  </a:lnTo>
                  <a:lnTo>
                    <a:pt x="151" y="10"/>
                  </a:lnTo>
                  <a:lnTo>
                    <a:pt x="153" y="13"/>
                  </a:lnTo>
                  <a:lnTo>
                    <a:pt x="154" y="15"/>
                  </a:lnTo>
                  <a:lnTo>
                    <a:pt x="157" y="15"/>
                  </a:lnTo>
                  <a:lnTo>
                    <a:pt x="162" y="12"/>
                  </a:lnTo>
                  <a:lnTo>
                    <a:pt x="161" y="7"/>
                  </a:lnTo>
                  <a:lnTo>
                    <a:pt x="159" y="7"/>
                  </a:lnTo>
                  <a:lnTo>
                    <a:pt x="156" y="4"/>
                  </a:lnTo>
                  <a:lnTo>
                    <a:pt x="161" y="0"/>
                  </a:lnTo>
                  <a:lnTo>
                    <a:pt x="165" y="2"/>
                  </a:lnTo>
                  <a:lnTo>
                    <a:pt x="167" y="4"/>
                  </a:lnTo>
                  <a:lnTo>
                    <a:pt x="167" y="6"/>
                  </a:lnTo>
                  <a:lnTo>
                    <a:pt x="167" y="14"/>
                  </a:lnTo>
                  <a:lnTo>
                    <a:pt x="167" y="19"/>
                  </a:lnTo>
                  <a:lnTo>
                    <a:pt x="169" y="21"/>
                  </a:lnTo>
                  <a:lnTo>
                    <a:pt x="170" y="23"/>
                  </a:lnTo>
                  <a:lnTo>
                    <a:pt x="176" y="37"/>
                  </a:lnTo>
                  <a:lnTo>
                    <a:pt x="176" y="41"/>
                  </a:lnTo>
                  <a:lnTo>
                    <a:pt x="174" y="47"/>
                  </a:lnTo>
                  <a:lnTo>
                    <a:pt x="169" y="55"/>
                  </a:lnTo>
                  <a:lnTo>
                    <a:pt x="167" y="59"/>
                  </a:lnTo>
                  <a:lnTo>
                    <a:pt x="167" y="62"/>
                  </a:lnTo>
                  <a:lnTo>
                    <a:pt x="161" y="65"/>
                  </a:lnTo>
                  <a:lnTo>
                    <a:pt x="160" y="66"/>
                  </a:lnTo>
                  <a:lnTo>
                    <a:pt x="159" y="68"/>
                  </a:lnTo>
                  <a:lnTo>
                    <a:pt x="158" y="72"/>
                  </a:lnTo>
                  <a:lnTo>
                    <a:pt x="158" y="75"/>
                  </a:lnTo>
                  <a:lnTo>
                    <a:pt x="159" y="77"/>
                  </a:lnTo>
                  <a:lnTo>
                    <a:pt x="160" y="85"/>
                  </a:lnTo>
                  <a:lnTo>
                    <a:pt x="159" y="91"/>
                  </a:lnTo>
                  <a:lnTo>
                    <a:pt x="154" y="97"/>
                  </a:lnTo>
                  <a:lnTo>
                    <a:pt x="153" y="104"/>
                  </a:lnTo>
                  <a:lnTo>
                    <a:pt x="153" y="110"/>
                  </a:lnTo>
                  <a:lnTo>
                    <a:pt x="154" y="112"/>
                  </a:lnTo>
                  <a:lnTo>
                    <a:pt x="157" y="115"/>
                  </a:lnTo>
                  <a:lnTo>
                    <a:pt x="153" y="118"/>
                  </a:lnTo>
                  <a:lnTo>
                    <a:pt x="151" y="119"/>
                  </a:lnTo>
                  <a:lnTo>
                    <a:pt x="151" y="121"/>
                  </a:lnTo>
                  <a:lnTo>
                    <a:pt x="149" y="128"/>
                  </a:lnTo>
                  <a:lnTo>
                    <a:pt x="142" y="132"/>
                  </a:lnTo>
                  <a:lnTo>
                    <a:pt x="141" y="129"/>
                  </a:lnTo>
                  <a:lnTo>
                    <a:pt x="143" y="123"/>
                  </a:lnTo>
                  <a:lnTo>
                    <a:pt x="144" y="119"/>
                  </a:lnTo>
                  <a:lnTo>
                    <a:pt x="143" y="118"/>
                  </a:lnTo>
                  <a:lnTo>
                    <a:pt x="139" y="120"/>
                  </a:lnTo>
                  <a:lnTo>
                    <a:pt x="135" y="125"/>
                  </a:lnTo>
                  <a:lnTo>
                    <a:pt x="132" y="125"/>
                  </a:lnTo>
                  <a:lnTo>
                    <a:pt x="130" y="128"/>
                  </a:lnTo>
                  <a:lnTo>
                    <a:pt x="129" y="134"/>
                  </a:lnTo>
                  <a:lnTo>
                    <a:pt x="126" y="137"/>
                  </a:lnTo>
                  <a:lnTo>
                    <a:pt x="125" y="137"/>
                  </a:lnTo>
                  <a:lnTo>
                    <a:pt x="125" y="135"/>
                  </a:lnTo>
                  <a:lnTo>
                    <a:pt x="125" y="130"/>
                  </a:lnTo>
                  <a:lnTo>
                    <a:pt x="124" y="129"/>
                  </a:lnTo>
                  <a:lnTo>
                    <a:pt x="122" y="129"/>
                  </a:lnTo>
                  <a:lnTo>
                    <a:pt x="120" y="130"/>
                  </a:lnTo>
                  <a:lnTo>
                    <a:pt x="118" y="133"/>
                  </a:lnTo>
                  <a:lnTo>
                    <a:pt x="115" y="138"/>
                  </a:lnTo>
                  <a:lnTo>
                    <a:pt x="109" y="137"/>
                  </a:lnTo>
                  <a:lnTo>
                    <a:pt x="106" y="138"/>
                  </a:lnTo>
                  <a:lnTo>
                    <a:pt x="101" y="138"/>
                  </a:lnTo>
                  <a:lnTo>
                    <a:pt x="98" y="134"/>
                  </a:lnTo>
                  <a:lnTo>
                    <a:pt x="93" y="131"/>
                  </a:lnTo>
                  <a:lnTo>
                    <a:pt x="91" y="133"/>
                  </a:lnTo>
                  <a:lnTo>
                    <a:pt x="91" y="135"/>
                  </a:lnTo>
                  <a:lnTo>
                    <a:pt x="90" y="138"/>
                  </a:lnTo>
                  <a:lnTo>
                    <a:pt x="93" y="140"/>
                  </a:lnTo>
                  <a:lnTo>
                    <a:pt x="96" y="142"/>
                  </a:lnTo>
                  <a:lnTo>
                    <a:pt x="94" y="144"/>
                  </a:lnTo>
                  <a:lnTo>
                    <a:pt x="88" y="145"/>
                  </a:lnTo>
                  <a:lnTo>
                    <a:pt x="85" y="147"/>
                  </a:lnTo>
                  <a:lnTo>
                    <a:pt x="82" y="153"/>
                  </a:lnTo>
                  <a:lnTo>
                    <a:pt x="78" y="160"/>
                  </a:lnTo>
                  <a:lnTo>
                    <a:pt x="73" y="156"/>
                  </a:lnTo>
                  <a:lnTo>
                    <a:pt x="69" y="155"/>
                  </a:lnTo>
                  <a:lnTo>
                    <a:pt x="67" y="153"/>
                  </a:lnTo>
                  <a:lnTo>
                    <a:pt x="67" y="152"/>
                  </a:lnTo>
                  <a:lnTo>
                    <a:pt x="66" y="145"/>
                  </a:lnTo>
                  <a:lnTo>
                    <a:pt x="66" y="143"/>
                  </a:lnTo>
                  <a:lnTo>
                    <a:pt x="70" y="141"/>
                  </a:lnTo>
                  <a:lnTo>
                    <a:pt x="71" y="138"/>
                  </a:lnTo>
                  <a:lnTo>
                    <a:pt x="71" y="136"/>
                  </a:lnTo>
                  <a:lnTo>
                    <a:pt x="70" y="136"/>
                  </a:lnTo>
                  <a:lnTo>
                    <a:pt x="65" y="137"/>
                  </a:lnTo>
                  <a:lnTo>
                    <a:pt x="63" y="137"/>
                  </a:lnTo>
                  <a:lnTo>
                    <a:pt x="57" y="136"/>
                  </a:lnTo>
                  <a:lnTo>
                    <a:pt x="54" y="137"/>
                  </a:lnTo>
                  <a:lnTo>
                    <a:pt x="51" y="138"/>
                  </a:lnTo>
                  <a:lnTo>
                    <a:pt x="48" y="140"/>
                  </a:lnTo>
                  <a:lnTo>
                    <a:pt x="46" y="139"/>
                  </a:lnTo>
                  <a:lnTo>
                    <a:pt x="44" y="139"/>
                  </a:lnTo>
                  <a:lnTo>
                    <a:pt x="32" y="142"/>
                  </a:lnTo>
                  <a:lnTo>
                    <a:pt x="27" y="145"/>
                  </a:lnTo>
                  <a:lnTo>
                    <a:pt x="26" y="142"/>
                  </a:lnTo>
                  <a:lnTo>
                    <a:pt x="22" y="142"/>
                  </a:lnTo>
                  <a:lnTo>
                    <a:pt x="19" y="146"/>
                  </a:lnTo>
                  <a:lnTo>
                    <a:pt x="19" y="151"/>
                  </a:lnTo>
                  <a:lnTo>
                    <a:pt x="14" y="149"/>
                  </a:lnTo>
                  <a:lnTo>
                    <a:pt x="10" y="149"/>
                  </a:lnTo>
                  <a:lnTo>
                    <a:pt x="2" y="149"/>
                  </a:lnTo>
                  <a:lnTo>
                    <a:pt x="0" y="148"/>
                  </a:lnTo>
                  <a:lnTo>
                    <a:pt x="1" y="145"/>
                  </a:lnTo>
                  <a:lnTo>
                    <a:pt x="2" y="143"/>
                  </a:lnTo>
                  <a:lnTo>
                    <a:pt x="5" y="143"/>
                  </a:lnTo>
                  <a:lnTo>
                    <a:pt x="9" y="142"/>
                  </a:lnTo>
                  <a:lnTo>
                    <a:pt x="15" y="138"/>
                  </a:lnTo>
                  <a:lnTo>
                    <a:pt x="30" y="121"/>
                  </a:lnTo>
                  <a:lnTo>
                    <a:pt x="32" y="121"/>
                  </a:lnTo>
                  <a:lnTo>
                    <a:pt x="35" y="120"/>
                  </a:lnTo>
                  <a:lnTo>
                    <a:pt x="35" y="123"/>
                  </a:lnTo>
                  <a:lnTo>
                    <a:pt x="39" y="123"/>
                  </a:lnTo>
                  <a:lnTo>
                    <a:pt x="47" y="120"/>
                  </a:lnTo>
                  <a:lnTo>
                    <a:pt x="54" y="120"/>
                  </a:lnTo>
                  <a:lnTo>
                    <a:pt x="62" y="118"/>
                  </a:lnTo>
                  <a:lnTo>
                    <a:pt x="69" y="116"/>
                  </a:lnTo>
                  <a:lnTo>
                    <a:pt x="69" y="120"/>
                  </a:lnTo>
                  <a:lnTo>
                    <a:pt x="72" y="123"/>
                  </a:lnTo>
                  <a:lnTo>
                    <a:pt x="73" y="122"/>
                  </a:lnTo>
                  <a:lnTo>
                    <a:pt x="77" y="120"/>
                  </a:lnTo>
                  <a:lnTo>
                    <a:pt x="81" y="117"/>
                  </a:lnTo>
                  <a:lnTo>
                    <a:pt x="81" y="114"/>
                  </a:lnTo>
                  <a:lnTo>
                    <a:pt x="81" y="110"/>
                  </a:lnTo>
                  <a:lnTo>
                    <a:pt x="85" y="106"/>
                  </a:lnTo>
                  <a:lnTo>
                    <a:pt x="90" y="100"/>
                  </a:lnTo>
                  <a:lnTo>
                    <a:pt x="92" y="96"/>
                  </a:lnTo>
                  <a:lnTo>
                    <a:pt x="92" y="87"/>
                  </a:lnTo>
                  <a:lnTo>
                    <a:pt x="93" y="8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7" name="Freeform 56"/>
            <p:cNvSpPr>
              <a:spLocks/>
            </p:cNvSpPr>
            <p:nvPr/>
          </p:nvSpPr>
          <p:spPr bwMode="gray">
            <a:xfrm>
              <a:off x="5897563" y="3441701"/>
              <a:ext cx="141288" cy="142875"/>
            </a:xfrm>
            <a:custGeom>
              <a:avLst/>
              <a:gdLst>
                <a:gd name="T0" fmla="*/ 5 w 89"/>
                <a:gd name="T1" fmla="*/ 88 h 90"/>
                <a:gd name="T2" fmla="*/ 6 w 89"/>
                <a:gd name="T3" fmla="*/ 79 h 90"/>
                <a:gd name="T4" fmla="*/ 2 w 89"/>
                <a:gd name="T5" fmla="*/ 74 h 90"/>
                <a:gd name="T6" fmla="*/ 0 w 89"/>
                <a:gd name="T7" fmla="*/ 65 h 90"/>
                <a:gd name="T8" fmla="*/ 8 w 89"/>
                <a:gd name="T9" fmla="*/ 59 h 90"/>
                <a:gd name="T10" fmla="*/ 12 w 89"/>
                <a:gd name="T11" fmla="*/ 52 h 90"/>
                <a:gd name="T12" fmla="*/ 12 w 89"/>
                <a:gd name="T13" fmla="*/ 46 h 90"/>
                <a:gd name="T14" fmla="*/ 18 w 89"/>
                <a:gd name="T15" fmla="*/ 51 h 90"/>
                <a:gd name="T16" fmla="*/ 25 w 89"/>
                <a:gd name="T17" fmla="*/ 49 h 90"/>
                <a:gd name="T18" fmla="*/ 28 w 89"/>
                <a:gd name="T19" fmla="*/ 36 h 90"/>
                <a:gd name="T20" fmla="*/ 31 w 89"/>
                <a:gd name="T21" fmla="*/ 27 h 90"/>
                <a:gd name="T22" fmla="*/ 29 w 89"/>
                <a:gd name="T23" fmla="*/ 11 h 90"/>
                <a:gd name="T24" fmla="*/ 29 w 89"/>
                <a:gd name="T25" fmla="*/ 4 h 90"/>
                <a:gd name="T26" fmla="*/ 34 w 89"/>
                <a:gd name="T27" fmla="*/ 1 h 90"/>
                <a:gd name="T28" fmla="*/ 44 w 89"/>
                <a:gd name="T29" fmla="*/ 13 h 90"/>
                <a:gd name="T30" fmla="*/ 59 w 89"/>
                <a:gd name="T31" fmla="*/ 28 h 90"/>
                <a:gd name="T32" fmla="*/ 67 w 89"/>
                <a:gd name="T33" fmla="*/ 33 h 90"/>
                <a:gd name="T34" fmla="*/ 76 w 89"/>
                <a:gd name="T35" fmla="*/ 35 h 90"/>
                <a:gd name="T36" fmla="*/ 85 w 89"/>
                <a:gd name="T37" fmla="*/ 28 h 90"/>
                <a:gd name="T38" fmla="*/ 88 w 89"/>
                <a:gd name="T39" fmla="*/ 27 h 90"/>
                <a:gd name="T40" fmla="*/ 83 w 89"/>
                <a:gd name="T41" fmla="*/ 37 h 90"/>
                <a:gd name="T42" fmla="*/ 88 w 89"/>
                <a:gd name="T43" fmla="*/ 46 h 90"/>
                <a:gd name="T44" fmla="*/ 86 w 89"/>
                <a:gd name="T45" fmla="*/ 53 h 90"/>
                <a:gd name="T46" fmla="*/ 78 w 89"/>
                <a:gd name="T47" fmla="*/ 56 h 90"/>
                <a:gd name="T48" fmla="*/ 72 w 89"/>
                <a:gd name="T49" fmla="*/ 55 h 90"/>
                <a:gd name="T50" fmla="*/ 67 w 89"/>
                <a:gd name="T51" fmla="*/ 56 h 90"/>
                <a:gd name="T52" fmla="*/ 59 w 89"/>
                <a:gd name="T53" fmla="*/ 66 h 90"/>
                <a:gd name="T54" fmla="*/ 55 w 89"/>
                <a:gd name="T55" fmla="*/ 76 h 90"/>
                <a:gd name="T56" fmla="*/ 49 w 89"/>
                <a:gd name="T57" fmla="*/ 73 h 90"/>
                <a:gd name="T58" fmla="*/ 31 w 89"/>
                <a:gd name="T59" fmla="*/ 63 h 90"/>
                <a:gd name="T60" fmla="*/ 19 w 89"/>
                <a:gd name="T61" fmla="*/ 69 h 90"/>
                <a:gd name="T62" fmla="*/ 15 w 89"/>
                <a:gd name="T63" fmla="*/ 63 h 90"/>
                <a:gd name="T64" fmla="*/ 11 w 89"/>
                <a:gd name="T65" fmla="*/ 64 h 90"/>
                <a:gd name="T66" fmla="*/ 8 w 89"/>
                <a:gd name="T67" fmla="*/ 70 h 90"/>
                <a:gd name="T68" fmla="*/ 20 w 89"/>
                <a:gd name="T69" fmla="*/ 77 h 90"/>
                <a:gd name="T70" fmla="*/ 20 w 89"/>
                <a:gd name="T71" fmla="*/ 82 h 90"/>
                <a:gd name="T72" fmla="*/ 15 w 89"/>
                <a:gd name="T73" fmla="*/ 81 h 90"/>
                <a:gd name="T74" fmla="*/ 11 w 89"/>
                <a:gd name="T75" fmla="*/ 84 h 90"/>
                <a:gd name="T76" fmla="*/ 6 w 89"/>
                <a:gd name="T77" fmla="*/ 90 h 90"/>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89"/>
                <a:gd name="T118" fmla="*/ 0 h 90"/>
                <a:gd name="T119" fmla="*/ 89 w 89"/>
                <a:gd name="T120" fmla="*/ 90 h 90"/>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89" h="90">
                  <a:moveTo>
                    <a:pt x="6" y="90"/>
                  </a:moveTo>
                  <a:lnTo>
                    <a:pt x="5" y="88"/>
                  </a:lnTo>
                  <a:lnTo>
                    <a:pt x="4" y="85"/>
                  </a:lnTo>
                  <a:lnTo>
                    <a:pt x="6" y="79"/>
                  </a:lnTo>
                  <a:lnTo>
                    <a:pt x="6" y="76"/>
                  </a:lnTo>
                  <a:lnTo>
                    <a:pt x="2" y="74"/>
                  </a:lnTo>
                  <a:lnTo>
                    <a:pt x="1" y="72"/>
                  </a:lnTo>
                  <a:lnTo>
                    <a:pt x="0" y="65"/>
                  </a:lnTo>
                  <a:lnTo>
                    <a:pt x="4" y="61"/>
                  </a:lnTo>
                  <a:lnTo>
                    <a:pt x="8" y="59"/>
                  </a:lnTo>
                  <a:lnTo>
                    <a:pt x="12" y="56"/>
                  </a:lnTo>
                  <a:lnTo>
                    <a:pt x="12" y="52"/>
                  </a:lnTo>
                  <a:lnTo>
                    <a:pt x="10" y="49"/>
                  </a:lnTo>
                  <a:lnTo>
                    <a:pt x="12" y="46"/>
                  </a:lnTo>
                  <a:lnTo>
                    <a:pt x="13" y="46"/>
                  </a:lnTo>
                  <a:lnTo>
                    <a:pt x="18" y="51"/>
                  </a:lnTo>
                  <a:lnTo>
                    <a:pt x="21" y="51"/>
                  </a:lnTo>
                  <a:lnTo>
                    <a:pt x="25" y="49"/>
                  </a:lnTo>
                  <a:lnTo>
                    <a:pt x="25" y="38"/>
                  </a:lnTo>
                  <a:lnTo>
                    <a:pt x="28" y="36"/>
                  </a:lnTo>
                  <a:lnTo>
                    <a:pt x="31" y="34"/>
                  </a:lnTo>
                  <a:lnTo>
                    <a:pt x="31" y="27"/>
                  </a:lnTo>
                  <a:lnTo>
                    <a:pt x="31" y="18"/>
                  </a:lnTo>
                  <a:lnTo>
                    <a:pt x="29" y="11"/>
                  </a:lnTo>
                  <a:lnTo>
                    <a:pt x="28" y="6"/>
                  </a:lnTo>
                  <a:lnTo>
                    <a:pt x="29" y="4"/>
                  </a:lnTo>
                  <a:lnTo>
                    <a:pt x="34" y="0"/>
                  </a:lnTo>
                  <a:lnTo>
                    <a:pt x="34" y="1"/>
                  </a:lnTo>
                  <a:lnTo>
                    <a:pt x="38" y="5"/>
                  </a:lnTo>
                  <a:lnTo>
                    <a:pt x="44" y="13"/>
                  </a:lnTo>
                  <a:lnTo>
                    <a:pt x="51" y="22"/>
                  </a:lnTo>
                  <a:lnTo>
                    <a:pt x="59" y="28"/>
                  </a:lnTo>
                  <a:lnTo>
                    <a:pt x="63" y="31"/>
                  </a:lnTo>
                  <a:lnTo>
                    <a:pt x="67" y="33"/>
                  </a:lnTo>
                  <a:lnTo>
                    <a:pt x="74" y="35"/>
                  </a:lnTo>
                  <a:lnTo>
                    <a:pt x="76" y="35"/>
                  </a:lnTo>
                  <a:lnTo>
                    <a:pt x="78" y="34"/>
                  </a:lnTo>
                  <a:lnTo>
                    <a:pt x="85" y="28"/>
                  </a:lnTo>
                  <a:lnTo>
                    <a:pt x="88" y="27"/>
                  </a:lnTo>
                  <a:lnTo>
                    <a:pt x="86" y="31"/>
                  </a:lnTo>
                  <a:lnTo>
                    <a:pt x="83" y="37"/>
                  </a:lnTo>
                  <a:lnTo>
                    <a:pt x="85" y="41"/>
                  </a:lnTo>
                  <a:lnTo>
                    <a:pt x="88" y="46"/>
                  </a:lnTo>
                  <a:lnTo>
                    <a:pt x="89" y="50"/>
                  </a:lnTo>
                  <a:lnTo>
                    <a:pt x="86" y="53"/>
                  </a:lnTo>
                  <a:lnTo>
                    <a:pt x="82" y="55"/>
                  </a:lnTo>
                  <a:lnTo>
                    <a:pt x="78" y="56"/>
                  </a:lnTo>
                  <a:lnTo>
                    <a:pt x="76" y="57"/>
                  </a:lnTo>
                  <a:lnTo>
                    <a:pt x="72" y="55"/>
                  </a:lnTo>
                  <a:lnTo>
                    <a:pt x="69" y="55"/>
                  </a:lnTo>
                  <a:lnTo>
                    <a:pt x="67" y="56"/>
                  </a:lnTo>
                  <a:lnTo>
                    <a:pt x="64" y="58"/>
                  </a:lnTo>
                  <a:lnTo>
                    <a:pt x="59" y="66"/>
                  </a:lnTo>
                  <a:lnTo>
                    <a:pt x="56" y="71"/>
                  </a:lnTo>
                  <a:lnTo>
                    <a:pt x="55" y="76"/>
                  </a:lnTo>
                  <a:lnTo>
                    <a:pt x="52" y="75"/>
                  </a:lnTo>
                  <a:lnTo>
                    <a:pt x="49" y="73"/>
                  </a:lnTo>
                  <a:lnTo>
                    <a:pt x="34" y="64"/>
                  </a:lnTo>
                  <a:lnTo>
                    <a:pt x="31" y="63"/>
                  </a:lnTo>
                  <a:lnTo>
                    <a:pt x="26" y="64"/>
                  </a:lnTo>
                  <a:lnTo>
                    <a:pt x="19" y="69"/>
                  </a:lnTo>
                  <a:lnTo>
                    <a:pt x="18" y="66"/>
                  </a:lnTo>
                  <a:lnTo>
                    <a:pt x="15" y="63"/>
                  </a:lnTo>
                  <a:lnTo>
                    <a:pt x="13" y="63"/>
                  </a:lnTo>
                  <a:lnTo>
                    <a:pt x="11" y="64"/>
                  </a:lnTo>
                  <a:lnTo>
                    <a:pt x="8" y="67"/>
                  </a:lnTo>
                  <a:lnTo>
                    <a:pt x="8" y="70"/>
                  </a:lnTo>
                  <a:lnTo>
                    <a:pt x="16" y="74"/>
                  </a:lnTo>
                  <a:lnTo>
                    <a:pt x="20" y="77"/>
                  </a:lnTo>
                  <a:lnTo>
                    <a:pt x="22" y="80"/>
                  </a:lnTo>
                  <a:lnTo>
                    <a:pt x="20" y="82"/>
                  </a:lnTo>
                  <a:lnTo>
                    <a:pt x="17" y="82"/>
                  </a:lnTo>
                  <a:lnTo>
                    <a:pt x="15" y="81"/>
                  </a:lnTo>
                  <a:lnTo>
                    <a:pt x="13" y="81"/>
                  </a:lnTo>
                  <a:lnTo>
                    <a:pt x="11" y="84"/>
                  </a:lnTo>
                  <a:lnTo>
                    <a:pt x="9" y="89"/>
                  </a:lnTo>
                  <a:lnTo>
                    <a:pt x="6" y="9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8" name="Freeform 57"/>
            <p:cNvSpPr>
              <a:spLocks/>
            </p:cNvSpPr>
            <p:nvPr/>
          </p:nvSpPr>
          <p:spPr bwMode="gray">
            <a:xfrm>
              <a:off x="5640388" y="3821113"/>
              <a:ext cx="61913" cy="82550"/>
            </a:xfrm>
            <a:custGeom>
              <a:avLst/>
              <a:gdLst>
                <a:gd name="T0" fmla="*/ 22 w 39"/>
                <a:gd name="T1" fmla="*/ 52 h 52"/>
                <a:gd name="T2" fmla="*/ 19 w 39"/>
                <a:gd name="T3" fmla="*/ 52 h 52"/>
                <a:gd name="T4" fmla="*/ 19 w 39"/>
                <a:gd name="T5" fmla="*/ 50 h 52"/>
                <a:gd name="T6" fmla="*/ 21 w 39"/>
                <a:gd name="T7" fmla="*/ 46 h 52"/>
                <a:gd name="T8" fmla="*/ 22 w 39"/>
                <a:gd name="T9" fmla="*/ 41 h 52"/>
                <a:gd name="T10" fmla="*/ 19 w 39"/>
                <a:gd name="T11" fmla="*/ 40 h 52"/>
                <a:gd name="T12" fmla="*/ 18 w 39"/>
                <a:gd name="T13" fmla="*/ 42 h 52"/>
                <a:gd name="T14" fmla="*/ 17 w 39"/>
                <a:gd name="T15" fmla="*/ 46 h 52"/>
                <a:gd name="T16" fmla="*/ 14 w 39"/>
                <a:gd name="T17" fmla="*/ 49 h 52"/>
                <a:gd name="T18" fmla="*/ 11 w 39"/>
                <a:gd name="T19" fmla="*/ 48 h 52"/>
                <a:gd name="T20" fmla="*/ 11 w 39"/>
                <a:gd name="T21" fmla="*/ 46 h 52"/>
                <a:gd name="T22" fmla="*/ 13 w 39"/>
                <a:gd name="T23" fmla="*/ 42 h 52"/>
                <a:gd name="T24" fmla="*/ 14 w 39"/>
                <a:gd name="T25" fmla="*/ 40 h 52"/>
                <a:gd name="T26" fmla="*/ 11 w 39"/>
                <a:gd name="T27" fmla="*/ 32 h 52"/>
                <a:gd name="T28" fmla="*/ 12 w 39"/>
                <a:gd name="T29" fmla="*/ 31 h 52"/>
                <a:gd name="T30" fmla="*/ 17 w 39"/>
                <a:gd name="T31" fmla="*/ 26 h 52"/>
                <a:gd name="T32" fmla="*/ 18 w 39"/>
                <a:gd name="T33" fmla="*/ 25 h 52"/>
                <a:gd name="T34" fmla="*/ 18 w 39"/>
                <a:gd name="T35" fmla="*/ 21 h 52"/>
                <a:gd name="T36" fmla="*/ 14 w 39"/>
                <a:gd name="T37" fmla="*/ 15 h 52"/>
                <a:gd name="T38" fmla="*/ 12 w 39"/>
                <a:gd name="T39" fmla="*/ 15 h 52"/>
                <a:gd name="T40" fmla="*/ 11 w 39"/>
                <a:gd name="T41" fmla="*/ 16 h 52"/>
                <a:gd name="T42" fmla="*/ 8 w 39"/>
                <a:gd name="T43" fmla="*/ 21 h 52"/>
                <a:gd name="T44" fmla="*/ 6 w 39"/>
                <a:gd name="T45" fmla="*/ 20 h 52"/>
                <a:gd name="T46" fmla="*/ 5 w 39"/>
                <a:gd name="T47" fmla="*/ 15 h 52"/>
                <a:gd name="T48" fmla="*/ 2 w 39"/>
                <a:gd name="T49" fmla="*/ 14 h 52"/>
                <a:gd name="T50" fmla="*/ 0 w 39"/>
                <a:gd name="T51" fmla="*/ 10 h 52"/>
                <a:gd name="T52" fmla="*/ 3 w 39"/>
                <a:gd name="T53" fmla="*/ 8 h 52"/>
                <a:gd name="T54" fmla="*/ 8 w 39"/>
                <a:gd name="T55" fmla="*/ 8 h 52"/>
                <a:gd name="T56" fmla="*/ 13 w 39"/>
                <a:gd name="T57" fmla="*/ 7 h 52"/>
                <a:gd name="T58" fmla="*/ 15 w 39"/>
                <a:gd name="T59" fmla="*/ 3 h 52"/>
                <a:gd name="T60" fmla="*/ 17 w 39"/>
                <a:gd name="T61" fmla="*/ 0 h 52"/>
                <a:gd name="T62" fmla="*/ 20 w 39"/>
                <a:gd name="T63" fmla="*/ 0 h 52"/>
                <a:gd name="T64" fmla="*/ 23 w 39"/>
                <a:gd name="T65" fmla="*/ 0 h 52"/>
                <a:gd name="T66" fmla="*/ 25 w 39"/>
                <a:gd name="T67" fmla="*/ 4 h 52"/>
                <a:gd name="T68" fmla="*/ 27 w 39"/>
                <a:gd name="T69" fmla="*/ 5 h 52"/>
                <a:gd name="T70" fmla="*/ 30 w 39"/>
                <a:gd name="T71" fmla="*/ 6 h 52"/>
                <a:gd name="T72" fmla="*/ 35 w 39"/>
                <a:gd name="T73" fmla="*/ 4 h 52"/>
                <a:gd name="T74" fmla="*/ 36 w 39"/>
                <a:gd name="T75" fmla="*/ 7 h 52"/>
                <a:gd name="T76" fmla="*/ 32 w 39"/>
                <a:gd name="T77" fmla="*/ 11 h 52"/>
                <a:gd name="T78" fmla="*/ 35 w 39"/>
                <a:gd name="T79" fmla="*/ 13 h 52"/>
                <a:gd name="T80" fmla="*/ 38 w 39"/>
                <a:gd name="T81" fmla="*/ 16 h 52"/>
                <a:gd name="T82" fmla="*/ 39 w 39"/>
                <a:gd name="T83" fmla="*/ 19 h 52"/>
                <a:gd name="T84" fmla="*/ 35 w 39"/>
                <a:gd name="T85" fmla="*/ 24 h 52"/>
                <a:gd name="T86" fmla="*/ 33 w 39"/>
                <a:gd name="T87" fmla="*/ 27 h 52"/>
                <a:gd name="T88" fmla="*/ 32 w 39"/>
                <a:gd name="T89" fmla="*/ 30 h 52"/>
                <a:gd name="T90" fmla="*/ 32 w 39"/>
                <a:gd name="T91" fmla="*/ 35 h 52"/>
                <a:gd name="T92" fmla="*/ 31 w 39"/>
                <a:gd name="T93" fmla="*/ 41 h 52"/>
                <a:gd name="T94" fmla="*/ 29 w 39"/>
                <a:gd name="T95" fmla="*/ 44 h 52"/>
                <a:gd name="T96" fmla="*/ 28 w 39"/>
                <a:gd name="T97" fmla="*/ 45 h 52"/>
                <a:gd name="T98" fmla="*/ 26 w 39"/>
                <a:gd name="T99" fmla="*/ 45 h 52"/>
                <a:gd name="T100" fmla="*/ 25 w 39"/>
                <a:gd name="T101" fmla="*/ 46 h 52"/>
                <a:gd name="T102" fmla="*/ 22 w 39"/>
                <a:gd name="T103" fmla="*/ 52 h 5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39"/>
                <a:gd name="T157" fmla="*/ 0 h 52"/>
                <a:gd name="T158" fmla="*/ 39 w 39"/>
                <a:gd name="T159" fmla="*/ 52 h 5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39" h="52">
                  <a:moveTo>
                    <a:pt x="22" y="52"/>
                  </a:moveTo>
                  <a:lnTo>
                    <a:pt x="19" y="52"/>
                  </a:lnTo>
                  <a:lnTo>
                    <a:pt x="19" y="50"/>
                  </a:lnTo>
                  <a:lnTo>
                    <a:pt x="21" y="46"/>
                  </a:lnTo>
                  <a:lnTo>
                    <a:pt x="22" y="41"/>
                  </a:lnTo>
                  <a:lnTo>
                    <a:pt x="19" y="40"/>
                  </a:lnTo>
                  <a:lnTo>
                    <a:pt x="18" y="42"/>
                  </a:lnTo>
                  <a:lnTo>
                    <a:pt x="17" y="46"/>
                  </a:lnTo>
                  <a:lnTo>
                    <a:pt x="14" y="49"/>
                  </a:lnTo>
                  <a:lnTo>
                    <a:pt x="11" y="48"/>
                  </a:lnTo>
                  <a:lnTo>
                    <a:pt x="11" y="46"/>
                  </a:lnTo>
                  <a:lnTo>
                    <a:pt x="13" y="42"/>
                  </a:lnTo>
                  <a:lnTo>
                    <a:pt x="14" y="40"/>
                  </a:lnTo>
                  <a:lnTo>
                    <a:pt x="11" y="32"/>
                  </a:lnTo>
                  <a:lnTo>
                    <a:pt x="12" y="31"/>
                  </a:lnTo>
                  <a:lnTo>
                    <a:pt x="17" y="26"/>
                  </a:lnTo>
                  <a:lnTo>
                    <a:pt x="18" y="25"/>
                  </a:lnTo>
                  <a:lnTo>
                    <a:pt x="18" y="21"/>
                  </a:lnTo>
                  <a:lnTo>
                    <a:pt x="14" y="15"/>
                  </a:lnTo>
                  <a:lnTo>
                    <a:pt x="12" y="15"/>
                  </a:lnTo>
                  <a:lnTo>
                    <a:pt x="11" y="16"/>
                  </a:lnTo>
                  <a:lnTo>
                    <a:pt x="8" y="21"/>
                  </a:lnTo>
                  <a:lnTo>
                    <a:pt x="6" y="20"/>
                  </a:lnTo>
                  <a:lnTo>
                    <a:pt x="5" y="15"/>
                  </a:lnTo>
                  <a:lnTo>
                    <a:pt x="2" y="14"/>
                  </a:lnTo>
                  <a:lnTo>
                    <a:pt x="0" y="10"/>
                  </a:lnTo>
                  <a:lnTo>
                    <a:pt x="3" y="8"/>
                  </a:lnTo>
                  <a:lnTo>
                    <a:pt x="8" y="8"/>
                  </a:lnTo>
                  <a:lnTo>
                    <a:pt x="13" y="7"/>
                  </a:lnTo>
                  <a:lnTo>
                    <a:pt x="15" y="3"/>
                  </a:lnTo>
                  <a:lnTo>
                    <a:pt x="17" y="0"/>
                  </a:lnTo>
                  <a:lnTo>
                    <a:pt x="20" y="0"/>
                  </a:lnTo>
                  <a:lnTo>
                    <a:pt x="23" y="0"/>
                  </a:lnTo>
                  <a:lnTo>
                    <a:pt x="25" y="4"/>
                  </a:lnTo>
                  <a:lnTo>
                    <a:pt x="27" y="5"/>
                  </a:lnTo>
                  <a:lnTo>
                    <a:pt x="30" y="6"/>
                  </a:lnTo>
                  <a:lnTo>
                    <a:pt x="35" y="4"/>
                  </a:lnTo>
                  <a:lnTo>
                    <a:pt x="36" y="7"/>
                  </a:lnTo>
                  <a:lnTo>
                    <a:pt x="32" y="11"/>
                  </a:lnTo>
                  <a:lnTo>
                    <a:pt x="35" y="13"/>
                  </a:lnTo>
                  <a:lnTo>
                    <a:pt x="38" y="16"/>
                  </a:lnTo>
                  <a:lnTo>
                    <a:pt x="39" y="19"/>
                  </a:lnTo>
                  <a:lnTo>
                    <a:pt x="35" y="24"/>
                  </a:lnTo>
                  <a:lnTo>
                    <a:pt x="33" y="27"/>
                  </a:lnTo>
                  <a:lnTo>
                    <a:pt x="32" y="30"/>
                  </a:lnTo>
                  <a:lnTo>
                    <a:pt x="32" y="35"/>
                  </a:lnTo>
                  <a:lnTo>
                    <a:pt x="31" y="41"/>
                  </a:lnTo>
                  <a:lnTo>
                    <a:pt x="29" y="44"/>
                  </a:lnTo>
                  <a:lnTo>
                    <a:pt x="28" y="45"/>
                  </a:lnTo>
                  <a:lnTo>
                    <a:pt x="26" y="45"/>
                  </a:lnTo>
                  <a:lnTo>
                    <a:pt x="25" y="46"/>
                  </a:lnTo>
                  <a:lnTo>
                    <a:pt x="22" y="5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39" name="Freeform 58"/>
            <p:cNvSpPr>
              <a:spLocks/>
            </p:cNvSpPr>
            <p:nvPr/>
          </p:nvSpPr>
          <p:spPr bwMode="gray">
            <a:xfrm>
              <a:off x="5708650" y="3806826"/>
              <a:ext cx="61913" cy="47625"/>
            </a:xfrm>
            <a:custGeom>
              <a:avLst/>
              <a:gdLst>
                <a:gd name="T0" fmla="*/ 9 w 39"/>
                <a:gd name="T1" fmla="*/ 30 h 30"/>
                <a:gd name="T2" fmla="*/ 7 w 39"/>
                <a:gd name="T3" fmla="*/ 29 h 30"/>
                <a:gd name="T4" fmla="*/ 6 w 39"/>
                <a:gd name="T5" fmla="*/ 26 h 30"/>
                <a:gd name="T6" fmla="*/ 5 w 39"/>
                <a:gd name="T7" fmla="*/ 24 h 30"/>
                <a:gd name="T8" fmla="*/ 4 w 39"/>
                <a:gd name="T9" fmla="*/ 20 h 30"/>
                <a:gd name="T10" fmla="*/ 0 w 39"/>
                <a:gd name="T11" fmla="*/ 16 h 30"/>
                <a:gd name="T12" fmla="*/ 6 w 39"/>
                <a:gd name="T13" fmla="*/ 12 h 30"/>
                <a:gd name="T14" fmla="*/ 8 w 39"/>
                <a:gd name="T15" fmla="*/ 10 h 30"/>
                <a:gd name="T16" fmla="*/ 10 w 39"/>
                <a:gd name="T17" fmla="*/ 5 h 30"/>
                <a:gd name="T18" fmla="*/ 13 w 39"/>
                <a:gd name="T19" fmla="*/ 7 h 30"/>
                <a:gd name="T20" fmla="*/ 18 w 39"/>
                <a:gd name="T21" fmla="*/ 7 h 30"/>
                <a:gd name="T22" fmla="*/ 21 w 39"/>
                <a:gd name="T23" fmla="*/ 6 h 30"/>
                <a:gd name="T24" fmla="*/ 24 w 39"/>
                <a:gd name="T25" fmla="*/ 3 h 30"/>
                <a:gd name="T26" fmla="*/ 26 w 39"/>
                <a:gd name="T27" fmla="*/ 0 h 30"/>
                <a:gd name="T28" fmla="*/ 30 w 39"/>
                <a:gd name="T29" fmla="*/ 0 h 30"/>
                <a:gd name="T30" fmla="*/ 32 w 39"/>
                <a:gd name="T31" fmla="*/ 1 h 30"/>
                <a:gd name="T32" fmla="*/ 38 w 39"/>
                <a:gd name="T33" fmla="*/ 3 h 30"/>
                <a:gd name="T34" fmla="*/ 39 w 39"/>
                <a:gd name="T35" fmla="*/ 5 h 30"/>
                <a:gd name="T36" fmla="*/ 39 w 39"/>
                <a:gd name="T37" fmla="*/ 7 h 30"/>
                <a:gd name="T38" fmla="*/ 38 w 39"/>
                <a:gd name="T39" fmla="*/ 10 h 30"/>
                <a:gd name="T40" fmla="*/ 36 w 39"/>
                <a:gd name="T41" fmla="*/ 12 h 30"/>
                <a:gd name="T42" fmla="*/ 30 w 39"/>
                <a:gd name="T43" fmla="*/ 19 h 30"/>
                <a:gd name="T44" fmla="*/ 28 w 39"/>
                <a:gd name="T45" fmla="*/ 18 h 30"/>
                <a:gd name="T46" fmla="*/ 25 w 39"/>
                <a:gd name="T47" fmla="*/ 15 h 30"/>
                <a:gd name="T48" fmla="*/ 22 w 39"/>
                <a:gd name="T49" fmla="*/ 15 h 30"/>
                <a:gd name="T50" fmla="*/ 18 w 39"/>
                <a:gd name="T51" fmla="*/ 17 h 30"/>
                <a:gd name="T52" fmla="*/ 16 w 39"/>
                <a:gd name="T53" fmla="*/ 18 h 30"/>
                <a:gd name="T54" fmla="*/ 15 w 39"/>
                <a:gd name="T55" fmla="*/ 22 h 30"/>
                <a:gd name="T56" fmla="*/ 13 w 39"/>
                <a:gd name="T57" fmla="*/ 26 h 30"/>
                <a:gd name="T58" fmla="*/ 12 w 39"/>
                <a:gd name="T59" fmla="*/ 28 h 30"/>
                <a:gd name="T60" fmla="*/ 9 w 39"/>
                <a:gd name="T61" fmla="*/ 30 h 30"/>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39"/>
                <a:gd name="T94" fmla="*/ 0 h 30"/>
                <a:gd name="T95" fmla="*/ 39 w 39"/>
                <a:gd name="T96" fmla="*/ 30 h 30"/>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39" h="30">
                  <a:moveTo>
                    <a:pt x="9" y="30"/>
                  </a:moveTo>
                  <a:lnTo>
                    <a:pt x="7" y="29"/>
                  </a:lnTo>
                  <a:lnTo>
                    <a:pt x="6" y="26"/>
                  </a:lnTo>
                  <a:lnTo>
                    <a:pt x="5" y="24"/>
                  </a:lnTo>
                  <a:lnTo>
                    <a:pt x="4" y="20"/>
                  </a:lnTo>
                  <a:lnTo>
                    <a:pt x="0" y="16"/>
                  </a:lnTo>
                  <a:lnTo>
                    <a:pt x="6" y="12"/>
                  </a:lnTo>
                  <a:lnTo>
                    <a:pt x="8" y="10"/>
                  </a:lnTo>
                  <a:lnTo>
                    <a:pt x="10" y="5"/>
                  </a:lnTo>
                  <a:lnTo>
                    <a:pt x="13" y="7"/>
                  </a:lnTo>
                  <a:lnTo>
                    <a:pt x="18" y="7"/>
                  </a:lnTo>
                  <a:lnTo>
                    <a:pt x="21" y="6"/>
                  </a:lnTo>
                  <a:lnTo>
                    <a:pt x="24" y="3"/>
                  </a:lnTo>
                  <a:lnTo>
                    <a:pt x="26" y="0"/>
                  </a:lnTo>
                  <a:lnTo>
                    <a:pt x="30" y="0"/>
                  </a:lnTo>
                  <a:lnTo>
                    <a:pt x="32" y="1"/>
                  </a:lnTo>
                  <a:lnTo>
                    <a:pt x="38" y="3"/>
                  </a:lnTo>
                  <a:lnTo>
                    <a:pt x="39" y="5"/>
                  </a:lnTo>
                  <a:lnTo>
                    <a:pt x="39" y="7"/>
                  </a:lnTo>
                  <a:lnTo>
                    <a:pt x="38" y="10"/>
                  </a:lnTo>
                  <a:lnTo>
                    <a:pt x="36" y="12"/>
                  </a:lnTo>
                  <a:lnTo>
                    <a:pt x="30" y="19"/>
                  </a:lnTo>
                  <a:lnTo>
                    <a:pt x="28" y="18"/>
                  </a:lnTo>
                  <a:lnTo>
                    <a:pt x="25" y="15"/>
                  </a:lnTo>
                  <a:lnTo>
                    <a:pt x="22" y="15"/>
                  </a:lnTo>
                  <a:lnTo>
                    <a:pt x="18" y="17"/>
                  </a:lnTo>
                  <a:lnTo>
                    <a:pt x="16" y="18"/>
                  </a:lnTo>
                  <a:lnTo>
                    <a:pt x="15" y="22"/>
                  </a:lnTo>
                  <a:lnTo>
                    <a:pt x="13" y="26"/>
                  </a:lnTo>
                  <a:lnTo>
                    <a:pt x="12" y="28"/>
                  </a:lnTo>
                  <a:lnTo>
                    <a:pt x="9" y="3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0" name="Freeform 59"/>
            <p:cNvSpPr>
              <a:spLocks/>
            </p:cNvSpPr>
            <p:nvPr/>
          </p:nvSpPr>
          <p:spPr bwMode="gray">
            <a:xfrm>
              <a:off x="5408613" y="4065588"/>
              <a:ext cx="44450" cy="87313"/>
            </a:xfrm>
            <a:custGeom>
              <a:avLst/>
              <a:gdLst>
                <a:gd name="T0" fmla="*/ 10 w 28"/>
                <a:gd name="T1" fmla="*/ 55 h 55"/>
                <a:gd name="T2" fmla="*/ 9 w 28"/>
                <a:gd name="T3" fmla="*/ 54 h 55"/>
                <a:gd name="T4" fmla="*/ 8 w 28"/>
                <a:gd name="T5" fmla="*/ 52 h 55"/>
                <a:gd name="T6" fmla="*/ 2 w 28"/>
                <a:gd name="T7" fmla="*/ 43 h 55"/>
                <a:gd name="T8" fmla="*/ 0 w 28"/>
                <a:gd name="T9" fmla="*/ 35 h 55"/>
                <a:gd name="T10" fmla="*/ 0 w 28"/>
                <a:gd name="T11" fmla="*/ 31 h 55"/>
                <a:gd name="T12" fmla="*/ 1 w 28"/>
                <a:gd name="T13" fmla="*/ 26 h 55"/>
                <a:gd name="T14" fmla="*/ 4 w 28"/>
                <a:gd name="T15" fmla="*/ 20 h 55"/>
                <a:gd name="T16" fmla="*/ 14 w 28"/>
                <a:gd name="T17" fmla="*/ 5 h 55"/>
                <a:gd name="T18" fmla="*/ 16 w 28"/>
                <a:gd name="T19" fmla="*/ 4 h 55"/>
                <a:gd name="T20" fmla="*/ 18 w 28"/>
                <a:gd name="T21" fmla="*/ 3 h 55"/>
                <a:gd name="T22" fmla="*/ 20 w 28"/>
                <a:gd name="T23" fmla="*/ 1 h 55"/>
                <a:gd name="T24" fmla="*/ 22 w 28"/>
                <a:gd name="T25" fmla="*/ 0 h 55"/>
                <a:gd name="T26" fmla="*/ 24 w 28"/>
                <a:gd name="T27" fmla="*/ 1 h 55"/>
                <a:gd name="T28" fmla="*/ 28 w 28"/>
                <a:gd name="T29" fmla="*/ 4 h 55"/>
                <a:gd name="T30" fmla="*/ 26 w 28"/>
                <a:gd name="T31" fmla="*/ 7 h 55"/>
                <a:gd name="T32" fmla="*/ 25 w 28"/>
                <a:gd name="T33" fmla="*/ 8 h 55"/>
                <a:gd name="T34" fmla="*/ 25 w 28"/>
                <a:gd name="T35" fmla="*/ 11 h 55"/>
                <a:gd name="T36" fmla="*/ 25 w 28"/>
                <a:gd name="T37" fmla="*/ 15 h 55"/>
                <a:gd name="T38" fmla="*/ 23 w 28"/>
                <a:gd name="T39" fmla="*/ 18 h 55"/>
                <a:gd name="T40" fmla="*/ 22 w 28"/>
                <a:gd name="T41" fmla="*/ 20 h 55"/>
                <a:gd name="T42" fmla="*/ 21 w 28"/>
                <a:gd name="T43" fmla="*/ 26 h 55"/>
                <a:gd name="T44" fmla="*/ 21 w 28"/>
                <a:gd name="T45" fmla="*/ 29 h 55"/>
                <a:gd name="T46" fmla="*/ 18 w 28"/>
                <a:gd name="T47" fmla="*/ 36 h 55"/>
                <a:gd name="T48" fmla="*/ 15 w 28"/>
                <a:gd name="T49" fmla="*/ 41 h 55"/>
                <a:gd name="T50" fmla="*/ 12 w 28"/>
                <a:gd name="T51" fmla="*/ 47 h 55"/>
                <a:gd name="T52" fmla="*/ 12 w 28"/>
                <a:gd name="T53" fmla="*/ 50 h 55"/>
                <a:gd name="T54" fmla="*/ 12 w 28"/>
                <a:gd name="T55" fmla="*/ 53 h 55"/>
                <a:gd name="T56" fmla="*/ 10 w 28"/>
                <a:gd name="T57" fmla="*/ 55 h 55"/>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28"/>
                <a:gd name="T88" fmla="*/ 0 h 55"/>
                <a:gd name="T89" fmla="*/ 28 w 28"/>
                <a:gd name="T90" fmla="*/ 55 h 55"/>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28" h="55">
                  <a:moveTo>
                    <a:pt x="10" y="55"/>
                  </a:moveTo>
                  <a:lnTo>
                    <a:pt x="9" y="54"/>
                  </a:lnTo>
                  <a:lnTo>
                    <a:pt x="8" y="52"/>
                  </a:lnTo>
                  <a:lnTo>
                    <a:pt x="2" y="43"/>
                  </a:lnTo>
                  <a:lnTo>
                    <a:pt x="0" y="35"/>
                  </a:lnTo>
                  <a:lnTo>
                    <a:pt x="0" y="31"/>
                  </a:lnTo>
                  <a:lnTo>
                    <a:pt x="1" y="26"/>
                  </a:lnTo>
                  <a:lnTo>
                    <a:pt x="4" y="20"/>
                  </a:lnTo>
                  <a:lnTo>
                    <a:pt x="14" y="5"/>
                  </a:lnTo>
                  <a:lnTo>
                    <a:pt x="16" y="4"/>
                  </a:lnTo>
                  <a:lnTo>
                    <a:pt x="18" y="3"/>
                  </a:lnTo>
                  <a:lnTo>
                    <a:pt x="20" y="1"/>
                  </a:lnTo>
                  <a:lnTo>
                    <a:pt x="22" y="0"/>
                  </a:lnTo>
                  <a:lnTo>
                    <a:pt x="24" y="1"/>
                  </a:lnTo>
                  <a:lnTo>
                    <a:pt x="28" y="4"/>
                  </a:lnTo>
                  <a:lnTo>
                    <a:pt x="26" y="7"/>
                  </a:lnTo>
                  <a:lnTo>
                    <a:pt x="25" y="8"/>
                  </a:lnTo>
                  <a:lnTo>
                    <a:pt x="25" y="11"/>
                  </a:lnTo>
                  <a:lnTo>
                    <a:pt x="25" y="15"/>
                  </a:lnTo>
                  <a:lnTo>
                    <a:pt x="23" y="18"/>
                  </a:lnTo>
                  <a:lnTo>
                    <a:pt x="22" y="20"/>
                  </a:lnTo>
                  <a:lnTo>
                    <a:pt x="21" y="26"/>
                  </a:lnTo>
                  <a:lnTo>
                    <a:pt x="21" y="29"/>
                  </a:lnTo>
                  <a:lnTo>
                    <a:pt x="18" y="36"/>
                  </a:lnTo>
                  <a:lnTo>
                    <a:pt x="15" y="41"/>
                  </a:lnTo>
                  <a:lnTo>
                    <a:pt x="12" y="47"/>
                  </a:lnTo>
                  <a:lnTo>
                    <a:pt x="12" y="50"/>
                  </a:lnTo>
                  <a:lnTo>
                    <a:pt x="12" y="53"/>
                  </a:lnTo>
                  <a:lnTo>
                    <a:pt x="10" y="5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1" name="Freeform 60"/>
            <p:cNvSpPr>
              <a:spLocks/>
            </p:cNvSpPr>
            <p:nvPr/>
          </p:nvSpPr>
          <p:spPr bwMode="gray">
            <a:xfrm>
              <a:off x="5408613" y="4065588"/>
              <a:ext cx="44450" cy="87313"/>
            </a:xfrm>
            <a:custGeom>
              <a:avLst/>
              <a:gdLst>
                <a:gd name="T0" fmla="*/ 10 w 28"/>
                <a:gd name="T1" fmla="*/ 55 h 55"/>
                <a:gd name="T2" fmla="*/ 9 w 28"/>
                <a:gd name="T3" fmla="*/ 54 h 55"/>
                <a:gd name="T4" fmla="*/ 8 w 28"/>
                <a:gd name="T5" fmla="*/ 52 h 55"/>
                <a:gd name="T6" fmla="*/ 2 w 28"/>
                <a:gd name="T7" fmla="*/ 43 h 55"/>
                <a:gd name="T8" fmla="*/ 0 w 28"/>
                <a:gd name="T9" fmla="*/ 35 h 55"/>
                <a:gd name="T10" fmla="*/ 0 w 28"/>
                <a:gd name="T11" fmla="*/ 31 h 55"/>
                <a:gd name="T12" fmla="*/ 1 w 28"/>
                <a:gd name="T13" fmla="*/ 26 h 55"/>
                <a:gd name="T14" fmla="*/ 4 w 28"/>
                <a:gd name="T15" fmla="*/ 20 h 55"/>
                <a:gd name="T16" fmla="*/ 14 w 28"/>
                <a:gd name="T17" fmla="*/ 5 h 55"/>
                <a:gd name="T18" fmla="*/ 16 w 28"/>
                <a:gd name="T19" fmla="*/ 4 h 55"/>
                <a:gd name="T20" fmla="*/ 18 w 28"/>
                <a:gd name="T21" fmla="*/ 3 h 55"/>
                <a:gd name="T22" fmla="*/ 20 w 28"/>
                <a:gd name="T23" fmla="*/ 1 h 55"/>
                <a:gd name="T24" fmla="*/ 22 w 28"/>
                <a:gd name="T25" fmla="*/ 0 h 55"/>
                <a:gd name="T26" fmla="*/ 24 w 28"/>
                <a:gd name="T27" fmla="*/ 1 h 55"/>
                <a:gd name="T28" fmla="*/ 28 w 28"/>
                <a:gd name="T29" fmla="*/ 4 h 55"/>
                <a:gd name="T30" fmla="*/ 26 w 28"/>
                <a:gd name="T31" fmla="*/ 7 h 55"/>
                <a:gd name="T32" fmla="*/ 25 w 28"/>
                <a:gd name="T33" fmla="*/ 8 h 55"/>
                <a:gd name="T34" fmla="*/ 25 w 28"/>
                <a:gd name="T35" fmla="*/ 11 h 55"/>
                <a:gd name="T36" fmla="*/ 25 w 28"/>
                <a:gd name="T37" fmla="*/ 15 h 55"/>
                <a:gd name="T38" fmla="*/ 23 w 28"/>
                <a:gd name="T39" fmla="*/ 18 h 55"/>
                <a:gd name="T40" fmla="*/ 22 w 28"/>
                <a:gd name="T41" fmla="*/ 20 h 55"/>
                <a:gd name="T42" fmla="*/ 21 w 28"/>
                <a:gd name="T43" fmla="*/ 26 h 55"/>
                <a:gd name="T44" fmla="*/ 21 w 28"/>
                <a:gd name="T45" fmla="*/ 29 h 55"/>
                <a:gd name="T46" fmla="*/ 18 w 28"/>
                <a:gd name="T47" fmla="*/ 36 h 55"/>
                <a:gd name="T48" fmla="*/ 15 w 28"/>
                <a:gd name="T49" fmla="*/ 41 h 55"/>
                <a:gd name="T50" fmla="*/ 12 w 28"/>
                <a:gd name="T51" fmla="*/ 47 h 55"/>
                <a:gd name="T52" fmla="*/ 12 w 28"/>
                <a:gd name="T53" fmla="*/ 50 h 55"/>
                <a:gd name="T54" fmla="*/ 12 w 28"/>
                <a:gd name="T55" fmla="*/ 53 h 55"/>
                <a:gd name="T56" fmla="*/ 10 w 28"/>
                <a:gd name="T57" fmla="*/ 55 h 55"/>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28"/>
                <a:gd name="T88" fmla="*/ 0 h 55"/>
                <a:gd name="T89" fmla="*/ 28 w 28"/>
                <a:gd name="T90" fmla="*/ 55 h 55"/>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28" h="55">
                  <a:moveTo>
                    <a:pt x="10" y="55"/>
                  </a:moveTo>
                  <a:lnTo>
                    <a:pt x="9" y="54"/>
                  </a:lnTo>
                  <a:lnTo>
                    <a:pt x="8" y="52"/>
                  </a:lnTo>
                  <a:lnTo>
                    <a:pt x="2" y="43"/>
                  </a:lnTo>
                  <a:lnTo>
                    <a:pt x="0" y="35"/>
                  </a:lnTo>
                  <a:lnTo>
                    <a:pt x="0" y="31"/>
                  </a:lnTo>
                  <a:lnTo>
                    <a:pt x="1" y="26"/>
                  </a:lnTo>
                  <a:lnTo>
                    <a:pt x="4" y="20"/>
                  </a:lnTo>
                  <a:lnTo>
                    <a:pt x="14" y="5"/>
                  </a:lnTo>
                  <a:lnTo>
                    <a:pt x="16" y="4"/>
                  </a:lnTo>
                  <a:lnTo>
                    <a:pt x="18" y="3"/>
                  </a:lnTo>
                  <a:lnTo>
                    <a:pt x="20" y="1"/>
                  </a:lnTo>
                  <a:lnTo>
                    <a:pt x="22" y="0"/>
                  </a:lnTo>
                  <a:lnTo>
                    <a:pt x="24" y="1"/>
                  </a:lnTo>
                  <a:lnTo>
                    <a:pt x="28" y="4"/>
                  </a:lnTo>
                  <a:lnTo>
                    <a:pt x="26" y="7"/>
                  </a:lnTo>
                  <a:lnTo>
                    <a:pt x="25" y="8"/>
                  </a:lnTo>
                  <a:lnTo>
                    <a:pt x="25" y="11"/>
                  </a:lnTo>
                  <a:lnTo>
                    <a:pt x="25" y="15"/>
                  </a:lnTo>
                  <a:lnTo>
                    <a:pt x="23" y="18"/>
                  </a:lnTo>
                  <a:lnTo>
                    <a:pt x="22" y="20"/>
                  </a:lnTo>
                  <a:lnTo>
                    <a:pt x="21" y="26"/>
                  </a:lnTo>
                  <a:lnTo>
                    <a:pt x="21" y="29"/>
                  </a:lnTo>
                  <a:lnTo>
                    <a:pt x="18" y="36"/>
                  </a:lnTo>
                  <a:lnTo>
                    <a:pt x="15" y="41"/>
                  </a:lnTo>
                  <a:lnTo>
                    <a:pt x="12" y="47"/>
                  </a:lnTo>
                  <a:lnTo>
                    <a:pt x="12" y="50"/>
                  </a:lnTo>
                  <a:lnTo>
                    <a:pt x="12" y="53"/>
                  </a:lnTo>
                  <a:lnTo>
                    <a:pt x="10" y="5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2" name="Freeform 61"/>
            <p:cNvSpPr>
              <a:spLocks noEditPoints="1"/>
            </p:cNvSpPr>
            <p:nvPr/>
          </p:nvSpPr>
          <p:spPr bwMode="gray">
            <a:xfrm>
              <a:off x="4916488" y="4537076"/>
              <a:ext cx="468313" cy="153988"/>
            </a:xfrm>
            <a:custGeom>
              <a:avLst/>
              <a:gdLst>
                <a:gd name="T0" fmla="*/ 34 w 295"/>
                <a:gd name="T1" fmla="*/ 13 h 97"/>
                <a:gd name="T2" fmla="*/ 50 w 295"/>
                <a:gd name="T3" fmla="*/ 33 h 97"/>
                <a:gd name="T4" fmla="*/ 50 w 295"/>
                <a:gd name="T5" fmla="*/ 49 h 97"/>
                <a:gd name="T6" fmla="*/ 50 w 295"/>
                <a:gd name="T7" fmla="*/ 64 h 97"/>
                <a:gd name="T8" fmla="*/ 58 w 295"/>
                <a:gd name="T9" fmla="*/ 74 h 97"/>
                <a:gd name="T10" fmla="*/ 61 w 295"/>
                <a:gd name="T11" fmla="*/ 86 h 97"/>
                <a:gd name="T12" fmla="*/ 50 w 295"/>
                <a:gd name="T13" fmla="*/ 86 h 97"/>
                <a:gd name="T14" fmla="*/ 36 w 295"/>
                <a:gd name="T15" fmla="*/ 77 h 97"/>
                <a:gd name="T16" fmla="*/ 19 w 295"/>
                <a:gd name="T17" fmla="*/ 65 h 97"/>
                <a:gd name="T18" fmla="*/ 8 w 295"/>
                <a:gd name="T19" fmla="*/ 47 h 97"/>
                <a:gd name="T20" fmla="*/ 8 w 295"/>
                <a:gd name="T21" fmla="*/ 37 h 97"/>
                <a:gd name="T22" fmla="*/ 2 w 295"/>
                <a:gd name="T23" fmla="*/ 17 h 97"/>
                <a:gd name="T24" fmla="*/ 4 w 295"/>
                <a:gd name="T25" fmla="*/ 8 h 97"/>
                <a:gd name="T26" fmla="*/ 11 w 295"/>
                <a:gd name="T27" fmla="*/ 12 h 97"/>
                <a:gd name="T28" fmla="*/ 14 w 295"/>
                <a:gd name="T29" fmla="*/ 17 h 97"/>
                <a:gd name="T30" fmla="*/ 15 w 295"/>
                <a:gd name="T31" fmla="*/ 22 h 97"/>
                <a:gd name="T32" fmla="*/ 21 w 295"/>
                <a:gd name="T33" fmla="*/ 18 h 97"/>
                <a:gd name="T34" fmla="*/ 26 w 295"/>
                <a:gd name="T35" fmla="*/ 17 h 97"/>
                <a:gd name="T36" fmla="*/ 146 w 295"/>
                <a:gd name="T37" fmla="*/ 80 h 97"/>
                <a:gd name="T38" fmla="*/ 153 w 295"/>
                <a:gd name="T39" fmla="*/ 84 h 97"/>
                <a:gd name="T40" fmla="*/ 167 w 295"/>
                <a:gd name="T41" fmla="*/ 89 h 97"/>
                <a:gd name="T42" fmla="*/ 168 w 295"/>
                <a:gd name="T43" fmla="*/ 85 h 97"/>
                <a:gd name="T44" fmla="*/ 175 w 295"/>
                <a:gd name="T45" fmla="*/ 68 h 97"/>
                <a:gd name="T46" fmla="*/ 197 w 295"/>
                <a:gd name="T47" fmla="*/ 61 h 97"/>
                <a:gd name="T48" fmla="*/ 207 w 295"/>
                <a:gd name="T49" fmla="*/ 49 h 97"/>
                <a:gd name="T50" fmla="*/ 217 w 295"/>
                <a:gd name="T51" fmla="*/ 39 h 97"/>
                <a:gd name="T52" fmla="*/ 219 w 295"/>
                <a:gd name="T53" fmla="*/ 42 h 97"/>
                <a:gd name="T54" fmla="*/ 223 w 295"/>
                <a:gd name="T55" fmla="*/ 46 h 97"/>
                <a:gd name="T56" fmla="*/ 235 w 295"/>
                <a:gd name="T57" fmla="*/ 40 h 97"/>
                <a:gd name="T58" fmla="*/ 234 w 295"/>
                <a:gd name="T59" fmla="*/ 36 h 97"/>
                <a:gd name="T60" fmla="*/ 233 w 295"/>
                <a:gd name="T61" fmla="*/ 32 h 97"/>
                <a:gd name="T62" fmla="*/ 238 w 295"/>
                <a:gd name="T63" fmla="*/ 32 h 97"/>
                <a:gd name="T64" fmla="*/ 235 w 295"/>
                <a:gd name="T65" fmla="*/ 26 h 97"/>
                <a:gd name="T66" fmla="*/ 243 w 295"/>
                <a:gd name="T67" fmla="*/ 23 h 97"/>
                <a:gd name="T68" fmla="*/ 249 w 295"/>
                <a:gd name="T69" fmla="*/ 13 h 97"/>
                <a:gd name="T70" fmla="*/ 257 w 295"/>
                <a:gd name="T71" fmla="*/ 0 h 97"/>
                <a:gd name="T72" fmla="*/ 264 w 295"/>
                <a:gd name="T73" fmla="*/ 1 h 97"/>
                <a:gd name="T74" fmla="*/ 271 w 295"/>
                <a:gd name="T75" fmla="*/ 8 h 97"/>
                <a:gd name="T76" fmla="*/ 269 w 295"/>
                <a:gd name="T77" fmla="*/ 17 h 97"/>
                <a:gd name="T78" fmla="*/ 277 w 295"/>
                <a:gd name="T79" fmla="*/ 16 h 97"/>
                <a:gd name="T80" fmla="*/ 281 w 295"/>
                <a:gd name="T81" fmla="*/ 20 h 97"/>
                <a:gd name="T82" fmla="*/ 292 w 295"/>
                <a:gd name="T83" fmla="*/ 25 h 97"/>
                <a:gd name="T84" fmla="*/ 294 w 295"/>
                <a:gd name="T85" fmla="*/ 29 h 97"/>
                <a:gd name="T86" fmla="*/ 285 w 295"/>
                <a:gd name="T87" fmla="*/ 32 h 97"/>
                <a:gd name="T88" fmla="*/ 279 w 295"/>
                <a:gd name="T89" fmla="*/ 35 h 97"/>
                <a:gd name="T90" fmla="*/ 281 w 295"/>
                <a:gd name="T91" fmla="*/ 44 h 97"/>
                <a:gd name="T92" fmla="*/ 272 w 295"/>
                <a:gd name="T93" fmla="*/ 46 h 97"/>
                <a:gd name="T94" fmla="*/ 262 w 295"/>
                <a:gd name="T95" fmla="*/ 43 h 97"/>
                <a:gd name="T96" fmla="*/ 248 w 295"/>
                <a:gd name="T97" fmla="*/ 42 h 97"/>
                <a:gd name="T98" fmla="*/ 240 w 295"/>
                <a:gd name="T99" fmla="*/ 48 h 97"/>
                <a:gd name="T100" fmla="*/ 239 w 295"/>
                <a:gd name="T101" fmla="*/ 62 h 97"/>
                <a:gd name="T102" fmla="*/ 233 w 295"/>
                <a:gd name="T103" fmla="*/ 71 h 97"/>
                <a:gd name="T104" fmla="*/ 218 w 295"/>
                <a:gd name="T105" fmla="*/ 87 h 97"/>
                <a:gd name="T106" fmla="*/ 209 w 295"/>
                <a:gd name="T107" fmla="*/ 91 h 97"/>
                <a:gd name="T108" fmla="*/ 198 w 295"/>
                <a:gd name="T109" fmla="*/ 86 h 97"/>
                <a:gd name="T110" fmla="*/ 188 w 295"/>
                <a:gd name="T111" fmla="*/ 89 h 97"/>
                <a:gd name="T112" fmla="*/ 178 w 295"/>
                <a:gd name="T113" fmla="*/ 96 h 97"/>
                <a:gd name="T114" fmla="*/ 169 w 295"/>
                <a:gd name="T115" fmla="*/ 94 h 97"/>
                <a:gd name="T116" fmla="*/ 158 w 295"/>
                <a:gd name="T117" fmla="*/ 94 h 97"/>
                <a:gd name="T118" fmla="*/ 146 w 295"/>
                <a:gd name="T119" fmla="*/ 80 h 9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95"/>
                <a:gd name="T181" fmla="*/ 0 h 97"/>
                <a:gd name="T182" fmla="*/ 295 w 295"/>
                <a:gd name="T183" fmla="*/ 97 h 9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95" h="97">
                  <a:moveTo>
                    <a:pt x="30" y="12"/>
                  </a:moveTo>
                  <a:lnTo>
                    <a:pt x="31" y="12"/>
                  </a:lnTo>
                  <a:lnTo>
                    <a:pt x="34" y="13"/>
                  </a:lnTo>
                  <a:lnTo>
                    <a:pt x="42" y="21"/>
                  </a:lnTo>
                  <a:lnTo>
                    <a:pt x="47" y="28"/>
                  </a:lnTo>
                  <a:lnTo>
                    <a:pt x="50" y="33"/>
                  </a:lnTo>
                  <a:lnTo>
                    <a:pt x="51" y="37"/>
                  </a:lnTo>
                  <a:lnTo>
                    <a:pt x="51" y="43"/>
                  </a:lnTo>
                  <a:lnTo>
                    <a:pt x="50" y="49"/>
                  </a:lnTo>
                  <a:lnTo>
                    <a:pt x="50" y="57"/>
                  </a:lnTo>
                  <a:lnTo>
                    <a:pt x="50" y="61"/>
                  </a:lnTo>
                  <a:lnTo>
                    <a:pt x="50" y="64"/>
                  </a:lnTo>
                  <a:lnTo>
                    <a:pt x="52" y="67"/>
                  </a:lnTo>
                  <a:lnTo>
                    <a:pt x="55" y="71"/>
                  </a:lnTo>
                  <a:lnTo>
                    <a:pt x="58" y="74"/>
                  </a:lnTo>
                  <a:lnTo>
                    <a:pt x="63" y="86"/>
                  </a:lnTo>
                  <a:lnTo>
                    <a:pt x="63" y="87"/>
                  </a:lnTo>
                  <a:lnTo>
                    <a:pt x="61" y="86"/>
                  </a:lnTo>
                  <a:lnTo>
                    <a:pt x="54" y="86"/>
                  </a:lnTo>
                  <a:lnTo>
                    <a:pt x="52" y="87"/>
                  </a:lnTo>
                  <a:lnTo>
                    <a:pt x="50" y="86"/>
                  </a:lnTo>
                  <a:lnTo>
                    <a:pt x="47" y="83"/>
                  </a:lnTo>
                  <a:lnTo>
                    <a:pt x="40" y="79"/>
                  </a:lnTo>
                  <a:lnTo>
                    <a:pt x="36" y="77"/>
                  </a:lnTo>
                  <a:lnTo>
                    <a:pt x="27" y="72"/>
                  </a:lnTo>
                  <a:lnTo>
                    <a:pt x="21" y="66"/>
                  </a:lnTo>
                  <a:lnTo>
                    <a:pt x="19" y="65"/>
                  </a:lnTo>
                  <a:lnTo>
                    <a:pt x="18" y="58"/>
                  </a:lnTo>
                  <a:lnTo>
                    <a:pt x="15" y="53"/>
                  </a:lnTo>
                  <a:lnTo>
                    <a:pt x="8" y="47"/>
                  </a:lnTo>
                  <a:lnTo>
                    <a:pt x="7" y="43"/>
                  </a:lnTo>
                  <a:lnTo>
                    <a:pt x="7" y="39"/>
                  </a:lnTo>
                  <a:lnTo>
                    <a:pt x="8" y="37"/>
                  </a:lnTo>
                  <a:lnTo>
                    <a:pt x="7" y="34"/>
                  </a:lnTo>
                  <a:lnTo>
                    <a:pt x="4" y="30"/>
                  </a:lnTo>
                  <a:lnTo>
                    <a:pt x="2" y="17"/>
                  </a:lnTo>
                  <a:lnTo>
                    <a:pt x="0" y="12"/>
                  </a:lnTo>
                  <a:lnTo>
                    <a:pt x="0" y="9"/>
                  </a:lnTo>
                  <a:lnTo>
                    <a:pt x="4" y="8"/>
                  </a:lnTo>
                  <a:lnTo>
                    <a:pt x="8" y="8"/>
                  </a:lnTo>
                  <a:lnTo>
                    <a:pt x="8" y="11"/>
                  </a:lnTo>
                  <a:lnTo>
                    <a:pt x="11" y="12"/>
                  </a:lnTo>
                  <a:lnTo>
                    <a:pt x="13" y="14"/>
                  </a:lnTo>
                  <a:lnTo>
                    <a:pt x="14" y="15"/>
                  </a:lnTo>
                  <a:lnTo>
                    <a:pt x="14" y="17"/>
                  </a:lnTo>
                  <a:lnTo>
                    <a:pt x="12" y="19"/>
                  </a:lnTo>
                  <a:lnTo>
                    <a:pt x="13" y="21"/>
                  </a:lnTo>
                  <a:lnTo>
                    <a:pt x="15" y="22"/>
                  </a:lnTo>
                  <a:lnTo>
                    <a:pt x="17" y="19"/>
                  </a:lnTo>
                  <a:lnTo>
                    <a:pt x="19" y="17"/>
                  </a:lnTo>
                  <a:lnTo>
                    <a:pt x="21" y="18"/>
                  </a:lnTo>
                  <a:lnTo>
                    <a:pt x="21" y="21"/>
                  </a:lnTo>
                  <a:lnTo>
                    <a:pt x="25" y="21"/>
                  </a:lnTo>
                  <a:lnTo>
                    <a:pt x="26" y="17"/>
                  </a:lnTo>
                  <a:lnTo>
                    <a:pt x="30" y="15"/>
                  </a:lnTo>
                  <a:lnTo>
                    <a:pt x="30" y="12"/>
                  </a:lnTo>
                  <a:close/>
                  <a:moveTo>
                    <a:pt x="146" y="80"/>
                  </a:moveTo>
                  <a:lnTo>
                    <a:pt x="147" y="80"/>
                  </a:lnTo>
                  <a:lnTo>
                    <a:pt x="150" y="83"/>
                  </a:lnTo>
                  <a:lnTo>
                    <a:pt x="153" y="84"/>
                  </a:lnTo>
                  <a:lnTo>
                    <a:pt x="159" y="85"/>
                  </a:lnTo>
                  <a:lnTo>
                    <a:pt x="161" y="86"/>
                  </a:lnTo>
                  <a:lnTo>
                    <a:pt x="167" y="89"/>
                  </a:lnTo>
                  <a:lnTo>
                    <a:pt x="169" y="89"/>
                  </a:lnTo>
                  <a:lnTo>
                    <a:pt x="172" y="88"/>
                  </a:lnTo>
                  <a:lnTo>
                    <a:pt x="168" y="85"/>
                  </a:lnTo>
                  <a:lnTo>
                    <a:pt x="169" y="81"/>
                  </a:lnTo>
                  <a:lnTo>
                    <a:pt x="172" y="77"/>
                  </a:lnTo>
                  <a:lnTo>
                    <a:pt x="175" y="68"/>
                  </a:lnTo>
                  <a:lnTo>
                    <a:pt x="179" y="66"/>
                  </a:lnTo>
                  <a:lnTo>
                    <a:pt x="190" y="64"/>
                  </a:lnTo>
                  <a:lnTo>
                    <a:pt x="197" y="61"/>
                  </a:lnTo>
                  <a:lnTo>
                    <a:pt x="200" y="59"/>
                  </a:lnTo>
                  <a:lnTo>
                    <a:pt x="204" y="52"/>
                  </a:lnTo>
                  <a:lnTo>
                    <a:pt x="207" y="49"/>
                  </a:lnTo>
                  <a:lnTo>
                    <a:pt x="214" y="42"/>
                  </a:lnTo>
                  <a:lnTo>
                    <a:pt x="215" y="40"/>
                  </a:lnTo>
                  <a:lnTo>
                    <a:pt x="217" y="39"/>
                  </a:lnTo>
                  <a:lnTo>
                    <a:pt x="218" y="39"/>
                  </a:lnTo>
                  <a:lnTo>
                    <a:pt x="219" y="42"/>
                  </a:lnTo>
                  <a:lnTo>
                    <a:pt x="220" y="42"/>
                  </a:lnTo>
                  <a:lnTo>
                    <a:pt x="221" y="44"/>
                  </a:lnTo>
                  <a:lnTo>
                    <a:pt x="223" y="46"/>
                  </a:lnTo>
                  <a:lnTo>
                    <a:pt x="226" y="44"/>
                  </a:lnTo>
                  <a:lnTo>
                    <a:pt x="235" y="41"/>
                  </a:lnTo>
                  <a:lnTo>
                    <a:pt x="235" y="40"/>
                  </a:lnTo>
                  <a:lnTo>
                    <a:pt x="233" y="39"/>
                  </a:lnTo>
                  <a:lnTo>
                    <a:pt x="233" y="37"/>
                  </a:lnTo>
                  <a:lnTo>
                    <a:pt x="234" y="36"/>
                  </a:lnTo>
                  <a:lnTo>
                    <a:pt x="232" y="33"/>
                  </a:lnTo>
                  <a:lnTo>
                    <a:pt x="232" y="32"/>
                  </a:lnTo>
                  <a:lnTo>
                    <a:pt x="233" y="32"/>
                  </a:lnTo>
                  <a:lnTo>
                    <a:pt x="234" y="33"/>
                  </a:lnTo>
                  <a:lnTo>
                    <a:pt x="235" y="33"/>
                  </a:lnTo>
                  <a:lnTo>
                    <a:pt x="238" y="32"/>
                  </a:lnTo>
                  <a:lnTo>
                    <a:pt x="239" y="30"/>
                  </a:lnTo>
                  <a:lnTo>
                    <a:pt x="238" y="28"/>
                  </a:lnTo>
                  <a:lnTo>
                    <a:pt x="235" y="26"/>
                  </a:lnTo>
                  <a:lnTo>
                    <a:pt x="236" y="23"/>
                  </a:lnTo>
                  <a:lnTo>
                    <a:pt x="240" y="22"/>
                  </a:lnTo>
                  <a:lnTo>
                    <a:pt x="243" y="23"/>
                  </a:lnTo>
                  <a:lnTo>
                    <a:pt x="244" y="18"/>
                  </a:lnTo>
                  <a:lnTo>
                    <a:pt x="247" y="16"/>
                  </a:lnTo>
                  <a:lnTo>
                    <a:pt x="249" y="13"/>
                  </a:lnTo>
                  <a:lnTo>
                    <a:pt x="253" y="9"/>
                  </a:lnTo>
                  <a:lnTo>
                    <a:pt x="256" y="2"/>
                  </a:lnTo>
                  <a:lnTo>
                    <a:pt x="257" y="0"/>
                  </a:lnTo>
                  <a:lnTo>
                    <a:pt x="259" y="3"/>
                  </a:lnTo>
                  <a:lnTo>
                    <a:pt x="262" y="4"/>
                  </a:lnTo>
                  <a:lnTo>
                    <a:pt x="264" y="1"/>
                  </a:lnTo>
                  <a:lnTo>
                    <a:pt x="266" y="5"/>
                  </a:lnTo>
                  <a:lnTo>
                    <a:pt x="268" y="7"/>
                  </a:lnTo>
                  <a:lnTo>
                    <a:pt x="271" y="8"/>
                  </a:lnTo>
                  <a:lnTo>
                    <a:pt x="272" y="11"/>
                  </a:lnTo>
                  <a:lnTo>
                    <a:pt x="270" y="13"/>
                  </a:lnTo>
                  <a:lnTo>
                    <a:pt x="269" y="17"/>
                  </a:lnTo>
                  <a:lnTo>
                    <a:pt x="269" y="18"/>
                  </a:lnTo>
                  <a:lnTo>
                    <a:pt x="274" y="17"/>
                  </a:lnTo>
                  <a:lnTo>
                    <a:pt x="277" y="16"/>
                  </a:lnTo>
                  <a:lnTo>
                    <a:pt x="278" y="18"/>
                  </a:lnTo>
                  <a:lnTo>
                    <a:pt x="275" y="21"/>
                  </a:lnTo>
                  <a:lnTo>
                    <a:pt x="281" y="20"/>
                  </a:lnTo>
                  <a:lnTo>
                    <a:pt x="283" y="20"/>
                  </a:lnTo>
                  <a:lnTo>
                    <a:pt x="285" y="20"/>
                  </a:lnTo>
                  <a:lnTo>
                    <a:pt x="292" y="25"/>
                  </a:lnTo>
                  <a:lnTo>
                    <a:pt x="295" y="26"/>
                  </a:lnTo>
                  <a:lnTo>
                    <a:pt x="295" y="28"/>
                  </a:lnTo>
                  <a:lnTo>
                    <a:pt x="294" y="29"/>
                  </a:lnTo>
                  <a:lnTo>
                    <a:pt x="293" y="31"/>
                  </a:lnTo>
                  <a:lnTo>
                    <a:pt x="290" y="32"/>
                  </a:lnTo>
                  <a:lnTo>
                    <a:pt x="285" y="32"/>
                  </a:lnTo>
                  <a:lnTo>
                    <a:pt x="281" y="31"/>
                  </a:lnTo>
                  <a:lnTo>
                    <a:pt x="278" y="33"/>
                  </a:lnTo>
                  <a:lnTo>
                    <a:pt x="279" y="35"/>
                  </a:lnTo>
                  <a:lnTo>
                    <a:pt x="285" y="40"/>
                  </a:lnTo>
                  <a:lnTo>
                    <a:pt x="284" y="42"/>
                  </a:lnTo>
                  <a:lnTo>
                    <a:pt x="281" y="44"/>
                  </a:lnTo>
                  <a:lnTo>
                    <a:pt x="276" y="44"/>
                  </a:lnTo>
                  <a:lnTo>
                    <a:pt x="272" y="45"/>
                  </a:lnTo>
                  <a:lnTo>
                    <a:pt x="272" y="46"/>
                  </a:lnTo>
                  <a:lnTo>
                    <a:pt x="271" y="46"/>
                  </a:lnTo>
                  <a:lnTo>
                    <a:pt x="266" y="43"/>
                  </a:lnTo>
                  <a:lnTo>
                    <a:pt x="262" y="43"/>
                  </a:lnTo>
                  <a:lnTo>
                    <a:pt x="258" y="43"/>
                  </a:lnTo>
                  <a:lnTo>
                    <a:pt x="253" y="43"/>
                  </a:lnTo>
                  <a:lnTo>
                    <a:pt x="248" y="42"/>
                  </a:lnTo>
                  <a:lnTo>
                    <a:pt x="245" y="42"/>
                  </a:lnTo>
                  <a:lnTo>
                    <a:pt x="243" y="43"/>
                  </a:lnTo>
                  <a:lnTo>
                    <a:pt x="240" y="48"/>
                  </a:lnTo>
                  <a:lnTo>
                    <a:pt x="240" y="52"/>
                  </a:lnTo>
                  <a:lnTo>
                    <a:pt x="240" y="59"/>
                  </a:lnTo>
                  <a:lnTo>
                    <a:pt x="239" y="62"/>
                  </a:lnTo>
                  <a:lnTo>
                    <a:pt x="234" y="63"/>
                  </a:lnTo>
                  <a:lnTo>
                    <a:pt x="233" y="65"/>
                  </a:lnTo>
                  <a:lnTo>
                    <a:pt x="233" y="71"/>
                  </a:lnTo>
                  <a:lnTo>
                    <a:pt x="227" y="83"/>
                  </a:lnTo>
                  <a:lnTo>
                    <a:pt x="224" y="85"/>
                  </a:lnTo>
                  <a:lnTo>
                    <a:pt x="218" y="87"/>
                  </a:lnTo>
                  <a:lnTo>
                    <a:pt x="215" y="88"/>
                  </a:lnTo>
                  <a:lnTo>
                    <a:pt x="211" y="91"/>
                  </a:lnTo>
                  <a:lnTo>
                    <a:pt x="209" y="91"/>
                  </a:lnTo>
                  <a:lnTo>
                    <a:pt x="205" y="90"/>
                  </a:lnTo>
                  <a:lnTo>
                    <a:pt x="202" y="88"/>
                  </a:lnTo>
                  <a:lnTo>
                    <a:pt x="198" y="86"/>
                  </a:lnTo>
                  <a:lnTo>
                    <a:pt x="195" y="85"/>
                  </a:lnTo>
                  <a:lnTo>
                    <a:pt x="191" y="86"/>
                  </a:lnTo>
                  <a:lnTo>
                    <a:pt x="188" y="89"/>
                  </a:lnTo>
                  <a:lnTo>
                    <a:pt x="185" y="93"/>
                  </a:lnTo>
                  <a:lnTo>
                    <a:pt x="181" y="95"/>
                  </a:lnTo>
                  <a:lnTo>
                    <a:pt x="178" y="96"/>
                  </a:lnTo>
                  <a:lnTo>
                    <a:pt x="175" y="95"/>
                  </a:lnTo>
                  <a:lnTo>
                    <a:pt x="171" y="94"/>
                  </a:lnTo>
                  <a:lnTo>
                    <a:pt x="169" y="94"/>
                  </a:lnTo>
                  <a:lnTo>
                    <a:pt x="162" y="97"/>
                  </a:lnTo>
                  <a:lnTo>
                    <a:pt x="160" y="95"/>
                  </a:lnTo>
                  <a:lnTo>
                    <a:pt x="158" y="94"/>
                  </a:lnTo>
                  <a:lnTo>
                    <a:pt x="150" y="87"/>
                  </a:lnTo>
                  <a:lnTo>
                    <a:pt x="148" y="85"/>
                  </a:lnTo>
                  <a:lnTo>
                    <a:pt x="146" y="8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3" name="Freeform 62"/>
            <p:cNvSpPr>
              <a:spLocks/>
            </p:cNvSpPr>
            <p:nvPr/>
          </p:nvSpPr>
          <p:spPr bwMode="gray">
            <a:xfrm>
              <a:off x="4916488" y="4549776"/>
              <a:ext cx="100013" cy="125413"/>
            </a:xfrm>
            <a:custGeom>
              <a:avLst/>
              <a:gdLst>
                <a:gd name="T0" fmla="*/ 30 w 63"/>
                <a:gd name="T1" fmla="*/ 4 h 79"/>
                <a:gd name="T2" fmla="*/ 31 w 63"/>
                <a:gd name="T3" fmla="*/ 4 h 79"/>
                <a:gd name="T4" fmla="*/ 34 w 63"/>
                <a:gd name="T5" fmla="*/ 5 h 79"/>
                <a:gd name="T6" fmla="*/ 42 w 63"/>
                <a:gd name="T7" fmla="*/ 13 h 79"/>
                <a:gd name="T8" fmla="*/ 47 w 63"/>
                <a:gd name="T9" fmla="*/ 20 h 79"/>
                <a:gd name="T10" fmla="*/ 50 w 63"/>
                <a:gd name="T11" fmla="*/ 25 h 79"/>
                <a:gd name="T12" fmla="*/ 51 w 63"/>
                <a:gd name="T13" fmla="*/ 29 h 79"/>
                <a:gd name="T14" fmla="*/ 51 w 63"/>
                <a:gd name="T15" fmla="*/ 35 h 79"/>
                <a:gd name="T16" fmla="*/ 50 w 63"/>
                <a:gd name="T17" fmla="*/ 41 h 79"/>
                <a:gd name="T18" fmla="*/ 50 w 63"/>
                <a:gd name="T19" fmla="*/ 49 h 79"/>
                <a:gd name="T20" fmla="*/ 50 w 63"/>
                <a:gd name="T21" fmla="*/ 53 h 79"/>
                <a:gd name="T22" fmla="*/ 50 w 63"/>
                <a:gd name="T23" fmla="*/ 56 h 79"/>
                <a:gd name="T24" fmla="*/ 52 w 63"/>
                <a:gd name="T25" fmla="*/ 59 h 79"/>
                <a:gd name="T26" fmla="*/ 55 w 63"/>
                <a:gd name="T27" fmla="*/ 63 h 79"/>
                <a:gd name="T28" fmla="*/ 58 w 63"/>
                <a:gd name="T29" fmla="*/ 66 h 79"/>
                <a:gd name="T30" fmla="*/ 63 w 63"/>
                <a:gd name="T31" fmla="*/ 78 h 79"/>
                <a:gd name="T32" fmla="*/ 63 w 63"/>
                <a:gd name="T33" fmla="*/ 79 h 79"/>
                <a:gd name="T34" fmla="*/ 61 w 63"/>
                <a:gd name="T35" fmla="*/ 78 h 79"/>
                <a:gd name="T36" fmla="*/ 54 w 63"/>
                <a:gd name="T37" fmla="*/ 78 h 79"/>
                <a:gd name="T38" fmla="*/ 52 w 63"/>
                <a:gd name="T39" fmla="*/ 79 h 79"/>
                <a:gd name="T40" fmla="*/ 50 w 63"/>
                <a:gd name="T41" fmla="*/ 78 h 79"/>
                <a:gd name="T42" fmla="*/ 47 w 63"/>
                <a:gd name="T43" fmla="*/ 75 h 79"/>
                <a:gd name="T44" fmla="*/ 40 w 63"/>
                <a:gd name="T45" fmla="*/ 71 h 79"/>
                <a:gd name="T46" fmla="*/ 36 w 63"/>
                <a:gd name="T47" fmla="*/ 69 h 79"/>
                <a:gd name="T48" fmla="*/ 27 w 63"/>
                <a:gd name="T49" fmla="*/ 64 h 79"/>
                <a:gd name="T50" fmla="*/ 21 w 63"/>
                <a:gd name="T51" fmla="*/ 58 h 79"/>
                <a:gd name="T52" fmla="*/ 19 w 63"/>
                <a:gd name="T53" fmla="*/ 57 h 79"/>
                <a:gd name="T54" fmla="*/ 18 w 63"/>
                <a:gd name="T55" fmla="*/ 50 h 79"/>
                <a:gd name="T56" fmla="*/ 15 w 63"/>
                <a:gd name="T57" fmla="*/ 45 h 79"/>
                <a:gd name="T58" fmla="*/ 8 w 63"/>
                <a:gd name="T59" fmla="*/ 39 h 79"/>
                <a:gd name="T60" fmla="*/ 7 w 63"/>
                <a:gd name="T61" fmla="*/ 35 h 79"/>
                <a:gd name="T62" fmla="*/ 7 w 63"/>
                <a:gd name="T63" fmla="*/ 31 h 79"/>
                <a:gd name="T64" fmla="*/ 8 w 63"/>
                <a:gd name="T65" fmla="*/ 29 h 79"/>
                <a:gd name="T66" fmla="*/ 7 w 63"/>
                <a:gd name="T67" fmla="*/ 26 h 79"/>
                <a:gd name="T68" fmla="*/ 4 w 63"/>
                <a:gd name="T69" fmla="*/ 22 h 79"/>
                <a:gd name="T70" fmla="*/ 2 w 63"/>
                <a:gd name="T71" fmla="*/ 9 h 79"/>
                <a:gd name="T72" fmla="*/ 0 w 63"/>
                <a:gd name="T73" fmla="*/ 4 h 79"/>
                <a:gd name="T74" fmla="*/ 0 w 63"/>
                <a:gd name="T75" fmla="*/ 1 h 79"/>
                <a:gd name="T76" fmla="*/ 4 w 63"/>
                <a:gd name="T77" fmla="*/ 0 h 79"/>
                <a:gd name="T78" fmla="*/ 8 w 63"/>
                <a:gd name="T79" fmla="*/ 0 h 79"/>
                <a:gd name="T80" fmla="*/ 8 w 63"/>
                <a:gd name="T81" fmla="*/ 3 h 79"/>
                <a:gd name="T82" fmla="*/ 11 w 63"/>
                <a:gd name="T83" fmla="*/ 4 h 79"/>
                <a:gd name="T84" fmla="*/ 13 w 63"/>
                <a:gd name="T85" fmla="*/ 6 h 79"/>
                <a:gd name="T86" fmla="*/ 14 w 63"/>
                <a:gd name="T87" fmla="*/ 7 h 79"/>
                <a:gd name="T88" fmla="*/ 14 w 63"/>
                <a:gd name="T89" fmla="*/ 9 h 79"/>
                <a:gd name="T90" fmla="*/ 12 w 63"/>
                <a:gd name="T91" fmla="*/ 11 h 79"/>
                <a:gd name="T92" fmla="*/ 13 w 63"/>
                <a:gd name="T93" fmla="*/ 13 h 79"/>
                <a:gd name="T94" fmla="*/ 15 w 63"/>
                <a:gd name="T95" fmla="*/ 14 h 79"/>
                <a:gd name="T96" fmla="*/ 17 w 63"/>
                <a:gd name="T97" fmla="*/ 11 h 79"/>
                <a:gd name="T98" fmla="*/ 19 w 63"/>
                <a:gd name="T99" fmla="*/ 9 h 79"/>
                <a:gd name="T100" fmla="*/ 21 w 63"/>
                <a:gd name="T101" fmla="*/ 10 h 79"/>
                <a:gd name="T102" fmla="*/ 21 w 63"/>
                <a:gd name="T103" fmla="*/ 13 h 79"/>
                <a:gd name="T104" fmla="*/ 25 w 63"/>
                <a:gd name="T105" fmla="*/ 13 h 79"/>
                <a:gd name="T106" fmla="*/ 26 w 63"/>
                <a:gd name="T107" fmla="*/ 9 h 79"/>
                <a:gd name="T108" fmla="*/ 30 w 63"/>
                <a:gd name="T109" fmla="*/ 7 h 79"/>
                <a:gd name="T110" fmla="*/ 30 w 63"/>
                <a:gd name="T111" fmla="*/ 4 h 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63"/>
                <a:gd name="T169" fmla="*/ 0 h 79"/>
                <a:gd name="T170" fmla="*/ 63 w 63"/>
                <a:gd name="T171" fmla="*/ 79 h 79"/>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63" h="79">
                  <a:moveTo>
                    <a:pt x="30" y="4"/>
                  </a:moveTo>
                  <a:lnTo>
                    <a:pt x="31" y="4"/>
                  </a:lnTo>
                  <a:lnTo>
                    <a:pt x="34" y="5"/>
                  </a:lnTo>
                  <a:lnTo>
                    <a:pt x="42" y="13"/>
                  </a:lnTo>
                  <a:lnTo>
                    <a:pt x="47" y="20"/>
                  </a:lnTo>
                  <a:lnTo>
                    <a:pt x="50" y="25"/>
                  </a:lnTo>
                  <a:lnTo>
                    <a:pt x="51" y="29"/>
                  </a:lnTo>
                  <a:lnTo>
                    <a:pt x="51" y="35"/>
                  </a:lnTo>
                  <a:lnTo>
                    <a:pt x="50" y="41"/>
                  </a:lnTo>
                  <a:lnTo>
                    <a:pt x="50" y="49"/>
                  </a:lnTo>
                  <a:lnTo>
                    <a:pt x="50" y="53"/>
                  </a:lnTo>
                  <a:lnTo>
                    <a:pt x="50" y="56"/>
                  </a:lnTo>
                  <a:lnTo>
                    <a:pt x="52" y="59"/>
                  </a:lnTo>
                  <a:lnTo>
                    <a:pt x="55" y="63"/>
                  </a:lnTo>
                  <a:lnTo>
                    <a:pt x="58" y="66"/>
                  </a:lnTo>
                  <a:lnTo>
                    <a:pt x="63" y="78"/>
                  </a:lnTo>
                  <a:lnTo>
                    <a:pt x="63" y="79"/>
                  </a:lnTo>
                  <a:lnTo>
                    <a:pt x="61" y="78"/>
                  </a:lnTo>
                  <a:lnTo>
                    <a:pt x="54" y="78"/>
                  </a:lnTo>
                  <a:lnTo>
                    <a:pt x="52" y="79"/>
                  </a:lnTo>
                  <a:lnTo>
                    <a:pt x="50" y="78"/>
                  </a:lnTo>
                  <a:lnTo>
                    <a:pt x="47" y="75"/>
                  </a:lnTo>
                  <a:lnTo>
                    <a:pt x="40" y="71"/>
                  </a:lnTo>
                  <a:lnTo>
                    <a:pt x="36" y="69"/>
                  </a:lnTo>
                  <a:lnTo>
                    <a:pt x="27" y="64"/>
                  </a:lnTo>
                  <a:lnTo>
                    <a:pt x="21" y="58"/>
                  </a:lnTo>
                  <a:lnTo>
                    <a:pt x="19" y="57"/>
                  </a:lnTo>
                  <a:lnTo>
                    <a:pt x="18" y="50"/>
                  </a:lnTo>
                  <a:lnTo>
                    <a:pt x="15" y="45"/>
                  </a:lnTo>
                  <a:lnTo>
                    <a:pt x="8" y="39"/>
                  </a:lnTo>
                  <a:lnTo>
                    <a:pt x="7" y="35"/>
                  </a:lnTo>
                  <a:lnTo>
                    <a:pt x="7" y="31"/>
                  </a:lnTo>
                  <a:lnTo>
                    <a:pt x="8" y="29"/>
                  </a:lnTo>
                  <a:lnTo>
                    <a:pt x="7" y="26"/>
                  </a:lnTo>
                  <a:lnTo>
                    <a:pt x="4" y="22"/>
                  </a:lnTo>
                  <a:lnTo>
                    <a:pt x="2" y="9"/>
                  </a:lnTo>
                  <a:lnTo>
                    <a:pt x="0" y="4"/>
                  </a:lnTo>
                  <a:lnTo>
                    <a:pt x="0" y="1"/>
                  </a:lnTo>
                  <a:lnTo>
                    <a:pt x="4" y="0"/>
                  </a:lnTo>
                  <a:lnTo>
                    <a:pt x="8" y="0"/>
                  </a:lnTo>
                  <a:lnTo>
                    <a:pt x="8" y="3"/>
                  </a:lnTo>
                  <a:lnTo>
                    <a:pt x="11" y="4"/>
                  </a:lnTo>
                  <a:lnTo>
                    <a:pt x="13" y="6"/>
                  </a:lnTo>
                  <a:lnTo>
                    <a:pt x="14" y="7"/>
                  </a:lnTo>
                  <a:lnTo>
                    <a:pt x="14" y="9"/>
                  </a:lnTo>
                  <a:lnTo>
                    <a:pt x="12" y="11"/>
                  </a:lnTo>
                  <a:lnTo>
                    <a:pt x="13" y="13"/>
                  </a:lnTo>
                  <a:lnTo>
                    <a:pt x="15" y="14"/>
                  </a:lnTo>
                  <a:lnTo>
                    <a:pt x="17" y="11"/>
                  </a:lnTo>
                  <a:lnTo>
                    <a:pt x="19" y="9"/>
                  </a:lnTo>
                  <a:lnTo>
                    <a:pt x="21" y="10"/>
                  </a:lnTo>
                  <a:lnTo>
                    <a:pt x="21" y="13"/>
                  </a:lnTo>
                  <a:lnTo>
                    <a:pt x="25" y="13"/>
                  </a:lnTo>
                  <a:lnTo>
                    <a:pt x="26" y="9"/>
                  </a:lnTo>
                  <a:lnTo>
                    <a:pt x="30" y="7"/>
                  </a:lnTo>
                  <a:lnTo>
                    <a:pt x="30" y="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4" name="Freeform 63"/>
            <p:cNvSpPr>
              <a:spLocks/>
            </p:cNvSpPr>
            <p:nvPr/>
          </p:nvSpPr>
          <p:spPr bwMode="gray">
            <a:xfrm>
              <a:off x="5148263" y="4537076"/>
              <a:ext cx="236538" cy="153988"/>
            </a:xfrm>
            <a:custGeom>
              <a:avLst/>
              <a:gdLst>
                <a:gd name="T0" fmla="*/ 1 w 149"/>
                <a:gd name="T1" fmla="*/ 80 h 97"/>
                <a:gd name="T2" fmla="*/ 7 w 149"/>
                <a:gd name="T3" fmla="*/ 84 h 97"/>
                <a:gd name="T4" fmla="*/ 15 w 149"/>
                <a:gd name="T5" fmla="*/ 86 h 97"/>
                <a:gd name="T6" fmla="*/ 23 w 149"/>
                <a:gd name="T7" fmla="*/ 89 h 97"/>
                <a:gd name="T8" fmla="*/ 22 w 149"/>
                <a:gd name="T9" fmla="*/ 85 h 97"/>
                <a:gd name="T10" fmla="*/ 26 w 149"/>
                <a:gd name="T11" fmla="*/ 77 h 97"/>
                <a:gd name="T12" fmla="*/ 33 w 149"/>
                <a:gd name="T13" fmla="*/ 66 h 97"/>
                <a:gd name="T14" fmla="*/ 51 w 149"/>
                <a:gd name="T15" fmla="*/ 61 h 97"/>
                <a:gd name="T16" fmla="*/ 58 w 149"/>
                <a:gd name="T17" fmla="*/ 52 h 97"/>
                <a:gd name="T18" fmla="*/ 68 w 149"/>
                <a:gd name="T19" fmla="*/ 42 h 97"/>
                <a:gd name="T20" fmla="*/ 71 w 149"/>
                <a:gd name="T21" fmla="*/ 39 h 97"/>
                <a:gd name="T22" fmla="*/ 72 w 149"/>
                <a:gd name="T23" fmla="*/ 39 h 97"/>
                <a:gd name="T24" fmla="*/ 74 w 149"/>
                <a:gd name="T25" fmla="*/ 42 h 97"/>
                <a:gd name="T26" fmla="*/ 77 w 149"/>
                <a:gd name="T27" fmla="*/ 46 h 97"/>
                <a:gd name="T28" fmla="*/ 89 w 149"/>
                <a:gd name="T29" fmla="*/ 41 h 97"/>
                <a:gd name="T30" fmla="*/ 87 w 149"/>
                <a:gd name="T31" fmla="*/ 39 h 97"/>
                <a:gd name="T32" fmla="*/ 88 w 149"/>
                <a:gd name="T33" fmla="*/ 36 h 97"/>
                <a:gd name="T34" fmla="*/ 86 w 149"/>
                <a:gd name="T35" fmla="*/ 32 h 97"/>
                <a:gd name="T36" fmla="*/ 88 w 149"/>
                <a:gd name="T37" fmla="*/ 33 h 97"/>
                <a:gd name="T38" fmla="*/ 92 w 149"/>
                <a:gd name="T39" fmla="*/ 32 h 97"/>
                <a:gd name="T40" fmla="*/ 92 w 149"/>
                <a:gd name="T41" fmla="*/ 28 h 97"/>
                <a:gd name="T42" fmla="*/ 90 w 149"/>
                <a:gd name="T43" fmla="*/ 23 h 97"/>
                <a:gd name="T44" fmla="*/ 97 w 149"/>
                <a:gd name="T45" fmla="*/ 23 h 97"/>
                <a:gd name="T46" fmla="*/ 101 w 149"/>
                <a:gd name="T47" fmla="*/ 16 h 97"/>
                <a:gd name="T48" fmla="*/ 107 w 149"/>
                <a:gd name="T49" fmla="*/ 9 h 97"/>
                <a:gd name="T50" fmla="*/ 111 w 149"/>
                <a:gd name="T51" fmla="*/ 0 h 97"/>
                <a:gd name="T52" fmla="*/ 116 w 149"/>
                <a:gd name="T53" fmla="*/ 4 h 97"/>
                <a:gd name="T54" fmla="*/ 120 w 149"/>
                <a:gd name="T55" fmla="*/ 5 h 97"/>
                <a:gd name="T56" fmla="*/ 125 w 149"/>
                <a:gd name="T57" fmla="*/ 8 h 97"/>
                <a:gd name="T58" fmla="*/ 124 w 149"/>
                <a:gd name="T59" fmla="*/ 13 h 97"/>
                <a:gd name="T60" fmla="*/ 123 w 149"/>
                <a:gd name="T61" fmla="*/ 18 h 97"/>
                <a:gd name="T62" fmla="*/ 131 w 149"/>
                <a:gd name="T63" fmla="*/ 16 h 97"/>
                <a:gd name="T64" fmla="*/ 129 w 149"/>
                <a:gd name="T65" fmla="*/ 21 h 97"/>
                <a:gd name="T66" fmla="*/ 137 w 149"/>
                <a:gd name="T67" fmla="*/ 20 h 97"/>
                <a:gd name="T68" fmla="*/ 146 w 149"/>
                <a:gd name="T69" fmla="*/ 25 h 97"/>
                <a:gd name="T70" fmla="*/ 149 w 149"/>
                <a:gd name="T71" fmla="*/ 28 h 97"/>
                <a:gd name="T72" fmla="*/ 147 w 149"/>
                <a:gd name="T73" fmla="*/ 31 h 97"/>
                <a:gd name="T74" fmla="*/ 139 w 149"/>
                <a:gd name="T75" fmla="*/ 32 h 97"/>
                <a:gd name="T76" fmla="*/ 132 w 149"/>
                <a:gd name="T77" fmla="*/ 33 h 97"/>
                <a:gd name="T78" fmla="*/ 139 w 149"/>
                <a:gd name="T79" fmla="*/ 40 h 97"/>
                <a:gd name="T80" fmla="*/ 135 w 149"/>
                <a:gd name="T81" fmla="*/ 44 h 97"/>
                <a:gd name="T82" fmla="*/ 126 w 149"/>
                <a:gd name="T83" fmla="*/ 45 h 97"/>
                <a:gd name="T84" fmla="*/ 125 w 149"/>
                <a:gd name="T85" fmla="*/ 46 h 97"/>
                <a:gd name="T86" fmla="*/ 116 w 149"/>
                <a:gd name="T87" fmla="*/ 43 h 97"/>
                <a:gd name="T88" fmla="*/ 107 w 149"/>
                <a:gd name="T89" fmla="*/ 43 h 97"/>
                <a:gd name="T90" fmla="*/ 99 w 149"/>
                <a:gd name="T91" fmla="*/ 42 h 97"/>
                <a:gd name="T92" fmla="*/ 94 w 149"/>
                <a:gd name="T93" fmla="*/ 48 h 97"/>
                <a:gd name="T94" fmla="*/ 94 w 149"/>
                <a:gd name="T95" fmla="*/ 59 h 97"/>
                <a:gd name="T96" fmla="*/ 88 w 149"/>
                <a:gd name="T97" fmla="*/ 63 h 97"/>
                <a:gd name="T98" fmla="*/ 87 w 149"/>
                <a:gd name="T99" fmla="*/ 71 h 97"/>
                <a:gd name="T100" fmla="*/ 78 w 149"/>
                <a:gd name="T101" fmla="*/ 85 h 97"/>
                <a:gd name="T102" fmla="*/ 69 w 149"/>
                <a:gd name="T103" fmla="*/ 88 h 97"/>
                <a:gd name="T104" fmla="*/ 63 w 149"/>
                <a:gd name="T105" fmla="*/ 91 h 97"/>
                <a:gd name="T106" fmla="*/ 56 w 149"/>
                <a:gd name="T107" fmla="*/ 88 h 97"/>
                <a:gd name="T108" fmla="*/ 49 w 149"/>
                <a:gd name="T109" fmla="*/ 85 h 97"/>
                <a:gd name="T110" fmla="*/ 42 w 149"/>
                <a:gd name="T111" fmla="*/ 89 h 97"/>
                <a:gd name="T112" fmla="*/ 35 w 149"/>
                <a:gd name="T113" fmla="*/ 95 h 97"/>
                <a:gd name="T114" fmla="*/ 29 w 149"/>
                <a:gd name="T115" fmla="*/ 95 h 97"/>
                <a:gd name="T116" fmla="*/ 23 w 149"/>
                <a:gd name="T117" fmla="*/ 94 h 97"/>
                <a:gd name="T118" fmla="*/ 14 w 149"/>
                <a:gd name="T119" fmla="*/ 95 h 97"/>
                <a:gd name="T120" fmla="*/ 4 w 149"/>
                <a:gd name="T121" fmla="*/ 87 h 97"/>
                <a:gd name="T122" fmla="*/ 0 w 149"/>
                <a:gd name="T123" fmla="*/ 80 h 9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49"/>
                <a:gd name="T187" fmla="*/ 0 h 97"/>
                <a:gd name="T188" fmla="*/ 149 w 149"/>
                <a:gd name="T189" fmla="*/ 97 h 9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49" h="97">
                  <a:moveTo>
                    <a:pt x="0" y="80"/>
                  </a:moveTo>
                  <a:lnTo>
                    <a:pt x="1" y="80"/>
                  </a:lnTo>
                  <a:lnTo>
                    <a:pt x="4" y="83"/>
                  </a:lnTo>
                  <a:lnTo>
                    <a:pt x="7" y="84"/>
                  </a:lnTo>
                  <a:lnTo>
                    <a:pt x="13" y="85"/>
                  </a:lnTo>
                  <a:lnTo>
                    <a:pt x="15" y="86"/>
                  </a:lnTo>
                  <a:lnTo>
                    <a:pt x="21" y="89"/>
                  </a:lnTo>
                  <a:lnTo>
                    <a:pt x="23" y="89"/>
                  </a:lnTo>
                  <a:lnTo>
                    <a:pt x="26" y="88"/>
                  </a:lnTo>
                  <a:lnTo>
                    <a:pt x="22" y="85"/>
                  </a:lnTo>
                  <a:lnTo>
                    <a:pt x="23" y="81"/>
                  </a:lnTo>
                  <a:lnTo>
                    <a:pt x="26" y="77"/>
                  </a:lnTo>
                  <a:lnTo>
                    <a:pt x="29" y="68"/>
                  </a:lnTo>
                  <a:lnTo>
                    <a:pt x="33" y="66"/>
                  </a:lnTo>
                  <a:lnTo>
                    <a:pt x="44" y="64"/>
                  </a:lnTo>
                  <a:lnTo>
                    <a:pt x="51" y="61"/>
                  </a:lnTo>
                  <a:lnTo>
                    <a:pt x="54" y="59"/>
                  </a:lnTo>
                  <a:lnTo>
                    <a:pt x="58" y="52"/>
                  </a:lnTo>
                  <a:lnTo>
                    <a:pt x="61" y="49"/>
                  </a:lnTo>
                  <a:lnTo>
                    <a:pt x="68" y="42"/>
                  </a:lnTo>
                  <a:lnTo>
                    <a:pt x="69" y="40"/>
                  </a:lnTo>
                  <a:lnTo>
                    <a:pt x="71" y="39"/>
                  </a:lnTo>
                  <a:lnTo>
                    <a:pt x="72" y="39"/>
                  </a:lnTo>
                  <a:lnTo>
                    <a:pt x="73" y="42"/>
                  </a:lnTo>
                  <a:lnTo>
                    <a:pt x="74" y="42"/>
                  </a:lnTo>
                  <a:lnTo>
                    <a:pt x="75" y="44"/>
                  </a:lnTo>
                  <a:lnTo>
                    <a:pt x="77" y="46"/>
                  </a:lnTo>
                  <a:lnTo>
                    <a:pt x="80" y="44"/>
                  </a:lnTo>
                  <a:lnTo>
                    <a:pt x="89" y="41"/>
                  </a:lnTo>
                  <a:lnTo>
                    <a:pt x="89" y="40"/>
                  </a:lnTo>
                  <a:lnTo>
                    <a:pt x="87" y="39"/>
                  </a:lnTo>
                  <a:lnTo>
                    <a:pt x="87" y="37"/>
                  </a:lnTo>
                  <a:lnTo>
                    <a:pt x="88" y="36"/>
                  </a:lnTo>
                  <a:lnTo>
                    <a:pt x="86" y="33"/>
                  </a:lnTo>
                  <a:lnTo>
                    <a:pt x="86" y="32"/>
                  </a:lnTo>
                  <a:lnTo>
                    <a:pt x="87" y="32"/>
                  </a:lnTo>
                  <a:lnTo>
                    <a:pt x="88" y="33"/>
                  </a:lnTo>
                  <a:lnTo>
                    <a:pt x="89" y="33"/>
                  </a:lnTo>
                  <a:lnTo>
                    <a:pt x="92" y="32"/>
                  </a:lnTo>
                  <a:lnTo>
                    <a:pt x="93" y="30"/>
                  </a:lnTo>
                  <a:lnTo>
                    <a:pt x="92" y="28"/>
                  </a:lnTo>
                  <a:lnTo>
                    <a:pt x="89" y="26"/>
                  </a:lnTo>
                  <a:lnTo>
                    <a:pt x="90" y="23"/>
                  </a:lnTo>
                  <a:lnTo>
                    <a:pt x="94" y="22"/>
                  </a:lnTo>
                  <a:lnTo>
                    <a:pt x="97" y="23"/>
                  </a:lnTo>
                  <a:lnTo>
                    <a:pt x="98" y="18"/>
                  </a:lnTo>
                  <a:lnTo>
                    <a:pt x="101" y="16"/>
                  </a:lnTo>
                  <a:lnTo>
                    <a:pt x="103" y="13"/>
                  </a:lnTo>
                  <a:lnTo>
                    <a:pt x="107" y="9"/>
                  </a:lnTo>
                  <a:lnTo>
                    <a:pt x="110" y="2"/>
                  </a:lnTo>
                  <a:lnTo>
                    <a:pt x="111" y="0"/>
                  </a:lnTo>
                  <a:lnTo>
                    <a:pt x="113" y="3"/>
                  </a:lnTo>
                  <a:lnTo>
                    <a:pt x="116" y="4"/>
                  </a:lnTo>
                  <a:lnTo>
                    <a:pt x="118" y="1"/>
                  </a:lnTo>
                  <a:lnTo>
                    <a:pt x="120" y="5"/>
                  </a:lnTo>
                  <a:lnTo>
                    <a:pt x="122" y="7"/>
                  </a:lnTo>
                  <a:lnTo>
                    <a:pt x="125" y="8"/>
                  </a:lnTo>
                  <a:lnTo>
                    <a:pt x="126" y="11"/>
                  </a:lnTo>
                  <a:lnTo>
                    <a:pt x="124" y="13"/>
                  </a:lnTo>
                  <a:lnTo>
                    <a:pt x="123" y="17"/>
                  </a:lnTo>
                  <a:lnTo>
                    <a:pt x="123" y="18"/>
                  </a:lnTo>
                  <a:lnTo>
                    <a:pt x="128" y="17"/>
                  </a:lnTo>
                  <a:lnTo>
                    <a:pt x="131" y="16"/>
                  </a:lnTo>
                  <a:lnTo>
                    <a:pt x="132" y="18"/>
                  </a:lnTo>
                  <a:lnTo>
                    <a:pt x="129" y="21"/>
                  </a:lnTo>
                  <a:lnTo>
                    <a:pt x="135" y="20"/>
                  </a:lnTo>
                  <a:lnTo>
                    <a:pt x="137" y="20"/>
                  </a:lnTo>
                  <a:lnTo>
                    <a:pt x="139" y="20"/>
                  </a:lnTo>
                  <a:lnTo>
                    <a:pt x="146" y="25"/>
                  </a:lnTo>
                  <a:lnTo>
                    <a:pt x="149" y="26"/>
                  </a:lnTo>
                  <a:lnTo>
                    <a:pt x="149" y="28"/>
                  </a:lnTo>
                  <a:lnTo>
                    <a:pt x="148" y="29"/>
                  </a:lnTo>
                  <a:lnTo>
                    <a:pt x="147" y="31"/>
                  </a:lnTo>
                  <a:lnTo>
                    <a:pt x="144" y="32"/>
                  </a:lnTo>
                  <a:lnTo>
                    <a:pt x="139" y="32"/>
                  </a:lnTo>
                  <a:lnTo>
                    <a:pt x="135" y="31"/>
                  </a:lnTo>
                  <a:lnTo>
                    <a:pt x="132" y="33"/>
                  </a:lnTo>
                  <a:lnTo>
                    <a:pt x="133" y="35"/>
                  </a:lnTo>
                  <a:lnTo>
                    <a:pt x="139" y="40"/>
                  </a:lnTo>
                  <a:lnTo>
                    <a:pt x="138" y="42"/>
                  </a:lnTo>
                  <a:lnTo>
                    <a:pt x="135" y="44"/>
                  </a:lnTo>
                  <a:lnTo>
                    <a:pt x="130" y="44"/>
                  </a:lnTo>
                  <a:lnTo>
                    <a:pt x="126" y="45"/>
                  </a:lnTo>
                  <a:lnTo>
                    <a:pt x="126" y="46"/>
                  </a:lnTo>
                  <a:lnTo>
                    <a:pt x="125" y="46"/>
                  </a:lnTo>
                  <a:lnTo>
                    <a:pt x="120" y="43"/>
                  </a:lnTo>
                  <a:lnTo>
                    <a:pt x="116" y="43"/>
                  </a:lnTo>
                  <a:lnTo>
                    <a:pt x="112" y="43"/>
                  </a:lnTo>
                  <a:lnTo>
                    <a:pt x="107" y="43"/>
                  </a:lnTo>
                  <a:lnTo>
                    <a:pt x="102" y="42"/>
                  </a:lnTo>
                  <a:lnTo>
                    <a:pt x="99" y="42"/>
                  </a:lnTo>
                  <a:lnTo>
                    <a:pt x="97" y="43"/>
                  </a:lnTo>
                  <a:lnTo>
                    <a:pt x="94" y="48"/>
                  </a:lnTo>
                  <a:lnTo>
                    <a:pt x="94" y="52"/>
                  </a:lnTo>
                  <a:lnTo>
                    <a:pt x="94" y="59"/>
                  </a:lnTo>
                  <a:lnTo>
                    <a:pt x="93" y="62"/>
                  </a:lnTo>
                  <a:lnTo>
                    <a:pt x="88" y="63"/>
                  </a:lnTo>
                  <a:lnTo>
                    <a:pt x="87" y="65"/>
                  </a:lnTo>
                  <a:lnTo>
                    <a:pt x="87" y="71"/>
                  </a:lnTo>
                  <a:lnTo>
                    <a:pt x="81" y="83"/>
                  </a:lnTo>
                  <a:lnTo>
                    <a:pt x="78" y="85"/>
                  </a:lnTo>
                  <a:lnTo>
                    <a:pt x="72" y="87"/>
                  </a:lnTo>
                  <a:lnTo>
                    <a:pt x="69" y="88"/>
                  </a:lnTo>
                  <a:lnTo>
                    <a:pt x="65" y="91"/>
                  </a:lnTo>
                  <a:lnTo>
                    <a:pt x="63" y="91"/>
                  </a:lnTo>
                  <a:lnTo>
                    <a:pt x="59" y="90"/>
                  </a:lnTo>
                  <a:lnTo>
                    <a:pt x="56" y="88"/>
                  </a:lnTo>
                  <a:lnTo>
                    <a:pt x="52" y="86"/>
                  </a:lnTo>
                  <a:lnTo>
                    <a:pt x="49" y="85"/>
                  </a:lnTo>
                  <a:lnTo>
                    <a:pt x="45" y="86"/>
                  </a:lnTo>
                  <a:lnTo>
                    <a:pt x="42" y="89"/>
                  </a:lnTo>
                  <a:lnTo>
                    <a:pt x="39" y="93"/>
                  </a:lnTo>
                  <a:lnTo>
                    <a:pt x="35" y="95"/>
                  </a:lnTo>
                  <a:lnTo>
                    <a:pt x="32" y="96"/>
                  </a:lnTo>
                  <a:lnTo>
                    <a:pt x="29" y="95"/>
                  </a:lnTo>
                  <a:lnTo>
                    <a:pt x="25" y="94"/>
                  </a:lnTo>
                  <a:lnTo>
                    <a:pt x="23" y="94"/>
                  </a:lnTo>
                  <a:lnTo>
                    <a:pt x="16" y="97"/>
                  </a:lnTo>
                  <a:lnTo>
                    <a:pt x="14" y="95"/>
                  </a:lnTo>
                  <a:lnTo>
                    <a:pt x="12" y="94"/>
                  </a:lnTo>
                  <a:lnTo>
                    <a:pt x="4" y="87"/>
                  </a:lnTo>
                  <a:lnTo>
                    <a:pt x="2" y="85"/>
                  </a:lnTo>
                  <a:lnTo>
                    <a:pt x="0" y="8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5" name="Freeform 64"/>
            <p:cNvSpPr>
              <a:spLocks/>
            </p:cNvSpPr>
            <p:nvPr/>
          </p:nvSpPr>
          <p:spPr bwMode="gray">
            <a:xfrm>
              <a:off x="5262563" y="4584701"/>
              <a:ext cx="26988" cy="25400"/>
            </a:xfrm>
            <a:custGeom>
              <a:avLst/>
              <a:gdLst>
                <a:gd name="T0" fmla="*/ 0 w 17"/>
                <a:gd name="T1" fmla="*/ 9 h 16"/>
                <a:gd name="T2" fmla="*/ 1 w 17"/>
                <a:gd name="T3" fmla="*/ 8 h 16"/>
                <a:gd name="T4" fmla="*/ 5 w 17"/>
                <a:gd name="T5" fmla="*/ 7 h 16"/>
                <a:gd name="T6" fmla="*/ 10 w 17"/>
                <a:gd name="T7" fmla="*/ 1 h 16"/>
                <a:gd name="T8" fmla="*/ 12 w 17"/>
                <a:gd name="T9" fmla="*/ 0 h 16"/>
                <a:gd name="T10" fmla="*/ 11 w 17"/>
                <a:gd name="T11" fmla="*/ 2 h 16"/>
                <a:gd name="T12" fmla="*/ 12 w 17"/>
                <a:gd name="T13" fmla="*/ 3 h 16"/>
                <a:gd name="T14" fmla="*/ 14 w 17"/>
                <a:gd name="T15" fmla="*/ 2 h 16"/>
                <a:gd name="T16" fmla="*/ 14 w 17"/>
                <a:gd name="T17" fmla="*/ 3 h 16"/>
                <a:gd name="T18" fmla="*/ 16 w 17"/>
                <a:gd name="T19" fmla="*/ 6 h 16"/>
                <a:gd name="T20" fmla="*/ 15 w 17"/>
                <a:gd name="T21" fmla="*/ 7 h 16"/>
                <a:gd name="T22" fmla="*/ 15 w 17"/>
                <a:gd name="T23" fmla="*/ 9 h 16"/>
                <a:gd name="T24" fmla="*/ 17 w 17"/>
                <a:gd name="T25" fmla="*/ 10 h 16"/>
                <a:gd name="T26" fmla="*/ 17 w 17"/>
                <a:gd name="T27" fmla="*/ 11 h 16"/>
                <a:gd name="T28" fmla="*/ 8 w 17"/>
                <a:gd name="T29" fmla="*/ 14 h 16"/>
                <a:gd name="T30" fmla="*/ 5 w 17"/>
                <a:gd name="T31" fmla="*/ 16 h 16"/>
                <a:gd name="T32" fmla="*/ 3 w 17"/>
                <a:gd name="T33" fmla="*/ 14 h 16"/>
                <a:gd name="T34" fmla="*/ 2 w 17"/>
                <a:gd name="T35" fmla="*/ 12 h 16"/>
                <a:gd name="T36" fmla="*/ 1 w 17"/>
                <a:gd name="T37" fmla="*/ 12 h 16"/>
                <a:gd name="T38" fmla="*/ 0 w 17"/>
                <a:gd name="T39" fmla="*/ 9 h 16"/>
                <a:gd name="T40" fmla="*/ 0 w 17"/>
                <a:gd name="T41" fmla="*/ 9 h 1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7"/>
                <a:gd name="T64" fmla="*/ 0 h 16"/>
                <a:gd name="T65" fmla="*/ 17 w 17"/>
                <a:gd name="T66" fmla="*/ 16 h 1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7" h="16">
                  <a:moveTo>
                    <a:pt x="0" y="9"/>
                  </a:moveTo>
                  <a:lnTo>
                    <a:pt x="1" y="8"/>
                  </a:lnTo>
                  <a:lnTo>
                    <a:pt x="5" y="7"/>
                  </a:lnTo>
                  <a:lnTo>
                    <a:pt x="10" y="1"/>
                  </a:lnTo>
                  <a:lnTo>
                    <a:pt x="12" y="0"/>
                  </a:lnTo>
                  <a:lnTo>
                    <a:pt x="11" y="2"/>
                  </a:lnTo>
                  <a:lnTo>
                    <a:pt x="12" y="3"/>
                  </a:lnTo>
                  <a:lnTo>
                    <a:pt x="14" y="2"/>
                  </a:lnTo>
                  <a:lnTo>
                    <a:pt x="14" y="3"/>
                  </a:lnTo>
                  <a:lnTo>
                    <a:pt x="16" y="6"/>
                  </a:lnTo>
                  <a:lnTo>
                    <a:pt x="15" y="7"/>
                  </a:lnTo>
                  <a:lnTo>
                    <a:pt x="15" y="9"/>
                  </a:lnTo>
                  <a:lnTo>
                    <a:pt x="17" y="10"/>
                  </a:lnTo>
                  <a:lnTo>
                    <a:pt x="17" y="11"/>
                  </a:lnTo>
                  <a:lnTo>
                    <a:pt x="8" y="14"/>
                  </a:lnTo>
                  <a:lnTo>
                    <a:pt x="5" y="16"/>
                  </a:lnTo>
                  <a:lnTo>
                    <a:pt x="3" y="14"/>
                  </a:lnTo>
                  <a:lnTo>
                    <a:pt x="2" y="12"/>
                  </a:lnTo>
                  <a:lnTo>
                    <a:pt x="1" y="12"/>
                  </a:lnTo>
                  <a:lnTo>
                    <a:pt x="0" y="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6" name="Freeform 65"/>
            <p:cNvSpPr>
              <a:spLocks/>
            </p:cNvSpPr>
            <p:nvPr/>
          </p:nvSpPr>
          <p:spPr bwMode="gray">
            <a:xfrm>
              <a:off x="5262563" y="4584701"/>
              <a:ext cx="26988" cy="25400"/>
            </a:xfrm>
            <a:custGeom>
              <a:avLst/>
              <a:gdLst>
                <a:gd name="T0" fmla="*/ 0 w 17"/>
                <a:gd name="T1" fmla="*/ 9 h 16"/>
                <a:gd name="T2" fmla="*/ 1 w 17"/>
                <a:gd name="T3" fmla="*/ 8 h 16"/>
                <a:gd name="T4" fmla="*/ 5 w 17"/>
                <a:gd name="T5" fmla="*/ 7 h 16"/>
                <a:gd name="T6" fmla="*/ 10 w 17"/>
                <a:gd name="T7" fmla="*/ 1 h 16"/>
                <a:gd name="T8" fmla="*/ 12 w 17"/>
                <a:gd name="T9" fmla="*/ 0 h 16"/>
                <a:gd name="T10" fmla="*/ 11 w 17"/>
                <a:gd name="T11" fmla="*/ 2 h 16"/>
                <a:gd name="T12" fmla="*/ 12 w 17"/>
                <a:gd name="T13" fmla="*/ 3 h 16"/>
                <a:gd name="T14" fmla="*/ 14 w 17"/>
                <a:gd name="T15" fmla="*/ 2 h 16"/>
                <a:gd name="T16" fmla="*/ 14 w 17"/>
                <a:gd name="T17" fmla="*/ 3 h 16"/>
                <a:gd name="T18" fmla="*/ 16 w 17"/>
                <a:gd name="T19" fmla="*/ 6 h 16"/>
                <a:gd name="T20" fmla="*/ 15 w 17"/>
                <a:gd name="T21" fmla="*/ 7 h 16"/>
                <a:gd name="T22" fmla="*/ 15 w 17"/>
                <a:gd name="T23" fmla="*/ 9 h 16"/>
                <a:gd name="T24" fmla="*/ 17 w 17"/>
                <a:gd name="T25" fmla="*/ 10 h 16"/>
                <a:gd name="T26" fmla="*/ 17 w 17"/>
                <a:gd name="T27" fmla="*/ 11 h 16"/>
                <a:gd name="T28" fmla="*/ 8 w 17"/>
                <a:gd name="T29" fmla="*/ 14 h 16"/>
                <a:gd name="T30" fmla="*/ 5 w 17"/>
                <a:gd name="T31" fmla="*/ 16 h 16"/>
                <a:gd name="T32" fmla="*/ 3 w 17"/>
                <a:gd name="T33" fmla="*/ 14 h 16"/>
                <a:gd name="T34" fmla="*/ 2 w 17"/>
                <a:gd name="T35" fmla="*/ 12 h 16"/>
                <a:gd name="T36" fmla="*/ 1 w 17"/>
                <a:gd name="T37" fmla="*/ 12 h 16"/>
                <a:gd name="T38" fmla="*/ 0 w 17"/>
                <a:gd name="T39" fmla="*/ 9 h 16"/>
                <a:gd name="T40" fmla="*/ 0 w 17"/>
                <a:gd name="T41" fmla="*/ 9 h 1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7"/>
                <a:gd name="T64" fmla="*/ 0 h 16"/>
                <a:gd name="T65" fmla="*/ 17 w 17"/>
                <a:gd name="T66" fmla="*/ 16 h 1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7" h="16">
                  <a:moveTo>
                    <a:pt x="0" y="9"/>
                  </a:moveTo>
                  <a:lnTo>
                    <a:pt x="1" y="8"/>
                  </a:lnTo>
                  <a:lnTo>
                    <a:pt x="5" y="7"/>
                  </a:lnTo>
                  <a:lnTo>
                    <a:pt x="10" y="1"/>
                  </a:lnTo>
                  <a:lnTo>
                    <a:pt x="12" y="0"/>
                  </a:lnTo>
                  <a:lnTo>
                    <a:pt x="11" y="2"/>
                  </a:lnTo>
                  <a:lnTo>
                    <a:pt x="12" y="3"/>
                  </a:lnTo>
                  <a:lnTo>
                    <a:pt x="14" y="2"/>
                  </a:lnTo>
                  <a:lnTo>
                    <a:pt x="14" y="3"/>
                  </a:lnTo>
                  <a:lnTo>
                    <a:pt x="16" y="6"/>
                  </a:lnTo>
                  <a:lnTo>
                    <a:pt x="15" y="7"/>
                  </a:lnTo>
                  <a:lnTo>
                    <a:pt x="15" y="9"/>
                  </a:lnTo>
                  <a:lnTo>
                    <a:pt x="17" y="10"/>
                  </a:lnTo>
                  <a:lnTo>
                    <a:pt x="17" y="11"/>
                  </a:lnTo>
                  <a:lnTo>
                    <a:pt x="8" y="14"/>
                  </a:lnTo>
                  <a:lnTo>
                    <a:pt x="5" y="16"/>
                  </a:lnTo>
                  <a:lnTo>
                    <a:pt x="3" y="14"/>
                  </a:lnTo>
                  <a:lnTo>
                    <a:pt x="2" y="12"/>
                  </a:lnTo>
                  <a:lnTo>
                    <a:pt x="1" y="12"/>
                  </a:lnTo>
                  <a:lnTo>
                    <a:pt x="0" y="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7" name="Freeform 66"/>
            <p:cNvSpPr>
              <a:spLocks noEditPoints="1"/>
            </p:cNvSpPr>
            <p:nvPr/>
          </p:nvSpPr>
          <p:spPr bwMode="gray">
            <a:xfrm>
              <a:off x="5338763" y="4240213"/>
              <a:ext cx="228600" cy="331788"/>
            </a:xfrm>
            <a:custGeom>
              <a:avLst/>
              <a:gdLst>
                <a:gd name="T0" fmla="*/ 41 w 144"/>
                <a:gd name="T1" fmla="*/ 48 h 209"/>
                <a:gd name="T2" fmla="*/ 49 w 144"/>
                <a:gd name="T3" fmla="*/ 39 h 209"/>
                <a:gd name="T4" fmla="*/ 49 w 144"/>
                <a:gd name="T5" fmla="*/ 20 h 209"/>
                <a:gd name="T6" fmla="*/ 57 w 144"/>
                <a:gd name="T7" fmla="*/ 0 h 209"/>
                <a:gd name="T8" fmla="*/ 76 w 144"/>
                <a:gd name="T9" fmla="*/ 2 h 209"/>
                <a:gd name="T10" fmla="*/ 76 w 144"/>
                <a:gd name="T11" fmla="*/ 19 h 209"/>
                <a:gd name="T12" fmla="*/ 71 w 144"/>
                <a:gd name="T13" fmla="*/ 41 h 209"/>
                <a:gd name="T14" fmla="*/ 63 w 144"/>
                <a:gd name="T15" fmla="*/ 54 h 209"/>
                <a:gd name="T16" fmla="*/ 72 w 144"/>
                <a:gd name="T17" fmla="*/ 73 h 209"/>
                <a:gd name="T18" fmla="*/ 83 w 144"/>
                <a:gd name="T19" fmla="*/ 69 h 209"/>
                <a:gd name="T20" fmla="*/ 93 w 144"/>
                <a:gd name="T21" fmla="*/ 80 h 209"/>
                <a:gd name="T22" fmla="*/ 101 w 144"/>
                <a:gd name="T23" fmla="*/ 80 h 209"/>
                <a:gd name="T24" fmla="*/ 98 w 144"/>
                <a:gd name="T25" fmla="*/ 91 h 209"/>
                <a:gd name="T26" fmla="*/ 83 w 144"/>
                <a:gd name="T27" fmla="*/ 76 h 209"/>
                <a:gd name="T28" fmla="*/ 76 w 144"/>
                <a:gd name="T29" fmla="*/ 80 h 209"/>
                <a:gd name="T30" fmla="*/ 62 w 144"/>
                <a:gd name="T31" fmla="*/ 80 h 209"/>
                <a:gd name="T32" fmla="*/ 57 w 144"/>
                <a:gd name="T33" fmla="*/ 69 h 209"/>
                <a:gd name="T34" fmla="*/ 58 w 144"/>
                <a:gd name="T35" fmla="*/ 66 h 209"/>
                <a:gd name="T36" fmla="*/ 137 w 144"/>
                <a:gd name="T37" fmla="*/ 191 h 209"/>
                <a:gd name="T38" fmla="*/ 126 w 144"/>
                <a:gd name="T39" fmla="*/ 192 h 209"/>
                <a:gd name="T40" fmla="*/ 127 w 144"/>
                <a:gd name="T41" fmla="*/ 209 h 209"/>
                <a:gd name="T42" fmla="*/ 121 w 144"/>
                <a:gd name="T43" fmla="*/ 200 h 209"/>
                <a:gd name="T44" fmla="*/ 105 w 144"/>
                <a:gd name="T45" fmla="*/ 192 h 209"/>
                <a:gd name="T46" fmla="*/ 98 w 144"/>
                <a:gd name="T47" fmla="*/ 173 h 209"/>
                <a:gd name="T48" fmla="*/ 87 w 144"/>
                <a:gd name="T49" fmla="*/ 178 h 209"/>
                <a:gd name="T50" fmla="*/ 75 w 144"/>
                <a:gd name="T51" fmla="*/ 188 h 209"/>
                <a:gd name="T52" fmla="*/ 75 w 144"/>
                <a:gd name="T53" fmla="*/ 177 h 209"/>
                <a:gd name="T54" fmla="*/ 87 w 144"/>
                <a:gd name="T55" fmla="*/ 169 h 209"/>
                <a:gd name="T56" fmla="*/ 101 w 144"/>
                <a:gd name="T57" fmla="*/ 165 h 209"/>
                <a:gd name="T58" fmla="*/ 110 w 144"/>
                <a:gd name="T59" fmla="*/ 163 h 209"/>
                <a:gd name="T60" fmla="*/ 120 w 144"/>
                <a:gd name="T61" fmla="*/ 155 h 209"/>
                <a:gd name="T62" fmla="*/ 129 w 144"/>
                <a:gd name="T63" fmla="*/ 153 h 209"/>
                <a:gd name="T64" fmla="*/ 137 w 144"/>
                <a:gd name="T65" fmla="*/ 151 h 209"/>
                <a:gd name="T66" fmla="*/ 142 w 144"/>
                <a:gd name="T67" fmla="*/ 163 h 209"/>
                <a:gd name="T68" fmla="*/ 144 w 144"/>
                <a:gd name="T69" fmla="*/ 180 h 209"/>
                <a:gd name="T70" fmla="*/ 0 w 144"/>
                <a:gd name="T71" fmla="*/ 162 h 209"/>
                <a:gd name="T72" fmla="*/ 15 w 144"/>
                <a:gd name="T73" fmla="*/ 147 h 209"/>
                <a:gd name="T74" fmla="*/ 17 w 144"/>
                <a:gd name="T75" fmla="*/ 150 h 209"/>
                <a:gd name="T76" fmla="*/ 4 w 144"/>
                <a:gd name="T77" fmla="*/ 160 h 209"/>
                <a:gd name="T78" fmla="*/ 80 w 144"/>
                <a:gd name="T79" fmla="*/ 144 h 209"/>
                <a:gd name="T80" fmla="*/ 93 w 144"/>
                <a:gd name="T81" fmla="*/ 124 h 209"/>
                <a:gd name="T82" fmla="*/ 92 w 144"/>
                <a:gd name="T83" fmla="*/ 135 h 209"/>
                <a:gd name="T84" fmla="*/ 90 w 144"/>
                <a:gd name="T85" fmla="*/ 153 h 209"/>
                <a:gd name="T86" fmla="*/ 29 w 144"/>
                <a:gd name="T87" fmla="*/ 132 h 209"/>
                <a:gd name="T88" fmla="*/ 35 w 144"/>
                <a:gd name="T89" fmla="*/ 120 h 209"/>
                <a:gd name="T90" fmla="*/ 32 w 144"/>
                <a:gd name="T91" fmla="*/ 134 h 209"/>
                <a:gd name="T92" fmla="*/ 75 w 144"/>
                <a:gd name="T93" fmla="*/ 119 h 209"/>
                <a:gd name="T94" fmla="*/ 90 w 144"/>
                <a:gd name="T95" fmla="*/ 114 h 209"/>
                <a:gd name="T96" fmla="*/ 80 w 144"/>
                <a:gd name="T97" fmla="*/ 128 h 209"/>
                <a:gd name="T98" fmla="*/ 121 w 144"/>
                <a:gd name="T99" fmla="*/ 115 h 209"/>
                <a:gd name="T100" fmla="*/ 112 w 144"/>
                <a:gd name="T101" fmla="*/ 103 h 209"/>
                <a:gd name="T102" fmla="*/ 126 w 144"/>
                <a:gd name="T103" fmla="*/ 102 h 209"/>
                <a:gd name="T104" fmla="*/ 127 w 144"/>
                <a:gd name="T105" fmla="*/ 120 h 209"/>
                <a:gd name="T106" fmla="*/ 53 w 144"/>
                <a:gd name="T107" fmla="*/ 88 h 209"/>
                <a:gd name="T108" fmla="*/ 64 w 144"/>
                <a:gd name="T109" fmla="*/ 88 h 209"/>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44"/>
                <a:gd name="T166" fmla="*/ 0 h 209"/>
                <a:gd name="T167" fmla="*/ 144 w 144"/>
                <a:gd name="T168" fmla="*/ 209 h 209"/>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44" h="209">
                  <a:moveTo>
                    <a:pt x="50" y="66"/>
                  </a:moveTo>
                  <a:lnTo>
                    <a:pt x="49" y="65"/>
                  </a:lnTo>
                  <a:lnTo>
                    <a:pt x="44" y="60"/>
                  </a:lnTo>
                  <a:lnTo>
                    <a:pt x="41" y="51"/>
                  </a:lnTo>
                  <a:lnTo>
                    <a:pt x="41" y="48"/>
                  </a:lnTo>
                  <a:lnTo>
                    <a:pt x="41" y="42"/>
                  </a:lnTo>
                  <a:lnTo>
                    <a:pt x="39" y="39"/>
                  </a:lnTo>
                  <a:lnTo>
                    <a:pt x="41" y="37"/>
                  </a:lnTo>
                  <a:lnTo>
                    <a:pt x="47" y="41"/>
                  </a:lnTo>
                  <a:lnTo>
                    <a:pt x="49" y="39"/>
                  </a:lnTo>
                  <a:lnTo>
                    <a:pt x="49" y="36"/>
                  </a:lnTo>
                  <a:lnTo>
                    <a:pt x="48" y="32"/>
                  </a:lnTo>
                  <a:lnTo>
                    <a:pt x="48" y="28"/>
                  </a:lnTo>
                  <a:lnTo>
                    <a:pt x="49" y="25"/>
                  </a:lnTo>
                  <a:lnTo>
                    <a:pt x="49" y="20"/>
                  </a:lnTo>
                  <a:lnTo>
                    <a:pt x="50" y="13"/>
                  </a:lnTo>
                  <a:lnTo>
                    <a:pt x="50" y="9"/>
                  </a:lnTo>
                  <a:lnTo>
                    <a:pt x="53" y="3"/>
                  </a:lnTo>
                  <a:lnTo>
                    <a:pt x="54" y="2"/>
                  </a:lnTo>
                  <a:lnTo>
                    <a:pt x="57" y="0"/>
                  </a:lnTo>
                  <a:lnTo>
                    <a:pt x="60" y="1"/>
                  </a:lnTo>
                  <a:lnTo>
                    <a:pt x="69" y="5"/>
                  </a:lnTo>
                  <a:lnTo>
                    <a:pt x="73" y="5"/>
                  </a:lnTo>
                  <a:lnTo>
                    <a:pt x="74" y="4"/>
                  </a:lnTo>
                  <a:lnTo>
                    <a:pt x="76" y="2"/>
                  </a:lnTo>
                  <a:lnTo>
                    <a:pt x="77" y="3"/>
                  </a:lnTo>
                  <a:lnTo>
                    <a:pt x="77" y="6"/>
                  </a:lnTo>
                  <a:lnTo>
                    <a:pt x="76" y="9"/>
                  </a:lnTo>
                  <a:lnTo>
                    <a:pt x="75" y="13"/>
                  </a:lnTo>
                  <a:lnTo>
                    <a:pt x="76" y="19"/>
                  </a:lnTo>
                  <a:lnTo>
                    <a:pt x="80" y="22"/>
                  </a:lnTo>
                  <a:lnTo>
                    <a:pt x="81" y="24"/>
                  </a:lnTo>
                  <a:lnTo>
                    <a:pt x="78" y="33"/>
                  </a:lnTo>
                  <a:lnTo>
                    <a:pt x="76" y="37"/>
                  </a:lnTo>
                  <a:lnTo>
                    <a:pt x="71" y="41"/>
                  </a:lnTo>
                  <a:lnTo>
                    <a:pt x="67" y="43"/>
                  </a:lnTo>
                  <a:lnTo>
                    <a:pt x="66" y="44"/>
                  </a:lnTo>
                  <a:lnTo>
                    <a:pt x="66" y="46"/>
                  </a:lnTo>
                  <a:lnTo>
                    <a:pt x="65" y="50"/>
                  </a:lnTo>
                  <a:lnTo>
                    <a:pt x="63" y="54"/>
                  </a:lnTo>
                  <a:lnTo>
                    <a:pt x="64" y="55"/>
                  </a:lnTo>
                  <a:lnTo>
                    <a:pt x="67" y="60"/>
                  </a:lnTo>
                  <a:lnTo>
                    <a:pt x="69" y="69"/>
                  </a:lnTo>
                  <a:lnTo>
                    <a:pt x="71" y="73"/>
                  </a:lnTo>
                  <a:lnTo>
                    <a:pt x="72" y="73"/>
                  </a:lnTo>
                  <a:lnTo>
                    <a:pt x="75" y="75"/>
                  </a:lnTo>
                  <a:lnTo>
                    <a:pt x="77" y="76"/>
                  </a:lnTo>
                  <a:lnTo>
                    <a:pt x="78" y="73"/>
                  </a:lnTo>
                  <a:lnTo>
                    <a:pt x="82" y="69"/>
                  </a:lnTo>
                  <a:lnTo>
                    <a:pt x="83" y="69"/>
                  </a:lnTo>
                  <a:lnTo>
                    <a:pt x="86" y="70"/>
                  </a:lnTo>
                  <a:lnTo>
                    <a:pt x="88" y="72"/>
                  </a:lnTo>
                  <a:lnTo>
                    <a:pt x="89" y="76"/>
                  </a:lnTo>
                  <a:lnTo>
                    <a:pt x="91" y="79"/>
                  </a:lnTo>
                  <a:lnTo>
                    <a:pt x="93" y="80"/>
                  </a:lnTo>
                  <a:lnTo>
                    <a:pt x="97" y="75"/>
                  </a:lnTo>
                  <a:lnTo>
                    <a:pt x="101" y="77"/>
                  </a:lnTo>
                  <a:lnTo>
                    <a:pt x="102" y="77"/>
                  </a:lnTo>
                  <a:lnTo>
                    <a:pt x="103" y="78"/>
                  </a:lnTo>
                  <a:lnTo>
                    <a:pt x="101" y="80"/>
                  </a:lnTo>
                  <a:lnTo>
                    <a:pt x="99" y="81"/>
                  </a:lnTo>
                  <a:lnTo>
                    <a:pt x="97" y="82"/>
                  </a:lnTo>
                  <a:lnTo>
                    <a:pt x="104" y="91"/>
                  </a:lnTo>
                  <a:lnTo>
                    <a:pt x="102" y="92"/>
                  </a:lnTo>
                  <a:lnTo>
                    <a:pt x="98" y="91"/>
                  </a:lnTo>
                  <a:lnTo>
                    <a:pt x="95" y="90"/>
                  </a:lnTo>
                  <a:lnTo>
                    <a:pt x="94" y="87"/>
                  </a:lnTo>
                  <a:lnTo>
                    <a:pt x="92" y="84"/>
                  </a:lnTo>
                  <a:lnTo>
                    <a:pt x="88" y="81"/>
                  </a:lnTo>
                  <a:lnTo>
                    <a:pt x="83" y="76"/>
                  </a:lnTo>
                  <a:lnTo>
                    <a:pt x="81" y="76"/>
                  </a:lnTo>
                  <a:lnTo>
                    <a:pt x="80" y="78"/>
                  </a:lnTo>
                  <a:lnTo>
                    <a:pt x="83" y="84"/>
                  </a:lnTo>
                  <a:lnTo>
                    <a:pt x="81" y="86"/>
                  </a:lnTo>
                  <a:lnTo>
                    <a:pt x="76" y="80"/>
                  </a:lnTo>
                  <a:lnTo>
                    <a:pt x="70" y="76"/>
                  </a:lnTo>
                  <a:lnTo>
                    <a:pt x="67" y="76"/>
                  </a:lnTo>
                  <a:lnTo>
                    <a:pt x="65" y="77"/>
                  </a:lnTo>
                  <a:lnTo>
                    <a:pt x="64" y="79"/>
                  </a:lnTo>
                  <a:lnTo>
                    <a:pt x="62" y="80"/>
                  </a:lnTo>
                  <a:lnTo>
                    <a:pt x="60" y="80"/>
                  </a:lnTo>
                  <a:lnTo>
                    <a:pt x="58" y="79"/>
                  </a:lnTo>
                  <a:lnTo>
                    <a:pt x="54" y="76"/>
                  </a:lnTo>
                  <a:lnTo>
                    <a:pt x="52" y="73"/>
                  </a:lnTo>
                  <a:lnTo>
                    <a:pt x="57" y="69"/>
                  </a:lnTo>
                  <a:lnTo>
                    <a:pt x="59" y="70"/>
                  </a:lnTo>
                  <a:lnTo>
                    <a:pt x="61" y="70"/>
                  </a:lnTo>
                  <a:lnTo>
                    <a:pt x="64" y="69"/>
                  </a:lnTo>
                  <a:lnTo>
                    <a:pt x="63" y="68"/>
                  </a:lnTo>
                  <a:lnTo>
                    <a:pt x="58" y="66"/>
                  </a:lnTo>
                  <a:lnTo>
                    <a:pt x="55" y="63"/>
                  </a:lnTo>
                  <a:lnTo>
                    <a:pt x="51" y="62"/>
                  </a:lnTo>
                  <a:lnTo>
                    <a:pt x="50" y="66"/>
                  </a:lnTo>
                  <a:close/>
                  <a:moveTo>
                    <a:pt x="138" y="192"/>
                  </a:moveTo>
                  <a:lnTo>
                    <a:pt x="137" y="191"/>
                  </a:lnTo>
                  <a:lnTo>
                    <a:pt x="136" y="188"/>
                  </a:lnTo>
                  <a:lnTo>
                    <a:pt x="134" y="183"/>
                  </a:lnTo>
                  <a:lnTo>
                    <a:pt x="132" y="182"/>
                  </a:lnTo>
                  <a:lnTo>
                    <a:pt x="129" y="186"/>
                  </a:lnTo>
                  <a:lnTo>
                    <a:pt x="126" y="192"/>
                  </a:lnTo>
                  <a:lnTo>
                    <a:pt x="128" y="195"/>
                  </a:lnTo>
                  <a:lnTo>
                    <a:pt x="129" y="198"/>
                  </a:lnTo>
                  <a:lnTo>
                    <a:pt x="131" y="203"/>
                  </a:lnTo>
                  <a:lnTo>
                    <a:pt x="129" y="206"/>
                  </a:lnTo>
                  <a:lnTo>
                    <a:pt x="127" y="209"/>
                  </a:lnTo>
                  <a:lnTo>
                    <a:pt x="124" y="207"/>
                  </a:lnTo>
                  <a:lnTo>
                    <a:pt x="123" y="206"/>
                  </a:lnTo>
                  <a:lnTo>
                    <a:pt x="125" y="203"/>
                  </a:lnTo>
                  <a:lnTo>
                    <a:pt x="124" y="201"/>
                  </a:lnTo>
                  <a:lnTo>
                    <a:pt x="121" y="200"/>
                  </a:lnTo>
                  <a:lnTo>
                    <a:pt x="119" y="205"/>
                  </a:lnTo>
                  <a:lnTo>
                    <a:pt x="118" y="205"/>
                  </a:lnTo>
                  <a:lnTo>
                    <a:pt x="110" y="200"/>
                  </a:lnTo>
                  <a:lnTo>
                    <a:pt x="106" y="196"/>
                  </a:lnTo>
                  <a:lnTo>
                    <a:pt x="105" y="192"/>
                  </a:lnTo>
                  <a:lnTo>
                    <a:pt x="105" y="188"/>
                  </a:lnTo>
                  <a:lnTo>
                    <a:pt x="108" y="182"/>
                  </a:lnTo>
                  <a:lnTo>
                    <a:pt x="107" y="178"/>
                  </a:lnTo>
                  <a:lnTo>
                    <a:pt x="104" y="175"/>
                  </a:lnTo>
                  <a:lnTo>
                    <a:pt x="98" y="173"/>
                  </a:lnTo>
                  <a:lnTo>
                    <a:pt x="96" y="174"/>
                  </a:lnTo>
                  <a:lnTo>
                    <a:pt x="96" y="175"/>
                  </a:lnTo>
                  <a:lnTo>
                    <a:pt x="95" y="176"/>
                  </a:lnTo>
                  <a:lnTo>
                    <a:pt x="91" y="178"/>
                  </a:lnTo>
                  <a:lnTo>
                    <a:pt x="87" y="178"/>
                  </a:lnTo>
                  <a:lnTo>
                    <a:pt x="87" y="175"/>
                  </a:lnTo>
                  <a:lnTo>
                    <a:pt x="85" y="174"/>
                  </a:lnTo>
                  <a:lnTo>
                    <a:pt x="82" y="175"/>
                  </a:lnTo>
                  <a:lnTo>
                    <a:pt x="79" y="182"/>
                  </a:lnTo>
                  <a:lnTo>
                    <a:pt x="75" y="188"/>
                  </a:lnTo>
                  <a:lnTo>
                    <a:pt x="74" y="187"/>
                  </a:lnTo>
                  <a:lnTo>
                    <a:pt x="73" y="186"/>
                  </a:lnTo>
                  <a:lnTo>
                    <a:pt x="73" y="185"/>
                  </a:lnTo>
                  <a:lnTo>
                    <a:pt x="73" y="183"/>
                  </a:lnTo>
                  <a:lnTo>
                    <a:pt x="75" y="177"/>
                  </a:lnTo>
                  <a:lnTo>
                    <a:pt x="77" y="174"/>
                  </a:lnTo>
                  <a:lnTo>
                    <a:pt x="79" y="172"/>
                  </a:lnTo>
                  <a:lnTo>
                    <a:pt x="81" y="170"/>
                  </a:lnTo>
                  <a:lnTo>
                    <a:pt x="85" y="170"/>
                  </a:lnTo>
                  <a:lnTo>
                    <a:pt x="87" y="169"/>
                  </a:lnTo>
                  <a:lnTo>
                    <a:pt x="88" y="166"/>
                  </a:lnTo>
                  <a:lnTo>
                    <a:pt x="89" y="164"/>
                  </a:lnTo>
                  <a:lnTo>
                    <a:pt x="93" y="163"/>
                  </a:lnTo>
                  <a:lnTo>
                    <a:pt x="99" y="162"/>
                  </a:lnTo>
                  <a:lnTo>
                    <a:pt x="101" y="165"/>
                  </a:lnTo>
                  <a:lnTo>
                    <a:pt x="101" y="170"/>
                  </a:lnTo>
                  <a:lnTo>
                    <a:pt x="104" y="169"/>
                  </a:lnTo>
                  <a:lnTo>
                    <a:pt x="107" y="168"/>
                  </a:lnTo>
                  <a:lnTo>
                    <a:pt x="108" y="167"/>
                  </a:lnTo>
                  <a:lnTo>
                    <a:pt x="110" y="163"/>
                  </a:lnTo>
                  <a:lnTo>
                    <a:pt x="112" y="161"/>
                  </a:lnTo>
                  <a:lnTo>
                    <a:pt x="116" y="162"/>
                  </a:lnTo>
                  <a:lnTo>
                    <a:pt x="117" y="163"/>
                  </a:lnTo>
                  <a:lnTo>
                    <a:pt x="118" y="156"/>
                  </a:lnTo>
                  <a:lnTo>
                    <a:pt x="120" y="155"/>
                  </a:lnTo>
                  <a:lnTo>
                    <a:pt x="122" y="159"/>
                  </a:lnTo>
                  <a:lnTo>
                    <a:pt x="124" y="155"/>
                  </a:lnTo>
                  <a:lnTo>
                    <a:pt x="126" y="154"/>
                  </a:lnTo>
                  <a:lnTo>
                    <a:pt x="128" y="155"/>
                  </a:lnTo>
                  <a:lnTo>
                    <a:pt x="129" y="153"/>
                  </a:lnTo>
                  <a:lnTo>
                    <a:pt x="129" y="148"/>
                  </a:lnTo>
                  <a:lnTo>
                    <a:pt x="128" y="145"/>
                  </a:lnTo>
                  <a:lnTo>
                    <a:pt x="129" y="142"/>
                  </a:lnTo>
                  <a:lnTo>
                    <a:pt x="132" y="146"/>
                  </a:lnTo>
                  <a:lnTo>
                    <a:pt x="137" y="151"/>
                  </a:lnTo>
                  <a:lnTo>
                    <a:pt x="138" y="155"/>
                  </a:lnTo>
                  <a:lnTo>
                    <a:pt x="139" y="157"/>
                  </a:lnTo>
                  <a:lnTo>
                    <a:pt x="136" y="162"/>
                  </a:lnTo>
                  <a:lnTo>
                    <a:pt x="138" y="164"/>
                  </a:lnTo>
                  <a:lnTo>
                    <a:pt x="142" y="163"/>
                  </a:lnTo>
                  <a:lnTo>
                    <a:pt x="143" y="166"/>
                  </a:lnTo>
                  <a:lnTo>
                    <a:pt x="142" y="169"/>
                  </a:lnTo>
                  <a:lnTo>
                    <a:pt x="142" y="174"/>
                  </a:lnTo>
                  <a:lnTo>
                    <a:pt x="144" y="177"/>
                  </a:lnTo>
                  <a:lnTo>
                    <a:pt x="144" y="180"/>
                  </a:lnTo>
                  <a:lnTo>
                    <a:pt x="143" y="183"/>
                  </a:lnTo>
                  <a:lnTo>
                    <a:pt x="141" y="188"/>
                  </a:lnTo>
                  <a:lnTo>
                    <a:pt x="138" y="192"/>
                  </a:lnTo>
                  <a:close/>
                  <a:moveTo>
                    <a:pt x="1" y="163"/>
                  </a:moveTo>
                  <a:lnTo>
                    <a:pt x="0" y="162"/>
                  </a:lnTo>
                  <a:lnTo>
                    <a:pt x="1" y="159"/>
                  </a:lnTo>
                  <a:lnTo>
                    <a:pt x="3" y="156"/>
                  </a:lnTo>
                  <a:lnTo>
                    <a:pt x="6" y="153"/>
                  </a:lnTo>
                  <a:lnTo>
                    <a:pt x="10" y="151"/>
                  </a:lnTo>
                  <a:lnTo>
                    <a:pt x="15" y="147"/>
                  </a:lnTo>
                  <a:lnTo>
                    <a:pt x="21" y="140"/>
                  </a:lnTo>
                  <a:lnTo>
                    <a:pt x="22" y="144"/>
                  </a:lnTo>
                  <a:lnTo>
                    <a:pt x="21" y="146"/>
                  </a:lnTo>
                  <a:lnTo>
                    <a:pt x="19" y="149"/>
                  </a:lnTo>
                  <a:lnTo>
                    <a:pt x="17" y="150"/>
                  </a:lnTo>
                  <a:lnTo>
                    <a:pt x="14" y="151"/>
                  </a:lnTo>
                  <a:lnTo>
                    <a:pt x="13" y="152"/>
                  </a:lnTo>
                  <a:lnTo>
                    <a:pt x="11" y="157"/>
                  </a:lnTo>
                  <a:lnTo>
                    <a:pt x="8" y="159"/>
                  </a:lnTo>
                  <a:lnTo>
                    <a:pt x="4" y="160"/>
                  </a:lnTo>
                  <a:lnTo>
                    <a:pt x="1" y="163"/>
                  </a:lnTo>
                  <a:close/>
                  <a:moveTo>
                    <a:pt x="90" y="153"/>
                  </a:moveTo>
                  <a:lnTo>
                    <a:pt x="87" y="151"/>
                  </a:lnTo>
                  <a:lnTo>
                    <a:pt x="81" y="146"/>
                  </a:lnTo>
                  <a:lnTo>
                    <a:pt x="80" y="144"/>
                  </a:lnTo>
                  <a:lnTo>
                    <a:pt x="81" y="141"/>
                  </a:lnTo>
                  <a:lnTo>
                    <a:pt x="85" y="140"/>
                  </a:lnTo>
                  <a:lnTo>
                    <a:pt x="86" y="138"/>
                  </a:lnTo>
                  <a:lnTo>
                    <a:pt x="90" y="125"/>
                  </a:lnTo>
                  <a:lnTo>
                    <a:pt x="93" y="124"/>
                  </a:lnTo>
                  <a:lnTo>
                    <a:pt x="95" y="124"/>
                  </a:lnTo>
                  <a:lnTo>
                    <a:pt x="95" y="125"/>
                  </a:lnTo>
                  <a:lnTo>
                    <a:pt x="96" y="127"/>
                  </a:lnTo>
                  <a:lnTo>
                    <a:pt x="93" y="133"/>
                  </a:lnTo>
                  <a:lnTo>
                    <a:pt x="92" y="135"/>
                  </a:lnTo>
                  <a:lnTo>
                    <a:pt x="91" y="145"/>
                  </a:lnTo>
                  <a:lnTo>
                    <a:pt x="91" y="147"/>
                  </a:lnTo>
                  <a:lnTo>
                    <a:pt x="93" y="150"/>
                  </a:lnTo>
                  <a:lnTo>
                    <a:pt x="91" y="153"/>
                  </a:lnTo>
                  <a:lnTo>
                    <a:pt x="90" y="153"/>
                  </a:lnTo>
                  <a:close/>
                  <a:moveTo>
                    <a:pt x="27" y="138"/>
                  </a:moveTo>
                  <a:lnTo>
                    <a:pt x="24" y="138"/>
                  </a:lnTo>
                  <a:lnTo>
                    <a:pt x="25" y="136"/>
                  </a:lnTo>
                  <a:lnTo>
                    <a:pt x="26" y="135"/>
                  </a:lnTo>
                  <a:lnTo>
                    <a:pt x="29" y="132"/>
                  </a:lnTo>
                  <a:lnTo>
                    <a:pt x="30" y="129"/>
                  </a:lnTo>
                  <a:lnTo>
                    <a:pt x="31" y="124"/>
                  </a:lnTo>
                  <a:lnTo>
                    <a:pt x="32" y="120"/>
                  </a:lnTo>
                  <a:lnTo>
                    <a:pt x="34" y="119"/>
                  </a:lnTo>
                  <a:lnTo>
                    <a:pt x="35" y="120"/>
                  </a:lnTo>
                  <a:lnTo>
                    <a:pt x="34" y="122"/>
                  </a:lnTo>
                  <a:lnTo>
                    <a:pt x="36" y="127"/>
                  </a:lnTo>
                  <a:lnTo>
                    <a:pt x="37" y="130"/>
                  </a:lnTo>
                  <a:lnTo>
                    <a:pt x="37" y="131"/>
                  </a:lnTo>
                  <a:lnTo>
                    <a:pt x="32" y="134"/>
                  </a:lnTo>
                  <a:lnTo>
                    <a:pt x="29" y="136"/>
                  </a:lnTo>
                  <a:lnTo>
                    <a:pt x="27" y="138"/>
                  </a:lnTo>
                  <a:close/>
                  <a:moveTo>
                    <a:pt x="74" y="131"/>
                  </a:moveTo>
                  <a:lnTo>
                    <a:pt x="74" y="129"/>
                  </a:lnTo>
                  <a:lnTo>
                    <a:pt x="75" y="119"/>
                  </a:lnTo>
                  <a:lnTo>
                    <a:pt x="75" y="111"/>
                  </a:lnTo>
                  <a:lnTo>
                    <a:pt x="78" y="113"/>
                  </a:lnTo>
                  <a:lnTo>
                    <a:pt x="83" y="115"/>
                  </a:lnTo>
                  <a:lnTo>
                    <a:pt x="85" y="115"/>
                  </a:lnTo>
                  <a:lnTo>
                    <a:pt x="90" y="114"/>
                  </a:lnTo>
                  <a:lnTo>
                    <a:pt x="90" y="117"/>
                  </a:lnTo>
                  <a:lnTo>
                    <a:pt x="90" y="120"/>
                  </a:lnTo>
                  <a:lnTo>
                    <a:pt x="88" y="122"/>
                  </a:lnTo>
                  <a:lnTo>
                    <a:pt x="86" y="123"/>
                  </a:lnTo>
                  <a:lnTo>
                    <a:pt x="80" y="128"/>
                  </a:lnTo>
                  <a:lnTo>
                    <a:pt x="74" y="131"/>
                  </a:lnTo>
                  <a:close/>
                  <a:moveTo>
                    <a:pt x="127" y="120"/>
                  </a:moveTo>
                  <a:lnTo>
                    <a:pt x="123" y="119"/>
                  </a:lnTo>
                  <a:lnTo>
                    <a:pt x="122" y="117"/>
                  </a:lnTo>
                  <a:lnTo>
                    <a:pt x="121" y="115"/>
                  </a:lnTo>
                  <a:lnTo>
                    <a:pt x="120" y="115"/>
                  </a:lnTo>
                  <a:lnTo>
                    <a:pt x="121" y="112"/>
                  </a:lnTo>
                  <a:lnTo>
                    <a:pt x="120" y="109"/>
                  </a:lnTo>
                  <a:lnTo>
                    <a:pt x="116" y="107"/>
                  </a:lnTo>
                  <a:lnTo>
                    <a:pt x="112" y="103"/>
                  </a:lnTo>
                  <a:lnTo>
                    <a:pt x="111" y="100"/>
                  </a:lnTo>
                  <a:lnTo>
                    <a:pt x="114" y="99"/>
                  </a:lnTo>
                  <a:lnTo>
                    <a:pt x="121" y="98"/>
                  </a:lnTo>
                  <a:lnTo>
                    <a:pt x="124" y="99"/>
                  </a:lnTo>
                  <a:lnTo>
                    <a:pt x="126" y="102"/>
                  </a:lnTo>
                  <a:lnTo>
                    <a:pt x="126" y="108"/>
                  </a:lnTo>
                  <a:lnTo>
                    <a:pt x="127" y="114"/>
                  </a:lnTo>
                  <a:lnTo>
                    <a:pt x="129" y="119"/>
                  </a:lnTo>
                  <a:lnTo>
                    <a:pt x="128" y="120"/>
                  </a:lnTo>
                  <a:lnTo>
                    <a:pt x="127" y="120"/>
                  </a:lnTo>
                  <a:close/>
                  <a:moveTo>
                    <a:pt x="61" y="103"/>
                  </a:moveTo>
                  <a:lnTo>
                    <a:pt x="58" y="101"/>
                  </a:lnTo>
                  <a:lnTo>
                    <a:pt x="56" y="98"/>
                  </a:lnTo>
                  <a:lnTo>
                    <a:pt x="55" y="96"/>
                  </a:lnTo>
                  <a:lnTo>
                    <a:pt x="53" y="88"/>
                  </a:lnTo>
                  <a:lnTo>
                    <a:pt x="49" y="84"/>
                  </a:lnTo>
                  <a:lnTo>
                    <a:pt x="54" y="84"/>
                  </a:lnTo>
                  <a:lnTo>
                    <a:pt x="60" y="84"/>
                  </a:lnTo>
                  <a:lnTo>
                    <a:pt x="62" y="85"/>
                  </a:lnTo>
                  <a:lnTo>
                    <a:pt x="64" y="88"/>
                  </a:lnTo>
                  <a:lnTo>
                    <a:pt x="65" y="95"/>
                  </a:lnTo>
                  <a:lnTo>
                    <a:pt x="64" y="98"/>
                  </a:lnTo>
                  <a:lnTo>
                    <a:pt x="62" y="100"/>
                  </a:lnTo>
                  <a:lnTo>
                    <a:pt x="61" y="10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8" name="Freeform 67"/>
            <p:cNvSpPr>
              <a:spLocks/>
            </p:cNvSpPr>
            <p:nvPr/>
          </p:nvSpPr>
          <p:spPr bwMode="gray">
            <a:xfrm>
              <a:off x="5400675" y="4240213"/>
              <a:ext cx="103188" cy="146050"/>
            </a:xfrm>
            <a:custGeom>
              <a:avLst/>
              <a:gdLst>
                <a:gd name="T0" fmla="*/ 10 w 65"/>
                <a:gd name="T1" fmla="*/ 65 h 92"/>
                <a:gd name="T2" fmla="*/ 2 w 65"/>
                <a:gd name="T3" fmla="*/ 51 h 92"/>
                <a:gd name="T4" fmla="*/ 2 w 65"/>
                <a:gd name="T5" fmla="*/ 42 h 92"/>
                <a:gd name="T6" fmla="*/ 2 w 65"/>
                <a:gd name="T7" fmla="*/ 37 h 92"/>
                <a:gd name="T8" fmla="*/ 10 w 65"/>
                <a:gd name="T9" fmla="*/ 39 h 92"/>
                <a:gd name="T10" fmla="*/ 9 w 65"/>
                <a:gd name="T11" fmla="*/ 32 h 92"/>
                <a:gd name="T12" fmla="*/ 10 w 65"/>
                <a:gd name="T13" fmla="*/ 25 h 92"/>
                <a:gd name="T14" fmla="*/ 11 w 65"/>
                <a:gd name="T15" fmla="*/ 13 h 92"/>
                <a:gd name="T16" fmla="*/ 14 w 65"/>
                <a:gd name="T17" fmla="*/ 3 h 92"/>
                <a:gd name="T18" fmla="*/ 18 w 65"/>
                <a:gd name="T19" fmla="*/ 0 h 92"/>
                <a:gd name="T20" fmla="*/ 30 w 65"/>
                <a:gd name="T21" fmla="*/ 5 h 92"/>
                <a:gd name="T22" fmla="*/ 35 w 65"/>
                <a:gd name="T23" fmla="*/ 4 h 92"/>
                <a:gd name="T24" fmla="*/ 38 w 65"/>
                <a:gd name="T25" fmla="*/ 3 h 92"/>
                <a:gd name="T26" fmla="*/ 37 w 65"/>
                <a:gd name="T27" fmla="*/ 9 h 92"/>
                <a:gd name="T28" fmla="*/ 37 w 65"/>
                <a:gd name="T29" fmla="*/ 19 h 92"/>
                <a:gd name="T30" fmla="*/ 42 w 65"/>
                <a:gd name="T31" fmla="*/ 24 h 92"/>
                <a:gd name="T32" fmla="*/ 37 w 65"/>
                <a:gd name="T33" fmla="*/ 37 h 92"/>
                <a:gd name="T34" fmla="*/ 28 w 65"/>
                <a:gd name="T35" fmla="*/ 43 h 92"/>
                <a:gd name="T36" fmla="*/ 27 w 65"/>
                <a:gd name="T37" fmla="*/ 46 h 92"/>
                <a:gd name="T38" fmla="*/ 24 w 65"/>
                <a:gd name="T39" fmla="*/ 54 h 92"/>
                <a:gd name="T40" fmla="*/ 28 w 65"/>
                <a:gd name="T41" fmla="*/ 60 h 92"/>
                <a:gd name="T42" fmla="*/ 32 w 65"/>
                <a:gd name="T43" fmla="*/ 73 h 92"/>
                <a:gd name="T44" fmla="*/ 36 w 65"/>
                <a:gd name="T45" fmla="*/ 75 h 92"/>
                <a:gd name="T46" fmla="*/ 39 w 65"/>
                <a:gd name="T47" fmla="*/ 73 h 92"/>
                <a:gd name="T48" fmla="*/ 44 w 65"/>
                <a:gd name="T49" fmla="*/ 69 h 92"/>
                <a:gd name="T50" fmla="*/ 49 w 65"/>
                <a:gd name="T51" fmla="*/ 72 h 92"/>
                <a:gd name="T52" fmla="*/ 52 w 65"/>
                <a:gd name="T53" fmla="*/ 79 h 92"/>
                <a:gd name="T54" fmla="*/ 58 w 65"/>
                <a:gd name="T55" fmla="*/ 75 h 92"/>
                <a:gd name="T56" fmla="*/ 63 w 65"/>
                <a:gd name="T57" fmla="*/ 77 h 92"/>
                <a:gd name="T58" fmla="*/ 62 w 65"/>
                <a:gd name="T59" fmla="*/ 80 h 92"/>
                <a:gd name="T60" fmla="*/ 58 w 65"/>
                <a:gd name="T61" fmla="*/ 82 h 92"/>
                <a:gd name="T62" fmla="*/ 63 w 65"/>
                <a:gd name="T63" fmla="*/ 92 h 92"/>
                <a:gd name="T64" fmla="*/ 56 w 65"/>
                <a:gd name="T65" fmla="*/ 90 h 92"/>
                <a:gd name="T66" fmla="*/ 53 w 65"/>
                <a:gd name="T67" fmla="*/ 84 h 92"/>
                <a:gd name="T68" fmla="*/ 44 w 65"/>
                <a:gd name="T69" fmla="*/ 76 h 92"/>
                <a:gd name="T70" fmla="*/ 41 w 65"/>
                <a:gd name="T71" fmla="*/ 78 h 92"/>
                <a:gd name="T72" fmla="*/ 42 w 65"/>
                <a:gd name="T73" fmla="*/ 86 h 92"/>
                <a:gd name="T74" fmla="*/ 31 w 65"/>
                <a:gd name="T75" fmla="*/ 76 h 92"/>
                <a:gd name="T76" fmla="*/ 26 w 65"/>
                <a:gd name="T77" fmla="*/ 77 h 92"/>
                <a:gd name="T78" fmla="*/ 23 w 65"/>
                <a:gd name="T79" fmla="*/ 80 h 92"/>
                <a:gd name="T80" fmla="*/ 19 w 65"/>
                <a:gd name="T81" fmla="*/ 79 h 92"/>
                <a:gd name="T82" fmla="*/ 13 w 65"/>
                <a:gd name="T83" fmla="*/ 73 h 92"/>
                <a:gd name="T84" fmla="*/ 20 w 65"/>
                <a:gd name="T85" fmla="*/ 70 h 92"/>
                <a:gd name="T86" fmla="*/ 25 w 65"/>
                <a:gd name="T87" fmla="*/ 69 h 92"/>
                <a:gd name="T88" fmla="*/ 19 w 65"/>
                <a:gd name="T89" fmla="*/ 66 h 92"/>
                <a:gd name="T90" fmla="*/ 12 w 65"/>
                <a:gd name="T91" fmla="*/ 62 h 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5"/>
                <a:gd name="T139" fmla="*/ 0 h 92"/>
                <a:gd name="T140" fmla="*/ 65 w 65"/>
                <a:gd name="T141" fmla="*/ 92 h 9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5" h="92">
                  <a:moveTo>
                    <a:pt x="11" y="66"/>
                  </a:moveTo>
                  <a:lnTo>
                    <a:pt x="10" y="65"/>
                  </a:lnTo>
                  <a:lnTo>
                    <a:pt x="5" y="60"/>
                  </a:lnTo>
                  <a:lnTo>
                    <a:pt x="2" y="51"/>
                  </a:lnTo>
                  <a:lnTo>
                    <a:pt x="2" y="48"/>
                  </a:lnTo>
                  <a:lnTo>
                    <a:pt x="2" y="42"/>
                  </a:lnTo>
                  <a:lnTo>
                    <a:pt x="0" y="39"/>
                  </a:lnTo>
                  <a:lnTo>
                    <a:pt x="2" y="37"/>
                  </a:lnTo>
                  <a:lnTo>
                    <a:pt x="8" y="41"/>
                  </a:lnTo>
                  <a:lnTo>
                    <a:pt x="10" y="39"/>
                  </a:lnTo>
                  <a:lnTo>
                    <a:pt x="10" y="36"/>
                  </a:lnTo>
                  <a:lnTo>
                    <a:pt x="9" y="32"/>
                  </a:lnTo>
                  <a:lnTo>
                    <a:pt x="9" y="28"/>
                  </a:lnTo>
                  <a:lnTo>
                    <a:pt x="10" y="25"/>
                  </a:lnTo>
                  <a:lnTo>
                    <a:pt x="10" y="20"/>
                  </a:lnTo>
                  <a:lnTo>
                    <a:pt x="11" y="13"/>
                  </a:lnTo>
                  <a:lnTo>
                    <a:pt x="11" y="9"/>
                  </a:lnTo>
                  <a:lnTo>
                    <a:pt x="14" y="3"/>
                  </a:lnTo>
                  <a:lnTo>
                    <a:pt x="15" y="2"/>
                  </a:lnTo>
                  <a:lnTo>
                    <a:pt x="18" y="0"/>
                  </a:lnTo>
                  <a:lnTo>
                    <a:pt x="21" y="1"/>
                  </a:lnTo>
                  <a:lnTo>
                    <a:pt x="30" y="5"/>
                  </a:lnTo>
                  <a:lnTo>
                    <a:pt x="34" y="5"/>
                  </a:lnTo>
                  <a:lnTo>
                    <a:pt x="35" y="4"/>
                  </a:lnTo>
                  <a:lnTo>
                    <a:pt x="37" y="2"/>
                  </a:lnTo>
                  <a:lnTo>
                    <a:pt x="38" y="3"/>
                  </a:lnTo>
                  <a:lnTo>
                    <a:pt x="38" y="6"/>
                  </a:lnTo>
                  <a:lnTo>
                    <a:pt x="37" y="9"/>
                  </a:lnTo>
                  <a:lnTo>
                    <a:pt x="36" y="13"/>
                  </a:lnTo>
                  <a:lnTo>
                    <a:pt x="37" y="19"/>
                  </a:lnTo>
                  <a:lnTo>
                    <a:pt x="41" y="22"/>
                  </a:lnTo>
                  <a:lnTo>
                    <a:pt x="42" y="24"/>
                  </a:lnTo>
                  <a:lnTo>
                    <a:pt x="39" y="33"/>
                  </a:lnTo>
                  <a:lnTo>
                    <a:pt x="37" y="37"/>
                  </a:lnTo>
                  <a:lnTo>
                    <a:pt x="32" y="41"/>
                  </a:lnTo>
                  <a:lnTo>
                    <a:pt x="28" y="43"/>
                  </a:lnTo>
                  <a:lnTo>
                    <a:pt x="27" y="44"/>
                  </a:lnTo>
                  <a:lnTo>
                    <a:pt x="27" y="46"/>
                  </a:lnTo>
                  <a:lnTo>
                    <a:pt x="26" y="50"/>
                  </a:lnTo>
                  <a:lnTo>
                    <a:pt x="24" y="54"/>
                  </a:lnTo>
                  <a:lnTo>
                    <a:pt x="25" y="55"/>
                  </a:lnTo>
                  <a:lnTo>
                    <a:pt x="28" y="60"/>
                  </a:lnTo>
                  <a:lnTo>
                    <a:pt x="30" y="69"/>
                  </a:lnTo>
                  <a:lnTo>
                    <a:pt x="32" y="73"/>
                  </a:lnTo>
                  <a:lnTo>
                    <a:pt x="33" y="73"/>
                  </a:lnTo>
                  <a:lnTo>
                    <a:pt x="36" y="75"/>
                  </a:lnTo>
                  <a:lnTo>
                    <a:pt x="38" y="76"/>
                  </a:lnTo>
                  <a:lnTo>
                    <a:pt x="39" y="73"/>
                  </a:lnTo>
                  <a:lnTo>
                    <a:pt x="43" y="69"/>
                  </a:lnTo>
                  <a:lnTo>
                    <a:pt x="44" y="69"/>
                  </a:lnTo>
                  <a:lnTo>
                    <a:pt x="47" y="70"/>
                  </a:lnTo>
                  <a:lnTo>
                    <a:pt x="49" y="72"/>
                  </a:lnTo>
                  <a:lnTo>
                    <a:pt x="50" y="76"/>
                  </a:lnTo>
                  <a:lnTo>
                    <a:pt x="52" y="79"/>
                  </a:lnTo>
                  <a:lnTo>
                    <a:pt x="54" y="80"/>
                  </a:lnTo>
                  <a:lnTo>
                    <a:pt x="58" y="75"/>
                  </a:lnTo>
                  <a:lnTo>
                    <a:pt x="62" y="77"/>
                  </a:lnTo>
                  <a:lnTo>
                    <a:pt x="63" y="77"/>
                  </a:lnTo>
                  <a:lnTo>
                    <a:pt x="64" y="78"/>
                  </a:lnTo>
                  <a:lnTo>
                    <a:pt x="62" y="80"/>
                  </a:lnTo>
                  <a:lnTo>
                    <a:pt x="60" y="81"/>
                  </a:lnTo>
                  <a:lnTo>
                    <a:pt x="58" y="82"/>
                  </a:lnTo>
                  <a:lnTo>
                    <a:pt x="65" y="91"/>
                  </a:lnTo>
                  <a:lnTo>
                    <a:pt x="63" y="92"/>
                  </a:lnTo>
                  <a:lnTo>
                    <a:pt x="59" y="91"/>
                  </a:lnTo>
                  <a:lnTo>
                    <a:pt x="56" y="90"/>
                  </a:lnTo>
                  <a:lnTo>
                    <a:pt x="55" y="87"/>
                  </a:lnTo>
                  <a:lnTo>
                    <a:pt x="53" y="84"/>
                  </a:lnTo>
                  <a:lnTo>
                    <a:pt x="49" y="81"/>
                  </a:lnTo>
                  <a:lnTo>
                    <a:pt x="44" y="76"/>
                  </a:lnTo>
                  <a:lnTo>
                    <a:pt x="42" y="76"/>
                  </a:lnTo>
                  <a:lnTo>
                    <a:pt x="41" y="78"/>
                  </a:lnTo>
                  <a:lnTo>
                    <a:pt x="44" y="84"/>
                  </a:lnTo>
                  <a:lnTo>
                    <a:pt x="42" y="86"/>
                  </a:lnTo>
                  <a:lnTo>
                    <a:pt x="37" y="80"/>
                  </a:lnTo>
                  <a:lnTo>
                    <a:pt x="31" y="76"/>
                  </a:lnTo>
                  <a:lnTo>
                    <a:pt x="28" y="76"/>
                  </a:lnTo>
                  <a:lnTo>
                    <a:pt x="26" y="77"/>
                  </a:lnTo>
                  <a:lnTo>
                    <a:pt x="25" y="79"/>
                  </a:lnTo>
                  <a:lnTo>
                    <a:pt x="23" y="80"/>
                  </a:lnTo>
                  <a:lnTo>
                    <a:pt x="21" y="80"/>
                  </a:lnTo>
                  <a:lnTo>
                    <a:pt x="19" y="79"/>
                  </a:lnTo>
                  <a:lnTo>
                    <a:pt x="15" y="76"/>
                  </a:lnTo>
                  <a:lnTo>
                    <a:pt x="13" y="73"/>
                  </a:lnTo>
                  <a:lnTo>
                    <a:pt x="18" y="69"/>
                  </a:lnTo>
                  <a:lnTo>
                    <a:pt x="20" y="70"/>
                  </a:lnTo>
                  <a:lnTo>
                    <a:pt x="22" y="70"/>
                  </a:lnTo>
                  <a:lnTo>
                    <a:pt x="25" y="69"/>
                  </a:lnTo>
                  <a:lnTo>
                    <a:pt x="24" y="68"/>
                  </a:lnTo>
                  <a:lnTo>
                    <a:pt x="19" y="66"/>
                  </a:lnTo>
                  <a:lnTo>
                    <a:pt x="16" y="63"/>
                  </a:lnTo>
                  <a:lnTo>
                    <a:pt x="12" y="62"/>
                  </a:lnTo>
                  <a:lnTo>
                    <a:pt x="11" y="6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49" name="Freeform 68"/>
            <p:cNvSpPr>
              <a:spLocks/>
            </p:cNvSpPr>
            <p:nvPr/>
          </p:nvSpPr>
          <p:spPr bwMode="gray">
            <a:xfrm>
              <a:off x="5454650" y="4465638"/>
              <a:ext cx="112713" cy="106363"/>
            </a:xfrm>
            <a:custGeom>
              <a:avLst/>
              <a:gdLst>
                <a:gd name="T0" fmla="*/ 64 w 71"/>
                <a:gd name="T1" fmla="*/ 49 h 67"/>
                <a:gd name="T2" fmla="*/ 61 w 71"/>
                <a:gd name="T3" fmla="*/ 41 h 67"/>
                <a:gd name="T4" fmla="*/ 56 w 71"/>
                <a:gd name="T5" fmla="*/ 44 h 67"/>
                <a:gd name="T6" fmla="*/ 55 w 71"/>
                <a:gd name="T7" fmla="*/ 53 h 67"/>
                <a:gd name="T8" fmla="*/ 58 w 71"/>
                <a:gd name="T9" fmla="*/ 61 h 67"/>
                <a:gd name="T10" fmla="*/ 54 w 71"/>
                <a:gd name="T11" fmla="*/ 67 h 67"/>
                <a:gd name="T12" fmla="*/ 50 w 71"/>
                <a:gd name="T13" fmla="*/ 64 h 67"/>
                <a:gd name="T14" fmla="*/ 51 w 71"/>
                <a:gd name="T15" fmla="*/ 59 h 67"/>
                <a:gd name="T16" fmla="*/ 46 w 71"/>
                <a:gd name="T17" fmla="*/ 63 h 67"/>
                <a:gd name="T18" fmla="*/ 37 w 71"/>
                <a:gd name="T19" fmla="*/ 58 h 67"/>
                <a:gd name="T20" fmla="*/ 32 w 71"/>
                <a:gd name="T21" fmla="*/ 50 h 67"/>
                <a:gd name="T22" fmla="*/ 35 w 71"/>
                <a:gd name="T23" fmla="*/ 40 h 67"/>
                <a:gd name="T24" fmla="*/ 31 w 71"/>
                <a:gd name="T25" fmla="*/ 33 h 67"/>
                <a:gd name="T26" fmla="*/ 23 w 71"/>
                <a:gd name="T27" fmla="*/ 32 h 67"/>
                <a:gd name="T28" fmla="*/ 22 w 71"/>
                <a:gd name="T29" fmla="*/ 34 h 67"/>
                <a:gd name="T30" fmla="*/ 14 w 71"/>
                <a:gd name="T31" fmla="*/ 36 h 67"/>
                <a:gd name="T32" fmla="*/ 12 w 71"/>
                <a:gd name="T33" fmla="*/ 32 h 67"/>
                <a:gd name="T34" fmla="*/ 6 w 71"/>
                <a:gd name="T35" fmla="*/ 40 h 67"/>
                <a:gd name="T36" fmla="*/ 1 w 71"/>
                <a:gd name="T37" fmla="*/ 45 h 67"/>
                <a:gd name="T38" fmla="*/ 0 w 71"/>
                <a:gd name="T39" fmla="*/ 43 h 67"/>
                <a:gd name="T40" fmla="*/ 2 w 71"/>
                <a:gd name="T41" fmla="*/ 35 h 67"/>
                <a:gd name="T42" fmla="*/ 6 w 71"/>
                <a:gd name="T43" fmla="*/ 30 h 67"/>
                <a:gd name="T44" fmla="*/ 12 w 71"/>
                <a:gd name="T45" fmla="*/ 28 h 67"/>
                <a:gd name="T46" fmla="*/ 15 w 71"/>
                <a:gd name="T47" fmla="*/ 24 h 67"/>
                <a:gd name="T48" fmla="*/ 20 w 71"/>
                <a:gd name="T49" fmla="*/ 21 h 67"/>
                <a:gd name="T50" fmla="*/ 28 w 71"/>
                <a:gd name="T51" fmla="*/ 23 h 67"/>
                <a:gd name="T52" fmla="*/ 31 w 71"/>
                <a:gd name="T53" fmla="*/ 27 h 67"/>
                <a:gd name="T54" fmla="*/ 35 w 71"/>
                <a:gd name="T55" fmla="*/ 25 h 67"/>
                <a:gd name="T56" fmla="*/ 39 w 71"/>
                <a:gd name="T57" fmla="*/ 19 h 67"/>
                <a:gd name="T58" fmla="*/ 44 w 71"/>
                <a:gd name="T59" fmla="*/ 21 h 67"/>
                <a:gd name="T60" fmla="*/ 47 w 71"/>
                <a:gd name="T61" fmla="*/ 13 h 67"/>
                <a:gd name="T62" fmla="*/ 51 w 71"/>
                <a:gd name="T63" fmla="*/ 13 h 67"/>
                <a:gd name="T64" fmla="*/ 55 w 71"/>
                <a:gd name="T65" fmla="*/ 13 h 67"/>
                <a:gd name="T66" fmla="*/ 56 w 71"/>
                <a:gd name="T67" fmla="*/ 6 h 67"/>
                <a:gd name="T68" fmla="*/ 56 w 71"/>
                <a:gd name="T69" fmla="*/ 0 h 67"/>
                <a:gd name="T70" fmla="*/ 64 w 71"/>
                <a:gd name="T71" fmla="*/ 9 h 67"/>
                <a:gd name="T72" fmla="*/ 66 w 71"/>
                <a:gd name="T73" fmla="*/ 15 h 67"/>
                <a:gd name="T74" fmla="*/ 65 w 71"/>
                <a:gd name="T75" fmla="*/ 22 h 67"/>
                <a:gd name="T76" fmla="*/ 70 w 71"/>
                <a:gd name="T77" fmla="*/ 24 h 67"/>
                <a:gd name="T78" fmla="*/ 69 w 71"/>
                <a:gd name="T79" fmla="*/ 32 h 67"/>
                <a:gd name="T80" fmla="*/ 71 w 71"/>
                <a:gd name="T81" fmla="*/ 38 h 67"/>
                <a:gd name="T82" fmla="*/ 68 w 71"/>
                <a:gd name="T83" fmla="*/ 46 h 67"/>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71"/>
                <a:gd name="T127" fmla="*/ 0 h 67"/>
                <a:gd name="T128" fmla="*/ 71 w 71"/>
                <a:gd name="T129" fmla="*/ 67 h 67"/>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71" h="67">
                  <a:moveTo>
                    <a:pt x="65" y="50"/>
                  </a:moveTo>
                  <a:lnTo>
                    <a:pt x="64" y="49"/>
                  </a:lnTo>
                  <a:lnTo>
                    <a:pt x="63" y="46"/>
                  </a:lnTo>
                  <a:lnTo>
                    <a:pt x="61" y="41"/>
                  </a:lnTo>
                  <a:lnTo>
                    <a:pt x="59" y="40"/>
                  </a:lnTo>
                  <a:lnTo>
                    <a:pt x="56" y="44"/>
                  </a:lnTo>
                  <a:lnTo>
                    <a:pt x="53" y="50"/>
                  </a:lnTo>
                  <a:lnTo>
                    <a:pt x="55" y="53"/>
                  </a:lnTo>
                  <a:lnTo>
                    <a:pt x="56" y="56"/>
                  </a:lnTo>
                  <a:lnTo>
                    <a:pt x="58" y="61"/>
                  </a:lnTo>
                  <a:lnTo>
                    <a:pt x="56" y="64"/>
                  </a:lnTo>
                  <a:lnTo>
                    <a:pt x="54" y="67"/>
                  </a:lnTo>
                  <a:lnTo>
                    <a:pt x="51" y="65"/>
                  </a:lnTo>
                  <a:lnTo>
                    <a:pt x="50" y="64"/>
                  </a:lnTo>
                  <a:lnTo>
                    <a:pt x="52" y="61"/>
                  </a:lnTo>
                  <a:lnTo>
                    <a:pt x="51" y="59"/>
                  </a:lnTo>
                  <a:lnTo>
                    <a:pt x="48" y="58"/>
                  </a:lnTo>
                  <a:lnTo>
                    <a:pt x="46" y="63"/>
                  </a:lnTo>
                  <a:lnTo>
                    <a:pt x="45" y="63"/>
                  </a:lnTo>
                  <a:lnTo>
                    <a:pt x="37" y="58"/>
                  </a:lnTo>
                  <a:lnTo>
                    <a:pt x="33" y="54"/>
                  </a:lnTo>
                  <a:lnTo>
                    <a:pt x="32" y="50"/>
                  </a:lnTo>
                  <a:lnTo>
                    <a:pt x="32" y="46"/>
                  </a:lnTo>
                  <a:lnTo>
                    <a:pt x="35" y="40"/>
                  </a:lnTo>
                  <a:lnTo>
                    <a:pt x="34" y="36"/>
                  </a:lnTo>
                  <a:lnTo>
                    <a:pt x="31" y="33"/>
                  </a:lnTo>
                  <a:lnTo>
                    <a:pt x="25" y="31"/>
                  </a:lnTo>
                  <a:lnTo>
                    <a:pt x="23" y="32"/>
                  </a:lnTo>
                  <a:lnTo>
                    <a:pt x="23" y="33"/>
                  </a:lnTo>
                  <a:lnTo>
                    <a:pt x="22" y="34"/>
                  </a:lnTo>
                  <a:lnTo>
                    <a:pt x="18" y="36"/>
                  </a:lnTo>
                  <a:lnTo>
                    <a:pt x="14" y="36"/>
                  </a:lnTo>
                  <a:lnTo>
                    <a:pt x="14" y="33"/>
                  </a:lnTo>
                  <a:lnTo>
                    <a:pt x="12" y="32"/>
                  </a:lnTo>
                  <a:lnTo>
                    <a:pt x="9" y="33"/>
                  </a:lnTo>
                  <a:lnTo>
                    <a:pt x="6" y="40"/>
                  </a:lnTo>
                  <a:lnTo>
                    <a:pt x="2" y="46"/>
                  </a:lnTo>
                  <a:lnTo>
                    <a:pt x="1" y="45"/>
                  </a:lnTo>
                  <a:lnTo>
                    <a:pt x="0" y="44"/>
                  </a:lnTo>
                  <a:lnTo>
                    <a:pt x="0" y="43"/>
                  </a:lnTo>
                  <a:lnTo>
                    <a:pt x="0" y="41"/>
                  </a:lnTo>
                  <a:lnTo>
                    <a:pt x="2" y="35"/>
                  </a:lnTo>
                  <a:lnTo>
                    <a:pt x="4" y="32"/>
                  </a:lnTo>
                  <a:lnTo>
                    <a:pt x="6" y="30"/>
                  </a:lnTo>
                  <a:lnTo>
                    <a:pt x="8" y="28"/>
                  </a:lnTo>
                  <a:lnTo>
                    <a:pt x="12" y="28"/>
                  </a:lnTo>
                  <a:lnTo>
                    <a:pt x="14" y="27"/>
                  </a:lnTo>
                  <a:lnTo>
                    <a:pt x="15" y="24"/>
                  </a:lnTo>
                  <a:lnTo>
                    <a:pt x="16" y="22"/>
                  </a:lnTo>
                  <a:lnTo>
                    <a:pt x="20" y="21"/>
                  </a:lnTo>
                  <a:lnTo>
                    <a:pt x="26" y="20"/>
                  </a:lnTo>
                  <a:lnTo>
                    <a:pt x="28" y="23"/>
                  </a:lnTo>
                  <a:lnTo>
                    <a:pt x="28" y="28"/>
                  </a:lnTo>
                  <a:lnTo>
                    <a:pt x="31" y="27"/>
                  </a:lnTo>
                  <a:lnTo>
                    <a:pt x="34" y="26"/>
                  </a:lnTo>
                  <a:lnTo>
                    <a:pt x="35" y="25"/>
                  </a:lnTo>
                  <a:lnTo>
                    <a:pt x="37" y="21"/>
                  </a:lnTo>
                  <a:lnTo>
                    <a:pt x="39" y="19"/>
                  </a:lnTo>
                  <a:lnTo>
                    <a:pt x="43" y="20"/>
                  </a:lnTo>
                  <a:lnTo>
                    <a:pt x="44" y="21"/>
                  </a:lnTo>
                  <a:lnTo>
                    <a:pt x="45" y="14"/>
                  </a:lnTo>
                  <a:lnTo>
                    <a:pt x="47" y="13"/>
                  </a:lnTo>
                  <a:lnTo>
                    <a:pt x="49" y="17"/>
                  </a:lnTo>
                  <a:lnTo>
                    <a:pt x="51" y="13"/>
                  </a:lnTo>
                  <a:lnTo>
                    <a:pt x="53" y="12"/>
                  </a:lnTo>
                  <a:lnTo>
                    <a:pt x="55" y="13"/>
                  </a:lnTo>
                  <a:lnTo>
                    <a:pt x="56" y="11"/>
                  </a:lnTo>
                  <a:lnTo>
                    <a:pt x="56" y="6"/>
                  </a:lnTo>
                  <a:lnTo>
                    <a:pt x="55" y="3"/>
                  </a:lnTo>
                  <a:lnTo>
                    <a:pt x="56" y="0"/>
                  </a:lnTo>
                  <a:lnTo>
                    <a:pt x="59" y="4"/>
                  </a:lnTo>
                  <a:lnTo>
                    <a:pt x="64" y="9"/>
                  </a:lnTo>
                  <a:lnTo>
                    <a:pt x="65" y="13"/>
                  </a:lnTo>
                  <a:lnTo>
                    <a:pt x="66" y="15"/>
                  </a:lnTo>
                  <a:lnTo>
                    <a:pt x="63" y="20"/>
                  </a:lnTo>
                  <a:lnTo>
                    <a:pt x="65" y="22"/>
                  </a:lnTo>
                  <a:lnTo>
                    <a:pt x="69" y="21"/>
                  </a:lnTo>
                  <a:lnTo>
                    <a:pt x="70" y="24"/>
                  </a:lnTo>
                  <a:lnTo>
                    <a:pt x="69" y="27"/>
                  </a:lnTo>
                  <a:lnTo>
                    <a:pt x="69" y="32"/>
                  </a:lnTo>
                  <a:lnTo>
                    <a:pt x="71" y="35"/>
                  </a:lnTo>
                  <a:lnTo>
                    <a:pt x="71" y="38"/>
                  </a:lnTo>
                  <a:lnTo>
                    <a:pt x="70" y="41"/>
                  </a:lnTo>
                  <a:lnTo>
                    <a:pt x="68" y="46"/>
                  </a:lnTo>
                  <a:lnTo>
                    <a:pt x="65" y="5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0" name="Freeform 69"/>
            <p:cNvSpPr>
              <a:spLocks/>
            </p:cNvSpPr>
            <p:nvPr/>
          </p:nvSpPr>
          <p:spPr bwMode="gray">
            <a:xfrm>
              <a:off x="5338763" y="4462463"/>
              <a:ext cx="34925" cy="36513"/>
            </a:xfrm>
            <a:custGeom>
              <a:avLst/>
              <a:gdLst>
                <a:gd name="T0" fmla="*/ 1 w 22"/>
                <a:gd name="T1" fmla="*/ 23 h 23"/>
                <a:gd name="T2" fmla="*/ 0 w 22"/>
                <a:gd name="T3" fmla="*/ 22 h 23"/>
                <a:gd name="T4" fmla="*/ 1 w 22"/>
                <a:gd name="T5" fmla="*/ 19 h 23"/>
                <a:gd name="T6" fmla="*/ 3 w 22"/>
                <a:gd name="T7" fmla="*/ 16 h 23"/>
                <a:gd name="T8" fmla="*/ 6 w 22"/>
                <a:gd name="T9" fmla="*/ 13 h 23"/>
                <a:gd name="T10" fmla="*/ 10 w 22"/>
                <a:gd name="T11" fmla="*/ 11 h 23"/>
                <a:gd name="T12" fmla="*/ 15 w 22"/>
                <a:gd name="T13" fmla="*/ 7 h 23"/>
                <a:gd name="T14" fmla="*/ 21 w 22"/>
                <a:gd name="T15" fmla="*/ 0 h 23"/>
                <a:gd name="T16" fmla="*/ 22 w 22"/>
                <a:gd name="T17" fmla="*/ 4 h 23"/>
                <a:gd name="T18" fmla="*/ 21 w 22"/>
                <a:gd name="T19" fmla="*/ 6 h 23"/>
                <a:gd name="T20" fmla="*/ 19 w 22"/>
                <a:gd name="T21" fmla="*/ 9 h 23"/>
                <a:gd name="T22" fmla="*/ 17 w 22"/>
                <a:gd name="T23" fmla="*/ 10 h 23"/>
                <a:gd name="T24" fmla="*/ 14 w 22"/>
                <a:gd name="T25" fmla="*/ 11 h 23"/>
                <a:gd name="T26" fmla="*/ 13 w 22"/>
                <a:gd name="T27" fmla="*/ 12 h 23"/>
                <a:gd name="T28" fmla="*/ 11 w 22"/>
                <a:gd name="T29" fmla="*/ 17 h 23"/>
                <a:gd name="T30" fmla="*/ 8 w 22"/>
                <a:gd name="T31" fmla="*/ 19 h 23"/>
                <a:gd name="T32" fmla="*/ 4 w 22"/>
                <a:gd name="T33" fmla="*/ 20 h 23"/>
                <a:gd name="T34" fmla="*/ 1 w 22"/>
                <a:gd name="T35" fmla="*/ 23 h 2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
                <a:gd name="T55" fmla="*/ 0 h 23"/>
                <a:gd name="T56" fmla="*/ 22 w 22"/>
                <a:gd name="T57" fmla="*/ 23 h 2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 h="23">
                  <a:moveTo>
                    <a:pt x="1" y="23"/>
                  </a:moveTo>
                  <a:lnTo>
                    <a:pt x="0" y="22"/>
                  </a:lnTo>
                  <a:lnTo>
                    <a:pt x="1" y="19"/>
                  </a:lnTo>
                  <a:lnTo>
                    <a:pt x="3" y="16"/>
                  </a:lnTo>
                  <a:lnTo>
                    <a:pt x="6" y="13"/>
                  </a:lnTo>
                  <a:lnTo>
                    <a:pt x="10" y="11"/>
                  </a:lnTo>
                  <a:lnTo>
                    <a:pt x="15" y="7"/>
                  </a:lnTo>
                  <a:lnTo>
                    <a:pt x="21" y="0"/>
                  </a:lnTo>
                  <a:lnTo>
                    <a:pt x="22" y="4"/>
                  </a:lnTo>
                  <a:lnTo>
                    <a:pt x="21" y="6"/>
                  </a:lnTo>
                  <a:lnTo>
                    <a:pt x="19" y="9"/>
                  </a:lnTo>
                  <a:lnTo>
                    <a:pt x="17" y="10"/>
                  </a:lnTo>
                  <a:lnTo>
                    <a:pt x="14" y="11"/>
                  </a:lnTo>
                  <a:lnTo>
                    <a:pt x="13" y="12"/>
                  </a:lnTo>
                  <a:lnTo>
                    <a:pt x="11" y="17"/>
                  </a:lnTo>
                  <a:lnTo>
                    <a:pt x="8" y="19"/>
                  </a:lnTo>
                  <a:lnTo>
                    <a:pt x="4" y="20"/>
                  </a:lnTo>
                  <a:lnTo>
                    <a:pt x="1" y="2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1" name="Freeform 70"/>
            <p:cNvSpPr>
              <a:spLocks/>
            </p:cNvSpPr>
            <p:nvPr/>
          </p:nvSpPr>
          <p:spPr bwMode="gray">
            <a:xfrm>
              <a:off x="5465763" y="4437063"/>
              <a:ext cx="25400" cy="46038"/>
            </a:xfrm>
            <a:custGeom>
              <a:avLst/>
              <a:gdLst>
                <a:gd name="T0" fmla="*/ 10 w 16"/>
                <a:gd name="T1" fmla="*/ 29 h 29"/>
                <a:gd name="T2" fmla="*/ 7 w 16"/>
                <a:gd name="T3" fmla="*/ 27 h 29"/>
                <a:gd name="T4" fmla="*/ 1 w 16"/>
                <a:gd name="T5" fmla="*/ 22 h 29"/>
                <a:gd name="T6" fmla="*/ 0 w 16"/>
                <a:gd name="T7" fmla="*/ 20 h 29"/>
                <a:gd name="T8" fmla="*/ 1 w 16"/>
                <a:gd name="T9" fmla="*/ 17 h 29"/>
                <a:gd name="T10" fmla="*/ 5 w 16"/>
                <a:gd name="T11" fmla="*/ 16 h 29"/>
                <a:gd name="T12" fmla="*/ 6 w 16"/>
                <a:gd name="T13" fmla="*/ 14 h 29"/>
                <a:gd name="T14" fmla="*/ 10 w 16"/>
                <a:gd name="T15" fmla="*/ 1 h 29"/>
                <a:gd name="T16" fmla="*/ 13 w 16"/>
                <a:gd name="T17" fmla="*/ 0 h 29"/>
                <a:gd name="T18" fmla="*/ 15 w 16"/>
                <a:gd name="T19" fmla="*/ 0 h 29"/>
                <a:gd name="T20" fmla="*/ 15 w 16"/>
                <a:gd name="T21" fmla="*/ 1 h 29"/>
                <a:gd name="T22" fmla="*/ 16 w 16"/>
                <a:gd name="T23" fmla="*/ 3 h 29"/>
                <a:gd name="T24" fmla="*/ 13 w 16"/>
                <a:gd name="T25" fmla="*/ 9 h 29"/>
                <a:gd name="T26" fmla="*/ 12 w 16"/>
                <a:gd name="T27" fmla="*/ 11 h 29"/>
                <a:gd name="T28" fmla="*/ 11 w 16"/>
                <a:gd name="T29" fmla="*/ 21 h 29"/>
                <a:gd name="T30" fmla="*/ 11 w 16"/>
                <a:gd name="T31" fmla="*/ 23 h 29"/>
                <a:gd name="T32" fmla="*/ 13 w 16"/>
                <a:gd name="T33" fmla="*/ 26 h 29"/>
                <a:gd name="T34" fmla="*/ 11 w 16"/>
                <a:gd name="T35" fmla="*/ 29 h 29"/>
                <a:gd name="T36" fmla="*/ 10 w 16"/>
                <a:gd name="T37" fmla="*/ 29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6"/>
                <a:gd name="T58" fmla="*/ 0 h 29"/>
                <a:gd name="T59" fmla="*/ 16 w 16"/>
                <a:gd name="T60" fmla="*/ 29 h 29"/>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6" h="29">
                  <a:moveTo>
                    <a:pt x="10" y="29"/>
                  </a:moveTo>
                  <a:lnTo>
                    <a:pt x="7" y="27"/>
                  </a:lnTo>
                  <a:lnTo>
                    <a:pt x="1" y="22"/>
                  </a:lnTo>
                  <a:lnTo>
                    <a:pt x="0" y="20"/>
                  </a:lnTo>
                  <a:lnTo>
                    <a:pt x="1" y="17"/>
                  </a:lnTo>
                  <a:lnTo>
                    <a:pt x="5" y="16"/>
                  </a:lnTo>
                  <a:lnTo>
                    <a:pt x="6" y="14"/>
                  </a:lnTo>
                  <a:lnTo>
                    <a:pt x="10" y="1"/>
                  </a:lnTo>
                  <a:lnTo>
                    <a:pt x="13" y="0"/>
                  </a:lnTo>
                  <a:lnTo>
                    <a:pt x="15" y="0"/>
                  </a:lnTo>
                  <a:lnTo>
                    <a:pt x="15" y="1"/>
                  </a:lnTo>
                  <a:lnTo>
                    <a:pt x="16" y="3"/>
                  </a:lnTo>
                  <a:lnTo>
                    <a:pt x="13" y="9"/>
                  </a:lnTo>
                  <a:lnTo>
                    <a:pt x="12" y="11"/>
                  </a:lnTo>
                  <a:lnTo>
                    <a:pt x="11" y="21"/>
                  </a:lnTo>
                  <a:lnTo>
                    <a:pt x="11" y="23"/>
                  </a:lnTo>
                  <a:lnTo>
                    <a:pt x="13" y="26"/>
                  </a:lnTo>
                  <a:lnTo>
                    <a:pt x="11" y="29"/>
                  </a:lnTo>
                  <a:lnTo>
                    <a:pt x="10" y="2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2" name="Freeform 71"/>
            <p:cNvSpPr>
              <a:spLocks/>
            </p:cNvSpPr>
            <p:nvPr/>
          </p:nvSpPr>
          <p:spPr bwMode="gray">
            <a:xfrm>
              <a:off x="5376863" y="4429126"/>
              <a:ext cx="20638" cy="30163"/>
            </a:xfrm>
            <a:custGeom>
              <a:avLst/>
              <a:gdLst>
                <a:gd name="T0" fmla="*/ 3 w 13"/>
                <a:gd name="T1" fmla="*/ 19 h 19"/>
                <a:gd name="T2" fmla="*/ 0 w 13"/>
                <a:gd name="T3" fmla="*/ 19 h 19"/>
                <a:gd name="T4" fmla="*/ 1 w 13"/>
                <a:gd name="T5" fmla="*/ 17 h 19"/>
                <a:gd name="T6" fmla="*/ 2 w 13"/>
                <a:gd name="T7" fmla="*/ 16 h 19"/>
                <a:gd name="T8" fmla="*/ 5 w 13"/>
                <a:gd name="T9" fmla="*/ 13 h 19"/>
                <a:gd name="T10" fmla="*/ 6 w 13"/>
                <a:gd name="T11" fmla="*/ 10 h 19"/>
                <a:gd name="T12" fmla="*/ 7 w 13"/>
                <a:gd name="T13" fmla="*/ 5 h 19"/>
                <a:gd name="T14" fmla="*/ 8 w 13"/>
                <a:gd name="T15" fmla="*/ 1 h 19"/>
                <a:gd name="T16" fmla="*/ 10 w 13"/>
                <a:gd name="T17" fmla="*/ 0 h 19"/>
                <a:gd name="T18" fmla="*/ 11 w 13"/>
                <a:gd name="T19" fmla="*/ 1 h 19"/>
                <a:gd name="T20" fmla="*/ 10 w 13"/>
                <a:gd name="T21" fmla="*/ 3 h 19"/>
                <a:gd name="T22" fmla="*/ 12 w 13"/>
                <a:gd name="T23" fmla="*/ 8 h 19"/>
                <a:gd name="T24" fmla="*/ 13 w 13"/>
                <a:gd name="T25" fmla="*/ 11 h 19"/>
                <a:gd name="T26" fmla="*/ 13 w 13"/>
                <a:gd name="T27" fmla="*/ 12 h 19"/>
                <a:gd name="T28" fmla="*/ 8 w 13"/>
                <a:gd name="T29" fmla="*/ 15 h 19"/>
                <a:gd name="T30" fmla="*/ 5 w 13"/>
                <a:gd name="T31" fmla="*/ 17 h 19"/>
                <a:gd name="T32" fmla="*/ 3 w 13"/>
                <a:gd name="T33" fmla="*/ 19 h 1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3"/>
                <a:gd name="T52" fmla="*/ 0 h 19"/>
                <a:gd name="T53" fmla="*/ 13 w 13"/>
                <a:gd name="T54" fmla="*/ 19 h 1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3" h="19">
                  <a:moveTo>
                    <a:pt x="3" y="19"/>
                  </a:moveTo>
                  <a:lnTo>
                    <a:pt x="0" y="19"/>
                  </a:lnTo>
                  <a:lnTo>
                    <a:pt x="1" y="17"/>
                  </a:lnTo>
                  <a:lnTo>
                    <a:pt x="2" y="16"/>
                  </a:lnTo>
                  <a:lnTo>
                    <a:pt x="5" y="13"/>
                  </a:lnTo>
                  <a:lnTo>
                    <a:pt x="6" y="10"/>
                  </a:lnTo>
                  <a:lnTo>
                    <a:pt x="7" y="5"/>
                  </a:lnTo>
                  <a:lnTo>
                    <a:pt x="8" y="1"/>
                  </a:lnTo>
                  <a:lnTo>
                    <a:pt x="10" y="0"/>
                  </a:lnTo>
                  <a:lnTo>
                    <a:pt x="11" y="1"/>
                  </a:lnTo>
                  <a:lnTo>
                    <a:pt x="10" y="3"/>
                  </a:lnTo>
                  <a:lnTo>
                    <a:pt x="12" y="8"/>
                  </a:lnTo>
                  <a:lnTo>
                    <a:pt x="13" y="11"/>
                  </a:lnTo>
                  <a:lnTo>
                    <a:pt x="13" y="12"/>
                  </a:lnTo>
                  <a:lnTo>
                    <a:pt x="8" y="15"/>
                  </a:lnTo>
                  <a:lnTo>
                    <a:pt x="5" y="17"/>
                  </a:lnTo>
                  <a:lnTo>
                    <a:pt x="3" y="1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3" name="Freeform 72"/>
            <p:cNvSpPr>
              <a:spLocks/>
            </p:cNvSpPr>
            <p:nvPr/>
          </p:nvSpPr>
          <p:spPr bwMode="gray">
            <a:xfrm>
              <a:off x="5456238" y="4416426"/>
              <a:ext cx="25400" cy="31750"/>
            </a:xfrm>
            <a:custGeom>
              <a:avLst/>
              <a:gdLst>
                <a:gd name="T0" fmla="*/ 0 w 16"/>
                <a:gd name="T1" fmla="*/ 20 h 20"/>
                <a:gd name="T2" fmla="*/ 0 w 16"/>
                <a:gd name="T3" fmla="*/ 18 h 20"/>
                <a:gd name="T4" fmla="*/ 1 w 16"/>
                <a:gd name="T5" fmla="*/ 8 h 20"/>
                <a:gd name="T6" fmla="*/ 1 w 16"/>
                <a:gd name="T7" fmla="*/ 0 h 20"/>
                <a:gd name="T8" fmla="*/ 4 w 16"/>
                <a:gd name="T9" fmla="*/ 2 h 20"/>
                <a:gd name="T10" fmla="*/ 9 w 16"/>
                <a:gd name="T11" fmla="*/ 4 h 20"/>
                <a:gd name="T12" fmla="*/ 11 w 16"/>
                <a:gd name="T13" fmla="*/ 4 h 20"/>
                <a:gd name="T14" fmla="*/ 16 w 16"/>
                <a:gd name="T15" fmla="*/ 3 h 20"/>
                <a:gd name="T16" fmla="*/ 16 w 16"/>
                <a:gd name="T17" fmla="*/ 6 h 20"/>
                <a:gd name="T18" fmla="*/ 16 w 16"/>
                <a:gd name="T19" fmla="*/ 9 h 20"/>
                <a:gd name="T20" fmla="*/ 14 w 16"/>
                <a:gd name="T21" fmla="*/ 11 h 20"/>
                <a:gd name="T22" fmla="*/ 12 w 16"/>
                <a:gd name="T23" fmla="*/ 12 h 20"/>
                <a:gd name="T24" fmla="*/ 6 w 16"/>
                <a:gd name="T25" fmla="*/ 17 h 20"/>
                <a:gd name="T26" fmla="*/ 0 w 16"/>
                <a:gd name="T27" fmla="*/ 20 h 2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6"/>
                <a:gd name="T43" fmla="*/ 0 h 20"/>
                <a:gd name="T44" fmla="*/ 16 w 16"/>
                <a:gd name="T45" fmla="*/ 20 h 2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6" h="20">
                  <a:moveTo>
                    <a:pt x="0" y="20"/>
                  </a:moveTo>
                  <a:lnTo>
                    <a:pt x="0" y="18"/>
                  </a:lnTo>
                  <a:lnTo>
                    <a:pt x="1" y="8"/>
                  </a:lnTo>
                  <a:lnTo>
                    <a:pt x="1" y="0"/>
                  </a:lnTo>
                  <a:lnTo>
                    <a:pt x="4" y="2"/>
                  </a:lnTo>
                  <a:lnTo>
                    <a:pt x="9" y="4"/>
                  </a:lnTo>
                  <a:lnTo>
                    <a:pt x="11" y="4"/>
                  </a:lnTo>
                  <a:lnTo>
                    <a:pt x="16" y="3"/>
                  </a:lnTo>
                  <a:lnTo>
                    <a:pt x="16" y="6"/>
                  </a:lnTo>
                  <a:lnTo>
                    <a:pt x="16" y="9"/>
                  </a:lnTo>
                  <a:lnTo>
                    <a:pt x="14" y="11"/>
                  </a:lnTo>
                  <a:lnTo>
                    <a:pt x="12" y="12"/>
                  </a:lnTo>
                  <a:lnTo>
                    <a:pt x="6" y="17"/>
                  </a:lnTo>
                  <a:lnTo>
                    <a:pt x="0" y="2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4" name="Freeform 73"/>
            <p:cNvSpPr>
              <a:spLocks/>
            </p:cNvSpPr>
            <p:nvPr/>
          </p:nvSpPr>
          <p:spPr bwMode="gray">
            <a:xfrm>
              <a:off x="5514975" y="4395788"/>
              <a:ext cx="28575" cy="34925"/>
            </a:xfrm>
            <a:custGeom>
              <a:avLst/>
              <a:gdLst>
                <a:gd name="T0" fmla="*/ 16 w 18"/>
                <a:gd name="T1" fmla="*/ 22 h 22"/>
                <a:gd name="T2" fmla="*/ 12 w 18"/>
                <a:gd name="T3" fmla="*/ 21 h 22"/>
                <a:gd name="T4" fmla="*/ 11 w 18"/>
                <a:gd name="T5" fmla="*/ 19 h 22"/>
                <a:gd name="T6" fmla="*/ 10 w 18"/>
                <a:gd name="T7" fmla="*/ 17 h 22"/>
                <a:gd name="T8" fmla="*/ 9 w 18"/>
                <a:gd name="T9" fmla="*/ 17 h 22"/>
                <a:gd name="T10" fmla="*/ 10 w 18"/>
                <a:gd name="T11" fmla="*/ 14 h 22"/>
                <a:gd name="T12" fmla="*/ 9 w 18"/>
                <a:gd name="T13" fmla="*/ 11 h 22"/>
                <a:gd name="T14" fmla="*/ 5 w 18"/>
                <a:gd name="T15" fmla="*/ 9 h 22"/>
                <a:gd name="T16" fmla="*/ 1 w 18"/>
                <a:gd name="T17" fmla="*/ 5 h 22"/>
                <a:gd name="T18" fmla="*/ 0 w 18"/>
                <a:gd name="T19" fmla="*/ 2 h 22"/>
                <a:gd name="T20" fmla="*/ 3 w 18"/>
                <a:gd name="T21" fmla="*/ 1 h 22"/>
                <a:gd name="T22" fmla="*/ 10 w 18"/>
                <a:gd name="T23" fmla="*/ 0 h 22"/>
                <a:gd name="T24" fmla="*/ 13 w 18"/>
                <a:gd name="T25" fmla="*/ 1 h 22"/>
                <a:gd name="T26" fmla="*/ 15 w 18"/>
                <a:gd name="T27" fmla="*/ 4 h 22"/>
                <a:gd name="T28" fmla="*/ 15 w 18"/>
                <a:gd name="T29" fmla="*/ 10 h 22"/>
                <a:gd name="T30" fmla="*/ 16 w 18"/>
                <a:gd name="T31" fmla="*/ 16 h 22"/>
                <a:gd name="T32" fmla="*/ 18 w 18"/>
                <a:gd name="T33" fmla="*/ 21 h 22"/>
                <a:gd name="T34" fmla="*/ 17 w 18"/>
                <a:gd name="T35" fmla="*/ 22 h 22"/>
                <a:gd name="T36" fmla="*/ 16 w 18"/>
                <a:gd name="T37" fmla="*/ 22 h 2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
                <a:gd name="T58" fmla="*/ 0 h 22"/>
                <a:gd name="T59" fmla="*/ 18 w 18"/>
                <a:gd name="T60" fmla="*/ 22 h 2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 h="22">
                  <a:moveTo>
                    <a:pt x="16" y="22"/>
                  </a:moveTo>
                  <a:lnTo>
                    <a:pt x="12" y="21"/>
                  </a:lnTo>
                  <a:lnTo>
                    <a:pt x="11" y="19"/>
                  </a:lnTo>
                  <a:lnTo>
                    <a:pt x="10" y="17"/>
                  </a:lnTo>
                  <a:lnTo>
                    <a:pt x="9" y="17"/>
                  </a:lnTo>
                  <a:lnTo>
                    <a:pt x="10" y="14"/>
                  </a:lnTo>
                  <a:lnTo>
                    <a:pt x="9" y="11"/>
                  </a:lnTo>
                  <a:lnTo>
                    <a:pt x="5" y="9"/>
                  </a:lnTo>
                  <a:lnTo>
                    <a:pt x="1" y="5"/>
                  </a:lnTo>
                  <a:lnTo>
                    <a:pt x="0" y="2"/>
                  </a:lnTo>
                  <a:lnTo>
                    <a:pt x="3" y="1"/>
                  </a:lnTo>
                  <a:lnTo>
                    <a:pt x="10" y="0"/>
                  </a:lnTo>
                  <a:lnTo>
                    <a:pt x="13" y="1"/>
                  </a:lnTo>
                  <a:lnTo>
                    <a:pt x="15" y="4"/>
                  </a:lnTo>
                  <a:lnTo>
                    <a:pt x="15" y="10"/>
                  </a:lnTo>
                  <a:lnTo>
                    <a:pt x="16" y="16"/>
                  </a:lnTo>
                  <a:lnTo>
                    <a:pt x="18" y="21"/>
                  </a:lnTo>
                  <a:lnTo>
                    <a:pt x="17" y="22"/>
                  </a:lnTo>
                  <a:lnTo>
                    <a:pt x="16" y="2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5" name="Freeform 74"/>
            <p:cNvSpPr>
              <a:spLocks/>
            </p:cNvSpPr>
            <p:nvPr/>
          </p:nvSpPr>
          <p:spPr bwMode="gray">
            <a:xfrm>
              <a:off x="5416550" y="4373563"/>
              <a:ext cx="25400" cy="30163"/>
            </a:xfrm>
            <a:custGeom>
              <a:avLst/>
              <a:gdLst>
                <a:gd name="T0" fmla="*/ 12 w 16"/>
                <a:gd name="T1" fmla="*/ 19 h 19"/>
                <a:gd name="T2" fmla="*/ 9 w 16"/>
                <a:gd name="T3" fmla="*/ 17 h 19"/>
                <a:gd name="T4" fmla="*/ 7 w 16"/>
                <a:gd name="T5" fmla="*/ 14 h 19"/>
                <a:gd name="T6" fmla="*/ 6 w 16"/>
                <a:gd name="T7" fmla="*/ 12 h 19"/>
                <a:gd name="T8" fmla="*/ 4 w 16"/>
                <a:gd name="T9" fmla="*/ 4 h 19"/>
                <a:gd name="T10" fmla="*/ 0 w 16"/>
                <a:gd name="T11" fmla="*/ 0 h 19"/>
                <a:gd name="T12" fmla="*/ 5 w 16"/>
                <a:gd name="T13" fmla="*/ 0 h 19"/>
                <a:gd name="T14" fmla="*/ 11 w 16"/>
                <a:gd name="T15" fmla="*/ 0 h 19"/>
                <a:gd name="T16" fmla="*/ 13 w 16"/>
                <a:gd name="T17" fmla="*/ 1 h 19"/>
                <a:gd name="T18" fmla="*/ 15 w 16"/>
                <a:gd name="T19" fmla="*/ 4 h 19"/>
                <a:gd name="T20" fmla="*/ 16 w 16"/>
                <a:gd name="T21" fmla="*/ 11 h 19"/>
                <a:gd name="T22" fmla="*/ 15 w 16"/>
                <a:gd name="T23" fmla="*/ 14 h 19"/>
                <a:gd name="T24" fmla="*/ 13 w 16"/>
                <a:gd name="T25" fmla="*/ 16 h 19"/>
                <a:gd name="T26" fmla="*/ 12 w 16"/>
                <a:gd name="T27" fmla="*/ 19 h 1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6"/>
                <a:gd name="T43" fmla="*/ 0 h 19"/>
                <a:gd name="T44" fmla="*/ 16 w 16"/>
                <a:gd name="T45" fmla="*/ 19 h 1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6" h="19">
                  <a:moveTo>
                    <a:pt x="12" y="19"/>
                  </a:moveTo>
                  <a:lnTo>
                    <a:pt x="9" y="17"/>
                  </a:lnTo>
                  <a:lnTo>
                    <a:pt x="7" y="14"/>
                  </a:lnTo>
                  <a:lnTo>
                    <a:pt x="6" y="12"/>
                  </a:lnTo>
                  <a:lnTo>
                    <a:pt x="4" y="4"/>
                  </a:lnTo>
                  <a:lnTo>
                    <a:pt x="0" y="0"/>
                  </a:lnTo>
                  <a:lnTo>
                    <a:pt x="5" y="0"/>
                  </a:lnTo>
                  <a:lnTo>
                    <a:pt x="11" y="0"/>
                  </a:lnTo>
                  <a:lnTo>
                    <a:pt x="13" y="1"/>
                  </a:lnTo>
                  <a:lnTo>
                    <a:pt x="15" y="4"/>
                  </a:lnTo>
                  <a:lnTo>
                    <a:pt x="16" y="11"/>
                  </a:lnTo>
                  <a:lnTo>
                    <a:pt x="15" y="14"/>
                  </a:lnTo>
                  <a:lnTo>
                    <a:pt x="13" y="16"/>
                  </a:lnTo>
                  <a:lnTo>
                    <a:pt x="12" y="1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6" name="Freeform 75"/>
            <p:cNvSpPr>
              <a:spLocks noEditPoints="1"/>
            </p:cNvSpPr>
            <p:nvPr/>
          </p:nvSpPr>
          <p:spPr bwMode="gray">
            <a:xfrm>
              <a:off x="4794250" y="4570413"/>
              <a:ext cx="1133475" cy="396875"/>
            </a:xfrm>
            <a:custGeom>
              <a:avLst/>
              <a:gdLst>
                <a:gd name="T0" fmla="*/ 686 w 714"/>
                <a:gd name="T1" fmla="*/ 210 h 250"/>
                <a:gd name="T2" fmla="*/ 654 w 714"/>
                <a:gd name="T3" fmla="*/ 166 h 250"/>
                <a:gd name="T4" fmla="*/ 602 w 714"/>
                <a:gd name="T5" fmla="*/ 137 h 250"/>
                <a:gd name="T6" fmla="*/ 575 w 714"/>
                <a:gd name="T7" fmla="*/ 134 h 250"/>
                <a:gd name="T8" fmla="*/ 601 w 714"/>
                <a:gd name="T9" fmla="*/ 122 h 250"/>
                <a:gd name="T10" fmla="*/ 565 w 714"/>
                <a:gd name="T11" fmla="*/ 103 h 250"/>
                <a:gd name="T12" fmla="*/ 609 w 714"/>
                <a:gd name="T13" fmla="*/ 128 h 250"/>
                <a:gd name="T14" fmla="*/ 644 w 714"/>
                <a:gd name="T15" fmla="*/ 125 h 250"/>
                <a:gd name="T16" fmla="*/ 389 w 714"/>
                <a:gd name="T17" fmla="*/ 76 h 250"/>
                <a:gd name="T18" fmla="*/ 452 w 714"/>
                <a:gd name="T19" fmla="*/ 75 h 250"/>
                <a:gd name="T20" fmla="*/ 450 w 714"/>
                <a:gd name="T21" fmla="*/ 83 h 250"/>
                <a:gd name="T22" fmla="*/ 386 w 714"/>
                <a:gd name="T23" fmla="*/ 98 h 250"/>
                <a:gd name="T24" fmla="*/ 426 w 714"/>
                <a:gd name="T25" fmla="*/ 102 h 250"/>
                <a:gd name="T26" fmla="*/ 410 w 714"/>
                <a:gd name="T27" fmla="*/ 118 h 250"/>
                <a:gd name="T28" fmla="*/ 425 w 714"/>
                <a:gd name="T29" fmla="*/ 157 h 250"/>
                <a:gd name="T30" fmla="*/ 402 w 714"/>
                <a:gd name="T31" fmla="*/ 132 h 250"/>
                <a:gd name="T32" fmla="*/ 379 w 714"/>
                <a:gd name="T33" fmla="*/ 178 h 250"/>
                <a:gd name="T34" fmla="*/ 368 w 714"/>
                <a:gd name="T35" fmla="*/ 130 h 250"/>
                <a:gd name="T36" fmla="*/ 345 w 714"/>
                <a:gd name="T37" fmla="*/ 32 h 250"/>
                <a:gd name="T38" fmla="*/ 368 w 714"/>
                <a:gd name="T39" fmla="*/ 74 h 250"/>
                <a:gd name="T40" fmla="*/ 331 w 714"/>
                <a:gd name="T41" fmla="*/ 113 h 250"/>
                <a:gd name="T42" fmla="*/ 302 w 714"/>
                <a:gd name="T43" fmla="*/ 154 h 250"/>
                <a:gd name="T44" fmla="*/ 271 w 714"/>
                <a:gd name="T45" fmla="*/ 141 h 250"/>
                <a:gd name="T46" fmla="*/ 232 w 714"/>
                <a:gd name="T47" fmla="*/ 131 h 250"/>
                <a:gd name="T48" fmla="*/ 213 w 714"/>
                <a:gd name="T49" fmla="*/ 79 h 250"/>
                <a:gd name="T50" fmla="*/ 252 w 714"/>
                <a:gd name="T51" fmla="*/ 74 h 250"/>
                <a:gd name="T52" fmla="*/ 304 w 714"/>
                <a:gd name="T53" fmla="*/ 62 h 250"/>
                <a:gd name="T54" fmla="*/ 348 w 714"/>
                <a:gd name="T55" fmla="*/ 25 h 250"/>
                <a:gd name="T56" fmla="*/ 396 w 714"/>
                <a:gd name="T57" fmla="*/ 246 h 250"/>
                <a:gd name="T58" fmla="*/ 491 w 714"/>
                <a:gd name="T59" fmla="*/ 221 h 250"/>
                <a:gd name="T60" fmla="*/ 156 w 714"/>
                <a:gd name="T61" fmla="*/ 194 h 250"/>
                <a:gd name="T62" fmla="*/ 182 w 714"/>
                <a:gd name="T63" fmla="*/ 185 h 250"/>
                <a:gd name="T64" fmla="*/ 221 w 714"/>
                <a:gd name="T65" fmla="*/ 196 h 250"/>
                <a:gd name="T66" fmla="*/ 270 w 714"/>
                <a:gd name="T67" fmla="*/ 204 h 250"/>
                <a:gd name="T68" fmla="*/ 285 w 714"/>
                <a:gd name="T69" fmla="*/ 220 h 250"/>
                <a:gd name="T70" fmla="*/ 196 w 714"/>
                <a:gd name="T71" fmla="*/ 209 h 250"/>
                <a:gd name="T72" fmla="*/ 167 w 714"/>
                <a:gd name="T73" fmla="*/ 130 h 250"/>
                <a:gd name="T74" fmla="*/ 179 w 714"/>
                <a:gd name="T75" fmla="*/ 130 h 250"/>
                <a:gd name="T76" fmla="*/ 511 w 714"/>
                <a:gd name="T77" fmla="*/ 65 h 250"/>
                <a:gd name="T78" fmla="*/ 515 w 714"/>
                <a:gd name="T79" fmla="*/ 77 h 250"/>
                <a:gd name="T80" fmla="*/ 518 w 714"/>
                <a:gd name="T81" fmla="*/ 102 h 250"/>
                <a:gd name="T82" fmla="*/ 139 w 714"/>
                <a:gd name="T83" fmla="*/ 105 h 250"/>
                <a:gd name="T84" fmla="*/ 168 w 714"/>
                <a:gd name="T85" fmla="*/ 137 h 250"/>
                <a:gd name="T86" fmla="*/ 146 w 714"/>
                <a:gd name="T87" fmla="*/ 175 h 250"/>
                <a:gd name="T88" fmla="*/ 87 w 714"/>
                <a:gd name="T89" fmla="*/ 121 h 250"/>
                <a:gd name="T90" fmla="*/ 43 w 714"/>
                <a:gd name="T91" fmla="*/ 54 h 250"/>
                <a:gd name="T92" fmla="*/ 0 w 714"/>
                <a:gd name="T93" fmla="*/ 3 h 250"/>
                <a:gd name="T94" fmla="*/ 46 w 714"/>
                <a:gd name="T95" fmla="*/ 19 h 250"/>
                <a:gd name="T96" fmla="*/ 87 w 714"/>
                <a:gd name="T97" fmla="*/ 55 h 250"/>
                <a:gd name="T98" fmla="*/ 133 w 714"/>
                <a:gd name="T99" fmla="*/ 87 h 250"/>
                <a:gd name="T100" fmla="*/ 351 w 714"/>
                <a:gd name="T101" fmla="*/ 220 h 250"/>
                <a:gd name="T102" fmla="*/ 370 w 714"/>
                <a:gd name="T103" fmla="*/ 220 h 250"/>
                <a:gd name="T104" fmla="*/ 354 w 714"/>
                <a:gd name="T105" fmla="*/ 227 h 250"/>
                <a:gd name="T106" fmla="*/ 345 w 714"/>
                <a:gd name="T107" fmla="*/ 222 h 250"/>
                <a:gd name="T108" fmla="*/ 414 w 714"/>
                <a:gd name="T109" fmla="*/ 228 h 250"/>
                <a:gd name="T110" fmla="*/ 407 w 714"/>
                <a:gd name="T111" fmla="*/ 224 h 250"/>
                <a:gd name="T112" fmla="*/ 432 w 714"/>
                <a:gd name="T113" fmla="*/ 215 h 250"/>
                <a:gd name="T114" fmla="*/ 671 w 714"/>
                <a:gd name="T115" fmla="*/ 221 h 250"/>
                <a:gd name="T116" fmla="*/ 555 w 714"/>
                <a:gd name="T117" fmla="*/ 148 h 250"/>
                <a:gd name="T118" fmla="*/ 514 w 714"/>
                <a:gd name="T119" fmla="*/ 138 h 250"/>
                <a:gd name="T120" fmla="*/ 555 w 714"/>
                <a:gd name="T121" fmla="*/ 148 h 25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14"/>
                <a:gd name="T184" fmla="*/ 0 h 250"/>
                <a:gd name="T185" fmla="*/ 714 w 714"/>
                <a:gd name="T186" fmla="*/ 250 h 25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14" h="250">
                  <a:moveTo>
                    <a:pt x="713" y="131"/>
                  </a:moveTo>
                  <a:lnTo>
                    <a:pt x="714" y="187"/>
                  </a:lnTo>
                  <a:lnTo>
                    <a:pt x="711" y="193"/>
                  </a:lnTo>
                  <a:lnTo>
                    <a:pt x="714" y="203"/>
                  </a:lnTo>
                  <a:lnTo>
                    <a:pt x="714" y="208"/>
                  </a:lnTo>
                  <a:lnTo>
                    <a:pt x="714" y="233"/>
                  </a:lnTo>
                  <a:lnTo>
                    <a:pt x="710" y="229"/>
                  </a:lnTo>
                  <a:lnTo>
                    <a:pt x="704" y="223"/>
                  </a:lnTo>
                  <a:lnTo>
                    <a:pt x="699" y="216"/>
                  </a:lnTo>
                  <a:lnTo>
                    <a:pt x="696" y="216"/>
                  </a:lnTo>
                  <a:lnTo>
                    <a:pt x="691" y="217"/>
                  </a:lnTo>
                  <a:lnTo>
                    <a:pt x="685" y="218"/>
                  </a:lnTo>
                  <a:lnTo>
                    <a:pt x="682" y="218"/>
                  </a:lnTo>
                  <a:lnTo>
                    <a:pt x="683" y="215"/>
                  </a:lnTo>
                  <a:lnTo>
                    <a:pt x="686" y="210"/>
                  </a:lnTo>
                  <a:lnTo>
                    <a:pt x="686" y="208"/>
                  </a:lnTo>
                  <a:lnTo>
                    <a:pt x="682" y="205"/>
                  </a:lnTo>
                  <a:lnTo>
                    <a:pt x="678" y="199"/>
                  </a:lnTo>
                  <a:lnTo>
                    <a:pt x="678" y="197"/>
                  </a:lnTo>
                  <a:lnTo>
                    <a:pt x="681" y="198"/>
                  </a:lnTo>
                  <a:lnTo>
                    <a:pt x="683" y="198"/>
                  </a:lnTo>
                  <a:lnTo>
                    <a:pt x="684" y="197"/>
                  </a:lnTo>
                  <a:lnTo>
                    <a:pt x="681" y="194"/>
                  </a:lnTo>
                  <a:lnTo>
                    <a:pt x="676" y="191"/>
                  </a:lnTo>
                  <a:lnTo>
                    <a:pt x="675" y="189"/>
                  </a:lnTo>
                  <a:lnTo>
                    <a:pt x="673" y="184"/>
                  </a:lnTo>
                  <a:lnTo>
                    <a:pt x="665" y="172"/>
                  </a:lnTo>
                  <a:lnTo>
                    <a:pt x="662" y="169"/>
                  </a:lnTo>
                  <a:lnTo>
                    <a:pt x="659" y="167"/>
                  </a:lnTo>
                  <a:lnTo>
                    <a:pt x="654" y="166"/>
                  </a:lnTo>
                  <a:lnTo>
                    <a:pt x="640" y="162"/>
                  </a:lnTo>
                  <a:lnTo>
                    <a:pt x="631" y="159"/>
                  </a:lnTo>
                  <a:lnTo>
                    <a:pt x="627" y="159"/>
                  </a:lnTo>
                  <a:lnTo>
                    <a:pt x="622" y="157"/>
                  </a:lnTo>
                  <a:lnTo>
                    <a:pt x="618" y="154"/>
                  </a:lnTo>
                  <a:lnTo>
                    <a:pt x="618" y="152"/>
                  </a:lnTo>
                  <a:lnTo>
                    <a:pt x="617" y="150"/>
                  </a:lnTo>
                  <a:lnTo>
                    <a:pt x="616" y="150"/>
                  </a:lnTo>
                  <a:lnTo>
                    <a:pt x="612" y="151"/>
                  </a:lnTo>
                  <a:lnTo>
                    <a:pt x="609" y="150"/>
                  </a:lnTo>
                  <a:lnTo>
                    <a:pt x="606" y="149"/>
                  </a:lnTo>
                  <a:lnTo>
                    <a:pt x="603" y="146"/>
                  </a:lnTo>
                  <a:lnTo>
                    <a:pt x="602" y="142"/>
                  </a:lnTo>
                  <a:lnTo>
                    <a:pt x="603" y="138"/>
                  </a:lnTo>
                  <a:lnTo>
                    <a:pt x="602" y="137"/>
                  </a:lnTo>
                  <a:lnTo>
                    <a:pt x="600" y="138"/>
                  </a:lnTo>
                  <a:lnTo>
                    <a:pt x="599" y="141"/>
                  </a:lnTo>
                  <a:lnTo>
                    <a:pt x="598" y="145"/>
                  </a:lnTo>
                  <a:lnTo>
                    <a:pt x="596" y="149"/>
                  </a:lnTo>
                  <a:lnTo>
                    <a:pt x="594" y="151"/>
                  </a:lnTo>
                  <a:lnTo>
                    <a:pt x="589" y="154"/>
                  </a:lnTo>
                  <a:lnTo>
                    <a:pt x="588" y="153"/>
                  </a:lnTo>
                  <a:lnTo>
                    <a:pt x="585" y="148"/>
                  </a:lnTo>
                  <a:lnTo>
                    <a:pt x="585" y="147"/>
                  </a:lnTo>
                  <a:lnTo>
                    <a:pt x="588" y="145"/>
                  </a:lnTo>
                  <a:lnTo>
                    <a:pt x="587" y="142"/>
                  </a:lnTo>
                  <a:lnTo>
                    <a:pt x="586" y="140"/>
                  </a:lnTo>
                  <a:lnTo>
                    <a:pt x="582" y="137"/>
                  </a:lnTo>
                  <a:lnTo>
                    <a:pt x="577" y="135"/>
                  </a:lnTo>
                  <a:lnTo>
                    <a:pt x="575" y="134"/>
                  </a:lnTo>
                  <a:lnTo>
                    <a:pt x="574" y="133"/>
                  </a:lnTo>
                  <a:lnTo>
                    <a:pt x="575" y="131"/>
                  </a:lnTo>
                  <a:lnTo>
                    <a:pt x="578" y="131"/>
                  </a:lnTo>
                  <a:lnTo>
                    <a:pt x="580" y="132"/>
                  </a:lnTo>
                  <a:lnTo>
                    <a:pt x="585" y="133"/>
                  </a:lnTo>
                  <a:lnTo>
                    <a:pt x="588" y="131"/>
                  </a:lnTo>
                  <a:lnTo>
                    <a:pt x="592" y="128"/>
                  </a:lnTo>
                  <a:lnTo>
                    <a:pt x="593" y="128"/>
                  </a:lnTo>
                  <a:lnTo>
                    <a:pt x="595" y="130"/>
                  </a:lnTo>
                  <a:lnTo>
                    <a:pt x="602" y="130"/>
                  </a:lnTo>
                  <a:lnTo>
                    <a:pt x="603" y="129"/>
                  </a:lnTo>
                  <a:lnTo>
                    <a:pt x="604" y="125"/>
                  </a:lnTo>
                  <a:lnTo>
                    <a:pt x="603" y="122"/>
                  </a:lnTo>
                  <a:lnTo>
                    <a:pt x="601" y="122"/>
                  </a:lnTo>
                  <a:lnTo>
                    <a:pt x="599" y="124"/>
                  </a:lnTo>
                  <a:lnTo>
                    <a:pt x="595" y="124"/>
                  </a:lnTo>
                  <a:lnTo>
                    <a:pt x="590" y="124"/>
                  </a:lnTo>
                  <a:lnTo>
                    <a:pt x="585" y="124"/>
                  </a:lnTo>
                  <a:lnTo>
                    <a:pt x="578" y="124"/>
                  </a:lnTo>
                  <a:lnTo>
                    <a:pt x="575" y="122"/>
                  </a:lnTo>
                  <a:lnTo>
                    <a:pt x="574" y="120"/>
                  </a:lnTo>
                  <a:lnTo>
                    <a:pt x="573" y="116"/>
                  </a:lnTo>
                  <a:lnTo>
                    <a:pt x="571" y="113"/>
                  </a:lnTo>
                  <a:lnTo>
                    <a:pt x="569" y="112"/>
                  </a:lnTo>
                  <a:lnTo>
                    <a:pt x="560" y="111"/>
                  </a:lnTo>
                  <a:lnTo>
                    <a:pt x="562" y="109"/>
                  </a:lnTo>
                  <a:lnTo>
                    <a:pt x="562" y="107"/>
                  </a:lnTo>
                  <a:lnTo>
                    <a:pt x="562" y="103"/>
                  </a:lnTo>
                  <a:lnTo>
                    <a:pt x="565" y="103"/>
                  </a:lnTo>
                  <a:lnTo>
                    <a:pt x="572" y="100"/>
                  </a:lnTo>
                  <a:lnTo>
                    <a:pt x="575" y="98"/>
                  </a:lnTo>
                  <a:lnTo>
                    <a:pt x="578" y="95"/>
                  </a:lnTo>
                  <a:lnTo>
                    <a:pt x="581" y="96"/>
                  </a:lnTo>
                  <a:lnTo>
                    <a:pt x="584" y="96"/>
                  </a:lnTo>
                  <a:lnTo>
                    <a:pt x="594" y="101"/>
                  </a:lnTo>
                  <a:lnTo>
                    <a:pt x="598" y="102"/>
                  </a:lnTo>
                  <a:lnTo>
                    <a:pt x="604" y="103"/>
                  </a:lnTo>
                  <a:lnTo>
                    <a:pt x="607" y="108"/>
                  </a:lnTo>
                  <a:lnTo>
                    <a:pt x="608" y="111"/>
                  </a:lnTo>
                  <a:lnTo>
                    <a:pt x="606" y="116"/>
                  </a:lnTo>
                  <a:lnTo>
                    <a:pt x="605" y="118"/>
                  </a:lnTo>
                  <a:lnTo>
                    <a:pt x="607" y="121"/>
                  </a:lnTo>
                  <a:lnTo>
                    <a:pt x="608" y="125"/>
                  </a:lnTo>
                  <a:lnTo>
                    <a:pt x="609" y="128"/>
                  </a:lnTo>
                  <a:lnTo>
                    <a:pt x="610" y="132"/>
                  </a:lnTo>
                  <a:lnTo>
                    <a:pt x="611" y="133"/>
                  </a:lnTo>
                  <a:lnTo>
                    <a:pt x="613" y="134"/>
                  </a:lnTo>
                  <a:lnTo>
                    <a:pt x="615" y="130"/>
                  </a:lnTo>
                  <a:lnTo>
                    <a:pt x="615" y="131"/>
                  </a:lnTo>
                  <a:lnTo>
                    <a:pt x="618" y="139"/>
                  </a:lnTo>
                  <a:lnTo>
                    <a:pt x="619" y="140"/>
                  </a:lnTo>
                  <a:lnTo>
                    <a:pt x="620" y="141"/>
                  </a:lnTo>
                  <a:lnTo>
                    <a:pt x="623" y="142"/>
                  </a:lnTo>
                  <a:lnTo>
                    <a:pt x="625" y="143"/>
                  </a:lnTo>
                  <a:lnTo>
                    <a:pt x="629" y="141"/>
                  </a:lnTo>
                  <a:lnTo>
                    <a:pt x="633" y="138"/>
                  </a:lnTo>
                  <a:lnTo>
                    <a:pt x="641" y="125"/>
                  </a:lnTo>
                  <a:lnTo>
                    <a:pt x="644" y="125"/>
                  </a:lnTo>
                  <a:lnTo>
                    <a:pt x="651" y="123"/>
                  </a:lnTo>
                  <a:lnTo>
                    <a:pt x="654" y="122"/>
                  </a:lnTo>
                  <a:lnTo>
                    <a:pt x="654" y="118"/>
                  </a:lnTo>
                  <a:lnTo>
                    <a:pt x="656" y="117"/>
                  </a:lnTo>
                  <a:lnTo>
                    <a:pt x="663" y="113"/>
                  </a:lnTo>
                  <a:lnTo>
                    <a:pt x="666" y="112"/>
                  </a:lnTo>
                  <a:lnTo>
                    <a:pt x="678" y="118"/>
                  </a:lnTo>
                  <a:lnTo>
                    <a:pt x="693" y="124"/>
                  </a:lnTo>
                  <a:lnTo>
                    <a:pt x="704" y="128"/>
                  </a:lnTo>
                  <a:lnTo>
                    <a:pt x="713" y="131"/>
                  </a:lnTo>
                  <a:close/>
                  <a:moveTo>
                    <a:pt x="382" y="88"/>
                  </a:moveTo>
                  <a:lnTo>
                    <a:pt x="382" y="87"/>
                  </a:lnTo>
                  <a:lnTo>
                    <a:pt x="386" y="79"/>
                  </a:lnTo>
                  <a:lnTo>
                    <a:pt x="389" y="76"/>
                  </a:lnTo>
                  <a:lnTo>
                    <a:pt x="391" y="75"/>
                  </a:lnTo>
                  <a:lnTo>
                    <a:pt x="394" y="77"/>
                  </a:lnTo>
                  <a:lnTo>
                    <a:pt x="396" y="75"/>
                  </a:lnTo>
                  <a:lnTo>
                    <a:pt x="397" y="73"/>
                  </a:lnTo>
                  <a:lnTo>
                    <a:pt x="399" y="70"/>
                  </a:lnTo>
                  <a:lnTo>
                    <a:pt x="403" y="69"/>
                  </a:lnTo>
                  <a:lnTo>
                    <a:pt x="407" y="70"/>
                  </a:lnTo>
                  <a:lnTo>
                    <a:pt x="412" y="74"/>
                  </a:lnTo>
                  <a:lnTo>
                    <a:pt x="415" y="74"/>
                  </a:lnTo>
                  <a:lnTo>
                    <a:pt x="421" y="73"/>
                  </a:lnTo>
                  <a:lnTo>
                    <a:pt x="424" y="75"/>
                  </a:lnTo>
                  <a:lnTo>
                    <a:pt x="430" y="77"/>
                  </a:lnTo>
                  <a:lnTo>
                    <a:pt x="434" y="75"/>
                  </a:lnTo>
                  <a:lnTo>
                    <a:pt x="447" y="76"/>
                  </a:lnTo>
                  <a:lnTo>
                    <a:pt x="452" y="75"/>
                  </a:lnTo>
                  <a:lnTo>
                    <a:pt x="456" y="73"/>
                  </a:lnTo>
                  <a:lnTo>
                    <a:pt x="458" y="70"/>
                  </a:lnTo>
                  <a:lnTo>
                    <a:pt x="457" y="69"/>
                  </a:lnTo>
                  <a:lnTo>
                    <a:pt x="458" y="67"/>
                  </a:lnTo>
                  <a:lnTo>
                    <a:pt x="461" y="65"/>
                  </a:lnTo>
                  <a:lnTo>
                    <a:pt x="463" y="62"/>
                  </a:lnTo>
                  <a:lnTo>
                    <a:pt x="465" y="61"/>
                  </a:lnTo>
                  <a:lnTo>
                    <a:pt x="465" y="63"/>
                  </a:lnTo>
                  <a:lnTo>
                    <a:pt x="465" y="67"/>
                  </a:lnTo>
                  <a:lnTo>
                    <a:pt x="464" y="69"/>
                  </a:lnTo>
                  <a:lnTo>
                    <a:pt x="464" y="70"/>
                  </a:lnTo>
                  <a:lnTo>
                    <a:pt x="463" y="71"/>
                  </a:lnTo>
                  <a:lnTo>
                    <a:pt x="456" y="80"/>
                  </a:lnTo>
                  <a:lnTo>
                    <a:pt x="453" y="83"/>
                  </a:lnTo>
                  <a:lnTo>
                    <a:pt x="450" y="83"/>
                  </a:lnTo>
                  <a:lnTo>
                    <a:pt x="441" y="85"/>
                  </a:lnTo>
                  <a:lnTo>
                    <a:pt x="438" y="84"/>
                  </a:lnTo>
                  <a:lnTo>
                    <a:pt x="434" y="81"/>
                  </a:lnTo>
                  <a:lnTo>
                    <a:pt x="426" y="81"/>
                  </a:lnTo>
                  <a:lnTo>
                    <a:pt x="418" y="81"/>
                  </a:lnTo>
                  <a:lnTo>
                    <a:pt x="411" y="81"/>
                  </a:lnTo>
                  <a:lnTo>
                    <a:pt x="404" y="81"/>
                  </a:lnTo>
                  <a:lnTo>
                    <a:pt x="400" y="81"/>
                  </a:lnTo>
                  <a:lnTo>
                    <a:pt x="395" y="81"/>
                  </a:lnTo>
                  <a:lnTo>
                    <a:pt x="392" y="82"/>
                  </a:lnTo>
                  <a:lnTo>
                    <a:pt x="389" y="84"/>
                  </a:lnTo>
                  <a:lnTo>
                    <a:pt x="388" y="88"/>
                  </a:lnTo>
                  <a:lnTo>
                    <a:pt x="387" y="89"/>
                  </a:lnTo>
                  <a:lnTo>
                    <a:pt x="385" y="94"/>
                  </a:lnTo>
                  <a:lnTo>
                    <a:pt x="386" y="98"/>
                  </a:lnTo>
                  <a:lnTo>
                    <a:pt x="388" y="102"/>
                  </a:lnTo>
                  <a:lnTo>
                    <a:pt x="389" y="103"/>
                  </a:lnTo>
                  <a:lnTo>
                    <a:pt x="392" y="104"/>
                  </a:lnTo>
                  <a:lnTo>
                    <a:pt x="393" y="105"/>
                  </a:lnTo>
                  <a:lnTo>
                    <a:pt x="395" y="110"/>
                  </a:lnTo>
                  <a:lnTo>
                    <a:pt x="396" y="111"/>
                  </a:lnTo>
                  <a:lnTo>
                    <a:pt x="398" y="111"/>
                  </a:lnTo>
                  <a:lnTo>
                    <a:pt x="403" y="111"/>
                  </a:lnTo>
                  <a:lnTo>
                    <a:pt x="405" y="109"/>
                  </a:lnTo>
                  <a:lnTo>
                    <a:pt x="410" y="103"/>
                  </a:lnTo>
                  <a:lnTo>
                    <a:pt x="413" y="103"/>
                  </a:lnTo>
                  <a:lnTo>
                    <a:pt x="415" y="104"/>
                  </a:lnTo>
                  <a:lnTo>
                    <a:pt x="418" y="104"/>
                  </a:lnTo>
                  <a:lnTo>
                    <a:pt x="421" y="103"/>
                  </a:lnTo>
                  <a:lnTo>
                    <a:pt x="426" y="102"/>
                  </a:lnTo>
                  <a:lnTo>
                    <a:pt x="430" y="101"/>
                  </a:lnTo>
                  <a:lnTo>
                    <a:pt x="432" y="99"/>
                  </a:lnTo>
                  <a:lnTo>
                    <a:pt x="434" y="99"/>
                  </a:lnTo>
                  <a:lnTo>
                    <a:pt x="437" y="100"/>
                  </a:lnTo>
                  <a:lnTo>
                    <a:pt x="438" y="102"/>
                  </a:lnTo>
                  <a:lnTo>
                    <a:pt x="437" y="106"/>
                  </a:lnTo>
                  <a:lnTo>
                    <a:pt x="434" y="104"/>
                  </a:lnTo>
                  <a:lnTo>
                    <a:pt x="430" y="104"/>
                  </a:lnTo>
                  <a:lnTo>
                    <a:pt x="428" y="106"/>
                  </a:lnTo>
                  <a:lnTo>
                    <a:pt x="425" y="110"/>
                  </a:lnTo>
                  <a:lnTo>
                    <a:pt x="422" y="113"/>
                  </a:lnTo>
                  <a:lnTo>
                    <a:pt x="415" y="116"/>
                  </a:lnTo>
                  <a:lnTo>
                    <a:pt x="413" y="118"/>
                  </a:lnTo>
                  <a:lnTo>
                    <a:pt x="412" y="118"/>
                  </a:lnTo>
                  <a:lnTo>
                    <a:pt x="410" y="118"/>
                  </a:lnTo>
                  <a:lnTo>
                    <a:pt x="407" y="118"/>
                  </a:lnTo>
                  <a:lnTo>
                    <a:pt x="407" y="120"/>
                  </a:lnTo>
                  <a:lnTo>
                    <a:pt x="408" y="121"/>
                  </a:lnTo>
                  <a:lnTo>
                    <a:pt x="413" y="125"/>
                  </a:lnTo>
                  <a:lnTo>
                    <a:pt x="417" y="129"/>
                  </a:lnTo>
                  <a:lnTo>
                    <a:pt x="422" y="137"/>
                  </a:lnTo>
                  <a:lnTo>
                    <a:pt x="422" y="140"/>
                  </a:lnTo>
                  <a:lnTo>
                    <a:pt x="420" y="145"/>
                  </a:lnTo>
                  <a:lnTo>
                    <a:pt x="421" y="148"/>
                  </a:lnTo>
                  <a:lnTo>
                    <a:pt x="424" y="151"/>
                  </a:lnTo>
                  <a:lnTo>
                    <a:pt x="428" y="154"/>
                  </a:lnTo>
                  <a:lnTo>
                    <a:pt x="429" y="156"/>
                  </a:lnTo>
                  <a:lnTo>
                    <a:pt x="429" y="158"/>
                  </a:lnTo>
                  <a:lnTo>
                    <a:pt x="425" y="157"/>
                  </a:lnTo>
                  <a:lnTo>
                    <a:pt x="421" y="158"/>
                  </a:lnTo>
                  <a:lnTo>
                    <a:pt x="418" y="160"/>
                  </a:lnTo>
                  <a:lnTo>
                    <a:pt x="417" y="165"/>
                  </a:lnTo>
                  <a:lnTo>
                    <a:pt x="413" y="164"/>
                  </a:lnTo>
                  <a:lnTo>
                    <a:pt x="410" y="163"/>
                  </a:lnTo>
                  <a:lnTo>
                    <a:pt x="409" y="162"/>
                  </a:lnTo>
                  <a:lnTo>
                    <a:pt x="409" y="158"/>
                  </a:lnTo>
                  <a:lnTo>
                    <a:pt x="411" y="153"/>
                  </a:lnTo>
                  <a:lnTo>
                    <a:pt x="404" y="148"/>
                  </a:lnTo>
                  <a:lnTo>
                    <a:pt x="401" y="145"/>
                  </a:lnTo>
                  <a:lnTo>
                    <a:pt x="400" y="143"/>
                  </a:lnTo>
                  <a:lnTo>
                    <a:pt x="400" y="142"/>
                  </a:lnTo>
                  <a:lnTo>
                    <a:pt x="402" y="139"/>
                  </a:lnTo>
                  <a:lnTo>
                    <a:pt x="403" y="135"/>
                  </a:lnTo>
                  <a:lnTo>
                    <a:pt x="402" y="132"/>
                  </a:lnTo>
                  <a:lnTo>
                    <a:pt x="396" y="131"/>
                  </a:lnTo>
                  <a:lnTo>
                    <a:pt x="393" y="133"/>
                  </a:lnTo>
                  <a:lnTo>
                    <a:pt x="389" y="135"/>
                  </a:lnTo>
                  <a:lnTo>
                    <a:pt x="390" y="138"/>
                  </a:lnTo>
                  <a:lnTo>
                    <a:pt x="391" y="144"/>
                  </a:lnTo>
                  <a:lnTo>
                    <a:pt x="391" y="148"/>
                  </a:lnTo>
                  <a:lnTo>
                    <a:pt x="389" y="156"/>
                  </a:lnTo>
                  <a:lnTo>
                    <a:pt x="392" y="163"/>
                  </a:lnTo>
                  <a:lnTo>
                    <a:pt x="392" y="164"/>
                  </a:lnTo>
                  <a:lnTo>
                    <a:pt x="389" y="169"/>
                  </a:lnTo>
                  <a:lnTo>
                    <a:pt x="389" y="171"/>
                  </a:lnTo>
                  <a:lnTo>
                    <a:pt x="391" y="175"/>
                  </a:lnTo>
                  <a:lnTo>
                    <a:pt x="386" y="176"/>
                  </a:lnTo>
                  <a:lnTo>
                    <a:pt x="382" y="178"/>
                  </a:lnTo>
                  <a:lnTo>
                    <a:pt x="379" y="178"/>
                  </a:lnTo>
                  <a:lnTo>
                    <a:pt x="377" y="176"/>
                  </a:lnTo>
                  <a:lnTo>
                    <a:pt x="376" y="172"/>
                  </a:lnTo>
                  <a:lnTo>
                    <a:pt x="377" y="170"/>
                  </a:lnTo>
                  <a:lnTo>
                    <a:pt x="378" y="166"/>
                  </a:lnTo>
                  <a:lnTo>
                    <a:pt x="379" y="160"/>
                  </a:lnTo>
                  <a:lnTo>
                    <a:pt x="379" y="153"/>
                  </a:lnTo>
                  <a:lnTo>
                    <a:pt x="378" y="149"/>
                  </a:lnTo>
                  <a:lnTo>
                    <a:pt x="379" y="147"/>
                  </a:lnTo>
                  <a:lnTo>
                    <a:pt x="377" y="144"/>
                  </a:lnTo>
                  <a:lnTo>
                    <a:pt x="375" y="143"/>
                  </a:lnTo>
                  <a:lnTo>
                    <a:pt x="373" y="144"/>
                  </a:lnTo>
                  <a:lnTo>
                    <a:pt x="368" y="145"/>
                  </a:lnTo>
                  <a:lnTo>
                    <a:pt x="368" y="142"/>
                  </a:lnTo>
                  <a:lnTo>
                    <a:pt x="367" y="133"/>
                  </a:lnTo>
                  <a:lnTo>
                    <a:pt x="368" y="130"/>
                  </a:lnTo>
                  <a:lnTo>
                    <a:pt x="371" y="127"/>
                  </a:lnTo>
                  <a:lnTo>
                    <a:pt x="374" y="121"/>
                  </a:lnTo>
                  <a:lnTo>
                    <a:pt x="375" y="118"/>
                  </a:lnTo>
                  <a:lnTo>
                    <a:pt x="375" y="111"/>
                  </a:lnTo>
                  <a:lnTo>
                    <a:pt x="375" y="110"/>
                  </a:lnTo>
                  <a:lnTo>
                    <a:pt x="375" y="106"/>
                  </a:lnTo>
                  <a:lnTo>
                    <a:pt x="378" y="102"/>
                  </a:lnTo>
                  <a:lnTo>
                    <a:pt x="381" y="101"/>
                  </a:lnTo>
                  <a:lnTo>
                    <a:pt x="381" y="95"/>
                  </a:lnTo>
                  <a:lnTo>
                    <a:pt x="382" y="88"/>
                  </a:lnTo>
                  <a:close/>
                  <a:moveTo>
                    <a:pt x="349" y="25"/>
                  </a:moveTo>
                  <a:lnTo>
                    <a:pt x="349" y="26"/>
                  </a:lnTo>
                  <a:lnTo>
                    <a:pt x="351" y="30"/>
                  </a:lnTo>
                  <a:lnTo>
                    <a:pt x="349" y="31"/>
                  </a:lnTo>
                  <a:lnTo>
                    <a:pt x="345" y="32"/>
                  </a:lnTo>
                  <a:lnTo>
                    <a:pt x="342" y="32"/>
                  </a:lnTo>
                  <a:lnTo>
                    <a:pt x="343" y="34"/>
                  </a:lnTo>
                  <a:lnTo>
                    <a:pt x="343" y="36"/>
                  </a:lnTo>
                  <a:lnTo>
                    <a:pt x="343" y="38"/>
                  </a:lnTo>
                  <a:lnTo>
                    <a:pt x="344" y="39"/>
                  </a:lnTo>
                  <a:lnTo>
                    <a:pt x="346" y="40"/>
                  </a:lnTo>
                  <a:lnTo>
                    <a:pt x="349" y="46"/>
                  </a:lnTo>
                  <a:lnTo>
                    <a:pt x="353" y="51"/>
                  </a:lnTo>
                  <a:lnTo>
                    <a:pt x="354" y="53"/>
                  </a:lnTo>
                  <a:lnTo>
                    <a:pt x="351" y="58"/>
                  </a:lnTo>
                  <a:lnTo>
                    <a:pt x="352" y="59"/>
                  </a:lnTo>
                  <a:lnTo>
                    <a:pt x="355" y="62"/>
                  </a:lnTo>
                  <a:lnTo>
                    <a:pt x="360" y="66"/>
                  </a:lnTo>
                  <a:lnTo>
                    <a:pt x="364" y="69"/>
                  </a:lnTo>
                  <a:lnTo>
                    <a:pt x="368" y="74"/>
                  </a:lnTo>
                  <a:lnTo>
                    <a:pt x="365" y="75"/>
                  </a:lnTo>
                  <a:lnTo>
                    <a:pt x="359" y="75"/>
                  </a:lnTo>
                  <a:lnTo>
                    <a:pt x="354" y="74"/>
                  </a:lnTo>
                  <a:lnTo>
                    <a:pt x="351" y="74"/>
                  </a:lnTo>
                  <a:lnTo>
                    <a:pt x="349" y="78"/>
                  </a:lnTo>
                  <a:lnTo>
                    <a:pt x="346" y="84"/>
                  </a:lnTo>
                  <a:lnTo>
                    <a:pt x="345" y="88"/>
                  </a:lnTo>
                  <a:lnTo>
                    <a:pt x="345" y="89"/>
                  </a:lnTo>
                  <a:lnTo>
                    <a:pt x="346" y="94"/>
                  </a:lnTo>
                  <a:lnTo>
                    <a:pt x="347" y="97"/>
                  </a:lnTo>
                  <a:lnTo>
                    <a:pt x="346" y="103"/>
                  </a:lnTo>
                  <a:lnTo>
                    <a:pt x="344" y="103"/>
                  </a:lnTo>
                  <a:lnTo>
                    <a:pt x="341" y="102"/>
                  </a:lnTo>
                  <a:lnTo>
                    <a:pt x="334" y="109"/>
                  </a:lnTo>
                  <a:lnTo>
                    <a:pt x="331" y="113"/>
                  </a:lnTo>
                  <a:lnTo>
                    <a:pt x="326" y="118"/>
                  </a:lnTo>
                  <a:lnTo>
                    <a:pt x="328" y="120"/>
                  </a:lnTo>
                  <a:lnTo>
                    <a:pt x="329" y="123"/>
                  </a:lnTo>
                  <a:lnTo>
                    <a:pt x="330" y="125"/>
                  </a:lnTo>
                  <a:lnTo>
                    <a:pt x="326" y="125"/>
                  </a:lnTo>
                  <a:lnTo>
                    <a:pt x="328" y="130"/>
                  </a:lnTo>
                  <a:lnTo>
                    <a:pt x="328" y="131"/>
                  </a:lnTo>
                  <a:lnTo>
                    <a:pt x="328" y="133"/>
                  </a:lnTo>
                  <a:lnTo>
                    <a:pt x="324" y="137"/>
                  </a:lnTo>
                  <a:lnTo>
                    <a:pt x="323" y="140"/>
                  </a:lnTo>
                  <a:lnTo>
                    <a:pt x="322" y="143"/>
                  </a:lnTo>
                  <a:lnTo>
                    <a:pt x="318" y="147"/>
                  </a:lnTo>
                  <a:lnTo>
                    <a:pt x="309" y="151"/>
                  </a:lnTo>
                  <a:lnTo>
                    <a:pt x="305" y="153"/>
                  </a:lnTo>
                  <a:lnTo>
                    <a:pt x="302" y="154"/>
                  </a:lnTo>
                  <a:lnTo>
                    <a:pt x="301" y="152"/>
                  </a:lnTo>
                  <a:lnTo>
                    <a:pt x="301" y="149"/>
                  </a:lnTo>
                  <a:lnTo>
                    <a:pt x="299" y="144"/>
                  </a:lnTo>
                  <a:lnTo>
                    <a:pt x="297" y="141"/>
                  </a:lnTo>
                  <a:lnTo>
                    <a:pt x="295" y="139"/>
                  </a:lnTo>
                  <a:lnTo>
                    <a:pt x="293" y="140"/>
                  </a:lnTo>
                  <a:lnTo>
                    <a:pt x="290" y="144"/>
                  </a:lnTo>
                  <a:lnTo>
                    <a:pt x="287" y="144"/>
                  </a:lnTo>
                  <a:lnTo>
                    <a:pt x="285" y="140"/>
                  </a:lnTo>
                  <a:lnTo>
                    <a:pt x="283" y="139"/>
                  </a:lnTo>
                  <a:lnTo>
                    <a:pt x="280" y="138"/>
                  </a:lnTo>
                  <a:lnTo>
                    <a:pt x="277" y="135"/>
                  </a:lnTo>
                  <a:lnTo>
                    <a:pt x="275" y="134"/>
                  </a:lnTo>
                  <a:lnTo>
                    <a:pt x="272" y="139"/>
                  </a:lnTo>
                  <a:lnTo>
                    <a:pt x="271" y="141"/>
                  </a:lnTo>
                  <a:lnTo>
                    <a:pt x="268" y="141"/>
                  </a:lnTo>
                  <a:lnTo>
                    <a:pt x="266" y="140"/>
                  </a:lnTo>
                  <a:lnTo>
                    <a:pt x="263" y="141"/>
                  </a:lnTo>
                  <a:lnTo>
                    <a:pt x="261" y="144"/>
                  </a:lnTo>
                  <a:lnTo>
                    <a:pt x="258" y="144"/>
                  </a:lnTo>
                  <a:lnTo>
                    <a:pt x="258" y="140"/>
                  </a:lnTo>
                  <a:lnTo>
                    <a:pt x="258" y="138"/>
                  </a:lnTo>
                  <a:lnTo>
                    <a:pt x="256" y="131"/>
                  </a:lnTo>
                  <a:lnTo>
                    <a:pt x="253" y="134"/>
                  </a:lnTo>
                  <a:lnTo>
                    <a:pt x="243" y="137"/>
                  </a:lnTo>
                  <a:lnTo>
                    <a:pt x="241" y="134"/>
                  </a:lnTo>
                  <a:lnTo>
                    <a:pt x="237" y="134"/>
                  </a:lnTo>
                  <a:lnTo>
                    <a:pt x="235" y="135"/>
                  </a:lnTo>
                  <a:lnTo>
                    <a:pt x="233" y="135"/>
                  </a:lnTo>
                  <a:lnTo>
                    <a:pt x="232" y="131"/>
                  </a:lnTo>
                  <a:lnTo>
                    <a:pt x="232" y="126"/>
                  </a:lnTo>
                  <a:lnTo>
                    <a:pt x="230" y="116"/>
                  </a:lnTo>
                  <a:lnTo>
                    <a:pt x="230" y="113"/>
                  </a:lnTo>
                  <a:lnTo>
                    <a:pt x="228" y="108"/>
                  </a:lnTo>
                  <a:lnTo>
                    <a:pt x="225" y="105"/>
                  </a:lnTo>
                  <a:lnTo>
                    <a:pt x="219" y="102"/>
                  </a:lnTo>
                  <a:lnTo>
                    <a:pt x="218" y="101"/>
                  </a:lnTo>
                  <a:lnTo>
                    <a:pt x="222" y="98"/>
                  </a:lnTo>
                  <a:lnTo>
                    <a:pt x="219" y="96"/>
                  </a:lnTo>
                  <a:lnTo>
                    <a:pt x="217" y="93"/>
                  </a:lnTo>
                  <a:lnTo>
                    <a:pt x="218" y="88"/>
                  </a:lnTo>
                  <a:lnTo>
                    <a:pt x="215" y="84"/>
                  </a:lnTo>
                  <a:lnTo>
                    <a:pt x="213" y="82"/>
                  </a:lnTo>
                  <a:lnTo>
                    <a:pt x="213" y="79"/>
                  </a:lnTo>
                  <a:lnTo>
                    <a:pt x="213" y="74"/>
                  </a:lnTo>
                  <a:lnTo>
                    <a:pt x="214" y="70"/>
                  </a:lnTo>
                  <a:lnTo>
                    <a:pt x="215" y="68"/>
                  </a:lnTo>
                  <a:lnTo>
                    <a:pt x="218" y="63"/>
                  </a:lnTo>
                  <a:lnTo>
                    <a:pt x="220" y="58"/>
                  </a:lnTo>
                  <a:lnTo>
                    <a:pt x="222" y="58"/>
                  </a:lnTo>
                  <a:lnTo>
                    <a:pt x="223" y="59"/>
                  </a:lnTo>
                  <a:lnTo>
                    <a:pt x="225" y="64"/>
                  </a:lnTo>
                  <a:lnTo>
                    <a:pt x="227" y="66"/>
                  </a:lnTo>
                  <a:lnTo>
                    <a:pt x="235" y="73"/>
                  </a:lnTo>
                  <a:lnTo>
                    <a:pt x="237" y="74"/>
                  </a:lnTo>
                  <a:lnTo>
                    <a:pt x="239" y="76"/>
                  </a:lnTo>
                  <a:lnTo>
                    <a:pt x="246" y="73"/>
                  </a:lnTo>
                  <a:lnTo>
                    <a:pt x="248" y="73"/>
                  </a:lnTo>
                  <a:lnTo>
                    <a:pt x="252" y="74"/>
                  </a:lnTo>
                  <a:lnTo>
                    <a:pt x="255" y="75"/>
                  </a:lnTo>
                  <a:lnTo>
                    <a:pt x="258" y="74"/>
                  </a:lnTo>
                  <a:lnTo>
                    <a:pt x="262" y="72"/>
                  </a:lnTo>
                  <a:lnTo>
                    <a:pt x="265" y="68"/>
                  </a:lnTo>
                  <a:lnTo>
                    <a:pt x="268" y="65"/>
                  </a:lnTo>
                  <a:lnTo>
                    <a:pt x="272" y="64"/>
                  </a:lnTo>
                  <a:lnTo>
                    <a:pt x="275" y="65"/>
                  </a:lnTo>
                  <a:lnTo>
                    <a:pt x="279" y="67"/>
                  </a:lnTo>
                  <a:lnTo>
                    <a:pt x="282" y="69"/>
                  </a:lnTo>
                  <a:lnTo>
                    <a:pt x="286" y="70"/>
                  </a:lnTo>
                  <a:lnTo>
                    <a:pt x="288" y="70"/>
                  </a:lnTo>
                  <a:lnTo>
                    <a:pt x="292" y="67"/>
                  </a:lnTo>
                  <a:lnTo>
                    <a:pt x="295" y="66"/>
                  </a:lnTo>
                  <a:lnTo>
                    <a:pt x="301" y="64"/>
                  </a:lnTo>
                  <a:lnTo>
                    <a:pt x="304" y="62"/>
                  </a:lnTo>
                  <a:lnTo>
                    <a:pt x="310" y="50"/>
                  </a:lnTo>
                  <a:lnTo>
                    <a:pt x="310" y="44"/>
                  </a:lnTo>
                  <a:lnTo>
                    <a:pt x="311" y="42"/>
                  </a:lnTo>
                  <a:lnTo>
                    <a:pt x="316" y="41"/>
                  </a:lnTo>
                  <a:lnTo>
                    <a:pt x="317" y="38"/>
                  </a:lnTo>
                  <a:lnTo>
                    <a:pt x="317" y="31"/>
                  </a:lnTo>
                  <a:lnTo>
                    <a:pt x="317" y="27"/>
                  </a:lnTo>
                  <a:lnTo>
                    <a:pt x="320" y="22"/>
                  </a:lnTo>
                  <a:lnTo>
                    <a:pt x="322" y="21"/>
                  </a:lnTo>
                  <a:lnTo>
                    <a:pt x="325" y="21"/>
                  </a:lnTo>
                  <a:lnTo>
                    <a:pt x="330" y="22"/>
                  </a:lnTo>
                  <a:lnTo>
                    <a:pt x="335" y="22"/>
                  </a:lnTo>
                  <a:lnTo>
                    <a:pt x="339" y="22"/>
                  </a:lnTo>
                  <a:lnTo>
                    <a:pt x="343" y="22"/>
                  </a:lnTo>
                  <a:lnTo>
                    <a:pt x="348" y="25"/>
                  </a:lnTo>
                  <a:lnTo>
                    <a:pt x="349" y="25"/>
                  </a:lnTo>
                  <a:close/>
                  <a:moveTo>
                    <a:pt x="391" y="250"/>
                  </a:moveTo>
                  <a:lnTo>
                    <a:pt x="390" y="250"/>
                  </a:lnTo>
                  <a:lnTo>
                    <a:pt x="384" y="245"/>
                  </a:lnTo>
                  <a:lnTo>
                    <a:pt x="378" y="242"/>
                  </a:lnTo>
                  <a:lnTo>
                    <a:pt x="375" y="241"/>
                  </a:lnTo>
                  <a:lnTo>
                    <a:pt x="372" y="240"/>
                  </a:lnTo>
                  <a:lnTo>
                    <a:pt x="370" y="239"/>
                  </a:lnTo>
                  <a:lnTo>
                    <a:pt x="371" y="238"/>
                  </a:lnTo>
                  <a:lnTo>
                    <a:pt x="373" y="237"/>
                  </a:lnTo>
                  <a:lnTo>
                    <a:pt x="380" y="236"/>
                  </a:lnTo>
                  <a:lnTo>
                    <a:pt x="384" y="236"/>
                  </a:lnTo>
                  <a:lnTo>
                    <a:pt x="386" y="238"/>
                  </a:lnTo>
                  <a:lnTo>
                    <a:pt x="394" y="243"/>
                  </a:lnTo>
                  <a:lnTo>
                    <a:pt x="396" y="246"/>
                  </a:lnTo>
                  <a:lnTo>
                    <a:pt x="395" y="248"/>
                  </a:lnTo>
                  <a:lnTo>
                    <a:pt x="394" y="250"/>
                  </a:lnTo>
                  <a:lnTo>
                    <a:pt x="391" y="250"/>
                  </a:lnTo>
                  <a:close/>
                  <a:moveTo>
                    <a:pt x="442" y="250"/>
                  </a:moveTo>
                  <a:lnTo>
                    <a:pt x="443" y="246"/>
                  </a:lnTo>
                  <a:lnTo>
                    <a:pt x="444" y="242"/>
                  </a:lnTo>
                  <a:lnTo>
                    <a:pt x="444" y="240"/>
                  </a:lnTo>
                  <a:lnTo>
                    <a:pt x="449" y="237"/>
                  </a:lnTo>
                  <a:lnTo>
                    <a:pt x="459" y="232"/>
                  </a:lnTo>
                  <a:lnTo>
                    <a:pt x="464" y="229"/>
                  </a:lnTo>
                  <a:lnTo>
                    <a:pt x="466" y="224"/>
                  </a:lnTo>
                  <a:lnTo>
                    <a:pt x="470" y="224"/>
                  </a:lnTo>
                  <a:lnTo>
                    <a:pt x="481" y="223"/>
                  </a:lnTo>
                  <a:lnTo>
                    <a:pt x="487" y="221"/>
                  </a:lnTo>
                  <a:lnTo>
                    <a:pt x="491" y="221"/>
                  </a:lnTo>
                  <a:lnTo>
                    <a:pt x="497" y="220"/>
                  </a:lnTo>
                  <a:lnTo>
                    <a:pt x="498" y="221"/>
                  </a:lnTo>
                  <a:lnTo>
                    <a:pt x="498" y="222"/>
                  </a:lnTo>
                  <a:lnTo>
                    <a:pt x="497" y="224"/>
                  </a:lnTo>
                  <a:lnTo>
                    <a:pt x="494" y="225"/>
                  </a:lnTo>
                  <a:lnTo>
                    <a:pt x="483" y="229"/>
                  </a:lnTo>
                  <a:lnTo>
                    <a:pt x="474" y="233"/>
                  </a:lnTo>
                  <a:lnTo>
                    <a:pt x="468" y="235"/>
                  </a:lnTo>
                  <a:lnTo>
                    <a:pt x="464" y="237"/>
                  </a:lnTo>
                  <a:lnTo>
                    <a:pt x="457" y="244"/>
                  </a:lnTo>
                  <a:lnTo>
                    <a:pt x="452" y="247"/>
                  </a:lnTo>
                  <a:lnTo>
                    <a:pt x="449" y="248"/>
                  </a:lnTo>
                  <a:lnTo>
                    <a:pt x="445" y="250"/>
                  </a:lnTo>
                  <a:lnTo>
                    <a:pt x="442" y="250"/>
                  </a:lnTo>
                  <a:close/>
                  <a:moveTo>
                    <a:pt x="156" y="194"/>
                  </a:moveTo>
                  <a:lnTo>
                    <a:pt x="155" y="194"/>
                  </a:lnTo>
                  <a:lnTo>
                    <a:pt x="158" y="193"/>
                  </a:lnTo>
                  <a:lnTo>
                    <a:pt x="161" y="194"/>
                  </a:lnTo>
                  <a:lnTo>
                    <a:pt x="163" y="193"/>
                  </a:lnTo>
                  <a:lnTo>
                    <a:pt x="163" y="189"/>
                  </a:lnTo>
                  <a:lnTo>
                    <a:pt x="163" y="188"/>
                  </a:lnTo>
                  <a:lnTo>
                    <a:pt x="166" y="189"/>
                  </a:lnTo>
                  <a:lnTo>
                    <a:pt x="165" y="185"/>
                  </a:lnTo>
                  <a:lnTo>
                    <a:pt x="167" y="183"/>
                  </a:lnTo>
                  <a:lnTo>
                    <a:pt x="168" y="181"/>
                  </a:lnTo>
                  <a:lnTo>
                    <a:pt x="169" y="182"/>
                  </a:lnTo>
                  <a:lnTo>
                    <a:pt x="174" y="183"/>
                  </a:lnTo>
                  <a:lnTo>
                    <a:pt x="177" y="183"/>
                  </a:lnTo>
                  <a:lnTo>
                    <a:pt x="178" y="186"/>
                  </a:lnTo>
                  <a:lnTo>
                    <a:pt x="182" y="185"/>
                  </a:lnTo>
                  <a:lnTo>
                    <a:pt x="183" y="183"/>
                  </a:lnTo>
                  <a:lnTo>
                    <a:pt x="183" y="181"/>
                  </a:lnTo>
                  <a:lnTo>
                    <a:pt x="185" y="182"/>
                  </a:lnTo>
                  <a:lnTo>
                    <a:pt x="190" y="183"/>
                  </a:lnTo>
                  <a:lnTo>
                    <a:pt x="192" y="187"/>
                  </a:lnTo>
                  <a:lnTo>
                    <a:pt x="195" y="186"/>
                  </a:lnTo>
                  <a:lnTo>
                    <a:pt x="196" y="188"/>
                  </a:lnTo>
                  <a:lnTo>
                    <a:pt x="199" y="188"/>
                  </a:lnTo>
                  <a:lnTo>
                    <a:pt x="203" y="187"/>
                  </a:lnTo>
                  <a:lnTo>
                    <a:pt x="205" y="188"/>
                  </a:lnTo>
                  <a:lnTo>
                    <a:pt x="207" y="192"/>
                  </a:lnTo>
                  <a:lnTo>
                    <a:pt x="208" y="195"/>
                  </a:lnTo>
                  <a:lnTo>
                    <a:pt x="215" y="196"/>
                  </a:lnTo>
                  <a:lnTo>
                    <a:pt x="218" y="197"/>
                  </a:lnTo>
                  <a:lnTo>
                    <a:pt x="221" y="196"/>
                  </a:lnTo>
                  <a:lnTo>
                    <a:pt x="232" y="197"/>
                  </a:lnTo>
                  <a:lnTo>
                    <a:pt x="235" y="197"/>
                  </a:lnTo>
                  <a:lnTo>
                    <a:pt x="237" y="196"/>
                  </a:lnTo>
                  <a:lnTo>
                    <a:pt x="239" y="192"/>
                  </a:lnTo>
                  <a:lnTo>
                    <a:pt x="241" y="190"/>
                  </a:lnTo>
                  <a:lnTo>
                    <a:pt x="244" y="190"/>
                  </a:lnTo>
                  <a:lnTo>
                    <a:pt x="245" y="191"/>
                  </a:lnTo>
                  <a:lnTo>
                    <a:pt x="247" y="194"/>
                  </a:lnTo>
                  <a:lnTo>
                    <a:pt x="252" y="195"/>
                  </a:lnTo>
                  <a:lnTo>
                    <a:pt x="255" y="195"/>
                  </a:lnTo>
                  <a:lnTo>
                    <a:pt x="261" y="196"/>
                  </a:lnTo>
                  <a:lnTo>
                    <a:pt x="267" y="197"/>
                  </a:lnTo>
                  <a:lnTo>
                    <a:pt x="268" y="199"/>
                  </a:lnTo>
                  <a:lnTo>
                    <a:pt x="271" y="201"/>
                  </a:lnTo>
                  <a:lnTo>
                    <a:pt x="270" y="204"/>
                  </a:lnTo>
                  <a:lnTo>
                    <a:pt x="272" y="208"/>
                  </a:lnTo>
                  <a:lnTo>
                    <a:pt x="273" y="208"/>
                  </a:lnTo>
                  <a:lnTo>
                    <a:pt x="279" y="210"/>
                  </a:lnTo>
                  <a:lnTo>
                    <a:pt x="282" y="211"/>
                  </a:lnTo>
                  <a:lnTo>
                    <a:pt x="287" y="211"/>
                  </a:lnTo>
                  <a:lnTo>
                    <a:pt x="290" y="210"/>
                  </a:lnTo>
                  <a:lnTo>
                    <a:pt x="293" y="209"/>
                  </a:lnTo>
                  <a:lnTo>
                    <a:pt x="297" y="211"/>
                  </a:lnTo>
                  <a:lnTo>
                    <a:pt x="297" y="213"/>
                  </a:lnTo>
                  <a:lnTo>
                    <a:pt x="296" y="216"/>
                  </a:lnTo>
                  <a:lnTo>
                    <a:pt x="295" y="219"/>
                  </a:lnTo>
                  <a:lnTo>
                    <a:pt x="298" y="225"/>
                  </a:lnTo>
                  <a:lnTo>
                    <a:pt x="295" y="224"/>
                  </a:lnTo>
                  <a:lnTo>
                    <a:pt x="289" y="222"/>
                  </a:lnTo>
                  <a:lnTo>
                    <a:pt x="285" y="220"/>
                  </a:lnTo>
                  <a:lnTo>
                    <a:pt x="279" y="218"/>
                  </a:lnTo>
                  <a:lnTo>
                    <a:pt x="275" y="218"/>
                  </a:lnTo>
                  <a:lnTo>
                    <a:pt x="271" y="220"/>
                  </a:lnTo>
                  <a:lnTo>
                    <a:pt x="269" y="220"/>
                  </a:lnTo>
                  <a:lnTo>
                    <a:pt x="264" y="220"/>
                  </a:lnTo>
                  <a:lnTo>
                    <a:pt x="253" y="219"/>
                  </a:lnTo>
                  <a:lnTo>
                    <a:pt x="243" y="218"/>
                  </a:lnTo>
                  <a:lnTo>
                    <a:pt x="237" y="216"/>
                  </a:lnTo>
                  <a:lnTo>
                    <a:pt x="232" y="212"/>
                  </a:lnTo>
                  <a:lnTo>
                    <a:pt x="224" y="210"/>
                  </a:lnTo>
                  <a:lnTo>
                    <a:pt x="216" y="208"/>
                  </a:lnTo>
                  <a:lnTo>
                    <a:pt x="209" y="208"/>
                  </a:lnTo>
                  <a:lnTo>
                    <a:pt x="206" y="210"/>
                  </a:lnTo>
                  <a:lnTo>
                    <a:pt x="202" y="210"/>
                  </a:lnTo>
                  <a:lnTo>
                    <a:pt x="196" y="209"/>
                  </a:lnTo>
                  <a:lnTo>
                    <a:pt x="190" y="206"/>
                  </a:lnTo>
                  <a:lnTo>
                    <a:pt x="188" y="205"/>
                  </a:lnTo>
                  <a:lnTo>
                    <a:pt x="176" y="205"/>
                  </a:lnTo>
                  <a:lnTo>
                    <a:pt x="174" y="204"/>
                  </a:lnTo>
                  <a:lnTo>
                    <a:pt x="174" y="203"/>
                  </a:lnTo>
                  <a:lnTo>
                    <a:pt x="177" y="199"/>
                  </a:lnTo>
                  <a:lnTo>
                    <a:pt x="175" y="197"/>
                  </a:lnTo>
                  <a:lnTo>
                    <a:pt x="171" y="197"/>
                  </a:lnTo>
                  <a:lnTo>
                    <a:pt x="167" y="196"/>
                  </a:lnTo>
                  <a:lnTo>
                    <a:pt x="165" y="195"/>
                  </a:lnTo>
                  <a:lnTo>
                    <a:pt x="156" y="194"/>
                  </a:lnTo>
                  <a:close/>
                  <a:moveTo>
                    <a:pt x="177" y="137"/>
                  </a:moveTo>
                  <a:lnTo>
                    <a:pt x="171" y="134"/>
                  </a:lnTo>
                  <a:lnTo>
                    <a:pt x="169" y="133"/>
                  </a:lnTo>
                  <a:lnTo>
                    <a:pt x="167" y="130"/>
                  </a:lnTo>
                  <a:lnTo>
                    <a:pt x="167" y="127"/>
                  </a:lnTo>
                  <a:lnTo>
                    <a:pt x="166" y="124"/>
                  </a:lnTo>
                  <a:lnTo>
                    <a:pt x="162" y="122"/>
                  </a:lnTo>
                  <a:lnTo>
                    <a:pt x="160" y="121"/>
                  </a:lnTo>
                  <a:lnTo>
                    <a:pt x="157" y="121"/>
                  </a:lnTo>
                  <a:lnTo>
                    <a:pt x="156" y="120"/>
                  </a:lnTo>
                  <a:lnTo>
                    <a:pt x="158" y="116"/>
                  </a:lnTo>
                  <a:lnTo>
                    <a:pt x="160" y="114"/>
                  </a:lnTo>
                  <a:lnTo>
                    <a:pt x="163" y="118"/>
                  </a:lnTo>
                  <a:lnTo>
                    <a:pt x="164" y="115"/>
                  </a:lnTo>
                  <a:lnTo>
                    <a:pt x="166" y="113"/>
                  </a:lnTo>
                  <a:lnTo>
                    <a:pt x="167" y="116"/>
                  </a:lnTo>
                  <a:lnTo>
                    <a:pt x="169" y="122"/>
                  </a:lnTo>
                  <a:lnTo>
                    <a:pt x="174" y="127"/>
                  </a:lnTo>
                  <a:lnTo>
                    <a:pt x="179" y="130"/>
                  </a:lnTo>
                  <a:lnTo>
                    <a:pt x="177" y="131"/>
                  </a:lnTo>
                  <a:lnTo>
                    <a:pt x="176" y="133"/>
                  </a:lnTo>
                  <a:lnTo>
                    <a:pt x="177" y="137"/>
                  </a:lnTo>
                  <a:close/>
                  <a:moveTo>
                    <a:pt x="506" y="88"/>
                  </a:moveTo>
                  <a:lnTo>
                    <a:pt x="506" y="86"/>
                  </a:lnTo>
                  <a:lnTo>
                    <a:pt x="503" y="79"/>
                  </a:lnTo>
                  <a:lnTo>
                    <a:pt x="505" y="75"/>
                  </a:lnTo>
                  <a:lnTo>
                    <a:pt x="504" y="74"/>
                  </a:lnTo>
                  <a:lnTo>
                    <a:pt x="503" y="72"/>
                  </a:lnTo>
                  <a:lnTo>
                    <a:pt x="503" y="70"/>
                  </a:lnTo>
                  <a:lnTo>
                    <a:pt x="505" y="63"/>
                  </a:lnTo>
                  <a:lnTo>
                    <a:pt x="509" y="58"/>
                  </a:lnTo>
                  <a:lnTo>
                    <a:pt x="511" y="60"/>
                  </a:lnTo>
                  <a:lnTo>
                    <a:pt x="512" y="63"/>
                  </a:lnTo>
                  <a:lnTo>
                    <a:pt x="511" y="65"/>
                  </a:lnTo>
                  <a:lnTo>
                    <a:pt x="509" y="68"/>
                  </a:lnTo>
                  <a:lnTo>
                    <a:pt x="507" y="73"/>
                  </a:lnTo>
                  <a:lnTo>
                    <a:pt x="508" y="75"/>
                  </a:lnTo>
                  <a:lnTo>
                    <a:pt x="509" y="76"/>
                  </a:lnTo>
                  <a:lnTo>
                    <a:pt x="509" y="75"/>
                  </a:lnTo>
                  <a:lnTo>
                    <a:pt x="513" y="72"/>
                  </a:lnTo>
                  <a:lnTo>
                    <a:pt x="513" y="69"/>
                  </a:lnTo>
                  <a:lnTo>
                    <a:pt x="515" y="68"/>
                  </a:lnTo>
                  <a:lnTo>
                    <a:pt x="521" y="65"/>
                  </a:lnTo>
                  <a:lnTo>
                    <a:pt x="522" y="66"/>
                  </a:lnTo>
                  <a:lnTo>
                    <a:pt x="521" y="67"/>
                  </a:lnTo>
                  <a:lnTo>
                    <a:pt x="522" y="71"/>
                  </a:lnTo>
                  <a:lnTo>
                    <a:pt x="519" y="73"/>
                  </a:lnTo>
                  <a:lnTo>
                    <a:pt x="516" y="75"/>
                  </a:lnTo>
                  <a:lnTo>
                    <a:pt x="515" y="77"/>
                  </a:lnTo>
                  <a:lnTo>
                    <a:pt x="516" y="78"/>
                  </a:lnTo>
                  <a:lnTo>
                    <a:pt x="519" y="79"/>
                  </a:lnTo>
                  <a:lnTo>
                    <a:pt x="522" y="81"/>
                  </a:lnTo>
                  <a:lnTo>
                    <a:pt x="522" y="82"/>
                  </a:lnTo>
                  <a:lnTo>
                    <a:pt x="523" y="84"/>
                  </a:lnTo>
                  <a:lnTo>
                    <a:pt x="518" y="83"/>
                  </a:lnTo>
                  <a:lnTo>
                    <a:pt x="515" y="82"/>
                  </a:lnTo>
                  <a:lnTo>
                    <a:pt x="512" y="82"/>
                  </a:lnTo>
                  <a:lnTo>
                    <a:pt x="510" y="83"/>
                  </a:lnTo>
                  <a:lnTo>
                    <a:pt x="510" y="86"/>
                  </a:lnTo>
                  <a:lnTo>
                    <a:pt x="510" y="88"/>
                  </a:lnTo>
                  <a:lnTo>
                    <a:pt x="511" y="92"/>
                  </a:lnTo>
                  <a:lnTo>
                    <a:pt x="513" y="97"/>
                  </a:lnTo>
                  <a:lnTo>
                    <a:pt x="516" y="100"/>
                  </a:lnTo>
                  <a:lnTo>
                    <a:pt x="518" y="102"/>
                  </a:lnTo>
                  <a:lnTo>
                    <a:pt x="517" y="103"/>
                  </a:lnTo>
                  <a:lnTo>
                    <a:pt x="515" y="102"/>
                  </a:lnTo>
                  <a:lnTo>
                    <a:pt x="510" y="97"/>
                  </a:lnTo>
                  <a:lnTo>
                    <a:pt x="506" y="92"/>
                  </a:lnTo>
                  <a:lnTo>
                    <a:pt x="506" y="89"/>
                  </a:lnTo>
                  <a:lnTo>
                    <a:pt x="506" y="88"/>
                  </a:lnTo>
                  <a:close/>
                  <a:moveTo>
                    <a:pt x="133" y="88"/>
                  </a:moveTo>
                  <a:lnTo>
                    <a:pt x="132" y="89"/>
                  </a:lnTo>
                  <a:lnTo>
                    <a:pt x="130" y="92"/>
                  </a:lnTo>
                  <a:lnTo>
                    <a:pt x="128" y="95"/>
                  </a:lnTo>
                  <a:lnTo>
                    <a:pt x="126" y="98"/>
                  </a:lnTo>
                  <a:lnTo>
                    <a:pt x="127" y="100"/>
                  </a:lnTo>
                  <a:lnTo>
                    <a:pt x="128" y="101"/>
                  </a:lnTo>
                  <a:lnTo>
                    <a:pt x="133" y="104"/>
                  </a:lnTo>
                  <a:lnTo>
                    <a:pt x="139" y="105"/>
                  </a:lnTo>
                  <a:lnTo>
                    <a:pt x="141" y="106"/>
                  </a:lnTo>
                  <a:lnTo>
                    <a:pt x="142" y="108"/>
                  </a:lnTo>
                  <a:lnTo>
                    <a:pt x="143" y="114"/>
                  </a:lnTo>
                  <a:lnTo>
                    <a:pt x="143" y="117"/>
                  </a:lnTo>
                  <a:lnTo>
                    <a:pt x="145" y="120"/>
                  </a:lnTo>
                  <a:lnTo>
                    <a:pt x="146" y="120"/>
                  </a:lnTo>
                  <a:lnTo>
                    <a:pt x="150" y="121"/>
                  </a:lnTo>
                  <a:lnTo>
                    <a:pt x="147" y="128"/>
                  </a:lnTo>
                  <a:lnTo>
                    <a:pt x="148" y="129"/>
                  </a:lnTo>
                  <a:lnTo>
                    <a:pt x="153" y="126"/>
                  </a:lnTo>
                  <a:lnTo>
                    <a:pt x="159" y="128"/>
                  </a:lnTo>
                  <a:lnTo>
                    <a:pt x="160" y="128"/>
                  </a:lnTo>
                  <a:lnTo>
                    <a:pt x="162" y="130"/>
                  </a:lnTo>
                  <a:lnTo>
                    <a:pt x="163" y="133"/>
                  </a:lnTo>
                  <a:lnTo>
                    <a:pt x="168" y="137"/>
                  </a:lnTo>
                  <a:lnTo>
                    <a:pt x="164" y="151"/>
                  </a:lnTo>
                  <a:lnTo>
                    <a:pt x="164" y="154"/>
                  </a:lnTo>
                  <a:lnTo>
                    <a:pt x="165" y="161"/>
                  </a:lnTo>
                  <a:lnTo>
                    <a:pt x="165" y="164"/>
                  </a:lnTo>
                  <a:lnTo>
                    <a:pt x="165" y="169"/>
                  </a:lnTo>
                  <a:lnTo>
                    <a:pt x="165" y="171"/>
                  </a:lnTo>
                  <a:lnTo>
                    <a:pt x="164" y="179"/>
                  </a:lnTo>
                  <a:lnTo>
                    <a:pt x="163" y="180"/>
                  </a:lnTo>
                  <a:lnTo>
                    <a:pt x="161" y="178"/>
                  </a:lnTo>
                  <a:lnTo>
                    <a:pt x="158" y="175"/>
                  </a:lnTo>
                  <a:lnTo>
                    <a:pt x="156" y="174"/>
                  </a:lnTo>
                  <a:lnTo>
                    <a:pt x="154" y="177"/>
                  </a:lnTo>
                  <a:lnTo>
                    <a:pt x="154" y="179"/>
                  </a:lnTo>
                  <a:lnTo>
                    <a:pt x="146" y="175"/>
                  </a:lnTo>
                  <a:lnTo>
                    <a:pt x="145" y="176"/>
                  </a:lnTo>
                  <a:lnTo>
                    <a:pt x="147" y="180"/>
                  </a:lnTo>
                  <a:lnTo>
                    <a:pt x="146" y="182"/>
                  </a:lnTo>
                  <a:lnTo>
                    <a:pt x="145" y="181"/>
                  </a:lnTo>
                  <a:lnTo>
                    <a:pt x="135" y="171"/>
                  </a:lnTo>
                  <a:lnTo>
                    <a:pt x="130" y="165"/>
                  </a:lnTo>
                  <a:lnTo>
                    <a:pt x="123" y="159"/>
                  </a:lnTo>
                  <a:lnTo>
                    <a:pt x="114" y="152"/>
                  </a:lnTo>
                  <a:lnTo>
                    <a:pt x="111" y="149"/>
                  </a:lnTo>
                  <a:lnTo>
                    <a:pt x="109" y="146"/>
                  </a:lnTo>
                  <a:lnTo>
                    <a:pt x="108" y="144"/>
                  </a:lnTo>
                  <a:lnTo>
                    <a:pt x="101" y="139"/>
                  </a:lnTo>
                  <a:lnTo>
                    <a:pt x="96" y="134"/>
                  </a:lnTo>
                  <a:lnTo>
                    <a:pt x="88" y="124"/>
                  </a:lnTo>
                  <a:lnTo>
                    <a:pt x="87" y="121"/>
                  </a:lnTo>
                  <a:lnTo>
                    <a:pt x="87" y="119"/>
                  </a:lnTo>
                  <a:lnTo>
                    <a:pt x="85" y="113"/>
                  </a:lnTo>
                  <a:lnTo>
                    <a:pt x="79" y="103"/>
                  </a:lnTo>
                  <a:lnTo>
                    <a:pt x="74" y="95"/>
                  </a:lnTo>
                  <a:lnTo>
                    <a:pt x="70" y="89"/>
                  </a:lnTo>
                  <a:lnTo>
                    <a:pt x="68" y="88"/>
                  </a:lnTo>
                  <a:lnTo>
                    <a:pt x="66" y="86"/>
                  </a:lnTo>
                  <a:lnTo>
                    <a:pt x="61" y="84"/>
                  </a:lnTo>
                  <a:lnTo>
                    <a:pt x="59" y="78"/>
                  </a:lnTo>
                  <a:lnTo>
                    <a:pt x="55" y="66"/>
                  </a:lnTo>
                  <a:lnTo>
                    <a:pt x="55" y="64"/>
                  </a:lnTo>
                  <a:lnTo>
                    <a:pt x="54" y="62"/>
                  </a:lnTo>
                  <a:lnTo>
                    <a:pt x="53" y="60"/>
                  </a:lnTo>
                  <a:lnTo>
                    <a:pt x="49" y="57"/>
                  </a:lnTo>
                  <a:lnTo>
                    <a:pt x="43" y="54"/>
                  </a:lnTo>
                  <a:lnTo>
                    <a:pt x="40" y="53"/>
                  </a:lnTo>
                  <a:lnTo>
                    <a:pt x="38" y="52"/>
                  </a:lnTo>
                  <a:lnTo>
                    <a:pt x="37" y="50"/>
                  </a:lnTo>
                  <a:lnTo>
                    <a:pt x="36" y="44"/>
                  </a:lnTo>
                  <a:lnTo>
                    <a:pt x="35" y="42"/>
                  </a:lnTo>
                  <a:lnTo>
                    <a:pt x="32" y="38"/>
                  </a:lnTo>
                  <a:lnTo>
                    <a:pt x="26" y="32"/>
                  </a:lnTo>
                  <a:lnTo>
                    <a:pt x="24" y="29"/>
                  </a:lnTo>
                  <a:lnTo>
                    <a:pt x="19" y="30"/>
                  </a:lnTo>
                  <a:lnTo>
                    <a:pt x="14" y="26"/>
                  </a:lnTo>
                  <a:lnTo>
                    <a:pt x="10" y="21"/>
                  </a:lnTo>
                  <a:lnTo>
                    <a:pt x="6" y="16"/>
                  </a:lnTo>
                  <a:lnTo>
                    <a:pt x="2" y="10"/>
                  </a:lnTo>
                  <a:lnTo>
                    <a:pt x="0" y="5"/>
                  </a:lnTo>
                  <a:lnTo>
                    <a:pt x="0" y="3"/>
                  </a:lnTo>
                  <a:lnTo>
                    <a:pt x="0" y="1"/>
                  </a:lnTo>
                  <a:lnTo>
                    <a:pt x="1" y="0"/>
                  </a:lnTo>
                  <a:lnTo>
                    <a:pt x="4" y="0"/>
                  </a:lnTo>
                  <a:lnTo>
                    <a:pt x="7" y="1"/>
                  </a:lnTo>
                  <a:lnTo>
                    <a:pt x="9" y="2"/>
                  </a:lnTo>
                  <a:lnTo>
                    <a:pt x="13" y="6"/>
                  </a:lnTo>
                  <a:lnTo>
                    <a:pt x="15" y="7"/>
                  </a:lnTo>
                  <a:lnTo>
                    <a:pt x="22" y="8"/>
                  </a:lnTo>
                  <a:lnTo>
                    <a:pt x="24" y="8"/>
                  </a:lnTo>
                  <a:lnTo>
                    <a:pt x="28" y="7"/>
                  </a:lnTo>
                  <a:lnTo>
                    <a:pt x="31" y="6"/>
                  </a:lnTo>
                  <a:lnTo>
                    <a:pt x="34" y="6"/>
                  </a:lnTo>
                  <a:lnTo>
                    <a:pt x="37" y="9"/>
                  </a:lnTo>
                  <a:lnTo>
                    <a:pt x="43" y="17"/>
                  </a:lnTo>
                  <a:lnTo>
                    <a:pt x="46" y="19"/>
                  </a:lnTo>
                  <a:lnTo>
                    <a:pt x="47" y="20"/>
                  </a:lnTo>
                  <a:lnTo>
                    <a:pt x="46" y="24"/>
                  </a:lnTo>
                  <a:lnTo>
                    <a:pt x="54" y="30"/>
                  </a:lnTo>
                  <a:lnTo>
                    <a:pt x="59" y="34"/>
                  </a:lnTo>
                  <a:lnTo>
                    <a:pt x="67" y="39"/>
                  </a:lnTo>
                  <a:lnTo>
                    <a:pt x="72" y="41"/>
                  </a:lnTo>
                  <a:lnTo>
                    <a:pt x="73" y="42"/>
                  </a:lnTo>
                  <a:lnTo>
                    <a:pt x="73" y="46"/>
                  </a:lnTo>
                  <a:lnTo>
                    <a:pt x="73" y="47"/>
                  </a:lnTo>
                  <a:lnTo>
                    <a:pt x="77" y="47"/>
                  </a:lnTo>
                  <a:lnTo>
                    <a:pt x="82" y="54"/>
                  </a:lnTo>
                  <a:lnTo>
                    <a:pt x="86" y="58"/>
                  </a:lnTo>
                  <a:lnTo>
                    <a:pt x="88" y="58"/>
                  </a:lnTo>
                  <a:lnTo>
                    <a:pt x="88" y="57"/>
                  </a:lnTo>
                  <a:lnTo>
                    <a:pt x="87" y="55"/>
                  </a:lnTo>
                  <a:lnTo>
                    <a:pt x="88" y="53"/>
                  </a:lnTo>
                  <a:lnTo>
                    <a:pt x="91" y="55"/>
                  </a:lnTo>
                  <a:lnTo>
                    <a:pt x="95" y="60"/>
                  </a:lnTo>
                  <a:lnTo>
                    <a:pt x="98" y="63"/>
                  </a:lnTo>
                  <a:lnTo>
                    <a:pt x="101" y="63"/>
                  </a:lnTo>
                  <a:lnTo>
                    <a:pt x="104" y="65"/>
                  </a:lnTo>
                  <a:lnTo>
                    <a:pt x="106" y="67"/>
                  </a:lnTo>
                  <a:lnTo>
                    <a:pt x="108" y="73"/>
                  </a:lnTo>
                  <a:lnTo>
                    <a:pt x="111" y="75"/>
                  </a:lnTo>
                  <a:lnTo>
                    <a:pt x="114" y="77"/>
                  </a:lnTo>
                  <a:lnTo>
                    <a:pt x="117" y="78"/>
                  </a:lnTo>
                  <a:lnTo>
                    <a:pt x="123" y="79"/>
                  </a:lnTo>
                  <a:lnTo>
                    <a:pt x="126" y="80"/>
                  </a:lnTo>
                  <a:lnTo>
                    <a:pt x="129" y="83"/>
                  </a:lnTo>
                  <a:lnTo>
                    <a:pt x="133" y="87"/>
                  </a:lnTo>
                  <a:lnTo>
                    <a:pt x="133" y="88"/>
                  </a:lnTo>
                  <a:close/>
                  <a:moveTo>
                    <a:pt x="310" y="225"/>
                  </a:moveTo>
                  <a:lnTo>
                    <a:pt x="308" y="223"/>
                  </a:lnTo>
                  <a:lnTo>
                    <a:pt x="301" y="220"/>
                  </a:lnTo>
                  <a:lnTo>
                    <a:pt x="300" y="218"/>
                  </a:lnTo>
                  <a:lnTo>
                    <a:pt x="304" y="218"/>
                  </a:lnTo>
                  <a:lnTo>
                    <a:pt x="307" y="216"/>
                  </a:lnTo>
                  <a:lnTo>
                    <a:pt x="311" y="216"/>
                  </a:lnTo>
                  <a:lnTo>
                    <a:pt x="317" y="220"/>
                  </a:lnTo>
                  <a:lnTo>
                    <a:pt x="314" y="221"/>
                  </a:lnTo>
                  <a:lnTo>
                    <a:pt x="313" y="222"/>
                  </a:lnTo>
                  <a:lnTo>
                    <a:pt x="310" y="225"/>
                  </a:lnTo>
                  <a:close/>
                  <a:moveTo>
                    <a:pt x="355" y="221"/>
                  </a:moveTo>
                  <a:lnTo>
                    <a:pt x="353" y="220"/>
                  </a:lnTo>
                  <a:lnTo>
                    <a:pt x="351" y="220"/>
                  </a:lnTo>
                  <a:lnTo>
                    <a:pt x="351" y="218"/>
                  </a:lnTo>
                  <a:lnTo>
                    <a:pt x="351" y="217"/>
                  </a:lnTo>
                  <a:lnTo>
                    <a:pt x="353" y="215"/>
                  </a:lnTo>
                  <a:lnTo>
                    <a:pt x="355" y="215"/>
                  </a:lnTo>
                  <a:lnTo>
                    <a:pt x="357" y="216"/>
                  </a:lnTo>
                  <a:lnTo>
                    <a:pt x="357" y="217"/>
                  </a:lnTo>
                  <a:lnTo>
                    <a:pt x="358" y="218"/>
                  </a:lnTo>
                  <a:lnTo>
                    <a:pt x="360" y="217"/>
                  </a:lnTo>
                  <a:lnTo>
                    <a:pt x="362" y="218"/>
                  </a:lnTo>
                  <a:lnTo>
                    <a:pt x="363" y="219"/>
                  </a:lnTo>
                  <a:lnTo>
                    <a:pt x="363" y="222"/>
                  </a:lnTo>
                  <a:lnTo>
                    <a:pt x="364" y="221"/>
                  </a:lnTo>
                  <a:lnTo>
                    <a:pt x="366" y="219"/>
                  </a:lnTo>
                  <a:lnTo>
                    <a:pt x="368" y="219"/>
                  </a:lnTo>
                  <a:lnTo>
                    <a:pt x="370" y="220"/>
                  </a:lnTo>
                  <a:lnTo>
                    <a:pt x="370" y="223"/>
                  </a:lnTo>
                  <a:lnTo>
                    <a:pt x="371" y="223"/>
                  </a:lnTo>
                  <a:lnTo>
                    <a:pt x="371" y="224"/>
                  </a:lnTo>
                  <a:lnTo>
                    <a:pt x="371" y="226"/>
                  </a:lnTo>
                  <a:lnTo>
                    <a:pt x="369" y="225"/>
                  </a:lnTo>
                  <a:lnTo>
                    <a:pt x="367" y="224"/>
                  </a:lnTo>
                  <a:lnTo>
                    <a:pt x="366" y="225"/>
                  </a:lnTo>
                  <a:lnTo>
                    <a:pt x="366" y="226"/>
                  </a:lnTo>
                  <a:lnTo>
                    <a:pt x="360" y="227"/>
                  </a:lnTo>
                  <a:lnTo>
                    <a:pt x="359" y="226"/>
                  </a:lnTo>
                  <a:lnTo>
                    <a:pt x="360" y="224"/>
                  </a:lnTo>
                  <a:lnTo>
                    <a:pt x="359" y="224"/>
                  </a:lnTo>
                  <a:lnTo>
                    <a:pt x="357" y="226"/>
                  </a:lnTo>
                  <a:lnTo>
                    <a:pt x="356" y="228"/>
                  </a:lnTo>
                  <a:lnTo>
                    <a:pt x="354" y="227"/>
                  </a:lnTo>
                  <a:lnTo>
                    <a:pt x="349" y="229"/>
                  </a:lnTo>
                  <a:lnTo>
                    <a:pt x="344" y="231"/>
                  </a:lnTo>
                  <a:lnTo>
                    <a:pt x="342" y="230"/>
                  </a:lnTo>
                  <a:lnTo>
                    <a:pt x="340" y="231"/>
                  </a:lnTo>
                  <a:lnTo>
                    <a:pt x="337" y="231"/>
                  </a:lnTo>
                  <a:lnTo>
                    <a:pt x="337" y="230"/>
                  </a:lnTo>
                  <a:lnTo>
                    <a:pt x="335" y="229"/>
                  </a:lnTo>
                  <a:lnTo>
                    <a:pt x="335" y="227"/>
                  </a:lnTo>
                  <a:lnTo>
                    <a:pt x="336" y="225"/>
                  </a:lnTo>
                  <a:lnTo>
                    <a:pt x="335" y="224"/>
                  </a:lnTo>
                  <a:lnTo>
                    <a:pt x="336" y="223"/>
                  </a:lnTo>
                  <a:lnTo>
                    <a:pt x="338" y="222"/>
                  </a:lnTo>
                  <a:lnTo>
                    <a:pt x="340" y="221"/>
                  </a:lnTo>
                  <a:lnTo>
                    <a:pt x="341" y="221"/>
                  </a:lnTo>
                  <a:lnTo>
                    <a:pt x="345" y="222"/>
                  </a:lnTo>
                  <a:lnTo>
                    <a:pt x="348" y="222"/>
                  </a:lnTo>
                  <a:lnTo>
                    <a:pt x="349" y="224"/>
                  </a:lnTo>
                  <a:lnTo>
                    <a:pt x="351" y="225"/>
                  </a:lnTo>
                  <a:lnTo>
                    <a:pt x="353" y="225"/>
                  </a:lnTo>
                  <a:lnTo>
                    <a:pt x="355" y="224"/>
                  </a:lnTo>
                  <a:lnTo>
                    <a:pt x="357" y="224"/>
                  </a:lnTo>
                  <a:lnTo>
                    <a:pt x="357" y="222"/>
                  </a:lnTo>
                  <a:lnTo>
                    <a:pt x="355" y="221"/>
                  </a:lnTo>
                  <a:close/>
                  <a:moveTo>
                    <a:pt x="433" y="219"/>
                  </a:moveTo>
                  <a:lnTo>
                    <a:pt x="429" y="220"/>
                  </a:lnTo>
                  <a:lnTo>
                    <a:pt x="430" y="222"/>
                  </a:lnTo>
                  <a:lnTo>
                    <a:pt x="423" y="224"/>
                  </a:lnTo>
                  <a:lnTo>
                    <a:pt x="419" y="226"/>
                  </a:lnTo>
                  <a:lnTo>
                    <a:pt x="417" y="226"/>
                  </a:lnTo>
                  <a:lnTo>
                    <a:pt x="414" y="228"/>
                  </a:lnTo>
                  <a:lnTo>
                    <a:pt x="410" y="228"/>
                  </a:lnTo>
                  <a:lnTo>
                    <a:pt x="407" y="227"/>
                  </a:lnTo>
                  <a:lnTo>
                    <a:pt x="404" y="229"/>
                  </a:lnTo>
                  <a:lnTo>
                    <a:pt x="403" y="229"/>
                  </a:lnTo>
                  <a:lnTo>
                    <a:pt x="400" y="229"/>
                  </a:lnTo>
                  <a:lnTo>
                    <a:pt x="396" y="227"/>
                  </a:lnTo>
                  <a:lnTo>
                    <a:pt x="388" y="227"/>
                  </a:lnTo>
                  <a:lnTo>
                    <a:pt x="386" y="227"/>
                  </a:lnTo>
                  <a:lnTo>
                    <a:pt x="385" y="223"/>
                  </a:lnTo>
                  <a:lnTo>
                    <a:pt x="385" y="222"/>
                  </a:lnTo>
                  <a:lnTo>
                    <a:pt x="388" y="220"/>
                  </a:lnTo>
                  <a:lnTo>
                    <a:pt x="392" y="219"/>
                  </a:lnTo>
                  <a:lnTo>
                    <a:pt x="396" y="219"/>
                  </a:lnTo>
                  <a:lnTo>
                    <a:pt x="404" y="222"/>
                  </a:lnTo>
                  <a:lnTo>
                    <a:pt x="407" y="224"/>
                  </a:lnTo>
                  <a:lnTo>
                    <a:pt x="409" y="224"/>
                  </a:lnTo>
                  <a:lnTo>
                    <a:pt x="412" y="222"/>
                  </a:lnTo>
                  <a:lnTo>
                    <a:pt x="415" y="222"/>
                  </a:lnTo>
                  <a:lnTo>
                    <a:pt x="418" y="221"/>
                  </a:lnTo>
                  <a:lnTo>
                    <a:pt x="421" y="223"/>
                  </a:lnTo>
                  <a:lnTo>
                    <a:pt x="424" y="222"/>
                  </a:lnTo>
                  <a:lnTo>
                    <a:pt x="424" y="220"/>
                  </a:lnTo>
                  <a:lnTo>
                    <a:pt x="427" y="219"/>
                  </a:lnTo>
                  <a:lnTo>
                    <a:pt x="430" y="217"/>
                  </a:lnTo>
                  <a:lnTo>
                    <a:pt x="430" y="216"/>
                  </a:lnTo>
                  <a:lnTo>
                    <a:pt x="430" y="215"/>
                  </a:lnTo>
                  <a:lnTo>
                    <a:pt x="428" y="215"/>
                  </a:lnTo>
                  <a:lnTo>
                    <a:pt x="429" y="214"/>
                  </a:lnTo>
                  <a:lnTo>
                    <a:pt x="430" y="214"/>
                  </a:lnTo>
                  <a:lnTo>
                    <a:pt x="432" y="215"/>
                  </a:lnTo>
                  <a:lnTo>
                    <a:pt x="433" y="216"/>
                  </a:lnTo>
                  <a:lnTo>
                    <a:pt x="433" y="219"/>
                  </a:lnTo>
                  <a:close/>
                  <a:moveTo>
                    <a:pt x="671" y="221"/>
                  </a:moveTo>
                  <a:lnTo>
                    <a:pt x="663" y="220"/>
                  </a:lnTo>
                  <a:lnTo>
                    <a:pt x="667" y="212"/>
                  </a:lnTo>
                  <a:lnTo>
                    <a:pt x="671" y="208"/>
                  </a:lnTo>
                  <a:lnTo>
                    <a:pt x="674" y="206"/>
                  </a:lnTo>
                  <a:lnTo>
                    <a:pt x="677" y="205"/>
                  </a:lnTo>
                  <a:lnTo>
                    <a:pt x="681" y="208"/>
                  </a:lnTo>
                  <a:lnTo>
                    <a:pt x="682" y="209"/>
                  </a:lnTo>
                  <a:lnTo>
                    <a:pt x="681" y="210"/>
                  </a:lnTo>
                  <a:lnTo>
                    <a:pt x="679" y="215"/>
                  </a:lnTo>
                  <a:lnTo>
                    <a:pt x="677" y="216"/>
                  </a:lnTo>
                  <a:lnTo>
                    <a:pt x="673" y="221"/>
                  </a:lnTo>
                  <a:lnTo>
                    <a:pt x="671" y="221"/>
                  </a:lnTo>
                  <a:close/>
                  <a:moveTo>
                    <a:pt x="491" y="148"/>
                  </a:moveTo>
                  <a:lnTo>
                    <a:pt x="488" y="148"/>
                  </a:lnTo>
                  <a:lnTo>
                    <a:pt x="483" y="144"/>
                  </a:lnTo>
                  <a:lnTo>
                    <a:pt x="481" y="141"/>
                  </a:lnTo>
                  <a:lnTo>
                    <a:pt x="482" y="139"/>
                  </a:lnTo>
                  <a:lnTo>
                    <a:pt x="487" y="138"/>
                  </a:lnTo>
                  <a:lnTo>
                    <a:pt x="492" y="138"/>
                  </a:lnTo>
                  <a:lnTo>
                    <a:pt x="494" y="139"/>
                  </a:lnTo>
                  <a:lnTo>
                    <a:pt x="495" y="141"/>
                  </a:lnTo>
                  <a:lnTo>
                    <a:pt x="498" y="142"/>
                  </a:lnTo>
                  <a:lnTo>
                    <a:pt x="499" y="144"/>
                  </a:lnTo>
                  <a:lnTo>
                    <a:pt x="498" y="146"/>
                  </a:lnTo>
                  <a:lnTo>
                    <a:pt x="497" y="146"/>
                  </a:lnTo>
                  <a:lnTo>
                    <a:pt x="491" y="148"/>
                  </a:lnTo>
                  <a:close/>
                  <a:moveTo>
                    <a:pt x="555" y="148"/>
                  </a:moveTo>
                  <a:lnTo>
                    <a:pt x="553" y="148"/>
                  </a:lnTo>
                  <a:lnTo>
                    <a:pt x="548" y="145"/>
                  </a:lnTo>
                  <a:lnTo>
                    <a:pt x="542" y="140"/>
                  </a:lnTo>
                  <a:lnTo>
                    <a:pt x="540" y="139"/>
                  </a:lnTo>
                  <a:lnTo>
                    <a:pt x="537" y="139"/>
                  </a:lnTo>
                  <a:lnTo>
                    <a:pt x="537" y="140"/>
                  </a:lnTo>
                  <a:lnTo>
                    <a:pt x="537" y="143"/>
                  </a:lnTo>
                  <a:lnTo>
                    <a:pt x="535" y="143"/>
                  </a:lnTo>
                  <a:lnTo>
                    <a:pt x="528" y="141"/>
                  </a:lnTo>
                  <a:lnTo>
                    <a:pt x="526" y="138"/>
                  </a:lnTo>
                  <a:lnTo>
                    <a:pt x="522" y="139"/>
                  </a:lnTo>
                  <a:lnTo>
                    <a:pt x="520" y="141"/>
                  </a:lnTo>
                  <a:lnTo>
                    <a:pt x="518" y="143"/>
                  </a:lnTo>
                  <a:lnTo>
                    <a:pt x="517" y="141"/>
                  </a:lnTo>
                  <a:lnTo>
                    <a:pt x="514" y="138"/>
                  </a:lnTo>
                  <a:lnTo>
                    <a:pt x="513" y="135"/>
                  </a:lnTo>
                  <a:lnTo>
                    <a:pt x="514" y="134"/>
                  </a:lnTo>
                  <a:lnTo>
                    <a:pt x="516" y="134"/>
                  </a:lnTo>
                  <a:lnTo>
                    <a:pt x="518" y="134"/>
                  </a:lnTo>
                  <a:lnTo>
                    <a:pt x="526" y="134"/>
                  </a:lnTo>
                  <a:lnTo>
                    <a:pt x="530" y="136"/>
                  </a:lnTo>
                  <a:lnTo>
                    <a:pt x="532" y="136"/>
                  </a:lnTo>
                  <a:lnTo>
                    <a:pt x="536" y="134"/>
                  </a:lnTo>
                  <a:lnTo>
                    <a:pt x="539" y="134"/>
                  </a:lnTo>
                  <a:lnTo>
                    <a:pt x="543" y="134"/>
                  </a:lnTo>
                  <a:lnTo>
                    <a:pt x="549" y="136"/>
                  </a:lnTo>
                  <a:lnTo>
                    <a:pt x="553" y="139"/>
                  </a:lnTo>
                  <a:lnTo>
                    <a:pt x="555" y="142"/>
                  </a:lnTo>
                  <a:lnTo>
                    <a:pt x="556" y="146"/>
                  </a:lnTo>
                  <a:lnTo>
                    <a:pt x="555" y="148"/>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7" name="Freeform 76"/>
            <p:cNvSpPr>
              <a:spLocks/>
            </p:cNvSpPr>
            <p:nvPr/>
          </p:nvSpPr>
          <p:spPr bwMode="gray">
            <a:xfrm>
              <a:off x="5683250" y="4721226"/>
              <a:ext cx="244475" cy="219075"/>
            </a:xfrm>
            <a:custGeom>
              <a:avLst/>
              <a:gdLst>
                <a:gd name="T0" fmla="*/ 151 w 154"/>
                <a:gd name="T1" fmla="*/ 98 h 138"/>
                <a:gd name="T2" fmla="*/ 154 w 154"/>
                <a:gd name="T3" fmla="*/ 138 h 138"/>
                <a:gd name="T4" fmla="*/ 139 w 154"/>
                <a:gd name="T5" fmla="*/ 121 h 138"/>
                <a:gd name="T6" fmla="*/ 125 w 154"/>
                <a:gd name="T7" fmla="*/ 123 h 138"/>
                <a:gd name="T8" fmla="*/ 126 w 154"/>
                <a:gd name="T9" fmla="*/ 115 h 138"/>
                <a:gd name="T10" fmla="*/ 118 w 154"/>
                <a:gd name="T11" fmla="*/ 104 h 138"/>
                <a:gd name="T12" fmla="*/ 123 w 154"/>
                <a:gd name="T13" fmla="*/ 103 h 138"/>
                <a:gd name="T14" fmla="*/ 116 w 154"/>
                <a:gd name="T15" fmla="*/ 96 h 138"/>
                <a:gd name="T16" fmla="*/ 105 w 154"/>
                <a:gd name="T17" fmla="*/ 77 h 138"/>
                <a:gd name="T18" fmla="*/ 94 w 154"/>
                <a:gd name="T19" fmla="*/ 71 h 138"/>
                <a:gd name="T20" fmla="*/ 67 w 154"/>
                <a:gd name="T21" fmla="*/ 64 h 138"/>
                <a:gd name="T22" fmla="*/ 58 w 154"/>
                <a:gd name="T23" fmla="*/ 57 h 138"/>
                <a:gd name="T24" fmla="*/ 52 w 154"/>
                <a:gd name="T25" fmla="*/ 56 h 138"/>
                <a:gd name="T26" fmla="*/ 43 w 154"/>
                <a:gd name="T27" fmla="*/ 51 h 138"/>
                <a:gd name="T28" fmla="*/ 42 w 154"/>
                <a:gd name="T29" fmla="*/ 42 h 138"/>
                <a:gd name="T30" fmla="*/ 38 w 154"/>
                <a:gd name="T31" fmla="*/ 50 h 138"/>
                <a:gd name="T32" fmla="*/ 29 w 154"/>
                <a:gd name="T33" fmla="*/ 59 h 138"/>
                <a:gd name="T34" fmla="*/ 25 w 154"/>
                <a:gd name="T35" fmla="*/ 52 h 138"/>
                <a:gd name="T36" fmla="*/ 26 w 154"/>
                <a:gd name="T37" fmla="*/ 45 h 138"/>
                <a:gd name="T38" fmla="*/ 15 w 154"/>
                <a:gd name="T39" fmla="*/ 39 h 138"/>
                <a:gd name="T40" fmla="*/ 18 w 154"/>
                <a:gd name="T41" fmla="*/ 36 h 138"/>
                <a:gd name="T42" fmla="*/ 25 w 154"/>
                <a:gd name="T43" fmla="*/ 38 h 138"/>
                <a:gd name="T44" fmla="*/ 33 w 154"/>
                <a:gd name="T45" fmla="*/ 33 h 138"/>
                <a:gd name="T46" fmla="*/ 43 w 154"/>
                <a:gd name="T47" fmla="*/ 34 h 138"/>
                <a:gd name="T48" fmla="*/ 41 w 154"/>
                <a:gd name="T49" fmla="*/ 27 h 138"/>
                <a:gd name="T50" fmla="*/ 30 w 154"/>
                <a:gd name="T51" fmla="*/ 29 h 138"/>
                <a:gd name="T52" fmla="*/ 15 w 154"/>
                <a:gd name="T53" fmla="*/ 27 h 138"/>
                <a:gd name="T54" fmla="*/ 11 w 154"/>
                <a:gd name="T55" fmla="*/ 18 h 138"/>
                <a:gd name="T56" fmla="*/ 2 w 154"/>
                <a:gd name="T57" fmla="*/ 14 h 138"/>
                <a:gd name="T58" fmla="*/ 5 w 154"/>
                <a:gd name="T59" fmla="*/ 8 h 138"/>
                <a:gd name="T60" fmla="*/ 18 w 154"/>
                <a:gd name="T61" fmla="*/ 0 h 138"/>
                <a:gd name="T62" fmla="*/ 34 w 154"/>
                <a:gd name="T63" fmla="*/ 6 h 138"/>
                <a:gd name="T64" fmla="*/ 47 w 154"/>
                <a:gd name="T65" fmla="*/ 13 h 138"/>
                <a:gd name="T66" fmla="*/ 45 w 154"/>
                <a:gd name="T67" fmla="*/ 23 h 138"/>
                <a:gd name="T68" fmla="*/ 49 w 154"/>
                <a:gd name="T69" fmla="*/ 33 h 138"/>
                <a:gd name="T70" fmla="*/ 53 w 154"/>
                <a:gd name="T71" fmla="*/ 39 h 138"/>
                <a:gd name="T72" fmla="*/ 55 w 154"/>
                <a:gd name="T73" fmla="*/ 36 h 138"/>
                <a:gd name="T74" fmla="*/ 60 w 154"/>
                <a:gd name="T75" fmla="*/ 46 h 138"/>
                <a:gd name="T76" fmla="*/ 69 w 154"/>
                <a:gd name="T77" fmla="*/ 46 h 138"/>
                <a:gd name="T78" fmla="*/ 84 w 154"/>
                <a:gd name="T79" fmla="*/ 30 h 138"/>
                <a:gd name="T80" fmla="*/ 94 w 154"/>
                <a:gd name="T81" fmla="*/ 27 h 138"/>
                <a:gd name="T82" fmla="*/ 103 w 154"/>
                <a:gd name="T83" fmla="*/ 18 h 138"/>
                <a:gd name="T84" fmla="*/ 133 w 154"/>
                <a:gd name="T85" fmla="*/ 29 h 13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54"/>
                <a:gd name="T130" fmla="*/ 0 h 138"/>
                <a:gd name="T131" fmla="*/ 154 w 154"/>
                <a:gd name="T132" fmla="*/ 138 h 138"/>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54" h="138">
                  <a:moveTo>
                    <a:pt x="153" y="36"/>
                  </a:moveTo>
                  <a:lnTo>
                    <a:pt x="154" y="92"/>
                  </a:lnTo>
                  <a:lnTo>
                    <a:pt x="151" y="98"/>
                  </a:lnTo>
                  <a:lnTo>
                    <a:pt x="154" y="108"/>
                  </a:lnTo>
                  <a:lnTo>
                    <a:pt x="154" y="113"/>
                  </a:lnTo>
                  <a:lnTo>
                    <a:pt x="154" y="138"/>
                  </a:lnTo>
                  <a:lnTo>
                    <a:pt x="150" y="134"/>
                  </a:lnTo>
                  <a:lnTo>
                    <a:pt x="144" y="128"/>
                  </a:lnTo>
                  <a:lnTo>
                    <a:pt x="139" y="121"/>
                  </a:lnTo>
                  <a:lnTo>
                    <a:pt x="136" y="121"/>
                  </a:lnTo>
                  <a:lnTo>
                    <a:pt x="131" y="122"/>
                  </a:lnTo>
                  <a:lnTo>
                    <a:pt x="125" y="123"/>
                  </a:lnTo>
                  <a:lnTo>
                    <a:pt x="122" y="123"/>
                  </a:lnTo>
                  <a:lnTo>
                    <a:pt x="123" y="120"/>
                  </a:lnTo>
                  <a:lnTo>
                    <a:pt x="126" y="115"/>
                  </a:lnTo>
                  <a:lnTo>
                    <a:pt x="126" y="113"/>
                  </a:lnTo>
                  <a:lnTo>
                    <a:pt x="122" y="110"/>
                  </a:lnTo>
                  <a:lnTo>
                    <a:pt x="118" y="104"/>
                  </a:lnTo>
                  <a:lnTo>
                    <a:pt x="118" y="102"/>
                  </a:lnTo>
                  <a:lnTo>
                    <a:pt x="121" y="103"/>
                  </a:lnTo>
                  <a:lnTo>
                    <a:pt x="123" y="103"/>
                  </a:lnTo>
                  <a:lnTo>
                    <a:pt x="124" y="102"/>
                  </a:lnTo>
                  <a:lnTo>
                    <a:pt x="121" y="99"/>
                  </a:lnTo>
                  <a:lnTo>
                    <a:pt x="116" y="96"/>
                  </a:lnTo>
                  <a:lnTo>
                    <a:pt x="115" y="94"/>
                  </a:lnTo>
                  <a:lnTo>
                    <a:pt x="113" y="89"/>
                  </a:lnTo>
                  <a:lnTo>
                    <a:pt x="105" y="77"/>
                  </a:lnTo>
                  <a:lnTo>
                    <a:pt x="102" y="74"/>
                  </a:lnTo>
                  <a:lnTo>
                    <a:pt x="99" y="72"/>
                  </a:lnTo>
                  <a:lnTo>
                    <a:pt x="94" y="71"/>
                  </a:lnTo>
                  <a:lnTo>
                    <a:pt x="80" y="67"/>
                  </a:lnTo>
                  <a:lnTo>
                    <a:pt x="71" y="64"/>
                  </a:lnTo>
                  <a:lnTo>
                    <a:pt x="67" y="64"/>
                  </a:lnTo>
                  <a:lnTo>
                    <a:pt x="62" y="62"/>
                  </a:lnTo>
                  <a:lnTo>
                    <a:pt x="58" y="59"/>
                  </a:lnTo>
                  <a:lnTo>
                    <a:pt x="58" y="57"/>
                  </a:lnTo>
                  <a:lnTo>
                    <a:pt x="57" y="55"/>
                  </a:lnTo>
                  <a:lnTo>
                    <a:pt x="56" y="55"/>
                  </a:lnTo>
                  <a:lnTo>
                    <a:pt x="52" y="56"/>
                  </a:lnTo>
                  <a:lnTo>
                    <a:pt x="49" y="55"/>
                  </a:lnTo>
                  <a:lnTo>
                    <a:pt x="46" y="54"/>
                  </a:lnTo>
                  <a:lnTo>
                    <a:pt x="43" y="51"/>
                  </a:lnTo>
                  <a:lnTo>
                    <a:pt x="42" y="47"/>
                  </a:lnTo>
                  <a:lnTo>
                    <a:pt x="43" y="43"/>
                  </a:lnTo>
                  <a:lnTo>
                    <a:pt x="42" y="42"/>
                  </a:lnTo>
                  <a:lnTo>
                    <a:pt x="40" y="43"/>
                  </a:lnTo>
                  <a:lnTo>
                    <a:pt x="39" y="46"/>
                  </a:lnTo>
                  <a:lnTo>
                    <a:pt x="38" y="50"/>
                  </a:lnTo>
                  <a:lnTo>
                    <a:pt x="36" y="54"/>
                  </a:lnTo>
                  <a:lnTo>
                    <a:pt x="34" y="56"/>
                  </a:lnTo>
                  <a:lnTo>
                    <a:pt x="29" y="59"/>
                  </a:lnTo>
                  <a:lnTo>
                    <a:pt x="28" y="58"/>
                  </a:lnTo>
                  <a:lnTo>
                    <a:pt x="25" y="53"/>
                  </a:lnTo>
                  <a:lnTo>
                    <a:pt x="25" y="52"/>
                  </a:lnTo>
                  <a:lnTo>
                    <a:pt x="28" y="50"/>
                  </a:lnTo>
                  <a:lnTo>
                    <a:pt x="27" y="47"/>
                  </a:lnTo>
                  <a:lnTo>
                    <a:pt x="26" y="45"/>
                  </a:lnTo>
                  <a:lnTo>
                    <a:pt x="22" y="42"/>
                  </a:lnTo>
                  <a:lnTo>
                    <a:pt x="17" y="40"/>
                  </a:lnTo>
                  <a:lnTo>
                    <a:pt x="15" y="39"/>
                  </a:lnTo>
                  <a:lnTo>
                    <a:pt x="14" y="38"/>
                  </a:lnTo>
                  <a:lnTo>
                    <a:pt x="15" y="36"/>
                  </a:lnTo>
                  <a:lnTo>
                    <a:pt x="18" y="36"/>
                  </a:lnTo>
                  <a:lnTo>
                    <a:pt x="20" y="37"/>
                  </a:lnTo>
                  <a:lnTo>
                    <a:pt x="25" y="38"/>
                  </a:lnTo>
                  <a:lnTo>
                    <a:pt x="28" y="36"/>
                  </a:lnTo>
                  <a:lnTo>
                    <a:pt x="32" y="33"/>
                  </a:lnTo>
                  <a:lnTo>
                    <a:pt x="33" y="33"/>
                  </a:lnTo>
                  <a:lnTo>
                    <a:pt x="35" y="35"/>
                  </a:lnTo>
                  <a:lnTo>
                    <a:pt x="42" y="35"/>
                  </a:lnTo>
                  <a:lnTo>
                    <a:pt x="43" y="34"/>
                  </a:lnTo>
                  <a:lnTo>
                    <a:pt x="44" y="30"/>
                  </a:lnTo>
                  <a:lnTo>
                    <a:pt x="43" y="27"/>
                  </a:lnTo>
                  <a:lnTo>
                    <a:pt x="41" y="27"/>
                  </a:lnTo>
                  <a:lnTo>
                    <a:pt x="39" y="29"/>
                  </a:lnTo>
                  <a:lnTo>
                    <a:pt x="35" y="29"/>
                  </a:lnTo>
                  <a:lnTo>
                    <a:pt x="30" y="29"/>
                  </a:lnTo>
                  <a:lnTo>
                    <a:pt x="25" y="29"/>
                  </a:lnTo>
                  <a:lnTo>
                    <a:pt x="18" y="29"/>
                  </a:lnTo>
                  <a:lnTo>
                    <a:pt x="15" y="27"/>
                  </a:lnTo>
                  <a:lnTo>
                    <a:pt x="14" y="25"/>
                  </a:lnTo>
                  <a:lnTo>
                    <a:pt x="13" y="21"/>
                  </a:lnTo>
                  <a:lnTo>
                    <a:pt x="11" y="18"/>
                  </a:lnTo>
                  <a:lnTo>
                    <a:pt x="9" y="17"/>
                  </a:lnTo>
                  <a:lnTo>
                    <a:pt x="0" y="16"/>
                  </a:lnTo>
                  <a:lnTo>
                    <a:pt x="2" y="14"/>
                  </a:lnTo>
                  <a:lnTo>
                    <a:pt x="2" y="12"/>
                  </a:lnTo>
                  <a:lnTo>
                    <a:pt x="2" y="8"/>
                  </a:lnTo>
                  <a:lnTo>
                    <a:pt x="5" y="8"/>
                  </a:lnTo>
                  <a:lnTo>
                    <a:pt x="12" y="5"/>
                  </a:lnTo>
                  <a:lnTo>
                    <a:pt x="15" y="3"/>
                  </a:lnTo>
                  <a:lnTo>
                    <a:pt x="18" y="0"/>
                  </a:lnTo>
                  <a:lnTo>
                    <a:pt x="21" y="1"/>
                  </a:lnTo>
                  <a:lnTo>
                    <a:pt x="24" y="1"/>
                  </a:lnTo>
                  <a:lnTo>
                    <a:pt x="34" y="6"/>
                  </a:lnTo>
                  <a:lnTo>
                    <a:pt x="38" y="7"/>
                  </a:lnTo>
                  <a:lnTo>
                    <a:pt x="44" y="8"/>
                  </a:lnTo>
                  <a:lnTo>
                    <a:pt x="47" y="13"/>
                  </a:lnTo>
                  <a:lnTo>
                    <a:pt x="48" y="16"/>
                  </a:lnTo>
                  <a:lnTo>
                    <a:pt x="46" y="21"/>
                  </a:lnTo>
                  <a:lnTo>
                    <a:pt x="45" y="23"/>
                  </a:lnTo>
                  <a:lnTo>
                    <a:pt x="47" y="26"/>
                  </a:lnTo>
                  <a:lnTo>
                    <a:pt x="48" y="30"/>
                  </a:lnTo>
                  <a:lnTo>
                    <a:pt x="49" y="33"/>
                  </a:lnTo>
                  <a:lnTo>
                    <a:pt x="50" y="37"/>
                  </a:lnTo>
                  <a:lnTo>
                    <a:pt x="51" y="38"/>
                  </a:lnTo>
                  <a:lnTo>
                    <a:pt x="53" y="39"/>
                  </a:lnTo>
                  <a:lnTo>
                    <a:pt x="55" y="35"/>
                  </a:lnTo>
                  <a:lnTo>
                    <a:pt x="55" y="36"/>
                  </a:lnTo>
                  <a:lnTo>
                    <a:pt x="58" y="44"/>
                  </a:lnTo>
                  <a:lnTo>
                    <a:pt x="59" y="45"/>
                  </a:lnTo>
                  <a:lnTo>
                    <a:pt x="60" y="46"/>
                  </a:lnTo>
                  <a:lnTo>
                    <a:pt x="63" y="47"/>
                  </a:lnTo>
                  <a:lnTo>
                    <a:pt x="65" y="48"/>
                  </a:lnTo>
                  <a:lnTo>
                    <a:pt x="69" y="46"/>
                  </a:lnTo>
                  <a:lnTo>
                    <a:pt x="73" y="43"/>
                  </a:lnTo>
                  <a:lnTo>
                    <a:pt x="81" y="30"/>
                  </a:lnTo>
                  <a:lnTo>
                    <a:pt x="84" y="30"/>
                  </a:lnTo>
                  <a:lnTo>
                    <a:pt x="91" y="28"/>
                  </a:lnTo>
                  <a:lnTo>
                    <a:pt x="94" y="27"/>
                  </a:lnTo>
                  <a:lnTo>
                    <a:pt x="94" y="23"/>
                  </a:lnTo>
                  <a:lnTo>
                    <a:pt x="96" y="22"/>
                  </a:lnTo>
                  <a:lnTo>
                    <a:pt x="103" y="18"/>
                  </a:lnTo>
                  <a:lnTo>
                    <a:pt x="106" y="17"/>
                  </a:lnTo>
                  <a:lnTo>
                    <a:pt x="118" y="23"/>
                  </a:lnTo>
                  <a:lnTo>
                    <a:pt x="133" y="29"/>
                  </a:lnTo>
                  <a:lnTo>
                    <a:pt x="144" y="33"/>
                  </a:lnTo>
                  <a:lnTo>
                    <a:pt x="153" y="3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8" name="Freeform 77"/>
            <p:cNvSpPr>
              <a:spLocks/>
            </p:cNvSpPr>
            <p:nvPr/>
          </p:nvSpPr>
          <p:spPr bwMode="gray">
            <a:xfrm>
              <a:off x="5376863" y="4667251"/>
              <a:ext cx="155575" cy="185738"/>
            </a:xfrm>
            <a:custGeom>
              <a:avLst/>
              <a:gdLst>
                <a:gd name="T0" fmla="*/ 19 w 98"/>
                <a:gd name="T1" fmla="*/ 18 h 117"/>
                <a:gd name="T2" fmla="*/ 27 w 98"/>
                <a:gd name="T3" fmla="*/ 16 h 117"/>
                <a:gd name="T4" fmla="*/ 32 w 98"/>
                <a:gd name="T5" fmla="*/ 9 h 117"/>
                <a:gd name="T6" fmla="*/ 45 w 98"/>
                <a:gd name="T7" fmla="*/ 13 h 117"/>
                <a:gd name="T8" fmla="*/ 57 w 98"/>
                <a:gd name="T9" fmla="*/ 14 h 117"/>
                <a:gd name="T10" fmla="*/ 80 w 98"/>
                <a:gd name="T11" fmla="*/ 15 h 117"/>
                <a:gd name="T12" fmla="*/ 91 w 98"/>
                <a:gd name="T13" fmla="*/ 9 h 117"/>
                <a:gd name="T14" fmla="*/ 94 w 98"/>
                <a:gd name="T15" fmla="*/ 4 h 117"/>
                <a:gd name="T16" fmla="*/ 98 w 98"/>
                <a:gd name="T17" fmla="*/ 2 h 117"/>
                <a:gd name="T18" fmla="*/ 97 w 98"/>
                <a:gd name="T19" fmla="*/ 9 h 117"/>
                <a:gd name="T20" fmla="*/ 86 w 98"/>
                <a:gd name="T21" fmla="*/ 22 h 117"/>
                <a:gd name="T22" fmla="*/ 71 w 98"/>
                <a:gd name="T23" fmla="*/ 23 h 117"/>
                <a:gd name="T24" fmla="*/ 51 w 98"/>
                <a:gd name="T25" fmla="*/ 20 h 117"/>
                <a:gd name="T26" fmla="*/ 33 w 98"/>
                <a:gd name="T27" fmla="*/ 20 h 117"/>
                <a:gd name="T28" fmla="*/ 22 w 98"/>
                <a:gd name="T29" fmla="*/ 23 h 117"/>
                <a:gd name="T30" fmla="*/ 18 w 98"/>
                <a:gd name="T31" fmla="*/ 33 h 117"/>
                <a:gd name="T32" fmla="*/ 22 w 98"/>
                <a:gd name="T33" fmla="*/ 42 h 117"/>
                <a:gd name="T34" fmla="*/ 28 w 98"/>
                <a:gd name="T35" fmla="*/ 49 h 117"/>
                <a:gd name="T36" fmla="*/ 36 w 98"/>
                <a:gd name="T37" fmla="*/ 50 h 117"/>
                <a:gd name="T38" fmla="*/ 46 w 98"/>
                <a:gd name="T39" fmla="*/ 42 h 117"/>
                <a:gd name="T40" fmla="*/ 54 w 98"/>
                <a:gd name="T41" fmla="*/ 42 h 117"/>
                <a:gd name="T42" fmla="*/ 65 w 98"/>
                <a:gd name="T43" fmla="*/ 38 h 117"/>
                <a:gd name="T44" fmla="*/ 71 w 98"/>
                <a:gd name="T45" fmla="*/ 41 h 117"/>
                <a:gd name="T46" fmla="*/ 63 w 98"/>
                <a:gd name="T47" fmla="*/ 43 h 117"/>
                <a:gd name="T48" fmla="*/ 55 w 98"/>
                <a:gd name="T49" fmla="*/ 52 h 117"/>
                <a:gd name="T50" fmla="*/ 45 w 98"/>
                <a:gd name="T51" fmla="*/ 57 h 117"/>
                <a:gd name="T52" fmla="*/ 40 w 98"/>
                <a:gd name="T53" fmla="*/ 57 h 117"/>
                <a:gd name="T54" fmla="*/ 46 w 98"/>
                <a:gd name="T55" fmla="*/ 64 h 117"/>
                <a:gd name="T56" fmla="*/ 55 w 98"/>
                <a:gd name="T57" fmla="*/ 79 h 117"/>
                <a:gd name="T58" fmla="*/ 57 w 98"/>
                <a:gd name="T59" fmla="*/ 90 h 117"/>
                <a:gd name="T60" fmla="*/ 62 w 98"/>
                <a:gd name="T61" fmla="*/ 97 h 117"/>
                <a:gd name="T62" fmla="*/ 51 w 98"/>
                <a:gd name="T63" fmla="*/ 99 h 117"/>
                <a:gd name="T64" fmla="*/ 43 w 98"/>
                <a:gd name="T65" fmla="*/ 102 h 117"/>
                <a:gd name="T66" fmla="*/ 44 w 98"/>
                <a:gd name="T67" fmla="*/ 92 h 117"/>
                <a:gd name="T68" fmla="*/ 33 w 98"/>
                <a:gd name="T69" fmla="*/ 82 h 117"/>
                <a:gd name="T70" fmla="*/ 36 w 98"/>
                <a:gd name="T71" fmla="*/ 74 h 117"/>
                <a:gd name="T72" fmla="*/ 26 w 98"/>
                <a:gd name="T73" fmla="*/ 72 h 117"/>
                <a:gd name="T74" fmla="*/ 24 w 98"/>
                <a:gd name="T75" fmla="*/ 83 h 117"/>
                <a:gd name="T76" fmla="*/ 25 w 98"/>
                <a:gd name="T77" fmla="*/ 102 h 117"/>
                <a:gd name="T78" fmla="*/ 22 w 98"/>
                <a:gd name="T79" fmla="*/ 110 h 117"/>
                <a:gd name="T80" fmla="*/ 15 w 98"/>
                <a:gd name="T81" fmla="*/ 117 h 117"/>
                <a:gd name="T82" fmla="*/ 9 w 98"/>
                <a:gd name="T83" fmla="*/ 111 h 117"/>
                <a:gd name="T84" fmla="*/ 12 w 98"/>
                <a:gd name="T85" fmla="*/ 99 h 117"/>
                <a:gd name="T86" fmla="*/ 12 w 98"/>
                <a:gd name="T87" fmla="*/ 86 h 117"/>
                <a:gd name="T88" fmla="*/ 6 w 98"/>
                <a:gd name="T89" fmla="*/ 83 h 117"/>
                <a:gd name="T90" fmla="*/ 0 w 98"/>
                <a:gd name="T91" fmla="*/ 72 h 117"/>
                <a:gd name="T92" fmla="*/ 7 w 98"/>
                <a:gd name="T93" fmla="*/ 60 h 117"/>
                <a:gd name="T94" fmla="*/ 8 w 98"/>
                <a:gd name="T95" fmla="*/ 49 h 117"/>
                <a:gd name="T96" fmla="*/ 14 w 98"/>
                <a:gd name="T97" fmla="*/ 40 h 117"/>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98"/>
                <a:gd name="T148" fmla="*/ 0 h 117"/>
                <a:gd name="T149" fmla="*/ 98 w 98"/>
                <a:gd name="T150" fmla="*/ 117 h 117"/>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98" h="117">
                  <a:moveTo>
                    <a:pt x="15" y="27"/>
                  </a:moveTo>
                  <a:lnTo>
                    <a:pt x="15" y="26"/>
                  </a:lnTo>
                  <a:lnTo>
                    <a:pt x="19" y="18"/>
                  </a:lnTo>
                  <a:lnTo>
                    <a:pt x="22" y="15"/>
                  </a:lnTo>
                  <a:lnTo>
                    <a:pt x="24" y="14"/>
                  </a:lnTo>
                  <a:lnTo>
                    <a:pt x="27" y="16"/>
                  </a:lnTo>
                  <a:lnTo>
                    <a:pt x="29" y="14"/>
                  </a:lnTo>
                  <a:lnTo>
                    <a:pt x="30" y="12"/>
                  </a:lnTo>
                  <a:lnTo>
                    <a:pt x="32" y="9"/>
                  </a:lnTo>
                  <a:lnTo>
                    <a:pt x="36" y="8"/>
                  </a:lnTo>
                  <a:lnTo>
                    <a:pt x="40" y="9"/>
                  </a:lnTo>
                  <a:lnTo>
                    <a:pt x="45" y="13"/>
                  </a:lnTo>
                  <a:lnTo>
                    <a:pt x="48" y="13"/>
                  </a:lnTo>
                  <a:lnTo>
                    <a:pt x="54" y="12"/>
                  </a:lnTo>
                  <a:lnTo>
                    <a:pt x="57" y="14"/>
                  </a:lnTo>
                  <a:lnTo>
                    <a:pt x="63" y="16"/>
                  </a:lnTo>
                  <a:lnTo>
                    <a:pt x="67" y="14"/>
                  </a:lnTo>
                  <a:lnTo>
                    <a:pt x="80" y="15"/>
                  </a:lnTo>
                  <a:lnTo>
                    <a:pt x="85" y="14"/>
                  </a:lnTo>
                  <a:lnTo>
                    <a:pt x="89" y="12"/>
                  </a:lnTo>
                  <a:lnTo>
                    <a:pt x="91" y="9"/>
                  </a:lnTo>
                  <a:lnTo>
                    <a:pt x="90" y="8"/>
                  </a:lnTo>
                  <a:lnTo>
                    <a:pt x="91" y="6"/>
                  </a:lnTo>
                  <a:lnTo>
                    <a:pt x="94" y="4"/>
                  </a:lnTo>
                  <a:lnTo>
                    <a:pt x="96" y="1"/>
                  </a:lnTo>
                  <a:lnTo>
                    <a:pt x="98" y="0"/>
                  </a:lnTo>
                  <a:lnTo>
                    <a:pt x="98" y="2"/>
                  </a:lnTo>
                  <a:lnTo>
                    <a:pt x="98" y="6"/>
                  </a:lnTo>
                  <a:lnTo>
                    <a:pt x="97" y="8"/>
                  </a:lnTo>
                  <a:lnTo>
                    <a:pt x="97" y="9"/>
                  </a:lnTo>
                  <a:lnTo>
                    <a:pt x="96" y="10"/>
                  </a:lnTo>
                  <a:lnTo>
                    <a:pt x="89" y="19"/>
                  </a:lnTo>
                  <a:lnTo>
                    <a:pt x="86" y="22"/>
                  </a:lnTo>
                  <a:lnTo>
                    <a:pt x="83" y="22"/>
                  </a:lnTo>
                  <a:lnTo>
                    <a:pt x="74" y="24"/>
                  </a:lnTo>
                  <a:lnTo>
                    <a:pt x="71" y="23"/>
                  </a:lnTo>
                  <a:lnTo>
                    <a:pt x="67" y="20"/>
                  </a:lnTo>
                  <a:lnTo>
                    <a:pt x="59" y="20"/>
                  </a:lnTo>
                  <a:lnTo>
                    <a:pt x="51" y="20"/>
                  </a:lnTo>
                  <a:lnTo>
                    <a:pt x="44" y="20"/>
                  </a:lnTo>
                  <a:lnTo>
                    <a:pt x="37" y="20"/>
                  </a:lnTo>
                  <a:lnTo>
                    <a:pt x="33" y="20"/>
                  </a:lnTo>
                  <a:lnTo>
                    <a:pt x="28" y="20"/>
                  </a:lnTo>
                  <a:lnTo>
                    <a:pt x="25" y="21"/>
                  </a:lnTo>
                  <a:lnTo>
                    <a:pt x="22" y="23"/>
                  </a:lnTo>
                  <a:lnTo>
                    <a:pt x="21" y="27"/>
                  </a:lnTo>
                  <a:lnTo>
                    <a:pt x="20" y="28"/>
                  </a:lnTo>
                  <a:lnTo>
                    <a:pt x="18" y="33"/>
                  </a:lnTo>
                  <a:lnTo>
                    <a:pt x="19" y="37"/>
                  </a:lnTo>
                  <a:lnTo>
                    <a:pt x="21" y="41"/>
                  </a:lnTo>
                  <a:lnTo>
                    <a:pt x="22" y="42"/>
                  </a:lnTo>
                  <a:lnTo>
                    <a:pt x="25" y="43"/>
                  </a:lnTo>
                  <a:lnTo>
                    <a:pt x="26" y="44"/>
                  </a:lnTo>
                  <a:lnTo>
                    <a:pt x="28" y="49"/>
                  </a:lnTo>
                  <a:lnTo>
                    <a:pt x="29" y="50"/>
                  </a:lnTo>
                  <a:lnTo>
                    <a:pt x="31" y="50"/>
                  </a:lnTo>
                  <a:lnTo>
                    <a:pt x="36" y="50"/>
                  </a:lnTo>
                  <a:lnTo>
                    <a:pt x="38" y="48"/>
                  </a:lnTo>
                  <a:lnTo>
                    <a:pt x="43" y="42"/>
                  </a:lnTo>
                  <a:lnTo>
                    <a:pt x="46" y="42"/>
                  </a:lnTo>
                  <a:lnTo>
                    <a:pt x="48" y="43"/>
                  </a:lnTo>
                  <a:lnTo>
                    <a:pt x="51" y="43"/>
                  </a:lnTo>
                  <a:lnTo>
                    <a:pt x="54" y="42"/>
                  </a:lnTo>
                  <a:lnTo>
                    <a:pt x="59" y="41"/>
                  </a:lnTo>
                  <a:lnTo>
                    <a:pt x="63" y="40"/>
                  </a:lnTo>
                  <a:lnTo>
                    <a:pt x="65" y="38"/>
                  </a:lnTo>
                  <a:lnTo>
                    <a:pt x="67" y="38"/>
                  </a:lnTo>
                  <a:lnTo>
                    <a:pt x="70" y="39"/>
                  </a:lnTo>
                  <a:lnTo>
                    <a:pt x="71" y="41"/>
                  </a:lnTo>
                  <a:lnTo>
                    <a:pt x="70" y="45"/>
                  </a:lnTo>
                  <a:lnTo>
                    <a:pt x="67" y="43"/>
                  </a:lnTo>
                  <a:lnTo>
                    <a:pt x="63" y="43"/>
                  </a:lnTo>
                  <a:lnTo>
                    <a:pt x="61" y="45"/>
                  </a:lnTo>
                  <a:lnTo>
                    <a:pt x="58" y="49"/>
                  </a:lnTo>
                  <a:lnTo>
                    <a:pt x="55" y="52"/>
                  </a:lnTo>
                  <a:lnTo>
                    <a:pt x="48" y="55"/>
                  </a:lnTo>
                  <a:lnTo>
                    <a:pt x="46" y="57"/>
                  </a:lnTo>
                  <a:lnTo>
                    <a:pt x="45" y="57"/>
                  </a:lnTo>
                  <a:lnTo>
                    <a:pt x="43" y="57"/>
                  </a:lnTo>
                  <a:lnTo>
                    <a:pt x="40" y="57"/>
                  </a:lnTo>
                  <a:lnTo>
                    <a:pt x="40" y="59"/>
                  </a:lnTo>
                  <a:lnTo>
                    <a:pt x="41" y="60"/>
                  </a:lnTo>
                  <a:lnTo>
                    <a:pt x="46" y="64"/>
                  </a:lnTo>
                  <a:lnTo>
                    <a:pt x="50" y="68"/>
                  </a:lnTo>
                  <a:lnTo>
                    <a:pt x="55" y="76"/>
                  </a:lnTo>
                  <a:lnTo>
                    <a:pt x="55" y="79"/>
                  </a:lnTo>
                  <a:lnTo>
                    <a:pt x="53" y="84"/>
                  </a:lnTo>
                  <a:lnTo>
                    <a:pt x="54" y="87"/>
                  </a:lnTo>
                  <a:lnTo>
                    <a:pt x="57" y="90"/>
                  </a:lnTo>
                  <a:lnTo>
                    <a:pt x="61" y="93"/>
                  </a:lnTo>
                  <a:lnTo>
                    <a:pt x="62" y="95"/>
                  </a:lnTo>
                  <a:lnTo>
                    <a:pt x="62" y="97"/>
                  </a:lnTo>
                  <a:lnTo>
                    <a:pt x="58" y="96"/>
                  </a:lnTo>
                  <a:lnTo>
                    <a:pt x="54" y="97"/>
                  </a:lnTo>
                  <a:lnTo>
                    <a:pt x="51" y="99"/>
                  </a:lnTo>
                  <a:lnTo>
                    <a:pt x="50" y="104"/>
                  </a:lnTo>
                  <a:lnTo>
                    <a:pt x="46" y="103"/>
                  </a:lnTo>
                  <a:lnTo>
                    <a:pt x="43" y="102"/>
                  </a:lnTo>
                  <a:lnTo>
                    <a:pt x="42" y="101"/>
                  </a:lnTo>
                  <a:lnTo>
                    <a:pt x="42" y="97"/>
                  </a:lnTo>
                  <a:lnTo>
                    <a:pt x="44" y="92"/>
                  </a:lnTo>
                  <a:lnTo>
                    <a:pt x="37" y="87"/>
                  </a:lnTo>
                  <a:lnTo>
                    <a:pt x="34" y="84"/>
                  </a:lnTo>
                  <a:lnTo>
                    <a:pt x="33" y="82"/>
                  </a:lnTo>
                  <a:lnTo>
                    <a:pt x="33" y="81"/>
                  </a:lnTo>
                  <a:lnTo>
                    <a:pt x="35" y="78"/>
                  </a:lnTo>
                  <a:lnTo>
                    <a:pt x="36" y="74"/>
                  </a:lnTo>
                  <a:lnTo>
                    <a:pt x="35" y="71"/>
                  </a:lnTo>
                  <a:lnTo>
                    <a:pt x="29" y="70"/>
                  </a:lnTo>
                  <a:lnTo>
                    <a:pt x="26" y="72"/>
                  </a:lnTo>
                  <a:lnTo>
                    <a:pt x="22" y="74"/>
                  </a:lnTo>
                  <a:lnTo>
                    <a:pt x="23" y="77"/>
                  </a:lnTo>
                  <a:lnTo>
                    <a:pt x="24" y="83"/>
                  </a:lnTo>
                  <a:lnTo>
                    <a:pt x="24" y="87"/>
                  </a:lnTo>
                  <a:lnTo>
                    <a:pt x="22" y="95"/>
                  </a:lnTo>
                  <a:lnTo>
                    <a:pt x="25" y="102"/>
                  </a:lnTo>
                  <a:lnTo>
                    <a:pt x="25" y="103"/>
                  </a:lnTo>
                  <a:lnTo>
                    <a:pt x="22" y="108"/>
                  </a:lnTo>
                  <a:lnTo>
                    <a:pt x="22" y="110"/>
                  </a:lnTo>
                  <a:lnTo>
                    <a:pt x="24" y="114"/>
                  </a:lnTo>
                  <a:lnTo>
                    <a:pt x="19" y="115"/>
                  </a:lnTo>
                  <a:lnTo>
                    <a:pt x="15" y="117"/>
                  </a:lnTo>
                  <a:lnTo>
                    <a:pt x="12" y="117"/>
                  </a:lnTo>
                  <a:lnTo>
                    <a:pt x="10" y="115"/>
                  </a:lnTo>
                  <a:lnTo>
                    <a:pt x="9" y="111"/>
                  </a:lnTo>
                  <a:lnTo>
                    <a:pt x="10" y="109"/>
                  </a:lnTo>
                  <a:lnTo>
                    <a:pt x="11" y="105"/>
                  </a:lnTo>
                  <a:lnTo>
                    <a:pt x="12" y="99"/>
                  </a:lnTo>
                  <a:lnTo>
                    <a:pt x="12" y="92"/>
                  </a:lnTo>
                  <a:lnTo>
                    <a:pt x="11" y="88"/>
                  </a:lnTo>
                  <a:lnTo>
                    <a:pt x="12" y="86"/>
                  </a:lnTo>
                  <a:lnTo>
                    <a:pt x="10" y="83"/>
                  </a:lnTo>
                  <a:lnTo>
                    <a:pt x="8" y="82"/>
                  </a:lnTo>
                  <a:lnTo>
                    <a:pt x="6" y="83"/>
                  </a:lnTo>
                  <a:lnTo>
                    <a:pt x="1" y="84"/>
                  </a:lnTo>
                  <a:lnTo>
                    <a:pt x="1" y="81"/>
                  </a:lnTo>
                  <a:lnTo>
                    <a:pt x="0" y="72"/>
                  </a:lnTo>
                  <a:lnTo>
                    <a:pt x="1" y="69"/>
                  </a:lnTo>
                  <a:lnTo>
                    <a:pt x="4" y="66"/>
                  </a:lnTo>
                  <a:lnTo>
                    <a:pt x="7" y="60"/>
                  </a:lnTo>
                  <a:lnTo>
                    <a:pt x="8" y="57"/>
                  </a:lnTo>
                  <a:lnTo>
                    <a:pt x="8" y="50"/>
                  </a:lnTo>
                  <a:lnTo>
                    <a:pt x="8" y="49"/>
                  </a:lnTo>
                  <a:lnTo>
                    <a:pt x="8" y="45"/>
                  </a:lnTo>
                  <a:lnTo>
                    <a:pt x="11" y="41"/>
                  </a:lnTo>
                  <a:lnTo>
                    <a:pt x="14" y="40"/>
                  </a:lnTo>
                  <a:lnTo>
                    <a:pt x="14" y="34"/>
                  </a:lnTo>
                  <a:lnTo>
                    <a:pt x="15" y="27"/>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59" name="Freeform 78"/>
            <p:cNvSpPr>
              <a:spLocks/>
            </p:cNvSpPr>
            <p:nvPr/>
          </p:nvSpPr>
          <p:spPr bwMode="gray">
            <a:xfrm>
              <a:off x="5132388" y="4603751"/>
              <a:ext cx="246063" cy="211138"/>
            </a:xfrm>
            <a:custGeom>
              <a:avLst/>
              <a:gdLst>
                <a:gd name="T0" fmla="*/ 138 w 155"/>
                <a:gd name="T1" fmla="*/ 9 h 133"/>
                <a:gd name="T2" fmla="*/ 129 w 155"/>
                <a:gd name="T3" fmla="*/ 11 h 133"/>
                <a:gd name="T4" fmla="*/ 130 w 155"/>
                <a:gd name="T5" fmla="*/ 17 h 133"/>
                <a:gd name="T6" fmla="*/ 136 w 155"/>
                <a:gd name="T7" fmla="*/ 25 h 133"/>
                <a:gd name="T8" fmla="*/ 138 w 155"/>
                <a:gd name="T9" fmla="*/ 37 h 133"/>
                <a:gd name="T10" fmla="*/ 147 w 155"/>
                <a:gd name="T11" fmla="*/ 45 h 133"/>
                <a:gd name="T12" fmla="*/ 152 w 155"/>
                <a:gd name="T13" fmla="*/ 54 h 133"/>
                <a:gd name="T14" fmla="*/ 138 w 155"/>
                <a:gd name="T15" fmla="*/ 53 h 133"/>
                <a:gd name="T16" fmla="*/ 132 w 155"/>
                <a:gd name="T17" fmla="*/ 67 h 133"/>
                <a:gd name="T18" fmla="*/ 134 w 155"/>
                <a:gd name="T19" fmla="*/ 76 h 133"/>
                <a:gd name="T20" fmla="*/ 128 w 155"/>
                <a:gd name="T21" fmla="*/ 81 h 133"/>
                <a:gd name="T22" fmla="*/ 113 w 155"/>
                <a:gd name="T23" fmla="*/ 97 h 133"/>
                <a:gd name="T24" fmla="*/ 117 w 155"/>
                <a:gd name="T25" fmla="*/ 104 h 133"/>
                <a:gd name="T26" fmla="*/ 115 w 155"/>
                <a:gd name="T27" fmla="*/ 110 h 133"/>
                <a:gd name="T28" fmla="*/ 110 w 155"/>
                <a:gd name="T29" fmla="*/ 119 h 133"/>
                <a:gd name="T30" fmla="*/ 96 w 155"/>
                <a:gd name="T31" fmla="*/ 130 h 133"/>
                <a:gd name="T32" fmla="*/ 88 w 155"/>
                <a:gd name="T33" fmla="*/ 131 h 133"/>
                <a:gd name="T34" fmla="*/ 84 w 155"/>
                <a:gd name="T35" fmla="*/ 120 h 133"/>
                <a:gd name="T36" fmla="*/ 77 w 155"/>
                <a:gd name="T37" fmla="*/ 123 h 133"/>
                <a:gd name="T38" fmla="*/ 70 w 155"/>
                <a:gd name="T39" fmla="*/ 118 h 133"/>
                <a:gd name="T40" fmla="*/ 62 w 155"/>
                <a:gd name="T41" fmla="*/ 113 h 133"/>
                <a:gd name="T42" fmla="*/ 55 w 155"/>
                <a:gd name="T43" fmla="*/ 120 h 133"/>
                <a:gd name="T44" fmla="*/ 48 w 155"/>
                <a:gd name="T45" fmla="*/ 123 h 133"/>
                <a:gd name="T46" fmla="*/ 45 w 155"/>
                <a:gd name="T47" fmla="*/ 117 h 133"/>
                <a:gd name="T48" fmla="*/ 30 w 155"/>
                <a:gd name="T49" fmla="*/ 116 h 133"/>
                <a:gd name="T50" fmla="*/ 22 w 155"/>
                <a:gd name="T51" fmla="*/ 114 h 133"/>
                <a:gd name="T52" fmla="*/ 19 w 155"/>
                <a:gd name="T53" fmla="*/ 105 h 133"/>
                <a:gd name="T54" fmla="*/ 15 w 155"/>
                <a:gd name="T55" fmla="*/ 87 h 133"/>
                <a:gd name="T56" fmla="*/ 5 w 155"/>
                <a:gd name="T57" fmla="*/ 80 h 133"/>
                <a:gd name="T58" fmla="*/ 4 w 155"/>
                <a:gd name="T59" fmla="*/ 72 h 133"/>
                <a:gd name="T60" fmla="*/ 2 w 155"/>
                <a:gd name="T61" fmla="*/ 63 h 133"/>
                <a:gd name="T62" fmla="*/ 0 w 155"/>
                <a:gd name="T63" fmla="*/ 53 h 133"/>
                <a:gd name="T64" fmla="*/ 5 w 155"/>
                <a:gd name="T65" fmla="*/ 42 h 133"/>
                <a:gd name="T66" fmla="*/ 10 w 155"/>
                <a:gd name="T67" fmla="*/ 38 h 133"/>
                <a:gd name="T68" fmla="*/ 22 w 155"/>
                <a:gd name="T69" fmla="*/ 52 h 133"/>
                <a:gd name="T70" fmla="*/ 33 w 155"/>
                <a:gd name="T71" fmla="*/ 52 h 133"/>
                <a:gd name="T72" fmla="*/ 42 w 155"/>
                <a:gd name="T73" fmla="*/ 54 h 133"/>
                <a:gd name="T74" fmla="*/ 52 w 155"/>
                <a:gd name="T75" fmla="*/ 47 h 133"/>
                <a:gd name="T76" fmla="*/ 62 w 155"/>
                <a:gd name="T77" fmla="*/ 44 h 133"/>
                <a:gd name="T78" fmla="*/ 73 w 155"/>
                <a:gd name="T79" fmla="*/ 49 h 133"/>
                <a:gd name="T80" fmla="*/ 82 w 155"/>
                <a:gd name="T81" fmla="*/ 45 h 133"/>
                <a:gd name="T82" fmla="*/ 97 w 155"/>
                <a:gd name="T83" fmla="*/ 29 h 133"/>
                <a:gd name="T84" fmla="*/ 103 w 155"/>
                <a:gd name="T85" fmla="*/ 20 h 133"/>
                <a:gd name="T86" fmla="*/ 104 w 155"/>
                <a:gd name="T87" fmla="*/ 6 h 133"/>
                <a:gd name="T88" fmla="*/ 112 w 155"/>
                <a:gd name="T89" fmla="*/ 0 h 133"/>
                <a:gd name="T90" fmla="*/ 126 w 155"/>
                <a:gd name="T91" fmla="*/ 1 h 133"/>
                <a:gd name="T92" fmla="*/ 136 w 155"/>
                <a:gd name="T93" fmla="*/ 4 h 133"/>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155"/>
                <a:gd name="T142" fmla="*/ 0 h 133"/>
                <a:gd name="T143" fmla="*/ 155 w 155"/>
                <a:gd name="T144" fmla="*/ 133 h 133"/>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155" h="133">
                  <a:moveTo>
                    <a:pt x="136" y="4"/>
                  </a:moveTo>
                  <a:lnTo>
                    <a:pt x="136" y="5"/>
                  </a:lnTo>
                  <a:lnTo>
                    <a:pt x="138" y="9"/>
                  </a:lnTo>
                  <a:lnTo>
                    <a:pt x="136" y="10"/>
                  </a:lnTo>
                  <a:lnTo>
                    <a:pt x="132" y="11"/>
                  </a:lnTo>
                  <a:lnTo>
                    <a:pt x="129" y="11"/>
                  </a:lnTo>
                  <a:lnTo>
                    <a:pt x="130" y="13"/>
                  </a:lnTo>
                  <a:lnTo>
                    <a:pt x="130" y="15"/>
                  </a:lnTo>
                  <a:lnTo>
                    <a:pt x="130" y="17"/>
                  </a:lnTo>
                  <a:lnTo>
                    <a:pt x="131" y="18"/>
                  </a:lnTo>
                  <a:lnTo>
                    <a:pt x="133" y="19"/>
                  </a:lnTo>
                  <a:lnTo>
                    <a:pt x="136" y="25"/>
                  </a:lnTo>
                  <a:lnTo>
                    <a:pt x="140" y="30"/>
                  </a:lnTo>
                  <a:lnTo>
                    <a:pt x="141" y="32"/>
                  </a:lnTo>
                  <a:lnTo>
                    <a:pt x="138" y="37"/>
                  </a:lnTo>
                  <a:lnTo>
                    <a:pt x="139" y="38"/>
                  </a:lnTo>
                  <a:lnTo>
                    <a:pt x="142" y="41"/>
                  </a:lnTo>
                  <a:lnTo>
                    <a:pt x="147" y="45"/>
                  </a:lnTo>
                  <a:lnTo>
                    <a:pt x="151" y="48"/>
                  </a:lnTo>
                  <a:lnTo>
                    <a:pt x="155" y="53"/>
                  </a:lnTo>
                  <a:lnTo>
                    <a:pt x="152" y="54"/>
                  </a:lnTo>
                  <a:lnTo>
                    <a:pt x="146" y="54"/>
                  </a:lnTo>
                  <a:lnTo>
                    <a:pt x="141" y="53"/>
                  </a:lnTo>
                  <a:lnTo>
                    <a:pt x="138" y="53"/>
                  </a:lnTo>
                  <a:lnTo>
                    <a:pt x="136" y="57"/>
                  </a:lnTo>
                  <a:lnTo>
                    <a:pt x="133" y="63"/>
                  </a:lnTo>
                  <a:lnTo>
                    <a:pt x="132" y="67"/>
                  </a:lnTo>
                  <a:lnTo>
                    <a:pt x="132" y="68"/>
                  </a:lnTo>
                  <a:lnTo>
                    <a:pt x="133" y="73"/>
                  </a:lnTo>
                  <a:lnTo>
                    <a:pt x="134" y="76"/>
                  </a:lnTo>
                  <a:lnTo>
                    <a:pt x="133" y="82"/>
                  </a:lnTo>
                  <a:lnTo>
                    <a:pt x="131" y="82"/>
                  </a:lnTo>
                  <a:lnTo>
                    <a:pt x="128" y="81"/>
                  </a:lnTo>
                  <a:lnTo>
                    <a:pt x="121" y="88"/>
                  </a:lnTo>
                  <a:lnTo>
                    <a:pt x="118" y="92"/>
                  </a:lnTo>
                  <a:lnTo>
                    <a:pt x="113" y="97"/>
                  </a:lnTo>
                  <a:lnTo>
                    <a:pt x="115" y="99"/>
                  </a:lnTo>
                  <a:lnTo>
                    <a:pt x="116" y="102"/>
                  </a:lnTo>
                  <a:lnTo>
                    <a:pt x="117" y="104"/>
                  </a:lnTo>
                  <a:lnTo>
                    <a:pt x="113" y="104"/>
                  </a:lnTo>
                  <a:lnTo>
                    <a:pt x="115" y="109"/>
                  </a:lnTo>
                  <a:lnTo>
                    <a:pt x="115" y="110"/>
                  </a:lnTo>
                  <a:lnTo>
                    <a:pt x="115" y="112"/>
                  </a:lnTo>
                  <a:lnTo>
                    <a:pt x="111" y="116"/>
                  </a:lnTo>
                  <a:lnTo>
                    <a:pt x="110" y="119"/>
                  </a:lnTo>
                  <a:lnTo>
                    <a:pt x="109" y="122"/>
                  </a:lnTo>
                  <a:lnTo>
                    <a:pt x="105" y="126"/>
                  </a:lnTo>
                  <a:lnTo>
                    <a:pt x="96" y="130"/>
                  </a:lnTo>
                  <a:lnTo>
                    <a:pt x="92" y="132"/>
                  </a:lnTo>
                  <a:lnTo>
                    <a:pt x="89" y="133"/>
                  </a:lnTo>
                  <a:lnTo>
                    <a:pt x="88" y="131"/>
                  </a:lnTo>
                  <a:lnTo>
                    <a:pt x="88" y="128"/>
                  </a:lnTo>
                  <a:lnTo>
                    <a:pt x="86" y="123"/>
                  </a:lnTo>
                  <a:lnTo>
                    <a:pt x="84" y="120"/>
                  </a:lnTo>
                  <a:lnTo>
                    <a:pt x="82" y="118"/>
                  </a:lnTo>
                  <a:lnTo>
                    <a:pt x="80" y="119"/>
                  </a:lnTo>
                  <a:lnTo>
                    <a:pt x="77" y="123"/>
                  </a:lnTo>
                  <a:lnTo>
                    <a:pt x="74" y="123"/>
                  </a:lnTo>
                  <a:lnTo>
                    <a:pt x="72" y="119"/>
                  </a:lnTo>
                  <a:lnTo>
                    <a:pt x="70" y="118"/>
                  </a:lnTo>
                  <a:lnTo>
                    <a:pt x="67" y="117"/>
                  </a:lnTo>
                  <a:lnTo>
                    <a:pt x="64" y="114"/>
                  </a:lnTo>
                  <a:lnTo>
                    <a:pt x="62" y="113"/>
                  </a:lnTo>
                  <a:lnTo>
                    <a:pt x="59" y="118"/>
                  </a:lnTo>
                  <a:lnTo>
                    <a:pt x="58" y="120"/>
                  </a:lnTo>
                  <a:lnTo>
                    <a:pt x="55" y="120"/>
                  </a:lnTo>
                  <a:lnTo>
                    <a:pt x="53" y="119"/>
                  </a:lnTo>
                  <a:lnTo>
                    <a:pt x="50" y="120"/>
                  </a:lnTo>
                  <a:lnTo>
                    <a:pt x="48" y="123"/>
                  </a:lnTo>
                  <a:lnTo>
                    <a:pt x="45" y="123"/>
                  </a:lnTo>
                  <a:lnTo>
                    <a:pt x="45" y="119"/>
                  </a:lnTo>
                  <a:lnTo>
                    <a:pt x="45" y="117"/>
                  </a:lnTo>
                  <a:lnTo>
                    <a:pt x="43" y="110"/>
                  </a:lnTo>
                  <a:lnTo>
                    <a:pt x="40" y="113"/>
                  </a:lnTo>
                  <a:lnTo>
                    <a:pt x="30" y="116"/>
                  </a:lnTo>
                  <a:lnTo>
                    <a:pt x="28" y="113"/>
                  </a:lnTo>
                  <a:lnTo>
                    <a:pt x="24" y="113"/>
                  </a:lnTo>
                  <a:lnTo>
                    <a:pt x="22" y="114"/>
                  </a:lnTo>
                  <a:lnTo>
                    <a:pt x="20" y="114"/>
                  </a:lnTo>
                  <a:lnTo>
                    <a:pt x="19" y="110"/>
                  </a:lnTo>
                  <a:lnTo>
                    <a:pt x="19" y="105"/>
                  </a:lnTo>
                  <a:lnTo>
                    <a:pt x="17" y="95"/>
                  </a:lnTo>
                  <a:lnTo>
                    <a:pt x="17" y="92"/>
                  </a:lnTo>
                  <a:lnTo>
                    <a:pt x="15" y="87"/>
                  </a:lnTo>
                  <a:lnTo>
                    <a:pt x="12" y="84"/>
                  </a:lnTo>
                  <a:lnTo>
                    <a:pt x="6" y="81"/>
                  </a:lnTo>
                  <a:lnTo>
                    <a:pt x="5" y="80"/>
                  </a:lnTo>
                  <a:lnTo>
                    <a:pt x="9" y="77"/>
                  </a:lnTo>
                  <a:lnTo>
                    <a:pt x="6" y="75"/>
                  </a:lnTo>
                  <a:lnTo>
                    <a:pt x="4" y="72"/>
                  </a:lnTo>
                  <a:lnTo>
                    <a:pt x="5" y="67"/>
                  </a:lnTo>
                  <a:lnTo>
                    <a:pt x="2" y="63"/>
                  </a:lnTo>
                  <a:lnTo>
                    <a:pt x="0" y="61"/>
                  </a:lnTo>
                  <a:lnTo>
                    <a:pt x="0" y="58"/>
                  </a:lnTo>
                  <a:lnTo>
                    <a:pt x="0" y="53"/>
                  </a:lnTo>
                  <a:lnTo>
                    <a:pt x="1" y="49"/>
                  </a:lnTo>
                  <a:lnTo>
                    <a:pt x="2" y="47"/>
                  </a:lnTo>
                  <a:lnTo>
                    <a:pt x="5" y="42"/>
                  </a:lnTo>
                  <a:lnTo>
                    <a:pt x="7" y="37"/>
                  </a:lnTo>
                  <a:lnTo>
                    <a:pt x="9" y="37"/>
                  </a:lnTo>
                  <a:lnTo>
                    <a:pt x="10" y="38"/>
                  </a:lnTo>
                  <a:lnTo>
                    <a:pt x="12" y="43"/>
                  </a:lnTo>
                  <a:lnTo>
                    <a:pt x="14" y="45"/>
                  </a:lnTo>
                  <a:lnTo>
                    <a:pt x="22" y="52"/>
                  </a:lnTo>
                  <a:lnTo>
                    <a:pt x="24" y="53"/>
                  </a:lnTo>
                  <a:lnTo>
                    <a:pt x="26" y="55"/>
                  </a:lnTo>
                  <a:lnTo>
                    <a:pt x="33" y="52"/>
                  </a:lnTo>
                  <a:lnTo>
                    <a:pt x="35" y="52"/>
                  </a:lnTo>
                  <a:lnTo>
                    <a:pt x="39" y="53"/>
                  </a:lnTo>
                  <a:lnTo>
                    <a:pt x="42" y="54"/>
                  </a:lnTo>
                  <a:lnTo>
                    <a:pt x="45" y="53"/>
                  </a:lnTo>
                  <a:lnTo>
                    <a:pt x="49" y="51"/>
                  </a:lnTo>
                  <a:lnTo>
                    <a:pt x="52" y="47"/>
                  </a:lnTo>
                  <a:lnTo>
                    <a:pt x="55" y="44"/>
                  </a:lnTo>
                  <a:lnTo>
                    <a:pt x="59" y="43"/>
                  </a:lnTo>
                  <a:lnTo>
                    <a:pt x="62" y="44"/>
                  </a:lnTo>
                  <a:lnTo>
                    <a:pt x="66" y="46"/>
                  </a:lnTo>
                  <a:lnTo>
                    <a:pt x="69" y="48"/>
                  </a:lnTo>
                  <a:lnTo>
                    <a:pt x="73" y="49"/>
                  </a:lnTo>
                  <a:lnTo>
                    <a:pt x="75" y="49"/>
                  </a:lnTo>
                  <a:lnTo>
                    <a:pt x="79" y="46"/>
                  </a:lnTo>
                  <a:lnTo>
                    <a:pt x="82" y="45"/>
                  </a:lnTo>
                  <a:lnTo>
                    <a:pt x="88" y="43"/>
                  </a:lnTo>
                  <a:lnTo>
                    <a:pt x="91" y="41"/>
                  </a:lnTo>
                  <a:lnTo>
                    <a:pt x="97" y="29"/>
                  </a:lnTo>
                  <a:lnTo>
                    <a:pt x="97" y="23"/>
                  </a:lnTo>
                  <a:lnTo>
                    <a:pt x="98" y="21"/>
                  </a:lnTo>
                  <a:lnTo>
                    <a:pt x="103" y="20"/>
                  </a:lnTo>
                  <a:lnTo>
                    <a:pt x="104" y="17"/>
                  </a:lnTo>
                  <a:lnTo>
                    <a:pt x="104" y="10"/>
                  </a:lnTo>
                  <a:lnTo>
                    <a:pt x="104" y="6"/>
                  </a:lnTo>
                  <a:lnTo>
                    <a:pt x="107" y="1"/>
                  </a:lnTo>
                  <a:lnTo>
                    <a:pt x="109" y="0"/>
                  </a:lnTo>
                  <a:lnTo>
                    <a:pt x="112" y="0"/>
                  </a:lnTo>
                  <a:lnTo>
                    <a:pt x="117" y="1"/>
                  </a:lnTo>
                  <a:lnTo>
                    <a:pt x="122" y="1"/>
                  </a:lnTo>
                  <a:lnTo>
                    <a:pt x="126" y="1"/>
                  </a:lnTo>
                  <a:lnTo>
                    <a:pt x="130" y="1"/>
                  </a:lnTo>
                  <a:lnTo>
                    <a:pt x="135" y="4"/>
                  </a:lnTo>
                  <a:lnTo>
                    <a:pt x="136" y="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0" name="Freeform 79"/>
            <p:cNvSpPr>
              <a:spLocks/>
            </p:cNvSpPr>
            <p:nvPr/>
          </p:nvSpPr>
          <p:spPr bwMode="gray">
            <a:xfrm>
              <a:off x="5381625" y="4945063"/>
              <a:ext cx="41275" cy="22225"/>
            </a:xfrm>
            <a:custGeom>
              <a:avLst/>
              <a:gdLst>
                <a:gd name="T0" fmla="*/ 21 w 26"/>
                <a:gd name="T1" fmla="*/ 14 h 14"/>
                <a:gd name="T2" fmla="*/ 20 w 26"/>
                <a:gd name="T3" fmla="*/ 14 h 14"/>
                <a:gd name="T4" fmla="*/ 14 w 26"/>
                <a:gd name="T5" fmla="*/ 9 h 14"/>
                <a:gd name="T6" fmla="*/ 8 w 26"/>
                <a:gd name="T7" fmla="*/ 6 h 14"/>
                <a:gd name="T8" fmla="*/ 5 w 26"/>
                <a:gd name="T9" fmla="*/ 5 h 14"/>
                <a:gd name="T10" fmla="*/ 2 w 26"/>
                <a:gd name="T11" fmla="*/ 4 h 14"/>
                <a:gd name="T12" fmla="*/ 0 w 26"/>
                <a:gd name="T13" fmla="*/ 3 h 14"/>
                <a:gd name="T14" fmla="*/ 1 w 26"/>
                <a:gd name="T15" fmla="*/ 2 h 14"/>
                <a:gd name="T16" fmla="*/ 3 w 26"/>
                <a:gd name="T17" fmla="*/ 1 h 14"/>
                <a:gd name="T18" fmla="*/ 10 w 26"/>
                <a:gd name="T19" fmla="*/ 0 h 14"/>
                <a:gd name="T20" fmla="*/ 14 w 26"/>
                <a:gd name="T21" fmla="*/ 0 h 14"/>
                <a:gd name="T22" fmla="*/ 16 w 26"/>
                <a:gd name="T23" fmla="*/ 2 h 14"/>
                <a:gd name="T24" fmla="*/ 24 w 26"/>
                <a:gd name="T25" fmla="*/ 7 h 14"/>
                <a:gd name="T26" fmla="*/ 26 w 26"/>
                <a:gd name="T27" fmla="*/ 10 h 14"/>
                <a:gd name="T28" fmla="*/ 25 w 26"/>
                <a:gd name="T29" fmla="*/ 12 h 14"/>
                <a:gd name="T30" fmla="*/ 24 w 26"/>
                <a:gd name="T31" fmla="*/ 14 h 14"/>
                <a:gd name="T32" fmla="*/ 21 w 26"/>
                <a:gd name="T33" fmla="*/ 14 h 1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6"/>
                <a:gd name="T52" fmla="*/ 0 h 14"/>
                <a:gd name="T53" fmla="*/ 26 w 26"/>
                <a:gd name="T54" fmla="*/ 14 h 1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6" h="14">
                  <a:moveTo>
                    <a:pt x="21" y="14"/>
                  </a:moveTo>
                  <a:lnTo>
                    <a:pt x="20" y="14"/>
                  </a:lnTo>
                  <a:lnTo>
                    <a:pt x="14" y="9"/>
                  </a:lnTo>
                  <a:lnTo>
                    <a:pt x="8" y="6"/>
                  </a:lnTo>
                  <a:lnTo>
                    <a:pt x="5" y="5"/>
                  </a:lnTo>
                  <a:lnTo>
                    <a:pt x="2" y="4"/>
                  </a:lnTo>
                  <a:lnTo>
                    <a:pt x="0" y="3"/>
                  </a:lnTo>
                  <a:lnTo>
                    <a:pt x="1" y="2"/>
                  </a:lnTo>
                  <a:lnTo>
                    <a:pt x="3" y="1"/>
                  </a:lnTo>
                  <a:lnTo>
                    <a:pt x="10" y="0"/>
                  </a:lnTo>
                  <a:lnTo>
                    <a:pt x="14" y="0"/>
                  </a:lnTo>
                  <a:lnTo>
                    <a:pt x="16" y="2"/>
                  </a:lnTo>
                  <a:lnTo>
                    <a:pt x="24" y="7"/>
                  </a:lnTo>
                  <a:lnTo>
                    <a:pt x="26" y="10"/>
                  </a:lnTo>
                  <a:lnTo>
                    <a:pt x="25" y="12"/>
                  </a:lnTo>
                  <a:lnTo>
                    <a:pt x="24" y="14"/>
                  </a:lnTo>
                  <a:lnTo>
                    <a:pt x="21" y="1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1" name="Freeform 80"/>
            <p:cNvSpPr>
              <a:spLocks/>
            </p:cNvSpPr>
            <p:nvPr/>
          </p:nvSpPr>
          <p:spPr bwMode="gray">
            <a:xfrm>
              <a:off x="5495925" y="4919663"/>
              <a:ext cx="88900" cy="47625"/>
            </a:xfrm>
            <a:custGeom>
              <a:avLst/>
              <a:gdLst>
                <a:gd name="T0" fmla="*/ 0 w 56"/>
                <a:gd name="T1" fmla="*/ 30 h 30"/>
                <a:gd name="T2" fmla="*/ 1 w 56"/>
                <a:gd name="T3" fmla="*/ 26 h 30"/>
                <a:gd name="T4" fmla="*/ 2 w 56"/>
                <a:gd name="T5" fmla="*/ 22 h 30"/>
                <a:gd name="T6" fmla="*/ 2 w 56"/>
                <a:gd name="T7" fmla="*/ 20 h 30"/>
                <a:gd name="T8" fmla="*/ 7 w 56"/>
                <a:gd name="T9" fmla="*/ 17 h 30"/>
                <a:gd name="T10" fmla="*/ 17 w 56"/>
                <a:gd name="T11" fmla="*/ 12 h 30"/>
                <a:gd name="T12" fmla="*/ 22 w 56"/>
                <a:gd name="T13" fmla="*/ 9 h 30"/>
                <a:gd name="T14" fmla="*/ 24 w 56"/>
                <a:gd name="T15" fmla="*/ 4 h 30"/>
                <a:gd name="T16" fmla="*/ 28 w 56"/>
                <a:gd name="T17" fmla="*/ 4 h 30"/>
                <a:gd name="T18" fmla="*/ 39 w 56"/>
                <a:gd name="T19" fmla="*/ 3 h 30"/>
                <a:gd name="T20" fmla="*/ 45 w 56"/>
                <a:gd name="T21" fmla="*/ 1 h 30"/>
                <a:gd name="T22" fmla="*/ 49 w 56"/>
                <a:gd name="T23" fmla="*/ 1 h 30"/>
                <a:gd name="T24" fmla="*/ 55 w 56"/>
                <a:gd name="T25" fmla="*/ 0 h 30"/>
                <a:gd name="T26" fmla="*/ 56 w 56"/>
                <a:gd name="T27" fmla="*/ 1 h 30"/>
                <a:gd name="T28" fmla="*/ 56 w 56"/>
                <a:gd name="T29" fmla="*/ 2 h 30"/>
                <a:gd name="T30" fmla="*/ 55 w 56"/>
                <a:gd name="T31" fmla="*/ 4 h 30"/>
                <a:gd name="T32" fmla="*/ 52 w 56"/>
                <a:gd name="T33" fmla="*/ 5 h 30"/>
                <a:gd name="T34" fmla="*/ 41 w 56"/>
                <a:gd name="T35" fmla="*/ 9 h 30"/>
                <a:gd name="T36" fmla="*/ 32 w 56"/>
                <a:gd name="T37" fmla="*/ 13 h 30"/>
                <a:gd name="T38" fmla="*/ 26 w 56"/>
                <a:gd name="T39" fmla="*/ 15 h 30"/>
                <a:gd name="T40" fmla="*/ 22 w 56"/>
                <a:gd name="T41" fmla="*/ 17 h 30"/>
                <a:gd name="T42" fmla="*/ 15 w 56"/>
                <a:gd name="T43" fmla="*/ 24 h 30"/>
                <a:gd name="T44" fmla="*/ 10 w 56"/>
                <a:gd name="T45" fmla="*/ 27 h 30"/>
                <a:gd name="T46" fmla="*/ 7 w 56"/>
                <a:gd name="T47" fmla="*/ 28 h 30"/>
                <a:gd name="T48" fmla="*/ 3 w 56"/>
                <a:gd name="T49" fmla="*/ 30 h 30"/>
                <a:gd name="T50" fmla="*/ 0 w 56"/>
                <a:gd name="T51" fmla="*/ 30 h 3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56"/>
                <a:gd name="T79" fmla="*/ 0 h 30"/>
                <a:gd name="T80" fmla="*/ 56 w 56"/>
                <a:gd name="T81" fmla="*/ 30 h 3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56" h="30">
                  <a:moveTo>
                    <a:pt x="0" y="30"/>
                  </a:moveTo>
                  <a:lnTo>
                    <a:pt x="1" y="26"/>
                  </a:lnTo>
                  <a:lnTo>
                    <a:pt x="2" y="22"/>
                  </a:lnTo>
                  <a:lnTo>
                    <a:pt x="2" y="20"/>
                  </a:lnTo>
                  <a:lnTo>
                    <a:pt x="7" y="17"/>
                  </a:lnTo>
                  <a:lnTo>
                    <a:pt x="17" y="12"/>
                  </a:lnTo>
                  <a:lnTo>
                    <a:pt x="22" y="9"/>
                  </a:lnTo>
                  <a:lnTo>
                    <a:pt x="24" y="4"/>
                  </a:lnTo>
                  <a:lnTo>
                    <a:pt x="28" y="4"/>
                  </a:lnTo>
                  <a:lnTo>
                    <a:pt x="39" y="3"/>
                  </a:lnTo>
                  <a:lnTo>
                    <a:pt x="45" y="1"/>
                  </a:lnTo>
                  <a:lnTo>
                    <a:pt x="49" y="1"/>
                  </a:lnTo>
                  <a:lnTo>
                    <a:pt x="55" y="0"/>
                  </a:lnTo>
                  <a:lnTo>
                    <a:pt x="56" y="1"/>
                  </a:lnTo>
                  <a:lnTo>
                    <a:pt x="56" y="2"/>
                  </a:lnTo>
                  <a:lnTo>
                    <a:pt x="55" y="4"/>
                  </a:lnTo>
                  <a:lnTo>
                    <a:pt x="52" y="5"/>
                  </a:lnTo>
                  <a:lnTo>
                    <a:pt x="41" y="9"/>
                  </a:lnTo>
                  <a:lnTo>
                    <a:pt x="32" y="13"/>
                  </a:lnTo>
                  <a:lnTo>
                    <a:pt x="26" y="15"/>
                  </a:lnTo>
                  <a:lnTo>
                    <a:pt x="22" y="17"/>
                  </a:lnTo>
                  <a:lnTo>
                    <a:pt x="15" y="24"/>
                  </a:lnTo>
                  <a:lnTo>
                    <a:pt x="10" y="27"/>
                  </a:lnTo>
                  <a:lnTo>
                    <a:pt x="7" y="28"/>
                  </a:lnTo>
                  <a:lnTo>
                    <a:pt x="3" y="30"/>
                  </a:lnTo>
                  <a:lnTo>
                    <a:pt x="0" y="3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2" name="Freeform 81"/>
            <p:cNvSpPr>
              <a:spLocks/>
            </p:cNvSpPr>
            <p:nvPr/>
          </p:nvSpPr>
          <p:spPr bwMode="gray">
            <a:xfrm>
              <a:off x="5040313" y="4857751"/>
              <a:ext cx="227013" cy="69850"/>
            </a:xfrm>
            <a:custGeom>
              <a:avLst/>
              <a:gdLst>
                <a:gd name="T0" fmla="*/ 0 w 143"/>
                <a:gd name="T1" fmla="*/ 13 h 44"/>
                <a:gd name="T2" fmla="*/ 6 w 143"/>
                <a:gd name="T3" fmla="*/ 13 h 44"/>
                <a:gd name="T4" fmla="*/ 8 w 143"/>
                <a:gd name="T5" fmla="*/ 8 h 44"/>
                <a:gd name="T6" fmla="*/ 11 w 143"/>
                <a:gd name="T7" fmla="*/ 8 h 44"/>
                <a:gd name="T8" fmla="*/ 12 w 143"/>
                <a:gd name="T9" fmla="*/ 2 h 44"/>
                <a:gd name="T10" fmla="*/ 14 w 143"/>
                <a:gd name="T11" fmla="*/ 1 h 44"/>
                <a:gd name="T12" fmla="*/ 22 w 143"/>
                <a:gd name="T13" fmla="*/ 2 h 44"/>
                <a:gd name="T14" fmla="*/ 27 w 143"/>
                <a:gd name="T15" fmla="*/ 4 h 44"/>
                <a:gd name="T16" fmla="*/ 28 w 143"/>
                <a:gd name="T17" fmla="*/ 0 h 44"/>
                <a:gd name="T18" fmla="*/ 35 w 143"/>
                <a:gd name="T19" fmla="*/ 2 h 44"/>
                <a:gd name="T20" fmla="*/ 40 w 143"/>
                <a:gd name="T21" fmla="*/ 5 h 44"/>
                <a:gd name="T22" fmla="*/ 44 w 143"/>
                <a:gd name="T23" fmla="*/ 7 h 44"/>
                <a:gd name="T24" fmla="*/ 50 w 143"/>
                <a:gd name="T25" fmla="*/ 7 h 44"/>
                <a:gd name="T26" fmla="*/ 53 w 143"/>
                <a:gd name="T27" fmla="*/ 14 h 44"/>
                <a:gd name="T28" fmla="*/ 63 w 143"/>
                <a:gd name="T29" fmla="*/ 16 h 44"/>
                <a:gd name="T30" fmla="*/ 77 w 143"/>
                <a:gd name="T31" fmla="*/ 16 h 44"/>
                <a:gd name="T32" fmla="*/ 82 w 143"/>
                <a:gd name="T33" fmla="*/ 15 h 44"/>
                <a:gd name="T34" fmla="*/ 86 w 143"/>
                <a:gd name="T35" fmla="*/ 9 h 44"/>
                <a:gd name="T36" fmla="*/ 90 w 143"/>
                <a:gd name="T37" fmla="*/ 10 h 44"/>
                <a:gd name="T38" fmla="*/ 97 w 143"/>
                <a:gd name="T39" fmla="*/ 14 h 44"/>
                <a:gd name="T40" fmla="*/ 106 w 143"/>
                <a:gd name="T41" fmla="*/ 15 h 44"/>
                <a:gd name="T42" fmla="*/ 113 w 143"/>
                <a:gd name="T43" fmla="*/ 18 h 44"/>
                <a:gd name="T44" fmla="*/ 115 w 143"/>
                <a:gd name="T45" fmla="*/ 23 h 44"/>
                <a:gd name="T46" fmla="*/ 118 w 143"/>
                <a:gd name="T47" fmla="*/ 27 h 44"/>
                <a:gd name="T48" fmla="*/ 127 w 143"/>
                <a:gd name="T49" fmla="*/ 30 h 44"/>
                <a:gd name="T50" fmla="*/ 135 w 143"/>
                <a:gd name="T51" fmla="*/ 29 h 44"/>
                <a:gd name="T52" fmla="*/ 142 w 143"/>
                <a:gd name="T53" fmla="*/ 30 h 44"/>
                <a:gd name="T54" fmla="*/ 141 w 143"/>
                <a:gd name="T55" fmla="*/ 35 h 44"/>
                <a:gd name="T56" fmla="*/ 143 w 143"/>
                <a:gd name="T57" fmla="*/ 44 h 44"/>
                <a:gd name="T58" fmla="*/ 134 w 143"/>
                <a:gd name="T59" fmla="*/ 41 h 44"/>
                <a:gd name="T60" fmla="*/ 124 w 143"/>
                <a:gd name="T61" fmla="*/ 37 h 44"/>
                <a:gd name="T62" fmla="*/ 116 w 143"/>
                <a:gd name="T63" fmla="*/ 39 h 44"/>
                <a:gd name="T64" fmla="*/ 109 w 143"/>
                <a:gd name="T65" fmla="*/ 39 h 44"/>
                <a:gd name="T66" fmla="*/ 88 w 143"/>
                <a:gd name="T67" fmla="*/ 37 h 44"/>
                <a:gd name="T68" fmla="*/ 77 w 143"/>
                <a:gd name="T69" fmla="*/ 31 h 44"/>
                <a:gd name="T70" fmla="*/ 61 w 143"/>
                <a:gd name="T71" fmla="*/ 27 h 44"/>
                <a:gd name="T72" fmla="*/ 51 w 143"/>
                <a:gd name="T73" fmla="*/ 29 h 44"/>
                <a:gd name="T74" fmla="*/ 41 w 143"/>
                <a:gd name="T75" fmla="*/ 28 h 44"/>
                <a:gd name="T76" fmla="*/ 33 w 143"/>
                <a:gd name="T77" fmla="*/ 24 h 44"/>
                <a:gd name="T78" fmla="*/ 19 w 143"/>
                <a:gd name="T79" fmla="*/ 23 h 44"/>
                <a:gd name="T80" fmla="*/ 22 w 143"/>
                <a:gd name="T81" fmla="*/ 18 h 44"/>
                <a:gd name="T82" fmla="*/ 16 w 143"/>
                <a:gd name="T83" fmla="*/ 16 h 44"/>
                <a:gd name="T84" fmla="*/ 10 w 143"/>
                <a:gd name="T85" fmla="*/ 14 h 44"/>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43"/>
                <a:gd name="T130" fmla="*/ 0 h 44"/>
                <a:gd name="T131" fmla="*/ 143 w 143"/>
                <a:gd name="T132" fmla="*/ 44 h 44"/>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43" h="44">
                  <a:moveTo>
                    <a:pt x="1" y="13"/>
                  </a:moveTo>
                  <a:lnTo>
                    <a:pt x="0" y="13"/>
                  </a:lnTo>
                  <a:lnTo>
                    <a:pt x="3" y="12"/>
                  </a:lnTo>
                  <a:lnTo>
                    <a:pt x="6" y="13"/>
                  </a:lnTo>
                  <a:lnTo>
                    <a:pt x="8" y="12"/>
                  </a:lnTo>
                  <a:lnTo>
                    <a:pt x="8" y="8"/>
                  </a:lnTo>
                  <a:lnTo>
                    <a:pt x="8" y="7"/>
                  </a:lnTo>
                  <a:lnTo>
                    <a:pt x="11" y="8"/>
                  </a:lnTo>
                  <a:lnTo>
                    <a:pt x="10" y="4"/>
                  </a:lnTo>
                  <a:lnTo>
                    <a:pt x="12" y="2"/>
                  </a:lnTo>
                  <a:lnTo>
                    <a:pt x="13" y="0"/>
                  </a:lnTo>
                  <a:lnTo>
                    <a:pt x="14" y="1"/>
                  </a:lnTo>
                  <a:lnTo>
                    <a:pt x="19" y="2"/>
                  </a:lnTo>
                  <a:lnTo>
                    <a:pt x="22" y="2"/>
                  </a:lnTo>
                  <a:lnTo>
                    <a:pt x="23" y="5"/>
                  </a:lnTo>
                  <a:lnTo>
                    <a:pt x="27" y="4"/>
                  </a:lnTo>
                  <a:lnTo>
                    <a:pt x="28" y="2"/>
                  </a:lnTo>
                  <a:lnTo>
                    <a:pt x="28" y="0"/>
                  </a:lnTo>
                  <a:lnTo>
                    <a:pt x="30" y="1"/>
                  </a:lnTo>
                  <a:lnTo>
                    <a:pt x="35" y="2"/>
                  </a:lnTo>
                  <a:lnTo>
                    <a:pt x="37" y="6"/>
                  </a:lnTo>
                  <a:lnTo>
                    <a:pt x="40" y="5"/>
                  </a:lnTo>
                  <a:lnTo>
                    <a:pt x="41" y="7"/>
                  </a:lnTo>
                  <a:lnTo>
                    <a:pt x="44" y="7"/>
                  </a:lnTo>
                  <a:lnTo>
                    <a:pt x="48" y="6"/>
                  </a:lnTo>
                  <a:lnTo>
                    <a:pt x="50" y="7"/>
                  </a:lnTo>
                  <a:lnTo>
                    <a:pt x="52" y="11"/>
                  </a:lnTo>
                  <a:lnTo>
                    <a:pt x="53" y="14"/>
                  </a:lnTo>
                  <a:lnTo>
                    <a:pt x="60" y="15"/>
                  </a:lnTo>
                  <a:lnTo>
                    <a:pt x="63" y="16"/>
                  </a:lnTo>
                  <a:lnTo>
                    <a:pt x="66" y="15"/>
                  </a:lnTo>
                  <a:lnTo>
                    <a:pt x="77" y="16"/>
                  </a:lnTo>
                  <a:lnTo>
                    <a:pt x="80" y="16"/>
                  </a:lnTo>
                  <a:lnTo>
                    <a:pt x="82" y="15"/>
                  </a:lnTo>
                  <a:lnTo>
                    <a:pt x="84" y="11"/>
                  </a:lnTo>
                  <a:lnTo>
                    <a:pt x="86" y="9"/>
                  </a:lnTo>
                  <a:lnTo>
                    <a:pt x="89" y="9"/>
                  </a:lnTo>
                  <a:lnTo>
                    <a:pt x="90" y="10"/>
                  </a:lnTo>
                  <a:lnTo>
                    <a:pt x="92" y="13"/>
                  </a:lnTo>
                  <a:lnTo>
                    <a:pt x="97" y="14"/>
                  </a:lnTo>
                  <a:lnTo>
                    <a:pt x="100" y="14"/>
                  </a:lnTo>
                  <a:lnTo>
                    <a:pt x="106" y="15"/>
                  </a:lnTo>
                  <a:lnTo>
                    <a:pt x="112" y="16"/>
                  </a:lnTo>
                  <a:lnTo>
                    <a:pt x="113" y="18"/>
                  </a:lnTo>
                  <a:lnTo>
                    <a:pt x="116" y="20"/>
                  </a:lnTo>
                  <a:lnTo>
                    <a:pt x="115" y="23"/>
                  </a:lnTo>
                  <a:lnTo>
                    <a:pt x="117" y="27"/>
                  </a:lnTo>
                  <a:lnTo>
                    <a:pt x="118" y="27"/>
                  </a:lnTo>
                  <a:lnTo>
                    <a:pt x="124" y="29"/>
                  </a:lnTo>
                  <a:lnTo>
                    <a:pt x="127" y="30"/>
                  </a:lnTo>
                  <a:lnTo>
                    <a:pt x="132" y="30"/>
                  </a:lnTo>
                  <a:lnTo>
                    <a:pt x="135" y="29"/>
                  </a:lnTo>
                  <a:lnTo>
                    <a:pt x="138" y="28"/>
                  </a:lnTo>
                  <a:lnTo>
                    <a:pt x="142" y="30"/>
                  </a:lnTo>
                  <a:lnTo>
                    <a:pt x="142" y="32"/>
                  </a:lnTo>
                  <a:lnTo>
                    <a:pt x="141" y="35"/>
                  </a:lnTo>
                  <a:lnTo>
                    <a:pt x="140" y="38"/>
                  </a:lnTo>
                  <a:lnTo>
                    <a:pt x="143" y="44"/>
                  </a:lnTo>
                  <a:lnTo>
                    <a:pt x="140" y="43"/>
                  </a:lnTo>
                  <a:lnTo>
                    <a:pt x="134" y="41"/>
                  </a:lnTo>
                  <a:lnTo>
                    <a:pt x="130" y="39"/>
                  </a:lnTo>
                  <a:lnTo>
                    <a:pt x="124" y="37"/>
                  </a:lnTo>
                  <a:lnTo>
                    <a:pt x="120" y="37"/>
                  </a:lnTo>
                  <a:lnTo>
                    <a:pt x="116" y="39"/>
                  </a:lnTo>
                  <a:lnTo>
                    <a:pt x="114" y="39"/>
                  </a:lnTo>
                  <a:lnTo>
                    <a:pt x="109" y="39"/>
                  </a:lnTo>
                  <a:lnTo>
                    <a:pt x="98" y="38"/>
                  </a:lnTo>
                  <a:lnTo>
                    <a:pt x="88" y="37"/>
                  </a:lnTo>
                  <a:lnTo>
                    <a:pt x="82" y="35"/>
                  </a:lnTo>
                  <a:lnTo>
                    <a:pt x="77" y="31"/>
                  </a:lnTo>
                  <a:lnTo>
                    <a:pt x="69" y="29"/>
                  </a:lnTo>
                  <a:lnTo>
                    <a:pt x="61" y="27"/>
                  </a:lnTo>
                  <a:lnTo>
                    <a:pt x="54" y="27"/>
                  </a:lnTo>
                  <a:lnTo>
                    <a:pt x="51" y="29"/>
                  </a:lnTo>
                  <a:lnTo>
                    <a:pt x="47" y="29"/>
                  </a:lnTo>
                  <a:lnTo>
                    <a:pt x="41" y="28"/>
                  </a:lnTo>
                  <a:lnTo>
                    <a:pt x="35" y="25"/>
                  </a:lnTo>
                  <a:lnTo>
                    <a:pt x="33" y="24"/>
                  </a:lnTo>
                  <a:lnTo>
                    <a:pt x="21" y="24"/>
                  </a:lnTo>
                  <a:lnTo>
                    <a:pt x="19" y="23"/>
                  </a:lnTo>
                  <a:lnTo>
                    <a:pt x="19" y="22"/>
                  </a:lnTo>
                  <a:lnTo>
                    <a:pt x="22" y="18"/>
                  </a:lnTo>
                  <a:lnTo>
                    <a:pt x="20" y="16"/>
                  </a:lnTo>
                  <a:lnTo>
                    <a:pt x="16" y="16"/>
                  </a:lnTo>
                  <a:lnTo>
                    <a:pt x="12" y="15"/>
                  </a:lnTo>
                  <a:lnTo>
                    <a:pt x="10" y="14"/>
                  </a:lnTo>
                  <a:lnTo>
                    <a:pt x="1" y="1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3" name="Freeform 82"/>
            <p:cNvSpPr>
              <a:spLocks/>
            </p:cNvSpPr>
            <p:nvPr/>
          </p:nvSpPr>
          <p:spPr bwMode="gray">
            <a:xfrm>
              <a:off x="5041900" y="4749801"/>
              <a:ext cx="36513" cy="38100"/>
            </a:xfrm>
            <a:custGeom>
              <a:avLst/>
              <a:gdLst>
                <a:gd name="T0" fmla="*/ 21 w 23"/>
                <a:gd name="T1" fmla="*/ 24 h 24"/>
                <a:gd name="T2" fmla="*/ 15 w 23"/>
                <a:gd name="T3" fmla="*/ 21 h 24"/>
                <a:gd name="T4" fmla="*/ 13 w 23"/>
                <a:gd name="T5" fmla="*/ 20 h 24"/>
                <a:gd name="T6" fmla="*/ 11 w 23"/>
                <a:gd name="T7" fmla="*/ 17 h 24"/>
                <a:gd name="T8" fmla="*/ 11 w 23"/>
                <a:gd name="T9" fmla="*/ 14 h 24"/>
                <a:gd name="T10" fmla="*/ 10 w 23"/>
                <a:gd name="T11" fmla="*/ 11 h 24"/>
                <a:gd name="T12" fmla="*/ 6 w 23"/>
                <a:gd name="T13" fmla="*/ 9 h 24"/>
                <a:gd name="T14" fmla="*/ 4 w 23"/>
                <a:gd name="T15" fmla="*/ 8 h 24"/>
                <a:gd name="T16" fmla="*/ 1 w 23"/>
                <a:gd name="T17" fmla="*/ 8 h 24"/>
                <a:gd name="T18" fmla="*/ 0 w 23"/>
                <a:gd name="T19" fmla="*/ 7 h 24"/>
                <a:gd name="T20" fmla="*/ 2 w 23"/>
                <a:gd name="T21" fmla="*/ 3 h 24"/>
                <a:gd name="T22" fmla="*/ 4 w 23"/>
                <a:gd name="T23" fmla="*/ 1 h 24"/>
                <a:gd name="T24" fmla="*/ 7 w 23"/>
                <a:gd name="T25" fmla="*/ 5 h 24"/>
                <a:gd name="T26" fmla="*/ 8 w 23"/>
                <a:gd name="T27" fmla="*/ 2 h 24"/>
                <a:gd name="T28" fmla="*/ 10 w 23"/>
                <a:gd name="T29" fmla="*/ 0 h 24"/>
                <a:gd name="T30" fmla="*/ 11 w 23"/>
                <a:gd name="T31" fmla="*/ 3 h 24"/>
                <a:gd name="T32" fmla="*/ 13 w 23"/>
                <a:gd name="T33" fmla="*/ 9 h 24"/>
                <a:gd name="T34" fmla="*/ 18 w 23"/>
                <a:gd name="T35" fmla="*/ 14 h 24"/>
                <a:gd name="T36" fmla="*/ 23 w 23"/>
                <a:gd name="T37" fmla="*/ 17 h 24"/>
                <a:gd name="T38" fmla="*/ 21 w 23"/>
                <a:gd name="T39" fmla="*/ 18 h 24"/>
                <a:gd name="T40" fmla="*/ 20 w 23"/>
                <a:gd name="T41" fmla="*/ 20 h 24"/>
                <a:gd name="T42" fmla="*/ 21 w 23"/>
                <a:gd name="T43" fmla="*/ 24 h 24"/>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23"/>
                <a:gd name="T67" fmla="*/ 0 h 24"/>
                <a:gd name="T68" fmla="*/ 23 w 23"/>
                <a:gd name="T69" fmla="*/ 24 h 24"/>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23" h="24">
                  <a:moveTo>
                    <a:pt x="21" y="24"/>
                  </a:moveTo>
                  <a:lnTo>
                    <a:pt x="15" y="21"/>
                  </a:lnTo>
                  <a:lnTo>
                    <a:pt x="13" y="20"/>
                  </a:lnTo>
                  <a:lnTo>
                    <a:pt x="11" y="17"/>
                  </a:lnTo>
                  <a:lnTo>
                    <a:pt x="11" y="14"/>
                  </a:lnTo>
                  <a:lnTo>
                    <a:pt x="10" y="11"/>
                  </a:lnTo>
                  <a:lnTo>
                    <a:pt x="6" y="9"/>
                  </a:lnTo>
                  <a:lnTo>
                    <a:pt x="4" y="8"/>
                  </a:lnTo>
                  <a:lnTo>
                    <a:pt x="1" y="8"/>
                  </a:lnTo>
                  <a:lnTo>
                    <a:pt x="0" y="7"/>
                  </a:lnTo>
                  <a:lnTo>
                    <a:pt x="2" y="3"/>
                  </a:lnTo>
                  <a:lnTo>
                    <a:pt x="4" y="1"/>
                  </a:lnTo>
                  <a:lnTo>
                    <a:pt x="7" y="5"/>
                  </a:lnTo>
                  <a:lnTo>
                    <a:pt x="8" y="2"/>
                  </a:lnTo>
                  <a:lnTo>
                    <a:pt x="10" y="0"/>
                  </a:lnTo>
                  <a:lnTo>
                    <a:pt x="11" y="3"/>
                  </a:lnTo>
                  <a:lnTo>
                    <a:pt x="13" y="9"/>
                  </a:lnTo>
                  <a:lnTo>
                    <a:pt x="18" y="14"/>
                  </a:lnTo>
                  <a:lnTo>
                    <a:pt x="23" y="17"/>
                  </a:lnTo>
                  <a:lnTo>
                    <a:pt x="21" y="18"/>
                  </a:lnTo>
                  <a:lnTo>
                    <a:pt x="20" y="20"/>
                  </a:lnTo>
                  <a:lnTo>
                    <a:pt x="21" y="2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4" name="Freeform 83"/>
            <p:cNvSpPr>
              <a:spLocks/>
            </p:cNvSpPr>
            <p:nvPr/>
          </p:nvSpPr>
          <p:spPr bwMode="gray">
            <a:xfrm>
              <a:off x="5592763" y="4662488"/>
              <a:ext cx="31750" cy="71438"/>
            </a:xfrm>
            <a:custGeom>
              <a:avLst/>
              <a:gdLst>
                <a:gd name="T0" fmla="*/ 3 w 20"/>
                <a:gd name="T1" fmla="*/ 30 h 45"/>
                <a:gd name="T2" fmla="*/ 3 w 20"/>
                <a:gd name="T3" fmla="*/ 28 h 45"/>
                <a:gd name="T4" fmla="*/ 0 w 20"/>
                <a:gd name="T5" fmla="*/ 21 h 45"/>
                <a:gd name="T6" fmla="*/ 2 w 20"/>
                <a:gd name="T7" fmla="*/ 17 h 45"/>
                <a:gd name="T8" fmla="*/ 1 w 20"/>
                <a:gd name="T9" fmla="*/ 16 h 45"/>
                <a:gd name="T10" fmla="*/ 0 w 20"/>
                <a:gd name="T11" fmla="*/ 14 h 45"/>
                <a:gd name="T12" fmla="*/ 0 w 20"/>
                <a:gd name="T13" fmla="*/ 12 h 45"/>
                <a:gd name="T14" fmla="*/ 2 w 20"/>
                <a:gd name="T15" fmla="*/ 5 h 45"/>
                <a:gd name="T16" fmla="*/ 6 w 20"/>
                <a:gd name="T17" fmla="*/ 0 h 45"/>
                <a:gd name="T18" fmla="*/ 8 w 20"/>
                <a:gd name="T19" fmla="*/ 2 h 45"/>
                <a:gd name="T20" fmla="*/ 9 w 20"/>
                <a:gd name="T21" fmla="*/ 5 h 45"/>
                <a:gd name="T22" fmla="*/ 8 w 20"/>
                <a:gd name="T23" fmla="*/ 7 h 45"/>
                <a:gd name="T24" fmla="*/ 6 w 20"/>
                <a:gd name="T25" fmla="*/ 10 h 45"/>
                <a:gd name="T26" fmla="*/ 4 w 20"/>
                <a:gd name="T27" fmla="*/ 15 h 45"/>
                <a:gd name="T28" fmla="*/ 5 w 20"/>
                <a:gd name="T29" fmla="*/ 17 h 45"/>
                <a:gd name="T30" fmla="*/ 6 w 20"/>
                <a:gd name="T31" fmla="*/ 18 h 45"/>
                <a:gd name="T32" fmla="*/ 6 w 20"/>
                <a:gd name="T33" fmla="*/ 17 h 45"/>
                <a:gd name="T34" fmla="*/ 10 w 20"/>
                <a:gd name="T35" fmla="*/ 14 h 45"/>
                <a:gd name="T36" fmla="*/ 10 w 20"/>
                <a:gd name="T37" fmla="*/ 11 h 45"/>
                <a:gd name="T38" fmla="*/ 12 w 20"/>
                <a:gd name="T39" fmla="*/ 10 h 45"/>
                <a:gd name="T40" fmla="*/ 18 w 20"/>
                <a:gd name="T41" fmla="*/ 7 h 45"/>
                <a:gd name="T42" fmla="*/ 19 w 20"/>
                <a:gd name="T43" fmla="*/ 8 h 45"/>
                <a:gd name="T44" fmla="*/ 18 w 20"/>
                <a:gd name="T45" fmla="*/ 9 h 45"/>
                <a:gd name="T46" fmla="*/ 19 w 20"/>
                <a:gd name="T47" fmla="*/ 13 h 45"/>
                <a:gd name="T48" fmla="*/ 16 w 20"/>
                <a:gd name="T49" fmla="*/ 15 h 45"/>
                <a:gd name="T50" fmla="*/ 13 w 20"/>
                <a:gd name="T51" fmla="*/ 17 h 45"/>
                <a:gd name="T52" fmla="*/ 12 w 20"/>
                <a:gd name="T53" fmla="*/ 19 h 45"/>
                <a:gd name="T54" fmla="*/ 13 w 20"/>
                <a:gd name="T55" fmla="*/ 20 h 45"/>
                <a:gd name="T56" fmla="*/ 16 w 20"/>
                <a:gd name="T57" fmla="*/ 21 h 45"/>
                <a:gd name="T58" fmla="*/ 19 w 20"/>
                <a:gd name="T59" fmla="*/ 23 h 45"/>
                <a:gd name="T60" fmla="*/ 19 w 20"/>
                <a:gd name="T61" fmla="*/ 24 h 45"/>
                <a:gd name="T62" fmla="*/ 20 w 20"/>
                <a:gd name="T63" fmla="*/ 26 h 45"/>
                <a:gd name="T64" fmla="*/ 15 w 20"/>
                <a:gd name="T65" fmla="*/ 25 h 45"/>
                <a:gd name="T66" fmla="*/ 12 w 20"/>
                <a:gd name="T67" fmla="*/ 24 h 45"/>
                <a:gd name="T68" fmla="*/ 9 w 20"/>
                <a:gd name="T69" fmla="*/ 24 h 45"/>
                <a:gd name="T70" fmla="*/ 7 w 20"/>
                <a:gd name="T71" fmla="*/ 25 h 45"/>
                <a:gd name="T72" fmla="*/ 7 w 20"/>
                <a:gd name="T73" fmla="*/ 28 h 45"/>
                <a:gd name="T74" fmla="*/ 7 w 20"/>
                <a:gd name="T75" fmla="*/ 30 h 45"/>
                <a:gd name="T76" fmla="*/ 8 w 20"/>
                <a:gd name="T77" fmla="*/ 34 h 45"/>
                <a:gd name="T78" fmla="*/ 10 w 20"/>
                <a:gd name="T79" fmla="*/ 39 h 45"/>
                <a:gd name="T80" fmla="*/ 13 w 20"/>
                <a:gd name="T81" fmla="*/ 42 h 45"/>
                <a:gd name="T82" fmla="*/ 15 w 20"/>
                <a:gd name="T83" fmla="*/ 44 h 45"/>
                <a:gd name="T84" fmla="*/ 14 w 20"/>
                <a:gd name="T85" fmla="*/ 45 h 45"/>
                <a:gd name="T86" fmla="*/ 12 w 20"/>
                <a:gd name="T87" fmla="*/ 44 h 45"/>
                <a:gd name="T88" fmla="*/ 7 w 20"/>
                <a:gd name="T89" fmla="*/ 39 h 45"/>
                <a:gd name="T90" fmla="*/ 3 w 20"/>
                <a:gd name="T91" fmla="*/ 34 h 45"/>
                <a:gd name="T92" fmla="*/ 3 w 20"/>
                <a:gd name="T93" fmla="*/ 31 h 45"/>
                <a:gd name="T94" fmla="*/ 3 w 20"/>
                <a:gd name="T95" fmla="*/ 30 h 45"/>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0"/>
                <a:gd name="T145" fmla="*/ 0 h 45"/>
                <a:gd name="T146" fmla="*/ 20 w 20"/>
                <a:gd name="T147" fmla="*/ 45 h 45"/>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0" h="45">
                  <a:moveTo>
                    <a:pt x="3" y="30"/>
                  </a:moveTo>
                  <a:lnTo>
                    <a:pt x="3" y="28"/>
                  </a:lnTo>
                  <a:lnTo>
                    <a:pt x="0" y="21"/>
                  </a:lnTo>
                  <a:lnTo>
                    <a:pt x="2" y="17"/>
                  </a:lnTo>
                  <a:lnTo>
                    <a:pt x="1" y="16"/>
                  </a:lnTo>
                  <a:lnTo>
                    <a:pt x="0" y="14"/>
                  </a:lnTo>
                  <a:lnTo>
                    <a:pt x="0" y="12"/>
                  </a:lnTo>
                  <a:lnTo>
                    <a:pt x="2" y="5"/>
                  </a:lnTo>
                  <a:lnTo>
                    <a:pt x="6" y="0"/>
                  </a:lnTo>
                  <a:lnTo>
                    <a:pt x="8" y="2"/>
                  </a:lnTo>
                  <a:lnTo>
                    <a:pt x="9" y="5"/>
                  </a:lnTo>
                  <a:lnTo>
                    <a:pt x="8" y="7"/>
                  </a:lnTo>
                  <a:lnTo>
                    <a:pt x="6" y="10"/>
                  </a:lnTo>
                  <a:lnTo>
                    <a:pt x="4" y="15"/>
                  </a:lnTo>
                  <a:lnTo>
                    <a:pt x="5" y="17"/>
                  </a:lnTo>
                  <a:lnTo>
                    <a:pt x="6" y="18"/>
                  </a:lnTo>
                  <a:lnTo>
                    <a:pt x="6" y="17"/>
                  </a:lnTo>
                  <a:lnTo>
                    <a:pt x="10" y="14"/>
                  </a:lnTo>
                  <a:lnTo>
                    <a:pt x="10" y="11"/>
                  </a:lnTo>
                  <a:lnTo>
                    <a:pt x="12" y="10"/>
                  </a:lnTo>
                  <a:lnTo>
                    <a:pt x="18" y="7"/>
                  </a:lnTo>
                  <a:lnTo>
                    <a:pt x="19" y="8"/>
                  </a:lnTo>
                  <a:lnTo>
                    <a:pt x="18" y="9"/>
                  </a:lnTo>
                  <a:lnTo>
                    <a:pt x="19" y="13"/>
                  </a:lnTo>
                  <a:lnTo>
                    <a:pt x="16" y="15"/>
                  </a:lnTo>
                  <a:lnTo>
                    <a:pt x="13" y="17"/>
                  </a:lnTo>
                  <a:lnTo>
                    <a:pt x="12" y="19"/>
                  </a:lnTo>
                  <a:lnTo>
                    <a:pt x="13" y="20"/>
                  </a:lnTo>
                  <a:lnTo>
                    <a:pt x="16" y="21"/>
                  </a:lnTo>
                  <a:lnTo>
                    <a:pt x="19" y="23"/>
                  </a:lnTo>
                  <a:lnTo>
                    <a:pt x="19" y="24"/>
                  </a:lnTo>
                  <a:lnTo>
                    <a:pt x="20" y="26"/>
                  </a:lnTo>
                  <a:lnTo>
                    <a:pt x="15" y="25"/>
                  </a:lnTo>
                  <a:lnTo>
                    <a:pt x="12" y="24"/>
                  </a:lnTo>
                  <a:lnTo>
                    <a:pt x="9" y="24"/>
                  </a:lnTo>
                  <a:lnTo>
                    <a:pt x="7" y="25"/>
                  </a:lnTo>
                  <a:lnTo>
                    <a:pt x="7" y="28"/>
                  </a:lnTo>
                  <a:lnTo>
                    <a:pt x="7" y="30"/>
                  </a:lnTo>
                  <a:lnTo>
                    <a:pt x="8" y="34"/>
                  </a:lnTo>
                  <a:lnTo>
                    <a:pt x="10" y="39"/>
                  </a:lnTo>
                  <a:lnTo>
                    <a:pt x="13" y="42"/>
                  </a:lnTo>
                  <a:lnTo>
                    <a:pt x="15" y="44"/>
                  </a:lnTo>
                  <a:lnTo>
                    <a:pt x="14" y="45"/>
                  </a:lnTo>
                  <a:lnTo>
                    <a:pt x="12" y="44"/>
                  </a:lnTo>
                  <a:lnTo>
                    <a:pt x="7" y="39"/>
                  </a:lnTo>
                  <a:lnTo>
                    <a:pt x="3" y="34"/>
                  </a:lnTo>
                  <a:lnTo>
                    <a:pt x="3" y="31"/>
                  </a:lnTo>
                  <a:lnTo>
                    <a:pt x="3" y="3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5" name="Freeform 84"/>
            <p:cNvSpPr>
              <a:spLocks/>
            </p:cNvSpPr>
            <p:nvPr/>
          </p:nvSpPr>
          <p:spPr bwMode="gray">
            <a:xfrm>
              <a:off x="4794250" y="4570413"/>
              <a:ext cx="266700" cy="288925"/>
            </a:xfrm>
            <a:custGeom>
              <a:avLst/>
              <a:gdLst>
                <a:gd name="T0" fmla="*/ 130 w 168"/>
                <a:gd name="T1" fmla="*/ 92 h 182"/>
                <a:gd name="T2" fmla="*/ 127 w 168"/>
                <a:gd name="T3" fmla="*/ 100 h 182"/>
                <a:gd name="T4" fmla="*/ 139 w 168"/>
                <a:gd name="T5" fmla="*/ 105 h 182"/>
                <a:gd name="T6" fmla="*/ 143 w 168"/>
                <a:gd name="T7" fmla="*/ 114 h 182"/>
                <a:gd name="T8" fmla="*/ 146 w 168"/>
                <a:gd name="T9" fmla="*/ 120 h 182"/>
                <a:gd name="T10" fmla="*/ 148 w 168"/>
                <a:gd name="T11" fmla="*/ 129 h 182"/>
                <a:gd name="T12" fmla="*/ 160 w 168"/>
                <a:gd name="T13" fmla="*/ 128 h 182"/>
                <a:gd name="T14" fmla="*/ 168 w 168"/>
                <a:gd name="T15" fmla="*/ 137 h 182"/>
                <a:gd name="T16" fmla="*/ 165 w 168"/>
                <a:gd name="T17" fmla="*/ 161 h 182"/>
                <a:gd name="T18" fmla="*/ 165 w 168"/>
                <a:gd name="T19" fmla="*/ 171 h 182"/>
                <a:gd name="T20" fmla="*/ 163 w 168"/>
                <a:gd name="T21" fmla="*/ 180 h 182"/>
                <a:gd name="T22" fmla="*/ 156 w 168"/>
                <a:gd name="T23" fmla="*/ 174 h 182"/>
                <a:gd name="T24" fmla="*/ 146 w 168"/>
                <a:gd name="T25" fmla="*/ 175 h 182"/>
                <a:gd name="T26" fmla="*/ 146 w 168"/>
                <a:gd name="T27" fmla="*/ 182 h 182"/>
                <a:gd name="T28" fmla="*/ 130 w 168"/>
                <a:gd name="T29" fmla="*/ 165 h 182"/>
                <a:gd name="T30" fmla="*/ 111 w 168"/>
                <a:gd name="T31" fmla="*/ 149 h 182"/>
                <a:gd name="T32" fmla="*/ 101 w 168"/>
                <a:gd name="T33" fmla="*/ 139 h 182"/>
                <a:gd name="T34" fmla="*/ 87 w 168"/>
                <a:gd name="T35" fmla="*/ 121 h 182"/>
                <a:gd name="T36" fmla="*/ 79 w 168"/>
                <a:gd name="T37" fmla="*/ 103 h 182"/>
                <a:gd name="T38" fmla="*/ 68 w 168"/>
                <a:gd name="T39" fmla="*/ 88 h 182"/>
                <a:gd name="T40" fmla="*/ 59 w 168"/>
                <a:gd name="T41" fmla="*/ 78 h 182"/>
                <a:gd name="T42" fmla="*/ 54 w 168"/>
                <a:gd name="T43" fmla="*/ 62 h 182"/>
                <a:gd name="T44" fmla="*/ 43 w 168"/>
                <a:gd name="T45" fmla="*/ 54 h 182"/>
                <a:gd name="T46" fmla="*/ 37 w 168"/>
                <a:gd name="T47" fmla="*/ 50 h 182"/>
                <a:gd name="T48" fmla="*/ 32 w 168"/>
                <a:gd name="T49" fmla="*/ 38 h 182"/>
                <a:gd name="T50" fmla="*/ 19 w 168"/>
                <a:gd name="T51" fmla="*/ 30 h 182"/>
                <a:gd name="T52" fmla="*/ 6 w 168"/>
                <a:gd name="T53" fmla="*/ 16 h 182"/>
                <a:gd name="T54" fmla="*/ 0 w 168"/>
                <a:gd name="T55" fmla="*/ 3 h 182"/>
                <a:gd name="T56" fmla="*/ 4 w 168"/>
                <a:gd name="T57" fmla="*/ 0 h 182"/>
                <a:gd name="T58" fmla="*/ 13 w 168"/>
                <a:gd name="T59" fmla="*/ 6 h 182"/>
                <a:gd name="T60" fmla="*/ 24 w 168"/>
                <a:gd name="T61" fmla="*/ 8 h 182"/>
                <a:gd name="T62" fmla="*/ 34 w 168"/>
                <a:gd name="T63" fmla="*/ 6 h 182"/>
                <a:gd name="T64" fmla="*/ 46 w 168"/>
                <a:gd name="T65" fmla="*/ 19 h 182"/>
                <a:gd name="T66" fmla="*/ 54 w 168"/>
                <a:gd name="T67" fmla="*/ 30 h 182"/>
                <a:gd name="T68" fmla="*/ 72 w 168"/>
                <a:gd name="T69" fmla="*/ 41 h 182"/>
                <a:gd name="T70" fmla="*/ 73 w 168"/>
                <a:gd name="T71" fmla="*/ 47 h 182"/>
                <a:gd name="T72" fmla="*/ 86 w 168"/>
                <a:gd name="T73" fmla="*/ 58 h 182"/>
                <a:gd name="T74" fmla="*/ 87 w 168"/>
                <a:gd name="T75" fmla="*/ 55 h 182"/>
                <a:gd name="T76" fmla="*/ 95 w 168"/>
                <a:gd name="T77" fmla="*/ 60 h 182"/>
                <a:gd name="T78" fmla="*/ 104 w 168"/>
                <a:gd name="T79" fmla="*/ 65 h 182"/>
                <a:gd name="T80" fmla="*/ 111 w 168"/>
                <a:gd name="T81" fmla="*/ 75 h 182"/>
                <a:gd name="T82" fmla="*/ 123 w 168"/>
                <a:gd name="T83" fmla="*/ 79 h 182"/>
                <a:gd name="T84" fmla="*/ 133 w 168"/>
                <a:gd name="T85" fmla="*/ 87 h 182"/>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68"/>
                <a:gd name="T130" fmla="*/ 0 h 182"/>
                <a:gd name="T131" fmla="*/ 168 w 168"/>
                <a:gd name="T132" fmla="*/ 182 h 182"/>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68" h="182">
                  <a:moveTo>
                    <a:pt x="133" y="88"/>
                  </a:moveTo>
                  <a:lnTo>
                    <a:pt x="132" y="89"/>
                  </a:lnTo>
                  <a:lnTo>
                    <a:pt x="130" y="92"/>
                  </a:lnTo>
                  <a:lnTo>
                    <a:pt x="128" y="95"/>
                  </a:lnTo>
                  <a:lnTo>
                    <a:pt x="126" y="98"/>
                  </a:lnTo>
                  <a:lnTo>
                    <a:pt x="127" y="100"/>
                  </a:lnTo>
                  <a:lnTo>
                    <a:pt x="128" y="101"/>
                  </a:lnTo>
                  <a:lnTo>
                    <a:pt x="133" y="104"/>
                  </a:lnTo>
                  <a:lnTo>
                    <a:pt x="139" y="105"/>
                  </a:lnTo>
                  <a:lnTo>
                    <a:pt x="141" y="106"/>
                  </a:lnTo>
                  <a:lnTo>
                    <a:pt x="142" y="108"/>
                  </a:lnTo>
                  <a:lnTo>
                    <a:pt x="143" y="114"/>
                  </a:lnTo>
                  <a:lnTo>
                    <a:pt x="143" y="117"/>
                  </a:lnTo>
                  <a:lnTo>
                    <a:pt x="145" y="120"/>
                  </a:lnTo>
                  <a:lnTo>
                    <a:pt x="146" y="120"/>
                  </a:lnTo>
                  <a:lnTo>
                    <a:pt x="150" y="121"/>
                  </a:lnTo>
                  <a:lnTo>
                    <a:pt x="147" y="128"/>
                  </a:lnTo>
                  <a:lnTo>
                    <a:pt x="148" y="129"/>
                  </a:lnTo>
                  <a:lnTo>
                    <a:pt x="153" y="126"/>
                  </a:lnTo>
                  <a:lnTo>
                    <a:pt x="159" y="128"/>
                  </a:lnTo>
                  <a:lnTo>
                    <a:pt x="160" y="128"/>
                  </a:lnTo>
                  <a:lnTo>
                    <a:pt x="162" y="130"/>
                  </a:lnTo>
                  <a:lnTo>
                    <a:pt x="163" y="133"/>
                  </a:lnTo>
                  <a:lnTo>
                    <a:pt x="168" y="137"/>
                  </a:lnTo>
                  <a:lnTo>
                    <a:pt x="164" y="151"/>
                  </a:lnTo>
                  <a:lnTo>
                    <a:pt x="164" y="154"/>
                  </a:lnTo>
                  <a:lnTo>
                    <a:pt x="165" y="161"/>
                  </a:lnTo>
                  <a:lnTo>
                    <a:pt x="165" y="164"/>
                  </a:lnTo>
                  <a:lnTo>
                    <a:pt x="165" y="169"/>
                  </a:lnTo>
                  <a:lnTo>
                    <a:pt x="165" y="171"/>
                  </a:lnTo>
                  <a:lnTo>
                    <a:pt x="164" y="179"/>
                  </a:lnTo>
                  <a:lnTo>
                    <a:pt x="163" y="180"/>
                  </a:lnTo>
                  <a:lnTo>
                    <a:pt x="161" y="178"/>
                  </a:lnTo>
                  <a:lnTo>
                    <a:pt x="158" y="175"/>
                  </a:lnTo>
                  <a:lnTo>
                    <a:pt x="156" y="174"/>
                  </a:lnTo>
                  <a:lnTo>
                    <a:pt x="154" y="177"/>
                  </a:lnTo>
                  <a:lnTo>
                    <a:pt x="154" y="179"/>
                  </a:lnTo>
                  <a:lnTo>
                    <a:pt x="146" y="175"/>
                  </a:lnTo>
                  <a:lnTo>
                    <a:pt x="145" y="176"/>
                  </a:lnTo>
                  <a:lnTo>
                    <a:pt x="147" y="180"/>
                  </a:lnTo>
                  <a:lnTo>
                    <a:pt x="146" y="182"/>
                  </a:lnTo>
                  <a:lnTo>
                    <a:pt x="145" y="181"/>
                  </a:lnTo>
                  <a:lnTo>
                    <a:pt x="135" y="171"/>
                  </a:lnTo>
                  <a:lnTo>
                    <a:pt x="130" y="165"/>
                  </a:lnTo>
                  <a:lnTo>
                    <a:pt x="123" y="159"/>
                  </a:lnTo>
                  <a:lnTo>
                    <a:pt x="114" y="152"/>
                  </a:lnTo>
                  <a:lnTo>
                    <a:pt x="111" y="149"/>
                  </a:lnTo>
                  <a:lnTo>
                    <a:pt x="109" y="146"/>
                  </a:lnTo>
                  <a:lnTo>
                    <a:pt x="108" y="144"/>
                  </a:lnTo>
                  <a:lnTo>
                    <a:pt x="101" y="139"/>
                  </a:lnTo>
                  <a:lnTo>
                    <a:pt x="96" y="134"/>
                  </a:lnTo>
                  <a:lnTo>
                    <a:pt x="88" y="124"/>
                  </a:lnTo>
                  <a:lnTo>
                    <a:pt x="87" y="121"/>
                  </a:lnTo>
                  <a:lnTo>
                    <a:pt x="87" y="119"/>
                  </a:lnTo>
                  <a:lnTo>
                    <a:pt x="85" y="113"/>
                  </a:lnTo>
                  <a:lnTo>
                    <a:pt x="79" y="103"/>
                  </a:lnTo>
                  <a:lnTo>
                    <a:pt x="74" y="95"/>
                  </a:lnTo>
                  <a:lnTo>
                    <a:pt x="70" y="89"/>
                  </a:lnTo>
                  <a:lnTo>
                    <a:pt x="68" y="88"/>
                  </a:lnTo>
                  <a:lnTo>
                    <a:pt x="66" y="86"/>
                  </a:lnTo>
                  <a:lnTo>
                    <a:pt x="61" y="84"/>
                  </a:lnTo>
                  <a:lnTo>
                    <a:pt x="59" y="78"/>
                  </a:lnTo>
                  <a:lnTo>
                    <a:pt x="55" y="66"/>
                  </a:lnTo>
                  <a:lnTo>
                    <a:pt x="55" y="64"/>
                  </a:lnTo>
                  <a:lnTo>
                    <a:pt x="54" y="62"/>
                  </a:lnTo>
                  <a:lnTo>
                    <a:pt x="53" y="60"/>
                  </a:lnTo>
                  <a:lnTo>
                    <a:pt x="49" y="57"/>
                  </a:lnTo>
                  <a:lnTo>
                    <a:pt x="43" y="54"/>
                  </a:lnTo>
                  <a:lnTo>
                    <a:pt x="40" y="53"/>
                  </a:lnTo>
                  <a:lnTo>
                    <a:pt x="38" y="52"/>
                  </a:lnTo>
                  <a:lnTo>
                    <a:pt x="37" y="50"/>
                  </a:lnTo>
                  <a:lnTo>
                    <a:pt x="36" y="44"/>
                  </a:lnTo>
                  <a:lnTo>
                    <a:pt x="35" y="42"/>
                  </a:lnTo>
                  <a:lnTo>
                    <a:pt x="32" y="38"/>
                  </a:lnTo>
                  <a:lnTo>
                    <a:pt x="26" y="32"/>
                  </a:lnTo>
                  <a:lnTo>
                    <a:pt x="24" y="29"/>
                  </a:lnTo>
                  <a:lnTo>
                    <a:pt x="19" y="30"/>
                  </a:lnTo>
                  <a:lnTo>
                    <a:pt x="14" y="26"/>
                  </a:lnTo>
                  <a:lnTo>
                    <a:pt x="10" y="21"/>
                  </a:lnTo>
                  <a:lnTo>
                    <a:pt x="6" y="16"/>
                  </a:lnTo>
                  <a:lnTo>
                    <a:pt x="2" y="10"/>
                  </a:lnTo>
                  <a:lnTo>
                    <a:pt x="0" y="5"/>
                  </a:lnTo>
                  <a:lnTo>
                    <a:pt x="0" y="3"/>
                  </a:lnTo>
                  <a:lnTo>
                    <a:pt x="0" y="1"/>
                  </a:lnTo>
                  <a:lnTo>
                    <a:pt x="1" y="0"/>
                  </a:lnTo>
                  <a:lnTo>
                    <a:pt x="4" y="0"/>
                  </a:lnTo>
                  <a:lnTo>
                    <a:pt x="7" y="1"/>
                  </a:lnTo>
                  <a:lnTo>
                    <a:pt x="9" y="2"/>
                  </a:lnTo>
                  <a:lnTo>
                    <a:pt x="13" y="6"/>
                  </a:lnTo>
                  <a:lnTo>
                    <a:pt x="15" y="7"/>
                  </a:lnTo>
                  <a:lnTo>
                    <a:pt x="22" y="8"/>
                  </a:lnTo>
                  <a:lnTo>
                    <a:pt x="24" y="8"/>
                  </a:lnTo>
                  <a:lnTo>
                    <a:pt x="28" y="7"/>
                  </a:lnTo>
                  <a:lnTo>
                    <a:pt x="31" y="6"/>
                  </a:lnTo>
                  <a:lnTo>
                    <a:pt x="34" y="6"/>
                  </a:lnTo>
                  <a:lnTo>
                    <a:pt x="37" y="9"/>
                  </a:lnTo>
                  <a:lnTo>
                    <a:pt x="43" y="17"/>
                  </a:lnTo>
                  <a:lnTo>
                    <a:pt x="46" y="19"/>
                  </a:lnTo>
                  <a:lnTo>
                    <a:pt x="47" y="20"/>
                  </a:lnTo>
                  <a:lnTo>
                    <a:pt x="46" y="24"/>
                  </a:lnTo>
                  <a:lnTo>
                    <a:pt x="54" y="30"/>
                  </a:lnTo>
                  <a:lnTo>
                    <a:pt x="59" y="34"/>
                  </a:lnTo>
                  <a:lnTo>
                    <a:pt x="67" y="39"/>
                  </a:lnTo>
                  <a:lnTo>
                    <a:pt x="72" y="41"/>
                  </a:lnTo>
                  <a:lnTo>
                    <a:pt x="73" y="42"/>
                  </a:lnTo>
                  <a:lnTo>
                    <a:pt x="73" y="46"/>
                  </a:lnTo>
                  <a:lnTo>
                    <a:pt x="73" y="47"/>
                  </a:lnTo>
                  <a:lnTo>
                    <a:pt x="77" y="47"/>
                  </a:lnTo>
                  <a:lnTo>
                    <a:pt x="82" y="54"/>
                  </a:lnTo>
                  <a:lnTo>
                    <a:pt x="86" y="58"/>
                  </a:lnTo>
                  <a:lnTo>
                    <a:pt x="88" y="58"/>
                  </a:lnTo>
                  <a:lnTo>
                    <a:pt x="88" y="57"/>
                  </a:lnTo>
                  <a:lnTo>
                    <a:pt x="87" y="55"/>
                  </a:lnTo>
                  <a:lnTo>
                    <a:pt x="88" y="53"/>
                  </a:lnTo>
                  <a:lnTo>
                    <a:pt x="91" y="55"/>
                  </a:lnTo>
                  <a:lnTo>
                    <a:pt x="95" y="60"/>
                  </a:lnTo>
                  <a:lnTo>
                    <a:pt x="98" y="63"/>
                  </a:lnTo>
                  <a:lnTo>
                    <a:pt x="101" y="63"/>
                  </a:lnTo>
                  <a:lnTo>
                    <a:pt x="104" y="65"/>
                  </a:lnTo>
                  <a:lnTo>
                    <a:pt x="106" y="67"/>
                  </a:lnTo>
                  <a:lnTo>
                    <a:pt x="108" y="73"/>
                  </a:lnTo>
                  <a:lnTo>
                    <a:pt x="111" y="75"/>
                  </a:lnTo>
                  <a:lnTo>
                    <a:pt x="114" y="77"/>
                  </a:lnTo>
                  <a:lnTo>
                    <a:pt x="117" y="78"/>
                  </a:lnTo>
                  <a:lnTo>
                    <a:pt x="123" y="79"/>
                  </a:lnTo>
                  <a:lnTo>
                    <a:pt x="126" y="80"/>
                  </a:lnTo>
                  <a:lnTo>
                    <a:pt x="129" y="83"/>
                  </a:lnTo>
                  <a:lnTo>
                    <a:pt x="133" y="87"/>
                  </a:lnTo>
                  <a:lnTo>
                    <a:pt x="133" y="88"/>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6" name="Freeform 85"/>
            <p:cNvSpPr>
              <a:spLocks/>
            </p:cNvSpPr>
            <p:nvPr/>
          </p:nvSpPr>
          <p:spPr bwMode="gray">
            <a:xfrm>
              <a:off x="5270500" y="4913313"/>
              <a:ext cx="26988" cy="14288"/>
            </a:xfrm>
            <a:custGeom>
              <a:avLst/>
              <a:gdLst>
                <a:gd name="T0" fmla="*/ 10 w 17"/>
                <a:gd name="T1" fmla="*/ 9 h 9"/>
                <a:gd name="T2" fmla="*/ 8 w 17"/>
                <a:gd name="T3" fmla="*/ 7 h 9"/>
                <a:gd name="T4" fmla="*/ 1 w 17"/>
                <a:gd name="T5" fmla="*/ 4 h 9"/>
                <a:gd name="T6" fmla="*/ 0 w 17"/>
                <a:gd name="T7" fmla="*/ 2 h 9"/>
                <a:gd name="T8" fmla="*/ 4 w 17"/>
                <a:gd name="T9" fmla="*/ 2 h 9"/>
                <a:gd name="T10" fmla="*/ 7 w 17"/>
                <a:gd name="T11" fmla="*/ 0 h 9"/>
                <a:gd name="T12" fmla="*/ 11 w 17"/>
                <a:gd name="T13" fmla="*/ 0 h 9"/>
                <a:gd name="T14" fmla="*/ 17 w 17"/>
                <a:gd name="T15" fmla="*/ 4 h 9"/>
                <a:gd name="T16" fmla="*/ 14 w 17"/>
                <a:gd name="T17" fmla="*/ 5 h 9"/>
                <a:gd name="T18" fmla="*/ 13 w 17"/>
                <a:gd name="T19" fmla="*/ 6 h 9"/>
                <a:gd name="T20" fmla="*/ 10 w 17"/>
                <a:gd name="T21" fmla="*/ 9 h 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7"/>
                <a:gd name="T34" fmla="*/ 0 h 9"/>
                <a:gd name="T35" fmla="*/ 17 w 17"/>
                <a:gd name="T36" fmla="*/ 9 h 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7" h="9">
                  <a:moveTo>
                    <a:pt x="10" y="9"/>
                  </a:moveTo>
                  <a:lnTo>
                    <a:pt x="8" y="7"/>
                  </a:lnTo>
                  <a:lnTo>
                    <a:pt x="1" y="4"/>
                  </a:lnTo>
                  <a:lnTo>
                    <a:pt x="0" y="2"/>
                  </a:lnTo>
                  <a:lnTo>
                    <a:pt x="4" y="2"/>
                  </a:lnTo>
                  <a:lnTo>
                    <a:pt x="7" y="0"/>
                  </a:lnTo>
                  <a:lnTo>
                    <a:pt x="11" y="0"/>
                  </a:lnTo>
                  <a:lnTo>
                    <a:pt x="17" y="4"/>
                  </a:lnTo>
                  <a:lnTo>
                    <a:pt x="14" y="5"/>
                  </a:lnTo>
                  <a:lnTo>
                    <a:pt x="13" y="6"/>
                  </a:lnTo>
                  <a:lnTo>
                    <a:pt x="10" y="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7" name="Freeform 86"/>
            <p:cNvSpPr>
              <a:spLocks/>
            </p:cNvSpPr>
            <p:nvPr/>
          </p:nvSpPr>
          <p:spPr bwMode="gray">
            <a:xfrm>
              <a:off x="5326063" y="4911726"/>
              <a:ext cx="57150" cy="25400"/>
            </a:xfrm>
            <a:custGeom>
              <a:avLst/>
              <a:gdLst>
                <a:gd name="T0" fmla="*/ 20 w 36"/>
                <a:gd name="T1" fmla="*/ 6 h 16"/>
                <a:gd name="T2" fmla="*/ 18 w 36"/>
                <a:gd name="T3" fmla="*/ 5 h 16"/>
                <a:gd name="T4" fmla="*/ 16 w 36"/>
                <a:gd name="T5" fmla="*/ 5 h 16"/>
                <a:gd name="T6" fmla="*/ 16 w 36"/>
                <a:gd name="T7" fmla="*/ 3 h 16"/>
                <a:gd name="T8" fmla="*/ 16 w 36"/>
                <a:gd name="T9" fmla="*/ 2 h 16"/>
                <a:gd name="T10" fmla="*/ 18 w 36"/>
                <a:gd name="T11" fmla="*/ 0 h 16"/>
                <a:gd name="T12" fmla="*/ 20 w 36"/>
                <a:gd name="T13" fmla="*/ 0 h 16"/>
                <a:gd name="T14" fmla="*/ 22 w 36"/>
                <a:gd name="T15" fmla="*/ 1 h 16"/>
                <a:gd name="T16" fmla="*/ 22 w 36"/>
                <a:gd name="T17" fmla="*/ 2 h 16"/>
                <a:gd name="T18" fmla="*/ 23 w 36"/>
                <a:gd name="T19" fmla="*/ 3 h 16"/>
                <a:gd name="T20" fmla="*/ 25 w 36"/>
                <a:gd name="T21" fmla="*/ 2 h 16"/>
                <a:gd name="T22" fmla="*/ 27 w 36"/>
                <a:gd name="T23" fmla="*/ 3 h 16"/>
                <a:gd name="T24" fmla="*/ 28 w 36"/>
                <a:gd name="T25" fmla="*/ 4 h 16"/>
                <a:gd name="T26" fmla="*/ 28 w 36"/>
                <a:gd name="T27" fmla="*/ 7 h 16"/>
                <a:gd name="T28" fmla="*/ 29 w 36"/>
                <a:gd name="T29" fmla="*/ 6 h 16"/>
                <a:gd name="T30" fmla="*/ 31 w 36"/>
                <a:gd name="T31" fmla="*/ 4 h 16"/>
                <a:gd name="T32" fmla="*/ 33 w 36"/>
                <a:gd name="T33" fmla="*/ 4 h 16"/>
                <a:gd name="T34" fmla="*/ 35 w 36"/>
                <a:gd name="T35" fmla="*/ 5 h 16"/>
                <a:gd name="T36" fmla="*/ 35 w 36"/>
                <a:gd name="T37" fmla="*/ 8 h 16"/>
                <a:gd name="T38" fmla="*/ 36 w 36"/>
                <a:gd name="T39" fmla="*/ 8 h 16"/>
                <a:gd name="T40" fmla="*/ 36 w 36"/>
                <a:gd name="T41" fmla="*/ 9 h 16"/>
                <a:gd name="T42" fmla="*/ 36 w 36"/>
                <a:gd name="T43" fmla="*/ 11 h 16"/>
                <a:gd name="T44" fmla="*/ 34 w 36"/>
                <a:gd name="T45" fmla="*/ 10 h 16"/>
                <a:gd name="T46" fmla="*/ 32 w 36"/>
                <a:gd name="T47" fmla="*/ 9 h 16"/>
                <a:gd name="T48" fmla="*/ 31 w 36"/>
                <a:gd name="T49" fmla="*/ 10 h 16"/>
                <a:gd name="T50" fmla="*/ 31 w 36"/>
                <a:gd name="T51" fmla="*/ 11 h 16"/>
                <a:gd name="T52" fmla="*/ 25 w 36"/>
                <a:gd name="T53" fmla="*/ 12 h 16"/>
                <a:gd name="T54" fmla="*/ 24 w 36"/>
                <a:gd name="T55" fmla="*/ 11 h 16"/>
                <a:gd name="T56" fmla="*/ 25 w 36"/>
                <a:gd name="T57" fmla="*/ 9 h 16"/>
                <a:gd name="T58" fmla="*/ 24 w 36"/>
                <a:gd name="T59" fmla="*/ 9 h 16"/>
                <a:gd name="T60" fmla="*/ 22 w 36"/>
                <a:gd name="T61" fmla="*/ 11 h 16"/>
                <a:gd name="T62" fmla="*/ 21 w 36"/>
                <a:gd name="T63" fmla="*/ 13 h 16"/>
                <a:gd name="T64" fmla="*/ 19 w 36"/>
                <a:gd name="T65" fmla="*/ 12 h 16"/>
                <a:gd name="T66" fmla="*/ 14 w 36"/>
                <a:gd name="T67" fmla="*/ 14 h 16"/>
                <a:gd name="T68" fmla="*/ 9 w 36"/>
                <a:gd name="T69" fmla="*/ 16 h 16"/>
                <a:gd name="T70" fmla="*/ 7 w 36"/>
                <a:gd name="T71" fmla="*/ 15 h 16"/>
                <a:gd name="T72" fmla="*/ 5 w 36"/>
                <a:gd name="T73" fmla="*/ 16 h 16"/>
                <a:gd name="T74" fmla="*/ 2 w 36"/>
                <a:gd name="T75" fmla="*/ 16 h 16"/>
                <a:gd name="T76" fmla="*/ 2 w 36"/>
                <a:gd name="T77" fmla="*/ 15 h 16"/>
                <a:gd name="T78" fmla="*/ 0 w 36"/>
                <a:gd name="T79" fmla="*/ 14 h 16"/>
                <a:gd name="T80" fmla="*/ 0 w 36"/>
                <a:gd name="T81" fmla="*/ 12 h 16"/>
                <a:gd name="T82" fmla="*/ 1 w 36"/>
                <a:gd name="T83" fmla="*/ 10 h 16"/>
                <a:gd name="T84" fmla="*/ 0 w 36"/>
                <a:gd name="T85" fmla="*/ 9 h 16"/>
                <a:gd name="T86" fmla="*/ 1 w 36"/>
                <a:gd name="T87" fmla="*/ 8 h 16"/>
                <a:gd name="T88" fmla="*/ 3 w 36"/>
                <a:gd name="T89" fmla="*/ 7 h 16"/>
                <a:gd name="T90" fmla="*/ 5 w 36"/>
                <a:gd name="T91" fmla="*/ 6 h 16"/>
                <a:gd name="T92" fmla="*/ 6 w 36"/>
                <a:gd name="T93" fmla="*/ 6 h 16"/>
                <a:gd name="T94" fmla="*/ 10 w 36"/>
                <a:gd name="T95" fmla="*/ 7 h 16"/>
                <a:gd name="T96" fmla="*/ 13 w 36"/>
                <a:gd name="T97" fmla="*/ 7 h 16"/>
                <a:gd name="T98" fmla="*/ 14 w 36"/>
                <a:gd name="T99" fmla="*/ 9 h 16"/>
                <a:gd name="T100" fmla="*/ 16 w 36"/>
                <a:gd name="T101" fmla="*/ 10 h 16"/>
                <a:gd name="T102" fmla="*/ 18 w 36"/>
                <a:gd name="T103" fmla="*/ 10 h 16"/>
                <a:gd name="T104" fmla="*/ 20 w 36"/>
                <a:gd name="T105" fmla="*/ 9 h 16"/>
                <a:gd name="T106" fmla="*/ 22 w 36"/>
                <a:gd name="T107" fmla="*/ 9 h 16"/>
                <a:gd name="T108" fmla="*/ 22 w 36"/>
                <a:gd name="T109" fmla="*/ 7 h 16"/>
                <a:gd name="T110" fmla="*/ 20 w 36"/>
                <a:gd name="T111" fmla="*/ 6 h 1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6"/>
                <a:gd name="T169" fmla="*/ 0 h 16"/>
                <a:gd name="T170" fmla="*/ 36 w 36"/>
                <a:gd name="T171" fmla="*/ 16 h 1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6" h="16">
                  <a:moveTo>
                    <a:pt x="20" y="6"/>
                  </a:moveTo>
                  <a:lnTo>
                    <a:pt x="18" y="5"/>
                  </a:lnTo>
                  <a:lnTo>
                    <a:pt x="16" y="5"/>
                  </a:lnTo>
                  <a:lnTo>
                    <a:pt x="16" y="3"/>
                  </a:lnTo>
                  <a:lnTo>
                    <a:pt x="16" y="2"/>
                  </a:lnTo>
                  <a:lnTo>
                    <a:pt x="18" y="0"/>
                  </a:lnTo>
                  <a:lnTo>
                    <a:pt x="20" y="0"/>
                  </a:lnTo>
                  <a:lnTo>
                    <a:pt x="22" y="1"/>
                  </a:lnTo>
                  <a:lnTo>
                    <a:pt x="22" y="2"/>
                  </a:lnTo>
                  <a:lnTo>
                    <a:pt x="23" y="3"/>
                  </a:lnTo>
                  <a:lnTo>
                    <a:pt x="25" y="2"/>
                  </a:lnTo>
                  <a:lnTo>
                    <a:pt x="27" y="3"/>
                  </a:lnTo>
                  <a:lnTo>
                    <a:pt x="28" y="4"/>
                  </a:lnTo>
                  <a:lnTo>
                    <a:pt x="28" y="7"/>
                  </a:lnTo>
                  <a:lnTo>
                    <a:pt x="29" y="6"/>
                  </a:lnTo>
                  <a:lnTo>
                    <a:pt x="31" y="4"/>
                  </a:lnTo>
                  <a:lnTo>
                    <a:pt x="33" y="4"/>
                  </a:lnTo>
                  <a:lnTo>
                    <a:pt x="35" y="5"/>
                  </a:lnTo>
                  <a:lnTo>
                    <a:pt x="35" y="8"/>
                  </a:lnTo>
                  <a:lnTo>
                    <a:pt x="36" y="8"/>
                  </a:lnTo>
                  <a:lnTo>
                    <a:pt x="36" y="9"/>
                  </a:lnTo>
                  <a:lnTo>
                    <a:pt x="36" y="11"/>
                  </a:lnTo>
                  <a:lnTo>
                    <a:pt x="34" y="10"/>
                  </a:lnTo>
                  <a:lnTo>
                    <a:pt x="32" y="9"/>
                  </a:lnTo>
                  <a:lnTo>
                    <a:pt x="31" y="10"/>
                  </a:lnTo>
                  <a:lnTo>
                    <a:pt x="31" y="11"/>
                  </a:lnTo>
                  <a:lnTo>
                    <a:pt x="25" y="12"/>
                  </a:lnTo>
                  <a:lnTo>
                    <a:pt x="24" y="11"/>
                  </a:lnTo>
                  <a:lnTo>
                    <a:pt x="25" y="9"/>
                  </a:lnTo>
                  <a:lnTo>
                    <a:pt x="24" y="9"/>
                  </a:lnTo>
                  <a:lnTo>
                    <a:pt x="22" y="11"/>
                  </a:lnTo>
                  <a:lnTo>
                    <a:pt x="21" y="13"/>
                  </a:lnTo>
                  <a:lnTo>
                    <a:pt x="19" y="12"/>
                  </a:lnTo>
                  <a:lnTo>
                    <a:pt x="14" y="14"/>
                  </a:lnTo>
                  <a:lnTo>
                    <a:pt x="9" y="16"/>
                  </a:lnTo>
                  <a:lnTo>
                    <a:pt x="7" y="15"/>
                  </a:lnTo>
                  <a:lnTo>
                    <a:pt x="5" y="16"/>
                  </a:lnTo>
                  <a:lnTo>
                    <a:pt x="2" y="16"/>
                  </a:lnTo>
                  <a:lnTo>
                    <a:pt x="2" y="15"/>
                  </a:lnTo>
                  <a:lnTo>
                    <a:pt x="0" y="14"/>
                  </a:lnTo>
                  <a:lnTo>
                    <a:pt x="0" y="12"/>
                  </a:lnTo>
                  <a:lnTo>
                    <a:pt x="1" y="10"/>
                  </a:lnTo>
                  <a:lnTo>
                    <a:pt x="0" y="9"/>
                  </a:lnTo>
                  <a:lnTo>
                    <a:pt x="1" y="8"/>
                  </a:lnTo>
                  <a:lnTo>
                    <a:pt x="3" y="7"/>
                  </a:lnTo>
                  <a:lnTo>
                    <a:pt x="5" y="6"/>
                  </a:lnTo>
                  <a:lnTo>
                    <a:pt x="6" y="6"/>
                  </a:lnTo>
                  <a:lnTo>
                    <a:pt x="10" y="7"/>
                  </a:lnTo>
                  <a:lnTo>
                    <a:pt x="13" y="7"/>
                  </a:lnTo>
                  <a:lnTo>
                    <a:pt x="14" y="9"/>
                  </a:lnTo>
                  <a:lnTo>
                    <a:pt x="16" y="10"/>
                  </a:lnTo>
                  <a:lnTo>
                    <a:pt x="18" y="10"/>
                  </a:lnTo>
                  <a:lnTo>
                    <a:pt x="20" y="9"/>
                  </a:lnTo>
                  <a:lnTo>
                    <a:pt x="22" y="9"/>
                  </a:lnTo>
                  <a:lnTo>
                    <a:pt x="22" y="7"/>
                  </a:lnTo>
                  <a:lnTo>
                    <a:pt x="20" y="6"/>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8" name="Freeform 87"/>
            <p:cNvSpPr>
              <a:spLocks/>
            </p:cNvSpPr>
            <p:nvPr/>
          </p:nvSpPr>
          <p:spPr bwMode="gray">
            <a:xfrm>
              <a:off x="5405438" y="4910138"/>
              <a:ext cx="76200" cy="23813"/>
            </a:xfrm>
            <a:custGeom>
              <a:avLst/>
              <a:gdLst>
                <a:gd name="T0" fmla="*/ 48 w 48"/>
                <a:gd name="T1" fmla="*/ 5 h 15"/>
                <a:gd name="T2" fmla="*/ 44 w 48"/>
                <a:gd name="T3" fmla="*/ 6 h 15"/>
                <a:gd name="T4" fmla="*/ 45 w 48"/>
                <a:gd name="T5" fmla="*/ 8 h 15"/>
                <a:gd name="T6" fmla="*/ 38 w 48"/>
                <a:gd name="T7" fmla="*/ 10 h 15"/>
                <a:gd name="T8" fmla="*/ 34 w 48"/>
                <a:gd name="T9" fmla="*/ 12 h 15"/>
                <a:gd name="T10" fmla="*/ 32 w 48"/>
                <a:gd name="T11" fmla="*/ 12 h 15"/>
                <a:gd name="T12" fmla="*/ 29 w 48"/>
                <a:gd name="T13" fmla="*/ 14 h 15"/>
                <a:gd name="T14" fmla="*/ 25 w 48"/>
                <a:gd name="T15" fmla="*/ 14 h 15"/>
                <a:gd name="T16" fmla="*/ 22 w 48"/>
                <a:gd name="T17" fmla="*/ 13 h 15"/>
                <a:gd name="T18" fmla="*/ 19 w 48"/>
                <a:gd name="T19" fmla="*/ 15 h 15"/>
                <a:gd name="T20" fmla="*/ 18 w 48"/>
                <a:gd name="T21" fmla="*/ 15 h 15"/>
                <a:gd name="T22" fmla="*/ 15 w 48"/>
                <a:gd name="T23" fmla="*/ 15 h 15"/>
                <a:gd name="T24" fmla="*/ 11 w 48"/>
                <a:gd name="T25" fmla="*/ 13 h 15"/>
                <a:gd name="T26" fmla="*/ 3 w 48"/>
                <a:gd name="T27" fmla="*/ 13 h 15"/>
                <a:gd name="T28" fmla="*/ 1 w 48"/>
                <a:gd name="T29" fmla="*/ 13 h 15"/>
                <a:gd name="T30" fmla="*/ 0 w 48"/>
                <a:gd name="T31" fmla="*/ 9 h 15"/>
                <a:gd name="T32" fmla="*/ 0 w 48"/>
                <a:gd name="T33" fmla="*/ 8 h 15"/>
                <a:gd name="T34" fmla="*/ 3 w 48"/>
                <a:gd name="T35" fmla="*/ 6 h 15"/>
                <a:gd name="T36" fmla="*/ 7 w 48"/>
                <a:gd name="T37" fmla="*/ 5 h 15"/>
                <a:gd name="T38" fmla="*/ 11 w 48"/>
                <a:gd name="T39" fmla="*/ 5 h 15"/>
                <a:gd name="T40" fmla="*/ 19 w 48"/>
                <a:gd name="T41" fmla="*/ 8 h 15"/>
                <a:gd name="T42" fmla="*/ 22 w 48"/>
                <a:gd name="T43" fmla="*/ 10 h 15"/>
                <a:gd name="T44" fmla="*/ 24 w 48"/>
                <a:gd name="T45" fmla="*/ 10 h 15"/>
                <a:gd name="T46" fmla="*/ 27 w 48"/>
                <a:gd name="T47" fmla="*/ 8 h 15"/>
                <a:gd name="T48" fmla="*/ 30 w 48"/>
                <a:gd name="T49" fmla="*/ 8 h 15"/>
                <a:gd name="T50" fmla="*/ 33 w 48"/>
                <a:gd name="T51" fmla="*/ 7 h 15"/>
                <a:gd name="T52" fmla="*/ 36 w 48"/>
                <a:gd name="T53" fmla="*/ 9 h 15"/>
                <a:gd name="T54" fmla="*/ 39 w 48"/>
                <a:gd name="T55" fmla="*/ 8 h 15"/>
                <a:gd name="T56" fmla="*/ 39 w 48"/>
                <a:gd name="T57" fmla="*/ 6 h 15"/>
                <a:gd name="T58" fmla="*/ 42 w 48"/>
                <a:gd name="T59" fmla="*/ 5 h 15"/>
                <a:gd name="T60" fmla="*/ 45 w 48"/>
                <a:gd name="T61" fmla="*/ 3 h 15"/>
                <a:gd name="T62" fmla="*/ 45 w 48"/>
                <a:gd name="T63" fmla="*/ 2 h 15"/>
                <a:gd name="T64" fmla="*/ 45 w 48"/>
                <a:gd name="T65" fmla="*/ 1 h 15"/>
                <a:gd name="T66" fmla="*/ 43 w 48"/>
                <a:gd name="T67" fmla="*/ 1 h 15"/>
                <a:gd name="T68" fmla="*/ 44 w 48"/>
                <a:gd name="T69" fmla="*/ 0 h 15"/>
                <a:gd name="T70" fmla="*/ 45 w 48"/>
                <a:gd name="T71" fmla="*/ 0 h 15"/>
                <a:gd name="T72" fmla="*/ 47 w 48"/>
                <a:gd name="T73" fmla="*/ 1 h 15"/>
                <a:gd name="T74" fmla="*/ 48 w 48"/>
                <a:gd name="T75" fmla="*/ 2 h 15"/>
                <a:gd name="T76" fmla="*/ 48 w 48"/>
                <a:gd name="T77" fmla="*/ 5 h 1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48"/>
                <a:gd name="T118" fmla="*/ 0 h 15"/>
                <a:gd name="T119" fmla="*/ 48 w 48"/>
                <a:gd name="T120" fmla="*/ 15 h 15"/>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48" h="15">
                  <a:moveTo>
                    <a:pt x="48" y="5"/>
                  </a:moveTo>
                  <a:lnTo>
                    <a:pt x="44" y="6"/>
                  </a:lnTo>
                  <a:lnTo>
                    <a:pt x="45" y="8"/>
                  </a:lnTo>
                  <a:lnTo>
                    <a:pt x="38" y="10"/>
                  </a:lnTo>
                  <a:lnTo>
                    <a:pt x="34" y="12"/>
                  </a:lnTo>
                  <a:lnTo>
                    <a:pt x="32" y="12"/>
                  </a:lnTo>
                  <a:lnTo>
                    <a:pt x="29" y="14"/>
                  </a:lnTo>
                  <a:lnTo>
                    <a:pt x="25" y="14"/>
                  </a:lnTo>
                  <a:lnTo>
                    <a:pt x="22" y="13"/>
                  </a:lnTo>
                  <a:lnTo>
                    <a:pt x="19" y="15"/>
                  </a:lnTo>
                  <a:lnTo>
                    <a:pt x="18" y="15"/>
                  </a:lnTo>
                  <a:lnTo>
                    <a:pt x="15" y="15"/>
                  </a:lnTo>
                  <a:lnTo>
                    <a:pt x="11" y="13"/>
                  </a:lnTo>
                  <a:lnTo>
                    <a:pt x="3" y="13"/>
                  </a:lnTo>
                  <a:lnTo>
                    <a:pt x="1" y="13"/>
                  </a:lnTo>
                  <a:lnTo>
                    <a:pt x="0" y="9"/>
                  </a:lnTo>
                  <a:lnTo>
                    <a:pt x="0" y="8"/>
                  </a:lnTo>
                  <a:lnTo>
                    <a:pt x="3" y="6"/>
                  </a:lnTo>
                  <a:lnTo>
                    <a:pt x="7" y="5"/>
                  </a:lnTo>
                  <a:lnTo>
                    <a:pt x="11" y="5"/>
                  </a:lnTo>
                  <a:lnTo>
                    <a:pt x="19" y="8"/>
                  </a:lnTo>
                  <a:lnTo>
                    <a:pt x="22" y="10"/>
                  </a:lnTo>
                  <a:lnTo>
                    <a:pt x="24" y="10"/>
                  </a:lnTo>
                  <a:lnTo>
                    <a:pt x="27" y="8"/>
                  </a:lnTo>
                  <a:lnTo>
                    <a:pt x="30" y="8"/>
                  </a:lnTo>
                  <a:lnTo>
                    <a:pt x="33" y="7"/>
                  </a:lnTo>
                  <a:lnTo>
                    <a:pt x="36" y="9"/>
                  </a:lnTo>
                  <a:lnTo>
                    <a:pt x="39" y="8"/>
                  </a:lnTo>
                  <a:lnTo>
                    <a:pt x="39" y="6"/>
                  </a:lnTo>
                  <a:lnTo>
                    <a:pt x="42" y="5"/>
                  </a:lnTo>
                  <a:lnTo>
                    <a:pt x="45" y="3"/>
                  </a:lnTo>
                  <a:lnTo>
                    <a:pt x="45" y="2"/>
                  </a:lnTo>
                  <a:lnTo>
                    <a:pt x="45" y="1"/>
                  </a:lnTo>
                  <a:lnTo>
                    <a:pt x="43" y="1"/>
                  </a:lnTo>
                  <a:lnTo>
                    <a:pt x="44" y="0"/>
                  </a:lnTo>
                  <a:lnTo>
                    <a:pt x="45" y="0"/>
                  </a:lnTo>
                  <a:lnTo>
                    <a:pt x="47" y="1"/>
                  </a:lnTo>
                  <a:lnTo>
                    <a:pt x="48" y="2"/>
                  </a:lnTo>
                  <a:lnTo>
                    <a:pt x="48" y="5"/>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69" name="Freeform 88"/>
            <p:cNvSpPr>
              <a:spLocks/>
            </p:cNvSpPr>
            <p:nvPr/>
          </p:nvSpPr>
          <p:spPr bwMode="gray">
            <a:xfrm>
              <a:off x="5846763" y="4895851"/>
              <a:ext cx="30163" cy="25400"/>
            </a:xfrm>
            <a:custGeom>
              <a:avLst/>
              <a:gdLst>
                <a:gd name="T0" fmla="*/ 8 w 19"/>
                <a:gd name="T1" fmla="*/ 16 h 16"/>
                <a:gd name="T2" fmla="*/ 0 w 19"/>
                <a:gd name="T3" fmla="*/ 15 h 16"/>
                <a:gd name="T4" fmla="*/ 4 w 19"/>
                <a:gd name="T5" fmla="*/ 7 h 16"/>
                <a:gd name="T6" fmla="*/ 8 w 19"/>
                <a:gd name="T7" fmla="*/ 3 h 16"/>
                <a:gd name="T8" fmla="*/ 11 w 19"/>
                <a:gd name="T9" fmla="*/ 1 h 16"/>
                <a:gd name="T10" fmla="*/ 14 w 19"/>
                <a:gd name="T11" fmla="*/ 0 h 16"/>
                <a:gd name="T12" fmla="*/ 18 w 19"/>
                <a:gd name="T13" fmla="*/ 3 h 16"/>
                <a:gd name="T14" fmla="*/ 19 w 19"/>
                <a:gd name="T15" fmla="*/ 4 h 16"/>
                <a:gd name="T16" fmla="*/ 18 w 19"/>
                <a:gd name="T17" fmla="*/ 5 h 16"/>
                <a:gd name="T18" fmla="*/ 16 w 19"/>
                <a:gd name="T19" fmla="*/ 10 h 16"/>
                <a:gd name="T20" fmla="*/ 14 w 19"/>
                <a:gd name="T21" fmla="*/ 11 h 16"/>
                <a:gd name="T22" fmla="*/ 10 w 19"/>
                <a:gd name="T23" fmla="*/ 16 h 16"/>
                <a:gd name="T24" fmla="*/ 8 w 19"/>
                <a:gd name="T25" fmla="*/ 16 h 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9"/>
                <a:gd name="T40" fmla="*/ 0 h 16"/>
                <a:gd name="T41" fmla="*/ 19 w 19"/>
                <a:gd name="T42" fmla="*/ 16 h 1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9" h="16">
                  <a:moveTo>
                    <a:pt x="8" y="16"/>
                  </a:moveTo>
                  <a:lnTo>
                    <a:pt x="0" y="15"/>
                  </a:lnTo>
                  <a:lnTo>
                    <a:pt x="4" y="7"/>
                  </a:lnTo>
                  <a:lnTo>
                    <a:pt x="8" y="3"/>
                  </a:lnTo>
                  <a:lnTo>
                    <a:pt x="11" y="1"/>
                  </a:lnTo>
                  <a:lnTo>
                    <a:pt x="14" y="0"/>
                  </a:lnTo>
                  <a:lnTo>
                    <a:pt x="18" y="3"/>
                  </a:lnTo>
                  <a:lnTo>
                    <a:pt x="19" y="4"/>
                  </a:lnTo>
                  <a:lnTo>
                    <a:pt x="18" y="5"/>
                  </a:lnTo>
                  <a:lnTo>
                    <a:pt x="16" y="10"/>
                  </a:lnTo>
                  <a:lnTo>
                    <a:pt x="14" y="11"/>
                  </a:lnTo>
                  <a:lnTo>
                    <a:pt x="10" y="16"/>
                  </a:lnTo>
                  <a:lnTo>
                    <a:pt x="8" y="16"/>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0" name="Freeform 89"/>
            <p:cNvSpPr>
              <a:spLocks/>
            </p:cNvSpPr>
            <p:nvPr/>
          </p:nvSpPr>
          <p:spPr bwMode="gray">
            <a:xfrm>
              <a:off x="5557838" y="4789488"/>
              <a:ext cx="28575" cy="15875"/>
            </a:xfrm>
            <a:custGeom>
              <a:avLst/>
              <a:gdLst>
                <a:gd name="T0" fmla="*/ 10 w 18"/>
                <a:gd name="T1" fmla="*/ 10 h 10"/>
                <a:gd name="T2" fmla="*/ 7 w 18"/>
                <a:gd name="T3" fmla="*/ 10 h 10"/>
                <a:gd name="T4" fmla="*/ 2 w 18"/>
                <a:gd name="T5" fmla="*/ 6 h 10"/>
                <a:gd name="T6" fmla="*/ 0 w 18"/>
                <a:gd name="T7" fmla="*/ 3 h 10"/>
                <a:gd name="T8" fmla="*/ 1 w 18"/>
                <a:gd name="T9" fmla="*/ 1 h 10"/>
                <a:gd name="T10" fmla="*/ 6 w 18"/>
                <a:gd name="T11" fmla="*/ 0 h 10"/>
                <a:gd name="T12" fmla="*/ 11 w 18"/>
                <a:gd name="T13" fmla="*/ 0 h 10"/>
                <a:gd name="T14" fmla="*/ 13 w 18"/>
                <a:gd name="T15" fmla="*/ 1 h 10"/>
                <a:gd name="T16" fmla="*/ 14 w 18"/>
                <a:gd name="T17" fmla="*/ 3 h 10"/>
                <a:gd name="T18" fmla="*/ 17 w 18"/>
                <a:gd name="T19" fmla="*/ 4 h 10"/>
                <a:gd name="T20" fmla="*/ 18 w 18"/>
                <a:gd name="T21" fmla="*/ 6 h 10"/>
                <a:gd name="T22" fmla="*/ 17 w 18"/>
                <a:gd name="T23" fmla="*/ 8 h 10"/>
                <a:gd name="T24" fmla="*/ 16 w 18"/>
                <a:gd name="T25" fmla="*/ 8 h 10"/>
                <a:gd name="T26" fmla="*/ 10 w 18"/>
                <a:gd name="T27" fmla="*/ 10 h 1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
                <a:gd name="T43" fmla="*/ 0 h 10"/>
                <a:gd name="T44" fmla="*/ 18 w 18"/>
                <a:gd name="T45" fmla="*/ 10 h 1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 h="10">
                  <a:moveTo>
                    <a:pt x="10" y="10"/>
                  </a:moveTo>
                  <a:lnTo>
                    <a:pt x="7" y="10"/>
                  </a:lnTo>
                  <a:lnTo>
                    <a:pt x="2" y="6"/>
                  </a:lnTo>
                  <a:lnTo>
                    <a:pt x="0" y="3"/>
                  </a:lnTo>
                  <a:lnTo>
                    <a:pt x="1" y="1"/>
                  </a:lnTo>
                  <a:lnTo>
                    <a:pt x="6" y="0"/>
                  </a:lnTo>
                  <a:lnTo>
                    <a:pt x="11" y="0"/>
                  </a:lnTo>
                  <a:lnTo>
                    <a:pt x="13" y="1"/>
                  </a:lnTo>
                  <a:lnTo>
                    <a:pt x="14" y="3"/>
                  </a:lnTo>
                  <a:lnTo>
                    <a:pt x="17" y="4"/>
                  </a:lnTo>
                  <a:lnTo>
                    <a:pt x="18" y="6"/>
                  </a:lnTo>
                  <a:lnTo>
                    <a:pt x="17" y="8"/>
                  </a:lnTo>
                  <a:lnTo>
                    <a:pt x="16" y="8"/>
                  </a:lnTo>
                  <a:lnTo>
                    <a:pt x="10" y="1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1" name="Freeform 90"/>
            <p:cNvSpPr>
              <a:spLocks/>
            </p:cNvSpPr>
            <p:nvPr/>
          </p:nvSpPr>
          <p:spPr bwMode="gray">
            <a:xfrm>
              <a:off x="5608638" y="4783138"/>
              <a:ext cx="68263" cy="22225"/>
            </a:xfrm>
            <a:custGeom>
              <a:avLst/>
              <a:gdLst>
                <a:gd name="T0" fmla="*/ 42 w 43"/>
                <a:gd name="T1" fmla="*/ 14 h 14"/>
                <a:gd name="T2" fmla="*/ 40 w 43"/>
                <a:gd name="T3" fmla="*/ 14 h 14"/>
                <a:gd name="T4" fmla="*/ 35 w 43"/>
                <a:gd name="T5" fmla="*/ 11 h 14"/>
                <a:gd name="T6" fmla="*/ 29 w 43"/>
                <a:gd name="T7" fmla="*/ 6 h 14"/>
                <a:gd name="T8" fmla="*/ 27 w 43"/>
                <a:gd name="T9" fmla="*/ 5 h 14"/>
                <a:gd name="T10" fmla="*/ 24 w 43"/>
                <a:gd name="T11" fmla="*/ 5 h 14"/>
                <a:gd name="T12" fmla="*/ 24 w 43"/>
                <a:gd name="T13" fmla="*/ 6 h 14"/>
                <a:gd name="T14" fmla="*/ 24 w 43"/>
                <a:gd name="T15" fmla="*/ 9 h 14"/>
                <a:gd name="T16" fmla="*/ 22 w 43"/>
                <a:gd name="T17" fmla="*/ 9 h 14"/>
                <a:gd name="T18" fmla="*/ 15 w 43"/>
                <a:gd name="T19" fmla="*/ 7 h 14"/>
                <a:gd name="T20" fmla="*/ 13 w 43"/>
                <a:gd name="T21" fmla="*/ 4 h 14"/>
                <a:gd name="T22" fmla="*/ 9 w 43"/>
                <a:gd name="T23" fmla="*/ 5 h 14"/>
                <a:gd name="T24" fmla="*/ 7 w 43"/>
                <a:gd name="T25" fmla="*/ 7 h 14"/>
                <a:gd name="T26" fmla="*/ 5 w 43"/>
                <a:gd name="T27" fmla="*/ 9 h 14"/>
                <a:gd name="T28" fmla="*/ 4 w 43"/>
                <a:gd name="T29" fmla="*/ 7 h 14"/>
                <a:gd name="T30" fmla="*/ 1 w 43"/>
                <a:gd name="T31" fmla="*/ 4 h 14"/>
                <a:gd name="T32" fmla="*/ 0 w 43"/>
                <a:gd name="T33" fmla="*/ 1 h 14"/>
                <a:gd name="T34" fmla="*/ 1 w 43"/>
                <a:gd name="T35" fmla="*/ 0 h 14"/>
                <a:gd name="T36" fmla="*/ 3 w 43"/>
                <a:gd name="T37" fmla="*/ 0 h 14"/>
                <a:gd name="T38" fmla="*/ 5 w 43"/>
                <a:gd name="T39" fmla="*/ 0 h 14"/>
                <a:gd name="T40" fmla="*/ 13 w 43"/>
                <a:gd name="T41" fmla="*/ 0 h 14"/>
                <a:gd name="T42" fmla="*/ 17 w 43"/>
                <a:gd name="T43" fmla="*/ 2 h 14"/>
                <a:gd name="T44" fmla="*/ 19 w 43"/>
                <a:gd name="T45" fmla="*/ 2 h 14"/>
                <a:gd name="T46" fmla="*/ 23 w 43"/>
                <a:gd name="T47" fmla="*/ 0 h 14"/>
                <a:gd name="T48" fmla="*/ 26 w 43"/>
                <a:gd name="T49" fmla="*/ 0 h 14"/>
                <a:gd name="T50" fmla="*/ 30 w 43"/>
                <a:gd name="T51" fmla="*/ 0 h 14"/>
                <a:gd name="T52" fmla="*/ 36 w 43"/>
                <a:gd name="T53" fmla="*/ 2 h 14"/>
                <a:gd name="T54" fmla="*/ 40 w 43"/>
                <a:gd name="T55" fmla="*/ 5 h 14"/>
                <a:gd name="T56" fmla="*/ 42 w 43"/>
                <a:gd name="T57" fmla="*/ 8 h 14"/>
                <a:gd name="T58" fmla="*/ 43 w 43"/>
                <a:gd name="T59" fmla="*/ 12 h 14"/>
                <a:gd name="T60" fmla="*/ 42 w 43"/>
                <a:gd name="T61" fmla="*/ 14 h 1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43"/>
                <a:gd name="T94" fmla="*/ 0 h 14"/>
                <a:gd name="T95" fmla="*/ 43 w 43"/>
                <a:gd name="T96" fmla="*/ 14 h 14"/>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43" h="14">
                  <a:moveTo>
                    <a:pt x="42" y="14"/>
                  </a:moveTo>
                  <a:lnTo>
                    <a:pt x="40" y="14"/>
                  </a:lnTo>
                  <a:lnTo>
                    <a:pt x="35" y="11"/>
                  </a:lnTo>
                  <a:lnTo>
                    <a:pt x="29" y="6"/>
                  </a:lnTo>
                  <a:lnTo>
                    <a:pt x="27" y="5"/>
                  </a:lnTo>
                  <a:lnTo>
                    <a:pt x="24" y="5"/>
                  </a:lnTo>
                  <a:lnTo>
                    <a:pt x="24" y="6"/>
                  </a:lnTo>
                  <a:lnTo>
                    <a:pt x="24" y="9"/>
                  </a:lnTo>
                  <a:lnTo>
                    <a:pt x="22" y="9"/>
                  </a:lnTo>
                  <a:lnTo>
                    <a:pt x="15" y="7"/>
                  </a:lnTo>
                  <a:lnTo>
                    <a:pt x="13" y="4"/>
                  </a:lnTo>
                  <a:lnTo>
                    <a:pt x="9" y="5"/>
                  </a:lnTo>
                  <a:lnTo>
                    <a:pt x="7" y="7"/>
                  </a:lnTo>
                  <a:lnTo>
                    <a:pt x="5" y="9"/>
                  </a:lnTo>
                  <a:lnTo>
                    <a:pt x="4" y="7"/>
                  </a:lnTo>
                  <a:lnTo>
                    <a:pt x="1" y="4"/>
                  </a:lnTo>
                  <a:lnTo>
                    <a:pt x="0" y="1"/>
                  </a:lnTo>
                  <a:lnTo>
                    <a:pt x="1" y="0"/>
                  </a:lnTo>
                  <a:lnTo>
                    <a:pt x="3" y="0"/>
                  </a:lnTo>
                  <a:lnTo>
                    <a:pt x="5" y="0"/>
                  </a:lnTo>
                  <a:lnTo>
                    <a:pt x="13" y="0"/>
                  </a:lnTo>
                  <a:lnTo>
                    <a:pt x="17" y="2"/>
                  </a:lnTo>
                  <a:lnTo>
                    <a:pt x="19" y="2"/>
                  </a:lnTo>
                  <a:lnTo>
                    <a:pt x="23" y="0"/>
                  </a:lnTo>
                  <a:lnTo>
                    <a:pt x="26" y="0"/>
                  </a:lnTo>
                  <a:lnTo>
                    <a:pt x="30" y="0"/>
                  </a:lnTo>
                  <a:lnTo>
                    <a:pt x="36" y="2"/>
                  </a:lnTo>
                  <a:lnTo>
                    <a:pt x="40" y="5"/>
                  </a:lnTo>
                  <a:lnTo>
                    <a:pt x="42" y="8"/>
                  </a:lnTo>
                  <a:lnTo>
                    <a:pt x="43" y="12"/>
                  </a:lnTo>
                  <a:lnTo>
                    <a:pt x="42" y="1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2" name="Freeform 91"/>
            <p:cNvSpPr>
              <a:spLocks noEditPoints="1"/>
            </p:cNvSpPr>
            <p:nvPr/>
          </p:nvSpPr>
          <p:spPr bwMode="gray">
            <a:xfrm>
              <a:off x="5922963" y="4778376"/>
              <a:ext cx="285750" cy="198438"/>
            </a:xfrm>
            <a:custGeom>
              <a:avLst/>
              <a:gdLst>
                <a:gd name="T0" fmla="*/ 135 w 180"/>
                <a:gd name="T1" fmla="*/ 53 h 125"/>
                <a:gd name="T2" fmla="*/ 126 w 180"/>
                <a:gd name="T3" fmla="*/ 51 h 125"/>
                <a:gd name="T4" fmla="*/ 118 w 180"/>
                <a:gd name="T5" fmla="*/ 47 h 125"/>
                <a:gd name="T6" fmla="*/ 126 w 180"/>
                <a:gd name="T7" fmla="*/ 45 h 125"/>
                <a:gd name="T8" fmla="*/ 139 w 180"/>
                <a:gd name="T9" fmla="*/ 46 h 125"/>
                <a:gd name="T10" fmla="*/ 143 w 180"/>
                <a:gd name="T11" fmla="*/ 41 h 125"/>
                <a:gd name="T12" fmla="*/ 149 w 180"/>
                <a:gd name="T13" fmla="*/ 46 h 125"/>
                <a:gd name="T14" fmla="*/ 161 w 180"/>
                <a:gd name="T15" fmla="*/ 37 h 125"/>
                <a:gd name="T16" fmla="*/ 169 w 180"/>
                <a:gd name="T17" fmla="*/ 35 h 125"/>
                <a:gd name="T18" fmla="*/ 168 w 180"/>
                <a:gd name="T19" fmla="*/ 25 h 125"/>
                <a:gd name="T20" fmla="*/ 177 w 180"/>
                <a:gd name="T21" fmla="*/ 24 h 125"/>
                <a:gd name="T22" fmla="*/ 178 w 180"/>
                <a:gd name="T23" fmla="*/ 34 h 125"/>
                <a:gd name="T24" fmla="*/ 173 w 180"/>
                <a:gd name="T25" fmla="*/ 38 h 125"/>
                <a:gd name="T26" fmla="*/ 174 w 180"/>
                <a:gd name="T27" fmla="*/ 45 h 125"/>
                <a:gd name="T28" fmla="*/ 164 w 180"/>
                <a:gd name="T29" fmla="*/ 45 h 125"/>
                <a:gd name="T30" fmla="*/ 159 w 180"/>
                <a:gd name="T31" fmla="*/ 51 h 125"/>
                <a:gd name="T32" fmla="*/ 143 w 180"/>
                <a:gd name="T33" fmla="*/ 56 h 125"/>
                <a:gd name="T34" fmla="*/ 3 w 180"/>
                <a:gd name="T35" fmla="*/ 77 h 125"/>
                <a:gd name="T36" fmla="*/ 3 w 180"/>
                <a:gd name="T37" fmla="*/ 56 h 125"/>
                <a:gd name="T38" fmla="*/ 26 w 180"/>
                <a:gd name="T39" fmla="*/ 8 h 125"/>
                <a:gd name="T40" fmla="*/ 48 w 180"/>
                <a:gd name="T41" fmla="*/ 16 h 125"/>
                <a:gd name="T42" fmla="*/ 59 w 180"/>
                <a:gd name="T43" fmla="*/ 18 h 125"/>
                <a:gd name="T44" fmla="*/ 68 w 180"/>
                <a:gd name="T45" fmla="*/ 27 h 125"/>
                <a:gd name="T46" fmla="*/ 75 w 180"/>
                <a:gd name="T47" fmla="*/ 41 h 125"/>
                <a:gd name="T48" fmla="*/ 83 w 180"/>
                <a:gd name="T49" fmla="*/ 45 h 125"/>
                <a:gd name="T50" fmla="*/ 103 w 180"/>
                <a:gd name="T51" fmla="*/ 52 h 125"/>
                <a:gd name="T52" fmla="*/ 109 w 180"/>
                <a:gd name="T53" fmla="*/ 62 h 125"/>
                <a:gd name="T54" fmla="*/ 96 w 180"/>
                <a:gd name="T55" fmla="*/ 64 h 125"/>
                <a:gd name="T56" fmla="*/ 100 w 180"/>
                <a:gd name="T57" fmla="*/ 75 h 125"/>
                <a:gd name="T58" fmla="*/ 115 w 180"/>
                <a:gd name="T59" fmla="*/ 92 h 125"/>
                <a:gd name="T60" fmla="*/ 124 w 180"/>
                <a:gd name="T61" fmla="*/ 100 h 125"/>
                <a:gd name="T62" fmla="*/ 132 w 180"/>
                <a:gd name="T63" fmla="*/ 101 h 125"/>
                <a:gd name="T64" fmla="*/ 134 w 180"/>
                <a:gd name="T65" fmla="*/ 107 h 125"/>
                <a:gd name="T66" fmla="*/ 142 w 180"/>
                <a:gd name="T67" fmla="*/ 109 h 125"/>
                <a:gd name="T68" fmla="*/ 140 w 180"/>
                <a:gd name="T69" fmla="*/ 114 h 125"/>
                <a:gd name="T70" fmla="*/ 152 w 180"/>
                <a:gd name="T71" fmla="*/ 123 h 125"/>
                <a:gd name="T72" fmla="*/ 143 w 180"/>
                <a:gd name="T73" fmla="*/ 124 h 125"/>
                <a:gd name="T74" fmla="*/ 134 w 180"/>
                <a:gd name="T75" fmla="*/ 119 h 125"/>
                <a:gd name="T76" fmla="*/ 117 w 180"/>
                <a:gd name="T77" fmla="*/ 116 h 125"/>
                <a:gd name="T78" fmla="*/ 103 w 180"/>
                <a:gd name="T79" fmla="*/ 112 h 125"/>
                <a:gd name="T80" fmla="*/ 95 w 180"/>
                <a:gd name="T81" fmla="*/ 104 h 125"/>
                <a:gd name="T82" fmla="*/ 84 w 180"/>
                <a:gd name="T83" fmla="*/ 89 h 125"/>
                <a:gd name="T84" fmla="*/ 65 w 180"/>
                <a:gd name="T85" fmla="*/ 80 h 125"/>
                <a:gd name="T86" fmla="*/ 54 w 180"/>
                <a:gd name="T87" fmla="*/ 79 h 125"/>
                <a:gd name="T88" fmla="*/ 47 w 180"/>
                <a:gd name="T89" fmla="*/ 82 h 125"/>
                <a:gd name="T90" fmla="*/ 43 w 180"/>
                <a:gd name="T91" fmla="*/ 83 h 125"/>
                <a:gd name="T92" fmla="*/ 42 w 180"/>
                <a:gd name="T93" fmla="*/ 87 h 125"/>
                <a:gd name="T94" fmla="*/ 24 w 180"/>
                <a:gd name="T95" fmla="*/ 86 h 125"/>
                <a:gd name="T96" fmla="*/ 31 w 180"/>
                <a:gd name="T97" fmla="*/ 90 h 125"/>
                <a:gd name="T98" fmla="*/ 41 w 180"/>
                <a:gd name="T99" fmla="*/ 97 h 125"/>
                <a:gd name="T100" fmla="*/ 29 w 180"/>
                <a:gd name="T101" fmla="*/ 103 h 125"/>
                <a:gd name="T102" fmla="*/ 3 w 180"/>
                <a:gd name="T103" fmla="*/ 102 h 12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80"/>
                <a:gd name="T157" fmla="*/ 0 h 125"/>
                <a:gd name="T158" fmla="*/ 180 w 180"/>
                <a:gd name="T159" fmla="*/ 125 h 12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80" h="125">
                  <a:moveTo>
                    <a:pt x="137" y="56"/>
                  </a:moveTo>
                  <a:lnTo>
                    <a:pt x="136" y="55"/>
                  </a:lnTo>
                  <a:lnTo>
                    <a:pt x="135" y="53"/>
                  </a:lnTo>
                  <a:lnTo>
                    <a:pt x="132" y="52"/>
                  </a:lnTo>
                  <a:lnTo>
                    <a:pt x="129" y="54"/>
                  </a:lnTo>
                  <a:lnTo>
                    <a:pt x="126" y="51"/>
                  </a:lnTo>
                  <a:lnTo>
                    <a:pt x="124" y="50"/>
                  </a:lnTo>
                  <a:lnTo>
                    <a:pt x="119" y="48"/>
                  </a:lnTo>
                  <a:lnTo>
                    <a:pt x="118" y="47"/>
                  </a:lnTo>
                  <a:lnTo>
                    <a:pt x="119" y="45"/>
                  </a:lnTo>
                  <a:lnTo>
                    <a:pt x="121" y="45"/>
                  </a:lnTo>
                  <a:lnTo>
                    <a:pt x="126" y="45"/>
                  </a:lnTo>
                  <a:lnTo>
                    <a:pt x="130" y="46"/>
                  </a:lnTo>
                  <a:lnTo>
                    <a:pt x="135" y="46"/>
                  </a:lnTo>
                  <a:lnTo>
                    <a:pt x="139" y="46"/>
                  </a:lnTo>
                  <a:lnTo>
                    <a:pt x="141" y="44"/>
                  </a:lnTo>
                  <a:lnTo>
                    <a:pt x="142" y="41"/>
                  </a:lnTo>
                  <a:lnTo>
                    <a:pt x="143" y="41"/>
                  </a:lnTo>
                  <a:lnTo>
                    <a:pt x="145" y="44"/>
                  </a:lnTo>
                  <a:lnTo>
                    <a:pt x="147" y="46"/>
                  </a:lnTo>
                  <a:lnTo>
                    <a:pt x="149" y="46"/>
                  </a:lnTo>
                  <a:lnTo>
                    <a:pt x="156" y="44"/>
                  </a:lnTo>
                  <a:lnTo>
                    <a:pt x="158" y="43"/>
                  </a:lnTo>
                  <a:lnTo>
                    <a:pt x="161" y="37"/>
                  </a:lnTo>
                  <a:lnTo>
                    <a:pt x="162" y="36"/>
                  </a:lnTo>
                  <a:lnTo>
                    <a:pt x="167" y="36"/>
                  </a:lnTo>
                  <a:lnTo>
                    <a:pt x="169" y="35"/>
                  </a:lnTo>
                  <a:lnTo>
                    <a:pt x="169" y="33"/>
                  </a:lnTo>
                  <a:lnTo>
                    <a:pt x="169" y="29"/>
                  </a:lnTo>
                  <a:lnTo>
                    <a:pt x="168" y="25"/>
                  </a:lnTo>
                  <a:lnTo>
                    <a:pt x="172" y="27"/>
                  </a:lnTo>
                  <a:lnTo>
                    <a:pt x="175" y="27"/>
                  </a:lnTo>
                  <a:lnTo>
                    <a:pt x="177" y="24"/>
                  </a:lnTo>
                  <a:lnTo>
                    <a:pt x="179" y="29"/>
                  </a:lnTo>
                  <a:lnTo>
                    <a:pt x="180" y="31"/>
                  </a:lnTo>
                  <a:lnTo>
                    <a:pt x="178" y="34"/>
                  </a:lnTo>
                  <a:lnTo>
                    <a:pt x="177" y="36"/>
                  </a:lnTo>
                  <a:lnTo>
                    <a:pt x="174" y="36"/>
                  </a:lnTo>
                  <a:lnTo>
                    <a:pt x="173" y="38"/>
                  </a:lnTo>
                  <a:lnTo>
                    <a:pt x="174" y="39"/>
                  </a:lnTo>
                  <a:lnTo>
                    <a:pt x="177" y="42"/>
                  </a:lnTo>
                  <a:lnTo>
                    <a:pt x="174" y="45"/>
                  </a:lnTo>
                  <a:lnTo>
                    <a:pt x="173" y="46"/>
                  </a:lnTo>
                  <a:lnTo>
                    <a:pt x="167" y="45"/>
                  </a:lnTo>
                  <a:lnTo>
                    <a:pt x="164" y="45"/>
                  </a:lnTo>
                  <a:lnTo>
                    <a:pt x="163" y="47"/>
                  </a:lnTo>
                  <a:lnTo>
                    <a:pt x="161" y="50"/>
                  </a:lnTo>
                  <a:lnTo>
                    <a:pt x="159" y="51"/>
                  </a:lnTo>
                  <a:lnTo>
                    <a:pt x="152" y="54"/>
                  </a:lnTo>
                  <a:lnTo>
                    <a:pt x="148" y="55"/>
                  </a:lnTo>
                  <a:lnTo>
                    <a:pt x="143" y="56"/>
                  </a:lnTo>
                  <a:lnTo>
                    <a:pt x="137" y="56"/>
                  </a:lnTo>
                  <a:close/>
                  <a:moveTo>
                    <a:pt x="3" y="102"/>
                  </a:moveTo>
                  <a:lnTo>
                    <a:pt x="3" y="77"/>
                  </a:lnTo>
                  <a:lnTo>
                    <a:pt x="3" y="72"/>
                  </a:lnTo>
                  <a:lnTo>
                    <a:pt x="0" y="62"/>
                  </a:lnTo>
                  <a:lnTo>
                    <a:pt x="3" y="56"/>
                  </a:lnTo>
                  <a:lnTo>
                    <a:pt x="2" y="0"/>
                  </a:lnTo>
                  <a:lnTo>
                    <a:pt x="20" y="5"/>
                  </a:lnTo>
                  <a:lnTo>
                    <a:pt x="26" y="8"/>
                  </a:lnTo>
                  <a:lnTo>
                    <a:pt x="33" y="10"/>
                  </a:lnTo>
                  <a:lnTo>
                    <a:pt x="42" y="13"/>
                  </a:lnTo>
                  <a:lnTo>
                    <a:pt x="48" y="16"/>
                  </a:lnTo>
                  <a:lnTo>
                    <a:pt x="52" y="18"/>
                  </a:lnTo>
                  <a:lnTo>
                    <a:pt x="56" y="19"/>
                  </a:lnTo>
                  <a:lnTo>
                    <a:pt x="59" y="18"/>
                  </a:lnTo>
                  <a:lnTo>
                    <a:pt x="61" y="22"/>
                  </a:lnTo>
                  <a:lnTo>
                    <a:pt x="63" y="24"/>
                  </a:lnTo>
                  <a:lnTo>
                    <a:pt x="68" y="27"/>
                  </a:lnTo>
                  <a:lnTo>
                    <a:pt x="72" y="29"/>
                  </a:lnTo>
                  <a:lnTo>
                    <a:pt x="78" y="34"/>
                  </a:lnTo>
                  <a:lnTo>
                    <a:pt x="75" y="41"/>
                  </a:lnTo>
                  <a:lnTo>
                    <a:pt x="76" y="43"/>
                  </a:lnTo>
                  <a:lnTo>
                    <a:pt x="78" y="44"/>
                  </a:lnTo>
                  <a:lnTo>
                    <a:pt x="83" y="45"/>
                  </a:lnTo>
                  <a:lnTo>
                    <a:pt x="96" y="50"/>
                  </a:lnTo>
                  <a:lnTo>
                    <a:pt x="99" y="51"/>
                  </a:lnTo>
                  <a:lnTo>
                    <a:pt x="103" y="52"/>
                  </a:lnTo>
                  <a:lnTo>
                    <a:pt x="105" y="54"/>
                  </a:lnTo>
                  <a:lnTo>
                    <a:pt x="108" y="58"/>
                  </a:lnTo>
                  <a:lnTo>
                    <a:pt x="109" y="62"/>
                  </a:lnTo>
                  <a:lnTo>
                    <a:pt x="108" y="63"/>
                  </a:lnTo>
                  <a:lnTo>
                    <a:pt x="100" y="63"/>
                  </a:lnTo>
                  <a:lnTo>
                    <a:pt x="96" y="64"/>
                  </a:lnTo>
                  <a:lnTo>
                    <a:pt x="95" y="65"/>
                  </a:lnTo>
                  <a:lnTo>
                    <a:pt x="96" y="68"/>
                  </a:lnTo>
                  <a:lnTo>
                    <a:pt x="100" y="75"/>
                  </a:lnTo>
                  <a:lnTo>
                    <a:pt x="103" y="78"/>
                  </a:lnTo>
                  <a:lnTo>
                    <a:pt x="114" y="85"/>
                  </a:lnTo>
                  <a:lnTo>
                    <a:pt x="115" y="92"/>
                  </a:lnTo>
                  <a:lnTo>
                    <a:pt x="120" y="99"/>
                  </a:lnTo>
                  <a:lnTo>
                    <a:pt x="122" y="100"/>
                  </a:lnTo>
                  <a:lnTo>
                    <a:pt x="124" y="100"/>
                  </a:lnTo>
                  <a:lnTo>
                    <a:pt x="130" y="99"/>
                  </a:lnTo>
                  <a:lnTo>
                    <a:pt x="132" y="99"/>
                  </a:lnTo>
                  <a:lnTo>
                    <a:pt x="132" y="101"/>
                  </a:lnTo>
                  <a:lnTo>
                    <a:pt x="130" y="105"/>
                  </a:lnTo>
                  <a:lnTo>
                    <a:pt x="132" y="106"/>
                  </a:lnTo>
                  <a:lnTo>
                    <a:pt x="134" y="107"/>
                  </a:lnTo>
                  <a:lnTo>
                    <a:pt x="137" y="108"/>
                  </a:lnTo>
                  <a:lnTo>
                    <a:pt x="142" y="109"/>
                  </a:lnTo>
                  <a:lnTo>
                    <a:pt x="142" y="110"/>
                  </a:lnTo>
                  <a:lnTo>
                    <a:pt x="138" y="112"/>
                  </a:lnTo>
                  <a:lnTo>
                    <a:pt x="140" y="114"/>
                  </a:lnTo>
                  <a:lnTo>
                    <a:pt x="147" y="116"/>
                  </a:lnTo>
                  <a:lnTo>
                    <a:pt x="151" y="118"/>
                  </a:lnTo>
                  <a:lnTo>
                    <a:pt x="152" y="123"/>
                  </a:lnTo>
                  <a:lnTo>
                    <a:pt x="152" y="125"/>
                  </a:lnTo>
                  <a:lnTo>
                    <a:pt x="145" y="125"/>
                  </a:lnTo>
                  <a:lnTo>
                    <a:pt x="143" y="124"/>
                  </a:lnTo>
                  <a:lnTo>
                    <a:pt x="142" y="120"/>
                  </a:lnTo>
                  <a:lnTo>
                    <a:pt x="141" y="120"/>
                  </a:lnTo>
                  <a:lnTo>
                    <a:pt x="134" y="119"/>
                  </a:lnTo>
                  <a:lnTo>
                    <a:pt x="126" y="117"/>
                  </a:lnTo>
                  <a:lnTo>
                    <a:pt x="122" y="116"/>
                  </a:lnTo>
                  <a:lnTo>
                    <a:pt x="117" y="116"/>
                  </a:lnTo>
                  <a:lnTo>
                    <a:pt x="111" y="116"/>
                  </a:lnTo>
                  <a:lnTo>
                    <a:pt x="107" y="114"/>
                  </a:lnTo>
                  <a:lnTo>
                    <a:pt x="103" y="112"/>
                  </a:lnTo>
                  <a:lnTo>
                    <a:pt x="102" y="108"/>
                  </a:lnTo>
                  <a:lnTo>
                    <a:pt x="101" y="106"/>
                  </a:lnTo>
                  <a:lnTo>
                    <a:pt x="95" y="104"/>
                  </a:lnTo>
                  <a:lnTo>
                    <a:pt x="92" y="102"/>
                  </a:lnTo>
                  <a:lnTo>
                    <a:pt x="91" y="100"/>
                  </a:lnTo>
                  <a:lnTo>
                    <a:pt x="84" y="89"/>
                  </a:lnTo>
                  <a:lnTo>
                    <a:pt x="79" y="83"/>
                  </a:lnTo>
                  <a:lnTo>
                    <a:pt x="76" y="83"/>
                  </a:lnTo>
                  <a:lnTo>
                    <a:pt x="65" y="80"/>
                  </a:lnTo>
                  <a:lnTo>
                    <a:pt x="60" y="78"/>
                  </a:lnTo>
                  <a:lnTo>
                    <a:pt x="56" y="78"/>
                  </a:lnTo>
                  <a:lnTo>
                    <a:pt x="54" y="79"/>
                  </a:lnTo>
                  <a:lnTo>
                    <a:pt x="51" y="79"/>
                  </a:lnTo>
                  <a:lnTo>
                    <a:pt x="45" y="77"/>
                  </a:lnTo>
                  <a:lnTo>
                    <a:pt x="47" y="82"/>
                  </a:lnTo>
                  <a:lnTo>
                    <a:pt x="47" y="83"/>
                  </a:lnTo>
                  <a:lnTo>
                    <a:pt x="45" y="84"/>
                  </a:lnTo>
                  <a:lnTo>
                    <a:pt x="43" y="83"/>
                  </a:lnTo>
                  <a:lnTo>
                    <a:pt x="41" y="83"/>
                  </a:lnTo>
                  <a:lnTo>
                    <a:pt x="43" y="86"/>
                  </a:lnTo>
                  <a:lnTo>
                    <a:pt x="42" y="87"/>
                  </a:lnTo>
                  <a:lnTo>
                    <a:pt x="35" y="88"/>
                  </a:lnTo>
                  <a:lnTo>
                    <a:pt x="27" y="86"/>
                  </a:lnTo>
                  <a:lnTo>
                    <a:pt x="24" y="86"/>
                  </a:lnTo>
                  <a:lnTo>
                    <a:pt x="25" y="87"/>
                  </a:lnTo>
                  <a:lnTo>
                    <a:pt x="27" y="88"/>
                  </a:lnTo>
                  <a:lnTo>
                    <a:pt x="31" y="90"/>
                  </a:lnTo>
                  <a:lnTo>
                    <a:pt x="36" y="92"/>
                  </a:lnTo>
                  <a:lnTo>
                    <a:pt x="39" y="94"/>
                  </a:lnTo>
                  <a:lnTo>
                    <a:pt x="41" y="97"/>
                  </a:lnTo>
                  <a:lnTo>
                    <a:pt x="38" y="99"/>
                  </a:lnTo>
                  <a:lnTo>
                    <a:pt x="32" y="102"/>
                  </a:lnTo>
                  <a:lnTo>
                    <a:pt x="29" y="103"/>
                  </a:lnTo>
                  <a:lnTo>
                    <a:pt x="24" y="103"/>
                  </a:lnTo>
                  <a:lnTo>
                    <a:pt x="11" y="102"/>
                  </a:lnTo>
                  <a:lnTo>
                    <a:pt x="3" y="10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3" name="Freeform 92"/>
            <p:cNvSpPr>
              <a:spLocks/>
            </p:cNvSpPr>
            <p:nvPr/>
          </p:nvSpPr>
          <p:spPr bwMode="gray">
            <a:xfrm>
              <a:off x="6110288" y="4816476"/>
              <a:ext cx="98425" cy="50800"/>
            </a:xfrm>
            <a:custGeom>
              <a:avLst/>
              <a:gdLst>
                <a:gd name="T0" fmla="*/ 19 w 62"/>
                <a:gd name="T1" fmla="*/ 32 h 32"/>
                <a:gd name="T2" fmla="*/ 18 w 62"/>
                <a:gd name="T3" fmla="*/ 31 h 32"/>
                <a:gd name="T4" fmla="*/ 17 w 62"/>
                <a:gd name="T5" fmla="*/ 29 h 32"/>
                <a:gd name="T6" fmla="*/ 14 w 62"/>
                <a:gd name="T7" fmla="*/ 28 h 32"/>
                <a:gd name="T8" fmla="*/ 11 w 62"/>
                <a:gd name="T9" fmla="*/ 30 h 32"/>
                <a:gd name="T10" fmla="*/ 8 w 62"/>
                <a:gd name="T11" fmla="*/ 27 h 32"/>
                <a:gd name="T12" fmla="*/ 6 w 62"/>
                <a:gd name="T13" fmla="*/ 26 h 32"/>
                <a:gd name="T14" fmla="*/ 1 w 62"/>
                <a:gd name="T15" fmla="*/ 24 h 32"/>
                <a:gd name="T16" fmla="*/ 0 w 62"/>
                <a:gd name="T17" fmla="*/ 23 h 32"/>
                <a:gd name="T18" fmla="*/ 1 w 62"/>
                <a:gd name="T19" fmla="*/ 21 h 32"/>
                <a:gd name="T20" fmla="*/ 3 w 62"/>
                <a:gd name="T21" fmla="*/ 21 h 32"/>
                <a:gd name="T22" fmla="*/ 8 w 62"/>
                <a:gd name="T23" fmla="*/ 21 h 32"/>
                <a:gd name="T24" fmla="*/ 12 w 62"/>
                <a:gd name="T25" fmla="*/ 22 h 32"/>
                <a:gd name="T26" fmla="*/ 17 w 62"/>
                <a:gd name="T27" fmla="*/ 22 h 32"/>
                <a:gd name="T28" fmla="*/ 21 w 62"/>
                <a:gd name="T29" fmla="*/ 22 h 32"/>
                <a:gd name="T30" fmla="*/ 23 w 62"/>
                <a:gd name="T31" fmla="*/ 20 h 32"/>
                <a:gd name="T32" fmla="*/ 24 w 62"/>
                <a:gd name="T33" fmla="*/ 17 h 32"/>
                <a:gd name="T34" fmla="*/ 25 w 62"/>
                <a:gd name="T35" fmla="*/ 17 h 32"/>
                <a:gd name="T36" fmla="*/ 27 w 62"/>
                <a:gd name="T37" fmla="*/ 20 h 32"/>
                <a:gd name="T38" fmla="*/ 29 w 62"/>
                <a:gd name="T39" fmla="*/ 22 h 32"/>
                <a:gd name="T40" fmla="*/ 31 w 62"/>
                <a:gd name="T41" fmla="*/ 22 h 32"/>
                <a:gd name="T42" fmla="*/ 38 w 62"/>
                <a:gd name="T43" fmla="*/ 20 h 32"/>
                <a:gd name="T44" fmla="*/ 40 w 62"/>
                <a:gd name="T45" fmla="*/ 19 h 32"/>
                <a:gd name="T46" fmla="*/ 43 w 62"/>
                <a:gd name="T47" fmla="*/ 13 h 32"/>
                <a:gd name="T48" fmla="*/ 44 w 62"/>
                <a:gd name="T49" fmla="*/ 12 h 32"/>
                <a:gd name="T50" fmla="*/ 49 w 62"/>
                <a:gd name="T51" fmla="*/ 12 h 32"/>
                <a:gd name="T52" fmla="*/ 51 w 62"/>
                <a:gd name="T53" fmla="*/ 11 h 32"/>
                <a:gd name="T54" fmla="*/ 51 w 62"/>
                <a:gd name="T55" fmla="*/ 9 h 32"/>
                <a:gd name="T56" fmla="*/ 51 w 62"/>
                <a:gd name="T57" fmla="*/ 5 h 32"/>
                <a:gd name="T58" fmla="*/ 50 w 62"/>
                <a:gd name="T59" fmla="*/ 1 h 32"/>
                <a:gd name="T60" fmla="*/ 54 w 62"/>
                <a:gd name="T61" fmla="*/ 3 h 32"/>
                <a:gd name="T62" fmla="*/ 57 w 62"/>
                <a:gd name="T63" fmla="*/ 3 h 32"/>
                <a:gd name="T64" fmla="*/ 59 w 62"/>
                <a:gd name="T65" fmla="*/ 0 h 32"/>
                <a:gd name="T66" fmla="*/ 61 w 62"/>
                <a:gd name="T67" fmla="*/ 5 h 32"/>
                <a:gd name="T68" fmla="*/ 62 w 62"/>
                <a:gd name="T69" fmla="*/ 7 h 32"/>
                <a:gd name="T70" fmla="*/ 60 w 62"/>
                <a:gd name="T71" fmla="*/ 10 h 32"/>
                <a:gd name="T72" fmla="*/ 59 w 62"/>
                <a:gd name="T73" fmla="*/ 12 h 32"/>
                <a:gd name="T74" fmla="*/ 56 w 62"/>
                <a:gd name="T75" fmla="*/ 12 h 32"/>
                <a:gd name="T76" fmla="*/ 55 w 62"/>
                <a:gd name="T77" fmla="*/ 14 h 32"/>
                <a:gd name="T78" fmla="*/ 56 w 62"/>
                <a:gd name="T79" fmla="*/ 15 h 32"/>
                <a:gd name="T80" fmla="*/ 59 w 62"/>
                <a:gd name="T81" fmla="*/ 18 h 32"/>
                <a:gd name="T82" fmla="*/ 56 w 62"/>
                <a:gd name="T83" fmla="*/ 21 h 32"/>
                <a:gd name="T84" fmla="*/ 55 w 62"/>
                <a:gd name="T85" fmla="*/ 22 h 32"/>
                <a:gd name="T86" fmla="*/ 49 w 62"/>
                <a:gd name="T87" fmla="*/ 21 h 32"/>
                <a:gd name="T88" fmla="*/ 46 w 62"/>
                <a:gd name="T89" fmla="*/ 21 h 32"/>
                <a:gd name="T90" fmla="*/ 45 w 62"/>
                <a:gd name="T91" fmla="*/ 23 h 32"/>
                <a:gd name="T92" fmla="*/ 43 w 62"/>
                <a:gd name="T93" fmla="*/ 26 h 32"/>
                <a:gd name="T94" fmla="*/ 41 w 62"/>
                <a:gd name="T95" fmla="*/ 27 h 32"/>
                <a:gd name="T96" fmla="*/ 34 w 62"/>
                <a:gd name="T97" fmla="*/ 30 h 32"/>
                <a:gd name="T98" fmla="*/ 30 w 62"/>
                <a:gd name="T99" fmla="*/ 31 h 32"/>
                <a:gd name="T100" fmla="*/ 25 w 62"/>
                <a:gd name="T101" fmla="*/ 32 h 32"/>
                <a:gd name="T102" fmla="*/ 19 w 62"/>
                <a:gd name="T103" fmla="*/ 32 h 3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62"/>
                <a:gd name="T157" fmla="*/ 0 h 32"/>
                <a:gd name="T158" fmla="*/ 62 w 62"/>
                <a:gd name="T159" fmla="*/ 32 h 3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62" h="32">
                  <a:moveTo>
                    <a:pt x="19" y="32"/>
                  </a:moveTo>
                  <a:lnTo>
                    <a:pt x="18" y="31"/>
                  </a:lnTo>
                  <a:lnTo>
                    <a:pt x="17" y="29"/>
                  </a:lnTo>
                  <a:lnTo>
                    <a:pt x="14" y="28"/>
                  </a:lnTo>
                  <a:lnTo>
                    <a:pt x="11" y="30"/>
                  </a:lnTo>
                  <a:lnTo>
                    <a:pt x="8" y="27"/>
                  </a:lnTo>
                  <a:lnTo>
                    <a:pt x="6" y="26"/>
                  </a:lnTo>
                  <a:lnTo>
                    <a:pt x="1" y="24"/>
                  </a:lnTo>
                  <a:lnTo>
                    <a:pt x="0" y="23"/>
                  </a:lnTo>
                  <a:lnTo>
                    <a:pt x="1" y="21"/>
                  </a:lnTo>
                  <a:lnTo>
                    <a:pt x="3" y="21"/>
                  </a:lnTo>
                  <a:lnTo>
                    <a:pt x="8" y="21"/>
                  </a:lnTo>
                  <a:lnTo>
                    <a:pt x="12" y="22"/>
                  </a:lnTo>
                  <a:lnTo>
                    <a:pt x="17" y="22"/>
                  </a:lnTo>
                  <a:lnTo>
                    <a:pt x="21" y="22"/>
                  </a:lnTo>
                  <a:lnTo>
                    <a:pt x="23" y="20"/>
                  </a:lnTo>
                  <a:lnTo>
                    <a:pt x="24" y="17"/>
                  </a:lnTo>
                  <a:lnTo>
                    <a:pt x="25" y="17"/>
                  </a:lnTo>
                  <a:lnTo>
                    <a:pt x="27" y="20"/>
                  </a:lnTo>
                  <a:lnTo>
                    <a:pt x="29" y="22"/>
                  </a:lnTo>
                  <a:lnTo>
                    <a:pt x="31" y="22"/>
                  </a:lnTo>
                  <a:lnTo>
                    <a:pt x="38" y="20"/>
                  </a:lnTo>
                  <a:lnTo>
                    <a:pt x="40" y="19"/>
                  </a:lnTo>
                  <a:lnTo>
                    <a:pt x="43" y="13"/>
                  </a:lnTo>
                  <a:lnTo>
                    <a:pt x="44" y="12"/>
                  </a:lnTo>
                  <a:lnTo>
                    <a:pt x="49" y="12"/>
                  </a:lnTo>
                  <a:lnTo>
                    <a:pt x="51" y="11"/>
                  </a:lnTo>
                  <a:lnTo>
                    <a:pt x="51" y="9"/>
                  </a:lnTo>
                  <a:lnTo>
                    <a:pt x="51" y="5"/>
                  </a:lnTo>
                  <a:lnTo>
                    <a:pt x="50" y="1"/>
                  </a:lnTo>
                  <a:lnTo>
                    <a:pt x="54" y="3"/>
                  </a:lnTo>
                  <a:lnTo>
                    <a:pt x="57" y="3"/>
                  </a:lnTo>
                  <a:lnTo>
                    <a:pt x="59" y="0"/>
                  </a:lnTo>
                  <a:lnTo>
                    <a:pt x="61" y="5"/>
                  </a:lnTo>
                  <a:lnTo>
                    <a:pt x="62" y="7"/>
                  </a:lnTo>
                  <a:lnTo>
                    <a:pt x="60" y="10"/>
                  </a:lnTo>
                  <a:lnTo>
                    <a:pt x="59" y="12"/>
                  </a:lnTo>
                  <a:lnTo>
                    <a:pt x="56" y="12"/>
                  </a:lnTo>
                  <a:lnTo>
                    <a:pt x="55" y="14"/>
                  </a:lnTo>
                  <a:lnTo>
                    <a:pt x="56" y="15"/>
                  </a:lnTo>
                  <a:lnTo>
                    <a:pt x="59" y="18"/>
                  </a:lnTo>
                  <a:lnTo>
                    <a:pt x="56" y="21"/>
                  </a:lnTo>
                  <a:lnTo>
                    <a:pt x="55" y="22"/>
                  </a:lnTo>
                  <a:lnTo>
                    <a:pt x="49" y="21"/>
                  </a:lnTo>
                  <a:lnTo>
                    <a:pt x="46" y="21"/>
                  </a:lnTo>
                  <a:lnTo>
                    <a:pt x="45" y="23"/>
                  </a:lnTo>
                  <a:lnTo>
                    <a:pt x="43" y="26"/>
                  </a:lnTo>
                  <a:lnTo>
                    <a:pt x="41" y="27"/>
                  </a:lnTo>
                  <a:lnTo>
                    <a:pt x="34" y="30"/>
                  </a:lnTo>
                  <a:lnTo>
                    <a:pt x="30" y="31"/>
                  </a:lnTo>
                  <a:lnTo>
                    <a:pt x="25" y="32"/>
                  </a:lnTo>
                  <a:lnTo>
                    <a:pt x="19" y="3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4" name="Freeform 93"/>
            <p:cNvSpPr>
              <a:spLocks/>
            </p:cNvSpPr>
            <p:nvPr/>
          </p:nvSpPr>
          <p:spPr bwMode="gray">
            <a:xfrm>
              <a:off x="5922963" y="4778376"/>
              <a:ext cx="241300" cy="198438"/>
            </a:xfrm>
            <a:custGeom>
              <a:avLst/>
              <a:gdLst>
                <a:gd name="T0" fmla="*/ 3 w 152"/>
                <a:gd name="T1" fmla="*/ 77 h 125"/>
                <a:gd name="T2" fmla="*/ 0 w 152"/>
                <a:gd name="T3" fmla="*/ 62 h 125"/>
                <a:gd name="T4" fmla="*/ 2 w 152"/>
                <a:gd name="T5" fmla="*/ 0 h 125"/>
                <a:gd name="T6" fmla="*/ 26 w 152"/>
                <a:gd name="T7" fmla="*/ 8 h 125"/>
                <a:gd name="T8" fmla="*/ 42 w 152"/>
                <a:gd name="T9" fmla="*/ 13 h 125"/>
                <a:gd name="T10" fmla="*/ 52 w 152"/>
                <a:gd name="T11" fmla="*/ 18 h 125"/>
                <a:gd name="T12" fmla="*/ 59 w 152"/>
                <a:gd name="T13" fmla="*/ 18 h 125"/>
                <a:gd name="T14" fmla="*/ 63 w 152"/>
                <a:gd name="T15" fmla="*/ 24 h 125"/>
                <a:gd name="T16" fmla="*/ 72 w 152"/>
                <a:gd name="T17" fmla="*/ 29 h 125"/>
                <a:gd name="T18" fmla="*/ 75 w 152"/>
                <a:gd name="T19" fmla="*/ 41 h 125"/>
                <a:gd name="T20" fmla="*/ 78 w 152"/>
                <a:gd name="T21" fmla="*/ 44 h 125"/>
                <a:gd name="T22" fmla="*/ 96 w 152"/>
                <a:gd name="T23" fmla="*/ 50 h 125"/>
                <a:gd name="T24" fmla="*/ 103 w 152"/>
                <a:gd name="T25" fmla="*/ 52 h 125"/>
                <a:gd name="T26" fmla="*/ 108 w 152"/>
                <a:gd name="T27" fmla="*/ 58 h 125"/>
                <a:gd name="T28" fmla="*/ 108 w 152"/>
                <a:gd name="T29" fmla="*/ 63 h 125"/>
                <a:gd name="T30" fmla="*/ 96 w 152"/>
                <a:gd name="T31" fmla="*/ 64 h 125"/>
                <a:gd name="T32" fmla="*/ 96 w 152"/>
                <a:gd name="T33" fmla="*/ 68 h 125"/>
                <a:gd name="T34" fmla="*/ 103 w 152"/>
                <a:gd name="T35" fmla="*/ 78 h 125"/>
                <a:gd name="T36" fmla="*/ 115 w 152"/>
                <a:gd name="T37" fmla="*/ 92 h 125"/>
                <a:gd name="T38" fmla="*/ 122 w 152"/>
                <a:gd name="T39" fmla="*/ 100 h 125"/>
                <a:gd name="T40" fmla="*/ 130 w 152"/>
                <a:gd name="T41" fmla="*/ 99 h 125"/>
                <a:gd name="T42" fmla="*/ 132 w 152"/>
                <a:gd name="T43" fmla="*/ 101 h 125"/>
                <a:gd name="T44" fmla="*/ 132 w 152"/>
                <a:gd name="T45" fmla="*/ 106 h 125"/>
                <a:gd name="T46" fmla="*/ 137 w 152"/>
                <a:gd name="T47" fmla="*/ 108 h 125"/>
                <a:gd name="T48" fmla="*/ 142 w 152"/>
                <a:gd name="T49" fmla="*/ 109 h 125"/>
                <a:gd name="T50" fmla="*/ 138 w 152"/>
                <a:gd name="T51" fmla="*/ 112 h 125"/>
                <a:gd name="T52" fmla="*/ 147 w 152"/>
                <a:gd name="T53" fmla="*/ 116 h 125"/>
                <a:gd name="T54" fmla="*/ 152 w 152"/>
                <a:gd name="T55" fmla="*/ 123 h 125"/>
                <a:gd name="T56" fmla="*/ 145 w 152"/>
                <a:gd name="T57" fmla="*/ 125 h 125"/>
                <a:gd name="T58" fmla="*/ 142 w 152"/>
                <a:gd name="T59" fmla="*/ 120 h 125"/>
                <a:gd name="T60" fmla="*/ 134 w 152"/>
                <a:gd name="T61" fmla="*/ 119 h 125"/>
                <a:gd name="T62" fmla="*/ 122 w 152"/>
                <a:gd name="T63" fmla="*/ 116 h 125"/>
                <a:gd name="T64" fmla="*/ 111 w 152"/>
                <a:gd name="T65" fmla="*/ 116 h 125"/>
                <a:gd name="T66" fmla="*/ 103 w 152"/>
                <a:gd name="T67" fmla="*/ 112 h 125"/>
                <a:gd name="T68" fmla="*/ 101 w 152"/>
                <a:gd name="T69" fmla="*/ 106 h 125"/>
                <a:gd name="T70" fmla="*/ 92 w 152"/>
                <a:gd name="T71" fmla="*/ 102 h 125"/>
                <a:gd name="T72" fmla="*/ 84 w 152"/>
                <a:gd name="T73" fmla="*/ 89 h 125"/>
                <a:gd name="T74" fmla="*/ 76 w 152"/>
                <a:gd name="T75" fmla="*/ 83 h 125"/>
                <a:gd name="T76" fmla="*/ 60 w 152"/>
                <a:gd name="T77" fmla="*/ 78 h 125"/>
                <a:gd name="T78" fmla="*/ 54 w 152"/>
                <a:gd name="T79" fmla="*/ 79 h 125"/>
                <a:gd name="T80" fmla="*/ 45 w 152"/>
                <a:gd name="T81" fmla="*/ 77 h 125"/>
                <a:gd name="T82" fmla="*/ 47 w 152"/>
                <a:gd name="T83" fmla="*/ 83 h 125"/>
                <a:gd name="T84" fmla="*/ 43 w 152"/>
                <a:gd name="T85" fmla="*/ 83 h 125"/>
                <a:gd name="T86" fmla="*/ 43 w 152"/>
                <a:gd name="T87" fmla="*/ 86 h 125"/>
                <a:gd name="T88" fmla="*/ 35 w 152"/>
                <a:gd name="T89" fmla="*/ 88 h 125"/>
                <a:gd name="T90" fmla="*/ 24 w 152"/>
                <a:gd name="T91" fmla="*/ 86 h 125"/>
                <a:gd name="T92" fmla="*/ 27 w 152"/>
                <a:gd name="T93" fmla="*/ 88 h 125"/>
                <a:gd name="T94" fmla="*/ 36 w 152"/>
                <a:gd name="T95" fmla="*/ 92 h 125"/>
                <a:gd name="T96" fmla="*/ 41 w 152"/>
                <a:gd name="T97" fmla="*/ 97 h 125"/>
                <a:gd name="T98" fmla="*/ 32 w 152"/>
                <a:gd name="T99" fmla="*/ 102 h 125"/>
                <a:gd name="T100" fmla="*/ 24 w 152"/>
                <a:gd name="T101" fmla="*/ 103 h 125"/>
                <a:gd name="T102" fmla="*/ 3 w 152"/>
                <a:gd name="T103" fmla="*/ 102 h 12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52"/>
                <a:gd name="T157" fmla="*/ 0 h 125"/>
                <a:gd name="T158" fmla="*/ 152 w 152"/>
                <a:gd name="T159" fmla="*/ 125 h 12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52" h="125">
                  <a:moveTo>
                    <a:pt x="3" y="102"/>
                  </a:moveTo>
                  <a:lnTo>
                    <a:pt x="3" y="77"/>
                  </a:lnTo>
                  <a:lnTo>
                    <a:pt x="3" y="72"/>
                  </a:lnTo>
                  <a:lnTo>
                    <a:pt x="0" y="62"/>
                  </a:lnTo>
                  <a:lnTo>
                    <a:pt x="3" y="56"/>
                  </a:lnTo>
                  <a:lnTo>
                    <a:pt x="2" y="0"/>
                  </a:lnTo>
                  <a:lnTo>
                    <a:pt x="20" y="5"/>
                  </a:lnTo>
                  <a:lnTo>
                    <a:pt x="26" y="8"/>
                  </a:lnTo>
                  <a:lnTo>
                    <a:pt x="33" y="10"/>
                  </a:lnTo>
                  <a:lnTo>
                    <a:pt x="42" y="13"/>
                  </a:lnTo>
                  <a:lnTo>
                    <a:pt x="48" y="16"/>
                  </a:lnTo>
                  <a:lnTo>
                    <a:pt x="52" y="18"/>
                  </a:lnTo>
                  <a:lnTo>
                    <a:pt x="56" y="19"/>
                  </a:lnTo>
                  <a:lnTo>
                    <a:pt x="59" y="18"/>
                  </a:lnTo>
                  <a:lnTo>
                    <a:pt x="61" y="22"/>
                  </a:lnTo>
                  <a:lnTo>
                    <a:pt x="63" y="24"/>
                  </a:lnTo>
                  <a:lnTo>
                    <a:pt x="68" y="27"/>
                  </a:lnTo>
                  <a:lnTo>
                    <a:pt x="72" y="29"/>
                  </a:lnTo>
                  <a:lnTo>
                    <a:pt x="78" y="34"/>
                  </a:lnTo>
                  <a:lnTo>
                    <a:pt x="75" y="41"/>
                  </a:lnTo>
                  <a:lnTo>
                    <a:pt x="76" y="43"/>
                  </a:lnTo>
                  <a:lnTo>
                    <a:pt x="78" y="44"/>
                  </a:lnTo>
                  <a:lnTo>
                    <a:pt x="83" y="45"/>
                  </a:lnTo>
                  <a:lnTo>
                    <a:pt x="96" y="50"/>
                  </a:lnTo>
                  <a:lnTo>
                    <a:pt x="99" y="51"/>
                  </a:lnTo>
                  <a:lnTo>
                    <a:pt x="103" y="52"/>
                  </a:lnTo>
                  <a:lnTo>
                    <a:pt x="105" y="54"/>
                  </a:lnTo>
                  <a:lnTo>
                    <a:pt x="108" y="58"/>
                  </a:lnTo>
                  <a:lnTo>
                    <a:pt x="109" y="62"/>
                  </a:lnTo>
                  <a:lnTo>
                    <a:pt x="108" y="63"/>
                  </a:lnTo>
                  <a:lnTo>
                    <a:pt x="100" y="63"/>
                  </a:lnTo>
                  <a:lnTo>
                    <a:pt x="96" y="64"/>
                  </a:lnTo>
                  <a:lnTo>
                    <a:pt x="95" y="65"/>
                  </a:lnTo>
                  <a:lnTo>
                    <a:pt x="96" y="68"/>
                  </a:lnTo>
                  <a:lnTo>
                    <a:pt x="100" y="75"/>
                  </a:lnTo>
                  <a:lnTo>
                    <a:pt x="103" y="78"/>
                  </a:lnTo>
                  <a:lnTo>
                    <a:pt x="114" y="85"/>
                  </a:lnTo>
                  <a:lnTo>
                    <a:pt x="115" y="92"/>
                  </a:lnTo>
                  <a:lnTo>
                    <a:pt x="120" y="99"/>
                  </a:lnTo>
                  <a:lnTo>
                    <a:pt x="122" y="100"/>
                  </a:lnTo>
                  <a:lnTo>
                    <a:pt x="124" y="100"/>
                  </a:lnTo>
                  <a:lnTo>
                    <a:pt x="130" y="99"/>
                  </a:lnTo>
                  <a:lnTo>
                    <a:pt x="132" y="99"/>
                  </a:lnTo>
                  <a:lnTo>
                    <a:pt x="132" y="101"/>
                  </a:lnTo>
                  <a:lnTo>
                    <a:pt x="130" y="105"/>
                  </a:lnTo>
                  <a:lnTo>
                    <a:pt x="132" y="106"/>
                  </a:lnTo>
                  <a:lnTo>
                    <a:pt x="134" y="107"/>
                  </a:lnTo>
                  <a:lnTo>
                    <a:pt x="137" y="108"/>
                  </a:lnTo>
                  <a:lnTo>
                    <a:pt x="142" y="109"/>
                  </a:lnTo>
                  <a:lnTo>
                    <a:pt x="142" y="110"/>
                  </a:lnTo>
                  <a:lnTo>
                    <a:pt x="138" y="112"/>
                  </a:lnTo>
                  <a:lnTo>
                    <a:pt x="140" y="114"/>
                  </a:lnTo>
                  <a:lnTo>
                    <a:pt x="147" y="116"/>
                  </a:lnTo>
                  <a:lnTo>
                    <a:pt x="151" y="118"/>
                  </a:lnTo>
                  <a:lnTo>
                    <a:pt x="152" y="123"/>
                  </a:lnTo>
                  <a:lnTo>
                    <a:pt x="152" y="125"/>
                  </a:lnTo>
                  <a:lnTo>
                    <a:pt x="145" y="125"/>
                  </a:lnTo>
                  <a:lnTo>
                    <a:pt x="143" y="124"/>
                  </a:lnTo>
                  <a:lnTo>
                    <a:pt x="142" y="120"/>
                  </a:lnTo>
                  <a:lnTo>
                    <a:pt x="141" y="120"/>
                  </a:lnTo>
                  <a:lnTo>
                    <a:pt x="134" y="119"/>
                  </a:lnTo>
                  <a:lnTo>
                    <a:pt x="126" y="117"/>
                  </a:lnTo>
                  <a:lnTo>
                    <a:pt x="122" y="116"/>
                  </a:lnTo>
                  <a:lnTo>
                    <a:pt x="117" y="116"/>
                  </a:lnTo>
                  <a:lnTo>
                    <a:pt x="111" y="116"/>
                  </a:lnTo>
                  <a:lnTo>
                    <a:pt x="107" y="114"/>
                  </a:lnTo>
                  <a:lnTo>
                    <a:pt x="103" y="112"/>
                  </a:lnTo>
                  <a:lnTo>
                    <a:pt x="102" y="108"/>
                  </a:lnTo>
                  <a:lnTo>
                    <a:pt x="101" y="106"/>
                  </a:lnTo>
                  <a:lnTo>
                    <a:pt x="95" y="104"/>
                  </a:lnTo>
                  <a:lnTo>
                    <a:pt x="92" y="102"/>
                  </a:lnTo>
                  <a:lnTo>
                    <a:pt x="91" y="100"/>
                  </a:lnTo>
                  <a:lnTo>
                    <a:pt x="84" y="89"/>
                  </a:lnTo>
                  <a:lnTo>
                    <a:pt x="79" y="83"/>
                  </a:lnTo>
                  <a:lnTo>
                    <a:pt x="76" y="83"/>
                  </a:lnTo>
                  <a:lnTo>
                    <a:pt x="65" y="80"/>
                  </a:lnTo>
                  <a:lnTo>
                    <a:pt x="60" y="78"/>
                  </a:lnTo>
                  <a:lnTo>
                    <a:pt x="56" y="78"/>
                  </a:lnTo>
                  <a:lnTo>
                    <a:pt x="54" y="79"/>
                  </a:lnTo>
                  <a:lnTo>
                    <a:pt x="51" y="79"/>
                  </a:lnTo>
                  <a:lnTo>
                    <a:pt x="45" y="77"/>
                  </a:lnTo>
                  <a:lnTo>
                    <a:pt x="47" y="82"/>
                  </a:lnTo>
                  <a:lnTo>
                    <a:pt x="47" y="83"/>
                  </a:lnTo>
                  <a:lnTo>
                    <a:pt x="45" y="84"/>
                  </a:lnTo>
                  <a:lnTo>
                    <a:pt x="43" y="83"/>
                  </a:lnTo>
                  <a:lnTo>
                    <a:pt x="41" y="83"/>
                  </a:lnTo>
                  <a:lnTo>
                    <a:pt x="43" y="86"/>
                  </a:lnTo>
                  <a:lnTo>
                    <a:pt x="42" y="87"/>
                  </a:lnTo>
                  <a:lnTo>
                    <a:pt x="35" y="88"/>
                  </a:lnTo>
                  <a:lnTo>
                    <a:pt x="27" y="86"/>
                  </a:lnTo>
                  <a:lnTo>
                    <a:pt x="24" y="86"/>
                  </a:lnTo>
                  <a:lnTo>
                    <a:pt x="25" y="87"/>
                  </a:lnTo>
                  <a:lnTo>
                    <a:pt x="27" y="88"/>
                  </a:lnTo>
                  <a:lnTo>
                    <a:pt x="31" y="90"/>
                  </a:lnTo>
                  <a:lnTo>
                    <a:pt x="36" y="92"/>
                  </a:lnTo>
                  <a:lnTo>
                    <a:pt x="39" y="94"/>
                  </a:lnTo>
                  <a:lnTo>
                    <a:pt x="41" y="97"/>
                  </a:lnTo>
                  <a:lnTo>
                    <a:pt x="38" y="99"/>
                  </a:lnTo>
                  <a:lnTo>
                    <a:pt x="32" y="102"/>
                  </a:lnTo>
                  <a:lnTo>
                    <a:pt x="29" y="103"/>
                  </a:lnTo>
                  <a:lnTo>
                    <a:pt x="24" y="103"/>
                  </a:lnTo>
                  <a:lnTo>
                    <a:pt x="11" y="102"/>
                  </a:lnTo>
                  <a:lnTo>
                    <a:pt x="3" y="10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5" name="Freeform 94"/>
            <p:cNvSpPr>
              <a:spLocks noEditPoints="1"/>
            </p:cNvSpPr>
            <p:nvPr/>
          </p:nvSpPr>
          <p:spPr bwMode="gray">
            <a:xfrm>
              <a:off x="5237163" y="4981576"/>
              <a:ext cx="1001713" cy="933450"/>
            </a:xfrm>
            <a:custGeom>
              <a:avLst/>
              <a:gdLst>
                <a:gd name="T0" fmla="*/ 507 w 631"/>
                <a:gd name="T1" fmla="*/ 564 h 588"/>
                <a:gd name="T2" fmla="*/ 512 w 631"/>
                <a:gd name="T3" fmla="*/ 534 h 588"/>
                <a:gd name="T4" fmla="*/ 549 w 631"/>
                <a:gd name="T5" fmla="*/ 534 h 588"/>
                <a:gd name="T6" fmla="*/ 525 w 631"/>
                <a:gd name="T7" fmla="*/ 588 h 588"/>
                <a:gd name="T8" fmla="*/ 472 w 631"/>
                <a:gd name="T9" fmla="*/ 28 h 588"/>
                <a:gd name="T10" fmla="*/ 491 w 631"/>
                <a:gd name="T11" fmla="*/ 60 h 588"/>
                <a:gd name="T12" fmla="*/ 512 w 631"/>
                <a:gd name="T13" fmla="*/ 101 h 588"/>
                <a:gd name="T14" fmla="*/ 539 w 631"/>
                <a:gd name="T15" fmla="*/ 145 h 588"/>
                <a:gd name="T16" fmla="*/ 567 w 631"/>
                <a:gd name="T17" fmla="*/ 179 h 588"/>
                <a:gd name="T18" fmla="*/ 588 w 631"/>
                <a:gd name="T19" fmla="*/ 194 h 588"/>
                <a:gd name="T20" fmla="*/ 614 w 631"/>
                <a:gd name="T21" fmla="*/ 233 h 588"/>
                <a:gd name="T22" fmla="*/ 623 w 631"/>
                <a:gd name="T23" fmla="*/ 272 h 588"/>
                <a:gd name="T24" fmla="*/ 621 w 631"/>
                <a:gd name="T25" fmla="*/ 352 h 588"/>
                <a:gd name="T26" fmla="*/ 590 w 631"/>
                <a:gd name="T27" fmla="*/ 406 h 588"/>
                <a:gd name="T28" fmla="*/ 574 w 631"/>
                <a:gd name="T29" fmla="*/ 463 h 588"/>
                <a:gd name="T30" fmla="*/ 527 w 631"/>
                <a:gd name="T31" fmla="*/ 487 h 588"/>
                <a:gd name="T32" fmla="*/ 502 w 631"/>
                <a:gd name="T33" fmla="*/ 475 h 588"/>
                <a:gd name="T34" fmla="*/ 469 w 631"/>
                <a:gd name="T35" fmla="*/ 487 h 588"/>
                <a:gd name="T36" fmla="*/ 424 w 631"/>
                <a:gd name="T37" fmla="*/ 466 h 588"/>
                <a:gd name="T38" fmla="*/ 401 w 631"/>
                <a:gd name="T39" fmla="*/ 427 h 588"/>
                <a:gd name="T40" fmla="*/ 391 w 631"/>
                <a:gd name="T41" fmla="*/ 400 h 588"/>
                <a:gd name="T42" fmla="*/ 375 w 631"/>
                <a:gd name="T43" fmla="*/ 413 h 588"/>
                <a:gd name="T44" fmla="*/ 391 w 631"/>
                <a:gd name="T45" fmla="*/ 383 h 588"/>
                <a:gd name="T46" fmla="*/ 377 w 631"/>
                <a:gd name="T47" fmla="*/ 389 h 588"/>
                <a:gd name="T48" fmla="*/ 345 w 631"/>
                <a:gd name="T49" fmla="*/ 394 h 588"/>
                <a:gd name="T50" fmla="*/ 328 w 631"/>
                <a:gd name="T51" fmla="*/ 366 h 588"/>
                <a:gd name="T52" fmla="*/ 291 w 631"/>
                <a:gd name="T53" fmla="*/ 353 h 588"/>
                <a:gd name="T54" fmla="*/ 229 w 631"/>
                <a:gd name="T55" fmla="*/ 360 h 588"/>
                <a:gd name="T56" fmla="*/ 174 w 631"/>
                <a:gd name="T57" fmla="*/ 377 h 588"/>
                <a:gd name="T58" fmla="*/ 130 w 631"/>
                <a:gd name="T59" fmla="*/ 392 h 588"/>
                <a:gd name="T60" fmla="*/ 83 w 631"/>
                <a:gd name="T61" fmla="*/ 410 h 588"/>
                <a:gd name="T62" fmla="*/ 32 w 631"/>
                <a:gd name="T63" fmla="*/ 402 h 588"/>
                <a:gd name="T64" fmla="*/ 41 w 631"/>
                <a:gd name="T65" fmla="*/ 355 h 588"/>
                <a:gd name="T66" fmla="*/ 14 w 631"/>
                <a:gd name="T67" fmla="*/ 284 h 588"/>
                <a:gd name="T68" fmla="*/ 5 w 631"/>
                <a:gd name="T69" fmla="*/ 259 h 588"/>
                <a:gd name="T70" fmla="*/ 15 w 631"/>
                <a:gd name="T71" fmla="*/ 253 h 588"/>
                <a:gd name="T72" fmla="*/ 11 w 631"/>
                <a:gd name="T73" fmla="*/ 206 h 588"/>
                <a:gd name="T74" fmla="*/ 18 w 631"/>
                <a:gd name="T75" fmla="*/ 191 h 588"/>
                <a:gd name="T76" fmla="*/ 58 w 631"/>
                <a:gd name="T77" fmla="*/ 160 h 588"/>
                <a:gd name="T78" fmla="*/ 92 w 631"/>
                <a:gd name="T79" fmla="*/ 147 h 588"/>
                <a:gd name="T80" fmla="*/ 133 w 631"/>
                <a:gd name="T81" fmla="*/ 125 h 588"/>
                <a:gd name="T82" fmla="*/ 155 w 631"/>
                <a:gd name="T83" fmla="*/ 95 h 588"/>
                <a:gd name="T84" fmla="*/ 164 w 631"/>
                <a:gd name="T85" fmla="*/ 93 h 588"/>
                <a:gd name="T86" fmla="*/ 177 w 631"/>
                <a:gd name="T87" fmla="*/ 82 h 588"/>
                <a:gd name="T88" fmla="*/ 188 w 631"/>
                <a:gd name="T89" fmla="*/ 62 h 588"/>
                <a:gd name="T90" fmla="*/ 215 w 631"/>
                <a:gd name="T91" fmla="*/ 45 h 588"/>
                <a:gd name="T92" fmla="*/ 239 w 631"/>
                <a:gd name="T93" fmla="*/ 64 h 588"/>
                <a:gd name="T94" fmla="*/ 256 w 631"/>
                <a:gd name="T95" fmla="*/ 57 h 588"/>
                <a:gd name="T96" fmla="*/ 268 w 631"/>
                <a:gd name="T97" fmla="*/ 38 h 588"/>
                <a:gd name="T98" fmla="*/ 288 w 631"/>
                <a:gd name="T99" fmla="*/ 23 h 588"/>
                <a:gd name="T100" fmla="*/ 297 w 631"/>
                <a:gd name="T101" fmla="*/ 10 h 588"/>
                <a:gd name="T102" fmla="*/ 320 w 631"/>
                <a:gd name="T103" fmla="*/ 16 h 588"/>
                <a:gd name="T104" fmla="*/ 357 w 631"/>
                <a:gd name="T105" fmla="*/ 23 h 588"/>
                <a:gd name="T106" fmla="*/ 366 w 631"/>
                <a:gd name="T107" fmla="*/ 31 h 588"/>
                <a:gd name="T108" fmla="*/ 350 w 631"/>
                <a:gd name="T109" fmla="*/ 60 h 588"/>
                <a:gd name="T110" fmla="*/ 380 w 631"/>
                <a:gd name="T111" fmla="*/ 85 h 588"/>
                <a:gd name="T112" fmla="*/ 412 w 631"/>
                <a:gd name="T113" fmla="*/ 107 h 588"/>
                <a:gd name="T114" fmla="*/ 444 w 631"/>
                <a:gd name="T115" fmla="*/ 73 h 588"/>
                <a:gd name="T116" fmla="*/ 445 w 631"/>
                <a:gd name="T117" fmla="*/ 34 h 588"/>
                <a:gd name="T118" fmla="*/ 457 w 631"/>
                <a:gd name="T119" fmla="*/ 0 h 58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31"/>
                <a:gd name="T181" fmla="*/ 0 h 588"/>
                <a:gd name="T182" fmla="*/ 631 w 631"/>
                <a:gd name="T183" fmla="*/ 588 h 58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31" h="588">
                  <a:moveTo>
                    <a:pt x="525" y="588"/>
                  </a:moveTo>
                  <a:lnTo>
                    <a:pt x="522" y="586"/>
                  </a:lnTo>
                  <a:lnTo>
                    <a:pt x="513" y="582"/>
                  </a:lnTo>
                  <a:lnTo>
                    <a:pt x="510" y="578"/>
                  </a:lnTo>
                  <a:lnTo>
                    <a:pt x="506" y="571"/>
                  </a:lnTo>
                  <a:lnTo>
                    <a:pt x="503" y="566"/>
                  </a:lnTo>
                  <a:lnTo>
                    <a:pt x="501" y="562"/>
                  </a:lnTo>
                  <a:lnTo>
                    <a:pt x="503" y="561"/>
                  </a:lnTo>
                  <a:lnTo>
                    <a:pt x="504" y="562"/>
                  </a:lnTo>
                  <a:lnTo>
                    <a:pt x="507" y="564"/>
                  </a:lnTo>
                  <a:lnTo>
                    <a:pt x="508" y="563"/>
                  </a:lnTo>
                  <a:lnTo>
                    <a:pt x="506" y="559"/>
                  </a:lnTo>
                  <a:lnTo>
                    <a:pt x="502" y="552"/>
                  </a:lnTo>
                  <a:lnTo>
                    <a:pt x="497" y="546"/>
                  </a:lnTo>
                  <a:lnTo>
                    <a:pt x="496" y="543"/>
                  </a:lnTo>
                  <a:lnTo>
                    <a:pt x="494" y="534"/>
                  </a:lnTo>
                  <a:lnTo>
                    <a:pt x="494" y="528"/>
                  </a:lnTo>
                  <a:lnTo>
                    <a:pt x="495" y="527"/>
                  </a:lnTo>
                  <a:lnTo>
                    <a:pt x="502" y="530"/>
                  </a:lnTo>
                  <a:lnTo>
                    <a:pt x="512" y="534"/>
                  </a:lnTo>
                  <a:lnTo>
                    <a:pt x="520" y="537"/>
                  </a:lnTo>
                  <a:lnTo>
                    <a:pt x="525" y="537"/>
                  </a:lnTo>
                  <a:lnTo>
                    <a:pt x="529" y="536"/>
                  </a:lnTo>
                  <a:lnTo>
                    <a:pt x="532" y="535"/>
                  </a:lnTo>
                  <a:lnTo>
                    <a:pt x="534" y="534"/>
                  </a:lnTo>
                  <a:lnTo>
                    <a:pt x="539" y="534"/>
                  </a:lnTo>
                  <a:lnTo>
                    <a:pt x="541" y="531"/>
                  </a:lnTo>
                  <a:lnTo>
                    <a:pt x="546" y="529"/>
                  </a:lnTo>
                  <a:lnTo>
                    <a:pt x="549" y="533"/>
                  </a:lnTo>
                  <a:lnTo>
                    <a:pt x="549" y="534"/>
                  </a:lnTo>
                  <a:lnTo>
                    <a:pt x="550" y="541"/>
                  </a:lnTo>
                  <a:lnTo>
                    <a:pt x="550" y="548"/>
                  </a:lnTo>
                  <a:lnTo>
                    <a:pt x="545" y="562"/>
                  </a:lnTo>
                  <a:lnTo>
                    <a:pt x="544" y="569"/>
                  </a:lnTo>
                  <a:lnTo>
                    <a:pt x="542" y="572"/>
                  </a:lnTo>
                  <a:lnTo>
                    <a:pt x="535" y="574"/>
                  </a:lnTo>
                  <a:lnTo>
                    <a:pt x="532" y="578"/>
                  </a:lnTo>
                  <a:lnTo>
                    <a:pt x="528" y="585"/>
                  </a:lnTo>
                  <a:lnTo>
                    <a:pt x="527" y="587"/>
                  </a:lnTo>
                  <a:lnTo>
                    <a:pt x="525" y="588"/>
                  </a:lnTo>
                  <a:close/>
                  <a:moveTo>
                    <a:pt x="457" y="0"/>
                  </a:moveTo>
                  <a:lnTo>
                    <a:pt x="461" y="2"/>
                  </a:lnTo>
                  <a:lnTo>
                    <a:pt x="463" y="6"/>
                  </a:lnTo>
                  <a:lnTo>
                    <a:pt x="463" y="11"/>
                  </a:lnTo>
                  <a:lnTo>
                    <a:pt x="464" y="16"/>
                  </a:lnTo>
                  <a:lnTo>
                    <a:pt x="466" y="17"/>
                  </a:lnTo>
                  <a:lnTo>
                    <a:pt x="469" y="17"/>
                  </a:lnTo>
                  <a:lnTo>
                    <a:pt x="470" y="19"/>
                  </a:lnTo>
                  <a:lnTo>
                    <a:pt x="467" y="26"/>
                  </a:lnTo>
                  <a:lnTo>
                    <a:pt x="472" y="28"/>
                  </a:lnTo>
                  <a:lnTo>
                    <a:pt x="473" y="30"/>
                  </a:lnTo>
                  <a:lnTo>
                    <a:pt x="474" y="34"/>
                  </a:lnTo>
                  <a:lnTo>
                    <a:pt x="474" y="43"/>
                  </a:lnTo>
                  <a:lnTo>
                    <a:pt x="475" y="48"/>
                  </a:lnTo>
                  <a:lnTo>
                    <a:pt x="479" y="56"/>
                  </a:lnTo>
                  <a:lnTo>
                    <a:pt x="481" y="58"/>
                  </a:lnTo>
                  <a:lnTo>
                    <a:pt x="484" y="58"/>
                  </a:lnTo>
                  <a:lnTo>
                    <a:pt x="486" y="56"/>
                  </a:lnTo>
                  <a:lnTo>
                    <a:pt x="488" y="55"/>
                  </a:lnTo>
                  <a:lnTo>
                    <a:pt x="491" y="60"/>
                  </a:lnTo>
                  <a:lnTo>
                    <a:pt x="493" y="60"/>
                  </a:lnTo>
                  <a:lnTo>
                    <a:pt x="498" y="64"/>
                  </a:lnTo>
                  <a:lnTo>
                    <a:pt x="500" y="65"/>
                  </a:lnTo>
                  <a:lnTo>
                    <a:pt x="501" y="66"/>
                  </a:lnTo>
                  <a:lnTo>
                    <a:pt x="501" y="69"/>
                  </a:lnTo>
                  <a:lnTo>
                    <a:pt x="502" y="76"/>
                  </a:lnTo>
                  <a:lnTo>
                    <a:pt x="503" y="82"/>
                  </a:lnTo>
                  <a:lnTo>
                    <a:pt x="503" y="89"/>
                  </a:lnTo>
                  <a:lnTo>
                    <a:pt x="505" y="91"/>
                  </a:lnTo>
                  <a:lnTo>
                    <a:pt x="512" y="101"/>
                  </a:lnTo>
                  <a:lnTo>
                    <a:pt x="514" y="106"/>
                  </a:lnTo>
                  <a:lnTo>
                    <a:pt x="514" y="112"/>
                  </a:lnTo>
                  <a:lnTo>
                    <a:pt x="513" y="118"/>
                  </a:lnTo>
                  <a:lnTo>
                    <a:pt x="516" y="123"/>
                  </a:lnTo>
                  <a:lnTo>
                    <a:pt x="518" y="129"/>
                  </a:lnTo>
                  <a:lnTo>
                    <a:pt x="519" y="132"/>
                  </a:lnTo>
                  <a:lnTo>
                    <a:pt x="529" y="138"/>
                  </a:lnTo>
                  <a:lnTo>
                    <a:pt x="531" y="139"/>
                  </a:lnTo>
                  <a:lnTo>
                    <a:pt x="536" y="140"/>
                  </a:lnTo>
                  <a:lnTo>
                    <a:pt x="539" y="145"/>
                  </a:lnTo>
                  <a:lnTo>
                    <a:pt x="545" y="148"/>
                  </a:lnTo>
                  <a:lnTo>
                    <a:pt x="548" y="150"/>
                  </a:lnTo>
                  <a:lnTo>
                    <a:pt x="556" y="150"/>
                  </a:lnTo>
                  <a:lnTo>
                    <a:pt x="557" y="152"/>
                  </a:lnTo>
                  <a:lnTo>
                    <a:pt x="556" y="154"/>
                  </a:lnTo>
                  <a:lnTo>
                    <a:pt x="554" y="158"/>
                  </a:lnTo>
                  <a:lnTo>
                    <a:pt x="556" y="161"/>
                  </a:lnTo>
                  <a:lnTo>
                    <a:pt x="563" y="164"/>
                  </a:lnTo>
                  <a:lnTo>
                    <a:pt x="564" y="169"/>
                  </a:lnTo>
                  <a:lnTo>
                    <a:pt x="567" y="179"/>
                  </a:lnTo>
                  <a:lnTo>
                    <a:pt x="569" y="185"/>
                  </a:lnTo>
                  <a:lnTo>
                    <a:pt x="569" y="188"/>
                  </a:lnTo>
                  <a:lnTo>
                    <a:pt x="571" y="190"/>
                  </a:lnTo>
                  <a:lnTo>
                    <a:pt x="577" y="192"/>
                  </a:lnTo>
                  <a:lnTo>
                    <a:pt x="576" y="186"/>
                  </a:lnTo>
                  <a:lnTo>
                    <a:pt x="582" y="190"/>
                  </a:lnTo>
                  <a:lnTo>
                    <a:pt x="586" y="191"/>
                  </a:lnTo>
                  <a:lnTo>
                    <a:pt x="587" y="192"/>
                  </a:lnTo>
                  <a:lnTo>
                    <a:pt x="588" y="194"/>
                  </a:lnTo>
                  <a:lnTo>
                    <a:pt x="589" y="208"/>
                  </a:lnTo>
                  <a:lnTo>
                    <a:pt x="595" y="213"/>
                  </a:lnTo>
                  <a:lnTo>
                    <a:pt x="599" y="216"/>
                  </a:lnTo>
                  <a:lnTo>
                    <a:pt x="603" y="217"/>
                  </a:lnTo>
                  <a:lnTo>
                    <a:pt x="605" y="219"/>
                  </a:lnTo>
                  <a:lnTo>
                    <a:pt x="607" y="223"/>
                  </a:lnTo>
                  <a:lnTo>
                    <a:pt x="609" y="227"/>
                  </a:lnTo>
                  <a:lnTo>
                    <a:pt x="612" y="228"/>
                  </a:lnTo>
                  <a:lnTo>
                    <a:pt x="614" y="231"/>
                  </a:lnTo>
                  <a:lnTo>
                    <a:pt x="614" y="233"/>
                  </a:lnTo>
                  <a:lnTo>
                    <a:pt x="615" y="237"/>
                  </a:lnTo>
                  <a:lnTo>
                    <a:pt x="616" y="238"/>
                  </a:lnTo>
                  <a:lnTo>
                    <a:pt x="620" y="238"/>
                  </a:lnTo>
                  <a:lnTo>
                    <a:pt x="621" y="239"/>
                  </a:lnTo>
                  <a:lnTo>
                    <a:pt x="622" y="242"/>
                  </a:lnTo>
                  <a:lnTo>
                    <a:pt x="624" y="253"/>
                  </a:lnTo>
                  <a:lnTo>
                    <a:pt x="624" y="259"/>
                  </a:lnTo>
                  <a:lnTo>
                    <a:pt x="624" y="266"/>
                  </a:lnTo>
                  <a:lnTo>
                    <a:pt x="624" y="269"/>
                  </a:lnTo>
                  <a:lnTo>
                    <a:pt x="623" y="272"/>
                  </a:lnTo>
                  <a:lnTo>
                    <a:pt x="628" y="282"/>
                  </a:lnTo>
                  <a:lnTo>
                    <a:pt x="629" y="286"/>
                  </a:lnTo>
                  <a:lnTo>
                    <a:pt x="631" y="293"/>
                  </a:lnTo>
                  <a:lnTo>
                    <a:pt x="631" y="298"/>
                  </a:lnTo>
                  <a:lnTo>
                    <a:pt x="629" y="304"/>
                  </a:lnTo>
                  <a:lnTo>
                    <a:pt x="626" y="318"/>
                  </a:lnTo>
                  <a:lnTo>
                    <a:pt x="622" y="332"/>
                  </a:lnTo>
                  <a:lnTo>
                    <a:pt x="623" y="339"/>
                  </a:lnTo>
                  <a:lnTo>
                    <a:pt x="623" y="345"/>
                  </a:lnTo>
                  <a:lnTo>
                    <a:pt x="621" y="352"/>
                  </a:lnTo>
                  <a:lnTo>
                    <a:pt x="616" y="359"/>
                  </a:lnTo>
                  <a:lnTo>
                    <a:pt x="614" y="365"/>
                  </a:lnTo>
                  <a:lnTo>
                    <a:pt x="610" y="372"/>
                  </a:lnTo>
                  <a:lnTo>
                    <a:pt x="607" y="374"/>
                  </a:lnTo>
                  <a:lnTo>
                    <a:pt x="604" y="374"/>
                  </a:lnTo>
                  <a:lnTo>
                    <a:pt x="601" y="378"/>
                  </a:lnTo>
                  <a:lnTo>
                    <a:pt x="598" y="384"/>
                  </a:lnTo>
                  <a:lnTo>
                    <a:pt x="595" y="397"/>
                  </a:lnTo>
                  <a:lnTo>
                    <a:pt x="592" y="403"/>
                  </a:lnTo>
                  <a:lnTo>
                    <a:pt x="590" y="406"/>
                  </a:lnTo>
                  <a:lnTo>
                    <a:pt x="590" y="412"/>
                  </a:lnTo>
                  <a:lnTo>
                    <a:pt x="588" y="417"/>
                  </a:lnTo>
                  <a:lnTo>
                    <a:pt x="586" y="420"/>
                  </a:lnTo>
                  <a:lnTo>
                    <a:pt x="582" y="422"/>
                  </a:lnTo>
                  <a:lnTo>
                    <a:pt x="580" y="425"/>
                  </a:lnTo>
                  <a:lnTo>
                    <a:pt x="578" y="434"/>
                  </a:lnTo>
                  <a:lnTo>
                    <a:pt x="577" y="443"/>
                  </a:lnTo>
                  <a:lnTo>
                    <a:pt x="576" y="451"/>
                  </a:lnTo>
                  <a:lnTo>
                    <a:pt x="576" y="457"/>
                  </a:lnTo>
                  <a:lnTo>
                    <a:pt x="574" y="463"/>
                  </a:lnTo>
                  <a:lnTo>
                    <a:pt x="572" y="466"/>
                  </a:lnTo>
                  <a:lnTo>
                    <a:pt x="569" y="469"/>
                  </a:lnTo>
                  <a:lnTo>
                    <a:pt x="564" y="470"/>
                  </a:lnTo>
                  <a:lnTo>
                    <a:pt x="555" y="470"/>
                  </a:lnTo>
                  <a:lnTo>
                    <a:pt x="549" y="471"/>
                  </a:lnTo>
                  <a:lnTo>
                    <a:pt x="546" y="472"/>
                  </a:lnTo>
                  <a:lnTo>
                    <a:pt x="542" y="475"/>
                  </a:lnTo>
                  <a:lnTo>
                    <a:pt x="532" y="483"/>
                  </a:lnTo>
                  <a:lnTo>
                    <a:pt x="528" y="484"/>
                  </a:lnTo>
                  <a:lnTo>
                    <a:pt x="527" y="487"/>
                  </a:lnTo>
                  <a:lnTo>
                    <a:pt x="524" y="488"/>
                  </a:lnTo>
                  <a:lnTo>
                    <a:pt x="520" y="488"/>
                  </a:lnTo>
                  <a:lnTo>
                    <a:pt x="518" y="488"/>
                  </a:lnTo>
                  <a:lnTo>
                    <a:pt x="520" y="491"/>
                  </a:lnTo>
                  <a:lnTo>
                    <a:pt x="522" y="494"/>
                  </a:lnTo>
                  <a:lnTo>
                    <a:pt x="513" y="488"/>
                  </a:lnTo>
                  <a:lnTo>
                    <a:pt x="507" y="484"/>
                  </a:lnTo>
                  <a:lnTo>
                    <a:pt x="507" y="480"/>
                  </a:lnTo>
                  <a:lnTo>
                    <a:pt x="506" y="479"/>
                  </a:lnTo>
                  <a:lnTo>
                    <a:pt x="502" y="475"/>
                  </a:lnTo>
                  <a:lnTo>
                    <a:pt x="498" y="471"/>
                  </a:lnTo>
                  <a:lnTo>
                    <a:pt x="495" y="471"/>
                  </a:lnTo>
                  <a:lnTo>
                    <a:pt x="491" y="473"/>
                  </a:lnTo>
                  <a:lnTo>
                    <a:pt x="489" y="475"/>
                  </a:lnTo>
                  <a:lnTo>
                    <a:pt x="494" y="479"/>
                  </a:lnTo>
                  <a:lnTo>
                    <a:pt x="488" y="481"/>
                  </a:lnTo>
                  <a:lnTo>
                    <a:pt x="481" y="485"/>
                  </a:lnTo>
                  <a:lnTo>
                    <a:pt x="474" y="489"/>
                  </a:lnTo>
                  <a:lnTo>
                    <a:pt x="473" y="490"/>
                  </a:lnTo>
                  <a:lnTo>
                    <a:pt x="469" y="487"/>
                  </a:lnTo>
                  <a:lnTo>
                    <a:pt x="462" y="483"/>
                  </a:lnTo>
                  <a:lnTo>
                    <a:pt x="458" y="481"/>
                  </a:lnTo>
                  <a:lnTo>
                    <a:pt x="450" y="479"/>
                  </a:lnTo>
                  <a:lnTo>
                    <a:pt x="446" y="479"/>
                  </a:lnTo>
                  <a:lnTo>
                    <a:pt x="445" y="480"/>
                  </a:lnTo>
                  <a:lnTo>
                    <a:pt x="444" y="481"/>
                  </a:lnTo>
                  <a:lnTo>
                    <a:pt x="440" y="479"/>
                  </a:lnTo>
                  <a:lnTo>
                    <a:pt x="434" y="476"/>
                  </a:lnTo>
                  <a:lnTo>
                    <a:pt x="430" y="473"/>
                  </a:lnTo>
                  <a:lnTo>
                    <a:pt x="424" y="466"/>
                  </a:lnTo>
                  <a:lnTo>
                    <a:pt x="420" y="463"/>
                  </a:lnTo>
                  <a:lnTo>
                    <a:pt x="417" y="455"/>
                  </a:lnTo>
                  <a:lnTo>
                    <a:pt x="418" y="446"/>
                  </a:lnTo>
                  <a:lnTo>
                    <a:pt x="417" y="443"/>
                  </a:lnTo>
                  <a:lnTo>
                    <a:pt x="416" y="438"/>
                  </a:lnTo>
                  <a:lnTo>
                    <a:pt x="412" y="432"/>
                  </a:lnTo>
                  <a:lnTo>
                    <a:pt x="411" y="427"/>
                  </a:lnTo>
                  <a:lnTo>
                    <a:pt x="411" y="424"/>
                  </a:lnTo>
                  <a:lnTo>
                    <a:pt x="407" y="423"/>
                  </a:lnTo>
                  <a:lnTo>
                    <a:pt x="401" y="427"/>
                  </a:lnTo>
                  <a:lnTo>
                    <a:pt x="397" y="428"/>
                  </a:lnTo>
                  <a:lnTo>
                    <a:pt x="395" y="429"/>
                  </a:lnTo>
                  <a:lnTo>
                    <a:pt x="393" y="428"/>
                  </a:lnTo>
                  <a:lnTo>
                    <a:pt x="392" y="426"/>
                  </a:lnTo>
                  <a:lnTo>
                    <a:pt x="396" y="422"/>
                  </a:lnTo>
                  <a:lnTo>
                    <a:pt x="397" y="418"/>
                  </a:lnTo>
                  <a:lnTo>
                    <a:pt x="398" y="411"/>
                  </a:lnTo>
                  <a:lnTo>
                    <a:pt x="396" y="408"/>
                  </a:lnTo>
                  <a:lnTo>
                    <a:pt x="392" y="403"/>
                  </a:lnTo>
                  <a:lnTo>
                    <a:pt x="391" y="400"/>
                  </a:lnTo>
                  <a:lnTo>
                    <a:pt x="387" y="406"/>
                  </a:lnTo>
                  <a:lnTo>
                    <a:pt x="384" y="418"/>
                  </a:lnTo>
                  <a:lnTo>
                    <a:pt x="383" y="419"/>
                  </a:lnTo>
                  <a:lnTo>
                    <a:pt x="377" y="419"/>
                  </a:lnTo>
                  <a:lnTo>
                    <a:pt x="376" y="420"/>
                  </a:lnTo>
                  <a:lnTo>
                    <a:pt x="374" y="421"/>
                  </a:lnTo>
                  <a:lnTo>
                    <a:pt x="373" y="421"/>
                  </a:lnTo>
                  <a:lnTo>
                    <a:pt x="374" y="418"/>
                  </a:lnTo>
                  <a:lnTo>
                    <a:pt x="375" y="414"/>
                  </a:lnTo>
                  <a:lnTo>
                    <a:pt x="375" y="413"/>
                  </a:lnTo>
                  <a:lnTo>
                    <a:pt x="380" y="414"/>
                  </a:lnTo>
                  <a:lnTo>
                    <a:pt x="382" y="412"/>
                  </a:lnTo>
                  <a:lnTo>
                    <a:pt x="382" y="410"/>
                  </a:lnTo>
                  <a:lnTo>
                    <a:pt x="382" y="402"/>
                  </a:lnTo>
                  <a:lnTo>
                    <a:pt x="384" y="395"/>
                  </a:lnTo>
                  <a:lnTo>
                    <a:pt x="387" y="391"/>
                  </a:lnTo>
                  <a:lnTo>
                    <a:pt x="388" y="388"/>
                  </a:lnTo>
                  <a:lnTo>
                    <a:pt x="388" y="384"/>
                  </a:lnTo>
                  <a:lnTo>
                    <a:pt x="389" y="383"/>
                  </a:lnTo>
                  <a:lnTo>
                    <a:pt x="391" y="383"/>
                  </a:lnTo>
                  <a:lnTo>
                    <a:pt x="392" y="380"/>
                  </a:lnTo>
                  <a:lnTo>
                    <a:pt x="392" y="378"/>
                  </a:lnTo>
                  <a:lnTo>
                    <a:pt x="389" y="374"/>
                  </a:lnTo>
                  <a:lnTo>
                    <a:pt x="387" y="370"/>
                  </a:lnTo>
                  <a:lnTo>
                    <a:pt x="386" y="375"/>
                  </a:lnTo>
                  <a:lnTo>
                    <a:pt x="384" y="378"/>
                  </a:lnTo>
                  <a:lnTo>
                    <a:pt x="381" y="380"/>
                  </a:lnTo>
                  <a:lnTo>
                    <a:pt x="379" y="384"/>
                  </a:lnTo>
                  <a:lnTo>
                    <a:pt x="378" y="386"/>
                  </a:lnTo>
                  <a:lnTo>
                    <a:pt x="377" y="389"/>
                  </a:lnTo>
                  <a:lnTo>
                    <a:pt x="375" y="392"/>
                  </a:lnTo>
                  <a:lnTo>
                    <a:pt x="369" y="394"/>
                  </a:lnTo>
                  <a:lnTo>
                    <a:pt x="364" y="398"/>
                  </a:lnTo>
                  <a:lnTo>
                    <a:pt x="360" y="403"/>
                  </a:lnTo>
                  <a:lnTo>
                    <a:pt x="357" y="409"/>
                  </a:lnTo>
                  <a:lnTo>
                    <a:pt x="353" y="416"/>
                  </a:lnTo>
                  <a:lnTo>
                    <a:pt x="351" y="413"/>
                  </a:lnTo>
                  <a:lnTo>
                    <a:pt x="348" y="402"/>
                  </a:lnTo>
                  <a:lnTo>
                    <a:pt x="346" y="397"/>
                  </a:lnTo>
                  <a:lnTo>
                    <a:pt x="345" y="394"/>
                  </a:lnTo>
                  <a:lnTo>
                    <a:pt x="340" y="387"/>
                  </a:lnTo>
                  <a:lnTo>
                    <a:pt x="338" y="381"/>
                  </a:lnTo>
                  <a:lnTo>
                    <a:pt x="336" y="379"/>
                  </a:lnTo>
                  <a:lnTo>
                    <a:pt x="332" y="380"/>
                  </a:lnTo>
                  <a:lnTo>
                    <a:pt x="330" y="379"/>
                  </a:lnTo>
                  <a:lnTo>
                    <a:pt x="329" y="377"/>
                  </a:lnTo>
                  <a:lnTo>
                    <a:pt x="328" y="375"/>
                  </a:lnTo>
                  <a:lnTo>
                    <a:pt x="331" y="372"/>
                  </a:lnTo>
                  <a:lnTo>
                    <a:pt x="330" y="370"/>
                  </a:lnTo>
                  <a:lnTo>
                    <a:pt x="328" y="366"/>
                  </a:lnTo>
                  <a:lnTo>
                    <a:pt x="324" y="362"/>
                  </a:lnTo>
                  <a:lnTo>
                    <a:pt x="322" y="361"/>
                  </a:lnTo>
                  <a:lnTo>
                    <a:pt x="316" y="362"/>
                  </a:lnTo>
                  <a:lnTo>
                    <a:pt x="313" y="362"/>
                  </a:lnTo>
                  <a:lnTo>
                    <a:pt x="306" y="358"/>
                  </a:lnTo>
                  <a:lnTo>
                    <a:pt x="305" y="358"/>
                  </a:lnTo>
                  <a:lnTo>
                    <a:pt x="301" y="359"/>
                  </a:lnTo>
                  <a:lnTo>
                    <a:pt x="298" y="359"/>
                  </a:lnTo>
                  <a:lnTo>
                    <a:pt x="295" y="357"/>
                  </a:lnTo>
                  <a:lnTo>
                    <a:pt x="291" y="353"/>
                  </a:lnTo>
                  <a:lnTo>
                    <a:pt x="284" y="349"/>
                  </a:lnTo>
                  <a:lnTo>
                    <a:pt x="283" y="349"/>
                  </a:lnTo>
                  <a:lnTo>
                    <a:pt x="277" y="351"/>
                  </a:lnTo>
                  <a:lnTo>
                    <a:pt x="269" y="352"/>
                  </a:lnTo>
                  <a:lnTo>
                    <a:pt x="264" y="352"/>
                  </a:lnTo>
                  <a:lnTo>
                    <a:pt x="251" y="352"/>
                  </a:lnTo>
                  <a:lnTo>
                    <a:pt x="247" y="353"/>
                  </a:lnTo>
                  <a:lnTo>
                    <a:pt x="243" y="355"/>
                  </a:lnTo>
                  <a:lnTo>
                    <a:pt x="236" y="359"/>
                  </a:lnTo>
                  <a:lnTo>
                    <a:pt x="229" y="360"/>
                  </a:lnTo>
                  <a:lnTo>
                    <a:pt x="221" y="363"/>
                  </a:lnTo>
                  <a:lnTo>
                    <a:pt x="211" y="363"/>
                  </a:lnTo>
                  <a:lnTo>
                    <a:pt x="205" y="363"/>
                  </a:lnTo>
                  <a:lnTo>
                    <a:pt x="203" y="364"/>
                  </a:lnTo>
                  <a:lnTo>
                    <a:pt x="196" y="366"/>
                  </a:lnTo>
                  <a:lnTo>
                    <a:pt x="189" y="370"/>
                  </a:lnTo>
                  <a:lnTo>
                    <a:pt x="184" y="374"/>
                  </a:lnTo>
                  <a:lnTo>
                    <a:pt x="180" y="374"/>
                  </a:lnTo>
                  <a:lnTo>
                    <a:pt x="177" y="375"/>
                  </a:lnTo>
                  <a:lnTo>
                    <a:pt x="174" y="377"/>
                  </a:lnTo>
                  <a:lnTo>
                    <a:pt x="170" y="383"/>
                  </a:lnTo>
                  <a:lnTo>
                    <a:pt x="165" y="391"/>
                  </a:lnTo>
                  <a:lnTo>
                    <a:pt x="161" y="394"/>
                  </a:lnTo>
                  <a:lnTo>
                    <a:pt x="155" y="394"/>
                  </a:lnTo>
                  <a:lnTo>
                    <a:pt x="151" y="393"/>
                  </a:lnTo>
                  <a:lnTo>
                    <a:pt x="145" y="395"/>
                  </a:lnTo>
                  <a:lnTo>
                    <a:pt x="142" y="396"/>
                  </a:lnTo>
                  <a:lnTo>
                    <a:pt x="138" y="393"/>
                  </a:lnTo>
                  <a:lnTo>
                    <a:pt x="135" y="392"/>
                  </a:lnTo>
                  <a:lnTo>
                    <a:pt x="130" y="392"/>
                  </a:lnTo>
                  <a:lnTo>
                    <a:pt x="119" y="394"/>
                  </a:lnTo>
                  <a:lnTo>
                    <a:pt x="112" y="395"/>
                  </a:lnTo>
                  <a:lnTo>
                    <a:pt x="109" y="395"/>
                  </a:lnTo>
                  <a:lnTo>
                    <a:pt x="105" y="395"/>
                  </a:lnTo>
                  <a:lnTo>
                    <a:pt x="102" y="397"/>
                  </a:lnTo>
                  <a:lnTo>
                    <a:pt x="98" y="404"/>
                  </a:lnTo>
                  <a:lnTo>
                    <a:pt x="95" y="405"/>
                  </a:lnTo>
                  <a:lnTo>
                    <a:pt x="89" y="404"/>
                  </a:lnTo>
                  <a:lnTo>
                    <a:pt x="87" y="404"/>
                  </a:lnTo>
                  <a:lnTo>
                    <a:pt x="83" y="410"/>
                  </a:lnTo>
                  <a:lnTo>
                    <a:pt x="80" y="414"/>
                  </a:lnTo>
                  <a:lnTo>
                    <a:pt x="74" y="416"/>
                  </a:lnTo>
                  <a:lnTo>
                    <a:pt x="70" y="417"/>
                  </a:lnTo>
                  <a:lnTo>
                    <a:pt x="59" y="416"/>
                  </a:lnTo>
                  <a:lnTo>
                    <a:pt x="54" y="416"/>
                  </a:lnTo>
                  <a:lnTo>
                    <a:pt x="49" y="414"/>
                  </a:lnTo>
                  <a:lnTo>
                    <a:pt x="45" y="411"/>
                  </a:lnTo>
                  <a:lnTo>
                    <a:pt x="40" y="405"/>
                  </a:lnTo>
                  <a:lnTo>
                    <a:pt x="34" y="402"/>
                  </a:lnTo>
                  <a:lnTo>
                    <a:pt x="32" y="402"/>
                  </a:lnTo>
                  <a:lnTo>
                    <a:pt x="31" y="401"/>
                  </a:lnTo>
                  <a:lnTo>
                    <a:pt x="30" y="390"/>
                  </a:lnTo>
                  <a:lnTo>
                    <a:pt x="30" y="389"/>
                  </a:lnTo>
                  <a:lnTo>
                    <a:pt x="33" y="389"/>
                  </a:lnTo>
                  <a:lnTo>
                    <a:pt x="36" y="389"/>
                  </a:lnTo>
                  <a:lnTo>
                    <a:pt x="39" y="385"/>
                  </a:lnTo>
                  <a:lnTo>
                    <a:pt x="40" y="381"/>
                  </a:lnTo>
                  <a:lnTo>
                    <a:pt x="42" y="370"/>
                  </a:lnTo>
                  <a:lnTo>
                    <a:pt x="42" y="359"/>
                  </a:lnTo>
                  <a:lnTo>
                    <a:pt x="41" y="355"/>
                  </a:lnTo>
                  <a:lnTo>
                    <a:pt x="39" y="350"/>
                  </a:lnTo>
                  <a:lnTo>
                    <a:pt x="31" y="334"/>
                  </a:lnTo>
                  <a:lnTo>
                    <a:pt x="30" y="329"/>
                  </a:lnTo>
                  <a:lnTo>
                    <a:pt x="29" y="322"/>
                  </a:lnTo>
                  <a:lnTo>
                    <a:pt x="29" y="314"/>
                  </a:lnTo>
                  <a:lnTo>
                    <a:pt x="28" y="308"/>
                  </a:lnTo>
                  <a:lnTo>
                    <a:pt x="24" y="300"/>
                  </a:lnTo>
                  <a:lnTo>
                    <a:pt x="19" y="292"/>
                  </a:lnTo>
                  <a:lnTo>
                    <a:pt x="16" y="286"/>
                  </a:lnTo>
                  <a:lnTo>
                    <a:pt x="14" y="284"/>
                  </a:lnTo>
                  <a:lnTo>
                    <a:pt x="15" y="277"/>
                  </a:lnTo>
                  <a:lnTo>
                    <a:pt x="13" y="273"/>
                  </a:lnTo>
                  <a:lnTo>
                    <a:pt x="8" y="264"/>
                  </a:lnTo>
                  <a:lnTo>
                    <a:pt x="2" y="256"/>
                  </a:lnTo>
                  <a:lnTo>
                    <a:pt x="0" y="252"/>
                  </a:lnTo>
                  <a:lnTo>
                    <a:pt x="0" y="250"/>
                  </a:lnTo>
                  <a:lnTo>
                    <a:pt x="2" y="251"/>
                  </a:lnTo>
                  <a:lnTo>
                    <a:pt x="3" y="254"/>
                  </a:lnTo>
                  <a:lnTo>
                    <a:pt x="4" y="256"/>
                  </a:lnTo>
                  <a:lnTo>
                    <a:pt x="5" y="259"/>
                  </a:lnTo>
                  <a:lnTo>
                    <a:pt x="8" y="260"/>
                  </a:lnTo>
                  <a:lnTo>
                    <a:pt x="10" y="260"/>
                  </a:lnTo>
                  <a:lnTo>
                    <a:pt x="8" y="252"/>
                  </a:lnTo>
                  <a:lnTo>
                    <a:pt x="5" y="248"/>
                  </a:lnTo>
                  <a:lnTo>
                    <a:pt x="3" y="246"/>
                  </a:lnTo>
                  <a:lnTo>
                    <a:pt x="4" y="243"/>
                  </a:lnTo>
                  <a:lnTo>
                    <a:pt x="9" y="250"/>
                  </a:lnTo>
                  <a:lnTo>
                    <a:pt x="13" y="257"/>
                  </a:lnTo>
                  <a:lnTo>
                    <a:pt x="16" y="258"/>
                  </a:lnTo>
                  <a:lnTo>
                    <a:pt x="15" y="253"/>
                  </a:lnTo>
                  <a:lnTo>
                    <a:pt x="18" y="253"/>
                  </a:lnTo>
                  <a:lnTo>
                    <a:pt x="18" y="249"/>
                  </a:lnTo>
                  <a:lnTo>
                    <a:pt x="16" y="245"/>
                  </a:lnTo>
                  <a:lnTo>
                    <a:pt x="8" y="235"/>
                  </a:lnTo>
                  <a:lnTo>
                    <a:pt x="5" y="229"/>
                  </a:lnTo>
                  <a:lnTo>
                    <a:pt x="5" y="225"/>
                  </a:lnTo>
                  <a:lnTo>
                    <a:pt x="4" y="219"/>
                  </a:lnTo>
                  <a:lnTo>
                    <a:pt x="7" y="214"/>
                  </a:lnTo>
                  <a:lnTo>
                    <a:pt x="9" y="210"/>
                  </a:lnTo>
                  <a:lnTo>
                    <a:pt x="11" y="206"/>
                  </a:lnTo>
                  <a:lnTo>
                    <a:pt x="10" y="197"/>
                  </a:lnTo>
                  <a:lnTo>
                    <a:pt x="8" y="192"/>
                  </a:lnTo>
                  <a:lnTo>
                    <a:pt x="9" y="190"/>
                  </a:lnTo>
                  <a:lnTo>
                    <a:pt x="12" y="185"/>
                  </a:lnTo>
                  <a:lnTo>
                    <a:pt x="13" y="182"/>
                  </a:lnTo>
                  <a:lnTo>
                    <a:pt x="13" y="181"/>
                  </a:lnTo>
                  <a:lnTo>
                    <a:pt x="15" y="186"/>
                  </a:lnTo>
                  <a:lnTo>
                    <a:pt x="15" y="189"/>
                  </a:lnTo>
                  <a:lnTo>
                    <a:pt x="16" y="191"/>
                  </a:lnTo>
                  <a:lnTo>
                    <a:pt x="18" y="191"/>
                  </a:lnTo>
                  <a:lnTo>
                    <a:pt x="19" y="190"/>
                  </a:lnTo>
                  <a:lnTo>
                    <a:pt x="20" y="186"/>
                  </a:lnTo>
                  <a:lnTo>
                    <a:pt x="21" y="182"/>
                  </a:lnTo>
                  <a:lnTo>
                    <a:pt x="27" y="178"/>
                  </a:lnTo>
                  <a:lnTo>
                    <a:pt x="35" y="174"/>
                  </a:lnTo>
                  <a:lnTo>
                    <a:pt x="39" y="171"/>
                  </a:lnTo>
                  <a:lnTo>
                    <a:pt x="44" y="167"/>
                  </a:lnTo>
                  <a:lnTo>
                    <a:pt x="48" y="163"/>
                  </a:lnTo>
                  <a:lnTo>
                    <a:pt x="52" y="161"/>
                  </a:lnTo>
                  <a:lnTo>
                    <a:pt x="58" y="160"/>
                  </a:lnTo>
                  <a:lnTo>
                    <a:pt x="63" y="160"/>
                  </a:lnTo>
                  <a:lnTo>
                    <a:pt x="67" y="160"/>
                  </a:lnTo>
                  <a:lnTo>
                    <a:pt x="71" y="160"/>
                  </a:lnTo>
                  <a:lnTo>
                    <a:pt x="73" y="158"/>
                  </a:lnTo>
                  <a:lnTo>
                    <a:pt x="77" y="155"/>
                  </a:lnTo>
                  <a:lnTo>
                    <a:pt x="80" y="154"/>
                  </a:lnTo>
                  <a:lnTo>
                    <a:pt x="86" y="153"/>
                  </a:lnTo>
                  <a:lnTo>
                    <a:pt x="88" y="152"/>
                  </a:lnTo>
                  <a:lnTo>
                    <a:pt x="91" y="148"/>
                  </a:lnTo>
                  <a:lnTo>
                    <a:pt x="92" y="147"/>
                  </a:lnTo>
                  <a:lnTo>
                    <a:pt x="94" y="147"/>
                  </a:lnTo>
                  <a:lnTo>
                    <a:pt x="101" y="149"/>
                  </a:lnTo>
                  <a:lnTo>
                    <a:pt x="105" y="149"/>
                  </a:lnTo>
                  <a:lnTo>
                    <a:pt x="111" y="147"/>
                  </a:lnTo>
                  <a:lnTo>
                    <a:pt x="119" y="143"/>
                  </a:lnTo>
                  <a:lnTo>
                    <a:pt x="122" y="142"/>
                  </a:lnTo>
                  <a:lnTo>
                    <a:pt x="127" y="136"/>
                  </a:lnTo>
                  <a:lnTo>
                    <a:pt x="130" y="132"/>
                  </a:lnTo>
                  <a:lnTo>
                    <a:pt x="132" y="128"/>
                  </a:lnTo>
                  <a:lnTo>
                    <a:pt x="133" y="125"/>
                  </a:lnTo>
                  <a:lnTo>
                    <a:pt x="136" y="123"/>
                  </a:lnTo>
                  <a:lnTo>
                    <a:pt x="142" y="118"/>
                  </a:lnTo>
                  <a:lnTo>
                    <a:pt x="143" y="117"/>
                  </a:lnTo>
                  <a:lnTo>
                    <a:pt x="142" y="114"/>
                  </a:lnTo>
                  <a:lnTo>
                    <a:pt x="141" y="108"/>
                  </a:lnTo>
                  <a:lnTo>
                    <a:pt x="140" y="104"/>
                  </a:lnTo>
                  <a:lnTo>
                    <a:pt x="148" y="96"/>
                  </a:lnTo>
                  <a:lnTo>
                    <a:pt x="151" y="91"/>
                  </a:lnTo>
                  <a:lnTo>
                    <a:pt x="153" y="92"/>
                  </a:lnTo>
                  <a:lnTo>
                    <a:pt x="155" y="95"/>
                  </a:lnTo>
                  <a:lnTo>
                    <a:pt x="160" y="105"/>
                  </a:lnTo>
                  <a:lnTo>
                    <a:pt x="161" y="107"/>
                  </a:lnTo>
                  <a:lnTo>
                    <a:pt x="163" y="103"/>
                  </a:lnTo>
                  <a:lnTo>
                    <a:pt x="163" y="99"/>
                  </a:lnTo>
                  <a:lnTo>
                    <a:pt x="166" y="101"/>
                  </a:lnTo>
                  <a:lnTo>
                    <a:pt x="168" y="102"/>
                  </a:lnTo>
                  <a:lnTo>
                    <a:pt x="169" y="97"/>
                  </a:lnTo>
                  <a:lnTo>
                    <a:pt x="169" y="96"/>
                  </a:lnTo>
                  <a:lnTo>
                    <a:pt x="165" y="94"/>
                  </a:lnTo>
                  <a:lnTo>
                    <a:pt x="164" y="93"/>
                  </a:lnTo>
                  <a:lnTo>
                    <a:pt x="164" y="88"/>
                  </a:lnTo>
                  <a:lnTo>
                    <a:pt x="164" y="87"/>
                  </a:lnTo>
                  <a:lnTo>
                    <a:pt x="170" y="88"/>
                  </a:lnTo>
                  <a:lnTo>
                    <a:pt x="175" y="90"/>
                  </a:lnTo>
                  <a:lnTo>
                    <a:pt x="179" y="89"/>
                  </a:lnTo>
                  <a:lnTo>
                    <a:pt x="182" y="89"/>
                  </a:lnTo>
                  <a:lnTo>
                    <a:pt x="184" y="90"/>
                  </a:lnTo>
                  <a:lnTo>
                    <a:pt x="179" y="87"/>
                  </a:lnTo>
                  <a:lnTo>
                    <a:pt x="176" y="86"/>
                  </a:lnTo>
                  <a:lnTo>
                    <a:pt x="177" y="82"/>
                  </a:lnTo>
                  <a:lnTo>
                    <a:pt x="176" y="79"/>
                  </a:lnTo>
                  <a:lnTo>
                    <a:pt x="177" y="76"/>
                  </a:lnTo>
                  <a:lnTo>
                    <a:pt x="180" y="73"/>
                  </a:lnTo>
                  <a:lnTo>
                    <a:pt x="181" y="72"/>
                  </a:lnTo>
                  <a:lnTo>
                    <a:pt x="186" y="75"/>
                  </a:lnTo>
                  <a:lnTo>
                    <a:pt x="188" y="75"/>
                  </a:lnTo>
                  <a:lnTo>
                    <a:pt x="187" y="72"/>
                  </a:lnTo>
                  <a:lnTo>
                    <a:pt x="188" y="69"/>
                  </a:lnTo>
                  <a:lnTo>
                    <a:pt x="189" y="66"/>
                  </a:lnTo>
                  <a:lnTo>
                    <a:pt x="188" y="62"/>
                  </a:lnTo>
                  <a:lnTo>
                    <a:pt x="191" y="61"/>
                  </a:lnTo>
                  <a:lnTo>
                    <a:pt x="194" y="60"/>
                  </a:lnTo>
                  <a:lnTo>
                    <a:pt x="200" y="60"/>
                  </a:lnTo>
                  <a:lnTo>
                    <a:pt x="203" y="52"/>
                  </a:lnTo>
                  <a:lnTo>
                    <a:pt x="206" y="50"/>
                  </a:lnTo>
                  <a:lnTo>
                    <a:pt x="208" y="51"/>
                  </a:lnTo>
                  <a:lnTo>
                    <a:pt x="210" y="55"/>
                  </a:lnTo>
                  <a:lnTo>
                    <a:pt x="212" y="51"/>
                  </a:lnTo>
                  <a:lnTo>
                    <a:pt x="214" y="49"/>
                  </a:lnTo>
                  <a:lnTo>
                    <a:pt x="215" y="45"/>
                  </a:lnTo>
                  <a:lnTo>
                    <a:pt x="220" y="50"/>
                  </a:lnTo>
                  <a:lnTo>
                    <a:pt x="224" y="51"/>
                  </a:lnTo>
                  <a:lnTo>
                    <a:pt x="226" y="52"/>
                  </a:lnTo>
                  <a:lnTo>
                    <a:pt x="228" y="56"/>
                  </a:lnTo>
                  <a:lnTo>
                    <a:pt x="232" y="60"/>
                  </a:lnTo>
                  <a:lnTo>
                    <a:pt x="233" y="65"/>
                  </a:lnTo>
                  <a:lnTo>
                    <a:pt x="233" y="70"/>
                  </a:lnTo>
                  <a:lnTo>
                    <a:pt x="234" y="71"/>
                  </a:lnTo>
                  <a:lnTo>
                    <a:pt x="236" y="69"/>
                  </a:lnTo>
                  <a:lnTo>
                    <a:pt x="239" y="64"/>
                  </a:lnTo>
                  <a:lnTo>
                    <a:pt x="240" y="63"/>
                  </a:lnTo>
                  <a:lnTo>
                    <a:pt x="248" y="64"/>
                  </a:lnTo>
                  <a:lnTo>
                    <a:pt x="252" y="65"/>
                  </a:lnTo>
                  <a:lnTo>
                    <a:pt x="256" y="69"/>
                  </a:lnTo>
                  <a:lnTo>
                    <a:pt x="259" y="70"/>
                  </a:lnTo>
                  <a:lnTo>
                    <a:pt x="260" y="66"/>
                  </a:lnTo>
                  <a:lnTo>
                    <a:pt x="261" y="64"/>
                  </a:lnTo>
                  <a:lnTo>
                    <a:pt x="262" y="62"/>
                  </a:lnTo>
                  <a:lnTo>
                    <a:pt x="260" y="60"/>
                  </a:lnTo>
                  <a:lnTo>
                    <a:pt x="256" y="57"/>
                  </a:lnTo>
                  <a:lnTo>
                    <a:pt x="255" y="56"/>
                  </a:lnTo>
                  <a:lnTo>
                    <a:pt x="255" y="54"/>
                  </a:lnTo>
                  <a:lnTo>
                    <a:pt x="256" y="53"/>
                  </a:lnTo>
                  <a:lnTo>
                    <a:pt x="261" y="49"/>
                  </a:lnTo>
                  <a:lnTo>
                    <a:pt x="261" y="46"/>
                  </a:lnTo>
                  <a:lnTo>
                    <a:pt x="262" y="44"/>
                  </a:lnTo>
                  <a:lnTo>
                    <a:pt x="265" y="42"/>
                  </a:lnTo>
                  <a:lnTo>
                    <a:pt x="267" y="41"/>
                  </a:lnTo>
                  <a:lnTo>
                    <a:pt x="268" y="39"/>
                  </a:lnTo>
                  <a:lnTo>
                    <a:pt x="268" y="38"/>
                  </a:lnTo>
                  <a:lnTo>
                    <a:pt x="268" y="35"/>
                  </a:lnTo>
                  <a:lnTo>
                    <a:pt x="272" y="29"/>
                  </a:lnTo>
                  <a:lnTo>
                    <a:pt x="272" y="28"/>
                  </a:lnTo>
                  <a:lnTo>
                    <a:pt x="275" y="28"/>
                  </a:lnTo>
                  <a:lnTo>
                    <a:pt x="277" y="28"/>
                  </a:lnTo>
                  <a:lnTo>
                    <a:pt x="279" y="27"/>
                  </a:lnTo>
                  <a:lnTo>
                    <a:pt x="277" y="24"/>
                  </a:lnTo>
                  <a:lnTo>
                    <a:pt x="280" y="21"/>
                  </a:lnTo>
                  <a:lnTo>
                    <a:pt x="283" y="21"/>
                  </a:lnTo>
                  <a:lnTo>
                    <a:pt x="288" y="23"/>
                  </a:lnTo>
                  <a:lnTo>
                    <a:pt x="292" y="23"/>
                  </a:lnTo>
                  <a:lnTo>
                    <a:pt x="302" y="22"/>
                  </a:lnTo>
                  <a:lnTo>
                    <a:pt x="305" y="21"/>
                  </a:lnTo>
                  <a:lnTo>
                    <a:pt x="307" y="20"/>
                  </a:lnTo>
                  <a:lnTo>
                    <a:pt x="306" y="18"/>
                  </a:lnTo>
                  <a:lnTo>
                    <a:pt x="305" y="13"/>
                  </a:lnTo>
                  <a:lnTo>
                    <a:pt x="304" y="11"/>
                  </a:lnTo>
                  <a:lnTo>
                    <a:pt x="300" y="9"/>
                  </a:lnTo>
                  <a:lnTo>
                    <a:pt x="297" y="10"/>
                  </a:lnTo>
                  <a:lnTo>
                    <a:pt x="296" y="9"/>
                  </a:lnTo>
                  <a:lnTo>
                    <a:pt x="296" y="7"/>
                  </a:lnTo>
                  <a:lnTo>
                    <a:pt x="299" y="6"/>
                  </a:lnTo>
                  <a:lnTo>
                    <a:pt x="302" y="6"/>
                  </a:lnTo>
                  <a:lnTo>
                    <a:pt x="306" y="10"/>
                  </a:lnTo>
                  <a:lnTo>
                    <a:pt x="307" y="10"/>
                  </a:lnTo>
                  <a:lnTo>
                    <a:pt x="310" y="10"/>
                  </a:lnTo>
                  <a:lnTo>
                    <a:pt x="312" y="11"/>
                  </a:lnTo>
                  <a:lnTo>
                    <a:pt x="317" y="15"/>
                  </a:lnTo>
                  <a:lnTo>
                    <a:pt x="320" y="16"/>
                  </a:lnTo>
                  <a:lnTo>
                    <a:pt x="329" y="18"/>
                  </a:lnTo>
                  <a:lnTo>
                    <a:pt x="333" y="19"/>
                  </a:lnTo>
                  <a:lnTo>
                    <a:pt x="336" y="18"/>
                  </a:lnTo>
                  <a:lnTo>
                    <a:pt x="338" y="18"/>
                  </a:lnTo>
                  <a:lnTo>
                    <a:pt x="341" y="22"/>
                  </a:lnTo>
                  <a:lnTo>
                    <a:pt x="344" y="23"/>
                  </a:lnTo>
                  <a:lnTo>
                    <a:pt x="345" y="23"/>
                  </a:lnTo>
                  <a:lnTo>
                    <a:pt x="349" y="20"/>
                  </a:lnTo>
                  <a:lnTo>
                    <a:pt x="352" y="20"/>
                  </a:lnTo>
                  <a:lnTo>
                    <a:pt x="357" y="23"/>
                  </a:lnTo>
                  <a:lnTo>
                    <a:pt x="359" y="26"/>
                  </a:lnTo>
                  <a:lnTo>
                    <a:pt x="363" y="25"/>
                  </a:lnTo>
                  <a:lnTo>
                    <a:pt x="364" y="19"/>
                  </a:lnTo>
                  <a:lnTo>
                    <a:pt x="365" y="19"/>
                  </a:lnTo>
                  <a:lnTo>
                    <a:pt x="368" y="22"/>
                  </a:lnTo>
                  <a:lnTo>
                    <a:pt x="370" y="23"/>
                  </a:lnTo>
                  <a:lnTo>
                    <a:pt x="371" y="24"/>
                  </a:lnTo>
                  <a:lnTo>
                    <a:pt x="368" y="27"/>
                  </a:lnTo>
                  <a:lnTo>
                    <a:pt x="367" y="30"/>
                  </a:lnTo>
                  <a:lnTo>
                    <a:pt x="366" y="31"/>
                  </a:lnTo>
                  <a:lnTo>
                    <a:pt x="366" y="35"/>
                  </a:lnTo>
                  <a:lnTo>
                    <a:pt x="365" y="37"/>
                  </a:lnTo>
                  <a:lnTo>
                    <a:pt x="362" y="37"/>
                  </a:lnTo>
                  <a:lnTo>
                    <a:pt x="358" y="38"/>
                  </a:lnTo>
                  <a:lnTo>
                    <a:pt x="355" y="41"/>
                  </a:lnTo>
                  <a:lnTo>
                    <a:pt x="355" y="45"/>
                  </a:lnTo>
                  <a:lnTo>
                    <a:pt x="357" y="47"/>
                  </a:lnTo>
                  <a:lnTo>
                    <a:pt x="356" y="52"/>
                  </a:lnTo>
                  <a:lnTo>
                    <a:pt x="353" y="56"/>
                  </a:lnTo>
                  <a:lnTo>
                    <a:pt x="350" y="60"/>
                  </a:lnTo>
                  <a:lnTo>
                    <a:pt x="348" y="63"/>
                  </a:lnTo>
                  <a:lnTo>
                    <a:pt x="349" y="65"/>
                  </a:lnTo>
                  <a:lnTo>
                    <a:pt x="352" y="68"/>
                  </a:lnTo>
                  <a:lnTo>
                    <a:pt x="359" y="72"/>
                  </a:lnTo>
                  <a:lnTo>
                    <a:pt x="365" y="77"/>
                  </a:lnTo>
                  <a:lnTo>
                    <a:pt x="368" y="82"/>
                  </a:lnTo>
                  <a:lnTo>
                    <a:pt x="370" y="83"/>
                  </a:lnTo>
                  <a:lnTo>
                    <a:pt x="373" y="82"/>
                  </a:lnTo>
                  <a:lnTo>
                    <a:pt x="375" y="82"/>
                  </a:lnTo>
                  <a:lnTo>
                    <a:pt x="380" y="85"/>
                  </a:lnTo>
                  <a:lnTo>
                    <a:pt x="385" y="88"/>
                  </a:lnTo>
                  <a:lnTo>
                    <a:pt x="388" y="91"/>
                  </a:lnTo>
                  <a:lnTo>
                    <a:pt x="393" y="95"/>
                  </a:lnTo>
                  <a:lnTo>
                    <a:pt x="396" y="96"/>
                  </a:lnTo>
                  <a:lnTo>
                    <a:pt x="398" y="96"/>
                  </a:lnTo>
                  <a:lnTo>
                    <a:pt x="404" y="98"/>
                  </a:lnTo>
                  <a:lnTo>
                    <a:pt x="406" y="99"/>
                  </a:lnTo>
                  <a:lnTo>
                    <a:pt x="407" y="103"/>
                  </a:lnTo>
                  <a:lnTo>
                    <a:pt x="409" y="104"/>
                  </a:lnTo>
                  <a:lnTo>
                    <a:pt x="412" y="107"/>
                  </a:lnTo>
                  <a:lnTo>
                    <a:pt x="417" y="110"/>
                  </a:lnTo>
                  <a:lnTo>
                    <a:pt x="421" y="111"/>
                  </a:lnTo>
                  <a:lnTo>
                    <a:pt x="424" y="111"/>
                  </a:lnTo>
                  <a:lnTo>
                    <a:pt x="427" y="109"/>
                  </a:lnTo>
                  <a:lnTo>
                    <a:pt x="431" y="108"/>
                  </a:lnTo>
                  <a:lnTo>
                    <a:pt x="433" y="107"/>
                  </a:lnTo>
                  <a:lnTo>
                    <a:pt x="438" y="97"/>
                  </a:lnTo>
                  <a:lnTo>
                    <a:pt x="441" y="88"/>
                  </a:lnTo>
                  <a:lnTo>
                    <a:pt x="442" y="79"/>
                  </a:lnTo>
                  <a:lnTo>
                    <a:pt x="444" y="73"/>
                  </a:lnTo>
                  <a:lnTo>
                    <a:pt x="447" y="69"/>
                  </a:lnTo>
                  <a:lnTo>
                    <a:pt x="446" y="66"/>
                  </a:lnTo>
                  <a:lnTo>
                    <a:pt x="443" y="61"/>
                  </a:lnTo>
                  <a:lnTo>
                    <a:pt x="443" y="59"/>
                  </a:lnTo>
                  <a:lnTo>
                    <a:pt x="445" y="54"/>
                  </a:lnTo>
                  <a:lnTo>
                    <a:pt x="446" y="51"/>
                  </a:lnTo>
                  <a:lnTo>
                    <a:pt x="445" y="49"/>
                  </a:lnTo>
                  <a:lnTo>
                    <a:pt x="444" y="46"/>
                  </a:lnTo>
                  <a:lnTo>
                    <a:pt x="444" y="41"/>
                  </a:lnTo>
                  <a:lnTo>
                    <a:pt x="445" y="34"/>
                  </a:lnTo>
                  <a:lnTo>
                    <a:pt x="447" y="31"/>
                  </a:lnTo>
                  <a:lnTo>
                    <a:pt x="449" y="30"/>
                  </a:lnTo>
                  <a:lnTo>
                    <a:pt x="450" y="28"/>
                  </a:lnTo>
                  <a:lnTo>
                    <a:pt x="446" y="25"/>
                  </a:lnTo>
                  <a:lnTo>
                    <a:pt x="447" y="23"/>
                  </a:lnTo>
                  <a:lnTo>
                    <a:pt x="451" y="16"/>
                  </a:lnTo>
                  <a:lnTo>
                    <a:pt x="453" y="10"/>
                  </a:lnTo>
                  <a:lnTo>
                    <a:pt x="454" y="3"/>
                  </a:lnTo>
                  <a:lnTo>
                    <a:pt x="455" y="2"/>
                  </a:lnTo>
                  <a:lnTo>
                    <a:pt x="457" y="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6" name="Freeform 95"/>
            <p:cNvSpPr>
              <a:spLocks/>
            </p:cNvSpPr>
            <p:nvPr/>
          </p:nvSpPr>
          <p:spPr bwMode="gray">
            <a:xfrm>
              <a:off x="6021388" y="5818188"/>
              <a:ext cx="88900" cy="96838"/>
            </a:xfrm>
            <a:custGeom>
              <a:avLst/>
              <a:gdLst>
                <a:gd name="T0" fmla="*/ 31 w 56"/>
                <a:gd name="T1" fmla="*/ 61 h 61"/>
                <a:gd name="T2" fmla="*/ 28 w 56"/>
                <a:gd name="T3" fmla="*/ 59 h 61"/>
                <a:gd name="T4" fmla="*/ 19 w 56"/>
                <a:gd name="T5" fmla="*/ 55 h 61"/>
                <a:gd name="T6" fmla="*/ 16 w 56"/>
                <a:gd name="T7" fmla="*/ 51 h 61"/>
                <a:gd name="T8" fmla="*/ 12 w 56"/>
                <a:gd name="T9" fmla="*/ 44 h 61"/>
                <a:gd name="T10" fmla="*/ 9 w 56"/>
                <a:gd name="T11" fmla="*/ 39 h 61"/>
                <a:gd name="T12" fmla="*/ 7 w 56"/>
                <a:gd name="T13" fmla="*/ 35 h 61"/>
                <a:gd name="T14" fmla="*/ 9 w 56"/>
                <a:gd name="T15" fmla="*/ 34 h 61"/>
                <a:gd name="T16" fmla="*/ 10 w 56"/>
                <a:gd name="T17" fmla="*/ 35 h 61"/>
                <a:gd name="T18" fmla="*/ 13 w 56"/>
                <a:gd name="T19" fmla="*/ 37 h 61"/>
                <a:gd name="T20" fmla="*/ 14 w 56"/>
                <a:gd name="T21" fmla="*/ 36 h 61"/>
                <a:gd name="T22" fmla="*/ 12 w 56"/>
                <a:gd name="T23" fmla="*/ 32 h 61"/>
                <a:gd name="T24" fmla="*/ 8 w 56"/>
                <a:gd name="T25" fmla="*/ 25 h 61"/>
                <a:gd name="T26" fmla="*/ 3 w 56"/>
                <a:gd name="T27" fmla="*/ 19 h 61"/>
                <a:gd name="T28" fmla="*/ 2 w 56"/>
                <a:gd name="T29" fmla="*/ 16 h 61"/>
                <a:gd name="T30" fmla="*/ 0 w 56"/>
                <a:gd name="T31" fmla="*/ 7 h 61"/>
                <a:gd name="T32" fmla="*/ 0 w 56"/>
                <a:gd name="T33" fmla="*/ 1 h 61"/>
                <a:gd name="T34" fmla="*/ 1 w 56"/>
                <a:gd name="T35" fmla="*/ 0 h 61"/>
                <a:gd name="T36" fmla="*/ 8 w 56"/>
                <a:gd name="T37" fmla="*/ 3 h 61"/>
                <a:gd name="T38" fmla="*/ 18 w 56"/>
                <a:gd name="T39" fmla="*/ 7 h 61"/>
                <a:gd name="T40" fmla="*/ 26 w 56"/>
                <a:gd name="T41" fmla="*/ 10 h 61"/>
                <a:gd name="T42" fmla="*/ 31 w 56"/>
                <a:gd name="T43" fmla="*/ 10 h 61"/>
                <a:gd name="T44" fmla="*/ 35 w 56"/>
                <a:gd name="T45" fmla="*/ 9 h 61"/>
                <a:gd name="T46" fmla="*/ 38 w 56"/>
                <a:gd name="T47" fmla="*/ 8 h 61"/>
                <a:gd name="T48" fmla="*/ 40 w 56"/>
                <a:gd name="T49" fmla="*/ 7 h 61"/>
                <a:gd name="T50" fmla="*/ 45 w 56"/>
                <a:gd name="T51" fmla="*/ 7 h 61"/>
                <a:gd name="T52" fmla="*/ 47 w 56"/>
                <a:gd name="T53" fmla="*/ 4 h 61"/>
                <a:gd name="T54" fmla="*/ 52 w 56"/>
                <a:gd name="T55" fmla="*/ 2 h 61"/>
                <a:gd name="T56" fmla="*/ 55 w 56"/>
                <a:gd name="T57" fmla="*/ 6 h 61"/>
                <a:gd name="T58" fmla="*/ 55 w 56"/>
                <a:gd name="T59" fmla="*/ 7 h 61"/>
                <a:gd name="T60" fmla="*/ 56 w 56"/>
                <a:gd name="T61" fmla="*/ 14 h 61"/>
                <a:gd name="T62" fmla="*/ 56 w 56"/>
                <a:gd name="T63" fmla="*/ 21 h 61"/>
                <a:gd name="T64" fmla="*/ 51 w 56"/>
                <a:gd name="T65" fmla="*/ 35 h 61"/>
                <a:gd name="T66" fmla="*/ 50 w 56"/>
                <a:gd name="T67" fmla="*/ 42 h 61"/>
                <a:gd name="T68" fmla="*/ 48 w 56"/>
                <a:gd name="T69" fmla="*/ 45 h 61"/>
                <a:gd name="T70" fmla="*/ 41 w 56"/>
                <a:gd name="T71" fmla="*/ 47 h 61"/>
                <a:gd name="T72" fmla="*/ 38 w 56"/>
                <a:gd name="T73" fmla="*/ 51 h 61"/>
                <a:gd name="T74" fmla="*/ 34 w 56"/>
                <a:gd name="T75" fmla="*/ 58 h 61"/>
                <a:gd name="T76" fmla="*/ 33 w 56"/>
                <a:gd name="T77" fmla="*/ 60 h 61"/>
                <a:gd name="T78" fmla="*/ 31 w 56"/>
                <a:gd name="T79" fmla="*/ 61 h 6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56"/>
                <a:gd name="T121" fmla="*/ 0 h 61"/>
                <a:gd name="T122" fmla="*/ 56 w 56"/>
                <a:gd name="T123" fmla="*/ 61 h 61"/>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56" h="61">
                  <a:moveTo>
                    <a:pt x="31" y="61"/>
                  </a:moveTo>
                  <a:lnTo>
                    <a:pt x="28" y="59"/>
                  </a:lnTo>
                  <a:lnTo>
                    <a:pt x="19" y="55"/>
                  </a:lnTo>
                  <a:lnTo>
                    <a:pt x="16" y="51"/>
                  </a:lnTo>
                  <a:lnTo>
                    <a:pt x="12" y="44"/>
                  </a:lnTo>
                  <a:lnTo>
                    <a:pt x="9" y="39"/>
                  </a:lnTo>
                  <a:lnTo>
                    <a:pt x="7" y="35"/>
                  </a:lnTo>
                  <a:lnTo>
                    <a:pt x="9" y="34"/>
                  </a:lnTo>
                  <a:lnTo>
                    <a:pt x="10" y="35"/>
                  </a:lnTo>
                  <a:lnTo>
                    <a:pt x="13" y="37"/>
                  </a:lnTo>
                  <a:lnTo>
                    <a:pt x="14" y="36"/>
                  </a:lnTo>
                  <a:lnTo>
                    <a:pt x="12" y="32"/>
                  </a:lnTo>
                  <a:lnTo>
                    <a:pt x="8" y="25"/>
                  </a:lnTo>
                  <a:lnTo>
                    <a:pt x="3" y="19"/>
                  </a:lnTo>
                  <a:lnTo>
                    <a:pt x="2" y="16"/>
                  </a:lnTo>
                  <a:lnTo>
                    <a:pt x="0" y="7"/>
                  </a:lnTo>
                  <a:lnTo>
                    <a:pt x="0" y="1"/>
                  </a:lnTo>
                  <a:lnTo>
                    <a:pt x="1" y="0"/>
                  </a:lnTo>
                  <a:lnTo>
                    <a:pt x="8" y="3"/>
                  </a:lnTo>
                  <a:lnTo>
                    <a:pt x="18" y="7"/>
                  </a:lnTo>
                  <a:lnTo>
                    <a:pt x="26" y="10"/>
                  </a:lnTo>
                  <a:lnTo>
                    <a:pt x="31" y="10"/>
                  </a:lnTo>
                  <a:lnTo>
                    <a:pt x="35" y="9"/>
                  </a:lnTo>
                  <a:lnTo>
                    <a:pt x="38" y="8"/>
                  </a:lnTo>
                  <a:lnTo>
                    <a:pt x="40" y="7"/>
                  </a:lnTo>
                  <a:lnTo>
                    <a:pt x="45" y="7"/>
                  </a:lnTo>
                  <a:lnTo>
                    <a:pt x="47" y="4"/>
                  </a:lnTo>
                  <a:lnTo>
                    <a:pt x="52" y="2"/>
                  </a:lnTo>
                  <a:lnTo>
                    <a:pt x="55" y="6"/>
                  </a:lnTo>
                  <a:lnTo>
                    <a:pt x="55" y="7"/>
                  </a:lnTo>
                  <a:lnTo>
                    <a:pt x="56" y="14"/>
                  </a:lnTo>
                  <a:lnTo>
                    <a:pt x="56" y="21"/>
                  </a:lnTo>
                  <a:lnTo>
                    <a:pt x="51" y="35"/>
                  </a:lnTo>
                  <a:lnTo>
                    <a:pt x="50" y="42"/>
                  </a:lnTo>
                  <a:lnTo>
                    <a:pt x="48" y="45"/>
                  </a:lnTo>
                  <a:lnTo>
                    <a:pt x="41" y="47"/>
                  </a:lnTo>
                  <a:lnTo>
                    <a:pt x="38" y="51"/>
                  </a:lnTo>
                  <a:lnTo>
                    <a:pt x="34" y="58"/>
                  </a:lnTo>
                  <a:lnTo>
                    <a:pt x="33" y="60"/>
                  </a:lnTo>
                  <a:lnTo>
                    <a:pt x="31" y="6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7" name="Freeform 96"/>
            <p:cNvSpPr>
              <a:spLocks/>
            </p:cNvSpPr>
            <p:nvPr/>
          </p:nvSpPr>
          <p:spPr bwMode="gray">
            <a:xfrm>
              <a:off x="5237163" y="4981576"/>
              <a:ext cx="1001713" cy="784225"/>
            </a:xfrm>
            <a:custGeom>
              <a:avLst/>
              <a:gdLst>
                <a:gd name="T0" fmla="*/ 467 w 631"/>
                <a:gd name="T1" fmla="*/ 26 h 494"/>
                <a:gd name="T2" fmla="*/ 486 w 631"/>
                <a:gd name="T3" fmla="*/ 56 h 494"/>
                <a:gd name="T4" fmla="*/ 503 w 631"/>
                <a:gd name="T5" fmla="*/ 82 h 494"/>
                <a:gd name="T6" fmla="*/ 519 w 631"/>
                <a:gd name="T7" fmla="*/ 132 h 494"/>
                <a:gd name="T8" fmla="*/ 556 w 631"/>
                <a:gd name="T9" fmla="*/ 154 h 494"/>
                <a:gd name="T10" fmla="*/ 577 w 631"/>
                <a:gd name="T11" fmla="*/ 192 h 494"/>
                <a:gd name="T12" fmla="*/ 599 w 631"/>
                <a:gd name="T13" fmla="*/ 216 h 494"/>
                <a:gd name="T14" fmla="*/ 616 w 631"/>
                <a:gd name="T15" fmla="*/ 238 h 494"/>
                <a:gd name="T16" fmla="*/ 628 w 631"/>
                <a:gd name="T17" fmla="*/ 282 h 494"/>
                <a:gd name="T18" fmla="*/ 621 w 631"/>
                <a:gd name="T19" fmla="*/ 352 h 494"/>
                <a:gd name="T20" fmla="*/ 592 w 631"/>
                <a:gd name="T21" fmla="*/ 403 h 494"/>
                <a:gd name="T22" fmla="*/ 576 w 631"/>
                <a:gd name="T23" fmla="*/ 451 h 494"/>
                <a:gd name="T24" fmla="*/ 542 w 631"/>
                <a:gd name="T25" fmla="*/ 475 h 494"/>
                <a:gd name="T26" fmla="*/ 513 w 631"/>
                <a:gd name="T27" fmla="*/ 488 h 494"/>
                <a:gd name="T28" fmla="*/ 494 w 631"/>
                <a:gd name="T29" fmla="*/ 479 h 494"/>
                <a:gd name="T30" fmla="*/ 446 w 631"/>
                <a:gd name="T31" fmla="*/ 479 h 494"/>
                <a:gd name="T32" fmla="*/ 418 w 631"/>
                <a:gd name="T33" fmla="*/ 446 h 494"/>
                <a:gd name="T34" fmla="*/ 395 w 631"/>
                <a:gd name="T35" fmla="*/ 429 h 494"/>
                <a:gd name="T36" fmla="*/ 387 w 631"/>
                <a:gd name="T37" fmla="*/ 406 h 494"/>
                <a:gd name="T38" fmla="*/ 375 w 631"/>
                <a:gd name="T39" fmla="*/ 413 h 494"/>
                <a:gd name="T40" fmla="*/ 389 w 631"/>
                <a:gd name="T41" fmla="*/ 383 h 494"/>
                <a:gd name="T42" fmla="*/ 379 w 631"/>
                <a:gd name="T43" fmla="*/ 384 h 494"/>
                <a:gd name="T44" fmla="*/ 351 w 631"/>
                <a:gd name="T45" fmla="*/ 413 h 494"/>
                <a:gd name="T46" fmla="*/ 329 w 631"/>
                <a:gd name="T47" fmla="*/ 377 h 494"/>
                <a:gd name="T48" fmla="*/ 306 w 631"/>
                <a:gd name="T49" fmla="*/ 358 h 494"/>
                <a:gd name="T50" fmla="*/ 269 w 631"/>
                <a:gd name="T51" fmla="*/ 352 h 494"/>
                <a:gd name="T52" fmla="*/ 205 w 631"/>
                <a:gd name="T53" fmla="*/ 363 h 494"/>
                <a:gd name="T54" fmla="*/ 165 w 631"/>
                <a:gd name="T55" fmla="*/ 391 h 494"/>
                <a:gd name="T56" fmla="*/ 119 w 631"/>
                <a:gd name="T57" fmla="*/ 394 h 494"/>
                <a:gd name="T58" fmla="*/ 83 w 631"/>
                <a:gd name="T59" fmla="*/ 410 h 494"/>
                <a:gd name="T60" fmla="*/ 34 w 631"/>
                <a:gd name="T61" fmla="*/ 402 h 494"/>
                <a:gd name="T62" fmla="*/ 42 w 631"/>
                <a:gd name="T63" fmla="*/ 370 h 494"/>
                <a:gd name="T64" fmla="*/ 24 w 631"/>
                <a:gd name="T65" fmla="*/ 300 h 494"/>
                <a:gd name="T66" fmla="*/ 0 w 631"/>
                <a:gd name="T67" fmla="*/ 250 h 494"/>
                <a:gd name="T68" fmla="*/ 3 w 631"/>
                <a:gd name="T69" fmla="*/ 246 h 494"/>
                <a:gd name="T70" fmla="*/ 8 w 631"/>
                <a:gd name="T71" fmla="*/ 235 h 494"/>
                <a:gd name="T72" fmla="*/ 9 w 631"/>
                <a:gd name="T73" fmla="*/ 190 h 494"/>
                <a:gd name="T74" fmla="*/ 20 w 631"/>
                <a:gd name="T75" fmla="*/ 186 h 494"/>
                <a:gd name="T76" fmla="*/ 63 w 631"/>
                <a:gd name="T77" fmla="*/ 160 h 494"/>
                <a:gd name="T78" fmla="*/ 92 w 631"/>
                <a:gd name="T79" fmla="*/ 147 h 494"/>
                <a:gd name="T80" fmla="*/ 132 w 631"/>
                <a:gd name="T81" fmla="*/ 128 h 494"/>
                <a:gd name="T82" fmla="*/ 151 w 631"/>
                <a:gd name="T83" fmla="*/ 91 h 494"/>
                <a:gd name="T84" fmla="*/ 169 w 631"/>
                <a:gd name="T85" fmla="*/ 97 h 494"/>
                <a:gd name="T86" fmla="*/ 182 w 631"/>
                <a:gd name="T87" fmla="*/ 89 h 494"/>
                <a:gd name="T88" fmla="*/ 186 w 631"/>
                <a:gd name="T89" fmla="*/ 75 h 494"/>
                <a:gd name="T90" fmla="*/ 203 w 631"/>
                <a:gd name="T91" fmla="*/ 52 h 494"/>
                <a:gd name="T92" fmla="*/ 226 w 631"/>
                <a:gd name="T93" fmla="*/ 52 h 494"/>
                <a:gd name="T94" fmla="*/ 248 w 631"/>
                <a:gd name="T95" fmla="*/ 64 h 494"/>
                <a:gd name="T96" fmla="*/ 255 w 631"/>
                <a:gd name="T97" fmla="*/ 56 h 494"/>
                <a:gd name="T98" fmla="*/ 268 w 631"/>
                <a:gd name="T99" fmla="*/ 38 h 494"/>
                <a:gd name="T100" fmla="*/ 283 w 631"/>
                <a:gd name="T101" fmla="*/ 21 h 494"/>
                <a:gd name="T102" fmla="*/ 304 w 631"/>
                <a:gd name="T103" fmla="*/ 11 h 494"/>
                <a:gd name="T104" fmla="*/ 310 w 631"/>
                <a:gd name="T105" fmla="*/ 10 h 494"/>
                <a:gd name="T106" fmla="*/ 344 w 631"/>
                <a:gd name="T107" fmla="*/ 23 h 494"/>
                <a:gd name="T108" fmla="*/ 368 w 631"/>
                <a:gd name="T109" fmla="*/ 22 h 494"/>
                <a:gd name="T110" fmla="*/ 358 w 631"/>
                <a:gd name="T111" fmla="*/ 38 h 494"/>
                <a:gd name="T112" fmla="*/ 352 w 631"/>
                <a:gd name="T113" fmla="*/ 68 h 494"/>
                <a:gd name="T114" fmla="*/ 388 w 631"/>
                <a:gd name="T115" fmla="*/ 91 h 494"/>
                <a:gd name="T116" fmla="*/ 417 w 631"/>
                <a:gd name="T117" fmla="*/ 110 h 494"/>
                <a:gd name="T118" fmla="*/ 444 w 631"/>
                <a:gd name="T119" fmla="*/ 73 h 494"/>
                <a:gd name="T120" fmla="*/ 444 w 631"/>
                <a:gd name="T121" fmla="*/ 41 h 494"/>
                <a:gd name="T122" fmla="*/ 454 w 631"/>
                <a:gd name="T123" fmla="*/ 3 h 49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31"/>
                <a:gd name="T187" fmla="*/ 0 h 494"/>
                <a:gd name="T188" fmla="*/ 631 w 631"/>
                <a:gd name="T189" fmla="*/ 494 h 49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31" h="494">
                  <a:moveTo>
                    <a:pt x="457" y="0"/>
                  </a:moveTo>
                  <a:lnTo>
                    <a:pt x="461" y="2"/>
                  </a:lnTo>
                  <a:lnTo>
                    <a:pt x="463" y="6"/>
                  </a:lnTo>
                  <a:lnTo>
                    <a:pt x="463" y="11"/>
                  </a:lnTo>
                  <a:lnTo>
                    <a:pt x="464" y="16"/>
                  </a:lnTo>
                  <a:lnTo>
                    <a:pt x="466" y="17"/>
                  </a:lnTo>
                  <a:lnTo>
                    <a:pt x="469" y="17"/>
                  </a:lnTo>
                  <a:lnTo>
                    <a:pt x="470" y="19"/>
                  </a:lnTo>
                  <a:lnTo>
                    <a:pt x="467" y="26"/>
                  </a:lnTo>
                  <a:lnTo>
                    <a:pt x="472" y="28"/>
                  </a:lnTo>
                  <a:lnTo>
                    <a:pt x="473" y="30"/>
                  </a:lnTo>
                  <a:lnTo>
                    <a:pt x="474" y="34"/>
                  </a:lnTo>
                  <a:lnTo>
                    <a:pt x="474" y="43"/>
                  </a:lnTo>
                  <a:lnTo>
                    <a:pt x="475" y="48"/>
                  </a:lnTo>
                  <a:lnTo>
                    <a:pt x="479" y="56"/>
                  </a:lnTo>
                  <a:lnTo>
                    <a:pt x="481" y="58"/>
                  </a:lnTo>
                  <a:lnTo>
                    <a:pt x="484" y="58"/>
                  </a:lnTo>
                  <a:lnTo>
                    <a:pt x="486" y="56"/>
                  </a:lnTo>
                  <a:lnTo>
                    <a:pt x="488" y="55"/>
                  </a:lnTo>
                  <a:lnTo>
                    <a:pt x="491" y="60"/>
                  </a:lnTo>
                  <a:lnTo>
                    <a:pt x="493" y="60"/>
                  </a:lnTo>
                  <a:lnTo>
                    <a:pt x="498" y="64"/>
                  </a:lnTo>
                  <a:lnTo>
                    <a:pt x="500" y="65"/>
                  </a:lnTo>
                  <a:lnTo>
                    <a:pt x="501" y="66"/>
                  </a:lnTo>
                  <a:lnTo>
                    <a:pt x="501" y="69"/>
                  </a:lnTo>
                  <a:lnTo>
                    <a:pt x="502" y="76"/>
                  </a:lnTo>
                  <a:lnTo>
                    <a:pt x="503" y="82"/>
                  </a:lnTo>
                  <a:lnTo>
                    <a:pt x="503" y="89"/>
                  </a:lnTo>
                  <a:lnTo>
                    <a:pt x="505" y="91"/>
                  </a:lnTo>
                  <a:lnTo>
                    <a:pt x="512" y="101"/>
                  </a:lnTo>
                  <a:lnTo>
                    <a:pt x="514" y="106"/>
                  </a:lnTo>
                  <a:lnTo>
                    <a:pt x="514" y="112"/>
                  </a:lnTo>
                  <a:lnTo>
                    <a:pt x="513" y="118"/>
                  </a:lnTo>
                  <a:lnTo>
                    <a:pt x="516" y="123"/>
                  </a:lnTo>
                  <a:lnTo>
                    <a:pt x="518" y="129"/>
                  </a:lnTo>
                  <a:lnTo>
                    <a:pt x="519" y="132"/>
                  </a:lnTo>
                  <a:lnTo>
                    <a:pt x="529" y="138"/>
                  </a:lnTo>
                  <a:lnTo>
                    <a:pt x="531" y="139"/>
                  </a:lnTo>
                  <a:lnTo>
                    <a:pt x="536" y="140"/>
                  </a:lnTo>
                  <a:lnTo>
                    <a:pt x="539" y="145"/>
                  </a:lnTo>
                  <a:lnTo>
                    <a:pt x="545" y="148"/>
                  </a:lnTo>
                  <a:lnTo>
                    <a:pt x="548" y="150"/>
                  </a:lnTo>
                  <a:lnTo>
                    <a:pt x="556" y="150"/>
                  </a:lnTo>
                  <a:lnTo>
                    <a:pt x="557" y="152"/>
                  </a:lnTo>
                  <a:lnTo>
                    <a:pt x="556" y="154"/>
                  </a:lnTo>
                  <a:lnTo>
                    <a:pt x="554" y="158"/>
                  </a:lnTo>
                  <a:lnTo>
                    <a:pt x="556" y="161"/>
                  </a:lnTo>
                  <a:lnTo>
                    <a:pt x="563" y="164"/>
                  </a:lnTo>
                  <a:lnTo>
                    <a:pt x="564" y="169"/>
                  </a:lnTo>
                  <a:lnTo>
                    <a:pt x="567" y="179"/>
                  </a:lnTo>
                  <a:lnTo>
                    <a:pt x="569" y="185"/>
                  </a:lnTo>
                  <a:lnTo>
                    <a:pt x="569" y="188"/>
                  </a:lnTo>
                  <a:lnTo>
                    <a:pt x="571" y="190"/>
                  </a:lnTo>
                  <a:lnTo>
                    <a:pt x="577" y="192"/>
                  </a:lnTo>
                  <a:lnTo>
                    <a:pt x="576" y="186"/>
                  </a:lnTo>
                  <a:lnTo>
                    <a:pt x="582" y="190"/>
                  </a:lnTo>
                  <a:lnTo>
                    <a:pt x="586" y="191"/>
                  </a:lnTo>
                  <a:lnTo>
                    <a:pt x="587" y="192"/>
                  </a:lnTo>
                  <a:lnTo>
                    <a:pt x="588" y="194"/>
                  </a:lnTo>
                  <a:lnTo>
                    <a:pt x="589" y="208"/>
                  </a:lnTo>
                  <a:lnTo>
                    <a:pt x="595" y="213"/>
                  </a:lnTo>
                  <a:lnTo>
                    <a:pt x="599" y="216"/>
                  </a:lnTo>
                  <a:lnTo>
                    <a:pt x="603" y="217"/>
                  </a:lnTo>
                  <a:lnTo>
                    <a:pt x="605" y="219"/>
                  </a:lnTo>
                  <a:lnTo>
                    <a:pt x="607" y="223"/>
                  </a:lnTo>
                  <a:lnTo>
                    <a:pt x="609" y="227"/>
                  </a:lnTo>
                  <a:lnTo>
                    <a:pt x="612" y="228"/>
                  </a:lnTo>
                  <a:lnTo>
                    <a:pt x="614" y="231"/>
                  </a:lnTo>
                  <a:lnTo>
                    <a:pt x="614" y="233"/>
                  </a:lnTo>
                  <a:lnTo>
                    <a:pt x="615" y="237"/>
                  </a:lnTo>
                  <a:lnTo>
                    <a:pt x="616" y="238"/>
                  </a:lnTo>
                  <a:lnTo>
                    <a:pt x="620" y="238"/>
                  </a:lnTo>
                  <a:lnTo>
                    <a:pt x="621" y="239"/>
                  </a:lnTo>
                  <a:lnTo>
                    <a:pt x="622" y="242"/>
                  </a:lnTo>
                  <a:lnTo>
                    <a:pt x="624" y="253"/>
                  </a:lnTo>
                  <a:lnTo>
                    <a:pt x="624" y="259"/>
                  </a:lnTo>
                  <a:lnTo>
                    <a:pt x="624" y="266"/>
                  </a:lnTo>
                  <a:lnTo>
                    <a:pt x="624" y="269"/>
                  </a:lnTo>
                  <a:lnTo>
                    <a:pt x="623" y="272"/>
                  </a:lnTo>
                  <a:lnTo>
                    <a:pt x="628" y="282"/>
                  </a:lnTo>
                  <a:lnTo>
                    <a:pt x="629" y="286"/>
                  </a:lnTo>
                  <a:lnTo>
                    <a:pt x="631" y="293"/>
                  </a:lnTo>
                  <a:lnTo>
                    <a:pt x="631" y="298"/>
                  </a:lnTo>
                  <a:lnTo>
                    <a:pt x="629" y="304"/>
                  </a:lnTo>
                  <a:lnTo>
                    <a:pt x="626" y="318"/>
                  </a:lnTo>
                  <a:lnTo>
                    <a:pt x="622" y="332"/>
                  </a:lnTo>
                  <a:lnTo>
                    <a:pt x="623" y="339"/>
                  </a:lnTo>
                  <a:lnTo>
                    <a:pt x="623" y="345"/>
                  </a:lnTo>
                  <a:lnTo>
                    <a:pt x="621" y="352"/>
                  </a:lnTo>
                  <a:lnTo>
                    <a:pt x="616" y="359"/>
                  </a:lnTo>
                  <a:lnTo>
                    <a:pt x="614" y="365"/>
                  </a:lnTo>
                  <a:lnTo>
                    <a:pt x="610" y="372"/>
                  </a:lnTo>
                  <a:lnTo>
                    <a:pt x="607" y="374"/>
                  </a:lnTo>
                  <a:lnTo>
                    <a:pt x="604" y="374"/>
                  </a:lnTo>
                  <a:lnTo>
                    <a:pt x="601" y="378"/>
                  </a:lnTo>
                  <a:lnTo>
                    <a:pt x="598" y="384"/>
                  </a:lnTo>
                  <a:lnTo>
                    <a:pt x="595" y="397"/>
                  </a:lnTo>
                  <a:lnTo>
                    <a:pt x="592" y="403"/>
                  </a:lnTo>
                  <a:lnTo>
                    <a:pt x="590" y="406"/>
                  </a:lnTo>
                  <a:lnTo>
                    <a:pt x="590" y="412"/>
                  </a:lnTo>
                  <a:lnTo>
                    <a:pt x="588" y="417"/>
                  </a:lnTo>
                  <a:lnTo>
                    <a:pt x="586" y="420"/>
                  </a:lnTo>
                  <a:lnTo>
                    <a:pt x="582" y="422"/>
                  </a:lnTo>
                  <a:lnTo>
                    <a:pt x="580" y="425"/>
                  </a:lnTo>
                  <a:lnTo>
                    <a:pt x="578" y="434"/>
                  </a:lnTo>
                  <a:lnTo>
                    <a:pt x="577" y="443"/>
                  </a:lnTo>
                  <a:lnTo>
                    <a:pt x="576" y="451"/>
                  </a:lnTo>
                  <a:lnTo>
                    <a:pt x="576" y="457"/>
                  </a:lnTo>
                  <a:lnTo>
                    <a:pt x="574" y="463"/>
                  </a:lnTo>
                  <a:lnTo>
                    <a:pt x="572" y="466"/>
                  </a:lnTo>
                  <a:lnTo>
                    <a:pt x="569" y="469"/>
                  </a:lnTo>
                  <a:lnTo>
                    <a:pt x="564" y="470"/>
                  </a:lnTo>
                  <a:lnTo>
                    <a:pt x="555" y="470"/>
                  </a:lnTo>
                  <a:lnTo>
                    <a:pt x="549" y="471"/>
                  </a:lnTo>
                  <a:lnTo>
                    <a:pt x="546" y="472"/>
                  </a:lnTo>
                  <a:lnTo>
                    <a:pt x="542" y="475"/>
                  </a:lnTo>
                  <a:lnTo>
                    <a:pt x="532" y="483"/>
                  </a:lnTo>
                  <a:lnTo>
                    <a:pt x="528" y="484"/>
                  </a:lnTo>
                  <a:lnTo>
                    <a:pt x="527" y="487"/>
                  </a:lnTo>
                  <a:lnTo>
                    <a:pt x="524" y="488"/>
                  </a:lnTo>
                  <a:lnTo>
                    <a:pt x="520" y="488"/>
                  </a:lnTo>
                  <a:lnTo>
                    <a:pt x="518" y="488"/>
                  </a:lnTo>
                  <a:lnTo>
                    <a:pt x="520" y="491"/>
                  </a:lnTo>
                  <a:lnTo>
                    <a:pt x="522" y="494"/>
                  </a:lnTo>
                  <a:lnTo>
                    <a:pt x="513" y="488"/>
                  </a:lnTo>
                  <a:lnTo>
                    <a:pt x="507" y="484"/>
                  </a:lnTo>
                  <a:lnTo>
                    <a:pt x="507" y="480"/>
                  </a:lnTo>
                  <a:lnTo>
                    <a:pt x="506" y="479"/>
                  </a:lnTo>
                  <a:lnTo>
                    <a:pt x="502" y="475"/>
                  </a:lnTo>
                  <a:lnTo>
                    <a:pt x="498" y="471"/>
                  </a:lnTo>
                  <a:lnTo>
                    <a:pt x="495" y="471"/>
                  </a:lnTo>
                  <a:lnTo>
                    <a:pt x="491" y="473"/>
                  </a:lnTo>
                  <a:lnTo>
                    <a:pt x="489" y="475"/>
                  </a:lnTo>
                  <a:lnTo>
                    <a:pt x="494" y="479"/>
                  </a:lnTo>
                  <a:lnTo>
                    <a:pt x="488" y="481"/>
                  </a:lnTo>
                  <a:lnTo>
                    <a:pt x="481" y="485"/>
                  </a:lnTo>
                  <a:lnTo>
                    <a:pt x="474" y="489"/>
                  </a:lnTo>
                  <a:lnTo>
                    <a:pt x="473" y="490"/>
                  </a:lnTo>
                  <a:lnTo>
                    <a:pt x="469" y="487"/>
                  </a:lnTo>
                  <a:lnTo>
                    <a:pt x="462" y="483"/>
                  </a:lnTo>
                  <a:lnTo>
                    <a:pt x="458" y="481"/>
                  </a:lnTo>
                  <a:lnTo>
                    <a:pt x="450" y="479"/>
                  </a:lnTo>
                  <a:lnTo>
                    <a:pt x="446" y="479"/>
                  </a:lnTo>
                  <a:lnTo>
                    <a:pt x="445" y="480"/>
                  </a:lnTo>
                  <a:lnTo>
                    <a:pt x="444" y="481"/>
                  </a:lnTo>
                  <a:lnTo>
                    <a:pt x="440" y="479"/>
                  </a:lnTo>
                  <a:lnTo>
                    <a:pt x="434" y="476"/>
                  </a:lnTo>
                  <a:lnTo>
                    <a:pt x="430" y="473"/>
                  </a:lnTo>
                  <a:lnTo>
                    <a:pt x="424" y="466"/>
                  </a:lnTo>
                  <a:lnTo>
                    <a:pt x="420" y="463"/>
                  </a:lnTo>
                  <a:lnTo>
                    <a:pt x="417" y="455"/>
                  </a:lnTo>
                  <a:lnTo>
                    <a:pt x="418" y="446"/>
                  </a:lnTo>
                  <a:lnTo>
                    <a:pt x="417" y="443"/>
                  </a:lnTo>
                  <a:lnTo>
                    <a:pt x="416" y="438"/>
                  </a:lnTo>
                  <a:lnTo>
                    <a:pt x="412" y="432"/>
                  </a:lnTo>
                  <a:lnTo>
                    <a:pt x="411" y="427"/>
                  </a:lnTo>
                  <a:lnTo>
                    <a:pt x="411" y="424"/>
                  </a:lnTo>
                  <a:lnTo>
                    <a:pt x="407" y="423"/>
                  </a:lnTo>
                  <a:lnTo>
                    <a:pt x="401" y="427"/>
                  </a:lnTo>
                  <a:lnTo>
                    <a:pt x="397" y="428"/>
                  </a:lnTo>
                  <a:lnTo>
                    <a:pt x="395" y="429"/>
                  </a:lnTo>
                  <a:lnTo>
                    <a:pt x="393" y="428"/>
                  </a:lnTo>
                  <a:lnTo>
                    <a:pt x="392" y="426"/>
                  </a:lnTo>
                  <a:lnTo>
                    <a:pt x="396" y="422"/>
                  </a:lnTo>
                  <a:lnTo>
                    <a:pt x="397" y="418"/>
                  </a:lnTo>
                  <a:lnTo>
                    <a:pt x="398" y="411"/>
                  </a:lnTo>
                  <a:lnTo>
                    <a:pt x="396" y="408"/>
                  </a:lnTo>
                  <a:lnTo>
                    <a:pt x="392" y="403"/>
                  </a:lnTo>
                  <a:lnTo>
                    <a:pt x="391" y="400"/>
                  </a:lnTo>
                  <a:lnTo>
                    <a:pt x="387" y="406"/>
                  </a:lnTo>
                  <a:lnTo>
                    <a:pt x="384" y="418"/>
                  </a:lnTo>
                  <a:lnTo>
                    <a:pt x="383" y="419"/>
                  </a:lnTo>
                  <a:lnTo>
                    <a:pt x="377" y="419"/>
                  </a:lnTo>
                  <a:lnTo>
                    <a:pt x="376" y="420"/>
                  </a:lnTo>
                  <a:lnTo>
                    <a:pt x="374" y="421"/>
                  </a:lnTo>
                  <a:lnTo>
                    <a:pt x="373" y="421"/>
                  </a:lnTo>
                  <a:lnTo>
                    <a:pt x="374" y="418"/>
                  </a:lnTo>
                  <a:lnTo>
                    <a:pt x="375" y="414"/>
                  </a:lnTo>
                  <a:lnTo>
                    <a:pt x="375" y="413"/>
                  </a:lnTo>
                  <a:lnTo>
                    <a:pt x="380" y="414"/>
                  </a:lnTo>
                  <a:lnTo>
                    <a:pt x="382" y="412"/>
                  </a:lnTo>
                  <a:lnTo>
                    <a:pt x="382" y="410"/>
                  </a:lnTo>
                  <a:lnTo>
                    <a:pt x="382" y="402"/>
                  </a:lnTo>
                  <a:lnTo>
                    <a:pt x="384" y="395"/>
                  </a:lnTo>
                  <a:lnTo>
                    <a:pt x="387" y="391"/>
                  </a:lnTo>
                  <a:lnTo>
                    <a:pt x="388" y="388"/>
                  </a:lnTo>
                  <a:lnTo>
                    <a:pt x="388" y="384"/>
                  </a:lnTo>
                  <a:lnTo>
                    <a:pt x="389" y="383"/>
                  </a:lnTo>
                  <a:lnTo>
                    <a:pt x="391" y="383"/>
                  </a:lnTo>
                  <a:lnTo>
                    <a:pt x="392" y="380"/>
                  </a:lnTo>
                  <a:lnTo>
                    <a:pt x="392" y="378"/>
                  </a:lnTo>
                  <a:lnTo>
                    <a:pt x="389" y="374"/>
                  </a:lnTo>
                  <a:lnTo>
                    <a:pt x="387" y="370"/>
                  </a:lnTo>
                  <a:lnTo>
                    <a:pt x="386" y="375"/>
                  </a:lnTo>
                  <a:lnTo>
                    <a:pt x="384" y="378"/>
                  </a:lnTo>
                  <a:lnTo>
                    <a:pt x="381" y="380"/>
                  </a:lnTo>
                  <a:lnTo>
                    <a:pt x="379" y="384"/>
                  </a:lnTo>
                  <a:lnTo>
                    <a:pt x="378" y="386"/>
                  </a:lnTo>
                  <a:lnTo>
                    <a:pt x="377" y="389"/>
                  </a:lnTo>
                  <a:lnTo>
                    <a:pt x="375" y="392"/>
                  </a:lnTo>
                  <a:lnTo>
                    <a:pt x="369" y="394"/>
                  </a:lnTo>
                  <a:lnTo>
                    <a:pt x="364" y="398"/>
                  </a:lnTo>
                  <a:lnTo>
                    <a:pt x="360" y="403"/>
                  </a:lnTo>
                  <a:lnTo>
                    <a:pt x="357" y="409"/>
                  </a:lnTo>
                  <a:lnTo>
                    <a:pt x="353" y="416"/>
                  </a:lnTo>
                  <a:lnTo>
                    <a:pt x="351" y="413"/>
                  </a:lnTo>
                  <a:lnTo>
                    <a:pt x="348" y="402"/>
                  </a:lnTo>
                  <a:lnTo>
                    <a:pt x="346" y="397"/>
                  </a:lnTo>
                  <a:lnTo>
                    <a:pt x="345" y="394"/>
                  </a:lnTo>
                  <a:lnTo>
                    <a:pt x="340" y="387"/>
                  </a:lnTo>
                  <a:lnTo>
                    <a:pt x="338" y="381"/>
                  </a:lnTo>
                  <a:lnTo>
                    <a:pt x="336" y="379"/>
                  </a:lnTo>
                  <a:lnTo>
                    <a:pt x="332" y="380"/>
                  </a:lnTo>
                  <a:lnTo>
                    <a:pt x="330" y="379"/>
                  </a:lnTo>
                  <a:lnTo>
                    <a:pt x="329" y="377"/>
                  </a:lnTo>
                  <a:lnTo>
                    <a:pt x="328" y="375"/>
                  </a:lnTo>
                  <a:lnTo>
                    <a:pt x="331" y="372"/>
                  </a:lnTo>
                  <a:lnTo>
                    <a:pt x="330" y="370"/>
                  </a:lnTo>
                  <a:lnTo>
                    <a:pt x="328" y="366"/>
                  </a:lnTo>
                  <a:lnTo>
                    <a:pt x="324" y="362"/>
                  </a:lnTo>
                  <a:lnTo>
                    <a:pt x="322" y="361"/>
                  </a:lnTo>
                  <a:lnTo>
                    <a:pt x="316" y="362"/>
                  </a:lnTo>
                  <a:lnTo>
                    <a:pt x="313" y="362"/>
                  </a:lnTo>
                  <a:lnTo>
                    <a:pt x="306" y="358"/>
                  </a:lnTo>
                  <a:lnTo>
                    <a:pt x="305" y="358"/>
                  </a:lnTo>
                  <a:lnTo>
                    <a:pt x="301" y="359"/>
                  </a:lnTo>
                  <a:lnTo>
                    <a:pt x="298" y="359"/>
                  </a:lnTo>
                  <a:lnTo>
                    <a:pt x="295" y="357"/>
                  </a:lnTo>
                  <a:lnTo>
                    <a:pt x="291" y="353"/>
                  </a:lnTo>
                  <a:lnTo>
                    <a:pt x="284" y="349"/>
                  </a:lnTo>
                  <a:lnTo>
                    <a:pt x="283" y="349"/>
                  </a:lnTo>
                  <a:lnTo>
                    <a:pt x="277" y="351"/>
                  </a:lnTo>
                  <a:lnTo>
                    <a:pt x="269" y="352"/>
                  </a:lnTo>
                  <a:lnTo>
                    <a:pt x="264" y="352"/>
                  </a:lnTo>
                  <a:lnTo>
                    <a:pt x="251" y="352"/>
                  </a:lnTo>
                  <a:lnTo>
                    <a:pt x="247" y="353"/>
                  </a:lnTo>
                  <a:lnTo>
                    <a:pt x="243" y="355"/>
                  </a:lnTo>
                  <a:lnTo>
                    <a:pt x="236" y="359"/>
                  </a:lnTo>
                  <a:lnTo>
                    <a:pt x="229" y="360"/>
                  </a:lnTo>
                  <a:lnTo>
                    <a:pt x="221" y="363"/>
                  </a:lnTo>
                  <a:lnTo>
                    <a:pt x="211" y="363"/>
                  </a:lnTo>
                  <a:lnTo>
                    <a:pt x="205" y="363"/>
                  </a:lnTo>
                  <a:lnTo>
                    <a:pt x="203" y="364"/>
                  </a:lnTo>
                  <a:lnTo>
                    <a:pt x="196" y="366"/>
                  </a:lnTo>
                  <a:lnTo>
                    <a:pt x="189" y="370"/>
                  </a:lnTo>
                  <a:lnTo>
                    <a:pt x="184" y="374"/>
                  </a:lnTo>
                  <a:lnTo>
                    <a:pt x="180" y="374"/>
                  </a:lnTo>
                  <a:lnTo>
                    <a:pt x="177" y="375"/>
                  </a:lnTo>
                  <a:lnTo>
                    <a:pt x="174" y="377"/>
                  </a:lnTo>
                  <a:lnTo>
                    <a:pt x="170" y="383"/>
                  </a:lnTo>
                  <a:lnTo>
                    <a:pt x="165" y="391"/>
                  </a:lnTo>
                  <a:lnTo>
                    <a:pt x="161" y="394"/>
                  </a:lnTo>
                  <a:lnTo>
                    <a:pt x="155" y="394"/>
                  </a:lnTo>
                  <a:lnTo>
                    <a:pt x="151" y="393"/>
                  </a:lnTo>
                  <a:lnTo>
                    <a:pt x="145" y="395"/>
                  </a:lnTo>
                  <a:lnTo>
                    <a:pt x="142" y="396"/>
                  </a:lnTo>
                  <a:lnTo>
                    <a:pt x="138" y="393"/>
                  </a:lnTo>
                  <a:lnTo>
                    <a:pt x="135" y="392"/>
                  </a:lnTo>
                  <a:lnTo>
                    <a:pt x="130" y="392"/>
                  </a:lnTo>
                  <a:lnTo>
                    <a:pt x="119" y="394"/>
                  </a:lnTo>
                  <a:lnTo>
                    <a:pt x="112" y="395"/>
                  </a:lnTo>
                  <a:lnTo>
                    <a:pt x="109" y="395"/>
                  </a:lnTo>
                  <a:lnTo>
                    <a:pt x="105" y="395"/>
                  </a:lnTo>
                  <a:lnTo>
                    <a:pt x="102" y="397"/>
                  </a:lnTo>
                  <a:lnTo>
                    <a:pt x="98" y="404"/>
                  </a:lnTo>
                  <a:lnTo>
                    <a:pt x="95" y="405"/>
                  </a:lnTo>
                  <a:lnTo>
                    <a:pt x="89" y="404"/>
                  </a:lnTo>
                  <a:lnTo>
                    <a:pt x="87" y="404"/>
                  </a:lnTo>
                  <a:lnTo>
                    <a:pt x="83" y="410"/>
                  </a:lnTo>
                  <a:lnTo>
                    <a:pt x="80" y="414"/>
                  </a:lnTo>
                  <a:lnTo>
                    <a:pt x="74" y="416"/>
                  </a:lnTo>
                  <a:lnTo>
                    <a:pt x="70" y="417"/>
                  </a:lnTo>
                  <a:lnTo>
                    <a:pt x="59" y="416"/>
                  </a:lnTo>
                  <a:lnTo>
                    <a:pt x="54" y="416"/>
                  </a:lnTo>
                  <a:lnTo>
                    <a:pt x="49" y="414"/>
                  </a:lnTo>
                  <a:lnTo>
                    <a:pt x="45" y="411"/>
                  </a:lnTo>
                  <a:lnTo>
                    <a:pt x="40" y="405"/>
                  </a:lnTo>
                  <a:lnTo>
                    <a:pt x="34" y="402"/>
                  </a:lnTo>
                  <a:lnTo>
                    <a:pt x="32" y="402"/>
                  </a:lnTo>
                  <a:lnTo>
                    <a:pt x="31" y="401"/>
                  </a:lnTo>
                  <a:lnTo>
                    <a:pt x="30" y="390"/>
                  </a:lnTo>
                  <a:lnTo>
                    <a:pt x="30" y="389"/>
                  </a:lnTo>
                  <a:lnTo>
                    <a:pt x="33" y="389"/>
                  </a:lnTo>
                  <a:lnTo>
                    <a:pt x="36" y="389"/>
                  </a:lnTo>
                  <a:lnTo>
                    <a:pt x="39" y="385"/>
                  </a:lnTo>
                  <a:lnTo>
                    <a:pt x="40" y="381"/>
                  </a:lnTo>
                  <a:lnTo>
                    <a:pt x="42" y="370"/>
                  </a:lnTo>
                  <a:lnTo>
                    <a:pt x="42" y="359"/>
                  </a:lnTo>
                  <a:lnTo>
                    <a:pt x="41" y="355"/>
                  </a:lnTo>
                  <a:lnTo>
                    <a:pt x="39" y="350"/>
                  </a:lnTo>
                  <a:lnTo>
                    <a:pt x="31" y="334"/>
                  </a:lnTo>
                  <a:lnTo>
                    <a:pt x="30" y="329"/>
                  </a:lnTo>
                  <a:lnTo>
                    <a:pt x="29" y="322"/>
                  </a:lnTo>
                  <a:lnTo>
                    <a:pt x="29" y="314"/>
                  </a:lnTo>
                  <a:lnTo>
                    <a:pt x="28" y="308"/>
                  </a:lnTo>
                  <a:lnTo>
                    <a:pt x="24" y="300"/>
                  </a:lnTo>
                  <a:lnTo>
                    <a:pt x="19" y="292"/>
                  </a:lnTo>
                  <a:lnTo>
                    <a:pt x="16" y="286"/>
                  </a:lnTo>
                  <a:lnTo>
                    <a:pt x="14" y="284"/>
                  </a:lnTo>
                  <a:lnTo>
                    <a:pt x="15" y="277"/>
                  </a:lnTo>
                  <a:lnTo>
                    <a:pt x="13" y="273"/>
                  </a:lnTo>
                  <a:lnTo>
                    <a:pt x="8" y="264"/>
                  </a:lnTo>
                  <a:lnTo>
                    <a:pt x="2" y="256"/>
                  </a:lnTo>
                  <a:lnTo>
                    <a:pt x="0" y="252"/>
                  </a:lnTo>
                  <a:lnTo>
                    <a:pt x="0" y="250"/>
                  </a:lnTo>
                  <a:lnTo>
                    <a:pt x="2" y="251"/>
                  </a:lnTo>
                  <a:lnTo>
                    <a:pt x="3" y="254"/>
                  </a:lnTo>
                  <a:lnTo>
                    <a:pt x="4" y="256"/>
                  </a:lnTo>
                  <a:lnTo>
                    <a:pt x="5" y="259"/>
                  </a:lnTo>
                  <a:lnTo>
                    <a:pt x="8" y="260"/>
                  </a:lnTo>
                  <a:lnTo>
                    <a:pt x="10" y="260"/>
                  </a:lnTo>
                  <a:lnTo>
                    <a:pt x="8" y="252"/>
                  </a:lnTo>
                  <a:lnTo>
                    <a:pt x="5" y="248"/>
                  </a:lnTo>
                  <a:lnTo>
                    <a:pt x="3" y="246"/>
                  </a:lnTo>
                  <a:lnTo>
                    <a:pt x="4" y="243"/>
                  </a:lnTo>
                  <a:lnTo>
                    <a:pt x="9" y="250"/>
                  </a:lnTo>
                  <a:lnTo>
                    <a:pt x="13" y="257"/>
                  </a:lnTo>
                  <a:lnTo>
                    <a:pt x="16" y="258"/>
                  </a:lnTo>
                  <a:lnTo>
                    <a:pt x="15" y="253"/>
                  </a:lnTo>
                  <a:lnTo>
                    <a:pt x="18" y="253"/>
                  </a:lnTo>
                  <a:lnTo>
                    <a:pt x="18" y="249"/>
                  </a:lnTo>
                  <a:lnTo>
                    <a:pt x="16" y="245"/>
                  </a:lnTo>
                  <a:lnTo>
                    <a:pt x="8" y="235"/>
                  </a:lnTo>
                  <a:lnTo>
                    <a:pt x="5" y="229"/>
                  </a:lnTo>
                  <a:lnTo>
                    <a:pt x="5" y="225"/>
                  </a:lnTo>
                  <a:lnTo>
                    <a:pt x="4" y="219"/>
                  </a:lnTo>
                  <a:lnTo>
                    <a:pt x="7" y="214"/>
                  </a:lnTo>
                  <a:lnTo>
                    <a:pt x="9" y="210"/>
                  </a:lnTo>
                  <a:lnTo>
                    <a:pt x="11" y="206"/>
                  </a:lnTo>
                  <a:lnTo>
                    <a:pt x="10" y="197"/>
                  </a:lnTo>
                  <a:lnTo>
                    <a:pt x="8" y="192"/>
                  </a:lnTo>
                  <a:lnTo>
                    <a:pt x="9" y="190"/>
                  </a:lnTo>
                  <a:lnTo>
                    <a:pt x="12" y="185"/>
                  </a:lnTo>
                  <a:lnTo>
                    <a:pt x="13" y="182"/>
                  </a:lnTo>
                  <a:lnTo>
                    <a:pt x="13" y="181"/>
                  </a:lnTo>
                  <a:lnTo>
                    <a:pt x="15" y="186"/>
                  </a:lnTo>
                  <a:lnTo>
                    <a:pt x="15" y="189"/>
                  </a:lnTo>
                  <a:lnTo>
                    <a:pt x="16" y="191"/>
                  </a:lnTo>
                  <a:lnTo>
                    <a:pt x="18" y="191"/>
                  </a:lnTo>
                  <a:lnTo>
                    <a:pt x="19" y="190"/>
                  </a:lnTo>
                  <a:lnTo>
                    <a:pt x="20" y="186"/>
                  </a:lnTo>
                  <a:lnTo>
                    <a:pt x="21" y="182"/>
                  </a:lnTo>
                  <a:lnTo>
                    <a:pt x="27" y="178"/>
                  </a:lnTo>
                  <a:lnTo>
                    <a:pt x="35" y="174"/>
                  </a:lnTo>
                  <a:lnTo>
                    <a:pt x="39" y="171"/>
                  </a:lnTo>
                  <a:lnTo>
                    <a:pt x="44" y="167"/>
                  </a:lnTo>
                  <a:lnTo>
                    <a:pt x="48" y="163"/>
                  </a:lnTo>
                  <a:lnTo>
                    <a:pt x="52" y="161"/>
                  </a:lnTo>
                  <a:lnTo>
                    <a:pt x="58" y="160"/>
                  </a:lnTo>
                  <a:lnTo>
                    <a:pt x="63" y="160"/>
                  </a:lnTo>
                  <a:lnTo>
                    <a:pt x="67" y="160"/>
                  </a:lnTo>
                  <a:lnTo>
                    <a:pt x="71" y="160"/>
                  </a:lnTo>
                  <a:lnTo>
                    <a:pt x="73" y="158"/>
                  </a:lnTo>
                  <a:lnTo>
                    <a:pt x="77" y="155"/>
                  </a:lnTo>
                  <a:lnTo>
                    <a:pt x="80" y="154"/>
                  </a:lnTo>
                  <a:lnTo>
                    <a:pt x="86" y="153"/>
                  </a:lnTo>
                  <a:lnTo>
                    <a:pt x="88" y="152"/>
                  </a:lnTo>
                  <a:lnTo>
                    <a:pt x="91" y="148"/>
                  </a:lnTo>
                  <a:lnTo>
                    <a:pt x="92" y="147"/>
                  </a:lnTo>
                  <a:lnTo>
                    <a:pt x="94" y="147"/>
                  </a:lnTo>
                  <a:lnTo>
                    <a:pt x="101" y="149"/>
                  </a:lnTo>
                  <a:lnTo>
                    <a:pt x="105" y="149"/>
                  </a:lnTo>
                  <a:lnTo>
                    <a:pt x="111" y="147"/>
                  </a:lnTo>
                  <a:lnTo>
                    <a:pt x="119" y="143"/>
                  </a:lnTo>
                  <a:lnTo>
                    <a:pt x="122" y="142"/>
                  </a:lnTo>
                  <a:lnTo>
                    <a:pt x="127" y="136"/>
                  </a:lnTo>
                  <a:lnTo>
                    <a:pt x="130" y="132"/>
                  </a:lnTo>
                  <a:lnTo>
                    <a:pt x="132" y="128"/>
                  </a:lnTo>
                  <a:lnTo>
                    <a:pt x="133" y="125"/>
                  </a:lnTo>
                  <a:lnTo>
                    <a:pt x="136" y="123"/>
                  </a:lnTo>
                  <a:lnTo>
                    <a:pt x="142" y="118"/>
                  </a:lnTo>
                  <a:lnTo>
                    <a:pt x="143" y="117"/>
                  </a:lnTo>
                  <a:lnTo>
                    <a:pt x="142" y="114"/>
                  </a:lnTo>
                  <a:lnTo>
                    <a:pt x="141" y="108"/>
                  </a:lnTo>
                  <a:lnTo>
                    <a:pt x="140" y="104"/>
                  </a:lnTo>
                  <a:lnTo>
                    <a:pt x="148" y="96"/>
                  </a:lnTo>
                  <a:lnTo>
                    <a:pt x="151" y="91"/>
                  </a:lnTo>
                  <a:lnTo>
                    <a:pt x="153" y="92"/>
                  </a:lnTo>
                  <a:lnTo>
                    <a:pt x="155" y="95"/>
                  </a:lnTo>
                  <a:lnTo>
                    <a:pt x="160" y="105"/>
                  </a:lnTo>
                  <a:lnTo>
                    <a:pt x="161" y="107"/>
                  </a:lnTo>
                  <a:lnTo>
                    <a:pt x="163" y="103"/>
                  </a:lnTo>
                  <a:lnTo>
                    <a:pt x="163" y="99"/>
                  </a:lnTo>
                  <a:lnTo>
                    <a:pt x="166" y="101"/>
                  </a:lnTo>
                  <a:lnTo>
                    <a:pt x="168" y="102"/>
                  </a:lnTo>
                  <a:lnTo>
                    <a:pt x="169" y="97"/>
                  </a:lnTo>
                  <a:lnTo>
                    <a:pt x="169" y="96"/>
                  </a:lnTo>
                  <a:lnTo>
                    <a:pt x="165" y="94"/>
                  </a:lnTo>
                  <a:lnTo>
                    <a:pt x="164" y="93"/>
                  </a:lnTo>
                  <a:lnTo>
                    <a:pt x="164" y="88"/>
                  </a:lnTo>
                  <a:lnTo>
                    <a:pt x="164" y="87"/>
                  </a:lnTo>
                  <a:lnTo>
                    <a:pt x="170" y="88"/>
                  </a:lnTo>
                  <a:lnTo>
                    <a:pt x="175" y="90"/>
                  </a:lnTo>
                  <a:lnTo>
                    <a:pt x="179" y="89"/>
                  </a:lnTo>
                  <a:lnTo>
                    <a:pt x="182" y="89"/>
                  </a:lnTo>
                  <a:lnTo>
                    <a:pt x="184" y="90"/>
                  </a:lnTo>
                  <a:lnTo>
                    <a:pt x="179" y="87"/>
                  </a:lnTo>
                  <a:lnTo>
                    <a:pt x="176" y="86"/>
                  </a:lnTo>
                  <a:lnTo>
                    <a:pt x="177" y="82"/>
                  </a:lnTo>
                  <a:lnTo>
                    <a:pt x="176" y="79"/>
                  </a:lnTo>
                  <a:lnTo>
                    <a:pt x="177" y="76"/>
                  </a:lnTo>
                  <a:lnTo>
                    <a:pt x="180" y="73"/>
                  </a:lnTo>
                  <a:lnTo>
                    <a:pt x="181" y="72"/>
                  </a:lnTo>
                  <a:lnTo>
                    <a:pt x="186" y="75"/>
                  </a:lnTo>
                  <a:lnTo>
                    <a:pt x="188" y="75"/>
                  </a:lnTo>
                  <a:lnTo>
                    <a:pt x="187" y="72"/>
                  </a:lnTo>
                  <a:lnTo>
                    <a:pt x="188" y="69"/>
                  </a:lnTo>
                  <a:lnTo>
                    <a:pt x="189" y="66"/>
                  </a:lnTo>
                  <a:lnTo>
                    <a:pt x="188" y="62"/>
                  </a:lnTo>
                  <a:lnTo>
                    <a:pt x="191" y="61"/>
                  </a:lnTo>
                  <a:lnTo>
                    <a:pt x="194" y="60"/>
                  </a:lnTo>
                  <a:lnTo>
                    <a:pt x="200" y="60"/>
                  </a:lnTo>
                  <a:lnTo>
                    <a:pt x="203" y="52"/>
                  </a:lnTo>
                  <a:lnTo>
                    <a:pt x="206" y="50"/>
                  </a:lnTo>
                  <a:lnTo>
                    <a:pt x="208" y="51"/>
                  </a:lnTo>
                  <a:lnTo>
                    <a:pt x="210" y="55"/>
                  </a:lnTo>
                  <a:lnTo>
                    <a:pt x="212" y="51"/>
                  </a:lnTo>
                  <a:lnTo>
                    <a:pt x="214" y="49"/>
                  </a:lnTo>
                  <a:lnTo>
                    <a:pt x="215" y="45"/>
                  </a:lnTo>
                  <a:lnTo>
                    <a:pt x="220" y="50"/>
                  </a:lnTo>
                  <a:lnTo>
                    <a:pt x="224" y="51"/>
                  </a:lnTo>
                  <a:lnTo>
                    <a:pt x="226" y="52"/>
                  </a:lnTo>
                  <a:lnTo>
                    <a:pt x="228" y="56"/>
                  </a:lnTo>
                  <a:lnTo>
                    <a:pt x="232" y="60"/>
                  </a:lnTo>
                  <a:lnTo>
                    <a:pt x="233" y="65"/>
                  </a:lnTo>
                  <a:lnTo>
                    <a:pt x="233" y="70"/>
                  </a:lnTo>
                  <a:lnTo>
                    <a:pt x="234" y="71"/>
                  </a:lnTo>
                  <a:lnTo>
                    <a:pt x="236" y="69"/>
                  </a:lnTo>
                  <a:lnTo>
                    <a:pt x="239" y="64"/>
                  </a:lnTo>
                  <a:lnTo>
                    <a:pt x="240" y="63"/>
                  </a:lnTo>
                  <a:lnTo>
                    <a:pt x="248" y="64"/>
                  </a:lnTo>
                  <a:lnTo>
                    <a:pt x="252" y="65"/>
                  </a:lnTo>
                  <a:lnTo>
                    <a:pt x="256" y="69"/>
                  </a:lnTo>
                  <a:lnTo>
                    <a:pt x="259" y="70"/>
                  </a:lnTo>
                  <a:lnTo>
                    <a:pt x="260" y="66"/>
                  </a:lnTo>
                  <a:lnTo>
                    <a:pt x="261" y="64"/>
                  </a:lnTo>
                  <a:lnTo>
                    <a:pt x="262" y="62"/>
                  </a:lnTo>
                  <a:lnTo>
                    <a:pt x="260" y="60"/>
                  </a:lnTo>
                  <a:lnTo>
                    <a:pt x="256" y="57"/>
                  </a:lnTo>
                  <a:lnTo>
                    <a:pt x="255" y="56"/>
                  </a:lnTo>
                  <a:lnTo>
                    <a:pt x="255" y="54"/>
                  </a:lnTo>
                  <a:lnTo>
                    <a:pt x="256" y="53"/>
                  </a:lnTo>
                  <a:lnTo>
                    <a:pt x="261" y="49"/>
                  </a:lnTo>
                  <a:lnTo>
                    <a:pt x="261" y="46"/>
                  </a:lnTo>
                  <a:lnTo>
                    <a:pt x="262" y="44"/>
                  </a:lnTo>
                  <a:lnTo>
                    <a:pt x="265" y="42"/>
                  </a:lnTo>
                  <a:lnTo>
                    <a:pt x="267" y="41"/>
                  </a:lnTo>
                  <a:lnTo>
                    <a:pt x="268" y="39"/>
                  </a:lnTo>
                  <a:lnTo>
                    <a:pt x="268" y="38"/>
                  </a:lnTo>
                  <a:lnTo>
                    <a:pt x="268" y="35"/>
                  </a:lnTo>
                  <a:lnTo>
                    <a:pt x="272" y="29"/>
                  </a:lnTo>
                  <a:lnTo>
                    <a:pt x="272" y="28"/>
                  </a:lnTo>
                  <a:lnTo>
                    <a:pt x="275" y="28"/>
                  </a:lnTo>
                  <a:lnTo>
                    <a:pt x="277" y="28"/>
                  </a:lnTo>
                  <a:lnTo>
                    <a:pt x="279" y="27"/>
                  </a:lnTo>
                  <a:lnTo>
                    <a:pt x="277" y="24"/>
                  </a:lnTo>
                  <a:lnTo>
                    <a:pt x="280" y="21"/>
                  </a:lnTo>
                  <a:lnTo>
                    <a:pt x="283" y="21"/>
                  </a:lnTo>
                  <a:lnTo>
                    <a:pt x="288" y="23"/>
                  </a:lnTo>
                  <a:lnTo>
                    <a:pt x="292" y="23"/>
                  </a:lnTo>
                  <a:lnTo>
                    <a:pt x="302" y="22"/>
                  </a:lnTo>
                  <a:lnTo>
                    <a:pt x="305" y="21"/>
                  </a:lnTo>
                  <a:lnTo>
                    <a:pt x="307" y="20"/>
                  </a:lnTo>
                  <a:lnTo>
                    <a:pt x="306" y="18"/>
                  </a:lnTo>
                  <a:lnTo>
                    <a:pt x="305" y="13"/>
                  </a:lnTo>
                  <a:lnTo>
                    <a:pt x="304" y="11"/>
                  </a:lnTo>
                  <a:lnTo>
                    <a:pt x="300" y="9"/>
                  </a:lnTo>
                  <a:lnTo>
                    <a:pt x="297" y="10"/>
                  </a:lnTo>
                  <a:lnTo>
                    <a:pt x="296" y="9"/>
                  </a:lnTo>
                  <a:lnTo>
                    <a:pt x="296" y="7"/>
                  </a:lnTo>
                  <a:lnTo>
                    <a:pt x="299" y="6"/>
                  </a:lnTo>
                  <a:lnTo>
                    <a:pt x="302" y="6"/>
                  </a:lnTo>
                  <a:lnTo>
                    <a:pt x="306" y="10"/>
                  </a:lnTo>
                  <a:lnTo>
                    <a:pt x="307" y="10"/>
                  </a:lnTo>
                  <a:lnTo>
                    <a:pt x="310" y="10"/>
                  </a:lnTo>
                  <a:lnTo>
                    <a:pt x="312" y="11"/>
                  </a:lnTo>
                  <a:lnTo>
                    <a:pt x="317" y="15"/>
                  </a:lnTo>
                  <a:lnTo>
                    <a:pt x="320" y="16"/>
                  </a:lnTo>
                  <a:lnTo>
                    <a:pt x="329" y="18"/>
                  </a:lnTo>
                  <a:lnTo>
                    <a:pt x="333" y="19"/>
                  </a:lnTo>
                  <a:lnTo>
                    <a:pt x="336" y="18"/>
                  </a:lnTo>
                  <a:lnTo>
                    <a:pt x="338" y="18"/>
                  </a:lnTo>
                  <a:lnTo>
                    <a:pt x="341" y="22"/>
                  </a:lnTo>
                  <a:lnTo>
                    <a:pt x="344" y="23"/>
                  </a:lnTo>
                  <a:lnTo>
                    <a:pt x="345" y="23"/>
                  </a:lnTo>
                  <a:lnTo>
                    <a:pt x="349" y="20"/>
                  </a:lnTo>
                  <a:lnTo>
                    <a:pt x="352" y="20"/>
                  </a:lnTo>
                  <a:lnTo>
                    <a:pt x="357" y="23"/>
                  </a:lnTo>
                  <a:lnTo>
                    <a:pt x="359" y="26"/>
                  </a:lnTo>
                  <a:lnTo>
                    <a:pt x="363" y="25"/>
                  </a:lnTo>
                  <a:lnTo>
                    <a:pt x="364" y="19"/>
                  </a:lnTo>
                  <a:lnTo>
                    <a:pt x="365" y="19"/>
                  </a:lnTo>
                  <a:lnTo>
                    <a:pt x="368" y="22"/>
                  </a:lnTo>
                  <a:lnTo>
                    <a:pt x="370" y="23"/>
                  </a:lnTo>
                  <a:lnTo>
                    <a:pt x="371" y="24"/>
                  </a:lnTo>
                  <a:lnTo>
                    <a:pt x="368" y="27"/>
                  </a:lnTo>
                  <a:lnTo>
                    <a:pt x="367" y="30"/>
                  </a:lnTo>
                  <a:lnTo>
                    <a:pt x="366" y="31"/>
                  </a:lnTo>
                  <a:lnTo>
                    <a:pt x="366" y="35"/>
                  </a:lnTo>
                  <a:lnTo>
                    <a:pt x="365" y="37"/>
                  </a:lnTo>
                  <a:lnTo>
                    <a:pt x="362" y="37"/>
                  </a:lnTo>
                  <a:lnTo>
                    <a:pt x="358" y="38"/>
                  </a:lnTo>
                  <a:lnTo>
                    <a:pt x="355" y="41"/>
                  </a:lnTo>
                  <a:lnTo>
                    <a:pt x="355" y="45"/>
                  </a:lnTo>
                  <a:lnTo>
                    <a:pt x="357" y="47"/>
                  </a:lnTo>
                  <a:lnTo>
                    <a:pt x="356" y="52"/>
                  </a:lnTo>
                  <a:lnTo>
                    <a:pt x="353" y="56"/>
                  </a:lnTo>
                  <a:lnTo>
                    <a:pt x="350" y="60"/>
                  </a:lnTo>
                  <a:lnTo>
                    <a:pt x="348" y="63"/>
                  </a:lnTo>
                  <a:lnTo>
                    <a:pt x="349" y="65"/>
                  </a:lnTo>
                  <a:lnTo>
                    <a:pt x="352" y="68"/>
                  </a:lnTo>
                  <a:lnTo>
                    <a:pt x="359" y="72"/>
                  </a:lnTo>
                  <a:lnTo>
                    <a:pt x="365" y="77"/>
                  </a:lnTo>
                  <a:lnTo>
                    <a:pt x="368" y="82"/>
                  </a:lnTo>
                  <a:lnTo>
                    <a:pt x="370" y="83"/>
                  </a:lnTo>
                  <a:lnTo>
                    <a:pt x="373" y="82"/>
                  </a:lnTo>
                  <a:lnTo>
                    <a:pt x="375" y="82"/>
                  </a:lnTo>
                  <a:lnTo>
                    <a:pt x="380" y="85"/>
                  </a:lnTo>
                  <a:lnTo>
                    <a:pt x="385" y="88"/>
                  </a:lnTo>
                  <a:lnTo>
                    <a:pt x="388" y="91"/>
                  </a:lnTo>
                  <a:lnTo>
                    <a:pt x="393" y="95"/>
                  </a:lnTo>
                  <a:lnTo>
                    <a:pt x="396" y="96"/>
                  </a:lnTo>
                  <a:lnTo>
                    <a:pt x="398" y="96"/>
                  </a:lnTo>
                  <a:lnTo>
                    <a:pt x="404" y="98"/>
                  </a:lnTo>
                  <a:lnTo>
                    <a:pt x="406" y="99"/>
                  </a:lnTo>
                  <a:lnTo>
                    <a:pt x="407" y="103"/>
                  </a:lnTo>
                  <a:lnTo>
                    <a:pt x="409" y="104"/>
                  </a:lnTo>
                  <a:lnTo>
                    <a:pt x="412" y="107"/>
                  </a:lnTo>
                  <a:lnTo>
                    <a:pt x="417" y="110"/>
                  </a:lnTo>
                  <a:lnTo>
                    <a:pt x="421" y="111"/>
                  </a:lnTo>
                  <a:lnTo>
                    <a:pt x="424" y="111"/>
                  </a:lnTo>
                  <a:lnTo>
                    <a:pt x="427" y="109"/>
                  </a:lnTo>
                  <a:lnTo>
                    <a:pt x="431" y="108"/>
                  </a:lnTo>
                  <a:lnTo>
                    <a:pt x="433" y="107"/>
                  </a:lnTo>
                  <a:lnTo>
                    <a:pt x="438" y="97"/>
                  </a:lnTo>
                  <a:lnTo>
                    <a:pt x="441" y="88"/>
                  </a:lnTo>
                  <a:lnTo>
                    <a:pt x="442" y="79"/>
                  </a:lnTo>
                  <a:lnTo>
                    <a:pt x="444" y="73"/>
                  </a:lnTo>
                  <a:lnTo>
                    <a:pt x="447" y="69"/>
                  </a:lnTo>
                  <a:lnTo>
                    <a:pt x="446" y="66"/>
                  </a:lnTo>
                  <a:lnTo>
                    <a:pt x="443" y="61"/>
                  </a:lnTo>
                  <a:lnTo>
                    <a:pt x="443" y="59"/>
                  </a:lnTo>
                  <a:lnTo>
                    <a:pt x="445" y="54"/>
                  </a:lnTo>
                  <a:lnTo>
                    <a:pt x="446" y="51"/>
                  </a:lnTo>
                  <a:lnTo>
                    <a:pt x="445" y="49"/>
                  </a:lnTo>
                  <a:lnTo>
                    <a:pt x="444" y="46"/>
                  </a:lnTo>
                  <a:lnTo>
                    <a:pt x="444" y="41"/>
                  </a:lnTo>
                  <a:lnTo>
                    <a:pt x="445" y="34"/>
                  </a:lnTo>
                  <a:lnTo>
                    <a:pt x="447" y="31"/>
                  </a:lnTo>
                  <a:lnTo>
                    <a:pt x="449" y="30"/>
                  </a:lnTo>
                  <a:lnTo>
                    <a:pt x="450" y="28"/>
                  </a:lnTo>
                  <a:lnTo>
                    <a:pt x="446" y="25"/>
                  </a:lnTo>
                  <a:lnTo>
                    <a:pt x="447" y="23"/>
                  </a:lnTo>
                  <a:lnTo>
                    <a:pt x="451" y="16"/>
                  </a:lnTo>
                  <a:lnTo>
                    <a:pt x="453" y="10"/>
                  </a:lnTo>
                  <a:lnTo>
                    <a:pt x="454" y="3"/>
                  </a:lnTo>
                  <a:lnTo>
                    <a:pt x="455" y="2"/>
                  </a:lnTo>
                  <a:lnTo>
                    <a:pt x="457"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8" name="Freeform 97"/>
            <p:cNvSpPr>
              <a:spLocks noEditPoints="1"/>
            </p:cNvSpPr>
            <p:nvPr/>
          </p:nvSpPr>
          <p:spPr bwMode="gray">
            <a:xfrm>
              <a:off x="6559550" y="5621338"/>
              <a:ext cx="301625" cy="400050"/>
            </a:xfrm>
            <a:custGeom>
              <a:avLst/>
              <a:gdLst>
                <a:gd name="T0" fmla="*/ 142 w 190"/>
                <a:gd name="T1" fmla="*/ 49 h 252"/>
                <a:gd name="T2" fmla="*/ 149 w 190"/>
                <a:gd name="T3" fmla="*/ 55 h 252"/>
                <a:gd name="T4" fmla="*/ 170 w 190"/>
                <a:gd name="T5" fmla="*/ 72 h 252"/>
                <a:gd name="T6" fmla="*/ 187 w 190"/>
                <a:gd name="T7" fmla="*/ 64 h 252"/>
                <a:gd name="T8" fmla="*/ 187 w 190"/>
                <a:gd name="T9" fmla="*/ 82 h 252"/>
                <a:gd name="T10" fmla="*/ 178 w 190"/>
                <a:gd name="T11" fmla="*/ 92 h 252"/>
                <a:gd name="T12" fmla="*/ 165 w 190"/>
                <a:gd name="T13" fmla="*/ 96 h 252"/>
                <a:gd name="T14" fmla="*/ 166 w 190"/>
                <a:gd name="T15" fmla="*/ 108 h 252"/>
                <a:gd name="T16" fmla="*/ 144 w 190"/>
                <a:gd name="T17" fmla="*/ 138 h 252"/>
                <a:gd name="T18" fmla="*/ 132 w 190"/>
                <a:gd name="T19" fmla="*/ 134 h 252"/>
                <a:gd name="T20" fmla="*/ 139 w 190"/>
                <a:gd name="T21" fmla="*/ 117 h 252"/>
                <a:gd name="T22" fmla="*/ 129 w 190"/>
                <a:gd name="T23" fmla="*/ 105 h 252"/>
                <a:gd name="T24" fmla="*/ 115 w 190"/>
                <a:gd name="T25" fmla="*/ 95 h 252"/>
                <a:gd name="T26" fmla="*/ 130 w 190"/>
                <a:gd name="T27" fmla="*/ 82 h 252"/>
                <a:gd name="T28" fmla="*/ 133 w 190"/>
                <a:gd name="T29" fmla="*/ 66 h 252"/>
                <a:gd name="T30" fmla="*/ 125 w 190"/>
                <a:gd name="T31" fmla="*/ 45 h 252"/>
                <a:gd name="T32" fmla="*/ 119 w 190"/>
                <a:gd name="T33" fmla="*/ 32 h 252"/>
                <a:gd name="T34" fmla="*/ 119 w 190"/>
                <a:gd name="T35" fmla="*/ 35 h 252"/>
                <a:gd name="T36" fmla="*/ 113 w 190"/>
                <a:gd name="T37" fmla="*/ 29 h 252"/>
                <a:gd name="T38" fmla="*/ 103 w 190"/>
                <a:gd name="T39" fmla="*/ 14 h 252"/>
                <a:gd name="T40" fmla="*/ 102 w 190"/>
                <a:gd name="T41" fmla="*/ 6 h 252"/>
                <a:gd name="T42" fmla="*/ 99 w 190"/>
                <a:gd name="T43" fmla="*/ 1 h 252"/>
                <a:gd name="T44" fmla="*/ 102 w 190"/>
                <a:gd name="T45" fmla="*/ 4 h 252"/>
                <a:gd name="T46" fmla="*/ 108 w 190"/>
                <a:gd name="T47" fmla="*/ 11 h 252"/>
                <a:gd name="T48" fmla="*/ 116 w 190"/>
                <a:gd name="T49" fmla="*/ 13 h 252"/>
                <a:gd name="T50" fmla="*/ 120 w 190"/>
                <a:gd name="T51" fmla="*/ 17 h 252"/>
                <a:gd name="T52" fmla="*/ 124 w 190"/>
                <a:gd name="T53" fmla="*/ 20 h 252"/>
                <a:gd name="T54" fmla="*/ 125 w 190"/>
                <a:gd name="T55" fmla="*/ 26 h 252"/>
                <a:gd name="T56" fmla="*/ 125 w 190"/>
                <a:gd name="T57" fmla="*/ 28 h 252"/>
                <a:gd name="T58" fmla="*/ 131 w 190"/>
                <a:gd name="T59" fmla="*/ 36 h 252"/>
                <a:gd name="T60" fmla="*/ 131 w 190"/>
                <a:gd name="T61" fmla="*/ 42 h 252"/>
                <a:gd name="T62" fmla="*/ 128 w 190"/>
                <a:gd name="T63" fmla="*/ 43 h 252"/>
                <a:gd name="T64" fmla="*/ 132 w 190"/>
                <a:gd name="T65" fmla="*/ 49 h 252"/>
                <a:gd name="T66" fmla="*/ 138 w 190"/>
                <a:gd name="T67" fmla="*/ 50 h 252"/>
                <a:gd name="T68" fmla="*/ 139 w 190"/>
                <a:gd name="T69" fmla="*/ 54 h 252"/>
                <a:gd name="T70" fmla="*/ 81 w 190"/>
                <a:gd name="T71" fmla="*/ 195 h 252"/>
                <a:gd name="T72" fmla="*/ 71 w 190"/>
                <a:gd name="T73" fmla="*/ 197 h 252"/>
                <a:gd name="T74" fmla="*/ 74 w 190"/>
                <a:gd name="T75" fmla="*/ 208 h 252"/>
                <a:gd name="T76" fmla="*/ 68 w 190"/>
                <a:gd name="T77" fmla="*/ 213 h 252"/>
                <a:gd name="T78" fmla="*/ 65 w 190"/>
                <a:gd name="T79" fmla="*/ 234 h 252"/>
                <a:gd name="T80" fmla="*/ 54 w 190"/>
                <a:gd name="T81" fmla="*/ 245 h 252"/>
                <a:gd name="T82" fmla="*/ 35 w 190"/>
                <a:gd name="T83" fmla="*/ 249 h 252"/>
                <a:gd name="T84" fmla="*/ 19 w 190"/>
                <a:gd name="T85" fmla="*/ 244 h 252"/>
                <a:gd name="T86" fmla="*/ 12 w 190"/>
                <a:gd name="T87" fmla="*/ 243 h 252"/>
                <a:gd name="T88" fmla="*/ 0 w 190"/>
                <a:gd name="T89" fmla="*/ 238 h 252"/>
                <a:gd name="T90" fmla="*/ 6 w 190"/>
                <a:gd name="T91" fmla="*/ 234 h 252"/>
                <a:gd name="T92" fmla="*/ 6 w 190"/>
                <a:gd name="T93" fmla="*/ 224 h 252"/>
                <a:gd name="T94" fmla="*/ 11 w 190"/>
                <a:gd name="T95" fmla="*/ 221 h 252"/>
                <a:gd name="T96" fmla="*/ 19 w 190"/>
                <a:gd name="T97" fmla="*/ 209 h 252"/>
                <a:gd name="T98" fmla="*/ 38 w 190"/>
                <a:gd name="T99" fmla="*/ 194 h 252"/>
                <a:gd name="T100" fmla="*/ 55 w 190"/>
                <a:gd name="T101" fmla="*/ 180 h 252"/>
                <a:gd name="T102" fmla="*/ 67 w 190"/>
                <a:gd name="T103" fmla="*/ 171 h 252"/>
                <a:gd name="T104" fmla="*/ 74 w 190"/>
                <a:gd name="T105" fmla="*/ 162 h 252"/>
                <a:gd name="T106" fmla="*/ 78 w 190"/>
                <a:gd name="T107" fmla="*/ 149 h 252"/>
                <a:gd name="T108" fmla="*/ 88 w 190"/>
                <a:gd name="T109" fmla="*/ 142 h 252"/>
                <a:gd name="T110" fmla="*/ 96 w 190"/>
                <a:gd name="T111" fmla="*/ 123 h 252"/>
                <a:gd name="T112" fmla="*/ 103 w 190"/>
                <a:gd name="T113" fmla="*/ 129 h 252"/>
                <a:gd name="T114" fmla="*/ 116 w 190"/>
                <a:gd name="T115" fmla="*/ 133 h 252"/>
                <a:gd name="T116" fmla="*/ 121 w 190"/>
                <a:gd name="T117" fmla="*/ 146 h 252"/>
                <a:gd name="T118" fmla="*/ 112 w 190"/>
                <a:gd name="T119" fmla="*/ 162 h 252"/>
                <a:gd name="T120" fmla="*/ 98 w 190"/>
                <a:gd name="T121" fmla="*/ 177 h 252"/>
                <a:gd name="T122" fmla="*/ 99 w 190"/>
                <a:gd name="T123" fmla="*/ 185 h 252"/>
                <a:gd name="T124" fmla="*/ 94 w 190"/>
                <a:gd name="T125" fmla="*/ 187 h 25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90"/>
                <a:gd name="T190" fmla="*/ 0 h 252"/>
                <a:gd name="T191" fmla="*/ 190 w 190"/>
                <a:gd name="T192" fmla="*/ 252 h 25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90" h="252">
                  <a:moveTo>
                    <a:pt x="139" y="54"/>
                  </a:moveTo>
                  <a:lnTo>
                    <a:pt x="143" y="56"/>
                  </a:lnTo>
                  <a:lnTo>
                    <a:pt x="143" y="54"/>
                  </a:lnTo>
                  <a:lnTo>
                    <a:pt x="142" y="49"/>
                  </a:lnTo>
                  <a:lnTo>
                    <a:pt x="142" y="47"/>
                  </a:lnTo>
                  <a:lnTo>
                    <a:pt x="144" y="47"/>
                  </a:lnTo>
                  <a:lnTo>
                    <a:pt x="147" y="48"/>
                  </a:lnTo>
                  <a:lnTo>
                    <a:pt x="149" y="55"/>
                  </a:lnTo>
                  <a:lnTo>
                    <a:pt x="151" y="63"/>
                  </a:lnTo>
                  <a:lnTo>
                    <a:pt x="155" y="65"/>
                  </a:lnTo>
                  <a:lnTo>
                    <a:pt x="167" y="71"/>
                  </a:lnTo>
                  <a:lnTo>
                    <a:pt x="170" y="72"/>
                  </a:lnTo>
                  <a:lnTo>
                    <a:pt x="173" y="71"/>
                  </a:lnTo>
                  <a:lnTo>
                    <a:pt x="178" y="67"/>
                  </a:lnTo>
                  <a:lnTo>
                    <a:pt x="184" y="64"/>
                  </a:lnTo>
                  <a:lnTo>
                    <a:pt x="187" y="64"/>
                  </a:lnTo>
                  <a:lnTo>
                    <a:pt x="189" y="65"/>
                  </a:lnTo>
                  <a:lnTo>
                    <a:pt x="190" y="70"/>
                  </a:lnTo>
                  <a:lnTo>
                    <a:pt x="189" y="72"/>
                  </a:lnTo>
                  <a:lnTo>
                    <a:pt x="187" y="82"/>
                  </a:lnTo>
                  <a:lnTo>
                    <a:pt x="185" y="83"/>
                  </a:lnTo>
                  <a:lnTo>
                    <a:pt x="179" y="84"/>
                  </a:lnTo>
                  <a:lnTo>
                    <a:pt x="179" y="90"/>
                  </a:lnTo>
                  <a:lnTo>
                    <a:pt x="178" y="92"/>
                  </a:lnTo>
                  <a:lnTo>
                    <a:pt x="175" y="92"/>
                  </a:lnTo>
                  <a:lnTo>
                    <a:pt x="170" y="92"/>
                  </a:lnTo>
                  <a:lnTo>
                    <a:pt x="167" y="93"/>
                  </a:lnTo>
                  <a:lnTo>
                    <a:pt x="165" y="96"/>
                  </a:lnTo>
                  <a:lnTo>
                    <a:pt x="165" y="100"/>
                  </a:lnTo>
                  <a:lnTo>
                    <a:pt x="167" y="105"/>
                  </a:lnTo>
                  <a:lnTo>
                    <a:pt x="167" y="107"/>
                  </a:lnTo>
                  <a:lnTo>
                    <a:pt x="166" y="108"/>
                  </a:lnTo>
                  <a:lnTo>
                    <a:pt x="162" y="113"/>
                  </a:lnTo>
                  <a:lnTo>
                    <a:pt x="155" y="123"/>
                  </a:lnTo>
                  <a:lnTo>
                    <a:pt x="149" y="133"/>
                  </a:lnTo>
                  <a:lnTo>
                    <a:pt x="144" y="138"/>
                  </a:lnTo>
                  <a:lnTo>
                    <a:pt x="139" y="141"/>
                  </a:lnTo>
                  <a:lnTo>
                    <a:pt x="137" y="140"/>
                  </a:lnTo>
                  <a:lnTo>
                    <a:pt x="134" y="137"/>
                  </a:lnTo>
                  <a:lnTo>
                    <a:pt x="132" y="134"/>
                  </a:lnTo>
                  <a:lnTo>
                    <a:pt x="132" y="131"/>
                  </a:lnTo>
                  <a:lnTo>
                    <a:pt x="134" y="127"/>
                  </a:lnTo>
                  <a:lnTo>
                    <a:pt x="137" y="121"/>
                  </a:lnTo>
                  <a:lnTo>
                    <a:pt x="139" y="117"/>
                  </a:lnTo>
                  <a:lnTo>
                    <a:pt x="139" y="113"/>
                  </a:lnTo>
                  <a:lnTo>
                    <a:pt x="137" y="112"/>
                  </a:lnTo>
                  <a:lnTo>
                    <a:pt x="132" y="107"/>
                  </a:lnTo>
                  <a:lnTo>
                    <a:pt x="129" y="105"/>
                  </a:lnTo>
                  <a:lnTo>
                    <a:pt x="125" y="104"/>
                  </a:lnTo>
                  <a:lnTo>
                    <a:pt x="118" y="99"/>
                  </a:lnTo>
                  <a:lnTo>
                    <a:pt x="116" y="97"/>
                  </a:lnTo>
                  <a:lnTo>
                    <a:pt x="115" y="95"/>
                  </a:lnTo>
                  <a:lnTo>
                    <a:pt x="115" y="94"/>
                  </a:lnTo>
                  <a:lnTo>
                    <a:pt x="118" y="93"/>
                  </a:lnTo>
                  <a:lnTo>
                    <a:pt x="128" y="87"/>
                  </a:lnTo>
                  <a:lnTo>
                    <a:pt x="130" y="82"/>
                  </a:lnTo>
                  <a:lnTo>
                    <a:pt x="129" y="76"/>
                  </a:lnTo>
                  <a:lnTo>
                    <a:pt x="130" y="73"/>
                  </a:lnTo>
                  <a:lnTo>
                    <a:pt x="132" y="69"/>
                  </a:lnTo>
                  <a:lnTo>
                    <a:pt x="133" y="66"/>
                  </a:lnTo>
                  <a:lnTo>
                    <a:pt x="129" y="58"/>
                  </a:lnTo>
                  <a:lnTo>
                    <a:pt x="130" y="53"/>
                  </a:lnTo>
                  <a:lnTo>
                    <a:pt x="129" y="50"/>
                  </a:lnTo>
                  <a:lnTo>
                    <a:pt x="125" y="45"/>
                  </a:lnTo>
                  <a:lnTo>
                    <a:pt x="121" y="39"/>
                  </a:lnTo>
                  <a:lnTo>
                    <a:pt x="122" y="37"/>
                  </a:lnTo>
                  <a:lnTo>
                    <a:pt x="121" y="35"/>
                  </a:lnTo>
                  <a:lnTo>
                    <a:pt x="119" y="32"/>
                  </a:lnTo>
                  <a:lnTo>
                    <a:pt x="117" y="30"/>
                  </a:lnTo>
                  <a:lnTo>
                    <a:pt x="115" y="29"/>
                  </a:lnTo>
                  <a:lnTo>
                    <a:pt x="115" y="31"/>
                  </a:lnTo>
                  <a:lnTo>
                    <a:pt x="119" y="35"/>
                  </a:lnTo>
                  <a:lnTo>
                    <a:pt x="119" y="36"/>
                  </a:lnTo>
                  <a:lnTo>
                    <a:pt x="118" y="36"/>
                  </a:lnTo>
                  <a:lnTo>
                    <a:pt x="117" y="34"/>
                  </a:lnTo>
                  <a:lnTo>
                    <a:pt x="113" y="29"/>
                  </a:lnTo>
                  <a:lnTo>
                    <a:pt x="109" y="22"/>
                  </a:lnTo>
                  <a:lnTo>
                    <a:pt x="105" y="17"/>
                  </a:lnTo>
                  <a:lnTo>
                    <a:pt x="105" y="16"/>
                  </a:lnTo>
                  <a:lnTo>
                    <a:pt x="103" y="14"/>
                  </a:lnTo>
                  <a:lnTo>
                    <a:pt x="103" y="13"/>
                  </a:lnTo>
                  <a:lnTo>
                    <a:pt x="103" y="11"/>
                  </a:lnTo>
                  <a:lnTo>
                    <a:pt x="103" y="10"/>
                  </a:lnTo>
                  <a:lnTo>
                    <a:pt x="102" y="6"/>
                  </a:lnTo>
                  <a:lnTo>
                    <a:pt x="99" y="3"/>
                  </a:lnTo>
                  <a:lnTo>
                    <a:pt x="96" y="1"/>
                  </a:lnTo>
                  <a:lnTo>
                    <a:pt x="98" y="0"/>
                  </a:lnTo>
                  <a:lnTo>
                    <a:pt x="99" y="1"/>
                  </a:lnTo>
                  <a:lnTo>
                    <a:pt x="102" y="1"/>
                  </a:lnTo>
                  <a:lnTo>
                    <a:pt x="103" y="0"/>
                  </a:lnTo>
                  <a:lnTo>
                    <a:pt x="103" y="2"/>
                  </a:lnTo>
                  <a:lnTo>
                    <a:pt x="102" y="4"/>
                  </a:lnTo>
                  <a:lnTo>
                    <a:pt x="104" y="6"/>
                  </a:lnTo>
                  <a:lnTo>
                    <a:pt x="105" y="8"/>
                  </a:lnTo>
                  <a:lnTo>
                    <a:pt x="106" y="9"/>
                  </a:lnTo>
                  <a:lnTo>
                    <a:pt x="108" y="11"/>
                  </a:lnTo>
                  <a:lnTo>
                    <a:pt x="108" y="9"/>
                  </a:lnTo>
                  <a:lnTo>
                    <a:pt x="110" y="10"/>
                  </a:lnTo>
                  <a:lnTo>
                    <a:pt x="113" y="12"/>
                  </a:lnTo>
                  <a:lnTo>
                    <a:pt x="116" y="13"/>
                  </a:lnTo>
                  <a:lnTo>
                    <a:pt x="118" y="14"/>
                  </a:lnTo>
                  <a:lnTo>
                    <a:pt x="119" y="16"/>
                  </a:lnTo>
                  <a:lnTo>
                    <a:pt x="119" y="17"/>
                  </a:lnTo>
                  <a:lnTo>
                    <a:pt x="120" y="17"/>
                  </a:lnTo>
                  <a:lnTo>
                    <a:pt x="121" y="16"/>
                  </a:lnTo>
                  <a:lnTo>
                    <a:pt x="123" y="16"/>
                  </a:lnTo>
                  <a:lnTo>
                    <a:pt x="123" y="17"/>
                  </a:lnTo>
                  <a:lnTo>
                    <a:pt x="124" y="20"/>
                  </a:lnTo>
                  <a:lnTo>
                    <a:pt x="126" y="22"/>
                  </a:lnTo>
                  <a:lnTo>
                    <a:pt x="127" y="24"/>
                  </a:lnTo>
                  <a:lnTo>
                    <a:pt x="126" y="24"/>
                  </a:lnTo>
                  <a:lnTo>
                    <a:pt x="125" y="26"/>
                  </a:lnTo>
                  <a:lnTo>
                    <a:pt x="126" y="27"/>
                  </a:lnTo>
                  <a:lnTo>
                    <a:pt x="125" y="27"/>
                  </a:lnTo>
                  <a:lnTo>
                    <a:pt x="124" y="27"/>
                  </a:lnTo>
                  <a:lnTo>
                    <a:pt x="125" y="28"/>
                  </a:lnTo>
                  <a:lnTo>
                    <a:pt x="126" y="29"/>
                  </a:lnTo>
                  <a:lnTo>
                    <a:pt x="128" y="31"/>
                  </a:lnTo>
                  <a:lnTo>
                    <a:pt x="130" y="33"/>
                  </a:lnTo>
                  <a:lnTo>
                    <a:pt x="131" y="36"/>
                  </a:lnTo>
                  <a:lnTo>
                    <a:pt x="131" y="37"/>
                  </a:lnTo>
                  <a:lnTo>
                    <a:pt x="129" y="37"/>
                  </a:lnTo>
                  <a:lnTo>
                    <a:pt x="130" y="38"/>
                  </a:lnTo>
                  <a:lnTo>
                    <a:pt x="131" y="42"/>
                  </a:lnTo>
                  <a:lnTo>
                    <a:pt x="133" y="43"/>
                  </a:lnTo>
                  <a:lnTo>
                    <a:pt x="131" y="44"/>
                  </a:lnTo>
                  <a:lnTo>
                    <a:pt x="129" y="44"/>
                  </a:lnTo>
                  <a:lnTo>
                    <a:pt x="128" y="43"/>
                  </a:lnTo>
                  <a:lnTo>
                    <a:pt x="128" y="44"/>
                  </a:lnTo>
                  <a:lnTo>
                    <a:pt x="130" y="46"/>
                  </a:lnTo>
                  <a:lnTo>
                    <a:pt x="132" y="47"/>
                  </a:lnTo>
                  <a:lnTo>
                    <a:pt x="132" y="49"/>
                  </a:lnTo>
                  <a:lnTo>
                    <a:pt x="133" y="49"/>
                  </a:lnTo>
                  <a:lnTo>
                    <a:pt x="135" y="49"/>
                  </a:lnTo>
                  <a:lnTo>
                    <a:pt x="137" y="49"/>
                  </a:lnTo>
                  <a:lnTo>
                    <a:pt x="138" y="50"/>
                  </a:lnTo>
                  <a:lnTo>
                    <a:pt x="138" y="51"/>
                  </a:lnTo>
                  <a:lnTo>
                    <a:pt x="137" y="52"/>
                  </a:lnTo>
                  <a:lnTo>
                    <a:pt x="138" y="53"/>
                  </a:lnTo>
                  <a:lnTo>
                    <a:pt x="139" y="54"/>
                  </a:lnTo>
                  <a:close/>
                  <a:moveTo>
                    <a:pt x="88" y="190"/>
                  </a:moveTo>
                  <a:lnTo>
                    <a:pt x="87" y="191"/>
                  </a:lnTo>
                  <a:lnTo>
                    <a:pt x="83" y="193"/>
                  </a:lnTo>
                  <a:lnTo>
                    <a:pt x="81" y="195"/>
                  </a:lnTo>
                  <a:lnTo>
                    <a:pt x="79" y="197"/>
                  </a:lnTo>
                  <a:lnTo>
                    <a:pt x="77" y="198"/>
                  </a:lnTo>
                  <a:lnTo>
                    <a:pt x="72" y="197"/>
                  </a:lnTo>
                  <a:lnTo>
                    <a:pt x="71" y="197"/>
                  </a:lnTo>
                  <a:lnTo>
                    <a:pt x="72" y="199"/>
                  </a:lnTo>
                  <a:lnTo>
                    <a:pt x="75" y="203"/>
                  </a:lnTo>
                  <a:lnTo>
                    <a:pt x="74" y="205"/>
                  </a:lnTo>
                  <a:lnTo>
                    <a:pt x="74" y="208"/>
                  </a:lnTo>
                  <a:lnTo>
                    <a:pt x="74" y="212"/>
                  </a:lnTo>
                  <a:lnTo>
                    <a:pt x="72" y="211"/>
                  </a:lnTo>
                  <a:lnTo>
                    <a:pt x="65" y="210"/>
                  </a:lnTo>
                  <a:lnTo>
                    <a:pt x="68" y="213"/>
                  </a:lnTo>
                  <a:lnTo>
                    <a:pt x="71" y="215"/>
                  </a:lnTo>
                  <a:lnTo>
                    <a:pt x="69" y="220"/>
                  </a:lnTo>
                  <a:lnTo>
                    <a:pt x="66" y="229"/>
                  </a:lnTo>
                  <a:lnTo>
                    <a:pt x="65" y="234"/>
                  </a:lnTo>
                  <a:lnTo>
                    <a:pt x="62" y="238"/>
                  </a:lnTo>
                  <a:lnTo>
                    <a:pt x="57" y="241"/>
                  </a:lnTo>
                  <a:lnTo>
                    <a:pt x="56" y="244"/>
                  </a:lnTo>
                  <a:lnTo>
                    <a:pt x="54" y="245"/>
                  </a:lnTo>
                  <a:lnTo>
                    <a:pt x="50" y="247"/>
                  </a:lnTo>
                  <a:lnTo>
                    <a:pt x="46" y="252"/>
                  </a:lnTo>
                  <a:lnTo>
                    <a:pt x="43" y="252"/>
                  </a:lnTo>
                  <a:lnTo>
                    <a:pt x="35" y="249"/>
                  </a:lnTo>
                  <a:lnTo>
                    <a:pt x="31" y="250"/>
                  </a:lnTo>
                  <a:lnTo>
                    <a:pt x="27" y="246"/>
                  </a:lnTo>
                  <a:lnTo>
                    <a:pt x="21" y="244"/>
                  </a:lnTo>
                  <a:lnTo>
                    <a:pt x="19" y="244"/>
                  </a:lnTo>
                  <a:lnTo>
                    <a:pt x="17" y="240"/>
                  </a:lnTo>
                  <a:lnTo>
                    <a:pt x="14" y="239"/>
                  </a:lnTo>
                  <a:lnTo>
                    <a:pt x="12" y="241"/>
                  </a:lnTo>
                  <a:lnTo>
                    <a:pt x="12" y="243"/>
                  </a:lnTo>
                  <a:lnTo>
                    <a:pt x="6" y="244"/>
                  </a:lnTo>
                  <a:lnTo>
                    <a:pt x="5" y="242"/>
                  </a:lnTo>
                  <a:lnTo>
                    <a:pt x="1" y="241"/>
                  </a:lnTo>
                  <a:lnTo>
                    <a:pt x="0" y="238"/>
                  </a:lnTo>
                  <a:lnTo>
                    <a:pt x="3" y="237"/>
                  </a:lnTo>
                  <a:lnTo>
                    <a:pt x="2" y="235"/>
                  </a:lnTo>
                  <a:lnTo>
                    <a:pt x="4" y="234"/>
                  </a:lnTo>
                  <a:lnTo>
                    <a:pt x="6" y="234"/>
                  </a:lnTo>
                  <a:lnTo>
                    <a:pt x="3" y="228"/>
                  </a:lnTo>
                  <a:lnTo>
                    <a:pt x="9" y="231"/>
                  </a:lnTo>
                  <a:lnTo>
                    <a:pt x="5" y="226"/>
                  </a:lnTo>
                  <a:lnTo>
                    <a:pt x="6" y="224"/>
                  </a:lnTo>
                  <a:lnTo>
                    <a:pt x="13" y="226"/>
                  </a:lnTo>
                  <a:lnTo>
                    <a:pt x="14" y="225"/>
                  </a:lnTo>
                  <a:lnTo>
                    <a:pt x="13" y="223"/>
                  </a:lnTo>
                  <a:lnTo>
                    <a:pt x="11" y="221"/>
                  </a:lnTo>
                  <a:lnTo>
                    <a:pt x="11" y="218"/>
                  </a:lnTo>
                  <a:lnTo>
                    <a:pt x="13" y="214"/>
                  </a:lnTo>
                  <a:lnTo>
                    <a:pt x="17" y="212"/>
                  </a:lnTo>
                  <a:lnTo>
                    <a:pt x="19" y="209"/>
                  </a:lnTo>
                  <a:lnTo>
                    <a:pt x="23" y="205"/>
                  </a:lnTo>
                  <a:lnTo>
                    <a:pt x="24" y="202"/>
                  </a:lnTo>
                  <a:lnTo>
                    <a:pt x="31" y="196"/>
                  </a:lnTo>
                  <a:lnTo>
                    <a:pt x="38" y="194"/>
                  </a:lnTo>
                  <a:lnTo>
                    <a:pt x="44" y="190"/>
                  </a:lnTo>
                  <a:lnTo>
                    <a:pt x="48" y="187"/>
                  </a:lnTo>
                  <a:lnTo>
                    <a:pt x="50" y="186"/>
                  </a:lnTo>
                  <a:lnTo>
                    <a:pt x="55" y="180"/>
                  </a:lnTo>
                  <a:lnTo>
                    <a:pt x="55" y="178"/>
                  </a:lnTo>
                  <a:lnTo>
                    <a:pt x="59" y="175"/>
                  </a:lnTo>
                  <a:lnTo>
                    <a:pt x="61" y="174"/>
                  </a:lnTo>
                  <a:lnTo>
                    <a:pt x="67" y="171"/>
                  </a:lnTo>
                  <a:lnTo>
                    <a:pt x="71" y="168"/>
                  </a:lnTo>
                  <a:lnTo>
                    <a:pt x="72" y="166"/>
                  </a:lnTo>
                  <a:lnTo>
                    <a:pt x="72" y="164"/>
                  </a:lnTo>
                  <a:lnTo>
                    <a:pt x="74" y="162"/>
                  </a:lnTo>
                  <a:lnTo>
                    <a:pt x="78" y="159"/>
                  </a:lnTo>
                  <a:lnTo>
                    <a:pt x="77" y="155"/>
                  </a:lnTo>
                  <a:lnTo>
                    <a:pt x="77" y="153"/>
                  </a:lnTo>
                  <a:lnTo>
                    <a:pt x="78" y="149"/>
                  </a:lnTo>
                  <a:lnTo>
                    <a:pt x="80" y="149"/>
                  </a:lnTo>
                  <a:lnTo>
                    <a:pt x="81" y="148"/>
                  </a:lnTo>
                  <a:lnTo>
                    <a:pt x="85" y="145"/>
                  </a:lnTo>
                  <a:lnTo>
                    <a:pt x="88" y="142"/>
                  </a:lnTo>
                  <a:lnTo>
                    <a:pt x="89" y="140"/>
                  </a:lnTo>
                  <a:lnTo>
                    <a:pt x="90" y="129"/>
                  </a:lnTo>
                  <a:lnTo>
                    <a:pt x="94" y="123"/>
                  </a:lnTo>
                  <a:lnTo>
                    <a:pt x="96" y="123"/>
                  </a:lnTo>
                  <a:lnTo>
                    <a:pt x="99" y="125"/>
                  </a:lnTo>
                  <a:lnTo>
                    <a:pt x="99" y="127"/>
                  </a:lnTo>
                  <a:lnTo>
                    <a:pt x="101" y="128"/>
                  </a:lnTo>
                  <a:lnTo>
                    <a:pt x="103" y="129"/>
                  </a:lnTo>
                  <a:lnTo>
                    <a:pt x="104" y="137"/>
                  </a:lnTo>
                  <a:lnTo>
                    <a:pt x="107" y="139"/>
                  </a:lnTo>
                  <a:lnTo>
                    <a:pt x="113" y="133"/>
                  </a:lnTo>
                  <a:lnTo>
                    <a:pt x="116" y="133"/>
                  </a:lnTo>
                  <a:lnTo>
                    <a:pt x="119" y="134"/>
                  </a:lnTo>
                  <a:lnTo>
                    <a:pt x="121" y="138"/>
                  </a:lnTo>
                  <a:lnTo>
                    <a:pt x="119" y="142"/>
                  </a:lnTo>
                  <a:lnTo>
                    <a:pt x="121" y="146"/>
                  </a:lnTo>
                  <a:lnTo>
                    <a:pt x="122" y="149"/>
                  </a:lnTo>
                  <a:lnTo>
                    <a:pt x="117" y="155"/>
                  </a:lnTo>
                  <a:lnTo>
                    <a:pt x="115" y="159"/>
                  </a:lnTo>
                  <a:lnTo>
                    <a:pt x="112" y="162"/>
                  </a:lnTo>
                  <a:lnTo>
                    <a:pt x="106" y="169"/>
                  </a:lnTo>
                  <a:lnTo>
                    <a:pt x="102" y="173"/>
                  </a:lnTo>
                  <a:lnTo>
                    <a:pt x="100" y="174"/>
                  </a:lnTo>
                  <a:lnTo>
                    <a:pt x="98" y="177"/>
                  </a:lnTo>
                  <a:lnTo>
                    <a:pt x="95" y="178"/>
                  </a:lnTo>
                  <a:lnTo>
                    <a:pt x="94" y="181"/>
                  </a:lnTo>
                  <a:lnTo>
                    <a:pt x="96" y="185"/>
                  </a:lnTo>
                  <a:lnTo>
                    <a:pt x="99" y="185"/>
                  </a:lnTo>
                  <a:lnTo>
                    <a:pt x="102" y="188"/>
                  </a:lnTo>
                  <a:lnTo>
                    <a:pt x="100" y="189"/>
                  </a:lnTo>
                  <a:lnTo>
                    <a:pt x="97" y="190"/>
                  </a:lnTo>
                  <a:lnTo>
                    <a:pt x="94" y="187"/>
                  </a:lnTo>
                  <a:lnTo>
                    <a:pt x="90" y="188"/>
                  </a:lnTo>
                  <a:lnTo>
                    <a:pt x="88" y="190"/>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79" name="Freeform 98"/>
            <p:cNvSpPr>
              <a:spLocks/>
            </p:cNvSpPr>
            <p:nvPr/>
          </p:nvSpPr>
          <p:spPr bwMode="gray">
            <a:xfrm>
              <a:off x="6711950" y="5621338"/>
              <a:ext cx="149225" cy="223838"/>
            </a:xfrm>
            <a:custGeom>
              <a:avLst/>
              <a:gdLst>
                <a:gd name="T0" fmla="*/ 47 w 94"/>
                <a:gd name="T1" fmla="*/ 54 h 141"/>
                <a:gd name="T2" fmla="*/ 48 w 94"/>
                <a:gd name="T3" fmla="*/ 47 h 141"/>
                <a:gd name="T4" fmla="*/ 55 w 94"/>
                <a:gd name="T5" fmla="*/ 63 h 141"/>
                <a:gd name="T6" fmla="*/ 74 w 94"/>
                <a:gd name="T7" fmla="*/ 72 h 141"/>
                <a:gd name="T8" fmla="*/ 88 w 94"/>
                <a:gd name="T9" fmla="*/ 64 h 141"/>
                <a:gd name="T10" fmla="*/ 94 w 94"/>
                <a:gd name="T11" fmla="*/ 70 h 141"/>
                <a:gd name="T12" fmla="*/ 89 w 94"/>
                <a:gd name="T13" fmla="*/ 83 h 141"/>
                <a:gd name="T14" fmla="*/ 82 w 94"/>
                <a:gd name="T15" fmla="*/ 92 h 141"/>
                <a:gd name="T16" fmla="*/ 71 w 94"/>
                <a:gd name="T17" fmla="*/ 93 h 141"/>
                <a:gd name="T18" fmla="*/ 71 w 94"/>
                <a:gd name="T19" fmla="*/ 105 h 141"/>
                <a:gd name="T20" fmla="*/ 66 w 94"/>
                <a:gd name="T21" fmla="*/ 113 h 141"/>
                <a:gd name="T22" fmla="*/ 48 w 94"/>
                <a:gd name="T23" fmla="*/ 138 h 141"/>
                <a:gd name="T24" fmla="*/ 38 w 94"/>
                <a:gd name="T25" fmla="*/ 137 h 141"/>
                <a:gd name="T26" fmla="*/ 38 w 94"/>
                <a:gd name="T27" fmla="*/ 127 h 141"/>
                <a:gd name="T28" fmla="*/ 43 w 94"/>
                <a:gd name="T29" fmla="*/ 113 h 141"/>
                <a:gd name="T30" fmla="*/ 33 w 94"/>
                <a:gd name="T31" fmla="*/ 105 h 141"/>
                <a:gd name="T32" fmla="*/ 20 w 94"/>
                <a:gd name="T33" fmla="*/ 97 h 141"/>
                <a:gd name="T34" fmla="*/ 22 w 94"/>
                <a:gd name="T35" fmla="*/ 93 h 141"/>
                <a:gd name="T36" fmla="*/ 33 w 94"/>
                <a:gd name="T37" fmla="*/ 76 h 141"/>
                <a:gd name="T38" fmla="*/ 37 w 94"/>
                <a:gd name="T39" fmla="*/ 66 h 141"/>
                <a:gd name="T40" fmla="*/ 33 w 94"/>
                <a:gd name="T41" fmla="*/ 50 h 141"/>
                <a:gd name="T42" fmla="*/ 26 w 94"/>
                <a:gd name="T43" fmla="*/ 37 h 141"/>
                <a:gd name="T44" fmla="*/ 21 w 94"/>
                <a:gd name="T45" fmla="*/ 30 h 141"/>
                <a:gd name="T46" fmla="*/ 23 w 94"/>
                <a:gd name="T47" fmla="*/ 35 h 141"/>
                <a:gd name="T48" fmla="*/ 21 w 94"/>
                <a:gd name="T49" fmla="*/ 34 h 141"/>
                <a:gd name="T50" fmla="*/ 9 w 94"/>
                <a:gd name="T51" fmla="*/ 17 h 141"/>
                <a:gd name="T52" fmla="*/ 7 w 94"/>
                <a:gd name="T53" fmla="*/ 13 h 141"/>
                <a:gd name="T54" fmla="*/ 6 w 94"/>
                <a:gd name="T55" fmla="*/ 6 h 141"/>
                <a:gd name="T56" fmla="*/ 2 w 94"/>
                <a:gd name="T57" fmla="*/ 0 h 141"/>
                <a:gd name="T58" fmla="*/ 7 w 94"/>
                <a:gd name="T59" fmla="*/ 0 h 141"/>
                <a:gd name="T60" fmla="*/ 8 w 94"/>
                <a:gd name="T61" fmla="*/ 6 h 141"/>
                <a:gd name="T62" fmla="*/ 12 w 94"/>
                <a:gd name="T63" fmla="*/ 11 h 141"/>
                <a:gd name="T64" fmla="*/ 17 w 94"/>
                <a:gd name="T65" fmla="*/ 12 h 141"/>
                <a:gd name="T66" fmla="*/ 23 w 94"/>
                <a:gd name="T67" fmla="*/ 16 h 141"/>
                <a:gd name="T68" fmla="*/ 25 w 94"/>
                <a:gd name="T69" fmla="*/ 16 h 141"/>
                <a:gd name="T70" fmla="*/ 28 w 94"/>
                <a:gd name="T71" fmla="*/ 20 h 141"/>
                <a:gd name="T72" fmla="*/ 30 w 94"/>
                <a:gd name="T73" fmla="*/ 24 h 141"/>
                <a:gd name="T74" fmla="*/ 29 w 94"/>
                <a:gd name="T75" fmla="*/ 27 h 141"/>
                <a:gd name="T76" fmla="*/ 30 w 94"/>
                <a:gd name="T77" fmla="*/ 29 h 141"/>
                <a:gd name="T78" fmla="*/ 35 w 94"/>
                <a:gd name="T79" fmla="*/ 36 h 141"/>
                <a:gd name="T80" fmla="*/ 34 w 94"/>
                <a:gd name="T81" fmla="*/ 38 h 141"/>
                <a:gd name="T82" fmla="*/ 35 w 94"/>
                <a:gd name="T83" fmla="*/ 44 h 141"/>
                <a:gd name="T84" fmla="*/ 32 w 94"/>
                <a:gd name="T85" fmla="*/ 44 h 141"/>
                <a:gd name="T86" fmla="*/ 36 w 94"/>
                <a:gd name="T87" fmla="*/ 49 h 141"/>
                <a:gd name="T88" fmla="*/ 41 w 94"/>
                <a:gd name="T89" fmla="*/ 49 h 141"/>
                <a:gd name="T90" fmla="*/ 41 w 94"/>
                <a:gd name="T91" fmla="*/ 52 h 141"/>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94"/>
                <a:gd name="T139" fmla="*/ 0 h 141"/>
                <a:gd name="T140" fmla="*/ 94 w 94"/>
                <a:gd name="T141" fmla="*/ 141 h 141"/>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94" h="141">
                  <a:moveTo>
                    <a:pt x="43" y="54"/>
                  </a:moveTo>
                  <a:lnTo>
                    <a:pt x="47" y="56"/>
                  </a:lnTo>
                  <a:lnTo>
                    <a:pt x="47" y="54"/>
                  </a:lnTo>
                  <a:lnTo>
                    <a:pt x="46" y="49"/>
                  </a:lnTo>
                  <a:lnTo>
                    <a:pt x="46" y="47"/>
                  </a:lnTo>
                  <a:lnTo>
                    <a:pt x="48" y="47"/>
                  </a:lnTo>
                  <a:lnTo>
                    <a:pt x="51" y="48"/>
                  </a:lnTo>
                  <a:lnTo>
                    <a:pt x="53" y="55"/>
                  </a:lnTo>
                  <a:lnTo>
                    <a:pt x="55" y="63"/>
                  </a:lnTo>
                  <a:lnTo>
                    <a:pt x="59" y="65"/>
                  </a:lnTo>
                  <a:lnTo>
                    <a:pt x="71" y="71"/>
                  </a:lnTo>
                  <a:lnTo>
                    <a:pt x="74" y="72"/>
                  </a:lnTo>
                  <a:lnTo>
                    <a:pt x="77" y="71"/>
                  </a:lnTo>
                  <a:lnTo>
                    <a:pt x="82" y="67"/>
                  </a:lnTo>
                  <a:lnTo>
                    <a:pt x="88" y="64"/>
                  </a:lnTo>
                  <a:lnTo>
                    <a:pt x="91" y="64"/>
                  </a:lnTo>
                  <a:lnTo>
                    <a:pt x="93" y="65"/>
                  </a:lnTo>
                  <a:lnTo>
                    <a:pt x="94" y="70"/>
                  </a:lnTo>
                  <a:lnTo>
                    <a:pt x="93" y="72"/>
                  </a:lnTo>
                  <a:lnTo>
                    <a:pt x="91" y="82"/>
                  </a:lnTo>
                  <a:lnTo>
                    <a:pt x="89" y="83"/>
                  </a:lnTo>
                  <a:lnTo>
                    <a:pt x="83" y="84"/>
                  </a:lnTo>
                  <a:lnTo>
                    <a:pt x="83" y="90"/>
                  </a:lnTo>
                  <a:lnTo>
                    <a:pt x="82" y="92"/>
                  </a:lnTo>
                  <a:lnTo>
                    <a:pt x="79" y="92"/>
                  </a:lnTo>
                  <a:lnTo>
                    <a:pt x="74" y="92"/>
                  </a:lnTo>
                  <a:lnTo>
                    <a:pt x="71" y="93"/>
                  </a:lnTo>
                  <a:lnTo>
                    <a:pt x="69" y="96"/>
                  </a:lnTo>
                  <a:lnTo>
                    <a:pt x="69" y="100"/>
                  </a:lnTo>
                  <a:lnTo>
                    <a:pt x="71" y="105"/>
                  </a:lnTo>
                  <a:lnTo>
                    <a:pt x="71" y="107"/>
                  </a:lnTo>
                  <a:lnTo>
                    <a:pt x="70" y="108"/>
                  </a:lnTo>
                  <a:lnTo>
                    <a:pt x="66" y="113"/>
                  </a:lnTo>
                  <a:lnTo>
                    <a:pt x="59" y="123"/>
                  </a:lnTo>
                  <a:lnTo>
                    <a:pt x="53" y="133"/>
                  </a:lnTo>
                  <a:lnTo>
                    <a:pt x="48" y="138"/>
                  </a:lnTo>
                  <a:lnTo>
                    <a:pt x="43" y="141"/>
                  </a:lnTo>
                  <a:lnTo>
                    <a:pt x="41" y="140"/>
                  </a:lnTo>
                  <a:lnTo>
                    <a:pt x="38" y="137"/>
                  </a:lnTo>
                  <a:lnTo>
                    <a:pt x="36" y="134"/>
                  </a:lnTo>
                  <a:lnTo>
                    <a:pt x="36" y="131"/>
                  </a:lnTo>
                  <a:lnTo>
                    <a:pt x="38" y="127"/>
                  </a:lnTo>
                  <a:lnTo>
                    <a:pt x="41" y="121"/>
                  </a:lnTo>
                  <a:lnTo>
                    <a:pt x="43" y="117"/>
                  </a:lnTo>
                  <a:lnTo>
                    <a:pt x="43" y="113"/>
                  </a:lnTo>
                  <a:lnTo>
                    <a:pt x="41" y="112"/>
                  </a:lnTo>
                  <a:lnTo>
                    <a:pt x="36" y="107"/>
                  </a:lnTo>
                  <a:lnTo>
                    <a:pt x="33" y="105"/>
                  </a:lnTo>
                  <a:lnTo>
                    <a:pt x="29" y="104"/>
                  </a:lnTo>
                  <a:lnTo>
                    <a:pt x="22" y="99"/>
                  </a:lnTo>
                  <a:lnTo>
                    <a:pt x="20" y="97"/>
                  </a:lnTo>
                  <a:lnTo>
                    <a:pt x="19" y="95"/>
                  </a:lnTo>
                  <a:lnTo>
                    <a:pt x="19" y="94"/>
                  </a:lnTo>
                  <a:lnTo>
                    <a:pt x="22" y="93"/>
                  </a:lnTo>
                  <a:lnTo>
                    <a:pt x="32" y="87"/>
                  </a:lnTo>
                  <a:lnTo>
                    <a:pt x="34" y="82"/>
                  </a:lnTo>
                  <a:lnTo>
                    <a:pt x="33" y="76"/>
                  </a:lnTo>
                  <a:lnTo>
                    <a:pt x="34" y="73"/>
                  </a:lnTo>
                  <a:lnTo>
                    <a:pt x="36" y="69"/>
                  </a:lnTo>
                  <a:lnTo>
                    <a:pt x="37" y="66"/>
                  </a:lnTo>
                  <a:lnTo>
                    <a:pt x="33" y="58"/>
                  </a:lnTo>
                  <a:lnTo>
                    <a:pt x="34" y="53"/>
                  </a:lnTo>
                  <a:lnTo>
                    <a:pt x="33" y="50"/>
                  </a:lnTo>
                  <a:lnTo>
                    <a:pt x="29" y="45"/>
                  </a:lnTo>
                  <a:lnTo>
                    <a:pt x="25" y="39"/>
                  </a:lnTo>
                  <a:lnTo>
                    <a:pt x="26" y="37"/>
                  </a:lnTo>
                  <a:lnTo>
                    <a:pt x="25" y="35"/>
                  </a:lnTo>
                  <a:lnTo>
                    <a:pt x="23" y="32"/>
                  </a:lnTo>
                  <a:lnTo>
                    <a:pt x="21" y="30"/>
                  </a:lnTo>
                  <a:lnTo>
                    <a:pt x="19" y="29"/>
                  </a:lnTo>
                  <a:lnTo>
                    <a:pt x="19" y="31"/>
                  </a:lnTo>
                  <a:lnTo>
                    <a:pt x="23" y="35"/>
                  </a:lnTo>
                  <a:lnTo>
                    <a:pt x="23" y="36"/>
                  </a:lnTo>
                  <a:lnTo>
                    <a:pt x="22" y="36"/>
                  </a:lnTo>
                  <a:lnTo>
                    <a:pt x="21" y="34"/>
                  </a:lnTo>
                  <a:lnTo>
                    <a:pt x="17" y="29"/>
                  </a:lnTo>
                  <a:lnTo>
                    <a:pt x="13" y="22"/>
                  </a:lnTo>
                  <a:lnTo>
                    <a:pt x="9" y="17"/>
                  </a:lnTo>
                  <a:lnTo>
                    <a:pt x="9" y="16"/>
                  </a:lnTo>
                  <a:lnTo>
                    <a:pt x="7" y="14"/>
                  </a:lnTo>
                  <a:lnTo>
                    <a:pt x="7" y="13"/>
                  </a:lnTo>
                  <a:lnTo>
                    <a:pt x="7" y="11"/>
                  </a:lnTo>
                  <a:lnTo>
                    <a:pt x="7" y="10"/>
                  </a:lnTo>
                  <a:lnTo>
                    <a:pt x="6" y="6"/>
                  </a:lnTo>
                  <a:lnTo>
                    <a:pt x="3" y="3"/>
                  </a:lnTo>
                  <a:lnTo>
                    <a:pt x="0" y="1"/>
                  </a:lnTo>
                  <a:lnTo>
                    <a:pt x="2" y="0"/>
                  </a:lnTo>
                  <a:lnTo>
                    <a:pt x="3" y="1"/>
                  </a:lnTo>
                  <a:lnTo>
                    <a:pt x="6" y="1"/>
                  </a:lnTo>
                  <a:lnTo>
                    <a:pt x="7" y="0"/>
                  </a:lnTo>
                  <a:lnTo>
                    <a:pt x="7" y="2"/>
                  </a:lnTo>
                  <a:lnTo>
                    <a:pt x="6" y="4"/>
                  </a:lnTo>
                  <a:lnTo>
                    <a:pt x="8" y="6"/>
                  </a:lnTo>
                  <a:lnTo>
                    <a:pt x="9" y="8"/>
                  </a:lnTo>
                  <a:lnTo>
                    <a:pt x="10" y="9"/>
                  </a:lnTo>
                  <a:lnTo>
                    <a:pt x="12" y="11"/>
                  </a:lnTo>
                  <a:lnTo>
                    <a:pt x="12" y="9"/>
                  </a:lnTo>
                  <a:lnTo>
                    <a:pt x="14" y="10"/>
                  </a:lnTo>
                  <a:lnTo>
                    <a:pt x="17" y="12"/>
                  </a:lnTo>
                  <a:lnTo>
                    <a:pt x="20" y="13"/>
                  </a:lnTo>
                  <a:lnTo>
                    <a:pt x="22" y="14"/>
                  </a:lnTo>
                  <a:lnTo>
                    <a:pt x="23" y="16"/>
                  </a:lnTo>
                  <a:lnTo>
                    <a:pt x="23" y="17"/>
                  </a:lnTo>
                  <a:lnTo>
                    <a:pt x="24" y="17"/>
                  </a:lnTo>
                  <a:lnTo>
                    <a:pt x="25" y="16"/>
                  </a:lnTo>
                  <a:lnTo>
                    <a:pt x="27" y="16"/>
                  </a:lnTo>
                  <a:lnTo>
                    <a:pt x="27" y="17"/>
                  </a:lnTo>
                  <a:lnTo>
                    <a:pt x="28" y="20"/>
                  </a:lnTo>
                  <a:lnTo>
                    <a:pt x="30" y="22"/>
                  </a:lnTo>
                  <a:lnTo>
                    <a:pt x="31" y="24"/>
                  </a:lnTo>
                  <a:lnTo>
                    <a:pt x="30" y="24"/>
                  </a:lnTo>
                  <a:lnTo>
                    <a:pt x="29" y="26"/>
                  </a:lnTo>
                  <a:lnTo>
                    <a:pt x="30" y="27"/>
                  </a:lnTo>
                  <a:lnTo>
                    <a:pt x="29" y="27"/>
                  </a:lnTo>
                  <a:lnTo>
                    <a:pt x="28" y="27"/>
                  </a:lnTo>
                  <a:lnTo>
                    <a:pt x="29" y="28"/>
                  </a:lnTo>
                  <a:lnTo>
                    <a:pt x="30" y="29"/>
                  </a:lnTo>
                  <a:lnTo>
                    <a:pt x="32" y="31"/>
                  </a:lnTo>
                  <a:lnTo>
                    <a:pt x="34" y="33"/>
                  </a:lnTo>
                  <a:lnTo>
                    <a:pt x="35" y="36"/>
                  </a:lnTo>
                  <a:lnTo>
                    <a:pt x="35" y="37"/>
                  </a:lnTo>
                  <a:lnTo>
                    <a:pt x="33" y="37"/>
                  </a:lnTo>
                  <a:lnTo>
                    <a:pt x="34" y="38"/>
                  </a:lnTo>
                  <a:lnTo>
                    <a:pt x="35" y="42"/>
                  </a:lnTo>
                  <a:lnTo>
                    <a:pt x="37" y="43"/>
                  </a:lnTo>
                  <a:lnTo>
                    <a:pt x="35" y="44"/>
                  </a:lnTo>
                  <a:lnTo>
                    <a:pt x="33" y="44"/>
                  </a:lnTo>
                  <a:lnTo>
                    <a:pt x="32" y="43"/>
                  </a:lnTo>
                  <a:lnTo>
                    <a:pt x="32" y="44"/>
                  </a:lnTo>
                  <a:lnTo>
                    <a:pt x="34" y="46"/>
                  </a:lnTo>
                  <a:lnTo>
                    <a:pt x="36" y="47"/>
                  </a:lnTo>
                  <a:lnTo>
                    <a:pt x="36" y="49"/>
                  </a:lnTo>
                  <a:lnTo>
                    <a:pt x="37" y="49"/>
                  </a:lnTo>
                  <a:lnTo>
                    <a:pt x="39" y="49"/>
                  </a:lnTo>
                  <a:lnTo>
                    <a:pt x="41" y="49"/>
                  </a:lnTo>
                  <a:lnTo>
                    <a:pt x="42" y="50"/>
                  </a:lnTo>
                  <a:lnTo>
                    <a:pt x="42" y="51"/>
                  </a:lnTo>
                  <a:lnTo>
                    <a:pt x="41" y="52"/>
                  </a:lnTo>
                  <a:lnTo>
                    <a:pt x="42" y="53"/>
                  </a:lnTo>
                  <a:lnTo>
                    <a:pt x="43" y="54"/>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0" name="Freeform 99"/>
            <p:cNvSpPr>
              <a:spLocks/>
            </p:cNvSpPr>
            <p:nvPr/>
          </p:nvSpPr>
          <p:spPr bwMode="gray">
            <a:xfrm>
              <a:off x="6559550" y="5816601"/>
              <a:ext cx="193675" cy="204788"/>
            </a:xfrm>
            <a:custGeom>
              <a:avLst/>
              <a:gdLst>
                <a:gd name="T0" fmla="*/ 87 w 122"/>
                <a:gd name="T1" fmla="*/ 68 h 129"/>
                <a:gd name="T2" fmla="*/ 81 w 122"/>
                <a:gd name="T3" fmla="*/ 72 h 129"/>
                <a:gd name="T4" fmla="*/ 77 w 122"/>
                <a:gd name="T5" fmla="*/ 75 h 129"/>
                <a:gd name="T6" fmla="*/ 71 w 122"/>
                <a:gd name="T7" fmla="*/ 74 h 129"/>
                <a:gd name="T8" fmla="*/ 75 w 122"/>
                <a:gd name="T9" fmla="*/ 80 h 129"/>
                <a:gd name="T10" fmla="*/ 74 w 122"/>
                <a:gd name="T11" fmla="*/ 85 h 129"/>
                <a:gd name="T12" fmla="*/ 72 w 122"/>
                <a:gd name="T13" fmla="*/ 88 h 129"/>
                <a:gd name="T14" fmla="*/ 68 w 122"/>
                <a:gd name="T15" fmla="*/ 90 h 129"/>
                <a:gd name="T16" fmla="*/ 69 w 122"/>
                <a:gd name="T17" fmla="*/ 97 h 129"/>
                <a:gd name="T18" fmla="*/ 65 w 122"/>
                <a:gd name="T19" fmla="*/ 111 h 129"/>
                <a:gd name="T20" fmla="*/ 57 w 122"/>
                <a:gd name="T21" fmla="*/ 118 h 129"/>
                <a:gd name="T22" fmla="*/ 54 w 122"/>
                <a:gd name="T23" fmla="*/ 122 h 129"/>
                <a:gd name="T24" fmla="*/ 46 w 122"/>
                <a:gd name="T25" fmla="*/ 129 h 129"/>
                <a:gd name="T26" fmla="*/ 35 w 122"/>
                <a:gd name="T27" fmla="*/ 126 h 129"/>
                <a:gd name="T28" fmla="*/ 27 w 122"/>
                <a:gd name="T29" fmla="*/ 123 h 129"/>
                <a:gd name="T30" fmla="*/ 19 w 122"/>
                <a:gd name="T31" fmla="*/ 121 h 129"/>
                <a:gd name="T32" fmla="*/ 14 w 122"/>
                <a:gd name="T33" fmla="*/ 116 h 129"/>
                <a:gd name="T34" fmla="*/ 12 w 122"/>
                <a:gd name="T35" fmla="*/ 120 h 129"/>
                <a:gd name="T36" fmla="*/ 5 w 122"/>
                <a:gd name="T37" fmla="*/ 119 h 129"/>
                <a:gd name="T38" fmla="*/ 0 w 122"/>
                <a:gd name="T39" fmla="*/ 115 h 129"/>
                <a:gd name="T40" fmla="*/ 2 w 122"/>
                <a:gd name="T41" fmla="*/ 112 h 129"/>
                <a:gd name="T42" fmla="*/ 6 w 122"/>
                <a:gd name="T43" fmla="*/ 111 h 129"/>
                <a:gd name="T44" fmla="*/ 9 w 122"/>
                <a:gd name="T45" fmla="*/ 108 h 129"/>
                <a:gd name="T46" fmla="*/ 6 w 122"/>
                <a:gd name="T47" fmla="*/ 101 h 129"/>
                <a:gd name="T48" fmla="*/ 14 w 122"/>
                <a:gd name="T49" fmla="*/ 102 h 129"/>
                <a:gd name="T50" fmla="*/ 11 w 122"/>
                <a:gd name="T51" fmla="*/ 98 h 129"/>
                <a:gd name="T52" fmla="*/ 13 w 122"/>
                <a:gd name="T53" fmla="*/ 91 h 129"/>
                <a:gd name="T54" fmla="*/ 19 w 122"/>
                <a:gd name="T55" fmla="*/ 86 h 129"/>
                <a:gd name="T56" fmla="*/ 24 w 122"/>
                <a:gd name="T57" fmla="*/ 79 h 129"/>
                <a:gd name="T58" fmla="*/ 38 w 122"/>
                <a:gd name="T59" fmla="*/ 71 h 129"/>
                <a:gd name="T60" fmla="*/ 48 w 122"/>
                <a:gd name="T61" fmla="*/ 64 h 129"/>
                <a:gd name="T62" fmla="*/ 55 w 122"/>
                <a:gd name="T63" fmla="*/ 57 h 129"/>
                <a:gd name="T64" fmla="*/ 59 w 122"/>
                <a:gd name="T65" fmla="*/ 52 h 129"/>
                <a:gd name="T66" fmla="*/ 67 w 122"/>
                <a:gd name="T67" fmla="*/ 48 h 129"/>
                <a:gd name="T68" fmla="*/ 72 w 122"/>
                <a:gd name="T69" fmla="*/ 43 h 129"/>
                <a:gd name="T70" fmla="*/ 74 w 122"/>
                <a:gd name="T71" fmla="*/ 39 h 129"/>
                <a:gd name="T72" fmla="*/ 77 w 122"/>
                <a:gd name="T73" fmla="*/ 32 h 129"/>
                <a:gd name="T74" fmla="*/ 78 w 122"/>
                <a:gd name="T75" fmla="*/ 26 h 129"/>
                <a:gd name="T76" fmla="*/ 81 w 122"/>
                <a:gd name="T77" fmla="*/ 25 h 129"/>
                <a:gd name="T78" fmla="*/ 88 w 122"/>
                <a:gd name="T79" fmla="*/ 19 h 129"/>
                <a:gd name="T80" fmla="*/ 90 w 122"/>
                <a:gd name="T81" fmla="*/ 6 h 129"/>
                <a:gd name="T82" fmla="*/ 96 w 122"/>
                <a:gd name="T83" fmla="*/ 0 h 129"/>
                <a:gd name="T84" fmla="*/ 99 w 122"/>
                <a:gd name="T85" fmla="*/ 4 h 129"/>
                <a:gd name="T86" fmla="*/ 103 w 122"/>
                <a:gd name="T87" fmla="*/ 6 h 129"/>
                <a:gd name="T88" fmla="*/ 107 w 122"/>
                <a:gd name="T89" fmla="*/ 16 h 129"/>
                <a:gd name="T90" fmla="*/ 116 w 122"/>
                <a:gd name="T91" fmla="*/ 10 h 129"/>
                <a:gd name="T92" fmla="*/ 121 w 122"/>
                <a:gd name="T93" fmla="*/ 15 h 129"/>
                <a:gd name="T94" fmla="*/ 121 w 122"/>
                <a:gd name="T95" fmla="*/ 23 h 129"/>
                <a:gd name="T96" fmla="*/ 117 w 122"/>
                <a:gd name="T97" fmla="*/ 32 h 129"/>
                <a:gd name="T98" fmla="*/ 112 w 122"/>
                <a:gd name="T99" fmla="*/ 39 h 129"/>
                <a:gd name="T100" fmla="*/ 102 w 122"/>
                <a:gd name="T101" fmla="*/ 50 h 129"/>
                <a:gd name="T102" fmla="*/ 98 w 122"/>
                <a:gd name="T103" fmla="*/ 54 h 129"/>
                <a:gd name="T104" fmla="*/ 94 w 122"/>
                <a:gd name="T105" fmla="*/ 58 h 129"/>
                <a:gd name="T106" fmla="*/ 99 w 122"/>
                <a:gd name="T107" fmla="*/ 62 h 129"/>
                <a:gd name="T108" fmla="*/ 100 w 122"/>
                <a:gd name="T109" fmla="*/ 66 h 129"/>
                <a:gd name="T110" fmla="*/ 94 w 122"/>
                <a:gd name="T111" fmla="*/ 64 h 129"/>
                <a:gd name="T112" fmla="*/ 88 w 122"/>
                <a:gd name="T113" fmla="*/ 67 h 129"/>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22"/>
                <a:gd name="T172" fmla="*/ 0 h 129"/>
                <a:gd name="T173" fmla="*/ 122 w 122"/>
                <a:gd name="T174" fmla="*/ 129 h 129"/>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22" h="129">
                  <a:moveTo>
                    <a:pt x="88" y="67"/>
                  </a:moveTo>
                  <a:lnTo>
                    <a:pt x="87" y="68"/>
                  </a:lnTo>
                  <a:lnTo>
                    <a:pt x="83" y="70"/>
                  </a:lnTo>
                  <a:lnTo>
                    <a:pt x="81" y="72"/>
                  </a:lnTo>
                  <a:lnTo>
                    <a:pt x="79" y="74"/>
                  </a:lnTo>
                  <a:lnTo>
                    <a:pt x="77" y="75"/>
                  </a:lnTo>
                  <a:lnTo>
                    <a:pt x="72" y="74"/>
                  </a:lnTo>
                  <a:lnTo>
                    <a:pt x="71" y="74"/>
                  </a:lnTo>
                  <a:lnTo>
                    <a:pt x="72" y="76"/>
                  </a:lnTo>
                  <a:lnTo>
                    <a:pt x="75" y="80"/>
                  </a:lnTo>
                  <a:lnTo>
                    <a:pt x="74" y="82"/>
                  </a:lnTo>
                  <a:lnTo>
                    <a:pt x="74" y="85"/>
                  </a:lnTo>
                  <a:lnTo>
                    <a:pt x="74" y="89"/>
                  </a:lnTo>
                  <a:lnTo>
                    <a:pt x="72" y="88"/>
                  </a:lnTo>
                  <a:lnTo>
                    <a:pt x="65" y="87"/>
                  </a:lnTo>
                  <a:lnTo>
                    <a:pt x="68" y="90"/>
                  </a:lnTo>
                  <a:lnTo>
                    <a:pt x="71" y="92"/>
                  </a:lnTo>
                  <a:lnTo>
                    <a:pt x="69" y="97"/>
                  </a:lnTo>
                  <a:lnTo>
                    <a:pt x="66" y="106"/>
                  </a:lnTo>
                  <a:lnTo>
                    <a:pt x="65" y="111"/>
                  </a:lnTo>
                  <a:lnTo>
                    <a:pt x="62" y="115"/>
                  </a:lnTo>
                  <a:lnTo>
                    <a:pt x="57" y="118"/>
                  </a:lnTo>
                  <a:lnTo>
                    <a:pt x="56" y="121"/>
                  </a:lnTo>
                  <a:lnTo>
                    <a:pt x="54" y="122"/>
                  </a:lnTo>
                  <a:lnTo>
                    <a:pt x="50" y="124"/>
                  </a:lnTo>
                  <a:lnTo>
                    <a:pt x="46" y="129"/>
                  </a:lnTo>
                  <a:lnTo>
                    <a:pt x="43" y="129"/>
                  </a:lnTo>
                  <a:lnTo>
                    <a:pt x="35" y="126"/>
                  </a:lnTo>
                  <a:lnTo>
                    <a:pt x="31" y="127"/>
                  </a:lnTo>
                  <a:lnTo>
                    <a:pt x="27" y="123"/>
                  </a:lnTo>
                  <a:lnTo>
                    <a:pt x="21" y="121"/>
                  </a:lnTo>
                  <a:lnTo>
                    <a:pt x="19" y="121"/>
                  </a:lnTo>
                  <a:lnTo>
                    <a:pt x="17" y="117"/>
                  </a:lnTo>
                  <a:lnTo>
                    <a:pt x="14" y="116"/>
                  </a:lnTo>
                  <a:lnTo>
                    <a:pt x="12" y="118"/>
                  </a:lnTo>
                  <a:lnTo>
                    <a:pt x="12" y="120"/>
                  </a:lnTo>
                  <a:lnTo>
                    <a:pt x="6" y="121"/>
                  </a:lnTo>
                  <a:lnTo>
                    <a:pt x="5" y="119"/>
                  </a:lnTo>
                  <a:lnTo>
                    <a:pt x="1" y="118"/>
                  </a:lnTo>
                  <a:lnTo>
                    <a:pt x="0" y="115"/>
                  </a:lnTo>
                  <a:lnTo>
                    <a:pt x="3" y="114"/>
                  </a:lnTo>
                  <a:lnTo>
                    <a:pt x="2" y="112"/>
                  </a:lnTo>
                  <a:lnTo>
                    <a:pt x="4" y="111"/>
                  </a:lnTo>
                  <a:lnTo>
                    <a:pt x="6" y="111"/>
                  </a:lnTo>
                  <a:lnTo>
                    <a:pt x="3" y="105"/>
                  </a:lnTo>
                  <a:lnTo>
                    <a:pt x="9" y="108"/>
                  </a:lnTo>
                  <a:lnTo>
                    <a:pt x="5" y="103"/>
                  </a:lnTo>
                  <a:lnTo>
                    <a:pt x="6" y="101"/>
                  </a:lnTo>
                  <a:lnTo>
                    <a:pt x="13" y="103"/>
                  </a:lnTo>
                  <a:lnTo>
                    <a:pt x="14" y="102"/>
                  </a:lnTo>
                  <a:lnTo>
                    <a:pt x="13" y="100"/>
                  </a:lnTo>
                  <a:lnTo>
                    <a:pt x="11" y="98"/>
                  </a:lnTo>
                  <a:lnTo>
                    <a:pt x="11" y="95"/>
                  </a:lnTo>
                  <a:lnTo>
                    <a:pt x="13" y="91"/>
                  </a:lnTo>
                  <a:lnTo>
                    <a:pt x="17" y="89"/>
                  </a:lnTo>
                  <a:lnTo>
                    <a:pt x="19" y="86"/>
                  </a:lnTo>
                  <a:lnTo>
                    <a:pt x="23" y="82"/>
                  </a:lnTo>
                  <a:lnTo>
                    <a:pt x="24" y="79"/>
                  </a:lnTo>
                  <a:lnTo>
                    <a:pt x="31" y="73"/>
                  </a:lnTo>
                  <a:lnTo>
                    <a:pt x="38" y="71"/>
                  </a:lnTo>
                  <a:lnTo>
                    <a:pt x="44" y="67"/>
                  </a:lnTo>
                  <a:lnTo>
                    <a:pt x="48" y="64"/>
                  </a:lnTo>
                  <a:lnTo>
                    <a:pt x="50" y="63"/>
                  </a:lnTo>
                  <a:lnTo>
                    <a:pt x="55" y="57"/>
                  </a:lnTo>
                  <a:lnTo>
                    <a:pt x="55" y="55"/>
                  </a:lnTo>
                  <a:lnTo>
                    <a:pt x="59" y="52"/>
                  </a:lnTo>
                  <a:lnTo>
                    <a:pt x="61" y="51"/>
                  </a:lnTo>
                  <a:lnTo>
                    <a:pt x="67" y="48"/>
                  </a:lnTo>
                  <a:lnTo>
                    <a:pt x="71" y="45"/>
                  </a:lnTo>
                  <a:lnTo>
                    <a:pt x="72" y="43"/>
                  </a:lnTo>
                  <a:lnTo>
                    <a:pt x="72" y="41"/>
                  </a:lnTo>
                  <a:lnTo>
                    <a:pt x="74" y="39"/>
                  </a:lnTo>
                  <a:lnTo>
                    <a:pt x="78" y="36"/>
                  </a:lnTo>
                  <a:lnTo>
                    <a:pt x="77" y="32"/>
                  </a:lnTo>
                  <a:lnTo>
                    <a:pt x="77" y="30"/>
                  </a:lnTo>
                  <a:lnTo>
                    <a:pt x="78" y="26"/>
                  </a:lnTo>
                  <a:lnTo>
                    <a:pt x="80" y="26"/>
                  </a:lnTo>
                  <a:lnTo>
                    <a:pt x="81" y="25"/>
                  </a:lnTo>
                  <a:lnTo>
                    <a:pt x="85" y="22"/>
                  </a:lnTo>
                  <a:lnTo>
                    <a:pt x="88" y="19"/>
                  </a:lnTo>
                  <a:lnTo>
                    <a:pt x="89" y="17"/>
                  </a:lnTo>
                  <a:lnTo>
                    <a:pt x="90" y="6"/>
                  </a:lnTo>
                  <a:lnTo>
                    <a:pt x="94" y="0"/>
                  </a:lnTo>
                  <a:lnTo>
                    <a:pt x="96" y="0"/>
                  </a:lnTo>
                  <a:lnTo>
                    <a:pt x="99" y="2"/>
                  </a:lnTo>
                  <a:lnTo>
                    <a:pt x="99" y="4"/>
                  </a:lnTo>
                  <a:lnTo>
                    <a:pt x="101" y="5"/>
                  </a:lnTo>
                  <a:lnTo>
                    <a:pt x="103" y="6"/>
                  </a:lnTo>
                  <a:lnTo>
                    <a:pt x="104" y="14"/>
                  </a:lnTo>
                  <a:lnTo>
                    <a:pt x="107" y="16"/>
                  </a:lnTo>
                  <a:lnTo>
                    <a:pt x="113" y="10"/>
                  </a:lnTo>
                  <a:lnTo>
                    <a:pt x="116" y="10"/>
                  </a:lnTo>
                  <a:lnTo>
                    <a:pt x="119" y="11"/>
                  </a:lnTo>
                  <a:lnTo>
                    <a:pt x="121" y="15"/>
                  </a:lnTo>
                  <a:lnTo>
                    <a:pt x="119" y="19"/>
                  </a:lnTo>
                  <a:lnTo>
                    <a:pt x="121" y="23"/>
                  </a:lnTo>
                  <a:lnTo>
                    <a:pt x="122" y="26"/>
                  </a:lnTo>
                  <a:lnTo>
                    <a:pt x="117" y="32"/>
                  </a:lnTo>
                  <a:lnTo>
                    <a:pt x="115" y="36"/>
                  </a:lnTo>
                  <a:lnTo>
                    <a:pt x="112" y="39"/>
                  </a:lnTo>
                  <a:lnTo>
                    <a:pt x="106" y="46"/>
                  </a:lnTo>
                  <a:lnTo>
                    <a:pt x="102" y="50"/>
                  </a:lnTo>
                  <a:lnTo>
                    <a:pt x="100" y="51"/>
                  </a:lnTo>
                  <a:lnTo>
                    <a:pt x="98" y="54"/>
                  </a:lnTo>
                  <a:lnTo>
                    <a:pt x="95" y="55"/>
                  </a:lnTo>
                  <a:lnTo>
                    <a:pt x="94" y="58"/>
                  </a:lnTo>
                  <a:lnTo>
                    <a:pt x="96" y="62"/>
                  </a:lnTo>
                  <a:lnTo>
                    <a:pt x="99" y="62"/>
                  </a:lnTo>
                  <a:lnTo>
                    <a:pt x="102" y="65"/>
                  </a:lnTo>
                  <a:lnTo>
                    <a:pt x="100" y="66"/>
                  </a:lnTo>
                  <a:lnTo>
                    <a:pt x="97" y="67"/>
                  </a:lnTo>
                  <a:lnTo>
                    <a:pt x="94" y="64"/>
                  </a:lnTo>
                  <a:lnTo>
                    <a:pt x="90" y="65"/>
                  </a:lnTo>
                  <a:lnTo>
                    <a:pt x="88" y="67"/>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1" name="Freeform 100"/>
            <p:cNvSpPr>
              <a:spLocks noEditPoints="1"/>
            </p:cNvSpPr>
            <p:nvPr/>
          </p:nvSpPr>
          <p:spPr bwMode="gray">
            <a:xfrm>
              <a:off x="2927350" y="1557338"/>
              <a:ext cx="3962400" cy="2028825"/>
            </a:xfrm>
            <a:custGeom>
              <a:avLst/>
              <a:gdLst>
                <a:gd name="T0" fmla="*/ 46 w 2496"/>
                <a:gd name="T1" fmla="*/ 957 h 1278"/>
                <a:gd name="T2" fmla="*/ 549 w 2496"/>
                <a:gd name="T3" fmla="*/ 409 h 1278"/>
                <a:gd name="T4" fmla="*/ 547 w 2496"/>
                <a:gd name="T5" fmla="*/ 226 h 1278"/>
                <a:gd name="T6" fmla="*/ 766 w 2496"/>
                <a:gd name="T7" fmla="*/ 69 h 1278"/>
                <a:gd name="T8" fmla="*/ 184 w 2496"/>
                <a:gd name="T9" fmla="*/ 1017 h 1278"/>
                <a:gd name="T10" fmla="*/ 182 w 2496"/>
                <a:gd name="T11" fmla="*/ 975 h 1278"/>
                <a:gd name="T12" fmla="*/ 158 w 2496"/>
                <a:gd name="T13" fmla="*/ 929 h 1278"/>
                <a:gd name="T14" fmla="*/ 125 w 2496"/>
                <a:gd name="T15" fmla="*/ 903 h 1278"/>
                <a:gd name="T16" fmla="*/ 122 w 2496"/>
                <a:gd name="T17" fmla="*/ 870 h 1278"/>
                <a:gd name="T18" fmla="*/ 142 w 2496"/>
                <a:gd name="T19" fmla="*/ 813 h 1278"/>
                <a:gd name="T20" fmla="*/ 158 w 2496"/>
                <a:gd name="T21" fmla="*/ 610 h 1278"/>
                <a:gd name="T22" fmla="*/ 272 w 2496"/>
                <a:gd name="T23" fmla="*/ 487 h 1278"/>
                <a:gd name="T24" fmla="*/ 230 w 2496"/>
                <a:gd name="T25" fmla="*/ 600 h 1278"/>
                <a:gd name="T26" fmla="*/ 321 w 2496"/>
                <a:gd name="T27" fmla="*/ 647 h 1278"/>
                <a:gd name="T28" fmla="*/ 391 w 2496"/>
                <a:gd name="T29" fmla="*/ 548 h 1278"/>
                <a:gd name="T30" fmla="*/ 545 w 2496"/>
                <a:gd name="T31" fmla="*/ 518 h 1278"/>
                <a:gd name="T32" fmla="*/ 702 w 2496"/>
                <a:gd name="T33" fmla="*/ 467 h 1278"/>
                <a:gd name="T34" fmla="*/ 775 w 2496"/>
                <a:gd name="T35" fmla="*/ 295 h 1278"/>
                <a:gd name="T36" fmla="*/ 779 w 2496"/>
                <a:gd name="T37" fmla="*/ 571 h 1278"/>
                <a:gd name="T38" fmla="*/ 907 w 2496"/>
                <a:gd name="T39" fmla="*/ 529 h 1278"/>
                <a:gd name="T40" fmla="*/ 871 w 2496"/>
                <a:gd name="T41" fmla="*/ 316 h 1278"/>
                <a:gd name="T42" fmla="*/ 973 w 2496"/>
                <a:gd name="T43" fmla="*/ 376 h 1278"/>
                <a:gd name="T44" fmla="*/ 1023 w 2496"/>
                <a:gd name="T45" fmla="*/ 247 h 1278"/>
                <a:gd name="T46" fmla="*/ 1238 w 2496"/>
                <a:gd name="T47" fmla="*/ 109 h 1278"/>
                <a:gd name="T48" fmla="*/ 1429 w 2496"/>
                <a:gd name="T49" fmla="*/ 71 h 1278"/>
                <a:gd name="T50" fmla="*/ 1440 w 2496"/>
                <a:gd name="T51" fmla="*/ 250 h 1278"/>
                <a:gd name="T52" fmla="*/ 1696 w 2496"/>
                <a:gd name="T53" fmla="*/ 287 h 1278"/>
                <a:gd name="T54" fmla="*/ 1846 w 2496"/>
                <a:gd name="T55" fmla="*/ 367 h 1278"/>
                <a:gd name="T56" fmla="*/ 1965 w 2496"/>
                <a:gd name="T57" fmla="*/ 352 h 1278"/>
                <a:gd name="T58" fmla="*/ 2201 w 2496"/>
                <a:gd name="T59" fmla="*/ 474 h 1278"/>
                <a:gd name="T60" fmla="*/ 2430 w 2496"/>
                <a:gd name="T61" fmla="*/ 443 h 1278"/>
                <a:gd name="T62" fmla="*/ 2451 w 2496"/>
                <a:gd name="T63" fmla="*/ 654 h 1278"/>
                <a:gd name="T64" fmla="*/ 2411 w 2496"/>
                <a:gd name="T65" fmla="*/ 749 h 1278"/>
                <a:gd name="T66" fmla="*/ 2259 w 2496"/>
                <a:gd name="T67" fmla="*/ 818 h 1278"/>
                <a:gd name="T68" fmla="*/ 2230 w 2496"/>
                <a:gd name="T69" fmla="*/ 915 h 1278"/>
                <a:gd name="T70" fmla="*/ 2130 w 2496"/>
                <a:gd name="T71" fmla="*/ 1033 h 1278"/>
                <a:gd name="T72" fmla="*/ 2247 w 2496"/>
                <a:gd name="T73" fmla="*/ 768 h 1278"/>
                <a:gd name="T74" fmla="*/ 2148 w 2496"/>
                <a:gd name="T75" fmla="*/ 754 h 1278"/>
                <a:gd name="T76" fmla="*/ 2041 w 2496"/>
                <a:gd name="T77" fmla="*/ 825 h 1278"/>
                <a:gd name="T78" fmla="*/ 1864 w 2496"/>
                <a:gd name="T79" fmla="*/ 887 h 1278"/>
                <a:gd name="T80" fmla="*/ 1889 w 2496"/>
                <a:gd name="T81" fmla="*/ 1001 h 1278"/>
                <a:gd name="T82" fmla="*/ 1790 w 2496"/>
                <a:gd name="T83" fmla="*/ 1235 h 1278"/>
                <a:gd name="T84" fmla="*/ 1772 w 2496"/>
                <a:gd name="T85" fmla="*/ 1182 h 1278"/>
                <a:gd name="T86" fmla="*/ 1615 w 2496"/>
                <a:gd name="T87" fmla="*/ 992 h 1278"/>
                <a:gd name="T88" fmla="*/ 1483 w 2496"/>
                <a:gd name="T89" fmla="*/ 1076 h 1278"/>
                <a:gd name="T90" fmla="*/ 1254 w 2496"/>
                <a:gd name="T91" fmla="*/ 1036 h 1278"/>
                <a:gd name="T92" fmla="*/ 1068 w 2496"/>
                <a:gd name="T93" fmla="*/ 1094 h 1278"/>
                <a:gd name="T94" fmla="*/ 916 w 2496"/>
                <a:gd name="T95" fmla="*/ 1011 h 1278"/>
                <a:gd name="T96" fmla="*/ 806 w 2496"/>
                <a:gd name="T97" fmla="*/ 975 h 1278"/>
                <a:gd name="T98" fmla="*/ 651 w 2496"/>
                <a:gd name="T99" fmla="*/ 978 h 1278"/>
                <a:gd name="T100" fmla="*/ 621 w 2496"/>
                <a:gd name="T101" fmla="*/ 1065 h 1278"/>
                <a:gd name="T102" fmla="*/ 490 w 2496"/>
                <a:gd name="T103" fmla="*/ 1041 h 1278"/>
                <a:gd name="T104" fmla="*/ 445 w 2496"/>
                <a:gd name="T105" fmla="*/ 1138 h 1278"/>
                <a:gd name="T106" fmla="*/ 424 w 2496"/>
                <a:gd name="T107" fmla="*/ 1211 h 1278"/>
                <a:gd name="T108" fmla="*/ 429 w 2496"/>
                <a:gd name="T109" fmla="*/ 1273 h 1278"/>
                <a:gd name="T110" fmla="*/ 378 w 2496"/>
                <a:gd name="T111" fmla="*/ 1249 h 1278"/>
                <a:gd name="T112" fmla="*/ 288 w 2496"/>
                <a:gd name="T113" fmla="*/ 1209 h 1278"/>
                <a:gd name="T114" fmla="*/ 298 w 2496"/>
                <a:gd name="T115" fmla="*/ 1132 h 1278"/>
                <a:gd name="T116" fmla="*/ 302 w 2496"/>
                <a:gd name="T117" fmla="*/ 1087 h 1278"/>
                <a:gd name="T118" fmla="*/ 238 w 2496"/>
                <a:gd name="T119" fmla="*/ 1055 h 1278"/>
                <a:gd name="T120" fmla="*/ 1927 w 2496"/>
                <a:gd name="T121" fmla="*/ 1059 h 1278"/>
                <a:gd name="T122" fmla="*/ 1908 w 2496"/>
                <a:gd name="T123" fmla="*/ 1074 h 127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496"/>
                <a:gd name="T187" fmla="*/ 0 h 1278"/>
                <a:gd name="T188" fmla="*/ 2496 w 2496"/>
                <a:gd name="T189" fmla="*/ 1278 h 127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496" h="1278">
                  <a:moveTo>
                    <a:pt x="2" y="968"/>
                  </a:moveTo>
                  <a:lnTo>
                    <a:pt x="5" y="966"/>
                  </a:lnTo>
                  <a:lnTo>
                    <a:pt x="7" y="964"/>
                  </a:lnTo>
                  <a:lnTo>
                    <a:pt x="5" y="964"/>
                  </a:lnTo>
                  <a:lnTo>
                    <a:pt x="3" y="965"/>
                  </a:lnTo>
                  <a:lnTo>
                    <a:pt x="2" y="963"/>
                  </a:lnTo>
                  <a:lnTo>
                    <a:pt x="1" y="966"/>
                  </a:lnTo>
                  <a:lnTo>
                    <a:pt x="0" y="965"/>
                  </a:lnTo>
                  <a:lnTo>
                    <a:pt x="0" y="959"/>
                  </a:lnTo>
                  <a:lnTo>
                    <a:pt x="2" y="957"/>
                  </a:lnTo>
                  <a:lnTo>
                    <a:pt x="4" y="957"/>
                  </a:lnTo>
                  <a:lnTo>
                    <a:pt x="15" y="957"/>
                  </a:lnTo>
                  <a:lnTo>
                    <a:pt x="18" y="958"/>
                  </a:lnTo>
                  <a:lnTo>
                    <a:pt x="20" y="957"/>
                  </a:lnTo>
                  <a:lnTo>
                    <a:pt x="21" y="954"/>
                  </a:lnTo>
                  <a:lnTo>
                    <a:pt x="20" y="950"/>
                  </a:lnTo>
                  <a:lnTo>
                    <a:pt x="21" y="950"/>
                  </a:lnTo>
                  <a:lnTo>
                    <a:pt x="21" y="948"/>
                  </a:lnTo>
                  <a:lnTo>
                    <a:pt x="20" y="947"/>
                  </a:lnTo>
                  <a:lnTo>
                    <a:pt x="23" y="945"/>
                  </a:lnTo>
                  <a:lnTo>
                    <a:pt x="24" y="945"/>
                  </a:lnTo>
                  <a:lnTo>
                    <a:pt x="24" y="947"/>
                  </a:lnTo>
                  <a:lnTo>
                    <a:pt x="25" y="947"/>
                  </a:lnTo>
                  <a:lnTo>
                    <a:pt x="27" y="947"/>
                  </a:lnTo>
                  <a:lnTo>
                    <a:pt x="28" y="949"/>
                  </a:lnTo>
                  <a:lnTo>
                    <a:pt x="30" y="950"/>
                  </a:lnTo>
                  <a:lnTo>
                    <a:pt x="33" y="951"/>
                  </a:lnTo>
                  <a:lnTo>
                    <a:pt x="34" y="952"/>
                  </a:lnTo>
                  <a:lnTo>
                    <a:pt x="36" y="951"/>
                  </a:lnTo>
                  <a:lnTo>
                    <a:pt x="39" y="951"/>
                  </a:lnTo>
                  <a:lnTo>
                    <a:pt x="41" y="951"/>
                  </a:lnTo>
                  <a:lnTo>
                    <a:pt x="42" y="951"/>
                  </a:lnTo>
                  <a:lnTo>
                    <a:pt x="43" y="953"/>
                  </a:lnTo>
                  <a:lnTo>
                    <a:pt x="44" y="954"/>
                  </a:lnTo>
                  <a:lnTo>
                    <a:pt x="45" y="955"/>
                  </a:lnTo>
                  <a:lnTo>
                    <a:pt x="46" y="955"/>
                  </a:lnTo>
                  <a:lnTo>
                    <a:pt x="46" y="957"/>
                  </a:lnTo>
                  <a:lnTo>
                    <a:pt x="47" y="958"/>
                  </a:lnTo>
                  <a:lnTo>
                    <a:pt x="45" y="960"/>
                  </a:lnTo>
                  <a:lnTo>
                    <a:pt x="45" y="962"/>
                  </a:lnTo>
                  <a:lnTo>
                    <a:pt x="44" y="964"/>
                  </a:lnTo>
                  <a:lnTo>
                    <a:pt x="44" y="966"/>
                  </a:lnTo>
                  <a:lnTo>
                    <a:pt x="44" y="968"/>
                  </a:lnTo>
                  <a:lnTo>
                    <a:pt x="45" y="969"/>
                  </a:lnTo>
                  <a:lnTo>
                    <a:pt x="24" y="970"/>
                  </a:lnTo>
                  <a:lnTo>
                    <a:pt x="8" y="968"/>
                  </a:lnTo>
                  <a:lnTo>
                    <a:pt x="2" y="968"/>
                  </a:lnTo>
                  <a:close/>
                  <a:moveTo>
                    <a:pt x="511" y="299"/>
                  </a:moveTo>
                  <a:lnTo>
                    <a:pt x="518" y="290"/>
                  </a:lnTo>
                  <a:lnTo>
                    <a:pt x="522" y="283"/>
                  </a:lnTo>
                  <a:lnTo>
                    <a:pt x="525" y="277"/>
                  </a:lnTo>
                  <a:lnTo>
                    <a:pt x="535" y="277"/>
                  </a:lnTo>
                  <a:lnTo>
                    <a:pt x="545" y="271"/>
                  </a:lnTo>
                  <a:lnTo>
                    <a:pt x="551" y="271"/>
                  </a:lnTo>
                  <a:lnTo>
                    <a:pt x="561" y="268"/>
                  </a:lnTo>
                  <a:lnTo>
                    <a:pt x="565" y="270"/>
                  </a:lnTo>
                  <a:lnTo>
                    <a:pt x="572" y="276"/>
                  </a:lnTo>
                  <a:lnTo>
                    <a:pt x="572" y="280"/>
                  </a:lnTo>
                  <a:lnTo>
                    <a:pt x="568" y="292"/>
                  </a:lnTo>
                  <a:lnTo>
                    <a:pt x="566" y="296"/>
                  </a:lnTo>
                  <a:lnTo>
                    <a:pt x="562" y="298"/>
                  </a:lnTo>
                  <a:lnTo>
                    <a:pt x="558" y="303"/>
                  </a:lnTo>
                  <a:lnTo>
                    <a:pt x="557" y="312"/>
                  </a:lnTo>
                  <a:lnTo>
                    <a:pt x="557" y="331"/>
                  </a:lnTo>
                  <a:lnTo>
                    <a:pt x="560" y="354"/>
                  </a:lnTo>
                  <a:lnTo>
                    <a:pt x="566" y="373"/>
                  </a:lnTo>
                  <a:lnTo>
                    <a:pt x="570" y="380"/>
                  </a:lnTo>
                  <a:lnTo>
                    <a:pt x="576" y="386"/>
                  </a:lnTo>
                  <a:lnTo>
                    <a:pt x="584" y="395"/>
                  </a:lnTo>
                  <a:lnTo>
                    <a:pt x="583" y="401"/>
                  </a:lnTo>
                  <a:lnTo>
                    <a:pt x="565" y="399"/>
                  </a:lnTo>
                  <a:lnTo>
                    <a:pt x="559" y="400"/>
                  </a:lnTo>
                  <a:lnTo>
                    <a:pt x="553" y="407"/>
                  </a:lnTo>
                  <a:lnTo>
                    <a:pt x="549" y="409"/>
                  </a:lnTo>
                  <a:lnTo>
                    <a:pt x="544" y="398"/>
                  </a:lnTo>
                  <a:lnTo>
                    <a:pt x="541" y="397"/>
                  </a:lnTo>
                  <a:lnTo>
                    <a:pt x="534" y="399"/>
                  </a:lnTo>
                  <a:lnTo>
                    <a:pt x="529" y="397"/>
                  </a:lnTo>
                  <a:lnTo>
                    <a:pt x="529" y="389"/>
                  </a:lnTo>
                  <a:lnTo>
                    <a:pt x="538" y="382"/>
                  </a:lnTo>
                  <a:lnTo>
                    <a:pt x="538" y="376"/>
                  </a:lnTo>
                  <a:lnTo>
                    <a:pt x="531" y="370"/>
                  </a:lnTo>
                  <a:lnTo>
                    <a:pt x="521" y="361"/>
                  </a:lnTo>
                  <a:lnTo>
                    <a:pt x="510" y="357"/>
                  </a:lnTo>
                  <a:lnTo>
                    <a:pt x="508" y="361"/>
                  </a:lnTo>
                  <a:lnTo>
                    <a:pt x="503" y="364"/>
                  </a:lnTo>
                  <a:lnTo>
                    <a:pt x="499" y="363"/>
                  </a:lnTo>
                  <a:lnTo>
                    <a:pt x="494" y="354"/>
                  </a:lnTo>
                  <a:lnTo>
                    <a:pt x="494" y="345"/>
                  </a:lnTo>
                  <a:lnTo>
                    <a:pt x="495" y="337"/>
                  </a:lnTo>
                  <a:lnTo>
                    <a:pt x="498" y="333"/>
                  </a:lnTo>
                  <a:lnTo>
                    <a:pt x="501" y="332"/>
                  </a:lnTo>
                  <a:lnTo>
                    <a:pt x="503" y="334"/>
                  </a:lnTo>
                  <a:lnTo>
                    <a:pt x="507" y="335"/>
                  </a:lnTo>
                  <a:lnTo>
                    <a:pt x="511" y="330"/>
                  </a:lnTo>
                  <a:lnTo>
                    <a:pt x="519" y="312"/>
                  </a:lnTo>
                  <a:lnTo>
                    <a:pt x="520" y="304"/>
                  </a:lnTo>
                  <a:lnTo>
                    <a:pt x="518" y="304"/>
                  </a:lnTo>
                  <a:lnTo>
                    <a:pt x="511" y="299"/>
                  </a:lnTo>
                  <a:close/>
                  <a:moveTo>
                    <a:pt x="579" y="265"/>
                  </a:moveTo>
                  <a:lnTo>
                    <a:pt x="575" y="262"/>
                  </a:lnTo>
                  <a:lnTo>
                    <a:pt x="568" y="257"/>
                  </a:lnTo>
                  <a:lnTo>
                    <a:pt x="561" y="253"/>
                  </a:lnTo>
                  <a:lnTo>
                    <a:pt x="555" y="255"/>
                  </a:lnTo>
                  <a:lnTo>
                    <a:pt x="549" y="256"/>
                  </a:lnTo>
                  <a:lnTo>
                    <a:pt x="543" y="259"/>
                  </a:lnTo>
                  <a:lnTo>
                    <a:pt x="540" y="257"/>
                  </a:lnTo>
                  <a:lnTo>
                    <a:pt x="533" y="245"/>
                  </a:lnTo>
                  <a:lnTo>
                    <a:pt x="538" y="237"/>
                  </a:lnTo>
                  <a:lnTo>
                    <a:pt x="547" y="226"/>
                  </a:lnTo>
                  <a:lnTo>
                    <a:pt x="551" y="224"/>
                  </a:lnTo>
                  <a:lnTo>
                    <a:pt x="563" y="224"/>
                  </a:lnTo>
                  <a:lnTo>
                    <a:pt x="564" y="215"/>
                  </a:lnTo>
                  <a:lnTo>
                    <a:pt x="558" y="206"/>
                  </a:lnTo>
                  <a:lnTo>
                    <a:pt x="561" y="199"/>
                  </a:lnTo>
                  <a:lnTo>
                    <a:pt x="564" y="195"/>
                  </a:lnTo>
                  <a:lnTo>
                    <a:pt x="568" y="194"/>
                  </a:lnTo>
                  <a:lnTo>
                    <a:pt x="574" y="190"/>
                  </a:lnTo>
                  <a:lnTo>
                    <a:pt x="573" y="185"/>
                  </a:lnTo>
                  <a:lnTo>
                    <a:pt x="569" y="179"/>
                  </a:lnTo>
                  <a:lnTo>
                    <a:pt x="579" y="155"/>
                  </a:lnTo>
                  <a:lnTo>
                    <a:pt x="583" y="151"/>
                  </a:lnTo>
                  <a:lnTo>
                    <a:pt x="585" y="153"/>
                  </a:lnTo>
                  <a:lnTo>
                    <a:pt x="591" y="154"/>
                  </a:lnTo>
                  <a:lnTo>
                    <a:pt x="598" y="139"/>
                  </a:lnTo>
                  <a:lnTo>
                    <a:pt x="604" y="129"/>
                  </a:lnTo>
                  <a:lnTo>
                    <a:pt x="611" y="122"/>
                  </a:lnTo>
                  <a:lnTo>
                    <a:pt x="618" y="117"/>
                  </a:lnTo>
                  <a:lnTo>
                    <a:pt x="627" y="114"/>
                  </a:lnTo>
                  <a:lnTo>
                    <a:pt x="636" y="116"/>
                  </a:lnTo>
                  <a:lnTo>
                    <a:pt x="641" y="111"/>
                  </a:lnTo>
                  <a:lnTo>
                    <a:pt x="647" y="94"/>
                  </a:lnTo>
                  <a:lnTo>
                    <a:pt x="649" y="94"/>
                  </a:lnTo>
                  <a:lnTo>
                    <a:pt x="655" y="90"/>
                  </a:lnTo>
                  <a:lnTo>
                    <a:pt x="667" y="98"/>
                  </a:lnTo>
                  <a:lnTo>
                    <a:pt x="670" y="97"/>
                  </a:lnTo>
                  <a:lnTo>
                    <a:pt x="684" y="88"/>
                  </a:lnTo>
                  <a:lnTo>
                    <a:pt x="691" y="86"/>
                  </a:lnTo>
                  <a:lnTo>
                    <a:pt x="706" y="79"/>
                  </a:lnTo>
                  <a:lnTo>
                    <a:pt x="719" y="76"/>
                  </a:lnTo>
                  <a:lnTo>
                    <a:pt x="725" y="58"/>
                  </a:lnTo>
                  <a:lnTo>
                    <a:pt x="727" y="54"/>
                  </a:lnTo>
                  <a:lnTo>
                    <a:pt x="745" y="49"/>
                  </a:lnTo>
                  <a:lnTo>
                    <a:pt x="759" y="47"/>
                  </a:lnTo>
                  <a:lnTo>
                    <a:pt x="762" y="51"/>
                  </a:lnTo>
                  <a:lnTo>
                    <a:pt x="765" y="58"/>
                  </a:lnTo>
                  <a:lnTo>
                    <a:pt x="766" y="69"/>
                  </a:lnTo>
                  <a:lnTo>
                    <a:pt x="761" y="83"/>
                  </a:lnTo>
                  <a:lnTo>
                    <a:pt x="757" y="88"/>
                  </a:lnTo>
                  <a:lnTo>
                    <a:pt x="747" y="97"/>
                  </a:lnTo>
                  <a:lnTo>
                    <a:pt x="729" y="110"/>
                  </a:lnTo>
                  <a:lnTo>
                    <a:pt x="699" y="124"/>
                  </a:lnTo>
                  <a:lnTo>
                    <a:pt x="683" y="132"/>
                  </a:lnTo>
                  <a:lnTo>
                    <a:pt x="668" y="140"/>
                  </a:lnTo>
                  <a:lnTo>
                    <a:pt x="655" y="150"/>
                  </a:lnTo>
                  <a:lnTo>
                    <a:pt x="640" y="156"/>
                  </a:lnTo>
                  <a:lnTo>
                    <a:pt x="634" y="162"/>
                  </a:lnTo>
                  <a:lnTo>
                    <a:pt x="632" y="170"/>
                  </a:lnTo>
                  <a:lnTo>
                    <a:pt x="636" y="175"/>
                  </a:lnTo>
                  <a:lnTo>
                    <a:pt x="633" y="181"/>
                  </a:lnTo>
                  <a:lnTo>
                    <a:pt x="627" y="191"/>
                  </a:lnTo>
                  <a:lnTo>
                    <a:pt x="623" y="192"/>
                  </a:lnTo>
                  <a:lnTo>
                    <a:pt x="609" y="190"/>
                  </a:lnTo>
                  <a:lnTo>
                    <a:pt x="606" y="195"/>
                  </a:lnTo>
                  <a:lnTo>
                    <a:pt x="605" y="201"/>
                  </a:lnTo>
                  <a:lnTo>
                    <a:pt x="609" y="207"/>
                  </a:lnTo>
                  <a:lnTo>
                    <a:pt x="607" y="214"/>
                  </a:lnTo>
                  <a:lnTo>
                    <a:pt x="598" y="225"/>
                  </a:lnTo>
                  <a:lnTo>
                    <a:pt x="595" y="221"/>
                  </a:lnTo>
                  <a:lnTo>
                    <a:pt x="590" y="219"/>
                  </a:lnTo>
                  <a:lnTo>
                    <a:pt x="586" y="227"/>
                  </a:lnTo>
                  <a:lnTo>
                    <a:pt x="592" y="234"/>
                  </a:lnTo>
                  <a:lnTo>
                    <a:pt x="593" y="242"/>
                  </a:lnTo>
                  <a:lnTo>
                    <a:pt x="585" y="259"/>
                  </a:lnTo>
                  <a:lnTo>
                    <a:pt x="579" y="265"/>
                  </a:lnTo>
                  <a:close/>
                  <a:moveTo>
                    <a:pt x="186" y="1029"/>
                  </a:moveTo>
                  <a:lnTo>
                    <a:pt x="186" y="1027"/>
                  </a:lnTo>
                  <a:lnTo>
                    <a:pt x="185" y="1026"/>
                  </a:lnTo>
                  <a:lnTo>
                    <a:pt x="184" y="1025"/>
                  </a:lnTo>
                  <a:lnTo>
                    <a:pt x="183" y="1024"/>
                  </a:lnTo>
                  <a:lnTo>
                    <a:pt x="183" y="1023"/>
                  </a:lnTo>
                  <a:lnTo>
                    <a:pt x="183" y="1020"/>
                  </a:lnTo>
                  <a:lnTo>
                    <a:pt x="183" y="1018"/>
                  </a:lnTo>
                  <a:lnTo>
                    <a:pt x="184" y="1017"/>
                  </a:lnTo>
                  <a:lnTo>
                    <a:pt x="183" y="1016"/>
                  </a:lnTo>
                  <a:lnTo>
                    <a:pt x="182" y="1014"/>
                  </a:lnTo>
                  <a:lnTo>
                    <a:pt x="183" y="1013"/>
                  </a:lnTo>
                  <a:lnTo>
                    <a:pt x="183" y="1011"/>
                  </a:lnTo>
                  <a:lnTo>
                    <a:pt x="181" y="1009"/>
                  </a:lnTo>
                  <a:lnTo>
                    <a:pt x="179" y="1006"/>
                  </a:lnTo>
                  <a:lnTo>
                    <a:pt x="178" y="1004"/>
                  </a:lnTo>
                  <a:lnTo>
                    <a:pt x="179" y="1003"/>
                  </a:lnTo>
                  <a:lnTo>
                    <a:pt x="180" y="1001"/>
                  </a:lnTo>
                  <a:lnTo>
                    <a:pt x="183" y="1001"/>
                  </a:lnTo>
                  <a:lnTo>
                    <a:pt x="185" y="1001"/>
                  </a:lnTo>
                  <a:lnTo>
                    <a:pt x="186" y="1003"/>
                  </a:lnTo>
                  <a:lnTo>
                    <a:pt x="190" y="1003"/>
                  </a:lnTo>
                  <a:lnTo>
                    <a:pt x="194" y="1002"/>
                  </a:lnTo>
                  <a:lnTo>
                    <a:pt x="197" y="999"/>
                  </a:lnTo>
                  <a:lnTo>
                    <a:pt x="197" y="998"/>
                  </a:lnTo>
                  <a:lnTo>
                    <a:pt x="198" y="997"/>
                  </a:lnTo>
                  <a:lnTo>
                    <a:pt x="200" y="997"/>
                  </a:lnTo>
                  <a:lnTo>
                    <a:pt x="200" y="995"/>
                  </a:lnTo>
                  <a:lnTo>
                    <a:pt x="200" y="994"/>
                  </a:lnTo>
                  <a:lnTo>
                    <a:pt x="199" y="993"/>
                  </a:lnTo>
                  <a:lnTo>
                    <a:pt x="196" y="991"/>
                  </a:lnTo>
                  <a:lnTo>
                    <a:pt x="196" y="989"/>
                  </a:lnTo>
                  <a:lnTo>
                    <a:pt x="197" y="988"/>
                  </a:lnTo>
                  <a:lnTo>
                    <a:pt x="197" y="987"/>
                  </a:lnTo>
                  <a:lnTo>
                    <a:pt x="195" y="987"/>
                  </a:lnTo>
                  <a:lnTo>
                    <a:pt x="193" y="986"/>
                  </a:lnTo>
                  <a:lnTo>
                    <a:pt x="190" y="985"/>
                  </a:lnTo>
                  <a:lnTo>
                    <a:pt x="187" y="986"/>
                  </a:lnTo>
                  <a:lnTo>
                    <a:pt x="186" y="985"/>
                  </a:lnTo>
                  <a:lnTo>
                    <a:pt x="186" y="983"/>
                  </a:lnTo>
                  <a:lnTo>
                    <a:pt x="187" y="980"/>
                  </a:lnTo>
                  <a:lnTo>
                    <a:pt x="187" y="978"/>
                  </a:lnTo>
                  <a:lnTo>
                    <a:pt x="185" y="977"/>
                  </a:lnTo>
                  <a:lnTo>
                    <a:pt x="184" y="976"/>
                  </a:lnTo>
                  <a:lnTo>
                    <a:pt x="182" y="975"/>
                  </a:lnTo>
                  <a:lnTo>
                    <a:pt x="179" y="973"/>
                  </a:lnTo>
                  <a:lnTo>
                    <a:pt x="178" y="970"/>
                  </a:lnTo>
                  <a:lnTo>
                    <a:pt x="177" y="967"/>
                  </a:lnTo>
                  <a:lnTo>
                    <a:pt x="175" y="967"/>
                  </a:lnTo>
                  <a:lnTo>
                    <a:pt x="175" y="966"/>
                  </a:lnTo>
                  <a:lnTo>
                    <a:pt x="176" y="964"/>
                  </a:lnTo>
                  <a:lnTo>
                    <a:pt x="176" y="963"/>
                  </a:lnTo>
                  <a:lnTo>
                    <a:pt x="176" y="962"/>
                  </a:lnTo>
                  <a:lnTo>
                    <a:pt x="174" y="963"/>
                  </a:lnTo>
                  <a:lnTo>
                    <a:pt x="174" y="961"/>
                  </a:lnTo>
                  <a:lnTo>
                    <a:pt x="173" y="959"/>
                  </a:lnTo>
                  <a:lnTo>
                    <a:pt x="170" y="958"/>
                  </a:lnTo>
                  <a:lnTo>
                    <a:pt x="170" y="957"/>
                  </a:lnTo>
                  <a:lnTo>
                    <a:pt x="171" y="955"/>
                  </a:lnTo>
                  <a:lnTo>
                    <a:pt x="171" y="954"/>
                  </a:lnTo>
                  <a:lnTo>
                    <a:pt x="172" y="953"/>
                  </a:lnTo>
                  <a:lnTo>
                    <a:pt x="172" y="952"/>
                  </a:lnTo>
                  <a:lnTo>
                    <a:pt x="173" y="952"/>
                  </a:lnTo>
                  <a:lnTo>
                    <a:pt x="174" y="951"/>
                  </a:lnTo>
                  <a:lnTo>
                    <a:pt x="173" y="949"/>
                  </a:lnTo>
                  <a:lnTo>
                    <a:pt x="172" y="947"/>
                  </a:lnTo>
                  <a:lnTo>
                    <a:pt x="171" y="944"/>
                  </a:lnTo>
                  <a:lnTo>
                    <a:pt x="172" y="942"/>
                  </a:lnTo>
                  <a:lnTo>
                    <a:pt x="172" y="940"/>
                  </a:lnTo>
                  <a:lnTo>
                    <a:pt x="172" y="939"/>
                  </a:lnTo>
                  <a:lnTo>
                    <a:pt x="172" y="938"/>
                  </a:lnTo>
                  <a:lnTo>
                    <a:pt x="172" y="936"/>
                  </a:lnTo>
                  <a:lnTo>
                    <a:pt x="171" y="937"/>
                  </a:lnTo>
                  <a:lnTo>
                    <a:pt x="170" y="936"/>
                  </a:lnTo>
                  <a:lnTo>
                    <a:pt x="169" y="935"/>
                  </a:lnTo>
                  <a:lnTo>
                    <a:pt x="168" y="934"/>
                  </a:lnTo>
                  <a:lnTo>
                    <a:pt x="166" y="933"/>
                  </a:lnTo>
                  <a:lnTo>
                    <a:pt x="166" y="931"/>
                  </a:lnTo>
                  <a:lnTo>
                    <a:pt x="162" y="929"/>
                  </a:lnTo>
                  <a:lnTo>
                    <a:pt x="160" y="930"/>
                  </a:lnTo>
                  <a:lnTo>
                    <a:pt x="159" y="929"/>
                  </a:lnTo>
                  <a:lnTo>
                    <a:pt x="158" y="929"/>
                  </a:lnTo>
                  <a:lnTo>
                    <a:pt x="156" y="930"/>
                  </a:lnTo>
                  <a:lnTo>
                    <a:pt x="155" y="931"/>
                  </a:lnTo>
                  <a:lnTo>
                    <a:pt x="153" y="931"/>
                  </a:lnTo>
                  <a:lnTo>
                    <a:pt x="151" y="934"/>
                  </a:lnTo>
                  <a:lnTo>
                    <a:pt x="150" y="934"/>
                  </a:lnTo>
                  <a:lnTo>
                    <a:pt x="148" y="932"/>
                  </a:lnTo>
                  <a:lnTo>
                    <a:pt x="148" y="930"/>
                  </a:lnTo>
                  <a:lnTo>
                    <a:pt x="148" y="929"/>
                  </a:lnTo>
                  <a:lnTo>
                    <a:pt x="149" y="928"/>
                  </a:lnTo>
                  <a:lnTo>
                    <a:pt x="149" y="927"/>
                  </a:lnTo>
                  <a:lnTo>
                    <a:pt x="148" y="926"/>
                  </a:lnTo>
                  <a:lnTo>
                    <a:pt x="146" y="925"/>
                  </a:lnTo>
                  <a:lnTo>
                    <a:pt x="144" y="925"/>
                  </a:lnTo>
                  <a:lnTo>
                    <a:pt x="141" y="925"/>
                  </a:lnTo>
                  <a:lnTo>
                    <a:pt x="140" y="926"/>
                  </a:lnTo>
                  <a:lnTo>
                    <a:pt x="139" y="927"/>
                  </a:lnTo>
                  <a:lnTo>
                    <a:pt x="138" y="925"/>
                  </a:lnTo>
                  <a:lnTo>
                    <a:pt x="137" y="923"/>
                  </a:lnTo>
                  <a:lnTo>
                    <a:pt x="135" y="923"/>
                  </a:lnTo>
                  <a:lnTo>
                    <a:pt x="134" y="922"/>
                  </a:lnTo>
                  <a:lnTo>
                    <a:pt x="132" y="924"/>
                  </a:lnTo>
                  <a:lnTo>
                    <a:pt x="131" y="923"/>
                  </a:lnTo>
                  <a:lnTo>
                    <a:pt x="129" y="921"/>
                  </a:lnTo>
                  <a:lnTo>
                    <a:pt x="130" y="921"/>
                  </a:lnTo>
                  <a:lnTo>
                    <a:pt x="130" y="919"/>
                  </a:lnTo>
                  <a:lnTo>
                    <a:pt x="130" y="918"/>
                  </a:lnTo>
                  <a:lnTo>
                    <a:pt x="130" y="915"/>
                  </a:lnTo>
                  <a:lnTo>
                    <a:pt x="130" y="912"/>
                  </a:lnTo>
                  <a:lnTo>
                    <a:pt x="129" y="911"/>
                  </a:lnTo>
                  <a:lnTo>
                    <a:pt x="129" y="910"/>
                  </a:lnTo>
                  <a:lnTo>
                    <a:pt x="128" y="910"/>
                  </a:lnTo>
                  <a:lnTo>
                    <a:pt x="127" y="908"/>
                  </a:lnTo>
                  <a:lnTo>
                    <a:pt x="127" y="906"/>
                  </a:lnTo>
                  <a:lnTo>
                    <a:pt x="126" y="906"/>
                  </a:lnTo>
                  <a:lnTo>
                    <a:pt x="125" y="904"/>
                  </a:lnTo>
                  <a:lnTo>
                    <a:pt x="125" y="903"/>
                  </a:lnTo>
                  <a:lnTo>
                    <a:pt x="126" y="902"/>
                  </a:lnTo>
                  <a:lnTo>
                    <a:pt x="125" y="901"/>
                  </a:lnTo>
                  <a:lnTo>
                    <a:pt x="124" y="901"/>
                  </a:lnTo>
                  <a:lnTo>
                    <a:pt x="124" y="900"/>
                  </a:lnTo>
                  <a:lnTo>
                    <a:pt x="123" y="901"/>
                  </a:lnTo>
                  <a:lnTo>
                    <a:pt x="121" y="901"/>
                  </a:lnTo>
                  <a:lnTo>
                    <a:pt x="122" y="900"/>
                  </a:lnTo>
                  <a:lnTo>
                    <a:pt x="123" y="899"/>
                  </a:lnTo>
                  <a:lnTo>
                    <a:pt x="123" y="898"/>
                  </a:lnTo>
                  <a:lnTo>
                    <a:pt x="123" y="896"/>
                  </a:lnTo>
                  <a:lnTo>
                    <a:pt x="123" y="895"/>
                  </a:lnTo>
                  <a:lnTo>
                    <a:pt x="122" y="894"/>
                  </a:lnTo>
                  <a:lnTo>
                    <a:pt x="123" y="893"/>
                  </a:lnTo>
                  <a:lnTo>
                    <a:pt x="124" y="893"/>
                  </a:lnTo>
                  <a:lnTo>
                    <a:pt x="124" y="892"/>
                  </a:lnTo>
                  <a:lnTo>
                    <a:pt x="124" y="891"/>
                  </a:lnTo>
                  <a:lnTo>
                    <a:pt x="124" y="890"/>
                  </a:lnTo>
                  <a:lnTo>
                    <a:pt x="124" y="888"/>
                  </a:lnTo>
                  <a:lnTo>
                    <a:pt x="123" y="887"/>
                  </a:lnTo>
                  <a:lnTo>
                    <a:pt x="121" y="885"/>
                  </a:lnTo>
                  <a:lnTo>
                    <a:pt x="120" y="884"/>
                  </a:lnTo>
                  <a:lnTo>
                    <a:pt x="120" y="883"/>
                  </a:lnTo>
                  <a:lnTo>
                    <a:pt x="120" y="881"/>
                  </a:lnTo>
                  <a:lnTo>
                    <a:pt x="117" y="881"/>
                  </a:lnTo>
                  <a:lnTo>
                    <a:pt x="117" y="880"/>
                  </a:lnTo>
                  <a:lnTo>
                    <a:pt x="117" y="878"/>
                  </a:lnTo>
                  <a:lnTo>
                    <a:pt x="118" y="877"/>
                  </a:lnTo>
                  <a:lnTo>
                    <a:pt x="119" y="877"/>
                  </a:lnTo>
                  <a:lnTo>
                    <a:pt x="119" y="875"/>
                  </a:lnTo>
                  <a:lnTo>
                    <a:pt x="120" y="874"/>
                  </a:lnTo>
                  <a:lnTo>
                    <a:pt x="121" y="873"/>
                  </a:lnTo>
                  <a:lnTo>
                    <a:pt x="123" y="873"/>
                  </a:lnTo>
                  <a:lnTo>
                    <a:pt x="124" y="872"/>
                  </a:lnTo>
                  <a:lnTo>
                    <a:pt x="124" y="871"/>
                  </a:lnTo>
                  <a:lnTo>
                    <a:pt x="122" y="870"/>
                  </a:lnTo>
                  <a:lnTo>
                    <a:pt x="122" y="868"/>
                  </a:lnTo>
                  <a:lnTo>
                    <a:pt x="122" y="867"/>
                  </a:lnTo>
                  <a:lnTo>
                    <a:pt x="122" y="866"/>
                  </a:lnTo>
                  <a:lnTo>
                    <a:pt x="121" y="865"/>
                  </a:lnTo>
                  <a:lnTo>
                    <a:pt x="120" y="864"/>
                  </a:lnTo>
                  <a:lnTo>
                    <a:pt x="119" y="861"/>
                  </a:lnTo>
                  <a:lnTo>
                    <a:pt x="119" y="859"/>
                  </a:lnTo>
                  <a:lnTo>
                    <a:pt x="120" y="857"/>
                  </a:lnTo>
                  <a:lnTo>
                    <a:pt x="120" y="855"/>
                  </a:lnTo>
                  <a:lnTo>
                    <a:pt x="119" y="852"/>
                  </a:lnTo>
                  <a:lnTo>
                    <a:pt x="118" y="846"/>
                  </a:lnTo>
                  <a:lnTo>
                    <a:pt x="118" y="844"/>
                  </a:lnTo>
                  <a:lnTo>
                    <a:pt x="119" y="842"/>
                  </a:lnTo>
                  <a:lnTo>
                    <a:pt x="120" y="840"/>
                  </a:lnTo>
                  <a:lnTo>
                    <a:pt x="122" y="838"/>
                  </a:lnTo>
                  <a:lnTo>
                    <a:pt x="124" y="836"/>
                  </a:lnTo>
                  <a:lnTo>
                    <a:pt x="125" y="832"/>
                  </a:lnTo>
                  <a:lnTo>
                    <a:pt x="125" y="830"/>
                  </a:lnTo>
                  <a:lnTo>
                    <a:pt x="126" y="829"/>
                  </a:lnTo>
                  <a:lnTo>
                    <a:pt x="127" y="829"/>
                  </a:lnTo>
                  <a:lnTo>
                    <a:pt x="128" y="829"/>
                  </a:lnTo>
                  <a:lnTo>
                    <a:pt x="129" y="829"/>
                  </a:lnTo>
                  <a:lnTo>
                    <a:pt x="130" y="826"/>
                  </a:lnTo>
                  <a:lnTo>
                    <a:pt x="128" y="824"/>
                  </a:lnTo>
                  <a:lnTo>
                    <a:pt x="127" y="824"/>
                  </a:lnTo>
                  <a:lnTo>
                    <a:pt x="127" y="822"/>
                  </a:lnTo>
                  <a:lnTo>
                    <a:pt x="125" y="821"/>
                  </a:lnTo>
                  <a:lnTo>
                    <a:pt x="126" y="818"/>
                  </a:lnTo>
                  <a:lnTo>
                    <a:pt x="129" y="818"/>
                  </a:lnTo>
                  <a:lnTo>
                    <a:pt x="130" y="820"/>
                  </a:lnTo>
                  <a:lnTo>
                    <a:pt x="131" y="821"/>
                  </a:lnTo>
                  <a:lnTo>
                    <a:pt x="133" y="820"/>
                  </a:lnTo>
                  <a:lnTo>
                    <a:pt x="132" y="818"/>
                  </a:lnTo>
                  <a:lnTo>
                    <a:pt x="134" y="815"/>
                  </a:lnTo>
                  <a:lnTo>
                    <a:pt x="138" y="818"/>
                  </a:lnTo>
                  <a:lnTo>
                    <a:pt x="140" y="817"/>
                  </a:lnTo>
                  <a:lnTo>
                    <a:pt x="142" y="813"/>
                  </a:lnTo>
                  <a:lnTo>
                    <a:pt x="144" y="810"/>
                  </a:lnTo>
                  <a:lnTo>
                    <a:pt x="149" y="811"/>
                  </a:lnTo>
                  <a:lnTo>
                    <a:pt x="155" y="815"/>
                  </a:lnTo>
                  <a:lnTo>
                    <a:pt x="158" y="815"/>
                  </a:lnTo>
                  <a:lnTo>
                    <a:pt x="160" y="813"/>
                  </a:lnTo>
                  <a:lnTo>
                    <a:pt x="158" y="807"/>
                  </a:lnTo>
                  <a:lnTo>
                    <a:pt x="154" y="803"/>
                  </a:lnTo>
                  <a:lnTo>
                    <a:pt x="151" y="803"/>
                  </a:lnTo>
                  <a:lnTo>
                    <a:pt x="142" y="804"/>
                  </a:lnTo>
                  <a:lnTo>
                    <a:pt x="138" y="803"/>
                  </a:lnTo>
                  <a:lnTo>
                    <a:pt x="136" y="801"/>
                  </a:lnTo>
                  <a:lnTo>
                    <a:pt x="134" y="796"/>
                  </a:lnTo>
                  <a:lnTo>
                    <a:pt x="136" y="790"/>
                  </a:lnTo>
                  <a:lnTo>
                    <a:pt x="136" y="788"/>
                  </a:lnTo>
                  <a:lnTo>
                    <a:pt x="134" y="788"/>
                  </a:lnTo>
                  <a:lnTo>
                    <a:pt x="135" y="784"/>
                  </a:lnTo>
                  <a:lnTo>
                    <a:pt x="149" y="767"/>
                  </a:lnTo>
                  <a:lnTo>
                    <a:pt x="163" y="750"/>
                  </a:lnTo>
                  <a:lnTo>
                    <a:pt x="172" y="739"/>
                  </a:lnTo>
                  <a:lnTo>
                    <a:pt x="177" y="730"/>
                  </a:lnTo>
                  <a:lnTo>
                    <a:pt x="180" y="722"/>
                  </a:lnTo>
                  <a:lnTo>
                    <a:pt x="181" y="716"/>
                  </a:lnTo>
                  <a:lnTo>
                    <a:pt x="179" y="711"/>
                  </a:lnTo>
                  <a:lnTo>
                    <a:pt x="176" y="705"/>
                  </a:lnTo>
                  <a:lnTo>
                    <a:pt x="171" y="700"/>
                  </a:lnTo>
                  <a:lnTo>
                    <a:pt x="162" y="693"/>
                  </a:lnTo>
                  <a:lnTo>
                    <a:pt x="159" y="687"/>
                  </a:lnTo>
                  <a:lnTo>
                    <a:pt x="161" y="684"/>
                  </a:lnTo>
                  <a:lnTo>
                    <a:pt x="165" y="678"/>
                  </a:lnTo>
                  <a:lnTo>
                    <a:pt x="165" y="674"/>
                  </a:lnTo>
                  <a:lnTo>
                    <a:pt x="164" y="669"/>
                  </a:lnTo>
                  <a:lnTo>
                    <a:pt x="155" y="647"/>
                  </a:lnTo>
                  <a:lnTo>
                    <a:pt x="153" y="639"/>
                  </a:lnTo>
                  <a:lnTo>
                    <a:pt x="153" y="632"/>
                  </a:lnTo>
                  <a:lnTo>
                    <a:pt x="154" y="625"/>
                  </a:lnTo>
                  <a:lnTo>
                    <a:pt x="157" y="617"/>
                  </a:lnTo>
                  <a:lnTo>
                    <a:pt x="158" y="610"/>
                  </a:lnTo>
                  <a:lnTo>
                    <a:pt x="153" y="590"/>
                  </a:lnTo>
                  <a:lnTo>
                    <a:pt x="143" y="565"/>
                  </a:lnTo>
                  <a:lnTo>
                    <a:pt x="145" y="560"/>
                  </a:lnTo>
                  <a:lnTo>
                    <a:pt x="155" y="546"/>
                  </a:lnTo>
                  <a:lnTo>
                    <a:pt x="157" y="539"/>
                  </a:lnTo>
                  <a:lnTo>
                    <a:pt x="154" y="532"/>
                  </a:lnTo>
                  <a:lnTo>
                    <a:pt x="147" y="522"/>
                  </a:lnTo>
                  <a:lnTo>
                    <a:pt x="141" y="519"/>
                  </a:lnTo>
                  <a:lnTo>
                    <a:pt x="137" y="515"/>
                  </a:lnTo>
                  <a:lnTo>
                    <a:pt x="136" y="505"/>
                  </a:lnTo>
                  <a:lnTo>
                    <a:pt x="138" y="496"/>
                  </a:lnTo>
                  <a:lnTo>
                    <a:pt x="138" y="490"/>
                  </a:lnTo>
                  <a:lnTo>
                    <a:pt x="143" y="485"/>
                  </a:lnTo>
                  <a:lnTo>
                    <a:pt x="150" y="472"/>
                  </a:lnTo>
                  <a:lnTo>
                    <a:pt x="157" y="462"/>
                  </a:lnTo>
                  <a:lnTo>
                    <a:pt x="163" y="459"/>
                  </a:lnTo>
                  <a:lnTo>
                    <a:pt x="169" y="459"/>
                  </a:lnTo>
                  <a:lnTo>
                    <a:pt x="172" y="455"/>
                  </a:lnTo>
                  <a:lnTo>
                    <a:pt x="175" y="449"/>
                  </a:lnTo>
                  <a:lnTo>
                    <a:pt x="179" y="448"/>
                  </a:lnTo>
                  <a:lnTo>
                    <a:pt x="186" y="443"/>
                  </a:lnTo>
                  <a:lnTo>
                    <a:pt x="191" y="438"/>
                  </a:lnTo>
                  <a:lnTo>
                    <a:pt x="191" y="441"/>
                  </a:lnTo>
                  <a:lnTo>
                    <a:pt x="193" y="449"/>
                  </a:lnTo>
                  <a:lnTo>
                    <a:pt x="195" y="455"/>
                  </a:lnTo>
                  <a:lnTo>
                    <a:pt x="199" y="459"/>
                  </a:lnTo>
                  <a:lnTo>
                    <a:pt x="205" y="460"/>
                  </a:lnTo>
                  <a:lnTo>
                    <a:pt x="210" y="462"/>
                  </a:lnTo>
                  <a:lnTo>
                    <a:pt x="210" y="474"/>
                  </a:lnTo>
                  <a:lnTo>
                    <a:pt x="215" y="468"/>
                  </a:lnTo>
                  <a:lnTo>
                    <a:pt x="218" y="469"/>
                  </a:lnTo>
                  <a:lnTo>
                    <a:pt x="226" y="470"/>
                  </a:lnTo>
                  <a:lnTo>
                    <a:pt x="232" y="470"/>
                  </a:lnTo>
                  <a:lnTo>
                    <a:pt x="235" y="471"/>
                  </a:lnTo>
                  <a:lnTo>
                    <a:pt x="243" y="471"/>
                  </a:lnTo>
                  <a:lnTo>
                    <a:pt x="252" y="476"/>
                  </a:lnTo>
                  <a:lnTo>
                    <a:pt x="272" y="487"/>
                  </a:lnTo>
                  <a:lnTo>
                    <a:pt x="278" y="493"/>
                  </a:lnTo>
                  <a:lnTo>
                    <a:pt x="290" y="510"/>
                  </a:lnTo>
                  <a:lnTo>
                    <a:pt x="294" y="514"/>
                  </a:lnTo>
                  <a:lnTo>
                    <a:pt x="304" y="518"/>
                  </a:lnTo>
                  <a:lnTo>
                    <a:pt x="313" y="522"/>
                  </a:lnTo>
                  <a:lnTo>
                    <a:pt x="327" y="534"/>
                  </a:lnTo>
                  <a:lnTo>
                    <a:pt x="330" y="539"/>
                  </a:lnTo>
                  <a:lnTo>
                    <a:pt x="329" y="548"/>
                  </a:lnTo>
                  <a:lnTo>
                    <a:pt x="330" y="553"/>
                  </a:lnTo>
                  <a:lnTo>
                    <a:pt x="334" y="558"/>
                  </a:lnTo>
                  <a:lnTo>
                    <a:pt x="334" y="563"/>
                  </a:lnTo>
                  <a:lnTo>
                    <a:pt x="333" y="569"/>
                  </a:lnTo>
                  <a:lnTo>
                    <a:pt x="328" y="578"/>
                  </a:lnTo>
                  <a:lnTo>
                    <a:pt x="320" y="588"/>
                  </a:lnTo>
                  <a:lnTo>
                    <a:pt x="314" y="592"/>
                  </a:lnTo>
                  <a:lnTo>
                    <a:pt x="302" y="598"/>
                  </a:lnTo>
                  <a:lnTo>
                    <a:pt x="295" y="600"/>
                  </a:lnTo>
                  <a:lnTo>
                    <a:pt x="284" y="600"/>
                  </a:lnTo>
                  <a:lnTo>
                    <a:pt x="275" y="596"/>
                  </a:lnTo>
                  <a:lnTo>
                    <a:pt x="260" y="594"/>
                  </a:lnTo>
                  <a:lnTo>
                    <a:pt x="248" y="590"/>
                  </a:lnTo>
                  <a:lnTo>
                    <a:pt x="239" y="584"/>
                  </a:lnTo>
                  <a:lnTo>
                    <a:pt x="223" y="576"/>
                  </a:lnTo>
                  <a:lnTo>
                    <a:pt x="215" y="574"/>
                  </a:lnTo>
                  <a:lnTo>
                    <a:pt x="212" y="573"/>
                  </a:lnTo>
                  <a:lnTo>
                    <a:pt x="208" y="564"/>
                  </a:lnTo>
                  <a:lnTo>
                    <a:pt x="205" y="561"/>
                  </a:lnTo>
                  <a:lnTo>
                    <a:pt x="200" y="559"/>
                  </a:lnTo>
                  <a:lnTo>
                    <a:pt x="193" y="561"/>
                  </a:lnTo>
                  <a:lnTo>
                    <a:pt x="195" y="564"/>
                  </a:lnTo>
                  <a:lnTo>
                    <a:pt x="196" y="565"/>
                  </a:lnTo>
                  <a:lnTo>
                    <a:pt x="201" y="575"/>
                  </a:lnTo>
                  <a:lnTo>
                    <a:pt x="205" y="577"/>
                  </a:lnTo>
                  <a:lnTo>
                    <a:pt x="213" y="588"/>
                  </a:lnTo>
                  <a:lnTo>
                    <a:pt x="218" y="593"/>
                  </a:lnTo>
                  <a:lnTo>
                    <a:pt x="225" y="596"/>
                  </a:lnTo>
                  <a:lnTo>
                    <a:pt x="230" y="600"/>
                  </a:lnTo>
                  <a:lnTo>
                    <a:pt x="232" y="608"/>
                  </a:lnTo>
                  <a:lnTo>
                    <a:pt x="232" y="615"/>
                  </a:lnTo>
                  <a:lnTo>
                    <a:pt x="230" y="620"/>
                  </a:lnTo>
                  <a:lnTo>
                    <a:pt x="226" y="623"/>
                  </a:lnTo>
                  <a:lnTo>
                    <a:pt x="226" y="625"/>
                  </a:lnTo>
                  <a:lnTo>
                    <a:pt x="228" y="634"/>
                  </a:lnTo>
                  <a:lnTo>
                    <a:pt x="233" y="649"/>
                  </a:lnTo>
                  <a:lnTo>
                    <a:pt x="233" y="657"/>
                  </a:lnTo>
                  <a:lnTo>
                    <a:pt x="235" y="661"/>
                  </a:lnTo>
                  <a:lnTo>
                    <a:pt x="238" y="664"/>
                  </a:lnTo>
                  <a:lnTo>
                    <a:pt x="246" y="665"/>
                  </a:lnTo>
                  <a:lnTo>
                    <a:pt x="252" y="667"/>
                  </a:lnTo>
                  <a:lnTo>
                    <a:pt x="256" y="677"/>
                  </a:lnTo>
                  <a:lnTo>
                    <a:pt x="259" y="678"/>
                  </a:lnTo>
                  <a:lnTo>
                    <a:pt x="267" y="680"/>
                  </a:lnTo>
                  <a:lnTo>
                    <a:pt x="272" y="682"/>
                  </a:lnTo>
                  <a:lnTo>
                    <a:pt x="274" y="683"/>
                  </a:lnTo>
                  <a:lnTo>
                    <a:pt x="277" y="681"/>
                  </a:lnTo>
                  <a:lnTo>
                    <a:pt x="282" y="679"/>
                  </a:lnTo>
                  <a:lnTo>
                    <a:pt x="284" y="674"/>
                  </a:lnTo>
                  <a:lnTo>
                    <a:pt x="284" y="669"/>
                  </a:lnTo>
                  <a:lnTo>
                    <a:pt x="281" y="663"/>
                  </a:lnTo>
                  <a:lnTo>
                    <a:pt x="278" y="662"/>
                  </a:lnTo>
                  <a:lnTo>
                    <a:pt x="275" y="663"/>
                  </a:lnTo>
                  <a:lnTo>
                    <a:pt x="272" y="663"/>
                  </a:lnTo>
                  <a:lnTo>
                    <a:pt x="268" y="659"/>
                  </a:lnTo>
                  <a:lnTo>
                    <a:pt x="261" y="646"/>
                  </a:lnTo>
                  <a:lnTo>
                    <a:pt x="266" y="635"/>
                  </a:lnTo>
                  <a:lnTo>
                    <a:pt x="269" y="635"/>
                  </a:lnTo>
                  <a:lnTo>
                    <a:pt x="277" y="643"/>
                  </a:lnTo>
                  <a:lnTo>
                    <a:pt x="287" y="649"/>
                  </a:lnTo>
                  <a:lnTo>
                    <a:pt x="302" y="655"/>
                  </a:lnTo>
                  <a:lnTo>
                    <a:pt x="308" y="657"/>
                  </a:lnTo>
                  <a:lnTo>
                    <a:pt x="314" y="654"/>
                  </a:lnTo>
                  <a:lnTo>
                    <a:pt x="320" y="657"/>
                  </a:lnTo>
                  <a:lnTo>
                    <a:pt x="321" y="654"/>
                  </a:lnTo>
                  <a:lnTo>
                    <a:pt x="321" y="647"/>
                  </a:lnTo>
                  <a:lnTo>
                    <a:pt x="320" y="643"/>
                  </a:lnTo>
                  <a:lnTo>
                    <a:pt x="314" y="632"/>
                  </a:lnTo>
                  <a:lnTo>
                    <a:pt x="312" y="622"/>
                  </a:lnTo>
                  <a:lnTo>
                    <a:pt x="314" y="616"/>
                  </a:lnTo>
                  <a:lnTo>
                    <a:pt x="315" y="615"/>
                  </a:lnTo>
                  <a:lnTo>
                    <a:pt x="325" y="608"/>
                  </a:lnTo>
                  <a:lnTo>
                    <a:pt x="336" y="602"/>
                  </a:lnTo>
                  <a:lnTo>
                    <a:pt x="340" y="597"/>
                  </a:lnTo>
                  <a:lnTo>
                    <a:pt x="348" y="585"/>
                  </a:lnTo>
                  <a:lnTo>
                    <a:pt x="349" y="584"/>
                  </a:lnTo>
                  <a:lnTo>
                    <a:pt x="352" y="585"/>
                  </a:lnTo>
                  <a:lnTo>
                    <a:pt x="365" y="590"/>
                  </a:lnTo>
                  <a:lnTo>
                    <a:pt x="375" y="599"/>
                  </a:lnTo>
                  <a:lnTo>
                    <a:pt x="377" y="599"/>
                  </a:lnTo>
                  <a:lnTo>
                    <a:pt x="378" y="598"/>
                  </a:lnTo>
                  <a:lnTo>
                    <a:pt x="379" y="590"/>
                  </a:lnTo>
                  <a:lnTo>
                    <a:pt x="383" y="576"/>
                  </a:lnTo>
                  <a:lnTo>
                    <a:pt x="382" y="564"/>
                  </a:lnTo>
                  <a:lnTo>
                    <a:pt x="381" y="557"/>
                  </a:lnTo>
                  <a:lnTo>
                    <a:pt x="374" y="554"/>
                  </a:lnTo>
                  <a:lnTo>
                    <a:pt x="372" y="550"/>
                  </a:lnTo>
                  <a:lnTo>
                    <a:pt x="381" y="532"/>
                  </a:lnTo>
                  <a:lnTo>
                    <a:pt x="381" y="527"/>
                  </a:lnTo>
                  <a:lnTo>
                    <a:pt x="380" y="516"/>
                  </a:lnTo>
                  <a:lnTo>
                    <a:pt x="374" y="506"/>
                  </a:lnTo>
                  <a:lnTo>
                    <a:pt x="375" y="500"/>
                  </a:lnTo>
                  <a:lnTo>
                    <a:pt x="377" y="499"/>
                  </a:lnTo>
                  <a:lnTo>
                    <a:pt x="387" y="503"/>
                  </a:lnTo>
                  <a:lnTo>
                    <a:pt x="401" y="502"/>
                  </a:lnTo>
                  <a:lnTo>
                    <a:pt x="406" y="504"/>
                  </a:lnTo>
                  <a:lnTo>
                    <a:pt x="411" y="516"/>
                  </a:lnTo>
                  <a:lnTo>
                    <a:pt x="415" y="524"/>
                  </a:lnTo>
                  <a:lnTo>
                    <a:pt x="418" y="533"/>
                  </a:lnTo>
                  <a:lnTo>
                    <a:pt x="411" y="533"/>
                  </a:lnTo>
                  <a:lnTo>
                    <a:pt x="400" y="535"/>
                  </a:lnTo>
                  <a:lnTo>
                    <a:pt x="394" y="539"/>
                  </a:lnTo>
                  <a:lnTo>
                    <a:pt x="391" y="548"/>
                  </a:lnTo>
                  <a:lnTo>
                    <a:pt x="392" y="551"/>
                  </a:lnTo>
                  <a:lnTo>
                    <a:pt x="398" y="557"/>
                  </a:lnTo>
                  <a:lnTo>
                    <a:pt x="404" y="567"/>
                  </a:lnTo>
                  <a:lnTo>
                    <a:pt x="409" y="570"/>
                  </a:lnTo>
                  <a:lnTo>
                    <a:pt x="414" y="572"/>
                  </a:lnTo>
                  <a:lnTo>
                    <a:pt x="423" y="570"/>
                  </a:lnTo>
                  <a:lnTo>
                    <a:pt x="433" y="568"/>
                  </a:lnTo>
                  <a:lnTo>
                    <a:pt x="435" y="565"/>
                  </a:lnTo>
                  <a:lnTo>
                    <a:pt x="437" y="556"/>
                  </a:lnTo>
                  <a:lnTo>
                    <a:pt x="439" y="546"/>
                  </a:lnTo>
                  <a:lnTo>
                    <a:pt x="441" y="538"/>
                  </a:lnTo>
                  <a:lnTo>
                    <a:pt x="449" y="534"/>
                  </a:lnTo>
                  <a:lnTo>
                    <a:pt x="458" y="527"/>
                  </a:lnTo>
                  <a:lnTo>
                    <a:pt x="465" y="523"/>
                  </a:lnTo>
                  <a:lnTo>
                    <a:pt x="478" y="514"/>
                  </a:lnTo>
                  <a:lnTo>
                    <a:pt x="488" y="509"/>
                  </a:lnTo>
                  <a:lnTo>
                    <a:pt x="499" y="503"/>
                  </a:lnTo>
                  <a:lnTo>
                    <a:pt x="505" y="497"/>
                  </a:lnTo>
                  <a:lnTo>
                    <a:pt x="507" y="506"/>
                  </a:lnTo>
                  <a:lnTo>
                    <a:pt x="509" y="507"/>
                  </a:lnTo>
                  <a:lnTo>
                    <a:pt x="513" y="505"/>
                  </a:lnTo>
                  <a:lnTo>
                    <a:pt x="517" y="500"/>
                  </a:lnTo>
                  <a:lnTo>
                    <a:pt x="518" y="491"/>
                  </a:lnTo>
                  <a:lnTo>
                    <a:pt x="520" y="488"/>
                  </a:lnTo>
                  <a:lnTo>
                    <a:pt x="525" y="485"/>
                  </a:lnTo>
                  <a:lnTo>
                    <a:pt x="531" y="487"/>
                  </a:lnTo>
                  <a:lnTo>
                    <a:pt x="530" y="494"/>
                  </a:lnTo>
                  <a:lnTo>
                    <a:pt x="530" y="506"/>
                  </a:lnTo>
                  <a:lnTo>
                    <a:pt x="523" y="507"/>
                  </a:lnTo>
                  <a:lnTo>
                    <a:pt x="522" y="510"/>
                  </a:lnTo>
                  <a:lnTo>
                    <a:pt x="522" y="514"/>
                  </a:lnTo>
                  <a:lnTo>
                    <a:pt x="527" y="518"/>
                  </a:lnTo>
                  <a:lnTo>
                    <a:pt x="531" y="517"/>
                  </a:lnTo>
                  <a:lnTo>
                    <a:pt x="539" y="513"/>
                  </a:lnTo>
                  <a:lnTo>
                    <a:pt x="542" y="513"/>
                  </a:lnTo>
                  <a:lnTo>
                    <a:pt x="543" y="517"/>
                  </a:lnTo>
                  <a:lnTo>
                    <a:pt x="545" y="518"/>
                  </a:lnTo>
                  <a:lnTo>
                    <a:pt x="547" y="516"/>
                  </a:lnTo>
                  <a:lnTo>
                    <a:pt x="549" y="511"/>
                  </a:lnTo>
                  <a:lnTo>
                    <a:pt x="550" y="503"/>
                  </a:lnTo>
                  <a:lnTo>
                    <a:pt x="554" y="500"/>
                  </a:lnTo>
                  <a:lnTo>
                    <a:pt x="560" y="497"/>
                  </a:lnTo>
                  <a:lnTo>
                    <a:pt x="567" y="496"/>
                  </a:lnTo>
                  <a:lnTo>
                    <a:pt x="573" y="497"/>
                  </a:lnTo>
                  <a:lnTo>
                    <a:pt x="580" y="501"/>
                  </a:lnTo>
                  <a:lnTo>
                    <a:pt x="585" y="501"/>
                  </a:lnTo>
                  <a:lnTo>
                    <a:pt x="588" y="499"/>
                  </a:lnTo>
                  <a:lnTo>
                    <a:pt x="595" y="490"/>
                  </a:lnTo>
                  <a:lnTo>
                    <a:pt x="602" y="485"/>
                  </a:lnTo>
                  <a:lnTo>
                    <a:pt x="608" y="484"/>
                  </a:lnTo>
                  <a:lnTo>
                    <a:pt x="614" y="487"/>
                  </a:lnTo>
                  <a:lnTo>
                    <a:pt x="616" y="490"/>
                  </a:lnTo>
                  <a:lnTo>
                    <a:pt x="612" y="499"/>
                  </a:lnTo>
                  <a:lnTo>
                    <a:pt x="613" y="503"/>
                  </a:lnTo>
                  <a:lnTo>
                    <a:pt x="614" y="505"/>
                  </a:lnTo>
                  <a:lnTo>
                    <a:pt x="619" y="508"/>
                  </a:lnTo>
                  <a:lnTo>
                    <a:pt x="623" y="507"/>
                  </a:lnTo>
                  <a:lnTo>
                    <a:pt x="625" y="503"/>
                  </a:lnTo>
                  <a:lnTo>
                    <a:pt x="625" y="495"/>
                  </a:lnTo>
                  <a:lnTo>
                    <a:pt x="628" y="494"/>
                  </a:lnTo>
                  <a:lnTo>
                    <a:pt x="635" y="495"/>
                  </a:lnTo>
                  <a:lnTo>
                    <a:pt x="639" y="491"/>
                  </a:lnTo>
                  <a:lnTo>
                    <a:pt x="641" y="486"/>
                  </a:lnTo>
                  <a:lnTo>
                    <a:pt x="642" y="477"/>
                  </a:lnTo>
                  <a:lnTo>
                    <a:pt x="632" y="457"/>
                  </a:lnTo>
                  <a:lnTo>
                    <a:pt x="635" y="453"/>
                  </a:lnTo>
                  <a:lnTo>
                    <a:pt x="640" y="446"/>
                  </a:lnTo>
                  <a:lnTo>
                    <a:pt x="643" y="444"/>
                  </a:lnTo>
                  <a:lnTo>
                    <a:pt x="647" y="445"/>
                  </a:lnTo>
                  <a:lnTo>
                    <a:pt x="662" y="446"/>
                  </a:lnTo>
                  <a:lnTo>
                    <a:pt x="671" y="450"/>
                  </a:lnTo>
                  <a:lnTo>
                    <a:pt x="680" y="453"/>
                  </a:lnTo>
                  <a:lnTo>
                    <a:pt x="688" y="457"/>
                  </a:lnTo>
                  <a:lnTo>
                    <a:pt x="702" y="467"/>
                  </a:lnTo>
                  <a:lnTo>
                    <a:pt x="710" y="469"/>
                  </a:lnTo>
                  <a:lnTo>
                    <a:pt x="722" y="477"/>
                  </a:lnTo>
                  <a:lnTo>
                    <a:pt x="730" y="482"/>
                  </a:lnTo>
                  <a:lnTo>
                    <a:pt x="739" y="493"/>
                  </a:lnTo>
                  <a:lnTo>
                    <a:pt x="749" y="504"/>
                  </a:lnTo>
                  <a:lnTo>
                    <a:pt x="755" y="512"/>
                  </a:lnTo>
                  <a:lnTo>
                    <a:pt x="758" y="513"/>
                  </a:lnTo>
                  <a:lnTo>
                    <a:pt x="759" y="511"/>
                  </a:lnTo>
                  <a:lnTo>
                    <a:pt x="767" y="490"/>
                  </a:lnTo>
                  <a:lnTo>
                    <a:pt x="769" y="485"/>
                  </a:lnTo>
                  <a:lnTo>
                    <a:pt x="762" y="486"/>
                  </a:lnTo>
                  <a:lnTo>
                    <a:pt x="760" y="485"/>
                  </a:lnTo>
                  <a:lnTo>
                    <a:pt x="756" y="480"/>
                  </a:lnTo>
                  <a:lnTo>
                    <a:pt x="753" y="472"/>
                  </a:lnTo>
                  <a:lnTo>
                    <a:pt x="753" y="458"/>
                  </a:lnTo>
                  <a:lnTo>
                    <a:pt x="748" y="453"/>
                  </a:lnTo>
                  <a:lnTo>
                    <a:pt x="734" y="450"/>
                  </a:lnTo>
                  <a:lnTo>
                    <a:pt x="733" y="444"/>
                  </a:lnTo>
                  <a:lnTo>
                    <a:pt x="733" y="441"/>
                  </a:lnTo>
                  <a:lnTo>
                    <a:pt x="735" y="435"/>
                  </a:lnTo>
                  <a:lnTo>
                    <a:pt x="740" y="429"/>
                  </a:lnTo>
                  <a:lnTo>
                    <a:pt x="742" y="427"/>
                  </a:lnTo>
                  <a:lnTo>
                    <a:pt x="743" y="423"/>
                  </a:lnTo>
                  <a:lnTo>
                    <a:pt x="742" y="405"/>
                  </a:lnTo>
                  <a:lnTo>
                    <a:pt x="740" y="400"/>
                  </a:lnTo>
                  <a:lnTo>
                    <a:pt x="732" y="398"/>
                  </a:lnTo>
                  <a:lnTo>
                    <a:pt x="731" y="392"/>
                  </a:lnTo>
                  <a:lnTo>
                    <a:pt x="733" y="381"/>
                  </a:lnTo>
                  <a:lnTo>
                    <a:pt x="735" y="376"/>
                  </a:lnTo>
                  <a:lnTo>
                    <a:pt x="738" y="375"/>
                  </a:lnTo>
                  <a:lnTo>
                    <a:pt x="749" y="366"/>
                  </a:lnTo>
                  <a:lnTo>
                    <a:pt x="756" y="355"/>
                  </a:lnTo>
                  <a:lnTo>
                    <a:pt x="760" y="346"/>
                  </a:lnTo>
                  <a:lnTo>
                    <a:pt x="764" y="332"/>
                  </a:lnTo>
                  <a:lnTo>
                    <a:pt x="768" y="304"/>
                  </a:lnTo>
                  <a:lnTo>
                    <a:pt x="773" y="293"/>
                  </a:lnTo>
                  <a:lnTo>
                    <a:pt x="775" y="295"/>
                  </a:lnTo>
                  <a:lnTo>
                    <a:pt x="786" y="299"/>
                  </a:lnTo>
                  <a:lnTo>
                    <a:pt x="797" y="296"/>
                  </a:lnTo>
                  <a:lnTo>
                    <a:pt x="808" y="294"/>
                  </a:lnTo>
                  <a:lnTo>
                    <a:pt x="813" y="295"/>
                  </a:lnTo>
                  <a:lnTo>
                    <a:pt x="821" y="294"/>
                  </a:lnTo>
                  <a:lnTo>
                    <a:pt x="825" y="297"/>
                  </a:lnTo>
                  <a:lnTo>
                    <a:pt x="827" y="304"/>
                  </a:lnTo>
                  <a:lnTo>
                    <a:pt x="827" y="311"/>
                  </a:lnTo>
                  <a:lnTo>
                    <a:pt x="824" y="331"/>
                  </a:lnTo>
                  <a:lnTo>
                    <a:pt x="822" y="338"/>
                  </a:lnTo>
                  <a:lnTo>
                    <a:pt x="812" y="357"/>
                  </a:lnTo>
                  <a:lnTo>
                    <a:pt x="811" y="365"/>
                  </a:lnTo>
                  <a:lnTo>
                    <a:pt x="816" y="372"/>
                  </a:lnTo>
                  <a:lnTo>
                    <a:pt x="822" y="387"/>
                  </a:lnTo>
                  <a:lnTo>
                    <a:pt x="824" y="395"/>
                  </a:lnTo>
                  <a:lnTo>
                    <a:pt x="826" y="412"/>
                  </a:lnTo>
                  <a:lnTo>
                    <a:pt x="825" y="416"/>
                  </a:lnTo>
                  <a:lnTo>
                    <a:pt x="821" y="424"/>
                  </a:lnTo>
                  <a:lnTo>
                    <a:pt x="822" y="448"/>
                  </a:lnTo>
                  <a:lnTo>
                    <a:pt x="822" y="474"/>
                  </a:lnTo>
                  <a:lnTo>
                    <a:pt x="824" y="486"/>
                  </a:lnTo>
                  <a:lnTo>
                    <a:pt x="827" y="493"/>
                  </a:lnTo>
                  <a:lnTo>
                    <a:pt x="834" y="498"/>
                  </a:lnTo>
                  <a:lnTo>
                    <a:pt x="836" y="502"/>
                  </a:lnTo>
                  <a:lnTo>
                    <a:pt x="836" y="504"/>
                  </a:lnTo>
                  <a:lnTo>
                    <a:pt x="832" y="513"/>
                  </a:lnTo>
                  <a:lnTo>
                    <a:pt x="829" y="529"/>
                  </a:lnTo>
                  <a:lnTo>
                    <a:pt x="827" y="534"/>
                  </a:lnTo>
                  <a:lnTo>
                    <a:pt x="822" y="543"/>
                  </a:lnTo>
                  <a:lnTo>
                    <a:pt x="813" y="554"/>
                  </a:lnTo>
                  <a:lnTo>
                    <a:pt x="808" y="558"/>
                  </a:lnTo>
                  <a:lnTo>
                    <a:pt x="805" y="563"/>
                  </a:lnTo>
                  <a:lnTo>
                    <a:pt x="806" y="572"/>
                  </a:lnTo>
                  <a:lnTo>
                    <a:pt x="804" y="574"/>
                  </a:lnTo>
                  <a:lnTo>
                    <a:pt x="796" y="578"/>
                  </a:lnTo>
                  <a:lnTo>
                    <a:pt x="785" y="572"/>
                  </a:lnTo>
                  <a:lnTo>
                    <a:pt x="779" y="571"/>
                  </a:lnTo>
                  <a:lnTo>
                    <a:pt x="773" y="571"/>
                  </a:lnTo>
                  <a:lnTo>
                    <a:pt x="768" y="573"/>
                  </a:lnTo>
                  <a:lnTo>
                    <a:pt x="770" y="578"/>
                  </a:lnTo>
                  <a:lnTo>
                    <a:pt x="774" y="583"/>
                  </a:lnTo>
                  <a:lnTo>
                    <a:pt x="779" y="587"/>
                  </a:lnTo>
                  <a:lnTo>
                    <a:pt x="790" y="591"/>
                  </a:lnTo>
                  <a:lnTo>
                    <a:pt x="798" y="592"/>
                  </a:lnTo>
                  <a:lnTo>
                    <a:pt x="802" y="592"/>
                  </a:lnTo>
                  <a:lnTo>
                    <a:pt x="811" y="594"/>
                  </a:lnTo>
                  <a:lnTo>
                    <a:pt x="817" y="593"/>
                  </a:lnTo>
                  <a:lnTo>
                    <a:pt x="821" y="587"/>
                  </a:lnTo>
                  <a:lnTo>
                    <a:pt x="822" y="581"/>
                  </a:lnTo>
                  <a:lnTo>
                    <a:pt x="832" y="575"/>
                  </a:lnTo>
                  <a:lnTo>
                    <a:pt x="840" y="566"/>
                  </a:lnTo>
                  <a:lnTo>
                    <a:pt x="842" y="561"/>
                  </a:lnTo>
                  <a:lnTo>
                    <a:pt x="845" y="550"/>
                  </a:lnTo>
                  <a:lnTo>
                    <a:pt x="851" y="545"/>
                  </a:lnTo>
                  <a:lnTo>
                    <a:pt x="857" y="533"/>
                  </a:lnTo>
                  <a:lnTo>
                    <a:pt x="857" y="526"/>
                  </a:lnTo>
                  <a:lnTo>
                    <a:pt x="855" y="516"/>
                  </a:lnTo>
                  <a:lnTo>
                    <a:pt x="851" y="505"/>
                  </a:lnTo>
                  <a:lnTo>
                    <a:pt x="853" y="495"/>
                  </a:lnTo>
                  <a:lnTo>
                    <a:pt x="854" y="493"/>
                  </a:lnTo>
                  <a:lnTo>
                    <a:pt x="859" y="490"/>
                  </a:lnTo>
                  <a:lnTo>
                    <a:pt x="869" y="487"/>
                  </a:lnTo>
                  <a:lnTo>
                    <a:pt x="882" y="487"/>
                  </a:lnTo>
                  <a:lnTo>
                    <a:pt x="886" y="491"/>
                  </a:lnTo>
                  <a:lnTo>
                    <a:pt x="893" y="501"/>
                  </a:lnTo>
                  <a:lnTo>
                    <a:pt x="894" y="515"/>
                  </a:lnTo>
                  <a:lnTo>
                    <a:pt x="891" y="534"/>
                  </a:lnTo>
                  <a:lnTo>
                    <a:pt x="893" y="539"/>
                  </a:lnTo>
                  <a:lnTo>
                    <a:pt x="900" y="543"/>
                  </a:lnTo>
                  <a:lnTo>
                    <a:pt x="909" y="544"/>
                  </a:lnTo>
                  <a:lnTo>
                    <a:pt x="915" y="541"/>
                  </a:lnTo>
                  <a:lnTo>
                    <a:pt x="916" y="536"/>
                  </a:lnTo>
                  <a:lnTo>
                    <a:pt x="912" y="533"/>
                  </a:lnTo>
                  <a:lnTo>
                    <a:pt x="907" y="529"/>
                  </a:lnTo>
                  <a:lnTo>
                    <a:pt x="903" y="530"/>
                  </a:lnTo>
                  <a:lnTo>
                    <a:pt x="899" y="528"/>
                  </a:lnTo>
                  <a:lnTo>
                    <a:pt x="900" y="521"/>
                  </a:lnTo>
                  <a:lnTo>
                    <a:pt x="907" y="514"/>
                  </a:lnTo>
                  <a:lnTo>
                    <a:pt x="908" y="509"/>
                  </a:lnTo>
                  <a:lnTo>
                    <a:pt x="906" y="506"/>
                  </a:lnTo>
                  <a:lnTo>
                    <a:pt x="905" y="500"/>
                  </a:lnTo>
                  <a:lnTo>
                    <a:pt x="902" y="485"/>
                  </a:lnTo>
                  <a:lnTo>
                    <a:pt x="898" y="480"/>
                  </a:lnTo>
                  <a:lnTo>
                    <a:pt x="892" y="478"/>
                  </a:lnTo>
                  <a:lnTo>
                    <a:pt x="884" y="473"/>
                  </a:lnTo>
                  <a:lnTo>
                    <a:pt x="879" y="472"/>
                  </a:lnTo>
                  <a:lnTo>
                    <a:pt x="870" y="468"/>
                  </a:lnTo>
                  <a:lnTo>
                    <a:pt x="864" y="472"/>
                  </a:lnTo>
                  <a:lnTo>
                    <a:pt x="859" y="474"/>
                  </a:lnTo>
                  <a:lnTo>
                    <a:pt x="850" y="470"/>
                  </a:lnTo>
                  <a:lnTo>
                    <a:pt x="844" y="471"/>
                  </a:lnTo>
                  <a:lnTo>
                    <a:pt x="844" y="465"/>
                  </a:lnTo>
                  <a:lnTo>
                    <a:pt x="840" y="444"/>
                  </a:lnTo>
                  <a:lnTo>
                    <a:pt x="842" y="430"/>
                  </a:lnTo>
                  <a:lnTo>
                    <a:pt x="847" y="416"/>
                  </a:lnTo>
                  <a:lnTo>
                    <a:pt x="849" y="406"/>
                  </a:lnTo>
                  <a:lnTo>
                    <a:pt x="848" y="401"/>
                  </a:lnTo>
                  <a:lnTo>
                    <a:pt x="840" y="379"/>
                  </a:lnTo>
                  <a:lnTo>
                    <a:pt x="834" y="368"/>
                  </a:lnTo>
                  <a:lnTo>
                    <a:pt x="833" y="364"/>
                  </a:lnTo>
                  <a:lnTo>
                    <a:pt x="838" y="351"/>
                  </a:lnTo>
                  <a:lnTo>
                    <a:pt x="847" y="349"/>
                  </a:lnTo>
                  <a:lnTo>
                    <a:pt x="854" y="343"/>
                  </a:lnTo>
                  <a:lnTo>
                    <a:pt x="859" y="335"/>
                  </a:lnTo>
                  <a:lnTo>
                    <a:pt x="861" y="330"/>
                  </a:lnTo>
                  <a:lnTo>
                    <a:pt x="862" y="315"/>
                  </a:lnTo>
                  <a:lnTo>
                    <a:pt x="861" y="300"/>
                  </a:lnTo>
                  <a:lnTo>
                    <a:pt x="863" y="301"/>
                  </a:lnTo>
                  <a:lnTo>
                    <a:pt x="867" y="303"/>
                  </a:lnTo>
                  <a:lnTo>
                    <a:pt x="870" y="305"/>
                  </a:lnTo>
                  <a:lnTo>
                    <a:pt x="871" y="316"/>
                  </a:lnTo>
                  <a:lnTo>
                    <a:pt x="870" y="328"/>
                  </a:lnTo>
                  <a:lnTo>
                    <a:pt x="865" y="342"/>
                  </a:lnTo>
                  <a:lnTo>
                    <a:pt x="864" y="354"/>
                  </a:lnTo>
                  <a:lnTo>
                    <a:pt x="865" y="364"/>
                  </a:lnTo>
                  <a:lnTo>
                    <a:pt x="867" y="370"/>
                  </a:lnTo>
                  <a:lnTo>
                    <a:pt x="871" y="376"/>
                  </a:lnTo>
                  <a:lnTo>
                    <a:pt x="881" y="379"/>
                  </a:lnTo>
                  <a:lnTo>
                    <a:pt x="892" y="383"/>
                  </a:lnTo>
                  <a:lnTo>
                    <a:pt x="903" y="385"/>
                  </a:lnTo>
                  <a:lnTo>
                    <a:pt x="909" y="394"/>
                  </a:lnTo>
                  <a:lnTo>
                    <a:pt x="912" y="394"/>
                  </a:lnTo>
                  <a:lnTo>
                    <a:pt x="917" y="393"/>
                  </a:lnTo>
                  <a:lnTo>
                    <a:pt x="913" y="374"/>
                  </a:lnTo>
                  <a:lnTo>
                    <a:pt x="910" y="368"/>
                  </a:lnTo>
                  <a:lnTo>
                    <a:pt x="897" y="366"/>
                  </a:lnTo>
                  <a:lnTo>
                    <a:pt x="890" y="364"/>
                  </a:lnTo>
                  <a:lnTo>
                    <a:pt x="886" y="361"/>
                  </a:lnTo>
                  <a:lnTo>
                    <a:pt x="882" y="351"/>
                  </a:lnTo>
                  <a:lnTo>
                    <a:pt x="883" y="343"/>
                  </a:lnTo>
                  <a:lnTo>
                    <a:pt x="893" y="342"/>
                  </a:lnTo>
                  <a:lnTo>
                    <a:pt x="896" y="346"/>
                  </a:lnTo>
                  <a:lnTo>
                    <a:pt x="904" y="348"/>
                  </a:lnTo>
                  <a:lnTo>
                    <a:pt x="910" y="344"/>
                  </a:lnTo>
                  <a:lnTo>
                    <a:pt x="909" y="328"/>
                  </a:lnTo>
                  <a:lnTo>
                    <a:pt x="912" y="326"/>
                  </a:lnTo>
                  <a:lnTo>
                    <a:pt x="917" y="323"/>
                  </a:lnTo>
                  <a:lnTo>
                    <a:pt x="927" y="323"/>
                  </a:lnTo>
                  <a:lnTo>
                    <a:pt x="934" y="328"/>
                  </a:lnTo>
                  <a:lnTo>
                    <a:pt x="944" y="336"/>
                  </a:lnTo>
                  <a:lnTo>
                    <a:pt x="952" y="349"/>
                  </a:lnTo>
                  <a:lnTo>
                    <a:pt x="961" y="356"/>
                  </a:lnTo>
                  <a:lnTo>
                    <a:pt x="965" y="358"/>
                  </a:lnTo>
                  <a:lnTo>
                    <a:pt x="977" y="358"/>
                  </a:lnTo>
                  <a:lnTo>
                    <a:pt x="983" y="354"/>
                  </a:lnTo>
                  <a:lnTo>
                    <a:pt x="984" y="362"/>
                  </a:lnTo>
                  <a:lnTo>
                    <a:pt x="978" y="370"/>
                  </a:lnTo>
                  <a:lnTo>
                    <a:pt x="973" y="376"/>
                  </a:lnTo>
                  <a:lnTo>
                    <a:pt x="972" y="393"/>
                  </a:lnTo>
                  <a:lnTo>
                    <a:pt x="971" y="413"/>
                  </a:lnTo>
                  <a:lnTo>
                    <a:pt x="973" y="416"/>
                  </a:lnTo>
                  <a:lnTo>
                    <a:pt x="978" y="400"/>
                  </a:lnTo>
                  <a:lnTo>
                    <a:pt x="980" y="394"/>
                  </a:lnTo>
                  <a:lnTo>
                    <a:pt x="982" y="395"/>
                  </a:lnTo>
                  <a:lnTo>
                    <a:pt x="987" y="406"/>
                  </a:lnTo>
                  <a:lnTo>
                    <a:pt x="986" y="422"/>
                  </a:lnTo>
                  <a:lnTo>
                    <a:pt x="991" y="417"/>
                  </a:lnTo>
                  <a:lnTo>
                    <a:pt x="996" y="412"/>
                  </a:lnTo>
                  <a:lnTo>
                    <a:pt x="996" y="405"/>
                  </a:lnTo>
                  <a:lnTo>
                    <a:pt x="994" y="402"/>
                  </a:lnTo>
                  <a:lnTo>
                    <a:pt x="993" y="395"/>
                  </a:lnTo>
                  <a:lnTo>
                    <a:pt x="988" y="377"/>
                  </a:lnTo>
                  <a:lnTo>
                    <a:pt x="989" y="372"/>
                  </a:lnTo>
                  <a:lnTo>
                    <a:pt x="994" y="355"/>
                  </a:lnTo>
                  <a:lnTo>
                    <a:pt x="988" y="346"/>
                  </a:lnTo>
                  <a:lnTo>
                    <a:pt x="983" y="340"/>
                  </a:lnTo>
                  <a:lnTo>
                    <a:pt x="977" y="334"/>
                  </a:lnTo>
                  <a:lnTo>
                    <a:pt x="975" y="325"/>
                  </a:lnTo>
                  <a:lnTo>
                    <a:pt x="970" y="324"/>
                  </a:lnTo>
                  <a:lnTo>
                    <a:pt x="963" y="319"/>
                  </a:lnTo>
                  <a:lnTo>
                    <a:pt x="954" y="314"/>
                  </a:lnTo>
                  <a:lnTo>
                    <a:pt x="952" y="307"/>
                  </a:lnTo>
                  <a:lnTo>
                    <a:pt x="952" y="293"/>
                  </a:lnTo>
                  <a:lnTo>
                    <a:pt x="952" y="284"/>
                  </a:lnTo>
                  <a:lnTo>
                    <a:pt x="946" y="268"/>
                  </a:lnTo>
                  <a:lnTo>
                    <a:pt x="946" y="262"/>
                  </a:lnTo>
                  <a:lnTo>
                    <a:pt x="948" y="258"/>
                  </a:lnTo>
                  <a:lnTo>
                    <a:pt x="952" y="255"/>
                  </a:lnTo>
                  <a:lnTo>
                    <a:pt x="968" y="252"/>
                  </a:lnTo>
                  <a:lnTo>
                    <a:pt x="986" y="251"/>
                  </a:lnTo>
                  <a:lnTo>
                    <a:pt x="1001" y="248"/>
                  </a:lnTo>
                  <a:lnTo>
                    <a:pt x="1011" y="244"/>
                  </a:lnTo>
                  <a:lnTo>
                    <a:pt x="1014" y="252"/>
                  </a:lnTo>
                  <a:lnTo>
                    <a:pt x="1017" y="253"/>
                  </a:lnTo>
                  <a:lnTo>
                    <a:pt x="1023" y="247"/>
                  </a:lnTo>
                  <a:lnTo>
                    <a:pt x="1030" y="240"/>
                  </a:lnTo>
                  <a:lnTo>
                    <a:pt x="1040" y="237"/>
                  </a:lnTo>
                  <a:lnTo>
                    <a:pt x="1044" y="242"/>
                  </a:lnTo>
                  <a:lnTo>
                    <a:pt x="1037" y="250"/>
                  </a:lnTo>
                  <a:lnTo>
                    <a:pt x="1034" y="260"/>
                  </a:lnTo>
                  <a:lnTo>
                    <a:pt x="1047" y="255"/>
                  </a:lnTo>
                  <a:lnTo>
                    <a:pt x="1050" y="252"/>
                  </a:lnTo>
                  <a:lnTo>
                    <a:pt x="1057" y="243"/>
                  </a:lnTo>
                  <a:lnTo>
                    <a:pt x="1059" y="235"/>
                  </a:lnTo>
                  <a:lnTo>
                    <a:pt x="1056" y="224"/>
                  </a:lnTo>
                  <a:lnTo>
                    <a:pt x="1054" y="219"/>
                  </a:lnTo>
                  <a:lnTo>
                    <a:pt x="1048" y="213"/>
                  </a:lnTo>
                  <a:lnTo>
                    <a:pt x="1045" y="205"/>
                  </a:lnTo>
                  <a:lnTo>
                    <a:pt x="1045" y="199"/>
                  </a:lnTo>
                  <a:lnTo>
                    <a:pt x="1047" y="185"/>
                  </a:lnTo>
                  <a:lnTo>
                    <a:pt x="1055" y="174"/>
                  </a:lnTo>
                  <a:lnTo>
                    <a:pt x="1062" y="168"/>
                  </a:lnTo>
                  <a:lnTo>
                    <a:pt x="1083" y="143"/>
                  </a:lnTo>
                  <a:lnTo>
                    <a:pt x="1090" y="140"/>
                  </a:lnTo>
                  <a:lnTo>
                    <a:pt x="1092" y="139"/>
                  </a:lnTo>
                  <a:lnTo>
                    <a:pt x="1095" y="137"/>
                  </a:lnTo>
                  <a:lnTo>
                    <a:pt x="1109" y="134"/>
                  </a:lnTo>
                  <a:lnTo>
                    <a:pt x="1120" y="131"/>
                  </a:lnTo>
                  <a:lnTo>
                    <a:pt x="1137" y="124"/>
                  </a:lnTo>
                  <a:lnTo>
                    <a:pt x="1151" y="117"/>
                  </a:lnTo>
                  <a:lnTo>
                    <a:pt x="1162" y="104"/>
                  </a:lnTo>
                  <a:lnTo>
                    <a:pt x="1168" y="97"/>
                  </a:lnTo>
                  <a:lnTo>
                    <a:pt x="1180" y="98"/>
                  </a:lnTo>
                  <a:lnTo>
                    <a:pt x="1188" y="98"/>
                  </a:lnTo>
                  <a:lnTo>
                    <a:pt x="1190" y="103"/>
                  </a:lnTo>
                  <a:lnTo>
                    <a:pt x="1188" y="115"/>
                  </a:lnTo>
                  <a:lnTo>
                    <a:pt x="1199" y="118"/>
                  </a:lnTo>
                  <a:lnTo>
                    <a:pt x="1206" y="117"/>
                  </a:lnTo>
                  <a:lnTo>
                    <a:pt x="1215" y="112"/>
                  </a:lnTo>
                  <a:lnTo>
                    <a:pt x="1224" y="105"/>
                  </a:lnTo>
                  <a:lnTo>
                    <a:pt x="1231" y="104"/>
                  </a:lnTo>
                  <a:lnTo>
                    <a:pt x="1238" y="109"/>
                  </a:lnTo>
                  <a:lnTo>
                    <a:pt x="1243" y="111"/>
                  </a:lnTo>
                  <a:lnTo>
                    <a:pt x="1247" y="105"/>
                  </a:lnTo>
                  <a:lnTo>
                    <a:pt x="1248" y="95"/>
                  </a:lnTo>
                  <a:lnTo>
                    <a:pt x="1247" y="90"/>
                  </a:lnTo>
                  <a:lnTo>
                    <a:pt x="1250" y="80"/>
                  </a:lnTo>
                  <a:lnTo>
                    <a:pt x="1257" y="78"/>
                  </a:lnTo>
                  <a:lnTo>
                    <a:pt x="1264" y="79"/>
                  </a:lnTo>
                  <a:lnTo>
                    <a:pt x="1273" y="67"/>
                  </a:lnTo>
                  <a:lnTo>
                    <a:pt x="1268" y="52"/>
                  </a:lnTo>
                  <a:lnTo>
                    <a:pt x="1269" y="42"/>
                  </a:lnTo>
                  <a:lnTo>
                    <a:pt x="1277" y="28"/>
                  </a:lnTo>
                  <a:lnTo>
                    <a:pt x="1288" y="16"/>
                  </a:lnTo>
                  <a:lnTo>
                    <a:pt x="1304" y="3"/>
                  </a:lnTo>
                  <a:lnTo>
                    <a:pt x="1312" y="0"/>
                  </a:lnTo>
                  <a:lnTo>
                    <a:pt x="1319" y="2"/>
                  </a:lnTo>
                  <a:lnTo>
                    <a:pt x="1330" y="2"/>
                  </a:lnTo>
                  <a:lnTo>
                    <a:pt x="1336" y="10"/>
                  </a:lnTo>
                  <a:lnTo>
                    <a:pt x="1336" y="19"/>
                  </a:lnTo>
                  <a:lnTo>
                    <a:pt x="1325" y="32"/>
                  </a:lnTo>
                  <a:lnTo>
                    <a:pt x="1321" y="42"/>
                  </a:lnTo>
                  <a:lnTo>
                    <a:pt x="1324" y="47"/>
                  </a:lnTo>
                  <a:lnTo>
                    <a:pt x="1337" y="43"/>
                  </a:lnTo>
                  <a:lnTo>
                    <a:pt x="1348" y="48"/>
                  </a:lnTo>
                  <a:lnTo>
                    <a:pt x="1363" y="46"/>
                  </a:lnTo>
                  <a:lnTo>
                    <a:pt x="1364" y="49"/>
                  </a:lnTo>
                  <a:lnTo>
                    <a:pt x="1361" y="58"/>
                  </a:lnTo>
                  <a:lnTo>
                    <a:pt x="1353" y="72"/>
                  </a:lnTo>
                  <a:lnTo>
                    <a:pt x="1351" y="80"/>
                  </a:lnTo>
                  <a:lnTo>
                    <a:pt x="1365" y="80"/>
                  </a:lnTo>
                  <a:lnTo>
                    <a:pt x="1370" y="80"/>
                  </a:lnTo>
                  <a:lnTo>
                    <a:pt x="1372" y="82"/>
                  </a:lnTo>
                  <a:lnTo>
                    <a:pt x="1380" y="66"/>
                  </a:lnTo>
                  <a:lnTo>
                    <a:pt x="1389" y="66"/>
                  </a:lnTo>
                  <a:lnTo>
                    <a:pt x="1401" y="63"/>
                  </a:lnTo>
                  <a:lnTo>
                    <a:pt x="1406" y="67"/>
                  </a:lnTo>
                  <a:lnTo>
                    <a:pt x="1415" y="66"/>
                  </a:lnTo>
                  <a:lnTo>
                    <a:pt x="1429" y="71"/>
                  </a:lnTo>
                  <a:lnTo>
                    <a:pt x="1439" y="79"/>
                  </a:lnTo>
                  <a:lnTo>
                    <a:pt x="1447" y="92"/>
                  </a:lnTo>
                  <a:lnTo>
                    <a:pt x="1451" y="105"/>
                  </a:lnTo>
                  <a:lnTo>
                    <a:pt x="1456" y="105"/>
                  </a:lnTo>
                  <a:lnTo>
                    <a:pt x="1462" y="103"/>
                  </a:lnTo>
                  <a:lnTo>
                    <a:pt x="1465" y="117"/>
                  </a:lnTo>
                  <a:lnTo>
                    <a:pt x="1456" y="141"/>
                  </a:lnTo>
                  <a:lnTo>
                    <a:pt x="1457" y="144"/>
                  </a:lnTo>
                  <a:lnTo>
                    <a:pt x="1463" y="155"/>
                  </a:lnTo>
                  <a:lnTo>
                    <a:pt x="1447" y="178"/>
                  </a:lnTo>
                  <a:lnTo>
                    <a:pt x="1440" y="185"/>
                  </a:lnTo>
                  <a:lnTo>
                    <a:pt x="1431" y="187"/>
                  </a:lnTo>
                  <a:lnTo>
                    <a:pt x="1408" y="215"/>
                  </a:lnTo>
                  <a:lnTo>
                    <a:pt x="1386" y="240"/>
                  </a:lnTo>
                  <a:lnTo>
                    <a:pt x="1381" y="247"/>
                  </a:lnTo>
                  <a:lnTo>
                    <a:pt x="1364" y="257"/>
                  </a:lnTo>
                  <a:lnTo>
                    <a:pt x="1348" y="271"/>
                  </a:lnTo>
                  <a:lnTo>
                    <a:pt x="1333" y="298"/>
                  </a:lnTo>
                  <a:lnTo>
                    <a:pt x="1338" y="298"/>
                  </a:lnTo>
                  <a:lnTo>
                    <a:pt x="1346" y="292"/>
                  </a:lnTo>
                  <a:lnTo>
                    <a:pt x="1352" y="281"/>
                  </a:lnTo>
                  <a:lnTo>
                    <a:pt x="1364" y="277"/>
                  </a:lnTo>
                  <a:lnTo>
                    <a:pt x="1372" y="277"/>
                  </a:lnTo>
                  <a:lnTo>
                    <a:pt x="1387" y="271"/>
                  </a:lnTo>
                  <a:lnTo>
                    <a:pt x="1400" y="263"/>
                  </a:lnTo>
                  <a:lnTo>
                    <a:pt x="1407" y="261"/>
                  </a:lnTo>
                  <a:lnTo>
                    <a:pt x="1413" y="254"/>
                  </a:lnTo>
                  <a:lnTo>
                    <a:pt x="1413" y="244"/>
                  </a:lnTo>
                  <a:lnTo>
                    <a:pt x="1410" y="241"/>
                  </a:lnTo>
                  <a:lnTo>
                    <a:pt x="1409" y="239"/>
                  </a:lnTo>
                  <a:lnTo>
                    <a:pt x="1412" y="233"/>
                  </a:lnTo>
                  <a:lnTo>
                    <a:pt x="1415" y="228"/>
                  </a:lnTo>
                  <a:lnTo>
                    <a:pt x="1422" y="233"/>
                  </a:lnTo>
                  <a:lnTo>
                    <a:pt x="1426" y="243"/>
                  </a:lnTo>
                  <a:lnTo>
                    <a:pt x="1430" y="244"/>
                  </a:lnTo>
                  <a:lnTo>
                    <a:pt x="1434" y="249"/>
                  </a:lnTo>
                  <a:lnTo>
                    <a:pt x="1440" y="250"/>
                  </a:lnTo>
                  <a:lnTo>
                    <a:pt x="1445" y="249"/>
                  </a:lnTo>
                  <a:lnTo>
                    <a:pt x="1454" y="242"/>
                  </a:lnTo>
                  <a:lnTo>
                    <a:pt x="1457" y="244"/>
                  </a:lnTo>
                  <a:lnTo>
                    <a:pt x="1458" y="251"/>
                  </a:lnTo>
                  <a:lnTo>
                    <a:pt x="1458" y="264"/>
                  </a:lnTo>
                  <a:lnTo>
                    <a:pt x="1462" y="274"/>
                  </a:lnTo>
                  <a:lnTo>
                    <a:pt x="1472" y="255"/>
                  </a:lnTo>
                  <a:lnTo>
                    <a:pt x="1484" y="254"/>
                  </a:lnTo>
                  <a:lnTo>
                    <a:pt x="1494" y="251"/>
                  </a:lnTo>
                  <a:lnTo>
                    <a:pt x="1511" y="251"/>
                  </a:lnTo>
                  <a:lnTo>
                    <a:pt x="1524" y="255"/>
                  </a:lnTo>
                  <a:lnTo>
                    <a:pt x="1530" y="256"/>
                  </a:lnTo>
                  <a:lnTo>
                    <a:pt x="1539" y="257"/>
                  </a:lnTo>
                  <a:lnTo>
                    <a:pt x="1537" y="275"/>
                  </a:lnTo>
                  <a:lnTo>
                    <a:pt x="1539" y="283"/>
                  </a:lnTo>
                  <a:lnTo>
                    <a:pt x="1554" y="287"/>
                  </a:lnTo>
                  <a:lnTo>
                    <a:pt x="1560" y="290"/>
                  </a:lnTo>
                  <a:lnTo>
                    <a:pt x="1564" y="291"/>
                  </a:lnTo>
                  <a:lnTo>
                    <a:pt x="1572" y="293"/>
                  </a:lnTo>
                  <a:lnTo>
                    <a:pt x="1589" y="290"/>
                  </a:lnTo>
                  <a:lnTo>
                    <a:pt x="1598" y="290"/>
                  </a:lnTo>
                  <a:lnTo>
                    <a:pt x="1608" y="298"/>
                  </a:lnTo>
                  <a:lnTo>
                    <a:pt x="1618" y="276"/>
                  </a:lnTo>
                  <a:lnTo>
                    <a:pt x="1617" y="267"/>
                  </a:lnTo>
                  <a:lnTo>
                    <a:pt x="1616" y="261"/>
                  </a:lnTo>
                  <a:lnTo>
                    <a:pt x="1616" y="259"/>
                  </a:lnTo>
                  <a:lnTo>
                    <a:pt x="1629" y="247"/>
                  </a:lnTo>
                  <a:lnTo>
                    <a:pt x="1632" y="246"/>
                  </a:lnTo>
                  <a:lnTo>
                    <a:pt x="1638" y="249"/>
                  </a:lnTo>
                  <a:lnTo>
                    <a:pt x="1646" y="256"/>
                  </a:lnTo>
                  <a:lnTo>
                    <a:pt x="1652" y="263"/>
                  </a:lnTo>
                  <a:lnTo>
                    <a:pt x="1664" y="264"/>
                  </a:lnTo>
                  <a:lnTo>
                    <a:pt x="1673" y="262"/>
                  </a:lnTo>
                  <a:lnTo>
                    <a:pt x="1683" y="263"/>
                  </a:lnTo>
                  <a:lnTo>
                    <a:pt x="1693" y="274"/>
                  </a:lnTo>
                  <a:lnTo>
                    <a:pt x="1696" y="278"/>
                  </a:lnTo>
                  <a:lnTo>
                    <a:pt x="1696" y="287"/>
                  </a:lnTo>
                  <a:lnTo>
                    <a:pt x="1692" y="290"/>
                  </a:lnTo>
                  <a:lnTo>
                    <a:pt x="1690" y="291"/>
                  </a:lnTo>
                  <a:lnTo>
                    <a:pt x="1677" y="300"/>
                  </a:lnTo>
                  <a:lnTo>
                    <a:pt x="1660" y="317"/>
                  </a:lnTo>
                  <a:lnTo>
                    <a:pt x="1658" y="322"/>
                  </a:lnTo>
                  <a:lnTo>
                    <a:pt x="1660" y="324"/>
                  </a:lnTo>
                  <a:lnTo>
                    <a:pt x="1667" y="325"/>
                  </a:lnTo>
                  <a:lnTo>
                    <a:pt x="1674" y="326"/>
                  </a:lnTo>
                  <a:lnTo>
                    <a:pt x="1679" y="330"/>
                  </a:lnTo>
                  <a:lnTo>
                    <a:pt x="1683" y="336"/>
                  </a:lnTo>
                  <a:lnTo>
                    <a:pt x="1690" y="345"/>
                  </a:lnTo>
                  <a:lnTo>
                    <a:pt x="1694" y="349"/>
                  </a:lnTo>
                  <a:lnTo>
                    <a:pt x="1700" y="360"/>
                  </a:lnTo>
                  <a:lnTo>
                    <a:pt x="1709" y="378"/>
                  </a:lnTo>
                  <a:lnTo>
                    <a:pt x="1722" y="395"/>
                  </a:lnTo>
                  <a:lnTo>
                    <a:pt x="1731" y="401"/>
                  </a:lnTo>
                  <a:lnTo>
                    <a:pt x="1735" y="401"/>
                  </a:lnTo>
                  <a:lnTo>
                    <a:pt x="1741" y="393"/>
                  </a:lnTo>
                  <a:lnTo>
                    <a:pt x="1747" y="377"/>
                  </a:lnTo>
                  <a:lnTo>
                    <a:pt x="1755" y="354"/>
                  </a:lnTo>
                  <a:lnTo>
                    <a:pt x="1759" y="346"/>
                  </a:lnTo>
                  <a:lnTo>
                    <a:pt x="1761" y="347"/>
                  </a:lnTo>
                  <a:lnTo>
                    <a:pt x="1762" y="357"/>
                  </a:lnTo>
                  <a:lnTo>
                    <a:pt x="1768" y="364"/>
                  </a:lnTo>
                  <a:lnTo>
                    <a:pt x="1777" y="370"/>
                  </a:lnTo>
                  <a:lnTo>
                    <a:pt x="1785" y="373"/>
                  </a:lnTo>
                  <a:lnTo>
                    <a:pt x="1791" y="371"/>
                  </a:lnTo>
                  <a:lnTo>
                    <a:pt x="1805" y="361"/>
                  </a:lnTo>
                  <a:lnTo>
                    <a:pt x="1810" y="360"/>
                  </a:lnTo>
                  <a:lnTo>
                    <a:pt x="1816" y="361"/>
                  </a:lnTo>
                  <a:lnTo>
                    <a:pt x="1824" y="366"/>
                  </a:lnTo>
                  <a:lnTo>
                    <a:pt x="1838" y="382"/>
                  </a:lnTo>
                  <a:lnTo>
                    <a:pt x="1840" y="381"/>
                  </a:lnTo>
                  <a:lnTo>
                    <a:pt x="1841" y="380"/>
                  </a:lnTo>
                  <a:lnTo>
                    <a:pt x="1845" y="374"/>
                  </a:lnTo>
                  <a:lnTo>
                    <a:pt x="1847" y="368"/>
                  </a:lnTo>
                  <a:lnTo>
                    <a:pt x="1846" y="367"/>
                  </a:lnTo>
                  <a:lnTo>
                    <a:pt x="1846" y="363"/>
                  </a:lnTo>
                  <a:lnTo>
                    <a:pt x="1851" y="356"/>
                  </a:lnTo>
                  <a:lnTo>
                    <a:pt x="1854" y="356"/>
                  </a:lnTo>
                  <a:lnTo>
                    <a:pt x="1858" y="362"/>
                  </a:lnTo>
                  <a:lnTo>
                    <a:pt x="1862" y="366"/>
                  </a:lnTo>
                  <a:lnTo>
                    <a:pt x="1871" y="366"/>
                  </a:lnTo>
                  <a:lnTo>
                    <a:pt x="1872" y="355"/>
                  </a:lnTo>
                  <a:lnTo>
                    <a:pt x="1871" y="345"/>
                  </a:lnTo>
                  <a:lnTo>
                    <a:pt x="1872" y="336"/>
                  </a:lnTo>
                  <a:lnTo>
                    <a:pt x="1872" y="325"/>
                  </a:lnTo>
                  <a:lnTo>
                    <a:pt x="1865" y="328"/>
                  </a:lnTo>
                  <a:lnTo>
                    <a:pt x="1860" y="328"/>
                  </a:lnTo>
                  <a:lnTo>
                    <a:pt x="1859" y="326"/>
                  </a:lnTo>
                  <a:lnTo>
                    <a:pt x="1862" y="319"/>
                  </a:lnTo>
                  <a:lnTo>
                    <a:pt x="1864" y="317"/>
                  </a:lnTo>
                  <a:lnTo>
                    <a:pt x="1871" y="315"/>
                  </a:lnTo>
                  <a:lnTo>
                    <a:pt x="1878" y="315"/>
                  </a:lnTo>
                  <a:lnTo>
                    <a:pt x="1884" y="311"/>
                  </a:lnTo>
                  <a:lnTo>
                    <a:pt x="1895" y="296"/>
                  </a:lnTo>
                  <a:lnTo>
                    <a:pt x="1897" y="296"/>
                  </a:lnTo>
                  <a:lnTo>
                    <a:pt x="1909" y="302"/>
                  </a:lnTo>
                  <a:lnTo>
                    <a:pt x="1920" y="305"/>
                  </a:lnTo>
                  <a:lnTo>
                    <a:pt x="1934" y="309"/>
                  </a:lnTo>
                  <a:lnTo>
                    <a:pt x="1942" y="311"/>
                  </a:lnTo>
                  <a:lnTo>
                    <a:pt x="1946" y="313"/>
                  </a:lnTo>
                  <a:lnTo>
                    <a:pt x="1962" y="315"/>
                  </a:lnTo>
                  <a:lnTo>
                    <a:pt x="1950" y="329"/>
                  </a:lnTo>
                  <a:lnTo>
                    <a:pt x="1956" y="331"/>
                  </a:lnTo>
                  <a:lnTo>
                    <a:pt x="1963" y="329"/>
                  </a:lnTo>
                  <a:lnTo>
                    <a:pt x="1966" y="332"/>
                  </a:lnTo>
                  <a:lnTo>
                    <a:pt x="1963" y="340"/>
                  </a:lnTo>
                  <a:lnTo>
                    <a:pt x="1957" y="345"/>
                  </a:lnTo>
                  <a:lnTo>
                    <a:pt x="1951" y="351"/>
                  </a:lnTo>
                  <a:lnTo>
                    <a:pt x="1950" y="357"/>
                  </a:lnTo>
                  <a:lnTo>
                    <a:pt x="1955" y="358"/>
                  </a:lnTo>
                  <a:lnTo>
                    <a:pt x="1958" y="355"/>
                  </a:lnTo>
                  <a:lnTo>
                    <a:pt x="1965" y="352"/>
                  </a:lnTo>
                  <a:lnTo>
                    <a:pt x="1972" y="345"/>
                  </a:lnTo>
                  <a:lnTo>
                    <a:pt x="1983" y="326"/>
                  </a:lnTo>
                  <a:lnTo>
                    <a:pt x="2002" y="327"/>
                  </a:lnTo>
                  <a:lnTo>
                    <a:pt x="2011" y="328"/>
                  </a:lnTo>
                  <a:lnTo>
                    <a:pt x="2017" y="332"/>
                  </a:lnTo>
                  <a:lnTo>
                    <a:pt x="2024" y="336"/>
                  </a:lnTo>
                  <a:lnTo>
                    <a:pt x="2025" y="340"/>
                  </a:lnTo>
                  <a:lnTo>
                    <a:pt x="2027" y="342"/>
                  </a:lnTo>
                  <a:lnTo>
                    <a:pt x="2011" y="355"/>
                  </a:lnTo>
                  <a:lnTo>
                    <a:pt x="2015" y="358"/>
                  </a:lnTo>
                  <a:lnTo>
                    <a:pt x="2027" y="365"/>
                  </a:lnTo>
                  <a:lnTo>
                    <a:pt x="2042" y="369"/>
                  </a:lnTo>
                  <a:lnTo>
                    <a:pt x="2049" y="374"/>
                  </a:lnTo>
                  <a:lnTo>
                    <a:pt x="2054" y="382"/>
                  </a:lnTo>
                  <a:lnTo>
                    <a:pt x="2057" y="391"/>
                  </a:lnTo>
                  <a:lnTo>
                    <a:pt x="2061" y="398"/>
                  </a:lnTo>
                  <a:lnTo>
                    <a:pt x="2064" y="402"/>
                  </a:lnTo>
                  <a:lnTo>
                    <a:pt x="2075" y="401"/>
                  </a:lnTo>
                  <a:lnTo>
                    <a:pt x="2084" y="399"/>
                  </a:lnTo>
                  <a:lnTo>
                    <a:pt x="2092" y="396"/>
                  </a:lnTo>
                  <a:lnTo>
                    <a:pt x="2110" y="389"/>
                  </a:lnTo>
                  <a:lnTo>
                    <a:pt x="2125" y="387"/>
                  </a:lnTo>
                  <a:lnTo>
                    <a:pt x="2146" y="389"/>
                  </a:lnTo>
                  <a:lnTo>
                    <a:pt x="2157" y="392"/>
                  </a:lnTo>
                  <a:lnTo>
                    <a:pt x="2162" y="395"/>
                  </a:lnTo>
                  <a:lnTo>
                    <a:pt x="2170" y="404"/>
                  </a:lnTo>
                  <a:lnTo>
                    <a:pt x="2175" y="408"/>
                  </a:lnTo>
                  <a:lnTo>
                    <a:pt x="2179" y="414"/>
                  </a:lnTo>
                  <a:lnTo>
                    <a:pt x="2181" y="423"/>
                  </a:lnTo>
                  <a:lnTo>
                    <a:pt x="2180" y="433"/>
                  </a:lnTo>
                  <a:lnTo>
                    <a:pt x="2178" y="443"/>
                  </a:lnTo>
                  <a:lnTo>
                    <a:pt x="2182" y="448"/>
                  </a:lnTo>
                  <a:lnTo>
                    <a:pt x="2187" y="450"/>
                  </a:lnTo>
                  <a:lnTo>
                    <a:pt x="2193" y="450"/>
                  </a:lnTo>
                  <a:lnTo>
                    <a:pt x="2198" y="452"/>
                  </a:lnTo>
                  <a:lnTo>
                    <a:pt x="2198" y="466"/>
                  </a:lnTo>
                  <a:lnTo>
                    <a:pt x="2201" y="474"/>
                  </a:lnTo>
                  <a:lnTo>
                    <a:pt x="2205" y="471"/>
                  </a:lnTo>
                  <a:lnTo>
                    <a:pt x="2209" y="462"/>
                  </a:lnTo>
                  <a:lnTo>
                    <a:pt x="2217" y="454"/>
                  </a:lnTo>
                  <a:lnTo>
                    <a:pt x="2220" y="453"/>
                  </a:lnTo>
                  <a:lnTo>
                    <a:pt x="2222" y="454"/>
                  </a:lnTo>
                  <a:lnTo>
                    <a:pt x="2234" y="453"/>
                  </a:lnTo>
                  <a:lnTo>
                    <a:pt x="2245" y="447"/>
                  </a:lnTo>
                  <a:lnTo>
                    <a:pt x="2250" y="448"/>
                  </a:lnTo>
                  <a:lnTo>
                    <a:pt x="2254" y="457"/>
                  </a:lnTo>
                  <a:lnTo>
                    <a:pt x="2260" y="459"/>
                  </a:lnTo>
                  <a:lnTo>
                    <a:pt x="2270" y="459"/>
                  </a:lnTo>
                  <a:lnTo>
                    <a:pt x="2285" y="461"/>
                  </a:lnTo>
                  <a:lnTo>
                    <a:pt x="2292" y="458"/>
                  </a:lnTo>
                  <a:lnTo>
                    <a:pt x="2301" y="448"/>
                  </a:lnTo>
                  <a:lnTo>
                    <a:pt x="2304" y="452"/>
                  </a:lnTo>
                  <a:lnTo>
                    <a:pt x="2310" y="463"/>
                  </a:lnTo>
                  <a:lnTo>
                    <a:pt x="2313" y="467"/>
                  </a:lnTo>
                  <a:lnTo>
                    <a:pt x="2321" y="472"/>
                  </a:lnTo>
                  <a:lnTo>
                    <a:pt x="2327" y="479"/>
                  </a:lnTo>
                  <a:lnTo>
                    <a:pt x="2329" y="487"/>
                  </a:lnTo>
                  <a:lnTo>
                    <a:pt x="2334" y="489"/>
                  </a:lnTo>
                  <a:lnTo>
                    <a:pt x="2344" y="487"/>
                  </a:lnTo>
                  <a:lnTo>
                    <a:pt x="2356" y="481"/>
                  </a:lnTo>
                  <a:lnTo>
                    <a:pt x="2357" y="476"/>
                  </a:lnTo>
                  <a:lnTo>
                    <a:pt x="2355" y="469"/>
                  </a:lnTo>
                  <a:lnTo>
                    <a:pt x="2350" y="453"/>
                  </a:lnTo>
                  <a:lnTo>
                    <a:pt x="2344" y="450"/>
                  </a:lnTo>
                  <a:lnTo>
                    <a:pt x="2347" y="443"/>
                  </a:lnTo>
                  <a:lnTo>
                    <a:pt x="2350" y="432"/>
                  </a:lnTo>
                  <a:lnTo>
                    <a:pt x="2363" y="434"/>
                  </a:lnTo>
                  <a:lnTo>
                    <a:pt x="2372" y="436"/>
                  </a:lnTo>
                  <a:lnTo>
                    <a:pt x="2380" y="437"/>
                  </a:lnTo>
                  <a:lnTo>
                    <a:pt x="2388" y="440"/>
                  </a:lnTo>
                  <a:lnTo>
                    <a:pt x="2390" y="447"/>
                  </a:lnTo>
                  <a:lnTo>
                    <a:pt x="2400" y="443"/>
                  </a:lnTo>
                  <a:lnTo>
                    <a:pt x="2414" y="442"/>
                  </a:lnTo>
                  <a:lnTo>
                    <a:pt x="2430" y="443"/>
                  </a:lnTo>
                  <a:lnTo>
                    <a:pt x="2440" y="446"/>
                  </a:lnTo>
                  <a:lnTo>
                    <a:pt x="2445" y="450"/>
                  </a:lnTo>
                  <a:lnTo>
                    <a:pt x="2454" y="454"/>
                  </a:lnTo>
                  <a:lnTo>
                    <a:pt x="2463" y="456"/>
                  </a:lnTo>
                  <a:lnTo>
                    <a:pt x="2469" y="459"/>
                  </a:lnTo>
                  <a:lnTo>
                    <a:pt x="2478" y="466"/>
                  </a:lnTo>
                  <a:lnTo>
                    <a:pt x="2483" y="467"/>
                  </a:lnTo>
                  <a:lnTo>
                    <a:pt x="2488" y="471"/>
                  </a:lnTo>
                  <a:lnTo>
                    <a:pt x="2496" y="481"/>
                  </a:lnTo>
                  <a:lnTo>
                    <a:pt x="2496" y="521"/>
                  </a:lnTo>
                  <a:lnTo>
                    <a:pt x="2496" y="562"/>
                  </a:lnTo>
                  <a:lnTo>
                    <a:pt x="2496" y="601"/>
                  </a:lnTo>
                  <a:lnTo>
                    <a:pt x="2496" y="624"/>
                  </a:lnTo>
                  <a:lnTo>
                    <a:pt x="2496" y="626"/>
                  </a:lnTo>
                  <a:lnTo>
                    <a:pt x="2496" y="636"/>
                  </a:lnTo>
                  <a:lnTo>
                    <a:pt x="2496" y="639"/>
                  </a:lnTo>
                  <a:lnTo>
                    <a:pt x="2489" y="645"/>
                  </a:lnTo>
                  <a:lnTo>
                    <a:pt x="2484" y="646"/>
                  </a:lnTo>
                  <a:lnTo>
                    <a:pt x="2479" y="652"/>
                  </a:lnTo>
                  <a:lnTo>
                    <a:pt x="2475" y="653"/>
                  </a:lnTo>
                  <a:lnTo>
                    <a:pt x="2468" y="654"/>
                  </a:lnTo>
                  <a:lnTo>
                    <a:pt x="2465" y="653"/>
                  </a:lnTo>
                  <a:lnTo>
                    <a:pt x="2459" y="652"/>
                  </a:lnTo>
                  <a:lnTo>
                    <a:pt x="2458" y="646"/>
                  </a:lnTo>
                  <a:lnTo>
                    <a:pt x="2456" y="643"/>
                  </a:lnTo>
                  <a:lnTo>
                    <a:pt x="2453" y="643"/>
                  </a:lnTo>
                  <a:lnTo>
                    <a:pt x="2454" y="640"/>
                  </a:lnTo>
                  <a:lnTo>
                    <a:pt x="2448" y="646"/>
                  </a:lnTo>
                  <a:lnTo>
                    <a:pt x="2442" y="646"/>
                  </a:lnTo>
                  <a:lnTo>
                    <a:pt x="2440" y="642"/>
                  </a:lnTo>
                  <a:lnTo>
                    <a:pt x="2436" y="641"/>
                  </a:lnTo>
                  <a:lnTo>
                    <a:pt x="2439" y="650"/>
                  </a:lnTo>
                  <a:lnTo>
                    <a:pt x="2435" y="654"/>
                  </a:lnTo>
                  <a:lnTo>
                    <a:pt x="2437" y="656"/>
                  </a:lnTo>
                  <a:lnTo>
                    <a:pt x="2444" y="659"/>
                  </a:lnTo>
                  <a:lnTo>
                    <a:pt x="2448" y="654"/>
                  </a:lnTo>
                  <a:lnTo>
                    <a:pt x="2451" y="654"/>
                  </a:lnTo>
                  <a:lnTo>
                    <a:pt x="2454" y="655"/>
                  </a:lnTo>
                  <a:lnTo>
                    <a:pt x="2454" y="663"/>
                  </a:lnTo>
                  <a:lnTo>
                    <a:pt x="2455" y="666"/>
                  </a:lnTo>
                  <a:lnTo>
                    <a:pt x="2460" y="670"/>
                  </a:lnTo>
                  <a:lnTo>
                    <a:pt x="2468" y="667"/>
                  </a:lnTo>
                  <a:lnTo>
                    <a:pt x="2465" y="672"/>
                  </a:lnTo>
                  <a:lnTo>
                    <a:pt x="2470" y="668"/>
                  </a:lnTo>
                  <a:lnTo>
                    <a:pt x="2471" y="674"/>
                  </a:lnTo>
                  <a:lnTo>
                    <a:pt x="2473" y="677"/>
                  </a:lnTo>
                  <a:lnTo>
                    <a:pt x="2473" y="683"/>
                  </a:lnTo>
                  <a:lnTo>
                    <a:pt x="2474" y="686"/>
                  </a:lnTo>
                  <a:lnTo>
                    <a:pt x="2469" y="694"/>
                  </a:lnTo>
                  <a:lnTo>
                    <a:pt x="2473" y="693"/>
                  </a:lnTo>
                  <a:lnTo>
                    <a:pt x="2476" y="696"/>
                  </a:lnTo>
                  <a:lnTo>
                    <a:pt x="2479" y="703"/>
                  </a:lnTo>
                  <a:lnTo>
                    <a:pt x="2483" y="706"/>
                  </a:lnTo>
                  <a:lnTo>
                    <a:pt x="2484" y="710"/>
                  </a:lnTo>
                  <a:lnTo>
                    <a:pt x="2482" y="717"/>
                  </a:lnTo>
                  <a:lnTo>
                    <a:pt x="2488" y="715"/>
                  </a:lnTo>
                  <a:lnTo>
                    <a:pt x="2487" y="721"/>
                  </a:lnTo>
                  <a:lnTo>
                    <a:pt x="2487" y="725"/>
                  </a:lnTo>
                  <a:lnTo>
                    <a:pt x="2484" y="730"/>
                  </a:lnTo>
                  <a:lnTo>
                    <a:pt x="2479" y="733"/>
                  </a:lnTo>
                  <a:lnTo>
                    <a:pt x="2475" y="732"/>
                  </a:lnTo>
                  <a:lnTo>
                    <a:pt x="2472" y="730"/>
                  </a:lnTo>
                  <a:lnTo>
                    <a:pt x="2463" y="728"/>
                  </a:lnTo>
                  <a:lnTo>
                    <a:pt x="2457" y="726"/>
                  </a:lnTo>
                  <a:lnTo>
                    <a:pt x="2454" y="724"/>
                  </a:lnTo>
                  <a:lnTo>
                    <a:pt x="2455" y="720"/>
                  </a:lnTo>
                  <a:lnTo>
                    <a:pt x="2452" y="719"/>
                  </a:lnTo>
                  <a:lnTo>
                    <a:pt x="2450" y="720"/>
                  </a:lnTo>
                  <a:lnTo>
                    <a:pt x="2446" y="729"/>
                  </a:lnTo>
                  <a:lnTo>
                    <a:pt x="2445" y="730"/>
                  </a:lnTo>
                  <a:lnTo>
                    <a:pt x="2424" y="744"/>
                  </a:lnTo>
                  <a:lnTo>
                    <a:pt x="2415" y="746"/>
                  </a:lnTo>
                  <a:lnTo>
                    <a:pt x="2414" y="746"/>
                  </a:lnTo>
                  <a:lnTo>
                    <a:pt x="2411" y="749"/>
                  </a:lnTo>
                  <a:lnTo>
                    <a:pt x="2409" y="752"/>
                  </a:lnTo>
                  <a:lnTo>
                    <a:pt x="2404" y="755"/>
                  </a:lnTo>
                  <a:lnTo>
                    <a:pt x="2398" y="756"/>
                  </a:lnTo>
                  <a:lnTo>
                    <a:pt x="2395" y="758"/>
                  </a:lnTo>
                  <a:lnTo>
                    <a:pt x="2392" y="763"/>
                  </a:lnTo>
                  <a:lnTo>
                    <a:pt x="2389" y="766"/>
                  </a:lnTo>
                  <a:lnTo>
                    <a:pt x="2382" y="767"/>
                  </a:lnTo>
                  <a:lnTo>
                    <a:pt x="2376" y="776"/>
                  </a:lnTo>
                  <a:lnTo>
                    <a:pt x="2374" y="780"/>
                  </a:lnTo>
                  <a:lnTo>
                    <a:pt x="2363" y="787"/>
                  </a:lnTo>
                  <a:lnTo>
                    <a:pt x="2360" y="793"/>
                  </a:lnTo>
                  <a:lnTo>
                    <a:pt x="2351" y="796"/>
                  </a:lnTo>
                  <a:lnTo>
                    <a:pt x="2348" y="798"/>
                  </a:lnTo>
                  <a:lnTo>
                    <a:pt x="2347" y="803"/>
                  </a:lnTo>
                  <a:lnTo>
                    <a:pt x="2347" y="806"/>
                  </a:lnTo>
                  <a:lnTo>
                    <a:pt x="2344" y="811"/>
                  </a:lnTo>
                  <a:lnTo>
                    <a:pt x="2341" y="811"/>
                  </a:lnTo>
                  <a:lnTo>
                    <a:pt x="2337" y="807"/>
                  </a:lnTo>
                  <a:lnTo>
                    <a:pt x="2336" y="803"/>
                  </a:lnTo>
                  <a:lnTo>
                    <a:pt x="2335" y="798"/>
                  </a:lnTo>
                  <a:lnTo>
                    <a:pt x="2330" y="793"/>
                  </a:lnTo>
                  <a:lnTo>
                    <a:pt x="2322" y="793"/>
                  </a:lnTo>
                  <a:lnTo>
                    <a:pt x="2315" y="793"/>
                  </a:lnTo>
                  <a:lnTo>
                    <a:pt x="2307" y="796"/>
                  </a:lnTo>
                  <a:lnTo>
                    <a:pt x="2298" y="799"/>
                  </a:lnTo>
                  <a:lnTo>
                    <a:pt x="2294" y="802"/>
                  </a:lnTo>
                  <a:lnTo>
                    <a:pt x="2285" y="812"/>
                  </a:lnTo>
                  <a:lnTo>
                    <a:pt x="2281" y="816"/>
                  </a:lnTo>
                  <a:lnTo>
                    <a:pt x="2280" y="814"/>
                  </a:lnTo>
                  <a:lnTo>
                    <a:pt x="2284" y="796"/>
                  </a:lnTo>
                  <a:lnTo>
                    <a:pt x="2280" y="797"/>
                  </a:lnTo>
                  <a:lnTo>
                    <a:pt x="2277" y="796"/>
                  </a:lnTo>
                  <a:lnTo>
                    <a:pt x="2272" y="804"/>
                  </a:lnTo>
                  <a:lnTo>
                    <a:pt x="2267" y="806"/>
                  </a:lnTo>
                  <a:lnTo>
                    <a:pt x="2264" y="808"/>
                  </a:lnTo>
                  <a:lnTo>
                    <a:pt x="2263" y="815"/>
                  </a:lnTo>
                  <a:lnTo>
                    <a:pt x="2259" y="818"/>
                  </a:lnTo>
                  <a:lnTo>
                    <a:pt x="2256" y="815"/>
                  </a:lnTo>
                  <a:lnTo>
                    <a:pt x="2255" y="808"/>
                  </a:lnTo>
                  <a:lnTo>
                    <a:pt x="2251" y="805"/>
                  </a:lnTo>
                  <a:lnTo>
                    <a:pt x="2244" y="814"/>
                  </a:lnTo>
                  <a:lnTo>
                    <a:pt x="2246" y="811"/>
                  </a:lnTo>
                  <a:lnTo>
                    <a:pt x="2242" y="812"/>
                  </a:lnTo>
                  <a:lnTo>
                    <a:pt x="2240" y="813"/>
                  </a:lnTo>
                  <a:lnTo>
                    <a:pt x="2235" y="820"/>
                  </a:lnTo>
                  <a:lnTo>
                    <a:pt x="2234" y="824"/>
                  </a:lnTo>
                  <a:lnTo>
                    <a:pt x="2235" y="827"/>
                  </a:lnTo>
                  <a:lnTo>
                    <a:pt x="2238" y="829"/>
                  </a:lnTo>
                  <a:lnTo>
                    <a:pt x="2231" y="836"/>
                  </a:lnTo>
                  <a:lnTo>
                    <a:pt x="2230" y="839"/>
                  </a:lnTo>
                  <a:lnTo>
                    <a:pt x="2232" y="841"/>
                  </a:lnTo>
                  <a:lnTo>
                    <a:pt x="2228" y="846"/>
                  </a:lnTo>
                  <a:lnTo>
                    <a:pt x="2222" y="853"/>
                  </a:lnTo>
                  <a:lnTo>
                    <a:pt x="2217" y="860"/>
                  </a:lnTo>
                  <a:lnTo>
                    <a:pt x="2215" y="865"/>
                  </a:lnTo>
                  <a:lnTo>
                    <a:pt x="2215" y="872"/>
                  </a:lnTo>
                  <a:lnTo>
                    <a:pt x="2218" y="876"/>
                  </a:lnTo>
                  <a:lnTo>
                    <a:pt x="2221" y="877"/>
                  </a:lnTo>
                  <a:lnTo>
                    <a:pt x="2231" y="877"/>
                  </a:lnTo>
                  <a:lnTo>
                    <a:pt x="2235" y="879"/>
                  </a:lnTo>
                  <a:lnTo>
                    <a:pt x="2236" y="881"/>
                  </a:lnTo>
                  <a:lnTo>
                    <a:pt x="2233" y="886"/>
                  </a:lnTo>
                  <a:lnTo>
                    <a:pt x="2228" y="892"/>
                  </a:lnTo>
                  <a:lnTo>
                    <a:pt x="2226" y="896"/>
                  </a:lnTo>
                  <a:lnTo>
                    <a:pt x="2228" y="902"/>
                  </a:lnTo>
                  <a:lnTo>
                    <a:pt x="2230" y="908"/>
                  </a:lnTo>
                  <a:lnTo>
                    <a:pt x="2235" y="910"/>
                  </a:lnTo>
                  <a:lnTo>
                    <a:pt x="2236" y="914"/>
                  </a:lnTo>
                  <a:lnTo>
                    <a:pt x="2236" y="922"/>
                  </a:lnTo>
                  <a:lnTo>
                    <a:pt x="2234" y="927"/>
                  </a:lnTo>
                  <a:lnTo>
                    <a:pt x="2230" y="927"/>
                  </a:lnTo>
                  <a:lnTo>
                    <a:pt x="2227" y="925"/>
                  </a:lnTo>
                  <a:lnTo>
                    <a:pt x="2227" y="922"/>
                  </a:lnTo>
                  <a:lnTo>
                    <a:pt x="2230" y="915"/>
                  </a:lnTo>
                  <a:lnTo>
                    <a:pt x="2226" y="915"/>
                  </a:lnTo>
                  <a:lnTo>
                    <a:pt x="2223" y="918"/>
                  </a:lnTo>
                  <a:lnTo>
                    <a:pt x="2216" y="929"/>
                  </a:lnTo>
                  <a:lnTo>
                    <a:pt x="2212" y="937"/>
                  </a:lnTo>
                  <a:lnTo>
                    <a:pt x="2211" y="945"/>
                  </a:lnTo>
                  <a:lnTo>
                    <a:pt x="2213" y="953"/>
                  </a:lnTo>
                  <a:lnTo>
                    <a:pt x="2217" y="957"/>
                  </a:lnTo>
                  <a:lnTo>
                    <a:pt x="2218" y="960"/>
                  </a:lnTo>
                  <a:lnTo>
                    <a:pt x="2216" y="964"/>
                  </a:lnTo>
                  <a:lnTo>
                    <a:pt x="2212" y="968"/>
                  </a:lnTo>
                  <a:lnTo>
                    <a:pt x="2205" y="969"/>
                  </a:lnTo>
                  <a:lnTo>
                    <a:pt x="2200" y="968"/>
                  </a:lnTo>
                  <a:lnTo>
                    <a:pt x="2198" y="968"/>
                  </a:lnTo>
                  <a:lnTo>
                    <a:pt x="2193" y="970"/>
                  </a:lnTo>
                  <a:lnTo>
                    <a:pt x="2187" y="975"/>
                  </a:lnTo>
                  <a:lnTo>
                    <a:pt x="2186" y="977"/>
                  </a:lnTo>
                  <a:lnTo>
                    <a:pt x="2182" y="983"/>
                  </a:lnTo>
                  <a:lnTo>
                    <a:pt x="2181" y="987"/>
                  </a:lnTo>
                  <a:lnTo>
                    <a:pt x="2182" y="991"/>
                  </a:lnTo>
                  <a:lnTo>
                    <a:pt x="2185" y="995"/>
                  </a:lnTo>
                  <a:lnTo>
                    <a:pt x="2186" y="998"/>
                  </a:lnTo>
                  <a:lnTo>
                    <a:pt x="2185" y="1000"/>
                  </a:lnTo>
                  <a:lnTo>
                    <a:pt x="2181" y="1002"/>
                  </a:lnTo>
                  <a:lnTo>
                    <a:pt x="2176" y="1002"/>
                  </a:lnTo>
                  <a:lnTo>
                    <a:pt x="2168" y="1007"/>
                  </a:lnTo>
                  <a:lnTo>
                    <a:pt x="2163" y="1010"/>
                  </a:lnTo>
                  <a:lnTo>
                    <a:pt x="2163" y="1013"/>
                  </a:lnTo>
                  <a:lnTo>
                    <a:pt x="2163" y="1017"/>
                  </a:lnTo>
                  <a:lnTo>
                    <a:pt x="2162" y="1026"/>
                  </a:lnTo>
                  <a:lnTo>
                    <a:pt x="2160" y="1031"/>
                  </a:lnTo>
                  <a:lnTo>
                    <a:pt x="2154" y="1040"/>
                  </a:lnTo>
                  <a:lnTo>
                    <a:pt x="2143" y="1051"/>
                  </a:lnTo>
                  <a:lnTo>
                    <a:pt x="2138" y="1056"/>
                  </a:lnTo>
                  <a:lnTo>
                    <a:pt x="2136" y="1058"/>
                  </a:lnTo>
                  <a:lnTo>
                    <a:pt x="2133" y="1051"/>
                  </a:lnTo>
                  <a:lnTo>
                    <a:pt x="2132" y="1041"/>
                  </a:lnTo>
                  <a:lnTo>
                    <a:pt x="2130" y="1033"/>
                  </a:lnTo>
                  <a:lnTo>
                    <a:pt x="2130" y="1024"/>
                  </a:lnTo>
                  <a:lnTo>
                    <a:pt x="2127" y="1016"/>
                  </a:lnTo>
                  <a:lnTo>
                    <a:pt x="2125" y="1011"/>
                  </a:lnTo>
                  <a:lnTo>
                    <a:pt x="2124" y="1001"/>
                  </a:lnTo>
                  <a:lnTo>
                    <a:pt x="2120" y="985"/>
                  </a:lnTo>
                  <a:lnTo>
                    <a:pt x="2120" y="978"/>
                  </a:lnTo>
                  <a:lnTo>
                    <a:pt x="2119" y="971"/>
                  </a:lnTo>
                  <a:lnTo>
                    <a:pt x="2119" y="967"/>
                  </a:lnTo>
                  <a:lnTo>
                    <a:pt x="2118" y="965"/>
                  </a:lnTo>
                  <a:lnTo>
                    <a:pt x="2116" y="955"/>
                  </a:lnTo>
                  <a:lnTo>
                    <a:pt x="2116" y="945"/>
                  </a:lnTo>
                  <a:lnTo>
                    <a:pt x="2117" y="935"/>
                  </a:lnTo>
                  <a:lnTo>
                    <a:pt x="2119" y="918"/>
                  </a:lnTo>
                  <a:lnTo>
                    <a:pt x="2120" y="915"/>
                  </a:lnTo>
                  <a:lnTo>
                    <a:pt x="2128" y="904"/>
                  </a:lnTo>
                  <a:lnTo>
                    <a:pt x="2133" y="898"/>
                  </a:lnTo>
                  <a:lnTo>
                    <a:pt x="2137" y="889"/>
                  </a:lnTo>
                  <a:lnTo>
                    <a:pt x="2138" y="886"/>
                  </a:lnTo>
                  <a:lnTo>
                    <a:pt x="2138" y="882"/>
                  </a:lnTo>
                  <a:lnTo>
                    <a:pt x="2137" y="880"/>
                  </a:lnTo>
                  <a:lnTo>
                    <a:pt x="2148" y="875"/>
                  </a:lnTo>
                  <a:lnTo>
                    <a:pt x="2155" y="871"/>
                  </a:lnTo>
                  <a:lnTo>
                    <a:pt x="2161" y="867"/>
                  </a:lnTo>
                  <a:lnTo>
                    <a:pt x="2173" y="855"/>
                  </a:lnTo>
                  <a:lnTo>
                    <a:pt x="2178" y="850"/>
                  </a:lnTo>
                  <a:lnTo>
                    <a:pt x="2181" y="844"/>
                  </a:lnTo>
                  <a:lnTo>
                    <a:pt x="2182" y="839"/>
                  </a:lnTo>
                  <a:lnTo>
                    <a:pt x="2194" y="827"/>
                  </a:lnTo>
                  <a:lnTo>
                    <a:pt x="2200" y="821"/>
                  </a:lnTo>
                  <a:lnTo>
                    <a:pt x="2211" y="809"/>
                  </a:lnTo>
                  <a:lnTo>
                    <a:pt x="2214" y="805"/>
                  </a:lnTo>
                  <a:lnTo>
                    <a:pt x="2216" y="799"/>
                  </a:lnTo>
                  <a:lnTo>
                    <a:pt x="2224" y="792"/>
                  </a:lnTo>
                  <a:lnTo>
                    <a:pt x="2239" y="785"/>
                  </a:lnTo>
                  <a:lnTo>
                    <a:pt x="2241" y="779"/>
                  </a:lnTo>
                  <a:lnTo>
                    <a:pt x="2246" y="771"/>
                  </a:lnTo>
                  <a:lnTo>
                    <a:pt x="2247" y="768"/>
                  </a:lnTo>
                  <a:lnTo>
                    <a:pt x="2243" y="765"/>
                  </a:lnTo>
                  <a:lnTo>
                    <a:pt x="2248" y="751"/>
                  </a:lnTo>
                  <a:lnTo>
                    <a:pt x="2248" y="744"/>
                  </a:lnTo>
                  <a:lnTo>
                    <a:pt x="2249" y="738"/>
                  </a:lnTo>
                  <a:lnTo>
                    <a:pt x="2254" y="735"/>
                  </a:lnTo>
                  <a:lnTo>
                    <a:pt x="2266" y="734"/>
                  </a:lnTo>
                  <a:lnTo>
                    <a:pt x="2269" y="733"/>
                  </a:lnTo>
                  <a:lnTo>
                    <a:pt x="2266" y="728"/>
                  </a:lnTo>
                  <a:lnTo>
                    <a:pt x="2251" y="725"/>
                  </a:lnTo>
                  <a:lnTo>
                    <a:pt x="2246" y="726"/>
                  </a:lnTo>
                  <a:lnTo>
                    <a:pt x="2239" y="729"/>
                  </a:lnTo>
                  <a:lnTo>
                    <a:pt x="2233" y="732"/>
                  </a:lnTo>
                  <a:lnTo>
                    <a:pt x="2234" y="737"/>
                  </a:lnTo>
                  <a:lnTo>
                    <a:pt x="2229" y="750"/>
                  </a:lnTo>
                  <a:lnTo>
                    <a:pt x="2230" y="754"/>
                  </a:lnTo>
                  <a:lnTo>
                    <a:pt x="2230" y="756"/>
                  </a:lnTo>
                  <a:lnTo>
                    <a:pt x="2225" y="757"/>
                  </a:lnTo>
                  <a:lnTo>
                    <a:pt x="2222" y="759"/>
                  </a:lnTo>
                  <a:lnTo>
                    <a:pt x="2211" y="769"/>
                  </a:lnTo>
                  <a:lnTo>
                    <a:pt x="2197" y="784"/>
                  </a:lnTo>
                  <a:lnTo>
                    <a:pt x="2189" y="790"/>
                  </a:lnTo>
                  <a:lnTo>
                    <a:pt x="2187" y="789"/>
                  </a:lnTo>
                  <a:lnTo>
                    <a:pt x="2188" y="784"/>
                  </a:lnTo>
                  <a:lnTo>
                    <a:pt x="2191" y="777"/>
                  </a:lnTo>
                  <a:lnTo>
                    <a:pt x="2184" y="776"/>
                  </a:lnTo>
                  <a:lnTo>
                    <a:pt x="2183" y="772"/>
                  </a:lnTo>
                  <a:lnTo>
                    <a:pt x="2185" y="766"/>
                  </a:lnTo>
                  <a:lnTo>
                    <a:pt x="2188" y="759"/>
                  </a:lnTo>
                  <a:lnTo>
                    <a:pt x="2189" y="754"/>
                  </a:lnTo>
                  <a:lnTo>
                    <a:pt x="2189" y="751"/>
                  </a:lnTo>
                  <a:lnTo>
                    <a:pt x="2186" y="750"/>
                  </a:lnTo>
                  <a:lnTo>
                    <a:pt x="2179" y="757"/>
                  </a:lnTo>
                  <a:lnTo>
                    <a:pt x="2175" y="758"/>
                  </a:lnTo>
                  <a:lnTo>
                    <a:pt x="2173" y="752"/>
                  </a:lnTo>
                  <a:lnTo>
                    <a:pt x="2169" y="750"/>
                  </a:lnTo>
                  <a:lnTo>
                    <a:pt x="2157" y="752"/>
                  </a:lnTo>
                  <a:lnTo>
                    <a:pt x="2148" y="754"/>
                  </a:lnTo>
                  <a:lnTo>
                    <a:pt x="2142" y="755"/>
                  </a:lnTo>
                  <a:lnTo>
                    <a:pt x="2138" y="757"/>
                  </a:lnTo>
                  <a:lnTo>
                    <a:pt x="2131" y="762"/>
                  </a:lnTo>
                  <a:lnTo>
                    <a:pt x="2130" y="769"/>
                  </a:lnTo>
                  <a:lnTo>
                    <a:pt x="2131" y="772"/>
                  </a:lnTo>
                  <a:lnTo>
                    <a:pt x="2122" y="779"/>
                  </a:lnTo>
                  <a:lnTo>
                    <a:pt x="2119" y="783"/>
                  </a:lnTo>
                  <a:lnTo>
                    <a:pt x="2121" y="790"/>
                  </a:lnTo>
                  <a:lnTo>
                    <a:pt x="2111" y="795"/>
                  </a:lnTo>
                  <a:lnTo>
                    <a:pt x="2104" y="801"/>
                  </a:lnTo>
                  <a:lnTo>
                    <a:pt x="2098" y="807"/>
                  </a:lnTo>
                  <a:lnTo>
                    <a:pt x="2095" y="814"/>
                  </a:lnTo>
                  <a:lnTo>
                    <a:pt x="2093" y="821"/>
                  </a:lnTo>
                  <a:lnTo>
                    <a:pt x="2093" y="826"/>
                  </a:lnTo>
                  <a:lnTo>
                    <a:pt x="2096" y="829"/>
                  </a:lnTo>
                  <a:lnTo>
                    <a:pt x="2105" y="829"/>
                  </a:lnTo>
                  <a:lnTo>
                    <a:pt x="2107" y="833"/>
                  </a:lnTo>
                  <a:lnTo>
                    <a:pt x="2108" y="835"/>
                  </a:lnTo>
                  <a:lnTo>
                    <a:pt x="2099" y="836"/>
                  </a:lnTo>
                  <a:lnTo>
                    <a:pt x="2092" y="840"/>
                  </a:lnTo>
                  <a:lnTo>
                    <a:pt x="2085" y="839"/>
                  </a:lnTo>
                  <a:lnTo>
                    <a:pt x="2080" y="837"/>
                  </a:lnTo>
                  <a:lnTo>
                    <a:pt x="2077" y="838"/>
                  </a:lnTo>
                  <a:lnTo>
                    <a:pt x="2075" y="839"/>
                  </a:lnTo>
                  <a:lnTo>
                    <a:pt x="2070" y="845"/>
                  </a:lnTo>
                  <a:lnTo>
                    <a:pt x="2065" y="840"/>
                  </a:lnTo>
                  <a:lnTo>
                    <a:pt x="2057" y="845"/>
                  </a:lnTo>
                  <a:lnTo>
                    <a:pt x="2052" y="847"/>
                  </a:lnTo>
                  <a:lnTo>
                    <a:pt x="2049" y="846"/>
                  </a:lnTo>
                  <a:lnTo>
                    <a:pt x="2047" y="844"/>
                  </a:lnTo>
                  <a:lnTo>
                    <a:pt x="2048" y="840"/>
                  </a:lnTo>
                  <a:lnTo>
                    <a:pt x="2053" y="838"/>
                  </a:lnTo>
                  <a:lnTo>
                    <a:pt x="2059" y="837"/>
                  </a:lnTo>
                  <a:lnTo>
                    <a:pt x="2060" y="836"/>
                  </a:lnTo>
                  <a:lnTo>
                    <a:pt x="2055" y="827"/>
                  </a:lnTo>
                  <a:lnTo>
                    <a:pt x="2049" y="824"/>
                  </a:lnTo>
                  <a:lnTo>
                    <a:pt x="2041" y="825"/>
                  </a:lnTo>
                  <a:lnTo>
                    <a:pt x="2035" y="827"/>
                  </a:lnTo>
                  <a:lnTo>
                    <a:pt x="2033" y="826"/>
                  </a:lnTo>
                  <a:lnTo>
                    <a:pt x="2027" y="820"/>
                  </a:lnTo>
                  <a:lnTo>
                    <a:pt x="2021" y="819"/>
                  </a:lnTo>
                  <a:lnTo>
                    <a:pt x="2016" y="820"/>
                  </a:lnTo>
                  <a:lnTo>
                    <a:pt x="2011" y="823"/>
                  </a:lnTo>
                  <a:lnTo>
                    <a:pt x="2011" y="829"/>
                  </a:lnTo>
                  <a:lnTo>
                    <a:pt x="2010" y="832"/>
                  </a:lnTo>
                  <a:lnTo>
                    <a:pt x="2006" y="835"/>
                  </a:lnTo>
                  <a:lnTo>
                    <a:pt x="2002" y="832"/>
                  </a:lnTo>
                  <a:lnTo>
                    <a:pt x="1999" y="830"/>
                  </a:lnTo>
                  <a:lnTo>
                    <a:pt x="1989" y="831"/>
                  </a:lnTo>
                  <a:lnTo>
                    <a:pt x="1984" y="832"/>
                  </a:lnTo>
                  <a:lnTo>
                    <a:pt x="1980" y="831"/>
                  </a:lnTo>
                  <a:lnTo>
                    <a:pt x="1973" y="829"/>
                  </a:lnTo>
                  <a:lnTo>
                    <a:pt x="1970" y="830"/>
                  </a:lnTo>
                  <a:lnTo>
                    <a:pt x="1969" y="832"/>
                  </a:lnTo>
                  <a:lnTo>
                    <a:pt x="1968" y="838"/>
                  </a:lnTo>
                  <a:lnTo>
                    <a:pt x="1963" y="838"/>
                  </a:lnTo>
                  <a:lnTo>
                    <a:pt x="1961" y="837"/>
                  </a:lnTo>
                  <a:lnTo>
                    <a:pt x="1961" y="832"/>
                  </a:lnTo>
                  <a:lnTo>
                    <a:pt x="1959" y="828"/>
                  </a:lnTo>
                  <a:lnTo>
                    <a:pt x="1951" y="829"/>
                  </a:lnTo>
                  <a:lnTo>
                    <a:pt x="1943" y="828"/>
                  </a:lnTo>
                  <a:lnTo>
                    <a:pt x="1935" y="829"/>
                  </a:lnTo>
                  <a:lnTo>
                    <a:pt x="1927" y="830"/>
                  </a:lnTo>
                  <a:lnTo>
                    <a:pt x="1921" y="829"/>
                  </a:lnTo>
                  <a:lnTo>
                    <a:pt x="1919" y="830"/>
                  </a:lnTo>
                  <a:lnTo>
                    <a:pt x="1912" y="834"/>
                  </a:lnTo>
                  <a:lnTo>
                    <a:pt x="1905" y="840"/>
                  </a:lnTo>
                  <a:lnTo>
                    <a:pt x="1900" y="846"/>
                  </a:lnTo>
                  <a:lnTo>
                    <a:pt x="1896" y="853"/>
                  </a:lnTo>
                  <a:lnTo>
                    <a:pt x="1890" y="856"/>
                  </a:lnTo>
                  <a:lnTo>
                    <a:pt x="1884" y="861"/>
                  </a:lnTo>
                  <a:lnTo>
                    <a:pt x="1882" y="863"/>
                  </a:lnTo>
                  <a:lnTo>
                    <a:pt x="1875" y="878"/>
                  </a:lnTo>
                  <a:lnTo>
                    <a:pt x="1864" y="887"/>
                  </a:lnTo>
                  <a:lnTo>
                    <a:pt x="1857" y="893"/>
                  </a:lnTo>
                  <a:lnTo>
                    <a:pt x="1849" y="902"/>
                  </a:lnTo>
                  <a:lnTo>
                    <a:pt x="1837" y="918"/>
                  </a:lnTo>
                  <a:lnTo>
                    <a:pt x="1832" y="926"/>
                  </a:lnTo>
                  <a:lnTo>
                    <a:pt x="1821" y="937"/>
                  </a:lnTo>
                  <a:lnTo>
                    <a:pt x="1814" y="941"/>
                  </a:lnTo>
                  <a:lnTo>
                    <a:pt x="1801" y="952"/>
                  </a:lnTo>
                  <a:lnTo>
                    <a:pt x="1797" y="957"/>
                  </a:lnTo>
                  <a:lnTo>
                    <a:pt x="1795" y="960"/>
                  </a:lnTo>
                  <a:lnTo>
                    <a:pt x="1795" y="965"/>
                  </a:lnTo>
                  <a:lnTo>
                    <a:pt x="1798" y="968"/>
                  </a:lnTo>
                  <a:lnTo>
                    <a:pt x="1802" y="969"/>
                  </a:lnTo>
                  <a:lnTo>
                    <a:pt x="1808" y="969"/>
                  </a:lnTo>
                  <a:lnTo>
                    <a:pt x="1816" y="967"/>
                  </a:lnTo>
                  <a:lnTo>
                    <a:pt x="1820" y="967"/>
                  </a:lnTo>
                  <a:lnTo>
                    <a:pt x="1818" y="983"/>
                  </a:lnTo>
                  <a:lnTo>
                    <a:pt x="1818" y="987"/>
                  </a:lnTo>
                  <a:lnTo>
                    <a:pt x="1820" y="988"/>
                  </a:lnTo>
                  <a:lnTo>
                    <a:pt x="1824" y="987"/>
                  </a:lnTo>
                  <a:lnTo>
                    <a:pt x="1829" y="983"/>
                  </a:lnTo>
                  <a:lnTo>
                    <a:pt x="1834" y="985"/>
                  </a:lnTo>
                  <a:lnTo>
                    <a:pt x="1833" y="987"/>
                  </a:lnTo>
                  <a:lnTo>
                    <a:pt x="1830" y="990"/>
                  </a:lnTo>
                  <a:lnTo>
                    <a:pt x="1829" y="993"/>
                  </a:lnTo>
                  <a:lnTo>
                    <a:pt x="1832" y="994"/>
                  </a:lnTo>
                  <a:lnTo>
                    <a:pt x="1843" y="994"/>
                  </a:lnTo>
                  <a:lnTo>
                    <a:pt x="1847" y="991"/>
                  </a:lnTo>
                  <a:lnTo>
                    <a:pt x="1850" y="985"/>
                  </a:lnTo>
                  <a:lnTo>
                    <a:pt x="1850" y="977"/>
                  </a:lnTo>
                  <a:lnTo>
                    <a:pt x="1855" y="977"/>
                  </a:lnTo>
                  <a:lnTo>
                    <a:pt x="1860" y="977"/>
                  </a:lnTo>
                  <a:lnTo>
                    <a:pt x="1865" y="977"/>
                  </a:lnTo>
                  <a:lnTo>
                    <a:pt x="1872" y="981"/>
                  </a:lnTo>
                  <a:lnTo>
                    <a:pt x="1877" y="985"/>
                  </a:lnTo>
                  <a:lnTo>
                    <a:pt x="1880" y="992"/>
                  </a:lnTo>
                  <a:lnTo>
                    <a:pt x="1886" y="999"/>
                  </a:lnTo>
                  <a:lnTo>
                    <a:pt x="1889" y="1001"/>
                  </a:lnTo>
                  <a:lnTo>
                    <a:pt x="1892" y="1004"/>
                  </a:lnTo>
                  <a:lnTo>
                    <a:pt x="1892" y="1006"/>
                  </a:lnTo>
                  <a:lnTo>
                    <a:pt x="1888" y="1010"/>
                  </a:lnTo>
                  <a:lnTo>
                    <a:pt x="1891" y="1013"/>
                  </a:lnTo>
                  <a:lnTo>
                    <a:pt x="1892" y="1017"/>
                  </a:lnTo>
                  <a:lnTo>
                    <a:pt x="1890" y="1025"/>
                  </a:lnTo>
                  <a:lnTo>
                    <a:pt x="1893" y="1026"/>
                  </a:lnTo>
                  <a:lnTo>
                    <a:pt x="1895" y="1029"/>
                  </a:lnTo>
                  <a:lnTo>
                    <a:pt x="1893" y="1034"/>
                  </a:lnTo>
                  <a:lnTo>
                    <a:pt x="1890" y="1039"/>
                  </a:lnTo>
                  <a:lnTo>
                    <a:pt x="1886" y="1046"/>
                  </a:lnTo>
                  <a:lnTo>
                    <a:pt x="1881" y="1061"/>
                  </a:lnTo>
                  <a:lnTo>
                    <a:pt x="1880" y="1068"/>
                  </a:lnTo>
                  <a:lnTo>
                    <a:pt x="1881" y="1071"/>
                  </a:lnTo>
                  <a:lnTo>
                    <a:pt x="1882" y="1078"/>
                  </a:lnTo>
                  <a:lnTo>
                    <a:pt x="1881" y="1089"/>
                  </a:lnTo>
                  <a:lnTo>
                    <a:pt x="1880" y="1096"/>
                  </a:lnTo>
                  <a:lnTo>
                    <a:pt x="1877" y="1111"/>
                  </a:lnTo>
                  <a:lnTo>
                    <a:pt x="1876" y="1117"/>
                  </a:lnTo>
                  <a:lnTo>
                    <a:pt x="1863" y="1133"/>
                  </a:lnTo>
                  <a:lnTo>
                    <a:pt x="1860" y="1138"/>
                  </a:lnTo>
                  <a:lnTo>
                    <a:pt x="1858" y="1144"/>
                  </a:lnTo>
                  <a:lnTo>
                    <a:pt x="1854" y="1149"/>
                  </a:lnTo>
                  <a:lnTo>
                    <a:pt x="1849" y="1154"/>
                  </a:lnTo>
                  <a:lnTo>
                    <a:pt x="1848" y="1158"/>
                  </a:lnTo>
                  <a:lnTo>
                    <a:pt x="1843" y="1169"/>
                  </a:lnTo>
                  <a:lnTo>
                    <a:pt x="1839" y="1174"/>
                  </a:lnTo>
                  <a:lnTo>
                    <a:pt x="1833" y="1183"/>
                  </a:lnTo>
                  <a:lnTo>
                    <a:pt x="1820" y="1198"/>
                  </a:lnTo>
                  <a:lnTo>
                    <a:pt x="1817" y="1202"/>
                  </a:lnTo>
                  <a:lnTo>
                    <a:pt x="1815" y="1207"/>
                  </a:lnTo>
                  <a:lnTo>
                    <a:pt x="1813" y="1210"/>
                  </a:lnTo>
                  <a:lnTo>
                    <a:pt x="1807" y="1214"/>
                  </a:lnTo>
                  <a:lnTo>
                    <a:pt x="1804" y="1218"/>
                  </a:lnTo>
                  <a:lnTo>
                    <a:pt x="1799" y="1225"/>
                  </a:lnTo>
                  <a:lnTo>
                    <a:pt x="1796" y="1229"/>
                  </a:lnTo>
                  <a:lnTo>
                    <a:pt x="1790" y="1235"/>
                  </a:lnTo>
                  <a:lnTo>
                    <a:pt x="1783" y="1240"/>
                  </a:lnTo>
                  <a:lnTo>
                    <a:pt x="1771" y="1245"/>
                  </a:lnTo>
                  <a:lnTo>
                    <a:pt x="1765" y="1247"/>
                  </a:lnTo>
                  <a:lnTo>
                    <a:pt x="1763" y="1243"/>
                  </a:lnTo>
                  <a:lnTo>
                    <a:pt x="1760" y="1242"/>
                  </a:lnTo>
                  <a:lnTo>
                    <a:pt x="1758" y="1243"/>
                  </a:lnTo>
                  <a:lnTo>
                    <a:pt x="1755" y="1241"/>
                  </a:lnTo>
                  <a:lnTo>
                    <a:pt x="1753" y="1236"/>
                  </a:lnTo>
                  <a:lnTo>
                    <a:pt x="1748" y="1239"/>
                  </a:lnTo>
                  <a:lnTo>
                    <a:pt x="1745" y="1240"/>
                  </a:lnTo>
                  <a:lnTo>
                    <a:pt x="1748" y="1234"/>
                  </a:lnTo>
                  <a:lnTo>
                    <a:pt x="1744" y="1235"/>
                  </a:lnTo>
                  <a:lnTo>
                    <a:pt x="1740" y="1240"/>
                  </a:lnTo>
                  <a:lnTo>
                    <a:pt x="1735" y="1245"/>
                  </a:lnTo>
                  <a:lnTo>
                    <a:pt x="1726" y="1255"/>
                  </a:lnTo>
                  <a:lnTo>
                    <a:pt x="1726" y="1256"/>
                  </a:lnTo>
                  <a:lnTo>
                    <a:pt x="1725" y="1252"/>
                  </a:lnTo>
                  <a:lnTo>
                    <a:pt x="1722" y="1247"/>
                  </a:lnTo>
                  <a:lnTo>
                    <a:pt x="1723" y="1247"/>
                  </a:lnTo>
                  <a:lnTo>
                    <a:pt x="1732" y="1243"/>
                  </a:lnTo>
                  <a:lnTo>
                    <a:pt x="1735" y="1238"/>
                  </a:lnTo>
                  <a:lnTo>
                    <a:pt x="1737" y="1235"/>
                  </a:lnTo>
                  <a:lnTo>
                    <a:pt x="1736" y="1232"/>
                  </a:lnTo>
                  <a:lnTo>
                    <a:pt x="1736" y="1231"/>
                  </a:lnTo>
                  <a:lnTo>
                    <a:pt x="1737" y="1228"/>
                  </a:lnTo>
                  <a:lnTo>
                    <a:pt x="1737" y="1221"/>
                  </a:lnTo>
                  <a:lnTo>
                    <a:pt x="1736" y="1215"/>
                  </a:lnTo>
                  <a:lnTo>
                    <a:pt x="1734" y="1206"/>
                  </a:lnTo>
                  <a:lnTo>
                    <a:pt x="1734" y="1200"/>
                  </a:lnTo>
                  <a:lnTo>
                    <a:pt x="1746" y="1191"/>
                  </a:lnTo>
                  <a:lnTo>
                    <a:pt x="1749" y="1191"/>
                  </a:lnTo>
                  <a:lnTo>
                    <a:pt x="1754" y="1194"/>
                  </a:lnTo>
                  <a:lnTo>
                    <a:pt x="1759" y="1196"/>
                  </a:lnTo>
                  <a:lnTo>
                    <a:pt x="1762" y="1197"/>
                  </a:lnTo>
                  <a:lnTo>
                    <a:pt x="1765" y="1194"/>
                  </a:lnTo>
                  <a:lnTo>
                    <a:pt x="1769" y="1186"/>
                  </a:lnTo>
                  <a:lnTo>
                    <a:pt x="1772" y="1182"/>
                  </a:lnTo>
                  <a:lnTo>
                    <a:pt x="1776" y="1171"/>
                  </a:lnTo>
                  <a:lnTo>
                    <a:pt x="1780" y="1160"/>
                  </a:lnTo>
                  <a:lnTo>
                    <a:pt x="1782" y="1152"/>
                  </a:lnTo>
                  <a:lnTo>
                    <a:pt x="1784" y="1144"/>
                  </a:lnTo>
                  <a:lnTo>
                    <a:pt x="1789" y="1140"/>
                  </a:lnTo>
                  <a:lnTo>
                    <a:pt x="1792" y="1136"/>
                  </a:lnTo>
                  <a:lnTo>
                    <a:pt x="1792" y="1130"/>
                  </a:lnTo>
                  <a:lnTo>
                    <a:pt x="1791" y="1126"/>
                  </a:lnTo>
                  <a:lnTo>
                    <a:pt x="1791" y="1123"/>
                  </a:lnTo>
                  <a:lnTo>
                    <a:pt x="1790" y="1123"/>
                  </a:lnTo>
                  <a:lnTo>
                    <a:pt x="1783" y="1123"/>
                  </a:lnTo>
                  <a:lnTo>
                    <a:pt x="1775" y="1125"/>
                  </a:lnTo>
                  <a:lnTo>
                    <a:pt x="1765" y="1128"/>
                  </a:lnTo>
                  <a:lnTo>
                    <a:pt x="1759" y="1131"/>
                  </a:lnTo>
                  <a:lnTo>
                    <a:pt x="1754" y="1134"/>
                  </a:lnTo>
                  <a:lnTo>
                    <a:pt x="1743" y="1134"/>
                  </a:lnTo>
                  <a:lnTo>
                    <a:pt x="1738" y="1135"/>
                  </a:lnTo>
                  <a:lnTo>
                    <a:pt x="1733" y="1135"/>
                  </a:lnTo>
                  <a:lnTo>
                    <a:pt x="1731" y="1130"/>
                  </a:lnTo>
                  <a:lnTo>
                    <a:pt x="1729" y="1117"/>
                  </a:lnTo>
                  <a:lnTo>
                    <a:pt x="1726" y="1108"/>
                  </a:lnTo>
                  <a:lnTo>
                    <a:pt x="1725" y="1106"/>
                  </a:lnTo>
                  <a:lnTo>
                    <a:pt x="1706" y="1097"/>
                  </a:lnTo>
                  <a:lnTo>
                    <a:pt x="1696" y="1094"/>
                  </a:lnTo>
                  <a:lnTo>
                    <a:pt x="1687" y="1091"/>
                  </a:lnTo>
                  <a:lnTo>
                    <a:pt x="1683" y="1088"/>
                  </a:lnTo>
                  <a:lnTo>
                    <a:pt x="1680" y="1084"/>
                  </a:lnTo>
                  <a:lnTo>
                    <a:pt x="1673" y="1063"/>
                  </a:lnTo>
                  <a:lnTo>
                    <a:pt x="1667" y="1046"/>
                  </a:lnTo>
                  <a:lnTo>
                    <a:pt x="1659" y="1018"/>
                  </a:lnTo>
                  <a:lnTo>
                    <a:pt x="1654" y="1007"/>
                  </a:lnTo>
                  <a:lnTo>
                    <a:pt x="1649" y="1002"/>
                  </a:lnTo>
                  <a:lnTo>
                    <a:pt x="1645" y="1002"/>
                  </a:lnTo>
                  <a:lnTo>
                    <a:pt x="1635" y="1003"/>
                  </a:lnTo>
                  <a:lnTo>
                    <a:pt x="1630" y="1001"/>
                  </a:lnTo>
                  <a:lnTo>
                    <a:pt x="1623" y="995"/>
                  </a:lnTo>
                  <a:lnTo>
                    <a:pt x="1615" y="992"/>
                  </a:lnTo>
                  <a:lnTo>
                    <a:pt x="1609" y="993"/>
                  </a:lnTo>
                  <a:lnTo>
                    <a:pt x="1600" y="994"/>
                  </a:lnTo>
                  <a:lnTo>
                    <a:pt x="1594" y="996"/>
                  </a:lnTo>
                  <a:lnTo>
                    <a:pt x="1581" y="998"/>
                  </a:lnTo>
                  <a:lnTo>
                    <a:pt x="1577" y="999"/>
                  </a:lnTo>
                  <a:lnTo>
                    <a:pt x="1574" y="1001"/>
                  </a:lnTo>
                  <a:lnTo>
                    <a:pt x="1565" y="1010"/>
                  </a:lnTo>
                  <a:lnTo>
                    <a:pt x="1563" y="1014"/>
                  </a:lnTo>
                  <a:lnTo>
                    <a:pt x="1562" y="1017"/>
                  </a:lnTo>
                  <a:lnTo>
                    <a:pt x="1568" y="1016"/>
                  </a:lnTo>
                  <a:lnTo>
                    <a:pt x="1572" y="1016"/>
                  </a:lnTo>
                  <a:lnTo>
                    <a:pt x="1575" y="1019"/>
                  </a:lnTo>
                  <a:lnTo>
                    <a:pt x="1576" y="1022"/>
                  </a:lnTo>
                  <a:lnTo>
                    <a:pt x="1575" y="1031"/>
                  </a:lnTo>
                  <a:lnTo>
                    <a:pt x="1565" y="1038"/>
                  </a:lnTo>
                  <a:lnTo>
                    <a:pt x="1561" y="1044"/>
                  </a:lnTo>
                  <a:lnTo>
                    <a:pt x="1556" y="1053"/>
                  </a:lnTo>
                  <a:lnTo>
                    <a:pt x="1553" y="1059"/>
                  </a:lnTo>
                  <a:lnTo>
                    <a:pt x="1550" y="1064"/>
                  </a:lnTo>
                  <a:lnTo>
                    <a:pt x="1549" y="1066"/>
                  </a:lnTo>
                  <a:lnTo>
                    <a:pt x="1550" y="1068"/>
                  </a:lnTo>
                  <a:lnTo>
                    <a:pt x="1552" y="1072"/>
                  </a:lnTo>
                  <a:lnTo>
                    <a:pt x="1553" y="1076"/>
                  </a:lnTo>
                  <a:lnTo>
                    <a:pt x="1552" y="1078"/>
                  </a:lnTo>
                  <a:lnTo>
                    <a:pt x="1546" y="1082"/>
                  </a:lnTo>
                  <a:lnTo>
                    <a:pt x="1529" y="1090"/>
                  </a:lnTo>
                  <a:lnTo>
                    <a:pt x="1526" y="1091"/>
                  </a:lnTo>
                  <a:lnTo>
                    <a:pt x="1524" y="1091"/>
                  </a:lnTo>
                  <a:lnTo>
                    <a:pt x="1516" y="1085"/>
                  </a:lnTo>
                  <a:lnTo>
                    <a:pt x="1513" y="1083"/>
                  </a:lnTo>
                  <a:lnTo>
                    <a:pt x="1512" y="1083"/>
                  </a:lnTo>
                  <a:lnTo>
                    <a:pt x="1509" y="1081"/>
                  </a:lnTo>
                  <a:lnTo>
                    <a:pt x="1505" y="1081"/>
                  </a:lnTo>
                  <a:lnTo>
                    <a:pt x="1496" y="1084"/>
                  </a:lnTo>
                  <a:lnTo>
                    <a:pt x="1490" y="1082"/>
                  </a:lnTo>
                  <a:lnTo>
                    <a:pt x="1488" y="1081"/>
                  </a:lnTo>
                  <a:lnTo>
                    <a:pt x="1483" y="1076"/>
                  </a:lnTo>
                  <a:lnTo>
                    <a:pt x="1477" y="1074"/>
                  </a:lnTo>
                  <a:lnTo>
                    <a:pt x="1473" y="1074"/>
                  </a:lnTo>
                  <a:lnTo>
                    <a:pt x="1471" y="1074"/>
                  </a:lnTo>
                  <a:lnTo>
                    <a:pt x="1462" y="1079"/>
                  </a:lnTo>
                  <a:lnTo>
                    <a:pt x="1457" y="1085"/>
                  </a:lnTo>
                  <a:lnTo>
                    <a:pt x="1454" y="1090"/>
                  </a:lnTo>
                  <a:lnTo>
                    <a:pt x="1450" y="1092"/>
                  </a:lnTo>
                  <a:lnTo>
                    <a:pt x="1446" y="1094"/>
                  </a:lnTo>
                  <a:lnTo>
                    <a:pt x="1438" y="1095"/>
                  </a:lnTo>
                  <a:lnTo>
                    <a:pt x="1432" y="1097"/>
                  </a:lnTo>
                  <a:lnTo>
                    <a:pt x="1428" y="1097"/>
                  </a:lnTo>
                  <a:lnTo>
                    <a:pt x="1421" y="1098"/>
                  </a:lnTo>
                  <a:lnTo>
                    <a:pt x="1410" y="1099"/>
                  </a:lnTo>
                  <a:lnTo>
                    <a:pt x="1405" y="1099"/>
                  </a:lnTo>
                  <a:lnTo>
                    <a:pt x="1398" y="1098"/>
                  </a:lnTo>
                  <a:lnTo>
                    <a:pt x="1392" y="1095"/>
                  </a:lnTo>
                  <a:lnTo>
                    <a:pt x="1382" y="1093"/>
                  </a:lnTo>
                  <a:lnTo>
                    <a:pt x="1377" y="1089"/>
                  </a:lnTo>
                  <a:lnTo>
                    <a:pt x="1368" y="1085"/>
                  </a:lnTo>
                  <a:lnTo>
                    <a:pt x="1364" y="1081"/>
                  </a:lnTo>
                  <a:lnTo>
                    <a:pt x="1355" y="1073"/>
                  </a:lnTo>
                  <a:lnTo>
                    <a:pt x="1350" y="1071"/>
                  </a:lnTo>
                  <a:lnTo>
                    <a:pt x="1339" y="1071"/>
                  </a:lnTo>
                  <a:lnTo>
                    <a:pt x="1331" y="1070"/>
                  </a:lnTo>
                  <a:lnTo>
                    <a:pt x="1325" y="1071"/>
                  </a:lnTo>
                  <a:lnTo>
                    <a:pt x="1308" y="1077"/>
                  </a:lnTo>
                  <a:lnTo>
                    <a:pt x="1304" y="1076"/>
                  </a:lnTo>
                  <a:lnTo>
                    <a:pt x="1292" y="1070"/>
                  </a:lnTo>
                  <a:lnTo>
                    <a:pt x="1289" y="1066"/>
                  </a:lnTo>
                  <a:lnTo>
                    <a:pt x="1286" y="1061"/>
                  </a:lnTo>
                  <a:lnTo>
                    <a:pt x="1285" y="1056"/>
                  </a:lnTo>
                  <a:lnTo>
                    <a:pt x="1285" y="1050"/>
                  </a:lnTo>
                  <a:lnTo>
                    <a:pt x="1284" y="1048"/>
                  </a:lnTo>
                  <a:lnTo>
                    <a:pt x="1278" y="1046"/>
                  </a:lnTo>
                  <a:lnTo>
                    <a:pt x="1272" y="1042"/>
                  </a:lnTo>
                  <a:lnTo>
                    <a:pt x="1266" y="1040"/>
                  </a:lnTo>
                  <a:lnTo>
                    <a:pt x="1254" y="1036"/>
                  </a:lnTo>
                  <a:lnTo>
                    <a:pt x="1247" y="1034"/>
                  </a:lnTo>
                  <a:lnTo>
                    <a:pt x="1240" y="1033"/>
                  </a:lnTo>
                  <a:lnTo>
                    <a:pt x="1234" y="1031"/>
                  </a:lnTo>
                  <a:lnTo>
                    <a:pt x="1225" y="1041"/>
                  </a:lnTo>
                  <a:lnTo>
                    <a:pt x="1218" y="1051"/>
                  </a:lnTo>
                  <a:lnTo>
                    <a:pt x="1218" y="1054"/>
                  </a:lnTo>
                  <a:lnTo>
                    <a:pt x="1221" y="1063"/>
                  </a:lnTo>
                  <a:lnTo>
                    <a:pt x="1224" y="1067"/>
                  </a:lnTo>
                  <a:lnTo>
                    <a:pt x="1224" y="1069"/>
                  </a:lnTo>
                  <a:lnTo>
                    <a:pt x="1223" y="1075"/>
                  </a:lnTo>
                  <a:lnTo>
                    <a:pt x="1218" y="1081"/>
                  </a:lnTo>
                  <a:lnTo>
                    <a:pt x="1216" y="1083"/>
                  </a:lnTo>
                  <a:lnTo>
                    <a:pt x="1211" y="1086"/>
                  </a:lnTo>
                  <a:lnTo>
                    <a:pt x="1207" y="1086"/>
                  </a:lnTo>
                  <a:lnTo>
                    <a:pt x="1202" y="1084"/>
                  </a:lnTo>
                  <a:lnTo>
                    <a:pt x="1200" y="1083"/>
                  </a:lnTo>
                  <a:lnTo>
                    <a:pt x="1194" y="1082"/>
                  </a:lnTo>
                  <a:lnTo>
                    <a:pt x="1188" y="1082"/>
                  </a:lnTo>
                  <a:lnTo>
                    <a:pt x="1183" y="1081"/>
                  </a:lnTo>
                  <a:lnTo>
                    <a:pt x="1173" y="1081"/>
                  </a:lnTo>
                  <a:lnTo>
                    <a:pt x="1168" y="1080"/>
                  </a:lnTo>
                  <a:lnTo>
                    <a:pt x="1165" y="1076"/>
                  </a:lnTo>
                  <a:lnTo>
                    <a:pt x="1160" y="1068"/>
                  </a:lnTo>
                  <a:lnTo>
                    <a:pt x="1155" y="1067"/>
                  </a:lnTo>
                  <a:lnTo>
                    <a:pt x="1141" y="1065"/>
                  </a:lnTo>
                  <a:lnTo>
                    <a:pt x="1135" y="1063"/>
                  </a:lnTo>
                  <a:lnTo>
                    <a:pt x="1128" y="1063"/>
                  </a:lnTo>
                  <a:lnTo>
                    <a:pt x="1123" y="1064"/>
                  </a:lnTo>
                  <a:lnTo>
                    <a:pt x="1112" y="1070"/>
                  </a:lnTo>
                  <a:lnTo>
                    <a:pt x="1104" y="1074"/>
                  </a:lnTo>
                  <a:lnTo>
                    <a:pt x="1098" y="1078"/>
                  </a:lnTo>
                  <a:lnTo>
                    <a:pt x="1092" y="1085"/>
                  </a:lnTo>
                  <a:lnTo>
                    <a:pt x="1092" y="1086"/>
                  </a:lnTo>
                  <a:lnTo>
                    <a:pt x="1086" y="1090"/>
                  </a:lnTo>
                  <a:lnTo>
                    <a:pt x="1082" y="1092"/>
                  </a:lnTo>
                  <a:lnTo>
                    <a:pt x="1072" y="1092"/>
                  </a:lnTo>
                  <a:lnTo>
                    <a:pt x="1068" y="1094"/>
                  </a:lnTo>
                  <a:lnTo>
                    <a:pt x="1063" y="1099"/>
                  </a:lnTo>
                  <a:lnTo>
                    <a:pt x="1062" y="1099"/>
                  </a:lnTo>
                  <a:lnTo>
                    <a:pt x="1060" y="1100"/>
                  </a:lnTo>
                  <a:lnTo>
                    <a:pt x="1056" y="1100"/>
                  </a:lnTo>
                  <a:lnTo>
                    <a:pt x="1054" y="1100"/>
                  </a:lnTo>
                  <a:lnTo>
                    <a:pt x="1054" y="1099"/>
                  </a:lnTo>
                  <a:lnTo>
                    <a:pt x="1049" y="1099"/>
                  </a:lnTo>
                  <a:lnTo>
                    <a:pt x="1048" y="1094"/>
                  </a:lnTo>
                  <a:lnTo>
                    <a:pt x="1045" y="1090"/>
                  </a:lnTo>
                  <a:lnTo>
                    <a:pt x="1045" y="1087"/>
                  </a:lnTo>
                  <a:lnTo>
                    <a:pt x="1041" y="1089"/>
                  </a:lnTo>
                  <a:lnTo>
                    <a:pt x="1037" y="1093"/>
                  </a:lnTo>
                  <a:lnTo>
                    <a:pt x="1030" y="1092"/>
                  </a:lnTo>
                  <a:lnTo>
                    <a:pt x="1024" y="1091"/>
                  </a:lnTo>
                  <a:lnTo>
                    <a:pt x="1019" y="1083"/>
                  </a:lnTo>
                  <a:lnTo>
                    <a:pt x="1015" y="1078"/>
                  </a:lnTo>
                  <a:lnTo>
                    <a:pt x="1008" y="1076"/>
                  </a:lnTo>
                  <a:lnTo>
                    <a:pt x="1006" y="1069"/>
                  </a:lnTo>
                  <a:lnTo>
                    <a:pt x="1001" y="1063"/>
                  </a:lnTo>
                  <a:lnTo>
                    <a:pt x="996" y="1058"/>
                  </a:lnTo>
                  <a:lnTo>
                    <a:pt x="989" y="1058"/>
                  </a:lnTo>
                  <a:lnTo>
                    <a:pt x="984" y="1060"/>
                  </a:lnTo>
                  <a:lnTo>
                    <a:pt x="976" y="1063"/>
                  </a:lnTo>
                  <a:lnTo>
                    <a:pt x="970" y="1063"/>
                  </a:lnTo>
                  <a:lnTo>
                    <a:pt x="965" y="1063"/>
                  </a:lnTo>
                  <a:lnTo>
                    <a:pt x="964" y="1061"/>
                  </a:lnTo>
                  <a:lnTo>
                    <a:pt x="962" y="1058"/>
                  </a:lnTo>
                  <a:lnTo>
                    <a:pt x="959" y="1058"/>
                  </a:lnTo>
                  <a:lnTo>
                    <a:pt x="959" y="1054"/>
                  </a:lnTo>
                  <a:lnTo>
                    <a:pt x="957" y="1050"/>
                  </a:lnTo>
                  <a:lnTo>
                    <a:pt x="950" y="1050"/>
                  </a:lnTo>
                  <a:lnTo>
                    <a:pt x="947" y="1056"/>
                  </a:lnTo>
                  <a:lnTo>
                    <a:pt x="945" y="1059"/>
                  </a:lnTo>
                  <a:lnTo>
                    <a:pt x="942" y="1062"/>
                  </a:lnTo>
                  <a:lnTo>
                    <a:pt x="934" y="1046"/>
                  </a:lnTo>
                  <a:lnTo>
                    <a:pt x="928" y="1035"/>
                  </a:lnTo>
                  <a:lnTo>
                    <a:pt x="916" y="1011"/>
                  </a:lnTo>
                  <a:lnTo>
                    <a:pt x="908" y="999"/>
                  </a:lnTo>
                  <a:lnTo>
                    <a:pt x="899" y="990"/>
                  </a:lnTo>
                  <a:lnTo>
                    <a:pt x="894" y="987"/>
                  </a:lnTo>
                  <a:lnTo>
                    <a:pt x="886" y="979"/>
                  </a:lnTo>
                  <a:lnTo>
                    <a:pt x="887" y="975"/>
                  </a:lnTo>
                  <a:lnTo>
                    <a:pt x="890" y="973"/>
                  </a:lnTo>
                  <a:lnTo>
                    <a:pt x="890" y="968"/>
                  </a:lnTo>
                  <a:lnTo>
                    <a:pt x="884" y="969"/>
                  </a:lnTo>
                  <a:lnTo>
                    <a:pt x="881" y="972"/>
                  </a:lnTo>
                  <a:lnTo>
                    <a:pt x="876" y="974"/>
                  </a:lnTo>
                  <a:lnTo>
                    <a:pt x="869" y="981"/>
                  </a:lnTo>
                  <a:lnTo>
                    <a:pt x="861" y="984"/>
                  </a:lnTo>
                  <a:lnTo>
                    <a:pt x="856" y="989"/>
                  </a:lnTo>
                  <a:lnTo>
                    <a:pt x="853" y="992"/>
                  </a:lnTo>
                  <a:lnTo>
                    <a:pt x="850" y="990"/>
                  </a:lnTo>
                  <a:lnTo>
                    <a:pt x="847" y="990"/>
                  </a:lnTo>
                  <a:lnTo>
                    <a:pt x="841" y="991"/>
                  </a:lnTo>
                  <a:lnTo>
                    <a:pt x="838" y="992"/>
                  </a:lnTo>
                  <a:lnTo>
                    <a:pt x="836" y="990"/>
                  </a:lnTo>
                  <a:lnTo>
                    <a:pt x="838" y="985"/>
                  </a:lnTo>
                  <a:lnTo>
                    <a:pt x="841" y="983"/>
                  </a:lnTo>
                  <a:lnTo>
                    <a:pt x="842" y="979"/>
                  </a:lnTo>
                  <a:lnTo>
                    <a:pt x="840" y="979"/>
                  </a:lnTo>
                  <a:lnTo>
                    <a:pt x="837" y="982"/>
                  </a:lnTo>
                  <a:lnTo>
                    <a:pt x="833" y="980"/>
                  </a:lnTo>
                  <a:lnTo>
                    <a:pt x="830" y="977"/>
                  </a:lnTo>
                  <a:lnTo>
                    <a:pt x="827" y="976"/>
                  </a:lnTo>
                  <a:lnTo>
                    <a:pt x="826" y="978"/>
                  </a:lnTo>
                  <a:lnTo>
                    <a:pt x="825" y="980"/>
                  </a:lnTo>
                  <a:lnTo>
                    <a:pt x="822" y="977"/>
                  </a:lnTo>
                  <a:lnTo>
                    <a:pt x="820" y="973"/>
                  </a:lnTo>
                  <a:lnTo>
                    <a:pt x="818" y="972"/>
                  </a:lnTo>
                  <a:lnTo>
                    <a:pt x="816" y="974"/>
                  </a:lnTo>
                  <a:lnTo>
                    <a:pt x="813" y="973"/>
                  </a:lnTo>
                  <a:lnTo>
                    <a:pt x="810" y="975"/>
                  </a:lnTo>
                  <a:lnTo>
                    <a:pt x="807" y="973"/>
                  </a:lnTo>
                  <a:lnTo>
                    <a:pt x="806" y="975"/>
                  </a:lnTo>
                  <a:lnTo>
                    <a:pt x="802" y="974"/>
                  </a:lnTo>
                  <a:lnTo>
                    <a:pt x="801" y="972"/>
                  </a:lnTo>
                  <a:lnTo>
                    <a:pt x="803" y="971"/>
                  </a:lnTo>
                  <a:lnTo>
                    <a:pt x="803" y="967"/>
                  </a:lnTo>
                  <a:lnTo>
                    <a:pt x="804" y="964"/>
                  </a:lnTo>
                  <a:lnTo>
                    <a:pt x="804" y="960"/>
                  </a:lnTo>
                  <a:lnTo>
                    <a:pt x="801" y="957"/>
                  </a:lnTo>
                  <a:lnTo>
                    <a:pt x="800" y="955"/>
                  </a:lnTo>
                  <a:lnTo>
                    <a:pt x="800" y="950"/>
                  </a:lnTo>
                  <a:lnTo>
                    <a:pt x="797" y="945"/>
                  </a:lnTo>
                  <a:lnTo>
                    <a:pt x="791" y="946"/>
                  </a:lnTo>
                  <a:lnTo>
                    <a:pt x="787" y="947"/>
                  </a:lnTo>
                  <a:lnTo>
                    <a:pt x="781" y="944"/>
                  </a:lnTo>
                  <a:lnTo>
                    <a:pt x="778" y="943"/>
                  </a:lnTo>
                  <a:lnTo>
                    <a:pt x="771" y="941"/>
                  </a:lnTo>
                  <a:lnTo>
                    <a:pt x="766" y="942"/>
                  </a:lnTo>
                  <a:lnTo>
                    <a:pt x="765" y="944"/>
                  </a:lnTo>
                  <a:lnTo>
                    <a:pt x="761" y="946"/>
                  </a:lnTo>
                  <a:lnTo>
                    <a:pt x="758" y="947"/>
                  </a:lnTo>
                  <a:lnTo>
                    <a:pt x="758" y="950"/>
                  </a:lnTo>
                  <a:lnTo>
                    <a:pt x="755" y="955"/>
                  </a:lnTo>
                  <a:lnTo>
                    <a:pt x="751" y="956"/>
                  </a:lnTo>
                  <a:lnTo>
                    <a:pt x="737" y="957"/>
                  </a:lnTo>
                  <a:lnTo>
                    <a:pt x="723" y="962"/>
                  </a:lnTo>
                  <a:lnTo>
                    <a:pt x="715" y="962"/>
                  </a:lnTo>
                  <a:lnTo>
                    <a:pt x="711" y="966"/>
                  </a:lnTo>
                  <a:lnTo>
                    <a:pt x="709" y="970"/>
                  </a:lnTo>
                  <a:lnTo>
                    <a:pt x="707" y="969"/>
                  </a:lnTo>
                  <a:lnTo>
                    <a:pt x="702" y="970"/>
                  </a:lnTo>
                  <a:lnTo>
                    <a:pt x="692" y="972"/>
                  </a:lnTo>
                  <a:lnTo>
                    <a:pt x="686" y="973"/>
                  </a:lnTo>
                  <a:lnTo>
                    <a:pt x="679" y="973"/>
                  </a:lnTo>
                  <a:lnTo>
                    <a:pt x="670" y="978"/>
                  </a:lnTo>
                  <a:lnTo>
                    <a:pt x="667" y="980"/>
                  </a:lnTo>
                  <a:lnTo>
                    <a:pt x="662" y="980"/>
                  </a:lnTo>
                  <a:lnTo>
                    <a:pt x="658" y="980"/>
                  </a:lnTo>
                  <a:lnTo>
                    <a:pt x="651" y="978"/>
                  </a:lnTo>
                  <a:lnTo>
                    <a:pt x="648" y="979"/>
                  </a:lnTo>
                  <a:lnTo>
                    <a:pt x="647" y="986"/>
                  </a:lnTo>
                  <a:lnTo>
                    <a:pt x="647" y="991"/>
                  </a:lnTo>
                  <a:lnTo>
                    <a:pt x="649" y="993"/>
                  </a:lnTo>
                  <a:lnTo>
                    <a:pt x="647" y="994"/>
                  </a:lnTo>
                  <a:lnTo>
                    <a:pt x="647" y="998"/>
                  </a:lnTo>
                  <a:lnTo>
                    <a:pt x="655" y="1000"/>
                  </a:lnTo>
                  <a:lnTo>
                    <a:pt x="662" y="1003"/>
                  </a:lnTo>
                  <a:lnTo>
                    <a:pt x="661" y="1006"/>
                  </a:lnTo>
                  <a:lnTo>
                    <a:pt x="657" y="1007"/>
                  </a:lnTo>
                  <a:lnTo>
                    <a:pt x="649" y="1005"/>
                  </a:lnTo>
                  <a:lnTo>
                    <a:pt x="644" y="1007"/>
                  </a:lnTo>
                  <a:lnTo>
                    <a:pt x="640" y="1013"/>
                  </a:lnTo>
                  <a:lnTo>
                    <a:pt x="641" y="1016"/>
                  </a:lnTo>
                  <a:lnTo>
                    <a:pt x="644" y="1022"/>
                  </a:lnTo>
                  <a:lnTo>
                    <a:pt x="641" y="1025"/>
                  </a:lnTo>
                  <a:lnTo>
                    <a:pt x="638" y="1027"/>
                  </a:lnTo>
                  <a:lnTo>
                    <a:pt x="632" y="1031"/>
                  </a:lnTo>
                  <a:lnTo>
                    <a:pt x="629" y="1032"/>
                  </a:lnTo>
                  <a:lnTo>
                    <a:pt x="630" y="1035"/>
                  </a:lnTo>
                  <a:lnTo>
                    <a:pt x="632" y="1035"/>
                  </a:lnTo>
                  <a:lnTo>
                    <a:pt x="635" y="1036"/>
                  </a:lnTo>
                  <a:lnTo>
                    <a:pt x="634" y="1038"/>
                  </a:lnTo>
                  <a:lnTo>
                    <a:pt x="637" y="1040"/>
                  </a:lnTo>
                  <a:lnTo>
                    <a:pt x="641" y="1041"/>
                  </a:lnTo>
                  <a:lnTo>
                    <a:pt x="643" y="1044"/>
                  </a:lnTo>
                  <a:lnTo>
                    <a:pt x="652" y="1046"/>
                  </a:lnTo>
                  <a:lnTo>
                    <a:pt x="653" y="1049"/>
                  </a:lnTo>
                  <a:lnTo>
                    <a:pt x="652" y="1056"/>
                  </a:lnTo>
                  <a:lnTo>
                    <a:pt x="651" y="1060"/>
                  </a:lnTo>
                  <a:lnTo>
                    <a:pt x="640" y="1064"/>
                  </a:lnTo>
                  <a:lnTo>
                    <a:pt x="633" y="1064"/>
                  </a:lnTo>
                  <a:lnTo>
                    <a:pt x="631" y="1060"/>
                  </a:lnTo>
                  <a:lnTo>
                    <a:pt x="629" y="1060"/>
                  </a:lnTo>
                  <a:lnTo>
                    <a:pt x="628" y="1063"/>
                  </a:lnTo>
                  <a:lnTo>
                    <a:pt x="624" y="1067"/>
                  </a:lnTo>
                  <a:lnTo>
                    <a:pt x="621" y="1065"/>
                  </a:lnTo>
                  <a:lnTo>
                    <a:pt x="615" y="1064"/>
                  </a:lnTo>
                  <a:lnTo>
                    <a:pt x="609" y="1061"/>
                  </a:lnTo>
                  <a:lnTo>
                    <a:pt x="607" y="1054"/>
                  </a:lnTo>
                  <a:lnTo>
                    <a:pt x="602" y="1053"/>
                  </a:lnTo>
                  <a:lnTo>
                    <a:pt x="594" y="1054"/>
                  </a:lnTo>
                  <a:lnTo>
                    <a:pt x="593" y="1059"/>
                  </a:lnTo>
                  <a:lnTo>
                    <a:pt x="589" y="1060"/>
                  </a:lnTo>
                  <a:lnTo>
                    <a:pt x="584" y="1055"/>
                  </a:lnTo>
                  <a:lnTo>
                    <a:pt x="579" y="1055"/>
                  </a:lnTo>
                  <a:lnTo>
                    <a:pt x="574" y="1054"/>
                  </a:lnTo>
                  <a:lnTo>
                    <a:pt x="570" y="1058"/>
                  </a:lnTo>
                  <a:lnTo>
                    <a:pt x="568" y="1062"/>
                  </a:lnTo>
                  <a:lnTo>
                    <a:pt x="566" y="1065"/>
                  </a:lnTo>
                  <a:lnTo>
                    <a:pt x="561" y="1067"/>
                  </a:lnTo>
                  <a:lnTo>
                    <a:pt x="558" y="1064"/>
                  </a:lnTo>
                  <a:lnTo>
                    <a:pt x="553" y="1063"/>
                  </a:lnTo>
                  <a:lnTo>
                    <a:pt x="549" y="1057"/>
                  </a:lnTo>
                  <a:lnTo>
                    <a:pt x="544" y="1056"/>
                  </a:lnTo>
                  <a:lnTo>
                    <a:pt x="544" y="1059"/>
                  </a:lnTo>
                  <a:lnTo>
                    <a:pt x="546" y="1064"/>
                  </a:lnTo>
                  <a:lnTo>
                    <a:pt x="544" y="1067"/>
                  </a:lnTo>
                  <a:lnTo>
                    <a:pt x="542" y="1065"/>
                  </a:lnTo>
                  <a:lnTo>
                    <a:pt x="542" y="1059"/>
                  </a:lnTo>
                  <a:lnTo>
                    <a:pt x="539" y="1056"/>
                  </a:lnTo>
                  <a:lnTo>
                    <a:pt x="533" y="1052"/>
                  </a:lnTo>
                  <a:lnTo>
                    <a:pt x="529" y="1050"/>
                  </a:lnTo>
                  <a:lnTo>
                    <a:pt x="529" y="1046"/>
                  </a:lnTo>
                  <a:lnTo>
                    <a:pt x="522" y="1044"/>
                  </a:lnTo>
                  <a:lnTo>
                    <a:pt x="518" y="1045"/>
                  </a:lnTo>
                  <a:lnTo>
                    <a:pt x="513" y="1045"/>
                  </a:lnTo>
                  <a:lnTo>
                    <a:pt x="510" y="1039"/>
                  </a:lnTo>
                  <a:lnTo>
                    <a:pt x="507" y="1038"/>
                  </a:lnTo>
                  <a:lnTo>
                    <a:pt x="503" y="1041"/>
                  </a:lnTo>
                  <a:lnTo>
                    <a:pt x="501" y="1042"/>
                  </a:lnTo>
                  <a:lnTo>
                    <a:pt x="496" y="1044"/>
                  </a:lnTo>
                  <a:lnTo>
                    <a:pt x="494" y="1041"/>
                  </a:lnTo>
                  <a:lnTo>
                    <a:pt x="490" y="1041"/>
                  </a:lnTo>
                  <a:lnTo>
                    <a:pt x="486" y="1040"/>
                  </a:lnTo>
                  <a:lnTo>
                    <a:pt x="482" y="1043"/>
                  </a:lnTo>
                  <a:lnTo>
                    <a:pt x="478" y="1047"/>
                  </a:lnTo>
                  <a:lnTo>
                    <a:pt x="473" y="1051"/>
                  </a:lnTo>
                  <a:lnTo>
                    <a:pt x="469" y="1052"/>
                  </a:lnTo>
                  <a:lnTo>
                    <a:pt x="465" y="1054"/>
                  </a:lnTo>
                  <a:lnTo>
                    <a:pt x="463" y="1058"/>
                  </a:lnTo>
                  <a:lnTo>
                    <a:pt x="462" y="1060"/>
                  </a:lnTo>
                  <a:lnTo>
                    <a:pt x="456" y="1065"/>
                  </a:lnTo>
                  <a:lnTo>
                    <a:pt x="452" y="1067"/>
                  </a:lnTo>
                  <a:lnTo>
                    <a:pt x="453" y="1072"/>
                  </a:lnTo>
                  <a:lnTo>
                    <a:pt x="454" y="1077"/>
                  </a:lnTo>
                  <a:lnTo>
                    <a:pt x="454" y="1081"/>
                  </a:lnTo>
                  <a:lnTo>
                    <a:pt x="451" y="1084"/>
                  </a:lnTo>
                  <a:lnTo>
                    <a:pt x="446" y="1084"/>
                  </a:lnTo>
                  <a:lnTo>
                    <a:pt x="443" y="1079"/>
                  </a:lnTo>
                  <a:lnTo>
                    <a:pt x="439" y="1074"/>
                  </a:lnTo>
                  <a:lnTo>
                    <a:pt x="436" y="1071"/>
                  </a:lnTo>
                  <a:lnTo>
                    <a:pt x="433" y="1072"/>
                  </a:lnTo>
                  <a:lnTo>
                    <a:pt x="432" y="1075"/>
                  </a:lnTo>
                  <a:lnTo>
                    <a:pt x="429" y="1081"/>
                  </a:lnTo>
                  <a:lnTo>
                    <a:pt x="424" y="1082"/>
                  </a:lnTo>
                  <a:lnTo>
                    <a:pt x="422" y="1097"/>
                  </a:lnTo>
                  <a:lnTo>
                    <a:pt x="425" y="1098"/>
                  </a:lnTo>
                  <a:lnTo>
                    <a:pt x="427" y="1101"/>
                  </a:lnTo>
                  <a:lnTo>
                    <a:pt x="425" y="1104"/>
                  </a:lnTo>
                  <a:lnTo>
                    <a:pt x="422" y="1107"/>
                  </a:lnTo>
                  <a:lnTo>
                    <a:pt x="417" y="1119"/>
                  </a:lnTo>
                  <a:lnTo>
                    <a:pt x="427" y="1123"/>
                  </a:lnTo>
                  <a:lnTo>
                    <a:pt x="427" y="1126"/>
                  </a:lnTo>
                  <a:lnTo>
                    <a:pt x="427" y="1130"/>
                  </a:lnTo>
                  <a:lnTo>
                    <a:pt x="431" y="1135"/>
                  </a:lnTo>
                  <a:lnTo>
                    <a:pt x="431" y="1132"/>
                  </a:lnTo>
                  <a:lnTo>
                    <a:pt x="436" y="1134"/>
                  </a:lnTo>
                  <a:lnTo>
                    <a:pt x="438" y="1133"/>
                  </a:lnTo>
                  <a:lnTo>
                    <a:pt x="442" y="1134"/>
                  </a:lnTo>
                  <a:lnTo>
                    <a:pt x="445" y="1138"/>
                  </a:lnTo>
                  <a:lnTo>
                    <a:pt x="448" y="1140"/>
                  </a:lnTo>
                  <a:lnTo>
                    <a:pt x="451" y="1146"/>
                  </a:lnTo>
                  <a:lnTo>
                    <a:pt x="458" y="1157"/>
                  </a:lnTo>
                  <a:lnTo>
                    <a:pt x="457" y="1158"/>
                  </a:lnTo>
                  <a:lnTo>
                    <a:pt x="454" y="1157"/>
                  </a:lnTo>
                  <a:lnTo>
                    <a:pt x="451" y="1156"/>
                  </a:lnTo>
                  <a:lnTo>
                    <a:pt x="449" y="1157"/>
                  </a:lnTo>
                  <a:lnTo>
                    <a:pt x="449" y="1161"/>
                  </a:lnTo>
                  <a:lnTo>
                    <a:pt x="456" y="1165"/>
                  </a:lnTo>
                  <a:lnTo>
                    <a:pt x="460" y="1167"/>
                  </a:lnTo>
                  <a:lnTo>
                    <a:pt x="458" y="1169"/>
                  </a:lnTo>
                  <a:lnTo>
                    <a:pt x="456" y="1171"/>
                  </a:lnTo>
                  <a:lnTo>
                    <a:pt x="453" y="1172"/>
                  </a:lnTo>
                  <a:lnTo>
                    <a:pt x="452" y="1172"/>
                  </a:lnTo>
                  <a:lnTo>
                    <a:pt x="452" y="1174"/>
                  </a:lnTo>
                  <a:lnTo>
                    <a:pt x="452" y="1176"/>
                  </a:lnTo>
                  <a:lnTo>
                    <a:pt x="451" y="1177"/>
                  </a:lnTo>
                  <a:lnTo>
                    <a:pt x="449" y="1175"/>
                  </a:lnTo>
                  <a:lnTo>
                    <a:pt x="447" y="1177"/>
                  </a:lnTo>
                  <a:lnTo>
                    <a:pt x="444" y="1180"/>
                  </a:lnTo>
                  <a:lnTo>
                    <a:pt x="440" y="1181"/>
                  </a:lnTo>
                  <a:lnTo>
                    <a:pt x="437" y="1182"/>
                  </a:lnTo>
                  <a:lnTo>
                    <a:pt x="436" y="1181"/>
                  </a:lnTo>
                  <a:lnTo>
                    <a:pt x="434" y="1180"/>
                  </a:lnTo>
                  <a:lnTo>
                    <a:pt x="434" y="1181"/>
                  </a:lnTo>
                  <a:lnTo>
                    <a:pt x="433" y="1182"/>
                  </a:lnTo>
                  <a:lnTo>
                    <a:pt x="434" y="1184"/>
                  </a:lnTo>
                  <a:lnTo>
                    <a:pt x="432" y="1186"/>
                  </a:lnTo>
                  <a:lnTo>
                    <a:pt x="431" y="1190"/>
                  </a:lnTo>
                  <a:lnTo>
                    <a:pt x="430" y="1193"/>
                  </a:lnTo>
                  <a:lnTo>
                    <a:pt x="427" y="1197"/>
                  </a:lnTo>
                  <a:lnTo>
                    <a:pt x="427" y="1200"/>
                  </a:lnTo>
                  <a:lnTo>
                    <a:pt x="424" y="1201"/>
                  </a:lnTo>
                  <a:lnTo>
                    <a:pt x="422" y="1204"/>
                  </a:lnTo>
                  <a:lnTo>
                    <a:pt x="421" y="1207"/>
                  </a:lnTo>
                  <a:lnTo>
                    <a:pt x="421" y="1209"/>
                  </a:lnTo>
                  <a:lnTo>
                    <a:pt x="424" y="1211"/>
                  </a:lnTo>
                  <a:lnTo>
                    <a:pt x="426" y="1211"/>
                  </a:lnTo>
                  <a:lnTo>
                    <a:pt x="427" y="1214"/>
                  </a:lnTo>
                  <a:lnTo>
                    <a:pt x="429" y="1214"/>
                  </a:lnTo>
                  <a:lnTo>
                    <a:pt x="430" y="1218"/>
                  </a:lnTo>
                  <a:lnTo>
                    <a:pt x="432" y="1222"/>
                  </a:lnTo>
                  <a:lnTo>
                    <a:pt x="432" y="1226"/>
                  </a:lnTo>
                  <a:lnTo>
                    <a:pt x="431" y="1228"/>
                  </a:lnTo>
                  <a:lnTo>
                    <a:pt x="432" y="1229"/>
                  </a:lnTo>
                  <a:lnTo>
                    <a:pt x="432" y="1227"/>
                  </a:lnTo>
                  <a:lnTo>
                    <a:pt x="433" y="1224"/>
                  </a:lnTo>
                  <a:lnTo>
                    <a:pt x="434" y="1222"/>
                  </a:lnTo>
                  <a:lnTo>
                    <a:pt x="435" y="1222"/>
                  </a:lnTo>
                  <a:lnTo>
                    <a:pt x="434" y="1226"/>
                  </a:lnTo>
                  <a:lnTo>
                    <a:pt x="433" y="1229"/>
                  </a:lnTo>
                  <a:lnTo>
                    <a:pt x="433" y="1233"/>
                  </a:lnTo>
                  <a:lnTo>
                    <a:pt x="434" y="1234"/>
                  </a:lnTo>
                  <a:lnTo>
                    <a:pt x="433" y="1236"/>
                  </a:lnTo>
                  <a:lnTo>
                    <a:pt x="432" y="1240"/>
                  </a:lnTo>
                  <a:lnTo>
                    <a:pt x="435" y="1242"/>
                  </a:lnTo>
                  <a:lnTo>
                    <a:pt x="436" y="1243"/>
                  </a:lnTo>
                  <a:lnTo>
                    <a:pt x="437" y="1248"/>
                  </a:lnTo>
                  <a:lnTo>
                    <a:pt x="439" y="1249"/>
                  </a:lnTo>
                  <a:lnTo>
                    <a:pt x="442" y="1253"/>
                  </a:lnTo>
                  <a:lnTo>
                    <a:pt x="443" y="1255"/>
                  </a:lnTo>
                  <a:lnTo>
                    <a:pt x="446" y="1260"/>
                  </a:lnTo>
                  <a:lnTo>
                    <a:pt x="447" y="1263"/>
                  </a:lnTo>
                  <a:lnTo>
                    <a:pt x="450" y="1263"/>
                  </a:lnTo>
                  <a:lnTo>
                    <a:pt x="450" y="1265"/>
                  </a:lnTo>
                  <a:lnTo>
                    <a:pt x="448" y="1269"/>
                  </a:lnTo>
                  <a:lnTo>
                    <a:pt x="444" y="1272"/>
                  </a:lnTo>
                  <a:lnTo>
                    <a:pt x="443" y="1273"/>
                  </a:lnTo>
                  <a:lnTo>
                    <a:pt x="441" y="1275"/>
                  </a:lnTo>
                  <a:lnTo>
                    <a:pt x="439" y="1277"/>
                  </a:lnTo>
                  <a:lnTo>
                    <a:pt x="437" y="1278"/>
                  </a:lnTo>
                  <a:lnTo>
                    <a:pt x="433" y="1276"/>
                  </a:lnTo>
                  <a:lnTo>
                    <a:pt x="429" y="1276"/>
                  </a:lnTo>
                  <a:lnTo>
                    <a:pt x="429" y="1273"/>
                  </a:lnTo>
                  <a:lnTo>
                    <a:pt x="427" y="1270"/>
                  </a:lnTo>
                  <a:lnTo>
                    <a:pt x="426" y="1269"/>
                  </a:lnTo>
                  <a:lnTo>
                    <a:pt x="422" y="1266"/>
                  </a:lnTo>
                  <a:lnTo>
                    <a:pt x="421" y="1265"/>
                  </a:lnTo>
                  <a:lnTo>
                    <a:pt x="420" y="1265"/>
                  </a:lnTo>
                  <a:lnTo>
                    <a:pt x="419" y="1265"/>
                  </a:lnTo>
                  <a:lnTo>
                    <a:pt x="418" y="1263"/>
                  </a:lnTo>
                  <a:lnTo>
                    <a:pt x="417" y="1264"/>
                  </a:lnTo>
                  <a:lnTo>
                    <a:pt x="416" y="1262"/>
                  </a:lnTo>
                  <a:lnTo>
                    <a:pt x="414" y="1261"/>
                  </a:lnTo>
                  <a:lnTo>
                    <a:pt x="412" y="1261"/>
                  </a:lnTo>
                  <a:lnTo>
                    <a:pt x="411" y="1261"/>
                  </a:lnTo>
                  <a:lnTo>
                    <a:pt x="409" y="1260"/>
                  </a:lnTo>
                  <a:lnTo>
                    <a:pt x="407" y="1259"/>
                  </a:lnTo>
                  <a:lnTo>
                    <a:pt x="404" y="1256"/>
                  </a:lnTo>
                  <a:lnTo>
                    <a:pt x="405" y="1253"/>
                  </a:lnTo>
                  <a:lnTo>
                    <a:pt x="406" y="1251"/>
                  </a:lnTo>
                  <a:lnTo>
                    <a:pt x="405" y="1250"/>
                  </a:lnTo>
                  <a:lnTo>
                    <a:pt x="403" y="1250"/>
                  </a:lnTo>
                  <a:lnTo>
                    <a:pt x="400" y="1250"/>
                  </a:lnTo>
                  <a:lnTo>
                    <a:pt x="398" y="1248"/>
                  </a:lnTo>
                  <a:lnTo>
                    <a:pt x="397" y="1247"/>
                  </a:lnTo>
                  <a:lnTo>
                    <a:pt x="396" y="1247"/>
                  </a:lnTo>
                  <a:lnTo>
                    <a:pt x="395" y="1246"/>
                  </a:lnTo>
                  <a:lnTo>
                    <a:pt x="393" y="1245"/>
                  </a:lnTo>
                  <a:lnTo>
                    <a:pt x="392" y="1245"/>
                  </a:lnTo>
                  <a:lnTo>
                    <a:pt x="391" y="1247"/>
                  </a:lnTo>
                  <a:lnTo>
                    <a:pt x="389" y="1246"/>
                  </a:lnTo>
                  <a:lnTo>
                    <a:pt x="387" y="1245"/>
                  </a:lnTo>
                  <a:lnTo>
                    <a:pt x="385" y="1245"/>
                  </a:lnTo>
                  <a:lnTo>
                    <a:pt x="383" y="1246"/>
                  </a:lnTo>
                  <a:lnTo>
                    <a:pt x="383" y="1247"/>
                  </a:lnTo>
                  <a:lnTo>
                    <a:pt x="382" y="1248"/>
                  </a:lnTo>
                  <a:lnTo>
                    <a:pt x="380" y="1248"/>
                  </a:lnTo>
                  <a:lnTo>
                    <a:pt x="378" y="1249"/>
                  </a:lnTo>
                  <a:lnTo>
                    <a:pt x="376" y="1249"/>
                  </a:lnTo>
                  <a:lnTo>
                    <a:pt x="374" y="1247"/>
                  </a:lnTo>
                  <a:lnTo>
                    <a:pt x="375" y="1246"/>
                  </a:lnTo>
                  <a:lnTo>
                    <a:pt x="376" y="1245"/>
                  </a:lnTo>
                  <a:lnTo>
                    <a:pt x="374" y="1244"/>
                  </a:lnTo>
                  <a:lnTo>
                    <a:pt x="372" y="1243"/>
                  </a:lnTo>
                  <a:lnTo>
                    <a:pt x="369" y="1243"/>
                  </a:lnTo>
                  <a:lnTo>
                    <a:pt x="366" y="1241"/>
                  </a:lnTo>
                  <a:lnTo>
                    <a:pt x="364" y="1239"/>
                  </a:lnTo>
                  <a:lnTo>
                    <a:pt x="363" y="1238"/>
                  </a:lnTo>
                  <a:lnTo>
                    <a:pt x="361" y="1236"/>
                  </a:lnTo>
                  <a:lnTo>
                    <a:pt x="359" y="1237"/>
                  </a:lnTo>
                  <a:lnTo>
                    <a:pt x="357" y="1237"/>
                  </a:lnTo>
                  <a:lnTo>
                    <a:pt x="354" y="1235"/>
                  </a:lnTo>
                  <a:lnTo>
                    <a:pt x="351" y="1235"/>
                  </a:lnTo>
                  <a:lnTo>
                    <a:pt x="348" y="1236"/>
                  </a:lnTo>
                  <a:lnTo>
                    <a:pt x="346" y="1236"/>
                  </a:lnTo>
                  <a:lnTo>
                    <a:pt x="343" y="1236"/>
                  </a:lnTo>
                  <a:lnTo>
                    <a:pt x="341" y="1235"/>
                  </a:lnTo>
                  <a:lnTo>
                    <a:pt x="339" y="1234"/>
                  </a:lnTo>
                  <a:lnTo>
                    <a:pt x="337" y="1232"/>
                  </a:lnTo>
                  <a:lnTo>
                    <a:pt x="336" y="1232"/>
                  </a:lnTo>
                  <a:lnTo>
                    <a:pt x="334" y="1232"/>
                  </a:lnTo>
                  <a:lnTo>
                    <a:pt x="333" y="1232"/>
                  </a:lnTo>
                  <a:lnTo>
                    <a:pt x="331" y="1231"/>
                  </a:lnTo>
                  <a:lnTo>
                    <a:pt x="329" y="1229"/>
                  </a:lnTo>
                  <a:lnTo>
                    <a:pt x="327" y="1229"/>
                  </a:lnTo>
                  <a:lnTo>
                    <a:pt x="324" y="1229"/>
                  </a:lnTo>
                  <a:lnTo>
                    <a:pt x="321" y="1229"/>
                  </a:lnTo>
                  <a:lnTo>
                    <a:pt x="321" y="1228"/>
                  </a:lnTo>
                  <a:lnTo>
                    <a:pt x="319" y="1228"/>
                  </a:lnTo>
                  <a:lnTo>
                    <a:pt x="317" y="1229"/>
                  </a:lnTo>
                  <a:lnTo>
                    <a:pt x="316" y="1232"/>
                  </a:lnTo>
                  <a:lnTo>
                    <a:pt x="306" y="1222"/>
                  </a:lnTo>
                  <a:lnTo>
                    <a:pt x="298" y="1214"/>
                  </a:lnTo>
                  <a:lnTo>
                    <a:pt x="292" y="1210"/>
                  </a:lnTo>
                  <a:lnTo>
                    <a:pt x="288" y="1209"/>
                  </a:lnTo>
                  <a:lnTo>
                    <a:pt x="285" y="1208"/>
                  </a:lnTo>
                  <a:lnTo>
                    <a:pt x="281" y="1203"/>
                  </a:lnTo>
                  <a:lnTo>
                    <a:pt x="280" y="1202"/>
                  </a:lnTo>
                  <a:lnTo>
                    <a:pt x="277" y="1204"/>
                  </a:lnTo>
                  <a:lnTo>
                    <a:pt x="275" y="1203"/>
                  </a:lnTo>
                  <a:lnTo>
                    <a:pt x="273" y="1199"/>
                  </a:lnTo>
                  <a:lnTo>
                    <a:pt x="267" y="1192"/>
                  </a:lnTo>
                  <a:lnTo>
                    <a:pt x="271" y="1190"/>
                  </a:lnTo>
                  <a:lnTo>
                    <a:pt x="275" y="1190"/>
                  </a:lnTo>
                  <a:lnTo>
                    <a:pt x="278" y="1189"/>
                  </a:lnTo>
                  <a:lnTo>
                    <a:pt x="279" y="1184"/>
                  </a:lnTo>
                  <a:lnTo>
                    <a:pt x="281" y="1179"/>
                  </a:lnTo>
                  <a:lnTo>
                    <a:pt x="283" y="1174"/>
                  </a:lnTo>
                  <a:lnTo>
                    <a:pt x="287" y="1174"/>
                  </a:lnTo>
                  <a:lnTo>
                    <a:pt x="291" y="1173"/>
                  </a:lnTo>
                  <a:lnTo>
                    <a:pt x="288" y="1167"/>
                  </a:lnTo>
                  <a:lnTo>
                    <a:pt x="283" y="1165"/>
                  </a:lnTo>
                  <a:lnTo>
                    <a:pt x="279" y="1161"/>
                  </a:lnTo>
                  <a:lnTo>
                    <a:pt x="281" y="1160"/>
                  </a:lnTo>
                  <a:lnTo>
                    <a:pt x="284" y="1159"/>
                  </a:lnTo>
                  <a:lnTo>
                    <a:pt x="290" y="1158"/>
                  </a:lnTo>
                  <a:lnTo>
                    <a:pt x="294" y="1154"/>
                  </a:lnTo>
                  <a:lnTo>
                    <a:pt x="303" y="1150"/>
                  </a:lnTo>
                  <a:lnTo>
                    <a:pt x="302" y="1146"/>
                  </a:lnTo>
                  <a:lnTo>
                    <a:pt x="296" y="1146"/>
                  </a:lnTo>
                  <a:lnTo>
                    <a:pt x="287" y="1148"/>
                  </a:lnTo>
                  <a:lnTo>
                    <a:pt x="287" y="1147"/>
                  </a:lnTo>
                  <a:lnTo>
                    <a:pt x="287" y="1146"/>
                  </a:lnTo>
                  <a:lnTo>
                    <a:pt x="287" y="1143"/>
                  </a:lnTo>
                  <a:lnTo>
                    <a:pt x="288" y="1138"/>
                  </a:lnTo>
                  <a:lnTo>
                    <a:pt x="289" y="1137"/>
                  </a:lnTo>
                  <a:lnTo>
                    <a:pt x="291" y="1137"/>
                  </a:lnTo>
                  <a:lnTo>
                    <a:pt x="294" y="1136"/>
                  </a:lnTo>
                  <a:lnTo>
                    <a:pt x="296" y="1134"/>
                  </a:lnTo>
                  <a:lnTo>
                    <a:pt x="296" y="1132"/>
                  </a:lnTo>
                  <a:lnTo>
                    <a:pt x="298" y="1132"/>
                  </a:lnTo>
                  <a:lnTo>
                    <a:pt x="303" y="1131"/>
                  </a:lnTo>
                  <a:lnTo>
                    <a:pt x="308" y="1133"/>
                  </a:lnTo>
                  <a:lnTo>
                    <a:pt x="311" y="1132"/>
                  </a:lnTo>
                  <a:lnTo>
                    <a:pt x="311" y="1130"/>
                  </a:lnTo>
                  <a:lnTo>
                    <a:pt x="312" y="1127"/>
                  </a:lnTo>
                  <a:lnTo>
                    <a:pt x="313" y="1122"/>
                  </a:lnTo>
                  <a:lnTo>
                    <a:pt x="313" y="1121"/>
                  </a:lnTo>
                  <a:lnTo>
                    <a:pt x="312" y="1119"/>
                  </a:lnTo>
                  <a:lnTo>
                    <a:pt x="312" y="1117"/>
                  </a:lnTo>
                  <a:lnTo>
                    <a:pt x="311" y="1116"/>
                  </a:lnTo>
                  <a:lnTo>
                    <a:pt x="310" y="1115"/>
                  </a:lnTo>
                  <a:lnTo>
                    <a:pt x="309" y="1114"/>
                  </a:lnTo>
                  <a:lnTo>
                    <a:pt x="309" y="1112"/>
                  </a:lnTo>
                  <a:lnTo>
                    <a:pt x="310" y="1110"/>
                  </a:lnTo>
                  <a:lnTo>
                    <a:pt x="311" y="1110"/>
                  </a:lnTo>
                  <a:lnTo>
                    <a:pt x="314" y="1110"/>
                  </a:lnTo>
                  <a:lnTo>
                    <a:pt x="315" y="1108"/>
                  </a:lnTo>
                  <a:lnTo>
                    <a:pt x="313" y="1108"/>
                  </a:lnTo>
                  <a:lnTo>
                    <a:pt x="311" y="1107"/>
                  </a:lnTo>
                  <a:lnTo>
                    <a:pt x="309" y="1104"/>
                  </a:lnTo>
                  <a:lnTo>
                    <a:pt x="311" y="1104"/>
                  </a:lnTo>
                  <a:lnTo>
                    <a:pt x="314" y="1102"/>
                  </a:lnTo>
                  <a:lnTo>
                    <a:pt x="315" y="1101"/>
                  </a:lnTo>
                  <a:lnTo>
                    <a:pt x="316" y="1100"/>
                  </a:lnTo>
                  <a:lnTo>
                    <a:pt x="317" y="1097"/>
                  </a:lnTo>
                  <a:lnTo>
                    <a:pt x="316" y="1095"/>
                  </a:lnTo>
                  <a:lnTo>
                    <a:pt x="315" y="1094"/>
                  </a:lnTo>
                  <a:lnTo>
                    <a:pt x="315" y="1093"/>
                  </a:lnTo>
                  <a:lnTo>
                    <a:pt x="316" y="1092"/>
                  </a:lnTo>
                  <a:lnTo>
                    <a:pt x="315" y="1091"/>
                  </a:lnTo>
                  <a:lnTo>
                    <a:pt x="313" y="1092"/>
                  </a:lnTo>
                  <a:lnTo>
                    <a:pt x="311" y="1092"/>
                  </a:lnTo>
                  <a:lnTo>
                    <a:pt x="308" y="1090"/>
                  </a:lnTo>
                  <a:lnTo>
                    <a:pt x="307" y="1088"/>
                  </a:lnTo>
                  <a:lnTo>
                    <a:pt x="304" y="1088"/>
                  </a:lnTo>
                  <a:lnTo>
                    <a:pt x="302" y="1087"/>
                  </a:lnTo>
                  <a:lnTo>
                    <a:pt x="301" y="1085"/>
                  </a:lnTo>
                  <a:lnTo>
                    <a:pt x="298" y="1085"/>
                  </a:lnTo>
                  <a:lnTo>
                    <a:pt x="296" y="1084"/>
                  </a:lnTo>
                  <a:lnTo>
                    <a:pt x="293" y="1083"/>
                  </a:lnTo>
                  <a:lnTo>
                    <a:pt x="290" y="1082"/>
                  </a:lnTo>
                  <a:lnTo>
                    <a:pt x="288" y="1079"/>
                  </a:lnTo>
                  <a:lnTo>
                    <a:pt x="286" y="1080"/>
                  </a:lnTo>
                  <a:lnTo>
                    <a:pt x="286" y="1082"/>
                  </a:lnTo>
                  <a:lnTo>
                    <a:pt x="284" y="1083"/>
                  </a:lnTo>
                  <a:lnTo>
                    <a:pt x="282" y="1082"/>
                  </a:lnTo>
                  <a:lnTo>
                    <a:pt x="281" y="1080"/>
                  </a:lnTo>
                  <a:lnTo>
                    <a:pt x="278" y="1079"/>
                  </a:lnTo>
                  <a:lnTo>
                    <a:pt x="278" y="1078"/>
                  </a:lnTo>
                  <a:lnTo>
                    <a:pt x="277" y="1076"/>
                  </a:lnTo>
                  <a:lnTo>
                    <a:pt x="277" y="1075"/>
                  </a:lnTo>
                  <a:lnTo>
                    <a:pt x="275" y="1073"/>
                  </a:lnTo>
                  <a:lnTo>
                    <a:pt x="274" y="1071"/>
                  </a:lnTo>
                  <a:lnTo>
                    <a:pt x="272" y="1072"/>
                  </a:lnTo>
                  <a:lnTo>
                    <a:pt x="268" y="1073"/>
                  </a:lnTo>
                  <a:lnTo>
                    <a:pt x="266" y="1073"/>
                  </a:lnTo>
                  <a:lnTo>
                    <a:pt x="264" y="1075"/>
                  </a:lnTo>
                  <a:lnTo>
                    <a:pt x="261" y="1076"/>
                  </a:lnTo>
                  <a:lnTo>
                    <a:pt x="260" y="1074"/>
                  </a:lnTo>
                  <a:lnTo>
                    <a:pt x="258" y="1074"/>
                  </a:lnTo>
                  <a:lnTo>
                    <a:pt x="257" y="1075"/>
                  </a:lnTo>
                  <a:lnTo>
                    <a:pt x="254" y="1071"/>
                  </a:lnTo>
                  <a:lnTo>
                    <a:pt x="252" y="1070"/>
                  </a:lnTo>
                  <a:lnTo>
                    <a:pt x="248" y="1071"/>
                  </a:lnTo>
                  <a:lnTo>
                    <a:pt x="246" y="1073"/>
                  </a:lnTo>
                  <a:lnTo>
                    <a:pt x="245" y="1070"/>
                  </a:lnTo>
                  <a:lnTo>
                    <a:pt x="243" y="1069"/>
                  </a:lnTo>
                  <a:lnTo>
                    <a:pt x="243" y="1066"/>
                  </a:lnTo>
                  <a:lnTo>
                    <a:pt x="243" y="1064"/>
                  </a:lnTo>
                  <a:lnTo>
                    <a:pt x="243" y="1062"/>
                  </a:lnTo>
                  <a:lnTo>
                    <a:pt x="241" y="1059"/>
                  </a:lnTo>
                  <a:lnTo>
                    <a:pt x="241" y="1055"/>
                  </a:lnTo>
                  <a:lnTo>
                    <a:pt x="238" y="1055"/>
                  </a:lnTo>
                  <a:lnTo>
                    <a:pt x="238" y="1051"/>
                  </a:lnTo>
                  <a:lnTo>
                    <a:pt x="235" y="1051"/>
                  </a:lnTo>
                  <a:lnTo>
                    <a:pt x="232" y="1052"/>
                  </a:lnTo>
                  <a:lnTo>
                    <a:pt x="231" y="1050"/>
                  </a:lnTo>
                  <a:lnTo>
                    <a:pt x="226" y="1050"/>
                  </a:lnTo>
                  <a:lnTo>
                    <a:pt x="224" y="1048"/>
                  </a:lnTo>
                  <a:lnTo>
                    <a:pt x="224" y="1043"/>
                  </a:lnTo>
                  <a:lnTo>
                    <a:pt x="223" y="1040"/>
                  </a:lnTo>
                  <a:lnTo>
                    <a:pt x="225" y="1038"/>
                  </a:lnTo>
                  <a:lnTo>
                    <a:pt x="227" y="1039"/>
                  </a:lnTo>
                  <a:lnTo>
                    <a:pt x="227" y="1036"/>
                  </a:lnTo>
                  <a:lnTo>
                    <a:pt x="225" y="1034"/>
                  </a:lnTo>
                  <a:lnTo>
                    <a:pt x="223" y="1032"/>
                  </a:lnTo>
                  <a:lnTo>
                    <a:pt x="222" y="1030"/>
                  </a:lnTo>
                  <a:lnTo>
                    <a:pt x="220" y="1026"/>
                  </a:lnTo>
                  <a:lnTo>
                    <a:pt x="218" y="1024"/>
                  </a:lnTo>
                  <a:lnTo>
                    <a:pt x="217" y="1021"/>
                  </a:lnTo>
                  <a:lnTo>
                    <a:pt x="213" y="1023"/>
                  </a:lnTo>
                  <a:lnTo>
                    <a:pt x="208" y="1022"/>
                  </a:lnTo>
                  <a:lnTo>
                    <a:pt x="204" y="1024"/>
                  </a:lnTo>
                  <a:lnTo>
                    <a:pt x="200" y="1024"/>
                  </a:lnTo>
                  <a:lnTo>
                    <a:pt x="196" y="1022"/>
                  </a:lnTo>
                  <a:lnTo>
                    <a:pt x="195" y="1025"/>
                  </a:lnTo>
                  <a:lnTo>
                    <a:pt x="194" y="1028"/>
                  </a:lnTo>
                  <a:lnTo>
                    <a:pt x="192" y="1030"/>
                  </a:lnTo>
                  <a:lnTo>
                    <a:pt x="188" y="1030"/>
                  </a:lnTo>
                  <a:lnTo>
                    <a:pt x="186" y="1029"/>
                  </a:lnTo>
                  <a:close/>
                  <a:moveTo>
                    <a:pt x="1917" y="992"/>
                  </a:moveTo>
                  <a:lnTo>
                    <a:pt x="1920" y="997"/>
                  </a:lnTo>
                  <a:lnTo>
                    <a:pt x="1923" y="1004"/>
                  </a:lnTo>
                  <a:lnTo>
                    <a:pt x="1924" y="1009"/>
                  </a:lnTo>
                  <a:lnTo>
                    <a:pt x="1924" y="1018"/>
                  </a:lnTo>
                  <a:lnTo>
                    <a:pt x="1922" y="1023"/>
                  </a:lnTo>
                  <a:lnTo>
                    <a:pt x="1921" y="1033"/>
                  </a:lnTo>
                  <a:lnTo>
                    <a:pt x="1921" y="1041"/>
                  </a:lnTo>
                  <a:lnTo>
                    <a:pt x="1923" y="1050"/>
                  </a:lnTo>
                  <a:lnTo>
                    <a:pt x="1927" y="1059"/>
                  </a:lnTo>
                  <a:lnTo>
                    <a:pt x="1931" y="1075"/>
                  </a:lnTo>
                  <a:lnTo>
                    <a:pt x="1938" y="1093"/>
                  </a:lnTo>
                  <a:lnTo>
                    <a:pt x="1946" y="1111"/>
                  </a:lnTo>
                  <a:lnTo>
                    <a:pt x="1937" y="1104"/>
                  </a:lnTo>
                  <a:lnTo>
                    <a:pt x="1931" y="1099"/>
                  </a:lnTo>
                  <a:lnTo>
                    <a:pt x="1924" y="1099"/>
                  </a:lnTo>
                  <a:lnTo>
                    <a:pt x="1922" y="1100"/>
                  </a:lnTo>
                  <a:lnTo>
                    <a:pt x="1919" y="1102"/>
                  </a:lnTo>
                  <a:lnTo>
                    <a:pt x="1916" y="1113"/>
                  </a:lnTo>
                  <a:lnTo>
                    <a:pt x="1914" y="1125"/>
                  </a:lnTo>
                  <a:lnTo>
                    <a:pt x="1914" y="1131"/>
                  </a:lnTo>
                  <a:lnTo>
                    <a:pt x="1916" y="1141"/>
                  </a:lnTo>
                  <a:lnTo>
                    <a:pt x="1917" y="1143"/>
                  </a:lnTo>
                  <a:lnTo>
                    <a:pt x="1922" y="1153"/>
                  </a:lnTo>
                  <a:lnTo>
                    <a:pt x="1926" y="1155"/>
                  </a:lnTo>
                  <a:lnTo>
                    <a:pt x="1928" y="1161"/>
                  </a:lnTo>
                  <a:lnTo>
                    <a:pt x="1927" y="1174"/>
                  </a:lnTo>
                  <a:lnTo>
                    <a:pt x="1922" y="1161"/>
                  </a:lnTo>
                  <a:lnTo>
                    <a:pt x="1916" y="1158"/>
                  </a:lnTo>
                  <a:lnTo>
                    <a:pt x="1914" y="1158"/>
                  </a:lnTo>
                  <a:lnTo>
                    <a:pt x="1911" y="1162"/>
                  </a:lnTo>
                  <a:lnTo>
                    <a:pt x="1909" y="1167"/>
                  </a:lnTo>
                  <a:lnTo>
                    <a:pt x="1905" y="1176"/>
                  </a:lnTo>
                  <a:lnTo>
                    <a:pt x="1901" y="1171"/>
                  </a:lnTo>
                  <a:lnTo>
                    <a:pt x="1900" y="1162"/>
                  </a:lnTo>
                  <a:lnTo>
                    <a:pt x="1905" y="1150"/>
                  </a:lnTo>
                  <a:lnTo>
                    <a:pt x="1902" y="1141"/>
                  </a:lnTo>
                  <a:lnTo>
                    <a:pt x="1903" y="1136"/>
                  </a:lnTo>
                  <a:lnTo>
                    <a:pt x="1907" y="1130"/>
                  </a:lnTo>
                  <a:lnTo>
                    <a:pt x="1906" y="1122"/>
                  </a:lnTo>
                  <a:lnTo>
                    <a:pt x="1904" y="1118"/>
                  </a:lnTo>
                  <a:lnTo>
                    <a:pt x="1902" y="1112"/>
                  </a:lnTo>
                  <a:lnTo>
                    <a:pt x="1902" y="1109"/>
                  </a:lnTo>
                  <a:lnTo>
                    <a:pt x="1905" y="1107"/>
                  </a:lnTo>
                  <a:lnTo>
                    <a:pt x="1907" y="1096"/>
                  </a:lnTo>
                  <a:lnTo>
                    <a:pt x="1907" y="1088"/>
                  </a:lnTo>
                  <a:lnTo>
                    <a:pt x="1908" y="1074"/>
                  </a:lnTo>
                  <a:lnTo>
                    <a:pt x="1909" y="1059"/>
                  </a:lnTo>
                  <a:lnTo>
                    <a:pt x="1908" y="1051"/>
                  </a:lnTo>
                  <a:lnTo>
                    <a:pt x="1906" y="1046"/>
                  </a:lnTo>
                  <a:lnTo>
                    <a:pt x="1900" y="1036"/>
                  </a:lnTo>
                  <a:lnTo>
                    <a:pt x="1900" y="1026"/>
                  </a:lnTo>
                  <a:lnTo>
                    <a:pt x="1901" y="1024"/>
                  </a:lnTo>
                  <a:lnTo>
                    <a:pt x="1903" y="1016"/>
                  </a:lnTo>
                  <a:lnTo>
                    <a:pt x="1904" y="1007"/>
                  </a:lnTo>
                  <a:lnTo>
                    <a:pt x="1901" y="1002"/>
                  </a:lnTo>
                  <a:lnTo>
                    <a:pt x="1902" y="999"/>
                  </a:lnTo>
                  <a:lnTo>
                    <a:pt x="1905" y="998"/>
                  </a:lnTo>
                  <a:lnTo>
                    <a:pt x="1910" y="998"/>
                  </a:lnTo>
                  <a:lnTo>
                    <a:pt x="1917" y="99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2" name="Freeform 101"/>
            <p:cNvSpPr>
              <a:spLocks/>
            </p:cNvSpPr>
            <p:nvPr/>
          </p:nvSpPr>
          <p:spPr bwMode="gray">
            <a:xfrm>
              <a:off x="2927350" y="3057526"/>
              <a:ext cx="74613" cy="39688"/>
            </a:xfrm>
            <a:custGeom>
              <a:avLst/>
              <a:gdLst>
                <a:gd name="T0" fmla="*/ 2 w 47"/>
                <a:gd name="T1" fmla="*/ 23 h 25"/>
                <a:gd name="T2" fmla="*/ 5 w 47"/>
                <a:gd name="T3" fmla="*/ 21 h 25"/>
                <a:gd name="T4" fmla="*/ 7 w 47"/>
                <a:gd name="T5" fmla="*/ 19 h 25"/>
                <a:gd name="T6" fmla="*/ 5 w 47"/>
                <a:gd name="T7" fmla="*/ 19 h 25"/>
                <a:gd name="T8" fmla="*/ 3 w 47"/>
                <a:gd name="T9" fmla="*/ 20 h 25"/>
                <a:gd name="T10" fmla="*/ 2 w 47"/>
                <a:gd name="T11" fmla="*/ 18 h 25"/>
                <a:gd name="T12" fmla="*/ 1 w 47"/>
                <a:gd name="T13" fmla="*/ 21 h 25"/>
                <a:gd name="T14" fmla="*/ 0 w 47"/>
                <a:gd name="T15" fmla="*/ 20 h 25"/>
                <a:gd name="T16" fmla="*/ 0 w 47"/>
                <a:gd name="T17" fmla="*/ 14 h 25"/>
                <a:gd name="T18" fmla="*/ 2 w 47"/>
                <a:gd name="T19" fmla="*/ 12 h 25"/>
                <a:gd name="T20" fmla="*/ 4 w 47"/>
                <a:gd name="T21" fmla="*/ 12 h 25"/>
                <a:gd name="T22" fmla="*/ 15 w 47"/>
                <a:gd name="T23" fmla="*/ 12 h 25"/>
                <a:gd name="T24" fmla="*/ 18 w 47"/>
                <a:gd name="T25" fmla="*/ 13 h 25"/>
                <a:gd name="T26" fmla="*/ 20 w 47"/>
                <a:gd name="T27" fmla="*/ 12 h 25"/>
                <a:gd name="T28" fmla="*/ 21 w 47"/>
                <a:gd name="T29" fmla="*/ 9 h 25"/>
                <a:gd name="T30" fmla="*/ 20 w 47"/>
                <a:gd name="T31" fmla="*/ 5 h 25"/>
                <a:gd name="T32" fmla="*/ 21 w 47"/>
                <a:gd name="T33" fmla="*/ 5 h 25"/>
                <a:gd name="T34" fmla="*/ 21 w 47"/>
                <a:gd name="T35" fmla="*/ 3 h 25"/>
                <a:gd name="T36" fmla="*/ 20 w 47"/>
                <a:gd name="T37" fmla="*/ 2 h 25"/>
                <a:gd name="T38" fmla="*/ 23 w 47"/>
                <a:gd name="T39" fmla="*/ 0 h 25"/>
                <a:gd name="T40" fmla="*/ 24 w 47"/>
                <a:gd name="T41" fmla="*/ 0 h 25"/>
                <a:gd name="T42" fmla="*/ 24 w 47"/>
                <a:gd name="T43" fmla="*/ 2 h 25"/>
                <a:gd name="T44" fmla="*/ 25 w 47"/>
                <a:gd name="T45" fmla="*/ 2 h 25"/>
                <a:gd name="T46" fmla="*/ 27 w 47"/>
                <a:gd name="T47" fmla="*/ 2 h 25"/>
                <a:gd name="T48" fmla="*/ 28 w 47"/>
                <a:gd name="T49" fmla="*/ 4 h 25"/>
                <a:gd name="T50" fmla="*/ 30 w 47"/>
                <a:gd name="T51" fmla="*/ 5 h 25"/>
                <a:gd name="T52" fmla="*/ 33 w 47"/>
                <a:gd name="T53" fmla="*/ 6 h 25"/>
                <a:gd name="T54" fmla="*/ 34 w 47"/>
                <a:gd name="T55" fmla="*/ 7 h 25"/>
                <a:gd name="T56" fmla="*/ 36 w 47"/>
                <a:gd name="T57" fmla="*/ 6 h 25"/>
                <a:gd name="T58" fmla="*/ 39 w 47"/>
                <a:gd name="T59" fmla="*/ 6 h 25"/>
                <a:gd name="T60" fmla="*/ 41 w 47"/>
                <a:gd name="T61" fmla="*/ 6 h 25"/>
                <a:gd name="T62" fmla="*/ 42 w 47"/>
                <a:gd name="T63" fmla="*/ 6 h 25"/>
                <a:gd name="T64" fmla="*/ 43 w 47"/>
                <a:gd name="T65" fmla="*/ 8 h 25"/>
                <a:gd name="T66" fmla="*/ 44 w 47"/>
                <a:gd name="T67" fmla="*/ 9 h 25"/>
                <a:gd name="T68" fmla="*/ 45 w 47"/>
                <a:gd name="T69" fmla="*/ 10 h 25"/>
                <a:gd name="T70" fmla="*/ 46 w 47"/>
                <a:gd name="T71" fmla="*/ 10 h 25"/>
                <a:gd name="T72" fmla="*/ 46 w 47"/>
                <a:gd name="T73" fmla="*/ 12 h 25"/>
                <a:gd name="T74" fmla="*/ 47 w 47"/>
                <a:gd name="T75" fmla="*/ 13 h 25"/>
                <a:gd name="T76" fmla="*/ 45 w 47"/>
                <a:gd name="T77" fmla="*/ 15 h 25"/>
                <a:gd name="T78" fmla="*/ 45 w 47"/>
                <a:gd name="T79" fmla="*/ 17 h 25"/>
                <a:gd name="T80" fmla="*/ 44 w 47"/>
                <a:gd name="T81" fmla="*/ 19 h 25"/>
                <a:gd name="T82" fmla="*/ 44 w 47"/>
                <a:gd name="T83" fmla="*/ 21 h 25"/>
                <a:gd name="T84" fmla="*/ 44 w 47"/>
                <a:gd name="T85" fmla="*/ 23 h 25"/>
                <a:gd name="T86" fmla="*/ 45 w 47"/>
                <a:gd name="T87" fmla="*/ 24 h 25"/>
                <a:gd name="T88" fmla="*/ 24 w 47"/>
                <a:gd name="T89" fmla="*/ 25 h 25"/>
                <a:gd name="T90" fmla="*/ 8 w 47"/>
                <a:gd name="T91" fmla="*/ 23 h 25"/>
                <a:gd name="T92" fmla="*/ 2 w 47"/>
                <a:gd name="T93" fmla="*/ 23 h 25"/>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47"/>
                <a:gd name="T142" fmla="*/ 0 h 25"/>
                <a:gd name="T143" fmla="*/ 47 w 47"/>
                <a:gd name="T144" fmla="*/ 25 h 25"/>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47" h="25">
                  <a:moveTo>
                    <a:pt x="2" y="23"/>
                  </a:moveTo>
                  <a:lnTo>
                    <a:pt x="5" y="21"/>
                  </a:lnTo>
                  <a:lnTo>
                    <a:pt x="7" y="19"/>
                  </a:lnTo>
                  <a:lnTo>
                    <a:pt x="5" y="19"/>
                  </a:lnTo>
                  <a:lnTo>
                    <a:pt x="3" y="20"/>
                  </a:lnTo>
                  <a:lnTo>
                    <a:pt x="2" y="18"/>
                  </a:lnTo>
                  <a:lnTo>
                    <a:pt x="1" y="21"/>
                  </a:lnTo>
                  <a:lnTo>
                    <a:pt x="0" y="20"/>
                  </a:lnTo>
                  <a:lnTo>
                    <a:pt x="0" y="14"/>
                  </a:lnTo>
                  <a:lnTo>
                    <a:pt x="2" y="12"/>
                  </a:lnTo>
                  <a:lnTo>
                    <a:pt x="4" y="12"/>
                  </a:lnTo>
                  <a:lnTo>
                    <a:pt x="15" y="12"/>
                  </a:lnTo>
                  <a:lnTo>
                    <a:pt x="18" y="13"/>
                  </a:lnTo>
                  <a:lnTo>
                    <a:pt x="20" y="12"/>
                  </a:lnTo>
                  <a:lnTo>
                    <a:pt x="21" y="9"/>
                  </a:lnTo>
                  <a:lnTo>
                    <a:pt x="20" y="5"/>
                  </a:lnTo>
                  <a:lnTo>
                    <a:pt x="21" y="5"/>
                  </a:lnTo>
                  <a:lnTo>
                    <a:pt x="21" y="3"/>
                  </a:lnTo>
                  <a:lnTo>
                    <a:pt x="20" y="2"/>
                  </a:lnTo>
                  <a:lnTo>
                    <a:pt x="23" y="0"/>
                  </a:lnTo>
                  <a:lnTo>
                    <a:pt x="24" y="0"/>
                  </a:lnTo>
                  <a:lnTo>
                    <a:pt x="24" y="2"/>
                  </a:lnTo>
                  <a:lnTo>
                    <a:pt x="25" y="2"/>
                  </a:lnTo>
                  <a:lnTo>
                    <a:pt x="27" y="2"/>
                  </a:lnTo>
                  <a:lnTo>
                    <a:pt x="28" y="4"/>
                  </a:lnTo>
                  <a:lnTo>
                    <a:pt x="30" y="5"/>
                  </a:lnTo>
                  <a:lnTo>
                    <a:pt x="33" y="6"/>
                  </a:lnTo>
                  <a:lnTo>
                    <a:pt x="34" y="7"/>
                  </a:lnTo>
                  <a:lnTo>
                    <a:pt x="36" y="6"/>
                  </a:lnTo>
                  <a:lnTo>
                    <a:pt x="39" y="6"/>
                  </a:lnTo>
                  <a:lnTo>
                    <a:pt x="41" y="6"/>
                  </a:lnTo>
                  <a:lnTo>
                    <a:pt x="42" y="6"/>
                  </a:lnTo>
                  <a:lnTo>
                    <a:pt x="43" y="8"/>
                  </a:lnTo>
                  <a:lnTo>
                    <a:pt x="44" y="9"/>
                  </a:lnTo>
                  <a:lnTo>
                    <a:pt x="45" y="10"/>
                  </a:lnTo>
                  <a:lnTo>
                    <a:pt x="46" y="10"/>
                  </a:lnTo>
                  <a:lnTo>
                    <a:pt x="46" y="12"/>
                  </a:lnTo>
                  <a:lnTo>
                    <a:pt x="47" y="13"/>
                  </a:lnTo>
                  <a:lnTo>
                    <a:pt x="45" y="15"/>
                  </a:lnTo>
                  <a:lnTo>
                    <a:pt x="45" y="17"/>
                  </a:lnTo>
                  <a:lnTo>
                    <a:pt x="44" y="19"/>
                  </a:lnTo>
                  <a:lnTo>
                    <a:pt x="44" y="21"/>
                  </a:lnTo>
                  <a:lnTo>
                    <a:pt x="44" y="23"/>
                  </a:lnTo>
                  <a:lnTo>
                    <a:pt x="45" y="24"/>
                  </a:lnTo>
                  <a:lnTo>
                    <a:pt x="24" y="25"/>
                  </a:lnTo>
                  <a:lnTo>
                    <a:pt x="8" y="23"/>
                  </a:lnTo>
                  <a:lnTo>
                    <a:pt x="2" y="2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3" name="Freeform 102"/>
            <p:cNvSpPr>
              <a:spLocks/>
            </p:cNvSpPr>
            <p:nvPr/>
          </p:nvSpPr>
          <p:spPr bwMode="gray">
            <a:xfrm>
              <a:off x="3711575" y="1982788"/>
              <a:ext cx="142875" cy="223838"/>
            </a:xfrm>
            <a:custGeom>
              <a:avLst/>
              <a:gdLst>
                <a:gd name="T0" fmla="*/ 17 w 90"/>
                <a:gd name="T1" fmla="*/ 31 h 141"/>
                <a:gd name="T2" fmla="*/ 24 w 90"/>
                <a:gd name="T3" fmla="*/ 22 h 141"/>
                <a:gd name="T4" fmla="*/ 28 w 90"/>
                <a:gd name="T5" fmla="*/ 15 h 141"/>
                <a:gd name="T6" fmla="*/ 31 w 90"/>
                <a:gd name="T7" fmla="*/ 9 h 141"/>
                <a:gd name="T8" fmla="*/ 41 w 90"/>
                <a:gd name="T9" fmla="*/ 9 h 141"/>
                <a:gd name="T10" fmla="*/ 51 w 90"/>
                <a:gd name="T11" fmla="*/ 3 h 141"/>
                <a:gd name="T12" fmla="*/ 57 w 90"/>
                <a:gd name="T13" fmla="*/ 3 h 141"/>
                <a:gd name="T14" fmla="*/ 67 w 90"/>
                <a:gd name="T15" fmla="*/ 0 h 141"/>
                <a:gd name="T16" fmla="*/ 71 w 90"/>
                <a:gd name="T17" fmla="*/ 2 h 141"/>
                <a:gd name="T18" fmla="*/ 78 w 90"/>
                <a:gd name="T19" fmla="*/ 8 h 141"/>
                <a:gd name="T20" fmla="*/ 78 w 90"/>
                <a:gd name="T21" fmla="*/ 12 h 141"/>
                <a:gd name="T22" fmla="*/ 74 w 90"/>
                <a:gd name="T23" fmla="*/ 24 h 141"/>
                <a:gd name="T24" fmla="*/ 72 w 90"/>
                <a:gd name="T25" fmla="*/ 28 h 141"/>
                <a:gd name="T26" fmla="*/ 68 w 90"/>
                <a:gd name="T27" fmla="*/ 30 h 141"/>
                <a:gd name="T28" fmla="*/ 64 w 90"/>
                <a:gd name="T29" fmla="*/ 35 h 141"/>
                <a:gd name="T30" fmla="*/ 63 w 90"/>
                <a:gd name="T31" fmla="*/ 44 h 141"/>
                <a:gd name="T32" fmla="*/ 63 w 90"/>
                <a:gd name="T33" fmla="*/ 63 h 141"/>
                <a:gd name="T34" fmla="*/ 66 w 90"/>
                <a:gd name="T35" fmla="*/ 86 h 141"/>
                <a:gd name="T36" fmla="*/ 72 w 90"/>
                <a:gd name="T37" fmla="*/ 105 h 141"/>
                <a:gd name="T38" fmla="*/ 76 w 90"/>
                <a:gd name="T39" fmla="*/ 112 h 141"/>
                <a:gd name="T40" fmla="*/ 82 w 90"/>
                <a:gd name="T41" fmla="*/ 118 h 141"/>
                <a:gd name="T42" fmla="*/ 90 w 90"/>
                <a:gd name="T43" fmla="*/ 127 h 141"/>
                <a:gd name="T44" fmla="*/ 89 w 90"/>
                <a:gd name="T45" fmla="*/ 133 h 141"/>
                <a:gd name="T46" fmla="*/ 71 w 90"/>
                <a:gd name="T47" fmla="*/ 131 h 141"/>
                <a:gd name="T48" fmla="*/ 65 w 90"/>
                <a:gd name="T49" fmla="*/ 132 h 141"/>
                <a:gd name="T50" fmla="*/ 59 w 90"/>
                <a:gd name="T51" fmla="*/ 139 h 141"/>
                <a:gd name="T52" fmla="*/ 55 w 90"/>
                <a:gd name="T53" fmla="*/ 141 h 141"/>
                <a:gd name="T54" fmla="*/ 50 w 90"/>
                <a:gd name="T55" fmla="*/ 130 h 141"/>
                <a:gd name="T56" fmla="*/ 47 w 90"/>
                <a:gd name="T57" fmla="*/ 129 h 141"/>
                <a:gd name="T58" fmla="*/ 40 w 90"/>
                <a:gd name="T59" fmla="*/ 131 h 141"/>
                <a:gd name="T60" fmla="*/ 35 w 90"/>
                <a:gd name="T61" fmla="*/ 129 h 141"/>
                <a:gd name="T62" fmla="*/ 35 w 90"/>
                <a:gd name="T63" fmla="*/ 121 h 141"/>
                <a:gd name="T64" fmla="*/ 44 w 90"/>
                <a:gd name="T65" fmla="*/ 114 h 141"/>
                <a:gd name="T66" fmla="*/ 44 w 90"/>
                <a:gd name="T67" fmla="*/ 108 h 141"/>
                <a:gd name="T68" fmla="*/ 44 w 90"/>
                <a:gd name="T69" fmla="*/ 108 h 141"/>
                <a:gd name="T70" fmla="*/ 37 w 90"/>
                <a:gd name="T71" fmla="*/ 102 h 141"/>
                <a:gd name="T72" fmla="*/ 27 w 90"/>
                <a:gd name="T73" fmla="*/ 93 h 141"/>
                <a:gd name="T74" fmla="*/ 16 w 90"/>
                <a:gd name="T75" fmla="*/ 89 h 141"/>
                <a:gd name="T76" fmla="*/ 14 w 90"/>
                <a:gd name="T77" fmla="*/ 93 h 141"/>
                <a:gd name="T78" fmla="*/ 9 w 90"/>
                <a:gd name="T79" fmla="*/ 96 h 141"/>
                <a:gd name="T80" fmla="*/ 5 w 90"/>
                <a:gd name="T81" fmla="*/ 95 h 141"/>
                <a:gd name="T82" fmla="*/ 0 w 90"/>
                <a:gd name="T83" fmla="*/ 86 h 141"/>
                <a:gd name="T84" fmla="*/ 0 w 90"/>
                <a:gd name="T85" fmla="*/ 77 h 141"/>
                <a:gd name="T86" fmla="*/ 1 w 90"/>
                <a:gd name="T87" fmla="*/ 69 h 141"/>
                <a:gd name="T88" fmla="*/ 4 w 90"/>
                <a:gd name="T89" fmla="*/ 65 h 141"/>
                <a:gd name="T90" fmla="*/ 7 w 90"/>
                <a:gd name="T91" fmla="*/ 64 h 141"/>
                <a:gd name="T92" fmla="*/ 9 w 90"/>
                <a:gd name="T93" fmla="*/ 66 h 141"/>
                <a:gd name="T94" fmla="*/ 13 w 90"/>
                <a:gd name="T95" fmla="*/ 67 h 141"/>
                <a:gd name="T96" fmla="*/ 17 w 90"/>
                <a:gd name="T97" fmla="*/ 62 h 141"/>
                <a:gd name="T98" fmla="*/ 25 w 90"/>
                <a:gd name="T99" fmla="*/ 44 h 141"/>
                <a:gd name="T100" fmla="*/ 26 w 90"/>
                <a:gd name="T101" fmla="*/ 36 h 141"/>
                <a:gd name="T102" fmla="*/ 24 w 90"/>
                <a:gd name="T103" fmla="*/ 36 h 141"/>
                <a:gd name="T104" fmla="*/ 17 w 90"/>
                <a:gd name="T105" fmla="*/ 31 h 141"/>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90"/>
                <a:gd name="T160" fmla="*/ 0 h 141"/>
                <a:gd name="T161" fmla="*/ 90 w 90"/>
                <a:gd name="T162" fmla="*/ 141 h 141"/>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90" h="141">
                  <a:moveTo>
                    <a:pt x="17" y="31"/>
                  </a:moveTo>
                  <a:lnTo>
                    <a:pt x="24" y="22"/>
                  </a:lnTo>
                  <a:lnTo>
                    <a:pt x="28" y="15"/>
                  </a:lnTo>
                  <a:lnTo>
                    <a:pt x="31" y="9"/>
                  </a:lnTo>
                  <a:lnTo>
                    <a:pt x="41" y="9"/>
                  </a:lnTo>
                  <a:lnTo>
                    <a:pt x="51" y="3"/>
                  </a:lnTo>
                  <a:lnTo>
                    <a:pt x="57" y="3"/>
                  </a:lnTo>
                  <a:lnTo>
                    <a:pt x="67" y="0"/>
                  </a:lnTo>
                  <a:lnTo>
                    <a:pt x="71" y="2"/>
                  </a:lnTo>
                  <a:lnTo>
                    <a:pt x="78" y="8"/>
                  </a:lnTo>
                  <a:lnTo>
                    <a:pt x="78" y="12"/>
                  </a:lnTo>
                  <a:lnTo>
                    <a:pt x="74" y="24"/>
                  </a:lnTo>
                  <a:lnTo>
                    <a:pt x="72" y="28"/>
                  </a:lnTo>
                  <a:lnTo>
                    <a:pt x="68" y="30"/>
                  </a:lnTo>
                  <a:lnTo>
                    <a:pt x="64" y="35"/>
                  </a:lnTo>
                  <a:lnTo>
                    <a:pt x="63" y="44"/>
                  </a:lnTo>
                  <a:lnTo>
                    <a:pt x="63" y="63"/>
                  </a:lnTo>
                  <a:lnTo>
                    <a:pt x="66" y="86"/>
                  </a:lnTo>
                  <a:lnTo>
                    <a:pt x="72" y="105"/>
                  </a:lnTo>
                  <a:lnTo>
                    <a:pt x="76" y="112"/>
                  </a:lnTo>
                  <a:lnTo>
                    <a:pt x="82" y="118"/>
                  </a:lnTo>
                  <a:lnTo>
                    <a:pt x="90" y="127"/>
                  </a:lnTo>
                  <a:lnTo>
                    <a:pt x="89" y="133"/>
                  </a:lnTo>
                  <a:lnTo>
                    <a:pt x="71" y="131"/>
                  </a:lnTo>
                  <a:lnTo>
                    <a:pt x="65" y="132"/>
                  </a:lnTo>
                  <a:lnTo>
                    <a:pt x="59" y="139"/>
                  </a:lnTo>
                  <a:lnTo>
                    <a:pt x="55" y="141"/>
                  </a:lnTo>
                  <a:lnTo>
                    <a:pt x="50" y="130"/>
                  </a:lnTo>
                  <a:lnTo>
                    <a:pt x="47" y="129"/>
                  </a:lnTo>
                  <a:lnTo>
                    <a:pt x="40" y="131"/>
                  </a:lnTo>
                  <a:lnTo>
                    <a:pt x="35" y="129"/>
                  </a:lnTo>
                  <a:lnTo>
                    <a:pt x="35" y="121"/>
                  </a:lnTo>
                  <a:lnTo>
                    <a:pt x="44" y="114"/>
                  </a:lnTo>
                  <a:lnTo>
                    <a:pt x="44" y="108"/>
                  </a:lnTo>
                  <a:lnTo>
                    <a:pt x="37" y="102"/>
                  </a:lnTo>
                  <a:lnTo>
                    <a:pt x="27" y="93"/>
                  </a:lnTo>
                  <a:lnTo>
                    <a:pt x="16" y="89"/>
                  </a:lnTo>
                  <a:lnTo>
                    <a:pt x="14" y="93"/>
                  </a:lnTo>
                  <a:lnTo>
                    <a:pt x="9" y="96"/>
                  </a:lnTo>
                  <a:lnTo>
                    <a:pt x="5" y="95"/>
                  </a:lnTo>
                  <a:lnTo>
                    <a:pt x="0" y="86"/>
                  </a:lnTo>
                  <a:lnTo>
                    <a:pt x="0" y="77"/>
                  </a:lnTo>
                  <a:lnTo>
                    <a:pt x="1" y="69"/>
                  </a:lnTo>
                  <a:lnTo>
                    <a:pt x="4" y="65"/>
                  </a:lnTo>
                  <a:lnTo>
                    <a:pt x="7" y="64"/>
                  </a:lnTo>
                  <a:lnTo>
                    <a:pt x="9" y="66"/>
                  </a:lnTo>
                  <a:lnTo>
                    <a:pt x="13" y="67"/>
                  </a:lnTo>
                  <a:lnTo>
                    <a:pt x="17" y="62"/>
                  </a:lnTo>
                  <a:lnTo>
                    <a:pt x="25" y="44"/>
                  </a:lnTo>
                  <a:lnTo>
                    <a:pt x="26" y="36"/>
                  </a:lnTo>
                  <a:lnTo>
                    <a:pt x="24" y="36"/>
                  </a:lnTo>
                  <a:lnTo>
                    <a:pt x="17" y="3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4" name="Freeform 103"/>
            <p:cNvSpPr>
              <a:spLocks/>
            </p:cNvSpPr>
            <p:nvPr/>
          </p:nvSpPr>
          <p:spPr bwMode="gray">
            <a:xfrm>
              <a:off x="3773488" y="1631951"/>
              <a:ext cx="369888" cy="346075"/>
            </a:xfrm>
            <a:custGeom>
              <a:avLst/>
              <a:gdLst>
                <a:gd name="T0" fmla="*/ 42 w 233"/>
                <a:gd name="T1" fmla="*/ 215 h 218"/>
                <a:gd name="T2" fmla="*/ 28 w 233"/>
                <a:gd name="T3" fmla="*/ 206 h 218"/>
                <a:gd name="T4" fmla="*/ 16 w 233"/>
                <a:gd name="T5" fmla="*/ 209 h 218"/>
                <a:gd name="T6" fmla="*/ 7 w 233"/>
                <a:gd name="T7" fmla="*/ 210 h 218"/>
                <a:gd name="T8" fmla="*/ 5 w 233"/>
                <a:gd name="T9" fmla="*/ 190 h 218"/>
                <a:gd name="T10" fmla="*/ 18 w 233"/>
                <a:gd name="T11" fmla="*/ 177 h 218"/>
                <a:gd name="T12" fmla="*/ 31 w 233"/>
                <a:gd name="T13" fmla="*/ 168 h 218"/>
                <a:gd name="T14" fmla="*/ 28 w 233"/>
                <a:gd name="T15" fmla="*/ 152 h 218"/>
                <a:gd name="T16" fmla="*/ 35 w 233"/>
                <a:gd name="T17" fmla="*/ 147 h 218"/>
                <a:gd name="T18" fmla="*/ 40 w 233"/>
                <a:gd name="T19" fmla="*/ 138 h 218"/>
                <a:gd name="T20" fmla="*/ 46 w 233"/>
                <a:gd name="T21" fmla="*/ 108 h 218"/>
                <a:gd name="T22" fmla="*/ 52 w 233"/>
                <a:gd name="T23" fmla="*/ 106 h 218"/>
                <a:gd name="T24" fmla="*/ 65 w 233"/>
                <a:gd name="T25" fmla="*/ 92 h 218"/>
                <a:gd name="T26" fmla="*/ 78 w 233"/>
                <a:gd name="T27" fmla="*/ 75 h 218"/>
                <a:gd name="T28" fmla="*/ 94 w 233"/>
                <a:gd name="T29" fmla="*/ 67 h 218"/>
                <a:gd name="T30" fmla="*/ 108 w 233"/>
                <a:gd name="T31" fmla="*/ 64 h 218"/>
                <a:gd name="T32" fmla="*/ 116 w 233"/>
                <a:gd name="T33" fmla="*/ 47 h 218"/>
                <a:gd name="T34" fmla="*/ 134 w 233"/>
                <a:gd name="T35" fmla="*/ 51 h 218"/>
                <a:gd name="T36" fmla="*/ 151 w 233"/>
                <a:gd name="T37" fmla="*/ 41 h 218"/>
                <a:gd name="T38" fmla="*/ 173 w 233"/>
                <a:gd name="T39" fmla="*/ 32 h 218"/>
                <a:gd name="T40" fmla="*/ 192 w 233"/>
                <a:gd name="T41" fmla="*/ 11 h 218"/>
                <a:gd name="T42" fmla="*/ 212 w 233"/>
                <a:gd name="T43" fmla="*/ 2 h 218"/>
                <a:gd name="T44" fmla="*/ 229 w 233"/>
                <a:gd name="T45" fmla="*/ 4 h 218"/>
                <a:gd name="T46" fmla="*/ 233 w 233"/>
                <a:gd name="T47" fmla="*/ 22 h 218"/>
                <a:gd name="T48" fmla="*/ 224 w 233"/>
                <a:gd name="T49" fmla="*/ 41 h 218"/>
                <a:gd name="T50" fmla="*/ 196 w 233"/>
                <a:gd name="T51" fmla="*/ 63 h 218"/>
                <a:gd name="T52" fmla="*/ 150 w 233"/>
                <a:gd name="T53" fmla="*/ 85 h 218"/>
                <a:gd name="T54" fmla="*/ 122 w 233"/>
                <a:gd name="T55" fmla="*/ 103 h 218"/>
                <a:gd name="T56" fmla="*/ 101 w 233"/>
                <a:gd name="T57" fmla="*/ 115 h 218"/>
                <a:gd name="T58" fmla="*/ 103 w 233"/>
                <a:gd name="T59" fmla="*/ 128 h 218"/>
                <a:gd name="T60" fmla="*/ 94 w 233"/>
                <a:gd name="T61" fmla="*/ 144 h 218"/>
                <a:gd name="T62" fmla="*/ 76 w 233"/>
                <a:gd name="T63" fmla="*/ 143 h 218"/>
                <a:gd name="T64" fmla="*/ 72 w 233"/>
                <a:gd name="T65" fmla="*/ 154 h 218"/>
                <a:gd name="T66" fmla="*/ 74 w 233"/>
                <a:gd name="T67" fmla="*/ 167 h 218"/>
                <a:gd name="T68" fmla="*/ 62 w 233"/>
                <a:gd name="T69" fmla="*/ 174 h 218"/>
                <a:gd name="T70" fmla="*/ 53 w 233"/>
                <a:gd name="T71" fmla="*/ 180 h 218"/>
                <a:gd name="T72" fmla="*/ 60 w 233"/>
                <a:gd name="T73" fmla="*/ 195 h 218"/>
                <a:gd name="T74" fmla="*/ 46 w 233"/>
                <a:gd name="T75" fmla="*/ 218 h 21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33"/>
                <a:gd name="T115" fmla="*/ 0 h 218"/>
                <a:gd name="T116" fmla="*/ 233 w 233"/>
                <a:gd name="T117" fmla="*/ 218 h 218"/>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33" h="218">
                  <a:moveTo>
                    <a:pt x="46" y="218"/>
                  </a:moveTo>
                  <a:lnTo>
                    <a:pt x="42" y="215"/>
                  </a:lnTo>
                  <a:lnTo>
                    <a:pt x="35" y="210"/>
                  </a:lnTo>
                  <a:lnTo>
                    <a:pt x="28" y="206"/>
                  </a:lnTo>
                  <a:lnTo>
                    <a:pt x="22" y="208"/>
                  </a:lnTo>
                  <a:lnTo>
                    <a:pt x="16" y="209"/>
                  </a:lnTo>
                  <a:lnTo>
                    <a:pt x="10" y="212"/>
                  </a:lnTo>
                  <a:lnTo>
                    <a:pt x="7" y="210"/>
                  </a:lnTo>
                  <a:lnTo>
                    <a:pt x="0" y="198"/>
                  </a:lnTo>
                  <a:lnTo>
                    <a:pt x="5" y="190"/>
                  </a:lnTo>
                  <a:lnTo>
                    <a:pt x="14" y="179"/>
                  </a:lnTo>
                  <a:lnTo>
                    <a:pt x="18" y="177"/>
                  </a:lnTo>
                  <a:lnTo>
                    <a:pt x="30" y="177"/>
                  </a:lnTo>
                  <a:lnTo>
                    <a:pt x="31" y="168"/>
                  </a:lnTo>
                  <a:lnTo>
                    <a:pt x="25" y="159"/>
                  </a:lnTo>
                  <a:lnTo>
                    <a:pt x="28" y="152"/>
                  </a:lnTo>
                  <a:lnTo>
                    <a:pt x="31" y="148"/>
                  </a:lnTo>
                  <a:lnTo>
                    <a:pt x="35" y="147"/>
                  </a:lnTo>
                  <a:lnTo>
                    <a:pt x="41" y="143"/>
                  </a:lnTo>
                  <a:lnTo>
                    <a:pt x="40" y="138"/>
                  </a:lnTo>
                  <a:lnTo>
                    <a:pt x="36" y="132"/>
                  </a:lnTo>
                  <a:lnTo>
                    <a:pt x="46" y="108"/>
                  </a:lnTo>
                  <a:lnTo>
                    <a:pt x="50" y="104"/>
                  </a:lnTo>
                  <a:lnTo>
                    <a:pt x="52" y="106"/>
                  </a:lnTo>
                  <a:lnTo>
                    <a:pt x="58" y="107"/>
                  </a:lnTo>
                  <a:lnTo>
                    <a:pt x="65" y="92"/>
                  </a:lnTo>
                  <a:lnTo>
                    <a:pt x="71" y="82"/>
                  </a:lnTo>
                  <a:lnTo>
                    <a:pt x="78" y="75"/>
                  </a:lnTo>
                  <a:lnTo>
                    <a:pt x="85" y="70"/>
                  </a:lnTo>
                  <a:lnTo>
                    <a:pt x="94" y="67"/>
                  </a:lnTo>
                  <a:lnTo>
                    <a:pt x="103" y="69"/>
                  </a:lnTo>
                  <a:lnTo>
                    <a:pt x="108" y="64"/>
                  </a:lnTo>
                  <a:lnTo>
                    <a:pt x="114" y="47"/>
                  </a:lnTo>
                  <a:lnTo>
                    <a:pt x="116" y="47"/>
                  </a:lnTo>
                  <a:lnTo>
                    <a:pt x="122" y="43"/>
                  </a:lnTo>
                  <a:lnTo>
                    <a:pt x="134" y="51"/>
                  </a:lnTo>
                  <a:lnTo>
                    <a:pt x="137" y="50"/>
                  </a:lnTo>
                  <a:lnTo>
                    <a:pt x="151" y="41"/>
                  </a:lnTo>
                  <a:lnTo>
                    <a:pt x="158" y="39"/>
                  </a:lnTo>
                  <a:lnTo>
                    <a:pt x="173" y="32"/>
                  </a:lnTo>
                  <a:lnTo>
                    <a:pt x="186" y="29"/>
                  </a:lnTo>
                  <a:lnTo>
                    <a:pt x="192" y="11"/>
                  </a:lnTo>
                  <a:lnTo>
                    <a:pt x="194" y="7"/>
                  </a:lnTo>
                  <a:lnTo>
                    <a:pt x="212" y="2"/>
                  </a:lnTo>
                  <a:lnTo>
                    <a:pt x="226" y="0"/>
                  </a:lnTo>
                  <a:lnTo>
                    <a:pt x="229" y="4"/>
                  </a:lnTo>
                  <a:lnTo>
                    <a:pt x="232" y="11"/>
                  </a:lnTo>
                  <a:lnTo>
                    <a:pt x="233" y="22"/>
                  </a:lnTo>
                  <a:lnTo>
                    <a:pt x="228" y="36"/>
                  </a:lnTo>
                  <a:lnTo>
                    <a:pt x="224" y="41"/>
                  </a:lnTo>
                  <a:lnTo>
                    <a:pt x="214" y="50"/>
                  </a:lnTo>
                  <a:lnTo>
                    <a:pt x="196" y="63"/>
                  </a:lnTo>
                  <a:lnTo>
                    <a:pt x="166" y="77"/>
                  </a:lnTo>
                  <a:lnTo>
                    <a:pt x="150" y="85"/>
                  </a:lnTo>
                  <a:lnTo>
                    <a:pt x="135" y="93"/>
                  </a:lnTo>
                  <a:lnTo>
                    <a:pt x="122" y="103"/>
                  </a:lnTo>
                  <a:lnTo>
                    <a:pt x="107" y="109"/>
                  </a:lnTo>
                  <a:lnTo>
                    <a:pt x="101" y="115"/>
                  </a:lnTo>
                  <a:lnTo>
                    <a:pt x="99" y="123"/>
                  </a:lnTo>
                  <a:lnTo>
                    <a:pt x="103" y="128"/>
                  </a:lnTo>
                  <a:lnTo>
                    <a:pt x="100" y="134"/>
                  </a:lnTo>
                  <a:lnTo>
                    <a:pt x="94" y="144"/>
                  </a:lnTo>
                  <a:lnTo>
                    <a:pt x="90" y="145"/>
                  </a:lnTo>
                  <a:lnTo>
                    <a:pt x="76" y="143"/>
                  </a:lnTo>
                  <a:lnTo>
                    <a:pt x="73" y="148"/>
                  </a:lnTo>
                  <a:lnTo>
                    <a:pt x="72" y="154"/>
                  </a:lnTo>
                  <a:lnTo>
                    <a:pt x="76" y="160"/>
                  </a:lnTo>
                  <a:lnTo>
                    <a:pt x="74" y="167"/>
                  </a:lnTo>
                  <a:lnTo>
                    <a:pt x="65" y="178"/>
                  </a:lnTo>
                  <a:lnTo>
                    <a:pt x="62" y="174"/>
                  </a:lnTo>
                  <a:lnTo>
                    <a:pt x="57" y="172"/>
                  </a:lnTo>
                  <a:lnTo>
                    <a:pt x="53" y="180"/>
                  </a:lnTo>
                  <a:lnTo>
                    <a:pt x="59" y="187"/>
                  </a:lnTo>
                  <a:lnTo>
                    <a:pt x="60" y="195"/>
                  </a:lnTo>
                  <a:lnTo>
                    <a:pt x="52" y="212"/>
                  </a:lnTo>
                  <a:lnTo>
                    <a:pt x="46" y="218"/>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5" name="Freeform 104"/>
            <p:cNvSpPr>
              <a:spLocks/>
            </p:cNvSpPr>
            <p:nvPr/>
          </p:nvSpPr>
          <p:spPr bwMode="gray">
            <a:xfrm>
              <a:off x="3113088" y="1557338"/>
              <a:ext cx="3776663" cy="2028825"/>
            </a:xfrm>
            <a:custGeom>
              <a:avLst/>
              <a:gdLst>
                <a:gd name="T0" fmla="*/ 79 w 2379"/>
                <a:gd name="T1" fmla="*/ 989 h 1278"/>
                <a:gd name="T2" fmla="*/ 56 w 2379"/>
                <a:gd name="T3" fmla="*/ 949 h 1278"/>
                <a:gd name="T4" fmla="*/ 23 w 2379"/>
                <a:gd name="T5" fmla="*/ 926 h 1278"/>
                <a:gd name="T6" fmla="*/ 5 w 2379"/>
                <a:gd name="T7" fmla="*/ 894 h 1278"/>
                <a:gd name="T8" fmla="*/ 3 w 2379"/>
                <a:gd name="T9" fmla="*/ 857 h 1278"/>
                <a:gd name="T10" fmla="*/ 41 w 2379"/>
                <a:gd name="T11" fmla="*/ 815 h 1278"/>
                <a:gd name="T12" fmla="*/ 41 w 2379"/>
                <a:gd name="T13" fmla="*/ 610 h 1278"/>
                <a:gd name="T14" fmla="*/ 115 w 2379"/>
                <a:gd name="T15" fmla="*/ 470 h 1278"/>
                <a:gd name="T16" fmla="*/ 76 w 2379"/>
                <a:gd name="T17" fmla="*/ 561 h 1278"/>
                <a:gd name="T18" fmla="*/ 155 w 2379"/>
                <a:gd name="T19" fmla="*/ 663 h 1278"/>
                <a:gd name="T20" fmla="*/ 255 w 2379"/>
                <a:gd name="T21" fmla="*/ 550 h 1278"/>
                <a:gd name="T22" fmla="*/ 382 w 2379"/>
                <a:gd name="T23" fmla="*/ 503 h 1278"/>
                <a:gd name="T24" fmla="*/ 491 w 2379"/>
                <a:gd name="T25" fmla="*/ 484 h 1278"/>
                <a:gd name="T26" fmla="*/ 650 w 2379"/>
                <a:gd name="T27" fmla="*/ 490 h 1278"/>
                <a:gd name="T28" fmla="*/ 704 w 2379"/>
                <a:gd name="T29" fmla="*/ 294 h 1278"/>
                <a:gd name="T30" fmla="*/ 656 w 2379"/>
                <a:gd name="T31" fmla="*/ 571 h 1278"/>
                <a:gd name="T32" fmla="*/ 798 w 2379"/>
                <a:gd name="T33" fmla="*/ 541 h 1278"/>
                <a:gd name="T34" fmla="*/ 742 w 2379"/>
                <a:gd name="T35" fmla="*/ 335 h 1278"/>
                <a:gd name="T36" fmla="*/ 800 w 2379"/>
                <a:gd name="T37" fmla="*/ 323 h 1278"/>
                <a:gd name="T38" fmla="*/ 846 w 2379"/>
                <a:gd name="T39" fmla="*/ 319 h 1278"/>
                <a:gd name="T40" fmla="*/ 966 w 2379"/>
                <a:gd name="T41" fmla="*/ 143 h 1278"/>
                <a:gd name="T42" fmla="*/ 1195 w 2379"/>
                <a:gd name="T43" fmla="*/ 0 h 1278"/>
                <a:gd name="T44" fmla="*/ 1330 w 2379"/>
                <a:gd name="T45" fmla="*/ 178 h 1278"/>
                <a:gd name="T46" fmla="*/ 1345 w 2379"/>
                <a:gd name="T47" fmla="*/ 274 h 1278"/>
                <a:gd name="T48" fmla="*/ 1573 w 2379"/>
                <a:gd name="T49" fmla="*/ 291 h 1278"/>
                <a:gd name="T50" fmla="*/ 1728 w 2379"/>
                <a:gd name="T51" fmla="*/ 374 h 1278"/>
                <a:gd name="T52" fmla="*/ 1846 w 2379"/>
                <a:gd name="T53" fmla="*/ 340 h 1278"/>
                <a:gd name="T54" fmla="*/ 2058 w 2379"/>
                <a:gd name="T55" fmla="*/ 408 h 1278"/>
                <a:gd name="T56" fmla="*/ 2239 w 2379"/>
                <a:gd name="T57" fmla="*/ 481 h 1278"/>
                <a:gd name="T58" fmla="*/ 2362 w 2379"/>
                <a:gd name="T59" fmla="*/ 652 h 1278"/>
                <a:gd name="T60" fmla="*/ 2362 w 2379"/>
                <a:gd name="T61" fmla="*/ 703 h 1278"/>
                <a:gd name="T62" fmla="*/ 2243 w 2379"/>
                <a:gd name="T63" fmla="*/ 793 h 1278"/>
                <a:gd name="T64" fmla="*/ 2123 w 2379"/>
                <a:gd name="T65" fmla="*/ 813 h 1278"/>
                <a:gd name="T66" fmla="*/ 2099 w 2379"/>
                <a:gd name="T67" fmla="*/ 929 h 1278"/>
                <a:gd name="T68" fmla="*/ 2015 w 2379"/>
                <a:gd name="T69" fmla="*/ 1041 h 1278"/>
                <a:gd name="T70" fmla="*/ 2099 w 2379"/>
                <a:gd name="T71" fmla="*/ 799 h 1278"/>
                <a:gd name="T72" fmla="*/ 2071 w 2379"/>
                <a:gd name="T73" fmla="*/ 759 h 1278"/>
                <a:gd name="T74" fmla="*/ 1958 w 2379"/>
                <a:gd name="T75" fmla="*/ 839 h 1278"/>
                <a:gd name="T76" fmla="*/ 1844 w 2379"/>
                <a:gd name="T77" fmla="*/ 837 h 1278"/>
                <a:gd name="T78" fmla="*/ 1701 w 2379"/>
                <a:gd name="T79" fmla="*/ 983 h 1278"/>
                <a:gd name="T80" fmla="*/ 1764 w 2379"/>
                <a:gd name="T81" fmla="*/ 1061 h 1278"/>
                <a:gd name="T82" fmla="*/ 1636 w 2379"/>
                <a:gd name="T83" fmla="*/ 1236 h 1278"/>
                <a:gd name="T84" fmla="*/ 1667 w 2379"/>
                <a:gd name="T85" fmla="*/ 1144 h 1278"/>
                <a:gd name="T86" fmla="*/ 1498 w 2379"/>
                <a:gd name="T87" fmla="*/ 992 h 1278"/>
                <a:gd name="T88" fmla="*/ 1388 w 2379"/>
                <a:gd name="T89" fmla="*/ 1081 h 1278"/>
                <a:gd name="T90" fmla="*/ 1172 w 2379"/>
                <a:gd name="T91" fmla="*/ 1066 h 1278"/>
                <a:gd name="T92" fmla="*/ 1024 w 2379"/>
                <a:gd name="T93" fmla="*/ 1065 h 1278"/>
                <a:gd name="T94" fmla="*/ 872 w 2379"/>
                <a:gd name="T95" fmla="*/ 1058 h 1278"/>
                <a:gd name="T96" fmla="*/ 724 w 2379"/>
                <a:gd name="T97" fmla="*/ 991 h 1278"/>
                <a:gd name="T98" fmla="*/ 664 w 2379"/>
                <a:gd name="T99" fmla="*/ 944 h 1278"/>
                <a:gd name="T100" fmla="*/ 544 w 2379"/>
                <a:gd name="T101" fmla="*/ 1006 h 1278"/>
                <a:gd name="T102" fmla="*/ 477 w 2379"/>
                <a:gd name="T103" fmla="*/ 1054 h 1278"/>
                <a:gd name="T104" fmla="*/ 369 w 2379"/>
                <a:gd name="T105" fmla="*/ 1040 h 1278"/>
                <a:gd name="T106" fmla="*/ 319 w 2379"/>
                <a:gd name="T107" fmla="*/ 1134 h 1278"/>
                <a:gd name="T108" fmla="*/ 313 w 2379"/>
                <a:gd name="T109" fmla="*/ 1193 h 1278"/>
                <a:gd name="T110" fmla="*/ 330 w 2379"/>
                <a:gd name="T111" fmla="*/ 1263 h 1278"/>
                <a:gd name="T112" fmla="*/ 281 w 2379"/>
                <a:gd name="T113" fmla="*/ 1248 h 1278"/>
                <a:gd name="T114" fmla="*/ 226 w 2379"/>
                <a:gd name="T115" fmla="*/ 1236 h 1278"/>
                <a:gd name="T116" fmla="*/ 170 w 2379"/>
                <a:gd name="T117" fmla="*/ 1174 h 1278"/>
                <a:gd name="T118" fmla="*/ 194 w 2379"/>
                <a:gd name="T119" fmla="*/ 1116 h 1278"/>
                <a:gd name="T120" fmla="*/ 171 w 2379"/>
                <a:gd name="T121" fmla="*/ 1079 h 1278"/>
                <a:gd name="T122" fmla="*/ 118 w 2379"/>
                <a:gd name="T123" fmla="*/ 1051 h 127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379"/>
                <a:gd name="T187" fmla="*/ 0 h 1278"/>
                <a:gd name="T188" fmla="*/ 2379 w 2379"/>
                <a:gd name="T189" fmla="*/ 1278 h 127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379" h="1278">
                  <a:moveTo>
                    <a:pt x="69" y="1029"/>
                  </a:moveTo>
                  <a:lnTo>
                    <a:pt x="69" y="1027"/>
                  </a:lnTo>
                  <a:lnTo>
                    <a:pt x="68" y="1026"/>
                  </a:lnTo>
                  <a:lnTo>
                    <a:pt x="67" y="1025"/>
                  </a:lnTo>
                  <a:lnTo>
                    <a:pt x="66" y="1024"/>
                  </a:lnTo>
                  <a:lnTo>
                    <a:pt x="66" y="1023"/>
                  </a:lnTo>
                  <a:lnTo>
                    <a:pt x="66" y="1020"/>
                  </a:lnTo>
                  <a:lnTo>
                    <a:pt x="66" y="1018"/>
                  </a:lnTo>
                  <a:lnTo>
                    <a:pt x="67" y="1017"/>
                  </a:lnTo>
                  <a:lnTo>
                    <a:pt x="66" y="1016"/>
                  </a:lnTo>
                  <a:lnTo>
                    <a:pt x="65" y="1014"/>
                  </a:lnTo>
                  <a:lnTo>
                    <a:pt x="66" y="1013"/>
                  </a:lnTo>
                  <a:lnTo>
                    <a:pt x="66" y="1011"/>
                  </a:lnTo>
                  <a:lnTo>
                    <a:pt x="64" y="1009"/>
                  </a:lnTo>
                  <a:lnTo>
                    <a:pt x="62" y="1006"/>
                  </a:lnTo>
                  <a:lnTo>
                    <a:pt x="61" y="1004"/>
                  </a:lnTo>
                  <a:lnTo>
                    <a:pt x="62" y="1003"/>
                  </a:lnTo>
                  <a:lnTo>
                    <a:pt x="63" y="1001"/>
                  </a:lnTo>
                  <a:lnTo>
                    <a:pt x="66" y="1001"/>
                  </a:lnTo>
                  <a:lnTo>
                    <a:pt x="68" y="1001"/>
                  </a:lnTo>
                  <a:lnTo>
                    <a:pt x="69" y="1003"/>
                  </a:lnTo>
                  <a:lnTo>
                    <a:pt x="73" y="1003"/>
                  </a:lnTo>
                  <a:lnTo>
                    <a:pt x="77" y="1002"/>
                  </a:lnTo>
                  <a:lnTo>
                    <a:pt x="80" y="999"/>
                  </a:lnTo>
                  <a:lnTo>
                    <a:pt x="80" y="998"/>
                  </a:lnTo>
                  <a:lnTo>
                    <a:pt x="81" y="997"/>
                  </a:lnTo>
                  <a:lnTo>
                    <a:pt x="83" y="997"/>
                  </a:lnTo>
                  <a:lnTo>
                    <a:pt x="83" y="995"/>
                  </a:lnTo>
                  <a:lnTo>
                    <a:pt x="83" y="994"/>
                  </a:lnTo>
                  <a:lnTo>
                    <a:pt x="82" y="993"/>
                  </a:lnTo>
                  <a:lnTo>
                    <a:pt x="79" y="991"/>
                  </a:lnTo>
                  <a:lnTo>
                    <a:pt x="79" y="989"/>
                  </a:lnTo>
                  <a:lnTo>
                    <a:pt x="80" y="988"/>
                  </a:lnTo>
                  <a:lnTo>
                    <a:pt x="80" y="987"/>
                  </a:lnTo>
                  <a:lnTo>
                    <a:pt x="78" y="987"/>
                  </a:lnTo>
                  <a:lnTo>
                    <a:pt x="76" y="986"/>
                  </a:lnTo>
                  <a:lnTo>
                    <a:pt x="73" y="985"/>
                  </a:lnTo>
                  <a:lnTo>
                    <a:pt x="70" y="986"/>
                  </a:lnTo>
                  <a:lnTo>
                    <a:pt x="69" y="985"/>
                  </a:lnTo>
                  <a:lnTo>
                    <a:pt x="69" y="983"/>
                  </a:lnTo>
                  <a:lnTo>
                    <a:pt x="70" y="980"/>
                  </a:lnTo>
                  <a:lnTo>
                    <a:pt x="70" y="978"/>
                  </a:lnTo>
                  <a:lnTo>
                    <a:pt x="68" y="977"/>
                  </a:lnTo>
                  <a:lnTo>
                    <a:pt x="67" y="976"/>
                  </a:lnTo>
                  <a:lnTo>
                    <a:pt x="65" y="975"/>
                  </a:lnTo>
                  <a:lnTo>
                    <a:pt x="62" y="973"/>
                  </a:lnTo>
                  <a:lnTo>
                    <a:pt x="61" y="970"/>
                  </a:lnTo>
                  <a:lnTo>
                    <a:pt x="60" y="967"/>
                  </a:lnTo>
                  <a:lnTo>
                    <a:pt x="58" y="967"/>
                  </a:lnTo>
                  <a:lnTo>
                    <a:pt x="58" y="966"/>
                  </a:lnTo>
                  <a:lnTo>
                    <a:pt x="59" y="964"/>
                  </a:lnTo>
                  <a:lnTo>
                    <a:pt x="59" y="963"/>
                  </a:lnTo>
                  <a:lnTo>
                    <a:pt x="59" y="962"/>
                  </a:lnTo>
                  <a:lnTo>
                    <a:pt x="57" y="963"/>
                  </a:lnTo>
                  <a:lnTo>
                    <a:pt x="57" y="961"/>
                  </a:lnTo>
                  <a:lnTo>
                    <a:pt x="56" y="959"/>
                  </a:lnTo>
                  <a:lnTo>
                    <a:pt x="53" y="958"/>
                  </a:lnTo>
                  <a:lnTo>
                    <a:pt x="53" y="957"/>
                  </a:lnTo>
                  <a:lnTo>
                    <a:pt x="54" y="955"/>
                  </a:lnTo>
                  <a:lnTo>
                    <a:pt x="54" y="954"/>
                  </a:lnTo>
                  <a:lnTo>
                    <a:pt x="55" y="953"/>
                  </a:lnTo>
                  <a:lnTo>
                    <a:pt x="55" y="952"/>
                  </a:lnTo>
                  <a:lnTo>
                    <a:pt x="56" y="952"/>
                  </a:lnTo>
                  <a:lnTo>
                    <a:pt x="57" y="951"/>
                  </a:lnTo>
                  <a:lnTo>
                    <a:pt x="56" y="949"/>
                  </a:lnTo>
                  <a:lnTo>
                    <a:pt x="55" y="947"/>
                  </a:lnTo>
                  <a:lnTo>
                    <a:pt x="54" y="944"/>
                  </a:lnTo>
                  <a:lnTo>
                    <a:pt x="55" y="942"/>
                  </a:lnTo>
                  <a:lnTo>
                    <a:pt x="55" y="940"/>
                  </a:lnTo>
                  <a:lnTo>
                    <a:pt x="55" y="939"/>
                  </a:lnTo>
                  <a:lnTo>
                    <a:pt x="55" y="938"/>
                  </a:lnTo>
                  <a:lnTo>
                    <a:pt x="55" y="936"/>
                  </a:lnTo>
                  <a:lnTo>
                    <a:pt x="54" y="937"/>
                  </a:lnTo>
                  <a:lnTo>
                    <a:pt x="53" y="936"/>
                  </a:lnTo>
                  <a:lnTo>
                    <a:pt x="52" y="935"/>
                  </a:lnTo>
                  <a:lnTo>
                    <a:pt x="51" y="934"/>
                  </a:lnTo>
                  <a:lnTo>
                    <a:pt x="49" y="933"/>
                  </a:lnTo>
                  <a:lnTo>
                    <a:pt x="49" y="931"/>
                  </a:lnTo>
                  <a:lnTo>
                    <a:pt x="45" y="929"/>
                  </a:lnTo>
                  <a:lnTo>
                    <a:pt x="43" y="930"/>
                  </a:lnTo>
                  <a:lnTo>
                    <a:pt x="42" y="929"/>
                  </a:lnTo>
                  <a:lnTo>
                    <a:pt x="41" y="929"/>
                  </a:lnTo>
                  <a:lnTo>
                    <a:pt x="39" y="930"/>
                  </a:lnTo>
                  <a:lnTo>
                    <a:pt x="38" y="931"/>
                  </a:lnTo>
                  <a:lnTo>
                    <a:pt x="36" y="931"/>
                  </a:lnTo>
                  <a:lnTo>
                    <a:pt x="34" y="934"/>
                  </a:lnTo>
                  <a:lnTo>
                    <a:pt x="33" y="934"/>
                  </a:lnTo>
                  <a:lnTo>
                    <a:pt x="31" y="932"/>
                  </a:lnTo>
                  <a:lnTo>
                    <a:pt x="31" y="930"/>
                  </a:lnTo>
                  <a:lnTo>
                    <a:pt x="31" y="929"/>
                  </a:lnTo>
                  <a:lnTo>
                    <a:pt x="32" y="928"/>
                  </a:lnTo>
                  <a:lnTo>
                    <a:pt x="32" y="927"/>
                  </a:lnTo>
                  <a:lnTo>
                    <a:pt x="31" y="926"/>
                  </a:lnTo>
                  <a:lnTo>
                    <a:pt x="29" y="925"/>
                  </a:lnTo>
                  <a:lnTo>
                    <a:pt x="27" y="925"/>
                  </a:lnTo>
                  <a:lnTo>
                    <a:pt x="24" y="925"/>
                  </a:lnTo>
                  <a:lnTo>
                    <a:pt x="23" y="926"/>
                  </a:lnTo>
                  <a:lnTo>
                    <a:pt x="22" y="927"/>
                  </a:lnTo>
                  <a:lnTo>
                    <a:pt x="21" y="925"/>
                  </a:lnTo>
                  <a:lnTo>
                    <a:pt x="20" y="923"/>
                  </a:lnTo>
                  <a:lnTo>
                    <a:pt x="18" y="923"/>
                  </a:lnTo>
                  <a:lnTo>
                    <a:pt x="17" y="922"/>
                  </a:lnTo>
                  <a:lnTo>
                    <a:pt x="15" y="924"/>
                  </a:lnTo>
                  <a:lnTo>
                    <a:pt x="14" y="923"/>
                  </a:lnTo>
                  <a:lnTo>
                    <a:pt x="12" y="921"/>
                  </a:lnTo>
                  <a:lnTo>
                    <a:pt x="13" y="921"/>
                  </a:lnTo>
                  <a:lnTo>
                    <a:pt x="13" y="919"/>
                  </a:lnTo>
                  <a:lnTo>
                    <a:pt x="13" y="918"/>
                  </a:lnTo>
                  <a:lnTo>
                    <a:pt x="13" y="915"/>
                  </a:lnTo>
                  <a:lnTo>
                    <a:pt x="13" y="912"/>
                  </a:lnTo>
                  <a:lnTo>
                    <a:pt x="12" y="911"/>
                  </a:lnTo>
                  <a:lnTo>
                    <a:pt x="12" y="910"/>
                  </a:lnTo>
                  <a:lnTo>
                    <a:pt x="11" y="910"/>
                  </a:lnTo>
                  <a:lnTo>
                    <a:pt x="10" y="908"/>
                  </a:lnTo>
                  <a:lnTo>
                    <a:pt x="10" y="906"/>
                  </a:lnTo>
                  <a:lnTo>
                    <a:pt x="9" y="906"/>
                  </a:lnTo>
                  <a:lnTo>
                    <a:pt x="8" y="904"/>
                  </a:lnTo>
                  <a:lnTo>
                    <a:pt x="8" y="903"/>
                  </a:lnTo>
                  <a:lnTo>
                    <a:pt x="9" y="902"/>
                  </a:lnTo>
                  <a:lnTo>
                    <a:pt x="8" y="901"/>
                  </a:lnTo>
                  <a:lnTo>
                    <a:pt x="7" y="901"/>
                  </a:lnTo>
                  <a:lnTo>
                    <a:pt x="7" y="900"/>
                  </a:lnTo>
                  <a:lnTo>
                    <a:pt x="6" y="901"/>
                  </a:lnTo>
                  <a:lnTo>
                    <a:pt x="4" y="901"/>
                  </a:lnTo>
                  <a:lnTo>
                    <a:pt x="5" y="900"/>
                  </a:lnTo>
                  <a:lnTo>
                    <a:pt x="6" y="899"/>
                  </a:lnTo>
                  <a:lnTo>
                    <a:pt x="6" y="898"/>
                  </a:lnTo>
                  <a:lnTo>
                    <a:pt x="6" y="896"/>
                  </a:lnTo>
                  <a:lnTo>
                    <a:pt x="6" y="895"/>
                  </a:lnTo>
                  <a:lnTo>
                    <a:pt x="5" y="894"/>
                  </a:lnTo>
                  <a:lnTo>
                    <a:pt x="6" y="893"/>
                  </a:lnTo>
                  <a:lnTo>
                    <a:pt x="7" y="893"/>
                  </a:lnTo>
                  <a:lnTo>
                    <a:pt x="7" y="892"/>
                  </a:lnTo>
                  <a:lnTo>
                    <a:pt x="7" y="891"/>
                  </a:lnTo>
                  <a:lnTo>
                    <a:pt x="7" y="890"/>
                  </a:lnTo>
                  <a:lnTo>
                    <a:pt x="7" y="888"/>
                  </a:lnTo>
                  <a:lnTo>
                    <a:pt x="6" y="887"/>
                  </a:lnTo>
                  <a:lnTo>
                    <a:pt x="4" y="885"/>
                  </a:lnTo>
                  <a:lnTo>
                    <a:pt x="3" y="884"/>
                  </a:lnTo>
                  <a:lnTo>
                    <a:pt x="3" y="883"/>
                  </a:lnTo>
                  <a:lnTo>
                    <a:pt x="3" y="881"/>
                  </a:lnTo>
                  <a:lnTo>
                    <a:pt x="0" y="881"/>
                  </a:lnTo>
                  <a:lnTo>
                    <a:pt x="0" y="880"/>
                  </a:lnTo>
                  <a:lnTo>
                    <a:pt x="0" y="878"/>
                  </a:lnTo>
                  <a:lnTo>
                    <a:pt x="1" y="877"/>
                  </a:lnTo>
                  <a:lnTo>
                    <a:pt x="2" y="877"/>
                  </a:lnTo>
                  <a:lnTo>
                    <a:pt x="2" y="875"/>
                  </a:lnTo>
                  <a:lnTo>
                    <a:pt x="3" y="874"/>
                  </a:lnTo>
                  <a:lnTo>
                    <a:pt x="4" y="873"/>
                  </a:lnTo>
                  <a:lnTo>
                    <a:pt x="6" y="873"/>
                  </a:lnTo>
                  <a:lnTo>
                    <a:pt x="7" y="872"/>
                  </a:lnTo>
                  <a:lnTo>
                    <a:pt x="7" y="871"/>
                  </a:lnTo>
                  <a:lnTo>
                    <a:pt x="5" y="870"/>
                  </a:lnTo>
                  <a:lnTo>
                    <a:pt x="5" y="868"/>
                  </a:lnTo>
                  <a:lnTo>
                    <a:pt x="5" y="867"/>
                  </a:lnTo>
                  <a:lnTo>
                    <a:pt x="5" y="866"/>
                  </a:lnTo>
                  <a:lnTo>
                    <a:pt x="4" y="865"/>
                  </a:lnTo>
                  <a:lnTo>
                    <a:pt x="3" y="864"/>
                  </a:lnTo>
                  <a:lnTo>
                    <a:pt x="2" y="861"/>
                  </a:lnTo>
                  <a:lnTo>
                    <a:pt x="2" y="859"/>
                  </a:lnTo>
                  <a:lnTo>
                    <a:pt x="3" y="857"/>
                  </a:lnTo>
                  <a:lnTo>
                    <a:pt x="3" y="855"/>
                  </a:lnTo>
                  <a:lnTo>
                    <a:pt x="2" y="852"/>
                  </a:lnTo>
                  <a:lnTo>
                    <a:pt x="1" y="846"/>
                  </a:lnTo>
                  <a:lnTo>
                    <a:pt x="1" y="844"/>
                  </a:lnTo>
                  <a:lnTo>
                    <a:pt x="2" y="842"/>
                  </a:lnTo>
                  <a:lnTo>
                    <a:pt x="3" y="840"/>
                  </a:lnTo>
                  <a:lnTo>
                    <a:pt x="5" y="838"/>
                  </a:lnTo>
                  <a:lnTo>
                    <a:pt x="7" y="836"/>
                  </a:lnTo>
                  <a:lnTo>
                    <a:pt x="8" y="832"/>
                  </a:lnTo>
                  <a:lnTo>
                    <a:pt x="8" y="830"/>
                  </a:lnTo>
                  <a:lnTo>
                    <a:pt x="9" y="829"/>
                  </a:lnTo>
                  <a:lnTo>
                    <a:pt x="10" y="829"/>
                  </a:lnTo>
                  <a:lnTo>
                    <a:pt x="11" y="829"/>
                  </a:lnTo>
                  <a:lnTo>
                    <a:pt x="12" y="829"/>
                  </a:lnTo>
                  <a:lnTo>
                    <a:pt x="13" y="826"/>
                  </a:lnTo>
                  <a:lnTo>
                    <a:pt x="11" y="824"/>
                  </a:lnTo>
                  <a:lnTo>
                    <a:pt x="10" y="824"/>
                  </a:lnTo>
                  <a:lnTo>
                    <a:pt x="10" y="822"/>
                  </a:lnTo>
                  <a:lnTo>
                    <a:pt x="8" y="821"/>
                  </a:lnTo>
                  <a:lnTo>
                    <a:pt x="9" y="818"/>
                  </a:lnTo>
                  <a:lnTo>
                    <a:pt x="12" y="818"/>
                  </a:lnTo>
                  <a:lnTo>
                    <a:pt x="13" y="820"/>
                  </a:lnTo>
                  <a:lnTo>
                    <a:pt x="14" y="821"/>
                  </a:lnTo>
                  <a:lnTo>
                    <a:pt x="16" y="820"/>
                  </a:lnTo>
                  <a:lnTo>
                    <a:pt x="15" y="818"/>
                  </a:lnTo>
                  <a:lnTo>
                    <a:pt x="17" y="815"/>
                  </a:lnTo>
                  <a:lnTo>
                    <a:pt x="21" y="818"/>
                  </a:lnTo>
                  <a:lnTo>
                    <a:pt x="23" y="817"/>
                  </a:lnTo>
                  <a:lnTo>
                    <a:pt x="25" y="813"/>
                  </a:lnTo>
                  <a:lnTo>
                    <a:pt x="27" y="810"/>
                  </a:lnTo>
                  <a:lnTo>
                    <a:pt x="32" y="811"/>
                  </a:lnTo>
                  <a:lnTo>
                    <a:pt x="38" y="815"/>
                  </a:lnTo>
                  <a:lnTo>
                    <a:pt x="41" y="815"/>
                  </a:lnTo>
                  <a:lnTo>
                    <a:pt x="43" y="813"/>
                  </a:lnTo>
                  <a:lnTo>
                    <a:pt x="41" y="807"/>
                  </a:lnTo>
                  <a:lnTo>
                    <a:pt x="37" y="803"/>
                  </a:lnTo>
                  <a:lnTo>
                    <a:pt x="34" y="803"/>
                  </a:lnTo>
                  <a:lnTo>
                    <a:pt x="25" y="804"/>
                  </a:lnTo>
                  <a:lnTo>
                    <a:pt x="21" y="803"/>
                  </a:lnTo>
                  <a:lnTo>
                    <a:pt x="19" y="801"/>
                  </a:lnTo>
                  <a:lnTo>
                    <a:pt x="17" y="796"/>
                  </a:lnTo>
                  <a:lnTo>
                    <a:pt x="19" y="790"/>
                  </a:lnTo>
                  <a:lnTo>
                    <a:pt x="19" y="788"/>
                  </a:lnTo>
                  <a:lnTo>
                    <a:pt x="17" y="788"/>
                  </a:lnTo>
                  <a:lnTo>
                    <a:pt x="18" y="784"/>
                  </a:lnTo>
                  <a:lnTo>
                    <a:pt x="32" y="767"/>
                  </a:lnTo>
                  <a:lnTo>
                    <a:pt x="46" y="750"/>
                  </a:lnTo>
                  <a:lnTo>
                    <a:pt x="55" y="739"/>
                  </a:lnTo>
                  <a:lnTo>
                    <a:pt x="60" y="730"/>
                  </a:lnTo>
                  <a:lnTo>
                    <a:pt x="63" y="722"/>
                  </a:lnTo>
                  <a:lnTo>
                    <a:pt x="64" y="716"/>
                  </a:lnTo>
                  <a:lnTo>
                    <a:pt x="62" y="711"/>
                  </a:lnTo>
                  <a:lnTo>
                    <a:pt x="59" y="705"/>
                  </a:lnTo>
                  <a:lnTo>
                    <a:pt x="54" y="700"/>
                  </a:lnTo>
                  <a:lnTo>
                    <a:pt x="45" y="693"/>
                  </a:lnTo>
                  <a:lnTo>
                    <a:pt x="42" y="687"/>
                  </a:lnTo>
                  <a:lnTo>
                    <a:pt x="44" y="684"/>
                  </a:lnTo>
                  <a:lnTo>
                    <a:pt x="48" y="678"/>
                  </a:lnTo>
                  <a:lnTo>
                    <a:pt x="48" y="674"/>
                  </a:lnTo>
                  <a:lnTo>
                    <a:pt x="47" y="669"/>
                  </a:lnTo>
                  <a:lnTo>
                    <a:pt x="38" y="647"/>
                  </a:lnTo>
                  <a:lnTo>
                    <a:pt x="36" y="639"/>
                  </a:lnTo>
                  <a:lnTo>
                    <a:pt x="36" y="632"/>
                  </a:lnTo>
                  <a:lnTo>
                    <a:pt x="37" y="625"/>
                  </a:lnTo>
                  <a:lnTo>
                    <a:pt x="40" y="617"/>
                  </a:lnTo>
                  <a:lnTo>
                    <a:pt x="41" y="610"/>
                  </a:lnTo>
                  <a:lnTo>
                    <a:pt x="36" y="590"/>
                  </a:lnTo>
                  <a:lnTo>
                    <a:pt x="26" y="565"/>
                  </a:lnTo>
                  <a:lnTo>
                    <a:pt x="28" y="560"/>
                  </a:lnTo>
                  <a:lnTo>
                    <a:pt x="38" y="546"/>
                  </a:lnTo>
                  <a:lnTo>
                    <a:pt x="40" y="539"/>
                  </a:lnTo>
                  <a:lnTo>
                    <a:pt x="37" y="532"/>
                  </a:lnTo>
                  <a:lnTo>
                    <a:pt x="30" y="522"/>
                  </a:lnTo>
                  <a:lnTo>
                    <a:pt x="24" y="519"/>
                  </a:lnTo>
                  <a:lnTo>
                    <a:pt x="20" y="515"/>
                  </a:lnTo>
                  <a:lnTo>
                    <a:pt x="19" y="505"/>
                  </a:lnTo>
                  <a:lnTo>
                    <a:pt x="21" y="496"/>
                  </a:lnTo>
                  <a:lnTo>
                    <a:pt x="21" y="490"/>
                  </a:lnTo>
                  <a:lnTo>
                    <a:pt x="26" y="485"/>
                  </a:lnTo>
                  <a:lnTo>
                    <a:pt x="33" y="472"/>
                  </a:lnTo>
                  <a:lnTo>
                    <a:pt x="40" y="462"/>
                  </a:lnTo>
                  <a:lnTo>
                    <a:pt x="46" y="459"/>
                  </a:lnTo>
                  <a:lnTo>
                    <a:pt x="52" y="459"/>
                  </a:lnTo>
                  <a:lnTo>
                    <a:pt x="55" y="455"/>
                  </a:lnTo>
                  <a:lnTo>
                    <a:pt x="58" y="449"/>
                  </a:lnTo>
                  <a:lnTo>
                    <a:pt x="62" y="448"/>
                  </a:lnTo>
                  <a:lnTo>
                    <a:pt x="69" y="443"/>
                  </a:lnTo>
                  <a:lnTo>
                    <a:pt x="74" y="438"/>
                  </a:lnTo>
                  <a:lnTo>
                    <a:pt x="74" y="441"/>
                  </a:lnTo>
                  <a:lnTo>
                    <a:pt x="76" y="449"/>
                  </a:lnTo>
                  <a:lnTo>
                    <a:pt x="78" y="455"/>
                  </a:lnTo>
                  <a:lnTo>
                    <a:pt x="82" y="459"/>
                  </a:lnTo>
                  <a:lnTo>
                    <a:pt x="88" y="460"/>
                  </a:lnTo>
                  <a:lnTo>
                    <a:pt x="93" y="462"/>
                  </a:lnTo>
                  <a:lnTo>
                    <a:pt x="93" y="474"/>
                  </a:lnTo>
                  <a:lnTo>
                    <a:pt x="98" y="468"/>
                  </a:lnTo>
                  <a:lnTo>
                    <a:pt x="101" y="469"/>
                  </a:lnTo>
                  <a:lnTo>
                    <a:pt x="109" y="470"/>
                  </a:lnTo>
                  <a:lnTo>
                    <a:pt x="115" y="470"/>
                  </a:lnTo>
                  <a:lnTo>
                    <a:pt x="118" y="471"/>
                  </a:lnTo>
                  <a:lnTo>
                    <a:pt x="126" y="471"/>
                  </a:lnTo>
                  <a:lnTo>
                    <a:pt x="135" y="476"/>
                  </a:lnTo>
                  <a:lnTo>
                    <a:pt x="155" y="487"/>
                  </a:lnTo>
                  <a:lnTo>
                    <a:pt x="161" y="493"/>
                  </a:lnTo>
                  <a:lnTo>
                    <a:pt x="173" y="510"/>
                  </a:lnTo>
                  <a:lnTo>
                    <a:pt x="177" y="514"/>
                  </a:lnTo>
                  <a:lnTo>
                    <a:pt x="187" y="518"/>
                  </a:lnTo>
                  <a:lnTo>
                    <a:pt x="196" y="522"/>
                  </a:lnTo>
                  <a:lnTo>
                    <a:pt x="210" y="534"/>
                  </a:lnTo>
                  <a:lnTo>
                    <a:pt x="213" y="539"/>
                  </a:lnTo>
                  <a:lnTo>
                    <a:pt x="212" y="548"/>
                  </a:lnTo>
                  <a:lnTo>
                    <a:pt x="213" y="553"/>
                  </a:lnTo>
                  <a:lnTo>
                    <a:pt x="217" y="558"/>
                  </a:lnTo>
                  <a:lnTo>
                    <a:pt x="217" y="563"/>
                  </a:lnTo>
                  <a:lnTo>
                    <a:pt x="216" y="569"/>
                  </a:lnTo>
                  <a:lnTo>
                    <a:pt x="211" y="578"/>
                  </a:lnTo>
                  <a:lnTo>
                    <a:pt x="203" y="588"/>
                  </a:lnTo>
                  <a:lnTo>
                    <a:pt x="197" y="592"/>
                  </a:lnTo>
                  <a:lnTo>
                    <a:pt x="185" y="598"/>
                  </a:lnTo>
                  <a:lnTo>
                    <a:pt x="178" y="600"/>
                  </a:lnTo>
                  <a:lnTo>
                    <a:pt x="167" y="600"/>
                  </a:lnTo>
                  <a:lnTo>
                    <a:pt x="158" y="596"/>
                  </a:lnTo>
                  <a:lnTo>
                    <a:pt x="143" y="594"/>
                  </a:lnTo>
                  <a:lnTo>
                    <a:pt x="131" y="590"/>
                  </a:lnTo>
                  <a:lnTo>
                    <a:pt x="122" y="584"/>
                  </a:lnTo>
                  <a:lnTo>
                    <a:pt x="106" y="576"/>
                  </a:lnTo>
                  <a:lnTo>
                    <a:pt x="98" y="574"/>
                  </a:lnTo>
                  <a:lnTo>
                    <a:pt x="95" y="573"/>
                  </a:lnTo>
                  <a:lnTo>
                    <a:pt x="91" y="564"/>
                  </a:lnTo>
                  <a:lnTo>
                    <a:pt x="88" y="561"/>
                  </a:lnTo>
                  <a:lnTo>
                    <a:pt x="83" y="559"/>
                  </a:lnTo>
                  <a:lnTo>
                    <a:pt x="76" y="561"/>
                  </a:lnTo>
                  <a:lnTo>
                    <a:pt x="78" y="564"/>
                  </a:lnTo>
                  <a:lnTo>
                    <a:pt x="79" y="565"/>
                  </a:lnTo>
                  <a:lnTo>
                    <a:pt x="84" y="575"/>
                  </a:lnTo>
                  <a:lnTo>
                    <a:pt x="88" y="577"/>
                  </a:lnTo>
                  <a:lnTo>
                    <a:pt x="96" y="588"/>
                  </a:lnTo>
                  <a:lnTo>
                    <a:pt x="101" y="593"/>
                  </a:lnTo>
                  <a:lnTo>
                    <a:pt x="108" y="596"/>
                  </a:lnTo>
                  <a:lnTo>
                    <a:pt x="113" y="600"/>
                  </a:lnTo>
                  <a:lnTo>
                    <a:pt x="115" y="608"/>
                  </a:lnTo>
                  <a:lnTo>
                    <a:pt x="115" y="615"/>
                  </a:lnTo>
                  <a:lnTo>
                    <a:pt x="113" y="620"/>
                  </a:lnTo>
                  <a:lnTo>
                    <a:pt x="109" y="623"/>
                  </a:lnTo>
                  <a:lnTo>
                    <a:pt x="109" y="625"/>
                  </a:lnTo>
                  <a:lnTo>
                    <a:pt x="111" y="634"/>
                  </a:lnTo>
                  <a:lnTo>
                    <a:pt x="116" y="649"/>
                  </a:lnTo>
                  <a:lnTo>
                    <a:pt x="116" y="657"/>
                  </a:lnTo>
                  <a:lnTo>
                    <a:pt x="118" y="661"/>
                  </a:lnTo>
                  <a:lnTo>
                    <a:pt x="121" y="664"/>
                  </a:lnTo>
                  <a:lnTo>
                    <a:pt x="129" y="665"/>
                  </a:lnTo>
                  <a:lnTo>
                    <a:pt x="135" y="667"/>
                  </a:lnTo>
                  <a:lnTo>
                    <a:pt x="139" y="677"/>
                  </a:lnTo>
                  <a:lnTo>
                    <a:pt x="142" y="678"/>
                  </a:lnTo>
                  <a:lnTo>
                    <a:pt x="150" y="680"/>
                  </a:lnTo>
                  <a:lnTo>
                    <a:pt x="155" y="682"/>
                  </a:lnTo>
                  <a:lnTo>
                    <a:pt x="157" y="683"/>
                  </a:lnTo>
                  <a:lnTo>
                    <a:pt x="160" y="681"/>
                  </a:lnTo>
                  <a:lnTo>
                    <a:pt x="165" y="679"/>
                  </a:lnTo>
                  <a:lnTo>
                    <a:pt x="167" y="674"/>
                  </a:lnTo>
                  <a:lnTo>
                    <a:pt x="167" y="669"/>
                  </a:lnTo>
                  <a:lnTo>
                    <a:pt x="164" y="663"/>
                  </a:lnTo>
                  <a:lnTo>
                    <a:pt x="161" y="662"/>
                  </a:lnTo>
                  <a:lnTo>
                    <a:pt x="158" y="663"/>
                  </a:lnTo>
                  <a:lnTo>
                    <a:pt x="155" y="663"/>
                  </a:lnTo>
                  <a:lnTo>
                    <a:pt x="151" y="659"/>
                  </a:lnTo>
                  <a:lnTo>
                    <a:pt x="144" y="646"/>
                  </a:lnTo>
                  <a:lnTo>
                    <a:pt x="149" y="635"/>
                  </a:lnTo>
                  <a:lnTo>
                    <a:pt x="152" y="635"/>
                  </a:lnTo>
                  <a:lnTo>
                    <a:pt x="160" y="643"/>
                  </a:lnTo>
                  <a:lnTo>
                    <a:pt x="170" y="649"/>
                  </a:lnTo>
                  <a:lnTo>
                    <a:pt x="185" y="655"/>
                  </a:lnTo>
                  <a:lnTo>
                    <a:pt x="191" y="657"/>
                  </a:lnTo>
                  <a:lnTo>
                    <a:pt x="197" y="654"/>
                  </a:lnTo>
                  <a:lnTo>
                    <a:pt x="203" y="657"/>
                  </a:lnTo>
                  <a:lnTo>
                    <a:pt x="204" y="654"/>
                  </a:lnTo>
                  <a:lnTo>
                    <a:pt x="204" y="647"/>
                  </a:lnTo>
                  <a:lnTo>
                    <a:pt x="203" y="643"/>
                  </a:lnTo>
                  <a:lnTo>
                    <a:pt x="197" y="632"/>
                  </a:lnTo>
                  <a:lnTo>
                    <a:pt x="195" y="622"/>
                  </a:lnTo>
                  <a:lnTo>
                    <a:pt x="197" y="616"/>
                  </a:lnTo>
                  <a:lnTo>
                    <a:pt x="198" y="615"/>
                  </a:lnTo>
                  <a:lnTo>
                    <a:pt x="208" y="608"/>
                  </a:lnTo>
                  <a:lnTo>
                    <a:pt x="219" y="602"/>
                  </a:lnTo>
                  <a:lnTo>
                    <a:pt x="223" y="597"/>
                  </a:lnTo>
                  <a:lnTo>
                    <a:pt x="231" y="585"/>
                  </a:lnTo>
                  <a:lnTo>
                    <a:pt x="232" y="584"/>
                  </a:lnTo>
                  <a:lnTo>
                    <a:pt x="235" y="585"/>
                  </a:lnTo>
                  <a:lnTo>
                    <a:pt x="248" y="590"/>
                  </a:lnTo>
                  <a:lnTo>
                    <a:pt x="258" y="599"/>
                  </a:lnTo>
                  <a:lnTo>
                    <a:pt x="260" y="599"/>
                  </a:lnTo>
                  <a:lnTo>
                    <a:pt x="261" y="598"/>
                  </a:lnTo>
                  <a:lnTo>
                    <a:pt x="262" y="590"/>
                  </a:lnTo>
                  <a:lnTo>
                    <a:pt x="266" y="576"/>
                  </a:lnTo>
                  <a:lnTo>
                    <a:pt x="265" y="564"/>
                  </a:lnTo>
                  <a:lnTo>
                    <a:pt x="264" y="557"/>
                  </a:lnTo>
                  <a:lnTo>
                    <a:pt x="257" y="554"/>
                  </a:lnTo>
                  <a:lnTo>
                    <a:pt x="255" y="550"/>
                  </a:lnTo>
                  <a:lnTo>
                    <a:pt x="264" y="532"/>
                  </a:lnTo>
                  <a:lnTo>
                    <a:pt x="264" y="527"/>
                  </a:lnTo>
                  <a:lnTo>
                    <a:pt x="263" y="516"/>
                  </a:lnTo>
                  <a:lnTo>
                    <a:pt x="257" y="506"/>
                  </a:lnTo>
                  <a:lnTo>
                    <a:pt x="258" y="500"/>
                  </a:lnTo>
                  <a:lnTo>
                    <a:pt x="260" y="499"/>
                  </a:lnTo>
                  <a:lnTo>
                    <a:pt x="270" y="503"/>
                  </a:lnTo>
                  <a:lnTo>
                    <a:pt x="284" y="502"/>
                  </a:lnTo>
                  <a:lnTo>
                    <a:pt x="289" y="504"/>
                  </a:lnTo>
                  <a:lnTo>
                    <a:pt x="294" y="516"/>
                  </a:lnTo>
                  <a:lnTo>
                    <a:pt x="298" y="524"/>
                  </a:lnTo>
                  <a:lnTo>
                    <a:pt x="301" y="533"/>
                  </a:lnTo>
                  <a:lnTo>
                    <a:pt x="294" y="533"/>
                  </a:lnTo>
                  <a:lnTo>
                    <a:pt x="283" y="535"/>
                  </a:lnTo>
                  <a:lnTo>
                    <a:pt x="277" y="539"/>
                  </a:lnTo>
                  <a:lnTo>
                    <a:pt x="274" y="548"/>
                  </a:lnTo>
                  <a:lnTo>
                    <a:pt x="275" y="551"/>
                  </a:lnTo>
                  <a:lnTo>
                    <a:pt x="281" y="557"/>
                  </a:lnTo>
                  <a:lnTo>
                    <a:pt x="287" y="567"/>
                  </a:lnTo>
                  <a:lnTo>
                    <a:pt x="292" y="570"/>
                  </a:lnTo>
                  <a:lnTo>
                    <a:pt x="297" y="572"/>
                  </a:lnTo>
                  <a:lnTo>
                    <a:pt x="306" y="570"/>
                  </a:lnTo>
                  <a:lnTo>
                    <a:pt x="316" y="568"/>
                  </a:lnTo>
                  <a:lnTo>
                    <a:pt x="318" y="565"/>
                  </a:lnTo>
                  <a:lnTo>
                    <a:pt x="320" y="556"/>
                  </a:lnTo>
                  <a:lnTo>
                    <a:pt x="322" y="546"/>
                  </a:lnTo>
                  <a:lnTo>
                    <a:pt x="324" y="538"/>
                  </a:lnTo>
                  <a:lnTo>
                    <a:pt x="332" y="534"/>
                  </a:lnTo>
                  <a:lnTo>
                    <a:pt x="341" y="527"/>
                  </a:lnTo>
                  <a:lnTo>
                    <a:pt x="348" y="523"/>
                  </a:lnTo>
                  <a:lnTo>
                    <a:pt x="361" y="514"/>
                  </a:lnTo>
                  <a:lnTo>
                    <a:pt x="371" y="509"/>
                  </a:lnTo>
                  <a:lnTo>
                    <a:pt x="382" y="503"/>
                  </a:lnTo>
                  <a:lnTo>
                    <a:pt x="388" y="497"/>
                  </a:lnTo>
                  <a:lnTo>
                    <a:pt x="390" y="506"/>
                  </a:lnTo>
                  <a:lnTo>
                    <a:pt x="392" y="507"/>
                  </a:lnTo>
                  <a:lnTo>
                    <a:pt x="396" y="505"/>
                  </a:lnTo>
                  <a:lnTo>
                    <a:pt x="400" y="500"/>
                  </a:lnTo>
                  <a:lnTo>
                    <a:pt x="401" y="491"/>
                  </a:lnTo>
                  <a:lnTo>
                    <a:pt x="403" y="488"/>
                  </a:lnTo>
                  <a:lnTo>
                    <a:pt x="408" y="485"/>
                  </a:lnTo>
                  <a:lnTo>
                    <a:pt x="414" y="487"/>
                  </a:lnTo>
                  <a:lnTo>
                    <a:pt x="413" y="494"/>
                  </a:lnTo>
                  <a:lnTo>
                    <a:pt x="413" y="506"/>
                  </a:lnTo>
                  <a:lnTo>
                    <a:pt x="406" y="507"/>
                  </a:lnTo>
                  <a:lnTo>
                    <a:pt x="405" y="510"/>
                  </a:lnTo>
                  <a:lnTo>
                    <a:pt x="405" y="514"/>
                  </a:lnTo>
                  <a:lnTo>
                    <a:pt x="410" y="518"/>
                  </a:lnTo>
                  <a:lnTo>
                    <a:pt x="414" y="517"/>
                  </a:lnTo>
                  <a:lnTo>
                    <a:pt x="422" y="513"/>
                  </a:lnTo>
                  <a:lnTo>
                    <a:pt x="425" y="513"/>
                  </a:lnTo>
                  <a:lnTo>
                    <a:pt x="426" y="517"/>
                  </a:lnTo>
                  <a:lnTo>
                    <a:pt x="428" y="518"/>
                  </a:lnTo>
                  <a:lnTo>
                    <a:pt x="430" y="516"/>
                  </a:lnTo>
                  <a:lnTo>
                    <a:pt x="432" y="511"/>
                  </a:lnTo>
                  <a:lnTo>
                    <a:pt x="433" y="503"/>
                  </a:lnTo>
                  <a:lnTo>
                    <a:pt x="437" y="500"/>
                  </a:lnTo>
                  <a:lnTo>
                    <a:pt x="443" y="497"/>
                  </a:lnTo>
                  <a:lnTo>
                    <a:pt x="450" y="496"/>
                  </a:lnTo>
                  <a:lnTo>
                    <a:pt x="456" y="497"/>
                  </a:lnTo>
                  <a:lnTo>
                    <a:pt x="463" y="501"/>
                  </a:lnTo>
                  <a:lnTo>
                    <a:pt x="468" y="501"/>
                  </a:lnTo>
                  <a:lnTo>
                    <a:pt x="471" y="499"/>
                  </a:lnTo>
                  <a:lnTo>
                    <a:pt x="478" y="490"/>
                  </a:lnTo>
                  <a:lnTo>
                    <a:pt x="485" y="485"/>
                  </a:lnTo>
                  <a:lnTo>
                    <a:pt x="491" y="484"/>
                  </a:lnTo>
                  <a:lnTo>
                    <a:pt x="497" y="487"/>
                  </a:lnTo>
                  <a:lnTo>
                    <a:pt x="499" y="490"/>
                  </a:lnTo>
                  <a:lnTo>
                    <a:pt x="495" y="499"/>
                  </a:lnTo>
                  <a:lnTo>
                    <a:pt x="496" y="503"/>
                  </a:lnTo>
                  <a:lnTo>
                    <a:pt x="497" y="505"/>
                  </a:lnTo>
                  <a:lnTo>
                    <a:pt x="502" y="508"/>
                  </a:lnTo>
                  <a:lnTo>
                    <a:pt x="506" y="507"/>
                  </a:lnTo>
                  <a:lnTo>
                    <a:pt x="508" y="503"/>
                  </a:lnTo>
                  <a:lnTo>
                    <a:pt x="508" y="495"/>
                  </a:lnTo>
                  <a:lnTo>
                    <a:pt x="511" y="494"/>
                  </a:lnTo>
                  <a:lnTo>
                    <a:pt x="518" y="495"/>
                  </a:lnTo>
                  <a:lnTo>
                    <a:pt x="522" y="491"/>
                  </a:lnTo>
                  <a:lnTo>
                    <a:pt x="524" y="486"/>
                  </a:lnTo>
                  <a:lnTo>
                    <a:pt x="525" y="477"/>
                  </a:lnTo>
                  <a:lnTo>
                    <a:pt x="515" y="457"/>
                  </a:lnTo>
                  <a:lnTo>
                    <a:pt x="518" y="453"/>
                  </a:lnTo>
                  <a:lnTo>
                    <a:pt x="523" y="446"/>
                  </a:lnTo>
                  <a:lnTo>
                    <a:pt x="526" y="444"/>
                  </a:lnTo>
                  <a:lnTo>
                    <a:pt x="530" y="445"/>
                  </a:lnTo>
                  <a:lnTo>
                    <a:pt x="545" y="446"/>
                  </a:lnTo>
                  <a:lnTo>
                    <a:pt x="554" y="450"/>
                  </a:lnTo>
                  <a:lnTo>
                    <a:pt x="563" y="453"/>
                  </a:lnTo>
                  <a:lnTo>
                    <a:pt x="571" y="457"/>
                  </a:lnTo>
                  <a:lnTo>
                    <a:pt x="585" y="467"/>
                  </a:lnTo>
                  <a:lnTo>
                    <a:pt x="593" y="469"/>
                  </a:lnTo>
                  <a:lnTo>
                    <a:pt x="605" y="477"/>
                  </a:lnTo>
                  <a:lnTo>
                    <a:pt x="613" y="482"/>
                  </a:lnTo>
                  <a:lnTo>
                    <a:pt x="622" y="493"/>
                  </a:lnTo>
                  <a:lnTo>
                    <a:pt x="632" y="504"/>
                  </a:lnTo>
                  <a:lnTo>
                    <a:pt x="638" y="512"/>
                  </a:lnTo>
                  <a:lnTo>
                    <a:pt x="641" y="513"/>
                  </a:lnTo>
                  <a:lnTo>
                    <a:pt x="642" y="511"/>
                  </a:lnTo>
                  <a:lnTo>
                    <a:pt x="650" y="490"/>
                  </a:lnTo>
                  <a:lnTo>
                    <a:pt x="652" y="485"/>
                  </a:lnTo>
                  <a:lnTo>
                    <a:pt x="645" y="486"/>
                  </a:lnTo>
                  <a:lnTo>
                    <a:pt x="643" y="485"/>
                  </a:lnTo>
                  <a:lnTo>
                    <a:pt x="639" y="480"/>
                  </a:lnTo>
                  <a:lnTo>
                    <a:pt x="636" y="472"/>
                  </a:lnTo>
                  <a:lnTo>
                    <a:pt x="636" y="458"/>
                  </a:lnTo>
                  <a:lnTo>
                    <a:pt x="631" y="453"/>
                  </a:lnTo>
                  <a:lnTo>
                    <a:pt x="617" y="450"/>
                  </a:lnTo>
                  <a:lnTo>
                    <a:pt x="616" y="444"/>
                  </a:lnTo>
                  <a:lnTo>
                    <a:pt x="616" y="441"/>
                  </a:lnTo>
                  <a:lnTo>
                    <a:pt x="618" y="435"/>
                  </a:lnTo>
                  <a:lnTo>
                    <a:pt x="623" y="429"/>
                  </a:lnTo>
                  <a:lnTo>
                    <a:pt x="625" y="427"/>
                  </a:lnTo>
                  <a:lnTo>
                    <a:pt x="626" y="423"/>
                  </a:lnTo>
                  <a:lnTo>
                    <a:pt x="625" y="405"/>
                  </a:lnTo>
                  <a:lnTo>
                    <a:pt x="623" y="400"/>
                  </a:lnTo>
                  <a:lnTo>
                    <a:pt x="615" y="398"/>
                  </a:lnTo>
                  <a:lnTo>
                    <a:pt x="614" y="392"/>
                  </a:lnTo>
                  <a:lnTo>
                    <a:pt x="616" y="381"/>
                  </a:lnTo>
                  <a:lnTo>
                    <a:pt x="618" y="376"/>
                  </a:lnTo>
                  <a:lnTo>
                    <a:pt x="621" y="375"/>
                  </a:lnTo>
                  <a:lnTo>
                    <a:pt x="632" y="366"/>
                  </a:lnTo>
                  <a:lnTo>
                    <a:pt x="639" y="355"/>
                  </a:lnTo>
                  <a:lnTo>
                    <a:pt x="643" y="346"/>
                  </a:lnTo>
                  <a:lnTo>
                    <a:pt x="647" y="332"/>
                  </a:lnTo>
                  <a:lnTo>
                    <a:pt x="651" y="304"/>
                  </a:lnTo>
                  <a:lnTo>
                    <a:pt x="656" y="293"/>
                  </a:lnTo>
                  <a:lnTo>
                    <a:pt x="658" y="295"/>
                  </a:lnTo>
                  <a:lnTo>
                    <a:pt x="669" y="299"/>
                  </a:lnTo>
                  <a:lnTo>
                    <a:pt x="680" y="296"/>
                  </a:lnTo>
                  <a:lnTo>
                    <a:pt x="691" y="294"/>
                  </a:lnTo>
                  <a:lnTo>
                    <a:pt x="696" y="295"/>
                  </a:lnTo>
                  <a:lnTo>
                    <a:pt x="704" y="294"/>
                  </a:lnTo>
                  <a:lnTo>
                    <a:pt x="708" y="297"/>
                  </a:lnTo>
                  <a:lnTo>
                    <a:pt x="710" y="304"/>
                  </a:lnTo>
                  <a:lnTo>
                    <a:pt x="710" y="311"/>
                  </a:lnTo>
                  <a:lnTo>
                    <a:pt x="707" y="331"/>
                  </a:lnTo>
                  <a:lnTo>
                    <a:pt x="705" y="338"/>
                  </a:lnTo>
                  <a:lnTo>
                    <a:pt x="695" y="357"/>
                  </a:lnTo>
                  <a:lnTo>
                    <a:pt x="694" y="365"/>
                  </a:lnTo>
                  <a:lnTo>
                    <a:pt x="699" y="372"/>
                  </a:lnTo>
                  <a:lnTo>
                    <a:pt x="705" y="387"/>
                  </a:lnTo>
                  <a:lnTo>
                    <a:pt x="707" y="395"/>
                  </a:lnTo>
                  <a:lnTo>
                    <a:pt x="709" y="412"/>
                  </a:lnTo>
                  <a:lnTo>
                    <a:pt x="708" y="416"/>
                  </a:lnTo>
                  <a:lnTo>
                    <a:pt x="704" y="424"/>
                  </a:lnTo>
                  <a:lnTo>
                    <a:pt x="705" y="448"/>
                  </a:lnTo>
                  <a:lnTo>
                    <a:pt x="705" y="474"/>
                  </a:lnTo>
                  <a:lnTo>
                    <a:pt x="707" y="486"/>
                  </a:lnTo>
                  <a:lnTo>
                    <a:pt x="710" y="493"/>
                  </a:lnTo>
                  <a:lnTo>
                    <a:pt x="717" y="498"/>
                  </a:lnTo>
                  <a:lnTo>
                    <a:pt x="719" y="502"/>
                  </a:lnTo>
                  <a:lnTo>
                    <a:pt x="719" y="504"/>
                  </a:lnTo>
                  <a:lnTo>
                    <a:pt x="715" y="513"/>
                  </a:lnTo>
                  <a:lnTo>
                    <a:pt x="712" y="529"/>
                  </a:lnTo>
                  <a:lnTo>
                    <a:pt x="710" y="534"/>
                  </a:lnTo>
                  <a:lnTo>
                    <a:pt x="705" y="543"/>
                  </a:lnTo>
                  <a:lnTo>
                    <a:pt x="696" y="554"/>
                  </a:lnTo>
                  <a:lnTo>
                    <a:pt x="691" y="558"/>
                  </a:lnTo>
                  <a:lnTo>
                    <a:pt x="688" y="563"/>
                  </a:lnTo>
                  <a:lnTo>
                    <a:pt x="689" y="572"/>
                  </a:lnTo>
                  <a:lnTo>
                    <a:pt x="687" y="574"/>
                  </a:lnTo>
                  <a:lnTo>
                    <a:pt x="679" y="578"/>
                  </a:lnTo>
                  <a:lnTo>
                    <a:pt x="668" y="572"/>
                  </a:lnTo>
                  <a:lnTo>
                    <a:pt x="662" y="571"/>
                  </a:lnTo>
                  <a:lnTo>
                    <a:pt x="656" y="571"/>
                  </a:lnTo>
                  <a:lnTo>
                    <a:pt x="651" y="573"/>
                  </a:lnTo>
                  <a:lnTo>
                    <a:pt x="653" y="578"/>
                  </a:lnTo>
                  <a:lnTo>
                    <a:pt x="657" y="583"/>
                  </a:lnTo>
                  <a:lnTo>
                    <a:pt x="662" y="587"/>
                  </a:lnTo>
                  <a:lnTo>
                    <a:pt x="673" y="591"/>
                  </a:lnTo>
                  <a:lnTo>
                    <a:pt x="681" y="592"/>
                  </a:lnTo>
                  <a:lnTo>
                    <a:pt x="685" y="592"/>
                  </a:lnTo>
                  <a:lnTo>
                    <a:pt x="694" y="594"/>
                  </a:lnTo>
                  <a:lnTo>
                    <a:pt x="700" y="593"/>
                  </a:lnTo>
                  <a:lnTo>
                    <a:pt x="704" y="587"/>
                  </a:lnTo>
                  <a:lnTo>
                    <a:pt x="705" y="581"/>
                  </a:lnTo>
                  <a:lnTo>
                    <a:pt x="715" y="575"/>
                  </a:lnTo>
                  <a:lnTo>
                    <a:pt x="723" y="566"/>
                  </a:lnTo>
                  <a:lnTo>
                    <a:pt x="725" y="561"/>
                  </a:lnTo>
                  <a:lnTo>
                    <a:pt x="728" y="550"/>
                  </a:lnTo>
                  <a:lnTo>
                    <a:pt x="734" y="545"/>
                  </a:lnTo>
                  <a:lnTo>
                    <a:pt x="740" y="533"/>
                  </a:lnTo>
                  <a:lnTo>
                    <a:pt x="740" y="526"/>
                  </a:lnTo>
                  <a:lnTo>
                    <a:pt x="738" y="516"/>
                  </a:lnTo>
                  <a:lnTo>
                    <a:pt x="734" y="505"/>
                  </a:lnTo>
                  <a:lnTo>
                    <a:pt x="736" y="495"/>
                  </a:lnTo>
                  <a:lnTo>
                    <a:pt x="737" y="493"/>
                  </a:lnTo>
                  <a:lnTo>
                    <a:pt x="742" y="490"/>
                  </a:lnTo>
                  <a:lnTo>
                    <a:pt x="752" y="487"/>
                  </a:lnTo>
                  <a:lnTo>
                    <a:pt x="765" y="487"/>
                  </a:lnTo>
                  <a:lnTo>
                    <a:pt x="769" y="491"/>
                  </a:lnTo>
                  <a:lnTo>
                    <a:pt x="776" y="501"/>
                  </a:lnTo>
                  <a:lnTo>
                    <a:pt x="777" y="515"/>
                  </a:lnTo>
                  <a:lnTo>
                    <a:pt x="774" y="534"/>
                  </a:lnTo>
                  <a:lnTo>
                    <a:pt x="776" y="539"/>
                  </a:lnTo>
                  <a:lnTo>
                    <a:pt x="783" y="543"/>
                  </a:lnTo>
                  <a:lnTo>
                    <a:pt x="792" y="544"/>
                  </a:lnTo>
                  <a:lnTo>
                    <a:pt x="798" y="541"/>
                  </a:lnTo>
                  <a:lnTo>
                    <a:pt x="799" y="536"/>
                  </a:lnTo>
                  <a:lnTo>
                    <a:pt x="795" y="533"/>
                  </a:lnTo>
                  <a:lnTo>
                    <a:pt x="790" y="529"/>
                  </a:lnTo>
                  <a:lnTo>
                    <a:pt x="786" y="530"/>
                  </a:lnTo>
                  <a:lnTo>
                    <a:pt x="782" y="528"/>
                  </a:lnTo>
                  <a:lnTo>
                    <a:pt x="783" y="521"/>
                  </a:lnTo>
                  <a:lnTo>
                    <a:pt x="790" y="514"/>
                  </a:lnTo>
                  <a:lnTo>
                    <a:pt x="791" y="509"/>
                  </a:lnTo>
                  <a:lnTo>
                    <a:pt x="789" y="506"/>
                  </a:lnTo>
                  <a:lnTo>
                    <a:pt x="788" y="500"/>
                  </a:lnTo>
                  <a:lnTo>
                    <a:pt x="785" y="485"/>
                  </a:lnTo>
                  <a:lnTo>
                    <a:pt x="781" y="480"/>
                  </a:lnTo>
                  <a:lnTo>
                    <a:pt x="775" y="478"/>
                  </a:lnTo>
                  <a:lnTo>
                    <a:pt x="767" y="473"/>
                  </a:lnTo>
                  <a:lnTo>
                    <a:pt x="762" y="472"/>
                  </a:lnTo>
                  <a:lnTo>
                    <a:pt x="753" y="468"/>
                  </a:lnTo>
                  <a:lnTo>
                    <a:pt x="747" y="472"/>
                  </a:lnTo>
                  <a:lnTo>
                    <a:pt x="742" y="474"/>
                  </a:lnTo>
                  <a:lnTo>
                    <a:pt x="733" y="470"/>
                  </a:lnTo>
                  <a:lnTo>
                    <a:pt x="727" y="471"/>
                  </a:lnTo>
                  <a:lnTo>
                    <a:pt x="727" y="465"/>
                  </a:lnTo>
                  <a:lnTo>
                    <a:pt x="723" y="444"/>
                  </a:lnTo>
                  <a:lnTo>
                    <a:pt x="725" y="430"/>
                  </a:lnTo>
                  <a:lnTo>
                    <a:pt x="730" y="416"/>
                  </a:lnTo>
                  <a:lnTo>
                    <a:pt x="732" y="406"/>
                  </a:lnTo>
                  <a:lnTo>
                    <a:pt x="731" y="401"/>
                  </a:lnTo>
                  <a:lnTo>
                    <a:pt x="723" y="379"/>
                  </a:lnTo>
                  <a:lnTo>
                    <a:pt x="717" y="368"/>
                  </a:lnTo>
                  <a:lnTo>
                    <a:pt x="716" y="364"/>
                  </a:lnTo>
                  <a:lnTo>
                    <a:pt x="721" y="351"/>
                  </a:lnTo>
                  <a:lnTo>
                    <a:pt x="730" y="349"/>
                  </a:lnTo>
                  <a:lnTo>
                    <a:pt x="737" y="343"/>
                  </a:lnTo>
                  <a:lnTo>
                    <a:pt x="742" y="335"/>
                  </a:lnTo>
                  <a:lnTo>
                    <a:pt x="744" y="330"/>
                  </a:lnTo>
                  <a:lnTo>
                    <a:pt x="745" y="315"/>
                  </a:lnTo>
                  <a:lnTo>
                    <a:pt x="744" y="300"/>
                  </a:lnTo>
                  <a:lnTo>
                    <a:pt x="746" y="301"/>
                  </a:lnTo>
                  <a:lnTo>
                    <a:pt x="750" y="303"/>
                  </a:lnTo>
                  <a:lnTo>
                    <a:pt x="753" y="305"/>
                  </a:lnTo>
                  <a:lnTo>
                    <a:pt x="754" y="316"/>
                  </a:lnTo>
                  <a:lnTo>
                    <a:pt x="753" y="328"/>
                  </a:lnTo>
                  <a:lnTo>
                    <a:pt x="748" y="342"/>
                  </a:lnTo>
                  <a:lnTo>
                    <a:pt x="747" y="354"/>
                  </a:lnTo>
                  <a:lnTo>
                    <a:pt x="748" y="364"/>
                  </a:lnTo>
                  <a:lnTo>
                    <a:pt x="750" y="370"/>
                  </a:lnTo>
                  <a:lnTo>
                    <a:pt x="754" y="376"/>
                  </a:lnTo>
                  <a:lnTo>
                    <a:pt x="764" y="379"/>
                  </a:lnTo>
                  <a:lnTo>
                    <a:pt x="775" y="383"/>
                  </a:lnTo>
                  <a:lnTo>
                    <a:pt x="786" y="385"/>
                  </a:lnTo>
                  <a:lnTo>
                    <a:pt x="792" y="394"/>
                  </a:lnTo>
                  <a:lnTo>
                    <a:pt x="795" y="394"/>
                  </a:lnTo>
                  <a:lnTo>
                    <a:pt x="800" y="393"/>
                  </a:lnTo>
                  <a:lnTo>
                    <a:pt x="796" y="374"/>
                  </a:lnTo>
                  <a:lnTo>
                    <a:pt x="793" y="368"/>
                  </a:lnTo>
                  <a:lnTo>
                    <a:pt x="780" y="366"/>
                  </a:lnTo>
                  <a:lnTo>
                    <a:pt x="773" y="364"/>
                  </a:lnTo>
                  <a:lnTo>
                    <a:pt x="769" y="361"/>
                  </a:lnTo>
                  <a:lnTo>
                    <a:pt x="765" y="351"/>
                  </a:lnTo>
                  <a:lnTo>
                    <a:pt x="766" y="343"/>
                  </a:lnTo>
                  <a:lnTo>
                    <a:pt x="776" y="342"/>
                  </a:lnTo>
                  <a:lnTo>
                    <a:pt x="779" y="346"/>
                  </a:lnTo>
                  <a:lnTo>
                    <a:pt x="787" y="348"/>
                  </a:lnTo>
                  <a:lnTo>
                    <a:pt x="793" y="344"/>
                  </a:lnTo>
                  <a:lnTo>
                    <a:pt x="792" y="328"/>
                  </a:lnTo>
                  <a:lnTo>
                    <a:pt x="795" y="326"/>
                  </a:lnTo>
                  <a:lnTo>
                    <a:pt x="800" y="323"/>
                  </a:lnTo>
                  <a:lnTo>
                    <a:pt x="810" y="323"/>
                  </a:lnTo>
                  <a:lnTo>
                    <a:pt x="817" y="328"/>
                  </a:lnTo>
                  <a:lnTo>
                    <a:pt x="827" y="336"/>
                  </a:lnTo>
                  <a:lnTo>
                    <a:pt x="835" y="349"/>
                  </a:lnTo>
                  <a:lnTo>
                    <a:pt x="844" y="356"/>
                  </a:lnTo>
                  <a:lnTo>
                    <a:pt x="848" y="358"/>
                  </a:lnTo>
                  <a:lnTo>
                    <a:pt x="860" y="358"/>
                  </a:lnTo>
                  <a:lnTo>
                    <a:pt x="866" y="354"/>
                  </a:lnTo>
                  <a:lnTo>
                    <a:pt x="867" y="362"/>
                  </a:lnTo>
                  <a:lnTo>
                    <a:pt x="861" y="370"/>
                  </a:lnTo>
                  <a:lnTo>
                    <a:pt x="856" y="376"/>
                  </a:lnTo>
                  <a:lnTo>
                    <a:pt x="855" y="393"/>
                  </a:lnTo>
                  <a:lnTo>
                    <a:pt x="854" y="413"/>
                  </a:lnTo>
                  <a:lnTo>
                    <a:pt x="856" y="416"/>
                  </a:lnTo>
                  <a:lnTo>
                    <a:pt x="861" y="400"/>
                  </a:lnTo>
                  <a:lnTo>
                    <a:pt x="863" y="394"/>
                  </a:lnTo>
                  <a:lnTo>
                    <a:pt x="865" y="395"/>
                  </a:lnTo>
                  <a:lnTo>
                    <a:pt x="870" y="406"/>
                  </a:lnTo>
                  <a:lnTo>
                    <a:pt x="869" y="422"/>
                  </a:lnTo>
                  <a:lnTo>
                    <a:pt x="874" y="417"/>
                  </a:lnTo>
                  <a:lnTo>
                    <a:pt x="879" y="412"/>
                  </a:lnTo>
                  <a:lnTo>
                    <a:pt x="879" y="405"/>
                  </a:lnTo>
                  <a:lnTo>
                    <a:pt x="877" y="402"/>
                  </a:lnTo>
                  <a:lnTo>
                    <a:pt x="876" y="395"/>
                  </a:lnTo>
                  <a:lnTo>
                    <a:pt x="871" y="377"/>
                  </a:lnTo>
                  <a:lnTo>
                    <a:pt x="872" y="372"/>
                  </a:lnTo>
                  <a:lnTo>
                    <a:pt x="877" y="355"/>
                  </a:lnTo>
                  <a:lnTo>
                    <a:pt x="871" y="346"/>
                  </a:lnTo>
                  <a:lnTo>
                    <a:pt x="866" y="340"/>
                  </a:lnTo>
                  <a:lnTo>
                    <a:pt x="860" y="334"/>
                  </a:lnTo>
                  <a:lnTo>
                    <a:pt x="858" y="325"/>
                  </a:lnTo>
                  <a:lnTo>
                    <a:pt x="853" y="324"/>
                  </a:lnTo>
                  <a:lnTo>
                    <a:pt x="846" y="319"/>
                  </a:lnTo>
                  <a:lnTo>
                    <a:pt x="837" y="314"/>
                  </a:lnTo>
                  <a:lnTo>
                    <a:pt x="835" y="307"/>
                  </a:lnTo>
                  <a:lnTo>
                    <a:pt x="835" y="293"/>
                  </a:lnTo>
                  <a:lnTo>
                    <a:pt x="835" y="284"/>
                  </a:lnTo>
                  <a:lnTo>
                    <a:pt x="829" y="268"/>
                  </a:lnTo>
                  <a:lnTo>
                    <a:pt x="829" y="262"/>
                  </a:lnTo>
                  <a:lnTo>
                    <a:pt x="831" y="258"/>
                  </a:lnTo>
                  <a:lnTo>
                    <a:pt x="835" y="255"/>
                  </a:lnTo>
                  <a:lnTo>
                    <a:pt x="851" y="252"/>
                  </a:lnTo>
                  <a:lnTo>
                    <a:pt x="869" y="251"/>
                  </a:lnTo>
                  <a:lnTo>
                    <a:pt x="884" y="248"/>
                  </a:lnTo>
                  <a:lnTo>
                    <a:pt x="894" y="244"/>
                  </a:lnTo>
                  <a:lnTo>
                    <a:pt x="897" y="252"/>
                  </a:lnTo>
                  <a:lnTo>
                    <a:pt x="900" y="253"/>
                  </a:lnTo>
                  <a:lnTo>
                    <a:pt x="906" y="247"/>
                  </a:lnTo>
                  <a:lnTo>
                    <a:pt x="913" y="240"/>
                  </a:lnTo>
                  <a:lnTo>
                    <a:pt x="923" y="237"/>
                  </a:lnTo>
                  <a:lnTo>
                    <a:pt x="927" y="242"/>
                  </a:lnTo>
                  <a:lnTo>
                    <a:pt x="920" y="250"/>
                  </a:lnTo>
                  <a:lnTo>
                    <a:pt x="917" y="260"/>
                  </a:lnTo>
                  <a:lnTo>
                    <a:pt x="930" y="255"/>
                  </a:lnTo>
                  <a:lnTo>
                    <a:pt x="933" y="252"/>
                  </a:lnTo>
                  <a:lnTo>
                    <a:pt x="940" y="243"/>
                  </a:lnTo>
                  <a:lnTo>
                    <a:pt x="942" y="235"/>
                  </a:lnTo>
                  <a:lnTo>
                    <a:pt x="939" y="224"/>
                  </a:lnTo>
                  <a:lnTo>
                    <a:pt x="937" y="219"/>
                  </a:lnTo>
                  <a:lnTo>
                    <a:pt x="931" y="213"/>
                  </a:lnTo>
                  <a:lnTo>
                    <a:pt x="928" y="205"/>
                  </a:lnTo>
                  <a:lnTo>
                    <a:pt x="928" y="199"/>
                  </a:lnTo>
                  <a:lnTo>
                    <a:pt x="930" y="185"/>
                  </a:lnTo>
                  <a:lnTo>
                    <a:pt x="938" y="174"/>
                  </a:lnTo>
                  <a:lnTo>
                    <a:pt x="945" y="168"/>
                  </a:lnTo>
                  <a:lnTo>
                    <a:pt x="966" y="143"/>
                  </a:lnTo>
                  <a:lnTo>
                    <a:pt x="973" y="140"/>
                  </a:lnTo>
                  <a:lnTo>
                    <a:pt x="975" y="139"/>
                  </a:lnTo>
                  <a:lnTo>
                    <a:pt x="978" y="137"/>
                  </a:lnTo>
                  <a:lnTo>
                    <a:pt x="992" y="134"/>
                  </a:lnTo>
                  <a:lnTo>
                    <a:pt x="1003" y="131"/>
                  </a:lnTo>
                  <a:lnTo>
                    <a:pt x="1020" y="124"/>
                  </a:lnTo>
                  <a:lnTo>
                    <a:pt x="1034" y="117"/>
                  </a:lnTo>
                  <a:lnTo>
                    <a:pt x="1045" y="104"/>
                  </a:lnTo>
                  <a:lnTo>
                    <a:pt x="1051" y="97"/>
                  </a:lnTo>
                  <a:lnTo>
                    <a:pt x="1063" y="98"/>
                  </a:lnTo>
                  <a:lnTo>
                    <a:pt x="1071" y="98"/>
                  </a:lnTo>
                  <a:lnTo>
                    <a:pt x="1073" y="103"/>
                  </a:lnTo>
                  <a:lnTo>
                    <a:pt x="1071" y="115"/>
                  </a:lnTo>
                  <a:lnTo>
                    <a:pt x="1082" y="118"/>
                  </a:lnTo>
                  <a:lnTo>
                    <a:pt x="1089" y="117"/>
                  </a:lnTo>
                  <a:lnTo>
                    <a:pt x="1098" y="112"/>
                  </a:lnTo>
                  <a:lnTo>
                    <a:pt x="1107" y="105"/>
                  </a:lnTo>
                  <a:lnTo>
                    <a:pt x="1114" y="104"/>
                  </a:lnTo>
                  <a:lnTo>
                    <a:pt x="1121" y="109"/>
                  </a:lnTo>
                  <a:lnTo>
                    <a:pt x="1126" y="111"/>
                  </a:lnTo>
                  <a:lnTo>
                    <a:pt x="1130" y="105"/>
                  </a:lnTo>
                  <a:lnTo>
                    <a:pt x="1131" y="95"/>
                  </a:lnTo>
                  <a:lnTo>
                    <a:pt x="1130" y="90"/>
                  </a:lnTo>
                  <a:lnTo>
                    <a:pt x="1133" y="80"/>
                  </a:lnTo>
                  <a:lnTo>
                    <a:pt x="1140" y="78"/>
                  </a:lnTo>
                  <a:lnTo>
                    <a:pt x="1147" y="79"/>
                  </a:lnTo>
                  <a:lnTo>
                    <a:pt x="1156" y="67"/>
                  </a:lnTo>
                  <a:lnTo>
                    <a:pt x="1151" y="52"/>
                  </a:lnTo>
                  <a:lnTo>
                    <a:pt x="1152" y="42"/>
                  </a:lnTo>
                  <a:lnTo>
                    <a:pt x="1160" y="28"/>
                  </a:lnTo>
                  <a:lnTo>
                    <a:pt x="1171" y="16"/>
                  </a:lnTo>
                  <a:lnTo>
                    <a:pt x="1187" y="3"/>
                  </a:lnTo>
                  <a:lnTo>
                    <a:pt x="1195" y="0"/>
                  </a:lnTo>
                  <a:lnTo>
                    <a:pt x="1202" y="2"/>
                  </a:lnTo>
                  <a:lnTo>
                    <a:pt x="1213" y="2"/>
                  </a:lnTo>
                  <a:lnTo>
                    <a:pt x="1219" y="10"/>
                  </a:lnTo>
                  <a:lnTo>
                    <a:pt x="1219" y="19"/>
                  </a:lnTo>
                  <a:lnTo>
                    <a:pt x="1208" y="32"/>
                  </a:lnTo>
                  <a:lnTo>
                    <a:pt x="1204" y="42"/>
                  </a:lnTo>
                  <a:lnTo>
                    <a:pt x="1207" y="47"/>
                  </a:lnTo>
                  <a:lnTo>
                    <a:pt x="1220" y="43"/>
                  </a:lnTo>
                  <a:lnTo>
                    <a:pt x="1231" y="48"/>
                  </a:lnTo>
                  <a:lnTo>
                    <a:pt x="1246" y="46"/>
                  </a:lnTo>
                  <a:lnTo>
                    <a:pt x="1247" y="49"/>
                  </a:lnTo>
                  <a:lnTo>
                    <a:pt x="1244" y="58"/>
                  </a:lnTo>
                  <a:lnTo>
                    <a:pt x="1236" y="72"/>
                  </a:lnTo>
                  <a:lnTo>
                    <a:pt x="1234" y="80"/>
                  </a:lnTo>
                  <a:lnTo>
                    <a:pt x="1248" y="80"/>
                  </a:lnTo>
                  <a:lnTo>
                    <a:pt x="1253" y="80"/>
                  </a:lnTo>
                  <a:lnTo>
                    <a:pt x="1255" y="82"/>
                  </a:lnTo>
                  <a:lnTo>
                    <a:pt x="1263" y="66"/>
                  </a:lnTo>
                  <a:lnTo>
                    <a:pt x="1272" y="66"/>
                  </a:lnTo>
                  <a:lnTo>
                    <a:pt x="1284" y="63"/>
                  </a:lnTo>
                  <a:lnTo>
                    <a:pt x="1289" y="67"/>
                  </a:lnTo>
                  <a:lnTo>
                    <a:pt x="1298" y="66"/>
                  </a:lnTo>
                  <a:lnTo>
                    <a:pt x="1312" y="71"/>
                  </a:lnTo>
                  <a:lnTo>
                    <a:pt x="1322" y="79"/>
                  </a:lnTo>
                  <a:lnTo>
                    <a:pt x="1330" y="92"/>
                  </a:lnTo>
                  <a:lnTo>
                    <a:pt x="1334" y="105"/>
                  </a:lnTo>
                  <a:lnTo>
                    <a:pt x="1339" y="105"/>
                  </a:lnTo>
                  <a:lnTo>
                    <a:pt x="1345" y="103"/>
                  </a:lnTo>
                  <a:lnTo>
                    <a:pt x="1348" y="117"/>
                  </a:lnTo>
                  <a:lnTo>
                    <a:pt x="1339" y="141"/>
                  </a:lnTo>
                  <a:lnTo>
                    <a:pt x="1340" y="144"/>
                  </a:lnTo>
                  <a:lnTo>
                    <a:pt x="1346" y="155"/>
                  </a:lnTo>
                  <a:lnTo>
                    <a:pt x="1330" y="178"/>
                  </a:lnTo>
                  <a:lnTo>
                    <a:pt x="1323" y="185"/>
                  </a:lnTo>
                  <a:lnTo>
                    <a:pt x="1314" y="187"/>
                  </a:lnTo>
                  <a:lnTo>
                    <a:pt x="1291" y="215"/>
                  </a:lnTo>
                  <a:lnTo>
                    <a:pt x="1269" y="240"/>
                  </a:lnTo>
                  <a:lnTo>
                    <a:pt x="1264" y="247"/>
                  </a:lnTo>
                  <a:lnTo>
                    <a:pt x="1247" y="257"/>
                  </a:lnTo>
                  <a:lnTo>
                    <a:pt x="1231" y="271"/>
                  </a:lnTo>
                  <a:lnTo>
                    <a:pt x="1216" y="298"/>
                  </a:lnTo>
                  <a:lnTo>
                    <a:pt x="1221" y="298"/>
                  </a:lnTo>
                  <a:lnTo>
                    <a:pt x="1229" y="292"/>
                  </a:lnTo>
                  <a:lnTo>
                    <a:pt x="1235" y="281"/>
                  </a:lnTo>
                  <a:lnTo>
                    <a:pt x="1247" y="277"/>
                  </a:lnTo>
                  <a:lnTo>
                    <a:pt x="1255" y="277"/>
                  </a:lnTo>
                  <a:lnTo>
                    <a:pt x="1270" y="271"/>
                  </a:lnTo>
                  <a:lnTo>
                    <a:pt x="1283" y="263"/>
                  </a:lnTo>
                  <a:lnTo>
                    <a:pt x="1290" y="261"/>
                  </a:lnTo>
                  <a:lnTo>
                    <a:pt x="1296" y="254"/>
                  </a:lnTo>
                  <a:lnTo>
                    <a:pt x="1296" y="244"/>
                  </a:lnTo>
                  <a:lnTo>
                    <a:pt x="1293" y="241"/>
                  </a:lnTo>
                  <a:lnTo>
                    <a:pt x="1292" y="239"/>
                  </a:lnTo>
                  <a:lnTo>
                    <a:pt x="1295" y="233"/>
                  </a:lnTo>
                  <a:lnTo>
                    <a:pt x="1298" y="228"/>
                  </a:lnTo>
                  <a:lnTo>
                    <a:pt x="1305" y="233"/>
                  </a:lnTo>
                  <a:lnTo>
                    <a:pt x="1309" y="243"/>
                  </a:lnTo>
                  <a:lnTo>
                    <a:pt x="1313" y="244"/>
                  </a:lnTo>
                  <a:lnTo>
                    <a:pt x="1317" y="249"/>
                  </a:lnTo>
                  <a:lnTo>
                    <a:pt x="1323" y="250"/>
                  </a:lnTo>
                  <a:lnTo>
                    <a:pt x="1328" y="249"/>
                  </a:lnTo>
                  <a:lnTo>
                    <a:pt x="1337" y="242"/>
                  </a:lnTo>
                  <a:lnTo>
                    <a:pt x="1340" y="244"/>
                  </a:lnTo>
                  <a:lnTo>
                    <a:pt x="1341" y="251"/>
                  </a:lnTo>
                  <a:lnTo>
                    <a:pt x="1341" y="264"/>
                  </a:lnTo>
                  <a:lnTo>
                    <a:pt x="1345" y="274"/>
                  </a:lnTo>
                  <a:lnTo>
                    <a:pt x="1355" y="255"/>
                  </a:lnTo>
                  <a:lnTo>
                    <a:pt x="1367" y="254"/>
                  </a:lnTo>
                  <a:lnTo>
                    <a:pt x="1377" y="251"/>
                  </a:lnTo>
                  <a:lnTo>
                    <a:pt x="1394" y="251"/>
                  </a:lnTo>
                  <a:lnTo>
                    <a:pt x="1407" y="255"/>
                  </a:lnTo>
                  <a:lnTo>
                    <a:pt x="1413" y="256"/>
                  </a:lnTo>
                  <a:lnTo>
                    <a:pt x="1422" y="257"/>
                  </a:lnTo>
                  <a:lnTo>
                    <a:pt x="1420" y="275"/>
                  </a:lnTo>
                  <a:lnTo>
                    <a:pt x="1422" y="283"/>
                  </a:lnTo>
                  <a:lnTo>
                    <a:pt x="1437" y="287"/>
                  </a:lnTo>
                  <a:lnTo>
                    <a:pt x="1443" y="290"/>
                  </a:lnTo>
                  <a:lnTo>
                    <a:pt x="1447" y="291"/>
                  </a:lnTo>
                  <a:lnTo>
                    <a:pt x="1455" y="293"/>
                  </a:lnTo>
                  <a:lnTo>
                    <a:pt x="1472" y="290"/>
                  </a:lnTo>
                  <a:lnTo>
                    <a:pt x="1481" y="290"/>
                  </a:lnTo>
                  <a:lnTo>
                    <a:pt x="1491" y="298"/>
                  </a:lnTo>
                  <a:lnTo>
                    <a:pt x="1501" y="276"/>
                  </a:lnTo>
                  <a:lnTo>
                    <a:pt x="1500" y="267"/>
                  </a:lnTo>
                  <a:lnTo>
                    <a:pt x="1499" y="261"/>
                  </a:lnTo>
                  <a:lnTo>
                    <a:pt x="1499" y="259"/>
                  </a:lnTo>
                  <a:lnTo>
                    <a:pt x="1512" y="247"/>
                  </a:lnTo>
                  <a:lnTo>
                    <a:pt x="1515" y="246"/>
                  </a:lnTo>
                  <a:lnTo>
                    <a:pt x="1521" y="249"/>
                  </a:lnTo>
                  <a:lnTo>
                    <a:pt x="1529" y="256"/>
                  </a:lnTo>
                  <a:lnTo>
                    <a:pt x="1535" y="263"/>
                  </a:lnTo>
                  <a:lnTo>
                    <a:pt x="1547" y="264"/>
                  </a:lnTo>
                  <a:lnTo>
                    <a:pt x="1556" y="262"/>
                  </a:lnTo>
                  <a:lnTo>
                    <a:pt x="1566" y="263"/>
                  </a:lnTo>
                  <a:lnTo>
                    <a:pt x="1576" y="274"/>
                  </a:lnTo>
                  <a:lnTo>
                    <a:pt x="1579" y="278"/>
                  </a:lnTo>
                  <a:lnTo>
                    <a:pt x="1579" y="287"/>
                  </a:lnTo>
                  <a:lnTo>
                    <a:pt x="1575" y="290"/>
                  </a:lnTo>
                  <a:lnTo>
                    <a:pt x="1573" y="291"/>
                  </a:lnTo>
                  <a:lnTo>
                    <a:pt x="1560" y="300"/>
                  </a:lnTo>
                  <a:lnTo>
                    <a:pt x="1543" y="317"/>
                  </a:lnTo>
                  <a:lnTo>
                    <a:pt x="1541" y="322"/>
                  </a:lnTo>
                  <a:lnTo>
                    <a:pt x="1543" y="324"/>
                  </a:lnTo>
                  <a:lnTo>
                    <a:pt x="1550" y="325"/>
                  </a:lnTo>
                  <a:lnTo>
                    <a:pt x="1557" y="326"/>
                  </a:lnTo>
                  <a:lnTo>
                    <a:pt x="1562" y="330"/>
                  </a:lnTo>
                  <a:lnTo>
                    <a:pt x="1566" y="336"/>
                  </a:lnTo>
                  <a:lnTo>
                    <a:pt x="1573" y="345"/>
                  </a:lnTo>
                  <a:lnTo>
                    <a:pt x="1577" y="349"/>
                  </a:lnTo>
                  <a:lnTo>
                    <a:pt x="1583" y="360"/>
                  </a:lnTo>
                  <a:lnTo>
                    <a:pt x="1592" y="378"/>
                  </a:lnTo>
                  <a:lnTo>
                    <a:pt x="1605" y="395"/>
                  </a:lnTo>
                  <a:lnTo>
                    <a:pt x="1614" y="401"/>
                  </a:lnTo>
                  <a:lnTo>
                    <a:pt x="1618" y="401"/>
                  </a:lnTo>
                  <a:lnTo>
                    <a:pt x="1624" y="393"/>
                  </a:lnTo>
                  <a:lnTo>
                    <a:pt x="1630" y="377"/>
                  </a:lnTo>
                  <a:lnTo>
                    <a:pt x="1638" y="354"/>
                  </a:lnTo>
                  <a:lnTo>
                    <a:pt x="1642" y="346"/>
                  </a:lnTo>
                  <a:lnTo>
                    <a:pt x="1644" y="347"/>
                  </a:lnTo>
                  <a:lnTo>
                    <a:pt x="1645" y="357"/>
                  </a:lnTo>
                  <a:lnTo>
                    <a:pt x="1651" y="364"/>
                  </a:lnTo>
                  <a:lnTo>
                    <a:pt x="1660" y="370"/>
                  </a:lnTo>
                  <a:lnTo>
                    <a:pt x="1668" y="373"/>
                  </a:lnTo>
                  <a:lnTo>
                    <a:pt x="1674" y="371"/>
                  </a:lnTo>
                  <a:lnTo>
                    <a:pt x="1688" y="361"/>
                  </a:lnTo>
                  <a:lnTo>
                    <a:pt x="1693" y="360"/>
                  </a:lnTo>
                  <a:lnTo>
                    <a:pt x="1699" y="361"/>
                  </a:lnTo>
                  <a:lnTo>
                    <a:pt x="1707" y="366"/>
                  </a:lnTo>
                  <a:lnTo>
                    <a:pt x="1721" y="382"/>
                  </a:lnTo>
                  <a:lnTo>
                    <a:pt x="1723" y="381"/>
                  </a:lnTo>
                  <a:lnTo>
                    <a:pt x="1724" y="380"/>
                  </a:lnTo>
                  <a:lnTo>
                    <a:pt x="1728" y="374"/>
                  </a:lnTo>
                  <a:lnTo>
                    <a:pt x="1730" y="368"/>
                  </a:lnTo>
                  <a:lnTo>
                    <a:pt x="1729" y="367"/>
                  </a:lnTo>
                  <a:lnTo>
                    <a:pt x="1729" y="363"/>
                  </a:lnTo>
                  <a:lnTo>
                    <a:pt x="1734" y="356"/>
                  </a:lnTo>
                  <a:lnTo>
                    <a:pt x="1737" y="356"/>
                  </a:lnTo>
                  <a:lnTo>
                    <a:pt x="1741" y="362"/>
                  </a:lnTo>
                  <a:lnTo>
                    <a:pt x="1745" y="366"/>
                  </a:lnTo>
                  <a:lnTo>
                    <a:pt x="1754" y="366"/>
                  </a:lnTo>
                  <a:lnTo>
                    <a:pt x="1755" y="355"/>
                  </a:lnTo>
                  <a:lnTo>
                    <a:pt x="1754" y="345"/>
                  </a:lnTo>
                  <a:lnTo>
                    <a:pt x="1755" y="336"/>
                  </a:lnTo>
                  <a:lnTo>
                    <a:pt x="1755" y="325"/>
                  </a:lnTo>
                  <a:lnTo>
                    <a:pt x="1748" y="328"/>
                  </a:lnTo>
                  <a:lnTo>
                    <a:pt x="1743" y="328"/>
                  </a:lnTo>
                  <a:lnTo>
                    <a:pt x="1742" y="326"/>
                  </a:lnTo>
                  <a:lnTo>
                    <a:pt x="1745" y="319"/>
                  </a:lnTo>
                  <a:lnTo>
                    <a:pt x="1747" y="317"/>
                  </a:lnTo>
                  <a:lnTo>
                    <a:pt x="1754" y="315"/>
                  </a:lnTo>
                  <a:lnTo>
                    <a:pt x="1761" y="315"/>
                  </a:lnTo>
                  <a:lnTo>
                    <a:pt x="1767" y="311"/>
                  </a:lnTo>
                  <a:lnTo>
                    <a:pt x="1778" y="296"/>
                  </a:lnTo>
                  <a:lnTo>
                    <a:pt x="1780" y="296"/>
                  </a:lnTo>
                  <a:lnTo>
                    <a:pt x="1792" y="302"/>
                  </a:lnTo>
                  <a:lnTo>
                    <a:pt x="1803" y="305"/>
                  </a:lnTo>
                  <a:lnTo>
                    <a:pt x="1817" y="309"/>
                  </a:lnTo>
                  <a:lnTo>
                    <a:pt x="1825" y="311"/>
                  </a:lnTo>
                  <a:lnTo>
                    <a:pt x="1829" y="313"/>
                  </a:lnTo>
                  <a:lnTo>
                    <a:pt x="1845" y="315"/>
                  </a:lnTo>
                  <a:lnTo>
                    <a:pt x="1833" y="329"/>
                  </a:lnTo>
                  <a:lnTo>
                    <a:pt x="1839" y="331"/>
                  </a:lnTo>
                  <a:lnTo>
                    <a:pt x="1846" y="329"/>
                  </a:lnTo>
                  <a:lnTo>
                    <a:pt x="1849" y="332"/>
                  </a:lnTo>
                  <a:lnTo>
                    <a:pt x="1846" y="340"/>
                  </a:lnTo>
                  <a:lnTo>
                    <a:pt x="1840" y="345"/>
                  </a:lnTo>
                  <a:lnTo>
                    <a:pt x="1834" y="351"/>
                  </a:lnTo>
                  <a:lnTo>
                    <a:pt x="1833" y="357"/>
                  </a:lnTo>
                  <a:lnTo>
                    <a:pt x="1838" y="358"/>
                  </a:lnTo>
                  <a:lnTo>
                    <a:pt x="1841" y="355"/>
                  </a:lnTo>
                  <a:lnTo>
                    <a:pt x="1848" y="352"/>
                  </a:lnTo>
                  <a:lnTo>
                    <a:pt x="1855" y="345"/>
                  </a:lnTo>
                  <a:lnTo>
                    <a:pt x="1866" y="326"/>
                  </a:lnTo>
                  <a:lnTo>
                    <a:pt x="1885" y="327"/>
                  </a:lnTo>
                  <a:lnTo>
                    <a:pt x="1894" y="328"/>
                  </a:lnTo>
                  <a:lnTo>
                    <a:pt x="1900" y="332"/>
                  </a:lnTo>
                  <a:lnTo>
                    <a:pt x="1907" y="336"/>
                  </a:lnTo>
                  <a:lnTo>
                    <a:pt x="1908" y="340"/>
                  </a:lnTo>
                  <a:lnTo>
                    <a:pt x="1910" y="342"/>
                  </a:lnTo>
                  <a:lnTo>
                    <a:pt x="1894" y="355"/>
                  </a:lnTo>
                  <a:lnTo>
                    <a:pt x="1898" y="358"/>
                  </a:lnTo>
                  <a:lnTo>
                    <a:pt x="1910" y="365"/>
                  </a:lnTo>
                  <a:lnTo>
                    <a:pt x="1925" y="369"/>
                  </a:lnTo>
                  <a:lnTo>
                    <a:pt x="1932" y="374"/>
                  </a:lnTo>
                  <a:lnTo>
                    <a:pt x="1937" y="382"/>
                  </a:lnTo>
                  <a:lnTo>
                    <a:pt x="1940" y="391"/>
                  </a:lnTo>
                  <a:lnTo>
                    <a:pt x="1944" y="398"/>
                  </a:lnTo>
                  <a:lnTo>
                    <a:pt x="1947" y="402"/>
                  </a:lnTo>
                  <a:lnTo>
                    <a:pt x="1958" y="401"/>
                  </a:lnTo>
                  <a:lnTo>
                    <a:pt x="1967" y="399"/>
                  </a:lnTo>
                  <a:lnTo>
                    <a:pt x="1975" y="396"/>
                  </a:lnTo>
                  <a:lnTo>
                    <a:pt x="1993" y="389"/>
                  </a:lnTo>
                  <a:lnTo>
                    <a:pt x="2008" y="387"/>
                  </a:lnTo>
                  <a:lnTo>
                    <a:pt x="2029" y="389"/>
                  </a:lnTo>
                  <a:lnTo>
                    <a:pt x="2040" y="392"/>
                  </a:lnTo>
                  <a:lnTo>
                    <a:pt x="2045" y="395"/>
                  </a:lnTo>
                  <a:lnTo>
                    <a:pt x="2053" y="404"/>
                  </a:lnTo>
                  <a:lnTo>
                    <a:pt x="2058" y="408"/>
                  </a:lnTo>
                  <a:lnTo>
                    <a:pt x="2062" y="414"/>
                  </a:lnTo>
                  <a:lnTo>
                    <a:pt x="2064" y="423"/>
                  </a:lnTo>
                  <a:lnTo>
                    <a:pt x="2063" y="433"/>
                  </a:lnTo>
                  <a:lnTo>
                    <a:pt x="2061" y="443"/>
                  </a:lnTo>
                  <a:lnTo>
                    <a:pt x="2065" y="448"/>
                  </a:lnTo>
                  <a:lnTo>
                    <a:pt x="2070" y="450"/>
                  </a:lnTo>
                  <a:lnTo>
                    <a:pt x="2076" y="450"/>
                  </a:lnTo>
                  <a:lnTo>
                    <a:pt x="2081" y="452"/>
                  </a:lnTo>
                  <a:lnTo>
                    <a:pt x="2081" y="466"/>
                  </a:lnTo>
                  <a:lnTo>
                    <a:pt x="2084" y="474"/>
                  </a:lnTo>
                  <a:lnTo>
                    <a:pt x="2088" y="471"/>
                  </a:lnTo>
                  <a:lnTo>
                    <a:pt x="2092" y="462"/>
                  </a:lnTo>
                  <a:lnTo>
                    <a:pt x="2100" y="454"/>
                  </a:lnTo>
                  <a:lnTo>
                    <a:pt x="2103" y="453"/>
                  </a:lnTo>
                  <a:lnTo>
                    <a:pt x="2105" y="454"/>
                  </a:lnTo>
                  <a:lnTo>
                    <a:pt x="2117" y="453"/>
                  </a:lnTo>
                  <a:lnTo>
                    <a:pt x="2128" y="447"/>
                  </a:lnTo>
                  <a:lnTo>
                    <a:pt x="2133" y="448"/>
                  </a:lnTo>
                  <a:lnTo>
                    <a:pt x="2137" y="457"/>
                  </a:lnTo>
                  <a:lnTo>
                    <a:pt x="2143" y="459"/>
                  </a:lnTo>
                  <a:lnTo>
                    <a:pt x="2153" y="459"/>
                  </a:lnTo>
                  <a:lnTo>
                    <a:pt x="2168" y="461"/>
                  </a:lnTo>
                  <a:lnTo>
                    <a:pt x="2175" y="458"/>
                  </a:lnTo>
                  <a:lnTo>
                    <a:pt x="2184" y="448"/>
                  </a:lnTo>
                  <a:lnTo>
                    <a:pt x="2187" y="452"/>
                  </a:lnTo>
                  <a:lnTo>
                    <a:pt x="2193" y="463"/>
                  </a:lnTo>
                  <a:lnTo>
                    <a:pt x="2196" y="467"/>
                  </a:lnTo>
                  <a:lnTo>
                    <a:pt x="2204" y="472"/>
                  </a:lnTo>
                  <a:lnTo>
                    <a:pt x="2210" y="479"/>
                  </a:lnTo>
                  <a:lnTo>
                    <a:pt x="2212" y="487"/>
                  </a:lnTo>
                  <a:lnTo>
                    <a:pt x="2217" y="489"/>
                  </a:lnTo>
                  <a:lnTo>
                    <a:pt x="2227" y="487"/>
                  </a:lnTo>
                  <a:lnTo>
                    <a:pt x="2239" y="481"/>
                  </a:lnTo>
                  <a:lnTo>
                    <a:pt x="2240" y="476"/>
                  </a:lnTo>
                  <a:lnTo>
                    <a:pt x="2238" y="469"/>
                  </a:lnTo>
                  <a:lnTo>
                    <a:pt x="2233" y="453"/>
                  </a:lnTo>
                  <a:lnTo>
                    <a:pt x="2227" y="450"/>
                  </a:lnTo>
                  <a:lnTo>
                    <a:pt x="2230" y="443"/>
                  </a:lnTo>
                  <a:lnTo>
                    <a:pt x="2233" y="432"/>
                  </a:lnTo>
                  <a:lnTo>
                    <a:pt x="2246" y="434"/>
                  </a:lnTo>
                  <a:lnTo>
                    <a:pt x="2255" y="436"/>
                  </a:lnTo>
                  <a:lnTo>
                    <a:pt x="2263" y="437"/>
                  </a:lnTo>
                  <a:lnTo>
                    <a:pt x="2271" y="440"/>
                  </a:lnTo>
                  <a:lnTo>
                    <a:pt x="2273" y="447"/>
                  </a:lnTo>
                  <a:lnTo>
                    <a:pt x="2283" y="443"/>
                  </a:lnTo>
                  <a:lnTo>
                    <a:pt x="2297" y="442"/>
                  </a:lnTo>
                  <a:lnTo>
                    <a:pt x="2313" y="443"/>
                  </a:lnTo>
                  <a:lnTo>
                    <a:pt x="2323" y="446"/>
                  </a:lnTo>
                  <a:lnTo>
                    <a:pt x="2328" y="450"/>
                  </a:lnTo>
                  <a:lnTo>
                    <a:pt x="2337" y="454"/>
                  </a:lnTo>
                  <a:lnTo>
                    <a:pt x="2346" y="456"/>
                  </a:lnTo>
                  <a:lnTo>
                    <a:pt x="2352" y="459"/>
                  </a:lnTo>
                  <a:lnTo>
                    <a:pt x="2361" y="466"/>
                  </a:lnTo>
                  <a:lnTo>
                    <a:pt x="2366" y="467"/>
                  </a:lnTo>
                  <a:lnTo>
                    <a:pt x="2371" y="471"/>
                  </a:lnTo>
                  <a:lnTo>
                    <a:pt x="2379" y="481"/>
                  </a:lnTo>
                  <a:lnTo>
                    <a:pt x="2379" y="521"/>
                  </a:lnTo>
                  <a:lnTo>
                    <a:pt x="2379" y="562"/>
                  </a:lnTo>
                  <a:lnTo>
                    <a:pt x="2379" y="601"/>
                  </a:lnTo>
                  <a:lnTo>
                    <a:pt x="2379" y="624"/>
                  </a:lnTo>
                  <a:lnTo>
                    <a:pt x="2379" y="626"/>
                  </a:lnTo>
                  <a:lnTo>
                    <a:pt x="2379" y="636"/>
                  </a:lnTo>
                  <a:lnTo>
                    <a:pt x="2379" y="639"/>
                  </a:lnTo>
                  <a:lnTo>
                    <a:pt x="2372" y="645"/>
                  </a:lnTo>
                  <a:lnTo>
                    <a:pt x="2367" y="646"/>
                  </a:lnTo>
                  <a:lnTo>
                    <a:pt x="2362" y="652"/>
                  </a:lnTo>
                  <a:lnTo>
                    <a:pt x="2358" y="653"/>
                  </a:lnTo>
                  <a:lnTo>
                    <a:pt x="2351" y="654"/>
                  </a:lnTo>
                  <a:lnTo>
                    <a:pt x="2348" y="653"/>
                  </a:lnTo>
                  <a:lnTo>
                    <a:pt x="2342" y="652"/>
                  </a:lnTo>
                  <a:lnTo>
                    <a:pt x="2341" y="646"/>
                  </a:lnTo>
                  <a:lnTo>
                    <a:pt x="2339" y="643"/>
                  </a:lnTo>
                  <a:lnTo>
                    <a:pt x="2336" y="643"/>
                  </a:lnTo>
                  <a:lnTo>
                    <a:pt x="2337" y="640"/>
                  </a:lnTo>
                  <a:lnTo>
                    <a:pt x="2331" y="646"/>
                  </a:lnTo>
                  <a:lnTo>
                    <a:pt x="2325" y="646"/>
                  </a:lnTo>
                  <a:lnTo>
                    <a:pt x="2323" y="642"/>
                  </a:lnTo>
                  <a:lnTo>
                    <a:pt x="2319" y="641"/>
                  </a:lnTo>
                  <a:lnTo>
                    <a:pt x="2322" y="650"/>
                  </a:lnTo>
                  <a:lnTo>
                    <a:pt x="2318" y="654"/>
                  </a:lnTo>
                  <a:lnTo>
                    <a:pt x="2320" y="656"/>
                  </a:lnTo>
                  <a:lnTo>
                    <a:pt x="2327" y="659"/>
                  </a:lnTo>
                  <a:lnTo>
                    <a:pt x="2331" y="654"/>
                  </a:lnTo>
                  <a:lnTo>
                    <a:pt x="2334" y="654"/>
                  </a:lnTo>
                  <a:lnTo>
                    <a:pt x="2337" y="655"/>
                  </a:lnTo>
                  <a:lnTo>
                    <a:pt x="2337" y="663"/>
                  </a:lnTo>
                  <a:lnTo>
                    <a:pt x="2338" y="666"/>
                  </a:lnTo>
                  <a:lnTo>
                    <a:pt x="2343" y="670"/>
                  </a:lnTo>
                  <a:lnTo>
                    <a:pt x="2351" y="667"/>
                  </a:lnTo>
                  <a:lnTo>
                    <a:pt x="2348" y="672"/>
                  </a:lnTo>
                  <a:lnTo>
                    <a:pt x="2353" y="668"/>
                  </a:lnTo>
                  <a:lnTo>
                    <a:pt x="2354" y="674"/>
                  </a:lnTo>
                  <a:lnTo>
                    <a:pt x="2356" y="677"/>
                  </a:lnTo>
                  <a:lnTo>
                    <a:pt x="2356" y="683"/>
                  </a:lnTo>
                  <a:lnTo>
                    <a:pt x="2357" y="686"/>
                  </a:lnTo>
                  <a:lnTo>
                    <a:pt x="2352" y="694"/>
                  </a:lnTo>
                  <a:lnTo>
                    <a:pt x="2356" y="693"/>
                  </a:lnTo>
                  <a:lnTo>
                    <a:pt x="2359" y="696"/>
                  </a:lnTo>
                  <a:lnTo>
                    <a:pt x="2362" y="703"/>
                  </a:lnTo>
                  <a:lnTo>
                    <a:pt x="2366" y="706"/>
                  </a:lnTo>
                  <a:lnTo>
                    <a:pt x="2367" y="710"/>
                  </a:lnTo>
                  <a:lnTo>
                    <a:pt x="2365" y="717"/>
                  </a:lnTo>
                  <a:lnTo>
                    <a:pt x="2371" y="715"/>
                  </a:lnTo>
                  <a:lnTo>
                    <a:pt x="2370" y="721"/>
                  </a:lnTo>
                  <a:lnTo>
                    <a:pt x="2370" y="725"/>
                  </a:lnTo>
                  <a:lnTo>
                    <a:pt x="2367" y="730"/>
                  </a:lnTo>
                  <a:lnTo>
                    <a:pt x="2362" y="733"/>
                  </a:lnTo>
                  <a:lnTo>
                    <a:pt x="2358" y="732"/>
                  </a:lnTo>
                  <a:lnTo>
                    <a:pt x="2355" y="730"/>
                  </a:lnTo>
                  <a:lnTo>
                    <a:pt x="2346" y="728"/>
                  </a:lnTo>
                  <a:lnTo>
                    <a:pt x="2340" y="726"/>
                  </a:lnTo>
                  <a:lnTo>
                    <a:pt x="2337" y="724"/>
                  </a:lnTo>
                  <a:lnTo>
                    <a:pt x="2338" y="720"/>
                  </a:lnTo>
                  <a:lnTo>
                    <a:pt x="2335" y="719"/>
                  </a:lnTo>
                  <a:lnTo>
                    <a:pt x="2333" y="720"/>
                  </a:lnTo>
                  <a:lnTo>
                    <a:pt x="2329" y="729"/>
                  </a:lnTo>
                  <a:lnTo>
                    <a:pt x="2328" y="730"/>
                  </a:lnTo>
                  <a:lnTo>
                    <a:pt x="2307" y="744"/>
                  </a:lnTo>
                  <a:lnTo>
                    <a:pt x="2298" y="746"/>
                  </a:lnTo>
                  <a:lnTo>
                    <a:pt x="2297" y="746"/>
                  </a:lnTo>
                  <a:lnTo>
                    <a:pt x="2294" y="749"/>
                  </a:lnTo>
                  <a:lnTo>
                    <a:pt x="2292" y="752"/>
                  </a:lnTo>
                  <a:lnTo>
                    <a:pt x="2287" y="755"/>
                  </a:lnTo>
                  <a:lnTo>
                    <a:pt x="2281" y="756"/>
                  </a:lnTo>
                  <a:lnTo>
                    <a:pt x="2278" y="758"/>
                  </a:lnTo>
                  <a:lnTo>
                    <a:pt x="2275" y="763"/>
                  </a:lnTo>
                  <a:lnTo>
                    <a:pt x="2272" y="766"/>
                  </a:lnTo>
                  <a:lnTo>
                    <a:pt x="2265" y="767"/>
                  </a:lnTo>
                  <a:lnTo>
                    <a:pt x="2259" y="776"/>
                  </a:lnTo>
                  <a:lnTo>
                    <a:pt x="2257" y="780"/>
                  </a:lnTo>
                  <a:lnTo>
                    <a:pt x="2246" y="787"/>
                  </a:lnTo>
                  <a:lnTo>
                    <a:pt x="2243" y="793"/>
                  </a:lnTo>
                  <a:lnTo>
                    <a:pt x="2234" y="796"/>
                  </a:lnTo>
                  <a:lnTo>
                    <a:pt x="2231" y="798"/>
                  </a:lnTo>
                  <a:lnTo>
                    <a:pt x="2230" y="803"/>
                  </a:lnTo>
                  <a:lnTo>
                    <a:pt x="2230" y="806"/>
                  </a:lnTo>
                  <a:lnTo>
                    <a:pt x="2227" y="811"/>
                  </a:lnTo>
                  <a:lnTo>
                    <a:pt x="2224" y="811"/>
                  </a:lnTo>
                  <a:lnTo>
                    <a:pt x="2220" y="807"/>
                  </a:lnTo>
                  <a:lnTo>
                    <a:pt x="2219" y="803"/>
                  </a:lnTo>
                  <a:lnTo>
                    <a:pt x="2218" y="798"/>
                  </a:lnTo>
                  <a:lnTo>
                    <a:pt x="2213" y="793"/>
                  </a:lnTo>
                  <a:lnTo>
                    <a:pt x="2205" y="793"/>
                  </a:lnTo>
                  <a:lnTo>
                    <a:pt x="2198" y="793"/>
                  </a:lnTo>
                  <a:lnTo>
                    <a:pt x="2190" y="796"/>
                  </a:lnTo>
                  <a:lnTo>
                    <a:pt x="2181" y="799"/>
                  </a:lnTo>
                  <a:lnTo>
                    <a:pt x="2177" y="802"/>
                  </a:lnTo>
                  <a:lnTo>
                    <a:pt x="2168" y="812"/>
                  </a:lnTo>
                  <a:lnTo>
                    <a:pt x="2164" y="816"/>
                  </a:lnTo>
                  <a:lnTo>
                    <a:pt x="2163" y="814"/>
                  </a:lnTo>
                  <a:lnTo>
                    <a:pt x="2167" y="796"/>
                  </a:lnTo>
                  <a:lnTo>
                    <a:pt x="2163" y="797"/>
                  </a:lnTo>
                  <a:lnTo>
                    <a:pt x="2160" y="796"/>
                  </a:lnTo>
                  <a:lnTo>
                    <a:pt x="2155" y="804"/>
                  </a:lnTo>
                  <a:lnTo>
                    <a:pt x="2150" y="806"/>
                  </a:lnTo>
                  <a:lnTo>
                    <a:pt x="2147" y="808"/>
                  </a:lnTo>
                  <a:lnTo>
                    <a:pt x="2146" y="815"/>
                  </a:lnTo>
                  <a:lnTo>
                    <a:pt x="2142" y="818"/>
                  </a:lnTo>
                  <a:lnTo>
                    <a:pt x="2139" y="815"/>
                  </a:lnTo>
                  <a:lnTo>
                    <a:pt x="2138" y="808"/>
                  </a:lnTo>
                  <a:lnTo>
                    <a:pt x="2134" y="805"/>
                  </a:lnTo>
                  <a:lnTo>
                    <a:pt x="2127" y="814"/>
                  </a:lnTo>
                  <a:lnTo>
                    <a:pt x="2129" y="811"/>
                  </a:lnTo>
                  <a:lnTo>
                    <a:pt x="2125" y="812"/>
                  </a:lnTo>
                  <a:lnTo>
                    <a:pt x="2123" y="813"/>
                  </a:lnTo>
                  <a:lnTo>
                    <a:pt x="2118" y="820"/>
                  </a:lnTo>
                  <a:lnTo>
                    <a:pt x="2117" y="824"/>
                  </a:lnTo>
                  <a:lnTo>
                    <a:pt x="2118" y="827"/>
                  </a:lnTo>
                  <a:lnTo>
                    <a:pt x="2121" y="829"/>
                  </a:lnTo>
                  <a:lnTo>
                    <a:pt x="2114" y="836"/>
                  </a:lnTo>
                  <a:lnTo>
                    <a:pt x="2113" y="839"/>
                  </a:lnTo>
                  <a:lnTo>
                    <a:pt x="2115" y="841"/>
                  </a:lnTo>
                  <a:lnTo>
                    <a:pt x="2111" y="846"/>
                  </a:lnTo>
                  <a:lnTo>
                    <a:pt x="2105" y="853"/>
                  </a:lnTo>
                  <a:lnTo>
                    <a:pt x="2100" y="860"/>
                  </a:lnTo>
                  <a:lnTo>
                    <a:pt x="2098" y="865"/>
                  </a:lnTo>
                  <a:lnTo>
                    <a:pt x="2098" y="872"/>
                  </a:lnTo>
                  <a:lnTo>
                    <a:pt x="2101" y="876"/>
                  </a:lnTo>
                  <a:lnTo>
                    <a:pt x="2104" y="877"/>
                  </a:lnTo>
                  <a:lnTo>
                    <a:pt x="2114" y="877"/>
                  </a:lnTo>
                  <a:lnTo>
                    <a:pt x="2118" y="879"/>
                  </a:lnTo>
                  <a:lnTo>
                    <a:pt x="2119" y="881"/>
                  </a:lnTo>
                  <a:lnTo>
                    <a:pt x="2116" y="886"/>
                  </a:lnTo>
                  <a:lnTo>
                    <a:pt x="2111" y="892"/>
                  </a:lnTo>
                  <a:lnTo>
                    <a:pt x="2109" y="896"/>
                  </a:lnTo>
                  <a:lnTo>
                    <a:pt x="2111" y="902"/>
                  </a:lnTo>
                  <a:lnTo>
                    <a:pt x="2113" y="908"/>
                  </a:lnTo>
                  <a:lnTo>
                    <a:pt x="2118" y="910"/>
                  </a:lnTo>
                  <a:lnTo>
                    <a:pt x="2119" y="914"/>
                  </a:lnTo>
                  <a:lnTo>
                    <a:pt x="2119" y="922"/>
                  </a:lnTo>
                  <a:lnTo>
                    <a:pt x="2117" y="927"/>
                  </a:lnTo>
                  <a:lnTo>
                    <a:pt x="2113" y="927"/>
                  </a:lnTo>
                  <a:lnTo>
                    <a:pt x="2110" y="925"/>
                  </a:lnTo>
                  <a:lnTo>
                    <a:pt x="2110" y="922"/>
                  </a:lnTo>
                  <a:lnTo>
                    <a:pt x="2113" y="915"/>
                  </a:lnTo>
                  <a:lnTo>
                    <a:pt x="2109" y="915"/>
                  </a:lnTo>
                  <a:lnTo>
                    <a:pt x="2106" y="918"/>
                  </a:lnTo>
                  <a:lnTo>
                    <a:pt x="2099" y="929"/>
                  </a:lnTo>
                  <a:lnTo>
                    <a:pt x="2095" y="937"/>
                  </a:lnTo>
                  <a:lnTo>
                    <a:pt x="2094" y="945"/>
                  </a:lnTo>
                  <a:lnTo>
                    <a:pt x="2096" y="953"/>
                  </a:lnTo>
                  <a:lnTo>
                    <a:pt x="2100" y="957"/>
                  </a:lnTo>
                  <a:lnTo>
                    <a:pt x="2101" y="960"/>
                  </a:lnTo>
                  <a:lnTo>
                    <a:pt x="2099" y="964"/>
                  </a:lnTo>
                  <a:lnTo>
                    <a:pt x="2095" y="968"/>
                  </a:lnTo>
                  <a:lnTo>
                    <a:pt x="2088" y="969"/>
                  </a:lnTo>
                  <a:lnTo>
                    <a:pt x="2083" y="968"/>
                  </a:lnTo>
                  <a:lnTo>
                    <a:pt x="2081" y="968"/>
                  </a:lnTo>
                  <a:lnTo>
                    <a:pt x="2076" y="970"/>
                  </a:lnTo>
                  <a:lnTo>
                    <a:pt x="2070" y="975"/>
                  </a:lnTo>
                  <a:lnTo>
                    <a:pt x="2069" y="977"/>
                  </a:lnTo>
                  <a:lnTo>
                    <a:pt x="2065" y="983"/>
                  </a:lnTo>
                  <a:lnTo>
                    <a:pt x="2064" y="987"/>
                  </a:lnTo>
                  <a:lnTo>
                    <a:pt x="2065" y="991"/>
                  </a:lnTo>
                  <a:lnTo>
                    <a:pt x="2068" y="995"/>
                  </a:lnTo>
                  <a:lnTo>
                    <a:pt x="2069" y="998"/>
                  </a:lnTo>
                  <a:lnTo>
                    <a:pt x="2068" y="1000"/>
                  </a:lnTo>
                  <a:lnTo>
                    <a:pt x="2064" y="1002"/>
                  </a:lnTo>
                  <a:lnTo>
                    <a:pt x="2059" y="1002"/>
                  </a:lnTo>
                  <a:lnTo>
                    <a:pt x="2051" y="1007"/>
                  </a:lnTo>
                  <a:lnTo>
                    <a:pt x="2046" y="1010"/>
                  </a:lnTo>
                  <a:lnTo>
                    <a:pt x="2046" y="1013"/>
                  </a:lnTo>
                  <a:lnTo>
                    <a:pt x="2046" y="1017"/>
                  </a:lnTo>
                  <a:lnTo>
                    <a:pt x="2045" y="1026"/>
                  </a:lnTo>
                  <a:lnTo>
                    <a:pt x="2043" y="1031"/>
                  </a:lnTo>
                  <a:lnTo>
                    <a:pt x="2037" y="1040"/>
                  </a:lnTo>
                  <a:lnTo>
                    <a:pt x="2026" y="1051"/>
                  </a:lnTo>
                  <a:lnTo>
                    <a:pt x="2021" y="1056"/>
                  </a:lnTo>
                  <a:lnTo>
                    <a:pt x="2019" y="1058"/>
                  </a:lnTo>
                  <a:lnTo>
                    <a:pt x="2016" y="1051"/>
                  </a:lnTo>
                  <a:lnTo>
                    <a:pt x="2015" y="1041"/>
                  </a:lnTo>
                  <a:lnTo>
                    <a:pt x="2013" y="1033"/>
                  </a:lnTo>
                  <a:lnTo>
                    <a:pt x="2013" y="1024"/>
                  </a:lnTo>
                  <a:lnTo>
                    <a:pt x="2010" y="1016"/>
                  </a:lnTo>
                  <a:lnTo>
                    <a:pt x="2008" y="1011"/>
                  </a:lnTo>
                  <a:lnTo>
                    <a:pt x="2007" y="1001"/>
                  </a:lnTo>
                  <a:lnTo>
                    <a:pt x="2003" y="985"/>
                  </a:lnTo>
                  <a:lnTo>
                    <a:pt x="2003" y="978"/>
                  </a:lnTo>
                  <a:lnTo>
                    <a:pt x="2002" y="971"/>
                  </a:lnTo>
                  <a:lnTo>
                    <a:pt x="2002" y="967"/>
                  </a:lnTo>
                  <a:lnTo>
                    <a:pt x="2001" y="965"/>
                  </a:lnTo>
                  <a:lnTo>
                    <a:pt x="1999" y="955"/>
                  </a:lnTo>
                  <a:lnTo>
                    <a:pt x="1999" y="945"/>
                  </a:lnTo>
                  <a:lnTo>
                    <a:pt x="2000" y="935"/>
                  </a:lnTo>
                  <a:lnTo>
                    <a:pt x="2002" y="918"/>
                  </a:lnTo>
                  <a:lnTo>
                    <a:pt x="2003" y="915"/>
                  </a:lnTo>
                  <a:lnTo>
                    <a:pt x="2011" y="904"/>
                  </a:lnTo>
                  <a:lnTo>
                    <a:pt x="2016" y="898"/>
                  </a:lnTo>
                  <a:lnTo>
                    <a:pt x="2020" y="889"/>
                  </a:lnTo>
                  <a:lnTo>
                    <a:pt x="2021" y="886"/>
                  </a:lnTo>
                  <a:lnTo>
                    <a:pt x="2021" y="882"/>
                  </a:lnTo>
                  <a:lnTo>
                    <a:pt x="2020" y="880"/>
                  </a:lnTo>
                  <a:lnTo>
                    <a:pt x="2031" y="875"/>
                  </a:lnTo>
                  <a:lnTo>
                    <a:pt x="2038" y="871"/>
                  </a:lnTo>
                  <a:lnTo>
                    <a:pt x="2044" y="867"/>
                  </a:lnTo>
                  <a:lnTo>
                    <a:pt x="2056" y="855"/>
                  </a:lnTo>
                  <a:lnTo>
                    <a:pt x="2061" y="850"/>
                  </a:lnTo>
                  <a:lnTo>
                    <a:pt x="2064" y="844"/>
                  </a:lnTo>
                  <a:lnTo>
                    <a:pt x="2065" y="839"/>
                  </a:lnTo>
                  <a:lnTo>
                    <a:pt x="2077" y="827"/>
                  </a:lnTo>
                  <a:lnTo>
                    <a:pt x="2083" y="821"/>
                  </a:lnTo>
                  <a:lnTo>
                    <a:pt x="2094" y="809"/>
                  </a:lnTo>
                  <a:lnTo>
                    <a:pt x="2097" y="805"/>
                  </a:lnTo>
                  <a:lnTo>
                    <a:pt x="2099" y="799"/>
                  </a:lnTo>
                  <a:lnTo>
                    <a:pt x="2107" y="792"/>
                  </a:lnTo>
                  <a:lnTo>
                    <a:pt x="2122" y="785"/>
                  </a:lnTo>
                  <a:lnTo>
                    <a:pt x="2124" y="779"/>
                  </a:lnTo>
                  <a:lnTo>
                    <a:pt x="2129" y="771"/>
                  </a:lnTo>
                  <a:lnTo>
                    <a:pt x="2130" y="768"/>
                  </a:lnTo>
                  <a:lnTo>
                    <a:pt x="2126" y="765"/>
                  </a:lnTo>
                  <a:lnTo>
                    <a:pt x="2131" y="751"/>
                  </a:lnTo>
                  <a:lnTo>
                    <a:pt x="2131" y="744"/>
                  </a:lnTo>
                  <a:lnTo>
                    <a:pt x="2132" y="738"/>
                  </a:lnTo>
                  <a:lnTo>
                    <a:pt x="2137" y="735"/>
                  </a:lnTo>
                  <a:lnTo>
                    <a:pt x="2149" y="734"/>
                  </a:lnTo>
                  <a:lnTo>
                    <a:pt x="2152" y="733"/>
                  </a:lnTo>
                  <a:lnTo>
                    <a:pt x="2149" y="728"/>
                  </a:lnTo>
                  <a:lnTo>
                    <a:pt x="2134" y="725"/>
                  </a:lnTo>
                  <a:lnTo>
                    <a:pt x="2129" y="726"/>
                  </a:lnTo>
                  <a:lnTo>
                    <a:pt x="2122" y="729"/>
                  </a:lnTo>
                  <a:lnTo>
                    <a:pt x="2116" y="732"/>
                  </a:lnTo>
                  <a:lnTo>
                    <a:pt x="2117" y="737"/>
                  </a:lnTo>
                  <a:lnTo>
                    <a:pt x="2112" y="750"/>
                  </a:lnTo>
                  <a:lnTo>
                    <a:pt x="2113" y="754"/>
                  </a:lnTo>
                  <a:lnTo>
                    <a:pt x="2113" y="756"/>
                  </a:lnTo>
                  <a:lnTo>
                    <a:pt x="2108" y="757"/>
                  </a:lnTo>
                  <a:lnTo>
                    <a:pt x="2105" y="759"/>
                  </a:lnTo>
                  <a:lnTo>
                    <a:pt x="2094" y="769"/>
                  </a:lnTo>
                  <a:lnTo>
                    <a:pt x="2080" y="784"/>
                  </a:lnTo>
                  <a:lnTo>
                    <a:pt x="2072" y="790"/>
                  </a:lnTo>
                  <a:lnTo>
                    <a:pt x="2070" y="789"/>
                  </a:lnTo>
                  <a:lnTo>
                    <a:pt x="2071" y="784"/>
                  </a:lnTo>
                  <a:lnTo>
                    <a:pt x="2074" y="777"/>
                  </a:lnTo>
                  <a:lnTo>
                    <a:pt x="2067" y="776"/>
                  </a:lnTo>
                  <a:lnTo>
                    <a:pt x="2066" y="772"/>
                  </a:lnTo>
                  <a:lnTo>
                    <a:pt x="2068" y="766"/>
                  </a:lnTo>
                  <a:lnTo>
                    <a:pt x="2071" y="759"/>
                  </a:lnTo>
                  <a:lnTo>
                    <a:pt x="2072" y="754"/>
                  </a:lnTo>
                  <a:lnTo>
                    <a:pt x="2072" y="751"/>
                  </a:lnTo>
                  <a:lnTo>
                    <a:pt x="2069" y="750"/>
                  </a:lnTo>
                  <a:lnTo>
                    <a:pt x="2062" y="757"/>
                  </a:lnTo>
                  <a:lnTo>
                    <a:pt x="2058" y="758"/>
                  </a:lnTo>
                  <a:lnTo>
                    <a:pt x="2056" y="752"/>
                  </a:lnTo>
                  <a:lnTo>
                    <a:pt x="2052" y="750"/>
                  </a:lnTo>
                  <a:lnTo>
                    <a:pt x="2040" y="752"/>
                  </a:lnTo>
                  <a:lnTo>
                    <a:pt x="2031" y="754"/>
                  </a:lnTo>
                  <a:lnTo>
                    <a:pt x="2025" y="755"/>
                  </a:lnTo>
                  <a:lnTo>
                    <a:pt x="2021" y="757"/>
                  </a:lnTo>
                  <a:lnTo>
                    <a:pt x="2014" y="762"/>
                  </a:lnTo>
                  <a:lnTo>
                    <a:pt x="2013" y="769"/>
                  </a:lnTo>
                  <a:lnTo>
                    <a:pt x="2014" y="772"/>
                  </a:lnTo>
                  <a:lnTo>
                    <a:pt x="2005" y="779"/>
                  </a:lnTo>
                  <a:lnTo>
                    <a:pt x="2002" y="783"/>
                  </a:lnTo>
                  <a:lnTo>
                    <a:pt x="2004" y="790"/>
                  </a:lnTo>
                  <a:lnTo>
                    <a:pt x="1994" y="795"/>
                  </a:lnTo>
                  <a:lnTo>
                    <a:pt x="1987" y="801"/>
                  </a:lnTo>
                  <a:lnTo>
                    <a:pt x="1981" y="807"/>
                  </a:lnTo>
                  <a:lnTo>
                    <a:pt x="1978" y="814"/>
                  </a:lnTo>
                  <a:lnTo>
                    <a:pt x="1976" y="821"/>
                  </a:lnTo>
                  <a:lnTo>
                    <a:pt x="1976" y="826"/>
                  </a:lnTo>
                  <a:lnTo>
                    <a:pt x="1979" y="829"/>
                  </a:lnTo>
                  <a:lnTo>
                    <a:pt x="1988" y="829"/>
                  </a:lnTo>
                  <a:lnTo>
                    <a:pt x="1990" y="833"/>
                  </a:lnTo>
                  <a:lnTo>
                    <a:pt x="1991" y="835"/>
                  </a:lnTo>
                  <a:lnTo>
                    <a:pt x="1982" y="836"/>
                  </a:lnTo>
                  <a:lnTo>
                    <a:pt x="1975" y="840"/>
                  </a:lnTo>
                  <a:lnTo>
                    <a:pt x="1968" y="839"/>
                  </a:lnTo>
                  <a:lnTo>
                    <a:pt x="1963" y="837"/>
                  </a:lnTo>
                  <a:lnTo>
                    <a:pt x="1960" y="838"/>
                  </a:lnTo>
                  <a:lnTo>
                    <a:pt x="1958" y="839"/>
                  </a:lnTo>
                  <a:lnTo>
                    <a:pt x="1953" y="845"/>
                  </a:lnTo>
                  <a:lnTo>
                    <a:pt x="1948" y="840"/>
                  </a:lnTo>
                  <a:lnTo>
                    <a:pt x="1940" y="845"/>
                  </a:lnTo>
                  <a:lnTo>
                    <a:pt x="1935" y="847"/>
                  </a:lnTo>
                  <a:lnTo>
                    <a:pt x="1932" y="846"/>
                  </a:lnTo>
                  <a:lnTo>
                    <a:pt x="1930" y="844"/>
                  </a:lnTo>
                  <a:lnTo>
                    <a:pt x="1931" y="840"/>
                  </a:lnTo>
                  <a:lnTo>
                    <a:pt x="1936" y="838"/>
                  </a:lnTo>
                  <a:lnTo>
                    <a:pt x="1942" y="837"/>
                  </a:lnTo>
                  <a:lnTo>
                    <a:pt x="1943" y="836"/>
                  </a:lnTo>
                  <a:lnTo>
                    <a:pt x="1938" y="827"/>
                  </a:lnTo>
                  <a:lnTo>
                    <a:pt x="1932" y="824"/>
                  </a:lnTo>
                  <a:lnTo>
                    <a:pt x="1924" y="825"/>
                  </a:lnTo>
                  <a:lnTo>
                    <a:pt x="1918" y="827"/>
                  </a:lnTo>
                  <a:lnTo>
                    <a:pt x="1916" y="826"/>
                  </a:lnTo>
                  <a:lnTo>
                    <a:pt x="1910" y="820"/>
                  </a:lnTo>
                  <a:lnTo>
                    <a:pt x="1904" y="819"/>
                  </a:lnTo>
                  <a:lnTo>
                    <a:pt x="1899" y="820"/>
                  </a:lnTo>
                  <a:lnTo>
                    <a:pt x="1894" y="823"/>
                  </a:lnTo>
                  <a:lnTo>
                    <a:pt x="1894" y="829"/>
                  </a:lnTo>
                  <a:lnTo>
                    <a:pt x="1893" y="832"/>
                  </a:lnTo>
                  <a:lnTo>
                    <a:pt x="1889" y="835"/>
                  </a:lnTo>
                  <a:lnTo>
                    <a:pt x="1885" y="832"/>
                  </a:lnTo>
                  <a:lnTo>
                    <a:pt x="1882" y="830"/>
                  </a:lnTo>
                  <a:lnTo>
                    <a:pt x="1872" y="831"/>
                  </a:lnTo>
                  <a:lnTo>
                    <a:pt x="1867" y="832"/>
                  </a:lnTo>
                  <a:lnTo>
                    <a:pt x="1863" y="831"/>
                  </a:lnTo>
                  <a:lnTo>
                    <a:pt x="1856" y="829"/>
                  </a:lnTo>
                  <a:lnTo>
                    <a:pt x="1853" y="830"/>
                  </a:lnTo>
                  <a:lnTo>
                    <a:pt x="1852" y="832"/>
                  </a:lnTo>
                  <a:lnTo>
                    <a:pt x="1851" y="838"/>
                  </a:lnTo>
                  <a:lnTo>
                    <a:pt x="1846" y="838"/>
                  </a:lnTo>
                  <a:lnTo>
                    <a:pt x="1844" y="837"/>
                  </a:lnTo>
                  <a:lnTo>
                    <a:pt x="1844" y="832"/>
                  </a:lnTo>
                  <a:lnTo>
                    <a:pt x="1842" y="828"/>
                  </a:lnTo>
                  <a:lnTo>
                    <a:pt x="1834" y="829"/>
                  </a:lnTo>
                  <a:lnTo>
                    <a:pt x="1826" y="828"/>
                  </a:lnTo>
                  <a:lnTo>
                    <a:pt x="1818" y="829"/>
                  </a:lnTo>
                  <a:lnTo>
                    <a:pt x="1810" y="830"/>
                  </a:lnTo>
                  <a:lnTo>
                    <a:pt x="1804" y="829"/>
                  </a:lnTo>
                  <a:lnTo>
                    <a:pt x="1802" y="830"/>
                  </a:lnTo>
                  <a:lnTo>
                    <a:pt x="1795" y="834"/>
                  </a:lnTo>
                  <a:lnTo>
                    <a:pt x="1788" y="840"/>
                  </a:lnTo>
                  <a:lnTo>
                    <a:pt x="1783" y="846"/>
                  </a:lnTo>
                  <a:lnTo>
                    <a:pt x="1779" y="853"/>
                  </a:lnTo>
                  <a:lnTo>
                    <a:pt x="1773" y="856"/>
                  </a:lnTo>
                  <a:lnTo>
                    <a:pt x="1767" y="861"/>
                  </a:lnTo>
                  <a:lnTo>
                    <a:pt x="1765" y="863"/>
                  </a:lnTo>
                  <a:lnTo>
                    <a:pt x="1758" y="878"/>
                  </a:lnTo>
                  <a:lnTo>
                    <a:pt x="1747" y="887"/>
                  </a:lnTo>
                  <a:lnTo>
                    <a:pt x="1740" y="893"/>
                  </a:lnTo>
                  <a:lnTo>
                    <a:pt x="1732" y="902"/>
                  </a:lnTo>
                  <a:lnTo>
                    <a:pt x="1720" y="918"/>
                  </a:lnTo>
                  <a:lnTo>
                    <a:pt x="1715" y="926"/>
                  </a:lnTo>
                  <a:lnTo>
                    <a:pt x="1704" y="937"/>
                  </a:lnTo>
                  <a:lnTo>
                    <a:pt x="1697" y="941"/>
                  </a:lnTo>
                  <a:lnTo>
                    <a:pt x="1684" y="952"/>
                  </a:lnTo>
                  <a:lnTo>
                    <a:pt x="1680" y="957"/>
                  </a:lnTo>
                  <a:lnTo>
                    <a:pt x="1678" y="960"/>
                  </a:lnTo>
                  <a:lnTo>
                    <a:pt x="1678" y="965"/>
                  </a:lnTo>
                  <a:lnTo>
                    <a:pt x="1681" y="968"/>
                  </a:lnTo>
                  <a:lnTo>
                    <a:pt x="1685" y="969"/>
                  </a:lnTo>
                  <a:lnTo>
                    <a:pt x="1691" y="969"/>
                  </a:lnTo>
                  <a:lnTo>
                    <a:pt x="1699" y="967"/>
                  </a:lnTo>
                  <a:lnTo>
                    <a:pt x="1703" y="967"/>
                  </a:lnTo>
                  <a:lnTo>
                    <a:pt x="1701" y="983"/>
                  </a:lnTo>
                  <a:lnTo>
                    <a:pt x="1701" y="987"/>
                  </a:lnTo>
                  <a:lnTo>
                    <a:pt x="1703" y="988"/>
                  </a:lnTo>
                  <a:lnTo>
                    <a:pt x="1707" y="987"/>
                  </a:lnTo>
                  <a:lnTo>
                    <a:pt x="1712" y="983"/>
                  </a:lnTo>
                  <a:lnTo>
                    <a:pt x="1717" y="985"/>
                  </a:lnTo>
                  <a:lnTo>
                    <a:pt x="1716" y="987"/>
                  </a:lnTo>
                  <a:lnTo>
                    <a:pt x="1713" y="990"/>
                  </a:lnTo>
                  <a:lnTo>
                    <a:pt x="1712" y="993"/>
                  </a:lnTo>
                  <a:lnTo>
                    <a:pt x="1715" y="994"/>
                  </a:lnTo>
                  <a:lnTo>
                    <a:pt x="1726" y="994"/>
                  </a:lnTo>
                  <a:lnTo>
                    <a:pt x="1730" y="991"/>
                  </a:lnTo>
                  <a:lnTo>
                    <a:pt x="1733" y="985"/>
                  </a:lnTo>
                  <a:lnTo>
                    <a:pt x="1733" y="977"/>
                  </a:lnTo>
                  <a:lnTo>
                    <a:pt x="1738" y="977"/>
                  </a:lnTo>
                  <a:lnTo>
                    <a:pt x="1743" y="977"/>
                  </a:lnTo>
                  <a:lnTo>
                    <a:pt x="1748" y="977"/>
                  </a:lnTo>
                  <a:lnTo>
                    <a:pt x="1755" y="981"/>
                  </a:lnTo>
                  <a:lnTo>
                    <a:pt x="1760" y="985"/>
                  </a:lnTo>
                  <a:lnTo>
                    <a:pt x="1763" y="992"/>
                  </a:lnTo>
                  <a:lnTo>
                    <a:pt x="1769" y="999"/>
                  </a:lnTo>
                  <a:lnTo>
                    <a:pt x="1772" y="1001"/>
                  </a:lnTo>
                  <a:lnTo>
                    <a:pt x="1775" y="1004"/>
                  </a:lnTo>
                  <a:lnTo>
                    <a:pt x="1775" y="1006"/>
                  </a:lnTo>
                  <a:lnTo>
                    <a:pt x="1771" y="1010"/>
                  </a:lnTo>
                  <a:lnTo>
                    <a:pt x="1774" y="1013"/>
                  </a:lnTo>
                  <a:lnTo>
                    <a:pt x="1775" y="1017"/>
                  </a:lnTo>
                  <a:lnTo>
                    <a:pt x="1773" y="1025"/>
                  </a:lnTo>
                  <a:lnTo>
                    <a:pt x="1776" y="1026"/>
                  </a:lnTo>
                  <a:lnTo>
                    <a:pt x="1778" y="1029"/>
                  </a:lnTo>
                  <a:lnTo>
                    <a:pt x="1776" y="1034"/>
                  </a:lnTo>
                  <a:lnTo>
                    <a:pt x="1773" y="1039"/>
                  </a:lnTo>
                  <a:lnTo>
                    <a:pt x="1769" y="1046"/>
                  </a:lnTo>
                  <a:lnTo>
                    <a:pt x="1764" y="1061"/>
                  </a:lnTo>
                  <a:lnTo>
                    <a:pt x="1763" y="1068"/>
                  </a:lnTo>
                  <a:lnTo>
                    <a:pt x="1764" y="1071"/>
                  </a:lnTo>
                  <a:lnTo>
                    <a:pt x="1765" y="1078"/>
                  </a:lnTo>
                  <a:lnTo>
                    <a:pt x="1764" y="1089"/>
                  </a:lnTo>
                  <a:lnTo>
                    <a:pt x="1763" y="1096"/>
                  </a:lnTo>
                  <a:lnTo>
                    <a:pt x="1760" y="1111"/>
                  </a:lnTo>
                  <a:lnTo>
                    <a:pt x="1759" y="1117"/>
                  </a:lnTo>
                  <a:lnTo>
                    <a:pt x="1746" y="1133"/>
                  </a:lnTo>
                  <a:lnTo>
                    <a:pt x="1743" y="1138"/>
                  </a:lnTo>
                  <a:lnTo>
                    <a:pt x="1741" y="1144"/>
                  </a:lnTo>
                  <a:lnTo>
                    <a:pt x="1737" y="1149"/>
                  </a:lnTo>
                  <a:lnTo>
                    <a:pt x="1732" y="1154"/>
                  </a:lnTo>
                  <a:lnTo>
                    <a:pt x="1731" y="1158"/>
                  </a:lnTo>
                  <a:lnTo>
                    <a:pt x="1726" y="1169"/>
                  </a:lnTo>
                  <a:lnTo>
                    <a:pt x="1722" y="1174"/>
                  </a:lnTo>
                  <a:lnTo>
                    <a:pt x="1716" y="1183"/>
                  </a:lnTo>
                  <a:lnTo>
                    <a:pt x="1703" y="1198"/>
                  </a:lnTo>
                  <a:lnTo>
                    <a:pt x="1700" y="1202"/>
                  </a:lnTo>
                  <a:lnTo>
                    <a:pt x="1698" y="1207"/>
                  </a:lnTo>
                  <a:lnTo>
                    <a:pt x="1696" y="1210"/>
                  </a:lnTo>
                  <a:lnTo>
                    <a:pt x="1690" y="1214"/>
                  </a:lnTo>
                  <a:lnTo>
                    <a:pt x="1687" y="1218"/>
                  </a:lnTo>
                  <a:lnTo>
                    <a:pt x="1682" y="1225"/>
                  </a:lnTo>
                  <a:lnTo>
                    <a:pt x="1679" y="1229"/>
                  </a:lnTo>
                  <a:lnTo>
                    <a:pt x="1673" y="1235"/>
                  </a:lnTo>
                  <a:lnTo>
                    <a:pt x="1666" y="1240"/>
                  </a:lnTo>
                  <a:lnTo>
                    <a:pt x="1654" y="1245"/>
                  </a:lnTo>
                  <a:lnTo>
                    <a:pt x="1648" y="1247"/>
                  </a:lnTo>
                  <a:lnTo>
                    <a:pt x="1646" y="1243"/>
                  </a:lnTo>
                  <a:lnTo>
                    <a:pt x="1643" y="1242"/>
                  </a:lnTo>
                  <a:lnTo>
                    <a:pt x="1641" y="1243"/>
                  </a:lnTo>
                  <a:lnTo>
                    <a:pt x="1638" y="1241"/>
                  </a:lnTo>
                  <a:lnTo>
                    <a:pt x="1636" y="1236"/>
                  </a:lnTo>
                  <a:lnTo>
                    <a:pt x="1631" y="1239"/>
                  </a:lnTo>
                  <a:lnTo>
                    <a:pt x="1628" y="1240"/>
                  </a:lnTo>
                  <a:lnTo>
                    <a:pt x="1631" y="1234"/>
                  </a:lnTo>
                  <a:lnTo>
                    <a:pt x="1627" y="1235"/>
                  </a:lnTo>
                  <a:lnTo>
                    <a:pt x="1623" y="1240"/>
                  </a:lnTo>
                  <a:lnTo>
                    <a:pt x="1618" y="1245"/>
                  </a:lnTo>
                  <a:lnTo>
                    <a:pt x="1609" y="1255"/>
                  </a:lnTo>
                  <a:lnTo>
                    <a:pt x="1609" y="1256"/>
                  </a:lnTo>
                  <a:lnTo>
                    <a:pt x="1608" y="1252"/>
                  </a:lnTo>
                  <a:lnTo>
                    <a:pt x="1605" y="1247"/>
                  </a:lnTo>
                  <a:lnTo>
                    <a:pt x="1606" y="1247"/>
                  </a:lnTo>
                  <a:lnTo>
                    <a:pt x="1615" y="1243"/>
                  </a:lnTo>
                  <a:lnTo>
                    <a:pt x="1618" y="1238"/>
                  </a:lnTo>
                  <a:lnTo>
                    <a:pt x="1620" y="1235"/>
                  </a:lnTo>
                  <a:lnTo>
                    <a:pt x="1619" y="1232"/>
                  </a:lnTo>
                  <a:lnTo>
                    <a:pt x="1619" y="1231"/>
                  </a:lnTo>
                  <a:lnTo>
                    <a:pt x="1620" y="1228"/>
                  </a:lnTo>
                  <a:lnTo>
                    <a:pt x="1620" y="1221"/>
                  </a:lnTo>
                  <a:lnTo>
                    <a:pt x="1619" y="1215"/>
                  </a:lnTo>
                  <a:lnTo>
                    <a:pt x="1617" y="1206"/>
                  </a:lnTo>
                  <a:lnTo>
                    <a:pt x="1617" y="1200"/>
                  </a:lnTo>
                  <a:lnTo>
                    <a:pt x="1629" y="1191"/>
                  </a:lnTo>
                  <a:lnTo>
                    <a:pt x="1632" y="1191"/>
                  </a:lnTo>
                  <a:lnTo>
                    <a:pt x="1637" y="1194"/>
                  </a:lnTo>
                  <a:lnTo>
                    <a:pt x="1642" y="1196"/>
                  </a:lnTo>
                  <a:lnTo>
                    <a:pt x="1645" y="1197"/>
                  </a:lnTo>
                  <a:lnTo>
                    <a:pt x="1648" y="1194"/>
                  </a:lnTo>
                  <a:lnTo>
                    <a:pt x="1652" y="1186"/>
                  </a:lnTo>
                  <a:lnTo>
                    <a:pt x="1655" y="1182"/>
                  </a:lnTo>
                  <a:lnTo>
                    <a:pt x="1659" y="1171"/>
                  </a:lnTo>
                  <a:lnTo>
                    <a:pt x="1663" y="1160"/>
                  </a:lnTo>
                  <a:lnTo>
                    <a:pt x="1665" y="1152"/>
                  </a:lnTo>
                  <a:lnTo>
                    <a:pt x="1667" y="1144"/>
                  </a:lnTo>
                  <a:lnTo>
                    <a:pt x="1672" y="1140"/>
                  </a:lnTo>
                  <a:lnTo>
                    <a:pt x="1675" y="1136"/>
                  </a:lnTo>
                  <a:lnTo>
                    <a:pt x="1675" y="1130"/>
                  </a:lnTo>
                  <a:lnTo>
                    <a:pt x="1674" y="1126"/>
                  </a:lnTo>
                  <a:lnTo>
                    <a:pt x="1674" y="1123"/>
                  </a:lnTo>
                  <a:lnTo>
                    <a:pt x="1673" y="1123"/>
                  </a:lnTo>
                  <a:lnTo>
                    <a:pt x="1666" y="1123"/>
                  </a:lnTo>
                  <a:lnTo>
                    <a:pt x="1658" y="1125"/>
                  </a:lnTo>
                  <a:lnTo>
                    <a:pt x="1648" y="1128"/>
                  </a:lnTo>
                  <a:lnTo>
                    <a:pt x="1642" y="1131"/>
                  </a:lnTo>
                  <a:lnTo>
                    <a:pt x="1637" y="1134"/>
                  </a:lnTo>
                  <a:lnTo>
                    <a:pt x="1626" y="1134"/>
                  </a:lnTo>
                  <a:lnTo>
                    <a:pt x="1621" y="1135"/>
                  </a:lnTo>
                  <a:lnTo>
                    <a:pt x="1616" y="1135"/>
                  </a:lnTo>
                  <a:lnTo>
                    <a:pt x="1614" y="1130"/>
                  </a:lnTo>
                  <a:lnTo>
                    <a:pt x="1612" y="1117"/>
                  </a:lnTo>
                  <a:lnTo>
                    <a:pt x="1609" y="1108"/>
                  </a:lnTo>
                  <a:lnTo>
                    <a:pt x="1608" y="1106"/>
                  </a:lnTo>
                  <a:lnTo>
                    <a:pt x="1589" y="1097"/>
                  </a:lnTo>
                  <a:lnTo>
                    <a:pt x="1579" y="1094"/>
                  </a:lnTo>
                  <a:lnTo>
                    <a:pt x="1570" y="1091"/>
                  </a:lnTo>
                  <a:lnTo>
                    <a:pt x="1566" y="1088"/>
                  </a:lnTo>
                  <a:lnTo>
                    <a:pt x="1563" y="1084"/>
                  </a:lnTo>
                  <a:lnTo>
                    <a:pt x="1556" y="1063"/>
                  </a:lnTo>
                  <a:lnTo>
                    <a:pt x="1550" y="1046"/>
                  </a:lnTo>
                  <a:lnTo>
                    <a:pt x="1542" y="1018"/>
                  </a:lnTo>
                  <a:lnTo>
                    <a:pt x="1537" y="1007"/>
                  </a:lnTo>
                  <a:lnTo>
                    <a:pt x="1532" y="1002"/>
                  </a:lnTo>
                  <a:lnTo>
                    <a:pt x="1528" y="1002"/>
                  </a:lnTo>
                  <a:lnTo>
                    <a:pt x="1518" y="1003"/>
                  </a:lnTo>
                  <a:lnTo>
                    <a:pt x="1513" y="1001"/>
                  </a:lnTo>
                  <a:lnTo>
                    <a:pt x="1506" y="995"/>
                  </a:lnTo>
                  <a:lnTo>
                    <a:pt x="1498" y="992"/>
                  </a:lnTo>
                  <a:lnTo>
                    <a:pt x="1492" y="993"/>
                  </a:lnTo>
                  <a:lnTo>
                    <a:pt x="1483" y="994"/>
                  </a:lnTo>
                  <a:lnTo>
                    <a:pt x="1477" y="996"/>
                  </a:lnTo>
                  <a:lnTo>
                    <a:pt x="1464" y="998"/>
                  </a:lnTo>
                  <a:lnTo>
                    <a:pt x="1460" y="999"/>
                  </a:lnTo>
                  <a:lnTo>
                    <a:pt x="1457" y="1001"/>
                  </a:lnTo>
                  <a:lnTo>
                    <a:pt x="1448" y="1010"/>
                  </a:lnTo>
                  <a:lnTo>
                    <a:pt x="1446" y="1014"/>
                  </a:lnTo>
                  <a:lnTo>
                    <a:pt x="1445" y="1017"/>
                  </a:lnTo>
                  <a:lnTo>
                    <a:pt x="1451" y="1016"/>
                  </a:lnTo>
                  <a:lnTo>
                    <a:pt x="1455" y="1016"/>
                  </a:lnTo>
                  <a:lnTo>
                    <a:pt x="1458" y="1019"/>
                  </a:lnTo>
                  <a:lnTo>
                    <a:pt x="1459" y="1022"/>
                  </a:lnTo>
                  <a:lnTo>
                    <a:pt x="1458" y="1031"/>
                  </a:lnTo>
                  <a:lnTo>
                    <a:pt x="1448" y="1038"/>
                  </a:lnTo>
                  <a:lnTo>
                    <a:pt x="1444" y="1044"/>
                  </a:lnTo>
                  <a:lnTo>
                    <a:pt x="1439" y="1053"/>
                  </a:lnTo>
                  <a:lnTo>
                    <a:pt x="1436" y="1059"/>
                  </a:lnTo>
                  <a:lnTo>
                    <a:pt x="1433" y="1064"/>
                  </a:lnTo>
                  <a:lnTo>
                    <a:pt x="1432" y="1066"/>
                  </a:lnTo>
                  <a:lnTo>
                    <a:pt x="1433" y="1068"/>
                  </a:lnTo>
                  <a:lnTo>
                    <a:pt x="1435" y="1072"/>
                  </a:lnTo>
                  <a:lnTo>
                    <a:pt x="1436" y="1076"/>
                  </a:lnTo>
                  <a:lnTo>
                    <a:pt x="1435" y="1078"/>
                  </a:lnTo>
                  <a:lnTo>
                    <a:pt x="1429" y="1082"/>
                  </a:lnTo>
                  <a:lnTo>
                    <a:pt x="1412" y="1090"/>
                  </a:lnTo>
                  <a:lnTo>
                    <a:pt x="1409" y="1091"/>
                  </a:lnTo>
                  <a:lnTo>
                    <a:pt x="1407" y="1091"/>
                  </a:lnTo>
                  <a:lnTo>
                    <a:pt x="1399" y="1085"/>
                  </a:lnTo>
                  <a:lnTo>
                    <a:pt x="1396" y="1083"/>
                  </a:lnTo>
                  <a:lnTo>
                    <a:pt x="1395" y="1083"/>
                  </a:lnTo>
                  <a:lnTo>
                    <a:pt x="1392" y="1081"/>
                  </a:lnTo>
                  <a:lnTo>
                    <a:pt x="1388" y="1081"/>
                  </a:lnTo>
                  <a:lnTo>
                    <a:pt x="1379" y="1084"/>
                  </a:lnTo>
                  <a:lnTo>
                    <a:pt x="1373" y="1082"/>
                  </a:lnTo>
                  <a:lnTo>
                    <a:pt x="1371" y="1081"/>
                  </a:lnTo>
                  <a:lnTo>
                    <a:pt x="1366" y="1076"/>
                  </a:lnTo>
                  <a:lnTo>
                    <a:pt x="1360" y="1074"/>
                  </a:lnTo>
                  <a:lnTo>
                    <a:pt x="1356" y="1074"/>
                  </a:lnTo>
                  <a:lnTo>
                    <a:pt x="1354" y="1074"/>
                  </a:lnTo>
                  <a:lnTo>
                    <a:pt x="1345" y="1079"/>
                  </a:lnTo>
                  <a:lnTo>
                    <a:pt x="1340" y="1085"/>
                  </a:lnTo>
                  <a:lnTo>
                    <a:pt x="1337" y="1090"/>
                  </a:lnTo>
                  <a:lnTo>
                    <a:pt x="1333" y="1092"/>
                  </a:lnTo>
                  <a:lnTo>
                    <a:pt x="1329" y="1094"/>
                  </a:lnTo>
                  <a:lnTo>
                    <a:pt x="1321" y="1095"/>
                  </a:lnTo>
                  <a:lnTo>
                    <a:pt x="1315" y="1097"/>
                  </a:lnTo>
                  <a:lnTo>
                    <a:pt x="1311" y="1097"/>
                  </a:lnTo>
                  <a:lnTo>
                    <a:pt x="1304" y="1098"/>
                  </a:lnTo>
                  <a:lnTo>
                    <a:pt x="1293" y="1099"/>
                  </a:lnTo>
                  <a:lnTo>
                    <a:pt x="1288" y="1099"/>
                  </a:lnTo>
                  <a:lnTo>
                    <a:pt x="1281" y="1098"/>
                  </a:lnTo>
                  <a:lnTo>
                    <a:pt x="1275" y="1095"/>
                  </a:lnTo>
                  <a:lnTo>
                    <a:pt x="1265" y="1093"/>
                  </a:lnTo>
                  <a:lnTo>
                    <a:pt x="1260" y="1089"/>
                  </a:lnTo>
                  <a:lnTo>
                    <a:pt x="1251" y="1085"/>
                  </a:lnTo>
                  <a:lnTo>
                    <a:pt x="1247" y="1081"/>
                  </a:lnTo>
                  <a:lnTo>
                    <a:pt x="1238" y="1073"/>
                  </a:lnTo>
                  <a:lnTo>
                    <a:pt x="1233" y="1071"/>
                  </a:lnTo>
                  <a:lnTo>
                    <a:pt x="1222" y="1071"/>
                  </a:lnTo>
                  <a:lnTo>
                    <a:pt x="1214" y="1070"/>
                  </a:lnTo>
                  <a:lnTo>
                    <a:pt x="1208" y="1071"/>
                  </a:lnTo>
                  <a:lnTo>
                    <a:pt x="1191" y="1077"/>
                  </a:lnTo>
                  <a:lnTo>
                    <a:pt x="1187" y="1076"/>
                  </a:lnTo>
                  <a:lnTo>
                    <a:pt x="1175" y="1070"/>
                  </a:lnTo>
                  <a:lnTo>
                    <a:pt x="1172" y="1066"/>
                  </a:lnTo>
                  <a:lnTo>
                    <a:pt x="1169" y="1061"/>
                  </a:lnTo>
                  <a:lnTo>
                    <a:pt x="1168" y="1056"/>
                  </a:lnTo>
                  <a:lnTo>
                    <a:pt x="1168" y="1050"/>
                  </a:lnTo>
                  <a:lnTo>
                    <a:pt x="1167" y="1048"/>
                  </a:lnTo>
                  <a:lnTo>
                    <a:pt x="1161" y="1046"/>
                  </a:lnTo>
                  <a:lnTo>
                    <a:pt x="1155" y="1042"/>
                  </a:lnTo>
                  <a:lnTo>
                    <a:pt x="1149" y="1040"/>
                  </a:lnTo>
                  <a:lnTo>
                    <a:pt x="1137" y="1036"/>
                  </a:lnTo>
                  <a:lnTo>
                    <a:pt x="1130" y="1034"/>
                  </a:lnTo>
                  <a:lnTo>
                    <a:pt x="1123" y="1033"/>
                  </a:lnTo>
                  <a:lnTo>
                    <a:pt x="1117" y="1031"/>
                  </a:lnTo>
                  <a:lnTo>
                    <a:pt x="1108" y="1041"/>
                  </a:lnTo>
                  <a:lnTo>
                    <a:pt x="1101" y="1051"/>
                  </a:lnTo>
                  <a:lnTo>
                    <a:pt x="1101" y="1054"/>
                  </a:lnTo>
                  <a:lnTo>
                    <a:pt x="1104" y="1063"/>
                  </a:lnTo>
                  <a:lnTo>
                    <a:pt x="1107" y="1067"/>
                  </a:lnTo>
                  <a:lnTo>
                    <a:pt x="1107" y="1069"/>
                  </a:lnTo>
                  <a:lnTo>
                    <a:pt x="1106" y="1075"/>
                  </a:lnTo>
                  <a:lnTo>
                    <a:pt x="1101" y="1081"/>
                  </a:lnTo>
                  <a:lnTo>
                    <a:pt x="1099" y="1083"/>
                  </a:lnTo>
                  <a:lnTo>
                    <a:pt x="1094" y="1086"/>
                  </a:lnTo>
                  <a:lnTo>
                    <a:pt x="1090" y="1086"/>
                  </a:lnTo>
                  <a:lnTo>
                    <a:pt x="1085" y="1084"/>
                  </a:lnTo>
                  <a:lnTo>
                    <a:pt x="1083" y="1083"/>
                  </a:lnTo>
                  <a:lnTo>
                    <a:pt x="1077" y="1082"/>
                  </a:lnTo>
                  <a:lnTo>
                    <a:pt x="1071" y="1082"/>
                  </a:lnTo>
                  <a:lnTo>
                    <a:pt x="1066" y="1081"/>
                  </a:lnTo>
                  <a:lnTo>
                    <a:pt x="1056" y="1081"/>
                  </a:lnTo>
                  <a:lnTo>
                    <a:pt x="1051" y="1080"/>
                  </a:lnTo>
                  <a:lnTo>
                    <a:pt x="1048" y="1076"/>
                  </a:lnTo>
                  <a:lnTo>
                    <a:pt x="1043" y="1068"/>
                  </a:lnTo>
                  <a:lnTo>
                    <a:pt x="1038" y="1067"/>
                  </a:lnTo>
                  <a:lnTo>
                    <a:pt x="1024" y="1065"/>
                  </a:lnTo>
                  <a:lnTo>
                    <a:pt x="1018" y="1063"/>
                  </a:lnTo>
                  <a:lnTo>
                    <a:pt x="1011" y="1063"/>
                  </a:lnTo>
                  <a:lnTo>
                    <a:pt x="1006" y="1064"/>
                  </a:lnTo>
                  <a:lnTo>
                    <a:pt x="995" y="1070"/>
                  </a:lnTo>
                  <a:lnTo>
                    <a:pt x="987" y="1074"/>
                  </a:lnTo>
                  <a:lnTo>
                    <a:pt x="981" y="1078"/>
                  </a:lnTo>
                  <a:lnTo>
                    <a:pt x="975" y="1085"/>
                  </a:lnTo>
                  <a:lnTo>
                    <a:pt x="975" y="1086"/>
                  </a:lnTo>
                  <a:lnTo>
                    <a:pt x="969" y="1090"/>
                  </a:lnTo>
                  <a:lnTo>
                    <a:pt x="965" y="1092"/>
                  </a:lnTo>
                  <a:lnTo>
                    <a:pt x="955" y="1092"/>
                  </a:lnTo>
                  <a:lnTo>
                    <a:pt x="951" y="1094"/>
                  </a:lnTo>
                  <a:lnTo>
                    <a:pt x="946" y="1099"/>
                  </a:lnTo>
                  <a:lnTo>
                    <a:pt x="945" y="1099"/>
                  </a:lnTo>
                  <a:lnTo>
                    <a:pt x="943" y="1100"/>
                  </a:lnTo>
                  <a:lnTo>
                    <a:pt x="939" y="1100"/>
                  </a:lnTo>
                  <a:lnTo>
                    <a:pt x="937" y="1100"/>
                  </a:lnTo>
                  <a:lnTo>
                    <a:pt x="937" y="1099"/>
                  </a:lnTo>
                  <a:lnTo>
                    <a:pt x="932" y="1099"/>
                  </a:lnTo>
                  <a:lnTo>
                    <a:pt x="931" y="1094"/>
                  </a:lnTo>
                  <a:lnTo>
                    <a:pt x="928" y="1090"/>
                  </a:lnTo>
                  <a:lnTo>
                    <a:pt x="928" y="1087"/>
                  </a:lnTo>
                  <a:lnTo>
                    <a:pt x="924" y="1089"/>
                  </a:lnTo>
                  <a:lnTo>
                    <a:pt x="920" y="1093"/>
                  </a:lnTo>
                  <a:lnTo>
                    <a:pt x="913" y="1092"/>
                  </a:lnTo>
                  <a:lnTo>
                    <a:pt x="907" y="1091"/>
                  </a:lnTo>
                  <a:lnTo>
                    <a:pt x="902" y="1083"/>
                  </a:lnTo>
                  <a:lnTo>
                    <a:pt x="898" y="1078"/>
                  </a:lnTo>
                  <a:lnTo>
                    <a:pt x="891" y="1076"/>
                  </a:lnTo>
                  <a:lnTo>
                    <a:pt x="889" y="1069"/>
                  </a:lnTo>
                  <a:lnTo>
                    <a:pt x="884" y="1063"/>
                  </a:lnTo>
                  <a:lnTo>
                    <a:pt x="879" y="1058"/>
                  </a:lnTo>
                  <a:lnTo>
                    <a:pt x="872" y="1058"/>
                  </a:lnTo>
                  <a:lnTo>
                    <a:pt x="867" y="1060"/>
                  </a:lnTo>
                  <a:lnTo>
                    <a:pt x="859" y="1063"/>
                  </a:lnTo>
                  <a:lnTo>
                    <a:pt x="853" y="1063"/>
                  </a:lnTo>
                  <a:lnTo>
                    <a:pt x="848" y="1063"/>
                  </a:lnTo>
                  <a:lnTo>
                    <a:pt x="847" y="1061"/>
                  </a:lnTo>
                  <a:lnTo>
                    <a:pt x="845" y="1058"/>
                  </a:lnTo>
                  <a:lnTo>
                    <a:pt x="842" y="1058"/>
                  </a:lnTo>
                  <a:lnTo>
                    <a:pt x="842" y="1054"/>
                  </a:lnTo>
                  <a:lnTo>
                    <a:pt x="840" y="1050"/>
                  </a:lnTo>
                  <a:lnTo>
                    <a:pt x="833" y="1050"/>
                  </a:lnTo>
                  <a:lnTo>
                    <a:pt x="830" y="1056"/>
                  </a:lnTo>
                  <a:lnTo>
                    <a:pt x="828" y="1059"/>
                  </a:lnTo>
                  <a:lnTo>
                    <a:pt x="825" y="1062"/>
                  </a:lnTo>
                  <a:lnTo>
                    <a:pt x="817" y="1046"/>
                  </a:lnTo>
                  <a:lnTo>
                    <a:pt x="811" y="1035"/>
                  </a:lnTo>
                  <a:lnTo>
                    <a:pt x="799" y="1011"/>
                  </a:lnTo>
                  <a:lnTo>
                    <a:pt x="791" y="999"/>
                  </a:lnTo>
                  <a:lnTo>
                    <a:pt x="782" y="990"/>
                  </a:lnTo>
                  <a:lnTo>
                    <a:pt x="777" y="987"/>
                  </a:lnTo>
                  <a:lnTo>
                    <a:pt x="769" y="979"/>
                  </a:lnTo>
                  <a:lnTo>
                    <a:pt x="770" y="975"/>
                  </a:lnTo>
                  <a:lnTo>
                    <a:pt x="773" y="973"/>
                  </a:lnTo>
                  <a:lnTo>
                    <a:pt x="773" y="968"/>
                  </a:lnTo>
                  <a:lnTo>
                    <a:pt x="767" y="969"/>
                  </a:lnTo>
                  <a:lnTo>
                    <a:pt x="764" y="972"/>
                  </a:lnTo>
                  <a:lnTo>
                    <a:pt x="759" y="974"/>
                  </a:lnTo>
                  <a:lnTo>
                    <a:pt x="752" y="981"/>
                  </a:lnTo>
                  <a:lnTo>
                    <a:pt x="744" y="984"/>
                  </a:lnTo>
                  <a:lnTo>
                    <a:pt x="739" y="989"/>
                  </a:lnTo>
                  <a:lnTo>
                    <a:pt x="736" y="992"/>
                  </a:lnTo>
                  <a:lnTo>
                    <a:pt x="733" y="990"/>
                  </a:lnTo>
                  <a:lnTo>
                    <a:pt x="730" y="990"/>
                  </a:lnTo>
                  <a:lnTo>
                    <a:pt x="724" y="991"/>
                  </a:lnTo>
                  <a:lnTo>
                    <a:pt x="721" y="992"/>
                  </a:lnTo>
                  <a:lnTo>
                    <a:pt x="719" y="990"/>
                  </a:lnTo>
                  <a:lnTo>
                    <a:pt x="721" y="985"/>
                  </a:lnTo>
                  <a:lnTo>
                    <a:pt x="724" y="983"/>
                  </a:lnTo>
                  <a:lnTo>
                    <a:pt x="725" y="979"/>
                  </a:lnTo>
                  <a:lnTo>
                    <a:pt x="723" y="979"/>
                  </a:lnTo>
                  <a:lnTo>
                    <a:pt x="720" y="982"/>
                  </a:lnTo>
                  <a:lnTo>
                    <a:pt x="716" y="980"/>
                  </a:lnTo>
                  <a:lnTo>
                    <a:pt x="713" y="977"/>
                  </a:lnTo>
                  <a:lnTo>
                    <a:pt x="710" y="976"/>
                  </a:lnTo>
                  <a:lnTo>
                    <a:pt x="709" y="978"/>
                  </a:lnTo>
                  <a:lnTo>
                    <a:pt x="708" y="980"/>
                  </a:lnTo>
                  <a:lnTo>
                    <a:pt x="705" y="977"/>
                  </a:lnTo>
                  <a:lnTo>
                    <a:pt x="703" y="973"/>
                  </a:lnTo>
                  <a:lnTo>
                    <a:pt x="701" y="972"/>
                  </a:lnTo>
                  <a:lnTo>
                    <a:pt x="699" y="974"/>
                  </a:lnTo>
                  <a:lnTo>
                    <a:pt x="696" y="973"/>
                  </a:lnTo>
                  <a:lnTo>
                    <a:pt x="693" y="975"/>
                  </a:lnTo>
                  <a:lnTo>
                    <a:pt x="690" y="973"/>
                  </a:lnTo>
                  <a:lnTo>
                    <a:pt x="689" y="975"/>
                  </a:lnTo>
                  <a:lnTo>
                    <a:pt x="685" y="974"/>
                  </a:lnTo>
                  <a:lnTo>
                    <a:pt x="684" y="972"/>
                  </a:lnTo>
                  <a:lnTo>
                    <a:pt x="686" y="971"/>
                  </a:lnTo>
                  <a:lnTo>
                    <a:pt x="686" y="967"/>
                  </a:lnTo>
                  <a:lnTo>
                    <a:pt x="687" y="964"/>
                  </a:lnTo>
                  <a:lnTo>
                    <a:pt x="687" y="960"/>
                  </a:lnTo>
                  <a:lnTo>
                    <a:pt x="684" y="957"/>
                  </a:lnTo>
                  <a:lnTo>
                    <a:pt x="683" y="955"/>
                  </a:lnTo>
                  <a:lnTo>
                    <a:pt x="683" y="950"/>
                  </a:lnTo>
                  <a:lnTo>
                    <a:pt x="680" y="945"/>
                  </a:lnTo>
                  <a:lnTo>
                    <a:pt x="674" y="946"/>
                  </a:lnTo>
                  <a:lnTo>
                    <a:pt x="670" y="947"/>
                  </a:lnTo>
                  <a:lnTo>
                    <a:pt x="664" y="944"/>
                  </a:lnTo>
                  <a:lnTo>
                    <a:pt x="661" y="943"/>
                  </a:lnTo>
                  <a:lnTo>
                    <a:pt x="654" y="941"/>
                  </a:lnTo>
                  <a:lnTo>
                    <a:pt x="649" y="942"/>
                  </a:lnTo>
                  <a:lnTo>
                    <a:pt x="648" y="944"/>
                  </a:lnTo>
                  <a:lnTo>
                    <a:pt x="644" y="946"/>
                  </a:lnTo>
                  <a:lnTo>
                    <a:pt x="641" y="947"/>
                  </a:lnTo>
                  <a:lnTo>
                    <a:pt x="641" y="950"/>
                  </a:lnTo>
                  <a:lnTo>
                    <a:pt x="638" y="955"/>
                  </a:lnTo>
                  <a:lnTo>
                    <a:pt x="634" y="956"/>
                  </a:lnTo>
                  <a:lnTo>
                    <a:pt x="620" y="957"/>
                  </a:lnTo>
                  <a:lnTo>
                    <a:pt x="606" y="962"/>
                  </a:lnTo>
                  <a:lnTo>
                    <a:pt x="598" y="962"/>
                  </a:lnTo>
                  <a:lnTo>
                    <a:pt x="594" y="966"/>
                  </a:lnTo>
                  <a:lnTo>
                    <a:pt x="592" y="970"/>
                  </a:lnTo>
                  <a:lnTo>
                    <a:pt x="590" y="969"/>
                  </a:lnTo>
                  <a:lnTo>
                    <a:pt x="585" y="970"/>
                  </a:lnTo>
                  <a:lnTo>
                    <a:pt x="575" y="972"/>
                  </a:lnTo>
                  <a:lnTo>
                    <a:pt x="569" y="973"/>
                  </a:lnTo>
                  <a:lnTo>
                    <a:pt x="562" y="973"/>
                  </a:lnTo>
                  <a:lnTo>
                    <a:pt x="553" y="978"/>
                  </a:lnTo>
                  <a:lnTo>
                    <a:pt x="550" y="980"/>
                  </a:lnTo>
                  <a:lnTo>
                    <a:pt x="545" y="980"/>
                  </a:lnTo>
                  <a:lnTo>
                    <a:pt x="541" y="980"/>
                  </a:lnTo>
                  <a:lnTo>
                    <a:pt x="534" y="978"/>
                  </a:lnTo>
                  <a:lnTo>
                    <a:pt x="531" y="979"/>
                  </a:lnTo>
                  <a:lnTo>
                    <a:pt x="530" y="986"/>
                  </a:lnTo>
                  <a:lnTo>
                    <a:pt x="530" y="991"/>
                  </a:lnTo>
                  <a:lnTo>
                    <a:pt x="532" y="993"/>
                  </a:lnTo>
                  <a:lnTo>
                    <a:pt x="530" y="994"/>
                  </a:lnTo>
                  <a:lnTo>
                    <a:pt x="530" y="998"/>
                  </a:lnTo>
                  <a:lnTo>
                    <a:pt x="538" y="1000"/>
                  </a:lnTo>
                  <a:lnTo>
                    <a:pt x="545" y="1003"/>
                  </a:lnTo>
                  <a:lnTo>
                    <a:pt x="544" y="1006"/>
                  </a:lnTo>
                  <a:lnTo>
                    <a:pt x="540" y="1007"/>
                  </a:lnTo>
                  <a:lnTo>
                    <a:pt x="532" y="1005"/>
                  </a:lnTo>
                  <a:lnTo>
                    <a:pt x="527" y="1007"/>
                  </a:lnTo>
                  <a:lnTo>
                    <a:pt x="523" y="1013"/>
                  </a:lnTo>
                  <a:lnTo>
                    <a:pt x="524" y="1016"/>
                  </a:lnTo>
                  <a:lnTo>
                    <a:pt x="527" y="1022"/>
                  </a:lnTo>
                  <a:lnTo>
                    <a:pt x="524" y="1025"/>
                  </a:lnTo>
                  <a:lnTo>
                    <a:pt x="521" y="1027"/>
                  </a:lnTo>
                  <a:lnTo>
                    <a:pt x="515" y="1031"/>
                  </a:lnTo>
                  <a:lnTo>
                    <a:pt x="512" y="1032"/>
                  </a:lnTo>
                  <a:lnTo>
                    <a:pt x="513" y="1035"/>
                  </a:lnTo>
                  <a:lnTo>
                    <a:pt x="515" y="1035"/>
                  </a:lnTo>
                  <a:lnTo>
                    <a:pt x="518" y="1036"/>
                  </a:lnTo>
                  <a:lnTo>
                    <a:pt x="517" y="1038"/>
                  </a:lnTo>
                  <a:lnTo>
                    <a:pt x="520" y="1040"/>
                  </a:lnTo>
                  <a:lnTo>
                    <a:pt x="524" y="1041"/>
                  </a:lnTo>
                  <a:lnTo>
                    <a:pt x="526" y="1044"/>
                  </a:lnTo>
                  <a:lnTo>
                    <a:pt x="535" y="1046"/>
                  </a:lnTo>
                  <a:lnTo>
                    <a:pt x="536" y="1049"/>
                  </a:lnTo>
                  <a:lnTo>
                    <a:pt x="535" y="1056"/>
                  </a:lnTo>
                  <a:lnTo>
                    <a:pt x="534" y="1060"/>
                  </a:lnTo>
                  <a:lnTo>
                    <a:pt x="523" y="1064"/>
                  </a:lnTo>
                  <a:lnTo>
                    <a:pt x="516" y="1064"/>
                  </a:lnTo>
                  <a:lnTo>
                    <a:pt x="514" y="1060"/>
                  </a:lnTo>
                  <a:lnTo>
                    <a:pt x="512" y="1060"/>
                  </a:lnTo>
                  <a:lnTo>
                    <a:pt x="511" y="1063"/>
                  </a:lnTo>
                  <a:lnTo>
                    <a:pt x="507" y="1067"/>
                  </a:lnTo>
                  <a:lnTo>
                    <a:pt x="504" y="1065"/>
                  </a:lnTo>
                  <a:lnTo>
                    <a:pt x="498" y="1064"/>
                  </a:lnTo>
                  <a:lnTo>
                    <a:pt x="492" y="1061"/>
                  </a:lnTo>
                  <a:lnTo>
                    <a:pt x="490" y="1054"/>
                  </a:lnTo>
                  <a:lnTo>
                    <a:pt x="485" y="1053"/>
                  </a:lnTo>
                  <a:lnTo>
                    <a:pt x="477" y="1054"/>
                  </a:lnTo>
                  <a:lnTo>
                    <a:pt x="476" y="1059"/>
                  </a:lnTo>
                  <a:lnTo>
                    <a:pt x="472" y="1060"/>
                  </a:lnTo>
                  <a:lnTo>
                    <a:pt x="467" y="1055"/>
                  </a:lnTo>
                  <a:lnTo>
                    <a:pt x="462" y="1055"/>
                  </a:lnTo>
                  <a:lnTo>
                    <a:pt x="457" y="1054"/>
                  </a:lnTo>
                  <a:lnTo>
                    <a:pt x="453" y="1058"/>
                  </a:lnTo>
                  <a:lnTo>
                    <a:pt x="451" y="1062"/>
                  </a:lnTo>
                  <a:lnTo>
                    <a:pt x="449" y="1065"/>
                  </a:lnTo>
                  <a:lnTo>
                    <a:pt x="444" y="1067"/>
                  </a:lnTo>
                  <a:lnTo>
                    <a:pt x="441" y="1064"/>
                  </a:lnTo>
                  <a:lnTo>
                    <a:pt x="436" y="1063"/>
                  </a:lnTo>
                  <a:lnTo>
                    <a:pt x="432" y="1057"/>
                  </a:lnTo>
                  <a:lnTo>
                    <a:pt x="427" y="1056"/>
                  </a:lnTo>
                  <a:lnTo>
                    <a:pt x="427" y="1059"/>
                  </a:lnTo>
                  <a:lnTo>
                    <a:pt x="429" y="1064"/>
                  </a:lnTo>
                  <a:lnTo>
                    <a:pt x="427" y="1067"/>
                  </a:lnTo>
                  <a:lnTo>
                    <a:pt x="425" y="1065"/>
                  </a:lnTo>
                  <a:lnTo>
                    <a:pt x="425" y="1059"/>
                  </a:lnTo>
                  <a:lnTo>
                    <a:pt x="422" y="1056"/>
                  </a:lnTo>
                  <a:lnTo>
                    <a:pt x="416" y="1052"/>
                  </a:lnTo>
                  <a:lnTo>
                    <a:pt x="412" y="1050"/>
                  </a:lnTo>
                  <a:lnTo>
                    <a:pt x="412" y="1046"/>
                  </a:lnTo>
                  <a:lnTo>
                    <a:pt x="405" y="1044"/>
                  </a:lnTo>
                  <a:lnTo>
                    <a:pt x="401" y="1045"/>
                  </a:lnTo>
                  <a:lnTo>
                    <a:pt x="396" y="1045"/>
                  </a:lnTo>
                  <a:lnTo>
                    <a:pt x="393" y="1039"/>
                  </a:lnTo>
                  <a:lnTo>
                    <a:pt x="390" y="1038"/>
                  </a:lnTo>
                  <a:lnTo>
                    <a:pt x="386" y="1041"/>
                  </a:lnTo>
                  <a:lnTo>
                    <a:pt x="384" y="1042"/>
                  </a:lnTo>
                  <a:lnTo>
                    <a:pt x="379" y="1044"/>
                  </a:lnTo>
                  <a:lnTo>
                    <a:pt x="377" y="1041"/>
                  </a:lnTo>
                  <a:lnTo>
                    <a:pt x="373" y="1041"/>
                  </a:lnTo>
                  <a:lnTo>
                    <a:pt x="369" y="1040"/>
                  </a:lnTo>
                  <a:lnTo>
                    <a:pt x="365" y="1043"/>
                  </a:lnTo>
                  <a:lnTo>
                    <a:pt x="361" y="1047"/>
                  </a:lnTo>
                  <a:lnTo>
                    <a:pt x="356" y="1051"/>
                  </a:lnTo>
                  <a:lnTo>
                    <a:pt x="352" y="1052"/>
                  </a:lnTo>
                  <a:lnTo>
                    <a:pt x="348" y="1054"/>
                  </a:lnTo>
                  <a:lnTo>
                    <a:pt x="346" y="1058"/>
                  </a:lnTo>
                  <a:lnTo>
                    <a:pt x="345" y="1060"/>
                  </a:lnTo>
                  <a:lnTo>
                    <a:pt x="339" y="1065"/>
                  </a:lnTo>
                  <a:lnTo>
                    <a:pt x="335" y="1067"/>
                  </a:lnTo>
                  <a:lnTo>
                    <a:pt x="336" y="1072"/>
                  </a:lnTo>
                  <a:lnTo>
                    <a:pt x="337" y="1077"/>
                  </a:lnTo>
                  <a:lnTo>
                    <a:pt x="337" y="1081"/>
                  </a:lnTo>
                  <a:lnTo>
                    <a:pt x="334" y="1084"/>
                  </a:lnTo>
                  <a:lnTo>
                    <a:pt x="329" y="1084"/>
                  </a:lnTo>
                  <a:lnTo>
                    <a:pt x="326" y="1079"/>
                  </a:lnTo>
                  <a:lnTo>
                    <a:pt x="322" y="1074"/>
                  </a:lnTo>
                  <a:lnTo>
                    <a:pt x="319" y="1071"/>
                  </a:lnTo>
                  <a:lnTo>
                    <a:pt x="316" y="1072"/>
                  </a:lnTo>
                  <a:lnTo>
                    <a:pt x="315" y="1075"/>
                  </a:lnTo>
                  <a:lnTo>
                    <a:pt x="312" y="1081"/>
                  </a:lnTo>
                  <a:lnTo>
                    <a:pt x="307" y="1082"/>
                  </a:lnTo>
                  <a:lnTo>
                    <a:pt x="305" y="1097"/>
                  </a:lnTo>
                  <a:lnTo>
                    <a:pt x="308" y="1098"/>
                  </a:lnTo>
                  <a:lnTo>
                    <a:pt x="310" y="1101"/>
                  </a:lnTo>
                  <a:lnTo>
                    <a:pt x="308" y="1104"/>
                  </a:lnTo>
                  <a:lnTo>
                    <a:pt x="305" y="1107"/>
                  </a:lnTo>
                  <a:lnTo>
                    <a:pt x="300" y="1119"/>
                  </a:lnTo>
                  <a:lnTo>
                    <a:pt x="310" y="1123"/>
                  </a:lnTo>
                  <a:lnTo>
                    <a:pt x="310" y="1126"/>
                  </a:lnTo>
                  <a:lnTo>
                    <a:pt x="310" y="1130"/>
                  </a:lnTo>
                  <a:lnTo>
                    <a:pt x="314" y="1135"/>
                  </a:lnTo>
                  <a:lnTo>
                    <a:pt x="314" y="1132"/>
                  </a:lnTo>
                  <a:lnTo>
                    <a:pt x="319" y="1134"/>
                  </a:lnTo>
                  <a:lnTo>
                    <a:pt x="321" y="1133"/>
                  </a:lnTo>
                  <a:lnTo>
                    <a:pt x="325" y="1134"/>
                  </a:lnTo>
                  <a:lnTo>
                    <a:pt x="328" y="1138"/>
                  </a:lnTo>
                  <a:lnTo>
                    <a:pt x="331" y="1140"/>
                  </a:lnTo>
                  <a:lnTo>
                    <a:pt x="334" y="1146"/>
                  </a:lnTo>
                  <a:lnTo>
                    <a:pt x="341" y="1157"/>
                  </a:lnTo>
                  <a:lnTo>
                    <a:pt x="340" y="1158"/>
                  </a:lnTo>
                  <a:lnTo>
                    <a:pt x="337" y="1157"/>
                  </a:lnTo>
                  <a:lnTo>
                    <a:pt x="334" y="1156"/>
                  </a:lnTo>
                  <a:lnTo>
                    <a:pt x="332" y="1157"/>
                  </a:lnTo>
                  <a:lnTo>
                    <a:pt x="332" y="1161"/>
                  </a:lnTo>
                  <a:lnTo>
                    <a:pt x="339" y="1165"/>
                  </a:lnTo>
                  <a:lnTo>
                    <a:pt x="343" y="1167"/>
                  </a:lnTo>
                  <a:lnTo>
                    <a:pt x="341" y="1169"/>
                  </a:lnTo>
                  <a:lnTo>
                    <a:pt x="339" y="1171"/>
                  </a:lnTo>
                  <a:lnTo>
                    <a:pt x="336" y="1172"/>
                  </a:lnTo>
                  <a:lnTo>
                    <a:pt x="335" y="1172"/>
                  </a:lnTo>
                  <a:lnTo>
                    <a:pt x="335" y="1174"/>
                  </a:lnTo>
                  <a:lnTo>
                    <a:pt x="335" y="1176"/>
                  </a:lnTo>
                  <a:lnTo>
                    <a:pt x="334" y="1177"/>
                  </a:lnTo>
                  <a:lnTo>
                    <a:pt x="332" y="1175"/>
                  </a:lnTo>
                  <a:lnTo>
                    <a:pt x="330" y="1177"/>
                  </a:lnTo>
                  <a:lnTo>
                    <a:pt x="327" y="1180"/>
                  </a:lnTo>
                  <a:lnTo>
                    <a:pt x="323" y="1181"/>
                  </a:lnTo>
                  <a:lnTo>
                    <a:pt x="320" y="1182"/>
                  </a:lnTo>
                  <a:lnTo>
                    <a:pt x="319" y="1181"/>
                  </a:lnTo>
                  <a:lnTo>
                    <a:pt x="317" y="1180"/>
                  </a:lnTo>
                  <a:lnTo>
                    <a:pt x="317" y="1181"/>
                  </a:lnTo>
                  <a:lnTo>
                    <a:pt x="316" y="1182"/>
                  </a:lnTo>
                  <a:lnTo>
                    <a:pt x="317" y="1184"/>
                  </a:lnTo>
                  <a:lnTo>
                    <a:pt x="315" y="1186"/>
                  </a:lnTo>
                  <a:lnTo>
                    <a:pt x="314" y="1190"/>
                  </a:lnTo>
                  <a:lnTo>
                    <a:pt x="313" y="1193"/>
                  </a:lnTo>
                  <a:lnTo>
                    <a:pt x="310" y="1197"/>
                  </a:lnTo>
                  <a:lnTo>
                    <a:pt x="310" y="1200"/>
                  </a:lnTo>
                  <a:lnTo>
                    <a:pt x="307" y="1201"/>
                  </a:lnTo>
                  <a:lnTo>
                    <a:pt x="305" y="1204"/>
                  </a:lnTo>
                  <a:lnTo>
                    <a:pt x="304" y="1207"/>
                  </a:lnTo>
                  <a:lnTo>
                    <a:pt x="304" y="1209"/>
                  </a:lnTo>
                  <a:lnTo>
                    <a:pt x="307" y="1211"/>
                  </a:lnTo>
                  <a:lnTo>
                    <a:pt x="309" y="1211"/>
                  </a:lnTo>
                  <a:lnTo>
                    <a:pt x="310" y="1214"/>
                  </a:lnTo>
                  <a:lnTo>
                    <a:pt x="312" y="1214"/>
                  </a:lnTo>
                  <a:lnTo>
                    <a:pt x="313" y="1218"/>
                  </a:lnTo>
                  <a:lnTo>
                    <a:pt x="315" y="1222"/>
                  </a:lnTo>
                  <a:lnTo>
                    <a:pt x="315" y="1226"/>
                  </a:lnTo>
                  <a:lnTo>
                    <a:pt x="314" y="1228"/>
                  </a:lnTo>
                  <a:lnTo>
                    <a:pt x="315" y="1229"/>
                  </a:lnTo>
                  <a:lnTo>
                    <a:pt x="315" y="1227"/>
                  </a:lnTo>
                  <a:lnTo>
                    <a:pt x="316" y="1224"/>
                  </a:lnTo>
                  <a:lnTo>
                    <a:pt x="317" y="1222"/>
                  </a:lnTo>
                  <a:lnTo>
                    <a:pt x="318" y="1222"/>
                  </a:lnTo>
                  <a:lnTo>
                    <a:pt x="317" y="1226"/>
                  </a:lnTo>
                  <a:lnTo>
                    <a:pt x="316" y="1229"/>
                  </a:lnTo>
                  <a:lnTo>
                    <a:pt x="316" y="1233"/>
                  </a:lnTo>
                  <a:lnTo>
                    <a:pt x="317" y="1234"/>
                  </a:lnTo>
                  <a:lnTo>
                    <a:pt x="316" y="1236"/>
                  </a:lnTo>
                  <a:lnTo>
                    <a:pt x="315" y="1240"/>
                  </a:lnTo>
                  <a:lnTo>
                    <a:pt x="318" y="1242"/>
                  </a:lnTo>
                  <a:lnTo>
                    <a:pt x="319" y="1243"/>
                  </a:lnTo>
                  <a:lnTo>
                    <a:pt x="320" y="1248"/>
                  </a:lnTo>
                  <a:lnTo>
                    <a:pt x="322" y="1249"/>
                  </a:lnTo>
                  <a:lnTo>
                    <a:pt x="325" y="1253"/>
                  </a:lnTo>
                  <a:lnTo>
                    <a:pt x="326" y="1255"/>
                  </a:lnTo>
                  <a:lnTo>
                    <a:pt x="329" y="1260"/>
                  </a:lnTo>
                  <a:lnTo>
                    <a:pt x="330" y="1263"/>
                  </a:lnTo>
                  <a:lnTo>
                    <a:pt x="333" y="1263"/>
                  </a:lnTo>
                  <a:lnTo>
                    <a:pt x="333" y="1265"/>
                  </a:lnTo>
                  <a:lnTo>
                    <a:pt x="331" y="1269"/>
                  </a:lnTo>
                  <a:lnTo>
                    <a:pt x="327" y="1272"/>
                  </a:lnTo>
                  <a:lnTo>
                    <a:pt x="326" y="1273"/>
                  </a:lnTo>
                  <a:lnTo>
                    <a:pt x="324" y="1275"/>
                  </a:lnTo>
                  <a:lnTo>
                    <a:pt x="322" y="1277"/>
                  </a:lnTo>
                  <a:lnTo>
                    <a:pt x="320" y="1278"/>
                  </a:lnTo>
                  <a:lnTo>
                    <a:pt x="316" y="1276"/>
                  </a:lnTo>
                  <a:lnTo>
                    <a:pt x="312" y="1276"/>
                  </a:lnTo>
                  <a:lnTo>
                    <a:pt x="312" y="1273"/>
                  </a:lnTo>
                  <a:lnTo>
                    <a:pt x="310" y="1270"/>
                  </a:lnTo>
                  <a:lnTo>
                    <a:pt x="309" y="1269"/>
                  </a:lnTo>
                  <a:lnTo>
                    <a:pt x="305" y="1266"/>
                  </a:lnTo>
                  <a:lnTo>
                    <a:pt x="304" y="1265"/>
                  </a:lnTo>
                  <a:lnTo>
                    <a:pt x="303" y="1265"/>
                  </a:lnTo>
                  <a:lnTo>
                    <a:pt x="302" y="1265"/>
                  </a:lnTo>
                  <a:lnTo>
                    <a:pt x="301" y="1263"/>
                  </a:lnTo>
                  <a:lnTo>
                    <a:pt x="300" y="1264"/>
                  </a:lnTo>
                  <a:lnTo>
                    <a:pt x="299" y="1262"/>
                  </a:lnTo>
                  <a:lnTo>
                    <a:pt x="297" y="1261"/>
                  </a:lnTo>
                  <a:lnTo>
                    <a:pt x="295" y="1261"/>
                  </a:lnTo>
                  <a:lnTo>
                    <a:pt x="294" y="1261"/>
                  </a:lnTo>
                  <a:lnTo>
                    <a:pt x="292" y="1260"/>
                  </a:lnTo>
                  <a:lnTo>
                    <a:pt x="290" y="1259"/>
                  </a:lnTo>
                  <a:lnTo>
                    <a:pt x="287" y="1256"/>
                  </a:lnTo>
                  <a:lnTo>
                    <a:pt x="288" y="1253"/>
                  </a:lnTo>
                  <a:lnTo>
                    <a:pt x="289" y="1251"/>
                  </a:lnTo>
                  <a:lnTo>
                    <a:pt x="288" y="1250"/>
                  </a:lnTo>
                  <a:lnTo>
                    <a:pt x="286" y="1250"/>
                  </a:lnTo>
                  <a:lnTo>
                    <a:pt x="283" y="1250"/>
                  </a:lnTo>
                  <a:lnTo>
                    <a:pt x="281" y="1248"/>
                  </a:lnTo>
                  <a:lnTo>
                    <a:pt x="280" y="1247"/>
                  </a:lnTo>
                  <a:lnTo>
                    <a:pt x="279" y="1247"/>
                  </a:lnTo>
                  <a:lnTo>
                    <a:pt x="278" y="1246"/>
                  </a:lnTo>
                  <a:lnTo>
                    <a:pt x="276" y="1245"/>
                  </a:lnTo>
                  <a:lnTo>
                    <a:pt x="275" y="1245"/>
                  </a:lnTo>
                  <a:lnTo>
                    <a:pt x="274" y="1247"/>
                  </a:lnTo>
                  <a:lnTo>
                    <a:pt x="272" y="1246"/>
                  </a:lnTo>
                  <a:lnTo>
                    <a:pt x="270" y="1245"/>
                  </a:lnTo>
                  <a:lnTo>
                    <a:pt x="268" y="1245"/>
                  </a:lnTo>
                  <a:lnTo>
                    <a:pt x="266" y="1246"/>
                  </a:lnTo>
                  <a:lnTo>
                    <a:pt x="266" y="1247"/>
                  </a:lnTo>
                  <a:lnTo>
                    <a:pt x="265" y="1248"/>
                  </a:lnTo>
                  <a:lnTo>
                    <a:pt x="263" y="1248"/>
                  </a:lnTo>
                  <a:lnTo>
                    <a:pt x="261" y="1249"/>
                  </a:lnTo>
                  <a:lnTo>
                    <a:pt x="259" y="1249"/>
                  </a:lnTo>
                  <a:lnTo>
                    <a:pt x="257" y="1247"/>
                  </a:lnTo>
                  <a:lnTo>
                    <a:pt x="258" y="1246"/>
                  </a:lnTo>
                  <a:lnTo>
                    <a:pt x="259" y="1245"/>
                  </a:lnTo>
                  <a:lnTo>
                    <a:pt x="257" y="1244"/>
                  </a:lnTo>
                  <a:lnTo>
                    <a:pt x="255" y="1243"/>
                  </a:lnTo>
                  <a:lnTo>
                    <a:pt x="252" y="1243"/>
                  </a:lnTo>
                  <a:lnTo>
                    <a:pt x="249" y="1241"/>
                  </a:lnTo>
                  <a:lnTo>
                    <a:pt x="247" y="1239"/>
                  </a:lnTo>
                  <a:lnTo>
                    <a:pt x="246" y="1238"/>
                  </a:lnTo>
                  <a:lnTo>
                    <a:pt x="244" y="1236"/>
                  </a:lnTo>
                  <a:lnTo>
                    <a:pt x="242" y="1237"/>
                  </a:lnTo>
                  <a:lnTo>
                    <a:pt x="240" y="1237"/>
                  </a:lnTo>
                  <a:lnTo>
                    <a:pt x="237" y="1235"/>
                  </a:lnTo>
                  <a:lnTo>
                    <a:pt x="234" y="1235"/>
                  </a:lnTo>
                  <a:lnTo>
                    <a:pt x="231" y="1236"/>
                  </a:lnTo>
                  <a:lnTo>
                    <a:pt x="229" y="1236"/>
                  </a:lnTo>
                  <a:lnTo>
                    <a:pt x="226" y="1236"/>
                  </a:lnTo>
                  <a:lnTo>
                    <a:pt x="224" y="1235"/>
                  </a:lnTo>
                  <a:lnTo>
                    <a:pt x="222" y="1234"/>
                  </a:lnTo>
                  <a:lnTo>
                    <a:pt x="220" y="1232"/>
                  </a:lnTo>
                  <a:lnTo>
                    <a:pt x="219" y="1232"/>
                  </a:lnTo>
                  <a:lnTo>
                    <a:pt x="217" y="1232"/>
                  </a:lnTo>
                  <a:lnTo>
                    <a:pt x="216" y="1232"/>
                  </a:lnTo>
                  <a:lnTo>
                    <a:pt x="214" y="1231"/>
                  </a:lnTo>
                  <a:lnTo>
                    <a:pt x="212" y="1229"/>
                  </a:lnTo>
                  <a:lnTo>
                    <a:pt x="210" y="1229"/>
                  </a:lnTo>
                  <a:lnTo>
                    <a:pt x="207" y="1229"/>
                  </a:lnTo>
                  <a:lnTo>
                    <a:pt x="204" y="1229"/>
                  </a:lnTo>
                  <a:lnTo>
                    <a:pt x="204" y="1228"/>
                  </a:lnTo>
                  <a:lnTo>
                    <a:pt x="202" y="1228"/>
                  </a:lnTo>
                  <a:lnTo>
                    <a:pt x="200" y="1229"/>
                  </a:lnTo>
                  <a:lnTo>
                    <a:pt x="199" y="1232"/>
                  </a:lnTo>
                  <a:lnTo>
                    <a:pt x="189" y="1222"/>
                  </a:lnTo>
                  <a:lnTo>
                    <a:pt x="181" y="1214"/>
                  </a:lnTo>
                  <a:lnTo>
                    <a:pt x="175" y="1210"/>
                  </a:lnTo>
                  <a:lnTo>
                    <a:pt x="171" y="1209"/>
                  </a:lnTo>
                  <a:lnTo>
                    <a:pt x="168" y="1208"/>
                  </a:lnTo>
                  <a:lnTo>
                    <a:pt x="164" y="1203"/>
                  </a:lnTo>
                  <a:lnTo>
                    <a:pt x="163" y="1202"/>
                  </a:lnTo>
                  <a:lnTo>
                    <a:pt x="160" y="1204"/>
                  </a:lnTo>
                  <a:lnTo>
                    <a:pt x="158" y="1203"/>
                  </a:lnTo>
                  <a:lnTo>
                    <a:pt x="156" y="1199"/>
                  </a:lnTo>
                  <a:lnTo>
                    <a:pt x="150" y="1192"/>
                  </a:lnTo>
                  <a:lnTo>
                    <a:pt x="154" y="1190"/>
                  </a:lnTo>
                  <a:lnTo>
                    <a:pt x="158" y="1190"/>
                  </a:lnTo>
                  <a:lnTo>
                    <a:pt x="161" y="1189"/>
                  </a:lnTo>
                  <a:lnTo>
                    <a:pt x="162" y="1184"/>
                  </a:lnTo>
                  <a:lnTo>
                    <a:pt x="164" y="1179"/>
                  </a:lnTo>
                  <a:lnTo>
                    <a:pt x="166" y="1174"/>
                  </a:lnTo>
                  <a:lnTo>
                    <a:pt x="170" y="1174"/>
                  </a:lnTo>
                  <a:lnTo>
                    <a:pt x="174" y="1173"/>
                  </a:lnTo>
                  <a:lnTo>
                    <a:pt x="171" y="1167"/>
                  </a:lnTo>
                  <a:lnTo>
                    <a:pt x="166" y="1165"/>
                  </a:lnTo>
                  <a:lnTo>
                    <a:pt x="162" y="1161"/>
                  </a:lnTo>
                  <a:lnTo>
                    <a:pt x="164" y="1160"/>
                  </a:lnTo>
                  <a:lnTo>
                    <a:pt x="167" y="1159"/>
                  </a:lnTo>
                  <a:lnTo>
                    <a:pt x="173" y="1158"/>
                  </a:lnTo>
                  <a:lnTo>
                    <a:pt x="177" y="1154"/>
                  </a:lnTo>
                  <a:lnTo>
                    <a:pt x="186" y="1150"/>
                  </a:lnTo>
                  <a:lnTo>
                    <a:pt x="185" y="1146"/>
                  </a:lnTo>
                  <a:lnTo>
                    <a:pt x="179" y="1146"/>
                  </a:lnTo>
                  <a:lnTo>
                    <a:pt x="170" y="1148"/>
                  </a:lnTo>
                  <a:lnTo>
                    <a:pt x="170" y="1147"/>
                  </a:lnTo>
                  <a:lnTo>
                    <a:pt x="170" y="1146"/>
                  </a:lnTo>
                  <a:lnTo>
                    <a:pt x="170" y="1143"/>
                  </a:lnTo>
                  <a:lnTo>
                    <a:pt x="171" y="1138"/>
                  </a:lnTo>
                  <a:lnTo>
                    <a:pt x="172" y="1137"/>
                  </a:lnTo>
                  <a:lnTo>
                    <a:pt x="174" y="1137"/>
                  </a:lnTo>
                  <a:lnTo>
                    <a:pt x="177" y="1136"/>
                  </a:lnTo>
                  <a:lnTo>
                    <a:pt x="179" y="1134"/>
                  </a:lnTo>
                  <a:lnTo>
                    <a:pt x="179" y="1132"/>
                  </a:lnTo>
                  <a:lnTo>
                    <a:pt x="181" y="1132"/>
                  </a:lnTo>
                  <a:lnTo>
                    <a:pt x="186" y="1131"/>
                  </a:lnTo>
                  <a:lnTo>
                    <a:pt x="191" y="1133"/>
                  </a:lnTo>
                  <a:lnTo>
                    <a:pt x="194" y="1132"/>
                  </a:lnTo>
                  <a:lnTo>
                    <a:pt x="194" y="1130"/>
                  </a:lnTo>
                  <a:lnTo>
                    <a:pt x="195" y="1127"/>
                  </a:lnTo>
                  <a:lnTo>
                    <a:pt x="196" y="1122"/>
                  </a:lnTo>
                  <a:lnTo>
                    <a:pt x="196" y="1121"/>
                  </a:lnTo>
                  <a:lnTo>
                    <a:pt x="195" y="1119"/>
                  </a:lnTo>
                  <a:lnTo>
                    <a:pt x="195" y="1117"/>
                  </a:lnTo>
                  <a:lnTo>
                    <a:pt x="194" y="1116"/>
                  </a:lnTo>
                  <a:lnTo>
                    <a:pt x="193" y="1115"/>
                  </a:lnTo>
                  <a:lnTo>
                    <a:pt x="192" y="1114"/>
                  </a:lnTo>
                  <a:lnTo>
                    <a:pt x="192" y="1112"/>
                  </a:lnTo>
                  <a:lnTo>
                    <a:pt x="193" y="1110"/>
                  </a:lnTo>
                  <a:lnTo>
                    <a:pt x="194" y="1110"/>
                  </a:lnTo>
                  <a:lnTo>
                    <a:pt x="197" y="1110"/>
                  </a:lnTo>
                  <a:lnTo>
                    <a:pt x="198" y="1108"/>
                  </a:lnTo>
                  <a:lnTo>
                    <a:pt x="196" y="1108"/>
                  </a:lnTo>
                  <a:lnTo>
                    <a:pt x="194" y="1107"/>
                  </a:lnTo>
                  <a:lnTo>
                    <a:pt x="192" y="1104"/>
                  </a:lnTo>
                  <a:lnTo>
                    <a:pt x="194" y="1104"/>
                  </a:lnTo>
                  <a:lnTo>
                    <a:pt x="197" y="1102"/>
                  </a:lnTo>
                  <a:lnTo>
                    <a:pt x="198" y="1101"/>
                  </a:lnTo>
                  <a:lnTo>
                    <a:pt x="199" y="1100"/>
                  </a:lnTo>
                  <a:lnTo>
                    <a:pt x="200" y="1097"/>
                  </a:lnTo>
                  <a:lnTo>
                    <a:pt x="199" y="1095"/>
                  </a:lnTo>
                  <a:lnTo>
                    <a:pt x="198" y="1094"/>
                  </a:lnTo>
                  <a:lnTo>
                    <a:pt x="198" y="1093"/>
                  </a:lnTo>
                  <a:lnTo>
                    <a:pt x="199" y="1092"/>
                  </a:lnTo>
                  <a:lnTo>
                    <a:pt x="198" y="1091"/>
                  </a:lnTo>
                  <a:lnTo>
                    <a:pt x="196" y="1092"/>
                  </a:lnTo>
                  <a:lnTo>
                    <a:pt x="194" y="1092"/>
                  </a:lnTo>
                  <a:lnTo>
                    <a:pt x="191" y="1090"/>
                  </a:lnTo>
                  <a:lnTo>
                    <a:pt x="190" y="1088"/>
                  </a:lnTo>
                  <a:lnTo>
                    <a:pt x="187" y="1088"/>
                  </a:lnTo>
                  <a:lnTo>
                    <a:pt x="185" y="1087"/>
                  </a:lnTo>
                  <a:lnTo>
                    <a:pt x="184" y="1085"/>
                  </a:lnTo>
                  <a:lnTo>
                    <a:pt x="181" y="1085"/>
                  </a:lnTo>
                  <a:lnTo>
                    <a:pt x="179" y="1084"/>
                  </a:lnTo>
                  <a:lnTo>
                    <a:pt x="176" y="1083"/>
                  </a:lnTo>
                  <a:lnTo>
                    <a:pt x="173" y="1082"/>
                  </a:lnTo>
                  <a:lnTo>
                    <a:pt x="171" y="1079"/>
                  </a:lnTo>
                  <a:lnTo>
                    <a:pt x="169" y="1080"/>
                  </a:lnTo>
                  <a:lnTo>
                    <a:pt x="169" y="1082"/>
                  </a:lnTo>
                  <a:lnTo>
                    <a:pt x="167" y="1083"/>
                  </a:lnTo>
                  <a:lnTo>
                    <a:pt x="165" y="1082"/>
                  </a:lnTo>
                  <a:lnTo>
                    <a:pt x="164" y="1080"/>
                  </a:lnTo>
                  <a:lnTo>
                    <a:pt x="161" y="1079"/>
                  </a:lnTo>
                  <a:lnTo>
                    <a:pt x="161" y="1078"/>
                  </a:lnTo>
                  <a:lnTo>
                    <a:pt x="160" y="1076"/>
                  </a:lnTo>
                  <a:lnTo>
                    <a:pt x="160" y="1075"/>
                  </a:lnTo>
                  <a:lnTo>
                    <a:pt x="158" y="1073"/>
                  </a:lnTo>
                  <a:lnTo>
                    <a:pt x="157" y="1071"/>
                  </a:lnTo>
                  <a:lnTo>
                    <a:pt x="155" y="1072"/>
                  </a:lnTo>
                  <a:lnTo>
                    <a:pt x="151" y="1073"/>
                  </a:lnTo>
                  <a:lnTo>
                    <a:pt x="149" y="1073"/>
                  </a:lnTo>
                  <a:lnTo>
                    <a:pt x="147" y="1075"/>
                  </a:lnTo>
                  <a:lnTo>
                    <a:pt x="144" y="1076"/>
                  </a:lnTo>
                  <a:lnTo>
                    <a:pt x="143" y="1074"/>
                  </a:lnTo>
                  <a:lnTo>
                    <a:pt x="141" y="1074"/>
                  </a:lnTo>
                  <a:lnTo>
                    <a:pt x="140" y="1075"/>
                  </a:lnTo>
                  <a:lnTo>
                    <a:pt x="137" y="1071"/>
                  </a:lnTo>
                  <a:lnTo>
                    <a:pt x="135" y="1070"/>
                  </a:lnTo>
                  <a:lnTo>
                    <a:pt x="131" y="1071"/>
                  </a:lnTo>
                  <a:lnTo>
                    <a:pt x="129" y="1073"/>
                  </a:lnTo>
                  <a:lnTo>
                    <a:pt x="128" y="1070"/>
                  </a:lnTo>
                  <a:lnTo>
                    <a:pt x="126" y="1069"/>
                  </a:lnTo>
                  <a:lnTo>
                    <a:pt x="126" y="1066"/>
                  </a:lnTo>
                  <a:lnTo>
                    <a:pt x="126" y="1064"/>
                  </a:lnTo>
                  <a:lnTo>
                    <a:pt x="126" y="1062"/>
                  </a:lnTo>
                  <a:lnTo>
                    <a:pt x="124" y="1059"/>
                  </a:lnTo>
                  <a:lnTo>
                    <a:pt x="124" y="1055"/>
                  </a:lnTo>
                  <a:lnTo>
                    <a:pt x="121" y="1055"/>
                  </a:lnTo>
                  <a:lnTo>
                    <a:pt x="121" y="1051"/>
                  </a:lnTo>
                  <a:lnTo>
                    <a:pt x="118" y="1051"/>
                  </a:lnTo>
                  <a:lnTo>
                    <a:pt x="115" y="1052"/>
                  </a:lnTo>
                  <a:lnTo>
                    <a:pt x="114" y="1050"/>
                  </a:lnTo>
                  <a:lnTo>
                    <a:pt x="109" y="1050"/>
                  </a:lnTo>
                  <a:lnTo>
                    <a:pt x="107" y="1048"/>
                  </a:lnTo>
                  <a:lnTo>
                    <a:pt x="107" y="1043"/>
                  </a:lnTo>
                  <a:lnTo>
                    <a:pt x="106" y="1040"/>
                  </a:lnTo>
                  <a:lnTo>
                    <a:pt x="108" y="1038"/>
                  </a:lnTo>
                  <a:lnTo>
                    <a:pt x="110" y="1039"/>
                  </a:lnTo>
                  <a:lnTo>
                    <a:pt x="110" y="1036"/>
                  </a:lnTo>
                  <a:lnTo>
                    <a:pt x="108" y="1034"/>
                  </a:lnTo>
                  <a:lnTo>
                    <a:pt x="106" y="1032"/>
                  </a:lnTo>
                  <a:lnTo>
                    <a:pt x="105" y="1030"/>
                  </a:lnTo>
                  <a:lnTo>
                    <a:pt x="103" y="1026"/>
                  </a:lnTo>
                  <a:lnTo>
                    <a:pt x="101" y="1024"/>
                  </a:lnTo>
                  <a:lnTo>
                    <a:pt x="100" y="1021"/>
                  </a:lnTo>
                  <a:lnTo>
                    <a:pt x="96" y="1023"/>
                  </a:lnTo>
                  <a:lnTo>
                    <a:pt x="91" y="1022"/>
                  </a:lnTo>
                  <a:lnTo>
                    <a:pt x="87" y="1024"/>
                  </a:lnTo>
                  <a:lnTo>
                    <a:pt x="83" y="1024"/>
                  </a:lnTo>
                  <a:lnTo>
                    <a:pt x="79" y="1022"/>
                  </a:lnTo>
                  <a:lnTo>
                    <a:pt x="78" y="1025"/>
                  </a:lnTo>
                  <a:lnTo>
                    <a:pt x="77" y="1028"/>
                  </a:lnTo>
                  <a:lnTo>
                    <a:pt x="75" y="1030"/>
                  </a:lnTo>
                  <a:lnTo>
                    <a:pt x="71" y="1030"/>
                  </a:lnTo>
                  <a:lnTo>
                    <a:pt x="69" y="102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6" name="Freeform 105"/>
            <p:cNvSpPr>
              <a:spLocks/>
            </p:cNvSpPr>
            <p:nvPr/>
          </p:nvSpPr>
          <p:spPr bwMode="gray">
            <a:xfrm>
              <a:off x="5943600" y="3132138"/>
              <a:ext cx="73025" cy="292100"/>
            </a:xfrm>
            <a:custGeom>
              <a:avLst/>
              <a:gdLst>
                <a:gd name="T0" fmla="*/ 17 w 46"/>
                <a:gd name="T1" fmla="*/ 0 h 184"/>
                <a:gd name="T2" fmla="*/ 20 w 46"/>
                <a:gd name="T3" fmla="*/ 5 h 184"/>
                <a:gd name="T4" fmla="*/ 23 w 46"/>
                <a:gd name="T5" fmla="*/ 12 h 184"/>
                <a:gd name="T6" fmla="*/ 24 w 46"/>
                <a:gd name="T7" fmla="*/ 17 h 184"/>
                <a:gd name="T8" fmla="*/ 24 w 46"/>
                <a:gd name="T9" fmla="*/ 26 h 184"/>
                <a:gd name="T10" fmla="*/ 22 w 46"/>
                <a:gd name="T11" fmla="*/ 31 h 184"/>
                <a:gd name="T12" fmla="*/ 21 w 46"/>
                <a:gd name="T13" fmla="*/ 41 h 184"/>
                <a:gd name="T14" fmla="*/ 21 w 46"/>
                <a:gd name="T15" fmla="*/ 49 h 184"/>
                <a:gd name="T16" fmla="*/ 23 w 46"/>
                <a:gd name="T17" fmla="*/ 58 h 184"/>
                <a:gd name="T18" fmla="*/ 27 w 46"/>
                <a:gd name="T19" fmla="*/ 67 h 184"/>
                <a:gd name="T20" fmla="*/ 31 w 46"/>
                <a:gd name="T21" fmla="*/ 83 h 184"/>
                <a:gd name="T22" fmla="*/ 38 w 46"/>
                <a:gd name="T23" fmla="*/ 101 h 184"/>
                <a:gd name="T24" fmla="*/ 46 w 46"/>
                <a:gd name="T25" fmla="*/ 119 h 184"/>
                <a:gd name="T26" fmla="*/ 37 w 46"/>
                <a:gd name="T27" fmla="*/ 112 h 184"/>
                <a:gd name="T28" fmla="*/ 31 w 46"/>
                <a:gd name="T29" fmla="*/ 107 h 184"/>
                <a:gd name="T30" fmla="*/ 24 w 46"/>
                <a:gd name="T31" fmla="*/ 107 h 184"/>
                <a:gd name="T32" fmla="*/ 22 w 46"/>
                <a:gd name="T33" fmla="*/ 108 h 184"/>
                <a:gd name="T34" fmla="*/ 19 w 46"/>
                <a:gd name="T35" fmla="*/ 110 h 184"/>
                <a:gd name="T36" fmla="*/ 16 w 46"/>
                <a:gd name="T37" fmla="*/ 121 h 184"/>
                <a:gd name="T38" fmla="*/ 14 w 46"/>
                <a:gd name="T39" fmla="*/ 133 h 184"/>
                <a:gd name="T40" fmla="*/ 14 w 46"/>
                <a:gd name="T41" fmla="*/ 139 h 184"/>
                <a:gd name="T42" fmla="*/ 16 w 46"/>
                <a:gd name="T43" fmla="*/ 149 h 184"/>
                <a:gd name="T44" fmla="*/ 17 w 46"/>
                <a:gd name="T45" fmla="*/ 151 h 184"/>
                <a:gd name="T46" fmla="*/ 22 w 46"/>
                <a:gd name="T47" fmla="*/ 161 h 184"/>
                <a:gd name="T48" fmla="*/ 26 w 46"/>
                <a:gd name="T49" fmla="*/ 163 h 184"/>
                <a:gd name="T50" fmla="*/ 28 w 46"/>
                <a:gd name="T51" fmla="*/ 169 h 184"/>
                <a:gd name="T52" fmla="*/ 27 w 46"/>
                <a:gd name="T53" fmla="*/ 182 h 184"/>
                <a:gd name="T54" fmla="*/ 22 w 46"/>
                <a:gd name="T55" fmla="*/ 169 h 184"/>
                <a:gd name="T56" fmla="*/ 16 w 46"/>
                <a:gd name="T57" fmla="*/ 166 h 184"/>
                <a:gd name="T58" fmla="*/ 14 w 46"/>
                <a:gd name="T59" fmla="*/ 166 h 184"/>
                <a:gd name="T60" fmla="*/ 11 w 46"/>
                <a:gd name="T61" fmla="*/ 170 h 184"/>
                <a:gd name="T62" fmla="*/ 9 w 46"/>
                <a:gd name="T63" fmla="*/ 175 h 184"/>
                <a:gd name="T64" fmla="*/ 5 w 46"/>
                <a:gd name="T65" fmla="*/ 184 h 184"/>
                <a:gd name="T66" fmla="*/ 1 w 46"/>
                <a:gd name="T67" fmla="*/ 179 h 184"/>
                <a:gd name="T68" fmla="*/ 0 w 46"/>
                <a:gd name="T69" fmla="*/ 170 h 184"/>
                <a:gd name="T70" fmla="*/ 5 w 46"/>
                <a:gd name="T71" fmla="*/ 158 h 184"/>
                <a:gd name="T72" fmla="*/ 2 w 46"/>
                <a:gd name="T73" fmla="*/ 149 h 184"/>
                <a:gd name="T74" fmla="*/ 3 w 46"/>
                <a:gd name="T75" fmla="*/ 144 h 184"/>
                <a:gd name="T76" fmla="*/ 7 w 46"/>
                <a:gd name="T77" fmla="*/ 138 h 184"/>
                <a:gd name="T78" fmla="*/ 6 w 46"/>
                <a:gd name="T79" fmla="*/ 130 h 184"/>
                <a:gd name="T80" fmla="*/ 4 w 46"/>
                <a:gd name="T81" fmla="*/ 126 h 184"/>
                <a:gd name="T82" fmla="*/ 2 w 46"/>
                <a:gd name="T83" fmla="*/ 120 h 184"/>
                <a:gd name="T84" fmla="*/ 2 w 46"/>
                <a:gd name="T85" fmla="*/ 117 h 184"/>
                <a:gd name="T86" fmla="*/ 5 w 46"/>
                <a:gd name="T87" fmla="*/ 115 h 184"/>
                <a:gd name="T88" fmla="*/ 7 w 46"/>
                <a:gd name="T89" fmla="*/ 104 h 184"/>
                <a:gd name="T90" fmla="*/ 7 w 46"/>
                <a:gd name="T91" fmla="*/ 96 h 184"/>
                <a:gd name="T92" fmla="*/ 8 w 46"/>
                <a:gd name="T93" fmla="*/ 82 h 184"/>
                <a:gd name="T94" fmla="*/ 9 w 46"/>
                <a:gd name="T95" fmla="*/ 67 h 184"/>
                <a:gd name="T96" fmla="*/ 8 w 46"/>
                <a:gd name="T97" fmla="*/ 59 h 184"/>
                <a:gd name="T98" fmla="*/ 6 w 46"/>
                <a:gd name="T99" fmla="*/ 54 h 184"/>
                <a:gd name="T100" fmla="*/ 0 w 46"/>
                <a:gd name="T101" fmla="*/ 44 h 184"/>
                <a:gd name="T102" fmla="*/ 0 w 46"/>
                <a:gd name="T103" fmla="*/ 34 h 184"/>
                <a:gd name="T104" fmla="*/ 1 w 46"/>
                <a:gd name="T105" fmla="*/ 32 h 184"/>
                <a:gd name="T106" fmla="*/ 3 w 46"/>
                <a:gd name="T107" fmla="*/ 24 h 184"/>
                <a:gd name="T108" fmla="*/ 4 w 46"/>
                <a:gd name="T109" fmla="*/ 15 h 184"/>
                <a:gd name="T110" fmla="*/ 1 w 46"/>
                <a:gd name="T111" fmla="*/ 10 h 184"/>
                <a:gd name="T112" fmla="*/ 2 w 46"/>
                <a:gd name="T113" fmla="*/ 7 h 184"/>
                <a:gd name="T114" fmla="*/ 5 w 46"/>
                <a:gd name="T115" fmla="*/ 6 h 184"/>
                <a:gd name="T116" fmla="*/ 10 w 46"/>
                <a:gd name="T117" fmla="*/ 6 h 184"/>
                <a:gd name="T118" fmla="*/ 17 w 46"/>
                <a:gd name="T119" fmla="*/ 0 h 184"/>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46"/>
                <a:gd name="T181" fmla="*/ 0 h 184"/>
                <a:gd name="T182" fmla="*/ 46 w 46"/>
                <a:gd name="T183" fmla="*/ 184 h 184"/>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46" h="184">
                  <a:moveTo>
                    <a:pt x="17" y="0"/>
                  </a:moveTo>
                  <a:lnTo>
                    <a:pt x="20" y="5"/>
                  </a:lnTo>
                  <a:lnTo>
                    <a:pt x="23" y="12"/>
                  </a:lnTo>
                  <a:lnTo>
                    <a:pt x="24" y="17"/>
                  </a:lnTo>
                  <a:lnTo>
                    <a:pt x="24" y="26"/>
                  </a:lnTo>
                  <a:lnTo>
                    <a:pt x="22" y="31"/>
                  </a:lnTo>
                  <a:lnTo>
                    <a:pt x="21" y="41"/>
                  </a:lnTo>
                  <a:lnTo>
                    <a:pt x="21" y="49"/>
                  </a:lnTo>
                  <a:lnTo>
                    <a:pt x="23" y="58"/>
                  </a:lnTo>
                  <a:lnTo>
                    <a:pt x="27" y="67"/>
                  </a:lnTo>
                  <a:lnTo>
                    <a:pt x="31" y="83"/>
                  </a:lnTo>
                  <a:lnTo>
                    <a:pt x="38" y="101"/>
                  </a:lnTo>
                  <a:lnTo>
                    <a:pt x="46" y="119"/>
                  </a:lnTo>
                  <a:lnTo>
                    <a:pt x="37" y="112"/>
                  </a:lnTo>
                  <a:lnTo>
                    <a:pt x="31" y="107"/>
                  </a:lnTo>
                  <a:lnTo>
                    <a:pt x="24" y="107"/>
                  </a:lnTo>
                  <a:lnTo>
                    <a:pt x="22" y="108"/>
                  </a:lnTo>
                  <a:lnTo>
                    <a:pt x="19" y="110"/>
                  </a:lnTo>
                  <a:lnTo>
                    <a:pt x="16" y="121"/>
                  </a:lnTo>
                  <a:lnTo>
                    <a:pt x="14" y="133"/>
                  </a:lnTo>
                  <a:lnTo>
                    <a:pt x="14" y="139"/>
                  </a:lnTo>
                  <a:lnTo>
                    <a:pt x="16" y="149"/>
                  </a:lnTo>
                  <a:lnTo>
                    <a:pt x="17" y="151"/>
                  </a:lnTo>
                  <a:lnTo>
                    <a:pt x="22" y="161"/>
                  </a:lnTo>
                  <a:lnTo>
                    <a:pt x="26" y="163"/>
                  </a:lnTo>
                  <a:lnTo>
                    <a:pt x="28" y="169"/>
                  </a:lnTo>
                  <a:lnTo>
                    <a:pt x="27" y="182"/>
                  </a:lnTo>
                  <a:lnTo>
                    <a:pt x="22" y="169"/>
                  </a:lnTo>
                  <a:lnTo>
                    <a:pt x="16" y="166"/>
                  </a:lnTo>
                  <a:lnTo>
                    <a:pt x="14" y="166"/>
                  </a:lnTo>
                  <a:lnTo>
                    <a:pt x="11" y="170"/>
                  </a:lnTo>
                  <a:lnTo>
                    <a:pt x="9" y="175"/>
                  </a:lnTo>
                  <a:lnTo>
                    <a:pt x="5" y="184"/>
                  </a:lnTo>
                  <a:lnTo>
                    <a:pt x="1" y="179"/>
                  </a:lnTo>
                  <a:lnTo>
                    <a:pt x="0" y="170"/>
                  </a:lnTo>
                  <a:lnTo>
                    <a:pt x="5" y="158"/>
                  </a:lnTo>
                  <a:lnTo>
                    <a:pt x="2" y="149"/>
                  </a:lnTo>
                  <a:lnTo>
                    <a:pt x="3" y="144"/>
                  </a:lnTo>
                  <a:lnTo>
                    <a:pt x="7" y="138"/>
                  </a:lnTo>
                  <a:lnTo>
                    <a:pt x="6" y="130"/>
                  </a:lnTo>
                  <a:lnTo>
                    <a:pt x="4" y="126"/>
                  </a:lnTo>
                  <a:lnTo>
                    <a:pt x="2" y="120"/>
                  </a:lnTo>
                  <a:lnTo>
                    <a:pt x="2" y="117"/>
                  </a:lnTo>
                  <a:lnTo>
                    <a:pt x="5" y="115"/>
                  </a:lnTo>
                  <a:lnTo>
                    <a:pt x="7" y="104"/>
                  </a:lnTo>
                  <a:lnTo>
                    <a:pt x="7" y="96"/>
                  </a:lnTo>
                  <a:lnTo>
                    <a:pt x="8" y="82"/>
                  </a:lnTo>
                  <a:lnTo>
                    <a:pt x="9" y="67"/>
                  </a:lnTo>
                  <a:lnTo>
                    <a:pt x="8" y="59"/>
                  </a:lnTo>
                  <a:lnTo>
                    <a:pt x="6" y="54"/>
                  </a:lnTo>
                  <a:lnTo>
                    <a:pt x="0" y="44"/>
                  </a:lnTo>
                  <a:lnTo>
                    <a:pt x="0" y="34"/>
                  </a:lnTo>
                  <a:lnTo>
                    <a:pt x="1" y="32"/>
                  </a:lnTo>
                  <a:lnTo>
                    <a:pt x="3" y="24"/>
                  </a:lnTo>
                  <a:lnTo>
                    <a:pt x="4" y="15"/>
                  </a:lnTo>
                  <a:lnTo>
                    <a:pt x="1" y="10"/>
                  </a:lnTo>
                  <a:lnTo>
                    <a:pt x="2" y="7"/>
                  </a:lnTo>
                  <a:lnTo>
                    <a:pt x="5" y="6"/>
                  </a:lnTo>
                  <a:lnTo>
                    <a:pt x="10" y="6"/>
                  </a:lnTo>
                  <a:lnTo>
                    <a:pt x="17"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7" name="Freeform 106"/>
            <p:cNvSpPr>
              <a:spLocks/>
            </p:cNvSpPr>
            <p:nvPr/>
          </p:nvSpPr>
          <p:spPr bwMode="gray">
            <a:xfrm>
              <a:off x="6889750" y="2319338"/>
              <a:ext cx="249238" cy="276225"/>
            </a:xfrm>
            <a:custGeom>
              <a:avLst/>
              <a:gdLst>
                <a:gd name="T0" fmla="*/ 0 w 157"/>
                <a:gd name="T1" fmla="*/ 150 h 174"/>
                <a:gd name="T2" fmla="*/ 0 w 157"/>
                <a:gd name="T3" fmla="*/ 138 h 174"/>
                <a:gd name="T4" fmla="*/ 0 w 157"/>
                <a:gd name="T5" fmla="*/ 79 h 174"/>
                <a:gd name="T6" fmla="*/ 0 w 157"/>
                <a:gd name="T7" fmla="*/ 0 h 174"/>
                <a:gd name="T8" fmla="*/ 31 w 157"/>
                <a:gd name="T9" fmla="*/ 23 h 174"/>
                <a:gd name="T10" fmla="*/ 64 w 157"/>
                <a:gd name="T11" fmla="*/ 44 h 174"/>
                <a:gd name="T12" fmla="*/ 72 w 157"/>
                <a:gd name="T13" fmla="*/ 53 h 174"/>
                <a:gd name="T14" fmla="*/ 76 w 157"/>
                <a:gd name="T15" fmla="*/ 65 h 174"/>
                <a:gd name="T16" fmla="*/ 77 w 157"/>
                <a:gd name="T17" fmla="*/ 86 h 174"/>
                <a:gd name="T18" fmla="*/ 91 w 157"/>
                <a:gd name="T19" fmla="*/ 104 h 174"/>
                <a:gd name="T20" fmla="*/ 93 w 157"/>
                <a:gd name="T21" fmla="*/ 99 h 174"/>
                <a:gd name="T22" fmla="*/ 88 w 157"/>
                <a:gd name="T23" fmla="*/ 89 h 174"/>
                <a:gd name="T24" fmla="*/ 88 w 157"/>
                <a:gd name="T25" fmla="*/ 74 h 174"/>
                <a:gd name="T26" fmla="*/ 102 w 157"/>
                <a:gd name="T27" fmla="*/ 76 h 174"/>
                <a:gd name="T28" fmla="*/ 111 w 157"/>
                <a:gd name="T29" fmla="*/ 79 h 174"/>
                <a:gd name="T30" fmla="*/ 125 w 157"/>
                <a:gd name="T31" fmla="*/ 79 h 174"/>
                <a:gd name="T32" fmla="*/ 135 w 157"/>
                <a:gd name="T33" fmla="*/ 93 h 174"/>
                <a:gd name="T34" fmla="*/ 149 w 157"/>
                <a:gd name="T35" fmla="*/ 106 h 174"/>
                <a:gd name="T36" fmla="*/ 156 w 157"/>
                <a:gd name="T37" fmla="*/ 112 h 174"/>
                <a:gd name="T38" fmla="*/ 154 w 157"/>
                <a:gd name="T39" fmla="*/ 115 h 174"/>
                <a:gd name="T40" fmla="*/ 145 w 157"/>
                <a:gd name="T41" fmla="*/ 114 h 174"/>
                <a:gd name="T42" fmla="*/ 129 w 157"/>
                <a:gd name="T43" fmla="*/ 119 h 174"/>
                <a:gd name="T44" fmla="*/ 133 w 157"/>
                <a:gd name="T45" fmla="*/ 126 h 174"/>
                <a:gd name="T46" fmla="*/ 128 w 157"/>
                <a:gd name="T47" fmla="*/ 129 h 174"/>
                <a:gd name="T48" fmla="*/ 113 w 157"/>
                <a:gd name="T49" fmla="*/ 124 h 174"/>
                <a:gd name="T50" fmla="*/ 109 w 157"/>
                <a:gd name="T51" fmla="*/ 125 h 174"/>
                <a:gd name="T52" fmla="*/ 112 w 157"/>
                <a:gd name="T53" fmla="*/ 129 h 174"/>
                <a:gd name="T54" fmla="*/ 117 w 157"/>
                <a:gd name="T55" fmla="*/ 138 h 174"/>
                <a:gd name="T56" fmla="*/ 117 w 157"/>
                <a:gd name="T57" fmla="*/ 151 h 174"/>
                <a:gd name="T58" fmla="*/ 106 w 157"/>
                <a:gd name="T59" fmla="*/ 153 h 174"/>
                <a:gd name="T60" fmla="*/ 108 w 157"/>
                <a:gd name="T61" fmla="*/ 169 h 174"/>
                <a:gd name="T62" fmla="*/ 100 w 157"/>
                <a:gd name="T63" fmla="*/ 172 h 174"/>
                <a:gd name="T64" fmla="*/ 90 w 157"/>
                <a:gd name="T65" fmla="*/ 171 h 174"/>
                <a:gd name="T66" fmla="*/ 76 w 157"/>
                <a:gd name="T67" fmla="*/ 157 h 174"/>
                <a:gd name="T68" fmla="*/ 66 w 157"/>
                <a:gd name="T69" fmla="*/ 154 h 174"/>
                <a:gd name="T70" fmla="*/ 62 w 157"/>
                <a:gd name="T71" fmla="*/ 145 h 174"/>
                <a:gd name="T72" fmla="*/ 61 w 157"/>
                <a:gd name="T73" fmla="*/ 135 h 174"/>
                <a:gd name="T74" fmla="*/ 52 w 157"/>
                <a:gd name="T75" fmla="*/ 129 h 174"/>
                <a:gd name="T76" fmla="*/ 40 w 157"/>
                <a:gd name="T77" fmla="*/ 133 h 174"/>
                <a:gd name="T78" fmla="*/ 23 w 157"/>
                <a:gd name="T79" fmla="*/ 132 h 174"/>
                <a:gd name="T80" fmla="*/ 23 w 157"/>
                <a:gd name="T81" fmla="*/ 121 h 174"/>
                <a:gd name="T82" fmla="*/ 12 w 157"/>
                <a:gd name="T83" fmla="*/ 115 h 174"/>
                <a:gd name="T84" fmla="*/ 5 w 157"/>
                <a:gd name="T85" fmla="*/ 143 h 174"/>
                <a:gd name="T86" fmla="*/ 0 w 157"/>
                <a:gd name="T87" fmla="*/ 159 h 17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157"/>
                <a:gd name="T133" fmla="*/ 0 h 174"/>
                <a:gd name="T134" fmla="*/ 157 w 157"/>
                <a:gd name="T135" fmla="*/ 174 h 174"/>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157" h="174">
                  <a:moveTo>
                    <a:pt x="0" y="159"/>
                  </a:moveTo>
                  <a:lnTo>
                    <a:pt x="0" y="150"/>
                  </a:lnTo>
                  <a:lnTo>
                    <a:pt x="0" y="141"/>
                  </a:lnTo>
                  <a:lnTo>
                    <a:pt x="0" y="138"/>
                  </a:lnTo>
                  <a:lnTo>
                    <a:pt x="0" y="116"/>
                  </a:lnTo>
                  <a:lnTo>
                    <a:pt x="0" y="79"/>
                  </a:lnTo>
                  <a:lnTo>
                    <a:pt x="0" y="39"/>
                  </a:lnTo>
                  <a:lnTo>
                    <a:pt x="0" y="0"/>
                  </a:lnTo>
                  <a:lnTo>
                    <a:pt x="20" y="11"/>
                  </a:lnTo>
                  <a:lnTo>
                    <a:pt x="31" y="23"/>
                  </a:lnTo>
                  <a:lnTo>
                    <a:pt x="38" y="26"/>
                  </a:lnTo>
                  <a:lnTo>
                    <a:pt x="64" y="44"/>
                  </a:lnTo>
                  <a:lnTo>
                    <a:pt x="71" y="51"/>
                  </a:lnTo>
                  <a:lnTo>
                    <a:pt x="72" y="53"/>
                  </a:lnTo>
                  <a:lnTo>
                    <a:pt x="72" y="57"/>
                  </a:lnTo>
                  <a:lnTo>
                    <a:pt x="76" y="65"/>
                  </a:lnTo>
                  <a:lnTo>
                    <a:pt x="78" y="79"/>
                  </a:lnTo>
                  <a:lnTo>
                    <a:pt x="77" y="86"/>
                  </a:lnTo>
                  <a:lnTo>
                    <a:pt x="84" y="100"/>
                  </a:lnTo>
                  <a:lnTo>
                    <a:pt x="91" y="104"/>
                  </a:lnTo>
                  <a:lnTo>
                    <a:pt x="90" y="101"/>
                  </a:lnTo>
                  <a:lnTo>
                    <a:pt x="93" y="99"/>
                  </a:lnTo>
                  <a:lnTo>
                    <a:pt x="92" y="96"/>
                  </a:lnTo>
                  <a:lnTo>
                    <a:pt x="88" y="89"/>
                  </a:lnTo>
                  <a:lnTo>
                    <a:pt x="88" y="80"/>
                  </a:lnTo>
                  <a:lnTo>
                    <a:pt x="88" y="74"/>
                  </a:lnTo>
                  <a:lnTo>
                    <a:pt x="96" y="71"/>
                  </a:lnTo>
                  <a:lnTo>
                    <a:pt x="102" y="76"/>
                  </a:lnTo>
                  <a:lnTo>
                    <a:pt x="106" y="78"/>
                  </a:lnTo>
                  <a:lnTo>
                    <a:pt x="111" y="79"/>
                  </a:lnTo>
                  <a:lnTo>
                    <a:pt x="118" y="77"/>
                  </a:lnTo>
                  <a:lnTo>
                    <a:pt x="125" y="79"/>
                  </a:lnTo>
                  <a:lnTo>
                    <a:pt x="131" y="86"/>
                  </a:lnTo>
                  <a:lnTo>
                    <a:pt x="135" y="93"/>
                  </a:lnTo>
                  <a:lnTo>
                    <a:pt x="147" y="104"/>
                  </a:lnTo>
                  <a:lnTo>
                    <a:pt x="149" y="106"/>
                  </a:lnTo>
                  <a:lnTo>
                    <a:pt x="153" y="109"/>
                  </a:lnTo>
                  <a:lnTo>
                    <a:pt x="156" y="112"/>
                  </a:lnTo>
                  <a:lnTo>
                    <a:pt x="157" y="114"/>
                  </a:lnTo>
                  <a:lnTo>
                    <a:pt x="154" y="115"/>
                  </a:lnTo>
                  <a:lnTo>
                    <a:pt x="147" y="113"/>
                  </a:lnTo>
                  <a:lnTo>
                    <a:pt x="145" y="114"/>
                  </a:lnTo>
                  <a:lnTo>
                    <a:pt x="139" y="127"/>
                  </a:lnTo>
                  <a:lnTo>
                    <a:pt x="129" y="119"/>
                  </a:lnTo>
                  <a:lnTo>
                    <a:pt x="129" y="122"/>
                  </a:lnTo>
                  <a:lnTo>
                    <a:pt x="133" y="126"/>
                  </a:lnTo>
                  <a:lnTo>
                    <a:pt x="136" y="131"/>
                  </a:lnTo>
                  <a:lnTo>
                    <a:pt x="128" y="129"/>
                  </a:lnTo>
                  <a:lnTo>
                    <a:pt x="121" y="130"/>
                  </a:lnTo>
                  <a:lnTo>
                    <a:pt x="113" y="124"/>
                  </a:lnTo>
                  <a:lnTo>
                    <a:pt x="108" y="122"/>
                  </a:lnTo>
                  <a:lnTo>
                    <a:pt x="109" y="125"/>
                  </a:lnTo>
                  <a:lnTo>
                    <a:pt x="111" y="129"/>
                  </a:lnTo>
                  <a:lnTo>
                    <a:pt x="112" y="129"/>
                  </a:lnTo>
                  <a:lnTo>
                    <a:pt x="115" y="133"/>
                  </a:lnTo>
                  <a:lnTo>
                    <a:pt x="117" y="138"/>
                  </a:lnTo>
                  <a:lnTo>
                    <a:pt x="117" y="145"/>
                  </a:lnTo>
                  <a:lnTo>
                    <a:pt x="117" y="151"/>
                  </a:lnTo>
                  <a:lnTo>
                    <a:pt x="112" y="152"/>
                  </a:lnTo>
                  <a:lnTo>
                    <a:pt x="106" y="153"/>
                  </a:lnTo>
                  <a:lnTo>
                    <a:pt x="105" y="156"/>
                  </a:lnTo>
                  <a:lnTo>
                    <a:pt x="108" y="169"/>
                  </a:lnTo>
                  <a:lnTo>
                    <a:pt x="108" y="174"/>
                  </a:lnTo>
                  <a:lnTo>
                    <a:pt x="100" y="172"/>
                  </a:lnTo>
                  <a:lnTo>
                    <a:pt x="98" y="174"/>
                  </a:lnTo>
                  <a:lnTo>
                    <a:pt x="90" y="171"/>
                  </a:lnTo>
                  <a:lnTo>
                    <a:pt x="88" y="165"/>
                  </a:lnTo>
                  <a:lnTo>
                    <a:pt x="76" y="157"/>
                  </a:lnTo>
                  <a:lnTo>
                    <a:pt x="74" y="161"/>
                  </a:lnTo>
                  <a:lnTo>
                    <a:pt x="66" y="154"/>
                  </a:lnTo>
                  <a:lnTo>
                    <a:pt x="64" y="151"/>
                  </a:lnTo>
                  <a:lnTo>
                    <a:pt x="62" y="145"/>
                  </a:lnTo>
                  <a:lnTo>
                    <a:pt x="64" y="142"/>
                  </a:lnTo>
                  <a:lnTo>
                    <a:pt x="61" y="135"/>
                  </a:lnTo>
                  <a:lnTo>
                    <a:pt x="55" y="129"/>
                  </a:lnTo>
                  <a:lnTo>
                    <a:pt x="52" y="129"/>
                  </a:lnTo>
                  <a:lnTo>
                    <a:pt x="46" y="129"/>
                  </a:lnTo>
                  <a:lnTo>
                    <a:pt x="40" y="133"/>
                  </a:lnTo>
                  <a:lnTo>
                    <a:pt x="31" y="134"/>
                  </a:lnTo>
                  <a:lnTo>
                    <a:pt x="23" y="132"/>
                  </a:lnTo>
                  <a:lnTo>
                    <a:pt x="23" y="127"/>
                  </a:lnTo>
                  <a:lnTo>
                    <a:pt x="23" y="121"/>
                  </a:lnTo>
                  <a:lnTo>
                    <a:pt x="18" y="114"/>
                  </a:lnTo>
                  <a:lnTo>
                    <a:pt x="12" y="115"/>
                  </a:lnTo>
                  <a:lnTo>
                    <a:pt x="9" y="122"/>
                  </a:lnTo>
                  <a:lnTo>
                    <a:pt x="5" y="143"/>
                  </a:lnTo>
                  <a:lnTo>
                    <a:pt x="4" y="154"/>
                  </a:lnTo>
                  <a:lnTo>
                    <a:pt x="0" y="15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8" name="Freeform 107"/>
            <p:cNvSpPr>
              <a:spLocks/>
            </p:cNvSpPr>
            <p:nvPr/>
          </p:nvSpPr>
          <p:spPr bwMode="gray">
            <a:xfrm>
              <a:off x="6889750" y="2319338"/>
              <a:ext cx="249238" cy="276225"/>
            </a:xfrm>
            <a:custGeom>
              <a:avLst/>
              <a:gdLst>
                <a:gd name="T0" fmla="*/ 0 w 157"/>
                <a:gd name="T1" fmla="*/ 150 h 174"/>
                <a:gd name="T2" fmla="*/ 0 w 157"/>
                <a:gd name="T3" fmla="*/ 138 h 174"/>
                <a:gd name="T4" fmla="*/ 0 w 157"/>
                <a:gd name="T5" fmla="*/ 79 h 174"/>
                <a:gd name="T6" fmla="*/ 0 w 157"/>
                <a:gd name="T7" fmla="*/ 0 h 174"/>
                <a:gd name="T8" fmla="*/ 31 w 157"/>
                <a:gd name="T9" fmla="*/ 23 h 174"/>
                <a:gd name="T10" fmla="*/ 64 w 157"/>
                <a:gd name="T11" fmla="*/ 44 h 174"/>
                <a:gd name="T12" fmla="*/ 72 w 157"/>
                <a:gd name="T13" fmla="*/ 53 h 174"/>
                <a:gd name="T14" fmla="*/ 76 w 157"/>
                <a:gd name="T15" fmla="*/ 65 h 174"/>
                <a:gd name="T16" fmla="*/ 77 w 157"/>
                <a:gd name="T17" fmla="*/ 86 h 174"/>
                <a:gd name="T18" fmla="*/ 91 w 157"/>
                <a:gd name="T19" fmla="*/ 104 h 174"/>
                <a:gd name="T20" fmla="*/ 93 w 157"/>
                <a:gd name="T21" fmla="*/ 99 h 174"/>
                <a:gd name="T22" fmla="*/ 88 w 157"/>
                <a:gd name="T23" fmla="*/ 89 h 174"/>
                <a:gd name="T24" fmla="*/ 88 w 157"/>
                <a:gd name="T25" fmla="*/ 74 h 174"/>
                <a:gd name="T26" fmla="*/ 102 w 157"/>
                <a:gd name="T27" fmla="*/ 76 h 174"/>
                <a:gd name="T28" fmla="*/ 111 w 157"/>
                <a:gd name="T29" fmla="*/ 79 h 174"/>
                <a:gd name="T30" fmla="*/ 125 w 157"/>
                <a:gd name="T31" fmla="*/ 79 h 174"/>
                <a:gd name="T32" fmla="*/ 135 w 157"/>
                <a:gd name="T33" fmla="*/ 93 h 174"/>
                <a:gd name="T34" fmla="*/ 149 w 157"/>
                <a:gd name="T35" fmla="*/ 106 h 174"/>
                <a:gd name="T36" fmla="*/ 156 w 157"/>
                <a:gd name="T37" fmla="*/ 112 h 174"/>
                <a:gd name="T38" fmla="*/ 154 w 157"/>
                <a:gd name="T39" fmla="*/ 115 h 174"/>
                <a:gd name="T40" fmla="*/ 145 w 157"/>
                <a:gd name="T41" fmla="*/ 114 h 174"/>
                <a:gd name="T42" fmla="*/ 129 w 157"/>
                <a:gd name="T43" fmla="*/ 119 h 174"/>
                <a:gd name="T44" fmla="*/ 133 w 157"/>
                <a:gd name="T45" fmla="*/ 126 h 174"/>
                <a:gd name="T46" fmla="*/ 128 w 157"/>
                <a:gd name="T47" fmla="*/ 129 h 174"/>
                <a:gd name="T48" fmla="*/ 113 w 157"/>
                <a:gd name="T49" fmla="*/ 124 h 174"/>
                <a:gd name="T50" fmla="*/ 109 w 157"/>
                <a:gd name="T51" fmla="*/ 125 h 174"/>
                <a:gd name="T52" fmla="*/ 112 w 157"/>
                <a:gd name="T53" fmla="*/ 129 h 174"/>
                <a:gd name="T54" fmla="*/ 117 w 157"/>
                <a:gd name="T55" fmla="*/ 138 h 174"/>
                <a:gd name="T56" fmla="*/ 117 w 157"/>
                <a:gd name="T57" fmla="*/ 151 h 174"/>
                <a:gd name="T58" fmla="*/ 106 w 157"/>
                <a:gd name="T59" fmla="*/ 153 h 174"/>
                <a:gd name="T60" fmla="*/ 108 w 157"/>
                <a:gd name="T61" fmla="*/ 169 h 174"/>
                <a:gd name="T62" fmla="*/ 100 w 157"/>
                <a:gd name="T63" fmla="*/ 172 h 174"/>
                <a:gd name="T64" fmla="*/ 90 w 157"/>
                <a:gd name="T65" fmla="*/ 171 h 174"/>
                <a:gd name="T66" fmla="*/ 76 w 157"/>
                <a:gd name="T67" fmla="*/ 157 h 174"/>
                <a:gd name="T68" fmla="*/ 66 w 157"/>
                <a:gd name="T69" fmla="*/ 154 h 174"/>
                <a:gd name="T70" fmla="*/ 62 w 157"/>
                <a:gd name="T71" fmla="*/ 145 h 174"/>
                <a:gd name="T72" fmla="*/ 61 w 157"/>
                <a:gd name="T73" fmla="*/ 135 h 174"/>
                <a:gd name="T74" fmla="*/ 52 w 157"/>
                <a:gd name="T75" fmla="*/ 129 h 174"/>
                <a:gd name="T76" fmla="*/ 40 w 157"/>
                <a:gd name="T77" fmla="*/ 133 h 174"/>
                <a:gd name="T78" fmla="*/ 23 w 157"/>
                <a:gd name="T79" fmla="*/ 132 h 174"/>
                <a:gd name="T80" fmla="*/ 23 w 157"/>
                <a:gd name="T81" fmla="*/ 121 h 174"/>
                <a:gd name="T82" fmla="*/ 12 w 157"/>
                <a:gd name="T83" fmla="*/ 115 h 174"/>
                <a:gd name="T84" fmla="*/ 5 w 157"/>
                <a:gd name="T85" fmla="*/ 143 h 174"/>
                <a:gd name="T86" fmla="*/ 0 w 157"/>
                <a:gd name="T87" fmla="*/ 159 h 17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157"/>
                <a:gd name="T133" fmla="*/ 0 h 174"/>
                <a:gd name="T134" fmla="*/ 157 w 157"/>
                <a:gd name="T135" fmla="*/ 174 h 174"/>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157" h="174">
                  <a:moveTo>
                    <a:pt x="0" y="159"/>
                  </a:moveTo>
                  <a:lnTo>
                    <a:pt x="0" y="150"/>
                  </a:lnTo>
                  <a:lnTo>
                    <a:pt x="0" y="141"/>
                  </a:lnTo>
                  <a:lnTo>
                    <a:pt x="0" y="138"/>
                  </a:lnTo>
                  <a:lnTo>
                    <a:pt x="0" y="116"/>
                  </a:lnTo>
                  <a:lnTo>
                    <a:pt x="0" y="79"/>
                  </a:lnTo>
                  <a:lnTo>
                    <a:pt x="0" y="39"/>
                  </a:lnTo>
                  <a:lnTo>
                    <a:pt x="0" y="0"/>
                  </a:lnTo>
                  <a:lnTo>
                    <a:pt x="20" y="11"/>
                  </a:lnTo>
                  <a:lnTo>
                    <a:pt x="31" y="23"/>
                  </a:lnTo>
                  <a:lnTo>
                    <a:pt x="38" y="26"/>
                  </a:lnTo>
                  <a:lnTo>
                    <a:pt x="64" y="44"/>
                  </a:lnTo>
                  <a:lnTo>
                    <a:pt x="71" y="51"/>
                  </a:lnTo>
                  <a:lnTo>
                    <a:pt x="72" y="53"/>
                  </a:lnTo>
                  <a:lnTo>
                    <a:pt x="72" y="57"/>
                  </a:lnTo>
                  <a:lnTo>
                    <a:pt x="76" y="65"/>
                  </a:lnTo>
                  <a:lnTo>
                    <a:pt x="78" y="79"/>
                  </a:lnTo>
                  <a:lnTo>
                    <a:pt x="77" y="86"/>
                  </a:lnTo>
                  <a:lnTo>
                    <a:pt x="84" y="100"/>
                  </a:lnTo>
                  <a:lnTo>
                    <a:pt x="91" y="104"/>
                  </a:lnTo>
                  <a:lnTo>
                    <a:pt x="90" y="101"/>
                  </a:lnTo>
                  <a:lnTo>
                    <a:pt x="93" y="99"/>
                  </a:lnTo>
                  <a:lnTo>
                    <a:pt x="92" y="96"/>
                  </a:lnTo>
                  <a:lnTo>
                    <a:pt x="88" y="89"/>
                  </a:lnTo>
                  <a:lnTo>
                    <a:pt x="88" y="80"/>
                  </a:lnTo>
                  <a:lnTo>
                    <a:pt x="88" y="74"/>
                  </a:lnTo>
                  <a:lnTo>
                    <a:pt x="96" y="71"/>
                  </a:lnTo>
                  <a:lnTo>
                    <a:pt x="102" y="76"/>
                  </a:lnTo>
                  <a:lnTo>
                    <a:pt x="106" y="78"/>
                  </a:lnTo>
                  <a:lnTo>
                    <a:pt x="111" y="79"/>
                  </a:lnTo>
                  <a:lnTo>
                    <a:pt x="118" y="77"/>
                  </a:lnTo>
                  <a:lnTo>
                    <a:pt x="125" y="79"/>
                  </a:lnTo>
                  <a:lnTo>
                    <a:pt x="131" y="86"/>
                  </a:lnTo>
                  <a:lnTo>
                    <a:pt x="135" y="93"/>
                  </a:lnTo>
                  <a:lnTo>
                    <a:pt x="147" y="104"/>
                  </a:lnTo>
                  <a:lnTo>
                    <a:pt x="149" y="106"/>
                  </a:lnTo>
                  <a:lnTo>
                    <a:pt x="153" y="109"/>
                  </a:lnTo>
                  <a:lnTo>
                    <a:pt x="156" y="112"/>
                  </a:lnTo>
                  <a:lnTo>
                    <a:pt x="157" y="114"/>
                  </a:lnTo>
                  <a:lnTo>
                    <a:pt x="154" y="115"/>
                  </a:lnTo>
                  <a:lnTo>
                    <a:pt x="147" y="113"/>
                  </a:lnTo>
                  <a:lnTo>
                    <a:pt x="145" y="114"/>
                  </a:lnTo>
                  <a:lnTo>
                    <a:pt x="139" y="127"/>
                  </a:lnTo>
                  <a:lnTo>
                    <a:pt x="129" y="119"/>
                  </a:lnTo>
                  <a:lnTo>
                    <a:pt x="129" y="122"/>
                  </a:lnTo>
                  <a:lnTo>
                    <a:pt x="133" y="126"/>
                  </a:lnTo>
                  <a:lnTo>
                    <a:pt x="136" y="131"/>
                  </a:lnTo>
                  <a:lnTo>
                    <a:pt x="128" y="129"/>
                  </a:lnTo>
                  <a:lnTo>
                    <a:pt x="121" y="130"/>
                  </a:lnTo>
                  <a:lnTo>
                    <a:pt x="113" y="124"/>
                  </a:lnTo>
                  <a:lnTo>
                    <a:pt x="108" y="122"/>
                  </a:lnTo>
                  <a:lnTo>
                    <a:pt x="109" y="125"/>
                  </a:lnTo>
                  <a:lnTo>
                    <a:pt x="111" y="129"/>
                  </a:lnTo>
                  <a:lnTo>
                    <a:pt x="112" y="129"/>
                  </a:lnTo>
                  <a:lnTo>
                    <a:pt x="115" y="133"/>
                  </a:lnTo>
                  <a:lnTo>
                    <a:pt x="117" y="138"/>
                  </a:lnTo>
                  <a:lnTo>
                    <a:pt x="117" y="145"/>
                  </a:lnTo>
                  <a:lnTo>
                    <a:pt x="117" y="151"/>
                  </a:lnTo>
                  <a:lnTo>
                    <a:pt x="112" y="152"/>
                  </a:lnTo>
                  <a:lnTo>
                    <a:pt x="106" y="153"/>
                  </a:lnTo>
                  <a:lnTo>
                    <a:pt x="105" y="156"/>
                  </a:lnTo>
                  <a:lnTo>
                    <a:pt x="108" y="169"/>
                  </a:lnTo>
                  <a:lnTo>
                    <a:pt x="108" y="174"/>
                  </a:lnTo>
                  <a:lnTo>
                    <a:pt x="100" y="172"/>
                  </a:lnTo>
                  <a:lnTo>
                    <a:pt x="98" y="174"/>
                  </a:lnTo>
                  <a:lnTo>
                    <a:pt x="90" y="171"/>
                  </a:lnTo>
                  <a:lnTo>
                    <a:pt x="88" y="165"/>
                  </a:lnTo>
                  <a:lnTo>
                    <a:pt x="76" y="157"/>
                  </a:lnTo>
                  <a:lnTo>
                    <a:pt x="74" y="161"/>
                  </a:lnTo>
                  <a:lnTo>
                    <a:pt x="66" y="154"/>
                  </a:lnTo>
                  <a:lnTo>
                    <a:pt x="64" y="151"/>
                  </a:lnTo>
                  <a:lnTo>
                    <a:pt x="62" y="145"/>
                  </a:lnTo>
                  <a:lnTo>
                    <a:pt x="64" y="142"/>
                  </a:lnTo>
                  <a:lnTo>
                    <a:pt x="61" y="135"/>
                  </a:lnTo>
                  <a:lnTo>
                    <a:pt x="55" y="129"/>
                  </a:lnTo>
                  <a:lnTo>
                    <a:pt x="52" y="129"/>
                  </a:lnTo>
                  <a:lnTo>
                    <a:pt x="46" y="129"/>
                  </a:lnTo>
                  <a:lnTo>
                    <a:pt x="40" y="133"/>
                  </a:lnTo>
                  <a:lnTo>
                    <a:pt x="31" y="134"/>
                  </a:lnTo>
                  <a:lnTo>
                    <a:pt x="23" y="132"/>
                  </a:lnTo>
                  <a:lnTo>
                    <a:pt x="23" y="127"/>
                  </a:lnTo>
                  <a:lnTo>
                    <a:pt x="23" y="121"/>
                  </a:lnTo>
                  <a:lnTo>
                    <a:pt x="18" y="114"/>
                  </a:lnTo>
                  <a:lnTo>
                    <a:pt x="12" y="115"/>
                  </a:lnTo>
                  <a:lnTo>
                    <a:pt x="9" y="122"/>
                  </a:lnTo>
                  <a:lnTo>
                    <a:pt x="5" y="143"/>
                  </a:lnTo>
                  <a:lnTo>
                    <a:pt x="4" y="154"/>
                  </a:lnTo>
                  <a:lnTo>
                    <a:pt x="0" y="15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75889" name="Line 108"/>
            <p:cNvSpPr>
              <a:spLocks noChangeShapeType="1"/>
            </p:cNvSpPr>
            <p:nvPr/>
          </p:nvSpPr>
          <p:spPr bwMode="gray">
            <a:xfrm>
              <a:off x="6889750" y="2319338"/>
              <a:ext cx="1588" cy="252413"/>
            </a:xfrm>
            <a:prstGeom prst="line">
              <a:avLst/>
            </a:prstGeom>
            <a:grpFill/>
            <a:ln w="3175">
              <a:solidFill>
                <a:schemeClr val="bg1"/>
              </a:solidFill>
              <a:round/>
              <a:headEnd/>
              <a:tailEnd/>
            </a:ln>
          </p:spPr>
          <p:txBody>
            <a:bodyPr wrap="none" lIns="0" tIns="0" rIns="0" bIns="0" anchor="ctr" anchorCtr="0"/>
            <a:lstStyle/>
            <a:p>
              <a:pPr algn="ctr"/>
              <a:endParaRPr lang="ja-JP" altLang="en-US" sz="1200" dirty="0"/>
            </a:p>
          </p:txBody>
        </p:sp>
      </p:grpSp>
    </p:spTree>
    <p:extLst>
      <p:ext uri="{BB962C8B-B14F-4D97-AF65-F5344CB8AC3E}">
        <p14:creationId xmlns:p14="http://schemas.microsoft.com/office/powerpoint/2010/main" val="89286001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8CE31-899B-9523-3824-F08E548A18F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87344F7-9EEF-8CF2-FA6C-7D8D37E6E804}"/>
              </a:ext>
            </a:extLst>
          </p:cNvPr>
          <p:cNvGrpSpPr/>
          <p:nvPr/>
        </p:nvGrpSpPr>
        <p:grpSpPr>
          <a:xfrm>
            <a:off x="1274133" y="1484313"/>
            <a:ext cx="6687670" cy="4824412"/>
            <a:chOff x="3219484" y="3090289"/>
            <a:chExt cx="3003847" cy="2080908"/>
          </a:xfrm>
        </p:grpSpPr>
        <p:sp>
          <p:nvSpPr>
            <p:cNvPr id="75785" name="Freeform 4">
              <a:extLst>
                <a:ext uri="{FF2B5EF4-FFF2-40B4-BE49-F238E27FC236}">
                  <a16:creationId xmlns:a16="http://schemas.microsoft.com/office/drawing/2014/main" id="{C6F95852-24B0-D859-F5E7-94CE43759949}"/>
                </a:ext>
              </a:extLst>
            </p:cNvPr>
            <p:cNvSpPr>
              <a:spLocks/>
            </p:cNvSpPr>
            <p:nvPr/>
          </p:nvSpPr>
          <p:spPr bwMode="gray">
            <a:xfrm>
              <a:off x="3219484" y="3582639"/>
              <a:ext cx="180128" cy="90922"/>
            </a:xfrm>
            <a:custGeom>
              <a:avLst/>
              <a:gdLst>
                <a:gd name="T0" fmla="*/ 1 w 105"/>
                <a:gd name="T1" fmla="*/ 1 h 53"/>
                <a:gd name="T2" fmla="*/ 5 w 105"/>
                <a:gd name="T3" fmla="*/ 0 h 53"/>
                <a:gd name="T4" fmla="*/ 8 w 105"/>
                <a:gd name="T5" fmla="*/ 1 h 53"/>
                <a:gd name="T6" fmla="*/ 13 w 105"/>
                <a:gd name="T7" fmla="*/ 2 h 53"/>
                <a:gd name="T8" fmla="*/ 17 w 105"/>
                <a:gd name="T9" fmla="*/ 4 h 53"/>
                <a:gd name="T10" fmla="*/ 20 w 105"/>
                <a:gd name="T11" fmla="*/ 5 h 53"/>
                <a:gd name="T12" fmla="*/ 23 w 105"/>
                <a:gd name="T13" fmla="*/ 6 h 53"/>
                <a:gd name="T14" fmla="*/ 27 w 105"/>
                <a:gd name="T15" fmla="*/ 8 h 53"/>
                <a:gd name="T16" fmla="*/ 32 w 105"/>
                <a:gd name="T17" fmla="*/ 8 h 53"/>
                <a:gd name="T18" fmla="*/ 38 w 105"/>
                <a:gd name="T19" fmla="*/ 7 h 53"/>
                <a:gd name="T20" fmla="*/ 43 w 105"/>
                <a:gd name="T21" fmla="*/ 9 h 53"/>
                <a:gd name="T22" fmla="*/ 47 w 105"/>
                <a:gd name="T23" fmla="*/ 10 h 53"/>
                <a:gd name="T24" fmla="*/ 50 w 105"/>
                <a:gd name="T25" fmla="*/ 14 h 53"/>
                <a:gd name="T26" fmla="*/ 56 w 105"/>
                <a:gd name="T27" fmla="*/ 16 h 53"/>
                <a:gd name="T28" fmla="*/ 60 w 105"/>
                <a:gd name="T29" fmla="*/ 18 h 53"/>
                <a:gd name="T30" fmla="*/ 58 w 105"/>
                <a:gd name="T31" fmla="*/ 20 h 53"/>
                <a:gd name="T32" fmla="*/ 62 w 105"/>
                <a:gd name="T33" fmla="*/ 22 h 53"/>
                <a:gd name="T34" fmla="*/ 66 w 105"/>
                <a:gd name="T35" fmla="*/ 21 h 53"/>
                <a:gd name="T36" fmla="*/ 67 w 105"/>
                <a:gd name="T37" fmla="*/ 18 h 53"/>
                <a:gd name="T38" fmla="*/ 71 w 105"/>
                <a:gd name="T39" fmla="*/ 17 h 53"/>
                <a:gd name="T40" fmla="*/ 75 w 105"/>
                <a:gd name="T41" fmla="*/ 19 h 53"/>
                <a:gd name="T42" fmla="*/ 76 w 105"/>
                <a:gd name="T43" fmla="*/ 17 h 53"/>
                <a:gd name="T44" fmla="*/ 79 w 105"/>
                <a:gd name="T45" fmla="*/ 18 h 53"/>
                <a:gd name="T46" fmla="*/ 81 w 105"/>
                <a:gd name="T47" fmla="*/ 19 h 53"/>
                <a:gd name="T48" fmla="*/ 84 w 105"/>
                <a:gd name="T49" fmla="*/ 22 h 53"/>
                <a:gd name="T50" fmla="*/ 89 w 105"/>
                <a:gd name="T51" fmla="*/ 22 h 53"/>
                <a:gd name="T52" fmla="*/ 89 w 105"/>
                <a:gd name="T53" fmla="*/ 25 h 53"/>
                <a:gd name="T54" fmla="*/ 91 w 105"/>
                <a:gd name="T55" fmla="*/ 31 h 53"/>
                <a:gd name="T56" fmla="*/ 95 w 105"/>
                <a:gd name="T57" fmla="*/ 33 h 53"/>
                <a:gd name="T58" fmla="*/ 98 w 105"/>
                <a:gd name="T59" fmla="*/ 34 h 53"/>
                <a:gd name="T60" fmla="*/ 101 w 105"/>
                <a:gd name="T61" fmla="*/ 36 h 53"/>
                <a:gd name="T62" fmla="*/ 98 w 105"/>
                <a:gd name="T63" fmla="*/ 39 h 53"/>
                <a:gd name="T64" fmla="*/ 98 w 105"/>
                <a:gd name="T65" fmla="*/ 42 h 53"/>
                <a:gd name="T66" fmla="*/ 104 w 105"/>
                <a:gd name="T67" fmla="*/ 47 h 53"/>
                <a:gd name="T68" fmla="*/ 104 w 105"/>
                <a:gd name="T69" fmla="*/ 52 h 53"/>
                <a:gd name="T70" fmla="*/ 101 w 105"/>
                <a:gd name="T71" fmla="*/ 53 h 53"/>
                <a:gd name="T72" fmla="*/ 98 w 105"/>
                <a:gd name="T73" fmla="*/ 51 h 53"/>
                <a:gd name="T74" fmla="*/ 95 w 105"/>
                <a:gd name="T75" fmla="*/ 51 h 53"/>
                <a:gd name="T76" fmla="*/ 89 w 105"/>
                <a:gd name="T77" fmla="*/ 47 h 53"/>
                <a:gd name="T78" fmla="*/ 83 w 105"/>
                <a:gd name="T79" fmla="*/ 45 h 53"/>
                <a:gd name="T80" fmla="*/ 79 w 105"/>
                <a:gd name="T81" fmla="*/ 48 h 53"/>
                <a:gd name="T82" fmla="*/ 74 w 105"/>
                <a:gd name="T83" fmla="*/ 49 h 53"/>
                <a:gd name="T84" fmla="*/ 66 w 105"/>
                <a:gd name="T85" fmla="*/ 50 h 53"/>
                <a:gd name="T86" fmla="*/ 60 w 105"/>
                <a:gd name="T87" fmla="*/ 51 h 53"/>
                <a:gd name="T88" fmla="*/ 56 w 105"/>
                <a:gd name="T89" fmla="*/ 52 h 53"/>
                <a:gd name="T90" fmla="*/ 53 w 105"/>
                <a:gd name="T91" fmla="*/ 53 h 53"/>
                <a:gd name="T92" fmla="*/ 41 w 105"/>
                <a:gd name="T93" fmla="*/ 43 h 53"/>
                <a:gd name="T94" fmla="*/ 34 w 105"/>
                <a:gd name="T95" fmla="*/ 47 h 53"/>
                <a:gd name="T96" fmla="*/ 22 w 105"/>
                <a:gd name="T97" fmla="*/ 46 h 53"/>
                <a:gd name="T98" fmla="*/ 24 w 105"/>
                <a:gd name="T99" fmla="*/ 39 h 53"/>
                <a:gd name="T100" fmla="*/ 24 w 105"/>
                <a:gd name="T101" fmla="*/ 31 h 53"/>
                <a:gd name="T102" fmla="*/ 21 w 105"/>
                <a:gd name="T103" fmla="*/ 17 h 53"/>
                <a:gd name="T104" fmla="*/ 14 w 105"/>
                <a:gd name="T105" fmla="*/ 11 h 53"/>
                <a:gd name="T106" fmla="*/ 3 w 105"/>
                <a:gd name="T107" fmla="*/ 7 h 5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05"/>
                <a:gd name="T163" fmla="*/ 0 h 53"/>
                <a:gd name="T164" fmla="*/ 105 w 105"/>
                <a:gd name="T165" fmla="*/ 53 h 5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05" h="53">
                  <a:moveTo>
                    <a:pt x="0" y="4"/>
                  </a:moveTo>
                  <a:lnTo>
                    <a:pt x="1" y="1"/>
                  </a:lnTo>
                  <a:lnTo>
                    <a:pt x="3" y="0"/>
                  </a:lnTo>
                  <a:lnTo>
                    <a:pt x="5" y="0"/>
                  </a:lnTo>
                  <a:lnTo>
                    <a:pt x="5" y="1"/>
                  </a:lnTo>
                  <a:lnTo>
                    <a:pt x="8" y="1"/>
                  </a:lnTo>
                  <a:lnTo>
                    <a:pt x="11" y="1"/>
                  </a:lnTo>
                  <a:lnTo>
                    <a:pt x="13" y="2"/>
                  </a:lnTo>
                  <a:lnTo>
                    <a:pt x="15" y="3"/>
                  </a:lnTo>
                  <a:lnTo>
                    <a:pt x="17" y="4"/>
                  </a:lnTo>
                  <a:lnTo>
                    <a:pt x="18" y="5"/>
                  </a:lnTo>
                  <a:lnTo>
                    <a:pt x="20" y="5"/>
                  </a:lnTo>
                  <a:lnTo>
                    <a:pt x="21" y="5"/>
                  </a:lnTo>
                  <a:lnTo>
                    <a:pt x="23" y="6"/>
                  </a:lnTo>
                  <a:lnTo>
                    <a:pt x="25" y="7"/>
                  </a:lnTo>
                  <a:lnTo>
                    <a:pt x="27" y="8"/>
                  </a:lnTo>
                  <a:lnTo>
                    <a:pt x="30" y="8"/>
                  </a:lnTo>
                  <a:lnTo>
                    <a:pt x="32" y="8"/>
                  </a:lnTo>
                  <a:lnTo>
                    <a:pt x="35" y="7"/>
                  </a:lnTo>
                  <a:lnTo>
                    <a:pt x="38" y="7"/>
                  </a:lnTo>
                  <a:lnTo>
                    <a:pt x="41" y="9"/>
                  </a:lnTo>
                  <a:lnTo>
                    <a:pt x="43" y="9"/>
                  </a:lnTo>
                  <a:lnTo>
                    <a:pt x="45" y="9"/>
                  </a:lnTo>
                  <a:lnTo>
                    <a:pt x="47" y="10"/>
                  </a:lnTo>
                  <a:lnTo>
                    <a:pt x="48" y="12"/>
                  </a:lnTo>
                  <a:lnTo>
                    <a:pt x="50" y="14"/>
                  </a:lnTo>
                  <a:lnTo>
                    <a:pt x="53" y="15"/>
                  </a:lnTo>
                  <a:lnTo>
                    <a:pt x="56" y="16"/>
                  </a:lnTo>
                  <a:lnTo>
                    <a:pt x="58" y="16"/>
                  </a:lnTo>
                  <a:lnTo>
                    <a:pt x="60" y="18"/>
                  </a:lnTo>
                  <a:lnTo>
                    <a:pt x="59" y="19"/>
                  </a:lnTo>
                  <a:lnTo>
                    <a:pt x="58" y="20"/>
                  </a:lnTo>
                  <a:lnTo>
                    <a:pt x="60" y="21"/>
                  </a:lnTo>
                  <a:lnTo>
                    <a:pt x="62" y="22"/>
                  </a:lnTo>
                  <a:lnTo>
                    <a:pt x="64" y="21"/>
                  </a:lnTo>
                  <a:lnTo>
                    <a:pt x="66" y="21"/>
                  </a:lnTo>
                  <a:lnTo>
                    <a:pt x="67" y="19"/>
                  </a:lnTo>
                  <a:lnTo>
                    <a:pt x="67" y="18"/>
                  </a:lnTo>
                  <a:lnTo>
                    <a:pt x="69" y="17"/>
                  </a:lnTo>
                  <a:lnTo>
                    <a:pt x="71" y="17"/>
                  </a:lnTo>
                  <a:lnTo>
                    <a:pt x="73" y="18"/>
                  </a:lnTo>
                  <a:lnTo>
                    <a:pt x="75" y="19"/>
                  </a:lnTo>
                  <a:lnTo>
                    <a:pt x="76" y="18"/>
                  </a:lnTo>
                  <a:lnTo>
                    <a:pt x="76" y="17"/>
                  </a:lnTo>
                  <a:lnTo>
                    <a:pt x="77" y="17"/>
                  </a:lnTo>
                  <a:lnTo>
                    <a:pt x="79" y="18"/>
                  </a:lnTo>
                  <a:lnTo>
                    <a:pt x="80" y="19"/>
                  </a:lnTo>
                  <a:lnTo>
                    <a:pt x="81" y="19"/>
                  </a:lnTo>
                  <a:lnTo>
                    <a:pt x="82" y="20"/>
                  </a:lnTo>
                  <a:lnTo>
                    <a:pt x="84" y="22"/>
                  </a:lnTo>
                  <a:lnTo>
                    <a:pt x="87" y="22"/>
                  </a:lnTo>
                  <a:lnTo>
                    <a:pt x="89" y="22"/>
                  </a:lnTo>
                  <a:lnTo>
                    <a:pt x="90" y="24"/>
                  </a:lnTo>
                  <a:lnTo>
                    <a:pt x="89" y="25"/>
                  </a:lnTo>
                  <a:lnTo>
                    <a:pt x="88" y="28"/>
                  </a:lnTo>
                  <a:lnTo>
                    <a:pt x="91" y="31"/>
                  </a:lnTo>
                  <a:lnTo>
                    <a:pt x="93" y="32"/>
                  </a:lnTo>
                  <a:lnTo>
                    <a:pt x="95" y="33"/>
                  </a:lnTo>
                  <a:lnTo>
                    <a:pt x="96" y="34"/>
                  </a:lnTo>
                  <a:lnTo>
                    <a:pt x="98" y="34"/>
                  </a:lnTo>
                  <a:lnTo>
                    <a:pt x="100" y="34"/>
                  </a:lnTo>
                  <a:lnTo>
                    <a:pt x="101" y="36"/>
                  </a:lnTo>
                  <a:lnTo>
                    <a:pt x="99" y="38"/>
                  </a:lnTo>
                  <a:lnTo>
                    <a:pt x="98" y="39"/>
                  </a:lnTo>
                  <a:lnTo>
                    <a:pt x="97" y="40"/>
                  </a:lnTo>
                  <a:lnTo>
                    <a:pt x="98" y="42"/>
                  </a:lnTo>
                  <a:lnTo>
                    <a:pt x="100" y="45"/>
                  </a:lnTo>
                  <a:lnTo>
                    <a:pt x="104" y="47"/>
                  </a:lnTo>
                  <a:lnTo>
                    <a:pt x="105" y="49"/>
                  </a:lnTo>
                  <a:lnTo>
                    <a:pt x="104" y="52"/>
                  </a:lnTo>
                  <a:lnTo>
                    <a:pt x="103" y="53"/>
                  </a:lnTo>
                  <a:lnTo>
                    <a:pt x="101" y="53"/>
                  </a:lnTo>
                  <a:lnTo>
                    <a:pt x="99" y="51"/>
                  </a:lnTo>
                  <a:lnTo>
                    <a:pt x="98" y="51"/>
                  </a:lnTo>
                  <a:lnTo>
                    <a:pt x="97" y="50"/>
                  </a:lnTo>
                  <a:lnTo>
                    <a:pt x="95" y="51"/>
                  </a:lnTo>
                  <a:lnTo>
                    <a:pt x="90" y="49"/>
                  </a:lnTo>
                  <a:lnTo>
                    <a:pt x="89" y="47"/>
                  </a:lnTo>
                  <a:lnTo>
                    <a:pt x="87" y="46"/>
                  </a:lnTo>
                  <a:lnTo>
                    <a:pt x="83" y="45"/>
                  </a:lnTo>
                  <a:lnTo>
                    <a:pt x="81" y="45"/>
                  </a:lnTo>
                  <a:lnTo>
                    <a:pt x="79" y="48"/>
                  </a:lnTo>
                  <a:lnTo>
                    <a:pt x="77" y="49"/>
                  </a:lnTo>
                  <a:lnTo>
                    <a:pt x="74" y="49"/>
                  </a:lnTo>
                  <a:lnTo>
                    <a:pt x="70" y="50"/>
                  </a:lnTo>
                  <a:lnTo>
                    <a:pt x="66" y="50"/>
                  </a:lnTo>
                  <a:lnTo>
                    <a:pt x="63" y="51"/>
                  </a:lnTo>
                  <a:lnTo>
                    <a:pt x="60" y="51"/>
                  </a:lnTo>
                  <a:lnTo>
                    <a:pt x="58" y="52"/>
                  </a:lnTo>
                  <a:lnTo>
                    <a:pt x="56" y="52"/>
                  </a:lnTo>
                  <a:lnTo>
                    <a:pt x="53" y="53"/>
                  </a:lnTo>
                  <a:lnTo>
                    <a:pt x="43" y="43"/>
                  </a:lnTo>
                  <a:lnTo>
                    <a:pt x="41" y="43"/>
                  </a:lnTo>
                  <a:lnTo>
                    <a:pt x="35" y="46"/>
                  </a:lnTo>
                  <a:lnTo>
                    <a:pt x="34" y="47"/>
                  </a:lnTo>
                  <a:lnTo>
                    <a:pt x="30" y="46"/>
                  </a:lnTo>
                  <a:lnTo>
                    <a:pt x="22" y="46"/>
                  </a:lnTo>
                  <a:lnTo>
                    <a:pt x="22" y="45"/>
                  </a:lnTo>
                  <a:lnTo>
                    <a:pt x="24" y="39"/>
                  </a:lnTo>
                  <a:lnTo>
                    <a:pt x="25" y="38"/>
                  </a:lnTo>
                  <a:lnTo>
                    <a:pt x="24" y="31"/>
                  </a:lnTo>
                  <a:lnTo>
                    <a:pt x="22" y="21"/>
                  </a:lnTo>
                  <a:lnTo>
                    <a:pt x="21" y="17"/>
                  </a:lnTo>
                  <a:lnTo>
                    <a:pt x="16" y="12"/>
                  </a:lnTo>
                  <a:lnTo>
                    <a:pt x="14" y="11"/>
                  </a:lnTo>
                  <a:lnTo>
                    <a:pt x="7" y="9"/>
                  </a:lnTo>
                  <a:lnTo>
                    <a:pt x="3" y="7"/>
                  </a:lnTo>
                  <a:lnTo>
                    <a:pt x="0" y="4"/>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86" name="Freeform 5">
              <a:extLst>
                <a:ext uri="{FF2B5EF4-FFF2-40B4-BE49-F238E27FC236}">
                  <a16:creationId xmlns:a16="http://schemas.microsoft.com/office/drawing/2014/main" id="{F1E95D91-6C38-E235-35A8-0766198368DF}"/>
                </a:ext>
              </a:extLst>
            </p:cNvPr>
            <p:cNvSpPr>
              <a:spLocks/>
            </p:cNvSpPr>
            <p:nvPr/>
          </p:nvSpPr>
          <p:spPr bwMode="gray">
            <a:xfrm>
              <a:off x="3219484" y="3582639"/>
              <a:ext cx="180128" cy="90922"/>
            </a:xfrm>
            <a:custGeom>
              <a:avLst/>
              <a:gdLst>
                <a:gd name="T0" fmla="*/ 1 w 105"/>
                <a:gd name="T1" fmla="*/ 1 h 53"/>
                <a:gd name="T2" fmla="*/ 5 w 105"/>
                <a:gd name="T3" fmla="*/ 0 h 53"/>
                <a:gd name="T4" fmla="*/ 8 w 105"/>
                <a:gd name="T5" fmla="*/ 1 h 53"/>
                <a:gd name="T6" fmla="*/ 13 w 105"/>
                <a:gd name="T7" fmla="*/ 2 h 53"/>
                <a:gd name="T8" fmla="*/ 17 w 105"/>
                <a:gd name="T9" fmla="*/ 4 h 53"/>
                <a:gd name="T10" fmla="*/ 20 w 105"/>
                <a:gd name="T11" fmla="*/ 5 h 53"/>
                <a:gd name="T12" fmla="*/ 23 w 105"/>
                <a:gd name="T13" fmla="*/ 6 h 53"/>
                <a:gd name="T14" fmla="*/ 27 w 105"/>
                <a:gd name="T15" fmla="*/ 8 h 53"/>
                <a:gd name="T16" fmla="*/ 32 w 105"/>
                <a:gd name="T17" fmla="*/ 8 h 53"/>
                <a:gd name="T18" fmla="*/ 38 w 105"/>
                <a:gd name="T19" fmla="*/ 7 h 53"/>
                <a:gd name="T20" fmla="*/ 43 w 105"/>
                <a:gd name="T21" fmla="*/ 9 h 53"/>
                <a:gd name="T22" fmla="*/ 47 w 105"/>
                <a:gd name="T23" fmla="*/ 10 h 53"/>
                <a:gd name="T24" fmla="*/ 50 w 105"/>
                <a:gd name="T25" fmla="*/ 14 h 53"/>
                <a:gd name="T26" fmla="*/ 56 w 105"/>
                <a:gd name="T27" fmla="*/ 16 h 53"/>
                <a:gd name="T28" fmla="*/ 60 w 105"/>
                <a:gd name="T29" fmla="*/ 18 h 53"/>
                <a:gd name="T30" fmla="*/ 58 w 105"/>
                <a:gd name="T31" fmla="*/ 20 h 53"/>
                <a:gd name="T32" fmla="*/ 62 w 105"/>
                <a:gd name="T33" fmla="*/ 22 h 53"/>
                <a:gd name="T34" fmla="*/ 66 w 105"/>
                <a:gd name="T35" fmla="*/ 21 h 53"/>
                <a:gd name="T36" fmla="*/ 67 w 105"/>
                <a:gd name="T37" fmla="*/ 18 h 53"/>
                <a:gd name="T38" fmla="*/ 71 w 105"/>
                <a:gd name="T39" fmla="*/ 17 h 53"/>
                <a:gd name="T40" fmla="*/ 75 w 105"/>
                <a:gd name="T41" fmla="*/ 19 h 53"/>
                <a:gd name="T42" fmla="*/ 76 w 105"/>
                <a:gd name="T43" fmla="*/ 17 h 53"/>
                <a:gd name="T44" fmla="*/ 79 w 105"/>
                <a:gd name="T45" fmla="*/ 18 h 53"/>
                <a:gd name="T46" fmla="*/ 81 w 105"/>
                <a:gd name="T47" fmla="*/ 19 h 53"/>
                <a:gd name="T48" fmla="*/ 84 w 105"/>
                <a:gd name="T49" fmla="*/ 22 h 53"/>
                <a:gd name="T50" fmla="*/ 89 w 105"/>
                <a:gd name="T51" fmla="*/ 22 h 53"/>
                <a:gd name="T52" fmla="*/ 89 w 105"/>
                <a:gd name="T53" fmla="*/ 25 h 53"/>
                <a:gd name="T54" fmla="*/ 91 w 105"/>
                <a:gd name="T55" fmla="*/ 31 h 53"/>
                <a:gd name="T56" fmla="*/ 95 w 105"/>
                <a:gd name="T57" fmla="*/ 33 h 53"/>
                <a:gd name="T58" fmla="*/ 98 w 105"/>
                <a:gd name="T59" fmla="*/ 34 h 53"/>
                <a:gd name="T60" fmla="*/ 101 w 105"/>
                <a:gd name="T61" fmla="*/ 36 h 53"/>
                <a:gd name="T62" fmla="*/ 98 w 105"/>
                <a:gd name="T63" fmla="*/ 39 h 53"/>
                <a:gd name="T64" fmla="*/ 98 w 105"/>
                <a:gd name="T65" fmla="*/ 42 h 53"/>
                <a:gd name="T66" fmla="*/ 104 w 105"/>
                <a:gd name="T67" fmla="*/ 47 h 53"/>
                <a:gd name="T68" fmla="*/ 104 w 105"/>
                <a:gd name="T69" fmla="*/ 52 h 53"/>
                <a:gd name="T70" fmla="*/ 101 w 105"/>
                <a:gd name="T71" fmla="*/ 53 h 53"/>
                <a:gd name="T72" fmla="*/ 98 w 105"/>
                <a:gd name="T73" fmla="*/ 51 h 53"/>
                <a:gd name="T74" fmla="*/ 95 w 105"/>
                <a:gd name="T75" fmla="*/ 51 h 53"/>
                <a:gd name="T76" fmla="*/ 89 w 105"/>
                <a:gd name="T77" fmla="*/ 47 h 53"/>
                <a:gd name="T78" fmla="*/ 83 w 105"/>
                <a:gd name="T79" fmla="*/ 45 h 53"/>
                <a:gd name="T80" fmla="*/ 79 w 105"/>
                <a:gd name="T81" fmla="*/ 48 h 53"/>
                <a:gd name="T82" fmla="*/ 74 w 105"/>
                <a:gd name="T83" fmla="*/ 49 h 53"/>
                <a:gd name="T84" fmla="*/ 66 w 105"/>
                <a:gd name="T85" fmla="*/ 50 h 53"/>
                <a:gd name="T86" fmla="*/ 60 w 105"/>
                <a:gd name="T87" fmla="*/ 51 h 53"/>
                <a:gd name="T88" fmla="*/ 56 w 105"/>
                <a:gd name="T89" fmla="*/ 52 h 53"/>
                <a:gd name="T90" fmla="*/ 53 w 105"/>
                <a:gd name="T91" fmla="*/ 53 h 53"/>
                <a:gd name="T92" fmla="*/ 41 w 105"/>
                <a:gd name="T93" fmla="*/ 43 h 53"/>
                <a:gd name="T94" fmla="*/ 34 w 105"/>
                <a:gd name="T95" fmla="*/ 47 h 53"/>
                <a:gd name="T96" fmla="*/ 22 w 105"/>
                <a:gd name="T97" fmla="*/ 46 h 53"/>
                <a:gd name="T98" fmla="*/ 24 w 105"/>
                <a:gd name="T99" fmla="*/ 39 h 53"/>
                <a:gd name="T100" fmla="*/ 24 w 105"/>
                <a:gd name="T101" fmla="*/ 31 h 53"/>
                <a:gd name="T102" fmla="*/ 21 w 105"/>
                <a:gd name="T103" fmla="*/ 17 h 53"/>
                <a:gd name="T104" fmla="*/ 14 w 105"/>
                <a:gd name="T105" fmla="*/ 11 h 53"/>
                <a:gd name="T106" fmla="*/ 3 w 105"/>
                <a:gd name="T107" fmla="*/ 7 h 5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05"/>
                <a:gd name="T163" fmla="*/ 0 h 53"/>
                <a:gd name="T164" fmla="*/ 105 w 105"/>
                <a:gd name="T165" fmla="*/ 53 h 5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05" h="53">
                  <a:moveTo>
                    <a:pt x="0" y="4"/>
                  </a:moveTo>
                  <a:lnTo>
                    <a:pt x="1" y="1"/>
                  </a:lnTo>
                  <a:lnTo>
                    <a:pt x="3" y="0"/>
                  </a:lnTo>
                  <a:lnTo>
                    <a:pt x="5" y="0"/>
                  </a:lnTo>
                  <a:lnTo>
                    <a:pt x="5" y="1"/>
                  </a:lnTo>
                  <a:lnTo>
                    <a:pt x="8" y="1"/>
                  </a:lnTo>
                  <a:lnTo>
                    <a:pt x="11" y="1"/>
                  </a:lnTo>
                  <a:lnTo>
                    <a:pt x="13" y="2"/>
                  </a:lnTo>
                  <a:lnTo>
                    <a:pt x="15" y="3"/>
                  </a:lnTo>
                  <a:lnTo>
                    <a:pt x="17" y="4"/>
                  </a:lnTo>
                  <a:lnTo>
                    <a:pt x="18" y="5"/>
                  </a:lnTo>
                  <a:lnTo>
                    <a:pt x="20" y="5"/>
                  </a:lnTo>
                  <a:lnTo>
                    <a:pt x="21" y="5"/>
                  </a:lnTo>
                  <a:lnTo>
                    <a:pt x="23" y="6"/>
                  </a:lnTo>
                  <a:lnTo>
                    <a:pt x="25" y="7"/>
                  </a:lnTo>
                  <a:lnTo>
                    <a:pt x="27" y="8"/>
                  </a:lnTo>
                  <a:lnTo>
                    <a:pt x="30" y="8"/>
                  </a:lnTo>
                  <a:lnTo>
                    <a:pt x="32" y="8"/>
                  </a:lnTo>
                  <a:lnTo>
                    <a:pt x="35" y="7"/>
                  </a:lnTo>
                  <a:lnTo>
                    <a:pt x="38" y="7"/>
                  </a:lnTo>
                  <a:lnTo>
                    <a:pt x="41" y="9"/>
                  </a:lnTo>
                  <a:lnTo>
                    <a:pt x="43" y="9"/>
                  </a:lnTo>
                  <a:lnTo>
                    <a:pt x="45" y="9"/>
                  </a:lnTo>
                  <a:lnTo>
                    <a:pt x="47" y="10"/>
                  </a:lnTo>
                  <a:lnTo>
                    <a:pt x="48" y="12"/>
                  </a:lnTo>
                  <a:lnTo>
                    <a:pt x="50" y="14"/>
                  </a:lnTo>
                  <a:lnTo>
                    <a:pt x="53" y="15"/>
                  </a:lnTo>
                  <a:lnTo>
                    <a:pt x="56" y="16"/>
                  </a:lnTo>
                  <a:lnTo>
                    <a:pt x="58" y="16"/>
                  </a:lnTo>
                  <a:lnTo>
                    <a:pt x="60" y="18"/>
                  </a:lnTo>
                  <a:lnTo>
                    <a:pt x="59" y="19"/>
                  </a:lnTo>
                  <a:lnTo>
                    <a:pt x="58" y="20"/>
                  </a:lnTo>
                  <a:lnTo>
                    <a:pt x="60" y="21"/>
                  </a:lnTo>
                  <a:lnTo>
                    <a:pt x="62" y="22"/>
                  </a:lnTo>
                  <a:lnTo>
                    <a:pt x="64" y="21"/>
                  </a:lnTo>
                  <a:lnTo>
                    <a:pt x="66" y="21"/>
                  </a:lnTo>
                  <a:lnTo>
                    <a:pt x="67" y="19"/>
                  </a:lnTo>
                  <a:lnTo>
                    <a:pt x="67" y="18"/>
                  </a:lnTo>
                  <a:lnTo>
                    <a:pt x="69" y="17"/>
                  </a:lnTo>
                  <a:lnTo>
                    <a:pt x="71" y="17"/>
                  </a:lnTo>
                  <a:lnTo>
                    <a:pt x="73" y="18"/>
                  </a:lnTo>
                  <a:lnTo>
                    <a:pt x="75" y="19"/>
                  </a:lnTo>
                  <a:lnTo>
                    <a:pt x="76" y="18"/>
                  </a:lnTo>
                  <a:lnTo>
                    <a:pt x="76" y="17"/>
                  </a:lnTo>
                  <a:lnTo>
                    <a:pt x="77" y="17"/>
                  </a:lnTo>
                  <a:lnTo>
                    <a:pt x="79" y="18"/>
                  </a:lnTo>
                  <a:lnTo>
                    <a:pt x="80" y="19"/>
                  </a:lnTo>
                  <a:lnTo>
                    <a:pt x="81" y="19"/>
                  </a:lnTo>
                  <a:lnTo>
                    <a:pt x="82" y="20"/>
                  </a:lnTo>
                  <a:lnTo>
                    <a:pt x="84" y="22"/>
                  </a:lnTo>
                  <a:lnTo>
                    <a:pt x="87" y="22"/>
                  </a:lnTo>
                  <a:lnTo>
                    <a:pt x="89" y="22"/>
                  </a:lnTo>
                  <a:lnTo>
                    <a:pt x="90" y="24"/>
                  </a:lnTo>
                  <a:lnTo>
                    <a:pt x="89" y="25"/>
                  </a:lnTo>
                  <a:lnTo>
                    <a:pt x="88" y="28"/>
                  </a:lnTo>
                  <a:lnTo>
                    <a:pt x="91" y="31"/>
                  </a:lnTo>
                  <a:lnTo>
                    <a:pt x="93" y="32"/>
                  </a:lnTo>
                  <a:lnTo>
                    <a:pt x="95" y="33"/>
                  </a:lnTo>
                  <a:lnTo>
                    <a:pt x="96" y="34"/>
                  </a:lnTo>
                  <a:lnTo>
                    <a:pt x="98" y="34"/>
                  </a:lnTo>
                  <a:lnTo>
                    <a:pt x="100" y="34"/>
                  </a:lnTo>
                  <a:lnTo>
                    <a:pt x="101" y="36"/>
                  </a:lnTo>
                  <a:lnTo>
                    <a:pt x="99" y="38"/>
                  </a:lnTo>
                  <a:lnTo>
                    <a:pt x="98" y="39"/>
                  </a:lnTo>
                  <a:lnTo>
                    <a:pt x="97" y="40"/>
                  </a:lnTo>
                  <a:lnTo>
                    <a:pt x="98" y="42"/>
                  </a:lnTo>
                  <a:lnTo>
                    <a:pt x="100" y="45"/>
                  </a:lnTo>
                  <a:lnTo>
                    <a:pt x="104" y="47"/>
                  </a:lnTo>
                  <a:lnTo>
                    <a:pt x="105" y="49"/>
                  </a:lnTo>
                  <a:lnTo>
                    <a:pt x="104" y="52"/>
                  </a:lnTo>
                  <a:lnTo>
                    <a:pt x="103" y="53"/>
                  </a:lnTo>
                  <a:lnTo>
                    <a:pt x="101" y="53"/>
                  </a:lnTo>
                  <a:lnTo>
                    <a:pt x="99" y="51"/>
                  </a:lnTo>
                  <a:lnTo>
                    <a:pt x="98" y="51"/>
                  </a:lnTo>
                  <a:lnTo>
                    <a:pt x="97" y="50"/>
                  </a:lnTo>
                  <a:lnTo>
                    <a:pt x="95" y="51"/>
                  </a:lnTo>
                  <a:lnTo>
                    <a:pt x="90" y="49"/>
                  </a:lnTo>
                  <a:lnTo>
                    <a:pt x="89" y="47"/>
                  </a:lnTo>
                  <a:lnTo>
                    <a:pt x="87" y="46"/>
                  </a:lnTo>
                  <a:lnTo>
                    <a:pt x="83" y="45"/>
                  </a:lnTo>
                  <a:lnTo>
                    <a:pt x="81" y="45"/>
                  </a:lnTo>
                  <a:lnTo>
                    <a:pt x="79" y="48"/>
                  </a:lnTo>
                  <a:lnTo>
                    <a:pt x="77" y="49"/>
                  </a:lnTo>
                  <a:lnTo>
                    <a:pt x="74" y="49"/>
                  </a:lnTo>
                  <a:lnTo>
                    <a:pt x="70" y="50"/>
                  </a:lnTo>
                  <a:lnTo>
                    <a:pt x="66" y="50"/>
                  </a:lnTo>
                  <a:lnTo>
                    <a:pt x="63" y="51"/>
                  </a:lnTo>
                  <a:lnTo>
                    <a:pt x="60" y="51"/>
                  </a:lnTo>
                  <a:lnTo>
                    <a:pt x="58" y="52"/>
                  </a:lnTo>
                  <a:lnTo>
                    <a:pt x="56" y="52"/>
                  </a:lnTo>
                  <a:lnTo>
                    <a:pt x="53" y="53"/>
                  </a:lnTo>
                  <a:lnTo>
                    <a:pt x="43" y="43"/>
                  </a:lnTo>
                  <a:lnTo>
                    <a:pt x="41" y="43"/>
                  </a:lnTo>
                  <a:lnTo>
                    <a:pt x="35" y="46"/>
                  </a:lnTo>
                  <a:lnTo>
                    <a:pt x="34" y="47"/>
                  </a:lnTo>
                  <a:lnTo>
                    <a:pt x="30" y="46"/>
                  </a:lnTo>
                  <a:lnTo>
                    <a:pt x="22" y="46"/>
                  </a:lnTo>
                  <a:lnTo>
                    <a:pt x="22" y="45"/>
                  </a:lnTo>
                  <a:lnTo>
                    <a:pt x="24" y="39"/>
                  </a:lnTo>
                  <a:lnTo>
                    <a:pt x="25" y="38"/>
                  </a:lnTo>
                  <a:lnTo>
                    <a:pt x="24" y="31"/>
                  </a:lnTo>
                  <a:lnTo>
                    <a:pt x="22" y="21"/>
                  </a:lnTo>
                  <a:lnTo>
                    <a:pt x="21" y="17"/>
                  </a:lnTo>
                  <a:lnTo>
                    <a:pt x="16" y="12"/>
                  </a:lnTo>
                  <a:lnTo>
                    <a:pt x="14" y="11"/>
                  </a:lnTo>
                  <a:lnTo>
                    <a:pt x="7" y="9"/>
                  </a:lnTo>
                  <a:lnTo>
                    <a:pt x="3" y="7"/>
                  </a:lnTo>
                  <a:lnTo>
                    <a:pt x="0" y="4"/>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87" name="Freeform 6">
              <a:extLst>
                <a:ext uri="{FF2B5EF4-FFF2-40B4-BE49-F238E27FC236}">
                  <a16:creationId xmlns:a16="http://schemas.microsoft.com/office/drawing/2014/main" id="{D74088F5-1D5F-588B-FAFE-2E74E74B2C00}"/>
                </a:ext>
              </a:extLst>
            </p:cNvPr>
            <p:cNvSpPr>
              <a:spLocks/>
            </p:cNvSpPr>
            <p:nvPr/>
          </p:nvSpPr>
          <p:spPr bwMode="gray">
            <a:xfrm>
              <a:off x="3392750" y="3090289"/>
              <a:ext cx="1092776" cy="598712"/>
            </a:xfrm>
            <a:custGeom>
              <a:avLst/>
              <a:gdLst>
                <a:gd name="T0" fmla="*/ 507 w 637"/>
                <a:gd name="T1" fmla="*/ 304 h 349"/>
                <a:gd name="T2" fmla="*/ 459 w 637"/>
                <a:gd name="T3" fmla="*/ 301 h 349"/>
                <a:gd name="T4" fmla="*/ 423 w 637"/>
                <a:gd name="T5" fmla="*/ 300 h 349"/>
                <a:gd name="T6" fmla="*/ 392 w 637"/>
                <a:gd name="T7" fmla="*/ 304 h 349"/>
                <a:gd name="T8" fmla="*/ 374 w 637"/>
                <a:gd name="T9" fmla="*/ 319 h 349"/>
                <a:gd name="T10" fmla="*/ 345 w 637"/>
                <a:gd name="T11" fmla="*/ 343 h 349"/>
                <a:gd name="T12" fmla="*/ 332 w 637"/>
                <a:gd name="T13" fmla="*/ 337 h 349"/>
                <a:gd name="T14" fmla="*/ 307 w 637"/>
                <a:gd name="T15" fmla="*/ 309 h 349"/>
                <a:gd name="T16" fmla="*/ 243 w 637"/>
                <a:gd name="T17" fmla="*/ 289 h 349"/>
                <a:gd name="T18" fmla="*/ 139 w 637"/>
                <a:gd name="T19" fmla="*/ 334 h 349"/>
                <a:gd name="T20" fmla="*/ 97 w 637"/>
                <a:gd name="T21" fmla="*/ 321 h 349"/>
                <a:gd name="T22" fmla="*/ 97 w 637"/>
                <a:gd name="T23" fmla="*/ 309 h 349"/>
                <a:gd name="T24" fmla="*/ 85 w 637"/>
                <a:gd name="T25" fmla="*/ 302 h 349"/>
                <a:gd name="T26" fmla="*/ 73 w 637"/>
                <a:gd name="T27" fmla="*/ 287 h 349"/>
                <a:gd name="T28" fmla="*/ 60 w 637"/>
                <a:gd name="T29" fmla="*/ 264 h 349"/>
                <a:gd name="T30" fmla="*/ 77 w 637"/>
                <a:gd name="T31" fmla="*/ 264 h 349"/>
                <a:gd name="T32" fmla="*/ 77 w 637"/>
                <a:gd name="T33" fmla="*/ 248 h 349"/>
                <a:gd name="T34" fmla="*/ 105 w 637"/>
                <a:gd name="T35" fmla="*/ 249 h 349"/>
                <a:gd name="T36" fmla="*/ 103 w 637"/>
                <a:gd name="T37" fmla="*/ 229 h 349"/>
                <a:gd name="T38" fmla="*/ 101 w 637"/>
                <a:gd name="T39" fmla="*/ 213 h 349"/>
                <a:gd name="T40" fmla="*/ 80 w 637"/>
                <a:gd name="T41" fmla="*/ 210 h 349"/>
                <a:gd name="T42" fmla="*/ 46 w 637"/>
                <a:gd name="T43" fmla="*/ 222 h 349"/>
                <a:gd name="T44" fmla="*/ 40 w 637"/>
                <a:gd name="T45" fmla="*/ 218 h 349"/>
                <a:gd name="T46" fmla="*/ 14 w 637"/>
                <a:gd name="T47" fmla="*/ 191 h 349"/>
                <a:gd name="T48" fmla="*/ 10 w 637"/>
                <a:gd name="T49" fmla="*/ 161 h 349"/>
                <a:gd name="T50" fmla="*/ 22 w 637"/>
                <a:gd name="T51" fmla="*/ 133 h 349"/>
                <a:gd name="T52" fmla="*/ 39 w 637"/>
                <a:gd name="T53" fmla="*/ 124 h 349"/>
                <a:gd name="T54" fmla="*/ 69 w 637"/>
                <a:gd name="T55" fmla="*/ 99 h 349"/>
                <a:gd name="T56" fmla="*/ 96 w 637"/>
                <a:gd name="T57" fmla="*/ 104 h 349"/>
                <a:gd name="T58" fmla="*/ 125 w 637"/>
                <a:gd name="T59" fmla="*/ 125 h 349"/>
                <a:gd name="T60" fmla="*/ 144 w 637"/>
                <a:gd name="T61" fmla="*/ 126 h 349"/>
                <a:gd name="T62" fmla="*/ 176 w 637"/>
                <a:gd name="T63" fmla="*/ 119 h 349"/>
                <a:gd name="T64" fmla="*/ 211 w 637"/>
                <a:gd name="T65" fmla="*/ 123 h 349"/>
                <a:gd name="T66" fmla="*/ 235 w 637"/>
                <a:gd name="T67" fmla="*/ 106 h 349"/>
                <a:gd name="T68" fmla="*/ 212 w 637"/>
                <a:gd name="T69" fmla="*/ 91 h 349"/>
                <a:gd name="T70" fmla="*/ 233 w 637"/>
                <a:gd name="T71" fmla="*/ 64 h 349"/>
                <a:gd name="T72" fmla="*/ 230 w 637"/>
                <a:gd name="T73" fmla="*/ 50 h 349"/>
                <a:gd name="T74" fmla="*/ 263 w 637"/>
                <a:gd name="T75" fmla="*/ 32 h 349"/>
                <a:gd name="T76" fmla="*/ 306 w 637"/>
                <a:gd name="T77" fmla="*/ 21 h 349"/>
                <a:gd name="T78" fmla="*/ 349 w 637"/>
                <a:gd name="T79" fmla="*/ 1 h 349"/>
                <a:gd name="T80" fmla="*/ 383 w 637"/>
                <a:gd name="T81" fmla="*/ 14 h 349"/>
                <a:gd name="T82" fmla="*/ 389 w 637"/>
                <a:gd name="T83" fmla="*/ 35 h 349"/>
                <a:gd name="T84" fmla="*/ 408 w 637"/>
                <a:gd name="T85" fmla="*/ 39 h 349"/>
                <a:gd name="T86" fmla="*/ 424 w 637"/>
                <a:gd name="T87" fmla="*/ 42 h 349"/>
                <a:gd name="T88" fmla="*/ 439 w 637"/>
                <a:gd name="T89" fmla="*/ 48 h 349"/>
                <a:gd name="T90" fmla="*/ 470 w 637"/>
                <a:gd name="T91" fmla="*/ 34 h 349"/>
                <a:gd name="T92" fmla="*/ 525 w 637"/>
                <a:gd name="T93" fmla="*/ 121 h 349"/>
                <a:gd name="T94" fmla="*/ 547 w 637"/>
                <a:gd name="T95" fmla="*/ 120 h 349"/>
                <a:gd name="T96" fmla="*/ 589 w 637"/>
                <a:gd name="T97" fmla="*/ 128 h 349"/>
                <a:gd name="T98" fmla="*/ 628 w 637"/>
                <a:gd name="T99" fmla="*/ 146 h 349"/>
                <a:gd name="T100" fmla="*/ 628 w 637"/>
                <a:gd name="T101" fmla="*/ 165 h 349"/>
                <a:gd name="T102" fmla="*/ 610 w 637"/>
                <a:gd name="T103" fmla="*/ 194 h 349"/>
                <a:gd name="T104" fmla="*/ 580 w 637"/>
                <a:gd name="T105" fmla="*/ 207 h 349"/>
                <a:gd name="T106" fmla="*/ 565 w 637"/>
                <a:gd name="T107" fmla="*/ 248 h 349"/>
                <a:gd name="T108" fmla="*/ 526 w 637"/>
                <a:gd name="T109" fmla="*/ 253 h 349"/>
                <a:gd name="T110" fmla="*/ 531 w 637"/>
                <a:gd name="T111" fmla="*/ 282 h 34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637"/>
                <a:gd name="T169" fmla="*/ 0 h 349"/>
                <a:gd name="T170" fmla="*/ 637 w 637"/>
                <a:gd name="T171" fmla="*/ 349 h 349"/>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637" h="349">
                  <a:moveTo>
                    <a:pt x="526" y="316"/>
                  </a:moveTo>
                  <a:lnTo>
                    <a:pt x="523" y="312"/>
                  </a:lnTo>
                  <a:lnTo>
                    <a:pt x="520" y="311"/>
                  </a:lnTo>
                  <a:lnTo>
                    <a:pt x="515" y="311"/>
                  </a:lnTo>
                  <a:lnTo>
                    <a:pt x="514" y="308"/>
                  </a:lnTo>
                  <a:lnTo>
                    <a:pt x="512" y="307"/>
                  </a:lnTo>
                  <a:lnTo>
                    <a:pt x="511" y="304"/>
                  </a:lnTo>
                  <a:lnTo>
                    <a:pt x="507" y="304"/>
                  </a:lnTo>
                  <a:lnTo>
                    <a:pt x="500" y="302"/>
                  </a:lnTo>
                  <a:lnTo>
                    <a:pt x="495" y="303"/>
                  </a:lnTo>
                  <a:lnTo>
                    <a:pt x="486" y="303"/>
                  </a:lnTo>
                  <a:lnTo>
                    <a:pt x="481" y="302"/>
                  </a:lnTo>
                  <a:lnTo>
                    <a:pt x="476" y="299"/>
                  </a:lnTo>
                  <a:lnTo>
                    <a:pt x="471" y="301"/>
                  </a:lnTo>
                  <a:lnTo>
                    <a:pt x="465" y="301"/>
                  </a:lnTo>
                  <a:lnTo>
                    <a:pt x="459" y="301"/>
                  </a:lnTo>
                  <a:lnTo>
                    <a:pt x="456" y="303"/>
                  </a:lnTo>
                  <a:lnTo>
                    <a:pt x="452" y="303"/>
                  </a:lnTo>
                  <a:lnTo>
                    <a:pt x="446" y="301"/>
                  </a:lnTo>
                  <a:lnTo>
                    <a:pt x="441" y="298"/>
                  </a:lnTo>
                  <a:lnTo>
                    <a:pt x="435" y="296"/>
                  </a:lnTo>
                  <a:lnTo>
                    <a:pt x="432" y="295"/>
                  </a:lnTo>
                  <a:lnTo>
                    <a:pt x="427" y="296"/>
                  </a:lnTo>
                  <a:lnTo>
                    <a:pt x="423" y="300"/>
                  </a:lnTo>
                  <a:lnTo>
                    <a:pt x="421" y="307"/>
                  </a:lnTo>
                  <a:lnTo>
                    <a:pt x="422" y="311"/>
                  </a:lnTo>
                  <a:lnTo>
                    <a:pt x="420" y="310"/>
                  </a:lnTo>
                  <a:lnTo>
                    <a:pt x="414" y="309"/>
                  </a:lnTo>
                  <a:lnTo>
                    <a:pt x="409" y="307"/>
                  </a:lnTo>
                  <a:lnTo>
                    <a:pt x="403" y="304"/>
                  </a:lnTo>
                  <a:lnTo>
                    <a:pt x="396" y="303"/>
                  </a:lnTo>
                  <a:lnTo>
                    <a:pt x="392" y="304"/>
                  </a:lnTo>
                  <a:lnTo>
                    <a:pt x="387" y="305"/>
                  </a:lnTo>
                  <a:lnTo>
                    <a:pt x="384" y="309"/>
                  </a:lnTo>
                  <a:lnTo>
                    <a:pt x="382" y="313"/>
                  </a:lnTo>
                  <a:lnTo>
                    <a:pt x="382" y="316"/>
                  </a:lnTo>
                  <a:lnTo>
                    <a:pt x="380" y="316"/>
                  </a:lnTo>
                  <a:lnTo>
                    <a:pt x="377" y="319"/>
                  </a:lnTo>
                  <a:lnTo>
                    <a:pt x="375" y="318"/>
                  </a:lnTo>
                  <a:lnTo>
                    <a:pt x="374" y="319"/>
                  </a:lnTo>
                  <a:lnTo>
                    <a:pt x="371" y="321"/>
                  </a:lnTo>
                  <a:lnTo>
                    <a:pt x="367" y="326"/>
                  </a:lnTo>
                  <a:lnTo>
                    <a:pt x="362" y="328"/>
                  </a:lnTo>
                  <a:lnTo>
                    <a:pt x="356" y="331"/>
                  </a:lnTo>
                  <a:lnTo>
                    <a:pt x="353" y="333"/>
                  </a:lnTo>
                  <a:lnTo>
                    <a:pt x="352" y="337"/>
                  </a:lnTo>
                  <a:lnTo>
                    <a:pt x="349" y="339"/>
                  </a:lnTo>
                  <a:lnTo>
                    <a:pt x="345" y="343"/>
                  </a:lnTo>
                  <a:lnTo>
                    <a:pt x="346" y="347"/>
                  </a:lnTo>
                  <a:lnTo>
                    <a:pt x="345" y="349"/>
                  </a:lnTo>
                  <a:lnTo>
                    <a:pt x="341" y="349"/>
                  </a:lnTo>
                  <a:lnTo>
                    <a:pt x="338" y="346"/>
                  </a:lnTo>
                  <a:lnTo>
                    <a:pt x="338" y="343"/>
                  </a:lnTo>
                  <a:lnTo>
                    <a:pt x="338" y="340"/>
                  </a:lnTo>
                  <a:lnTo>
                    <a:pt x="335" y="337"/>
                  </a:lnTo>
                  <a:lnTo>
                    <a:pt x="332" y="337"/>
                  </a:lnTo>
                  <a:lnTo>
                    <a:pt x="325" y="338"/>
                  </a:lnTo>
                  <a:lnTo>
                    <a:pt x="320" y="338"/>
                  </a:lnTo>
                  <a:lnTo>
                    <a:pt x="317" y="338"/>
                  </a:lnTo>
                  <a:lnTo>
                    <a:pt x="314" y="328"/>
                  </a:lnTo>
                  <a:lnTo>
                    <a:pt x="313" y="320"/>
                  </a:lnTo>
                  <a:lnTo>
                    <a:pt x="306" y="320"/>
                  </a:lnTo>
                  <a:lnTo>
                    <a:pt x="305" y="313"/>
                  </a:lnTo>
                  <a:lnTo>
                    <a:pt x="307" y="309"/>
                  </a:lnTo>
                  <a:lnTo>
                    <a:pt x="307" y="299"/>
                  </a:lnTo>
                  <a:lnTo>
                    <a:pt x="302" y="303"/>
                  </a:lnTo>
                  <a:lnTo>
                    <a:pt x="298" y="293"/>
                  </a:lnTo>
                  <a:lnTo>
                    <a:pt x="294" y="290"/>
                  </a:lnTo>
                  <a:lnTo>
                    <a:pt x="288" y="284"/>
                  </a:lnTo>
                  <a:lnTo>
                    <a:pt x="281" y="288"/>
                  </a:lnTo>
                  <a:lnTo>
                    <a:pt x="261" y="286"/>
                  </a:lnTo>
                  <a:lnTo>
                    <a:pt x="243" y="289"/>
                  </a:lnTo>
                  <a:lnTo>
                    <a:pt x="229" y="273"/>
                  </a:lnTo>
                  <a:lnTo>
                    <a:pt x="189" y="243"/>
                  </a:lnTo>
                  <a:lnTo>
                    <a:pt x="149" y="256"/>
                  </a:lnTo>
                  <a:lnTo>
                    <a:pt x="149" y="335"/>
                  </a:lnTo>
                  <a:lnTo>
                    <a:pt x="147" y="334"/>
                  </a:lnTo>
                  <a:lnTo>
                    <a:pt x="145" y="335"/>
                  </a:lnTo>
                  <a:lnTo>
                    <a:pt x="142" y="336"/>
                  </a:lnTo>
                  <a:lnTo>
                    <a:pt x="139" y="334"/>
                  </a:lnTo>
                  <a:lnTo>
                    <a:pt x="134" y="327"/>
                  </a:lnTo>
                  <a:lnTo>
                    <a:pt x="132" y="322"/>
                  </a:lnTo>
                  <a:lnTo>
                    <a:pt x="128" y="319"/>
                  </a:lnTo>
                  <a:lnTo>
                    <a:pt x="123" y="315"/>
                  </a:lnTo>
                  <a:lnTo>
                    <a:pt x="120" y="313"/>
                  </a:lnTo>
                  <a:lnTo>
                    <a:pt x="113" y="314"/>
                  </a:lnTo>
                  <a:lnTo>
                    <a:pt x="104" y="317"/>
                  </a:lnTo>
                  <a:lnTo>
                    <a:pt x="97" y="321"/>
                  </a:lnTo>
                  <a:lnTo>
                    <a:pt x="94" y="326"/>
                  </a:lnTo>
                  <a:lnTo>
                    <a:pt x="94" y="322"/>
                  </a:lnTo>
                  <a:lnTo>
                    <a:pt x="94" y="320"/>
                  </a:lnTo>
                  <a:lnTo>
                    <a:pt x="93" y="319"/>
                  </a:lnTo>
                  <a:lnTo>
                    <a:pt x="94" y="317"/>
                  </a:lnTo>
                  <a:lnTo>
                    <a:pt x="95" y="315"/>
                  </a:lnTo>
                  <a:lnTo>
                    <a:pt x="96" y="312"/>
                  </a:lnTo>
                  <a:lnTo>
                    <a:pt x="97" y="309"/>
                  </a:lnTo>
                  <a:lnTo>
                    <a:pt x="98" y="307"/>
                  </a:lnTo>
                  <a:lnTo>
                    <a:pt x="97" y="304"/>
                  </a:lnTo>
                  <a:lnTo>
                    <a:pt x="94" y="303"/>
                  </a:lnTo>
                  <a:lnTo>
                    <a:pt x="91" y="303"/>
                  </a:lnTo>
                  <a:lnTo>
                    <a:pt x="89" y="302"/>
                  </a:lnTo>
                  <a:lnTo>
                    <a:pt x="87" y="303"/>
                  </a:lnTo>
                  <a:lnTo>
                    <a:pt x="86" y="303"/>
                  </a:lnTo>
                  <a:lnTo>
                    <a:pt x="85" y="302"/>
                  </a:lnTo>
                  <a:lnTo>
                    <a:pt x="83" y="298"/>
                  </a:lnTo>
                  <a:lnTo>
                    <a:pt x="81" y="296"/>
                  </a:lnTo>
                  <a:lnTo>
                    <a:pt x="78" y="296"/>
                  </a:lnTo>
                  <a:lnTo>
                    <a:pt x="76" y="296"/>
                  </a:lnTo>
                  <a:lnTo>
                    <a:pt x="76" y="294"/>
                  </a:lnTo>
                  <a:lnTo>
                    <a:pt x="76" y="291"/>
                  </a:lnTo>
                  <a:lnTo>
                    <a:pt x="75" y="288"/>
                  </a:lnTo>
                  <a:lnTo>
                    <a:pt x="73" y="287"/>
                  </a:lnTo>
                  <a:lnTo>
                    <a:pt x="72" y="284"/>
                  </a:lnTo>
                  <a:lnTo>
                    <a:pt x="69" y="276"/>
                  </a:lnTo>
                  <a:lnTo>
                    <a:pt x="69" y="273"/>
                  </a:lnTo>
                  <a:lnTo>
                    <a:pt x="65" y="273"/>
                  </a:lnTo>
                  <a:lnTo>
                    <a:pt x="60" y="272"/>
                  </a:lnTo>
                  <a:lnTo>
                    <a:pt x="59" y="270"/>
                  </a:lnTo>
                  <a:lnTo>
                    <a:pt x="59" y="266"/>
                  </a:lnTo>
                  <a:lnTo>
                    <a:pt x="60" y="264"/>
                  </a:lnTo>
                  <a:lnTo>
                    <a:pt x="62" y="264"/>
                  </a:lnTo>
                  <a:lnTo>
                    <a:pt x="65" y="264"/>
                  </a:lnTo>
                  <a:lnTo>
                    <a:pt x="67" y="264"/>
                  </a:lnTo>
                  <a:lnTo>
                    <a:pt x="71" y="266"/>
                  </a:lnTo>
                  <a:lnTo>
                    <a:pt x="74" y="267"/>
                  </a:lnTo>
                  <a:lnTo>
                    <a:pt x="76" y="267"/>
                  </a:lnTo>
                  <a:lnTo>
                    <a:pt x="78" y="266"/>
                  </a:lnTo>
                  <a:lnTo>
                    <a:pt x="77" y="264"/>
                  </a:lnTo>
                  <a:lnTo>
                    <a:pt x="75" y="263"/>
                  </a:lnTo>
                  <a:lnTo>
                    <a:pt x="72" y="261"/>
                  </a:lnTo>
                  <a:lnTo>
                    <a:pt x="71" y="258"/>
                  </a:lnTo>
                  <a:lnTo>
                    <a:pt x="72" y="255"/>
                  </a:lnTo>
                  <a:lnTo>
                    <a:pt x="74" y="255"/>
                  </a:lnTo>
                  <a:lnTo>
                    <a:pt x="75" y="252"/>
                  </a:lnTo>
                  <a:lnTo>
                    <a:pt x="76" y="249"/>
                  </a:lnTo>
                  <a:lnTo>
                    <a:pt x="77" y="248"/>
                  </a:lnTo>
                  <a:lnTo>
                    <a:pt x="79" y="248"/>
                  </a:lnTo>
                  <a:lnTo>
                    <a:pt x="81" y="247"/>
                  </a:lnTo>
                  <a:lnTo>
                    <a:pt x="83" y="246"/>
                  </a:lnTo>
                  <a:lnTo>
                    <a:pt x="85" y="247"/>
                  </a:lnTo>
                  <a:lnTo>
                    <a:pt x="86" y="247"/>
                  </a:lnTo>
                  <a:lnTo>
                    <a:pt x="94" y="247"/>
                  </a:lnTo>
                  <a:lnTo>
                    <a:pt x="101" y="249"/>
                  </a:lnTo>
                  <a:lnTo>
                    <a:pt x="105" y="249"/>
                  </a:lnTo>
                  <a:lnTo>
                    <a:pt x="104" y="248"/>
                  </a:lnTo>
                  <a:lnTo>
                    <a:pt x="101" y="246"/>
                  </a:lnTo>
                  <a:lnTo>
                    <a:pt x="98" y="245"/>
                  </a:lnTo>
                  <a:lnTo>
                    <a:pt x="98" y="242"/>
                  </a:lnTo>
                  <a:lnTo>
                    <a:pt x="99" y="240"/>
                  </a:lnTo>
                  <a:lnTo>
                    <a:pt x="101" y="238"/>
                  </a:lnTo>
                  <a:lnTo>
                    <a:pt x="103" y="235"/>
                  </a:lnTo>
                  <a:lnTo>
                    <a:pt x="103" y="229"/>
                  </a:lnTo>
                  <a:lnTo>
                    <a:pt x="104" y="227"/>
                  </a:lnTo>
                  <a:lnTo>
                    <a:pt x="103" y="224"/>
                  </a:lnTo>
                  <a:lnTo>
                    <a:pt x="102" y="223"/>
                  </a:lnTo>
                  <a:lnTo>
                    <a:pt x="103" y="221"/>
                  </a:lnTo>
                  <a:lnTo>
                    <a:pt x="105" y="218"/>
                  </a:lnTo>
                  <a:lnTo>
                    <a:pt x="104" y="217"/>
                  </a:lnTo>
                  <a:lnTo>
                    <a:pt x="103" y="214"/>
                  </a:lnTo>
                  <a:lnTo>
                    <a:pt x="101" y="213"/>
                  </a:lnTo>
                  <a:lnTo>
                    <a:pt x="98" y="213"/>
                  </a:lnTo>
                  <a:lnTo>
                    <a:pt x="94" y="212"/>
                  </a:lnTo>
                  <a:lnTo>
                    <a:pt x="92" y="213"/>
                  </a:lnTo>
                  <a:lnTo>
                    <a:pt x="91" y="214"/>
                  </a:lnTo>
                  <a:lnTo>
                    <a:pt x="87" y="215"/>
                  </a:lnTo>
                  <a:lnTo>
                    <a:pt x="84" y="213"/>
                  </a:lnTo>
                  <a:lnTo>
                    <a:pt x="82" y="211"/>
                  </a:lnTo>
                  <a:lnTo>
                    <a:pt x="80" y="210"/>
                  </a:lnTo>
                  <a:lnTo>
                    <a:pt x="75" y="209"/>
                  </a:lnTo>
                  <a:lnTo>
                    <a:pt x="71" y="210"/>
                  </a:lnTo>
                  <a:lnTo>
                    <a:pt x="67" y="213"/>
                  </a:lnTo>
                  <a:lnTo>
                    <a:pt x="63" y="213"/>
                  </a:lnTo>
                  <a:lnTo>
                    <a:pt x="58" y="218"/>
                  </a:lnTo>
                  <a:lnTo>
                    <a:pt x="53" y="221"/>
                  </a:lnTo>
                  <a:lnTo>
                    <a:pt x="49" y="222"/>
                  </a:lnTo>
                  <a:lnTo>
                    <a:pt x="46" y="222"/>
                  </a:lnTo>
                  <a:lnTo>
                    <a:pt x="44" y="224"/>
                  </a:lnTo>
                  <a:lnTo>
                    <a:pt x="43" y="226"/>
                  </a:lnTo>
                  <a:lnTo>
                    <a:pt x="39" y="224"/>
                  </a:lnTo>
                  <a:lnTo>
                    <a:pt x="33" y="220"/>
                  </a:lnTo>
                  <a:lnTo>
                    <a:pt x="32" y="217"/>
                  </a:lnTo>
                  <a:lnTo>
                    <a:pt x="35" y="216"/>
                  </a:lnTo>
                  <a:lnTo>
                    <a:pt x="37" y="217"/>
                  </a:lnTo>
                  <a:lnTo>
                    <a:pt x="40" y="218"/>
                  </a:lnTo>
                  <a:lnTo>
                    <a:pt x="41" y="217"/>
                  </a:lnTo>
                  <a:lnTo>
                    <a:pt x="34" y="205"/>
                  </a:lnTo>
                  <a:lnTo>
                    <a:pt x="32" y="200"/>
                  </a:lnTo>
                  <a:lnTo>
                    <a:pt x="28" y="197"/>
                  </a:lnTo>
                  <a:lnTo>
                    <a:pt x="25" y="193"/>
                  </a:lnTo>
                  <a:lnTo>
                    <a:pt x="21" y="193"/>
                  </a:lnTo>
                  <a:lnTo>
                    <a:pt x="19" y="193"/>
                  </a:lnTo>
                  <a:lnTo>
                    <a:pt x="14" y="191"/>
                  </a:lnTo>
                  <a:lnTo>
                    <a:pt x="14" y="195"/>
                  </a:lnTo>
                  <a:lnTo>
                    <a:pt x="10" y="189"/>
                  </a:lnTo>
                  <a:lnTo>
                    <a:pt x="10" y="186"/>
                  </a:lnTo>
                  <a:lnTo>
                    <a:pt x="10" y="182"/>
                  </a:lnTo>
                  <a:lnTo>
                    <a:pt x="0" y="178"/>
                  </a:lnTo>
                  <a:lnTo>
                    <a:pt x="5" y="166"/>
                  </a:lnTo>
                  <a:lnTo>
                    <a:pt x="8" y="163"/>
                  </a:lnTo>
                  <a:lnTo>
                    <a:pt x="10" y="161"/>
                  </a:lnTo>
                  <a:lnTo>
                    <a:pt x="8" y="158"/>
                  </a:lnTo>
                  <a:lnTo>
                    <a:pt x="5" y="156"/>
                  </a:lnTo>
                  <a:lnTo>
                    <a:pt x="7" y="142"/>
                  </a:lnTo>
                  <a:lnTo>
                    <a:pt x="12" y="140"/>
                  </a:lnTo>
                  <a:lnTo>
                    <a:pt x="15" y="134"/>
                  </a:lnTo>
                  <a:lnTo>
                    <a:pt x="16" y="131"/>
                  </a:lnTo>
                  <a:lnTo>
                    <a:pt x="19" y="130"/>
                  </a:lnTo>
                  <a:lnTo>
                    <a:pt x="22" y="133"/>
                  </a:lnTo>
                  <a:lnTo>
                    <a:pt x="26" y="139"/>
                  </a:lnTo>
                  <a:lnTo>
                    <a:pt x="29" y="143"/>
                  </a:lnTo>
                  <a:lnTo>
                    <a:pt x="34" y="143"/>
                  </a:lnTo>
                  <a:lnTo>
                    <a:pt x="37" y="141"/>
                  </a:lnTo>
                  <a:lnTo>
                    <a:pt x="37" y="136"/>
                  </a:lnTo>
                  <a:lnTo>
                    <a:pt x="36" y="131"/>
                  </a:lnTo>
                  <a:lnTo>
                    <a:pt x="36" y="126"/>
                  </a:lnTo>
                  <a:lnTo>
                    <a:pt x="39" y="124"/>
                  </a:lnTo>
                  <a:lnTo>
                    <a:pt x="45" y="120"/>
                  </a:lnTo>
                  <a:lnTo>
                    <a:pt x="46" y="117"/>
                  </a:lnTo>
                  <a:lnTo>
                    <a:pt x="48" y="113"/>
                  </a:lnTo>
                  <a:lnTo>
                    <a:pt x="52" y="111"/>
                  </a:lnTo>
                  <a:lnTo>
                    <a:pt x="56" y="111"/>
                  </a:lnTo>
                  <a:lnTo>
                    <a:pt x="61" y="107"/>
                  </a:lnTo>
                  <a:lnTo>
                    <a:pt x="65" y="103"/>
                  </a:lnTo>
                  <a:lnTo>
                    <a:pt x="69" y="99"/>
                  </a:lnTo>
                  <a:lnTo>
                    <a:pt x="73" y="100"/>
                  </a:lnTo>
                  <a:lnTo>
                    <a:pt x="77" y="100"/>
                  </a:lnTo>
                  <a:lnTo>
                    <a:pt x="79" y="103"/>
                  </a:lnTo>
                  <a:lnTo>
                    <a:pt x="84" y="102"/>
                  </a:lnTo>
                  <a:lnTo>
                    <a:pt x="86" y="100"/>
                  </a:lnTo>
                  <a:lnTo>
                    <a:pt x="90" y="97"/>
                  </a:lnTo>
                  <a:lnTo>
                    <a:pt x="93" y="98"/>
                  </a:lnTo>
                  <a:lnTo>
                    <a:pt x="96" y="104"/>
                  </a:lnTo>
                  <a:lnTo>
                    <a:pt x="101" y="104"/>
                  </a:lnTo>
                  <a:lnTo>
                    <a:pt x="105" y="104"/>
                  </a:lnTo>
                  <a:lnTo>
                    <a:pt x="112" y="106"/>
                  </a:lnTo>
                  <a:lnTo>
                    <a:pt x="112" y="109"/>
                  </a:lnTo>
                  <a:lnTo>
                    <a:pt x="117" y="111"/>
                  </a:lnTo>
                  <a:lnTo>
                    <a:pt x="122" y="115"/>
                  </a:lnTo>
                  <a:lnTo>
                    <a:pt x="125" y="119"/>
                  </a:lnTo>
                  <a:lnTo>
                    <a:pt x="125" y="125"/>
                  </a:lnTo>
                  <a:lnTo>
                    <a:pt x="127" y="126"/>
                  </a:lnTo>
                  <a:lnTo>
                    <a:pt x="129" y="123"/>
                  </a:lnTo>
                  <a:lnTo>
                    <a:pt x="128" y="118"/>
                  </a:lnTo>
                  <a:lnTo>
                    <a:pt x="127" y="115"/>
                  </a:lnTo>
                  <a:lnTo>
                    <a:pt x="132" y="116"/>
                  </a:lnTo>
                  <a:lnTo>
                    <a:pt x="136" y="122"/>
                  </a:lnTo>
                  <a:lnTo>
                    <a:pt x="141" y="124"/>
                  </a:lnTo>
                  <a:lnTo>
                    <a:pt x="144" y="126"/>
                  </a:lnTo>
                  <a:lnTo>
                    <a:pt x="149" y="124"/>
                  </a:lnTo>
                  <a:lnTo>
                    <a:pt x="151" y="122"/>
                  </a:lnTo>
                  <a:lnTo>
                    <a:pt x="153" y="118"/>
                  </a:lnTo>
                  <a:lnTo>
                    <a:pt x="157" y="113"/>
                  </a:lnTo>
                  <a:lnTo>
                    <a:pt x="163" y="114"/>
                  </a:lnTo>
                  <a:lnTo>
                    <a:pt x="167" y="115"/>
                  </a:lnTo>
                  <a:lnTo>
                    <a:pt x="172" y="119"/>
                  </a:lnTo>
                  <a:lnTo>
                    <a:pt x="176" y="119"/>
                  </a:lnTo>
                  <a:lnTo>
                    <a:pt x="177" y="114"/>
                  </a:lnTo>
                  <a:lnTo>
                    <a:pt x="185" y="113"/>
                  </a:lnTo>
                  <a:lnTo>
                    <a:pt x="190" y="114"/>
                  </a:lnTo>
                  <a:lnTo>
                    <a:pt x="192" y="120"/>
                  </a:lnTo>
                  <a:lnTo>
                    <a:pt x="198" y="123"/>
                  </a:lnTo>
                  <a:lnTo>
                    <a:pt x="204" y="125"/>
                  </a:lnTo>
                  <a:lnTo>
                    <a:pt x="207" y="127"/>
                  </a:lnTo>
                  <a:lnTo>
                    <a:pt x="211" y="123"/>
                  </a:lnTo>
                  <a:lnTo>
                    <a:pt x="212" y="120"/>
                  </a:lnTo>
                  <a:lnTo>
                    <a:pt x="214" y="120"/>
                  </a:lnTo>
                  <a:lnTo>
                    <a:pt x="217" y="123"/>
                  </a:lnTo>
                  <a:lnTo>
                    <a:pt x="223" y="124"/>
                  </a:lnTo>
                  <a:lnTo>
                    <a:pt x="234" y="119"/>
                  </a:lnTo>
                  <a:lnTo>
                    <a:pt x="235" y="116"/>
                  </a:lnTo>
                  <a:lnTo>
                    <a:pt x="236" y="108"/>
                  </a:lnTo>
                  <a:lnTo>
                    <a:pt x="235" y="106"/>
                  </a:lnTo>
                  <a:lnTo>
                    <a:pt x="226" y="104"/>
                  </a:lnTo>
                  <a:lnTo>
                    <a:pt x="224" y="100"/>
                  </a:lnTo>
                  <a:lnTo>
                    <a:pt x="220" y="99"/>
                  </a:lnTo>
                  <a:lnTo>
                    <a:pt x="217" y="98"/>
                  </a:lnTo>
                  <a:lnTo>
                    <a:pt x="218" y="96"/>
                  </a:lnTo>
                  <a:lnTo>
                    <a:pt x="215" y="94"/>
                  </a:lnTo>
                  <a:lnTo>
                    <a:pt x="213" y="94"/>
                  </a:lnTo>
                  <a:lnTo>
                    <a:pt x="212" y="91"/>
                  </a:lnTo>
                  <a:lnTo>
                    <a:pt x="215" y="90"/>
                  </a:lnTo>
                  <a:lnTo>
                    <a:pt x="221" y="86"/>
                  </a:lnTo>
                  <a:lnTo>
                    <a:pt x="225" y="84"/>
                  </a:lnTo>
                  <a:lnTo>
                    <a:pt x="227" y="81"/>
                  </a:lnTo>
                  <a:lnTo>
                    <a:pt x="224" y="76"/>
                  </a:lnTo>
                  <a:lnTo>
                    <a:pt x="223" y="73"/>
                  </a:lnTo>
                  <a:lnTo>
                    <a:pt x="228" y="66"/>
                  </a:lnTo>
                  <a:lnTo>
                    <a:pt x="233" y="64"/>
                  </a:lnTo>
                  <a:lnTo>
                    <a:pt x="240" y="66"/>
                  </a:lnTo>
                  <a:lnTo>
                    <a:pt x="244" y="65"/>
                  </a:lnTo>
                  <a:lnTo>
                    <a:pt x="245" y="62"/>
                  </a:lnTo>
                  <a:lnTo>
                    <a:pt x="238" y="59"/>
                  </a:lnTo>
                  <a:lnTo>
                    <a:pt x="230" y="58"/>
                  </a:lnTo>
                  <a:lnTo>
                    <a:pt x="230" y="54"/>
                  </a:lnTo>
                  <a:lnTo>
                    <a:pt x="233" y="53"/>
                  </a:lnTo>
                  <a:lnTo>
                    <a:pt x="230" y="50"/>
                  </a:lnTo>
                  <a:lnTo>
                    <a:pt x="230" y="45"/>
                  </a:lnTo>
                  <a:lnTo>
                    <a:pt x="231" y="39"/>
                  </a:lnTo>
                  <a:lnTo>
                    <a:pt x="234" y="38"/>
                  </a:lnTo>
                  <a:lnTo>
                    <a:pt x="241" y="40"/>
                  </a:lnTo>
                  <a:lnTo>
                    <a:pt x="245" y="40"/>
                  </a:lnTo>
                  <a:lnTo>
                    <a:pt x="250" y="40"/>
                  </a:lnTo>
                  <a:lnTo>
                    <a:pt x="253" y="37"/>
                  </a:lnTo>
                  <a:lnTo>
                    <a:pt x="263" y="32"/>
                  </a:lnTo>
                  <a:lnTo>
                    <a:pt x="269" y="32"/>
                  </a:lnTo>
                  <a:lnTo>
                    <a:pt x="275" y="31"/>
                  </a:lnTo>
                  <a:lnTo>
                    <a:pt x="286" y="30"/>
                  </a:lnTo>
                  <a:lnTo>
                    <a:pt x="290" y="29"/>
                  </a:lnTo>
                  <a:lnTo>
                    <a:pt x="292" y="30"/>
                  </a:lnTo>
                  <a:lnTo>
                    <a:pt x="294" y="25"/>
                  </a:lnTo>
                  <a:lnTo>
                    <a:pt x="298" y="21"/>
                  </a:lnTo>
                  <a:lnTo>
                    <a:pt x="306" y="21"/>
                  </a:lnTo>
                  <a:lnTo>
                    <a:pt x="321" y="16"/>
                  </a:lnTo>
                  <a:lnTo>
                    <a:pt x="334" y="15"/>
                  </a:lnTo>
                  <a:lnTo>
                    <a:pt x="338" y="14"/>
                  </a:lnTo>
                  <a:lnTo>
                    <a:pt x="341" y="10"/>
                  </a:lnTo>
                  <a:lnTo>
                    <a:pt x="341" y="6"/>
                  </a:lnTo>
                  <a:lnTo>
                    <a:pt x="344" y="6"/>
                  </a:lnTo>
                  <a:lnTo>
                    <a:pt x="348" y="3"/>
                  </a:lnTo>
                  <a:lnTo>
                    <a:pt x="349" y="1"/>
                  </a:lnTo>
                  <a:lnTo>
                    <a:pt x="354" y="0"/>
                  </a:lnTo>
                  <a:lnTo>
                    <a:pt x="361" y="2"/>
                  </a:lnTo>
                  <a:lnTo>
                    <a:pt x="364" y="3"/>
                  </a:lnTo>
                  <a:lnTo>
                    <a:pt x="370" y="7"/>
                  </a:lnTo>
                  <a:lnTo>
                    <a:pt x="374" y="5"/>
                  </a:lnTo>
                  <a:lnTo>
                    <a:pt x="380" y="5"/>
                  </a:lnTo>
                  <a:lnTo>
                    <a:pt x="383" y="10"/>
                  </a:lnTo>
                  <a:lnTo>
                    <a:pt x="383" y="14"/>
                  </a:lnTo>
                  <a:lnTo>
                    <a:pt x="384" y="16"/>
                  </a:lnTo>
                  <a:lnTo>
                    <a:pt x="388" y="19"/>
                  </a:lnTo>
                  <a:lnTo>
                    <a:pt x="387" y="23"/>
                  </a:lnTo>
                  <a:lnTo>
                    <a:pt x="386" y="26"/>
                  </a:lnTo>
                  <a:lnTo>
                    <a:pt x="386" y="31"/>
                  </a:lnTo>
                  <a:lnTo>
                    <a:pt x="384" y="31"/>
                  </a:lnTo>
                  <a:lnTo>
                    <a:pt x="385" y="34"/>
                  </a:lnTo>
                  <a:lnTo>
                    <a:pt x="389" y="35"/>
                  </a:lnTo>
                  <a:lnTo>
                    <a:pt x="390" y="33"/>
                  </a:lnTo>
                  <a:lnTo>
                    <a:pt x="394" y="34"/>
                  </a:lnTo>
                  <a:lnTo>
                    <a:pt x="396" y="32"/>
                  </a:lnTo>
                  <a:lnTo>
                    <a:pt x="399" y="33"/>
                  </a:lnTo>
                  <a:lnTo>
                    <a:pt x="401" y="31"/>
                  </a:lnTo>
                  <a:lnTo>
                    <a:pt x="403" y="32"/>
                  </a:lnTo>
                  <a:lnTo>
                    <a:pt x="405" y="36"/>
                  </a:lnTo>
                  <a:lnTo>
                    <a:pt x="408" y="39"/>
                  </a:lnTo>
                  <a:lnTo>
                    <a:pt x="409" y="37"/>
                  </a:lnTo>
                  <a:lnTo>
                    <a:pt x="410" y="35"/>
                  </a:lnTo>
                  <a:lnTo>
                    <a:pt x="414" y="36"/>
                  </a:lnTo>
                  <a:lnTo>
                    <a:pt x="416" y="40"/>
                  </a:lnTo>
                  <a:lnTo>
                    <a:pt x="420" y="41"/>
                  </a:lnTo>
                  <a:lnTo>
                    <a:pt x="423" y="38"/>
                  </a:lnTo>
                  <a:lnTo>
                    <a:pt x="425" y="38"/>
                  </a:lnTo>
                  <a:lnTo>
                    <a:pt x="424" y="42"/>
                  </a:lnTo>
                  <a:lnTo>
                    <a:pt x="421" y="44"/>
                  </a:lnTo>
                  <a:lnTo>
                    <a:pt x="419" y="49"/>
                  </a:lnTo>
                  <a:lnTo>
                    <a:pt x="421" y="51"/>
                  </a:lnTo>
                  <a:lnTo>
                    <a:pt x="424" y="50"/>
                  </a:lnTo>
                  <a:lnTo>
                    <a:pt x="430" y="49"/>
                  </a:lnTo>
                  <a:lnTo>
                    <a:pt x="433" y="49"/>
                  </a:lnTo>
                  <a:lnTo>
                    <a:pt x="437" y="52"/>
                  </a:lnTo>
                  <a:lnTo>
                    <a:pt x="439" y="48"/>
                  </a:lnTo>
                  <a:lnTo>
                    <a:pt x="444" y="43"/>
                  </a:lnTo>
                  <a:lnTo>
                    <a:pt x="452" y="40"/>
                  </a:lnTo>
                  <a:lnTo>
                    <a:pt x="459" y="34"/>
                  </a:lnTo>
                  <a:lnTo>
                    <a:pt x="464" y="31"/>
                  </a:lnTo>
                  <a:lnTo>
                    <a:pt x="468" y="29"/>
                  </a:lnTo>
                  <a:lnTo>
                    <a:pt x="473" y="28"/>
                  </a:lnTo>
                  <a:lnTo>
                    <a:pt x="473" y="33"/>
                  </a:lnTo>
                  <a:lnTo>
                    <a:pt x="470" y="34"/>
                  </a:lnTo>
                  <a:lnTo>
                    <a:pt x="469" y="39"/>
                  </a:lnTo>
                  <a:lnTo>
                    <a:pt x="477" y="46"/>
                  </a:lnTo>
                  <a:lnTo>
                    <a:pt x="482" y="49"/>
                  </a:lnTo>
                  <a:lnTo>
                    <a:pt x="492" y="58"/>
                  </a:lnTo>
                  <a:lnTo>
                    <a:pt x="499" y="70"/>
                  </a:lnTo>
                  <a:lnTo>
                    <a:pt x="511" y="95"/>
                  </a:lnTo>
                  <a:lnTo>
                    <a:pt x="517" y="105"/>
                  </a:lnTo>
                  <a:lnTo>
                    <a:pt x="525" y="121"/>
                  </a:lnTo>
                  <a:lnTo>
                    <a:pt x="528" y="118"/>
                  </a:lnTo>
                  <a:lnTo>
                    <a:pt x="530" y="115"/>
                  </a:lnTo>
                  <a:lnTo>
                    <a:pt x="533" y="109"/>
                  </a:lnTo>
                  <a:lnTo>
                    <a:pt x="540" y="109"/>
                  </a:lnTo>
                  <a:lnTo>
                    <a:pt x="542" y="113"/>
                  </a:lnTo>
                  <a:lnTo>
                    <a:pt x="542" y="117"/>
                  </a:lnTo>
                  <a:lnTo>
                    <a:pt x="545" y="117"/>
                  </a:lnTo>
                  <a:lnTo>
                    <a:pt x="547" y="120"/>
                  </a:lnTo>
                  <a:lnTo>
                    <a:pt x="549" y="122"/>
                  </a:lnTo>
                  <a:lnTo>
                    <a:pt x="553" y="122"/>
                  </a:lnTo>
                  <a:lnTo>
                    <a:pt x="560" y="122"/>
                  </a:lnTo>
                  <a:lnTo>
                    <a:pt x="567" y="120"/>
                  </a:lnTo>
                  <a:lnTo>
                    <a:pt x="572" y="117"/>
                  </a:lnTo>
                  <a:lnTo>
                    <a:pt x="579" y="117"/>
                  </a:lnTo>
                  <a:lnTo>
                    <a:pt x="584" y="122"/>
                  </a:lnTo>
                  <a:lnTo>
                    <a:pt x="589" y="128"/>
                  </a:lnTo>
                  <a:lnTo>
                    <a:pt x="592" y="135"/>
                  </a:lnTo>
                  <a:lnTo>
                    <a:pt x="599" y="137"/>
                  </a:lnTo>
                  <a:lnTo>
                    <a:pt x="602" y="143"/>
                  </a:lnTo>
                  <a:lnTo>
                    <a:pt x="607" y="151"/>
                  </a:lnTo>
                  <a:lnTo>
                    <a:pt x="614" y="151"/>
                  </a:lnTo>
                  <a:lnTo>
                    <a:pt x="620" y="152"/>
                  </a:lnTo>
                  <a:lnTo>
                    <a:pt x="624" y="148"/>
                  </a:lnTo>
                  <a:lnTo>
                    <a:pt x="628" y="146"/>
                  </a:lnTo>
                  <a:lnTo>
                    <a:pt x="628" y="150"/>
                  </a:lnTo>
                  <a:lnTo>
                    <a:pt x="631" y="153"/>
                  </a:lnTo>
                  <a:lnTo>
                    <a:pt x="633" y="158"/>
                  </a:lnTo>
                  <a:lnTo>
                    <a:pt x="637" y="158"/>
                  </a:lnTo>
                  <a:lnTo>
                    <a:pt x="637" y="160"/>
                  </a:lnTo>
                  <a:lnTo>
                    <a:pt x="633" y="160"/>
                  </a:lnTo>
                  <a:lnTo>
                    <a:pt x="630" y="162"/>
                  </a:lnTo>
                  <a:lnTo>
                    <a:pt x="628" y="165"/>
                  </a:lnTo>
                  <a:lnTo>
                    <a:pt x="628" y="167"/>
                  </a:lnTo>
                  <a:lnTo>
                    <a:pt x="627" y="173"/>
                  </a:lnTo>
                  <a:lnTo>
                    <a:pt x="625" y="175"/>
                  </a:lnTo>
                  <a:lnTo>
                    <a:pt x="623" y="176"/>
                  </a:lnTo>
                  <a:lnTo>
                    <a:pt x="615" y="177"/>
                  </a:lnTo>
                  <a:lnTo>
                    <a:pt x="612" y="180"/>
                  </a:lnTo>
                  <a:lnTo>
                    <a:pt x="609" y="185"/>
                  </a:lnTo>
                  <a:lnTo>
                    <a:pt x="610" y="194"/>
                  </a:lnTo>
                  <a:lnTo>
                    <a:pt x="612" y="201"/>
                  </a:lnTo>
                  <a:lnTo>
                    <a:pt x="611" y="205"/>
                  </a:lnTo>
                  <a:lnTo>
                    <a:pt x="607" y="209"/>
                  </a:lnTo>
                  <a:lnTo>
                    <a:pt x="604" y="210"/>
                  </a:lnTo>
                  <a:lnTo>
                    <a:pt x="600" y="211"/>
                  </a:lnTo>
                  <a:lnTo>
                    <a:pt x="589" y="210"/>
                  </a:lnTo>
                  <a:lnTo>
                    <a:pt x="586" y="208"/>
                  </a:lnTo>
                  <a:lnTo>
                    <a:pt x="580" y="207"/>
                  </a:lnTo>
                  <a:lnTo>
                    <a:pt x="572" y="204"/>
                  </a:lnTo>
                  <a:lnTo>
                    <a:pt x="570" y="210"/>
                  </a:lnTo>
                  <a:lnTo>
                    <a:pt x="566" y="221"/>
                  </a:lnTo>
                  <a:lnTo>
                    <a:pt x="563" y="229"/>
                  </a:lnTo>
                  <a:lnTo>
                    <a:pt x="561" y="235"/>
                  </a:lnTo>
                  <a:lnTo>
                    <a:pt x="560" y="240"/>
                  </a:lnTo>
                  <a:lnTo>
                    <a:pt x="564" y="245"/>
                  </a:lnTo>
                  <a:lnTo>
                    <a:pt x="565" y="248"/>
                  </a:lnTo>
                  <a:lnTo>
                    <a:pt x="564" y="250"/>
                  </a:lnTo>
                  <a:lnTo>
                    <a:pt x="562" y="252"/>
                  </a:lnTo>
                  <a:lnTo>
                    <a:pt x="560" y="252"/>
                  </a:lnTo>
                  <a:lnTo>
                    <a:pt x="552" y="250"/>
                  </a:lnTo>
                  <a:lnTo>
                    <a:pt x="548" y="248"/>
                  </a:lnTo>
                  <a:lnTo>
                    <a:pt x="546" y="249"/>
                  </a:lnTo>
                  <a:lnTo>
                    <a:pt x="538" y="251"/>
                  </a:lnTo>
                  <a:lnTo>
                    <a:pt x="526" y="253"/>
                  </a:lnTo>
                  <a:lnTo>
                    <a:pt x="523" y="255"/>
                  </a:lnTo>
                  <a:lnTo>
                    <a:pt x="521" y="258"/>
                  </a:lnTo>
                  <a:lnTo>
                    <a:pt x="521" y="260"/>
                  </a:lnTo>
                  <a:lnTo>
                    <a:pt x="523" y="262"/>
                  </a:lnTo>
                  <a:lnTo>
                    <a:pt x="525" y="261"/>
                  </a:lnTo>
                  <a:lnTo>
                    <a:pt x="528" y="263"/>
                  </a:lnTo>
                  <a:lnTo>
                    <a:pt x="528" y="276"/>
                  </a:lnTo>
                  <a:lnTo>
                    <a:pt x="531" y="282"/>
                  </a:lnTo>
                  <a:lnTo>
                    <a:pt x="533" y="287"/>
                  </a:lnTo>
                  <a:lnTo>
                    <a:pt x="534" y="291"/>
                  </a:lnTo>
                  <a:lnTo>
                    <a:pt x="532" y="294"/>
                  </a:lnTo>
                  <a:lnTo>
                    <a:pt x="527" y="300"/>
                  </a:lnTo>
                  <a:lnTo>
                    <a:pt x="525" y="303"/>
                  </a:lnTo>
                  <a:lnTo>
                    <a:pt x="525" y="307"/>
                  </a:lnTo>
                  <a:lnTo>
                    <a:pt x="526" y="316"/>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88" name="Freeform 7">
              <a:extLst>
                <a:ext uri="{FF2B5EF4-FFF2-40B4-BE49-F238E27FC236}">
                  <a16:creationId xmlns:a16="http://schemas.microsoft.com/office/drawing/2014/main" id="{89896D25-FABE-DF81-176B-072FCE1C216B}"/>
                </a:ext>
              </a:extLst>
            </p:cNvPr>
            <p:cNvSpPr>
              <a:spLocks/>
            </p:cNvSpPr>
            <p:nvPr/>
          </p:nvSpPr>
          <p:spPr bwMode="gray">
            <a:xfrm>
              <a:off x="3392750" y="3090289"/>
              <a:ext cx="1092776" cy="598712"/>
            </a:xfrm>
            <a:custGeom>
              <a:avLst/>
              <a:gdLst>
                <a:gd name="T0" fmla="*/ 507 w 637"/>
                <a:gd name="T1" fmla="*/ 304 h 349"/>
                <a:gd name="T2" fmla="*/ 459 w 637"/>
                <a:gd name="T3" fmla="*/ 301 h 349"/>
                <a:gd name="T4" fmla="*/ 423 w 637"/>
                <a:gd name="T5" fmla="*/ 300 h 349"/>
                <a:gd name="T6" fmla="*/ 392 w 637"/>
                <a:gd name="T7" fmla="*/ 304 h 349"/>
                <a:gd name="T8" fmla="*/ 374 w 637"/>
                <a:gd name="T9" fmla="*/ 319 h 349"/>
                <a:gd name="T10" fmla="*/ 345 w 637"/>
                <a:gd name="T11" fmla="*/ 343 h 349"/>
                <a:gd name="T12" fmla="*/ 332 w 637"/>
                <a:gd name="T13" fmla="*/ 337 h 349"/>
                <a:gd name="T14" fmla="*/ 307 w 637"/>
                <a:gd name="T15" fmla="*/ 309 h 349"/>
                <a:gd name="T16" fmla="*/ 243 w 637"/>
                <a:gd name="T17" fmla="*/ 289 h 349"/>
                <a:gd name="T18" fmla="*/ 139 w 637"/>
                <a:gd name="T19" fmla="*/ 334 h 349"/>
                <a:gd name="T20" fmla="*/ 97 w 637"/>
                <a:gd name="T21" fmla="*/ 321 h 349"/>
                <a:gd name="T22" fmla="*/ 97 w 637"/>
                <a:gd name="T23" fmla="*/ 309 h 349"/>
                <a:gd name="T24" fmla="*/ 85 w 637"/>
                <a:gd name="T25" fmla="*/ 302 h 349"/>
                <a:gd name="T26" fmla="*/ 73 w 637"/>
                <a:gd name="T27" fmla="*/ 287 h 349"/>
                <a:gd name="T28" fmla="*/ 60 w 637"/>
                <a:gd name="T29" fmla="*/ 264 h 349"/>
                <a:gd name="T30" fmla="*/ 77 w 637"/>
                <a:gd name="T31" fmla="*/ 264 h 349"/>
                <a:gd name="T32" fmla="*/ 77 w 637"/>
                <a:gd name="T33" fmla="*/ 248 h 349"/>
                <a:gd name="T34" fmla="*/ 105 w 637"/>
                <a:gd name="T35" fmla="*/ 249 h 349"/>
                <a:gd name="T36" fmla="*/ 103 w 637"/>
                <a:gd name="T37" fmla="*/ 229 h 349"/>
                <a:gd name="T38" fmla="*/ 101 w 637"/>
                <a:gd name="T39" fmla="*/ 213 h 349"/>
                <a:gd name="T40" fmla="*/ 80 w 637"/>
                <a:gd name="T41" fmla="*/ 210 h 349"/>
                <a:gd name="T42" fmla="*/ 46 w 637"/>
                <a:gd name="T43" fmla="*/ 222 h 349"/>
                <a:gd name="T44" fmla="*/ 40 w 637"/>
                <a:gd name="T45" fmla="*/ 218 h 349"/>
                <a:gd name="T46" fmla="*/ 14 w 637"/>
                <a:gd name="T47" fmla="*/ 191 h 349"/>
                <a:gd name="T48" fmla="*/ 10 w 637"/>
                <a:gd name="T49" fmla="*/ 161 h 349"/>
                <a:gd name="T50" fmla="*/ 22 w 637"/>
                <a:gd name="T51" fmla="*/ 133 h 349"/>
                <a:gd name="T52" fmla="*/ 39 w 637"/>
                <a:gd name="T53" fmla="*/ 124 h 349"/>
                <a:gd name="T54" fmla="*/ 69 w 637"/>
                <a:gd name="T55" fmla="*/ 99 h 349"/>
                <a:gd name="T56" fmla="*/ 96 w 637"/>
                <a:gd name="T57" fmla="*/ 104 h 349"/>
                <a:gd name="T58" fmla="*/ 125 w 637"/>
                <a:gd name="T59" fmla="*/ 125 h 349"/>
                <a:gd name="T60" fmla="*/ 144 w 637"/>
                <a:gd name="T61" fmla="*/ 126 h 349"/>
                <a:gd name="T62" fmla="*/ 176 w 637"/>
                <a:gd name="T63" fmla="*/ 119 h 349"/>
                <a:gd name="T64" fmla="*/ 211 w 637"/>
                <a:gd name="T65" fmla="*/ 123 h 349"/>
                <a:gd name="T66" fmla="*/ 235 w 637"/>
                <a:gd name="T67" fmla="*/ 106 h 349"/>
                <a:gd name="T68" fmla="*/ 212 w 637"/>
                <a:gd name="T69" fmla="*/ 91 h 349"/>
                <a:gd name="T70" fmla="*/ 233 w 637"/>
                <a:gd name="T71" fmla="*/ 64 h 349"/>
                <a:gd name="T72" fmla="*/ 230 w 637"/>
                <a:gd name="T73" fmla="*/ 50 h 349"/>
                <a:gd name="T74" fmla="*/ 263 w 637"/>
                <a:gd name="T75" fmla="*/ 32 h 349"/>
                <a:gd name="T76" fmla="*/ 306 w 637"/>
                <a:gd name="T77" fmla="*/ 21 h 349"/>
                <a:gd name="T78" fmla="*/ 349 w 637"/>
                <a:gd name="T79" fmla="*/ 1 h 349"/>
                <a:gd name="T80" fmla="*/ 383 w 637"/>
                <a:gd name="T81" fmla="*/ 14 h 349"/>
                <a:gd name="T82" fmla="*/ 389 w 637"/>
                <a:gd name="T83" fmla="*/ 35 h 349"/>
                <a:gd name="T84" fmla="*/ 408 w 637"/>
                <a:gd name="T85" fmla="*/ 39 h 349"/>
                <a:gd name="T86" fmla="*/ 424 w 637"/>
                <a:gd name="T87" fmla="*/ 42 h 349"/>
                <a:gd name="T88" fmla="*/ 439 w 637"/>
                <a:gd name="T89" fmla="*/ 48 h 349"/>
                <a:gd name="T90" fmla="*/ 470 w 637"/>
                <a:gd name="T91" fmla="*/ 34 h 349"/>
                <a:gd name="T92" fmla="*/ 525 w 637"/>
                <a:gd name="T93" fmla="*/ 121 h 349"/>
                <a:gd name="T94" fmla="*/ 547 w 637"/>
                <a:gd name="T95" fmla="*/ 120 h 349"/>
                <a:gd name="T96" fmla="*/ 589 w 637"/>
                <a:gd name="T97" fmla="*/ 128 h 349"/>
                <a:gd name="T98" fmla="*/ 628 w 637"/>
                <a:gd name="T99" fmla="*/ 146 h 349"/>
                <a:gd name="T100" fmla="*/ 628 w 637"/>
                <a:gd name="T101" fmla="*/ 165 h 349"/>
                <a:gd name="T102" fmla="*/ 610 w 637"/>
                <a:gd name="T103" fmla="*/ 194 h 349"/>
                <a:gd name="T104" fmla="*/ 580 w 637"/>
                <a:gd name="T105" fmla="*/ 207 h 349"/>
                <a:gd name="T106" fmla="*/ 565 w 637"/>
                <a:gd name="T107" fmla="*/ 248 h 349"/>
                <a:gd name="T108" fmla="*/ 526 w 637"/>
                <a:gd name="T109" fmla="*/ 253 h 349"/>
                <a:gd name="T110" fmla="*/ 531 w 637"/>
                <a:gd name="T111" fmla="*/ 282 h 34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637"/>
                <a:gd name="T169" fmla="*/ 0 h 349"/>
                <a:gd name="T170" fmla="*/ 637 w 637"/>
                <a:gd name="T171" fmla="*/ 349 h 349"/>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637" h="349">
                  <a:moveTo>
                    <a:pt x="526" y="316"/>
                  </a:moveTo>
                  <a:lnTo>
                    <a:pt x="523" y="312"/>
                  </a:lnTo>
                  <a:lnTo>
                    <a:pt x="520" y="311"/>
                  </a:lnTo>
                  <a:lnTo>
                    <a:pt x="515" y="311"/>
                  </a:lnTo>
                  <a:lnTo>
                    <a:pt x="514" y="308"/>
                  </a:lnTo>
                  <a:lnTo>
                    <a:pt x="512" y="307"/>
                  </a:lnTo>
                  <a:lnTo>
                    <a:pt x="511" y="304"/>
                  </a:lnTo>
                  <a:lnTo>
                    <a:pt x="507" y="304"/>
                  </a:lnTo>
                  <a:lnTo>
                    <a:pt x="500" y="302"/>
                  </a:lnTo>
                  <a:lnTo>
                    <a:pt x="495" y="303"/>
                  </a:lnTo>
                  <a:lnTo>
                    <a:pt x="486" y="303"/>
                  </a:lnTo>
                  <a:lnTo>
                    <a:pt x="481" y="302"/>
                  </a:lnTo>
                  <a:lnTo>
                    <a:pt x="476" y="299"/>
                  </a:lnTo>
                  <a:lnTo>
                    <a:pt x="471" y="301"/>
                  </a:lnTo>
                  <a:lnTo>
                    <a:pt x="465" y="301"/>
                  </a:lnTo>
                  <a:lnTo>
                    <a:pt x="459" y="301"/>
                  </a:lnTo>
                  <a:lnTo>
                    <a:pt x="456" y="303"/>
                  </a:lnTo>
                  <a:lnTo>
                    <a:pt x="452" y="303"/>
                  </a:lnTo>
                  <a:lnTo>
                    <a:pt x="446" y="301"/>
                  </a:lnTo>
                  <a:lnTo>
                    <a:pt x="441" y="298"/>
                  </a:lnTo>
                  <a:lnTo>
                    <a:pt x="435" y="296"/>
                  </a:lnTo>
                  <a:lnTo>
                    <a:pt x="432" y="295"/>
                  </a:lnTo>
                  <a:lnTo>
                    <a:pt x="427" y="296"/>
                  </a:lnTo>
                  <a:lnTo>
                    <a:pt x="423" y="300"/>
                  </a:lnTo>
                  <a:lnTo>
                    <a:pt x="421" y="307"/>
                  </a:lnTo>
                  <a:lnTo>
                    <a:pt x="422" y="311"/>
                  </a:lnTo>
                  <a:lnTo>
                    <a:pt x="420" y="310"/>
                  </a:lnTo>
                  <a:lnTo>
                    <a:pt x="414" y="309"/>
                  </a:lnTo>
                  <a:lnTo>
                    <a:pt x="409" y="307"/>
                  </a:lnTo>
                  <a:lnTo>
                    <a:pt x="403" y="304"/>
                  </a:lnTo>
                  <a:lnTo>
                    <a:pt x="396" y="303"/>
                  </a:lnTo>
                  <a:lnTo>
                    <a:pt x="392" y="304"/>
                  </a:lnTo>
                  <a:lnTo>
                    <a:pt x="387" y="305"/>
                  </a:lnTo>
                  <a:lnTo>
                    <a:pt x="384" y="309"/>
                  </a:lnTo>
                  <a:lnTo>
                    <a:pt x="382" y="313"/>
                  </a:lnTo>
                  <a:lnTo>
                    <a:pt x="382" y="316"/>
                  </a:lnTo>
                  <a:lnTo>
                    <a:pt x="380" y="316"/>
                  </a:lnTo>
                  <a:lnTo>
                    <a:pt x="377" y="319"/>
                  </a:lnTo>
                  <a:lnTo>
                    <a:pt x="375" y="318"/>
                  </a:lnTo>
                  <a:lnTo>
                    <a:pt x="374" y="319"/>
                  </a:lnTo>
                  <a:lnTo>
                    <a:pt x="371" y="321"/>
                  </a:lnTo>
                  <a:lnTo>
                    <a:pt x="367" y="326"/>
                  </a:lnTo>
                  <a:lnTo>
                    <a:pt x="362" y="328"/>
                  </a:lnTo>
                  <a:lnTo>
                    <a:pt x="356" y="331"/>
                  </a:lnTo>
                  <a:lnTo>
                    <a:pt x="353" y="333"/>
                  </a:lnTo>
                  <a:lnTo>
                    <a:pt x="352" y="337"/>
                  </a:lnTo>
                  <a:lnTo>
                    <a:pt x="349" y="339"/>
                  </a:lnTo>
                  <a:lnTo>
                    <a:pt x="345" y="343"/>
                  </a:lnTo>
                  <a:lnTo>
                    <a:pt x="346" y="347"/>
                  </a:lnTo>
                  <a:lnTo>
                    <a:pt x="345" y="349"/>
                  </a:lnTo>
                  <a:lnTo>
                    <a:pt x="341" y="349"/>
                  </a:lnTo>
                  <a:lnTo>
                    <a:pt x="338" y="346"/>
                  </a:lnTo>
                  <a:lnTo>
                    <a:pt x="338" y="343"/>
                  </a:lnTo>
                  <a:lnTo>
                    <a:pt x="338" y="340"/>
                  </a:lnTo>
                  <a:lnTo>
                    <a:pt x="335" y="337"/>
                  </a:lnTo>
                  <a:lnTo>
                    <a:pt x="332" y="337"/>
                  </a:lnTo>
                  <a:lnTo>
                    <a:pt x="325" y="338"/>
                  </a:lnTo>
                  <a:lnTo>
                    <a:pt x="320" y="338"/>
                  </a:lnTo>
                  <a:lnTo>
                    <a:pt x="317" y="338"/>
                  </a:lnTo>
                  <a:lnTo>
                    <a:pt x="314" y="328"/>
                  </a:lnTo>
                  <a:lnTo>
                    <a:pt x="313" y="320"/>
                  </a:lnTo>
                  <a:lnTo>
                    <a:pt x="306" y="320"/>
                  </a:lnTo>
                  <a:lnTo>
                    <a:pt x="305" y="313"/>
                  </a:lnTo>
                  <a:lnTo>
                    <a:pt x="307" y="309"/>
                  </a:lnTo>
                  <a:lnTo>
                    <a:pt x="307" y="299"/>
                  </a:lnTo>
                  <a:lnTo>
                    <a:pt x="302" y="303"/>
                  </a:lnTo>
                  <a:lnTo>
                    <a:pt x="298" y="293"/>
                  </a:lnTo>
                  <a:lnTo>
                    <a:pt x="294" y="290"/>
                  </a:lnTo>
                  <a:lnTo>
                    <a:pt x="288" y="284"/>
                  </a:lnTo>
                  <a:lnTo>
                    <a:pt x="281" y="288"/>
                  </a:lnTo>
                  <a:lnTo>
                    <a:pt x="261" y="286"/>
                  </a:lnTo>
                  <a:lnTo>
                    <a:pt x="243" y="289"/>
                  </a:lnTo>
                  <a:lnTo>
                    <a:pt x="229" y="273"/>
                  </a:lnTo>
                  <a:lnTo>
                    <a:pt x="189" y="243"/>
                  </a:lnTo>
                  <a:lnTo>
                    <a:pt x="149" y="256"/>
                  </a:lnTo>
                  <a:lnTo>
                    <a:pt x="149" y="335"/>
                  </a:lnTo>
                  <a:lnTo>
                    <a:pt x="147" y="334"/>
                  </a:lnTo>
                  <a:lnTo>
                    <a:pt x="145" y="335"/>
                  </a:lnTo>
                  <a:lnTo>
                    <a:pt x="142" y="336"/>
                  </a:lnTo>
                  <a:lnTo>
                    <a:pt x="139" y="334"/>
                  </a:lnTo>
                  <a:lnTo>
                    <a:pt x="134" y="327"/>
                  </a:lnTo>
                  <a:lnTo>
                    <a:pt x="132" y="322"/>
                  </a:lnTo>
                  <a:lnTo>
                    <a:pt x="128" y="319"/>
                  </a:lnTo>
                  <a:lnTo>
                    <a:pt x="123" y="315"/>
                  </a:lnTo>
                  <a:lnTo>
                    <a:pt x="120" y="313"/>
                  </a:lnTo>
                  <a:lnTo>
                    <a:pt x="113" y="314"/>
                  </a:lnTo>
                  <a:lnTo>
                    <a:pt x="104" y="317"/>
                  </a:lnTo>
                  <a:lnTo>
                    <a:pt x="97" y="321"/>
                  </a:lnTo>
                  <a:lnTo>
                    <a:pt x="94" y="326"/>
                  </a:lnTo>
                  <a:lnTo>
                    <a:pt x="94" y="322"/>
                  </a:lnTo>
                  <a:lnTo>
                    <a:pt x="94" y="320"/>
                  </a:lnTo>
                  <a:lnTo>
                    <a:pt x="93" y="319"/>
                  </a:lnTo>
                  <a:lnTo>
                    <a:pt x="94" y="317"/>
                  </a:lnTo>
                  <a:lnTo>
                    <a:pt x="95" y="315"/>
                  </a:lnTo>
                  <a:lnTo>
                    <a:pt x="96" y="312"/>
                  </a:lnTo>
                  <a:lnTo>
                    <a:pt x="97" y="309"/>
                  </a:lnTo>
                  <a:lnTo>
                    <a:pt x="98" y="307"/>
                  </a:lnTo>
                  <a:lnTo>
                    <a:pt x="97" y="304"/>
                  </a:lnTo>
                  <a:lnTo>
                    <a:pt x="94" y="303"/>
                  </a:lnTo>
                  <a:lnTo>
                    <a:pt x="91" y="303"/>
                  </a:lnTo>
                  <a:lnTo>
                    <a:pt x="89" y="302"/>
                  </a:lnTo>
                  <a:lnTo>
                    <a:pt x="87" y="303"/>
                  </a:lnTo>
                  <a:lnTo>
                    <a:pt x="86" y="303"/>
                  </a:lnTo>
                  <a:lnTo>
                    <a:pt x="85" y="302"/>
                  </a:lnTo>
                  <a:lnTo>
                    <a:pt x="83" y="298"/>
                  </a:lnTo>
                  <a:lnTo>
                    <a:pt x="81" y="296"/>
                  </a:lnTo>
                  <a:lnTo>
                    <a:pt x="78" y="296"/>
                  </a:lnTo>
                  <a:lnTo>
                    <a:pt x="76" y="296"/>
                  </a:lnTo>
                  <a:lnTo>
                    <a:pt x="76" y="294"/>
                  </a:lnTo>
                  <a:lnTo>
                    <a:pt x="76" y="291"/>
                  </a:lnTo>
                  <a:lnTo>
                    <a:pt x="75" y="288"/>
                  </a:lnTo>
                  <a:lnTo>
                    <a:pt x="73" y="287"/>
                  </a:lnTo>
                  <a:lnTo>
                    <a:pt x="72" y="284"/>
                  </a:lnTo>
                  <a:lnTo>
                    <a:pt x="69" y="276"/>
                  </a:lnTo>
                  <a:lnTo>
                    <a:pt x="69" y="273"/>
                  </a:lnTo>
                  <a:lnTo>
                    <a:pt x="65" y="273"/>
                  </a:lnTo>
                  <a:lnTo>
                    <a:pt x="60" y="272"/>
                  </a:lnTo>
                  <a:lnTo>
                    <a:pt x="59" y="270"/>
                  </a:lnTo>
                  <a:lnTo>
                    <a:pt x="59" y="266"/>
                  </a:lnTo>
                  <a:lnTo>
                    <a:pt x="60" y="264"/>
                  </a:lnTo>
                  <a:lnTo>
                    <a:pt x="62" y="264"/>
                  </a:lnTo>
                  <a:lnTo>
                    <a:pt x="65" y="264"/>
                  </a:lnTo>
                  <a:lnTo>
                    <a:pt x="67" y="264"/>
                  </a:lnTo>
                  <a:lnTo>
                    <a:pt x="71" y="266"/>
                  </a:lnTo>
                  <a:lnTo>
                    <a:pt x="74" y="267"/>
                  </a:lnTo>
                  <a:lnTo>
                    <a:pt x="76" y="267"/>
                  </a:lnTo>
                  <a:lnTo>
                    <a:pt x="78" y="266"/>
                  </a:lnTo>
                  <a:lnTo>
                    <a:pt x="77" y="264"/>
                  </a:lnTo>
                  <a:lnTo>
                    <a:pt x="75" y="263"/>
                  </a:lnTo>
                  <a:lnTo>
                    <a:pt x="72" y="261"/>
                  </a:lnTo>
                  <a:lnTo>
                    <a:pt x="71" y="258"/>
                  </a:lnTo>
                  <a:lnTo>
                    <a:pt x="72" y="255"/>
                  </a:lnTo>
                  <a:lnTo>
                    <a:pt x="74" y="255"/>
                  </a:lnTo>
                  <a:lnTo>
                    <a:pt x="75" y="252"/>
                  </a:lnTo>
                  <a:lnTo>
                    <a:pt x="76" y="249"/>
                  </a:lnTo>
                  <a:lnTo>
                    <a:pt x="77" y="248"/>
                  </a:lnTo>
                  <a:lnTo>
                    <a:pt x="79" y="248"/>
                  </a:lnTo>
                  <a:lnTo>
                    <a:pt x="81" y="247"/>
                  </a:lnTo>
                  <a:lnTo>
                    <a:pt x="83" y="246"/>
                  </a:lnTo>
                  <a:lnTo>
                    <a:pt x="85" y="247"/>
                  </a:lnTo>
                  <a:lnTo>
                    <a:pt x="86" y="247"/>
                  </a:lnTo>
                  <a:lnTo>
                    <a:pt x="94" y="247"/>
                  </a:lnTo>
                  <a:lnTo>
                    <a:pt x="101" y="249"/>
                  </a:lnTo>
                  <a:lnTo>
                    <a:pt x="105" y="249"/>
                  </a:lnTo>
                  <a:lnTo>
                    <a:pt x="104" y="248"/>
                  </a:lnTo>
                  <a:lnTo>
                    <a:pt x="101" y="246"/>
                  </a:lnTo>
                  <a:lnTo>
                    <a:pt x="98" y="245"/>
                  </a:lnTo>
                  <a:lnTo>
                    <a:pt x="98" y="242"/>
                  </a:lnTo>
                  <a:lnTo>
                    <a:pt x="99" y="240"/>
                  </a:lnTo>
                  <a:lnTo>
                    <a:pt x="101" y="238"/>
                  </a:lnTo>
                  <a:lnTo>
                    <a:pt x="103" y="235"/>
                  </a:lnTo>
                  <a:lnTo>
                    <a:pt x="103" y="229"/>
                  </a:lnTo>
                  <a:lnTo>
                    <a:pt x="104" y="227"/>
                  </a:lnTo>
                  <a:lnTo>
                    <a:pt x="103" y="224"/>
                  </a:lnTo>
                  <a:lnTo>
                    <a:pt x="102" y="223"/>
                  </a:lnTo>
                  <a:lnTo>
                    <a:pt x="103" y="221"/>
                  </a:lnTo>
                  <a:lnTo>
                    <a:pt x="105" y="218"/>
                  </a:lnTo>
                  <a:lnTo>
                    <a:pt x="104" y="217"/>
                  </a:lnTo>
                  <a:lnTo>
                    <a:pt x="103" y="214"/>
                  </a:lnTo>
                  <a:lnTo>
                    <a:pt x="101" y="213"/>
                  </a:lnTo>
                  <a:lnTo>
                    <a:pt x="98" y="213"/>
                  </a:lnTo>
                  <a:lnTo>
                    <a:pt x="94" y="212"/>
                  </a:lnTo>
                  <a:lnTo>
                    <a:pt x="92" y="213"/>
                  </a:lnTo>
                  <a:lnTo>
                    <a:pt x="91" y="214"/>
                  </a:lnTo>
                  <a:lnTo>
                    <a:pt x="87" y="215"/>
                  </a:lnTo>
                  <a:lnTo>
                    <a:pt x="84" y="213"/>
                  </a:lnTo>
                  <a:lnTo>
                    <a:pt x="82" y="211"/>
                  </a:lnTo>
                  <a:lnTo>
                    <a:pt x="80" y="210"/>
                  </a:lnTo>
                  <a:lnTo>
                    <a:pt x="75" y="209"/>
                  </a:lnTo>
                  <a:lnTo>
                    <a:pt x="71" y="210"/>
                  </a:lnTo>
                  <a:lnTo>
                    <a:pt x="67" y="213"/>
                  </a:lnTo>
                  <a:lnTo>
                    <a:pt x="63" y="213"/>
                  </a:lnTo>
                  <a:lnTo>
                    <a:pt x="58" y="218"/>
                  </a:lnTo>
                  <a:lnTo>
                    <a:pt x="53" y="221"/>
                  </a:lnTo>
                  <a:lnTo>
                    <a:pt x="49" y="222"/>
                  </a:lnTo>
                  <a:lnTo>
                    <a:pt x="46" y="222"/>
                  </a:lnTo>
                  <a:lnTo>
                    <a:pt x="44" y="224"/>
                  </a:lnTo>
                  <a:lnTo>
                    <a:pt x="43" y="226"/>
                  </a:lnTo>
                  <a:lnTo>
                    <a:pt x="39" y="224"/>
                  </a:lnTo>
                  <a:lnTo>
                    <a:pt x="33" y="220"/>
                  </a:lnTo>
                  <a:lnTo>
                    <a:pt x="32" y="217"/>
                  </a:lnTo>
                  <a:lnTo>
                    <a:pt x="35" y="216"/>
                  </a:lnTo>
                  <a:lnTo>
                    <a:pt x="37" y="217"/>
                  </a:lnTo>
                  <a:lnTo>
                    <a:pt x="40" y="218"/>
                  </a:lnTo>
                  <a:lnTo>
                    <a:pt x="41" y="217"/>
                  </a:lnTo>
                  <a:lnTo>
                    <a:pt x="34" y="205"/>
                  </a:lnTo>
                  <a:lnTo>
                    <a:pt x="32" y="200"/>
                  </a:lnTo>
                  <a:lnTo>
                    <a:pt x="28" y="197"/>
                  </a:lnTo>
                  <a:lnTo>
                    <a:pt x="25" y="193"/>
                  </a:lnTo>
                  <a:lnTo>
                    <a:pt x="21" y="193"/>
                  </a:lnTo>
                  <a:lnTo>
                    <a:pt x="19" y="193"/>
                  </a:lnTo>
                  <a:lnTo>
                    <a:pt x="14" y="191"/>
                  </a:lnTo>
                  <a:lnTo>
                    <a:pt x="14" y="195"/>
                  </a:lnTo>
                  <a:lnTo>
                    <a:pt x="10" y="189"/>
                  </a:lnTo>
                  <a:lnTo>
                    <a:pt x="10" y="186"/>
                  </a:lnTo>
                  <a:lnTo>
                    <a:pt x="10" y="182"/>
                  </a:lnTo>
                  <a:lnTo>
                    <a:pt x="0" y="178"/>
                  </a:lnTo>
                  <a:lnTo>
                    <a:pt x="5" y="166"/>
                  </a:lnTo>
                  <a:lnTo>
                    <a:pt x="8" y="163"/>
                  </a:lnTo>
                  <a:lnTo>
                    <a:pt x="10" y="161"/>
                  </a:lnTo>
                  <a:lnTo>
                    <a:pt x="8" y="158"/>
                  </a:lnTo>
                  <a:lnTo>
                    <a:pt x="5" y="156"/>
                  </a:lnTo>
                  <a:lnTo>
                    <a:pt x="7" y="142"/>
                  </a:lnTo>
                  <a:lnTo>
                    <a:pt x="12" y="140"/>
                  </a:lnTo>
                  <a:lnTo>
                    <a:pt x="15" y="134"/>
                  </a:lnTo>
                  <a:lnTo>
                    <a:pt x="16" y="131"/>
                  </a:lnTo>
                  <a:lnTo>
                    <a:pt x="19" y="130"/>
                  </a:lnTo>
                  <a:lnTo>
                    <a:pt x="22" y="133"/>
                  </a:lnTo>
                  <a:lnTo>
                    <a:pt x="26" y="139"/>
                  </a:lnTo>
                  <a:lnTo>
                    <a:pt x="29" y="143"/>
                  </a:lnTo>
                  <a:lnTo>
                    <a:pt x="34" y="143"/>
                  </a:lnTo>
                  <a:lnTo>
                    <a:pt x="37" y="141"/>
                  </a:lnTo>
                  <a:lnTo>
                    <a:pt x="37" y="136"/>
                  </a:lnTo>
                  <a:lnTo>
                    <a:pt x="36" y="131"/>
                  </a:lnTo>
                  <a:lnTo>
                    <a:pt x="36" y="126"/>
                  </a:lnTo>
                  <a:lnTo>
                    <a:pt x="39" y="124"/>
                  </a:lnTo>
                  <a:lnTo>
                    <a:pt x="45" y="120"/>
                  </a:lnTo>
                  <a:lnTo>
                    <a:pt x="46" y="117"/>
                  </a:lnTo>
                  <a:lnTo>
                    <a:pt x="48" y="113"/>
                  </a:lnTo>
                  <a:lnTo>
                    <a:pt x="52" y="111"/>
                  </a:lnTo>
                  <a:lnTo>
                    <a:pt x="56" y="111"/>
                  </a:lnTo>
                  <a:lnTo>
                    <a:pt x="61" y="107"/>
                  </a:lnTo>
                  <a:lnTo>
                    <a:pt x="65" y="103"/>
                  </a:lnTo>
                  <a:lnTo>
                    <a:pt x="69" y="99"/>
                  </a:lnTo>
                  <a:lnTo>
                    <a:pt x="73" y="100"/>
                  </a:lnTo>
                  <a:lnTo>
                    <a:pt x="77" y="100"/>
                  </a:lnTo>
                  <a:lnTo>
                    <a:pt x="79" y="103"/>
                  </a:lnTo>
                  <a:lnTo>
                    <a:pt x="84" y="102"/>
                  </a:lnTo>
                  <a:lnTo>
                    <a:pt x="86" y="100"/>
                  </a:lnTo>
                  <a:lnTo>
                    <a:pt x="90" y="97"/>
                  </a:lnTo>
                  <a:lnTo>
                    <a:pt x="93" y="98"/>
                  </a:lnTo>
                  <a:lnTo>
                    <a:pt x="96" y="104"/>
                  </a:lnTo>
                  <a:lnTo>
                    <a:pt x="101" y="104"/>
                  </a:lnTo>
                  <a:lnTo>
                    <a:pt x="105" y="104"/>
                  </a:lnTo>
                  <a:lnTo>
                    <a:pt x="112" y="106"/>
                  </a:lnTo>
                  <a:lnTo>
                    <a:pt x="112" y="109"/>
                  </a:lnTo>
                  <a:lnTo>
                    <a:pt x="117" y="111"/>
                  </a:lnTo>
                  <a:lnTo>
                    <a:pt x="122" y="115"/>
                  </a:lnTo>
                  <a:lnTo>
                    <a:pt x="125" y="119"/>
                  </a:lnTo>
                  <a:lnTo>
                    <a:pt x="125" y="125"/>
                  </a:lnTo>
                  <a:lnTo>
                    <a:pt x="127" y="126"/>
                  </a:lnTo>
                  <a:lnTo>
                    <a:pt x="129" y="123"/>
                  </a:lnTo>
                  <a:lnTo>
                    <a:pt x="128" y="118"/>
                  </a:lnTo>
                  <a:lnTo>
                    <a:pt x="127" y="115"/>
                  </a:lnTo>
                  <a:lnTo>
                    <a:pt x="132" y="116"/>
                  </a:lnTo>
                  <a:lnTo>
                    <a:pt x="136" y="122"/>
                  </a:lnTo>
                  <a:lnTo>
                    <a:pt x="141" y="124"/>
                  </a:lnTo>
                  <a:lnTo>
                    <a:pt x="144" y="126"/>
                  </a:lnTo>
                  <a:lnTo>
                    <a:pt x="149" y="124"/>
                  </a:lnTo>
                  <a:lnTo>
                    <a:pt x="151" y="122"/>
                  </a:lnTo>
                  <a:lnTo>
                    <a:pt x="153" y="118"/>
                  </a:lnTo>
                  <a:lnTo>
                    <a:pt x="157" y="113"/>
                  </a:lnTo>
                  <a:lnTo>
                    <a:pt x="163" y="114"/>
                  </a:lnTo>
                  <a:lnTo>
                    <a:pt x="167" y="115"/>
                  </a:lnTo>
                  <a:lnTo>
                    <a:pt x="172" y="119"/>
                  </a:lnTo>
                  <a:lnTo>
                    <a:pt x="176" y="119"/>
                  </a:lnTo>
                  <a:lnTo>
                    <a:pt x="177" y="114"/>
                  </a:lnTo>
                  <a:lnTo>
                    <a:pt x="185" y="113"/>
                  </a:lnTo>
                  <a:lnTo>
                    <a:pt x="190" y="114"/>
                  </a:lnTo>
                  <a:lnTo>
                    <a:pt x="192" y="120"/>
                  </a:lnTo>
                  <a:lnTo>
                    <a:pt x="198" y="123"/>
                  </a:lnTo>
                  <a:lnTo>
                    <a:pt x="204" y="125"/>
                  </a:lnTo>
                  <a:lnTo>
                    <a:pt x="207" y="127"/>
                  </a:lnTo>
                  <a:lnTo>
                    <a:pt x="211" y="123"/>
                  </a:lnTo>
                  <a:lnTo>
                    <a:pt x="212" y="120"/>
                  </a:lnTo>
                  <a:lnTo>
                    <a:pt x="214" y="120"/>
                  </a:lnTo>
                  <a:lnTo>
                    <a:pt x="217" y="123"/>
                  </a:lnTo>
                  <a:lnTo>
                    <a:pt x="223" y="124"/>
                  </a:lnTo>
                  <a:lnTo>
                    <a:pt x="234" y="119"/>
                  </a:lnTo>
                  <a:lnTo>
                    <a:pt x="235" y="116"/>
                  </a:lnTo>
                  <a:lnTo>
                    <a:pt x="236" y="108"/>
                  </a:lnTo>
                  <a:lnTo>
                    <a:pt x="235" y="106"/>
                  </a:lnTo>
                  <a:lnTo>
                    <a:pt x="226" y="104"/>
                  </a:lnTo>
                  <a:lnTo>
                    <a:pt x="224" y="100"/>
                  </a:lnTo>
                  <a:lnTo>
                    <a:pt x="220" y="99"/>
                  </a:lnTo>
                  <a:lnTo>
                    <a:pt x="217" y="98"/>
                  </a:lnTo>
                  <a:lnTo>
                    <a:pt x="218" y="96"/>
                  </a:lnTo>
                  <a:lnTo>
                    <a:pt x="215" y="94"/>
                  </a:lnTo>
                  <a:lnTo>
                    <a:pt x="213" y="94"/>
                  </a:lnTo>
                  <a:lnTo>
                    <a:pt x="212" y="91"/>
                  </a:lnTo>
                  <a:lnTo>
                    <a:pt x="215" y="90"/>
                  </a:lnTo>
                  <a:lnTo>
                    <a:pt x="221" y="86"/>
                  </a:lnTo>
                  <a:lnTo>
                    <a:pt x="225" y="84"/>
                  </a:lnTo>
                  <a:lnTo>
                    <a:pt x="227" y="81"/>
                  </a:lnTo>
                  <a:lnTo>
                    <a:pt x="224" y="76"/>
                  </a:lnTo>
                  <a:lnTo>
                    <a:pt x="223" y="73"/>
                  </a:lnTo>
                  <a:lnTo>
                    <a:pt x="228" y="66"/>
                  </a:lnTo>
                  <a:lnTo>
                    <a:pt x="233" y="64"/>
                  </a:lnTo>
                  <a:lnTo>
                    <a:pt x="240" y="66"/>
                  </a:lnTo>
                  <a:lnTo>
                    <a:pt x="244" y="65"/>
                  </a:lnTo>
                  <a:lnTo>
                    <a:pt x="245" y="62"/>
                  </a:lnTo>
                  <a:lnTo>
                    <a:pt x="238" y="59"/>
                  </a:lnTo>
                  <a:lnTo>
                    <a:pt x="230" y="58"/>
                  </a:lnTo>
                  <a:lnTo>
                    <a:pt x="230" y="54"/>
                  </a:lnTo>
                  <a:lnTo>
                    <a:pt x="233" y="53"/>
                  </a:lnTo>
                  <a:lnTo>
                    <a:pt x="230" y="50"/>
                  </a:lnTo>
                  <a:lnTo>
                    <a:pt x="230" y="45"/>
                  </a:lnTo>
                  <a:lnTo>
                    <a:pt x="231" y="39"/>
                  </a:lnTo>
                  <a:lnTo>
                    <a:pt x="234" y="38"/>
                  </a:lnTo>
                  <a:lnTo>
                    <a:pt x="241" y="40"/>
                  </a:lnTo>
                  <a:lnTo>
                    <a:pt x="245" y="40"/>
                  </a:lnTo>
                  <a:lnTo>
                    <a:pt x="250" y="40"/>
                  </a:lnTo>
                  <a:lnTo>
                    <a:pt x="253" y="37"/>
                  </a:lnTo>
                  <a:lnTo>
                    <a:pt x="263" y="32"/>
                  </a:lnTo>
                  <a:lnTo>
                    <a:pt x="269" y="32"/>
                  </a:lnTo>
                  <a:lnTo>
                    <a:pt x="275" y="31"/>
                  </a:lnTo>
                  <a:lnTo>
                    <a:pt x="286" y="30"/>
                  </a:lnTo>
                  <a:lnTo>
                    <a:pt x="290" y="29"/>
                  </a:lnTo>
                  <a:lnTo>
                    <a:pt x="292" y="30"/>
                  </a:lnTo>
                  <a:lnTo>
                    <a:pt x="294" y="25"/>
                  </a:lnTo>
                  <a:lnTo>
                    <a:pt x="298" y="21"/>
                  </a:lnTo>
                  <a:lnTo>
                    <a:pt x="306" y="21"/>
                  </a:lnTo>
                  <a:lnTo>
                    <a:pt x="321" y="16"/>
                  </a:lnTo>
                  <a:lnTo>
                    <a:pt x="334" y="15"/>
                  </a:lnTo>
                  <a:lnTo>
                    <a:pt x="338" y="14"/>
                  </a:lnTo>
                  <a:lnTo>
                    <a:pt x="341" y="10"/>
                  </a:lnTo>
                  <a:lnTo>
                    <a:pt x="341" y="6"/>
                  </a:lnTo>
                  <a:lnTo>
                    <a:pt x="344" y="6"/>
                  </a:lnTo>
                  <a:lnTo>
                    <a:pt x="348" y="3"/>
                  </a:lnTo>
                  <a:lnTo>
                    <a:pt x="349" y="1"/>
                  </a:lnTo>
                  <a:lnTo>
                    <a:pt x="354" y="0"/>
                  </a:lnTo>
                  <a:lnTo>
                    <a:pt x="361" y="2"/>
                  </a:lnTo>
                  <a:lnTo>
                    <a:pt x="364" y="3"/>
                  </a:lnTo>
                  <a:lnTo>
                    <a:pt x="370" y="7"/>
                  </a:lnTo>
                  <a:lnTo>
                    <a:pt x="374" y="5"/>
                  </a:lnTo>
                  <a:lnTo>
                    <a:pt x="380" y="5"/>
                  </a:lnTo>
                  <a:lnTo>
                    <a:pt x="383" y="10"/>
                  </a:lnTo>
                  <a:lnTo>
                    <a:pt x="383" y="14"/>
                  </a:lnTo>
                  <a:lnTo>
                    <a:pt x="384" y="16"/>
                  </a:lnTo>
                  <a:lnTo>
                    <a:pt x="388" y="19"/>
                  </a:lnTo>
                  <a:lnTo>
                    <a:pt x="387" y="23"/>
                  </a:lnTo>
                  <a:lnTo>
                    <a:pt x="386" y="26"/>
                  </a:lnTo>
                  <a:lnTo>
                    <a:pt x="386" y="31"/>
                  </a:lnTo>
                  <a:lnTo>
                    <a:pt x="384" y="31"/>
                  </a:lnTo>
                  <a:lnTo>
                    <a:pt x="385" y="34"/>
                  </a:lnTo>
                  <a:lnTo>
                    <a:pt x="389" y="35"/>
                  </a:lnTo>
                  <a:lnTo>
                    <a:pt x="390" y="33"/>
                  </a:lnTo>
                  <a:lnTo>
                    <a:pt x="394" y="34"/>
                  </a:lnTo>
                  <a:lnTo>
                    <a:pt x="396" y="32"/>
                  </a:lnTo>
                  <a:lnTo>
                    <a:pt x="399" y="33"/>
                  </a:lnTo>
                  <a:lnTo>
                    <a:pt x="401" y="31"/>
                  </a:lnTo>
                  <a:lnTo>
                    <a:pt x="403" y="32"/>
                  </a:lnTo>
                  <a:lnTo>
                    <a:pt x="405" y="36"/>
                  </a:lnTo>
                  <a:lnTo>
                    <a:pt x="408" y="39"/>
                  </a:lnTo>
                  <a:lnTo>
                    <a:pt x="409" y="37"/>
                  </a:lnTo>
                  <a:lnTo>
                    <a:pt x="410" y="35"/>
                  </a:lnTo>
                  <a:lnTo>
                    <a:pt x="414" y="36"/>
                  </a:lnTo>
                  <a:lnTo>
                    <a:pt x="416" y="40"/>
                  </a:lnTo>
                  <a:lnTo>
                    <a:pt x="420" y="41"/>
                  </a:lnTo>
                  <a:lnTo>
                    <a:pt x="423" y="38"/>
                  </a:lnTo>
                  <a:lnTo>
                    <a:pt x="425" y="38"/>
                  </a:lnTo>
                  <a:lnTo>
                    <a:pt x="424" y="42"/>
                  </a:lnTo>
                  <a:lnTo>
                    <a:pt x="421" y="44"/>
                  </a:lnTo>
                  <a:lnTo>
                    <a:pt x="419" y="49"/>
                  </a:lnTo>
                  <a:lnTo>
                    <a:pt x="421" y="51"/>
                  </a:lnTo>
                  <a:lnTo>
                    <a:pt x="424" y="50"/>
                  </a:lnTo>
                  <a:lnTo>
                    <a:pt x="430" y="49"/>
                  </a:lnTo>
                  <a:lnTo>
                    <a:pt x="433" y="49"/>
                  </a:lnTo>
                  <a:lnTo>
                    <a:pt x="437" y="52"/>
                  </a:lnTo>
                  <a:lnTo>
                    <a:pt x="439" y="48"/>
                  </a:lnTo>
                  <a:lnTo>
                    <a:pt x="444" y="43"/>
                  </a:lnTo>
                  <a:lnTo>
                    <a:pt x="452" y="40"/>
                  </a:lnTo>
                  <a:lnTo>
                    <a:pt x="459" y="34"/>
                  </a:lnTo>
                  <a:lnTo>
                    <a:pt x="464" y="31"/>
                  </a:lnTo>
                  <a:lnTo>
                    <a:pt x="468" y="29"/>
                  </a:lnTo>
                  <a:lnTo>
                    <a:pt x="473" y="28"/>
                  </a:lnTo>
                  <a:lnTo>
                    <a:pt x="473" y="33"/>
                  </a:lnTo>
                  <a:lnTo>
                    <a:pt x="470" y="34"/>
                  </a:lnTo>
                  <a:lnTo>
                    <a:pt x="469" y="39"/>
                  </a:lnTo>
                  <a:lnTo>
                    <a:pt x="477" y="46"/>
                  </a:lnTo>
                  <a:lnTo>
                    <a:pt x="482" y="49"/>
                  </a:lnTo>
                  <a:lnTo>
                    <a:pt x="492" y="58"/>
                  </a:lnTo>
                  <a:lnTo>
                    <a:pt x="499" y="70"/>
                  </a:lnTo>
                  <a:lnTo>
                    <a:pt x="511" y="95"/>
                  </a:lnTo>
                  <a:lnTo>
                    <a:pt x="517" y="105"/>
                  </a:lnTo>
                  <a:lnTo>
                    <a:pt x="525" y="121"/>
                  </a:lnTo>
                  <a:lnTo>
                    <a:pt x="528" y="118"/>
                  </a:lnTo>
                  <a:lnTo>
                    <a:pt x="530" y="115"/>
                  </a:lnTo>
                  <a:lnTo>
                    <a:pt x="533" y="109"/>
                  </a:lnTo>
                  <a:lnTo>
                    <a:pt x="540" y="109"/>
                  </a:lnTo>
                  <a:lnTo>
                    <a:pt x="542" y="113"/>
                  </a:lnTo>
                  <a:lnTo>
                    <a:pt x="542" y="117"/>
                  </a:lnTo>
                  <a:lnTo>
                    <a:pt x="545" y="117"/>
                  </a:lnTo>
                  <a:lnTo>
                    <a:pt x="547" y="120"/>
                  </a:lnTo>
                  <a:lnTo>
                    <a:pt x="549" y="122"/>
                  </a:lnTo>
                  <a:lnTo>
                    <a:pt x="553" y="122"/>
                  </a:lnTo>
                  <a:lnTo>
                    <a:pt x="560" y="122"/>
                  </a:lnTo>
                  <a:lnTo>
                    <a:pt x="567" y="120"/>
                  </a:lnTo>
                  <a:lnTo>
                    <a:pt x="572" y="117"/>
                  </a:lnTo>
                  <a:lnTo>
                    <a:pt x="579" y="117"/>
                  </a:lnTo>
                  <a:lnTo>
                    <a:pt x="584" y="122"/>
                  </a:lnTo>
                  <a:lnTo>
                    <a:pt x="589" y="128"/>
                  </a:lnTo>
                  <a:lnTo>
                    <a:pt x="592" y="135"/>
                  </a:lnTo>
                  <a:lnTo>
                    <a:pt x="599" y="137"/>
                  </a:lnTo>
                  <a:lnTo>
                    <a:pt x="602" y="143"/>
                  </a:lnTo>
                  <a:lnTo>
                    <a:pt x="607" y="151"/>
                  </a:lnTo>
                  <a:lnTo>
                    <a:pt x="614" y="151"/>
                  </a:lnTo>
                  <a:lnTo>
                    <a:pt x="620" y="152"/>
                  </a:lnTo>
                  <a:lnTo>
                    <a:pt x="624" y="148"/>
                  </a:lnTo>
                  <a:lnTo>
                    <a:pt x="628" y="146"/>
                  </a:lnTo>
                  <a:lnTo>
                    <a:pt x="628" y="150"/>
                  </a:lnTo>
                  <a:lnTo>
                    <a:pt x="631" y="153"/>
                  </a:lnTo>
                  <a:lnTo>
                    <a:pt x="633" y="158"/>
                  </a:lnTo>
                  <a:lnTo>
                    <a:pt x="637" y="158"/>
                  </a:lnTo>
                  <a:lnTo>
                    <a:pt x="637" y="160"/>
                  </a:lnTo>
                  <a:lnTo>
                    <a:pt x="633" y="160"/>
                  </a:lnTo>
                  <a:lnTo>
                    <a:pt x="630" y="162"/>
                  </a:lnTo>
                  <a:lnTo>
                    <a:pt x="628" y="165"/>
                  </a:lnTo>
                  <a:lnTo>
                    <a:pt x="628" y="167"/>
                  </a:lnTo>
                  <a:lnTo>
                    <a:pt x="627" y="173"/>
                  </a:lnTo>
                  <a:lnTo>
                    <a:pt x="625" y="175"/>
                  </a:lnTo>
                  <a:lnTo>
                    <a:pt x="623" y="176"/>
                  </a:lnTo>
                  <a:lnTo>
                    <a:pt x="615" y="177"/>
                  </a:lnTo>
                  <a:lnTo>
                    <a:pt x="612" y="180"/>
                  </a:lnTo>
                  <a:lnTo>
                    <a:pt x="609" y="185"/>
                  </a:lnTo>
                  <a:lnTo>
                    <a:pt x="610" y="194"/>
                  </a:lnTo>
                  <a:lnTo>
                    <a:pt x="612" y="201"/>
                  </a:lnTo>
                  <a:lnTo>
                    <a:pt x="611" y="205"/>
                  </a:lnTo>
                  <a:lnTo>
                    <a:pt x="607" y="209"/>
                  </a:lnTo>
                  <a:lnTo>
                    <a:pt x="604" y="210"/>
                  </a:lnTo>
                  <a:lnTo>
                    <a:pt x="600" y="211"/>
                  </a:lnTo>
                  <a:lnTo>
                    <a:pt x="589" y="210"/>
                  </a:lnTo>
                  <a:lnTo>
                    <a:pt x="586" y="208"/>
                  </a:lnTo>
                  <a:lnTo>
                    <a:pt x="580" y="207"/>
                  </a:lnTo>
                  <a:lnTo>
                    <a:pt x="572" y="204"/>
                  </a:lnTo>
                  <a:lnTo>
                    <a:pt x="570" y="210"/>
                  </a:lnTo>
                  <a:lnTo>
                    <a:pt x="566" y="221"/>
                  </a:lnTo>
                  <a:lnTo>
                    <a:pt x="563" y="229"/>
                  </a:lnTo>
                  <a:lnTo>
                    <a:pt x="561" y="235"/>
                  </a:lnTo>
                  <a:lnTo>
                    <a:pt x="560" y="240"/>
                  </a:lnTo>
                  <a:lnTo>
                    <a:pt x="564" y="245"/>
                  </a:lnTo>
                  <a:lnTo>
                    <a:pt x="565" y="248"/>
                  </a:lnTo>
                  <a:lnTo>
                    <a:pt x="564" y="250"/>
                  </a:lnTo>
                  <a:lnTo>
                    <a:pt x="562" y="252"/>
                  </a:lnTo>
                  <a:lnTo>
                    <a:pt x="560" y="252"/>
                  </a:lnTo>
                  <a:lnTo>
                    <a:pt x="552" y="250"/>
                  </a:lnTo>
                  <a:lnTo>
                    <a:pt x="548" y="248"/>
                  </a:lnTo>
                  <a:lnTo>
                    <a:pt x="546" y="249"/>
                  </a:lnTo>
                  <a:lnTo>
                    <a:pt x="538" y="251"/>
                  </a:lnTo>
                  <a:lnTo>
                    <a:pt x="526" y="253"/>
                  </a:lnTo>
                  <a:lnTo>
                    <a:pt x="523" y="255"/>
                  </a:lnTo>
                  <a:lnTo>
                    <a:pt x="521" y="258"/>
                  </a:lnTo>
                  <a:lnTo>
                    <a:pt x="521" y="260"/>
                  </a:lnTo>
                  <a:lnTo>
                    <a:pt x="523" y="262"/>
                  </a:lnTo>
                  <a:lnTo>
                    <a:pt x="525" y="261"/>
                  </a:lnTo>
                  <a:lnTo>
                    <a:pt x="528" y="263"/>
                  </a:lnTo>
                  <a:lnTo>
                    <a:pt x="528" y="276"/>
                  </a:lnTo>
                  <a:lnTo>
                    <a:pt x="531" y="282"/>
                  </a:lnTo>
                  <a:lnTo>
                    <a:pt x="533" y="287"/>
                  </a:lnTo>
                  <a:lnTo>
                    <a:pt x="534" y="291"/>
                  </a:lnTo>
                  <a:lnTo>
                    <a:pt x="532" y="294"/>
                  </a:lnTo>
                  <a:lnTo>
                    <a:pt x="527" y="300"/>
                  </a:lnTo>
                  <a:lnTo>
                    <a:pt x="525" y="303"/>
                  </a:lnTo>
                  <a:lnTo>
                    <a:pt x="525" y="307"/>
                  </a:lnTo>
                  <a:lnTo>
                    <a:pt x="526" y="316"/>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89" name="Freeform 8">
              <a:extLst>
                <a:ext uri="{FF2B5EF4-FFF2-40B4-BE49-F238E27FC236}">
                  <a16:creationId xmlns:a16="http://schemas.microsoft.com/office/drawing/2014/main" id="{52305A0E-E352-9E00-4617-896AB6E3930C}"/>
                </a:ext>
              </a:extLst>
            </p:cNvPr>
            <p:cNvSpPr>
              <a:spLocks/>
            </p:cNvSpPr>
            <p:nvPr/>
          </p:nvSpPr>
          <p:spPr bwMode="gray">
            <a:xfrm>
              <a:off x="3310406" y="3664983"/>
              <a:ext cx="85775" cy="87491"/>
            </a:xfrm>
            <a:custGeom>
              <a:avLst/>
              <a:gdLst>
                <a:gd name="T0" fmla="*/ 46 w 50"/>
                <a:gd name="T1" fmla="*/ 50 h 51"/>
                <a:gd name="T2" fmla="*/ 41 w 50"/>
                <a:gd name="T3" fmla="*/ 44 h 51"/>
                <a:gd name="T4" fmla="*/ 39 w 50"/>
                <a:gd name="T5" fmla="*/ 40 h 51"/>
                <a:gd name="T6" fmla="*/ 38 w 50"/>
                <a:gd name="T7" fmla="*/ 38 h 51"/>
                <a:gd name="T8" fmla="*/ 35 w 50"/>
                <a:gd name="T9" fmla="*/ 36 h 51"/>
                <a:gd name="T10" fmla="*/ 31 w 50"/>
                <a:gd name="T11" fmla="*/ 36 h 51"/>
                <a:gd name="T12" fmla="*/ 28 w 50"/>
                <a:gd name="T13" fmla="*/ 33 h 51"/>
                <a:gd name="T14" fmla="*/ 25 w 50"/>
                <a:gd name="T15" fmla="*/ 32 h 51"/>
                <a:gd name="T16" fmla="*/ 18 w 50"/>
                <a:gd name="T17" fmla="*/ 32 h 51"/>
                <a:gd name="T18" fmla="*/ 5 w 50"/>
                <a:gd name="T19" fmla="*/ 27 h 51"/>
                <a:gd name="T20" fmla="*/ 3 w 50"/>
                <a:gd name="T21" fmla="*/ 21 h 51"/>
                <a:gd name="T22" fmla="*/ 6 w 50"/>
                <a:gd name="T23" fmla="*/ 12 h 51"/>
                <a:gd name="T24" fmla="*/ 3 w 50"/>
                <a:gd name="T25" fmla="*/ 4 h 51"/>
                <a:gd name="T26" fmla="*/ 7 w 50"/>
                <a:gd name="T27" fmla="*/ 3 h 51"/>
                <a:gd name="T28" fmla="*/ 13 w 50"/>
                <a:gd name="T29" fmla="*/ 2 h 51"/>
                <a:gd name="T30" fmla="*/ 21 w 50"/>
                <a:gd name="T31" fmla="*/ 1 h 51"/>
                <a:gd name="T32" fmla="*/ 26 w 50"/>
                <a:gd name="T33" fmla="*/ 0 h 51"/>
                <a:gd name="T34" fmla="*/ 28 w 50"/>
                <a:gd name="T35" fmla="*/ 3 h 51"/>
                <a:gd name="T36" fmla="*/ 28 w 50"/>
                <a:gd name="T37" fmla="*/ 5 h 51"/>
                <a:gd name="T38" fmla="*/ 32 w 50"/>
                <a:gd name="T39" fmla="*/ 7 h 51"/>
                <a:gd name="T40" fmla="*/ 35 w 50"/>
                <a:gd name="T41" fmla="*/ 10 h 51"/>
                <a:gd name="T42" fmla="*/ 31 w 50"/>
                <a:gd name="T43" fmla="*/ 14 h 51"/>
                <a:gd name="T44" fmla="*/ 37 w 50"/>
                <a:gd name="T45" fmla="*/ 21 h 51"/>
                <a:gd name="T46" fmla="*/ 40 w 50"/>
                <a:gd name="T47" fmla="*/ 22 h 51"/>
                <a:gd name="T48" fmla="*/ 39 w 50"/>
                <a:gd name="T49" fmla="*/ 27 h 51"/>
                <a:gd name="T50" fmla="*/ 35 w 50"/>
                <a:gd name="T51" fmla="*/ 27 h 51"/>
                <a:gd name="T52" fmla="*/ 38 w 50"/>
                <a:gd name="T53" fmla="*/ 29 h 51"/>
                <a:gd name="T54" fmla="*/ 41 w 50"/>
                <a:gd name="T55" fmla="*/ 32 h 51"/>
                <a:gd name="T56" fmla="*/ 44 w 50"/>
                <a:gd name="T57" fmla="*/ 35 h 51"/>
                <a:gd name="T58" fmla="*/ 49 w 50"/>
                <a:gd name="T59" fmla="*/ 36 h 51"/>
                <a:gd name="T60" fmla="*/ 47 w 50"/>
                <a:gd name="T61" fmla="*/ 39 h 51"/>
                <a:gd name="T62" fmla="*/ 50 w 50"/>
                <a:gd name="T63" fmla="*/ 43 h 51"/>
                <a:gd name="T64" fmla="*/ 47 w 50"/>
                <a:gd name="T65" fmla="*/ 44 h 51"/>
                <a:gd name="T66" fmla="*/ 49 w 50"/>
                <a:gd name="T67" fmla="*/ 46 h 51"/>
                <a:gd name="T68" fmla="*/ 49 w 50"/>
                <a:gd name="T69" fmla="*/ 47 h 5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50"/>
                <a:gd name="T106" fmla="*/ 0 h 51"/>
                <a:gd name="T107" fmla="*/ 50 w 50"/>
                <a:gd name="T108" fmla="*/ 51 h 51"/>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50" h="51">
                  <a:moveTo>
                    <a:pt x="49" y="47"/>
                  </a:moveTo>
                  <a:lnTo>
                    <a:pt x="46" y="50"/>
                  </a:lnTo>
                  <a:lnTo>
                    <a:pt x="43" y="51"/>
                  </a:lnTo>
                  <a:lnTo>
                    <a:pt x="41" y="44"/>
                  </a:lnTo>
                  <a:lnTo>
                    <a:pt x="41" y="42"/>
                  </a:lnTo>
                  <a:lnTo>
                    <a:pt x="39" y="40"/>
                  </a:lnTo>
                  <a:lnTo>
                    <a:pt x="38" y="40"/>
                  </a:lnTo>
                  <a:lnTo>
                    <a:pt x="38" y="38"/>
                  </a:lnTo>
                  <a:lnTo>
                    <a:pt x="38" y="36"/>
                  </a:lnTo>
                  <a:lnTo>
                    <a:pt x="35" y="36"/>
                  </a:lnTo>
                  <a:lnTo>
                    <a:pt x="32" y="37"/>
                  </a:lnTo>
                  <a:lnTo>
                    <a:pt x="31" y="36"/>
                  </a:lnTo>
                  <a:lnTo>
                    <a:pt x="28" y="35"/>
                  </a:lnTo>
                  <a:lnTo>
                    <a:pt x="28" y="33"/>
                  </a:lnTo>
                  <a:lnTo>
                    <a:pt x="26" y="31"/>
                  </a:lnTo>
                  <a:lnTo>
                    <a:pt x="25" y="32"/>
                  </a:lnTo>
                  <a:lnTo>
                    <a:pt x="24" y="32"/>
                  </a:lnTo>
                  <a:lnTo>
                    <a:pt x="18" y="32"/>
                  </a:lnTo>
                  <a:lnTo>
                    <a:pt x="15" y="28"/>
                  </a:lnTo>
                  <a:lnTo>
                    <a:pt x="5" y="27"/>
                  </a:lnTo>
                  <a:lnTo>
                    <a:pt x="3" y="25"/>
                  </a:lnTo>
                  <a:lnTo>
                    <a:pt x="3" y="21"/>
                  </a:lnTo>
                  <a:lnTo>
                    <a:pt x="6" y="14"/>
                  </a:lnTo>
                  <a:lnTo>
                    <a:pt x="6" y="12"/>
                  </a:lnTo>
                  <a:lnTo>
                    <a:pt x="0" y="5"/>
                  </a:lnTo>
                  <a:lnTo>
                    <a:pt x="3" y="4"/>
                  </a:lnTo>
                  <a:lnTo>
                    <a:pt x="5" y="4"/>
                  </a:lnTo>
                  <a:lnTo>
                    <a:pt x="7" y="3"/>
                  </a:lnTo>
                  <a:lnTo>
                    <a:pt x="10" y="3"/>
                  </a:lnTo>
                  <a:lnTo>
                    <a:pt x="13" y="2"/>
                  </a:lnTo>
                  <a:lnTo>
                    <a:pt x="17" y="2"/>
                  </a:lnTo>
                  <a:lnTo>
                    <a:pt x="21" y="1"/>
                  </a:lnTo>
                  <a:lnTo>
                    <a:pt x="24" y="1"/>
                  </a:lnTo>
                  <a:lnTo>
                    <a:pt x="26" y="0"/>
                  </a:lnTo>
                  <a:lnTo>
                    <a:pt x="27" y="2"/>
                  </a:lnTo>
                  <a:lnTo>
                    <a:pt x="28" y="3"/>
                  </a:lnTo>
                  <a:lnTo>
                    <a:pt x="28" y="4"/>
                  </a:lnTo>
                  <a:lnTo>
                    <a:pt x="28" y="5"/>
                  </a:lnTo>
                  <a:lnTo>
                    <a:pt x="29" y="6"/>
                  </a:lnTo>
                  <a:lnTo>
                    <a:pt x="32" y="7"/>
                  </a:lnTo>
                  <a:lnTo>
                    <a:pt x="34" y="8"/>
                  </a:lnTo>
                  <a:lnTo>
                    <a:pt x="35" y="10"/>
                  </a:lnTo>
                  <a:lnTo>
                    <a:pt x="32" y="12"/>
                  </a:lnTo>
                  <a:lnTo>
                    <a:pt x="31" y="14"/>
                  </a:lnTo>
                  <a:lnTo>
                    <a:pt x="33" y="17"/>
                  </a:lnTo>
                  <a:lnTo>
                    <a:pt x="37" y="21"/>
                  </a:lnTo>
                  <a:lnTo>
                    <a:pt x="39" y="22"/>
                  </a:lnTo>
                  <a:lnTo>
                    <a:pt x="40" y="22"/>
                  </a:lnTo>
                  <a:lnTo>
                    <a:pt x="40" y="24"/>
                  </a:lnTo>
                  <a:lnTo>
                    <a:pt x="39" y="27"/>
                  </a:lnTo>
                  <a:lnTo>
                    <a:pt x="36" y="27"/>
                  </a:lnTo>
                  <a:lnTo>
                    <a:pt x="35" y="27"/>
                  </a:lnTo>
                  <a:lnTo>
                    <a:pt x="36" y="27"/>
                  </a:lnTo>
                  <a:lnTo>
                    <a:pt x="38" y="29"/>
                  </a:lnTo>
                  <a:lnTo>
                    <a:pt x="39" y="32"/>
                  </a:lnTo>
                  <a:lnTo>
                    <a:pt x="41" y="32"/>
                  </a:lnTo>
                  <a:lnTo>
                    <a:pt x="43" y="34"/>
                  </a:lnTo>
                  <a:lnTo>
                    <a:pt x="44" y="35"/>
                  </a:lnTo>
                  <a:lnTo>
                    <a:pt x="47" y="35"/>
                  </a:lnTo>
                  <a:lnTo>
                    <a:pt x="49" y="36"/>
                  </a:lnTo>
                  <a:lnTo>
                    <a:pt x="48" y="37"/>
                  </a:lnTo>
                  <a:lnTo>
                    <a:pt x="47" y="39"/>
                  </a:lnTo>
                  <a:lnTo>
                    <a:pt x="48" y="41"/>
                  </a:lnTo>
                  <a:lnTo>
                    <a:pt x="50" y="43"/>
                  </a:lnTo>
                  <a:lnTo>
                    <a:pt x="49" y="43"/>
                  </a:lnTo>
                  <a:lnTo>
                    <a:pt x="47" y="44"/>
                  </a:lnTo>
                  <a:lnTo>
                    <a:pt x="48" y="44"/>
                  </a:lnTo>
                  <a:lnTo>
                    <a:pt x="49" y="46"/>
                  </a:lnTo>
                  <a:lnTo>
                    <a:pt x="48" y="47"/>
                  </a:lnTo>
                  <a:lnTo>
                    <a:pt x="49" y="47"/>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0" name="Freeform 9">
              <a:extLst>
                <a:ext uri="{FF2B5EF4-FFF2-40B4-BE49-F238E27FC236}">
                  <a16:creationId xmlns:a16="http://schemas.microsoft.com/office/drawing/2014/main" id="{3740A227-0AF2-6F6B-897B-7C36FA62B1C4}"/>
                </a:ext>
              </a:extLst>
            </p:cNvPr>
            <p:cNvSpPr>
              <a:spLocks/>
            </p:cNvSpPr>
            <p:nvPr/>
          </p:nvSpPr>
          <p:spPr bwMode="gray">
            <a:xfrm>
              <a:off x="3310406" y="3664983"/>
              <a:ext cx="85775" cy="87491"/>
            </a:xfrm>
            <a:custGeom>
              <a:avLst/>
              <a:gdLst>
                <a:gd name="T0" fmla="*/ 46 w 50"/>
                <a:gd name="T1" fmla="*/ 50 h 51"/>
                <a:gd name="T2" fmla="*/ 41 w 50"/>
                <a:gd name="T3" fmla="*/ 44 h 51"/>
                <a:gd name="T4" fmla="*/ 39 w 50"/>
                <a:gd name="T5" fmla="*/ 40 h 51"/>
                <a:gd name="T6" fmla="*/ 38 w 50"/>
                <a:gd name="T7" fmla="*/ 38 h 51"/>
                <a:gd name="T8" fmla="*/ 35 w 50"/>
                <a:gd name="T9" fmla="*/ 36 h 51"/>
                <a:gd name="T10" fmla="*/ 31 w 50"/>
                <a:gd name="T11" fmla="*/ 36 h 51"/>
                <a:gd name="T12" fmla="*/ 28 w 50"/>
                <a:gd name="T13" fmla="*/ 33 h 51"/>
                <a:gd name="T14" fmla="*/ 25 w 50"/>
                <a:gd name="T15" fmla="*/ 32 h 51"/>
                <a:gd name="T16" fmla="*/ 18 w 50"/>
                <a:gd name="T17" fmla="*/ 32 h 51"/>
                <a:gd name="T18" fmla="*/ 5 w 50"/>
                <a:gd name="T19" fmla="*/ 27 h 51"/>
                <a:gd name="T20" fmla="*/ 3 w 50"/>
                <a:gd name="T21" fmla="*/ 21 h 51"/>
                <a:gd name="T22" fmla="*/ 6 w 50"/>
                <a:gd name="T23" fmla="*/ 12 h 51"/>
                <a:gd name="T24" fmla="*/ 3 w 50"/>
                <a:gd name="T25" fmla="*/ 4 h 51"/>
                <a:gd name="T26" fmla="*/ 7 w 50"/>
                <a:gd name="T27" fmla="*/ 3 h 51"/>
                <a:gd name="T28" fmla="*/ 13 w 50"/>
                <a:gd name="T29" fmla="*/ 2 h 51"/>
                <a:gd name="T30" fmla="*/ 21 w 50"/>
                <a:gd name="T31" fmla="*/ 1 h 51"/>
                <a:gd name="T32" fmla="*/ 26 w 50"/>
                <a:gd name="T33" fmla="*/ 0 h 51"/>
                <a:gd name="T34" fmla="*/ 28 w 50"/>
                <a:gd name="T35" fmla="*/ 3 h 51"/>
                <a:gd name="T36" fmla="*/ 28 w 50"/>
                <a:gd name="T37" fmla="*/ 5 h 51"/>
                <a:gd name="T38" fmla="*/ 32 w 50"/>
                <a:gd name="T39" fmla="*/ 7 h 51"/>
                <a:gd name="T40" fmla="*/ 35 w 50"/>
                <a:gd name="T41" fmla="*/ 10 h 51"/>
                <a:gd name="T42" fmla="*/ 31 w 50"/>
                <a:gd name="T43" fmla="*/ 14 h 51"/>
                <a:gd name="T44" fmla="*/ 37 w 50"/>
                <a:gd name="T45" fmla="*/ 21 h 51"/>
                <a:gd name="T46" fmla="*/ 40 w 50"/>
                <a:gd name="T47" fmla="*/ 22 h 51"/>
                <a:gd name="T48" fmla="*/ 39 w 50"/>
                <a:gd name="T49" fmla="*/ 27 h 51"/>
                <a:gd name="T50" fmla="*/ 35 w 50"/>
                <a:gd name="T51" fmla="*/ 27 h 51"/>
                <a:gd name="T52" fmla="*/ 38 w 50"/>
                <a:gd name="T53" fmla="*/ 29 h 51"/>
                <a:gd name="T54" fmla="*/ 41 w 50"/>
                <a:gd name="T55" fmla="*/ 32 h 51"/>
                <a:gd name="T56" fmla="*/ 44 w 50"/>
                <a:gd name="T57" fmla="*/ 35 h 51"/>
                <a:gd name="T58" fmla="*/ 49 w 50"/>
                <a:gd name="T59" fmla="*/ 36 h 51"/>
                <a:gd name="T60" fmla="*/ 47 w 50"/>
                <a:gd name="T61" fmla="*/ 39 h 51"/>
                <a:gd name="T62" fmla="*/ 50 w 50"/>
                <a:gd name="T63" fmla="*/ 43 h 51"/>
                <a:gd name="T64" fmla="*/ 47 w 50"/>
                <a:gd name="T65" fmla="*/ 44 h 51"/>
                <a:gd name="T66" fmla="*/ 49 w 50"/>
                <a:gd name="T67" fmla="*/ 46 h 51"/>
                <a:gd name="T68" fmla="*/ 49 w 50"/>
                <a:gd name="T69" fmla="*/ 47 h 5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50"/>
                <a:gd name="T106" fmla="*/ 0 h 51"/>
                <a:gd name="T107" fmla="*/ 50 w 50"/>
                <a:gd name="T108" fmla="*/ 51 h 51"/>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50" h="51">
                  <a:moveTo>
                    <a:pt x="49" y="47"/>
                  </a:moveTo>
                  <a:lnTo>
                    <a:pt x="46" y="50"/>
                  </a:lnTo>
                  <a:lnTo>
                    <a:pt x="43" y="51"/>
                  </a:lnTo>
                  <a:lnTo>
                    <a:pt x="41" y="44"/>
                  </a:lnTo>
                  <a:lnTo>
                    <a:pt x="41" y="42"/>
                  </a:lnTo>
                  <a:lnTo>
                    <a:pt x="39" y="40"/>
                  </a:lnTo>
                  <a:lnTo>
                    <a:pt x="38" y="40"/>
                  </a:lnTo>
                  <a:lnTo>
                    <a:pt x="38" y="38"/>
                  </a:lnTo>
                  <a:lnTo>
                    <a:pt x="38" y="36"/>
                  </a:lnTo>
                  <a:lnTo>
                    <a:pt x="35" y="36"/>
                  </a:lnTo>
                  <a:lnTo>
                    <a:pt x="32" y="37"/>
                  </a:lnTo>
                  <a:lnTo>
                    <a:pt x="31" y="36"/>
                  </a:lnTo>
                  <a:lnTo>
                    <a:pt x="28" y="35"/>
                  </a:lnTo>
                  <a:lnTo>
                    <a:pt x="28" y="33"/>
                  </a:lnTo>
                  <a:lnTo>
                    <a:pt x="26" y="31"/>
                  </a:lnTo>
                  <a:lnTo>
                    <a:pt x="25" y="32"/>
                  </a:lnTo>
                  <a:lnTo>
                    <a:pt x="24" y="32"/>
                  </a:lnTo>
                  <a:lnTo>
                    <a:pt x="18" y="32"/>
                  </a:lnTo>
                  <a:lnTo>
                    <a:pt x="15" y="28"/>
                  </a:lnTo>
                  <a:lnTo>
                    <a:pt x="5" y="27"/>
                  </a:lnTo>
                  <a:lnTo>
                    <a:pt x="3" y="25"/>
                  </a:lnTo>
                  <a:lnTo>
                    <a:pt x="3" y="21"/>
                  </a:lnTo>
                  <a:lnTo>
                    <a:pt x="6" y="14"/>
                  </a:lnTo>
                  <a:lnTo>
                    <a:pt x="6" y="12"/>
                  </a:lnTo>
                  <a:lnTo>
                    <a:pt x="0" y="5"/>
                  </a:lnTo>
                  <a:lnTo>
                    <a:pt x="3" y="4"/>
                  </a:lnTo>
                  <a:lnTo>
                    <a:pt x="5" y="4"/>
                  </a:lnTo>
                  <a:lnTo>
                    <a:pt x="7" y="3"/>
                  </a:lnTo>
                  <a:lnTo>
                    <a:pt x="10" y="3"/>
                  </a:lnTo>
                  <a:lnTo>
                    <a:pt x="13" y="2"/>
                  </a:lnTo>
                  <a:lnTo>
                    <a:pt x="17" y="2"/>
                  </a:lnTo>
                  <a:lnTo>
                    <a:pt x="21" y="1"/>
                  </a:lnTo>
                  <a:lnTo>
                    <a:pt x="24" y="1"/>
                  </a:lnTo>
                  <a:lnTo>
                    <a:pt x="26" y="0"/>
                  </a:lnTo>
                  <a:lnTo>
                    <a:pt x="27" y="2"/>
                  </a:lnTo>
                  <a:lnTo>
                    <a:pt x="28" y="3"/>
                  </a:lnTo>
                  <a:lnTo>
                    <a:pt x="28" y="4"/>
                  </a:lnTo>
                  <a:lnTo>
                    <a:pt x="28" y="5"/>
                  </a:lnTo>
                  <a:lnTo>
                    <a:pt x="29" y="6"/>
                  </a:lnTo>
                  <a:lnTo>
                    <a:pt x="32" y="7"/>
                  </a:lnTo>
                  <a:lnTo>
                    <a:pt x="34" y="8"/>
                  </a:lnTo>
                  <a:lnTo>
                    <a:pt x="35" y="10"/>
                  </a:lnTo>
                  <a:lnTo>
                    <a:pt x="32" y="12"/>
                  </a:lnTo>
                  <a:lnTo>
                    <a:pt x="31" y="14"/>
                  </a:lnTo>
                  <a:lnTo>
                    <a:pt x="33" y="17"/>
                  </a:lnTo>
                  <a:lnTo>
                    <a:pt x="37" y="21"/>
                  </a:lnTo>
                  <a:lnTo>
                    <a:pt x="39" y="22"/>
                  </a:lnTo>
                  <a:lnTo>
                    <a:pt x="40" y="22"/>
                  </a:lnTo>
                  <a:lnTo>
                    <a:pt x="40" y="24"/>
                  </a:lnTo>
                  <a:lnTo>
                    <a:pt x="39" y="27"/>
                  </a:lnTo>
                  <a:lnTo>
                    <a:pt x="36" y="27"/>
                  </a:lnTo>
                  <a:lnTo>
                    <a:pt x="35" y="27"/>
                  </a:lnTo>
                  <a:lnTo>
                    <a:pt x="36" y="27"/>
                  </a:lnTo>
                  <a:lnTo>
                    <a:pt x="38" y="29"/>
                  </a:lnTo>
                  <a:lnTo>
                    <a:pt x="39" y="32"/>
                  </a:lnTo>
                  <a:lnTo>
                    <a:pt x="41" y="32"/>
                  </a:lnTo>
                  <a:lnTo>
                    <a:pt x="43" y="34"/>
                  </a:lnTo>
                  <a:lnTo>
                    <a:pt x="44" y="35"/>
                  </a:lnTo>
                  <a:lnTo>
                    <a:pt x="47" y="35"/>
                  </a:lnTo>
                  <a:lnTo>
                    <a:pt x="49" y="36"/>
                  </a:lnTo>
                  <a:lnTo>
                    <a:pt x="48" y="37"/>
                  </a:lnTo>
                  <a:lnTo>
                    <a:pt x="47" y="39"/>
                  </a:lnTo>
                  <a:lnTo>
                    <a:pt x="48" y="41"/>
                  </a:lnTo>
                  <a:lnTo>
                    <a:pt x="50" y="43"/>
                  </a:lnTo>
                  <a:lnTo>
                    <a:pt x="49" y="43"/>
                  </a:lnTo>
                  <a:lnTo>
                    <a:pt x="47" y="44"/>
                  </a:lnTo>
                  <a:lnTo>
                    <a:pt x="48" y="44"/>
                  </a:lnTo>
                  <a:lnTo>
                    <a:pt x="49" y="46"/>
                  </a:lnTo>
                  <a:lnTo>
                    <a:pt x="48" y="47"/>
                  </a:lnTo>
                  <a:lnTo>
                    <a:pt x="49" y="47"/>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1" name="Freeform 10">
              <a:extLst>
                <a:ext uri="{FF2B5EF4-FFF2-40B4-BE49-F238E27FC236}">
                  <a16:creationId xmlns:a16="http://schemas.microsoft.com/office/drawing/2014/main" id="{35FA90FB-4CDC-48A9-590C-67241D3FA6C7}"/>
                </a:ext>
              </a:extLst>
            </p:cNvPr>
            <p:cNvSpPr>
              <a:spLocks noEditPoints="1"/>
            </p:cNvSpPr>
            <p:nvPr/>
          </p:nvSpPr>
          <p:spPr bwMode="gray">
            <a:xfrm>
              <a:off x="3341285" y="3644397"/>
              <a:ext cx="156111" cy="125232"/>
            </a:xfrm>
            <a:custGeom>
              <a:avLst/>
              <a:gdLst>
                <a:gd name="T0" fmla="*/ 58 w 91"/>
                <a:gd name="T1" fmla="*/ 71 h 73"/>
                <a:gd name="T2" fmla="*/ 52 w 91"/>
                <a:gd name="T3" fmla="*/ 62 h 73"/>
                <a:gd name="T4" fmla="*/ 54 w 91"/>
                <a:gd name="T5" fmla="*/ 56 h 73"/>
                <a:gd name="T6" fmla="*/ 58 w 91"/>
                <a:gd name="T7" fmla="*/ 52 h 73"/>
                <a:gd name="T8" fmla="*/ 52 w 91"/>
                <a:gd name="T9" fmla="*/ 46 h 73"/>
                <a:gd name="T10" fmla="*/ 40 w 91"/>
                <a:gd name="T11" fmla="*/ 52 h 73"/>
                <a:gd name="T12" fmla="*/ 31 w 91"/>
                <a:gd name="T13" fmla="*/ 59 h 73"/>
                <a:gd name="T14" fmla="*/ 30 w 91"/>
                <a:gd name="T15" fmla="*/ 56 h 73"/>
                <a:gd name="T16" fmla="*/ 32 w 91"/>
                <a:gd name="T17" fmla="*/ 55 h 73"/>
                <a:gd name="T18" fmla="*/ 30 w 91"/>
                <a:gd name="T19" fmla="*/ 49 h 73"/>
                <a:gd name="T20" fmla="*/ 26 w 91"/>
                <a:gd name="T21" fmla="*/ 47 h 73"/>
                <a:gd name="T22" fmla="*/ 21 w 91"/>
                <a:gd name="T23" fmla="*/ 44 h 73"/>
                <a:gd name="T24" fmla="*/ 17 w 91"/>
                <a:gd name="T25" fmla="*/ 39 h 73"/>
                <a:gd name="T26" fmla="*/ 22 w 91"/>
                <a:gd name="T27" fmla="*/ 36 h 73"/>
                <a:gd name="T28" fmla="*/ 19 w 91"/>
                <a:gd name="T29" fmla="*/ 33 h 73"/>
                <a:gd name="T30" fmla="*/ 14 w 91"/>
                <a:gd name="T31" fmla="*/ 24 h 73"/>
                <a:gd name="T32" fmla="*/ 14 w 91"/>
                <a:gd name="T33" fmla="*/ 19 h 73"/>
                <a:gd name="T34" fmla="*/ 10 w 91"/>
                <a:gd name="T35" fmla="*/ 16 h 73"/>
                <a:gd name="T36" fmla="*/ 8 w 91"/>
                <a:gd name="T37" fmla="*/ 12 h 73"/>
                <a:gd name="T38" fmla="*/ 16 w 91"/>
                <a:gd name="T39" fmla="*/ 10 h 73"/>
                <a:gd name="T40" fmla="*/ 24 w 91"/>
                <a:gd name="T41" fmla="*/ 15 h 73"/>
                <a:gd name="T42" fmla="*/ 28 w 91"/>
                <a:gd name="T43" fmla="*/ 15 h 73"/>
                <a:gd name="T44" fmla="*/ 33 w 91"/>
                <a:gd name="T45" fmla="*/ 16 h 73"/>
                <a:gd name="T46" fmla="*/ 29 w 91"/>
                <a:gd name="T47" fmla="*/ 9 h 73"/>
                <a:gd name="T48" fmla="*/ 27 w 91"/>
                <a:gd name="T49" fmla="*/ 3 h 73"/>
                <a:gd name="T50" fmla="*/ 31 w 91"/>
                <a:gd name="T51" fmla="*/ 0 h 73"/>
                <a:gd name="T52" fmla="*/ 35 w 91"/>
                <a:gd name="T53" fmla="*/ 1 h 73"/>
                <a:gd name="T54" fmla="*/ 40 w 91"/>
                <a:gd name="T55" fmla="*/ 7 h 73"/>
                <a:gd name="T56" fmla="*/ 42 w 91"/>
                <a:gd name="T57" fmla="*/ 12 h 73"/>
                <a:gd name="T58" fmla="*/ 52 w 91"/>
                <a:gd name="T59" fmla="*/ 14 h 73"/>
                <a:gd name="T60" fmla="*/ 57 w 91"/>
                <a:gd name="T61" fmla="*/ 8 h 73"/>
                <a:gd name="T62" fmla="*/ 66 w 91"/>
                <a:gd name="T63" fmla="*/ 4 h 73"/>
                <a:gd name="T64" fmla="*/ 72 w 91"/>
                <a:gd name="T65" fmla="*/ 12 h 73"/>
                <a:gd name="T66" fmla="*/ 75 w 91"/>
                <a:gd name="T67" fmla="*/ 22 h 73"/>
                <a:gd name="T68" fmla="*/ 81 w 91"/>
                <a:gd name="T69" fmla="*/ 27 h 73"/>
                <a:gd name="T70" fmla="*/ 88 w 91"/>
                <a:gd name="T71" fmla="*/ 29 h 73"/>
                <a:gd name="T72" fmla="*/ 91 w 91"/>
                <a:gd name="T73" fmla="*/ 34 h 73"/>
                <a:gd name="T74" fmla="*/ 84 w 91"/>
                <a:gd name="T75" fmla="*/ 32 h 73"/>
                <a:gd name="T76" fmla="*/ 78 w 91"/>
                <a:gd name="T77" fmla="*/ 34 h 73"/>
                <a:gd name="T78" fmla="*/ 76 w 91"/>
                <a:gd name="T79" fmla="*/ 41 h 73"/>
                <a:gd name="T80" fmla="*/ 74 w 91"/>
                <a:gd name="T81" fmla="*/ 49 h 73"/>
                <a:gd name="T82" fmla="*/ 74 w 91"/>
                <a:gd name="T83" fmla="*/ 53 h 73"/>
                <a:gd name="T84" fmla="*/ 72 w 91"/>
                <a:gd name="T85" fmla="*/ 59 h 73"/>
                <a:gd name="T86" fmla="*/ 70 w 91"/>
                <a:gd name="T87" fmla="*/ 56 h 73"/>
                <a:gd name="T88" fmla="*/ 69 w 91"/>
                <a:gd name="T89" fmla="*/ 60 h 73"/>
                <a:gd name="T90" fmla="*/ 68 w 91"/>
                <a:gd name="T91" fmla="*/ 65 h 73"/>
                <a:gd name="T92" fmla="*/ 6 w 91"/>
                <a:gd name="T93" fmla="*/ 44 h 73"/>
                <a:gd name="T94" fmla="*/ 10 w 91"/>
                <a:gd name="T95" fmla="*/ 45 h 73"/>
                <a:gd name="T96" fmla="*/ 14 w 91"/>
                <a:gd name="T97" fmla="*/ 49 h 73"/>
                <a:gd name="T98" fmla="*/ 20 w 91"/>
                <a:gd name="T99" fmla="*/ 50 h 73"/>
                <a:gd name="T100" fmla="*/ 23 w 91"/>
                <a:gd name="T101" fmla="*/ 54 h 73"/>
                <a:gd name="T102" fmla="*/ 25 w 91"/>
                <a:gd name="T103" fmla="*/ 63 h 73"/>
                <a:gd name="T104" fmla="*/ 17 w 91"/>
                <a:gd name="T105" fmla="*/ 62 h 73"/>
                <a:gd name="T106" fmla="*/ 10 w 91"/>
                <a:gd name="T107" fmla="*/ 55 h 73"/>
                <a:gd name="T108" fmla="*/ 2 w 91"/>
                <a:gd name="T109" fmla="*/ 46 h 73"/>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91"/>
                <a:gd name="T166" fmla="*/ 0 h 73"/>
                <a:gd name="T167" fmla="*/ 91 w 91"/>
                <a:gd name="T168" fmla="*/ 73 h 73"/>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91" h="73">
                  <a:moveTo>
                    <a:pt x="65" y="73"/>
                  </a:moveTo>
                  <a:lnTo>
                    <a:pt x="60" y="70"/>
                  </a:lnTo>
                  <a:lnTo>
                    <a:pt x="58" y="71"/>
                  </a:lnTo>
                  <a:lnTo>
                    <a:pt x="56" y="67"/>
                  </a:lnTo>
                  <a:lnTo>
                    <a:pt x="53" y="66"/>
                  </a:lnTo>
                  <a:lnTo>
                    <a:pt x="52" y="62"/>
                  </a:lnTo>
                  <a:lnTo>
                    <a:pt x="56" y="60"/>
                  </a:lnTo>
                  <a:lnTo>
                    <a:pt x="56" y="58"/>
                  </a:lnTo>
                  <a:lnTo>
                    <a:pt x="54" y="56"/>
                  </a:lnTo>
                  <a:lnTo>
                    <a:pt x="54" y="55"/>
                  </a:lnTo>
                  <a:lnTo>
                    <a:pt x="58" y="53"/>
                  </a:lnTo>
                  <a:lnTo>
                    <a:pt x="58" y="52"/>
                  </a:lnTo>
                  <a:lnTo>
                    <a:pt x="58" y="51"/>
                  </a:lnTo>
                  <a:lnTo>
                    <a:pt x="55" y="49"/>
                  </a:lnTo>
                  <a:lnTo>
                    <a:pt x="52" y="46"/>
                  </a:lnTo>
                  <a:lnTo>
                    <a:pt x="50" y="45"/>
                  </a:lnTo>
                  <a:lnTo>
                    <a:pt x="47" y="47"/>
                  </a:lnTo>
                  <a:lnTo>
                    <a:pt x="40" y="52"/>
                  </a:lnTo>
                  <a:lnTo>
                    <a:pt x="37" y="56"/>
                  </a:lnTo>
                  <a:lnTo>
                    <a:pt x="32" y="57"/>
                  </a:lnTo>
                  <a:lnTo>
                    <a:pt x="31" y="59"/>
                  </a:lnTo>
                  <a:lnTo>
                    <a:pt x="30" y="59"/>
                  </a:lnTo>
                  <a:lnTo>
                    <a:pt x="31" y="58"/>
                  </a:lnTo>
                  <a:lnTo>
                    <a:pt x="30" y="56"/>
                  </a:lnTo>
                  <a:lnTo>
                    <a:pt x="29" y="56"/>
                  </a:lnTo>
                  <a:lnTo>
                    <a:pt x="31" y="55"/>
                  </a:lnTo>
                  <a:lnTo>
                    <a:pt x="32" y="55"/>
                  </a:lnTo>
                  <a:lnTo>
                    <a:pt x="30" y="53"/>
                  </a:lnTo>
                  <a:lnTo>
                    <a:pt x="29" y="51"/>
                  </a:lnTo>
                  <a:lnTo>
                    <a:pt x="30" y="49"/>
                  </a:lnTo>
                  <a:lnTo>
                    <a:pt x="31" y="48"/>
                  </a:lnTo>
                  <a:lnTo>
                    <a:pt x="29" y="47"/>
                  </a:lnTo>
                  <a:lnTo>
                    <a:pt x="26" y="47"/>
                  </a:lnTo>
                  <a:lnTo>
                    <a:pt x="25" y="46"/>
                  </a:lnTo>
                  <a:lnTo>
                    <a:pt x="23" y="44"/>
                  </a:lnTo>
                  <a:lnTo>
                    <a:pt x="21" y="44"/>
                  </a:lnTo>
                  <a:lnTo>
                    <a:pt x="20" y="41"/>
                  </a:lnTo>
                  <a:lnTo>
                    <a:pt x="18" y="39"/>
                  </a:lnTo>
                  <a:lnTo>
                    <a:pt x="17" y="39"/>
                  </a:lnTo>
                  <a:lnTo>
                    <a:pt x="18" y="39"/>
                  </a:lnTo>
                  <a:lnTo>
                    <a:pt x="21" y="39"/>
                  </a:lnTo>
                  <a:lnTo>
                    <a:pt x="22" y="36"/>
                  </a:lnTo>
                  <a:lnTo>
                    <a:pt x="22" y="34"/>
                  </a:lnTo>
                  <a:lnTo>
                    <a:pt x="21" y="34"/>
                  </a:lnTo>
                  <a:lnTo>
                    <a:pt x="19" y="33"/>
                  </a:lnTo>
                  <a:lnTo>
                    <a:pt x="15" y="29"/>
                  </a:lnTo>
                  <a:lnTo>
                    <a:pt x="13" y="26"/>
                  </a:lnTo>
                  <a:lnTo>
                    <a:pt x="14" y="24"/>
                  </a:lnTo>
                  <a:lnTo>
                    <a:pt x="17" y="22"/>
                  </a:lnTo>
                  <a:lnTo>
                    <a:pt x="16" y="20"/>
                  </a:lnTo>
                  <a:lnTo>
                    <a:pt x="14" y="19"/>
                  </a:lnTo>
                  <a:lnTo>
                    <a:pt x="11" y="18"/>
                  </a:lnTo>
                  <a:lnTo>
                    <a:pt x="10" y="17"/>
                  </a:lnTo>
                  <a:lnTo>
                    <a:pt x="10" y="16"/>
                  </a:lnTo>
                  <a:lnTo>
                    <a:pt x="10" y="15"/>
                  </a:lnTo>
                  <a:lnTo>
                    <a:pt x="9" y="14"/>
                  </a:lnTo>
                  <a:lnTo>
                    <a:pt x="8" y="12"/>
                  </a:lnTo>
                  <a:lnTo>
                    <a:pt x="10" y="9"/>
                  </a:lnTo>
                  <a:lnTo>
                    <a:pt x="12" y="9"/>
                  </a:lnTo>
                  <a:lnTo>
                    <a:pt x="16" y="10"/>
                  </a:lnTo>
                  <a:lnTo>
                    <a:pt x="18" y="11"/>
                  </a:lnTo>
                  <a:lnTo>
                    <a:pt x="19" y="13"/>
                  </a:lnTo>
                  <a:lnTo>
                    <a:pt x="24" y="15"/>
                  </a:lnTo>
                  <a:lnTo>
                    <a:pt x="26" y="14"/>
                  </a:lnTo>
                  <a:lnTo>
                    <a:pt x="27" y="15"/>
                  </a:lnTo>
                  <a:lnTo>
                    <a:pt x="28" y="15"/>
                  </a:lnTo>
                  <a:lnTo>
                    <a:pt x="30" y="17"/>
                  </a:lnTo>
                  <a:lnTo>
                    <a:pt x="32" y="17"/>
                  </a:lnTo>
                  <a:lnTo>
                    <a:pt x="33" y="16"/>
                  </a:lnTo>
                  <a:lnTo>
                    <a:pt x="34" y="13"/>
                  </a:lnTo>
                  <a:lnTo>
                    <a:pt x="33" y="11"/>
                  </a:lnTo>
                  <a:lnTo>
                    <a:pt x="29" y="9"/>
                  </a:lnTo>
                  <a:lnTo>
                    <a:pt x="27" y="6"/>
                  </a:lnTo>
                  <a:lnTo>
                    <a:pt x="26" y="4"/>
                  </a:lnTo>
                  <a:lnTo>
                    <a:pt x="27" y="3"/>
                  </a:lnTo>
                  <a:lnTo>
                    <a:pt x="28" y="2"/>
                  </a:lnTo>
                  <a:lnTo>
                    <a:pt x="30" y="0"/>
                  </a:lnTo>
                  <a:lnTo>
                    <a:pt x="31" y="0"/>
                  </a:lnTo>
                  <a:lnTo>
                    <a:pt x="32" y="1"/>
                  </a:lnTo>
                  <a:lnTo>
                    <a:pt x="33" y="1"/>
                  </a:lnTo>
                  <a:lnTo>
                    <a:pt x="35" y="1"/>
                  </a:lnTo>
                  <a:lnTo>
                    <a:pt x="36" y="3"/>
                  </a:lnTo>
                  <a:lnTo>
                    <a:pt x="39" y="6"/>
                  </a:lnTo>
                  <a:lnTo>
                    <a:pt x="40" y="7"/>
                  </a:lnTo>
                  <a:lnTo>
                    <a:pt x="42" y="9"/>
                  </a:lnTo>
                  <a:lnTo>
                    <a:pt x="42" y="12"/>
                  </a:lnTo>
                  <a:lnTo>
                    <a:pt x="46" y="13"/>
                  </a:lnTo>
                  <a:lnTo>
                    <a:pt x="50" y="14"/>
                  </a:lnTo>
                  <a:lnTo>
                    <a:pt x="52" y="14"/>
                  </a:lnTo>
                  <a:lnTo>
                    <a:pt x="54" y="12"/>
                  </a:lnTo>
                  <a:lnTo>
                    <a:pt x="56" y="9"/>
                  </a:lnTo>
                  <a:lnTo>
                    <a:pt x="57" y="8"/>
                  </a:lnTo>
                  <a:lnTo>
                    <a:pt x="61" y="5"/>
                  </a:lnTo>
                  <a:lnTo>
                    <a:pt x="63" y="1"/>
                  </a:lnTo>
                  <a:lnTo>
                    <a:pt x="66" y="4"/>
                  </a:lnTo>
                  <a:lnTo>
                    <a:pt x="68" y="8"/>
                  </a:lnTo>
                  <a:lnTo>
                    <a:pt x="70" y="10"/>
                  </a:lnTo>
                  <a:lnTo>
                    <a:pt x="72" y="12"/>
                  </a:lnTo>
                  <a:lnTo>
                    <a:pt x="72" y="17"/>
                  </a:lnTo>
                  <a:lnTo>
                    <a:pt x="73" y="19"/>
                  </a:lnTo>
                  <a:lnTo>
                    <a:pt x="75" y="22"/>
                  </a:lnTo>
                  <a:lnTo>
                    <a:pt x="77" y="24"/>
                  </a:lnTo>
                  <a:lnTo>
                    <a:pt x="77" y="25"/>
                  </a:lnTo>
                  <a:lnTo>
                    <a:pt x="81" y="27"/>
                  </a:lnTo>
                  <a:lnTo>
                    <a:pt x="84" y="26"/>
                  </a:lnTo>
                  <a:lnTo>
                    <a:pt x="86" y="27"/>
                  </a:lnTo>
                  <a:lnTo>
                    <a:pt x="88" y="29"/>
                  </a:lnTo>
                  <a:lnTo>
                    <a:pt x="90" y="30"/>
                  </a:lnTo>
                  <a:lnTo>
                    <a:pt x="91" y="32"/>
                  </a:lnTo>
                  <a:lnTo>
                    <a:pt x="91" y="34"/>
                  </a:lnTo>
                  <a:lnTo>
                    <a:pt x="88" y="32"/>
                  </a:lnTo>
                  <a:lnTo>
                    <a:pt x="86" y="32"/>
                  </a:lnTo>
                  <a:lnTo>
                    <a:pt x="84" y="32"/>
                  </a:lnTo>
                  <a:lnTo>
                    <a:pt x="82" y="32"/>
                  </a:lnTo>
                  <a:lnTo>
                    <a:pt x="81" y="33"/>
                  </a:lnTo>
                  <a:lnTo>
                    <a:pt x="78" y="34"/>
                  </a:lnTo>
                  <a:lnTo>
                    <a:pt x="77" y="35"/>
                  </a:lnTo>
                  <a:lnTo>
                    <a:pt x="77" y="37"/>
                  </a:lnTo>
                  <a:lnTo>
                    <a:pt x="76" y="41"/>
                  </a:lnTo>
                  <a:lnTo>
                    <a:pt x="76" y="44"/>
                  </a:lnTo>
                  <a:lnTo>
                    <a:pt x="75" y="46"/>
                  </a:lnTo>
                  <a:lnTo>
                    <a:pt x="74" y="49"/>
                  </a:lnTo>
                  <a:lnTo>
                    <a:pt x="76" y="52"/>
                  </a:lnTo>
                  <a:lnTo>
                    <a:pt x="76" y="53"/>
                  </a:lnTo>
                  <a:lnTo>
                    <a:pt x="74" y="53"/>
                  </a:lnTo>
                  <a:lnTo>
                    <a:pt x="73" y="54"/>
                  </a:lnTo>
                  <a:lnTo>
                    <a:pt x="73" y="56"/>
                  </a:lnTo>
                  <a:lnTo>
                    <a:pt x="72" y="59"/>
                  </a:lnTo>
                  <a:lnTo>
                    <a:pt x="71" y="58"/>
                  </a:lnTo>
                  <a:lnTo>
                    <a:pt x="71" y="56"/>
                  </a:lnTo>
                  <a:lnTo>
                    <a:pt x="70" y="56"/>
                  </a:lnTo>
                  <a:lnTo>
                    <a:pt x="69" y="56"/>
                  </a:lnTo>
                  <a:lnTo>
                    <a:pt x="69" y="59"/>
                  </a:lnTo>
                  <a:lnTo>
                    <a:pt x="69" y="60"/>
                  </a:lnTo>
                  <a:lnTo>
                    <a:pt x="68" y="62"/>
                  </a:lnTo>
                  <a:lnTo>
                    <a:pt x="67" y="62"/>
                  </a:lnTo>
                  <a:lnTo>
                    <a:pt x="68" y="65"/>
                  </a:lnTo>
                  <a:lnTo>
                    <a:pt x="65" y="73"/>
                  </a:lnTo>
                  <a:close/>
                  <a:moveTo>
                    <a:pt x="0" y="44"/>
                  </a:moveTo>
                  <a:lnTo>
                    <a:pt x="6" y="44"/>
                  </a:lnTo>
                  <a:lnTo>
                    <a:pt x="7" y="44"/>
                  </a:lnTo>
                  <a:lnTo>
                    <a:pt x="8" y="43"/>
                  </a:lnTo>
                  <a:lnTo>
                    <a:pt x="10" y="45"/>
                  </a:lnTo>
                  <a:lnTo>
                    <a:pt x="10" y="47"/>
                  </a:lnTo>
                  <a:lnTo>
                    <a:pt x="13" y="48"/>
                  </a:lnTo>
                  <a:lnTo>
                    <a:pt x="14" y="49"/>
                  </a:lnTo>
                  <a:lnTo>
                    <a:pt x="17" y="48"/>
                  </a:lnTo>
                  <a:lnTo>
                    <a:pt x="20" y="48"/>
                  </a:lnTo>
                  <a:lnTo>
                    <a:pt x="20" y="50"/>
                  </a:lnTo>
                  <a:lnTo>
                    <a:pt x="20" y="52"/>
                  </a:lnTo>
                  <a:lnTo>
                    <a:pt x="21" y="52"/>
                  </a:lnTo>
                  <a:lnTo>
                    <a:pt x="23" y="54"/>
                  </a:lnTo>
                  <a:lnTo>
                    <a:pt x="23" y="56"/>
                  </a:lnTo>
                  <a:lnTo>
                    <a:pt x="25" y="63"/>
                  </a:lnTo>
                  <a:lnTo>
                    <a:pt x="24" y="62"/>
                  </a:lnTo>
                  <a:lnTo>
                    <a:pt x="21" y="62"/>
                  </a:lnTo>
                  <a:lnTo>
                    <a:pt x="17" y="62"/>
                  </a:lnTo>
                  <a:lnTo>
                    <a:pt x="14" y="60"/>
                  </a:lnTo>
                  <a:lnTo>
                    <a:pt x="12" y="58"/>
                  </a:lnTo>
                  <a:lnTo>
                    <a:pt x="10" y="55"/>
                  </a:lnTo>
                  <a:lnTo>
                    <a:pt x="6" y="53"/>
                  </a:lnTo>
                  <a:lnTo>
                    <a:pt x="4" y="49"/>
                  </a:lnTo>
                  <a:lnTo>
                    <a:pt x="2" y="46"/>
                  </a:lnTo>
                  <a:lnTo>
                    <a:pt x="0" y="44"/>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2" name="Freeform 11">
              <a:extLst>
                <a:ext uri="{FF2B5EF4-FFF2-40B4-BE49-F238E27FC236}">
                  <a16:creationId xmlns:a16="http://schemas.microsoft.com/office/drawing/2014/main" id="{423983CE-644A-1B4A-E51A-47C59BEDB4C6}"/>
                </a:ext>
              </a:extLst>
            </p:cNvPr>
            <p:cNvSpPr>
              <a:spLocks/>
            </p:cNvSpPr>
            <p:nvPr/>
          </p:nvSpPr>
          <p:spPr bwMode="gray">
            <a:xfrm>
              <a:off x="3355009" y="3644397"/>
              <a:ext cx="142387" cy="125232"/>
            </a:xfrm>
            <a:custGeom>
              <a:avLst/>
              <a:gdLst>
                <a:gd name="T0" fmla="*/ 50 w 83"/>
                <a:gd name="T1" fmla="*/ 71 h 73"/>
                <a:gd name="T2" fmla="*/ 44 w 83"/>
                <a:gd name="T3" fmla="*/ 62 h 73"/>
                <a:gd name="T4" fmla="*/ 46 w 83"/>
                <a:gd name="T5" fmla="*/ 56 h 73"/>
                <a:gd name="T6" fmla="*/ 50 w 83"/>
                <a:gd name="T7" fmla="*/ 52 h 73"/>
                <a:gd name="T8" fmla="*/ 44 w 83"/>
                <a:gd name="T9" fmla="*/ 46 h 73"/>
                <a:gd name="T10" fmla="*/ 32 w 83"/>
                <a:gd name="T11" fmla="*/ 52 h 73"/>
                <a:gd name="T12" fmla="*/ 23 w 83"/>
                <a:gd name="T13" fmla="*/ 59 h 73"/>
                <a:gd name="T14" fmla="*/ 22 w 83"/>
                <a:gd name="T15" fmla="*/ 56 h 73"/>
                <a:gd name="T16" fmla="*/ 24 w 83"/>
                <a:gd name="T17" fmla="*/ 55 h 73"/>
                <a:gd name="T18" fmla="*/ 22 w 83"/>
                <a:gd name="T19" fmla="*/ 49 h 73"/>
                <a:gd name="T20" fmla="*/ 18 w 83"/>
                <a:gd name="T21" fmla="*/ 47 h 73"/>
                <a:gd name="T22" fmla="*/ 13 w 83"/>
                <a:gd name="T23" fmla="*/ 44 h 73"/>
                <a:gd name="T24" fmla="*/ 9 w 83"/>
                <a:gd name="T25" fmla="*/ 39 h 73"/>
                <a:gd name="T26" fmla="*/ 14 w 83"/>
                <a:gd name="T27" fmla="*/ 36 h 73"/>
                <a:gd name="T28" fmla="*/ 11 w 83"/>
                <a:gd name="T29" fmla="*/ 33 h 73"/>
                <a:gd name="T30" fmla="*/ 6 w 83"/>
                <a:gd name="T31" fmla="*/ 24 h 73"/>
                <a:gd name="T32" fmla="*/ 6 w 83"/>
                <a:gd name="T33" fmla="*/ 19 h 73"/>
                <a:gd name="T34" fmla="*/ 2 w 83"/>
                <a:gd name="T35" fmla="*/ 16 h 73"/>
                <a:gd name="T36" fmla="*/ 0 w 83"/>
                <a:gd name="T37" fmla="*/ 12 h 73"/>
                <a:gd name="T38" fmla="*/ 8 w 83"/>
                <a:gd name="T39" fmla="*/ 10 h 73"/>
                <a:gd name="T40" fmla="*/ 16 w 83"/>
                <a:gd name="T41" fmla="*/ 15 h 73"/>
                <a:gd name="T42" fmla="*/ 20 w 83"/>
                <a:gd name="T43" fmla="*/ 15 h 73"/>
                <a:gd name="T44" fmla="*/ 25 w 83"/>
                <a:gd name="T45" fmla="*/ 16 h 73"/>
                <a:gd name="T46" fmla="*/ 21 w 83"/>
                <a:gd name="T47" fmla="*/ 9 h 73"/>
                <a:gd name="T48" fmla="*/ 19 w 83"/>
                <a:gd name="T49" fmla="*/ 3 h 73"/>
                <a:gd name="T50" fmla="*/ 23 w 83"/>
                <a:gd name="T51" fmla="*/ 0 h 73"/>
                <a:gd name="T52" fmla="*/ 27 w 83"/>
                <a:gd name="T53" fmla="*/ 1 h 73"/>
                <a:gd name="T54" fmla="*/ 32 w 83"/>
                <a:gd name="T55" fmla="*/ 7 h 73"/>
                <a:gd name="T56" fmla="*/ 34 w 83"/>
                <a:gd name="T57" fmla="*/ 12 h 73"/>
                <a:gd name="T58" fmla="*/ 44 w 83"/>
                <a:gd name="T59" fmla="*/ 14 h 73"/>
                <a:gd name="T60" fmla="*/ 49 w 83"/>
                <a:gd name="T61" fmla="*/ 8 h 73"/>
                <a:gd name="T62" fmla="*/ 58 w 83"/>
                <a:gd name="T63" fmla="*/ 4 h 73"/>
                <a:gd name="T64" fmla="*/ 64 w 83"/>
                <a:gd name="T65" fmla="*/ 12 h 73"/>
                <a:gd name="T66" fmla="*/ 67 w 83"/>
                <a:gd name="T67" fmla="*/ 22 h 73"/>
                <a:gd name="T68" fmla="*/ 73 w 83"/>
                <a:gd name="T69" fmla="*/ 27 h 73"/>
                <a:gd name="T70" fmla="*/ 80 w 83"/>
                <a:gd name="T71" fmla="*/ 29 h 73"/>
                <a:gd name="T72" fmla="*/ 83 w 83"/>
                <a:gd name="T73" fmla="*/ 34 h 73"/>
                <a:gd name="T74" fmla="*/ 76 w 83"/>
                <a:gd name="T75" fmla="*/ 32 h 73"/>
                <a:gd name="T76" fmla="*/ 70 w 83"/>
                <a:gd name="T77" fmla="*/ 34 h 73"/>
                <a:gd name="T78" fmla="*/ 68 w 83"/>
                <a:gd name="T79" fmla="*/ 41 h 73"/>
                <a:gd name="T80" fmla="*/ 66 w 83"/>
                <a:gd name="T81" fmla="*/ 49 h 73"/>
                <a:gd name="T82" fmla="*/ 66 w 83"/>
                <a:gd name="T83" fmla="*/ 53 h 73"/>
                <a:gd name="T84" fmla="*/ 64 w 83"/>
                <a:gd name="T85" fmla="*/ 59 h 73"/>
                <a:gd name="T86" fmla="*/ 62 w 83"/>
                <a:gd name="T87" fmla="*/ 56 h 73"/>
                <a:gd name="T88" fmla="*/ 61 w 83"/>
                <a:gd name="T89" fmla="*/ 60 h 73"/>
                <a:gd name="T90" fmla="*/ 60 w 83"/>
                <a:gd name="T91" fmla="*/ 65 h 7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83"/>
                <a:gd name="T139" fmla="*/ 0 h 73"/>
                <a:gd name="T140" fmla="*/ 83 w 83"/>
                <a:gd name="T141" fmla="*/ 73 h 7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83" h="73">
                  <a:moveTo>
                    <a:pt x="57" y="73"/>
                  </a:moveTo>
                  <a:lnTo>
                    <a:pt x="52" y="70"/>
                  </a:lnTo>
                  <a:lnTo>
                    <a:pt x="50" y="71"/>
                  </a:lnTo>
                  <a:lnTo>
                    <a:pt x="48" y="67"/>
                  </a:lnTo>
                  <a:lnTo>
                    <a:pt x="45" y="66"/>
                  </a:lnTo>
                  <a:lnTo>
                    <a:pt x="44" y="62"/>
                  </a:lnTo>
                  <a:lnTo>
                    <a:pt x="48" y="60"/>
                  </a:lnTo>
                  <a:lnTo>
                    <a:pt x="48" y="58"/>
                  </a:lnTo>
                  <a:lnTo>
                    <a:pt x="46" y="56"/>
                  </a:lnTo>
                  <a:lnTo>
                    <a:pt x="46" y="55"/>
                  </a:lnTo>
                  <a:lnTo>
                    <a:pt x="50" y="53"/>
                  </a:lnTo>
                  <a:lnTo>
                    <a:pt x="50" y="52"/>
                  </a:lnTo>
                  <a:lnTo>
                    <a:pt x="50" y="51"/>
                  </a:lnTo>
                  <a:lnTo>
                    <a:pt x="47" y="49"/>
                  </a:lnTo>
                  <a:lnTo>
                    <a:pt x="44" y="46"/>
                  </a:lnTo>
                  <a:lnTo>
                    <a:pt x="42" y="45"/>
                  </a:lnTo>
                  <a:lnTo>
                    <a:pt x="39" y="47"/>
                  </a:lnTo>
                  <a:lnTo>
                    <a:pt x="32" y="52"/>
                  </a:lnTo>
                  <a:lnTo>
                    <a:pt x="29" y="56"/>
                  </a:lnTo>
                  <a:lnTo>
                    <a:pt x="24" y="57"/>
                  </a:lnTo>
                  <a:lnTo>
                    <a:pt x="23" y="59"/>
                  </a:lnTo>
                  <a:lnTo>
                    <a:pt x="22" y="59"/>
                  </a:lnTo>
                  <a:lnTo>
                    <a:pt x="23" y="58"/>
                  </a:lnTo>
                  <a:lnTo>
                    <a:pt x="22" y="56"/>
                  </a:lnTo>
                  <a:lnTo>
                    <a:pt x="21" y="56"/>
                  </a:lnTo>
                  <a:lnTo>
                    <a:pt x="23" y="55"/>
                  </a:lnTo>
                  <a:lnTo>
                    <a:pt x="24" y="55"/>
                  </a:lnTo>
                  <a:lnTo>
                    <a:pt x="22" y="53"/>
                  </a:lnTo>
                  <a:lnTo>
                    <a:pt x="21" y="51"/>
                  </a:lnTo>
                  <a:lnTo>
                    <a:pt x="22" y="49"/>
                  </a:lnTo>
                  <a:lnTo>
                    <a:pt x="23" y="48"/>
                  </a:lnTo>
                  <a:lnTo>
                    <a:pt x="21" y="47"/>
                  </a:lnTo>
                  <a:lnTo>
                    <a:pt x="18" y="47"/>
                  </a:lnTo>
                  <a:lnTo>
                    <a:pt x="17" y="46"/>
                  </a:lnTo>
                  <a:lnTo>
                    <a:pt x="15" y="44"/>
                  </a:lnTo>
                  <a:lnTo>
                    <a:pt x="13" y="44"/>
                  </a:lnTo>
                  <a:lnTo>
                    <a:pt x="12" y="41"/>
                  </a:lnTo>
                  <a:lnTo>
                    <a:pt x="10" y="39"/>
                  </a:lnTo>
                  <a:lnTo>
                    <a:pt x="9" y="39"/>
                  </a:lnTo>
                  <a:lnTo>
                    <a:pt x="10" y="39"/>
                  </a:lnTo>
                  <a:lnTo>
                    <a:pt x="13" y="39"/>
                  </a:lnTo>
                  <a:lnTo>
                    <a:pt x="14" y="36"/>
                  </a:lnTo>
                  <a:lnTo>
                    <a:pt x="14" y="34"/>
                  </a:lnTo>
                  <a:lnTo>
                    <a:pt x="13" y="34"/>
                  </a:lnTo>
                  <a:lnTo>
                    <a:pt x="11" y="33"/>
                  </a:lnTo>
                  <a:lnTo>
                    <a:pt x="7" y="29"/>
                  </a:lnTo>
                  <a:lnTo>
                    <a:pt x="5" y="26"/>
                  </a:lnTo>
                  <a:lnTo>
                    <a:pt x="6" y="24"/>
                  </a:lnTo>
                  <a:lnTo>
                    <a:pt x="9" y="22"/>
                  </a:lnTo>
                  <a:lnTo>
                    <a:pt x="8" y="20"/>
                  </a:lnTo>
                  <a:lnTo>
                    <a:pt x="6" y="19"/>
                  </a:lnTo>
                  <a:lnTo>
                    <a:pt x="3" y="18"/>
                  </a:lnTo>
                  <a:lnTo>
                    <a:pt x="2" y="17"/>
                  </a:lnTo>
                  <a:lnTo>
                    <a:pt x="2" y="16"/>
                  </a:lnTo>
                  <a:lnTo>
                    <a:pt x="2" y="15"/>
                  </a:lnTo>
                  <a:lnTo>
                    <a:pt x="1" y="14"/>
                  </a:lnTo>
                  <a:lnTo>
                    <a:pt x="0" y="12"/>
                  </a:lnTo>
                  <a:lnTo>
                    <a:pt x="2" y="9"/>
                  </a:lnTo>
                  <a:lnTo>
                    <a:pt x="4" y="9"/>
                  </a:lnTo>
                  <a:lnTo>
                    <a:pt x="8" y="10"/>
                  </a:lnTo>
                  <a:lnTo>
                    <a:pt x="10" y="11"/>
                  </a:lnTo>
                  <a:lnTo>
                    <a:pt x="11" y="13"/>
                  </a:lnTo>
                  <a:lnTo>
                    <a:pt x="16" y="15"/>
                  </a:lnTo>
                  <a:lnTo>
                    <a:pt x="18" y="14"/>
                  </a:lnTo>
                  <a:lnTo>
                    <a:pt x="19" y="15"/>
                  </a:lnTo>
                  <a:lnTo>
                    <a:pt x="20" y="15"/>
                  </a:lnTo>
                  <a:lnTo>
                    <a:pt x="22" y="17"/>
                  </a:lnTo>
                  <a:lnTo>
                    <a:pt x="24" y="17"/>
                  </a:lnTo>
                  <a:lnTo>
                    <a:pt x="25" y="16"/>
                  </a:lnTo>
                  <a:lnTo>
                    <a:pt x="26" y="13"/>
                  </a:lnTo>
                  <a:lnTo>
                    <a:pt x="25" y="11"/>
                  </a:lnTo>
                  <a:lnTo>
                    <a:pt x="21" y="9"/>
                  </a:lnTo>
                  <a:lnTo>
                    <a:pt x="19" y="6"/>
                  </a:lnTo>
                  <a:lnTo>
                    <a:pt x="18" y="4"/>
                  </a:lnTo>
                  <a:lnTo>
                    <a:pt x="19" y="3"/>
                  </a:lnTo>
                  <a:lnTo>
                    <a:pt x="20" y="2"/>
                  </a:lnTo>
                  <a:lnTo>
                    <a:pt x="22" y="0"/>
                  </a:lnTo>
                  <a:lnTo>
                    <a:pt x="23" y="0"/>
                  </a:lnTo>
                  <a:lnTo>
                    <a:pt x="24" y="1"/>
                  </a:lnTo>
                  <a:lnTo>
                    <a:pt x="25" y="1"/>
                  </a:lnTo>
                  <a:lnTo>
                    <a:pt x="27" y="1"/>
                  </a:lnTo>
                  <a:lnTo>
                    <a:pt x="28" y="3"/>
                  </a:lnTo>
                  <a:lnTo>
                    <a:pt x="31" y="6"/>
                  </a:lnTo>
                  <a:lnTo>
                    <a:pt x="32" y="7"/>
                  </a:lnTo>
                  <a:lnTo>
                    <a:pt x="34" y="9"/>
                  </a:lnTo>
                  <a:lnTo>
                    <a:pt x="34" y="12"/>
                  </a:lnTo>
                  <a:lnTo>
                    <a:pt x="38" y="13"/>
                  </a:lnTo>
                  <a:lnTo>
                    <a:pt x="42" y="14"/>
                  </a:lnTo>
                  <a:lnTo>
                    <a:pt x="44" y="14"/>
                  </a:lnTo>
                  <a:lnTo>
                    <a:pt x="46" y="12"/>
                  </a:lnTo>
                  <a:lnTo>
                    <a:pt x="48" y="9"/>
                  </a:lnTo>
                  <a:lnTo>
                    <a:pt x="49" y="8"/>
                  </a:lnTo>
                  <a:lnTo>
                    <a:pt x="53" y="5"/>
                  </a:lnTo>
                  <a:lnTo>
                    <a:pt x="55" y="1"/>
                  </a:lnTo>
                  <a:lnTo>
                    <a:pt x="58" y="4"/>
                  </a:lnTo>
                  <a:lnTo>
                    <a:pt x="60" y="8"/>
                  </a:lnTo>
                  <a:lnTo>
                    <a:pt x="62" y="10"/>
                  </a:lnTo>
                  <a:lnTo>
                    <a:pt x="64" y="12"/>
                  </a:lnTo>
                  <a:lnTo>
                    <a:pt x="64" y="17"/>
                  </a:lnTo>
                  <a:lnTo>
                    <a:pt x="65" y="19"/>
                  </a:lnTo>
                  <a:lnTo>
                    <a:pt x="67" y="22"/>
                  </a:lnTo>
                  <a:lnTo>
                    <a:pt x="69" y="24"/>
                  </a:lnTo>
                  <a:lnTo>
                    <a:pt x="69" y="25"/>
                  </a:lnTo>
                  <a:lnTo>
                    <a:pt x="73" y="27"/>
                  </a:lnTo>
                  <a:lnTo>
                    <a:pt x="76" y="26"/>
                  </a:lnTo>
                  <a:lnTo>
                    <a:pt x="78" y="27"/>
                  </a:lnTo>
                  <a:lnTo>
                    <a:pt x="80" y="29"/>
                  </a:lnTo>
                  <a:lnTo>
                    <a:pt x="82" y="30"/>
                  </a:lnTo>
                  <a:lnTo>
                    <a:pt x="83" y="32"/>
                  </a:lnTo>
                  <a:lnTo>
                    <a:pt x="83" y="34"/>
                  </a:lnTo>
                  <a:lnTo>
                    <a:pt x="80" y="32"/>
                  </a:lnTo>
                  <a:lnTo>
                    <a:pt x="78" y="32"/>
                  </a:lnTo>
                  <a:lnTo>
                    <a:pt x="76" y="32"/>
                  </a:lnTo>
                  <a:lnTo>
                    <a:pt x="74" y="32"/>
                  </a:lnTo>
                  <a:lnTo>
                    <a:pt x="73" y="33"/>
                  </a:lnTo>
                  <a:lnTo>
                    <a:pt x="70" y="34"/>
                  </a:lnTo>
                  <a:lnTo>
                    <a:pt x="69" y="35"/>
                  </a:lnTo>
                  <a:lnTo>
                    <a:pt x="69" y="37"/>
                  </a:lnTo>
                  <a:lnTo>
                    <a:pt x="68" y="41"/>
                  </a:lnTo>
                  <a:lnTo>
                    <a:pt x="68" y="44"/>
                  </a:lnTo>
                  <a:lnTo>
                    <a:pt x="67" y="46"/>
                  </a:lnTo>
                  <a:lnTo>
                    <a:pt x="66" y="49"/>
                  </a:lnTo>
                  <a:lnTo>
                    <a:pt x="68" y="52"/>
                  </a:lnTo>
                  <a:lnTo>
                    <a:pt x="68" y="53"/>
                  </a:lnTo>
                  <a:lnTo>
                    <a:pt x="66" y="53"/>
                  </a:lnTo>
                  <a:lnTo>
                    <a:pt x="65" y="54"/>
                  </a:lnTo>
                  <a:lnTo>
                    <a:pt x="65" y="56"/>
                  </a:lnTo>
                  <a:lnTo>
                    <a:pt x="64" y="59"/>
                  </a:lnTo>
                  <a:lnTo>
                    <a:pt x="63" y="58"/>
                  </a:lnTo>
                  <a:lnTo>
                    <a:pt x="63" y="56"/>
                  </a:lnTo>
                  <a:lnTo>
                    <a:pt x="62" y="56"/>
                  </a:lnTo>
                  <a:lnTo>
                    <a:pt x="61" y="56"/>
                  </a:lnTo>
                  <a:lnTo>
                    <a:pt x="61" y="59"/>
                  </a:lnTo>
                  <a:lnTo>
                    <a:pt x="61" y="60"/>
                  </a:lnTo>
                  <a:lnTo>
                    <a:pt x="60" y="62"/>
                  </a:lnTo>
                  <a:lnTo>
                    <a:pt x="59" y="62"/>
                  </a:lnTo>
                  <a:lnTo>
                    <a:pt x="60" y="65"/>
                  </a:lnTo>
                  <a:lnTo>
                    <a:pt x="57" y="73"/>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3" name="Freeform 12">
              <a:extLst>
                <a:ext uri="{FF2B5EF4-FFF2-40B4-BE49-F238E27FC236}">
                  <a16:creationId xmlns:a16="http://schemas.microsoft.com/office/drawing/2014/main" id="{D09AA620-4FB4-9536-FA00-E5F8E6A3BF47}"/>
                </a:ext>
              </a:extLst>
            </p:cNvPr>
            <p:cNvSpPr>
              <a:spLocks/>
            </p:cNvSpPr>
            <p:nvPr/>
          </p:nvSpPr>
          <p:spPr bwMode="gray">
            <a:xfrm>
              <a:off x="3341285" y="3718164"/>
              <a:ext cx="42888" cy="34310"/>
            </a:xfrm>
            <a:custGeom>
              <a:avLst/>
              <a:gdLst>
                <a:gd name="T0" fmla="*/ 0 w 25"/>
                <a:gd name="T1" fmla="*/ 1 h 20"/>
                <a:gd name="T2" fmla="*/ 6 w 25"/>
                <a:gd name="T3" fmla="*/ 1 h 20"/>
                <a:gd name="T4" fmla="*/ 7 w 25"/>
                <a:gd name="T5" fmla="*/ 1 h 20"/>
                <a:gd name="T6" fmla="*/ 8 w 25"/>
                <a:gd name="T7" fmla="*/ 0 h 20"/>
                <a:gd name="T8" fmla="*/ 10 w 25"/>
                <a:gd name="T9" fmla="*/ 2 h 20"/>
                <a:gd name="T10" fmla="*/ 10 w 25"/>
                <a:gd name="T11" fmla="*/ 4 h 20"/>
                <a:gd name="T12" fmla="*/ 13 w 25"/>
                <a:gd name="T13" fmla="*/ 5 h 20"/>
                <a:gd name="T14" fmla="*/ 14 w 25"/>
                <a:gd name="T15" fmla="*/ 6 h 20"/>
                <a:gd name="T16" fmla="*/ 17 w 25"/>
                <a:gd name="T17" fmla="*/ 5 h 20"/>
                <a:gd name="T18" fmla="*/ 20 w 25"/>
                <a:gd name="T19" fmla="*/ 5 h 20"/>
                <a:gd name="T20" fmla="*/ 20 w 25"/>
                <a:gd name="T21" fmla="*/ 7 h 20"/>
                <a:gd name="T22" fmla="*/ 20 w 25"/>
                <a:gd name="T23" fmla="*/ 9 h 20"/>
                <a:gd name="T24" fmla="*/ 21 w 25"/>
                <a:gd name="T25" fmla="*/ 9 h 20"/>
                <a:gd name="T26" fmla="*/ 23 w 25"/>
                <a:gd name="T27" fmla="*/ 11 h 20"/>
                <a:gd name="T28" fmla="*/ 23 w 25"/>
                <a:gd name="T29" fmla="*/ 13 h 20"/>
                <a:gd name="T30" fmla="*/ 25 w 25"/>
                <a:gd name="T31" fmla="*/ 20 h 20"/>
                <a:gd name="T32" fmla="*/ 25 w 25"/>
                <a:gd name="T33" fmla="*/ 20 h 20"/>
                <a:gd name="T34" fmla="*/ 24 w 25"/>
                <a:gd name="T35" fmla="*/ 19 h 20"/>
                <a:gd name="T36" fmla="*/ 21 w 25"/>
                <a:gd name="T37" fmla="*/ 19 h 20"/>
                <a:gd name="T38" fmla="*/ 17 w 25"/>
                <a:gd name="T39" fmla="*/ 19 h 20"/>
                <a:gd name="T40" fmla="*/ 14 w 25"/>
                <a:gd name="T41" fmla="*/ 17 h 20"/>
                <a:gd name="T42" fmla="*/ 12 w 25"/>
                <a:gd name="T43" fmla="*/ 15 h 20"/>
                <a:gd name="T44" fmla="*/ 10 w 25"/>
                <a:gd name="T45" fmla="*/ 12 h 20"/>
                <a:gd name="T46" fmla="*/ 6 w 25"/>
                <a:gd name="T47" fmla="*/ 10 h 20"/>
                <a:gd name="T48" fmla="*/ 4 w 25"/>
                <a:gd name="T49" fmla="*/ 6 h 20"/>
                <a:gd name="T50" fmla="*/ 2 w 25"/>
                <a:gd name="T51" fmla="*/ 3 h 20"/>
                <a:gd name="T52" fmla="*/ 0 w 25"/>
                <a:gd name="T53" fmla="*/ 1 h 20"/>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5"/>
                <a:gd name="T82" fmla="*/ 0 h 20"/>
                <a:gd name="T83" fmla="*/ 25 w 25"/>
                <a:gd name="T84" fmla="*/ 20 h 20"/>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5" h="20">
                  <a:moveTo>
                    <a:pt x="0" y="1"/>
                  </a:moveTo>
                  <a:lnTo>
                    <a:pt x="6" y="1"/>
                  </a:lnTo>
                  <a:lnTo>
                    <a:pt x="7" y="1"/>
                  </a:lnTo>
                  <a:lnTo>
                    <a:pt x="8" y="0"/>
                  </a:lnTo>
                  <a:lnTo>
                    <a:pt x="10" y="2"/>
                  </a:lnTo>
                  <a:lnTo>
                    <a:pt x="10" y="4"/>
                  </a:lnTo>
                  <a:lnTo>
                    <a:pt x="13" y="5"/>
                  </a:lnTo>
                  <a:lnTo>
                    <a:pt x="14" y="6"/>
                  </a:lnTo>
                  <a:lnTo>
                    <a:pt x="17" y="5"/>
                  </a:lnTo>
                  <a:lnTo>
                    <a:pt x="20" y="5"/>
                  </a:lnTo>
                  <a:lnTo>
                    <a:pt x="20" y="7"/>
                  </a:lnTo>
                  <a:lnTo>
                    <a:pt x="20" y="9"/>
                  </a:lnTo>
                  <a:lnTo>
                    <a:pt x="21" y="9"/>
                  </a:lnTo>
                  <a:lnTo>
                    <a:pt x="23" y="11"/>
                  </a:lnTo>
                  <a:lnTo>
                    <a:pt x="23" y="13"/>
                  </a:lnTo>
                  <a:lnTo>
                    <a:pt x="25" y="20"/>
                  </a:lnTo>
                  <a:lnTo>
                    <a:pt x="24" y="19"/>
                  </a:lnTo>
                  <a:lnTo>
                    <a:pt x="21" y="19"/>
                  </a:lnTo>
                  <a:lnTo>
                    <a:pt x="17" y="19"/>
                  </a:lnTo>
                  <a:lnTo>
                    <a:pt x="14" y="17"/>
                  </a:lnTo>
                  <a:lnTo>
                    <a:pt x="12" y="15"/>
                  </a:lnTo>
                  <a:lnTo>
                    <a:pt x="10" y="12"/>
                  </a:lnTo>
                  <a:lnTo>
                    <a:pt x="6" y="10"/>
                  </a:lnTo>
                  <a:lnTo>
                    <a:pt x="4" y="6"/>
                  </a:lnTo>
                  <a:lnTo>
                    <a:pt x="2" y="3"/>
                  </a:lnTo>
                  <a:lnTo>
                    <a:pt x="0" y="1"/>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4" name="Freeform 13">
              <a:extLst>
                <a:ext uri="{FF2B5EF4-FFF2-40B4-BE49-F238E27FC236}">
                  <a16:creationId xmlns:a16="http://schemas.microsoft.com/office/drawing/2014/main" id="{56C4A8BC-459D-08EE-4CC4-E6E245FA9432}"/>
                </a:ext>
              </a:extLst>
            </p:cNvPr>
            <p:cNvSpPr>
              <a:spLocks/>
            </p:cNvSpPr>
            <p:nvPr/>
          </p:nvSpPr>
          <p:spPr bwMode="gray">
            <a:xfrm>
              <a:off x="3648360" y="3507156"/>
              <a:ext cx="459755" cy="308791"/>
            </a:xfrm>
            <a:custGeom>
              <a:avLst/>
              <a:gdLst>
                <a:gd name="T0" fmla="*/ 169 w 268"/>
                <a:gd name="T1" fmla="*/ 174 h 180"/>
                <a:gd name="T2" fmla="*/ 165 w 268"/>
                <a:gd name="T3" fmla="*/ 163 h 180"/>
                <a:gd name="T4" fmla="*/ 159 w 268"/>
                <a:gd name="T5" fmla="*/ 155 h 180"/>
                <a:gd name="T6" fmla="*/ 141 w 268"/>
                <a:gd name="T7" fmla="*/ 147 h 180"/>
                <a:gd name="T8" fmla="*/ 121 w 268"/>
                <a:gd name="T9" fmla="*/ 136 h 180"/>
                <a:gd name="T10" fmla="*/ 100 w 268"/>
                <a:gd name="T11" fmla="*/ 115 h 180"/>
                <a:gd name="T12" fmla="*/ 93 w 268"/>
                <a:gd name="T13" fmla="*/ 98 h 180"/>
                <a:gd name="T14" fmla="*/ 81 w 268"/>
                <a:gd name="T15" fmla="*/ 94 h 180"/>
                <a:gd name="T16" fmla="*/ 68 w 268"/>
                <a:gd name="T17" fmla="*/ 92 h 180"/>
                <a:gd name="T18" fmla="*/ 64 w 268"/>
                <a:gd name="T19" fmla="*/ 84 h 180"/>
                <a:gd name="T20" fmla="*/ 62 w 268"/>
                <a:gd name="T21" fmla="*/ 76 h 180"/>
                <a:gd name="T22" fmla="*/ 52 w 268"/>
                <a:gd name="T23" fmla="*/ 70 h 180"/>
                <a:gd name="T24" fmla="*/ 40 w 268"/>
                <a:gd name="T25" fmla="*/ 62 h 180"/>
                <a:gd name="T26" fmla="*/ 38 w 268"/>
                <a:gd name="T27" fmla="*/ 70 h 180"/>
                <a:gd name="T28" fmla="*/ 29 w 268"/>
                <a:gd name="T29" fmla="*/ 72 h 180"/>
                <a:gd name="T30" fmla="*/ 16 w 268"/>
                <a:gd name="T31" fmla="*/ 79 h 180"/>
                <a:gd name="T32" fmla="*/ 7 w 268"/>
                <a:gd name="T33" fmla="*/ 92 h 180"/>
                <a:gd name="T34" fmla="*/ 80 w 268"/>
                <a:gd name="T35" fmla="*/ 30 h 180"/>
                <a:gd name="T36" fmla="*/ 139 w 268"/>
                <a:gd name="T37" fmla="*/ 41 h 180"/>
                <a:gd name="T38" fmla="*/ 158 w 268"/>
                <a:gd name="T39" fmla="*/ 56 h 180"/>
                <a:gd name="T40" fmla="*/ 164 w 268"/>
                <a:gd name="T41" fmla="*/ 77 h 180"/>
                <a:gd name="T42" fmla="*/ 176 w 268"/>
                <a:gd name="T43" fmla="*/ 95 h 180"/>
                <a:gd name="T44" fmla="*/ 189 w 268"/>
                <a:gd name="T45" fmla="*/ 100 h 180"/>
                <a:gd name="T46" fmla="*/ 197 w 268"/>
                <a:gd name="T47" fmla="*/ 104 h 180"/>
                <a:gd name="T48" fmla="*/ 204 w 268"/>
                <a:gd name="T49" fmla="*/ 90 h 180"/>
                <a:gd name="T50" fmla="*/ 222 w 268"/>
                <a:gd name="T51" fmla="*/ 78 h 180"/>
                <a:gd name="T52" fmla="*/ 231 w 268"/>
                <a:gd name="T53" fmla="*/ 73 h 180"/>
                <a:gd name="T54" fmla="*/ 236 w 268"/>
                <a:gd name="T55" fmla="*/ 75 h 180"/>
                <a:gd name="T56" fmla="*/ 229 w 268"/>
                <a:gd name="T57" fmla="*/ 80 h 180"/>
                <a:gd name="T58" fmla="*/ 222 w 268"/>
                <a:gd name="T59" fmla="*/ 86 h 180"/>
                <a:gd name="T60" fmla="*/ 226 w 268"/>
                <a:gd name="T61" fmla="*/ 90 h 180"/>
                <a:gd name="T62" fmla="*/ 234 w 268"/>
                <a:gd name="T63" fmla="*/ 95 h 180"/>
                <a:gd name="T64" fmla="*/ 242 w 268"/>
                <a:gd name="T65" fmla="*/ 92 h 180"/>
                <a:gd name="T66" fmla="*/ 247 w 268"/>
                <a:gd name="T67" fmla="*/ 91 h 180"/>
                <a:gd name="T68" fmla="*/ 252 w 268"/>
                <a:gd name="T69" fmla="*/ 94 h 180"/>
                <a:gd name="T70" fmla="*/ 257 w 268"/>
                <a:gd name="T71" fmla="*/ 99 h 180"/>
                <a:gd name="T72" fmla="*/ 268 w 268"/>
                <a:gd name="T73" fmla="*/ 103 h 180"/>
                <a:gd name="T74" fmla="*/ 257 w 268"/>
                <a:gd name="T75" fmla="*/ 107 h 180"/>
                <a:gd name="T76" fmla="*/ 254 w 268"/>
                <a:gd name="T77" fmla="*/ 110 h 180"/>
                <a:gd name="T78" fmla="*/ 247 w 268"/>
                <a:gd name="T79" fmla="*/ 114 h 180"/>
                <a:gd name="T80" fmla="*/ 240 w 268"/>
                <a:gd name="T81" fmla="*/ 113 h 180"/>
                <a:gd name="T82" fmla="*/ 234 w 268"/>
                <a:gd name="T83" fmla="*/ 114 h 180"/>
                <a:gd name="T84" fmla="*/ 225 w 268"/>
                <a:gd name="T85" fmla="*/ 111 h 180"/>
                <a:gd name="T86" fmla="*/ 230 w 268"/>
                <a:gd name="T87" fmla="*/ 103 h 180"/>
                <a:gd name="T88" fmla="*/ 221 w 268"/>
                <a:gd name="T89" fmla="*/ 103 h 180"/>
                <a:gd name="T90" fmla="*/ 211 w 268"/>
                <a:gd name="T91" fmla="*/ 102 h 180"/>
                <a:gd name="T92" fmla="*/ 208 w 268"/>
                <a:gd name="T93" fmla="*/ 110 h 180"/>
                <a:gd name="T94" fmla="*/ 200 w 268"/>
                <a:gd name="T95" fmla="*/ 115 h 180"/>
                <a:gd name="T96" fmla="*/ 203 w 268"/>
                <a:gd name="T97" fmla="*/ 117 h 180"/>
                <a:gd name="T98" fmla="*/ 198 w 268"/>
                <a:gd name="T99" fmla="*/ 121 h 180"/>
                <a:gd name="T100" fmla="*/ 186 w 268"/>
                <a:gd name="T101" fmla="*/ 127 h 180"/>
                <a:gd name="T102" fmla="*/ 180 w 268"/>
                <a:gd name="T103" fmla="*/ 136 h 180"/>
                <a:gd name="T104" fmla="*/ 189 w 268"/>
                <a:gd name="T105" fmla="*/ 139 h 180"/>
                <a:gd name="T106" fmla="*/ 189 w 268"/>
                <a:gd name="T107" fmla="*/ 151 h 180"/>
                <a:gd name="T108" fmla="*/ 189 w 268"/>
                <a:gd name="T109" fmla="*/ 162 h 180"/>
                <a:gd name="T110" fmla="*/ 182 w 268"/>
                <a:gd name="T111" fmla="*/ 180 h 18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68"/>
                <a:gd name="T169" fmla="*/ 0 h 180"/>
                <a:gd name="T170" fmla="*/ 268 w 268"/>
                <a:gd name="T171" fmla="*/ 180 h 18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68" h="180">
                  <a:moveTo>
                    <a:pt x="182" y="180"/>
                  </a:moveTo>
                  <a:lnTo>
                    <a:pt x="180" y="176"/>
                  </a:lnTo>
                  <a:lnTo>
                    <a:pt x="178" y="175"/>
                  </a:lnTo>
                  <a:lnTo>
                    <a:pt x="169" y="174"/>
                  </a:lnTo>
                  <a:lnTo>
                    <a:pt x="165" y="174"/>
                  </a:lnTo>
                  <a:lnTo>
                    <a:pt x="164" y="174"/>
                  </a:lnTo>
                  <a:lnTo>
                    <a:pt x="165" y="167"/>
                  </a:lnTo>
                  <a:lnTo>
                    <a:pt x="165" y="163"/>
                  </a:lnTo>
                  <a:lnTo>
                    <a:pt x="165" y="161"/>
                  </a:lnTo>
                  <a:lnTo>
                    <a:pt x="166" y="159"/>
                  </a:lnTo>
                  <a:lnTo>
                    <a:pt x="163" y="158"/>
                  </a:lnTo>
                  <a:lnTo>
                    <a:pt x="159" y="155"/>
                  </a:lnTo>
                  <a:lnTo>
                    <a:pt x="155" y="154"/>
                  </a:lnTo>
                  <a:lnTo>
                    <a:pt x="151" y="154"/>
                  </a:lnTo>
                  <a:lnTo>
                    <a:pt x="149" y="152"/>
                  </a:lnTo>
                  <a:lnTo>
                    <a:pt x="141" y="147"/>
                  </a:lnTo>
                  <a:lnTo>
                    <a:pt x="137" y="145"/>
                  </a:lnTo>
                  <a:lnTo>
                    <a:pt x="130" y="139"/>
                  </a:lnTo>
                  <a:lnTo>
                    <a:pt x="128" y="140"/>
                  </a:lnTo>
                  <a:lnTo>
                    <a:pt x="121" y="136"/>
                  </a:lnTo>
                  <a:lnTo>
                    <a:pt x="119" y="132"/>
                  </a:lnTo>
                  <a:lnTo>
                    <a:pt x="110" y="126"/>
                  </a:lnTo>
                  <a:lnTo>
                    <a:pt x="100" y="117"/>
                  </a:lnTo>
                  <a:lnTo>
                    <a:pt x="100" y="115"/>
                  </a:lnTo>
                  <a:lnTo>
                    <a:pt x="99" y="110"/>
                  </a:lnTo>
                  <a:lnTo>
                    <a:pt x="97" y="109"/>
                  </a:lnTo>
                  <a:lnTo>
                    <a:pt x="94" y="103"/>
                  </a:lnTo>
                  <a:lnTo>
                    <a:pt x="93" y="98"/>
                  </a:lnTo>
                  <a:lnTo>
                    <a:pt x="91" y="94"/>
                  </a:lnTo>
                  <a:lnTo>
                    <a:pt x="86" y="92"/>
                  </a:lnTo>
                  <a:lnTo>
                    <a:pt x="84" y="93"/>
                  </a:lnTo>
                  <a:lnTo>
                    <a:pt x="81" y="94"/>
                  </a:lnTo>
                  <a:lnTo>
                    <a:pt x="77" y="93"/>
                  </a:lnTo>
                  <a:lnTo>
                    <a:pt x="74" y="93"/>
                  </a:lnTo>
                  <a:lnTo>
                    <a:pt x="71" y="94"/>
                  </a:lnTo>
                  <a:lnTo>
                    <a:pt x="68" y="92"/>
                  </a:lnTo>
                  <a:lnTo>
                    <a:pt x="63" y="90"/>
                  </a:lnTo>
                  <a:lnTo>
                    <a:pt x="64" y="88"/>
                  </a:lnTo>
                  <a:lnTo>
                    <a:pt x="65" y="86"/>
                  </a:lnTo>
                  <a:lnTo>
                    <a:pt x="64" y="84"/>
                  </a:lnTo>
                  <a:lnTo>
                    <a:pt x="64" y="82"/>
                  </a:lnTo>
                  <a:lnTo>
                    <a:pt x="65" y="80"/>
                  </a:lnTo>
                  <a:lnTo>
                    <a:pt x="62" y="78"/>
                  </a:lnTo>
                  <a:lnTo>
                    <a:pt x="62" y="76"/>
                  </a:lnTo>
                  <a:lnTo>
                    <a:pt x="62" y="74"/>
                  </a:lnTo>
                  <a:lnTo>
                    <a:pt x="60" y="72"/>
                  </a:lnTo>
                  <a:lnTo>
                    <a:pt x="57" y="71"/>
                  </a:lnTo>
                  <a:lnTo>
                    <a:pt x="52" y="70"/>
                  </a:lnTo>
                  <a:lnTo>
                    <a:pt x="50" y="67"/>
                  </a:lnTo>
                  <a:lnTo>
                    <a:pt x="48" y="66"/>
                  </a:lnTo>
                  <a:lnTo>
                    <a:pt x="43" y="63"/>
                  </a:lnTo>
                  <a:lnTo>
                    <a:pt x="40" y="62"/>
                  </a:lnTo>
                  <a:lnTo>
                    <a:pt x="39" y="62"/>
                  </a:lnTo>
                  <a:lnTo>
                    <a:pt x="35" y="64"/>
                  </a:lnTo>
                  <a:lnTo>
                    <a:pt x="37" y="66"/>
                  </a:lnTo>
                  <a:lnTo>
                    <a:pt x="38" y="70"/>
                  </a:lnTo>
                  <a:lnTo>
                    <a:pt x="34" y="67"/>
                  </a:lnTo>
                  <a:lnTo>
                    <a:pt x="32" y="67"/>
                  </a:lnTo>
                  <a:lnTo>
                    <a:pt x="31" y="69"/>
                  </a:lnTo>
                  <a:lnTo>
                    <a:pt x="29" y="72"/>
                  </a:lnTo>
                  <a:lnTo>
                    <a:pt x="28" y="73"/>
                  </a:lnTo>
                  <a:lnTo>
                    <a:pt x="23" y="73"/>
                  </a:lnTo>
                  <a:lnTo>
                    <a:pt x="19" y="76"/>
                  </a:lnTo>
                  <a:lnTo>
                    <a:pt x="16" y="79"/>
                  </a:lnTo>
                  <a:lnTo>
                    <a:pt x="15" y="85"/>
                  </a:lnTo>
                  <a:lnTo>
                    <a:pt x="18" y="89"/>
                  </a:lnTo>
                  <a:lnTo>
                    <a:pt x="17" y="92"/>
                  </a:lnTo>
                  <a:lnTo>
                    <a:pt x="7" y="92"/>
                  </a:lnTo>
                  <a:lnTo>
                    <a:pt x="0" y="92"/>
                  </a:lnTo>
                  <a:lnTo>
                    <a:pt x="0" y="13"/>
                  </a:lnTo>
                  <a:lnTo>
                    <a:pt x="40" y="0"/>
                  </a:lnTo>
                  <a:lnTo>
                    <a:pt x="80" y="30"/>
                  </a:lnTo>
                  <a:lnTo>
                    <a:pt x="94" y="46"/>
                  </a:lnTo>
                  <a:lnTo>
                    <a:pt x="112" y="43"/>
                  </a:lnTo>
                  <a:lnTo>
                    <a:pt x="132" y="45"/>
                  </a:lnTo>
                  <a:lnTo>
                    <a:pt x="139" y="41"/>
                  </a:lnTo>
                  <a:lnTo>
                    <a:pt x="145" y="47"/>
                  </a:lnTo>
                  <a:lnTo>
                    <a:pt x="149" y="50"/>
                  </a:lnTo>
                  <a:lnTo>
                    <a:pt x="153" y="60"/>
                  </a:lnTo>
                  <a:lnTo>
                    <a:pt x="158" y="56"/>
                  </a:lnTo>
                  <a:lnTo>
                    <a:pt x="158" y="66"/>
                  </a:lnTo>
                  <a:lnTo>
                    <a:pt x="156" y="70"/>
                  </a:lnTo>
                  <a:lnTo>
                    <a:pt x="157" y="77"/>
                  </a:lnTo>
                  <a:lnTo>
                    <a:pt x="164" y="77"/>
                  </a:lnTo>
                  <a:lnTo>
                    <a:pt x="165" y="85"/>
                  </a:lnTo>
                  <a:lnTo>
                    <a:pt x="168" y="95"/>
                  </a:lnTo>
                  <a:lnTo>
                    <a:pt x="171" y="95"/>
                  </a:lnTo>
                  <a:lnTo>
                    <a:pt x="176" y="95"/>
                  </a:lnTo>
                  <a:lnTo>
                    <a:pt x="183" y="94"/>
                  </a:lnTo>
                  <a:lnTo>
                    <a:pt x="186" y="94"/>
                  </a:lnTo>
                  <a:lnTo>
                    <a:pt x="189" y="97"/>
                  </a:lnTo>
                  <a:lnTo>
                    <a:pt x="189" y="100"/>
                  </a:lnTo>
                  <a:lnTo>
                    <a:pt x="189" y="103"/>
                  </a:lnTo>
                  <a:lnTo>
                    <a:pt x="192" y="106"/>
                  </a:lnTo>
                  <a:lnTo>
                    <a:pt x="196" y="106"/>
                  </a:lnTo>
                  <a:lnTo>
                    <a:pt x="197" y="104"/>
                  </a:lnTo>
                  <a:lnTo>
                    <a:pt x="196" y="100"/>
                  </a:lnTo>
                  <a:lnTo>
                    <a:pt x="200" y="96"/>
                  </a:lnTo>
                  <a:lnTo>
                    <a:pt x="203" y="94"/>
                  </a:lnTo>
                  <a:lnTo>
                    <a:pt x="204" y="90"/>
                  </a:lnTo>
                  <a:lnTo>
                    <a:pt x="207" y="88"/>
                  </a:lnTo>
                  <a:lnTo>
                    <a:pt x="213" y="85"/>
                  </a:lnTo>
                  <a:lnTo>
                    <a:pt x="218" y="83"/>
                  </a:lnTo>
                  <a:lnTo>
                    <a:pt x="222" y="78"/>
                  </a:lnTo>
                  <a:lnTo>
                    <a:pt x="225" y="76"/>
                  </a:lnTo>
                  <a:lnTo>
                    <a:pt x="226" y="75"/>
                  </a:lnTo>
                  <a:lnTo>
                    <a:pt x="228" y="76"/>
                  </a:lnTo>
                  <a:lnTo>
                    <a:pt x="231" y="73"/>
                  </a:lnTo>
                  <a:lnTo>
                    <a:pt x="233" y="73"/>
                  </a:lnTo>
                  <a:lnTo>
                    <a:pt x="235" y="71"/>
                  </a:lnTo>
                  <a:lnTo>
                    <a:pt x="239" y="74"/>
                  </a:lnTo>
                  <a:lnTo>
                    <a:pt x="236" y="75"/>
                  </a:lnTo>
                  <a:lnTo>
                    <a:pt x="233" y="77"/>
                  </a:lnTo>
                  <a:lnTo>
                    <a:pt x="232" y="77"/>
                  </a:lnTo>
                  <a:lnTo>
                    <a:pt x="231" y="79"/>
                  </a:lnTo>
                  <a:lnTo>
                    <a:pt x="229" y="80"/>
                  </a:lnTo>
                  <a:lnTo>
                    <a:pt x="227" y="81"/>
                  </a:lnTo>
                  <a:lnTo>
                    <a:pt x="225" y="83"/>
                  </a:lnTo>
                  <a:lnTo>
                    <a:pt x="223" y="86"/>
                  </a:lnTo>
                  <a:lnTo>
                    <a:pt x="222" y="86"/>
                  </a:lnTo>
                  <a:lnTo>
                    <a:pt x="221" y="88"/>
                  </a:lnTo>
                  <a:lnTo>
                    <a:pt x="224" y="88"/>
                  </a:lnTo>
                  <a:lnTo>
                    <a:pt x="225" y="89"/>
                  </a:lnTo>
                  <a:lnTo>
                    <a:pt x="226" y="90"/>
                  </a:lnTo>
                  <a:lnTo>
                    <a:pt x="229" y="89"/>
                  </a:lnTo>
                  <a:lnTo>
                    <a:pt x="230" y="91"/>
                  </a:lnTo>
                  <a:lnTo>
                    <a:pt x="231" y="92"/>
                  </a:lnTo>
                  <a:lnTo>
                    <a:pt x="234" y="95"/>
                  </a:lnTo>
                  <a:lnTo>
                    <a:pt x="238" y="95"/>
                  </a:lnTo>
                  <a:lnTo>
                    <a:pt x="240" y="95"/>
                  </a:lnTo>
                  <a:lnTo>
                    <a:pt x="241" y="91"/>
                  </a:lnTo>
                  <a:lnTo>
                    <a:pt x="242" y="92"/>
                  </a:lnTo>
                  <a:lnTo>
                    <a:pt x="244" y="90"/>
                  </a:lnTo>
                  <a:lnTo>
                    <a:pt x="244" y="88"/>
                  </a:lnTo>
                  <a:lnTo>
                    <a:pt x="245" y="89"/>
                  </a:lnTo>
                  <a:lnTo>
                    <a:pt x="247" y="91"/>
                  </a:lnTo>
                  <a:lnTo>
                    <a:pt x="248" y="93"/>
                  </a:lnTo>
                  <a:lnTo>
                    <a:pt x="248" y="94"/>
                  </a:lnTo>
                  <a:lnTo>
                    <a:pt x="251" y="95"/>
                  </a:lnTo>
                  <a:lnTo>
                    <a:pt x="252" y="94"/>
                  </a:lnTo>
                  <a:lnTo>
                    <a:pt x="253" y="97"/>
                  </a:lnTo>
                  <a:lnTo>
                    <a:pt x="253" y="98"/>
                  </a:lnTo>
                  <a:lnTo>
                    <a:pt x="256" y="97"/>
                  </a:lnTo>
                  <a:lnTo>
                    <a:pt x="257" y="99"/>
                  </a:lnTo>
                  <a:lnTo>
                    <a:pt x="259" y="101"/>
                  </a:lnTo>
                  <a:lnTo>
                    <a:pt x="263" y="101"/>
                  </a:lnTo>
                  <a:lnTo>
                    <a:pt x="266" y="102"/>
                  </a:lnTo>
                  <a:lnTo>
                    <a:pt x="268" y="103"/>
                  </a:lnTo>
                  <a:lnTo>
                    <a:pt x="264" y="105"/>
                  </a:lnTo>
                  <a:lnTo>
                    <a:pt x="263" y="106"/>
                  </a:lnTo>
                  <a:lnTo>
                    <a:pt x="261" y="107"/>
                  </a:lnTo>
                  <a:lnTo>
                    <a:pt x="257" y="107"/>
                  </a:lnTo>
                  <a:lnTo>
                    <a:pt x="256" y="106"/>
                  </a:lnTo>
                  <a:lnTo>
                    <a:pt x="256" y="108"/>
                  </a:lnTo>
                  <a:lnTo>
                    <a:pt x="256" y="110"/>
                  </a:lnTo>
                  <a:lnTo>
                    <a:pt x="254" y="110"/>
                  </a:lnTo>
                  <a:lnTo>
                    <a:pt x="253" y="110"/>
                  </a:lnTo>
                  <a:lnTo>
                    <a:pt x="250" y="112"/>
                  </a:lnTo>
                  <a:lnTo>
                    <a:pt x="249" y="114"/>
                  </a:lnTo>
                  <a:lnTo>
                    <a:pt x="247" y="114"/>
                  </a:lnTo>
                  <a:lnTo>
                    <a:pt x="245" y="116"/>
                  </a:lnTo>
                  <a:lnTo>
                    <a:pt x="244" y="115"/>
                  </a:lnTo>
                  <a:lnTo>
                    <a:pt x="241" y="114"/>
                  </a:lnTo>
                  <a:lnTo>
                    <a:pt x="240" y="113"/>
                  </a:lnTo>
                  <a:lnTo>
                    <a:pt x="238" y="113"/>
                  </a:lnTo>
                  <a:lnTo>
                    <a:pt x="236" y="114"/>
                  </a:lnTo>
                  <a:lnTo>
                    <a:pt x="234" y="113"/>
                  </a:lnTo>
                  <a:lnTo>
                    <a:pt x="234" y="114"/>
                  </a:lnTo>
                  <a:lnTo>
                    <a:pt x="231" y="114"/>
                  </a:lnTo>
                  <a:lnTo>
                    <a:pt x="228" y="114"/>
                  </a:lnTo>
                  <a:lnTo>
                    <a:pt x="227" y="112"/>
                  </a:lnTo>
                  <a:lnTo>
                    <a:pt x="225" y="111"/>
                  </a:lnTo>
                  <a:lnTo>
                    <a:pt x="224" y="109"/>
                  </a:lnTo>
                  <a:lnTo>
                    <a:pt x="226" y="108"/>
                  </a:lnTo>
                  <a:lnTo>
                    <a:pt x="229" y="105"/>
                  </a:lnTo>
                  <a:lnTo>
                    <a:pt x="230" y="103"/>
                  </a:lnTo>
                  <a:lnTo>
                    <a:pt x="228" y="101"/>
                  </a:lnTo>
                  <a:lnTo>
                    <a:pt x="225" y="97"/>
                  </a:lnTo>
                  <a:lnTo>
                    <a:pt x="224" y="99"/>
                  </a:lnTo>
                  <a:lnTo>
                    <a:pt x="221" y="103"/>
                  </a:lnTo>
                  <a:lnTo>
                    <a:pt x="216" y="105"/>
                  </a:lnTo>
                  <a:lnTo>
                    <a:pt x="214" y="106"/>
                  </a:lnTo>
                  <a:lnTo>
                    <a:pt x="212" y="104"/>
                  </a:lnTo>
                  <a:lnTo>
                    <a:pt x="211" y="102"/>
                  </a:lnTo>
                  <a:lnTo>
                    <a:pt x="209" y="102"/>
                  </a:lnTo>
                  <a:lnTo>
                    <a:pt x="209" y="105"/>
                  </a:lnTo>
                  <a:lnTo>
                    <a:pt x="207" y="107"/>
                  </a:lnTo>
                  <a:lnTo>
                    <a:pt x="208" y="110"/>
                  </a:lnTo>
                  <a:lnTo>
                    <a:pt x="208" y="113"/>
                  </a:lnTo>
                  <a:lnTo>
                    <a:pt x="207" y="115"/>
                  </a:lnTo>
                  <a:lnTo>
                    <a:pt x="204" y="114"/>
                  </a:lnTo>
                  <a:lnTo>
                    <a:pt x="200" y="115"/>
                  </a:lnTo>
                  <a:lnTo>
                    <a:pt x="196" y="115"/>
                  </a:lnTo>
                  <a:lnTo>
                    <a:pt x="198" y="117"/>
                  </a:lnTo>
                  <a:lnTo>
                    <a:pt x="202" y="116"/>
                  </a:lnTo>
                  <a:lnTo>
                    <a:pt x="203" y="117"/>
                  </a:lnTo>
                  <a:lnTo>
                    <a:pt x="201" y="118"/>
                  </a:lnTo>
                  <a:lnTo>
                    <a:pt x="200" y="118"/>
                  </a:lnTo>
                  <a:lnTo>
                    <a:pt x="199" y="121"/>
                  </a:lnTo>
                  <a:lnTo>
                    <a:pt x="198" y="121"/>
                  </a:lnTo>
                  <a:lnTo>
                    <a:pt x="196" y="123"/>
                  </a:lnTo>
                  <a:lnTo>
                    <a:pt x="196" y="127"/>
                  </a:lnTo>
                  <a:lnTo>
                    <a:pt x="194" y="128"/>
                  </a:lnTo>
                  <a:lnTo>
                    <a:pt x="186" y="127"/>
                  </a:lnTo>
                  <a:lnTo>
                    <a:pt x="182" y="126"/>
                  </a:lnTo>
                  <a:lnTo>
                    <a:pt x="179" y="129"/>
                  </a:lnTo>
                  <a:lnTo>
                    <a:pt x="178" y="133"/>
                  </a:lnTo>
                  <a:lnTo>
                    <a:pt x="180" y="136"/>
                  </a:lnTo>
                  <a:lnTo>
                    <a:pt x="182" y="137"/>
                  </a:lnTo>
                  <a:lnTo>
                    <a:pt x="183" y="139"/>
                  </a:lnTo>
                  <a:lnTo>
                    <a:pt x="186" y="139"/>
                  </a:lnTo>
                  <a:lnTo>
                    <a:pt x="189" y="139"/>
                  </a:lnTo>
                  <a:lnTo>
                    <a:pt x="190" y="141"/>
                  </a:lnTo>
                  <a:lnTo>
                    <a:pt x="189" y="143"/>
                  </a:lnTo>
                  <a:lnTo>
                    <a:pt x="189" y="147"/>
                  </a:lnTo>
                  <a:lnTo>
                    <a:pt x="189" y="151"/>
                  </a:lnTo>
                  <a:lnTo>
                    <a:pt x="193" y="154"/>
                  </a:lnTo>
                  <a:lnTo>
                    <a:pt x="194" y="156"/>
                  </a:lnTo>
                  <a:lnTo>
                    <a:pt x="193" y="158"/>
                  </a:lnTo>
                  <a:lnTo>
                    <a:pt x="189" y="162"/>
                  </a:lnTo>
                  <a:lnTo>
                    <a:pt x="187" y="166"/>
                  </a:lnTo>
                  <a:lnTo>
                    <a:pt x="184" y="169"/>
                  </a:lnTo>
                  <a:lnTo>
                    <a:pt x="185" y="173"/>
                  </a:lnTo>
                  <a:lnTo>
                    <a:pt x="182" y="18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5" name="Freeform 14">
              <a:extLst>
                <a:ext uri="{FF2B5EF4-FFF2-40B4-BE49-F238E27FC236}">
                  <a16:creationId xmlns:a16="http://schemas.microsoft.com/office/drawing/2014/main" id="{884ED45E-886F-6A97-86AB-B2292B70F709}"/>
                </a:ext>
              </a:extLst>
            </p:cNvPr>
            <p:cNvSpPr>
              <a:spLocks/>
            </p:cNvSpPr>
            <p:nvPr/>
          </p:nvSpPr>
          <p:spPr bwMode="gray">
            <a:xfrm>
              <a:off x="3648360" y="3507156"/>
              <a:ext cx="459755" cy="308791"/>
            </a:xfrm>
            <a:custGeom>
              <a:avLst/>
              <a:gdLst>
                <a:gd name="T0" fmla="*/ 169 w 268"/>
                <a:gd name="T1" fmla="*/ 174 h 180"/>
                <a:gd name="T2" fmla="*/ 165 w 268"/>
                <a:gd name="T3" fmla="*/ 163 h 180"/>
                <a:gd name="T4" fmla="*/ 159 w 268"/>
                <a:gd name="T5" fmla="*/ 155 h 180"/>
                <a:gd name="T6" fmla="*/ 141 w 268"/>
                <a:gd name="T7" fmla="*/ 147 h 180"/>
                <a:gd name="T8" fmla="*/ 121 w 268"/>
                <a:gd name="T9" fmla="*/ 136 h 180"/>
                <a:gd name="T10" fmla="*/ 100 w 268"/>
                <a:gd name="T11" fmla="*/ 115 h 180"/>
                <a:gd name="T12" fmla="*/ 93 w 268"/>
                <a:gd name="T13" fmla="*/ 98 h 180"/>
                <a:gd name="T14" fmla="*/ 81 w 268"/>
                <a:gd name="T15" fmla="*/ 94 h 180"/>
                <a:gd name="T16" fmla="*/ 68 w 268"/>
                <a:gd name="T17" fmla="*/ 92 h 180"/>
                <a:gd name="T18" fmla="*/ 64 w 268"/>
                <a:gd name="T19" fmla="*/ 84 h 180"/>
                <a:gd name="T20" fmla="*/ 62 w 268"/>
                <a:gd name="T21" fmla="*/ 76 h 180"/>
                <a:gd name="T22" fmla="*/ 52 w 268"/>
                <a:gd name="T23" fmla="*/ 70 h 180"/>
                <a:gd name="T24" fmla="*/ 40 w 268"/>
                <a:gd name="T25" fmla="*/ 62 h 180"/>
                <a:gd name="T26" fmla="*/ 38 w 268"/>
                <a:gd name="T27" fmla="*/ 70 h 180"/>
                <a:gd name="T28" fmla="*/ 29 w 268"/>
                <a:gd name="T29" fmla="*/ 72 h 180"/>
                <a:gd name="T30" fmla="*/ 16 w 268"/>
                <a:gd name="T31" fmla="*/ 79 h 180"/>
                <a:gd name="T32" fmla="*/ 7 w 268"/>
                <a:gd name="T33" fmla="*/ 92 h 180"/>
                <a:gd name="T34" fmla="*/ 80 w 268"/>
                <a:gd name="T35" fmla="*/ 30 h 180"/>
                <a:gd name="T36" fmla="*/ 139 w 268"/>
                <a:gd name="T37" fmla="*/ 41 h 180"/>
                <a:gd name="T38" fmla="*/ 158 w 268"/>
                <a:gd name="T39" fmla="*/ 56 h 180"/>
                <a:gd name="T40" fmla="*/ 164 w 268"/>
                <a:gd name="T41" fmla="*/ 77 h 180"/>
                <a:gd name="T42" fmla="*/ 176 w 268"/>
                <a:gd name="T43" fmla="*/ 95 h 180"/>
                <a:gd name="T44" fmla="*/ 189 w 268"/>
                <a:gd name="T45" fmla="*/ 100 h 180"/>
                <a:gd name="T46" fmla="*/ 197 w 268"/>
                <a:gd name="T47" fmla="*/ 104 h 180"/>
                <a:gd name="T48" fmla="*/ 204 w 268"/>
                <a:gd name="T49" fmla="*/ 90 h 180"/>
                <a:gd name="T50" fmla="*/ 222 w 268"/>
                <a:gd name="T51" fmla="*/ 78 h 180"/>
                <a:gd name="T52" fmla="*/ 231 w 268"/>
                <a:gd name="T53" fmla="*/ 73 h 180"/>
                <a:gd name="T54" fmla="*/ 236 w 268"/>
                <a:gd name="T55" fmla="*/ 75 h 180"/>
                <a:gd name="T56" fmla="*/ 229 w 268"/>
                <a:gd name="T57" fmla="*/ 80 h 180"/>
                <a:gd name="T58" fmla="*/ 222 w 268"/>
                <a:gd name="T59" fmla="*/ 86 h 180"/>
                <a:gd name="T60" fmla="*/ 226 w 268"/>
                <a:gd name="T61" fmla="*/ 90 h 180"/>
                <a:gd name="T62" fmla="*/ 234 w 268"/>
                <a:gd name="T63" fmla="*/ 95 h 180"/>
                <a:gd name="T64" fmla="*/ 242 w 268"/>
                <a:gd name="T65" fmla="*/ 92 h 180"/>
                <a:gd name="T66" fmla="*/ 247 w 268"/>
                <a:gd name="T67" fmla="*/ 91 h 180"/>
                <a:gd name="T68" fmla="*/ 252 w 268"/>
                <a:gd name="T69" fmla="*/ 94 h 180"/>
                <a:gd name="T70" fmla="*/ 257 w 268"/>
                <a:gd name="T71" fmla="*/ 99 h 180"/>
                <a:gd name="T72" fmla="*/ 268 w 268"/>
                <a:gd name="T73" fmla="*/ 103 h 180"/>
                <a:gd name="T74" fmla="*/ 257 w 268"/>
                <a:gd name="T75" fmla="*/ 107 h 180"/>
                <a:gd name="T76" fmla="*/ 254 w 268"/>
                <a:gd name="T77" fmla="*/ 110 h 180"/>
                <a:gd name="T78" fmla="*/ 247 w 268"/>
                <a:gd name="T79" fmla="*/ 114 h 180"/>
                <a:gd name="T80" fmla="*/ 240 w 268"/>
                <a:gd name="T81" fmla="*/ 113 h 180"/>
                <a:gd name="T82" fmla="*/ 234 w 268"/>
                <a:gd name="T83" fmla="*/ 114 h 180"/>
                <a:gd name="T84" fmla="*/ 225 w 268"/>
                <a:gd name="T85" fmla="*/ 111 h 180"/>
                <a:gd name="T86" fmla="*/ 230 w 268"/>
                <a:gd name="T87" fmla="*/ 103 h 180"/>
                <a:gd name="T88" fmla="*/ 221 w 268"/>
                <a:gd name="T89" fmla="*/ 103 h 180"/>
                <a:gd name="T90" fmla="*/ 211 w 268"/>
                <a:gd name="T91" fmla="*/ 102 h 180"/>
                <a:gd name="T92" fmla="*/ 208 w 268"/>
                <a:gd name="T93" fmla="*/ 110 h 180"/>
                <a:gd name="T94" fmla="*/ 200 w 268"/>
                <a:gd name="T95" fmla="*/ 115 h 180"/>
                <a:gd name="T96" fmla="*/ 203 w 268"/>
                <a:gd name="T97" fmla="*/ 117 h 180"/>
                <a:gd name="T98" fmla="*/ 198 w 268"/>
                <a:gd name="T99" fmla="*/ 121 h 180"/>
                <a:gd name="T100" fmla="*/ 186 w 268"/>
                <a:gd name="T101" fmla="*/ 127 h 180"/>
                <a:gd name="T102" fmla="*/ 180 w 268"/>
                <a:gd name="T103" fmla="*/ 136 h 180"/>
                <a:gd name="T104" fmla="*/ 189 w 268"/>
                <a:gd name="T105" fmla="*/ 139 h 180"/>
                <a:gd name="T106" fmla="*/ 189 w 268"/>
                <a:gd name="T107" fmla="*/ 151 h 180"/>
                <a:gd name="T108" fmla="*/ 189 w 268"/>
                <a:gd name="T109" fmla="*/ 162 h 180"/>
                <a:gd name="T110" fmla="*/ 182 w 268"/>
                <a:gd name="T111" fmla="*/ 180 h 18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68"/>
                <a:gd name="T169" fmla="*/ 0 h 180"/>
                <a:gd name="T170" fmla="*/ 268 w 268"/>
                <a:gd name="T171" fmla="*/ 180 h 18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68" h="180">
                  <a:moveTo>
                    <a:pt x="182" y="180"/>
                  </a:moveTo>
                  <a:lnTo>
                    <a:pt x="180" y="176"/>
                  </a:lnTo>
                  <a:lnTo>
                    <a:pt x="178" y="175"/>
                  </a:lnTo>
                  <a:lnTo>
                    <a:pt x="169" y="174"/>
                  </a:lnTo>
                  <a:lnTo>
                    <a:pt x="165" y="174"/>
                  </a:lnTo>
                  <a:lnTo>
                    <a:pt x="164" y="174"/>
                  </a:lnTo>
                  <a:lnTo>
                    <a:pt x="165" y="167"/>
                  </a:lnTo>
                  <a:lnTo>
                    <a:pt x="165" y="163"/>
                  </a:lnTo>
                  <a:lnTo>
                    <a:pt x="165" y="161"/>
                  </a:lnTo>
                  <a:lnTo>
                    <a:pt x="166" y="159"/>
                  </a:lnTo>
                  <a:lnTo>
                    <a:pt x="163" y="158"/>
                  </a:lnTo>
                  <a:lnTo>
                    <a:pt x="159" y="155"/>
                  </a:lnTo>
                  <a:lnTo>
                    <a:pt x="155" y="154"/>
                  </a:lnTo>
                  <a:lnTo>
                    <a:pt x="151" y="154"/>
                  </a:lnTo>
                  <a:lnTo>
                    <a:pt x="149" y="152"/>
                  </a:lnTo>
                  <a:lnTo>
                    <a:pt x="141" y="147"/>
                  </a:lnTo>
                  <a:lnTo>
                    <a:pt x="137" y="145"/>
                  </a:lnTo>
                  <a:lnTo>
                    <a:pt x="130" y="139"/>
                  </a:lnTo>
                  <a:lnTo>
                    <a:pt x="128" y="140"/>
                  </a:lnTo>
                  <a:lnTo>
                    <a:pt x="121" y="136"/>
                  </a:lnTo>
                  <a:lnTo>
                    <a:pt x="119" y="132"/>
                  </a:lnTo>
                  <a:lnTo>
                    <a:pt x="110" y="126"/>
                  </a:lnTo>
                  <a:lnTo>
                    <a:pt x="100" y="117"/>
                  </a:lnTo>
                  <a:lnTo>
                    <a:pt x="100" y="115"/>
                  </a:lnTo>
                  <a:lnTo>
                    <a:pt x="99" y="110"/>
                  </a:lnTo>
                  <a:lnTo>
                    <a:pt x="97" y="109"/>
                  </a:lnTo>
                  <a:lnTo>
                    <a:pt x="94" y="103"/>
                  </a:lnTo>
                  <a:lnTo>
                    <a:pt x="93" y="98"/>
                  </a:lnTo>
                  <a:lnTo>
                    <a:pt x="91" y="94"/>
                  </a:lnTo>
                  <a:lnTo>
                    <a:pt x="86" y="92"/>
                  </a:lnTo>
                  <a:lnTo>
                    <a:pt x="84" y="93"/>
                  </a:lnTo>
                  <a:lnTo>
                    <a:pt x="81" y="94"/>
                  </a:lnTo>
                  <a:lnTo>
                    <a:pt x="77" y="93"/>
                  </a:lnTo>
                  <a:lnTo>
                    <a:pt x="74" y="93"/>
                  </a:lnTo>
                  <a:lnTo>
                    <a:pt x="71" y="94"/>
                  </a:lnTo>
                  <a:lnTo>
                    <a:pt x="68" y="92"/>
                  </a:lnTo>
                  <a:lnTo>
                    <a:pt x="63" y="90"/>
                  </a:lnTo>
                  <a:lnTo>
                    <a:pt x="64" y="88"/>
                  </a:lnTo>
                  <a:lnTo>
                    <a:pt x="65" y="86"/>
                  </a:lnTo>
                  <a:lnTo>
                    <a:pt x="64" y="84"/>
                  </a:lnTo>
                  <a:lnTo>
                    <a:pt x="64" y="82"/>
                  </a:lnTo>
                  <a:lnTo>
                    <a:pt x="65" y="80"/>
                  </a:lnTo>
                  <a:lnTo>
                    <a:pt x="62" y="78"/>
                  </a:lnTo>
                  <a:lnTo>
                    <a:pt x="62" y="76"/>
                  </a:lnTo>
                  <a:lnTo>
                    <a:pt x="62" y="74"/>
                  </a:lnTo>
                  <a:lnTo>
                    <a:pt x="60" y="72"/>
                  </a:lnTo>
                  <a:lnTo>
                    <a:pt x="57" y="71"/>
                  </a:lnTo>
                  <a:lnTo>
                    <a:pt x="52" y="70"/>
                  </a:lnTo>
                  <a:lnTo>
                    <a:pt x="50" y="67"/>
                  </a:lnTo>
                  <a:lnTo>
                    <a:pt x="48" y="66"/>
                  </a:lnTo>
                  <a:lnTo>
                    <a:pt x="43" y="63"/>
                  </a:lnTo>
                  <a:lnTo>
                    <a:pt x="40" y="62"/>
                  </a:lnTo>
                  <a:lnTo>
                    <a:pt x="39" y="62"/>
                  </a:lnTo>
                  <a:lnTo>
                    <a:pt x="35" y="64"/>
                  </a:lnTo>
                  <a:lnTo>
                    <a:pt x="37" y="66"/>
                  </a:lnTo>
                  <a:lnTo>
                    <a:pt x="38" y="70"/>
                  </a:lnTo>
                  <a:lnTo>
                    <a:pt x="34" y="67"/>
                  </a:lnTo>
                  <a:lnTo>
                    <a:pt x="32" y="67"/>
                  </a:lnTo>
                  <a:lnTo>
                    <a:pt x="31" y="69"/>
                  </a:lnTo>
                  <a:lnTo>
                    <a:pt x="29" y="72"/>
                  </a:lnTo>
                  <a:lnTo>
                    <a:pt x="28" y="73"/>
                  </a:lnTo>
                  <a:lnTo>
                    <a:pt x="23" y="73"/>
                  </a:lnTo>
                  <a:lnTo>
                    <a:pt x="19" y="76"/>
                  </a:lnTo>
                  <a:lnTo>
                    <a:pt x="16" y="79"/>
                  </a:lnTo>
                  <a:lnTo>
                    <a:pt x="15" y="85"/>
                  </a:lnTo>
                  <a:lnTo>
                    <a:pt x="18" y="89"/>
                  </a:lnTo>
                  <a:lnTo>
                    <a:pt x="17" y="92"/>
                  </a:lnTo>
                  <a:lnTo>
                    <a:pt x="7" y="92"/>
                  </a:lnTo>
                  <a:lnTo>
                    <a:pt x="0" y="92"/>
                  </a:lnTo>
                  <a:lnTo>
                    <a:pt x="0" y="13"/>
                  </a:lnTo>
                  <a:lnTo>
                    <a:pt x="40" y="0"/>
                  </a:lnTo>
                  <a:lnTo>
                    <a:pt x="80" y="30"/>
                  </a:lnTo>
                  <a:lnTo>
                    <a:pt x="94" y="46"/>
                  </a:lnTo>
                  <a:lnTo>
                    <a:pt x="112" y="43"/>
                  </a:lnTo>
                  <a:lnTo>
                    <a:pt x="132" y="45"/>
                  </a:lnTo>
                  <a:lnTo>
                    <a:pt x="139" y="41"/>
                  </a:lnTo>
                  <a:lnTo>
                    <a:pt x="145" y="47"/>
                  </a:lnTo>
                  <a:lnTo>
                    <a:pt x="149" y="50"/>
                  </a:lnTo>
                  <a:lnTo>
                    <a:pt x="153" y="60"/>
                  </a:lnTo>
                  <a:lnTo>
                    <a:pt x="158" y="56"/>
                  </a:lnTo>
                  <a:lnTo>
                    <a:pt x="158" y="66"/>
                  </a:lnTo>
                  <a:lnTo>
                    <a:pt x="156" y="70"/>
                  </a:lnTo>
                  <a:lnTo>
                    <a:pt x="157" y="77"/>
                  </a:lnTo>
                  <a:lnTo>
                    <a:pt x="164" y="77"/>
                  </a:lnTo>
                  <a:lnTo>
                    <a:pt x="165" y="85"/>
                  </a:lnTo>
                  <a:lnTo>
                    <a:pt x="168" y="95"/>
                  </a:lnTo>
                  <a:lnTo>
                    <a:pt x="171" y="95"/>
                  </a:lnTo>
                  <a:lnTo>
                    <a:pt x="176" y="95"/>
                  </a:lnTo>
                  <a:lnTo>
                    <a:pt x="183" y="94"/>
                  </a:lnTo>
                  <a:lnTo>
                    <a:pt x="186" y="94"/>
                  </a:lnTo>
                  <a:lnTo>
                    <a:pt x="189" y="97"/>
                  </a:lnTo>
                  <a:lnTo>
                    <a:pt x="189" y="100"/>
                  </a:lnTo>
                  <a:lnTo>
                    <a:pt x="189" y="103"/>
                  </a:lnTo>
                  <a:lnTo>
                    <a:pt x="192" y="106"/>
                  </a:lnTo>
                  <a:lnTo>
                    <a:pt x="196" y="106"/>
                  </a:lnTo>
                  <a:lnTo>
                    <a:pt x="197" y="104"/>
                  </a:lnTo>
                  <a:lnTo>
                    <a:pt x="196" y="100"/>
                  </a:lnTo>
                  <a:lnTo>
                    <a:pt x="200" y="96"/>
                  </a:lnTo>
                  <a:lnTo>
                    <a:pt x="203" y="94"/>
                  </a:lnTo>
                  <a:lnTo>
                    <a:pt x="204" y="90"/>
                  </a:lnTo>
                  <a:lnTo>
                    <a:pt x="207" y="88"/>
                  </a:lnTo>
                  <a:lnTo>
                    <a:pt x="213" y="85"/>
                  </a:lnTo>
                  <a:lnTo>
                    <a:pt x="218" y="83"/>
                  </a:lnTo>
                  <a:lnTo>
                    <a:pt x="222" y="78"/>
                  </a:lnTo>
                  <a:lnTo>
                    <a:pt x="225" y="76"/>
                  </a:lnTo>
                  <a:lnTo>
                    <a:pt x="226" y="75"/>
                  </a:lnTo>
                  <a:lnTo>
                    <a:pt x="228" y="76"/>
                  </a:lnTo>
                  <a:lnTo>
                    <a:pt x="231" y="73"/>
                  </a:lnTo>
                  <a:lnTo>
                    <a:pt x="233" y="73"/>
                  </a:lnTo>
                  <a:lnTo>
                    <a:pt x="235" y="71"/>
                  </a:lnTo>
                  <a:lnTo>
                    <a:pt x="239" y="74"/>
                  </a:lnTo>
                  <a:lnTo>
                    <a:pt x="236" y="75"/>
                  </a:lnTo>
                  <a:lnTo>
                    <a:pt x="233" y="77"/>
                  </a:lnTo>
                  <a:lnTo>
                    <a:pt x="232" y="77"/>
                  </a:lnTo>
                  <a:lnTo>
                    <a:pt x="231" y="79"/>
                  </a:lnTo>
                  <a:lnTo>
                    <a:pt x="229" y="80"/>
                  </a:lnTo>
                  <a:lnTo>
                    <a:pt x="227" y="81"/>
                  </a:lnTo>
                  <a:lnTo>
                    <a:pt x="225" y="83"/>
                  </a:lnTo>
                  <a:lnTo>
                    <a:pt x="223" y="86"/>
                  </a:lnTo>
                  <a:lnTo>
                    <a:pt x="222" y="86"/>
                  </a:lnTo>
                  <a:lnTo>
                    <a:pt x="221" y="88"/>
                  </a:lnTo>
                  <a:lnTo>
                    <a:pt x="224" y="88"/>
                  </a:lnTo>
                  <a:lnTo>
                    <a:pt x="225" y="89"/>
                  </a:lnTo>
                  <a:lnTo>
                    <a:pt x="226" y="90"/>
                  </a:lnTo>
                  <a:lnTo>
                    <a:pt x="229" y="89"/>
                  </a:lnTo>
                  <a:lnTo>
                    <a:pt x="230" y="91"/>
                  </a:lnTo>
                  <a:lnTo>
                    <a:pt x="231" y="92"/>
                  </a:lnTo>
                  <a:lnTo>
                    <a:pt x="234" y="95"/>
                  </a:lnTo>
                  <a:lnTo>
                    <a:pt x="238" y="95"/>
                  </a:lnTo>
                  <a:lnTo>
                    <a:pt x="240" y="95"/>
                  </a:lnTo>
                  <a:lnTo>
                    <a:pt x="241" y="91"/>
                  </a:lnTo>
                  <a:lnTo>
                    <a:pt x="242" y="92"/>
                  </a:lnTo>
                  <a:lnTo>
                    <a:pt x="244" y="90"/>
                  </a:lnTo>
                  <a:lnTo>
                    <a:pt x="244" y="88"/>
                  </a:lnTo>
                  <a:lnTo>
                    <a:pt x="245" y="89"/>
                  </a:lnTo>
                  <a:lnTo>
                    <a:pt x="247" y="91"/>
                  </a:lnTo>
                  <a:lnTo>
                    <a:pt x="248" y="93"/>
                  </a:lnTo>
                  <a:lnTo>
                    <a:pt x="248" y="94"/>
                  </a:lnTo>
                  <a:lnTo>
                    <a:pt x="251" y="95"/>
                  </a:lnTo>
                  <a:lnTo>
                    <a:pt x="252" y="94"/>
                  </a:lnTo>
                  <a:lnTo>
                    <a:pt x="253" y="97"/>
                  </a:lnTo>
                  <a:lnTo>
                    <a:pt x="253" y="98"/>
                  </a:lnTo>
                  <a:lnTo>
                    <a:pt x="256" y="97"/>
                  </a:lnTo>
                  <a:lnTo>
                    <a:pt x="257" y="99"/>
                  </a:lnTo>
                  <a:lnTo>
                    <a:pt x="259" y="101"/>
                  </a:lnTo>
                  <a:lnTo>
                    <a:pt x="263" y="101"/>
                  </a:lnTo>
                  <a:lnTo>
                    <a:pt x="266" y="102"/>
                  </a:lnTo>
                  <a:lnTo>
                    <a:pt x="268" y="103"/>
                  </a:lnTo>
                  <a:lnTo>
                    <a:pt x="264" y="105"/>
                  </a:lnTo>
                  <a:lnTo>
                    <a:pt x="263" y="106"/>
                  </a:lnTo>
                  <a:lnTo>
                    <a:pt x="261" y="107"/>
                  </a:lnTo>
                  <a:lnTo>
                    <a:pt x="257" y="107"/>
                  </a:lnTo>
                  <a:lnTo>
                    <a:pt x="256" y="106"/>
                  </a:lnTo>
                  <a:lnTo>
                    <a:pt x="256" y="108"/>
                  </a:lnTo>
                  <a:lnTo>
                    <a:pt x="256" y="110"/>
                  </a:lnTo>
                  <a:lnTo>
                    <a:pt x="254" y="110"/>
                  </a:lnTo>
                  <a:lnTo>
                    <a:pt x="253" y="110"/>
                  </a:lnTo>
                  <a:lnTo>
                    <a:pt x="250" y="112"/>
                  </a:lnTo>
                  <a:lnTo>
                    <a:pt x="249" y="114"/>
                  </a:lnTo>
                  <a:lnTo>
                    <a:pt x="247" y="114"/>
                  </a:lnTo>
                  <a:lnTo>
                    <a:pt x="245" y="116"/>
                  </a:lnTo>
                  <a:lnTo>
                    <a:pt x="244" y="115"/>
                  </a:lnTo>
                  <a:lnTo>
                    <a:pt x="241" y="114"/>
                  </a:lnTo>
                  <a:lnTo>
                    <a:pt x="240" y="113"/>
                  </a:lnTo>
                  <a:lnTo>
                    <a:pt x="238" y="113"/>
                  </a:lnTo>
                  <a:lnTo>
                    <a:pt x="236" y="114"/>
                  </a:lnTo>
                  <a:lnTo>
                    <a:pt x="234" y="113"/>
                  </a:lnTo>
                  <a:lnTo>
                    <a:pt x="234" y="114"/>
                  </a:lnTo>
                  <a:lnTo>
                    <a:pt x="231" y="114"/>
                  </a:lnTo>
                  <a:lnTo>
                    <a:pt x="228" y="114"/>
                  </a:lnTo>
                  <a:lnTo>
                    <a:pt x="227" y="112"/>
                  </a:lnTo>
                  <a:lnTo>
                    <a:pt x="225" y="111"/>
                  </a:lnTo>
                  <a:lnTo>
                    <a:pt x="224" y="109"/>
                  </a:lnTo>
                  <a:lnTo>
                    <a:pt x="226" y="108"/>
                  </a:lnTo>
                  <a:lnTo>
                    <a:pt x="229" y="105"/>
                  </a:lnTo>
                  <a:lnTo>
                    <a:pt x="230" y="103"/>
                  </a:lnTo>
                  <a:lnTo>
                    <a:pt x="228" y="101"/>
                  </a:lnTo>
                  <a:lnTo>
                    <a:pt x="225" y="97"/>
                  </a:lnTo>
                  <a:lnTo>
                    <a:pt x="224" y="99"/>
                  </a:lnTo>
                  <a:lnTo>
                    <a:pt x="221" y="103"/>
                  </a:lnTo>
                  <a:lnTo>
                    <a:pt x="216" y="105"/>
                  </a:lnTo>
                  <a:lnTo>
                    <a:pt x="214" y="106"/>
                  </a:lnTo>
                  <a:lnTo>
                    <a:pt x="212" y="104"/>
                  </a:lnTo>
                  <a:lnTo>
                    <a:pt x="211" y="102"/>
                  </a:lnTo>
                  <a:lnTo>
                    <a:pt x="209" y="102"/>
                  </a:lnTo>
                  <a:lnTo>
                    <a:pt x="209" y="105"/>
                  </a:lnTo>
                  <a:lnTo>
                    <a:pt x="207" y="107"/>
                  </a:lnTo>
                  <a:lnTo>
                    <a:pt x="208" y="110"/>
                  </a:lnTo>
                  <a:lnTo>
                    <a:pt x="208" y="113"/>
                  </a:lnTo>
                  <a:lnTo>
                    <a:pt x="207" y="115"/>
                  </a:lnTo>
                  <a:lnTo>
                    <a:pt x="204" y="114"/>
                  </a:lnTo>
                  <a:lnTo>
                    <a:pt x="200" y="115"/>
                  </a:lnTo>
                  <a:lnTo>
                    <a:pt x="196" y="115"/>
                  </a:lnTo>
                  <a:lnTo>
                    <a:pt x="198" y="117"/>
                  </a:lnTo>
                  <a:lnTo>
                    <a:pt x="202" y="116"/>
                  </a:lnTo>
                  <a:lnTo>
                    <a:pt x="203" y="117"/>
                  </a:lnTo>
                  <a:lnTo>
                    <a:pt x="201" y="118"/>
                  </a:lnTo>
                  <a:lnTo>
                    <a:pt x="200" y="118"/>
                  </a:lnTo>
                  <a:lnTo>
                    <a:pt x="199" y="121"/>
                  </a:lnTo>
                  <a:lnTo>
                    <a:pt x="198" y="121"/>
                  </a:lnTo>
                  <a:lnTo>
                    <a:pt x="196" y="123"/>
                  </a:lnTo>
                  <a:lnTo>
                    <a:pt x="196" y="127"/>
                  </a:lnTo>
                  <a:lnTo>
                    <a:pt x="194" y="128"/>
                  </a:lnTo>
                  <a:lnTo>
                    <a:pt x="186" y="127"/>
                  </a:lnTo>
                  <a:lnTo>
                    <a:pt x="182" y="126"/>
                  </a:lnTo>
                  <a:lnTo>
                    <a:pt x="179" y="129"/>
                  </a:lnTo>
                  <a:lnTo>
                    <a:pt x="178" y="133"/>
                  </a:lnTo>
                  <a:lnTo>
                    <a:pt x="180" y="136"/>
                  </a:lnTo>
                  <a:lnTo>
                    <a:pt x="182" y="137"/>
                  </a:lnTo>
                  <a:lnTo>
                    <a:pt x="183" y="139"/>
                  </a:lnTo>
                  <a:lnTo>
                    <a:pt x="186" y="139"/>
                  </a:lnTo>
                  <a:lnTo>
                    <a:pt x="189" y="139"/>
                  </a:lnTo>
                  <a:lnTo>
                    <a:pt x="190" y="141"/>
                  </a:lnTo>
                  <a:lnTo>
                    <a:pt x="189" y="143"/>
                  </a:lnTo>
                  <a:lnTo>
                    <a:pt x="189" y="147"/>
                  </a:lnTo>
                  <a:lnTo>
                    <a:pt x="189" y="151"/>
                  </a:lnTo>
                  <a:lnTo>
                    <a:pt x="193" y="154"/>
                  </a:lnTo>
                  <a:lnTo>
                    <a:pt x="194" y="156"/>
                  </a:lnTo>
                  <a:lnTo>
                    <a:pt x="193" y="158"/>
                  </a:lnTo>
                  <a:lnTo>
                    <a:pt x="189" y="162"/>
                  </a:lnTo>
                  <a:lnTo>
                    <a:pt x="187" y="166"/>
                  </a:lnTo>
                  <a:lnTo>
                    <a:pt x="184" y="169"/>
                  </a:lnTo>
                  <a:lnTo>
                    <a:pt x="185" y="173"/>
                  </a:lnTo>
                  <a:lnTo>
                    <a:pt x="182" y="18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6" name="Freeform 15">
              <a:extLst>
                <a:ext uri="{FF2B5EF4-FFF2-40B4-BE49-F238E27FC236}">
                  <a16:creationId xmlns:a16="http://schemas.microsoft.com/office/drawing/2014/main" id="{CD612AC8-40DD-6AED-BF9B-0C1892AC2D35}"/>
                </a:ext>
              </a:extLst>
            </p:cNvPr>
            <p:cNvSpPr>
              <a:spLocks/>
            </p:cNvSpPr>
            <p:nvPr/>
          </p:nvSpPr>
          <p:spPr bwMode="gray">
            <a:xfrm>
              <a:off x="3554008" y="3613518"/>
              <a:ext cx="379127" cy="257326"/>
            </a:xfrm>
            <a:custGeom>
              <a:avLst/>
              <a:gdLst>
                <a:gd name="T0" fmla="*/ 133 w 221"/>
                <a:gd name="T1" fmla="*/ 133 h 150"/>
                <a:gd name="T2" fmla="*/ 121 w 221"/>
                <a:gd name="T3" fmla="*/ 124 h 150"/>
                <a:gd name="T4" fmla="*/ 95 w 221"/>
                <a:gd name="T5" fmla="*/ 104 h 150"/>
                <a:gd name="T6" fmla="*/ 75 w 221"/>
                <a:gd name="T7" fmla="*/ 97 h 150"/>
                <a:gd name="T8" fmla="*/ 59 w 221"/>
                <a:gd name="T9" fmla="*/ 93 h 150"/>
                <a:gd name="T10" fmla="*/ 43 w 221"/>
                <a:gd name="T11" fmla="*/ 96 h 150"/>
                <a:gd name="T12" fmla="*/ 29 w 221"/>
                <a:gd name="T13" fmla="*/ 109 h 150"/>
                <a:gd name="T14" fmla="*/ 21 w 221"/>
                <a:gd name="T15" fmla="*/ 101 h 150"/>
                <a:gd name="T16" fmla="*/ 21 w 221"/>
                <a:gd name="T17" fmla="*/ 86 h 150"/>
                <a:gd name="T18" fmla="*/ 23 w 221"/>
                <a:gd name="T19" fmla="*/ 77 h 150"/>
                <a:gd name="T20" fmla="*/ 17 w 221"/>
                <a:gd name="T21" fmla="*/ 71 h 150"/>
                <a:gd name="T22" fmla="*/ 10 w 221"/>
                <a:gd name="T23" fmla="*/ 71 h 150"/>
                <a:gd name="T24" fmla="*/ 12 w 221"/>
                <a:gd name="T25" fmla="*/ 67 h 150"/>
                <a:gd name="T26" fmla="*/ 19 w 221"/>
                <a:gd name="T27" fmla="*/ 66 h 150"/>
                <a:gd name="T28" fmla="*/ 16 w 221"/>
                <a:gd name="T29" fmla="*/ 59 h 150"/>
                <a:gd name="T30" fmla="*/ 9 w 221"/>
                <a:gd name="T31" fmla="*/ 58 h 150"/>
                <a:gd name="T32" fmla="*/ 4 w 221"/>
                <a:gd name="T33" fmla="*/ 53 h 150"/>
                <a:gd name="T34" fmla="*/ 6 w 221"/>
                <a:gd name="T35" fmla="*/ 43 h 150"/>
                <a:gd name="T36" fmla="*/ 9 w 221"/>
                <a:gd name="T37" fmla="*/ 39 h 150"/>
                <a:gd name="T38" fmla="*/ 16 w 221"/>
                <a:gd name="T39" fmla="*/ 42 h 150"/>
                <a:gd name="T40" fmla="*/ 18 w 221"/>
                <a:gd name="T41" fmla="*/ 39 h 150"/>
                <a:gd name="T42" fmla="*/ 24 w 221"/>
                <a:gd name="T43" fmla="*/ 43 h 150"/>
                <a:gd name="T44" fmla="*/ 29 w 221"/>
                <a:gd name="T45" fmla="*/ 42 h 150"/>
                <a:gd name="T46" fmla="*/ 30 w 221"/>
                <a:gd name="T47" fmla="*/ 40 h 150"/>
                <a:gd name="T48" fmla="*/ 35 w 221"/>
                <a:gd name="T49" fmla="*/ 37 h 150"/>
                <a:gd name="T50" fmla="*/ 24 w 221"/>
                <a:gd name="T51" fmla="*/ 27 h 150"/>
                <a:gd name="T52" fmla="*/ 23 w 221"/>
                <a:gd name="T53" fmla="*/ 16 h 150"/>
                <a:gd name="T54" fmla="*/ 14 w 221"/>
                <a:gd name="T55" fmla="*/ 14 h 150"/>
                <a:gd name="T56" fmla="*/ 6 w 221"/>
                <a:gd name="T57" fmla="*/ 20 h 150"/>
                <a:gd name="T58" fmla="*/ 6 w 221"/>
                <a:gd name="T59" fmla="*/ 31 h 150"/>
                <a:gd name="T60" fmla="*/ 2 w 221"/>
                <a:gd name="T61" fmla="*/ 24 h 150"/>
                <a:gd name="T62" fmla="*/ 10 w 221"/>
                <a:gd name="T63" fmla="*/ 12 h 150"/>
                <a:gd name="T64" fmla="*/ 34 w 221"/>
                <a:gd name="T65" fmla="*/ 14 h 150"/>
                <a:gd name="T66" fmla="*/ 48 w 221"/>
                <a:gd name="T67" fmla="*/ 31 h 150"/>
                <a:gd name="T68" fmla="*/ 62 w 221"/>
                <a:gd name="T69" fmla="*/ 30 h 150"/>
                <a:gd name="T70" fmla="*/ 71 w 221"/>
                <a:gd name="T71" fmla="*/ 17 h 150"/>
                <a:gd name="T72" fmla="*/ 84 w 221"/>
                <a:gd name="T73" fmla="*/ 10 h 150"/>
                <a:gd name="T74" fmla="*/ 93 w 221"/>
                <a:gd name="T75" fmla="*/ 8 h 150"/>
                <a:gd name="T76" fmla="*/ 95 w 221"/>
                <a:gd name="T77" fmla="*/ 0 h 150"/>
                <a:gd name="T78" fmla="*/ 107 w 221"/>
                <a:gd name="T79" fmla="*/ 8 h 150"/>
                <a:gd name="T80" fmla="*/ 117 w 221"/>
                <a:gd name="T81" fmla="*/ 14 h 150"/>
                <a:gd name="T82" fmla="*/ 119 w 221"/>
                <a:gd name="T83" fmla="*/ 22 h 150"/>
                <a:gd name="T84" fmla="*/ 123 w 221"/>
                <a:gd name="T85" fmla="*/ 30 h 150"/>
                <a:gd name="T86" fmla="*/ 136 w 221"/>
                <a:gd name="T87" fmla="*/ 32 h 150"/>
                <a:gd name="T88" fmla="*/ 148 w 221"/>
                <a:gd name="T89" fmla="*/ 36 h 150"/>
                <a:gd name="T90" fmla="*/ 155 w 221"/>
                <a:gd name="T91" fmla="*/ 53 h 150"/>
                <a:gd name="T92" fmla="*/ 176 w 221"/>
                <a:gd name="T93" fmla="*/ 74 h 150"/>
                <a:gd name="T94" fmla="*/ 196 w 221"/>
                <a:gd name="T95" fmla="*/ 85 h 150"/>
                <a:gd name="T96" fmla="*/ 214 w 221"/>
                <a:gd name="T97" fmla="*/ 93 h 150"/>
                <a:gd name="T98" fmla="*/ 220 w 221"/>
                <a:gd name="T99" fmla="*/ 101 h 150"/>
                <a:gd name="T100" fmla="*/ 205 w 221"/>
                <a:gd name="T101" fmla="*/ 107 h 150"/>
                <a:gd name="T102" fmla="*/ 188 w 221"/>
                <a:gd name="T103" fmla="*/ 121 h 150"/>
                <a:gd name="T104" fmla="*/ 168 w 221"/>
                <a:gd name="T105" fmla="*/ 139 h 150"/>
                <a:gd name="T106" fmla="*/ 162 w 221"/>
                <a:gd name="T107" fmla="*/ 148 h 150"/>
                <a:gd name="T108" fmla="*/ 143 w 221"/>
                <a:gd name="T109" fmla="*/ 147 h 15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21"/>
                <a:gd name="T166" fmla="*/ 0 h 150"/>
                <a:gd name="T167" fmla="*/ 221 w 221"/>
                <a:gd name="T168" fmla="*/ 150 h 15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21" h="150">
                  <a:moveTo>
                    <a:pt x="135" y="144"/>
                  </a:moveTo>
                  <a:lnTo>
                    <a:pt x="134" y="144"/>
                  </a:lnTo>
                  <a:lnTo>
                    <a:pt x="133" y="138"/>
                  </a:lnTo>
                  <a:lnTo>
                    <a:pt x="133" y="133"/>
                  </a:lnTo>
                  <a:lnTo>
                    <a:pt x="133" y="126"/>
                  </a:lnTo>
                  <a:lnTo>
                    <a:pt x="131" y="124"/>
                  </a:lnTo>
                  <a:lnTo>
                    <a:pt x="126" y="124"/>
                  </a:lnTo>
                  <a:lnTo>
                    <a:pt x="121" y="124"/>
                  </a:lnTo>
                  <a:lnTo>
                    <a:pt x="116" y="120"/>
                  </a:lnTo>
                  <a:lnTo>
                    <a:pt x="104" y="108"/>
                  </a:lnTo>
                  <a:lnTo>
                    <a:pt x="99" y="105"/>
                  </a:lnTo>
                  <a:lnTo>
                    <a:pt x="95" y="104"/>
                  </a:lnTo>
                  <a:lnTo>
                    <a:pt x="92" y="103"/>
                  </a:lnTo>
                  <a:lnTo>
                    <a:pt x="86" y="103"/>
                  </a:lnTo>
                  <a:lnTo>
                    <a:pt x="80" y="100"/>
                  </a:lnTo>
                  <a:lnTo>
                    <a:pt x="75" y="97"/>
                  </a:lnTo>
                  <a:lnTo>
                    <a:pt x="72" y="93"/>
                  </a:lnTo>
                  <a:lnTo>
                    <a:pt x="65" y="92"/>
                  </a:lnTo>
                  <a:lnTo>
                    <a:pt x="61" y="92"/>
                  </a:lnTo>
                  <a:lnTo>
                    <a:pt x="59" y="93"/>
                  </a:lnTo>
                  <a:lnTo>
                    <a:pt x="55" y="96"/>
                  </a:lnTo>
                  <a:lnTo>
                    <a:pt x="53" y="96"/>
                  </a:lnTo>
                  <a:lnTo>
                    <a:pt x="48" y="96"/>
                  </a:lnTo>
                  <a:lnTo>
                    <a:pt x="43" y="96"/>
                  </a:lnTo>
                  <a:lnTo>
                    <a:pt x="40" y="98"/>
                  </a:lnTo>
                  <a:lnTo>
                    <a:pt x="37" y="101"/>
                  </a:lnTo>
                  <a:lnTo>
                    <a:pt x="33" y="106"/>
                  </a:lnTo>
                  <a:lnTo>
                    <a:pt x="29" y="109"/>
                  </a:lnTo>
                  <a:lnTo>
                    <a:pt x="25" y="110"/>
                  </a:lnTo>
                  <a:lnTo>
                    <a:pt x="23" y="110"/>
                  </a:lnTo>
                  <a:lnTo>
                    <a:pt x="22" y="107"/>
                  </a:lnTo>
                  <a:lnTo>
                    <a:pt x="21" y="101"/>
                  </a:lnTo>
                  <a:lnTo>
                    <a:pt x="20" y="97"/>
                  </a:lnTo>
                  <a:lnTo>
                    <a:pt x="21" y="94"/>
                  </a:lnTo>
                  <a:lnTo>
                    <a:pt x="21" y="90"/>
                  </a:lnTo>
                  <a:lnTo>
                    <a:pt x="21" y="86"/>
                  </a:lnTo>
                  <a:lnTo>
                    <a:pt x="22" y="84"/>
                  </a:lnTo>
                  <a:lnTo>
                    <a:pt x="23" y="81"/>
                  </a:lnTo>
                  <a:lnTo>
                    <a:pt x="23" y="79"/>
                  </a:lnTo>
                  <a:lnTo>
                    <a:pt x="23" y="77"/>
                  </a:lnTo>
                  <a:lnTo>
                    <a:pt x="21" y="76"/>
                  </a:lnTo>
                  <a:lnTo>
                    <a:pt x="19" y="74"/>
                  </a:lnTo>
                  <a:lnTo>
                    <a:pt x="17" y="72"/>
                  </a:lnTo>
                  <a:lnTo>
                    <a:pt x="17" y="71"/>
                  </a:lnTo>
                  <a:lnTo>
                    <a:pt x="16" y="71"/>
                  </a:lnTo>
                  <a:lnTo>
                    <a:pt x="14" y="71"/>
                  </a:lnTo>
                  <a:lnTo>
                    <a:pt x="12" y="70"/>
                  </a:lnTo>
                  <a:lnTo>
                    <a:pt x="10" y="71"/>
                  </a:lnTo>
                  <a:lnTo>
                    <a:pt x="10" y="69"/>
                  </a:lnTo>
                  <a:lnTo>
                    <a:pt x="10" y="68"/>
                  </a:lnTo>
                  <a:lnTo>
                    <a:pt x="11" y="66"/>
                  </a:lnTo>
                  <a:lnTo>
                    <a:pt x="12" y="67"/>
                  </a:lnTo>
                  <a:lnTo>
                    <a:pt x="15" y="66"/>
                  </a:lnTo>
                  <a:lnTo>
                    <a:pt x="18" y="67"/>
                  </a:lnTo>
                  <a:lnTo>
                    <a:pt x="19" y="67"/>
                  </a:lnTo>
                  <a:lnTo>
                    <a:pt x="19" y="66"/>
                  </a:lnTo>
                  <a:lnTo>
                    <a:pt x="17" y="64"/>
                  </a:lnTo>
                  <a:lnTo>
                    <a:pt x="15" y="64"/>
                  </a:lnTo>
                  <a:lnTo>
                    <a:pt x="14" y="61"/>
                  </a:lnTo>
                  <a:lnTo>
                    <a:pt x="16" y="59"/>
                  </a:lnTo>
                  <a:lnTo>
                    <a:pt x="17" y="58"/>
                  </a:lnTo>
                  <a:lnTo>
                    <a:pt x="14" y="57"/>
                  </a:lnTo>
                  <a:lnTo>
                    <a:pt x="12" y="58"/>
                  </a:lnTo>
                  <a:lnTo>
                    <a:pt x="9" y="58"/>
                  </a:lnTo>
                  <a:lnTo>
                    <a:pt x="7" y="57"/>
                  </a:lnTo>
                  <a:lnTo>
                    <a:pt x="6" y="59"/>
                  </a:lnTo>
                  <a:lnTo>
                    <a:pt x="5" y="56"/>
                  </a:lnTo>
                  <a:lnTo>
                    <a:pt x="4" y="53"/>
                  </a:lnTo>
                  <a:lnTo>
                    <a:pt x="4" y="50"/>
                  </a:lnTo>
                  <a:lnTo>
                    <a:pt x="4" y="47"/>
                  </a:lnTo>
                  <a:lnTo>
                    <a:pt x="5" y="45"/>
                  </a:lnTo>
                  <a:lnTo>
                    <a:pt x="6" y="43"/>
                  </a:lnTo>
                  <a:lnTo>
                    <a:pt x="6" y="40"/>
                  </a:lnTo>
                  <a:lnTo>
                    <a:pt x="7" y="38"/>
                  </a:lnTo>
                  <a:lnTo>
                    <a:pt x="7" y="35"/>
                  </a:lnTo>
                  <a:lnTo>
                    <a:pt x="9" y="39"/>
                  </a:lnTo>
                  <a:lnTo>
                    <a:pt x="9" y="40"/>
                  </a:lnTo>
                  <a:lnTo>
                    <a:pt x="10" y="41"/>
                  </a:lnTo>
                  <a:lnTo>
                    <a:pt x="13" y="41"/>
                  </a:lnTo>
                  <a:lnTo>
                    <a:pt x="16" y="42"/>
                  </a:lnTo>
                  <a:lnTo>
                    <a:pt x="17" y="40"/>
                  </a:lnTo>
                  <a:lnTo>
                    <a:pt x="17" y="39"/>
                  </a:lnTo>
                  <a:lnTo>
                    <a:pt x="18" y="39"/>
                  </a:lnTo>
                  <a:lnTo>
                    <a:pt x="19" y="42"/>
                  </a:lnTo>
                  <a:lnTo>
                    <a:pt x="20" y="44"/>
                  </a:lnTo>
                  <a:lnTo>
                    <a:pt x="22" y="44"/>
                  </a:lnTo>
                  <a:lnTo>
                    <a:pt x="24" y="43"/>
                  </a:lnTo>
                  <a:lnTo>
                    <a:pt x="25" y="42"/>
                  </a:lnTo>
                  <a:lnTo>
                    <a:pt x="27" y="43"/>
                  </a:lnTo>
                  <a:lnTo>
                    <a:pt x="28" y="44"/>
                  </a:lnTo>
                  <a:lnTo>
                    <a:pt x="29" y="42"/>
                  </a:lnTo>
                  <a:lnTo>
                    <a:pt x="28" y="41"/>
                  </a:lnTo>
                  <a:lnTo>
                    <a:pt x="28" y="39"/>
                  </a:lnTo>
                  <a:lnTo>
                    <a:pt x="29" y="38"/>
                  </a:lnTo>
                  <a:lnTo>
                    <a:pt x="30" y="40"/>
                  </a:lnTo>
                  <a:lnTo>
                    <a:pt x="32" y="40"/>
                  </a:lnTo>
                  <a:lnTo>
                    <a:pt x="33" y="40"/>
                  </a:lnTo>
                  <a:lnTo>
                    <a:pt x="35" y="39"/>
                  </a:lnTo>
                  <a:lnTo>
                    <a:pt x="35" y="37"/>
                  </a:lnTo>
                  <a:lnTo>
                    <a:pt x="34" y="34"/>
                  </a:lnTo>
                  <a:lnTo>
                    <a:pt x="31" y="31"/>
                  </a:lnTo>
                  <a:lnTo>
                    <a:pt x="28" y="29"/>
                  </a:lnTo>
                  <a:lnTo>
                    <a:pt x="24" y="27"/>
                  </a:lnTo>
                  <a:lnTo>
                    <a:pt x="24" y="24"/>
                  </a:lnTo>
                  <a:lnTo>
                    <a:pt x="24" y="20"/>
                  </a:lnTo>
                  <a:lnTo>
                    <a:pt x="23" y="19"/>
                  </a:lnTo>
                  <a:lnTo>
                    <a:pt x="23" y="16"/>
                  </a:lnTo>
                  <a:lnTo>
                    <a:pt x="23" y="14"/>
                  </a:lnTo>
                  <a:lnTo>
                    <a:pt x="22" y="14"/>
                  </a:lnTo>
                  <a:lnTo>
                    <a:pt x="18" y="13"/>
                  </a:lnTo>
                  <a:lnTo>
                    <a:pt x="14" y="14"/>
                  </a:lnTo>
                  <a:lnTo>
                    <a:pt x="10" y="14"/>
                  </a:lnTo>
                  <a:lnTo>
                    <a:pt x="7" y="15"/>
                  </a:lnTo>
                  <a:lnTo>
                    <a:pt x="6" y="17"/>
                  </a:lnTo>
                  <a:lnTo>
                    <a:pt x="6" y="20"/>
                  </a:lnTo>
                  <a:lnTo>
                    <a:pt x="7" y="22"/>
                  </a:lnTo>
                  <a:lnTo>
                    <a:pt x="6" y="25"/>
                  </a:lnTo>
                  <a:lnTo>
                    <a:pt x="6" y="29"/>
                  </a:lnTo>
                  <a:lnTo>
                    <a:pt x="6" y="31"/>
                  </a:lnTo>
                  <a:lnTo>
                    <a:pt x="6" y="34"/>
                  </a:lnTo>
                  <a:lnTo>
                    <a:pt x="4" y="29"/>
                  </a:lnTo>
                  <a:lnTo>
                    <a:pt x="2" y="26"/>
                  </a:lnTo>
                  <a:lnTo>
                    <a:pt x="2" y="24"/>
                  </a:lnTo>
                  <a:lnTo>
                    <a:pt x="2" y="22"/>
                  </a:lnTo>
                  <a:lnTo>
                    <a:pt x="0" y="21"/>
                  </a:lnTo>
                  <a:lnTo>
                    <a:pt x="3" y="16"/>
                  </a:lnTo>
                  <a:lnTo>
                    <a:pt x="10" y="12"/>
                  </a:lnTo>
                  <a:lnTo>
                    <a:pt x="19" y="9"/>
                  </a:lnTo>
                  <a:lnTo>
                    <a:pt x="26" y="8"/>
                  </a:lnTo>
                  <a:lnTo>
                    <a:pt x="29" y="10"/>
                  </a:lnTo>
                  <a:lnTo>
                    <a:pt x="34" y="14"/>
                  </a:lnTo>
                  <a:lnTo>
                    <a:pt x="38" y="17"/>
                  </a:lnTo>
                  <a:lnTo>
                    <a:pt x="40" y="22"/>
                  </a:lnTo>
                  <a:lnTo>
                    <a:pt x="45" y="29"/>
                  </a:lnTo>
                  <a:lnTo>
                    <a:pt x="48" y="31"/>
                  </a:lnTo>
                  <a:lnTo>
                    <a:pt x="51" y="30"/>
                  </a:lnTo>
                  <a:lnTo>
                    <a:pt x="53" y="29"/>
                  </a:lnTo>
                  <a:lnTo>
                    <a:pt x="55" y="30"/>
                  </a:lnTo>
                  <a:lnTo>
                    <a:pt x="62" y="30"/>
                  </a:lnTo>
                  <a:lnTo>
                    <a:pt x="72" y="30"/>
                  </a:lnTo>
                  <a:lnTo>
                    <a:pt x="73" y="27"/>
                  </a:lnTo>
                  <a:lnTo>
                    <a:pt x="70" y="23"/>
                  </a:lnTo>
                  <a:lnTo>
                    <a:pt x="71" y="17"/>
                  </a:lnTo>
                  <a:lnTo>
                    <a:pt x="74" y="14"/>
                  </a:lnTo>
                  <a:lnTo>
                    <a:pt x="78" y="11"/>
                  </a:lnTo>
                  <a:lnTo>
                    <a:pt x="83" y="11"/>
                  </a:lnTo>
                  <a:lnTo>
                    <a:pt x="84" y="10"/>
                  </a:lnTo>
                  <a:lnTo>
                    <a:pt x="86" y="7"/>
                  </a:lnTo>
                  <a:lnTo>
                    <a:pt x="87" y="5"/>
                  </a:lnTo>
                  <a:lnTo>
                    <a:pt x="89" y="5"/>
                  </a:lnTo>
                  <a:lnTo>
                    <a:pt x="93" y="8"/>
                  </a:lnTo>
                  <a:lnTo>
                    <a:pt x="92" y="4"/>
                  </a:lnTo>
                  <a:lnTo>
                    <a:pt x="90" y="2"/>
                  </a:lnTo>
                  <a:lnTo>
                    <a:pt x="94" y="0"/>
                  </a:lnTo>
                  <a:lnTo>
                    <a:pt x="95" y="0"/>
                  </a:lnTo>
                  <a:lnTo>
                    <a:pt x="98" y="1"/>
                  </a:lnTo>
                  <a:lnTo>
                    <a:pt x="103" y="4"/>
                  </a:lnTo>
                  <a:lnTo>
                    <a:pt x="105" y="5"/>
                  </a:lnTo>
                  <a:lnTo>
                    <a:pt x="107" y="8"/>
                  </a:lnTo>
                  <a:lnTo>
                    <a:pt x="112" y="9"/>
                  </a:lnTo>
                  <a:lnTo>
                    <a:pt x="115" y="10"/>
                  </a:lnTo>
                  <a:lnTo>
                    <a:pt x="117" y="12"/>
                  </a:lnTo>
                  <a:lnTo>
                    <a:pt x="117" y="14"/>
                  </a:lnTo>
                  <a:lnTo>
                    <a:pt x="117" y="16"/>
                  </a:lnTo>
                  <a:lnTo>
                    <a:pt x="120" y="18"/>
                  </a:lnTo>
                  <a:lnTo>
                    <a:pt x="119" y="20"/>
                  </a:lnTo>
                  <a:lnTo>
                    <a:pt x="119" y="22"/>
                  </a:lnTo>
                  <a:lnTo>
                    <a:pt x="120" y="24"/>
                  </a:lnTo>
                  <a:lnTo>
                    <a:pt x="119" y="26"/>
                  </a:lnTo>
                  <a:lnTo>
                    <a:pt x="118" y="28"/>
                  </a:lnTo>
                  <a:lnTo>
                    <a:pt x="123" y="30"/>
                  </a:lnTo>
                  <a:lnTo>
                    <a:pt x="126" y="32"/>
                  </a:lnTo>
                  <a:lnTo>
                    <a:pt x="129" y="31"/>
                  </a:lnTo>
                  <a:lnTo>
                    <a:pt x="132" y="31"/>
                  </a:lnTo>
                  <a:lnTo>
                    <a:pt x="136" y="32"/>
                  </a:lnTo>
                  <a:lnTo>
                    <a:pt x="139" y="31"/>
                  </a:lnTo>
                  <a:lnTo>
                    <a:pt x="141" y="30"/>
                  </a:lnTo>
                  <a:lnTo>
                    <a:pt x="146" y="32"/>
                  </a:lnTo>
                  <a:lnTo>
                    <a:pt x="148" y="36"/>
                  </a:lnTo>
                  <a:lnTo>
                    <a:pt x="149" y="41"/>
                  </a:lnTo>
                  <a:lnTo>
                    <a:pt x="152" y="47"/>
                  </a:lnTo>
                  <a:lnTo>
                    <a:pt x="154" y="48"/>
                  </a:lnTo>
                  <a:lnTo>
                    <a:pt x="155" y="53"/>
                  </a:lnTo>
                  <a:lnTo>
                    <a:pt x="155" y="55"/>
                  </a:lnTo>
                  <a:lnTo>
                    <a:pt x="165" y="64"/>
                  </a:lnTo>
                  <a:lnTo>
                    <a:pt x="174" y="70"/>
                  </a:lnTo>
                  <a:lnTo>
                    <a:pt x="176" y="74"/>
                  </a:lnTo>
                  <a:lnTo>
                    <a:pt x="183" y="78"/>
                  </a:lnTo>
                  <a:lnTo>
                    <a:pt x="185" y="77"/>
                  </a:lnTo>
                  <a:lnTo>
                    <a:pt x="192" y="83"/>
                  </a:lnTo>
                  <a:lnTo>
                    <a:pt x="196" y="85"/>
                  </a:lnTo>
                  <a:lnTo>
                    <a:pt x="204" y="90"/>
                  </a:lnTo>
                  <a:lnTo>
                    <a:pt x="206" y="92"/>
                  </a:lnTo>
                  <a:lnTo>
                    <a:pt x="210" y="92"/>
                  </a:lnTo>
                  <a:lnTo>
                    <a:pt x="214" y="93"/>
                  </a:lnTo>
                  <a:lnTo>
                    <a:pt x="218" y="96"/>
                  </a:lnTo>
                  <a:lnTo>
                    <a:pt x="221" y="97"/>
                  </a:lnTo>
                  <a:lnTo>
                    <a:pt x="220" y="99"/>
                  </a:lnTo>
                  <a:lnTo>
                    <a:pt x="220" y="101"/>
                  </a:lnTo>
                  <a:lnTo>
                    <a:pt x="220" y="105"/>
                  </a:lnTo>
                  <a:lnTo>
                    <a:pt x="219" y="112"/>
                  </a:lnTo>
                  <a:lnTo>
                    <a:pt x="209" y="110"/>
                  </a:lnTo>
                  <a:lnTo>
                    <a:pt x="205" y="107"/>
                  </a:lnTo>
                  <a:lnTo>
                    <a:pt x="202" y="110"/>
                  </a:lnTo>
                  <a:lnTo>
                    <a:pt x="199" y="112"/>
                  </a:lnTo>
                  <a:lnTo>
                    <a:pt x="191" y="114"/>
                  </a:lnTo>
                  <a:lnTo>
                    <a:pt x="188" y="121"/>
                  </a:lnTo>
                  <a:lnTo>
                    <a:pt x="187" y="130"/>
                  </a:lnTo>
                  <a:lnTo>
                    <a:pt x="186" y="131"/>
                  </a:lnTo>
                  <a:lnTo>
                    <a:pt x="182" y="133"/>
                  </a:lnTo>
                  <a:lnTo>
                    <a:pt x="168" y="139"/>
                  </a:lnTo>
                  <a:lnTo>
                    <a:pt x="164" y="140"/>
                  </a:lnTo>
                  <a:lnTo>
                    <a:pt x="163" y="142"/>
                  </a:lnTo>
                  <a:lnTo>
                    <a:pt x="163" y="146"/>
                  </a:lnTo>
                  <a:lnTo>
                    <a:pt x="162" y="148"/>
                  </a:lnTo>
                  <a:lnTo>
                    <a:pt x="158" y="150"/>
                  </a:lnTo>
                  <a:lnTo>
                    <a:pt x="154" y="150"/>
                  </a:lnTo>
                  <a:lnTo>
                    <a:pt x="150" y="150"/>
                  </a:lnTo>
                  <a:lnTo>
                    <a:pt x="143" y="147"/>
                  </a:lnTo>
                  <a:lnTo>
                    <a:pt x="136" y="145"/>
                  </a:lnTo>
                  <a:lnTo>
                    <a:pt x="135" y="144"/>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7" name="Freeform 16">
              <a:extLst>
                <a:ext uri="{FF2B5EF4-FFF2-40B4-BE49-F238E27FC236}">
                  <a16:creationId xmlns:a16="http://schemas.microsoft.com/office/drawing/2014/main" id="{E3C7F3E5-45C5-14FE-4BF9-A04634E728EB}"/>
                </a:ext>
              </a:extLst>
            </p:cNvPr>
            <p:cNvSpPr>
              <a:spLocks/>
            </p:cNvSpPr>
            <p:nvPr/>
          </p:nvSpPr>
          <p:spPr bwMode="gray">
            <a:xfrm>
              <a:off x="3554008" y="3613518"/>
              <a:ext cx="379127" cy="257326"/>
            </a:xfrm>
            <a:custGeom>
              <a:avLst/>
              <a:gdLst>
                <a:gd name="T0" fmla="*/ 133 w 221"/>
                <a:gd name="T1" fmla="*/ 133 h 150"/>
                <a:gd name="T2" fmla="*/ 121 w 221"/>
                <a:gd name="T3" fmla="*/ 124 h 150"/>
                <a:gd name="T4" fmla="*/ 95 w 221"/>
                <a:gd name="T5" fmla="*/ 104 h 150"/>
                <a:gd name="T6" fmla="*/ 75 w 221"/>
                <a:gd name="T7" fmla="*/ 97 h 150"/>
                <a:gd name="T8" fmla="*/ 59 w 221"/>
                <a:gd name="T9" fmla="*/ 93 h 150"/>
                <a:gd name="T10" fmla="*/ 43 w 221"/>
                <a:gd name="T11" fmla="*/ 96 h 150"/>
                <a:gd name="T12" fmla="*/ 29 w 221"/>
                <a:gd name="T13" fmla="*/ 109 h 150"/>
                <a:gd name="T14" fmla="*/ 21 w 221"/>
                <a:gd name="T15" fmla="*/ 101 h 150"/>
                <a:gd name="T16" fmla="*/ 21 w 221"/>
                <a:gd name="T17" fmla="*/ 86 h 150"/>
                <a:gd name="T18" fmla="*/ 23 w 221"/>
                <a:gd name="T19" fmla="*/ 77 h 150"/>
                <a:gd name="T20" fmla="*/ 17 w 221"/>
                <a:gd name="T21" fmla="*/ 71 h 150"/>
                <a:gd name="T22" fmla="*/ 10 w 221"/>
                <a:gd name="T23" fmla="*/ 71 h 150"/>
                <a:gd name="T24" fmla="*/ 12 w 221"/>
                <a:gd name="T25" fmla="*/ 67 h 150"/>
                <a:gd name="T26" fmla="*/ 19 w 221"/>
                <a:gd name="T27" fmla="*/ 66 h 150"/>
                <a:gd name="T28" fmla="*/ 16 w 221"/>
                <a:gd name="T29" fmla="*/ 59 h 150"/>
                <a:gd name="T30" fmla="*/ 9 w 221"/>
                <a:gd name="T31" fmla="*/ 58 h 150"/>
                <a:gd name="T32" fmla="*/ 4 w 221"/>
                <a:gd name="T33" fmla="*/ 53 h 150"/>
                <a:gd name="T34" fmla="*/ 6 w 221"/>
                <a:gd name="T35" fmla="*/ 43 h 150"/>
                <a:gd name="T36" fmla="*/ 9 w 221"/>
                <a:gd name="T37" fmla="*/ 39 h 150"/>
                <a:gd name="T38" fmla="*/ 16 w 221"/>
                <a:gd name="T39" fmla="*/ 42 h 150"/>
                <a:gd name="T40" fmla="*/ 18 w 221"/>
                <a:gd name="T41" fmla="*/ 39 h 150"/>
                <a:gd name="T42" fmla="*/ 24 w 221"/>
                <a:gd name="T43" fmla="*/ 43 h 150"/>
                <a:gd name="T44" fmla="*/ 29 w 221"/>
                <a:gd name="T45" fmla="*/ 42 h 150"/>
                <a:gd name="T46" fmla="*/ 30 w 221"/>
                <a:gd name="T47" fmla="*/ 40 h 150"/>
                <a:gd name="T48" fmla="*/ 35 w 221"/>
                <a:gd name="T49" fmla="*/ 37 h 150"/>
                <a:gd name="T50" fmla="*/ 24 w 221"/>
                <a:gd name="T51" fmla="*/ 27 h 150"/>
                <a:gd name="T52" fmla="*/ 23 w 221"/>
                <a:gd name="T53" fmla="*/ 16 h 150"/>
                <a:gd name="T54" fmla="*/ 14 w 221"/>
                <a:gd name="T55" fmla="*/ 14 h 150"/>
                <a:gd name="T56" fmla="*/ 6 w 221"/>
                <a:gd name="T57" fmla="*/ 20 h 150"/>
                <a:gd name="T58" fmla="*/ 6 w 221"/>
                <a:gd name="T59" fmla="*/ 31 h 150"/>
                <a:gd name="T60" fmla="*/ 2 w 221"/>
                <a:gd name="T61" fmla="*/ 24 h 150"/>
                <a:gd name="T62" fmla="*/ 10 w 221"/>
                <a:gd name="T63" fmla="*/ 12 h 150"/>
                <a:gd name="T64" fmla="*/ 34 w 221"/>
                <a:gd name="T65" fmla="*/ 14 h 150"/>
                <a:gd name="T66" fmla="*/ 48 w 221"/>
                <a:gd name="T67" fmla="*/ 31 h 150"/>
                <a:gd name="T68" fmla="*/ 62 w 221"/>
                <a:gd name="T69" fmla="*/ 30 h 150"/>
                <a:gd name="T70" fmla="*/ 71 w 221"/>
                <a:gd name="T71" fmla="*/ 17 h 150"/>
                <a:gd name="T72" fmla="*/ 84 w 221"/>
                <a:gd name="T73" fmla="*/ 10 h 150"/>
                <a:gd name="T74" fmla="*/ 93 w 221"/>
                <a:gd name="T75" fmla="*/ 8 h 150"/>
                <a:gd name="T76" fmla="*/ 95 w 221"/>
                <a:gd name="T77" fmla="*/ 0 h 150"/>
                <a:gd name="T78" fmla="*/ 107 w 221"/>
                <a:gd name="T79" fmla="*/ 8 h 150"/>
                <a:gd name="T80" fmla="*/ 117 w 221"/>
                <a:gd name="T81" fmla="*/ 14 h 150"/>
                <a:gd name="T82" fmla="*/ 119 w 221"/>
                <a:gd name="T83" fmla="*/ 22 h 150"/>
                <a:gd name="T84" fmla="*/ 123 w 221"/>
                <a:gd name="T85" fmla="*/ 30 h 150"/>
                <a:gd name="T86" fmla="*/ 136 w 221"/>
                <a:gd name="T87" fmla="*/ 32 h 150"/>
                <a:gd name="T88" fmla="*/ 148 w 221"/>
                <a:gd name="T89" fmla="*/ 36 h 150"/>
                <a:gd name="T90" fmla="*/ 155 w 221"/>
                <a:gd name="T91" fmla="*/ 53 h 150"/>
                <a:gd name="T92" fmla="*/ 176 w 221"/>
                <a:gd name="T93" fmla="*/ 74 h 150"/>
                <a:gd name="T94" fmla="*/ 196 w 221"/>
                <a:gd name="T95" fmla="*/ 85 h 150"/>
                <a:gd name="T96" fmla="*/ 214 w 221"/>
                <a:gd name="T97" fmla="*/ 93 h 150"/>
                <a:gd name="T98" fmla="*/ 220 w 221"/>
                <a:gd name="T99" fmla="*/ 101 h 150"/>
                <a:gd name="T100" fmla="*/ 205 w 221"/>
                <a:gd name="T101" fmla="*/ 107 h 150"/>
                <a:gd name="T102" fmla="*/ 188 w 221"/>
                <a:gd name="T103" fmla="*/ 121 h 150"/>
                <a:gd name="T104" fmla="*/ 168 w 221"/>
                <a:gd name="T105" fmla="*/ 139 h 150"/>
                <a:gd name="T106" fmla="*/ 162 w 221"/>
                <a:gd name="T107" fmla="*/ 148 h 150"/>
                <a:gd name="T108" fmla="*/ 143 w 221"/>
                <a:gd name="T109" fmla="*/ 147 h 15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21"/>
                <a:gd name="T166" fmla="*/ 0 h 150"/>
                <a:gd name="T167" fmla="*/ 221 w 221"/>
                <a:gd name="T168" fmla="*/ 150 h 15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21" h="150">
                  <a:moveTo>
                    <a:pt x="135" y="144"/>
                  </a:moveTo>
                  <a:lnTo>
                    <a:pt x="134" y="144"/>
                  </a:lnTo>
                  <a:lnTo>
                    <a:pt x="133" y="138"/>
                  </a:lnTo>
                  <a:lnTo>
                    <a:pt x="133" y="133"/>
                  </a:lnTo>
                  <a:lnTo>
                    <a:pt x="133" y="126"/>
                  </a:lnTo>
                  <a:lnTo>
                    <a:pt x="131" y="124"/>
                  </a:lnTo>
                  <a:lnTo>
                    <a:pt x="126" y="124"/>
                  </a:lnTo>
                  <a:lnTo>
                    <a:pt x="121" y="124"/>
                  </a:lnTo>
                  <a:lnTo>
                    <a:pt x="116" y="120"/>
                  </a:lnTo>
                  <a:lnTo>
                    <a:pt x="104" y="108"/>
                  </a:lnTo>
                  <a:lnTo>
                    <a:pt x="99" y="105"/>
                  </a:lnTo>
                  <a:lnTo>
                    <a:pt x="95" y="104"/>
                  </a:lnTo>
                  <a:lnTo>
                    <a:pt x="92" y="103"/>
                  </a:lnTo>
                  <a:lnTo>
                    <a:pt x="86" y="103"/>
                  </a:lnTo>
                  <a:lnTo>
                    <a:pt x="80" y="100"/>
                  </a:lnTo>
                  <a:lnTo>
                    <a:pt x="75" y="97"/>
                  </a:lnTo>
                  <a:lnTo>
                    <a:pt x="72" y="93"/>
                  </a:lnTo>
                  <a:lnTo>
                    <a:pt x="65" y="92"/>
                  </a:lnTo>
                  <a:lnTo>
                    <a:pt x="61" y="92"/>
                  </a:lnTo>
                  <a:lnTo>
                    <a:pt x="59" y="93"/>
                  </a:lnTo>
                  <a:lnTo>
                    <a:pt x="55" y="96"/>
                  </a:lnTo>
                  <a:lnTo>
                    <a:pt x="53" y="96"/>
                  </a:lnTo>
                  <a:lnTo>
                    <a:pt x="48" y="96"/>
                  </a:lnTo>
                  <a:lnTo>
                    <a:pt x="43" y="96"/>
                  </a:lnTo>
                  <a:lnTo>
                    <a:pt x="40" y="98"/>
                  </a:lnTo>
                  <a:lnTo>
                    <a:pt x="37" y="101"/>
                  </a:lnTo>
                  <a:lnTo>
                    <a:pt x="33" y="106"/>
                  </a:lnTo>
                  <a:lnTo>
                    <a:pt x="29" y="109"/>
                  </a:lnTo>
                  <a:lnTo>
                    <a:pt x="25" y="110"/>
                  </a:lnTo>
                  <a:lnTo>
                    <a:pt x="23" y="110"/>
                  </a:lnTo>
                  <a:lnTo>
                    <a:pt x="22" y="107"/>
                  </a:lnTo>
                  <a:lnTo>
                    <a:pt x="21" y="101"/>
                  </a:lnTo>
                  <a:lnTo>
                    <a:pt x="20" y="97"/>
                  </a:lnTo>
                  <a:lnTo>
                    <a:pt x="21" y="94"/>
                  </a:lnTo>
                  <a:lnTo>
                    <a:pt x="21" y="90"/>
                  </a:lnTo>
                  <a:lnTo>
                    <a:pt x="21" y="86"/>
                  </a:lnTo>
                  <a:lnTo>
                    <a:pt x="22" y="84"/>
                  </a:lnTo>
                  <a:lnTo>
                    <a:pt x="23" y="81"/>
                  </a:lnTo>
                  <a:lnTo>
                    <a:pt x="23" y="79"/>
                  </a:lnTo>
                  <a:lnTo>
                    <a:pt x="23" y="77"/>
                  </a:lnTo>
                  <a:lnTo>
                    <a:pt x="21" y="76"/>
                  </a:lnTo>
                  <a:lnTo>
                    <a:pt x="19" y="74"/>
                  </a:lnTo>
                  <a:lnTo>
                    <a:pt x="17" y="72"/>
                  </a:lnTo>
                  <a:lnTo>
                    <a:pt x="17" y="71"/>
                  </a:lnTo>
                  <a:lnTo>
                    <a:pt x="16" y="71"/>
                  </a:lnTo>
                  <a:lnTo>
                    <a:pt x="14" y="71"/>
                  </a:lnTo>
                  <a:lnTo>
                    <a:pt x="12" y="70"/>
                  </a:lnTo>
                  <a:lnTo>
                    <a:pt x="10" y="71"/>
                  </a:lnTo>
                  <a:lnTo>
                    <a:pt x="10" y="69"/>
                  </a:lnTo>
                  <a:lnTo>
                    <a:pt x="10" y="68"/>
                  </a:lnTo>
                  <a:lnTo>
                    <a:pt x="11" y="66"/>
                  </a:lnTo>
                  <a:lnTo>
                    <a:pt x="12" y="67"/>
                  </a:lnTo>
                  <a:lnTo>
                    <a:pt x="15" y="66"/>
                  </a:lnTo>
                  <a:lnTo>
                    <a:pt x="18" y="67"/>
                  </a:lnTo>
                  <a:lnTo>
                    <a:pt x="19" y="67"/>
                  </a:lnTo>
                  <a:lnTo>
                    <a:pt x="19" y="66"/>
                  </a:lnTo>
                  <a:lnTo>
                    <a:pt x="17" y="64"/>
                  </a:lnTo>
                  <a:lnTo>
                    <a:pt x="15" y="64"/>
                  </a:lnTo>
                  <a:lnTo>
                    <a:pt x="14" y="61"/>
                  </a:lnTo>
                  <a:lnTo>
                    <a:pt x="16" y="59"/>
                  </a:lnTo>
                  <a:lnTo>
                    <a:pt x="17" y="58"/>
                  </a:lnTo>
                  <a:lnTo>
                    <a:pt x="14" y="57"/>
                  </a:lnTo>
                  <a:lnTo>
                    <a:pt x="12" y="58"/>
                  </a:lnTo>
                  <a:lnTo>
                    <a:pt x="9" y="58"/>
                  </a:lnTo>
                  <a:lnTo>
                    <a:pt x="7" y="57"/>
                  </a:lnTo>
                  <a:lnTo>
                    <a:pt x="6" y="59"/>
                  </a:lnTo>
                  <a:lnTo>
                    <a:pt x="5" y="56"/>
                  </a:lnTo>
                  <a:lnTo>
                    <a:pt x="4" y="53"/>
                  </a:lnTo>
                  <a:lnTo>
                    <a:pt x="4" y="50"/>
                  </a:lnTo>
                  <a:lnTo>
                    <a:pt x="4" y="47"/>
                  </a:lnTo>
                  <a:lnTo>
                    <a:pt x="5" y="45"/>
                  </a:lnTo>
                  <a:lnTo>
                    <a:pt x="6" y="43"/>
                  </a:lnTo>
                  <a:lnTo>
                    <a:pt x="6" y="40"/>
                  </a:lnTo>
                  <a:lnTo>
                    <a:pt x="7" y="38"/>
                  </a:lnTo>
                  <a:lnTo>
                    <a:pt x="7" y="35"/>
                  </a:lnTo>
                  <a:lnTo>
                    <a:pt x="9" y="39"/>
                  </a:lnTo>
                  <a:lnTo>
                    <a:pt x="9" y="40"/>
                  </a:lnTo>
                  <a:lnTo>
                    <a:pt x="10" y="41"/>
                  </a:lnTo>
                  <a:lnTo>
                    <a:pt x="13" y="41"/>
                  </a:lnTo>
                  <a:lnTo>
                    <a:pt x="16" y="42"/>
                  </a:lnTo>
                  <a:lnTo>
                    <a:pt x="17" y="40"/>
                  </a:lnTo>
                  <a:lnTo>
                    <a:pt x="17" y="39"/>
                  </a:lnTo>
                  <a:lnTo>
                    <a:pt x="18" y="39"/>
                  </a:lnTo>
                  <a:lnTo>
                    <a:pt x="19" y="42"/>
                  </a:lnTo>
                  <a:lnTo>
                    <a:pt x="20" y="44"/>
                  </a:lnTo>
                  <a:lnTo>
                    <a:pt x="22" y="44"/>
                  </a:lnTo>
                  <a:lnTo>
                    <a:pt x="24" y="43"/>
                  </a:lnTo>
                  <a:lnTo>
                    <a:pt x="25" y="42"/>
                  </a:lnTo>
                  <a:lnTo>
                    <a:pt x="27" y="43"/>
                  </a:lnTo>
                  <a:lnTo>
                    <a:pt x="28" y="44"/>
                  </a:lnTo>
                  <a:lnTo>
                    <a:pt x="29" y="42"/>
                  </a:lnTo>
                  <a:lnTo>
                    <a:pt x="28" y="41"/>
                  </a:lnTo>
                  <a:lnTo>
                    <a:pt x="28" y="39"/>
                  </a:lnTo>
                  <a:lnTo>
                    <a:pt x="29" y="38"/>
                  </a:lnTo>
                  <a:lnTo>
                    <a:pt x="30" y="40"/>
                  </a:lnTo>
                  <a:lnTo>
                    <a:pt x="32" y="40"/>
                  </a:lnTo>
                  <a:lnTo>
                    <a:pt x="33" y="40"/>
                  </a:lnTo>
                  <a:lnTo>
                    <a:pt x="35" y="39"/>
                  </a:lnTo>
                  <a:lnTo>
                    <a:pt x="35" y="37"/>
                  </a:lnTo>
                  <a:lnTo>
                    <a:pt x="34" y="34"/>
                  </a:lnTo>
                  <a:lnTo>
                    <a:pt x="31" y="31"/>
                  </a:lnTo>
                  <a:lnTo>
                    <a:pt x="28" y="29"/>
                  </a:lnTo>
                  <a:lnTo>
                    <a:pt x="24" y="27"/>
                  </a:lnTo>
                  <a:lnTo>
                    <a:pt x="24" y="24"/>
                  </a:lnTo>
                  <a:lnTo>
                    <a:pt x="24" y="20"/>
                  </a:lnTo>
                  <a:lnTo>
                    <a:pt x="23" y="19"/>
                  </a:lnTo>
                  <a:lnTo>
                    <a:pt x="23" y="16"/>
                  </a:lnTo>
                  <a:lnTo>
                    <a:pt x="23" y="14"/>
                  </a:lnTo>
                  <a:lnTo>
                    <a:pt x="22" y="14"/>
                  </a:lnTo>
                  <a:lnTo>
                    <a:pt x="18" y="13"/>
                  </a:lnTo>
                  <a:lnTo>
                    <a:pt x="14" y="14"/>
                  </a:lnTo>
                  <a:lnTo>
                    <a:pt x="10" y="14"/>
                  </a:lnTo>
                  <a:lnTo>
                    <a:pt x="7" y="15"/>
                  </a:lnTo>
                  <a:lnTo>
                    <a:pt x="6" y="17"/>
                  </a:lnTo>
                  <a:lnTo>
                    <a:pt x="6" y="20"/>
                  </a:lnTo>
                  <a:lnTo>
                    <a:pt x="7" y="22"/>
                  </a:lnTo>
                  <a:lnTo>
                    <a:pt x="6" y="25"/>
                  </a:lnTo>
                  <a:lnTo>
                    <a:pt x="6" y="29"/>
                  </a:lnTo>
                  <a:lnTo>
                    <a:pt x="6" y="31"/>
                  </a:lnTo>
                  <a:lnTo>
                    <a:pt x="6" y="34"/>
                  </a:lnTo>
                  <a:lnTo>
                    <a:pt x="4" y="29"/>
                  </a:lnTo>
                  <a:lnTo>
                    <a:pt x="2" y="26"/>
                  </a:lnTo>
                  <a:lnTo>
                    <a:pt x="2" y="24"/>
                  </a:lnTo>
                  <a:lnTo>
                    <a:pt x="2" y="22"/>
                  </a:lnTo>
                  <a:lnTo>
                    <a:pt x="0" y="21"/>
                  </a:lnTo>
                  <a:lnTo>
                    <a:pt x="3" y="16"/>
                  </a:lnTo>
                  <a:lnTo>
                    <a:pt x="10" y="12"/>
                  </a:lnTo>
                  <a:lnTo>
                    <a:pt x="19" y="9"/>
                  </a:lnTo>
                  <a:lnTo>
                    <a:pt x="26" y="8"/>
                  </a:lnTo>
                  <a:lnTo>
                    <a:pt x="29" y="10"/>
                  </a:lnTo>
                  <a:lnTo>
                    <a:pt x="34" y="14"/>
                  </a:lnTo>
                  <a:lnTo>
                    <a:pt x="38" y="17"/>
                  </a:lnTo>
                  <a:lnTo>
                    <a:pt x="40" y="22"/>
                  </a:lnTo>
                  <a:lnTo>
                    <a:pt x="45" y="29"/>
                  </a:lnTo>
                  <a:lnTo>
                    <a:pt x="48" y="31"/>
                  </a:lnTo>
                  <a:lnTo>
                    <a:pt x="51" y="30"/>
                  </a:lnTo>
                  <a:lnTo>
                    <a:pt x="53" y="29"/>
                  </a:lnTo>
                  <a:lnTo>
                    <a:pt x="55" y="30"/>
                  </a:lnTo>
                  <a:lnTo>
                    <a:pt x="62" y="30"/>
                  </a:lnTo>
                  <a:lnTo>
                    <a:pt x="72" y="30"/>
                  </a:lnTo>
                  <a:lnTo>
                    <a:pt x="73" y="27"/>
                  </a:lnTo>
                  <a:lnTo>
                    <a:pt x="70" y="23"/>
                  </a:lnTo>
                  <a:lnTo>
                    <a:pt x="71" y="17"/>
                  </a:lnTo>
                  <a:lnTo>
                    <a:pt x="74" y="14"/>
                  </a:lnTo>
                  <a:lnTo>
                    <a:pt x="78" y="11"/>
                  </a:lnTo>
                  <a:lnTo>
                    <a:pt x="83" y="11"/>
                  </a:lnTo>
                  <a:lnTo>
                    <a:pt x="84" y="10"/>
                  </a:lnTo>
                  <a:lnTo>
                    <a:pt x="86" y="7"/>
                  </a:lnTo>
                  <a:lnTo>
                    <a:pt x="87" y="5"/>
                  </a:lnTo>
                  <a:lnTo>
                    <a:pt x="89" y="5"/>
                  </a:lnTo>
                  <a:lnTo>
                    <a:pt x="93" y="8"/>
                  </a:lnTo>
                  <a:lnTo>
                    <a:pt x="92" y="4"/>
                  </a:lnTo>
                  <a:lnTo>
                    <a:pt x="90" y="2"/>
                  </a:lnTo>
                  <a:lnTo>
                    <a:pt x="94" y="0"/>
                  </a:lnTo>
                  <a:lnTo>
                    <a:pt x="95" y="0"/>
                  </a:lnTo>
                  <a:lnTo>
                    <a:pt x="98" y="1"/>
                  </a:lnTo>
                  <a:lnTo>
                    <a:pt x="103" y="4"/>
                  </a:lnTo>
                  <a:lnTo>
                    <a:pt x="105" y="5"/>
                  </a:lnTo>
                  <a:lnTo>
                    <a:pt x="107" y="8"/>
                  </a:lnTo>
                  <a:lnTo>
                    <a:pt x="112" y="9"/>
                  </a:lnTo>
                  <a:lnTo>
                    <a:pt x="115" y="10"/>
                  </a:lnTo>
                  <a:lnTo>
                    <a:pt x="117" y="12"/>
                  </a:lnTo>
                  <a:lnTo>
                    <a:pt x="117" y="14"/>
                  </a:lnTo>
                  <a:lnTo>
                    <a:pt x="117" y="16"/>
                  </a:lnTo>
                  <a:lnTo>
                    <a:pt x="120" y="18"/>
                  </a:lnTo>
                  <a:lnTo>
                    <a:pt x="119" y="20"/>
                  </a:lnTo>
                  <a:lnTo>
                    <a:pt x="119" y="22"/>
                  </a:lnTo>
                  <a:lnTo>
                    <a:pt x="120" y="24"/>
                  </a:lnTo>
                  <a:lnTo>
                    <a:pt x="119" y="26"/>
                  </a:lnTo>
                  <a:lnTo>
                    <a:pt x="118" y="28"/>
                  </a:lnTo>
                  <a:lnTo>
                    <a:pt x="123" y="30"/>
                  </a:lnTo>
                  <a:lnTo>
                    <a:pt x="126" y="32"/>
                  </a:lnTo>
                  <a:lnTo>
                    <a:pt x="129" y="31"/>
                  </a:lnTo>
                  <a:lnTo>
                    <a:pt x="132" y="31"/>
                  </a:lnTo>
                  <a:lnTo>
                    <a:pt x="136" y="32"/>
                  </a:lnTo>
                  <a:lnTo>
                    <a:pt x="139" y="31"/>
                  </a:lnTo>
                  <a:lnTo>
                    <a:pt x="141" y="30"/>
                  </a:lnTo>
                  <a:lnTo>
                    <a:pt x="146" y="32"/>
                  </a:lnTo>
                  <a:lnTo>
                    <a:pt x="148" y="36"/>
                  </a:lnTo>
                  <a:lnTo>
                    <a:pt x="149" y="41"/>
                  </a:lnTo>
                  <a:lnTo>
                    <a:pt x="152" y="47"/>
                  </a:lnTo>
                  <a:lnTo>
                    <a:pt x="154" y="48"/>
                  </a:lnTo>
                  <a:lnTo>
                    <a:pt x="155" y="53"/>
                  </a:lnTo>
                  <a:lnTo>
                    <a:pt x="155" y="55"/>
                  </a:lnTo>
                  <a:lnTo>
                    <a:pt x="165" y="64"/>
                  </a:lnTo>
                  <a:lnTo>
                    <a:pt x="174" y="70"/>
                  </a:lnTo>
                  <a:lnTo>
                    <a:pt x="176" y="74"/>
                  </a:lnTo>
                  <a:lnTo>
                    <a:pt x="183" y="78"/>
                  </a:lnTo>
                  <a:lnTo>
                    <a:pt x="185" y="77"/>
                  </a:lnTo>
                  <a:lnTo>
                    <a:pt x="192" y="83"/>
                  </a:lnTo>
                  <a:lnTo>
                    <a:pt x="196" y="85"/>
                  </a:lnTo>
                  <a:lnTo>
                    <a:pt x="204" y="90"/>
                  </a:lnTo>
                  <a:lnTo>
                    <a:pt x="206" y="92"/>
                  </a:lnTo>
                  <a:lnTo>
                    <a:pt x="210" y="92"/>
                  </a:lnTo>
                  <a:lnTo>
                    <a:pt x="214" y="93"/>
                  </a:lnTo>
                  <a:lnTo>
                    <a:pt x="218" y="96"/>
                  </a:lnTo>
                  <a:lnTo>
                    <a:pt x="221" y="97"/>
                  </a:lnTo>
                  <a:lnTo>
                    <a:pt x="220" y="99"/>
                  </a:lnTo>
                  <a:lnTo>
                    <a:pt x="220" y="101"/>
                  </a:lnTo>
                  <a:lnTo>
                    <a:pt x="220" y="105"/>
                  </a:lnTo>
                  <a:lnTo>
                    <a:pt x="219" y="112"/>
                  </a:lnTo>
                  <a:lnTo>
                    <a:pt x="209" y="110"/>
                  </a:lnTo>
                  <a:lnTo>
                    <a:pt x="205" y="107"/>
                  </a:lnTo>
                  <a:lnTo>
                    <a:pt x="202" y="110"/>
                  </a:lnTo>
                  <a:lnTo>
                    <a:pt x="199" y="112"/>
                  </a:lnTo>
                  <a:lnTo>
                    <a:pt x="191" y="114"/>
                  </a:lnTo>
                  <a:lnTo>
                    <a:pt x="188" y="121"/>
                  </a:lnTo>
                  <a:lnTo>
                    <a:pt x="187" y="130"/>
                  </a:lnTo>
                  <a:lnTo>
                    <a:pt x="186" y="131"/>
                  </a:lnTo>
                  <a:lnTo>
                    <a:pt x="182" y="133"/>
                  </a:lnTo>
                  <a:lnTo>
                    <a:pt x="168" y="139"/>
                  </a:lnTo>
                  <a:lnTo>
                    <a:pt x="164" y="140"/>
                  </a:lnTo>
                  <a:lnTo>
                    <a:pt x="163" y="142"/>
                  </a:lnTo>
                  <a:lnTo>
                    <a:pt x="163" y="146"/>
                  </a:lnTo>
                  <a:lnTo>
                    <a:pt x="162" y="148"/>
                  </a:lnTo>
                  <a:lnTo>
                    <a:pt x="158" y="150"/>
                  </a:lnTo>
                  <a:lnTo>
                    <a:pt x="154" y="150"/>
                  </a:lnTo>
                  <a:lnTo>
                    <a:pt x="150" y="150"/>
                  </a:lnTo>
                  <a:lnTo>
                    <a:pt x="143" y="147"/>
                  </a:lnTo>
                  <a:lnTo>
                    <a:pt x="136" y="145"/>
                  </a:lnTo>
                  <a:lnTo>
                    <a:pt x="135" y="144"/>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8" name="Freeform 17">
              <a:extLst>
                <a:ext uri="{FF2B5EF4-FFF2-40B4-BE49-F238E27FC236}">
                  <a16:creationId xmlns:a16="http://schemas.microsoft.com/office/drawing/2014/main" id="{82402683-30AC-E63B-D8F1-05F752DD808B}"/>
                </a:ext>
              </a:extLst>
            </p:cNvPr>
            <p:cNvSpPr>
              <a:spLocks/>
            </p:cNvSpPr>
            <p:nvPr/>
          </p:nvSpPr>
          <p:spPr bwMode="gray">
            <a:xfrm>
              <a:off x="4003469" y="3596363"/>
              <a:ext cx="291636" cy="142387"/>
            </a:xfrm>
            <a:custGeom>
              <a:avLst/>
              <a:gdLst>
                <a:gd name="T0" fmla="*/ 29 w 170"/>
                <a:gd name="T1" fmla="*/ 62 h 83"/>
                <a:gd name="T2" fmla="*/ 34 w 170"/>
                <a:gd name="T3" fmla="*/ 62 h 83"/>
                <a:gd name="T4" fmla="*/ 40 w 170"/>
                <a:gd name="T5" fmla="*/ 62 h 83"/>
                <a:gd name="T6" fmla="*/ 46 w 170"/>
                <a:gd name="T7" fmla="*/ 58 h 83"/>
                <a:gd name="T8" fmla="*/ 49 w 170"/>
                <a:gd name="T9" fmla="*/ 56 h 83"/>
                <a:gd name="T10" fmla="*/ 54 w 170"/>
                <a:gd name="T11" fmla="*/ 55 h 83"/>
                <a:gd name="T12" fmla="*/ 61 w 170"/>
                <a:gd name="T13" fmla="*/ 51 h 83"/>
                <a:gd name="T14" fmla="*/ 52 w 170"/>
                <a:gd name="T15" fmla="*/ 49 h 83"/>
                <a:gd name="T16" fmla="*/ 46 w 170"/>
                <a:gd name="T17" fmla="*/ 46 h 83"/>
                <a:gd name="T18" fmla="*/ 44 w 170"/>
                <a:gd name="T19" fmla="*/ 43 h 83"/>
                <a:gd name="T20" fmla="*/ 40 w 170"/>
                <a:gd name="T21" fmla="*/ 39 h 83"/>
                <a:gd name="T22" fmla="*/ 37 w 170"/>
                <a:gd name="T23" fmla="*/ 38 h 83"/>
                <a:gd name="T24" fmla="*/ 33 w 170"/>
                <a:gd name="T25" fmla="*/ 43 h 83"/>
                <a:gd name="T26" fmla="*/ 24 w 170"/>
                <a:gd name="T27" fmla="*/ 40 h 83"/>
                <a:gd name="T28" fmla="*/ 19 w 170"/>
                <a:gd name="T29" fmla="*/ 38 h 83"/>
                <a:gd name="T30" fmla="*/ 14 w 170"/>
                <a:gd name="T31" fmla="*/ 36 h 83"/>
                <a:gd name="T32" fmla="*/ 18 w 170"/>
                <a:gd name="T33" fmla="*/ 31 h 83"/>
                <a:gd name="T34" fmla="*/ 24 w 170"/>
                <a:gd name="T35" fmla="*/ 27 h 83"/>
                <a:gd name="T36" fmla="*/ 29 w 170"/>
                <a:gd name="T37" fmla="*/ 23 h 83"/>
                <a:gd name="T38" fmla="*/ 26 w 170"/>
                <a:gd name="T39" fmla="*/ 21 h 83"/>
                <a:gd name="T40" fmla="*/ 31 w 170"/>
                <a:gd name="T41" fmla="*/ 10 h 83"/>
                <a:gd name="T42" fmla="*/ 47 w 170"/>
                <a:gd name="T43" fmla="*/ 9 h 83"/>
                <a:gd name="T44" fmla="*/ 64 w 170"/>
                <a:gd name="T45" fmla="*/ 15 h 83"/>
                <a:gd name="T46" fmla="*/ 67 w 170"/>
                <a:gd name="T47" fmla="*/ 5 h 83"/>
                <a:gd name="T48" fmla="*/ 79 w 170"/>
                <a:gd name="T49" fmla="*/ 1 h 83"/>
                <a:gd name="T50" fmla="*/ 96 w 170"/>
                <a:gd name="T51" fmla="*/ 8 h 83"/>
                <a:gd name="T52" fmla="*/ 109 w 170"/>
                <a:gd name="T53" fmla="*/ 6 h 83"/>
                <a:gd name="T54" fmla="*/ 125 w 170"/>
                <a:gd name="T55" fmla="*/ 7 h 83"/>
                <a:gd name="T56" fmla="*/ 144 w 170"/>
                <a:gd name="T57" fmla="*/ 7 h 83"/>
                <a:gd name="T58" fmla="*/ 156 w 170"/>
                <a:gd name="T59" fmla="*/ 12 h 83"/>
                <a:gd name="T60" fmla="*/ 164 w 170"/>
                <a:gd name="T61" fmla="*/ 16 h 83"/>
                <a:gd name="T62" fmla="*/ 170 w 170"/>
                <a:gd name="T63" fmla="*/ 23 h 83"/>
                <a:gd name="T64" fmla="*/ 161 w 170"/>
                <a:gd name="T65" fmla="*/ 28 h 83"/>
                <a:gd name="T66" fmla="*/ 145 w 170"/>
                <a:gd name="T67" fmla="*/ 35 h 83"/>
                <a:gd name="T68" fmla="*/ 133 w 170"/>
                <a:gd name="T69" fmla="*/ 46 h 83"/>
                <a:gd name="T70" fmla="*/ 119 w 170"/>
                <a:gd name="T71" fmla="*/ 44 h 83"/>
                <a:gd name="T72" fmla="*/ 111 w 170"/>
                <a:gd name="T73" fmla="*/ 58 h 83"/>
                <a:gd name="T74" fmla="*/ 99 w 170"/>
                <a:gd name="T75" fmla="*/ 60 h 83"/>
                <a:gd name="T76" fmla="*/ 94 w 170"/>
                <a:gd name="T77" fmla="*/ 54 h 83"/>
                <a:gd name="T78" fmla="*/ 70 w 170"/>
                <a:gd name="T79" fmla="*/ 69 h 83"/>
                <a:gd name="T80" fmla="*/ 67 w 170"/>
                <a:gd name="T81" fmla="*/ 77 h 83"/>
                <a:gd name="T82" fmla="*/ 59 w 170"/>
                <a:gd name="T83" fmla="*/ 80 h 83"/>
                <a:gd name="T84" fmla="*/ 47 w 170"/>
                <a:gd name="T85" fmla="*/ 83 h 83"/>
                <a:gd name="T86" fmla="*/ 42 w 170"/>
                <a:gd name="T87" fmla="*/ 80 h 83"/>
                <a:gd name="T88" fmla="*/ 38 w 170"/>
                <a:gd name="T89" fmla="*/ 78 h 83"/>
                <a:gd name="T90" fmla="*/ 35 w 170"/>
                <a:gd name="T91" fmla="*/ 76 h 83"/>
                <a:gd name="T92" fmla="*/ 28 w 170"/>
                <a:gd name="T93" fmla="*/ 77 h 83"/>
                <a:gd name="T94" fmla="*/ 23 w 170"/>
                <a:gd name="T95" fmla="*/ 79 h 83"/>
                <a:gd name="T96" fmla="*/ 19 w 170"/>
                <a:gd name="T97" fmla="*/ 75 h 83"/>
                <a:gd name="T98" fmla="*/ 10 w 170"/>
                <a:gd name="T99" fmla="*/ 76 h 83"/>
                <a:gd name="T100" fmla="*/ 1 w 170"/>
                <a:gd name="T101" fmla="*/ 75 h 83"/>
                <a:gd name="T102" fmla="*/ 0 w 170"/>
                <a:gd name="T103" fmla="*/ 69 h 83"/>
                <a:gd name="T104" fmla="*/ 4 w 170"/>
                <a:gd name="T105" fmla="*/ 69 h 83"/>
                <a:gd name="T106" fmla="*/ 5 w 170"/>
                <a:gd name="T107" fmla="*/ 65 h 83"/>
                <a:gd name="T108" fmla="*/ 19 w 170"/>
                <a:gd name="T109" fmla="*/ 66 h 83"/>
                <a:gd name="T110" fmla="*/ 21 w 170"/>
                <a:gd name="T111" fmla="*/ 65 h 8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70"/>
                <a:gd name="T169" fmla="*/ 0 h 83"/>
                <a:gd name="T170" fmla="*/ 170 w 170"/>
                <a:gd name="T171" fmla="*/ 83 h 83"/>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70" h="83">
                  <a:moveTo>
                    <a:pt x="27" y="62"/>
                  </a:moveTo>
                  <a:lnTo>
                    <a:pt x="27" y="61"/>
                  </a:lnTo>
                  <a:lnTo>
                    <a:pt x="29" y="62"/>
                  </a:lnTo>
                  <a:lnTo>
                    <a:pt x="31" y="61"/>
                  </a:lnTo>
                  <a:lnTo>
                    <a:pt x="33" y="61"/>
                  </a:lnTo>
                  <a:lnTo>
                    <a:pt x="34" y="62"/>
                  </a:lnTo>
                  <a:lnTo>
                    <a:pt x="37" y="63"/>
                  </a:lnTo>
                  <a:lnTo>
                    <a:pt x="38" y="64"/>
                  </a:lnTo>
                  <a:lnTo>
                    <a:pt x="40" y="62"/>
                  </a:lnTo>
                  <a:lnTo>
                    <a:pt x="42" y="62"/>
                  </a:lnTo>
                  <a:lnTo>
                    <a:pt x="43" y="60"/>
                  </a:lnTo>
                  <a:lnTo>
                    <a:pt x="46" y="58"/>
                  </a:lnTo>
                  <a:lnTo>
                    <a:pt x="47" y="58"/>
                  </a:lnTo>
                  <a:lnTo>
                    <a:pt x="49" y="58"/>
                  </a:lnTo>
                  <a:lnTo>
                    <a:pt x="49" y="56"/>
                  </a:lnTo>
                  <a:lnTo>
                    <a:pt x="49" y="54"/>
                  </a:lnTo>
                  <a:lnTo>
                    <a:pt x="50" y="55"/>
                  </a:lnTo>
                  <a:lnTo>
                    <a:pt x="54" y="55"/>
                  </a:lnTo>
                  <a:lnTo>
                    <a:pt x="56" y="54"/>
                  </a:lnTo>
                  <a:lnTo>
                    <a:pt x="57" y="53"/>
                  </a:lnTo>
                  <a:lnTo>
                    <a:pt x="61" y="51"/>
                  </a:lnTo>
                  <a:lnTo>
                    <a:pt x="59" y="50"/>
                  </a:lnTo>
                  <a:lnTo>
                    <a:pt x="56" y="49"/>
                  </a:lnTo>
                  <a:lnTo>
                    <a:pt x="52" y="49"/>
                  </a:lnTo>
                  <a:lnTo>
                    <a:pt x="50" y="47"/>
                  </a:lnTo>
                  <a:lnTo>
                    <a:pt x="49" y="45"/>
                  </a:lnTo>
                  <a:lnTo>
                    <a:pt x="46" y="46"/>
                  </a:lnTo>
                  <a:lnTo>
                    <a:pt x="46" y="45"/>
                  </a:lnTo>
                  <a:lnTo>
                    <a:pt x="45" y="42"/>
                  </a:lnTo>
                  <a:lnTo>
                    <a:pt x="44" y="43"/>
                  </a:lnTo>
                  <a:lnTo>
                    <a:pt x="41" y="42"/>
                  </a:lnTo>
                  <a:lnTo>
                    <a:pt x="41" y="41"/>
                  </a:lnTo>
                  <a:lnTo>
                    <a:pt x="40" y="39"/>
                  </a:lnTo>
                  <a:lnTo>
                    <a:pt x="38" y="37"/>
                  </a:lnTo>
                  <a:lnTo>
                    <a:pt x="37" y="36"/>
                  </a:lnTo>
                  <a:lnTo>
                    <a:pt x="37" y="38"/>
                  </a:lnTo>
                  <a:lnTo>
                    <a:pt x="35" y="40"/>
                  </a:lnTo>
                  <a:lnTo>
                    <a:pt x="34" y="39"/>
                  </a:lnTo>
                  <a:lnTo>
                    <a:pt x="33" y="43"/>
                  </a:lnTo>
                  <a:lnTo>
                    <a:pt x="31" y="43"/>
                  </a:lnTo>
                  <a:lnTo>
                    <a:pt x="27" y="43"/>
                  </a:lnTo>
                  <a:lnTo>
                    <a:pt x="24" y="40"/>
                  </a:lnTo>
                  <a:lnTo>
                    <a:pt x="23" y="39"/>
                  </a:lnTo>
                  <a:lnTo>
                    <a:pt x="22" y="37"/>
                  </a:lnTo>
                  <a:lnTo>
                    <a:pt x="19" y="38"/>
                  </a:lnTo>
                  <a:lnTo>
                    <a:pt x="18" y="37"/>
                  </a:lnTo>
                  <a:lnTo>
                    <a:pt x="17" y="36"/>
                  </a:lnTo>
                  <a:lnTo>
                    <a:pt x="14" y="36"/>
                  </a:lnTo>
                  <a:lnTo>
                    <a:pt x="15" y="34"/>
                  </a:lnTo>
                  <a:lnTo>
                    <a:pt x="16" y="34"/>
                  </a:lnTo>
                  <a:lnTo>
                    <a:pt x="18" y="31"/>
                  </a:lnTo>
                  <a:lnTo>
                    <a:pt x="20" y="29"/>
                  </a:lnTo>
                  <a:lnTo>
                    <a:pt x="22" y="28"/>
                  </a:lnTo>
                  <a:lnTo>
                    <a:pt x="24" y="27"/>
                  </a:lnTo>
                  <a:lnTo>
                    <a:pt x="25" y="25"/>
                  </a:lnTo>
                  <a:lnTo>
                    <a:pt x="26" y="25"/>
                  </a:lnTo>
                  <a:lnTo>
                    <a:pt x="29" y="23"/>
                  </a:lnTo>
                  <a:lnTo>
                    <a:pt x="32" y="22"/>
                  </a:lnTo>
                  <a:lnTo>
                    <a:pt x="28" y="19"/>
                  </a:lnTo>
                  <a:lnTo>
                    <a:pt x="26" y="21"/>
                  </a:lnTo>
                  <a:lnTo>
                    <a:pt x="26" y="18"/>
                  </a:lnTo>
                  <a:lnTo>
                    <a:pt x="28" y="14"/>
                  </a:lnTo>
                  <a:lnTo>
                    <a:pt x="31" y="10"/>
                  </a:lnTo>
                  <a:lnTo>
                    <a:pt x="36" y="9"/>
                  </a:lnTo>
                  <a:lnTo>
                    <a:pt x="40" y="8"/>
                  </a:lnTo>
                  <a:lnTo>
                    <a:pt x="47" y="9"/>
                  </a:lnTo>
                  <a:lnTo>
                    <a:pt x="53" y="12"/>
                  </a:lnTo>
                  <a:lnTo>
                    <a:pt x="58" y="14"/>
                  </a:lnTo>
                  <a:lnTo>
                    <a:pt x="64" y="15"/>
                  </a:lnTo>
                  <a:lnTo>
                    <a:pt x="66" y="16"/>
                  </a:lnTo>
                  <a:lnTo>
                    <a:pt x="65" y="12"/>
                  </a:lnTo>
                  <a:lnTo>
                    <a:pt x="67" y="5"/>
                  </a:lnTo>
                  <a:lnTo>
                    <a:pt x="71" y="1"/>
                  </a:lnTo>
                  <a:lnTo>
                    <a:pt x="76" y="0"/>
                  </a:lnTo>
                  <a:lnTo>
                    <a:pt x="79" y="1"/>
                  </a:lnTo>
                  <a:lnTo>
                    <a:pt x="85" y="3"/>
                  </a:lnTo>
                  <a:lnTo>
                    <a:pt x="90" y="6"/>
                  </a:lnTo>
                  <a:lnTo>
                    <a:pt x="96" y="8"/>
                  </a:lnTo>
                  <a:lnTo>
                    <a:pt x="100" y="8"/>
                  </a:lnTo>
                  <a:lnTo>
                    <a:pt x="103" y="6"/>
                  </a:lnTo>
                  <a:lnTo>
                    <a:pt x="109" y="6"/>
                  </a:lnTo>
                  <a:lnTo>
                    <a:pt x="115" y="6"/>
                  </a:lnTo>
                  <a:lnTo>
                    <a:pt x="120" y="4"/>
                  </a:lnTo>
                  <a:lnTo>
                    <a:pt x="125" y="7"/>
                  </a:lnTo>
                  <a:lnTo>
                    <a:pt x="130" y="8"/>
                  </a:lnTo>
                  <a:lnTo>
                    <a:pt x="139" y="8"/>
                  </a:lnTo>
                  <a:lnTo>
                    <a:pt x="144" y="7"/>
                  </a:lnTo>
                  <a:lnTo>
                    <a:pt x="151" y="9"/>
                  </a:lnTo>
                  <a:lnTo>
                    <a:pt x="155" y="9"/>
                  </a:lnTo>
                  <a:lnTo>
                    <a:pt x="156" y="12"/>
                  </a:lnTo>
                  <a:lnTo>
                    <a:pt x="158" y="13"/>
                  </a:lnTo>
                  <a:lnTo>
                    <a:pt x="159" y="16"/>
                  </a:lnTo>
                  <a:lnTo>
                    <a:pt x="164" y="16"/>
                  </a:lnTo>
                  <a:lnTo>
                    <a:pt x="167" y="17"/>
                  </a:lnTo>
                  <a:lnTo>
                    <a:pt x="170" y="21"/>
                  </a:lnTo>
                  <a:lnTo>
                    <a:pt x="170" y="23"/>
                  </a:lnTo>
                  <a:lnTo>
                    <a:pt x="170" y="24"/>
                  </a:lnTo>
                  <a:lnTo>
                    <a:pt x="168" y="25"/>
                  </a:lnTo>
                  <a:lnTo>
                    <a:pt x="161" y="28"/>
                  </a:lnTo>
                  <a:lnTo>
                    <a:pt x="151" y="31"/>
                  </a:lnTo>
                  <a:lnTo>
                    <a:pt x="148" y="32"/>
                  </a:lnTo>
                  <a:lnTo>
                    <a:pt x="145" y="35"/>
                  </a:lnTo>
                  <a:lnTo>
                    <a:pt x="141" y="42"/>
                  </a:lnTo>
                  <a:lnTo>
                    <a:pt x="137" y="45"/>
                  </a:lnTo>
                  <a:lnTo>
                    <a:pt x="133" y="46"/>
                  </a:lnTo>
                  <a:lnTo>
                    <a:pt x="130" y="46"/>
                  </a:lnTo>
                  <a:lnTo>
                    <a:pt x="121" y="44"/>
                  </a:lnTo>
                  <a:lnTo>
                    <a:pt x="119" y="44"/>
                  </a:lnTo>
                  <a:lnTo>
                    <a:pt x="116" y="49"/>
                  </a:lnTo>
                  <a:lnTo>
                    <a:pt x="113" y="56"/>
                  </a:lnTo>
                  <a:lnTo>
                    <a:pt x="111" y="58"/>
                  </a:lnTo>
                  <a:lnTo>
                    <a:pt x="105" y="59"/>
                  </a:lnTo>
                  <a:lnTo>
                    <a:pt x="101" y="61"/>
                  </a:lnTo>
                  <a:lnTo>
                    <a:pt x="99" y="60"/>
                  </a:lnTo>
                  <a:lnTo>
                    <a:pt x="97" y="55"/>
                  </a:lnTo>
                  <a:lnTo>
                    <a:pt x="97" y="54"/>
                  </a:lnTo>
                  <a:lnTo>
                    <a:pt x="94" y="54"/>
                  </a:lnTo>
                  <a:lnTo>
                    <a:pt x="82" y="61"/>
                  </a:lnTo>
                  <a:lnTo>
                    <a:pt x="72" y="68"/>
                  </a:lnTo>
                  <a:lnTo>
                    <a:pt x="70" y="69"/>
                  </a:lnTo>
                  <a:lnTo>
                    <a:pt x="69" y="71"/>
                  </a:lnTo>
                  <a:lnTo>
                    <a:pt x="68" y="78"/>
                  </a:lnTo>
                  <a:lnTo>
                    <a:pt x="67" y="77"/>
                  </a:lnTo>
                  <a:lnTo>
                    <a:pt x="65" y="78"/>
                  </a:lnTo>
                  <a:lnTo>
                    <a:pt x="63" y="80"/>
                  </a:lnTo>
                  <a:lnTo>
                    <a:pt x="59" y="80"/>
                  </a:lnTo>
                  <a:lnTo>
                    <a:pt x="54" y="79"/>
                  </a:lnTo>
                  <a:lnTo>
                    <a:pt x="48" y="81"/>
                  </a:lnTo>
                  <a:lnTo>
                    <a:pt x="47" y="83"/>
                  </a:lnTo>
                  <a:lnTo>
                    <a:pt x="46" y="83"/>
                  </a:lnTo>
                  <a:lnTo>
                    <a:pt x="44" y="80"/>
                  </a:lnTo>
                  <a:lnTo>
                    <a:pt x="42" y="80"/>
                  </a:lnTo>
                  <a:lnTo>
                    <a:pt x="39" y="82"/>
                  </a:lnTo>
                  <a:lnTo>
                    <a:pt x="39" y="80"/>
                  </a:lnTo>
                  <a:lnTo>
                    <a:pt x="38" y="78"/>
                  </a:lnTo>
                  <a:lnTo>
                    <a:pt x="35" y="77"/>
                  </a:lnTo>
                  <a:lnTo>
                    <a:pt x="35" y="76"/>
                  </a:lnTo>
                  <a:lnTo>
                    <a:pt x="33" y="75"/>
                  </a:lnTo>
                  <a:lnTo>
                    <a:pt x="31" y="77"/>
                  </a:lnTo>
                  <a:lnTo>
                    <a:pt x="28" y="77"/>
                  </a:lnTo>
                  <a:lnTo>
                    <a:pt x="28" y="79"/>
                  </a:lnTo>
                  <a:lnTo>
                    <a:pt x="26" y="80"/>
                  </a:lnTo>
                  <a:lnTo>
                    <a:pt x="23" y="79"/>
                  </a:lnTo>
                  <a:lnTo>
                    <a:pt x="23" y="77"/>
                  </a:lnTo>
                  <a:lnTo>
                    <a:pt x="22" y="76"/>
                  </a:lnTo>
                  <a:lnTo>
                    <a:pt x="19" y="75"/>
                  </a:lnTo>
                  <a:lnTo>
                    <a:pt x="16" y="76"/>
                  </a:lnTo>
                  <a:lnTo>
                    <a:pt x="15" y="76"/>
                  </a:lnTo>
                  <a:lnTo>
                    <a:pt x="10" y="76"/>
                  </a:lnTo>
                  <a:lnTo>
                    <a:pt x="5" y="76"/>
                  </a:lnTo>
                  <a:lnTo>
                    <a:pt x="2" y="76"/>
                  </a:lnTo>
                  <a:lnTo>
                    <a:pt x="1" y="75"/>
                  </a:lnTo>
                  <a:lnTo>
                    <a:pt x="0" y="74"/>
                  </a:lnTo>
                  <a:lnTo>
                    <a:pt x="0" y="71"/>
                  </a:lnTo>
                  <a:lnTo>
                    <a:pt x="0" y="69"/>
                  </a:lnTo>
                  <a:lnTo>
                    <a:pt x="2" y="68"/>
                  </a:lnTo>
                  <a:lnTo>
                    <a:pt x="3" y="69"/>
                  </a:lnTo>
                  <a:lnTo>
                    <a:pt x="4" y="69"/>
                  </a:lnTo>
                  <a:lnTo>
                    <a:pt x="3" y="67"/>
                  </a:lnTo>
                  <a:lnTo>
                    <a:pt x="4" y="65"/>
                  </a:lnTo>
                  <a:lnTo>
                    <a:pt x="5" y="65"/>
                  </a:lnTo>
                  <a:lnTo>
                    <a:pt x="12" y="63"/>
                  </a:lnTo>
                  <a:lnTo>
                    <a:pt x="16" y="64"/>
                  </a:lnTo>
                  <a:lnTo>
                    <a:pt x="19" y="66"/>
                  </a:lnTo>
                  <a:lnTo>
                    <a:pt x="20" y="68"/>
                  </a:lnTo>
                  <a:lnTo>
                    <a:pt x="21" y="68"/>
                  </a:lnTo>
                  <a:lnTo>
                    <a:pt x="21" y="65"/>
                  </a:lnTo>
                  <a:lnTo>
                    <a:pt x="24" y="63"/>
                  </a:lnTo>
                  <a:lnTo>
                    <a:pt x="27" y="6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799" name="Freeform 18">
              <a:extLst>
                <a:ext uri="{FF2B5EF4-FFF2-40B4-BE49-F238E27FC236}">
                  <a16:creationId xmlns:a16="http://schemas.microsoft.com/office/drawing/2014/main" id="{23C4A0C5-22F0-5E07-0C9E-2959FA6D0C4B}"/>
                </a:ext>
              </a:extLst>
            </p:cNvPr>
            <p:cNvSpPr>
              <a:spLocks/>
            </p:cNvSpPr>
            <p:nvPr/>
          </p:nvSpPr>
          <p:spPr bwMode="gray">
            <a:xfrm>
              <a:off x="4003469" y="3596363"/>
              <a:ext cx="291636" cy="142387"/>
            </a:xfrm>
            <a:custGeom>
              <a:avLst/>
              <a:gdLst>
                <a:gd name="T0" fmla="*/ 29 w 170"/>
                <a:gd name="T1" fmla="*/ 62 h 83"/>
                <a:gd name="T2" fmla="*/ 34 w 170"/>
                <a:gd name="T3" fmla="*/ 62 h 83"/>
                <a:gd name="T4" fmla="*/ 40 w 170"/>
                <a:gd name="T5" fmla="*/ 62 h 83"/>
                <a:gd name="T6" fmla="*/ 46 w 170"/>
                <a:gd name="T7" fmla="*/ 58 h 83"/>
                <a:gd name="T8" fmla="*/ 49 w 170"/>
                <a:gd name="T9" fmla="*/ 56 h 83"/>
                <a:gd name="T10" fmla="*/ 54 w 170"/>
                <a:gd name="T11" fmla="*/ 55 h 83"/>
                <a:gd name="T12" fmla="*/ 61 w 170"/>
                <a:gd name="T13" fmla="*/ 51 h 83"/>
                <a:gd name="T14" fmla="*/ 52 w 170"/>
                <a:gd name="T15" fmla="*/ 49 h 83"/>
                <a:gd name="T16" fmla="*/ 46 w 170"/>
                <a:gd name="T17" fmla="*/ 46 h 83"/>
                <a:gd name="T18" fmla="*/ 44 w 170"/>
                <a:gd name="T19" fmla="*/ 43 h 83"/>
                <a:gd name="T20" fmla="*/ 40 w 170"/>
                <a:gd name="T21" fmla="*/ 39 h 83"/>
                <a:gd name="T22" fmla="*/ 37 w 170"/>
                <a:gd name="T23" fmla="*/ 38 h 83"/>
                <a:gd name="T24" fmla="*/ 33 w 170"/>
                <a:gd name="T25" fmla="*/ 43 h 83"/>
                <a:gd name="T26" fmla="*/ 24 w 170"/>
                <a:gd name="T27" fmla="*/ 40 h 83"/>
                <a:gd name="T28" fmla="*/ 19 w 170"/>
                <a:gd name="T29" fmla="*/ 38 h 83"/>
                <a:gd name="T30" fmla="*/ 14 w 170"/>
                <a:gd name="T31" fmla="*/ 36 h 83"/>
                <a:gd name="T32" fmla="*/ 18 w 170"/>
                <a:gd name="T33" fmla="*/ 31 h 83"/>
                <a:gd name="T34" fmla="*/ 24 w 170"/>
                <a:gd name="T35" fmla="*/ 27 h 83"/>
                <a:gd name="T36" fmla="*/ 29 w 170"/>
                <a:gd name="T37" fmla="*/ 23 h 83"/>
                <a:gd name="T38" fmla="*/ 26 w 170"/>
                <a:gd name="T39" fmla="*/ 21 h 83"/>
                <a:gd name="T40" fmla="*/ 31 w 170"/>
                <a:gd name="T41" fmla="*/ 10 h 83"/>
                <a:gd name="T42" fmla="*/ 47 w 170"/>
                <a:gd name="T43" fmla="*/ 9 h 83"/>
                <a:gd name="T44" fmla="*/ 64 w 170"/>
                <a:gd name="T45" fmla="*/ 15 h 83"/>
                <a:gd name="T46" fmla="*/ 67 w 170"/>
                <a:gd name="T47" fmla="*/ 5 h 83"/>
                <a:gd name="T48" fmla="*/ 79 w 170"/>
                <a:gd name="T49" fmla="*/ 1 h 83"/>
                <a:gd name="T50" fmla="*/ 96 w 170"/>
                <a:gd name="T51" fmla="*/ 8 h 83"/>
                <a:gd name="T52" fmla="*/ 109 w 170"/>
                <a:gd name="T53" fmla="*/ 6 h 83"/>
                <a:gd name="T54" fmla="*/ 125 w 170"/>
                <a:gd name="T55" fmla="*/ 7 h 83"/>
                <a:gd name="T56" fmla="*/ 144 w 170"/>
                <a:gd name="T57" fmla="*/ 7 h 83"/>
                <a:gd name="T58" fmla="*/ 156 w 170"/>
                <a:gd name="T59" fmla="*/ 12 h 83"/>
                <a:gd name="T60" fmla="*/ 164 w 170"/>
                <a:gd name="T61" fmla="*/ 16 h 83"/>
                <a:gd name="T62" fmla="*/ 170 w 170"/>
                <a:gd name="T63" fmla="*/ 23 h 83"/>
                <a:gd name="T64" fmla="*/ 161 w 170"/>
                <a:gd name="T65" fmla="*/ 28 h 83"/>
                <a:gd name="T66" fmla="*/ 145 w 170"/>
                <a:gd name="T67" fmla="*/ 35 h 83"/>
                <a:gd name="T68" fmla="*/ 133 w 170"/>
                <a:gd name="T69" fmla="*/ 46 h 83"/>
                <a:gd name="T70" fmla="*/ 119 w 170"/>
                <a:gd name="T71" fmla="*/ 44 h 83"/>
                <a:gd name="T72" fmla="*/ 111 w 170"/>
                <a:gd name="T73" fmla="*/ 58 h 83"/>
                <a:gd name="T74" fmla="*/ 99 w 170"/>
                <a:gd name="T75" fmla="*/ 60 h 83"/>
                <a:gd name="T76" fmla="*/ 94 w 170"/>
                <a:gd name="T77" fmla="*/ 54 h 83"/>
                <a:gd name="T78" fmla="*/ 70 w 170"/>
                <a:gd name="T79" fmla="*/ 69 h 83"/>
                <a:gd name="T80" fmla="*/ 67 w 170"/>
                <a:gd name="T81" fmla="*/ 77 h 83"/>
                <a:gd name="T82" fmla="*/ 59 w 170"/>
                <a:gd name="T83" fmla="*/ 80 h 83"/>
                <a:gd name="T84" fmla="*/ 47 w 170"/>
                <a:gd name="T85" fmla="*/ 83 h 83"/>
                <a:gd name="T86" fmla="*/ 42 w 170"/>
                <a:gd name="T87" fmla="*/ 80 h 83"/>
                <a:gd name="T88" fmla="*/ 38 w 170"/>
                <a:gd name="T89" fmla="*/ 78 h 83"/>
                <a:gd name="T90" fmla="*/ 35 w 170"/>
                <a:gd name="T91" fmla="*/ 76 h 83"/>
                <a:gd name="T92" fmla="*/ 28 w 170"/>
                <a:gd name="T93" fmla="*/ 77 h 83"/>
                <a:gd name="T94" fmla="*/ 23 w 170"/>
                <a:gd name="T95" fmla="*/ 79 h 83"/>
                <a:gd name="T96" fmla="*/ 19 w 170"/>
                <a:gd name="T97" fmla="*/ 75 h 83"/>
                <a:gd name="T98" fmla="*/ 10 w 170"/>
                <a:gd name="T99" fmla="*/ 76 h 83"/>
                <a:gd name="T100" fmla="*/ 1 w 170"/>
                <a:gd name="T101" fmla="*/ 75 h 83"/>
                <a:gd name="T102" fmla="*/ 0 w 170"/>
                <a:gd name="T103" fmla="*/ 69 h 83"/>
                <a:gd name="T104" fmla="*/ 4 w 170"/>
                <a:gd name="T105" fmla="*/ 69 h 83"/>
                <a:gd name="T106" fmla="*/ 5 w 170"/>
                <a:gd name="T107" fmla="*/ 65 h 83"/>
                <a:gd name="T108" fmla="*/ 19 w 170"/>
                <a:gd name="T109" fmla="*/ 66 h 83"/>
                <a:gd name="T110" fmla="*/ 21 w 170"/>
                <a:gd name="T111" fmla="*/ 65 h 8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70"/>
                <a:gd name="T169" fmla="*/ 0 h 83"/>
                <a:gd name="T170" fmla="*/ 170 w 170"/>
                <a:gd name="T171" fmla="*/ 83 h 83"/>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70" h="83">
                  <a:moveTo>
                    <a:pt x="27" y="62"/>
                  </a:moveTo>
                  <a:lnTo>
                    <a:pt x="27" y="61"/>
                  </a:lnTo>
                  <a:lnTo>
                    <a:pt x="29" y="62"/>
                  </a:lnTo>
                  <a:lnTo>
                    <a:pt x="31" y="61"/>
                  </a:lnTo>
                  <a:lnTo>
                    <a:pt x="33" y="61"/>
                  </a:lnTo>
                  <a:lnTo>
                    <a:pt x="34" y="62"/>
                  </a:lnTo>
                  <a:lnTo>
                    <a:pt x="37" y="63"/>
                  </a:lnTo>
                  <a:lnTo>
                    <a:pt x="38" y="64"/>
                  </a:lnTo>
                  <a:lnTo>
                    <a:pt x="40" y="62"/>
                  </a:lnTo>
                  <a:lnTo>
                    <a:pt x="42" y="62"/>
                  </a:lnTo>
                  <a:lnTo>
                    <a:pt x="43" y="60"/>
                  </a:lnTo>
                  <a:lnTo>
                    <a:pt x="46" y="58"/>
                  </a:lnTo>
                  <a:lnTo>
                    <a:pt x="47" y="58"/>
                  </a:lnTo>
                  <a:lnTo>
                    <a:pt x="49" y="58"/>
                  </a:lnTo>
                  <a:lnTo>
                    <a:pt x="49" y="56"/>
                  </a:lnTo>
                  <a:lnTo>
                    <a:pt x="49" y="54"/>
                  </a:lnTo>
                  <a:lnTo>
                    <a:pt x="50" y="55"/>
                  </a:lnTo>
                  <a:lnTo>
                    <a:pt x="54" y="55"/>
                  </a:lnTo>
                  <a:lnTo>
                    <a:pt x="56" y="54"/>
                  </a:lnTo>
                  <a:lnTo>
                    <a:pt x="57" y="53"/>
                  </a:lnTo>
                  <a:lnTo>
                    <a:pt x="61" y="51"/>
                  </a:lnTo>
                  <a:lnTo>
                    <a:pt x="59" y="50"/>
                  </a:lnTo>
                  <a:lnTo>
                    <a:pt x="56" y="49"/>
                  </a:lnTo>
                  <a:lnTo>
                    <a:pt x="52" y="49"/>
                  </a:lnTo>
                  <a:lnTo>
                    <a:pt x="50" y="47"/>
                  </a:lnTo>
                  <a:lnTo>
                    <a:pt x="49" y="45"/>
                  </a:lnTo>
                  <a:lnTo>
                    <a:pt x="46" y="46"/>
                  </a:lnTo>
                  <a:lnTo>
                    <a:pt x="46" y="45"/>
                  </a:lnTo>
                  <a:lnTo>
                    <a:pt x="45" y="42"/>
                  </a:lnTo>
                  <a:lnTo>
                    <a:pt x="44" y="43"/>
                  </a:lnTo>
                  <a:lnTo>
                    <a:pt x="41" y="42"/>
                  </a:lnTo>
                  <a:lnTo>
                    <a:pt x="41" y="41"/>
                  </a:lnTo>
                  <a:lnTo>
                    <a:pt x="40" y="39"/>
                  </a:lnTo>
                  <a:lnTo>
                    <a:pt x="38" y="37"/>
                  </a:lnTo>
                  <a:lnTo>
                    <a:pt x="37" y="36"/>
                  </a:lnTo>
                  <a:lnTo>
                    <a:pt x="37" y="38"/>
                  </a:lnTo>
                  <a:lnTo>
                    <a:pt x="35" y="40"/>
                  </a:lnTo>
                  <a:lnTo>
                    <a:pt x="34" y="39"/>
                  </a:lnTo>
                  <a:lnTo>
                    <a:pt x="33" y="43"/>
                  </a:lnTo>
                  <a:lnTo>
                    <a:pt x="31" y="43"/>
                  </a:lnTo>
                  <a:lnTo>
                    <a:pt x="27" y="43"/>
                  </a:lnTo>
                  <a:lnTo>
                    <a:pt x="24" y="40"/>
                  </a:lnTo>
                  <a:lnTo>
                    <a:pt x="23" y="39"/>
                  </a:lnTo>
                  <a:lnTo>
                    <a:pt x="22" y="37"/>
                  </a:lnTo>
                  <a:lnTo>
                    <a:pt x="19" y="38"/>
                  </a:lnTo>
                  <a:lnTo>
                    <a:pt x="18" y="37"/>
                  </a:lnTo>
                  <a:lnTo>
                    <a:pt x="17" y="36"/>
                  </a:lnTo>
                  <a:lnTo>
                    <a:pt x="14" y="36"/>
                  </a:lnTo>
                  <a:lnTo>
                    <a:pt x="15" y="34"/>
                  </a:lnTo>
                  <a:lnTo>
                    <a:pt x="16" y="34"/>
                  </a:lnTo>
                  <a:lnTo>
                    <a:pt x="18" y="31"/>
                  </a:lnTo>
                  <a:lnTo>
                    <a:pt x="20" y="29"/>
                  </a:lnTo>
                  <a:lnTo>
                    <a:pt x="22" y="28"/>
                  </a:lnTo>
                  <a:lnTo>
                    <a:pt x="24" y="27"/>
                  </a:lnTo>
                  <a:lnTo>
                    <a:pt x="25" y="25"/>
                  </a:lnTo>
                  <a:lnTo>
                    <a:pt x="26" y="25"/>
                  </a:lnTo>
                  <a:lnTo>
                    <a:pt x="29" y="23"/>
                  </a:lnTo>
                  <a:lnTo>
                    <a:pt x="32" y="22"/>
                  </a:lnTo>
                  <a:lnTo>
                    <a:pt x="28" y="19"/>
                  </a:lnTo>
                  <a:lnTo>
                    <a:pt x="26" y="21"/>
                  </a:lnTo>
                  <a:lnTo>
                    <a:pt x="26" y="18"/>
                  </a:lnTo>
                  <a:lnTo>
                    <a:pt x="28" y="14"/>
                  </a:lnTo>
                  <a:lnTo>
                    <a:pt x="31" y="10"/>
                  </a:lnTo>
                  <a:lnTo>
                    <a:pt x="36" y="9"/>
                  </a:lnTo>
                  <a:lnTo>
                    <a:pt x="40" y="8"/>
                  </a:lnTo>
                  <a:lnTo>
                    <a:pt x="47" y="9"/>
                  </a:lnTo>
                  <a:lnTo>
                    <a:pt x="53" y="12"/>
                  </a:lnTo>
                  <a:lnTo>
                    <a:pt x="58" y="14"/>
                  </a:lnTo>
                  <a:lnTo>
                    <a:pt x="64" y="15"/>
                  </a:lnTo>
                  <a:lnTo>
                    <a:pt x="66" y="16"/>
                  </a:lnTo>
                  <a:lnTo>
                    <a:pt x="65" y="12"/>
                  </a:lnTo>
                  <a:lnTo>
                    <a:pt x="67" y="5"/>
                  </a:lnTo>
                  <a:lnTo>
                    <a:pt x="71" y="1"/>
                  </a:lnTo>
                  <a:lnTo>
                    <a:pt x="76" y="0"/>
                  </a:lnTo>
                  <a:lnTo>
                    <a:pt x="79" y="1"/>
                  </a:lnTo>
                  <a:lnTo>
                    <a:pt x="85" y="3"/>
                  </a:lnTo>
                  <a:lnTo>
                    <a:pt x="90" y="6"/>
                  </a:lnTo>
                  <a:lnTo>
                    <a:pt x="96" y="8"/>
                  </a:lnTo>
                  <a:lnTo>
                    <a:pt x="100" y="8"/>
                  </a:lnTo>
                  <a:lnTo>
                    <a:pt x="103" y="6"/>
                  </a:lnTo>
                  <a:lnTo>
                    <a:pt x="109" y="6"/>
                  </a:lnTo>
                  <a:lnTo>
                    <a:pt x="115" y="6"/>
                  </a:lnTo>
                  <a:lnTo>
                    <a:pt x="120" y="4"/>
                  </a:lnTo>
                  <a:lnTo>
                    <a:pt x="125" y="7"/>
                  </a:lnTo>
                  <a:lnTo>
                    <a:pt x="130" y="8"/>
                  </a:lnTo>
                  <a:lnTo>
                    <a:pt x="139" y="8"/>
                  </a:lnTo>
                  <a:lnTo>
                    <a:pt x="144" y="7"/>
                  </a:lnTo>
                  <a:lnTo>
                    <a:pt x="151" y="9"/>
                  </a:lnTo>
                  <a:lnTo>
                    <a:pt x="155" y="9"/>
                  </a:lnTo>
                  <a:lnTo>
                    <a:pt x="156" y="12"/>
                  </a:lnTo>
                  <a:lnTo>
                    <a:pt x="158" y="13"/>
                  </a:lnTo>
                  <a:lnTo>
                    <a:pt x="159" y="16"/>
                  </a:lnTo>
                  <a:lnTo>
                    <a:pt x="164" y="16"/>
                  </a:lnTo>
                  <a:lnTo>
                    <a:pt x="167" y="17"/>
                  </a:lnTo>
                  <a:lnTo>
                    <a:pt x="170" y="21"/>
                  </a:lnTo>
                  <a:lnTo>
                    <a:pt x="170" y="23"/>
                  </a:lnTo>
                  <a:lnTo>
                    <a:pt x="170" y="24"/>
                  </a:lnTo>
                  <a:lnTo>
                    <a:pt x="168" y="25"/>
                  </a:lnTo>
                  <a:lnTo>
                    <a:pt x="161" y="28"/>
                  </a:lnTo>
                  <a:lnTo>
                    <a:pt x="151" y="31"/>
                  </a:lnTo>
                  <a:lnTo>
                    <a:pt x="148" y="32"/>
                  </a:lnTo>
                  <a:lnTo>
                    <a:pt x="145" y="35"/>
                  </a:lnTo>
                  <a:lnTo>
                    <a:pt x="141" y="42"/>
                  </a:lnTo>
                  <a:lnTo>
                    <a:pt x="137" y="45"/>
                  </a:lnTo>
                  <a:lnTo>
                    <a:pt x="133" y="46"/>
                  </a:lnTo>
                  <a:lnTo>
                    <a:pt x="130" y="46"/>
                  </a:lnTo>
                  <a:lnTo>
                    <a:pt x="121" y="44"/>
                  </a:lnTo>
                  <a:lnTo>
                    <a:pt x="119" y="44"/>
                  </a:lnTo>
                  <a:lnTo>
                    <a:pt x="116" y="49"/>
                  </a:lnTo>
                  <a:lnTo>
                    <a:pt x="113" y="56"/>
                  </a:lnTo>
                  <a:lnTo>
                    <a:pt x="111" y="58"/>
                  </a:lnTo>
                  <a:lnTo>
                    <a:pt x="105" y="59"/>
                  </a:lnTo>
                  <a:lnTo>
                    <a:pt x="101" y="61"/>
                  </a:lnTo>
                  <a:lnTo>
                    <a:pt x="99" y="60"/>
                  </a:lnTo>
                  <a:lnTo>
                    <a:pt x="97" y="55"/>
                  </a:lnTo>
                  <a:lnTo>
                    <a:pt x="97" y="54"/>
                  </a:lnTo>
                  <a:lnTo>
                    <a:pt x="94" y="54"/>
                  </a:lnTo>
                  <a:lnTo>
                    <a:pt x="82" y="61"/>
                  </a:lnTo>
                  <a:lnTo>
                    <a:pt x="72" y="68"/>
                  </a:lnTo>
                  <a:lnTo>
                    <a:pt x="70" y="69"/>
                  </a:lnTo>
                  <a:lnTo>
                    <a:pt x="69" y="71"/>
                  </a:lnTo>
                  <a:lnTo>
                    <a:pt x="68" y="78"/>
                  </a:lnTo>
                  <a:lnTo>
                    <a:pt x="67" y="77"/>
                  </a:lnTo>
                  <a:lnTo>
                    <a:pt x="65" y="78"/>
                  </a:lnTo>
                  <a:lnTo>
                    <a:pt x="63" y="80"/>
                  </a:lnTo>
                  <a:lnTo>
                    <a:pt x="59" y="80"/>
                  </a:lnTo>
                  <a:lnTo>
                    <a:pt x="54" y="79"/>
                  </a:lnTo>
                  <a:lnTo>
                    <a:pt x="48" y="81"/>
                  </a:lnTo>
                  <a:lnTo>
                    <a:pt x="47" y="83"/>
                  </a:lnTo>
                  <a:lnTo>
                    <a:pt x="46" y="83"/>
                  </a:lnTo>
                  <a:lnTo>
                    <a:pt x="44" y="80"/>
                  </a:lnTo>
                  <a:lnTo>
                    <a:pt x="42" y="80"/>
                  </a:lnTo>
                  <a:lnTo>
                    <a:pt x="39" y="82"/>
                  </a:lnTo>
                  <a:lnTo>
                    <a:pt x="39" y="80"/>
                  </a:lnTo>
                  <a:lnTo>
                    <a:pt x="38" y="78"/>
                  </a:lnTo>
                  <a:lnTo>
                    <a:pt x="35" y="77"/>
                  </a:lnTo>
                  <a:lnTo>
                    <a:pt x="35" y="76"/>
                  </a:lnTo>
                  <a:lnTo>
                    <a:pt x="33" y="75"/>
                  </a:lnTo>
                  <a:lnTo>
                    <a:pt x="31" y="77"/>
                  </a:lnTo>
                  <a:lnTo>
                    <a:pt x="28" y="77"/>
                  </a:lnTo>
                  <a:lnTo>
                    <a:pt x="28" y="79"/>
                  </a:lnTo>
                  <a:lnTo>
                    <a:pt x="26" y="80"/>
                  </a:lnTo>
                  <a:lnTo>
                    <a:pt x="23" y="79"/>
                  </a:lnTo>
                  <a:lnTo>
                    <a:pt x="23" y="77"/>
                  </a:lnTo>
                  <a:lnTo>
                    <a:pt x="22" y="76"/>
                  </a:lnTo>
                  <a:lnTo>
                    <a:pt x="19" y="75"/>
                  </a:lnTo>
                  <a:lnTo>
                    <a:pt x="16" y="76"/>
                  </a:lnTo>
                  <a:lnTo>
                    <a:pt x="15" y="76"/>
                  </a:lnTo>
                  <a:lnTo>
                    <a:pt x="10" y="76"/>
                  </a:lnTo>
                  <a:lnTo>
                    <a:pt x="5" y="76"/>
                  </a:lnTo>
                  <a:lnTo>
                    <a:pt x="2" y="76"/>
                  </a:lnTo>
                  <a:lnTo>
                    <a:pt x="1" y="75"/>
                  </a:lnTo>
                  <a:lnTo>
                    <a:pt x="0" y="74"/>
                  </a:lnTo>
                  <a:lnTo>
                    <a:pt x="0" y="71"/>
                  </a:lnTo>
                  <a:lnTo>
                    <a:pt x="0" y="69"/>
                  </a:lnTo>
                  <a:lnTo>
                    <a:pt x="2" y="68"/>
                  </a:lnTo>
                  <a:lnTo>
                    <a:pt x="3" y="69"/>
                  </a:lnTo>
                  <a:lnTo>
                    <a:pt x="4" y="69"/>
                  </a:lnTo>
                  <a:lnTo>
                    <a:pt x="3" y="67"/>
                  </a:lnTo>
                  <a:lnTo>
                    <a:pt x="4" y="65"/>
                  </a:lnTo>
                  <a:lnTo>
                    <a:pt x="5" y="65"/>
                  </a:lnTo>
                  <a:lnTo>
                    <a:pt x="12" y="63"/>
                  </a:lnTo>
                  <a:lnTo>
                    <a:pt x="16" y="64"/>
                  </a:lnTo>
                  <a:lnTo>
                    <a:pt x="19" y="66"/>
                  </a:lnTo>
                  <a:lnTo>
                    <a:pt x="20" y="68"/>
                  </a:lnTo>
                  <a:lnTo>
                    <a:pt x="21" y="68"/>
                  </a:lnTo>
                  <a:lnTo>
                    <a:pt x="21" y="65"/>
                  </a:lnTo>
                  <a:lnTo>
                    <a:pt x="24" y="63"/>
                  </a:lnTo>
                  <a:lnTo>
                    <a:pt x="27" y="6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0" name="Freeform 19">
              <a:extLst>
                <a:ext uri="{FF2B5EF4-FFF2-40B4-BE49-F238E27FC236}">
                  <a16:creationId xmlns:a16="http://schemas.microsoft.com/office/drawing/2014/main" id="{308A14E3-6104-86F9-8D63-49F7DEF12CD3}"/>
                </a:ext>
              </a:extLst>
            </p:cNvPr>
            <p:cNvSpPr>
              <a:spLocks/>
            </p:cNvSpPr>
            <p:nvPr/>
          </p:nvSpPr>
          <p:spPr bwMode="gray">
            <a:xfrm>
              <a:off x="3953719" y="3673561"/>
              <a:ext cx="200714" cy="149249"/>
            </a:xfrm>
            <a:custGeom>
              <a:avLst/>
              <a:gdLst>
                <a:gd name="T0" fmla="*/ 105 w 117"/>
                <a:gd name="T1" fmla="*/ 76 h 87"/>
                <a:gd name="T2" fmla="*/ 93 w 117"/>
                <a:gd name="T3" fmla="*/ 78 h 87"/>
                <a:gd name="T4" fmla="*/ 91 w 117"/>
                <a:gd name="T5" fmla="*/ 75 h 87"/>
                <a:gd name="T6" fmla="*/ 77 w 117"/>
                <a:gd name="T7" fmla="*/ 83 h 87"/>
                <a:gd name="T8" fmla="*/ 65 w 117"/>
                <a:gd name="T9" fmla="*/ 87 h 87"/>
                <a:gd name="T10" fmla="*/ 61 w 117"/>
                <a:gd name="T11" fmla="*/ 83 h 87"/>
                <a:gd name="T12" fmla="*/ 61 w 117"/>
                <a:gd name="T13" fmla="*/ 68 h 87"/>
                <a:gd name="T14" fmla="*/ 57 w 117"/>
                <a:gd name="T15" fmla="*/ 65 h 87"/>
                <a:gd name="T16" fmla="*/ 53 w 117"/>
                <a:gd name="T17" fmla="*/ 55 h 87"/>
                <a:gd name="T18" fmla="*/ 47 w 117"/>
                <a:gd name="T19" fmla="*/ 60 h 87"/>
                <a:gd name="T20" fmla="*/ 44 w 117"/>
                <a:gd name="T21" fmla="*/ 69 h 87"/>
                <a:gd name="T22" fmla="*/ 38 w 117"/>
                <a:gd name="T23" fmla="*/ 73 h 87"/>
                <a:gd name="T24" fmla="*/ 32 w 117"/>
                <a:gd name="T25" fmla="*/ 73 h 87"/>
                <a:gd name="T26" fmla="*/ 28 w 117"/>
                <a:gd name="T27" fmla="*/ 80 h 87"/>
                <a:gd name="T28" fmla="*/ 18 w 117"/>
                <a:gd name="T29" fmla="*/ 78 h 87"/>
                <a:gd name="T30" fmla="*/ 7 w 117"/>
                <a:gd name="T31" fmla="*/ 85 h 87"/>
                <a:gd name="T32" fmla="*/ 4 w 117"/>
                <a:gd name="T33" fmla="*/ 83 h 87"/>
                <a:gd name="T34" fmla="*/ 9 w 117"/>
                <a:gd name="T35" fmla="*/ 69 h 87"/>
                <a:gd name="T36" fmla="*/ 16 w 117"/>
                <a:gd name="T37" fmla="*/ 59 h 87"/>
                <a:gd name="T38" fmla="*/ 11 w 117"/>
                <a:gd name="T39" fmla="*/ 50 h 87"/>
                <a:gd name="T40" fmla="*/ 11 w 117"/>
                <a:gd name="T41" fmla="*/ 42 h 87"/>
                <a:gd name="T42" fmla="*/ 4 w 117"/>
                <a:gd name="T43" fmla="*/ 40 h 87"/>
                <a:gd name="T44" fmla="*/ 1 w 117"/>
                <a:gd name="T45" fmla="*/ 32 h 87"/>
                <a:gd name="T46" fmla="*/ 16 w 117"/>
                <a:gd name="T47" fmla="*/ 31 h 87"/>
                <a:gd name="T48" fmla="*/ 20 w 117"/>
                <a:gd name="T49" fmla="*/ 24 h 87"/>
                <a:gd name="T50" fmla="*/ 23 w 117"/>
                <a:gd name="T51" fmla="*/ 21 h 87"/>
                <a:gd name="T52" fmla="*/ 20 w 117"/>
                <a:gd name="T53" fmla="*/ 20 h 87"/>
                <a:gd name="T54" fmla="*/ 26 w 117"/>
                <a:gd name="T55" fmla="*/ 17 h 87"/>
                <a:gd name="T56" fmla="*/ 30 w 117"/>
                <a:gd name="T57" fmla="*/ 13 h 87"/>
                <a:gd name="T58" fmla="*/ 31 w 117"/>
                <a:gd name="T59" fmla="*/ 5 h 87"/>
                <a:gd name="T60" fmla="*/ 36 w 117"/>
                <a:gd name="T61" fmla="*/ 9 h 87"/>
                <a:gd name="T62" fmla="*/ 46 w 117"/>
                <a:gd name="T63" fmla="*/ 2 h 87"/>
                <a:gd name="T64" fmla="*/ 52 w 117"/>
                <a:gd name="T65" fmla="*/ 6 h 87"/>
                <a:gd name="T66" fmla="*/ 46 w 117"/>
                <a:gd name="T67" fmla="*/ 12 h 87"/>
                <a:gd name="T68" fmla="*/ 50 w 117"/>
                <a:gd name="T69" fmla="*/ 17 h 87"/>
                <a:gd name="T70" fmla="*/ 53 w 117"/>
                <a:gd name="T71" fmla="*/ 18 h 87"/>
                <a:gd name="T72" fmla="*/ 49 w 117"/>
                <a:gd name="T73" fmla="*/ 23 h 87"/>
                <a:gd name="T74" fmla="*/ 41 w 117"/>
                <a:gd name="T75" fmla="*/ 18 h 87"/>
                <a:gd name="T76" fmla="*/ 32 w 117"/>
                <a:gd name="T77" fmla="*/ 22 h 87"/>
                <a:gd name="T78" fmla="*/ 31 w 117"/>
                <a:gd name="T79" fmla="*/ 23 h 87"/>
                <a:gd name="T80" fmla="*/ 29 w 117"/>
                <a:gd name="T81" fmla="*/ 29 h 87"/>
                <a:gd name="T82" fmla="*/ 34 w 117"/>
                <a:gd name="T83" fmla="*/ 31 h 87"/>
                <a:gd name="T84" fmla="*/ 45 w 117"/>
                <a:gd name="T85" fmla="*/ 31 h 87"/>
                <a:gd name="T86" fmla="*/ 52 w 117"/>
                <a:gd name="T87" fmla="*/ 32 h 87"/>
                <a:gd name="T88" fmla="*/ 57 w 117"/>
                <a:gd name="T89" fmla="*/ 34 h 87"/>
                <a:gd name="T90" fmla="*/ 62 w 117"/>
                <a:gd name="T91" fmla="*/ 30 h 87"/>
                <a:gd name="T92" fmla="*/ 67 w 117"/>
                <a:gd name="T93" fmla="*/ 33 h 87"/>
                <a:gd name="T94" fmla="*/ 68 w 117"/>
                <a:gd name="T95" fmla="*/ 37 h 87"/>
                <a:gd name="T96" fmla="*/ 75 w 117"/>
                <a:gd name="T97" fmla="*/ 38 h 87"/>
                <a:gd name="T98" fmla="*/ 83 w 117"/>
                <a:gd name="T99" fmla="*/ 34 h 87"/>
                <a:gd name="T100" fmla="*/ 94 w 117"/>
                <a:gd name="T101" fmla="*/ 33 h 87"/>
                <a:gd name="T102" fmla="*/ 97 w 117"/>
                <a:gd name="T103" fmla="*/ 34 h 87"/>
                <a:gd name="T104" fmla="*/ 97 w 117"/>
                <a:gd name="T105" fmla="*/ 48 h 87"/>
                <a:gd name="T106" fmla="*/ 104 w 117"/>
                <a:gd name="T107" fmla="*/ 50 h 87"/>
                <a:gd name="T108" fmla="*/ 112 w 117"/>
                <a:gd name="T109" fmla="*/ 52 h 87"/>
                <a:gd name="T110" fmla="*/ 114 w 117"/>
                <a:gd name="T111" fmla="*/ 61 h 87"/>
                <a:gd name="T112" fmla="*/ 115 w 117"/>
                <a:gd name="T113" fmla="*/ 66 h 87"/>
                <a:gd name="T114" fmla="*/ 117 w 117"/>
                <a:gd name="T115" fmla="*/ 73 h 87"/>
                <a:gd name="T116" fmla="*/ 113 w 117"/>
                <a:gd name="T117" fmla="*/ 78 h 87"/>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7"/>
                <a:gd name="T178" fmla="*/ 0 h 87"/>
                <a:gd name="T179" fmla="*/ 117 w 117"/>
                <a:gd name="T180" fmla="*/ 87 h 87"/>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7" h="87">
                  <a:moveTo>
                    <a:pt x="113" y="78"/>
                  </a:moveTo>
                  <a:lnTo>
                    <a:pt x="108" y="76"/>
                  </a:lnTo>
                  <a:lnTo>
                    <a:pt x="105" y="76"/>
                  </a:lnTo>
                  <a:lnTo>
                    <a:pt x="103" y="74"/>
                  </a:lnTo>
                  <a:lnTo>
                    <a:pt x="99" y="77"/>
                  </a:lnTo>
                  <a:lnTo>
                    <a:pt x="93" y="78"/>
                  </a:lnTo>
                  <a:lnTo>
                    <a:pt x="92" y="77"/>
                  </a:lnTo>
                  <a:lnTo>
                    <a:pt x="93" y="76"/>
                  </a:lnTo>
                  <a:lnTo>
                    <a:pt x="91" y="75"/>
                  </a:lnTo>
                  <a:lnTo>
                    <a:pt x="86" y="75"/>
                  </a:lnTo>
                  <a:lnTo>
                    <a:pt x="81" y="78"/>
                  </a:lnTo>
                  <a:lnTo>
                    <a:pt x="77" y="83"/>
                  </a:lnTo>
                  <a:lnTo>
                    <a:pt x="73" y="83"/>
                  </a:lnTo>
                  <a:lnTo>
                    <a:pt x="68" y="87"/>
                  </a:lnTo>
                  <a:lnTo>
                    <a:pt x="65" y="87"/>
                  </a:lnTo>
                  <a:lnTo>
                    <a:pt x="62" y="87"/>
                  </a:lnTo>
                  <a:lnTo>
                    <a:pt x="62" y="86"/>
                  </a:lnTo>
                  <a:lnTo>
                    <a:pt x="61" y="83"/>
                  </a:lnTo>
                  <a:lnTo>
                    <a:pt x="59" y="79"/>
                  </a:lnTo>
                  <a:lnTo>
                    <a:pt x="61" y="74"/>
                  </a:lnTo>
                  <a:lnTo>
                    <a:pt x="61" y="68"/>
                  </a:lnTo>
                  <a:lnTo>
                    <a:pt x="62" y="66"/>
                  </a:lnTo>
                  <a:lnTo>
                    <a:pt x="60" y="64"/>
                  </a:lnTo>
                  <a:lnTo>
                    <a:pt x="57" y="65"/>
                  </a:lnTo>
                  <a:lnTo>
                    <a:pt x="58" y="59"/>
                  </a:lnTo>
                  <a:lnTo>
                    <a:pt x="54" y="55"/>
                  </a:lnTo>
                  <a:lnTo>
                    <a:pt x="53" y="55"/>
                  </a:lnTo>
                  <a:lnTo>
                    <a:pt x="50" y="55"/>
                  </a:lnTo>
                  <a:lnTo>
                    <a:pt x="48" y="56"/>
                  </a:lnTo>
                  <a:lnTo>
                    <a:pt x="47" y="60"/>
                  </a:lnTo>
                  <a:lnTo>
                    <a:pt x="44" y="63"/>
                  </a:lnTo>
                  <a:lnTo>
                    <a:pt x="44" y="67"/>
                  </a:lnTo>
                  <a:lnTo>
                    <a:pt x="44" y="69"/>
                  </a:lnTo>
                  <a:lnTo>
                    <a:pt x="42" y="71"/>
                  </a:lnTo>
                  <a:lnTo>
                    <a:pt x="39" y="73"/>
                  </a:lnTo>
                  <a:lnTo>
                    <a:pt x="38" y="73"/>
                  </a:lnTo>
                  <a:lnTo>
                    <a:pt x="34" y="71"/>
                  </a:lnTo>
                  <a:lnTo>
                    <a:pt x="32" y="72"/>
                  </a:lnTo>
                  <a:lnTo>
                    <a:pt x="32" y="73"/>
                  </a:lnTo>
                  <a:lnTo>
                    <a:pt x="32" y="76"/>
                  </a:lnTo>
                  <a:lnTo>
                    <a:pt x="30" y="79"/>
                  </a:lnTo>
                  <a:lnTo>
                    <a:pt x="28" y="80"/>
                  </a:lnTo>
                  <a:lnTo>
                    <a:pt x="25" y="80"/>
                  </a:lnTo>
                  <a:lnTo>
                    <a:pt x="21" y="78"/>
                  </a:lnTo>
                  <a:lnTo>
                    <a:pt x="18" y="78"/>
                  </a:lnTo>
                  <a:lnTo>
                    <a:pt x="15" y="81"/>
                  </a:lnTo>
                  <a:lnTo>
                    <a:pt x="10" y="84"/>
                  </a:lnTo>
                  <a:lnTo>
                    <a:pt x="7" y="85"/>
                  </a:lnTo>
                  <a:lnTo>
                    <a:pt x="5" y="85"/>
                  </a:lnTo>
                  <a:lnTo>
                    <a:pt x="4" y="84"/>
                  </a:lnTo>
                  <a:lnTo>
                    <a:pt x="4" y="83"/>
                  </a:lnTo>
                  <a:lnTo>
                    <a:pt x="7" y="76"/>
                  </a:lnTo>
                  <a:lnTo>
                    <a:pt x="6" y="72"/>
                  </a:lnTo>
                  <a:lnTo>
                    <a:pt x="9" y="69"/>
                  </a:lnTo>
                  <a:lnTo>
                    <a:pt x="11" y="65"/>
                  </a:lnTo>
                  <a:lnTo>
                    <a:pt x="15" y="61"/>
                  </a:lnTo>
                  <a:lnTo>
                    <a:pt x="16" y="59"/>
                  </a:lnTo>
                  <a:lnTo>
                    <a:pt x="15" y="57"/>
                  </a:lnTo>
                  <a:lnTo>
                    <a:pt x="11" y="54"/>
                  </a:lnTo>
                  <a:lnTo>
                    <a:pt x="11" y="50"/>
                  </a:lnTo>
                  <a:lnTo>
                    <a:pt x="11" y="46"/>
                  </a:lnTo>
                  <a:lnTo>
                    <a:pt x="12" y="44"/>
                  </a:lnTo>
                  <a:lnTo>
                    <a:pt x="11" y="42"/>
                  </a:lnTo>
                  <a:lnTo>
                    <a:pt x="8" y="42"/>
                  </a:lnTo>
                  <a:lnTo>
                    <a:pt x="5" y="42"/>
                  </a:lnTo>
                  <a:lnTo>
                    <a:pt x="4" y="40"/>
                  </a:lnTo>
                  <a:lnTo>
                    <a:pt x="2" y="39"/>
                  </a:lnTo>
                  <a:lnTo>
                    <a:pt x="0" y="36"/>
                  </a:lnTo>
                  <a:lnTo>
                    <a:pt x="1" y="32"/>
                  </a:lnTo>
                  <a:lnTo>
                    <a:pt x="4" y="29"/>
                  </a:lnTo>
                  <a:lnTo>
                    <a:pt x="8" y="30"/>
                  </a:lnTo>
                  <a:lnTo>
                    <a:pt x="16" y="31"/>
                  </a:lnTo>
                  <a:lnTo>
                    <a:pt x="18" y="30"/>
                  </a:lnTo>
                  <a:lnTo>
                    <a:pt x="18" y="26"/>
                  </a:lnTo>
                  <a:lnTo>
                    <a:pt x="20" y="24"/>
                  </a:lnTo>
                  <a:lnTo>
                    <a:pt x="21" y="24"/>
                  </a:lnTo>
                  <a:lnTo>
                    <a:pt x="22" y="21"/>
                  </a:lnTo>
                  <a:lnTo>
                    <a:pt x="23" y="21"/>
                  </a:lnTo>
                  <a:lnTo>
                    <a:pt x="25" y="20"/>
                  </a:lnTo>
                  <a:lnTo>
                    <a:pt x="24" y="19"/>
                  </a:lnTo>
                  <a:lnTo>
                    <a:pt x="20" y="20"/>
                  </a:lnTo>
                  <a:lnTo>
                    <a:pt x="18" y="18"/>
                  </a:lnTo>
                  <a:lnTo>
                    <a:pt x="22" y="18"/>
                  </a:lnTo>
                  <a:lnTo>
                    <a:pt x="26" y="17"/>
                  </a:lnTo>
                  <a:lnTo>
                    <a:pt x="29" y="18"/>
                  </a:lnTo>
                  <a:lnTo>
                    <a:pt x="30" y="16"/>
                  </a:lnTo>
                  <a:lnTo>
                    <a:pt x="30" y="13"/>
                  </a:lnTo>
                  <a:lnTo>
                    <a:pt x="29" y="10"/>
                  </a:lnTo>
                  <a:lnTo>
                    <a:pt x="31" y="8"/>
                  </a:lnTo>
                  <a:lnTo>
                    <a:pt x="31" y="5"/>
                  </a:lnTo>
                  <a:lnTo>
                    <a:pt x="33" y="5"/>
                  </a:lnTo>
                  <a:lnTo>
                    <a:pt x="34" y="7"/>
                  </a:lnTo>
                  <a:lnTo>
                    <a:pt x="36" y="9"/>
                  </a:lnTo>
                  <a:lnTo>
                    <a:pt x="38" y="8"/>
                  </a:lnTo>
                  <a:lnTo>
                    <a:pt x="43" y="6"/>
                  </a:lnTo>
                  <a:lnTo>
                    <a:pt x="46" y="2"/>
                  </a:lnTo>
                  <a:lnTo>
                    <a:pt x="47" y="0"/>
                  </a:lnTo>
                  <a:lnTo>
                    <a:pt x="50" y="4"/>
                  </a:lnTo>
                  <a:lnTo>
                    <a:pt x="52" y="6"/>
                  </a:lnTo>
                  <a:lnTo>
                    <a:pt x="51" y="8"/>
                  </a:lnTo>
                  <a:lnTo>
                    <a:pt x="48" y="11"/>
                  </a:lnTo>
                  <a:lnTo>
                    <a:pt x="46" y="12"/>
                  </a:lnTo>
                  <a:lnTo>
                    <a:pt x="47" y="14"/>
                  </a:lnTo>
                  <a:lnTo>
                    <a:pt x="49" y="15"/>
                  </a:lnTo>
                  <a:lnTo>
                    <a:pt x="50" y="17"/>
                  </a:lnTo>
                  <a:lnTo>
                    <a:pt x="53" y="17"/>
                  </a:lnTo>
                  <a:lnTo>
                    <a:pt x="56" y="17"/>
                  </a:lnTo>
                  <a:lnTo>
                    <a:pt x="53" y="18"/>
                  </a:lnTo>
                  <a:lnTo>
                    <a:pt x="50" y="20"/>
                  </a:lnTo>
                  <a:lnTo>
                    <a:pt x="50" y="23"/>
                  </a:lnTo>
                  <a:lnTo>
                    <a:pt x="49" y="23"/>
                  </a:lnTo>
                  <a:lnTo>
                    <a:pt x="48" y="21"/>
                  </a:lnTo>
                  <a:lnTo>
                    <a:pt x="45" y="19"/>
                  </a:lnTo>
                  <a:lnTo>
                    <a:pt x="41" y="18"/>
                  </a:lnTo>
                  <a:lnTo>
                    <a:pt x="34" y="20"/>
                  </a:lnTo>
                  <a:lnTo>
                    <a:pt x="33" y="20"/>
                  </a:lnTo>
                  <a:lnTo>
                    <a:pt x="32" y="22"/>
                  </a:lnTo>
                  <a:lnTo>
                    <a:pt x="33" y="24"/>
                  </a:lnTo>
                  <a:lnTo>
                    <a:pt x="32" y="24"/>
                  </a:lnTo>
                  <a:lnTo>
                    <a:pt x="31" y="23"/>
                  </a:lnTo>
                  <a:lnTo>
                    <a:pt x="29" y="24"/>
                  </a:lnTo>
                  <a:lnTo>
                    <a:pt x="29" y="26"/>
                  </a:lnTo>
                  <a:lnTo>
                    <a:pt x="29" y="29"/>
                  </a:lnTo>
                  <a:lnTo>
                    <a:pt x="30" y="30"/>
                  </a:lnTo>
                  <a:lnTo>
                    <a:pt x="31" y="31"/>
                  </a:lnTo>
                  <a:lnTo>
                    <a:pt x="34" y="31"/>
                  </a:lnTo>
                  <a:lnTo>
                    <a:pt x="39" y="31"/>
                  </a:lnTo>
                  <a:lnTo>
                    <a:pt x="44" y="31"/>
                  </a:lnTo>
                  <a:lnTo>
                    <a:pt x="45" y="31"/>
                  </a:lnTo>
                  <a:lnTo>
                    <a:pt x="48" y="30"/>
                  </a:lnTo>
                  <a:lnTo>
                    <a:pt x="51" y="31"/>
                  </a:lnTo>
                  <a:lnTo>
                    <a:pt x="52" y="32"/>
                  </a:lnTo>
                  <a:lnTo>
                    <a:pt x="52" y="34"/>
                  </a:lnTo>
                  <a:lnTo>
                    <a:pt x="55" y="35"/>
                  </a:lnTo>
                  <a:lnTo>
                    <a:pt x="57" y="34"/>
                  </a:lnTo>
                  <a:lnTo>
                    <a:pt x="57" y="32"/>
                  </a:lnTo>
                  <a:lnTo>
                    <a:pt x="60" y="32"/>
                  </a:lnTo>
                  <a:lnTo>
                    <a:pt x="62" y="30"/>
                  </a:lnTo>
                  <a:lnTo>
                    <a:pt x="64" y="31"/>
                  </a:lnTo>
                  <a:lnTo>
                    <a:pt x="64" y="32"/>
                  </a:lnTo>
                  <a:lnTo>
                    <a:pt x="67" y="33"/>
                  </a:lnTo>
                  <a:lnTo>
                    <a:pt x="68" y="35"/>
                  </a:lnTo>
                  <a:lnTo>
                    <a:pt x="68" y="37"/>
                  </a:lnTo>
                  <a:lnTo>
                    <a:pt x="71" y="35"/>
                  </a:lnTo>
                  <a:lnTo>
                    <a:pt x="73" y="35"/>
                  </a:lnTo>
                  <a:lnTo>
                    <a:pt x="75" y="38"/>
                  </a:lnTo>
                  <a:lnTo>
                    <a:pt x="76" y="38"/>
                  </a:lnTo>
                  <a:lnTo>
                    <a:pt x="77" y="36"/>
                  </a:lnTo>
                  <a:lnTo>
                    <a:pt x="83" y="34"/>
                  </a:lnTo>
                  <a:lnTo>
                    <a:pt x="88" y="35"/>
                  </a:lnTo>
                  <a:lnTo>
                    <a:pt x="92" y="35"/>
                  </a:lnTo>
                  <a:lnTo>
                    <a:pt x="94" y="33"/>
                  </a:lnTo>
                  <a:lnTo>
                    <a:pt x="96" y="32"/>
                  </a:lnTo>
                  <a:lnTo>
                    <a:pt x="97" y="33"/>
                  </a:lnTo>
                  <a:lnTo>
                    <a:pt x="97" y="34"/>
                  </a:lnTo>
                  <a:lnTo>
                    <a:pt x="98" y="43"/>
                  </a:lnTo>
                  <a:lnTo>
                    <a:pt x="96" y="45"/>
                  </a:lnTo>
                  <a:lnTo>
                    <a:pt x="97" y="48"/>
                  </a:lnTo>
                  <a:lnTo>
                    <a:pt x="99" y="52"/>
                  </a:lnTo>
                  <a:lnTo>
                    <a:pt x="102" y="51"/>
                  </a:lnTo>
                  <a:lnTo>
                    <a:pt x="104" y="50"/>
                  </a:lnTo>
                  <a:lnTo>
                    <a:pt x="106" y="50"/>
                  </a:lnTo>
                  <a:lnTo>
                    <a:pt x="110" y="51"/>
                  </a:lnTo>
                  <a:lnTo>
                    <a:pt x="112" y="52"/>
                  </a:lnTo>
                  <a:lnTo>
                    <a:pt x="114" y="56"/>
                  </a:lnTo>
                  <a:lnTo>
                    <a:pt x="114" y="59"/>
                  </a:lnTo>
                  <a:lnTo>
                    <a:pt x="114" y="61"/>
                  </a:lnTo>
                  <a:lnTo>
                    <a:pt x="115" y="61"/>
                  </a:lnTo>
                  <a:lnTo>
                    <a:pt x="116" y="62"/>
                  </a:lnTo>
                  <a:lnTo>
                    <a:pt x="115" y="66"/>
                  </a:lnTo>
                  <a:lnTo>
                    <a:pt x="117" y="68"/>
                  </a:lnTo>
                  <a:lnTo>
                    <a:pt x="116" y="71"/>
                  </a:lnTo>
                  <a:lnTo>
                    <a:pt x="117" y="73"/>
                  </a:lnTo>
                  <a:lnTo>
                    <a:pt x="116" y="74"/>
                  </a:lnTo>
                  <a:lnTo>
                    <a:pt x="115" y="77"/>
                  </a:lnTo>
                  <a:lnTo>
                    <a:pt x="113" y="78"/>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1" name="Freeform 20">
              <a:extLst>
                <a:ext uri="{FF2B5EF4-FFF2-40B4-BE49-F238E27FC236}">
                  <a16:creationId xmlns:a16="http://schemas.microsoft.com/office/drawing/2014/main" id="{98317526-E732-B60F-1B5D-D4E603F27342}"/>
                </a:ext>
              </a:extLst>
            </p:cNvPr>
            <p:cNvSpPr>
              <a:spLocks/>
            </p:cNvSpPr>
            <p:nvPr/>
          </p:nvSpPr>
          <p:spPr bwMode="gray">
            <a:xfrm>
              <a:off x="3953719" y="3673561"/>
              <a:ext cx="200714" cy="149249"/>
            </a:xfrm>
            <a:custGeom>
              <a:avLst/>
              <a:gdLst>
                <a:gd name="T0" fmla="*/ 105 w 117"/>
                <a:gd name="T1" fmla="*/ 76 h 87"/>
                <a:gd name="T2" fmla="*/ 93 w 117"/>
                <a:gd name="T3" fmla="*/ 78 h 87"/>
                <a:gd name="T4" fmla="*/ 91 w 117"/>
                <a:gd name="T5" fmla="*/ 75 h 87"/>
                <a:gd name="T6" fmla="*/ 77 w 117"/>
                <a:gd name="T7" fmla="*/ 83 h 87"/>
                <a:gd name="T8" fmla="*/ 65 w 117"/>
                <a:gd name="T9" fmla="*/ 87 h 87"/>
                <a:gd name="T10" fmla="*/ 61 w 117"/>
                <a:gd name="T11" fmla="*/ 83 h 87"/>
                <a:gd name="T12" fmla="*/ 61 w 117"/>
                <a:gd name="T13" fmla="*/ 68 h 87"/>
                <a:gd name="T14" fmla="*/ 57 w 117"/>
                <a:gd name="T15" fmla="*/ 65 h 87"/>
                <a:gd name="T16" fmla="*/ 53 w 117"/>
                <a:gd name="T17" fmla="*/ 55 h 87"/>
                <a:gd name="T18" fmla="*/ 47 w 117"/>
                <a:gd name="T19" fmla="*/ 60 h 87"/>
                <a:gd name="T20" fmla="*/ 44 w 117"/>
                <a:gd name="T21" fmla="*/ 69 h 87"/>
                <a:gd name="T22" fmla="*/ 38 w 117"/>
                <a:gd name="T23" fmla="*/ 73 h 87"/>
                <a:gd name="T24" fmla="*/ 32 w 117"/>
                <a:gd name="T25" fmla="*/ 73 h 87"/>
                <a:gd name="T26" fmla="*/ 28 w 117"/>
                <a:gd name="T27" fmla="*/ 80 h 87"/>
                <a:gd name="T28" fmla="*/ 18 w 117"/>
                <a:gd name="T29" fmla="*/ 78 h 87"/>
                <a:gd name="T30" fmla="*/ 7 w 117"/>
                <a:gd name="T31" fmla="*/ 85 h 87"/>
                <a:gd name="T32" fmla="*/ 4 w 117"/>
                <a:gd name="T33" fmla="*/ 83 h 87"/>
                <a:gd name="T34" fmla="*/ 9 w 117"/>
                <a:gd name="T35" fmla="*/ 69 h 87"/>
                <a:gd name="T36" fmla="*/ 16 w 117"/>
                <a:gd name="T37" fmla="*/ 59 h 87"/>
                <a:gd name="T38" fmla="*/ 11 w 117"/>
                <a:gd name="T39" fmla="*/ 50 h 87"/>
                <a:gd name="T40" fmla="*/ 11 w 117"/>
                <a:gd name="T41" fmla="*/ 42 h 87"/>
                <a:gd name="T42" fmla="*/ 4 w 117"/>
                <a:gd name="T43" fmla="*/ 40 h 87"/>
                <a:gd name="T44" fmla="*/ 1 w 117"/>
                <a:gd name="T45" fmla="*/ 32 h 87"/>
                <a:gd name="T46" fmla="*/ 16 w 117"/>
                <a:gd name="T47" fmla="*/ 31 h 87"/>
                <a:gd name="T48" fmla="*/ 20 w 117"/>
                <a:gd name="T49" fmla="*/ 24 h 87"/>
                <a:gd name="T50" fmla="*/ 23 w 117"/>
                <a:gd name="T51" fmla="*/ 21 h 87"/>
                <a:gd name="T52" fmla="*/ 20 w 117"/>
                <a:gd name="T53" fmla="*/ 20 h 87"/>
                <a:gd name="T54" fmla="*/ 26 w 117"/>
                <a:gd name="T55" fmla="*/ 17 h 87"/>
                <a:gd name="T56" fmla="*/ 30 w 117"/>
                <a:gd name="T57" fmla="*/ 13 h 87"/>
                <a:gd name="T58" fmla="*/ 31 w 117"/>
                <a:gd name="T59" fmla="*/ 5 h 87"/>
                <a:gd name="T60" fmla="*/ 36 w 117"/>
                <a:gd name="T61" fmla="*/ 9 h 87"/>
                <a:gd name="T62" fmla="*/ 46 w 117"/>
                <a:gd name="T63" fmla="*/ 2 h 87"/>
                <a:gd name="T64" fmla="*/ 52 w 117"/>
                <a:gd name="T65" fmla="*/ 6 h 87"/>
                <a:gd name="T66" fmla="*/ 46 w 117"/>
                <a:gd name="T67" fmla="*/ 12 h 87"/>
                <a:gd name="T68" fmla="*/ 50 w 117"/>
                <a:gd name="T69" fmla="*/ 17 h 87"/>
                <a:gd name="T70" fmla="*/ 53 w 117"/>
                <a:gd name="T71" fmla="*/ 18 h 87"/>
                <a:gd name="T72" fmla="*/ 49 w 117"/>
                <a:gd name="T73" fmla="*/ 23 h 87"/>
                <a:gd name="T74" fmla="*/ 41 w 117"/>
                <a:gd name="T75" fmla="*/ 18 h 87"/>
                <a:gd name="T76" fmla="*/ 32 w 117"/>
                <a:gd name="T77" fmla="*/ 22 h 87"/>
                <a:gd name="T78" fmla="*/ 31 w 117"/>
                <a:gd name="T79" fmla="*/ 23 h 87"/>
                <a:gd name="T80" fmla="*/ 29 w 117"/>
                <a:gd name="T81" fmla="*/ 29 h 87"/>
                <a:gd name="T82" fmla="*/ 34 w 117"/>
                <a:gd name="T83" fmla="*/ 31 h 87"/>
                <a:gd name="T84" fmla="*/ 45 w 117"/>
                <a:gd name="T85" fmla="*/ 31 h 87"/>
                <a:gd name="T86" fmla="*/ 52 w 117"/>
                <a:gd name="T87" fmla="*/ 32 h 87"/>
                <a:gd name="T88" fmla="*/ 57 w 117"/>
                <a:gd name="T89" fmla="*/ 34 h 87"/>
                <a:gd name="T90" fmla="*/ 62 w 117"/>
                <a:gd name="T91" fmla="*/ 30 h 87"/>
                <a:gd name="T92" fmla="*/ 67 w 117"/>
                <a:gd name="T93" fmla="*/ 33 h 87"/>
                <a:gd name="T94" fmla="*/ 68 w 117"/>
                <a:gd name="T95" fmla="*/ 37 h 87"/>
                <a:gd name="T96" fmla="*/ 75 w 117"/>
                <a:gd name="T97" fmla="*/ 38 h 87"/>
                <a:gd name="T98" fmla="*/ 83 w 117"/>
                <a:gd name="T99" fmla="*/ 34 h 87"/>
                <a:gd name="T100" fmla="*/ 94 w 117"/>
                <a:gd name="T101" fmla="*/ 33 h 87"/>
                <a:gd name="T102" fmla="*/ 97 w 117"/>
                <a:gd name="T103" fmla="*/ 34 h 87"/>
                <a:gd name="T104" fmla="*/ 97 w 117"/>
                <a:gd name="T105" fmla="*/ 48 h 87"/>
                <a:gd name="T106" fmla="*/ 104 w 117"/>
                <a:gd name="T107" fmla="*/ 50 h 87"/>
                <a:gd name="T108" fmla="*/ 112 w 117"/>
                <a:gd name="T109" fmla="*/ 52 h 87"/>
                <a:gd name="T110" fmla="*/ 114 w 117"/>
                <a:gd name="T111" fmla="*/ 61 h 87"/>
                <a:gd name="T112" fmla="*/ 115 w 117"/>
                <a:gd name="T113" fmla="*/ 66 h 87"/>
                <a:gd name="T114" fmla="*/ 117 w 117"/>
                <a:gd name="T115" fmla="*/ 73 h 87"/>
                <a:gd name="T116" fmla="*/ 113 w 117"/>
                <a:gd name="T117" fmla="*/ 78 h 87"/>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7"/>
                <a:gd name="T178" fmla="*/ 0 h 87"/>
                <a:gd name="T179" fmla="*/ 117 w 117"/>
                <a:gd name="T180" fmla="*/ 87 h 87"/>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7" h="87">
                  <a:moveTo>
                    <a:pt x="113" y="78"/>
                  </a:moveTo>
                  <a:lnTo>
                    <a:pt x="108" y="76"/>
                  </a:lnTo>
                  <a:lnTo>
                    <a:pt x="105" y="76"/>
                  </a:lnTo>
                  <a:lnTo>
                    <a:pt x="103" y="74"/>
                  </a:lnTo>
                  <a:lnTo>
                    <a:pt x="99" y="77"/>
                  </a:lnTo>
                  <a:lnTo>
                    <a:pt x="93" y="78"/>
                  </a:lnTo>
                  <a:lnTo>
                    <a:pt x="92" y="77"/>
                  </a:lnTo>
                  <a:lnTo>
                    <a:pt x="93" y="76"/>
                  </a:lnTo>
                  <a:lnTo>
                    <a:pt x="91" y="75"/>
                  </a:lnTo>
                  <a:lnTo>
                    <a:pt x="86" y="75"/>
                  </a:lnTo>
                  <a:lnTo>
                    <a:pt x="81" y="78"/>
                  </a:lnTo>
                  <a:lnTo>
                    <a:pt x="77" y="83"/>
                  </a:lnTo>
                  <a:lnTo>
                    <a:pt x="73" y="83"/>
                  </a:lnTo>
                  <a:lnTo>
                    <a:pt x="68" y="87"/>
                  </a:lnTo>
                  <a:lnTo>
                    <a:pt x="65" y="87"/>
                  </a:lnTo>
                  <a:lnTo>
                    <a:pt x="62" y="87"/>
                  </a:lnTo>
                  <a:lnTo>
                    <a:pt x="62" y="86"/>
                  </a:lnTo>
                  <a:lnTo>
                    <a:pt x="61" y="83"/>
                  </a:lnTo>
                  <a:lnTo>
                    <a:pt x="59" y="79"/>
                  </a:lnTo>
                  <a:lnTo>
                    <a:pt x="61" y="74"/>
                  </a:lnTo>
                  <a:lnTo>
                    <a:pt x="61" y="68"/>
                  </a:lnTo>
                  <a:lnTo>
                    <a:pt x="62" y="66"/>
                  </a:lnTo>
                  <a:lnTo>
                    <a:pt x="60" y="64"/>
                  </a:lnTo>
                  <a:lnTo>
                    <a:pt x="57" y="65"/>
                  </a:lnTo>
                  <a:lnTo>
                    <a:pt x="58" y="59"/>
                  </a:lnTo>
                  <a:lnTo>
                    <a:pt x="54" y="55"/>
                  </a:lnTo>
                  <a:lnTo>
                    <a:pt x="53" y="55"/>
                  </a:lnTo>
                  <a:lnTo>
                    <a:pt x="50" y="55"/>
                  </a:lnTo>
                  <a:lnTo>
                    <a:pt x="48" y="56"/>
                  </a:lnTo>
                  <a:lnTo>
                    <a:pt x="47" y="60"/>
                  </a:lnTo>
                  <a:lnTo>
                    <a:pt x="44" y="63"/>
                  </a:lnTo>
                  <a:lnTo>
                    <a:pt x="44" y="67"/>
                  </a:lnTo>
                  <a:lnTo>
                    <a:pt x="44" y="69"/>
                  </a:lnTo>
                  <a:lnTo>
                    <a:pt x="42" y="71"/>
                  </a:lnTo>
                  <a:lnTo>
                    <a:pt x="39" y="73"/>
                  </a:lnTo>
                  <a:lnTo>
                    <a:pt x="38" y="73"/>
                  </a:lnTo>
                  <a:lnTo>
                    <a:pt x="34" y="71"/>
                  </a:lnTo>
                  <a:lnTo>
                    <a:pt x="32" y="72"/>
                  </a:lnTo>
                  <a:lnTo>
                    <a:pt x="32" y="73"/>
                  </a:lnTo>
                  <a:lnTo>
                    <a:pt x="32" y="76"/>
                  </a:lnTo>
                  <a:lnTo>
                    <a:pt x="30" y="79"/>
                  </a:lnTo>
                  <a:lnTo>
                    <a:pt x="28" y="80"/>
                  </a:lnTo>
                  <a:lnTo>
                    <a:pt x="25" y="80"/>
                  </a:lnTo>
                  <a:lnTo>
                    <a:pt x="21" y="78"/>
                  </a:lnTo>
                  <a:lnTo>
                    <a:pt x="18" y="78"/>
                  </a:lnTo>
                  <a:lnTo>
                    <a:pt x="15" y="81"/>
                  </a:lnTo>
                  <a:lnTo>
                    <a:pt x="10" y="84"/>
                  </a:lnTo>
                  <a:lnTo>
                    <a:pt x="7" y="85"/>
                  </a:lnTo>
                  <a:lnTo>
                    <a:pt x="5" y="85"/>
                  </a:lnTo>
                  <a:lnTo>
                    <a:pt x="4" y="84"/>
                  </a:lnTo>
                  <a:lnTo>
                    <a:pt x="4" y="83"/>
                  </a:lnTo>
                  <a:lnTo>
                    <a:pt x="7" y="76"/>
                  </a:lnTo>
                  <a:lnTo>
                    <a:pt x="6" y="72"/>
                  </a:lnTo>
                  <a:lnTo>
                    <a:pt x="9" y="69"/>
                  </a:lnTo>
                  <a:lnTo>
                    <a:pt x="11" y="65"/>
                  </a:lnTo>
                  <a:lnTo>
                    <a:pt x="15" y="61"/>
                  </a:lnTo>
                  <a:lnTo>
                    <a:pt x="16" y="59"/>
                  </a:lnTo>
                  <a:lnTo>
                    <a:pt x="15" y="57"/>
                  </a:lnTo>
                  <a:lnTo>
                    <a:pt x="11" y="54"/>
                  </a:lnTo>
                  <a:lnTo>
                    <a:pt x="11" y="50"/>
                  </a:lnTo>
                  <a:lnTo>
                    <a:pt x="11" y="46"/>
                  </a:lnTo>
                  <a:lnTo>
                    <a:pt x="12" y="44"/>
                  </a:lnTo>
                  <a:lnTo>
                    <a:pt x="11" y="42"/>
                  </a:lnTo>
                  <a:lnTo>
                    <a:pt x="8" y="42"/>
                  </a:lnTo>
                  <a:lnTo>
                    <a:pt x="5" y="42"/>
                  </a:lnTo>
                  <a:lnTo>
                    <a:pt x="4" y="40"/>
                  </a:lnTo>
                  <a:lnTo>
                    <a:pt x="2" y="39"/>
                  </a:lnTo>
                  <a:lnTo>
                    <a:pt x="0" y="36"/>
                  </a:lnTo>
                  <a:lnTo>
                    <a:pt x="1" y="32"/>
                  </a:lnTo>
                  <a:lnTo>
                    <a:pt x="4" y="29"/>
                  </a:lnTo>
                  <a:lnTo>
                    <a:pt x="8" y="30"/>
                  </a:lnTo>
                  <a:lnTo>
                    <a:pt x="16" y="31"/>
                  </a:lnTo>
                  <a:lnTo>
                    <a:pt x="18" y="30"/>
                  </a:lnTo>
                  <a:lnTo>
                    <a:pt x="18" y="26"/>
                  </a:lnTo>
                  <a:lnTo>
                    <a:pt x="20" y="24"/>
                  </a:lnTo>
                  <a:lnTo>
                    <a:pt x="21" y="24"/>
                  </a:lnTo>
                  <a:lnTo>
                    <a:pt x="22" y="21"/>
                  </a:lnTo>
                  <a:lnTo>
                    <a:pt x="23" y="21"/>
                  </a:lnTo>
                  <a:lnTo>
                    <a:pt x="25" y="20"/>
                  </a:lnTo>
                  <a:lnTo>
                    <a:pt x="24" y="19"/>
                  </a:lnTo>
                  <a:lnTo>
                    <a:pt x="20" y="20"/>
                  </a:lnTo>
                  <a:lnTo>
                    <a:pt x="18" y="18"/>
                  </a:lnTo>
                  <a:lnTo>
                    <a:pt x="22" y="18"/>
                  </a:lnTo>
                  <a:lnTo>
                    <a:pt x="26" y="17"/>
                  </a:lnTo>
                  <a:lnTo>
                    <a:pt x="29" y="18"/>
                  </a:lnTo>
                  <a:lnTo>
                    <a:pt x="30" y="16"/>
                  </a:lnTo>
                  <a:lnTo>
                    <a:pt x="30" y="13"/>
                  </a:lnTo>
                  <a:lnTo>
                    <a:pt x="29" y="10"/>
                  </a:lnTo>
                  <a:lnTo>
                    <a:pt x="31" y="8"/>
                  </a:lnTo>
                  <a:lnTo>
                    <a:pt x="31" y="5"/>
                  </a:lnTo>
                  <a:lnTo>
                    <a:pt x="33" y="5"/>
                  </a:lnTo>
                  <a:lnTo>
                    <a:pt x="34" y="7"/>
                  </a:lnTo>
                  <a:lnTo>
                    <a:pt x="36" y="9"/>
                  </a:lnTo>
                  <a:lnTo>
                    <a:pt x="38" y="8"/>
                  </a:lnTo>
                  <a:lnTo>
                    <a:pt x="43" y="6"/>
                  </a:lnTo>
                  <a:lnTo>
                    <a:pt x="46" y="2"/>
                  </a:lnTo>
                  <a:lnTo>
                    <a:pt x="47" y="0"/>
                  </a:lnTo>
                  <a:lnTo>
                    <a:pt x="50" y="4"/>
                  </a:lnTo>
                  <a:lnTo>
                    <a:pt x="52" y="6"/>
                  </a:lnTo>
                  <a:lnTo>
                    <a:pt x="51" y="8"/>
                  </a:lnTo>
                  <a:lnTo>
                    <a:pt x="48" y="11"/>
                  </a:lnTo>
                  <a:lnTo>
                    <a:pt x="46" y="12"/>
                  </a:lnTo>
                  <a:lnTo>
                    <a:pt x="47" y="14"/>
                  </a:lnTo>
                  <a:lnTo>
                    <a:pt x="49" y="15"/>
                  </a:lnTo>
                  <a:lnTo>
                    <a:pt x="50" y="17"/>
                  </a:lnTo>
                  <a:lnTo>
                    <a:pt x="53" y="17"/>
                  </a:lnTo>
                  <a:lnTo>
                    <a:pt x="56" y="17"/>
                  </a:lnTo>
                  <a:lnTo>
                    <a:pt x="53" y="18"/>
                  </a:lnTo>
                  <a:lnTo>
                    <a:pt x="50" y="20"/>
                  </a:lnTo>
                  <a:lnTo>
                    <a:pt x="50" y="23"/>
                  </a:lnTo>
                  <a:lnTo>
                    <a:pt x="49" y="23"/>
                  </a:lnTo>
                  <a:lnTo>
                    <a:pt x="48" y="21"/>
                  </a:lnTo>
                  <a:lnTo>
                    <a:pt x="45" y="19"/>
                  </a:lnTo>
                  <a:lnTo>
                    <a:pt x="41" y="18"/>
                  </a:lnTo>
                  <a:lnTo>
                    <a:pt x="34" y="20"/>
                  </a:lnTo>
                  <a:lnTo>
                    <a:pt x="33" y="20"/>
                  </a:lnTo>
                  <a:lnTo>
                    <a:pt x="32" y="22"/>
                  </a:lnTo>
                  <a:lnTo>
                    <a:pt x="33" y="24"/>
                  </a:lnTo>
                  <a:lnTo>
                    <a:pt x="32" y="24"/>
                  </a:lnTo>
                  <a:lnTo>
                    <a:pt x="31" y="23"/>
                  </a:lnTo>
                  <a:lnTo>
                    <a:pt x="29" y="24"/>
                  </a:lnTo>
                  <a:lnTo>
                    <a:pt x="29" y="26"/>
                  </a:lnTo>
                  <a:lnTo>
                    <a:pt x="29" y="29"/>
                  </a:lnTo>
                  <a:lnTo>
                    <a:pt x="30" y="30"/>
                  </a:lnTo>
                  <a:lnTo>
                    <a:pt x="31" y="31"/>
                  </a:lnTo>
                  <a:lnTo>
                    <a:pt x="34" y="31"/>
                  </a:lnTo>
                  <a:lnTo>
                    <a:pt x="39" y="31"/>
                  </a:lnTo>
                  <a:lnTo>
                    <a:pt x="44" y="31"/>
                  </a:lnTo>
                  <a:lnTo>
                    <a:pt x="45" y="31"/>
                  </a:lnTo>
                  <a:lnTo>
                    <a:pt x="48" y="30"/>
                  </a:lnTo>
                  <a:lnTo>
                    <a:pt x="51" y="31"/>
                  </a:lnTo>
                  <a:lnTo>
                    <a:pt x="52" y="32"/>
                  </a:lnTo>
                  <a:lnTo>
                    <a:pt x="52" y="34"/>
                  </a:lnTo>
                  <a:lnTo>
                    <a:pt x="55" y="35"/>
                  </a:lnTo>
                  <a:lnTo>
                    <a:pt x="57" y="34"/>
                  </a:lnTo>
                  <a:lnTo>
                    <a:pt x="57" y="32"/>
                  </a:lnTo>
                  <a:lnTo>
                    <a:pt x="60" y="32"/>
                  </a:lnTo>
                  <a:lnTo>
                    <a:pt x="62" y="30"/>
                  </a:lnTo>
                  <a:lnTo>
                    <a:pt x="64" y="31"/>
                  </a:lnTo>
                  <a:lnTo>
                    <a:pt x="64" y="32"/>
                  </a:lnTo>
                  <a:lnTo>
                    <a:pt x="67" y="33"/>
                  </a:lnTo>
                  <a:lnTo>
                    <a:pt x="68" y="35"/>
                  </a:lnTo>
                  <a:lnTo>
                    <a:pt x="68" y="37"/>
                  </a:lnTo>
                  <a:lnTo>
                    <a:pt x="71" y="35"/>
                  </a:lnTo>
                  <a:lnTo>
                    <a:pt x="73" y="35"/>
                  </a:lnTo>
                  <a:lnTo>
                    <a:pt x="75" y="38"/>
                  </a:lnTo>
                  <a:lnTo>
                    <a:pt x="76" y="38"/>
                  </a:lnTo>
                  <a:lnTo>
                    <a:pt x="77" y="36"/>
                  </a:lnTo>
                  <a:lnTo>
                    <a:pt x="83" y="34"/>
                  </a:lnTo>
                  <a:lnTo>
                    <a:pt x="88" y="35"/>
                  </a:lnTo>
                  <a:lnTo>
                    <a:pt x="92" y="35"/>
                  </a:lnTo>
                  <a:lnTo>
                    <a:pt x="94" y="33"/>
                  </a:lnTo>
                  <a:lnTo>
                    <a:pt x="96" y="32"/>
                  </a:lnTo>
                  <a:lnTo>
                    <a:pt x="97" y="33"/>
                  </a:lnTo>
                  <a:lnTo>
                    <a:pt x="97" y="34"/>
                  </a:lnTo>
                  <a:lnTo>
                    <a:pt x="98" y="43"/>
                  </a:lnTo>
                  <a:lnTo>
                    <a:pt x="96" y="45"/>
                  </a:lnTo>
                  <a:lnTo>
                    <a:pt x="97" y="48"/>
                  </a:lnTo>
                  <a:lnTo>
                    <a:pt x="99" y="52"/>
                  </a:lnTo>
                  <a:lnTo>
                    <a:pt x="102" y="51"/>
                  </a:lnTo>
                  <a:lnTo>
                    <a:pt x="104" y="50"/>
                  </a:lnTo>
                  <a:lnTo>
                    <a:pt x="106" y="50"/>
                  </a:lnTo>
                  <a:lnTo>
                    <a:pt x="110" y="51"/>
                  </a:lnTo>
                  <a:lnTo>
                    <a:pt x="112" y="52"/>
                  </a:lnTo>
                  <a:lnTo>
                    <a:pt x="114" y="56"/>
                  </a:lnTo>
                  <a:lnTo>
                    <a:pt x="114" y="59"/>
                  </a:lnTo>
                  <a:lnTo>
                    <a:pt x="114" y="61"/>
                  </a:lnTo>
                  <a:lnTo>
                    <a:pt x="115" y="61"/>
                  </a:lnTo>
                  <a:lnTo>
                    <a:pt x="116" y="62"/>
                  </a:lnTo>
                  <a:lnTo>
                    <a:pt x="115" y="66"/>
                  </a:lnTo>
                  <a:lnTo>
                    <a:pt x="117" y="68"/>
                  </a:lnTo>
                  <a:lnTo>
                    <a:pt x="116" y="71"/>
                  </a:lnTo>
                  <a:lnTo>
                    <a:pt x="117" y="73"/>
                  </a:lnTo>
                  <a:lnTo>
                    <a:pt x="116" y="74"/>
                  </a:lnTo>
                  <a:lnTo>
                    <a:pt x="115" y="77"/>
                  </a:lnTo>
                  <a:lnTo>
                    <a:pt x="113" y="78"/>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2" name="Freeform 21">
              <a:extLst>
                <a:ext uri="{FF2B5EF4-FFF2-40B4-BE49-F238E27FC236}">
                  <a16:creationId xmlns:a16="http://schemas.microsoft.com/office/drawing/2014/main" id="{EAE40AD4-4E10-9C6E-5D86-D974141DD823}"/>
                </a:ext>
              </a:extLst>
            </p:cNvPr>
            <p:cNvSpPr>
              <a:spLocks/>
            </p:cNvSpPr>
            <p:nvPr/>
          </p:nvSpPr>
          <p:spPr bwMode="gray">
            <a:xfrm>
              <a:off x="3763299" y="3767913"/>
              <a:ext cx="384273" cy="289921"/>
            </a:xfrm>
            <a:custGeom>
              <a:avLst/>
              <a:gdLst>
                <a:gd name="T0" fmla="*/ 19 w 224"/>
                <a:gd name="T1" fmla="*/ 146 h 169"/>
                <a:gd name="T2" fmla="*/ 20 w 224"/>
                <a:gd name="T3" fmla="*/ 135 h 169"/>
                <a:gd name="T4" fmla="*/ 7 w 224"/>
                <a:gd name="T5" fmla="*/ 131 h 169"/>
                <a:gd name="T6" fmla="*/ 4 w 224"/>
                <a:gd name="T7" fmla="*/ 112 h 169"/>
                <a:gd name="T8" fmla="*/ 7 w 224"/>
                <a:gd name="T9" fmla="*/ 94 h 169"/>
                <a:gd name="T10" fmla="*/ 1 w 224"/>
                <a:gd name="T11" fmla="*/ 90 h 169"/>
                <a:gd name="T12" fmla="*/ 5 w 224"/>
                <a:gd name="T13" fmla="*/ 80 h 169"/>
                <a:gd name="T14" fmla="*/ 11 w 224"/>
                <a:gd name="T15" fmla="*/ 60 h 169"/>
                <a:gd name="T16" fmla="*/ 14 w 224"/>
                <a:gd name="T17" fmla="*/ 55 h 169"/>
                <a:gd name="T18" fmla="*/ 32 w 224"/>
                <a:gd name="T19" fmla="*/ 60 h 169"/>
                <a:gd name="T20" fmla="*/ 41 w 224"/>
                <a:gd name="T21" fmla="*/ 56 h 169"/>
                <a:gd name="T22" fmla="*/ 46 w 224"/>
                <a:gd name="T23" fmla="*/ 49 h 169"/>
                <a:gd name="T24" fmla="*/ 65 w 224"/>
                <a:gd name="T25" fmla="*/ 40 h 169"/>
                <a:gd name="T26" fmla="*/ 77 w 224"/>
                <a:gd name="T27" fmla="*/ 22 h 169"/>
                <a:gd name="T28" fmla="*/ 87 w 224"/>
                <a:gd name="T29" fmla="*/ 20 h 169"/>
                <a:gd name="T30" fmla="*/ 102 w 224"/>
                <a:gd name="T31" fmla="*/ 22 h 169"/>
                <a:gd name="T32" fmla="*/ 115 w 224"/>
                <a:gd name="T33" fmla="*/ 28 h 169"/>
                <a:gd name="T34" fmla="*/ 118 w 224"/>
                <a:gd name="T35" fmla="*/ 30 h 169"/>
                <a:gd name="T36" fmla="*/ 129 w 224"/>
                <a:gd name="T37" fmla="*/ 23 h 169"/>
                <a:gd name="T38" fmla="*/ 139 w 224"/>
                <a:gd name="T39" fmla="*/ 25 h 169"/>
                <a:gd name="T40" fmla="*/ 143 w 224"/>
                <a:gd name="T41" fmla="*/ 18 h 169"/>
                <a:gd name="T42" fmla="*/ 149 w 224"/>
                <a:gd name="T43" fmla="*/ 18 h 169"/>
                <a:gd name="T44" fmla="*/ 155 w 224"/>
                <a:gd name="T45" fmla="*/ 14 h 169"/>
                <a:gd name="T46" fmla="*/ 158 w 224"/>
                <a:gd name="T47" fmla="*/ 5 h 169"/>
                <a:gd name="T48" fmla="*/ 164 w 224"/>
                <a:gd name="T49" fmla="*/ 0 h 169"/>
                <a:gd name="T50" fmla="*/ 168 w 224"/>
                <a:gd name="T51" fmla="*/ 10 h 169"/>
                <a:gd name="T52" fmla="*/ 172 w 224"/>
                <a:gd name="T53" fmla="*/ 13 h 169"/>
                <a:gd name="T54" fmla="*/ 172 w 224"/>
                <a:gd name="T55" fmla="*/ 28 h 169"/>
                <a:gd name="T56" fmla="*/ 176 w 224"/>
                <a:gd name="T57" fmla="*/ 32 h 169"/>
                <a:gd name="T58" fmla="*/ 188 w 224"/>
                <a:gd name="T59" fmla="*/ 28 h 169"/>
                <a:gd name="T60" fmla="*/ 202 w 224"/>
                <a:gd name="T61" fmla="*/ 20 h 169"/>
                <a:gd name="T62" fmla="*/ 204 w 224"/>
                <a:gd name="T63" fmla="*/ 23 h 169"/>
                <a:gd name="T64" fmla="*/ 216 w 224"/>
                <a:gd name="T65" fmla="*/ 21 h 169"/>
                <a:gd name="T66" fmla="*/ 222 w 224"/>
                <a:gd name="T67" fmla="*/ 24 h 169"/>
                <a:gd name="T68" fmla="*/ 220 w 224"/>
                <a:gd name="T69" fmla="*/ 26 h 169"/>
                <a:gd name="T70" fmla="*/ 217 w 224"/>
                <a:gd name="T71" fmla="*/ 28 h 169"/>
                <a:gd name="T72" fmla="*/ 209 w 224"/>
                <a:gd name="T73" fmla="*/ 32 h 169"/>
                <a:gd name="T74" fmla="*/ 187 w 224"/>
                <a:gd name="T75" fmla="*/ 32 h 169"/>
                <a:gd name="T76" fmla="*/ 177 w 224"/>
                <a:gd name="T77" fmla="*/ 40 h 169"/>
                <a:gd name="T78" fmla="*/ 171 w 224"/>
                <a:gd name="T79" fmla="*/ 45 h 169"/>
                <a:gd name="T80" fmla="*/ 173 w 224"/>
                <a:gd name="T81" fmla="*/ 53 h 169"/>
                <a:gd name="T82" fmla="*/ 175 w 224"/>
                <a:gd name="T83" fmla="*/ 63 h 169"/>
                <a:gd name="T84" fmla="*/ 167 w 224"/>
                <a:gd name="T85" fmla="*/ 73 h 169"/>
                <a:gd name="T86" fmla="*/ 168 w 224"/>
                <a:gd name="T87" fmla="*/ 82 h 169"/>
                <a:gd name="T88" fmla="*/ 157 w 224"/>
                <a:gd name="T89" fmla="*/ 86 h 169"/>
                <a:gd name="T90" fmla="*/ 150 w 224"/>
                <a:gd name="T91" fmla="*/ 89 h 169"/>
                <a:gd name="T92" fmla="*/ 154 w 224"/>
                <a:gd name="T93" fmla="*/ 98 h 169"/>
                <a:gd name="T94" fmla="*/ 147 w 224"/>
                <a:gd name="T95" fmla="*/ 101 h 169"/>
                <a:gd name="T96" fmla="*/ 141 w 224"/>
                <a:gd name="T97" fmla="*/ 107 h 169"/>
                <a:gd name="T98" fmla="*/ 137 w 224"/>
                <a:gd name="T99" fmla="*/ 125 h 169"/>
                <a:gd name="T100" fmla="*/ 126 w 224"/>
                <a:gd name="T101" fmla="*/ 126 h 169"/>
                <a:gd name="T102" fmla="*/ 116 w 224"/>
                <a:gd name="T103" fmla="*/ 130 h 169"/>
                <a:gd name="T104" fmla="*/ 108 w 224"/>
                <a:gd name="T105" fmla="*/ 136 h 169"/>
                <a:gd name="T106" fmla="*/ 98 w 224"/>
                <a:gd name="T107" fmla="*/ 140 h 169"/>
                <a:gd name="T108" fmla="*/ 92 w 224"/>
                <a:gd name="T109" fmla="*/ 152 h 169"/>
                <a:gd name="T110" fmla="*/ 89 w 224"/>
                <a:gd name="T111" fmla="*/ 163 h 169"/>
                <a:gd name="T112" fmla="*/ 66 w 224"/>
                <a:gd name="T113" fmla="*/ 168 h 169"/>
                <a:gd name="T114" fmla="*/ 48 w 224"/>
                <a:gd name="T115" fmla="*/ 168 h 169"/>
                <a:gd name="T116" fmla="*/ 31 w 224"/>
                <a:gd name="T117" fmla="*/ 169 h 169"/>
                <a:gd name="T118" fmla="*/ 13 w 224"/>
                <a:gd name="T119" fmla="*/ 164 h 16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24"/>
                <a:gd name="T181" fmla="*/ 0 h 169"/>
                <a:gd name="T182" fmla="*/ 224 w 224"/>
                <a:gd name="T183" fmla="*/ 169 h 16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24" h="169">
                  <a:moveTo>
                    <a:pt x="7" y="161"/>
                  </a:moveTo>
                  <a:lnTo>
                    <a:pt x="12" y="152"/>
                  </a:lnTo>
                  <a:lnTo>
                    <a:pt x="19" y="146"/>
                  </a:lnTo>
                  <a:lnTo>
                    <a:pt x="22" y="142"/>
                  </a:lnTo>
                  <a:lnTo>
                    <a:pt x="21" y="138"/>
                  </a:lnTo>
                  <a:lnTo>
                    <a:pt x="20" y="135"/>
                  </a:lnTo>
                  <a:lnTo>
                    <a:pt x="17" y="134"/>
                  </a:lnTo>
                  <a:lnTo>
                    <a:pt x="9" y="132"/>
                  </a:lnTo>
                  <a:lnTo>
                    <a:pt x="7" y="131"/>
                  </a:lnTo>
                  <a:lnTo>
                    <a:pt x="6" y="129"/>
                  </a:lnTo>
                  <a:lnTo>
                    <a:pt x="5" y="123"/>
                  </a:lnTo>
                  <a:lnTo>
                    <a:pt x="4" y="112"/>
                  </a:lnTo>
                  <a:lnTo>
                    <a:pt x="2" y="103"/>
                  </a:lnTo>
                  <a:lnTo>
                    <a:pt x="2" y="102"/>
                  </a:lnTo>
                  <a:lnTo>
                    <a:pt x="7" y="94"/>
                  </a:lnTo>
                  <a:lnTo>
                    <a:pt x="7" y="92"/>
                  </a:lnTo>
                  <a:lnTo>
                    <a:pt x="2" y="90"/>
                  </a:lnTo>
                  <a:lnTo>
                    <a:pt x="1" y="90"/>
                  </a:lnTo>
                  <a:lnTo>
                    <a:pt x="0" y="84"/>
                  </a:lnTo>
                  <a:lnTo>
                    <a:pt x="0" y="83"/>
                  </a:lnTo>
                  <a:lnTo>
                    <a:pt x="5" y="80"/>
                  </a:lnTo>
                  <a:lnTo>
                    <a:pt x="6" y="77"/>
                  </a:lnTo>
                  <a:lnTo>
                    <a:pt x="9" y="66"/>
                  </a:lnTo>
                  <a:lnTo>
                    <a:pt x="11" y="60"/>
                  </a:lnTo>
                  <a:lnTo>
                    <a:pt x="12" y="57"/>
                  </a:lnTo>
                  <a:lnTo>
                    <a:pt x="13" y="54"/>
                  </a:lnTo>
                  <a:lnTo>
                    <a:pt x="14" y="55"/>
                  </a:lnTo>
                  <a:lnTo>
                    <a:pt x="21" y="57"/>
                  </a:lnTo>
                  <a:lnTo>
                    <a:pt x="28" y="60"/>
                  </a:lnTo>
                  <a:lnTo>
                    <a:pt x="32" y="60"/>
                  </a:lnTo>
                  <a:lnTo>
                    <a:pt x="36" y="60"/>
                  </a:lnTo>
                  <a:lnTo>
                    <a:pt x="40" y="58"/>
                  </a:lnTo>
                  <a:lnTo>
                    <a:pt x="41" y="56"/>
                  </a:lnTo>
                  <a:lnTo>
                    <a:pt x="41" y="52"/>
                  </a:lnTo>
                  <a:lnTo>
                    <a:pt x="42" y="50"/>
                  </a:lnTo>
                  <a:lnTo>
                    <a:pt x="46" y="49"/>
                  </a:lnTo>
                  <a:lnTo>
                    <a:pt x="60" y="43"/>
                  </a:lnTo>
                  <a:lnTo>
                    <a:pt x="64" y="41"/>
                  </a:lnTo>
                  <a:lnTo>
                    <a:pt x="65" y="40"/>
                  </a:lnTo>
                  <a:lnTo>
                    <a:pt x="66" y="31"/>
                  </a:lnTo>
                  <a:lnTo>
                    <a:pt x="69" y="24"/>
                  </a:lnTo>
                  <a:lnTo>
                    <a:pt x="77" y="22"/>
                  </a:lnTo>
                  <a:lnTo>
                    <a:pt x="80" y="20"/>
                  </a:lnTo>
                  <a:lnTo>
                    <a:pt x="83" y="17"/>
                  </a:lnTo>
                  <a:lnTo>
                    <a:pt x="87" y="20"/>
                  </a:lnTo>
                  <a:lnTo>
                    <a:pt x="97" y="22"/>
                  </a:lnTo>
                  <a:lnTo>
                    <a:pt x="98" y="22"/>
                  </a:lnTo>
                  <a:lnTo>
                    <a:pt x="102" y="22"/>
                  </a:lnTo>
                  <a:lnTo>
                    <a:pt x="111" y="23"/>
                  </a:lnTo>
                  <a:lnTo>
                    <a:pt x="113" y="24"/>
                  </a:lnTo>
                  <a:lnTo>
                    <a:pt x="115" y="28"/>
                  </a:lnTo>
                  <a:lnTo>
                    <a:pt x="115" y="29"/>
                  </a:lnTo>
                  <a:lnTo>
                    <a:pt x="116" y="30"/>
                  </a:lnTo>
                  <a:lnTo>
                    <a:pt x="118" y="30"/>
                  </a:lnTo>
                  <a:lnTo>
                    <a:pt x="121" y="29"/>
                  </a:lnTo>
                  <a:lnTo>
                    <a:pt x="126" y="26"/>
                  </a:lnTo>
                  <a:lnTo>
                    <a:pt x="129" y="23"/>
                  </a:lnTo>
                  <a:lnTo>
                    <a:pt x="132" y="23"/>
                  </a:lnTo>
                  <a:lnTo>
                    <a:pt x="136" y="25"/>
                  </a:lnTo>
                  <a:lnTo>
                    <a:pt x="139" y="25"/>
                  </a:lnTo>
                  <a:lnTo>
                    <a:pt x="141" y="24"/>
                  </a:lnTo>
                  <a:lnTo>
                    <a:pt x="143" y="21"/>
                  </a:lnTo>
                  <a:lnTo>
                    <a:pt x="143" y="18"/>
                  </a:lnTo>
                  <a:lnTo>
                    <a:pt x="143" y="17"/>
                  </a:lnTo>
                  <a:lnTo>
                    <a:pt x="145" y="16"/>
                  </a:lnTo>
                  <a:lnTo>
                    <a:pt x="149" y="18"/>
                  </a:lnTo>
                  <a:lnTo>
                    <a:pt x="150" y="18"/>
                  </a:lnTo>
                  <a:lnTo>
                    <a:pt x="153" y="16"/>
                  </a:lnTo>
                  <a:lnTo>
                    <a:pt x="155" y="14"/>
                  </a:lnTo>
                  <a:lnTo>
                    <a:pt x="155" y="12"/>
                  </a:lnTo>
                  <a:lnTo>
                    <a:pt x="155" y="8"/>
                  </a:lnTo>
                  <a:lnTo>
                    <a:pt x="158" y="5"/>
                  </a:lnTo>
                  <a:lnTo>
                    <a:pt x="159" y="1"/>
                  </a:lnTo>
                  <a:lnTo>
                    <a:pt x="161" y="0"/>
                  </a:lnTo>
                  <a:lnTo>
                    <a:pt x="164" y="0"/>
                  </a:lnTo>
                  <a:lnTo>
                    <a:pt x="165" y="0"/>
                  </a:lnTo>
                  <a:lnTo>
                    <a:pt x="169" y="4"/>
                  </a:lnTo>
                  <a:lnTo>
                    <a:pt x="168" y="10"/>
                  </a:lnTo>
                  <a:lnTo>
                    <a:pt x="171" y="9"/>
                  </a:lnTo>
                  <a:lnTo>
                    <a:pt x="173" y="11"/>
                  </a:lnTo>
                  <a:lnTo>
                    <a:pt x="172" y="13"/>
                  </a:lnTo>
                  <a:lnTo>
                    <a:pt x="172" y="19"/>
                  </a:lnTo>
                  <a:lnTo>
                    <a:pt x="170" y="24"/>
                  </a:lnTo>
                  <a:lnTo>
                    <a:pt x="172" y="28"/>
                  </a:lnTo>
                  <a:lnTo>
                    <a:pt x="173" y="31"/>
                  </a:lnTo>
                  <a:lnTo>
                    <a:pt x="173" y="32"/>
                  </a:lnTo>
                  <a:lnTo>
                    <a:pt x="176" y="32"/>
                  </a:lnTo>
                  <a:lnTo>
                    <a:pt x="179" y="32"/>
                  </a:lnTo>
                  <a:lnTo>
                    <a:pt x="184" y="28"/>
                  </a:lnTo>
                  <a:lnTo>
                    <a:pt x="188" y="28"/>
                  </a:lnTo>
                  <a:lnTo>
                    <a:pt x="192" y="23"/>
                  </a:lnTo>
                  <a:lnTo>
                    <a:pt x="197" y="20"/>
                  </a:lnTo>
                  <a:lnTo>
                    <a:pt x="202" y="20"/>
                  </a:lnTo>
                  <a:lnTo>
                    <a:pt x="204" y="21"/>
                  </a:lnTo>
                  <a:lnTo>
                    <a:pt x="203" y="22"/>
                  </a:lnTo>
                  <a:lnTo>
                    <a:pt x="204" y="23"/>
                  </a:lnTo>
                  <a:lnTo>
                    <a:pt x="210" y="22"/>
                  </a:lnTo>
                  <a:lnTo>
                    <a:pt x="214" y="19"/>
                  </a:lnTo>
                  <a:lnTo>
                    <a:pt x="216" y="21"/>
                  </a:lnTo>
                  <a:lnTo>
                    <a:pt x="219" y="21"/>
                  </a:lnTo>
                  <a:lnTo>
                    <a:pt x="224" y="23"/>
                  </a:lnTo>
                  <a:lnTo>
                    <a:pt x="222" y="24"/>
                  </a:lnTo>
                  <a:lnTo>
                    <a:pt x="218" y="24"/>
                  </a:lnTo>
                  <a:lnTo>
                    <a:pt x="219" y="26"/>
                  </a:lnTo>
                  <a:lnTo>
                    <a:pt x="220" y="26"/>
                  </a:lnTo>
                  <a:lnTo>
                    <a:pt x="220" y="27"/>
                  </a:lnTo>
                  <a:lnTo>
                    <a:pt x="219" y="28"/>
                  </a:lnTo>
                  <a:lnTo>
                    <a:pt x="217" y="28"/>
                  </a:lnTo>
                  <a:lnTo>
                    <a:pt x="214" y="30"/>
                  </a:lnTo>
                  <a:lnTo>
                    <a:pt x="211" y="30"/>
                  </a:lnTo>
                  <a:lnTo>
                    <a:pt x="209" y="32"/>
                  </a:lnTo>
                  <a:lnTo>
                    <a:pt x="204" y="31"/>
                  </a:lnTo>
                  <a:lnTo>
                    <a:pt x="195" y="31"/>
                  </a:lnTo>
                  <a:lnTo>
                    <a:pt x="187" y="32"/>
                  </a:lnTo>
                  <a:lnTo>
                    <a:pt x="183" y="35"/>
                  </a:lnTo>
                  <a:lnTo>
                    <a:pt x="181" y="37"/>
                  </a:lnTo>
                  <a:lnTo>
                    <a:pt x="177" y="40"/>
                  </a:lnTo>
                  <a:lnTo>
                    <a:pt x="175" y="40"/>
                  </a:lnTo>
                  <a:lnTo>
                    <a:pt x="173" y="42"/>
                  </a:lnTo>
                  <a:lnTo>
                    <a:pt x="171" y="45"/>
                  </a:lnTo>
                  <a:lnTo>
                    <a:pt x="171" y="48"/>
                  </a:lnTo>
                  <a:lnTo>
                    <a:pt x="173" y="50"/>
                  </a:lnTo>
                  <a:lnTo>
                    <a:pt x="173" y="53"/>
                  </a:lnTo>
                  <a:lnTo>
                    <a:pt x="175" y="55"/>
                  </a:lnTo>
                  <a:lnTo>
                    <a:pt x="174" y="59"/>
                  </a:lnTo>
                  <a:lnTo>
                    <a:pt x="175" y="63"/>
                  </a:lnTo>
                  <a:lnTo>
                    <a:pt x="173" y="67"/>
                  </a:lnTo>
                  <a:lnTo>
                    <a:pt x="170" y="70"/>
                  </a:lnTo>
                  <a:lnTo>
                    <a:pt x="167" y="73"/>
                  </a:lnTo>
                  <a:lnTo>
                    <a:pt x="166" y="75"/>
                  </a:lnTo>
                  <a:lnTo>
                    <a:pt x="168" y="79"/>
                  </a:lnTo>
                  <a:lnTo>
                    <a:pt x="168" y="82"/>
                  </a:lnTo>
                  <a:lnTo>
                    <a:pt x="166" y="84"/>
                  </a:lnTo>
                  <a:lnTo>
                    <a:pt x="162" y="86"/>
                  </a:lnTo>
                  <a:lnTo>
                    <a:pt x="157" y="86"/>
                  </a:lnTo>
                  <a:lnTo>
                    <a:pt x="150" y="84"/>
                  </a:lnTo>
                  <a:lnTo>
                    <a:pt x="148" y="86"/>
                  </a:lnTo>
                  <a:lnTo>
                    <a:pt x="150" y="89"/>
                  </a:lnTo>
                  <a:lnTo>
                    <a:pt x="153" y="92"/>
                  </a:lnTo>
                  <a:lnTo>
                    <a:pt x="154" y="94"/>
                  </a:lnTo>
                  <a:lnTo>
                    <a:pt x="154" y="98"/>
                  </a:lnTo>
                  <a:lnTo>
                    <a:pt x="153" y="100"/>
                  </a:lnTo>
                  <a:lnTo>
                    <a:pt x="151" y="101"/>
                  </a:lnTo>
                  <a:lnTo>
                    <a:pt x="147" y="101"/>
                  </a:lnTo>
                  <a:lnTo>
                    <a:pt x="144" y="102"/>
                  </a:lnTo>
                  <a:lnTo>
                    <a:pt x="142" y="104"/>
                  </a:lnTo>
                  <a:lnTo>
                    <a:pt x="141" y="107"/>
                  </a:lnTo>
                  <a:lnTo>
                    <a:pt x="139" y="115"/>
                  </a:lnTo>
                  <a:lnTo>
                    <a:pt x="138" y="125"/>
                  </a:lnTo>
                  <a:lnTo>
                    <a:pt x="137" y="125"/>
                  </a:lnTo>
                  <a:lnTo>
                    <a:pt x="135" y="128"/>
                  </a:lnTo>
                  <a:lnTo>
                    <a:pt x="133" y="129"/>
                  </a:lnTo>
                  <a:lnTo>
                    <a:pt x="126" y="126"/>
                  </a:lnTo>
                  <a:lnTo>
                    <a:pt x="122" y="126"/>
                  </a:lnTo>
                  <a:lnTo>
                    <a:pt x="118" y="128"/>
                  </a:lnTo>
                  <a:lnTo>
                    <a:pt x="116" y="130"/>
                  </a:lnTo>
                  <a:lnTo>
                    <a:pt x="113" y="136"/>
                  </a:lnTo>
                  <a:lnTo>
                    <a:pt x="112" y="136"/>
                  </a:lnTo>
                  <a:lnTo>
                    <a:pt x="108" y="136"/>
                  </a:lnTo>
                  <a:lnTo>
                    <a:pt x="104" y="136"/>
                  </a:lnTo>
                  <a:lnTo>
                    <a:pt x="102" y="136"/>
                  </a:lnTo>
                  <a:lnTo>
                    <a:pt x="98" y="140"/>
                  </a:lnTo>
                  <a:lnTo>
                    <a:pt x="95" y="143"/>
                  </a:lnTo>
                  <a:lnTo>
                    <a:pt x="93" y="146"/>
                  </a:lnTo>
                  <a:lnTo>
                    <a:pt x="92" y="152"/>
                  </a:lnTo>
                  <a:lnTo>
                    <a:pt x="91" y="160"/>
                  </a:lnTo>
                  <a:lnTo>
                    <a:pt x="91" y="162"/>
                  </a:lnTo>
                  <a:lnTo>
                    <a:pt x="89" y="163"/>
                  </a:lnTo>
                  <a:lnTo>
                    <a:pt x="81" y="165"/>
                  </a:lnTo>
                  <a:lnTo>
                    <a:pt x="73" y="166"/>
                  </a:lnTo>
                  <a:lnTo>
                    <a:pt x="66" y="168"/>
                  </a:lnTo>
                  <a:lnTo>
                    <a:pt x="57" y="169"/>
                  </a:lnTo>
                  <a:lnTo>
                    <a:pt x="51" y="168"/>
                  </a:lnTo>
                  <a:lnTo>
                    <a:pt x="48" y="168"/>
                  </a:lnTo>
                  <a:lnTo>
                    <a:pt x="40" y="169"/>
                  </a:lnTo>
                  <a:lnTo>
                    <a:pt x="35" y="169"/>
                  </a:lnTo>
                  <a:lnTo>
                    <a:pt x="31" y="169"/>
                  </a:lnTo>
                  <a:lnTo>
                    <a:pt x="25" y="167"/>
                  </a:lnTo>
                  <a:lnTo>
                    <a:pt x="17" y="165"/>
                  </a:lnTo>
                  <a:lnTo>
                    <a:pt x="13" y="164"/>
                  </a:lnTo>
                  <a:lnTo>
                    <a:pt x="7" y="161"/>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3" name="Freeform 22">
              <a:extLst>
                <a:ext uri="{FF2B5EF4-FFF2-40B4-BE49-F238E27FC236}">
                  <a16:creationId xmlns:a16="http://schemas.microsoft.com/office/drawing/2014/main" id="{98E0730C-207C-13C8-D8A0-3AA89161F6C5}"/>
                </a:ext>
              </a:extLst>
            </p:cNvPr>
            <p:cNvSpPr>
              <a:spLocks/>
            </p:cNvSpPr>
            <p:nvPr/>
          </p:nvSpPr>
          <p:spPr bwMode="gray">
            <a:xfrm>
              <a:off x="3763299" y="3767913"/>
              <a:ext cx="384273" cy="289921"/>
            </a:xfrm>
            <a:custGeom>
              <a:avLst/>
              <a:gdLst>
                <a:gd name="T0" fmla="*/ 19 w 224"/>
                <a:gd name="T1" fmla="*/ 146 h 169"/>
                <a:gd name="T2" fmla="*/ 20 w 224"/>
                <a:gd name="T3" fmla="*/ 135 h 169"/>
                <a:gd name="T4" fmla="*/ 7 w 224"/>
                <a:gd name="T5" fmla="*/ 131 h 169"/>
                <a:gd name="T6" fmla="*/ 4 w 224"/>
                <a:gd name="T7" fmla="*/ 112 h 169"/>
                <a:gd name="T8" fmla="*/ 7 w 224"/>
                <a:gd name="T9" fmla="*/ 94 h 169"/>
                <a:gd name="T10" fmla="*/ 1 w 224"/>
                <a:gd name="T11" fmla="*/ 90 h 169"/>
                <a:gd name="T12" fmla="*/ 5 w 224"/>
                <a:gd name="T13" fmla="*/ 80 h 169"/>
                <a:gd name="T14" fmla="*/ 11 w 224"/>
                <a:gd name="T15" fmla="*/ 60 h 169"/>
                <a:gd name="T16" fmla="*/ 14 w 224"/>
                <a:gd name="T17" fmla="*/ 55 h 169"/>
                <a:gd name="T18" fmla="*/ 32 w 224"/>
                <a:gd name="T19" fmla="*/ 60 h 169"/>
                <a:gd name="T20" fmla="*/ 41 w 224"/>
                <a:gd name="T21" fmla="*/ 56 h 169"/>
                <a:gd name="T22" fmla="*/ 46 w 224"/>
                <a:gd name="T23" fmla="*/ 49 h 169"/>
                <a:gd name="T24" fmla="*/ 65 w 224"/>
                <a:gd name="T25" fmla="*/ 40 h 169"/>
                <a:gd name="T26" fmla="*/ 77 w 224"/>
                <a:gd name="T27" fmla="*/ 22 h 169"/>
                <a:gd name="T28" fmla="*/ 87 w 224"/>
                <a:gd name="T29" fmla="*/ 20 h 169"/>
                <a:gd name="T30" fmla="*/ 102 w 224"/>
                <a:gd name="T31" fmla="*/ 22 h 169"/>
                <a:gd name="T32" fmla="*/ 115 w 224"/>
                <a:gd name="T33" fmla="*/ 28 h 169"/>
                <a:gd name="T34" fmla="*/ 118 w 224"/>
                <a:gd name="T35" fmla="*/ 30 h 169"/>
                <a:gd name="T36" fmla="*/ 129 w 224"/>
                <a:gd name="T37" fmla="*/ 23 h 169"/>
                <a:gd name="T38" fmla="*/ 139 w 224"/>
                <a:gd name="T39" fmla="*/ 25 h 169"/>
                <a:gd name="T40" fmla="*/ 143 w 224"/>
                <a:gd name="T41" fmla="*/ 18 h 169"/>
                <a:gd name="T42" fmla="*/ 149 w 224"/>
                <a:gd name="T43" fmla="*/ 18 h 169"/>
                <a:gd name="T44" fmla="*/ 155 w 224"/>
                <a:gd name="T45" fmla="*/ 14 h 169"/>
                <a:gd name="T46" fmla="*/ 158 w 224"/>
                <a:gd name="T47" fmla="*/ 5 h 169"/>
                <a:gd name="T48" fmla="*/ 164 w 224"/>
                <a:gd name="T49" fmla="*/ 0 h 169"/>
                <a:gd name="T50" fmla="*/ 168 w 224"/>
                <a:gd name="T51" fmla="*/ 10 h 169"/>
                <a:gd name="T52" fmla="*/ 172 w 224"/>
                <a:gd name="T53" fmla="*/ 13 h 169"/>
                <a:gd name="T54" fmla="*/ 172 w 224"/>
                <a:gd name="T55" fmla="*/ 28 h 169"/>
                <a:gd name="T56" fmla="*/ 176 w 224"/>
                <a:gd name="T57" fmla="*/ 32 h 169"/>
                <a:gd name="T58" fmla="*/ 188 w 224"/>
                <a:gd name="T59" fmla="*/ 28 h 169"/>
                <a:gd name="T60" fmla="*/ 202 w 224"/>
                <a:gd name="T61" fmla="*/ 20 h 169"/>
                <a:gd name="T62" fmla="*/ 204 w 224"/>
                <a:gd name="T63" fmla="*/ 23 h 169"/>
                <a:gd name="T64" fmla="*/ 216 w 224"/>
                <a:gd name="T65" fmla="*/ 21 h 169"/>
                <a:gd name="T66" fmla="*/ 222 w 224"/>
                <a:gd name="T67" fmla="*/ 24 h 169"/>
                <a:gd name="T68" fmla="*/ 220 w 224"/>
                <a:gd name="T69" fmla="*/ 26 h 169"/>
                <a:gd name="T70" fmla="*/ 217 w 224"/>
                <a:gd name="T71" fmla="*/ 28 h 169"/>
                <a:gd name="T72" fmla="*/ 209 w 224"/>
                <a:gd name="T73" fmla="*/ 32 h 169"/>
                <a:gd name="T74" fmla="*/ 187 w 224"/>
                <a:gd name="T75" fmla="*/ 32 h 169"/>
                <a:gd name="T76" fmla="*/ 177 w 224"/>
                <a:gd name="T77" fmla="*/ 40 h 169"/>
                <a:gd name="T78" fmla="*/ 171 w 224"/>
                <a:gd name="T79" fmla="*/ 45 h 169"/>
                <a:gd name="T80" fmla="*/ 173 w 224"/>
                <a:gd name="T81" fmla="*/ 53 h 169"/>
                <a:gd name="T82" fmla="*/ 175 w 224"/>
                <a:gd name="T83" fmla="*/ 63 h 169"/>
                <a:gd name="T84" fmla="*/ 167 w 224"/>
                <a:gd name="T85" fmla="*/ 73 h 169"/>
                <a:gd name="T86" fmla="*/ 168 w 224"/>
                <a:gd name="T87" fmla="*/ 82 h 169"/>
                <a:gd name="T88" fmla="*/ 157 w 224"/>
                <a:gd name="T89" fmla="*/ 86 h 169"/>
                <a:gd name="T90" fmla="*/ 150 w 224"/>
                <a:gd name="T91" fmla="*/ 89 h 169"/>
                <a:gd name="T92" fmla="*/ 154 w 224"/>
                <a:gd name="T93" fmla="*/ 98 h 169"/>
                <a:gd name="T94" fmla="*/ 147 w 224"/>
                <a:gd name="T95" fmla="*/ 101 h 169"/>
                <a:gd name="T96" fmla="*/ 141 w 224"/>
                <a:gd name="T97" fmla="*/ 107 h 169"/>
                <a:gd name="T98" fmla="*/ 137 w 224"/>
                <a:gd name="T99" fmla="*/ 125 h 169"/>
                <a:gd name="T100" fmla="*/ 126 w 224"/>
                <a:gd name="T101" fmla="*/ 126 h 169"/>
                <a:gd name="T102" fmla="*/ 116 w 224"/>
                <a:gd name="T103" fmla="*/ 130 h 169"/>
                <a:gd name="T104" fmla="*/ 108 w 224"/>
                <a:gd name="T105" fmla="*/ 136 h 169"/>
                <a:gd name="T106" fmla="*/ 98 w 224"/>
                <a:gd name="T107" fmla="*/ 140 h 169"/>
                <a:gd name="T108" fmla="*/ 92 w 224"/>
                <a:gd name="T109" fmla="*/ 152 h 169"/>
                <a:gd name="T110" fmla="*/ 89 w 224"/>
                <a:gd name="T111" fmla="*/ 163 h 169"/>
                <a:gd name="T112" fmla="*/ 66 w 224"/>
                <a:gd name="T113" fmla="*/ 168 h 169"/>
                <a:gd name="T114" fmla="*/ 48 w 224"/>
                <a:gd name="T115" fmla="*/ 168 h 169"/>
                <a:gd name="T116" fmla="*/ 31 w 224"/>
                <a:gd name="T117" fmla="*/ 169 h 169"/>
                <a:gd name="T118" fmla="*/ 13 w 224"/>
                <a:gd name="T119" fmla="*/ 164 h 16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24"/>
                <a:gd name="T181" fmla="*/ 0 h 169"/>
                <a:gd name="T182" fmla="*/ 224 w 224"/>
                <a:gd name="T183" fmla="*/ 169 h 16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24" h="169">
                  <a:moveTo>
                    <a:pt x="7" y="161"/>
                  </a:moveTo>
                  <a:lnTo>
                    <a:pt x="12" y="152"/>
                  </a:lnTo>
                  <a:lnTo>
                    <a:pt x="19" y="146"/>
                  </a:lnTo>
                  <a:lnTo>
                    <a:pt x="22" y="142"/>
                  </a:lnTo>
                  <a:lnTo>
                    <a:pt x="21" y="138"/>
                  </a:lnTo>
                  <a:lnTo>
                    <a:pt x="20" y="135"/>
                  </a:lnTo>
                  <a:lnTo>
                    <a:pt x="17" y="134"/>
                  </a:lnTo>
                  <a:lnTo>
                    <a:pt x="9" y="132"/>
                  </a:lnTo>
                  <a:lnTo>
                    <a:pt x="7" y="131"/>
                  </a:lnTo>
                  <a:lnTo>
                    <a:pt x="6" y="129"/>
                  </a:lnTo>
                  <a:lnTo>
                    <a:pt x="5" y="123"/>
                  </a:lnTo>
                  <a:lnTo>
                    <a:pt x="4" y="112"/>
                  </a:lnTo>
                  <a:lnTo>
                    <a:pt x="2" y="103"/>
                  </a:lnTo>
                  <a:lnTo>
                    <a:pt x="2" y="102"/>
                  </a:lnTo>
                  <a:lnTo>
                    <a:pt x="7" y="94"/>
                  </a:lnTo>
                  <a:lnTo>
                    <a:pt x="7" y="92"/>
                  </a:lnTo>
                  <a:lnTo>
                    <a:pt x="2" y="90"/>
                  </a:lnTo>
                  <a:lnTo>
                    <a:pt x="1" y="90"/>
                  </a:lnTo>
                  <a:lnTo>
                    <a:pt x="0" y="84"/>
                  </a:lnTo>
                  <a:lnTo>
                    <a:pt x="0" y="83"/>
                  </a:lnTo>
                  <a:lnTo>
                    <a:pt x="5" y="80"/>
                  </a:lnTo>
                  <a:lnTo>
                    <a:pt x="6" y="77"/>
                  </a:lnTo>
                  <a:lnTo>
                    <a:pt x="9" y="66"/>
                  </a:lnTo>
                  <a:lnTo>
                    <a:pt x="11" y="60"/>
                  </a:lnTo>
                  <a:lnTo>
                    <a:pt x="12" y="57"/>
                  </a:lnTo>
                  <a:lnTo>
                    <a:pt x="13" y="54"/>
                  </a:lnTo>
                  <a:lnTo>
                    <a:pt x="14" y="55"/>
                  </a:lnTo>
                  <a:lnTo>
                    <a:pt x="21" y="57"/>
                  </a:lnTo>
                  <a:lnTo>
                    <a:pt x="28" y="60"/>
                  </a:lnTo>
                  <a:lnTo>
                    <a:pt x="32" y="60"/>
                  </a:lnTo>
                  <a:lnTo>
                    <a:pt x="36" y="60"/>
                  </a:lnTo>
                  <a:lnTo>
                    <a:pt x="40" y="58"/>
                  </a:lnTo>
                  <a:lnTo>
                    <a:pt x="41" y="56"/>
                  </a:lnTo>
                  <a:lnTo>
                    <a:pt x="41" y="52"/>
                  </a:lnTo>
                  <a:lnTo>
                    <a:pt x="42" y="50"/>
                  </a:lnTo>
                  <a:lnTo>
                    <a:pt x="46" y="49"/>
                  </a:lnTo>
                  <a:lnTo>
                    <a:pt x="60" y="43"/>
                  </a:lnTo>
                  <a:lnTo>
                    <a:pt x="64" y="41"/>
                  </a:lnTo>
                  <a:lnTo>
                    <a:pt x="65" y="40"/>
                  </a:lnTo>
                  <a:lnTo>
                    <a:pt x="66" y="31"/>
                  </a:lnTo>
                  <a:lnTo>
                    <a:pt x="69" y="24"/>
                  </a:lnTo>
                  <a:lnTo>
                    <a:pt x="77" y="22"/>
                  </a:lnTo>
                  <a:lnTo>
                    <a:pt x="80" y="20"/>
                  </a:lnTo>
                  <a:lnTo>
                    <a:pt x="83" y="17"/>
                  </a:lnTo>
                  <a:lnTo>
                    <a:pt x="87" y="20"/>
                  </a:lnTo>
                  <a:lnTo>
                    <a:pt x="97" y="22"/>
                  </a:lnTo>
                  <a:lnTo>
                    <a:pt x="98" y="22"/>
                  </a:lnTo>
                  <a:lnTo>
                    <a:pt x="102" y="22"/>
                  </a:lnTo>
                  <a:lnTo>
                    <a:pt x="111" y="23"/>
                  </a:lnTo>
                  <a:lnTo>
                    <a:pt x="113" y="24"/>
                  </a:lnTo>
                  <a:lnTo>
                    <a:pt x="115" y="28"/>
                  </a:lnTo>
                  <a:lnTo>
                    <a:pt x="115" y="29"/>
                  </a:lnTo>
                  <a:lnTo>
                    <a:pt x="116" y="30"/>
                  </a:lnTo>
                  <a:lnTo>
                    <a:pt x="118" y="30"/>
                  </a:lnTo>
                  <a:lnTo>
                    <a:pt x="121" y="29"/>
                  </a:lnTo>
                  <a:lnTo>
                    <a:pt x="126" y="26"/>
                  </a:lnTo>
                  <a:lnTo>
                    <a:pt x="129" y="23"/>
                  </a:lnTo>
                  <a:lnTo>
                    <a:pt x="132" y="23"/>
                  </a:lnTo>
                  <a:lnTo>
                    <a:pt x="136" y="25"/>
                  </a:lnTo>
                  <a:lnTo>
                    <a:pt x="139" y="25"/>
                  </a:lnTo>
                  <a:lnTo>
                    <a:pt x="141" y="24"/>
                  </a:lnTo>
                  <a:lnTo>
                    <a:pt x="143" y="21"/>
                  </a:lnTo>
                  <a:lnTo>
                    <a:pt x="143" y="18"/>
                  </a:lnTo>
                  <a:lnTo>
                    <a:pt x="143" y="17"/>
                  </a:lnTo>
                  <a:lnTo>
                    <a:pt x="145" y="16"/>
                  </a:lnTo>
                  <a:lnTo>
                    <a:pt x="149" y="18"/>
                  </a:lnTo>
                  <a:lnTo>
                    <a:pt x="150" y="18"/>
                  </a:lnTo>
                  <a:lnTo>
                    <a:pt x="153" y="16"/>
                  </a:lnTo>
                  <a:lnTo>
                    <a:pt x="155" y="14"/>
                  </a:lnTo>
                  <a:lnTo>
                    <a:pt x="155" y="12"/>
                  </a:lnTo>
                  <a:lnTo>
                    <a:pt x="155" y="8"/>
                  </a:lnTo>
                  <a:lnTo>
                    <a:pt x="158" y="5"/>
                  </a:lnTo>
                  <a:lnTo>
                    <a:pt x="159" y="1"/>
                  </a:lnTo>
                  <a:lnTo>
                    <a:pt x="161" y="0"/>
                  </a:lnTo>
                  <a:lnTo>
                    <a:pt x="164" y="0"/>
                  </a:lnTo>
                  <a:lnTo>
                    <a:pt x="165" y="0"/>
                  </a:lnTo>
                  <a:lnTo>
                    <a:pt x="169" y="4"/>
                  </a:lnTo>
                  <a:lnTo>
                    <a:pt x="168" y="10"/>
                  </a:lnTo>
                  <a:lnTo>
                    <a:pt x="171" y="9"/>
                  </a:lnTo>
                  <a:lnTo>
                    <a:pt x="173" y="11"/>
                  </a:lnTo>
                  <a:lnTo>
                    <a:pt x="172" y="13"/>
                  </a:lnTo>
                  <a:lnTo>
                    <a:pt x="172" y="19"/>
                  </a:lnTo>
                  <a:lnTo>
                    <a:pt x="170" y="24"/>
                  </a:lnTo>
                  <a:lnTo>
                    <a:pt x="172" y="28"/>
                  </a:lnTo>
                  <a:lnTo>
                    <a:pt x="173" y="31"/>
                  </a:lnTo>
                  <a:lnTo>
                    <a:pt x="173" y="32"/>
                  </a:lnTo>
                  <a:lnTo>
                    <a:pt x="176" y="32"/>
                  </a:lnTo>
                  <a:lnTo>
                    <a:pt x="179" y="32"/>
                  </a:lnTo>
                  <a:lnTo>
                    <a:pt x="184" y="28"/>
                  </a:lnTo>
                  <a:lnTo>
                    <a:pt x="188" y="28"/>
                  </a:lnTo>
                  <a:lnTo>
                    <a:pt x="192" y="23"/>
                  </a:lnTo>
                  <a:lnTo>
                    <a:pt x="197" y="20"/>
                  </a:lnTo>
                  <a:lnTo>
                    <a:pt x="202" y="20"/>
                  </a:lnTo>
                  <a:lnTo>
                    <a:pt x="204" y="21"/>
                  </a:lnTo>
                  <a:lnTo>
                    <a:pt x="203" y="22"/>
                  </a:lnTo>
                  <a:lnTo>
                    <a:pt x="204" y="23"/>
                  </a:lnTo>
                  <a:lnTo>
                    <a:pt x="210" y="22"/>
                  </a:lnTo>
                  <a:lnTo>
                    <a:pt x="214" y="19"/>
                  </a:lnTo>
                  <a:lnTo>
                    <a:pt x="216" y="21"/>
                  </a:lnTo>
                  <a:lnTo>
                    <a:pt x="219" y="21"/>
                  </a:lnTo>
                  <a:lnTo>
                    <a:pt x="224" y="23"/>
                  </a:lnTo>
                  <a:lnTo>
                    <a:pt x="222" y="24"/>
                  </a:lnTo>
                  <a:lnTo>
                    <a:pt x="218" y="24"/>
                  </a:lnTo>
                  <a:lnTo>
                    <a:pt x="219" y="26"/>
                  </a:lnTo>
                  <a:lnTo>
                    <a:pt x="220" y="26"/>
                  </a:lnTo>
                  <a:lnTo>
                    <a:pt x="220" y="27"/>
                  </a:lnTo>
                  <a:lnTo>
                    <a:pt x="219" y="28"/>
                  </a:lnTo>
                  <a:lnTo>
                    <a:pt x="217" y="28"/>
                  </a:lnTo>
                  <a:lnTo>
                    <a:pt x="214" y="30"/>
                  </a:lnTo>
                  <a:lnTo>
                    <a:pt x="211" y="30"/>
                  </a:lnTo>
                  <a:lnTo>
                    <a:pt x="209" y="32"/>
                  </a:lnTo>
                  <a:lnTo>
                    <a:pt x="204" y="31"/>
                  </a:lnTo>
                  <a:lnTo>
                    <a:pt x="195" y="31"/>
                  </a:lnTo>
                  <a:lnTo>
                    <a:pt x="187" y="32"/>
                  </a:lnTo>
                  <a:lnTo>
                    <a:pt x="183" y="35"/>
                  </a:lnTo>
                  <a:lnTo>
                    <a:pt x="181" y="37"/>
                  </a:lnTo>
                  <a:lnTo>
                    <a:pt x="177" y="40"/>
                  </a:lnTo>
                  <a:lnTo>
                    <a:pt x="175" y="40"/>
                  </a:lnTo>
                  <a:lnTo>
                    <a:pt x="173" y="42"/>
                  </a:lnTo>
                  <a:lnTo>
                    <a:pt x="171" y="45"/>
                  </a:lnTo>
                  <a:lnTo>
                    <a:pt x="171" y="48"/>
                  </a:lnTo>
                  <a:lnTo>
                    <a:pt x="173" y="50"/>
                  </a:lnTo>
                  <a:lnTo>
                    <a:pt x="173" y="53"/>
                  </a:lnTo>
                  <a:lnTo>
                    <a:pt x="175" y="55"/>
                  </a:lnTo>
                  <a:lnTo>
                    <a:pt x="174" y="59"/>
                  </a:lnTo>
                  <a:lnTo>
                    <a:pt x="175" y="63"/>
                  </a:lnTo>
                  <a:lnTo>
                    <a:pt x="173" y="67"/>
                  </a:lnTo>
                  <a:lnTo>
                    <a:pt x="170" y="70"/>
                  </a:lnTo>
                  <a:lnTo>
                    <a:pt x="167" y="73"/>
                  </a:lnTo>
                  <a:lnTo>
                    <a:pt x="166" y="75"/>
                  </a:lnTo>
                  <a:lnTo>
                    <a:pt x="168" y="79"/>
                  </a:lnTo>
                  <a:lnTo>
                    <a:pt x="168" y="82"/>
                  </a:lnTo>
                  <a:lnTo>
                    <a:pt x="166" y="84"/>
                  </a:lnTo>
                  <a:lnTo>
                    <a:pt x="162" y="86"/>
                  </a:lnTo>
                  <a:lnTo>
                    <a:pt x="157" y="86"/>
                  </a:lnTo>
                  <a:lnTo>
                    <a:pt x="150" y="84"/>
                  </a:lnTo>
                  <a:lnTo>
                    <a:pt x="148" y="86"/>
                  </a:lnTo>
                  <a:lnTo>
                    <a:pt x="150" y="89"/>
                  </a:lnTo>
                  <a:lnTo>
                    <a:pt x="153" y="92"/>
                  </a:lnTo>
                  <a:lnTo>
                    <a:pt x="154" y="94"/>
                  </a:lnTo>
                  <a:lnTo>
                    <a:pt x="154" y="98"/>
                  </a:lnTo>
                  <a:lnTo>
                    <a:pt x="153" y="100"/>
                  </a:lnTo>
                  <a:lnTo>
                    <a:pt x="151" y="101"/>
                  </a:lnTo>
                  <a:lnTo>
                    <a:pt x="147" y="101"/>
                  </a:lnTo>
                  <a:lnTo>
                    <a:pt x="144" y="102"/>
                  </a:lnTo>
                  <a:lnTo>
                    <a:pt x="142" y="104"/>
                  </a:lnTo>
                  <a:lnTo>
                    <a:pt x="141" y="107"/>
                  </a:lnTo>
                  <a:lnTo>
                    <a:pt x="139" y="115"/>
                  </a:lnTo>
                  <a:lnTo>
                    <a:pt x="138" y="125"/>
                  </a:lnTo>
                  <a:lnTo>
                    <a:pt x="137" y="125"/>
                  </a:lnTo>
                  <a:lnTo>
                    <a:pt x="135" y="128"/>
                  </a:lnTo>
                  <a:lnTo>
                    <a:pt x="133" y="129"/>
                  </a:lnTo>
                  <a:lnTo>
                    <a:pt x="126" y="126"/>
                  </a:lnTo>
                  <a:lnTo>
                    <a:pt x="122" y="126"/>
                  </a:lnTo>
                  <a:lnTo>
                    <a:pt x="118" y="128"/>
                  </a:lnTo>
                  <a:lnTo>
                    <a:pt x="116" y="130"/>
                  </a:lnTo>
                  <a:lnTo>
                    <a:pt x="113" y="136"/>
                  </a:lnTo>
                  <a:lnTo>
                    <a:pt x="112" y="136"/>
                  </a:lnTo>
                  <a:lnTo>
                    <a:pt x="108" y="136"/>
                  </a:lnTo>
                  <a:lnTo>
                    <a:pt x="104" y="136"/>
                  </a:lnTo>
                  <a:lnTo>
                    <a:pt x="102" y="136"/>
                  </a:lnTo>
                  <a:lnTo>
                    <a:pt x="98" y="140"/>
                  </a:lnTo>
                  <a:lnTo>
                    <a:pt x="95" y="143"/>
                  </a:lnTo>
                  <a:lnTo>
                    <a:pt x="93" y="146"/>
                  </a:lnTo>
                  <a:lnTo>
                    <a:pt x="92" y="152"/>
                  </a:lnTo>
                  <a:lnTo>
                    <a:pt x="91" y="160"/>
                  </a:lnTo>
                  <a:lnTo>
                    <a:pt x="91" y="162"/>
                  </a:lnTo>
                  <a:lnTo>
                    <a:pt x="89" y="163"/>
                  </a:lnTo>
                  <a:lnTo>
                    <a:pt x="81" y="165"/>
                  </a:lnTo>
                  <a:lnTo>
                    <a:pt x="73" y="166"/>
                  </a:lnTo>
                  <a:lnTo>
                    <a:pt x="66" y="168"/>
                  </a:lnTo>
                  <a:lnTo>
                    <a:pt x="57" y="169"/>
                  </a:lnTo>
                  <a:lnTo>
                    <a:pt x="51" y="168"/>
                  </a:lnTo>
                  <a:lnTo>
                    <a:pt x="48" y="168"/>
                  </a:lnTo>
                  <a:lnTo>
                    <a:pt x="40" y="169"/>
                  </a:lnTo>
                  <a:lnTo>
                    <a:pt x="35" y="169"/>
                  </a:lnTo>
                  <a:lnTo>
                    <a:pt x="31" y="169"/>
                  </a:lnTo>
                  <a:lnTo>
                    <a:pt x="25" y="167"/>
                  </a:lnTo>
                  <a:lnTo>
                    <a:pt x="17" y="165"/>
                  </a:lnTo>
                  <a:lnTo>
                    <a:pt x="13" y="164"/>
                  </a:lnTo>
                  <a:lnTo>
                    <a:pt x="7" y="161"/>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4" name="Freeform 23">
              <a:extLst>
                <a:ext uri="{FF2B5EF4-FFF2-40B4-BE49-F238E27FC236}">
                  <a16:creationId xmlns:a16="http://schemas.microsoft.com/office/drawing/2014/main" id="{71ABED51-3E2D-42A9-C975-A32D7EA96F36}"/>
                </a:ext>
              </a:extLst>
            </p:cNvPr>
            <p:cNvSpPr>
              <a:spLocks/>
            </p:cNvSpPr>
            <p:nvPr/>
          </p:nvSpPr>
          <p:spPr bwMode="gray">
            <a:xfrm>
              <a:off x="4499249" y="3244685"/>
              <a:ext cx="854320" cy="411721"/>
            </a:xfrm>
            <a:custGeom>
              <a:avLst/>
              <a:gdLst>
                <a:gd name="T0" fmla="*/ 435 w 498"/>
                <a:gd name="T1" fmla="*/ 90 h 240"/>
                <a:gd name="T2" fmla="*/ 437 w 498"/>
                <a:gd name="T3" fmla="*/ 104 h 240"/>
                <a:gd name="T4" fmla="*/ 455 w 498"/>
                <a:gd name="T5" fmla="*/ 100 h 240"/>
                <a:gd name="T6" fmla="*/ 472 w 498"/>
                <a:gd name="T7" fmla="*/ 97 h 240"/>
                <a:gd name="T8" fmla="*/ 494 w 498"/>
                <a:gd name="T9" fmla="*/ 117 h 240"/>
                <a:gd name="T10" fmla="*/ 495 w 498"/>
                <a:gd name="T11" fmla="*/ 129 h 240"/>
                <a:gd name="T12" fmla="*/ 475 w 498"/>
                <a:gd name="T13" fmla="*/ 127 h 240"/>
                <a:gd name="T14" fmla="*/ 456 w 498"/>
                <a:gd name="T15" fmla="*/ 136 h 240"/>
                <a:gd name="T16" fmla="*/ 443 w 498"/>
                <a:gd name="T17" fmla="*/ 140 h 240"/>
                <a:gd name="T18" fmla="*/ 433 w 498"/>
                <a:gd name="T19" fmla="*/ 155 h 240"/>
                <a:gd name="T20" fmla="*/ 417 w 498"/>
                <a:gd name="T21" fmla="*/ 155 h 240"/>
                <a:gd name="T22" fmla="*/ 392 w 498"/>
                <a:gd name="T23" fmla="*/ 169 h 240"/>
                <a:gd name="T24" fmla="*/ 376 w 498"/>
                <a:gd name="T25" fmla="*/ 164 h 240"/>
                <a:gd name="T26" fmla="*/ 367 w 498"/>
                <a:gd name="T27" fmla="*/ 179 h 240"/>
                <a:gd name="T28" fmla="*/ 375 w 498"/>
                <a:gd name="T29" fmla="*/ 194 h 240"/>
                <a:gd name="T30" fmla="*/ 351 w 498"/>
                <a:gd name="T31" fmla="*/ 213 h 240"/>
                <a:gd name="T32" fmla="*/ 324 w 498"/>
                <a:gd name="T33" fmla="*/ 221 h 240"/>
                <a:gd name="T34" fmla="*/ 290 w 498"/>
                <a:gd name="T35" fmla="*/ 228 h 240"/>
                <a:gd name="T36" fmla="*/ 267 w 498"/>
                <a:gd name="T37" fmla="*/ 239 h 240"/>
                <a:gd name="T38" fmla="*/ 255 w 498"/>
                <a:gd name="T39" fmla="*/ 234 h 240"/>
                <a:gd name="T40" fmla="*/ 226 w 498"/>
                <a:gd name="T41" fmla="*/ 226 h 240"/>
                <a:gd name="T42" fmla="*/ 196 w 498"/>
                <a:gd name="T43" fmla="*/ 218 h 240"/>
                <a:gd name="T44" fmla="*/ 155 w 498"/>
                <a:gd name="T45" fmla="*/ 217 h 240"/>
                <a:gd name="T46" fmla="*/ 126 w 498"/>
                <a:gd name="T47" fmla="*/ 208 h 240"/>
                <a:gd name="T48" fmla="*/ 104 w 498"/>
                <a:gd name="T49" fmla="*/ 178 h 240"/>
                <a:gd name="T50" fmla="*/ 76 w 498"/>
                <a:gd name="T51" fmla="*/ 164 h 240"/>
                <a:gd name="T52" fmla="*/ 46 w 498"/>
                <a:gd name="T53" fmla="*/ 159 h 240"/>
                <a:gd name="T54" fmla="*/ 47 w 498"/>
                <a:gd name="T55" fmla="*/ 147 h 240"/>
                <a:gd name="T56" fmla="*/ 48 w 498"/>
                <a:gd name="T57" fmla="*/ 124 h 240"/>
                <a:gd name="T58" fmla="*/ 30 w 498"/>
                <a:gd name="T59" fmla="*/ 100 h 240"/>
                <a:gd name="T60" fmla="*/ 5 w 498"/>
                <a:gd name="T61" fmla="*/ 85 h 240"/>
                <a:gd name="T62" fmla="*/ 0 w 498"/>
                <a:gd name="T63" fmla="*/ 69 h 240"/>
                <a:gd name="T64" fmla="*/ 20 w 498"/>
                <a:gd name="T65" fmla="*/ 61 h 240"/>
                <a:gd name="T66" fmla="*/ 36 w 498"/>
                <a:gd name="T67" fmla="*/ 47 h 240"/>
                <a:gd name="T68" fmla="*/ 67 w 498"/>
                <a:gd name="T69" fmla="*/ 32 h 240"/>
                <a:gd name="T70" fmla="*/ 99 w 498"/>
                <a:gd name="T71" fmla="*/ 37 h 240"/>
                <a:gd name="T72" fmla="*/ 122 w 498"/>
                <a:gd name="T73" fmla="*/ 51 h 240"/>
                <a:gd name="T74" fmla="*/ 141 w 498"/>
                <a:gd name="T75" fmla="*/ 54 h 240"/>
                <a:gd name="T76" fmla="*/ 156 w 498"/>
                <a:gd name="T77" fmla="*/ 51 h 240"/>
                <a:gd name="T78" fmla="*/ 159 w 498"/>
                <a:gd name="T79" fmla="*/ 33 h 240"/>
                <a:gd name="T80" fmla="*/ 172 w 498"/>
                <a:gd name="T81" fmla="*/ 0 h 240"/>
                <a:gd name="T82" fmla="*/ 205 w 498"/>
                <a:gd name="T83" fmla="*/ 9 h 240"/>
                <a:gd name="T84" fmla="*/ 223 w 498"/>
                <a:gd name="T85" fmla="*/ 19 h 240"/>
                <a:gd name="T86" fmla="*/ 230 w 498"/>
                <a:gd name="T87" fmla="*/ 39 h 240"/>
                <a:gd name="T88" fmla="*/ 270 w 498"/>
                <a:gd name="T89" fmla="*/ 40 h 240"/>
                <a:gd name="T90" fmla="*/ 303 w 498"/>
                <a:gd name="T91" fmla="*/ 51 h 240"/>
                <a:gd name="T92" fmla="*/ 330 w 498"/>
                <a:gd name="T93" fmla="*/ 65 h 240"/>
                <a:gd name="T94" fmla="*/ 359 w 498"/>
                <a:gd name="T95" fmla="*/ 67 h 240"/>
                <a:gd name="T96" fmla="*/ 384 w 498"/>
                <a:gd name="T97" fmla="*/ 63 h 240"/>
                <a:gd name="T98" fmla="*/ 401 w 498"/>
                <a:gd name="T99" fmla="*/ 49 h 240"/>
                <a:gd name="T100" fmla="*/ 421 w 498"/>
                <a:gd name="T101" fmla="*/ 45 h 240"/>
                <a:gd name="T102" fmla="*/ 443 w 498"/>
                <a:gd name="T103" fmla="*/ 50 h 24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98"/>
                <a:gd name="T157" fmla="*/ 0 h 240"/>
                <a:gd name="T158" fmla="*/ 498 w 498"/>
                <a:gd name="T159" fmla="*/ 240 h 24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98" h="240">
                  <a:moveTo>
                    <a:pt x="451" y="52"/>
                  </a:moveTo>
                  <a:lnTo>
                    <a:pt x="448" y="55"/>
                  </a:lnTo>
                  <a:lnTo>
                    <a:pt x="443" y="68"/>
                  </a:lnTo>
                  <a:lnTo>
                    <a:pt x="435" y="90"/>
                  </a:lnTo>
                  <a:lnTo>
                    <a:pt x="432" y="95"/>
                  </a:lnTo>
                  <a:lnTo>
                    <a:pt x="434" y="104"/>
                  </a:lnTo>
                  <a:lnTo>
                    <a:pt x="435" y="105"/>
                  </a:lnTo>
                  <a:lnTo>
                    <a:pt x="437" y="104"/>
                  </a:lnTo>
                  <a:lnTo>
                    <a:pt x="443" y="100"/>
                  </a:lnTo>
                  <a:lnTo>
                    <a:pt x="449" y="99"/>
                  </a:lnTo>
                  <a:lnTo>
                    <a:pt x="453" y="99"/>
                  </a:lnTo>
                  <a:lnTo>
                    <a:pt x="455" y="100"/>
                  </a:lnTo>
                  <a:lnTo>
                    <a:pt x="458" y="105"/>
                  </a:lnTo>
                  <a:lnTo>
                    <a:pt x="460" y="105"/>
                  </a:lnTo>
                  <a:lnTo>
                    <a:pt x="469" y="97"/>
                  </a:lnTo>
                  <a:lnTo>
                    <a:pt x="472" y="97"/>
                  </a:lnTo>
                  <a:lnTo>
                    <a:pt x="478" y="99"/>
                  </a:lnTo>
                  <a:lnTo>
                    <a:pt x="482" y="101"/>
                  </a:lnTo>
                  <a:lnTo>
                    <a:pt x="487" y="107"/>
                  </a:lnTo>
                  <a:lnTo>
                    <a:pt x="494" y="117"/>
                  </a:lnTo>
                  <a:lnTo>
                    <a:pt x="498" y="122"/>
                  </a:lnTo>
                  <a:lnTo>
                    <a:pt x="498" y="124"/>
                  </a:lnTo>
                  <a:lnTo>
                    <a:pt x="498" y="127"/>
                  </a:lnTo>
                  <a:lnTo>
                    <a:pt x="495" y="129"/>
                  </a:lnTo>
                  <a:lnTo>
                    <a:pt x="491" y="128"/>
                  </a:lnTo>
                  <a:lnTo>
                    <a:pt x="484" y="128"/>
                  </a:lnTo>
                  <a:lnTo>
                    <a:pt x="481" y="127"/>
                  </a:lnTo>
                  <a:lnTo>
                    <a:pt x="475" y="127"/>
                  </a:lnTo>
                  <a:lnTo>
                    <a:pt x="468" y="129"/>
                  </a:lnTo>
                  <a:lnTo>
                    <a:pt x="464" y="131"/>
                  </a:lnTo>
                  <a:lnTo>
                    <a:pt x="458" y="134"/>
                  </a:lnTo>
                  <a:lnTo>
                    <a:pt x="456" y="136"/>
                  </a:lnTo>
                  <a:lnTo>
                    <a:pt x="453" y="134"/>
                  </a:lnTo>
                  <a:lnTo>
                    <a:pt x="449" y="135"/>
                  </a:lnTo>
                  <a:lnTo>
                    <a:pt x="446" y="137"/>
                  </a:lnTo>
                  <a:lnTo>
                    <a:pt x="443" y="140"/>
                  </a:lnTo>
                  <a:lnTo>
                    <a:pt x="441" y="149"/>
                  </a:lnTo>
                  <a:lnTo>
                    <a:pt x="440" y="151"/>
                  </a:lnTo>
                  <a:lnTo>
                    <a:pt x="437" y="153"/>
                  </a:lnTo>
                  <a:lnTo>
                    <a:pt x="433" y="155"/>
                  </a:lnTo>
                  <a:lnTo>
                    <a:pt x="426" y="156"/>
                  </a:lnTo>
                  <a:lnTo>
                    <a:pt x="422" y="156"/>
                  </a:lnTo>
                  <a:lnTo>
                    <a:pt x="419" y="156"/>
                  </a:lnTo>
                  <a:lnTo>
                    <a:pt x="417" y="155"/>
                  </a:lnTo>
                  <a:lnTo>
                    <a:pt x="409" y="165"/>
                  </a:lnTo>
                  <a:lnTo>
                    <a:pt x="404" y="169"/>
                  </a:lnTo>
                  <a:lnTo>
                    <a:pt x="398" y="169"/>
                  </a:lnTo>
                  <a:lnTo>
                    <a:pt x="392" y="169"/>
                  </a:lnTo>
                  <a:lnTo>
                    <a:pt x="388" y="168"/>
                  </a:lnTo>
                  <a:lnTo>
                    <a:pt x="383" y="165"/>
                  </a:lnTo>
                  <a:lnTo>
                    <a:pt x="378" y="163"/>
                  </a:lnTo>
                  <a:lnTo>
                    <a:pt x="376" y="164"/>
                  </a:lnTo>
                  <a:lnTo>
                    <a:pt x="372" y="166"/>
                  </a:lnTo>
                  <a:lnTo>
                    <a:pt x="368" y="172"/>
                  </a:lnTo>
                  <a:lnTo>
                    <a:pt x="367" y="176"/>
                  </a:lnTo>
                  <a:lnTo>
                    <a:pt x="367" y="179"/>
                  </a:lnTo>
                  <a:lnTo>
                    <a:pt x="370" y="185"/>
                  </a:lnTo>
                  <a:lnTo>
                    <a:pt x="374" y="189"/>
                  </a:lnTo>
                  <a:lnTo>
                    <a:pt x="375" y="191"/>
                  </a:lnTo>
                  <a:lnTo>
                    <a:pt x="375" y="194"/>
                  </a:lnTo>
                  <a:lnTo>
                    <a:pt x="372" y="196"/>
                  </a:lnTo>
                  <a:lnTo>
                    <a:pt x="364" y="199"/>
                  </a:lnTo>
                  <a:lnTo>
                    <a:pt x="359" y="203"/>
                  </a:lnTo>
                  <a:lnTo>
                    <a:pt x="351" y="213"/>
                  </a:lnTo>
                  <a:lnTo>
                    <a:pt x="349" y="214"/>
                  </a:lnTo>
                  <a:lnTo>
                    <a:pt x="335" y="221"/>
                  </a:lnTo>
                  <a:lnTo>
                    <a:pt x="331" y="222"/>
                  </a:lnTo>
                  <a:lnTo>
                    <a:pt x="324" y="221"/>
                  </a:lnTo>
                  <a:lnTo>
                    <a:pt x="313" y="222"/>
                  </a:lnTo>
                  <a:lnTo>
                    <a:pt x="304" y="222"/>
                  </a:lnTo>
                  <a:lnTo>
                    <a:pt x="295" y="225"/>
                  </a:lnTo>
                  <a:lnTo>
                    <a:pt x="290" y="228"/>
                  </a:lnTo>
                  <a:lnTo>
                    <a:pt x="285" y="230"/>
                  </a:lnTo>
                  <a:lnTo>
                    <a:pt x="282" y="231"/>
                  </a:lnTo>
                  <a:lnTo>
                    <a:pt x="272" y="237"/>
                  </a:lnTo>
                  <a:lnTo>
                    <a:pt x="267" y="239"/>
                  </a:lnTo>
                  <a:lnTo>
                    <a:pt x="264" y="240"/>
                  </a:lnTo>
                  <a:lnTo>
                    <a:pt x="261" y="238"/>
                  </a:lnTo>
                  <a:lnTo>
                    <a:pt x="259" y="235"/>
                  </a:lnTo>
                  <a:lnTo>
                    <a:pt x="255" y="234"/>
                  </a:lnTo>
                  <a:lnTo>
                    <a:pt x="250" y="235"/>
                  </a:lnTo>
                  <a:lnTo>
                    <a:pt x="244" y="233"/>
                  </a:lnTo>
                  <a:lnTo>
                    <a:pt x="232" y="229"/>
                  </a:lnTo>
                  <a:lnTo>
                    <a:pt x="226" y="226"/>
                  </a:lnTo>
                  <a:lnTo>
                    <a:pt x="220" y="221"/>
                  </a:lnTo>
                  <a:lnTo>
                    <a:pt x="216" y="219"/>
                  </a:lnTo>
                  <a:lnTo>
                    <a:pt x="204" y="218"/>
                  </a:lnTo>
                  <a:lnTo>
                    <a:pt x="196" y="218"/>
                  </a:lnTo>
                  <a:lnTo>
                    <a:pt x="189" y="218"/>
                  </a:lnTo>
                  <a:lnTo>
                    <a:pt x="169" y="218"/>
                  </a:lnTo>
                  <a:lnTo>
                    <a:pt x="161" y="218"/>
                  </a:lnTo>
                  <a:lnTo>
                    <a:pt x="155" y="217"/>
                  </a:lnTo>
                  <a:lnTo>
                    <a:pt x="147" y="215"/>
                  </a:lnTo>
                  <a:lnTo>
                    <a:pt x="133" y="215"/>
                  </a:lnTo>
                  <a:lnTo>
                    <a:pt x="130" y="213"/>
                  </a:lnTo>
                  <a:lnTo>
                    <a:pt x="126" y="208"/>
                  </a:lnTo>
                  <a:lnTo>
                    <a:pt x="115" y="187"/>
                  </a:lnTo>
                  <a:lnTo>
                    <a:pt x="115" y="182"/>
                  </a:lnTo>
                  <a:lnTo>
                    <a:pt x="109" y="181"/>
                  </a:lnTo>
                  <a:lnTo>
                    <a:pt x="104" y="178"/>
                  </a:lnTo>
                  <a:lnTo>
                    <a:pt x="92" y="170"/>
                  </a:lnTo>
                  <a:lnTo>
                    <a:pt x="88" y="168"/>
                  </a:lnTo>
                  <a:lnTo>
                    <a:pt x="80" y="165"/>
                  </a:lnTo>
                  <a:lnTo>
                    <a:pt x="76" y="164"/>
                  </a:lnTo>
                  <a:lnTo>
                    <a:pt x="69" y="164"/>
                  </a:lnTo>
                  <a:lnTo>
                    <a:pt x="59" y="164"/>
                  </a:lnTo>
                  <a:lnTo>
                    <a:pt x="51" y="162"/>
                  </a:lnTo>
                  <a:lnTo>
                    <a:pt x="46" y="159"/>
                  </a:lnTo>
                  <a:lnTo>
                    <a:pt x="44" y="156"/>
                  </a:lnTo>
                  <a:lnTo>
                    <a:pt x="44" y="152"/>
                  </a:lnTo>
                  <a:lnTo>
                    <a:pt x="44" y="151"/>
                  </a:lnTo>
                  <a:lnTo>
                    <a:pt x="47" y="147"/>
                  </a:lnTo>
                  <a:lnTo>
                    <a:pt x="48" y="143"/>
                  </a:lnTo>
                  <a:lnTo>
                    <a:pt x="49" y="136"/>
                  </a:lnTo>
                  <a:lnTo>
                    <a:pt x="51" y="131"/>
                  </a:lnTo>
                  <a:lnTo>
                    <a:pt x="48" y="124"/>
                  </a:lnTo>
                  <a:lnTo>
                    <a:pt x="41" y="109"/>
                  </a:lnTo>
                  <a:lnTo>
                    <a:pt x="37" y="103"/>
                  </a:lnTo>
                  <a:lnTo>
                    <a:pt x="34" y="102"/>
                  </a:lnTo>
                  <a:lnTo>
                    <a:pt x="30" y="100"/>
                  </a:lnTo>
                  <a:lnTo>
                    <a:pt x="25" y="98"/>
                  </a:lnTo>
                  <a:lnTo>
                    <a:pt x="20" y="98"/>
                  </a:lnTo>
                  <a:lnTo>
                    <a:pt x="15" y="93"/>
                  </a:lnTo>
                  <a:lnTo>
                    <a:pt x="5" y="85"/>
                  </a:lnTo>
                  <a:lnTo>
                    <a:pt x="2" y="81"/>
                  </a:lnTo>
                  <a:lnTo>
                    <a:pt x="1" y="75"/>
                  </a:lnTo>
                  <a:lnTo>
                    <a:pt x="0" y="70"/>
                  </a:lnTo>
                  <a:lnTo>
                    <a:pt x="0" y="69"/>
                  </a:lnTo>
                  <a:lnTo>
                    <a:pt x="1" y="68"/>
                  </a:lnTo>
                  <a:lnTo>
                    <a:pt x="6" y="64"/>
                  </a:lnTo>
                  <a:lnTo>
                    <a:pt x="11" y="62"/>
                  </a:lnTo>
                  <a:lnTo>
                    <a:pt x="20" y="61"/>
                  </a:lnTo>
                  <a:lnTo>
                    <a:pt x="25" y="59"/>
                  </a:lnTo>
                  <a:lnTo>
                    <a:pt x="30" y="55"/>
                  </a:lnTo>
                  <a:lnTo>
                    <a:pt x="36" y="47"/>
                  </a:lnTo>
                  <a:lnTo>
                    <a:pt x="42" y="43"/>
                  </a:lnTo>
                  <a:lnTo>
                    <a:pt x="50" y="39"/>
                  </a:lnTo>
                  <a:lnTo>
                    <a:pt x="61" y="34"/>
                  </a:lnTo>
                  <a:lnTo>
                    <a:pt x="67" y="32"/>
                  </a:lnTo>
                  <a:lnTo>
                    <a:pt x="73" y="33"/>
                  </a:lnTo>
                  <a:lnTo>
                    <a:pt x="80" y="35"/>
                  </a:lnTo>
                  <a:lnTo>
                    <a:pt x="93" y="36"/>
                  </a:lnTo>
                  <a:lnTo>
                    <a:pt x="99" y="37"/>
                  </a:lnTo>
                  <a:lnTo>
                    <a:pt x="104" y="45"/>
                  </a:lnTo>
                  <a:lnTo>
                    <a:pt x="106" y="50"/>
                  </a:lnTo>
                  <a:lnTo>
                    <a:pt x="111" y="51"/>
                  </a:lnTo>
                  <a:lnTo>
                    <a:pt x="122" y="51"/>
                  </a:lnTo>
                  <a:lnTo>
                    <a:pt x="126" y="52"/>
                  </a:lnTo>
                  <a:lnTo>
                    <a:pt x="132" y="52"/>
                  </a:lnTo>
                  <a:lnTo>
                    <a:pt x="138" y="52"/>
                  </a:lnTo>
                  <a:lnTo>
                    <a:pt x="141" y="54"/>
                  </a:lnTo>
                  <a:lnTo>
                    <a:pt x="145" y="56"/>
                  </a:lnTo>
                  <a:lnTo>
                    <a:pt x="149" y="56"/>
                  </a:lnTo>
                  <a:lnTo>
                    <a:pt x="154" y="52"/>
                  </a:lnTo>
                  <a:lnTo>
                    <a:pt x="156" y="51"/>
                  </a:lnTo>
                  <a:lnTo>
                    <a:pt x="161" y="45"/>
                  </a:lnTo>
                  <a:lnTo>
                    <a:pt x="163" y="39"/>
                  </a:lnTo>
                  <a:lnTo>
                    <a:pt x="162" y="36"/>
                  </a:lnTo>
                  <a:lnTo>
                    <a:pt x="159" y="33"/>
                  </a:lnTo>
                  <a:lnTo>
                    <a:pt x="156" y="23"/>
                  </a:lnTo>
                  <a:lnTo>
                    <a:pt x="157" y="20"/>
                  </a:lnTo>
                  <a:lnTo>
                    <a:pt x="163" y="11"/>
                  </a:lnTo>
                  <a:lnTo>
                    <a:pt x="172" y="0"/>
                  </a:lnTo>
                  <a:lnTo>
                    <a:pt x="178" y="2"/>
                  </a:lnTo>
                  <a:lnTo>
                    <a:pt x="185" y="3"/>
                  </a:lnTo>
                  <a:lnTo>
                    <a:pt x="193" y="5"/>
                  </a:lnTo>
                  <a:lnTo>
                    <a:pt x="205" y="9"/>
                  </a:lnTo>
                  <a:lnTo>
                    <a:pt x="210" y="12"/>
                  </a:lnTo>
                  <a:lnTo>
                    <a:pt x="216" y="15"/>
                  </a:lnTo>
                  <a:lnTo>
                    <a:pt x="222" y="17"/>
                  </a:lnTo>
                  <a:lnTo>
                    <a:pt x="223" y="19"/>
                  </a:lnTo>
                  <a:lnTo>
                    <a:pt x="223" y="25"/>
                  </a:lnTo>
                  <a:lnTo>
                    <a:pt x="224" y="31"/>
                  </a:lnTo>
                  <a:lnTo>
                    <a:pt x="227" y="35"/>
                  </a:lnTo>
                  <a:lnTo>
                    <a:pt x="230" y="39"/>
                  </a:lnTo>
                  <a:lnTo>
                    <a:pt x="242" y="45"/>
                  </a:lnTo>
                  <a:lnTo>
                    <a:pt x="246" y="47"/>
                  </a:lnTo>
                  <a:lnTo>
                    <a:pt x="264" y="40"/>
                  </a:lnTo>
                  <a:lnTo>
                    <a:pt x="270" y="40"/>
                  </a:lnTo>
                  <a:lnTo>
                    <a:pt x="278" y="40"/>
                  </a:lnTo>
                  <a:lnTo>
                    <a:pt x="288" y="40"/>
                  </a:lnTo>
                  <a:lnTo>
                    <a:pt x="293" y="43"/>
                  </a:lnTo>
                  <a:lnTo>
                    <a:pt x="303" y="51"/>
                  </a:lnTo>
                  <a:lnTo>
                    <a:pt x="307" y="55"/>
                  </a:lnTo>
                  <a:lnTo>
                    <a:pt x="315" y="58"/>
                  </a:lnTo>
                  <a:lnTo>
                    <a:pt x="320" y="62"/>
                  </a:lnTo>
                  <a:lnTo>
                    <a:pt x="330" y="65"/>
                  </a:lnTo>
                  <a:lnTo>
                    <a:pt x="336" y="67"/>
                  </a:lnTo>
                  <a:lnTo>
                    <a:pt x="343" y="68"/>
                  </a:lnTo>
                  <a:lnTo>
                    <a:pt x="348" y="69"/>
                  </a:lnTo>
                  <a:lnTo>
                    <a:pt x="359" y="67"/>
                  </a:lnTo>
                  <a:lnTo>
                    <a:pt x="366" y="67"/>
                  </a:lnTo>
                  <a:lnTo>
                    <a:pt x="370" y="66"/>
                  </a:lnTo>
                  <a:lnTo>
                    <a:pt x="377" y="65"/>
                  </a:lnTo>
                  <a:lnTo>
                    <a:pt x="384" y="63"/>
                  </a:lnTo>
                  <a:lnTo>
                    <a:pt x="388" y="62"/>
                  </a:lnTo>
                  <a:lnTo>
                    <a:pt x="393" y="59"/>
                  </a:lnTo>
                  <a:lnTo>
                    <a:pt x="396" y="54"/>
                  </a:lnTo>
                  <a:lnTo>
                    <a:pt x="401" y="49"/>
                  </a:lnTo>
                  <a:lnTo>
                    <a:pt x="409" y="44"/>
                  </a:lnTo>
                  <a:lnTo>
                    <a:pt x="411" y="44"/>
                  </a:lnTo>
                  <a:lnTo>
                    <a:pt x="416" y="43"/>
                  </a:lnTo>
                  <a:lnTo>
                    <a:pt x="421" y="45"/>
                  </a:lnTo>
                  <a:lnTo>
                    <a:pt x="426" y="50"/>
                  </a:lnTo>
                  <a:lnTo>
                    <a:pt x="428" y="52"/>
                  </a:lnTo>
                  <a:lnTo>
                    <a:pt x="435" y="54"/>
                  </a:lnTo>
                  <a:lnTo>
                    <a:pt x="443" y="50"/>
                  </a:lnTo>
                  <a:lnTo>
                    <a:pt x="447" y="50"/>
                  </a:lnTo>
                  <a:lnTo>
                    <a:pt x="451" y="5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5" name="Freeform 24">
              <a:extLst>
                <a:ext uri="{FF2B5EF4-FFF2-40B4-BE49-F238E27FC236}">
                  <a16:creationId xmlns:a16="http://schemas.microsoft.com/office/drawing/2014/main" id="{47F3FE7A-CF11-4B6E-3397-8DA5965AF440}"/>
                </a:ext>
              </a:extLst>
            </p:cNvPr>
            <p:cNvSpPr>
              <a:spLocks/>
            </p:cNvSpPr>
            <p:nvPr/>
          </p:nvSpPr>
          <p:spPr bwMode="gray">
            <a:xfrm>
              <a:off x="4499249" y="3244685"/>
              <a:ext cx="854320" cy="411721"/>
            </a:xfrm>
            <a:custGeom>
              <a:avLst/>
              <a:gdLst>
                <a:gd name="T0" fmla="*/ 435 w 498"/>
                <a:gd name="T1" fmla="*/ 90 h 240"/>
                <a:gd name="T2" fmla="*/ 437 w 498"/>
                <a:gd name="T3" fmla="*/ 104 h 240"/>
                <a:gd name="T4" fmla="*/ 455 w 498"/>
                <a:gd name="T5" fmla="*/ 100 h 240"/>
                <a:gd name="T6" fmla="*/ 472 w 498"/>
                <a:gd name="T7" fmla="*/ 97 h 240"/>
                <a:gd name="T8" fmla="*/ 494 w 498"/>
                <a:gd name="T9" fmla="*/ 117 h 240"/>
                <a:gd name="T10" fmla="*/ 495 w 498"/>
                <a:gd name="T11" fmla="*/ 129 h 240"/>
                <a:gd name="T12" fmla="*/ 475 w 498"/>
                <a:gd name="T13" fmla="*/ 127 h 240"/>
                <a:gd name="T14" fmla="*/ 456 w 498"/>
                <a:gd name="T15" fmla="*/ 136 h 240"/>
                <a:gd name="T16" fmla="*/ 443 w 498"/>
                <a:gd name="T17" fmla="*/ 140 h 240"/>
                <a:gd name="T18" fmla="*/ 433 w 498"/>
                <a:gd name="T19" fmla="*/ 155 h 240"/>
                <a:gd name="T20" fmla="*/ 417 w 498"/>
                <a:gd name="T21" fmla="*/ 155 h 240"/>
                <a:gd name="T22" fmla="*/ 392 w 498"/>
                <a:gd name="T23" fmla="*/ 169 h 240"/>
                <a:gd name="T24" fmla="*/ 376 w 498"/>
                <a:gd name="T25" fmla="*/ 164 h 240"/>
                <a:gd name="T26" fmla="*/ 367 w 498"/>
                <a:gd name="T27" fmla="*/ 179 h 240"/>
                <a:gd name="T28" fmla="*/ 375 w 498"/>
                <a:gd name="T29" fmla="*/ 194 h 240"/>
                <a:gd name="T30" fmla="*/ 351 w 498"/>
                <a:gd name="T31" fmla="*/ 213 h 240"/>
                <a:gd name="T32" fmla="*/ 324 w 498"/>
                <a:gd name="T33" fmla="*/ 221 h 240"/>
                <a:gd name="T34" fmla="*/ 290 w 498"/>
                <a:gd name="T35" fmla="*/ 228 h 240"/>
                <a:gd name="T36" fmla="*/ 267 w 498"/>
                <a:gd name="T37" fmla="*/ 239 h 240"/>
                <a:gd name="T38" fmla="*/ 255 w 498"/>
                <a:gd name="T39" fmla="*/ 234 h 240"/>
                <a:gd name="T40" fmla="*/ 226 w 498"/>
                <a:gd name="T41" fmla="*/ 226 h 240"/>
                <a:gd name="T42" fmla="*/ 196 w 498"/>
                <a:gd name="T43" fmla="*/ 218 h 240"/>
                <a:gd name="T44" fmla="*/ 155 w 498"/>
                <a:gd name="T45" fmla="*/ 217 h 240"/>
                <a:gd name="T46" fmla="*/ 126 w 498"/>
                <a:gd name="T47" fmla="*/ 208 h 240"/>
                <a:gd name="T48" fmla="*/ 104 w 498"/>
                <a:gd name="T49" fmla="*/ 178 h 240"/>
                <a:gd name="T50" fmla="*/ 76 w 498"/>
                <a:gd name="T51" fmla="*/ 164 h 240"/>
                <a:gd name="T52" fmla="*/ 46 w 498"/>
                <a:gd name="T53" fmla="*/ 159 h 240"/>
                <a:gd name="T54" fmla="*/ 47 w 498"/>
                <a:gd name="T55" fmla="*/ 147 h 240"/>
                <a:gd name="T56" fmla="*/ 48 w 498"/>
                <a:gd name="T57" fmla="*/ 124 h 240"/>
                <a:gd name="T58" fmla="*/ 30 w 498"/>
                <a:gd name="T59" fmla="*/ 100 h 240"/>
                <a:gd name="T60" fmla="*/ 5 w 498"/>
                <a:gd name="T61" fmla="*/ 85 h 240"/>
                <a:gd name="T62" fmla="*/ 0 w 498"/>
                <a:gd name="T63" fmla="*/ 69 h 240"/>
                <a:gd name="T64" fmla="*/ 20 w 498"/>
                <a:gd name="T65" fmla="*/ 61 h 240"/>
                <a:gd name="T66" fmla="*/ 36 w 498"/>
                <a:gd name="T67" fmla="*/ 47 h 240"/>
                <a:gd name="T68" fmla="*/ 67 w 498"/>
                <a:gd name="T69" fmla="*/ 32 h 240"/>
                <a:gd name="T70" fmla="*/ 99 w 498"/>
                <a:gd name="T71" fmla="*/ 37 h 240"/>
                <a:gd name="T72" fmla="*/ 122 w 498"/>
                <a:gd name="T73" fmla="*/ 51 h 240"/>
                <a:gd name="T74" fmla="*/ 141 w 498"/>
                <a:gd name="T75" fmla="*/ 54 h 240"/>
                <a:gd name="T76" fmla="*/ 156 w 498"/>
                <a:gd name="T77" fmla="*/ 51 h 240"/>
                <a:gd name="T78" fmla="*/ 159 w 498"/>
                <a:gd name="T79" fmla="*/ 33 h 240"/>
                <a:gd name="T80" fmla="*/ 172 w 498"/>
                <a:gd name="T81" fmla="*/ 0 h 240"/>
                <a:gd name="T82" fmla="*/ 205 w 498"/>
                <a:gd name="T83" fmla="*/ 9 h 240"/>
                <a:gd name="T84" fmla="*/ 223 w 498"/>
                <a:gd name="T85" fmla="*/ 19 h 240"/>
                <a:gd name="T86" fmla="*/ 230 w 498"/>
                <a:gd name="T87" fmla="*/ 39 h 240"/>
                <a:gd name="T88" fmla="*/ 270 w 498"/>
                <a:gd name="T89" fmla="*/ 40 h 240"/>
                <a:gd name="T90" fmla="*/ 303 w 498"/>
                <a:gd name="T91" fmla="*/ 51 h 240"/>
                <a:gd name="T92" fmla="*/ 330 w 498"/>
                <a:gd name="T93" fmla="*/ 65 h 240"/>
                <a:gd name="T94" fmla="*/ 359 w 498"/>
                <a:gd name="T95" fmla="*/ 67 h 240"/>
                <a:gd name="T96" fmla="*/ 384 w 498"/>
                <a:gd name="T97" fmla="*/ 63 h 240"/>
                <a:gd name="T98" fmla="*/ 401 w 498"/>
                <a:gd name="T99" fmla="*/ 49 h 240"/>
                <a:gd name="T100" fmla="*/ 421 w 498"/>
                <a:gd name="T101" fmla="*/ 45 h 240"/>
                <a:gd name="T102" fmla="*/ 443 w 498"/>
                <a:gd name="T103" fmla="*/ 50 h 24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98"/>
                <a:gd name="T157" fmla="*/ 0 h 240"/>
                <a:gd name="T158" fmla="*/ 498 w 498"/>
                <a:gd name="T159" fmla="*/ 240 h 24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98" h="240">
                  <a:moveTo>
                    <a:pt x="451" y="52"/>
                  </a:moveTo>
                  <a:lnTo>
                    <a:pt x="448" y="55"/>
                  </a:lnTo>
                  <a:lnTo>
                    <a:pt x="443" y="68"/>
                  </a:lnTo>
                  <a:lnTo>
                    <a:pt x="435" y="90"/>
                  </a:lnTo>
                  <a:lnTo>
                    <a:pt x="432" y="95"/>
                  </a:lnTo>
                  <a:lnTo>
                    <a:pt x="434" y="104"/>
                  </a:lnTo>
                  <a:lnTo>
                    <a:pt x="435" y="105"/>
                  </a:lnTo>
                  <a:lnTo>
                    <a:pt x="437" y="104"/>
                  </a:lnTo>
                  <a:lnTo>
                    <a:pt x="443" y="100"/>
                  </a:lnTo>
                  <a:lnTo>
                    <a:pt x="449" y="99"/>
                  </a:lnTo>
                  <a:lnTo>
                    <a:pt x="453" y="99"/>
                  </a:lnTo>
                  <a:lnTo>
                    <a:pt x="455" y="100"/>
                  </a:lnTo>
                  <a:lnTo>
                    <a:pt x="458" y="105"/>
                  </a:lnTo>
                  <a:lnTo>
                    <a:pt x="460" y="105"/>
                  </a:lnTo>
                  <a:lnTo>
                    <a:pt x="469" y="97"/>
                  </a:lnTo>
                  <a:lnTo>
                    <a:pt x="472" y="97"/>
                  </a:lnTo>
                  <a:lnTo>
                    <a:pt x="478" y="99"/>
                  </a:lnTo>
                  <a:lnTo>
                    <a:pt x="482" y="101"/>
                  </a:lnTo>
                  <a:lnTo>
                    <a:pt x="487" y="107"/>
                  </a:lnTo>
                  <a:lnTo>
                    <a:pt x="494" y="117"/>
                  </a:lnTo>
                  <a:lnTo>
                    <a:pt x="498" y="122"/>
                  </a:lnTo>
                  <a:lnTo>
                    <a:pt x="498" y="124"/>
                  </a:lnTo>
                  <a:lnTo>
                    <a:pt x="498" y="127"/>
                  </a:lnTo>
                  <a:lnTo>
                    <a:pt x="495" y="129"/>
                  </a:lnTo>
                  <a:lnTo>
                    <a:pt x="491" y="128"/>
                  </a:lnTo>
                  <a:lnTo>
                    <a:pt x="484" y="128"/>
                  </a:lnTo>
                  <a:lnTo>
                    <a:pt x="481" y="127"/>
                  </a:lnTo>
                  <a:lnTo>
                    <a:pt x="475" y="127"/>
                  </a:lnTo>
                  <a:lnTo>
                    <a:pt x="468" y="129"/>
                  </a:lnTo>
                  <a:lnTo>
                    <a:pt x="464" y="131"/>
                  </a:lnTo>
                  <a:lnTo>
                    <a:pt x="458" y="134"/>
                  </a:lnTo>
                  <a:lnTo>
                    <a:pt x="456" y="136"/>
                  </a:lnTo>
                  <a:lnTo>
                    <a:pt x="453" y="134"/>
                  </a:lnTo>
                  <a:lnTo>
                    <a:pt x="449" y="135"/>
                  </a:lnTo>
                  <a:lnTo>
                    <a:pt x="446" y="137"/>
                  </a:lnTo>
                  <a:lnTo>
                    <a:pt x="443" y="140"/>
                  </a:lnTo>
                  <a:lnTo>
                    <a:pt x="441" y="149"/>
                  </a:lnTo>
                  <a:lnTo>
                    <a:pt x="440" y="151"/>
                  </a:lnTo>
                  <a:lnTo>
                    <a:pt x="437" y="153"/>
                  </a:lnTo>
                  <a:lnTo>
                    <a:pt x="433" y="155"/>
                  </a:lnTo>
                  <a:lnTo>
                    <a:pt x="426" y="156"/>
                  </a:lnTo>
                  <a:lnTo>
                    <a:pt x="422" y="156"/>
                  </a:lnTo>
                  <a:lnTo>
                    <a:pt x="419" y="156"/>
                  </a:lnTo>
                  <a:lnTo>
                    <a:pt x="417" y="155"/>
                  </a:lnTo>
                  <a:lnTo>
                    <a:pt x="409" y="165"/>
                  </a:lnTo>
                  <a:lnTo>
                    <a:pt x="404" y="169"/>
                  </a:lnTo>
                  <a:lnTo>
                    <a:pt x="398" y="169"/>
                  </a:lnTo>
                  <a:lnTo>
                    <a:pt x="392" y="169"/>
                  </a:lnTo>
                  <a:lnTo>
                    <a:pt x="388" y="168"/>
                  </a:lnTo>
                  <a:lnTo>
                    <a:pt x="383" y="165"/>
                  </a:lnTo>
                  <a:lnTo>
                    <a:pt x="378" y="163"/>
                  </a:lnTo>
                  <a:lnTo>
                    <a:pt x="376" y="164"/>
                  </a:lnTo>
                  <a:lnTo>
                    <a:pt x="372" y="166"/>
                  </a:lnTo>
                  <a:lnTo>
                    <a:pt x="368" y="172"/>
                  </a:lnTo>
                  <a:lnTo>
                    <a:pt x="367" y="176"/>
                  </a:lnTo>
                  <a:lnTo>
                    <a:pt x="367" y="179"/>
                  </a:lnTo>
                  <a:lnTo>
                    <a:pt x="370" y="185"/>
                  </a:lnTo>
                  <a:lnTo>
                    <a:pt x="374" y="189"/>
                  </a:lnTo>
                  <a:lnTo>
                    <a:pt x="375" y="191"/>
                  </a:lnTo>
                  <a:lnTo>
                    <a:pt x="375" y="194"/>
                  </a:lnTo>
                  <a:lnTo>
                    <a:pt x="372" y="196"/>
                  </a:lnTo>
                  <a:lnTo>
                    <a:pt x="364" y="199"/>
                  </a:lnTo>
                  <a:lnTo>
                    <a:pt x="359" y="203"/>
                  </a:lnTo>
                  <a:lnTo>
                    <a:pt x="351" y="213"/>
                  </a:lnTo>
                  <a:lnTo>
                    <a:pt x="349" y="214"/>
                  </a:lnTo>
                  <a:lnTo>
                    <a:pt x="335" y="221"/>
                  </a:lnTo>
                  <a:lnTo>
                    <a:pt x="331" y="222"/>
                  </a:lnTo>
                  <a:lnTo>
                    <a:pt x="324" y="221"/>
                  </a:lnTo>
                  <a:lnTo>
                    <a:pt x="313" y="222"/>
                  </a:lnTo>
                  <a:lnTo>
                    <a:pt x="304" y="222"/>
                  </a:lnTo>
                  <a:lnTo>
                    <a:pt x="295" y="225"/>
                  </a:lnTo>
                  <a:lnTo>
                    <a:pt x="290" y="228"/>
                  </a:lnTo>
                  <a:lnTo>
                    <a:pt x="285" y="230"/>
                  </a:lnTo>
                  <a:lnTo>
                    <a:pt x="282" y="231"/>
                  </a:lnTo>
                  <a:lnTo>
                    <a:pt x="272" y="237"/>
                  </a:lnTo>
                  <a:lnTo>
                    <a:pt x="267" y="239"/>
                  </a:lnTo>
                  <a:lnTo>
                    <a:pt x="264" y="240"/>
                  </a:lnTo>
                  <a:lnTo>
                    <a:pt x="261" y="238"/>
                  </a:lnTo>
                  <a:lnTo>
                    <a:pt x="259" y="235"/>
                  </a:lnTo>
                  <a:lnTo>
                    <a:pt x="255" y="234"/>
                  </a:lnTo>
                  <a:lnTo>
                    <a:pt x="250" y="235"/>
                  </a:lnTo>
                  <a:lnTo>
                    <a:pt x="244" y="233"/>
                  </a:lnTo>
                  <a:lnTo>
                    <a:pt x="232" y="229"/>
                  </a:lnTo>
                  <a:lnTo>
                    <a:pt x="226" y="226"/>
                  </a:lnTo>
                  <a:lnTo>
                    <a:pt x="220" y="221"/>
                  </a:lnTo>
                  <a:lnTo>
                    <a:pt x="216" y="219"/>
                  </a:lnTo>
                  <a:lnTo>
                    <a:pt x="204" y="218"/>
                  </a:lnTo>
                  <a:lnTo>
                    <a:pt x="196" y="218"/>
                  </a:lnTo>
                  <a:lnTo>
                    <a:pt x="189" y="218"/>
                  </a:lnTo>
                  <a:lnTo>
                    <a:pt x="169" y="218"/>
                  </a:lnTo>
                  <a:lnTo>
                    <a:pt x="161" y="218"/>
                  </a:lnTo>
                  <a:lnTo>
                    <a:pt x="155" y="217"/>
                  </a:lnTo>
                  <a:lnTo>
                    <a:pt x="147" y="215"/>
                  </a:lnTo>
                  <a:lnTo>
                    <a:pt x="133" y="215"/>
                  </a:lnTo>
                  <a:lnTo>
                    <a:pt x="130" y="213"/>
                  </a:lnTo>
                  <a:lnTo>
                    <a:pt x="126" y="208"/>
                  </a:lnTo>
                  <a:lnTo>
                    <a:pt x="115" y="187"/>
                  </a:lnTo>
                  <a:lnTo>
                    <a:pt x="115" y="182"/>
                  </a:lnTo>
                  <a:lnTo>
                    <a:pt x="109" y="181"/>
                  </a:lnTo>
                  <a:lnTo>
                    <a:pt x="104" y="178"/>
                  </a:lnTo>
                  <a:lnTo>
                    <a:pt x="92" y="170"/>
                  </a:lnTo>
                  <a:lnTo>
                    <a:pt x="88" y="168"/>
                  </a:lnTo>
                  <a:lnTo>
                    <a:pt x="80" y="165"/>
                  </a:lnTo>
                  <a:lnTo>
                    <a:pt x="76" y="164"/>
                  </a:lnTo>
                  <a:lnTo>
                    <a:pt x="69" y="164"/>
                  </a:lnTo>
                  <a:lnTo>
                    <a:pt x="59" y="164"/>
                  </a:lnTo>
                  <a:lnTo>
                    <a:pt x="51" y="162"/>
                  </a:lnTo>
                  <a:lnTo>
                    <a:pt x="46" y="159"/>
                  </a:lnTo>
                  <a:lnTo>
                    <a:pt x="44" y="156"/>
                  </a:lnTo>
                  <a:lnTo>
                    <a:pt x="44" y="152"/>
                  </a:lnTo>
                  <a:lnTo>
                    <a:pt x="44" y="151"/>
                  </a:lnTo>
                  <a:lnTo>
                    <a:pt x="47" y="147"/>
                  </a:lnTo>
                  <a:lnTo>
                    <a:pt x="48" y="143"/>
                  </a:lnTo>
                  <a:lnTo>
                    <a:pt x="49" y="136"/>
                  </a:lnTo>
                  <a:lnTo>
                    <a:pt x="51" y="131"/>
                  </a:lnTo>
                  <a:lnTo>
                    <a:pt x="48" y="124"/>
                  </a:lnTo>
                  <a:lnTo>
                    <a:pt x="41" y="109"/>
                  </a:lnTo>
                  <a:lnTo>
                    <a:pt x="37" y="103"/>
                  </a:lnTo>
                  <a:lnTo>
                    <a:pt x="34" y="102"/>
                  </a:lnTo>
                  <a:lnTo>
                    <a:pt x="30" y="100"/>
                  </a:lnTo>
                  <a:lnTo>
                    <a:pt x="25" y="98"/>
                  </a:lnTo>
                  <a:lnTo>
                    <a:pt x="20" y="98"/>
                  </a:lnTo>
                  <a:lnTo>
                    <a:pt x="15" y="93"/>
                  </a:lnTo>
                  <a:lnTo>
                    <a:pt x="5" y="85"/>
                  </a:lnTo>
                  <a:lnTo>
                    <a:pt x="2" y="81"/>
                  </a:lnTo>
                  <a:lnTo>
                    <a:pt x="1" y="75"/>
                  </a:lnTo>
                  <a:lnTo>
                    <a:pt x="0" y="70"/>
                  </a:lnTo>
                  <a:lnTo>
                    <a:pt x="0" y="69"/>
                  </a:lnTo>
                  <a:lnTo>
                    <a:pt x="1" y="68"/>
                  </a:lnTo>
                  <a:lnTo>
                    <a:pt x="6" y="64"/>
                  </a:lnTo>
                  <a:lnTo>
                    <a:pt x="11" y="62"/>
                  </a:lnTo>
                  <a:lnTo>
                    <a:pt x="20" y="61"/>
                  </a:lnTo>
                  <a:lnTo>
                    <a:pt x="25" y="59"/>
                  </a:lnTo>
                  <a:lnTo>
                    <a:pt x="30" y="55"/>
                  </a:lnTo>
                  <a:lnTo>
                    <a:pt x="36" y="47"/>
                  </a:lnTo>
                  <a:lnTo>
                    <a:pt x="42" y="43"/>
                  </a:lnTo>
                  <a:lnTo>
                    <a:pt x="50" y="39"/>
                  </a:lnTo>
                  <a:lnTo>
                    <a:pt x="61" y="34"/>
                  </a:lnTo>
                  <a:lnTo>
                    <a:pt x="67" y="32"/>
                  </a:lnTo>
                  <a:lnTo>
                    <a:pt x="73" y="33"/>
                  </a:lnTo>
                  <a:lnTo>
                    <a:pt x="80" y="35"/>
                  </a:lnTo>
                  <a:lnTo>
                    <a:pt x="93" y="36"/>
                  </a:lnTo>
                  <a:lnTo>
                    <a:pt x="99" y="37"/>
                  </a:lnTo>
                  <a:lnTo>
                    <a:pt x="104" y="45"/>
                  </a:lnTo>
                  <a:lnTo>
                    <a:pt x="106" y="50"/>
                  </a:lnTo>
                  <a:lnTo>
                    <a:pt x="111" y="51"/>
                  </a:lnTo>
                  <a:lnTo>
                    <a:pt x="122" y="51"/>
                  </a:lnTo>
                  <a:lnTo>
                    <a:pt x="126" y="52"/>
                  </a:lnTo>
                  <a:lnTo>
                    <a:pt x="132" y="52"/>
                  </a:lnTo>
                  <a:lnTo>
                    <a:pt x="138" y="52"/>
                  </a:lnTo>
                  <a:lnTo>
                    <a:pt x="141" y="54"/>
                  </a:lnTo>
                  <a:lnTo>
                    <a:pt x="145" y="56"/>
                  </a:lnTo>
                  <a:lnTo>
                    <a:pt x="149" y="56"/>
                  </a:lnTo>
                  <a:lnTo>
                    <a:pt x="154" y="52"/>
                  </a:lnTo>
                  <a:lnTo>
                    <a:pt x="156" y="51"/>
                  </a:lnTo>
                  <a:lnTo>
                    <a:pt x="161" y="45"/>
                  </a:lnTo>
                  <a:lnTo>
                    <a:pt x="163" y="39"/>
                  </a:lnTo>
                  <a:lnTo>
                    <a:pt x="162" y="36"/>
                  </a:lnTo>
                  <a:lnTo>
                    <a:pt x="159" y="33"/>
                  </a:lnTo>
                  <a:lnTo>
                    <a:pt x="156" y="23"/>
                  </a:lnTo>
                  <a:lnTo>
                    <a:pt x="157" y="20"/>
                  </a:lnTo>
                  <a:lnTo>
                    <a:pt x="163" y="11"/>
                  </a:lnTo>
                  <a:lnTo>
                    <a:pt x="172" y="0"/>
                  </a:lnTo>
                  <a:lnTo>
                    <a:pt x="178" y="2"/>
                  </a:lnTo>
                  <a:lnTo>
                    <a:pt x="185" y="3"/>
                  </a:lnTo>
                  <a:lnTo>
                    <a:pt x="193" y="5"/>
                  </a:lnTo>
                  <a:lnTo>
                    <a:pt x="205" y="9"/>
                  </a:lnTo>
                  <a:lnTo>
                    <a:pt x="210" y="12"/>
                  </a:lnTo>
                  <a:lnTo>
                    <a:pt x="216" y="15"/>
                  </a:lnTo>
                  <a:lnTo>
                    <a:pt x="222" y="17"/>
                  </a:lnTo>
                  <a:lnTo>
                    <a:pt x="223" y="19"/>
                  </a:lnTo>
                  <a:lnTo>
                    <a:pt x="223" y="25"/>
                  </a:lnTo>
                  <a:lnTo>
                    <a:pt x="224" y="31"/>
                  </a:lnTo>
                  <a:lnTo>
                    <a:pt x="227" y="35"/>
                  </a:lnTo>
                  <a:lnTo>
                    <a:pt x="230" y="39"/>
                  </a:lnTo>
                  <a:lnTo>
                    <a:pt x="242" y="45"/>
                  </a:lnTo>
                  <a:lnTo>
                    <a:pt x="246" y="47"/>
                  </a:lnTo>
                  <a:lnTo>
                    <a:pt x="264" y="40"/>
                  </a:lnTo>
                  <a:lnTo>
                    <a:pt x="270" y="40"/>
                  </a:lnTo>
                  <a:lnTo>
                    <a:pt x="278" y="40"/>
                  </a:lnTo>
                  <a:lnTo>
                    <a:pt x="288" y="40"/>
                  </a:lnTo>
                  <a:lnTo>
                    <a:pt x="293" y="43"/>
                  </a:lnTo>
                  <a:lnTo>
                    <a:pt x="303" y="51"/>
                  </a:lnTo>
                  <a:lnTo>
                    <a:pt x="307" y="55"/>
                  </a:lnTo>
                  <a:lnTo>
                    <a:pt x="315" y="58"/>
                  </a:lnTo>
                  <a:lnTo>
                    <a:pt x="320" y="62"/>
                  </a:lnTo>
                  <a:lnTo>
                    <a:pt x="330" y="65"/>
                  </a:lnTo>
                  <a:lnTo>
                    <a:pt x="336" y="67"/>
                  </a:lnTo>
                  <a:lnTo>
                    <a:pt x="343" y="68"/>
                  </a:lnTo>
                  <a:lnTo>
                    <a:pt x="348" y="69"/>
                  </a:lnTo>
                  <a:lnTo>
                    <a:pt x="359" y="67"/>
                  </a:lnTo>
                  <a:lnTo>
                    <a:pt x="366" y="67"/>
                  </a:lnTo>
                  <a:lnTo>
                    <a:pt x="370" y="66"/>
                  </a:lnTo>
                  <a:lnTo>
                    <a:pt x="377" y="65"/>
                  </a:lnTo>
                  <a:lnTo>
                    <a:pt x="384" y="63"/>
                  </a:lnTo>
                  <a:lnTo>
                    <a:pt x="388" y="62"/>
                  </a:lnTo>
                  <a:lnTo>
                    <a:pt x="393" y="59"/>
                  </a:lnTo>
                  <a:lnTo>
                    <a:pt x="396" y="54"/>
                  </a:lnTo>
                  <a:lnTo>
                    <a:pt x="401" y="49"/>
                  </a:lnTo>
                  <a:lnTo>
                    <a:pt x="409" y="44"/>
                  </a:lnTo>
                  <a:lnTo>
                    <a:pt x="411" y="44"/>
                  </a:lnTo>
                  <a:lnTo>
                    <a:pt x="416" y="43"/>
                  </a:lnTo>
                  <a:lnTo>
                    <a:pt x="421" y="45"/>
                  </a:lnTo>
                  <a:lnTo>
                    <a:pt x="426" y="50"/>
                  </a:lnTo>
                  <a:lnTo>
                    <a:pt x="428" y="52"/>
                  </a:lnTo>
                  <a:lnTo>
                    <a:pt x="435" y="54"/>
                  </a:lnTo>
                  <a:lnTo>
                    <a:pt x="443" y="50"/>
                  </a:lnTo>
                  <a:lnTo>
                    <a:pt x="447" y="50"/>
                  </a:lnTo>
                  <a:lnTo>
                    <a:pt x="451" y="5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6" name="Freeform 25">
              <a:extLst>
                <a:ext uri="{FF2B5EF4-FFF2-40B4-BE49-F238E27FC236}">
                  <a16:creationId xmlns:a16="http://schemas.microsoft.com/office/drawing/2014/main" id="{6429F4E0-9001-F6E7-C189-EE966C0646EC}"/>
                </a:ext>
              </a:extLst>
            </p:cNvPr>
            <p:cNvSpPr>
              <a:spLocks/>
            </p:cNvSpPr>
            <p:nvPr/>
          </p:nvSpPr>
          <p:spPr bwMode="gray">
            <a:xfrm>
              <a:off x="3775307" y="3814232"/>
              <a:ext cx="449462" cy="411721"/>
            </a:xfrm>
            <a:custGeom>
              <a:avLst/>
              <a:gdLst>
                <a:gd name="T0" fmla="*/ 101 w 262"/>
                <a:gd name="T1" fmla="*/ 235 h 240"/>
                <a:gd name="T2" fmla="*/ 91 w 262"/>
                <a:gd name="T3" fmla="*/ 223 h 240"/>
                <a:gd name="T4" fmla="*/ 90 w 262"/>
                <a:gd name="T5" fmla="*/ 214 h 240"/>
                <a:gd name="T6" fmla="*/ 68 w 262"/>
                <a:gd name="T7" fmla="*/ 214 h 240"/>
                <a:gd name="T8" fmla="*/ 51 w 262"/>
                <a:gd name="T9" fmla="*/ 214 h 240"/>
                <a:gd name="T10" fmla="*/ 34 w 262"/>
                <a:gd name="T11" fmla="*/ 216 h 240"/>
                <a:gd name="T12" fmla="*/ 11 w 262"/>
                <a:gd name="T13" fmla="*/ 218 h 240"/>
                <a:gd name="T14" fmla="*/ 17 w 262"/>
                <a:gd name="T15" fmla="*/ 199 h 240"/>
                <a:gd name="T16" fmla="*/ 36 w 262"/>
                <a:gd name="T17" fmla="*/ 192 h 240"/>
                <a:gd name="T18" fmla="*/ 31 w 262"/>
                <a:gd name="T19" fmla="*/ 180 h 240"/>
                <a:gd name="T20" fmla="*/ 26 w 262"/>
                <a:gd name="T21" fmla="*/ 161 h 240"/>
                <a:gd name="T22" fmla="*/ 5 w 262"/>
                <a:gd name="T23" fmla="*/ 143 h 240"/>
                <a:gd name="T24" fmla="*/ 18 w 262"/>
                <a:gd name="T25" fmla="*/ 140 h 240"/>
                <a:gd name="T26" fmla="*/ 41 w 262"/>
                <a:gd name="T27" fmla="*/ 141 h 240"/>
                <a:gd name="T28" fmla="*/ 66 w 262"/>
                <a:gd name="T29" fmla="*/ 139 h 240"/>
                <a:gd name="T30" fmla="*/ 84 w 262"/>
                <a:gd name="T31" fmla="*/ 133 h 240"/>
                <a:gd name="T32" fmla="*/ 91 w 262"/>
                <a:gd name="T33" fmla="*/ 113 h 240"/>
                <a:gd name="T34" fmla="*/ 105 w 262"/>
                <a:gd name="T35" fmla="*/ 109 h 240"/>
                <a:gd name="T36" fmla="*/ 115 w 262"/>
                <a:gd name="T37" fmla="*/ 99 h 240"/>
                <a:gd name="T38" fmla="*/ 130 w 262"/>
                <a:gd name="T39" fmla="*/ 98 h 240"/>
                <a:gd name="T40" fmla="*/ 135 w 262"/>
                <a:gd name="T41" fmla="*/ 77 h 240"/>
                <a:gd name="T42" fmla="*/ 146 w 262"/>
                <a:gd name="T43" fmla="*/ 73 h 240"/>
                <a:gd name="T44" fmla="*/ 143 w 262"/>
                <a:gd name="T45" fmla="*/ 62 h 240"/>
                <a:gd name="T46" fmla="*/ 155 w 262"/>
                <a:gd name="T47" fmla="*/ 59 h 240"/>
                <a:gd name="T48" fmla="*/ 159 w 262"/>
                <a:gd name="T49" fmla="*/ 48 h 240"/>
                <a:gd name="T50" fmla="*/ 168 w 262"/>
                <a:gd name="T51" fmla="*/ 36 h 240"/>
                <a:gd name="T52" fmla="*/ 166 w 262"/>
                <a:gd name="T53" fmla="*/ 23 h 240"/>
                <a:gd name="T54" fmla="*/ 168 w 262"/>
                <a:gd name="T55" fmla="*/ 13 h 240"/>
                <a:gd name="T56" fmla="*/ 180 w 262"/>
                <a:gd name="T57" fmla="*/ 5 h 240"/>
                <a:gd name="T58" fmla="*/ 204 w 262"/>
                <a:gd name="T59" fmla="*/ 3 h 240"/>
                <a:gd name="T60" fmla="*/ 213 w 262"/>
                <a:gd name="T61" fmla="*/ 0 h 240"/>
                <a:gd name="T62" fmla="*/ 220 w 262"/>
                <a:gd name="T63" fmla="*/ 1 h 240"/>
                <a:gd name="T64" fmla="*/ 230 w 262"/>
                <a:gd name="T65" fmla="*/ 4 h 240"/>
                <a:gd name="T66" fmla="*/ 233 w 262"/>
                <a:gd name="T67" fmla="*/ 18 h 240"/>
                <a:gd name="T68" fmla="*/ 242 w 262"/>
                <a:gd name="T69" fmla="*/ 21 h 240"/>
                <a:gd name="T70" fmla="*/ 249 w 262"/>
                <a:gd name="T71" fmla="*/ 28 h 240"/>
                <a:gd name="T72" fmla="*/ 260 w 262"/>
                <a:gd name="T73" fmla="*/ 32 h 240"/>
                <a:gd name="T74" fmla="*/ 251 w 262"/>
                <a:gd name="T75" fmla="*/ 44 h 240"/>
                <a:gd name="T76" fmla="*/ 241 w 262"/>
                <a:gd name="T77" fmla="*/ 44 h 240"/>
                <a:gd name="T78" fmla="*/ 227 w 262"/>
                <a:gd name="T79" fmla="*/ 47 h 240"/>
                <a:gd name="T80" fmla="*/ 202 w 262"/>
                <a:gd name="T81" fmla="*/ 50 h 240"/>
                <a:gd name="T82" fmla="*/ 204 w 262"/>
                <a:gd name="T83" fmla="*/ 55 h 240"/>
                <a:gd name="T84" fmla="*/ 206 w 262"/>
                <a:gd name="T85" fmla="*/ 61 h 240"/>
                <a:gd name="T86" fmla="*/ 205 w 262"/>
                <a:gd name="T87" fmla="*/ 71 h 240"/>
                <a:gd name="T88" fmla="*/ 216 w 262"/>
                <a:gd name="T89" fmla="*/ 80 h 240"/>
                <a:gd name="T90" fmla="*/ 227 w 262"/>
                <a:gd name="T91" fmla="*/ 89 h 240"/>
                <a:gd name="T92" fmla="*/ 217 w 262"/>
                <a:gd name="T93" fmla="*/ 96 h 240"/>
                <a:gd name="T94" fmla="*/ 213 w 262"/>
                <a:gd name="T95" fmla="*/ 112 h 240"/>
                <a:gd name="T96" fmla="*/ 198 w 262"/>
                <a:gd name="T97" fmla="*/ 131 h 240"/>
                <a:gd name="T98" fmla="*/ 180 w 262"/>
                <a:gd name="T99" fmla="*/ 153 h 240"/>
                <a:gd name="T100" fmla="*/ 172 w 262"/>
                <a:gd name="T101" fmla="*/ 168 h 240"/>
                <a:gd name="T102" fmla="*/ 153 w 262"/>
                <a:gd name="T103" fmla="*/ 171 h 240"/>
                <a:gd name="T104" fmla="*/ 144 w 262"/>
                <a:gd name="T105" fmla="*/ 170 h 240"/>
                <a:gd name="T106" fmla="*/ 135 w 262"/>
                <a:gd name="T107" fmla="*/ 187 h 240"/>
                <a:gd name="T108" fmla="*/ 146 w 262"/>
                <a:gd name="T109" fmla="*/ 192 h 240"/>
                <a:gd name="T110" fmla="*/ 149 w 262"/>
                <a:gd name="T111" fmla="*/ 208 h 240"/>
                <a:gd name="T112" fmla="*/ 160 w 262"/>
                <a:gd name="T113" fmla="*/ 225 h 240"/>
                <a:gd name="T114" fmla="*/ 156 w 262"/>
                <a:gd name="T115" fmla="*/ 231 h 240"/>
                <a:gd name="T116" fmla="*/ 145 w 262"/>
                <a:gd name="T117" fmla="*/ 231 h 240"/>
                <a:gd name="T118" fmla="*/ 131 w 262"/>
                <a:gd name="T119" fmla="*/ 231 h 240"/>
                <a:gd name="T120" fmla="*/ 117 w 262"/>
                <a:gd name="T121" fmla="*/ 237 h 24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62"/>
                <a:gd name="T184" fmla="*/ 0 h 240"/>
                <a:gd name="T185" fmla="*/ 262 w 262"/>
                <a:gd name="T186" fmla="*/ 240 h 24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62" h="240">
                  <a:moveTo>
                    <a:pt x="112" y="240"/>
                  </a:moveTo>
                  <a:lnTo>
                    <a:pt x="107" y="239"/>
                  </a:lnTo>
                  <a:lnTo>
                    <a:pt x="104" y="237"/>
                  </a:lnTo>
                  <a:lnTo>
                    <a:pt x="101" y="235"/>
                  </a:lnTo>
                  <a:lnTo>
                    <a:pt x="99" y="226"/>
                  </a:lnTo>
                  <a:lnTo>
                    <a:pt x="98" y="225"/>
                  </a:lnTo>
                  <a:lnTo>
                    <a:pt x="96" y="224"/>
                  </a:lnTo>
                  <a:lnTo>
                    <a:pt x="91" y="223"/>
                  </a:lnTo>
                  <a:lnTo>
                    <a:pt x="91" y="221"/>
                  </a:lnTo>
                  <a:lnTo>
                    <a:pt x="91" y="217"/>
                  </a:lnTo>
                  <a:lnTo>
                    <a:pt x="90" y="214"/>
                  </a:lnTo>
                  <a:lnTo>
                    <a:pt x="87" y="211"/>
                  </a:lnTo>
                  <a:lnTo>
                    <a:pt x="85" y="211"/>
                  </a:lnTo>
                  <a:lnTo>
                    <a:pt x="77" y="214"/>
                  </a:lnTo>
                  <a:lnTo>
                    <a:pt x="68" y="214"/>
                  </a:lnTo>
                  <a:lnTo>
                    <a:pt x="62" y="215"/>
                  </a:lnTo>
                  <a:lnTo>
                    <a:pt x="56" y="216"/>
                  </a:lnTo>
                  <a:lnTo>
                    <a:pt x="53" y="215"/>
                  </a:lnTo>
                  <a:lnTo>
                    <a:pt x="51" y="214"/>
                  </a:lnTo>
                  <a:lnTo>
                    <a:pt x="50" y="212"/>
                  </a:lnTo>
                  <a:lnTo>
                    <a:pt x="44" y="213"/>
                  </a:lnTo>
                  <a:lnTo>
                    <a:pt x="40" y="216"/>
                  </a:lnTo>
                  <a:lnTo>
                    <a:pt x="34" y="216"/>
                  </a:lnTo>
                  <a:lnTo>
                    <a:pt x="25" y="216"/>
                  </a:lnTo>
                  <a:lnTo>
                    <a:pt x="20" y="217"/>
                  </a:lnTo>
                  <a:lnTo>
                    <a:pt x="15" y="218"/>
                  </a:lnTo>
                  <a:lnTo>
                    <a:pt x="11" y="218"/>
                  </a:lnTo>
                  <a:lnTo>
                    <a:pt x="13" y="211"/>
                  </a:lnTo>
                  <a:lnTo>
                    <a:pt x="13" y="208"/>
                  </a:lnTo>
                  <a:lnTo>
                    <a:pt x="15" y="202"/>
                  </a:lnTo>
                  <a:lnTo>
                    <a:pt x="17" y="199"/>
                  </a:lnTo>
                  <a:lnTo>
                    <a:pt x="23" y="195"/>
                  </a:lnTo>
                  <a:lnTo>
                    <a:pt x="28" y="193"/>
                  </a:lnTo>
                  <a:lnTo>
                    <a:pt x="34" y="193"/>
                  </a:lnTo>
                  <a:lnTo>
                    <a:pt x="36" y="192"/>
                  </a:lnTo>
                  <a:lnTo>
                    <a:pt x="37" y="190"/>
                  </a:lnTo>
                  <a:lnTo>
                    <a:pt x="38" y="183"/>
                  </a:lnTo>
                  <a:lnTo>
                    <a:pt x="36" y="180"/>
                  </a:lnTo>
                  <a:lnTo>
                    <a:pt x="31" y="180"/>
                  </a:lnTo>
                  <a:lnTo>
                    <a:pt x="30" y="177"/>
                  </a:lnTo>
                  <a:lnTo>
                    <a:pt x="30" y="166"/>
                  </a:lnTo>
                  <a:lnTo>
                    <a:pt x="29" y="163"/>
                  </a:lnTo>
                  <a:lnTo>
                    <a:pt x="26" y="161"/>
                  </a:lnTo>
                  <a:lnTo>
                    <a:pt x="17" y="158"/>
                  </a:lnTo>
                  <a:lnTo>
                    <a:pt x="13" y="155"/>
                  </a:lnTo>
                  <a:lnTo>
                    <a:pt x="10" y="152"/>
                  </a:lnTo>
                  <a:lnTo>
                    <a:pt x="5" y="143"/>
                  </a:lnTo>
                  <a:lnTo>
                    <a:pt x="0" y="134"/>
                  </a:lnTo>
                  <a:lnTo>
                    <a:pt x="6" y="137"/>
                  </a:lnTo>
                  <a:lnTo>
                    <a:pt x="10" y="138"/>
                  </a:lnTo>
                  <a:lnTo>
                    <a:pt x="18" y="140"/>
                  </a:lnTo>
                  <a:lnTo>
                    <a:pt x="24" y="142"/>
                  </a:lnTo>
                  <a:lnTo>
                    <a:pt x="28" y="142"/>
                  </a:lnTo>
                  <a:lnTo>
                    <a:pt x="33" y="142"/>
                  </a:lnTo>
                  <a:lnTo>
                    <a:pt x="41" y="141"/>
                  </a:lnTo>
                  <a:lnTo>
                    <a:pt x="44" y="141"/>
                  </a:lnTo>
                  <a:lnTo>
                    <a:pt x="50" y="142"/>
                  </a:lnTo>
                  <a:lnTo>
                    <a:pt x="59" y="141"/>
                  </a:lnTo>
                  <a:lnTo>
                    <a:pt x="66" y="139"/>
                  </a:lnTo>
                  <a:lnTo>
                    <a:pt x="74" y="138"/>
                  </a:lnTo>
                  <a:lnTo>
                    <a:pt x="82" y="136"/>
                  </a:lnTo>
                  <a:lnTo>
                    <a:pt x="84" y="135"/>
                  </a:lnTo>
                  <a:lnTo>
                    <a:pt x="84" y="133"/>
                  </a:lnTo>
                  <a:lnTo>
                    <a:pt x="85" y="125"/>
                  </a:lnTo>
                  <a:lnTo>
                    <a:pt x="86" y="119"/>
                  </a:lnTo>
                  <a:lnTo>
                    <a:pt x="88" y="116"/>
                  </a:lnTo>
                  <a:lnTo>
                    <a:pt x="91" y="113"/>
                  </a:lnTo>
                  <a:lnTo>
                    <a:pt x="95" y="109"/>
                  </a:lnTo>
                  <a:lnTo>
                    <a:pt x="97" y="109"/>
                  </a:lnTo>
                  <a:lnTo>
                    <a:pt x="101" y="109"/>
                  </a:lnTo>
                  <a:lnTo>
                    <a:pt x="105" y="109"/>
                  </a:lnTo>
                  <a:lnTo>
                    <a:pt x="106" y="109"/>
                  </a:lnTo>
                  <a:lnTo>
                    <a:pt x="109" y="103"/>
                  </a:lnTo>
                  <a:lnTo>
                    <a:pt x="111" y="101"/>
                  </a:lnTo>
                  <a:lnTo>
                    <a:pt x="115" y="99"/>
                  </a:lnTo>
                  <a:lnTo>
                    <a:pt x="119" y="99"/>
                  </a:lnTo>
                  <a:lnTo>
                    <a:pt x="126" y="102"/>
                  </a:lnTo>
                  <a:lnTo>
                    <a:pt x="128" y="101"/>
                  </a:lnTo>
                  <a:lnTo>
                    <a:pt x="130" y="98"/>
                  </a:lnTo>
                  <a:lnTo>
                    <a:pt x="131" y="98"/>
                  </a:lnTo>
                  <a:lnTo>
                    <a:pt x="132" y="88"/>
                  </a:lnTo>
                  <a:lnTo>
                    <a:pt x="134" y="80"/>
                  </a:lnTo>
                  <a:lnTo>
                    <a:pt x="135" y="77"/>
                  </a:lnTo>
                  <a:lnTo>
                    <a:pt x="137" y="75"/>
                  </a:lnTo>
                  <a:lnTo>
                    <a:pt x="140" y="74"/>
                  </a:lnTo>
                  <a:lnTo>
                    <a:pt x="144" y="74"/>
                  </a:lnTo>
                  <a:lnTo>
                    <a:pt x="146" y="73"/>
                  </a:lnTo>
                  <a:lnTo>
                    <a:pt x="147" y="71"/>
                  </a:lnTo>
                  <a:lnTo>
                    <a:pt x="147" y="67"/>
                  </a:lnTo>
                  <a:lnTo>
                    <a:pt x="146" y="65"/>
                  </a:lnTo>
                  <a:lnTo>
                    <a:pt x="143" y="62"/>
                  </a:lnTo>
                  <a:lnTo>
                    <a:pt x="141" y="59"/>
                  </a:lnTo>
                  <a:lnTo>
                    <a:pt x="143" y="57"/>
                  </a:lnTo>
                  <a:lnTo>
                    <a:pt x="150" y="59"/>
                  </a:lnTo>
                  <a:lnTo>
                    <a:pt x="155" y="59"/>
                  </a:lnTo>
                  <a:lnTo>
                    <a:pt x="159" y="57"/>
                  </a:lnTo>
                  <a:lnTo>
                    <a:pt x="161" y="55"/>
                  </a:lnTo>
                  <a:lnTo>
                    <a:pt x="161" y="52"/>
                  </a:lnTo>
                  <a:lnTo>
                    <a:pt x="159" y="48"/>
                  </a:lnTo>
                  <a:lnTo>
                    <a:pt x="160" y="46"/>
                  </a:lnTo>
                  <a:lnTo>
                    <a:pt x="163" y="43"/>
                  </a:lnTo>
                  <a:lnTo>
                    <a:pt x="166" y="40"/>
                  </a:lnTo>
                  <a:lnTo>
                    <a:pt x="168" y="36"/>
                  </a:lnTo>
                  <a:lnTo>
                    <a:pt x="167" y="32"/>
                  </a:lnTo>
                  <a:lnTo>
                    <a:pt x="168" y="28"/>
                  </a:lnTo>
                  <a:lnTo>
                    <a:pt x="166" y="26"/>
                  </a:lnTo>
                  <a:lnTo>
                    <a:pt x="166" y="23"/>
                  </a:lnTo>
                  <a:lnTo>
                    <a:pt x="164" y="21"/>
                  </a:lnTo>
                  <a:lnTo>
                    <a:pt x="164" y="18"/>
                  </a:lnTo>
                  <a:lnTo>
                    <a:pt x="166" y="15"/>
                  </a:lnTo>
                  <a:lnTo>
                    <a:pt x="168" y="13"/>
                  </a:lnTo>
                  <a:lnTo>
                    <a:pt x="170" y="13"/>
                  </a:lnTo>
                  <a:lnTo>
                    <a:pt x="174" y="10"/>
                  </a:lnTo>
                  <a:lnTo>
                    <a:pt x="176" y="8"/>
                  </a:lnTo>
                  <a:lnTo>
                    <a:pt x="180" y="5"/>
                  </a:lnTo>
                  <a:lnTo>
                    <a:pt x="188" y="4"/>
                  </a:lnTo>
                  <a:lnTo>
                    <a:pt x="197" y="4"/>
                  </a:lnTo>
                  <a:lnTo>
                    <a:pt x="202" y="5"/>
                  </a:lnTo>
                  <a:lnTo>
                    <a:pt x="204" y="3"/>
                  </a:lnTo>
                  <a:lnTo>
                    <a:pt x="207" y="3"/>
                  </a:lnTo>
                  <a:lnTo>
                    <a:pt x="210" y="1"/>
                  </a:lnTo>
                  <a:lnTo>
                    <a:pt x="212" y="1"/>
                  </a:lnTo>
                  <a:lnTo>
                    <a:pt x="213" y="0"/>
                  </a:lnTo>
                  <a:lnTo>
                    <a:pt x="215" y="1"/>
                  </a:lnTo>
                  <a:lnTo>
                    <a:pt x="216" y="2"/>
                  </a:lnTo>
                  <a:lnTo>
                    <a:pt x="218" y="0"/>
                  </a:lnTo>
                  <a:lnTo>
                    <a:pt x="220" y="1"/>
                  </a:lnTo>
                  <a:lnTo>
                    <a:pt x="224" y="2"/>
                  </a:lnTo>
                  <a:lnTo>
                    <a:pt x="224" y="5"/>
                  </a:lnTo>
                  <a:lnTo>
                    <a:pt x="226" y="4"/>
                  </a:lnTo>
                  <a:lnTo>
                    <a:pt x="230" y="4"/>
                  </a:lnTo>
                  <a:lnTo>
                    <a:pt x="233" y="7"/>
                  </a:lnTo>
                  <a:lnTo>
                    <a:pt x="235" y="9"/>
                  </a:lnTo>
                  <a:lnTo>
                    <a:pt x="235" y="14"/>
                  </a:lnTo>
                  <a:lnTo>
                    <a:pt x="233" y="18"/>
                  </a:lnTo>
                  <a:lnTo>
                    <a:pt x="235" y="19"/>
                  </a:lnTo>
                  <a:lnTo>
                    <a:pt x="236" y="21"/>
                  </a:lnTo>
                  <a:lnTo>
                    <a:pt x="238" y="23"/>
                  </a:lnTo>
                  <a:lnTo>
                    <a:pt x="242" y="21"/>
                  </a:lnTo>
                  <a:lnTo>
                    <a:pt x="243" y="21"/>
                  </a:lnTo>
                  <a:lnTo>
                    <a:pt x="244" y="23"/>
                  </a:lnTo>
                  <a:lnTo>
                    <a:pt x="245" y="24"/>
                  </a:lnTo>
                  <a:lnTo>
                    <a:pt x="249" y="28"/>
                  </a:lnTo>
                  <a:lnTo>
                    <a:pt x="258" y="29"/>
                  </a:lnTo>
                  <a:lnTo>
                    <a:pt x="261" y="30"/>
                  </a:lnTo>
                  <a:lnTo>
                    <a:pt x="262" y="31"/>
                  </a:lnTo>
                  <a:lnTo>
                    <a:pt x="260" y="32"/>
                  </a:lnTo>
                  <a:lnTo>
                    <a:pt x="256" y="34"/>
                  </a:lnTo>
                  <a:lnTo>
                    <a:pt x="253" y="36"/>
                  </a:lnTo>
                  <a:lnTo>
                    <a:pt x="252" y="40"/>
                  </a:lnTo>
                  <a:lnTo>
                    <a:pt x="251" y="44"/>
                  </a:lnTo>
                  <a:lnTo>
                    <a:pt x="249" y="46"/>
                  </a:lnTo>
                  <a:lnTo>
                    <a:pt x="248" y="44"/>
                  </a:lnTo>
                  <a:lnTo>
                    <a:pt x="244" y="43"/>
                  </a:lnTo>
                  <a:lnTo>
                    <a:pt x="241" y="44"/>
                  </a:lnTo>
                  <a:lnTo>
                    <a:pt x="239" y="47"/>
                  </a:lnTo>
                  <a:lnTo>
                    <a:pt x="237" y="46"/>
                  </a:lnTo>
                  <a:lnTo>
                    <a:pt x="233" y="48"/>
                  </a:lnTo>
                  <a:lnTo>
                    <a:pt x="227" y="47"/>
                  </a:lnTo>
                  <a:lnTo>
                    <a:pt x="223" y="46"/>
                  </a:lnTo>
                  <a:lnTo>
                    <a:pt x="211" y="43"/>
                  </a:lnTo>
                  <a:lnTo>
                    <a:pt x="205" y="45"/>
                  </a:lnTo>
                  <a:lnTo>
                    <a:pt x="202" y="50"/>
                  </a:lnTo>
                  <a:lnTo>
                    <a:pt x="202" y="51"/>
                  </a:lnTo>
                  <a:lnTo>
                    <a:pt x="205" y="51"/>
                  </a:lnTo>
                  <a:lnTo>
                    <a:pt x="205" y="54"/>
                  </a:lnTo>
                  <a:lnTo>
                    <a:pt x="204" y="55"/>
                  </a:lnTo>
                  <a:lnTo>
                    <a:pt x="205" y="57"/>
                  </a:lnTo>
                  <a:lnTo>
                    <a:pt x="209" y="57"/>
                  </a:lnTo>
                  <a:lnTo>
                    <a:pt x="209" y="60"/>
                  </a:lnTo>
                  <a:lnTo>
                    <a:pt x="206" y="61"/>
                  </a:lnTo>
                  <a:lnTo>
                    <a:pt x="205" y="64"/>
                  </a:lnTo>
                  <a:lnTo>
                    <a:pt x="208" y="66"/>
                  </a:lnTo>
                  <a:lnTo>
                    <a:pt x="207" y="70"/>
                  </a:lnTo>
                  <a:lnTo>
                    <a:pt x="205" y="71"/>
                  </a:lnTo>
                  <a:lnTo>
                    <a:pt x="206" y="74"/>
                  </a:lnTo>
                  <a:lnTo>
                    <a:pt x="211" y="76"/>
                  </a:lnTo>
                  <a:lnTo>
                    <a:pt x="210" y="80"/>
                  </a:lnTo>
                  <a:lnTo>
                    <a:pt x="216" y="80"/>
                  </a:lnTo>
                  <a:lnTo>
                    <a:pt x="215" y="84"/>
                  </a:lnTo>
                  <a:lnTo>
                    <a:pt x="217" y="86"/>
                  </a:lnTo>
                  <a:lnTo>
                    <a:pt x="222" y="86"/>
                  </a:lnTo>
                  <a:lnTo>
                    <a:pt x="227" y="89"/>
                  </a:lnTo>
                  <a:lnTo>
                    <a:pt x="227" y="91"/>
                  </a:lnTo>
                  <a:lnTo>
                    <a:pt x="225" y="93"/>
                  </a:lnTo>
                  <a:lnTo>
                    <a:pt x="222" y="94"/>
                  </a:lnTo>
                  <a:lnTo>
                    <a:pt x="217" y="96"/>
                  </a:lnTo>
                  <a:lnTo>
                    <a:pt x="213" y="98"/>
                  </a:lnTo>
                  <a:lnTo>
                    <a:pt x="213" y="101"/>
                  </a:lnTo>
                  <a:lnTo>
                    <a:pt x="215" y="104"/>
                  </a:lnTo>
                  <a:lnTo>
                    <a:pt x="213" y="112"/>
                  </a:lnTo>
                  <a:lnTo>
                    <a:pt x="203" y="124"/>
                  </a:lnTo>
                  <a:lnTo>
                    <a:pt x="205" y="127"/>
                  </a:lnTo>
                  <a:lnTo>
                    <a:pt x="202" y="130"/>
                  </a:lnTo>
                  <a:lnTo>
                    <a:pt x="198" y="131"/>
                  </a:lnTo>
                  <a:lnTo>
                    <a:pt x="195" y="135"/>
                  </a:lnTo>
                  <a:lnTo>
                    <a:pt x="192" y="144"/>
                  </a:lnTo>
                  <a:lnTo>
                    <a:pt x="188" y="149"/>
                  </a:lnTo>
                  <a:lnTo>
                    <a:pt x="180" y="153"/>
                  </a:lnTo>
                  <a:lnTo>
                    <a:pt x="179" y="156"/>
                  </a:lnTo>
                  <a:lnTo>
                    <a:pt x="177" y="160"/>
                  </a:lnTo>
                  <a:lnTo>
                    <a:pt x="173" y="165"/>
                  </a:lnTo>
                  <a:lnTo>
                    <a:pt x="172" y="168"/>
                  </a:lnTo>
                  <a:lnTo>
                    <a:pt x="167" y="169"/>
                  </a:lnTo>
                  <a:lnTo>
                    <a:pt x="162" y="169"/>
                  </a:lnTo>
                  <a:lnTo>
                    <a:pt x="156" y="172"/>
                  </a:lnTo>
                  <a:lnTo>
                    <a:pt x="153" y="171"/>
                  </a:lnTo>
                  <a:lnTo>
                    <a:pt x="152" y="167"/>
                  </a:lnTo>
                  <a:lnTo>
                    <a:pt x="151" y="166"/>
                  </a:lnTo>
                  <a:lnTo>
                    <a:pt x="148" y="167"/>
                  </a:lnTo>
                  <a:lnTo>
                    <a:pt x="144" y="170"/>
                  </a:lnTo>
                  <a:lnTo>
                    <a:pt x="143" y="174"/>
                  </a:lnTo>
                  <a:lnTo>
                    <a:pt x="136" y="181"/>
                  </a:lnTo>
                  <a:lnTo>
                    <a:pt x="135" y="185"/>
                  </a:lnTo>
                  <a:lnTo>
                    <a:pt x="135" y="187"/>
                  </a:lnTo>
                  <a:lnTo>
                    <a:pt x="135" y="190"/>
                  </a:lnTo>
                  <a:lnTo>
                    <a:pt x="139" y="192"/>
                  </a:lnTo>
                  <a:lnTo>
                    <a:pt x="143" y="192"/>
                  </a:lnTo>
                  <a:lnTo>
                    <a:pt x="146" y="192"/>
                  </a:lnTo>
                  <a:lnTo>
                    <a:pt x="145" y="198"/>
                  </a:lnTo>
                  <a:lnTo>
                    <a:pt x="144" y="204"/>
                  </a:lnTo>
                  <a:lnTo>
                    <a:pt x="147" y="207"/>
                  </a:lnTo>
                  <a:lnTo>
                    <a:pt x="149" y="208"/>
                  </a:lnTo>
                  <a:lnTo>
                    <a:pt x="152" y="207"/>
                  </a:lnTo>
                  <a:lnTo>
                    <a:pt x="153" y="210"/>
                  </a:lnTo>
                  <a:lnTo>
                    <a:pt x="155" y="214"/>
                  </a:lnTo>
                  <a:lnTo>
                    <a:pt x="160" y="225"/>
                  </a:lnTo>
                  <a:lnTo>
                    <a:pt x="158" y="226"/>
                  </a:lnTo>
                  <a:lnTo>
                    <a:pt x="160" y="229"/>
                  </a:lnTo>
                  <a:lnTo>
                    <a:pt x="157" y="230"/>
                  </a:lnTo>
                  <a:lnTo>
                    <a:pt x="156" y="231"/>
                  </a:lnTo>
                  <a:lnTo>
                    <a:pt x="152" y="232"/>
                  </a:lnTo>
                  <a:lnTo>
                    <a:pt x="151" y="230"/>
                  </a:lnTo>
                  <a:lnTo>
                    <a:pt x="150" y="229"/>
                  </a:lnTo>
                  <a:lnTo>
                    <a:pt x="145" y="231"/>
                  </a:lnTo>
                  <a:lnTo>
                    <a:pt x="143" y="233"/>
                  </a:lnTo>
                  <a:lnTo>
                    <a:pt x="138" y="233"/>
                  </a:lnTo>
                  <a:lnTo>
                    <a:pt x="136" y="231"/>
                  </a:lnTo>
                  <a:lnTo>
                    <a:pt x="131" y="231"/>
                  </a:lnTo>
                  <a:lnTo>
                    <a:pt x="125" y="231"/>
                  </a:lnTo>
                  <a:lnTo>
                    <a:pt x="123" y="231"/>
                  </a:lnTo>
                  <a:lnTo>
                    <a:pt x="123" y="236"/>
                  </a:lnTo>
                  <a:lnTo>
                    <a:pt x="117" y="237"/>
                  </a:lnTo>
                  <a:lnTo>
                    <a:pt x="115" y="240"/>
                  </a:lnTo>
                  <a:lnTo>
                    <a:pt x="112" y="24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7" name="Freeform 26">
              <a:extLst>
                <a:ext uri="{FF2B5EF4-FFF2-40B4-BE49-F238E27FC236}">
                  <a16:creationId xmlns:a16="http://schemas.microsoft.com/office/drawing/2014/main" id="{ADCC0547-7AD2-BF11-BB95-84CDF237725A}"/>
                </a:ext>
              </a:extLst>
            </p:cNvPr>
            <p:cNvSpPr>
              <a:spLocks/>
            </p:cNvSpPr>
            <p:nvPr/>
          </p:nvSpPr>
          <p:spPr bwMode="gray">
            <a:xfrm>
              <a:off x="3775307" y="3814232"/>
              <a:ext cx="449462" cy="411721"/>
            </a:xfrm>
            <a:custGeom>
              <a:avLst/>
              <a:gdLst>
                <a:gd name="T0" fmla="*/ 101 w 262"/>
                <a:gd name="T1" fmla="*/ 235 h 240"/>
                <a:gd name="T2" fmla="*/ 91 w 262"/>
                <a:gd name="T3" fmla="*/ 223 h 240"/>
                <a:gd name="T4" fmla="*/ 90 w 262"/>
                <a:gd name="T5" fmla="*/ 214 h 240"/>
                <a:gd name="T6" fmla="*/ 68 w 262"/>
                <a:gd name="T7" fmla="*/ 214 h 240"/>
                <a:gd name="T8" fmla="*/ 51 w 262"/>
                <a:gd name="T9" fmla="*/ 214 h 240"/>
                <a:gd name="T10" fmla="*/ 34 w 262"/>
                <a:gd name="T11" fmla="*/ 216 h 240"/>
                <a:gd name="T12" fmla="*/ 11 w 262"/>
                <a:gd name="T13" fmla="*/ 218 h 240"/>
                <a:gd name="T14" fmla="*/ 17 w 262"/>
                <a:gd name="T15" fmla="*/ 199 h 240"/>
                <a:gd name="T16" fmla="*/ 36 w 262"/>
                <a:gd name="T17" fmla="*/ 192 h 240"/>
                <a:gd name="T18" fmla="*/ 31 w 262"/>
                <a:gd name="T19" fmla="*/ 180 h 240"/>
                <a:gd name="T20" fmla="*/ 26 w 262"/>
                <a:gd name="T21" fmla="*/ 161 h 240"/>
                <a:gd name="T22" fmla="*/ 5 w 262"/>
                <a:gd name="T23" fmla="*/ 143 h 240"/>
                <a:gd name="T24" fmla="*/ 18 w 262"/>
                <a:gd name="T25" fmla="*/ 140 h 240"/>
                <a:gd name="T26" fmla="*/ 41 w 262"/>
                <a:gd name="T27" fmla="*/ 141 h 240"/>
                <a:gd name="T28" fmla="*/ 66 w 262"/>
                <a:gd name="T29" fmla="*/ 139 h 240"/>
                <a:gd name="T30" fmla="*/ 84 w 262"/>
                <a:gd name="T31" fmla="*/ 133 h 240"/>
                <a:gd name="T32" fmla="*/ 91 w 262"/>
                <a:gd name="T33" fmla="*/ 113 h 240"/>
                <a:gd name="T34" fmla="*/ 105 w 262"/>
                <a:gd name="T35" fmla="*/ 109 h 240"/>
                <a:gd name="T36" fmla="*/ 115 w 262"/>
                <a:gd name="T37" fmla="*/ 99 h 240"/>
                <a:gd name="T38" fmla="*/ 130 w 262"/>
                <a:gd name="T39" fmla="*/ 98 h 240"/>
                <a:gd name="T40" fmla="*/ 135 w 262"/>
                <a:gd name="T41" fmla="*/ 77 h 240"/>
                <a:gd name="T42" fmla="*/ 146 w 262"/>
                <a:gd name="T43" fmla="*/ 73 h 240"/>
                <a:gd name="T44" fmla="*/ 143 w 262"/>
                <a:gd name="T45" fmla="*/ 62 h 240"/>
                <a:gd name="T46" fmla="*/ 155 w 262"/>
                <a:gd name="T47" fmla="*/ 59 h 240"/>
                <a:gd name="T48" fmla="*/ 159 w 262"/>
                <a:gd name="T49" fmla="*/ 48 h 240"/>
                <a:gd name="T50" fmla="*/ 168 w 262"/>
                <a:gd name="T51" fmla="*/ 36 h 240"/>
                <a:gd name="T52" fmla="*/ 166 w 262"/>
                <a:gd name="T53" fmla="*/ 23 h 240"/>
                <a:gd name="T54" fmla="*/ 168 w 262"/>
                <a:gd name="T55" fmla="*/ 13 h 240"/>
                <a:gd name="T56" fmla="*/ 180 w 262"/>
                <a:gd name="T57" fmla="*/ 5 h 240"/>
                <a:gd name="T58" fmla="*/ 204 w 262"/>
                <a:gd name="T59" fmla="*/ 3 h 240"/>
                <a:gd name="T60" fmla="*/ 213 w 262"/>
                <a:gd name="T61" fmla="*/ 0 h 240"/>
                <a:gd name="T62" fmla="*/ 220 w 262"/>
                <a:gd name="T63" fmla="*/ 1 h 240"/>
                <a:gd name="T64" fmla="*/ 230 w 262"/>
                <a:gd name="T65" fmla="*/ 4 h 240"/>
                <a:gd name="T66" fmla="*/ 233 w 262"/>
                <a:gd name="T67" fmla="*/ 18 h 240"/>
                <a:gd name="T68" fmla="*/ 242 w 262"/>
                <a:gd name="T69" fmla="*/ 21 h 240"/>
                <a:gd name="T70" fmla="*/ 249 w 262"/>
                <a:gd name="T71" fmla="*/ 28 h 240"/>
                <a:gd name="T72" fmla="*/ 260 w 262"/>
                <a:gd name="T73" fmla="*/ 32 h 240"/>
                <a:gd name="T74" fmla="*/ 251 w 262"/>
                <a:gd name="T75" fmla="*/ 44 h 240"/>
                <a:gd name="T76" fmla="*/ 241 w 262"/>
                <a:gd name="T77" fmla="*/ 44 h 240"/>
                <a:gd name="T78" fmla="*/ 227 w 262"/>
                <a:gd name="T79" fmla="*/ 47 h 240"/>
                <a:gd name="T80" fmla="*/ 202 w 262"/>
                <a:gd name="T81" fmla="*/ 50 h 240"/>
                <a:gd name="T82" fmla="*/ 204 w 262"/>
                <a:gd name="T83" fmla="*/ 55 h 240"/>
                <a:gd name="T84" fmla="*/ 206 w 262"/>
                <a:gd name="T85" fmla="*/ 61 h 240"/>
                <a:gd name="T86" fmla="*/ 205 w 262"/>
                <a:gd name="T87" fmla="*/ 71 h 240"/>
                <a:gd name="T88" fmla="*/ 216 w 262"/>
                <a:gd name="T89" fmla="*/ 80 h 240"/>
                <a:gd name="T90" fmla="*/ 227 w 262"/>
                <a:gd name="T91" fmla="*/ 89 h 240"/>
                <a:gd name="T92" fmla="*/ 217 w 262"/>
                <a:gd name="T93" fmla="*/ 96 h 240"/>
                <a:gd name="T94" fmla="*/ 213 w 262"/>
                <a:gd name="T95" fmla="*/ 112 h 240"/>
                <a:gd name="T96" fmla="*/ 198 w 262"/>
                <a:gd name="T97" fmla="*/ 131 h 240"/>
                <a:gd name="T98" fmla="*/ 180 w 262"/>
                <a:gd name="T99" fmla="*/ 153 h 240"/>
                <a:gd name="T100" fmla="*/ 172 w 262"/>
                <a:gd name="T101" fmla="*/ 168 h 240"/>
                <a:gd name="T102" fmla="*/ 153 w 262"/>
                <a:gd name="T103" fmla="*/ 171 h 240"/>
                <a:gd name="T104" fmla="*/ 144 w 262"/>
                <a:gd name="T105" fmla="*/ 170 h 240"/>
                <a:gd name="T106" fmla="*/ 135 w 262"/>
                <a:gd name="T107" fmla="*/ 187 h 240"/>
                <a:gd name="T108" fmla="*/ 146 w 262"/>
                <a:gd name="T109" fmla="*/ 192 h 240"/>
                <a:gd name="T110" fmla="*/ 149 w 262"/>
                <a:gd name="T111" fmla="*/ 208 h 240"/>
                <a:gd name="T112" fmla="*/ 160 w 262"/>
                <a:gd name="T113" fmla="*/ 225 h 240"/>
                <a:gd name="T114" fmla="*/ 156 w 262"/>
                <a:gd name="T115" fmla="*/ 231 h 240"/>
                <a:gd name="T116" fmla="*/ 145 w 262"/>
                <a:gd name="T117" fmla="*/ 231 h 240"/>
                <a:gd name="T118" fmla="*/ 131 w 262"/>
                <a:gd name="T119" fmla="*/ 231 h 240"/>
                <a:gd name="T120" fmla="*/ 117 w 262"/>
                <a:gd name="T121" fmla="*/ 237 h 24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62"/>
                <a:gd name="T184" fmla="*/ 0 h 240"/>
                <a:gd name="T185" fmla="*/ 262 w 262"/>
                <a:gd name="T186" fmla="*/ 240 h 24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62" h="240">
                  <a:moveTo>
                    <a:pt x="112" y="240"/>
                  </a:moveTo>
                  <a:lnTo>
                    <a:pt x="107" y="239"/>
                  </a:lnTo>
                  <a:lnTo>
                    <a:pt x="104" y="237"/>
                  </a:lnTo>
                  <a:lnTo>
                    <a:pt x="101" y="235"/>
                  </a:lnTo>
                  <a:lnTo>
                    <a:pt x="99" y="226"/>
                  </a:lnTo>
                  <a:lnTo>
                    <a:pt x="98" y="225"/>
                  </a:lnTo>
                  <a:lnTo>
                    <a:pt x="96" y="224"/>
                  </a:lnTo>
                  <a:lnTo>
                    <a:pt x="91" y="223"/>
                  </a:lnTo>
                  <a:lnTo>
                    <a:pt x="91" y="221"/>
                  </a:lnTo>
                  <a:lnTo>
                    <a:pt x="91" y="217"/>
                  </a:lnTo>
                  <a:lnTo>
                    <a:pt x="90" y="214"/>
                  </a:lnTo>
                  <a:lnTo>
                    <a:pt x="87" y="211"/>
                  </a:lnTo>
                  <a:lnTo>
                    <a:pt x="85" y="211"/>
                  </a:lnTo>
                  <a:lnTo>
                    <a:pt x="77" y="214"/>
                  </a:lnTo>
                  <a:lnTo>
                    <a:pt x="68" y="214"/>
                  </a:lnTo>
                  <a:lnTo>
                    <a:pt x="62" y="215"/>
                  </a:lnTo>
                  <a:lnTo>
                    <a:pt x="56" y="216"/>
                  </a:lnTo>
                  <a:lnTo>
                    <a:pt x="53" y="215"/>
                  </a:lnTo>
                  <a:lnTo>
                    <a:pt x="51" y="214"/>
                  </a:lnTo>
                  <a:lnTo>
                    <a:pt x="50" y="212"/>
                  </a:lnTo>
                  <a:lnTo>
                    <a:pt x="44" y="213"/>
                  </a:lnTo>
                  <a:lnTo>
                    <a:pt x="40" y="216"/>
                  </a:lnTo>
                  <a:lnTo>
                    <a:pt x="34" y="216"/>
                  </a:lnTo>
                  <a:lnTo>
                    <a:pt x="25" y="216"/>
                  </a:lnTo>
                  <a:lnTo>
                    <a:pt x="20" y="217"/>
                  </a:lnTo>
                  <a:lnTo>
                    <a:pt x="15" y="218"/>
                  </a:lnTo>
                  <a:lnTo>
                    <a:pt x="11" y="218"/>
                  </a:lnTo>
                  <a:lnTo>
                    <a:pt x="13" y="211"/>
                  </a:lnTo>
                  <a:lnTo>
                    <a:pt x="13" y="208"/>
                  </a:lnTo>
                  <a:lnTo>
                    <a:pt x="15" y="202"/>
                  </a:lnTo>
                  <a:lnTo>
                    <a:pt x="17" y="199"/>
                  </a:lnTo>
                  <a:lnTo>
                    <a:pt x="23" y="195"/>
                  </a:lnTo>
                  <a:lnTo>
                    <a:pt x="28" y="193"/>
                  </a:lnTo>
                  <a:lnTo>
                    <a:pt x="34" y="193"/>
                  </a:lnTo>
                  <a:lnTo>
                    <a:pt x="36" y="192"/>
                  </a:lnTo>
                  <a:lnTo>
                    <a:pt x="37" y="190"/>
                  </a:lnTo>
                  <a:lnTo>
                    <a:pt x="38" y="183"/>
                  </a:lnTo>
                  <a:lnTo>
                    <a:pt x="36" y="180"/>
                  </a:lnTo>
                  <a:lnTo>
                    <a:pt x="31" y="180"/>
                  </a:lnTo>
                  <a:lnTo>
                    <a:pt x="30" y="177"/>
                  </a:lnTo>
                  <a:lnTo>
                    <a:pt x="30" y="166"/>
                  </a:lnTo>
                  <a:lnTo>
                    <a:pt x="29" y="163"/>
                  </a:lnTo>
                  <a:lnTo>
                    <a:pt x="26" y="161"/>
                  </a:lnTo>
                  <a:lnTo>
                    <a:pt x="17" y="158"/>
                  </a:lnTo>
                  <a:lnTo>
                    <a:pt x="13" y="155"/>
                  </a:lnTo>
                  <a:lnTo>
                    <a:pt x="10" y="152"/>
                  </a:lnTo>
                  <a:lnTo>
                    <a:pt x="5" y="143"/>
                  </a:lnTo>
                  <a:lnTo>
                    <a:pt x="0" y="134"/>
                  </a:lnTo>
                  <a:lnTo>
                    <a:pt x="6" y="137"/>
                  </a:lnTo>
                  <a:lnTo>
                    <a:pt x="10" y="138"/>
                  </a:lnTo>
                  <a:lnTo>
                    <a:pt x="18" y="140"/>
                  </a:lnTo>
                  <a:lnTo>
                    <a:pt x="24" y="142"/>
                  </a:lnTo>
                  <a:lnTo>
                    <a:pt x="28" y="142"/>
                  </a:lnTo>
                  <a:lnTo>
                    <a:pt x="33" y="142"/>
                  </a:lnTo>
                  <a:lnTo>
                    <a:pt x="41" y="141"/>
                  </a:lnTo>
                  <a:lnTo>
                    <a:pt x="44" y="141"/>
                  </a:lnTo>
                  <a:lnTo>
                    <a:pt x="50" y="142"/>
                  </a:lnTo>
                  <a:lnTo>
                    <a:pt x="59" y="141"/>
                  </a:lnTo>
                  <a:lnTo>
                    <a:pt x="66" y="139"/>
                  </a:lnTo>
                  <a:lnTo>
                    <a:pt x="74" y="138"/>
                  </a:lnTo>
                  <a:lnTo>
                    <a:pt x="82" y="136"/>
                  </a:lnTo>
                  <a:lnTo>
                    <a:pt x="84" y="135"/>
                  </a:lnTo>
                  <a:lnTo>
                    <a:pt x="84" y="133"/>
                  </a:lnTo>
                  <a:lnTo>
                    <a:pt x="85" y="125"/>
                  </a:lnTo>
                  <a:lnTo>
                    <a:pt x="86" y="119"/>
                  </a:lnTo>
                  <a:lnTo>
                    <a:pt x="88" y="116"/>
                  </a:lnTo>
                  <a:lnTo>
                    <a:pt x="91" y="113"/>
                  </a:lnTo>
                  <a:lnTo>
                    <a:pt x="95" y="109"/>
                  </a:lnTo>
                  <a:lnTo>
                    <a:pt x="97" y="109"/>
                  </a:lnTo>
                  <a:lnTo>
                    <a:pt x="101" y="109"/>
                  </a:lnTo>
                  <a:lnTo>
                    <a:pt x="105" y="109"/>
                  </a:lnTo>
                  <a:lnTo>
                    <a:pt x="106" y="109"/>
                  </a:lnTo>
                  <a:lnTo>
                    <a:pt x="109" y="103"/>
                  </a:lnTo>
                  <a:lnTo>
                    <a:pt x="111" y="101"/>
                  </a:lnTo>
                  <a:lnTo>
                    <a:pt x="115" y="99"/>
                  </a:lnTo>
                  <a:lnTo>
                    <a:pt x="119" y="99"/>
                  </a:lnTo>
                  <a:lnTo>
                    <a:pt x="126" y="102"/>
                  </a:lnTo>
                  <a:lnTo>
                    <a:pt x="128" y="101"/>
                  </a:lnTo>
                  <a:lnTo>
                    <a:pt x="130" y="98"/>
                  </a:lnTo>
                  <a:lnTo>
                    <a:pt x="131" y="98"/>
                  </a:lnTo>
                  <a:lnTo>
                    <a:pt x="132" y="88"/>
                  </a:lnTo>
                  <a:lnTo>
                    <a:pt x="134" y="80"/>
                  </a:lnTo>
                  <a:lnTo>
                    <a:pt x="135" y="77"/>
                  </a:lnTo>
                  <a:lnTo>
                    <a:pt x="137" y="75"/>
                  </a:lnTo>
                  <a:lnTo>
                    <a:pt x="140" y="74"/>
                  </a:lnTo>
                  <a:lnTo>
                    <a:pt x="144" y="74"/>
                  </a:lnTo>
                  <a:lnTo>
                    <a:pt x="146" y="73"/>
                  </a:lnTo>
                  <a:lnTo>
                    <a:pt x="147" y="71"/>
                  </a:lnTo>
                  <a:lnTo>
                    <a:pt x="147" y="67"/>
                  </a:lnTo>
                  <a:lnTo>
                    <a:pt x="146" y="65"/>
                  </a:lnTo>
                  <a:lnTo>
                    <a:pt x="143" y="62"/>
                  </a:lnTo>
                  <a:lnTo>
                    <a:pt x="141" y="59"/>
                  </a:lnTo>
                  <a:lnTo>
                    <a:pt x="143" y="57"/>
                  </a:lnTo>
                  <a:lnTo>
                    <a:pt x="150" y="59"/>
                  </a:lnTo>
                  <a:lnTo>
                    <a:pt x="155" y="59"/>
                  </a:lnTo>
                  <a:lnTo>
                    <a:pt x="159" y="57"/>
                  </a:lnTo>
                  <a:lnTo>
                    <a:pt x="161" y="55"/>
                  </a:lnTo>
                  <a:lnTo>
                    <a:pt x="161" y="52"/>
                  </a:lnTo>
                  <a:lnTo>
                    <a:pt x="159" y="48"/>
                  </a:lnTo>
                  <a:lnTo>
                    <a:pt x="160" y="46"/>
                  </a:lnTo>
                  <a:lnTo>
                    <a:pt x="163" y="43"/>
                  </a:lnTo>
                  <a:lnTo>
                    <a:pt x="166" y="40"/>
                  </a:lnTo>
                  <a:lnTo>
                    <a:pt x="168" y="36"/>
                  </a:lnTo>
                  <a:lnTo>
                    <a:pt x="167" y="32"/>
                  </a:lnTo>
                  <a:lnTo>
                    <a:pt x="168" y="28"/>
                  </a:lnTo>
                  <a:lnTo>
                    <a:pt x="166" y="26"/>
                  </a:lnTo>
                  <a:lnTo>
                    <a:pt x="166" y="23"/>
                  </a:lnTo>
                  <a:lnTo>
                    <a:pt x="164" y="21"/>
                  </a:lnTo>
                  <a:lnTo>
                    <a:pt x="164" y="18"/>
                  </a:lnTo>
                  <a:lnTo>
                    <a:pt x="166" y="15"/>
                  </a:lnTo>
                  <a:lnTo>
                    <a:pt x="168" y="13"/>
                  </a:lnTo>
                  <a:lnTo>
                    <a:pt x="170" y="13"/>
                  </a:lnTo>
                  <a:lnTo>
                    <a:pt x="174" y="10"/>
                  </a:lnTo>
                  <a:lnTo>
                    <a:pt x="176" y="8"/>
                  </a:lnTo>
                  <a:lnTo>
                    <a:pt x="180" y="5"/>
                  </a:lnTo>
                  <a:lnTo>
                    <a:pt x="188" y="4"/>
                  </a:lnTo>
                  <a:lnTo>
                    <a:pt x="197" y="4"/>
                  </a:lnTo>
                  <a:lnTo>
                    <a:pt x="202" y="5"/>
                  </a:lnTo>
                  <a:lnTo>
                    <a:pt x="204" y="3"/>
                  </a:lnTo>
                  <a:lnTo>
                    <a:pt x="207" y="3"/>
                  </a:lnTo>
                  <a:lnTo>
                    <a:pt x="210" y="1"/>
                  </a:lnTo>
                  <a:lnTo>
                    <a:pt x="212" y="1"/>
                  </a:lnTo>
                  <a:lnTo>
                    <a:pt x="213" y="0"/>
                  </a:lnTo>
                  <a:lnTo>
                    <a:pt x="215" y="1"/>
                  </a:lnTo>
                  <a:lnTo>
                    <a:pt x="216" y="2"/>
                  </a:lnTo>
                  <a:lnTo>
                    <a:pt x="218" y="0"/>
                  </a:lnTo>
                  <a:lnTo>
                    <a:pt x="220" y="1"/>
                  </a:lnTo>
                  <a:lnTo>
                    <a:pt x="224" y="2"/>
                  </a:lnTo>
                  <a:lnTo>
                    <a:pt x="224" y="5"/>
                  </a:lnTo>
                  <a:lnTo>
                    <a:pt x="226" y="4"/>
                  </a:lnTo>
                  <a:lnTo>
                    <a:pt x="230" y="4"/>
                  </a:lnTo>
                  <a:lnTo>
                    <a:pt x="233" y="7"/>
                  </a:lnTo>
                  <a:lnTo>
                    <a:pt x="235" y="9"/>
                  </a:lnTo>
                  <a:lnTo>
                    <a:pt x="235" y="14"/>
                  </a:lnTo>
                  <a:lnTo>
                    <a:pt x="233" y="18"/>
                  </a:lnTo>
                  <a:lnTo>
                    <a:pt x="235" y="19"/>
                  </a:lnTo>
                  <a:lnTo>
                    <a:pt x="236" y="21"/>
                  </a:lnTo>
                  <a:lnTo>
                    <a:pt x="238" y="23"/>
                  </a:lnTo>
                  <a:lnTo>
                    <a:pt x="242" y="21"/>
                  </a:lnTo>
                  <a:lnTo>
                    <a:pt x="243" y="21"/>
                  </a:lnTo>
                  <a:lnTo>
                    <a:pt x="244" y="23"/>
                  </a:lnTo>
                  <a:lnTo>
                    <a:pt x="245" y="24"/>
                  </a:lnTo>
                  <a:lnTo>
                    <a:pt x="249" y="28"/>
                  </a:lnTo>
                  <a:lnTo>
                    <a:pt x="258" y="29"/>
                  </a:lnTo>
                  <a:lnTo>
                    <a:pt x="261" y="30"/>
                  </a:lnTo>
                  <a:lnTo>
                    <a:pt x="262" y="31"/>
                  </a:lnTo>
                  <a:lnTo>
                    <a:pt x="260" y="32"/>
                  </a:lnTo>
                  <a:lnTo>
                    <a:pt x="256" y="34"/>
                  </a:lnTo>
                  <a:lnTo>
                    <a:pt x="253" y="36"/>
                  </a:lnTo>
                  <a:lnTo>
                    <a:pt x="252" y="40"/>
                  </a:lnTo>
                  <a:lnTo>
                    <a:pt x="251" y="44"/>
                  </a:lnTo>
                  <a:lnTo>
                    <a:pt x="249" y="46"/>
                  </a:lnTo>
                  <a:lnTo>
                    <a:pt x="248" y="44"/>
                  </a:lnTo>
                  <a:lnTo>
                    <a:pt x="244" y="43"/>
                  </a:lnTo>
                  <a:lnTo>
                    <a:pt x="241" y="44"/>
                  </a:lnTo>
                  <a:lnTo>
                    <a:pt x="239" y="47"/>
                  </a:lnTo>
                  <a:lnTo>
                    <a:pt x="237" y="46"/>
                  </a:lnTo>
                  <a:lnTo>
                    <a:pt x="233" y="48"/>
                  </a:lnTo>
                  <a:lnTo>
                    <a:pt x="227" y="47"/>
                  </a:lnTo>
                  <a:lnTo>
                    <a:pt x="223" y="46"/>
                  </a:lnTo>
                  <a:lnTo>
                    <a:pt x="211" y="43"/>
                  </a:lnTo>
                  <a:lnTo>
                    <a:pt x="205" y="45"/>
                  </a:lnTo>
                  <a:lnTo>
                    <a:pt x="202" y="50"/>
                  </a:lnTo>
                  <a:lnTo>
                    <a:pt x="202" y="51"/>
                  </a:lnTo>
                  <a:lnTo>
                    <a:pt x="205" y="51"/>
                  </a:lnTo>
                  <a:lnTo>
                    <a:pt x="205" y="54"/>
                  </a:lnTo>
                  <a:lnTo>
                    <a:pt x="204" y="55"/>
                  </a:lnTo>
                  <a:lnTo>
                    <a:pt x="205" y="57"/>
                  </a:lnTo>
                  <a:lnTo>
                    <a:pt x="209" y="57"/>
                  </a:lnTo>
                  <a:lnTo>
                    <a:pt x="209" y="60"/>
                  </a:lnTo>
                  <a:lnTo>
                    <a:pt x="206" y="61"/>
                  </a:lnTo>
                  <a:lnTo>
                    <a:pt x="205" y="64"/>
                  </a:lnTo>
                  <a:lnTo>
                    <a:pt x="208" y="66"/>
                  </a:lnTo>
                  <a:lnTo>
                    <a:pt x="207" y="70"/>
                  </a:lnTo>
                  <a:lnTo>
                    <a:pt x="205" y="71"/>
                  </a:lnTo>
                  <a:lnTo>
                    <a:pt x="206" y="74"/>
                  </a:lnTo>
                  <a:lnTo>
                    <a:pt x="211" y="76"/>
                  </a:lnTo>
                  <a:lnTo>
                    <a:pt x="210" y="80"/>
                  </a:lnTo>
                  <a:lnTo>
                    <a:pt x="216" y="80"/>
                  </a:lnTo>
                  <a:lnTo>
                    <a:pt x="215" y="84"/>
                  </a:lnTo>
                  <a:lnTo>
                    <a:pt x="217" y="86"/>
                  </a:lnTo>
                  <a:lnTo>
                    <a:pt x="222" y="86"/>
                  </a:lnTo>
                  <a:lnTo>
                    <a:pt x="227" y="89"/>
                  </a:lnTo>
                  <a:lnTo>
                    <a:pt x="227" y="91"/>
                  </a:lnTo>
                  <a:lnTo>
                    <a:pt x="225" y="93"/>
                  </a:lnTo>
                  <a:lnTo>
                    <a:pt x="222" y="94"/>
                  </a:lnTo>
                  <a:lnTo>
                    <a:pt x="217" y="96"/>
                  </a:lnTo>
                  <a:lnTo>
                    <a:pt x="213" y="98"/>
                  </a:lnTo>
                  <a:lnTo>
                    <a:pt x="213" y="101"/>
                  </a:lnTo>
                  <a:lnTo>
                    <a:pt x="215" y="104"/>
                  </a:lnTo>
                  <a:lnTo>
                    <a:pt x="213" y="112"/>
                  </a:lnTo>
                  <a:lnTo>
                    <a:pt x="203" y="124"/>
                  </a:lnTo>
                  <a:lnTo>
                    <a:pt x="205" y="127"/>
                  </a:lnTo>
                  <a:lnTo>
                    <a:pt x="202" y="130"/>
                  </a:lnTo>
                  <a:lnTo>
                    <a:pt x="198" y="131"/>
                  </a:lnTo>
                  <a:lnTo>
                    <a:pt x="195" y="135"/>
                  </a:lnTo>
                  <a:lnTo>
                    <a:pt x="192" y="144"/>
                  </a:lnTo>
                  <a:lnTo>
                    <a:pt x="188" y="149"/>
                  </a:lnTo>
                  <a:lnTo>
                    <a:pt x="180" y="153"/>
                  </a:lnTo>
                  <a:lnTo>
                    <a:pt x="179" y="156"/>
                  </a:lnTo>
                  <a:lnTo>
                    <a:pt x="177" y="160"/>
                  </a:lnTo>
                  <a:lnTo>
                    <a:pt x="173" y="165"/>
                  </a:lnTo>
                  <a:lnTo>
                    <a:pt x="172" y="168"/>
                  </a:lnTo>
                  <a:lnTo>
                    <a:pt x="167" y="169"/>
                  </a:lnTo>
                  <a:lnTo>
                    <a:pt x="162" y="169"/>
                  </a:lnTo>
                  <a:lnTo>
                    <a:pt x="156" y="172"/>
                  </a:lnTo>
                  <a:lnTo>
                    <a:pt x="153" y="171"/>
                  </a:lnTo>
                  <a:lnTo>
                    <a:pt x="152" y="167"/>
                  </a:lnTo>
                  <a:lnTo>
                    <a:pt x="151" y="166"/>
                  </a:lnTo>
                  <a:lnTo>
                    <a:pt x="148" y="167"/>
                  </a:lnTo>
                  <a:lnTo>
                    <a:pt x="144" y="170"/>
                  </a:lnTo>
                  <a:lnTo>
                    <a:pt x="143" y="174"/>
                  </a:lnTo>
                  <a:lnTo>
                    <a:pt x="136" y="181"/>
                  </a:lnTo>
                  <a:lnTo>
                    <a:pt x="135" y="185"/>
                  </a:lnTo>
                  <a:lnTo>
                    <a:pt x="135" y="187"/>
                  </a:lnTo>
                  <a:lnTo>
                    <a:pt x="135" y="190"/>
                  </a:lnTo>
                  <a:lnTo>
                    <a:pt x="139" y="192"/>
                  </a:lnTo>
                  <a:lnTo>
                    <a:pt x="143" y="192"/>
                  </a:lnTo>
                  <a:lnTo>
                    <a:pt x="146" y="192"/>
                  </a:lnTo>
                  <a:lnTo>
                    <a:pt x="145" y="198"/>
                  </a:lnTo>
                  <a:lnTo>
                    <a:pt x="144" y="204"/>
                  </a:lnTo>
                  <a:lnTo>
                    <a:pt x="147" y="207"/>
                  </a:lnTo>
                  <a:lnTo>
                    <a:pt x="149" y="208"/>
                  </a:lnTo>
                  <a:lnTo>
                    <a:pt x="152" y="207"/>
                  </a:lnTo>
                  <a:lnTo>
                    <a:pt x="153" y="210"/>
                  </a:lnTo>
                  <a:lnTo>
                    <a:pt x="155" y="214"/>
                  </a:lnTo>
                  <a:lnTo>
                    <a:pt x="160" y="225"/>
                  </a:lnTo>
                  <a:lnTo>
                    <a:pt x="158" y="226"/>
                  </a:lnTo>
                  <a:lnTo>
                    <a:pt x="160" y="229"/>
                  </a:lnTo>
                  <a:lnTo>
                    <a:pt x="157" y="230"/>
                  </a:lnTo>
                  <a:lnTo>
                    <a:pt x="156" y="231"/>
                  </a:lnTo>
                  <a:lnTo>
                    <a:pt x="152" y="232"/>
                  </a:lnTo>
                  <a:lnTo>
                    <a:pt x="151" y="230"/>
                  </a:lnTo>
                  <a:lnTo>
                    <a:pt x="150" y="229"/>
                  </a:lnTo>
                  <a:lnTo>
                    <a:pt x="145" y="231"/>
                  </a:lnTo>
                  <a:lnTo>
                    <a:pt x="143" y="233"/>
                  </a:lnTo>
                  <a:lnTo>
                    <a:pt x="138" y="233"/>
                  </a:lnTo>
                  <a:lnTo>
                    <a:pt x="136" y="231"/>
                  </a:lnTo>
                  <a:lnTo>
                    <a:pt x="131" y="231"/>
                  </a:lnTo>
                  <a:lnTo>
                    <a:pt x="125" y="231"/>
                  </a:lnTo>
                  <a:lnTo>
                    <a:pt x="123" y="231"/>
                  </a:lnTo>
                  <a:lnTo>
                    <a:pt x="123" y="236"/>
                  </a:lnTo>
                  <a:lnTo>
                    <a:pt x="117" y="237"/>
                  </a:lnTo>
                  <a:lnTo>
                    <a:pt x="115" y="240"/>
                  </a:lnTo>
                  <a:lnTo>
                    <a:pt x="112" y="24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8" name="Freeform 27">
              <a:extLst>
                <a:ext uri="{FF2B5EF4-FFF2-40B4-BE49-F238E27FC236}">
                  <a16:creationId xmlns:a16="http://schemas.microsoft.com/office/drawing/2014/main" id="{82D59B6A-A53E-6E55-EED2-9B87A079A3D4}"/>
                </a:ext>
              </a:extLst>
            </p:cNvPr>
            <p:cNvSpPr>
              <a:spLocks/>
            </p:cNvSpPr>
            <p:nvPr/>
          </p:nvSpPr>
          <p:spPr bwMode="gray">
            <a:xfrm>
              <a:off x="4291674" y="4025239"/>
              <a:ext cx="216153" cy="123516"/>
            </a:xfrm>
            <a:custGeom>
              <a:avLst/>
              <a:gdLst>
                <a:gd name="T0" fmla="*/ 16 w 126"/>
                <a:gd name="T1" fmla="*/ 7 h 72"/>
                <a:gd name="T2" fmla="*/ 19 w 126"/>
                <a:gd name="T3" fmla="*/ 5 h 72"/>
                <a:gd name="T4" fmla="*/ 22 w 126"/>
                <a:gd name="T5" fmla="*/ 1 h 72"/>
                <a:gd name="T6" fmla="*/ 31 w 126"/>
                <a:gd name="T7" fmla="*/ 1 h 72"/>
                <a:gd name="T8" fmla="*/ 38 w 126"/>
                <a:gd name="T9" fmla="*/ 9 h 72"/>
                <a:gd name="T10" fmla="*/ 47 w 126"/>
                <a:gd name="T11" fmla="*/ 15 h 72"/>
                <a:gd name="T12" fmla="*/ 51 w 126"/>
                <a:gd name="T13" fmla="*/ 16 h 72"/>
                <a:gd name="T14" fmla="*/ 57 w 126"/>
                <a:gd name="T15" fmla="*/ 21 h 72"/>
                <a:gd name="T16" fmla="*/ 63 w 126"/>
                <a:gd name="T17" fmla="*/ 22 h 72"/>
                <a:gd name="T18" fmla="*/ 64 w 126"/>
                <a:gd name="T19" fmla="*/ 27 h 72"/>
                <a:gd name="T20" fmla="*/ 77 w 126"/>
                <a:gd name="T21" fmla="*/ 32 h 72"/>
                <a:gd name="T22" fmla="*/ 78 w 126"/>
                <a:gd name="T23" fmla="*/ 35 h 72"/>
                <a:gd name="T24" fmla="*/ 85 w 126"/>
                <a:gd name="T25" fmla="*/ 38 h 72"/>
                <a:gd name="T26" fmla="*/ 91 w 126"/>
                <a:gd name="T27" fmla="*/ 42 h 72"/>
                <a:gd name="T28" fmla="*/ 93 w 126"/>
                <a:gd name="T29" fmla="*/ 45 h 72"/>
                <a:gd name="T30" fmla="*/ 98 w 126"/>
                <a:gd name="T31" fmla="*/ 45 h 72"/>
                <a:gd name="T32" fmla="*/ 101 w 126"/>
                <a:gd name="T33" fmla="*/ 41 h 72"/>
                <a:gd name="T34" fmla="*/ 108 w 126"/>
                <a:gd name="T35" fmla="*/ 44 h 72"/>
                <a:gd name="T36" fmla="*/ 116 w 126"/>
                <a:gd name="T37" fmla="*/ 46 h 72"/>
                <a:gd name="T38" fmla="*/ 121 w 126"/>
                <a:gd name="T39" fmla="*/ 45 h 72"/>
                <a:gd name="T40" fmla="*/ 126 w 126"/>
                <a:gd name="T41" fmla="*/ 46 h 72"/>
                <a:gd name="T42" fmla="*/ 123 w 126"/>
                <a:gd name="T43" fmla="*/ 59 h 72"/>
                <a:gd name="T44" fmla="*/ 124 w 126"/>
                <a:gd name="T45" fmla="*/ 71 h 72"/>
                <a:gd name="T46" fmla="*/ 117 w 126"/>
                <a:gd name="T47" fmla="*/ 72 h 72"/>
                <a:gd name="T48" fmla="*/ 112 w 126"/>
                <a:gd name="T49" fmla="*/ 72 h 72"/>
                <a:gd name="T50" fmla="*/ 108 w 126"/>
                <a:gd name="T51" fmla="*/ 68 h 72"/>
                <a:gd name="T52" fmla="*/ 98 w 126"/>
                <a:gd name="T53" fmla="*/ 68 h 72"/>
                <a:gd name="T54" fmla="*/ 90 w 126"/>
                <a:gd name="T55" fmla="*/ 68 h 72"/>
                <a:gd name="T56" fmla="*/ 88 w 126"/>
                <a:gd name="T57" fmla="*/ 64 h 72"/>
                <a:gd name="T58" fmla="*/ 82 w 126"/>
                <a:gd name="T59" fmla="*/ 65 h 72"/>
                <a:gd name="T60" fmla="*/ 76 w 126"/>
                <a:gd name="T61" fmla="*/ 61 h 72"/>
                <a:gd name="T62" fmla="*/ 71 w 126"/>
                <a:gd name="T63" fmla="*/ 57 h 72"/>
                <a:gd name="T64" fmla="*/ 66 w 126"/>
                <a:gd name="T65" fmla="*/ 54 h 72"/>
                <a:gd name="T66" fmla="*/ 58 w 126"/>
                <a:gd name="T67" fmla="*/ 55 h 72"/>
                <a:gd name="T68" fmla="*/ 51 w 126"/>
                <a:gd name="T69" fmla="*/ 52 h 72"/>
                <a:gd name="T70" fmla="*/ 50 w 126"/>
                <a:gd name="T71" fmla="*/ 55 h 72"/>
                <a:gd name="T72" fmla="*/ 42 w 126"/>
                <a:gd name="T73" fmla="*/ 52 h 72"/>
                <a:gd name="T74" fmla="*/ 37 w 126"/>
                <a:gd name="T75" fmla="*/ 49 h 72"/>
                <a:gd name="T76" fmla="*/ 28 w 126"/>
                <a:gd name="T77" fmla="*/ 46 h 72"/>
                <a:gd name="T78" fmla="*/ 17 w 126"/>
                <a:gd name="T79" fmla="*/ 36 h 72"/>
                <a:gd name="T80" fmla="*/ 7 w 126"/>
                <a:gd name="T81" fmla="*/ 31 h 72"/>
                <a:gd name="T82" fmla="*/ 0 w 126"/>
                <a:gd name="T83" fmla="*/ 29 h 72"/>
                <a:gd name="T84" fmla="*/ 1 w 126"/>
                <a:gd name="T85" fmla="*/ 23 h 72"/>
                <a:gd name="T86" fmla="*/ 3 w 126"/>
                <a:gd name="T87" fmla="*/ 17 h 72"/>
                <a:gd name="T88" fmla="*/ 4 w 126"/>
                <a:gd name="T89" fmla="*/ 12 h 72"/>
                <a:gd name="T90" fmla="*/ 14 w 126"/>
                <a:gd name="T91" fmla="*/ 3 h 7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26"/>
                <a:gd name="T139" fmla="*/ 0 h 72"/>
                <a:gd name="T140" fmla="*/ 126 w 126"/>
                <a:gd name="T141" fmla="*/ 72 h 7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26" h="72">
                  <a:moveTo>
                    <a:pt x="14" y="3"/>
                  </a:moveTo>
                  <a:lnTo>
                    <a:pt x="16" y="7"/>
                  </a:lnTo>
                  <a:lnTo>
                    <a:pt x="17" y="7"/>
                  </a:lnTo>
                  <a:lnTo>
                    <a:pt x="19" y="5"/>
                  </a:lnTo>
                  <a:lnTo>
                    <a:pt x="20" y="1"/>
                  </a:lnTo>
                  <a:lnTo>
                    <a:pt x="22" y="1"/>
                  </a:lnTo>
                  <a:lnTo>
                    <a:pt x="24" y="0"/>
                  </a:lnTo>
                  <a:lnTo>
                    <a:pt x="31" y="1"/>
                  </a:lnTo>
                  <a:lnTo>
                    <a:pt x="32" y="6"/>
                  </a:lnTo>
                  <a:lnTo>
                    <a:pt x="38" y="9"/>
                  </a:lnTo>
                  <a:lnTo>
                    <a:pt x="44" y="14"/>
                  </a:lnTo>
                  <a:lnTo>
                    <a:pt x="47" y="15"/>
                  </a:lnTo>
                  <a:lnTo>
                    <a:pt x="48" y="14"/>
                  </a:lnTo>
                  <a:lnTo>
                    <a:pt x="51" y="16"/>
                  </a:lnTo>
                  <a:lnTo>
                    <a:pt x="56" y="23"/>
                  </a:lnTo>
                  <a:lnTo>
                    <a:pt x="57" y="21"/>
                  </a:lnTo>
                  <a:lnTo>
                    <a:pt x="62" y="20"/>
                  </a:lnTo>
                  <a:lnTo>
                    <a:pt x="63" y="22"/>
                  </a:lnTo>
                  <a:lnTo>
                    <a:pt x="65" y="25"/>
                  </a:lnTo>
                  <a:lnTo>
                    <a:pt x="64" y="27"/>
                  </a:lnTo>
                  <a:lnTo>
                    <a:pt x="75" y="34"/>
                  </a:lnTo>
                  <a:lnTo>
                    <a:pt x="77" y="32"/>
                  </a:lnTo>
                  <a:lnTo>
                    <a:pt x="79" y="32"/>
                  </a:lnTo>
                  <a:lnTo>
                    <a:pt x="78" y="35"/>
                  </a:lnTo>
                  <a:lnTo>
                    <a:pt x="78" y="38"/>
                  </a:lnTo>
                  <a:lnTo>
                    <a:pt x="85" y="38"/>
                  </a:lnTo>
                  <a:lnTo>
                    <a:pt x="87" y="38"/>
                  </a:lnTo>
                  <a:lnTo>
                    <a:pt x="91" y="42"/>
                  </a:lnTo>
                  <a:lnTo>
                    <a:pt x="92" y="46"/>
                  </a:lnTo>
                  <a:lnTo>
                    <a:pt x="93" y="45"/>
                  </a:lnTo>
                  <a:lnTo>
                    <a:pt x="93" y="42"/>
                  </a:lnTo>
                  <a:lnTo>
                    <a:pt x="98" y="45"/>
                  </a:lnTo>
                  <a:lnTo>
                    <a:pt x="100" y="44"/>
                  </a:lnTo>
                  <a:lnTo>
                    <a:pt x="101" y="41"/>
                  </a:lnTo>
                  <a:lnTo>
                    <a:pt x="104" y="41"/>
                  </a:lnTo>
                  <a:lnTo>
                    <a:pt x="108" y="44"/>
                  </a:lnTo>
                  <a:lnTo>
                    <a:pt x="110" y="46"/>
                  </a:lnTo>
                  <a:lnTo>
                    <a:pt x="116" y="46"/>
                  </a:lnTo>
                  <a:lnTo>
                    <a:pt x="119" y="47"/>
                  </a:lnTo>
                  <a:lnTo>
                    <a:pt x="121" y="45"/>
                  </a:lnTo>
                  <a:lnTo>
                    <a:pt x="126" y="46"/>
                  </a:lnTo>
                  <a:lnTo>
                    <a:pt x="124" y="52"/>
                  </a:lnTo>
                  <a:lnTo>
                    <a:pt x="123" y="59"/>
                  </a:lnTo>
                  <a:lnTo>
                    <a:pt x="126" y="65"/>
                  </a:lnTo>
                  <a:lnTo>
                    <a:pt x="124" y="71"/>
                  </a:lnTo>
                  <a:lnTo>
                    <a:pt x="122" y="71"/>
                  </a:lnTo>
                  <a:lnTo>
                    <a:pt x="117" y="72"/>
                  </a:lnTo>
                  <a:lnTo>
                    <a:pt x="115" y="71"/>
                  </a:lnTo>
                  <a:lnTo>
                    <a:pt x="112" y="72"/>
                  </a:lnTo>
                  <a:lnTo>
                    <a:pt x="110" y="71"/>
                  </a:lnTo>
                  <a:lnTo>
                    <a:pt x="108" y="68"/>
                  </a:lnTo>
                  <a:lnTo>
                    <a:pt x="104" y="71"/>
                  </a:lnTo>
                  <a:lnTo>
                    <a:pt x="98" y="68"/>
                  </a:lnTo>
                  <a:lnTo>
                    <a:pt x="93" y="67"/>
                  </a:lnTo>
                  <a:lnTo>
                    <a:pt x="90" y="68"/>
                  </a:lnTo>
                  <a:lnTo>
                    <a:pt x="88" y="66"/>
                  </a:lnTo>
                  <a:lnTo>
                    <a:pt x="88" y="64"/>
                  </a:lnTo>
                  <a:lnTo>
                    <a:pt x="86" y="63"/>
                  </a:lnTo>
                  <a:lnTo>
                    <a:pt x="82" y="65"/>
                  </a:lnTo>
                  <a:lnTo>
                    <a:pt x="78" y="63"/>
                  </a:lnTo>
                  <a:lnTo>
                    <a:pt x="76" y="61"/>
                  </a:lnTo>
                  <a:lnTo>
                    <a:pt x="71" y="60"/>
                  </a:lnTo>
                  <a:lnTo>
                    <a:pt x="71" y="57"/>
                  </a:lnTo>
                  <a:lnTo>
                    <a:pt x="70" y="55"/>
                  </a:lnTo>
                  <a:lnTo>
                    <a:pt x="66" y="54"/>
                  </a:lnTo>
                  <a:lnTo>
                    <a:pt x="62" y="52"/>
                  </a:lnTo>
                  <a:lnTo>
                    <a:pt x="58" y="55"/>
                  </a:lnTo>
                  <a:lnTo>
                    <a:pt x="55" y="52"/>
                  </a:lnTo>
                  <a:lnTo>
                    <a:pt x="51" y="52"/>
                  </a:lnTo>
                  <a:lnTo>
                    <a:pt x="51" y="54"/>
                  </a:lnTo>
                  <a:lnTo>
                    <a:pt x="50" y="55"/>
                  </a:lnTo>
                  <a:lnTo>
                    <a:pt x="47" y="53"/>
                  </a:lnTo>
                  <a:lnTo>
                    <a:pt x="42" y="52"/>
                  </a:lnTo>
                  <a:lnTo>
                    <a:pt x="40" y="49"/>
                  </a:lnTo>
                  <a:lnTo>
                    <a:pt x="37" y="49"/>
                  </a:lnTo>
                  <a:lnTo>
                    <a:pt x="30" y="45"/>
                  </a:lnTo>
                  <a:lnTo>
                    <a:pt x="28" y="46"/>
                  </a:lnTo>
                  <a:lnTo>
                    <a:pt x="19" y="41"/>
                  </a:lnTo>
                  <a:lnTo>
                    <a:pt x="17" y="36"/>
                  </a:lnTo>
                  <a:lnTo>
                    <a:pt x="12" y="35"/>
                  </a:lnTo>
                  <a:lnTo>
                    <a:pt x="7" y="31"/>
                  </a:lnTo>
                  <a:lnTo>
                    <a:pt x="4" y="32"/>
                  </a:lnTo>
                  <a:lnTo>
                    <a:pt x="0" y="29"/>
                  </a:lnTo>
                  <a:lnTo>
                    <a:pt x="0" y="27"/>
                  </a:lnTo>
                  <a:lnTo>
                    <a:pt x="1" y="23"/>
                  </a:lnTo>
                  <a:lnTo>
                    <a:pt x="3" y="20"/>
                  </a:lnTo>
                  <a:lnTo>
                    <a:pt x="3" y="17"/>
                  </a:lnTo>
                  <a:lnTo>
                    <a:pt x="4" y="15"/>
                  </a:lnTo>
                  <a:lnTo>
                    <a:pt x="4" y="12"/>
                  </a:lnTo>
                  <a:lnTo>
                    <a:pt x="6" y="11"/>
                  </a:lnTo>
                  <a:lnTo>
                    <a:pt x="14" y="3"/>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09" name="Freeform 28">
              <a:extLst>
                <a:ext uri="{FF2B5EF4-FFF2-40B4-BE49-F238E27FC236}">
                  <a16:creationId xmlns:a16="http://schemas.microsoft.com/office/drawing/2014/main" id="{34F79EF2-53D3-641E-10BC-A390D7351F65}"/>
                </a:ext>
              </a:extLst>
            </p:cNvPr>
            <p:cNvSpPr>
              <a:spLocks/>
            </p:cNvSpPr>
            <p:nvPr/>
          </p:nvSpPr>
          <p:spPr bwMode="gray">
            <a:xfrm>
              <a:off x="4291674" y="4025239"/>
              <a:ext cx="216153" cy="123516"/>
            </a:xfrm>
            <a:custGeom>
              <a:avLst/>
              <a:gdLst>
                <a:gd name="T0" fmla="*/ 16 w 126"/>
                <a:gd name="T1" fmla="*/ 7 h 72"/>
                <a:gd name="T2" fmla="*/ 19 w 126"/>
                <a:gd name="T3" fmla="*/ 5 h 72"/>
                <a:gd name="T4" fmla="*/ 22 w 126"/>
                <a:gd name="T5" fmla="*/ 1 h 72"/>
                <a:gd name="T6" fmla="*/ 31 w 126"/>
                <a:gd name="T7" fmla="*/ 1 h 72"/>
                <a:gd name="T8" fmla="*/ 38 w 126"/>
                <a:gd name="T9" fmla="*/ 9 h 72"/>
                <a:gd name="T10" fmla="*/ 47 w 126"/>
                <a:gd name="T11" fmla="*/ 15 h 72"/>
                <a:gd name="T12" fmla="*/ 51 w 126"/>
                <a:gd name="T13" fmla="*/ 16 h 72"/>
                <a:gd name="T14" fmla="*/ 57 w 126"/>
                <a:gd name="T15" fmla="*/ 21 h 72"/>
                <a:gd name="T16" fmla="*/ 63 w 126"/>
                <a:gd name="T17" fmla="*/ 22 h 72"/>
                <a:gd name="T18" fmla="*/ 64 w 126"/>
                <a:gd name="T19" fmla="*/ 27 h 72"/>
                <a:gd name="T20" fmla="*/ 77 w 126"/>
                <a:gd name="T21" fmla="*/ 32 h 72"/>
                <a:gd name="T22" fmla="*/ 78 w 126"/>
                <a:gd name="T23" fmla="*/ 35 h 72"/>
                <a:gd name="T24" fmla="*/ 85 w 126"/>
                <a:gd name="T25" fmla="*/ 38 h 72"/>
                <a:gd name="T26" fmla="*/ 91 w 126"/>
                <a:gd name="T27" fmla="*/ 42 h 72"/>
                <a:gd name="T28" fmla="*/ 93 w 126"/>
                <a:gd name="T29" fmla="*/ 45 h 72"/>
                <a:gd name="T30" fmla="*/ 98 w 126"/>
                <a:gd name="T31" fmla="*/ 45 h 72"/>
                <a:gd name="T32" fmla="*/ 101 w 126"/>
                <a:gd name="T33" fmla="*/ 41 h 72"/>
                <a:gd name="T34" fmla="*/ 108 w 126"/>
                <a:gd name="T35" fmla="*/ 44 h 72"/>
                <a:gd name="T36" fmla="*/ 116 w 126"/>
                <a:gd name="T37" fmla="*/ 46 h 72"/>
                <a:gd name="T38" fmla="*/ 121 w 126"/>
                <a:gd name="T39" fmla="*/ 45 h 72"/>
                <a:gd name="T40" fmla="*/ 126 w 126"/>
                <a:gd name="T41" fmla="*/ 46 h 72"/>
                <a:gd name="T42" fmla="*/ 123 w 126"/>
                <a:gd name="T43" fmla="*/ 59 h 72"/>
                <a:gd name="T44" fmla="*/ 124 w 126"/>
                <a:gd name="T45" fmla="*/ 71 h 72"/>
                <a:gd name="T46" fmla="*/ 117 w 126"/>
                <a:gd name="T47" fmla="*/ 72 h 72"/>
                <a:gd name="T48" fmla="*/ 112 w 126"/>
                <a:gd name="T49" fmla="*/ 72 h 72"/>
                <a:gd name="T50" fmla="*/ 108 w 126"/>
                <a:gd name="T51" fmla="*/ 68 h 72"/>
                <a:gd name="T52" fmla="*/ 98 w 126"/>
                <a:gd name="T53" fmla="*/ 68 h 72"/>
                <a:gd name="T54" fmla="*/ 90 w 126"/>
                <a:gd name="T55" fmla="*/ 68 h 72"/>
                <a:gd name="T56" fmla="*/ 88 w 126"/>
                <a:gd name="T57" fmla="*/ 64 h 72"/>
                <a:gd name="T58" fmla="*/ 82 w 126"/>
                <a:gd name="T59" fmla="*/ 65 h 72"/>
                <a:gd name="T60" fmla="*/ 76 w 126"/>
                <a:gd name="T61" fmla="*/ 61 h 72"/>
                <a:gd name="T62" fmla="*/ 71 w 126"/>
                <a:gd name="T63" fmla="*/ 57 h 72"/>
                <a:gd name="T64" fmla="*/ 66 w 126"/>
                <a:gd name="T65" fmla="*/ 54 h 72"/>
                <a:gd name="T66" fmla="*/ 58 w 126"/>
                <a:gd name="T67" fmla="*/ 55 h 72"/>
                <a:gd name="T68" fmla="*/ 51 w 126"/>
                <a:gd name="T69" fmla="*/ 52 h 72"/>
                <a:gd name="T70" fmla="*/ 50 w 126"/>
                <a:gd name="T71" fmla="*/ 55 h 72"/>
                <a:gd name="T72" fmla="*/ 42 w 126"/>
                <a:gd name="T73" fmla="*/ 52 h 72"/>
                <a:gd name="T74" fmla="*/ 37 w 126"/>
                <a:gd name="T75" fmla="*/ 49 h 72"/>
                <a:gd name="T76" fmla="*/ 28 w 126"/>
                <a:gd name="T77" fmla="*/ 46 h 72"/>
                <a:gd name="T78" fmla="*/ 17 w 126"/>
                <a:gd name="T79" fmla="*/ 36 h 72"/>
                <a:gd name="T80" fmla="*/ 7 w 126"/>
                <a:gd name="T81" fmla="*/ 31 h 72"/>
                <a:gd name="T82" fmla="*/ 0 w 126"/>
                <a:gd name="T83" fmla="*/ 29 h 72"/>
                <a:gd name="T84" fmla="*/ 1 w 126"/>
                <a:gd name="T85" fmla="*/ 23 h 72"/>
                <a:gd name="T86" fmla="*/ 3 w 126"/>
                <a:gd name="T87" fmla="*/ 17 h 72"/>
                <a:gd name="T88" fmla="*/ 4 w 126"/>
                <a:gd name="T89" fmla="*/ 12 h 72"/>
                <a:gd name="T90" fmla="*/ 14 w 126"/>
                <a:gd name="T91" fmla="*/ 3 h 7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26"/>
                <a:gd name="T139" fmla="*/ 0 h 72"/>
                <a:gd name="T140" fmla="*/ 126 w 126"/>
                <a:gd name="T141" fmla="*/ 72 h 7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26" h="72">
                  <a:moveTo>
                    <a:pt x="14" y="3"/>
                  </a:moveTo>
                  <a:lnTo>
                    <a:pt x="16" y="7"/>
                  </a:lnTo>
                  <a:lnTo>
                    <a:pt x="17" y="7"/>
                  </a:lnTo>
                  <a:lnTo>
                    <a:pt x="19" y="5"/>
                  </a:lnTo>
                  <a:lnTo>
                    <a:pt x="20" y="1"/>
                  </a:lnTo>
                  <a:lnTo>
                    <a:pt x="22" y="1"/>
                  </a:lnTo>
                  <a:lnTo>
                    <a:pt x="24" y="0"/>
                  </a:lnTo>
                  <a:lnTo>
                    <a:pt x="31" y="1"/>
                  </a:lnTo>
                  <a:lnTo>
                    <a:pt x="32" y="6"/>
                  </a:lnTo>
                  <a:lnTo>
                    <a:pt x="38" y="9"/>
                  </a:lnTo>
                  <a:lnTo>
                    <a:pt x="44" y="14"/>
                  </a:lnTo>
                  <a:lnTo>
                    <a:pt x="47" y="15"/>
                  </a:lnTo>
                  <a:lnTo>
                    <a:pt x="48" y="14"/>
                  </a:lnTo>
                  <a:lnTo>
                    <a:pt x="51" y="16"/>
                  </a:lnTo>
                  <a:lnTo>
                    <a:pt x="56" y="23"/>
                  </a:lnTo>
                  <a:lnTo>
                    <a:pt x="57" y="21"/>
                  </a:lnTo>
                  <a:lnTo>
                    <a:pt x="62" y="20"/>
                  </a:lnTo>
                  <a:lnTo>
                    <a:pt x="63" y="22"/>
                  </a:lnTo>
                  <a:lnTo>
                    <a:pt x="65" y="25"/>
                  </a:lnTo>
                  <a:lnTo>
                    <a:pt x="64" y="27"/>
                  </a:lnTo>
                  <a:lnTo>
                    <a:pt x="75" y="34"/>
                  </a:lnTo>
                  <a:lnTo>
                    <a:pt x="77" y="32"/>
                  </a:lnTo>
                  <a:lnTo>
                    <a:pt x="79" y="32"/>
                  </a:lnTo>
                  <a:lnTo>
                    <a:pt x="78" y="35"/>
                  </a:lnTo>
                  <a:lnTo>
                    <a:pt x="78" y="38"/>
                  </a:lnTo>
                  <a:lnTo>
                    <a:pt x="85" y="38"/>
                  </a:lnTo>
                  <a:lnTo>
                    <a:pt x="87" y="38"/>
                  </a:lnTo>
                  <a:lnTo>
                    <a:pt x="91" y="42"/>
                  </a:lnTo>
                  <a:lnTo>
                    <a:pt x="92" y="46"/>
                  </a:lnTo>
                  <a:lnTo>
                    <a:pt x="93" y="45"/>
                  </a:lnTo>
                  <a:lnTo>
                    <a:pt x="93" y="42"/>
                  </a:lnTo>
                  <a:lnTo>
                    <a:pt x="98" y="45"/>
                  </a:lnTo>
                  <a:lnTo>
                    <a:pt x="100" y="44"/>
                  </a:lnTo>
                  <a:lnTo>
                    <a:pt x="101" y="41"/>
                  </a:lnTo>
                  <a:lnTo>
                    <a:pt x="104" y="41"/>
                  </a:lnTo>
                  <a:lnTo>
                    <a:pt x="108" y="44"/>
                  </a:lnTo>
                  <a:lnTo>
                    <a:pt x="110" y="46"/>
                  </a:lnTo>
                  <a:lnTo>
                    <a:pt x="116" y="46"/>
                  </a:lnTo>
                  <a:lnTo>
                    <a:pt x="119" y="47"/>
                  </a:lnTo>
                  <a:lnTo>
                    <a:pt x="121" y="45"/>
                  </a:lnTo>
                  <a:lnTo>
                    <a:pt x="126" y="46"/>
                  </a:lnTo>
                  <a:lnTo>
                    <a:pt x="124" y="52"/>
                  </a:lnTo>
                  <a:lnTo>
                    <a:pt x="123" y="59"/>
                  </a:lnTo>
                  <a:lnTo>
                    <a:pt x="126" y="65"/>
                  </a:lnTo>
                  <a:lnTo>
                    <a:pt x="124" y="71"/>
                  </a:lnTo>
                  <a:lnTo>
                    <a:pt x="122" y="71"/>
                  </a:lnTo>
                  <a:lnTo>
                    <a:pt x="117" y="72"/>
                  </a:lnTo>
                  <a:lnTo>
                    <a:pt x="115" y="71"/>
                  </a:lnTo>
                  <a:lnTo>
                    <a:pt x="112" y="72"/>
                  </a:lnTo>
                  <a:lnTo>
                    <a:pt x="110" y="71"/>
                  </a:lnTo>
                  <a:lnTo>
                    <a:pt x="108" y="68"/>
                  </a:lnTo>
                  <a:lnTo>
                    <a:pt x="104" y="71"/>
                  </a:lnTo>
                  <a:lnTo>
                    <a:pt x="98" y="68"/>
                  </a:lnTo>
                  <a:lnTo>
                    <a:pt x="93" y="67"/>
                  </a:lnTo>
                  <a:lnTo>
                    <a:pt x="90" y="68"/>
                  </a:lnTo>
                  <a:lnTo>
                    <a:pt x="88" y="66"/>
                  </a:lnTo>
                  <a:lnTo>
                    <a:pt x="88" y="64"/>
                  </a:lnTo>
                  <a:lnTo>
                    <a:pt x="86" y="63"/>
                  </a:lnTo>
                  <a:lnTo>
                    <a:pt x="82" y="65"/>
                  </a:lnTo>
                  <a:lnTo>
                    <a:pt x="78" y="63"/>
                  </a:lnTo>
                  <a:lnTo>
                    <a:pt x="76" y="61"/>
                  </a:lnTo>
                  <a:lnTo>
                    <a:pt x="71" y="60"/>
                  </a:lnTo>
                  <a:lnTo>
                    <a:pt x="71" y="57"/>
                  </a:lnTo>
                  <a:lnTo>
                    <a:pt x="70" y="55"/>
                  </a:lnTo>
                  <a:lnTo>
                    <a:pt x="66" y="54"/>
                  </a:lnTo>
                  <a:lnTo>
                    <a:pt x="62" y="52"/>
                  </a:lnTo>
                  <a:lnTo>
                    <a:pt x="58" y="55"/>
                  </a:lnTo>
                  <a:lnTo>
                    <a:pt x="55" y="52"/>
                  </a:lnTo>
                  <a:lnTo>
                    <a:pt x="51" y="52"/>
                  </a:lnTo>
                  <a:lnTo>
                    <a:pt x="51" y="54"/>
                  </a:lnTo>
                  <a:lnTo>
                    <a:pt x="50" y="55"/>
                  </a:lnTo>
                  <a:lnTo>
                    <a:pt x="47" y="53"/>
                  </a:lnTo>
                  <a:lnTo>
                    <a:pt x="42" y="52"/>
                  </a:lnTo>
                  <a:lnTo>
                    <a:pt x="40" y="49"/>
                  </a:lnTo>
                  <a:lnTo>
                    <a:pt x="37" y="49"/>
                  </a:lnTo>
                  <a:lnTo>
                    <a:pt x="30" y="45"/>
                  </a:lnTo>
                  <a:lnTo>
                    <a:pt x="28" y="46"/>
                  </a:lnTo>
                  <a:lnTo>
                    <a:pt x="19" y="41"/>
                  </a:lnTo>
                  <a:lnTo>
                    <a:pt x="17" y="36"/>
                  </a:lnTo>
                  <a:lnTo>
                    <a:pt x="12" y="35"/>
                  </a:lnTo>
                  <a:lnTo>
                    <a:pt x="7" y="31"/>
                  </a:lnTo>
                  <a:lnTo>
                    <a:pt x="4" y="32"/>
                  </a:lnTo>
                  <a:lnTo>
                    <a:pt x="0" y="29"/>
                  </a:lnTo>
                  <a:lnTo>
                    <a:pt x="0" y="27"/>
                  </a:lnTo>
                  <a:lnTo>
                    <a:pt x="1" y="23"/>
                  </a:lnTo>
                  <a:lnTo>
                    <a:pt x="3" y="20"/>
                  </a:lnTo>
                  <a:lnTo>
                    <a:pt x="3" y="17"/>
                  </a:lnTo>
                  <a:lnTo>
                    <a:pt x="4" y="15"/>
                  </a:lnTo>
                  <a:lnTo>
                    <a:pt x="4" y="12"/>
                  </a:lnTo>
                  <a:lnTo>
                    <a:pt x="6" y="11"/>
                  </a:lnTo>
                  <a:lnTo>
                    <a:pt x="14" y="3"/>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0" name="Freeform 29">
              <a:extLst>
                <a:ext uri="{FF2B5EF4-FFF2-40B4-BE49-F238E27FC236}">
                  <a16:creationId xmlns:a16="http://schemas.microsoft.com/office/drawing/2014/main" id="{BD95EAFB-BA55-B75C-C3CB-6BD962B5D62B}"/>
                </a:ext>
              </a:extLst>
            </p:cNvPr>
            <p:cNvSpPr>
              <a:spLocks/>
            </p:cNvSpPr>
            <p:nvPr/>
          </p:nvSpPr>
          <p:spPr bwMode="gray">
            <a:xfrm>
              <a:off x="4523266" y="4092144"/>
              <a:ext cx="85775" cy="48034"/>
            </a:xfrm>
            <a:custGeom>
              <a:avLst/>
              <a:gdLst>
                <a:gd name="T0" fmla="*/ 0 w 50"/>
                <a:gd name="T1" fmla="*/ 19 h 28"/>
                <a:gd name="T2" fmla="*/ 9 w 50"/>
                <a:gd name="T3" fmla="*/ 7 h 28"/>
                <a:gd name="T4" fmla="*/ 13 w 50"/>
                <a:gd name="T5" fmla="*/ 3 h 28"/>
                <a:gd name="T6" fmla="*/ 16 w 50"/>
                <a:gd name="T7" fmla="*/ 1 h 28"/>
                <a:gd name="T8" fmla="*/ 17 w 50"/>
                <a:gd name="T9" fmla="*/ 0 h 28"/>
                <a:gd name="T10" fmla="*/ 20 w 50"/>
                <a:gd name="T11" fmla="*/ 0 h 28"/>
                <a:gd name="T12" fmla="*/ 22 w 50"/>
                <a:gd name="T13" fmla="*/ 2 h 28"/>
                <a:gd name="T14" fmla="*/ 25 w 50"/>
                <a:gd name="T15" fmla="*/ 4 h 28"/>
                <a:gd name="T16" fmla="*/ 37 w 50"/>
                <a:gd name="T17" fmla="*/ 4 h 28"/>
                <a:gd name="T18" fmla="*/ 39 w 50"/>
                <a:gd name="T19" fmla="*/ 5 h 28"/>
                <a:gd name="T20" fmla="*/ 42 w 50"/>
                <a:gd name="T21" fmla="*/ 6 h 28"/>
                <a:gd name="T22" fmla="*/ 44 w 50"/>
                <a:gd name="T23" fmla="*/ 11 h 28"/>
                <a:gd name="T24" fmla="*/ 44 w 50"/>
                <a:gd name="T25" fmla="*/ 12 h 28"/>
                <a:gd name="T26" fmla="*/ 44 w 50"/>
                <a:gd name="T27" fmla="*/ 14 h 28"/>
                <a:gd name="T28" fmla="*/ 46 w 50"/>
                <a:gd name="T29" fmla="*/ 17 h 28"/>
                <a:gd name="T30" fmla="*/ 49 w 50"/>
                <a:gd name="T31" fmla="*/ 17 h 28"/>
                <a:gd name="T32" fmla="*/ 50 w 50"/>
                <a:gd name="T33" fmla="*/ 19 h 28"/>
                <a:gd name="T34" fmla="*/ 50 w 50"/>
                <a:gd name="T35" fmla="*/ 21 h 28"/>
                <a:gd name="T36" fmla="*/ 49 w 50"/>
                <a:gd name="T37" fmla="*/ 26 h 28"/>
                <a:gd name="T38" fmla="*/ 44 w 50"/>
                <a:gd name="T39" fmla="*/ 26 h 28"/>
                <a:gd name="T40" fmla="*/ 37 w 50"/>
                <a:gd name="T41" fmla="*/ 27 h 28"/>
                <a:gd name="T42" fmla="*/ 28 w 50"/>
                <a:gd name="T43" fmla="*/ 26 h 28"/>
                <a:gd name="T44" fmla="*/ 26 w 50"/>
                <a:gd name="T45" fmla="*/ 25 h 28"/>
                <a:gd name="T46" fmla="*/ 24 w 50"/>
                <a:gd name="T47" fmla="*/ 25 h 28"/>
                <a:gd name="T48" fmla="*/ 20 w 50"/>
                <a:gd name="T49" fmla="*/ 27 h 28"/>
                <a:gd name="T50" fmla="*/ 17 w 50"/>
                <a:gd name="T51" fmla="*/ 28 h 28"/>
                <a:gd name="T52" fmla="*/ 16 w 50"/>
                <a:gd name="T53" fmla="*/ 28 h 28"/>
                <a:gd name="T54" fmla="*/ 10 w 50"/>
                <a:gd name="T55" fmla="*/ 26 h 28"/>
                <a:gd name="T56" fmla="*/ 6 w 50"/>
                <a:gd name="T57" fmla="*/ 25 h 28"/>
                <a:gd name="T58" fmla="*/ 1 w 50"/>
                <a:gd name="T59" fmla="*/ 24 h 28"/>
                <a:gd name="T60" fmla="*/ 0 w 50"/>
                <a:gd name="T61" fmla="*/ 20 h 28"/>
                <a:gd name="T62" fmla="*/ 0 w 50"/>
                <a:gd name="T63" fmla="*/ 19 h 2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50"/>
                <a:gd name="T97" fmla="*/ 0 h 28"/>
                <a:gd name="T98" fmla="*/ 50 w 50"/>
                <a:gd name="T99" fmla="*/ 28 h 2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50" h="28">
                  <a:moveTo>
                    <a:pt x="0" y="19"/>
                  </a:moveTo>
                  <a:lnTo>
                    <a:pt x="9" y="7"/>
                  </a:lnTo>
                  <a:lnTo>
                    <a:pt x="13" y="3"/>
                  </a:lnTo>
                  <a:lnTo>
                    <a:pt x="16" y="1"/>
                  </a:lnTo>
                  <a:lnTo>
                    <a:pt x="17" y="0"/>
                  </a:lnTo>
                  <a:lnTo>
                    <a:pt x="20" y="0"/>
                  </a:lnTo>
                  <a:lnTo>
                    <a:pt x="22" y="2"/>
                  </a:lnTo>
                  <a:lnTo>
                    <a:pt x="25" y="4"/>
                  </a:lnTo>
                  <a:lnTo>
                    <a:pt x="37" y="4"/>
                  </a:lnTo>
                  <a:lnTo>
                    <a:pt x="39" y="5"/>
                  </a:lnTo>
                  <a:lnTo>
                    <a:pt x="42" y="6"/>
                  </a:lnTo>
                  <a:lnTo>
                    <a:pt x="44" y="11"/>
                  </a:lnTo>
                  <a:lnTo>
                    <a:pt x="44" y="12"/>
                  </a:lnTo>
                  <a:lnTo>
                    <a:pt x="44" y="14"/>
                  </a:lnTo>
                  <a:lnTo>
                    <a:pt x="46" y="17"/>
                  </a:lnTo>
                  <a:lnTo>
                    <a:pt x="49" y="17"/>
                  </a:lnTo>
                  <a:lnTo>
                    <a:pt x="50" y="19"/>
                  </a:lnTo>
                  <a:lnTo>
                    <a:pt x="50" y="21"/>
                  </a:lnTo>
                  <a:lnTo>
                    <a:pt x="49" y="26"/>
                  </a:lnTo>
                  <a:lnTo>
                    <a:pt x="44" y="26"/>
                  </a:lnTo>
                  <a:lnTo>
                    <a:pt x="37" y="27"/>
                  </a:lnTo>
                  <a:lnTo>
                    <a:pt x="28" y="26"/>
                  </a:lnTo>
                  <a:lnTo>
                    <a:pt x="26" y="25"/>
                  </a:lnTo>
                  <a:lnTo>
                    <a:pt x="24" y="25"/>
                  </a:lnTo>
                  <a:lnTo>
                    <a:pt x="20" y="27"/>
                  </a:lnTo>
                  <a:lnTo>
                    <a:pt x="17" y="28"/>
                  </a:lnTo>
                  <a:lnTo>
                    <a:pt x="16" y="28"/>
                  </a:lnTo>
                  <a:lnTo>
                    <a:pt x="10" y="26"/>
                  </a:lnTo>
                  <a:lnTo>
                    <a:pt x="6" y="25"/>
                  </a:lnTo>
                  <a:lnTo>
                    <a:pt x="1" y="24"/>
                  </a:lnTo>
                  <a:lnTo>
                    <a:pt x="0" y="20"/>
                  </a:lnTo>
                  <a:lnTo>
                    <a:pt x="0" y="1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1" name="Freeform 30">
              <a:extLst>
                <a:ext uri="{FF2B5EF4-FFF2-40B4-BE49-F238E27FC236}">
                  <a16:creationId xmlns:a16="http://schemas.microsoft.com/office/drawing/2014/main" id="{8BBA9813-B4B4-3784-9FEB-3AAB3FA0838F}"/>
                </a:ext>
              </a:extLst>
            </p:cNvPr>
            <p:cNvSpPr>
              <a:spLocks/>
            </p:cNvSpPr>
            <p:nvPr/>
          </p:nvSpPr>
          <p:spPr bwMode="gray">
            <a:xfrm>
              <a:off x="4523266" y="4092144"/>
              <a:ext cx="85775" cy="48034"/>
            </a:xfrm>
            <a:custGeom>
              <a:avLst/>
              <a:gdLst>
                <a:gd name="T0" fmla="*/ 0 w 50"/>
                <a:gd name="T1" fmla="*/ 19 h 28"/>
                <a:gd name="T2" fmla="*/ 9 w 50"/>
                <a:gd name="T3" fmla="*/ 7 h 28"/>
                <a:gd name="T4" fmla="*/ 13 w 50"/>
                <a:gd name="T5" fmla="*/ 3 h 28"/>
                <a:gd name="T6" fmla="*/ 16 w 50"/>
                <a:gd name="T7" fmla="*/ 1 h 28"/>
                <a:gd name="T8" fmla="*/ 17 w 50"/>
                <a:gd name="T9" fmla="*/ 0 h 28"/>
                <a:gd name="T10" fmla="*/ 20 w 50"/>
                <a:gd name="T11" fmla="*/ 0 h 28"/>
                <a:gd name="T12" fmla="*/ 22 w 50"/>
                <a:gd name="T13" fmla="*/ 2 h 28"/>
                <a:gd name="T14" fmla="*/ 25 w 50"/>
                <a:gd name="T15" fmla="*/ 4 h 28"/>
                <a:gd name="T16" fmla="*/ 37 w 50"/>
                <a:gd name="T17" fmla="*/ 4 h 28"/>
                <a:gd name="T18" fmla="*/ 39 w 50"/>
                <a:gd name="T19" fmla="*/ 5 h 28"/>
                <a:gd name="T20" fmla="*/ 42 w 50"/>
                <a:gd name="T21" fmla="*/ 6 h 28"/>
                <a:gd name="T22" fmla="*/ 44 w 50"/>
                <a:gd name="T23" fmla="*/ 11 h 28"/>
                <a:gd name="T24" fmla="*/ 44 w 50"/>
                <a:gd name="T25" fmla="*/ 12 h 28"/>
                <a:gd name="T26" fmla="*/ 44 w 50"/>
                <a:gd name="T27" fmla="*/ 14 h 28"/>
                <a:gd name="T28" fmla="*/ 46 w 50"/>
                <a:gd name="T29" fmla="*/ 17 h 28"/>
                <a:gd name="T30" fmla="*/ 49 w 50"/>
                <a:gd name="T31" fmla="*/ 17 h 28"/>
                <a:gd name="T32" fmla="*/ 50 w 50"/>
                <a:gd name="T33" fmla="*/ 19 h 28"/>
                <a:gd name="T34" fmla="*/ 50 w 50"/>
                <a:gd name="T35" fmla="*/ 21 h 28"/>
                <a:gd name="T36" fmla="*/ 49 w 50"/>
                <a:gd name="T37" fmla="*/ 26 h 28"/>
                <a:gd name="T38" fmla="*/ 44 w 50"/>
                <a:gd name="T39" fmla="*/ 26 h 28"/>
                <a:gd name="T40" fmla="*/ 37 w 50"/>
                <a:gd name="T41" fmla="*/ 27 h 28"/>
                <a:gd name="T42" fmla="*/ 28 w 50"/>
                <a:gd name="T43" fmla="*/ 26 h 28"/>
                <a:gd name="T44" fmla="*/ 26 w 50"/>
                <a:gd name="T45" fmla="*/ 25 h 28"/>
                <a:gd name="T46" fmla="*/ 24 w 50"/>
                <a:gd name="T47" fmla="*/ 25 h 28"/>
                <a:gd name="T48" fmla="*/ 20 w 50"/>
                <a:gd name="T49" fmla="*/ 27 h 28"/>
                <a:gd name="T50" fmla="*/ 17 w 50"/>
                <a:gd name="T51" fmla="*/ 28 h 28"/>
                <a:gd name="T52" fmla="*/ 16 w 50"/>
                <a:gd name="T53" fmla="*/ 28 h 28"/>
                <a:gd name="T54" fmla="*/ 10 w 50"/>
                <a:gd name="T55" fmla="*/ 26 h 28"/>
                <a:gd name="T56" fmla="*/ 6 w 50"/>
                <a:gd name="T57" fmla="*/ 25 h 28"/>
                <a:gd name="T58" fmla="*/ 1 w 50"/>
                <a:gd name="T59" fmla="*/ 24 h 28"/>
                <a:gd name="T60" fmla="*/ 0 w 50"/>
                <a:gd name="T61" fmla="*/ 20 h 28"/>
                <a:gd name="T62" fmla="*/ 0 w 50"/>
                <a:gd name="T63" fmla="*/ 19 h 2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50"/>
                <a:gd name="T97" fmla="*/ 0 h 28"/>
                <a:gd name="T98" fmla="*/ 50 w 50"/>
                <a:gd name="T99" fmla="*/ 28 h 2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50" h="28">
                  <a:moveTo>
                    <a:pt x="0" y="19"/>
                  </a:moveTo>
                  <a:lnTo>
                    <a:pt x="9" y="7"/>
                  </a:lnTo>
                  <a:lnTo>
                    <a:pt x="13" y="3"/>
                  </a:lnTo>
                  <a:lnTo>
                    <a:pt x="16" y="1"/>
                  </a:lnTo>
                  <a:lnTo>
                    <a:pt x="17" y="0"/>
                  </a:lnTo>
                  <a:lnTo>
                    <a:pt x="20" y="0"/>
                  </a:lnTo>
                  <a:lnTo>
                    <a:pt x="22" y="2"/>
                  </a:lnTo>
                  <a:lnTo>
                    <a:pt x="25" y="4"/>
                  </a:lnTo>
                  <a:lnTo>
                    <a:pt x="37" y="4"/>
                  </a:lnTo>
                  <a:lnTo>
                    <a:pt x="39" y="5"/>
                  </a:lnTo>
                  <a:lnTo>
                    <a:pt x="42" y="6"/>
                  </a:lnTo>
                  <a:lnTo>
                    <a:pt x="44" y="11"/>
                  </a:lnTo>
                  <a:lnTo>
                    <a:pt x="44" y="12"/>
                  </a:lnTo>
                  <a:lnTo>
                    <a:pt x="44" y="14"/>
                  </a:lnTo>
                  <a:lnTo>
                    <a:pt x="46" y="17"/>
                  </a:lnTo>
                  <a:lnTo>
                    <a:pt x="49" y="17"/>
                  </a:lnTo>
                  <a:lnTo>
                    <a:pt x="50" y="19"/>
                  </a:lnTo>
                  <a:lnTo>
                    <a:pt x="50" y="21"/>
                  </a:lnTo>
                  <a:lnTo>
                    <a:pt x="49" y="26"/>
                  </a:lnTo>
                  <a:lnTo>
                    <a:pt x="44" y="26"/>
                  </a:lnTo>
                  <a:lnTo>
                    <a:pt x="37" y="27"/>
                  </a:lnTo>
                  <a:lnTo>
                    <a:pt x="28" y="26"/>
                  </a:lnTo>
                  <a:lnTo>
                    <a:pt x="26" y="25"/>
                  </a:lnTo>
                  <a:lnTo>
                    <a:pt x="24" y="25"/>
                  </a:lnTo>
                  <a:lnTo>
                    <a:pt x="20" y="27"/>
                  </a:lnTo>
                  <a:lnTo>
                    <a:pt x="17" y="28"/>
                  </a:lnTo>
                  <a:lnTo>
                    <a:pt x="16" y="28"/>
                  </a:lnTo>
                  <a:lnTo>
                    <a:pt x="10" y="26"/>
                  </a:lnTo>
                  <a:lnTo>
                    <a:pt x="6" y="25"/>
                  </a:lnTo>
                  <a:lnTo>
                    <a:pt x="1" y="24"/>
                  </a:lnTo>
                  <a:lnTo>
                    <a:pt x="0" y="20"/>
                  </a:lnTo>
                  <a:lnTo>
                    <a:pt x="0" y="1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2" name="Freeform 31">
              <a:extLst>
                <a:ext uri="{FF2B5EF4-FFF2-40B4-BE49-F238E27FC236}">
                  <a16:creationId xmlns:a16="http://schemas.microsoft.com/office/drawing/2014/main" id="{8C37CF2C-D03A-D36C-D472-B7CA0AAD9F33}"/>
                </a:ext>
              </a:extLst>
            </p:cNvPr>
            <p:cNvSpPr>
              <a:spLocks noEditPoints="1"/>
            </p:cNvSpPr>
            <p:nvPr/>
          </p:nvSpPr>
          <p:spPr bwMode="gray">
            <a:xfrm>
              <a:off x="4118408" y="3179496"/>
              <a:ext cx="1634875" cy="1209431"/>
            </a:xfrm>
            <a:custGeom>
              <a:avLst/>
              <a:gdLst>
                <a:gd name="T0" fmla="*/ 568 w 953"/>
                <a:gd name="T1" fmla="*/ 675 h 705"/>
                <a:gd name="T2" fmla="*/ 437 w 953"/>
                <a:gd name="T3" fmla="*/ 633 h 705"/>
                <a:gd name="T4" fmla="*/ 416 w 953"/>
                <a:gd name="T5" fmla="*/ 649 h 705"/>
                <a:gd name="T6" fmla="*/ 392 w 953"/>
                <a:gd name="T7" fmla="*/ 605 h 705"/>
                <a:gd name="T8" fmla="*/ 386 w 953"/>
                <a:gd name="T9" fmla="*/ 578 h 705"/>
                <a:gd name="T10" fmla="*/ 370 w 953"/>
                <a:gd name="T11" fmla="*/ 534 h 705"/>
                <a:gd name="T12" fmla="*/ 326 w 953"/>
                <a:gd name="T13" fmla="*/ 515 h 705"/>
                <a:gd name="T14" fmla="*/ 261 w 953"/>
                <a:gd name="T15" fmla="*/ 536 h 705"/>
                <a:gd name="T16" fmla="*/ 222 w 953"/>
                <a:gd name="T17" fmla="*/ 538 h 705"/>
                <a:gd name="T18" fmla="*/ 186 w 953"/>
                <a:gd name="T19" fmla="*/ 531 h 705"/>
                <a:gd name="T20" fmla="*/ 148 w 953"/>
                <a:gd name="T21" fmla="*/ 508 h 705"/>
                <a:gd name="T22" fmla="*/ 103 w 953"/>
                <a:gd name="T23" fmla="*/ 490 h 705"/>
                <a:gd name="T24" fmla="*/ 80 w 953"/>
                <a:gd name="T25" fmla="*/ 452 h 705"/>
                <a:gd name="T26" fmla="*/ 76 w 953"/>
                <a:gd name="T27" fmla="*/ 427 h 705"/>
                <a:gd name="T28" fmla="*/ 44 w 953"/>
                <a:gd name="T29" fmla="*/ 393 h 705"/>
                <a:gd name="T30" fmla="*/ 20 w 953"/>
                <a:gd name="T31" fmla="*/ 371 h 705"/>
                <a:gd name="T32" fmla="*/ 21 w 953"/>
                <a:gd name="T33" fmla="*/ 356 h 705"/>
                <a:gd name="T34" fmla="*/ 0 w 953"/>
                <a:gd name="T35" fmla="*/ 333 h 705"/>
                <a:gd name="T36" fmla="*/ 44 w 953"/>
                <a:gd name="T37" fmla="*/ 301 h 705"/>
                <a:gd name="T38" fmla="*/ 103 w 953"/>
                <a:gd name="T39" fmla="*/ 267 h 705"/>
                <a:gd name="T40" fmla="*/ 98 w 953"/>
                <a:gd name="T41" fmla="*/ 208 h 705"/>
                <a:gd name="T42" fmla="*/ 138 w 953"/>
                <a:gd name="T43" fmla="*/ 183 h 705"/>
                <a:gd name="T44" fmla="*/ 186 w 953"/>
                <a:gd name="T45" fmla="*/ 133 h 705"/>
                <a:gd name="T46" fmla="*/ 222 w 953"/>
                <a:gd name="T47" fmla="*/ 108 h 705"/>
                <a:gd name="T48" fmla="*/ 270 w 953"/>
                <a:gd name="T49" fmla="*/ 181 h 705"/>
                <a:gd name="T50" fmla="*/ 331 w 953"/>
                <a:gd name="T51" fmla="*/ 219 h 705"/>
                <a:gd name="T52" fmla="*/ 442 w 953"/>
                <a:gd name="T53" fmla="*/ 259 h 705"/>
                <a:gd name="T54" fmla="*/ 517 w 953"/>
                <a:gd name="T55" fmla="*/ 263 h 705"/>
                <a:gd name="T56" fmla="*/ 592 w 953"/>
                <a:gd name="T57" fmla="*/ 223 h 705"/>
                <a:gd name="T58" fmla="*/ 641 w 953"/>
                <a:gd name="T59" fmla="*/ 194 h 705"/>
                <a:gd name="T60" fmla="*/ 690 w 953"/>
                <a:gd name="T61" fmla="*/ 167 h 705"/>
                <a:gd name="T62" fmla="*/ 691 w 953"/>
                <a:gd name="T63" fmla="*/ 135 h 705"/>
                <a:gd name="T64" fmla="*/ 673 w 953"/>
                <a:gd name="T65" fmla="*/ 90 h 705"/>
                <a:gd name="T66" fmla="*/ 716 w 953"/>
                <a:gd name="T67" fmla="*/ 60 h 705"/>
                <a:gd name="T68" fmla="*/ 754 w 953"/>
                <a:gd name="T69" fmla="*/ 3 h 705"/>
                <a:gd name="T70" fmla="*/ 844 w 953"/>
                <a:gd name="T71" fmla="*/ 96 h 705"/>
                <a:gd name="T72" fmla="*/ 935 w 953"/>
                <a:gd name="T73" fmla="*/ 132 h 705"/>
                <a:gd name="T74" fmla="*/ 926 w 953"/>
                <a:gd name="T75" fmla="*/ 201 h 705"/>
                <a:gd name="T76" fmla="*/ 896 w 953"/>
                <a:gd name="T77" fmla="*/ 246 h 705"/>
                <a:gd name="T78" fmla="*/ 848 w 953"/>
                <a:gd name="T79" fmla="*/ 267 h 705"/>
                <a:gd name="T80" fmla="*/ 808 w 953"/>
                <a:gd name="T81" fmla="*/ 296 h 705"/>
                <a:gd name="T82" fmla="*/ 740 w 953"/>
                <a:gd name="T83" fmla="*/ 333 h 705"/>
                <a:gd name="T84" fmla="*/ 744 w 953"/>
                <a:gd name="T85" fmla="*/ 292 h 705"/>
                <a:gd name="T86" fmla="*/ 701 w 953"/>
                <a:gd name="T87" fmla="*/ 327 h 705"/>
                <a:gd name="T88" fmla="*/ 706 w 953"/>
                <a:gd name="T89" fmla="*/ 356 h 705"/>
                <a:gd name="T90" fmla="*/ 755 w 953"/>
                <a:gd name="T91" fmla="*/ 363 h 705"/>
                <a:gd name="T92" fmla="*/ 725 w 953"/>
                <a:gd name="T93" fmla="*/ 386 h 705"/>
                <a:gd name="T94" fmla="*/ 734 w 953"/>
                <a:gd name="T95" fmla="*/ 449 h 705"/>
                <a:gd name="T96" fmla="*/ 748 w 953"/>
                <a:gd name="T97" fmla="*/ 488 h 705"/>
                <a:gd name="T98" fmla="*/ 751 w 953"/>
                <a:gd name="T99" fmla="*/ 505 h 705"/>
                <a:gd name="T100" fmla="*/ 738 w 953"/>
                <a:gd name="T101" fmla="*/ 533 h 705"/>
                <a:gd name="T102" fmla="*/ 713 w 953"/>
                <a:gd name="T103" fmla="*/ 580 h 705"/>
                <a:gd name="T104" fmla="*/ 680 w 953"/>
                <a:gd name="T105" fmla="*/ 613 h 705"/>
                <a:gd name="T106" fmla="*/ 643 w 953"/>
                <a:gd name="T107" fmla="*/ 631 h 705"/>
                <a:gd name="T108" fmla="*/ 616 w 953"/>
                <a:gd name="T109" fmla="*/ 641 h 705"/>
                <a:gd name="T110" fmla="*/ 576 w 953"/>
                <a:gd name="T111" fmla="*/ 653 h 705"/>
                <a:gd name="T112" fmla="*/ 561 w 953"/>
                <a:gd name="T113" fmla="*/ 656 h 705"/>
                <a:gd name="T114" fmla="*/ 534 w 953"/>
                <a:gd name="T115" fmla="*/ 649 h 705"/>
                <a:gd name="T116" fmla="*/ 494 w 953"/>
                <a:gd name="T117" fmla="*/ 618 h 70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953"/>
                <a:gd name="T178" fmla="*/ 0 h 705"/>
                <a:gd name="T179" fmla="*/ 953 w 953"/>
                <a:gd name="T180" fmla="*/ 705 h 70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953" h="705">
                  <a:moveTo>
                    <a:pt x="558" y="705"/>
                  </a:moveTo>
                  <a:lnTo>
                    <a:pt x="551" y="701"/>
                  </a:lnTo>
                  <a:lnTo>
                    <a:pt x="546" y="699"/>
                  </a:lnTo>
                  <a:lnTo>
                    <a:pt x="544" y="689"/>
                  </a:lnTo>
                  <a:lnTo>
                    <a:pt x="545" y="687"/>
                  </a:lnTo>
                  <a:lnTo>
                    <a:pt x="546" y="685"/>
                  </a:lnTo>
                  <a:lnTo>
                    <a:pt x="549" y="683"/>
                  </a:lnTo>
                  <a:lnTo>
                    <a:pt x="555" y="679"/>
                  </a:lnTo>
                  <a:lnTo>
                    <a:pt x="558" y="679"/>
                  </a:lnTo>
                  <a:lnTo>
                    <a:pt x="558" y="678"/>
                  </a:lnTo>
                  <a:lnTo>
                    <a:pt x="560" y="675"/>
                  </a:lnTo>
                  <a:lnTo>
                    <a:pt x="562" y="675"/>
                  </a:lnTo>
                  <a:lnTo>
                    <a:pt x="566" y="677"/>
                  </a:lnTo>
                  <a:lnTo>
                    <a:pt x="568" y="675"/>
                  </a:lnTo>
                  <a:lnTo>
                    <a:pt x="571" y="675"/>
                  </a:lnTo>
                  <a:lnTo>
                    <a:pt x="577" y="673"/>
                  </a:lnTo>
                  <a:lnTo>
                    <a:pt x="581" y="678"/>
                  </a:lnTo>
                  <a:lnTo>
                    <a:pt x="580" y="680"/>
                  </a:lnTo>
                  <a:lnTo>
                    <a:pt x="577" y="682"/>
                  </a:lnTo>
                  <a:lnTo>
                    <a:pt x="574" y="686"/>
                  </a:lnTo>
                  <a:lnTo>
                    <a:pt x="572" y="692"/>
                  </a:lnTo>
                  <a:lnTo>
                    <a:pt x="573" y="694"/>
                  </a:lnTo>
                  <a:lnTo>
                    <a:pt x="571" y="696"/>
                  </a:lnTo>
                  <a:lnTo>
                    <a:pt x="569" y="697"/>
                  </a:lnTo>
                  <a:lnTo>
                    <a:pt x="562" y="700"/>
                  </a:lnTo>
                  <a:lnTo>
                    <a:pt x="558" y="705"/>
                  </a:lnTo>
                  <a:close/>
                  <a:moveTo>
                    <a:pt x="442" y="631"/>
                  </a:moveTo>
                  <a:lnTo>
                    <a:pt x="437" y="633"/>
                  </a:lnTo>
                  <a:lnTo>
                    <a:pt x="435" y="635"/>
                  </a:lnTo>
                  <a:lnTo>
                    <a:pt x="435" y="638"/>
                  </a:lnTo>
                  <a:lnTo>
                    <a:pt x="436" y="642"/>
                  </a:lnTo>
                  <a:lnTo>
                    <a:pt x="437" y="645"/>
                  </a:lnTo>
                  <a:lnTo>
                    <a:pt x="438" y="649"/>
                  </a:lnTo>
                  <a:lnTo>
                    <a:pt x="437" y="652"/>
                  </a:lnTo>
                  <a:lnTo>
                    <a:pt x="436" y="653"/>
                  </a:lnTo>
                  <a:lnTo>
                    <a:pt x="430" y="653"/>
                  </a:lnTo>
                  <a:lnTo>
                    <a:pt x="428" y="651"/>
                  </a:lnTo>
                  <a:lnTo>
                    <a:pt x="427" y="649"/>
                  </a:lnTo>
                  <a:lnTo>
                    <a:pt x="426" y="648"/>
                  </a:lnTo>
                  <a:lnTo>
                    <a:pt x="425" y="645"/>
                  </a:lnTo>
                  <a:lnTo>
                    <a:pt x="421" y="648"/>
                  </a:lnTo>
                  <a:lnTo>
                    <a:pt x="416" y="649"/>
                  </a:lnTo>
                  <a:lnTo>
                    <a:pt x="414" y="648"/>
                  </a:lnTo>
                  <a:lnTo>
                    <a:pt x="412" y="646"/>
                  </a:lnTo>
                  <a:lnTo>
                    <a:pt x="409" y="641"/>
                  </a:lnTo>
                  <a:lnTo>
                    <a:pt x="407" y="638"/>
                  </a:lnTo>
                  <a:lnTo>
                    <a:pt x="404" y="638"/>
                  </a:lnTo>
                  <a:lnTo>
                    <a:pt x="400" y="638"/>
                  </a:lnTo>
                  <a:lnTo>
                    <a:pt x="399" y="638"/>
                  </a:lnTo>
                  <a:lnTo>
                    <a:pt x="398" y="635"/>
                  </a:lnTo>
                  <a:lnTo>
                    <a:pt x="403" y="623"/>
                  </a:lnTo>
                  <a:lnTo>
                    <a:pt x="403" y="621"/>
                  </a:lnTo>
                  <a:lnTo>
                    <a:pt x="399" y="620"/>
                  </a:lnTo>
                  <a:lnTo>
                    <a:pt x="395" y="621"/>
                  </a:lnTo>
                  <a:lnTo>
                    <a:pt x="394" y="618"/>
                  </a:lnTo>
                  <a:lnTo>
                    <a:pt x="392" y="605"/>
                  </a:lnTo>
                  <a:lnTo>
                    <a:pt x="391" y="604"/>
                  </a:lnTo>
                  <a:lnTo>
                    <a:pt x="387" y="604"/>
                  </a:lnTo>
                  <a:lnTo>
                    <a:pt x="382" y="604"/>
                  </a:lnTo>
                  <a:lnTo>
                    <a:pt x="376" y="608"/>
                  </a:lnTo>
                  <a:lnTo>
                    <a:pt x="374" y="609"/>
                  </a:lnTo>
                  <a:lnTo>
                    <a:pt x="373" y="608"/>
                  </a:lnTo>
                  <a:lnTo>
                    <a:pt x="373" y="606"/>
                  </a:lnTo>
                  <a:lnTo>
                    <a:pt x="374" y="601"/>
                  </a:lnTo>
                  <a:lnTo>
                    <a:pt x="373" y="596"/>
                  </a:lnTo>
                  <a:lnTo>
                    <a:pt x="372" y="593"/>
                  </a:lnTo>
                  <a:lnTo>
                    <a:pt x="376" y="586"/>
                  </a:lnTo>
                  <a:lnTo>
                    <a:pt x="378" y="584"/>
                  </a:lnTo>
                  <a:lnTo>
                    <a:pt x="381" y="582"/>
                  </a:lnTo>
                  <a:lnTo>
                    <a:pt x="386" y="578"/>
                  </a:lnTo>
                  <a:lnTo>
                    <a:pt x="389" y="572"/>
                  </a:lnTo>
                  <a:lnTo>
                    <a:pt x="391" y="566"/>
                  </a:lnTo>
                  <a:lnTo>
                    <a:pt x="391" y="559"/>
                  </a:lnTo>
                  <a:lnTo>
                    <a:pt x="390" y="546"/>
                  </a:lnTo>
                  <a:lnTo>
                    <a:pt x="389" y="545"/>
                  </a:lnTo>
                  <a:lnTo>
                    <a:pt x="385" y="545"/>
                  </a:lnTo>
                  <a:lnTo>
                    <a:pt x="383" y="545"/>
                  </a:lnTo>
                  <a:lnTo>
                    <a:pt x="382" y="542"/>
                  </a:lnTo>
                  <a:lnTo>
                    <a:pt x="380" y="535"/>
                  </a:lnTo>
                  <a:lnTo>
                    <a:pt x="377" y="532"/>
                  </a:lnTo>
                  <a:lnTo>
                    <a:pt x="374" y="529"/>
                  </a:lnTo>
                  <a:lnTo>
                    <a:pt x="372" y="530"/>
                  </a:lnTo>
                  <a:lnTo>
                    <a:pt x="370" y="533"/>
                  </a:lnTo>
                  <a:lnTo>
                    <a:pt x="370" y="534"/>
                  </a:lnTo>
                  <a:lnTo>
                    <a:pt x="365" y="533"/>
                  </a:lnTo>
                  <a:lnTo>
                    <a:pt x="360" y="531"/>
                  </a:lnTo>
                  <a:lnTo>
                    <a:pt x="355" y="531"/>
                  </a:lnTo>
                  <a:lnTo>
                    <a:pt x="353" y="530"/>
                  </a:lnTo>
                  <a:lnTo>
                    <a:pt x="354" y="528"/>
                  </a:lnTo>
                  <a:lnTo>
                    <a:pt x="356" y="524"/>
                  </a:lnTo>
                  <a:lnTo>
                    <a:pt x="356" y="521"/>
                  </a:lnTo>
                  <a:lnTo>
                    <a:pt x="351" y="515"/>
                  </a:lnTo>
                  <a:lnTo>
                    <a:pt x="347" y="512"/>
                  </a:lnTo>
                  <a:lnTo>
                    <a:pt x="338" y="519"/>
                  </a:lnTo>
                  <a:lnTo>
                    <a:pt x="335" y="519"/>
                  </a:lnTo>
                  <a:lnTo>
                    <a:pt x="328" y="517"/>
                  </a:lnTo>
                  <a:lnTo>
                    <a:pt x="326" y="515"/>
                  </a:lnTo>
                  <a:lnTo>
                    <a:pt x="324" y="516"/>
                  </a:lnTo>
                  <a:lnTo>
                    <a:pt x="320" y="519"/>
                  </a:lnTo>
                  <a:lnTo>
                    <a:pt x="312" y="524"/>
                  </a:lnTo>
                  <a:lnTo>
                    <a:pt x="306" y="526"/>
                  </a:lnTo>
                  <a:lnTo>
                    <a:pt x="302" y="529"/>
                  </a:lnTo>
                  <a:lnTo>
                    <a:pt x="295" y="538"/>
                  </a:lnTo>
                  <a:lnTo>
                    <a:pt x="292" y="540"/>
                  </a:lnTo>
                  <a:lnTo>
                    <a:pt x="287" y="542"/>
                  </a:lnTo>
                  <a:lnTo>
                    <a:pt x="281" y="542"/>
                  </a:lnTo>
                  <a:lnTo>
                    <a:pt x="280" y="543"/>
                  </a:lnTo>
                  <a:lnTo>
                    <a:pt x="278" y="538"/>
                  </a:lnTo>
                  <a:lnTo>
                    <a:pt x="275" y="537"/>
                  </a:lnTo>
                  <a:lnTo>
                    <a:pt x="273" y="536"/>
                  </a:lnTo>
                  <a:lnTo>
                    <a:pt x="261" y="536"/>
                  </a:lnTo>
                  <a:lnTo>
                    <a:pt x="258" y="534"/>
                  </a:lnTo>
                  <a:lnTo>
                    <a:pt x="256" y="532"/>
                  </a:lnTo>
                  <a:lnTo>
                    <a:pt x="253" y="532"/>
                  </a:lnTo>
                  <a:lnTo>
                    <a:pt x="252" y="533"/>
                  </a:lnTo>
                  <a:lnTo>
                    <a:pt x="249" y="535"/>
                  </a:lnTo>
                  <a:lnTo>
                    <a:pt x="245" y="539"/>
                  </a:lnTo>
                  <a:lnTo>
                    <a:pt x="236" y="551"/>
                  </a:lnTo>
                  <a:lnTo>
                    <a:pt x="235" y="546"/>
                  </a:lnTo>
                  <a:lnTo>
                    <a:pt x="235" y="539"/>
                  </a:lnTo>
                  <a:lnTo>
                    <a:pt x="234" y="538"/>
                  </a:lnTo>
                  <a:lnTo>
                    <a:pt x="233" y="537"/>
                  </a:lnTo>
                  <a:lnTo>
                    <a:pt x="229" y="538"/>
                  </a:lnTo>
                  <a:lnTo>
                    <a:pt x="227" y="539"/>
                  </a:lnTo>
                  <a:lnTo>
                    <a:pt x="222" y="538"/>
                  </a:lnTo>
                  <a:lnTo>
                    <a:pt x="220" y="540"/>
                  </a:lnTo>
                  <a:lnTo>
                    <a:pt x="217" y="539"/>
                  </a:lnTo>
                  <a:lnTo>
                    <a:pt x="211" y="539"/>
                  </a:lnTo>
                  <a:lnTo>
                    <a:pt x="209" y="537"/>
                  </a:lnTo>
                  <a:lnTo>
                    <a:pt x="205" y="534"/>
                  </a:lnTo>
                  <a:lnTo>
                    <a:pt x="202" y="534"/>
                  </a:lnTo>
                  <a:lnTo>
                    <a:pt x="201" y="537"/>
                  </a:lnTo>
                  <a:lnTo>
                    <a:pt x="199" y="538"/>
                  </a:lnTo>
                  <a:lnTo>
                    <a:pt x="194" y="535"/>
                  </a:lnTo>
                  <a:lnTo>
                    <a:pt x="194" y="538"/>
                  </a:lnTo>
                  <a:lnTo>
                    <a:pt x="193" y="539"/>
                  </a:lnTo>
                  <a:lnTo>
                    <a:pt x="192" y="535"/>
                  </a:lnTo>
                  <a:lnTo>
                    <a:pt x="188" y="531"/>
                  </a:lnTo>
                  <a:lnTo>
                    <a:pt x="186" y="531"/>
                  </a:lnTo>
                  <a:lnTo>
                    <a:pt x="179" y="531"/>
                  </a:lnTo>
                  <a:lnTo>
                    <a:pt x="179" y="528"/>
                  </a:lnTo>
                  <a:lnTo>
                    <a:pt x="180" y="525"/>
                  </a:lnTo>
                  <a:lnTo>
                    <a:pt x="178" y="525"/>
                  </a:lnTo>
                  <a:lnTo>
                    <a:pt x="176" y="527"/>
                  </a:lnTo>
                  <a:lnTo>
                    <a:pt x="165" y="520"/>
                  </a:lnTo>
                  <a:lnTo>
                    <a:pt x="166" y="518"/>
                  </a:lnTo>
                  <a:lnTo>
                    <a:pt x="164" y="515"/>
                  </a:lnTo>
                  <a:lnTo>
                    <a:pt x="163" y="513"/>
                  </a:lnTo>
                  <a:lnTo>
                    <a:pt x="158" y="514"/>
                  </a:lnTo>
                  <a:lnTo>
                    <a:pt x="157" y="516"/>
                  </a:lnTo>
                  <a:lnTo>
                    <a:pt x="152" y="509"/>
                  </a:lnTo>
                  <a:lnTo>
                    <a:pt x="149" y="507"/>
                  </a:lnTo>
                  <a:lnTo>
                    <a:pt x="148" y="508"/>
                  </a:lnTo>
                  <a:lnTo>
                    <a:pt x="145" y="507"/>
                  </a:lnTo>
                  <a:lnTo>
                    <a:pt x="139" y="502"/>
                  </a:lnTo>
                  <a:lnTo>
                    <a:pt x="133" y="499"/>
                  </a:lnTo>
                  <a:lnTo>
                    <a:pt x="132" y="494"/>
                  </a:lnTo>
                  <a:lnTo>
                    <a:pt x="125" y="493"/>
                  </a:lnTo>
                  <a:lnTo>
                    <a:pt x="123" y="494"/>
                  </a:lnTo>
                  <a:lnTo>
                    <a:pt x="121" y="494"/>
                  </a:lnTo>
                  <a:lnTo>
                    <a:pt x="120" y="498"/>
                  </a:lnTo>
                  <a:lnTo>
                    <a:pt x="118" y="500"/>
                  </a:lnTo>
                  <a:lnTo>
                    <a:pt x="117" y="500"/>
                  </a:lnTo>
                  <a:lnTo>
                    <a:pt x="115" y="496"/>
                  </a:lnTo>
                  <a:lnTo>
                    <a:pt x="109" y="492"/>
                  </a:lnTo>
                  <a:lnTo>
                    <a:pt x="108" y="492"/>
                  </a:lnTo>
                  <a:lnTo>
                    <a:pt x="103" y="490"/>
                  </a:lnTo>
                  <a:lnTo>
                    <a:pt x="103" y="487"/>
                  </a:lnTo>
                  <a:lnTo>
                    <a:pt x="96" y="482"/>
                  </a:lnTo>
                  <a:lnTo>
                    <a:pt x="93" y="483"/>
                  </a:lnTo>
                  <a:lnTo>
                    <a:pt x="88" y="477"/>
                  </a:lnTo>
                  <a:lnTo>
                    <a:pt x="85" y="475"/>
                  </a:lnTo>
                  <a:lnTo>
                    <a:pt x="82" y="477"/>
                  </a:lnTo>
                  <a:lnTo>
                    <a:pt x="80" y="477"/>
                  </a:lnTo>
                  <a:lnTo>
                    <a:pt x="79" y="473"/>
                  </a:lnTo>
                  <a:lnTo>
                    <a:pt x="81" y="471"/>
                  </a:lnTo>
                  <a:lnTo>
                    <a:pt x="79" y="468"/>
                  </a:lnTo>
                  <a:lnTo>
                    <a:pt x="80" y="464"/>
                  </a:lnTo>
                  <a:lnTo>
                    <a:pt x="76" y="460"/>
                  </a:lnTo>
                  <a:lnTo>
                    <a:pt x="74" y="454"/>
                  </a:lnTo>
                  <a:lnTo>
                    <a:pt x="80" y="452"/>
                  </a:lnTo>
                  <a:lnTo>
                    <a:pt x="80" y="455"/>
                  </a:lnTo>
                  <a:lnTo>
                    <a:pt x="83" y="457"/>
                  </a:lnTo>
                  <a:lnTo>
                    <a:pt x="86" y="457"/>
                  </a:lnTo>
                  <a:lnTo>
                    <a:pt x="88" y="455"/>
                  </a:lnTo>
                  <a:lnTo>
                    <a:pt x="92" y="451"/>
                  </a:lnTo>
                  <a:lnTo>
                    <a:pt x="89" y="446"/>
                  </a:lnTo>
                  <a:lnTo>
                    <a:pt x="90" y="442"/>
                  </a:lnTo>
                  <a:lnTo>
                    <a:pt x="86" y="442"/>
                  </a:lnTo>
                  <a:lnTo>
                    <a:pt x="85" y="440"/>
                  </a:lnTo>
                  <a:lnTo>
                    <a:pt x="85" y="439"/>
                  </a:lnTo>
                  <a:lnTo>
                    <a:pt x="79" y="438"/>
                  </a:lnTo>
                  <a:lnTo>
                    <a:pt x="77" y="437"/>
                  </a:lnTo>
                  <a:lnTo>
                    <a:pt x="77" y="432"/>
                  </a:lnTo>
                  <a:lnTo>
                    <a:pt x="76" y="427"/>
                  </a:lnTo>
                  <a:lnTo>
                    <a:pt x="78" y="425"/>
                  </a:lnTo>
                  <a:lnTo>
                    <a:pt x="80" y="424"/>
                  </a:lnTo>
                  <a:lnTo>
                    <a:pt x="79" y="421"/>
                  </a:lnTo>
                  <a:lnTo>
                    <a:pt x="75" y="418"/>
                  </a:lnTo>
                  <a:lnTo>
                    <a:pt x="70" y="417"/>
                  </a:lnTo>
                  <a:lnTo>
                    <a:pt x="68" y="413"/>
                  </a:lnTo>
                  <a:lnTo>
                    <a:pt x="65" y="404"/>
                  </a:lnTo>
                  <a:lnTo>
                    <a:pt x="65" y="399"/>
                  </a:lnTo>
                  <a:lnTo>
                    <a:pt x="62" y="401"/>
                  </a:lnTo>
                  <a:lnTo>
                    <a:pt x="61" y="400"/>
                  </a:lnTo>
                  <a:lnTo>
                    <a:pt x="58" y="399"/>
                  </a:lnTo>
                  <a:lnTo>
                    <a:pt x="49" y="398"/>
                  </a:lnTo>
                  <a:lnTo>
                    <a:pt x="45" y="394"/>
                  </a:lnTo>
                  <a:lnTo>
                    <a:pt x="44" y="393"/>
                  </a:lnTo>
                  <a:lnTo>
                    <a:pt x="43" y="391"/>
                  </a:lnTo>
                  <a:lnTo>
                    <a:pt x="42" y="391"/>
                  </a:lnTo>
                  <a:lnTo>
                    <a:pt x="38" y="393"/>
                  </a:lnTo>
                  <a:lnTo>
                    <a:pt x="36" y="391"/>
                  </a:lnTo>
                  <a:lnTo>
                    <a:pt x="35" y="389"/>
                  </a:lnTo>
                  <a:lnTo>
                    <a:pt x="33" y="388"/>
                  </a:lnTo>
                  <a:lnTo>
                    <a:pt x="35" y="384"/>
                  </a:lnTo>
                  <a:lnTo>
                    <a:pt x="35" y="379"/>
                  </a:lnTo>
                  <a:lnTo>
                    <a:pt x="33" y="377"/>
                  </a:lnTo>
                  <a:lnTo>
                    <a:pt x="30" y="374"/>
                  </a:lnTo>
                  <a:lnTo>
                    <a:pt x="26" y="374"/>
                  </a:lnTo>
                  <a:lnTo>
                    <a:pt x="24" y="375"/>
                  </a:lnTo>
                  <a:lnTo>
                    <a:pt x="24" y="372"/>
                  </a:lnTo>
                  <a:lnTo>
                    <a:pt x="20" y="371"/>
                  </a:lnTo>
                  <a:lnTo>
                    <a:pt x="18" y="370"/>
                  </a:lnTo>
                  <a:lnTo>
                    <a:pt x="16" y="372"/>
                  </a:lnTo>
                  <a:lnTo>
                    <a:pt x="15" y="371"/>
                  </a:lnTo>
                  <a:lnTo>
                    <a:pt x="13" y="370"/>
                  </a:lnTo>
                  <a:lnTo>
                    <a:pt x="13" y="369"/>
                  </a:lnTo>
                  <a:lnTo>
                    <a:pt x="12" y="369"/>
                  </a:lnTo>
                  <a:lnTo>
                    <a:pt x="11" y="367"/>
                  </a:lnTo>
                  <a:lnTo>
                    <a:pt x="15" y="367"/>
                  </a:lnTo>
                  <a:lnTo>
                    <a:pt x="17" y="366"/>
                  </a:lnTo>
                  <a:lnTo>
                    <a:pt x="19" y="365"/>
                  </a:lnTo>
                  <a:lnTo>
                    <a:pt x="20" y="362"/>
                  </a:lnTo>
                  <a:lnTo>
                    <a:pt x="21" y="361"/>
                  </a:lnTo>
                  <a:lnTo>
                    <a:pt x="20" y="359"/>
                  </a:lnTo>
                  <a:lnTo>
                    <a:pt x="21" y="356"/>
                  </a:lnTo>
                  <a:lnTo>
                    <a:pt x="19" y="354"/>
                  </a:lnTo>
                  <a:lnTo>
                    <a:pt x="20" y="350"/>
                  </a:lnTo>
                  <a:lnTo>
                    <a:pt x="19" y="349"/>
                  </a:lnTo>
                  <a:lnTo>
                    <a:pt x="18" y="349"/>
                  </a:lnTo>
                  <a:lnTo>
                    <a:pt x="18" y="347"/>
                  </a:lnTo>
                  <a:lnTo>
                    <a:pt x="18" y="344"/>
                  </a:lnTo>
                  <a:lnTo>
                    <a:pt x="16" y="340"/>
                  </a:lnTo>
                  <a:lnTo>
                    <a:pt x="14" y="339"/>
                  </a:lnTo>
                  <a:lnTo>
                    <a:pt x="10" y="338"/>
                  </a:lnTo>
                  <a:lnTo>
                    <a:pt x="8" y="338"/>
                  </a:lnTo>
                  <a:lnTo>
                    <a:pt x="6" y="339"/>
                  </a:lnTo>
                  <a:lnTo>
                    <a:pt x="3" y="340"/>
                  </a:lnTo>
                  <a:lnTo>
                    <a:pt x="1" y="336"/>
                  </a:lnTo>
                  <a:lnTo>
                    <a:pt x="0" y="333"/>
                  </a:lnTo>
                  <a:lnTo>
                    <a:pt x="2" y="331"/>
                  </a:lnTo>
                  <a:lnTo>
                    <a:pt x="1" y="322"/>
                  </a:lnTo>
                  <a:lnTo>
                    <a:pt x="1" y="321"/>
                  </a:lnTo>
                  <a:lnTo>
                    <a:pt x="2" y="314"/>
                  </a:lnTo>
                  <a:lnTo>
                    <a:pt x="3" y="312"/>
                  </a:lnTo>
                  <a:lnTo>
                    <a:pt x="5" y="311"/>
                  </a:lnTo>
                  <a:lnTo>
                    <a:pt x="15" y="304"/>
                  </a:lnTo>
                  <a:lnTo>
                    <a:pt x="27" y="297"/>
                  </a:lnTo>
                  <a:lnTo>
                    <a:pt x="30" y="297"/>
                  </a:lnTo>
                  <a:lnTo>
                    <a:pt x="30" y="298"/>
                  </a:lnTo>
                  <a:lnTo>
                    <a:pt x="32" y="303"/>
                  </a:lnTo>
                  <a:lnTo>
                    <a:pt x="34" y="304"/>
                  </a:lnTo>
                  <a:lnTo>
                    <a:pt x="38" y="302"/>
                  </a:lnTo>
                  <a:lnTo>
                    <a:pt x="44" y="301"/>
                  </a:lnTo>
                  <a:lnTo>
                    <a:pt x="46" y="299"/>
                  </a:lnTo>
                  <a:lnTo>
                    <a:pt x="49" y="292"/>
                  </a:lnTo>
                  <a:lnTo>
                    <a:pt x="52" y="287"/>
                  </a:lnTo>
                  <a:lnTo>
                    <a:pt x="54" y="287"/>
                  </a:lnTo>
                  <a:lnTo>
                    <a:pt x="63" y="289"/>
                  </a:lnTo>
                  <a:lnTo>
                    <a:pt x="66" y="289"/>
                  </a:lnTo>
                  <a:lnTo>
                    <a:pt x="70" y="288"/>
                  </a:lnTo>
                  <a:lnTo>
                    <a:pt x="74" y="285"/>
                  </a:lnTo>
                  <a:lnTo>
                    <a:pt x="78" y="278"/>
                  </a:lnTo>
                  <a:lnTo>
                    <a:pt x="81" y="275"/>
                  </a:lnTo>
                  <a:lnTo>
                    <a:pt x="84" y="274"/>
                  </a:lnTo>
                  <a:lnTo>
                    <a:pt x="94" y="271"/>
                  </a:lnTo>
                  <a:lnTo>
                    <a:pt x="101" y="268"/>
                  </a:lnTo>
                  <a:lnTo>
                    <a:pt x="103" y="267"/>
                  </a:lnTo>
                  <a:lnTo>
                    <a:pt x="103" y="266"/>
                  </a:lnTo>
                  <a:lnTo>
                    <a:pt x="103" y="264"/>
                  </a:lnTo>
                  <a:lnTo>
                    <a:pt x="102" y="255"/>
                  </a:lnTo>
                  <a:lnTo>
                    <a:pt x="102" y="251"/>
                  </a:lnTo>
                  <a:lnTo>
                    <a:pt x="104" y="248"/>
                  </a:lnTo>
                  <a:lnTo>
                    <a:pt x="109" y="242"/>
                  </a:lnTo>
                  <a:lnTo>
                    <a:pt x="111" y="239"/>
                  </a:lnTo>
                  <a:lnTo>
                    <a:pt x="110" y="235"/>
                  </a:lnTo>
                  <a:lnTo>
                    <a:pt x="108" y="230"/>
                  </a:lnTo>
                  <a:lnTo>
                    <a:pt x="105" y="224"/>
                  </a:lnTo>
                  <a:lnTo>
                    <a:pt x="105" y="211"/>
                  </a:lnTo>
                  <a:lnTo>
                    <a:pt x="102" y="209"/>
                  </a:lnTo>
                  <a:lnTo>
                    <a:pt x="100" y="210"/>
                  </a:lnTo>
                  <a:lnTo>
                    <a:pt x="98" y="208"/>
                  </a:lnTo>
                  <a:lnTo>
                    <a:pt x="98" y="206"/>
                  </a:lnTo>
                  <a:lnTo>
                    <a:pt x="100" y="203"/>
                  </a:lnTo>
                  <a:lnTo>
                    <a:pt x="103" y="201"/>
                  </a:lnTo>
                  <a:lnTo>
                    <a:pt x="115" y="199"/>
                  </a:lnTo>
                  <a:lnTo>
                    <a:pt x="123" y="197"/>
                  </a:lnTo>
                  <a:lnTo>
                    <a:pt x="125" y="196"/>
                  </a:lnTo>
                  <a:lnTo>
                    <a:pt x="129" y="198"/>
                  </a:lnTo>
                  <a:lnTo>
                    <a:pt x="137" y="200"/>
                  </a:lnTo>
                  <a:lnTo>
                    <a:pt x="139" y="200"/>
                  </a:lnTo>
                  <a:lnTo>
                    <a:pt x="141" y="198"/>
                  </a:lnTo>
                  <a:lnTo>
                    <a:pt x="142" y="196"/>
                  </a:lnTo>
                  <a:lnTo>
                    <a:pt x="141" y="193"/>
                  </a:lnTo>
                  <a:lnTo>
                    <a:pt x="137" y="188"/>
                  </a:lnTo>
                  <a:lnTo>
                    <a:pt x="138" y="183"/>
                  </a:lnTo>
                  <a:lnTo>
                    <a:pt x="140" y="177"/>
                  </a:lnTo>
                  <a:lnTo>
                    <a:pt x="143" y="169"/>
                  </a:lnTo>
                  <a:lnTo>
                    <a:pt x="147" y="158"/>
                  </a:lnTo>
                  <a:lnTo>
                    <a:pt x="149" y="152"/>
                  </a:lnTo>
                  <a:lnTo>
                    <a:pt x="157" y="155"/>
                  </a:lnTo>
                  <a:lnTo>
                    <a:pt x="163" y="156"/>
                  </a:lnTo>
                  <a:lnTo>
                    <a:pt x="166" y="158"/>
                  </a:lnTo>
                  <a:lnTo>
                    <a:pt x="177" y="159"/>
                  </a:lnTo>
                  <a:lnTo>
                    <a:pt x="181" y="158"/>
                  </a:lnTo>
                  <a:lnTo>
                    <a:pt x="184" y="157"/>
                  </a:lnTo>
                  <a:lnTo>
                    <a:pt x="188" y="153"/>
                  </a:lnTo>
                  <a:lnTo>
                    <a:pt x="189" y="149"/>
                  </a:lnTo>
                  <a:lnTo>
                    <a:pt x="187" y="142"/>
                  </a:lnTo>
                  <a:lnTo>
                    <a:pt x="186" y="133"/>
                  </a:lnTo>
                  <a:lnTo>
                    <a:pt x="189" y="128"/>
                  </a:lnTo>
                  <a:lnTo>
                    <a:pt x="192" y="125"/>
                  </a:lnTo>
                  <a:lnTo>
                    <a:pt x="200" y="124"/>
                  </a:lnTo>
                  <a:lnTo>
                    <a:pt x="202" y="123"/>
                  </a:lnTo>
                  <a:lnTo>
                    <a:pt x="204" y="121"/>
                  </a:lnTo>
                  <a:lnTo>
                    <a:pt x="205" y="115"/>
                  </a:lnTo>
                  <a:lnTo>
                    <a:pt x="205" y="113"/>
                  </a:lnTo>
                  <a:lnTo>
                    <a:pt x="207" y="110"/>
                  </a:lnTo>
                  <a:lnTo>
                    <a:pt x="210" y="108"/>
                  </a:lnTo>
                  <a:lnTo>
                    <a:pt x="214" y="108"/>
                  </a:lnTo>
                  <a:lnTo>
                    <a:pt x="216" y="108"/>
                  </a:lnTo>
                  <a:lnTo>
                    <a:pt x="220" y="108"/>
                  </a:lnTo>
                  <a:lnTo>
                    <a:pt x="222" y="107"/>
                  </a:lnTo>
                  <a:lnTo>
                    <a:pt x="222" y="108"/>
                  </a:lnTo>
                  <a:lnTo>
                    <a:pt x="223" y="113"/>
                  </a:lnTo>
                  <a:lnTo>
                    <a:pt x="224" y="119"/>
                  </a:lnTo>
                  <a:lnTo>
                    <a:pt x="227" y="123"/>
                  </a:lnTo>
                  <a:lnTo>
                    <a:pt x="237" y="131"/>
                  </a:lnTo>
                  <a:lnTo>
                    <a:pt x="242" y="136"/>
                  </a:lnTo>
                  <a:lnTo>
                    <a:pt x="247" y="136"/>
                  </a:lnTo>
                  <a:lnTo>
                    <a:pt x="252" y="138"/>
                  </a:lnTo>
                  <a:lnTo>
                    <a:pt x="256" y="140"/>
                  </a:lnTo>
                  <a:lnTo>
                    <a:pt x="259" y="141"/>
                  </a:lnTo>
                  <a:lnTo>
                    <a:pt x="263" y="147"/>
                  </a:lnTo>
                  <a:lnTo>
                    <a:pt x="270" y="162"/>
                  </a:lnTo>
                  <a:lnTo>
                    <a:pt x="273" y="169"/>
                  </a:lnTo>
                  <a:lnTo>
                    <a:pt x="271" y="174"/>
                  </a:lnTo>
                  <a:lnTo>
                    <a:pt x="270" y="181"/>
                  </a:lnTo>
                  <a:lnTo>
                    <a:pt x="269" y="185"/>
                  </a:lnTo>
                  <a:lnTo>
                    <a:pt x="266" y="189"/>
                  </a:lnTo>
                  <a:lnTo>
                    <a:pt x="266" y="190"/>
                  </a:lnTo>
                  <a:lnTo>
                    <a:pt x="266" y="194"/>
                  </a:lnTo>
                  <a:lnTo>
                    <a:pt x="268" y="197"/>
                  </a:lnTo>
                  <a:lnTo>
                    <a:pt x="273" y="200"/>
                  </a:lnTo>
                  <a:lnTo>
                    <a:pt x="281" y="202"/>
                  </a:lnTo>
                  <a:lnTo>
                    <a:pt x="291" y="202"/>
                  </a:lnTo>
                  <a:lnTo>
                    <a:pt x="298" y="202"/>
                  </a:lnTo>
                  <a:lnTo>
                    <a:pt x="302" y="203"/>
                  </a:lnTo>
                  <a:lnTo>
                    <a:pt x="310" y="206"/>
                  </a:lnTo>
                  <a:lnTo>
                    <a:pt x="314" y="208"/>
                  </a:lnTo>
                  <a:lnTo>
                    <a:pt x="326" y="216"/>
                  </a:lnTo>
                  <a:lnTo>
                    <a:pt x="331" y="219"/>
                  </a:lnTo>
                  <a:lnTo>
                    <a:pt x="337" y="220"/>
                  </a:lnTo>
                  <a:lnTo>
                    <a:pt x="337" y="225"/>
                  </a:lnTo>
                  <a:lnTo>
                    <a:pt x="348" y="246"/>
                  </a:lnTo>
                  <a:lnTo>
                    <a:pt x="352" y="251"/>
                  </a:lnTo>
                  <a:lnTo>
                    <a:pt x="355" y="253"/>
                  </a:lnTo>
                  <a:lnTo>
                    <a:pt x="369" y="253"/>
                  </a:lnTo>
                  <a:lnTo>
                    <a:pt x="377" y="255"/>
                  </a:lnTo>
                  <a:lnTo>
                    <a:pt x="383" y="256"/>
                  </a:lnTo>
                  <a:lnTo>
                    <a:pt x="391" y="256"/>
                  </a:lnTo>
                  <a:lnTo>
                    <a:pt x="411" y="256"/>
                  </a:lnTo>
                  <a:lnTo>
                    <a:pt x="418" y="256"/>
                  </a:lnTo>
                  <a:lnTo>
                    <a:pt x="426" y="256"/>
                  </a:lnTo>
                  <a:lnTo>
                    <a:pt x="438" y="257"/>
                  </a:lnTo>
                  <a:lnTo>
                    <a:pt x="442" y="259"/>
                  </a:lnTo>
                  <a:lnTo>
                    <a:pt x="448" y="264"/>
                  </a:lnTo>
                  <a:lnTo>
                    <a:pt x="454" y="267"/>
                  </a:lnTo>
                  <a:lnTo>
                    <a:pt x="466" y="271"/>
                  </a:lnTo>
                  <a:lnTo>
                    <a:pt x="472" y="273"/>
                  </a:lnTo>
                  <a:lnTo>
                    <a:pt x="477" y="272"/>
                  </a:lnTo>
                  <a:lnTo>
                    <a:pt x="481" y="273"/>
                  </a:lnTo>
                  <a:lnTo>
                    <a:pt x="483" y="276"/>
                  </a:lnTo>
                  <a:lnTo>
                    <a:pt x="486" y="278"/>
                  </a:lnTo>
                  <a:lnTo>
                    <a:pt x="489" y="277"/>
                  </a:lnTo>
                  <a:lnTo>
                    <a:pt x="494" y="275"/>
                  </a:lnTo>
                  <a:lnTo>
                    <a:pt x="504" y="269"/>
                  </a:lnTo>
                  <a:lnTo>
                    <a:pt x="507" y="268"/>
                  </a:lnTo>
                  <a:lnTo>
                    <a:pt x="512" y="266"/>
                  </a:lnTo>
                  <a:lnTo>
                    <a:pt x="517" y="263"/>
                  </a:lnTo>
                  <a:lnTo>
                    <a:pt x="526" y="260"/>
                  </a:lnTo>
                  <a:lnTo>
                    <a:pt x="535" y="260"/>
                  </a:lnTo>
                  <a:lnTo>
                    <a:pt x="546" y="259"/>
                  </a:lnTo>
                  <a:lnTo>
                    <a:pt x="553" y="260"/>
                  </a:lnTo>
                  <a:lnTo>
                    <a:pt x="557" y="259"/>
                  </a:lnTo>
                  <a:lnTo>
                    <a:pt x="571" y="252"/>
                  </a:lnTo>
                  <a:lnTo>
                    <a:pt x="573" y="251"/>
                  </a:lnTo>
                  <a:lnTo>
                    <a:pt x="581" y="241"/>
                  </a:lnTo>
                  <a:lnTo>
                    <a:pt x="586" y="237"/>
                  </a:lnTo>
                  <a:lnTo>
                    <a:pt x="594" y="234"/>
                  </a:lnTo>
                  <a:lnTo>
                    <a:pt x="597" y="232"/>
                  </a:lnTo>
                  <a:lnTo>
                    <a:pt x="597" y="229"/>
                  </a:lnTo>
                  <a:lnTo>
                    <a:pt x="596" y="227"/>
                  </a:lnTo>
                  <a:lnTo>
                    <a:pt x="592" y="223"/>
                  </a:lnTo>
                  <a:lnTo>
                    <a:pt x="589" y="217"/>
                  </a:lnTo>
                  <a:lnTo>
                    <a:pt x="589" y="214"/>
                  </a:lnTo>
                  <a:lnTo>
                    <a:pt x="590" y="210"/>
                  </a:lnTo>
                  <a:lnTo>
                    <a:pt x="594" y="204"/>
                  </a:lnTo>
                  <a:lnTo>
                    <a:pt x="598" y="202"/>
                  </a:lnTo>
                  <a:lnTo>
                    <a:pt x="600" y="201"/>
                  </a:lnTo>
                  <a:lnTo>
                    <a:pt x="605" y="203"/>
                  </a:lnTo>
                  <a:lnTo>
                    <a:pt x="610" y="206"/>
                  </a:lnTo>
                  <a:lnTo>
                    <a:pt x="614" y="207"/>
                  </a:lnTo>
                  <a:lnTo>
                    <a:pt x="620" y="207"/>
                  </a:lnTo>
                  <a:lnTo>
                    <a:pt x="626" y="207"/>
                  </a:lnTo>
                  <a:lnTo>
                    <a:pt x="631" y="203"/>
                  </a:lnTo>
                  <a:lnTo>
                    <a:pt x="639" y="193"/>
                  </a:lnTo>
                  <a:lnTo>
                    <a:pt x="641" y="194"/>
                  </a:lnTo>
                  <a:lnTo>
                    <a:pt x="644" y="194"/>
                  </a:lnTo>
                  <a:lnTo>
                    <a:pt x="648" y="194"/>
                  </a:lnTo>
                  <a:lnTo>
                    <a:pt x="655" y="193"/>
                  </a:lnTo>
                  <a:lnTo>
                    <a:pt x="659" y="191"/>
                  </a:lnTo>
                  <a:lnTo>
                    <a:pt x="662" y="189"/>
                  </a:lnTo>
                  <a:lnTo>
                    <a:pt x="663" y="187"/>
                  </a:lnTo>
                  <a:lnTo>
                    <a:pt x="665" y="178"/>
                  </a:lnTo>
                  <a:lnTo>
                    <a:pt x="668" y="175"/>
                  </a:lnTo>
                  <a:lnTo>
                    <a:pt x="671" y="173"/>
                  </a:lnTo>
                  <a:lnTo>
                    <a:pt x="675" y="172"/>
                  </a:lnTo>
                  <a:lnTo>
                    <a:pt x="678" y="174"/>
                  </a:lnTo>
                  <a:lnTo>
                    <a:pt x="680" y="172"/>
                  </a:lnTo>
                  <a:lnTo>
                    <a:pt x="686" y="169"/>
                  </a:lnTo>
                  <a:lnTo>
                    <a:pt x="690" y="167"/>
                  </a:lnTo>
                  <a:lnTo>
                    <a:pt x="697" y="165"/>
                  </a:lnTo>
                  <a:lnTo>
                    <a:pt x="703" y="165"/>
                  </a:lnTo>
                  <a:lnTo>
                    <a:pt x="706" y="166"/>
                  </a:lnTo>
                  <a:lnTo>
                    <a:pt x="713" y="166"/>
                  </a:lnTo>
                  <a:lnTo>
                    <a:pt x="717" y="167"/>
                  </a:lnTo>
                  <a:lnTo>
                    <a:pt x="720" y="165"/>
                  </a:lnTo>
                  <a:lnTo>
                    <a:pt x="720" y="162"/>
                  </a:lnTo>
                  <a:lnTo>
                    <a:pt x="720" y="160"/>
                  </a:lnTo>
                  <a:lnTo>
                    <a:pt x="716" y="155"/>
                  </a:lnTo>
                  <a:lnTo>
                    <a:pt x="709" y="145"/>
                  </a:lnTo>
                  <a:lnTo>
                    <a:pt x="704" y="139"/>
                  </a:lnTo>
                  <a:lnTo>
                    <a:pt x="700" y="137"/>
                  </a:lnTo>
                  <a:lnTo>
                    <a:pt x="694" y="135"/>
                  </a:lnTo>
                  <a:lnTo>
                    <a:pt x="691" y="135"/>
                  </a:lnTo>
                  <a:lnTo>
                    <a:pt x="682" y="143"/>
                  </a:lnTo>
                  <a:lnTo>
                    <a:pt x="680" y="143"/>
                  </a:lnTo>
                  <a:lnTo>
                    <a:pt x="677" y="138"/>
                  </a:lnTo>
                  <a:lnTo>
                    <a:pt x="675" y="137"/>
                  </a:lnTo>
                  <a:lnTo>
                    <a:pt x="671" y="137"/>
                  </a:lnTo>
                  <a:lnTo>
                    <a:pt x="665" y="138"/>
                  </a:lnTo>
                  <a:lnTo>
                    <a:pt x="659" y="142"/>
                  </a:lnTo>
                  <a:lnTo>
                    <a:pt x="657" y="143"/>
                  </a:lnTo>
                  <a:lnTo>
                    <a:pt x="656" y="142"/>
                  </a:lnTo>
                  <a:lnTo>
                    <a:pt x="654" y="133"/>
                  </a:lnTo>
                  <a:lnTo>
                    <a:pt x="657" y="128"/>
                  </a:lnTo>
                  <a:lnTo>
                    <a:pt x="665" y="106"/>
                  </a:lnTo>
                  <a:lnTo>
                    <a:pt x="670" y="93"/>
                  </a:lnTo>
                  <a:lnTo>
                    <a:pt x="673" y="90"/>
                  </a:lnTo>
                  <a:lnTo>
                    <a:pt x="676" y="92"/>
                  </a:lnTo>
                  <a:lnTo>
                    <a:pt x="684" y="99"/>
                  </a:lnTo>
                  <a:lnTo>
                    <a:pt x="686" y="98"/>
                  </a:lnTo>
                  <a:lnTo>
                    <a:pt x="690" y="97"/>
                  </a:lnTo>
                  <a:lnTo>
                    <a:pt x="707" y="89"/>
                  </a:lnTo>
                  <a:lnTo>
                    <a:pt x="712" y="85"/>
                  </a:lnTo>
                  <a:lnTo>
                    <a:pt x="713" y="83"/>
                  </a:lnTo>
                  <a:lnTo>
                    <a:pt x="712" y="79"/>
                  </a:lnTo>
                  <a:lnTo>
                    <a:pt x="710" y="75"/>
                  </a:lnTo>
                  <a:lnTo>
                    <a:pt x="709" y="74"/>
                  </a:lnTo>
                  <a:lnTo>
                    <a:pt x="710" y="71"/>
                  </a:lnTo>
                  <a:lnTo>
                    <a:pt x="713" y="67"/>
                  </a:lnTo>
                  <a:lnTo>
                    <a:pt x="716" y="60"/>
                  </a:lnTo>
                  <a:lnTo>
                    <a:pt x="721" y="52"/>
                  </a:lnTo>
                  <a:lnTo>
                    <a:pt x="725" y="45"/>
                  </a:lnTo>
                  <a:lnTo>
                    <a:pt x="735" y="39"/>
                  </a:lnTo>
                  <a:lnTo>
                    <a:pt x="736" y="29"/>
                  </a:lnTo>
                  <a:lnTo>
                    <a:pt x="735" y="26"/>
                  </a:lnTo>
                  <a:lnTo>
                    <a:pt x="732" y="23"/>
                  </a:lnTo>
                  <a:lnTo>
                    <a:pt x="728" y="23"/>
                  </a:lnTo>
                  <a:lnTo>
                    <a:pt x="722" y="24"/>
                  </a:lnTo>
                  <a:lnTo>
                    <a:pt x="723" y="21"/>
                  </a:lnTo>
                  <a:lnTo>
                    <a:pt x="726" y="17"/>
                  </a:lnTo>
                  <a:lnTo>
                    <a:pt x="734" y="9"/>
                  </a:lnTo>
                  <a:lnTo>
                    <a:pt x="738" y="7"/>
                  </a:lnTo>
                  <a:lnTo>
                    <a:pt x="742" y="5"/>
                  </a:lnTo>
                  <a:lnTo>
                    <a:pt x="754" y="3"/>
                  </a:lnTo>
                  <a:lnTo>
                    <a:pt x="761" y="2"/>
                  </a:lnTo>
                  <a:lnTo>
                    <a:pt x="769" y="0"/>
                  </a:lnTo>
                  <a:lnTo>
                    <a:pt x="775" y="0"/>
                  </a:lnTo>
                  <a:lnTo>
                    <a:pt x="784" y="2"/>
                  </a:lnTo>
                  <a:lnTo>
                    <a:pt x="791" y="8"/>
                  </a:lnTo>
                  <a:lnTo>
                    <a:pt x="796" y="10"/>
                  </a:lnTo>
                  <a:lnTo>
                    <a:pt x="805" y="9"/>
                  </a:lnTo>
                  <a:lnTo>
                    <a:pt x="809" y="9"/>
                  </a:lnTo>
                  <a:lnTo>
                    <a:pt x="815" y="14"/>
                  </a:lnTo>
                  <a:lnTo>
                    <a:pt x="820" y="25"/>
                  </a:lnTo>
                  <a:lnTo>
                    <a:pt x="827" y="53"/>
                  </a:lnTo>
                  <a:lnTo>
                    <a:pt x="834" y="70"/>
                  </a:lnTo>
                  <a:lnTo>
                    <a:pt x="841" y="91"/>
                  </a:lnTo>
                  <a:lnTo>
                    <a:pt x="844" y="96"/>
                  </a:lnTo>
                  <a:lnTo>
                    <a:pt x="847" y="98"/>
                  </a:lnTo>
                  <a:lnTo>
                    <a:pt x="856" y="101"/>
                  </a:lnTo>
                  <a:lnTo>
                    <a:pt x="866" y="104"/>
                  </a:lnTo>
                  <a:lnTo>
                    <a:pt x="885" y="113"/>
                  </a:lnTo>
                  <a:lnTo>
                    <a:pt x="887" y="115"/>
                  </a:lnTo>
                  <a:lnTo>
                    <a:pt x="889" y="124"/>
                  </a:lnTo>
                  <a:lnTo>
                    <a:pt x="892" y="138"/>
                  </a:lnTo>
                  <a:lnTo>
                    <a:pt x="893" y="142"/>
                  </a:lnTo>
                  <a:lnTo>
                    <a:pt x="898" y="142"/>
                  </a:lnTo>
                  <a:lnTo>
                    <a:pt x="903" y="142"/>
                  </a:lnTo>
                  <a:lnTo>
                    <a:pt x="915" y="141"/>
                  </a:lnTo>
                  <a:lnTo>
                    <a:pt x="919" y="139"/>
                  </a:lnTo>
                  <a:lnTo>
                    <a:pt x="925" y="136"/>
                  </a:lnTo>
                  <a:lnTo>
                    <a:pt x="935" y="132"/>
                  </a:lnTo>
                  <a:lnTo>
                    <a:pt x="943" y="130"/>
                  </a:lnTo>
                  <a:lnTo>
                    <a:pt x="950" y="130"/>
                  </a:lnTo>
                  <a:lnTo>
                    <a:pt x="951" y="131"/>
                  </a:lnTo>
                  <a:lnTo>
                    <a:pt x="952" y="134"/>
                  </a:lnTo>
                  <a:lnTo>
                    <a:pt x="953" y="138"/>
                  </a:lnTo>
                  <a:lnTo>
                    <a:pt x="953" y="143"/>
                  </a:lnTo>
                  <a:lnTo>
                    <a:pt x="949" y="147"/>
                  </a:lnTo>
                  <a:lnTo>
                    <a:pt x="944" y="151"/>
                  </a:lnTo>
                  <a:lnTo>
                    <a:pt x="942" y="159"/>
                  </a:lnTo>
                  <a:lnTo>
                    <a:pt x="940" y="168"/>
                  </a:lnTo>
                  <a:lnTo>
                    <a:pt x="936" y="179"/>
                  </a:lnTo>
                  <a:lnTo>
                    <a:pt x="932" y="190"/>
                  </a:lnTo>
                  <a:lnTo>
                    <a:pt x="930" y="194"/>
                  </a:lnTo>
                  <a:lnTo>
                    <a:pt x="926" y="201"/>
                  </a:lnTo>
                  <a:lnTo>
                    <a:pt x="922" y="204"/>
                  </a:lnTo>
                  <a:lnTo>
                    <a:pt x="919" y="203"/>
                  </a:lnTo>
                  <a:lnTo>
                    <a:pt x="914" y="201"/>
                  </a:lnTo>
                  <a:lnTo>
                    <a:pt x="909" y="199"/>
                  </a:lnTo>
                  <a:lnTo>
                    <a:pt x="906" y="198"/>
                  </a:lnTo>
                  <a:lnTo>
                    <a:pt x="895" y="208"/>
                  </a:lnTo>
                  <a:lnTo>
                    <a:pt x="894" y="214"/>
                  </a:lnTo>
                  <a:lnTo>
                    <a:pt x="897" y="222"/>
                  </a:lnTo>
                  <a:lnTo>
                    <a:pt x="897" y="229"/>
                  </a:lnTo>
                  <a:lnTo>
                    <a:pt x="897" y="235"/>
                  </a:lnTo>
                  <a:lnTo>
                    <a:pt x="897" y="238"/>
                  </a:lnTo>
                  <a:lnTo>
                    <a:pt x="896" y="240"/>
                  </a:lnTo>
                  <a:lnTo>
                    <a:pt x="897" y="243"/>
                  </a:lnTo>
                  <a:lnTo>
                    <a:pt x="896" y="246"/>
                  </a:lnTo>
                  <a:lnTo>
                    <a:pt x="892" y="250"/>
                  </a:lnTo>
                  <a:lnTo>
                    <a:pt x="884" y="254"/>
                  </a:lnTo>
                  <a:lnTo>
                    <a:pt x="883" y="255"/>
                  </a:lnTo>
                  <a:lnTo>
                    <a:pt x="879" y="248"/>
                  </a:lnTo>
                  <a:lnTo>
                    <a:pt x="877" y="249"/>
                  </a:lnTo>
                  <a:lnTo>
                    <a:pt x="875" y="250"/>
                  </a:lnTo>
                  <a:lnTo>
                    <a:pt x="873" y="253"/>
                  </a:lnTo>
                  <a:lnTo>
                    <a:pt x="871" y="260"/>
                  </a:lnTo>
                  <a:lnTo>
                    <a:pt x="864" y="265"/>
                  </a:lnTo>
                  <a:lnTo>
                    <a:pt x="860" y="267"/>
                  </a:lnTo>
                  <a:lnTo>
                    <a:pt x="856" y="267"/>
                  </a:lnTo>
                  <a:lnTo>
                    <a:pt x="853" y="267"/>
                  </a:lnTo>
                  <a:lnTo>
                    <a:pt x="850" y="266"/>
                  </a:lnTo>
                  <a:lnTo>
                    <a:pt x="848" y="267"/>
                  </a:lnTo>
                  <a:lnTo>
                    <a:pt x="846" y="268"/>
                  </a:lnTo>
                  <a:lnTo>
                    <a:pt x="845" y="272"/>
                  </a:lnTo>
                  <a:lnTo>
                    <a:pt x="849" y="279"/>
                  </a:lnTo>
                  <a:lnTo>
                    <a:pt x="849" y="280"/>
                  </a:lnTo>
                  <a:lnTo>
                    <a:pt x="846" y="282"/>
                  </a:lnTo>
                  <a:lnTo>
                    <a:pt x="839" y="282"/>
                  </a:lnTo>
                  <a:lnTo>
                    <a:pt x="835" y="281"/>
                  </a:lnTo>
                  <a:lnTo>
                    <a:pt x="832" y="278"/>
                  </a:lnTo>
                  <a:lnTo>
                    <a:pt x="830" y="275"/>
                  </a:lnTo>
                  <a:lnTo>
                    <a:pt x="827" y="275"/>
                  </a:lnTo>
                  <a:lnTo>
                    <a:pt x="824" y="276"/>
                  </a:lnTo>
                  <a:lnTo>
                    <a:pt x="819" y="285"/>
                  </a:lnTo>
                  <a:lnTo>
                    <a:pt x="815" y="291"/>
                  </a:lnTo>
                  <a:lnTo>
                    <a:pt x="808" y="296"/>
                  </a:lnTo>
                  <a:lnTo>
                    <a:pt x="797" y="301"/>
                  </a:lnTo>
                  <a:lnTo>
                    <a:pt x="793" y="304"/>
                  </a:lnTo>
                  <a:lnTo>
                    <a:pt x="790" y="308"/>
                  </a:lnTo>
                  <a:lnTo>
                    <a:pt x="788" y="313"/>
                  </a:lnTo>
                  <a:lnTo>
                    <a:pt x="787" y="312"/>
                  </a:lnTo>
                  <a:lnTo>
                    <a:pt x="784" y="314"/>
                  </a:lnTo>
                  <a:lnTo>
                    <a:pt x="776" y="315"/>
                  </a:lnTo>
                  <a:lnTo>
                    <a:pt x="770" y="317"/>
                  </a:lnTo>
                  <a:lnTo>
                    <a:pt x="755" y="325"/>
                  </a:lnTo>
                  <a:lnTo>
                    <a:pt x="750" y="328"/>
                  </a:lnTo>
                  <a:lnTo>
                    <a:pt x="746" y="333"/>
                  </a:lnTo>
                  <a:lnTo>
                    <a:pt x="742" y="335"/>
                  </a:lnTo>
                  <a:lnTo>
                    <a:pt x="740" y="335"/>
                  </a:lnTo>
                  <a:lnTo>
                    <a:pt x="740" y="333"/>
                  </a:lnTo>
                  <a:lnTo>
                    <a:pt x="747" y="327"/>
                  </a:lnTo>
                  <a:lnTo>
                    <a:pt x="749" y="324"/>
                  </a:lnTo>
                  <a:lnTo>
                    <a:pt x="746" y="323"/>
                  </a:lnTo>
                  <a:lnTo>
                    <a:pt x="743" y="323"/>
                  </a:lnTo>
                  <a:lnTo>
                    <a:pt x="742" y="320"/>
                  </a:lnTo>
                  <a:lnTo>
                    <a:pt x="742" y="319"/>
                  </a:lnTo>
                  <a:lnTo>
                    <a:pt x="749" y="312"/>
                  </a:lnTo>
                  <a:lnTo>
                    <a:pt x="751" y="309"/>
                  </a:lnTo>
                  <a:lnTo>
                    <a:pt x="755" y="305"/>
                  </a:lnTo>
                  <a:lnTo>
                    <a:pt x="756" y="303"/>
                  </a:lnTo>
                  <a:lnTo>
                    <a:pt x="755" y="300"/>
                  </a:lnTo>
                  <a:lnTo>
                    <a:pt x="751" y="295"/>
                  </a:lnTo>
                  <a:lnTo>
                    <a:pt x="745" y="292"/>
                  </a:lnTo>
                  <a:lnTo>
                    <a:pt x="744" y="292"/>
                  </a:lnTo>
                  <a:lnTo>
                    <a:pt x="740" y="293"/>
                  </a:lnTo>
                  <a:lnTo>
                    <a:pt x="739" y="293"/>
                  </a:lnTo>
                  <a:lnTo>
                    <a:pt x="736" y="296"/>
                  </a:lnTo>
                  <a:lnTo>
                    <a:pt x="727" y="307"/>
                  </a:lnTo>
                  <a:lnTo>
                    <a:pt x="725" y="308"/>
                  </a:lnTo>
                  <a:lnTo>
                    <a:pt x="721" y="309"/>
                  </a:lnTo>
                  <a:lnTo>
                    <a:pt x="716" y="312"/>
                  </a:lnTo>
                  <a:lnTo>
                    <a:pt x="713" y="313"/>
                  </a:lnTo>
                  <a:lnTo>
                    <a:pt x="711" y="317"/>
                  </a:lnTo>
                  <a:lnTo>
                    <a:pt x="710" y="321"/>
                  </a:lnTo>
                  <a:lnTo>
                    <a:pt x="709" y="324"/>
                  </a:lnTo>
                  <a:lnTo>
                    <a:pt x="707" y="326"/>
                  </a:lnTo>
                  <a:lnTo>
                    <a:pt x="704" y="327"/>
                  </a:lnTo>
                  <a:lnTo>
                    <a:pt x="701" y="327"/>
                  </a:lnTo>
                  <a:lnTo>
                    <a:pt x="698" y="329"/>
                  </a:lnTo>
                  <a:lnTo>
                    <a:pt x="696" y="330"/>
                  </a:lnTo>
                  <a:lnTo>
                    <a:pt x="693" y="325"/>
                  </a:lnTo>
                  <a:lnTo>
                    <a:pt x="691" y="325"/>
                  </a:lnTo>
                  <a:lnTo>
                    <a:pt x="688" y="326"/>
                  </a:lnTo>
                  <a:lnTo>
                    <a:pt x="685" y="332"/>
                  </a:lnTo>
                  <a:lnTo>
                    <a:pt x="683" y="338"/>
                  </a:lnTo>
                  <a:lnTo>
                    <a:pt x="684" y="341"/>
                  </a:lnTo>
                  <a:lnTo>
                    <a:pt x="685" y="344"/>
                  </a:lnTo>
                  <a:lnTo>
                    <a:pt x="690" y="347"/>
                  </a:lnTo>
                  <a:lnTo>
                    <a:pt x="695" y="349"/>
                  </a:lnTo>
                  <a:lnTo>
                    <a:pt x="704" y="349"/>
                  </a:lnTo>
                  <a:lnTo>
                    <a:pt x="706" y="351"/>
                  </a:lnTo>
                  <a:lnTo>
                    <a:pt x="706" y="356"/>
                  </a:lnTo>
                  <a:lnTo>
                    <a:pt x="705" y="361"/>
                  </a:lnTo>
                  <a:lnTo>
                    <a:pt x="705" y="366"/>
                  </a:lnTo>
                  <a:lnTo>
                    <a:pt x="707" y="368"/>
                  </a:lnTo>
                  <a:lnTo>
                    <a:pt x="712" y="369"/>
                  </a:lnTo>
                  <a:lnTo>
                    <a:pt x="717" y="368"/>
                  </a:lnTo>
                  <a:lnTo>
                    <a:pt x="722" y="363"/>
                  </a:lnTo>
                  <a:lnTo>
                    <a:pt x="726" y="358"/>
                  </a:lnTo>
                  <a:lnTo>
                    <a:pt x="730" y="357"/>
                  </a:lnTo>
                  <a:lnTo>
                    <a:pt x="733" y="356"/>
                  </a:lnTo>
                  <a:lnTo>
                    <a:pt x="736" y="356"/>
                  </a:lnTo>
                  <a:lnTo>
                    <a:pt x="742" y="361"/>
                  </a:lnTo>
                  <a:lnTo>
                    <a:pt x="745" y="363"/>
                  </a:lnTo>
                  <a:lnTo>
                    <a:pt x="753" y="362"/>
                  </a:lnTo>
                  <a:lnTo>
                    <a:pt x="755" y="363"/>
                  </a:lnTo>
                  <a:lnTo>
                    <a:pt x="758" y="364"/>
                  </a:lnTo>
                  <a:lnTo>
                    <a:pt x="760" y="364"/>
                  </a:lnTo>
                  <a:lnTo>
                    <a:pt x="759" y="370"/>
                  </a:lnTo>
                  <a:lnTo>
                    <a:pt x="758" y="375"/>
                  </a:lnTo>
                  <a:lnTo>
                    <a:pt x="754" y="373"/>
                  </a:lnTo>
                  <a:lnTo>
                    <a:pt x="752" y="373"/>
                  </a:lnTo>
                  <a:lnTo>
                    <a:pt x="748" y="373"/>
                  </a:lnTo>
                  <a:lnTo>
                    <a:pt x="737" y="378"/>
                  </a:lnTo>
                  <a:lnTo>
                    <a:pt x="732" y="382"/>
                  </a:lnTo>
                  <a:lnTo>
                    <a:pt x="731" y="388"/>
                  </a:lnTo>
                  <a:lnTo>
                    <a:pt x="727" y="389"/>
                  </a:lnTo>
                  <a:lnTo>
                    <a:pt x="726" y="388"/>
                  </a:lnTo>
                  <a:lnTo>
                    <a:pt x="726" y="386"/>
                  </a:lnTo>
                  <a:lnTo>
                    <a:pt x="725" y="386"/>
                  </a:lnTo>
                  <a:lnTo>
                    <a:pt x="722" y="387"/>
                  </a:lnTo>
                  <a:lnTo>
                    <a:pt x="723" y="390"/>
                  </a:lnTo>
                  <a:lnTo>
                    <a:pt x="722" y="394"/>
                  </a:lnTo>
                  <a:lnTo>
                    <a:pt x="718" y="398"/>
                  </a:lnTo>
                  <a:lnTo>
                    <a:pt x="709" y="408"/>
                  </a:lnTo>
                  <a:lnTo>
                    <a:pt x="708" y="410"/>
                  </a:lnTo>
                  <a:lnTo>
                    <a:pt x="708" y="414"/>
                  </a:lnTo>
                  <a:lnTo>
                    <a:pt x="712" y="416"/>
                  </a:lnTo>
                  <a:lnTo>
                    <a:pt x="717" y="420"/>
                  </a:lnTo>
                  <a:lnTo>
                    <a:pt x="723" y="425"/>
                  </a:lnTo>
                  <a:lnTo>
                    <a:pt x="725" y="429"/>
                  </a:lnTo>
                  <a:lnTo>
                    <a:pt x="728" y="440"/>
                  </a:lnTo>
                  <a:lnTo>
                    <a:pt x="733" y="445"/>
                  </a:lnTo>
                  <a:lnTo>
                    <a:pt x="734" y="449"/>
                  </a:lnTo>
                  <a:lnTo>
                    <a:pt x="734" y="455"/>
                  </a:lnTo>
                  <a:lnTo>
                    <a:pt x="735" y="456"/>
                  </a:lnTo>
                  <a:lnTo>
                    <a:pt x="739" y="459"/>
                  </a:lnTo>
                  <a:lnTo>
                    <a:pt x="742" y="463"/>
                  </a:lnTo>
                  <a:lnTo>
                    <a:pt x="746" y="465"/>
                  </a:lnTo>
                  <a:lnTo>
                    <a:pt x="748" y="468"/>
                  </a:lnTo>
                  <a:lnTo>
                    <a:pt x="749" y="470"/>
                  </a:lnTo>
                  <a:lnTo>
                    <a:pt x="749" y="472"/>
                  </a:lnTo>
                  <a:lnTo>
                    <a:pt x="743" y="475"/>
                  </a:lnTo>
                  <a:lnTo>
                    <a:pt x="747" y="478"/>
                  </a:lnTo>
                  <a:lnTo>
                    <a:pt x="749" y="484"/>
                  </a:lnTo>
                  <a:lnTo>
                    <a:pt x="749" y="487"/>
                  </a:lnTo>
                  <a:lnTo>
                    <a:pt x="748" y="488"/>
                  </a:lnTo>
                  <a:lnTo>
                    <a:pt x="744" y="489"/>
                  </a:lnTo>
                  <a:lnTo>
                    <a:pt x="739" y="490"/>
                  </a:lnTo>
                  <a:lnTo>
                    <a:pt x="733" y="495"/>
                  </a:lnTo>
                  <a:lnTo>
                    <a:pt x="727" y="496"/>
                  </a:lnTo>
                  <a:lnTo>
                    <a:pt x="722" y="499"/>
                  </a:lnTo>
                  <a:lnTo>
                    <a:pt x="727" y="501"/>
                  </a:lnTo>
                  <a:lnTo>
                    <a:pt x="730" y="501"/>
                  </a:lnTo>
                  <a:lnTo>
                    <a:pt x="737" y="498"/>
                  </a:lnTo>
                  <a:lnTo>
                    <a:pt x="740" y="497"/>
                  </a:lnTo>
                  <a:lnTo>
                    <a:pt x="741" y="498"/>
                  </a:lnTo>
                  <a:lnTo>
                    <a:pt x="745" y="502"/>
                  </a:lnTo>
                  <a:lnTo>
                    <a:pt x="748" y="504"/>
                  </a:lnTo>
                  <a:lnTo>
                    <a:pt x="751" y="504"/>
                  </a:lnTo>
                  <a:lnTo>
                    <a:pt x="751" y="505"/>
                  </a:lnTo>
                  <a:lnTo>
                    <a:pt x="749" y="508"/>
                  </a:lnTo>
                  <a:lnTo>
                    <a:pt x="747" y="509"/>
                  </a:lnTo>
                  <a:lnTo>
                    <a:pt x="744" y="511"/>
                  </a:lnTo>
                  <a:lnTo>
                    <a:pt x="745" y="513"/>
                  </a:lnTo>
                  <a:lnTo>
                    <a:pt x="747" y="512"/>
                  </a:lnTo>
                  <a:lnTo>
                    <a:pt x="749" y="513"/>
                  </a:lnTo>
                  <a:lnTo>
                    <a:pt x="748" y="516"/>
                  </a:lnTo>
                  <a:lnTo>
                    <a:pt x="745" y="522"/>
                  </a:lnTo>
                  <a:lnTo>
                    <a:pt x="744" y="527"/>
                  </a:lnTo>
                  <a:lnTo>
                    <a:pt x="744" y="530"/>
                  </a:lnTo>
                  <a:lnTo>
                    <a:pt x="743" y="534"/>
                  </a:lnTo>
                  <a:lnTo>
                    <a:pt x="741" y="535"/>
                  </a:lnTo>
                  <a:lnTo>
                    <a:pt x="739" y="532"/>
                  </a:lnTo>
                  <a:lnTo>
                    <a:pt x="738" y="533"/>
                  </a:lnTo>
                  <a:lnTo>
                    <a:pt x="734" y="539"/>
                  </a:lnTo>
                  <a:lnTo>
                    <a:pt x="731" y="544"/>
                  </a:lnTo>
                  <a:lnTo>
                    <a:pt x="729" y="549"/>
                  </a:lnTo>
                  <a:lnTo>
                    <a:pt x="729" y="551"/>
                  </a:lnTo>
                  <a:lnTo>
                    <a:pt x="724" y="554"/>
                  </a:lnTo>
                  <a:lnTo>
                    <a:pt x="723" y="558"/>
                  </a:lnTo>
                  <a:lnTo>
                    <a:pt x="721" y="559"/>
                  </a:lnTo>
                  <a:lnTo>
                    <a:pt x="717" y="560"/>
                  </a:lnTo>
                  <a:lnTo>
                    <a:pt x="714" y="561"/>
                  </a:lnTo>
                  <a:lnTo>
                    <a:pt x="716" y="567"/>
                  </a:lnTo>
                  <a:lnTo>
                    <a:pt x="714" y="571"/>
                  </a:lnTo>
                  <a:lnTo>
                    <a:pt x="715" y="576"/>
                  </a:lnTo>
                  <a:lnTo>
                    <a:pt x="714" y="578"/>
                  </a:lnTo>
                  <a:lnTo>
                    <a:pt x="713" y="580"/>
                  </a:lnTo>
                  <a:lnTo>
                    <a:pt x="709" y="582"/>
                  </a:lnTo>
                  <a:lnTo>
                    <a:pt x="708" y="584"/>
                  </a:lnTo>
                  <a:lnTo>
                    <a:pt x="707" y="587"/>
                  </a:lnTo>
                  <a:lnTo>
                    <a:pt x="705" y="592"/>
                  </a:lnTo>
                  <a:lnTo>
                    <a:pt x="700" y="594"/>
                  </a:lnTo>
                  <a:lnTo>
                    <a:pt x="697" y="598"/>
                  </a:lnTo>
                  <a:lnTo>
                    <a:pt x="694" y="597"/>
                  </a:lnTo>
                  <a:lnTo>
                    <a:pt x="691" y="597"/>
                  </a:lnTo>
                  <a:lnTo>
                    <a:pt x="690" y="598"/>
                  </a:lnTo>
                  <a:lnTo>
                    <a:pt x="689" y="599"/>
                  </a:lnTo>
                  <a:lnTo>
                    <a:pt x="690" y="605"/>
                  </a:lnTo>
                  <a:lnTo>
                    <a:pt x="688" y="606"/>
                  </a:lnTo>
                  <a:lnTo>
                    <a:pt x="683" y="612"/>
                  </a:lnTo>
                  <a:lnTo>
                    <a:pt x="680" y="613"/>
                  </a:lnTo>
                  <a:lnTo>
                    <a:pt x="676" y="614"/>
                  </a:lnTo>
                  <a:lnTo>
                    <a:pt x="672" y="617"/>
                  </a:lnTo>
                  <a:lnTo>
                    <a:pt x="668" y="619"/>
                  </a:lnTo>
                  <a:lnTo>
                    <a:pt x="667" y="620"/>
                  </a:lnTo>
                  <a:lnTo>
                    <a:pt x="667" y="624"/>
                  </a:lnTo>
                  <a:lnTo>
                    <a:pt x="666" y="625"/>
                  </a:lnTo>
                  <a:lnTo>
                    <a:pt x="662" y="625"/>
                  </a:lnTo>
                  <a:lnTo>
                    <a:pt x="659" y="626"/>
                  </a:lnTo>
                  <a:lnTo>
                    <a:pt x="656" y="630"/>
                  </a:lnTo>
                  <a:lnTo>
                    <a:pt x="653" y="629"/>
                  </a:lnTo>
                  <a:lnTo>
                    <a:pt x="650" y="627"/>
                  </a:lnTo>
                  <a:lnTo>
                    <a:pt x="648" y="628"/>
                  </a:lnTo>
                  <a:lnTo>
                    <a:pt x="646" y="630"/>
                  </a:lnTo>
                  <a:lnTo>
                    <a:pt x="643" y="631"/>
                  </a:lnTo>
                  <a:lnTo>
                    <a:pt x="638" y="632"/>
                  </a:lnTo>
                  <a:lnTo>
                    <a:pt x="638" y="629"/>
                  </a:lnTo>
                  <a:lnTo>
                    <a:pt x="634" y="629"/>
                  </a:lnTo>
                  <a:lnTo>
                    <a:pt x="629" y="631"/>
                  </a:lnTo>
                  <a:lnTo>
                    <a:pt x="627" y="632"/>
                  </a:lnTo>
                  <a:lnTo>
                    <a:pt x="625" y="632"/>
                  </a:lnTo>
                  <a:lnTo>
                    <a:pt x="622" y="628"/>
                  </a:lnTo>
                  <a:lnTo>
                    <a:pt x="621" y="627"/>
                  </a:lnTo>
                  <a:lnTo>
                    <a:pt x="620" y="629"/>
                  </a:lnTo>
                  <a:lnTo>
                    <a:pt x="620" y="630"/>
                  </a:lnTo>
                  <a:lnTo>
                    <a:pt x="620" y="632"/>
                  </a:lnTo>
                  <a:lnTo>
                    <a:pt x="620" y="637"/>
                  </a:lnTo>
                  <a:lnTo>
                    <a:pt x="618" y="640"/>
                  </a:lnTo>
                  <a:lnTo>
                    <a:pt x="616" y="641"/>
                  </a:lnTo>
                  <a:lnTo>
                    <a:pt x="612" y="639"/>
                  </a:lnTo>
                  <a:lnTo>
                    <a:pt x="611" y="641"/>
                  </a:lnTo>
                  <a:lnTo>
                    <a:pt x="611" y="643"/>
                  </a:lnTo>
                  <a:lnTo>
                    <a:pt x="610" y="644"/>
                  </a:lnTo>
                  <a:lnTo>
                    <a:pt x="605" y="645"/>
                  </a:lnTo>
                  <a:lnTo>
                    <a:pt x="603" y="645"/>
                  </a:lnTo>
                  <a:lnTo>
                    <a:pt x="599" y="646"/>
                  </a:lnTo>
                  <a:lnTo>
                    <a:pt x="596" y="644"/>
                  </a:lnTo>
                  <a:lnTo>
                    <a:pt x="594" y="645"/>
                  </a:lnTo>
                  <a:lnTo>
                    <a:pt x="591" y="649"/>
                  </a:lnTo>
                  <a:lnTo>
                    <a:pt x="589" y="649"/>
                  </a:lnTo>
                  <a:lnTo>
                    <a:pt x="584" y="649"/>
                  </a:lnTo>
                  <a:lnTo>
                    <a:pt x="579" y="651"/>
                  </a:lnTo>
                  <a:lnTo>
                    <a:pt x="576" y="653"/>
                  </a:lnTo>
                  <a:lnTo>
                    <a:pt x="573" y="653"/>
                  </a:lnTo>
                  <a:lnTo>
                    <a:pt x="571" y="652"/>
                  </a:lnTo>
                  <a:lnTo>
                    <a:pt x="571" y="653"/>
                  </a:lnTo>
                  <a:lnTo>
                    <a:pt x="570" y="655"/>
                  </a:lnTo>
                  <a:lnTo>
                    <a:pt x="568" y="658"/>
                  </a:lnTo>
                  <a:lnTo>
                    <a:pt x="568" y="659"/>
                  </a:lnTo>
                  <a:lnTo>
                    <a:pt x="572" y="664"/>
                  </a:lnTo>
                  <a:lnTo>
                    <a:pt x="573" y="665"/>
                  </a:lnTo>
                  <a:lnTo>
                    <a:pt x="574" y="666"/>
                  </a:lnTo>
                  <a:lnTo>
                    <a:pt x="572" y="668"/>
                  </a:lnTo>
                  <a:lnTo>
                    <a:pt x="566" y="670"/>
                  </a:lnTo>
                  <a:lnTo>
                    <a:pt x="562" y="664"/>
                  </a:lnTo>
                  <a:lnTo>
                    <a:pt x="561" y="659"/>
                  </a:lnTo>
                  <a:lnTo>
                    <a:pt x="561" y="656"/>
                  </a:lnTo>
                  <a:lnTo>
                    <a:pt x="564" y="650"/>
                  </a:lnTo>
                  <a:lnTo>
                    <a:pt x="564" y="649"/>
                  </a:lnTo>
                  <a:lnTo>
                    <a:pt x="559" y="647"/>
                  </a:lnTo>
                  <a:lnTo>
                    <a:pt x="558" y="647"/>
                  </a:lnTo>
                  <a:lnTo>
                    <a:pt x="557" y="650"/>
                  </a:lnTo>
                  <a:lnTo>
                    <a:pt x="553" y="650"/>
                  </a:lnTo>
                  <a:lnTo>
                    <a:pt x="548" y="648"/>
                  </a:lnTo>
                  <a:lnTo>
                    <a:pt x="544" y="643"/>
                  </a:lnTo>
                  <a:lnTo>
                    <a:pt x="543" y="644"/>
                  </a:lnTo>
                  <a:lnTo>
                    <a:pt x="543" y="645"/>
                  </a:lnTo>
                  <a:lnTo>
                    <a:pt x="542" y="648"/>
                  </a:lnTo>
                  <a:lnTo>
                    <a:pt x="540" y="649"/>
                  </a:lnTo>
                  <a:lnTo>
                    <a:pt x="538" y="648"/>
                  </a:lnTo>
                  <a:lnTo>
                    <a:pt x="534" y="649"/>
                  </a:lnTo>
                  <a:lnTo>
                    <a:pt x="532" y="648"/>
                  </a:lnTo>
                  <a:lnTo>
                    <a:pt x="526" y="647"/>
                  </a:lnTo>
                  <a:lnTo>
                    <a:pt x="522" y="646"/>
                  </a:lnTo>
                  <a:lnTo>
                    <a:pt x="515" y="641"/>
                  </a:lnTo>
                  <a:lnTo>
                    <a:pt x="513" y="639"/>
                  </a:lnTo>
                  <a:lnTo>
                    <a:pt x="512" y="635"/>
                  </a:lnTo>
                  <a:lnTo>
                    <a:pt x="516" y="629"/>
                  </a:lnTo>
                  <a:lnTo>
                    <a:pt x="515" y="626"/>
                  </a:lnTo>
                  <a:lnTo>
                    <a:pt x="514" y="625"/>
                  </a:lnTo>
                  <a:lnTo>
                    <a:pt x="508" y="625"/>
                  </a:lnTo>
                  <a:lnTo>
                    <a:pt x="504" y="624"/>
                  </a:lnTo>
                  <a:lnTo>
                    <a:pt x="498" y="623"/>
                  </a:lnTo>
                  <a:lnTo>
                    <a:pt x="494" y="618"/>
                  </a:lnTo>
                  <a:lnTo>
                    <a:pt x="492" y="619"/>
                  </a:lnTo>
                  <a:lnTo>
                    <a:pt x="488" y="621"/>
                  </a:lnTo>
                  <a:lnTo>
                    <a:pt x="483" y="626"/>
                  </a:lnTo>
                  <a:lnTo>
                    <a:pt x="481" y="627"/>
                  </a:lnTo>
                  <a:lnTo>
                    <a:pt x="475" y="628"/>
                  </a:lnTo>
                  <a:lnTo>
                    <a:pt x="464" y="628"/>
                  </a:lnTo>
                  <a:lnTo>
                    <a:pt x="462" y="629"/>
                  </a:lnTo>
                  <a:lnTo>
                    <a:pt x="458" y="632"/>
                  </a:lnTo>
                  <a:lnTo>
                    <a:pt x="455" y="631"/>
                  </a:lnTo>
                  <a:lnTo>
                    <a:pt x="451" y="629"/>
                  </a:lnTo>
                  <a:lnTo>
                    <a:pt x="449" y="629"/>
                  </a:lnTo>
                  <a:lnTo>
                    <a:pt x="445" y="630"/>
                  </a:lnTo>
                  <a:lnTo>
                    <a:pt x="442" y="631"/>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3" name="Freeform 32">
              <a:extLst>
                <a:ext uri="{FF2B5EF4-FFF2-40B4-BE49-F238E27FC236}">
                  <a16:creationId xmlns:a16="http://schemas.microsoft.com/office/drawing/2014/main" id="{5AFE4B4A-F4B4-E341-3ACE-CA5721747D2B}"/>
                </a:ext>
              </a:extLst>
            </p:cNvPr>
            <p:cNvSpPr>
              <a:spLocks/>
            </p:cNvSpPr>
            <p:nvPr/>
          </p:nvSpPr>
          <p:spPr bwMode="gray">
            <a:xfrm>
              <a:off x="5051641" y="4334030"/>
              <a:ext cx="63474" cy="54896"/>
            </a:xfrm>
            <a:custGeom>
              <a:avLst/>
              <a:gdLst>
                <a:gd name="T0" fmla="*/ 14 w 37"/>
                <a:gd name="T1" fmla="*/ 32 h 32"/>
                <a:gd name="T2" fmla="*/ 7 w 37"/>
                <a:gd name="T3" fmla="*/ 28 h 32"/>
                <a:gd name="T4" fmla="*/ 2 w 37"/>
                <a:gd name="T5" fmla="*/ 26 h 32"/>
                <a:gd name="T6" fmla="*/ 0 w 37"/>
                <a:gd name="T7" fmla="*/ 16 h 32"/>
                <a:gd name="T8" fmla="*/ 1 w 37"/>
                <a:gd name="T9" fmla="*/ 14 h 32"/>
                <a:gd name="T10" fmla="*/ 2 w 37"/>
                <a:gd name="T11" fmla="*/ 12 h 32"/>
                <a:gd name="T12" fmla="*/ 5 w 37"/>
                <a:gd name="T13" fmla="*/ 10 h 32"/>
                <a:gd name="T14" fmla="*/ 11 w 37"/>
                <a:gd name="T15" fmla="*/ 6 h 32"/>
                <a:gd name="T16" fmla="*/ 14 w 37"/>
                <a:gd name="T17" fmla="*/ 6 h 32"/>
                <a:gd name="T18" fmla="*/ 14 w 37"/>
                <a:gd name="T19" fmla="*/ 5 h 32"/>
                <a:gd name="T20" fmla="*/ 16 w 37"/>
                <a:gd name="T21" fmla="*/ 2 h 32"/>
                <a:gd name="T22" fmla="*/ 18 w 37"/>
                <a:gd name="T23" fmla="*/ 2 h 32"/>
                <a:gd name="T24" fmla="*/ 22 w 37"/>
                <a:gd name="T25" fmla="*/ 4 h 32"/>
                <a:gd name="T26" fmla="*/ 24 w 37"/>
                <a:gd name="T27" fmla="*/ 2 h 32"/>
                <a:gd name="T28" fmla="*/ 27 w 37"/>
                <a:gd name="T29" fmla="*/ 2 h 32"/>
                <a:gd name="T30" fmla="*/ 33 w 37"/>
                <a:gd name="T31" fmla="*/ 0 h 32"/>
                <a:gd name="T32" fmla="*/ 37 w 37"/>
                <a:gd name="T33" fmla="*/ 5 h 32"/>
                <a:gd name="T34" fmla="*/ 36 w 37"/>
                <a:gd name="T35" fmla="*/ 7 h 32"/>
                <a:gd name="T36" fmla="*/ 33 w 37"/>
                <a:gd name="T37" fmla="*/ 9 h 32"/>
                <a:gd name="T38" fmla="*/ 30 w 37"/>
                <a:gd name="T39" fmla="*/ 13 h 32"/>
                <a:gd name="T40" fmla="*/ 28 w 37"/>
                <a:gd name="T41" fmla="*/ 19 h 32"/>
                <a:gd name="T42" fmla="*/ 29 w 37"/>
                <a:gd name="T43" fmla="*/ 21 h 32"/>
                <a:gd name="T44" fmla="*/ 27 w 37"/>
                <a:gd name="T45" fmla="*/ 23 h 32"/>
                <a:gd name="T46" fmla="*/ 25 w 37"/>
                <a:gd name="T47" fmla="*/ 24 h 32"/>
                <a:gd name="T48" fmla="*/ 18 w 37"/>
                <a:gd name="T49" fmla="*/ 27 h 32"/>
                <a:gd name="T50" fmla="*/ 14 w 37"/>
                <a:gd name="T51" fmla="*/ 32 h 32"/>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37"/>
                <a:gd name="T79" fmla="*/ 0 h 32"/>
                <a:gd name="T80" fmla="*/ 37 w 37"/>
                <a:gd name="T81" fmla="*/ 32 h 32"/>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37" h="32">
                  <a:moveTo>
                    <a:pt x="14" y="32"/>
                  </a:moveTo>
                  <a:lnTo>
                    <a:pt x="7" y="28"/>
                  </a:lnTo>
                  <a:lnTo>
                    <a:pt x="2" y="26"/>
                  </a:lnTo>
                  <a:lnTo>
                    <a:pt x="0" y="16"/>
                  </a:lnTo>
                  <a:lnTo>
                    <a:pt x="1" y="14"/>
                  </a:lnTo>
                  <a:lnTo>
                    <a:pt x="2" y="12"/>
                  </a:lnTo>
                  <a:lnTo>
                    <a:pt x="5" y="10"/>
                  </a:lnTo>
                  <a:lnTo>
                    <a:pt x="11" y="6"/>
                  </a:lnTo>
                  <a:lnTo>
                    <a:pt x="14" y="6"/>
                  </a:lnTo>
                  <a:lnTo>
                    <a:pt x="14" y="5"/>
                  </a:lnTo>
                  <a:lnTo>
                    <a:pt x="16" y="2"/>
                  </a:lnTo>
                  <a:lnTo>
                    <a:pt x="18" y="2"/>
                  </a:lnTo>
                  <a:lnTo>
                    <a:pt x="22" y="4"/>
                  </a:lnTo>
                  <a:lnTo>
                    <a:pt x="24" y="2"/>
                  </a:lnTo>
                  <a:lnTo>
                    <a:pt x="27" y="2"/>
                  </a:lnTo>
                  <a:lnTo>
                    <a:pt x="33" y="0"/>
                  </a:lnTo>
                  <a:lnTo>
                    <a:pt x="37" y="5"/>
                  </a:lnTo>
                  <a:lnTo>
                    <a:pt x="36" y="7"/>
                  </a:lnTo>
                  <a:lnTo>
                    <a:pt x="33" y="9"/>
                  </a:lnTo>
                  <a:lnTo>
                    <a:pt x="30" y="13"/>
                  </a:lnTo>
                  <a:lnTo>
                    <a:pt x="28" y="19"/>
                  </a:lnTo>
                  <a:lnTo>
                    <a:pt x="29" y="21"/>
                  </a:lnTo>
                  <a:lnTo>
                    <a:pt x="27" y="23"/>
                  </a:lnTo>
                  <a:lnTo>
                    <a:pt x="25" y="24"/>
                  </a:lnTo>
                  <a:lnTo>
                    <a:pt x="18" y="27"/>
                  </a:lnTo>
                  <a:lnTo>
                    <a:pt x="14" y="3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4" name="Freeform 33">
              <a:extLst>
                <a:ext uri="{FF2B5EF4-FFF2-40B4-BE49-F238E27FC236}">
                  <a16:creationId xmlns:a16="http://schemas.microsoft.com/office/drawing/2014/main" id="{943765BB-8C70-37A4-A9DC-7BF4704F7263}"/>
                </a:ext>
              </a:extLst>
            </p:cNvPr>
            <p:cNvSpPr>
              <a:spLocks/>
            </p:cNvSpPr>
            <p:nvPr/>
          </p:nvSpPr>
          <p:spPr bwMode="gray">
            <a:xfrm>
              <a:off x="4118408" y="3179496"/>
              <a:ext cx="1634875" cy="1149388"/>
            </a:xfrm>
            <a:custGeom>
              <a:avLst/>
              <a:gdLst>
                <a:gd name="T0" fmla="*/ 426 w 953"/>
                <a:gd name="T1" fmla="*/ 648 h 670"/>
                <a:gd name="T2" fmla="*/ 403 w 953"/>
                <a:gd name="T3" fmla="*/ 621 h 670"/>
                <a:gd name="T4" fmla="*/ 373 w 953"/>
                <a:gd name="T5" fmla="*/ 596 h 670"/>
                <a:gd name="T6" fmla="*/ 382 w 953"/>
                <a:gd name="T7" fmla="*/ 542 h 670"/>
                <a:gd name="T8" fmla="*/ 356 w 953"/>
                <a:gd name="T9" fmla="*/ 524 h 670"/>
                <a:gd name="T10" fmla="*/ 295 w 953"/>
                <a:gd name="T11" fmla="*/ 538 h 670"/>
                <a:gd name="T12" fmla="*/ 249 w 953"/>
                <a:gd name="T13" fmla="*/ 535 h 670"/>
                <a:gd name="T14" fmla="*/ 209 w 953"/>
                <a:gd name="T15" fmla="*/ 537 h 670"/>
                <a:gd name="T16" fmla="*/ 180 w 953"/>
                <a:gd name="T17" fmla="*/ 525 h 670"/>
                <a:gd name="T18" fmla="*/ 139 w 953"/>
                <a:gd name="T19" fmla="*/ 502 h 670"/>
                <a:gd name="T20" fmla="*/ 103 w 953"/>
                <a:gd name="T21" fmla="*/ 487 h 670"/>
                <a:gd name="T22" fmla="*/ 80 w 953"/>
                <a:gd name="T23" fmla="*/ 452 h 670"/>
                <a:gd name="T24" fmla="*/ 77 w 953"/>
                <a:gd name="T25" fmla="*/ 432 h 670"/>
                <a:gd name="T26" fmla="*/ 49 w 953"/>
                <a:gd name="T27" fmla="*/ 398 h 670"/>
                <a:gd name="T28" fmla="*/ 26 w 953"/>
                <a:gd name="T29" fmla="*/ 374 h 670"/>
                <a:gd name="T30" fmla="*/ 19 w 953"/>
                <a:gd name="T31" fmla="*/ 365 h 670"/>
                <a:gd name="T32" fmla="*/ 10 w 953"/>
                <a:gd name="T33" fmla="*/ 338 h 670"/>
                <a:gd name="T34" fmla="*/ 27 w 953"/>
                <a:gd name="T35" fmla="*/ 297 h 670"/>
                <a:gd name="T36" fmla="*/ 70 w 953"/>
                <a:gd name="T37" fmla="*/ 288 h 670"/>
                <a:gd name="T38" fmla="*/ 109 w 953"/>
                <a:gd name="T39" fmla="*/ 242 h 670"/>
                <a:gd name="T40" fmla="*/ 123 w 953"/>
                <a:gd name="T41" fmla="*/ 197 h 670"/>
                <a:gd name="T42" fmla="*/ 149 w 953"/>
                <a:gd name="T43" fmla="*/ 152 h 670"/>
                <a:gd name="T44" fmla="*/ 200 w 953"/>
                <a:gd name="T45" fmla="*/ 124 h 670"/>
                <a:gd name="T46" fmla="*/ 224 w 953"/>
                <a:gd name="T47" fmla="*/ 119 h 670"/>
                <a:gd name="T48" fmla="*/ 269 w 953"/>
                <a:gd name="T49" fmla="*/ 185 h 670"/>
                <a:gd name="T50" fmla="*/ 331 w 953"/>
                <a:gd name="T51" fmla="*/ 219 h 670"/>
                <a:gd name="T52" fmla="*/ 438 w 953"/>
                <a:gd name="T53" fmla="*/ 257 h 670"/>
                <a:gd name="T54" fmla="*/ 507 w 953"/>
                <a:gd name="T55" fmla="*/ 268 h 670"/>
                <a:gd name="T56" fmla="*/ 597 w 953"/>
                <a:gd name="T57" fmla="*/ 232 h 670"/>
                <a:gd name="T58" fmla="*/ 620 w 953"/>
                <a:gd name="T59" fmla="*/ 207 h 670"/>
                <a:gd name="T60" fmla="*/ 671 w 953"/>
                <a:gd name="T61" fmla="*/ 173 h 670"/>
                <a:gd name="T62" fmla="*/ 720 w 953"/>
                <a:gd name="T63" fmla="*/ 160 h 670"/>
                <a:gd name="T64" fmla="*/ 659 w 953"/>
                <a:gd name="T65" fmla="*/ 142 h 670"/>
                <a:gd name="T66" fmla="*/ 707 w 953"/>
                <a:gd name="T67" fmla="*/ 89 h 670"/>
                <a:gd name="T68" fmla="*/ 735 w 953"/>
                <a:gd name="T69" fmla="*/ 26 h 670"/>
                <a:gd name="T70" fmla="*/ 784 w 953"/>
                <a:gd name="T71" fmla="*/ 2 h 670"/>
                <a:gd name="T72" fmla="*/ 866 w 953"/>
                <a:gd name="T73" fmla="*/ 104 h 670"/>
                <a:gd name="T74" fmla="*/ 950 w 953"/>
                <a:gd name="T75" fmla="*/ 130 h 670"/>
                <a:gd name="T76" fmla="*/ 922 w 953"/>
                <a:gd name="T77" fmla="*/ 204 h 670"/>
                <a:gd name="T78" fmla="*/ 896 w 953"/>
                <a:gd name="T79" fmla="*/ 246 h 670"/>
                <a:gd name="T80" fmla="*/ 850 w 953"/>
                <a:gd name="T81" fmla="*/ 266 h 670"/>
                <a:gd name="T82" fmla="*/ 819 w 953"/>
                <a:gd name="T83" fmla="*/ 285 h 670"/>
                <a:gd name="T84" fmla="*/ 746 w 953"/>
                <a:gd name="T85" fmla="*/ 333 h 670"/>
                <a:gd name="T86" fmla="*/ 756 w 953"/>
                <a:gd name="T87" fmla="*/ 303 h 670"/>
                <a:gd name="T88" fmla="*/ 711 w 953"/>
                <a:gd name="T89" fmla="*/ 317 h 670"/>
                <a:gd name="T90" fmla="*/ 684 w 953"/>
                <a:gd name="T91" fmla="*/ 341 h 670"/>
                <a:gd name="T92" fmla="*/ 726 w 953"/>
                <a:gd name="T93" fmla="*/ 358 h 670"/>
                <a:gd name="T94" fmla="*/ 752 w 953"/>
                <a:gd name="T95" fmla="*/ 373 h 670"/>
                <a:gd name="T96" fmla="*/ 709 w 953"/>
                <a:gd name="T97" fmla="*/ 408 h 670"/>
                <a:gd name="T98" fmla="*/ 742 w 953"/>
                <a:gd name="T99" fmla="*/ 463 h 670"/>
                <a:gd name="T100" fmla="*/ 733 w 953"/>
                <a:gd name="T101" fmla="*/ 495 h 670"/>
                <a:gd name="T102" fmla="*/ 747 w 953"/>
                <a:gd name="T103" fmla="*/ 509 h 670"/>
                <a:gd name="T104" fmla="*/ 734 w 953"/>
                <a:gd name="T105" fmla="*/ 539 h 670"/>
                <a:gd name="T106" fmla="*/ 713 w 953"/>
                <a:gd name="T107" fmla="*/ 580 h 670"/>
                <a:gd name="T108" fmla="*/ 683 w 953"/>
                <a:gd name="T109" fmla="*/ 612 h 670"/>
                <a:gd name="T110" fmla="*/ 648 w 953"/>
                <a:gd name="T111" fmla="*/ 628 h 670"/>
                <a:gd name="T112" fmla="*/ 620 w 953"/>
                <a:gd name="T113" fmla="*/ 632 h 670"/>
                <a:gd name="T114" fmla="*/ 591 w 953"/>
                <a:gd name="T115" fmla="*/ 649 h 670"/>
                <a:gd name="T116" fmla="*/ 574 w 953"/>
                <a:gd name="T117" fmla="*/ 666 h 670"/>
                <a:gd name="T118" fmla="*/ 544 w 953"/>
                <a:gd name="T119" fmla="*/ 643 h 670"/>
                <a:gd name="T120" fmla="*/ 512 w 953"/>
                <a:gd name="T121" fmla="*/ 635 h 670"/>
                <a:gd name="T122" fmla="*/ 464 w 953"/>
                <a:gd name="T123" fmla="*/ 628 h 67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953"/>
                <a:gd name="T187" fmla="*/ 0 h 670"/>
                <a:gd name="T188" fmla="*/ 953 w 953"/>
                <a:gd name="T189" fmla="*/ 670 h 670"/>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953" h="670">
                  <a:moveTo>
                    <a:pt x="442" y="631"/>
                  </a:moveTo>
                  <a:lnTo>
                    <a:pt x="437" y="633"/>
                  </a:lnTo>
                  <a:lnTo>
                    <a:pt x="435" y="635"/>
                  </a:lnTo>
                  <a:lnTo>
                    <a:pt x="435" y="638"/>
                  </a:lnTo>
                  <a:lnTo>
                    <a:pt x="436" y="642"/>
                  </a:lnTo>
                  <a:lnTo>
                    <a:pt x="437" y="645"/>
                  </a:lnTo>
                  <a:lnTo>
                    <a:pt x="438" y="649"/>
                  </a:lnTo>
                  <a:lnTo>
                    <a:pt x="437" y="652"/>
                  </a:lnTo>
                  <a:lnTo>
                    <a:pt x="436" y="653"/>
                  </a:lnTo>
                  <a:lnTo>
                    <a:pt x="430" y="653"/>
                  </a:lnTo>
                  <a:lnTo>
                    <a:pt x="428" y="651"/>
                  </a:lnTo>
                  <a:lnTo>
                    <a:pt x="427" y="649"/>
                  </a:lnTo>
                  <a:lnTo>
                    <a:pt x="426" y="648"/>
                  </a:lnTo>
                  <a:lnTo>
                    <a:pt x="425" y="645"/>
                  </a:lnTo>
                  <a:lnTo>
                    <a:pt x="421" y="648"/>
                  </a:lnTo>
                  <a:lnTo>
                    <a:pt x="416" y="649"/>
                  </a:lnTo>
                  <a:lnTo>
                    <a:pt x="414" y="648"/>
                  </a:lnTo>
                  <a:lnTo>
                    <a:pt x="412" y="646"/>
                  </a:lnTo>
                  <a:lnTo>
                    <a:pt x="409" y="641"/>
                  </a:lnTo>
                  <a:lnTo>
                    <a:pt x="407" y="638"/>
                  </a:lnTo>
                  <a:lnTo>
                    <a:pt x="404" y="638"/>
                  </a:lnTo>
                  <a:lnTo>
                    <a:pt x="400" y="638"/>
                  </a:lnTo>
                  <a:lnTo>
                    <a:pt x="399" y="638"/>
                  </a:lnTo>
                  <a:lnTo>
                    <a:pt x="398" y="635"/>
                  </a:lnTo>
                  <a:lnTo>
                    <a:pt x="403" y="623"/>
                  </a:lnTo>
                  <a:lnTo>
                    <a:pt x="403" y="621"/>
                  </a:lnTo>
                  <a:lnTo>
                    <a:pt x="399" y="620"/>
                  </a:lnTo>
                  <a:lnTo>
                    <a:pt x="395" y="621"/>
                  </a:lnTo>
                  <a:lnTo>
                    <a:pt x="394" y="618"/>
                  </a:lnTo>
                  <a:lnTo>
                    <a:pt x="392" y="605"/>
                  </a:lnTo>
                  <a:lnTo>
                    <a:pt x="391" y="604"/>
                  </a:lnTo>
                  <a:lnTo>
                    <a:pt x="387" y="604"/>
                  </a:lnTo>
                  <a:lnTo>
                    <a:pt x="382" y="604"/>
                  </a:lnTo>
                  <a:lnTo>
                    <a:pt x="376" y="608"/>
                  </a:lnTo>
                  <a:lnTo>
                    <a:pt x="374" y="609"/>
                  </a:lnTo>
                  <a:lnTo>
                    <a:pt x="373" y="608"/>
                  </a:lnTo>
                  <a:lnTo>
                    <a:pt x="373" y="606"/>
                  </a:lnTo>
                  <a:lnTo>
                    <a:pt x="374" y="601"/>
                  </a:lnTo>
                  <a:lnTo>
                    <a:pt x="373" y="596"/>
                  </a:lnTo>
                  <a:lnTo>
                    <a:pt x="372" y="593"/>
                  </a:lnTo>
                  <a:lnTo>
                    <a:pt x="376" y="586"/>
                  </a:lnTo>
                  <a:lnTo>
                    <a:pt x="378" y="584"/>
                  </a:lnTo>
                  <a:lnTo>
                    <a:pt x="381" y="582"/>
                  </a:lnTo>
                  <a:lnTo>
                    <a:pt x="386" y="578"/>
                  </a:lnTo>
                  <a:lnTo>
                    <a:pt x="389" y="572"/>
                  </a:lnTo>
                  <a:lnTo>
                    <a:pt x="391" y="566"/>
                  </a:lnTo>
                  <a:lnTo>
                    <a:pt x="391" y="559"/>
                  </a:lnTo>
                  <a:lnTo>
                    <a:pt x="390" y="546"/>
                  </a:lnTo>
                  <a:lnTo>
                    <a:pt x="389" y="545"/>
                  </a:lnTo>
                  <a:lnTo>
                    <a:pt x="385" y="545"/>
                  </a:lnTo>
                  <a:lnTo>
                    <a:pt x="383" y="545"/>
                  </a:lnTo>
                  <a:lnTo>
                    <a:pt x="382" y="542"/>
                  </a:lnTo>
                  <a:lnTo>
                    <a:pt x="380" y="535"/>
                  </a:lnTo>
                  <a:lnTo>
                    <a:pt x="377" y="532"/>
                  </a:lnTo>
                  <a:lnTo>
                    <a:pt x="374" y="529"/>
                  </a:lnTo>
                  <a:lnTo>
                    <a:pt x="372" y="530"/>
                  </a:lnTo>
                  <a:lnTo>
                    <a:pt x="370" y="533"/>
                  </a:lnTo>
                  <a:lnTo>
                    <a:pt x="370" y="534"/>
                  </a:lnTo>
                  <a:lnTo>
                    <a:pt x="365" y="533"/>
                  </a:lnTo>
                  <a:lnTo>
                    <a:pt x="360" y="531"/>
                  </a:lnTo>
                  <a:lnTo>
                    <a:pt x="355" y="531"/>
                  </a:lnTo>
                  <a:lnTo>
                    <a:pt x="353" y="530"/>
                  </a:lnTo>
                  <a:lnTo>
                    <a:pt x="354" y="528"/>
                  </a:lnTo>
                  <a:lnTo>
                    <a:pt x="356" y="524"/>
                  </a:lnTo>
                  <a:lnTo>
                    <a:pt x="356" y="521"/>
                  </a:lnTo>
                  <a:lnTo>
                    <a:pt x="351" y="515"/>
                  </a:lnTo>
                  <a:lnTo>
                    <a:pt x="347" y="512"/>
                  </a:lnTo>
                  <a:lnTo>
                    <a:pt x="338" y="519"/>
                  </a:lnTo>
                  <a:lnTo>
                    <a:pt x="335" y="519"/>
                  </a:lnTo>
                  <a:lnTo>
                    <a:pt x="328" y="517"/>
                  </a:lnTo>
                  <a:lnTo>
                    <a:pt x="326" y="515"/>
                  </a:lnTo>
                  <a:lnTo>
                    <a:pt x="324" y="516"/>
                  </a:lnTo>
                  <a:lnTo>
                    <a:pt x="320" y="519"/>
                  </a:lnTo>
                  <a:lnTo>
                    <a:pt x="312" y="524"/>
                  </a:lnTo>
                  <a:lnTo>
                    <a:pt x="306" y="526"/>
                  </a:lnTo>
                  <a:lnTo>
                    <a:pt x="302" y="529"/>
                  </a:lnTo>
                  <a:lnTo>
                    <a:pt x="295" y="538"/>
                  </a:lnTo>
                  <a:lnTo>
                    <a:pt x="292" y="540"/>
                  </a:lnTo>
                  <a:lnTo>
                    <a:pt x="287" y="542"/>
                  </a:lnTo>
                  <a:lnTo>
                    <a:pt x="281" y="542"/>
                  </a:lnTo>
                  <a:lnTo>
                    <a:pt x="280" y="543"/>
                  </a:lnTo>
                  <a:lnTo>
                    <a:pt x="278" y="538"/>
                  </a:lnTo>
                  <a:lnTo>
                    <a:pt x="275" y="537"/>
                  </a:lnTo>
                  <a:lnTo>
                    <a:pt x="273" y="536"/>
                  </a:lnTo>
                  <a:lnTo>
                    <a:pt x="261" y="536"/>
                  </a:lnTo>
                  <a:lnTo>
                    <a:pt x="258" y="534"/>
                  </a:lnTo>
                  <a:lnTo>
                    <a:pt x="256" y="532"/>
                  </a:lnTo>
                  <a:lnTo>
                    <a:pt x="253" y="532"/>
                  </a:lnTo>
                  <a:lnTo>
                    <a:pt x="252" y="533"/>
                  </a:lnTo>
                  <a:lnTo>
                    <a:pt x="249" y="535"/>
                  </a:lnTo>
                  <a:lnTo>
                    <a:pt x="245" y="539"/>
                  </a:lnTo>
                  <a:lnTo>
                    <a:pt x="236" y="551"/>
                  </a:lnTo>
                  <a:lnTo>
                    <a:pt x="235" y="546"/>
                  </a:lnTo>
                  <a:lnTo>
                    <a:pt x="235" y="539"/>
                  </a:lnTo>
                  <a:lnTo>
                    <a:pt x="234" y="538"/>
                  </a:lnTo>
                  <a:lnTo>
                    <a:pt x="233" y="537"/>
                  </a:lnTo>
                  <a:lnTo>
                    <a:pt x="229" y="538"/>
                  </a:lnTo>
                  <a:lnTo>
                    <a:pt x="227" y="539"/>
                  </a:lnTo>
                  <a:lnTo>
                    <a:pt x="222" y="538"/>
                  </a:lnTo>
                  <a:lnTo>
                    <a:pt x="220" y="540"/>
                  </a:lnTo>
                  <a:lnTo>
                    <a:pt x="217" y="539"/>
                  </a:lnTo>
                  <a:lnTo>
                    <a:pt x="211" y="539"/>
                  </a:lnTo>
                  <a:lnTo>
                    <a:pt x="209" y="537"/>
                  </a:lnTo>
                  <a:lnTo>
                    <a:pt x="205" y="534"/>
                  </a:lnTo>
                  <a:lnTo>
                    <a:pt x="202" y="534"/>
                  </a:lnTo>
                  <a:lnTo>
                    <a:pt x="201" y="537"/>
                  </a:lnTo>
                  <a:lnTo>
                    <a:pt x="199" y="538"/>
                  </a:lnTo>
                  <a:lnTo>
                    <a:pt x="194" y="535"/>
                  </a:lnTo>
                  <a:lnTo>
                    <a:pt x="194" y="538"/>
                  </a:lnTo>
                  <a:lnTo>
                    <a:pt x="193" y="539"/>
                  </a:lnTo>
                  <a:lnTo>
                    <a:pt x="192" y="535"/>
                  </a:lnTo>
                  <a:lnTo>
                    <a:pt x="188" y="531"/>
                  </a:lnTo>
                  <a:lnTo>
                    <a:pt x="186" y="531"/>
                  </a:lnTo>
                  <a:lnTo>
                    <a:pt x="179" y="531"/>
                  </a:lnTo>
                  <a:lnTo>
                    <a:pt x="179" y="528"/>
                  </a:lnTo>
                  <a:lnTo>
                    <a:pt x="180" y="525"/>
                  </a:lnTo>
                  <a:lnTo>
                    <a:pt x="178" y="525"/>
                  </a:lnTo>
                  <a:lnTo>
                    <a:pt x="176" y="527"/>
                  </a:lnTo>
                  <a:lnTo>
                    <a:pt x="165" y="520"/>
                  </a:lnTo>
                  <a:lnTo>
                    <a:pt x="166" y="518"/>
                  </a:lnTo>
                  <a:lnTo>
                    <a:pt x="164" y="515"/>
                  </a:lnTo>
                  <a:lnTo>
                    <a:pt x="163" y="513"/>
                  </a:lnTo>
                  <a:lnTo>
                    <a:pt x="158" y="514"/>
                  </a:lnTo>
                  <a:lnTo>
                    <a:pt x="157" y="516"/>
                  </a:lnTo>
                  <a:lnTo>
                    <a:pt x="152" y="509"/>
                  </a:lnTo>
                  <a:lnTo>
                    <a:pt x="149" y="507"/>
                  </a:lnTo>
                  <a:lnTo>
                    <a:pt x="148" y="508"/>
                  </a:lnTo>
                  <a:lnTo>
                    <a:pt x="145" y="507"/>
                  </a:lnTo>
                  <a:lnTo>
                    <a:pt x="139" y="502"/>
                  </a:lnTo>
                  <a:lnTo>
                    <a:pt x="133" y="499"/>
                  </a:lnTo>
                  <a:lnTo>
                    <a:pt x="132" y="494"/>
                  </a:lnTo>
                  <a:lnTo>
                    <a:pt x="125" y="493"/>
                  </a:lnTo>
                  <a:lnTo>
                    <a:pt x="123" y="494"/>
                  </a:lnTo>
                  <a:lnTo>
                    <a:pt x="121" y="494"/>
                  </a:lnTo>
                  <a:lnTo>
                    <a:pt x="120" y="498"/>
                  </a:lnTo>
                  <a:lnTo>
                    <a:pt x="118" y="500"/>
                  </a:lnTo>
                  <a:lnTo>
                    <a:pt x="117" y="500"/>
                  </a:lnTo>
                  <a:lnTo>
                    <a:pt x="115" y="496"/>
                  </a:lnTo>
                  <a:lnTo>
                    <a:pt x="109" y="492"/>
                  </a:lnTo>
                  <a:lnTo>
                    <a:pt x="108" y="492"/>
                  </a:lnTo>
                  <a:lnTo>
                    <a:pt x="103" y="490"/>
                  </a:lnTo>
                  <a:lnTo>
                    <a:pt x="103" y="487"/>
                  </a:lnTo>
                  <a:lnTo>
                    <a:pt x="96" y="482"/>
                  </a:lnTo>
                  <a:lnTo>
                    <a:pt x="93" y="483"/>
                  </a:lnTo>
                  <a:lnTo>
                    <a:pt x="88" y="477"/>
                  </a:lnTo>
                  <a:lnTo>
                    <a:pt x="85" y="475"/>
                  </a:lnTo>
                  <a:lnTo>
                    <a:pt x="82" y="477"/>
                  </a:lnTo>
                  <a:lnTo>
                    <a:pt x="80" y="477"/>
                  </a:lnTo>
                  <a:lnTo>
                    <a:pt x="79" y="473"/>
                  </a:lnTo>
                  <a:lnTo>
                    <a:pt x="81" y="471"/>
                  </a:lnTo>
                  <a:lnTo>
                    <a:pt x="79" y="468"/>
                  </a:lnTo>
                  <a:lnTo>
                    <a:pt x="80" y="464"/>
                  </a:lnTo>
                  <a:lnTo>
                    <a:pt x="76" y="460"/>
                  </a:lnTo>
                  <a:lnTo>
                    <a:pt x="74" y="454"/>
                  </a:lnTo>
                  <a:lnTo>
                    <a:pt x="80" y="452"/>
                  </a:lnTo>
                  <a:lnTo>
                    <a:pt x="80" y="455"/>
                  </a:lnTo>
                  <a:lnTo>
                    <a:pt x="83" y="457"/>
                  </a:lnTo>
                  <a:lnTo>
                    <a:pt x="86" y="457"/>
                  </a:lnTo>
                  <a:lnTo>
                    <a:pt x="88" y="455"/>
                  </a:lnTo>
                  <a:lnTo>
                    <a:pt x="92" y="451"/>
                  </a:lnTo>
                  <a:lnTo>
                    <a:pt x="89" y="446"/>
                  </a:lnTo>
                  <a:lnTo>
                    <a:pt x="90" y="442"/>
                  </a:lnTo>
                  <a:lnTo>
                    <a:pt x="86" y="442"/>
                  </a:lnTo>
                  <a:lnTo>
                    <a:pt x="85" y="440"/>
                  </a:lnTo>
                  <a:lnTo>
                    <a:pt x="85" y="439"/>
                  </a:lnTo>
                  <a:lnTo>
                    <a:pt x="79" y="438"/>
                  </a:lnTo>
                  <a:lnTo>
                    <a:pt x="77" y="437"/>
                  </a:lnTo>
                  <a:lnTo>
                    <a:pt x="77" y="432"/>
                  </a:lnTo>
                  <a:lnTo>
                    <a:pt x="76" y="427"/>
                  </a:lnTo>
                  <a:lnTo>
                    <a:pt x="78" y="425"/>
                  </a:lnTo>
                  <a:lnTo>
                    <a:pt x="80" y="424"/>
                  </a:lnTo>
                  <a:lnTo>
                    <a:pt x="79" y="421"/>
                  </a:lnTo>
                  <a:lnTo>
                    <a:pt x="75" y="418"/>
                  </a:lnTo>
                  <a:lnTo>
                    <a:pt x="70" y="417"/>
                  </a:lnTo>
                  <a:lnTo>
                    <a:pt x="68" y="413"/>
                  </a:lnTo>
                  <a:lnTo>
                    <a:pt x="65" y="404"/>
                  </a:lnTo>
                  <a:lnTo>
                    <a:pt x="65" y="399"/>
                  </a:lnTo>
                  <a:lnTo>
                    <a:pt x="62" y="401"/>
                  </a:lnTo>
                  <a:lnTo>
                    <a:pt x="61" y="400"/>
                  </a:lnTo>
                  <a:lnTo>
                    <a:pt x="58" y="399"/>
                  </a:lnTo>
                  <a:lnTo>
                    <a:pt x="49" y="398"/>
                  </a:lnTo>
                  <a:lnTo>
                    <a:pt x="45" y="394"/>
                  </a:lnTo>
                  <a:lnTo>
                    <a:pt x="44" y="393"/>
                  </a:lnTo>
                  <a:lnTo>
                    <a:pt x="43" y="391"/>
                  </a:lnTo>
                  <a:lnTo>
                    <a:pt x="42" y="391"/>
                  </a:lnTo>
                  <a:lnTo>
                    <a:pt x="38" y="393"/>
                  </a:lnTo>
                  <a:lnTo>
                    <a:pt x="36" y="391"/>
                  </a:lnTo>
                  <a:lnTo>
                    <a:pt x="35" y="389"/>
                  </a:lnTo>
                  <a:lnTo>
                    <a:pt x="33" y="388"/>
                  </a:lnTo>
                  <a:lnTo>
                    <a:pt x="35" y="384"/>
                  </a:lnTo>
                  <a:lnTo>
                    <a:pt x="35" y="379"/>
                  </a:lnTo>
                  <a:lnTo>
                    <a:pt x="33" y="377"/>
                  </a:lnTo>
                  <a:lnTo>
                    <a:pt x="30" y="374"/>
                  </a:lnTo>
                  <a:lnTo>
                    <a:pt x="26" y="374"/>
                  </a:lnTo>
                  <a:lnTo>
                    <a:pt x="24" y="375"/>
                  </a:lnTo>
                  <a:lnTo>
                    <a:pt x="24" y="372"/>
                  </a:lnTo>
                  <a:lnTo>
                    <a:pt x="20" y="371"/>
                  </a:lnTo>
                  <a:lnTo>
                    <a:pt x="18" y="370"/>
                  </a:lnTo>
                  <a:lnTo>
                    <a:pt x="16" y="372"/>
                  </a:lnTo>
                  <a:lnTo>
                    <a:pt x="15" y="371"/>
                  </a:lnTo>
                  <a:lnTo>
                    <a:pt x="13" y="370"/>
                  </a:lnTo>
                  <a:lnTo>
                    <a:pt x="13" y="369"/>
                  </a:lnTo>
                  <a:lnTo>
                    <a:pt x="12" y="369"/>
                  </a:lnTo>
                  <a:lnTo>
                    <a:pt x="11" y="367"/>
                  </a:lnTo>
                  <a:lnTo>
                    <a:pt x="15" y="367"/>
                  </a:lnTo>
                  <a:lnTo>
                    <a:pt x="17" y="366"/>
                  </a:lnTo>
                  <a:lnTo>
                    <a:pt x="19" y="365"/>
                  </a:lnTo>
                  <a:lnTo>
                    <a:pt x="20" y="362"/>
                  </a:lnTo>
                  <a:lnTo>
                    <a:pt x="21" y="361"/>
                  </a:lnTo>
                  <a:lnTo>
                    <a:pt x="20" y="359"/>
                  </a:lnTo>
                  <a:lnTo>
                    <a:pt x="21" y="356"/>
                  </a:lnTo>
                  <a:lnTo>
                    <a:pt x="19" y="354"/>
                  </a:lnTo>
                  <a:lnTo>
                    <a:pt x="20" y="350"/>
                  </a:lnTo>
                  <a:lnTo>
                    <a:pt x="19" y="349"/>
                  </a:lnTo>
                  <a:lnTo>
                    <a:pt x="18" y="349"/>
                  </a:lnTo>
                  <a:lnTo>
                    <a:pt x="18" y="347"/>
                  </a:lnTo>
                  <a:lnTo>
                    <a:pt x="18" y="344"/>
                  </a:lnTo>
                  <a:lnTo>
                    <a:pt x="16" y="340"/>
                  </a:lnTo>
                  <a:lnTo>
                    <a:pt x="14" y="339"/>
                  </a:lnTo>
                  <a:lnTo>
                    <a:pt x="10" y="338"/>
                  </a:lnTo>
                  <a:lnTo>
                    <a:pt x="8" y="338"/>
                  </a:lnTo>
                  <a:lnTo>
                    <a:pt x="6" y="339"/>
                  </a:lnTo>
                  <a:lnTo>
                    <a:pt x="3" y="340"/>
                  </a:lnTo>
                  <a:lnTo>
                    <a:pt x="1" y="336"/>
                  </a:lnTo>
                  <a:lnTo>
                    <a:pt x="0" y="333"/>
                  </a:lnTo>
                  <a:lnTo>
                    <a:pt x="2" y="331"/>
                  </a:lnTo>
                  <a:lnTo>
                    <a:pt x="1" y="322"/>
                  </a:lnTo>
                  <a:lnTo>
                    <a:pt x="1" y="321"/>
                  </a:lnTo>
                  <a:lnTo>
                    <a:pt x="2" y="314"/>
                  </a:lnTo>
                  <a:lnTo>
                    <a:pt x="3" y="312"/>
                  </a:lnTo>
                  <a:lnTo>
                    <a:pt x="5" y="311"/>
                  </a:lnTo>
                  <a:lnTo>
                    <a:pt x="15" y="304"/>
                  </a:lnTo>
                  <a:lnTo>
                    <a:pt x="27" y="297"/>
                  </a:lnTo>
                  <a:lnTo>
                    <a:pt x="30" y="297"/>
                  </a:lnTo>
                  <a:lnTo>
                    <a:pt x="30" y="298"/>
                  </a:lnTo>
                  <a:lnTo>
                    <a:pt x="32" y="303"/>
                  </a:lnTo>
                  <a:lnTo>
                    <a:pt x="34" y="304"/>
                  </a:lnTo>
                  <a:lnTo>
                    <a:pt x="38" y="302"/>
                  </a:lnTo>
                  <a:lnTo>
                    <a:pt x="44" y="301"/>
                  </a:lnTo>
                  <a:lnTo>
                    <a:pt x="46" y="299"/>
                  </a:lnTo>
                  <a:lnTo>
                    <a:pt x="49" y="292"/>
                  </a:lnTo>
                  <a:lnTo>
                    <a:pt x="52" y="287"/>
                  </a:lnTo>
                  <a:lnTo>
                    <a:pt x="54" y="287"/>
                  </a:lnTo>
                  <a:lnTo>
                    <a:pt x="63" y="289"/>
                  </a:lnTo>
                  <a:lnTo>
                    <a:pt x="66" y="289"/>
                  </a:lnTo>
                  <a:lnTo>
                    <a:pt x="70" y="288"/>
                  </a:lnTo>
                  <a:lnTo>
                    <a:pt x="74" y="285"/>
                  </a:lnTo>
                  <a:lnTo>
                    <a:pt x="78" y="278"/>
                  </a:lnTo>
                  <a:lnTo>
                    <a:pt x="81" y="275"/>
                  </a:lnTo>
                  <a:lnTo>
                    <a:pt x="84" y="274"/>
                  </a:lnTo>
                  <a:lnTo>
                    <a:pt x="94" y="271"/>
                  </a:lnTo>
                  <a:lnTo>
                    <a:pt x="101" y="268"/>
                  </a:lnTo>
                  <a:lnTo>
                    <a:pt x="103" y="267"/>
                  </a:lnTo>
                  <a:lnTo>
                    <a:pt x="103" y="266"/>
                  </a:lnTo>
                  <a:lnTo>
                    <a:pt x="103" y="264"/>
                  </a:lnTo>
                  <a:lnTo>
                    <a:pt x="102" y="255"/>
                  </a:lnTo>
                  <a:lnTo>
                    <a:pt x="102" y="251"/>
                  </a:lnTo>
                  <a:lnTo>
                    <a:pt x="104" y="248"/>
                  </a:lnTo>
                  <a:lnTo>
                    <a:pt x="109" y="242"/>
                  </a:lnTo>
                  <a:lnTo>
                    <a:pt x="111" y="239"/>
                  </a:lnTo>
                  <a:lnTo>
                    <a:pt x="110" y="235"/>
                  </a:lnTo>
                  <a:lnTo>
                    <a:pt x="108" y="230"/>
                  </a:lnTo>
                  <a:lnTo>
                    <a:pt x="105" y="224"/>
                  </a:lnTo>
                  <a:lnTo>
                    <a:pt x="105" y="211"/>
                  </a:lnTo>
                  <a:lnTo>
                    <a:pt x="102" y="209"/>
                  </a:lnTo>
                  <a:lnTo>
                    <a:pt x="100" y="210"/>
                  </a:lnTo>
                  <a:lnTo>
                    <a:pt x="98" y="208"/>
                  </a:lnTo>
                  <a:lnTo>
                    <a:pt x="98" y="206"/>
                  </a:lnTo>
                  <a:lnTo>
                    <a:pt x="100" y="203"/>
                  </a:lnTo>
                  <a:lnTo>
                    <a:pt x="103" y="201"/>
                  </a:lnTo>
                  <a:lnTo>
                    <a:pt x="115" y="199"/>
                  </a:lnTo>
                  <a:lnTo>
                    <a:pt x="123" y="197"/>
                  </a:lnTo>
                  <a:lnTo>
                    <a:pt x="125" y="196"/>
                  </a:lnTo>
                  <a:lnTo>
                    <a:pt x="129" y="198"/>
                  </a:lnTo>
                  <a:lnTo>
                    <a:pt x="137" y="200"/>
                  </a:lnTo>
                  <a:lnTo>
                    <a:pt x="139" y="200"/>
                  </a:lnTo>
                  <a:lnTo>
                    <a:pt x="141" y="198"/>
                  </a:lnTo>
                  <a:lnTo>
                    <a:pt x="142" y="196"/>
                  </a:lnTo>
                  <a:lnTo>
                    <a:pt x="141" y="193"/>
                  </a:lnTo>
                  <a:lnTo>
                    <a:pt x="137" y="188"/>
                  </a:lnTo>
                  <a:lnTo>
                    <a:pt x="138" y="183"/>
                  </a:lnTo>
                  <a:lnTo>
                    <a:pt x="140" y="177"/>
                  </a:lnTo>
                  <a:lnTo>
                    <a:pt x="143" y="169"/>
                  </a:lnTo>
                  <a:lnTo>
                    <a:pt x="147" y="158"/>
                  </a:lnTo>
                  <a:lnTo>
                    <a:pt x="149" y="152"/>
                  </a:lnTo>
                  <a:lnTo>
                    <a:pt x="157" y="155"/>
                  </a:lnTo>
                  <a:lnTo>
                    <a:pt x="163" y="156"/>
                  </a:lnTo>
                  <a:lnTo>
                    <a:pt x="166" y="158"/>
                  </a:lnTo>
                  <a:lnTo>
                    <a:pt x="177" y="159"/>
                  </a:lnTo>
                  <a:lnTo>
                    <a:pt x="181" y="158"/>
                  </a:lnTo>
                  <a:lnTo>
                    <a:pt x="184" y="157"/>
                  </a:lnTo>
                  <a:lnTo>
                    <a:pt x="188" y="153"/>
                  </a:lnTo>
                  <a:lnTo>
                    <a:pt x="189" y="149"/>
                  </a:lnTo>
                  <a:lnTo>
                    <a:pt x="187" y="142"/>
                  </a:lnTo>
                  <a:lnTo>
                    <a:pt x="186" y="133"/>
                  </a:lnTo>
                  <a:lnTo>
                    <a:pt x="189" y="128"/>
                  </a:lnTo>
                  <a:lnTo>
                    <a:pt x="192" y="125"/>
                  </a:lnTo>
                  <a:lnTo>
                    <a:pt x="200" y="124"/>
                  </a:lnTo>
                  <a:lnTo>
                    <a:pt x="202" y="123"/>
                  </a:lnTo>
                  <a:lnTo>
                    <a:pt x="204" y="121"/>
                  </a:lnTo>
                  <a:lnTo>
                    <a:pt x="205" y="115"/>
                  </a:lnTo>
                  <a:lnTo>
                    <a:pt x="205" y="113"/>
                  </a:lnTo>
                  <a:lnTo>
                    <a:pt x="207" y="110"/>
                  </a:lnTo>
                  <a:lnTo>
                    <a:pt x="210" y="108"/>
                  </a:lnTo>
                  <a:lnTo>
                    <a:pt x="214" y="108"/>
                  </a:lnTo>
                  <a:lnTo>
                    <a:pt x="216" y="108"/>
                  </a:lnTo>
                  <a:lnTo>
                    <a:pt x="220" y="108"/>
                  </a:lnTo>
                  <a:lnTo>
                    <a:pt x="222" y="107"/>
                  </a:lnTo>
                  <a:lnTo>
                    <a:pt x="222" y="108"/>
                  </a:lnTo>
                  <a:lnTo>
                    <a:pt x="223" y="113"/>
                  </a:lnTo>
                  <a:lnTo>
                    <a:pt x="224" y="119"/>
                  </a:lnTo>
                  <a:lnTo>
                    <a:pt x="227" y="123"/>
                  </a:lnTo>
                  <a:lnTo>
                    <a:pt x="237" y="131"/>
                  </a:lnTo>
                  <a:lnTo>
                    <a:pt x="242" y="136"/>
                  </a:lnTo>
                  <a:lnTo>
                    <a:pt x="247" y="136"/>
                  </a:lnTo>
                  <a:lnTo>
                    <a:pt x="252" y="138"/>
                  </a:lnTo>
                  <a:lnTo>
                    <a:pt x="256" y="140"/>
                  </a:lnTo>
                  <a:lnTo>
                    <a:pt x="259" y="141"/>
                  </a:lnTo>
                  <a:lnTo>
                    <a:pt x="263" y="147"/>
                  </a:lnTo>
                  <a:lnTo>
                    <a:pt x="270" y="162"/>
                  </a:lnTo>
                  <a:lnTo>
                    <a:pt x="273" y="169"/>
                  </a:lnTo>
                  <a:lnTo>
                    <a:pt x="271" y="174"/>
                  </a:lnTo>
                  <a:lnTo>
                    <a:pt x="270" y="181"/>
                  </a:lnTo>
                  <a:lnTo>
                    <a:pt x="269" y="185"/>
                  </a:lnTo>
                  <a:lnTo>
                    <a:pt x="266" y="189"/>
                  </a:lnTo>
                  <a:lnTo>
                    <a:pt x="266" y="190"/>
                  </a:lnTo>
                  <a:lnTo>
                    <a:pt x="266" y="194"/>
                  </a:lnTo>
                  <a:lnTo>
                    <a:pt x="268" y="197"/>
                  </a:lnTo>
                  <a:lnTo>
                    <a:pt x="273" y="200"/>
                  </a:lnTo>
                  <a:lnTo>
                    <a:pt x="281" y="202"/>
                  </a:lnTo>
                  <a:lnTo>
                    <a:pt x="291" y="202"/>
                  </a:lnTo>
                  <a:lnTo>
                    <a:pt x="298" y="202"/>
                  </a:lnTo>
                  <a:lnTo>
                    <a:pt x="302" y="203"/>
                  </a:lnTo>
                  <a:lnTo>
                    <a:pt x="310" y="206"/>
                  </a:lnTo>
                  <a:lnTo>
                    <a:pt x="314" y="208"/>
                  </a:lnTo>
                  <a:lnTo>
                    <a:pt x="326" y="216"/>
                  </a:lnTo>
                  <a:lnTo>
                    <a:pt x="331" y="219"/>
                  </a:lnTo>
                  <a:lnTo>
                    <a:pt x="337" y="220"/>
                  </a:lnTo>
                  <a:lnTo>
                    <a:pt x="337" y="225"/>
                  </a:lnTo>
                  <a:lnTo>
                    <a:pt x="348" y="246"/>
                  </a:lnTo>
                  <a:lnTo>
                    <a:pt x="352" y="251"/>
                  </a:lnTo>
                  <a:lnTo>
                    <a:pt x="355" y="253"/>
                  </a:lnTo>
                  <a:lnTo>
                    <a:pt x="369" y="253"/>
                  </a:lnTo>
                  <a:lnTo>
                    <a:pt x="377" y="255"/>
                  </a:lnTo>
                  <a:lnTo>
                    <a:pt x="383" y="256"/>
                  </a:lnTo>
                  <a:lnTo>
                    <a:pt x="391" y="256"/>
                  </a:lnTo>
                  <a:lnTo>
                    <a:pt x="411" y="256"/>
                  </a:lnTo>
                  <a:lnTo>
                    <a:pt x="418" y="256"/>
                  </a:lnTo>
                  <a:lnTo>
                    <a:pt x="426" y="256"/>
                  </a:lnTo>
                  <a:lnTo>
                    <a:pt x="438" y="257"/>
                  </a:lnTo>
                  <a:lnTo>
                    <a:pt x="442" y="259"/>
                  </a:lnTo>
                  <a:lnTo>
                    <a:pt x="448" y="264"/>
                  </a:lnTo>
                  <a:lnTo>
                    <a:pt x="454" y="267"/>
                  </a:lnTo>
                  <a:lnTo>
                    <a:pt x="466" y="271"/>
                  </a:lnTo>
                  <a:lnTo>
                    <a:pt x="472" y="273"/>
                  </a:lnTo>
                  <a:lnTo>
                    <a:pt x="477" y="272"/>
                  </a:lnTo>
                  <a:lnTo>
                    <a:pt x="481" y="273"/>
                  </a:lnTo>
                  <a:lnTo>
                    <a:pt x="483" y="276"/>
                  </a:lnTo>
                  <a:lnTo>
                    <a:pt x="486" y="278"/>
                  </a:lnTo>
                  <a:lnTo>
                    <a:pt x="489" y="277"/>
                  </a:lnTo>
                  <a:lnTo>
                    <a:pt x="494" y="275"/>
                  </a:lnTo>
                  <a:lnTo>
                    <a:pt x="504" y="269"/>
                  </a:lnTo>
                  <a:lnTo>
                    <a:pt x="507" y="268"/>
                  </a:lnTo>
                  <a:lnTo>
                    <a:pt x="512" y="266"/>
                  </a:lnTo>
                  <a:lnTo>
                    <a:pt x="517" y="263"/>
                  </a:lnTo>
                  <a:lnTo>
                    <a:pt x="526" y="260"/>
                  </a:lnTo>
                  <a:lnTo>
                    <a:pt x="535" y="260"/>
                  </a:lnTo>
                  <a:lnTo>
                    <a:pt x="546" y="259"/>
                  </a:lnTo>
                  <a:lnTo>
                    <a:pt x="553" y="260"/>
                  </a:lnTo>
                  <a:lnTo>
                    <a:pt x="557" y="259"/>
                  </a:lnTo>
                  <a:lnTo>
                    <a:pt x="571" y="252"/>
                  </a:lnTo>
                  <a:lnTo>
                    <a:pt x="573" y="251"/>
                  </a:lnTo>
                  <a:lnTo>
                    <a:pt x="581" y="241"/>
                  </a:lnTo>
                  <a:lnTo>
                    <a:pt x="586" y="237"/>
                  </a:lnTo>
                  <a:lnTo>
                    <a:pt x="594" y="234"/>
                  </a:lnTo>
                  <a:lnTo>
                    <a:pt x="597" y="232"/>
                  </a:lnTo>
                  <a:lnTo>
                    <a:pt x="597" y="229"/>
                  </a:lnTo>
                  <a:lnTo>
                    <a:pt x="596" y="227"/>
                  </a:lnTo>
                  <a:lnTo>
                    <a:pt x="592" y="223"/>
                  </a:lnTo>
                  <a:lnTo>
                    <a:pt x="589" y="217"/>
                  </a:lnTo>
                  <a:lnTo>
                    <a:pt x="589" y="214"/>
                  </a:lnTo>
                  <a:lnTo>
                    <a:pt x="590" y="210"/>
                  </a:lnTo>
                  <a:lnTo>
                    <a:pt x="594" y="204"/>
                  </a:lnTo>
                  <a:lnTo>
                    <a:pt x="598" y="202"/>
                  </a:lnTo>
                  <a:lnTo>
                    <a:pt x="600" y="201"/>
                  </a:lnTo>
                  <a:lnTo>
                    <a:pt x="605" y="203"/>
                  </a:lnTo>
                  <a:lnTo>
                    <a:pt x="610" y="206"/>
                  </a:lnTo>
                  <a:lnTo>
                    <a:pt x="614" y="207"/>
                  </a:lnTo>
                  <a:lnTo>
                    <a:pt x="620" y="207"/>
                  </a:lnTo>
                  <a:lnTo>
                    <a:pt x="626" y="207"/>
                  </a:lnTo>
                  <a:lnTo>
                    <a:pt x="631" y="203"/>
                  </a:lnTo>
                  <a:lnTo>
                    <a:pt x="639" y="193"/>
                  </a:lnTo>
                  <a:lnTo>
                    <a:pt x="641" y="194"/>
                  </a:lnTo>
                  <a:lnTo>
                    <a:pt x="644" y="194"/>
                  </a:lnTo>
                  <a:lnTo>
                    <a:pt x="648" y="194"/>
                  </a:lnTo>
                  <a:lnTo>
                    <a:pt x="655" y="193"/>
                  </a:lnTo>
                  <a:lnTo>
                    <a:pt x="659" y="191"/>
                  </a:lnTo>
                  <a:lnTo>
                    <a:pt x="662" y="189"/>
                  </a:lnTo>
                  <a:lnTo>
                    <a:pt x="663" y="187"/>
                  </a:lnTo>
                  <a:lnTo>
                    <a:pt x="665" y="178"/>
                  </a:lnTo>
                  <a:lnTo>
                    <a:pt x="668" y="175"/>
                  </a:lnTo>
                  <a:lnTo>
                    <a:pt x="671" y="173"/>
                  </a:lnTo>
                  <a:lnTo>
                    <a:pt x="675" y="172"/>
                  </a:lnTo>
                  <a:lnTo>
                    <a:pt x="678" y="174"/>
                  </a:lnTo>
                  <a:lnTo>
                    <a:pt x="680" y="172"/>
                  </a:lnTo>
                  <a:lnTo>
                    <a:pt x="686" y="169"/>
                  </a:lnTo>
                  <a:lnTo>
                    <a:pt x="690" y="167"/>
                  </a:lnTo>
                  <a:lnTo>
                    <a:pt x="697" y="165"/>
                  </a:lnTo>
                  <a:lnTo>
                    <a:pt x="703" y="165"/>
                  </a:lnTo>
                  <a:lnTo>
                    <a:pt x="706" y="166"/>
                  </a:lnTo>
                  <a:lnTo>
                    <a:pt x="713" y="166"/>
                  </a:lnTo>
                  <a:lnTo>
                    <a:pt x="717" y="167"/>
                  </a:lnTo>
                  <a:lnTo>
                    <a:pt x="720" y="165"/>
                  </a:lnTo>
                  <a:lnTo>
                    <a:pt x="720" y="162"/>
                  </a:lnTo>
                  <a:lnTo>
                    <a:pt x="720" y="160"/>
                  </a:lnTo>
                  <a:lnTo>
                    <a:pt x="716" y="155"/>
                  </a:lnTo>
                  <a:lnTo>
                    <a:pt x="709" y="145"/>
                  </a:lnTo>
                  <a:lnTo>
                    <a:pt x="704" y="139"/>
                  </a:lnTo>
                  <a:lnTo>
                    <a:pt x="700" y="137"/>
                  </a:lnTo>
                  <a:lnTo>
                    <a:pt x="694" y="135"/>
                  </a:lnTo>
                  <a:lnTo>
                    <a:pt x="691" y="135"/>
                  </a:lnTo>
                  <a:lnTo>
                    <a:pt x="682" y="143"/>
                  </a:lnTo>
                  <a:lnTo>
                    <a:pt x="680" y="143"/>
                  </a:lnTo>
                  <a:lnTo>
                    <a:pt x="677" y="138"/>
                  </a:lnTo>
                  <a:lnTo>
                    <a:pt x="675" y="137"/>
                  </a:lnTo>
                  <a:lnTo>
                    <a:pt x="671" y="137"/>
                  </a:lnTo>
                  <a:lnTo>
                    <a:pt x="665" y="138"/>
                  </a:lnTo>
                  <a:lnTo>
                    <a:pt x="659" y="142"/>
                  </a:lnTo>
                  <a:lnTo>
                    <a:pt x="657" y="143"/>
                  </a:lnTo>
                  <a:lnTo>
                    <a:pt x="656" y="142"/>
                  </a:lnTo>
                  <a:lnTo>
                    <a:pt x="654" y="133"/>
                  </a:lnTo>
                  <a:lnTo>
                    <a:pt x="657" y="128"/>
                  </a:lnTo>
                  <a:lnTo>
                    <a:pt x="665" y="106"/>
                  </a:lnTo>
                  <a:lnTo>
                    <a:pt x="670" y="93"/>
                  </a:lnTo>
                  <a:lnTo>
                    <a:pt x="673" y="90"/>
                  </a:lnTo>
                  <a:lnTo>
                    <a:pt x="676" y="92"/>
                  </a:lnTo>
                  <a:lnTo>
                    <a:pt x="684" y="99"/>
                  </a:lnTo>
                  <a:lnTo>
                    <a:pt x="686" y="98"/>
                  </a:lnTo>
                  <a:lnTo>
                    <a:pt x="690" y="97"/>
                  </a:lnTo>
                  <a:lnTo>
                    <a:pt x="707" y="89"/>
                  </a:lnTo>
                  <a:lnTo>
                    <a:pt x="712" y="85"/>
                  </a:lnTo>
                  <a:lnTo>
                    <a:pt x="713" y="83"/>
                  </a:lnTo>
                  <a:lnTo>
                    <a:pt x="712" y="79"/>
                  </a:lnTo>
                  <a:lnTo>
                    <a:pt x="710" y="75"/>
                  </a:lnTo>
                  <a:lnTo>
                    <a:pt x="709" y="74"/>
                  </a:lnTo>
                  <a:lnTo>
                    <a:pt x="710" y="71"/>
                  </a:lnTo>
                  <a:lnTo>
                    <a:pt x="713" y="67"/>
                  </a:lnTo>
                  <a:lnTo>
                    <a:pt x="716" y="60"/>
                  </a:lnTo>
                  <a:lnTo>
                    <a:pt x="721" y="52"/>
                  </a:lnTo>
                  <a:lnTo>
                    <a:pt x="725" y="45"/>
                  </a:lnTo>
                  <a:lnTo>
                    <a:pt x="735" y="39"/>
                  </a:lnTo>
                  <a:lnTo>
                    <a:pt x="736" y="29"/>
                  </a:lnTo>
                  <a:lnTo>
                    <a:pt x="735" y="26"/>
                  </a:lnTo>
                  <a:lnTo>
                    <a:pt x="732" y="23"/>
                  </a:lnTo>
                  <a:lnTo>
                    <a:pt x="728" y="23"/>
                  </a:lnTo>
                  <a:lnTo>
                    <a:pt x="722" y="24"/>
                  </a:lnTo>
                  <a:lnTo>
                    <a:pt x="723" y="21"/>
                  </a:lnTo>
                  <a:lnTo>
                    <a:pt x="726" y="17"/>
                  </a:lnTo>
                  <a:lnTo>
                    <a:pt x="734" y="9"/>
                  </a:lnTo>
                  <a:lnTo>
                    <a:pt x="738" y="7"/>
                  </a:lnTo>
                  <a:lnTo>
                    <a:pt x="742" y="5"/>
                  </a:lnTo>
                  <a:lnTo>
                    <a:pt x="754" y="3"/>
                  </a:lnTo>
                  <a:lnTo>
                    <a:pt x="761" y="2"/>
                  </a:lnTo>
                  <a:lnTo>
                    <a:pt x="769" y="0"/>
                  </a:lnTo>
                  <a:lnTo>
                    <a:pt x="775" y="0"/>
                  </a:lnTo>
                  <a:lnTo>
                    <a:pt x="784" y="2"/>
                  </a:lnTo>
                  <a:lnTo>
                    <a:pt x="791" y="8"/>
                  </a:lnTo>
                  <a:lnTo>
                    <a:pt x="796" y="10"/>
                  </a:lnTo>
                  <a:lnTo>
                    <a:pt x="805" y="9"/>
                  </a:lnTo>
                  <a:lnTo>
                    <a:pt x="809" y="9"/>
                  </a:lnTo>
                  <a:lnTo>
                    <a:pt x="815" y="14"/>
                  </a:lnTo>
                  <a:lnTo>
                    <a:pt x="820" y="25"/>
                  </a:lnTo>
                  <a:lnTo>
                    <a:pt x="827" y="53"/>
                  </a:lnTo>
                  <a:lnTo>
                    <a:pt x="834" y="70"/>
                  </a:lnTo>
                  <a:lnTo>
                    <a:pt x="841" y="91"/>
                  </a:lnTo>
                  <a:lnTo>
                    <a:pt x="844" y="96"/>
                  </a:lnTo>
                  <a:lnTo>
                    <a:pt x="847" y="98"/>
                  </a:lnTo>
                  <a:lnTo>
                    <a:pt x="856" y="101"/>
                  </a:lnTo>
                  <a:lnTo>
                    <a:pt x="866" y="104"/>
                  </a:lnTo>
                  <a:lnTo>
                    <a:pt x="885" y="113"/>
                  </a:lnTo>
                  <a:lnTo>
                    <a:pt x="887" y="115"/>
                  </a:lnTo>
                  <a:lnTo>
                    <a:pt x="889" y="124"/>
                  </a:lnTo>
                  <a:lnTo>
                    <a:pt x="892" y="138"/>
                  </a:lnTo>
                  <a:lnTo>
                    <a:pt x="893" y="142"/>
                  </a:lnTo>
                  <a:lnTo>
                    <a:pt x="898" y="142"/>
                  </a:lnTo>
                  <a:lnTo>
                    <a:pt x="903" y="142"/>
                  </a:lnTo>
                  <a:lnTo>
                    <a:pt x="915" y="141"/>
                  </a:lnTo>
                  <a:lnTo>
                    <a:pt x="919" y="139"/>
                  </a:lnTo>
                  <a:lnTo>
                    <a:pt x="925" y="136"/>
                  </a:lnTo>
                  <a:lnTo>
                    <a:pt x="935" y="132"/>
                  </a:lnTo>
                  <a:lnTo>
                    <a:pt x="943" y="130"/>
                  </a:lnTo>
                  <a:lnTo>
                    <a:pt x="950" y="130"/>
                  </a:lnTo>
                  <a:lnTo>
                    <a:pt x="951" y="131"/>
                  </a:lnTo>
                  <a:lnTo>
                    <a:pt x="952" y="134"/>
                  </a:lnTo>
                  <a:lnTo>
                    <a:pt x="953" y="138"/>
                  </a:lnTo>
                  <a:lnTo>
                    <a:pt x="953" y="143"/>
                  </a:lnTo>
                  <a:lnTo>
                    <a:pt x="949" y="147"/>
                  </a:lnTo>
                  <a:lnTo>
                    <a:pt x="944" y="151"/>
                  </a:lnTo>
                  <a:lnTo>
                    <a:pt x="942" y="159"/>
                  </a:lnTo>
                  <a:lnTo>
                    <a:pt x="940" y="168"/>
                  </a:lnTo>
                  <a:lnTo>
                    <a:pt x="936" y="179"/>
                  </a:lnTo>
                  <a:lnTo>
                    <a:pt x="932" y="190"/>
                  </a:lnTo>
                  <a:lnTo>
                    <a:pt x="930" y="194"/>
                  </a:lnTo>
                  <a:lnTo>
                    <a:pt x="926" y="201"/>
                  </a:lnTo>
                  <a:lnTo>
                    <a:pt x="922" y="204"/>
                  </a:lnTo>
                  <a:lnTo>
                    <a:pt x="919" y="203"/>
                  </a:lnTo>
                  <a:lnTo>
                    <a:pt x="914" y="201"/>
                  </a:lnTo>
                  <a:lnTo>
                    <a:pt x="909" y="199"/>
                  </a:lnTo>
                  <a:lnTo>
                    <a:pt x="906" y="198"/>
                  </a:lnTo>
                  <a:lnTo>
                    <a:pt x="895" y="208"/>
                  </a:lnTo>
                  <a:lnTo>
                    <a:pt x="894" y="214"/>
                  </a:lnTo>
                  <a:lnTo>
                    <a:pt x="897" y="222"/>
                  </a:lnTo>
                  <a:lnTo>
                    <a:pt x="897" y="229"/>
                  </a:lnTo>
                  <a:lnTo>
                    <a:pt x="897" y="235"/>
                  </a:lnTo>
                  <a:lnTo>
                    <a:pt x="897" y="238"/>
                  </a:lnTo>
                  <a:lnTo>
                    <a:pt x="896" y="240"/>
                  </a:lnTo>
                  <a:lnTo>
                    <a:pt x="897" y="243"/>
                  </a:lnTo>
                  <a:lnTo>
                    <a:pt x="896" y="246"/>
                  </a:lnTo>
                  <a:lnTo>
                    <a:pt x="892" y="250"/>
                  </a:lnTo>
                  <a:lnTo>
                    <a:pt x="884" y="254"/>
                  </a:lnTo>
                  <a:lnTo>
                    <a:pt x="883" y="255"/>
                  </a:lnTo>
                  <a:lnTo>
                    <a:pt x="879" y="248"/>
                  </a:lnTo>
                  <a:lnTo>
                    <a:pt x="877" y="249"/>
                  </a:lnTo>
                  <a:lnTo>
                    <a:pt x="875" y="250"/>
                  </a:lnTo>
                  <a:lnTo>
                    <a:pt x="873" y="253"/>
                  </a:lnTo>
                  <a:lnTo>
                    <a:pt x="871" y="260"/>
                  </a:lnTo>
                  <a:lnTo>
                    <a:pt x="864" y="265"/>
                  </a:lnTo>
                  <a:lnTo>
                    <a:pt x="860" y="267"/>
                  </a:lnTo>
                  <a:lnTo>
                    <a:pt x="856" y="267"/>
                  </a:lnTo>
                  <a:lnTo>
                    <a:pt x="853" y="267"/>
                  </a:lnTo>
                  <a:lnTo>
                    <a:pt x="850" y="266"/>
                  </a:lnTo>
                  <a:lnTo>
                    <a:pt x="848" y="267"/>
                  </a:lnTo>
                  <a:lnTo>
                    <a:pt x="846" y="268"/>
                  </a:lnTo>
                  <a:lnTo>
                    <a:pt x="845" y="272"/>
                  </a:lnTo>
                  <a:lnTo>
                    <a:pt x="849" y="279"/>
                  </a:lnTo>
                  <a:lnTo>
                    <a:pt x="849" y="280"/>
                  </a:lnTo>
                  <a:lnTo>
                    <a:pt x="846" y="282"/>
                  </a:lnTo>
                  <a:lnTo>
                    <a:pt x="839" y="282"/>
                  </a:lnTo>
                  <a:lnTo>
                    <a:pt x="835" y="281"/>
                  </a:lnTo>
                  <a:lnTo>
                    <a:pt x="832" y="278"/>
                  </a:lnTo>
                  <a:lnTo>
                    <a:pt x="830" y="275"/>
                  </a:lnTo>
                  <a:lnTo>
                    <a:pt x="827" y="275"/>
                  </a:lnTo>
                  <a:lnTo>
                    <a:pt x="824" y="276"/>
                  </a:lnTo>
                  <a:lnTo>
                    <a:pt x="819" y="285"/>
                  </a:lnTo>
                  <a:lnTo>
                    <a:pt x="815" y="291"/>
                  </a:lnTo>
                  <a:lnTo>
                    <a:pt x="808" y="296"/>
                  </a:lnTo>
                  <a:lnTo>
                    <a:pt x="797" y="301"/>
                  </a:lnTo>
                  <a:lnTo>
                    <a:pt x="793" y="304"/>
                  </a:lnTo>
                  <a:lnTo>
                    <a:pt x="790" y="308"/>
                  </a:lnTo>
                  <a:lnTo>
                    <a:pt x="788" y="313"/>
                  </a:lnTo>
                  <a:lnTo>
                    <a:pt x="787" y="312"/>
                  </a:lnTo>
                  <a:lnTo>
                    <a:pt x="784" y="314"/>
                  </a:lnTo>
                  <a:lnTo>
                    <a:pt x="776" y="315"/>
                  </a:lnTo>
                  <a:lnTo>
                    <a:pt x="770" y="317"/>
                  </a:lnTo>
                  <a:lnTo>
                    <a:pt x="755" y="325"/>
                  </a:lnTo>
                  <a:lnTo>
                    <a:pt x="750" y="328"/>
                  </a:lnTo>
                  <a:lnTo>
                    <a:pt x="746" y="333"/>
                  </a:lnTo>
                  <a:lnTo>
                    <a:pt x="742" y="335"/>
                  </a:lnTo>
                  <a:lnTo>
                    <a:pt x="740" y="335"/>
                  </a:lnTo>
                  <a:lnTo>
                    <a:pt x="740" y="333"/>
                  </a:lnTo>
                  <a:lnTo>
                    <a:pt x="747" y="327"/>
                  </a:lnTo>
                  <a:lnTo>
                    <a:pt x="749" y="324"/>
                  </a:lnTo>
                  <a:lnTo>
                    <a:pt x="746" y="323"/>
                  </a:lnTo>
                  <a:lnTo>
                    <a:pt x="743" y="323"/>
                  </a:lnTo>
                  <a:lnTo>
                    <a:pt x="742" y="320"/>
                  </a:lnTo>
                  <a:lnTo>
                    <a:pt x="742" y="319"/>
                  </a:lnTo>
                  <a:lnTo>
                    <a:pt x="749" y="312"/>
                  </a:lnTo>
                  <a:lnTo>
                    <a:pt x="751" y="309"/>
                  </a:lnTo>
                  <a:lnTo>
                    <a:pt x="755" y="305"/>
                  </a:lnTo>
                  <a:lnTo>
                    <a:pt x="756" y="303"/>
                  </a:lnTo>
                  <a:lnTo>
                    <a:pt x="755" y="300"/>
                  </a:lnTo>
                  <a:lnTo>
                    <a:pt x="751" y="295"/>
                  </a:lnTo>
                  <a:lnTo>
                    <a:pt x="745" y="292"/>
                  </a:lnTo>
                  <a:lnTo>
                    <a:pt x="744" y="292"/>
                  </a:lnTo>
                  <a:lnTo>
                    <a:pt x="740" y="293"/>
                  </a:lnTo>
                  <a:lnTo>
                    <a:pt x="739" y="293"/>
                  </a:lnTo>
                  <a:lnTo>
                    <a:pt x="736" y="296"/>
                  </a:lnTo>
                  <a:lnTo>
                    <a:pt x="727" y="307"/>
                  </a:lnTo>
                  <a:lnTo>
                    <a:pt x="725" y="308"/>
                  </a:lnTo>
                  <a:lnTo>
                    <a:pt x="721" y="309"/>
                  </a:lnTo>
                  <a:lnTo>
                    <a:pt x="716" y="312"/>
                  </a:lnTo>
                  <a:lnTo>
                    <a:pt x="713" y="313"/>
                  </a:lnTo>
                  <a:lnTo>
                    <a:pt x="711" y="317"/>
                  </a:lnTo>
                  <a:lnTo>
                    <a:pt x="710" y="321"/>
                  </a:lnTo>
                  <a:lnTo>
                    <a:pt x="709" y="324"/>
                  </a:lnTo>
                  <a:lnTo>
                    <a:pt x="707" y="326"/>
                  </a:lnTo>
                  <a:lnTo>
                    <a:pt x="704" y="327"/>
                  </a:lnTo>
                  <a:lnTo>
                    <a:pt x="701" y="327"/>
                  </a:lnTo>
                  <a:lnTo>
                    <a:pt x="698" y="329"/>
                  </a:lnTo>
                  <a:lnTo>
                    <a:pt x="696" y="330"/>
                  </a:lnTo>
                  <a:lnTo>
                    <a:pt x="693" y="325"/>
                  </a:lnTo>
                  <a:lnTo>
                    <a:pt x="691" y="325"/>
                  </a:lnTo>
                  <a:lnTo>
                    <a:pt x="688" y="326"/>
                  </a:lnTo>
                  <a:lnTo>
                    <a:pt x="685" y="332"/>
                  </a:lnTo>
                  <a:lnTo>
                    <a:pt x="683" y="338"/>
                  </a:lnTo>
                  <a:lnTo>
                    <a:pt x="684" y="341"/>
                  </a:lnTo>
                  <a:lnTo>
                    <a:pt x="685" y="344"/>
                  </a:lnTo>
                  <a:lnTo>
                    <a:pt x="690" y="347"/>
                  </a:lnTo>
                  <a:lnTo>
                    <a:pt x="695" y="349"/>
                  </a:lnTo>
                  <a:lnTo>
                    <a:pt x="704" y="349"/>
                  </a:lnTo>
                  <a:lnTo>
                    <a:pt x="706" y="351"/>
                  </a:lnTo>
                  <a:lnTo>
                    <a:pt x="706" y="356"/>
                  </a:lnTo>
                  <a:lnTo>
                    <a:pt x="705" y="361"/>
                  </a:lnTo>
                  <a:lnTo>
                    <a:pt x="705" y="366"/>
                  </a:lnTo>
                  <a:lnTo>
                    <a:pt x="707" y="368"/>
                  </a:lnTo>
                  <a:lnTo>
                    <a:pt x="712" y="369"/>
                  </a:lnTo>
                  <a:lnTo>
                    <a:pt x="717" y="368"/>
                  </a:lnTo>
                  <a:lnTo>
                    <a:pt x="722" y="363"/>
                  </a:lnTo>
                  <a:lnTo>
                    <a:pt x="726" y="358"/>
                  </a:lnTo>
                  <a:lnTo>
                    <a:pt x="730" y="357"/>
                  </a:lnTo>
                  <a:lnTo>
                    <a:pt x="733" y="356"/>
                  </a:lnTo>
                  <a:lnTo>
                    <a:pt x="736" y="356"/>
                  </a:lnTo>
                  <a:lnTo>
                    <a:pt x="742" y="361"/>
                  </a:lnTo>
                  <a:lnTo>
                    <a:pt x="745" y="363"/>
                  </a:lnTo>
                  <a:lnTo>
                    <a:pt x="753" y="362"/>
                  </a:lnTo>
                  <a:lnTo>
                    <a:pt x="755" y="363"/>
                  </a:lnTo>
                  <a:lnTo>
                    <a:pt x="758" y="364"/>
                  </a:lnTo>
                  <a:lnTo>
                    <a:pt x="760" y="364"/>
                  </a:lnTo>
                  <a:lnTo>
                    <a:pt x="759" y="370"/>
                  </a:lnTo>
                  <a:lnTo>
                    <a:pt x="758" y="375"/>
                  </a:lnTo>
                  <a:lnTo>
                    <a:pt x="754" y="373"/>
                  </a:lnTo>
                  <a:lnTo>
                    <a:pt x="752" y="373"/>
                  </a:lnTo>
                  <a:lnTo>
                    <a:pt x="748" y="373"/>
                  </a:lnTo>
                  <a:lnTo>
                    <a:pt x="737" y="378"/>
                  </a:lnTo>
                  <a:lnTo>
                    <a:pt x="732" y="382"/>
                  </a:lnTo>
                  <a:lnTo>
                    <a:pt x="731" y="388"/>
                  </a:lnTo>
                  <a:lnTo>
                    <a:pt x="727" y="389"/>
                  </a:lnTo>
                  <a:lnTo>
                    <a:pt x="726" y="388"/>
                  </a:lnTo>
                  <a:lnTo>
                    <a:pt x="726" y="386"/>
                  </a:lnTo>
                  <a:lnTo>
                    <a:pt x="725" y="386"/>
                  </a:lnTo>
                  <a:lnTo>
                    <a:pt x="722" y="387"/>
                  </a:lnTo>
                  <a:lnTo>
                    <a:pt x="723" y="390"/>
                  </a:lnTo>
                  <a:lnTo>
                    <a:pt x="722" y="394"/>
                  </a:lnTo>
                  <a:lnTo>
                    <a:pt x="718" y="398"/>
                  </a:lnTo>
                  <a:lnTo>
                    <a:pt x="709" y="408"/>
                  </a:lnTo>
                  <a:lnTo>
                    <a:pt x="708" y="410"/>
                  </a:lnTo>
                  <a:lnTo>
                    <a:pt x="708" y="414"/>
                  </a:lnTo>
                  <a:lnTo>
                    <a:pt x="712" y="416"/>
                  </a:lnTo>
                  <a:lnTo>
                    <a:pt x="717" y="420"/>
                  </a:lnTo>
                  <a:lnTo>
                    <a:pt x="723" y="425"/>
                  </a:lnTo>
                  <a:lnTo>
                    <a:pt x="725" y="429"/>
                  </a:lnTo>
                  <a:lnTo>
                    <a:pt x="728" y="440"/>
                  </a:lnTo>
                  <a:lnTo>
                    <a:pt x="733" y="445"/>
                  </a:lnTo>
                  <a:lnTo>
                    <a:pt x="734" y="449"/>
                  </a:lnTo>
                  <a:lnTo>
                    <a:pt x="734" y="455"/>
                  </a:lnTo>
                  <a:lnTo>
                    <a:pt x="735" y="456"/>
                  </a:lnTo>
                  <a:lnTo>
                    <a:pt x="739" y="459"/>
                  </a:lnTo>
                  <a:lnTo>
                    <a:pt x="742" y="463"/>
                  </a:lnTo>
                  <a:lnTo>
                    <a:pt x="746" y="465"/>
                  </a:lnTo>
                  <a:lnTo>
                    <a:pt x="748" y="468"/>
                  </a:lnTo>
                  <a:lnTo>
                    <a:pt x="749" y="470"/>
                  </a:lnTo>
                  <a:lnTo>
                    <a:pt x="749" y="472"/>
                  </a:lnTo>
                  <a:lnTo>
                    <a:pt x="743" y="475"/>
                  </a:lnTo>
                  <a:lnTo>
                    <a:pt x="747" y="478"/>
                  </a:lnTo>
                  <a:lnTo>
                    <a:pt x="749" y="484"/>
                  </a:lnTo>
                  <a:lnTo>
                    <a:pt x="749" y="487"/>
                  </a:lnTo>
                  <a:lnTo>
                    <a:pt x="748" y="488"/>
                  </a:lnTo>
                  <a:lnTo>
                    <a:pt x="744" y="489"/>
                  </a:lnTo>
                  <a:lnTo>
                    <a:pt x="739" y="490"/>
                  </a:lnTo>
                  <a:lnTo>
                    <a:pt x="733" y="495"/>
                  </a:lnTo>
                  <a:lnTo>
                    <a:pt x="727" y="496"/>
                  </a:lnTo>
                  <a:lnTo>
                    <a:pt x="722" y="499"/>
                  </a:lnTo>
                  <a:lnTo>
                    <a:pt x="727" y="501"/>
                  </a:lnTo>
                  <a:lnTo>
                    <a:pt x="730" y="501"/>
                  </a:lnTo>
                  <a:lnTo>
                    <a:pt x="737" y="498"/>
                  </a:lnTo>
                  <a:lnTo>
                    <a:pt x="740" y="497"/>
                  </a:lnTo>
                  <a:lnTo>
                    <a:pt x="741" y="498"/>
                  </a:lnTo>
                  <a:lnTo>
                    <a:pt x="745" y="502"/>
                  </a:lnTo>
                  <a:lnTo>
                    <a:pt x="748" y="504"/>
                  </a:lnTo>
                  <a:lnTo>
                    <a:pt x="751" y="504"/>
                  </a:lnTo>
                  <a:lnTo>
                    <a:pt x="751" y="505"/>
                  </a:lnTo>
                  <a:lnTo>
                    <a:pt x="749" y="508"/>
                  </a:lnTo>
                  <a:lnTo>
                    <a:pt x="747" y="509"/>
                  </a:lnTo>
                  <a:lnTo>
                    <a:pt x="744" y="511"/>
                  </a:lnTo>
                  <a:lnTo>
                    <a:pt x="745" y="513"/>
                  </a:lnTo>
                  <a:lnTo>
                    <a:pt x="747" y="512"/>
                  </a:lnTo>
                  <a:lnTo>
                    <a:pt x="749" y="513"/>
                  </a:lnTo>
                  <a:lnTo>
                    <a:pt x="748" y="516"/>
                  </a:lnTo>
                  <a:lnTo>
                    <a:pt x="745" y="522"/>
                  </a:lnTo>
                  <a:lnTo>
                    <a:pt x="744" y="527"/>
                  </a:lnTo>
                  <a:lnTo>
                    <a:pt x="744" y="530"/>
                  </a:lnTo>
                  <a:lnTo>
                    <a:pt x="743" y="534"/>
                  </a:lnTo>
                  <a:lnTo>
                    <a:pt x="741" y="535"/>
                  </a:lnTo>
                  <a:lnTo>
                    <a:pt x="739" y="532"/>
                  </a:lnTo>
                  <a:lnTo>
                    <a:pt x="738" y="533"/>
                  </a:lnTo>
                  <a:lnTo>
                    <a:pt x="734" y="539"/>
                  </a:lnTo>
                  <a:lnTo>
                    <a:pt x="731" y="544"/>
                  </a:lnTo>
                  <a:lnTo>
                    <a:pt x="729" y="549"/>
                  </a:lnTo>
                  <a:lnTo>
                    <a:pt x="729" y="551"/>
                  </a:lnTo>
                  <a:lnTo>
                    <a:pt x="724" y="554"/>
                  </a:lnTo>
                  <a:lnTo>
                    <a:pt x="723" y="558"/>
                  </a:lnTo>
                  <a:lnTo>
                    <a:pt x="721" y="559"/>
                  </a:lnTo>
                  <a:lnTo>
                    <a:pt x="717" y="560"/>
                  </a:lnTo>
                  <a:lnTo>
                    <a:pt x="714" y="561"/>
                  </a:lnTo>
                  <a:lnTo>
                    <a:pt x="716" y="567"/>
                  </a:lnTo>
                  <a:lnTo>
                    <a:pt x="714" y="571"/>
                  </a:lnTo>
                  <a:lnTo>
                    <a:pt x="715" y="576"/>
                  </a:lnTo>
                  <a:lnTo>
                    <a:pt x="714" y="578"/>
                  </a:lnTo>
                  <a:lnTo>
                    <a:pt x="713" y="580"/>
                  </a:lnTo>
                  <a:lnTo>
                    <a:pt x="709" y="582"/>
                  </a:lnTo>
                  <a:lnTo>
                    <a:pt x="708" y="584"/>
                  </a:lnTo>
                  <a:lnTo>
                    <a:pt x="707" y="587"/>
                  </a:lnTo>
                  <a:lnTo>
                    <a:pt x="705" y="592"/>
                  </a:lnTo>
                  <a:lnTo>
                    <a:pt x="700" y="594"/>
                  </a:lnTo>
                  <a:lnTo>
                    <a:pt x="697" y="598"/>
                  </a:lnTo>
                  <a:lnTo>
                    <a:pt x="694" y="597"/>
                  </a:lnTo>
                  <a:lnTo>
                    <a:pt x="691" y="597"/>
                  </a:lnTo>
                  <a:lnTo>
                    <a:pt x="690" y="598"/>
                  </a:lnTo>
                  <a:lnTo>
                    <a:pt x="689" y="599"/>
                  </a:lnTo>
                  <a:lnTo>
                    <a:pt x="690" y="605"/>
                  </a:lnTo>
                  <a:lnTo>
                    <a:pt x="688" y="606"/>
                  </a:lnTo>
                  <a:lnTo>
                    <a:pt x="683" y="612"/>
                  </a:lnTo>
                  <a:lnTo>
                    <a:pt x="680" y="613"/>
                  </a:lnTo>
                  <a:lnTo>
                    <a:pt x="676" y="614"/>
                  </a:lnTo>
                  <a:lnTo>
                    <a:pt x="672" y="617"/>
                  </a:lnTo>
                  <a:lnTo>
                    <a:pt x="668" y="619"/>
                  </a:lnTo>
                  <a:lnTo>
                    <a:pt x="667" y="620"/>
                  </a:lnTo>
                  <a:lnTo>
                    <a:pt x="667" y="624"/>
                  </a:lnTo>
                  <a:lnTo>
                    <a:pt x="666" y="625"/>
                  </a:lnTo>
                  <a:lnTo>
                    <a:pt x="662" y="625"/>
                  </a:lnTo>
                  <a:lnTo>
                    <a:pt x="659" y="626"/>
                  </a:lnTo>
                  <a:lnTo>
                    <a:pt x="656" y="630"/>
                  </a:lnTo>
                  <a:lnTo>
                    <a:pt x="653" y="629"/>
                  </a:lnTo>
                  <a:lnTo>
                    <a:pt x="650" y="627"/>
                  </a:lnTo>
                  <a:lnTo>
                    <a:pt x="648" y="628"/>
                  </a:lnTo>
                  <a:lnTo>
                    <a:pt x="646" y="630"/>
                  </a:lnTo>
                  <a:lnTo>
                    <a:pt x="643" y="631"/>
                  </a:lnTo>
                  <a:lnTo>
                    <a:pt x="638" y="632"/>
                  </a:lnTo>
                  <a:lnTo>
                    <a:pt x="638" y="629"/>
                  </a:lnTo>
                  <a:lnTo>
                    <a:pt x="634" y="629"/>
                  </a:lnTo>
                  <a:lnTo>
                    <a:pt x="629" y="631"/>
                  </a:lnTo>
                  <a:lnTo>
                    <a:pt x="627" y="632"/>
                  </a:lnTo>
                  <a:lnTo>
                    <a:pt x="625" y="632"/>
                  </a:lnTo>
                  <a:lnTo>
                    <a:pt x="622" y="628"/>
                  </a:lnTo>
                  <a:lnTo>
                    <a:pt x="621" y="627"/>
                  </a:lnTo>
                  <a:lnTo>
                    <a:pt x="620" y="629"/>
                  </a:lnTo>
                  <a:lnTo>
                    <a:pt x="620" y="630"/>
                  </a:lnTo>
                  <a:lnTo>
                    <a:pt x="620" y="632"/>
                  </a:lnTo>
                  <a:lnTo>
                    <a:pt x="620" y="637"/>
                  </a:lnTo>
                  <a:lnTo>
                    <a:pt x="618" y="640"/>
                  </a:lnTo>
                  <a:lnTo>
                    <a:pt x="616" y="641"/>
                  </a:lnTo>
                  <a:lnTo>
                    <a:pt x="612" y="639"/>
                  </a:lnTo>
                  <a:lnTo>
                    <a:pt x="611" y="641"/>
                  </a:lnTo>
                  <a:lnTo>
                    <a:pt x="611" y="643"/>
                  </a:lnTo>
                  <a:lnTo>
                    <a:pt x="610" y="644"/>
                  </a:lnTo>
                  <a:lnTo>
                    <a:pt x="605" y="645"/>
                  </a:lnTo>
                  <a:lnTo>
                    <a:pt x="603" y="645"/>
                  </a:lnTo>
                  <a:lnTo>
                    <a:pt x="599" y="646"/>
                  </a:lnTo>
                  <a:lnTo>
                    <a:pt x="596" y="644"/>
                  </a:lnTo>
                  <a:lnTo>
                    <a:pt x="594" y="645"/>
                  </a:lnTo>
                  <a:lnTo>
                    <a:pt x="591" y="649"/>
                  </a:lnTo>
                  <a:lnTo>
                    <a:pt x="589" y="649"/>
                  </a:lnTo>
                  <a:lnTo>
                    <a:pt x="584" y="649"/>
                  </a:lnTo>
                  <a:lnTo>
                    <a:pt x="579" y="651"/>
                  </a:lnTo>
                  <a:lnTo>
                    <a:pt x="576" y="653"/>
                  </a:lnTo>
                  <a:lnTo>
                    <a:pt x="573" y="653"/>
                  </a:lnTo>
                  <a:lnTo>
                    <a:pt x="571" y="652"/>
                  </a:lnTo>
                  <a:lnTo>
                    <a:pt x="571" y="653"/>
                  </a:lnTo>
                  <a:lnTo>
                    <a:pt x="570" y="655"/>
                  </a:lnTo>
                  <a:lnTo>
                    <a:pt x="568" y="658"/>
                  </a:lnTo>
                  <a:lnTo>
                    <a:pt x="568" y="659"/>
                  </a:lnTo>
                  <a:lnTo>
                    <a:pt x="572" y="664"/>
                  </a:lnTo>
                  <a:lnTo>
                    <a:pt x="573" y="665"/>
                  </a:lnTo>
                  <a:lnTo>
                    <a:pt x="574" y="666"/>
                  </a:lnTo>
                  <a:lnTo>
                    <a:pt x="572" y="668"/>
                  </a:lnTo>
                  <a:lnTo>
                    <a:pt x="566" y="670"/>
                  </a:lnTo>
                  <a:lnTo>
                    <a:pt x="562" y="664"/>
                  </a:lnTo>
                  <a:lnTo>
                    <a:pt x="561" y="659"/>
                  </a:lnTo>
                  <a:lnTo>
                    <a:pt x="561" y="656"/>
                  </a:lnTo>
                  <a:lnTo>
                    <a:pt x="564" y="650"/>
                  </a:lnTo>
                  <a:lnTo>
                    <a:pt x="564" y="649"/>
                  </a:lnTo>
                  <a:lnTo>
                    <a:pt x="559" y="647"/>
                  </a:lnTo>
                  <a:lnTo>
                    <a:pt x="558" y="647"/>
                  </a:lnTo>
                  <a:lnTo>
                    <a:pt x="557" y="650"/>
                  </a:lnTo>
                  <a:lnTo>
                    <a:pt x="553" y="650"/>
                  </a:lnTo>
                  <a:lnTo>
                    <a:pt x="548" y="648"/>
                  </a:lnTo>
                  <a:lnTo>
                    <a:pt x="544" y="643"/>
                  </a:lnTo>
                  <a:lnTo>
                    <a:pt x="543" y="644"/>
                  </a:lnTo>
                  <a:lnTo>
                    <a:pt x="543" y="645"/>
                  </a:lnTo>
                  <a:lnTo>
                    <a:pt x="542" y="648"/>
                  </a:lnTo>
                  <a:lnTo>
                    <a:pt x="540" y="649"/>
                  </a:lnTo>
                  <a:lnTo>
                    <a:pt x="538" y="648"/>
                  </a:lnTo>
                  <a:lnTo>
                    <a:pt x="534" y="649"/>
                  </a:lnTo>
                  <a:lnTo>
                    <a:pt x="532" y="648"/>
                  </a:lnTo>
                  <a:lnTo>
                    <a:pt x="526" y="647"/>
                  </a:lnTo>
                  <a:lnTo>
                    <a:pt x="522" y="646"/>
                  </a:lnTo>
                  <a:lnTo>
                    <a:pt x="515" y="641"/>
                  </a:lnTo>
                  <a:lnTo>
                    <a:pt x="513" y="639"/>
                  </a:lnTo>
                  <a:lnTo>
                    <a:pt x="512" y="635"/>
                  </a:lnTo>
                  <a:lnTo>
                    <a:pt x="516" y="629"/>
                  </a:lnTo>
                  <a:lnTo>
                    <a:pt x="515" y="626"/>
                  </a:lnTo>
                  <a:lnTo>
                    <a:pt x="514" y="625"/>
                  </a:lnTo>
                  <a:lnTo>
                    <a:pt x="508" y="625"/>
                  </a:lnTo>
                  <a:lnTo>
                    <a:pt x="504" y="624"/>
                  </a:lnTo>
                  <a:lnTo>
                    <a:pt x="498" y="623"/>
                  </a:lnTo>
                  <a:lnTo>
                    <a:pt x="494" y="618"/>
                  </a:lnTo>
                  <a:lnTo>
                    <a:pt x="492" y="619"/>
                  </a:lnTo>
                  <a:lnTo>
                    <a:pt x="488" y="621"/>
                  </a:lnTo>
                  <a:lnTo>
                    <a:pt x="483" y="626"/>
                  </a:lnTo>
                  <a:lnTo>
                    <a:pt x="481" y="627"/>
                  </a:lnTo>
                  <a:lnTo>
                    <a:pt x="475" y="628"/>
                  </a:lnTo>
                  <a:lnTo>
                    <a:pt x="464" y="628"/>
                  </a:lnTo>
                  <a:lnTo>
                    <a:pt x="462" y="629"/>
                  </a:lnTo>
                  <a:lnTo>
                    <a:pt x="458" y="632"/>
                  </a:lnTo>
                  <a:lnTo>
                    <a:pt x="455" y="631"/>
                  </a:lnTo>
                  <a:lnTo>
                    <a:pt x="451" y="629"/>
                  </a:lnTo>
                  <a:lnTo>
                    <a:pt x="449" y="629"/>
                  </a:lnTo>
                  <a:lnTo>
                    <a:pt x="445" y="630"/>
                  </a:lnTo>
                  <a:lnTo>
                    <a:pt x="442" y="631"/>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5" name="Freeform 34">
              <a:extLst>
                <a:ext uri="{FF2B5EF4-FFF2-40B4-BE49-F238E27FC236}">
                  <a16:creationId xmlns:a16="http://schemas.microsoft.com/office/drawing/2014/main" id="{53841DEC-80E2-2705-9FBB-83C08160D7DF}"/>
                </a:ext>
              </a:extLst>
            </p:cNvPr>
            <p:cNvSpPr>
              <a:spLocks/>
            </p:cNvSpPr>
            <p:nvPr/>
          </p:nvSpPr>
          <p:spPr bwMode="gray">
            <a:xfrm>
              <a:off x="4502680" y="4150471"/>
              <a:ext cx="123516" cy="156111"/>
            </a:xfrm>
            <a:custGeom>
              <a:avLst/>
              <a:gdLst>
                <a:gd name="T0" fmla="*/ 63 w 72"/>
                <a:gd name="T1" fmla="*/ 89 h 91"/>
                <a:gd name="T2" fmla="*/ 60 w 72"/>
                <a:gd name="T3" fmla="*/ 76 h 91"/>
                <a:gd name="T4" fmla="*/ 53 w 72"/>
                <a:gd name="T5" fmla="*/ 62 h 91"/>
                <a:gd name="T6" fmla="*/ 45 w 72"/>
                <a:gd name="T7" fmla="*/ 64 h 91"/>
                <a:gd name="T8" fmla="*/ 43 w 72"/>
                <a:gd name="T9" fmla="*/ 63 h 91"/>
                <a:gd name="T10" fmla="*/ 40 w 72"/>
                <a:gd name="T11" fmla="*/ 58 h 91"/>
                <a:gd name="T12" fmla="*/ 38 w 72"/>
                <a:gd name="T13" fmla="*/ 63 h 91"/>
                <a:gd name="T14" fmla="*/ 41 w 72"/>
                <a:gd name="T15" fmla="*/ 72 h 91"/>
                <a:gd name="T16" fmla="*/ 37 w 72"/>
                <a:gd name="T17" fmla="*/ 74 h 91"/>
                <a:gd name="T18" fmla="*/ 33 w 72"/>
                <a:gd name="T19" fmla="*/ 79 h 91"/>
                <a:gd name="T20" fmla="*/ 30 w 72"/>
                <a:gd name="T21" fmla="*/ 72 h 91"/>
                <a:gd name="T22" fmla="*/ 28 w 72"/>
                <a:gd name="T23" fmla="*/ 77 h 91"/>
                <a:gd name="T24" fmla="*/ 24 w 72"/>
                <a:gd name="T25" fmla="*/ 79 h 91"/>
                <a:gd name="T26" fmla="*/ 19 w 72"/>
                <a:gd name="T27" fmla="*/ 80 h 91"/>
                <a:gd name="T28" fmla="*/ 15 w 72"/>
                <a:gd name="T29" fmla="*/ 74 h 91"/>
                <a:gd name="T30" fmla="*/ 10 w 72"/>
                <a:gd name="T31" fmla="*/ 49 h 91"/>
                <a:gd name="T32" fmla="*/ 8 w 72"/>
                <a:gd name="T33" fmla="*/ 44 h 91"/>
                <a:gd name="T34" fmla="*/ 11 w 72"/>
                <a:gd name="T35" fmla="*/ 36 h 91"/>
                <a:gd name="T36" fmla="*/ 2 w 72"/>
                <a:gd name="T37" fmla="*/ 32 h 91"/>
                <a:gd name="T38" fmla="*/ 4 w 72"/>
                <a:gd name="T39" fmla="*/ 24 h 91"/>
                <a:gd name="T40" fmla="*/ 11 w 72"/>
                <a:gd name="T41" fmla="*/ 21 h 91"/>
                <a:gd name="T42" fmla="*/ 14 w 72"/>
                <a:gd name="T43" fmla="*/ 19 h 91"/>
                <a:gd name="T44" fmla="*/ 4 w 72"/>
                <a:gd name="T45" fmla="*/ 11 h 91"/>
                <a:gd name="T46" fmla="*/ 0 w 72"/>
                <a:gd name="T47" fmla="*/ 7 h 91"/>
                <a:gd name="T48" fmla="*/ 5 w 72"/>
                <a:gd name="T49" fmla="*/ 1 h 91"/>
                <a:gd name="T50" fmla="*/ 15 w 72"/>
                <a:gd name="T51" fmla="*/ 3 h 91"/>
                <a:gd name="T52" fmla="*/ 20 w 72"/>
                <a:gd name="T53" fmla="*/ 6 h 91"/>
                <a:gd name="T54" fmla="*/ 27 w 72"/>
                <a:gd name="T55" fmla="*/ 6 h 91"/>
                <a:gd name="T56" fmla="*/ 28 w 72"/>
                <a:gd name="T57" fmla="*/ 13 h 91"/>
                <a:gd name="T58" fmla="*/ 29 w 72"/>
                <a:gd name="T59" fmla="*/ 19 h 91"/>
                <a:gd name="T60" fmla="*/ 37 w 72"/>
                <a:gd name="T61" fmla="*/ 20 h 91"/>
                <a:gd name="T62" fmla="*/ 47 w 72"/>
                <a:gd name="T63" fmla="*/ 20 h 91"/>
                <a:gd name="T64" fmla="*/ 65 w 72"/>
                <a:gd name="T65" fmla="*/ 22 h 91"/>
                <a:gd name="T66" fmla="*/ 65 w 72"/>
                <a:gd name="T67" fmla="*/ 29 h 91"/>
                <a:gd name="T68" fmla="*/ 58 w 72"/>
                <a:gd name="T69" fmla="*/ 38 h 91"/>
                <a:gd name="T70" fmla="*/ 49 w 72"/>
                <a:gd name="T71" fmla="*/ 41 h 91"/>
                <a:gd name="T72" fmla="*/ 49 w 72"/>
                <a:gd name="T73" fmla="*/ 48 h 91"/>
                <a:gd name="T74" fmla="*/ 50 w 72"/>
                <a:gd name="T75" fmla="*/ 53 h 91"/>
                <a:gd name="T76" fmla="*/ 56 w 72"/>
                <a:gd name="T77" fmla="*/ 58 h 91"/>
                <a:gd name="T78" fmla="*/ 60 w 72"/>
                <a:gd name="T79" fmla="*/ 47 h 91"/>
                <a:gd name="T80" fmla="*/ 65 w 72"/>
                <a:gd name="T81" fmla="*/ 46 h 91"/>
                <a:gd name="T82" fmla="*/ 70 w 72"/>
                <a:gd name="T83" fmla="*/ 69 h 91"/>
                <a:gd name="T84" fmla="*/ 72 w 72"/>
                <a:gd name="T85" fmla="*/ 84 h 91"/>
                <a:gd name="T86" fmla="*/ 64 w 72"/>
                <a:gd name="T87" fmla="*/ 91 h 9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2"/>
                <a:gd name="T133" fmla="*/ 0 h 91"/>
                <a:gd name="T134" fmla="*/ 72 w 72"/>
                <a:gd name="T135" fmla="*/ 91 h 91"/>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2" h="91">
                  <a:moveTo>
                    <a:pt x="64" y="91"/>
                  </a:moveTo>
                  <a:lnTo>
                    <a:pt x="63" y="89"/>
                  </a:lnTo>
                  <a:lnTo>
                    <a:pt x="61" y="85"/>
                  </a:lnTo>
                  <a:lnTo>
                    <a:pt x="60" y="76"/>
                  </a:lnTo>
                  <a:lnTo>
                    <a:pt x="56" y="65"/>
                  </a:lnTo>
                  <a:lnTo>
                    <a:pt x="53" y="62"/>
                  </a:lnTo>
                  <a:lnTo>
                    <a:pt x="48" y="64"/>
                  </a:lnTo>
                  <a:lnTo>
                    <a:pt x="45" y="64"/>
                  </a:lnTo>
                  <a:lnTo>
                    <a:pt x="43" y="63"/>
                  </a:lnTo>
                  <a:lnTo>
                    <a:pt x="41" y="58"/>
                  </a:lnTo>
                  <a:lnTo>
                    <a:pt x="40" y="58"/>
                  </a:lnTo>
                  <a:lnTo>
                    <a:pt x="39" y="59"/>
                  </a:lnTo>
                  <a:lnTo>
                    <a:pt x="38" y="63"/>
                  </a:lnTo>
                  <a:lnTo>
                    <a:pt x="41" y="69"/>
                  </a:lnTo>
                  <a:lnTo>
                    <a:pt x="41" y="72"/>
                  </a:lnTo>
                  <a:lnTo>
                    <a:pt x="40" y="73"/>
                  </a:lnTo>
                  <a:lnTo>
                    <a:pt x="37" y="74"/>
                  </a:lnTo>
                  <a:lnTo>
                    <a:pt x="35" y="78"/>
                  </a:lnTo>
                  <a:lnTo>
                    <a:pt x="33" y="79"/>
                  </a:lnTo>
                  <a:lnTo>
                    <a:pt x="31" y="75"/>
                  </a:lnTo>
                  <a:lnTo>
                    <a:pt x="30" y="72"/>
                  </a:lnTo>
                  <a:lnTo>
                    <a:pt x="29" y="72"/>
                  </a:lnTo>
                  <a:lnTo>
                    <a:pt x="28" y="77"/>
                  </a:lnTo>
                  <a:lnTo>
                    <a:pt x="26" y="79"/>
                  </a:lnTo>
                  <a:lnTo>
                    <a:pt x="24" y="79"/>
                  </a:lnTo>
                  <a:lnTo>
                    <a:pt x="22" y="75"/>
                  </a:lnTo>
                  <a:lnTo>
                    <a:pt x="19" y="80"/>
                  </a:lnTo>
                  <a:lnTo>
                    <a:pt x="16" y="78"/>
                  </a:lnTo>
                  <a:lnTo>
                    <a:pt x="15" y="74"/>
                  </a:lnTo>
                  <a:lnTo>
                    <a:pt x="13" y="61"/>
                  </a:lnTo>
                  <a:lnTo>
                    <a:pt x="10" y="49"/>
                  </a:lnTo>
                  <a:lnTo>
                    <a:pt x="8" y="46"/>
                  </a:lnTo>
                  <a:lnTo>
                    <a:pt x="8" y="44"/>
                  </a:lnTo>
                  <a:lnTo>
                    <a:pt x="11" y="38"/>
                  </a:lnTo>
                  <a:lnTo>
                    <a:pt x="11" y="36"/>
                  </a:lnTo>
                  <a:lnTo>
                    <a:pt x="10" y="34"/>
                  </a:lnTo>
                  <a:lnTo>
                    <a:pt x="2" y="32"/>
                  </a:lnTo>
                  <a:lnTo>
                    <a:pt x="0" y="29"/>
                  </a:lnTo>
                  <a:lnTo>
                    <a:pt x="4" y="24"/>
                  </a:lnTo>
                  <a:lnTo>
                    <a:pt x="7" y="22"/>
                  </a:lnTo>
                  <a:lnTo>
                    <a:pt x="11" y="21"/>
                  </a:lnTo>
                  <a:lnTo>
                    <a:pt x="13" y="20"/>
                  </a:lnTo>
                  <a:lnTo>
                    <a:pt x="14" y="19"/>
                  </a:lnTo>
                  <a:lnTo>
                    <a:pt x="13" y="18"/>
                  </a:lnTo>
                  <a:lnTo>
                    <a:pt x="4" y="11"/>
                  </a:lnTo>
                  <a:lnTo>
                    <a:pt x="0" y="9"/>
                  </a:lnTo>
                  <a:lnTo>
                    <a:pt x="0" y="7"/>
                  </a:lnTo>
                  <a:lnTo>
                    <a:pt x="1" y="5"/>
                  </a:lnTo>
                  <a:lnTo>
                    <a:pt x="5" y="1"/>
                  </a:lnTo>
                  <a:lnTo>
                    <a:pt x="6" y="0"/>
                  </a:lnTo>
                  <a:lnTo>
                    <a:pt x="15" y="3"/>
                  </a:lnTo>
                  <a:lnTo>
                    <a:pt x="17" y="4"/>
                  </a:lnTo>
                  <a:lnTo>
                    <a:pt x="20" y="6"/>
                  </a:lnTo>
                  <a:lnTo>
                    <a:pt x="24" y="6"/>
                  </a:lnTo>
                  <a:lnTo>
                    <a:pt x="27" y="6"/>
                  </a:lnTo>
                  <a:lnTo>
                    <a:pt x="28" y="9"/>
                  </a:lnTo>
                  <a:lnTo>
                    <a:pt x="28" y="13"/>
                  </a:lnTo>
                  <a:lnTo>
                    <a:pt x="28" y="18"/>
                  </a:lnTo>
                  <a:lnTo>
                    <a:pt x="29" y="19"/>
                  </a:lnTo>
                  <a:lnTo>
                    <a:pt x="33" y="20"/>
                  </a:lnTo>
                  <a:lnTo>
                    <a:pt x="37" y="20"/>
                  </a:lnTo>
                  <a:lnTo>
                    <a:pt x="43" y="20"/>
                  </a:lnTo>
                  <a:lnTo>
                    <a:pt x="47" y="20"/>
                  </a:lnTo>
                  <a:lnTo>
                    <a:pt x="64" y="21"/>
                  </a:lnTo>
                  <a:lnTo>
                    <a:pt x="65" y="22"/>
                  </a:lnTo>
                  <a:lnTo>
                    <a:pt x="65" y="23"/>
                  </a:lnTo>
                  <a:lnTo>
                    <a:pt x="65" y="29"/>
                  </a:lnTo>
                  <a:lnTo>
                    <a:pt x="64" y="32"/>
                  </a:lnTo>
                  <a:lnTo>
                    <a:pt x="58" y="38"/>
                  </a:lnTo>
                  <a:lnTo>
                    <a:pt x="54" y="39"/>
                  </a:lnTo>
                  <a:lnTo>
                    <a:pt x="49" y="41"/>
                  </a:lnTo>
                  <a:lnTo>
                    <a:pt x="49" y="44"/>
                  </a:lnTo>
                  <a:lnTo>
                    <a:pt x="49" y="48"/>
                  </a:lnTo>
                  <a:lnTo>
                    <a:pt x="49" y="50"/>
                  </a:lnTo>
                  <a:lnTo>
                    <a:pt x="50" y="53"/>
                  </a:lnTo>
                  <a:lnTo>
                    <a:pt x="52" y="55"/>
                  </a:lnTo>
                  <a:lnTo>
                    <a:pt x="56" y="58"/>
                  </a:lnTo>
                  <a:lnTo>
                    <a:pt x="58" y="55"/>
                  </a:lnTo>
                  <a:lnTo>
                    <a:pt x="60" y="47"/>
                  </a:lnTo>
                  <a:lnTo>
                    <a:pt x="62" y="46"/>
                  </a:lnTo>
                  <a:lnTo>
                    <a:pt x="65" y="46"/>
                  </a:lnTo>
                  <a:lnTo>
                    <a:pt x="65" y="50"/>
                  </a:lnTo>
                  <a:lnTo>
                    <a:pt x="70" y="69"/>
                  </a:lnTo>
                  <a:lnTo>
                    <a:pt x="70" y="72"/>
                  </a:lnTo>
                  <a:lnTo>
                    <a:pt x="72" y="84"/>
                  </a:lnTo>
                  <a:lnTo>
                    <a:pt x="66" y="88"/>
                  </a:lnTo>
                  <a:lnTo>
                    <a:pt x="64" y="91"/>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6" name="Freeform 35">
              <a:extLst>
                <a:ext uri="{FF2B5EF4-FFF2-40B4-BE49-F238E27FC236}">
                  <a16:creationId xmlns:a16="http://schemas.microsoft.com/office/drawing/2014/main" id="{1C7F7E3B-0865-3A60-DC23-34C74EF250F8}"/>
                </a:ext>
              </a:extLst>
            </p:cNvPr>
            <p:cNvSpPr>
              <a:spLocks/>
            </p:cNvSpPr>
            <p:nvPr/>
          </p:nvSpPr>
          <p:spPr bwMode="gray">
            <a:xfrm>
              <a:off x="4502680" y="4150471"/>
              <a:ext cx="123516" cy="156111"/>
            </a:xfrm>
            <a:custGeom>
              <a:avLst/>
              <a:gdLst>
                <a:gd name="T0" fmla="*/ 63 w 72"/>
                <a:gd name="T1" fmla="*/ 89 h 91"/>
                <a:gd name="T2" fmla="*/ 60 w 72"/>
                <a:gd name="T3" fmla="*/ 76 h 91"/>
                <a:gd name="T4" fmla="*/ 53 w 72"/>
                <a:gd name="T5" fmla="*/ 62 h 91"/>
                <a:gd name="T6" fmla="*/ 45 w 72"/>
                <a:gd name="T7" fmla="*/ 64 h 91"/>
                <a:gd name="T8" fmla="*/ 43 w 72"/>
                <a:gd name="T9" fmla="*/ 63 h 91"/>
                <a:gd name="T10" fmla="*/ 40 w 72"/>
                <a:gd name="T11" fmla="*/ 58 h 91"/>
                <a:gd name="T12" fmla="*/ 38 w 72"/>
                <a:gd name="T13" fmla="*/ 63 h 91"/>
                <a:gd name="T14" fmla="*/ 41 w 72"/>
                <a:gd name="T15" fmla="*/ 72 h 91"/>
                <a:gd name="T16" fmla="*/ 37 w 72"/>
                <a:gd name="T17" fmla="*/ 74 h 91"/>
                <a:gd name="T18" fmla="*/ 33 w 72"/>
                <a:gd name="T19" fmla="*/ 79 h 91"/>
                <a:gd name="T20" fmla="*/ 30 w 72"/>
                <a:gd name="T21" fmla="*/ 72 h 91"/>
                <a:gd name="T22" fmla="*/ 28 w 72"/>
                <a:gd name="T23" fmla="*/ 77 h 91"/>
                <a:gd name="T24" fmla="*/ 24 w 72"/>
                <a:gd name="T25" fmla="*/ 79 h 91"/>
                <a:gd name="T26" fmla="*/ 19 w 72"/>
                <a:gd name="T27" fmla="*/ 80 h 91"/>
                <a:gd name="T28" fmla="*/ 15 w 72"/>
                <a:gd name="T29" fmla="*/ 74 h 91"/>
                <a:gd name="T30" fmla="*/ 10 w 72"/>
                <a:gd name="T31" fmla="*/ 49 h 91"/>
                <a:gd name="T32" fmla="*/ 8 w 72"/>
                <a:gd name="T33" fmla="*/ 44 h 91"/>
                <a:gd name="T34" fmla="*/ 11 w 72"/>
                <a:gd name="T35" fmla="*/ 36 h 91"/>
                <a:gd name="T36" fmla="*/ 2 w 72"/>
                <a:gd name="T37" fmla="*/ 32 h 91"/>
                <a:gd name="T38" fmla="*/ 4 w 72"/>
                <a:gd name="T39" fmla="*/ 24 h 91"/>
                <a:gd name="T40" fmla="*/ 11 w 72"/>
                <a:gd name="T41" fmla="*/ 21 h 91"/>
                <a:gd name="T42" fmla="*/ 14 w 72"/>
                <a:gd name="T43" fmla="*/ 19 h 91"/>
                <a:gd name="T44" fmla="*/ 4 w 72"/>
                <a:gd name="T45" fmla="*/ 11 h 91"/>
                <a:gd name="T46" fmla="*/ 0 w 72"/>
                <a:gd name="T47" fmla="*/ 7 h 91"/>
                <a:gd name="T48" fmla="*/ 5 w 72"/>
                <a:gd name="T49" fmla="*/ 1 h 91"/>
                <a:gd name="T50" fmla="*/ 15 w 72"/>
                <a:gd name="T51" fmla="*/ 3 h 91"/>
                <a:gd name="T52" fmla="*/ 20 w 72"/>
                <a:gd name="T53" fmla="*/ 6 h 91"/>
                <a:gd name="T54" fmla="*/ 27 w 72"/>
                <a:gd name="T55" fmla="*/ 6 h 91"/>
                <a:gd name="T56" fmla="*/ 28 w 72"/>
                <a:gd name="T57" fmla="*/ 13 h 91"/>
                <a:gd name="T58" fmla="*/ 29 w 72"/>
                <a:gd name="T59" fmla="*/ 19 h 91"/>
                <a:gd name="T60" fmla="*/ 37 w 72"/>
                <a:gd name="T61" fmla="*/ 20 h 91"/>
                <a:gd name="T62" fmla="*/ 47 w 72"/>
                <a:gd name="T63" fmla="*/ 20 h 91"/>
                <a:gd name="T64" fmla="*/ 65 w 72"/>
                <a:gd name="T65" fmla="*/ 22 h 91"/>
                <a:gd name="T66" fmla="*/ 65 w 72"/>
                <a:gd name="T67" fmla="*/ 29 h 91"/>
                <a:gd name="T68" fmla="*/ 58 w 72"/>
                <a:gd name="T69" fmla="*/ 38 h 91"/>
                <a:gd name="T70" fmla="*/ 49 w 72"/>
                <a:gd name="T71" fmla="*/ 41 h 91"/>
                <a:gd name="T72" fmla="*/ 49 w 72"/>
                <a:gd name="T73" fmla="*/ 48 h 91"/>
                <a:gd name="T74" fmla="*/ 50 w 72"/>
                <a:gd name="T75" fmla="*/ 53 h 91"/>
                <a:gd name="T76" fmla="*/ 56 w 72"/>
                <a:gd name="T77" fmla="*/ 58 h 91"/>
                <a:gd name="T78" fmla="*/ 60 w 72"/>
                <a:gd name="T79" fmla="*/ 47 h 91"/>
                <a:gd name="T80" fmla="*/ 65 w 72"/>
                <a:gd name="T81" fmla="*/ 46 h 91"/>
                <a:gd name="T82" fmla="*/ 70 w 72"/>
                <a:gd name="T83" fmla="*/ 69 h 91"/>
                <a:gd name="T84" fmla="*/ 72 w 72"/>
                <a:gd name="T85" fmla="*/ 84 h 91"/>
                <a:gd name="T86" fmla="*/ 64 w 72"/>
                <a:gd name="T87" fmla="*/ 91 h 9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2"/>
                <a:gd name="T133" fmla="*/ 0 h 91"/>
                <a:gd name="T134" fmla="*/ 72 w 72"/>
                <a:gd name="T135" fmla="*/ 91 h 91"/>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2" h="91">
                  <a:moveTo>
                    <a:pt x="64" y="91"/>
                  </a:moveTo>
                  <a:lnTo>
                    <a:pt x="63" y="89"/>
                  </a:lnTo>
                  <a:lnTo>
                    <a:pt x="61" y="85"/>
                  </a:lnTo>
                  <a:lnTo>
                    <a:pt x="60" y="76"/>
                  </a:lnTo>
                  <a:lnTo>
                    <a:pt x="56" y="65"/>
                  </a:lnTo>
                  <a:lnTo>
                    <a:pt x="53" y="62"/>
                  </a:lnTo>
                  <a:lnTo>
                    <a:pt x="48" y="64"/>
                  </a:lnTo>
                  <a:lnTo>
                    <a:pt x="45" y="64"/>
                  </a:lnTo>
                  <a:lnTo>
                    <a:pt x="43" y="63"/>
                  </a:lnTo>
                  <a:lnTo>
                    <a:pt x="41" y="58"/>
                  </a:lnTo>
                  <a:lnTo>
                    <a:pt x="40" y="58"/>
                  </a:lnTo>
                  <a:lnTo>
                    <a:pt x="39" y="59"/>
                  </a:lnTo>
                  <a:lnTo>
                    <a:pt x="38" y="63"/>
                  </a:lnTo>
                  <a:lnTo>
                    <a:pt x="41" y="69"/>
                  </a:lnTo>
                  <a:lnTo>
                    <a:pt x="41" y="72"/>
                  </a:lnTo>
                  <a:lnTo>
                    <a:pt x="40" y="73"/>
                  </a:lnTo>
                  <a:lnTo>
                    <a:pt x="37" y="74"/>
                  </a:lnTo>
                  <a:lnTo>
                    <a:pt x="35" y="78"/>
                  </a:lnTo>
                  <a:lnTo>
                    <a:pt x="33" y="79"/>
                  </a:lnTo>
                  <a:lnTo>
                    <a:pt x="31" y="75"/>
                  </a:lnTo>
                  <a:lnTo>
                    <a:pt x="30" y="72"/>
                  </a:lnTo>
                  <a:lnTo>
                    <a:pt x="29" y="72"/>
                  </a:lnTo>
                  <a:lnTo>
                    <a:pt x="28" y="77"/>
                  </a:lnTo>
                  <a:lnTo>
                    <a:pt x="26" y="79"/>
                  </a:lnTo>
                  <a:lnTo>
                    <a:pt x="24" y="79"/>
                  </a:lnTo>
                  <a:lnTo>
                    <a:pt x="22" y="75"/>
                  </a:lnTo>
                  <a:lnTo>
                    <a:pt x="19" y="80"/>
                  </a:lnTo>
                  <a:lnTo>
                    <a:pt x="16" y="78"/>
                  </a:lnTo>
                  <a:lnTo>
                    <a:pt x="15" y="74"/>
                  </a:lnTo>
                  <a:lnTo>
                    <a:pt x="13" y="61"/>
                  </a:lnTo>
                  <a:lnTo>
                    <a:pt x="10" y="49"/>
                  </a:lnTo>
                  <a:lnTo>
                    <a:pt x="8" y="46"/>
                  </a:lnTo>
                  <a:lnTo>
                    <a:pt x="8" y="44"/>
                  </a:lnTo>
                  <a:lnTo>
                    <a:pt x="11" y="38"/>
                  </a:lnTo>
                  <a:lnTo>
                    <a:pt x="11" y="36"/>
                  </a:lnTo>
                  <a:lnTo>
                    <a:pt x="10" y="34"/>
                  </a:lnTo>
                  <a:lnTo>
                    <a:pt x="2" y="32"/>
                  </a:lnTo>
                  <a:lnTo>
                    <a:pt x="0" y="29"/>
                  </a:lnTo>
                  <a:lnTo>
                    <a:pt x="4" y="24"/>
                  </a:lnTo>
                  <a:lnTo>
                    <a:pt x="7" y="22"/>
                  </a:lnTo>
                  <a:lnTo>
                    <a:pt x="11" y="21"/>
                  </a:lnTo>
                  <a:lnTo>
                    <a:pt x="13" y="20"/>
                  </a:lnTo>
                  <a:lnTo>
                    <a:pt x="14" y="19"/>
                  </a:lnTo>
                  <a:lnTo>
                    <a:pt x="13" y="18"/>
                  </a:lnTo>
                  <a:lnTo>
                    <a:pt x="4" y="11"/>
                  </a:lnTo>
                  <a:lnTo>
                    <a:pt x="0" y="9"/>
                  </a:lnTo>
                  <a:lnTo>
                    <a:pt x="0" y="7"/>
                  </a:lnTo>
                  <a:lnTo>
                    <a:pt x="1" y="5"/>
                  </a:lnTo>
                  <a:lnTo>
                    <a:pt x="5" y="1"/>
                  </a:lnTo>
                  <a:lnTo>
                    <a:pt x="6" y="0"/>
                  </a:lnTo>
                  <a:lnTo>
                    <a:pt x="15" y="3"/>
                  </a:lnTo>
                  <a:lnTo>
                    <a:pt x="17" y="4"/>
                  </a:lnTo>
                  <a:lnTo>
                    <a:pt x="20" y="6"/>
                  </a:lnTo>
                  <a:lnTo>
                    <a:pt x="24" y="6"/>
                  </a:lnTo>
                  <a:lnTo>
                    <a:pt x="27" y="6"/>
                  </a:lnTo>
                  <a:lnTo>
                    <a:pt x="28" y="9"/>
                  </a:lnTo>
                  <a:lnTo>
                    <a:pt x="28" y="13"/>
                  </a:lnTo>
                  <a:lnTo>
                    <a:pt x="28" y="18"/>
                  </a:lnTo>
                  <a:lnTo>
                    <a:pt x="29" y="19"/>
                  </a:lnTo>
                  <a:lnTo>
                    <a:pt x="33" y="20"/>
                  </a:lnTo>
                  <a:lnTo>
                    <a:pt x="37" y="20"/>
                  </a:lnTo>
                  <a:lnTo>
                    <a:pt x="43" y="20"/>
                  </a:lnTo>
                  <a:lnTo>
                    <a:pt x="47" y="20"/>
                  </a:lnTo>
                  <a:lnTo>
                    <a:pt x="64" y="21"/>
                  </a:lnTo>
                  <a:lnTo>
                    <a:pt x="65" y="22"/>
                  </a:lnTo>
                  <a:lnTo>
                    <a:pt x="65" y="23"/>
                  </a:lnTo>
                  <a:lnTo>
                    <a:pt x="65" y="29"/>
                  </a:lnTo>
                  <a:lnTo>
                    <a:pt x="64" y="32"/>
                  </a:lnTo>
                  <a:lnTo>
                    <a:pt x="58" y="38"/>
                  </a:lnTo>
                  <a:lnTo>
                    <a:pt x="54" y="39"/>
                  </a:lnTo>
                  <a:lnTo>
                    <a:pt x="49" y="41"/>
                  </a:lnTo>
                  <a:lnTo>
                    <a:pt x="49" y="44"/>
                  </a:lnTo>
                  <a:lnTo>
                    <a:pt x="49" y="48"/>
                  </a:lnTo>
                  <a:lnTo>
                    <a:pt x="49" y="50"/>
                  </a:lnTo>
                  <a:lnTo>
                    <a:pt x="50" y="53"/>
                  </a:lnTo>
                  <a:lnTo>
                    <a:pt x="52" y="55"/>
                  </a:lnTo>
                  <a:lnTo>
                    <a:pt x="56" y="58"/>
                  </a:lnTo>
                  <a:lnTo>
                    <a:pt x="58" y="55"/>
                  </a:lnTo>
                  <a:lnTo>
                    <a:pt x="60" y="47"/>
                  </a:lnTo>
                  <a:lnTo>
                    <a:pt x="62" y="46"/>
                  </a:lnTo>
                  <a:lnTo>
                    <a:pt x="65" y="46"/>
                  </a:lnTo>
                  <a:lnTo>
                    <a:pt x="65" y="50"/>
                  </a:lnTo>
                  <a:lnTo>
                    <a:pt x="70" y="69"/>
                  </a:lnTo>
                  <a:lnTo>
                    <a:pt x="70" y="72"/>
                  </a:lnTo>
                  <a:lnTo>
                    <a:pt x="72" y="84"/>
                  </a:lnTo>
                  <a:lnTo>
                    <a:pt x="66" y="88"/>
                  </a:lnTo>
                  <a:lnTo>
                    <a:pt x="64" y="91"/>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7" name="Freeform 36">
              <a:extLst>
                <a:ext uri="{FF2B5EF4-FFF2-40B4-BE49-F238E27FC236}">
                  <a16:creationId xmlns:a16="http://schemas.microsoft.com/office/drawing/2014/main" id="{B26EF564-26C3-AAF4-DB71-CA2463F2B5BC}"/>
                </a:ext>
              </a:extLst>
            </p:cNvPr>
            <p:cNvSpPr>
              <a:spLocks/>
            </p:cNvSpPr>
            <p:nvPr/>
          </p:nvSpPr>
          <p:spPr bwMode="gray">
            <a:xfrm>
              <a:off x="3967443" y="3863981"/>
              <a:ext cx="785700" cy="802856"/>
            </a:xfrm>
            <a:custGeom>
              <a:avLst/>
              <a:gdLst>
                <a:gd name="T0" fmla="*/ 368 w 458"/>
                <a:gd name="T1" fmla="*/ 225 h 468"/>
                <a:gd name="T2" fmla="*/ 370 w 458"/>
                <a:gd name="T3" fmla="*/ 205 h 468"/>
                <a:gd name="T4" fmla="*/ 349 w 458"/>
                <a:gd name="T5" fmla="*/ 187 h 468"/>
                <a:gd name="T6" fmla="*/ 332 w 458"/>
                <a:gd name="T7" fmla="*/ 173 h 468"/>
                <a:gd name="T8" fmla="*/ 316 w 458"/>
                <a:gd name="T9" fmla="*/ 178 h 468"/>
                <a:gd name="T10" fmla="*/ 314 w 458"/>
                <a:gd name="T11" fmla="*/ 199 h 468"/>
                <a:gd name="T12" fmla="*/ 327 w 458"/>
                <a:gd name="T13" fmla="*/ 241 h 468"/>
                <a:gd name="T14" fmla="*/ 319 w 458"/>
                <a:gd name="T15" fmla="*/ 246 h 468"/>
                <a:gd name="T16" fmla="*/ 299 w 458"/>
                <a:gd name="T17" fmla="*/ 251 h 468"/>
                <a:gd name="T18" fmla="*/ 290 w 458"/>
                <a:gd name="T19" fmla="*/ 271 h 468"/>
                <a:gd name="T20" fmla="*/ 260 w 458"/>
                <a:gd name="T21" fmla="*/ 292 h 468"/>
                <a:gd name="T22" fmla="*/ 223 w 458"/>
                <a:gd name="T23" fmla="*/ 322 h 468"/>
                <a:gd name="T24" fmla="*/ 204 w 458"/>
                <a:gd name="T25" fmla="*/ 343 h 468"/>
                <a:gd name="T26" fmla="*/ 190 w 458"/>
                <a:gd name="T27" fmla="*/ 368 h 468"/>
                <a:gd name="T28" fmla="*/ 183 w 458"/>
                <a:gd name="T29" fmla="*/ 409 h 468"/>
                <a:gd name="T30" fmla="*/ 173 w 458"/>
                <a:gd name="T31" fmla="*/ 440 h 468"/>
                <a:gd name="T32" fmla="*/ 158 w 458"/>
                <a:gd name="T33" fmla="*/ 460 h 468"/>
                <a:gd name="T34" fmla="*/ 145 w 458"/>
                <a:gd name="T35" fmla="*/ 467 h 468"/>
                <a:gd name="T36" fmla="*/ 108 w 458"/>
                <a:gd name="T37" fmla="*/ 391 h 468"/>
                <a:gd name="T38" fmla="*/ 75 w 458"/>
                <a:gd name="T39" fmla="*/ 287 h 468"/>
                <a:gd name="T40" fmla="*/ 73 w 458"/>
                <a:gd name="T41" fmla="*/ 250 h 468"/>
                <a:gd name="T42" fmla="*/ 67 w 458"/>
                <a:gd name="T43" fmla="*/ 249 h 468"/>
                <a:gd name="T44" fmla="*/ 38 w 458"/>
                <a:gd name="T45" fmla="*/ 261 h 468"/>
                <a:gd name="T46" fmla="*/ 30 w 458"/>
                <a:gd name="T47" fmla="*/ 235 h 468"/>
                <a:gd name="T48" fmla="*/ 17 w 458"/>
                <a:gd name="T49" fmla="*/ 226 h 468"/>
                <a:gd name="T50" fmla="*/ 11 w 458"/>
                <a:gd name="T51" fmla="*/ 207 h 468"/>
                <a:gd name="T52" fmla="*/ 38 w 458"/>
                <a:gd name="T53" fmla="*/ 200 h 468"/>
                <a:gd name="T54" fmla="*/ 43 w 458"/>
                <a:gd name="T55" fmla="*/ 185 h 468"/>
                <a:gd name="T56" fmla="*/ 31 w 458"/>
                <a:gd name="T57" fmla="*/ 163 h 468"/>
                <a:gd name="T58" fmla="*/ 36 w 458"/>
                <a:gd name="T59" fmla="*/ 138 h 468"/>
                <a:gd name="T60" fmla="*/ 61 w 458"/>
                <a:gd name="T61" fmla="*/ 136 h 468"/>
                <a:gd name="T62" fmla="*/ 90 w 458"/>
                <a:gd name="T63" fmla="*/ 101 h 468"/>
                <a:gd name="T64" fmla="*/ 110 w 458"/>
                <a:gd name="T65" fmla="*/ 65 h 468"/>
                <a:gd name="T66" fmla="*/ 98 w 458"/>
                <a:gd name="T67" fmla="*/ 51 h 468"/>
                <a:gd name="T68" fmla="*/ 97 w 458"/>
                <a:gd name="T69" fmla="*/ 31 h 468"/>
                <a:gd name="T70" fmla="*/ 93 w 458"/>
                <a:gd name="T71" fmla="*/ 16 h 468"/>
                <a:gd name="T72" fmla="*/ 132 w 458"/>
                <a:gd name="T73" fmla="*/ 14 h 468"/>
                <a:gd name="T74" fmla="*/ 150 w 458"/>
                <a:gd name="T75" fmla="*/ 2 h 468"/>
                <a:gd name="T76" fmla="*/ 166 w 458"/>
                <a:gd name="T77" fmla="*/ 26 h 468"/>
                <a:gd name="T78" fmla="*/ 178 w 458"/>
                <a:gd name="T79" fmla="*/ 43 h 468"/>
                <a:gd name="T80" fmla="*/ 162 w 458"/>
                <a:gd name="T81" fmla="*/ 55 h 468"/>
                <a:gd name="T82" fmla="*/ 173 w 458"/>
                <a:gd name="T83" fmla="*/ 76 h 468"/>
                <a:gd name="T84" fmla="*/ 203 w 458"/>
                <a:gd name="T85" fmla="*/ 97 h 468"/>
                <a:gd name="T86" fmla="*/ 189 w 458"/>
                <a:gd name="T87" fmla="*/ 123 h 468"/>
                <a:gd name="T88" fmla="*/ 226 w 458"/>
                <a:gd name="T89" fmla="*/ 143 h 468"/>
                <a:gd name="T90" fmla="*/ 247 w 458"/>
                <a:gd name="T91" fmla="*/ 149 h 468"/>
                <a:gd name="T92" fmla="*/ 271 w 458"/>
                <a:gd name="T93" fmla="*/ 159 h 468"/>
                <a:gd name="T94" fmla="*/ 297 w 458"/>
                <a:gd name="T95" fmla="*/ 162 h 468"/>
                <a:gd name="T96" fmla="*/ 312 w 458"/>
                <a:gd name="T97" fmla="*/ 153 h 468"/>
                <a:gd name="T98" fmla="*/ 323 w 458"/>
                <a:gd name="T99" fmla="*/ 147 h 468"/>
                <a:gd name="T100" fmla="*/ 344 w 458"/>
                <a:gd name="T101" fmla="*/ 160 h 468"/>
                <a:gd name="T102" fmla="*/ 374 w 458"/>
                <a:gd name="T103" fmla="*/ 152 h 468"/>
                <a:gd name="T104" fmla="*/ 380 w 458"/>
                <a:gd name="T105" fmla="*/ 141 h 468"/>
                <a:gd name="T106" fmla="*/ 416 w 458"/>
                <a:gd name="T107" fmla="*/ 118 h 468"/>
                <a:gd name="T108" fmla="*/ 441 w 458"/>
                <a:gd name="T109" fmla="*/ 131 h 468"/>
                <a:gd name="T110" fmla="*/ 452 w 458"/>
                <a:gd name="T111" fmla="*/ 145 h 468"/>
                <a:gd name="T112" fmla="*/ 424 w 458"/>
                <a:gd name="T113" fmla="*/ 163 h 468"/>
                <a:gd name="T114" fmla="*/ 408 w 458"/>
                <a:gd name="T115" fmla="*/ 208 h 468"/>
                <a:gd name="T116" fmla="*/ 392 w 458"/>
                <a:gd name="T117" fmla="*/ 224 h 46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58"/>
                <a:gd name="T178" fmla="*/ 0 h 468"/>
                <a:gd name="T179" fmla="*/ 458 w 458"/>
                <a:gd name="T180" fmla="*/ 468 h 46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58" h="468">
                  <a:moveTo>
                    <a:pt x="382" y="239"/>
                  </a:moveTo>
                  <a:lnTo>
                    <a:pt x="382" y="236"/>
                  </a:lnTo>
                  <a:lnTo>
                    <a:pt x="377" y="217"/>
                  </a:lnTo>
                  <a:lnTo>
                    <a:pt x="377" y="213"/>
                  </a:lnTo>
                  <a:lnTo>
                    <a:pt x="374" y="213"/>
                  </a:lnTo>
                  <a:lnTo>
                    <a:pt x="372" y="214"/>
                  </a:lnTo>
                  <a:lnTo>
                    <a:pt x="370" y="222"/>
                  </a:lnTo>
                  <a:lnTo>
                    <a:pt x="368" y="225"/>
                  </a:lnTo>
                  <a:lnTo>
                    <a:pt x="364" y="222"/>
                  </a:lnTo>
                  <a:lnTo>
                    <a:pt x="362" y="220"/>
                  </a:lnTo>
                  <a:lnTo>
                    <a:pt x="361" y="217"/>
                  </a:lnTo>
                  <a:lnTo>
                    <a:pt x="361" y="215"/>
                  </a:lnTo>
                  <a:lnTo>
                    <a:pt x="361" y="211"/>
                  </a:lnTo>
                  <a:lnTo>
                    <a:pt x="361" y="208"/>
                  </a:lnTo>
                  <a:lnTo>
                    <a:pt x="366" y="206"/>
                  </a:lnTo>
                  <a:lnTo>
                    <a:pt x="370" y="205"/>
                  </a:lnTo>
                  <a:lnTo>
                    <a:pt x="376" y="199"/>
                  </a:lnTo>
                  <a:lnTo>
                    <a:pt x="377" y="196"/>
                  </a:lnTo>
                  <a:lnTo>
                    <a:pt x="377" y="190"/>
                  </a:lnTo>
                  <a:lnTo>
                    <a:pt x="377" y="189"/>
                  </a:lnTo>
                  <a:lnTo>
                    <a:pt x="376" y="188"/>
                  </a:lnTo>
                  <a:lnTo>
                    <a:pt x="359" y="187"/>
                  </a:lnTo>
                  <a:lnTo>
                    <a:pt x="355" y="187"/>
                  </a:lnTo>
                  <a:lnTo>
                    <a:pt x="349" y="187"/>
                  </a:lnTo>
                  <a:lnTo>
                    <a:pt x="345" y="187"/>
                  </a:lnTo>
                  <a:lnTo>
                    <a:pt x="341" y="186"/>
                  </a:lnTo>
                  <a:lnTo>
                    <a:pt x="340" y="185"/>
                  </a:lnTo>
                  <a:lnTo>
                    <a:pt x="340" y="180"/>
                  </a:lnTo>
                  <a:lnTo>
                    <a:pt x="340" y="176"/>
                  </a:lnTo>
                  <a:lnTo>
                    <a:pt x="339" y="173"/>
                  </a:lnTo>
                  <a:lnTo>
                    <a:pt x="336" y="173"/>
                  </a:lnTo>
                  <a:lnTo>
                    <a:pt x="332" y="173"/>
                  </a:lnTo>
                  <a:lnTo>
                    <a:pt x="329" y="171"/>
                  </a:lnTo>
                  <a:lnTo>
                    <a:pt x="327" y="170"/>
                  </a:lnTo>
                  <a:lnTo>
                    <a:pt x="318" y="167"/>
                  </a:lnTo>
                  <a:lnTo>
                    <a:pt x="317" y="168"/>
                  </a:lnTo>
                  <a:lnTo>
                    <a:pt x="313" y="172"/>
                  </a:lnTo>
                  <a:lnTo>
                    <a:pt x="312" y="174"/>
                  </a:lnTo>
                  <a:lnTo>
                    <a:pt x="312" y="176"/>
                  </a:lnTo>
                  <a:lnTo>
                    <a:pt x="316" y="178"/>
                  </a:lnTo>
                  <a:lnTo>
                    <a:pt x="325" y="185"/>
                  </a:lnTo>
                  <a:lnTo>
                    <a:pt x="326" y="186"/>
                  </a:lnTo>
                  <a:lnTo>
                    <a:pt x="325" y="187"/>
                  </a:lnTo>
                  <a:lnTo>
                    <a:pt x="323" y="188"/>
                  </a:lnTo>
                  <a:lnTo>
                    <a:pt x="319" y="189"/>
                  </a:lnTo>
                  <a:lnTo>
                    <a:pt x="316" y="191"/>
                  </a:lnTo>
                  <a:lnTo>
                    <a:pt x="312" y="196"/>
                  </a:lnTo>
                  <a:lnTo>
                    <a:pt x="314" y="199"/>
                  </a:lnTo>
                  <a:lnTo>
                    <a:pt x="322" y="201"/>
                  </a:lnTo>
                  <a:lnTo>
                    <a:pt x="323" y="203"/>
                  </a:lnTo>
                  <a:lnTo>
                    <a:pt x="323" y="205"/>
                  </a:lnTo>
                  <a:lnTo>
                    <a:pt x="320" y="211"/>
                  </a:lnTo>
                  <a:lnTo>
                    <a:pt x="320" y="213"/>
                  </a:lnTo>
                  <a:lnTo>
                    <a:pt x="322" y="216"/>
                  </a:lnTo>
                  <a:lnTo>
                    <a:pt x="325" y="228"/>
                  </a:lnTo>
                  <a:lnTo>
                    <a:pt x="327" y="241"/>
                  </a:lnTo>
                  <a:lnTo>
                    <a:pt x="328" y="245"/>
                  </a:lnTo>
                  <a:lnTo>
                    <a:pt x="327" y="247"/>
                  </a:lnTo>
                  <a:lnTo>
                    <a:pt x="327" y="249"/>
                  </a:lnTo>
                  <a:lnTo>
                    <a:pt x="326" y="249"/>
                  </a:lnTo>
                  <a:lnTo>
                    <a:pt x="323" y="249"/>
                  </a:lnTo>
                  <a:lnTo>
                    <a:pt x="322" y="244"/>
                  </a:lnTo>
                  <a:lnTo>
                    <a:pt x="321" y="243"/>
                  </a:lnTo>
                  <a:lnTo>
                    <a:pt x="319" y="246"/>
                  </a:lnTo>
                  <a:lnTo>
                    <a:pt x="318" y="248"/>
                  </a:lnTo>
                  <a:lnTo>
                    <a:pt x="316" y="248"/>
                  </a:lnTo>
                  <a:lnTo>
                    <a:pt x="315" y="248"/>
                  </a:lnTo>
                  <a:lnTo>
                    <a:pt x="313" y="244"/>
                  </a:lnTo>
                  <a:lnTo>
                    <a:pt x="312" y="242"/>
                  </a:lnTo>
                  <a:lnTo>
                    <a:pt x="310" y="246"/>
                  </a:lnTo>
                  <a:lnTo>
                    <a:pt x="306" y="248"/>
                  </a:lnTo>
                  <a:lnTo>
                    <a:pt x="299" y="251"/>
                  </a:lnTo>
                  <a:lnTo>
                    <a:pt x="295" y="253"/>
                  </a:lnTo>
                  <a:lnTo>
                    <a:pt x="293" y="255"/>
                  </a:lnTo>
                  <a:lnTo>
                    <a:pt x="293" y="256"/>
                  </a:lnTo>
                  <a:lnTo>
                    <a:pt x="294" y="260"/>
                  </a:lnTo>
                  <a:lnTo>
                    <a:pt x="295" y="263"/>
                  </a:lnTo>
                  <a:lnTo>
                    <a:pt x="293" y="267"/>
                  </a:lnTo>
                  <a:lnTo>
                    <a:pt x="290" y="269"/>
                  </a:lnTo>
                  <a:lnTo>
                    <a:pt x="290" y="271"/>
                  </a:lnTo>
                  <a:lnTo>
                    <a:pt x="286" y="274"/>
                  </a:lnTo>
                  <a:lnTo>
                    <a:pt x="282" y="278"/>
                  </a:lnTo>
                  <a:lnTo>
                    <a:pt x="279" y="279"/>
                  </a:lnTo>
                  <a:lnTo>
                    <a:pt x="276" y="279"/>
                  </a:lnTo>
                  <a:lnTo>
                    <a:pt x="271" y="281"/>
                  </a:lnTo>
                  <a:lnTo>
                    <a:pt x="267" y="284"/>
                  </a:lnTo>
                  <a:lnTo>
                    <a:pt x="264" y="288"/>
                  </a:lnTo>
                  <a:lnTo>
                    <a:pt x="260" y="292"/>
                  </a:lnTo>
                  <a:lnTo>
                    <a:pt x="253" y="300"/>
                  </a:lnTo>
                  <a:lnTo>
                    <a:pt x="249" y="304"/>
                  </a:lnTo>
                  <a:lnTo>
                    <a:pt x="244" y="306"/>
                  </a:lnTo>
                  <a:lnTo>
                    <a:pt x="239" y="312"/>
                  </a:lnTo>
                  <a:lnTo>
                    <a:pt x="235" y="316"/>
                  </a:lnTo>
                  <a:lnTo>
                    <a:pt x="230" y="319"/>
                  </a:lnTo>
                  <a:lnTo>
                    <a:pt x="227" y="320"/>
                  </a:lnTo>
                  <a:lnTo>
                    <a:pt x="223" y="322"/>
                  </a:lnTo>
                  <a:lnTo>
                    <a:pt x="222" y="326"/>
                  </a:lnTo>
                  <a:lnTo>
                    <a:pt x="221" y="330"/>
                  </a:lnTo>
                  <a:lnTo>
                    <a:pt x="220" y="333"/>
                  </a:lnTo>
                  <a:lnTo>
                    <a:pt x="215" y="335"/>
                  </a:lnTo>
                  <a:lnTo>
                    <a:pt x="212" y="335"/>
                  </a:lnTo>
                  <a:lnTo>
                    <a:pt x="208" y="335"/>
                  </a:lnTo>
                  <a:lnTo>
                    <a:pt x="206" y="337"/>
                  </a:lnTo>
                  <a:lnTo>
                    <a:pt x="204" y="343"/>
                  </a:lnTo>
                  <a:lnTo>
                    <a:pt x="202" y="345"/>
                  </a:lnTo>
                  <a:lnTo>
                    <a:pt x="198" y="343"/>
                  </a:lnTo>
                  <a:lnTo>
                    <a:pt x="194" y="344"/>
                  </a:lnTo>
                  <a:lnTo>
                    <a:pt x="191" y="346"/>
                  </a:lnTo>
                  <a:lnTo>
                    <a:pt x="190" y="350"/>
                  </a:lnTo>
                  <a:lnTo>
                    <a:pt x="188" y="353"/>
                  </a:lnTo>
                  <a:lnTo>
                    <a:pt x="188" y="357"/>
                  </a:lnTo>
                  <a:lnTo>
                    <a:pt x="190" y="368"/>
                  </a:lnTo>
                  <a:lnTo>
                    <a:pt x="190" y="374"/>
                  </a:lnTo>
                  <a:lnTo>
                    <a:pt x="188" y="378"/>
                  </a:lnTo>
                  <a:lnTo>
                    <a:pt x="190" y="380"/>
                  </a:lnTo>
                  <a:lnTo>
                    <a:pt x="192" y="383"/>
                  </a:lnTo>
                  <a:lnTo>
                    <a:pt x="192" y="387"/>
                  </a:lnTo>
                  <a:lnTo>
                    <a:pt x="191" y="391"/>
                  </a:lnTo>
                  <a:lnTo>
                    <a:pt x="186" y="403"/>
                  </a:lnTo>
                  <a:lnTo>
                    <a:pt x="183" y="409"/>
                  </a:lnTo>
                  <a:lnTo>
                    <a:pt x="182" y="413"/>
                  </a:lnTo>
                  <a:lnTo>
                    <a:pt x="183" y="418"/>
                  </a:lnTo>
                  <a:lnTo>
                    <a:pt x="184" y="431"/>
                  </a:lnTo>
                  <a:lnTo>
                    <a:pt x="184" y="432"/>
                  </a:lnTo>
                  <a:lnTo>
                    <a:pt x="179" y="432"/>
                  </a:lnTo>
                  <a:lnTo>
                    <a:pt x="176" y="432"/>
                  </a:lnTo>
                  <a:lnTo>
                    <a:pt x="175" y="433"/>
                  </a:lnTo>
                  <a:lnTo>
                    <a:pt x="173" y="440"/>
                  </a:lnTo>
                  <a:lnTo>
                    <a:pt x="170" y="444"/>
                  </a:lnTo>
                  <a:lnTo>
                    <a:pt x="170" y="445"/>
                  </a:lnTo>
                  <a:lnTo>
                    <a:pt x="174" y="448"/>
                  </a:lnTo>
                  <a:lnTo>
                    <a:pt x="168" y="450"/>
                  </a:lnTo>
                  <a:lnTo>
                    <a:pt x="166" y="450"/>
                  </a:lnTo>
                  <a:lnTo>
                    <a:pt x="160" y="452"/>
                  </a:lnTo>
                  <a:lnTo>
                    <a:pt x="159" y="455"/>
                  </a:lnTo>
                  <a:lnTo>
                    <a:pt x="158" y="460"/>
                  </a:lnTo>
                  <a:lnTo>
                    <a:pt x="157" y="462"/>
                  </a:lnTo>
                  <a:lnTo>
                    <a:pt x="154" y="464"/>
                  </a:lnTo>
                  <a:lnTo>
                    <a:pt x="150" y="466"/>
                  </a:lnTo>
                  <a:lnTo>
                    <a:pt x="149" y="466"/>
                  </a:lnTo>
                  <a:lnTo>
                    <a:pt x="147" y="468"/>
                  </a:lnTo>
                  <a:lnTo>
                    <a:pt x="146" y="468"/>
                  </a:lnTo>
                  <a:lnTo>
                    <a:pt x="145" y="467"/>
                  </a:lnTo>
                  <a:lnTo>
                    <a:pt x="135" y="457"/>
                  </a:lnTo>
                  <a:lnTo>
                    <a:pt x="135" y="454"/>
                  </a:lnTo>
                  <a:lnTo>
                    <a:pt x="133" y="450"/>
                  </a:lnTo>
                  <a:lnTo>
                    <a:pt x="130" y="441"/>
                  </a:lnTo>
                  <a:lnTo>
                    <a:pt x="126" y="428"/>
                  </a:lnTo>
                  <a:lnTo>
                    <a:pt x="119" y="414"/>
                  </a:lnTo>
                  <a:lnTo>
                    <a:pt x="112" y="403"/>
                  </a:lnTo>
                  <a:lnTo>
                    <a:pt x="108" y="391"/>
                  </a:lnTo>
                  <a:lnTo>
                    <a:pt x="105" y="378"/>
                  </a:lnTo>
                  <a:lnTo>
                    <a:pt x="100" y="366"/>
                  </a:lnTo>
                  <a:lnTo>
                    <a:pt x="94" y="355"/>
                  </a:lnTo>
                  <a:lnTo>
                    <a:pt x="91" y="350"/>
                  </a:lnTo>
                  <a:lnTo>
                    <a:pt x="86" y="339"/>
                  </a:lnTo>
                  <a:lnTo>
                    <a:pt x="84" y="331"/>
                  </a:lnTo>
                  <a:lnTo>
                    <a:pt x="79" y="307"/>
                  </a:lnTo>
                  <a:lnTo>
                    <a:pt x="75" y="287"/>
                  </a:lnTo>
                  <a:lnTo>
                    <a:pt x="74" y="276"/>
                  </a:lnTo>
                  <a:lnTo>
                    <a:pt x="74" y="274"/>
                  </a:lnTo>
                  <a:lnTo>
                    <a:pt x="75" y="269"/>
                  </a:lnTo>
                  <a:lnTo>
                    <a:pt x="79" y="263"/>
                  </a:lnTo>
                  <a:lnTo>
                    <a:pt x="79" y="261"/>
                  </a:lnTo>
                  <a:lnTo>
                    <a:pt x="76" y="259"/>
                  </a:lnTo>
                  <a:lnTo>
                    <a:pt x="74" y="255"/>
                  </a:lnTo>
                  <a:lnTo>
                    <a:pt x="73" y="250"/>
                  </a:lnTo>
                  <a:lnTo>
                    <a:pt x="72" y="244"/>
                  </a:lnTo>
                  <a:lnTo>
                    <a:pt x="73" y="239"/>
                  </a:lnTo>
                  <a:lnTo>
                    <a:pt x="67" y="239"/>
                  </a:lnTo>
                  <a:lnTo>
                    <a:pt x="66" y="241"/>
                  </a:lnTo>
                  <a:lnTo>
                    <a:pt x="64" y="244"/>
                  </a:lnTo>
                  <a:lnTo>
                    <a:pt x="64" y="246"/>
                  </a:lnTo>
                  <a:lnTo>
                    <a:pt x="66" y="247"/>
                  </a:lnTo>
                  <a:lnTo>
                    <a:pt x="67" y="249"/>
                  </a:lnTo>
                  <a:lnTo>
                    <a:pt x="66" y="252"/>
                  </a:lnTo>
                  <a:lnTo>
                    <a:pt x="64" y="255"/>
                  </a:lnTo>
                  <a:lnTo>
                    <a:pt x="60" y="258"/>
                  </a:lnTo>
                  <a:lnTo>
                    <a:pt x="54" y="261"/>
                  </a:lnTo>
                  <a:lnTo>
                    <a:pt x="51" y="261"/>
                  </a:lnTo>
                  <a:lnTo>
                    <a:pt x="47" y="263"/>
                  </a:lnTo>
                  <a:lnTo>
                    <a:pt x="44" y="264"/>
                  </a:lnTo>
                  <a:lnTo>
                    <a:pt x="38" y="261"/>
                  </a:lnTo>
                  <a:lnTo>
                    <a:pt x="34" y="259"/>
                  </a:lnTo>
                  <a:lnTo>
                    <a:pt x="27" y="251"/>
                  </a:lnTo>
                  <a:lnTo>
                    <a:pt x="17" y="242"/>
                  </a:lnTo>
                  <a:lnTo>
                    <a:pt x="13" y="236"/>
                  </a:lnTo>
                  <a:lnTo>
                    <a:pt x="15" y="236"/>
                  </a:lnTo>
                  <a:lnTo>
                    <a:pt x="23" y="237"/>
                  </a:lnTo>
                  <a:lnTo>
                    <a:pt x="27" y="236"/>
                  </a:lnTo>
                  <a:lnTo>
                    <a:pt x="30" y="235"/>
                  </a:lnTo>
                  <a:lnTo>
                    <a:pt x="34" y="233"/>
                  </a:lnTo>
                  <a:lnTo>
                    <a:pt x="37" y="229"/>
                  </a:lnTo>
                  <a:lnTo>
                    <a:pt x="37" y="227"/>
                  </a:lnTo>
                  <a:lnTo>
                    <a:pt x="36" y="227"/>
                  </a:lnTo>
                  <a:lnTo>
                    <a:pt x="31" y="228"/>
                  </a:lnTo>
                  <a:lnTo>
                    <a:pt x="25" y="228"/>
                  </a:lnTo>
                  <a:lnTo>
                    <a:pt x="21" y="227"/>
                  </a:lnTo>
                  <a:lnTo>
                    <a:pt x="17" y="226"/>
                  </a:lnTo>
                  <a:lnTo>
                    <a:pt x="13" y="224"/>
                  </a:lnTo>
                  <a:lnTo>
                    <a:pt x="12" y="224"/>
                  </a:lnTo>
                  <a:lnTo>
                    <a:pt x="6" y="219"/>
                  </a:lnTo>
                  <a:lnTo>
                    <a:pt x="1" y="213"/>
                  </a:lnTo>
                  <a:lnTo>
                    <a:pt x="0" y="211"/>
                  </a:lnTo>
                  <a:lnTo>
                    <a:pt x="3" y="211"/>
                  </a:lnTo>
                  <a:lnTo>
                    <a:pt x="5" y="208"/>
                  </a:lnTo>
                  <a:lnTo>
                    <a:pt x="11" y="207"/>
                  </a:lnTo>
                  <a:lnTo>
                    <a:pt x="11" y="202"/>
                  </a:lnTo>
                  <a:lnTo>
                    <a:pt x="13" y="202"/>
                  </a:lnTo>
                  <a:lnTo>
                    <a:pt x="19" y="202"/>
                  </a:lnTo>
                  <a:lnTo>
                    <a:pt x="24" y="202"/>
                  </a:lnTo>
                  <a:lnTo>
                    <a:pt x="26" y="204"/>
                  </a:lnTo>
                  <a:lnTo>
                    <a:pt x="31" y="204"/>
                  </a:lnTo>
                  <a:lnTo>
                    <a:pt x="33" y="202"/>
                  </a:lnTo>
                  <a:lnTo>
                    <a:pt x="38" y="200"/>
                  </a:lnTo>
                  <a:lnTo>
                    <a:pt x="39" y="201"/>
                  </a:lnTo>
                  <a:lnTo>
                    <a:pt x="40" y="203"/>
                  </a:lnTo>
                  <a:lnTo>
                    <a:pt x="44" y="202"/>
                  </a:lnTo>
                  <a:lnTo>
                    <a:pt x="45" y="201"/>
                  </a:lnTo>
                  <a:lnTo>
                    <a:pt x="48" y="200"/>
                  </a:lnTo>
                  <a:lnTo>
                    <a:pt x="46" y="197"/>
                  </a:lnTo>
                  <a:lnTo>
                    <a:pt x="48" y="196"/>
                  </a:lnTo>
                  <a:lnTo>
                    <a:pt x="43" y="185"/>
                  </a:lnTo>
                  <a:lnTo>
                    <a:pt x="41" y="181"/>
                  </a:lnTo>
                  <a:lnTo>
                    <a:pt x="40" y="178"/>
                  </a:lnTo>
                  <a:lnTo>
                    <a:pt x="37" y="179"/>
                  </a:lnTo>
                  <a:lnTo>
                    <a:pt x="35" y="178"/>
                  </a:lnTo>
                  <a:lnTo>
                    <a:pt x="32" y="175"/>
                  </a:lnTo>
                  <a:lnTo>
                    <a:pt x="33" y="169"/>
                  </a:lnTo>
                  <a:lnTo>
                    <a:pt x="34" y="163"/>
                  </a:lnTo>
                  <a:lnTo>
                    <a:pt x="31" y="163"/>
                  </a:lnTo>
                  <a:lnTo>
                    <a:pt x="27" y="163"/>
                  </a:lnTo>
                  <a:lnTo>
                    <a:pt x="23" y="161"/>
                  </a:lnTo>
                  <a:lnTo>
                    <a:pt x="23" y="158"/>
                  </a:lnTo>
                  <a:lnTo>
                    <a:pt x="23" y="156"/>
                  </a:lnTo>
                  <a:lnTo>
                    <a:pt x="24" y="152"/>
                  </a:lnTo>
                  <a:lnTo>
                    <a:pt x="31" y="145"/>
                  </a:lnTo>
                  <a:lnTo>
                    <a:pt x="32" y="141"/>
                  </a:lnTo>
                  <a:lnTo>
                    <a:pt x="36" y="138"/>
                  </a:lnTo>
                  <a:lnTo>
                    <a:pt x="39" y="137"/>
                  </a:lnTo>
                  <a:lnTo>
                    <a:pt x="40" y="138"/>
                  </a:lnTo>
                  <a:lnTo>
                    <a:pt x="41" y="142"/>
                  </a:lnTo>
                  <a:lnTo>
                    <a:pt x="44" y="143"/>
                  </a:lnTo>
                  <a:lnTo>
                    <a:pt x="50" y="140"/>
                  </a:lnTo>
                  <a:lnTo>
                    <a:pt x="55" y="140"/>
                  </a:lnTo>
                  <a:lnTo>
                    <a:pt x="60" y="139"/>
                  </a:lnTo>
                  <a:lnTo>
                    <a:pt x="61" y="136"/>
                  </a:lnTo>
                  <a:lnTo>
                    <a:pt x="65" y="131"/>
                  </a:lnTo>
                  <a:lnTo>
                    <a:pt x="67" y="127"/>
                  </a:lnTo>
                  <a:lnTo>
                    <a:pt x="68" y="124"/>
                  </a:lnTo>
                  <a:lnTo>
                    <a:pt x="76" y="120"/>
                  </a:lnTo>
                  <a:lnTo>
                    <a:pt x="80" y="115"/>
                  </a:lnTo>
                  <a:lnTo>
                    <a:pt x="83" y="106"/>
                  </a:lnTo>
                  <a:lnTo>
                    <a:pt x="86" y="102"/>
                  </a:lnTo>
                  <a:lnTo>
                    <a:pt x="90" y="101"/>
                  </a:lnTo>
                  <a:lnTo>
                    <a:pt x="93" y="98"/>
                  </a:lnTo>
                  <a:lnTo>
                    <a:pt x="91" y="95"/>
                  </a:lnTo>
                  <a:lnTo>
                    <a:pt x="101" y="83"/>
                  </a:lnTo>
                  <a:lnTo>
                    <a:pt x="103" y="75"/>
                  </a:lnTo>
                  <a:lnTo>
                    <a:pt x="101" y="72"/>
                  </a:lnTo>
                  <a:lnTo>
                    <a:pt x="101" y="69"/>
                  </a:lnTo>
                  <a:lnTo>
                    <a:pt x="105" y="67"/>
                  </a:lnTo>
                  <a:lnTo>
                    <a:pt x="110" y="65"/>
                  </a:lnTo>
                  <a:lnTo>
                    <a:pt x="113" y="64"/>
                  </a:lnTo>
                  <a:lnTo>
                    <a:pt x="115" y="62"/>
                  </a:lnTo>
                  <a:lnTo>
                    <a:pt x="115" y="60"/>
                  </a:lnTo>
                  <a:lnTo>
                    <a:pt x="110" y="57"/>
                  </a:lnTo>
                  <a:lnTo>
                    <a:pt x="105" y="57"/>
                  </a:lnTo>
                  <a:lnTo>
                    <a:pt x="103" y="55"/>
                  </a:lnTo>
                  <a:lnTo>
                    <a:pt x="104" y="51"/>
                  </a:lnTo>
                  <a:lnTo>
                    <a:pt x="98" y="51"/>
                  </a:lnTo>
                  <a:lnTo>
                    <a:pt x="99" y="47"/>
                  </a:lnTo>
                  <a:lnTo>
                    <a:pt x="94" y="45"/>
                  </a:lnTo>
                  <a:lnTo>
                    <a:pt x="93" y="42"/>
                  </a:lnTo>
                  <a:lnTo>
                    <a:pt x="95" y="41"/>
                  </a:lnTo>
                  <a:lnTo>
                    <a:pt x="96" y="37"/>
                  </a:lnTo>
                  <a:lnTo>
                    <a:pt x="93" y="35"/>
                  </a:lnTo>
                  <a:lnTo>
                    <a:pt x="94" y="32"/>
                  </a:lnTo>
                  <a:lnTo>
                    <a:pt x="97" y="31"/>
                  </a:lnTo>
                  <a:lnTo>
                    <a:pt x="97" y="28"/>
                  </a:lnTo>
                  <a:lnTo>
                    <a:pt x="93" y="28"/>
                  </a:lnTo>
                  <a:lnTo>
                    <a:pt x="92" y="26"/>
                  </a:lnTo>
                  <a:lnTo>
                    <a:pt x="93" y="25"/>
                  </a:lnTo>
                  <a:lnTo>
                    <a:pt x="93" y="22"/>
                  </a:lnTo>
                  <a:lnTo>
                    <a:pt x="90" y="22"/>
                  </a:lnTo>
                  <a:lnTo>
                    <a:pt x="90" y="21"/>
                  </a:lnTo>
                  <a:lnTo>
                    <a:pt x="93" y="16"/>
                  </a:lnTo>
                  <a:lnTo>
                    <a:pt x="99" y="14"/>
                  </a:lnTo>
                  <a:lnTo>
                    <a:pt x="111" y="17"/>
                  </a:lnTo>
                  <a:lnTo>
                    <a:pt x="115" y="18"/>
                  </a:lnTo>
                  <a:lnTo>
                    <a:pt x="121" y="19"/>
                  </a:lnTo>
                  <a:lnTo>
                    <a:pt x="125" y="17"/>
                  </a:lnTo>
                  <a:lnTo>
                    <a:pt x="127" y="18"/>
                  </a:lnTo>
                  <a:lnTo>
                    <a:pt x="129" y="15"/>
                  </a:lnTo>
                  <a:lnTo>
                    <a:pt x="132" y="14"/>
                  </a:lnTo>
                  <a:lnTo>
                    <a:pt x="136" y="15"/>
                  </a:lnTo>
                  <a:lnTo>
                    <a:pt x="137" y="17"/>
                  </a:lnTo>
                  <a:lnTo>
                    <a:pt x="139" y="15"/>
                  </a:lnTo>
                  <a:lnTo>
                    <a:pt x="139" y="11"/>
                  </a:lnTo>
                  <a:lnTo>
                    <a:pt x="141" y="7"/>
                  </a:lnTo>
                  <a:lnTo>
                    <a:pt x="144" y="5"/>
                  </a:lnTo>
                  <a:lnTo>
                    <a:pt x="148" y="3"/>
                  </a:lnTo>
                  <a:lnTo>
                    <a:pt x="150" y="2"/>
                  </a:lnTo>
                  <a:lnTo>
                    <a:pt x="153" y="0"/>
                  </a:lnTo>
                  <a:lnTo>
                    <a:pt x="153" y="5"/>
                  </a:lnTo>
                  <a:lnTo>
                    <a:pt x="156" y="14"/>
                  </a:lnTo>
                  <a:lnTo>
                    <a:pt x="158" y="18"/>
                  </a:lnTo>
                  <a:lnTo>
                    <a:pt x="163" y="19"/>
                  </a:lnTo>
                  <a:lnTo>
                    <a:pt x="167" y="22"/>
                  </a:lnTo>
                  <a:lnTo>
                    <a:pt x="168" y="25"/>
                  </a:lnTo>
                  <a:lnTo>
                    <a:pt x="166" y="26"/>
                  </a:lnTo>
                  <a:lnTo>
                    <a:pt x="164" y="28"/>
                  </a:lnTo>
                  <a:lnTo>
                    <a:pt x="165" y="33"/>
                  </a:lnTo>
                  <a:lnTo>
                    <a:pt x="165" y="38"/>
                  </a:lnTo>
                  <a:lnTo>
                    <a:pt x="167" y="39"/>
                  </a:lnTo>
                  <a:lnTo>
                    <a:pt x="173" y="40"/>
                  </a:lnTo>
                  <a:lnTo>
                    <a:pt x="173" y="41"/>
                  </a:lnTo>
                  <a:lnTo>
                    <a:pt x="174" y="43"/>
                  </a:lnTo>
                  <a:lnTo>
                    <a:pt x="178" y="43"/>
                  </a:lnTo>
                  <a:lnTo>
                    <a:pt x="177" y="47"/>
                  </a:lnTo>
                  <a:lnTo>
                    <a:pt x="180" y="52"/>
                  </a:lnTo>
                  <a:lnTo>
                    <a:pt x="176" y="56"/>
                  </a:lnTo>
                  <a:lnTo>
                    <a:pt x="174" y="58"/>
                  </a:lnTo>
                  <a:lnTo>
                    <a:pt x="171" y="58"/>
                  </a:lnTo>
                  <a:lnTo>
                    <a:pt x="168" y="56"/>
                  </a:lnTo>
                  <a:lnTo>
                    <a:pt x="168" y="53"/>
                  </a:lnTo>
                  <a:lnTo>
                    <a:pt x="162" y="55"/>
                  </a:lnTo>
                  <a:lnTo>
                    <a:pt x="164" y="61"/>
                  </a:lnTo>
                  <a:lnTo>
                    <a:pt x="168" y="65"/>
                  </a:lnTo>
                  <a:lnTo>
                    <a:pt x="167" y="69"/>
                  </a:lnTo>
                  <a:lnTo>
                    <a:pt x="169" y="72"/>
                  </a:lnTo>
                  <a:lnTo>
                    <a:pt x="167" y="74"/>
                  </a:lnTo>
                  <a:lnTo>
                    <a:pt x="168" y="78"/>
                  </a:lnTo>
                  <a:lnTo>
                    <a:pt x="170" y="78"/>
                  </a:lnTo>
                  <a:lnTo>
                    <a:pt x="173" y="76"/>
                  </a:lnTo>
                  <a:lnTo>
                    <a:pt x="176" y="78"/>
                  </a:lnTo>
                  <a:lnTo>
                    <a:pt x="181" y="84"/>
                  </a:lnTo>
                  <a:lnTo>
                    <a:pt x="184" y="83"/>
                  </a:lnTo>
                  <a:lnTo>
                    <a:pt x="191" y="88"/>
                  </a:lnTo>
                  <a:lnTo>
                    <a:pt x="191" y="91"/>
                  </a:lnTo>
                  <a:lnTo>
                    <a:pt x="196" y="93"/>
                  </a:lnTo>
                  <a:lnTo>
                    <a:pt x="197" y="93"/>
                  </a:lnTo>
                  <a:lnTo>
                    <a:pt x="203" y="97"/>
                  </a:lnTo>
                  <a:lnTo>
                    <a:pt x="195" y="105"/>
                  </a:lnTo>
                  <a:lnTo>
                    <a:pt x="193" y="106"/>
                  </a:lnTo>
                  <a:lnTo>
                    <a:pt x="193" y="109"/>
                  </a:lnTo>
                  <a:lnTo>
                    <a:pt x="192" y="111"/>
                  </a:lnTo>
                  <a:lnTo>
                    <a:pt x="192" y="114"/>
                  </a:lnTo>
                  <a:lnTo>
                    <a:pt x="190" y="117"/>
                  </a:lnTo>
                  <a:lnTo>
                    <a:pt x="189" y="121"/>
                  </a:lnTo>
                  <a:lnTo>
                    <a:pt x="189" y="123"/>
                  </a:lnTo>
                  <a:lnTo>
                    <a:pt x="193" y="126"/>
                  </a:lnTo>
                  <a:lnTo>
                    <a:pt x="196" y="125"/>
                  </a:lnTo>
                  <a:lnTo>
                    <a:pt x="201" y="129"/>
                  </a:lnTo>
                  <a:lnTo>
                    <a:pt x="206" y="130"/>
                  </a:lnTo>
                  <a:lnTo>
                    <a:pt x="208" y="135"/>
                  </a:lnTo>
                  <a:lnTo>
                    <a:pt x="217" y="140"/>
                  </a:lnTo>
                  <a:lnTo>
                    <a:pt x="219" y="139"/>
                  </a:lnTo>
                  <a:lnTo>
                    <a:pt x="226" y="143"/>
                  </a:lnTo>
                  <a:lnTo>
                    <a:pt x="229" y="143"/>
                  </a:lnTo>
                  <a:lnTo>
                    <a:pt x="231" y="146"/>
                  </a:lnTo>
                  <a:lnTo>
                    <a:pt x="236" y="147"/>
                  </a:lnTo>
                  <a:lnTo>
                    <a:pt x="239" y="149"/>
                  </a:lnTo>
                  <a:lnTo>
                    <a:pt x="240" y="148"/>
                  </a:lnTo>
                  <a:lnTo>
                    <a:pt x="240" y="146"/>
                  </a:lnTo>
                  <a:lnTo>
                    <a:pt x="244" y="146"/>
                  </a:lnTo>
                  <a:lnTo>
                    <a:pt x="247" y="149"/>
                  </a:lnTo>
                  <a:lnTo>
                    <a:pt x="251" y="146"/>
                  </a:lnTo>
                  <a:lnTo>
                    <a:pt x="255" y="148"/>
                  </a:lnTo>
                  <a:lnTo>
                    <a:pt x="259" y="149"/>
                  </a:lnTo>
                  <a:lnTo>
                    <a:pt x="260" y="151"/>
                  </a:lnTo>
                  <a:lnTo>
                    <a:pt x="260" y="154"/>
                  </a:lnTo>
                  <a:lnTo>
                    <a:pt x="265" y="155"/>
                  </a:lnTo>
                  <a:lnTo>
                    <a:pt x="267" y="157"/>
                  </a:lnTo>
                  <a:lnTo>
                    <a:pt x="271" y="159"/>
                  </a:lnTo>
                  <a:lnTo>
                    <a:pt x="275" y="157"/>
                  </a:lnTo>
                  <a:lnTo>
                    <a:pt x="277" y="158"/>
                  </a:lnTo>
                  <a:lnTo>
                    <a:pt x="277" y="160"/>
                  </a:lnTo>
                  <a:lnTo>
                    <a:pt x="279" y="162"/>
                  </a:lnTo>
                  <a:lnTo>
                    <a:pt x="282" y="161"/>
                  </a:lnTo>
                  <a:lnTo>
                    <a:pt x="287" y="162"/>
                  </a:lnTo>
                  <a:lnTo>
                    <a:pt x="293" y="165"/>
                  </a:lnTo>
                  <a:lnTo>
                    <a:pt x="297" y="162"/>
                  </a:lnTo>
                  <a:lnTo>
                    <a:pt x="299" y="165"/>
                  </a:lnTo>
                  <a:lnTo>
                    <a:pt x="301" y="166"/>
                  </a:lnTo>
                  <a:lnTo>
                    <a:pt x="304" y="165"/>
                  </a:lnTo>
                  <a:lnTo>
                    <a:pt x="306" y="166"/>
                  </a:lnTo>
                  <a:lnTo>
                    <a:pt x="311" y="165"/>
                  </a:lnTo>
                  <a:lnTo>
                    <a:pt x="313" y="165"/>
                  </a:lnTo>
                  <a:lnTo>
                    <a:pt x="315" y="159"/>
                  </a:lnTo>
                  <a:lnTo>
                    <a:pt x="312" y="153"/>
                  </a:lnTo>
                  <a:lnTo>
                    <a:pt x="313" y="146"/>
                  </a:lnTo>
                  <a:lnTo>
                    <a:pt x="315" y="140"/>
                  </a:lnTo>
                  <a:lnTo>
                    <a:pt x="317" y="139"/>
                  </a:lnTo>
                  <a:lnTo>
                    <a:pt x="321" y="138"/>
                  </a:lnTo>
                  <a:lnTo>
                    <a:pt x="322" y="139"/>
                  </a:lnTo>
                  <a:lnTo>
                    <a:pt x="323" y="140"/>
                  </a:lnTo>
                  <a:lnTo>
                    <a:pt x="323" y="147"/>
                  </a:lnTo>
                  <a:lnTo>
                    <a:pt x="324" y="152"/>
                  </a:lnTo>
                  <a:lnTo>
                    <a:pt x="324" y="153"/>
                  </a:lnTo>
                  <a:lnTo>
                    <a:pt x="325" y="157"/>
                  </a:lnTo>
                  <a:lnTo>
                    <a:pt x="330" y="158"/>
                  </a:lnTo>
                  <a:lnTo>
                    <a:pt x="334" y="159"/>
                  </a:lnTo>
                  <a:lnTo>
                    <a:pt x="340" y="161"/>
                  </a:lnTo>
                  <a:lnTo>
                    <a:pt x="341" y="161"/>
                  </a:lnTo>
                  <a:lnTo>
                    <a:pt x="344" y="160"/>
                  </a:lnTo>
                  <a:lnTo>
                    <a:pt x="348" y="158"/>
                  </a:lnTo>
                  <a:lnTo>
                    <a:pt x="350" y="158"/>
                  </a:lnTo>
                  <a:lnTo>
                    <a:pt x="352" y="159"/>
                  </a:lnTo>
                  <a:lnTo>
                    <a:pt x="361" y="160"/>
                  </a:lnTo>
                  <a:lnTo>
                    <a:pt x="368" y="159"/>
                  </a:lnTo>
                  <a:lnTo>
                    <a:pt x="373" y="159"/>
                  </a:lnTo>
                  <a:lnTo>
                    <a:pt x="374" y="154"/>
                  </a:lnTo>
                  <a:lnTo>
                    <a:pt x="374" y="152"/>
                  </a:lnTo>
                  <a:lnTo>
                    <a:pt x="373" y="150"/>
                  </a:lnTo>
                  <a:lnTo>
                    <a:pt x="370" y="150"/>
                  </a:lnTo>
                  <a:lnTo>
                    <a:pt x="368" y="147"/>
                  </a:lnTo>
                  <a:lnTo>
                    <a:pt x="368" y="145"/>
                  </a:lnTo>
                  <a:lnTo>
                    <a:pt x="368" y="144"/>
                  </a:lnTo>
                  <a:lnTo>
                    <a:pt x="369" y="143"/>
                  </a:lnTo>
                  <a:lnTo>
                    <a:pt x="375" y="143"/>
                  </a:lnTo>
                  <a:lnTo>
                    <a:pt x="380" y="141"/>
                  </a:lnTo>
                  <a:lnTo>
                    <a:pt x="383" y="139"/>
                  </a:lnTo>
                  <a:lnTo>
                    <a:pt x="390" y="130"/>
                  </a:lnTo>
                  <a:lnTo>
                    <a:pt x="394" y="127"/>
                  </a:lnTo>
                  <a:lnTo>
                    <a:pt x="400" y="125"/>
                  </a:lnTo>
                  <a:lnTo>
                    <a:pt x="408" y="120"/>
                  </a:lnTo>
                  <a:lnTo>
                    <a:pt x="412" y="117"/>
                  </a:lnTo>
                  <a:lnTo>
                    <a:pt x="414" y="116"/>
                  </a:lnTo>
                  <a:lnTo>
                    <a:pt x="416" y="118"/>
                  </a:lnTo>
                  <a:lnTo>
                    <a:pt x="423" y="120"/>
                  </a:lnTo>
                  <a:lnTo>
                    <a:pt x="426" y="120"/>
                  </a:lnTo>
                  <a:lnTo>
                    <a:pt x="435" y="113"/>
                  </a:lnTo>
                  <a:lnTo>
                    <a:pt x="439" y="116"/>
                  </a:lnTo>
                  <a:lnTo>
                    <a:pt x="444" y="122"/>
                  </a:lnTo>
                  <a:lnTo>
                    <a:pt x="444" y="125"/>
                  </a:lnTo>
                  <a:lnTo>
                    <a:pt x="442" y="129"/>
                  </a:lnTo>
                  <a:lnTo>
                    <a:pt x="441" y="131"/>
                  </a:lnTo>
                  <a:lnTo>
                    <a:pt x="443" y="132"/>
                  </a:lnTo>
                  <a:lnTo>
                    <a:pt x="448" y="132"/>
                  </a:lnTo>
                  <a:lnTo>
                    <a:pt x="453" y="134"/>
                  </a:lnTo>
                  <a:lnTo>
                    <a:pt x="458" y="135"/>
                  </a:lnTo>
                  <a:lnTo>
                    <a:pt x="457" y="139"/>
                  </a:lnTo>
                  <a:lnTo>
                    <a:pt x="457" y="140"/>
                  </a:lnTo>
                  <a:lnTo>
                    <a:pt x="452" y="145"/>
                  </a:lnTo>
                  <a:lnTo>
                    <a:pt x="452" y="147"/>
                  </a:lnTo>
                  <a:lnTo>
                    <a:pt x="453" y="153"/>
                  </a:lnTo>
                  <a:lnTo>
                    <a:pt x="451" y="154"/>
                  </a:lnTo>
                  <a:lnTo>
                    <a:pt x="445" y="152"/>
                  </a:lnTo>
                  <a:lnTo>
                    <a:pt x="441" y="151"/>
                  </a:lnTo>
                  <a:lnTo>
                    <a:pt x="439" y="152"/>
                  </a:lnTo>
                  <a:lnTo>
                    <a:pt x="434" y="156"/>
                  </a:lnTo>
                  <a:lnTo>
                    <a:pt x="424" y="163"/>
                  </a:lnTo>
                  <a:lnTo>
                    <a:pt x="422" y="166"/>
                  </a:lnTo>
                  <a:lnTo>
                    <a:pt x="423" y="172"/>
                  </a:lnTo>
                  <a:lnTo>
                    <a:pt x="422" y="175"/>
                  </a:lnTo>
                  <a:lnTo>
                    <a:pt x="415" y="184"/>
                  </a:lnTo>
                  <a:lnTo>
                    <a:pt x="415" y="185"/>
                  </a:lnTo>
                  <a:lnTo>
                    <a:pt x="416" y="188"/>
                  </a:lnTo>
                  <a:lnTo>
                    <a:pt x="416" y="191"/>
                  </a:lnTo>
                  <a:lnTo>
                    <a:pt x="408" y="208"/>
                  </a:lnTo>
                  <a:lnTo>
                    <a:pt x="407" y="209"/>
                  </a:lnTo>
                  <a:lnTo>
                    <a:pt x="405" y="209"/>
                  </a:lnTo>
                  <a:lnTo>
                    <a:pt x="402" y="208"/>
                  </a:lnTo>
                  <a:lnTo>
                    <a:pt x="396" y="206"/>
                  </a:lnTo>
                  <a:lnTo>
                    <a:pt x="396" y="208"/>
                  </a:lnTo>
                  <a:lnTo>
                    <a:pt x="397" y="220"/>
                  </a:lnTo>
                  <a:lnTo>
                    <a:pt x="395" y="223"/>
                  </a:lnTo>
                  <a:lnTo>
                    <a:pt x="392" y="224"/>
                  </a:lnTo>
                  <a:lnTo>
                    <a:pt x="391" y="226"/>
                  </a:lnTo>
                  <a:lnTo>
                    <a:pt x="392" y="232"/>
                  </a:lnTo>
                  <a:lnTo>
                    <a:pt x="392" y="238"/>
                  </a:lnTo>
                  <a:lnTo>
                    <a:pt x="390" y="241"/>
                  </a:lnTo>
                  <a:lnTo>
                    <a:pt x="388" y="242"/>
                  </a:lnTo>
                  <a:lnTo>
                    <a:pt x="386" y="240"/>
                  </a:lnTo>
                  <a:lnTo>
                    <a:pt x="382" y="23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8" name="Freeform 37">
              <a:extLst>
                <a:ext uri="{FF2B5EF4-FFF2-40B4-BE49-F238E27FC236}">
                  <a16:creationId xmlns:a16="http://schemas.microsoft.com/office/drawing/2014/main" id="{CA25339B-1E8D-0933-EAB1-846A6F776B30}"/>
                </a:ext>
              </a:extLst>
            </p:cNvPr>
            <p:cNvSpPr>
              <a:spLocks/>
            </p:cNvSpPr>
            <p:nvPr/>
          </p:nvSpPr>
          <p:spPr bwMode="gray">
            <a:xfrm>
              <a:off x="3967443" y="3863981"/>
              <a:ext cx="785700" cy="802856"/>
            </a:xfrm>
            <a:custGeom>
              <a:avLst/>
              <a:gdLst>
                <a:gd name="T0" fmla="*/ 368 w 458"/>
                <a:gd name="T1" fmla="*/ 225 h 468"/>
                <a:gd name="T2" fmla="*/ 370 w 458"/>
                <a:gd name="T3" fmla="*/ 205 h 468"/>
                <a:gd name="T4" fmla="*/ 349 w 458"/>
                <a:gd name="T5" fmla="*/ 187 h 468"/>
                <a:gd name="T6" fmla="*/ 332 w 458"/>
                <a:gd name="T7" fmla="*/ 173 h 468"/>
                <a:gd name="T8" fmla="*/ 316 w 458"/>
                <a:gd name="T9" fmla="*/ 178 h 468"/>
                <a:gd name="T10" fmla="*/ 314 w 458"/>
                <a:gd name="T11" fmla="*/ 199 h 468"/>
                <a:gd name="T12" fmla="*/ 327 w 458"/>
                <a:gd name="T13" fmla="*/ 241 h 468"/>
                <a:gd name="T14" fmla="*/ 319 w 458"/>
                <a:gd name="T15" fmla="*/ 246 h 468"/>
                <a:gd name="T16" fmla="*/ 299 w 458"/>
                <a:gd name="T17" fmla="*/ 251 h 468"/>
                <a:gd name="T18" fmla="*/ 290 w 458"/>
                <a:gd name="T19" fmla="*/ 271 h 468"/>
                <a:gd name="T20" fmla="*/ 260 w 458"/>
                <a:gd name="T21" fmla="*/ 292 h 468"/>
                <a:gd name="T22" fmla="*/ 223 w 458"/>
                <a:gd name="T23" fmla="*/ 322 h 468"/>
                <a:gd name="T24" fmla="*/ 204 w 458"/>
                <a:gd name="T25" fmla="*/ 343 h 468"/>
                <a:gd name="T26" fmla="*/ 190 w 458"/>
                <a:gd name="T27" fmla="*/ 368 h 468"/>
                <a:gd name="T28" fmla="*/ 183 w 458"/>
                <a:gd name="T29" fmla="*/ 409 h 468"/>
                <a:gd name="T30" fmla="*/ 173 w 458"/>
                <a:gd name="T31" fmla="*/ 440 h 468"/>
                <a:gd name="T32" fmla="*/ 158 w 458"/>
                <a:gd name="T33" fmla="*/ 460 h 468"/>
                <a:gd name="T34" fmla="*/ 145 w 458"/>
                <a:gd name="T35" fmla="*/ 467 h 468"/>
                <a:gd name="T36" fmla="*/ 108 w 458"/>
                <a:gd name="T37" fmla="*/ 391 h 468"/>
                <a:gd name="T38" fmla="*/ 75 w 458"/>
                <a:gd name="T39" fmla="*/ 287 h 468"/>
                <a:gd name="T40" fmla="*/ 73 w 458"/>
                <a:gd name="T41" fmla="*/ 250 h 468"/>
                <a:gd name="T42" fmla="*/ 67 w 458"/>
                <a:gd name="T43" fmla="*/ 249 h 468"/>
                <a:gd name="T44" fmla="*/ 38 w 458"/>
                <a:gd name="T45" fmla="*/ 261 h 468"/>
                <a:gd name="T46" fmla="*/ 30 w 458"/>
                <a:gd name="T47" fmla="*/ 235 h 468"/>
                <a:gd name="T48" fmla="*/ 17 w 458"/>
                <a:gd name="T49" fmla="*/ 226 h 468"/>
                <a:gd name="T50" fmla="*/ 11 w 458"/>
                <a:gd name="T51" fmla="*/ 207 h 468"/>
                <a:gd name="T52" fmla="*/ 38 w 458"/>
                <a:gd name="T53" fmla="*/ 200 h 468"/>
                <a:gd name="T54" fmla="*/ 43 w 458"/>
                <a:gd name="T55" fmla="*/ 185 h 468"/>
                <a:gd name="T56" fmla="*/ 31 w 458"/>
                <a:gd name="T57" fmla="*/ 163 h 468"/>
                <a:gd name="T58" fmla="*/ 36 w 458"/>
                <a:gd name="T59" fmla="*/ 138 h 468"/>
                <a:gd name="T60" fmla="*/ 61 w 458"/>
                <a:gd name="T61" fmla="*/ 136 h 468"/>
                <a:gd name="T62" fmla="*/ 90 w 458"/>
                <a:gd name="T63" fmla="*/ 101 h 468"/>
                <a:gd name="T64" fmla="*/ 110 w 458"/>
                <a:gd name="T65" fmla="*/ 65 h 468"/>
                <a:gd name="T66" fmla="*/ 98 w 458"/>
                <a:gd name="T67" fmla="*/ 51 h 468"/>
                <a:gd name="T68" fmla="*/ 97 w 458"/>
                <a:gd name="T69" fmla="*/ 31 h 468"/>
                <a:gd name="T70" fmla="*/ 93 w 458"/>
                <a:gd name="T71" fmla="*/ 16 h 468"/>
                <a:gd name="T72" fmla="*/ 132 w 458"/>
                <a:gd name="T73" fmla="*/ 14 h 468"/>
                <a:gd name="T74" fmla="*/ 150 w 458"/>
                <a:gd name="T75" fmla="*/ 2 h 468"/>
                <a:gd name="T76" fmla="*/ 166 w 458"/>
                <a:gd name="T77" fmla="*/ 26 h 468"/>
                <a:gd name="T78" fmla="*/ 178 w 458"/>
                <a:gd name="T79" fmla="*/ 43 h 468"/>
                <a:gd name="T80" fmla="*/ 162 w 458"/>
                <a:gd name="T81" fmla="*/ 55 h 468"/>
                <a:gd name="T82" fmla="*/ 173 w 458"/>
                <a:gd name="T83" fmla="*/ 76 h 468"/>
                <a:gd name="T84" fmla="*/ 203 w 458"/>
                <a:gd name="T85" fmla="*/ 97 h 468"/>
                <a:gd name="T86" fmla="*/ 189 w 458"/>
                <a:gd name="T87" fmla="*/ 123 h 468"/>
                <a:gd name="T88" fmla="*/ 226 w 458"/>
                <a:gd name="T89" fmla="*/ 143 h 468"/>
                <a:gd name="T90" fmla="*/ 247 w 458"/>
                <a:gd name="T91" fmla="*/ 149 h 468"/>
                <a:gd name="T92" fmla="*/ 271 w 458"/>
                <a:gd name="T93" fmla="*/ 159 h 468"/>
                <a:gd name="T94" fmla="*/ 297 w 458"/>
                <a:gd name="T95" fmla="*/ 162 h 468"/>
                <a:gd name="T96" fmla="*/ 312 w 458"/>
                <a:gd name="T97" fmla="*/ 153 h 468"/>
                <a:gd name="T98" fmla="*/ 323 w 458"/>
                <a:gd name="T99" fmla="*/ 147 h 468"/>
                <a:gd name="T100" fmla="*/ 344 w 458"/>
                <a:gd name="T101" fmla="*/ 160 h 468"/>
                <a:gd name="T102" fmla="*/ 374 w 458"/>
                <a:gd name="T103" fmla="*/ 152 h 468"/>
                <a:gd name="T104" fmla="*/ 380 w 458"/>
                <a:gd name="T105" fmla="*/ 141 h 468"/>
                <a:gd name="T106" fmla="*/ 416 w 458"/>
                <a:gd name="T107" fmla="*/ 118 h 468"/>
                <a:gd name="T108" fmla="*/ 441 w 458"/>
                <a:gd name="T109" fmla="*/ 131 h 468"/>
                <a:gd name="T110" fmla="*/ 452 w 458"/>
                <a:gd name="T111" fmla="*/ 145 h 468"/>
                <a:gd name="T112" fmla="*/ 424 w 458"/>
                <a:gd name="T113" fmla="*/ 163 h 468"/>
                <a:gd name="T114" fmla="*/ 408 w 458"/>
                <a:gd name="T115" fmla="*/ 208 h 468"/>
                <a:gd name="T116" fmla="*/ 392 w 458"/>
                <a:gd name="T117" fmla="*/ 224 h 46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58"/>
                <a:gd name="T178" fmla="*/ 0 h 468"/>
                <a:gd name="T179" fmla="*/ 458 w 458"/>
                <a:gd name="T180" fmla="*/ 468 h 46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58" h="468">
                  <a:moveTo>
                    <a:pt x="382" y="239"/>
                  </a:moveTo>
                  <a:lnTo>
                    <a:pt x="382" y="236"/>
                  </a:lnTo>
                  <a:lnTo>
                    <a:pt x="377" y="217"/>
                  </a:lnTo>
                  <a:lnTo>
                    <a:pt x="377" y="213"/>
                  </a:lnTo>
                  <a:lnTo>
                    <a:pt x="374" y="213"/>
                  </a:lnTo>
                  <a:lnTo>
                    <a:pt x="372" y="214"/>
                  </a:lnTo>
                  <a:lnTo>
                    <a:pt x="370" y="222"/>
                  </a:lnTo>
                  <a:lnTo>
                    <a:pt x="368" y="225"/>
                  </a:lnTo>
                  <a:lnTo>
                    <a:pt x="364" y="222"/>
                  </a:lnTo>
                  <a:lnTo>
                    <a:pt x="362" y="220"/>
                  </a:lnTo>
                  <a:lnTo>
                    <a:pt x="361" y="217"/>
                  </a:lnTo>
                  <a:lnTo>
                    <a:pt x="361" y="215"/>
                  </a:lnTo>
                  <a:lnTo>
                    <a:pt x="361" y="211"/>
                  </a:lnTo>
                  <a:lnTo>
                    <a:pt x="361" y="208"/>
                  </a:lnTo>
                  <a:lnTo>
                    <a:pt x="366" y="206"/>
                  </a:lnTo>
                  <a:lnTo>
                    <a:pt x="370" y="205"/>
                  </a:lnTo>
                  <a:lnTo>
                    <a:pt x="376" y="199"/>
                  </a:lnTo>
                  <a:lnTo>
                    <a:pt x="377" y="196"/>
                  </a:lnTo>
                  <a:lnTo>
                    <a:pt x="377" y="190"/>
                  </a:lnTo>
                  <a:lnTo>
                    <a:pt x="377" y="189"/>
                  </a:lnTo>
                  <a:lnTo>
                    <a:pt x="376" y="188"/>
                  </a:lnTo>
                  <a:lnTo>
                    <a:pt x="359" y="187"/>
                  </a:lnTo>
                  <a:lnTo>
                    <a:pt x="355" y="187"/>
                  </a:lnTo>
                  <a:lnTo>
                    <a:pt x="349" y="187"/>
                  </a:lnTo>
                  <a:lnTo>
                    <a:pt x="345" y="187"/>
                  </a:lnTo>
                  <a:lnTo>
                    <a:pt x="341" y="186"/>
                  </a:lnTo>
                  <a:lnTo>
                    <a:pt x="340" y="185"/>
                  </a:lnTo>
                  <a:lnTo>
                    <a:pt x="340" y="180"/>
                  </a:lnTo>
                  <a:lnTo>
                    <a:pt x="340" y="176"/>
                  </a:lnTo>
                  <a:lnTo>
                    <a:pt x="339" y="173"/>
                  </a:lnTo>
                  <a:lnTo>
                    <a:pt x="336" y="173"/>
                  </a:lnTo>
                  <a:lnTo>
                    <a:pt x="332" y="173"/>
                  </a:lnTo>
                  <a:lnTo>
                    <a:pt x="329" y="171"/>
                  </a:lnTo>
                  <a:lnTo>
                    <a:pt x="327" y="170"/>
                  </a:lnTo>
                  <a:lnTo>
                    <a:pt x="318" y="167"/>
                  </a:lnTo>
                  <a:lnTo>
                    <a:pt x="317" y="168"/>
                  </a:lnTo>
                  <a:lnTo>
                    <a:pt x="313" y="172"/>
                  </a:lnTo>
                  <a:lnTo>
                    <a:pt x="312" y="174"/>
                  </a:lnTo>
                  <a:lnTo>
                    <a:pt x="312" y="176"/>
                  </a:lnTo>
                  <a:lnTo>
                    <a:pt x="316" y="178"/>
                  </a:lnTo>
                  <a:lnTo>
                    <a:pt x="325" y="185"/>
                  </a:lnTo>
                  <a:lnTo>
                    <a:pt x="326" y="186"/>
                  </a:lnTo>
                  <a:lnTo>
                    <a:pt x="325" y="187"/>
                  </a:lnTo>
                  <a:lnTo>
                    <a:pt x="323" y="188"/>
                  </a:lnTo>
                  <a:lnTo>
                    <a:pt x="319" y="189"/>
                  </a:lnTo>
                  <a:lnTo>
                    <a:pt x="316" y="191"/>
                  </a:lnTo>
                  <a:lnTo>
                    <a:pt x="312" y="196"/>
                  </a:lnTo>
                  <a:lnTo>
                    <a:pt x="314" y="199"/>
                  </a:lnTo>
                  <a:lnTo>
                    <a:pt x="322" y="201"/>
                  </a:lnTo>
                  <a:lnTo>
                    <a:pt x="323" y="203"/>
                  </a:lnTo>
                  <a:lnTo>
                    <a:pt x="323" y="205"/>
                  </a:lnTo>
                  <a:lnTo>
                    <a:pt x="320" y="211"/>
                  </a:lnTo>
                  <a:lnTo>
                    <a:pt x="320" y="213"/>
                  </a:lnTo>
                  <a:lnTo>
                    <a:pt x="322" y="216"/>
                  </a:lnTo>
                  <a:lnTo>
                    <a:pt x="325" y="228"/>
                  </a:lnTo>
                  <a:lnTo>
                    <a:pt x="327" y="241"/>
                  </a:lnTo>
                  <a:lnTo>
                    <a:pt x="328" y="245"/>
                  </a:lnTo>
                  <a:lnTo>
                    <a:pt x="327" y="247"/>
                  </a:lnTo>
                  <a:lnTo>
                    <a:pt x="327" y="249"/>
                  </a:lnTo>
                  <a:lnTo>
                    <a:pt x="326" y="249"/>
                  </a:lnTo>
                  <a:lnTo>
                    <a:pt x="323" y="249"/>
                  </a:lnTo>
                  <a:lnTo>
                    <a:pt x="322" y="244"/>
                  </a:lnTo>
                  <a:lnTo>
                    <a:pt x="321" y="243"/>
                  </a:lnTo>
                  <a:lnTo>
                    <a:pt x="319" y="246"/>
                  </a:lnTo>
                  <a:lnTo>
                    <a:pt x="318" y="248"/>
                  </a:lnTo>
                  <a:lnTo>
                    <a:pt x="316" y="248"/>
                  </a:lnTo>
                  <a:lnTo>
                    <a:pt x="315" y="248"/>
                  </a:lnTo>
                  <a:lnTo>
                    <a:pt x="313" y="244"/>
                  </a:lnTo>
                  <a:lnTo>
                    <a:pt x="312" y="242"/>
                  </a:lnTo>
                  <a:lnTo>
                    <a:pt x="310" y="246"/>
                  </a:lnTo>
                  <a:lnTo>
                    <a:pt x="306" y="248"/>
                  </a:lnTo>
                  <a:lnTo>
                    <a:pt x="299" y="251"/>
                  </a:lnTo>
                  <a:lnTo>
                    <a:pt x="295" y="253"/>
                  </a:lnTo>
                  <a:lnTo>
                    <a:pt x="293" y="255"/>
                  </a:lnTo>
                  <a:lnTo>
                    <a:pt x="293" y="256"/>
                  </a:lnTo>
                  <a:lnTo>
                    <a:pt x="294" y="260"/>
                  </a:lnTo>
                  <a:lnTo>
                    <a:pt x="295" y="263"/>
                  </a:lnTo>
                  <a:lnTo>
                    <a:pt x="293" y="267"/>
                  </a:lnTo>
                  <a:lnTo>
                    <a:pt x="290" y="269"/>
                  </a:lnTo>
                  <a:lnTo>
                    <a:pt x="290" y="271"/>
                  </a:lnTo>
                  <a:lnTo>
                    <a:pt x="286" y="274"/>
                  </a:lnTo>
                  <a:lnTo>
                    <a:pt x="282" y="278"/>
                  </a:lnTo>
                  <a:lnTo>
                    <a:pt x="279" y="279"/>
                  </a:lnTo>
                  <a:lnTo>
                    <a:pt x="276" y="279"/>
                  </a:lnTo>
                  <a:lnTo>
                    <a:pt x="271" y="281"/>
                  </a:lnTo>
                  <a:lnTo>
                    <a:pt x="267" y="284"/>
                  </a:lnTo>
                  <a:lnTo>
                    <a:pt x="264" y="288"/>
                  </a:lnTo>
                  <a:lnTo>
                    <a:pt x="260" y="292"/>
                  </a:lnTo>
                  <a:lnTo>
                    <a:pt x="253" y="300"/>
                  </a:lnTo>
                  <a:lnTo>
                    <a:pt x="249" y="304"/>
                  </a:lnTo>
                  <a:lnTo>
                    <a:pt x="244" y="306"/>
                  </a:lnTo>
                  <a:lnTo>
                    <a:pt x="239" y="312"/>
                  </a:lnTo>
                  <a:lnTo>
                    <a:pt x="235" y="316"/>
                  </a:lnTo>
                  <a:lnTo>
                    <a:pt x="230" y="319"/>
                  </a:lnTo>
                  <a:lnTo>
                    <a:pt x="227" y="320"/>
                  </a:lnTo>
                  <a:lnTo>
                    <a:pt x="223" y="322"/>
                  </a:lnTo>
                  <a:lnTo>
                    <a:pt x="222" y="326"/>
                  </a:lnTo>
                  <a:lnTo>
                    <a:pt x="221" y="330"/>
                  </a:lnTo>
                  <a:lnTo>
                    <a:pt x="220" y="333"/>
                  </a:lnTo>
                  <a:lnTo>
                    <a:pt x="215" y="335"/>
                  </a:lnTo>
                  <a:lnTo>
                    <a:pt x="212" y="335"/>
                  </a:lnTo>
                  <a:lnTo>
                    <a:pt x="208" y="335"/>
                  </a:lnTo>
                  <a:lnTo>
                    <a:pt x="206" y="337"/>
                  </a:lnTo>
                  <a:lnTo>
                    <a:pt x="204" y="343"/>
                  </a:lnTo>
                  <a:lnTo>
                    <a:pt x="202" y="345"/>
                  </a:lnTo>
                  <a:lnTo>
                    <a:pt x="198" y="343"/>
                  </a:lnTo>
                  <a:lnTo>
                    <a:pt x="194" y="344"/>
                  </a:lnTo>
                  <a:lnTo>
                    <a:pt x="191" y="346"/>
                  </a:lnTo>
                  <a:lnTo>
                    <a:pt x="190" y="350"/>
                  </a:lnTo>
                  <a:lnTo>
                    <a:pt x="188" y="353"/>
                  </a:lnTo>
                  <a:lnTo>
                    <a:pt x="188" y="357"/>
                  </a:lnTo>
                  <a:lnTo>
                    <a:pt x="190" y="368"/>
                  </a:lnTo>
                  <a:lnTo>
                    <a:pt x="190" y="374"/>
                  </a:lnTo>
                  <a:lnTo>
                    <a:pt x="188" y="378"/>
                  </a:lnTo>
                  <a:lnTo>
                    <a:pt x="190" y="380"/>
                  </a:lnTo>
                  <a:lnTo>
                    <a:pt x="192" y="383"/>
                  </a:lnTo>
                  <a:lnTo>
                    <a:pt x="192" y="387"/>
                  </a:lnTo>
                  <a:lnTo>
                    <a:pt x="191" y="391"/>
                  </a:lnTo>
                  <a:lnTo>
                    <a:pt x="186" y="403"/>
                  </a:lnTo>
                  <a:lnTo>
                    <a:pt x="183" y="409"/>
                  </a:lnTo>
                  <a:lnTo>
                    <a:pt x="182" y="413"/>
                  </a:lnTo>
                  <a:lnTo>
                    <a:pt x="183" y="418"/>
                  </a:lnTo>
                  <a:lnTo>
                    <a:pt x="184" y="431"/>
                  </a:lnTo>
                  <a:lnTo>
                    <a:pt x="184" y="432"/>
                  </a:lnTo>
                  <a:lnTo>
                    <a:pt x="179" y="432"/>
                  </a:lnTo>
                  <a:lnTo>
                    <a:pt x="176" y="432"/>
                  </a:lnTo>
                  <a:lnTo>
                    <a:pt x="175" y="433"/>
                  </a:lnTo>
                  <a:lnTo>
                    <a:pt x="173" y="440"/>
                  </a:lnTo>
                  <a:lnTo>
                    <a:pt x="170" y="444"/>
                  </a:lnTo>
                  <a:lnTo>
                    <a:pt x="170" y="445"/>
                  </a:lnTo>
                  <a:lnTo>
                    <a:pt x="174" y="448"/>
                  </a:lnTo>
                  <a:lnTo>
                    <a:pt x="168" y="450"/>
                  </a:lnTo>
                  <a:lnTo>
                    <a:pt x="166" y="450"/>
                  </a:lnTo>
                  <a:lnTo>
                    <a:pt x="160" y="452"/>
                  </a:lnTo>
                  <a:lnTo>
                    <a:pt x="159" y="455"/>
                  </a:lnTo>
                  <a:lnTo>
                    <a:pt x="158" y="460"/>
                  </a:lnTo>
                  <a:lnTo>
                    <a:pt x="157" y="462"/>
                  </a:lnTo>
                  <a:lnTo>
                    <a:pt x="154" y="464"/>
                  </a:lnTo>
                  <a:lnTo>
                    <a:pt x="150" y="466"/>
                  </a:lnTo>
                  <a:lnTo>
                    <a:pt x="149" y="466"/>
                  </a:lnTo>
                  <a:lnTo>
                    <a:pt x="147" y="468"/>
                  </a:lnTo>
                  <a:lnTo>
                    <a:pt x="146" y="468"/>
                  </a:lnTo>
                  <a:lnTo>
                    <a:pt x="145" y="467"/>
                  </a:lnTo>
                  <a:lnTo>
                    <a:pt x="135" y="457"/>
                  </a:lnTo>
                  <a:lnTo>
                    <a:pt x="135" y="454"/>
                  </a:lnTo>
                  <a:lnTo>
                    <a:pt x="133" y="450"/>
                  </a:lnTo>
                  <a:lnTo>
                    <a:pt x="130" y="441"/>
                  </a:lnTo>
                  <a:lnTo>
                    <a:pt x="126" y="428"/>
                  </a:lnTo>
                  <a:lnTo>
                    <a:pt x="119" y="414"/>
                  </a:lnTo>
                  <a:lnTo>
                    <a:pt x="112" y="403"/>
                  </a:lnTo>
                  <a:lnTo>
                    <a:pt x="108" y="391"/>
                  </a:lnTo>
                  <a:lnTo>
                    <a:pt x="105" y="378"/>
                  </a:lnTo>
                  <a:lnTo>
                    <a:pt x="100" y="366"/>
                  </a:lnTo>
                  <a:lnTo>
                    <a:pt x="94" y="355"/>
                  </a:lnTo>
                  <a:lnTo>
                    <a:pt x="91" y="350"/>
                  </a:lnTo>
                  <a:lnTo>
                    <a:pt x="86" y="339"/>
                  </a:lnTo>
                  <a:lnTo>
                    <a:pt x="84" y="331"/>
                  </a:lnTo>
                  <a:lnTo>
                    <a:pt x="79" y="307"/>
                  </a:lnTo>
                  <a:lnTo>
                    <a:pt x="75" y="287"/>
                  </a:lnTo>
                  <a:lnTo>
                    <a:pt x="74" y="276"/>
                  </a:lnTo>
                  <a:lnTo>
                    <a:pt x="74" y="274"/>
                  </a:lnTo>
                  <a:lnTo>
                    <a:pt x="75" y="269"/>
                  </a:lnTo>
                  <a:lnTo>
                    <a:pt x="79" y="263"/>
                  </a:lnTo>
                  <a:lnTo>
                    <a:pt x="79" y="261"/>
                  </a:lnTo>
                  <a:lnTo>
                    <a:pt x="76" y="259"/>
                  </a:lnTo>
                  <a:lnTo>
                    <a:pt x="74" y="255"/>
                  </a:lnTo>
                  <a:lnTo>
                    <a:pt x="73" y="250"/>
                  </a:lnTo>
                  <a:lnTo>
                    <a:pt x="72" y="244"/>
                  </a:lnTo>
                  <a:lnTo>
                    <a:pt x="73" y="239"/>
                  </a:lnTo>
                  <a:lnTo>
                    <a:pt x="67" y="239"/>
                  </a:lnTo>
                  <a:lnTo>
                    <a:pt x="66" y="241"/>
                  </a:lnTo>
                  <a:lnTo>
                    <a:pt x="64" y="244"/>
                  </a:lnTo>
                  <a:lnTo>
                    <a:pt x="64" y="246"/>
                  </a:lnTo>
                  <a:lnTo>
                    <a:pt x="66" y="247"/>
                  </a:lnTo>
                  <a:lnTo>
                    <a:pt x="67" y="249"/>
                  </a:lnTo>
                  <a:lnTo>
                    <a:pt x="66" y="252"/>
                  </a:lnTo>
                  <a:lnTo>
                    <a:pt x="64" y="255"/>
                  </a:lnTo>
                  <a:lnTo>
                    <a:pt x="60" y="258"/>
                  </a:lnTo>
                  <a:lnTo>
                    <a:pt x="54" y="261"/>
                  </a:lnTo>
                  <a:lnTo>
                    <a:pt x="51" y="261"/>
                  </a:lnTo>
                  <a:lnTo>
                    <a:pt x="47" y="263"/>
                  </a:lnTo>
                  <a:lnTo>
                    <a:pt x="44" y="264"/>
                  </a:lnTo>
                  <a:lnTo>
                    <a:pt x="38" y="261"/>
                  </a:lnTo>
                  <a:lnTo>
                    <a:pt x="34" y="259"/>
                  </a:lnTo>
                  <a:lnTo>
                    <a:pt x="27" y="251"/>
                  </a:lnTo>
                  <a:lnTo>
                    <a:pt x="17" y="242"/>
                  </a:lnTo>
                  <a:lnTo>
                    <a:pt x="13" y="236"/>
                  </a:lnTo>
                  <a:lnTo>
                    <a:pt x="15" y="236"/>
                  </a:lnTo>
                  <a:lnTo>
                    <a:pt x="23" y="237"/>
                  </a:lnTo>
                  <a:lnTo>
                    <a:pt x="27" y="236"/>
                  </a:lnTo>
                  <a:lnTo>
                    <a:pt x="30" y="235"/>
                  </a:lnTo>
                  <a:lnTo>
                    <a:pt x="34" y="233"/>
                  </a:lnTo>
                  <a:lnTo>
                    <a:pt x="37" y="229"/>
                  </a:lnTo>
                  <a:lnTo>
                    <a:pt x="37" y="227"/>
                  </a:lnTo>
                  <a:lnTo>
                    <a:pt x="36" y="227"/>
                  </a:lnTo>
                  <a:lnTo>
                    <a:pt x="31" y="228"/>
                  </a:lnTo>
                  <a:lnTo>
                    <a:pt x="25" y="228"/>
                  </a:lnTo>
                  <a:lnTo>
                    <a:pt x="21" y="227"/>
                  </a:lnTo>
                  <a:lnTo>
                    <a:pt x="17" y="226"/>
                  </a:lnTo>
                  <a:lnTo>
                    <a:pt x="13" y="224"/>
                  </a:lnTo>
                  <a:lnTo>
                    <a:pt x="12" y="224"/>
                  </a:lnTo>
                  <a:lnTo>
                    <a:pt x="6" y="219"/>
                  </a:lnTo>
                  <a:lnTo>
                    <a:pt x="1" y="213"/>
                  </a:lnTo>
                  <a:lnTo>
                    <a:pt x="0" y="211"/>
                  </a:lnTo>
                  <a:lnTo>
                    <a:pt x="3" y="211"/>
                  </a:lnTo>
                  <a:lnTo>
                    <a:pt x="5" y="208"/>
                  </a:lnTo>
                  <a:lnTo>
                    <a:pt x="11" y="207"/>
                  </a:lnTo>
                  <a:lnTo>
                    <a:pt x="11" y="202"/>
                  </a:lnTo>
                  <a:lnTo>
                    <a:pt x="13" y="202"/>
                  </a:lnTo>
                  <a:lnTo>
                    <a:pt x="19" y="202"/>
                  </a:lnTo>
                  <a:lnTo>
                    <a:pt x="24" y="202"/>
                  </a:lnTo>
                  <a:lnTo>
                    <a:pt x="26" y="204"/>
                  </a:lnTo>
                  <a:lnTo>
                    <a:pt x="31" y="204"/>
                  </a:lnTo>
                  <a:lnTo>
                    <a:pt x="33" y="202"/>
                  </a:lnTo>
                  <a:lnTo>
                    <a:pt x="38" y="200"/>
                  </a:lnTo>
                  <a:lnTo>
                    <a:pt x="39" y="201"/>
                  </a:lnTo>
                  <a:lnTo>
                    <a:pt x="40" y="203"/>
                  </a:lnTo>
                  <a:lnTo>
                    <a:pt x="44" y="202"/>
                  </a:lnTo>
                  <a:lnTo>
                    <a:pt x="45" y="201"/>
                  </a:lnTo>
                  <a:lnTo>
                    <a:pt x="48" y="200"/>
                  </a:lnTo>
                  <a:lnTo>
                    <a:pt x="46" y="197"/>
                  </a:lnTo>
                  <a:lnTo>
                    <a:pt x="48" y="196"/>
                  </a:lnTo>
                  <a:lnTo>
                    <a:pt x="43" y="185"/>
                  </a:lnTo>
                  <a:lnTo>
                    <a:pt x="41" y="181"/>
                  </a:lnTo>
                  <a:lnTo>
                    <a:pt x="40" y="178"/>
                  </a:lnTo>
                  <a:lnTo>
                    <a:pt x="37" y="179"/>
                  </a:lnTo>
                  <a:lnTo>
                    <a:pt x="35" y="178"/>
                  </a:lnTo>
                  <a:lnTo>
                    <a:pt x="32" y="175"/>
                  </a:lnTo>
                  <a:lnTo>
                    <a:pt x="33" y="169"/>
                  </a:lnTo>
                  <a:lnTo>
                    <a:pt x="34" y="163"/>
                  </a:lnTo>
                  <a:lnTo>
                    <a:pt x="31" y="163"/>
                  </a:lnTo>
                  <a:lnTo>
                    <a:pt x="27" y="163"/>
                  </a:lnTo>
                  <a:lnTo>
                    <a:pt x="23" y="161"/>
                  </a:lnTo>
                  <a:lnTo>
                    <a:pt x="23" y="158"/>
                  </a:lnTo>
                  <a:lnTo>
                    <a:pt x="23" y="156"/>
                  </a:lnTo>
                  <a:lnTo>
                    <a:pt x="24" y="152"/>
                  </a:lnTo>
                  <a:lnTo>
                    <a:pt x="31" y="145"/>
                  </a:lnTo>
                  <a:lnTo>
                    <a:pt x="32" y="141"/>
                  </a:lnTo>
                  <a:lnTo>
                    <a:pt x="36" y="138"/>
                  </a:lnTo>
                  <a:lnTo>
                    <a:pt x="39" y="137"/>
                  </a:lnTo>
                  <a:lnTo>
                    <a:pt x="40" y="138"/>
                  </a:lnTo>
                  <a:lnTo>
                    <a:pt x="41" y="142"/>
                  </a:lnTo>
                  <a:lnTo>
                    <a:pt x="44" y="143"/>
                  </a:lnTo>
                  <a:lnTo>
                    <a:pt x="50" y="140"/>
                  </a:lnTo>
                  <a:lnTo>
                    <a:pt x="55" y="140"/>
                  </a:lnTo>
                  <a:lnTo>
                    <a:pt x="60" y="139"/>
                  </a:lnTo>
                  <a:lnTo>
                    <a:pt x="61" y="136"/>
                  </a:lnTo>
                  <a:lnTo>
                    <a:pt x="65" y="131"/>
                  </a:lnTo>
                  <a:lnTo>
                    <a:pt x="67" y="127"/>
                  </a:lnTo>
                  <a:lnTo>
                    <a:pt x="68" y="124"/>
                  </a:lnTo>
                  <a:lnTo>
                    <a:pt x="76" y="120"/>
                  </a:lnTo>
                  <a:lnTo>
                    <a:pt x="80" y="115"/>
                  </a:lnTo>
                  <a:lnTo>
                    <a:pt x="83" y="106"/>
                  </a:lnTo>
                  <a:lnTo>
                    <a:pt x="86" y="102"/>
                  </a:lnTo>
                  <a:lnTo>
                    <a:pt x="90" y="101"/>
                  </a:lnTo>
                  <a:lnTo>
                    <a:pt x="93" y="98"/>
                  </a:lnTo>
                  <a:lnTo>
                    <a:pt x="91" y="95"/>
                  </a:lnTo>
                  <a:lnTo>
                    <a:pt x="101" y="83"/>
                  </a:lnTo>
                  <a:lnTo>
                    <a:pt x="103" y="75"/>
                  </a:lnTo>
                  <a:lnTo>
                    <a:pt x="101" y="72"/>
                  </a:lnTo>
                  <a:lnTo>
                    <a:pt x="101" y="69"/>
                  </a:lnTo>
                  <a:lnTo>
                    <a:pt x="105" y="67"/>
                  </a:lnTo>
                  <a:lnTo>
                    <a:pt x="110" y="65"/>
                  </a:lnTo>
                  <a:lnTo>
                    <a:pt x="113" y="64"/>
                  </a:lnTo>
                  <a:lnTo>
                    <a:pt x="115" y="62"/>
                  </a:lnTo>
                  <a:lnTo>
                    <a:pt x="115" y="60"/>
                  </a:lnTo>
                  <a:lnTo>
                    <a:pt x="110" y="57"/>
                  </a:lnTo>
                  <a:lnTo>
                    <a:pt x="105" y="57"/>
                  </a:lnTo>
                  <a:lnTo>
                    <a:pt x="103" y="55"/>
                  </a:lnTo>
                  <a:lnTo>
                    <a:pt x="104" y="51"/>
                  </a:lnTo>
                  <a:lnTo>
                    <a:pt x="98" y="51"/>
                  </a:lnTo>
                  <a:lnTo>
                    <a:pt x="99" y="47"/>
                  </a:lnTo>
                  <a:lnTo>
                    <a:pt x="94" y="45"/>
                  </a:lnTo>
                  <a:lnTo>
                    <a:pt x="93" y="42"/>
                  </a:lnTo>
                  <a:lnTo>
                    <a:pt x="95" y="41"/>
                  </a:lnTo>
                  <a:lnTo>
                    <a:pt x="96" y="37"/>
                  </a:lnTo>
                  <a:lnTo>
                    <a:pt x="93" y="35"/>
                  </a:lnTo>
                  <a:lnTo>
                    <a:pt x="94" y="32"/>
                  </a:lnTo>
                  <a:lnTo>
                    <a:pt x="97" y="31"/>
                  </a:lnTo>
                  <a:lnTo>
                    <a:pt x="97" y="28"/>
                  </a:lnTo>
                  <a:lnTo>
                    <a:pt x="93" y="28"/>
                  </a:lnTo>
                  <a:lnTo>
                    <a:pt x="92" y="26"/>
                  </a:lnTo>
                  <a:lnTo>
                    <a:pt x="93" y="25"/>
                  </a:lnTo>
                  <a:lnTo>
                    <a:pt x="93" y="22"/>
                  </a:lnTo>
                  <a:lnTo>
                    <a:pt x="90" y="22"/>
                  </a:lnTo>
                  <a:lnTo>
                    <a:pt x="90" y="21"/>
                  </a:lnTo>
                  <a:lnTo>
                    <a:pt x="93" y="16"/>
                  </a:lnTo>
                  <a:lnTo>
                    <a:pt x="99" y="14"/>
                  </a:lnTo>
                  <a:lnTo>
                    <a:pt x="111" y="17"/>
                  </a:lnTo>
                  <a:lnTo>
                    <a:pt x="115" y="18"/>
                  </a:lnTo>
                  <a:lnTo>
                    <a:pt x="121" y="19"/>
                  </a:lnTo>
                  <a:lnTo>
                    <a:pt x="125" y="17"/>
                  </a:lnTo>
                  <a:lnTo>
                    <a:pt x="127" y="18"/>
                  </a:lnTo>
                  <a:lnTo>
                    <a:pt x="129" y="15"/>
                  </a:lnTo>
                  <a:lnTo>
                    <a:pt x="132" y="14"/>
                  </a:lnTo>
                  <a:lnTo>
                    <a:pt x="136" y="15"/>
                  </a:lnTo>
                  <a:lnTo>
                    <a:pt x="137" y="17"/>
                  </a:lnTo>
                  <a:lnTo>
                    <a:pt x="139" y="15"/>
                  </a:lnTo>
                  <a:lnTo>
                    <a:pt x="139" y="11"/>
                  </a:lnTo>
                  <a:lnTo>
                    <a:pt x="141" y="7"/>
                  </a:lnTo>
                  <a:lnTo>
                    <a:pt x="144" y="5"/>
                  </a:lnTo>
                  <a:lnTo>
                    <a:pt x="148" y="3"/>
                  </a:lnTo>
                  <a:lnTo>
                    <a:pt x="150" y="2"/>
                  </a:lnTo>
                  <a:lnTo>
                    <a:pt x="153" y="0"/>
                  </a:lnTo>
                  <a:lnTo>
                    <a:pt x="153" y="5"/>
                  </a:lnTo>
                  <a:lnTo>
                    <a:pt x="156" y="14"/>
                  </a:lnTo>
                  <a:lnTo>
                    <a:pt x="158" y="18"/>
                  </a:lnTo>
                  <a:lnTo>
                    <a:pt x="163" y="19"/>
                  </a:lnTo>
                  <a:lnTo>
                    <a:pt x="167" y="22"/>
                  </a:lnTo>
                  <a:lnTo>
                    <a:pt x="168" y="25"/>
                  </a:lnTo>
                  <a:lnTo>
                    <a:pt x="166" y="26"/>
                  </a:lnTo>
                  <a:lnTo>
                    <a:pt x="164" y="28"/>
                  </a:lnTo>
                  <a:lnTo>
                    <a:pt x="165" y="33"/>
                  </a:lnTo>
                  <a:lnTo>
                    <a:pt x="165" y="38"/>
                  </a:lnTo>
                  <a:lnTo>
                    <a:pt x="167" y="39"/>
                  </a:lnTo>
                  <a:lnTo>
                    <a:pt x="173" y="40"/>
                  </a:lnTo>
                  <a:lnTo>
                    <a:pt x="173" y="41"/>
                  </a:lnTo>
                  <a:lnTo>
                    <a:pt x="174" y="43"/>
                  </a:lnTo>
                  <a:lnTo>
                    <a:pt x="178" y="43"/>
                  </a:lnTo>
                  <a:lnTo>
                    <a:pt x="177" y="47"/>
                  </a:lnTo>
                  <a:lnTo>
                    <a:pt x="180" y="52"/>
                  </a:lnTo>
                  <a:lnTo>
                    <a:pt x="176" y="56"/>
                  </a:lnTo>
                  <a:lnTo>
                    <a:pt x="174" y="58"/>
                  </a:lnTo>
                  <a:lnTo>
                    <a:pt x="171" y="58"/>
                  </a:lnTo>
                  <a:lnTo>
                    <a:pt x="168" y="56"/>
                  </a:lnTo>
                  <a:lnTo>
                    <a:pt x="168" y="53"/>
                  </a:lnTo>
                  <a:lnTo>
                    <a:pt x="162" y="55"/>
                  </a:lnTo>
                  <a:lnTo>
                    <a:pt x="164" y="61"/>
                  </a:lnTo>
                  <a:lnTo>
                    <a:pt x="168" y="65"/>
                  </a:lnTo>
                  <a:lnTo>
                    <a:pt x="167" y="69"/>
                  </a:lnTo>
                  <a:lnTo>
                    <a:pt x="169" y="72"/>
                  </a:lnTo>
                  <a:lnTo>
                    <a:pt x="167" y="74"/>
                  </a:lnTo>
                  <a:lnTo>
                    <a:pt x="168" y="78"/>
                  </a:lnTo>
                  <a:lnTo>
                    <a:pt x="170" y="78"/>
                  </a:lnTo>
                  <a:lnTo>
                    <a:pt x="173" y="76"/>
                  </a:lnTo>
                  <a:lnTo>
                    <a:pt x="176" y="78"/>
                  </a:lnTo>
                  <a:lnTo>
                    <a:pt x="181" y="84"/>
                  </a:lnTo>
                  <a:lnTo>
                    <a:pt x="184" y="83"/>
                  </a:lnTo>
                  <a:lnTo>
                    <a:pt x="191" y="88"/>
                  </a:lnTo>
                  <a:lnTo>
                    <a:pt x="191" y="91"/>
                  </a:lnTo>
                  <a:lnTo>
                    <a:pt x="196" y="93"/>
                  </a:lnTo>
                  <a:lnTo>
                    <a:pt x="197" y="93"/>
                  </a:lnTo>
                  <a:lnTo>
                    <a:pt x="203" y="97"/>
                  </a:lnTo>
                  <a:lnTo>
                    <a:pt x="195" y="105"/>
                  </a:lnTo>
                  <a:lnTo>
                    <a:pt x="193" y="106"/>
                  </a:lnTo>
                  <a:lnTo>
                    <a:pt x="193" y="109"/>
                  </a:lnTo>
                  <a:lnTo>
                    <a:pt x="192" y="111"/>
                  </a:lnTo>
                  <a:lnTo>
                    <a:pt x="192" y="114"/>
                  </a:lnTo>
                  <a:lnTo>
                    <a:pt x="190" y="117"/>
                  </a:lnTo>
                  <a:lnTo>
                    <a:pt x="189" y="121"/>
                  </a:lnTo>
                  <a:lnTo>
                    <a:pt x="189" y="123"/>
                  </a:lnTo>
                  <a:lnTo>
                    <a:pt x="193" y="126"/>
                  </a:lnTo>
                  <a:lnTo>
                    <a:pt x="196" y="125"/>
                  </a:lnTo>
                  <a:lnTo>
                    <a:pt x="201" y="129"/>
                  </a:lnTo>
                  <a:lnTo>
                    <a:pt x="206" y="130"/>
                  </a:lnTo>
                  <a:lnTo>
                    <a:pt x="208" y="135"/>
                  </a:lnTo>
                  <a:lnTo>
                    <a:pt x="217" y="140"/>
                  </a:lnTo>
                  <a:lnTo>
                    <a:pt x="219" y="139"/>
                  </a:lnTo>
                  <a:lnTo>
                    <a:pt x="226" y="143"/>
                  </a:lnTo>
                  <a:lnTo>
                    <a:pt x="229" y="143"/>
                  </a:lnTo>
                  <a:lnTo>
                    <a:pt x="231" y="146"/>
                  </a:lnTo>
                  <a:lnTo>
                    <a:pt x="236" y="147"/>
                  </a:lnTo>
                  <a:lnTo>
                    <a:pt x="239" y="149"/>
                  </a:lnTo>
                  <a:lnTo>
                    <a:pt x="240" y="148"/>
                  </a:lnTo>
                  <a:lnTo>
                    <a:pt x="240" y="146"/>
                  </a:lnTo>
                  <a:lnTo>
                    <a:pt x="244" y="146"/>
                  </a:lnTo>
                  <a:lnTo>
                    <a:pt x="247" y="149"/>
                  </a:lnTo>
                  <a:lnTo>
                    <a:pt x="251" y="146"/>
                  </a:lnTo>
                  <a:lnTo>
                    <a:pt x="255" y="148"/>
                  </a:lnTo>
                  <a:lnTo>
                    <a:pt x="259" y="149"/>
                  </a:lnTo>
                  <a:lnTo>
                    <a:pt x="260" y="151"/>
                  </a:lnTo>
                  <a:lnTo>
                    <a:pt x="260" y="154"/>
                  </a:lnTo>
                  <a:lnTo>
                    <a:pt x="265" y="155"/>
                  </a:lnTo>
                  <a:lnTo>
                    <a:pt x="267" y="157"/>
                  </a:lnTo>
                  <a:lnTo>
                    <a:pt x="271" y="159"/>
                  </a:lnTo>
                  <a:lnTo>
                    <a:pt x="275" y="157"/>
                  </a:lnTo>
                  <a:lnTo>
                    <a:pt x="277" y="158"/>
                  </a:lnTo>
                  <a:lnTo>
                    <a:pt x="277" y="160"/>
                  </a:lnTo>
                  <a:lnTo>
                    <a:pt x="279" y="162"/>
                  </a:lnTo>
                  <a:lnTo>
                    <a:pt x="282" y="161"/>
                  </a:lnTo>
                  <a:lnTo>
                    <a:pt x="287" y="162"/>
                  </a:lnTo>
                  <a:lnTo>
                    <a:pt x="293" y="165"/>
                  </a:lnTo>
                  <a:lnTo>
                    <a:pt x="297" y="162"/>
                  </a:lnTo>
                  <a:lnTo>
                    <a:pt x="299" y="165"/>
                  </a:lnTo>
                  <a:lnTo>
                    <a:pt x="301" y="166"/>
                  </a:lnTo>
                  <a:lnTo>
                    <a:pt x="304" y="165"/>
                  </a:lnTo>
                  <a:lnTo>
                    <a:pt x="306" y="166"/>
                  </a:lnTo>
                  <a:lnTo>
                    <a:pt x="311" y="165"/>
                  </a:lnTo>
                  <a:lnTo>
                    <a:pt x="313" y="165"/>
                  </a:lnTo>
                  <a:lnTo>
                    <a:pt x="315" y="159"/>
                  </a:lnTo>
                  <a:lnTo>
                    <a:pt x="312" y="153"/>
                  </a:lnTo>
                  <a:lnTo>
                    <a:pt x="313" y="146"/>
                  </a:lnTo>
                  <a:lnTo>
                    <a:pt x="315" y="140"/>
                  </a:lnTo>
                  <a:lnTo>
                    <a:pt x="317" y="139"/>
                  </a:lnTo>
                  <a:lnTo>
                    <a:pt x="321" y="138"/>
                  </a:lnTo>
                  <a:lnTo>
                    <a:pt x="322" y="139"/>
                  </a:lnTo>
                  <a:lnTo>
                    <a:pt x="323" y="140"/>
                  </a:lnTo>
                  <a:lnTo>
                    <a:pt x="323" y="147"/>
                  </a:lnTo>
                  <a:lnTo>
                    <a:pt x="324" y="152"/>
                  </a:lnTo>
                  <a:lnTo>
                    <a:pt x="324" y="153"/>
                  </a:lnTo>
                  <a:lnTo>
                    <a:pt x="325" y="157"/>
                  </a:lnTo>
                  <a:lnTo>
                    <a:pt x="330" y="158"/>
                  </a:lnTo>
                  <a:lnTo>
                    <a:pt x="334" y="159"/>
                  </a:lnTo>
                  <a:lnTo>
                    <a:pt x="340" y="161"/>
                  </a:lnTo>
                  <a:lnTo>
                    <a:pt x="341" y="161"/>
                  </a:lnTo>
                  <a:lnTo>
                    <a:pt x="344" y="160"/>
                  </a:lnTo>
                  <a:lnTo>
                    <a:pt x="348" y="158"/>
                  </a:lnTo>
                  <a:lnTo>
                    <a:pt x="350" y="158"/>
                  </a:lnTo>
                  <a:lnTo>
                    <a:pt x="352" y="159"/>
                  </a:lnTo>
                  <a:lnTo>
                    <a:pt x="361" y="160"/>
                  </a:lnTo>
                  <a:lnTo>
                    <a:pt x="368" y="159"/>
                  </a:lnTo>
                  <a:lnTo>
                    <a:pt x="373" y="159"/>
                  </a:lnTo>
                  <a:lnTo>
                    <a:pt x="374" y="154"/>
                  </a:lnTo>
                  <a:lnTo>
                    <a:pt x="374" y="152"/>
                  </a:lnTo>
                  <a:lnTo>
                    <a:pt x="373" y="150"/>
                  </a:lnTo>
                  <a:lnTo>
                    <a:pt x="370" y="150"/>
                  </a:lnTo>
                  <a:lnTo>
                    <a:pt x="368" y="147"/>
                  </a:lnTo>
                  <a:lnTo>
                    <a:pt x="368" y="145"/>
                  </a:lnTo>
                  <a:lnTo>
                    <a:pt x="368" y="144"/>
                  </a:lnTo>
                  <a:lnTo>
                    <a:pt x="369" y="143"/>
                  </a:lnTo>
                  <a:lnTo>
                    <a:pt x="375" y="143"/>
                  </a:lnTo>
                  <a:lnTo>
                    <a:pt x="380" y="141"/>
                  </a:lnTo>
                  <a:lnTo>
                    <a:pt x="383" y="139"/>
                  </a:lnTo>
                  <a:lnTo>
                    <a:pt x="390" y="130"/>
                  </a:lnTo>
                  <a:lnTo>
                    <a:pt x="394" y="127"/>
                  </a:lnTo>
                  <a:lnTo>
                    <a:pt x="400" y="125"/>
                  </a:lnTo>
                  <a:lnTo>
                    <a:pt x="408" y="120"/>
                  </a:lnTo>
                  <a:lnTo>
                    <a:pt x="412" y="117"/>
                  </a:lnTo>
                  <a:lnTo>
                    <a:pt x="414" y="116"/>
                  </a:lnTo>
                  <a:lnTo>
                    <a:pt x="416" y="118"/>
                  </a:lnTo>
                  <a:lnTo>
                    <a:pt x="423" y="120"/>
                  </a:lnTo>
                  <a:lnTo>
                    <a:pt x="426" y="120"/>
                  </a:lnTo>
                  <a:lnTo>
                    <a:pt x="435" y="113"/>
                  </a:lnTo>
                  <a:lnTo>
                    <a:pt x="439" y="116"/>
                  </a:lnTo>
                  <a:lnTo>
                    <a:pt x="444" y="122"/>
                  </a:lnTo>
                  <a:lnTo>
                    <a:pt x="444" y="125"/>
                  </a:lnTo>
                  <a:lnTo>
                    <a:pt x="442" y="129"/>
                  </a:lnTo>
                  <a:lnTo>
                    <a:pt x="441" y="131"/>
                  </a:lnTo>
                  <a:lnTo>
                    <a:pt x="443" y="132"/>
                  </a:lnTo>
                  <a:lnTo>
                    <a:pt x="448" y="132"/>
                  </a:lnTo>
                  <a:lnTo>
                    <a:pt x="453" y="134"/>
                  </a:lnTo>
                  <a:lnTo>
                    <a:pt x="458" y="135"/>
                  </a:lnTo>
                  <a:lnTo>
                    <a:pt x="457" y="139"/>
                  </a:lnTo>
                  <a:lnTo>
                    <a:pt x="457" y="140"/>
                  </a:lnTo>
                  <a:lnTo>
                    <a:pt x="452" y="145"/>
                  </a:lnTo>
                  <a:lnTo>
                    <a:pt x="452" y="147"/>
                  </a:lnTo>
                  <a:lnTo>
                    <a:pt x="453" y="153"/>
                  </a:lnTo>
                  <a:lnTo>
                    <a:pt x="451" y="154"/>
                  </a:lnTo>
                  <a:lnTo>
                    <a:pt x="445" y="152"/>
                  </a:lnTo>
                  <a:lnTo>
                    <a:pt x="441" y="151"/>
                  </a:lnTo>
                  <a:lnTo>
                    <a:pt x="439" y="152"/>
                  </a:lnTo>
                  <a:lnTo>
                    <a:pt x="434" y="156"/>
                  </a:lnTo>
                  <a:lnTo>
                    <a:pt x="424" y="163"/>
                  </a:lnTo>
                  <a:lnTo>
                    <a:pt x="422" y="166"/>
                  </a:lnTo>
                  <a:lnTo>
                    <a:pt x="423" y="172"/>
                  </a:lnTo>
                  <a:lnTo>
                    <a:pt x="422" y="175"/>
                  </a:lnTo>
                  <a:lnTo>
                    <a:pt x="415" y="184"/>
                  </a:lnTo>
                  <a:lnTo>
                    <a:pt x="415" y="185"/>
                  </a:lnTo>
                  <a:lnTo>
                    <a:pt x="416" y="188"/>
                  </a:lnTo>
                  <a:lnTo>
                    <a:pt x="416" y="191"/>
                  </a:lnTo>
                  <a:lnTo>
                    <a:pt x="408" y="208"/>
                  </a:lnTo>
                  <a:lnTo>
                    <a:pt x="407" y="209"/>
                  </a:lnTo>
                  <a:lnTo>
                    <a:pt x="405" y="209"/>
                  </a:lnTo>
                  <a:lnTo>
                    <a:pt x="402" y="208"/>
                  </a:lnTo>
                  <a:lnTo>
                    <a:pt x="396" y="206"/>
                  </a:lnTo>
                  <a:lnTo>
                    <a:pt x="396" y="208"/>
                  </a:lnTo>
                  <a:lnTo>
                    <a:pt x="397" y="220"/>
                  </a:lnTo>
                  <a:lnTo>
                    <a:pt x="395" y="223"/>
                  </a:lnTo>
                  <a:lnTo>
                    <a:pt x="392" y="224"/>
                  </a:lnTo>
                  <a:lnTo>
                    <a:pt x="391" y="226"/>
                  </a:lnTo>
                  <a:lnTo>
                    <a:pt x="392" y="232"/>
                  </a:lnTo>
                  <a:lnTo>
                    <a:pt x="392" y="238"/>
                  </a:lnTo>
                  <a:lnTo>
                    <a:pt x="390" y="241"/>
                  </a:lnTo>
                  <a:lnTo>
                    <a:pt x="388" y="242"/>
                  </a:lnTo>
                  <a:lnTo>
                    <a:pt x="386" y="240"/>
                  </a:lnTo>
                  <a:lnTo>
                    <a:pt x="382" y="23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19" name="Freeform 38">
              <a:extLst>
                <a:ext uri="{FF2B5EF4-FFF2-40B4-BE49-F238E27FC236}">
                  <a16:creationId xmlns:a16="http://schemas.microsoft.com/office/drawing/2014/main" id="{54C9300C-29FB-527C-AB35-0864C646BC8A}"/>
                </a:ext>
              </a:extLst>
            </p:cNvPr>
            <p:cNvSpPr>
              <a:spLocks/>
            </p:cNvSpPr>
            <p:nvPr/>
          </p:nvSpPr>
          <p:spPr bwMode="gray">
            <a:xfrm>
              <a:off x="4279665" y="4622234"/>
              <a:ext cx="58327" cy="101215"/>
            </a:xfrm>
            <a:custGeom>
              <a:avLst/>
              <a:gdLst>
                <a:gd name="T0" fmla="*/ 14 w 34"/>
                <a:gd name="T1" fmla="*/ 59 h 59"/>
                <a:gd name="T2" fmla="*/ 10 w 34"/>
                <a:gd name="T3" fmla="*/ 58 h 59"/>
                <a:gd name="T4" fmla="*/ 9 w 34"/>
                <a:gd name="T5" fmla="*/ 57 h 59"/>
                <a:gd name="T6" fmla="*/ 7 w 34"/>
                <a:gd name="T7" fmla="*/ 54 h 59"/>
                <a:gd name="T8" fmla="*/ 5 w 34"/>
                <a:gd name="T9" fmla="*/ 50 h 59"/>
                <a:gd name="T10" fmla="*/ 3 w 34"/>
                <a:gd name="T11" fmla="*/ 41 h 59"/>
                <a:gd name="T12" fmla="*/ 2 w 34"/>
                <a:gd name="T13" fmla="*/ 36 h 59"/>
                <a:gd name="T14" fmla="*/ 2 w 34"/>
                <a:gd name="T15" fmla="*/ 31 h 59"/>
                <a:gd name="T16" fmla="*/ 2 w 34"/>
                <a:gd name="T17" fmla="*/ 24 h 59"/>
                <a:gd name="T18" fmla="*/ 1 w 34"/>
                <a:gd name="T19" fmla="*/ 19 h 59"/>
                <a:gd name="T20" fmla="*/ 2 w 34"/>
                <a:gd name="T21" fmla="*/ 16 h 59"/>
                <a:gd name="T22" fmla="*/ 0 w 34"/>
                <a:gd name="T23" fmla="*/ 13 h 59"/>
                <a:gd name="T24" fmla="*/ 0 w 34"/>
                <a:gd name="T25" fmla="*/ 11 h 59"/>
                <a:gd name="T26" fmla="*/ 3 w 34"/>
                <a:gd name="T27" fmla="*/ 12 h 59"/>
                <a:gd name="T28" fmla="*/ 6 w 34"/>
                <a:gd name="T29" fmla="*/ 8 h 59"/>
                <a:gd name="T30" fmla="*/ 6 w 34"/>
                <a:gd name="T31" fmla="*/ 6 h 59"/>
                <a:gd name="T32" fmla="*/ 8 w 34"/>
                <a:gd name="T33" fmla="*/ 3 h 59"/>
                <a:gd name="T34" fmla="*/ 7 w 34"/>
                <a:gd name="T35" fmla="*/ 0 h 59"/>
                <a:gd name="T36" fmla="*/ 10 w 34"/>
                <a:gd name="T37" fmla="*/ 3 h 59"/>
                <a:gd name="T38" fmla="*/ 15 w 34"/>
                <a:gd name="T39" fmla="*/ 5 h 59"/>
                <a:gd name="T40" fmla="*/ 17 w 34"/>
                <a:gd name="T41" fmla="*/ 8 h 59"/>
                <a:gd name="T42" fmla="*/ 21 w 34"/>
                <a:gd name="T43" fmla="*/ 14 h 59"/>
                <a:gd name="T44" fmla="*/ 22 w 34"/>
                <a:gd name="T45" fmla="*/ 16 h 59"/>
                <a:gd name="T46" fmla="*/ 21 w 34"/>
                <a:gd name="T47" fmla="*/ 18 h 59"/>
                <a:gd name="T48" fmla="*/ 22 w 34"/>
                <a:gd name="T49" fmla="*/ 19 h 59"/>
                <a:gd name="T50" fmla="*/ 25 w 34"/>
                <a:gd name="T51" fmla="*/ 22 h 59"/>
                <a:gd name="T52" fmla="*/ 27 w 34"/>
                <a:gd name="T53" fmla="*/ 27 h 59"/>
                <a:gd name="T54" fmla="*/ 33 w 34"/>
                <a:gd name="T55" fmla="*/ 37 h 59"/>
                <a:gd name="T56" fmla="*/ 34 w 34"/>
                <a:gd name="T57" fmla="*/ 40 h 59"/>
                <a:gd name="T58" fmla="*/ 33 w 34"/>
                <a:gd name="T59" fmla="*/ 46 h 59"/>
                <a:gd name="T60" fmla="*/ 30 w 34"/>
                <a:gd name="T61" fmla="*/ 50 h 59"/>
                <a:gd name="T62" fmla="*/ 27 w 34"/>
                <a:gd name="T63" fmla="*/ 53 h 59"/>
                <a:gd name="T64" fmla="*/ 24 w 34"/>
                <a:gd name="T65" fmla="*/ 56 h 59"/>
                <a:gd name="T66" fmla="*/ 18 w 34"/>
                <a:gd name="T67" fmla="*/ 58 h 59"/>
                <a:gd name="T68" fmla="*/ 14 w 34"/>
                <a:gd name="T69" fmla="*/ 59 h 5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4"/>
                <a:gd name="T106" fmla="*/ 0 h 59"/>
                <a:gd name="T107" fmla="*/ 34 w 34"/>
                <a:gd name="T108" fmla="*/ 59 h 5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4" h="59">
                  <a:moveTo>
                    <a:pt x="14" y="59"/>
                  </a:moveTo>
                  <a:lnTo>
                    <a:pt x="10" y="58"/>
                  </a:lnTo>
                  <a:lnTo>
                    <a:pt x="9" y="57"/>
                  </a:lnTo>
                  <a:lnTo>
                    <a:pt x="7" y="54"/>
                  </a:lnTo>
                  <a:lnTo>
                    <a:pt x="5" y="50"/>
                  </a:lnTo>
                  <a:lnTo>
                    <a:pt x="3" y="41"/>
                  </a:lnTo>
                  <a:lnTo>
                    <a:pt x="2" y="36"/>
                  </a:lnTo>
                  <a:lnTo>
                    <a:pt x="2" y="31"/>
                  </a:lnTo>
                  <a:lnTo>
                    <a:pt x="2" y="24"/>
                  </a:lnTo>
                  <a:lnTo>
                    <a:pt x="1" y="19"/>
                  </a:lnTo>
                  <a:lnTo>
                    <a:pt x="2" y="16"/>
                  </a:lnTo>
                  <a:lnTo>
                    <a:pt x="0" y="13"/>
                  </a:lnTo>
                  <a:lnTo>
                    <a:pt x="0" y="11"/>
                  </a:lnTo>
                  <a:lnTo>
                    <a:pt x="3" y="12"/>
                  </a:lnTo>
                  <a:lnTo>
                    <a:pt x="6" y="8"/>
                  </a:lnTo>
                  <a:lnTo>
                    <a:pt x="6" y="6"/>
                  </a:lnTo>
                  <a:lnTo>
                    <a:pt x="8" y="3"/>
                  </a:lnTo>
                  <a:lnTo>
                    <a:pt x="7" y="0"/>
                  </a:lnTo>
                  <a:lnTo>
                    <a:pt x="10" y="3"/>
                  </a:lnTo>
                  <a:lnTo>
                    <a:pt x="15" y="5"/>
                  </a:lnTo>
                  <a:lnTo>
                    <a:pt x="17" y="8"/>
                  </a:lnTo>
                  <a:lnTo>
                    <a:pt x="21" y="14"/>
                  </a:lnTo>
                  <a:lnTo>
                    <a:pt x="22" y="16"/>
                  </a:lnTo>
                  <a:lnTo>
                    <a:pt x="21" y="18"/>
                  </a:lnTo>
                  <a:lnTo>
                    <a:pt x="22" y="19"/>
                  </a:lnTo>
                  <a:lnTo>
                    <a:pt x="25" y="22"/>
                  </a:lnTo>
                  <a:lnTo>
                    <a:pt x="27" y="27"/>
                  </a:lnTo>
                  <a:lnTo>
                    <a:pt x="33" y="37"/>
                  </a:lnTo>
                  <a:lnTo>
                    <a:pt x="34" y="40"/>
                  </a:lnTo>
                  <a:lnTo>
                    <a:pt x="33" y="46"/>
                  </a:lnTo>
                  <a:lnTo>
                    <a:pt x="30" y="50"/>
                  </a:lnTo>
                  <a:lnTo>
                    <a:pt x="27" y="53"/>
                  </a:lnTo>
                  <a:lnTo>
                    <a:pt x="24" y="56"/>
                  </a:lnTo>
                  <a:lnTo>
                    <a:pt x="18" y="58"/>
                  </a:lnTo>
                  <a:lnTo>
                    <a:pt x="14" y="5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0" name="Freeform 39">
              <a:extLst>
                <a:ext uri="{FF2B5EF4-FFF2-40B4-BE49-F238E27FC236}">
                  <a16:creationId xmlns:a16="http://schemas.microsoft.com/office/drawing/2014/main" id="{517C06CC-5CC1-56FB-72DC-07C034B0C63B}"/>
                </a:ext>
              </a:extLst>
            </p:cNvPr>
            <p:cNvSpPr>
              <a:spLocks/>
            </p:cNvSpPr>
            <p:nvPr/>
          </p:nvSpPr>
          <p:spPr bwMode="gray">
            <a:xfrm>
              <a:off x="4279665" y="4622234"/>
              <a:ext cx="58327" cy="101215"/>
            </a:xfrm>
            <a:custGeom>
              <a:avLst/>
              <a:gdLst>
                <a:gd name="T0" fmla="*/ 14 w 34"/>
                <a:gd name="T1" fmla="*/ 59 h 59"/>
                <a:gd name="T2" fmla="*/ 10 w 34"/>
                <a:gd name="T3" fmla="*/ 58 h 59"/>
                <a:gd name="T4" fmla="*/ 9 w 34"/>
                <a:gd name="T5" fmla="*/ 57 h 59"/>
                <a:gd name="T6" fmla="*/ 7 w 34"/>
                <a:gd name="T7" fmla="*/ 54 h 59"/>
                <a:gd name="T8" fmla="*/ 5 w 34"/>
                <a:gd name="T9" fmla="*/ 50 h 59"/>
                <a:gd name="T10" fmla="*/ 3 w 34"/>
                <a:gd name="T11" fmla="*/ 41 h 59"/>
                <a:gd name="T12" fmla="*/ 2 w 34"/>
                <a:gd name="T13" fmla="*/ 36 h 59"/>
                <a:gd name="T14" fmla="*/ 2 w 34"/>
                <a:gd name="T15" fmla="*/ 31 h 59"/>
                <a:gd name="T16" fmla="*/ 2 w 34"/>
                <a:gd name="T17" fmla="*/ 24 h 59"/>
                <a:gd name="T18" fmla="*/ 1 w 34"/>
                <a:gd name="T19" fmla="*/ 19 h 59"/>
                <a:gd name="T20" fmla="*/ 2 w 34"/>
                <a:gd name="T21" fmla="*/ 16 h 59"/>
                <a:gd name="T22" fmla="*/ 0 w 34"/>
                <a:gd name="T23" fmla="*/ 13 h 59"/>
                <a:gd name="T24" fmla="*/ 0 w 34"/>
                <a:gd name="T25" fmla="*/ 11 h 59"/>
                <a:gd name="T26" fmla="*/ 3 w 34"/>
                <a:gd name="T27" fmla="*/ 12 h 59"/>
                <a:gd name="T28" fmla="*/ 6 w 34"/>
                <a:gd name="T29" fmla="*/ 8 h 59"/>
                <a:gd name="T30" fmla="*/ 6 w 34"/>
                <a:gd name="T31" fmla="*/ 6 h 59"/>
                <a:gd name="T32" fmla="*/ 8 w 34"/>
                <a:gd name="T33" fmla="*/ 3 h 59"/>
                <a:gd name="T34" fmla="*/ 7 w 34"/>
                <a:gd name="T35" fmla="*/ 0 h 59"/>
                <a:gd name="T36" fmla="*/ 10 w 34"/>
                <a:gd name="T37" fmla="*/ 3 h 59"/>
                <a:gd name="T38" fmla="*/ 15 w 34"/>
                <a:gd name="T39" fmla="*/ 5 h 59"/>
                <a:gd name="T40" fmla="*/ 17 w 34"/>
                <a:gd name="T41" fmla="*/ 8 h 59"/>
                <a:gd name="T42" fmla="*/ 21 w 34"/>
                <a:gd name="T43" fmla="*/ 14 h 59"/>
                <a:gd name="T44" fmla="*/ 22 w 34"/>
                <a:gd name="T45" fmla="*/ 16 h 59"/>
                <a:gd name="T46" fmla="*/ 21 w 34"/>
                <a:gd name="T47" fmla="*/ 18 h 59"/>
                <a:gd name="T48" fmla="*/ 22 w 34"/>
                <a:gd name="T49" fmla="*/ 19 h 59"/>
                <a:gd name="T50" fmla="*/ 25 w 34"/>
                <a:gd name="T51" fmla="*/ 22 h 59"/>
                <a:gd name="T52" fmla="*/ 27 w 34"/>
                <a:gd name="T53" fmla="*/ 27 h 59"/>
                <a:gd name="T54" fmla="*/ 33 w 34"/>
                <a:gd name="T55" fmla="*/ 37 h 59"/>
                <a:gd name="T56" fmla="*/ 34 w 34"/>
                <a:gd name="T57" fmla="*/ 40 h 59"/>
                <a:gd name="T58" fmla="*/ 33 w 34"/>
                <a:gd name="T59" fmla="*/ 46 h 59"/>
                <a:gd name="T60" fmla="*/ 30 w 34"/>
                <a:gd name="T61" fmla="*/ 50 h 59"/>
                <a:gd name="T62" fmla="*/ 27 w 34"/>
                <a:gd name="T63" fmla="*/ 53 h 59"/>
                <a:gd name="T64" fmla="*/ 24 w 34"/>
                <a:gd name="T65" fmla="*/ 56 h 59"/>
                <a:gd name="T66" fmla="*/ 18 w 34"/>
                <a:gd name="T67" fmla="*/ 58 h 59"/>
                <a:gd name="T68" fmla="*/ 14 w 34"/>
                <a:gd name="T69" fmla="*/ 59 h 5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4"/>
                <a:gd name="T106" fmla="*/ 0 h 59"/>
                <a:gd name="T107" fmla="*/ 34 w 34"/>
                <a:gd name="T108" fmla="*/ 59 h 5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4" h="59">
                  <a:moveTo>
                    <a:pt x="14" y="59"/>
                  </a:moveTo>
                  <a:lnTo>
                    <a:pt x="10" y="58"/>
                  </a:lnTo>
                  <a:lnTo>
                    <a:pt x="9" y="57"/>
                  </a:lnTo>
                  <a:lnTo>
                    <a:pt x="7" y="54"/>
                  </a:lnTo>
                  <a:lnTo>
                    <a:pt x="5" y="50"/>
                  </a:lnTo>
                  <a:lnTo>
                    <a:pt x="3" y="41"/>
                  </a:lnTo>
                  <a:lnTo>
                    <a:pt x="2" y="36"/>
                  </a:lnTo>
                  <a:lnTo>
                    <a:pt x="2" y="31"/>
                  </a:lnTo>
                  <a:lnTo>
                    <a:pt x="2" y="24"/>
                  </a:lnTo>
                  <a:lnTo>
                    <a:pt x="1" y="19"/>
                  </a:lnTo>
                  <a:lnTo>
                    <a:pt x="2" y="16"/>
                  </a:lnTo>
                  <a:lnTo>
                    <a:pt x="0" y="13"/>
                  </a:lnTo>
                  <a:lnTo>
                    <a:pt x="0" y="11"/>
                  </a:lnTo>
                  <a:lnTo>
                    <a:pt x="3" y="12"/>
                  </a:lnTo>
                  <a:lnTo>
                    <a:pt x="6" y="8"/>
                  </a:lnTo>
                  <a:lnTo>
                    <a:pt x="6" y="6"/>
                  </a:lnTo>
                  <a:lnTo>
                    <a:pt x="8" y="3"/>
                  </a:lnTo>
                  <a:lnTo>
                    <a:pt x="7" y="0"/>
                  </a:lnTo>
                  <a:lnTo>
                    <a:pt x="10" y="3"/>
                  </a:lnTo>
                  <a:lnTo>
                    <a:pt x="15" y="5"/>
                  </a:lnTo>
                  <a:lnTo>
                    <a:pt x="17" y="8"/>
                  </a:lnTo>
                  <a:lnTo>
                    <a:pt x="21" y="14"/>
                  </a:lnTo>
                  <a:lnTo>
                    <a:pt x="22" y="16"/>
                  </a:lnTo>
                  <a:lnTo>
                    <a:pt x="21" y="18"/>
                  </a:lnTo>
                  <a:lnTo>
                    <a:pt x="22" y="19"/>
                  </a:lnTo>
                  <a:lnTo>
                    <a:pt x="25" y="22"/>
                  </a:lnTo>
                  <a:lnTo>
                    <a:pt x="27" y="27"/>
                  </a:lnTo>
                  <a:lnTo>
                    <a:pt x="33" y="37"/>
                  </a:lnTo>
                  <a:lnTo>
                    <a:pt x="34" y="40"/>
                  </a:lnTo>
                  <a:lnTo>
                    <a:pt x="33" y="46"/>
                  </a:lnTo>
                  <a:lnTo>
                    <a:pt x="30" y="50"/>
                  </a:lnTo>
                  <a:lnTo>
                    <a:pt x="27" y="53"/>
                  </a:lnTo>
                  <a:lnTo>
                    <a:pt x="24" y="56"/>
                  </a:lnTo>
                  <a:lnTo>
                    <a:pt x="18" y="58"/>
                  </a:lnTo>
                  <a:lnTo>
                    <a:pt x="14" y="5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1" name="Freeform 40">
              <a:extLst>
                <a:ext uri="{FF2B5EF4-FFF2-40B4-BE49-F238E27FC236}">
                  <a16:creationId xmlns:a16="http://schemas.microsoft.com/office/drawing/2014/main" id="{8377D29F-D226-D59A-C37A-535BD55F73AD}"/>
                </a:ext>
              </a:extLst>
            </p:cNvPr>
            <p:cNvSpPr>
              <a:spLocks/>
            </p:cNvSpPr>
            <p:nvPr/>
          </p:nvSpPr>
          <p:spPr bwMode="gray">
            <a:xfrm>
              <a:off x="5470224" y="3604941"/>
              <a:ext cx="168119" cy="192137"/>
            </a:xfrm>
            <a:custGeom>
              <a:avLst/>
              <a:gdLst>
                <a:gd name="T0" fmla="*/ 58 w 98"/>
                <a:gd name="T1" fmla="*/ 97 h 112"/>
                <a:gd name="T2" fmla="*/ 53 w 98"/>
                <a:gd name="T3" fmla="*/ 98 h 112"/>
                <a:gd name="T4" fmla="*/ 44 w 98"/>
                <a:gd name="T5" fmla="*/ 97 h 112"/>
                <a:gd name="T6" fmla="*/ 38 w 98"/>
                <a:gd name="T7" fmla="*/ 105 h 112"/>
                <a:gd name="T8" fmla="*/ 34 w 98"/>
                <a:gd name="T9" fmla="*/ 109 h 112"/>
                <a:gd name="T10" fmla="*/ 29 w 98"/>
                <a:gd name="T11" fmla="*/ 110 h 112"/>
                <a:gd name="T12" fmla="*/ 25 w 98"/>
                <a:gd name="T13" fmla="*/ 107 h 112"/>
                <a:gd name="T14" fmla="*/ 17 w 98"/>
                <a:gd name="T15" fmla="*/ 112 h 112"/>
                <a:gd name="T16" fmla="*/ 14 w 98"/>
                <a:gd name="T17" fmla="*/ 107 h 112"/>
                <a:gd name="T18" fmla="*/ 9 w 98"/>
                <a:gd name="T19" fmla="*/ 99 h 112"/>
                <a:gd name="T20" fmla="*/ 12 w 98"/>
                <a:gd name="T21" fmla="*/ 93 h 112"/>
                <a:gd name="T22" fmla="*/ 18 w 98"/>
                <a:gd name="T23" fmla="*/ 89 h 112"/>
                <a:gd name="T24" fmla="*/ 16 w 98"/>
                <a:gd name="T25" fmla="*/ 78 h 112"/>
                <a:gd name="T26" fmla="*/ 16 w 98"/>
                <a:gd name="T27" fmla="*/ 72 h 112"/>
                <a:gd name="T28" fmla="*/ 11 w 98"/>
                <a:gd name="T29" fmla="*/ 70 h 112"/>
                <a:gd name="T30" fmla="*/ 6 w 98"/>
                <a:gd name="T31" fmla="*/ 71 h 112"/>
                <a:gd name="T32" fmla="*/ 1 w 98"/>
                <a:gd name="T33" fmla="*/ 67 h 112"/>
                <a:gd name="T34" fmla="*/ 2 w 98"/>
                <a:gd name="T35" fmla="*/ 60 h 112"/>
                <a:gd name="T36" fmla="*/ 9 w 98"/>
                <a:gd name="T37" fmla="*/ 53 h 112"/>
                <a:gd name="T38" fmla="*/ 27 w 98"/>
                <a:gd name="T39" fmla="*/ 43 h 112"/>
                <a:gd name="T40" fmla="*/ 36 w 98"/>
                <a:gd name="T41" fmla="*/ 28 h 112"/>
                <a:gd name="T42" fmla="*/ 42 w 98"/>
                <a:gd name="T43" fmla="*/ 27 h 112"/>
                <a:gd name="T44" fmla="*/ 47 w 98"/>
                <a:gd name="T45" fmla="*/ 33 h 112"/>
                <a:gd name="T46" fmla="*/ 58 w 98"/>
                <a:gd name="T47" fmla="*/ 34 h 112"/>
                <a:gd name="T48" fmla="*/ 61 w 98"/>
                <a:gd name="T49" fmla="*/ 31 h 112"/>
                <a:gd name="T50" fmla="*/ 58 w 98"/>
                <a:gd name="T51" fmla="*/ 20 h 112"/>
                <a:gd name="T52" fmla="*/ 62 w 98"/>
                <a:gd name="T53" fmla="*/ 18 h 112"/>
                <a:gd name="T54" fmla="*/ 68 w 98"/>
                <a:gd name="T55" fmla="*/ 19 h 112"/>
                <a:gd name="T56" fmla="*/ 76 w 98"/>
                <a:gd name="T57" fmla="*/ 17 h 112"/>
                <a:gd name="T58" fmla="*/ 85 w 98"/>
                <a:gd name="T59" fmla="*/ 5 h 112"/>
                <a:gd name="T60" fmla="*/ 89 w 98"/>
                <a:gd name="T61" fmla="*/ 1 h 112"/>
                <a:gd name="T62" fmla="*/ 95 w 98"/>
                <a:gd name="T63" fmla="*/ 7 h 112"/>
                <a:gd name="T64" fmla="*/ 98 w 98"/>
                <a:gd name="T65" fmla="*/ 15 h 112"/>
                <a:gd name="T66" fmla="*/ 86 w 98"/>
                <a:gd name="T67" fmla="*/ 28 h 112"/>
                <a:gd name="T68" fmla="*/ 86 w 98"/>
                <a:gd name="T69" fmla="*/ 36 h 112"/>
                <a:gd name="T70" fmla="*/ 83 w 98"/>
                <a:gd name="T71" fmla="*/ 48 h 112"/>
                <a:gd name="T72" fmla="*/ 76 w 98"/>
                <a:gd name="T73" fmla="*/ 51 h 112"/>
                <a:gd name="T74" fmla="*/ 67 w 98"/>
                <a:gd name="T75" fmla="*/ 61 h 112"/>
                <a:gd name="T76" fmla="*/ 59 w 98"/>
                <a:gd name="T77" fmla="*/ 63 h 112"/>
                <a:gd name="T78" fmla="*/ 53 w 98"/>
                <a:gd name="T79" fmla="*/ 67 h 112"/>
                <a:gd name="T80" fmla="*/ 49 w 98"/>
                <a:gd name="T81" fmla="*/ 78 h 112"/>
                <a:gd name="T82" fmla="*/ 59 w 98"/>
                <a:gd name="T83" fmla="*/ 88 h 112"/>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98"/>
                <a:gd name="T127" fmla="*/ 0 h 112"/>
                <a:gd name="T128" fmla="*/ 98 w 98"/>
                <a:gd name="T129" fmla="*/ 112 h 112"/>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98" h="112">
                  <a:moveTo>
                    <a:pt x="62" y="92"/>
                  </a:moveTo>
                  <a:lnTo>
                    <a:pt x="58" y="97"/>
                  </a:lnTo>
                  <a:lnTo>
                    <a:pt x="56" y="99"/>
                  </a:lnTo>
                  <a:lnTo>
                    <a:pt x="53" y="98"/>
                  </a:lnTo>
                  <a:lnTo>
                    <a:pt x="48" y="97"/>
                  </a:lnTo>
                  <a:lnTo>
                    <a:pt x="44" y="97"/>
                  </a:lnTo>
                  <a:lnTo>
                    <a:pt x="42" y="98"/>
                  </a:lnTo>
                  <a:lnTo>
                    <a:pt x="38" y="105"/>
                  </a:lnTo>
                  <a:lnTo>
                    <a:pt x="36" y="108"/>
                  </a:lnTo>
                  <a:lnTo>
                    <a:pt x="34" y="109"/>
                  </a:lnTo>
                  <a:lnTo>
                    <a:pt x="32" y="107"/>
                  </a:lnTo>
                  <a:lnTo>
                    <a:pt x="29" y="110"/>
                  </a:lnTo>
                  <a:lnTo>
                    <a:pt x="27" y="112"/>
                  </a:lnTo>
                  <a:lnTo>
                    <a:pt x="25" y="107"/>
                  </a:lnTo>
                  <a:lnTo>
                    <a:pt x="22" y="106"/>
                  </a:lnTo>
                  <a:lnTo>
                    <a:pt x="17" y="112"/>
                  </a:lnTo>
                  <a:lnTo>
                    <a:pt x="16" y="109"/>
                  </a:lnTo>
                  <a:lnTo>
                    <a:pt x="14" y="107"/>
                  </a:lnTo>
                  <a:lnTo>
                    <a:pt x="10" y="103"/>
                  </a:lnTo>
                  <a:lnTo>
                    <a:pt x="9" y="99"/>
                  </a:lnTo>
                  <a:lnTo>
                    <a:pt x="9" y="96"/>
                  </a:lnTo>
                  <a:lnTo>
                    <a:pt x="12" y="93"/>
                  </a:lnTo>
                  <a:lnTo>
                    <a:pt x="17" y="91"/>
                  </a:lnTo>
                  <a:lnTo>
                    <a:pt x="18" y="89"/>
                  </a:lnTo>
                  <a:lnTo>
                    <a:pt x="13" y="86"/>
                  </a:lnTo>
                  <a:lnTo>
                    <a:pt x="16" y="78"/>
                  </a:lnTo>
                  <a:lnTo>
                    <a:pt x="18" y="75"/>
                  </a:lnTo>
                  <a:lnTo>
                    <a:pt x="16" y="72"/>
                  </a:lnTo>
                  <a:lnTo>
                    <a:pt x="12" y="70"/>
                  </a:lnTo>
                  <a:lnTo>
                    <a:pt x="11" y="70"/>
                  </a:lnTo>
                  <a:lnTo>
                    <a:pt x="8" y="70"/>
                  </a:lnTo>
                  <a:lnTo>
                    <a:pt x="6" y="71"/>
                  </a:lnTo>
                  <a:lnTo>
                    <a:pt x="4" y="71"/>
                  </a:lnTo>
                  <a:lnTo>
                    <a:pt x="1" y="67"/>
                  </a:lnTo>
                  <a:lnTo>
                    <a:pt x="0" y="65"/>
                  </a:lnTo>
                  <a:lnTo>
                    <a:pt x="2" y="60"/>
                  </a:lnTo>
                  <a:lnTo>
                    <a:pt x="5" y="56"/>
                  </a:lnTo>
                  <a:lnTo>
                    <a:pt x="9" y="53"/>
                  </a:lnTo>
                  <a:lnTo>
                    <a:pt x="20" y="48"/>
                  </a:lnTo>
                  <a:lnTo>
                    <a:pt x="27" y="43"/>
                  </a:lnTo>
                  <a:lnTo>
                    <a:pt x="31" y="37"/>
                  </a:lnTo>
                  <a:lnTo>
                    <a:pt x="36" y="28"/>
                  </a:lnTo>
                  <a:lnTo>
                    <a:pt x="39" y="27"/>
                  </a:lnTo>
                  <a:lnTo>
                    <a:pt x="42" y="27"/>
                  </a:lnTo>
                  <a:lnTo>
                    <a:pt x="44" y="30"/>
                  </a:lnTo>
                  <a:lnTo>
                    <a:pt x="47" y="33"/>
                  </a:lnTo>
                  <a:lnTo>
                    <a:pt x="51" y="34"/>
                  </a:lnTo>
                  <a:lnTo>
                    <a:pt x="58" y="34"/>
                  </a:lnTo>
                  <a:lnTo>
                    <a:pt x="61" y="32"/>
                  </a:lnTo>
                  <a:lnTo>
                    <a:pt x="61" y="31"/>
                  </a:lnTo>
                  <a:lnTo>
                    <a:pt x="57" y="24"/>
                  </a:lnTo>
                  <a:lnTo>
                    <a:pt x="58" y="20"/>
                  </a:lnTo>
                  <a:lnTo>
                    <a:pt x="60" y="19"/>
                  </a:lnTo>
                  <a:lnTo>
                    <a:pt x="62" y="18"/>
                  </a:lnTo>
                  <a:lnTo>
                    <a:pt x="65" y="19"/>
                  </a:lnTo>
                  <a:lnTo>
                    <a:pt x="68" y="19"/>
                  </a:lnTo>
                  <a:lnTo>
                    <a:pt x="72" y="19"/>
                  </a:lnTo>
                  <a:lnTo>
                    <a:pt x="76" y="17"/>
                  </a:lnTo>
                  <a:lnTo>
                    <a:pt x="83" y="12"/>
                  </a:lnTo>
                  <a:lnTo>
                    <a:pt x="85" y="5"/>
                  </a:lnTo>
                  <a:lnTo>
                    <a:pt x="87" y="2"/>
                  </a:lnTo>
                  <a:lnTo>
                    <a:pt x="89" y="1"/>
                  </a:lnTo>
                  <a:lnTo>
                    <a:pt x="91" y="0"/>
                  </a:lnTo>
                  <a:lnTo>
                    <a:pt x="95" y="7"/>
                  </a:lnTo>
                  <a:lnTo>
                    <a:pt x="97" y="11"/>
                  </a:lnTo>
                  <a:lnTo>
                    <a:pt x="98" y="15"/>
                  </a:lnTo>
                  <a:lnTo>
                    <a:pt x="88" y="23"/>
                  </a:lnTo>
                  <a:lnTo>
                    <a:pt x="86" y="28"/>
                  </a:lnTo>
                  <a:lnTo>
                    <a:pt x="85" y="32"/>
                  </a:lnTo>
                  <a:lnTo>
                    <a:pt x="86" y="36"/>
                  </a:lnTo>
                  <a:lnTo>
                    <a:pt x="85" y="40"/>
                  </a:lnTo>
                  <a:lnTo>
                    <a:pt x="83" y="48"/>
                  </a:lnTo>
                  <a:lnTo>
                    <a:pt x="78" y="49"/>
                  </a:lnTo>
                  <a:lnTo>
                    <a:pt x="76" y="51"/>
                  </a:lnTo>
                  <a:lnTo>
                    <a:pt x="73" y="55"/>
                  </a:lnTo>
                  <a:lnTo>
                    <a:pt x="67" y="61"/>
                  </a:lnTo>
                  <a:lnTo>
                    <a:pt x="64" y="63"/>
                  </a:lnTo>
                  <a:lnTo>
                    <a:pt x="59" y="63"/>
                  </a:lnTo>
                  <a:lnTo>
                    <a:pt x="55" y="64"/>
                  </a:lnTo>
                  <a:lnTo>
                    <a:pt x="53" y="67"/>
                  </a:lnTo>
                  <a:lnTo>
                    <a:pt x="51" y="70"/>
                  </a:lnTo>
                  <a:lnTo>
                    <a:pt x="49" y="78"/>
                  </a:lnTo>
                  <a:lnTo>
                    <a:pt x="51" y="81"/>
                  </a:lnTo>
                  <a:lnTo>
                    <a:pt x="59" y="88"/>
                  </a:lnTo>
                  <a:lnTo>
                    <a:pt x="62" y="9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2" name="Freeform 41">
              <a:extLst>
                <a:ext uri="{FF2B5EF4-FFF2-40B4-BE49-F238E27FC236}">
                  <a16:creationId xmlns:a16="http://schemas.microsoft.com/office/drawing/2014/main" id="{EA5DF659-77EB-1B6B-AF2F-7F5E6DF67155}"/>
                </a:ext>
              </a:extLst>
            </p:cNvPr>
            <p:cNvSpPr>
              <a:spLocks/>
            </p:cNvSpPr>
            <p:nvPr/>
          </p:nvSpPr>
          <p:spPr bwMode="gray">
            <a:xfrm>
              <a:off x="5470224" y="3604941"/>
              <a:ext cx="168119" cy="192137"/>
            </a:xfrm>
            <a:custGeom>
              <a:avLst/>
              <a:gdLst>
                <a:gd name="T0" fmla="*/ 58 w 98"/>
                <a:gd name="T1" fmla="*/ 97 h 112"/>
                <a:gd name="T2" fmla="*/ 53 w 98"/>
                <a:gd name="T3" fmla="*/ 98 h 112"/>
                <a:gd name="T4" fmla="*/ 44 w 98"/>
                <a:gd name="T5" fmla="*/ 97 h 112"/>
                <a:gd name="T6" fmla="*/ 38 w 98"/>
                <a:gd name="T7" fmla="*/ 105 h 112"/>
                <a:gd name="T8" fmla="*/ 34 w 98"/>
                <a:gd name="T9" fmla="*/ 109 h 112"/>
                <a:gd name="T10" fmla="*/ 29 w 98"/>
                <a:gd name="T11" fmla="*/ 110 h 112"/>
                <a:gd name="T12" fmla="*/ 25 w 98"/>
                <a:gd name="T13" fmla="*/ 107 h 112"/>
                <a:gd name="T14" fmla="*/ 17 w 98"/>
                <a:gd name="T15" fmla="*/ 112 h 112"/>
                <a:gd name="T16" fmla="*/ 14 w 98"/>
                <a:gd name="T17" fmla="*/ 107 h 112"/>
                <a:gd name="T18" fmla="*/ 9 w 98"/>
                <a:gd name="T19" fmla="*/ 99 h 112"/>
                <a:gd name="T20" fmla="*/ 12 w 98"/>
                <a:gd name="T21" fmla="*/ 93 h 112"/>
                <a:gd name="T22" fmla="*/ 18 w 98"/>
                <a:gd name="T23" fmla="*/ 89 h 112"/>
                <a:gd name="T24" fmla="*/ 16 w 98"/>
                <a:gd name="T25" fmla="*/ 78 h 112"/>
                <a:gd name="T26" fmla="*/ 16 w 98"/>
                <a:gd name="T27" fmla="*/ 72 h 112"/>
                <a:gd name="T28" fmla="*/ 11 w 98"/>
                <a:gd name="T29" fmla="*/ 70 h 112"/>
                <a:gd name="T30" fmla="*/ 6 w 98"/>
                <a:gd name="T31" fmla="*/ 71 h 112"/>
                <a:gd name="T32" fmla="*/ 1 w 98"/>
                <a:gd name="T33" fmla="*/ 67 h 112"/>
                <a:gd name="T34" fmla="*/ 2 w 98"/>
                <a:gd name="T35" fmla="*/ 60 h 112"/>
                <a:gd name="T36" fmla="*/ 9 w 98"/>
                <a:gd name="T37" fmla="*/ 53 h 112"/>
                <a:gd name="T38" fmla="*/ 27 w 98"/>
                <a:gd name="T39" fmla="*/ 43 h 112"/>
                <a:gd name="T40" fmla="*/ 36 w 98"/>
                <a:gd name="T41" fmla="*/ 28 h 112"/>
                <a:gd name="T42" fmla="*/ 42 w 98"/>
                <a:gd name="T43" fmla="*/ 27 h 112"/>
                <a:gd name="T44" fmla="*/ 47 w 98"/>
                <a:gd name="T45" fmla="*/ 33 h 112"/>
                <a:gd name="T46" fmla="*/ 58 w 98"/>
                <a:gd name="T47" fmla="*/ 34 h 112"/>
                <a:gd name="T48" fmla="*/ 61 w 98"/>
                <a:gd name="T49" fmla="*/ 31 h 112"/>
                <a:gd name="T50" fmla="*/ 58 w 98"/>
                <a:gd name="T51" fmla="*/ 20 h 112"/>
                <a:gd name="T52" fmla="*/ 62 w 98"/>
                <a:gd name="T53" fmla="*/ 18 h 112"/>
                <a:gd name="T54" fmla="*/ 68 w 98"/>
                <a:gd name="T55" fmla="*/ 19 h 112"/>
                <a:gd name="T56" fmla="*/ 76 w 98"/>
                <a:gd name="T57" fmla="*/ 17 h 112"/>
                <a:gd name="T58" fmla="*/ 85 w 98"/>
                <a:gd name="T59" fmla="*/ 5 h 112"/>
                <a:gd name="T60" fmla="*/ 89 w 98"/>
                <a:gd name="T61" fmla="*/ 1 h 112"/>
                <a:gd name="T62" fmla="*/ 95 w 98"/>
                <a:gd name="T63" fmla="*/ 7 h 112"/>
                <a:gd name="T64" fmla="*/ 98 w 98"/>
                <a:gd name="T65" fmla="*/ 15 h 112"/>
                <a:gd name="T66" fmla="*/ 86 w 98"/>
                <a:gd name="T67" fmla="*/ 28 h 112"/>
                <a:gd name="T68" fmla="*/ 86 w 98"/>
                <a:gd name="T69" fmla="*/ 36 h 112"/>
                <a:gd name="T70" fmla="*/ 83 w 98"/>
                <a:gd name="T71" fmla="*/ 48 h 112"/>
                <a:gd name="T72" fmla="*/ 76 w 98"/>
                <a:gd name="T73" fmla="*/ 51 h 112"/>
                <a:gd name="T74" fmla="*/ 67 w 98"/>
                <a:gd name="T75" fmla="*/ 61 h 112"/>
                <a:gd name="T76" fmla="*/ 59 w 98"/>
                <a:gd name="T77" fmla="*/ 63 h 112"/>
                <a:gd name="T78" fmla="*/ 53 w 98"/>
                <a:gd name="T79" fmla="*/ 67 h 112"/>
                <a:gd name="T80" fmla="*/ 49 w 98"/>
                <a:gd name="T81" fmla="*/ 78 h 112"/>
                <a:gd name="T82" fmla="*/ 59 w 98"/>
                <a:gd name="T83" fmla="*/ 88 h 112"/>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98"/>
                <a:gd name="T127" fmla="*/ 0 h 112"/>
                <a:gd name="T128" fmla="*/ 98 w 98"/>
                <a:gd name="T129" fmla="*/ 112 h 112"/>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98" h="112">
                  <a:moveTo>
                    <a:pt x="62" y="92"/>
                  </a:moveTo>
                  <a:lnTo>
                    <a:pt x="58" y="97"/>
                  </a:lnTo>
                  <a:lnTo>
                    <a:pt x="56" y="99"/>
                  </a:lnTo>
                  <a:lnTo>
                    <a:pt x="53" y="98"/>
                  </a:lnTo>
                  <a:lnTo>
                    <a:pt x="48" y="97"/>
                  </a:lnTo>
                  <a:lnTo>
                    <a:pt x="44" y="97"/>
                  </a:lnTo>
                  <a:lnTo>
                    <a:pt x="42" y="98"/>
                  </a:lnTo>
                  <a:lnTo>
                    <a:pt x="38" y="105"/>
                  </a:lnTo>
                  <a:lnTo>
                    <a:pt x="36" y="108"/>
                  </a:lnTo>
                  <a:lnTo>
                    <a:pt x="34" y="109"/>
                  </a:lnTo>
                  <a:lnTo>
                    <a:pt x="32" y="107"/>
                  </a:lnTo>
                  <a:lnTo>
                    <a:pt x="29" y="110"/>
                  </a:lnTo>
                  <a:lnTo>
                    <a:pt x="27" y="112"/>
                  </a:lnTo>
                  <a:lnTo>
                    <a:pt x="25" y="107"/>
                  </a:lnTo>
                  <a:lnTo>
                    <a:pt x="22" y="106"/>
                  </a:lnTo>
                  <a:lnTo>
                    <a:pt x="17" y="112"/>
                  </a:lnTo>
                  <a:lnTo>
                    <a:pt x="16" y="109"/>
                  </a:lnTo>
                  <a:lnTo>
                    <a:pt x="14" y="107"/>
                  </a:lnTo>
                  <a:lnTo>
                    <a:pt x="10" y="103"/>
                  </a:lnTo>
                  <a:lnTo>
                    <a:pt x="9" y="99"/>
                  </a:lnTo>
                  <a:lnTo>
                    <a:pt x="9" y="96"/>
                  </a:lnTo>
                  <a:lnTo>
                    <a:pt x="12" y="93"/>
                  </a:lnTo>
                  <a:lnTo>
                    <a:pt x="17" y="91"/>
                  </a:lnTo>
                  <a:lnTo>
                    <a:pt x="18" y="89"/>
                  </a:lnTo>
                  <a:lnTo>
                    <a:pt x="13" y="86"/>
                  </a:lnTo>
                  <a:lnTo>
                    <a:pt x="16" y="78"/>
                  </a:lnTo>
                  <a:lnTo>
                    <a:pt x="18" y="75"/>
                  </a:lnTo>
                  <a:lnTo>
                    <a:pt x="16" y="72"/>
                  </a:lnTo>
                  <a:lnTo>
                    <a:pt x="12" y="70"/>
                  </a:lnTo>
                  <a:lnTo>
                    <a:pt x="11" y="70"/>
                  </a:lnTo>
                  <a:lnTo>
                    <a:pt x="8" y="70"/>
                  </a:lnTo>
                  <a:lnTo>
                    <a:pt x="6" y="71"/>
                  </a:lnTo>
                  <a:lnTo>
                    <a:pt x="4" y="71"/>
                  </a:lnTo>
                  <a:lnTo>
                    <a:pt x="1" y="67"/>
                  </a:lnTo>
                  <a:lnTo>
                    <a:pt x="0" y="65"/>
                  </a:lnTo>
                  <a:lnTo>
                    <a:pt x="2" y="60"/>
                  </a:lnTo>
                  <a:lnTo>
                    <a:pt x="5" y="56"/>
                  </a:lnTo>
                  <a:lnTo>
                    <a:pt x="9" y="53"/>
                  </a:lnTo>
                  <a:lnTo>
                    <a:pt x="20" y="48"/>
                  </a:lnTo>
                  <a:lnTo>
                    <a:pt x="27" y="43"/>
                  </a:lnTo>
                  <a:lnTo>
                    <a:pt x="31" y="37"/>
                  </a:lnTo>
                  <a:lnTo>
                    <a:pt x="36" y="28"/>
                  </a:lnTo>
                  <a:lnTo>
                    <a:pt x="39" y="27"/>
                  </a:lnTo>
                  <a:lnTo>
                    <a:pt x="42" y="27"/>
                  </a:lnTo>
                  <a:lnTo>
                    <a:pt x="44" y="30"/>
                  </a:lnTo>
                  <a:lnTo>
                    <a:pt x="47" y="33"/>
                  </a:lnTo>
                  <a:lnTo>
                    <a:pt x="51" y="34"/>
                  </a:lnTo>
                  <a:lnTo>
                    <a:pt x="58" y="34"/>
                  </a:lnTo>
                  <a:lnTo>
                    <a:pt x="61" y="32"/>
                  </a:lnTo>
                  <a:lnTo>
                    <a:pt x="61" y="31"/>
                  </a:lnTo>
                  <a:lnTo>
                    <a:pt x="57" y="24"/>
                  </a:lnTo>
                  <a:lnTo>
                    <a:pt x="58" y="20"/>
                  </a:lnTo>
                  <a:lnTo>
                    <a:pt x="60" y="19"/>
                  </a:lnTo>
                  <a:lnTo>
                    <a:pt x="62" y="18"/>
                  </a:lnTo>
                  <a:lnTo>
                    <a:pt x="65" y="19"/>
                  </a:lnTo>
                  <a:lnTo>
                    <a:pt x="68" y="19"/>
                  </a:lnTo>
                  <a:lnTo>
                    <a:pt x="72" y="19"/>
                  </a:lnTo>
                  <a:lnTo>
                    <a:pt x="76" y="17"/>
                  </a:lnTo>
                  <a:lnTo>
                    <a:pt x="83" y="12"/>
                  </a:lnTo>
                  <a:lnTo>
                    <a:pt x="85" y="5"/>
                  </a:lnTo>
                  <a:lnTo>
                    <a:pt x="87" y="2"/>
                  </a:lnTo>
                  <a:lnTo>
                    <a:pt x="89" y="1"/>
                  </a:lnTo>
                  <a:lnTo>
                    <a:pt x="91" y="0"/>
                  </a:lnTo>
                  <a:lnTo>
                    <a:pt x="95" y="7"/>
                  </a:lnTo>
                  <a:lnTo>
                    <a:pt x="97" y="11"/>
                  </a:lnTo>
                  <a:lnTo>
                    <a:pt x="98" y="15"/>
                  </a:lnTo>
                  <a:lnTo>
                    <a:pt x="88" y="23"/>
                  </a:lnTo>
                  <a:lnTo>
                    <a:pt x="86" y="28"/>
                  </a:lnTo>
                  <a:lnTo>
                    <a:pt x="85" y="32"/>
                  </a:lnTo>
                  <a:lnTo>
                    <a:pt x="86" y="36"/>
                  </a:lnTo>
                  <a:lnTo>
                    <a:pt x="85" y="40"/>
                  </a:lnTo>
                  <a:lnTo>
                    <a:pt x="83" y="48"/>
                  </a:lnTo>
                  <a:lnTo>
                    <a:pt x="78" y="49"/>
                  </a:lnTo>
                  <a:lnTo>
                    <a:pt x="76" y="51"/>
                  </a:lnTo>
                  <a:lnTo>
                    <a:pt x="73" y="55"/>
                  </a:lnTo>
                  <a:lnTo>
                    <a:pt x="67" y="61"/>
                  </a:lnTo>
                  <a:lnTo>
                    <a:pt x="64" y="63"/>
                  </a:lnTo>
                  <a:lnTo>
                    <a:pt x="59" y="63"/>
                  </a:lnTo>
                  <a:lnTo>
                    <a:pt x="55" y="64"/>
                  </a:lnTo>
                  <a:lnTo>
                    <a:pt x="53" y="67"/>
                  </a:lnTo>
                  <a:lnTo>
                    <a:pt x="51" y="70"/>
                  </a:lnTo>
                  <a:lnTo>
                    <a:pt x="49" y="78"/>
                  </a:lnTo>
                  <a:lnTo>
                    <a:pt x="51" y="81"/>
                  </a:lnTo>
                  <a:lnTo>
                    <a:pt x="59" y="88"/>
                  </a:lnTo>
                  <a:lnTo>
                    <a:pt x="62" y="9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3" name="Freeform 42">
              <a:extLst>
                <a:ext uri="{FF2B5EF4-FFF2-40B4-BE49-F238E27FC236}">
                  <a16:creationId xmlns:a16="http://schemas.microsoft.com/office/drawing/2014/main" id="{E2E1CD04-B08D-9206-4E68-93078B8AF7F6}"/>
                </a:ext>
              </a:extLst>
            </p:cNvPr>
            <p:cNvSpPr>
              <a:spLocks/>
            </p:cNvSpPr>
            <p:nvPr/>
          </p:nvSpPr>
          <p:spPr bwMode="gray">
            <a:xfrm>
              <a:off x="4612472" y="4086997"/>
              <a:ext cx="238455" cy="521513"/>
            </a:xfrm>
            <a:custGeom>
              <a:avLst/>
              <a:gdLst>
                <a:gd name="T0" fmla="*/ 14 w 139"/>
                <a:gd name="T1" fmla="*/ 111 h 304"/>
                <a:gd name="T2" fmla="*/ 16 w 139"/>
                <a:gd name="T3" fmla="*/ 94 h 304"/>
                <a:gd name="T4" fmla="*/ 20 w 139"/>
                <a:gd name="T5" fmla="*/ 76 h 304"/>
                <a:gd name="T6" fmla="*/ 32 w 139"/>
                <a:gd name="T7" fmla="*/ 78 h 304"/>
                <a:gd name="T8" fmla="*/ 39 w 139"/>
                <a:gd name="T9" fmla="*/ 54 h 304"/>
                <a:gd name="T10" fmla="*/ 48 w 139"/>
                <a:gd name="T11" fmla="*/ 33 h 304"/>
                <a:gd name="T12" fmla="*/ 69 w 139"/>
                <a:gd name="T13" fmla="*/ 22 h 304"/>
                <a:gd name="T14" fmla="*/ 76 w 139"/>
                <a:gd name="T15" fmla="*/ 15 h 304"/>
                <a:gd name="T16" fmla="*/ 82 w 139"/>
                <a:gd name="T17" fmla="*/ 4 h 304"/>
                <a:gd name="T18" fmla="*/ 92 w 139"/>
                <a:gd name="T19" fmla="*/ 6 h 304"/>
                <a:gd name="T20" fmla="*/ 101 w 139"/>
                <a:gd name="T21" fmla="*/ 16 h 304"/>
                <a:gd name="T22" fmla="*/ 101 w 139"/>
                <a:gd name="T23" fmla="*/ 43 h 304"/>
                <a:gd name="T24" fmla="*/ 88 w 139"/>
                <a:gd name="T25" fmla="*/ 57 h 304"/>
                <a:gd name="T26" fmla="*/ 85 w 139"/>
                <a:gd name="T27" fmla="*/ 77 h 304"/>
                <a:gd name="T28" fmla="*/ 94 w 139"/>
                <a:gd name="T29" fmla="*/ 75 h 304"/>
                <a:gd name="T30" fmla="*/ 106 w 139"/>
                <a:gd name="T31" fmla="*/ 89 h 304"/>
                <a:gd name="T32" fmla="*/ 115 w 139"/>
                <a:gd name="T33" fmla="*/ 94 h 304"/>
                <a:gd name="T34" fmla="*/ 116 w 139"/>
                <a:gd name="T35" fmla="*/ 109 h 304"/>
                <a:gd name="T36" fmla="*/ 126 w 139"/>
                <a:gd name="T37" fmla="*/ 119 h 304"/>
                <a:gd name="T38" fmla="*/ 138 w 139"/>
                <a:gd name="T39" fmla="*/ 119 h 304"/>
                <a:gd name="T40" fmla="*/ 129 w 139"/>
                <a:gd name="T41" fmla="*/ 132 h 304"/>
                <a:gd name="T42" fmla="*/ 121 w 139"/>
                <a:gd name="T43" fmla="*/ 138 h 304"/>
                <a:gd name="T44" fmla="*/ 107 w 139"/>
                <a:gd name="T45" fmla="*/ 147 h 304"/>
                <a:gd name="T46" fmla="*/ 89 w 139"/>
                <a:gd name="T47" fmla="*/ 152 h 304"/>
                <a:gd name="T48" fmla="*/ 88 w 139"/>
                <a:gd name="T49" fmla="*/ 167 h 304"/>
                <a:gd name="T50" fmla="*/ 87 w 139"/>
                <a:gd name="T51" fmla="*/ 177 h 304"/>
                <a:gd name="T52" fmla="*/ 98 w 139"/>
                <a:gd name="T53" fmla="*/ 192 h 304"/>
                <a:gd name="T54" fmla="*/ 103 w 139"/>
                <a:gd name="T55" fmla="*/ 207 h 304"/>
                <a:gd name="T56" fmla="*/ 100 w 139"/>
                <a:gd name="T57" fmla="*/ 220 h 304"/>
                <a:gd name="T58" fmla="*/ 103 w 139"/>
                <a:gd name="T59" fmla="*/ 240 h 304"/>
                <a:gd name="T60" fmla="*/ 109 w 139"/>
                <a:gd name="T61" fmla="*/ 257 h 304"/>
                <a:gd name="T62" fmla="*/ 116 w 139"/>
                <a:gd name="T63" fmla="*/ 279 h 304"/>
                <a:gd name="T64" fmla="*/ 99 w 139"/>
                <a:gd name="T65" fmla="*/ 303 h 304"/>
                <a:gd name="T66" fmla="*/ 103 w 139"/>
                <a:gd name="T67" fmla="*/ 283 h 304"/>
                <a:gd name="T68" fmla="*/ 101 w 139"/>
                <a:gd name="T69" fmla="*/ 277 h 304"/>
                <a:gd name="T70" fmla="*/ 95 w 139"/>
                <a:gd name="T71" fmla="*/ 248 h 304"/>
                <a:gd name="T72" fmla="*/ 87 w 139"/>
                <a:gd name="T73" fmla="*/ 214 h 304"/>
                <a:gd name="T74" fmla="*/ 83 w 139"/>
                <a:gd name="T75" fmla="*/ 202 h 304"/>
                <a:gd name="T76" fmla="*/ 74 w 139"/>
                <a:gd name="T77" fmla="*/ 188 h 304"/>
                <a:gd name="T78" fmla="*/ 68 w 139"/>
                <a:gd name="T79" fmla="*/ 202 h 304"/>
                <a:gd name="T80" fmla="*/ 52 w 139"/>
                <a:gd name="T81" fmla="*/ 214 h 304"/>
                <a:gd name="T82" fmla="*/ 47 w 139"/>
                <a:gd name="T83" fmla="*/ 210 h 304"/>
                <a:gd name="T84" fmla="*/ 42 w 139"/>
                <a:gd name="T85" fmla="*/ 207 h 304"/>
                <a:gd name="T86" fmla="*/ 34 w 139"/>
                <a:gd name="T87" fmla="*/ 211 h 304"/>
                <a:gd name="T88" fmla="*/ 37 w 139"/>
                <a:gd name="T89" fmla="*/ 190 h 304"/>
                <a:gd name="T90" fmla="*/ 30 w 139"/>
                <a:gd name="T91" fmla="*/ 160 h 304"/>
                <a:gd name="T92" fmla="*/ 21 w 139"/>
                <a:gd name="T93" fmla="*/ 158 h 304"/>
                <a:gd name="T94" fmla="*/ 25 w 139"/>
                <a:gd name="T95" fmla="*/ 151 h 304"/>
                <a:gd name="T96" fmla="*/ 15 w 139"/>
                <a:gd name="T97" fmla="*/ 145 h 304"/>
                <a:gd name="T98" fmla="*/ 11 w 139"/>
                <a:gd name="T99" fmla="*/ 137 h 304"/>
                <a:gd name="T100" fmla="*/ 0 w 139"/>
                <a:gd name="T101" fmla="*/ 128 h 30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39"/>
                <a:gd name="T154" fmla="*/ 0 h 304"/>
                <a:gd name="T155" fmla="*/ 139 w 139"/>
                <a:gd name="T156" fmla="*/ 304 h 30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39" h="304">
                  <a:moveTo>
                    <a:pt x="6" y="109"/>
                  </a:moveTo>
                  <a:lnTo>
                    <a:pt x="10" y="110"/>
                  </a:lnTo>
                  <a:lnTo>
                    <a:pt x="12" y="112"/>
                  </a:lnTo>
                  <a:lnTo>
                    <a:pt x="14" y="111"/>
                  </a:lnTo>
                  <a:lnTo>
                    <a:pt x="16" y="108"/>
                  </a:lnTo>
                  <a:lnTo>
                    <a:pt x="16" y="102"/>
                  </a:lnTo>
                  <a:lnTo>
                    <a:pt x="15" y="96"/>
                  </a:lnTo>
                  <a:lnTo>
                    <a:pt x="16" y="94"/>
                  </a:lnTo>
                  <a:lnTo>
                    <a:pt x="19" y="93"/>
                  </a:lnTo>
                  <a:lnTo>
                    <a:pt x="21" y="90"/>
                  </a:lnTo>
                  <a:lnTo>
                    <a:pt x="20" y="78"/>
                  </a:lnTo>
                  <a:lnTo>
                    <a:pt x="20" y="76"/>
                  </a:lnTo>
                  <a:lnTo>
                    <a:pt x="26" y="78"/>
                  </a:lnTo>
                  <a:lnTo>
                    <a:pt x="29" y="79"/>
                  </a:lnTo>
                  <a:lnTo>
                    <a:pt x="31" y="79"/>
                  </a:lnTo>
                  <a:lnTo>
                    <a:pt x="32" y="78"/>
                  </a:lnTo>
                  <a:lnTo>
                    <a:pt x="40" y="61"/>
                  </a:lnTo>
                  <a:lnTo>
                    <a:pt x="40" y="58"/>
                  </a:lnTo>
                  <a:lnTo>
                    <a:pt x="39" y="55"/>
                  </a:lnTo>
                  <a:lnTo>
                    <a:pt x="39" y="54"/>
                  </a:lnTo>
                  <a:lnTo>
                    <a:pt x="46" y="45"/>
                  </a:lnTo>
                  <a:lnTo>
                    <a:pt x="47" y="42"/>
                  </a:lnTo>
                  <a:lnTo>
                    <a:pt x="46" y="36"/>
                  </a:lnTo>
                  <a:lnTo>
                    <a:pt x="48" y="33"/>
                  </a:lnTo>
                  <a:lnTo>
                    <a:pt x="58" y="26"/>
                  </a:lnTo>
                  <a:lnTo>
                    <a:pt x="63" y="22"/>
                  </a:lnTo>
                  <a:lnTo>
                    <a:pt x="65" y="21"/>
                  </a:lnTo>
                  <a:lnTo>
                    <a:pt x="69" y="22"/>
                  </a:lnTo>
                  <a:lnTo>
                    <a:pt x="75" y="24"/>
                  </a:lnTo>
                  <a:lnTo>
                    <a:pt x="77" y="23"/>
                  </a:lnTo>
                  <a:lnTo>
                    <a:pt x="76" y="17"/>
                  </a:lnTo>
                  <a:lnTo>
                    <a:pt x="76" y="15"/>
                  </a:lnTo>
                  <a:lnTo>
                    <a:pt x="81" y="10"/>
                  </a:lnTo>
                  <a:lnTo>
                    <a:pt x="81" y="9"/>
                  </a:lnTo>
                  <a:lnTo>
                    <a:pt x="82" y="5"/>
                  </a:lnTo>
                  <a:lnTo>
                    <a:pt x="82" y="4"/>
                  </a:lnTo>
                  <a:lnTo>
                    <a:pt x="84" y="1"/>
                  </a:lnTo>
                  <a:lnTo>
                    <a:pt x="86" y="0"/>
                  </a:lnTo>
                  <a:lnTo>
                    <a:pt x="89" y="3"/>
                  </a:lnTo>
                  <a:lnTo>
                    <a:pt x="92" y="6"/>
                  </a:lnTo>
                  <a:lnTo>
                    <a:pt x="94" y="13"/>
                  </a:lnTo>
                  <a:lnTo>
                    <a:pt x="95" y="16"/>
                  </a:lnTo>
                  <a:lnTo>
                    <a:pt x="97" y="16"/>
                  </a:lnTo>
                  <a:lnTo>
                    <a:pt x="101" y="16"/>
                  </a:lnTo>
                  <a:lnTo>
                    <a:pt x="102" y="17"/>
                  </a:lnTo>
                  <a:lnTo>
                    <a:pt x="103" y="30"/>
                  </a:lnTo>
                  <a:lnTo>
                    <a:pt x="103" y="37"/>
                  </a:lnTo>
                  <a:lnTo>
                    <a:pt x="101" y="43"/>
                  </a:lnTo>
                  <a:lnTo>
                    <a:pt x="98" y="49"/>
                  </a:lnTo>
                  <a:lnTo>
                    <a:pt x="93" y="53"/>
                  </a:lnTo>
                  <a:lnTo>
                    <a:pt x="90" y="55"/>
                  </a:lnTo>
                  <a:lnTo>
                    <a:pt x="88" y="57"/>
                  </a:lnTo>
                  <a:lnTo>
                    <a:pt x="84" y="64"/>
                  </a:lnTo>
                  <a:lnTo>
                    <a:pt x="85" y="67"/>
                  </a:lnTo>
                  <a:lnTo>
                    <a:pt x="86" y="72"/>
                  </a:lnTo>
                  <a:lnTo>
                    <a:pt x="85" y="77"/>
                  </a:lnTo>
                  <a:lnTo>
                    <a:pt x="85" y="79"/>
                  </a:lnTo>
                  <a:lnTo>
                    <a:pt x="86" y="80"/>
                  </a:lnTo>
                  <a:lnTo>
                    <a:pt x="88" y="79"/>
                  </a:lnTo>
                  <a:lnTo>
                    <a:pt x="94" y="75"/>
                  </a:lnTo>
                  <a:lnTo>
                    <a:pt x="99" y="75"/>
                  </a:lnTo>
                  <a:lnTo>
                    <a:pt x="103" y="75"/>
                  </a:lnTo>
                  <a:lnTo>
                    <a:pt x="104" y="76"/>
                  </a:lnTo>
                  <a:lnTo>
                    <a:pt x="106" y="89"/>
                  </a:lnTo>
                  <a:lnTo>
                    <a:pt x="107" y="92"/>
                  </a:lnTo>
                  <a:lnTo>
                    <a:pt x="111" y="91"/>
                  </a:lnTo>
                  <a:lnTo>
                    <a:pt x="115" y="92"/>
                  </a:lnTo>
                  <a:lnTo>
                    <a:pt x="115" y="94"/>
                  </a:lnTo>
                  <a:lnTo>
                    <a:pt x="110" y="106"/>
                  </a:lnTo>
                  <a:lnTo>
                    <a:pt x="111" y="109"/>
                  </a:lnTo>
                  <a:lnTo>
                    <a:pt x="112" y="109"/>
                  </a:lnTo>
                  <a:lnTo>
                    <a:pt x="116" y="109"/>
                  </a:lnTo>
                  <a:lnTo>
                    <a:pt x="119" y="109"/>
                  </a:lnTo>
                  <a:lnTo>
                    <a:pt x="121" y="112"/>
                  </a:lnTo>
                  <a:lnTo>
                    <a:pt x="124" y="117"/>
                  </a:lnTo>
                  <a:lnTo>
                    <a:pt x="126" y="119"/>
                  </a:lnTo>
                  <a:lnTo>
                    <a:pt x="128" y="120"/>
                  </a:lnTo>
                  <a:lnTo>
                    <a:pt x="133" y="119"/>
                  </a:lnTo>
                  <a:lnTo>
                    <a:pt x="137" y="116"/>
                  </a:lnTo>
                  <a:lnTo>
                    <a:pt x="138" y="119"/>
                  </a:lnTo>
                  <a:lnTo>
                    <a:pt x="139" y="120"/>
                  </a:lnTo>
                  <a:lnTo>
                    <a:pt x="135" y="123"/>
                  </a:lnTo>
                  <a:lnTo>
                    <a:pt x="132" y="128"/>
                  </a:lnTo>
                  <a:lnTo>
                    <a:pt x="129" y="132"/>
                  </a:lnTo>
                  <a:lnTo>
                    <a:pt x="124" y="135"/>
                  </a:lnTo>
                  <a:lnTo>
                    <a:pt x="123" y="137"/>
                  </a:lnTo>
                  <a:lnTo>
                    <a:pt x="122" y="138"/>
                  </a:lnTo>
                  <a:lnTo>
                    <a:pt x="121" y="138"/>
                  </a:lnTo>
                  <a:lnTo>
                    <a:pt x="117" y="139"/>
                  </a:lnTo>
                  <a:lnTo>
                    <a:pt x="114" y="140"/>
                  </a:lnTo>
                  <a:lnTo>
                    <a:pt x="110" y="143"/>
                  </a:lnTo>
                  <a:lnTo>
                    <a:pt x="107" y="147"/>
                  </a:lnTo>
                  <a:lnTo>
                    <a:pt x="100" y="149"/>
                  </a:lnTo>
                  <a:lnTo>
                    <a:pt x="95" y="149"/>
                  </a:lnTo>
                  <a:lnTo>
                    <a:pt x="92" y="149"/>
                  </a:lnTo>
                  <a:lnTo>
                    <a:pt x="89" y="152"/>
                  </a:lnTo>
                  <a:lnTo>
                    <a:pt x="88" y="155"/>
                  </a:lnTo>
                  <a:lnTo>
                    <a:pt x="88" y="161"/>
                  </a:lnTo>
                  <a:lnTo>
                    <a:pt x="88" y="164"/>
                  </a:lnTo>
                  <a:lnTo>
                    <a:pt x="88" y="167"/>
                  </a:lnTo>
                  <a:lnTo>
                    <a:pt x="88" y="169"/>
                  </a:lnTo>
                  <a:lnTo>
                    <a:pt x="86" y="169"/>
                  </a:lnTo>
                  <a:lnTo>
                    <a:pt x="82" y="170"/>
                  </a:lnTo>
                  <a:lnTo>
                    <a:pt x="87" y="177"/>
                  </a:lnTo>
                  <a:lnTo>
                    <a:pt x="88" y="178"/>
                  </a:lnTo>
                  <a:lnTo>
                    <a:pt x="88" y="185"/>
                  </a:lnTo>
                  <a:lnTo>
                    <a:pt x="90" y="186"/>
                  </a:lnTo>
                  <a:lnTo>
                    <a:pt x="98" y="192"/>
                  </a:lnTo>
                  <a:lnTo>
                    <a:pt x="99" y="195"/>
                  </a:lnTo>
                  <a:lnTo>
                    <a:pt x="103" y="203"/>
                  </a:lnTo>
                  <a:lnTo>
                    <a:pt x="104" y="205"/>
                  </a:lnTo>
                  <a:lnTo>
                    <a:pt x="103" y="207"/>
                  </a:lnTo>
                  <a:lnTo>
                    <a:pt x="100" y="208"/>
                  </a:lnTo>
                  <a:lnTo>
                    <a:pt x="99" y="210"/>
                  </a:lnTo>
                  <a:lnTo>
                    <a:pt x="101" y="219"/>
                  </a:lnTo>
                  <a:lnTo>
                    <a:pt x="100" y="220"/>
                  </a:lnTo>
                  <a:lnTo>
                    <a:pt x="94" y="223"/>
                  </a:lnTo>
                  <a:lnTo>
                    <a:pt x="95" y="226"/>
                  </a:lnTo>
                  <a:lnTo>
                    <a:pt x="100" y="237"/>
                  </a:lnTo>
                  <a:lnTo>
                    <a:pt x="103" y="240"/>
                  </a:lnTo>
                  <a:lnTo>
                    <a:pt x="107" y="244"/>
                  </a:lnTo>
                  <a:lnTo>
                    <a:pt x="109" y="248"/>
                  </a:lnTo>
                  <a:lnTo>
                    <a:pt x="109" y="252"/>
                  </a:lnTo>
                  <a:lnTo>
                    <a:pt x="109" y="257"/>
                  </a:lnTo>
                  <a:lnTo>
                    <a:pt x="109" y="259"/>
                  </a:lnTo>
                  <a:lnTo>
                    <a:pt x="112" y="267"/>
                  </a:lnTo>
                  <a:lnTo>
                    <a:pt x="117" y="276"/>
                  </a:lnTo>
                  <a:lnTo>
                    <a:pt x="116" y="279"/>
                  </a:lnTo>
                  <a:lnTo>
                    <a:pt x="109" y="290"/>
                  </a:lnTo>
                  <a:lnTo>
                    <a:pt x="102" y="302"/>
                  </a:lnTo>
                  <a:lnTo>
                    <a:pt x="101" y="304"/>
                  </a:lnTo>
                  <a:lnTo>
                    <a:pt x="99" y="303"/>
                  </a:lnTo>
                  <a:lnTo>
                    <a:pt x="98" y="298"/>
                  </a:lnTo>
                  <a:lnTo>
                    <a:pt x="101" y="293"/>
                  </a:lnTo>
                  <a:lnTo>
                    <a:pt x="103" y="289"/>
                  </a:lnTo>
                  <a:lnTo>
                    <a:pt x="103" y="283"/>
                  </a:lnTo>
                  <a:lnTo>
                    <a:pt x="105" y="280"/>
                  </a:lnTo>
                  <a:lnTo>
                    <a:pt x="102" y="280"/>
                  </a:lnTo>
                  <a:lnTo>
                    <a:pt x="101" y="280"/>
                  </a:lnTo>
                  <a:lnTo>
                    <a:pt x="101" y="277"/>
                  </a:lnTo>
                  <a:lnTo>
                    <a:pt x="103" y="274"/>
                  </a:lnTo>
                  <a:lnTo>
                    <a:pt x="101" y="263"/>
                  </a:lnTo>
                  <a:lnTo>
                    <a:pt x="99" y="257"/>
                  </a:lnTo>
                  <a:lnTo>
                    <a:pt x="95" y="248"/>
                  </a:lnTo>
                  <a:lnTo>
                    <a:pt x="91" y="239"/>
                  </a:lnTo>
                  <a:lnTo>
                    <a:pt x="89" y="233"/>
                  </a:lnTo>
                  <a:lnTo>
                    <a:pt x="88" y="226"/>
                  </a:lnTo>
                  <a:lnTo>
                    <a:pt x="87" y="214"/>
                  </a:lnTo>
                  <a:lnTo>
                    <a:pt x="86" y="208"/>
                  </a:lnTo>
                  <a:lnTo>
                    <a:pt x="86" y="205"/>
                  </a:lnTo>
                  <a:lnTo>
                    <a:pt x="85" y="203"/>
                  </a:lnTo>
                  <a:lnTo>
                    <a:pt x="83" y="202"/>
                  </a:lnTo>
                  <a:lnTo>
                    <a:pt x="82" y="202"/>
                  </a:lnTo>
                  <a:lnTo>
                    <a:pt x="80" y="195"/>
                  </a:lnTo>
                  <a:lnTo>
                    <a:pt x="76" y="190"/>
                  </a:lnTo>
                  <a:lnTo>
                    <a:pt x="74" y="188"/>
                  </a:lnTo>
                  <a:lnTo>
                    <a:pt x="72" y="189"/>
                  </a:lnTo>
                  <a:lnTo>
                    <a:pt x="72" y="196"/>
                  </a:lnTo>
                  <a:lnTo>
                    <a:pt x="71" y="199"/>
                  </a:lnTo>
                  <a:lnTo>
                    <a:pt x="68" y="202"/>
                  </a:lnTo>
                  <a:lnTo>
                    <a:pt x="64" y="204"/>
                  </a:lnTo>
                  <a:lnTo>
                    <a:pt x="56" y="207"/>
                  </a:lnTo>
                  <a:lnTo>
                    <a:pt x="54" y="212"/>
                  </a:lnTo>
                  <a:lnTo>
                    <a:pt x="52" y="214"/>
                  </a:lnTo>
                  <a:lnTo>
                    <a:pt x="50" y="215"/>
                  </a:lnTo>
                  <a:lnTo>
                    <a:pt x="48" y="213"/>
                  </a:lnTo>
                  <a:lnTo>
                    <a:pt x="48" y="210"/>
                  </a:lnTo>
                  <a:lnTo>
                    <a:pt x="47" y="210"/>
                  </a:lnTo>
                  <a:lnTo>
                    <a:pt x="44" y="213"/>
                  </a:lnTo>
                  <a:lnTo>
                    <a:pt x="42" y="213"/>
                  </a:lnTo>
                  <a:lnTo>
                    <a:pt x="41" y="211"/>
                  </a:lnTo>
                  <a:lnTo>
                    <a:pt x="42" y="207"/>
                  </a:lnTo>
                  <a:lnTo>
                    <a:pt x="38" y="208"/>
                  </a:lnTo>
                  <a:lnTo>
                    <a:pt x="36" y="209"/>
                  </a:lnTo>
                  <a:lnTo>
                    <a:pt x="34" y="211"/>
                  </a:lnTo>
                  <a:lnTo>
                    <a:pt x="32" y="210"/>
                  </a:lnTo>
                  <a:lnTo>
                    <a:pt x="31" y="207"/>
                  </a:lnTo>
                  <a:lnTo>
                    <a:pt x="35" y="195"/>
                  </a:lnTo>
                  <a:lnTo>
                    <a:pt x="37" y="190"/>
                  </a:lnTo>
                  <a:lnTo>
                    <a:pt x="37" y="183"/>
                  </a:lnTo>
                  <a:lnTo>
                    <a:pt x="36" y="175"/>
                  </a:lnTo>
                  <a:lnTo>
                    <a:pt x="33" y="168"/>
                  </a:lnTo>
                  <a:lnTo>
                    <a:pt x="30" y="160"/>
                  </a:lnTo>
                  <a:lnTo>
                    <a:pt x="29" y="158"/>
                  </a:lnTo>
                  <a:lnTo>
                    <a:pt x="27" y="162"/>
                  </a:lnTo>
                  <a:lnTo>
                    <a:pt x="25" y="161"/>
                  </a:lnTo>
                  <a:lnTo>
                    <a:pt x="21" y="158"/>
                  </a:lnTo>
                  <a:lnTo>
                    <a:pt x="24" y="157"/>
                  </a:lnTo>
                  <a:lnTo>
                    <a:pt x="27" y="157"/>
                  </a:lnTo>
                  <a:lnTo>
                    <a:pt x="26" y="153"/>
                  </a:lnTo>
                  <a:lnTo>
                    <a:pt x="25" y="151"/>
                  </a:lnTo>
                  <a:lnTo>
                    <a:pt x="20" y="146"/>
                  </a:lnTo>
                  <a:lnTo>
                    <a:pt x="19" y="144"/>
                  </a:lnTo>
                  <a:lnTo>
                    <a:pt x="18" y="144"/>
                  </a:lnTo>
                  <a:lnTo>
                    <a:pt x="15" y="145"/>
                  </a:lnTo>
                  <a:lnTo>
                    <a:pt x="12" y="143"/>
                  </a:lnTo>
                  <a:lnTo>
                    <a:pt x="12" y="139"/>
                  </a:lnTo>
                  <a:lnTo>
                    <a:pt x="12" y="138"/>
                  </a:lnTo>
                  <a:lnTo>
                    <a:pt x="11" y="137"/>
                  </a:lnTo>
                  <a:lnTo>
                    <a:pt x="9" y="138"/>
                  </a:lnTo>
                  <a:lnTo>
                    <a:pt x="4" y="134"/>
                  </a:lnTo>
                  <a:lnTo>
                    <a:pt x="1" y="130"/>
                  </a:lnTo>
                  <a:lnTo>
                    <a:pt x="0" y="128"/>
                  </a:lnTo>
                  <a:lnTo>
                    <a:pt x="2" y="125"/>
                  </a:lnTo>
                  <a:lnTo>
                    <a:pt x="8" y="121"/>
                  </a:lnTo>
                  <a:lnTo>
                    <a:pt x="6" y="10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4" name="Freeform 43">
              <a:extLst>
                <a:ext uri="{FF2B5EF4-FFF2-40B4-BE49-F238E27FC236}">
                  <a16:creationId xmlns:a16="http://schemas.microsoft.com/office/drawing/2014/main" id="{2FA67B4F-B894-92EB-FE42-7990E3772299}"/>
                </a:ext>
              </a:extLst>
            </p:cNvPr>
            <p:cNvSpPr>
              <a:spLocks/>
            </p:cNvSpPr>
            <p:nvPr/>
          </p:nvSpPr>
          <p:spPr bwMode="gray">
            <a:xfrm>
              <a:off x="4612472" y="4086997"/>
              <a:ext cx="238455" cy="521513"/>
            </a:xfrm>
            <a:custGeom>
              <a:avLst/>
              <a:gdLst>
                <a:gd name="T0" fmla="*/ 14 w 139"/>
                <a:gd name="T1" fmla="*/ 111 h 304"/>
                <a:gd name="T2" fmla="*/ 16 w 139"/>
                <a:gd name="T3" fmla="*/ 94 h 304"/>
                <a:gd name="T4" fmla="*/ 20 w 139"/>
                <a:gd name="T5" fmla="*/ 76 h 304"/>
                <a:gd name="T6" fmla="*/ 32 w 139"/>
                <a:gd name="T7" fmla="*/ 78 h 304"/>
                <a:gd name="T8" fmla="*/ 39 w 139"/>
                <a:gd name="T9" fmla="*/ 54 h 304"/>
                <a:gd name="T10" fmla="*/ 48 w 139"/>
                <a:gd name="T11" fmla="*/ 33 h 304"/>
                <a:gd name="T12" fmla="*/ 69 w 139"/>
                <a:gd name="T13" fmla="*/ 22 h 304"/>
                <a:gd name="T14" fmla="*/ 76 w 139"/>
                <a:gd name="T15" fmla="*/ 15 h 304"/>
                <a:gd name="T16" fmla="*/ 82 w 139"/>
                <a:gd name="T17" fmla="*/ 4 h 304"/>
                <a:gd name="T18" fmla="*/ 92 w 139"/>
                <a:gd name="T19" fmla="*/ 6 h 304"/>
                <a:gd name="T20" fmla="*/ 101 w 139"/>
                <a:gd name="T21" fmla="*/ 16 h 304"/>
                <a:gd name="T22" fmla="*/ 101 w 139"/>
                <a:gd name="T23" fmla="*/ 43 h 304"/>
                <a:gd name="T24" fmla="*/ 88 w 139"/>
                <a:gd name="T25" fmla="*/ 57 h 304"/>
                <a:gd name="T26" fmla="*/ 85 w 139"/>
                <a:gd name="T27" fmla="*/ 77 h 304"/>
                <a:gd name="T28" fmla="*/ 94 w 139"/>
                <a:gd name="T29" fmla="*/ 75 h 304"/>
                <a:gd name="T30" fmla="*/ 106 w 139"/>
                <a:gd name="T31" fmla="*/ 89 h 304"/>
                <a:gd name="T32" fmla="*/ 115 w 139"/>
                <a:gd name="T33" fmla="*/ 94 h 304"/>
                <a:gd name="T34" fmla="*/ 116 w 139"/>
                <a:gd name="T35" fmla="*/ 109 h 304"/>
                <a:gd name="T36" fmla="*/ 126 w 139"/>
                <a:gd name="T37" fmla="*/ 119 h 304"/>
                <a:gd name="T38" fmla="*/ 138 w 139"/>
                <a:gd name="T39" fmla="*/ 119 h 304"/>
                <a:gd name="T40" fmla="*/ 129 w 139"/>
                <a:gd name="T41" fmla="*/ 132 h 304"/>
                <a:gd name="T42" fmla="*/ 121 w 139"/>
                <a:gd name="T43" fmla="*/ 138 h 304"/>
                <a:gd name="T44" fmla="*/ 107 w 139"/>
                <a:gd name="T45" fmla="*/ 147 h 304"/>
                <a:gd name="T46" fmla="*/ 89 w 139"/>
                <a:gd name="T47" fmla="*/ 152 h 304"/>
                <a:gd name="T48" fmla="*/ 88 w 139"/>
                <a:gd name="T49" fmla="*/ 167 h 304"/>
                <a:gd name="T50" fmla="*/ 87 w 139"/>
                <a:gd name="T51" fmla="*/ 177 h 304"/>
                <a:gd name="T52" fmla="*/ 98 w 139"/>
                <a:gd name="T53" fmla="*/ 192 h 304"/>
                <a:gd name="T54" fmla="*/ 103 w 139"/>
                <a:gd name="T55" fmla="*/ 207 h 304"/>
                <a:gd name="T56" fmla="*/ 100 w 139"/>
                <a:gd name="T57" fmla="*/ 220 h 304"/>
                <a:gd name="T58" fmla="*/ 103 w 139"/>
                <a:gd name="T59" fmla="*/ 240 h 304"/>
                <a:gd name="T60" fmla="*/ 109 w 139"/>
                <a:gd name="T61" fmla="*/ 257 h 304"/>
                <a:gd name="T62" fmla="*/ 116 w 139"/>
                <a:gd name="T63" fmla="*/ 279 h 304"/>
                <a:gd name="T64" fmla="*/ 99 w 139"/>
                <a:gd name="T65" fmla="*/ 303 h 304"/>
                <a:gd name="T66" fmla="*/ 103 w 139"/>
                <a:gd name="T67" fmla="*/ 283 h 304"/>
                <a:gd name="T68" fmla="*/ 101 w 139"/>
                <a:gd name="T69" fmla="*/ 277 h 304"/>
                <a:gd name="T70" fmla="*/ 95 w 139"/>
                <a:gd name="T71" fmla="*/ 248 h 304"/>
                <a:gd name="T72" fmla="*/ 87 w 139"/>
                <a:gd name="T73" fmla="*/ 214 h 304"/>
                <a:gd name="T74" fmla="*/ 83 w 139"/>
                <a:gd name="T75" fmla="*/ 202 h 304"/>
                <a:gd name="T76" fmla="*/ 74 w 139"/>
                <a:gd name="T77" fmla="*/ 188 h 304"/>
                <a:gd name="T78" fmla="*/ 68 w 139"/>
                <a:gd name="T79" fmla="*/ 202 h 304"/>
                <a:gd name="T80" fmla="*/ 52 w 139"/>
                <a:gd name="T81" fmla="*/ 214 h 304"/>
                <a:gd name="T82" fmla="*/ 47 w 139"/>
                <a:gd name="T83" fmla="*/ 210 h 304"/>
                <a:gd name="T84" fmla="*/ 42 w 139"/>
                <a:gd name="T85" fmla="*/ 207 h 304"/>
                <a:gd name="T86" fmla="*/ 34 w 139"/>
                <a:gd name="T87" fmla="*/ 211 h 304"/>
                <a:gd name="T88" fmla="*/ 37 w 139"/>
                <a:gd name="T89" fmla="*/ 190 h 304"/>
                <a:gd name="T90" fmla="*/ 30 w 139"/>
                <a:gd name="T91" fmla="*/ 160 h 304"/>
                <a:gd name="T92" fmla="*/ 21 w 139"/>
                <a:gd name="T93" fmla="*/ 158 h 304"/>
                <a:gd name="T94" fmla="*/ 25 w 139"/>
                <a:gd name="T95" fmla="*/ 151 h 304"/>
                <a:gd name="T96" fmla="*/ 15 w 139"/>
                <a:gd name="T97" fmla="*/ 145 h 304"/>
                <a:gd name="T98" fmla="*/ 11 w 139"/>
                <a:gd name="T99" fmla="*/ 137 h 304"/>
                <a:gd name="T100" fmla="*/ 0 w 139"/>
                <a:gd name="T101" fmla="*/ 128 h 30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39"/>
                <a:gd name="T154" fmla="*/ 0 h 304"/>
                <a:gd name="T155" fmla="*/ 139 w 139"/>
                <a:gd name="T156" fmla="*/ 304 h 30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39" h="304">
                  <a:moveTo>
                    <a:pt x="6" y="109"/>
                  </a:moveTo>
                  <a:lnTo>
                    <a:pt x="10" y="110"/>
                  </a:lnTo>
                  <a:lnTo>
                    <a:pt x="12" y="112"/>
                  </a:lnTo>
                  <a:lnTo>
                    <a:pt x="14" y="111"/>
                  </a:lnTo>
                  <a:lnTo>
                    <a:pt x="16" y="108"/>
                  </a:lnTo>
                  <a:lnTo>
                    <a:pt x="16" y="102"/>
                  </a:lnTo>
                  <a:lnTo>
                    <a:pt x="15" y="96"/>
                  </a:lnTo>
                  <a:lnTo>
                    <a:pt x="16" y="94"/>
                  </a:lnTo>
                  <a:lnTo>
                    <a:pt x="19" y="93"/>
                  </a:lnTo>
                  <a:lnTo>
                    <a:pt x="21" y="90"/>
                  </a:lnTo>
                  <a:lnTo>
                    <a:pt x="20" y="78"/>
                  </a:lnTo>
                  <a:lnTo>
                    <a:pt x="20" y="76"/>
                  </a:lnTo>
                  <a:lnTo>
                    <a:pt x="26" y="78"/>
                  </a:lnTo>
                  <a:lnTo>
                    <a:pt x="29" y="79"/>
                  </a:lnTo>
                  <a:lnTo>
                    <a:pt x="31" y="79"/>
                  </a:lnTo>
                  <a:lnTo>
                    <a:pt x="32" y="78"/>
                  </a:lnTo>
                  <a:lnTo>
                    <a:pt x="40" y="61"/>
                  </a:lnTo>
                  <a:lnTo>
                    <a:pt x="40" y="58"/>
                  </a:lnTo>
                  <a:lnTo>
                    <a:pt x="39" y="55"/>
                  </a:lnTo>
                  <a:lnTo>
                    <a:pt x="39" y="54"/>
                  </a:lnTo>
                  <a:lnTo>
                    <a:pt x="46" y="45"/>
                  </a:lnTo>
                  <a:lnTo>
                    <a:pt x="47" y="42"/>
                  </a:lnTo>
                  <a:lnTo>
                    <a:pt x="46" y="36"/>
                  </a:lnTo>
                  <a:lnTo>
                    <a:pt x="48" y="33"/>
                  </a:lnTo>
                  <a:lnTo>
                    <a:pt x="58" y="26"/>
                  </a:lnTo>
                  <a:lnTo>
                    <a:pt x="63" y="22"/>
                  </a:lnTo>
                  <a:lnTo>
                    <a:pt x="65" y="21"/>
                  </a:lnTo>
                  <a:lnTo>
                    <a:pt x="69" y="22"/>
                  </a:lnTo>
                  <a:lnTo>
                    <a:pt x="75" y="24"/>
                  </a:lnTo>
                  <a:lnTo>
                    <a:pt x="77" y="23"/>
                  </a:lnTo>
                  <a:lnTo>
                    <a:pt x="76" y="17"/>
                  </a:lnTo>
                  <a:lnTo>
                    <a:pt x="76" y="15"/>
                  </a:lnTo>
                  <a:lnTo>
                    <a:pt x="81" y="10"/>
                  </a:lnTo>
                  <a:lnTo>
                    <a:pt x="81" y="9"/>
                  </a:lnTo>
                  <a:lnTo>
                    <a:pt x="82" y="5"/>
                  </a:lnTo>
                  <a:lnTo>
                    <a:pt x="82" y="4"/>
                  </a:lnTo>
                  <a:lnTo>
                    <a:pt x="84" y="1"/>
                  </a:lnTo>
                  <a:lnTo>
                    <a:pt x="86" y="0"/>
                  </a:lnTo>
                  <a:lnTo>
                    <a:pt x="89" y="3"/>
                  </a:lnTo>
                  <a:lnTo>
                    <a:pt x="92" y="6"/>
                  </a:lnTo>
                  <a:lnTo>
                    <a:pt x="94" y="13"/>
                  </a:lnTo>
                  <a:lnTo>
                    <a:pt x="95" y="16"/>
                  </a:lnTo>
                  <a:lnTo>
                    <a:pt x="97" y="16"/>
                  </a:lnTo>
                  <a:lnTo>
                    <a:pt x="101" y="16"/>
                  </a:lnTo>
                  <a:lnTo>
                    <a:pt x="102" y="17"/>
                  </a:lnTo>
                  <a:lnTo>
                    <a:pt x="103" y="30"/>
                  </a:lnTo>
                  <a:lnTo>
                    <a:pt x="103" y="37"/>
                  </a:lnTo>
                  <a:lnTo>
                    <a:pt x="101" y="43"/>
                  </a:lnTo>
                  <a:lnTo>
                    <a:pt x="98" y="49"/>
                  </a:lnTo>
                  <a:lnTo>
                    <a:pt x="93" y="53"/>
                  </a:lnTo>
                  <a:lnTo>
                    <a:pt x="90" y="55"/>
                  </a:lnTo>
                  <a:lnTo>
                    <a:pt x="88" y="57"/>
                  </a:lnTo>
                  <a:lnTo>
                    <a:pt x="84" y="64"/>
                  </a:lnTo>
                  <a:lnTo>
                    <a:pt x="85" y="67"/>
                  </a:lnTo>
                  <a:lnTo>
                    <a:pt x="86" y="72"/>
                  </a:lnTo>
                  <a:lnTo>
                    <a:pt x="85" y="77"/>
                  </a:lnTo>
                  <a:lnTo>
                    <a:pt x="85" y="79"/>
                  </a:lnTo>
                  <a:lnTo>
                    <a:pt x="86" y="80"/>
                  </a:lnTo>
                  <a:lnTo>
                    <a:pt x="88" y="79"/>
                  </a:lnTo>
                  <a:lnTo>
                    <a:pt x="94" y="75"/>
                  </a:lnTo>
                  <a:lnTo>
                    <a:pt x="99" y="75"/>
                  </a:lnTo>
                  <a:lnTo>
                    <a:pt x="103" y="75"/>
                  </a:lnTo>
                  <a:lnTo>
                    <a:pt x="104" y="76"/>
                  </a:lnTo>
                  <a:lnTo>
                    <a:pt x="106" y="89"/>
                  </a:lnTo>
                  <a:lnTo>
                    <a:pt x="107" y="92"/>
                  </a:lnTo>
                  <a:lnTo>
                    <a:pt x="111" y="91"/>
                  </a:lnTo>
                  <a:lnTo>
                    <a:pt x="115" y="92"/>
                  </a:lnTo>
                  <a:lnTo>
                    <a:pt x="115" y="94"/>
                  </a:lnTo>
                  <a:lnTo>
                    <a:pt x="110" y="106"/>
                  </a:lnTo>
                  <a:lnTo>
                    <a:pt x="111" y="109"/>
                  </a:lnTo>
                  <a:lnTo>
                    <a:pt x="112" y="109"/>
                  </a:lnTo>
                  <a:lnTo>
                    <a:pt x="116" y="109"/>
                  </a:lnTo>
                  <a:lnTo>
                    <a:pt x="119" y="109"/>
                  </a:lnTo>
                  <a:lnTo>
                    <a:pt x="121" y="112"/>
                  </a:lnTo>
                  <a:lnTo>
                    <a:pt x="124" y="117"/>
                  </a:lnTo>
                  <a:lnTo>
                    <a:pt x="126" y="119"/>
                  </a:lnTo>
                  <a:lnTo>
                    <a:pt x="128" y="120"/>
                  </a:lnTo>
                  <a:lnTo>
                    <a:pt x="133" y="119"/>
                  </a:lnTo>
                  <a:lnTo>
                    <a:pt x="137" y="116"/>
                  </a:lnTo>
                  <a:lnTo>
                    <a:pt x="138" y="119"/>
                  </a:lnTo>
                  <a:lnTo>
                    <a:pt x="139" y="120"/>
                  </a:lnTo>
                  <a:lnTo>
                    <a:pt x="135" y="123"/>
                  </a:lnTo>
                  <a:lnTo>
                    <a:pt x="132" y="128"/>
                  </a:lnTo>
                  <a:lnTo>
                    <a:pt x="129" y="132"/>
                  </a:lnTo>
                  <a:lnTo>
                    <a:pt x="124" y="135"/>
                  </a:lnTo>
                  <a:lnTo>
                    <a:pt x="123" y="137"/>
                  </a:lnTo>
                  <a:lnTo>
                    <a:pt x="122" y="138"/>
                  </a:lnTo>
                  <a:lnTo>
                    <a:pt x="121" y="138"/>
                  </a:lnTo>
                  <a:lnTo>
                    <a:pt x="117" y="139"/>
                  </a:lnTo>
                  <a:lnTo>
                    <a:pt x="114" y="140"/>
                  </a:lnTo>
                  <a:lnTo>
                    <a:pt x="110" y="143"/>
                  </a:lnTo>
                  <a:lnTo>
                    <a:pt x="107" y="147"/>
                  </a:lnTo>
                  <a:lnTo>
                    <a:pt x="100" y="149"/>
                  </a:lnTo>
                  <a:lnTo>
                    <a:pt x="95" y="149"/>
                  </a:lnTo>
                  <a:lnTo>
                    <a:pt x="92" y="149"/>
                  </a:lnTo>
                  <a:lnTo>
                    <a:pt x="89" y="152"/>
                  </a:lnTo>
                  <a:lnTo>
                    <a:pt x="88" y="155"/>
                  </a:lnTo>
                  <a:lnTo>
                    <a:pt x="88" y="161"/>
                  </a:lnTo>
                  <a:lnTo>
                    <a:pt x="88" y="164"/>
                  </a:lnTo>
                  <a:lnTo>
                    <a:pt x="88" y="167"/>
                  </a:lnTo>
                  <a:lnTo>
                    <a:pt x="88" y="169"/>
                  </a:lnTo>
                  <a:lnTo>
                    <a:pt x="86" y="169"/>
                  </a:lnTo>
                  <a:lnTo>
                    <a:pt x="82" y="170"/>
                  </a:lnTo>
                  <a:lnTo>
                    <a:pt x="87" y="177"/>
                  </a:lnTo>
                  <a:lnTo>
                    <a:pt x="88" y="178"/>
                  </a:lnTo>
                  <a:lnTo>
                    <a:pt x="88" y="185"/>
                  </a:lnTo>
                  <a:lnTo>
                    <a:pt x="90" y="186"/>
                  </a:lnTo>
                  <a:lnTo>
                    <a:pt x="98" y="192"/>
                  </a:lnTo>
                  <a:lnTo>
                    <a:pt x="99" y="195"/>
                  </a:lnTo>
                  <a:lnTo>
                    <a:pt x="103" y="203"/>
                  </a:lnTo>
                  <a:lnTo>
                    <a:pt x="104" y="205"/>
                  </a:lnTo>
                  <a:lnTo>
                    <a:pt x="103" y="207"/>
                  </a:lnTo>
                  <a:lnTo>
                    <a:pt x="100" y="208"/>
                  </a:lnTo>
                  <a:lnTo>
                    <a:pt x="99" y="210"/>
                  </a:lnTo>
                  <a:lnTo>
                    <a:pt x="101" y="219"/>
                  </a:lnTo>
                  <a:lnTo>
                    <a:pt x="100" y="220"/>
                  </a:lnTo>
                  <a:lnTo>
                    <a:pt x="94" y="223"/>
                  </a:lnTo>
                  <a:lnTo>
                    <a:pt x="95" y="226"/>
                  </a:lnTo>
                  <a:lnTo>
                    <a:pt x="100" y="237"/>
                  </a:lnTo>
                  <a:lnTo>
                    <a:pt x="103" y="240"/>
                  </a:lnTo>
                  <a:lnTo>
                    <a:pt x="107" y="244"/>
                  </a:lnTo>
                  <a:lnTo>
                    <a:pt x="109" y="248"/>
                  </a:lnTo>
                  <a:lnTo>
                    <a:pt x="109" y="252"/>
                  </a:lnTo>
                  <a:lnTo>
                    <a:pt x="109" y="257"/>
                  </a:lnTo>
                  <a:lnTo>
                    <a:pt x="109" y="259"/>
                  </a:lnTo>
                  <a:lnTo>
                    <a:pt x="112" y="267"/>
                  </a:lnTo>
                  <a:lnTo>
                    <a:pt x="117" y="276"/>
                  </a:lnTo>
                  <a:lnTo>
                    <a:pt x="116" y="279"/>
                  </a:lnTo>
                  <a:lnTo>
                    <a:pt x="109" y="290"/>
                  </a:lnTo>
                  <a:lnTo>
                    <a:pt x="102" y="302"/>
                  </a:lnTo>
                  <a:lnTo>
                    <a:pt x="101" y="304"/>
                  </a:lnTo>
                  <a:lnTo>
                    <a:pt x="99" y="303"/>
                  </a:lnTo>
                  <a:lnTo>
                    <a:pt x="98" y="298"/>
                  </a:lnTo>
                  <a:lnTo>
                    <a:pt x="101" y="293"/>
                  </a:lnTo>
                  <a:lnTo>
                    <a:pt x="103" y="289"/>
                  </a:lnTo>
                  <a:lnTo>
                    <a:pt x="103" y="283"/>
                  </a:lnTo>
                  <a:lnTo>
                    <a:pt x="105" y="280"/>
                  </a:lnTo>
                  <a:lnTo>
                    <a:pt x="102" y="280"/>
                  </a:lnTo>
                  <a:lnTo>
                    <a:pt x="101" y="280"/>
                  </a:lnTo>
                  <a:lnTo>
                    <a:pt x="101" y="277"/>
                  </a:lnTo>
                  <a:lnTo>
                    <a:pt x="103" y="274"/>
                  </a:lnTo>
                  <a:lnTo>
                    <a:pt x="101" y="263"/>
                  </a:lnTo>
                  <a:lnTo>
                    <a:pt x="99" y="257"/>
                  </a:lnTo>
                  <a:lnTo>
                    <a:pt x="95" y="248"/>
                  </a:lnTo>
                  <a:lnTo>
                    <a:pt x="91" y="239"/>
                  </a:lnTo>
                  <a:lnTo>
                    <a:pt x="89" y="233"/>
                  </a:lnTo>
                  <a:lnTo>
                    <a:pt x="88" y="226"/>
                  </a:lnTo>
                  <a:lnTo>
                    <a:pt x="87" y="214"/>
                  </a:lnTo>
                  <a:lnTo>
                    <a:pt x="86" y="208"/>
                  </a:lnTo>
                  <a:lnTo>
                    <a:pt x="86" y="205"/>
                  </a:lnTo>
                  <a:lnTo>
                    <a:pt x="85" y="203"/>
                  </a:lnTo>
                  <a:lnTo>
                    <a:pt x="83" y="202"/>
                  </a:lnTo>
                  <a:lnTo>
                    <a:pt x="82" y="202"/>
                  </a:lnTo>
                  <a:lnTo>
                    <a:pt x="80" y="195"/>
                  </a:lnTo>
                  <a:lnTo>
                    <a:pt x="76" y="190"/>
                  </a:lnTo>
                  <a:lnTo>
                    <a:pt x="74" y="188"/>
                  </a:lnTo>
                  <a:lnTo>
                    <a:pt x="72" y="189"/>
                  </a:lnTo>
                  <a:lnTo>
                    <a:pt x="72" y="196"/>
                  </a:lnTo>
                  <a:lnTo>
                    <a:pt x="71" y="199"/>
                  </a:lnTo>
                  <a:lnTo>
                    <a:pt x="68" y="202"/>
                  </a:lnTo>
                  <a:lnTo>
                    <a:pt x="64" y="204"/>
                  </a:lnTo>
                  <a:lnTo>
                    <a:pt x="56" y="207"/>
                  </a:lnTo>
                  <a:lnTo>
                    <a:pt x="54" y="212"/>
                  </a:lnTo>
                  <a:lnTo>
                    <a:pt x="52" y="214"/>
                  </a:lnTo>
                  <a:lnTo>
                    <a:pt x="50" y="215"/>
                  </a:lnTo>
                  <a:lnTo>
                    <a:pt x="48" y="213"/>
                  </a:lnTo>
                  <a:lnTo>
                    <a:pt x="48" y="210"/>
                  </a:lnTo>
                  <a:lnTo>
                    <a:pt x="47" y="210"/>
                  </a:lnTo>
                  <a:lnTo>
                    <a:pt x="44" y="213"/>
                  </a:lnTo>
                  <a:lnTo>
                    <a:pt x="42" y="213"/>
                  </a:lnTo>
                  <a:lnTo>
                    <a:pt x="41" y="211"/>
                  </a:lnTo>
                  <a:lnTo>
                    <a:pt x="42" y="207"/>
                  </a:lnTo>
                  <a:lnTo>
                    <a:pt x="38" y="208"/>
                  </a:lnTo>
                  <a:lnTo>
                    <a:pt x="36" y="209"/>
                  </a:lnTo>
                  <a:lnTo>
                    <a:pt x="34" y="211"/>
                  </a:lnTo>
                  <a:lnTo>
                    <a:pt x="32" y="210"/>
                  </a:lnTo>
                  <a:lnTo>
                    <a:pt x="31" y="207"/>
                  </a:lnTo>
                  <a:lnTo>
                    <a:pt x="35" y="195"/>
                  </a:lnTo>
                  <a:lnTo>
                    <a:pt x="37" y="190"/>
                  </a:lnTo>
                  <a:lnTo>
                    <a:pt x="37" y="183"/>
                  </a:lnTo>
                  <a:lnTo>
                    <a:pt x="36" y="175"/>
                  </a:lnTo>
                  <a:lnTo>
                    <a:pt x="33" y="168"/>
                  </a:lnTo>
                  <a:lnTo>
                    <a:pt x="30" y="160"/>
                  </a:lnTo>
                  <a:lnTo>
                    <a:pt x="29" y="158"/>
                  </a:lnTo>
                  <a:lnTo>
                    <a:pt x="27" y="162"/>
                  </a:lnTo>
                  <a:lnTo>
                    <a:pt x="25" y="161"/>
                  </a:lnTo>
                  <a:lnTo>
                    <a:pt x="21" y="158"/>
                  </a:lnTo>
                  <a:lnTo>
                    <a:pt x="24" y="157"/>
                  </a:lnTo>
                  <a:lnTo>
                    <a:pt x="27" y="157"/>
                  </a:lnTo>
                  <a:lnTo>
                    <a:pt x="26" y="153"/>
                  </a:lnTo>
                  <a:lnTo>
                    <a:pt x="25" y="151"/>
                  </a:lnTo>
                  <a:lnTo>
                    <a:pt x="20" y="146"/>
                  </a:lnTo>
                  <a:lnTo>
                    <a:pt x="19" y="144"/>
                  </a:lnTo>
                  <a:lnTo>
                    <a:pt x="18" y="144"/>
                  </a:lnTo>
                  <a:lnTo>
                    <a:pt x="15" y="145"/>
                  </a:lnTo>
                  <a:lnTo>
                    <a:pt x="12" y="143"/>
                  </a:lnTo>
                  <a:lnTo>
                    <a:pt x="12" y="139"/>
                  </a:lnTo>
                  <a:lnTo>
                    <a:pt x="12" y="138"/>
                  </a:lnTo>
                  <a:lnTo>
                    <a:pt x="11" y="137"/>
                  </a:lnTo>
                  <a:lnTo>
                    <a:pt x="9" y="138"/>
                  </a:lnTo>
                  <a:lnTo>
                    <a:pt x="4" y="134"/>
                  </a:lnTo>
                  <a:lnTo>
                    <a:pt x="1" y="130"/>
                  </a:lnTo>
                  <a:lnTo>
                    <a:pt x="0" y="128"/>
                  </a:lnTo>
                  <a:lnTo>
                    <a:pt x="2" y="125"/>
                  </a:lnTo>
                  <a:lnTo>
                    <a:pt x="8" y="121"/>
                  </a:lnTo>
                  <a:lnTo>
                    <a:pt x="6" y="10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5" name="Freeform 44">
              <a:extLst>
                <a:ext uri="{FF2B5EF4-FFF2-40B4-BE49-F238E27FC236}">
                  <a16:creationId xmlns:a16="http://schemas.microsoft.com/office/drawing/2014/main" id="{B22CD02D-2B0B-451C-7A42-37E57C35523F}"/>
                </a:ext>
              </a:extLst>
            </p:cNvPr>
            <p:cNvSpPr>
              <a:spLocks/>
            </p:cNvSpPr>
            <p:nvPr/>
          </p:nvSpPr>
          <p:spPr bwMode="gray">
            <a:xfrm>
              <a:off x="4823480" y="4261978"/>
              <a:ext cx="198998" cy="243602"/>
            </a:xfrm>
            <a:custGeom>
              <a:avLst/>
              <a:gdLst>
                <a:gd name="T0" fmla="*/ 85 w 116"/>
                <a:gd name="T1" fmla="*/ 132 h 142"/>
                <a:gd name="T2" fmla="*/ 86 w 116"/>
                <a:gd name="T3" fmla="*/ 122 h 142"/>
                <a:gd name="T4" fmla="*/ 81 w 116"/>
                <a:gd name="T5" fmla="*/ 113 h 142"/>
                <a:gd name="T6" fmla="*/ 73 w 116"/>
                <a:gd name="T7" fmla="*/ 101 h 142"/>
                <a:gd name="T8" fmla="*/ 71 w 116"/>
                <a:gd name="T9" fmla="*/ 87 h 142"/>
                <a:gd name="T10" fmla="*/ 64 w 116"/>
                <a:gd name="T11" fmla="*/ 77 h 142"/>
                <a:gd name="T12" fmla="*/ 61 w 116"/>
                <a:gd name="T13" fmla="*/ 71 h 142"/>
                <a:gd name="T14" fmla="*/ 53 w 116"/>
                <a:gd name="T15" fmla="*/ 68 h 142"/>
                <a:gd name="T16" fmla="*/ 48 w 116"/>
                <a:gd name="T17" fmla="*/ 72 h 142"/>
                <a:gd name="T18" fmla="*/ 43 w 116"/>
                <a:gd name="T19" fmla="*/ 77 h 142"/>
                <a:gd name="T20" fmla="*/ 38 w 116"/>
                <a:gd name="T21" fmla="*/ 76 h 142"/>
                <a:gd name="T22" fmla="*/ 29 w 116"/>
                <a:gd name="T23" fmla="*/ 74 h 142"/>
                <a:gd name="T24" fmla="*/ 18 w 116"/>
                <a:gd name="T25" fmla="*/ 86 h 142"/>
                <a:gd name="T26" fmla="*/ 14 w 116"/>
                <a:gd name="T27" fmla="*/ 82 h 142"/>
                <a:gd name="T28" fmla="*/ 15 w 116"/>
                <a:gd name="T29" fmla="*/ 75 h 142"/>
                <a:gd name="T30" fmla="*/ 19 w 116"/>
                <a:gd name="T31" fmla="*/ 60 h 142"/>
                <a:gd name="T32" fmla="*/ 17 w 116"/>
                <a:gd name="T33" fmla="*/ 50 h 142"/>
                <a:gd name="T34" fmla="*/ 11 w 116"/>
                <a:gd name="T35" fmla="*/ 52 h 142"/>
                <a:gd name="T36" fmla="*/ 7 w 116"/>
                <a:gd name="T37" fmla="*/ 51 h 142"/>
                <a:gd name="T38" fmla="*/ 7 w 116"/>
                <a:gd name="T39" fmla="*/ 42 h 142"/>
                <a:gd name="T40" fmla="*/ 6 w 116"/>
                <a:gd name="T41" fmla="*/ 38 h 142"/>
                <a:gd name="T42" fmla="*/ 0 w 116"/>
                <a:gd name="T43" fmla="*/ 35 h 142"/>
                <a:gd name="T44" fmla="*/ 6 w 116"/>
                <a:gd name="T45" fmla="*/ 30 h 142"/>
                <a:gd name="T46" fmla="*/ 12 w 116"/>
                <a:gd name="T47" fmla="*/ 21 h 142"/>
                <a:gd name="T48" fmla="*/ 17 w 116"/>
                <a:gd name="T49" fmla="*/ 20 h 142"/>
                <a:gd name="T50" fmla="*/ 25 w 116"/>
                <a:gd name="T51" fmla="*/ 22 h 142"/>
                <a:gd name="T52" fmla="*/ 27 w 116"/>
                <a:gd name="T53" fmla="*/ 18 h 142"/>
                <a:gd name="T54" fmla="*/ 25 w 116"/>
                <a:gd name="T55" fmla="*/ 11 h 142"/>
                <a:gd name="T56" fmla="*/ 24 w 116"/>
                <a:gd name="T57" fmla="*/ 4 h 142"/>
                <a:gd name="T58" fmla="*/ 31 w 116"/>
                <a:gd name="T59" fmla="*/ 0 h 142"/>
                <a:gd name="T60" fmla="*/ 38 w 116"/>
                <a:gd name="T61" fmla="*/ 10 h 142"/>
                <a:gd name="T62" fmla="*/ 44 w 116"/>
                <a:gd name="T63" fmla="*/ 22 h 142"/>
                <a:gd name="T64" fmla="*/ 51 w 116"/>
                <a:gd name="T65" fmla="*/ 30 h 142"/>
                <a:gd name="T66" fmla="*/ 56 w 116"/>
                <a:gd name="T67" fmla="*/ 31 h 142"/>
                <a:gd name="T68" fmla="*/ 63 w 116"/>
                <a:gd name="T69" fmla="*/ 26 h 142"/>
                <a:gd name="T70" fmla="*/ 68 w 116"/>
                <a:gd name="T71" fmla="*/ 32 h 142"/>
                <a:gd name="T72" fmla="*/ 74 w 116"/>
                <a:gd name="T73" fmla="*/ 43 h 142"/>
                <a:gd name="T74" fmla="*/ 70 w 116"/>
                <a:gd name="T75" fmla="*/ 47 h 142"/>
                <a:gd name="T76" fmla="*/ 65 w 116"/>
                <a:gd name="T77" fmla="*/ 47 h 142"/>
                <a:gd name="T78" fmla="*/ 60 w 116"/>
                <a:gd name="T79" fmla="*/ 50 h 142"/>
                <a:gd name="T80" fmla="*/ 62 w 116"/>
                <a:gd name="T81" fmla="*/ 55 h 142"/>
                <a:gd name="T82" fmla="*/ 75 w 116"/>
                <a:gd name="T83" fmla="*/ 64 h 142"/>
                <a:gd name="T84" fmla="*/ 85 w 116"/>
                <a:gd name="T85" fmla="*/ 74 h 142"/>
                <a:gd name="T86" fmla="*/ 101 w 116"/>
                <a:gd name="T87" fmla="*/ 97 h 142"/>
                <a:gd name="T88" fmla="*/ 108 w 116"/>
                <a:gd name="T89" fmla="*/ 103 h 142"/>
                <a:gd name="T90" fmla="*/ 112 w 116"/>
                <a:gd name="T91" fmla="*/ 108 h 142"/>
                <a:gd name="T92" fmla="*/ 111 w 116"/>
                <a:gd name="T93" fmla="*/ 114 h 142"/>
                <a:gd name="T94" fmla="*/ 116 w 116"/>
                <a:gd name="T95" fmla="*/ 120 h 142"/>
                <a:gd name="T96" fmla="*/ 116 w 116"/>
                <a:gd name="T97" fmla="*/ 131 h 142"/>
                <a:gd name="T98" fmla="*/ 107 w 116"/>
                <a:gd name="T99" fmla="*/ 135 h 142"/>
                <a:gd name="T100" fmla="*/ 102 w 116"/>
                <a:gd name="T101" fmla="*/ 133 h 142"/>
                <a:gd name="T102" fmla="*/ 96 w 116"/>
                <a:gd name="T103" fmla="*/ 133 h 142"/>
                <a:gd name="T104" fmla="*/ 94 w 116"/>
                <a:gd name="T105" fmla="*/ 137 h 142"/>
                <a:gd name="T106" fmla="*/ 96 w 116"/>
                <a:gd name="T107" fmla="*/ 140 h 142"/>
                <a:gd name="T108" fmla="*/ 94 w 116"/>
                <a:gd name="T109" fmla="*/ 142 h 142"/>
                <a:gd name="T110" fmla="*/ 88 w 116"/>
                <a:gd name="T111" fmla="*/ 140 h 142"/>
                <a:gd name="T112" fmla="*/ 79 w 116"/>
                <a:gd name="T113" fmla="*/ 136 h 1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16"/>
                <a:gd name="T172" fmla="*/ 0 h 142"/>
                <a:gd name="T173" fmla="*/ 116 w 116"/>
                <a:gd name="T174" fmla="*/ 142 h 1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16" h="142">
                  <a:moveTo>
                    <a:pt x="79" y="136"/>
                  </a:moveTo>
                  <a:lnTo>
                    <a:pt x="85" y="132"/>
                  </a:lnTo>
                  <a:lnTo>
                    <a:pt x="86" y="129"/>
                  </a:lnTo>
                  <a:lnTo>
                    <a:pt x="86" y="122"/>
                  </a:lnTo>
                  <a:lnTo>
                    <a:pt x="85" y="118"/>
                  </a:lnTo>
                  <a:lnTo>
                    <a:pt x="81" y="113"/>
                  </a:lnTo>
                  <a:lnTo>
                    <a:pt x="74" y="104"/>
                  </a:lnTo>
                  <a:lnTo>
                    <a:pt x="73" y="101"/>
                  </a:lnTo>
                  <a:lnTo>
                    <a:pt x="72" y="98"/>
                  </a:lnTo>
                  <a:lnTo>
                    <a:pt x="71" y="87"/>
                  </a:lnTo>
                  <a:lnTo>
                    <a:pt x="69" y="82"/>
                  </a:lnTo>
                  <a:lnTo>
                    <a:pt x="64" y="77"/>
                  </a:lnTo>
                  <a:lnTo>
                    <a:pt x="62" y="73"/>
                  </a:lnTo>
                  <a:lnTo>
                    <a:pt x="61" y="71"/>
                  </a:lnTo>
                  <a:lnTo>
                    <a:pt x="59" y="70"/>
                  </a:lnTo>
                  <a:lnTo>
                    <a:pt x="53" y="68"/>
                  </a:lnTo>
                  <a:lnTo>
                    <a:pt x="50" y="68"/>
                  </a:lnTo>
                  <a:lnTo>
                    <a:pt x="48" y="72"/>
                  </a:lnTo>
                  <a:lnTo>
                    <a:pt x="47" y="75"/>
                  </a:lnTo>
                  <a:lnTo>
                    <a:pt x="43" y="77"/>
                  </a:lnTo>
                  <a:lnTo>
                    <a:pt x="41" y="78"/>
                  </a:lnTo>
                  <a:lnTo>
                    <a:pt x="38" y="76"/>
                  </a:lnTo>
                  <a:lnTo>
                    <a:pt x="31" y="74"/>
                  </a:lnTo>
                  <a:lnTo>
                    <a:pt x="29" y="74"/>
                  </a:lnTo>
                  <a:lnTo>
                    <a:pt x="21" y="83"/>
                  </a:lnTo>
                  <a:lnTo>
                    <a:pt x="18" y="86"/>
                  </a:lnTo>
                  <a:lnTo>
                    <a:pt x="15" y="85"/>
                  </a:lnTo>
                  <a:lnTo>
                    <a:pt x="14" y="82"/>
                  </a:lnTo>
                  <a:lnTo>
                    <a:pt x="14" y="78"/>
                  </a:lnTo>
                  <a:lnTo>
                    <a:pt x="15" y="75"/>
                  </a:lnTo>
                  <a:lnTo>
                    <a:pt x="19" y="64"/>
                  </a:lnTo>
                  <a:lnTo>
                    <a:pt x="19" y="60"/>
                  </a:lnTo>
                  <a:lnTo>
                    <a:pt x="17" y="51"/>
                  </a:lnTo>
                  <a:lnTo>
                    <a:pt x="17" y="50"/>
                  </a:lnTo>
                  <a:lnTo>
                    <a:pt x="14" y="50"/>
                  </a:lnTo>
                  <a:lnTo>
                    <a:pt x="11" y="52"/>
                  </a:lnTo>
                  <a:lnTo>
                    <a:pt x="8" y="52"/>
                  </a:lnTo>
                  <a:lnTo>
                    <a:pt x="7" y="51"/>
                  </a:lnTo>
                  <a:lnTo>
                    <a:pt x="6" y="48"/>
                  </a:lnTo>
                  <a:lnTo>
                    <a:pt x="7" y="42"/>
                  </a:lnTo>
                  <a:lnTo>
                    <a:pt x="7" y="39"/>
                  </a:lnTo>
                  <a:lnTo>
                    <a:pt x="6" y="38"/>
                  </a:lnTo>
                  <a:lnTo>
                    <a:pt x="4" y="36"/>
                  </a:lnTo>
                  <a:lnTo>
                    <a:pt x="0" y="35"/>
                  </a:lnTo>
                  <a:lnTo>
                    <a:pt x="1" y="33"/>
                  </a:lnTo>
                  <a:lnTo>
                    <a:pt x="6" y="30"/>
                  </a:lnTo>
                  <a:lnTo>
                    <a:pt x="9" y="26"/>
                  </a:lnTo>
                  <a:lnTo>
                    <a:pt x="12" y="21"/>
                  </a:lnTo>
                  <a:lnTo>
                    <a:pt x="16" y="18"/>
                  </a:lnTo>
                  <a:lnTo>
                    <a:pt x="17" y="20"/>
                  </a:lnTo>
                  <a:lnTo>
                    <a:pt x="19" y="22"/>
                  </a:lnTo>
                  <a:lnTo>
                    <a:pt x="25" y="22"/>
                  </a:lnTo>
                  <a:lnTo>
                    <a:pt x="26" y="21"/>
                  </a:lnTo>
                  <a:lnTo>
                    <a:pt x="27" y="18"/>
                  </a:lnTo>
                  <a:lnTo>
                    <a:pt x="26" y="14"/>
                  </a:lnTo>
                  <a:lnTo>
                    <a:pt x="25" y="11"/>
                  </a:lnTo>
                  <a:lnTo>
                    <a:pt x="24" y="7"/>
                  </a:lnTo>
                  <a:lnTo>
                    <a:pt x="24" y="4"/>
                  </a:lnTo>
                  <a:lnTo>
                    <a:pt x="26" y="2"/>
                  </a:lnTo>
                  <a:lnTo>
                    <a:pt x="31" y="0"/>
                  </a:lnTo>
                  <a:lnTo>
                    <a:pt x="34" y="6"/>
                  </a:lnTo>
                  <a:lnTo>
                    <a:pt x="38" y="10"/>
                  </a:lnTo>
                  <a:lnTo>
                    <a:pt x="42" y="14"/>
                  </a:lnTo>
                  <a:lnTo>
                    <a:pt x="44" y="22"/>
                  </a:lnTo>
                  <a:lnTo>
                    <a:pt x="47" y="27"/>
                  </a:lnTo>
                  <a:lnTo>
                    <a:pt x="51" y="30"/>
                  </a:lnTo>
                  <a:lnTo>
                    <a:pt x="54" y="31"/>
                  </a:lnTo>
                  <a:lnTo>
                    <a:pt x="56" y="31"/>
                  </a:lnTo>
                  <a:lnTo>
                    <a:pt x="60" y="28"/>
                  </a:lnTo>
                  <a:lnTo>
                    <a:pt x="63" y="26"/>
                  </a:lnTo>
                  <a:lnTo>
                    <a:pt x="64" y="27"/>
                  </a:lnTo>
                  <a:lnTo>
                    <a:pt x="68" y="32"/>
                  </a:lnTo>
                  <a:lnTo>
                    <a:pt x="73" y="39"/>
                  </a:lnTo>
                  <a:lnTo>
                    <a:pt x="74" y="43"/>
                  </a:lnTo>
                  <a:lnTo>
                    <a:pt x="72" y="45"/>
                  </a:lnTo>
                  <a:lnTo>
                    <a:pt x="70" y="47"/>
                  </a:lnTo>
                  <a:lnTo>
                    <a:pt x="68" y="47"/>
                  </a:lnTo>
                  <a:lnTo>
                    <a:pt x="65" y="47"/>
                  </a:lnTo>
                  <a:lnTo>
                    <a:pt x="62" y="47"/>
                  </a:lnTo>
                  <a:lnTo>
                    <a:pt x="60" y="50"/>
                  </a:lnTo>
                  <a:lnTo>
                    <a:pt x="61" y="54"/>
                  </a:lnTo>
                  <a:lnTo>
                    <a:pt x="62" y="55"/>
                  </a:lnTo>
                  <a:lnTo>
                    <a:pt x="71" y="60"/>
                  </a:lnTo>
                  <a:lnTo>
                    <a:pt x="75" y="64"/>
                  </a:lnTo>
                  <a:lnTo>
                    <a:pt x="80" y="69"/>
                  </a:lnTo>
                  <a:lnTo>
                    <a:pt x="85" y="74"/>
                  </a:lnTo>
                  <a:lnTo>
                    <a:pt x="96" y="90"/>
                  </a:lnTo>
                  <a:lnTo>
                    <a:pt x="101" y="97"/>
                  </a:lnTo>
                  <a:lnTo>
                    <a:pt x="103" y="100"/>
                  </a:lnTo>
                  <a:lnTo>
                    <a:pt x="108" y="103"/>
                  </a:lnTo>
                  <a:lnTo>
                    <a:pt x="111" y="105"/>
                  </a:lnTo>
                  <a:lnTo>
                    <a:pt x="112" y="108"/>
                  </a:lnTo>
                  <a:lnTo>
                    <a:pt x="110" y="112"/>
                  </a:lnTo>
                  <a:lnTo>
                    <a:pt x="111" y="114"/>
                  </a:lnTo>
                  <a:lnTo>
                    <a:pt x="115" y="117"/>
                  </a:lnTo>
                  <a:lnTo>
                    <a:pt x="116" y="120"/>
                  </a:lnTo>
                  <a:lnTo>
                    <a:pt x="116" y="124"/>
                  </a:lnTo>
                  <a:lnTo>
                    <a:pt x="116" y="131"/>
                  </a:lnTo>
                  <a:lnTo>
                    <a:pt x="114" y="132"/>
                  </a:lnTo>
                  <a:lnTo>
                    <a:pt x="107" y="135"/>
                  </a:lnTo>
                  <a:lnTo>
                    <a:pt x="105" y="135"/>
                  </a:lnTo>
                  <a:lnTo>
                    <a:pt x="102" y="133"/>
                  </a:lnTo>
                  <a:lnTo>
                    <a:pt x="99" y="132"/>
                  </a:lnTo>
                  <a:lnTo>
                    <a:pt x="96" y="133"/>
                  </a:lnTo>
                  <a:lnTo>
                    <a:pt x="93" y="135"/>
                  </a:lnTo>
                  <a:lnTo>
                    <a:pt x="94" y="137"/>
                  </a:lnTo>
                  <a:lnTo>
                    <a:pt x="95" y="138"/>
                  </a:lnTo>
                  <a:lnTo>
                    <a:pt x="96" y="140"/>
                  </a:lnTo>
                  <a:lnTo>
                    <a:pt x="95" y="142"/>
                  </a:lnTo>
                  <a:lnTo>
                    <a:pt x="94" y="142"/>
                  </a:lnTo>
                  <a:lnTo>
                    <a:pt x="90" y="140"/>
                  </a:lnTo>
                  <a:lnTo>
                    <a:pt x="88" y="140"/>
                  </a:lnTo>
                  <a:lnTo>
                    <a:pt x="83" y="138"/>
                  </a:lnTo>
                  <a:lnTo>
                    <a:pt x="79" y="136"/>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6" name="Freeform 45">
              <a:extLst>
                <a:ext uri="{FF2B5EF4-FFF2-40B4-BE49-F238E27FC236}">
                  <a16:creationId xmlns:a16="http://schemas.microsoft.com/office/drawing/2014/main" id="{7A4EAF0A-8949-1018-D6F6-8FA7A2108B4E}"/>
                </a:ext>
              </a:extLst>
            </p:cNvPr>
            <p:cNvSpPr>
              <a:spLocks/>
            </p:cNvSpPr>
            <p:nvPr/>
          </p:nvSpPr>
          <p:spPr bwMode="gray">
            <a:xfrm>
              <a:off x="4823480" y="4261978"/>
              <a:ext cx="198998" cy="243602"/>
            </a:xfrm>
            <a:custGeom>
              <a:avLst/>
              <a:gdLst>
                <a:gd name="T0" fmla="*/ 85 w 116"/>
                <a:gd name="T1" fmla="*/ 132 h 142"/>
                <a:gd name="T2" fmla="*/ 86 w 116"/>
                <a:gd name="T3" fmla="*/ 122 h 142"/>
                <a:gd name="T4" fmla="*/ 81 w 116"/>
                <a:gd name="T5" fmla="*/ 113 h 142"/>
                <a:gd name="T6" fmla="*/ 73 w 116"/>
                <a:gd name="T7" fmla="*/ 101 h 142"/>
                <a:gd name="T8" fmla="*/ 71 w 116"/>
                <a:gd name="T9" fmla="*/ 87 h 142"/>
                <a:gd name="T10" fmla="*/ 64 w 116"/>
                <a:gd name="T11" fmla="*/ 77 h 142"/>
                <a:gd name="T12" fmla="*/ 61 w 116"/>
                <a:gd name="T13" fmla="*/ 71 h 142"/>
                <a:gd name="T14" fmla="*/ 53 w 116"/>
                <a:gd name="T15" fmla="*/ 68 h 142"/>
                <a:gd name="T16" fmla="*/ 48 w 116"/>
                <a:gd name="T17" fmla="*/ 72 h 142"/>
                <a:gd name="T18" fmla="*/ 43 w 116"/>
                <a:gd name="T19" fmla="*/ 77 h 142"/>
                <a:gd name="T20" fmla="*/ 38 w 116"/>
                <a:gd name="T21" fmla="*/ 76 h 142"/>
                <a:gd name="T22" fmla="*/ 29 w 116"/>
                <a:gd name="T23" fmla="*/ 74 h 142"/>
                <a:gd name="T24" fmla="*/ 18 w 116"/>
                <a:gd name="T25" fmla="*/ 86 h 142"/>
                <a:gd name="T26" fmla="*/ 14 w 116"/>
                <a:gd name="T27" fmla="*/ 82 h 142"/>
                <a:gd name="T28" fmla="*/ 15 w 116"/>
                <a:gd name="T29" fmla="*/ 75 h 142"/>
                <a:gd name="T30" fmla="*/ 19 w 116"/>
                <a:gd name="T31" fmla="*/ 60 h 142"/>
                <a:gd name="T32" fmla="*/ 17 w 116"/>
                <a:gd name="T33" fmla="*/ 50 h 142"/>
                <a:gd name="T34" fmla="*/ 11 w 116"/>
                <a:gd name="T35" fmla="*/ 52 h 142"/>
                <a:gd name="T36" fmla="*/ 7 w 116"/>
                <a:gd name="T37" fmla="*/ 51 h 142"/>
                <a:gd name="T38" fmla="*/ 7 w 116"/>
                <a:gd name="T39" fmla="*/ 42 h 142"/>
                <a:gd name="T40" fmla="*/ 6 w 116"/>
                <a:gd name="T41" fmla="*/ 38 h 142"/>
                <a:gd name="T42" fmla="*/ 0 w 116"/>
                <a:gd name="T43" fmla="*/ 35 h 142"/>
                <a:gd name="T44" fmla="*/ 6 w 116"/>
                <a:gd name="T45" fmla="*/ 30 h 142"/>
                <a:gd name="T46" fmla="*/ 12 w 116"/>
                <a:gd name="T47" fmla="*/ 21 h 142"/>
                <a:gd name="T48" fmla="*/ 17 w 116"/>
                <a:gd name="T49" fmla="*/ 20 h 142"/>
                <a:gd name="T50" fmla="*/ 25 w 116"/>
                <a:gd name="T51" fmla="*/ 22 h 142"/>
                <a:gd name="T52" fmla="*/ 27 w 116"/>
                <a:gd name="T53" fmla="*/ 18 h 142"/>
                <a:gd name="T54" fmla="*/ 25 w 116"/>
                <a:gd name="T55" fmla="*/ 11 h 142"/>
                <a:gd name="T56" fmla="*/ 24 w 116"/>
                <a:gd name="T57" fmla="*/ 4 h 142"/>
                <a:gd name="T58" fmla="*/ 31 w 116"/>
                <a:gd name="T59" fmla="*/ 0 h 142"/>
                <a:gd name="T60" fmla="*/ 38 w 116"/>
                <a:gd name="T61" fmla="*/ 10 h 142"/>
                <a:gd name="T62" fmla="*/ 44 w 116"/>
                <a:gd name="T63" fmla="*/ 22 h 142"/>
                <a:gd name="T64" fmla="*/ 51 w 116"/>
                <a:gd name="T65" fmla="*/ 30 h 142"/>
                <a:gd name="T66" fmla="*/ 56 w 116"/>
                <a:gd name="T67" fmla="*/ 31 h 142"/>
                <a:gd name="T68" fmla="*/ 63 w 116"/>
                <a:gd name="T69" fmla="*/ 26 h 142"/>
                <a:gd name="T70" fmla="*/ 68 w 116"/>
                <a:gd name="T71" fmla="*/ 32 h 142"/>
                <a:gd name="T72" fmla="*/ 74 w 116"/>
                <a:gd name="T73" fmla="*/ 43 h 142"/>
                <a:gd name="T74" fmla="*/ 70 w 116"/>
                <a:gd name="T75" fmla="*/ 47 h 142"/>
                <a:gd name="T76" fmla="*/ 65 w 116"/>
                <a:gd name="T77" fmla="*/ 47 h 142"/>
                <a:gd name="T78" fmla="*/ 60 w 116"/>
                <a:gd name="T79" fmla="*/ 50 h 142"/>
                <a:gd name="T80" fmla="*/ 62 w 116"/>
                <a:gd name="T81" fmla="*/ 55 h 142"/>
                <a:gd name="T82" fmla="*/ 75 w 116"/>
                <a:gd name="T83" fmla="*/ 64 h 142"/>
                <a:gd name="T84" fmla="*/ 85 w 116"/>
                <a:gd name="T85" fmla="*/ 74 h 142"/>
                <a:gd name="T86" fmla="*/ 101 w 116"/>
                <a:gd name="T87" fmla="*/ 97 h 142"/>
                <a:gd name="T88" fmla="*/ 108 w 116"/>
                <a:gd name="T89" fmla="*/ 103 h 142"/>
                <a:gd name="T90" fmla="*/ 112 w 116"/>
                <a:gd name="T91" fmla="*/ 108 h 142"/>
                <a:gd name="T92" fmla="*/ 111 w 116"/>
                <a:gd name="T93" fmla="*/ 114 h 142"/>
                <a:gd name="T94" fmla="*/ 116 w 116"/>
                <a:gd name="T95" fmla="*/ 120 h 142"/>
                <a:gd name="T96" fmla="*/ 116 w 116"/>
                <a:gd name="T97" fmla="*/ 131 h 142"/>
                <a:gd name="T98" fmla="*/ 107 w 116"/>
                <a:gd name="T99" fmla="*/ 135 h 142"/>
                <a:gd name="T100" fmla="*/ 102 w 116"/>
                <a:gd name="T101" fmla="*/ 133 h 142"/>
                <a:gd name="T102" fmla="*/ 96 w 116"/>
                <a:gd name="T103" fmla="*/ 133 h 142"/>
                <a:gd name="T104" fmla="*/ 94 w 116"/>
                <a:gd name="T105" fmla="*/ 137 h 142"/>
                <a:gd name="T106" fmla="*/ 96 w 116"/>
                <a:gd name="T107" fmla="*/ 140 h 142"/>
                <a:gd name="T108" fmla="*/ 94 w 116"/>
                <a:gd name="T109" fmla="*/ 142 h 142"/>
                <a:gd name="T110" fmla="*/ 88 w 116"/>
                <a:gd name="T111" fmla="*/ 140 h 142"/>
                <a:gd name="T112" fmla="*/ 79 w 116"/>
                <a:gd name="T113" fmla="*/ 136 h 1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16"/>
                <a:gd name="T172" fmla="*/ 0 h 142"/>
                <a:gd name="T173" fmla="*/ 116 w 116"/>
                <a:gd name="T174" fmla="*/ 142 h 1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16" h="142">
                  <a:moveTo>
                    <a:pt x="79" y="136"/>
                  </a:moveTo>
                  <a:lnTo>
                    <a:pt x="85" y="132"/>
                  </a:lnTo>
                  <a:lnTo>
                    <a:pt x="86" y="129"/>
                  </a:lnTo>
                  <a:lnTo>
                    <a:pt x="86" y="122"/>
                  </a:lnTo>
                  <a:lnTo>
                    <a:pt x="85" y="118"/>
                  </a:lnTo>
                  <a:lnTo>
                    <a:pt x="81" y="113"/>
                  </a:lnTo>
                  <a:lnTo>
                    <a:pt x="74" y="104"/>
                  </a:lnTo>
                  <a:lnTo>
                    <a:pt x="73" y="101"/>
                  </a:lnTo>
                  <a:lnTo>
                    <a:pt x="72" y="98"/>
                  </a:lnTo>
                  <a:lnTo>
                    <a:pt x="71" y="87"/>
                  </a:lnTo>
                  <a:lnTo>
                    <a:pt x="69" y="82"/>
                  </a:lnTo>
                  <a:lnTo>
                    <a:pt x="64" y="77"/>
                  </a:lnTo>
                  <a:lnTo>
                    <a:pt x="62" y="73"/>
                  </a:lnTo>
                  <a:lnTo>
                    <a:pt x="61" y="71"/>
                  </a:lnTo>
                  <a:lnTo>
                    <a:pt x="59" y="70"/>
                  </a:lnTo>
                  <a:lnTo>
                    <a:pt x="53" y="68"/>
                  </a:lnTo>
                  <a:lnTo>
                    <a:pt x="50" y="68"/>
                  </a:lnTo>
                  <a:lnTo>
                    <a:pt x="48" y="72"/>
                  </a:lnTo>
                  <a:lnTo>
                    <a:pt x="47" y="75"/>
                  </a:lnTo>
                  <a:lnTo>
                    <a:pt x="43" y="77"/>
                  </a:lnTo>
                  <a:lnTo>
                    <a:pt x="41" y="78"/>
                  </a:lnTo>
                  <a:lnTo>
                    <a:pt x="38" y="76"/>
                  </a:lnTo>
                  <a:lnTo>
                    <a:pt x="31" y="74"/>
                  </a:lnTo>
                  <a:lnTo>
                    <a:pt x="29" y="74"/>
                  </a:lnTo>
                  <a:lnTo>
                    <a:pt x="21" y="83"/>
                  </a:lnTo>
                  <a:lnTo>
                    <a:pt x="18" y="86"/>
                  </a:lnTo>
                  <a:lnTo>
                    <a:pt x="15" y="85"/>
                  </a:lnTo>
                  <a:lnTo>
                    <a:pt x="14" y="82"/>
                  </a:lnTo>
                  <a:lnTo>
                    <a:pt x="14" y="78"/>
                  </a:lnTo>
                  <a:lnTo>
                    <a:pt x="15" y="75"/>
                  </a:lnTo>
                  <a:lnTo>
                    <a:pt x="19" y="64"/>
                  </a:lnTo>
                  <a:lnTo>
                    <a:pt x="19" y="60"/>
                  </a:lnTo>
                  <a:lnTo>
                    <a:pt x="17" y="51"/>
                  </a:lnTo>
                  <a:lnTo>
                    <a:pt x="17" y="50"/>
                  </a:lnTo>
                  <a:lnTo>
                    <a:pt x="14" y="50"/>
                  </a:lnTo>
                  <a:lnTo>
                    <a:pt x="11" y="52"/>
                  </a:lnTo>
                  <a:lnTo>
                    <a:pt x="8" y="52"/>
                  </a:lnTo>
                  <a:lnTo>
                    <a:pt x="7" y="51"/>
                  </a:lnTo>
                  <a:lnTo>
                    <a:pt x="6" y="48"/>
                  </a:lnTo>
                  <a:lnTo>
                    <a:pt x="7" y="42"/>
                  </a:lnTo>
                  <a:lnTo>
                    <a:pt x="7" y="39"/>
                  </a:lnTo>
                  <a:lnTo>
                    <a:pt x="6" y="38"/>
                  </a:lnTo>
                  <a:lnTo>
                    <a:pt x="4" y="36"/>
                  </a:lnTo>
                  <a:lnTo>
                    <a:pt x="0" y="35"/>
                  </a:lnTo>
                  <a:lnTo>
                    <a:pt x="1" y="33"/>
                  </a:lnTo>
                  <a:lnTo>
                    <a:pt x="6" y="30"/>
                  </a:lnTo>
                  <a:lnTo>
                    <a:pt x="9" y="26"/>
                  </a:lnTo>
                  <a:lnTo>
                    <a:pt x="12" y="21"/>
                  </a:lnTo>
                  <a:lnTo>
                    <a:pt x="16" y="18"/>
                  </a:lnTo>
                  <a:lnTo>
                    <a:pt x="17" y="20"/>
                  </a:lnTo>
                  <a:lnTo>
                    <a:pt x="19" y="22"/>
                  </a:lnTo>
                  <a:lnTo>
                    <a:pt x="25" y="22"/>
                  </a:lnTo>
                  <a:lnTo>
                    <a:pt x="26" y="21"/>
                  </a:lnTo>
                  <a:lnTo>
                    <a:pt x="27" y="18"/>
                  </a:lnTo>
                  <a:lnTo>
                    <a:pt x="26" y="14"/>
                  </a:lnTo>
                  <a:lnTo>
                    <a:pt x="25" y="11"/>
                  </a:lnTo>
                  <a:lnTo>
                    <a:pt x="24" y="7"/>
                  </a:lnTo>
                  <a:lnTo>
                    <a:pt x="24" y="4"/>
                  </a:lnTo>
                  <a:lnTo>
                    <a:pt x="26" y="2"/>
                  </a:lnTo>
                  <a:lnTo>
                    <a:pt x="31" y="0"/>
                  </a:lnTo>
                  <a:lnTo>
                    <a:pt x="34" y="6"/>
                  </a:lnTo>
                  <a:lnTo>
                    <a:pt x="38" y="10"/>
                  </a:lnTo>
                  <a:lnTo>
                    <a:pt x="42" y="14"/>
                  </a:lnTo>
                  <a:lnTo>
                    <a:pt x="44" y="22"/>
                  </a:lnTo>
                  <a:lnTo>
                    <a:pt x="47" y="27"/>
                  </a:lnTo>
                  <a:lnTo>
                    <a:pt x="51" y="30"/>
                  </a:lnTo>
                  <a:lnTo>
                    <a:pt x="54" y="31"/>
                  </a:lnTo>
                  <a:lnTo>
                    <a:pt x="56" y="31"/>
                  </a:lnTo>
                  <a:lnTo>
                    <a:pt x="60" y="28"/>
                  </a:lnTo>
                  <a:lnTo>
                    <a:pt x="63" y="26"/>
                  </a:lnTo>
                  <a:lnTo>
                    <a:pt x="64" y="27"/>
                  </a:lnTo>
                  <a:lnTo>
                    <a:pt x="68" y="32"/>
                  </a:lnTo>
                  <a:lnTo>
                    <a:pt x="73" y="39"/>
                  </a:lnTo>
                  <a:lnTo>
                    <a:pt x="74" y="43"/>
                  </a:lnTo>
                  <a:lnTo>
                    <a:pt x="72" y="45"/>
                  </a:lnTo>
                  <a:lnTo>
                    <a:pt x="70" y="47"/>
                  </a:lnTo>
                  <a:lnTo>
                    <a:pt x="68" y="47"/>
                  </a:lnTo>
                  <a:lnTo>
                    <a:pt x="65" y="47"/>
                  </a:lnTo>
                  <a:lnTo>
                    <a:pt x="62" y="47"/>
                  </a:lnTo>
                  <a:lnTo>
                    <a:pt x="60" y="50"/>
                  </a:lnTo>
                  <a:lnTo>
                    <a:pt x="61" y="54"/>
                  </a:lnTo>
                  <a:lnTo>
                    <a:pt x="62" y="55"/>
                  </a:lnTo>
                  <a:lnTo>
                    <a:pt x="71" y="60"/>
                  </a:lnTo>
                  <a:lnTo>
                    <a:pt x="75" y="64"/>
                  </a:lnTo>
                  <a:lnTo>
                    <a:pt x="80" y="69"/>
                  </a:lnTo>
                  <a:lnTo>
                    <a:pt x="85" y="74"/>
                  </a:lnTo>
                  <a:lnTo>
                    <a:pt x="96" y="90"/>
                  </a:lnTo>
                  <a:lnTo>
                    <a:pt x="101" y="97"/>
                  </a:lnTo>
                  <a:lnTo>
                    <a:pt x="103" y="100"/>
                  </a:lnTo>
                  <a:lnTo>
                    <a:pt x="108" y="103"/>
                  </a:lnTo>
                  <a:lnTo>
                    <a:pt x="111" y="105"/>
                  </a:lnTo>
                  <a:lnTo>
                    <a:pt x="112" y="108"/>
                  </a:lnTo>
                  <a:lnTo>
                    <a:pt x="110" y="112"/>
                  </a:lnTo>
                  <a:lnTo>
                    <a:pt x="111" y="114"/>
                  </a:lnTo>
                  <a:lnTo>
                    <a:pt x="115" y="117"/>
                  </a:lnTo>
                  <a:lnTo>
                    <a:pt x="116" y="120"/>
                  </a:lnTo>
                  <a:lnTo>
                    <a:pt x="116" y="124"/>
                  </a:lnTo>
                  <a:lnTo>
                    <a:pt x="116" y="131"/>
                  </a:lnTo>
                  <a:lnTo>
                    <a:pt x="114" y="132"/>
                  </a:lnTo>
                  <a:lnTo>
                    <a:pt x="107" y="135"/>
                  </a:lnTo>
                  <a:lnTo>
                    <a:pt x="105" y="135"/>
                  </a:lnTo>
                  <a:lnTo>
                    <a:pt x="102" y="133"/>
                  </a:lnTo>
                  <a:lnTo>
                    <a:pt x="99" y="132"/>
                  </a:lnTo>
                  <a:lnTo>
                    <a:pt x="96" y="133"/>
                  </a:lnTo>
                  <a:lnTo>
                    <a:pt x="93" y="135"/>
                  </a:lnTo>
                  <a:lnTo>
                    <a:pt x="94" y="137"/>
                  </a:lnTo>
                  <a:lnTo>
                    <a:pt x="95" y="138"/>
                  </a:lnTo>
                  <a:lnTo>
                    <a:pt x="96" y="140"/>
                  </a:lnTo>
                  <a:lnTo>
                    <a:pt x="95" y="142"/>
                  </a:lnTo>
                  <a:lnTo>
                    <a:pt x="94" y="142"/>
                  </a:lnTo>
                  <a:lnTo>
                    <a:pt x="90" y="140"/>
                  </a:lnTo>
                  <a:lnTo>
                    <a:pt x="88" y="140"/>
                  </a:lnTo>
                  <a:lnTo>
                    <a:pt x="83" y="138"/>
                  </a:lnTo>
                  <a:lnTo>
                    <a:pt x="79" y="136"/>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7" name="Freeform 46">
              <a:extLst>
                <a:ext uri="{FF2B5EF4-FFF2-40B4-BE49-F238E27FC236}">
                  <a16:creationId xmlns:a16="http://schemas.microsoft.com/office/drawing/2014/main" id="{932B5656-F784-AEF3-5848-F8035901DD10}"/>
                </a:ext>
              </a:extLst>
            </p:cNvPr>
            <p:cNvSpPr>
              <a:spLocks/>
            </p:cNvSpPr>
            <p:nvPr/>
          </p:nvSpPr>
          <p:spPr bwMode="gray">
            <a:xfrm>
              <a:off x="5518258" y="3762767"/>
              <a:ext cx="94353" cy="140671"/>
            </a:xfrm>
            <a:custGeom>
              <a:avLst/>
              <a:gdLst>
                <a:gd name="T0" fmla="*/ 6 w 55"/>
                <a:gd name="T1" fmla="*/ 17 h 82"/>
                <a:gd name="T2" fmla="*/ 8 w 55"/>
                <a:gd name="T3" fmla="*/ 16 h 82"/>
                <a:gd name="T4" fmla="*/ 10 w 55"/>
                <a:gd name="T5" fmla="*/ 13 h 82"/>
                <a:gd name="T6" fmla="*/ 14 w 55"/>
                <a:gd name="T7" fmla="*/ 6 h 82"/>
                <a:gd name="T8" fmla="*/ 16 w 55"/>
                <a:gd name="T9" fmla="*/ 5 h 82"/>
                <a:gd name="T10" fmla="*/ 20 w 55"/>
                <a:gd name="T11" fmla="*/ 5 h 82"/>
                <a:gd name="T12" fmla="*/ 25 w 55"/>
                <a:gd name="T13" fmla="*/ 6 h 82"/>
                <a:gd name="T14" fmla="*/ 28 w 55"/>
                <a:gd name="T15" fmla="*/ 7 h 82"/>
                <a:gd name="T16" fmla="*/ 30 w 55"/>
                <a:gd name="T17" fmla="*/ 5 h 82"/>
                <a:gd name="T18" fmla="*/ 34 w 55"/>
                <a:gd name="T19" fmla="*/ 0 h 82"/>
                <a:gd name="T20" fmla="*/ 39 w 55"/>
                <a:gd name="T21" fmla="*/ 5 h 82"/>
                <a:gd name="T22" fmla="*/ 47 w 55"/>
                <a:gd name="T23" fmla="*/ 19 h 82"/>
                <a:gd name="T24" fmla="*/ 50 w 55"/>
                <a:gd name="T25" fmla="*/ 24 h 82"/>
                <a:gd name="T26" fmla="*/ 51 w 55"/>
                <a:gd name="T27" fmla="*/ 30 h 82"/>
                <a:gd name="T28" fmla="*/ 51 w 55"/>
                <a:gd name="T29" fmla="*/ 36 h 82"/>
                <a:gd name="T30" fmla="*/ 51 w 55"/>
                <a:gd name="T31" fmla="*/ 45 h 82"/>
                <a:gd name="T32" fmla="*/ 50 w 55"/>
                <a:gd name="T33" fmla="*/ 50 h 82"/>
                <a:gd name="T34" fmla="*/ 51 w 55"/>
                <a:gd name="T35" fmla="*/ 51 h 82"/>
                <a:gd name="T36" fmla="*/ 55 w 55"/>
                <a:gd name="T37" fmla="*/ 51 h 82"/>
                <a:gd name="T38" fmla="*/ 54 w 55"/>
                <a:gd name="T39" fmla="*/ 54 h 82"/>
                <a:gd name="T40" fmla="*/ 52 w 55"/>
                <a:gd name="T41" fmla="*/ 59 h 82"/>
                <a:gd name="T42" fmla="*/ 48 w 55"/>
                <a:gd name="T43" fmla="*/ 65 h 82"/>
                <a:gd name="T44" fmla="*/ 46 w 55"/>
                <a:gd name="T45" fmla="*/ 68 h 82"/>
                <a:gd name="T46" fmla="*/ 45 w 55"/>
                <a:gd name="T47" fmla="*/ 68 h 82"/>
                <a:gd name="T48" fmla="*/ 41 w 55"/>
                <a:gd name="T49" fmla="*/ 66 h 82"/>
                <a:gd name="T50" fmla="*/ 39 w 55"/>
                <a:gd name="T51" fmla="*/ 67 h 82"/>
                <a:gd name="T52" fmla="*/ 34 w 55"/>
                <a:gd name="T53" fmla="*/ 72 h 82"/>
                <a:gd name="T54" fmla="*/ 31 w 55"/>
                <a:gd name="T55" fmla="*/ 72 h 82"/>
                <a:gd name="T56" fmla="*/ 29 w 55"/>
                <a:gd name="T57" fmla="*/ 70 h 82"/>
                <a:gd name="T58" fmla="*/ 26 w 55"/>
                <a:gd name="T59" fmla="*/ 70 h 82"/>
                <a:gd name="T60" fmla="*/ 22 w 55"/>
                <a:gd name="T61" fmla="*/ 72 h 82"/>
                <a:gd name="T62" fmla="*/ 14 w 55"/>
                <a:gd name="T63" fmla="*/ 79 h 82"/>
                <a:gd name="T64" fmla="*/ 11 w 55"/>
                <a:gd name="T65" fmla="*/ 79 h 82"/>
                <a:gd name="T66" fmla="*/ 7 w 55"/>
                <a:gd name="T67" fmla="*/ 82 h 82"/>
                <a:gd name="T68" fmla="*/ 7 w 55"/>
                <a:gd name="T69" fmla="*/ 78 h 82"/>
                <a:gd name="T70" fmla="*/ 6 w 55"/>
                <a:gd name="T71" fmla="*/ 75 h 82"/>
                <a:gd name="T72" fmla="*/ 5 w 55"/>
                <a:gd name="T73" fmla="*/ 69 h 82"/>
                <a:gd name="T74" fmla="*/ 4 w 55"/>
                <a:gd name="T75" fmla="*/ 65 h 82"/>
                <a:gd name="T76" fmla="*/ 5 w 55"/>
                <a:gd name="T77" fmla="*/ 62 h 82"/>
                <a:gd name="T78" fmla="*/ 9 w 55"/>
                <a:gd name="T79" fmla="*/ 57 h 82"/>
                <a:gd name="T80" fmla="*/ 9 w 55"/>
                <a:gd name="T81" fmla="*/ 54 h 82"/>
                <a:gd name="T82" fmla="*/ 11 w 55"/>
                <a:gd name="T83" fmla="*/ 50 h 82"/>
                <a:gd name="T84" fmla="*/ 10 w 55"/>
                <a:gd name="T85" fmla="*/ 49 h 82"/>
                <a:gd name="T86" fmla="*/ 8 w 55"/>
                <a:gd name="T87" fmla="*/ 47 h 82"/>
                <a:gd name="T88" fmla="*/ 7 w 55"/>
                <a:gd name="T89" fmla="*/ 44 h 82"/>
                <a:gd name="T90" fmla="*/ 7 w 55"/>
                <a:gd name="T91" fmla="*/ 40 h 82"/>
                <a:gd name="T92" fmla="*/ 6 w 55"/>
                <a:gd name="T93" fmla="*/ 37 h 82"/>
                <a:gd name="T94" fmla="*/ 4 w 55"/>
                <a:gd name="T95" fmla="*/ 36 h 82"/>
                <a:gd name="T96" fmla="*/ 0 w 55"/>
                <a:gd name="T97" fmla="*/ 35 h 82"/>
                <a:gd name="T98" fmla="*/ 5 w 55"/>
                <a:gd name="T99" fmla="*/ 32 h 82"/>
                <a:gd name="T100" fmla="*/ 7 w 55"/>
                <a:gd name="T101" fmla="*/ 31 h 82"/>
                <a:gd name="T102" fmla="*/ 12 w 55"/>
                <a:gd name="T103" fmla="*/ 33 h 82"/>
                <a:gd name="T104" fmla="*/ 13 w 55"/>
                <a:gd name="T105" fmla="*/ 31 h 82"/>
                <a:gd name="T106" fmla="*/ 13 w 55"/>
                <a:gd name="T107" fmla="*/ 29 h 82"/>
                <a:gd name="T108" fmla="*/ 8 w 55"/>
                <a:gd name="T109" fmla="*/ 20 h 82"/>
                <a:gd name="T110" fmla="*/ 7 w 55"/>
                <a:gd name="T111" fmla="*/ 18 h 82"/>
                <a:gd name="T112" fmla="*/ 6 w 55"/>
                <a:gd name="T113" fmla="*/ 17 h 8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5"/>
                <a:gd name="T172" fmla="*/ 0 h 82"/>
                <a:gd name="T173" fmla="*/ 55 w 55"/>
                <a:gd name="T174" fmla="*/ 82 h 8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5" h="82">
                  <a:moveTo>
                    <a:pt x="6" y="17"/>
                  </a:moveTo>
                  <a:lnTo>
                    <a:pt x="8" y="16"/>
                  </a:lnTo>
                  <a:lnTo>
                    <a:pt x="10" y="13"/>
                  </a:lnTo>
                  <a:lnTo>
                    <a:pt x="14" y="6"/>
                  </a:lnTo>
                  <a:lnTo>
                    <a:pt x="16" y="5"/>
                  </a:lnTo>
                  <a:lnTo>
                    <a:pt x="20" y="5"/>
                  </a:lnTo>
                  <a:lnTo>
                    <a:pt x="25" y="6"/>
                  </a:lnTo>
                  <a:lnTo>
                    <a:pt x="28" y="7"/>
                  </a:lnTo>
                  <a:lnTo>
                    <a:pt x="30" y="5"/>
                  </a:lnTo>
                  <a:lnTo>
                    <a:pt x="34" y="0"/>
                  </a:lnTo>
                  <a:lnTo>
                    <a:pt x="39" y="5"/>
                  </a:lnTo>
                  <a:lnTo>
                    <a:pt x="47" y="19"/>
                  </a:lnTo>
                  <a:lnTo>
                    <a:pt x="50" y="24"/>
                  </a:lnTo>
                  <a:lnTo>
                    <a:pt x="51" y="30"/>
                  </a:lnTo>
                  <a:lnTo>
                    <a:pt x="51" y="36"/>
                  </a:lnTo>
                  <a:lnTo>
                    <a:pt x="51" y="45"/>
                  </a:lnTo>
                  <a:lnTo>
                    <a:pt x="50" y="50"/>
                  </a:lnTo>
                  <a:lnTo>
                    <a:pt x="51" y="51"/>
                  </a:lnTo>
                  <a:lnTo>
                    <a:pt x="55" y="51"/>
                  </a:lnTo>
                  <a:lnTo>
                    <a:pt x="54" y="54"/>
                  </a:lnTo>
                  <a:lnTo>
                    <a:pt x="52" y="59"/>
                  </a:lnTo>
                  <a:lnTo>
                    <a:pt x="48" y="65"/>
                  </a:lnTo>
                  <a:lnTo>
                    <a:pt x="46" y="68"/>
                  </a:lnTo>
                  <a:lnTo>
                    <a:pt x="45" y="68"/>
                  </a:lnTo>
                  <a:lnTo>
                    <a:pt x="41" y="66"/>
                  </a:lnTo>
                  <a:lnTo>
                    <a:pt x="39" y="67"/>
                  </a:lnTo>
                  <a:lnTo>
                    <a:pt x="34" y="72"/>
                  </a:lnTo>
                  <a:lnTo>
                    <a:pt x="31" y="72"/>
                  </a:lnTo>
                  <a:lnTo>
                    <a:pt x="29" y="70"/>
                  </a:lnTo>
                  <a:lnTo>
                    <a:pt x="26" y="70"/>
                  </a:lnTo>
                  <a:lnTo>
                    <a:pt x="22" y="72"/>
                  </a:lnTo>
                  <a:lnTo>
                    <a:pt x="14" y="79"/>
                  </a:lnTo>
                  <a:lnTo>
                    <a:pt x="11" y="79"/>
                  </a:lnTo>
                  <a:lnTo>
                    <a:pt x="7" y="82"/>
                  </a:lnTo>
                  <a:lnTo>
                    <a:pt x="7" y="78"/>
                  </a:lnTo>
                  <a:lnTo>
                    <a:pt x="6" y="75"/>
                  </a:lnTo>
                  <a:lnTo>
                    <a:pt x="5" y="69"/>
                  </a:lnTo>
                  <a:lnTo>
                    <a:pt x="4" y="65"/>
                  </a:lnTo>
                  <a:lnTo>
                    <a:pt x="5" y="62"/>
                  </a:lnTo>
                  <a:lnTo>
                    <a:pt x="9" y="57"/>
                  </a:lnTo>
                  <a:lnTo>
                    <a:pt x="9" y="54"/>
                  </a:lnTo>
                  <a:lnTo>
                    <a:pt x="11" y="50"/>
                  </a:lnTo>
                  <a:lnTo>
                    <a:pt x="10" y="49"/>
                  </a:lnTo>
                  <a:lnTo>
                    <a:pt x="8" y="47"/>
                  </a:lnTo>
                  <a:lnTo>
                    <a:pt x="7" y="44"/>
                  </a:lnTo>
                  <a:lnTo>
                    <a:pt x="7" y="40"/>
                  </a:lnTo>
                  <a:lnTo>
                    <a:pt x="6" y="37"/>
                  </a:lnTo>
                  <a:lnTo>
                    <a:pt x="4" y="36"/>
                  </a:lnTo>
                  <a:lnTo>
                    <a:pt x="0" y="35"/>
                  </a:lnTo>
                  <a:lnTo>
                    <a:pt x="5" y="32"/>
                  </a:lnTo>
                  <a:lnTo>
                    <a:pt x="7" y="31"/>
                  </a:lnTo>
                  <a:lnTo>
                    <a:pt x="12" y="33"/>
                  </a:lnTo>
                  <a:lnTo>
                    <a:pt x="13" y="31"/>
                  </a:lnTo>
                  <a:lnTo>
                    <a:pt x="13" y="29"/>
                  </a:lnTo>
                  <a:lnTo>
                    <a:pt x="8" y="20"/>
                  </a:lnTo>
                  <a:lnTo>
                    <a:pt x="7" y="18"/>
                  </a:lnTo>
                  <a:lnTo>
                    <a:pt x="6" y="17"/>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8" name="Freeform 47">
              <a:extLst>
                <a:ext uri="{FF2B5EF4-FFF2-40B4-BE49-F238E27FC236}">
                  <a16:creationId xmlns:a16="http://schemas.microsoft.com/office/drawing/2014/main" id="{B85A011B-B8FF-5D98-A990-841930432054}"/>
                </a:ext>
              </a:extLst>
            </p:cNvPr>
            <p:cNvSpPr>
              <a:spLocks/>
            </p:cNvSpPr>
            <p:nvPr/>
          </p:nvSpPr>
          <p:spPr bwMode="gray">
            <a:xfrm>
              <a:off x="5518258" y="3762767"/>
              <a:ext cx="94353" cy="140671"/>
            </a:xfrm>
            <a:custGeom>
              <a:avLst/>
              <a:gdLst>
                <a:gd name="T0" fmla="*/ 6 w 55"/>
                <a:gd name="T1" fmla="*/ 17 h 82"/>
                <a:gd name="T2" fmla="*/ 8 w 55"/>
                <a:gd name="T3" fmla="*/ 16 h 82"/>
                <a:gd name="T4" fmla="*/ 10 w 55"/>
                <a:gd name="T5" fmla="*/ 13 h 82"/>
                <a:gd name="T6" fmla="*/ 14 w 55"/>
                <a:gd name="T7" fmla="*/ 6 h 82"/>
                <a:gd name="T8" fmla="*/ 16 w 55"/>
                <a:gd name="T9" fmla="*/ 5 h 82"/>
                <a:gd name="T10" fmla="*/ 20 w 55"/>
                <a:gd name="T11" fmla="*/ 5 h 82"/>
                <a:gd name="T12" fmla="*/ 25 w 55"/>
                <a:gd name="T13" fmla="*/ 6 h 82"/>
                <a:gd name="T14" fmla="*/ 28 w 55"/>
                <a:gd name="T15" fmla="*/ 7 h 82"/>
                <a:gd name="T16" fmla="*/ 30 w 55"/>
                <a:gd name="T17" fmla="*/ 5 h 82"/>
                <a:gd name="T18" fmla="*/ 34 w 55"/>
                <a:gd name="T19" fmla="*/ 0 h 82"/>
                <a:gd name="T20" fmla="*/ 39 w 55"/>
                <a:gd name="T21" fmla="*/ 5 h 82"/>
                <a:gd name="T22" fmla="*/ 47 w 55"/>
                <a:gd name="T23" fmla="*/ 19 h 82"/>
                <a:gd name="T24" fmla="*/ 50 w 55"/>
                <a:gd name="T25" fmla="*/ 24 h 82"/>
                <a:gd name="T26" fmla="*/ 51 w 55"/>
                <a:gd name="T27" fmla="*/ 30 h 82"/>
                <a:gd name="T28" fmla="*/ 51 w 55"/>
                <a:gd name="T29" fmla="*/ 36 h 82"/>
                <a:gd name="T30" fmla="*/ 51 w 55"/>
                <a:gd name="T31" fmla="*/ 45 h 82"/>
                <a:gd name="T32" fmla="*/ 50 w 55"/>
                <a:gd name="T33" fmla="*/ 50 h 82"/>
                <a:gd name="T34" fmla="*/ 51 w 55"/>
                <a:gd name="T35" fmla="*/ 51 h 82"/>
                <a:gd name="T36" fmla="*/ 55 w 55"/>
                <a:gd name="T37" fmla="*/ 51 h 82"/>
                <a:gd name="T38" fmla="*/ 54 w 55"/>
                <a:gd name="T39" fmla="*/ 54 h 82"/>
                <a:gd name="T40" fmla="*/ 52 w 55"/>
                <a:gd name="T41" fmla="*/ 59 h 82"/>
                <a:gd name="T42" fmla="*/ 48 w 55"/>
                <a:gd name="T43" fmla="*/ 65 h 82"/>
                <a:gd name="T44" fmla="*/ 46 w 55"/>
                <a:gd name="T45" fmla="*/ 68 h 82"/>
                <a:gd name="T46" fmla="*/ 45 w 55"/>
                <a:gd name="T47" fmla="*/ 68 h 82"/>
                <a:gd name="T48" fmla="*/ 41 w 55"/>
                <a:gd name="T49" fmla="*/ 66 h 82"/>
                <a:gd name="T50" fmla="*/ 39 w 55"/>
                <a:gd name="T51" fmla="*/ 67 h 82"/>
                <a:gd name="T52" fmla="*/ 34 w 55"/>
                <a:gd name="T53" fmla="*/ 72 h 82"/>
                <a:gd name="T54" fmla="*/ 31 w 55"/>
                <a:gd name="T55" fmla="*/ 72 h 82"/>
                <a:gd name="T56" fmla="*/ 29 w 55"/>
                <a:gd name="T57" fmla="*/ 70 h 82"/>
                <a:gd name="T58" fmla="*/ 26 w 55"/>
                <a:gd name="T59" fmla="*/ 70 h 82"/>
                <a:gd name="T60" fmla="*/ 22 w 55"/>
                <a:gd name="T61" fmla="*/ 72 h 82"/>
                <a:gd name="T62" fmla="*/ 14 w 55"/>
                <a:gd name="T63" fmla="*/ 79 h 82"/>
                <a:gd name="T64" fmla="*/ 11 w 55"/>
                <a:gd name="T65" fmla="*/ 79 h 82"/>
                <a:gd name="T66" fmla="*/ 7 w 55"/>
                <a:gd name="T67" fmla="*/ 82 h 82"/>
                <a:gd name="T68" fmla="*/ 7 w 55"/>
                <a:gd name="T69" fmla="*/ 78 h 82"/>
                <a:gd name="T70" fmla="*/ 6 w 55"/>
                <a:gd name="T71" fmla="*/ 75 h 82"/>
                <a:gd name="T72" fmla="*/ 5 w 55"/>
                <a:gd name="T73" fmla="*/ 69 h 82"/>
                <a:gd name="T74" fmla="*/ 4 w 55"/>
                <a:gd name="T75" fmla="*/ 65 h 82"/>
                <a:gd name="T76" fmla="*/ 5 w 55"/>
                <a:gd name="T77" fmla="*/ 62 h 82"/>
                <a:gd name="T78" fmla="*/ 9 w 55"/>
                <a:gd name="T79" fmla="*/ 57 h 82"/>
                <a:gd name="T80" fmla="*/ 9 w 55"/>
                <a:gd name="T81" fmla="*/ 54 h 82"/>
                <a:gd name="T82" fmla="*/ 11 w 55"/>
                <a:gd name="T83" fmla="*/ 50 h 82"/>
                <a:gd name="T84" fmla="*/ 10 w 55"/>
                <a:gd name="T85" fmla="*/ 49 h 82"/>
                <a:gd name="T86" fmla="*/ 8 w 55"/>
                <a:gd name="T87" fmla="*/ 47 h 82"/>
                <a:gd name="T88" fmla="*/ 7 w 55"/>
                <a:gd name="T89" fmla="*/ 44 h 82"/>
                <a:gd name="T90" fmla="*/ 7 w 55"/>
                <a:gd name="T91" fmla="*/ 40 h 82"/>
                <a:gd name="T92" fmla="*/ 6 w 55"/>
                <a:gd name="T93" fmla="*/ 37 h 82"/>
                <a:gd name="T94" fmla="*/ 4 w 55"/>
                <a:gd name="T95" fmla="*/ 36 h 82"/>
                <a:gd name="T96" fmla="*/ 0 w 55"/>
                <a:gd name="T97" fmla="*/ 35 h 82"/>
                <a:gd name="T98" fmla="*/ 5 w 55"/>
                <a:gd name="T99" fmla="*/ 32 h 82"/>
                <a:gd name="T100" fmla="*/ 7 w 55"/>
                <a:gd name="T101" fmla="*/ 31 h 82"/>
                <a:gd name="T102" fmla="*/ 12 w 55"/>
                <a:gd name="T103" fmla="*/ 33 h 82"/>
                <a:gd name="T104" fmla="*/ 13 w 55"/>
                <a:gd name="T105" fmla="*/ 31 h 82"/>
                <a:gd name="T106" fmla="*/ 13 w 55"/>
                <a:gd name="T107" fmla="*/ 29 h 82"/>
                <a:gd name="T108" fmla="*/ 8 w 55"/>
                <a:gd name="T109" fmla="*/ 20 h 82"/>
                <a:gd name="T110" fmla="*/ 7 w 55"/>
                <a:gd name="T111" fmla="*/ 18 h 82"/>
                <a:gd name="T112" fmla="*/ 6 w 55"/>
                <a:gd name="T113" fmla="*/ 17 h 8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5"/>
                <a:gd name="T172" fmla="*/ 0 h 82"/>
                <a:gd name="T173" fmla="*/ 55 w 55"/>
                <a:gd name="T174" fmla="*/ 82 h 8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5" h="82">
                  <a:moveTo>
                    <a:pt x="6" y="17"/>
                  </a:moveTo>
                  <a:lnTo>
                    <a:pt x="8" y="16"/>
                  </a:lnTo>
                  <a:lnTo>
                    <a:pt x="10" y="13"/>
                  </a:lnTo>
                  <a:lnTo>
                    <a:pt x="14" y="6"/>
                  </a:lnTo>
                  <a:lnTo>
                    <a:pt x="16" y="5"/>
                  </a:lnTo>
                  <a:lnTo>
                    <a:pt x="20" y="5"/>
                  </a:lnTo>
                  <a:lnTo>
                    <a:pt x="25" y="6"/>
                  </a:lnTo>
                  <a:lnTo>
                    <a:pt x="28" y="7"/>
                  </a:lnTo>
                  <a:lnTo>
                    <a:pt x="30" y="5"/>
                  </a:lnTo>
                  <a:lnTo>
                    <a:pt x="34" y="0"/>
                  </a:lnTo>
                  <a:lnTo>
                    <a:pt x="39" y="5"/>
                  </a:lnTo>
                  <a:lnTo>
                    <a:pt x="47" y="19"/>
                  </a:lnTo>
                  <a:lnTo>
                    <a:pt x="50" y="24"/>
                  </a:lnTo>
                  <a:lnTo>
                    <a:pt x="51" y="30"/>
                  </a:lnTo>
                  <a:lnTo>
                    <a:pt x="51" y="36"/>
                  </a:lnTo>
                  <a:lnTo>
                    <a:pt x="51" y="45"/>
                  </a:lnTo>
                  <a:lnTo>
                    <a:pt x="50" y="50"/>
                  </a:lnTo>
                  <a:lnTo>
                    <a:pt x="51" y="51"/>
                  </a:lnTo>
                  <a:lnTo>
                    <a:pt x="55" y="51"/>
                  </a:lnTo>
                  <a:lnTo>
                    <a:pt x="54" y="54"/>
                  </a:lnTo>
                  <a:lnTo>
                    <a:pt x="52" y="59"/>
                  </a:lnTo>
                  <a:lnTo>
                    <a:pt x="48" y="65"/>
                  </a:lnTo>
                  <a:lnTo>
                    <a:pt x="46" y="68"/>
                  </a:lnTo>
                  <a:lnTo>
                    <a:pt x="45" y="68"/>
                  </a:lnTo>
                  <a:lnTo>
                    <a:pt x="41" y="66"/>
                  </a:lnTo>
                  <a:lnTo>
                    <a:pt x="39" y="67"/>
                  </a:lnTo>
                  <a:lnTo>
                    <a:pt x="34" y="72"/>
                  </a:lnTo>
                  <a:lnTo>
                    <a:pt x="31" y="72"/>
                  </a:lnTo>
                  <a:lnTo>
                    <a:pt x="29" y="70"/>
                  </a:lnTo>
                  <a:lnTo>
                    <a:pt x="26" y="70"/>
                  </a:lnTo>
                  <a:lnTo>
                    <a:pt x="22" y="72"/>
                  </a:lnTo>
                  <a:lnTo>
                    <a:pt x="14" y="79"/>
                  </a:lnTo>
                  <a:lnTo>
                    <a:pt x="11" y="79"/>
                  </a:lnTo>
                  <a:lnTo>
                    <a:pt x="7" y="82"/>
                  </a:lnTo>
                  <a:lnTo>
                    <a:pt x="7" y="78"/>
                  </a:lnTo>
                  <a:lnTo>
                    <a:pt x="6" y="75"/>
                  </a:lnTo>
                  <a:lnTo>
                    <a:pt x="5" y="69"/>
                  </a:lnTo>
                  <a:lnTo>
                    <a:pt x="4" y="65"/>
                  </a:lnTo>
                  <a:lnTo>
                    <a:pt x="5" y="62"/>
                  </a:lnTo>
                  <a:lnTo>
                    <a:pt x="9" y="57"/>
                  </a:lnTo>
                  <a:lnTo>
                    <a:pt x="9" y="54"/>
                  </a:lnTo>
                  <a:lnTo>
                    <a:pt x="11" y="50"/>
                  </a:lnTo>
                  <a:lnTo>
                    <a:pt x="10" y="49"/>
                  </a:lnTo>
                  <a:lnTo>
                    <a:pt x="8" y="47"/>
                  </a:lnTo>
                  <a:lnTo>
                    <a:pt x="7" y="44"/>
                  </a:lnTo>
                  <a:lnTo>
                    <a:pt x="7" y="40"/>
                  </a:lnTo>
                  <a:lnTo>
                    <a:pt x="6" y="37"/>
                  </a:lnTo>
                  <a:lnTo>
                    <a:pt x="4" y="36"/>
                  </a:lnTo>
                  <a:lnTo>
                    <a:pt x="0" y="35"/>
                  </a:lnTo>
                  <a:lnTo>
                    <a:pt x="5" y="32"/>
                  </a:lnTo>
                  <a:lnTo>
                    <a:pt x="7" y="31"/>
                  </a:lnTo>
                  <a:lnTo>
                    <a:pt x="12" y="33"/>
                  </a:lnTo>
                  <a:lnTo>
                    <a:pt x="13" y="31"/>
                  </a:lnTo>
                  <a:lnTo>
                    <a:pt x="13" y="29"/>
                  </a:lnTo>
                  <a:lnTo>
                    <a:pt x="8" y="20"/>
                  </a:lnTo>
                  <a:lnTo>
                    <a:pt x="7" y="18"/>
                  </a:lnTo>
                  <a:lnTo>
                    <a:pt x="6" y="17"/>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29" name="Freeform 48">
              <a:extLst>
                <a:ext uri="{FF2B5EF4-FFF2-40B4-BE49-F238E27FC236}">
                  <a16:creationId xmlns:a16="http://schemas.microsoft.com/office/drawing/2014/main" id="{131646E2-912B-DDBF-4A51-35E23A0B5976}"/>
                </a:ext>
              </a:extLst>
            </p:cNvPr>
            <p:cNvSpPr>
              <a:spLocks/>
            </p:cNvSpPr>
            <p:nvPr/>
          </p:nvSpPr>
          <p:spPr bwMode="gray">
            <a:xfrm>
              <a:off x="4886953" y="4486710"/>
              <a:ext cx="137240" cy="116654"/>
            </a:xfrm>
            <a:custGeom>
              <a:avLst/>
              <a:gdLst>
                <a:gd name="T0" fmla="*/ 46 w 80"/>
                <a:gd name="T1" fmla="*/ 7 h 68"/>
                <a:gd name="T2" fmla="*/ 53 w 80"/>
                <a:gd name="T3" fmla="*/ 9 h 68"/>
                <a:gd name="T4" fmla="*/ 58 w 80"/>
                <a:gd name="T5" fmla="*/ 11 h 68"/>
                <a:gd name="T6" fmla="*/ 58 w 80"/>
                <a:gd name="T7" fmla="*/ 7 h 68"/>
                <a:gd name="T8" fmla="*/ 56 w 80"/>
                <a:gd name="T9" fmla="*/ 4 h 68"/>
                <a:gd name="T10" fmla="*/ 62 w 80"/>
                <a:gd name="T11" fmla="*/ 1 h 68"/>
                <a:gd name="T12" fmla="*/ 68 w 80"/>
                <a:gd name="T13" fmla="*/ 4 h 68"/>
                <a:gd name="T14" fmla="*/ 77 w 80"/>
                <a:gd name="T15" fmla="*/ 1 h 68"/>
                <a:gd name="T16" fmla="*/ 77 w 80"/>
                <a:gd name="T17" fmla="*/ 7 h 68"/>
                <a:gd name="T18" fmla="*/ 80 w 80"/>
                <a:gd name="T19" fmla="*/ 19 h 68"/>
                <a:gd name="T20" fmla="*/ 79 w 80"/>
                <a:gd name="T21" fmla="*/ 24 h 68"/>
                <a:gd name="T22" fmla="*/ 78 w 80"/>
                <a:gd name="T23" fmla="*/ 36 h 68"/>
                <a:gd name="T24" fmla="*/ 71 w 80"/>
                <a:gd name="T25" fmla="*/ 39 h 68"/>
                <a:gd name="T26" fmla="*/ 61 w 80"/>
                <a:gd name="T27" fmla="*/ 44 h 68"/>
                <a:gd name="T28" fmla="*/ 52 w 80"/>
                <a:gd name="T29" fmla="*/ 51 h 68"/>
                <a:gd name="T30" fmla="*/ 58 w 80"/>
                <a:gd name="T31" fmla="*/ 57 h 68"/>
                <a:gd name="T32" fmla="*/ 57 w 80"/>
                <a:gd name="T33" fmla="*/ 61 h 68"/>
                <a:gd name="T34" fmla="*/ 49 w 80"/>
                <a:gd name="T35" fmla="*/ 59 h 68"/>
                <a:gd name="T36" fmla="*/ 38 w 80"/>
                <a:gd name="T37" fmla="*/ 65 h 68"/>
                <a:gd name="T38" fmla="*/ 32 w 80"/>
                <a:gd name="T39" fmla="*/ 68 h 68"/>
                <a:gd name="T40" fmla="*/ 28 w 80"/>
                <a:gd name="T41" fmla="*/ 65 h 68"/>
                <a:gd name="T42" fmla="*/ 23 w 80"/>
                <a:gd name="T43" fmla="*/ 66 h 68"/>
                <a:gd name="T44" fmla="*/ 19 w 80"/>
                <a:gd name="T45" fmla="*/ 66 h 68"/>
                <a:gd name="T46" fmla="*/ 19 w 80"/>
                <a:gd name="T47" fmla="*/ 63 h 68"/>
                <a:gd name="T48" fmla="*/ 20 w 80"/>
                <a:gd name="T49" fmla="*/ 59 h 68"/>
                <a:gd name="T50" fmla="*/ 16 w 80"/>
                <a:gd name="T51" fmla="*/ 57 h 68"/>
                <a:gd name="T52" fmla="*/ 10 w 80"/>
                <a:gd name="T53" fmla="*/ 59 h 68"/>
                <a:gd name="T54" fmla="*/ 4 w 80"/>
                <a:gd name="T55" fmla="*/ 41 h 68"/>
                <a:gd name="T56" fmla="*/ 4 w 80"/>
                <a:gd name="T57" fmla="*/ 36 h 68"/>
                <a:gd name="T58" fmla="*/ 0 w 80"/>
                <a:gd name="T59" fmla="*/ 26 h 68"/>
                <a:gd name="T60" fmla="*/ 0 w 80"/>
                <a:gd name="T61" fmla="*/ 19 h 68"/>
                <a:gd name="T62" fmla="*/ 7 w 80"/>
                <a:gd name="T63" fmla="*/ 8 h 68"/>
                <a:gd name="T64" fmla="*/ 14 w 80"/>
                <a:gd name="T65" fmla="*/ 4 h 68"/>
                <a:gd name="T66" fmla="*/ 28 w 80"/>
                <a:gd name="T67" fmla="*/ 4 h 68"/>
                <a:gd name="T68" fmla="*/ 35 w 80"/>
                <a:gd name="T69" fmla="*/ 4 h 68"/>
                <a:gd name="T70" fmla="*/ 42 w 80"/>
                <a:gd name="T71" fmla="*/ 5 h 6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80"/>
                <a:gd name="T109" fmla="*/ 0 h 68"/>
                <a:gd name="T110" fmla="*/ 80 w 80"/>
                <a:gd name="T111" fmla="*/ 68 h 6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80" h="68">
                  <a:moveTo>
                    <a:pt x="42" y="5"/>
                  </a:moveTo>
                  <a:lnTo>
                    <a:pt x="46" y="7"/>
                  </a:lnTo>
                  <a:lnTo>
                    <a:pt x="51" y="9"/>
                  </a:lnTo>
                  <a:lnTo>
                    <a:pt x="53" y="9"/>
                  </a:lnTo>
                  <a:lnTo>
                    <a:pt x="57" y="11"/>
                  </a:lnTo>
                  <a:lnTo>
                    <a:pt x="58" y="11"/>
                  </a:lnTo>
                  <a:lnTo>
                    <a:pt x="59" y="9"/>
                  </a:lnTo>
                  <a:lnTo>
                    <a:pt x="58" y="7"/>
                  </a:lnTo>
                  <a:lnTo>
                    <a:pt x="57" y="6"/>
                  </a:lnTo>
                  <a:lnTo>
                    <a:pt x="56" y="4"/>
                  </a:lnTo>
                  <a:lnTo>
                    <a:pt x="59" y="2"/>
                  </a:lnTo>
                  <a:lnTo>
                    <a:pt x="62" y="1"/>
                  </a:lnTo>
                  <a:lnTo>
                    <a:pt x="65" y="2"/>
                  </a:lnTo>
                  <a:lnTo>
                    <a:pt x="68" y="4"/>
                  </a:lnTo>
                  <a:lnTo>
                    <a:pt x="70" y="4"/>
                  </a:lnTo>
                  <a:lnTo>
                    <a:pt x="77" y="1"/>
                  </a:lnTo>
                  <a:lnTo>
                    <a:pt x="79" y="0"/>
                  </a:lnTo>
                  <a:lnTo>
                    <a:pt x="77" y="7"/>
                  </a:lnTo>
                  <a:lnTo>
                    <a:pt x="77" y="11"/>
                  </a:lnTo>
                  <a:lnTo>
                    <a:pt x="80" y="19"/>
                  </a:lnTo>
                  <a:lnTo>
                    <a:pt x="80" y="21"/>
                  </a:lnTo>
                  <a:lnTo>
                    <a:pt x="79" y="24"/>
                  </a:lnTo>
                  <a:lnTo>
                    <a:pt x="80" y="32"/>
                  </a:lnTo>
                  <a:lnTo>
                    <a:pt x="78" y="36"/>
                  </a:lnTo>
                  <a:lnTo>
                    <a:pt x="76" y="38"/>
                  </a:lnTo>
                  <a:lnTo>
                    <a:pt x="71" y="39"/>
                  </a:lnTo>
                  <a:lnTo>
                    <a:pt x="65" y="43"/>
                  </a:lnTo>
                  <a:lnTo>
                    <a:pt x="61" y="44"/>
                  </a:lnTo>
                  <a:lnTo>
                    <a:pt x="54" y="48"/>
                  </a:lnTo>
                  <a:lnTo>
                    <a:pt x="52" y="51"/>
                  </a:lnTo>
                  <a:lnTo>
                    <a:pt x="54" y="54"/>
                  </a:lnTo>
                  <a:lnTo>
                    <a:pt x="58" y="57"/>
                  </a:lnTo>
                  <a:lnTo>
                    <a:pt x="58" y="59"/>
                  </a:lnTo>
                  <a:lnTo>
                    <a:pt x="57" y="61"/>
                  </a:lnTo>
                  <a:lnTo>
                    <a:pt x="52" y="59"/>
                  </a:lnTo>
                  <a:lnTo>
                    <a:pt x="49" y="59"/>
                  </a:lnTo>
                  <a:lnTo>
                    <a:pt x="45" y="61"/>
                  </a:lnTo>
                  <a:lnTo>
                    <a:pt x="38" y="65"/>
                  </a:lnTo>
                  <a:lnTo>
                    <a:pt x="34" y="66"/>
                  </a:lnTo>
                  <a:lnTo>
                    <a:pt x="32" y="68"/>
                  </a:lnTo>
                  <a:lnTo>
                    <a:pt x="30" y="67"/>
                  </a:lnTo>
                  <a:lnTo>
                    <a:pt x="28" y="65"/>
                  </a:lnTo>
                  <a:lnTo>
                    <a:pt x="25" y="65"/>
                  </a:lnTo>
                  <a:lnTo>
                    <a:pt x="23" y="66"/>
                  </a:lnTo>
                  <a:lnTo>
                    <a:pt x="21" y="65"/>
                  </a:lnTo>
                  <a:lnTo>
                    <a:pt x="19" y="66"/>
                  </a:lnTo>
                  <a:lnTo>
                    <a:pt x="18" y="65"/>
                  </a:lnTo>
                  <a:lnTo>
                    <a:pt x="19" y="63"/>
                  </a:lnTo>
                  <a:lnTo>
                    <a:pt x="20" y="61"/>
                  </a:lnTo>
                  <a:lnTo>
                    <a:pt x="20" y="59"/>
                  </a:lnTo>
                  <a:lnTo>
                    <a:pt x="18" y="57"/>
                  </a:lnTo>
                  <a:lnTo>
                    <a:pt x="16" y="57"/>
                  </a:lnTo>
                  <a:lnTo>
                    <a:pt x="13" y="59"/>
                  </a:lnTo>
                  <a:lnTo>
                    <a:pt x="10" y="59"/>
                  </a:lnTo>
                  <a:lnTo>
                    <a:pt x="9" y="51"/>
                  </a:lnTo>
                  <a:lnTo>
                    <a:pt x="4" y="41"/>
                  </a:lnTo>
                  <a:lnTo>
                    <a:pt x="6" y="40"/>
                  </a:lnTo>
                  <a:lnTo>
                    <a:pt x="4" y="36"/>
                  </a:lnTo>
                  <a:lnTo>
                    <a:pt x="1" y="31"/>
                  </a:lnTo>
                  <a:lnTo>
                    <a:pt x="0" y="26"/>
                  </a:lnTo>
                  <a:lnTo>
                    <a:pt x="0" y="22"/>
                  </a:lnTo>
                  <a:lnTo>
                    <a:pt x="0" y="19"/>
                  </a:lnTo>
                  <a:lnTo>
                    <a:pt x="1" y="17"/>
                  </a:lnTo>
                  <a:lnTo>
                    <a:pt x="7" y="8"/>
                  </a:lnTo>
                  <a:lnTo>
                    <a:pt x="11" y="5"/>
                  </a:lnTo>
                  <a:lnTo>
                    <a:pt x="14" y="4"/>
                  </a:lnTo>
                  <a:lnTo>
                    <a:pt x="22" y="4"/>
                  </a:lnTo>
                  <a:lnTo>
                    <a:pt x="28" y="4"/>
                  </a:lnTo>
                  <a:lnTo>
                    <a:pt x="32" y="4"/>
                  </a:lnTo>
                  <a:lnTo>
                    <a:pt x="35" y="4"/>
                  </a:lnTo>
                  <a:lnTo>
                    <a:pt x="40" y="4"/>
                  </a:lnTo>
                  <a:lnTo>
                    <a:pt x="42" y="5"/>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0" name="Freeform 49">
              <a:extLst>
                <a:ext uri="{FF2B5EF4-FFF2-40B4-BE49-F238E27FC236}">
                  <a16:creationId xmlns:a16="http://schemas.microsoft.com/office/drawing/2014/main" id="{43BBCDF1-FF43-C408-E445-8C4D363C451F}"/>
                </a:ext>
              </a:extLst>
            </p:cNvPr>
            <p:cNvSpPr>
              <a:spLocks/>
            </p:cNvSpPr>
            <p:nvPr/>
          </p:nvSpPr>
          <p:spPr bwMode="gray">
            <a:xfrm>
              <a:off x="4886953" y="4486710"/>
              <a:ext cx="137240" cy="116654"/>
            </a:xfrm>
            <a:custGeom>
              <a:avLst/>
              <a:gdLst>
                <a:gd name="T0" fmla="*/ 46 w 80"/>
                <a:gd name="T1" fmla="*/ 7 h 68"/>
                <a:gd name="T2" fmla="*/ 53 w 80"/>
                <a:gd name="T3" fmla="*/ 9 h 68"/>
                <a:gd name="T4" fmla="*/ 58 w 80"/>
                <a:gd name="T5" fmla="*/ 11 h 68"/>
                <a:gd name="T6" fmla="*/ 58 w 80"/>
                <a:gd name="T7" fmla="*/ 7 h 68"/>
                <a:gd name="T8" fmla="*/ 56 w 80"/>
                <a:gd name="T9" fmla="*/ 4 h 68"/>
                <a:gd name="T10" fmla="*/ 62 w 80"/>
                <a:gd name="T11" fmla="*/ 1 h 68"/>
                <a:gd name="T12" fmla="*/ 68 w 80"/>
                <a:gd name="T13" fmla="*/ 4 h 68"/>
                <a:gd name="T14" fmla="*/ 77 w 80"/>
                <a:gd name="T15" fmla="*/ 1 h 68"/>
                <a:gd name="T16" fmla="*/ 77 w 80"/>
                <a:gd name="T17" fmla="*/ 7 h 68"/>
                <a:gd name="T18" fmla="*/ 80 w 80"/>
                <a:gd name="T19" fmla="*/ 19 h 68"/>
                <a:gd name="T20" fmla="*/ 79 w 80"/>
                <a:gd name="T21" fmla="*/ 24 h 68"/>
                <a:gd name="T22" fmla="*/ 78 w 80"/>
                <a:gd name="T23" fmla="*/ 36 h 68"/>
                <a:gd name="T24" fmla="*/ 71 w 80"/>
                <a:gd name="T25" fmla="*/ 39 h 68"/>
                <a:gd name="T26" fmla="*/ 61 w 80"/>
                <a:gd name="T27" fmla="*/ 44 h 68"/>
                <a:gd name="T28" fmla="*/ 52 w 80"/>
                <a:gd name="T29" fmla="*/ 51 h 68"/>
                <a:gd name="T30" fmla="*/ 58 w 80"/>
                <a:gd name="T31" fmla="*/ 57 h 68"/>
                <a:gd name="T32" fmla="*/ 57 w 80"/>
                <a:gd name="T33" fmla="*/ 61 h 68"/>
                <a:gd name="T34" fmla="*/ 49 w 80"/>
                <a:gd name="T35" fmla="*/ 59 h 68"/>
                <a:gd name="T36" fmla="*/ 38 w 80"/>
                <a:gd name="T37" fmla="*/ 65 h 68"/>
                <a:gd name="T38" fmla="*/ 32 w 80"/>
                <a:gd name="T39" fmla="*/ 68 h 68"/>
                <a:gd name="T40" fmla="*/ 28 w 80"/>
                <a:gd name="T41" fmla="*/ 65 h 68"/>
                <a:gd name="T42" fmla="*/ 23 w 80"/>
                <a:gd name="T43" fmla="*/ 66 h 68"/>
                <a:gd name="T44" fmla="*/ 19 w 80"/>
                <a:gd name="T45" fmla="*/ 66 h 68"/>
                <a:gd name="T46" fmla="*/ 19 w 80"/>
                <a:gd name="T47" fmla="*/ 63 h 68"/>
                <a:gd name="T48" fmla="*/ 20 w 80"/>
                <a:gd name="T49" fmla="*/ 59 h 68"/>
                <a:gd name="T50" fmla="*/ 16 w 80"/>
                <a:gd name="T51" fmla="*/ 57 h 68"/>
                <a:gd name="T52" fmla="*/ 10 w 80"/>
                <a:gd name="T53" fmla="*/ 59 h 68"/>
                <a:gd name="T54" fmla="*/ 4 w 80"/>
                <a:gd name="T55" fmla="*/ 41 h 68"/>
                <a:gd name="T56" fmla="*/ 4 w 80"/>
                <a:gd name="T57" fmla="*/ 36 h 68"/>
                <a:gd name="T58" fmla="*/ 0 w 80"/>
                <a:gd name="T59" fmla="*/ 26 h 68"/>
                <a:gd name="T60" fmla="*/ 0 w 80"/>
                <a:gd name="T61" fmla="*/ 19 h 68"/>
                <a:gd name="T62" fmla="*/ 7 w 80"/>
                <a:gd name="T63" fmla="*/ 8 h 68"/>
                <a:gd name="T64" fmla="*/ 14 w 80"/>
                <a:gd name="T65" fmla="*/ 4 h 68"/>
                <a:gd name="T66" fmla="*/ 28 w 80"/>
                <a:gd name="T67" fmla="*/ 4 h 68"/>
                <a:gd name="T68" fmla="*/ 35 w 80"/>
                <a:gd name="T69" fmla="*/ 4 h 68"/>
                <a:gd name="T70" fmla="*/ 42 w 80"/>
                <a:gd name="T71" fmla="*/ 5 h 6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80"/>
                <a:gd name="T109" fmla="*/ 0 h 68"/>
                <a:gd name="T110" fmla="*/ 80 w 80"/>
                <a:gd name="T111" fmla="*/ 68 h 6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80" h="68">
                  <a:moveTo>
                    <a:pt x="42" y="5"/>
                  </a:moveTo>
                  <a:lnTo>
                    <a:pt x="46" y="7"/>
                  </a:lnTo>
                  <a:lnTo>
                    <a:pt x="51" y="9"/>
                  </a:lnTo>
                  <a:lnTo>
                    <a:pt x="53" y="9"/>
                  </a:lnTo>
                  <a:lnTo>
                    <a:pt x="57" y="11"/>
                  </a:lnTo>
                  <a:lnTo>
                    <a:pt x="58" y="11"/>
                  </a:lnTo>
                  <a:lnTo>
                    <a:pt x="59" y="9"/>
                  </a:lnTo>
                  <a:lnTo>
                    <a:pt x="58" y="7"/>
                  </a:lnTo>
                  <a:lnTo>
                    <a:pt x="57" y="6"/>
                  </a:lnTo>
                  <a:lnTo>
                    <a:pt x="56" y="4"/>
                  </a:lnTo>
                  <a:lnTo>
                    <a:pt x="59" y="2"/>
                  </a:lnTo>
                  <a:lnTo>
                    <a:pt x="62" y="1"/>
                  </a:lnTo>
                  <a:lnTo>
                    <a:pt x="65" y="2"/>
                  </a:lnTo>
                  <a:lnTo>
                    <a:pt x="68" y="4"/>
                  </a:lnTo>
                  <a:lnTo>
                    <a:pt x="70" y="4"/>
                  </a:lnTo>
                  <a:lnTo>
                    <a:pt x="77" y="1"/>
                  </a:lnTo>
                  <a:lnTo>
                    <a:pt x="79" y="0"/>
                  </a:lnTo>
                  <a:lnTo>
                    <a:pt x="77" y="7"/>
                  </a:lnTo>
                  <a:lnTo>
                    <a:pt x="77" y="11"/>
                  </a:lnTo>
                  <a:lnTo>
                    <a:pt x="80" y="19"/>
                  </a:lnTo>
                  <a:lnTo>
                    <a:pt x="80" y="21"/>
                  </a:lnTo>
                  <a:lnTo>
                    <a:pt x="79" y="24"/>
                  </a:lnTo>
                  <a:lnTo>
                    <a:pt x="80" y="32"/>
                  </a:lnTo>
                  <a:lnTo>
                    <a:pt x="78" y="36"/>
                  </a:lnTo>
                  <a:lnTo>
                    <a:pt x="76" y="38"/>
                  </a:lnTo>
                  <a:lnTo>
                    <a:pt x="71" y="39"/>
                  </a:lnTo>
                  <a:lnTo>
                    <a:pt x="65" y="43"/>
                  </a:lnTo>
                  <a:lnTo>
                    <a:pt x="61" y="44"/>
                  </a:lnTo>
                  <a:lnTo>
                    <a:pt x="54" y="48"/>
                  </a:lnTo>
                  <a:lnTo>
                    <a:pt x="52" y="51"/>
                  </a:lnTo>
                  <a:lnTo>
                    <a:pt x="54" y="54"/>
                  </a:lnTo>
                  <a:lnTo>
                    <a:pt x="58" y="57"/>
                  </a:lnTo>
                  <a:lnTo>
                    <a:pt x="58" y="59"/>
                  </a:lnTo>
                  <a:lnTo>
                    <a:pt x="57" y="61"/>
                  </a:lnTo>
                  <a:lnTo>
                    <a:pt x="52" y="59"/>
                  </a:lnTo>
                  <a:lnTo>
                    <a:pt x="49" y="59"/>
                  </a:lnTo>
                  <a:lnTo>
                    <a:pt x="45" y="61"/>
                  </a:lnTo>
                  <a:lnTo>
                    <a:pt x="38" y="65"/>
                  </a:lnTo>
                  <a:lnTo>
                    <a:pt x="34" y="66"/>
                  </a:lnTo>
                  <a:lnTo>
                    <a:pt x="32" y="68"/>
                  </a:lnTo>
                  <a:lnTo>
                    <a:pt x="30" y="67"/>
                  </a:lnTo>
                  <a:lnTo>
                    <a:pt x="28" y="65"/>
                  </a:lnTo>
                  <a:lnTo>
                    <a:pt x="25" y="65"/>
                  </a:lnTo>
                  <a:lnTo>
                    <a:pt x="23" y="66"/>
                  </a:lnTo>
                  <a:lnTo>
                    <a:pt x="21" y="65"/>
                  </a:lnTo>
                  <a:lnTo>
                    <a:pt x="19" y="66"/>
                  </a:lnTo>
                  <a:lnTo>
                    <a:pt x="18" y="65"/>
                  </a:lnTo>
                  <a:lnTo>
                    <a:pt x="19" y="63"/>
                  </a:lnTo>
                  <a:lnTo>
                    <a:pt x="20" y="61"/>
                  </a:lnTo>
                  <a:lnTo>
                    <a:pt x="20" y="59"/>
                  </a:lnTo>
                  <a:lnTo>
                    <a:pt x="18" y="57"/>
                  </a:lnTo>
                  <a:lnTo>
                    <a:pt x="16" y="57"/>
                  </a:lnTo>
                  <a:lnTo>
                    <a:pt x="13" y="59"/>
                  </a:lnTo>
                  <a:lnTo>
                    <a:pt x="10" y="59"/>
                  </a:lnTo>
                  <a:lnTo>
                    <a:pt x="9" y="51"/>
                  </a:lnTo>
                  <a:lnTo>
                    <a:pt x="4" y="41"/>
                  </a:lnTo>
                  <a:lnTo>
                    <a:pt x="6" y="40"/>
                  </a:lnTo>
                  <a:lnTo>
                    <a:pt x="4" y="36"/>
                  </a:lnTo>
                  <a:lnTo>
                    <a:pt x="1" y="31"/>
                  </a:lnTo>
                  <a:lnTo>
                    <a:pt x="0" y="26"/>
                  </a:lnTo>
                  <a:lnTo>
                    <a:pt x="0" y="22"/>
                  </a:lnTo>
                  <a:lnTo>
                    <a:pt x="0" y="19"/>
                  </a:lnTo>
                  <a:lnTo>
                    <a:pt x="1" y="17"/>
                  </a:lnTo>
                  <a:lnTo>
                    <a:pt x="7" y="8"/>
                  </a:lnTo>
                  <a:lnTo>
                    <a:pt x="11" y="5"/>
                  </a:lnTo>
                  <a:lnTo>
                    <a:pt x="14" y="4"/>
                  </a:lnTo>
                  <a:lnTo>
                    <a:pt x="22" y="4"/>
                  </a:lnTo>
                  <a:lnTo>
                    <a:pt x="28" y="4"/>
                  </a:lnTo>
                  <a:lnTo>
                    <a:pt x="32" y="4"/>
                  </a:lnTo>
                  <a:lnTo>
                    <a:pt x="35" y="4"/>
                  </a:lnTo>
                  <a:lnTo>
                    <a:pt x="40" y="4"/>
                  </a:lnTo>
                  <a:lnTo>
                    <a:pt x="42" y="5"/>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1" name="Freeform 50">
              <a:extLst>
                <a:ext uri="{FF2B5EF4-FFF2-40B4-BE49-F238E27FC236}">
                  <a16:creationId xmlns:a16="http://schemas.microsoft.com/office/drawing/2014/main" id="{87D19586-AED1-D14F-99BD-E9F3CDBAE2BC}"/>
                </a:ext>
              </a:extLst>
            </p:cNvPr>
            <p:cNvSpPr>
              <a:spLocks/>
            </p:cNvSpPr>
            <p:nvPr/>
          </p:nvSpPr>
          <p:spPr bwMode="gray">
            <a:xfrm>
              <a:off x="4753144" y="4322022"/>
              <a:ext cx="217869" cy="411721"/>
            </a:xfrm>
            <a:custGeom>
              <a:avLst/>
              <a:gdLst>
                <a:gd name="T0" fmla="*/ 68 w 127"/>
                <a:gd name="T1" fmla="*/ 239 h 240"/>
                <a:gd name="T2" fmla="*/ 60 w 127"/>
                <a:gd name="T3" fmla="*/ 237 h 240"/>
                <a:gd name="T4" fmla="*/ 57 w 127"/>
                <a:gd name="T5" fmla="*/ 235 h 240"/>
                <a:gd name="T6" fmla="*/ 51 w 127"/>
                <a:gd name="T7" fmla="*/ 229 h 240"/>
                <a:gd name="T8" fmla="*/ 44 w 127"/>
                <a:gd name="T9" fmla="*/ 226 h 240"/>
                <a:gd name="T10" fmla="*/ 38 w 127"/>
                <a:gd name="T11" fmla="*/ 224 h 240"/>
                <a:gd name="T12" fmla="*/ 35 w 127"/>
                <a:gd name="T13" fmla="*/ 213 h 240"/>
                <a:gd name="T14" fmla="*/ 26 w 127"/>
                <a:gd name="T15" fmla="*/ 203 h 240"/>
                <a:gd name="T16" fmla="*/ 16 w 127"/>
                <a:gd name="T17" fmla="*/ 197 h 240"/>
                <a:gd name="T18" fmla="*/ 14 w 127"/>
                <a:gd name="T19" fmla="*/ 186 h 240"/>
                <a:gd name="T20" fmla="*/ 20 w 127"/>
                <a:gd name="T21" fmla="*/ 165 h 240"/>
                <a:gd name="T22" fmla="*/ 30 w 127"/>
                <a:gd name="T23" fmla="*/ 130 h 240"/>
                <a:gd name="T24" fmla="*/ 27 w 127"/>
                <a:gd name="T25" fmla="*/ 111 h 240"/>
                <a:gd name="T26" fmla="*/ 13 w 127"/>
                <a:gd name="T27" fmla="*/ 89 h 240"/>
                <a:gd name="T28" fmla="*/ 17 w 127"/>
                <a:gd name="T29" fmla="*/ 73 h 240"/>
                <a:gd name="T30" fmla="*/ 21 w 127"/>
                <a:gd name="T31" fmla="*/ 66 h 240"/>
                <a:gd name="T32" fmla="*/ 6 w 127"/>
                <a:gd name="T33" fmla="*/ 48 h 240"/>
                <a:gd name="T34" fmla="*/ 4 w 127"/>
                <a:gd name="T35" fmla="*/ 32 h 240"/>
                <a:gd name="T36" fmla="*/ 6 w 127"/>
                <a:gd name="T37" fmla="*/ 24 h 240"/>
                <a:gd name="T38" fmla="*/ 13 w 127"/>
                <a:gd name="T39" fmla="*/ 12 h 240"/>
                <a:gd name="T40" fmla="*/ 32 w 127"/>
                <a:gd name="T41" fmla="*/ 3 h 240"/>
                <a:gd name="T42" fmla="*/ 41 w 127"/>
                <a:gd name="T43" fmla="*/ 0 h 240"/>
                <a:gd name="T44" fmla="*/ 48 w 127"/>
                <a:gd name="T45" fmla="*/ 7 h 240"/>
                <a:gd name="T46" fmla="*/ 52 w 127"/>
                <a:gd name="T47" fmla="*/ 17 h 240"/>
                <a:gd name="T48" fmla="*/ 60 w 127"/>
                <a:gd name="T49" fmla="*/ 25 h 240"/>
                <a:gd name="T50" fmla="*/ 55 w 127"/>
                <a:gd name="T51" fmla="*/ 47 h 240"/>
                <a:gd name="T52" fmla="*/ 70 w 127"/>
                <a:gd name="T53" fmla="*/ 39 h 240"/>
                <a:gd name="T54" fmla="*/ 84 w 127"/>
                <a:gd name="T55" fmla="*/ 42 h 240"/>
                <a:gd name="T56" fmla="*/ 94 w 127"/>
                <a:gd name="T57" fmla="*/ 33 h 240"/>
                <a:gd name="T58" fmla="*/ 105 w 127"/>
                <a:gd name="T59" fmla="*/ 42 h 240"/>
                <a:gd name="T60" fmla="*/ 114 w 127"/>
                <a:gd name="T61" fmla="*/ 66 h 240"/>
                <a:gd name="T62" fmla="*/ 127 w 127"/>
                <a:gd name="T63" fmla="*/ 87 h 240"/>
                <a:gd name="T64" fmla="*/ 118 w 127"/>
                <a:gd name="T65" fmla="*/ 100 h 240"/>
                <a:gd name="T66" fmla="*/ 100 w 127"/>
                <a:gd name="T67" fmla="*/ 100 h 240"/>
                <a:gd name="T68" fmla="*/ 79 w 127"/>
                <a:gd name="T69" fmla="*/ 113 h 240"/>
                <a:gd name="T70" fmla="*/ 79 w 127"/>
                <a:gd name="T71" fmla="*/ 127 h 240"/>
                <a:gd name="T72" fmla="*/ 82 w 127"/>
                <a:gd name="T73" fmla="*/ 136 h 240"/>
                <a:gd name="T74" fmla="*/ 68 w 127"/>
                <a:gd name="T75" fmla="*/ 127 h 240"/>
                <a:gd name="T76" fmla="*/ 57 w 127"/>
                <a:gd name="T77" fmla="*/ 127 h 240"/>
                <a:gd name="T78" fmla="*/ 55 w 127"/>
                <a:gd name="T79" fmla="*/ 115 h 240"/>
                <a:gd name="T80" fmla="*/ 42 w 127"/>
                <a:gd name="T81" fmla="*/ 115 h 240"/>
                <a:gd name="T82" fmla="*/ 38 w 127"/>
                <a:gd name="T83" fmla="*/ 129 h 240"/>
                <a:gd name="T84" fmla="*/ 33 w 127"/>
                <a:gd name="T85" fmla="*/ 149 h 240"/>
                <a:gd name="T86" fmla="*/ 28 w 127"/>
                <a:gd name="T87" fmla="*/ 181 h 240"/>
                <a:gd name="T88" fmla="*/ 38 w 127"/>
                <a:gd name="T89" fmla="*/ 182 h 240"/>
                <a:gd name="T90" fmla="*/ 40 w 127"/>
                <a:gd name="T91" fmla="*/ 192 h 240"/>
                <a:gd name="T92" fmla="*/ 46 w 127"/>
                <a:gd name="T93" fmla="*/ 203 h 240"/>
                <a:gd name="T94" fmla="*/ 51 w 127"/>
                <a:gd name="T95" fmla="*/ 217 h 240"/>
                <a:gd name="T96" fmla="*/ 66 w 127"/>
                <a:gd name="T97" fmla="*/ 221 h 240"/>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27"/>
                <a:gd name="T148" fmla="*/ 0 h 240"/>
                <a:gd name="T149" fmla="*/ 127 w 127"/>
                <a:gd name="T150" fmla="*/ 240 h 240"/>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27" h="240">
                  <a:moveTo>
                    <a:pt x="73" y="230"/>
                  </a:moveTo>
                  <a:lnTo>
                    <a:pt x="73" y="233"/>
                  </a:lnTo>
                  <a:lnTo>
                    <a:pt x="69" y="235"/>
                  </a:lnTo>
                  <a:lnTo>
                    <a:pt x="68" y="239"/>
                  </a:lnTo>
                  <a:lnTo>
                    <a:pt x="64" y="239"/>
                  </a:lnTo>
                  <a:lnTo>
                    <a:pt x="64" y="236"/>
                  </a:lnTo>
                  <a:lnTo>
                    <a:pt x="62" y="235"/>
                  </a:lnTo>
                  <a:lnTo>
                    <a:pt x="60" y="237"/>
                  </a:lnTo>
                  <a:lnTo>
                    <a:pt x="58" y="240"/>
                  </a:lnTo>
                  <a:lnTo>
                    <a:pt x="56" y="239"/>
                  </a:lnTo>
                  <a:lnTo>
                    <a:pt x="55" y="237"/>
                  </a:lnTo>
                  <a:lnTo>
                    <a:pt x="57" y="235"/>
                  </a:lnTo>
                  <a:lnTo>
                    <a:pt x="57" y="233"/>
                  </a:lnTo>
                  <a:lnTo>
                    <a:pt x="56" y="232"/>
                  </a:lnTo>
                  <a:lnTo>
                    <a:pt x="54" y="230"/>
                  </a:lnTo>
                  <a:lnTo>
                    <a:pt x="51" y="229"/>
                  </a:lnTo>
                  <a:lnTo>
                    <a:pt x="51" y="226"/>
                  </a:lnTo>
                  <a:lnTo>
                    <a:pt x="47" y="226"/>
                  </a:lnTo>
                  <a:lnTo>
                    <a:pt x="43" y="227"/>
                  </a:lnTo>
                  <a:lnTo>
                    <a:pt x="44" y="226"/>
                  </a:lnTo>
                  <a:lnTo>
                    <a:pt x="44" y="224"/>
                  </a:lnTo>
                  <a:lnTo>
                    <a:pt x="43" y="223"/>
                  </a:lnTo>
                  <a:lnTo>
                    <a:pt x="40" y="224"/>
                  </a:lnTo>
                  <a:lnTo>
                    <a:pt x="38" y="224"/>
                  </a:lnTo>
                  <a:lnTo>
                    <a:pt x="36" y="221"/>
                  </a:lnTo>
                  <a:lnTo>
                    <a:pt x="35" y="218"/>
                  </a:lnTo>
                  <a:lnTo>
                    <a:pt x="36" y="216"/>
                  </a:lnTo>
                  <a:lnTo>
                    <a:pt x="35" y="213"/>
                  </a:lnTo>
                  <a:lnTo>
                    <a:pt x="33" y="211"/>
                  </a:lnTo>
                  <a:lnTo>
                    <a:pt x="30" y="212"/>
                  </a:lnTo>
                  <a:lnTo>
                    <a:pt x="27" y="206"/>
                  </a:lnTo>
                  <a:lnTo>
                    <a:pt x="26" y="203"/>
                  </a:lnTo>
                  <a:lnTo>
                    <a:pt x="24" y="201"/>
                  </a:lnTo>
                  <a:lnTo>
                    <a:pt x="21" y="200"/>
                  </a:lnTo>
                  <a:lnTo>
                    <a:pt x="18" y="197"/>
                  </a:lnTo>
                  <a:lnTo>
                    <a:pt x="16" y="197"/>
                  </a:lnTo>
                  <a:lnTo>
                    <a:pt x="14" y="199"/>
                  </a:lnTo>
                  <a:lnTo>
                    <a:pt x="13" y="196"/>
                  </a:lnTo>
                  <a:lnTo>
                    <a:pt x="13" y="191"/>
                  </a:lnTo>
                  <a:lnTo>
                    <a:pt x="14" y="186"/>
                  </a:lnTo>
                  <a:lnTo>
                    <a:pt x="18" y="174"/>
                  </a:lnTo>
                  <a:lnTo>
                    <a:pt x="20" y="168"/>
                  </a:lnTo>
                  <a:lnTo>
                    <a:pt x="19" y="167"/>
                  </a:lnTo>
                  <a:lnTo>
                    <a:pt x="20" y="165"/>
                  </a:lnTo>
                  <a:lnTo>
                    <a:pt x="27" y="153"/>
                  </a:lnTo>
                  <a:lnTo>
                    <a:pt x="34" y="142"/>
                  </a:lnTo>
                  <a:lnTo>
                    <a:pt x="35" y="139"/>
                  </a:lnTo>
                  <a:lnTo>
                    <a:pt x="30" y="130"/>
                  </a:lnTo>
                  <a:lnTo>
                    <a:pt x="27" y="122"/>
                  </a:lnTo>
                  <a:lnTo>
                    <a:pt x="27" y="120"/>
                  </a:lnTo>
                  <a:lnTo>
                    <a:pt x="27" y="115"/>
                  </a:lnTo>
                  <a:lnTo>
                    <a:pt x="27" y="111"/>
                  </a:lnTo>
                  <a:lnTo>
                    <a:pt x="25" y="107"/>
                  </a:lnTo>
                  <a:lnTo>
                    <a:pt x="21" y="103"/>
                  </a:lnTo>
                  <a:lnTo>
                    <a:pt x="18" y="100"/>
                  </a:lnTo>
                  <a:lnTo>
                    <a:pt x="13" y="89"/>
                  </a:lnTo>
                  <a:lnTo>
                    <a:pt x="12" y="86"/>
                  </a:lnTo>
                  <a:lnTo>
                    <a:pt x="18" y="83"/>
                  </a:lnTo>
                  <a:lnTo>
                    <a:pt x="19" y="82"/>
                  </a:lnTo>
                  <a:lnTo>
                    <a:pt x="17" y="73"/>
                  </a:lnTo>
                  <a:lnTo>
                    <a:pt x="18" y="71"/>
                  </a:lnTo>
                  <a:lnTo>
                    <a:pt x="21" y="70"/>
                  </a:lnTo>
                  <a:lnTo>
                    <a:pt x="22" y="68"/>
                  </a:lnTo>
                  <a:lnTo>
                    <a:pt x="21" y="66"/>
                  </a:lnTo>
                  <a:lnTo>
                    <a:pt x="17" y="58"/>
                  </a:lnTo>
                  <a:lnTo>
                    <a:pt x="16" y="55"/>
                  </a:lnTo>
                  <a:lnTo>
                    <a:pt x="8" y="49"/>
                  </a:lnTo>
                  <a:lnTo>
                    <a:pt x="6" y="48"/>
                  </a:lnTo>
                  <a:lnTo>
                    <a:pt x="6" y="41"/>
                  </a:lnTo>
                  <a:lnTo>
                    <a:pt x="5" y="40"/>
                  </a:lnTo>
                  <a:lnTo>
                    <a:pt x="0" y="33"/>
                  </a:lnTo>
                  <a:lnTo>
                    <a:pt x="4" y="32"/>
                  </a:lnTo>
                  <a:lnTo>
                    <a:pt x="6" y="32"/>
                  </a:lnTo>
                  <a:lnTo>
                    <a:pt x="6" y="30"/>
                  </a:lnTo>
                  <a:lnTo>
                    <a:pt x="6" y="27"/>
                  </a:lnTo>
                  <a:lnTo>
                    <a:pt x="6" y="24"/>
                  </a:lnTo>
                  <a:lnTo>
                    <a:pt x="6" y="18"/>
                  </a:lnTo>
                  <a:lnTo>
                    <a:pt x="7" y="15"/>
                  </a:lnTo>
                  <a:lnTo>
                    <a:pt x="10" y="12"/>
                  </a:lnTo>
                  <a:lnTo>
                    <a:pt x="13" y="12"/>
                  </a:lnTo>
                  <a:lnTo>
                    <a:pt x="18" y="12"/>
                  </a:lnTo>
                  <a:lnTo>
                    <a:pt x="25" y="10"/>
                  </a:lnTo>
                  <a:lnTo>
                    <a:pt x="28" y="6"/>
                  </a:lnTo>
                  <a:lnTo>
                    <a:pt x="32" y="3"/>
                  </a:lnTo>
                  <a:lnTo>
                    <a:pt x="35" y="2"/>
                  </a:lnTo>
                  <a:lnTo>
                    <a:pt x="39" y="1"/>
                  </a:lnTo>
                  <a:lnTo>
                    <a:pt x="40" y="1"/>
                  </a:lnTo>
                  <a:lnTo>
                    <a:pt x="41" y="0"/>
                  </a:lnTo>
                  <a:lnTo>
                    <a:pt x="45" y="1"/>
                  </a:lnTo>
                  <a:lnTo>
                    <a:pt x="47" y="3"/>
                  </a:lnTo>
                  <a:lnTo>
                    <a:pt x="48" y="4"/>
                  </a:lnTo>
                  <a:lnTo>
                    <a:pt x="48" y="7"/>
                  </a:lnTo>
                  <a:lnTo>
                    <a:pt x="47" y="13"/>
                  </a:lnTo>
                  <a:lnTo>
                    <a:pt x="48" y="16"/>
                  </a:lnTo>
                  <a:lnTo>
                    <a:pt x="49" y="17"/>
                  </a:lnTo>
                  <a:lnTo>
                    <a:pt x="52" y="17"/>
                  </a:lnTo>
                  <a:lnTo>
                    <a:pt x="55" y="15"/>
                  </a:lnTo>
                  <a:lnTo>
                    <a:pt x="58" y="15"/>
                  </a:lnTo>
                  <a:lnTo>
                    <a:pt x="58" y="16"/>
                  </a:lnTo>
                  <a:lnTo>
                    <a:pt x="60" y="25"/>
                  </a:lnTo>
                  <a:lnTo>
                    <a:pt x="60" y="29"/>
                  </a:lnTo>
                  <a:lnTo>
                    <a:pt x="56" y="40"/>
                  </a:lnTo>
                  <a:lnTo>
                    <a:pt x="55" y="43"/>
                  </a:lnTo>
                  <a:lnTo>
                    <a:pt x="55" y="47"/>
                  </a:lnTo>
                  <a:lnTo>
                    <a:pt x="56" y="50"/>
                  </a:lnTo>
                  <a:lnTo>
                    <a:pt x="59" y="51"/>
                  </a:lnTo>
                  <a:lnTo>
                    <a:pt x="62" y="48"/>
                  </a:lnTo>
                  <a:lnTo>
                    <a:pt x="70" y="39"/>
                  </a:lnTo>
                  <a:lnTo>
                    <a:pt x="72" y="39"/>
                  </a:lnTo>
                  <a:lnTo>
                    <a:pt x="79" y="41"/>
                  </a:lnTo>
                  <a:lnTo>
                    <a:pt x="82" y="43"/>
                  </a:lnTo>
                  <a:lnTo>
                    <a:pt x="84" y="42"/>
                  </a:lnTo>
                  <a:lnTo>
                    <a:pt x="88" y="40"/>
                  </a:lnTo>
                  <a:lnTo>
                    <a:pt x="89" y="37"/>
                  </a:lnTo>
                  <a:lnTo>
                    <a:pt x="91" y="33"/>
                  </a:lnTo>
                  <a:lnTo>
                    <a:pt x="94" y="33"/>
                  </a:lnTo>
                  <a:lnTo>
                    <a:pt x="100" y="35"/>
                  </a:lnTo>
                  <a:lnTo>
                    <a:pt x="102" y="36"/>
                  </a:lnTo>
                  <a:lnTo>
                    <a:pt x="103" y="38"/>
                  </a:lnTo>
                  <a:lnTo>
                    <a:pt x="105" y="42"/>
                  </a:lnTo>
                  <a:lnTo>
                    <a:pt x="110" y="47"/>
                  </a:lnTo>
                  <a:lnTo>
                    <a:pt x="112" y="52"/>
                  </a:lnTo>
                  <a:lnTo>
                    <a:pt x="113" y="63"/>
                  </a:lnTo>
                  <a:lnTo>
                    <a:pt x="114" y="66"/>
                  </a:lnTo>
                  <a:lnTo>
                    <a:pt x="115" y="69"/>
                  </a:lnTo>
                  <a:lnTo>
                    <a:pt x="122" y="78"/>
                  </a:lnTo>
                  <a:lnTo>
                    <a:pt x="126" y="83"/>
                  </a:lnTo>
                  <a:lnTo>
                    <a:pt x="127" y="87"/>
                  </a:lnTo>
                  <a:lnTo>
                    <a:pt x="127" y="94"/>
                  </a:lnTo>
                  <a:lnTo>
                    <a:pt x="126" y="97"/>
                  </a:lnTo>
                  <a:lnTo>
                    <a:pt x="120" y="101"/>
                  </a:lnTo>
                  <a:lnTo>
                    <a:pt x="118" y="100"/>
                  </a:lnTo>
                  <a:lnTo>
                    <a:pt x="113" y="100"/>
                  </a:lnTo>
                  <a:lnTo>
                    <a:pt x="110" y="100"/>
                  </a:lnTo>
                  <a:lnTo>
                    <a:pt x="106" y="100"/>
                  </a:lnTo>
                  <a:lnTo>
                    <a:pt x="100" y="100"/>
                  </a:lnTo>
                  <a:lnTo>
                    <a:pt x="92" y="100"/>
                  </a:lnTo>
                  <a:lnTo>
                    <a:pt x="89" y="101"/>
                  </a:lnTo>
                  <a:lnTo>
                    <a:pt x="85" y="104"/>
                  </a:lnTo>
                  <a:lnTo>
                    <a:pt x="79" y="113"/>
                  </a:lnTo>
                  <a:lnTo>
                    <a:pt x="78" y="115"/>
                  </a:lnTo>
                  <a:lnTo>
                    <a:pt x="78" y="118"/>
                  </a:lnTo>
                  <a:lnTo>
                    <a:pt x="78" y="122"/>
                  </a:lnTo>
                  <a:lnTo>
                    <a:pt x="79" y="127"/>
                  </a:lnTo>
                  <a:lnTo>
                    <a:pt x="82" y="132"/>
                  </a:lnTo>
                  <a:lnTo>
                    <a:pt x="84" y="136"/>
                  </a:lnTo>
                  <a:lnTo>
                    <a:pt x="82" y="137"/>
                  </a:lnTo>
                  <a:lnTo>
                    <a:pt x="82" y="136"/>
                  </a:lnTo>
                  <a:lnTo>
                    <a:pt x="81" y="135"/>
                  </a:lnTo>
                  <a:lnTo>
                    <a:pt x="77" y="134"/>
                  </a:lnTo>
                  <a:lnTo>
                    <a:pt x="71" y="128"/>
                  </a:lnTo>
                  <a:lnTo>
                    <a:pt x="68" y="127"/>
                  </a:lnTo>
                  <a:lnTo>
                    <a:pt x="66" y="127"/>
                  </a:lnTo>
                  <a:lnTo>
                    <a:pt x="62" y="129"/>
                  </a:lnTo>
                  <a:lnTo>
                    <a:pt x="59" y="128"/>
                  </a:lnTo>
                  <a:lnTo>
                    <a:pt x="57" y="127"/>
                  </a:lnTo>
                  <a:lnTo>
                    <a:pt x="54" y="127"/>
                  </a:lnTo>
                  <a:lnTo>
                    <a:pt x="54" y="125"/>
                  </a:lnTo>
                  <a:lnTo>
                    <a:pt x="56" y="116"/>
                  </a:lnTo>
                  <a:lnTo>
                    <a:pt x="55" y="115"/>
                  </a:lnTo>
                  <a:lnTo>
                    <a:pt x="50" y="114"/>
                  </a:lnTo>
                  <a:lnTo>
                    <a:pt x="49" y="114"/>
                  </a:lnTo>
                  <a:lnTo>
                    <a:pt x="45" y="114"/>
                  </a:lnTo>
                  <a:lnTo>
                    <a:pt x="42" y="115"/>
                  </a:lnTo>
                  <a:lnTo>
                    <a:pt x="40" y="117"/>
                  </a:lnTo>
                  <a:lnTo>
                    <a:pt x="41" y="122"/>
                  </a:lnTo>
                  <a:lnTo>
                    <a:pt x="41" y="124"/>
                  </a:lnTo>
                  <a:lnTo>
                    <a:pt x="38" y="129"/>
                  </a:lnTo>
                  <a:lnTo>
                    <a:pt x="39" y="133"/>
                  </a:lnTo>
                  <a:lnTo>
                    <a:pt x="39" y="136"/>
                  </a:lnTo>
                  <a:lnTo>
                    <a:pt x="37" y="141"/>
                  </a:lnTo>
                  <a:lnTo>
                    <a:pt x="33" y="149"/>
                  </a:lnTo>
                  <a:lnTo>
                    <a:pt x="28" y="161"/>
                  </a:lnTo>
                  <a:lnTo>
                    <a:pt x="26" y="171"/>
                  </a:lnTo>
                  <a:lnTo>
                    <a:pt x="27" y="179"/>
                  </a:lnTo>
                  <a:lnTo>
                    <a:pt x="28" y="181"/>
                  </a:lnTo>
                  <a:lnTo>
                    <a:pt x="30" y="183"/>
                  </a:lnTo>
                  <a:lnTo>
                    <a:pt x="34" y="182"/>
                  </a:lnTo>
                  <a:lnTo>
                    <a:pt x="36" y="181"/>
                  </a:lnTo>
                  <a:lnTo>
                    <a:pt x="38" y="182"/>
                  </a:lnTo>
                  <a:lnTo>
                    <a:pt x="39" y="184"/>
                  </a:lnTo>
                  <a:lnTo>
                    <a:pt x="39" y="187"/>
                  </a:lnTo>
                  <a:lnTo>
                    <a:pt x="39" y="190"/>
                  </a:lnTo>
                  <a:lnTo>
                    <a:pt x="40" y="192"/>
                  </a:lnTo>
                  <a:lnTo>
                    <a:pt x="41" y="193"/>
                  </a:lnTo>
                  <a:lnTo>
                    <a:pt x="43" y="192"/>
                  </a:lnTo>
                  <a:lnTo>
                    <a:pt x="44" y="196"/>
                  </a:lnTo>
                  <a:lnTo>
                    <a:pt x="46" y="203"/>
                  </a:lnTo>
                  <a:lnTo>
                    <a:pt x="46" y="205"/>
                  </a:lnTo>
                  <a:lnTo>
                    <a:pt x="46" y="210"/>
                  </a:lnTo>
                  <a:lnTo>
                    <a:pt x="50" y="216"/>
                  </a:lnTo>
                  <a:lnTo>
                    <a:pt x="51" y="217"/>
                  </a:lnTo>
                  <a:lnTo>
                    <a:pt x="56" y="219"/>
                  </a:lnTo>
                  <a:lnTo>
                    <a:pt x="60" y="220"/>
                  </a:lnTo>
                  <a:lnTo>
                    <a:pt x="63" y="220"/>
                  </a:lnTo>
                  <a:lnTo>
                    <a:pt x="66" y="221"/>
                  </a:lnTo>
                  <a:lnTo>
                    <a:pt x="67" y="225"/>
                  </a:lnTo>
                  <a:lnTo>
                    <a:pt x="72" y="229"/>
                  </a:lnTo>
                  <a:lnTo>
                    <a:pt x="73" y="23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2" name="Freeform 51">
              <a:extLst>
                <a:ext uri="{FF2B5EF4-FFF2-40B4-BE49-F238E27FC236}">
                  <a16:creationId xmlns:a16="http://schemas.microsoft.com/office/drawing/2014/main" id="{228BE722-E905-C1AD-2C15-E56929A4ADDF}"/>
                </a:ext>
              </a:extLst>
            </p:cNvPr>
            <p:cNvSpPr>
              <a:spLocks/>
            </p:cNvSpPr>
            <p:nvPr/>
          </p:nvSpPr>
          <p:spPr bwMode="gray">
            <a:xfrm>
              <a:off x="4753144" y="4322022"/>
              <a:ext cx="217869" cy="411721"/>
            </a:xfrm>
            <a:custGeom>
              <a:avLst/>
              <a:gdLst>
                <a:gd name="T0" fmla="*/ 68 w 127"/>
                <a:gd name="T1" fmla="*/ 239 h 240"/>
                <a:gd name="T2" fmla="*/ 60 w 127"/>
                <a:gd name="T3" fmla="*/ 237 h 240"/>
                <a:gd name="T4" fmla="*/ 57 w 127"/>
                <a:gd name="T5" fmla="*/ 235 h 240"/>
                <a:gd name="T6" fmla="*/ 51 w 127"/>
                <a:gd name="T7" fmla="*/ 229 h 240"/>
                <a:gd name="T8" fmla="*/ 44 w 127"/>
                <a:gd name="T9" fmla="*/ 226 h 240"/>
                <a:gd name="T10" fmla="*/ 38 w 127"/>
                <a:gd name="T11" fmla="*/ 224 h 240"/>
                <a:gd name="T12" fmla="*/ 35 w 127"/>
                <a:gd name="T13" fmla="*/ 213 h 240"/>
                <a:gd name="T14" fmla="*/ 26 w 127"/>
                <a:gd name="T15" fmla="*/ 203 h 240"/>
                <a:gd name="T16" fmla="*/ 16 w 127"/>
                <a:gd name="T17" fmla="*/ 197 h 240"/>
                <a:gd name="T18" fmla="*/ 14 w 127"/>
                <a:gd name="T19" fmla="*/ 186 h 240"/>
                <a:gd name="T20" fmla="*/ 20 w 127"/>
                <a:gd name="T21" fmla="*/ 165 h 240"/>
                <a:gd name="T22" fmla="*/ 30 w 127"/>
                <a:gd name="T23" fmla="*/ 130 h 240"/>
                <a:gd name="T24" fmla="*/ 27 w 127"/>
                <a:gd name="T25" fmla="*/ 111 h 240"/>
                <a:gd name="T26" fmla="*/ 13 w 127"/>
                <a:gd name="T27" fmla="*/ 89 h 240"/>
                <a:gd name="T28" fmla="*/ 17 w 127"/>
                <a:gd name="T29" fmla="*/ 73 h 240"/>
                <a:gd name="T30" fmla="*/ 21 w 127"/>
                <a:gd name="T31" fmla="*/ 66 h 240"/>
                <a:gd name="T32" fmla="*/ 6 w 127"/>
                <a:gd name="T33" fmla="*/ 48 h 240"/>
                <a:gd name="T34" fmla="*/ 4 w 127"/>
                <a:gd name="T35" fmla="*/ 32 h 240"/>
                <a:gd name="T36" fmla="*/ 6 w 127"/>
                <a:gd name="T37" fmla="*/ 24 h 240"/>
                <a:gd name="T38" fmla="*/ 13 w 127"/>
                <a:gd name="T39" fmla="*/ 12 h 240"/>
                <a:gd name="T40" fmla="*/ 32 w 127"/>
                <a:gd name="T41" fmla="*/ 3 h 240"/>
                <a:gd name="T42" fmla="*/ 41 w 127"/>
                <a:gd name="T43" fmla="*/ 0 h 240"/>
                <a:gd name="T44" fmla="*/ 48 w 127"/>
                <a:gd name="T45" fmla="*/ 7 h 240"/>
                <a:gd name="T46" fmla="*/ 52 w 127"/>
                <a:gd name="T47" fmla="*/ 17 h 240"/>
                <a:gd name="T48" fmla="*/ 60 w 127"/>
                <a:gd name="T49" fmla="*/ 25 h 240"/>
                <a:gd name="T50" fmla="*/ 55 w 127"/>
                <a:gd name="T51" fmla="*/ 47 h 240"/>
                <a:gd name="T52" fmla="*/ 70 w 127"/>
                <a:gd name="T53" fmla="*/ 39 h 240"/>
                <a:gd name="T54" fmla="*/ 84 w 127"/>
                <a:gd name="T55" fmla="*/ 42 h 240"/>
                <a:gd name="T56" fmla="*/ 94 w 127"/>
                <a:gd name="T57" fmla="*/ 33 h 240"/>
                <a:gd name="T58" fmla="*/ 105 w 127"/>
                <a:gd name="T59" fmla="*/ 42 h 240"/>
                <a:gd name="T60" fmla="*/ 114 w 127"/>
                <a:gd name="T61" fmla="*/ 66 h 240"/>
                <a:gd name="T62" fmla="*/ 127 w 127"/>
                <a:gd name="T63" fmla="*/ 87 h 240"/>
                <a:gd name="T64" fmla="*/ 118 w 127"/>
                <a:gd name="T65" fmla="*/ 100 h 240"/>
                <a:gd name="T66" fmla="*/ 100 w 127"/>
                <a:gd name="T67" fmla="*/ 100 h 240"/>
                <a:gd name="T68" fmla="*/ 79 w 127"/>
                <a:gd name="T69" fmla="*/ 113 h 240"/>
                <a:gd name="T70" fmla="*/ 79 w 127"/>
                <a:gd name="T71" fmla="*/ 127 h 240"/>
                <a:gd name="T72" fmla="*/ 82 w 127"/>
                <a:gd name="T73" fmla="*/ 136 h 240"/>
                <a:gd name="T74" fmla="*/ 68 w 127"/>
                <a:gd name="T75" fmla="*/ 127 h 240"/>
                <a:gd name="T76" fmla="*/ 57 w 127"/>
                <a:gd name="T77" fmla="*/ 127 h 240"/>
                <a:gd name="T78" fmla="*/ 55 w 127"/>
                <a:gd name="T79" fmla="*/ 115 h 240"/>
                <a:gd name="T80" fmla="*/ 42 w 127"/>
                <a:gd name="T81" fmla="*/ 115 h 240"/>
                <a:gd name="T82" fmla="*/ 38 w 127"/>
                <a:gd name="T83" fmla="*/ 129 h 240"/>
                <a:gd name="T84" fmla="*/ 33 w 127"/>
                <a:gd name="T85" fmla="*/ 149 h 240"/>
                <a:gd name="T86" fmla="*/ 28 w 127"/>
                <a:gd name="T87" fmla="*/ 181 h 240"/>
                <a:gd name="T88" fmla="*/ 38 w 127"/>
                <a:gd name="T89" fmla="*/ 182 h 240"/>
                <a:gd name="T90" fmla="*/ 40 w 127"/>
                <a:gd name="T91" fmla="*/ 192 h 240"/>
                <a:gd name="T92" fmla="*/ 46 w 127"/>
                <a:gd name="T93" fmla="*/ 203 h 240"/>
                <a:gd name="T94" fmla="*/ 51 w 127"/>
                <a:gd name="T95" fmla="*/ 217 h 240"/>
                <a:gd name="T96" fmla="*/ 66 w 127"/>
                <a:gd name="T97" fmla="*/ 221 h 240"/>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27"/>
                <a:gd name="T148" fmla="*/ 0 h 240"/>
                <a:gd name="T149" fmla="*/ 127 w 127"/>
                <a:gd name="T150" fmla="*/ 240 h 240"/>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27" h="240">
                  <a:moveTo>
                    <a:pt x="73" y="230"/>
                  </a:moveTo>
                  <a:lnTo>
                    <a:pt x="73" y="233"/>
                  </a:lnTo>
                  <a:lnTo>
                    <a:pt x="69" y="235"/>
                  </a:lnTo>
                  <a:lnTo>
                    <a:pt x="68" y="239"/>
                  </a:lnTo>
                  <a:lnTo>
                    <a:pt x="64" y="239"/>
                  </a:lnTo>
                  <a:lnTo>
                    <a:pt x="64" y="236"/>
                  </a:lnTo>
                  <a:lnTo>
                    <a:pt x="62" y="235"/>
                  </a:lnTo>
                  <a:lnTo>
                    <a:pt x="60" y="237"/>
                  </a:lnTo>
                  <a:lnTo>
                    <a:pt x="58" y="240"/>
                  </a:lnTo>
                  <a:lnTo>
                    <a:pt x="56" y="239"/>
                  </a:lnTo>
                  <a:lnTo>
                    <a:pt x="55" y="237"/>
                  </a:lnTo>
                  <a:lnTo>
                    <a:pt x="57" y="235"/>
                  </a:lnTo>
                  <a:lnTo>
                    <a:pt x="57" y="233"/>
                  </a:lnTo>
                  <a:lnTo>
                    <a:pt x="56" y="232"/>
                  </a:lnTo>
                  <a:lnTo>
                    <a:pt x="54" y="230"/>
                  </a:lnTo>
                  <a:lnTo>
                    <a:pt x="51" y="229"/>
                  </a:lnTo>
                  <a:lnTo>
                    <a:pt x="51" y="226"/>
                  </a:lnTo>
                  <a:lnTo>
                    <a:pt x="47" y="226"/>
                  </a:lnTo>
                  <a:lnTo>
                    <a:pt x="43" y="227"/>
                  </a:lnTo>
                  <a:lnTo>
                    <a:pt x="44" y="226"/>
                  </a:lnTo>
                  <a:lnTo>
                    <a:pt x="44" y="224"/>
                  </a:lnTo>
                  <a:lnTo>
                    <a:pt x="43" y="223"/>
                  </a:lnTo>
                  <a:lnTo>
                    <a:pt x="40" y="224"/>
                  </a:lnTo>
                  <a:lnTo>
                    <a:pt x="38" y="224"/>
                  </a:lnTo>
                  <a:lnTo>
                    <a:pt x="36" y="221"/>
                  </a:lnTo>
                  <a:lnTo>
                    <a:pt x="35" y="218"/>
                  </a:lnTo>
                  <a:lnTo>
                    <a:pt x="36" y="216"/>
                  </a:lnTo>
                  <a:lnTo>
                    <a:pt x="35" y="213"/>
                  </a:lnTo>
                  <a:lnTo>
                    <a:pt x="33" y="211"/>
                  </a:lnTo>
                  <a:lnTo>
                    <a:pt x="30" y="212"/>
                  </a:lnTo>
                  <a:lnTo>
                    <a:pt x="27" y="206"/>
                  </a:lnTo>
                  <a:lnTo>
                    <a:pt x="26" y="203"/>
                  </a:lnTo>
                  <a:lnTo>
                    <a:pt x="24" y="201"/>
                  </a:lnTo>
                  <a:lnTo>
                    <a:pt x="21" y="200"/>
                  </a:lnTo>
                  <a:lnTo>
                    <a:pt x="18" y="197"/>
                  </a:lnTo>
                  <a:lnTo>
                    <a:pt x="16" y="197"/>
                  </a:lnTo>
                  <a:lnTo>
                    <a:pt x="14" y="199"/>
                  </a:lnTo>
                  <a:lnTo>
                    <a:pt x="13" y="196"/>
                  </a:lnTo>
                  <a:lnTo>
                    <a:pt x="13" y="191"/>
                  </a:lnTo>
                  <a:lnTo>
                    <a:pt x="14" y="186"/>
                  </a:lnTo>
                  <a:lnTo>
                    <a:pt x="18" y="174"/>
                  </a:lnTo>
                  <a:lnTo>
                    <a:pt x="20" y="168"/>
                  </a:lnTo>
                  <a:lnTo>
                    <a:pt x="19" y="167"/>
                  </a:lnTo>
                  <a:lnTo>
                    <a:pt x="20" y="165"/>
                  </a:lnTo>
                  <a:lnTo>
                    <a:pt x="27" y="153"/>
                  </a:lnTo>
                  <a:lnTo>
                    <a:pt x="34" y="142"/>
                  </a:lnTo>
                  <a:lnTo>
                    <a:pt x="35" y="139"/>
                  </a:lnTo>
                  <a:lnTo>
                    <a:pt x="30" y="130"/>
                  </a:lnTo>
                  <a:lnTo>
                    <a:pt x="27" y="122"/>
                  </a:lnTo>
                  <a:lnTo>
                    <a:pt x="27" y="120"/>
                  </a:lnTo>
                  <a:lnTo>
                    <a:pt x="27" y="115"/>
                  </a:lnTo>
                  <a:lnTo>
                    <a:pt x="27" y="111"/>
                  </a:lnTo>
                  <a:lnTo>
                    <a:pt x="25" y="107"/>
                  </a:lnTo>
                  <a:lnTo>
                    <a:pt x="21" y="103"/>
                  </a:lnTo>
                  <a:lnTo>
                    <a:pt x="18" y="100"/>
                  </a:lnTo>
                  <a:lnTo>
                    <a:pt x="13" y="89"/>
                  </a:lnTo>
                  <a:lnTo>
                    <a:pt x="12" y="86"/>
                  </a:lnTo>
                  <a:lnTo>
                    <a:pt x="18" y="83"/>
                  </a:lnTo>
                  <a:lnTo>
                    <a:pt x="19" y="82"/>
                  </a:lnTo>
                  <a:lnTo>
                    <a:pt x="17" y="73"/>
                  </a:lnTo>
                  <a:lnTo>
                    <a:pt x="18" y="71"/>
                  </a:lnTo>
                  <a:lnTo>
                    <a:pt x="21" y="70"/>
                  </a:lnTo>
                  <a:lnTo>
                    <a:pt x="22" y="68"/>
                  </a:lnTo>
                  <a:lnTo>
                    <a:pt x="21" y="66"/>
                  </a:lnTo>
                  <a:lnTo>
                    <a:pt x="17" y="58"/>
                  </a:lnTo>
                  <a:lnTo>
                    <a:pt x="16" y="55"/>
                  </a:lnTo>
                  <a:lnTo>
                    <a:pt x="8" y="49"/>
                  </a:lnTo>
                  <a:lnTo>
                    <a:pt x="6" y="48"/>
                  </a:lnTo>
                  <a:lnTo>
                    <a:pt x="6" y="41"/>
                  </a:lnTo>
                  <a:lnTo>
                    <a:pt x="5" y="40"/>
                  </a:lnTo>
                  <a:lnTo>
                    <a:pt x="0" y="33"/>
                  </a:lnTo>
                  <a:lnTo>
                    <a:pt x="4" y="32"/>
                  </a:lnTo>
                  <a:lnTo>
                    <a:pt x="6" y="32"/>
                  </a:lnTo>
                  <a:lnTo>
                    <a:pt x="6" y="30"/>
                  </a:lnTo>
                  <a:lnTo>
                    <a:pt x="6" y="27"/>
                  </a:lnTo>
                  <a:lnTo>
                    <a:pt x="6" y="24"/>
                  </a:lnTo>
                  <a:lnTo>
                    <a:pt x="6" y="18"/>
                  </a:lnTo>
                  <a:lnTo>
                    <a:pt x="7" y="15"/>
                  </a:lnTo>
                  <a:lnTo>
                    <a:pt x="10" y="12"/>
                  </a:lnTo>
                  <a:lnTo>
                    <a:pt x="13" y="12"/>
                  </a:lnTo>
                  <a:lnTo>
                    <a:pt x="18" y="12"/>
                  </a:lnTo>
                  <a:lnTo>
                    <a:pt x="25" y="10"/>
                  </a:lnTo>
                  <a:lnTo>
                    <a:pt x="28" y="6"/>
                  </a:lnTo>
                  <a:lnTo>
                    <a:pt x="32" y="3"/>
                  </a:lnTo>
                  <a:lnTo>
                    <a:pt x="35" y="2"/>
                  </a:lnTo>
                  <a:lnTo>
                    <a:pt x="39" y="1"/>
                  </a:lnTo>
                  <a:lnTo>
                    <a:pt x="40" y="1"/>
                  </a:lnTo>
                  <a:lnTo>
                    <a:pt x="41" y="0"/>
                  </a:lnTo>
                  <a:lnTo>
                    <a:pt x="45" y="1"/>
                  </a:lnTo>
                  <a:lnTo>
                    <a:pt x="47" y="3"/>
                  </a:lnTo>
                  <a:lnTo>
                    <a:pt x="48" y="4"/>
                  </a:lnTo>
                  <a:lnTo>
                    <a:pt x="48" y="7"/>
                  </a:lnTo>
                  <a:lnTo>
                    <a:pt x="47" y="13"/>
                  </a:lnTo>
                  <a:lnTo>
                    <a:pt x="48" y="16"/>
                  </a:lnTo>
                  <a:lnTo>
                    <a:pt x="49" y="17"/>
                  </a:lnTo>
                  <a:lnTo>
                    <a:pt x="52" y="17"/>
                  </a:lnTo>
                  <a:lnTo>
                    <a:pt x="55" y="15"/>
                  </a:lnTo>
                  <a:lnTo>
                    <a:pt x="58" y="15"/>
                  </a:lnTo>
                  <a:lnTo>
                    <a:pt x="58" y="16"/>
                  </a:lnTo>
                  <a:lnTo>
                    <a:pt x="60" y="25"/>
                  </a:lnTo>
                  <a:lnTo>
                    <a:pt x="60" y="29"/>
                  </a:lnTo>
                  <a:lnTo>
                    <a:pt x="56" y="40"/>
                  </a:lnTo>
                  <a:lnTo>
                    <a:pt x="55" y="43"/>
                  </a:lnTo>
                  <a:lnTo>
                    <a:pt x="55" y="47"/>
                  </a:lnTo>
                  <a:lnTo>
                    <a:pt x="56" y="50"/>
                  </a:lnTo>
                  <a:lnTo>
                    <a:pt x="59" y="51"/>
                  </a:lnTo>
                  <a:lnTo>
                    <a:pt x="62" y="48"/>
                  </a:lnTo>
                  <a:lnTo>
                    <a:pt x="70" y="39"/>
                  </a:lnTo>
                  <a:lnTo>
                    <a:pt x="72" y="39"/>
                  </a:lnTo>
                  <a:lnTo>
                    <a:pt x="79" y="41"/>
                  </a:lnTo>
                  <a:lnTo>
                    <a:pt x="82" y="43"/>
                  </a:lnTo>
                  <a:lnTo>
                    <a:pt x="84" y="42"/>
                  </a:lnTo>
                  <a:lnTo>
                    <a:pt x="88" y="40"/>
                  </a:lnTo>
                  <a:lnTo>
                    <a:pt x="89" y="37"/>
                  </a:lnTo>
                  <a:lnTo>
                    <a:pt x="91" y="33"/>
                  </a:lnTo>
                  <a:lnTo>
                    <a:pt x="94" y="33"/>
                  </a:lnTo>
                  <a:lnTo>
                    <a:pt x="100" y="35"/>
                  </a:lnTo>
                  <a:lnTo>
                    <a:pt x="102" y="36"/>
                  </a:lnTo>
                  <a:lnTo>
                    <a:pt x="103" y="38"/>
                  </a:lnTo>
                  <a:lnTo>
                    <a:pt x="105" y="42"/>
                  </a:lnTo>
                  <a:lnTo>
                    <a:pt x="110" y="47"/>
                  </a:lnTo>
                  <a:lnTo>
                    <a:pt x="112" y="52"/>
                  </a:lnTo>
                  <a:lnTo>
                    <a:pt x="113" y="63"/>
                  </a:lnTo>
                  <a:lnTo>
                    <a:pt x="114" y="66"/>
                  </a:lnTo>
                  <a:lnTo>
                    <a:pt x="115" y="69"/>
                  </a:lnTo>
                  <a:lnTo>
                    <a:pt x="122" y="78"/>
                  </a:lnTo>
                  <a:lnTo>
                    <a:pt x="126" y="83"/>
                  </a:lnTo>
                  <a:lnTo>
                    <a:pt x="127" y="87"/>
                  </a:lnTo>
                  <a:lnTo>
                    <a:pt x="127" y="94"/>
                  </a:lnTo>
                  <a:lnTo>
                    <a:pt x="126" y="97"/>
                  </a:lnTo>
                  <a:lnTo>
                    <a:pt x="120" y="101"/>
                  </a:lnTo>
                  <a:lnTo>
                    <a:pt x="118" y="100"/>
                  </a:lnTo>
                  <a:lnTo>
                    <a:pt x="113" y="100"/>
                  </a:lnTo>
                  <a:lnTo>
                    <a:pt x="110" y="100"/>
                  </a:lnTo>
                  <a:lnTo>
                    <a:pt x="106" y="100"/>
                  </a:lnTo>
                  <a:lnTo>
                    <a:pt x="100" y="100"/>
                  </a:lnTo>
                  <a:lnTo>
                    <a:pt x="92" y="100"/>
                  </a:lnTo>
                  <a:lnTo>
                    <a:pt x="89" y="101"/>
                  </a:lnTo>
                  <a:lnTo>
                    <a:pt x="85" y="104"/>
                  </a:lnTo>
                  <a:lnTo>
                    <a:pt x="79" y="113"/>
                  </a:lnTo>
                  <a:lnTo>
                    <a:pt x="78" y="115"/>
                  </a:lnTo>
                  <a:lnTo>
                    <a:pt x="78" y="118"/>
                  </a:lnTo>
                  <a:lnTo>
                    <a:pt x="78" y="122"/>
                  </a:lnTo>
                  <a:lnTo>
                    <a:pt x="79" y="127"/>
                  </a:lnTo>
                  <a:lnTo>
                    <a:pt x="82" y="132"/>
                  </a:lnTo>
                  <a:lnTo>
                    <a:pt x="84" y="136"/>
                  </a:lnTo>
                  <a:lnTo>
                    <a:pt x="82" y="137"/>
                  </a:lnTo>
                  <a:lnTo>
                    <a:pt x="82" y="136"/>
                  </a:lnTo>
                  <a:lnTo>
                    <a:pt x="81" y="135"/>
                  </a:lnTo>
                  <a:lnTo>
                    <a:pt x="77" y="134"/>
                  </a:lnTo>
                  <a:lnTo>
                    <a:pt x="71" y="128"/>
                  </a:lnTo>
                  <a:lnTo>
                    <a:pt x="68" y="127"/>
                  </a:lnTo>
                  <a:lnTo>
                    <a:pt x="66" y="127"/>
                  </a:lnTo>
                  <a:lnTo>
                    <a:pt x="62" y="129"/>
                  </a:lnTo>
                  <a:lnTo>
                    <a:pt x="59" y="128"/>
                  </a:lnTo>
                  <a:lnTo>
                    <a:pt x="57" y="127"/>
                  </a:lnTo>
                  <a:lnTo>
                    <a:pt x="54" y="127"/>
                  </a:lnTo>
                  <a:lnTo>
                    <a:pt x="54" y="125"/>
                  </a:lnTo>
                  <a:lnTo>
                    <a:pt x="56" y="116"/>
                  </a:lnTo>
                  <a:lnTo>
                    <a:pt x="55" y="115"/>
                  </a:lnTo>
                  <a:lnTo>
                    <a:pt x="50" y="114"/>
                  </a:lnTo>
                  <a:lnTo>
                    <a:pt x="49" y="114"/>
                  </a:lnTo>
                  <a:lnTo>
                    <a:pt x="45" y="114"/>
                  </a:lnTo>
                  <a:lnTo>
                    <a:pt x="42" y="115"/>
                  </a:lnTo>
                  <a:lnTo>
                    <a:pt x="40" y="117"/>
                  </a:lnTo>
                  <a:lnTo>
                    <a:pt x="41" y="122"/>
                  </a:lnTo>
                  <a:lnTo>
                    <a:pt x="41" y="124"/>
                  </a:lnTo>
                  <a:lnTo>
                    <a:pt x="38" y="129"/>
                  </a:lnTo>
                  <a:lnTo>
                    <a:pt x="39" y="133"/>
                  </a:lnTo>
                  <a:lnTo>
                    <a:pt x="39" y="136"/>
                  </a:lnTo>
                  <a:lnTo>
                    <a:pt x="37" y="141"/>
                  </a:lnTo>
                  <a:lnTo>
                    <a:pt x="33" y="149"/>
                  </a:lnTo>
                  <a:lnTo>
                    <a:pt x="28" y="161"/>
                  </a:lnTo>
                  <a:lnTo>
                    <a:pt x="26" y="171"/>
                  </a:lnTo>
                  <a:lnTo>
                    <a:pt x="27" y="179"/>
                  </a:lnTo>
                  <a:lnTo>
                    <a:pt x="28" y="181"/>
                  </a:lnTo>
                  <a:lnTo>
                    <a:pt x="30" y="183"/>
                  </a:lnTo>
                  <a:lnTo>
                    <a:pt x="34" y="182"/>
                  </a:lnTo>
                  <a:lnTo>
                    <a:pt x="36" y="181"/>
                  </a:lnTo>
                  <a:lnTo>
                    <a:pt x="38" y="182"/>
                  </a:lnTo>
                  <a:lnTo>
                    <a:pt x="39" y="184"/>
                  </a:lnTo>
                  <a:lnTo>
                    <a:pt x="39" y="187"/>
                  </a:lnTo>
                  <a:lnTo>
                    <a:pt x="39" y="190"/>
                  </a:lnTo>
                  <a:lnTo>
                    <a:pt x="40" y="192"/>
                  </a:lnTo>
                  <a:lnTo>
                    <a:pt x="41" y="193"/>
                  </a:lnTo>
                  <a:lnTo>
                    <a:pt x="43" y="192"/>
                  </a:lnTo>
                  <a:lnTo>
                    <a:pt x="44" y="196"/>
                  </a:lnTo>
                  <a:lnTo>
                    <a:pt x="46" y="203"/>
                  </a:lnTo>
                  <a:lnTo>
                    <a:pt x="46" y="205"/>
                  </a:lnTo>
                  <a:lnTo>
                    <a:pt x="46" y="210"/>
                  </a:lnTo>
                  <a:lnTo>
                    <a:pt x="50" y="216"/>
                  </a:lnTo>
                  <a:lnTo>
                    <a:pt x="51" y="217"/>
                  </a:lnTo>
                  <a:lnTo>
                    <a:pt x="56" y="219"/>
                  </a:lnTo>
                  <a:lnTo>
                    <a:pt x="60" y="220"/>
                  </a:lnTo>
                  <a:lnTo>
                    <a:pt x="63" y="220"/>
                  </a:lnTo>
                  <a:lnTo>
                    <a:pt x="66" y="221"/>
                  </a:lnTo>
                  <a:lnTo>
                    <a:pt x="67" y="225"/>
                  </a:lnTo>
                  <a:lnTo>
                    <a:pt x="72" y="229"/>
                  </a:lnTo>
                  <a:lnTo>
                    <a:pt x="73" y="23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3" name="Freeform 52">
              <a:extLst>
                <a:ext uri="{FF2B5EF4-FFF2-40B4-BE49-F238E27FC236}">
                  <a16:creationId xmlns:a16="http://schemas.microsoft.com/office/drawing/2014/main" id="{B10C1668-D955-8574-97F2-B9E5C9CC500C}"/>
                </a:ext>
              </a:extLst>
            </p:cNvPr>
            <p:cNvSpPr>
              <a:spLocks/>
            </p:cNvSpPr>
            <p:nvPr/>
          </p:nvSpPr>
          <p:spPr bwMode="gray">
            <a:xfrm>
              <a:off x="4876660" y="4239677"/>
              <a:ext cx="195567" cy="413437"/>
            </a:xfrm>
            <a:custGeom>
              <a:avLst/>
              <a:gdLst>
                <a:gd name="T0" fmla="*/ 7 w 114"/>
                <a:gd name="T1" fmla="*/ 11 h 241"/>
                <a:gd name="T2" fmla="*/ 16 w 114"/>
                <a:gd name="T3" fmla="*/ 14 h 241"/>
                <a:gd name="T4" fmla="*/ 33 w 114"/>
                <a:gd name="T5" fmla="*/ 10 h 241"/>
                <a:gd name="T6" fmla="*/ 46 w 114"/>
                <a:gd name="T7" fmla="*/ 3 h 241"/>
                <a:gd name="T8" fmla="*/ 56 w 114"/>
                <a:gd name="T9" fmla="*/ 5 h 241"/>
                <a:gd name="T10" fmla="*/ 72 w 114"/>
                <a:gd name="T11" fmla="*/ 7 h 241"/>
                <a:gd name="T12" fmla="*/ 70 w 114"/>
                <a:gd name="T13" fmla="*/ 17 h 241"/>
                <a:gd name="T14" fmla="*/ 80 w 114"/>
                <a:gd name="T15" fmla="*/ 28 h 241"/>
                <a:gd name="T16" fmla="*/ 92 w 114"/>
                <a:gd name="T17" fmla="*/ 31 h 241"/>
                <a:gd name="T18" fmla="*/ 85 w 114"/>
                <a:gd name="T19" fmla="*/ 39 h 241"/>
                <a:gd name="T20" fmla="*/ 74 w 114"/>
                <a:gd name="T21" fmla="*/ 42 h 241"/>
                <a:gd name="T22" fmla="*/ 69 w 114"/>
                <a:gd name="T23" fmla="*/ 54 h 241"/>
                <a:gd name="T24" fmla="*/ 62 w 114"/>
                <a:gd name="T25" fmla="*/ 57 h 241"/>
                <a:gd name="T26" fmla="*/ 55 w 114"/>
                <a:gd name="T27" fmla="*/ 75 h 241"/>
                <a:gd name="T28" fmla="*/ 69 w 114"/>
                <a:gd name="T29" fmla="*/ 88 h 241"/>
                <a:gd name="T30" fmla="*/ 70 w 114"/>
                <a:gd name="T31" fmla="*/ 96 h 241"/>
                <a:gd name="T32" fmla="*/ 89 w 114"/>
                <a:gd name="T33" fmla="*/ 115 h 241"/>
                <a:gd name="T34" fmla="*/ 98 w 114"/>
                <a:gd name="T35" fmla="*/ 120 h 241"/>
                <a:gd name="T36" fmla="*/ 106 w 114"/>
                <a:gd name="T37" fmla="*/ 136 h 241"/>
                <a:gd name="T38" fmla="*/ 114 w 114"/>
                <a:gd name="T39" fmla="*/ 171 h 241"/>
                <a:gd name="T40" fmla="*/ 111 w 114"/>
                <a:gd name="T41" fmla="*/ 184 h 241"/>
                <a:gd name="T42" fmla="*/ 110 w 114"/>
                <a:gd name="T43" fmla="*/ 192 h 241"/>
                <a:gd name="T44" fmla="*/ 103 w 114"/>
                <a:gd name="T45" fmla="*/ 200 h 241"/>
                <a:gd name="T46" fmla="*/ 93 w 114"/>
                <a:gd name="T47" fmla="*/ 205 h 241"/>
                <a:gd name="T48" fmla="*/ 83 w 114"/>
                <a:gd name="T49" fmla="*/ 212 h 241"/>
                <a:gd name="T50" fmla="*/ 75 w 114"/>
                <a:gd name="T51" fmla="*/ 207 h 241"/>
                <a:gd name="T52" fmla="*/ 74 w 114"/>
                <a:gd name="T53" fmla="*/ 216 h 241"/>
                <a:gd name="T54" fmla="*/ 68 w 114"/>
                <a:gd name="T55" fmla="*/ 225 h 241"/>
                <a:gd name="T56" fmla="*/ 61 w 114"/>
                <a:gd name="T57" fmla="*/ 230 h 241"/>
                <a:gd name="T58" fmla="*/ 52 w 114"/>
                <a:gd name="T59" fmla="*/ 237 h 241"/>
                <a:gd name="T60" fmla="*/ 46 w 114"/>
                <a:gd name="T61" fmla="*/ 241 h 241"/>
                <a:gd name="T62" fmla="*/ 44 w 114"/>
                <a:gd name="T63" fmla="*/ 226 h 241"/>
                <a:gd name="T64" fmla="*/ 47 w 114"/>
                <a:gd name="T65" fmla="*/ 218 h 241"/>
                <a:gd name="T66" fmla="*/ 38 w 114"/>
                <a:gd name="T67" fmla="*/ 212 h 241"/>
                <a:gd name="T68" fmla="*/ 51 w 114"/>
                <a:gd name="T69" fmla="*/ 205 h 241"/>
                <a:gd name="T70" fmla="*/ 63 w 114"/>
                <a:gd name="T71" fmla="*/ 205 h 241"/>
                <a:gd name="T72" fmla="*/ 60 w 114"/>
                <a:gd name="T73" fmla="*/ 198 h 241"/>
                <a:gd name="T74" fmla="*/ 67 w 114"/>
                <a:gd name="T75" fmla="*/ 188 h 241"/>
                <a:gd name="T76" fmla="*/ 82 w 114"/>
                <a:gd name="T77" fmla="*/ 182 h 241"/>
                <a:gd name="T78" fmla="*/ 85 w 114"/>
                <a:gd name="T79" fmla="*/ 168 h 241"/>
                <a:gd name="T80" fmla="*/ 83 w 114"/>
                <a:gd name="T81" fmla="*/ 155 h 241"/>
                <a:gd name="T82" fmla="*/ 85 w 114"/>
                <a:gd name="T83" fmla="*/ 137 h 241"/>
                <a:gd name="T84" fmla="*/ 80 w 114"/>
                <a:gd name="T85" fmla="*/ 127 h 241"/>
                <a:gd name="T86" fmla="*/ 80 w 114"/>
                <a:gd name="T87" fmla="*/ 118 h 241"/>
                <a:gd name="T88" fmla="*/ 70 w 114"/>
                <a:gd name="T89" fmla="*/ 110 h 241"/>
                <a:gd name="T90" fmla="*/ 49 w 114"/>
                <a:gd name="T91" fmla="*/ 82 h 241"/>
                <a:gd name="T92" fmla="*/ 31 w 114"/>
                <a:gd name="T93" fmla="*/ 68 h 241"/>
                <a:gd name="T94" fmla="*/ 31 w 114"/>
                <a:gd name="T95" fmla="*/ 60 h 241"/>
                <a:gd name="T96" fmla="*/ 39 w 114"/>
                <a:gd name="T97" fmla="*/ 60 h 241"/>
                <a:gd name="T98" fmla="*/ 42 w 114"/>
                <a:gd name="T99" fmla="*/ 52 h 241"/>
                <a:gd name="T100" fmla="*/ 32 w 114"/>
                <a:gd name="T101" fmla="*/ 39 h 241"/>
                <a:gd name="T102" fmla="*/ 23 w 114"/>
                <a:gd name="T103" fmla="*/ 44 h 241"/>
                <a:gd name="T104" fmla="*/ 13 w 114"/>
                <a:gd name="T105" fmla="*/ 35 h 241"/>
                <a:gd name="T106" fmla="*/ 3 w 114"/>
                <a:gd name="T107" fmla="*/ 19 h 24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4"/>
                <a:gd name="T163" fmla="*/ 0 h 241"/>
                <a:gd name="T164" fmla="*/ 114 w 114"/>
                <a:gd name="T165" fmla="*/ 241 h 241"/>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4" h="241">
                  <a:moveTo>
                    <a:pt x="0" y="13"/>
                  </a:moveTo>
                  <a:lnTo>
                    <a:pt x="3" y="12"/>
                  </a:lnTo>
                  <a:lnTo>
                    <a:pt x="7" y="11"/>
                  </a:lnTo>
                  <a:lnTo>
                    <a:pt x="9" y="11"/>
                  </a:lnTo>
                  <a:lnTo>
                    <a:pt x="13" y="13"/>
                  </a:lnTo>
                  <a:lnTo>
                    <a:pt x="16" y="14"/>
                  </a:lnTo>
                  <a:lnTo>
                    <a:pt x="20" y="11"/>
                  </a:lnTo>
                  <a:lnTo>
                    <a:pt x="22" y="10"/>
                  </a:lnTo>
                  <a:lnTo>
                    <a:pt x="33" y="10"/>
                  </a:lnTo>
                  <a:lnTo>
                    <a:pt x="39" y="9"/>
                  </a:lnTo>
                  <a:lnTo>
                    <a:pt x="41" y="8"/>
                  </a:lnTo>
                  <a:lnTo>
                    <a:pt x="46" y="3"/>
                  </a:lnTo>
                  <a:lnTo>
                    <a:pt x="50" y="1"/>
                  </a:lnTo>
                  <a:lnTo>
                    <a:pt x="52" y="0"/>
                  </a:lnTo>
                  <a:lnTo>
                    <a:pt x="56" y="5"/>
                  </a:lnTo>
                  <a:lnTo>
                    <a:pt x="62" y="6"/>
                  </a:lnTo>
                  <a:lnTo>
                    <a:pt x="66" y="7"/>
                  </a:lnTo>
                  <a:lnTo>
                    <a:pt x="72" y="7"/>
                  </a:lnTo>
                  <a:lnTo>
                    <a:pt x="73" y="8"/>
                  </a:lnTo>
                  <a:lnTo>
                    <a:pt x="74" y="11"/>
                  </a:lnTo>
                  <a:lnTo>
                    <a:pt x="70" y="17"/>
                  </a:lnTo>
                  <a:lnTo>
                    <a:pt x="71" y="21"/>
                  </a:lnTo>
                  <a:lnTo>
                    <a:pt x="73" y="23"/>
                  </a:lnTo>
                  <a:lnTo>
                    <a:pt x="80" y="28"/>
                  </a:lnTo>
                  <a:lnTo>
                    <a:pt x="84" y="29"/>
                  </a:lnTo>
                  <a:lnTo>
                    <a:pt x="90" y="30"/>
                  </a:lnTo>
                  <a:lnTo>
                    <a:pt x="92" y="31"/>
                  </a:lnTo>
                  <a:lnTo>
                    <a:pt x="90" y="32"/>
                  </a:lnTo>
                  <a:lnTo>
                    <a:pt x="85" y="36"/>
                  </a:lnTo>
                  <a:lnTo>
                    <a:pt x="85" y="39"/>
                  </a:lnTo>
                  <a:lnTo>
                    <a:pt x="84" y="41"/>
                  </a:lnTo>
                  <a:lnTo>
                    <a:pt x="75" y="41"/>
                  </a:lnTo>
                  <a:lnTo>
                    <a:pt x="74" y="42"/>
                  </a:lnTo>
                  <a:lnTo>
                    <a:pt x="75" y="45"/>
                  </a:lnTo>
                  <a:lnTo>
                    <a:pt x="73" y="48"/>
                  </a:lnTo>
                  <a:lnTo>
                    <a:pt x="69" y="54"/>
                  </a:lnTo>
                  <a:lnTo>
                    <a:pt x="67" y="55"/>
                  </a:lnTo>
                  <a:lnTo>
                    <a:pt x="63" y="57"/>
                  </a:lnTo>
                  <a:lnTo>
                    <a:pt x="62" y="57"/>
                  </a:lnTo>
                  <a:lnTo>
                    <a:pt x="60" y="60"/>
                  </a:lnTo>
                  <a:lnTo>
                    <a:pt x="58" y="68"/>
                  </a:lnTo>
                  <a:lnTo>
                    <a:pt x="55" y="75"/>
                  </a:lnTo>
                  <a:lnTo>
                    <a:pt x="57" y="76"/>
                  </a:lnTo>
                  <a:lnTo>
                    <a:pt x="60" y="81"/>
                  </a:lnTo>
                  <a:lnTo>
                    <a:pt x="69" y="88"/>
                  </a:lnTo>
                  <a:lnTo>
                    <a:pt x="69" y="90"/>
                  </a:lnTo>
                  <a:lnTo>
                    <a:pt x="69" y="94"/>
                  </a:lnTo>
                  <a:lnTo>
                    <a:pt x="70" y="96"/>
                  </a:lnTo>
                  <a:lnTo>
                    <a:pt x="72" y="100"/>
                  </a:lnTo>
                  <a:lnTo>
                    <a:pt x="80" y="106"/>
                  </a:lnTo>
                  <a:lnTo>
                    <a:pt x="89" y="115"/>
                  </a:lnTo>
                  <a:lnTo>
                    <a:pt x="91" y="117"/>
                  </a:lnTo>
                  <a:lnTo>
                    <a:pt x="95" y="117"/>
                  </a:lnTo>
                  <a:lnTo>
                    <a:pt x="98" y="120"/>
                  </a:lnTo>
                  <a:lnTo>
                    <a:pt x="100" y="127"/>
                  </a:lnTo>
                  <a:lnTo>
                    <a:pt x="101" y="132"/>
                  </a:lnTo>
                  <a:lnTo>
                    <a:pt x="106" y="136"/>
                  </a:lnTo>
                  <a:lnTo>
                    <a:pt x="108" y="141"/>
                  </a:lnTo>
                  <a:lnTo>
                    <a:pt x="111" y="151"/>
                  </a:lnTo>
                  <a:lnTo>
                    <a:pt x="114" y="171"/>
                  </a:lnTo>
                  <a:lnTo>
                    <a:pt x="112" y="174"/>
                  </a:lnTo>
                  <a:lnTo>
                    <a:pt x="111" y="178"/>
                  </a:lnTo>
                  <a:lnTo>
                    <a:pt x="111" y="184"/>
                  </a:lnTo>
                  <a:lnTo>
                    <a:pt x="110" y="187"/>
                  </a:lnTo>
                  <a:lnTo>
                    <a:pt x="111" y="192"/>
                  </a:lnTo>
                  <a:lnTo>
                    <a:pt x="110" y="192"/>
                  </a:lnTo>
                  <a:lnTo>
                    <a:pt x="108" y="196"/>
                  </a:lnTo>
                  <a:lnTo>
                    <a:pt x="105" y="199"/>
                  </a:lnTo>
                  <a:lnTo>
                    <a:pt x="103" y="200"/>
                  </a:lnTo>
                  <a:lnTo>
                    <a:pt x="100" y="201"/>
                  </a:lnTo>
                  <a:lnTo>
                    <a:pt x="97" y="202"/>
                  </a:lnTo>
                  <a:lnTo>
                    <a:pt x="93" y="205"/>
                  </a:lnTo>
                  <a:lnTo>
                    <a:pt x="89" y="209"/>
                  </a:lnTo>
                  <a:lnTo>
                    <a:pt x="85" y="211"/>
                  </a:lnTo>
                  <a:lnTo>
                    <a:pt x="83" y="212"/>
                  </a:lnTo>
                  <a:lnTo>
                    <a:pt x="79" y="210"/>
                  </a:lnTo>
                  <a:lnTo>
                    <a:pt x="76" y="208"/>
                  </a:lnTo>
                  <a:lnTo>
                    <a:pt x="75" y="207"/>
                  </a:lnTo>
                  <a:lnTo>
                    <a:pt x="73" y="210"/>
                  </a:lnTo>
                  <a:lnTo>
                    <a:pt x="74" y="214"/>
                  </a:lnTo>
                  <a:lnTo>
                    <a:pt x="74" y="216"/>
                  </a:lnTo>
                  <a:lnTo>
                    <a:pt x="73" y="222"/>
                  </a:lnTo>
                  <a:lnTo>
                    <a:pt x="70" y="224"/>
                  </a:lnTo>
                  <a:lnTo>
                    <a:pt x="68" y="225"/>
                  </a:lnTo>
                  <a:lnTo>
                    <a:pt x="66" y="224"/>
                  </a:lnTo>
                  <a:lnTo>
                    <a:pt x="65" y="228"/>
                  </a:lnTo>
                  <a:lnTo>
                    <a:pt x="61" y="230"/>
                  </a:lnTo>
                  <a:lnTo>
                    <a:pt x="58" y="231"/>
                  </a:lnTo>
                  <a:lnTo>
                    <a:pt x="55" y="233"/>
                  </a:lnTo>
                  <a:lnTo>
                    <a:pt x="52" y="237"/>
                  </a:lnTo>
                  <a:lnTo>
                    <a:pt x="50" y="239"/>
                  </a:lnTo>
                  <a:lnTo>
                    <a:pt x="47" y="241"/>
                  </a:lnTo>
                  <a:lnTo>
                    <a:pt x="46" y="241"/>
                  </a:lnTo>
                  <a:lnTo>
                    <a:pt x="43" y="241"/>
                  </a:lnTo>
                  <a:lnTo>
                    <a:pt x="43" y="235"/>
                  </a:lnTo>
                  <a:lnTo>
                    <a:pt x="44" y="226"/>
                  </a:lnTo>
                  <a:lnTo>
                    <a:pt x="45" y="222"/>
                  </a:lnTo>
                  <a:lnTo>
                    <a:pt x="47" y="220"/>
                  </a:lnTo>
                  <a:lnTo>
                    <a:pt x="47" y="218"/>
                  </a:lnTo>
                  <a:lnTo>
                    <a:pt x="43" y="215"/>
                  </a:lnTo>
                  <a:lnTo>
                    <a:pt x="38" y="213"/>
                  </a:lnTo>
                  <a:lnTo>
                    <a:pt x="38" y="212"/>
                  </a:lnTo>
                  <a:lnTo>
                    <a:pt x="40" y="210"/>
                  </a:lnTo>
                  <a:lnTo>
                    <a:pt x="44" y="209"/>
                  </a:lnTo>
                  <a:lnTo>
                    <a:pt x="51" y="205"/>
                  </a:lnTo>
                  <a:lnTo>
                    <a:pt x="55" y="203"/>
                  </a:lnTo>
                  <a:lnTo>
                    <a:pt x="58" y="203"/>
                  </a:lnTo>
                  <a:lnTo>
                    <a:pt x="63" y="205"/>
                  </a:lnTo>
                  <a:lnTo>
                    <a:pt x="64" y="203"/>
                  </a:lnTo>
                  <a:lnTo>
                    <a:pt x="64" y="201"/>
                  </a:lnTo>
                  <a:lnTo>
                    <a:pt x="60" y="198"/>
                  </a:lnTo>
                  <a:lnTo>
                    <a:pt x="58" y="195"/>
                  </a:lnTo>
                  <a:lnTo>
                    <a:pt x="60" y="192"/>
                  </a:lnTo>
                  <a:lnTo>
                    <a:pt x="67" y="188"/>
                  </a:lnTo>
                  <a:lnTo>
                    <a:pt x="71" y="187"/>
                  </a:lnTo>
                  <a:lnTo>
                    <a:pt x="77" y="183"/>
                  </a:lnTo>
                  <a:lnTo>
                    <a:pt x="82" y="182"/>
                  </a:lnTo>
                  <a:lnTo>
                    <a:pt x="84" y="180"/>
                  </a:lnTo>
                  <a:lnTo>
                    <a:pt x="86" y="176"/>
                  </a:lnTo>
                  <a:lnTo>
                    <a:pt x="85" y="168"/>
                  </a:lnTo>
                  <a:lnTo>
                    <a:pt x="86" y="165"/>
                  </a:lnTo>
                  <a:lnTo>
                    <a:pt x="86" y="163"/>
                  </a:lnTo>
                  <a:lnTo>
                    <a:pt x="83" y="155"/>
                  </a:lnTo>
                  <a:lnTo>
                    <a:pt x="83" y="151"/>
                  </a:lnTo>
                  <a:lnTo>
                    <a:pt x="85" y="144"/>
                  </a:lnTo>
                  <a:lnTo>
                    <a:pt x="85" y="137"/>
                  </a:lnTo>
                  <a:lnTo>
                    <a:pt x="85" y="133"/>
                  </a:lnTo>
                  <a:lnTo>
                    <a:pt x="84" y="130"/>
                  </a:lnTo>
                  <a:lnTo>
                    <a:pt x="80" y="127"/>
                  </a:lnTo>
                  <a:lnTo>
                    <a:pt x="79" y="125"/>
                  </a:lnTo>
                  <a:lnTo>
                    <a:pt x="81" y="121"/>
                  </a:lnTo>
                  <a:lnTo>
                    <a:pt x="80" y="118"/>
                  </a:lnTo>
                  <a:lnTo>
                    <a:pt x="77" y="116"/>
                  </a:lnTo>
                  <a:lnTo>
                    <a:pt x="72" y="113"/>
                  </a:lnTo>
                  <a:lnTo>
                    <a:pt x="70" y="110"/>
                  </a:lnTo>
                  <a:lnTo>
                    <a:pt x="65" y="103"/>
                  </a:lnTo>
                  <a:lnTo>
                    <a:pt x="54" y="87"/>
                  </a:lnTo>
                  <a:lnTo>
                    <a:pt x="49" y="82"/>
                  </a:lnTo>
                  <a:lnTo>
                    <a:pt x="44" y="77"/>
                  </a:lnTo>
                  <a:lnTo>
                    <a:pt x="40" y="73"/>
                  </a:lnTo>
                  <a:lnTo>
                    <a:pt x="31" y="68"/>
                  </a:lnTo>
                  <a:lnTo>
                    <a:pt x="30" y="67"/>
                  </a:lnTo>
                  <a:lnTo>
                    <a:pt x="29" y="63"/>
                  </a:lnTo>
                  <a:lnTo>
                    <a:pt x="31" y="60"/>
                  </a:lnTo>
                  <a:lnTo>
                    <a:pt x="34" y="60"/>
                  </a:lnTo>
                  <a:lnTo>
                    <a:pt x="37" y="60"/>
                  </a:lnTo>
                  <a:lnTo>
                    <a:pt x="39" y="60"/>
                  </a:lnTo>
                  <a:lnTo>
                    <a:pt x="41" y="58"/>
                  </a:lnTo>
                  <a:lnTo>
                    <a:pt x="43" y="56"/>
                  </a:lnTo>
                  <a:lnTo>
                    <a:pt x="42" y="52"/>
                  </a:lnTo>
                  <a:lnTo>
                    <a:pt x="37" y="45"/>
                  </a:lnTo>
                  <a:lnTo>
                    <a:pt x="33" y="40"/>
                  </a:lnTo>
                  <a:lnTo>
                    <a:pt x="32" y="39"/>
                  </a:lnTo>
                  <a:lnTo>
                    <a:pt x="29" y="41"/>
                  </a:lnTo>
                  <a:lnTo>
                    <a:pt x="25" y="44"/>
                  </a:lnTo>
                  <a:lnTo>
                    <a:pt x="23" y="44"/>
                  </a:lnTo>
                  <a:lnTo>
                    <a:pt x="20" y="43"/>
                  </a:lnTo>
                  <a:lnTo>
                    <a:pt x="16" y="40"/>
                  </a:lnTo>
                  <a:lnTo>
                    <a:pt x="13" y="35"/>
                  </a:lnTo>
                  <a:lnTo>
                    <a:pt x="11" y="27"/>
                  </a:lnTo>
                  <a:lnTo>
                    <a:pt x="7" y="23"/>
                  </a:lnTo>
                  <a:lnTo>
                    <a:pt x="3" y="19"/>
                  </a:lnTo>
                  <a:lnTo>
                    <a:pt x="0" y="13"/>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4" name="Freeform 53">
              <a:extLst>
                <a:ext uri="{FF2B5EF4-FFF2-40B4-BE49-F238E27FC236}">
                  <a16:creationId xmlns:a16="http://schemas.microsoft.com/office/drawing/2014/main" id="{B15A7E0B-69A0-ED52-104C-ED01E63455AC}"/>
                </a:ext>
              </a:extLst>
            </p:cNvPr>
            <p:cNvSpPr>
              <a:spLocks/>
            </p:cNvSpPr>
            <p:nvPr/>
          </p:nvSpPr>
          <p:spPr bwMode="gray">
            <a:xfrm>
              <a:off x="4876660" y="4239677"/>
              <a:ext cx="195567" cy="413437"/>
            </a:xfrm>
            <a:custGeom>
              <a:avLst/>
              <a:gdLst>
                <a:gd name="T0" fmla="*/ 7 w 114"/>
                <a:gd name="T1" fmla="*/ 11 h 241"/>
                <a:gd name="T2" fmla="*/ 16 w 114"/>
                <a:gd name="T3" fmla="*/ 14 h 241"/>
                <a:gd name="T4" fmla="*/ 33 w 114"/>
                <a:gd name="T5" fmla="*/ 10 h 241"/>
                <a:gd name="T6" fmla="*/ 46 w 114"/>
                <a:gd name="T7" fmla="*/ 3 h 241"/>
                <a:gd name="T8" fmla="*/ 56 w 114"/>
                <a:gd name="T9" fmla="*/ 5 h 241"/>
                <a:gd name="T10" fmla="*/ 72 w 114"/>
                <a:gd name="T11" fmla="*/ 7 h 241"/>
                <a:gd name="T12" fmla="*/ 70 w 114"/>
                <a:gd name="T13" fmla="*/ 17 h 241"/>
                <a:gd name="T14" fmla="*/ 80 w 114"/>
                <a:gd name="T15" fmla="*/ 28 h 241"/>
                <a:gd name="T16" fmla="*/ 92 w 114"/>
                <a:gd name="T17" fmla="*/ 31 h 241"/>
                <a:gd name="T18" fmla="*/ 85 w 114"/>
                <a:gd name="T19" fmla="*/ 39 h 241"/>
                <a:gd name="T20" fmla="*/ 74 w 114"/>
                <a:gd name="T21" fmla="*/ 42 h 241"/>
                <a:gd name="T22" fmla="*/ 69 w 114"/>
                <a:gd name="T23" fmla="*/ 54 h 241"/>
                <a:gd name="T24" fmla="*/ 62 w 114"/>
                <a:gd name="T25" fmla="*/ 57 h 241"/>
                <a:gd name="T26" fmla="*/ 55 w 114"/>
                <a:gd name="T27" fmla="*/ 75 h 241"/>
                <a:gd name="T28" fmla="*/ 69 w 114"/>
                <a:gd name="T29" fmla="*/ 88 h 241"/>
                <a:gd name="T30" fmla="*/ 70 w 114"/>
                <a:gd name="T31" fmla="*/ 96 h 241"/>
                <a:gd name="T32" fmla="*/ 89 w 114"/>
                <a:gd name="T33" fmla="*/ 115 h 241"/>
                <a:gd name="T34" fmla="*/ 98 w 114"/>
                <a:gd name="T35" fmla="*/ 120 h 241"/>
                <a:gd name="T36" fmla="*/ 106 w 114"/>
                <a:gd name="T37" fmla="*/ 136 h 241"/>
                <a:gd name="T38" fmla="*/ 114 w 114"/>
                <a:gd name="T39" fmla="*/ 171 h 241"/>
                <a:gd name="T40" fmla="*/ 111 w 114"/>
                <a:gd name="T41" fmla="*/ 184 h 241"/>
                <a:gd name="T42" fmla="*/ 110 w 114"/>
                <a:gd name="T43" fmla="*/ 192 h 241"/>
                <a:gd name="T44" fmla="*/ 103 w 114"/>
                <a:gd name="T45" fmla="*/ 200 h 241"/>
                <a:gd name="T46" fmla="*/ 93 w 114"/>
                <a:gd name="T47" fmla="*/ 205 h 241"/>
                <a:gd name="T48" fmla="*/ 83 w 114"/>
                <a:gd name="T49" fmla="*/ 212 h 241"/>
                <a:gd name="T50" fmla="*/ 75 w 114"/>
                <a:gd name="T51" fmla="*/ 207 h 241"/>
                <a:gd name="T52" fmla="*/ 74 w 114"/>
                <a:gd name="T53" fmla="*/ 216 h 241"/>
                <a:gd name="T54" fmla="*/ 68 w 114"/>
                <a:gd name="T55" fmla="*/ 225 h 241"/>
                <a:gd name="T56" fmla="*/ 61 w 114"/>
                <a:gd name="T57" fmla="*/ 230 h 241"/>
                <a:gd name="T58" fmla="*/ 52 w 114"/>
                <a:gd name="T59" fmla="*/ 237 h 241"/>
                <a:gd name="T60" fmla="*/ 46 w 114"/>
                <a:gd name="T61" fmla="*/ 241 h 241"/>
                <a:gd name="T62" fmla="*/ 44 w 114"/>
                <a:gd name="T63" fmla="*/ 226 h 241"/>
                <a:gd name="T64" fmla="*/ 47 w 114"/>
                <a:gd name="T65" fmla="*/ 218 h 241"/>
                <a:gd name="T66" fmla="*/ 38 w 114"/>
                <a:gd name="T67" fmla="*/ 212 h 241"/>
                <a:gd name="T68" fmla="*/ 51 w 114"/>
                <a:gd name="T69" fmla="*/ 205 h 241"/>
                <a:gd name="T70" fmla="*/ 63 w 114"/>
                <a:gd name="T71" fmla="*/ 205 h 241"/>
                <a:gd name="T72" fmla="*/ 60 w 114"/>
                <a:gd name="T73" fmla="*/ 198 h 241"/>
                <a:gd name="T74" fmla="*/ 67 w 114"/>
                <a:gd name="T75" fmla="*/ 188 h 241"/>
                <a:gd name="T76" fmla="*/ 82 w 114"/>
                <a:gd name="T77" fmla="*/ 182 h 241"/>
                <a:gd name="T78" fmla="*/ 85 w 114"/>
                <a:gd name="T79" fmla="*/ 168 h 241"/>
                <a:gd name="T80" fmla="*/ 83 w 114"/>
                <a:gd name="T81" fmla="*/ 155 h 241"/>
                <a:gd name="T82" fmla="*/ 85 w 114"/>
                <a:gd name="T83" fmla="*/ 137 h 241"/>
                <a:gd name="T84" fmla="*/ 80 w 114"/>
                <a:gd name="T85" fmla="*/ 127 h 241"/>
                <a:gd name="T86" fmla="*/ 80 w 114"/>
                <a:gd name="T87" fmla="*/ 118 h 241"/>
                <a:gd name="T88" fmla="*/ 70 w 114"/>
                <a:gd name="T89" fmla="*/ 110 h 241"/>
                <a:gd name="T90" fmla="*/ 49 w 114"/>
                <a:gd name="T91" fmla="*/ 82 h 241"/>
                <a:gd name="T92" fmla="*/ 31 w 114"/>
                <a:gd name="T93" fmla="*/ 68 h 241"/>
                <a:gd name="T94" fmla="*/ 31 w 114"/>
                <a:gd name="T95" fmla="*/ 60 h 241"/>
                <a:gd name="T96" fmla="*/ 39 w 114"/>
                <a:gd name="T97" fmla="*/ 60 h 241"/>
                <a:gd name="T98" fmla="*/ 42 w 114"/>
                <a:gd name="T99" fmla="*/ 52 h 241"/>
                <a:gd name="T100" fmla="*/ 32 w 114"/>
                <a:gd name="T101" fmla="*/ 39 h 241"/>
                <a:gd name="T102" fmla="*/ 23 w 114"/>
                <a:gd name="T103" fmla="*/ 44 h 241"/>
                <a:gd name="T104" fmla="*/ 13 w 114"/>
                <a:gd name="T105" fmla="*/ 35 h 241"/>
                <a:gd name="T106" fmla="*/ 3 w 114"/>
                <a:gd name="T107" fmla="*/ 19 h 24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4"/>
                <a:gd name="T163" fmla="*/ 0 h 241"/>
                <a:gd name="T164" fmla="*/ 114 w 114"/>
                <a:gd name="T165" fmla="*/ 241 h 241"/>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4" h="241">
                  <a:moveTo>
                    <a:pt x="0" y="13"/>
                  </a:moveTo>
                  <a:lnTo>
                    <a:pt x="3" y="12"/>
                  </a:lnTo>
                  <a:lnTo>
                    <a:pt x="7" y="11"/>
                  </a:lnTo>
                  <a:lnTo>
                    <a:pt x="9" y="11"/>
                  </a:lnTo>
                  <a:lnTo>
                    <a:pt x="13" y="13"/>
                  </a:lnTo>
                  <a:lnTo>
                    <a:pt x="16" y="14"/>
                  </a:lnTo>
                  <a:lnTo>
                    <a:pt x="20" y="11"/>
                  </a:lnTo>
                  <a:lnTo>
                    <a:pt x="22" y="10"/>
                  </a:lnTo>
                  <a:lnTo>
                    <a:pt x="33" y="10"/>
                  </a:lnTo>
                  <a:lnTo>
                    <a:pt x="39" y="9"/>
                  </a:lnTo>
                  <a:lnTo>
                    <a:pt x="41" y="8"/>
                  </a:lnTo>
                  <a:lnTo>
                    <a:pt x="46" y="3"/>
                  </a:lnTo>
                  <a:lnTo>
                    <a:pt x="50" y="1"/>
                  </a:lnTo>
                  <a:lnTo>
                    <a:pt x="52" y="0"/>
                  </a:lnTo>
                  <a:lnTo>
                    <a:pt x="56" y="5"/>
                  </a:lnTo>
                  <a:lnTo>
                    <a:pt x="62" y="6"/>
                  </a:lnTo>
                  <a:lnTo>
                    <a:pt x="66" y="7"/>
                  </a:lnTo>
                  <a:lnTo>
                    <a:pt x="72" y="7"/>
                  </a:lnTo>
                  <a:lnTo>
                    <a:pt x="73" y="8"/>
                  </a:lnTo>
                  <a:lnTo>
                    <a:pt x="74" y="11"/>
                  </a:lnTo>
                  <a:lnTo>
                    <a:pt x="70" y="17"/>
                  </a:lnTo>
                  <a:lnTo>
                    <a:pt x="71" y="21"/>
                  </a:lnTo>
                  <a:lnTo>
                    <a:pt x="73" y="23"/>
                  </a:lnTo>
                  <a:lnTo>
                    <a:pt x="80" y="28"/>
                  </a:lnTo>
                  <a:lnTo>
                    <a:pt x="84" y="29"/>
                  </a:lnTo>
                  <a:lnTo>
                    <a:pt x="90" y="30"/>
                  </a:lnTo>
                  <a:lnTo>
                    <a:pt x="92" y="31"/>
                  </a:lnTo>
                  <a:lnTo>
                    <a:pt x="90" y="32"/>
                  </a:lnTo>
                  <a:lnTo>
                    <a:pt x="85" y="36"/>
                  </a:lnTo>
                  <a:lnTo>
                    <a:pt x="85" y="39"/>
                  </a:lnTo>
                  <a:lnTo>
                    <a:pt x="84" y="41"/>
                  </a:lnTo>
                  <a:lnTo>
                    <a:pt x="75" y="41"/>
                  </a:lnTo>
                  <a:lnTo>
                    <a:pt x="74" y="42"/>
                  </a:lnTo>
                  <a:lnTo>
                    <a:pt x="75" y="45"/>
                  </a:lnTo>
                  <a:lnTo>
                    <a:pt x="73" y="48"/>
                  </a:lnTo>
                  <a:lnTo>
                    <a:pt x="69" y="54"/>
                  </a:lnTo>
                  <a:lnTo>
                    <a:pt x="67" y="55"/>
                  </a:lnTo>
                  <a:lnTo>
                    <a:pt x="63" y="57"/>
                  </a:lnTo>
                  <a:lnTo>
                    <a:pt x="62" y="57"/>
                  </a:lnTo>
                  <a:lnTo>
                    <a:pt x="60" y="60"/>
                  </a:lnTo>
                  <a:lnTo>
                    <a:pt x="58" y="68"/>
                  </a:lnTo>
                  <a:lnTo>
                    <a:pt x="55" y="75"/>
                  </a:lnTo>
                  <a:lnTo>
                    <a:pt x="57" y="76"/>
                  </a:lnTo>
                  <a:lnTo>
                    <a:pt x="60" y="81"/>
                  </a:lnTo>
                  <a:lnTo>
                    <a:pt x="69" y="88"/>
                  </a:lnTo>
                  <a:lnTo>
                    <a:pt x="69" y="90"/>
                  </a:lnTo>
                  <a:lnTo>
                    <a:pt x="69" y="94"/>
                  </a:lnTo>
                  <a:lnTo>
                    <a:pt x="70" y="96"/>
                  </a:lnTo>
                  <a:lnTo>
                    <a:pt x="72" y="100"/>
                  </a:lnTo>
                  <a:lnTo>
                    <a:pt x="80" y="106"/>
                  </a:lnTo>
                  <a:lnTo>
                    <a:pt x="89" y="115"/>
                  </a:lnTo>
                  <a:lnTo>
                    <a:pt x="91" y="117"/>
                  </a:lnTo>
                  <a:lnTo>
                    <a:pt x="95" y="117"/>
                  </a:lnTo>
                  <a:lnTo>
                    <a:pt x="98" y="120"/>
                  </a:lnTo>
                  <a:lnTo>
                    <a:pt x="100" y="127"/>
                  </a:lnTo>
                  <a:lnTo>
                    <a:pt x="101" y="132"/>
                  </a:lnTo>
                  <a:lnTo>
                    <a:pt x="106" y="136"/>
                  </a:lnTo>
                  <a:lnTo>
                    <a:pt x="108" y="141"/>
                  </a:lnTo>
                  <a:lnTo>
                    <a:pt x="111" y="151"/>
                  </a:lnTo>
                  <a:lnTo>
                    <a:pt x="114" y="171"/>
                  </a:lnTo>
                  <a:lnTo>
                    <a:pt x="112" y="174"/>
                  </a:lnTo>
                  <a:lnTo>
                    <a:pt x="111" y="178"/>
                  </a:lnTo>
                  <a:lnTo>
                    <a:pt x="111" y="184"/>
                  </a:lnTo>
                  <a:lnTo>
                    <a:pt x="110" y="187"/>
                  </a:lnTo>
                  <a:lnTo>
                    <a:pt x="111" y="192"/>
                  </a:lnTo>
                  <a:lnTo>
                    <a:pt x="110" y="192"/>
                  </a:lnTo>
                  <a:lnTo>
                    <a:pt x="108" y="196"/>
                  </a:lnTo>
                  <a:lnTo>
                    <a:pt x="105" y="199"/>
                  </a:lnTo>
                  <a:lnTo>
                    <a:pt x="103" y="200"/>
                  </a:lnTo>
                  <a:lnTo>
                    <a:pt x="100" y="201"/>
                  </a:lnTo>
                  <a:lnTo>
                    <a:pt x="97" y="202"/>
                  </a:lnTo>
                  <a:lnTo>
                    <a:pt x="93" y="205"/>
                  </a:lnTo>
                  <a:lnTo>
                    <a:pt x="89" y="209"/>
                  </a:lnTo>
                  <a:lnTo>
                    <a:pt x="85" y="211"/>
                  </a:lnTo>
                  <a:lnTo>
                    <a:pt x="83" y="212"/>
                  </a:lnTo>
                  <a:lnTo>
                    <a:pt x="79" y="210"/>
                  </a:lnTo>
                  <a:lnTo>
                    <a:pt x="76" y="208"/>
                  </a:lnTo>
                  <a:lnTo>
                    <a:pt x="75" y="207"/>
                  </a:lnTo>
                  <a:lnTo>
                    <a:pt x="73" y="210"/>
                  </a:lnTo>
                  <a:lnTo>
                    <a:pt x="74" y="214"/>
                  </a:lnTo>
                  <a:lnTo>
                    <a:pt x="74" y="216"/>
                  </a:lnTo>
                  <a:lnTo>
                    <a:pt x="73" y="222"/>
                  </a:lnTo>
                  <a:lnTo>
                    <a:pt x="70" y="224"/>
                  </a:lnTo>
                  <a:lnTo>
                    <a:pt x="68" y="225"/>
                  </a:lnTo>
                  <a:lnTo>
                    <a:pt x="66" y="224"/>
                  </a:lnTo>
                  <a:lnTo>
                    <a:pt x="65" y="228"/>
                  </a:lnTo>
                  <a:lnTo>
                    <a:pt x="61" y="230"/>
                  </a:lnTo>
                  <a:lnTo>
                    <a:pt x="58" y="231"/>
                  </a:lnTo>
                  <a:lnTo>
                    <a:pt x="55" y="233"/>
                  </a:lnTo>
                  <a:lnTo>
                    <a:pt x="52" y="237"/>
                  </a:lnTo>
                  <a:lnTo>
                    <a:pt x="50" y="239"/>
                  </a:lnTo>
                  <a:lnTo>
                    <a:pt x="47" y="241"/>
                  </a:lnTo>
                  <a:lnTo>
                    <a:pt x="46" y="241"/>
                  </a:lnTo>
                  <a:lnTo>
                    <a:pt x="43" y="241"/>
                  </a:lnTo>
                  <a:lnTo>
                    <a:pt x="43" y="235"/>
                  </a:lnTo>
                  <a:lnTo>
                    <a:pt x="44" y="226"/>
                  </a:lnTo>
                  <a:lnTo>
                    <a:pt x="45" y="222"/>
                  </a:lnTo>
                  <a:lnTo>
                    <a:pt x="47" y="220"/>
                  </a:lnTo>
                  <a:lnTo>
                    <a:pt x="47" y="218"/>
                  </a:lnTo>
                  <a:lnTo>
                    <a:pt x="43" y="215"/>
                  </a:lnTo>
                  <a:lnTo>
                    <a:pt x="38" y="213"/>
                  </a:lnTo>
                  <a:lnTo>
                    <a:pt x="38" y="212"/>
                  </a:lnTo>
                  <a:lnTo>
                    <a:pt x="40" y="210"/>
                  </a:lnTo>
                  <a:lnTo>
                    <a:pt x="44" y="209"/>
                  </a:lnTo>
                  <a:lnTo>
                    <a:pt x="51" y="205"/>
                  </a:lnTo>
                  <a:lnTo>
                    <a:pt x="55" y="203"/>
                  </a:lnTo>
                  <a:lnTo>
                    <a:pt x="58" y="203"/>
                  </a:lnTo>
                  <a:lnTo>
                    <a:pt x="63" y="205"/>
                  </a:lnTo>
                  <a:lnTo>
                    <a:pt x="64" y="203"/>
                  </a:lnTo>
                  <a:lnTo>
                    <a:pt x="64" y="201"/>
                  </a:lnTo>
                  <a:lnTo>
                    <a:pt x="60" y="198"/>
                  </a:lnTo>
                  <a:lnTo>
                    <a:pt x="58" y="195"/>
                  </a:lnTo>
                  <a:lnTo>
                    <a:pt x="60" y="192"/>
                  </a:lnTo>
                  <a:lnTo>
                    <a:pt x="67" y="188"/>
                  </a:lnTo>
                  <a:lnTo>
                    <a:pt x="71" y="187"/>
                  </a:lnTo>
                  <a:lnTo>
                    <a:pt x="77" y="183"/>
                  </a:lnTo>
                  <a:lnTo>
                    <a:pt x="82" y="182"/>
                  </a:lnTo>
                  <a:lnTo>
                    <a:pt x="84" y="180"/>
                  </a:lnTo>
                  <a:lnTo>
                    <a:pt x="86" y="176"/>
                  </a:lnTo>
                  <a:lnTo>
                    <a:pt x="85" y="168"/>
                  </a:lnTo>
                  <a:lnTo>
                    <a:pt x="86" y="165"/>
                  </a:lnTo>
                  <a:lnTo>
                    <a:pt x="86" y="163"/>
                  </a:lnTo>
                  <a:lnTo>
                    <a:pt x="83" y="155"/>
                  </a:lnTo>
                  <a:lnTo>
                    <a:pt x="83" y="151"/>
                  </a:lnTo>
                  <a:lnTo>
                    <a:pt x="85" y="144"/>
                  </a:lnTo>
                  <a:lnTo>
                    <a:pt x="85" y="137"/>
                  </a:lnTo>
                  <a:lnTo>
                    <a:pt x="85" y="133"/>
                  </a:lnTo>
                  <a:lnTo>
                    <a:pt x="84" y="130"/>
                  </a:lnTo>
                  <a:lnTo>
                    <a:pt x="80" y="127"/>
                  </a:lnTo>
                  <a:lnTo>
                    <a:pt x="79" y="125"/>
                  </a:lnTo>
                  <a:lnTo>
                    <a:pt x="81" y="121"/>
                  </a:lnTo>
                  <a:lnTo>
                    <a:pt x="80" y="118"/>
                  </a:lnTo>
                  <a:lnTo>
                    <a:pt x="77" y="116"/>
                  </a:lnTo>
                  <a:lnTo>
                    <a:pt x="72" y="113"/>
                  </a:lnTo>
                  <a:lnTo>
                    <a:pt x="70" y="110"/>
                  </a:lnTo>
                  <a:lnTo>
                    <a:pt x="65" y="103"/>
                  </a:lnTo>
                  <a:lnTo>
                    <a:pt x="54" y="87"/>
                  </a:lnTo>
                  <a:lnTo>
                    <a:pt x="49" y="82"/>
                  </a:lnTo>
                  <a:lnTo>
                    <a:pt x="44" y="77"/>
                  </a:lnTo>
                  <a:lnTo>
                    <a:pt x="40" y="73"/>
                  </a:lnTo>
                  <a:lnTo>
                    <a:pt x="31" y="68"/>
                  </a:lnTo>
                  <a:lnTo>
                    <a:pt x="30" y="67"/>
                  </a:lnTo>
                  <a:lnTo>
                    <a:pt x="29" y="63"/>
                  </a:lnTo>
                  <a:lnTo>
                    <a:pt x="31" y="60"/>
                  </a:lnTo>
                  <a:lnTo>
                    <a:pt x="34" y="60"/>
                  </a:lnTo>
                  <a:lnTo>
                    <a:pt x="37" y="60"/>
                  </a:lnTo>
                  <a:lnTo>
                    <a:pt x="39" y="60"/>
                  </a:lnTo>
                  <a:lnTo>
                    <a:pt x="41" y="58"/>
                  </a:lnTo>
                  <a:lnTo>
                    <a:pt x="43" y="56"/>
                  </a:lnTo>
                  <a:lnTo>
                    <a:pt x="42" y="52"/>
                  </a:lnTo>
                  <a:lnTo>
                    <a:pt x="37" y="45"/>
                  </a:lnTo>
                  <a:lnTo>
                    <a:pt x="33" y="40"/>
                  </a:lnTo>
                  <a:lnTo>
                    <a:pt x="32" y="39"/>
                  </a:lnTo>
                  <a:lnTo>
                    <a:pt x="29" y="41"/>
                  </a:lnTo>
                  <a:lnTo>
                    <a:pt x="25" y="44"/>
                  </a:lnTo>
                  <a:lnTo>
                    <a:pt x="23" y="44"/>
                  </a:lnTo>
                  <a:lnTo>
                    <a:pt x="20" y="43"/>
                  </a:lnTo>
                  <a:lnTo>
                    <a:pt x="16" y="40"/>
                  </a:lnTo>
                  <a:lnTo>
                    <a:pt x="13" y="35"/>
                  </a:lnTo>
                  <a:lnTo>
                    <a:pt x="11" y="27"/>
                  </a:lnTo>
                  <a:lnTo>
                    <a:pt x="7" y="23"/>
                  </a:lnTo>
                  <a:lnTo>
                    <a:pt x="3" y="19"/>
                  </a:lnTo>
                  <a:lnTo>
                    <a:pt x="0" y="13"/>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5" name="Freeform 54">
              <a:extLst>
                <a:ext uri="{FF2B5EF4-FFF2-40B4-BE49-F238E27FC236}">
                  <a16:creationId xmlns:a16="http://schemas.microsoft.com/office/drawing/2014/main" id="{672A7125-C403-C24C-388E-16D9ACB2C879}"/>
                </a:ext>
              </a:extLst>
            </p:cNvPr>
            <p:cNvSpPr>
              <a:spLocks noEditPoints="1"/>
            </p:cNvSpPr>
            <p:nvPr/>
          </p:nvSpPr>
          <p:spPr bwMode="gray">
            <a:xfrm>
              <a:off x="5609180" y="3512303"/>
              <a:ext cx="430592" cy="499212"/>
            </a:xfrm>
            <a:custGeom>
              <a:avLst/>
              <a:gdLst>
                <a:gd name="T0" fmla="*/ 120 w 251"/>
                <a:gd name="T1" fmla="*/ 175 h 291"/>
                <a:gd name="T2" fmla="*/ 128 w 251"/>
                <a:gd name="T3" fmla="*/ 178 h 291"/>
                <a:gd name="T4" fmla="*/ 156 w 251"/>
                <a:gd name="T5" fmla="*/ 155 h 291"/>
                <a:gd name="T6" fmla="*/ 166 w 251"/>
                <a:gd name="T7" fmla="*/ 132 h 291"/>
                <a:gd name="T8" fmla="*/ 166 w 251"/>
                <a:gd name="T9" fmla="*/ 114 h 291"/>
                <a:gd name="T10" fmla="*/ 175 w 251"/>
                <a:gd name="T11" fmla="*/ 99 h 291"/>
                <a:gd name="T12" fmla="*/ 178 w 251"/>
                <a:gd name="T13" fmla="*/ 90 h 291"/>
                <a:gd name="T14" fmla="*/ 189 w 251"/>
                <a:gd name="T15" fmla="*/ 105 h 291"/>
                <a:gd name="T16" fmla="*/ 191 w 251"/>
                <a:gd name="T17" fmla="*/ 141 h 291"/>
                <a:gd name="T18" fmla="*/ 181 w 251"/>
                <a:gd name="T19" fmla="*/ 154 h 291"/>
                <a:gd name="T20" fmla="*/ 176 w 251"/>
                <a:gd name="T21" fmla="*/ 183 h 291"/>
                <a:gd name="T22" fmla="*/ 173 w 251"/>
                <a:gd name="T23" fmla="*/ 205 h 291"/>
                <a:gd name="T24" fmla="*/ 166 w 251"/>
                <a:gd name="T25" fmla="*/ 205 h 291"/>
                <a:gd name="T26" fmla="*/ 151 w 251"/>
                <a:gd name="T27" fmla="*/ 220 h 291"/>
                <a:gd name="T28" fmla="*/ 144 w 251"/>
                <a:gd name="T29" fmla="*/ 215 h 291"/>
                <a:gd name="T30" fmla="*/ 123 w 251"/>
                <a:gd name="T31" fmla="*/ 224 h 291"/>
                <a:gd name="T32" fmla="*/ 112 w 251"/>
                <a:gd name="T33" fmla="*/ 224 h 291"/>
                <a:gd name="T34" fmla="*/ 104 w 251"/>
                <a:gd name="T35" fmla="*/ 239 h 291"/>
                <a:gd name="T36" fmla="*/ 88 w 251"/>
                <a:gd name="T37" fmla="*/ 231 h 291"/>
                <a:gd name="T38" fmla="*/ 87 w 251"/>
                <a:gd name="T39" fmla="*/ 223 h 291"/>
                <a:gd name="T40" fmla="*/ 68 w 251"/>
                <a:gd name="T41" fmla="*/ 225 h 291"/>
                <a:gd name="T42" fmla="*/ 41 w 251"/>
                <a:gd name="T43" fmla="*/ 232 h 291"/>
                <a:gd name="T44" fmla="*/ 23 w 251"/>
                <a:gd name="T45" fmla="*/ 231 h 291"/>
                <a:gd name="T46" fmla="*/ 54 w 251"/>
                <a:gd name="T47" fmla="*/ 207 h 291"/>
                <a:gd name="T48" fmla="*/ 84 w 251"/>
                <a:gd name="T49" fmla="*/ 204 h 291"/>
                <a:gd name="T50" fmla="*/ 103 w 251"/>
                <a:gd name="T51" fmla="*/ 203 h 291"/>
                <a:gd name="T52" fmla="*/ 114 w 251"/>
                <a:gd name="T53" fmla="*/ 173 h 291"/>
                <a:gd name="T54" fmla="*/ 168 w 251"/>
                <a:gd name="T55" fmla="*/ 76 h 291"/>
                <a:gd name="T56" fmla="*/ 174 w 251"/>
                <a:gd name="T57" fmla="*/ 56 h 291"/>
                <a:gd name="T58" fmla="*/ 183 w 251"/>
                <a:gd name="T59" fmla="*/ 51 h 291"/>
                <a:gd name="T60" fmla="*/ 193 w 251"/>
                <a:gd name="T61" fmla="*/ 18 h 291"/>
                <a:gd name="T62" fmla="*/ 200 w 251"/>
                <a:gd name="T63" fmla="*/ 5 h 291"/>
                <a:gd name="T64" fmla="*/ 236 w 251"/>
                <a:gd name="T65" fmla="*/ 35 h 291"/>
                <a:gd name="T66" fmla="*/ 248 w 251"/>
                <a:gd name="T67" fmla="*/ 31 h 291"/>
                <a:gd name="T68" fmla="*/ 244 w 251"/>
                <a:gd name="T69" fmla="*/ 55 h 291"/>
                <a:gd name="T70" fmla="*/ 226 w 251"/>
                <a:gd name="T71" fmla="*/ 58 h 291"/>
                <a:gd name="T72" fmla="*/ 196 w 251"/>
                <a:gd name="T73" fmla="*/ 64 h 291"/>
                <a:gd name="T74" fmla="*/ 175 w 251"/>
                <a:gd name="T75" fmla="*/ 63 h 291"/>
                <a:gd name="T76" fmla="*/ 184 w 251"/>
                <a:gd name="T77" fmla="*/ 80 h 291"/>
                <a:gd name="T78" fmla="*/ 171 w 251"/>
                <a:gd name="T79" fmla="*/ 89 h 291"/>
                <a:gd name="T80" fmla="*/ 22 w 251"/>
                <a:gd name="T81" fmla="*/ 280 h 291"/>
                <a:gd name="T82" fmla="*/ 11 w 251"/>
                <a:gd name="T83" fmla="*/ 285 h 291"/>
                <a:gd name="T84" fmla="*/ 18 w 251"/>
                <a:gd name="T85" fmla="*/ 264 h 291"/>
                <a:gd name="T86" fmla="*/ 6 w 251"/>
                <a:gd name="T87" fmla="*/ 259 h 291"/>
                <a:gd name="T88" fmla="*/ 13 w 251"/>
                <a:gd name="T89" fmla="*/ 246 h 291"/>
                <a:gd name="T90" fmla="*/ 27 w 251"/>
                <a:gd name="T91" fmla="*/ 244 h 291"/>
                <a:gd name="T92" fmla="*/ 38 w 251"/>
                <a:gd name="T93" fmla="*/ 255 h 291"/>
                <a:gd name="T94" fmla="*/ 31 w 251"/>
                <a:gd name="T95" fmla="*/ 280 h 291"/>
                <a:gd name="T96" fmla="*/ 52 w 251"/>
                <a:gd name="T97" fmla="*/ 260 h 291"/>
                <a:gd name="T98" fmla="*/ 49 w 251"/>
                <a:gd name="T99" fmla="*/ 242 h 291"/>
                <a:gd name="T100" fmla="*/ 67 w 251"/>
                <a:gd name="T101" fmla="*/ 233 h 291"/>
                <a:gd name="T102" fmla="*/ 82 w 251"/>
                <a:gd name="T103" fmla="*/ 237 h 291"/>
                <a:gd name="T104" fmla="*/ 65 w 251"/>
                <a:gd name="T105" fmla="*/ 245 h 291"/>
                <a:gd name="T106" fmla="*/ 52 w 251"/>
                <a:gd name="T107" fmla="*/ 260 h 29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51"/>
                <a:gd name="T163" fmla="*/ 0 h 291"/>
                <a:gd name="T164" fmla="*/ 251 w 251"/>
                <a:gd name="T165" fmla="*/ 291 h 291"/>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51" h="291">
                  <a:moveTo>
                    <a:pt x="115" y="171"/>
                  </a:moveTo>
                  <a:lnTo>
                    <a:pt x="116" y="170"/>
                  </a:lnTo>
                  <a:lnTo>
                    <a:pt x="124" y="167"/>
                  </a:lnTo>
                  <a:lnTo>
                    <a:pt x="125" y="170"/>
                  </a:lnTo>
                  <a:lnTo>
                    <a:pt x="121" y="173"/>
                  </a:lnTo>
                  <a:lnTo>
                    <a:pt x="120" y="175"/>
                  </a:lnTo>
                  <a:lnTo>
                    <a:pt x="119" y="179"/>
                  </a:lnTo>
                  <a:lnTo>
                    <a:pt x="120" y="182"/>
                  </a:lnTo>
                  <a:lnTo>
                    <a:pt x="122" y="183"/>
                  </a:lnTo>
                  <a:lnTo>
                    <a:pt x="124" y="182"/>
                  </a:lnTo>
                  <a:lnTo>
                    <a:pt x="127" y="179"/>
                  </a:lnTo>
                  <a:lnTo>
                    <a:pt x="128" y="178"/>
                  </a:lnTo>
                  <a:lnTo>
                    <a:pt x="140" y="172"/>
                  </a:lnTo>
                  <a:lnTo>
                    <a:pt x="143" y="170"/>
                  </a:lnTo>
                  <a:lnTo>
                    <a:pt x="146" y="167"/>
                  </a:lnTo>
                  <a:lnTo>
                    <a:pt x="148" y="162"/>
                  </a:lnTo>
                  <a:lnTo>
                    <a:pt x="154" y="158"/>
                  </a:lnTo>
                  <a:lnTo>
                    <a:pt x="156" y="155"/>
                  </a:lnTo>
                  <a:lnTo>
                    <a:pt x="158" y="152"/>
                  </a:lnTo>
                  <a:lnTo>
                    <a:pt x="158" y="148"/>
                  </a:lnTo>
                  <a:lnTo>
                    <a:pt x="162" y="143"/>
                  </a:lnTo>
                  <a:lnTo>
                    <a:pt x="162" y="141"/>
                  </a:lnTo>
                  <a:lnTo>
                    <a:pt x="165" y="136"/>
                  </a:lnTo>
                  <a:lnTo>
                    <a:pt x="166" y="132"/>
                  </a:lnTo>
                  <a:lnTo>
                    <a:pt x="167" y="127"/>
                  </a:lnTo>
                  <a:lnTo>
                    <a:pt x="166" y="122"/>
                  </a:lnTo>
                  <a:lnTo>
                    <a:pt x="164" y="120"/>
                  </a:lnTo>
                  <a:lnTo>
                    <a:pt x="163" y="118"/>
                  </a:lnTo>
                  <a:lnTo>
                    <a:pt x="165" y="116"/>
                  </a:lnTo>
                  <a:lnTo>
                    <a:pt x="166" y="114"/>
                  </a:lnTo>
                  <a:lnTo>
                    <a:pt x="165" y="104"/>
                  </a:lnTo>
                  <a:lnTo>
                    <a:pt x="169" y="101"/>
                  </a:lnTo>
                  <a:lnTo>
                    <a:pt x="170" y="99"/>
                  </a:lnTo>
                  <a:lnTo>
                    <a:pt x="173" y="96"/>
                  </a:lnTo>
                  <a:lnTo>
                    <a:pt x="175" y="99"/>
                  </a:lnTo>
                  <a:lnTo>
                    <a:pt x="176" y="101"/>
                  </a:lnTo>
                  <a:lnTo>
                    <a:pt x="179" y="101"/>
                  </a:lnTo>
                  <a:lnTo>
                    <a:pt x="184" y="98"/>
                  </a:lnTo>
                  <a:lnTo>
                    <a:pt x="183" y="93"/>
                  </a:lnTo>
                  <a:lnTo>
                    <a:pt x="181" y="93"/>
                  </a:lnTo>
                  <a:lnTo>
                    <a:pt x="178" y="90"/>
                  </a:lnTo>
                  <a:lnTo>
                    <a:pt x="183" y="86"/>
                  </a:lnTo>
                  <a:lnTo>
                    <a:pt x="187" y="88"/>
                  </a:lnTo>
                  <a:lnTo>
                    <a:pt x="189" y="90"/>
                  </a:lnTo>
                  <a:lnTo>
                    <a:pt x="189" y="92"/>
                  </a:lnTo>
                  <a:lnTo>
                    <a:pt x="189" y="100"/>
                  </a:lnTo>
                  <a:lnTo>
                    <a:pt x="189" y="105"/>
                  </a:lnTo>
                  <a:lnTo>
                    <a:pt x="191" y="107"/>
                  </a:lnTo>
                  <a:lnTo>
                    <a:pt x="192" y="109"/>
                  </a:lnTo>
                  <a:lnTo>
                    <a:pt x="198" y="123"/>
                  </a:lnTo>
                  <a:lnTo>
                    <a:pt x="198" y="127"/>
                  </a:lnTo>
                  <a:lnTo>
                    <a:pt x="196" y="133"/>
                  </a:lnTo>
                  <a:lnTo>
                    <a:pt x="191" y="141"/>
                  </a:lnTo>
                  <a:lnTo>
                    <a:pt x="189" y="145"/>
                  </a:lnTo>
                  <a:lnTo>
                    <a:pt x="189" y="148"/>
                  </a:lnTo>
                  <a:lnTo>
                    <a:pt x="183" y="151"/>
                  </a:lnTo>
                  <a:lnTo>
                    <a:pt x="182" y="152"/>
                  </a:lnTo>
                  <a:lnTo>
                    <a:pt x="181" y="154"/>
                  </a:lnTo>
                  <a:lnTo>
                    <a:pt x="180" y="158"/>
                  </a:lnTo>
                  <a:lnTo>
                    <a:pt x="180" y="161"/>
                  </a:lnTo>
                  <a:lnTo>
                    <a:pt x="181" y="163"/>
                  </a:lnTo>
                  <a:lnTo>
                    <a:pt x="182" y="171"/>
                  </a:lnTo>
                  <a:lnTo>
                    <a:pt x="181" y="177"/>
                  </a:lnTo>
                  <a:lnTo>
                    <a:pt x="176" y="183"/>
                  </a:lnTo>
                  <a:lnTo>
                    <a:pt x="175" y="190"/>
                  </a:lnTo>
                  <a:lnTo>
                    <a:pt x="175" y="196"/>
                  </a:lnTo>
                  <a:lnTo>
                    <a:pt x="176" y="198"/>
                  </a:lnTo>
                  <a:lnTo>
                    <a:pt x="179" y="201"/>
                  </a:lnTo>
                  <a:lnTo>
                    <a:pt x="175" y="204"/>
                  </a:lnTo>
                  <a:lnTo>
                    <a:pt x="173" y="205"/>
                  </a:lnTo>
                  <a:lnTo>
                    <a:pt x="173" y="207"/>
                  </a:lnTo>
                  <a:lnTo>
                    <a:pt x="171" y="214"/>
                  </a:lnTo>
                  <a:lnTo>
                    <a:pt x="164" y="218"/>
                  </a:lnTo>
                  <a:lnTo>
                    <a:pt x="163" y="215"/>
                  </a:lnTo>
                  <a:lnTo>
                    <a:pt x="165" y="209"/>
                  </a:lnTo>
                  <a:lnTo>
                    <a:pt x="166" y="205"/>
                  </a:lnTo>
                  <a:lnTo>
                    <a:pt x="165" y="204"/>
                  </a:lnTo>
                  <a:lnTo>
                    <a:pt x="161" y="206"/>
                  </a:lnTo>
                  <a:lnTo>
                    <a:pt x="157" y="211"/>
                  </a:lnTo>
                  <a:lnTo>
                    <a:pt x="154" y="211"/>
                  </a:lnTo>
                  <a:lnTo>
                    <a:pt x="152" y="214"/>
                  </a:lnTo>
                  <a:lnTo>
                    <a:pt x="151" y="220"/>
                  </a:lnTo>
                  <a:lnTo>
                    <a:pt x="148" y="223"/>
                  </a:lnTo>
                  <a:lnTo>
                    <a:pt x="147" y="223"/>
                  </a:lnTo>
                  <a:lnTo>
                    <a:pt x="147" y="221"/>
                  </a:lnTo>
                  <a:lnTo>
                    <a:pt x="147" y="216"/>
                  </a:lnTo>
                  <a:lnTo>
                    <a:pt x="146" y="215"/>
                  </a:lnTo>
                  <a:lnTo>
                    <a:pt x="144" y="215"/>
                  </a:lnTo>
                  <a:lnTo>
                    <a:pt x="142" y="216"/>
                  </a:lnTo>
                  <a:lnTo>
                    <a:pt x="140" y="219"/>
                  </a:lnTo>
                  <a:lnTo>
                    <a:pt x="137" y="224"/>
                  </a:lnTo>
                  <a:lnTo>
                    <a:pt x="131" y="223"/>
                  </a:lnTo>
                  <a:lnTo>
                    <a:pt x="128" y="224"/>
                  </a:lnTo>
                  <a:lnTo>
                    <a:pt x="123" y="224"/>
                  </a:lnTo>
                  <a:lnTo>
                    <a:pt x="120" y="220"/>
                  </a:lnTo>
                  <a:lnTo>
                    <a:pt x="115" y="217"/>
                  </a:lnTo>
                  <a:lnTo>
                    <a:pt x="113" y="219"/>
                  </a:lnTo>
                  <a:lnTo>
                    <a:pt x="113" y="221"/>
                  </a:lnTo>
                  <a:lnTo>
                    <a:pt x="112" y="224"/>
                  </a:lnTo>
                  <a:lnTo>
                    <a:pt x="115" y="226"/>
                  </a:lnTo>
                  <a:lnTo>
                    <a:pt x="118" y="228"/>
                  </a:lnTo>
                  <a:lnTo>
                    <a:pt x="116" y="230"/>
                  </a:lnTo>
                  <a:lnTo>
                    <a:pt x="110" y="231"/>
                  </a:lnTo>
                  <a:lnTo>
                    <a:pt x="107" y="233"/>
                  </a:lnTo>
                  <a:lnTo>
                    <a:pt x="104" y="239"/>
                  </a:lnTo>
                  <a:lnTo>
                    <a:pt x="100" y="246"/>
                  </a:lnTo>
                  <a:lnTo>
                    <a:pt x="95" y="242"/>
                  </a:lnTo>
                  <a:lnTo>
                    <a:pt x="91" y="241"/>
                  </a:lnTo>
                  <a:lnTo>
                    <a:pt x="89" y="239"/>
                  </a:lnTo>
                  <a:lnTo>
                    <a:pt x="89" y="238"/>
                  </a:lnTo>
                  <a:lnTo>
                    <a:pt x="88" y="231"/>
                  </a:lnTo>
                  <a:lnTo>
                    <a:pt x="88" y="229"/>
                  </a:lnTo>
                  <a:lnTo>
                    <a:pt x="92" y="227"/>
                  </a:lnTo>
                  <a:lnTo>
                    <a:pt x="93" y="224"/>
                  </a:lnTo>
                  <a:lnTo>
                    <a:pt x="93" y="222"/>
                  </a:lnTo>
                  <a:lnTo>
                    <a:pt x="92" y="222"/>
                  </a:lnTo>
                  <a:lnTo>
                    <a:pt x="87" y="223"/>
                  </a:lnTo>
                  <a:lnTo>
                    <a:pt x="85" y="223"/>
                  </a:lnTo>
                  <a:lnTo>
                    <a:pt x="79" y="222"/>
                  </a:lnTo>
                  <a:lnTo>
                    <a:pt x="76" y="223"/>
                  </a:lnTo>
                  <a:lnTo>
                    <a:pt x="73" y="224"/>
                  </a:lnTo>
                  <a:lnTo>
                    <a:pt x="70" y="226"/>
                  </a:lnTo>
                  <a:lnTo>
                    <a:pt x="68" y="225"/>
                  </a:lnTo>
                  <a:lnTo>
                    <a:pt x="66" y="225"/>
                  </a:lnTo>
                  <a:lnTo>
                    <a:pt x="54" y="228"/>
                  </a:lnTo>
                  <a:lnTo>
                    <a:pt x="49" y="231"/>
                  </a:lnTo>
                  <a:lnTo>
                    <a:pt x="48" y="228"/>
                  </a:lnTo>
                  <a:lnTo>
                    <a:pt x="44" y="228"/>
                  </a:lnTo>
                  <a:lnTo>
                    <a:pt x="41" y="232"/>
                  </a:lnTo>
                  <a:lnTo>
                    <a:pt x="41" y="237"/>
                  </a:lnTo>
                  <a:lnTo>
                    <a:pt x="36" y="235"/>
                  </a:lnTo>
                  <a:lnTo>
                    <a:pt x="32" y="235"/>
                  </a:lnTo>
                  <a:lnTo>
                    <a:pt x="24" y="235"/>
                  </a:lnTo>
                  <a:lnTo>
                    <a:pt x="22" y="234"/>
                  </a:lnTo>
                  <a:lnTo>
                    <a:pt x="23" y="231"/>
                  </a:lnTo>
                  <a:lnTo>
                    <a:pt x="24" y="229"/>
                  </a:lnTo>
                  <a:lnTo>
                    <a:pt x="27" y="229"/>
                  </a:lnTo>
                  <a:lnTo>
                    <a:pt x="31" y="228"/>
                  </a:lnTo>
                  <a:lnTo>
                    <a:pt x="37" y="224"/>
                  </a:lnTo>
                  <a:lnTo>
                    <a:pt x="52" y="207"/>
                  </a:lnTo>
                  <a:lnTo>
                    <a:pt x="54" y="207"/>
                  </a:lnTo>
                  <a:lnTo>
                    <a:pt x="57" y="206"/>
                  </a:lnTo>
                  <a:lnTo>
                    <a:pt x="57" y="209"/>
                  </a:lnTo>
                  <a:lnTo>
                    <a:pt x="61" y="209"/>
                  </a:lnTo>
                  <a:lnTo>
                    <a:pt x="69" y="206"/>
                  </a:lnTo>
                  <a:lnTo>
                    <a:pt x="76" y="206"/>
                  </a:lnTo>
                  <a:lnTo>
                    <a:pt x="84" y="204"/>
                  </a:lnTo>
                  <a:lnTo>
                    <a:pt x="91" y="202"/>
                  </a:lnTo>
                  <a:lnTo>
                    <a:pt x="91" y="206"/>
                  </a:lnTo>
                  <a:lnTo>
                    <a:pt x="94" y="209"/>
                  </a:lnTo>
                  <a:lnTo>
                    <a:pt x="95" y="208"/>
                  </a:lnTo>
                  <a:lnTo>
                    <a:pt x="99" y="206"/>
                  </a:lnTo>
                  <a:lnTo>
                    <a:pt x="103" y="203"/>
                  </a:lnTo>
                  <a:lnTo>
                    <a:pt x="103" y="200"/>
                  </a:lnTo>
                  <a:lnTo>
                    <a:pt x="103" y="196"/>
                  </a:lnTo>
                  <a:lnTo>
                    <a:pt x="107" y="192"/>
                  </a:lnTo>
                  <a:lnTo>
                    <a:pt x="112" y="186"/>
                  </a:lnTo>
                  <a:lnTo>
                    <a:pt x="114" y="182"/>
                  </a:lnTo>
                  <a:lnTo>
                    <a:pt x="114" y="173"/>
                  </a:lnTo>
                  <a:lnTo>
                    <a:pt x="115" y="171"/>
                  </a:lnTo>
                  <a:close/>
                  <a:moveTo>
                    <a:pt x="168" y="90"/>
                  </a:moveTo>
                  <a:lnTo>
                    <a:pt x="167" y="88"/>
                  </a:lnTo>
                  <a:lnTo>
                    <a:pt x="166" y="85"/>
                  </a:lnTo>
                  <a:lnTo>
                    <a:pt x="168" y="79"/>
                  </a:lnTo>
                  <a:lnTo>
                    <a:pt x="168" y="76"/>
                  </a:lnTo>
                  <a:lnTo>
                    <a:pt x="164" y="74"/>
                  </a:lnTo>
                  <a:lnTo>
                    <a:pt x="163" y="72"/>
                  </a:lnTo>
                  <a:lnTo>
                    <a:pt x="162" y="65"/>
                  </a:lnTo>
                  <a:lnTo>
                    <a:pt x="166" y="61"/>
                  </a:lnTo>
                  <a:lnTo>
                    <a:pt x="170" y="59"/>
                  </a:lnTo>
                  <a:lnTo>
                    <a:pt x="174" y="56"/>
                  </a:lnTo>
                  <a:lnTo>
                    <a:pt x="174" y="52"/>
                  </a:lnTo>
                  <a:lnTo>
                    <a:pt x="172" y="49"/>
                  </a:lnTo>
                  <a:lnTo>
                    <a:pt x="174" y="46"/>
                  </a:lnTo>
                  <a:lnTo>
                    <a:pt x="175" y="46"/>
                  </a:lnTo>
                  <a:lnTo>
                    <a:pt x="180" y="51"/>
                  </a:lnTo>
                  <a:lnTo>
                    <a:pt x="183" y="51"/>
                  </a:lnTo>
                  <a:lnTo>
                    <a:pt x="187" y="49"/>
                  </a:lnTo>
                  <a:lnTo>
                    <a:pt x="187" y="38"/>
                  </a:lnTo>
                  <a:lnTo>
                    <a:pt x="190" y="36"/>
                  </a:lnTo>
                  <a:lnTo>
                    <a:pt x="193" y="34"/>
                  </a:lnTo>
                  <a:lnTo>
                    <a:pt x="193" y="27"/>
                  </a:lnTo>
                  <a:lnTo>
                    <a:pt x="193" y="18"/>
                  </a:lnTo>
                  <a:lnTo>
                    <a:pt x="191" y="11"/>
                  </a:lnTo>
                  <a:lnTo>
                    <a:pt x="190" y="6"/>
                  </a:lnTo>
                  <a:lnTo>
                    <a:pt x="191" y="4"/>
                  </a:lnTo>
                  <a:lnTo>
                    <a:pt x="196" y="0"/>
                  </a:lnTo>
                  <a:lnTo>
                    <a:pt x="196" y="1"/>
                  </a:lnTo>
                  <a:lnTo>
                    <a:pt x="200" y="5"/>
                  </a:lnTo>
                  <a:lnTo>
                    <a:pt x="206" y="13"/>
                  </a:lnTo>
                  <a:lnTo>
                    <a:pt x="213" y="22"/>
                  </a:lnTo>
                  <a:lnTo>
                    <a:pt x="221" y="28"/>
                  </a:lnTo>
                  <a:lnTo>
                    <a:pt x="225" y="31"/>
                  </a:lnTo>
                  <a:lnTo>
                    <a:pt x="229" y="33"/>
                  </a:lnTo>
                  <a:lnTo>
                    <a:pt x="236" y="35"/>
                  </a:lnTo>
                  <a:lnTo>
                    <a:pt x="238" y="35"/>
                  </a:lnTo>
                  <a:lnTo>
                    <a:pt x="240" y="34"/>
                  </a:lnTo>
                  <a:lnTo>
                    <a:pt x="247" y="28"/>
                  </a:lnTo>
                  <a:lnTo>
                    <a:pt x="250" y="27"/>
                  </a:lnTo>
                  <a:lnTo>
                    <a:pt x="248" y="31"/>
                  </a:lnTo>
                  <a:lnTo>
                    <a:pt x="245" y="37"/>
                  </a:lnTo>
                  <a:lnTo>
                    <a:pt x="247" y="41"/>
                  </a:lnTo>
                  <a:lnTo>
                    <a:pt x="250" y="46"/>
                  </a:lnTo>
                  <a:lnTo>
                    <a:pt x="251" y="50"/>
                  </a:lnTo>
                  <a:lnTo>
                    <a:pt x="248" y="53"/>
                  </a:lnTo>
                  <a:lnTo>
                    <a:pt x="244" y="55"/>
                  </a:lnTo>
                  <a:lnTo>
                    <a:pt x="240" y="56"/>
                  </a:lnTo>
                  <a:lnTo>
                    <a:pt x="238" y="57"/>
                  </a:lnTo>
                  <a:lnTo>
                    <a:pt x="234" y="55"/>
                  </a:lnTo>
                  <a:lnTo>
                    <a:pt x="231" y="55"/>
                  </a:lnTo>
                  <a:lnTo>
                    <a:pt x="229" y="56"/>
                  </a:lnTo>
                  <a:lnTo>
                    <a:pt x="226" y="58"/>
                  </a:lnTo>
                  <a:lnTo>
                    <a:pt x="221" y="66"/>
                  </a:lnTo>
                  <a:lnTo>
                    <a:pt x="218" y="71"/>
                  </a:lnTo>
                  <a:lnTo>
                    <a:pt x="217" y="76"/>
                  </a:lnTo>
                  <a:lnTo>
                    <a:pt x="214" y="75"/>
                  </a:lnTo>
                  <a:lnTo>
                    <a:pt x="211" y="73"/>
                  </a:lnTo>
                  <a:lnTo>
                    <a:pt x="196" y="64"/>
                  </a:lnTo>
                  <a:lnTo>
                    <a:pt x="193" y="63"/>
                  </a:lnTo>
                  <a:lnTo>
                    <a:pt x="188" y="64"/>
                  </a:lnTo>
                  <a:lnTo>
                    <a:pt x="181" y="69"/>
                  </a:lnTo>
                  <a:lnTo>
                    <a:pt x="180" y="66"/>
                  </a:lnTo>
                  <a:lnTo>
                    <a:pt x="177" y="63"/>
                  </a:lnTo>
                  <a:lnTo>
                    <a:pt x="175" y="63"/>
                  </a:lnTo>
                  <a:lnTo>
                    <a:pt x="173" y="64"/>
                  </a:lnTo>
                  <a:lnTo>
                    <a:pt x="170" y="67"/>
                  </a:lnTo>
                  <a:lnTo>
                    <a:pt x="170" y="70"/>
                  </a:lnTo>
                  <a:lnTo>
                    <a:pt x="178" y="74"/>
                  </a:lnTo>
                  <a:lnTo>
                    <a:pt x="182" y="77"/>
                  </a:lnTo>
                  <a:lnTo>
                    <a:pt x="184" y="80"/>
                  </a:lnTo>
                  <a:lnTo>
                    <a:pt x="182" y="82"/>
                  </a:lnTo>
                  <a:lnTo>
                    <a:pt x="179" y="82"/>
                  </a:lnTo>
                  <a:lnTo>
                    <a:pt x="177" y="81"/>
                  </a:lnTo>
                  <a:lnTo>
                    <a:pt x="175" y="81"/>
                  </a:lnTo>
                  <a:lnTo>
                    <a:pt x="173" y="84"/>
                  </a:lnTo>
                  <a:lnTo>
                    <a:pt x="171" y="89"/>
                  </a:lnTo>
                  <a:lnTo>
                    <a:pt x="168" y="90"/>
                  </a:lnTo>
                  <a:close/>
                  <a:moveTo>
                    <a:pt x="22" y="291"/>
                  </a:moveTo>
                  <a:lnTo>
                    <a:pt x="19" y="291"/>
                  </a:lnTo>
                  <a:lnTo>
                    <a:pt x="19" y="289"/>
                  </a:lnTo>
                  <a:lnTo>
                    <a:pt x="21" y="285"/>
                  </a:lnTo>
                  <a:lnTo>
                    <a:pt x="22" y="280"/>
                  </a:lnTo>
                  <a:lnTo>
                    <a:pt x="19" y="279"/>
                  </a:lnTo>
                  <a:lnTo>
                    <a:pt x="18" y="281"/>
                  </a:lnTo>
                  <a:lnTo>
                    <a:pt x="17" y="285"/>
                  </a:lnTo>
                  <a:lnTo>
                    <a:pt x="14" y="288"/>
                  </a:lnTo>
                  <a:lnTo>
                    <a:pt x="11" y="287"/>
                  </a:lnTo>
                  <a:lnTo>
                    <a:pt x="11" y="285"/>
                  </a:lnTo>
                  <a:lnTo>
                    <a:pt x="13" y="281"/>
                  </a:lnTo>
                  <a:lnTo>
                    <a:pt x="14" y="279"/>
                  </a:lnTo>
                  <a:lnTo>
                    <a:pt x="11" y="271"/>
                  </a:lnTo>
                  <a:lnTo>
                    <a:pt x="12" y="270"/>
                  </a:lnTo>
                  <a:lnTo>
                    <a:pt x="17" y="265"/>
                  </a:lnTo>
                  <a:lnTo>
                    <a:pt x="18" y="264"/>
                  </a:lnTo>
                  <a:lnTo>
                    <a:pt x="18" y="260"/>
                  </a:lnTo>
                  <a:lnTo>
                    <a:pt x="14" y="254"/>
                  </a:lnTo>
                  <a:lnTo>
                    <a:pt x="12" y="254"/>
                  </a:lnTo>
                  <a:lnTo>
                    <a:pt x="11" y="255"/>
                  </a:lnTo>
                  <a:lnTo>
                    <a:pt x="8" y="260"/>
                  </a:lnTo>
                  <a:lnTo>
                    <a:pt x="6" y="259"/>
                  </a:lnTo>
                  <a:lnTo>
                    <a:pt x="5" y="254"/>
                  </a:lnTo>
                  <a:lnTo>
                    <a:pt x="2" y="253"/>
                  </a:lnTo>
                  <a:lnTo>
                    <a:pt x="0" y="249"/>
                  </a:lnTo>
                  <a:lnTo>
                    <a:pt x="3" y="247"/>
                  </a:lnTo>
                  <a:lnTo>
                    <a:pt x="8" y="247"/>
                  </a:lnTo>
                  <a:lnTo>
                    <a:pt x="13" y="246"/>
                  </a:lnTo>
                  <a:lnTo>
                    <a:pt x="15" y="242"/>
                  </a:lnTo>
                  <a:lnTo>
                    <a:pt x="17" y="239"/>
                  </a:lnTo>
                  <a:lnTo>
                    <a:pt x="20" y="239"/>
                  </a:lnTo>
                  <a:lnTo>
                    <a:pt x="23" y="239"/>
                  </a:lnTo>
                  <a:lnTo>
                    <a:pt x="25" y="243"/>
                  </a:lnTo>
                  <a:lnTo>
                    <a:pt x="27" y="244"/>
                  </a:lnTo>
                  <a:lnTo>
                    <a:pt x="30" y="245"/>
                  </a:lnTo>
                  <a:lnTo>
                    <a:pt x="35" y="243"/>
                  </a:lnTo>
                  <a:lnTo>
                    <a:pt x="36" y="246"/>
                  </a:lnTo>
                  <a:lnTo>
                    <a:pt x="32" y="250"/>
                  </a:lnTo>
                  <a:lnTo>
                    <a:pt x="35" y="252"/>
                  </a:lnTo>
                  <a:lnTo>
                    <a:pt x="38" y="255"/>
                  </a:lnTo>
                  <a:lnTo>
                    <a:pt x="39" y="258"/>
                  </a:lnTo>
                  <a:lnTo>
                    <a:pt x="35" y="263"/>
                  </a:lnTo>
                  <a:lnTo>
                    <a:pt x="33" y="266"/>
                  </a:lnTo>
                  <a:lnTo>
                    <a:pt x="32" y="269"/>
                  </a:lnTo>
                  <a:lnTo>
                    <a:pt x="32" y="274"/>
                  </a:lnTo>
                  <a:lnTo>
                    <a:pt x="31" y="280"/>
                  </a:lnTo>
                  <a:lnTo>
                    <a:pt x="29" y="283"/>
                  </a:lnTo>
                  <a:lnTo>
                    <a:pt x="28" y="284"/>
                  </a:lnTo>
                  <a:lnTo>
                    <a:pt x="26" y="284"/>
                  </a:lnTo>
                  <a:lnTo>
                    <a:pt x="25" y="285"/>
                  </a:lnTo>
                  <a:lnTo>
                    <a:pt x="22" y="291"/>
                  </a:lnTo>
                  <a:close/>
                  <a:moveTo>
                    <a:pt x="52" y="260"/>
                  </a:moveTo>
                  <a:lnTo>
                    <a:pt x="50" y="259"/>
                  </a:lnTo>
                  <a:lnTo>
                    <a:pt x="49" y="256"/>
                  </a:lnTo>
                  <a:lnTo>
                    <a:pt x="48" y="254"/>
                  </a:lnTo>
                  <a:lnTo>
                    <a:pt x="47" y="250"/>
                  </a:lnTo>
                  <a:lnTo>
                    <a:pt x="43" y="246"/>
                  </a:lnTo>
                  <a:lnTo>
                    <a:pt x="49" y="242"/>
                  </a:lnTo>
                  <a:lnTo>
                    <a:pt x="51" y="240"/>
                  </a:lnTo>
                  <a:lnTo>
                    <a:pt x="53" y="235"/>
                  </a:lnTo>
                  <a:lnTo>
                    <a:pt x="56" y="237"/>
                  </a:lnTo>
                  <a:lnTo>
                    <a:pt x="61" y="237"/>
                  </a:lnTo>
                  <a:lnTo>
                    <a:pt x="64" y="236"/>
                  </a:lnTo>
                  <a:lnTo>
                    <a:pt x="67" y="233"/>
                  </a:lnTo>
                  <a:lnTo>
                    <a:pt x="69" y="230"/>
                  </a:lnTo>
                  <a:lnTo>
                    <a:pt x="73" y="230"/>
                  </a:lnTo>
                  <a:lnTo>
                    <a:pt x="75" y="231"/>
                  </a:lnTo>
                  <a:lnTo>
                    <a:pt x="81" y="233"/>
                  </a:lnTo>
                  <a:lnTo>
                    <a:pt x="82" y="235"/>
                  </a:lnTo>
                  <a:lnTo>
                    <a:pt x="82" y="237"/>
                  </a:lnTo>
                  <a:lnTo>
                    <a:pt x="81" y="240"/>
                  </a:lnTo>
                  <a:lnTo>
                    <a:pt x="79" y="242"/>
                  </a:lnTo>
                  <a:lnTo>
                    <a:pt x="73" y="249"/>
                  </a:lnTo>
                  <a:lnTo>
                    <a:pt x="71" y="248"/>
                  </a:lnTo>
                  <a:lnTo>
                    <a:pt x="68" y="245"/>
                  </a:lnTo>
                  <a:lnTo>
                    <a:pt x="65" y="245"/>
                  </a:lnTo>
                  <a:lnTo>
                    <a:pt x="61" y="247"/>
                  </a:lnTo>
                  <a:lnTo>
                    <a:pt x="59" y="248"/>
                  </a:lnTo>
                  <a:lnTo>
                    <a:pt x="58" y="252"/>
                  </a:lnTo>
                  <a:lnTo>
                    <a:pt x="56" y="256"/>
                  </a:lnTo>
                  <a:lnTo>
                    <a:pt x="55" y="258"/>
                  </a:lnTo>
                  <a:lnTo>
                    <a:pt x="52" y="26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6" name="Freeform 55">
              <a:extLst>
                <a:ext uri="{FF2B5EF4-FFF2-40B4-BE49-F238E27FC236}">
                  <a16:creationId xmlns:a16="http://schemas.microsoft.com/office/drawing/2014/main" id="{E3DB3DD1-D9C8-8E8F-DD16-5C087179CFED}"/>
                </a:ext>
              </a:extLst>
            </p:cNvPr>
            <p:cNvSpPr>
              <a:spLocks/>
            </p:cNvSpPr>
            <p:nvPr/>
          </p:nvSpPr>
          <p:spPr bwMode="gray">
            <a:xfrm>
              <a:off x="5646921" y="3659837"/>
              <a:ext cx="301929" cy="274481"/>
            </a:xfrm>
            <a:custGeom>
              <a:avLst/>
              <a:gdLst>
                <a:gd name="T0" fmla="*/ 102 w 176"/>
                <a:gd name="T1" fmla="*/ 81 h 160"/>
                <a:gd name="T2" fmla="*/ 98 w 176"/>
                <a:gd name="T3" fmla="*/ 89 h 160"/>
                <a:gd name="T4" fmla="*/ 100 w 176"/>
                <a:gd name="T5" fmla="*/ 97 h 160"/>
                <a:gd name="T6" fmla="*/ 106 w 176"/>
                <a:gd name="T7" fmla="*/ 92 h 160"/>
                <a:gd name="T8" fmla="*/ 124 w 176"/>
                <a:gd name="T9" fmla="*/ 81 h 160"/>
                <a:gd name="T10" fmla="*/ 134 w 176"/>
                <a:gd name="T11" fmla="*/ 69 h 160"/>
                <a:gd name="T12" fmla="*/ 140 w 176"/>
                <a:gd name="T13" fmla="*/ 57 h 160"/>
                <a:gd name="T14" fmla="*/ 144 w 176"/>
                <a:gd name="T15" fmla="*/ 46 h 160"/>
                <a:gd name="T16" fmla="*/ 142 w 176"/>
                <a:gd name="T17" fmla="*/ 34 h 160"/>
                <a:gd name="T18" fmla="*/ 144 w 176"/>
                <a:gd name="T19" fmla="*/ 28 h 160"/>
                <a:gd name="T20" fmla="*/ 148 w 176"/>
                <a:gd name="T21" fmla="*/ 13 h 160"/>
                <a:gd name="T22" fmla="*/ 153 w 176"/>
                <a:gd name="T23" fmla="*/ 13 h 160"/>
                <a:gd name="T24" fmla="*/ 162 w 176"/>
                <a:gd name="T25" fmla="*/ 12 h 160"/>
                <a:gd name="T26" fmla="*/ 156 w 176"/>
                <a:gd name="T27" fmla="*/ 4 h 160"/>
                <a:gd name="T28" fmla="*/ 167 w 176"/>
                <a:gd name="T29" fmla="*/ 4 h 160"/>
                <a:gd name="T30" fmla="*/ 167 w 176"/>
                <a:gd name="T31" fmla="*/ 19 h 160"/>
                <a:gd name="T32" fmla="*/ 176 w 176"/>
                <a:gd name="T33" fmla="*/ 37 h 160"/>
                <a:gd name="T34" fmla="*/ 169 w 176"/>
                <a:gd name="T35" fmla="*/ 55 h 160"/>
                <a:gd name="T36" fmla="*/ 167 w 176"/>
                <a:gd name="T37" fmla="*/ 62 h 160"/>
                <a:gd name="T38" fmla="*/ 159 w 176"/>
                <a:gd name="T39" fmla="*/ 68 h 160"/>
                <a:gd name="T40" fmla="*/ 159 w 176"/>
                <a:gd name="T41" fmla="*/ 77 h 160"/>
                <a:gd name="T42" fmla="*/ 154 w 176"/>
                <a:gd name="T43" fmla="*/ 97 h 160"/>
                <a:gd name="T44" fmla="*/ 154 w 176"/>
                <a:gd name="T45" fmla="*/ 112 h 160"/>
                <a:gd name="T46" fmla="*/ 151 w 176"/>
                <a:gd name="T47" fmla="*/ 119 h 160"/>
                <a:gd name="T48" fmla="*/ 142 w 176"/>
                <a:gd name="T49" fmla="*/ 132 h 160"/>
                <a:gd name="T50" fmla="*/ 144 w 176"/>
                <a:gd name="T51" fmla="*/ 119 h 160"/>
                <a:gd name="T52" fmla="*/ 135 w 176"/>
                <a:gd name="T53" fmla="*/ 125 h 160"/>
                <a:gd name="T54" fmla="*/ 129 w 176"/>
                <a:gd name="T55" fmla="*/ 134 h 160"/>
                <a:gd name="T56" fmla="*/ 125 w 176"/>
                <a:gd name="T57" fmla="*/ 135 h 160"/>
                <a:gd name="T58" fmla="*/ 122 w 176"/>
                <a:gd name="T59" fmla="*/ 129 h 160"/>
                <a:gd name="T60" fmla="*/ 115 w 176"/>
                <a:gd name="T61" fmla="*/ 138 h 160"/>
                <a:gd name="T62" fmla="*/ 101 w 176"/>
                <a:gd name="T63" fmla="*/ 138 h 160"/>
                <a:gd name="T64" fmla="*/ 91 w 176"/>
                <a:gd name="T65" fmla="*/ 133 h 160"/>
                <a:gd name="T66" fmla="*/ 90 w 176"/>
                <a:gd name="T67" fmla="*/ 138 h 160"/>
                <a:gd name="T68" fmla="*/ 94 w 176"/>
                <a:gd name="T69" fmla="*/ 144 h 160"/>
                <a:gd name="T70" fmla="*/ 82 w 176"/>
                <a:gd name="T71" fmla="*/ 153 h 160"/>
                <a:gd name="T72" fmla="*/ 69 w 176"/>
                <a:gd name="T73" fmla="*/ 155 h 160"/>
                <a:gd name="T74" fmla="*/ 66 w 176"/>
                <a:gd name="T75" fmla="*/ 145 h 160"/>
                <a:gd name="T76" fmla="*/ 71 w 176"/>
                <a:gd name="T77" fmla="*/ 138 h 160"/>
                <a:gd name="T78" fmla="*/ 65 w 176"/>
                <a:gd name="T79" fmla="*/ 137 h 160"/>
                <a:gd name="T80" fmla="*/ 54 w 176"/>
                <a:gd name="T81" fmla="*/ 137 h 160"/>
                <a:gd name="T82" fmla="*/ 46 w 176"/>
                <a:gd name="T83" fmla="*/ 139 h 160"/>
                <a:gd name="T84" fmla="*/ 27 w 176"/>
                <a:gd name="T85" fmla="*/ 145 h 160"/>
                <a:gd name="T86" fmla="*/ 19 w 176"/>
                <a:gd name="T87" fmla="*/ 146 h 160"/>
                <a:gd name="T88" fmla="*/ 10 w 176"/>
                <a:gd name="T89" fmla="*/ 149 h 160"/>
                <a:gd name="T90" fmla="*/ 1 w 176"/>
                <a:gd name="T91" fmla="*/ 145 h 160"/>
                <a:gd name="T92" fmla="*/ 9 w 176"/>
                <a:gd name="T93" fmla="*/ 142 h 160"/>
                <a:gd name="T94" fmla="*/ 32 w 176"/>
                <a:gd name="T95" fmla="*/ 121 h 160"/>
                <a:gd name="T96" fmla="*/ 39 w 176"/>
                <a:gd name="T97" fmla="*/ 123 h 160"/>
                <a:gd name="T98" fmla="*/ 62 w 176"/>
                <a:gd name="T99" fmla="*/ 118 h 160"/>
                <a:gd name="T100" fmla="*/ 72 w 176"/>
                <a:gd name="T101" fmla="*/ 123 h 160"/>
                <a:gd name="T102" fmla="*/ 81 w 176"/>
                <a:gd name="T103" fmla="*/ 117 h 160"/>
                <a:gd name="T104" fmla="*/ 85 w 176"/>
                <a:gd name="T105" fmla="*/ 106 h 160"/>
                <a:gd name="T106" fmla="*/ 92 w 176"/>
                <a:gd name="T107" fmla="*/ 87 h 16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76"/>
                <a:gd name="T163" fmla="*/ 0 h 160"/>
                <a:gd name="T164" fmla="*/ 176 w 176"/>
                <a:gd name="T165" fmla="*/ 160 h 16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76" h="160">
                  <a:moveTo>
                    <a:pt x="93" y="85"/>
                  </a:moveTo>
                  <a:lnTo>
                    <a:pt x="94" y="84"/>
                  </a:lnTo>
                  <a:lnTo>
                    <a:pt x="102" y="81"/>
                  </a:lnTo>
                  <a:lnTo>
                    <a:pt x="103" y="84"/>
                  </a:lnTo>
                  <a:lnTo>
                    <a:pt x="99" y="87"/>
                  </a:lnTo>
                  <a:lnTo>
                    <a:pt x="98" y="89"/>
                  </a:lnTo>
                  <a:lnTo>
                    <a:pt x="97" y="93"/>
                  </a:lnTo>
                  <a:lnTo>
                    <a:pt x="98" y="96"/>
                  </a:lnTo>
                  <a:lnTo>
                    <a:pt x="100" y="97"/>
                  </a:lnTo>
                  <a:lnTo>
                    <a:pt x="102" y="96"/>
                  </a:lnTo>
                  <a:lnTo>
                    <a:pt x="105" y="93"/>
                  </a:lnTo>
                  <a:lnTo>
                    <a:pt x="106" y="92"/>
                  </a:lnTo>
                  <a:lnTo>
                    <a:pt x="118" y="86"/>
                  </a:lnTo>
                  <a:lnTo>
                    <a:pt x="121" y="84"/>
                  </a:lnTo>
                  <a:lnTo>
                    <a:pt x="124" y="81"/>
                  </a:lnTo>
                  <a:lnTo>
                    <a:pt x="126" y="76"/>
                  </a:lnTo>
                  <a:lnTo>
                    <a:pt x="132" y="72"/>
                  </a:lnTo>
                  <a:lnTo>
                    <a:pt x="134" y="69"/>
                  </a:lnTo>
                  <a:lnTo>
                    <a:pt x="136" y="66"/>
                  </a:lnTo>
                  <a:lnTo>
                    <a:pt x="136" y="62"/>
                  </a:lnTo>
                  <a:lnTo>
                    <a:pt x="140" y="57"/>
                  </a:lnTo>
                  <a:lnTo>
                    <a:pt x="140" y="55"/>
                  </a:lnTo>
                  <a:lnTo>
                    <a:pt x="143" y="50"/>
                  </a:lnTo>
                  <a:lnTo>
                    <a:pt x="144" y="46"/>
                  </a:lnTo>
                  <a:lnTo>
                    <a:pt x="145" y="41"/>
                  </a:lnTo>
                  <a:lnTo>
                    <a:pt x="144" y="36"/>
                  </a:lnTo>
                  <a:lnTo>
                    <a:pt x="142" y="34"/>
                  </a:lnTo>
                  <a:lnTo>
                    <a:pt x="141" y="32"/>
                  </a:lnTo>
                  <a:lnTo>
                    <a:pt x="143" y="30"/>
                  </a:lnTo>
                  <a:lnTo>
                    <a:pt x="144" y="28"/>
                  </a:lnTo>
                  <a:lnTo>
                    <a:pt x="143" y="18"/>
                  </a:lnTo>
                  <a:lnTo>
                    <a:pt x="147" y="15"/>
                  </a:lnTo>
                  <a:lnTo>
                    <a:pt x="148" y="13"/>
                  </a:lnTo>
                  <a:lnTo>
                    <a:pt x="151" y="10"/>
                  </a:lnTo>
                  <a:lnTo>
                    <a:pt x="153" y="13"/>
                  </a:lnTo>
                  <a:lnTo>
                    <a:pt x="154" y="15"/>
                  </a:lnTo>
                  <a:lnTo>
                    <a:pt x="157" y="15"/>
                  </a:lnTo>
                  <a:lnTo>
                    <a:pt x="162" y="12"/>
                  </a:lnTo>
                  <a:lnTo>
                    <a:pt x="161" y="7"/>
                  </a:lnTo>
                  <a:lnTo>
                    <a:pt x="159" y="7"/>
                  </a:lnTo>
                  <a:lnTo>
                    <a:pt x="156" y="4"/>
                  </a:lnTo>
                  <a:lnTo>
                    <a:pt x="161" y="0"/>
                  </a:lnTo>
                  <a:lnTo>
                    <a:pt x="165" y="2"/>
                  </a:lnTo>
                  <a:lnTo>
                    <a:pt x="167" y="4"/>
                  </a:lnTo>
                  <a:lnTo>
                    <a:pt x="167" y="6"/>
                  </a:lnTo>
                  <a:lnTo>
                    <a:pt x="167" y="14"/>
                  </a:lnTo>
                  <a:lnTo>
                    <a:pt x="167" y="19"/>
                  </a:lnTo>
                  <a:lnTo>
                    <a:pt x="169" y="21"/>
                  </a:lnTo>
                  <a:lnTo>
                    <a:pt x="170" y="23"/>
                  </a:lnTo>
                  <a:lnTo>
                    <a:pt x="176" y="37"/>
                  </a:lnTo>
                  <a:lnTo>
                    <a:pt x="176" y="41"/>
                  </a:lnTo>
                  <a:lnTo>
                    <a:pt x="174" y="47"/>
                  </a:lnTo>
                  <a:lnTo>
                    <a:pt x="169" y="55"/>
                  </a:lnTo>
                  <a:lnTo>
                    <a:pt x="167" y="59"/>
                  </a:lnTo>
                  <a:lnTo>
                    <a:pt x="167" y="62"/>
                  </a:lnTo>
                  <a:lnTo>
                    <a:pt x="161" y="65"/>
                  </a:lnTo>
                  <a:lnTo>
                    <a:pt x="160" y="66"/>
                  </a:lnTo>
                  <a:lnTo>
                    <a:pt x="159" y="68"/>
                  </a:lnTo>
                  <a:lnTo>
                    <a:pt x="158" y="72"/>
                  </a:lnTo>
                  <a:lnTo>
                    <a:pt x="158" y="75"/>
                  </a:lnTo>
                  <a:lnTo>
                    <a:pt x="159" y="77"/>
                  </a:lnTo>
                  <a:lnTo>
                    <a:pt x="160" y="85"/>
                  </a:lnTo>
                  <a:lnTo>
                    <a:pt x="159" y="91"/>
                  </a:lnTo>
                  <a:lnTo>
                    <a:pt x="154" y="97"/>
                  </a:lnTo>
                  <a:lnTo>
                    <a:pt x="153" y="104"/>
                  </a:lnTo>
                  <a:lnTo>
                    <a:pt x="153" y="110"/>
                  </a:lnTo>
                  <a:lnTo>
                    <a:pt x="154" y="112"/>
                  </a:lnTo>
                  <a:lnTo>
                    <a:pt x="157" y="115"/>
                  </a:lnTo>
                  <a:lnTo>
                    <a:pt x="153" y="118"/>
                  </a:lnTo>
                  <a:lnTo>
                    <a:pt x="151" y="119"/>
                  </a:lnTo>
                  <a:lnTo>
                    <a:pt x="151" y="121"/>
                  </a:lnTo>
                  <a:lnTo>
                    <a:pt x="149" y="128"/>
                  </a:lnTo>
                  <a:lnTo>
                    <a:pt x="142" y="132"/>
                  </a:lnTo>
                  <a:lnTo>
                    <a:pt x="141" y="129"/>
                  </a:lnTo>
                  <a:lnTo>
                    <a:pt x="143" y="123"/>
                  </a:lnTo>
                  <a:lnTo>
                    <a:pt x="144" y="119"/>
                  </a:lnTo>
                  <a:lnTo>
                    <a:pt x="143" y="118"/>
                  </a:lnTo>
                  <a:lnTo>
                    <a:pt x="139" y="120"/>
                  </a:lnTo>
                  <a:lnTo>
                    <a:pt x="135" y="125"/>
                  </a:lnTo>
                  <a:lnTo>
                    <a:pt x="132" y="125"/>
                  </a:lnTo>
                  <a:lnTo>
                    <a:pt x="130" y="128"/>
                  </a:lnTo>
                  <a:lnTo>
                    <a:pt x="129" y="134"/>
                  </a:lnTo>
                  <a:lnTo>
                    <a:pt x="126" y="137"/>
                  </a:lnTo>
                  <a:lnTo>
                    <a:pt x="125" y="137"/>
                  </a:lnTo>
                  <a:lnTo>
                    <a:pt x="125" y="135"/>
                  </a:lnTo>
                  <a:lnTo>
                    <a:pt x="125" y="130"/>
                  </a:lnTo>
                  <a:lnTo>
                    <a:pt x="124" y="129"/>
                  </a:lnTo>
                  <a:lnTo>
                    <a:pt x="122" y="129"/>
                  </a:lnTo>
                  <a:lnTo>
                    <a:pt x="120" y="130"/>
                  </a:lnTo>
                  <a:lnTo>
                    <a:pt x="118" y="133"/>
                  </a:lnTo>
                  <a:lnTo>
                    <a:pt x="115" y="138"/>
                  </a:lnTo>
                  <a:lnTo>
                    <a:pt x="109" y="137"/>
                  </a:lnTo>
                  <a:lnTo>
                    <a:pt x="106" y="138"/>
                  </a:lnTo>
                  <a:lnTo>
                    <a:pt x="101" y="138"/>
                  </a:lnTo>
                  <a:lnTo>
                    <a:pt x="98" y="134"/>
                  </a:lnTo>
                  <a:lnTo>
                    <a:pt x="93" y="131"/>
                  </a:lnTo>
                  <a:lnTo>
                    <a:pt x="91" y="133"/>
                  </a:lnTo>
                  <a:lnTo>
                    <a:pt x="91" y="135"/>
                  </a:lnTo>
                  <a:lnTo>
                    <a:pt x="90" y="138"/>
                  </a:lnTo>
                  <a:lnTo>
                    <a:pt x="93" y="140"/>
                  </a:lnTo>
                  <a:lnTo>
                    <a:pt x="96" y="142"/>
                  </a:lnTo>
                  <a:lnTo>
                    <a:pt x="94" y="144"/>
                  </a:lnTo>
                  <a:lnTo>
                    <a:pt x="88" y="145"/>
                  </a:lnTo>
                  <a:lnTo>
                    <a:pt x="85" y="147"/>
                  </a:lnTo>
                  <a:lnTo>
                    <a:pt x="82" y="153"/>
                  </a:lnTo>
                  <a:lnTo>
                    <a:pt x="78" y="160"/>
                  </a:lnTo>
                  <a:lnTo>
                    <a:pt x="73" y="156"/>
                  </a:lnTo>
                  <a:lnTo>
                    <a:pt x="69" y="155"/>
                  </a:lnTo>
                  <a:lnTo>
                    <a:pt x="67" y="153"/>
                  </a:lnTo>
                  <a:lnTo>
                    <a:pt x="67" y="152"/>
                  </a:lnTo>
                  <a:lnTo>
                    <a:pt x="66" y="145"/>
                  </a:lnTo>
                  <a:lnTo>
                    <a:pt x="66" y="143"/>
                  </a:lnTo>
                  <a:lnTo>
                    <a:pt x="70" y="141"/>
                  </a:lnTo>
                  <a:lnTo>
                    <a:pt x="71" y="138"/>
                  </a:lnTo>
                  <a:lnTo>
                    <a:pt x="71" y="136"/>
                  </a:lnTo>
                  <a:lnTo>
                    <a:pt x="70" y="136"/>
                  </a:lnTo>
                  <a:lnTo>
                    <a:pt x="65" y="137"/>
                  </a:lnTo>
                  <a:lnTo>
                    <a:pt x="63" y="137"/>
                  </a:lnTo>
                  <a:lnTo>
                    <a:pt x="57" y="136"/>
                  </a:lnTo>
                  <a:lnTo>
                    <a:pt x="54" y="137"/>
                  </a:lnTo>
                  <a:lnTo>
                    <a:pt x="51" y="138"/>
                  </a:lnTo>
                  <a:lnTo>
                    <a:pt x="48" y="140"/>
                  </a:lnTo>
                  <a:lnTo>
                    <a:pt x="46" y="139"/>
                  </a:lnTo>
                  <a:lnTo>
                    <a:pt x="44" y="139"/>
                  </a:lnTo>
                  <a:lnTo>
                    <a:pt x="32" y="142"/>
                  </a:lnTo>
                  <a:lnTo>
                    <a:pt x="27" y="145"/>
                  </a:lnTo>
                  <a:lnTo>
                    <a:pt x="26" y="142"/>
                  </a:lnTo>
                  <a:lnTo>
                    <a:pt x="22" y="142"/>
                  </a:lnTo>
                  <a:lnTo>
                    <a:pt x="19" y="146"/>
                  </a:lnTo>
                  <a:lnTo>
                    <a:pt x="19" y="151"/>
                  </a:lnTo>
                  <a:lnTo>
                    <a:pt x="14" y="149"/>
                  </a:lnTo>
                  <a:lnTo>
                    <a:pt x="10" y="149"/>
                  </a:lnTo>
                  <a:lnTo>
                    <a:pt x="2" y="149"/>
                  </a:lnTo>
                  <a:lnTo>
                    <a:pt x="0" y="148"/>
                  </a:lnTo>
                  <a:lnTo>
                    <a:pt x="1" y="145"/>
                  </a:lnTo>
                  <a:lnTo>
                    <a:pt x="2" y="143"/>
                  </a:lnTo>
                  <a:lnTo>
                    <a:pt x="5" y="143"/>
                  </a:lnTo>
                  <a:lnTo>
                    <a:pt x="9" y="142"/>
                  </a:lnTo>
                  <a:lnTo>
                    <a:pt x="15" y="138"/>
                  </a:lnTo>
                  <a:lnTo>
                    <a:pt x="30" y="121"/>
                  </a:lnTo>
                  <a:lnTo>
                    <a:pt x="32" y="121"/>
                  </a:lnTo>
                  <a:lnTo>
                    <a:pt x="35" y="120"/>
                  </a:lnTo>
                  <a:lnTo>
                    <a:pt x="35" y="123"/>
                  </a:lnTo>
                  <a:lnTo>
                    <a:pt x="39" y="123"/>
                  </a:lnTo>
                  <a:lnTo>
                    <a:pt x="47" y="120"/>
                  </a:lnTo>
                  <a:lnTo>
                    <a:pt x="54" y="120"/>
                  </a:lnTo>
                  <a:lnTo>
                    <a:pt x="62" y="118"/>
                  </a:lnTo>
                  <a:lnTo>
                    <a:pt x="69" y="116"/>
                  </a:lnTo>
                  <a:lnTo>
                    <a:pt x="69" y="120"/>
                  </a:lnTo>
                  <a:lnTo>
                    <a:pt x="72" y="123"/>
                  </a:lnTo>
                  <a:lnTo>
                    <a:pt x="73" y="122"/>
                  </a:lnTo>
                  <a:lnTo>
                    <a:pt x="77" y="120"/>
                  </a:lnTo>
                  <a:lnTo>
                    <a:pt x="81" y="117"/>
                  </a:lnTo>
                  <a:lnTo>
                    <a:pt x="81" y="114"/>
                  </a:lnTo>
                  <a:lnTo>
                    <a:pt x="81" y="110"/>
                  </a:lnTo>
                  <a:lnTo>
                    <a:pt x="85" y="106"/>
                  </a:lnTo>
                  <a:lnTo>
                    <a:pt x="90" y="100"/>
                  </a:lnTo>
                  <a:lnTo>
                    <a:pt x="92" y="96"/>
                  </a:lnTo>
                  <a:lnTo>
                    <a:pt x="92" y="87"/>
                  </a:lnTo>
                  <a:lnTo>
                    <a:pt x="93" y="85"/>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7" name="Freeform 56">
              <a:extLst>
                <a:ext uri="{FF2B5EF4-FFF2-40B4-BE49-F238E27FC236}">
                  <a16:creationId xmlns:a16="http://schemas.microsoft.com/office/drawing/2014/main" id="{43DAE434-655F-54BD-8F14-678F8E43962F}"/>
                </a:ext>
              </a:extLst>
            </p:cNvPr>
            <p:cNvSpPr>
              <a:spLocks/>
            </p:cNvSpPr>
            <p:nvPr/>
          </p:nvSpPr>
          <p:spPr bwMode="gray">
            <a:xfrm>
              <a:off x="5887092" y="3512303"/>
              <a:ext cx="152680" cy="154395"/>
            </a:xfrm>
            <a:custGeom>
              <a:avLst/>
              <a:gdLst>
                <a:gd name="T0" fmla="*/ 5 w 89"/>
                <a:gd name="T1" fmla="*/ 88 h 90"/>
                <a:gd name="T2" fmla="*/ 6 w 89"/>
                <a:gd name="T3" fmla="*/ 79 h 90"/>
                <a:gd name="T4" fmla="*/ 2 w 89"/>
                <a:gd name="T5" fmla="*/ 74 h 90"/>
                <a:gd name="T6" fmla="*/ 0 w 89"/>
                <a:gd name="T7" fmla="*/ 65 h 90"/>
                <a:gd name="T8" fmla="*/ 8 w 89"/>
                <a:gd name="T9" fmla="*/ 59 h 90"/>
                <a:gd name="T10" fmla="*/ 12 w 89"/>
                <a:gd name="T11" fmla="*/ 52 h 90"/>
                <a:gd name="T12" fmla="*/ 12 w 89"/>
                <a:gd name="T13" fmla="*/ 46 h 90"/>
                <a:gd name="T14" fmla="*/ 18 w 89"/>
                <a:gd name="T15" fmla="*/ 51 h 90"/>
                <a:gd name="T16" fmla="*/ 25 w 89"/>
                <a:gd name="T17" fmla="*/ 49 h 90"/>
                <a:gd name="T18" fmla="*/ 28 w 89"/>
                <a:gd name="T19" fmla="*/ 36 h 90"/>
                <a:gd name="T20" fmla="*/ 31 w 89"/>
                <a:gd name="T21" fmla="*/ 27 h 90"/>
                <a:gd name="T22" fmla="*/ 29 w 89"/>
                <a:gd name="T23" fmla="*/ 11 h 90"/>
                <a:gd name="T24" fmla="*/ 29 w 89"/>
                <a:gd name="T25" fmla="*/ 4 h 90"/>
                <a:gd name="T26" fmla="*/ 34 w 89"/>
                <a:gd name="T27" fmla="*/ 1 h 90"/>
                <a:gd name="T28" fmla="*/ 44 w 89"/>
                <a:gd name="T29" fmla="*/ 13 h 90"/>
                <a:gd name="T30" fmla="*/ 59 w 89"/>
                <a:gd name="T31" fmla="*/ 28 h 90"/>
                <a:gd name="T32" fmla="*/ 67 w 89"/>
                <a:gd name="T33" fmla="*/ 33 h 90"/>
                <a:gd name="T34" fmla="*/ 76 w 89"/>
                <a:gd name="T35" fmla="*/ 35 h 90"/>
                <a:gd name="T36" fmla="*/ 85 w 89"/>
                <a:gd name="T37" fmla="*/ 28 h 90"/>
                <a:gd name="T38" fmla="*/ 88 w 89"/>
                <a:gd name="T39" fmla="*/ 27 h 90"/>
                <a:gd name="T40" fmla="*/ 83 w 89"/>
                <a:gd name="T41" fmla="*/ 37 h 90"/>
                <a:gd name="T42" fmla="*/ 88 w 89"/>
                <a:gd name="T43" fmla="*/ 46 h 90"/>
                <a:gd name="T44" fmla="*/ 86 w 89"/>
                <a:gd name="T45" fmla="*/ 53 h 90"/>
                <a:gd name="T46" fmla="*/ 78 w 89"/>
                <a:gd name="T47" fmla="*/ 56 h 90"/>
                <a:gd name="T48" fmla="*/ 72 w 89"/>
                <a:gd name="T49" fmla="*/ 55 h 90"/>
                <a:gd name="T50" fmla="*/ 67 w 89"/>
                <a:gd name="T51" fmla="*/ 56 h 90"/>
                <a:gd name="T52" fmla="*/ 59 w 89"/>
                <a:gd name="T53" fmla="*/ 66 h 90"/>
                <a:gd name="T54" fmla="*/ 55 w 89"/>
                <a:gd name="T55" fmla="*/ 76 h 90"/>
                <a:gd name="T56" fmla="*/ 49 w 89"/>
                <a:gd name="T57" fmla="*/ 73 h 90"/>
                <a:gd name="T58" fmla="*/ 31 w 89"/>
                <a:gd name="T59" fmla="*/ 63 h 90"/>
                <a:gd name="T60" fmla="*/ 19 w 89"/>
                <a:gd name="T61" fmla="*/ 69 h 90"/>
                <a:gd name="T62" fmla="*/ 15 w 89"/>
                <a:gd name="T63" fmla="*/ 63 h 90"/>
                <a:gd name="T64" fmla="*/ 11 w 89"/>
                <a:gd name="T65" fmla="*/ 64 h 90"/>
                <a:gd name="T66" fmla="*/ 8 w 89"/>
                <a:gd name="T67" fmla="*/ 70 h 90"/>
                <a:gd name="T68" fmla="*/ 20 w 89"/>
                <a:gd name="T69" fmla="*/ 77 h 90"/>
                <a:gd name="T70" fmla="*/ 20 w 89"/>
                <a:gd name="T71" fmla="*/ 82 h 90"/>
                <a:gd name="T72" fmla="*/ 15 w 89"/>
                <a:gd name="T73" fmla="*/ 81 h 90"/>
                <a:gd name="T74" fmla="*/ 11 w 89"/>
                <a:gd name="T75" fmla="*/ 84 h 90"/>
                <a:gd name="T76" fmla="*/ 6 w 89"/>
                <a:gd name="T77" fmla="*/ 90 h 90"/>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89"/>
                <a:gd name="T118" fmla="*/ 0 h 90"/>
                <a:gd name="T119" fmla="*/ 89 w 89"/>
                <a:gd name="T120" fmla="*/ 90 h 90"/>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89" h="90">
                  <a:moveTo>
                    <a:pt x="6" y="90"/>
                  </a:moveTo>
                  <a:lnTo>
                    <a:pt x="5" y="88"/>
                  </a:lnTo>
                  <a:lnTo>
                    <a:pt x="4" y="85"/>
                  </a:lnTo>
                  <a:lnTo>
                    <a:pt x="6" y="79"/>
                  </a:lnTo>
                  <a:lnTo>
                    <a:pt x="6" y="76"/>
                  </a:lnTo>
                  <a:lnTo>
                    <a:pt x="2" y="74"/>
                  </a:lnTo>
                  <a:lnTo>
                    <a:pt x="1" y="72"/>
                  </a:lnTo>
                  <a:lnTo>
                    <a:pt x="0" y="65"/>
                  </a:lnTo>
                  <a:lnTo>
                    <a:pt x="4" y="61"/>
                  </a:lnTo>
                  <a:lnTo>
                    <a:pt x="8" y="59"/>
                  </a:lnTo>
                  <a:lnTo>
                    <a:pt x="12" y="56"/>
                  </a:lnTo>
                  <a:lnTo>
                    <a:pt x="12" y="52"/>
                  </a:lnTo>
                  <a:lnTo>
                    <a:pt x="10" y="49"/>
                  </a:lnTo>
                  <a:lnTo>
                    <a:pt x="12" y="46"/>
                  </a:lnTo>
                  <a:lnTo>
                    <a:pt x="13" y="46"/>
                  </a:lnTo>
                  <a:lnTo>
                    <a:pt x="18" y="51"/>
                  </a:lnTo>
                  <a:lnTo>
                    <a:pt x="21" y="51"/>
                  </a:lnTo>
                  <a:lnTo>
                    <a:pt x="25" y="49"/>
                  </a:lnTo>
                  <a:lnTo>
                    <a:pt x="25" y="38"/>
                  </a:lnTo>
                  <a:lnTo>
                    <a:pt x="28" y="36"/>
                  </a:lnTo>
                  <a:lnTo>
                    <a:pt x="31" y="34"/>
                  </a:lnTo>
                  <a:lnTo>
                    <a:pt x="31" y="27"/>
                  </a:lnTo>
                  <a:lnTo>
                    <a:pt x="31" y="18"/>
                  </a:lnTo>
                  <a:lnTo>
                    <a:pt x="29" y="11"/>
                  </a:lnTo>
                  <a:lnTo>
                    <a:pt x="28" y="6"/>
                  </a:lnTo>
                  <a:lnTo>
                    <a:pt x="29" y="4"/>
                  </a:lnTo>
                  <a:lnTo>
                    <a:pt x="34" y="0"/>
                  </a:lnTo>
                  <a:lnTo>
                    <a:pt x="34" y="1"/>
                  </a:lnTo>
                  <a:lnTo>
                    <a:pt x="38" y="5"/>
                  </a:lnTo>
                  <a:lnTo>
                    <a:pt x="44" y="13"/>
                  </a:lnTo>
                  <a:lnTo>
                    <a:pt x="51" y="22"/>
                  </a:lnTo>
                  <a:lnTo>
                    <a:pt x="59" y="28"/>
                  </a:lnTo>
                  <a:lnTo>
                    <a:pt x="63" y="31"/>
                  </a:lnTo>
                  <a:lnTo>
                    <a:pt x="67" y="33"/>
                  </a:lnTo>
                  <a:lnTo>
                    <a:pt x="74" y="35"/>
                  </a:lnTo>
                  <a:lnTo>
                    <a:pt x="76" y="35"/>
                  </a:lnTo>
                  <a:lnTo>
                    <a:pt x="78" y="34"/>
                  </a:lnTo>
                  <a:lnTo>
                    <a:pt x="85" y="28"/>
                  </a:lnTo>
                  <a:lnTo>
                    <a:pt x="88" y="27"/>
                  </a:lnTo>
                  <a:lnTo>
                    <a:pt x="86" y="31"/>
                  </a:lnTo>
                  <a:lnTo>
                    <a:pt x="83" y="37"/>
                  </a:lnTo>
                  <a:lnTo>
                    <a:pt x="85" y="41"/>
                  </a:lnTo>
                  <a:lnTo>
                    <a:pt x="88" y="46"/>
                  </a:lnTo>
                  <a:lnTo>
                    <a:pt x="89" y="50"/>
                  </a:lnTo>
                  <a:lnTo>
                    <a:pt x="86" y="53"/>
                  </a:lnTo>
                  <a:lnTo>
                    <a:pt x="82" y="55"/>
                  </a:lnTo>
                  <a:lnTo>
                    <a:pt x="78" y="56"/>
                  </a:lnTo>
                  <a:lnTo>
                    <a:pt x="76" y="57"/>
                  </a:lnTo>
                  <a:lnTo>
                    <a:pt x="72" y="55"/>
                  </a:lnTo>
                  <a:lnTo>
                    <a:pt x="69" y="55"/>
                  </a:lnTo>
                  <a:lnTo>
                    <a:pt x="67" y="56"/>
                  </a:lnTo>
                  <a:lnTo>
                    <a:pt x="64" y="58"/>
                  </a:lnTo>
                  <a:lnTo>
                    <a:pt x="59" y="66"/>
                  </a:lnTo>
                  <a:lnTo>
                    <a:pt x="56" y="71"/>
                  </a:lnTo>
                  <a:lnTo>
                    <a:pt x="55" y="76"/>
                  </a:lnTo>
                  <a:lnTo>
                    <a:pt x="52" y="75"/>
                  </a:lnTo>
                  <a:lnTo>
                    <a:pt x="49" y="73"/>
                  </a:lnTo>
                  <a:lnTo>
                    <a:pt x="34" y="64"/>
                  </a:lnTo>
                  <a:lnTo>
                    <a:pt x="31" y="63"/>
                  </a:lnTo>
                  <a:lnTo>
                    <a:pt x="26" y="64"/>
                  </a:lnTo>
                  <a:lnTo>
                    <a:pt x="19" y="69"/>
                  </a:lnTo>
                  <a:lnTo>
                    <a:pt x="18" y="66"/>
                  </a:lnTo>
                  <a:lnTo>
                    <a:pt x="15" y="63"/>
                  </a:lnTo>
                  <a:lnTo>
                    <a:pt x="13" y="63"/>
                  </a:lnTo>
                  <a:lnTo>
                    <a:pt x="11" y="64"/>
                  </a:lnTo>
                  <a:lnTo>
                    <a:pt x="8" y="67"/>
                  </a:lnTo>
                  <a:lnTo>
                    <a:pt x="8" y="70"/>
                  </a:lnTo>
                  <a:lnTo>
                    <a:pt x="16" y="74"/>
                  </a:lnTo>
                  <a:lnTo>
                    <a:pt x="20" y="77"/>
                  </a:lnTo>
                  <a:lnTo>
                    <a:pt x="22" y="80"/>
                  </a:lnTo>
                  <a:lnTo>
                    <a:pt x="20" y="82"/>
                  </a:lnTo>
                  <a:lnTo>
                    <a:pt x="17" y="82"/>
                  </a:lnTo>
                  <a:lnTo>
                    <a:pt x="15" y="81"/>
                  </a:lnTo>
                  <a:lnTo>
                    <a:pt x="13" y="81"/>
                  </a:lnTo>
                  <a:lnTo>
                    <a:pt x="11" y="84"/>
                  </a:lnTo>
                  <a:lnTo>
                    <a:pt x="9" y="89"/>
                  </a:lnTo>
                  <a:lnTo>
                    <a:pt x="6" y="9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8" name="Freeform 57">
              <a:extLst>
                <a:ext uri="{FF2B5EF4-FFF2-40B4-BE49-F238E27FC236}">
                  <a16:creationId xmlns:a16="http://schemas.microsoft.com/office/drawing/2014/main" id="{7D313C54-109C-4951-3343-03349E4BCC8C}"/>
                </a:ext>
              </a:extLst>
            </p:cNvPr>
            <p:cNvSpPr>
              <a:spLocks/>
            </p:cNvSpPr>
            <p:nvPr/>
          </p:nvSpPr>
          <p:spPr bwMode="gray">
            <a:xfrm>
              <a:off x="5609180" y="3922309"/>
              <a:ext cx="66905" cy="89206"/>
            </a:xfrm>
            <a:custGeom>
              <a:avLst/>
              <a:gdLst>
                <a:gd name="T0" fmla="*/ 22 w 39"/>
                <a:gd name="T1" fmla="*/ 52 h 52"/>
                <a:gd name="T2" fmla="*/ 19 w 39"/>
                <a:gd name="T3" fmla="*/ 52 h 52"/>
                <a:gd name="T4" fmla="*/ 19 w 39"/>
                <a:gd name="T5" fmla="*/ 50 h 52"/>
                <a:gd name="T6" fmla="*/ 21 w 39"/>
                <a:gd name="T7" fmla="*/ 46 h 52"/>
                <a:gd name="T8" fmla="*/ 22 w 39"/>
                <a:gd name="T9" fmla="*/ 41 h 52"/>
                <a:gd name="T10" fmla="*/ 19 w 39"/>
                <a:gd name="T11" fmla="*/ 40 h 52"/>
                <a:gd name="T12" fmla="*/ 18 w 39"/>
                <a:gd name="T13" fmla="*/ 42 h 52"/>
                <a:gd name="T14" fmla="*/ 17 w 39"/>
                <a:gd name="T15" fmla="*/ 46 h 52"/>
                <a:gd name="T16" fmla="*/ 14 w 39"/>
                <a:gd name="T17" fmla="*/ 49 h 52"/>
                <a:gd name="T18" fmla="*/ 11 w 39"/>
                <a:gd name="T19" fmla="*/ 48 h 52"/>
                <a:gd name="T20" fmla="*/ 11 w 39"/>
                <a:gd name="T21" fmla="*/ 46 h 52"/>
                <a:gd name="T22" fmla="*/ 13 w 39"/>
                <a:gd name="T23" fmla="*/ 42 h 52"/>
                <a:gd name="T24" fmla="*/ 14 w 39"/>
                <a:gd name="T25" fmla="*/ 40 h 52"/>
                <a:gd name="T26" fmla="*/ 11 w 39"/>
                <a:gd name="T27" fmla="*/ 32 h 52"/>
                <a:gd name="T28" fmla="*/ 12 w 39"/>
                <a:gd name="T29" fmla="*/ 31 h 52"/>
                <a:gd name="T30" fmla="*/ 17 w 39"/>
                <a:gd name="T31" fmla="*/ 26 h 52"/>
                <a:gd name="T32" fmla="*/ 18 w 39"/>
                <a:gd name="T33" fmla="*/ 25 h 52"/>
                <a:gd name="T34" fmla="*/ 18 w 39"/>
                <a:gd name="T35" fmla="*/ 21 h 52"/>
                <a:gd name="T36" fmla="*/ 14 w 39"/>
                <a:gd name="T37" fmla="*/ 15 h 52"/>
                <a:gd name="T38" fmla="*/ 12 w 39"/>
                <a:gd name="T39" fmla="*/ 15 h 52"/>
                <a:gd name="T40" fmla="*/ 11 w 39"/>
                <a:gd name="T41" fmla="*/ 16 h 52"/>
                <a:gd name="T42" fmla="*/ 8 w 39"/>
                <a:gd name="T43" fmla="*/ 21 h 52"/>
                <a:gd name="T44" fmla="*/ 6 w 39"/>
                <a:gd name="T45" fmla="*/ 20 h 52"/>
                <a:gd name="T46" fmla="*/ 5 w 39"/>
                <a:gd name="T47" fmla="*/ 15 h 52"/>
                <a:gd name="T48" fmla="*/ 2 w 39"/>
                <a:gd name="T49" fmla="*/ 14 h 52"/>
                <a:gd name="T50" fmla="*/ 0 w 39"/>
                <a:gd name="T51" fmla="*/ 10 h 52"/>
                <a:gd name="T52" fmla="*/ 3 w 39"/>
                <a:gd name="T53" fmla="*/ 8 h 52"/>
                <a:gd name="T54" fmla="*/ 8 w 39"/>
                <a:gd name="T55" fmla="*/ 8 h 52"/>
                <a:gd name="T56" fmla="*/ 13 w 39"/>
                <a:gd name="T57" fmla="*/ 7 h 52"/>
                <a:gd name="T58" fmla="*/ 15 w 39"/>
                <a:gd name="T59" fmla="*/ 3 h 52"/>
                <a:gd name="T60" fmla="*/ 17 w 39"/>
                <a:gd name="T61" fmla="*/ 0 h 52"/>
                <a:gd name="T62" fmla="*/ 20 w 39"/>
                <a:gd name="T63" fmla="*/ 0 h 52"/>
                <a:gd name="T64" fmla="*/ 23 w 39"/>
                <a:gd name="T65" fmla="*/ 0 h 52"/>
                <a:gd name="T66" fmla="*/ 25 w 39"/>
                <a:gd name="T67" fmla="*/ 4 h 52"/>
                <a:gd name="T68" fmla="*/ 27 w 39"/>
                <a:gd name="T69" fmla="*/ 5 h 52"/>
                <a:gd name="T70" fmla="*/ 30 w 39"/>
                <a:gd name="T71" fmla="*/ 6 h 52"/>
                <a:gd name="T72" fmla="*/ 35 w 39"/>
                <a:gd name="T73" fmla="*/ 4 h 52"/>
                <a:gd name="T74" fmla="*/ 36 w 39"/>
                <a:gd name="T75" fmla="*/ 7 h 52"/>
                <a:gd name="T76" fmla="*/ 32 w 39"/>
                <a:gd name="T77" fmla="*/ 11 h 52"/>
                <a:gd name="T78" fmla="*/ 35 w 39"/>
                <a:gd name="T79" fmla="*/ 13 h 52"/>
                <a:gd name="T80" fmla="*/ 38 w 39"/>
                <a:gd name="T81" fmla="*/ 16 h 52"/>
                <a:gd name="T82" fmla="*/ 39 w 39"/>
                <a:gd name="T83" fmla="*/ 19 h 52"/>
                <a:gd name="T84" fmla="*/ 35 w 39"/>
                <a:gd name="T85" fmla="*/ 24 h 52"/>
                <a:gd name="T86" fmla="*/ 33 w 39"/>
                <a:gd name="T87" fmla="*/ 27 h 52"/>
                <a:gd name="T88" fmla="*/ 32 w 39"/>
                <a:gd name="T89" fmla="*/ 30 h 52"/>
                <a:gd name="T90" fmla="*/ 32 w 39"/>
                <a:gd name="T91" fmla="*/ 35 h 52"/>
                <a:gd name="T92" fmla="*/ 31 w 39"/>
                <a:gd name="T93" fmla="*/ 41 h 52"/>
                <a:gd name="T94" fmla="*/ 29 w 39"/>
                <a:gd name="T95" fmla="*/ 44 h 52"/>
                <a:gd name="T96" fmla="*/ 28 w 39"/>
                <a:gd name="T97" fmla="*/ 45 h 52"/>
                <a:gd name="T98" fmla="*/ 26 w 39"/>
                <a:gd name="T99" fmla="*/ 45 h 52"/>
                <a:gd name="T100" fmla="*/ 25 w 39"/>
                <a:gd name="T101" fmla="*/ 46 h 52"/>
                <a:gd name="T102" fmla="*/ 22 w 39"/>
                <a:gd name="T103" fmla="*/ 52 h 5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39"/>
                <a:gd name="T157" fmla="*/ 0 h 52"/>
                <a:gd name="T158" fmla="*/ 39 w 39"/>
                <a:gd name="T159" fmla="*/ 52 h 5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39" h="52">
                  <a:moveTo>
                    <a:pt x="22" y="52"/>
                  </a:moveTo>
                  <a:lnTo>
                    <a:pt x="19" y="52"/>
                  </a:lnTo>
                  <a:lnTo>
                    <a:pt x="19" y="50"/>
                  </a:lnTo>
                  <a:lnTo>
                    <a:pt x="21" y="46"/>
                  </a:lnTo>
                  <a:lnTo>
                    <a:pt x="22" y="41"/>
                  </a:lnTo>
                  <a:lnTo>
                    <a:pt x="19" y="40"/>
                  </a:lnTo>
                  <a:lnTo>
                    <a:pt x="18" y="42"/>
                  </a:lnTo>
                  <a:lnTo>
                    <a:pt x="17" y="46"/>
                  </a:lnTo>
                  <a:lnTo>
                    <a:pt x="14" y="49"/>
                  </a:lnTo>
                  <a:lnTo>
                    <a:pt x="11" y="48"/>
                  </a:lnTo>
                  <a:lnTo>
                    <a:pt x="11" y="46"/>
                  </a:lnTo>
                  <a:lnTo>
                    <a:pt x="13" y="42"/>
                  </a:lnTo>
                  <a:lnTo>
                    <a:pt x="14" y="40"/>
                  </a:lnTo>
                  <a:lnTo>
                    <a:pt x="11" y="32"/>
                  </a:lnTo>
                  <a:lnTo>
                    <a:pt x="12" y="31"/>
                  </a:lnTo>
                  <a:lnTo>
                    <a:pt x="17" y="26"/>
                  </a:lnTo>
                  <a:lnTo>
                    <a:pt x="18" y="25"/>
                  </a:lnTo>
                  <a:lnTo>
                    <a:pt x="18" y="21"/>
                  </a:lnTo>
                  <a:lnTo>
                    <a:pt x="14" y="15"/>
                  </a:lnTo>
                  <a:lnTo>
                    <a:pt x="12" y="15"/>
                  </a:lnTo>
                  <a:lnTo>
                    <a:pt x="11" y="16"/>
                  </a:lnTo>
                  <a:lnTo>
                    <a:pt x="8" y="21"/>
                  </a:lnTo>
                  <a:lnTo>
                    <a:pt x="6" y="20"/>
                  </a:lnTo>
                  <a:lnTo>
                    <a:pt x="5" y="15"/>
                  </a:lnTo>
                  <a:lnTo>
                    <a:pt x="2" y="14"/>
                  </a:lnTo>
                  <a:lnTo>
                    <a:pt x="0" y="10"/>
                  </a:lnTo>
                  <a:lnTo>
                    <a:pt x="3" y="8"/>
                  </a:lnTo>
                  <a:lnTo>
                    <a:pt x="8" y="8"/>
                  </a:lnTo>
                  <a:lnTo>
                    <a:pt x="13" y="7"/>
                  </a:lnTo>
                  <a:lnTo>
                    <a:pt x="15" y="3"/>
                  </a:lnTo>
                  <a:lnTo>
                    <a:pt x="17" y="0"/>
                  </a:lnTo>
                  <a:lnTo>
                    <a:pt x="20" y="0"/>
                  </a:lnTo>
                  <a:lnTo>
                    <a:pt x="23" y="0"/>
                  </a:lnTo>
                  <a:lnTo>
                    <a:pt x="25" y="4"/>
                  </a:lnTo>
                  <a:lnTo>
                    <a:pt x="27" y="5"/>
                  </a:lnTo>
                  <a:lnTo>
                    <a:pt x="30" y="6"/>
                  </a:lnTo>
                  <a:lnTo>
                    <a:pt x="35" y="4"/>
                  </a:lnTo>
                  <a:lnTo>
                    <a:pt x="36" y="7"/>
                  </a:lnTo>
                  <a:lnTo>
                    <a:pt x="32" y="11"/>
                  </a:lnTo>
                  <a:lnTo>
                    <a:pt x="35" y="13"/>
                  </a:lnTo>
                  <a:lnTo>
                    <a:pt x="38" y="16"/>
                  </a:lnTo>
                  <a:lnTo>
                    <a:pt x="39" y="19"/>
                  </a:lnTo>
                  <a:lnTo>
                    <a:pt x="35" y="24"/>
                  </a:lnTo>
                  <a:lnTo>
                    <a:pt x="33" y="27"/>
                  </a:lnTo>
                  <a:lnTo>
                    <a:pt x="32" y="30"/>
                  </a:lnTo>
                  <a:lnTo>
                    <a:pt x="32" y="35"/>
                  </a:lnTo>
                  <a:lnTo>
                    <a:pt x="31" y="41"/>
                  </a:lnTo>
                  <a:lnTo>
                    <a:pt x="29" y="44"/>
                  </a:lnTo>
                  <a:lnTo>
                    <a:pt x="28" y="45"/>
                  </a:lnTo>
                  <a:lnTo>
                    <a:pt x="26" y="45"/>
                  </a:lnTo>
                  <a:lnTo>
                    <a:pt x="25" y="46"/>
                  </a:lnTo>
                  <a:lnTo>
                    <a:pt x="22" y="52"/>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39" name="Freeform 58">
              <a:extLst>
                <a:ext uri="{FF2B5EF4-FFF2-40B4-BE49-F238E27FC236}">
                  <a16:creationId xmlns:a16="http://schemas.microsoft.com/office/drawing/2014/main" id="{61290D55-21A6-C874-94AE-B4EA0E8543F1}"/>
                </a:ext>
              </a:extLst>
            </p:cNvPr>
            <p:cNvSpPr>
              <a:spLocks/>
            </p:cNvSpPr>
            <p:nvPr/>
          </p:nvSpPr>
          <p:spPr bwMode="gray">
            <a:xfrm>
              <a:off x="5682946" y="3906870"/>
              <a:ext cx="66905" cy="51465"/>
            </a:xfrm>
            <a:custGeom>
              <a:avLst/>
              <a:gdLst>
                <a:gd name="T0" fmla="*/ 9 w 39"/>
                <a:gd name="T1" fmla="*/ 30 h 30"/>
                <a:gd name="T2" fmla="*/ 7 w 39"/>
                <a:gd name="T3" fmla="*/ 29 h 30"/>
                <a:gd name="T4" fmla="*/ 6 w 39"/>
                <a:gd name="T5" fmla="*/ 26 h 30"/>
                <a:gd name="T6" fmla="*/ 5 w 39"/>
                <a:gd name="T7" fmla="*/ 24 h 30"/>
                <a:gd name="T8" fmla="*/ 4 w 39"/>
                <a:gd name="T9" fmla="*/ 20 h 30"/>
                <a:gd name="T10" fmla="*/ 0 w 39"/>
                <a:gd name="T11" fmla="*/ 16 h 30"/>
                <a:gd name="T12" fmla="*/ 6 w 39"/>
                <a:gd name="T13" fmla="*/ 12 h 30"/>
                <a:gd name="T14" fmla="*/ 8 w 39"/>
                <a:gd name="T15" fmla="*/ 10 h 30"/>
                <a:gd name="T16" fmla="*/ 10 w 39"/>
                <a:gd name="T17" fmla="*/ 5 h 30"/>
                <a:gd name="T18" fmla="*/ 13 w 39"/>
                <a:gd name="T19" fmla="*/ 7 h 30"/>
                <a:gd name="T20" fmla="*/ 18 w 39"/>
                <a:gd name="T21" fmla="*/ 7 h 30"/>
                <a:gd name="T22" fmla="*/ 21 w 39"/>
                <a:gd name="T23" fmla="*/ 6 h 30"/>
                <a:gd name="T24" fmla="*/ 24 w 39"/>
                <a:gd name="T25" fmla="*/ 3 h 30"/>
                <a:gd name="T26" fmla="*/ 26 w 39"/>
                <a:gd name="T27" fmla="*/ 0 h 30"/>
                <a:gd name="T28" fmla="*/ 30 w 39"/>
                <a:gd name="T29" fmla="*/ 0 h 30"/>
                <a:gd name="T30" fmla="*/ 32 w 39"/>
                <a:gd name="T31" fmla="*/ 1 h 30"/>
                <a:gd name="T32" fmla="*/ 38 w 39"/>
                <a:gd name="T33" fmla="*/ 3 h 30"/>
                <a:gd name="T34" fmla="*/ 39 w 39"/>
                <a:gd name="T35" fmla="*/ 5 h 30"/>
                <a:gd name="T36" fmla="*/ 39 w 39"/>
                <a:gd name="T37" fmla="*/ 7 h 30"/>
                <a:gd name="T38" fmla="*/ 38 w 39"/>
                <a:gd name="T39" fmla="*/ 10 h 30"/>
                <a:gd name="T40" fmla="*/ 36 w 39"/>
                <a:gd name="T41" fmla="*/ 12 h 30"/>
                <a:gd name="T42" fmla="*/ 30 w 39"/>
                <a:gd name="T43" fmla="*/ 19 h 30"/>
                <a:gd name="T44" fmla="*/ 28 w 39"/>
                <a:gd name="T45" fmla="*/ 18 h 30"/>
                <a:gd name="T46" fmla="*/ 25 w 39"/>
                <a:gd name="T47" fmla="*/ 15 h 30"/>
                <a:gd name="T48" fmla="*/ 22 w 39"/>
                <a:gd name="T49" fmla="*/ 15 h 30"/>
                <a:gd name="T50" fmla="*/ 18 w 39"/>
                <a:gd name="T51" fmla="*/ 17 h 30"/>
                <a:gd name="T52" fmla="*/ 16 w 39"/>
                <a:gd name="T53" fmla="*/ 18 h 30"/>
                <a:gd name="T54" fmla="*/ 15 w 39"/>
                <a:gd name="T55" fmla="*/ 22 h 30"/>
                <a:gd name="T56" fmla="*/ 13 w 39"/>
                <a:gd name="T57" fmla="*/ 26 h 30"/>
                <a:gd name="T58" fmla="*/ 12 w 39"/>
                <a:gd name="T59" fmla="*/ 28 h 30"/>
                <a:gd name="T60" fmla="*/ 9 w 39"/>
                <a:gd name="T61" fmla="*/ 30 h 30"/>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39"/>
                <a:gd name="T94" fmla="*/ 0 h 30"/>
                <a:gd name="T95" fmla="*/ 39 w 39"/>
                <a:gd name="T96" fmla="*/ 30 h 30"/>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39" h="30">
                  <a:moveTo>
                    <a:pt x="9" y="30"/>
                  </a:moveTo>
                  <a:lnTo>
                    <a:pt x="7" y="29"/>
                  </a:lnTo>
                  <a:lnTo>
                    <a:pt x="6" y="26"/>
                  </a:lnTo>
                  <a:lnTo>
                    <a:pt x="5" y="24"/>
                  </a:lnTo>
                  <a:lnTo>
                    <a:pt x="4" y="20"/>
                  </a:lnTo>
                  <a:lnTo>
                    <a:pt x="0" y="16"/>
                  </a:lnTo>
                  <a:lnTo>
                    <a:pt x="6" y="12"/>
                  </a:lnTo>
                  <a:lnTo>
                    <a:pt x="8" y="10"/>
                  </a:lnTo>
                  <a:lnTo>
                    <a:pt x="10" y="5"/>
                  </a:lnTo>
                  <a:lnTo>
                    <a:pt x="13" y="7"/>
                  </a:lnTo>
                  <a:lnTo>
                    <a:pt x="18" y="7"/>
                  </a:lnTo>
                  <a:lnTo>
                    <a:pt x="21" y="6"/>
                  </a:lnTo>
                  <a:lnTo>
                    <a:pt x="24" y="3"/>
                  </a:lnTo>
                  <a:lnTo>
                    <a:pt x="26" y="0"/>
                  </a:lnTo>
                  <a:lnTo>
                    <a:pt x="30" y="0"/>
                  </a:lnTo>
                  <a:lnTo>
                    <a:pt x="32" y="1"/>
                  </a:lnTo>
                  <a:lnTo>
                    <a:pt x="38" y="3"/>
                  </a:lnTo>
                  <a:lnTo>
                    <a:pt x="39" y="5"/>
                  </a:lnTo>
                  <a:lnTo>
                    <a:pt x="39" y="7"/>
                  </a:lnTo>
                  <a:lnTo>
                    <a:pt x="38" y="10"/>
                  </a:lnTo>
                  <a:lnTo>
                    <a:pt x="36" y="12"/>
                  </a:lnTo>
                  <a:lnTo>
                    <a:pt x="30" y="19"/>
                  </a:lnTo>
                  <a:lnTo>
                    <a:pt x="28" y="18"/>
                  </a:lnTo>
                  <a:lnTo>
                    <a:pt x="25" y="15"/>
                  </a:lnTo>
                  <a:lnTo>
                    <a:pt x="22" y="15"/>
                  </a:lnTo>
                  <a:lnTo>
                    <a:pt x="18" y="17"/>
                  </a:lnTo>
                  <a:lnTo>
                    <a:pt x="16" y="18"/>
                  </a:lnTo>
                  <a:lnTo>
                    <a:pt x="15" y="22"/>
                  </a:lnTo>
                  <a:lnTo>
                    <a:pt x="13" y="26"/>
                  </a:lnTo>
                  <a:lnTo>
                    <a:pt x="12" y="28"/>
                  </a:lnTo>
                  <a:lnTo>
                    <a:pt x="9" y="3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0" name="Freeform 59">
              <a:extLst>
                <a:ext uri="{FF2B5EF4-FFF2-40B4-BE49-F238E27FC236}">
                  <a16:creationId xmlns:a16="http://schemas.microsoft.com/office/drawing/2014/main" id="{A9C7192B-8CC3-4E18-A73A-B0CEAEBC2D1E}"/>
                </a:ext>
              </a:extLst>
            </p:cNvPr>
            <p:cNvSpPr>
              <a:spLocks/>
            </p:cNvSpPr>
            <p:nvPr/>
          </p:nvSpPr>
          <p:spPr bwMode="gray">
            <a:xfrm>
              <a:off x="5358717" y="4186496"/>
              <a:ext cx="48034" cy="94353"/>
            </a:xfrm>
            <a:custGeom>
              <a:avLst/>
              <a:gdLst>
                <a:gd name="T0" fmla="*/ 10 w 28"/>
                <a:gd name="T1" fmla="*/ 55 h 55"/>
                <a:gd name="T2" fmla="*/ 9 w 28"/>
                <a:gd name="T3" fmla="*/ 54 h 55"/>
                <a:gd name="T4" fmla="*/ 8 w 28"/>
                <a:gd name="T5" fmla="*/ 52 h 55"/>
                <a:gd name="T6" fmla="*/ 2 w 28"/>
                <a:gd name="T7" fmla="*/ 43 h 55"/>
                <a:gd name="T8" fmla="*/ 0 w 28"/>
                <a:gd name="T9" fmla="*/ 35 h 55"/>
                <a:gd name="T10" fmla="*/ 0 w 28"/>
                <a:gd name="T11" fmla="*/ 31 h 55"/>
                <a:gd name="T12" fmla="*/ 1 w 28"/>
                <a:gd name="T13" fmla="*/ 26 h 55"/>
                <a:gd name="T14" fmla="*/ 4 w 28"/>
                <a:gd name="T15" fmla="*/ 20 h 55"/>
                <a:gd name="T16" fmla="*/ 14 w 28"/>
                <a:gd name="T17" fmla="*/ 5 h 55"/>
                <a:gd name="T18" fmla="*/ 16 w 28"/>
                <a:gd name="T19" fmla="*/ 4 h 55"/>
                <a:gd name="T20" fmla="*/ 18 w 28"/>
                <a:gd name="T21" fmla="*/ 3 h 55"/>
                <a:gd name="T22" fmla="*/ 20 w 28"/>
                <a:gd name="T23" fmla="*/ 1 h 55"/>
                <a:gd name="T24" fmla="*/ 22 w 28"/>
                <a:gd name="T25" fmla="*/ 0 h 55"/>
                <a:gd name="T26" fmla="*/ 24 w 28"/>
                <a:gd name="T27" fmla="*/ 1 h 55"/>
                <a:gd name="T28" fmla="*/ 28 w 28"/>
                <a:gd name="T29" fmla="*/ 4 h 55"/>
                <a:gd name="T30" fmla="*/ 26 w 28"/>
                <a:gd name="T31" fmla="*/ 7 h 55"/>
                <a:gd name="T32" fmla="*/ 25 w 28"/>
                <a:gd name="T33" fmla="*/ 8 h 55"/>
                <a:gd name="T34" fmla="*/ 25 w 28"/>
                <a:gd name="T35" fmla="*/ 11 h 55"/>
                <a:gd name="T36" fmla="*/ 25 w 28"/>
                <a:gd name="T37" fmla="*/ 15 h 55"/>
                <a:gd name="T38" fmla="*/ 23 w 28"/>
                <a:gd name="T39" fmla="*/ 18 h 55"/>
                <a:gd name="T40" fmla="*/ 22 w 28"/>
                <a:gd name="T41" fmla="*/ 20 h 55"/>
                <a:gd name="T42" fmla="*/ 21 w 28"/>
                <a:gd name="T43" fmla="*/ 26 h 55"/>
                <a:gd name="T44" fmla="*/ 21 w 28"/>
                <a:gd name="T45" fmla="*/ 29 h 55"/>
                <a:gd name="T46" fmla="*/ 18 w 28"/>
                <a:gd name="T47" fmla="*/ 36 h 55"/>
                <a:gd name="T48" fmla="*/ 15 w 28"/>
                <a:gd name="T49" fmla="*/ 41 h 55"/>
                <a:gd name="T50" fmla="*/ 12 w 28"/>
                <a:gd name="T51" fmla="*/ 47 h 55"/>
                <a:gd name="T52" fmla="*/ 12 w 28"/>
                <a:gd name="T53" fmla="*/ 50 h 55"/>
                <a:gd name="T54" fmla="*/ 12 w 28"/>
                <a:gd name="T55" fmla="*/ 53 h 55"/>
                <a:gd name="T56" fmla="*/ 10 w 28"/>
                <a:gd name="T57" fmla="*/ 55 h 55"/>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28"/>
                <a:gd name="T88" fmla="*/ 0 h 55"/>
                <a:gd name="T89" fmla="*/ 28 w 28"/>
                <a:gd name="T90" fmla="*/ 55 h 55"/>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28" h="55">
                  <a:moveTo>
                    <a:pt x="10" y="55"/>
                  </a:moveTo>
                  <a:lnTo>
                    <a:pt x="9" y="54"/>
                  </a:lnTo>
                  <a:lnTo>
                    <a:pt x="8" y="52"/>
                  </a:lnTo>
                  <a:lnTo>
                    <a:pt x="2" y="43"/>
                  </a:lnTo>
                  <a:lnTo>
                    <a:pt x="0" y="35"/>
                  </a:lnTo>
                  <a:lnTo>
                    <a:pt x="0" y="31"/>
                  </a:lnTo>
                  <a:lnTo>
                    <a:pt x="1" y="26"/>
                  </a:lnTo>
                  <a:lnTo>
                    <a:pt x="4" y="20"/>
                  </a:lnTo>
                  <a:lnTo>
                    <a:pt x="14" y="5"/>
                  </a:lnTo>
                  <a:lnTo>
                    <a:pt x="16" y="4"/>
                  </a:lnTo>
                  <a:lnTo>
                    <a:pt x="18" y="3"/>
                  </a:lnTo>
                  <a:lnTo>
                    <a:pt x="20" y="1"/>
                  </a:lnTo>
                  <a:lnTo>
                    <a:pt x="22" y="0"/>
                  </a:lnTo>
                  <a:lnTo>
                    <a:pt x="24" y="1"/>
                  </a:lnTo>
                  <a:lnTo>
                    <a:pt x="28" y="4"/>
                  </a:lnTo>
                  <a:lnTo>
                    <a:pt x="26" y="7"/>
                  </a:lnTo>
                  <a:lnTo>
                    <a:pt x="25" y="8"/>
                  </a:lnTo>
                  <a:lnTo>
                    <a:pt x="25" y="11"/>
                  </a:lnTo>
                  <a:lnTo>
                    <a:pt x="25" y="15"/>
                  </a:lnTo>
                  <a:lnTo>
                    <a:pt x="23" y="18"/>
                  </a:lnTo>
                  <a:lnTo>
                    <a:pt x="22" y="20"/>
                  </a:lnTo>
                  <a:lnTo>
                    <a:pt x="21" y="26"/>
                  </a:lnTo>
                  <a:lnTo>
                    <a:pt x="21" y="29"/>
                  </a:lnTo>
                  <a:lnTo>
                    <a:pt x="18" y="36"/>
                  </a:lnTo>
                  <a:lnTo>
                    <a:pt x="15" y="41"/>
                  </a:lnTo>
                  <a:lnTo>
                    <a:pt x="12" y="47"/>
                  </a:lnTo>
                  <a:lnTo>
                    <a:pt x="12" y="50"/>
                  </a:lnTo>
                  <a:lnTo>
                    <a:pt x="12" y="53"/>
                  </a:lnTo>
                  <a:lnTo>
                    <a:pt x="10" y="55"/>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1" name="Freeform 60">
              <a:extLst>
                <a:ext uri="{FF2B5EF4-FFF2-40B4-BE49-F238E27FC236}">
                  <a16:creationId xmlns:a16="http://schemas.microsoft.com/office/drawing/2014/main" id="{CE247FAA-9EDB-775F-6830-FB06A42497DA}"/>
                </a:ext>
              </a:extLst>
            </p:cNvPr>
            <p:cNvSpPr>
              <a:spLocks/>
            </p:cNvSpPr>
            <p:nvPr/>
          </p:nvSpPr>
          <p:spPr bwMode="gray">
            <a:xfrm>
              <a:off x="5358717" y="4186496"/>
              <a:ext cx="48034" cy="94353"/>
            </a:xfrm>
            <a:custGeom>
              <a:avLst/>
              <a:gdLst>
                <a:gd name="T0" fmla="*/ 10 w 28"/>
                <a:gd name="T1" fmla="*/ 55 h 55"/>
                <a:gd name="T2" fmla="*/ 9 w 28"/>
                <a:gd name="T3" fmla="*/ 54 h 55"/>
                <a:gd name="T4" fmla="*/ 8 w 28"/>
                <a:gd name="T5" fmla="*/ 52 h 55"/>
                <a:gd name="T6" fmla="*/ 2 w 28"/>
                <a:gd name="T7" fmla="*/ 43 h 55"/>
                <a:gd name="T8" fmla="*/ 0 w 28"/>
                <a:gd name="T9" fmla="*/ 35 h 55"/>
                <a:gd name="T10" fmla="*/ 0 w 28"/>
                <a:gd name="T11" fmla="*/ 31 h 55"/>
                <a:gd name="T12" fmla="*/ 1 w 28"/>
                <a:gd name="T13" fmla="*/ 26 h 55"/>
                <a:gd name="T14" fmla="*/ 4 w 28"/>
                <a:gd name="T15" fmla="*/ 20 h 55"/>
                <a:gd name="T16" fmla="*/ 14 w 28"/>
                <a:gd name="T17" fmla="*/ 5 h 55"/>
                <a:gd name="T18" fmla="*/ 16 w 28"/>
                <a:gd name="T19" fmla="*/ 4 h 55"/>
                <a:gd name="T20" fmla="*/ 18 w 28"/>
                <a:gd name="T21" fmla="*/ 3 h 55"/>
                <a:gd name="T22" fmla="*/ 20 w 28"/>
                <a:gd name="T23" fmla="*/ 1 h 55"/>
                <a:gd name="T24" fmla="*/ 22 w 28"/>
                <a:gd name="T25" fmla="*/ 0 h 55"/>
                <a:gd name="T26" fmla="*/ 24 w 28"/>
                <a:gd name="T27" fmla="*/ 1 h 55"/>
                <a:gd name="T28" fmla="*/ 28 w 28"/>
                <a:gd name="T29" fmla="*/ 4 h 55"/>
                <a:gd name="T30" fmla="*/ 26 w 28"/>
                <a:gd name="T31" fmla="*/ 7 h 55"/>
                <a:gd name="T32" fmla="*/ 25 w 28"/>
                <a:gd name="T33" fmla="*/ 8 h 55"/>
                <a:gd name="T34" fmla="*/ 25 w 28"/>
                <a:gd name="T35" fmla="*/ 11 h 55"/>
                <a:gd name="T36" fmla="*/ 25 w 28"/>
                <a:gd name="T37" fmla="*/ 15 h 55"/>
                <a:gd name="T38" fmla="*/ 23 w 28"/>
                <a:gd name="T39" fmla="*/ 18 h 55"/>
                <a:gd name="T40" fmla="*/ 22 w 28"/>
                <a:gd name="T41" fmla="*/ 20 h 55"/>
                <a:gd name="T42" fmla="*/ 21 w 28"/>
                <a:gd name="T43" fmla="*/ 26 h 55"/>
                <a:gd name="T44" fmla="*/ 21 w 28"/>
                <a:gd name="T45" fmla="*/ 29 h 55"/>
                <a:gd name="T46" fmla="*/ 18 w 28"/>
                <a:gd name="T47" fmla="*/ 36 h 55"/>
                <a:gd name="T48" fmla="*/ 15 w 28"/>
                <a:gd name="T49" fmla="*/ 41 h 55"/>
                <a:gd name="T50" fmla="*/ 12 w 28"/>
                <a:gd name="T51" fmla="*/ 47 h 55"/>
                <a:gd name="T52" fmla="*/ 12 w 28"/>
                <a:gd name="T53" fmla="*/ 50 h 55"/>
                <a:gd name="T54" fmla="*/ 12 w 28"/>
                <a:gd name="T55" fmla="*/ 53 h 55"/>
                <a:gd name="T56" fmla="*/ 10 w 28"/>
                <a:gd name="T57" fmla="*/ 55 h 55"/>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28"/>
                <a:gd name="T88" fmla="*/ 0 h 55"/>
                <a:gd name="T89" fmla="*/ 28 w 28"/>
                <a:gd name="T90" fmla="*/ 55 h 55"/>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28" h="55">
                  <a:moveTo>
                    <a:pt x="10" y="55"/>
                  </a:moveTo>
                  <a:lnTo>
                    <a:pt x="9" y="54"/>
                  </a:lnTo>
                  <a:lnTo>
                    <a:pt x="8" y="52"/>
                  </a:lnTo>
                  <a:lnTo>
                    <a:pt x="2" y="43"/>
                  </a:lnTo>
                  <a:lnTo>
                    <a:pt x="0" y="35"/>
                  </a:lnTo>
                  <a:lnTo>
                    <a:pt x="0" y="31"/>
                  </a:lnTo>
                  <a:lnTo>
                    <a:pt x="1" y="26"/>
                  </a:lnTo>
                  <a:lnTo>
                    <a:pt x="4" y="20"/>
                  </a:lnTo>
                  <a:lnTo>
                    <a:pt x="14" y="5"/>
                  </a:lnTo>
                  <a:lnTo>
                    <a:pt x="16" y="4"/>
                  </a:lnTo>
                  <a:lnTo>
                    <a:pt x="18" y="3"/>
                  </a:lnTo>
                  <a:lnTo>
                    <a:pt x="20" y="1"/>
                  </a:lnTo>
                  <a:lnTo>
                    <a:pt x="22" y="0"/>
                  </a:lnTo>
                  <a:lnTo>
                    <a:pt x="24" y="1"/>
                  </a:lnTo>
                  <a:lnTo>
                    <a:pt x="28" y="4"/>
                  </a:lnTo>
                  <a:lnTo>
                    <a:pt x="26" y="7"/>
                  </a:lnTo>
                  <a:lnTo>
                    <a:pt x="25" y="8"/>
                  </a:lnTo>
                  <a:lnTo>
                    <a:pt x="25" y="11"/>
                  </a:lnTo>
                  <a:lnTo>
                    <a:pt x="25" y="15"/>
                  </a:lnTo>
                  <a:lnTo>
                    <a:pt x="23" y="18"/>
                  </a:lnTo>
                  <a:lnTo>
                    <a:pt x="22" y="20"/>
                  </a:lnTo>
                  <a:lnTo>
                    <a:pt x="21" y="26"/>
                  </a:lnTo>
                  <a:lnTo>
                    <a:pt x="21" y="29"/>
                  </a:lnTo>
                  <a:lnTo>
                    <a:pt x="18" y="36"/>
                  </a:lnTo>
                  <a:lnTo>
                    <a:pt x="15" y="41"/>
                  </a:lnTo>
                  <a:lnTo>
                    <a:pt x="12" y="47"/>
                  </a:lnTo>
                  <a:lnTo>
                    <a:pt x="12" y="50"/>
                  </a:lnTo>
                  <a:lnTo>
                    <a:pt x="12" y="53"/>
                  </a:lnTo>
                  <a:lnTo>
                    <a:pt x="10" y="55"/>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2" name="Freeform 61">
              <a:extLst>
                <a:ext uri="{FF2B5EF4-FFF2-40B4-BE49-F238E27FC236}">
                  <a16:creationId xmlns:a16="http://schemas.microsoft.com/office/drawing/2014/main" id="{CDFFD53B-DDDD-81EE-8AAB-5EDDB4C8D5B4}"/>
                </a:ext>
              </a:extLst>
            </p:cNvPr>
            <p:cNvSpPr>
              <a:spLocks noEditPoints="1"/>
            </p:cNvSpPr>
            <p:nvPr/>
          </p:nvSpPr>
          <p:spPr bwMode="gray">
            <a:xfrm>
              <a:off x="4826911" y="4696002"/>
              <a:ext cx="506074" cy="166404"/>
            </a:xfrm>
            <a:custGeom>
              <a:avLst/>
              <a:gdLst>
                <a:gd name="T0" fmla="*/ 34 w 295"/>
                <a:gd name="T1" fmla="*/ 13 h 97"/>
                <a:gd name="T2" fmla="*/ 50 w 295"/>
                <a:gd name="T3" fmla="*/ 33 h 97"/>
                <a:gd name="T4" fmla="*/ 50 w 295"/>
                <a:gd name="T5" fmla="*/ 49 h 97"/>
                <a:gd name="T6" fmla="*/ 50 w 295"/>
                <a:gd name="T7" fmla="*/ 64 h 97"/>
                <a:gd name="T8" fmla="*/ 58 w 295"/>
                <a:gd name="T9" fmla="*/ 74 h 97"/>
                <a:gd name="T10" fmla="*/ 61 w 295"/>
                <a:gd name="T11" fmla="*/ 86 h 97"/>
                <a:gd name="T12" fmla="*/ 50 w 295"/>
                <a:gd name="T13" fmla="*/ 86 h 97"/>
                <a:gd name="T14" fmla="*/ 36 w 295"/>
                <a:gd name="T15" fmla="*/ 77 h 97"/>
                <a:gd name="T16" fmla="*/ 19 w 295"/>
                <a:gd name="T17" fmla="*/ 65 h 97"/>
                <a:gd name="T18" fmla="*/ 8 w 295"/>
                <a:gd name="T19" fmla="*/ 47 h 97"/>
                <a:gd name="T20" fmla="*/ 8 w 295"/>
                <a:gd name="T21" fmla="*/ 37 h 97"/>
                <a:gd name="T22" fmla="*/ 2 w 295"/>
                <a:gd name="T23" fmla="*/ 17 h 97"/>
                <a:gd name="T24" fmla="*/ 4 w 295"/>
                <a:gd name="T25" fmla="*/ 8 h 97"/>
                <a:gd name="T26" fmla="*/ 11 w 295"/>
                <a:gd name="T27" fmla="*/ 12 h 97"/>
                <a:gd name="T28" fmla="*/ 14 w 295"/>
                <a:gd name="T29" fmla="*/ 17 h 97"/>
                <a:gd name="T30" fmla="*/ 15 w 295"/>
                <a:gd name="T31" fmla="*/ 22 h 97"/>
                <a:gd name="T32" fmla="*/ 21 w 295"/>
                <a:gd name="T33" fmla="*/ 18 h 97"/>
                <a:gd name="T34" fmla="*/ 26 w 295"/>
                <a:gd name="T35" fmla="*/ 17 h 97"/>
                <a:gd name="T36" fmla="*/ 146 w 295"/>
                <a:gd name="T37" fmla="*/ 80 h 97"/>
                <a:gd name="T38" fmla="*/ 153 w 295"/>
                <a:gd name="T39" fmla="*/ 84 h 97"/>
                <a:gd name="T40" fmla="*/ 167 w 295"/>
                <a:gd name="T41" fmla="*/ 89 h 97"/>
                <a:gd name="T42" fmla="*/ 168 w 295"/>
                <a:gd name="T43" fmla="*/ 85 h 97"/>
                <a:gd name="T44" fmla="*/ 175 w 295"/>
                <a:gd name="T45" fmla="*/ 68 h 97"/>
                <a:gd name="T46" fmla="*/ 197 w 295"/>
                <a:gd name="T47" fmla="*/ 61 h 97"/>
                <a:gd name="T48" fmla="*/ 207 w 295"/>
                <a:gd name="T49" fmla="*/ 49 h 97"/>
                <a:gd name="T50" fmla="*/ 217 w 295"/>
                <a:gd name="T51" fmla="*/ 39 h 97"/>
                <a:gd name="T52" fmla="*/ 219 w 295"/>
                <a:gd name="T53" fmla="*/ 42 h 97"/>
                <a:gd name="T54" fmla="*/ 223 w 295"/>
                <a:gd name="T55" fmla="*/ 46 h 97"/>
                <a:gd name="T56" fmla="*/ 235 w 295"/>
                <a:gd name="T57" fmla="*/ 40 h 97"/>
                <a:gd name="T58" fmla="*/ 234 w 295"/>
                <a:gd name="T59" fmla="*/ 36 h 97"/>
                <a:gd name="T60" fmla="*/ 233 w 295"/>
                <a:gd name="T61" fmla="*/ 32 h 97"/>
                <a:gd name="T62" fmla="*/ 238 w 295"/>
                <a:gd name="T63" fmla="*/ 32 h 97"/>
                <a:gd name="T64" fmla="*/ 235 w 295"/>
                <a:gd name="T65" fmla="*/ 26 h 97"/>
                <a:gd name="T66" fmla="*/ 243 w 295"/>
                <a:gd name="T67" fmla="*/ 23 h 97"/>
                <a:gd name="T68" fmla="*/ 249 w 295"/>
                <a:gd name="T69" fmla="*/ 13 h 97"/>
                <a:gd name="T70" fmla="*/ 257 w 295"/>
                <a:gd name="T71" fmla="*/ 0 h 97"/>
                <a:gd name="T72" fmla="*/ 264 w 295"/>
                <a:gd name="T73" fmla="*/ 1 h 97"/>
                <a:gd name="T74" fmla="*/ 271 w 295"/>
                <a:gd name="T75" fmla="*/ 8 h 97"/>
                <a:gd name="T76" fmla="*/ 269 w 295"/>
                <a:gd name="T77" fmla="*/ 17 h 97"/>
                <a:gd name="T78" fmla="*/ 277 w 295"/>
                <a:gd name="T79" fmla="*/ 16 h 97"/>
                <a:gd name="T80" fmla="*/ 281 w 295"/>
                <a:gd name="T81" fmla="*/ 20 h 97"/>
                <a:gd name="T82" fmla="*/ 292 w 295"/>
                <a:gd name="T83" fmla="*/ 25 h 97"/>
                <a:gd name="T84" fmla="*/ 294 w 295"/>
                <a:gd name="T85" fmla="*/ 29 h 97"/>
                <a:gd name="T86" fmla="*/ 285 w 295"/>
                <a:gd name="T87" fmla="*/ 32 h 97"/>
                <a:gd name="T88" fmla="*/ 279 w 295"/>
                <a:gd name="T89" fmla="*/ 35 h 97"/>
                <a:gd name="T90" fmla="*/ 281 w 295"/>
                <a:gd name="T91" fmla="*/ 44 h 97"/>
                <a:gd name="T92" fmla="*/ 272 w 295"/>
                <a:gd name="T93" fmla="*/ 46 h 97"/>
                <a:gd name="T94" fmla="*/ 262 w 295"/>
                <a:gd name="T95" fmla="*/ 43 h 97"/>
                <a:gd name="T96" fmla="*/ 248 w 295"/>
                <a:gd name="T97" fmla="*/ 42 h 97"/>
                <a:gd name="T98" fmla="*/ 240 w 295"/>
                <a:gd name="T99" fmla="*/ 48 h 97"/>
                <a:gd name="T100" fmla="*/ 239 w 295"/>
                <a:gd name="T101" fmla="*/ 62 h 97"/>
                <a:gd name="T102" fmla="*/ 233 w 295"/>
                <a:gd name="T103" fmla="*/ 71 h 97"/>
                <a:gd name="T104" fmla="*/ 218 w 295"/>
                <a:gd name="T105" fmla="*/ 87 h 97"/>
                <a:gd name="T106" fmla="*/ 209 w 295"/>
                <a:gd name="T107" fmla="*/ 91 h 97"/>
                <a:gd name="T108" fmla="*/ 198 w 295"/>
                <a:gd name="T109" fmla="*/ 86 h 97"/>
                <a:gd name="T110" fmla="*/ 188 w 295"/>
                <a:gd name="T111" fmla="*/ 89 h 97"/>
                <a:gd name="T112" fmla="*/ 178 w 295"/>
                <a:gd name="T113" fmla="*/ 96 h 97"/>
                <a:gd name="T114" fmla="*/ 169 w 295"/>
                <a:gd name="T115" fmla="*/ 94 h 97"/>
                <a:gd name="T116" fmla="*/ 158 w 295"/>
                <a:gd name="T117" fmla="*/ 94 h 97"/>
                <a:gd name="T118" fmla="*/ 146 w 295"/>
                <a:gd name="T119" fmla="*/ 80 h 9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95"/>
                <a:gd name="T181" fmla="*/ 0 h 97"/>
                <a:gd name="T182" fmla="*/ 295 w 295"/>
                <a:gd name="T183" fmla="*/ 97 h 9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95" h="97">
                  <a:moveTo>
                    <a:pt x="30" y="12"/>
                  </a:moveTo>
                  <a:lnTo>
                    <a:pt x="31" y="12"/>
                  </a:lnTo>
                  <a:lnTo>
                    <a:pt x="34" y="13"/>
                  </a:lnTo>
                  <a:lnTo>
                    <a:pt x="42" y="21"/>
                  </a:lnTo>
                  <a:lnTo>
                    <a:pt x="47" y="28"/>
                  </a:lnTo>
                  <a:lnTo>
                    <a:pt x="50" y="33"/>
                  </a:lnTo>
                  <a:lnTo>
                    <a:pt x="51" y="37"/>
                  </a:lnTo>
                  <a:lnTo>
                    <a:pt x="51" y="43"/>
                  </a:lnTo>
                  <a:lnTo>
                    <a:pt x="50" y="49"/>
                  </a:lnTo>
                  <a:lnTo>
                    <a:pt x="50" y="57"/>
                  </a:lnTo>
                  <a:lnTo>
                    <a:pt x="50" y="61"/>
                  </a:lnTo>
                  <a:lnTo>
                    <a:pt x="50" y="64"/>
                  </a:lnTo>
                  <a:lnTo>
                    <a:pt x="52" y="67"/>
                  </a:lnTo>
                  <a:lnTo>
                    <a:pt x="55" y="71"/>
                  </a:lnTo>
                  <a:lnTo>
                    <a:pt x="58" y="74"/>
                  </a:lnTo>
                  <a:lnTo>
                    <a:pt x="63" y="86"/>
                  </a:lnTo>
                  <a:lnTo>
                    <a:pt x="63" y="87"/>
                  </a:lnTo>
                  <a:lnTo>
                    <a:pt x="61" y="86"/>
                  </a:lnTo>
                  <a:lnTo>
                    <a:pt x="54" y="86"/>
                  </a:lnTo>
                  <a:lnTo>
                    <a:pt x="52" y="87"/>
                  </a:lnTo>
                  <a:lnTo>
                    <a:pt x="50" y="86"/>
                  </a:lnTo>
                  <a:lnTo>
                    <a:pt x="47" y="83"/>
                  </a:lnTo>
                  <a:lnTo>
                    <a:pt x="40" y="79"/>
                  </a:lnTo>
                  <a:lnTo>
                    <a:pt x="36" y="77"/>
                  </a:lnTo>
                  <a:lnTo>
                    <a:pt x="27" y="72"/>
                  </a:lnTo>
                  <a:lnTo>
                    <a:pt x="21" y="66"/>
                  </a:lnTo>
                  <a:lnTo>
                    <a:pt x="19" y="65"/>
                  </a:lnTo>
                  <a:lnTo>
                    <a:pt x="18" y="58"/>
                  </a:lnTo>
                  <a:lnTo>
                    <a:pt x="15" y="53"/>
                  </a:lnTo>
                  <a:lnTo>
                    <a:pt x="8" y="47"/>
                  </a:lnTo>
                  <a:lnTo>
                    <a:pt x="7" y="43"/>
                  </a:lnTo>
                  <a:lnTo>
                    <a:pt x="7" y="39"/>
                  </a:lnTo>
                  <a:lnTo>
                    <a:pt x="8" y="37"/>
                  </a:lnTo>
                  <a:lnTo>
                    <a:pt x="7" y="34"/>
                  </a:lnTo>
                  <a:lnTo>
                    <a:pt x="4" y="30"/>
                  </a:lnTo>
                  <a:lnTo>
                    <a:pt x="2" y="17"/>
                  </a:lnTo>
                  <a:lnTo>
                    <a:pt x="0" y="12"/>
                  </a:lnTo>
                  <a:lnTo>
                    <a:pt x="0" y="9"/>
                  </a:lnTo>
                  <a:lnTo>
                    <a:pt x="4" y="8"/>
                  </a:lnTo>
                  <a:lnTo>
                    <a:pt x="8" y="8"/>
                  </a:lnTo>
                  <a:lnTo>
                    <a:pt x="8" y="11"/>
                  </a:lnTo>
                  <a:lnTo>
                    <a:pt x="11" y="12"/>
                  </a:lnTo>
                  <a:lnTo>
                    <a:pt x="13" y="14"/>
                  </a:lnTo>
                  <a:lnTo>
                    <a:pt x="14" y="15"/>
                  </a:lnTo>
                  <a:lnTo>
                    <a:pt x="14" y="17"/>
                  </a:lnTo>
                  <a:lnTo>
                    <a:pt x="12" y="19"/>
                  </a:lnTo>
                  <a:lnTo>
                    <a:pt x="13" y="21"/>
                  </a:lnTo>
                  <a:lnTo>
                    <a:pt x="15" y="22"/>
                  </a:lnTo>
                  <a:lnTo>
                    <a:pt x="17" y="19"/>
                  </a:lnTo>
                  <a:lnTo>
                    <a:pt x="19" y="17"/>
                  </a:lnTo>
                  <a:lnTo>
                    <a:pt x="21" y="18"/>
                  </a:lnTo>
                  <a:lnTo>
                    <a:pt x="21" y="21"/>
                  </a:lnTo>
                  <a:lnTo>
                    <a:pt x="25" y="21"/>
                  </a:lnTo>
                  <a:lnTo>
                    <a:pt x="26" y="17"/>
                  </a:lnTo>
                  <a:lnTo>
                    <a:pt x="30" y="15"/>
                  </a:lnTo>
                  <a:lnTo>
                    <a:pt x="30" y="12"/>
                  </a:lnTo>
                  <a:close/>
                  <a:moveTo>
                    <a:pt x="146" y="80"/>
                  </a:moveTo>
                  <a:lnTo>
                    <a:pt x="147" y="80"/>
                  </a:lnTo>
                  <a:lnTo>
                    <a:pt x="150" y="83"/>
                  </a:lnTo>
                  <a:lnTo>
                    <a:pt x="153" y="84"/>
                  </a:lnTo>
                  <a:lnTo>
                    <a:pt x="159" y="85"/>
                  </a:lnTo>
                  <a:lnTo>
                    <a:pt x="161" y="86"/>
                  </a:lnTo>
                  <a:lnTo>
                    <a:pt x="167" y="89"/>
                  </a:lnTo>
                  <a:lnTo>
                    <a:pt x="169" y="89"/>
                  </a:lnTo>
                  <a:lnTo>
                    <a:pt x="172" y="88"/>
                  </a:lnTo>
                  <a:lnTo>
                    <a:pt x="168" y="85"/>
                  </a:lnTo>
                  <a:lnTo>
                    <a:pt x="169" y="81"/>
                  </a:lnTo>
                  <a:lnTo>
                    <a:pt x="172" y="77"/>
                  </a:lnTo>
                  <a:lnTo>
                    <a:pt x="175" y="68"/>
                  </a:lnTo>
                  <a:lnTo>
                    <a:pt x="179" y="66"/>
                  </a:lnTo>
                  <a:lnTo>
                    <a:pt x="190" y="64"/>
                  </a:lnTo>
                  <a:lnTo>
                    <a:pt x="197" y="61"/>
                  </a:lnTo>
                  <a:lnTo>
                    <a:pt x="200" y="59"/>
                  </a:lnTo>
                  <a:lnTo>
                    <a:pt x="204" y="52"/>
                  </a:lnTo>
                  <a:lnTo>
                    <a:pt x="207" y="49"/>
                  </a:lnTo>
                  <a:lnTo>
                    <a:pt x="214" y="42"/>
                  </a:lnTo>
                  <a:lnTo>
                    <a:pt x="215" y="40"/>
                  </a:lnTo>
                  <a:lnTo>
                    <a:pt x="217" y="39"/>
                  </a:lnTo>
                  <a:lnTo>
                    <a:pt x="218" y="39"/>
                  </a:lnTo>
                  <a:lnTo>
                    <a:pt x="219" y="42"/>
                  </a:lnTo>
                  <a:lnTo>
                    <a:pt x="220" y="42"/>
                  </a:lnTo>
                  <a:lnTo>
                    <a:pt x="221" y="44"/>
                  </a:lnTo>
                  <a:lnTo>
                    <a:pt x="223" y="46"/>
                  </a:lnTo>
                  <a:lnTo>
                    <a:pt x="226" y="44"/>
                  </a:lnTo>
                  <a:lnTo>
                    <a:pt x="235" y="41"/>
                  </a:lnTo>
                  <a:lnTo>
                    <a:pt x="235" y="40"/>
                  </a:lnTo>
                  <a:lnTo>
                    <a:pt x="233" y="39"/>
                  </a:lnTo>
                  <a:lnTo>
                    <a:pt x="233" y="37"/>
                  </a:lnTo>
                  <a:lnTo>
                    <a:pt x="234" y="36"/>
                  </a:lnTo>
                  <a:lnTo>
                    <a:pt x="232" y="33"/>
                  </a:lnTo>
                  <a:lnTo>
                    <a:pt x="232" y="32"/>
                  </a:lnTo>
                  <a:lnTo>
                    <a:pt x="233" y="32"/>
                  </a:lnTo>
                  <a:lnTo>
                    <a:pt x="234" y="33"/>
                  </a:lnTo>
                  <a:lnTo>
                    <a:pt x="235" y="33"/>
                  </a:lnTo>
                  <a:lnTo>
                    <a:pt x="238" y="32"/>
                  </a:lnTo>
                  <a:lnTo>
                    <a:pt x="239" y="30"/>
                  </a:lnTo>
                  <a:lnTo>
                    <a:pt x="238" y="28"/>
                  </a:lnTo>
                  <a:lnTo>
                    <a:pt x="235" y="26"/>
                  </a:lnTo>
                  <a:lnTo>
                    <a:pt x="236" y="23"/>
                  </a:lnTo>
                  <a:lnTo>
                    <a:pt x="240" y="22"/>
                  </a:lnTo>
                  <a:lnTo>
                    <a:pt x="243" y="23"/>
                  </a:lnTo>
                  <a:lnTo>
                    <a:pt x="244" y="18"/>
                  </a:lnTo>
                  <a:lnTo>
                    <a:pt x="247" y="16"/>
                  </a:lnTo>
                  <a:lnTo>
                    <a:pt x="249" y="13"/>
                  </a:lnTo>
                  <a:lnTo>
                    <a:pt x="253" y="9"/>
                  </a:lnTo>
                  <a:lnTo>
                    <a:pt x="256" y="2"/>
                  </a:lnTo>
                  <a:lnTo>
                    <a:pt x="257" y="0"/>
                  </a:lnTo>
                  <a:lnTo>
                    <a:pt x="259" y="3"/>
                  </a:lnTo>
                  <a:lnTo>
                    <a:pt x="262" y="4"/>
                  </a:lnTo>
                  <a:lnTo>
                    <a:pt x="264" y="1"/>
                  </a:lnTo>
                  <a:lnTo>
                    <a:pt x="266" y="5"/>
                  </a:lnTo>
                  <a:lnTo>
                    <a:pt x="268" y="7"/>
                  </a:lnTo>
                  <a:lnTo>
                    <a:pt x="271" y="8"/>
                  </a:lnTo>
                  <a:lnTo>
                    <a:pt x="272" y="11"/>
                  </a:lnTo>
                  <a:lnTo>
                    <a:pt x="270" y="13"/>
                  </a:lnTo>
                  <a:lnTo>
                    <a:pt x="269" y="17"/>
                  </a:lnTo>
                  <a:lnTo>
                    <a:pt x="269" y="18"/>
                  </a:lnTo>
                  <a:lnTo>
                    <a:pt x="274" y="17"/>
                  </a:lnTo>
                  <a:lnTo>
                    <a:pt x="277" y="16"/>
                  </a:lnTo>
                  <a:lnTo>
                    <a:pt x="278" y="18"/>
                  </a:lnTo>
                  <a:lnTo>
                    <a:pt x="275" y="21"/>
                  </a:lnTo>
                  <a:lnTo>
                    <a:pt x="281" y="20"/>
                  </a:lnTo>
                  <a:lnTo>
                    <a:pt x="283" y="20"/>
                  </a:lnTo>
                  <a:lnTo>
                    <a:pt x="285" y="20"/>
                  </a:lnTo>
                  <a:lnTo>
                    <a:pt x="292" y="25"/>
                  </a:lnTo>
                  <a:lnTo>
                    <a:pt x="295" y="26"/>
                  </a:lnTo>
                  <a:lnTo>
                    <a:pt x="295" y="28"/>
                  </a:lnTo>
                  <a:lnTo>
                    <a:pt x="294" y="29"/>
                  </a:lnTo>
                  <a:lnTo>
                    <a:pt x="293" y="31"/>
                  </a:lnTo>
                  <a:lnTo>
                    <a:pt x="290" y="32"/>
                  </a:lnTo>
                  <a:lnTo>
                    <a:pt x="285" y="32"/>
                  </a:lnTo>
                  <a:lnTo>
                    <a:pt x="281" y="31"/>
                  </a:lnTo>
                  <a:lnTo>
                    <a:pt x="278" y="33"/>
                  </a:lnTo>
                  <a:lnTo>
                    <a:pt x="279" y="35"/>
                  </a:lnTo>
                  <a:lnTo>
                    <a:pt x="285" y="40"/>
                  </a:lnTo>
                  <a:lnTo>
                    <a:pt x="284" y="42"/>
                  </a:lnTo>
                  <a:lnTo>
                    <a:pt x="281" y="44"/>
                  </a:lnTo>
                  <a:lnTo>
                    <a:pt x="276" y="44"/>
                  </a:lnTo>
                  <a:lnTo>
                    <a:pt x="272" y="45"/>
                  </a:lnTo>
                  <a:lnTo>
                    <a:pt x="272" y="46"/>
                  </a:lnTo>
                  <a:lnTo>
                    <a:pt x="271" y="46"/>
                  </a:lnTo>
                  <a:lnTo>
                    <a:pt x="266" y="43"/>
                  </a:lnTo>
                  <a:lnTo>
                    <a:pt x="262" y="43"/>
                  </a:lnTo>
                  <a:lnTo>
                    <a:pt x="258" y="43"/>
                  </a:lnTo>
                  <a:lnTo>
                    <a:pt x="253" y="43"/>
                  </a:lnTo>
                  <a:lnTo>
                    <a:pt x="248" y="42"/>
                  </a:lnTo>
                  <a:lnTo>
                    <a:pt x="245" y="42"/>
                  </a:lnTo>
                  <a:lnTo>
                    <a:pt x="243" y="43"/>
                  </a:lnTo>
                  <a:lnTo>
                    <a:pt x="240" y="48"/>
                  </a:lnTo>
                  <a:lnTo>
                    <a:pt x="240" y="52"/>
                  </a:lnTo>
                  <a:lnTo>
                    <a:pt x="240" y="59"/>
                  </a:lnTo>
                  <a:lnTo>
                    <a:pt x="239" y="62"/>
                  </a:lnTo>
                  <a:lnTo>
                    <a:pt x="234" y="63"/>
                  </a:lnTo>
                  <a:lnTo>
                    <a:pt x="233" y="65"/>
                  </a:lnTo>
                  <a:lnTo>
                    <a:pt x="233" y="71"/>
                  </a:lnTo>
                  <a:lnTo>
                    <a:pt x="227" y="83"/>
                  </a:lnTo>
                  <a:lnTo>
                    <a:pt x="224" y="85"/>
                  </a:lnTo>
                  <a:lnTo>
                    <a:pt x="218" y="87"/>
                  </a:lnTo>
                  <a:lnTo>
                    <a:pt x="215" y="88"/>
                  </a:lnTo>
                  <a:lnTo>
                    <a:pt x="211" y="91"/>
                  </a:lnTo>
                  <a:lnTo>
                    <a:pt x="209" y="91"/>
                  </a:lnTo>
                  <a:lnTo>
                    <a:pt x="205" y="90"/>
                  </a:lnTo>
                  <a:lnTo>
                    <a:pt x="202" y="88"/>
                  </a:lnTo>
                  <a:lnTo>
                    <a:pt x="198" y="86"/>
                  </a:lnTo>
                  <a:lnTo>
                    <a:pt x="195" y="85"/>
                  </a:lnTo>
                  <a:lnTo>
                    <a:pt x="191" y="86"/>
                  </a:lnTo>
                  <a:lnTo>
                    <a:pt x="188" y="89"/>
                  </a:lnTo>
                  <a:lnTo>
                    <a:pt x="185" y="93"/>
                  </a:lnTo>
                  <a:lnTo>
                    <a:pt x="181" y="95"/>
                  </a:lnTo>
                  <a:lnTo>
                    <a:pt x="178" y="96"/>
                  </a:lnTo>
                  <a:lnTo>
                    <a:pt x="175" y="95"/>
                  </a:lnTo>
                  <a:lnTo>
                    <a:pt x="171" y="94"/>
                  </a:lnTo>
                  <a:lnTo>
                    <a:pt x="169" y="94"/>
                  </a:lnTo>
                  <a:lnTo>
                    <a:pt x="162" y="97"/>
                  </a:lnTo>
                  <a:lnTo>
                    <a:pt x="160" y="95"/>
                  </a:lnTo>
                  <a:lnTo>
                    <a:pt x="158" y="94"/>
                  </a:lnTo>
                  <a:lnTo>
                    <a:pt x="150" y="87"/>
                  </a:lnTo>
                  <a:lnTo>
                    <a:pt x="148" y="85"/>
                  </a:lnTo>
                  <a:lnTo>
                    <a:pt x="146" y="80"/>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3" name="Freeform 62">
              <a:extLst>
                <a:ext uri="{FF2B5EF4-FFF2-40B4-BE49-F238E27FC236}">
                  <a16:creationId xmlns:a16="http://schemas.microsoft.com/office/drawing/2014/main" id="{E34F90D3-D453-889B-7245-30FCA64FF8DD}"/>
                </a:ext>
              </a:extLst>
            </p:cNvPr>
            <p:cNvSpPr>
              <a:spLocks/>
            </p:cNvSpPr>
            <p:nvPr/>
          </p:nvSpPr>
          <p:spPr bwMode="gray">
            <a:xfrm>
              <a:off x="4826911" y="4709726"/>
              <a:ext cx="108077" cy="135525"/>
            </a:xfrm>
            <a:custGeom>
              <a:avLst/>
              <a:gdLst>
                <a:gd name="T0" fmla="*/ 30 w 63"/>
                <a:gd name="T1" fmla="*/ 4 h 79"/>
                <a:gd name="T2" fmla="*/ 31 w 63"/>
                <a:gd name="T3" fmla="*/ 4 h 79"/>
                <a:gd name="T4" fmla="*/ 34 w 63"/>
                <a:gd name="T5" fmla="*/ 5 h 79"/>
                <a:gd name="T6" fmla="*/ 42 w 63"/>
                <a:gd name="T7" fmla="*/ 13 h 79"/>
                <a:gd name="T8" fmla="*/ 47 w 63"/>
                <a:gd name="T9" fmla="*/ 20 h 79"/>
                <a:gd name="T10" fmla="*/ 50 w 63"/>
                <a:gd name="T11" fmla="*/ 25 h 79"/>
                <a:gd name="T12" fmla="*/ 51 w 63"/>
                <a:gd name="T13" fmla="*/ 29 h 79"/>
                <a:gd name="T14" fmla="*/ 51 w 63"/>
                <a:gd name="T15" fmla="*/ 35 h 79"/>
                <a:gd name="T16" fmla="*/ 50 w 63"/>
                <a:gd name="T17" fmla="*/ 41 h 79"/>
                <a:gd name="T18" fmla="*/ 50 w 63"/>
                <a:gd name="T19" fmla="*/ 49 h 79"/>
                <a:gd name="T20" fmla="*/ 50 w 63"/>
                <a:gd name="T21" fmla="*/ 53 h 79"/>
                <a:gd name="T22" fmla="*/ 50 w 63"/>
                <a:gd name="T23" fmla="*/ 56 h 79"/>
                <a:gd name="T24" fmla="*/ 52 w 63"/>
                <a:gd name="T25" fmla="*/ 59 h 79"/>
                <a:gd name="T26" fmla="*/ 55 w 63"/>
                <a:gd name="T27" fmla="*/ 63 h 79"/>
                <a:gd name="T28" fmla="*/ 58 w 63"/>
                <a:gd name="T29" fmla="*/ 66 h 79"/>
                <a:gd name="T30" fmla="*/ 63 w 63"/>
                <a:gd name="T31" fmla="*/ 78 h 79"/>
                <a:gd name="T32" fmla="*/ 63 w 63"/>
                <a:gd name="T33" fmla="*/ 79 h 79"/>
                <a:gd name="T34" fmla="*/ 61 w 63"/>
                <a:gd name="T35" fmla="*/ 78 h 79"/>
                <a:gd name="T36" fmla="*/ 54 w 63"/>
                <a:gd name="T37" fmla="*/ 78 h 79"/>
                <a:gd name="T38" fmla="*/ 52 w 63"/>
                <a:gd name="T39" fmla="*/ 79 h 79"/>
                <a:gd name="T40" fmla="*/ 50 w 63"/>
                <a:gd name="T41" fmla="*/ 78 h 79"/>
                <a:gd name="T42" fmla="*/ 47 w 63"/>
                <a:gd name="T43" fmla="*/ 75 h 79"/>
                <a:gd name="T44" fmla="*/ 40 w 63"/>
                <a:gd name="T45" fmla="*/ 71 h 79"/>
                <a:gd name="T46" fmla="*/ 36 w 63"/>
                <a:gd name="T47" fmla="*/ 69 h 79"/>
                <a:gd name="T48" fmla="*/ 27 w 63"/>
                <a:gd name="T49" fmla="*/ 64 h 79"/>
                <a:gd name="T50" fmla="*/ 21 w 63"/>
                <a:gd name="T51" fmla="*/ 58 h 79"/>
                <a:gd name="T52" fmla="*/ 19 w 63"/>
                <a:gd name="T53" fmla="*/ 57 h 79"/>
                <a:gd name="T54" fmla="*/ 18 w 63"/>
                <a:gd name="T55" fmla="*/ 50 h 79"/>
                <a:gd name="T56" fmla="*/ 15 w 63"/>
                <a:gd name="T57" fmla="*/ 45 h 79"/>
                <a:gd name="T58" fmla="*/ 8 w 63"/>
                <a:gd name="T59" fmla="*/ 39 h 79"/>
                <a:gd name="T60" fmla="*/ 7 w 63"/>
                <a:gd name="T61" fmla="*/ 35 h 79"/>
                <a:gd name="T62" fmla="*/ 7 w 63"/>
                <a:gd name="T63" fmla="*/ 31 h 79"/>
                <a:gd name="T64" fmla="*/ 8 w 63"/>
                <a:gd name="T65" fmla="*/ 29 h 79"/>
                <a:gd name="T66" fmla="*/ 7 w 63"/>
                <a:gd name="T67" fmla="*/ 26 h 79"/>
                <a:gd name="T68" fmla="*/ 4 w 63"/>
                <a:gd name="T69" fmla="*/ 22 h 79"/>
                <a:gd name="T70" fmla="*/ 2 w 63"/>
                <a:gd name="T71" fmla="*/ 9 h 79"/>
                <a:gd name="T72" fmla="*/ 0 w 63"/>
                <a:gd name="T73" fmla="*/ 4 h 79"/>
                <a:gd name="T74" fmla="*/ 0 w 63"/>
                <a:gd name="T75" fmla="*/ 1 h 79"/>
                <a:gd name="T76" fmla="*/ 4 w 63"/>
                <a:gd name="T77" fmla="*/ 0 h 79"/>
                <a:gd name="T78" fmla="*/ 8 w 63"/>
                <a:gd name="T79" fmla="*/ 0 h 79"/>
                <a:gd name="T80" fmla="*/ 8 w 63"/>
                <a:gd name="T81" fmla="*/ 3 h 79"/>
                <a:gd name="T82" fmla="*/ 11 w 63"/>
                <a:gd name="T83" fmla="*/ 4 h 79"/>
                <a:gd name="T84" fmla="*/ 13 w 63"/>
                <a:gd name="T85" fmla="*/ 6 h 79"/>
                <a:gd name="T86" fmla="*/ 14 w 63"/>
                <a:gd name="T87" fmla="*/ 7 h 79"/>
                <a:gd name="T88" fmla="*/ 14 w 63"/>
                <a:gd name="T89" fmla="*/ 9 h 79"/>
                <a:gd name="T90" fmla="*/ 12 w 63"/>
                <a:gd name="T91" fmla="*/ 11 h 79"/>
                <a:gd name="T92" fmla="*/ 13 w 63"/>
                <a:gd name="T93" fmla="*/ 13 h 79"/>
                <a:gd name="T94" fmla="*/ 15 w 63"/>
                <a:gd name="T95" fmla="*/ 14 h 79"/>
                <a:gd name="T96" fmla="*/ 17 w 63"/>
                <a:gd name="T97" fmla="*/ 11 h 79"/>
                <a:gd name="T98" fmla="*/ 19 w 63"/>
                <a:gd name="T99" fmla="*/ 9 h 79"/>
                <a:gd name="T100" fmla="*/ 21 w 63"/>
                <a:gd name="T101" fmla="*/ 10 h 79"/>
                <a:gd name="T102" fmla="*/ 21 w 63"/>
                <a:gd name="T103" fmla="*/ 13 h 79"/>
                <a:gd name="T104" fmla="*/ 25 w 63"/>
                <a:gd name="T105" fmla="*/ 13 h 79"/>
                <a:gd name="T106" fmla="*/ 26 w 63"/>
                <a:gd name="T107" fmla="*/ 9 h 79"/>
                <a:gd name="T108" fmla="*/ 30 w 63"/>
                <a:gd name="T109" fmla="*/ 7 h 79"/>
                <a:gd name="T110" fmla="*/ 30 w 63"/>
                <a:gd name="T111" fmla="*/ 4 h 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63"/>
                <a:gd name="T169" fmla="*/ 0 h 79"/>
                <a:gd name="T170" fmla="*/ 63 w 63"/>
                <a:gd name="T171" fmla="*/ 79 h 79"/>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63" h="79">
                  <a:moveTo>
                    <a:pt x="30" y="4"/>
                  </a:moveTo>
                  <a:lnTo>
                    <a:pt x="31" y="4"/>
                  </a:lnTo>
                  <a:lnTo>
                    <a:pt x="34" y="5"/>
                  </a:lnTo>
                  <a:lnTo>
                    <a:pt x="42" y="13"/>
                  </a:lnTo>
                  <a:lnTo>
                    <a:pt x="47" y="20"/>
                  </a:lnTo>
                  <a:lnTo>
                    <a:pt x="50" y="25"/>
                  </a:lnTo>
                  <a:lnTo>
                    <a:pt x="51" y="29"/>
                  </a:lnTo>
                  <a:lnTo>
                    <a:pt x="51" y="35"/>
                  </a:lnTo>
                  <a:lnTo>
                    <a:pt x="50" y="41"/>
                  </a:lnTo>
                  <a:lnTo>
                    <a:pt x="50" y="49"/>
                  </a:lnTo>
                  <a:lnTo>
                    <a:pt x="50" y="53"/>
                  </a:lnTo>
                  <a:lnTo>
                    <a:pt x="50" y="56"/>
                  </a:lnTo>
                  <a:lnTo>
                    <a:pt x="52" y="59"/>
                  </a:lnTo>
                  <a:lnTo>
                    <a:pt x="55" y="63"/>
                  </a:lnTo>
                  <a:lnTo>
                    <a:pt x="58" y="66"/>
                  </a:lnTo>
                  <a:lnTo>
                    <a:pt x="63" y="78"/>
                  </a:lnTo>
                  <a:lnTo>
                    <a:pt x="63" y="79"/>
                  </a:lnTo>
                  <a:lnTo>
                    <a:pt x="61" y="78"/>
                  </a:lnTo>
                  <a:lnTo>
                    <a:pt x="54" y="78"/>
                  </a:lnTo>
                  <a:lnTo>
                    <a:pt x="52" y="79"/>
                  </a:lnTo>
                  <a:lnTo>
                    <a:pt x="50" y="78"/>
                  </a:lnTo>
                  <a:lnTo>
                    <a:pt x="47" y="75"/>
                  </a:lnTo>
                  <a:lnTo>
                    <a:pt x="40" y="71"/>
                  </a:lnTo>
                  <a:lnTo>
                    <a:pt x="36" y="69"/>
                  </a:lnTo>
                  <a:lnTo>
                    <a:pt x="27" y="64"/>
                  </a:lnTo>
                  <a:lnTo>
                    <a:pt x="21" y="58"/>
                  </a:lnTo>
                  <a:lnTo>
                    <a:pt x="19" y="57"/>
                  </a:lnTo>
                  <a:lnTo>
                    <a:pt x="18" y="50"/>
                  </a:lnTo>
                  <a:lnTo>
                    <a:pt x="15" y="45"/>
                  </a:lnTo>
                  <a:lnTo>
                    <a:pt x="8" y="39"/>
                  </a:lnTo>
                  <a:lnTo>
                    <a:pt x="7" y="35"/>
                  </a:lnTo>
                  <a:lnTo>
                    <a:pt x="7" y="31"/>
                  </a:lnTo>
                  <a:lnTo>
                    <a:pt x="8" y="29"/>
                  </a:lnTo>
                  <a:lnTo>
                    <a:pt x="7" y="26"/>
                  </a:lnTo>
                  <a:lnTo>
                    <a:pt x="4" y="22"/>
                  </a:lnTo>
                  <a:lnTo>
                    <a:pt x="2" y="9"/>
                  </a:lnTo>
                  <a:lnTo>
                    <a:pt x="0" y="4"/>
                  </a:lnTo>
                  <a:lnTo>
                    <a:pt x="0" y="1"/>
                  </a:lnTo>
                  <a:lnTo>
                    <a:pt x="4" y="0"/>
                  </a:lnTo>
                  <a:lnTo>
                    <a:pt x="8" y="0"/>
                  </a:lnTo>
                  <a:lnTo>
                    <a:pt x="8" y="3"/>
                  </a:lnTo>
                  <a:lnTo>
                    <a:pt x="11" y="4"/>
                  </a:lnTo>
                  <a:lnTo>
                    <a:pt x="13" y="6"/>
                  </a:lnTo>
                  <a:lnTo>
                    <a:pt x="14" y="7"/>
                  </a:lnTo>
                  <a:lnTo>
                    <a:pt x="14" y="9"/>
                  </a:lnTo>
                  <a:lnTo>
                    <a:pt x="12" y="11"/>
                  </a:lnTo>
                  <a:lnTo>
                    <a:pt x="13" y="13"/>
                  </a:lnTo>
                  <a:lnTo>
                    <a:pt x="15" y="14"/>
                  </a:lnTo>
                  <a:lnTo>
                    <a:pt x="17" y="11"/>
                  </a:lnTo>
                  <a:lnTo>
                    <a:pt x="19" y="9"/>
                  </a:lnTo>
                  <a:lnTo>
                    <a:pt x="21" y="10"/>
                  </a:lnTo>
                  <a:lnTo>
                    <a:pt x="21" y="13"/>
                  </a:lnTo>
                  <a:lnTo>
                    <a:pt x="25" y="13"/>
                  </a:lnTo>
                  <a:lnTo>
                    <a:pt x="26" y="9"/>
                  </a:lnTo>
                  <a:lnTo>
                    <a:pt x="30" y="7"/>
                  </a:lnTo>
                  <a:lnTo>
                    <a:pt x="30" y="4"/>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4" name="Freeform 63">
              <a:extLst>
                <a:ext uri="{FF2B5EF4-FFF2-40B4-BE49-F238E27FC236}">
                  <a16:creationId xmlns:a16="http://schemas.microsoft.com/office/drawing/2014/main" id="{5DBAAB4A-2393-450F-F986-B571F43777BB}"/>
                </a:ext>
              </a:extLst>
            </p:cNvPr>
            <p:cNvSpPr>
              <a:spLocks/>
            </p:cNvSpPr>
            <p:nvPr/>
          </p:nvSpPr>
          <p:spPr bwMode="gray">
            <a:xfrm>
              <a:off x="5077374" y="4696002"/>
              <a:ext cx="255610" cy="166404"/>
            </a:xfrm>
            <a:custGeom>
              <a:avLst/>
              <a:gdLst>
                <a:gd name="T0" fmla="*/ 1 w 149"/>
                <a:gd name="T1" fmla="*/ 80 h 97"/>
                <a:gd name="T2" fmla="*/ 7 w 149"/>
                <a:gd name="T3" fmla="*/ 84 h 97"/>
                <a:gd name="T4" fmla="*/ 15 w 149"/>
                <a:gd name="T5" fmla="*/ 86 h 97"/>
                <a:gd name="T6" fmla="*/ 23 w 149"/>
                <a:gd name="T7" fmla="*/ 89 h 97"/>
                <a:gd name="T8" fmla="*/ 22 w 149"/>
                <a:gd name="T9" fmla="*/ 85 h 97"/>
                <a:gd name="T10" fmla="*/ 26 w 149"/>
                <a:gd name="T11" fmla="*/ 77 h 97"/>
                <a:gd name="T12" fmla="*/ 33 w 149"/>
                <a:gd name="T13" fmla="*/ 66 h 97"/>
                <a:gd name="T14" fmla="*/ 51 w 149"/>
                <a:gd name="T15" fmla="*/ 61 h 97"/>
                <a:gd name="T16" fmla="*/ 58 w 149"/>
                <a:gd name="T17" fmla="*/ 52 h 97"/>
                <a:gd name="T18" fmla="*/ 68 w 149"/>
                <a:gd name="T19" fmla="*/ 42 h 97"/>
                <a:gd name="T20" fmla="*/ 71 w 149"/>
                <a:gd name="T21" fmla="*/ 39 h 97"/>
                <a:gd name="T22" fmla="*/ 72 w 149"/>
                <a:gd name="T23" fmla="*/ 39 h 97"/>
                <a:gd name="T24" fmla="*/ 74 w 149"/>
                <a:gd name="T25" fmla="*/ 42 h 97"/>
                <a:gd name="T26" fmla="*/ 77 w 149"/>
                <a:gd name="T27" fmla="*/ 46 h 97"/>
                <a:gd name="T28" fmla="*/ 89 w 149"/>
                <a:gd name="T29" fmla="*/ 41 h 97"/>
                <a:gd name="T30" fmla="*/ 87 w 149"/>
                <a:gd name="T31" fmla="*/ 39 h 97"/>
                <a:gd name="T32" fmla="*/ 88 w 149"/>
                <a:gd name="T33" fmla="*/ 36 h 97"/>
                <a:gd name="T34" fmla="*/ 86 w 149"/>
                <a:gd name="T35" fmla="*/ 32 h 97"/>
                <a:gd name="T36" fmla="*/ 88 w 149"/>
                <a:gd name="T37" fmla="*/ 33 h 97"/>
                <a:gd name="T38" fmla="*/ 92 w 149"/>
                <a:gd name="T39" fmla="*/ 32 h 97"/>
                <a:gd name="T40" fmla="*/ 92 w 149"/>
                <a:gd name="T41" fmla="*/ 28 h 97"/>
                <a:gd name="T42" fmla="*/ 90 w 149"/>
                <a:gd name="T43" fmla="*/ 23 h 97"/>
                <a:gd name="T44" fmla="*/ 97 w 149"/>
                <a:gd name="T45" fmla="*/ 23 h 97"/>
                <a:gd name="T46" fmla="*/ 101 w 149"/>
                <a:gd name="T47" fmla="*/ 16 h 97"/>
                <a:gd name="T48" fmla="*/ 107 w 149"/>
                <a:gd name="T49" fmla="*/ 9 h 97"/>
                <a:gd name="T50" fmla="*/ 111 w 149"/>
                <a:gd name="T51" fmla="*/ 0 h 97"/>
                <a:gd name="T52" fmla="*/ 116 w 149"/>
                <a:gd name="T53" fmla="*/ 4 h 97"/>
                <a:gd name="T54" fmla="*/ 120 w 149"/>
                <a:gd name="T55" fmla="*/ 5 h 97"/>
                <a:gd name="T56" fmla="*/ 125 w 149"/>
                <a:gd name="T57" fmla="*/ 8 h 97"/>
                <a:gd name="T58" fmla="*/ 124 w 149"/>
                <a:gd name="T59" fmla="*/ 13 h 97"/>
                <a:gd name="T60" fmla="*/ 123 w 149"/>
                <a:gd name="T61" fmla="*/ 18 h 97"/>
                <a:gd name="T62" fmla="*/ 131 w 149"/>
                <a:gd name="T63" fmla="*/ 16 h 97"/>
                <a:gd name="T64" fmla="*/ 129 w 149"/>
                <a:gd name="T65" fmla="*/ 21 h 97"/>
                <a:gd name="T66" fmla="*/ 137 w 149"/>
                <a:gd name="T67" fmla="*/ 20 h 97"/>
                <a:gd name="T68" fmla="*/ 146 w 149"/>
                <a:gd name="T69" fmla="*/ 25 h 97"/>
                <a:gd name="T70" fmla="*/ 149 w 149"/>
                <a:gd name="T71" fmla="*/ 28 h 97"/>
                <a:gd name="T72" fmla="*/ 147 w 149"/>
                <a:gd name="T73" fmla="*/ 31 h 97"/>
                <a:gd name="T74" fmla="*/ 139 w 149"/>
                <a:gd name="T75" fmla="*/ 32 h 97"/>
                <a:gd name="T76" fmla="*/ 132 w 149"/>
                <a:gd name="T77" fmla="*/ 33 h 97"/>
                <a:gd name="T78" fmla="*/ 139 w 149"/>
                <a:gd name="T79" fmla="*/ 40 h 97"/>
                <a:gd name="T80" fmla="*/ 135 w 149"/>
                <a:gd name="T81" fmla="*/ 44 h 97"/>
                <a:gd name="T82" fmla="*/ 126 w 149"/>
                <a:gd name="T83" fmla="*/ 45 h 97"/>
                <a:gd name="T84" fmla="*/ 125 w 149"/>
                <a:gd name="T85" fmla="*/ 46 h 97"/>
                <a:gd name="T86" fmla="*/ 116 w 149"/>
                <a:gd name="T87" fmla="*/ 43 h 97"/>
                <a:gd name="T88" fmla="*/ 107 w 149"/>
                <a:gd name="T89" fmla="*/ 43 h 97"/>
                <a:gd name="T90" fmla="*/ 99 w 149"/>
                <a:gd name="T91" fmla="*/ 42 h 97"/>
                <a:gd name="T92" fmla="*/ 94 w 149"/>
                <a:gd name="T93" fmla="*/ 48 h 97"/>
                <a:gd name="T94" fmla="*/ 94 w 149"/>
                <a:gd name="T95" fmla="*/ 59 h 97"/>
                <a:gd name="T96" fmla="*/ 88 w 149"/>
                <a:gd name="T97" fmla="*/ 63 h 97"/>
                <a:gd name="T98" fmla="*/ 87 w 149"/>
                <a:gd name="T99" fmla="*/ 71 h 97"/>
                <a:gd name="T100" fmla="*/ 78 w 149"/>
                <a:gd name="T101" fmla="*/ 85 h 97"/>
                <a:gd name="T102" fmla="*/ 69 w 149"/>
                <a:gd name="T103" fmla="*/ 88 h 97"/>
                <a:gd name="T104" fmla="*/ 63 w 149"/>
                <a:gd name="T105" fmla="*/ 91 h 97"/>
                <a:gd name="T106" fmla="*/ 56 w 149"/>
                <a:gd name="T107" fmla="*/ 88 h 97"/>
                <a:gd name="T108" fmla="*/ 49 w 149"/>
                <a:gd name="T109" fmla="*/ 85 h 97"/>
                <a:gd name="T110" fmla="*/ 42 w 149"/>
                <a:gd name="T111" fmla="*/ 89 h 97"/>
                <a:gd name="T112" fmla="*/ 35 w 149"/>
                <a:gd name="T113" fmla="*/ 95 h 97"/>
                <a:gd name="T114" fmla="*/ 29 w 149"/>
                <a:gd name="T115" fmla="*/ 95 h 97"/>
                <a:gd name="T116" fmla="*/ 23 w 149"/>
                <a:gd name="T117" fmla="*/ 94 h 97"/>
                <a:gd name="T118" fmla="*/ 14 w 149"/>
                <a:gd name="T119" fmla="*/ 95 h 97"/>
                <a:gd name="T120" fmla="*/ 4 w 149"/>
                <a:gd name="T121" fmla="*/ 87 h 97"/>
                <a:gd name="T122" fmla="*/ 0 w 149"/>
                <a:gd name="T123" fmla="*/ 80 h 9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49"/>
                <a:gd name="T187" fmla="*/ 0 h 97"/>
                <a:gd name="T188" fmla="*/ 149 w 149"/>
                <a:gd name="T189" fmla="*/ 97 h 9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49" h="97">
                  <a:moveTo>
                    <a:pt x="0" y="80"/>
                  </a:moveTo>
                  <a:lnTo>
                    <a:pt x="1" y="80"/>
                  </a:lnTo>
                  <a:lnTo>
                    <a:pt x="4" y="83"/>
                  </a:lnTo>
                  <a:lnTo>
                    <a:pt x="7" y="84"/>
                  </a:lnTo>
                  <a:lnTo>
                    <a:pt x="13" y="85"/>
                  </a:lnTo>
                  <a:lnTo>
                    <a:pt x="15" y="86"/>
                  </a:lnTo>
                  <a:lnTo>
                    <a:pt x="21" y="89"/>
                  </a:lnTo>
                  <a:lnTo>
                    <a:pt x="23" y="89"/>
                  </a:lnTo>
                  <a:lnTo>
                    <a:pt x="26" y="88"/>
                  </a:lnTo>
                  <a:lnTo>
                    <a:pt x="22" y="85"/>
                  </a:lnTo>
                  <a:lnTo>
                    <a:pt x="23" y="81"/>
                  </a:lnTo>
                  <a:lnTo>
                    <a:pt x="26" y="77"/>
                  </a:lnTo>
                  <a:lnTo>
                    <a:pt x="29" y="68"/>
                  </a:lnTo>
                  <a:lnTo>
                    <a:pt x="33" y="66"/>
                  </a:lnTo>
                  <a:lnTo>
                    <a:pt x="44" y="64"/>
                  </a:lnTo>
                  <a:lnTo>
                    <a:pt x="51" y="61"/>
                  </a:lnTo>
                  <a:lnTo>
                    <a:pt x="54" y="59"/>
                  </a:lnTo>
                  <a:lnTo>
                    <a:pt x="58" y="52"/>
                  </a:lnTo>
                  <a:lnTo>
                    <a:pt x="61" y="49"/>
                  </a:lnTo>
                  <a:lnTo>
                    <a:pt x="68" y="42"/>
                  </a:lnTo>
                  <a:lnTo>
                    <a:pt x="69" y="40"/>
                  </a:lnTo>
                  <a:lnTo>
                    <a:pt x="71" y="39"/>
                  </a:lnTo>
                  <a:lnTo>
                    <a:pt x="72" y="39"/>
                  </a:lnTo>
                  <a:lnTo>
                    <a:pt x="73" y="42"/>
                  </a:lnTo>
                  <a:lnTo>
                    <a:pt x="74" y="42"/>
                  </a:lnTo>
                  <a:lnTo>
                    <a:pt x="75" y="44"/>
                  </a:lnTo>
                  <a:lnTo>
                    <a:pt x="77" y="46"/>
                  </a:lnTo>
                  <a:lnTo>
                    <a:pt x="80" y="44"/>
                  </a:lnTo>
                  <a:lnTo>
                    <a:pt x="89" y="41"/>
                  </a:lnTo>
                  <a:lnTo>
                    <a:pt x="89" y="40"/>
                  </a:lnTo>
                  <a:lnTo>
                    <a:pt x="87" y="39"/>
                  </a:lnTo>
                  <a:lnTo>
                    <a:pt x="87" y="37"/>
                  </a:lnTo>
                  <a:lnTo>
                    <a:pt x="88" y="36"/>
                  </a:lnTo>
                  <a:lnTo>
                    <a:pt x="86" y="33"/>
                  </a:lnTo>
                  <a:lnTo>
                    <a:pt x="86" y="32"/>
                  </a:lnTo>
                  <a:lnTo>
                    <a:pt x="87" y="32"/>
                  </a:lnTo>
                  <a:lnTo>
                    <a:pt x="88" y="33"/>
                  </a:lnTo>
                  <a:lnTo>
                    <a:pt x="89" y="33"/>
                  </a:lnTo>
                  <a:lnTo>
                    <a:pt x="92" y="32"/>
                  </a:lnTo>
                  <a:lnTo>
                    <a:pt x="93" y="30"/>
                  </a:lnTo>
                  <a:lnTo>
                    <a:pt x="92" y="28"/>
                  </a:lnTo>
                  <a:lnTo>
                    <a:pt x="89" y="26"/>
                  </a:lnTo>
                  <a:lnTo>
                    <a:pt x="90" y="23"/>
                  </a:lnTo>
                  <a:lnTo>
                    <a:pt x="94" y="22"/>
                  </a:lnTo>
                  <a:lnTo>
                    <a:pt x="97" y="23"/>
                  </a:lnTo>
                  <a:lnTo>
                    <a:pt x="98" y="18"/>
                  </a:lnTo>
                  <a:lnTo>
                    <a:pt x="101" y="16"/>
                  </a:lnTo>
                  <a:lnTo>
                    <a:pt x="103" y="13"/>
                  </a:lnTo>
                  <a:lnTo>
                    <a:pt x="107" y="9"/>
                  </a:lnTo>
                  <a:lnTo>
                    <a:pt x="110" y="2"/>
                  </a:lnTo>
                  <a:lnTo>
                    <a:pt x="111" y="0"/>
                  </a:lnTo>
                  <a:lnTo>
                    <a:pt x="113" y="3"/>
                  </a:lnTo>
                  <a:lnTo>
                    <a:pt x="116" y="4"/>
                  </a:lnTo>
                  <a:lnTo>
                    <a:pt x="118" y="1"/>
                  </a:lnTo>
                  <a:lnTo>
                    <a:pt x="120" y="5"/>
                  </a:lnTo>
                  <a:lnTo>
                    <a:pt x="122" y="7"/>
                  </a:lnTo>
                  <a:lnTo>
                    <a:pt x="125" y="8"/>
                  </a:lnTo>
                  <a:lnTo>
                    <a:pt x="126" y="11"/>
                  </a:lnTo>
                  <a:lnTo>
                    <a:pt x="124" y="13"/>
                  </a:lnTo>
                  <a:lnTo>
                    <a:pt x="123" y="17"/>
                  </a:lnTo>
                  <a:lnTo>
                    <a:pt x="123" y="18"/>
                  </a:lnTo>
                  <a:lnTo>
                    <a:pt x="128" y="17"/>
                  </a:lnTo>
                  <a:lnTo>
                    <a:pt x="131" y="16"/>
                  </a:lnTo>
                  <a:lnTo>
                    <a:pt x="132" y="18"/>
                  </a:lnTo>
                  <a:lnTo>
                    <a:pt x="129" y="21"/>
                  </a:lnTo>
                  <a:lnTo>
                    <a:pt x="135" y="20"/>
                  </a:lnTo>
                  <a:lnTo>
                    <a:pt x="137" y="20"/>
                  </a:lnTo>
                  <a:lnTo>
                    <a:pt x="139" y="20"/>
                  </a:lnTo>
                  <a:lnTo>
                    <a:pt x="146" y="25"/>
                  </a:lnTo>
                  <a:lnTo>
                    <a:pt x="149" y="26"/>
                  </a:lnTo>
                  <a:lnTo>
                    <a:pt x="149" y="28"/>
                  </a:lnTo>
                  <a:lnTo>
                    <a:pt x="148" y="29"/>
                  </a:lnTo>
                  <a:lnTo>
                    <a:pt x="147" y="31"/>
                  </a:lnTo>
                  <a:lnTo>
                    <a:pt x="144" y="32"/>
                  </a:lnTo>
                  <a:lnTo>
                    <a:pt x="139" y="32"/>
                  </a:lnTo>
                  <a:lnTo>
                    <a:pt x="135" y="31"/>
                  </a:lnTo>
                  <a:lnTo>
                    <a:pt x="132" y="33"/>
                  </a:lnTo>
                  <a:lnTo>
                    <a:pt x="133" y="35"/>
                  </a:lnTo>
                  <a:lnTo>
                    <a:pt x="139" y="40"/>
                  </a:lnTo>
                  <a:lnTo>
                    <a:pt x="138" y="42"/>
                  </a:lnTo>
                  <a:lnTo>
                    <a:pt x="135" y="44"/>
                  </a:lnTo>
                  <a:lnTo>
                    <a:pt x="130" y="44"/>
                  </a:lnTo>
                  <a:lnTo>
                    <a:pt x="126" y="45"/>
                  </a:lnTo>
                  <a:lnTo>
                    <a:pt x="126" y="46"/>
                  </a:lnTo>
                  <a:lnTo>
                    <a:pt x="125" y="46"/>
                  </a:lnTo>
                  <a:lnTo>
                    <a:pt x="120" y="43"/>
                  </a:lnTo>
                  <a:lnTo>
                    <a:pt x="116" y="43"/>
                  </a:lnTo>
                  <a:lnTo>
                    <a:pt x="112" y="43"/>
                  </a:lnTo>
                  <a:lnTo>
                    <a:pt x="107" y="43"/>
                  </a:lnTo>
                  <a:lnTo>
                    <a:pt x="102" y="42"/>
                  </a:lnTo>
                  <a:lnTo>
                    <a:pt x="99" y="42"/>
                  </a:lnTo>
                  <a:lnTo>
                    <a:pt x="97" y="43"/>
                  </a:lnTo>
                  <a:lnTo>
                    <a:pt x="94" y="48"/>
                  </a:lnTo>
                  <a:lnTo>
                    <a:pt x="94" y="52"/>
                  </a:lnTo>
                  <a:lnTo>
                    <a:pt x="94" y="59"/>
                  </a:lnTo>
                  <a:lnTo>
                    <a:pt x="93" y="62"/>
                  </a:lnTo>
                  <a:lnTo>
                    <a:pt x="88" y="63"/>
                  </a:lnTo>
                  <a:lnTo>
                    <a:pt x="87" y="65"/>
                  </a:lnTo>
                  <a:lnTo>
                    <a:pt x="87" y="71"/>
                  </a:lnTo>
                  <a:lnTo>
                    <a:pt x="81" y="83"/>
                  </a:lnTo>
                  <a:lnTo>
                    <a:pt x="78" y="85"/>
                  </a:lnTo>
                  <a:lnTo>
                    <a:pt x="72" y="87"/>
                  </a:lnTo>
                  <a:lnTo>
                    <a:pt x="69" y="88"/>
                  </a:lnTo>
                  <a:lnTo>
                    <a:pt x="65" y="91"/>
                  </a:lnTo>
                  <a:lnTo>
                    <a:pt x="63" y="91"/>
                  </a:lnTo>
                  <a:lnTo>
                    <a:pt x="59" y="90"/>
                  </a:lnTo>
                  <a:lnTo>
                    <a:pt x="56" y="88"/>
                  </a:lnTo>
                  <a:lnTo>
                    <a:pt x="52" y="86"/>
                  </a:lnTo>
                  <a:lnTo>
                    <a:pt x="49" y="85"/>
                  </a:lnTo>
                  <a:lnTo>
                    <a:pt x="45" y="86"/>
                  </a:lnTo>
                  <a:lnTo>
                    <a:pt x="42" y="89"/>
                  </a:lnTo>
                  <a:lnTo>
                    <a:pt x="39" y="93"/>
                  </a:lnTo>
                  <a:lnTo>
                    <a:pt x="35" y="95"/>
                  </a:lnTo>
                  <a:lnTo>
                    <a:pt x="32" y="96"/>
                  </a:lnTo>
                  <a:lnTo>
                    <a:pt x="29" y="95"/>
                  </a:lnTo>
                  <a:lnTo>
                    <a:pt x="25" y="94"/>
                  </a:lnTo>
                  <a:lnTo>
                    <a:pt x="23" y="94"/>
                  </a:lnTo>
                  <a:lnTo>
                    <a:pt x="16" y="97"/>
                  </a:lnTo>
                  <a:lnTo>
                    <a:pt x="14" y="95"/>
                  </a:lnTo>
                  <a:lnTo>
                    <a:pt x="12" y="94"/>
                  </a:lnTo>
                  <a:lnTo>
                    <a:pt x="4" y="87"/>
                  </a:lnTo>
                  <a:lnTo>
                    <a:pt x="2" y="85"/>
                  </a:lnTo>
                  <a:lnTo>
                    <a:pt x="0" y="8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5" name="Freeform 64">
              <a:extLst>
                <a:ext uri="{FF2B5EF4-FFF2-40B4-BE49-F238E27FC236}">
                  <a16:creationId xmlns:a16="http://schemas.microsoft.com/office/drawing/2014/main" id="{FD1A45C7-978D-6CC9-FFB1-B6C66B713DFA}"/>
                </a:ext>
              </a:extLst>
            </p:cNvPr>
            <p:cNvSpPr>
              <a:spLocks/>
            </p:cNvSpPr>
            <p:nvPr/>
          </p:nvSpPr>
          <p:spPr bwMode="gray">
            <a:xfrm>
              <a:off x="5200890" y="4747467"/>
              <a:ext cx="29164" cy="27448"/>
            </a:xfrm>
            <a:custGeom>
              <a:avLst/>
              <a:gdLst>
                <a:gd name="T0" fmla="*/ 0 w 17"/>
                <a:gd name="T1" fmla="*/ 9 h 16"/>
                <a:gd name="T2" fmla="*/ 1 w 17"/>
                <a:gd name="T3" fmla="*/ 8 h 16"/>
                <a:gd name="T4" fmla="*/ 5 w 17"/>
                <a:gd name="T5" fmla="*/ 7 h 16"/>
                <a:gd name="T6" fmla="*/ 10 w 17"/>
                <a:gd name="T7" fmla="*/ 1 h 16"/>
                <a:gd name="T8" fmla="*/ 12 w 17"/>
                <a:gd name="T9" fmla="*/ 0 h 16"/>
                <a:gd name="T10" fmla="*/ 11 w 17"/>
                <a:gd name="T11" fmla="*/ 2 h 16"/>
                <a:gd name="T12" fmla="*/ 12 w 17"/>
                <a:gd name="T13" fmla="*/ 3 h 16"/>
                <a:gd name="T14" fmla="*/ 14 w 17"/>
                <a:gd name="T15" fmla="*/ 2 h 16"/>
                <a:gd name="T16" fmla="*/ 14 w 17"/>
                <a:gd name="T17" fmla="*/ 3 h 16"/>
                <a:gd name="T18" fmla="*/ 16 w 17"/>
                <a:gd name="T19" fmla="*/ 6 h 16"/>
                <a:gd name="T20" fmla="*/ 15 w 17"/>
                <a:gd name="T21" fmla="*/ 7 h 16"/>
                <a:gd name="T22" fmla="*/ 15 w 17"/>
                <a:gd name="T23" fmla="*/ 9 h 16"/>
                <a:gd name="T24" fmla="*/ 17 w 17"/>
                <a:gd name="T25" fmla="*/ 10 h 16"/>
                <a:gd name="T26" fmla="*/ 17 w 17"/>
                <a:gd name="T27" fmla="*/ 11 h 16"/>
                <a:gd name="T28" fmla="*/ 8 w 17"/>
                <a:gd name="T29" fmla="*/ 14 h 16"/>
                <a:gd name="T30" fmla="*/ 5 w 17"/>
                <a:gd name="T31" fmla="*/ 16 h 16"/>
                <a:gd name="T32" fmla="*/ 3 w 17"/>
                <a:gd name="T33" fmla="*/ 14 h 16"/>
                <a:gd name="T34" fmla="*/ 2 w 17"/>
                <a:gd name="T35" fmla="*/ 12 h 16"/>
                <a:gd name="T36" fmla="*/ 1 w 17"/>
                <a:gd name="T37" fmla="*/ 12 h 16"/>
                <a:gd name="T38" fmla="*/ 0 w 17"/>
                <a:gd name="T39" fmla="*/ 9 h 16"/>
                <a:gd name="T40" fmla="*/ 0 w 17"/>
                <a:gd name="T41" fmla="*/ 9 h 1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7"/>
                <a:gd name="T64" fmla="*/ 0 h 16"/>
                <a:gd name="T65" fmla="*/ 17 w 17"/>
                <a:gd name="T66" fmla="*/ 16 h 1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7" h="16">
                  <a:moveTo>
                    <a:pt x="0" y="9"/>
                  </a:moveTo>
                  <a:lnTo>
                    <a:pt x="1" y="8"/>
                  </a:lnTo>
                  <a:lnTo>
                    <a:pt x="5" y="7"/>
                  </a:lnTo>
                  <a:lnTo>
                    <a:pt x="10" y="1"/>
                  </a:lnTo>
                  <a:lnTo>
                    <a:pt x="12" y="0"/>
                  </a:lnTo>
                  <a:lnTo>
                    <a:pt x="11" y="2"/>
                  </a:lnTo>
                  <a:lnTo>
                    <a:pt x="12" y="3"/>
                  </a:lnTo>
                  <a:lnTo>
                    <a:pt x="14" y="2"/>
                  </a:lnTo>
                  <a:lnTo>
                    <a:pt x="14" y="3"/>
                  </a:lnTo>
                  <a:lnTo>
                    <a:pt x="16" y="6"/>
                  </a:lnTo>
                  <a:lnTo>
                    <a:pt x="15" y="7"/>
                  </a:lnTo>
                  <a:lnTo>
                    <a:pt x="15" y="9"/>
                  </a:lnTo>
                  <a:lnTo>
                    <a:pt x="17" y="10"/>
                  </a:lnTo>
                  <a:lnTo>
                    <a:pt x="17" y="11"/>
                  </a:lnTo>
                  <a:lnTo>
                    <a:pt x="8" y="14"/>
                  </a:lnTo>
                  <a:lnTo>
                    <a:pt x="5" y="16"/>
                  </a:lnTo>
                  <a:lnTo>
                    <a:pt x="3" y="14"/>
                  </a:lnTo>
                  <a:lnTo>
                    <a:pt x="2" y="12"/>
                  </a:lnTo>
                  <a:lnTo>
                    <a:pt x="1" y="12"/>
                  </a:lnTo>
                  <a:lnTo>
                    <a:pt x="0" y="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6" name="Freeform 65">
              <a:extLst>
                <a:ext uri="{FF2B5EF4-FFF2-40B4-BE49-F238E27FC236}">
                  <a16:creationId xmlns:a16="http://schemas.microsoft.com/office/drawing/2014/main" id="{6FED9F8E-F36A-583A-57C9-D05B4F6DB58B}"/>
                </a:ext>
              </a:extLst>
            </p:cNvPr>
            <p:cNvSpPr>
              <a:spLocks/>
            </p:cNvSpPr>
            <p:nvPr/>
          </p:nvSpPr>
          <p:spPr bwMode="gray">
            <a:xfrm>
              <a:off x="5200890" y="4747467"/>
              <a:ext cx="29164" cy="27448"/>
            </a:xfrm>
            <a:custGeom>
              <a:avLst/>
              <a:gdLst>
                <a:gd name="T0" fmla="*/ 0 w 17"/>
                <a:gd name="T1" fmla="*/ 9 h 16"/>
                <a:gd name="T2" fmla="*/ 1 w 17"/>
                <a:gd name="T3" fmla="*/ 8 h 16"/>
                <a:gd name="T4" fmla="*/ 5 w 17"/>
                <a:gd name="T5" fmla="*/ 7 h 16"/>
                <a:gd name="T6" fmla="*/ 10 w 17"/>
                <a:gd name="T7" fmla="*/ 1 h 16"/>
                <a:gd name="T8" fmla="*/ 12 w 17"/>
                <a:gd name="T9" fmla="*/ 0 h 16"/>
                <a:gd name="T10" fmla="*/ 11 w 17"/>
                <a:gd name="T11" fmla="*/ 2 h 16"/>
                <a:gd name="T12" fmla="*/ 12 w 17"/>
                <a:gd name="T13" fmla="*/ 3 h 16"/>
                <a:gd name="T14" fmla="*/ 14 w 17"/>
                <a:gd name="T15" fmla="*/ 2 h 16"/>
                <a:gd name="T16" fmla="*/ 14 w 17"/>
                <a:gd name="T17" fmla="*/ 3 h 16"/>
                <a:gd name="T18" fmla="*/ 16 w 17"/>
                <a:gd name="T19" fmla="*/ 6 h 16"/>
                <a:gd name="T20" fmla="*/ 15 w 17"/>
                <a:gd name="T21" fmla="*/ 7 h 16"/>
                <a:gd name="T22" fmla="*/ 15 w 17"/>
                <a:gd name="T23" fmla="*/ 9 h 16"/>
                <a:gd name="T24" fmla="*/ 17 w 17"/>
                <a:gd name="T25" fmla="*/ 10 h 16"/>
                <a:gd name="T26" fmla="*/ 17 w 17"/>
                <a:gd name="T27" fmla="*/ 11 h 16"/>
                <a:gd name="T28" fmla="*/ 8 w 17"/>
                <a:gd name="T29" fmla="*/ 14 h 16"/>
                <a:gd name="T30" fmla="*/ 5 w 17"/>
                <a:gd name="T31" fmla="*/ 16 h 16"/>
                <a:gd name="T32" fmla="*/ 3 w 17"/>
                <a:gd name="T33" fmla="*/ 14 h 16"/>
                <a:gd name="T34" fmla="*/ 2 w 17"/>
                <a:gd name="T35" fmla="*/ 12 h 16"/>
                <a:gd name="T36" fmla="*/ 1 w 17"/>
                <a:gd name="T37" fmla="*/ 12 h 16"/>
                <a:gd name="T38" fmla="*/ 0 w 17"/>
                <a:gd name="T39" fmla="*/ 9 h 16"/>
                <a:gd name="T40" fmla="*/ 0 w 17"/>
                <a:gd name="T41" fmla="*/ 9 h 1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7"/>
                <a:gd name="T64" fmla="*/ 0 h 16"/>
                <a:gd name="T65" fmla="*/ 17 w 17"/>
                <a:gd name="T66" fmla="*/ 16 h 1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7" h="16">
                  <a:moveTo>
                    <a:pt x="0" y="9"/>
                  </a:moveTo>
                  <a:lnTo>
                    <a:pt x="1" y="8"/>
                  </a:lnTo>
                  <a:lnTo>
                    <a:pt x="5" y="7"/>
                  </a:lnTo>
                  <a:lnTo>
                    <a:pt x="10" y="1"/>
                  </a:lnTo>
                  <a:lnTo>
                    <a:pt x="12" y="0"/>
                  </a:lnTo>
                  <a:lnTo>
                    <a:pt x="11" y="2"/>
                  </a:lnTo>
                  <a:lnTo>
                    <a:pt x="12" y="3"/>
                  </a:lnTo>
                  <a:lnTo>
                    <a:pt x="14" y="2"/>
                  </a:lnTo>
                  <a:lnTo>
                    <a:pt x="14" y="3"/>
                  </a:lnTo>
                  <a:lnTo>
                    <a:pt x="16" y="6"/>
                  </a:lnTo>
                  <a:lnTo>
                    <a:pt x="15" y="7"/>
                  </a:lnTo>
                  <a:lnTo>
                    <a:pt x="15" y="9"/>
                  </a:lnTo>
                  <a:lnTo>
                    <a:pt x="17" y="10"/>
                  </a:lnTo>
                  <a:lnTo>
                    <a:pt x="17" y="11"/>
                  </a:lnTo>
                  <a:lnTo>
                    <a:pt x="8" y="14"/>
                  </a:lnTo>
                  <a:lnTo>
                    <a:pt x="5" y="16"/>
                  </a:lnTo>
                  <a:lnTo>
                    <a:pt x="3" y="14"/>
                  </a:lnTo>
                  <a:lnTo>
                    <a:pt x="2" y="12"/>
                  </a:lnTo>
                  <a:lnTo>
                    <a:pt x="1" y="12"/>
                  </a:lnTo>
                  <a:lnTo>
                    <a:pt x="0" y="9"/>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7" name="Freeform 66">
              <a:extLst>
                <a:ext uri="{FF2B5EF4-FFF2-40B4-BE49-F238E27FC236}">
                  <a16:creationId xmlns:a16="http://schemas.microsoft.com/office/drawing/2014/main" id="{D3A2E7BD-6230-AECD-76B2-79A1837137EE}"/>
                </a:ext>
              </a:extLst>
            </p:cNvPr>
            <p:cNvSpPr>
              <a:spLocks noEditPoints="1"/>
            </p:cNvSpPr>
            <p:nvPr/>
          </p:nvSpPr>
          <p:spPr bwMode="gray">
            <a:xfrm>
              <a:off x="5283235" y="4375202"/>
              <a:ext cx="247032" cy="358541"/>
            </a:xfrm>
            <a:custGeom>
              <a:avLst/>
              <a:gdLst>
                <a:gd name="T0" fmla="*/ 41 w 144"/>
                <a:gd name="T1" fmla="*/ 48 h 209"/>
                <a:gd name="T2" fmla="*/ 49 w 144"/>
                <a:gd name="T3" fmla="*/ 39 h 209"/>
                <a:gd name="T4" fmla="*/ 49 w 144"/>
                <a:gd name="T5" fmla="*/ 20 h 209"/>
                <a:gd name="T6" fmla="*/ 57 w 144"/>
                <a:gd name="T7" fmla="*/ 0 h 209"/>
                <a:gd name="T8" fmla="*/ 76 w 144"/>
                <a:gd name="T9" fmla="*/ 2 h 209"/>
                <a:gd name="T10" fmla="*/ 76 w 144"/>
                <a:gd name="T11" fmla="*/ 19 h 209"/>
                <a:gd name="T12" fmla="*/ 71 w 144"/>
                <a:gd name="T13" fmla="*/ 41 h 209"/>
                <a:gd name="T14" fmla="*/ 63 w 144"/>
                <a:gd name="T15" fmla="*/ 54 h 209"/>
                <a:gd name="T16" fmla="*/ 72 w 144"/>
                <a:gd name="T17" fmla="*/ 73 h 209"/>
                <a:gd name="T18" fmla="*/ 83 w 144"/>
                <a:gd name="T19" fmla="*/ 69 h 209"/>
                <a:gd name="T20" fmla="*/ 93 w 144"/>
                <a:gd name="T21" fmla="*/ 80 h 209"/>
                <a:gd name="T22" fmla="*/ 101 w 144"/>
                <a:gd name="T23" fmla="*/ 80 h 209"/>
                <a:gd name="T24" fmla="*/ 98 w 144"/>
                <a:gd name="T25" fmla="*/ 91 h 209"/>
                <a:gd name="T26" fmla="*/ 83 w 144"/>
                <a:gd name="T27" fmla="*/ 76 h 209"/>
                <a:gd name="T28" fmla="*/ 76 w 144"/>
                <a:gd name="T29" fmla="*/ 80 h 209"/>
                <a:gd name="T30" fmla="*/ 62 w 144"/>
                <a:gd name="T31" fmla="*/ 80 h 209"/>
                <a:gd name="T32" fmla="*/ 57 w 144"/>
                <a:gd name="T33" fmla="*/ 69 h 209"/>
                <a:gd name="T34" fmla="*/ 58 w 144"/>
                <a:gd name="T35" fmla="*/ 66 h 209"/>
                <a:gd name="T36" fmla="*/ 137 w 144"/>
                <a:gd name="T37" fmla="*/ 191 h 209"/>
                <a:gd name="T38" fmla="*/ 126 w 144"/>
                <a:gd name="T39" fmla="*/ 192 h 209"/>
                <a:gd name="T40" fmla="*/ 127 w 144"/>
                <a:gd name="T41" fmla="*/ 209 h 209"/>
                <a:gd name="T42" fmla="*/ 121 w 144"/>
                <a:gd name="T43" fmla="*/ 200 h 209"/>
                <a:gd name="T44" fmla="*/ 105 w 144"/>
                <a:gd name="T45" fmla="*/ 192 h 209"/>
                <a:gd name="T46" fmla="*/ 98 w 144"/>
                <a:gd name="T47" fmla="*/ 173 h 209"/>
                <a:gd name="T48" fmla="*/ 87 w 144"/>
                <a:gd name="T49" fmla="*/ 178 h 209"/>
                <a:gd name="T50" fmla="*/ 75 w 144"/>
                <a:gd name="T51" fmla="*/ 188 h 209"/>
                <a:gd name="T52" fmla="*/ 75 w 144"/>
                <a:gd name="T53" fmla="*/ 177 h 209"/>
                <a:gd name="T54" fmla="*/ 87 w 144"/>
                <a:gd name="T55" fmla="*/ 169 h 209"/>
                <a:gd name="T56" fmla="*/ 101 w 144"/>
                <a:gd name="T57" fmla="*/ 165 h 209"/>
                <a:gd name="T58" fmla="*/ 110 w 144"/>
                <a:gd name="T59" fmla="*/ 163 h 209"/>
                <a:gd name="T60" fmla="*/ 120 w 144"/>
                <a:gd name="T61" fmla="*/ 155 h 209"/>
                <a:gd name="T62" fmla="*/ 129 w 144"/>
                <a:gd name="T63" fmla="*/ 153 h 209"/>
                <a:gd name="T64" fmla="*/ 137 w 144"/>
                <a:gd name="T65" fmla="*/ 151 h 209"/>
                <a:gd name="T66" fmla="*/ 142 w 144"/>
                <a:gd name="T67" fmla="*/ 163 h 209"/>
                <a:gd name="T68" fmla="*/ 144 w 144"/>
                <a:gd name="T69" fmla="*/ 180 h 209"/>
                <a:gd name="T70" fmla="*/ 0 w 144"/>
                <a:gd name="T71" fmla="*/ 162 h 209"/>
                <a:gd name="T72" fmla="*/ 15 w 144"/>
                <a:gd name="T73" fmla="*/ 147 h 209"/>
                <a:gd name="T74" fmla="*/ 17 w 144"/>
                <a:gd name="T75" fmla="*/ 150 h 209"/>
                <a:gd name="T76" fmla="*/ 4 w 144"/>
                <a:gd name="T77" fmla="*/ 160 h 209"/>
                <a:gd name="T78" fmla="*/ 80 w 144"/>
                <a:gd name="T79" fmla="*/ 144 h 209"/>
                <a:gd name="T80" fmla="*/ 93 w 144"/>
                <a:gd name="T81" fmla="*/ 124 h 209"/>
                <a:gd name="T82" fmla="*/ 92 w 144"/>
                <a:gd name="T83" fmla="*/ 135 h 209"/>
                <a:gd name="T84" fmla="*/ 90 w 144"/>
                <a:gd name="T85" fmla="*/ 153 h 209"/>
                <a:gd name="T86" fmla="*/ 29 w 144"/>
                <a:gd name="T87" fmla="*/ 132 h 209"/>
                <a:gd name="T88" fmla="*/ 35 w 144"/>
                <a:gd name="T89" fmla="*/ 120 h 209"/>
                <a:gd name="T90" fmla="*/ 32 w 144"/>
                <a:gd name="T91" fmla="*/ 134 h 209"/>
                <a:gd name="T92" fmla="*/ 75 w 144"/>
                <a:gd name="T93" fmla="*/ 119 h 209"/>
                <a:gd name="T94" fmla="*/ 90 w 144"/>
                <a:gd name="T95" fmla="*/ 114 h 209"/>
                <a:gd name="T96" fmla="*/ 80 w 144"/>
                <a:gd name="T97" fmla="*/ 128 h 209"/>
                <a:gd name="T98" fmla="*/ 121 w 144"/>
                <a:gd name="T99" fmla="*/ 115 h 209"/>
                <a:gd name="T100" fmla="*/ 112 w 144"/>
                <a:gd name="T101" fmla="*/ 103 h 209"/>
                <a:gd name="T102" fmla="*/ 126 w 144"/>
                <a:gd name="T103" fmla="*/ 102 h 209"/>
                <a:gd name="T104" fmla="*/ 127 w 144"/>
                <a:gd name="T105" fmla="*/ 120 h 209"/>
                <a:gd name="T106" fmla="*/ 53 w 144"/>
                <a:gd name="T107" fmla="*/ 88 h 209"/>
                <a:gd name="T108" fmla="*/ 64 w 144"/>
                <a:gd name="T109" fmla="*/ 88 h 209"/>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44"/>
                <a:gd name="T166" fmla="*/ 0 h 209"/>
                <a:gd name="T167" fmla="*/ 144 w 144"/>
                <a:gd name="T168" fmla="*/ 209 h 209"/>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44" h="209">
                  <a:moveTo>
                    <a:pt x="50" y="66"/>
                  </a:moveTo>
                  <a:lnTo>
                    <a:pt x="49" y="65"/>
                  </a:lnTo>
                  <a:lnTo>
                    <a:pt x="44" y="60"/>
                  </a:lnTo>
                  <a:lnTo>
                    <a:pt x="41" y="51"/>
                  </a:lnTo>
                  <a:lnTo>
                    <a:pt x="41" y="48"/>
                  </a:lnTo>
                  <a:lnTo>
                    <a:pt x="41" y="42"/>
                  </a:lnTo>
                  <a:lnTo>
                    <a:pt x="39" y="39"/>
                  </a:lnTo>
                  <a:lnTo>
                    <a:pt x="41" y="37"/>
                  </a:lnTo>
                  <a:lnTo>
                    <a:pt x="47" y="41"/>
                  </a:lnTo>
                  <a:lnTo>
                    <a:pt x="49" y="39"/>
                  </a:lnTo>
                  <a:lnTo>
                    <a:pt x="49" y="36"/>
                  </a:lnTo>
                  <a:lnTo>
                    <a:pt x="48" y="32"/>
                  </a:lnTo>
                  <a:lnTo>
                    <a:pt x="48" y="28"/>
                  </a:lnTo>
                  <a:lnTo>
                    <a:pt x="49" y="25"/>
                  </a:lnTo>
                  <a:lnTo>
                    <a:pt x="49" y="20"/>
                  </a:lnTo>
                  <a:lnTo>
                    <a:pt x="50" y="13"/>
                  </a:lnTo>
                  <a:lnTo>
                    <a:pt x="50" y="9"/>
                  </a:lnTo>
                  <a:lnTo>
                    <a:pt x="53" y="3"/>
                  </a:lnTo>
                  <a:lnTo>
                    <a:pt x="54" y="2"/>
                  </a:lnTo>
                  <a:lnTo>
                    <a:pt x="57" y="0"/>
                  </a:lnTo>
                  <a:lnTo>
                    <a:pt x="60" y="1"/>
                  </a:lnTo>
                  <a:lnTo>
                    <a:pt x="69" y="5"/>
                  </a:lnTo>
                  <a:lnTo>
                    <a:pt x="73" y="5"/>
                  </a:lnTo>
                  <a:lnTo>
                    <a:pt x="74" y="4"/>
                  </a:lnTo>
                  <a:lnTo>
                    <a:pt x="76" y="2"/>
                  </a:lnTo>
                  <a:lnTo>
                    <a:pt x="77" y="3"/>
                  </a:lnTo>
                  <a:lnTo>
                    <a:pt x="77" y="6"/>
                  </a:lnTo>
                  <a:lnTo>
                    <a:pt x="76" y="9"/>
                  </a:lnTo>
                  <a:lnTo>
                    <a:pt x="75" y="13"/>
                  </a:lnTo>
                  <a:lnTo>
                    <a:pt x="76" y="19"/>
                  </a:lnTo>
                  <a:lnTo>
                    <a:pt x="80" y="22"/>
                  </a:lnTo>
                  <a:lnTo>
                    <a:pt x="81" y="24"/>
                  </a:lnTo>
                  <a:lnTo>
                    <a:pt x="78" y="33"/>
                  </a:lnTo>
                  <a:lnTo>
                    <a:pt x="76" y="37"/>
                  </a:lnTo>
                  <a:lnTo>
                    <a:pt x="71" y="41"/>
                  </a:lnTo>
                  <a:lnTo>
                    <a:pt x="67" y="43"/>
                  </a:lnTo>
                  <a:lnTo>
                    <a:pt x="66" y="44"/>
                  </a:lnTo>
                  <a:lnTo>
                    <a:pt x="66" y="46"/>
                  </a:lnTo>
                  <a:lnTo>
                    <a:pt x="65" y="50"/>
                  </a:lnTo>
                  <a:lnTo>
                    <a:pt x="63" y="54"/>
                  </a:lnTo>
                  <a:lnTo>
                    <a:pt x="64" y="55"/>
                  </a:lnTo>
                  <a:lnTo>
                    <a:pt x="67" y="60"/>
                  </a:lnTo>
                  <a:lnTo>
                    <a:pt x="69" y="69"/>
                  </a:lnTo>
                  <a:lnTo>
                    <a:pt x="71" y="73"/>
                  </a:lnTo>
                  <a:lnTo>
                    <a:pt x="72" y="73"/>
                  </a:lnTo>
                  <a:lnTo>
                    <a:pt x="75" y="75"/>
                  </a:lnTo>
                  <a:lnTo>
                    <a:pt x="77" y="76"/>
                  </a:lnTo>
                  <a:lnTo>
                    <a:pt x="78" y="73"/>
                  </a:lnTo>
                  <a:lnTo>
                    <a:pt x="82" y="69"/>
                  </a:lnTo>
                  <a:lnTo>
                    <a:pt x="83" y="69"/>
                  </a:lnTo>
                  <a:lnTo>
                    <a:pt x="86" y="70"/>
                  </a:lnTo>
                  <a:lnTo>
                    <a:pt x="88" y="72"/>
                  </a:lnTo>
                  <a:lnTo>
                    <a:pt x="89" y="76"/>
                  </a:lnTo>
                  <a:lnTo>
                    <a:pt x="91" y="79"/>
                  </a:lnTo>
                  <a:lnTo>
                    <a:pt x="93" y="80"/>
                  </a:lnTo>
                  <a:lnTo>
                    <a:pt x="97" y="75"/>
                  </a:lnTo>
                  <a:lnTo>
                    <a:pt x="101" y="77"/>
                  </a:lnTo>
                  <a:lnTo>
                    <a:pt x="102" y="77"/>
                  </a:lnTo>
                  <a:lnTo>
                    <a:pt x="103" y="78"/>
                  </a:lnTo>
                  <a:lnTo>
                    <a:pt x="101" y="80"/>
                  </a:lnTo>
                  <a:lnTo>
                    <a:pt x="99" y="81"/>
                  </a:lnTo>
                  <a:lnTo>
                    <a:pt x="97" y="82"/>
                  </a:lnTo>
                  <a:lnTo>
                    <a:pt x="104" y="91"/>
                  </a:lnTo>
                  <a:lnTo>
                    <a:pt x="102" y="92"/>
                  </a:lnTo>
                  <a:lnTo>
                    <a:pt x="98" y="91"/>
                  </a:lnTo>
                  <a:lnTo>
                    <a:pt x="95" y="90"/>
                  </a:lnTo>
                  <a:lnTo>
                    <a:pt x="94" y="87"/>
                  </a:lnTo>
                  <a:lnTo>
                    <a:pt x="92" y="84"/>
                  </a:lnTo>
                  <a:lnTo>
                    <a:pt x="88" y="81"/>
                  </a:lnTo>
                  <a:lnTo>
                    <a:pt x="83" y="76"/>
                  </a:lnTo>
                  <a:lnTo>
                    <a:pt x="81" y="76"/>
                  </a:lnTo>
                  <a:lnTo>
                    <a:pt x="80" y="78"/>
                  </a:lnTo>
                  <a:lnTo>
                    <a:pt x="83" y="84"/>
                  </a:lnTo>
                  <a:lnTo>
                    <a:pt x="81" y="86"/>
                  </a:lnTo>
                  <a:lnTo>
                    <a:pt x="76" y="80"/>
                  </a:lnTo>
                  <a:lnTo>
                    <a:pt x="70" y="76"/>
                  </a:lnTo>
                  <a:lnTo>
                    <a:pt x="67" y="76"/>
                  </a:lnTo>
                  <a:lnTo>
                    <a:pt x="65" y="77"/>
                  </a:lnTo>
                  <a:lnTo>
                    <a:pt x="64" y="79"/>
                  </a:lnTo>
                  <a:lnTo>
                    <a:pt x="62" y="80"/>
                  </a:lnTo>
                  <a:lnTo>
                    <a:pt x="60" y="80"/>
                  </a:lnTo>
                  <a:lnTo>
                    <a:pt x="58" y="79"/>
                  </a:lnTo>
                  <a:lnTo>
                    <a:pt x="54" y="76"/>
                  </a:lnTo>
                  <a:lnTo>
                    <a:pt x="52" y="73"/>
                  </a:lnTo>
                  <a:lnTo>
                    <a:pt x="57" y="69"/>
                  </a:lnTo>
                  <a:lnTo>
                    <a:pt x="59" y="70"/>
                  </a:lnTo>
                  <a:lnTo>
                    <a:pt x="61" y="70"/>
                  </a:lnTo>
                  <a:lnTo>
                    <a:pt x="64" y="69"/>
                  </a:lnTo>
                  <a:lnTo>
                    <a:pt x="63" y="68"/>
                  </a:lnTo>
                  <a:lnTo>
                    <a:pt x="58" y="66"/>
                  </a:lnTo>
                  <a:lnTo>
                    <a:pt x="55" y="63"/>
                  </a:lnTo>
                  <a:lnTo>
                    <a:pt x="51" y="62"/>
                  </a:lnTo>
                  <a:lnTo>
                    <a:pt x="50" y="66"/>
                  </a:lnTo>
                  <a:close/>
                  <a:moveTo>
                    <a:pt x="138" y="192"/>
                  </a:moveTo>
                  <a:lnTo>
                    <a:pt x="137" y="191"/>
                  </a:lnTo>
                  <a:lnTo>
                    <a:pt x="136" y="188"/>
                  </a:lnTo>
                  <a:lnTo>
                    <a:pt x="134" y="183"/>
                  </a:lnTo>
                  <a:lnTo>
                    <a:pt x="132" y="182"/>
                  </a:lnTo>
                  <a:lnTo>
                    <a:pt x="129" y="186"/>
                  </a:lnTo>
                  <a:lnTo>
                    <a:pt x="126" y="192"/>
                  </a:lnTo>
                  <a:lnTo>
                    <a:pt x="128" y="195"/>
                  </a:lnTo>
                  <a:lnTo>
                    <a:pt x="129" y="198"/>
                  </a:lnTo>
                  <a:lnTo>
                    <a:pt x="131" y="203"/>
                  </a:lnTo>
                  <a:lnTo>
                    <a:pt x="129" y="206"/>
                  </a:lnTo>
                  <a:lnTo>
                    <a:pt x="127" y="209"/>
                  </a:lnTo>
                  <a:lnTo>
                    <a:pt x="124" y="207"/>
                  </a:lnTo>
                  <a:lnTo>
                    <a:pt x="123" y="206"/>
                  </a:lnTo>
                  <a:lnTo>
                    <a:pt x="125" y="203"/>
                  </a:lnTo>
                  <a:lnTo>
                    <a:pt x="124" y="201"/>
                  </a:lnTo>
                  <a:lnTo>
                    <a:pt x="121" y="200"/>
                  </a:lnTo>
                  <a:lnTo>
                    <a:pt x="119" y="205"/>
                  </a:lnTo>
                  <a:lnTo>
                    <a:pt x="118" y="205"/>
                  </a:lnTo>
                  <a:lnTo>
                    <a:pt x="110" y="200"/>
                  </a:lnTo>
                  <a:lnTo>
                    <a:pt x="106" y="196"/>
                  </a:lnTo>
                  <a:lnTo>
                    <a:pt x="105" y="192"/>
                  </a:lnTo>
                  <a:lnTo>
                    <a:pt x="105" y="188"/>
                  </a:lnTo>
                  <a:lnTo>
                    <a:pt x="108" y="182"/>
                  </a:lnTo>
                  <a:lnTo>
                    <a:pt x="107" y="178"/>
                  </a:lnTo>
                  <a:lnTo>
                    <a:pt x="104" y="175"/>
                  </a:lnTo>
                  <a:lnTo>
                    <a:pt x="98" y="173"/>
                  </a:lnTo>
                  <a:lnTo>
                    <a:pt x="96" y="174"/>
                  </a:lnTo>
                  <a:lnTo>
                    <a:pt x="96" y="175"/>
                  </a:lnTo>
                  <a:lnTo>
                    <a:pt x="95" y="176"/>
                  </a:lnTo>
                  <a:lnTo>
                    <a:pt x="91" y="178"/>
                  </a:lnTo>
                  <a:lnTo>
                    <a:pt x="87" y="178"/>
                  </a:lnTo>
                  <a:lnTo>
                    <a:pt x="87" y="175"/>
                  </a:lnTo>
                  <a:lnTo>
                    <a:pt x="85" y="174"/>
                  </a:lnTo>
                  <a:lnTo>
                    <a:pt x="82" y="175"/>
                  </a:lnTo>
                  <a:lnTo>
                    <a:pt x="79" y="182"/>
                  </a:lnTo>
                  <a:lnTo>
                    <a:pt x="75" y="188"/>
                  </a:lnTo>
                  <a:lnTo>
                    <a:pt x="74" y="187"/>
                  </a:lnTo>
                  <a:lnTo>
                    <a:pt x="73" y="186"/>
                  </a:lnTo>
                  <a:lnTo>
                    <a:pt x="73" y="185"/>
                  </a:lnTo>
                  <a:lnTo>
                    <a:pt x="73" y="183"/>
                  </a:lnTo>
                  <a:lnTo>
                    <a:pt x="75" y="177"/>
                  </a:lnTo>
                  <a:lnTo>
                    <a:pt x="77" y="174"/>
                  </a:lnTo>
                  <a:lnTo>
                    <a:pt x="79" y="172"/>
                  </a:lnTo>
                  <a:lnTo>
                    <a:pt x="81" y="170"/>
                  </a:lnTo>
                  <a:lnTo>
                    <a:pt x="85" y="170"/>
                  </a:lnTo>
                  <a:lnTo>
                    <a:pt x="87" y="169"/>
                  </a:lnTo>
                  <a:lnTo>
                    <a:pt x="88" y="166"/>
                  </a:lnTo>
                  <a:lnTo>
                    <a:pt x="89" y="164"/>
                  </a:lnTo>
                  <a:lnTo>
                    <a:pt x="93" y="163"/>
                  </a:lnTo>
                  <a:lnTo>
                    <a:pt x="99" y="162"/>
                  </a:lnTo>
                  <a:lnTo>
                    <a:pt x="101" y="165"/>
                  </a:lnTo>
                  <a:lnTo>
                    <a:pt x="101" y="170"/>
                  </a:lnTo>
                  <a:lnTo>
                    <a:pt x="104" y="169"/>
                  </a:lnTo>
                  <a:lnTo>
                    <a:pt x="107" y="168"/>
                  </a:lnTo>
                  <a:lnTo>
                    <a:pt x="108" y="167"/>
                  </a:lnTo>
                  <a:lnTo>
                    <a:pt x="110" y="163"/>
                  </a:lnTo>
                  <a:lnTo>
                    <a:pt x="112" y="161"/>
                  </a:lnTo>
                  <a:lnTo>
                    <a:pt x="116" y="162"/>
                  </a:lnTo>
                  <a:lnTo>
                    <a:pt x="117" y="163"/>
                  </a:lnTo>
                  <a:lnTo>
                    <a:pt x="118" y="156"/>
                  </a:lnTo>
                  <a:lnTo>
                    <a:pt x="120" y="155"/>
                  </a:lnTo>
                  <a:lnTo>
                    <a:pt x="122" y="159"/>
                  </a:lnTo>
                  <a:lnTo>
                    <a:pt x="124" y="155"/>
                  </a:lnTo>
                  <a:lnTo>
                    <a:pt x="126" y="154"/>
                  </a:lnTo>
                  <a:lnTo>
                    <a:pt x="128" y="155"/>
                  </a:lnTo>
                  <a:lnTo>
                    <a:pt x="129" y="153"/>
                  </a:lnTo>
                  <a:lnTo>
                    <a:pt x="129" y="148"/>
                  </a:lnTo>
                  <a:lnTo>
                    <a:pt x="128" y="145"/>
                  </a:lnTo>
                  <a:lnTo>
                    <a:pt x="129" y="142"/>
                  </a:lnTo>
                  <a:lnTo>
                    <a:pt x="132" y="146"/>
                  </a:lnTo>
                  <a:lnTo>
                    <a:pt x="137" y="151"/>
                  </a:lnTo>
                  <a:lnTo>
                    <a:pt x="138" y="155"/>
                  </a:lnTo>
                  <a:lnTo>
                    <a:pt x="139" y="157"/>
                  </a:lnTo>
                  <a:lnTo>
                    <a:pt x="136" y="162"/>
                  </a:lnTo>
                  <a:lnTo>
                    <a:pt x="138" y="164"/>
                  </a:lnTo>
                  <a:lnTo>
                    <a:pt x="142" y="163"/>
                  </a:lnTo>
                  <a:lnTo>
                    <a:pt x="143" y="166"/>
                  </a:lnTo>
                  <a:lnTo>
                    <a:pt x="142" y="169"/>
                  </a:lnTo>
                  <a:lnTo>
                    <a:pt x="142" y="174"/>
                  </a:lnTo>
                  <a:lnTo>
                    <a:pt x="144" y="177"/>
                  </a:lnTo>
                  <a:lnTo>
                    <a:pt x="144" y="180"/>
                  </a:lnTo>
                  <a:lnTo>
                    <a:pt x="143" y="183"/>
                  </a:lnTo>
                  <a:lnTo>
                    <a:pt x="141" y="188"/>
                  </a:lnTo>
                  <a:lnTo>
                    <a:pt x="138" y="192"/>
                  </a:lnTo>
                  <a:close/>
                  <a:moveTo>
                    <a:pt x="1" y="163"/>
                  </a:moveTo>
                  <a:lnTo>
                    <a:pt x="0" y="162"/>
                  </a:lnTo>
                  <a:lnTo>
                    <a:pt x="1" y="159"/>
                  </a:lnTo>
                  <a:lnTo>
                    <a:pt x="3" y="156"/>
                  </a:lnTo>
                  <a:lnTo>
                    <a:pt x="6" y="153"/>
                  </a:lnTo>
                  <a:lnTo>
                    <a:pt x="10" y="151"/>
                  </a:lnTo>
                  <a:lnTo>
                    <a:pt x="15" y="147"/>
                  </a:lnTo>
                  <a:lnTo>
                    <a:pt x="21" y="140"/>
                  </a:lnTo>
                  <a:lnTo>
                    <a:pt x="22" y="144"/>
                  </a:lnTo>
                  <a:lnTo>
                    <a:pt x="21" y="146"/>
                  </a:lnTo>
                  <a:lnTo>
                    <a:pt x="19" y="149"/>
                  </a:lnTo>
                  <a:lnTo>
                    <a:pt x="17" y="150"/>
                  </a:lnTo>
                  <a:lnTo>
                    <a:pt x="14" y="151"/>
                  </a:lnTo>
                  <a:lnTo>
                    <a:pt x="13" y="152"/>
                  </a:lnTo>
                  <a:lnTo>
                    <a:pt x="11" y="157"/>
                  </a:lnTo>
                  <a:lnTo>
                    <a:pt x="8" y="159"/>
                  </a:lnTo>
                  <a:lnTo>
                    <a:pt x="4" y="160"/>
                  </a:lnTo>
                  <a:lnTo>
                    <a:pt x="1" y="163"/>
                  </a:lnTo>
                  <a:close/>
                  <a:moveTo>
                    <a:pt x="90" y="153"/>
                  </a:moveTo>
                  <a:lnTo>
                    <a:pt x="87" y="151"/>
                  </a:lnTo>
                  <a:lnTo>
                    <a:pt x="81" y="146"/>
                  </a:lnTo>
                  <a:lnTo>
                    <a:pt x="80" y="144"/>
                  </a:lnTo>
                  <a:lnTo>
                    <a:pt x="81" y="141"/>
                  </a:lnTo>
                  <a:lnTo>
                    <a:pt x="85" y="140"/>
                  </a:lnTo>
                  <a:lnTo>
                    <a:pt x="86" y="138"/>
                  </a:lnTo>
                  <a:lnTo>
                    <a:pt x="90" y="125"/>
                  </a:lnTo>
                  <a:lnTo>
                    <a:pt x="93" y="124"/>
                  </a:lnTo>
                  <a:lnTo>
                    <a:pt x="95" y="124"/>
                  </a:lnTo>
                  <a:lnTo>
                    <a:pt x="95" y="125"/>
                  </a:lnTo>
                  <a:lnTo>
                    <a:pt x="96" y="127"/>
                  </a:lnTo>
                  <a:lnTo>
                    <a:pt x="93" y="133"/>
                  </a:lnTo>
                  <a:lnTo>
                    <a:pt x="92" y="135"/>
                  </a:lnTo>
                  <a:lnTo>
                    <a:pt x="91" y="145"/>
                  </a:lnTo>
                  <a:lnTo>
                    <a:pt x="91" y="147"/>
                  </a:lnTo>
                  <a:lnTo>
                    <a:pt x="93" y="150"/>
                  </a:lnTo>
                  <a:lnTo>
                    <a:pt x="91" y="153"/>
                  </a:lnTo>
                  <a:lnTo>
                    <a:pt x="90" y="153"/>
                  </a:lnTo>
                  <a:close/>
                  <a:moveTo>
                    <a:pt x="27" y="138"/>
                  </a:moveTo>
                  <a:lnTo>
                    <a:pt x="24" y="138"/>
                  </a:lnTo>
                  <a:lnTo>
                    <a:pt x="25" y="136"/>
                  </a:lnTo>
                  <a:lnTo>
                    <a:pt x="26" y="135"/>
                  </a:lnTo>
                  <a:lnTo>
                    <a:pt x="29" y="132"/>
                  </a:lnTo>
                  <a:lnTo>
                    <a:pt x="30" y="129"/>
                  </a:lnTo>
                  <a:lnTo>
                    <a:pt x="31" y="124"/>
                  </a:lnTo>
                  <a:lnTo>
                    <a:pt x="32" y="120"/>
                  </a:lnTo>
                  <a:lnTo>
                    <a:pt x="34" y="119"/>
                  </a:lnTo>
                  <a:lnTo>
                    <a:pt x="35" y="120"/>
                  </a:lnTo>
                  <a:lnTo>
                    <a:pt x="34" y="122"/>
                  </a:lnTo>
                  <a:lnTo>
                    <a:pt x="36" y="127"/>
                  </a:lnTo>
                  <a:lnTo>
                    <a:pt x="37" y="130"/>
                  </a:lnTo>
                  <a:lnTo>
                    <a:pt x="37" y="131"/>
                  </a:lnTo>
                  <a:lnTo>
                    <a:pt x="32" y="134"/>
                  </a:lnTo>
                  <a:lnTo>
                    <a:pt x="29" y="136"/>
                  </a:lnTo>
                  <a:lnTo>
                    <a:pt x="27" y="138"/>
                  </a:lnTo>
                  <a:close/>
                  <a:moveTo>
                    <a:pt x="74" y="131"/>
                  </a:moveTo>
                  <a:lnTo>
                    <a:pt x="74" y="129"/>
                  </a:lnTo>
                  <a:lnTo>
                    <a:pt x="75" y="119"/>
                  </a:lnTo>
                  <a:lnTo>
                    <a:pt x="75" y="111"/>
                  </a:lnTo>
                  <a:lnTo>
                    <a:pt x="78" y="113"/>
                  </a:lnTo>
                  <a:lnTo>
                    <a:pt x="83" y="115"/>
                  </a:lnTo>
                  <a:lnTo>
                    <a:pt x="85" y="115"/>
                  </a:lnTo>
                  <a:lnTo>
                    <a:pt x="90" y="114"/>
                  </a:lnTo>
                  <a:lnTo>
                    <a:pt x="90" y="117"/>
                  </a:lnTo>
                  <a:lnTo>
                    <a:pt x="90" y="120"/>
                  </a:lnTo>
                  <a:lnTo>
                    <a:pt x="88" y="122"/>
                  </a:lnTo>
                  <a:lnTo>
                    <a:pt x="86" y="123"/>
                  </a:lnTo>
                  <a:lnTo>
                    <a:pt x="80" y="128"/>
                  </a:lnTo>
                  <a:lnTo>
                    <a:pt x="74" y="131"/>
                  </a:lnTo>
                  <a:close/>
                  <a:moveTo>
                    <a:pt x="127" y="120"/>
                  </a:moveTo>
                  <a:lnTo>
                    <a:pt x="123" y="119"/>
                  </a:lnTo>
                  <a:lnTo>
                    <a:pt x="122" y="117"/>
                  </a:lnTo>
                  <a:lnTo>
                    <a:pt x="121" y="115"/>
                  </a:lnTo>
                  <a:lnTo>
                    <a:pt x="120" y="115"/>
                  </a:lnTo>
                  <a:lnTo>
                    <a:pt x="121" y="112"/>
                  </a:lnTo>
                  <a:lnTo>
                    <a:pt x="120" y="109"/>
                  </a:lnTo>
                  <a:lnTo>
                    <a:pt x="116" y="107"/>
                  </a:lnTo>
                  <a:lnTo>
                    <a:pt x="112" y="103"/>
                  </a:lnTo>
                  <a:lnTo>
                    <a:pt x="111" y="100"/>
                  </a:lnTo>
                  <a:lnTo>
                    <a:pt x="114" y="99"/>
                  </a:lnTo>
                  <a:lnTo>
                    <a:pt x="121" y="98"/>
                  </a:lnTo>
                  <a:lnTo>
                    <a:pt x="124" y="99"/>
                  </a:lnTo>
                  <a:lnTo>
                    <a:pt x="126" y="102"/>
                  </a:lnTo>
                  <a:lnTo>
                    <a:pt x="126" y="108"/>
                  </a:lnTo>
                  <a:lnTo>
                    <a:pt x="127" y="114"/>
                  </a:lnTo>
                  <a:lnTo>
                    <a:pt x="129" y="119"/>
                  </a:lnTo>
                  <a:lnTo>
                    <a:pt x="128" y="120"/>
                  </a:lnTo>
                  <a:lnTo>
                    <a:pt x="127" y="120"/>
                  </a:lnTo>
                  <a:close/>
                  <a:moveTo>
                    <a:pt x="61" y="103"/>
                  </a:moveTo>
                  <a:lnTo>
                    <a:pt x="58" y="101"/>
                  </a:lnTo>
                  <a:lnTo>
                    <a:pt x="56" y="98"/>
                  </a:lnTo>
                  <a:lnTo>
                    <a:pt x="55" y="96"/>
                  </a:lnTo>
                  <a:lnTo>
                    <a:pt x="53" y="88"/>
                  </a:lnTo>
                  <a:lnTo>
                    <a:pt x="49" y="84"/>
                  </a:lnTo>
                  <a:lnTo>
                    <a:pt x="54" y="84"/>
                  </a:lnTo>
                  <a:lnTo>
                    <a:pt x="60" y="84"/>
                  </a:lnTo>
                  <a:lnTo>
                    <a:pt x="62" y="85"/>
                  </a:lnTo>
                  <a:lnTo>
                    <a:pt x="64" y="88"/>
                  </a:lnTo>
                  <a:lnTo>
                    <a:pt x="65" y="95"/>
                  </a:lnTo>
                  <a:lnTo>
                    <a:pt x="64" y="98"/>
                  </a:lnTo>
                  <a:lnTo>
                    <a:pt x="62" y="100"/>
                  </a:lnTo>
                  <a:lnTo>
                    <a:pt x="61" y="103"/>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8" name="Freeform 67">
              <a:extLst>
                <a:ext uri="{FF2B5EF4-FFF2-40B4-BE49-F238E27FC236}">
                  <a16:creationId xmlns:a16="http://schemas.microsoft.com/office/drawing/2014/main" id="{46BF61E7-A959-F33D-4D2C-C0744E6E776E}"/>
                </a:ext>
              </a:extLst>
            </p:cNvPr>
            <p:cNvSpPr>
              <a:spLocks/>
            </p:cNvSpPr>
            <p:nvPr/>
          </p:nvSpPr>
          <p:spPr bwMode="gray">
            <a:xfrm>
              <a:off x="5350139" y="4375202"/>
              <a:ext cx="111508" cy="157826"/>
            </a:xfrm>
            <a:custGeom>
              <a:avLst/>
              <a:gdLst>
                <a:gd name="T0" fmla="*/ 10 w 65"/>
                <a:gd name="T1" fmla="*/ 65 h 92"/>
                <a:gd name="T2" fmla="*/ 2 w 65"/>
                <a:gd name="T3" fmla="*/ 51 h 92"/>
                <a:gd name="T4" fmla="*/ 2 w 65"/>
                <a:gd name="T5" fmla="*/ 42 h 92"/>
                <a:gd name="T6" fmla="*/ 2 w 65"/>
                <a:gd name="T7" fmla="*/ 37 h 92"/>
                <a:gd name="T8" fmla="*/ 10 w 65"/>
                <a:gd name="T9" fmla="*/ 39 h 92"/>
                <a:gd name="T10" fmla="*/ 9 w 65"/>
                <a:gd name="T11" fmla="*/ 32 h 92"/>
                <a:gd name="T12" fmla="*/ 10 w 65"/>
                <a:gd name="T13" fmla="*/ 25 h 92"/>
                <a:gd name="T14" fmla="*/ 11 w 65"/>
                <a:gd name="T15" fmla="*/ 13 h 92"/>
                <a:gd name="T16" fmla="*/ 14 w 65"/>
                <a:gd name="T17" fmla="*/ 3 h 92"/>
                <a:gd name="T18" fmla="*/ 18 w 65"/>
                <a:gd name="T19" fmla="*/ 0 h 92"/>
                <a:gd name="T20" fmla="*/ 30 w 65"/>
                <a:gd name="T21" fmla="*/ 5 h 92"/>
                <a:gd name="T22" fmla="*/ 35 w 65"/>
                <a:gd name="T23" fmla="*/ 4 h 92"/>
                <a:gd name="T24" fmla="*/ 38 w 65"/>
                <a:gd name="T25" fmla="*/ 3 h 92"/>
                <a:gd name="T26" fmla="*/ 37 w 65"/>
                <a:gd name="T27" fmla="*/ 9 h 92"/>
                <a:gd name="T28" fmla="*/ 37 w 65"/>
                <a:gd name="T29" fmla="*/ 19 h 92"/>
                <a:gd name="T30" fmla="*/ 42 w 65"/>
                <a:gd name="T31" fmla="*/ 24 h 92"/>
                <a:gd name="T32" fmla="*/ 37 w 65"/>
                <a:gd name="T33" fmla="*/ 37 h 92"/>
                <a:gd name="T34" fmla="*/ 28 w 65"/>
                <a:gd name="T35" fmla="*/ 43 h 92"/>
                <a:gd name="T36" fmla="*/ 27 w 65"/>
                <a:gd name="T37" fmla="*/ 46 h 92"/>
                <a:gd name="T38" fmla="*/ 24 w 65"/>
                <a:gd name="T39" fmla="*/ 54 h 92"/>
                <a:gd name="T40" fmla="*/ 28 w 65"/>
                <a:gd name="T41" fmla="*/ 60 h 92"/>
                <a:gd name="T42" fmla="*/ 32 w 65"/>
                <a:gd name="T43" fmla="*/ 73 h 92"/>
                <a:gd name="T44" fmla="*/ 36 w 65"/>
                <a:gd name="T45" fmla="*/ 75 h 92"/>
                <a:gd name="T46" fmla="*/ 39 w 65"/>
                <a:gd name="T47" fmla="*/ 73 h 92"/>
                <a:gd name="T48" fmla="*/ 44 w 65"/>
                <a:gd name="T49" fmla="*/ 69 h 92"/>
                <a:gd name="T50" fmla="*/ 49 w 65"/>
                <a:gd name="T51" fmla="*/ 72 h 92"/>
                <a:gd name="T52" fmla="*/ 52 w 65"/>
                <a:gd name="T53" fmla="*/ 79 h 92"/>
                <a:gd name="T54" fmla="*/ 58 w 65"/>
                <a:gd name="T55" fmla="*/ 75 h 92"/>
                <a:gd name="T56" fmla="*/ 63 w 65"/>
                <a:gd name="T57" fmla="*/ 77 h 92"/>
                <a:gd name="T58" fmla="*/ 62 w 65"/>
                <a:gd name="T59" fmla="*/ 80 h 92"/>
                <a:gd name="T60" fmla="*/ 58 w 65"/>
                <a:gd name="T61" fmla="*/ 82 h 92"/>
                <a:gd name="T62" fmla="*/ 63 w 65"/>
                <a:gd name="T63" fmla="*/ 92 h 92"/>
                <a:gd name="T64" fmla="*/ 56 w 65"/>
                <a:gd name="T65" fmla="*/ 90 h 92"/>
                <a:gd name="T66" fmla="*/ 53 w 65"/>
                <a:gd name="T67" fmla="*/ 84 h 92"/>
                <a:gd name="T68" fmla="*/ 44 w 65"/>
                <a:gd name="T69" fmla="*/ 76 h 92"/>
                <a:gd name="T70" fmla="*/ 41 w 65"/>
                <a:gd name="T71" fmla="*/ 78 h 92"/>
                <a:gd name="T72" fmla="*/ 42 w 65"/>
                <a:gd name="T73" fmla="*/ 86 h 92"/>
                <a:gd name="T74" fmla="*/ 31 w 65"/>
                <a:gd name="T75" fmla="*/ 76 h 92"/>
                <a:gd name="T76" fmla="*/ 26 w 65"/>
                <a:gd name="T77" fmla="*/ 77 h 92"/>
                <a:gd name="T78" fmla="*/ 23 w 65"/>
                <a:gd name="T79" fmla="*/ 80 h 92"/>
                <a:gd name="T80" fmla="*/ 19 w 65"/>
                <a:gd name="T81" fmla="*/ 79 h 92"/>
                <a:gd name="T82" fmla="*/ 13 w 65"/>
                <a:gd name="T83" fmla="*/ 73 h 92"/>
                <a:gd name="T84" fmla="*/ 20 w 65"/>
                <a:gd name="T85" fmla="*/ 70 h 92"/>
                <a:gd name="T86" fmla="*/ 25 w 65"/>
                <a:gd name="T87" fmla="*/ 69 h 92"/>
                <a:gd name="T88" fmla="*/ 19 w 65"/>
                <a:gd name="T89" fmla="*/ 66 h 92"/>
                <a:gd name="T90" fmla="*/ 12 w 65"/>
                <a:gd name="T91" fmla="*/ 62 h 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65"/>
                <a:gd name="T139" fmla="*/ 0 h 92"/>
                <a:gd name="T140" fmla="*/ 65 w 65"/>
                <a:gd name="T141" fmla="*/ 92 h 92"/>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65" h="92">
                  <a:moveTo>
                    <a:pt x="11" y="66"/>
                  </a:moveTo>
                  <a:lnTo>
                    <a:pt x="10" y="65"/>
                  </a:lnTo>
                  <a:lnTo>
                    <a:pt x="5" y="60"/>
                  </a:lnTo>
                  <a:lnTo>
                    <a:pt x="2" y="51"/>
                  </a:lnTo>
                  <a:lnTo>
                    <a:pt x="2" y="48"/>
                  </a:lnTo>
                  <a:lnTo>
                    <a:pt x="2" y="42"/>
                  </a:lnTo>
                  <a:lnTo>
                    <a:pt x="0" y="39"/>
                  </a:lnTo>
                  <a:lnTo>
                    <a:pt x="2" y="37"/>
                  </a:lnTo>
                  <a:lnTo>
                    <a:pt x="8" y="41"/>
                  </a:lnTo>
                  <a:lnTo>
                    <a:pt x="10" y="39"/>
                  </a:lnTo>
                  <a:lnTo>
                    <a:pt x="10" y="36"/>
                  </a:lnTo>
                  <a:lnTo>
                    <a:pt x="9" y="32"/>
                  </a:lnTo>
                  <a:lnTo>
                    <a:pt x="9" y="28"/>
                  </a:lnTo>
                  <a:lnTo>
                    <a:pt x="10" y="25"/>
                  </a:lnTo>
                  <a:lnTo>
                    <a:pt x="10" y="20"/>
                  </a:lnTo>
                  <a:lnTo>
                    <a:pt x="11" y="13"/>
                  </a:lnTo>
                  <a:lnTo>
                    <a:pt x="11" y="9"/>
                  </a:lnTo>
                  <a:lnTo>
                    <a:pt x="14" y="3"/>
                  </a:lnTo>
                  <a:lnTo>
                    <a:pt x="15" y="2"/>
                  </a:lnTo>
                  <a:lnTo>
                    <a:pt x="18" y="0"/>
                  </a:lnTo>
                  <a:lnTo>
                    <a:pt x="21" y="1"/>
                  </a:lnTo>
                  <a:lnTo>
                    <a:pt x="30" y="5"/>
                  </a:lnTo>
                  <a:lnTo>
                    <a:pt x="34" y="5"/>
                  </a:lnTo>
                  <a:lnTo>
                    <a:pt x="35" y="4"/>
                  </a:lnTo>
                  <a:lnTo>
                    <a:pt x="37" y="2"/>
                  </a:lnTo>
                  <a:lnTo>
                    <a:pt x="38" y="3"/>
                  </a:lnTo>
                  <a:lnTo>
                    <a:pt x="38" y="6"/>
                  </a:lnTo>
                  <a:lnTo>
                    <a:pt x="37" y="9"/>
                  </a:lnTo>
                  <a:lnTo>
                    <a:pt x="36" y="13"/>
                  </a:lnTo>
                  <a:lnTo>
                    <a:pt x="37" y="19"/>
                  </a:lnTo>
                  <a:lnTo>
                    <a:pt x="41" y="22"/>
                  </a:lnTo>
                  <a:lnTo>
                    <a:pt x="42" y="24"/>
                  </a:lnTo>
                  <a:lnTo>
                    <a:pt x="39" y="33"/>
                  </a:lnTo>
                  <a:lnTo>
                    <a:pt x="37" y="37"/>
                  </a:lnTo>
                  <a:lnTo>
                    <a:pt x="32" y="41"/>
                  </a:lnTo>
                  <a:lnTo>
                    <a:pt x="28" y="43"/>
                  </a:lnTo>
                  <a:lnTo>
                    <a:pt x="27" y="44"/>
                  </a:lnTo>
                  <a:lnTo>
                    <a:pt x="27" y="46"/>
                  </a:lnTo>
                  <a:lnTo>
                    <a:pt x="26" y="50"/>
                  </a:lnTo>
                  <a:lnTo>
                    <a:pt x="24" y="54"/>
                  </a:lnTo>
                  <a:lnTo>
                    <a:pt x="25" y="55"/>
                  </a:lnTo>
                  <a:lnTo>
                    <a:pt x="28" y="60"/>
                  </a:lnTo>
                  <a:lnTo>
                    <a:pt x="30" y="69"/>
                  </a:lnTo>
                  <a:lnTo>
                    <a:pt x="32" y="73"/>
                  </a:lnTo>
                  <a:lnTo>
                    <a:pt x="33" y="73"/>
                  </a:lnTo>
                  <a:lnTo>
                    <a:pt x="36" y="75"/>
                  </a:lnTo>
                  <a:lnTo>
                    <a:pt x="38" y="76"/>
                  </a:lnTo>
                  <a:lnTo>
                    <a:pt x="39" y="73"/>
                  </a:lnTo>
                  <a:lnTo>
                    <a:pt x="43" y="69"/>
                  </a:lnTo>
                  <a:lnTo>
                    <a:pt x="44" y="69"/>
                  </a:lnTo>
                  <a:lnTo>
                    <a:pt x="47" y="70"/>
                  </a:lnTo>
                  <a:lnTo>
                    <a:pt x="49" y="72"/>
                  </a:lnTo>
                  <a:lnTo>
                    <a:pt x="50" y="76"/>
                  </a:lnTo>
                  <a:lnTo>
                    <a:pt x="52" y="79"/>
                  </a:lnTo>
                  <a:lnTo>
                    <a:pt x="54" y="80"/>
                  </a:lnTo>
                  <a:lnTo>
                    <a:pt x="58" y="75"/>
                  </a:lnTo>
                  <a:lnTo>
                    <a:pt x="62" y="77"/>
                  </a:lnTo>
                  <a:lnTo>
                    <a:pt x="63" y="77"/>
                  </a:lnTo>
                  <a:lnTo>
                    <a:pt x="64" y="78"/>
                  </a:lnTo>
                  <a:lnTo>
                    <a:pt x="62" y="80"/>
                  </a:lnTo>
                  <a:lnTo>
                    <a:pt x="60" y="81"/>
                  </a:lnTo>
                  <a:lnTo>
                    <a:pt x="58" y="82"/>
                  </a:lnTo>
                  <a:lnTo>
                    <a:pt x="65" y="91"/>
                  </a:lnTo>
                  <a:lnTo>
                    <a:pt x="63" y="92"/>
                  </a:lnTo>
                  <a:lnTo>
                    <a:pt x="59" y="91"/>
                  </a:lnTo>
                  <a:lnTo>
                    <a:pt x="56" y="90"/>
                  </a:lnTo>
                  <a:lnTo>
                    <a:pt x="55" y="87"/>
                  </a:lnTo>
                  <a:lnTo>
                    <a:pt x="53" y="84"/>
                  </a:lnTo>
                  <a:lnTo>
                    <a:pt x="49" y="81"/>
                  </a:lnTo>
                  <a:lnTo>
                    <a:pt x="44" y="76"/>
                  </a:lnTo>
                  <a:lnTo>
                    <a:pt x="42" y="76"/>
                  </a:lnTo>
                  <a:lnTo>
                    <a:pt x="41" y="78"/>
                  </a:lnTo>
                  <a:lnTo>
                    <a:pt x="44" y="84"/>
                  </a:lnTo>
                  <a:lnTo>
                    <a:pt x="42" y="86"/>
                  </a:lnTo>
                  <a:lnTo>
                    <a:pt x="37" y="80"/>
                  </a:lnTo>
                  <a:lnTo>
                    <a:pt x="31" y="76"/>
                  </a:lnTo>
                  <a:lnTo>
                    <a:pt x="28" y="76"/>
                  </a:lnTo>
                  <a:lnTo>
                    <a:pt x="26" y="77"/>
                  </a:lnTo>
                  <a:lnTo>
                    <a:pt x="25" y="79"/>
                  </a:lnTo>
                  <a:lnTo>
                    <a:pt x="23" y="80"/>
                  </a:lnTo>
                  <a:lnTo>
                    <a:pt x="21" y="80"/>
                  </a:lnTo>
                  <a:lnTo>
                    <a:pt x="19" y="79"/>
                  </a:lnTo>
                  <a:lnTo>
                    <a:pt x="15" y="76"/>
                  </a:lnTo>
                  <a:lnTo>
                    <a:pt x="13" y="73"/>
                  </a:lnTo>
                  <a:lnTo>
                    <a:pt x="18" y="69"/>
                  </a:lnTo>
                  <a:lnTo>
                    <a:pt x="20" y="70"/>
                  </a:lnTo>
                  <a:lnTo>
                    <a:pt x="22" y="70"/>
                  </a:lnTo>
                  <a:lnTo>
                    <a:pt x="25" y="69"/>
                  </a:lnTo>
                  <a:lnTo>
                    <a:pt x="24" y="68"/>
                  </a:lnTo>
                  <a:lnTo>
                    <a:pt x="19" y="66"/>
                  </a:lnTo>
                  <a:lnTo>
                    <a:pt x="16" y="63"/>
                  </a:lnTo>
                  <a:lnTo>
                    <a:pt x="12" y="62"/>
                  </a:lnTo>
                  <a:lnTo>
                    <a:pt x="11" y="66"/>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49" name="Freeform 68">
              <a:extLst>
                <a:ext uri="{FF2B5EF4-FFF2-40B4-BE49-F238E27FC236}">
                  <a16:creationId xmlns:a16="http://schemas.microsoft.com/office/drawing/2014/main" id="{0F50F710-A16F-D450-470F-2F04AF7A4001}"/>
                </a:ext>
              </a:extLst>
            </p:cNvPr>
            <p:cNvSpPr>
              <a:spLocks/>
            </p:cNvSpPr>
            <p:nvPr/>
          </p:nvSpPr>
          <p:spPr bwMode="gray">
            <a:xfrm>
              <a:off x="5408466" y="4618803"/>
              <a:ext cx="121801" cy="114939"/>
            </a:xfrm>
            <a:custGeom>
              <a:avLst/>
              <a:gdLst>
                <a:gd name="T0" fmla="*/ 64 w 71"/>
                <a:gd name="T1" fmla="*/ 49 h 67"/>
                <a:gd name="T2" fmla="*/ 61 w 71"/>
                <a:gd name="T3" fmla="*/ 41 h 67"/>
                <a:gd name="T4" fmla="*/ 56 w 71"/>
                <a:gd name="T5" fmla="*/ 44 h 67"/>
                <a:gd name="T6" fmla="*/ 55 w 71"/>
                <a:gd name="T7" fmla="*/ 53 h 67"/>
                <a:gd name="T8" fmla="*/ 58 w 71"/>
                <a:gd name="T9" fmla="*/ 61 h 67"/>
                <a:gd name="T10" fmla="*/ 54 w 71"/>
                <a:gd name="T11" fmla="*/ 67 h 67"/>
                <a:gd name="T12" fmla="*/ 50 w 71"/>
                <a:gd name="T13" fmla="*/ 64 h 67"/>
                <a:gd name="T14" fmla="*/ 51 w 71"/>
                <a:gd name="T15" fmla="*/ 59 h 67"/>
                <a:gd name="T16" fmla="*/ 46 w 71"/>
                <a:gd name="T17" fmla="*/ 63 h 67"/>
                <a:gd name="T18" fmla="*/ 37 w 71"/>
                <a:gd name="T19" fmla="*/ 58 h 67"/>
                <a:gd name="T20" fmla="*/ 32 w 71"/>
                <a:gd name="T21" fmla="*/ 50 h 67"/>
                <a:gd name="T22" fmla="*/ 35 w 71"/>
                <a:gd name="T23" fmla="*/ 40 h 67"/>
                <a:gd name="T24" fmla="*/ 31 w 71"/>
                <a:gd name="T25" fmla="*/ 33 h 67"/>
                <a:gd name="T26" fmla="*/ 23 w 71"/>
                <a:gd name="T27" fmla="*/ 32 h 67"/>
                <a:gd name="T28" fmla="*/ 22 w 71"/>
                <a:gd name="T29" fmla="*/ 34 h 67"/>
                <a:gd name="T30" fmla="*/ 14 w 71"/>
                <a:gd name="T31" fmla="*/ 36 h 67"/>
                <a:gd name="T32" fmla="*/ 12 w 71"/>
                <a:gd name="T33" fmla="*/ 32 h 67"/>
                <a:gd name="T34" fmla="*/ 6 w 71"/>
                <a:gd name="T35" fmla="*/ 40 h 67"/>
                <a:gd name="T36" fmla="*/ 1 w 71"/>
                <a:gd name="T37" fmla="*/ 45 h 67"/>
                <a:gd name="T38" fmla="*/ 0 w 71"/>
                <a:gd name="T39" fmla="*/ 43 h 67"/>
                <a:gd name="T40" fmla="*/ 2 w 71"/>
                <a:gd name="T41" fmla="*/ 35 h 67"/>
                <a:gd name="T42" fmla="*/ 6 w 71"/>
                <a:gd name="T43" fmla="*/ 30 h 67"/>
                <a:gd name="T44" fmla="*/ 12 w 71"/>
                <a:gd name="T45" fmla="*/ 28 h 67"/>
                <a:gd name="T46" fmla="*/ 15 w 71"/>
                <a:gd name="T47" fmla="*/ 24 h 67"/>
                <a:gd name="T48" fmla="*/ 20 w 71"/>
                <a:gd name="T49" fmla="*/ 21 h 67"/>
                <a:gd name="T50" fmla="*/ 28 w 71"/>
                <a:gd name="T51" fmla="*/ 23 h 67"/>
                <a:gd name="T52" fmla="*/ 31 w 71"/>
                <a:gd name="T53" fmla="*/ 27 h 67"/>
                <a:gd name="T54" fmla="*/ 35 w 71"/>
                <a:gd name="T55" fmla="*/ 25 h 67"/>
                <a:gd name="T56" fmla="*/ 39 w 71"/>
                <a:gd name="T57" fmla="*/ 19 h 67"/>
                <a:gd name="T58" fmla="*/ 44 w 71"/>
                <a:gd name="T59" fmla="*/ 21 h 67"/>
                <a:gd name="T60" fmla="*/ 47 w 71"/>
                <a:gd name="T61" fmla="*/ 13 h 67"/>
                <a:gd name="T62" fmla="*/ 51 w 71"/>
                <a:gd name="T63" fmla="*/ 13 h 67"/>
                <a:gd name="T64" fmla="*/ 55 w 71"/>
                <a:gd name="T65" fmla="*/ 13 h 67"/>
                <a:gd name="T66" fmla="*/ 56 w 71"/>
                <a:gd name="T67" fmla="*/ 6 h 67"/>
                <a:gd name="T68" fmla="*/ 56 w 71"/>
                <a:gd name="T69" fmla="*/ 0 h 67"/>
                <a:gd name="T70" fmla="*/ 64 w 71"/>
                <a:gd name="T71" fmla="*/ 9 h 67"/>
                <a:gd name="T72" fmla="*/ 66 w 71"/>
                <a:gd name="T73" fmla="*/ 15 h 67"/>
                <a:gd name="T74" fmla="*/ 65 w 71"/>
                <a:gd name="T75" fmla="*/ 22 h 67"/>
                <a:gd name="T76" fmla="*/ 70 w 71"/>
                <a:gd name="T77" fmla="*/ 24 h 67"/>
                <a:gd name="T78" fmla="*/ 69 w 71"/>
                <a:gd name="T79" fmla="*/ 32 h 67"/>
                <a:gd name="T80" fmla="*/ 71 w 71"/>
                <a:gd name="T81" fmla="*/ 38 h 67"/>
                <a:gd name="T82" fmla="*/ 68 w 71"/>
                <a:gd name="T83" fmla="*/ 46 h 67"/>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71"/>
                <a:gd name="T127" fmla="*/ 0 h 67"/>
                <a:gd name="T128" fmla="*/ 71 w 71"/>
                <a:gd name="T129" fmla="*/ 67 h 67"/>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71" h="67">
                  <a:moveTo>
                    <a:pt x="65" y="50"/>
                  </a:moveTo>
                  <a:lnTo>
                    <a:pt x="64" y="49"/>
                  </a:lnTo>
                  <a:lnTo>
                    <a:pt x="63" y="46"/>
                  </a:lnTo>
                  <a:lnTo>
                    <a:pt x="61" y="41"/>
                  </a:lnTo>
                  <a:lnTo>
                    <a:pt x="59" y="40"/>
                  </a:lnTo>
                  <a:lnTo>
                    <a:pt x="56" y="44"/>
                  </a:lnTo>
                  <a:lnTo>
                    <a:pt x="53" y="50"/>
                  </a:lnTo>
                  <a:lnTo>
                    <a:pt x="55" y="53"/>
                  </a:lnTo>
                  <a:lnTo>
                    <a:pt x="56" y="56"/>
                  </a:lnTo>
                  <a:lnTo>
                    <a:pt x="58" y="61"/>
                  </a:lnTo>
                  <a:lnTo>
                    <a:pt x="56" y="64"/>
                  </a:lnTo>
                  <a:lnTo>
                    <a:pt x="54" y="67"/>
                  </a:lnTo>
                  <a:lnTo>
                    <a:pt x="51" y="65"/>
                  </a:lnTo>
                  <a:lnTo>
                    <a:pt x="50" y="64"/>
                  </a:lnTo>
                  <a:lnTo>
                    <a:pt x="52" y="61"/>
                  </a:lnTo>
                  <a:lnTo>
                    <a:pt x="51" y="59"/>
                  </a:lnTo>
                  <a:lnTo>
                    <a:pt x="48" y="58"/>
                  </a:lnTo>
                  <a:lnTo>
                    <a:pt x="46" y="63"/>
                  </a:lnTo>
                  <a:lnTo>
                    <a:pt x="45" y="63"/>
                  </a:lnTo>
                  <a:lnTo>
                    <a:pt x="37" y="58"/>
                  </a:lnTo>
                  <a:lnTo>
                    <a:pt x="33" y="54"/>
                  </a:lnTo>
                  <a:lnTo>
                    <a:pt x="32" y="50"/>
                  </a:lnTo>
                  <a:lnTo>
                    <a:pt x="32" y="46"/>
                  </a:lnTo>
                  <a:lnTo>
                    <a:pt x="35" y="40"/>
                  </a:lnTo>
                  <a:lnTo>
                    <a:pt x="34" y="36"/>
                  </a:lnTo>
                  <a:lnTo>
                    <a:pt x="31" y="33"/>
                  </a:lnTo>
                  <a:lnTo>
                    <a:pt x="25" y="31"/>
                  </a:lnTo>
                  <a:lnTo>
                    <a:pt x="23" y="32"/>
                  </a:lnTo>
                  <a:lnTo>
                    <a:pt x="23" y="33"/>
                  </a:lnTo>
                  <a:lnTo>
                    <a:pt x="22" y="34"/>
                  </a:lnTo>
                  <a:lnTo>
                    <a:pt x="18" y="36"/>
                  </a:lnTo>
                  <a:lnTo>
                    <a:pt x="14" y="36"/>
                  </a:lnTo>
                  <a:lnTo>
                    <a:pt x="14" y="33"/>
                  </a:lnTo>
                  <a:lnTo>
                    <a:pt x="12" y="32"/>
                  </a:lnTo>
                  <a:lnTo>
                    <a:pt x="9" y="33"/>
                  </a:lnTo>
                  <a:lnTo>
                    <a:pt x="6" y="40"/>
                  </a:lnTo>
                  <a:lnTo>
                    <a:pt x="2" y="46"/>
                  </a:lnTo>
                  <a:lnTo>
                    <a:pt x="1" y="45"/>
                  </a:lnTo>
                  <a:lnTo>
                    <a:pt x="0" y="44"/>
                  </a:lnTo>
                  <a:lnTo>
                    <a:pt x="0" y="43"/>
                  </a:lnTo>
                  <a:lnTo>
                    <a:pt x="0" y="41"/>
                  </a:lnTo>
                  <a:lnTo>
                    <a:pt x="2" y="35"/>
                  </a:lnTo>
                  <a:lnTo>
                    <a:pt x="4" y="32"/>
                  </a:lnTo>
                  <a:lnTo>
                    <a:pt x="6" y="30"/>
                  </a:lnTo>
                  <a:lnTo>
                    <a:pt x="8" y="28"/>
                  </a:lnTo>
                  <a:lnTo>
                    <a:pt x="12" y="28"/>
                  </a:lnTo>
                  <a:lnTo>
                    <a:pt x="14" y="27"/>
                  </a:lnTo>
                  <a:lnTo>
                    <a:pt x="15" y="24"/>
                  </a:lnTo>
                  <a:lnTo>
                    <a:pt x="16" y="22"/>
                  </a:lnTo>
                  <a:lnTo>
                    <a:pt x="20" y="21"/>
                  </a:lnTo>
                  <a:lnTo>
                    <a:pt x="26" y="20"/>
                  </a:lnTo>
                  <a:lnTo>
                    <a:pt x="28" y="23"/>
                  </a:lnTo>
                  <a:lnTo>
                    <a:pt x="28" y="28"/>
                  </a:lnTo>
                  <a:lnTo>
                    <a:pt x="31" y="27"/>
                  </a:lnTo>
                  <a:lnTo>
                    <a:pt x="34" y="26"/>
                  </a:lnTo>
                  <a:lnTo>
                    <a:pt x="35" y="25"/>
                  </a:lnTo>
                  <a:lnTo>
                    <a:pt x="37" y="21"/>
                  </a:lnTo>
                  <a:lnTo>
                    <a:pt x="39" y="19"/>
                  </a:lnTo>
                  <a:lnTo>
                    <a:pt x="43" y="20"/>
                  </a:lnTo>
                  <a:lnTo>
                    <a:pt x="44" y="21"/>
                  </a:lnTo>
                  <a:lnTo>
                    <a:pt x="45" y="14"/>
                  </a:lnTo>
                  <a:lnTo>
                    <a:pt x="47" y="13"/>
                  </a:lnTo>
                  <a:lnTo>
                    <a:pt x="49" y="17"/>
                  </a:lnTo>
                  <a:lnTo>
                    <a:pt x="51" y="13"/>
                  </a:lnTo>
                  <a:lnTo>
                    <a:pt x="53" y="12"/>
                  </a:lnTo>
                  <a:lnTo>
                    <a:pt x="55" y="13"/>
                  </a:lnTo>
                  <a:lnTo>
                    <a:pt x="56" y="11"/>
                  </a:lnTo>
                  <a:lnTo>
                    <a:pt x="56" y="6"/>
                  </a:lnTo>
                  <a:lnTo>
                    <a:pt x="55" y="3"/>
                  </a:lnTo>
                  <a:lnTo>
                    <a:pt x="56" y="0"/>
                  </a:lnTo>
                  <a:lnTo>
                    <a:pt x="59" y="4"/>
                  </a:lnTo>
                  <a:lnTo>
                    <a:pt x="64" y="9"/>
                  </a:lnTo>
                  <a:lnTo>
                    <a:pt x="65" y="13"/>
                  </a:lnTo>
                  <a:lnTo>
                    <a:pt x="66" y="15"/>
                  </a:lnTo>
                  <a:lnTo>
                    <a:pt x="63" y="20"/>
                  </a:lnTo>
                  <a:lnTo>
                    <a:pt x="65" y="22"/>
                  </a:lnTo>
                  <a:lnTo>
                    <a:pt x="69" y="21"/>
                  </a:lnTo>
                  <a:lnTo>
                    <a:pt x="70" y="24"/>
                  </a:lnTo>
                  <a:lnTo>
                    <a:pt x="69" y="27"/>
                  </a:lnTo>
                  <a:lnTo>
                    <a:pt x="69" y="32"/>
                  </a:lnTo>
                  <a:lnTo>
                    <a:pt x="71" y="35"/>
                  </a:lnTo>
                  <a:lnTo>
                    <a:pt x="71" y="38"/>
                  </a:lnTo>
                  <a:lnTo>
                    <a:pt x="70" y="41"/>
                  </a:lnTo>
                  <a:lnTo>
                    <a:pt x="68" y="46"/>
                  </a:lnTo>
                  <a:lnTo>
                    <a:pt x="65" y="5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0" name="Freeform 69">
              <a:extLst>
                <a:ext uri="{FF2B5EF4-FFF2-40B4-BE49-F238E27FC236}">
                  <a16:creationId xmlns:a16="http://schemas.microsoft.com/office/drawing/2014/main" id="{AC025D67-106F-716E-7CA4-124505292B95}"/>
                </a:ext>
              </a:extLst>
            </p:cNvPr>
            <p:cNvSpPr>
              <a:spLocks/>
            </p:cNvSpPr>
            <p:nvPr/>
          </p:nvSpPr>
          <p:spPr bwMode="gray">
            <a:xfrm>
              <a:off x="5283235" y="4615372"/>
              <a:ext cx="37741" cy="39457"/>
            </a:xfrm>
            <a:custGeom>
              <a:avLst/>
              <a:gdLst>
                <a:gd name="T0" fmla="*/ 1 w 22"/>
                <a:gd name="T1" fmla="*/ 23 h 23"/>
                <a:gd name="T2" fmla="*/ 0 w 22"/>
                <a:gd name="T3" fmla="*/ 22 h 23"/>
                <a:gd name="T4" fmla="*/ 1 w 22"/>
                <a:gd name="T5" fmla="*/ 19 h 23"/>
                <a:gd name="T6" fmla="*/ 3 w 22"/>
                <a:gd name="T7" fmla="*/ 16 h 23"/>
                <a:gd name="T8" fmla="*/ 6 w 22"/>
                <a:gd name="T9" fmla="*/ 13 h 23"/>
                <a:gd name="T10" fmla="*/ 10 w 22"/>
                <a:gd name="T11" fmla="*/ 11 h 23"/>
                <a:gd name="T12" fmla="*/ 15 w 22"/>
                <a:gd name="T13" fmla="*/ 7 h 23"/>
                <a:gd name="T14" fmla="*/ 21 w 22"/>
                <a:gd name="T15" fmla="*/ 0 h 23"/>
                <a:gd name="T16" fmla="*/ 22 w 22"/>
                <a:gd name="T17" fmla="*/ 4 h 23"/>
                <a:gd name="T18" fmla="*/ 21 w 22"/>
                <a:gd name="T19" fmla="*/ 6 h 23"/>
                <a:gd name="T20" fmla="*/ 19 w 22"/>
                <a:gd name="T21" fmla="*/ 9 h 23"/>
                <a:gd name="T22" fmla="*/ 17 w 22"/>
                <a:gd name="T23" fmla="*/ 10 h 23"/>
                <a:gd name="T24" fmla="*/ 14 w 22"/>
                <a:gd name="T25" fmla="*/ 11 h 23"/>
                <a:gd name="T26" fmla="*/ 13 w 22"/>
                <a:gd name="T27" fmla="*/ 12 h 23"/>
                <a:gd name="T28" fmla="*/ 11 w 22"/>
                <a:gd name="T29" fmla="*/ 17 h 23"/>
                <a:gd name="T30" fmla="*/ 8 w 22"/>
                <a:gd name="T31" fmla="*/ 19 h 23"/>
                <a:gd name="T32" fmla="*/ 4 w 22"/>
                <a:gd name="T33" fmla="*/ 20 h 23"/>
                <a:gd name="T34" fmla="*/ 1 w 22"/>
                <a:gd name="T35" fmla="*/ 23 h 2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
                <a:gd name="T55" fmla="*/ 0 h 23"/>
                <a:gd name="T56" fmla="*/ 22 w 22"/>
                <a:gd name="T57" fmla="*/ 23 h 2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 h="23">
                  <a:moveTo>
                    <a:pt x="1" y="23"/>
                  </a:moveTo>
                  <a:lnTo>
                    <a:pt x="0" y="22"/>
                  </a:lnTo>
                  <a:lnTo>
                    <a:pt x="1" y="19"/>
                  </a:lnTo>
                  <a:lnTo>
                    <a:pt x="3" y="16"/>
                  </a:lnTo>
                  <a:lnTo>
                    <a:pt x="6" y="13"/>
                  </a:lnTo>
                  <a:lnTo>
                    <a:pt x="10" y="11"/>
                  </a:lnTo>
                  <a:lnTo>
                    <a:pt x="15" y="7"/>
                  </a:lnTo>
                  <a:lnTo>
                    <a:pt x="21" y="0"/>
                  </a:lnTo>
                  <a:lnTo>
                    <a:pt x="22" y="4"/>
                  </a:lnTo>
                  <a:lnTo>
                    <a:pt x="21" y="6"/>
                  </a:lnTo>
                  <a:lnTo>
                    <a:pt x="19" y="9"/>
                  </a:lnTo>
                  <a:lnTo>
                    <a:pt x="17" y="10"/>
                  </a:lnTo>
                  <a:lnTo>
                    <a:pt x="14" y="11"/>
                  </a:lnTo>
                  <a:lnTo>
                    <a:pt x="13" y="12"/>
                  </a:lnTo>
                  <a:lnTo>
                    <a:pt x="11" y="17"/>
                  </a:lnTo>
                  <a:lnTo>
                    <a:pt x="8" y="19"/>
                  </a:lnTo>
                  <a:lnTo>
                    <a:pt x="4" y="20"/>
                  </a:lnTo>
                  <a:lnTo>
                    <a:pt x="1" y="23"/>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1" name="Freeform 70">
              <a:extLst>
                <a:ext uri="{FF2B5EF4-FFF2-40B4-BE49-F238E27FC236}">
                  <a16:creationId xmlns:a16="http://schemas.microsoft.com/office/drawing/2014/main" id="{0E4D4779-636E-54C5-F5E4-E601DB5E6C8E}"/>
                </a:ext>
              </a:extLst>
            </p:cNvPr>
            <p:cNvSpPr>
              <a:spLocks/>
            </p:cNvSpPr>
            <p:nvPr/>
          </p:nvSpPr>
          <p:spPr bwMode="gray">
            <a:xfrm>
              <a:off x="5420475" y="4587924"/>
              <a:ext cx="27448" cy="49750"/>
            </a:xfrm>
            <a:custGeom>
              <a:avLst/>
              <a:gdLst>
                <a:gd name="T0" fmla="*/ 10 w 16"/>
                <a:gd name="T1" fmla="*/ 29 h 29"/>
                <a:gd name="T2" fmla="*/ 7 w 16"/>
                <a:gd name="T3" fmla="*/ 27 h 29"/>
                <a:gd name="T4" fmla="*/ 1 w 16"/>
                <a:gd name="T5" fmla="*/ 22 h 29"/>
                <a:gd name="T6" fmla="*/ 0 w 16"/>
                <a:gd name="T7" fmla="*/ 20 h 29"/>
                <a:gd name="T8" fmla="*/ 1 w 16"/>
                <a:gd name="T9" fmla="*/ 17 h 29"/>
                <a:gd name="T10" fmla="*/ 5 w 16"/>
                <a:gd name="T11" fmla="*/ 16 h 29"/>
                <a:gd name="T12" fmla="*/ 6 w 16"/>
                <a:gd name="T13" fmla="*/ 14 h 29"/>
                <a:gd name="T14" fmla="*/ 10 w 16"/>
                <a:gd name="T15" fmla="*/ 1 h 29"/>
                <a:gd name="T16" fmla="*/ 13 w 16"/>
                <a:gd name="T17" fmla="*/ 0 h 29"/>
                <a:gd name="T18" fmla="*/ 15 w 16"/>
                <a:gd name="T19" fmla="*/ 0 h 29"/>
                <a:gd name="T20" fmla="*/ 15 w 16"/>
                <a:gd name="T21" fmla="*/ 1 h 29"/>
                <a:gd name="T22" fmla="*/ 16 w 16"/>
                <a:gd name="T23" fmla="*/ 3 h 29"/>
                <a:gd name="T24" fmla="*/ 13 w 16"/>
                <a:gd name="T25" fmla="*/ 9 h 29"/>
                <a:gd name="T26" fmla="*/ 12 w 16"/>
                <a:gd name="T27" fmla="*/ 11 h 29"/>
                <a:gd name="T28" fmla="*/ 11 w 16"/>
                <a:gd name="T29" fmla="*/ 21 h 29"/>
                <a:gd name="T30" fmla="*/ 11 w 16"/>
                <a:gd name="T31" fmla="*/ 23 h 29"/>
                <a:gd name="T32" fmla="*/ 13 w 16"/>
                <a:gd name="T33" fmla="*/ 26 h 29"/>
                <a:gd name="T34" fmla="*/ 11 w 16"/>
                <a:gd name="T35" fmla="*/ 29 h 29"/>
                <a:gd name="T36" fmla="*/ 10 w 16"/>
                <a:gd name="T37" fmla="*/ 29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6"/>
                <a:gd name="T58" fmla="*/ 0 h 29"/>
                <a:gd name="T59" fmla="*/ 16 w 16"/>
                <a:gd name="T60" fmla="*/ 29 h 29"/>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6" h="29">
                  <a:moveTo>
                    <a:pt x="10" y="29"/>
                  </a:moveTo>
                  <a:lnTo>
                    <a:pt x="7" y="27"/>
                  </a:lnTo>
                  <a:lnTo>
                    <a:pt x="1" y="22"/>
                  </a:lnTo>
                  <a:lnTo>
                    <a:pt x="0" y="20"/>
                  </a:lnTo>
                  <a:lnTo>
                    <a:pt x="1" y="17"/>
                  </a:lnTo>
                  <a:lnTo>
                    <a:pt x="5" y="16"/>
                  </a:lnTo>
                  <a:lnTo>
                    <a:pt x="6" y="14"/>
                  </a:lnTo>
                  <a:lnTo>
                    <a:pt x="10" y="1"/>
                  </a:lnTo>
                  <a:lnTo>
                    <a:pt x="13" y="0"/>
                  </a:lnTo>
                  <a:lnTo>
                    <a:pt x="15" y="0"/>
                  </a:lnTo>
                  <a:lnTo>
                    <a:pt x="15" y="1"/>
                  </a:lnTo>
                  <a:lnTo>
                    <a:pt x="16" y="3"/>
                  </a:lnTo>
                  <a:lnTo>
                    <a:pt x="13" y="9"/>
                  </a:lnTo>
                  <a:lnTo>
                    <a:pt x="12" y="11"/>
                  </a:lnTo>
                  <a:lnTo>
                    <a:pt x="11" y="21"/>
                  </a:lnTo>
                  <a:lnTo>
                    <a:pt x="11" y="23"/>
                  </a:lnTo>
                  <a:lnTo>
                    <a:pt x="13" y="26"/>
                  </a:lnTo>
                  <a:lnTo>
                    <a:pt x="11" y="29"/>
                  </a:lnTo>
                  <a:lnTo>
                    <a:pt x="10" y="29"/>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2" name="Freeform 71">
              <a:extLst>
                <a:ext uri="{FF2B5EF4-FFF2-40B4-BE49-F238E27FC236}">
                  <a16:creationId xmlns:a16="http://schemas.microsoft.com/office/drawing/2014/main" id="{07D63580-F9BC-ECF7-12BE-14DFC709868C}"/>
                </a:ext>
              </a:extLst>
            </p:cNvPr>
            <p:cNvSpPr>
              <a:spLocks/>
            </p:cNvSpPr>
            <p:nvPr/>
          </p:nvSpPr>
          <p:spPr bwMode="gray">
            <a:xfrm>
              <a:off x="5324407" y="4579347"/>
              <a:ext cx="22302" cy="32595"/>
            </a:xfrm>
            <a:custGeom>
              <a:avLst/>
              <a:gdLst>
                <a:gd name="T0" fmla="*/ 3 w 13"/>
                <a:gd name="T1" fmla="*/ 19 h 19"/>
                <a:gd name="T2" fmla="*/ 0 w 13"/>
                <a:gd name="T3" fmla="*/ 19 h 19"/>
                <a:gd name="T4" fmla="*/ 1 w 13"/>
                <a:gd name="T5" fmla="*/ 17 h 19"/>
                <a:gd name="T6" fmla="*/ 2 w 13"/>
                <a:gd name="T7" fmla="*/ 16 h 19"/>
                <a:gd name="T8" fmla="*/ 5 w 13"/>
                <a:gd name="T9" fmla="*/ 13 h 19"/>
                <a:gd name="T10" fmla="*/ 6 w 13"/>
                <a:gd name="T11" fmla="*/ 10 h 19"/>
                <a:gd name="T12" fmla="*/ 7 w 13"/>
                <a:gd name="T13" fmla="*/ 5 h 19"/>
                <a:gd name="T14" fmla="*/ 8 w 13"/>
                <a:gd name="T15" fmla="*/ 1 h 19"/>
                <a:gd name="T16" fmla="*/ 10 w 13"/>
                <a:gd name="T17" fmla="*/ 0 h 19"/>
                <a:gd name="T18" fmla="*/ 11 w 13"/>
                <a:gd name="T19" fmla="*/ 1 h 19"/>
                <a:gd name="T20" fmla="*/ 10 w 13"/>
                <a:gd name="T21" fmla="*/ 3 h 19"/>
                <a:gd name="T22" fmla="*/ 12 w 13"/>
                <a:gd name="T23" fmla="*/ 8 h 19"/>
                <a:gd name="T24" fmla="*/ 13 w 13"/>
                <a:gd name="T25" fmla="*/ 11 h 19"/>
                <a:gd name="T26" fmla="*/ 13 w 13"/>
                <a:gd name="T27" fmla="*/ 12 h 19"/>
                <a:gd name="T28" fmla="*/ 8 w 13"/>
                <a:gd name="T29" fmla="*/ 15 h 19"/>
                <a:gd name="T30" fmla="*/ 5 w 13"/>
                <a:gd name="T31" fmla="*/ 17 h 19"/>
                <a:gd name="T32" fmla="*/ 3 w 13"/>
                <a:gd name="T33" fmla="*/ 19 h 1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3"/>
                <a:gd name="T52" fmla="*/ 0 h 19"/>
                <a:gd name="T53" fmla="*/ 13 w 13"/>
                <a:gd name="T54" fmla="*/ 19 h 1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3" h="19">
                  <a:moveTo>
                    <a:pt x="3" y="19"/>
                  </a:moveTo>
                  <a:lnTo>
                    <a:pt x="0" y="19"/>
                  </a:lnTo>
                  <a:lnTo>
                    <a:pt x="1" y="17"/>
                  </a:lnTo>
                  <a:lnTo>
                    <a:pt x="2" y="16"/>
                  </a:lnTo>
                  <a:lnTo>
                    <a:pt x="5" y="13"/>
                  </a:lnTo>
                  <a:lnTo>
                    <a:pt x="6" y="10"/>
                  </a:lnTo>
                  <a:lnTo>
                    <a:pt x="7" y="5"/>
                  </a:lnTo>
                  <a:lnTo>
                    <a:pt x="8" y="1"/>
                  </a:lnTo>
                  <a:lnTo>
                    <a:pt x="10" y="0"/>
                  </a:lnTo>
                  <a:lnTo>
                    <a:pt x="11" y="1"/>
                  </a:lnTo>
                  <a:lnTo>
                    <a:pt x="10" y="3"/>
                  </a:lnTo>
                  <a:lnTo>
                    <a:pt x="12" y="8"/>
                  </a:lnTo>
                  <a:lnTo>
                    <a:pt x="13" y="11"/>
                  </a:lnTo>
                  <a:lnTo>
                    <a:pt x="13" y="12"/>
                  </a:lnTo>
                  <a:lnTo>
                    <a:pt x="8" y="15"/>
                  </a:lnTo>
                  <a:lnTo>
                    <a:pt x="5" y="17"/>
                  </a:lnTo>
                  <a:lnTo>
                    <a:pt x="3" y="19"/>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3" name="Freeform 72">
              <a:extLst>
                <a:ext uri="{FF2B5EF4-FFF2-40B4-BE49-F238E27FC236}">
                  <a16:creationId xmlns:a16="http://schemas.microsoft.com/office/drawing/2014/main" id="{0377EABC-4CC1-8955-5FBF-5163314903E6}"/>
                </a:ext>
              </a:extLst>
            </p:cNvPr>
            <p:cNvSpPr>
              <a:spLocks/>
            </p:cNvSpPr>
            <p:nvPr/>
          </p:nvSpPr>
          <p:spPr bwMode="gray">
            <a:xfrm>
              <a:off x="5410182" y="4565623"/>
              <a:ext cx="27448" cy="34310"/>
            </a:xfrm>
            <a:custGeom>
              <a:avLst/>
              <a:gdLst>
                <a:gd name="T0" fmla="*/ 0 w 16"/>
                <a:gd name="T1" fmla="*/ 20 h 20"/>
                <a:gd name="T2" fmla="*/ 0 w 16"/>
                <a:gd name="T3" fmla="*/ 18 h 20"/>
                <a:gd name="T4" fmla="*/ 1 w 16"/>
                <a:gd name="T5" fmla="*/ 8 h 20"/>
                <a:gd name="T6" fmla="*/ 1 w 16"/>
                <a:gd name="T7" fmla="*/ 0 h 20"/>
                <a:gd name="T8" fmla="*/ 4 w 16"/>
                <a:gd name="T9" fmla="*/ 2 h 20"/>
                <a:gd name="T10" fmla="*/ 9 w 16"/>
                <a:gd name="T11" fmla="*/ 4 h 20"/>
                <a:gd name="T12" fmla="*/ 11 w 16"/>
                <a:gd name="T13" fmla="*/ 4 h 20"/>
                <a:gd name="T14" fmla="*/ 16 w 16"/>
                <a:gd name="T15" fmla="*/ 3 h 20"/>
                <a:gd name="T16" fmla="*/ 16 w 16"/>
                <a:gd name="T17" fmla="*/ 6 h 20"/>
                <a:gd name="T18" fmla="*/ 16 w 16"/>
                <a:gd name="T19" fmla="*/ 9 h 20"/>
                <a:gd name="T20" fmla="*/ 14 w 16"/>
                <a:gd name="T21" fmla="*/ 11 h 20"/>
                <a:gd name="T22" fmla="*/ 12 w 16"/>
                <a:gd name="T23" fmla="*/ 12 h 20"/>
                <a:gd name="T24" fmla="*/ 6 w 16"/>
                <a:gd name="T25" fmla="*/ 17 h 20"/>
                <a:gd name="T26" fmla="*/ 0 w 16"/>
                <a:gd name="T27" fmla="*/ 20 h 2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6"/>
                <a:gd name="T43" fmla="*/ 0 h 20"/>
                <a:gd name="T44" fmla="*/ 16 w 16"/>
                <a:gd name="T45" fmla="*/ 20 h 2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6" h="20">
                  <a:moveTo>
                    <a:pt x="0" y="20"/>
                  </a:moveTo>
                  <a:lnTo>
                    <a:pt x="0" y="18"/>
                  </a:lnTo>
                  <a:lnTo>
                    <a:pt x="1" y="8"/>
                  </a:lnTo>
                  <a:lnTo>
                    <a:pt x="1" y="0"/>
                  </a:lnTo>
                  <a:lnTo>
                    <a:pt x="4" y="2"/>
                  </a:lnTo>
                  <a:lnTo>
                    <a:pt x="9" y="4"/>
                  </a:lnTo>
                  <a:lnTo>
                    <a:pt x="11" y="4"/>
                  </a:lnTo>
                  <a:lnTo>
                    <a:pt x="16" y="3"/>
                  </a:lnTo>
                  <a:lnTo>
                    <a:pt x="16" y="6"/>
                  </a:lnTo>
                  <a:lnTo>
                    <a:pt x="16" y="9"/>
                  </a:lnTo>
                  <a:lnTo>
                    <a:pt x="14" y="11"/>
                  </a:lnTo>
                  <a:lnTo>
                    <a:pt x="12" y="12"/>
                  </a:lnTo>
                  <a:lnTo>
                    <a:pt x="6" y="17"/>
                  </a:lnTo>
                  <a:lnTo>
                    <a:pt x="0" y="2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4" name="Freeform 73">
              <a:extLst>
                <a:ext uri="{FF2B5EF4-FFF2-40B4-BE49-F238E27FC236}">
                  <a16:creationId xmlns:a16="http://schemas.microsoft.com/office/drawing/2014/main" id="{44C83784-0325-AB03-E94D-9F4D5CA5EE60}"/>
                </a:ext>
              </a:extLst>
            </p:cNvPr>
            <p:cNvSpPr>
              <a:spLocks/>
            </p:cNvSpPr>
            <p:nvPr/>
          </p:nvSpPr>
          <p:spPr bwMode="gray">
            <a:xfrm>
              <a:off x="5473655" y="4543321"/>
              <a:ext cx="30879" cy="37741"/>
            </a:xfrm>
            <a:custGeom>
              <a:avLst/>
              <a:gdLst>
                <a:gd name="T0" fmla="*/ 16 w 18"/>
                <a:gd name="T1" fmla="*/ 22 h 22"/>
                <a:gd name="T2" fmla="*/ 12 w 18"/>
                <a:gd name="T3" fmla="*/ 21 h 22"/>
                <a:gd name="T4" fmla="*/ 11 w 18"/>
                <a:gd name="T5" fmla="*/ 19 h 22"/>
                <a:gd name="T6" fmla="*/ 10 w 18"/>
                <a:gd name="T7" fmla="*/ 17 h 22"/>
                <a:gd name="T8" fmla="*/ 9 w 18"/>
                <a:gd name="T9" fmla="*/ 17 h 22"/>
                <a:gd name="T10" fmla="*/ 10 w 18"/>
                <a:gd name="T11" fmla="*/ 14 h 22"/>
                <a:gd name="T12" fmla="*/ 9 w 18"/>
                <a:gd name="T13" fmla="*/ 11 h 22"/>
                <a:gd name="T14" fmla="*/ 5 w 18"/>
                <a:gd name="T15" fmla="*/ 9 h 22"/>
                <a:gd name="T16" fmla="*/ 1 w 18"/>
                <a:gd name="T17" fmla="*/ 5 h 22"/>
                <a:gd name="T18" fmla="*/ 0 w 18"/>
                <a:gd name="T19" fmla="*/ 2 h 22"/>
                <a:gd name="T20" fmla="*/ 3 w 18"/>
                <a:gd name="T21" fmla="*/ 1 h 22"/>
                <a:gd name="T22" fmla="*/ 10 w 18"/>
                <a:gd name="T23" fmla="*/ 0 h 22"/>
                <a:gd name="T24" fmla="*/ 13 w 18"/>
                <a:gd name="T25" fmla="*/ 1 h 22"/>
                <a:gd name="T26" fmla="*/ 15 w 18"/>
                <a:gd name="T27" fmla="*/ 4 h 22"/>
                <a:gd name="T28" fmla="*/ 15 w 18"/>
                <a:gd name="T29" fmla="*/ 10 h 22"/>
                <a:gd name="T30" fmla="*/ 16 w 18"/>
                <a:gd name="T31" fmla="*/ 16 h 22"/>
                <a:gd name="T32" fmla="*/ 18 w 18"/>
                <a:gd name="T33" fmla="*/ 21 h 22"/>
                <a:gd name="T34" fmla="*/ 17 w 18"/>
                <a:gd name="T35" fmla="*/ 22 h 22"/>
                <a:gd name="T36" fmla="*/ 16 w 18"/>
                <a:gd name="T37" fmla="*/ 22 h 2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
                <a:gd name="T58" fmla="*/ 0 h 22"/>
                <a:gd name="T59" fmla="*/ 18 w 18"/>
                <a:gd name="T60" fmla="*/ 22 h 2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 h="22">
                  <a:moveTo>
                    <a:pt x="16" y="22"/>
                  </a:moveTo>
                  <a:lnTo>
                    <a:pt x="12" y="21"/>
                  </a:lnTo>
                  <a:lnTo>
                    <a:pt x="11" y="19"/>
                  </a:lnTo>
                  <a:lnTo>
                    <a:pt x="10" y="17"/>
                  </a:lnTo>
                  <a:lnTo>
                    <a:pt x="9" y="17"/>
                  </a:lnTo>
                  <a:lnTo>
                    <a:pt x="10" y="14"/>
                  </a:lnTo>
                  <a:lnTo>
                    <a:pt x="9" y="11"/>
                  </a:lnTo>
                  <a:lnTo>
                    <a:pt x="5" y="9"/>
                  </a:lnTo>
                  <a:lnTo>
                    <a:pt x="1" y="5"/>
                  </a:lnTo>
                  <a:lnTo>
                    <a:pt x="0" y="2"/>
                  </a:lnTo>
                  <a:lnTo>
                    <a:pt x="3" y="1"/>
                  </a:lnTo>
                  <a:lnTo>
                    <a:pt x="10" y="0"/>
                  </a:lnTo>
                  <a:lnTo>
                    <a:pt x="13" y="1"/>
                  </a:lnTo>
                  <a:lnTo>
                    <a:pt x="15" y="4"/>
                  </a:lnTo>
                  <a:lnTo>
                    <a:pt x="15" y="10"/>
                  </a:lnTo>
                  <a:lnTo>
                    <a:pt x="16" y="16"/>
                  </a:lnTo>
                  <a:lnTo>
                    <a:pt x="18" y="21"/>
                  </a:lnTo>
                  <a:lnTo>
                    <a:pt x="17" y="22"/>
                  </a:lnTo>
                  <a:lnTo>
                    <a:pt x="16" y="22"/>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5" name="Freeform 74">
              <a:extLst>
                <a:ext uri="{FF2B5EF4-FFF2-40B4-BE49-F238E27FC236}">
                  <a16:creationId xmlns:a16="http://schemas.microsoft.com/office/drawing/2014/main" id="{8D647FC1-7CB4-09BE-F13D-4459C42827A9}"/>
                </a:ext>
              </a:extLst>
            </p:cNvPr>
            <p:cNvSpPr>
              <a:spLocks/>
            </p:cNvSpPr>
            <p:nvPr/>
          </p:nvSpPr>
          <p:spPr bwMode="gray">
            <a:xfrm>
              <a:off x="5367294" y="4519304"/>
              <a:ext cx="27448" cy="32595"/>
            </a:xfrm>
            <a:custGeom>
              <a:avLst/>
              <a:gdLst>
                <a:gd name="T0" fmla="*/ 12 w 16"/>
                <a:gd name="T1" fmla="*/ 19 h 19"/>
                <a:gd name="T2" fmla="*/ 9 w 16"/>
                <a:gd name="T3" fmla="*/ 17 h 19"/>
                <a:gd name="T4" fmla="*/ 7 w 16"/>
                <a:gd name="T5" fmla="*/ 14 h 19"/>
                <a:gd name="T6" fmla="*/ 6 w 16"/>
                <a:gd name="T7" fmla="*/ 12 h 19"/>
                <a:gd name="T8" fmla="*/ 4 w 16"/>
                <a:gd name="T9" fmla="*/ 4 h 19"/>
                <a:gd name="T10" fmla="*/ 0 w 16"/>
                <a:gd name="T11" fmla="*/ 0 h 19"/>
                <a:gd name="T12" fmla="*/ 5 w 16"/>
                <a:gd name="T13" fmla="*/ 0 h 19"/>
                <a:gd name="T14" fmla="*/ 11 w 16"/>
                <a:gd name="T15" fmla="*/ 0 h 19"/>
                <a:gd name="T16" fmla="*/ 13 w 16"/>
                <a:gd name="T17" fmla="*/ 1 h 19"/>
                <a:gd name="T18" fmla="*/ 15 w 16"/>
                <a:gd name="T19" fmla="*/ 4 h 19"/>
                <a:gd name="T20" fmla="*/ 16 w 16"/>
                <a:gd name="T21" fmla="*/ 11 h 19"/>
                <a:gd name="T22" fmla="*/ 15 w 16"/>
                <a:gd name="T23" fmla="*/ 14 h 19"/>
                <a:gd name="T24" fmla="*/ 13 w 16"/>
                <a:gd name="T25" fmla="*/ 16 h 19"/>
                <a:gd name="T26" fmla="*/ 12 w 16"/>
                <a:gd name="T27" fmla="*/ 19 h 1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6"/>
                <a:gd name="T43" fmla="*/ 0 h 19"/>
                <a:gd name="T44" fmla="*/ 16 w 16"/>
                <a:gd name="T45" fmla="*/ 19 h 1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6" h="19">
                  <a:moveTo>
                    <a:pt x="12" y="19"/>
                  </a:moveTo>
                  <a:lnTo>
                    <a:pt x="9" y="17"/>
                  </a:lnTo>
                  <a:lnTo>
                    <a:pt x="7" y="14"/>
                  </a:lnTo>
                  <a:lnTo>
                    <a:pt x="6" y="12"/>
                  </a:lnTo>
                  <a:lnTo>
                    <a:pt x="4" y="4"/>
                  </a:lnTo>
                  <a:lnTo>
                    <a:pt x="0" y="0"/>
                  </a:lnTo>
                  <a:lnTo>
                    <a:pt x="5" y="0"/>
                  </a:lnTo>
                  <a:lnTo>
                    <a:pt x="11" y="0"/>
                  </a:lnTo>
                  <a:lnTo>
                    <a:pt x="13" y="1"/>
                  </a:lnTo>
                  <a:lnTo>
                    <a:pt x="15" y="4"/>
                  </a:lnTo>
                  <a:lnTo>
                    <a:pt x="16" y="11"/>
                  </a:lnTo>
                  <a:lnTo>
                    <a:pt x="15" y="14"/>
                  </a:lnTo>
                  <a:lnTo>
                    <a:pt x="13" y="16"/>
                  </a:lnTo>
                  <a:lnTo>
                    <a:pt x="12" y="19"/>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6" name="Freeform 75">
              <a:extLst>
                <a:ext uri="{FF2B5EF4-FFF2-40B4-BE49-F238E27FC236}">
                  <a16:creationId xmlns:a16="http://schemas.microsoft.com/office/drawing/2014/main" id="{0E58ABC2-D9F7-AB63-E951-770C661503A6}"/>
                </a:ext>
              </a:extLst>
            </p:cNvPr>
            <p:cNvSpPr>
              <a:spLocks noEditPoints="1"/>
            </p:cNvSpPr>
            <p:nvPr/>
          </p:nvSpPr>
          <p:spPr bwMode="gray">
            <a:xfrm>
              <a:off x="4694817" y="4732027"/>
              <a:ext cx="1224869" cy="428876"/>
            </a:xfrm>
            <a:custGeom>
              <a:avLst/>
              <a:gdLst>
                <a:gd name="T0" fmla="*/ 686 w 714"/>
                <a:gd name="T1" fmla="*/ 210 h 250"/>
                <a:gd name="T2" fmla="*/ 654 w 714"/>
                <a:gd name="T3" fmla="*/ 166 h 250"/>
                <a:gd name="T4" fmla="*/ 602 w 714"/>
                <a:gd name="T5" fmla="*/ 137 h 250"/>
                <a:gd name="T6" fmla="*/ 575 w 714"/>
                <a:gd name="T7" fmla="*/ 134 h 250"/>
                <a:gd name="T8" fmla="*/ 601 w 714"/>
                <a:gd name="T9" fmla="*/ 122 h 250"/>
                <a:gd name="T10" fmla="*/ 565 w 714"/>
                <a:gd name="T11" fmla="*/ 103 h 250"/>
                <a:gd name="T12" fmla="*/ 609 w 714"/>
                <a:gd name="T13" fmla="*/ 128 h 250"/>
                <a:gd name="T14" fmla="*/ 644 w 714"/>
                <a:gd name="T15" fmla="*/ 125 h 250"/>
                <a:gd name="T16" fmla="*/ 389 w 714"/>
                <a:gd name="T17" fmla="*/ 76 h 250"/>
                <a:gd name="T18" fmla="*/ 452 w 714"/>
                <a:gd name="T19" fmla="*/ 75 h 250"/>
                <a:gd name="T20" fmla="*/ 450 w 714"/>
                <a:gd name="T21" fmla="*/ 83 h 250"/>
                <a:gd name="T22" fmla="*/ 386 w 714"/>
                <a:gd name="T23" fmla="*/ 98 h 250"/>
                <a:gd name="T24" fmla="*/ 426 w 714"/>
                <a:gd name="T25" fmla="*/ 102 h 250"/>
                <a:gd name="T26" fmla="*/ 410 w 714"/>
                <a:gd name="T27" fmla="*/ 118 h 250"/>
                <a:gd name="T28" fmla="*/ 425 w 714"/>
                <a:gd name="T29" fmla="*/ 157 h 250"/>
                <a:gd name="T30" fmla="*/ 402 w 714"/>
                <a:gd name="T31" fmla="*/ 132 h 250"/>
                <a:gd name="T32" fmla="*/ 379 w 714"/>
                <a:gd name="T33" fmla="*/ 178 h 250"/>
                <a:gd name="T34" fmla="*/ 368 w 714"/>
                <a:gd name="T35" fmla="*/ 130 h 250"/>
                <a:gd name="T36" fmla="*/ 345 w 714"/>
                <a:gd name="T37" fmla="*/ 32 h 250"/>
                <a:gd name="T38" fmla="*/ 368 w 714"/>
                <a:gd name="T39" fmla="*/ 74 h 250"/>
                <a:gd name="T40" fmla="*/ 331 w 714"/>
                <a:gd name="T41" fmla="*/ 113 h 250"/>
                <a:gd name="T42" fmla="*/ 302 w 714"/>
                <a:gd name="T43" fmla="*/ 154 h 250"/>
                <a:gd name="T44" fmla="*/ 271 w 714"/>
                <a:gd name="T45" fmla="*/ 141 h 250"/>
                <a:gd name="T46" fmla="*/ 232 w 714"/>
                <a:gd name="T47" fmla="*/ 131 h 250"/>
                <a:gd name="T48" fmla="*/ 213 w 714"/>
                <a:gd name="T49" fmla="*/ 79 h 250"/>
                <a:gd name="T50" fmla="*/ 252 w 714"/>
                <a:gd name="T51" fmla="*/ 74 h 250"/>
                <a:gd name="T52" fmla="*/ 304 w 714"/>
                <a:gd name="T53" fmla="*/ 62 h 250"/>
                <a:gd name="T54" fmla="*/ 348 w 714"/>
                <a:gd name="T55" fmla="*/ 25 h 250"/>
                <a:gd name="T56" fmla="*/ 396 w 714"/>
                <a:gd name="T57" fmla="*/ 246 h 250"/>
                <a:gd name="T58" fmla="*/ 491 w 714"/>
                <a:gd name="T59" fmla="*/ 221 h 250"/>
                <a:gd name="T60" fmla="*/ 156 w 714"/>
                <a:gd name="T61" fmla="*/ 194 h 250"/>
                <a:gd name="T62" fmla="*/ 182 w 714"/>
                <a:gd name="T63" fmla="*/ 185 h 250"/>
                <a:gd name="T64" fmla="*/ 221 w 714"/>
                <a:gd name="T65" fmla="*/ 196 h 250"/>
                <a:gd name="T66" fmla="*/ 270 w 714"/>
                <a:gd name="T67" fmla="*/ 204 h 250"/>
                <a:gd name="T68" fmla="*/ 285 w 714"/>
                <a:gd name="T69" fmla="*/ 220 h 250"/>
                <a:gd name="T70" fmla="*/ 196 w 714"/>
                <a:gd name="T71" fmla="*/ 209 h 250"/>
                <a:gd name="T72" fmla="*/ 167 w 714"/>
                <a:gd name="T73" fmla="*/ 130 h 250"/>
                <a:gd name="T74" fmla="*/ 179 w 714"/>
                <a:gd name="T75" fmla="*/ 130 h 250"/>
                <a:gd name="T76" fmla="*/ 511 w 714"/>
                <a:gd name="T77" fmla="*/ 65 h 250"/>
                <a:gd name="T78" fmla="*/ 515 w 714"/>
                <a:gd name="T79" fmla="*/ 77 h 250"/>
                <a:gd name="T80" fmla="*/ 518 w 714"/>
                <a:gd name="T81" fmla="*/ 102 h 250"/>
                <a:gd name="T82" fmla="*/ 139 w 714"/>
                <a:gd name="T83" fmla="*/ 105 h 250"/>
                <a:gd name="T84" fmla="*/ 168 w 714"/>
                <a:gd name="T85" fmla="*/ 137 h 250"/>
                <a:gd name="T86" fmla="*/ 146 w 714"/>
                <a:gd name="T87" fmla="*/ 175 h 250"/>
                <a:gd name="T88" fmla="*/ 87 w 714"/>
                <a:gd name="T89" fmla="*/ 121 h 250"/>
                <a:gd name="T90" fmla="*/ 43 w 714"/>
                <a:gd name="T91" fmla="*/ 54 h 250"/>
                <a:gd name="T92" fmla="*/ 0 w 714"/>
                <a:gd name="T93" fmla="*/ 3 h 250"/>
                <a:gd name="T94" fmla="*/ 46 w 714"/>
                <a:gd name="T95" fmla="*/ 19 h 250"/>
                <a:gd name="T96" fmla="*/ 87 w 714"/>
                <a:gd name="T97" fmla="*/ 55 h 250"/>
                <a:gd name="T98" fmla="*/ 133 w 714"/>
                <a:gd name="T99" fmla="*/ 87 h 250"/>
                <a:gd name="T100" fmla="*/ 351 w 714"/>
                <a:gd name="T101" fmla="*/ 220 h 250"/>
                <a:gd name="T102" fmla="*/ 370 w 714"/>
                <a:gd name="T103" fmla="*/ 220 h 250"/>
                <a:gd name="T104" fmla="*/ 354 w 714"/>
                <a:gd name="T105" fmla="*/ 227 h 250"/>
                <a:gd name="T106" fmla="*/ 345 w 714"/>
                <a:gd name="T107" fmla="*/ 222 h 250"/>
                <a:gd name="T108" fmla="*/ 414 w 714"/>
                <a:gd name="T109" fmla="*/ 228 h 250"/>
                <a:gd name="T110" fmla="*/ 407 w 714"/>
                <a:gd name="T111" fmla="*/ 224 h 250"/>
                <a:gd name="T112" fmla="*/ 432 w 714"/>
                <a:gd name="T113" fmla="*/ 215 h 250"/>
                <a:gd name="T114" fmla="*/ 671 w 714"/>
                <a:gd name="T115" fmla="*/ 221 h 250"/>
                <a:gd name="T116" fmla="*/ 555 w 714"/>
                <a:gd name="T117" fmla="*/ 148 h 250"/>
                <a:gd name="T118" fmla="*/ 514 w 714"/>
                <a:gd name="T119" fmla="*/ 138 h 250"/>
                <a:gd name="T120" fmla="*/ 555 w 714"/>
                <a:gd name="T121" fmla="*/ 148 h 25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14"/>
                <a:gd name="T184" fmla="*/ 0 h 250"/>
                <a:gd name="T185" fmla="*/ 714 w 714"/>
                <a:gd name="T186" fmla="*/ 250 h 25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14" h="250">
                  <a:moveTo>
                    <a:pt x="713" y="131"/>
                  </a:moveTo>
                  <a:lnTo>
                    <a:pt x="714" y="187"/>
                  </a:lnTo>
                  <a:lnTo>
                    <a:pt x="711" y="193"/>
                  </a:lnTo>
                  <a:lnTo>
                    <a:pt x="714" y="203"/>
                  </a:lnTo>
                  <a:lnTo>
                    <a:pt x="714" y="208"/>
                  </a:lnTo>
                  <a:lnTo>
                    <a:pt x="714" y="233"/>
                  </a:lnTo>
                  <a:lnTo>
                    <a:pt x="710" y="229"/>
                  </a:lnTo>
                  <a:lnTo>
                    <a:pt x="704" y="223"/>
                  </a:lnTo>
                  <a:lnTo>
                    <a:pt x="699" y="216"/>
                  </a:lnTo>
                  <a:lnTo>
                    <a:pt x="696" y="216"/>
                  </a:lnTo>
                  <a:lnTo>
                    <a:pt x="691" y="217"/>
                  </a:lnTo>
                  <a:lnTo>
                    <a:pt x="685" y="218"/>
                  </a:lnTo>
                  <a:lnTo>
                    <a:pt x="682" y="218"/>
                  </a:lnTo>
                  <a:lnTo>
                    <a:pt x="683" y="215"/>
                  </a:lnTo>
                  <a:lnTo>
                    <a:pt x="686" y="210"/>
                  </a:lnTo>
                  <a:lnTo>
                    <a:pt x="686" y="208"/>
                  </a:lnTo>
                  <a:lnTo>
                    <a:pt x="682" y="205"/>
                  </a:lnTo>
                  <a:lnTo>
                    <a:pt x="678" y="199"/>
                  </a:lnTo>
                  <a:lnTo>
                    <a:pt x="678" y="197"/>
                  </a:lnTo>
                  <a:lnTo>
                    <a:pt x="681" y="198"/>
                  </a:lnTo>
                  <a:lnTo>
                    <a:pt x="683" y="198"/>
                  </a:lnTo>
                  <a:lnTo>
                    <a:pt x="684" y="197"/>
                  </a:lnTo>
                  <a:lnTo>
                    <a:pt x="681" y="194"/>
                  </a:lnTo>
                  <a:lnTo>
                    <a:pt x="676" y="191"/>
                  </a:lnTo>
                  <a:lnTo>
                    <a:pt x="675" y="189"/>
                  </a:lnTo>
                  <a:lnTo>
                    <a:pt x="673" y="184"/>
                  </a:lnTo>
                  <a:lnTo>
                    <a:pt x="665" y="172"/>
                  </a:lnTo>
                  <a:lnTo>
                    <a:pt x="662" y="169"/>
                  </a:lnTo>
                  <a:lnTo>
                    <a:pt x="659" y="167"/>
                  </a:lnTo>
                  <a:lnTo>
                    <a:pt x="654" y="166"/>
                  </a:lnTo>
                  <a:lnTo>
                    <a:pt x="640" y="162"/>
                  </a:lnTo>
                  <a:lnTo>
                    <a:pt x="631" y="159"/>
                  </a:lnTo>
                  <a:lnTo>
                    <a:pt x="627" y="159"/>
                  </a:lnTo>
                  <a:lnTo>
                    <a:pt x="622" y="157"/>
                  </a:lnTo>
                  <a:lnTo>
                    <a:pt x="618" y="154"/>
                  </a:lnTo>
                  <a:lnTo>
                    <a:pt x="618" y="152"/>
                  </a:lnTo>
                  <a:lnTo>
                    <a:pt x="617" y="150"/>
                  </a:lnTo>
                  <a:lnTo>
                    <a:pt x="616" y="150"/>
                  </a:lnTo>
                  <a:lnTo>
                    <a:pt x="612" y="151"/>
                  </a:lnTo>
                  <a:lnTo>
                    <a:pt x="609" y="150"/>
                  </a:lnTo>
                  <a:lnTo>
                    <a:pt x="606" y="149"/>
                  </a:lnTo>
                  <a:lnTo>
                    <a:pt x="603" y="146"/>
                  </a:lnTo>
                  <a:lnTo>
                    <a:pt x="602" y="142"/>
                  </a:lnTo>
                  <a:lnTo>
                    <a:pt x="603" y="138"/>
                  </a:lnTo>
                  <a:lnTo>
                    <a:pt x="602" y="137"/>
                  </a:lnTo>
                  <a:lnTo>
                    <a:pt x="600" y="138"/>
                  </a:lnTo>
                  <a:lnTo>
                    <a:pt x="599" y="141"/>
                  </a:lnTo>
                  <a:lnTo>
                    <a:pt x="598" y="145"/>
                  </a:lnTo>
                  <a:lnTo>
                    <a:pt x="596" y="149"/>
                  </a:lnTo>
                  <a:lnTo>
                    <a:pt x="594" y="151"/>
                  </a:lnTo>
                  <a:lnTo>
                    <a:pt x="589" y="154"/>
                  </a:lnTo>
                  <a:lnTo>
                    <a:pt x="588" y="153"/>
                  </a:lnTo>
                  <a:lnTo>
                    <a:pt x="585" y="148"/>
                  </a:lnTo>
                  <a:lnTo>
                    <a:pt x="585" y="147"/>
                  </a:lnTo>
                  <a:lnTo>
                    <a:pt x="588" y="145"/>
                  </a:lnTo>
                  <a:lnTo>
                    <a:pt x="587" y="142"/>
                  </a:lnTo>
                  <a:lnTo>
                    <a:pt x="586" y="140"/>
                  </a:lnTo>
                  <a:lnTo>
                    <a:pt x="582" y="137"/>
                  </a:lnTo>
                  <a:lnTo>
                    <a:pt x="577" y="135"/>
                  </a:lnTo>
                  <a:lnTo>
                    <a:pt x="575" y="134"/>
                  </a:lnTo>
                  <a:lnTo>
                    <a:pt x="574" y="133"/>
                  </a:lnTo>
                  <a:lnTo>
                    <a:pt x="575" y="131"/>
                  </a:lnTo>
                  <a:lnTo>
                    <a:pt x="578" y="131"/>
                  </a:lnTo>
                  <a:lnTo>
                    <a:pt x="580" y="132"/>
                  </a:lnTo>
                  <a:lnTo>
                    <a:pt x="585" y="133"/>
                  </a:lnTo>
                  <a:lnTo>
                    <a:pt x="588" y="131"/>
                  </a:lnTo>
                  <a:lnTo>
                    <a:pt x="592" y="128"/>
                  </a:lnTo>
                  <a:lnTo>
                    <a:pt x="593" y="128"/>
                  </a:lnTo>
                  <a:lnTo>
                    <a:pt x="595" y="130"/>
                  </a:lnTo>
                  <a:lnTo>
                    <a:pt x="602" y="130"/>
                  </a:lnTo>
                  <a:lnTo>
                    <a:pt x="603" y="129"/>
                  </a:lnTo>
                  <a:lnTo>
                    <a:pt x="604" y="125"/>
                  </a:lnTo>
                  <a:lnTo>
                    <a:pt x="603" y="122"/>
                  </a:lnTo>
                  <a:lnTo>
                    <a:pt x="601" y="122"/>
                  </a:lnTo>
                  <a:lnTo>
                    <a:pt x="599" y="124"/>
                  </a:lnTo>
                  <a:lnTo>
                    <a:pt x="595" y="124"/>
                  </a:lnTo>
                  <a:lnTo>
                    <a:pt x="590" y="124"/>
                  </a:lnTo>
                  <a:lnTo>
                    <a:pt x="585" y="124"/>
                  </a:lnTo>
                  <a:lnTo>
                    <a:pt x="578" y="124"/>
                  </a:lnTo>
                  <a:lnTo>
                    <a:pt x="575" y="122"/>
                  </a:lnTo>
                  <a:lnTo>
                    <a:pt x="574" y="120"/>
                  </a:lnTo>
                  <a:lnTo>
                    <a:pt x="573" y="116"/>
                  </a:lnTo>
                  <a:lnTo>
                    <a:pt x="571" y="113"/>
                  </a:lnTo>
                  <a:lnTo>
                    <a:pt x="569" y="112"/>
                  </a:lnTo>
                  <a:lnTo>
                    <a:pt x="560" y="111"/>
                  </a:lnTo>
                  <a:lnTo>
                    <a:pt x="562" y="109"/>
                  </a:lnTo>
                  <a:lnTo>
                    <a:pt x="562" y="107"/>
                  </a:lnTo>
                  <a:lnTo>
                    <a:pt x="562" y="103"/>
                  </a:lnTo>
                  <a:lnTo>
                    <a:pt x="565" y="103"/>
                  </a:lnTo>
                  <a:lnTo>
                    <a:pt x="572" y="100"/>
                  </a:lnTo>
                  <a:lnTo>
                    <a:pt x="575" y="98"/>
                  </a:lnTo>
                  <a:lnTo>
                    <a:pt x="578" y="95"/>
                  </a:lnTo>
                  <a:lnTo>
                    <a:pt x="581" y="96"/>
                  </a:lnTo>
                  <a:lnTo>
                    <a:pt x="584" y="96"/>
                  </a:lnTo>
                  <a:lnTo>
                    <a:pt x="594" y="101"/>
                  </a:lnTo>
                  <a:lnTo>
                    <a:pt x="598" y="102"/>
                  </a:lnTo>
                  <a:lnTo>
                    <a:pt x="604" y="103"/>
                  </a:lnTo>
                  <a:lnTo>
                    <a:pt x="607" y="108"/>
                  </a:lnTo>
                  <a:lnTo>
                    <a:pt x="608" y="111"/>
                  </a:lnTo>
                  <a:lnTo>
                    <a:pt x="606" y="116"/>
                  </a:lnTo>
                  <a:lnTo>
                    <a:pt x="605" y="118"/>
                  </a:lnTo>
                  <a:lnTo>
                    <a:pt x="607" y="121"/>
                  </a:lnTo>
                  <a:lnTo>
                    <a:pt x="608" y="125"/>
                  </a:lnTo>
                  <a:lnTo>
                    <a:pt x="609" y="128"/>
                  </a:lnTo>
                  <a:lnTo>
                    <a:pt x="610" y="132"/>
                  </a:lnTo>
                  <a:lnTo>
                    <a:pt x="611" y="133"/>
                  </a:lnTo>
                  <a:lnTo>
                    <a:pt x="613" y="134"/>
                  </a:lnTo>
                  <a:lnTo>
                    <a:pt x="615" y="130"/>
                  </a:lnTo>
                  <a:lnTo>
                    <a:pt x="615" y="131"/>
                  </a:lnTo>
                  <a:lnTo>
                    <a:pt x="618" y="139"/>
                  </a:lnTo>
                  <a:lnTo>
                    <a:pt x="619" y="140"/>
                  </a:lnTo>
                  <a:lnTo>
                    <a:pt x="620" y="141"/>
                  </a:lnTo>
                  <a:lnTo>
                    <a:pt x="623" y="142"/>
                  </a:lnTo>
                  <a:lnTo>
                    <a:pt x="625" y="143"/>
                  </a:lnTo>
                  <a:lnTo>
                    <a:pt x="629" y="141"/>
                  </a:lnTo>
                  <a:lnTo>
                    <a:pt x="633" y="138"/>
                  </a:lnTo>
                  <a:lnTo>
                    <a:pt x="641" y="125"/>
                  </a:lnTo>
                  <a:lnTo>
                    <a:pt x="644" y="125"/>
                  </a:lnTo>
                  <a:lnTo>
                    <a:pt x="651" y="123"/>
                  </a:lnTo>
                  <a:lnTo>
                    <a:pt x="654" y="122"/>
                  </a:lnTo>
                  <a:lnTo>
                    <a:pt x="654" y="118"/>
                  </a:lnTo>
                  <a:lnTo>
                    <a:pt x="656" y="117"/>
                  </a:lnTo>
                  <a:lnTo>
                    <a:pt x="663" y="113"/>
                  </a:lnTo>
                  <a:lnTo>
                    <a:pt x="666" y="112"/>
                  </a:lnTo>
                  <a:lnTo>
                    <a:pt x="678" y="118"/>
                  </a:lnTo>
                  <a:lnTo>
                    <a:pt x="693" y="124"/>
                  </a:lnTo>
                  <a:lnTo>
                    <a:pt x="704" y="128"/>
                  </a:lnTo>
                  <a:lnTo>
                    <a:pt x="713" y="131"/>
                  </a:lnTo>
                  <a:close/>
                  <a:moveTo>
                    <a:pt x="382" y="88"/>
                  </a:moveTo>
                  <a:lnTo>
                    <a:pt x="382" y="87"/>
                  </a:lnTo>
                  <a:lnTo>
                    <a:pt x="386" y="79"/>
                  </a:lnTo>
                  <a:lnTo>
                    <a:pt x="389" y="76"/>
                  </a:lnTo>
                  <a:lnTo>
                    <a:pt x="391" y="75"/>
                  </a:lnTo>
                  <a:lnTo>
                    <a:pt x="394" y="77"/>
                  </a:lnTo>
                  <a:lnTo>
                    <a:pt x="396" y="75"/>
                  </a:lnTo>
                  <a:lnTo>
                    <a:pt x="397" y="73"/>
                  </a:lnTo>
                  <a:lnTo>
                    <a:pt x="399" y="70"/>
                  </a:lnTo>
                  <a:lnTo>
                    <a:pt x="403" y="69"/>
                  </a:lnTo>
                  <a:lnTo>
                    <a:pt x="407" y="70"/>
                  </a:lnTo>
                  <a:lnTo>
                    <a:pt x="412" y="74"/>
                  </a:lnTo>
                  <a:lnTo>
                    <a:pt x="415" y="74"/>
                  </a:lnTo>
                  <a:lnTo>
                    <a:pt x="421" y="73"/>
                  </a:lnTo>
                  <a:lnTo>
                    <a:pt x="424" y="75"/>
                  </a:lnTo>
                  <a:lnTo>
                    <a:pt x="430" y="77"/>
                  </a:lnTo>
                  <a:lnTo>
                    <a:pt x="434" y="75"/>
                  </a:lnTo>
                  <a:lnTo>
                    <a:pt x="447" y="76"/>
                  </a:lnTo>
                  <a:lnTo>
                    <a:pt x="452" y="75"/>
                  </a:lnTo>
                  <a:lnTo>
                    <a:pt x="456" y="73"/>
                  </a:lnTo>
                  <a:lnTo>
                    <a:pt x="458" y="70"/>
                  </a:lnTo>
                  <a:lnTo>
                    <a:pt x="457" y="69"/>
                  </a:lnTo>
                  <a:lnTo>
                    <a:pt x="458" y="67"/>
                  </a:lnTo>
                  <a:lnTo>
                    <a:pt x="461" y="65"/>
                  </a:lnTo>
                  <a:lnTo>
                    <a:pt x="463" y="62"/>
                  </a:lnTo>
                  <a:lnTo>
                    <a:pt x="465" y="61"/>
                  </a:lnTo>
                  <a:lnTo>
                    <a:pt x="465" y="63"/>
                  </a:lnTo>
                  <a:lnTo>
                    <a:pt x="465" y="67"/>
                  </a:lnTo>
                  <a:lnTo>
                    <a:pt x="464" y="69"/>
                  </a:lnTo>
                  <a:lnTo>
                    <a:pt x="464" y="70"/>
                  </a:lnTo>
                  <a:lnTo>
                    <a:pt x="463" y="71"/>
                  </a:lnTo>
                  <a:lnTo>
                    <a:pt x="456" y="80"/>
                  </a:lnTo>
                  <a:lnTo>
                    <a:pt x="453" y="83"/>
                  </a:lnTo>
                  <a:lnTo>
                    <a:pt x="450" y="83"/>
                  </a:lnTo>
                  <a:lnTo>
                    <a:pt x="441" y="85"/>
                  </a:lnTo>
                  <a:lnTo>
                    <a:pt x="438" y="84"/>
                  </a:lnTo>
                  <a:lnTo>
                    <a:pt x="434" y="81"/>
                  </a:lnTo>
                  <a:lnTo>
                    <a:pt x="426" y="81"/>
                  </a:lnTo>
                  <a:lnTo>
                    <a:pt x="418" y="81"/>
                  </a:lnTo>
                  <a:lnTo>
                    <a:pt x="411" y="81"/>
                  </a:lnTo>
                  <a:lnTo>
                    <a:pt x="404" y="81"/>
                  </a:lnTo>
                  <a:lnTo>
                    <a:pt x="400" y="81"/>
                  </a:lnTo>
                  <a:lnTo>
                    <a:pt x="395" y="81"/>
                  </a:lnTo>
                  <a:lnTo>
                    <a:pt x="392" y="82"/>
                  </a:lnTo>
                  <a:lnTo>
                    <a:pt x="389" y="84"/>
                  </a:lnTo>
                  <a:lnTo>
                    <a:pt x="388" y="88"/>
                  </a:lnTo>
                  <a:lnTo>
                    <a:pt x="387" y="89"/>
                  </a:lnTo>
                  <a:lnTo>
                    <a:pt x="385" y="94"/>
                  </a:lnTo>
                  <a:lnTo>
                    <a:pt x="386" y="98"/>
                  </a:lnTo>
                  <a:lnTo>
                    <a:pt x="388" y="102"/>
                  </a:lnTo>
                  <a:lnTo>
                    <a:pt x="389" y="103"/>
                  </a:lnTo>
                  <a:lnTo>
                    <a:pt x="392" y="104"/>
                  </a:lnTo>
                  <a:lnTo>
                    <a:pt x="393" y="105"/>
                  </a:lnTo>
                  <a:lnTo>
                    <a:pt x="395" y="110"/>
                  </a:lnTo>
                  <a:lnTo>
                    <a:pt x="396" y="111"/>
                  </a:lnTo>
                  <a:lnTo>
                    <a:pt x="398" y="111"/>
                  </a:lnTo>
                  <a:lnTo>
                    <a:pt x="403" y="111"/>
                  </a:lnTo>
                  <a:lnTo>
                    <a:pt x="405" y="109"/>
                  </a:lnTo>
                  <a:lnTo>
                    <a:pt x="410" y="103"/>
                  </a:lnTo>
                  <a:lnTo>
                    <a:pt x="413" y="103"/>
                  </a:lnTo>
                  <a:lnTo>
                    <a:pt x="415" y="104"/>
                  </a:lnTo>
                  <a:lnTo>
                    <a:pt x="418" y="104"/>
                  </a:lnTo>
                  <a:lnTo>
                    <a:pt x="421" y="103"/>
                  </a:lnTo>
                  <a:lnTo>
                    <a:pt x="426" y="102"/>
                  </a:lnTo>
                  <a:lnTo>
                    <a:pt x="430" y="101"/>
                  </a:lnTo>
                  <a:lnTo>
                    <a:pt x="432" y="99"/>
                  </a:lnTo>
                  <a:lnTo>
                    <a:pt x="434" y="99"/>
                  </a:lnTo>
                  <a:lnTo>
                    <a:pt x="437" y="100"/>
                  </a:lnTo>
                  <a:lnTo>
                    <a:pt x="438" y="102"/>
                  </a:lnTo>
                  <a:lnTo>
                    <a:pt x="437" y="106"/>
                  </a:lnTo>
                  <a:lnTo>
                    <a:pt x="434" y="104"/>
                  </a:lnTo>
                  <a:lnTo>
                    <a:pt x="430" y="104"/>
                  </a:lnTo>
                  <a:lnTo>
                    <a:pt x="428" y="106"/>
                  </a:lnTo>
                  <a:lnTo>
                    <a:pt x="425" y="110"/>
                  </a:lnTo>
                  <a:lnTo>
                    <a:pt x="422" y="113"/>
                  </a:lnTo>
                  <a:lnTo>
                    <a:pt x="415" y="116"/>
                  </a:lnTo>
                  <a:lnTo>
                    <a:pt x="413" y="118"/>
                  </a:lnTo>
                  <a:lnTo>
                    <a:pt x="412" y="118"/>
                  </a:lnTo>
                  <a:lnTo>
                    <a:pt x="410" y="118"/>
                  </a:lnTo>
                  <a:lnTo>
                    <a:pt x="407" y="118"/>
                  </a:lnTo>
                  <a:lnTo>
                    <a:pt x="407" y="120"/>
                  </a:lnTo>
                  <a:lnTo>
                    <a:pt x="408" y="121"/>
                  </a:lnTo>
                  <a:lnTo>
                    <a:pt x="413" y="125"/>
                  </a:lnTo>
                  <a:lnTo>
                    <a:pt x="417" y="129"/>
                  </a:lnTo>
                  <a:lnTo>
                    <a:pt x="422" y="137"/>
                  </a:lnTo>
                  <a:lnTo>
                    <a:pt x="422" y="140"/>
                  </a:lnTo>
                  <a:lnTo>
                    <a:pt x="420" y="145"/>
                  </a:lnTo>
                  <a:lnTo>
                    <a:pt x="421" y="148"/>
                  </a:lnTo>
                  <a:lnTo>
                    <a:pt x="424" y="151"/>
                  </a:lnTo>
                  <a:lnTo>
                    <a:pt x="428" y="154"/>
                  </a:lnTo>
                  <a:lnTo>
                    <a:pt x="429" y="156"/>
                  </a:lnTo>
                  <a:lnTo>
                    <a:pt x="429" y="158"/>
                  </a:lnTo>
                  <a:lnTo>
                    <a:pt x="425" y="157"/>
                  </a:lnTo>
                  <a:lnTo>
                    <a:pt x="421" y="158"/>
                  </a:lnTo>
                  <a:lnTo>
                    <a:pt x="418" y="160"/>
                  </a:lnTo>
                  <a:lnTo>
                    <a:pt x="417" y="165"/>
                  </a:lnTo>
                  <a:lnTo>
                    <a:pt x="413" y="164"/>
                  </a:lnTo>
                  <a:lnTo>
                    <a:pt x="410" y="163"/>
                  </a:lnTo>
                  <a:lnTo>
                    <a:pt x="409" y="162"/>
                  </a:lnTo>
                  <a:lnTo>
                    <a:pt x="409" y="158"/>
                  </a:lnTo>
                  <a:lnTo>
                    <a:pt x="411" y="153"/>
                  </a:lnTo>
                  <a:lnTo>
                    <a:pt x="404" y="148"/>
                  </a:lnTo>
                  <a:lnTo>
                    <a:pt x="401" y="145"/>
                  </a:lnTo>
                  <a:lnTo>
                    <a:pt x="400" y="143"/>
                  </a:lnTo>
                  <a:lnTo>
                    <a:pt x="400" y="142"/>
                  </a:lnTo>
                  <a:lnTo>
                    <a:pt x="402" y="139"/>
                  </a:lnTo>
                  <a:lnTo>
                    <a:pt x="403" y="135"/>
                  </a:lnTo>
                  <a:lnTo>
                    <a:pt x="402" y="132"/>
                  </a:lnTo>
                  <a:lnTo>
                    <a:pt x="396" y="131"/>
                  </a:lnTo>
                  <a:lnTo>
                    <a:pt x="393" y="133"/>
                  </a:lnTo>
                  <a:lnTo>
                    <a:pt x="389" y="135"/>
                  </a:lnTo>
                  <a:lnTo>
                    <a:pt x="390" y="138"/>
                  </a:lnTo>
                  <a:lnTo>
                    <a:pt x="391" y="144"/>
                  </a:lnTo>
                  <a:lnTo>
                    <a:pt x="391" y="148"/>
                  </a:lnTo>
                  <a:lnTo>
                    <a:pt x="389" y="156"/>
                  </a:lnTo>
                  <a:lnTo>
                    <a:pt x="392" y="163"/>
                  </a:lnTo>
                  <a:lnTo>
                    <a:pt x="392" y="164"/>
                  </a:lnTo>
                  <a:lnTo>
                    <a:pt x="389" y="169"/>
                  </a:lnTo>
                  <a:lnTo>
                    <a:pt x="389" y="171"/>
                  </a:lnTo>
                  <a:lnTo>
                    <a:pt x="391" y="175"/>
                  </a:lnTo>
                  <a:lnTo>
                    <a:pt x="386" y="176"/>
                  </a:lnTo>
                  <a:lnTo>
                    <a:pt x="382" y="178"/>
                  </a:lnTo>
                  <a:lnTo>
                    <a:pt x="379" y="178"/>
                  </a:lnTo>
                  <a:lnTo>
                    <a:pt x="377" y="176"/>
                  </a:lnTo>
                  <a:lnTo>
                    <a:pt x="376" y="172"/>
                  </a:lnTo>
                  <a:lnTo>
                    <a:pt x="377" y="170"/>
                  </a:lnTo>
                  <a:lnTo>
                    <a:pt x="378" y="166"/>
                  </a:lnTo>
                  <a:lnTo>
                    <a:pt x="379" y="160"/>
                  </a:lnTo>
                  <a:lnTo>
                    <a:pt x="379" y="153"/>
                  </a:lnTo>
                  <a:lnTo>
                    <a:pt x="378" y="149"/>
                  </a:lnTo>
                  <a:lnTo>
                    <a:pt x="379" y="147"/>
                  </a:lnTo>
                  <a:lnTo>
                    <a:pt x="377" y="144"/>
                  </a:lnTo>
                  <a:lnTo>
                    <a:pt x="375" y="143"/>
                  </a:lnTo>
                  <a:lnTo>
                    <a:pt x="373" y="144"/>
                  </a:lnTo>
                  <a:lnTo>
                    <a:pt x="368" y="145"/>
                  </a:lnTo>
                  <a:lnTo>
                    <a:pt x="368" y="142"/>
                  </a:lnTo>
                  <a:lnTo>
                    <a:pt x="367" y="133"/>
                  </a:lnTo>
                  <a:lnTo>
                    <a:pt x="368" y="130"/>
                  </a:lnTo>
                  <a:lnTo>
                    <a:pt x="371" y="127"/>
                  </a:lnTo>
                  <a:lnTo>
                    <a:pt x="374" y="121"/>
                  </a:lnTo>
                  <a:lnTo>
                    <a:pt x="375" y="118"/>
                  </a:lnTo>
                  <a:lnTo>
                    <a:pt x="375" y="111"/>
                  </a:lnTo>
                  <a:lnTo>
                    <a:pt x="375" y="110"/>
                  </a:lnTo>
                  <a:lnTo>
                    <a:pt x="375" y="106"/>
                  </a:lnTo>
                  <a:lnTo>
                    <a:pt x="378" y="102"/>
                  </a:lnTo>
                  <a:lnTo>
                    <a:pt x="381" y="101"/>
                  </a:lnTo>
                  <a:lnTo>
                    <a:pt x="381" y="95"/>
                  </a:lnTo>
                  <a:lnTo>
                    <a:pt x="382" y="88"/>
                  </a:lnTo>
                  <a:close/>
                  <a:moveTo>
                    <a:pt x="349" y="25"/>
                  </a:moveTo>
                  <a:lnTo>
                    <a:pt x="349" y="26"/>
                  </a:lnTo>
                  <a:lnTo>
                    <a:pt x="351" y="30"/>
                  </a:lnTo>
                  <a:lnTo>
                    <a:pt x="349" y="31"/>
                  </a:lnTo>
                  <a:lnTo>
                    <a:pt x="345" y="32"/>
                  </a:lnTo>
                  <a:lnTo>
                    <a:pt x="342" y="32"/>
                  </a:lnTo>
                  <a:lnTo>
                    <a:pt x="343" y="34"/>
                  </a:lnTo>
                  <a:lnTo>
                    <a:pt x="343" y="36"/>
                  </a:lnTo>
                  <a:lnTo>
                    <a:pt x="343" y="38"/>
                  </a:lnTo>
                  <a:lnTo>
                    <a:pt x="344" y="39"/>
                  </a:lnTo>
                  <a:lnTo>
                    <a:pt x="346" y="40"/>
                  </a:lnTo>
                  <a:lnTo>
                    <a:pt x="349" y="46"/>
                  </a:lnTo>
                  <a:lnTo>
                    <a:pt x="353" y="51"/>
                  </a:lnTo>
                  <a:lnTo>
                    <a:pt x="354" y="53"/>
                  </a:lnTo>
                  <a:lnTo>
                    <a:pt x="351" y="58"/>
                  </a:lnTo>
                  <a:lnTo>
                    <a:pt x="352" y="59"/>
                  </a:lnTo>
                  <a:lnTo>
                    <a:pt x="355" y="62"/>
                  </a:lnTo>
                  <a:lnTo>
                    <a:pt x="360" y="66"/>
                  </a:lnTo>
                  <a:lnTo>
                    <a:pt x="364" y="69"/>
                  </a:lnTo>
                  <a:lnTo>
                    <a:pt x="368" y="74"/>
                  </a:lnTo>
                  <a:lnTo>
                    <a:pt x="365" y="75"/>
                  </a:lnTo>
                  <a:lnTo>
                    <a:pt x="359" y="75"/>
                  </a:lnTo>
                  <a:lnTo>
                    <a:pt x="354" y="74"/>
                  </a:lnTo>
                  <a:lnTo>
                    <a:pt x="351" y="74"/>
                  </a:lnTo>
                  <a:lnTo>
                    <a:pt x="349" y="78"/>
                  </a:lnTo>
                  <a:lnTo>
                    <a:pt x="346" y="84"/>
                  </a:lnTo>
                  <a:lnTo>
                    <a:pt x="345" y="88"/>
                  </a:lnTo>
                  <a:lnTo>
                    <a:pt x="345" y="89"/>
                  </a:lnTo>
                  <a:lnTo>
                    <a:pt x="346" y="94"/>
                  </a:lnTo>
                  <a:lnTo>
                    <a:pt x="347" y="97"/>
                  </a:lnTo>
                  <a:lnTo>
                    <a:pt x="346" y="103"/>
                  </a:lnTo>
                  <a:lnTo>
                    <a:pt x="344" y="103"/>
                  </a:lnTo>
                  <a:lnTo>
                    <a:pt x="341" y="102"/>
                  </a:lnTo>
                  <a:lnTo>
                    <a:pt x="334" y="109"/>
                  </a:lnTo>
                  <a:lnTo>
                    <a:pt x="331" y="113"/>
                  </a:lnTo>
                  <a:lnTo>
                    <a:pt x="326" y="118"/>
                  </a:lnTo>
                  <a:lnTo>
                    <a:pt x="328" y="120"/>
                  </a:lnTo>
                  <a:lnTo>
                    <a:pt x="329" y="123"/>
                  </a:lnTo>
                  <a:lnTo>
                    <a:pt x="330" y="125"/>
                  </a:lnTo>
                  <a:lnTo>
                    <a:pt x="326" y="125"/>
                  </a:lnTo>
                  <a:lnTo>
                    <a:pt x="328" y="130"/>
                  </a:lnTo>
                  <a:lnTo>
                    <a:pt x="328" y="131"/>
                  </a:lnTo>
                  <a:lnTo>
                    <a:pt x="328" y="133"/>
                  </a:lnTo>
                  <a:lnTo>
                    <a:pt x="324" y="137"/>
                  </a:lnTo>
                  <a:lnTo>
                    <a:pt x="323" y="140"/>
                  </a:lnTo>
                  <a:lnTo>
                    <a:pt x="322" y="143"/>
                  </a:lnTo>
                  <a:lnTo>
                    <a:pt x="318" y="147"/>
                  </a:lnTo>
                  <a:lnTo>
                    <a:pt x="309" y="151"/>
                  </a:lnTo>
                  <a:lnTo>
                    <a:pt x="305" y="153"/>
                  </a:lnTo>
                  <a:lnTo>
                    <a:pt x="302" y="154"/>
                  </a:lnTo>
                  <a:lnTo>
                    <a:pt x="301" y="152"/>
                  </a:lnTo>
                  <a:lnTo>
                    <a:pt x="301" y="149"/>
                  </a:lnTo>
                  <a:lnTo>
                    <a:pt x="299" y="144"/>
                  </a:lnTo>
                  <a:lnTo>
                    <a:pt x="297" y="141"/>
                  </a:lnTo>
                  <a:lnTo>
                    <a:pt x="295" y="139"/>
                  </a:lnTo>
                  <a:lnTo>
                    <a:pt x="293" y="140"/>
                  </a:lnTo>
                  <a:lnTo>
                    <a:pt x="290" y="144"/>
                  </a:lnTo>
                  <a:lnTo>
                    <a:pt x="287" y="144"/>
                  </a:lnTo>
                  <a:lnTo>
                    <a:pt x="285" y="140"/>
                  </a:lnTo>
                  <a:lnTo>
                    <a:pt x="283" y="139"/>
                  </a:lnTo>
                  <a:lnTo>
                    <a:pt x="280" y="138"/>
                  </a:lnTo>
                  <a:lnTo>
                    <a:pt x="277" y="135"/>
                  </a:lnTo>
                  <a:lnTo>
                    <a:pt x="275" y="134"/>
                  </a:lnTo>
                  <a:lnTo>
                    <a:pt x="272" y="139"/>
                  </a:lnTo>
                  <a:lnTo>
                    <a:pt x="271" y="141"/>
                  </a:lnTo>
                  <a:lnTo>
                    <a:pt x="268" y="141"/>
                  </a:lnTo>
                  <a:lnTo>
                    <a:pt x="266" y="140"/>
                  </a:lnTo>
                  <a:lnTo>
                    <a:pt x="263" y="141"/>
                  </a:lnTo>
                  <a:lnTo>
                    <a:pt x="261" y="144"/>
                  </a:lnTo>
                  <a:lnTo>
                    <a:pt x="258" y="144"/>
                  </a:lnTo>
                  <a:lnTo>
                    <a:pt x="258" y="140"/>
                  </a:lnTo>
                  <a:lnTo>
                    <a:pt x="258" y="138"/>
                  </a:lnTo>
                  <a:lnTo>
                    <a:pt x="256" y="131"/>
                  </a:lnTo>
                  <a:lnTo>
                    <a:pt x="253" y="134"/>
                  </a:lnTo>
                  <a:lnTo>
                    <a:pt x="243" y="137"/>
                  </a:lnTo>
                  <a:lnTo>
                    <a:pt x="241" y="134"/>
                  </a:lnTo>
                  <a:lnTo>
                    <a:pt x="237" y="134"/>
                  </a:lnTo>
                  <a:lnTo>
                    <a:pt x="235" y="135"/>
                  </a:lnTo>
                  <a:lnTo>
                    <a:pt x="233" y="135"/>
                  </a:lnTo>
                  <a:lnTo>
                    <a:pt x="232" y="131"/>
                  </a:lnTo>
                  <a:lnTo>
                    <a:pt x="232" y="126"/>
                  </a:lnTo>
                  <a:lnTo>
                    <a:pt x="230" y="116"/>
                  </a:lnTo>
                  <a:lnTo>
                    <a:pt x="230" y="113"/>
                  </a:lnTo>
                  <a:lnTo>
                    <a:pt x="228" y="108"/>
                  </a:lnTo>
                  <a:lnTo>
                    <a:pt x="225" y="105"/>
                  </a:lnTo>
                  <a:lnTo>
                    <a:pt x="219" y="102"/>
                  </a:lnTo>
                  <a:lnTo>
                    <a:pt x="218" y="101"/>
                  </a:lnTo>
                  <a:lnTo>
                    <a:pt x="222" y="98"/>
                  </a:lnTo>
                  <a:lnTo>
                    <a:pt x="219" y="96"/>
                  </a:lnTo>
                  <a:lnTo>
                    <a:pt x="217" y="93"/>
                  </a:lnTo>
                  <a:lnTo>
                    <a:pt x="218" y="88"/>
                  </a:lnTo>
                  <a:lnTo>
                    <a:pt x="215" y="84"/>
                  </a:lnTo>
                  <a:lnTo>
                    <a:pt x="213" y="82"/>
                  </a:lnTo>
                  <a:lnTo>
                    <a:pt x="213" y="79"/>
                  </a:lnTo>
                  <a:lnTo>
                    <a:pt x="213" y="74"/>
                  </a:lnTo>
                  <a:lnTo>
                    <a:pt x="214" y="70"/>
                  </a:lnTo>
                  <a:lnTo>
                    <a:pt x="215" y="68"/>
                  </a:lnTo>
                  <a:lnTo>
                    <a:pt x="218" y="63"/>
                  </a:lnTo>
                  <a:lnTo>
                    <a:pt x="220" y="58"/>
                  </a:lnTo>
                  <a:lnTo>
                    <a:pt x="222" y="58"/>
                  </a:lnTo>
                  <a:lnTo>
                    <a:pt x="223" y="59"/>
                  </a:lnTo>
                  <a:lnTo>
                    <a:pt x="225" y="64"/>
                  </a:lnTo>
                  <a:lnTo>
                    <a:pt x="227" y="66"/>
                  </a:lnTo>
                  <a:lnTo>
                    <a:pt x="235" y="73"/>
                  </a:lnTo>
                  <a:lnTo>
                    <a:pt x="237" y="74"/>
                  </a:lnTo>
                  <a:lnTo>
                    <a:pt x="239" y="76"/>
                  </a:lnTo>
                  <a:lnTo>
                    <a:pt x="246" y="73"/>
                  </a:lnTo>
                  <a:lnTo>
                    <a:pt x="248" y="73"/>
                  </a:lnTo>
                  <a:lnTo>
                    <a:pt x="252" y="74"/>
                  </a:lnTo>
                  <a:lnTo>
                    <a:pt x="255" y="75"/>
                  </a:lnTo>
                  <a:lnTo>
                    <a:pt x="258" y="74"/>
                  </a:lnTo>
                  <a:lnTo>
                    <a:pt x="262" y="72"/>
                  </a:lnTo>
                  <a:lnTo>
                    <a:pt x="265" y="68"/>
                  </a:lnTo>
                  <a:lnTo>
                    <a:pt x="268" y="65"/>
                  </a:lnTo>
                  <a:lnTo>
                    <a:pt x="272" y="64"/>
                  </a:lnTo>
                  <a:lnTo>
                    <a:pt x="275" y="65"/>
                  </a:lnTo>
                  <a:lnTo>
                    <a:pt x="279" y="67"/>
                  </a:lnTo>
                  <a:lnTo>
                    <a:pt x="282" y="69"/>
                  </a:lnTo>
                  <a:lnTo>
                    <a:pt x="286" y="70"/>
                  </a:lnTo>
                  <a:lnTo>
                    <a:pt x="288" y="70"/>
                  </a:lnTo>
                  <a:lnTo>
                    <a:pt x="292" y="67"/>
                  </a:lnTo>
                  <a:lnTo>
                    <a:pt x="295" y="66"/>
                  </a:lnTo>
                  <a:lnTo>
                    <a:pt x="301" y="64"/>
                  </a:lnTo>
                  <a:lnTo>
                    <a:pt x="304" y="62"/>
                  </a:lnTo>
                  <a:lnTo>
                    <a:pt x="310" y="50"/>
                  </a:lnTo>
                  <a:lnTo>
                    <a:pt x="310" y="44"/>
                  </a:lnTo>
                  <a:lnTo>
                    <a:pt x="311" y="42"/>
                  </a:lnTo>
                  <a:lnTo>
                    <a:pt x="316" y="41"/>
                  </a:lnTo>
                  <a:lnTo>
                    <a:pt x="317" y="38"/>
                  </a:lnTo>
                  <a:lnTo>
                    <a:pt x="317" y="31"/>
                  </a:lnTo>
                  <a:lnTo>
                    <a:pt x="317" y="27"/>
                  </a:lnTo>
                  <a:lnTo>
                    <a:pt x="320" y="22"/>
                  </a:lnTo>
                  <a:lnTo>
                    <a:pt x="322" y="21"/>
                  </a:lnTo>
                  <a:lnTo>
                    <a:pt x="325" y="21"/>
                  </a:lnTo>
                  <a:lnTo>
                    <a:pt x="330" y="22"/>
                  </a:lnTo>
                  <a:lnTo>
                    <a:pt x="335" y="22"/>
                  </a:lnTo>
                  <a:lnTo>
                    <a:pt x="339" y="22"/>
                  </a:lnTo>
                  <a:lnTo>
                    <a:pt x="343" y="22"/>
                  </a:lnTo>
                  <a:lnTo>
                    <a:pt x="348" y="25"/>
                  </a:lnTo>
                  <a:lnTo>
                    <a:pt x="349" y="25"/>
                  </a:lnTo>
                  <a:close/>
                  <a:moveTo>
                    <a:pt x="391" y="250"/>
                  </a:moveTo>
                  <a:lnTo>
                    <a:pt x="390" y="250"/>
                  </a:lnTo>
                  <a:lnTo>
                    <a:pt x="384" y="245"/>
                  </a:lnTo>
                  <a:lnTo>
                    <a:pt x="378" y="242"/>
                  </a:lnTo>
                  <a:lnTo>
                    <a:pt x="375" y="241"/>
                  </a:lnTo>
                  <a:lnTo>
                    <a:pt x="372" y="240"/>
                  </a:lnTo>
                  <a:lnTo>
                    <a:pt x="370" y="239"/>
                  </a:lnTo>
                  <a:lnTo>
                    <a:pt x="371" y="238"/>
                  </a:lnTo>
                  <a:lnTo>
                    <a:pt x="373" y="237"/>
                  </a:lnTo>
                  <a:lnTo>
                    <a:pt x="380" y="236"/>
                  </a:lnTo>
                  <a:lnTo>
                    <a:pt x="384" y="236"/>
                  </a:lnTo>
                  <a:lnTo>
                    <a:pt x="386" y="238"/>
                  </a:lnTo>
                  <a:lnTo>
                    <a:pt x="394" y="243"/>
                  </a:lnTo>
                  <a:lnTo>
                    <a:pt x="396" y="246"/>
                  </a:lnTo>
                  <a:lnTo>
                    <a:pt x="395" y="248"/>
                  </a:lnTo>
                  <a:lnTo>
                    <a:pt x="394" y="250"/>
                  </a:lnTo>
                  <a:lnTo>
                    <a:pt x="391" y="250"/>
                  </a:lnTo>
                  <a:close/>
                  <a:moveTo>
                    <a:pt x="442" y="250"/>
                  </a:moveTo>
                  <a:lnTo>
                    <a:pt x="443" y="246"/>
                  </a:lnTo>
                  <a:lnTo>
                    <a:pt x="444" y="242"/>
                  </a:lnTo>
                  <a:lnTo>
                    <a:pt x="444" y="240"/>
                  </a:lnTo>
                  <a:lnTo>
                    <a:pt x="449" y="237"/>
                  </a:lnTo>
                  <a:lnTo>
                    <a:pt x="459" y="232"/>
                  </a:lnTo>
                  <a:lnTo>
                    <a:pt x="464" y="229"/>
                  </a:lnTo>
                  <a:lnTo>
                    <a:pt x="466" y="224"/>
                  </a:lnTo>
                  <a:lnTo>
                    <a:pt x="470" y="224"/>
                  </a:lnTo>
                  <a:lnTo>
                    <a:pt x="481" y="223"/>
                  </a:lnTo>
                  <a:lnTo>
                    <a:pt x="487" y="221"/>
                  </a:lnTo>
                  <a:lnTo>
                    <a:pt x="491" y="221"/>
                  </a:lnTo>
                  <a:lnTo>
                    <a:pt x="497" y="220"/>
                  </a:lnTo>
                  <a:lnTo>
                    <a:pt x="498" y="221"/>
                  </a:lnTo>
                  <a:lnTo>
                    <a:pt x="498" y="222"/>
                  </a:lnTo>
                  <a:lnTo>
                    <a:pt x="497" y="224"/>
                  </a:lnTo>
                  <a:lnTo>
                    <a:pt x="494" y="225"/>
                  </a:lnTo>
                  <a:lnTo>
                    <a:pt x="483" y="229"/>
                  </a:lnTo>
                  <a:lnTo>
                    <a:pt x="474" y="233"/>
                  </a:lnTo>
                  <a:lnTo>
                    <a:pt x="468" y="235"/>
                  </a:lnTo>
                  <a:lnTo>
                    <a:pt x="464" y="237"/>
                  </a:lnTo>
                  <a:lnTo>
                    <a:pt x="457" y="244"/>
                  </a:lnTo>
                  <a:lnTo>
                    <a:pt x="452" y="247"/>
                  </a:lnTo>
                  <a:lnTo>
                    <a:pt x="449" y="248"/>
                  </a:lnTo>
                  <a:lnTo>
                    <a:pt x="445" y="250"/>
                  </a:lnTo>
                  <a:lnTo>
                    <a:pt x="442" y="250"/>
                  </a:lnTo>
                  <a:close/>
                  <a:moveTo>
                    <a:pt x="156" y="194"/>
                  </a:moveTo>
                  <a:lnTo>
                    <a:pt x="155" y="194"/>
                  </a:lnTo>
                  <a:lnTo>
                    <a:pt x="158" y="193"/>
                  </a:lnTo>
                  <a:lnTo>
                    <a:pt x="161" y="194"/>
                  </a:lnTo>
                  <a:lnTo>
                    <a:pt x="163" y="193"/>
                  </a:lnTo>
                  <a:lnTo>
                    <a:pt x="163" y="189"/>
                  </a:lnTo>
                  <a:lnTo>
                    <a:pt x="163" y="188"/>
                  </a:lnTo>
                  <a:lnTo>
                    <a:pt x="166" y="189"/>
                  </a:lnTo>
                  <a:lnTo>
                    <a:pt x="165" y="185"/>
                  </a:lnTo>
                  <a:lnTo>
                    <a:pt x="167" y="183"/>
                  </a:lnTo>
                  <a:lnTo>
                    <a:pt x="168" y="181"/>
                  </a:lnTo>
                  <a:lnTo>
                    <a:pt x="169" y="182"/>
                  </a:lnTo>
                  <a:lnTo>
                    <a:pt x="174" y="183"/>
                  </a:lnTo>
                  <a:lnTo>
                    <a:pt x="177" y="183"/>
                  </a:lnTo>
                  <a:lnTo>
                    <a:pt x="178" y="186"/>
                  </a:lnTo>
                  <a:lnTo>
                    <a:pt x="182" y="185"/>
                  </a:lnTo>
                  <a:lnTo>
                    <a:pt x="183" y="183"/>
                  </a:lnTo>
                  <a:lnTo>
                    <a:pt x="183" y="181"/>
                  </a:lnTo>
                  <a:lnTo>
                    <a:pt x="185" y="182"/>
                  </a:lnTo>
                  <a:lnTo>
                    <a:pt x="190" y="183"/>
                  </a:lnTo>
                  <a:lnTo>
                    <a:pt x="192" y="187"/>
                  </a:lnTo>
                  <a:lnTo>
                    <a:pt x="195" y="186"/>
                  </a:lnTo>
                  <a:lnTo>
                    <a:pt x="196" y="188"/>
                  </a:lnTo>
                  <a:lnTo>
                    <a:pt x="199" y="188"/>
                  </a:lnTo>
                  <a:lnTo>
                    <a:pt x="203" y="187"/>
                  </a:lnTo>
                  <a:lnTo>
                    <a:pt x="205" y="188"/>
                  </a:lnTo>
                  <a:lnTo>
                    <a:pt x="207" y="192"/>
                  </a:lnTo>
                  <a:lnTo>
                    <a:pt x="208" y="195"/>
                  </a:lnTo>
                  <a:lnTo>
                    <a:pt x="215" y="196"/>
                  </a:lnTo>
                  <a:lnTo>
                    <a:pt x="218" y="197"/>
                  </a:lnTo>
                  <a:lnTo>
                    <a:pt x="221" y="196"/>
                  </a:lnTo>
                  <a:lnTo>
                    <a:pt x="232" y="197"/>
                  </a:lnTo>
                  <a:lnTo>
                    <a:pt x="235" y="197"/>
                  </a:lnTo>
                  <a:lnTo>
                    <a:pt x="237" y="196"/>
                  </a:lnTo>
                  <a:lnTo>
                    <a:pt x="239" y="192"/>
                  </a:lnTo>
                  <a:lnTo>
                    <a:pt x="241" y="190"/>
                  </a:lnTo>
                  <a:lnTo>
                    <a:pt x="244" y="190"/>
                  </a:lnTo>
                  <a:lnTo>
                    <a:pt x="245" y="191"/>
                  </a:lnTo>
                  <a:lnTo>
                    <a:pt x="247" y="194"/>
                  </a:lnTo>
                  <a:lnTo>
                    <a:pt x="252" y="195"/>
                  </a:lnTo>
                  <a:lnTo>
                    <a:pt x="255" y="195"/>
                  </a:lnTo>
                  <a:lnTo>
                    <a:pt x="261" y="196"/>
                  </a:lnTo>
                  <a:lnTo>
                    <a:pt x="267" y="197"/>
                  </a:lnTo>
                  <a:lnTo>
                    <a:pt x="268" y="199"/>
                  </a:lnTo>
                  <a:lnTo>
                    <a:pt x="271" y="201"/>
                  </a:lnTo>
                  <a:lnTo>
                    <a:pt x="270" y="204"/>
                  </a:lnTo>
                  <a:lnTo>
                    <a:pt x="272" y="208"/>
                  </a:lnTo>
                  <a:lnTo>
                    <a:pt x="273" y="208"/>
                  </a:lnTo>
                  <a:lnTo>
                    <a:pt x="279" y="210"/>
                  </a:lnTo>
                  <a:lnTo>
                    <a:pt x="282" y="211"/>
                  </a:lnTo>
                  <a:lnTo>
                    <a:pt x="287" y="211"/>
                  </a:lnTo>
                  <a:lnTo>
                    <a:pt x="290" y="210"/>
                  </a:lnTo>
                  <a:lnTo>
                    <a:pt x="293" y="209"/>
                  </a:lnTo>
                  <a:lnTo>
                    <a:pt x="297" y="211"/>
                  </a:lnTo>
                  <a:lnTo>
                    <a:pt x="297" y="213"/>
                  </a:lnTo>
                  <a:lnTo>
                    <a:pt x="296" y="216"/>
                  </a:lnTo>
                  <a:lnTo>
                    <a:pt x="295" y="219"/>
                  </a:lnTo>
                  <a:lnTo>
                    <a:pt x="298" y="225"/>
                  </a:lnTo>
                  <a:lnTo>
                    <a:pt x="295" y="224"/>
                  </a:lnTo>
                  <a:lnTo>
                    <a:pt x="289" y="222"/>
                  </a:lnTo>
                  <a:lnTo>
                    <a:pt x="285" y="220"/>
                  </a:lnTo>
                  <a:lnTo>
                    <a:pt x="279" y="218"/>
                  </a:lnTo>
                  <a:lnTo>
                    <a:pt x="275" y="218"/>
                  </a:lnTo>
                  <a:lnTo>
                    <a:pt x="271" y="220"/>
                  </a:lnTo>
                  <a:lnTo>
                    <a:pt x="269" y="220"/>
                  </a:lnTo>
                  <a:lnTo>
                    <a:pt x="264" y="220"/>
                  </a:lnTo>
                  <a:lnTo>
                    <a:pt x="253" y="219"/>
                  </a:lnTo>
                  <a:lnTo>
                    <a:pt x="243" y="218"/>
                  </a:lnTo>
                  <a:lnTo>
                    <a:pt x="237" y="216"/>
                  </a:lnTo>
                  <a:lnTo>
                    <a:pt x="232" y="212"/>
                  </a:lnTo>
                  <a:lnTo>
                    <a:pt x="224" y="210"/>
                  </a:lnTo>
                  <a:lnTo>
                    <a:pt x="216" y="208"/>
                  </a:lnTo>
                  <a:lnTo>
                    <a:pt x="209" y="208"/>
                  </a:lnTo>
                  <a:lnTo>
                    <a:pt x="206" y="210"/>
                  </a:lnTo>
                  <a:lnTo>
                    <a:pt x="202" y="210"/>
                  </a:lnTo>
                  <a:lnTo>
                    <a:pt x="196" y="209"/>
                  </a:lnTo>
                  <a:lnTo>
                    <a:pt x="190" y="206"/>
                  </a:lnTo>
                  <a:lnTo>
                    <a:pt x="188" y="205"/>
                  </a:lnTo>
                  <a:lnTo>
                    <a:pt x="176" y="205"/>
                  </a:lnTo>
                  <a:lnTo>
                    <a:pt x="174" y="204"/>
                  </a:lnTo>
                  <a:lnTo>
                    <a:pt x="174" y="203"/>
                  </a:lnTo>
                  <a:lnTo>
                    <a:pt x="177" y="199"/>
                  </a:lnTo>
                  <a:lnTo>
                    <a:pt x="175" y="197"/>
                  </a:lnTo>
                  <a:lnTo>
                    <a:pt x="171" y="197"/>
                  </a:lnTo>
                  <a:lnTo>
                    <a:pt x="167" y="196"/>
                  </a:lnTo>
                  <a:lnTo>
                    <a:pt x="165" y="195"/>
                  </a:lnTo>
                  <a:lnTo>
                    <a:pt x="156" y="194"/>
                  </a:lnTo>
                  <a:close/>
                  <a:moveTo>
                    <a:pt x="177" y="137"/>
                  </a:moveTo>
                  <a:lnTo>
                    <a:pt x="171" y="134"/>
                  </a:lnTo>
                  <a:lnTo>
                    <a:pt x="169" y="133"/>
                  </a:lnTo>
                  <a:lnTo>
                    <a:pt x="167" y="130"/>
                  </a:lnTo>
                  <a:lnTo>
                    <a:pt x="167" y="127"/>
                  </a:lnTo>
                  <a:lnTo>
                    <a:pt x="166" y="124"/>
                  </a:lnTo>
                  <a:lnTo>
                    <a:pt x="162" y="122"/>
                  </a:lnTo>
                  <a:lnTo>
                    <a:pt x="160" y="121"/>
                  </a:lnTo>
                  <a:lnTo>
                    <a:pt x="157" y="121"/>
                  </a:lnTo>
                  <a:lnTo>
                    <a:pt x="156" y="120"/>
                  </a:lnTo>
                  <a:lnTo>
                    <a:pt x="158" y="116"/>
                  </a:lnTo>
                  <a:lnTo>
                    <a:pt x="160" y="114"/>
                  </a:lnTo>
                  <a:lnTo>
                    <a:pt x="163" y="118"/>
                  </a:lnTo>
                  <a:lnTo>
                    <a:pt x="164" y="115"/>
                  </a:lnTo>
                  <a:lnTo>
                    <a:pt x="166" y="113"/>
                  </a:lnTo>
                  <a:lnTo>
                    <a:pt x="167" y="116"/>
                  </a:lnTo>
                  <a:lnTo>
                    <a:pt x="169" y="122"/>
                  </a:lnTo>
                  <a:lnTo>
                    <a:pt x="174" y="127"/>
                  </a:lnTo>
                  <a:lnTo>
                    <a:pt x="179" y="130"/>
                  </a:lnTo>
                  <a:lnTo>
                    <a:pt x="177" y="131"/>
                  </a:lnTo>
                  <a:lnTo>
                    <a:pt x="176" y="133"/>
                  </a:lnTo>
                  <a:lnTo>
                    <a:pt x="177" y="137"/>
                  </a:lnTo>
                  <a:close/>
                  <a:moveTo>
                    <a:pt x="506" y="88"/>
                  </a:moveTo>
                  <a:lnTo>
                    <a:pt x="506" y="86"/>
                  </a:lnTo>
                  <a:lnTo>
                    <a:pt x="503" y="79"/>
                  </a:lnTo>
                  <a:lnTo>
                    <a:pt x="505" y="75"/>
                  </a:lnTo>
                  <a:lnTo>
                    <a:pt x="504" y="74"/>
                  </a:lnTo>
                  <a:lnTo>
                    <a:pt x="503" y="72"/>
                  </a:lnTo>
                  <a:lnTo>
                    <a:pt x="503" y="70"/>
                  </a:lnTo>
                  <a:lnTo>
                    <a:pt x="505" y="63"/>
                  </a:lnTo>
                  <a:lnTo>
                    <a:pt x="509" y="58"/>
                  </a:lnTo>
                  <a:lnTo>
                    <a:pt x="511" y="60"/>
                  </a:lnTo>
                  <a:lnTo>
                    <a:pt x="512" y="63"/>
                  </a:lnTo>
                  <a:lnTo>
                    <a:pt x="511" y="65"/>
                  </a:lnTo>
                  <a:lnTo>
                    <a:pt x="509" y="68"/>
                  </a:lnTo>
                  <a:lnTo>
                    <a:pt x="507" y="73"/>
                  </a:lnTo>
                  <a:lnTo>
                    <a:pt x="508" y="75"/>
                  </a:lnTo>
                  <a:lnTo>
                    <a:pt x="509" y="76"/>
                  </a:lnTo>
                  <a:lnTo>
                    <a:pt x="509" y="75"/>
                  </a:lnTo>
                  <a:lnTo>
                    <a:pt x="513" y="72"/>
                  </a:lnTo>
                  <a:lnTo>
                    <a:pt x="513" y="69"/>
                  </a:lnTo>
                  <a:lnTo>
                    <a:pt x="515" y="68"/>
                  </a:lnTo>
                  <a:lnTo>
                    <a:pt x="521" y="65"/>
                  </a:lnTo>
                  <a:lnTo>
                    <a:pt x="522" y="66"/>
                  </a:lnTo>
                  <a:lnTo>
                    <a:pt x="521" y="67"/>
                  </a:lnTo>
                  <a:lnTo>
                    <a:pt x="522" y="71"/>
                  </a:lnTo>
                  <a:lnTo>
                    <a:pt x="519" y="73"/>
                  </a:lnTo>
                  <a:lnTo>
                    <a:pt x="516" y="75"/>
                  </a:lnTo>
                  <a:lnTo>
                    <a:pt x="515" y="77"/>
                  </a:lnTo>
                  <a:lnTo>
                    <a:pt x="516" y="78"/>
                  </a:lnTo>
                  <a:lnTo>
                    <a:pt x="519" y="79"/>
                  </a:lnTo>
                  <a:lnTo>
                    <a:pt x="522" y="81"/>
                  </a:lnTo>
                  <a:lnTo>
                    <a:pt x="522" y="82"/>
                  </a:lnTo>
                  <a:lnTo>
                    <a:pt x="523" y="84"/>
                  </a:lnTo>
                  <a:lnTo>
                    <a:pt x="518" y="83"/>
                  </a:lnTo>
                  <a:lnTo>
                    <a:pt x="515" y="82"/>
                  </a:lnTo>
                  <a:lnTo>
                    <a:pt x="512" y="82"/>
                  </a:lnTo>
                  <a:lnTo>
                    <a:pt x="510" y="83"/>
                  </a:lnTo>
                  <a:lnTo>
                    <a:pt x="510" y="86"/>
                  </a:lnTo>
                  <a:lnTo>
                    <a:pt x="510" y="88"/>
                  </a:lnTo>
                  <a:lnTo>
                    <a:pt x="511" y="92"/>
                  </a:lnTo>
                  <a:lnTo>
                    <a:pt x="513" y="97"/>
                  </a:lnTo>
                  <a:lnTo>
                    <a:pt x="516" y="100"/>
                  </a:lnTo>
                  <a:lnTo>
                    <a:pt x="518" y="102"/>
                  </a:lnTo>
                  <a:lnTo>
                    <a:pt x="517" y="103"/>
                  </a:lnTo>
                  <a:lnTo>
                    <a:pt x="515" y="102"/>
                  </a:lnTo>
                  <a:lnTo>
                    <a:pt x="510" y="97"/>
                  </a:lnTo>
                  <a:lnTo>
                    <a:pt x="506" y="92"/>
                  </a:lnTo>
                  <a:lnTo>
                    <a:pt x="506" y="89"/>
                  </a:lnTo>
                  <a:lnTo>
                    <a:pt x="506" y="88"/>
                  </a:lnTo>
                  <a:close/>
                  <a:moveTo>
                    <a:pt x="133" y="88"/>
                  </a:moveTo>
                  <a:lnTo>
                    <a:pt x="132" y="89"/>
                  </a:lnTo>
                  <a:lnTo>
                    <a:pt x="130" y="92"/>
                  </a:lnTo>
                  <a:lnTo>
                    <a:pt x="128" y="95"/>
                  </a:lnTo>
                  <a:lnTo>
                    <a:pt x="126" y="98"/>
                  </a:lnTo>
                  <a:lnTo>
                    <a:pt x="127" y="100"/>
                  </a:lnTo>
                  <a:lnTo>
                    <a:pt x="128" y="101"/>
                  </a:lnTo>
                  <a:lnTo>
                    <a:pt x="133" y="104"/>
                  </a:lnTo>
                  <a:lnTo>
                    <a:pt x="139" y="105"/>
                  </a:lnTo>
                  <a:lnTo>
                    <a:pt x="141" y="106"/>
                  </a:lnTo>
                  <a:lnTo>
                    <a:pt x="142" y="108"/>
                  </a:lnTo>
                  <a:lnTo>
                    <a:pt x="143" y="114"/>
                  </a:lnTo>
                  <a:lnTo>
                    <a:pt x="143" y="117"/>
                  </a:lnTo>
                  <a:lnTo>
                    <a:pt x="145" y="120"/>
                  </a:lnTo>
                  <a:lnTo>
                    <a:pt x="146" y="120"/>
                  </a:lnTo>
                  <a:lnTo>
                    <a:pt x="150" y="121"/>
                  </a:lnTo>
                  <a:lnTo>
                    <a:pt x="147" y="128"/>
                  </a:lnTo>
                  <a:lnTo>
                    <a:pt x="148" y="129"/>
                  </a:lnTo>
                  <a:lnTo>
                    <a:pt x="153" y="126"/>
                  </a:lnTo>
                  <a:lnTo>
                    <a:pt x="159" y="128"/>
                  </a:lnTo>
                  <a:lnTo>
                    <a:pt x="160" y="128"/>
                  </a:lnTo>
                  <a:lnTo>
                    <a:pt x="162" y="130"/>
                  </a:lnTo>
                  <a:lnTo>
                    <a:pt x="163" y="133"/>
                  </a:lnTo>
                  <a:lnTo>
                    <a:pt x="168" y="137"/>
                  </a:lnTo>
                  <a:lnTo>
                    <a:pt x="164" y="151"/>
                  </a:lnTo>
                  <a:lnTo>
                    <a:pt x="164" y="154"/>
                  </a:lnTo>
                  <a:lnTo>
                    <a:pt x="165" y="161"/>
                  </a:lnTo>
                  <a:lnTo>
                    <a:pt x="165" y="164"/>
                  </a:lnTo>
                  <a:lnTo>
                    <a:pt x="165" y="169"/>
                  </a:lnTo>
                  <a:lnTo>
                    <a:pt x="165" y="171"/>
                  </a:lnTo>
                  <a:lnTo>
                    <a:pt x="164" y="179"/>
                  </a:lnTo>
                  <a:lnTo>
                    <a:pt x="163" y="180"/>
                  </a:lnTo>
                  <a:lnTo>
                    <a:pt x="161" y="178"/>
                  </a:lnTo>
                  <a:lnTo>
                    <a:pt x="158" y="175"/>
                  </a:lnTo>
                  <a:lnTo>
                    <a:pt x="156" y="174"/>
                  </a:lnTo>
                  <a:lnTo>
                    <a:pt x="154" y="177"/>
                  </a:lnTo>
                  <a:lnTo>
                    <a:pt x="154" y="179"/>
                  </a:lnTo>
                  <a:lnTo>
                    <a:pt x="146" y="175"/>
                  </a:lnTo>
                  <a:lnTo>
                    <a:pt x="145" y="176"/>
                  </a:lnTo>
                  <a:lnTo>
                    <a:pt x="147" y="180"/>
                  </a:lnTo>
                  <a:lnTo>
                    <a:pt x="146" y="182"/>
                  </a:lnTo>
                  <a:lnTo>
                    <a:pt x="145" y="181"/>
                  </a:lnTo>
                  <a:lnTo>
                    <a:pt x="135" y="171"/>
                  </a:lnTo>
                  <a:lnTo>
                    <a:pt x="130" y="165"/>
                  </a:lnTo>
                  <a:lnTo>
                    <a:pt x="123" y="159"/>
                  </a:lnTo>
                  <a:lnTo>
                    <a:pt x="114" y="152"/>
                  </a:lnTo>
                  <a:lnTo>
                    <a:pt x="111" y="149"/>
                  </a:lnTo>
                  <a:lnTo>
                    <a:pt x="109" y="146"/>
                  </a:lnTo>
                  <a:lnTo>
                    <a:pt x="108" y="144"/>
                  </a:lnTo>
                  <a:lnTo>
                    <a:pt x="101" y="139"/>
                  </a:lnTo>
                  <a:lnTo>
                    <a:pt x="96" y="134"/>
                  </a:lnTo>
                  <a:lnTo>
                    <a:pt x="88" y="124"/>
                  </a:lnTo>
                  <a:lnTo>
                    <a:pt x="87" y="121"/>
                  </a:lnTo>
                  <a:lnTo>
                    <a:pt x="87" y="119"/>
                  </a:lnTo>
                  <a:lnTo>
                    <a:pt x="85" y="113"/>
                  </a:lnTo>
                  <a:lnTo>
                    <a:pt x="79" y="103"/>
                  </a:lnTo>
                  <a:lnTo>
                    <a:pt x="74" y="95"/>
                  </a:lnTo>
                  <a:lnTo>
                    <a:pt x="70" y="89"/>
                  </a:lnTo>
                  <a:lnTo>
                    <a:pt x="68" y="88"/>
                  </a:lnTo>
                  <a:lnTo>
                    <a:pt x="66" y="86"/>
                  </a:lnTo>
                  <a:lnTo>
                    <a:pt x="61" y="84"/>
                  </a:lnTo>
                  <a:lnTo>
                    <a:pt x="59" y="78"/>
                  </a:lnTo>
                  <a:lnTo>
                    <a:pt x="55" y="66"/>
                  </a:lnTo>
                  <a:lnTo>
                    <a:pt x="55" y="64"/>
                  </a:lnTo>
                  <a:lnTo>
                    <a:pt x="54" y="62"/>
                  </a:lnTo>
                  <a:lnTo>
                    <a:pt x="53" y="60"/>
                  </a:lnTo>
                  <a:lnTo>
                    <a:pt x="49" y="57"/>
                  </a:lnTo>
                  <a:lnTo>
                    <a:pt x="43" y="54"/>
                  </a:lnTo>
                  <a:lnTo>
                    <a:pt x="40" y="53"/>
                  </a:lnTo>
                  <a:lnTo>
                    <a:pt x="38" y="52"/>
                  </a:lnTo>
                  <a:lnTo>
                    <a:pt x="37" y="50"/>
                  </a:lnTo>
                  <a:lnTo>
                    <a:pt x="36" y="44"/>
                  </a:lnTo>
                  <a:lnTo>
                    <a:pt x="35" y="42"/>
                  </a:lnTo>
                  <a:lnTo>
                    <a:pt x="32" y="38"/>
                  </a:lnTo>
                  <a:lnTo>
                    <a:pt x="26" y="32"/>
                  </a:lnTo>
                  <a:lnTo>
                    <a:pt x="24" y="29"/>
                  </a:lnTo>
                  <a:lnTo>
                    <a:pt x="19" y="30"/>
                  </a:lnTo>
                  <a:lnTo>
                    <a:pt x="14" y="26"/>
                  </a:lnTo>
                  <a:lnTo>
                    <a:pt x="10" y="21"/>
                  </a:lnTo>
                  <a:lnTo>
                    <a:pt x="6" y="16"/>
                  </a:lnTo>
                  <a:lnTo>
                    <a:pt x="2" y="10"/>
                  </a:lnTo>
                  <a:lnTo>
                    <a:pt x="0" y="5"/>
                  </a:lnTo>
                  <a:lnTo>
                    <a:pt x="0" y="3"/>
                  </a:lnTo>
                  <a:lnTo>
                    <a:pt x="0" y="1"/>
                  </a:lnTo>
                  <a:lnTo>
                    <a:pt x="1" y="0"/>
                  </a:lnTo>
                  <a:lnTo>
                    <a:pt x="4" y="0"/>
                  </a:lnTo>
                  <a:lnTo>
                    <a:pt x="7" y="1"/>
                  </a:lnTo>
                  <a:lnTo>
                    <a:pt x="9" y="2"/>
                  </a:lnTo>
                  <a:lnTo>
                    <a:pt x="13" y="6"/>
                  </a:lnTo>
                  <a:lnTo>
                    <a:pt x="15" y="7"/>
                  </a:lnTo>
                  <a:lnTo>
                    <a:pt x="22" y="8"/>
                  </a:lnTo>
                  <a:lnTo>
                    <a:pt x="24" y="8"/>
                  </a:lnTo>
                  <a:lnTo>
                    <a:pt x="28" y="7"/>
                  </a:lnTo>
                  <a:lnTo>
                    <a:pt x="31" y="6"/>
                  </a:lnTo>
                  <a:lnTo>
                    <a:pt x="34" y="6"/>
                  </a:lnTo>
                  <a:lnTo>
                    <a:pt x="37" y="9"/>
                  </a:lnTo>
                  <a:lnTo>
                    <a:pt x="43" y="17"/>
                  </a:lnTo>
                  <a:lnTo>
                    <a:pt x="46" y="19"/>
                  </a:lnTo>
                  <a:lnTo>
                    <a:pt x="47" y="20"/>
                  </a:lnTo>
                  <a:lnTo>
                    <a:pt x="46" y="24"/>
                  </a:lnTo>
                  <a:lnTo>
                    <a:pt x="54" y="30"/>
                  </a:lnTo>
                  <a:lnTo>
                    <a:pt x="59" y="34"/>
                  </a:lnTo>
                  <a:lnTo>
                    <a:pt x="67" y="39"/>
                  </a:lnTo>
                  <a:lnTo>
                    <a:pt x="72" y="41"/>
                  </a:lnTo>
                  <a:lnTo>
                    <a:pt x="73" y="42"/>
                  </a:lnTo>
                  <a:lnTo>
                    <a:pt x="73" y="46"/>
                  </a:lnTo>
                  <a:lnTo>
                    <a:pt x="73" y="47"/>
                  </a:lnTo>
                  <a:lnTo>
                    <a:pt x="77" y="47"/>
                  </a:lnTo>
                  <a:lnTo>
                    <a:pt x="82" y="54"/>
                  </a:lnTo>
                  <a:lnTo>
                    <a:pt x="86" y="58"/>
                  </a:lnTo>
                  <a:lnTo>
                    <a:pt x="88" y="58"/>
                  </a:lnTo>
                  <a:lnTo>
                    <a:pt x="88" y="57"/>
                  </a:lnTo>
                  <a:lnTo>
                    <a:pt x="87" y="55"/>
                  </a:lnTo>
                  <a:lnTo>
                    <a:pt x="88" y="53"/>
                  </a:lnTo>
                  <a:lnTo>
                    <a:pt x="91" y="55"/>
                  </a:lnTo>
                  <a:lnTo>
                    <a:pt x="95" y="60"/>
                  </a:lnTo>
                  <a:lnTo>
                    <a:pt x="98" y="63"/>
                  </a:lnTo>
                  <a:lnTo>
                    <a:pt x="101" y="63"/>
                  </a:lnTo>
                  <a:lnTo>
                    <a:pt x="104" y="65"/>
                  </a:lnTo>
                  <a:lnTo>
                    <a:pt x="106" y="67"/>
                  </a:lnTo>
                  <a:lnTo>
                    <a:pt x="108" y="73"/>
                  </a:lnTo>
                  <a:lnTo>
                    <a:pt x="111" y="75"/>
                  </a:lnTo>
                  <a:lnTo>
                    <a:pt x="114" y="77"/>
                  </a:lnTo>
                  <a:lnTo>
                    <a:pt x="117" y="78"/>
                  </a:lnTo>
                  <a:lnTo>
                    <a:pt x="123" y="79"/>
                  </a:lnTo>
                  <a:lnTo>
                    <a:pt x="126" y="80"/>
                  </a:lnTo>
                  <a:lnTo>
                    <a:pt x="129" y="83"/>
                  </a:lnTo>
                  <a:lnTo>
                    <a:pt x="133" y="87"/>
                  </a:lnTo>
                  <a:lnTo>
                    <a:pt x="133" y="88"/>
                  </a:lnTo>
                  <a:close/>
                  <a:moveTo>
                    <a:pt x="310" y="225"/>
                  </a:moveTo>
                  <a:lnTo>
                    <a:pt x="308" y="223"/>
                  </a:lnTo>
                  <a:lnTo>
                    <a:pt x="301" y="220"/>
                  </a:lnTo>
                  <a:lnTo>
                    <a:pt x="300" y="218"/>
                  </a:lnTo>
                  <a:lnTo>
                    <a:pt x="304" y="218"/>
                  </a:lnTo>
                  <a:lnTo>
                    <a:pt x="307" y="216"/>
                  </a:lnTo>
                  <a:lnTo>
                    <a:pt x="311" y="216"/>
                  </a:lnTo>
                  <a:lnTo>
                    <a:pt x="317" y="220"/>
                  </a:lnTo>
                  <a:lnTo>
                    <a:pt x="314" y="221"/>
                  </a:lnTo>
                  <a:lnTo>
                    <a:pt x="313" y="222"/>
                  </a:lnTo>
                  <a:lnTo>
                    <a:pt x="310" y="225"/>
                  </a:lnTo>
                  <a:close/>
                  <a:moveTo>
                    <a:pt x="355" y="221"/>
                  </a:moveTo>
                  <a:lnTo>
                    <a:pt x="353" y="220"/>
                  </a:lnTo>
                  <a:lnTo>
                    <a:pt x="351" y="220"/>
                  </a:lnTo>
                  <a:lnTo>
                    <a:pt x="351" y="218"/>
                  </a:lnTo>
                  <a:lnTo>
                    <a:pt x="351" y="217"/>
                  </a:lnTo>
                  <a:lnTo>
                    <a:pt x="353" y="215"/>
                  </a:lnTo>
                  <a:lnTo>
                    <a:pt x="355" y="215"/>
                  </a:lnTo>
                  <a:lnTo>
                    <a:pt x="357" y="216"/>
                  </a:lnTo>
                  <a:lnTo>
                    <a:pt x="357" y="217"/>
                  </a:lnTo>
                  <a:lnTo>
                    <a:pt x="358" y="218"/>
                  </a:lnTo>
                  <a:lnTo>
                    <a:pt x="360" y="217"/>
                  </a:lnTo>
                  <a:lnTo>
                    <a:pt x="362" y="218"/>
                  </a:lnTo>
                  <a:lnTo>
                    <a:pt x="363" y="219"/>
                  </a:lnTo>
                  <a:lnTo>
                    <a:pt x="363" y="222"/>
                  </a:lnTo>
                  <a:lnTo>
                    <a:pt x="364" y="221"/>
                  </a:lnTo>
                  <a:lnTo>
                    <a:pt x="366" y="219"/>
                  </a:lnTo>
                  <a:lnTo>
                    <a:pt x="368" y="219"/>
                  </a:lnTo>
                  <a:lnTo>
                    <a:pt x="370" y="220"/>
                  </a:lnTo>
                  <a:lnTo>
                    <a:pt x="370" y="223"/>
                  </a:lnTo>
                  <a:lnTo>
                    <a:pt x="371" y="223"/>
                  </a:lnTo>
                  <a:lnTo>
                    <a:pt x="371" y="224"/>
                  </a:lnTo>
                  <a:lnTo>
                    <a:pt x="371" y="226"/>
                  </a:lnTo>
                  <a:lnTo>
                    <a:pt x="369" y="225"/>
                  </a:lnTo>
                  <a:lnTo>
                    <a:pt x="367" y="224"/>
                  </a:lnTo>
                  <a:lnTo>
                    <a:pt x="366" y="225"/>
                  </a:lnTo>
                  <a:lnTo>
                    <a:pt x="366" y="226"/>
                  </a:lnTo>
                  <a:lnTo>
                    <a:pt x="360" y="227"/>
                  </a:lnTo>
                  <a:lnTo>
                    <a:pt x="359" y="226"/>
                  </a:lnTo>
                  <a:lnTo>
                    <a:pt x="360" y="224"/>
                  </a:lnTo>
                  <a:lnTo>
                    <a:pt x="359" y="224"/>
                  </a:lnTo>
                  <a:lnTo>
                    <a:pt x="357" y="226"/>
                  </a:lnTo>
                  <a:lnTo>
                    <a:pt x="356" y="228"/>
                  </a:lnTo>
                  <a:lnTo>
                    <a:pt x="354" y="227"/>
                  </a:lnTo>
                  <a:lnTo>
                    <a:pt x="349" y="229"/>
                  </a:lnTo>
                  <a:lnTo>
                    <a:pt x="344" y="231"/>
                  </a:lnTo>
                  <a:lnTo>
                    <a:pt x="342" y="230"/>
                  </a:lnTo>
                  <a:lnTo>
                    <a:pt x="340" y="231"/>
                  </a:lnTo>
                  <a:lnTo>
                    <a:pt x="337" y="231"/>
                  </a:lnTo>
                  <a:lnTo>
                    <a:pt x="337" y="230"/>
                  </a:lnTo>
                  <a:lnTo>
                    <a:pt x="335" y="229"/>
                  </a:lnTo>
                  <a:lnTo>
                    <a:pt x="335" y="227"/>
                  </a:lnTo>
                  <a:lnTo>
                    <a:pt x="336" y="225"/>
                  </a:lnTo>
                  <a:lnTo>
                    <a:pt x="335" y="224"/>
                  </a:lnTo>
                  <a:lnTo>
                    <a:pt x="336" y="223"/>
                  </a:lnTo>
                  <a:lnTo>
                    <a:pt x="338" y="222"/>
                  </a:lnTo>
                  <a:lnTo>
                    <a:pt x="340" y="221"/>
                  </a:lnTo>
                  <a:lnTo>
                    <a:pt x="341" y="221"/>
                  </a:lnTo>
                  <a:lnTo>
                    <a:pt x="345" y="222"/>
                  </a:lnTo>
                  <a:lnTo>
                    <a:pt x="348" y="222"/>
                  </a:lnTo>
                  <a:lnTo>
                    <a:pt x="349" y="224"/>
                  </a:lnTo>
                  <a:lnTo>
                    <a:pt x="351" y="225"/>
                  </a:lnTo>
                  <a:lnTo>
                    <a:pt x="353" y="225"/>
                  </a:lnTo>
                  <a:lnTo>
                    <a:pt x="355" y="224"/>
                  </a:lnTo>
                  <a:lnTo>
                    <a:pt x="357" y="224"/>
                  </a:lnTo>
                  <a:lnTo>
                    <a:pt x="357" y="222"/>
                  </a:lnTo>
                  <a:lnTo>
                    <a:pt x="355" y="221"/>
                  </a:lnTo>
                  <a:close/>
                  <a:moveTo>
                    <a:pt x="433" y="219"/>
                  </a:moveTo>
                  <a:lnTo>
                    <a:pt x="429" y="220"/>
                  </a:lnTo>
                  <a:lnTo>
                    <a:pt x="430" y="222"/>
                  </a:lnTo>
                  <a:lnTo>
                    <a:pt x="423" y="224"/>
                  </a:lnTo>
                  <a:lnTo>
                    <a:pt x="419" y="226"/>
                  </a:lnTo>
                  <a:lnTo>
                    <a:pt x="417" y="226"/>
                  </a:lnTo>
                  <a:lnTo>
                    <a:pt x="414" y="228"/>
                  </a:lnTo>
                  <a:lnTo>
                    <a:pt x="410" y="228"/>
                  </a:lnTo>
                  <a:lnTo>
                    <a:pt x="407" y="227"/>
                  </a:lnTo>
                  <a:lnTo>
                    <a:pt x="404" y="229"/>
                  </a:lnTo>
                  <a:lnTo>
                    <a:pt x="403" y="229"/>
                  </a:lnTo>
                  <a:lnTo>
                    <a:pt x="400" y="229"/>
                  </a:lnTo>
                  <a:lnTo>
                    <a:pt x="396" y="227"/>
                  </a:lnTo>
                  <a:lnTo>
                    <a:pt x="388" y="227"/>
                  </a:lnTo>
                  <a:lnTo>
                    <a:pt x="386" y="227"/>
                  </a:lnTo>
                  <a:lnTo>
                    <a:pt x="385" y="223"/>
                  </a:lnTo>
                  <a:lnTo>
                    <a:pt x="385" y="222"/>
                  </a:lnTo>
                  <a:lnTo>
                    <a:pt x="388" y="220"/>
                  </a:lnTo>
                  <a:lnTo>
                    <a:pt x="392" y="219"/>
                  </a:lnTo>
                  <a:lnTo>
                    <a:pt x="396" y="219"/>
                  </a:lnTo>
                  <a:lnTo>
                    <a:pt x="404" y="222"/>
                  </a:lnTo>
                  <a:lnTo>
                    <a:pt x="407" y="224"/>
                  </a:lnTo>
                  <a:lnTo>
                    <a:pt x="409" y="224"/>
                  </a:lnTo>
                  <a:lnTo>
                    <a:pt x="412" y="222"/>
                  </a:lnTo>
                  <a:lnTo>
                    <a:pt x="415" y="222"/>
                  </a:lnTo>
                  <a:lnTo>
                    <a:pt x="418" y="221"/>
                  </a:lnTo>
                  <a:lnTo>
                    <a:pt x="421" y="223"/>
                  </a:lnTo>
                  <a:lnTo>
                    <a:pt x="424" y="222"/>
                  </a:lnTo>
                  <a:lnTo>
                    <a:pt x="424" y="220"/>
                  </a:lnTo>
                  <a:lnTo>
                    <a:pt x="427" y="219"/>
                  </a:lnTo>
                  <a:lnTo>
                    <a:pt x="430" y="217"/>
                  </a:lnTo>
                  <a:lnTo>
                    <a:pt x="430" y="216"/>
                  </a:lnTo>
                  <a:lnTo>
                    <a:pt x="430" y="215"/>
                  </a:lnTo>
                  <a:lnTo>
                    <a:pt x="428" y="215"/>
                  </a:lnTo>
                  <a:lnTo>
                    <a:pt x="429" y="214"/>
                  </a:lnTo>
                  <a:lnTo>
                    <a:pt x="430" y="214"/>
                  </a:lnTo>
                  <a:lnTo>
                    <a:pt x="432" y="215"/>
                  </a:lnTo>
                  <a:lnTo>
                    <a:pt x="433" y="216"/>
                  </a:lnTo>
                  <a:lnTo>
                    <a:pt x="433" y="219"/>
                  </a:lnTo>
                  <a:close/>
                  <a:moveTo>
                    <a:pt x="671" y="221"/>
                  </a:moveTo>
                  <a:lnTo>
                    <a:pt x="663" y="220"/>
                  </a:lnTo>
                  <a:lnTo>
                    <a:pt x="667" y="212"/>
                  </a:lnTo>
                  <a:lnTo>
                    <a:pt x="671" y="208"/>
                  </a:lnTo>
                  <a:lnTo>
                    <a:pt x="674" y="206"/>
                  </a:lnTo>
                  <a:lnTo>
                    <a:pt x="677" y="205"/>
                  </a:lnTo>
                  <a:lnTo>
                    <a:pt x="681" y="208"/>
                  </a:lnTo>
                  <a:lnTo>
                    <a:pt x="682" y="209"/>
                  </a:lnTo>
                  <a:lnTo>
                    <a:pt x="681" y="210"/>
                  </a:lnTo>
                  <a:lnTo>
                    <a:pt x="679" y="215"/>
                  </a:lnTo>
                  <a:lnTo>
                    <a:pt x="677" y="216"/>
                  </a:lnTo>
                  <a:lnTo>
                    <a:pt x="673" y="221"/>
                  </a:lnTo>
                  <a:lnTo>
                    <a:pt x="671" y="221"/>
                  </a:lnTo>
                  <a:close/>
                  <a:moveTo>
                    <a:pt x="491" y="148"/>
                  </a:moveTo>
                  <a:lnTo>
                    <a:pt x="488" y="148"/>
                  </a:lnTo>
                  <a:lnTo>
                    <a:pt x="483" y="144"/>
                  </a:lnTo>
                  <a:lnTo>
                    <a:pt x="481" y="141"/>
                  </a:lnTo>
                  <a:lnTo>
                    <a:pt x="482" y="139"/>
                  </a:lnTo>
                  <a:lnTo>
                    <a:pt x="487" y="138"/>
                  </a:lnTo>
                  <a:lnTo>
                    <a:pt x="492" y="138"/>
                  </a:lnTo>
                  <a:lnTo>
                    <a:pt x="494" y="139"/>
                  </a:lnTo>
                  <a:lnTo>
                    <a:pt x="495" y="141"/>
                  </a:lnTo>
                  <a:lnTo>
                    <a:pt x="498" y="142"/>
                  </a:lnTo>
                  <a:lnTo>
                    <a:pt x="499" y="144"/>
                  </a:lnTo>
                  <a:lnTo>
                    <a:pt x="498" y="146"/>
                  </a:lnTo>
                  <a:lnTo>
                    <a:pt x="497" y="146"/>
                  </a:lnTo>
                  <a:lnTo>
                    <a:pt x="491" y="148"/>
                  </a:lnTo>
                  <a:close/>
                  <a:moveTo>
                    <a:pt x="555" y="148"/>
                  </a:moveTo>
                  <a:lnTo>
                    <a:pt x="553" y="148"/>
                  </a:lnTo>
                  <a:lnTo>
                    <a:pt x="548" y="145"/>
                  </a:lnTo>
                  <a:lnTo>
                    <a:pt x="542" y="140"/>
                  </a:lnTo>
                  <a:lnTo>
                    <a:pt x="540" y="139"/>
                  </a:lnTo>
                  <a:lnTo>
                    <a:pt x="537" y="139"/>
                  </a:lnTo>
                  <a:lnTo>
                    <a:pt x="537" y="140"/>
                  </a:lnTo>
                  <a:lnTo>
                    <a:pt x="537" y="143"/>
                  </a:lnTo>
                  <a:lnTo>
                    <a:pt x="535" y="143"/>
                  </a:lnTo>
                  <a:lnTo>
                    <a:pt x="528" y="141"/>
                  </a:lnTo>
                  <a:lnTo>
                    <a:pt x="526" y="138"/>
                  </a:lnTo>
                  <a:lnTo>
                    <a:pt x="522" y="139"/>
                  </a:lnTo>
                  <a:lnTo>
                    <a:pt x="520" y="141"/>
                  </a:lnTo>
                  <a:lnTo>
                    <a:pt x="518" y="143"/>
                  </a:lnTo>
                  <a:lnTo>
                    <a:pt x="517" y="141"/>
                  </a:lnTo>
                  <a:lnTo>
                    <a:pt x="514" y="138"/>
                  </a:lnTo>
                  <a:lnTo>
                    <a:pt x="513" y="135"/>
                  </a:lnTo>
                  <a:lnTo>
                    <a:pt x="514" y="134"/>
                  </a:lnTo>
                  <a:lnTo>
                    <a:pt x="516" y="134"/>
                  </a:lnTo>
                  <a:lnTo>
                    <a:pt x="518" y="134"/>
                  </a:lnTo>
                  <a:lnTo>
                    <a:pt x="526" y="134"/>
                  </a:lnTo>
                  <a:lnTo>
                    <a:pt x="530" y="136"/>
                  </a:lnTo>
                  <a:lnTo>
                    <a:pt x="532" y="136"/>
                  </a:lnTo>
                  <a:lnTo>
                    <a:pt x="536" y="134"/>
                  </a:lnTo>
                  <a:lnTo>
                    <a:pt x="539" y="134"/>
                  </a:lnTo>
                  <a:lnTo>
                    <a:pt x="543" y="134"/>
                  </a:lnTo>
                  <a:lnTo>
                    <a:pt x="549" y="136"/>
                  </a:lnTo>
                  <a:lnTo>
                    <a:pt x="553" y="139"/>
                  </a:lnTo>
                  <a:lnTo>
                    <a:pt x="555" y="142"/>
                  </a:lnTo>
                  <a:lnTo>
                    <a:pt x="556" y="146"/>
                  </a:lnTo>
                  <a:lnTo>
                    <a:pt x="555" y="148"/>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7" name="Freeform 76">
              <a:extLst>
                <a:ext uri="{FF2B5EF4-FFF2-40B4-BE49-F238E27FC236}">
                  <a16:creationId xmlns:a16="http://schemas.microsoft.com/office/drawing/2014/main" id="{C78FF074-C6F7-2653-EE5B-A68F0B0E4C87}"/>
                </a:ext>
              </a:extLst>
            </p:cNvPr>
            <p:cNvSpPr>
              <a:spLocks/>
            </p:cNvSpPr>
            <p:nvPr/>
          </p:nvSpPr>
          <p:spPr bwMode="gray">
            <a:xfrm>
              <a:off x="5655498" y="4895000"/>
              <a:ext cx="264187" cy="236740"/>
            </a:xfrm>
            <a:custGeom>
              <a:avLst/>
              <a:gdLst>
                <a:gd name="T0" fmla="*/ 151 w 154"/>
                <a:gd name="T1" fmla="*/ 98 h 138"/>
                <a:gd name="T2" fmla="*/ 154 w 154"/>
                <a:gd name="T3" fmla="*/ 138 h 138"/>
                <a:gd name="T4" fmla="*/ 139 w 154"/>
                <a:gd name="T5" fmla="*/ 121 h 138"/>
                <a:gd name="T6" fmla="*/ 125 w 154"/>
                <a:gd name="T7" fmla="*/ 123 h 138"/>
                <a:gd name="T8" fmla="*/ 126 w 154"/>
                <a:gd name="T9" fmla="*/ 115 h 138"/>
                <a:gd name="T10" fmla="*/ 118 w 154"/>
                <a:gd name="T11" fmla="*/ 104 h 138"/>
                <a:gd name="T12" fmla="*/ 123 w 154"/>
                <a:gd name="T13" fmla="*/ 103 h 138"/>
                <a:gd name="T14" fmla="*/ 116 w 154"/>
                <a:gd name="T15" fmla="*/ 96 h 138"/>
                <a:gd name="T16" fmla="*/ 105 w 154"/>
                <a:gd name="T17" fmla="*/ 77 h 138"/>
                <a:gd name="T18" fmla="*/ 94 w 154"/>
                <a:gd name="T19" fmla="*/ 71 h 138"/>
                <a:gd name="T20" fmla="*/ 67 w 154"/>
                <a:gd name="T21" fmla="*/ 64 h 138"/>
                <a:gd name="T22" fmla="*/ 58 w 154"/>
                <a:gd name="T23" fmla="*/ 57 h 138"/>
                <a:gd name="T24" fmla="*/ 52 w 154"/>
                <a:gd name="T25" fmla="*/ 56 h 138"/>
                <a:gd name="T26" fmla="*/ 43 w 154"/>
                <a:gd name="T27" fmla="*/ 51 h 138"/>
                <a:gd name="T28" fmla="*/ 42 w 154"/>
                <a:gd name="T29" fmla="*/ 42 h 138"/>
                <a:gd name="T30" fmla="*/ 38 w 154"/>
                <a:gd name="T31" fmla="*/ 50 h 138"/>
                <a:gd name="T32" fmla="*/ 29 w 154"/>
                <a:gd name="T33" fmla="*/ 59 h 138"/>
                <a:gd name="T34" fmla="*/ 25 w 154"/>
                <a:gd name="T35" fmla="*/ 52 h 138"/>
                <a:gd name="T36" fmla="*/ 26 w 154"/>
                <a:gd name="T37" fmla="*/ 45 h 138"/>
                <a:gd name="T38" fmla="*/ 15 w 154"/>
                <a:gd name="T39" fmla="*/ 39 h 138"/>
                <a:gd name="T40" fmla="*/ 18 w 154"/>
                <a:gd name="T41" fmla="*/ 36 h 138"/>
                <a:gd name="T42" fmla="*/ 25 w 154"/>
                <a:gd name="T43" fmla="*/ 38 h 138"/>
                <a:gd name="T44" fmla="*/ 33 w 154"/>
                <a:gd name="T45" fmla="*/ 33 h 138"/>
                <a:gd name="T46" fmla="*/ 43 w 154"/>
                <a:gd name="T47" fmla="*/ 34 h 138"/>
                <a:gd name="T48" fmla="*/ 41 w 154"/>
                <a:gd name="T49" fmla="*/ 27 h 138"/>
                <a:gd name="T50" fmla="*/ 30 w 154"/>
                <a:gd name="T51" fmla="*/ 29 h 138"/>
                <a:gd name="T52" fmla="*/ 15 w 154"/>
                <a:gd name="T53" fmla="*/ 27 h 138"/>
                <a:gd name="T54" fmla="*/ 11 w 154"/>
                <a:gd name="T55" fmla="*/ 18 h 138"/>
                <a:gd name="T56" fmla="*/ 2 w 154"/>
                <a:gd name="T57" fmla="*/ 14 h 138"/>
                <a:gd name="T58" fmla="*/ 5 w 154"/>
                <a:gd name="T59" fmla="*/ 8 h 138"/>
                <a:gd name="T60" fmla="*/ 18 w 154"/>
                <a:gd name="T61" fmla="*/ 0 h 138"/>
                <a:gd name="T62" fmla="*/ 34 w 154"/>
                <a:gd name="T63" fmla="*/ 6 h 138"/>
                <a:gd name="T64" fmla="*/ 47 w 154"/>
                <a:gd name="T65" fmla="*/ 13 h 138"/>
                <a:gd name="T66" fmla="*/ 45 w 154"/>
                <a:gd name="T67" fmla="*/ 23 h 138"/>
                <a:gd name="T68" fmla="*/ 49 w 154"/>
                <a:gd name="T69" fmla="*/ 33 h 138"/>
                <a:gd name="T70" fmla="*/ 53 w 154"/>
                <a:gd name="T71" fmla="*/ 39 h 138"/>
                <a:gd name="T72" fmla="*/ 55 w 154"/>
                <a:gd name="T73" fmla="*/ 36 h 138"/>
                <a:gd name="T74" fmla="*/ 60 w 154"/>
                <a:gd name="T75" fmla="*/ 46 h 138"/>
                <a:gd name="T76" fmla="*/ 69 w 154"/>
                <a:gd name="T77" fmla="*/ 46 h 138"/>
                <a:gd name="T78" fmla="*/ 84 w 154"/>
                <a:gd name="T79" fmla="*/ 30 h 138"/>
                <a:gd name="T80" fmla="*/ 94 w 154"/>
                <a:gd name="T81" fmla="*/ 27 h 138"/>
                <a:gd name="T82" fmla="*/ 103 w 154"/>
                <a:gd name="T83" fmla="*/ 18 h 138"/>
                <a:gd name="T84" fmla="*/ 133 w 154"/>
                <a:gd name="T85" fmla="*/ 29 h 13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54"/>
                <a:gd name="T130" fmla="*/ 0 h 138"/>
                <a:gd name="T131" fmla="*/ 154 w 154"/>
                <a:gd name="T132" fmla="*/ 138 h 138"/>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54" h="138">
                  <a:moveTo>
                    <a:pt x="153" y="36"/>
                  </a:moveTo>
                  <a:lnTo>
                    <a:pt x="154" y="92"/>
                  </a:lnTo>
                  <a:lnTo>
                    <a:pt x="151" y="98"/>
                  </a:lnTo>
                  <a:lnTo>
                    <a:pt x="154" y="108"/>
                  </a:lnTo>
                  <a:lnTo>
                    <a:pt x="154" y="113"/>
                  </a:lnTo>
                  <a:lnTo>
                    <a:pt x="154" y="138"/>
                  </a:lnTo>
                  <a:lnTo>
                    <a:pt x="150" y="134"/>
                  </a:lnTo>
                  <a:lnTo>
                    <a:pt x="144" y="128"/>
                  </a:lnTo>
                  <a:lnTo>
                    <a:pt x="139" y="121"/>
                  </a:lnTo>
                  <a:lnTo>
                    <a:pt x="136" y="121"/>
                  </a:lnTo>
                  <a:lnTo>
                    <a:pt x="131" y="122"/>
                  </a:lnTo>
                  <a:lnTo>
                    <a:pt x="125" y="123"/>
                  </a:lnTo>
                  <a:lnTo>
                    <a:pt x="122" y="123"/>
                  </a:lnTo>
                  <a:lnTo>
                    <a:pt x="123" y="120"/>
                  </a:lnTo>
                  <a:lnTo>
                    <a:pt x="126" y="115"/>
                  </a:lnTo>
                  <a:lnTo>
                    <a:pt x="126" y="113"/>
                  </a:lnTo>
                  <a:lnTo>
                    <a:pt x="122" y="110"/>
                  </a:lnTo>
                  <a:lnTo>
                    <a:pt x="118" y="104"/>
                  </a:lnTo>
                  <a:lnTo>
                    <a:pt x="118" y="102"/>
                  </a:lnTo>
                  <a:lnTo>
                    <a:pt x="121" y="103"/>
                  </a:lnTo>
                  <a:lnTo>
                    <a:pt x="123" y="103"/>
                  </a:lnTo>
                  <a:lnTo>
                    <a:pt x="124" y="102"/>
                  </a:lnTo>
                  <a:lnTo>
                    <a:pt x="121" y="99"/>
                  </a:lnTo>
                  <a:lnTo>
                    <a:pt x="116" y="96"/>
                  </a:lnTo>
                  <a:lnTo>
                    <a:pt x="115" y="94"/>
                  </a:lnTo>
                  <a:lnTo>
                    <a:pt x="113" y="89"/>
                  </a:lnTo>
                  <a:lnTo>
                    <a:pt x="105" y="77"/>
                  </a:lnTo>
                  <a:lnTo>
                    <a:pt x="102" y="74"/>
                  </a:lnTo>
                  <a:lnTo>
                    <a:pt x="99" y="72"/>
                  </a:lnTo>
                  <a:lnTo>
                    <a:pt x="94" y="71"/>
                  </a:lnTo>
                  <a:lnTo>
                    <a:pt x="80" y="67"/>
                  </a:lnTo>
                  <a:lnTo>
                    <a:pt x="71" y="64"/>
                  </a:lnTo>
                  <a:lnTo>
                    <a:pt x="67" y="64"/>
                  </a:lnTo>
                  <a:lnTo>
                    <a:pt x="62" y="62"/>
                  </a:lnTo>
                  <a:lnTo>
                    <a:pt x="58" y="59"/>
                  </a:lnTo>
                  <a:lnTo>
                    <a:pt x="58" y="57"/>
                  </a:lnTo>
                  <a:lnTo>
                    <a:pt x="57" y="55"/>
                  </a:lnTo>
                  <a:lnTo>
                    <a:pt x="56" y="55"/>
                  </a:lnTo>
                  <a:lnTo>
                    <a:pt x="52" y="56"/>
                  </a:lnTo>
                  <a:lnTo>
                    <a:pt x="49" y="55"/>
                  </a:lnTo>
                  <a:lnTo>
                    <a:pt x="46" y="54"/>
                  </a:lnTo>
                  <a:lnTo>
                    <a:pt x="43" y="51"/>
                  </a:lnTo>
                  <a:lnTo>
                    <a:pt x="42" y="47"/>
                  </a:lnTo>
                  <a:lnTo>
                    <a:pt x="43" y="43"/>
                  </a:lnTo>
                  <a:lnTo>
                    <a:pt x="42" y="42"/>
                  </a:lnTo>
                  <a:lnTo>
                    <a:pt x="40" y="43"/>
                  </a:lnTo>
                  <a:lnTo>
                    <a:pt x="39" y="46"/>
                  </a:lnTo>
                  <a:lnTo>
                    <a:pt x="38" y="50"/>
                  </a:lnTo>
                  <a:lnTo>
                    <a:pt x="36" y="54"/>
                  </a:lnTo>
                  <a:lnTo>
                    <a:pt x="34" y="56"/>
                  </a:lnTo>
                  <a:lnTo>
                    <a:pt x="29" y="59"/>
                  </a:lnTo>
                  <a:lnTo>
                    <a:pt x="28" y="58"/>
                  </a:lnTo>
                  <a:lnTo>
                    <a:pt x="25" y="53"/>
                  </a:lnTo>
                  <a:lnTo>
                    <a:pt x="25" y="52"/>
                  </a:lnTo>
                  <a:lnTo>
                    <a:pt x="28" y="50"/>
                  </a:lnTo>
                  <a:lnTo>
                    <a:pt x="27" y="47"/>
                  </a:lnTo>
                  <a:lnTo>
                    <a:pt x="26" y="45"/>
                  </a:lnTo>
                  <a:lnTo>
                    <a:pt x="22" y="42"/>
                  </a:lnTo>
                  <a:lnTo>
                    <a:pt x="17" y="40"/>
                  </a:lnTo>
                  <a:lnTo>
                    <a:pt x="15" y="39"/>
                  </a:lnTo>
                  <a:lnTo>
                    <a:pt x="14" y="38"/>
                  </a:lnTo>
                  <a:lnTo>
                    <a:pt x="15" y="36"/>
                  </a:lnTo>
                  <a:lnTo>
                    <a:pt x="18" y="36"/>
                  </a:lnTo>
                  <a:lnTo>
                    <a:pt x="20" y="37"/>
                  </a:lnTo>
                  <a:lnTo>
                    <a:pt x="25" y="38"/>
                  </a:lnTo>
                  <a:lnTo>
                    <a:pt x="28" y="36"/>
                  </a:lnTo>
                  <a:lnTo>
                    <a:pt x="32" y="33"/>
                  </a:lnTo>
                  <a:lnTo>
                    <a:pt x="33" y="33"/>
                  </a:lnTo>
                  <a:lnTo>
                    <a:pt x="35" y="35"/>
                  </a:lnTo>
                  <a:lnTo>
                    <a:pt x="42" y="35"/>
                  </a:lnTo>
                  <a:lnTo>
                    <a:pt x="43" y="34"/>
                  </a:lnTo>
                  <a:lnTo>
                    <a:pt x="44" y="30"/>
                  </a:lnTo>
                  <a:lnTo>
                    <a:pt x="43" y="27"/>
                  </a:lnTo>
                  <a:lnTo>
                    <a:pt x="41" y="27"/>
                  </a:lnTo>
                  <a:lnTo>
                    <a:pt x="39" y="29"/>
                  </a:lnTo>
                  <a:lnTo>
                    <a:pt x="35" y="29"/>
                  </a:lnTo>
                  <a:lnTo>
                    <a:pt x="30" y="29"/>
                  </a:lnTo>
                  <a:lnTo>
                    <a:pt x="25" y="29"/>
                  </a:lnTo>
                  <a:lnTo>
                    <a:pt x="18" y="29"/>
                  </a:lnTo>
                  <a:lnTo>
                    <a:pt x="15" y="27"/>
                  </a:lnTo>
                  <a:lnTo>
                    <a:pt x="14" y="25"/>
                  </a:lnTo>
                  <a:lnTo>
                    <a:pt x="13" y="21"/>
                  </a:lnTo>
                  <a:lnTo>
                    <a:pt x="11" y="18"/>
                  </a:lnTo>
                  <a:lnTo>
                    <a:pt x="9" y="17"/>
                  </a:lnTo>
                  <a:lnTo>
                    <a:pt x="0" y="16"/>
                  </a:lnTo>
                  <a:lnTo>
                    <a:pt x="2" y="14"/>
                  </a:lnTo>
                  <a:lnTo>
                    <a:pt x="2" y="12"/>
                  </a:lnTo>
                  <a:lnTo>
                    <a:pt x="2" y="8"/>
                  </a:lnTo>
                  <a:lnTo>
                    <a:pt x="5" y="8"/>
                  </a:lnTo>
                  <a:lnTo>
                    <a:pt x="12" y="5"/>
                  </a:lnTo>
                  <a:lnTo>
                    <a:pt x="15" y="3"/>
                  </a:lnTo>
                  <a:lnTo>
                    <a:pt x="18" y="0"/>
                  </a:lnTo>
                  <a:lnTo>
                    <a:pt x="21" y="1"/>
                  </a:lnTo>
                  <a:lnTo>
                    <a:pt x="24" y="1"/>
                  </a:lnTo>
                  <a:lnTo>
                    <a:pt x="34" y="6"/>
                  </a:lnTo>
                  <a:lnTo>
                    <a:pt x="38" y="7"/>
                  </a:lnTo>
                  <a:lnTo>
                    <a:pt x="44" y="8"/>
                  </a:lnTo>
                  <a:lnTo>
                    <a:pt x="47" y="13"/>
                  </a:lnTo>
                  <a:lnTo>
                    <a:pt x="48" y="16"/>
                  </a:lnTo>
                  <a:lnTo>
                    <a:pt x="46" y="21"/>
                  </a:lnTo>
                  <a:lnTo>
                    <a:pt x="45" y="23"/>
                  </a:lnTo>
                  <a:lnTo>
                    <a:pt x="47" y="26"/>
                  </a:lnTo>
                  <a:lnTo>
                    <a:pt x="48" y="30"/>
                  </a:lnTo>
                  <a:lnTo>
                    <a:pt x="49" y="33"/>
                  </a:lnTo>
                  <a:lnTo>
                    <a:pt x="50" y="37"/>
                  </a:lnTo>
                  <a:lnTo>
                    <a:pt x="51" y="38"/>
                  </a:lnTo>
                  <a:lnTo>
                    <a:pt x="53" y="39"/>
                  </a:lnTo>
                  <a:lnTo>
                    <a:pt x="55" y="35"/>
                  </a:lnTo>
                  <a:lnTo>
                    <a:pt x="55" y="36"/>
                  </a:lnTo>
                  <a:lnTo>
                    <a:pt x="58" y="44"/>
                  </a:lnTo>
                  <a:lnTo>
                    <a:pt x="59" y="45"/>
                  </a:lnTo>
                  <a:lnTo>
                    <a:pt x="60" y="46"/>
                  </a:lnTo>
                  <a:lnTo>
                    <a:pt x="63" y="47"/>
                  </a:lnTo>
                  <a:lnTo>
                    <a:pt x="65" y="48"/>
                  </a:lnTo>
                  <a:lnTo>
                    <a:pt x="69" y="46"/>
                  </a:lnTo>
                  <a:lnTo>
                    <a:pt x="73" y="43"/>
                  </a:lnTo>
                  <a:lnTo>
                    <a:pt x="81" y="30"/>
                  </a:lnTo>
                  <a:lnTo>
                    <a:pt x="84" y="30"/>
                  </a:lnTo>
                  <a:lnTo>
                    <a:pt x="91" y="28"/>
                  </a:lnTo>
                  <a:lnTo>
                    <a:pt x="94" y="27"/>
                  </a:lnTo>
                  <a:lnTo>
                    <a:pt x="94" y="23"/>
                  </a:lnTo>
                  <a:lnTo>
                    <a:pt x="96" y="22"/>
                  </a:lnTo>
                  <a:lnTo>
                    <a:pt x="103" y="18"/>
                  </a:lnTo>
                  <a:lnTo>
                    <a:pt x="106" y="17"/>
                  </a:lnTo>
                  <a:lnTo>
                    <a:pt x="118" y="23"/>
                  </a:lnTo>
                  <a:lnTo>
                    <a:pt x="133" y="29"/>
                  </a:lnTo>
                  <a:lnTo>
                    <a:pt x="144" y="33"/>
                  </a:lnTo>
                  <a:lnTo>
                    <a:pt x="153" y="36"/>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8" name="Freeform 77">
              <a:extLst>
                <a:ext uri="{FF2B5EF4-FFF2-40B4-BE49-F238E27FC236}">
                  <a16:creationId xmlns:a16="http://schemas.microsoft.com/office/drawing/2014/main" id="{478028E3-252D-59EC-D41E-C0D4F7C5CCB2}"/>
                </a:ext>
              </a:extLst>
            </p:cNvPr>
            <p:cNvSpPr>
              <a:spLocks/>
            </p:cNvSpPr>
            <p:nvPr/>
          </p:nvSpPr>
          <p:spPr bwMode="gray">
            <a:xfrm>
              <a:off x="5324407" y="4836673"/>
              <a:ext cx="168119" cy="200715"/>
            </a:xfrm>
            <a:custGeom>
              <a:avLst/>
              <a:gdLst>
                <a:gd name="T0" fmla="*/ 19 w 98"/>
                <a:gd name="T1" fmla="*/ 18 h 117"/>
                <a:gd name="T2" fmla="*/ 27 w 98"/>
                <a:gd name="T3" fmla="*/ 16 h 117"/>
                <a:gd name="T4" fmla="*/ 32 w 98"/>
                <a:gd name="T5" fmla="*/ 9 h 117"/>
                <a:gd name="T6" fmla="*/ 45 w 98"/>
                <a:gd name="T7" fmla="*/ 13 h 117"/>
                <a:gd name="T8" fmla="*/ 57 w 98"/>
                <a:gd name="T9" fmla="*/ 14 h 117"/>
                <a:gd name="T10" fmla="*/ 80 w 98"/>
                <a:gd name="T11" fmla="*/ 15 h 117"/>
                <a:gd name="T12" fmla="*/ 91 w 98"/>
                <a:gd name="T13" fmla="*/ 9 h 117"/>
                <a:gd name="T14" fmla="*/ 94 w 98"/>
                <a:gd name="T15" fmla="*/ 4 h 117"/>
                <a:gd name="T16" fmla="*/ 98 w 98"/>
                <a:gd name="T17" fmla="*/ 2 h 117"/>
                <a:gd name="T18" fmla="*/ 97 w 98"/>
                <a:gd name="T19" fmla="*/ 9 h 117"/>
                <a:gd name="T20" fmla="*/ 86 w 98"/>
                <a:gd name="T21" fmla="*/ 22 h 117"/>
                <a:gd name="T22" fmla="*/ 71 w 98"/>
                <a:gd name="T23" fmla="*/ 23 h 117"/>
                <a:gd name="T24" fmla="*/ 51 w 98"/>
                <a:gd name="T25" fmla="*/ 20 h 117"/>
                <a:gd name="T26" fmla="*/ 33 w 98"/>
                <a:gd name="T27" fmla="*/ 20 h 117"/>
                <a:gd name="T28" fmla="*/ 22 w 98"/>
                <a:gd name="T29" fmla="*/ 23 h 117"/>
                <a:gd name="T30" fmla="*/ 18 w 98"/>
                <a:gd name="T31" fmla="*/ 33 h 117"/>
                <a:gd name="T32" fmla="*/ 22 w 98"/>
                <a:gd name="T33" fmla="*/ 42 h 117"/>
                <a:gd name="T34" fmla="*/ 28 w 98"/>
                <a:gd name="T35" fmla="*/ 49 h 117"/>
                <a:gd name="T36" fmla="*/ 36 w 98"/>
                <a:gd name="T37" fmla="*/ 50 h 117"/>
                <a:gd name="T38" fmla="*/ 46 w 98"/>
                <a:gd name="T39" fmla="*/ 42 h 117"/>
                <a:gd name="T40" fmla="*/ 54 w 98"/>
                <a:gd name="T41" fmla="*/ 42 h 117"/>
                <a:gd name="T42" fmla="*/ 65 w 98"/>
                <a:gd name="T43" fmla="*/ 38 h 117"/>
                <a:gd name="T44" fmla="*/ 71 w 98"/>
                <a:gd name="T45" fmla="*/ 41 h 117"/>
                <a:gd name="T46" fmla="*/ 63 w 98"/>
                <a:gd name="T47" fmla="*/ 43 h 117"/>
                <a:gd name="T48" fmla="*/ 55 w 98"/>
                <a:gd name="T49" fmla="*/ 52 h 117"/>
                <a:gd name="T50" fmla="*/ 45 w 98"/>
                <a:gd name="T51" fmla="*/ 57 h 117"/>
                <a:gd name="T52" fmla="*/ 40 w 98"/>
                <a:gd name="T53" fmla="*/ 57 h 117"/>
                <a:gd name="T54" fmla="*/ 46 w 98"/>
                <a:gd name="T55" fmla="*/ 64 h 117"/>
                <a:gd name="T56" fmla="*/ 55 w 98"/>
                <a:gd name="T57" fmla="*/ 79 h 117"/>
                <a:gd name="T58" fmla="*/ 57 w 98"/>
                <a:gd name="T59" fmla="*/ 90 h 117"/>
                <a:gd name="T60" fmla="*/ 62 w 98"/>
                <a:gd name="T61" fmla="*/ 97 h 117"/>
                <a:gd name="T62" fmla="*/ 51 w 98"/>
                <a:gd name="T63" fmla="*/ 99 h 117"/>
                <a:gd name="T64" fmla="*/ 43 w 98"/>
                <a:gd name="T65" fmla="*/ 102 h 117"/>
                <a:gd name="T66" fmla="*/ 44 w 98"/>
                <a:gd name="T67" fmla="*/ 92 h 117"/>
                <a:gd name="T68" fmla="*/ 33 w 98"/>
                <a:gd name="T69" fmla="*/ 82 h 117"/>
                <a:gd name="T70" fmla="*/ 36 w 98"/>
                <a:gd name="T71" fmla="*/ 74 h 117"/>
                <a:gd name="T72" fmla="*/ 26 w 98"/>
                <a:gd name="T73" fmla="*/ 72 h 117"/>
                <a:gd name="T74" fmla="*/ 24 w 98"/>
                <a:gd name="T75" fmla="*/ 83 h 117"/>
                <a:gd name="T76" fmla="*/ 25 w 98"/>
                <a:gd name="T77" fmla="*/ 102 h 117"/>
                <a:gd name="T78" fmla="*/ 22 w 98"/>
                <a:gd name="T79" fmla="*/ 110 h 117"/>
                <a:gd name="T80" fmla="*/ 15 w 98"/>
                <a:gd name="T81" fmla="*/ 117 h 117"/>
                <a:gd name="T82" fmla="*/ 9 w 98"/>
                <a:gd name="T83" fmla="*/ 111 h 117"/>
                <a:gd name="T84" fmla="*/ 12 w 98"/>
                <a:gd name="T85" fmla="*/ 99 h 117"/>
                <a:gd name="T86" fmla="*/ 12 w 98"/>
                <a:gd name="T87" fmla="*/ 86 h 117"/>
                <a:gd name="T88" fmla="*/ 6 w 98"/>
                <a:gd name="T89" fmla="*/ 83 h 117"/>
                <a:gd name="T90" fmla="*/ 0 w 98"/>
                <a:gd name="T91" fmla="*/ 72 h 117"/>
                <a:gd name="T92" fmla="*/ 7 w 98"/>
                <a:gd name="T93" fmla="*/ 60 h 117"/>
                <a:gd name="T94" fmla="*/ 8 w 98"/>
                <a:gd name="T95" fmla="*/ 49 h 117"/>
                <a:gd name="T96" fmla="*/ 14 w 98"/>
                <a:gd name="T97" fmla="*/ 40 h 117"/>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98"/>
                <a:gd name="T148" fmla="*/ 0 h 117"/>
                <a:gd name="T149" fmla="*/ 98 w 98"/>
                <a:gd name="T150" fmla="*/ 117 h 117"/>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98" h="117">
                  <a:moveTo>
                    <a:pt x="15" y="27"/>
                  </a:moveTo>
                  <a:lnTo>
                    <a:pt x="15" y="26"/>
                  </a:lnTo>
                  <a:lnTo>
                    <a:pt x="19" y="18"/>
                  </a:lnTo>
                  <a:lnTo>
                    <a:pt x="22" y="15"/>
                  </a:lnTo>
                  <a:lnTo>
                    <a:pt x="24" y="14"/>
                  </a:lnTo>
                  <a:lnTo>
                    <a:pt x="27" y="16"/>
                  </a:lnTo>
                  <a:lnTo>
                    <a:pt x="29" y="14"/>
                  </a:lnTo>
                  <a:lnTo>
                    <a:pt x="30" y="12"/>
                  </a:lnTo>
                  <a:lnTo>
                    <a:pt x="32" y="9"/>
                  </a:lnTo>
                  <a:lnTo>
                    <a:pt x="36" y="8"/>
                  </a:lnTo>
                  <a:lnTo>
                    <a:pt x="40" y="9"/>
                  </a:lnTo>
                  <a:lnTo>
                    <a:pt x="45" y="13"/>
                  </a:lnTo>
                  <a:lnTo>
                    <a:pt x="48" y="13"/>
                  </a:lnTo>
                  <a:lnTo>
                    <a:pt x="54" y="12"/>
                  </a:lnTo>
                  <a:lnTo>
                    <a:pt x="57" y="14"/>
                  </a:lnTo>
                  <a:lnTo>
                    <a:pt x="63" y="16"/>
                  </a:lnTo>
                  <a:lnTo>
                    <a:pt x="67" y="14"/>
                  </a:lnTo>
                  <a:lnTo>
                    <a:pt x="80" y="15"/>
                  </a:lnTo>
                  <a:lnTo>
                    <a:pt x="85" y="14"/>
                  </a:lnTo>
                  <a:lnTo>
                    <a:pt x="89" y="12"/>
                  </a:lnTo>
                  <a:lnTo>
                    <a:pt x="91" y="9"/>
                  </a:lnTo>
                  <a:lnTo>
                    <a:pt x="90" y="8"/>
                  </a:lnTo>
                  <a:lnTo>
                    <a:pt x="91" y="6"/>
                  </a:lnTo>
                  <a:lnTo>
                    <a:pt x="94" y="4"/>
                  </a:lnTo>
                  <a:lnTo>
                    <a:pt x="96" y="1"/>
                  </a:lnTo>
                  <a:lnTo>
                    <a:pt x="98" y="0"/>
                  </a:lnTo>
                  <a:lnTo>
                    <a:pt x="98" y="2"/>
                  </a:lnTo>
                  <a:lnTo>
                    <a:pt x="98" y="6"/>
                  </a:lnTo>
                  <a:lnTo>
                    <a:pt x="97" y="8"/>
                  </a:lnTo>
                  <a:lnTo>
                    <a:pt x="97" y="9"/>
                  </a:lnTo>
                  <a:lnTo>
                    <a:pt x="96" y="10"/>
                  </a:lnTo>
                  <a:lnTo>
                    <a:pt x="89" y="19"/>
                  </a:lnTo>
                  <a:lnTo>
                    <a:pt x="86" y="22"/>
                  </a:lnTo>
                  <a:lnTo>
                    <a:pt x="83" y="22"/>
                  </a:lnTo>
                  <a:lnTo>
                    <a:pt x="74" y="24"/>
                  </a:lnTo>
                  <a:lnTo>
                    <a:pt x="71" y="23"/>
                  </a:lnTo>
                  <a:lnTo>
                    <a:pt x="67" y="20"/>
                  </a:lnTo>
                  <a:lnTo>
                    <a:pt x="59" y="20"/>
                  </a:lnTo>
                  <a:lnTo>
                    <a:pt x="51" y="20"/>
                  </a:lnTo>
                  <a:lnTo>
                    <a:pt x="44" y="20"/>
                  </a:lnTo>
                  <a:lnTo>
                    <a:pt x="37" y="20"/>
                  </a:lnTo>
                  <a:lnTo>
                    <a:pt x="33" y="20"/>
                  </a:lnTo>
                  <a:lnTo>
                    <a:pt x="28" y="20"/>
                  </a:lnTo>
                  <a:lnTo>
                    <a:pt x="25" y="21"/>
                  </a:lnTo>
                  <a:lnTo>
                    <a:pt x="22" y="23"/>
                  </a:lnTo>
                  <a:lnTo>
                    <a:pt x="21" y="27"/>
                  </a:lnTo>
                  <a:lnTo>
                    <a:pt x="20" y="28"/>
                  </a:lnTo>
                  <a:lnTo>
                    <a:pt x="18" y="33"/>
                  </a:lnTo>
                  <a:lnTo>
                    <a:pt x="19" y="37"/>
                  </a:lnTo>
                  <a:lnTo>
                    <a:pt x="21" y="41"/>
                  </a:lnTo>
                  <a:lnTo>
                    <a:pt x="22" y="42"/>
                  </a:lnTo>
                  <a:lnTo>
                    <a:pt x="25" y="43"/>
                  </a:lnTo>
                  <a:lnTo>
                    <a:pt x="26" y="44"/>
                  </a:lnTo>
                  <a:lnTo>
                    <a:pt x="28" y="49"/>
                  </a:lnTo>
                  <a:lnTo>
                    <a:pt x="29" y="50"/>
                  </a:lnTo>
                  <a:lnTo>
                    <a:pt x="31" y="50"/>
                  </a:lnTo>
                  <a:lnTo>
                    <a:pt x="36" y="50"/>
                  </a:lnTo>
                  <a:lnTo>
                    <a:pt x="38" y="48"/>
                  </a:lnTo>
                  <a:lnTo>
                    <a:pt x="43" y="42"/>
                  </a:lnTo>
                  <a:lnTo>
                    <a:pt x="46" y="42"/>
                  </a:lnTo>
                  <a:lnTo>
                    <a:pt x="48" y="43"/>
                  </a:lnTo>
                  <a:lnTo>
                    <a:pt x="51" y="43"/>
                  </a:lnTo>
                  <a:lnTo>
                    <a:pt x="54" y="42"/>
                  </a:lnTo>
                  <a:lnTo>
                    <a:pt x="59" y="41"/>
                  </a:lnTo>
                  <a:lnTo>
                    <a:pt x="63" y="40"/>
                  </a:lnTo>
                  <a:lnTo>
                    <a:pt x="65" y="38"/>
                  </a:lnTo>
                  <a:lnTo>
                    <a:pt x="67" y="38"/>
                  </a:lnTo>
                  <a:lnTo>
                    <a:pt x="70" y="39"/>
                  </a:lnTo>
                  <a:lnTo>
                    <a:pt x="71" y="41"/>
                  </a:lnTo>
                  <a:lnTo>
                    <a:pt x="70" y="45"/>
                  </a:lnTo>
                  <a:lnTo>
                    <a:pt x="67" y="43"/>
                  </a:lnTo>
                  <a:lnTo>
                    <a:pt x="63" y="43"/>
                  </a:lnTo>
                  <a:lnTo>
                    <a:pt x="61" y="45"/>
                  </a:lnTo>
                  <a:lnTo>
                    <a:pt x="58" y="49"/>
                  </a:lnTo>
                  <a:lnTo>
                    <a:pt x="55" y="52"/>
                  </a:lnTo>
                  <a:lnTo>
                    <a:pt x="48" y="55"/>
                  </a:lnTo>
                  <a:lnTo>
                    <a:pt x="46" y="57"/>
                  </a:lnTo>
                  <a:lnTo>
                    <a:pt x="45" y="57"/>
                  </a:lnTo>
                  <a:lnTo>
                    <a:pt x="43" y="57"/>
                  </a:lnTo>
                  <a:lnTo>
                    <a:pt x="40" y="57"/>
                  </a:lnTo>
                  <a:lnTo>
                    <a:pt x="40" y="59"/>
                  </a:lnTo>
                  <a:lnTo>
                    <a:pt x="41" y="60"/>
                  </a:lnTo>
                  <a:lnTo>
                    <a:pt x="46" y="64"/>
                  </a:lnTo>
                  <a:lnTo>
                    <a:pt x="50" y="68"/>
                  </a:lnTo>
                  <a:lnTo>
                    <a:pt x="55" y="76"/>
                  </a:lnTo>
                  <a:lnTo>
                    <a:pt x="55" y="79"/>
                  </a:lnTo>
                  <a:lnTo>
                    <a:pt x="53" y="84"/>
                  </a:lnTo>
                  <a:lnTo>
                    <a:pt x="54" y="87"/>
                  </a:lnTo>
                  <a:lnTo>
                    <a:pt x="57" y="90"/>
                  </a:lnTo>
                  <a:lnTo>
                    <a:pt x="61" y="93"/>
                  </a:lnTo>
                  <a:lnTo>
                    <a:pt x="62" y="95"/>
                  </a:lnTo>
                  <a:lnTo>
                    <a:pt x="62" y="97"/>
                  </a:lnTo>
                  <a:lnTo>
                    <a:pt x="58" y="96"/>
                  </a:lnTo>
                  <a:lnTo>
                    <a:pt x="54" y="97"/>
                  </a:lnTo>
                  <a:lnTo>
                    <a:pt x="51" y="99"/>
                  </a:lnTo>
                  <a:lnTo>
                    <a:pt x="50" y="104"/>
                  </a:lnTo>
                  <a:lnTo>
                    <a:pt x="46" y="103"/>
                  </a:lnTo>
                  <a:lnTo>
                    <a:pt x="43" y="102"/>
                  </a:lnTo>
                  <a:lnTo>
                    <a:pt x="42" y="101"/>
                  </a:lnTo>
                  <a:lnTo>
                    <a:pt x="42" y="97"/>
                  </a:lnTo>
                  <a:lnTo>
                    <a:pt x="44" y="92"/>
                  </a:lnTo>
                  <a:lnTo>
                    <a:pt x="37" y="87"/>
                  </a:lnTo>
                  <a:lnTo>
                    <a:pt x="34" y="84"/>
                  </a:lnTo>
                  <a:lnTo>
                    <a:pt x="33" y="82"/>
                  </a:lnTo>
                  <a:lnTo>
                    <a:pt x="33" y="81"/>
                  </a:lnTo>
                  <a:lnTo>
                    <a:pt x="35" y="78"/>
                  </a:lnTo>
                  <a:lnTo>
                    <a:pt x="36" y="74"/>
                  </a:lnTo>
                  <a:lnTo>
                    <a:pt x="35" y="71"/>
                  </a:lnTo>
                  <a:lnTo>
                    <a:pt x="29" y="70"/>
                  </a:lnTo>
                  <a:lnTo>
                    <a:pt x="26" y="72"/>
                  </a:lnTo>
                  <a:lnTo>
                    <a:pt x="22" y="74"/>
                  </a:lnTo>
                  <a:lnTo>
                    <a:pt x="23" y="77"/>
                  </a:lnTo>
                  <a:lnTo>
                    <a:pt x="24" y="83"/>
                  </a:lnTo>
                  <a:lnTo>
                    <a:pt x="24" y="87"/>
                  </a:lnTo>
                  <a:lnTo>
                    <a:pt x="22" y="95"/>
                  </a:lnTo>
                  <a:lnTo>
                    <a:pt x="25" y="102"/>
                  </a:lnTo>
                  <a:lnTo>
                    <a:pt x="25" y="103"/>
                  </a:lnTo>
                  <a:lnTo>
                    <a:pt x="22" y="108"/>
                  </a:lnTo>
                  <a:lnTo>
                    <a:pt x="22" y="110"/>
                  </a:lnTo>
                  <a:lnTo>
                    <a:pt x="24" y="114"/>
                  </a:lnTo>
                  <a:lnTo>
                    <a:pt x="19" y="115"/>
                  </a:lnTo>
                  <a:lnTo>
                    <a:pt x="15" y="117"/>
                  </a:lnTo>
                  <a:lnTo>
                    <a:pt x="12" y="117"/>
                  </a:lnTo>
                  <a:lnTo>
                    <a:pt x="10" y="115"/>
                  </a:lnTo>
                  <a:lnTo>
                    <a:pt x="9" y="111"/>
                  </a:lnTo>
                  <a:lnTo>
                    <a:pt x="10" y="109"/>
                  </a:lnTo>
                  <a:lnTo>
                    <a:pt x="11" y="105"/>
                  </a:lnTo>
                  <a:lnTo>
                    <a:pt x="12" y="99"/>
                  </a:lnTo>
                  <a:lnTo>
                    <a:pt x="12" y="92"/>
                  </a:lnTo>
                  <a:lnTo>
                    <a:pt x="11" y="88"/>
                  </a:lnTo>
                  <a:lnTo>
                    <a:pt x="12" y="86"/>
                  </a:lnTo>
                  <a:lnTo>
                    <a:pt x="10" y="83"/>
                  </a:lnTo>
                  <a:lnTo>
                    <a:pt x="8" y="82"/>
                  </a:lnTo>
                  <a:lnTo>
                    <a:pt x="6" y="83"/>
                  </a:lnTo>
                  <a:lnTo>
                    <a:pt x="1" y="84"/>
                  </a:lnTo>
                  <a:lnTo>
                    <a:pt x="1" y="81"/>
                  </a:lnTo>
                  <a:lnTo>
                    <a:pt x="0" y="72"/>
                  </a:lnTo>
                  <a:lnTo>
                    <a:pt x="1" y="69"/>
                  </a:lnTo>
                  <a:lnTo>
                    <a:pt x="4" y="66"/>
                  </a:lnTo>
                  <a:lnTo>
                    <a:pt x="7" y="60"/>
                  </a:lnTo>
                  <a:lnTo>
                    <a:pt x="8" y="57"/>
                  </a:lnTo>
                  <a:lnTo>
                    <a:pt x="8" y="50"/>
                  </a:lnTo>
                  <a:lnTo>
                    <a:pt x="8" y="49"/>
                  </a:lnTo>
                  <a:lnTo>
                    <a:pt x="8" y="45"/>
                  </a:lnTo>
                  <a:lnTo>
                    <a:pt x="11" y="41"/>
                  </a:lnTo>
                  <a:lnTo>
                    <a:pt x="14" y="40"/>
                  </a:lnTo>
                  <a:lnTo>
                    <a:pt x="14" y="34"/>
                  </a:lnTo>
                  <a:lnTo>
                    <a:pt x="15" y="27"/>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59" name="Freeform 78">
              <a:extLst>
                <a:ext uri="{FF2B5EF4-FFF2-40B4-BE49-F238E27FC236}">
                  <a16:creationId xmlns:a16="http://schemas.microsoft.com/office/drawing/2014/main" id="{10DCE292-C5D1-FE0F-045F-59D44CE9080A}"/>
                </a:ext>
              </a:extLst>
            </p:cNvPr>
            <p:cNvSpPr>
              <a:spLocks/>
            </p:cNvSpPr>
            <p:nvPr/>
          </p:nvSpPr>
          <p:spPr bwMode="gray">
            <a:xfrm>
              <a:off x="5060219" y="4768053"/>
              <a:ext cx="265904" cy="228163"/>
            </a:xfrm>
            <a:custGeom>
              <a:avLst/>
              <a:gdLst>
                <a:gd name="T0" fmla="*/ 138 w 155"/>
                <a:gd name="T1" fmla="*/ 9 h 133"/>
                <a:gd name="T2" fmla="*/ 129 w 155"/>
                <a:gd name="T3" fmla="*/ 11 h 133"/>
                <a:gd name="T4" fmla="*/ 130 w 155"/>
                <a:gd name="T5" fmla="*/ 17 h 133"/>
                <a:gd name="T6" fmla="*/ 136 w 155"/>
                <a:gd name="T7" fmla="*/ 25 h 133"/>
                <a:gd name="T8" fmla="*/ 138 w 155"/>
                <a:gd name="T9" fmla="*/ 37 h 133"/>
                <a:gd name="T10" fmla="*/ 147 w 155"/>
                <a:gd name="T11" fmla="*/ 45 h 133"/>
                <a:gd name="T12" fmla="*/ 152 w 155"/>
                <a:gd name="T13" fmla="*/ 54 h 133"/>
                <a:gd name="T14" fmla="*/ 138 w 155"/>
                <a:gd name="T15" fmla="*/ 53 h 133"/>
                <a:gd name="T16" fmla="*/ 132 w 155"/>
                <a:gd name="T17" fmla="*/ 67 h 133"/>
                <a:gd name="T18" fmla="*/ 134 w 155"/>
                <a:gd name="T19" fmla="*/ 76 h 133"/>
                <a:gd name="T20" fmla="*/ 128 w 155"/>
                <a:gd name="T21" fmla="*/ 81 h 133"/>
                <a:gd name="T22" fmla="*/ 113 w 155"/>
                <a:gd name="T23" fmla="*/ 97 h 133"/>
                <a:gd name="T24" fmla="*/ 117 w 155"/>
                <a:gd name="T25" fmla="*/ 104 h 133"/>
                <a:gd name="T26" fmla="*/ 115 w 155"/>
                <a:gd name="T27" fmla="*/ 110 h 133"/>
                <a:gd name="T28" fmla="*/ 110 w 155"/>
                <a:gd name="T29" fmla="*/ 119 h 133"/>
                <a:gd name="T30" fmla="*/ 96 w 155"/>
                <a:gd name="T31" fmla="*/ 130 h 133"/>
                <a:gd name="T32" fmla="*/ 88 w 155"/>
                <a:gd name="T33" fmla="*/ 131 h 133"/>
                <a:gd name="T34" fmla="*/ 84 w 155"/>
                <a:gd name="T35" fmla="*/ 120 h 133"/>
                <a:gd name="T36" fmla="*/ 77 w 155"/>
                <a:gd name="T37" fmla="*/ 123 h 133"/>
                <a:gd name="T38" fmla="*/ 70 w 155"/>
                <a:gd name="T39" fmla="*/ 118 h 133"/>
                <a:gd name="T40" fmla="*/ 62 w 155"/>
                <a:gd name="T41" fmla="*/ 113 h 133"/>
                <a:gd name="T42" fmla="*/ 55 w 155"/>
                <a:gd name="T43" fmla="*/ 120 h 133"/>
                <a:gd name="T44" fmla="*/ 48 w 155"/>
                <a:gd name="T45" fmla="*/ 123 h 133"/>
                <a:gd name="T46" fmla="*/ 45 w 155"/>
                <a:gd name="T47" fmla="*/ 117 h 133"/>
                <a:gd name="T48" fmla="*/ 30 w 155"/>
                <a:gd name="T49" fmla="*/ 116 h 133"/>
                <a:gd name="T50" fmla="*/ 22 w 155"/>
                <a:gd name="T51" fmla="*/ 114 h 133"/>
                <a:gd name="T52" fmla="*/ 19 w 155"/>
                <a:gd name="T53" fmla="*/ 105 h 133"/>
                <a:gd name="T54" fmla="*/ 15 w 155"/>
                <a:gd name="T55" fmla="*/ 87 h 133"/>
                <a:gd name="T56" fmla="*/ 5 w 155"/>
                <a:gd name="T57" fmla="*/ 80 h 133"/>
                <a:gd name="T58" fmla="*/ 4 w 155"/>
                <a:gd name="T59" fmla="*/ 72 h 133"/>
                <a:gd name="T60" fmla="*/ 2 w 155"/>
                <a:gd name="T61" fmla="*/ 63 h 133"/>
                <a:gd name="T62" fmla="*/ 0 w 155"/>
                <a:gd name="T63" fmla="*/ 53 h 133"/>
                <a:gd name="T64" fmla="*/ 5 w 155"/>
                <a:gd name="T65" fmla="*/ 42 h 133"/>
                <a:gd name="T66" fmla="*/ 10 w 155"/>
                <a:gd name="T67" fmla="*/ 38 h 133"/>
                <a:gd name="T68" fmla="*/ 22 w 155"/>
                <a:gd name="T69" fmla="*/ 52 h 133"/>
                <a:gd name="T70" fmla="*/ 33 w 155"/>
                <a:gd name="T71" fmla="*/ 52 h 133"/>
                <a:gd name="T72" fmla="*/ 42 w 155"/>
                <a:gd name="T73" fmla="*/ 54 h 133"/>
                <a:gd name="T74" fmla="*/ 52 w 155"/>
                <a:gd name="T75" fmla="*/ 47 h 133"/>
                <a:gd name="T76" fmla="*/ 62 w 155"/>
                <a:gd name="T77" fmla="*/ 44 h 133"/>
                <a:gd name="T78" fmla="*/ 73 w 155"/>
                <a:gd name="T79" fmla="*/ 49 h 133"/>
                <a:gd name="T80" fmla="*/ 82 w 155"/>
                <a:gd name="T81" fmla="*/ 45 h 133"/>
                <a:gd name="T82" fmla="*/ 97 w 155"/>
                <a:gd name="T83" fmla="*/ 29 h 133"/>
                <a:gd name="T84" fmla="*/ 103 w 155"/>
                <a:gd name="T85" fmla="*/ 20 h 133"/>
                <a:gd name="T86" fmla="*/ 104 w 155"/>
                <a:gd name="T87" fmla="*/ 6 h 133"/>
                <a:gd name="T88" fmla="*/ 112 w 155"/>
                <a:gd name="T89" fmla="*/ 0 h 133"/>
                <a:gd name="T90" fmla="*/ 126 w 155"/>
                <a:gd name="T91" fmla="*/ 1 h 133"/>
                <a:gd name="T92" fmla="*/ 136 w 155"/>
                <a:gd name="T93" fmla="*/ 4 h 133"/>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155"/>
                <a:gd name="T142" fmla="*/ 0 h 133"/>
                <a:gd name="T143" fmla="*/ 155 w 155"/>
                <a:gd name="T144" fmla="*/ 133 h 133"/>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155" h="133">
                  <a:moveTo>
                    <a:pt x="136" y="4"/>
                  </a:moveTo>
                  <a:lnTo>
                    <a:pt x="136" y="5"/>
                  </a:lnTo>
                  <a:lnTo>
                    <a:pt x="138" y="9"/>
                  </a:lnTo>
                  <a:lnTo>
                    <a:pt x="136" y="10"/>
                  </a:lnTo>
                  <a:lnTo>
                    <a:pt x="132" y="11"/>
                  </a:lnTo>
                  <a:lnTo>
                    <a:pt x="129" y="11"/>
                  </a:lnTo>
                  <a:lnTo>
                    <a:pt x="130" y="13"/>
                  </a:lnTo>
                  <a:lnTo>
                    <a:pt x="130" y="15"/>
                  </a:lnTo>
                  <a:lnTo>
                    <a:pt x="130" y="17"/>
                  </a:lnTo>
                  <a:lnTo>
                    <a:pt x="131" y="18"/>
                  </a:lnTo>
                  <a:lnTo>
                    <a:pt x="133" y="19"/>
                  </a:lnTo>
                  <a:lnTo>
                    <a:pt x="136" y="25"/>
                  </a:lnTo>
                  <a:lnTo>
                    <a:pt x="140" y="30"/>
                  </a:lnTo>
                  <a:lnTo>
                    <a:pt x="141" y="32"/>
                  </a:lnTo>
                  <a:lnTo>
                    <a:pt x="138" y="37"/>
                  </a:lnTo>
                  <a:lnTo>
                    <a:pt x="139" y="38"/>
                  </a:lnTo>
                  <a:lnTo>
                    <a:pt x="142" y="41"/>
                  </a:lnTo>
                  <a:lnTo>
                    <a:pt x="147" y="45"/>
                  </a:lnTo>
                  <a:lnTo>
                    <a:pt x="151" y="48"/>
                  </a:lnTo>
                  <a:lnTo>
                    <a:pt x="155" y="53"/>
                  </a:lnTo>
                  <a:lnTo>
                    <a:pt x="152" y="54"/>
                  </a:lnTo>
                  <a:lnTo>
                    <a:pt x="146" y="54"/>
                  </a:lnTo>
                  <a:lnTo>
                    <a:pt x="141" y="53"/>
                  </a:lnTo>
                  <a:lnTo>
                    <a:pt x="138" y="53"/>
                  </a:lnTo>
                  <a:lnTo>
                    <a:pt x="136" y="57"/>
                  </a:lnTo>
                  <a:lnTo>
                    <a:pt x="133" y="63"/>
                  </a:lnTo>
                  <a:lnTo>
                    <a:pt x="132" y="67"/>
                  </a:lnTo>
                  <a:lnTo>
                    <a:pt x="132" y="68"/>
                  </a:lnTo>
                  <a:lnTo>
                    <a:pt x="133" y="73"/>
                  </a:lnTo>
                  <a:lnTo>
                    <a:pt x="134" y="76"/>
                  </a:lnTo>
                  <a:lnTo>
                    <a:pt x="133" y="82"/>
                  </a:lnTo>
                  <a:lnTo>
                    <a:pt x="131" y="82"/>
                  </a:lnTo>
                  <a:lnTo>
                    <a:pt x="128" y="81"/>
                  </a:lnTo>
                  <a:lnTo>
                    <a:pt x="121" y="88"/>
                  </a:lnTo>
                  <a:lnTo>
                    <a:pt x="118" y="92"/>
                  </a:lnTo>
                  <a:lnTo>
                    <a:pt x="113" y="97"/>
                  </a:lnTo>
                  <a:lnTo>
                    <a:pt x="115" y="99"/>
                  </a:lnTo>
                  <a:lnTo>
                    <a:pt x="116" y="102"/>
                  </a:lnTo>
                  <a:lnTo>
                    <a:pt x="117" y="104"/>
                  </a:lnTo>
                  <a:lnTo>
                    <a:pt x="113" y="104"/>
                  </a:lnTo>
                  <a:lnTo>
                    <a:pt x="115" y="109"/>
                  </a:lnTo>
                  <a:lnTo>
                    <a:pt x="115" y="110"/>
                  </a:lnTo>
                  <a:lnTo>
                    <a:pt x="115" y="112"/>
                  </a:lnTo>
                  <a:lnTo>
                    <a:pt x="111" y="116"/>
                  </a:lnTo>
                  <a:lnTo>
                    <a:pt x="110" y="119"/>
                  </a:lnTo>
                  <a:lnTo>
                    <a:pt x="109" y="122"/>
                  </a:lnTo>
                  <a:lnTo>
                    <a:pt x="105" y="126"/>
                  </a:lnTo>
                  <a:lnTo>
                    <a:pt x="96" y="130"/>
                  </a:lnTo>
                  <a:lnTo>
                    <a:pt x="92" y="132"/>
                  </a:lnTo>
                  <a:lnTo>
                    <a:pt x="89" y="133"/>
                  </a:lnTo>
                  <a:lnTo>
                    <a:pt x="88" y="131"/>
                  </a:lnTo>
                  <a:lnTo>
                    <a:pt x="88" y="128"/>
                  </a:lnTo>
                  <a:lnTo>
                    <a:pt x="86" y="123"/>
                  </a:lnTo>
                  <a:lnTo>
                    <a:pt x="84" y="120"/>
                  </a:lnTo>
                  <a:lnTo>
                    <a:pt x="82" y="118"/>
                  </a:lnTo>
                  <a:lnTo>
                    <a:pt x="80" y="119"/>
                  </a:lnTo>
                  <a:lnTo>
                    <a:pt x="77" y="123"/>
                  </a:lnTo>
                  <a:lnTo>
                    <a:pt x="74" y="123"/>
                  </a:lnTo>
                  <a:lnTo>
                    <a:pt x="72" y="119"/>
                  </a:lnTo>
                  <a:lnTo>
                    <a:pt x="70" y="118"/>
                  </a:lnTo>
                  <a:lnTo>
                    <a:pt x="67" y="117"/>
                  </a:lnTo>
                  <a:lnTo>
                    <a:pt x="64" y="114"/>
                  </a:lnTo>
                  <a:lnTo>
                    <a:pt x="62" y="113"/>
                  </a:lnTo>
                  <a:lnTo>
                    <a:pt x="59" y="118"/>
                  </a:lnTo>
                  <a:lnTo>
                    <a:pt x="58" y="120"/>
                  </a:lnTo>
                  <a:lnTo>
                    <a:pt x="55" y="120"/>
                  </a:lnTo>
                  <a:lnTo>
                    <a:pt x="53" y="119"/>
                  </a:lnTo>
                  <a:lnTo>
                    <a:pt x="50" y="120"/>
                  </a:lnTo>
                  <a:lnTo>
                    <a:pt x="48" y="123"/>
                  </a:lnTo>
                  <a:lnTo>
                    <a:pt x="45" y="123"/>
                  </a:lnTo>
                  <a:lnTo>
                    <a:pt x="45" y="119"/>
                  </a:lnTo>
                  <a:lnTo>
                    <a:pt x="45" y="117"/>
                  </a:lnTo>
                  <a:lnTo>
                    <a:pt x="43" y="110"/>
                  </a:lnTo>
                  <a:lnTo>
                    <a:pt x="40" y="113"/>
                  </a:lnTo>
                  <a:lnTo>
                    <a:pt x="30" y="116"/>
                  </a:lnTo>
                  <a:lnTo>
                    <a:pt x="28" y="113"/>
                  </a:lnTo>
                  <a:lnTo>
                    <a:pt x="24" y="113"/>
                  </a:lnTo>
                  <a:lnTo>
                    <a:pt x="22" y="114"/>
                  </a:lnTo>
                  <a:lnTo>
                    <a:pt x="20" y="114"/>
                  </a:lnTo>
                  <a:lnTo>
                    <a:pt x="19" y="110"/>
                  </a:lnTo>
                  <a:lnTo>
                    <a:pt x="19" y="105"/>
                  </a:lnTo>
                  <a:lnTo>
                    <a:pt x="17" y="95"/>
                  </a:lnTo>
                  <a:lnTo>
                    <a:pt x="17" y="92"/>
                  </a:lnTo>
                  <a:lnTo>
                    <a:pt x="15" y="87"/>
                  </a:lnTo>
                  <a:lnTo>
                    <a:pt x="12" y="84"/>
                  </a:lnTo>
                  <a:lnTo>
                    <a:pt x="6" y="81"/>
                  </a:lnTo>
                  <a:lnTo>
                    <a:pt x="5" y="80"/>
                  </a:lnTo>
                  <a:lnTo>
                    <a:pt x="9" y="77"/>
                  </a:lnTo>
                  <a:lnTo>
                    <a:pt x="6" y="75"/>
                  </a:lnTo>
                  <a:lnTo>
                    <a:pt x="4" y="72"/>
                  </a:lnTo>
                  <a:lnTo>
                    <a:pt x="5" y="67"/>
                  </a:lnTo>
                  <a:lnTo>
                    <a:pt x="2" y="63"/>
                  </a:lnTo>
                  <a:lnTo>
                    <a:pt x="0" y="61"/>
                  </a:lnTo>
                  <a:lnTo>
                    <a:pt x="0" y="58"/>
                  </a:lnTo>
                  <a:lnTo>
                    <a:pt x="0" y="53"/>
                  </a:lnTo>
                  <a:lnTo>
                    <a:pt x="1" y="49"/>
                  </a:lnTo>
                  <a:lnTo>
                    <a:pt x="2" y="47"/>
                  </a:lnTo>
                  <a:lnTo>
                    <a:pt x="5" y="42"/>
                  </a:lnTo>
                  <a:lnTo>
                    <a:pt x="7" y="37"/>
                  </a:lnTo>
                  <a:lnTo>
                    <a:pt x="9" y="37"/>
                  </a:lnTo>
                  <a:lnTo>
                    <a:pt x="10" y="38"/>
                  </a:lnTo>
                  <a:lnTo>
                    <a:pt x="12" y="43"/>
                  </a:lnTo>
                  <a:lnTo>
                    <a:pt x="14" y="45"/>
                  </a:lnTo>
                  <a:lnTo>
                    <a:pt x="22" y="52"/>
                  </a:lnTo>
                  <a:lnTo>
                    <a:pt x="24" y="53"/>
                  </a:lnTo>
                  <a:lnTo>
                    <a:pt x="26" y="55"/>
                  </a:lnTo>
                  <a:lnTo>
                    <a:pt x="33" y="52"/>
                  </a:lnTo>
                  <a:lnTo>
                    <a:pt x="35" y="52"/>
                  </a:lnTo>
                  <a:lnTo>
                    <a:pt x="39" y="53"/>
                  </a:lnTo>
                  <a:lnTo>
                    <a:pt x="42" y="54"/>
                  </a:lnTo>
                  <a:lnTo>
                    <a:pt x="45" y="53"/>
                  </a:lnTo>
                  <a:lnTo>
                    <a:pt x="49" y="51"/>
                  </a:lnTo>
                  <a:lnTo>
                    <a:pt x="52" y="47"/>
                  </a:lnTo>
                  <a:lnTo>
                    <a:pt x="55" y="44"/>
                  </a:lnTo>
                  <a:lnTo>
                    <a:pt x="59" y="43"/>
                  </a:lnTo>
                  <a:lnTo>
                    <a:pt x="62" y="44"/>
                  </a:lnTo>
                  <a:lnTo>
                    <a:pt x="66" y="46"/>
                  </a:lnTo>
                  <a:lnTo>
                    <a:pt x="69" y="48"/>
                  </a:lnTo>
                  <a:lnTo>
                    <a:pt x="73" y="49"/>
                  </a:lnTo>
                  <a:lnTo>
                    <a:pt x="75" y="49"/>
                  </a:lnTo>
                  <a:lnTo>
                    <a:pt x="79" y="46"/>
                  </a:lnTo>
                  <a:lnTo>
                    <a:pt x="82" y="45"/>
                  </a:lnTo>
                  <a:lnTo>
                    <a:pt x="88" y="43"/>
                  </a:lnTo>
                  <a:lnTo>
                    <a:pt x="91" y="41"/>
                  </a:lnTo>
                  <a:lnTo>
                    <a:pt x="97" y="29"/>
                  </a:lnTo>
                  <a:lnTo>
                    <a:pt x="97" y="23"/>
                  </a:lnTo>
                  <a:lnTo>
                    <a:pt x="98" y="21"/>
                  </a:lnTo>
                  <a:lnTo>
                    <a:pt x="103" y="20"/>
                  </a:lnTo>
                  <a:lnTo>
                    <a:pt x="104" y="17"/>
                  </a:lnTo>
                  <a:lnTo>
                    <a:pt x="104" y="10"/>
                  </a:lnTo>
                  <a:lnTo>
                    <a:pt x="104" y="6"/>
                  </a:lnTo>
                  <a:lnTo>
                    <a:pt x="107" y="1"/>
                  </a:lnTo>
                  <a:lnTo>
                    <a:pt x="109" y="0"/>
                  </a:lnTo>
                  <a:lnTo>
                    <a:pt x="112" y="0"/>
                  </a:lnTo>
                  <a:lnTo>
                    <a:pt x="117" y="1"/>
                  </a:lnTo>
                  <a:lnTo>
                    <a:pt x="122" y="1"/>
                  </a:lnTo>
                  <a:lnTo>
                    <a:pt x="126" y="1"/>
                  </a:lnTo>
                  <a:lnTo>
                    <a:pt x="130" y="1"/>
                  </a:lnTo>
                  <a:lnTo>
                    <a:pt x="135" y="4"/>
                  </a:lnTo>
                  <a:lnTo>
                    <a:pt x="136" y="4"/>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0" name="Freeform 79">
              <a:extLst>
                <a:ext uri="{FF2B5EF4-FFF2-40B4-BE49-F238E27FC236}">
                  <a16:creationId xmlns:a16="http://schemas.microsoft.com/office/drawing/2014/main" id="{F6E68B05-9282-00C9-3A31-7575483B7ACC}"/>
                </a:ext>
              </a:extLst>
            </p:cNvPr>
            <p:cNvSpPr>
              <a:spLocks/>
            </p:cNvSpPr>
            <p:nvPr/>
          </p:nvSpPr>
          <p:spPr bwMode="gray">
            <a:xfrm>
              <a:off x="5329553" y="5136886"/>
              <a:ext cx="44603" cy="24017"/>
            </a:xfrm>
            <a:custGeom>
              <a:avLst/>
              <a:gdLst>
                <a:gd name="T0" fmla="*/ 21 w 26"/>
                <a:gd name="T1" fmla="*/ 14 h 14"/>
                <a:gd name="T2" fmla="*/ 20 w 26"/>
                <a:gd name="T3" fmla="*/ 14 h 14"/>
                <a:gd name="T4" fmla="*/ 14 w 26"/>
                <a:gd name="T5" fmla="*/ 9 h 14"/>
                <a:gd name="T6" fmla="*/ 8 w 26"/>
                <a:gd name="T7" fmla="*/ 6 h 14"/>
                <a:gd name="T8" fmla="*/ 5 w 26"/>
                <a:gd name="T9" fmla="*/ 5 h 14"/>
                <a:gd name="T10" fmla="*/ 2 w 26"/>
                <a:gd name="T11" fmla="*/ 4 h 14"/>
                <a:gd name="T12" fmla="*/ 0 w 26"/>
                <a:gd name="T13" fmla="*/ 3 h 14"/>
                <a:gd name="T14" fmla="*/ 1 w 26"/>
                <a:gd name="T15" fmla="*/ 2 h 14"/>
                <a:gd name="T16" fmla="*/ 3 w 26"/>
                <a:gd name="T17" fmla="*/ 1 h 14"/>
                <a:gd name="T18" fmla="*/ 10 w 26"/>
                <a:gd name="T19" fmla="*/ 0 h 14"/>
                <a:gd name="T20" fmla="*/ 14 w 26"/>
                <a:gd name="T21" fmla="*/ 0 h 14"/>
                <a:gd name="T22" fmla="*/ 16 w 26"/>
                <a:gd name="T23" fmla="*/ 2 h 14"/>
                <a:gd name="T24" fmla="*/ 24 w 26"/>
                <a:gd name="T25" fmla="*/ 7 h 14"/>
                <a:gd name="T26" fmla="*/ 26 w 26"/>
                <a:gd name="T27" fmla="*/ 10 h 14"/>
                <a:gd name="T28" fmla="*/ 25 w 26"/>
                <a:gd name="T29" fmla="*/ 12 h 14"/>
                <a:gd name="T30" fmla="*/ 24 w 26"/>
                <a:gd name="T31" fmla="*/ 14 h 14"/>
                <a:gd name="T32" fmla="*/ 21 w 26"/>
                <a:gd name="T33" fmla="*/ 14 h 1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6"/>
                <a:gd name="T52" fmla="*/ 0 h 14"/>
                <a:gd name="T53" fmla="*/ 26 w 26"/>
                <a:gd name="T54" fmla="*/ 14 h 1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6" h="14">
                  <a:moveTo>
                    <a:pt x="21" y="14"/>
                  </a:moveTo>
                  <a:lnTo>
                    <a:pt x="20" y="14"/>
                  </a:lnTo>
                  <a:lnTo>
                    <a:pt x="14" y="9"/>
                  </a:lnTo>
                  <a:lnTo>
                    <a:pt x="8" y="6"/>
                  </a:lnTo>
                  <a:lnTo>
                    <a:pt x="5" y="5"/>
                  </a:lnTo>
                  <a:lnTo>
                    <a:pt x="2" y="4"/>
                  </a:lnTo>
                  <a:lnTo>
                    <a:pt x="0" y="3"/>
                  </a:lnTo>
                  <a:lnTo>
                    <a:pt x="1" y="2"/>
                  </a:lnTo>
                  <a:lnTo>
                    <a:pt x="3" y="1"/>
                  </a:lnTo>
                  <a:lnTo>
                    <a:pt x="10" y="0"/>
                  </a:lnTo>
                  <a:lnTo>
                    <a:pt x="14" y="0"/>
                  </a:lnTo>
                  <a:lnTo>
                    <a:pt x="16" y="2"/>
                  </a:lnTo>
                  <a:lnTo>
                    <a:pt x="24" y="7"/>
                  </a:lnTo>
                  <a:lnTo>
                    <a:pt x="26" y="10"/>
                  </a:lnTo>
                  <a:lnTo>
                    <a:pt x="25" y="12"/>
                  </a:lnTo>
                  <a:lnTo>
                    <a:pt x="24" y="14"/>
                  </a:lnTo>
                  <a:lnTo>
                    <a:pt x="21" y="14"/>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1" name="Freeform 80">
              <a:extLst>
                <a:ext uri="{FF2B5EF4-FFF2-40B4-BE49-F238E27FC236}">
                  <a16:creationId xmlns:a16="http://schemas.microsoft.com/office/drawing/2014/main" id="{E0A722AC-7AE9-3460-50FC-2019AA854926}"/>
                </a:ext>
              </a:extLst>
            </p:cNvPr>
            <p:cNvSpPr>
              <a:spLocks/>
            </p:cNvSpPr>
            <p:nvPr/>
          </p:nvSpPr>
          <p:spPr bwMode="gray">
            <a:xfrm>
              <a:off x="5453069" y="5109438"/>
              <a:ext cx="96068" cy="51465"/>
            </a:xfrm>
            <a:custGeom>
              <a:avLst/>
              <a:gdLst>
                <a:gd name="T0" fmla="*/ 0 w 56"/>
                <a:gd name="T1" fmla="*/ 30 h 30"/>
                <a:gd name="T2" fmla="*/ 1 w 56"/>
                <a:gd name="T3" fmla="*/ 26 h 30"/>
                <a:gd name="T4" fmla="*/ 2 w 56"/>
                <a:gd name="T5" fmla="*/ 22 h 30"/>
                <a:gd name="T6" fmla="*/ 2 w 56"/>
                <a:gd name="T7" fmla="*/ 20 h 30"/>
                <a:gd name="T8" fmla="*/ 7 w 56"/>
                <a:gd name="T9" fmla="*/ 17 h 30"/>
                <a:gd name="T10" fmla="*/ 17 w 56"/>
                <a:gd name="T11" fmla="*/ 12 h 30"/>
                <a:gd name="T12" fmla="*/ 22 w 56"/>
                <a:gd name="T13" fmla="*/ 9 h 30"/>
                <a:gd name="T14" fmla="*/ 24 w 56"/>
                <a:gd name="T15" fmla="*/ 4 h 30"/>
                <a:gd name="T16" fmla="*/ 28 w 56"/>
                <a:gd name="T17" fmla="*/ 4 h 30"/>
                <a:gd name="T18" fmla="*/ 39 w 56"/>
                <a:gd name="T19" fmla="*/ 3 h 30"/>
                <a:gd name="T20" fmla="*/ 45 w 56"/>
                <a:gd name="T21" fmla="*/ 1 h 30"/>
                <a:gd name="T22" fmla="*/ 49 w 56"/>
                <a:gd name="T23" fmla="*/ 1 h 30"/>
                <a:gd name="T24" fmla="*/ 55 w 56"/>
                <a:gd name="T25" fmla="*/ 0 h 30"/>
                <a:gd name="T26" fmla="*/ 56 w 56"/>
                <a:gd name="T27" fmla="*/ 1 h 30"/>
                <a:gd name="T28" fmla="*/ 56 w 56"/>
                <a:gd name="T29" fmla="*/ 2 h 30"/>
                <a:gd name="T30" fmla="*/ 55 w 56"/>
                <a:gd name="T31" fmla="*/ 4 h 30"/>
                <a:gd name="T32" fmla="*/ 52 w 56"/>
                <a:gd name="T33" fmla="*/ 5 h 30"/>
                <a:gd name="T34" fmla="*/ 41 w 56"/>
                <a:gd name="T35" fmla="*/ 9 h 30"/>
                <a:gd name="T36" fmla="*/ 32 w 56"/>
                <a:gd name="T37" fmla="*/ 13 h 30"/>
                <a:gd name="T38" fmla="*/ 26 w 56"/>
                <a:gd name="T39" fmla="*/ 15 h 30"/>
                <a:gd name="T40" fmla="*/ 22 w 56"/>
                <a:gd name="T41" fmla="*/ 17 h 30"/>
                <a:gd name="T42" fmla="*/ 15 w 56"/>
                <a:gd name="T43" fmla="*/ 24 h 30"/>
                <a:gd name="T44" fmla="*/ 10 w 56"/>
                <a:gd name="T45" fmla="*/ 27 h 30"/>
                <a:gd name="T46" fmla="*/ 7 w 56"/>
                <a:gd name="T47" fmla="*/ 28 h 30"/>
                <a:gd name="T48" fmla="*/ 3 w 56"/>
                <a:gd name="T49" fmla="*/ 30 h 30"/>
                <a:gd name="T50" fmla="*/ 0 w 56"/>
                <a:gd name="T51" fmla="*/ 30 h 3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56"/>
                <a:gd name="T79" fmla="*/ 0 h 30"/>
                <a:gd name="T80" fmla="*/ 56 w 56"/>
                <a:gd name="T81" fmla="*/ 30 h 3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56" h="30">
                  <a:moveTo>
                    <a:pt x="0" y="30"/>
                  </a:moveTo>
                  <a:lnTo>
                    <a:pt x="1" y="26"/>
                  </a:lnTo>
                  <a:lnTo>
                    <a:pt x="2" y="22"/>
                  </a:lnTo>
                  <a:lnTo>
                    <a:pt x="2" y="20"/>
                  </a:lnTo>
                  <a:lnTo>
                    <a:pt x="7" y="17"/>
                  </a:lnTo>
                  <a:lnTo>
                    <a:pt x="17" y="12"/>
                  </a:lnTo>
                  <a:lnTo>
                    <a:pt x="22" y="9"/>
                  </a:lnTo>
                  <a:lnTo>
                    <a:pt x="24" y="4"/>
                  </a:lnTo>
                  <a:lnTo>
                    <a:pt x="28" y="4"/>
                  </a:lnTo>
                  <a:lnTo>
                    <a:pt x="39" y="3"/>
                  </a:lnTo>
                  <a:lnTo>
                    <a:pt x="45" y="1"/>
                  </a:lnTo>
                  <a:lnTo>
                    <a:pt x="49" y="1"/>
                  </a:lnTo>
                  <a:lnTo>
                    <a:pt x="55" y="0"/>
                  </a:lnTo>
                  <a:lnTo>
                    <a:pt x="56" y="1"/>
                  </a:lnTo>
                  <a:lnTo>
                    <a:pt x="56" y="2"/>
                  </a:lnTo>
                  <a:lnTo>
                    <a:pt x="55" y="4"/>
                  </a:lnTo>
                  <a:lnTo>
                    <a:pt x="52" y="5"/>
                  </a:lnTo>
                  <a:lnTo>
                    <a:pt x="41" y="9"/>
                  </a:lnTo>
                  <a:lnTo>
                    <a:pt x="32" y="13"/>
                  </a:lnTo>
                  <a:lnTo>
                    <a:pt x="26" y="15"/>
                  </a:lnTo>
                  <a:lnTo>
                    <a:pt x="22" y="17"/>
                  </a:lnTo>
                  <a:lnTo>
                    <a:pt x="15" y="24"/>
                  </a:lnTo>
                  <a:lnTo>
                    <a:pt x="10" y="27"/>
                  </a:lnTo>
                  <a:lnTo>
                    <a:pt x="7" y="28"/>
                  </a:lnTo>
                  <a:lnTo>
                    <a:pt x="3" y="30"/>
                  </a:lnTo>
                  <a:lnTo>
                    <a:pt x="0" y="3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2" name="Freeform 81">
              <a:extLst>
                <a:ext uri="{FF2B5EF4-FFF2-40B4-BE49-F238E27FC236}">
                  <a16:creationId xmlns:a16="http://schemas.microsoft.com/office/drawing/2014/main" id="{9FC9FCDC-070A-DCE9-ABC4-5E93A8DEDC29}"/>
                </a:ext>
              </a:extLst>
            </p:cNvPr>
            <p:cNvSpPr>
              <a:spLocks/>
            </p:cNvSpPr>
            <p:nvPr/>
          </p:nvSpPr>
          <p:spPr bwMode="gray">
            <a:xfrm>
              <a:off x="4960720" y="5042534"/>
              <a:ext cx="245317" cy="75482"/>
            </a:xfrm>
            <a:custGeom>
              <a:avLst/>
              <a:gdLst>
                <a:gd name="T0" fmla="*/ 0 w 143"/>
                <a:gd name="T1" fmla="*/ 13 h 44"/>
                <a:gd name="T2" fmla="*/ 6 w 143"/>
                <a:gd name="T3" fmla="*/ 13 h 44"/>
                <a:gd name="T4" fmla="*/ 8 w 143"/>
                <a:gd name="T5" fmla="*/ 8 h 44"/>
                <a:gd name="T6" fmla="*/ 11 w 143"/>
                <a:gd name="T7" fmla="*/ 8 h 44"/>
                <a:gd name="T8" fmla="*/ 12 w 143"/>
                <a:gd name="T9" fmla="*/ 2 h 44"/>
                <a:gd name="T10" fmla="*/ 14 w 143"/>
                <a:gd name="T11" fmla="*/ 1 h 44"/>
                <a:gd name="T12" fmla="*/ 22 w 143"/>
                <a:gd name="T13" fmla="*/ 2 h 44"/>
                <a:gd name="T14" fmla="*/ 27 w 143"/>
                <a:gd name="T15" fmla="*/ 4 h 44"/>
                <a:gd name="T16" fmla="*/ 28 w 143"/>
                <a:gd name="T17" fmla="*/ 0 h 44"/>
                <a:gd name="T18" fmla="*/ 35 w 143"/>
                <a:gd name="T19" fmla="*/ 2 h 44"/>
                <a:gd name="T20" fmla="*/ 40 w 143"/>
                <a:gd name="T21" fmla="*/ 5 h 44"/>
                <a:gd name="T22" fmla="*/ 44 w 143"/>
                <a:gd name="T23" fmla="*/ 7 h 44"/>
                <a:gd name="T24" fmla="*/ 50 w 143"/>
                <a:gd name="T25" fmla="*/ 7 h 44"/>
                <a:gd name="T26" fmla="*/ 53 w 143"/>
                <a:gd name="T27" fmla="*/ 14 h 44"/>
                <a:gd name="T28" fmla="*/ 63 w 143"/>
                <a:gd name="T29" fmla="*/ 16 h 44"/>
                <a:gd name="T30" fmla="*/ 77 w 143"/>
                <a:gd name="T31" fmla="*/ 16 h 44"/>
                <a:gd name="T32" fmla="*/ 82 w 143"/>
                <a:gd name="T33" fmla="*/ 15 h 44"/>
                <a:gd name="T34" fmla="*/ 86 w 143"/>
                <a:gd name="T35" fmla="*/ 9 h 44"/>
                <a:gd name="T36" fmla="*/ 90 w 143"/>
                <a:gd name="T37" fmla="*/ 10 h 44"/>
                <a:gd name="T38" fmla="*/ 97 w 143"/>
                <a:gd name="T39" fmla="*/ 14 h 44"/>
                <a:gd name="T40" fmla="*/ 106 w 143"/>
                <a:gd name="T41" fmla="*/ 15 h 44"/>
                <a:gd name="T42" fmla="*/ 113 w 143"/>
                <a:gd name="T43" fmla="*/ 18 h 44"/>
                <a:gd name="T44" fmla="*/ 115 w 143"/>
                <a:gd name="T45" fmla="*/ 23 h 44"/>
                <a:gd name="T46" fmla="*/ 118 w 143"/>
                <a:gd name="T47" fmla="*/ 27 h 44"/>
                <a:gd name="T48" fmla="*/ 127 w 143"/>
                <a:gd name="T49" fmla="*/ 30 h 44"/>
                <a:gd name="T50" fmla="*/ 135 w 143"/>
                <a:gd name="T51" fmla="*/ 29 h 44"/>
                <a:gd name="T52" fmla="*/ 142 w 143"/>
                <a:gd name="T53" fmla="*/ 30 h 44"/>
                <a:gd name="T54" fmla="*/ 141 w 143"/>
                <a:gd name="T55" fmla="*/ 35 h 44"/>
                <a:gd name="T56" fmla="*/ 143 w 143"/>
                <a:gd name="T57" fmla="*/ 44 h 44"/>
                <a:gd name="T58" fmla="*/ 134 w 143"/>
                <a:gd name="T59" fmla="*/ 41 h 44"/>
                <a:gd name="T60" fmla="*/ 124 w 143"/>
                <a:gd name="T61" fmla="*/ 37 h 44"/>
                <a:gd name="T62" fmla="*/ 116 w 143"/>
                <a:gd name="T63" fmla="*/ 39 h 44"/>
                <a:gd name="T64" fmla="*/ 109 w 143"/>
                <a:gd name="T65" fmla="*/ 39 h 44"/>
                <a:gd name="T66" fmla="*/ 88 w 143"/>
                <a:gd name="T67" fmla="*/ 37 h 44"/>
                <a:gd name="T68" fmla="*/ 77 w 143"/>
                <a:gd name="T69" fmla="*/ 31 h 44"/>
                <a:gd name="T70" fmla="*/ 61 w 143"/>
                <a:gd name="T71" fmla="*/ 27 h 44"/>
                <a:gd name="T72" fmla="*/ 51 w 143"/>
                <a:gd name="T73" fmla="*/ 29 h 44"/>
                <a:gd name="T74" fmla="*/ 41 w 143"/>
                <a:gd name="T75" fmla="*/ 28 h 44"/>
                <a:gd name="T76" fmla="*/ 33 w 143"/>
                <a:gd name="T77" fmla="*/ 24 h 44"/>
                <a:gd name="T78" fmla="*/ 19 w 143"/>
                <a:gd name="T79" fmla="*/ 23 h 44"/>
                <a:gd name="T80" fmla="*/ 22 w 143"/>
                <a:gd name="T81" fmla="*/ 18 h 44"/>
                <a:gd name="T82" fmla="*/ 16 w 143"/>
                <a:gd name="T83" fmla="*/ 16 h 44"/>
                <a:gd name="T84" fmla="*/ 10 w 143"/>
                <a:gd name="T85" fmla="*/ 14 h 44"/>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43"/>
                <a:gd name="T130" fmla="*/ 0 h 44"/>
                <a:gd name="T131" fmla="*/ 143 w 143"/>
                <a:gd name="T132" fmla="*/ 44 h 44"/>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43" h="44">
                  <a:moveTo>
                    <a:pt x="1" y="13"/>
                  </a:moveTo>
                  <a:lnTo>
                    <a:pt x="0" y="13"/>
                  </a:lnTo>
                  <a:lnTo>
                    <a:pt x="3" y="12"/>
                  </a:lnTo>
                  <a:lnTo>
                    <a:pt x="6" y="13"/>
                  </a:lnTo>
                  <a:lnTo>
                    <a:pt x="8" y="12"/>
                  </a:lnTo>
                  <a:lnTo>
                    <a:pt x="8" y="8"/>
                  </a:lnTo>
                  <a:lnTo>
                    <a:pt x="8" y="7"/>
                  </a:lnTo>
                  <a:lnTo>
                    <a:pt x="11" y="8"/>
                  </a:lnTo>
                  <a:lnTo>
                    <a:pt x="10" y="4"/>
                  </a:lnTo>
                  <a:lnTo>
                    <a:pt x="12" y="2"/>
                  </a:lnTo>
                  <a:lnTo>
                    <a:pt x="13" y="0"/>
                  </a:lnTo>
                  <a:lnTo>
                    <a:pt x="14" y="1"/>
                  </a:lnTo>
                  <a:lnTo>
                    <a:pt x="19" y="2"/>
                  </a:lnTo>
                  <a:lnTo>
                    <a:pt x="22" y="2"/>
                  </a:lnTo>
                  <a:lnTo>
                    <a:pt x="23" y="5"/>
                  </a:lnTo>
                  <a:lnTo>
                    <a:pt x="27" y="4"/>
                  </a:lnTo>
                  <a:lnTo>
                    <a:pt x="28" y="2"/>
                  </a:lnTo>
                  <a:lnTo>
                    <a:pt x="28" y="0"/>
                  </a:lnTo>
                  <a:lnTo>
                    <a:pt x="30" y="1"/>
                  </a:lnTo>
                  <a:lnTo>
                    <a:pt x="35" y="2"/>
                  </a:lnTo>
                  <a:lnTo>
                    <a:pt x="37" y="6"/>
                  </a:lnTo>
                  <a:lnTo>
                    <a:pt x="40" y="5"/>
                  </a:lnTo>
                  <a:lnTo>
                    <a:pt x="41" y="7"/>
                  </a:lnTo>
                  <a:lnTo>
                    <a:pt x="44" y="7"/>
                  </a:lnTo>
                  <a:lnTo>
                    <a:pt x="48" y="6"/>
                  </a:lnTo>
                  <a:lnTo>
                    <a:pt x="50" y="7"/>
                  </a:lnTo>
                  <a:lnTo>
                    <a:pt x="52" y="11"/>
                  </a:lnTo>
                  <a:lnTo>
                    <a:pt x="53" y="14"/>
                  </a:lnTo>
                  <a:lnTo>
                    <a:pt x="60" y="15"/>
                  </a:lnTo>
                  <a:lnTo>
                    <a:pt x="63" y="16"/>
                  </a:lnTo>
                  <a:lnTo>
                    <a:pt x="66" y="15"/>
                  </a:lnTo>
                  <a:lnTo>
                    <a:pt x="77" y="16"/>
                  </a:lnTo>
                  <a:lnTo>
                    <a:pt x="80" y="16"/>
                  </a:lnTo>
                  <a:lnTo>
                    <a:pt x="82" y="15"/>
                  </a:lnTo>
                  <a:lnTo>
                    <a:pt x="84" y="11"/>
                  </a:lnTo>
                  <a:lnTo>
                    <a:pt x="86" y="9"/>
                  </a:lnTo>
                  <a:lnTo>
                    <a:pt x="89" y="9"/>
                  </a:lnTo>
                  <a:lnTo>
                    <a:pt x="90" y="10"/>
                  </a:lnTo>
                  <a:lnTo>
                    <a:pt x="92" y="13"/>
                  </a:lnTo>
                  <a:lnTo>
                    <a:pt x="97" y="14"/>
                  </a:lnTo>
                  <a:lnTo>
                    <a:pt x="100" y="14"/>
                  </a:lnTo>
                  <a:lnTo>
                    <a:pt x="106" y="15"/>
                  </a:lnTo>
                  <a:lnTo>
                    <a:pt x="112" y="16"/>
                  </a:lnTo>
                  <a:lnTo>
                    <a:pt x="113" y="18"/>
                  </a:lnTo>
                  <a:lnTo>
                    <a:pt x="116" y="20"/>
                  </a:lnTo>
                  <a:lnTo>
                    <a:pt x="115" y="23"/>
                  </a:lnTo>
                  <a:lnTo>
                    <a:pt x="117" y="27"/>
                  </a:lnTo>
                  <a:lnTo>
                    <a:pt x="118" y="27"/>
                  </a:lnTo>
                  <a:lnTo>
                    <a:pt x="124" y="29"/>
                  </a:lnTo>
                  <a:lnTo>
                    <a:pt x="127" y="30"/>
                  </a:lnTo>
                  <a:lnTo>
                    <a:pt x="132" y="30"/>
                  </a:lnTo>
                  <a:lnTo>
                    <a:pt x="135" y="29"/>
                  </a:lnTo>
                  <a:lnTo>
                    <a:pt x="138" y="28"/>
                  </a:lnTo>
                  <a:lnTo>
                    <a:pt x="142" y="30"/>
                  </a:lnTo>
                  <a:lnTo>
                    <a:pt x="142" y="32"/>
                  </a:lnTo>
                  <a:lnTo>
                    <a:pt x="141" y="35"/>
                  </a:lnTo>
                  <a:lnTo>
                    <a:pt x="140" y="38"/>
                  </a:lnTo>
                  <a:lnTo>
                    <a:pt x="143" y="44"/>
                  </a:lnTo>
                  <a:lnTo>
                    <a:pt x="140" y="43"/>
                  </a:lnTo>
                  <a:lnTo>
                    <a:pt x="134" y="41"/>
                  </a:lnTo>
                  <a:lnTo>
                    <a:pt x="130" y="39"/>
                  </a:lnTo>
                  <a:lnTo>
                    <a:pt x="124" y="37"/>
                  </a:lnTo>
                  <a:lnTo>
                    <a:pt x="120" y="37"/>
                  </a:lnTo>
                  <a:lnTo>
                    <a:pt x="116" y="39"/>
                  </a:lnTo>
                  <a:lnTo>
                    <a:pt x="114" y="39"/>
                  </a:lnTo>
                  <a:lnTo>
                    <a:pt x="109" y="39"/>
                  </a:lnTo>
                  <a:lnTo>
                    <a:pt x="98" y="38"/>
                  </a:lnTo>
                  <a:lnTo>
                    <a:pt x="88" y="37"/>
                  </a:lnTo>
                  <a:lnTo>
                    <a:pt x="82" y="35"/>
                  </a:lnTo>
                  <a:lnTo>
                    <a:pt x="77" y="31"/>
                  </a:lnTo>
                  <a:lnTo>
                    <a:pt x="69" y="29"/>
                  </a:lnTo>
                  <a:lnTo>
                    <a:pt x="61" y="27"/>
                  </a:lnTo>
                  <a:lnTo>
                    <a:pt x="54" y="27"/>
                  </a:lnTo>
                  <a:lnTo>
                    <a:pt x="51" y="29"/>
                  </a:lnTo>
                  <a:lnTo>
                    <a:pt x="47" y="29"/>
                  </a:lnTo>
                  <a:lnTo>
                    <a:pt x="41" y="28"/>
                  </a:lnTo>
                  <a:lnTo>
                    <a:pt x="35" y="25"/>
                  </a:lnTo>
                  <a:lnTo>
                    <a:pt x="33" y="24"/>
                  </a:lnTo>
                  <a:lnTo>
                    <a:pt x="21" y="24"/>
                  </a:lnTo>
                  <a:lnTo>
                    <a:pt x="19" y="23"/>
                  </a:lnTo>
                  <a:lnTo>
                    <a:pt x="19" y="22"/>
                  </a:lnTo>
                  <a:lnTo>
                    <a:pt x="22" y="18"/>
                  </a:lnTo>
                  <a:lnTo>
                    <a:pt x="20" y="16"/>
                  </a:lnTo>
                  <a:lnTo>
                    <a:pt x="16" y="16"/>
                  </a:lnTo>
                  <a:lnTo>
                    <a:pt x="12" y="15"/>
                  </a:lnTo>
                  <a:lnTo>
                    <a:pt x="10" y="14"/>
                  </a:lnTo>
                  <a:lnTo>
                    <a:pt x="1" y="13"/>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3" name="Freeform 82">
              <a:extLst>
                <a:ext uri="{FF2B5EF4-FFF2-40B4-BE49-F238E27FC236}">
                  <a16:creationId xmlns:a16="http://schemas.microsoft.com/office/drawing/2014/main" id="{82D81DA3-4DE0-E3C8-380F-143D0BDF3B26}"/>
                </a:ext>
              </a:extLst>
            </p:cNvPr>
            <p:cNvSpPr>
              <a:spLocks/>
            </p:cNvSpPr>
            <p:nvPr/>
          </p:nvSpPr>
          <p:spPr bwMode="gray">
            <a:xfrm>
              <a:off x="4962435" y="4925879"/>
              <a:ext cx="39457" cy="41172"/>
            </a:xfrm>
            <a:custGeom>
              <a:avLst/>
              <a:gdLst>
                <a:gd name="T0" fmla="*/ 21 w 23"/>
                <a:gd name="T1" fmla="*/ 24 h 24"/>
                <a:gd name="T2" fmla="*/ 15 w 23"/>
                <a:gd name="T3" fmla="*/ 21 h 24"/>
                <a:gd name="T4" fmla="*/ 13 w 23"/>
                <a:gd name="T5" fmla="*/ 20 h 24"/>
                <a:gd name="T6" fmla="*/ 11 w 23"/>
                <a:gd name="T7" fmla="*/ 17 h 24"/>
                <a:gd name="T8" fmla="*/ 11 w 23"/>
                <a:gd name="T9" fmla="*/ 14 h 24"/>
                <a:gd name="T10" fmla="*/ 10 w 23"/>
                <a:gd name="T11" fmla="*/ 11 h 24"/>
                <a:gd name="T12" fmla="*/ 6 w 23"/>
                <a:gd name="T13" fmla="*/ 9 h 24"/>
                <a:gd name="T14" fmla="*/ 4 w 23"/>
                <a:gd name="T15" fmla="*/ 8 h 24"/>
                <a:gd name="T16" fmla="*/ 1 w 23"/>
                <a:gd name="T17" fmla="*/ 8 h 24"/>
                <a:gd name="T18" fmla="*/ 0 w 23"/>
                <a:gd name="T19" fmla="*/ 7 h 24"/>
                <a:gd name="T20" fmla="*/ 2 w 23"/>
                <a:gd name="T21" fmla="*/ 3 h 24"/>
                <a:gd name="T22" fmla="*/ 4 w 23"/>
                <a:gd name="T23" fmla="*/ 1 h 24"/>
                <a:gd name="T24" fmla="*/ 7 w 23"/>
                <a:gd name="T25" fmla="*/ 5 h 24"/>
                <a:gd name="T26" fmla="*/ 8 w 23"/>
                <a:gd name="T27" fmla="*/ 2 h 24"/>
                <a:gd name="T28" fmla="*/ 10 w 23"/>
                <a:gd name="T29" fmla="*/ 0 h 24"/>
                <a:gd name="T30" fmla="*/ 11 w 23"/>
                <a:gd name="T31" fmla="*/ 3 h 24"/>
                <a:gd name="T32" fmla="*/ 13 w 23"/>
                <a:gd name="T33" fmla="*/ 9 h 24"/>
                <a:gd name="T34" fmla="*/ 18 w 23"/>
                <a:gd name="T35" fmla="*/ 14 h 24"/>
                <a:gd name="T36" fmla="*/ 23 w 23"/>
                <a:gd name="T37" fmla="*/ 17 h 24"/>
                <a:gd name="T38" fmla="*/ 21 w 23"/>
                <a:gd name="T39" fmla="*/ 18 h 24"/>
                <a:gd name="T40" fmla="*/ 20 w 23"/>
                <a:gd name="T41" fmla="*/ 20 h 24"/>
                <a:gd name="T42" fmla="*/ 21 w 23"/>
                <a:gd name="T43" fmla="*/ 24 h 24"/>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23"/>
                <a:gd name="T67" fmla="*/ 0 h 24"/>
                <a:gd name="T68" fmla="*/ 23 w 23"/>
                <a:gd name="T69" fmla="*/ 24 h 24"/>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23" h="24">
                  <a:moveTo>
                    <a:pt x="21" y="24"/>
                  </a:moveTo>
                  <a:lnTo>
                    <a:pt x="15" y="21"/>
                  </a:lnTo>
                  <a:lnTo>
                    <a:pt x="13" y="20"/>
                  </a:lnTo>
                  <a:lnTo>
                    <a:pt x="11" y="17"/>
                  </a:lnTo>
                  <a:lnTo>
                    <a:pt x="11" y="14"/>
                  </a:lnTo>
                  <a:lnTo>
                    <a:pt x="10" y="11"/>
                  </a:lnTo>
                  <a:lnTo>
                    <a:pt x="6" y="9"/>
                  </a:lnTo>
                  <a:lnTo>
                    <a:pt x="4" y="8"/>
                  </a:lnTo>
                  <a:lnTo>
                    <a:pt x="1" y="8"/>
                  </a:lnTo>
                  <a:lnTo>
                    <a:pt x="0" y="7"/>
                  </a:lnTo>
                  <a:lnTo>
                    <a:pt x="2" y="3"/>
                  </a:lnTo>
                  <a:lnTo>
                    <a:pt x="4" y="1"/>
                  </a:lnTo>
                  <a:lnTo>
                    <a:pt x="7" y="5"/>
                  </a:lnTo>
                  <a:lnTo>
                    <a:pt x="8" y="2"/>
                  </a:lnTo>
                  <a:lnTo>
                    <a:pt x="10" y="0"/>
                  </a:lnTo>
                  <a:lnTo>
                    <a:pt x="11" y="3"/>
                  </a:lnTo>
                  <a:lnTo>
                    <a:pt x="13" y="9"/>
                  </a:lnTo>
                  <a:lnTo>
                    <a:pt x="18" y="14"/>
                  </a:lnTo>
                  <a:lnTo>
                    <a:pt x="23" y="17"/>
                  </a:lnTo>
                  <a:lnTo>
                    <a:pt x="21" y="18"/>
                  </a:lnTo>
                  <a:lnTo>
                    <a:pt x="20" y="20"/>
                  </a:lnTo>
                  <a:lnTo>
                    <a:pt x="21" y="24"/>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4" name="Freeform 83">
              <a:extLst>
                <a:ext uri="{FF2B5EF4-FFF2-40B4-BE49-F238E27FC236}">
                  <a16:creationId xmlns:a16="http://schemas.microsoft.com/office/drawing/2014/main" id="{226DB4CB-6D74-445B-57FA-A8F06745CFA7}"/>
                </a:ext>
              </a:extLst>
            </p:cNvPr>
            <p:cNvSpPr>
              <a:spLocks/>
            </p:cNvSpPr>
            <p:nvPr/>
          </p:nvSpPr>
          <p:spPr bwMode="gray">
            <a:xfrm>
              <a:off x="5557715" y="4831526"/>
              <a:ext cx="34310" cy="77198"/>
            </a:xfrm>
            <a:custGeom>
              <a:avLst/>
              <a:gdLst>
                <a:gd name="T0" fmla="*/ 3 w 20"/>
                <a:gd name="T1" fmla="*/ 30 h 45"/>
                <a:gd name="T2" fmla="*/ 3 w 20"/>
                <a:gd name="T3" fmla="*/ 28 h 45"/>
                <a:gd name="T4" fmla="*/ 0 w 20"/>
                <a:gd name="T5" fmla="*/ 21 h 45"/>
                <a:gd name="T6" fmla="*/ 2 w 20"/>
                <a:gd name="T7" fmla="*/ 17 h 45"/>
                <a:gd name="T8" fmla="*/ 1 w 20"/>
                <a:gd name="T9" fmla="*/ 16 h 45"/>
                <a:gd name="T10" fmla="*/ 0 w 20"/>
                <a:gd name="T11" fmla="*/ 14 h 45"/>
                <a:gd name="T12" fmla="*/ 0 w 20"/>
                <a:gd name="T13" fmla="*/ 12 h 45"/>
                <a:gd name="T14" fmla="*/ 2 w 20"/>
                <a:gd name="T15" fmla="*/ 5 h 45"/>
                <a:gd name="T16" fmla="*/ 6 w 20"/>
                <a:gd name="T17" fmla="*/ 0 h 45"/>
                <a:gd name="T18" fmla="*/ 8 w 20"/>
                <a:gd name="T19" fmla="*/ 2 h 45"/>
                <a:gd name="T20" fmla="*/ 9 w 20"/>
                <a:gd name="T21" fmla="*/ 5 h 45"/>
                <a:gd name="T22" fmla="*/ 8 w 20"/>
                <a:gd name="T23" fmla="*/ 7 h 45"/>
                <a:gd name="T24" fmla="*/ 6 w 20"/>
                <a:gd name="T25" fmla="*/ 10 h 45"/>
                <a:gd name="T26" fmla="*/ 4 w 20"/>
                <a:gd name="T27" fmla="*/ 15 h 45"/>
                <a:gd name="T28" fmla="*/ 5 w 20"/>
                <a:gd name="T29" fmla="*/ 17 h 45"/>
                <a:gd name="T30" fmla="*/ 6 w 20"/>
                <a:gd name="T31" fmla="*/ 18 h 45"/>
                <a:gd name="T32" fmla="*/ 6 w 20"/>
                <a:gd name="T33" fmla="*/ 17 h 45"/>
                <a:gd name="T34" fmla="*/ 10 w 20"/>
                <a:gd name="T35" fmla="*/ 14 h 45"/>
                <a:gd name="T36" fmla="*/ 10 w 20"/>
                <a:gd name="T37" fmla="*/ 11 h 45"/>
                <a:gd name="T38" fmla="*/ 12 w 20"/>
                <a:gd name="T39" fmla="*/ 10 h 45"/>
                <a:gd name="T40" fmla="*/ 18 w 20"/>
                <a:gd name="T41" fmla="*/ 7 h 45"/>
                <a:gd name="T42" fmla="*/ 19 w 20"/>
                <a:gd name="T43" fmla="*/ 8 h 45"/>
                <a:gd name="T44" fmla="*/ 18 w 20"/>
                <a:gd name="T45" fmla="*/ 9 h 45"/>
                <a:gd name="T46" fmla="*/ 19 w 20"/>
                <a:gd name="T47" fmla="*/ 13 h 45"/>
                <a:gd name="T48" fmla="*/ 16 w 20"/>
                <a:gd name="T49" fmla="*/ 15 h 45"/>
                <a:gd name="T50" fmla="*/ 13 w 20"/>
                <a:gd name="T51" fmla="*/ 17 h 45"/>
                <a:gd name="T52" fmla="*/ 12 w 20"/>
                <a:gd name="T53" fmla="*/ 19 h 45"/>
                <a:gd name="T54" fmla="*/ 13 w 20"/>
                <a:gd name="T55" fmla="*/ 20 h 45"/>
                <a:gd name="T56" fmla="*/ 16 w 20"/>
                <a:gd name="T57" fmla="*/ 21 h 45"/>
                <a:gd name="T58" fmla="*/ 19 w 20"/>
                <a:gd name="T59" fmla="*/ 23 h 45"/>
                <a:gd name="T60" fmla="*/ 19 w 20"/>
                <a:gd name="T61" fmla="*/ 24 h 45"/>
                <a:gd name="T62" fmla="*/ 20 w 20"/>
                <a:gd name="T63" fmla="*/ 26 h 45"/>
                <a:gd name="T64" fmla="*/ 15 w 20"/>
                <a:gd name="T65" fmla="*/ 25 h 45"/>
                <a:gd name="T66" fmla="*/ 12 w 20"/>
                <a:gd name="T67" fmla="*/ 24 h 45"/>
                <a:gd name="T68" fmla="*/ 9 w 20"/>
                <a:gd name="T69" fmla="*/ 24 h 45"/>
                <a:gd name="T70" fmla="*/ 7 w 20"/>
                <a:gd name="T71" fmla="*/ 25 h 45"/>
                <a:gd name="T72" fmla="*/ 7 w 20"/>
                <a:gd name="T73" fmla="*/ 28 h 45"/>
                <a:gd name="T74" fmla="*/ 7 w 20"/>
                <a:gd name="T75" fmla="*/ 30 h 45"/>
                <a:gd name="T76" fmla="*/ 8 w 20"/>
                <a:gd name="T77" fmla="*/ 34 h 45"/>
                <a:gd name="T78" fmla="*/ 10 w 20"/>
                <a:gd name="T79" fmla="*/ 39 h 45"/>
                <a:gd name="T80" fmla="*/ 13 w 20"/>
                <a:gd name="T81" fmla="*/ 42 h 45"/>
                <a:gd name="T82" fmla="*/ 15 w 20"/>
                <a:gd name="T83" fmla="*/ 44 h 45"/>
                <a:gd name="T84" fmla="*/ 14 w 20"/>
                <a:gd name="T85" fmla="*/ 45 h 45"/>
                <a:gd name="T86" fmla="*/ 12 w 20"/>
                <a:gd name="T87" fmla="*/ 44 h 45"/>
                <a:gd name="T88" fmla="*/ 7 w 20"/>
                <a:gd name="T89" fmla="*/ 39 h 45"/>
                <a:gd name="T90" fmla="*/ 3 w 20"/>
                <a:gd name="T91" fmla="*/ 34 h 45"/>
                <a:gd name="T92" fmla="*/ 3 w 20"/>
                <a:gd name="T93" fmla="*/ 31 h 45"/>
                <a:gd name="T94" fmla="*/ 3 w 20"/>
                <a:gd name="T95" fmla="*/ 30 h 45"/>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0"/>
                <a:gd name="T145" fmla="*/ 0 h 45"/>
                <a:gd name="T146" fmla="*/ 20 w 20"/>
                <a:gd name="T147" fmla="*/ 45 h 45"/>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0" h="45">
                  <a:moveTo>
                    <a:pt x="3" y="30"/>
                  </a:moveTo>
                  <a:lnTo>
                    <a:pt x="3" y="28"/>
                  </a:lnTo>
                  <a:lnTo>
                    <a:pt x="0" y="21"/>
                  </a:lnTo>
                  <a:lnTo>
                    <a:pt x="2" y="17"/>
                  </a:lnTo>
                  <a:lnTo>
                    <a:pt x="1" y="16"/>
                  </a:lnTo>
                  <a:lnTo>
                    <a:pt x="0" y="14"/>
                  </a:lnTo>
                  <a:lnTo>
                    <a:pt x="0" y="12"/>
                  </a:lnTo>
                  <a:lnTo>
                    <a:pt x="2" y="5"/>
                  </a:lnTo>
                  <a:lnTo>
                    <a:pt x="6" y="0"/>
                  </a:lnTo>
                  <a:lnTo>
                    <a:pt x="8" y="2"/>
                  </a:lnTo>
                  <a:lnTo>
                    <a:pt x="9" y="5"/>
                  </a:lnTo>
                  <a:lnTo>
                    <a:pt x="8" y="7"/>
                  </a:lnTo>
                  <a:lnTo>
                    <a:pt x="6" y="10"/>
                  </a:lnTo>
                  <a:lnTo>
                    <a:pt x="4" y="15"/>
                  </a:lnTo>
                  <a:lnTo>
                    <a:pt x="5" y="17"/>
                  </a:lnTo>
                  <a:lnTo>
                    <a:pt x="6" y="18"/>
                  </a:lnTo>
                  <a:lnTo>
                    <a:pt x="6" y="17"/>
                  </a:lnTo>
                  <a:lnTo>
                    <a:pt x="10" y="14"/>
                  </a:lnTo>
                  <a:lnTo>
                    <a:pt x="10" y="11"/>
                  </a:lnTo>
                  <a:lnTo>
                    <a:pt x="12" y="10"/>
                  </a:lnTo>
                  <a:lnTo>
                    <a:pt x="18" y="7"/>
                  </a:lnTo>
                  <a:lnTo>
                    <a:pt x="19" y="8"/>
                  </a:lnTo>
                  <a:lnTo>
                    <a:pt x="18" y="9"/>
                  </a:lnTo>
                  <a:lnTo>
                    <a:pt x="19" y="13"/>
                  </a:lnTo>
                  <a:lnTo>
                    <a:pt x="16" y="15"/>
                  </a:lnTo>
                  <a:lnTo>
                    <a:pt x="13" y="17"/>
                  </a:lnTo>
                  <a:lnTo>
                    <a:pt x="12" y="19"/>
                  </a:lnTo>
                  <a:lnTo>
                    <a:pt x="13" y="20"/>
                  </a:lnTo>
                  <a:lnTo>
                    <a:pt x="16" y="21"/>
                  </a:lnTo>
                  <a:lnTo>
                    <a:pt x="19" y="23"/>
                  </a:lnTo>
                  <a:lnTo>
                    <a:pt x="19" y="24"/>
                  </a:lnTo>
                  <a:lnTo>
                    <a:pt x="20" y="26"/>
                  </a:lnTo>
                  <a:lnTo>
                    <a:pt x="15" y="25"/>
                  </a:lnTo>
                  <a:lnTo>
                    <a:pt x="12" y="24"/>
                  </a:lnTo>
                  <a:lnTo>
                    <a:pt x="9" y="24"/>
                  </a:lnTo>
                  <a:lnTo>
                    <a:pt x="7" y="25"/>
                  </a:lnTo>
                  <a:lnTo>
                    <a:pt x="7" y="28"/>
                  </a:lnTo>
                  <a:lnTo>
                    <a:pt x="7" y="30"/>
                  </a:lnTo>
                  <a:lnTo>
                    <a:pt x="8" y="34"/>
                  </a:lnTo>
                  <a:lnTo>
                    <a:pt x="10" y="39"/>
                  </a:lnTo>
                  <a:lnTo>
                    <a:pt x="13" y="42"/>
                  </a:lnTo>
                  <a:lnTo>
                    <a:pt x="15" y="44"/>
                  </a:lnTo>
                  <a:lnTo>
                    <a:pt x="14" y="45"/>
                  </a:lnTo>
                  <a:lnTo>
                    <a:pt x="12" y="44"/>
                  </a:lnTo>
                  <a:lnTo>
                    <a:pt x="7" y="39"/>
                  </a:lnTo>
                  <a:lnTo>
                    <a:pt x="3" y="34"/>
                  </a:lnTo>
                  <a:lnTo>
                    <a:pt x="3" y="31"/>
                  </a:lnTo>
                  <a:lnTo>
                    <a:pt x="3" y="3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5" name="Freeform 84">
              <a:extLst>
                <a:ext uri="{FF2B5EF4-FFF2-40B4-BE49-F238E27FC236}">
                  <a16:creationId xmlns:a16="http://schemas.microsoft.com/office/drawing/2014/main" id="{D652B7C6-E653-E726-8F74-ED8D6B3F33D2}"/>
                </a:ext>
              </a:extLst>
            </p:cNvPr>
            <p:cNvSpPr>
              <a:spLocks/>
            </p:cNvSpPr>
            <p:nvPr/>
          </p:nvSpPr>
          <p:spPr bwMode="gray">
            <a:xfrm>
              <a:off x="4694817" y="4732027"/>
              <a:ext cx="288205" cy="312222"/>
            </a:xfrm>
            <a:custGeom>
              <a:avLst/>
              <a:gdLst>
                <a:gd name="T0" fmla="*/ 130 w 168"/>
                <a:gd name="T1" fmla="*/ 92 h 182"/>
                <a:gd name="T2" fmla="*/ 127 w 168"/>
                <a:gd name="T3" fmla="*/ 100 h 182"/>
                <a:gd name="T4" fmla="*/ 139 w 168"/>
                <a:gd name="T5" fmla="*/ 105 h 182"/>
                <a:gd name="T6" fmla="*/ 143 w 168"/>
                <a:gd name="T7" fmla="*/ 114 h 182"/>
                <a:gd name="T8" fmla="*/ 146 w 168"/>
                <a:gd name="T9" fmla="*/ 120 h 182"/>
                <a:gd name="T10" fmla="*/ 148 w 168"/>
                <a:gd name="T11" fmla="*/ 129 h 182"/>
                <a:gd name="T12" fmla="*/ 160 w 168"/>
                <a:gd name="T13" fmla="*/ 128 h 182"/>
                <a:gd name="T14" fmla="*/ 168 w 168"/>
                <a:gd name="T15" fmla="*/ 137 h 182"/>
                <a:gd name="T16" fmla="*/ 165 w 168"/>
                <a:gd name="T17" fmla="*/ 161 h 182"/>
                <a:gd name="T18" fmla="*/ 165 w 168"/>
                <a:gd name="T19" fmla="*/ 171 h 182"/>
                <a:gd name="T20" fmla="*/ 163 w 168"/>
                <a:gd name="T21" fmla="*/ 180 h 182"/>
                <a:gd name="T22" fmla="*/ 156 w 168"/>
                <a:gd name="T23" fmla="*/ 174 h 182"/>
                <a:gd name="T24" fmla="*/ 146 w 168"/>
                <a:gd name="T25" fmla="*/ 175 h 182"/>
                <a:gd name="T26" fmla="*/ 146 w 168"/>
                <a:gd name="T27" fmla="*/ 182 h 182"/>
                <a:gd name="T28" fmla="*/ 130 w 168"/>
                <a:gd name="T29" fmla="*/ 165 h 182"/>
                <a:gd name="T30" fmla="*/ 111 w 168"/>
                <a:gd name="T31" fmla="*/ 149 h 182"/>
                <a:gd name="T32" fmla="*/ 101 w 168"/>
                <a:gd name="T33" fmla="*/ 139 h 182"/>
                <a:gd name="T34" fmla="*/ 87 w 168"/>
                <a:gd name="T35" fmla="*/ 121 h 182"/>
                <a:gd name="T36" fmla="*/ 79 w 168"/>
                <a:gd name="T37" fmla="*/ 103 h 182"/>
                <a:gd name="T38" fmla="*/ 68 w 168"/>
                <a:gd name="T39" fmla="*/ 88 h 182"/>
                <a:gd name="T40" fmla="*/ 59 w 168"/>
                <a:gd name="T41" fmla="*/ 78 h 182"/>
                <a:gd name="T42" fmla="*/ 54 w 168"/>
                <a:gd name="T43" fmla="*/ 62 h 182"/>
                <a:gd name="T44" fmla="*/ 43 w 168"/>
                <a:gd name="T45" fmla="*/ 54 h 182"/>
                <a:gd name="T46" fmla="*/ 37 w 168"/>
                <a:gd name="T47" fmla="*/ 50 h 182"/>
                <a:gd name="T48" fmla="*/ 32 w 168"/>
                <a:gd name="T49" fmla="*/ 38 h 182"/>
                <a:gd name="T50" fmla="*/ 19 w 168"/>
                <a:gd name="T51" fmla="*/ 30 h 182"/>
                <a:gd name="T52" fmla="*/ 6 w 168"/>
                <a:gd name="T53" fmla="*/ 16 h 182"/>
                <a:gd name="T54" fmla="*/ 0 w 168"/>
                <a:gd name="T55" fmla="*/ 3 h 182"/>
                <a:gd name="T56" fmla="*/ 4 w 168"/>
                <a:gd name="T57" fmla="*/ 0 h 182"/>
                <a:gd name="T58" fmla="*/ 13 w 168"/>
                <a:gd name="T59" fmla="*/ 6 h 182"/>
                <a:gd name="T60" fmla="*/ 24 w 168"/>
                <a:gd name="T61" fmla="*/ 8 h 182"/>
                <a:gd name="T62" fmla="*/ 34 w 168"/>
                <a:gd name="T63" fmla="*/ 6 h 182"/>
                <a:gd name="T64" fmla="*/ 46 w 168"/>
                <a:gd name="T65" fmla="*/ 19 h 182"/>
                <a:gd name="T66" fmla="*/ 54 w 168"/>
                <a:gd name="T67" fmla="*/ 30 h 182"/>
                <a:gd name="T68" fmla="*/ 72 w 168"/>
                <a:gd name="T69" fmla="*/ 41 h 182"/>
                <a:gd name="T70" fmla="*/ 73 w 168"/>
                <a:gd name="T71" fmla="*/ 47 h 182"/>
                <a:gd name="T72" fmla="*/ 86 w 168"/>
                <a:gd name="T73" fmla="*/ 58 h 182"/>
                <a:gd name="T74" fmla="*/ 87 w 168"/>
                <a:gd name="T75" fmla="*/ 55 h 182"/>
                <a:gd name="T76" fmla="*/ 95 w 168"/>
                <a:gd name="T77" fmla="*/ 60 h 182"/>
                <a:gd name="T78" fmla="*/ 104 w 168"/>
                <a:gd name="T79" fmla="*/ 65 h 182"/>
                <a:gd name="T80" fmla="*/ 111 w 168"/>
                <a:gd name="T81" fmla="*/ 75 h 182"/>
                <a:gd name="T82" fmla="*/ 123 w 168"/>
                <a:gd name="T83" fmla="*/ 79 h 182"/>
                <a:gd name="T84" fmla="*/ 133 w 168"/>
                <a:gd name="T85" fmla="*/ 87 h 182"/>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68"/>
                <a:gd name="T130" fmla="*/ 0 h 182"/>
                <a:gd name="T131" fmla="*/ 168 w 168"/>
                <a:gd name="T132" fmla="*/ 182 h 182"/>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68" h="182">
                  <a:moveTo>
                    <a:pt x="133" y="88"/>
                  </a:moveTo>
                  <a:lnTo>
                    <a:pt x="132" y="89"/>
                  </a:lnTo>
                  <a:lnTo>
                    <a:pt x="130" y="92"/>
                  </a:lnTo>
                  <a:lnTo>
                    <a:pt x="128" y="95"/>
                  </a:lnTo>
                  <a:lnTo>
                    <a:pt x="126" y="98"/>
                  </a:lnTo>
                  <a:lnTo>
                    <a:pt x="127" y="100"/>
                  </a:lnTo>
                  <a:lnTo>
                    <a:pt x="128" y="101"/>
                  </a:lnTo>
                  <a:lnTo>
                    <a:pt x="133" y="104"/>
                  </a:lnTo>
                  <a:lnTo>
                    <a:pt x="139" y="105"/>
                  </a:lnTo>
                  <a:lnTo>
                    <a:pt x="141" y="106"/>
                  </a:lnTo>
                  <a:lnTo>
                    <a:pt x="142" y="108"/>
                  </a:lnTo>
                  <a:lnTo>
                    <a:pt x="143" y="114"/>
                  </a:lnTo>
                  <a:lnTo>
                    <a:pt x="143" y="117"/>
                  </a:lnTo>
                  <a:lnTo>
                    <a:pt x="145" y="120"/>
                  </a:lnTo>
                  <a:lnTo>
                    <a:pt x="146" y="120"/>
                  </a:lnTo>
                  <a:lnTo>
                    <a:pt x="150" y="121"/>
                  </a:lnTo>
                  <a:lnTo>
                    <a:pt x="147" y="128"/>
                  </a:lnTo>
                  <a:lnTo>
                    <a:pt x="148" y="129"/>
                  </a:lnTo>
                  <a:lnTo>
                    <a:pt x="153" y="126"/>
                  </a:lnTo>
                  <a:lnTo>
                    <a:pt x="159" y="128"/>
                  </a:lnTo>
                  <a:lnTo>
                    <a:pt x="160" y="128"/>
                  </a:lnTo>
                  <a:lnTo>
                    <a:pt x="162" y="130"/>
                  </a:lnTo>
                  <a:lnTo>
                    <a:pt x="163" y="133"/>
                  </a:lnTo>
                  <a:lnTo>
                    <a:pt x="168" y="137"/>
                  </a:lnTo>
                  <a:lnTo>
                    <a:pt x="164" y="151"/>
                  </a:lnTo>
                  <a:lnTo>
                    <a:pt x="164" y="154"/>
                  </a:lnTo>
                  <a:lnTo>
                    <a:pt x="165" y="161"/>
                  </a:lnTo>
                  <a:lnTo>
                    <a:pt x="165" y="164"/>
                  </a:lnTo>
                  <a:lnTo>
                    <a:pt x="165" y="169"/>
                  </a:lnTo>
                  <a:lnTo>
                    <a:pt x="165" y="171"/>
                  </a:lnTo>
                  <a:lnTo>
                    <a:pt x="164" y="179"/>
                  </a:lnTo>
                  <a:lnTo>
                    <a:pt x="163" y="180"/>
                  </a:lnTo>
                  <a:lnTo>
                    <a:pt x="161" y="178"/>
                  </a:lnTo>
                  <a:lnTo>
                    <a:pt x="158" y="175"/>
                  </a:lnTo>
                  <a:lnTo>
                    <a:pt x="156" y="174"/>
                  </a:lnTo>
                  <a:lnTo>
                    <a:pt x="154" y="177"/>
                  </a:lnTo>
                  <a:lnTo>
                    <a:pt x="154" y="179"/>
                  </a:lnTo>
                  <a:lnTo>
                    <a:pt x="146" y="175"/>
                  </a:lnTo>
                  <a:lnTo>
                    <a:pt x="145" y="176"/>
                  </a:lnTo>
                  <a:lnTo>
                    <a:pt x="147" y="180"/>
                  </a:lnTo>
                  <a:lnTo>
                    <a:pt x="146" y="182"/>
                  </a:lnTo>
                  <a:lnTo>
                    <a:pt x="145" y="181"/>
                  </a:lnTo>
                  <a:lnTo>
                    <a:pt x="135" y="171"/>
                  </a:lnTo>
                  <a:lnTo>
                    <a:pt x="130" y="165"/>
                  </a:lnTo>
                  <a:lnTo>
                    <a:pt x="123" y="159"/>
                  </a:lnTo>
                  <a:lnTo>
                    <a:pt x="114" y="152"/>
                  </a:lnTo>
                  <a:lnTo>
                    <a:pt x="111" y="149"/>
                  </a:lnTo>
                  <a:lnTo>
                    <a:pt x="109" y="146"/>
                  </a:lnTo>
                  <a:lnTo>
                    <a:pt x="108" y="144"/>
                  </a:lnTo>
                  <a:lnTo>
                    <a:pt x="101" y="139"/>
                  </a:lnTo>
                  <a:lnTo>
                    <a:pt x="96" y="134"/>
                  </a:lnTo>
                  <a:lnTo>
                    <a:pt x="88" y="124"/>
                  </a:lnTo>
                  <a:lnTo>
                    <a:pt x="87" y="121"/>
                  </a:lnTo>
                  <a:lnTo>
                    <a:pt x="87" y="119"/>
                  </a:lnTo>
                  <a:lnTo>
                    <a:pt x="85" y="113"/>
                  </a:lnTo>
                  <a:lnTo>
                    <a:pt x="79" y="103"/>
                  </a:lnTo>
                  <a:lnTo>
                    <a:pt x="74" y="95"/>
                  </a:lnTo>
                  <a:lnTo>
                    <a:pt x="70" y="89"/>
                  </a:lnTo>
                  <a:lnTo>
                    <a:pt x="68" y="88"/>
                  </a:lnTo>
                  <a:lnTo>
                    <a:pt x="66" y="86"/>
                  </a:lnTo>
                  <a:lnTo>
                    <a:pt x="61" y="84"/>
                  </a:lnTo>
                  <a:lnTo>
                    <a:pt x="59" y="78"/>
                  </a:lnTo>
                  <a:lnTo>
                    <a:pt x="55" y="66"/>
                  </a:lnTo>
                  <a:lnTo>
                    <a:pt x="55" y="64"/>
                  </a:lnTo>
                  <a:lnTo>
                    <a:pt x="54" y="62"/>
                  </a:lnTo>
                  <a:lnTo>
                    <a:pt x="53" y="60"/>
                  </a:lnTo>
                  <a:lnTo>
                    <a:pt x="49" y="57"/>
                  </a:lnTo>
                  <a:lnTo>
                    <a:pt x="43" y="54"/>
                  </a:lnTo>
                  <a:lnTo>
                    <a:pt x="40" y="53"/>
                  </a:lnTo>
                  <a:lnTo>
                    <a:pt x="38" y="52"/>
                  </a:lnTo>
                  <a:lnTo>
                    <a:pt x="37" y="50"/>
                  </a:lnTo>
                  <a:lnTo>
                    <a:pt x="36" y="44"/>
                  </a:lnTo>
                  <a:lnTo>
                    <a:pt x="35" y="42"/>
                  </a:lnTo>
                  <a:lnTo>
                    <a:pt x="32" y="38"/>
                  </a:lnTo>
                  <a:lnTo>
                    <a:pt x="26" y="32"/>
                  </a:lnTo>
                  <a:lnTo>
                    <a:pt x="24" y="29"/>
                  </a:lnTo>
                  <a:lnTo>
                    <a:pt x="19" y="30"/>
                  </a:lnTo>
                  <a:lnTo>
                    <a:pt x="14" y="26"/>
                  </a:lnTo>
                  <a:lnTo>
                    <a:pt x="10" y="21"/>
                  </a:lnTo>
                  <a:lnTo>
                    <a:pt x="6" y="16"/>
                  </a:lnTo>
                  <a:lnTo>
                    <a:pt x="2" y="10"/>
                  </a:lnTo>
                  <a:lnTo>
                    <a:pt x="0" y="5"/>
                  </a:lnTo>
                  <a:lnTo>
                    <a:pt x="0" y="3"/>
                  </a:lnTo>
                  <a:lnTo>
                    <a:pt x="0" y="1"/>
                  </a:lnTo>
                  <a:lnTo>
                    <a:pt x="1" y="0"/>
                  </a:lnTo>
                  <a:lnTo>
                    <a:pt x="4" y="0"/>
                  </a:lnTo>
                  <a:lnTo>
                    <a:pt x="7" y="1"/>
                  </a:lnTo>
                  <a:lnTo>
                    <a:pt x="9" y="2"/>
                  </a:lnTo>
                  <a:lnTo>
                    <a:pt x="13" y="6"/>
                  </a:lnTo>
                  <a:lnTo>
                    <a:pt x="15" y="7"/>
                  </a:lnTo>
                  <a:lnTo>
                    <a:pt x="22" y="8"/>
                  </a:lnTo>
                  <a:lnTo>
                    <a:pt x="24" y="8"/>
                  </a:lnTo>
                  <a:lnTo>
                    <a:pt x="28" y="7"/>
                  </a:lnTo>
                  <a:lnTo>
                    <a:pt x="31" y="6"/>
                  </a:lnTo>
                  <a:lnTo>
                    <a:pt x="34" y="6"/>
                  </a:lnTo>
                  <a:lnTo>
                    <a:pt x="37" y="9"/>
                  </a:lnTo>
                  <a:lnTo>
                    <a:pt x="43" y="17"/>
                  </a:lnTo>
                  <a:lnTo>
                    <a:pt x="46" y="19"/>
                  </a:lnTo>
                  <a:lnTo>
                    <a:pt x="47" y="20"/>
                  </a:lnTo>
                  <a:lnTo>
                    <a:pt x="46" y="24"/>
                  </a:lnTo>
                  <a:lnTo>
                    <a:pt x="54" y="30"/>
                  </a:lnTo>
                  <a:lnTo>
                    <a:pt x="59" y="34"/>
                  </a:lnTo>
                  <a:lnTo>
                    <a:pt x="67" y="39"/>
                  </a:lnTo>
                  <a:lnTo>
                    <a:pt x="72" y="41"/>
                  </a:lnTo>
                  <a:lnTo>
                    <a:pt x="73" y="42"/>
                  </a:lnTo>
                  <a:lnTo>
                    <a:pt x="73" y="46"/>
                  </a:lnTo>
                  <a:lnTo>
                    <a:pt x="73" y="47"/>
                  </a:lnTo>
                  <a:lnTo>
                    <a:pt x="77" y="47"/>
                  </a:lnTo>
                  <a:lnTo>
                    <a:pt x="82" y="54"/>
                  </a:lnTo>
                  <a:lnTo>
                    <a:pt x="86" y="58"/>
                  </a:lnTo>
                  <a:lnTo>
                    <a:pt x="88" y="58"/>
                  </a:lnTo>
                  <a:lnTo>
                    <a:pt x="88" y="57"/>
                  </a:lnTo>
                  <a:lnTo>
                    <a:pt x="87" y="55"/>
                  </a:lnTo>
                  <a:lnTo>
                    <a:pt x="88" y="53"/>
                  </a:lnTo>
                  <a:lnTo>
                    <a:pt x="91" y="55"/>
                  </a:lnTo>
                  <a:lnTo>
                    <a:pt x="95" y="60"/>
                  </a:lnTo>
                  <a:lnTo>
                    <a:pt x="98" y="63"/>
                  </a:lnTo>
                  <a:lnTo>
                    <a:pt x="101" y="63"/>
                  </a:lnTo>
                  <a:lnTo>
                    <a:pt x="104" y="65"/>
                  </a:lnTo>
                  <a:lnTo>
                    <a:pt x="106" y="67"/>
                  </a:lnTo>
                  <a:lnTo>
                    <a:pt x="108" y="73"/>
                  </a:lnTo>
                  <a:lnTo>
                    <a:pt x="111" y="75"/>
                  </a:lnTo>
                  <a:lnTo>
                    <a:pt x="114" y="77"/>
                  </a:lnTo>
                  <a:lnTo>
                    <a:pt x="117" y="78"/>
                  </a:lnTo>
                  <a:lnTo>
                    <a:pt x="123" y="79"/>
                  </a:lnTo>
                  <a:lnTo>
                    <a:pt x="126" y="80"/>
                  </a:lnTo>
                  <a:lnTo>
                    <a:pt x="129" y="83"/>
                  </a:lnTo>
                  <a:lnTo>
                    <a:pt x="133" y="87"/>
                  </a:lnTo>
                  <a:lnTo>
                    <a:pt x="133" y="88"/>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6" name="Freeform 85">
              <a:extLst>
                <a:ext uri="{FF2B5EF4-FFF2-40B4-BE49-F238E27FC236}">
                  <a16:creationId xmlns:a16="http://schemas.microsoft.com/office/drawing/2014/main" id="{4892E06A-67F0-FB80-4477-34268FE5A201}"/>
                </a:ext>
              </a:extLst>
            </p:cNvPr>
            <p:cNvSpPr>
              <a:spLocks/>
            </p:cNvSpPr>
            <p:nvPr/>
          </p:nvSpPr>
          <p:spPr bwMode="gray">
            <a:xfrm>
              <a:off x="5209467" y="5102576"/>
              <a:ext cx="29164" cy="15440"/>
            </a:xfrm>
            <a:custGeom>
              <a:avLst/>
              <a:gdLst>
                <a:gd name="T0" fmla="*/ 10 w 17"/>
                <a:gd name="T1" fmla="*/ 9 h 9"/>
                <a:gd name="T2" fmla="*/ 8 w 17"/>
                <a:gd name="T3" fmla="*/ 7 h 9"/>
                <a:gd name="T4" fmla="*/ 1 w 17"/>
                <a:gd name="T5" fmla="*/ 4 h 9"/>
                <a:gd name="T6" fmla="*/ 0 w 17"/>
                <a:gd name="T7" fmla="*/ 2 h 9"/>
                <a:gd name="T8" fmla="*/ 4 w 17"/>
                <a:gd name="T9" fmla="*/ 2 h 9"/>
                <a:gd name="T10" fmla="*/ 7 w 17"/>
                <a:gd name="T11" fmla="*/ 0 h 9"/>
                <a:gd name="T12" fmla="*/ 11 w 17"/>
                <a:gd name="T13" fmla="*/ 0 h 9"/>
                <a:gd name="T14" fmla="*/ 17 w 17"/>
                <a:gd name="T15" fmla="*/ 4 h 9"/>
                <a:gd name="T16" fmla="*/ 14 w 17"/>
                <a:gd name="T17" fmla="*/ 5 h 9"/>
                <a:gd name="T18" fmla="*/ 13 w 17"/>
                <a:gd name="T19" fmla="*/ 6 h 9"/>
                <a:gd name="T20" fmla="*/ 10 w 17"/>
                <a:gd name="T21" fmla="*/ 9 h 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7"/>
                <a:gd name="T34" fmla="*/ 0 h 9"/>
                <a:gd name="T35" fmla="*/ 17 w 17"/>
                <a:gd name="T36" fmla="*/ 9 h 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7" h="9">
                  <a:moveTo>
                    <a:pt x="10" y="9"/>
                  </a:moveTo>
                  <a:lnTo>
                    <a:pt x="8" y="7"/>
                  </a:lnTo>
                  <a:lnTo>
                    <a:pt x="1" y="4"/>
                  </a:lnTo>
                  <a:lnTo>
                    <a:pt x="0" y="2"/>
                  </a:lnTo>
                  <a:lnTo>
                    <a:pt x="4" y="2"/>
                  </a:lnTo>
                  <a:lnTo>
                    <a:pt x="7" y="0"/>
                  </a:lnTo>
                  <a:lnTo>
                    <a:pt x="11" y="0"/>
                  </a:lnTo>
                  <a:lnTo>
                    <a:pt x="17" y="4"/>
                  </a:lnTo>
                  <a:lnTo>
                    <a:pt x="14" y="5"/>
                  </a:lnTo>
                  <a:lnTo>
                    <a:pt x="13" y="6"/>
                  </a:lnTo>
                  <a:lnTo>
                    <a:pt x="10" y="9"/>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7" name="Freeform 86">
              <a:extLst>
                <a:ext uri="{FF2B5EF4-FFF2-40B4-BE49-F238E27FC236}">
                  <a16:creationId xmlns:a16="http://schemas.microsoft.com/office/drawing/2014/main" id="{44ACF359-0D86-1A61-C2D3-2F25345DF215}"/>
                </a:ext>
              </a:extLst>
            </p:cNvPr>
            <p:cNvSpPr>
              <a:spLocks/>
            </p:cNvSpPr>
            <p:nvPr/>
          </p:nvSpPr>
          <p:spPr bwMode="gray">
            <a:xfrm>
              <a:off x="5269511" y="5100861"/>
              <a:ext cx="61758" cy="27448"/>
            </a:xfrm>
            <a:custGeom>
              <a:avLst/>
              <a:gdLst>
                <a:gd name="T0" fmla="*/ 20 w 36"/>
                <a:gd name="T1" fmla="*/ 6 h 16"/>
                <a:gd name="T2" fmla="*/ 18 w 36"/>
                <a:gd name="T3" fmla="*/ 5 h 16"/>
                <a:gd name="T4" fmla="*/ 16 w 36"/>
                <a:gd name="T5" fmla="*/ 5 h 16"/>
                <a:gd name="T6" fmla="*/ 16 w 36"/>
                <a:gd name="T7" fmla="*/ 3 h 16"/>
                <a:gd name="T8" fmla="*/ 16 w 36"/>
                <a:gd name="T9" fmla="*/ 2 h 16"/>
                <a:gd name="T10" fmla="*/ 18 w 36"/>
                <a:gd name="T11" fmla="*/ 0 h 16"/>
                <a:gd name="T12" fmla="*/ 20 w 36"/>
                <a:gd name="T13" fmla="*/ 0 h 16"/>
                <a:gd name="T14" fmla="*/ 22 w 36"/>
                <a:gd name="T15" fmla="*/ 1 h 16"/>
                <a:gd name="T16" fmla="*/ 22 w 36"/>
                <a:gd name="T17" fmla="*/ 2 h 16"/>
                <a:gd name="T18" fmla="*/ 23 w 36"/>
                <a:gd name="T19" fmla="*/ 3 h 16"/>
                <a:gd name="T20" fmla="*/ 25 w 36"/>
                <a:gd name="T21" fmla="*/ 2 h 16"/>
                <a:gd name="T22" fmla="*/ 27 w 36"/>
                <a:gd name="T23" fmla="*/ 3 h 16"/>
                <a:gd name="T24" fmla="*/ 28 w 36"/>
                <a:gd name="T25" fmla="*/ 4 h 16"/>
                <a:gd name="T26" fmla="*/ 28 w 36"/>
                <a:gd name="T27" fmla="*/ 7 h 16"/>
                <a:gd name="T28" fmla="*/ 29 w 36"/>
                <a:gd name="T29" fmla="*/ 6 h 16"/>
                <a:gd name="T30" fmla="*/ 31 w 36"/>
                <a:gd name="T31" fmla="*/ 4 h 16"/>
                <a:gd name="T32" fmla="*/ 33 w 36"/>
                <a:gd name="T33" fmla="*/ 4 h 16"/>
                <a:gd name="T34" fmla="*/ 35 w 36"/>
                <a:gd name="T35" fmla="*/ 5 h 16"/>
                <a:gd name="T36" fmla="*/ 35 w 36"/>
                <a:gd name="T37" fmla="*/ 8 h 16"/>
                <a:gd name="T38" fmla="*/ 36 w 36"/>
                <a:gd name="T39" fmla="*/ 8 h 16"/>
                <a:gd name="T40" fmla="*/ 36 w 36"/>
                <a:gd name="T41" fmla="*/ 9 h 16"/>
                <a:gd name="T42" fmla="*/ 36 w 36"/>
                <a:gd name="T43" fmla="*/ 11 h 16"/>
                <a:gd name="T44" fmla="*/ 34 w 36"/>
                <a:gd name="T45" fmla="*/ 10 h 16"/>
                <a:gd name="T46" fmla="*/ 32 w 36"/>
                <a:gd name="T47" fmla="*/ 9 h 16"/>
                <a:gd name="T48" fmla="*/ 31 w 36"/>
                <a:gd name="T49" fmla="*/ 10 h 16"/>
                <a:gd name="T50" fmla="*/ 31 w 36"/>
                <a:gd name="T51" fmla="*/ 11 h 16"/>
                <a:gd name="T52" fmla="*/ 25 w 36"/>
                <a:gd name="T53" fmla="*/ 12 h 16"/>
                <a:gd name="T54" fmla="*/ 24 w 36"/>
                <a:gd name="T55" fmla="*/ 11 h 16"/>
                <a:gd name="T56" fmla="*/ 25 w 36"/>
                <a:gd name="T57" fmla="*/ 9 h 16"/>
                <a:gd name="T58" fmla="*/ 24 w 36"/>
                <a:gd name="T59" fmla="*/ 9 h 16"/>
                <a:gd name="T60" fmla="*/ 22 w 36"/>
                <a:gd name="T61" fmla="*/ 11 h 16"/>
                <a:gd name="T62" fmla="*/ 21 w 36"/>
                <a:gd name="T63" fmla="*/ 13 h 16"/>
                <a:gd name="T64" fmla="*/ 19 w 36"/>
                <a:gd name="T65" fmla="*/ 12 h 16"/>
                <a:gd name="T66" fmla="*/ 14 w 36"/>
                <a:gd name="T67" fmla="*/ 14 h 16"/>
                <a:gd name="T68" fmla="*/ 9 w 36"/>
                <a:gd name="T69" fmla="*/ 16 h 16"/>
                <a:gd name="T70" fmla="*/ 7 w 36"/>
                <a:gd name="T71" fmla="*/ 15 h 16"/>
                <a:gd name="T72" fmla="*/ 5 w 36"/>
                <a:gd name="T73" fmla="*/ 16 h 16"/>
                <a:gd name="T74" fmla="*/ 2 w 36"/>
                <a:gd name="T75" fmla="*/ 16 h 16"/>
                <a:gd name="T76" fmla="*/ 2 w 36"/>
                <a:gd name="T77" fmla="*/ 15 h 16"/>
                <a:gd name="T78" fmla="*/ 0 w 36"/>
                <a:gd name="T79" fmla="*/ 14 h 16"/>
                <a:gd name="T80" fmla="*/ 0 w 36"/>
                <a:gd name="T81" fmla="*/ 12 h 16"/>
                <a:gd name="T82" fmla="*/ 1 w 36"/>
                <a:gd name="T83" fmla="*/ 10 h 16"/>
                <a:gd name="T84" fmla="*/ 0 w 36"/>
                <a:gd name="T85" fmla="*/ 9 h 16"/>
                <a:gd name="T86" fmla="*/ 1 w 36"/>
                <a:gd name="T87" fmla="*/ 8 h 16"/>
                <a:gd name="T88" fmla="*/ 3 w 36"/>
                <a:gd name="T89" fmla="*/ 7 h 16"/>
                <a:gd name="T90" fmla="*/ 5 w 36"/>
                <a:gd name="T91" fmla="*/ 6 h 16"/>
                <a:gd name="T92" fmla="*/ 6 w 36"/>
                <a:gd name="T93" fmla="*/ 6 h 16"/>
                <a:gd name="T94" fmla="*/ 10 w 36"/>
                <a:gd name="T95" fmla="*/ 7 h 16"/>
                <a:gd name="T96" fmla="*/ 13 w 36"/>
                <a:gd name="T97" fmla="*/ 7 h 16"/>
                <a:gd name="T98" fmla="*/ 14 w 36"/>
                <a:gd name="T99" fmla="*/ 9 h 16"/>
                <a:gd name="T100" fmla="*/ 16 w 36"/>
                <a:gd name="T101" fmla="*/ 10 h 16"/>
                <a:gd name="T102" fmla="*/ 18 w 36"/>
                <a:gd name="T103" fmla="*/ 10 h 16"/>
                <a:gd name="T104" fmla="*/ 20 w 36"/>
                <a:gd name="T105" fmla="*/ 9 h 16"/>
                <a:gd name="T106" fmla="*/ 22 w 36"/>
                <a:gd name="T107" fmla="*/ 9 h 16"/>
                <a:gd name="T108" fmla="*/ 22 w 36"/>
                <a:gd name="T109" fmla="*/ 7 h 16"/>
                <a:gd name="T110" fmla="*/ 20 w 36"/>
                <a:gd name="T111" fmla="*/ 6 h 1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36"/>
                <a:gd name="T169" fmla="*/ 0 h 16"/>
                <a:gd name="T170" fmla="*/ 36 w 36"/>
                <a:gd name="T171" fmla="*/ 16 h 1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36" h="16">
                  <a:moveTo>
                    <a:pt x="20" y="6"/>
                  </a:moveTo>
                  <a:lnTo>
                    <a:pt x="18" y="5"/>
                  </a:lnTo>
                  <a:lnTo>
                    <a:pt x="16" y="5"/>
                  </a:lnTo>
                  <a:lnTo>
                    <a:pt x="16" y="3"/>
                  </a:lnTo>
                  <a:lnTo>
                    <a:pt x="16" y="2"/>
                  </a:lnTo>
                  <a:lnTo>
                    <a:pt x="18" y="0"/>
                  </a:lnTo>
                  <a:lnTo>
                    <a:pt x="20" y="0"/>
                  </a:lnTo>
                  <a:lnTo>
                    <a:pt x="22" y="1"/>
                  </a:lnTo>
                  <a:lnTo>
                    <a:pt x="22" y="2"/>
                  </a:lnTo>
                  <a:lnTo>
                    <a:pt x="23" y="3"/>
                  </a:lnTo>
                  <a:lnTo>
                    <a:pt x="25" y="2"/>
                  </a:lnTo>
                  <a:lnTo>
                    <a:pt x="27" y="3"/>
                  </a:lnTo>
                  <a:lnTo>
                    <a:pt x="28" y="4"/>
                  </a:lnTo>
                  <a:lnTo>
                    <a:pt x="28" y="7"/>
                  </a:lnTo>
                  <a:lnTo>
                    <a:pt x="29" y="6"/>
                  </a:lnTo>
                  <a:lnTo>
                    <a:pt x="31" y="4"/>
                  </a:lnTo>
                  <a:lnTo>
                    <a:pt x="33" y="4"/>
                  </a:lnTo>
                  <a:lnTo>
                    <a:pt x="35" y="5"/>
                  </a:lnTo>
                  <a:lnTo>
                    <a:pt x="35" y="8"/>
                  </a:lnTo>
                  <a:lnTo>
                    <a:pt x="36" y="8"/>
                  </a:lnTo>
                  <a:lnTo>
                    <a:pt x="36" y="9"/>
                  </a:lnTo>
                  <a:lnTo>
                    <a:pt x="36" y="11"/>
                  </a:lnTo>
                  <a:lnTo>
                    <a:pt x="34" y="10"/>
                  </a:lnTo>
                  <a:lnTo>
                    <a:pt x="32" y="9"/>
                  </a:lnTo>
                  <a:lnTo>
                    <a:pt x="31" y="10"/>
                  </a:lnTo>
                  <a:lnTo>
                    <a:pt x="31" y="11"/>
                  </a:lnTo>
                  <a:lnTo>
                    <a:pt x="25" y="12"/>
                  </a:lnTo>
                  <a:lnTo>
                    <a:pt x="24" y="11"/>
                  </a:lnTo>
                  <a:lnTo>
                    <a:pt x="25" y="9"/>
                  </a:lnTo>
                  <a:lnTo>
                    <a:pt x="24" y="9"/>
                  </a:lnTo>
                  <a:lnTo>
                    <a:pt x="22" y="11"/>
                  </a:lnTo>
                  <a:lnTo>
                    <a:pt x="21" y="13"/>
                  </a:lnTo>
                  <a:lnTo>
                    <a:pt x="19" y="12"/>
                  </a:lnTo>
                  <a:lnTo>
                    <a:pt x="14" y="14"/>
                  </a:lnTo>
                  <a:lnTo>
                    <a:pt x="9" y="16"/>
                  </a:lnTo>
                  <a:lnTo>
                    <a:pt x="7" y="15"/>
                  </a:lnTo>
                  <a:lnTo>
                    <a:pt x="5" y="16"/>
                  </a:lnTo>
                  <a:lnTo>
                    <a:pt x="2" y="16"/>
                  </a:lnTo>
                  <a:lnTo>
                    <a:pt x="2" y="15"/>
                  </a:lnTo>
                  <a:lnTo>
                    <a:pt x="0" y="14"/>
                  </a:lnTo>
                  <a:lnTo>
                    <a:pt x="0" y="12"/>
                  </a:lnTo>
                  <a:lnTo>
                    <a:pt x="1" y="10"/>
                  </a:lnTo>
                  <a:lnTo>
                    <a:pt x="0" y="9"/>
                  </a:lnTo>
                  <a:lnTo>
                    <a:pt x="1" y="8"/>
                  </a:lnTo>
                  <a:lnTo>
                    <a:pt x="3" y="7"/>
                  </a:lnTo>
                  <a:lnTo>
                    <a:pt x="5" y="6"/>
                  </a:lnTo>
                  <a:lnTo>
                    <a:pt x="6" y="6"/>
                  </a:lnTo>
                  <a:lnTo>
                    <a:pt x="10" y="7"/>
                  </a:lnTo>
                  <a:lnTo>
                    <a:pt x="13" y="7"/>
                  </a:lnTo>
                  <a:lnTo>
                    <a:pt x="14" y="9"/>
                  </a:lnTo>
                  <a:lnTo>
                    <a:pt x="16" y="10"/>
                  </a:lnTo>
                  <a:lnTo>
                    <a:pt x="18" y="10"/>
                  </a:lnTo>
                  <a:lnTo>
                    <a:pt x="20" y="9"/>
                  </a:lnTo>
                  <a:lnTo>
                    <a:pt x="22" y="9"/>
                  </a:lnTo>
                  <a:lnTo>
                    <a:pt x="22" y="7"/>
                  </a:lnTo>
                  <a:lnTo>
                    <a:pt x="20" y="6"/>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8" name="Freeform 87">
              <a:extLst>
                <a:ext uri="{FF2B5EF4-FFF2-40B4-BE49-F238E27FC236}">
                  <a16:creationId xmlns:a16="http://schemas.microsoft.com/office/drawing/2014/main" id="{551EC159-B0B2-6B8D-C6A4-EEFB8AF7C1F6}"/>
                </a:ext>
              </a:extLst>
            </p:cNvPr>
            <p:cNvSpPr>
              <a:spLocks/>
            </p:cNvSpPr>
            <p:nvPr/>
          </p:nvSpPr>
          <p:spPr bwMode="gray">
            <a:xfrm>
              <a:off x="5355286" y="5099145"/>
              <a:ext cx="82344" cy="25733"/>
            </a:xfrm>
            <a:custGeom>
              <a:avLst/>
              <a:gdLst>
                <a:gd name="T0" fmla="*/ 48 w 48"/>
                <a:gd name="T1" fmla="*/ 5 h 15"/>
                <a:gd name="T2" fmla="*/ 44 w 48"/>
                <a:gd name="T3" fmla="*/ 6 h 15"/>
                <a:gd name="T4" fmla="*/ 45 w 48"/>
                <a:gd name="T5" fmla="*/ 8 h 15"/>
                <a:gd name="T6" fmla="*/ 38 w 48"/>
                <a:gd name="T7" fmla="*/ 10 h 15"/>
                <a:gd name="T8" fmla="*/ 34 w 48"/>
                <a:gd name="T9" fmla="*/ 12 h 15"/>
                <a:gd name="T10" fmla="*/ 32 w 48"/>
                <a:gd name="T11" fmla="*/ 12 h 15"/>
                <a:gd name="T12" fmla="*/ 29 w 48"/>
                <a:gd name="T13" fmla="*/ 14 h 15"/>
                <a:gd name="T14" fmla="*/ 25 w 48"/>
                <a:gd name="T15" fmla="*/ 14 h 15"/>
                <a:gd name="T16" fmla="*/ 22 w 48"/>
                <a:gd name="T17" fmla="*/ 13 h 15"/>
                <a:gd name="T18" fmla="*/ 19 w 48"/>
                <a:gd name="T19" fmla="*/ 15 h 15"/>
                <a:gd name="T20" fmla="*/ 18 w 48"/>
                <a:gd name="T21" fmla="*/ 15 h 15"/>
                <a:gd name="T22" fmla="*/ 15 w 48"/>
                <a:gd name="T23" fmla="*/ 15 h 15"/>
                <a:gd name="T24" fmla="*/ 11 w 48"/>
                <a:gd name="T25" fmla="*/ 13 h 15"/>
                <a:gd name="T26" fmla="*/ 3 w 48"/>
                <a:gd name="T27" fmla="*/ 13 h 15"/>
                <a:gd name="T28" fmla="*/ 1 w 48"/>
                <a:gd name="T29" fmla="*/ 13 h 15"/>
                <a:gd name="T30" fmla="*/ 0 w 48"/>
                <a:gd name="T31" fmla="*/ 9 h 15"/>
                <a:gd name="T32" fmla="*/ 0 w 48"/>
                <a:gd name="T33" fmla="*/ 8 h 15"/>
                <a:gd name="T34" fmla="*/ 3 w 48"/>
                <a:gd name="T35" fmla="*/ 6 h 15"/>
                <a:gd name="T36" fmla="*/ 7 w 48"/>
                <a:gd name="T37" fmla="*/ 5 h 15"/>
                <a:gd name="T38" fmla="*/ 11 w 48"/>
                <a:gd name="T39" fmla="*/ 5 h 15"/>
                <a:gd name="T40" fmla="*/ 19 w 48"/>
                <a:gd name="T41" fmla="*/ 8 h 15"/>
                <a:gd name="T42" fmla="*/ 22 w 48"/>
                <a:gd name="T43" fmla="*/ 10 h 15"/>
                <a:gd name="T44" fmla="*/ 24 w 48"/>
                <a:gd name="T45" fmla="*/ 10 h 15"/>
                <a:gd name="T46" fmla="*/ 27 w 48"/>
                <a:gd name="T47" fmla="*/ 8 h 15"/>
                <a:gd name="T48" fmla="*/ 30 w 48"/>
                <a:gd name="T49" fmla="*/ 8 h 15"/>
                <a:gd name="T50" fmla="*/ 33 w 48"/>
                <a:gd name="T51" fmla="*/ 7 h 15"/>
                <a:gd name="T52" fmla="*/ 36 w 48"/>
                <a:gd name="T53" fmla="*/ 9 h 15"/>
                <a:gd name="T54" fmla="*/ 39 w 48"/>
                <a:gd name="T55" fmla="*/ 8 h 15"/>
                <a:gd name="T56" fmla="*/ 39 w 48"/>
                <a:gd name="T57" fmla="*/ 6 h 15"/>
                <a:gd name="T58" fmla="*/ 42 w 48"/>
                <a:gd name="T59" fmla="*/ 5 h 15"/>
                <a:gd name="T60" fmla="*/ 45 w 48"/>
                <a:gd name="T61" fmla="*/ 3 h 15"/>
                <a:gd name="T62" fmla="*/ 45 w 48"/>
                <a:gd name="T63" fmla="*/ 2 h 15"/>
                <a:gd name="T64" fmla="*/ 45 w 48"/>
                <a:gd name="T65" fmla="*/ 1 h 15"/>
                <a:gd name="T66" fmla="*/ 43 w 48"/>
                <a:gd name="T67" fmla="*/ 1 h 15"/>
                <a:gd name="T68" fmla="*/ 44 w 48"/>
                <a:gd name="T69" fmla="*/ 0 h 15"/>
                <a:gd name="T70" fmla="*/ 45 w 48"/>
                <a:gd name="T71" fmla="*/ 0 h 15"/>
                <a:gd name="T72" fmla="*/ 47 w 48"/>
                <a:gd name="T73" fmla="*/ 1 h 15"/>
                <a:gd name="T74" fmla="*/ 48 w 48"/>
                <a:gd name="T75" fmla="*/ 2 h 15"/>
                <a:gd name="T76" fmla="*/ 48 w 48"/>
                <a:gd name="T77" fmla="*/ 5 h 1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48"/>
                <a:gd name="T118" fmla="*/ 0 h 15"/>
                <a:gd name="T119" fmla="*/ 48 w 48"/>
                <a:gd name="T120" fmla="*/ 15 h 15"/>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48" h="15">
                  <a:moveTo>
                    <a:pt x="48" y="5"/>
                  </a:moveTo>
                  <a:lnTo>
                    <a:pt x="44" y="6"/>
                  </a:lnTo>
                  <a:lnTo>
                    <a:pt x="45" y="8"/>
                  </a:lnTo>
                  <a:lnTo>
                    <a:pt x="38" y="10"/>
                  </a:lnTo>
                  <a:lnTo>
                    <a:pt x="34" y="12"/>
                  </a:lnTo>
                  <a:lnTo>
                    <a:pt x="32" y="12"/>
                  </a:lnTo>
                  <a:lnTo>
                    <a:pt x="29" y="14"/>
                  </a:lnTo>
                  <a:lnTo>
                    <a:pt x="25" y="14"/>
                  </a:lnTo>
                  <a:lnTo>
                    <a:pt x="22" y="13"/>
                  </a:lnTo>
                  <a:lnTo>
                    <a:pt x="19" y="15"/>
                  </a:lnTo>
                  <a:lnTo>
                    <a:pt x="18" y="15"/>
                  </a:lnTo>
                  <a:lnTo>
                    <a:pt x="15" y="15"/>
                  </a:lnTo>
                  <a:lnTo>
                    <a:pt x="11" y="13"/>
                  </a:lnTo>
                  <a:lnTo>
                    <a:pt x="3" y="13"/>
                  </a:lnTo>
                  <a:lnTo>
                    <a:pt x="1" y="13"/>
                  </a:lnTo>
                  <a:lnTo>
                    <a:pt x="0" y="9"/>
                  </a:lnTo>
                  <a:lnTo>
                    <a:pt x="0" y="8"/>
                  </a:lnTo>
                  <a:lnTo>
                    <a:pt x="3" y="6"/>
                  </a:lnTo>
                  <a:lnTo>
                    <a:pt x="7" y="5"/>
                  </a:lnTo>
                  <a:lnTo>
                    <a:pt x="11" y="5"/>
                  </a:lnTo>
                  <a:lnTo>
                    <a:pt x="19" y="8"/>
                  </a:lnTo>
                  <a:lnTo>
                    <a:pt x="22" y="10"/>
                  </a:lnTo>
                  <a:lnTo>
                    <a:pt x="24" y="10"/>
                  </a:lnTo>
                  <a:lnTo>
                    <a:pt x="27" y="8"/>
                  </a:lnTo>
                  <a:lnTo>
                    <a:pt x="30" y="8"/>
                  </a:lnTo>
                  <a:lnTo>
                    <a:pt x="33" y="7"/>
                  </a:lnTo>
                  <a:lnTo>
                    <a:pt x="36" y="9"/>
                  </a:lnTo>
                  <a:lnTo>
                    <a:pt x="39" y="8"/>
                  </a:lnTo>
                  <a:lnTo>
                    <a:pt x="39" y="6"/>
                  </a:lnTo>
                  <a:lnTo>
                    <a:pt x="42" y="5"/>
                  </a:lnTo>
                  <a:lnTo>
                    <a:pt x="45" y="3"/>
                  </a:lnTo>
                  <a:lnTo>
                    <a:pt x="45" y="2"/>
                  </a:lnTo>
                  <a:lnTo>
                    <a:pt x="45" y="1"/>
                  </a:lnTo>
                  <a:lnTo>
                    <a:pt x="43" y="1"/>
                  </a:lnTo>
                  <a:lnTo>
                    <a:pt x="44" y="0"/>
                  </a:lnTo>
                  <a:lnTo>
                    <a:pt x="45" y="0"/>
                  </a:lnTo>
                  <a:lnTo>
                    <a:pt x="47" y="1"/>
                  </a:lnTo>
                  <a:lnTo>
                    <a:pt x="48" y="2"/>
                  </a:lnTo>
                  <a:lnTo>
                    <a:pt x="48" y="5"/>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69" name="Freeform 88">
              <a:extLst>
                <a:ext uri="{FF2B5EF4-FFF2-40B4-BE49-F238E27FC236}">
                  <a16:creationId xmlns:a16="http://schemas.microsoft.com/office/drawing/2014/main" id="{C910991B-0DD7-E330-7E87-811A8A4154BD}"/>
                </a:ext>
              </a:extLst>
            </p:cNvPr>
            <p:cNvSpPr>
              <a:spLocks/>
            </p:cNvSpPr>
            <p:nvPr/>
          </p:nvSpPr>
          <p:spPr bwMode="gray">
            <a:xfrm>
              <a:off x="5832196" y="5083706"/>
              <a:ext cx="32595" cy="27448"/>
            </a:xfrm>
            <a:custGeom>
              <a:avLst/>
              <a:gdLst>
                <a:gd name="T0" fmla="*/ 8 w 19"/>
                <a:gd name="T1" fmla="*/ 16 h 16"/>
                <a:gd name="T2" fmla="*/ 0 w 19"/>
                <a:gd name="T3" fmla="*/ 15 h 16"/>
                <a:gd name="T4" fmla="*/ 4 w 19"/>
                <a:gd name="T5" fmla="*/ 7 h 16"/>
                <a:gd name="T6" fmla="*/ 8 w 19"/>
                <a:gd name="T7" fmla="*/ 3 h 16"/>
                <a:gd name="T8" fmla="*/ 11 w 19"/>
                <a:gd name="T9" fmla="*/ 1 h 16"/>
                <a:gd name="T10" fmla="*/ 14 w 19"/>
                <a:gd name="T11" fmla="*/ 0 h 16"/>
                <a:gd name="T12" fmla="*/ 18 w 19"/>
                <a:gd name="T13" fmla="*/ 3 h 16"/>
                <a:gd name="T14" fmla="*/ 19 w 19"/>
                <a:gd name="T15" fmla="*/ 4 h 16"/>
                <a:gd name="T16" fmla="*/ 18 w 19"/>
                <a:gd name="T17" fmla="*/ 5 h 16"/>
                <a:gd name="T18" fmla="*/ 16 w 19"/>
                <a:gd name="T19" fmla="*/ 10 h 16"/>
                <a:gd name="T20" fmla="*/ 14 w 19"/>
                <a:gd name="T21" fmla="*/ 11 h 16"/>
                <a:gd name="T22" fmla="*/ 10 w 19"/>
                <a:gd name="T23" fmla="*/ 16 h 16"/>
                <a:gd name="T24" fmla="*/ 8 w 19"/>
                <a:gd name="T25" fmla="*/ 16 h 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9"/>
                <a:gd name="T40" fmla="*/ 0 h 16"/>
                <a:gd name="T41" fmla="*/ 19 w 19"/>
                <a:gd name="T42" fmla="*/ 16 h 1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9" h="16">
                  <a:moveTo>
                    <a:pt x="8" y="16"/>
                  </a:moveTo>
                  <a:lnTo>
                    <a:pt x="0" y="15"/>
                  </a:lnTo>
                  <a:lnTo>
                    <a:pt x="4" y="7"/>
                  </a:lnTo>
                  <a:lnTo>
                    <a:pt x="8" y="3"/>
                  </a:lnTo>
                  <a:lnTo>
                    <a:pt x="11" y="1"/>
                  </a:lnTo>
                  <a:lnTo>
                    <a:pt x="14" y="0"/>
                  </a:lnTo>
                  <a:lnTo>
                    <a:pt x="18" y="3"/>
                  </a:lnTo>
                  <a:lnTo>
                    <a:pt x="19" y="4"/>
                  </a:lnTo>
                  <a:lnTo>
                    <a:pt x="18" y="5"/>
                  </a:lnTo>
                  <a:lnTo>
                    <a:pt x="16" y="10"/>
                  </a:lnTo>
                  <a:lnTo>
                    <a:pt x="14" y="11"/>
                  </a:lnTo>
                  <a:lnTo>
                    <a:pt x="10" y="16"/>
                  </a:lnTo>
                  <a:lnTo>
                    <a:pt x="8" y="16"/>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70" name="Freeform 89">
              <a:extLst>
                <a:ext uri="{FF2B5EF4-FFF2-40B4-BE49-F238E27FC236}">
                  <a16:creationId xmlns:a16="http://schemas.microsoft.com/office/drawing/2014/main" id="{357477A3-D133-3458-40C0-1B1F046BE36D}"/>
                </a:ext>
              </a:extLst>
            </p:cNvPr>
            <p:cNvSpPr>
              <a:spLocks/>
            </p:cNvSpPr>
            <p:nvPr/>
          </p:nvSpPr>
          <p:spPr bwMode="gray">
            <a:xfrm>
              <a:off x="5519974" y="4968766"/>
              <a:ext cx="30879" cy="17155"/>
            </a:xfrm>
            <a:custGeom>
              <a:avLst/>
              <a:gdLst>
                <a:gd name="T0" fmla="*/ 10 w 18"/>
                <a:gd name="T1" fmla="*/ 10 h 10"/>
                <a:gd name="T2" fmla="*/ 7 w 18"/>
                <a:gd name="T3" fmla="*/ 10 h 10"/>
                <a:gd name="T4" fmla="*/ 2 w 18"/>
                <a:gd name="T5" fmla="*/ 6 h 10"/>
                <a:gd name="T6" fmla="*/ 0 w 18"/>
                <a:gd name="T7" fmla="*/ 3 h 10"/>
                <a:gd name="T8" fmla="*/ 1 w 18"/>
                <a:gd name="T9" fmla="*/ 1 h 10"/>
                <a:gd name="T10" fmla="*/ 6 w 18"/>
                <a:gd name="T11" fmla="*/ 0 h 10"/>
                <a:gd name="T12" fmla="*/ 11 w 18"/>
                <a:gd name="T13" fmla="*/ 0 h 10"/>
                <a:gd name="T14" fmla="*/ 13 w 18"/>
                <a:gd name="T15" fmla="*/ 1 h 10"/>
                <a:gd name="T16" fmla="*/ 14 w 18"/>
                <a:gd name="T17" fmla="*/ 3 h 10"/>
                <a:gd name="T18" fmla="*/ 17 w 18"/>
                <a:gd name="T19" fmla="*/ 4 h 10"/>
                <a:gd name="T20" fmla="*/ 18 w 18"/>
                <a:gd name="T21" fmla="*/ 6 h 10"/>
                <a:gd name="T22" fmla="*/ 17 w 18"/>
                <a:gd name="T23" fmla="*/ 8 h 10"/>
                <a:gd name="T24" fmla="*/ 16 w 18"/>
                <a:gd name="T25" fmla="*/ 8 h 10"/>
                <a:gd name="T26" fmla="*/ 10 w 18"/>
                <a:gd name="T27" fmla="*/ 10 h 1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
                <a:gd name="T43" fmla="*/ 0 h 10"/>
                <a:gd name="T44" fmla="*/ 18 w 18"/>
                <a:gd name="T45" fmla="*/ 10 h 1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 h="10">
                  <a:moveTo>
                    <a:pt x="10" y="10"/>
                  </a:moveTo>
                  <a:lnTo>
                    <a:pt x="7" y="10"/>
                  </a:lnTo>
                  <a:lnTo>
                    <a:pt x="2" y="6"/>
                  </a:lnTo>
                  <a:lnTo>
                    <a:pt x="0" y="3"/>
                  </a:lnTo>
                  <a:lnTo>
                    <a:pt x="1" y="1"/>
                  </a:lnTo>
                  <a:lnTo>
                    <a:pt x="6" y="0"/>
                  </a:lnTo>
                  <a:lnTo>
                    <a:pt x="11" y="0"/>
                  </a:lnTo>
                  <a:lnTo>
                    <a:pt x="13" y="1"/>
                  </a:lnTo>
                  <a:lnTo>
                    <a:pt x="14" y="3"/>
                  </a:lnTo>
                  <a:lnTo>
                    <a:pt x="17" y="4"/>
                  </a:lnTo>
                  <a:lnTo>
                    <a:pt x="18" y="6"/>
                  </a:lnTo>
                  <a:lnTo>
                    <a:pt x="17" y="8"/>
                  </a:lnTo>
                  <a:lnTo>
                    <a:pt x="16" y="8"/>
                  </a:lnTo>
                  <a:lnTo>
                    <a:pt x="10" y="1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71" name="Freeform 90">
              <a:extLst>
                <a:ext uri="{FF2B5EF4-FFF2-40B4-BE49-F238E27FC236}">
                  <a16:creationId xmlns:a16="http://schemas.microsoft.com/office/drawing/2014/main" id="{D44CAFE3-2DBC-AB17-670C-276620F3B0BB}"/>
                </a:ext>
              </a:extLst>
            </p:cNvPr>
            <p:cNvSpPr>
              <a:spLocks/>
            </p:cNvSpPr>
            <p:nvPr/>
          </p:nvSpPr>
          <p:spPr bwMode="gray">
            <a:xfrm>
              <a:off x="5574870" y="4961904"/>
              <a:ext cx="73767" cy="24017"/>
            </a:xfrm>
            <a:custGeom>
              <a:avLst/>
              <a:gdLst>
                <a:gd name="T0" fmla="*/ 42 w 43"/>
                <a:gd name="T1" fmla="*/ 14 h 14"/>
                <a:gd name="T2" fmla="*/ 40 w 43"/>
                <a:gd name="T3" fmla="*/ 14 h 14"/>
                <a:gd name="T4" fmla="*/ 35 w 43"/>
                <a:gd name="T5" fmla="*/ 11 h 14"/>
                <a:gd name="T6" fmla="*/ 29 w 43"/>
                <a:gd name="T7" fmla="*/ 6 h 14"/>
                <a:gd name="T8" fmla="*/ 27 w 43"/>
                <a:gd name="T9" fmla="*/ 5 h 14"/>
                <a:gd name="T10" fmla="*/ 24 w 43"/>
                <a:gd name="T11" fmla="*/ 5 h 14"/>
                <a:gd name="T12" fmla="*/ 24 w 43"/>
                <a:gd name="T13" fmla="*/ 6 h 14"/>
                <a:gd name="T14" fmla="*/ 24 w 43"/>
                <a:gd name="T15" fmla="*/ 9 h 14"/>
                <a:gd name="T16" fmla="*/ 22 w 43"/>
                <a:gd name="T17" fmla="*/ 9 h 14"/>
                <a:gd name="T18" fmla="*/ 15 w 43"/>
                <a:gd name="T19" fmla="*/ 7 h 14"/>
                <a:gd name="T20" fmla="*/ 13 w 43"/>
                <a:gd name="T21" fmla="*/ 4 h 14"/>
                <a:gd name="T22" fmla="*/ 9 w 43"/>
                <a:gd name="T23" fmla="*/ 5 h 14"/>
                <a:gd name="T24" fmla="*/ 7 w 43"/>
                <a:gd name="T25" fmla="*/ 7 h 14"/>
                <a:gd name="T26" fmla="*/ 5 w 43"/>
                <a:gd name="T27" fmla="*/ 9 h 14"/>
                <a:gd name="T28" fmla="*/ 4 w 43"/>
                <a:gd name="T29" fmla="*/ 7 h 14"/>
                <a:gd name="T30" fmla="*/ 1 w 43"/>
                <a:gd name="T31" fmla="*/ 4 h 14"/>
                <a:gd name="T32" fmla="*/ 0 w 43"/>
                <a:gd name="T33" fmla="*/ 1 h 14"/>
                <a:gd name="T34" fmla="*/ 1 w 43"/>
                <a:gd name="T35" fmla="*/ 0 h 14"/>
                <a:gd name="T36" fmla="*/ 3 w 43"/>
                <a:gd name="T37" fmla="*/ 0 h 14"/>
                <a:gd name="T38" fmla="*/ 5 w 43"/>
                <a:gd name="T39" fmla="*/ 0 h 14"/>
                <a:gd name="T40" fmla="*/ 13 w 43"/>
                <a:gd name="T41" fmla="*/ 0 h 14"/>
                <a:gd name="T42" fmla="*/ 17 w 43"/>
                <a:gd name="T43" fmla="*/ 2 h 14"/>
                <a:gd name="T44" fmla="*/ 19 w 43"/>
                <a:gd name="T45" fmla="*/ 2 h 14"/>
                <a:gd name="T46" fmla="*/ 23 w 43"/>
                <a:gd name="T47" fmla="*/ 0 h 14"/>
                <a:gd name="T48" fmla="*/ 26 w 43"/>
                <a:gd name="T49" fmla="*/ 0 h 14"/>
                <a:gd name="T50" fmla="*/ 30 w 43"/>
                <a:gd name="T51" fmla="*/ 0 h 14"/>
                <a:gd name="T52" fmla="*/ 36 w 43"/>
                <a:gd name="T53" fmla="*/ 2 h 14"/>
                <a:gd name="T54" fmla="*/ 40 w 43"/>
                <a:gd name="T55" fmla="*/ 5 h 14"/>
                <a:gd name="T56" fmla="*/ 42 w 43"/>
                <a:gd name="T57" fmla="*/ 8 h 14"/>
                <a:gd name="T58" fmla="*/ 43 w 43"/>
                <a:gd name="T59" fmla="*/ 12 h 14"/>
                <a:gd name="T60" fmla="*/ 42 w 43"/>
                <a:gd name="T61" fmla="*/ 14 h 1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43"/>
                <a:gd name="T94" fmla="*/ 0 h 14"/>
                <a:gd name="T95" fmla="*/ 43 w 43"/>
                <a:gd name="T96" fmla="*/ 14 h 14"/>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43" h="14">
                  <a:moveTo>
                    <a:pt x="42" y="14"/>
                  </a:moveTo>
                  <a:lnTo>
                    <a:pt x="40" y="14"/>
                  </a:lnTo>
                  <a:lnTo>
                    <a:pt x="35" y="11"/>
                  </a:lnTo>
                  <a:lnTo>
                    <a:pt x="29" y="6"/>
                  </a:lnTo>
                  <a:lnTo>
                    <a:pt x="27" y="5"/>
                  </a:lnTo>
                  <a:lnTo>
                    <a:pt x="24" y="5"/>
                  </a:lnTo>
                  <a:lnTo>
                    <a:pt x="24" y="6"/>
                  </a:lnTo>
                  <a:lnTo>
                    <a:pt x="24" y="9"/>
                  </a:lnTo>
                  <a:lnTo>
                    <a:pt x="22" y="9"/>
                  </a:lnTo>
                  <a:lnTo>
                    <a:pt x="15" y="7"/>
                  </a:lnTo>
                  <a:lnTo>
                    <a:pt x="13" y="4"/>
                  </a:lnTo>
                  <a:lnTo>
                    <a:pt x="9" y="5"/>
                  </a:lnTo>
                  <a:lnTo>
                    <a:pt x="7" y="7"/>
                  </a:lnTo>
                  <a:lnTo>
                    <a:pt x="5" y="9"/>
                  </a:lnTo>
                  <a:lnTo>
                    <a:pt x="4" y="7"/>
                  </a:lnTo>
                  <a:lnTo>
                    <a:pt x="1" y="4"/>
                  </a:lnTo>
                  <a:lnTo>
                    <a:pt x="0" y="1"/>
                  </a:lnTo>
                  <a:lnTo>
                    <a:pt x="1" y="0"/>
                  </a:lnTo>
                  <a:lnTo>
                    <a:pt x="3" y="0"/>
                  </a:lnTo>
                  <a:lnTo>
                    <a:pt x="5" y="0"/>
                  </a:lnTo>
                  <a:lnTo>
                    <a:pt x="13" y="0"/>
                  </a:lnTo>
                  <a:lnTo>
                    <a:pt x="17" y="2"/>
                  </a:lnTo>
                  <a:lnTo>
                    <a:pt x="19" y="2"/>
                  </a:lnTo>
                  <a:lnTo>
                    <a:pt x="23" y="0"/>
                  </a:lnTo>
                  <a:lnTo>
                    <a:pt x="26" y="0"/>
                  </a:lnTo>
                  <a:lnTo>
                    <a:pt x="30" y="0"/>
                  </a:lnTo>
                  <a:lnTo>
                    <a:pt x="36" y="2"/>
                  </a:lnTo>
                  <a:lnTo>
                    <a:pt x="40" y="5"/>
                  </a:lnTo>
                  <a:lnTo>
                    <a:pt x="42" y="8"/>
                  </a:lnTo>
                  <a:lnTo>
                    <a:pt x="43" y="12"/>
                  </a:lnTo>
                  <a:lnTo>
                    <a:pt x="42" y="14"/>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72" name="Freeform 91">
              <a:extLst>
                <a:ext uri="{FF2B5EF4-FFF2-40B4-BE49-F238E27FC236}">
                  <a16:creationId xmlns:a16="http://schemas.microsoft.com/office/drawing/2014/main" id="{87386CE6-CCB2-5F32-37F7-407D5226256E}"/>
                </a:ext>
              </a:extLst>
            </p:cNvPr>
            <p:cNvSpPr>
              <a:spLocks noEditPoints="1"/>
            </p:cNvSpPr>
            <p:nvPr/>
          </p:nvSpPr>
          <p:spPr bwMode="gray">
            <a:xfrm>
              <a:off x="5914540" y="4956758"/>
              <a:ext cx="308791" cy="214439"/>
            </a:xfrm>
            <a:custGeom>
              <a:avLst/>
              <a:gdLst>
                <a:gd name="T0" fmla="*/ 135 w 180"/>
                <a:gd name="T1" fmla="*/ 53 h 125"/>
                <a:gd name="T2" fmla="*/ 126 w 180"/>
                <a:gd name="T3" fmla="*/ 51 h 125"/>
                <a:gd name="T4" fmla="*/ 118 w 180"/>
                <a:gd name="T5" fmla="*/ 47 h 125"/>
                <a:gd name="T6" fmla="*/ 126 w 180"/>
                <a:gd name="T7" fmla="*/ 45 h 125"/>
                <a:gd name="T8" fmla="*/ 139 w 180"/>
                <a:gd name="T9" fmla="*/ 46 h 125"/>
                <a:gd name="T10" fmla="*/ 143 w 180"/>
                <a:gd name="T11" fmla="*/ 41 h 125"/>
                <a:gd name="T12" fmla="*/ 149 w 180"/>
                <a:gd name="T13" fmla="*/ 46 h 125"/>
                <a:gd name="T14" fmla="*/ 161 w 180"/>
                <a:gd name="T15" fmla="*/ 37 h 125"/>
                <a:gd name="T16" fmla="*/ 169 w 180"/>
                <a:gd name="T17" fmla="*/ 35 h 125"/>
                <a:gd name="T18" fmla="*/ 168 w 180"/>
                <a:gd name="T19" fmla="*/ 25 h 125"/>
                <a:gd name="T20" fmla="*/ 177 w 180"/>
                <a:gd name="T21" fmla="*/ 24 h 125"/>
                <a:gd name="T22" fmla="*/ 178 w 180"/>
                <a:gd name="T23" fmla="*/ 34 h 125"/>
                <a:gd name="T24" fmla="*/ 173 w 180"/>
                <a:gd name="T25" fmla="*/ 38 h 125"/>
                <a:gd name="T26" fmla="*/ 174 w 180"/>
                <a:gd name="T27" fmla="*/ 45 h 125"/>
                <a:gd name="T28" fmla="*/ 164 w 180"/>
                <a:gd name="T29" fmla="*/ 45 h 125"/>
                <a:gd name="T30" fmla="*/ 159 w 180"/>
                <a:gd name="T31" fmla="*/ 51 h 125"/>
                <a:gd name="T32" fmla="*/ 143 w 180"/>
                <a:gd name="T33" fmla="*/ 56 h 125"/>
                <a:gd name="T34" fmla="*/ 3 w 180"/>
                <a:gd name="T35" fmla="*/ 77 h 125"/>
                <a:gd name="T36" fmla="*/ 3 w 180"/>
                <a:gd name="T37" fmla="*/ 56 h 125"/>
                <a:gd name="T38" fmla="*/ 26 w 180"/>
                <a:gd name="T39" fmla="*/ 8 h 125"/>
                <a:gd name="T40" fmla="*/ 48 w 180"/>
                <a:gd name="T41" fmla="*/ 16 h 125"/>
                <a:gd name="T42" fmla="*/ 59 w 180"/>
                <a:gd name="T43" fmla="*/ 18 h 125"/>
                <a:gd name="T44" fmla="*/ 68 w 180"/>
                <a:gd name="T45" fmla="*/ 27 h 125"/>
                <a:gd name="T46" fmla="*/ 75 w 180"/>
                <a:gd name="T47" fmla="*/ 41 h 125"/>
                <a:gd name="T48" fmla="*/ 83 w 180"/>
                <a:gd name="T49" fmla="*/ 45 h 125"/>
                <a:gd name="T50" fmla="*/ 103 w 180"/>
                <a:gd name="T51" fmla="*/ 52 h 125"/>
                <a:gd name="T52" fmla="*/ 109 w 180"/>
                <a:gd name="T53" fmla="*/ 62 h 125"/>
                <a:gd name="T54" fmla="*/ 96 w 180"/>
                <a:gd name="T55" fmla="*/ 64 h 125"/>
                <a:gd name="T56" fmla="*/ 100 w 180"/>
                <a:gd name="T57" fmla="*/ 75 h 125"/>
                <a:gd name="T58" fmla="*/ 115 w 180"/>
                <a:gd name="T59" fmla="*/ 92 h 125"/>
                <a:gd name="T60" fmla="*/ 124 w 180"/>
                <a:gd name="T61" fmla="*/ 100 h 125"/>
                <a:gd name="T62" fmla="*/ 132 w 180"/>
                <a:gd name="T63" fmla="*/ 101 h 125"/>
                <a:gd name="T64" fmla="*/ 134 w 180"/>
                <a:gd name="T65" fmla="*/ 107 h 125"/>
                <a:gd name="T66" fmla="*/ 142 w 180"/>
                <a:gd name="T67" fmla="*/ 109 h 125"/>
                <a:gd name="T68" fmla="*/ 140 w 180"/>
                <a:gd name="T69" fmla="*/ 114 h 125"/>
                <a:gd name="T70" fmla="*/ 152 w 180"/>
                <a:gd name="T71" fmla="*/ 123 h 125"/>
                <a:gd name="T72" fmla="*/ 143 w 180"/>
                <a:gd name="T73" fmla="*/ 124 h 125"/>
                <a:gd name="T74" fmla="*/ 134 w 180"/>
                <a:gd name="T75" fmla="*/ 119 h 125"/>
                <a:gd name="T76" fmla="*/ 117 w 180"/>
                <a:gd name="T77" fmla="*/ 116 h 125"/>
                <a:gd name="T78" fmla="*/ 103 w 180"/>
                <a:gd name="T79" fmla="*/ 112 h 125"/>
                <a:gd name="T80" fmla="*/ 95 w 180"/>
                <a:gd name="T81" fmla="*/ 104 h 125"/>
                <a:gd name="T82" fmla="*/ 84 w 180"/>
                <a:gd name="T83" fmla="*/ 89 h 125"/>
                <a:gd name="T84" fmla="*/ 65 w 180"/>
                <a:gd name="T85" fmla="*/ 80 h 125"/>
                <a:gd name="T86" fmla="*/ 54 w 180"/>
                <a:gd name="T87" fmla="*/ 79 h 125"/>
                <a:gd name="T88" fmla="*/ 47 w 180"/>
                <a:gd name="T89" fmla="*/ 82 h 125"/>
                <a:gd name="T90" fmla="*/ 43 w 180"/>
                <a:gd name="T91" fmla="*/ 83 h 125"/>
                <a:gd name="T92" fmla="*/ 42 w 180"/>
                <a:gd name="T93" fmla="*/ 87 h 125"/>
                <a:gd name="T94" fmla="*/ 24 w 180"/>
                <a:gd name="T95" fmla="*/ 86 h 125"/>
                <a:gd name="T96" fmla="*/ 31 w 180"/>
                <a:gd name="T97" fmla="*/ 90 h 125"/>
                <a:gd name="T98" fmla="*/ 41 w 180"/>
                <a:gd name="T99" fmla="*/ 97 h 125"/>
                <a:gd name="T100" fmla="*/ 29 w 180"/>
                <a:gd name="T101" fmla="*/ 103 h 125"/>
                <a:gd name="T102" fmla="*/ 3 w 180"/>
                <a:gd name="T103" fmla="*/ 102 h 12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80"/>
                <a:gd name="T157" fmla="*/ 0 h 125"/>
                <a:gd name="T158" fmla="*/ 180 w 180"/>
                <a:gd name="T159" fmla="*/ 125 h 12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80" h="125">
                  <a:moveTo>
                    <a:pt x="137" y="56"/>
                  </a:moveTo>
                  <a:lnTo>
                    <a:pt x="136" y="55"/>
                  </a:lnTo>
                  <a:lnTo>
                    <a:pt x="135" y="53"/>
                  </a:lnTo>
                  <a:lnTo>
                    <a:pt x="132" y="52"/>
                  </a:lnTo>
                  <a:lnTo>
                    <a:pt x="129" y="54"/>
                  </a:lnTo>
                  <a:lnTo>
                    <a:pt x="126" y="51"/>
                  </a:lnTo>
                  <a:lnTo>
                    <a:pt x="124" y="50"/>
                  </a:lnTo>
                  <a:lnTo>
                    <a:pt x="119" y="48"/>
                  </a:lnTo>
                  <a:lnTo>
                    <a:pt x="118" y="47"/>
                  </a:lnTo>
                  <a:lnTo>
                    <a:pt x="119" y="45"/>
                  </a:lnTo>
                  <a:lnTo>
                    <a:pt x="121" y="45"/>
                  </a:lnTo>
                  <a:lnTo>
                    <a:pt x="126" y="45"/>
                  </a:lnTo>
                  <a:lnTo>
                    <a:pt x="130" y="46"/>
                  </a:lnTo>
                  <a:lnTo>
                    <a:pt x="135" y="46"/>
                  </a:lnTo>
                  <a:lnTo>
                    <a:pt x="139" y="46"/>
                  </a:lnTo>
                  <a:lnTo>
                    <a:pt x="141" y="44"/>
                  </a:lnTo>
                  <a:lnTo>
                    <a:pt x="142" y="41"/>
                  </a:lnTo>
                  <a:lnTo>
                    <a:pt x="143" y="41"/>
                  </a:lnTo>
                  <a:lnTo>
                    <a:pt x="145" y="44"/>
                  </a:lnTo>
                  <a:lnTo>
                    <a:pt x="147" y="46"/>
                  </a:lnTo>
                  <a:lnTo>
                    <a:pt x="149" y="46"/>
                  </a:lnTo>
                  <a:lnTo>
                    <a:pt x="156" y="44"/>
                  </a:lnTo>
                  <a:lnTo>
                    <a:pt x="158" y="43"/>
                  </a:lnTo>
                  <a:lnTo>
                    <a:pt x="161" y="37"/>
                  </a:lnTo>
                  <a:lnTo>
                    <a:pt x="162" y="36"/>
                  </a:lnTo>
                  <a:lnTo>
                    <a:pt x="167" y="36"/>
                  </a:lnTo>
                  <a:lnTo>
                    <a:pt x="169" y="35"/>
                  </a:lnTo>
                  <a:lnTo>
                    <a:pt x="169" y="33"/>
                  </a:lnTo>
                  <a:lnTo>
                    <a:pt x="169" y="29"/>
                  </a:lnTo>
                  <a:lnTo>
                    <a:pt x="168" y="25"/>
                  </a:lnTo>
                  <a:lnTo>
                    <a:pt x="172" y="27"/>
                  </a:lnTo>
                  <a:lnTo>
                    <a:pt x="175" y="27"/>
                  </a:lnTo>
                  <a:lnTo>
                    <a:pt x="177" y="24"/>
                  </a:lnTo>
                  <a:lnTo>
                    <a:pt x="179" y="29"/>
                  </a:lnTo>
                  <a:lnTo>
                    <a:pt x="180" y="31"/>
                  </a:lnTo>
                  <a:lnTo>
                    <a:pt x="178" y="34"/>
                  </a:lnTo>
                  <a:lnTo>
                    <a:pt x="177" y="36"/>
                  </a:lnTo>
                  <a:lnTo>
                    <a:pt x="174" y="36"/>
                  </a:lnTo>
                  <a:lnTo>
                    <a:pt x="173" y="38"/>
                  </a:lnTo>
                  <a:lnTo>
                    <a:pt x="174" y="39"/>
                  </a:lnTo>
                  <a:lnTo>
                    <a:pt x="177" y="42"/>
                  </a:lnTo>
                  <a:lnTo>
                    <a:pt x="174" y="45"/>
                  </a:lnTo>
                  <a:lnTo>
                    <a:pt x="173" y="46"/>
                  </a:lnTo>
                  <a:lnTo>
                    <a:pt x="167" y="45"/>
                  </a:lnTo>
                  <a:lnTo>
                    <a:pt x="164" y="45"/>
                  </a:lnTo>
                  <a:lnTo>
                    <a:pt x="163" y="47"/>
                  </a:lnTo>
                  <a:lnTo>
                    <a:pt x="161" y="50"/>
                  </a:lnTo>
                  <a:lnTo>
                    <a:pt x="159" y="51"/>
                  </a:lnTo>
                  <a:lnTo>
                    <a:pt x="152" y="54"/>
                  </a:lnTo>
                  <a:lnTo>
                    <a:pt x="148" y="55"/>
                  </a:lnTo>
                  <a:lnTo>
                    <a:pt x="143" y="56"/>
                  </a:lnTo>
                  <a:lnTo>
                    <a:pt x="137" y="56"/>
                  </a:lnTo>
                  <a:close/>
                  <a:moveTo>
                    <a:pt x="3" y="102"/>
                  </a:moveTo>
                  <a:lnTo>
                    <a:pt x="3" y="77"/>
                  </a:lnTo>
                  <a:lnTo>
                    <a:pt x="3" y="72"/>
                  </a:lnTo>
                  <a:lnTo>
                    <a:pt x="0" y="62"/>
                  </a:lnTo>
                  <a:lnTo>
                    <a:pt x="3" y="56"/>
                  </a:lnTo>
                  <a:lnTo>
                    <a:pt x="2" y="0"/>
                  </a:lnTo>
                  <a:lnTo>
                    <a:pt x="20" y="5"/>
                  </a:lnTo>
                  <a:lnTo>
                    <a:pt x="26" y="8"/>
                  </a:lnTo>
                  <a:lnTo>
                    <a:pt x="33" y="10"/>
                  </a:lnTo>
                  <a:lnTo>
                    <a:pt x="42" y="13"/>
                  </a:lnTo>
                  <a:lnTo>
                    <a:pt x="48" y="16"/>
                  </a:lnTo>
                  <a:lnTo>
                    <a:pt x="52" y="18"/>
                  </a:lnTo>
                  <a:lnTo>
                    <a:pt x="56" y="19"/>
                  </a:lnTo>
                  <a:lnTo>
                    <a:pt x="59" y="18"/>
                  </a:lnTo>
                  <a:lnTo>
                    <a:pt x="61" y="22"/>
                  </a:lnTo>
                  <a:lnTo>
                    <a:pt x="63" y="24"/>
                  </a:lnTo>
                  <a:lnTo>
                    <a:pt x="68" y="27"/>
                  </a:lnTo>
                  <a:lnTo>
                    <a:pt x="72" y="29"/>
                  </a:lnTo>
                  <a:lnTo>
                    <a:pt x="78" y="34"/>
                  </a:lnTo>
                  <a:lnTo>
                    <a:pt x="75" y="41"/>
                  </a:lnTo>
                  <a:lnTo>
                    <a:pt x="76" y="43"/>
                  </a:lnTo>
                  <a:lnTo>
                    <a:pt x="78" y="44"/>
                  </a:lnTo>
                  <a:lnTo>
                    <a:pt x="83" y="45"/>
                  </a:lnTo>
                  <a:lnTo>
                    <a:pt x="96" y="50"/>
                  </a:lnTo>
                  <a:lnTo>
                    <a:pt x="99" y="51"/>
                  </a:lnTo>
                  <a:lnTo>
                    <a:pt x="103" y="52"/>
                  </a:lnTo>
                  <a:lnTo>
                    <a:pt x="105" y="54"/>
                  </a:lnTo>
                  <a:lnTo>
                    <a:pt x="108" y="58"/>
                  </a:lnTo>
                  <a:lnTo>
                    <a:pt x="109" y="62"/>
                  </a:lnTo>
                  <a:lnTo>
                    <a:pt x="108" y="63"/>
                  </a:lnTo>
                  <a:lnTo>
                    <a:pt x="100" y="63"/>
                  </a:lnTo>
                  <a:lnTo>
                    <a:pt x="96" y="64"/>
                  </a:lnTo>
                  <a:lnTo>
                    <a:pt x="95" y="65"/>
                  </a:lnTo>
                  <a:lnTo>
                    <a:pt x="96" y="68"/>
                  </a:lnTo>
                  <a:lnTo>
                    <a:pt x="100" y="75"/>
                  </a:lnTo>
                  <a:lnTo>
                    <a:pt x="103" y="78"/>
                  </a:lnTo>
                  <a:lnTo>
                    <a:pt x="114" y="85"/>
                  </a:lnTo>
                  <a:lnTo>
                    <a:pt x="115" y="92"/>
                  </a:lnTo>
                  <a:lnTo>
                    <a:pt x="120" y="99"/>
                  </a:lnTo>
                  <a:lnTo>
                    <a:pt x="122" y="100"/>
                  </a:lnTo>
                  <a:lnTo>
                    <a:pt x="124" y="100"/>
                  </a:lnTo>
                  <a:lnTo>
                    <a:pt x="130" y="99"/>
                  </a:lnTo>
                  <a:lnTo>
                    <a:pt x="132" y="99"/>
                  </a:lnTo>
                  <a:lnTo>
                    <a:pt x="132" y="101"/>
                  </a:lnTo>
                  <a:lnTo>
                    <a:pt x="130" y="105"/>
                  </a:lnTo>
                  <a:lnTo>
                    <a:pt x="132" y="106"/>
                  </a:lnTo>
                  <a:lnTo>
                    <a:pt x="134" y="107"/>
                  </a:lnTo>
                  <a:lnTo>
                    <a:pt x="137" y="108"/>
                  </a:lnTo>
                  <a:lnTo>
                    <a:pt x="142" y="109"/>
                  </a:lnTo>
                  <a:lnTo>
                    <a:pt x="142" y="110"/>
                  </a:lnTo>
                  <a:lnTo>
                    <a:pt x="138" y="112"/>
                  </a:lnTo>
                  <a:lnTo>
                    <a:pt x="140" y="114"/>
                  </a:lnTo>
                  <a:lnTo>
                    <a:pt x="147" y="116"/>
                  </a:lnTo>
                  <a:lnTo>
                    <a:pt x="151" y="118"/>
                  </a:lnTo>
                  <a:lnTo>
                    <a:pt x="152" y="123"/>
                  </a:lnTo>
                  <a:lnTo>
                    <a:pt x="152" y="125"/>
                  </a:lnTo>
                  <a:lnTo>
                    <a:pt x="145" y="125"/>
                  </a:lnTo>
                  <a:lnTo>
                    <a:pt x="143" y="124"/>
                  </a:lnTo>
                  <a:lnTo>
                    <a:pt x="142" y="120"/>
                  </a:lnTo>
                  <a:lnTo>
                    <a:pt x="141" y="120"/>
                  </a:lnTo>
                  <a:lnTo>
                    <a:pt x="134" y="119"/>
                  </a:lnTo>
                  <a:lnTo>
                    <a:pt x="126" y="117"/>
                  </a:lnTo>
                  <a:lnTo>
                    <a:pt x="122" y="116"/>
                  </a:lnTo>
                  <a:lnTo>
                    <a:pt x="117" y="116"/>
                  </a:lnTo>
                  <a:lnTo>
                    <a:pt x="111" y="116"/>
                  </a:lnTo>
                  <a:lnTo>
                    <a:pt x="107" y="114"/>
                  </a:lnTo>
                  <a:lnTo>
                    <a:pt x="103" y="112"/>
                  </a:lnTo>
                  <a:lnTo>
                    <a:pt x="102" y="108"/>
                  </a:lnTo>
                  <a:lnTo>
                    <a:pt x="101" y="106"/>
                  </a:lnTo>
                  <a:lnTo>
                    <a:pt x="95" y="104"/>
                  </a:lnTo>
                  <a:lnTo>
                    <a:pt x="92" y="102"/>
                  </a:lnTo>
                  <a:lnTo>
                    <a:pt x="91" y="100"/>
                  </a:lnTo>
                  <a:lnTo>
                    <a:pt x="84" y="89"/>
                  </a:lnTo>
                  <a:lnTo>
                    <a:pt x="79" y="83"/>
                  </a:lnTo>
                  <a:lnTo>
                    <a:pt x="76" y="83"/>
                  </a:lnTo>
                  <a:lnTo>
                    <a:pt x="65" y="80"/>
                  </a:lnTo>
                  <a:lnTo>
                    <a:pt x="60" y="78"/>
                  </a:lnTo>
                  <a:lnTo>
                    <a:pt x="56" y="78"/>
                  </a:lnTo>
                  <a:lnTo>
                    <a:pt x="54" y="79"/>
                  </a:lnTo>
                  <a:lnTo>
                    <a:pt x="51" y="79"/>
                  </a:lnTo>
                  <a:lnTo>
                    <a:pt x="45" y="77"/>
                  </a:lnTo>
                  <a:lnTo>
                    <a:pt x="47" y="82"/>
                  </a:lnTo>
                  <a:lnTo>
                    <a:pt x="47" y="83"/>
                  </a:lnTo>
                  <a:lnTo>
                    <a:pt x="45" y="84"/>
                  </a:lnTo>
                  <a:lnTo>
                    <a:pt x="43" y="83"/>
                  </a:lnTo>
                  <a:lnTo>
                    <a:pt x="41" y="83"/>
                  </a:lnTo>
                  <a:lnTo>
                    <a:pt x="43" y="86"/>
                  </a:lnTo>
                  <a:lnTo>
                    <a:pt x="42" y="87"/>
                  </a:lnTo>
                  <a:lnTo>
                    <a:pt x="35" y="88"/>
                  </a:lnTo>
                  <a:lnTo>
                    <a:pt x="27" y="86"/>
                  </a:lnTo>
                  <a:lnTo>
                    <a:pt x="24" y="86"/>
                  </a:lnTo>
                  <a:lnTo>
                    <a:pt x="25" y="87"/>
                  </a:lnTo>
                  <a:lnTo>
                    <a:pt x="27" y="88"/>
                  </a:lnTo>
                  <a:lnTo>
                    <a:pt x="31" y="90"/>
                  </a:lnTo>
                  <a:lnTo>
                    <a:pt x="36" y="92"/>
                  </a:lnTo>
                  <a:lnTo>
                    <a:pt x="39" y="94"/>
                  </a:lnTo>
                  <a:lnTo>
                    <a:pt x="41" y="97"/>
                  </a:lnTo>
                  <a:lnTo>
                    <a:pt x="38" y="99"/>
                  </a:lnTo>
                  <a:lnTo>
                    <a:pt x="32" y="102"/>
                  </a:lnTo>
                  <a:lnTo>
                    <a:pt x="29" y="103"/>
                  </a:lnTo>
                  <a:lnTo>
                    <a:pt x="24" y="103"/>
                  </a:lnTo>
                  <a:lnTo>
                    <a:pt x="11" y="102"/>
                  </a:lnTo>
                  <a:lnTo>
                    <a:pt x="3" y="10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73" name="Freeform 92">
              <a:extLst>
                <a:ext uri="{FF2B5EF4-FFF2-40B4-BE49-F238E27FC236}">
                  <a16:creationId xmlns:a16="http://schemas.microsoft.com/office/drawing/2014/main" id="{729F7C4F-8A45-FC73-D293-5A9C8F4A069D}"/>
                </a:ext>
              </a:extLst>
            </p:cNvPr>
            <p:cNvSpPr>
              <a:spLocks/>
            </p:cNvSpPr>
            <p:nvPr/>
          </p:nvSpPr>
          <p:spPr bwMode="gray">
            <a:xfrm>
              <a:off x="6116969" y="4997930"/>
              <a:ext cx="106361" cy="54896"/>
            </a:xfrm>
            <a:custGeom>
              <a:avLst/>
              <a:gdLst>
                <a:gd name="T0" fmla="*/ 19 w 62"/>
                <a:gd name="T1" fmla="*/ 32 h 32"/>
                <a:gd name="T2" fmla="*/ 18 w 62"/>
                <a:gd name="T3" fmla="*/ 31 h 32"/>
                <a:gd name="T4" fmla="*/ 17 w 62"/>
                <a:gd name="T5" fmla="*/ 29 h 32"/>
                <a:gd name="T6" fmla="*/ 14 w 62"/>
                <a:gd name="T7" fmla="*/ 28 h 32"/>
                <a:gd name="T8" fmla="*/ 11 w 62"/>
                <a:gd name="T9" fmla="*/ 30 h 32"/>
                <a:gd name="T10" fmla="*/ 8 w 62"/>
                <a:gd name="T11" fmla="*/ 27 h 32"/>
                <a:gd name="T12" fmla="*/ 6 w 62"/>
                <a:gd name="T13" fmla="*/ 26 h 32"/>
                <a:gd name="T14" fmla="*/ 1 w 62"/>
                <a:gd name="T15" fmla="*/ 24 h 32"/>
                <a:gd name="T16" fmla="*/ 0 w 62"/>
                <a:gd name="T17" fmla="*/ 23 h 32"/>
                <a:gd name="T18" fmla="*/ 1 w 62"/>
                <a:gd name="T19" fmla="*/ 21 h 32"/>
                <a:gd name="T20" fmla="*/ 3 w 62"/>
                <a:gd name="T21" fmla="*/ 21 h 32"/>
                <a:gd name="T22" fmla="*/ 8 w 62"/>
                <a:gd name="T23" fmla="*/ 21 h 32"/>
                <a:gd name="T24" fmla="*/ 12 w 62"/>
                <a:gd name="T25" fmla="*/ 22 h 32"/>
                <a:gd name="T26" fmla="*/ 17 w 62"/>
                <a:gd name="T27" fmla="*/ 22 h 32"/>
                <a:gd name="T28" fmla="*/ 21 w 62"/>
                <a:gd name="T29" fmla="*/ 22 h 32"/>
                <a:gd name="T30" fmla="*/ 23 w 62"/>
                <a:gd name="T31" fmla="*/ 20 h 32"/>
                <a:gd name="T32" fmla="*/ 24 w 62"/>
                <a:gd name="T33" fmla="*/ 17 h 32"/>
                <a:gd name="T34" fmla="*/ 25 w 62"/>
                <a:gd name="T35" fmla="*/ 17 h 32"/>
                <a:gd name="T36" fmla="*/ 27 w 62"/>
                <a:gd name="T37" fmla="*/ 20 h 32"/>
                <a:gd name="T38" fmla="*/ 29 w 62"/>
                <a:gd name="T39" fmla="*/ 22 h 32"/>
                <a:gd name="T40" fmla="*/ 31 w 62"/>
                <a:gd name="T41" fmla="*/ 22 h 32"/>
                <a:gd name="T42" fmla="*/ 38 w 62"/>
                <a:gd name="T43" fmla="*/ 20 h 32"/>
                <a:gd name="T44" fmla="*/ 40 w 62"/>
                <a:gd name="T45" fmla="*/ 19 h 32"/>
                <a:gd name="T46" fmla="*/ 43 w 62"/>
                <a:gd name="T47" fmla="*/ 13 h 32"/>
                <a:gd name="T48" fmla="*/ 44 w 62"/>
                <a:gd name="T49" fmla="*/ 12 h 32"/>
                <a:gd name="T50" fmla="*/ 49 w 62"/>
                <a:gd name="T51" fmla="*/ 12 h 32"/>
                <a:gd name="T52" fmla="*/ 51 w 62"/>
                <a:gd name="T53" fmla="*/ 11 h 32"/>
                <a:gd name="T54" fmla="*/ 51 w 62"/>
                <a:gd name="T55" fmla="*/ 9 h 32"/>
                <a:gd name="T56" fmla="*/ 51 w 62"/>
                <a:gd name="T57" fmla="*/ 5 h 32"/>
                <a:gd name="T58" fmla="*/ 50 w 62"/>
                <a:gd name="T59" fmla="*/ 1 h 32"/>
                <a:gd name="T60" fmla="*/ 54 w 62"/>
                <a:gd name="T61" fmla="*/ 3 h 32"/>
                <a:gd name="T62" fmla="*/ 57 w 62"/>
                <a:gd name="T63" fmla="*/ 3 h 32"/>
                <a:gd name="T64" fmla="*/ 59 w 62"/>
                <a:gd name="T65" fmla="*/ 0 h 32"/>
                <a:gd name="T66" fmla="*/ 61 w 62"/>
                <a:gd name="T67" fmla="*/ 5 h 32"/>
                <a:gd name="T68" fmla="*/ 62 w 62"/>
                <a:gd name="T69" fmla="*/ 7 h 32"/>
                <a:gd name="T70" fmla="*/ 60 w 62"/>
                <a:gd name="T71" fmla="*/ 10 h 32"/>
                <a:gd name="T72" fmla="*/ 59 w 62"/>
                <a:gd name="T73" fmla="*/ 12 h 32"/>
                <a:gd name="T74" fmla="*/ 56 w 62"/>
                <a:gd name="T75" fmla="*/ 12 h 32"/>
                <a:gd name="T76" fmla="*/ 55 w 62"/>
                <a:gd name="T77" fmla="*/ 14 h 32"/>
                <a:gd name="T78" fmla="*/ 56 w 62"/>
                <a:gd name="T79" fmla="*/ 15 h 32"/>
                <a:gd name="T80" fmla="*/ 59 w 62"/>
                <a:gd name="T81" fmla="*/ 18 h 32"/>
                <a:gd name="T82" fmla="*/ 56 w 62"/>
                <a:gd name="T83" fmla="*/ 21 h 32"/>
                <a:gd name="T84" fmla="*/ 55 w 62"/>
                <a:gd name="T85" fmla="*/ 22 h 32"/>
                <a:gd name="T86" fmla="*/ 49 w 62"/>
                <a:gd name="T87" fmla="*/ 21 h 32"/>
                <a:gd name="T88" fmla="*/ 46 w 62"/>
                <a:gd name="T89" fmla="*/ 21 h 32"/>
                <a:gd name="T90" fmla="*/ 45 w 62"/>
                <a:gd name="T91" fmla="*/ 23 h 32"/>
                <a:gd name="T92" fmla="*/ 43 w 62"/>
                <a:gd name="T93" fmla="*/ 26 h 32"/>
                <a:gd name="T94" fmla="*/ 41 w 62"/>
                <a:gd name="T95" fmla="*/ 27 h 32"/>
                <a:gd name="T96" fmla="*/ 34 w 62"/>
                <a:gd name="T97" fmla="*/ 30 h 32"/>
                <a:gd name="T98" fmla="*/ 30 w 62"/>
                <a:gd name="T99" fmla="*/ 31 h 32"/>
                <a:gd name="T100" fmla="*/ 25 w 62"/>
                <a:gd name="T101" fmla="*/ 32 h 32"/>
                <a:gd name="T102" fmla="*/ 19 w 62"/>
                <a:gd name="T103" fmla="*/ 32 h 3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62"/>
                <a:gd name="T157" fmla="*/ 0 h 32"/>
                <a:gd name="T158" fmla="*/ 62 w 62"/>
                <a:gd name="T159" fmla="*/ 32 h 3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62" h="32">
                  <a:moveTo>
                    <a:pt x="19" y="32"/>
                  </a:moveTo>
                  <a:lnTo>
                    <a:pt x="18" y="31"/>
                  </a:lnTo>
                  <a:lnTo>
                    <a:pt x="17" y="29"/>
                  </a:lnTo>
                  <a:lnTo>
                    <a:pt x="14" y="28"/>
                  </a:lnTo>
                  <a:lnTo>
                    <a:pt x="11" y="30"/>
                  </a:lnTo>
                  <a:lnTo>
                    <a:pt x="8" y="27"/>
                  </a:lnTo>
                  <a:lnTo>
                    <a:pt x="6" y="26"/>
                  </a:lnTo>
                  <a:lnTo>
                    <a:pt x="1" y="24"/>
                  </a:lnTo>
                  <a:lnTo>
                    <a:pt x="0" y="23"/>
                  </a:lnTo>
                  <a:lnTo>
                    <a:pt x="1" y="21"/>
                  </a:lnTo>
                  <a:lnTo>
                    <a:pt x="3" y="21"/>
                  </a:lnTo>
                  <a:lnTo>
                    <a:pt x="8" y="21"/>
                  </a:lnTo>
                  <a:lnTo>
                    <a:pt x="12" y="22"/>
                  </a:lnTo>
                  <a:lnTo>
                    <a:pt x="17" y="22"/>
                  </a:lnTo>
                  <a:lnTo>
                    <a:pt x="21" y="22"/>
                  </a:lnTo>
                  <a:lnTo>
                    <a:pt x="23" y="20"/>
                  </a:lnTo>
                  <a:lnTo>
                    <a:pt x="24" y="17"/>
                  </a:lnTo>
                  <a:lnTo>
                    <a:pt x="25" y="17"/>
                  </a:lnTo>
                  <a:lnTo>
                    <a:pt x="27" y="20"/>
                  </a:lnTo>
                  <a:lnTo>
                    <a:pt x="29" y="22"/>
                  </a:lnTo>
                  <a:lnTo>
                    <a:pt x="31" y="22"/>
                  </a:lnTo>
                  <a:lnTo>
                    <a:pt x="38" y="20"/>
                  </a:lnTo>
                  <a:lnTo>
                    <a:pt x="40" y="19"/>
                  </a:lnTo>
                  <a:lnTo>
                    <a:pt x="43" y="13"/>
                  </a:lnTo>
                  <a:lnTo>
                    <a:pt x="44" y="12"/>
                  </a:lnTo>
                  <a:lnTo>
                    <a:pt x="49" y="12"/>
                  </a:lnTo>
                  <a:lnTo>
                    <a:pt x="51" y="11"/>
                  </a:lnTo>
                  <a:lnTo>
                    <a:pt x="51" y="9"/>
                  </a:lnTo>
                  <a:lnTo>
                    <a:pt x="51" y="5"/>
                  </a:lnTo>
                  <a:lnTo>
                    <a:pt x="50" y="1"/>
                  </a:lnTo>
                  <a:lnTo>
                    <a:pt x="54" y="3"/>
                  </a:lnTo>
                  <a:lnTo>
                    <a:pt x="57" y="3"/>
                  </a:lnTo>
                  <a:lnTo>
                    <a:pt x="59" y="0"/>
                  </a:lnTo>
                  <a:lnTo>
                    <a:pt x="61" y="5"/>
                  </a:lnTo>
                  <a:lnTo>
                    <a:pt x="62" y="7"/>
                  </a:lnTo>
                  <a:lnTo>
                    <a:pt x="60" y="10"/>
                  </a:lnTo>
                  <a:lnTo>
                    <a:pt x="59" y="12"/>
                  </a:lnTo>
                  <a:lnTo>
                    <a:pt x="56" y="12"/>
                  </a:lnTo>
                  <a:lnTo>
                    <a:pt x="55" y="14"/>
                  </a:lnTo>
                  <a:lnTo>
                    <a:pt x="56" y="15"/>
                  </a:lnTo>
                  <a:lnTo>
                    <a:pt x="59" y="18"/>
                  </a:lnTo>
                  <a:lnTo>
                    <a:pt x="56" y="21"/>
                  </a:lnTo>
                  <a:lnTo>
                    <a:pt x="55" y="22"/>
                  </a:lnTo>
                  <a:lnTo>
                    <a:pt x="49" y="21"/>
                  </a:lnTo>
                  <a:lnTo>
                    <a:pt x="46" y="21"/>
                  </a:lnTo>
                  <a:lnTo>
                    <a:pt x="45" y="23"/>
                  </a:lnTo>
                  <a:lnTo>
                    <a:pt x="43" y="26"/>
                  </a:lnTo>
                  <a:lnTo>
                    <a:pt x="41" y="27"/>
                  </a:lnTo>
                  <a:lnTo>
                    <a:pt x="34" y="30"/>
                  </a:lnTo>
                  <a:lnTo>
                    <a:pt x="30" y="31"/>
                  </a:lnTo>
                  <a:lnTo>
                    <a:pt x="25" y="32"/>
                  </a:lnTo>
                  <a:lnTo>
                    <a:pt x="19" y="32"/>
                  </a:lnTo>
                  <a:close/>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74" name="Freeform 93">
              <a:extLst>
                <a:ext uri="{FF2B5EF4-FFF2-40B4-BE49-F238E27FC236}">
                  <a16:creationId xmlns:a16="http://schemas.microsoft.com/office/drawing/2014/main" id="{2B879A5C-602D-46CE-4EDF-828A79EF1EE5}"/>
                </a:ext>
              </a:extLst>
            </p:cNvPr>
            <p:cNvSpPr>
              <a:spLocks/>
            </p:cNvSpPr>
            <p:nvPr/>
          </p:nvSpPr>
          <p:spPr bwMode="gray">
            <a:xfrm>
              <a:off x="5914540" y="4956758"/>
              <a:ext cx="260756" cy="214439"/>
            </a:xfrm>
            <a:custGeom>
              <a:avLst/>
              <a:gdLst>
                <a:gd name="T0" fmla="*/ 3 w 152"/>
                <a:gd name="T1" fmla="*/ 77 h 125"/>
                <a:gd name="T2" fmla="*/ 0 w 152"/>
                <a:gd name="T3" fmla="*/ 62 h 125"/>
                <a:gd name="T4" fmla="*/ 2 w 152"/>
                <a:gd name="T5" fmla="*/ 0 h 125"/>
                <a:gd name="T6" fmla="*/ 26 w 152"/>
                <a:gd name="T7" fmla="*/ 8 h 125"/>
                <a:gd name="T8" fmla="*/ 42 w 152"/>
                <a:gd name="T9" fmla="*/ 13 h 125"/>
                <a:gd name="T10" fmla="*/ 52 w 152"/>
                <a:gd name="T11" fmla="*/ 18 h 125"/>
                <a:gd name="T12" fmla="*/ 59 w 152"/>
                <a:gd name="T13" fmla="*/ 18 h 125"/>
                <a:gd name="T14" fmla="*/ 63 w 152"/>
                <a:gd name="T15" fmla="*/ 24 h 125"/>
                <a:gd name="T16" fmla="*/ 72 w 152"/>
                <a:gd name="T17" fmla="*/ 29 h 125"/>
                <a:gd name="T18" fmla="*/ 75 w 152"/>
                <a:gd name="T19" fmla="*/ 41 h 125"/>
                <a:gd name="T20" fmla="*/ 78 w 152"/>
                <a:gd name="T21" fmla="*/ 44 h 125"/>
                <a:gd name="T22" fmla="*/ 96 w 152"/>
                <a:gd name="T23" fmla="*/ 50 h 125"/>
                <a:gd name="T24" fmla="*/ 103 w 152"/>
                <a:gd name="T25" fmla="*/ 52 h 125"/>
                <a:gd name="T26" fmla="*/ 108 w 152"/>
                <a:gd name="T27" fmla="*/ 58 h 125"/>
                <a:gd name="T28" fmla="*/ 108 w 152"/>
                <a:gd name="T29" fmla="*/ 63 h 125"/>
                <a:gd name="T30" fmla="*/ 96 w 152"/>
                <a:gd name="T31" fmla="*/ 64 h 125"/>
                <a:gd name="T32" fmla="*/ 96 w 152"/>
                <a:gd name="T33" fmla="*/ 68 h 125"/>
                <a:gd name="T34" fmla="*/ 103 w 152"/>
                <a:gd name="T35" fmla="*/ 78 h 125"/>
                <a:gd name="T36" fmla="*/ 115 w 152"/>
                <a:gd name="T37" fmla="*/ 92 h 125"/>
                <a:gd name="T38" fmla="*/ 122 w 152"/>
                <a:gd name="T39" fmla="*/ 100 h 125"/>
                <a:gd name="T40" fmla="*/ 130 w 152"/>
                <a:gd name="T41" fmla="*/ 99 h 125"/>
                <a:gd name="T42" fmla="*/ 132 w 152"/>
                <a:gd name="T43" fmla="*/ 101 h 125"/>
                <a:gd name="T44" fmla="*/ 132 w 152"/>
                <a:gd name="T45" fmla="*/ 106 h 125"/>
                <a:gd name="T46" fmla="*/ 137 w 152"/>
                <a:gd name="T47" fmla="*/ 108 h 125"/>
                <a:gd name="T48" fmla="*/ 142 w 152"/>
                <a:gd name="T49" fmla="*/ 109 h 125"/>
                <a:gd name="T50" fmla="*/ 138 w 152"/>
                <a:gd name="T51" fmla="*/ 112 h 125"/>
                <a:gd name="T52" fmla="*/ 147 w 152"/>
                <a:gd name="T53" fmla="*/ 116 h 125"/>
                <a:gd name="T54" fmla="*/ 152 w 152"/>
                <a:gd name="T55" fmla="*/ 123 h 125"/>
                <a:gd name="T56" fmla="*/ 145 w 152"/>
                <a:gd name="T57" fmla="*/ 125 h 125"/>
                <a:gd name="T58" fmla="*/ 142 w 152"/>
                <a:gd name="T59" fmla="*/ 120 h 125"/>
                <a:gd name="T60" fmla="*/ 134 w 152"/>
                <a:gd name="T61" fmla="*/ 119 h 125"/>
                <a:gd name="T62" fmla="*/ 122 w 152"/>
                <a:gd name="T63" fmla="*/ 116 h 125"/>
                <a:gd name="T64" fmla="*/ 111 w 152"/>
                <a:gd name="T65" fmla="*/ 116 h 125"/>
                <a:gd name="T66" fmla="*/ 103 w 152"/>
                <a:gd name="T67" fmla="*/ 112 h 125"/>
                <a:gd name="T68" fmla="*/ 101 w 152"/>
                <a:gd name="T69" fmla="*/ 106 h 125"/>
                <a:gd name="T70" fmla="*/ 92 w 152"/>
                <a:gd name="T71" fmla="*/ 102 h 125"/>
                <a:gd name="T72" fmla="*/ 84 w 152"/>
                <a:gd name="T73" fmla="*/ 89 h 125"/>
                <a:gd name="T74" fmla="*/ 76 w 152"/>
                <a:gd name="T75" fmla="*/ 83 h 125"/>
                <a:gd name="T76" fmla="*/ 60 w 152"/>
                <a:gd name="T77" fmla="*/ 78 h 125"/>
                <a:gd name="T78" fmla="*/ 54 w 152"/>
                <a:gd name="T79" fmla="*/ 79 h 125"/>
                <a:gd name="T80" fmla="*/ 45 w 152"/>
                <a:gd name="T81" fmla="*/ 77 h 125"/>
                <a:gd name="T82" fmla="*/ 47 w 152"/>
                <a:gd name="T83" fmla="*/ 83 h 125"/>
                <a:gd name="T84" fmla="*/ 43 w 152"/>
                <a:gd name="T85" fmla="*/ 83 h 125"/>
                <a:gd name="T86" fmla="*/ 43 w 152"/>
                <a:gd name="T87" fmla="*/ 86 h 125"/>
                <a:gd name="T88" fmla="*/ 35 w 152"/>
                <a:gd name="T89" fmla="*/ 88 h 125"/>
                <a:gd name="T90" fmla="*/ 24 w 152"/>
                <a:gd name="T91" fmla="*/ 86 h 125"/>
                <a:gd name="T92" fmla="*/ 27 w 152"/>
                <a:gd name="T93" fmla="*/ 88 h 125"/>
                <a:gd name="T94" fmla="*/ 36 w 152"/>
                <a:gd name="T95" fmla="*/ 92 h 125"/>
                <a:gd name="T96" fmla="*/ 41 w 152"/>
                <a:gd name="T97" fmla="*/ 97 h 125"/>
                <a:gd name="T98" fmla="*/ 32 w 152"/>
                <a:gd name="T99" fmla="*/ 102 h 125"/>
                <a:gd name="T100" fmla="*/ 24 w 152"/>
                <a:gd name="T101" fmla="*/ 103 h 125"/>
                <a:gd name="T102" fmla="*/ 3 w 152"/>
                <a:gd name="T103" fmla="*/ 102 h 12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52"/>
                <a:gd name="T157" fmla="*/ 0 h 125"/>
                <a:gd name="T158" fmla="*/ 152 w 152"/>
                <a:gd name="T159" fmla="*/ 125 h 12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52" h="125">
                  <a:moveTo>
                    <a:pt x="3" y="102"/>
                  </a:moveTo>
                  <a:lnTo>
                    <a:pt x="3" y="77"/>
                  </a:lnTo>
                  <a:lnTo>
                    <a:pt x="3" y="72"/>
                  </a:lnTo>
                  <a:lnTo>
                    <a:pt x="0" y="62"/>
                  </a:lnTo>
                  <a:lnTo>
                    <a:pt x="3" y="56"/>
                  </a:lnTo>
                  <a:lnTo>
                    <a:pt x="2" y="0"/>
                  </a:lnTo>
                  <a:lnTo>
                    <a:pt x="20" y="5"/>
                  </a:lnTo>
                  <a:lnTo>
                    <a:pt x="26" y="8"/>
                  </a:lnTo>
                  <a:lnTo>
                    <a:pt x="33" y="10"/>
                  </a:lnTo>
                  <a:lnTo>
                    <a:pt x="42" y="13"/>
                  </a:lnTo>
                  <a:lnTo>
                    <a:pt x="48" y="16"/>
                  </a:lnTo>
                  <a:lnTo>
                    <a:pt x="52" y="18"/>
                  </a:lnTo>
                  <a:lnTo>
                    <a:pt x="56" y="19"/>
                  </a:lnTo>
                  <a:lnTo>
                    <a:pt x="59" y="18"/>
                  </a:lnTo>
                  <a:lnTo>
                    <a:pt x="61" y="22"/>
                  </a:lnTo>
                  <a:lnTo>
                    <a:pt x="63" y="24"/>
                  </a:lnTo>
                  <a:lnTo>
                    <a:pt x="68" y="27"/>
                  </a:lnTo>
                  <a:lnTo>
                    <a:pt x="72" y="29"/>
                  </a:lnTo>
                  <a:lnTo>
                    <a:pt x="78" y="34"/>
                  </a:lnTo>
                  <a:lnTo>
                    <a:pt x="75" y="41"/>
                  </a:lnTo>
                  <a:lnTo>
                    <a:pt x="76" y="43"/>
                  </a:lnTo>
                  <a:lnTo>
                    <a:pt x="78" y="44"/>
                  </a:lnTo>
                  <a:lnTo>
                    <a:pt x="83" y="45"/>
                  </a:lnTo>
                  <a:lnTo>
                    <a:pt x="96" y="50"/>
                  </a:lnTo>
                  <a:lnTo>
                    <a:pt x="99" y="51"/>
                  </a:lnTo>
                  <a:lnTo>
                    <a:pt x="103" y="52"/>
                  </a:lnTo>
                  <a:lnTo>
                    <a:pt x="105" y="54"/>
                  </a:lnTo>
                  <a:lnTo>
                    <a:pt x="108" y="58"/>
                  </a:lnTo>
                  <a:lnTo>
                    <a:pt x="109" y="62"/>
                  </a:lnTo>
                  <a:lnTo>
                    <a:pt x="108" y="63"/>
                  </a:lnTo>
                  <a:lnTo>
                    <a:pt x="100" y="63"/>
                  </a:lnTo>
                  <a:lnTo>
                    <a:pt x="96" y="64"/>
                  </a:lnTo>
                  <a:lnTo>
                    <a:pt x="95" y="65"/>
                  </a:lnTo>
                  <a:lnTo>
                    <a:pt x="96" y="68"/>
                  </a:lnTo>
                  <a:lnTo>
                    <a:pt x="100" y="75"/>
                  </a:lnTo>
                  <a:lnTo>
                    <a:pt x="103" y="78"/>
                  </a:lnTo>
                  <a:lnTo>
                    <a:pt x="114" y="85"/>
                  </a:lnTo>
                  <a:lnTo>
                    <a:pt x="115" y="92"/>
                  </a:lnTo>
                  <a:lnTo>
                    <a:pt x="120" y="99"/>
                  </a:lnTo>
                  <a:lnTo>
                    <a:pt x="122" y="100"/>
                  </a:lnTo>
                  <a:lnTo>
                    <a:pt x="124" y="100"/>
                  </a:lnTo>
                  <a:lnTo>
                    <a:pt x="130" y="99"/>
                  </a:lnTo>
                  <a:lnTo>
                    <a:pt x="132" y="99"/>
                  </a:lnTo>
                  <a:lnTo>
                    <a:pt x="132" y="101"/>
                  </a:lnTo>
                  <a:lnTo>
                    <a:pt x="130" y="105"/>
                  </a:lnTo>
                  <a:lnTo>
                    <a:pt x="132" y="106"/>
                  </a:lnTo>
                  <a:lnTo>
                    <a:pt x="134" y="107"/>
                  </a:lnTo>
                  <a:lnTo>
                    <a:pt x="137" y="108"/>
                  </a:lnTo>
                  <a:lnTo>
                    <a:pt x="142" y="109"/>
                  </a:lnTo>
                  <a:lnTo>
                    <a:pt x="142" y="110"/>
                  </a:lnTo>
                  <a:lnTo>
                    <a:pt x="138" y="112"/>
                  </a:lnTo>
                  <a:lnTo>
                    <a:pt x="140" y="114"/>
                  </a:lnTo>
                  <a:lnTo>
                    <a:pt x="147" y="116"/>
                  </a:lnTo>
                  <a:lnTo>
                    <a:pt x="151" y="118"/>
                  </a:lnTo>
                  <a:lnTo>
                    <a:pt x="152" y="123"/>
                  </a:lnTo>
                  <a:lnTo>
                    <a:pt x="152" y="125"/>
                  </a:lnTo>
                  <a:lnTo>
                    <a:pt x="145" y="125"/>
                  </a:lnTo>
                  <a:lnTo>
                    <a:pt x="143" y="124"/>
                  </a:lnTo>
                  <a:lnTo>
                    <a:pt x="142" y="120"/>
                  </a:lnTo>
                  <a:lnTo>
                    <a:pt x="141" y="120"/>
                  </a:lnTo>
                  <a:lnTo>
                    <a:pt x="134" y="119"/>
                  </a:lnTo>
                  <a:lnTo>
                    <a:pt x="126" y="117"/>
                  </a:lnTo>
                  <a:lnTo>
                    <a:pt x="122" y="116"/>
                  </a:lnTo>
                  <a:lnTo>
                    <a:pt x="117" y="116"/>
                  </a:lnTo>
                  <a:lnTo>
                    <a:pt x="111" y="116"/>
                  </a:lnTo>
                  <a:lnTo>
                    <a:pt x="107" y="114"/>
                  </a:lnTo>
                  <a:lnTo>
                    <a:pt x="103" y="112"/>
                  </a:lnTo>
                  <a:lnTo>
                    <a:pt x="102" y="108"/>
                  </a:lnTo>
                  <a:lnTo>
                    <a:pt x="101" y="106"/>
                  </a:lnTo>
                  <a:lnTo>
                    <a:pt x="95" y="104"/>
                  </a:lnTo>
                  <a:lnTo>
                    <a:pt x="92" y="102"/>
                  </a:lnTo>
                  <a:lnTo>
                    <a:pt x="91" y="100"/>
                  </a:lnTo>
                  <a:lnTo>
                    <a:pt x="84" y="89"/>
                  </a:lnTo>
                  <a:lnTo>
                    <a:pt x="79" y="83"/>
                  </a:lnTo>
                  <a:lnTo>
                    <a:pt x="76" y="83"/>
                  </a:lnTo>
                  <a:lnTo>
                    <a:pt x="65" y="80"/>
                  </a:lnTo>
                  <a:lnTo>
                    <a:pt x="60" y="78"/>
                  </a:lnTo>
                  <a:lnTo>
                    <a:pt x="56" y="78"/>
                  </a:lnTo>
                  <a:lnTo>
                    <a:pt x="54" y="79"/>
                  </a:lnTo>
                  <a:lnTo>
                    <a:pt x="51" y="79"/>
                  </a:lnTo>
                  <a:lnTo>
                    <a:pt x="45" y="77"/>
                  </a:lnTo>
                  <a:lnTo>
                    <a:pt x="47" y="82"/>
                  </a:lnTo>
                  <a:lnTo>
                    <a:pt x="47" y="83"/>
                  </a:lnTo>
                  <a:lnTo>
                    <a:pt x="45" y="84"/>
                  </a:lnTo>
                  <a:lnTo>
                    <a:pt x="43" y="83"/>
                  </a:lnTo>
                  <a:lnTo>
                    <a:pt x="41" y="83"/>
                  </a:lnTo>
                  <a:lnTo>
                    <a:pt x="43" y="86"/>
                  </a:lnTo>
                  <a:lnTo>
                    <a:pt x="42" y="87"/>
                  </a:lnTo>
                  <a:lnTo>
                    <a:pt x="35" y="88"/>
                  </a:lnTo>
                  <a:lnTo>
                    <a:pt x="27" y="86"/>
                  </a:lnTo>
                  <a:lnTo>
                    <a:pt x="24" y="86"/>
                  </a:lnTo>
                  <a:lnTo>
                    <a:pt x="25" y="87"/>
                  </a:lnTo>
                  <a:lnTo>
                    <a:pt x="27" y="88"/>
                  </a:lnTo>
                  <a:lnTo>
                    <a:pt x="31" y="90"/>
                  </a:lnTo>
                  <a:lnTo>
                    <a:pt x="36" y="92"/>
                  </a:lnTo>
                  <a:lnTo>
                    <a:pt x="39" y="94"/>
                  </a:lnTo>
                  <a:lnTo>
                    <a:pt x="41" y="97"/>
                  </a:lnTo>
                  <a:lnTo>
                    <a:pt x="38" y="99"/>
                  </a:lnTo>
                  <a:lnTo>
                    <a:pt x="32" y="102"/>
                  </a:lnTo>
                  <a:lnTo>
                    <a:pt x="29" y="103"/>
                  </a:lnTo>
                  <a:lnTo>
                    <a:pt x="24" y="103"/>
                  </a:lnTo>
                  <a:lnTo>
                    <a:pt x="11" y="102"/>
                  </a:lnTo>
                  <a:lnTo>
                    <a:pt x="3" y="102"/>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sp>
          <p:nvSpPr>
            <p:cNvPr id="75886" name="Freeform 105">
              <a:extLst>
                <a:ext uri="{FF2B5EF4-FFF2-40B4-BE49-F238E27FC236}">
                  <a16:creationId xmlns:a16="http://schemas.microsoft.com/office/drawing/2014/main" id="{F08273D2-6F0A-B4F2-AD17-67C21588D362}"/>
                </a:ext>
              </a:extLst>
            </p:cNvPr>
            <p:cNvSpPr>
              <a:spLocks/>
            </p:cNvSpPr>
            <p:nvPr/>
          </p:nvSpPr>
          <p:spPr bwMode="gray">
            <a:xfrm>
              <a:off x="5936841" y="3177780"/>
              <a:ext cx="78913" cy="315653"/>
            </a:xfrm>
            <a:custGeom>
              <a:avLst/>
              <a:gdLst>
                <a:gd name="T0" fmla="*/ 17 w 46"/>
                <a:gd name="T1" fmla="*/ 0 h 184"/>
                <a:gd name="T2" fmla="*/ 20 w 46"/>
                <a:gd name="T3" fmla="*/ 5 h 184"/>
                <a:gd name="T4" fmla="*/ 23 w 46"/>
                <a:gd name="T5" fmla="*/ 12 h 184"/>
                <a:gd name="T6" fmla="*/ 24 w 46"/>
                <a:gd name="T7" fmla="*/ 17 h 184"/>
                <a:gd name="T8" fmla="*/ 24 w 46"/>
                <a:gd name="T9" fmla="*/ 26 h 184"/>
                <a:gd name="T10" fmla="*/ 22 w 46"/>
                <a:gd name="T11" fmla="*/ 31 h 184"/>
                <a:gd name="T12" fmla="*/ 21 w 46"/>
                <a:gd name="T13" fmla="*/ 41 h 184"/>
                <a:gd name="T14" fmla="*/ 21 w 46"/>
                <a:gd name="T15" fmla="*/ 49 h 184"/>
                <a:gd name="T16" fmla="*/ 23 w 46"/>
                <a:gd name="T17" fmla="*/ 58 h 184"/>
                <a:gd name="T18" fmla="*/ 27 w 46"/>
                <a:gd name="T19" fmla="*/ 67 h 184"/>
                <a:gd name="T20" fmla="*/ 31 w 46"/>
                <a:gd name="T21" fmla="*/ 83 h 184"/>
                <a:gd name="T22" fmla="*/ 38 w 46"/>
                <a:gd name="T23" fmla="*/ 101 h 184"/>
                <a:gd name="T24" fmla="*/ 46 w 46"/>
                <a:gd name="T25" fmla="*/ 119 h 184"/>
                <a:gd name="T26" fmla="*/ 37 w 46"/>
                <a:gd name="T27" fmla="*/ 112 h 184"/>
                <a:gd name="T28" fmla="*/ 31 w 46"/>
                <a:gd name="T29" fmla="*/ 107 h 184"/>
                <a:gd name="T30" fmla="*/ 24 w 46"/>
                <a:gd name="T31" fmla="*/ 107 h 184"/>
                <a:gd name="T32" fmla="*/ 22 w 46"/>
                <a:gd name="T33" fmla="*/ 108 h 184"/>
                <a:gd name="T34" fmla="*/ 19 w 46"/>
                <a:gd name="T35" fmla="*/ 110 h 184"/>
                <a:gd name="T36" fmla="*/ 16 w 46"/>
                <a:gd name="T37" fmla="*/ 121 h 184"/>
                <a:gd name="T38" fmla="*/ 14 w 46"/>
                <a:gd name="T39" fmla="*/ 133 h 184"/>
                <a:gd name="T40" fmla="*/ 14 w 46"/>
                <a:gd name="T41" fmla="*/ 139 h 184"/>
                <a:gd name="T42" fmla="*/ 16 w 46"/>
                <a:gd name="T43" fmla="*/ 149 h 184"/>
                <a:gd name="T44" fmla="*/ 17 w 46"/>
                <a:gd name="T45" fmla="*/ 151 h 184"/>
                <a:gd name="T46" fmla="*/ 22 w 46"/>
                <a:gd name="T47" fmla="*/ 161 h 184"/>
                <a:gd name="T48" fmla="*/ 26 w 46"/>
                <a:gd name="T49" fmla="*/ 163 h 184"/>
                <a:gd name="T50" fmla="*/ 28 w 46"/>
                <a:gd name="T51" fmla="*/ 169 h 184"/>
                <a:gd name="T52" fmla="*/ 27 w 46"/>
                <a:gd name="T53" fmla="*/ 182 h 184"/>
                <a:gd name="T54" fmla="*/ 22 w 46"/>
                <a:gd name="T55" fmla="*/ 169 h 184"/>
                <a:gd name="T56" fmla="*/ 16 w 46"/>
                <a:gd name="T57" fmla="*/ 166 h 184"/>
                <a:gd name="T58" fmla="*/ 14 w 46"/>
                <a:gd name="T59" fmla="*/ 166 h 184"/>
                <a:gd name="T60" fmla="*/ 11 w 46"/>
                <a:gd name="T61" fmla="*/ 170 h 184"/>
                <a:gd name="T62" fmla="*/ 9 w 46"/>
                <a:gd name="T63" fmla="*/ 175 h 184"/>
                <a:gd name="T64" fmla="*/ 5 w 46"/>
                <a:gd name="T65" fmla="*/ 184 h 184"/>
                <a:gd name="T66" fmla="*/ 1 w 46"/>
                <a:gd name="T67" fmla="*/ 179 h 184"/>
                <a:gd name="T68" fmla="*/ 0 w 46"/>
                <a:gd name="T69" fmla="*/ 170 h 184"/>
                <a:gd name="T70" fmla="*/ 5 w 46"/>
                <a:gd name="T71" fmla="*/ 158 h 184"/>
                <a:gd name="T72" fmla="*/ 2 w 46"/>
                <a:gd name="T73" fmla="*/ 149 h 184"/>
                <a:gd name="T74" fmla="*/ 3 w 46"/>
                <a:gd name="T75" fmla="*/ 144 h 184"/>
                <a:gd name="T76" fmla="*/ 7 w 46"/>
                <a:gd name="T77" fmla="*/ 138 h 184"/>
                <a:gd name="T78" fmla="*/ 6 w 46"/>
                <a:gd name="T79" fmla="*/ 130 h 184"/>
                <a:gd name="T80" fmla="*/ 4 w 46"/>
                <a:gd name="T81" fmla="*/ 126 h 184"/>
                <a:gd name="T82" fmla="*/ 2 w 46"/>
                <a:gd name="T83" fmla="*/ 120 h 184"/>
                <a:gd name="T84" fmla="*/ 2 w 46"/>
                <a:gd name="T85" fmla="*/ 117 h 184"/>
                <a:gd name="T86" fmla="*/ 5 w 46"/>
                <a:gd name="T87" fmla="*/ 115 h 184"/>
                <a:gd name="T88" fmla="*/ 7 w 46"/>
                <a:gd name="T89" fmla="*/ 104 h 184"/>
                <a:gd name="T90" fmla="*/ 7 w 46"/>
                <a:gd name="T91" fmla="*/ 96 h 184"/>
                <a:gd name="T92" fmla="*/ 8 w 46"/>
                <a:gd name="T93" fmla="*/ 82 h 184"/>
                <a:gd name="T94" fmla="*/ 9 w 46"/>
                <a:gd name="T95" fmla="*/ 67 h 184"/>
                <a:gd name="T96" fmla="*/ 8 w 46"/>
                <a:gd name="T97" fmla="*/ 59 h 184"/>
                <a:gd name="T98" fmla="*/ 6 w 46"/>
                <a:gd name="T99" fmla="*/ 54 h 184"/>
                <a:gd name="T100" fmla="*/ 0 w 46"/>
                <a:gd name="T101" fmla="*/ 44 h 184"/>
                <a:gd name="T102" fmla="*/ 0 w 46"/>
                <a:gd name="T103" fmla="*/ 34 h 184"/>
                <a:gd name="T104" fmla="*/ 1 w 46"/>
                <a:gd name="T105" fmla="*/ 32 h 184"/>
                <a:gd name="T106" fmla="*/ 3 w 46"/>
                <a:gd name="T107" fmla="*/ 24 h 184"/>
                <a:gd name="T108" fmla="*/ 4 w 46"/>
                <a:gd name="T109" fmla="*/ 15 h 184"/>
                <a:gd name="T110" fmla="*/ 1 w 46"/>
                <a:gd name="T111" fmla="*/ 10 h 184"/>
                <a:gd name="T112" fmla="*/ 2 w 46"/>
                <a:gd name="T113" fmla="*/ 7 h 184"/>
                <a:gd name="T114" fmla="*/ 5 w 46"/>
                <a:gd name="T115" fmla="*/ 6 h 184"/>
                <a:gd name="T116" fmla="*/ 10 w 46"/>
                <a:gd name="T117" fmla="*/ 6 h 184"/>
                <a:gd name="T118" fmla="*/ 17 w 46"/>
                <a:gd name="T119" fmla="*/ 0 h 184"/>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46"/>
                <a:gd name="T181" fmla="*/ 0 h 184"/>
                <a:gd name="T182" fmla="*/ 46 w 46"/>
                <a:gd name="T183" fmla="*/ 184 h 184"/>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46" h="184">
                  <a:moveTo>
                    <a:pt x="17" y="0"/>
                  </a:moveTo>
                  <a:lnTo>
                    <a:pt x="20" y="5"/>
                  </a:lnTo>
                  <a:lnTo>
                    <a:pt x="23" y="12"/>
                  </a:lnTo>
                  <a:lnTo>
                    <a:pt x="24" y="17"/>
                  </a:lnTo>
                  <a:lnTo>
                    <a:pt x="24" y="26"/>
                  </a:lnTo>
                  <a:lnTo>
                    <a:pt x="22" y="31"/>
                  </a:lnTo>
                  <a:lnTo>
                    <a:pt x="21" y="41"/>
                  </a:lnTo>
                  <a:lnTo>
                    <a:pt x="21" y="49"/>
                  </a:lnTo>
                  <a:lnTo>
                    <a:pt x="23" y="58"/>
                  </a:lnTo>
                  <a:lnTo>
                    <a:pt x="27" y="67"/>
                  </a:lnTo>
                  <a:lnTo>
                    <a:pt x="31" y="83"/>
                  </a:lnTo>
                  <a:lnTo>
                    <a:pt x="38" y="101"/>
                  </a:lnTo>
                  <a:lnTo>
                    <a:pt x="46" y="119"/>
                  </a:lnTo>
                  <a:lnTo>
                    <a:pt x="37" y="112"/>
                  </a:lnTo>
                  <a:lnTo>
                    <a:pt x="31" y="107"/>
                  </a:lnTo>
                  <a:lnTo>
                    <a:pt x="24" y="107"/>
                  </a:lnTo>
                  <a:lnTo>
                    <a:pt x="22" y="108"/>
                  </a:lnTo>
                  <a:lnTo>
                    <a:pt x="19" y="110"/>
                  </a:lnTo>
                  <a:lnTo>
                    <a:pt x="16" y="121"/>
                  </a:lnTo>
                  <a:lnTo>
                    <a:pt x="14" y="133"/>
                  </a:lnTo>
                  <a:lnTo>
                    <a:pt x="14" y="139"/>
                  </a:lnTo>
                  <a:lnTo>
                    <a:pt x="16" y="149"/>
                  </a:lnTo>
                  <a:lnTo>
                    <a:pt x="17" y="151"/>
                  </a:lnTo>
                  <a:lnTo>
                    <a:pt x="22" y="161"/>
                  </a:lnTo>
                  <a:lnTo>
                    <a:pt x="26" y="163"/>
                  </a:lnTo>
                  <a:lnTo>
                    <a:pt x="28" y="169"/>
                  </a:lnTo>
                  <a:lnTo>
                    <a:pt x="27" y="182"/>
                  </a:lnTo>
                  <a:lnTo>
                    <a:pt x="22" y="169"/>
                  </a:lnTo>
                  <a:lnTo>
                    <a:pt x="16" y="166"/>
                  </a:lnTo>
                  <a:lnTo>
                    <a:pt x="14" y="166"/>
                  </a:lnTo>
                  <a:lnTo>
                    <a:pt x="11" y="170"/>
                  </a:lnTo>
                  <a:lnTo>
                    <a:pt x="9" y="175"/>
                  </a:lnTo>
                  <a:lnTo>
                    <a:pt x="5" y="184"/>
                  </a:lnTo>
                  <a:lnTo>
                    <a:pt x="1" y="179"/>
                  </a:lnTo>
                  <a:lnTo>
                    <a:pt x="0" y="170"/>
                  </a:lnTo>
                  <a:lnTo>
                    <a:pt x="5" y="158"/>
                  </a:lnTo>
                  <a:lnTo>
                    <a:pt x="2" y="149"/>
                  </a:lnTo>
                  <a:lnTo>
                    <a:pt x="3" y="144"/>
                  </a:lnTo>
                  <a:lnTo>
                    <a:pt x="7" y="138"/>
                  </a:lnTo>
                  <a:lnTo>
                    <a:pt x="6" y="130"/>
                  </a:lnTo>
                  <a:lnTo>
                    <a:pt x="4" y="126"/>
                  </a:lnTo>
                  <a:lnTo>
                    <a:pt x="2" y="120"/>
                  </a:lnTo>
                  <a:lnTo>
                    <a:pt x="2" y="117"/>
                  </a:lnTo>
                  <a:lnTo>
                    <a:pt x="5" y="115"/>
                  </a:lnTo>
                  <a:lnTo>
                    <a:pt x="7" y="104"/>
                  </a:lnTo>
                  <a:lnTo>
                    <a:pt x="7" y="96"/>
                  </a:lnTo>
                  <a:lnTo>
                    <a:pt x="8" y="82"/>
                  </a:lnTo>
                  <a:lnTo>
                    <a:pt x="9" y="67"/>
                  </a:lnTo>
                  <a:lnTo>
                    <a:pt x="8" y="59"/>
                  </a:lnTo>
                  <a:lnTo>
                    <a:pt x="6" y="54"/>
                  </a:lnTo>
                  <a:lnTo>
                    <a:pt x="0" y="44"/>
                  </a:lnTo>
                  <a:lnTo>
                    <a:pt x="0" y="34"/>
                  </a:lnTo>
                  <a:lnTo>
                    <a:pt x="1" y="32"/>
                  </a:lnTo>
                  <a:lnTo>
                    <a:pt x="3" y="24"/>
                  </a:lnTo>
                  <a:lnTo>
                    <a:pt x="4" y="15"/>
                  </a:lnTo>
                  <a:lnTo>
                    <a:pt x="1" y="10"/>
                  </a:lnTo>
                  <a:lnTo>
                    <a:pt x="2" y="7"/>
                  </a:lnTo>
                  <a:lnTo>
                    <a:pt x="5" y="6"/>
                  </a:lnTo>
                  <a:lnTo>
                    <a:pt x="10" y="6"/>
                  </a:lnTo>
                  <a:lnTo>
                    <a:pt x="17" y="0"/>
                  </a:lnTo>
                </a:path>
              </a:pathLst>
            </a:custGeom>
            <a:solidFill>
              <a:srgbClr val="BBBCBC"/>
            </a:solidFill>
            <a:ln w="3175">
              <a:solidFill>
                <a:schemeClr val="bg1"/>
              </a:solidFill>
              <a:round/>
              <a:headEnd/>
              <a:tailEnd/>
            </a:ln>
          </p:spPr>
          <p:txBody>
            <a:bodyPr wrap="none" lIns="0" tIns="0" rIns="0" bIns="0" anchor="ctr" anchorCtr="0"/>
            <a:lstStyle/>
            <a:p>
              <a:pPr algn="ctr"/>
              <a:endParaRPr lang="ja-JP" altLang="en-US" sz="1200" dirty="0"/>
            </a:p>
          </p:txBody>
        </p:sp>
      </p:grpSp>
      <p:sp>
        <p:nvSpPr>
          <p:cNvPr id="5" name="星 5 4">
            <a:extLst>
              <a:ext uri="{FF2B5EF4-FFF2-40B4-BE49-F238E27FC236}">
                <a16:creationId xmlns:a16="http://schemas.microsoft.com/office/drawing/2014/main" id="{E0201FB3-703D-7143-1159-20B2938BD237}"/>
              </a:ext>
            </a:extLst>
          </p:cNvPr>
          <p:cNvSpPr/>
          <p:nvPr/>
        </p:nvSpPr>
        <p:spPr bwMode="gray">
          <a:xfrm>
            <a:off x="6945549" y="2889115"/>
            <a:ext cx="554477" cy="539885"/>
          </a:xfrm>
          <a:prstGeom prst="star5">
            <a:avLst/>
          </a:prstGeom>
          <a:solidFill>
            <a:schemeClr val="accent2"/>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p>
        </p:txBody>
      </p:sp>
      <p:sp>
        <p:nvSpPr>
          <p:cNvPr id="6" name="星 5 5">
            <a:extLst>
              <a:ext uri="{FF2B5EF4-FFF2-40B4-BE49-F238E27FC236}">
                <a16:creationId xmlns:a16="http://schemas.microsoft.com/office/drawing/2014/main" id="{6E36385B-EECE-9C4B-AC36-0ED0E5AA4C54}"/>
              </a:ext>
            </a:extLst>
          </p:cNvPr>
          <p:cNvSpPr/>
          <p:nvPr/>
        </p:nvSpPr>
        <p:spPr bwMode="gray">
          <a:xfrm>
            <a:off x="4855149" y="3985098"/>
            <a:ext cx="554477" cy="539885"/>
          </a:xfrm>
          <a:prstGeom prst="star5">
            <a:avLst/>
          </a:prstGeom>
          <a:solidFill>
            <a:schemeClr val="accent2"/>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p>
        </p:txBody>
      </p:sp>
      <p:sp>
        <p:nvSpPr>
          <p:cNvPr id="7" name="星 5 6">
            <a:extLst>
              <a:ext uri="{FF2B5EF4-FFF2-40B4-BE49-F238E27FC236}">
                <a16:creationId xmlns:a16="http://schemas.microsoft.com/office/drawing/2014/main" id="{4EC7A2D4-9814-2941-C37D-373D0BC0DE82}"/>
              </a:ext>
            </a:extLst>
          </p:cNvPr>
          <p:cNvSpPr/>
          <p:nvPr/>
        </p:nvSpPr>
        <p:spPr bwMode="gray">
          <a:xfrm>
            <a:off x="4953000" y="4643336"/>
            <a:ext cx="554477" cy="539885"/>
          </a:xfrm>
          <a:prstGeom prst="star5">
            <a:avLst/>
          </a:prstGeom>
          <a:solidFill>
            <a:schemeClr val="accent2"/>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p>
        </p:txBody>
      </p:sp>
      <p:sp>
        <p:nvSpPr>
          <p:cNvPr id="12" name="正方形/長方形 11">
            <a:extLst>
              <a:ext uri="{FF2B5EF4-FFF2-40B4-BE49-F238E27FC236}">
                <a16:creationId xmlns:a16="http://schemas.microsoft.com/office/drawing/2014/main" id="{20A17033-DF22-8B77-D05B-E551C8639866}"/>
              </a:ext>
            </a:extLst>
          </p:cNvPr>
          <p:cNvSpPr/>
          <p:nvPr/>
        </p:nvSpPr>
        <p:spPr bwMode="gray">
          <a:xfrm>
            <a:off x="243068" y="6308725"/>
            <a:ext cx="949124" cy="468313"/>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endParaRPr kumimoji="1" lang="ja-JP" altLang="en-US" sz="1200" dirty="0"/>
          </a:p>
        </p:txBody>
      </p:sp>
    </p:spTree>
    <p:extLst>
      <p:ext uri="{BB962C8B-B14F-4D97-AF65-F5344CB8AC3E}">
        <p14:creationId xmlns:p14="http://schemas.microsoft.com/office/powerpoint/2010/main" val="327489193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8" name="Group 337"/>
          <p:cNvGrpSpPr/>
          <p:nvPr/>
        </p:nvGrpSpPr>
        <p:grpSpPr>
          <a:xfrm>
            <a:off x="4333714" y="1818856"/>
            <a:ext cx="1794640" cy="3804740"/>
            <a:chOff x="2360613" y="1449388"/>
            <a:chExt cx="2208213" cy="4681538"/>
          </a:xfrm>
          <a:solidFill>
            <a:schemeClr val="bg1">
              <a:lumMod val="75000"/>
            </a:schemeClr>
          </a:solidFill>
        </p:grpSpPr>
        <p:sp>
          <p:nvSpPr>
            <p:cNvPr id="339" name="Freeform 6"/>
            <p:cNvSpPr>
              <a:spLocks/>
            </p:cNvSpPr>
            <p:nvPr/>
          </p:nvSpPr>
          <p:spPr bwMode="auto">
            <a:xfrm>
              <a:off x="4035426" y="2063750"/>
              <a:ext cx="42863" cy="15875"/>
            </a:xfrm>
            <a:custGeom>
              <a:avLst/>
              <a:gdLst/>
              <a:ahLst/>
              <a:cxnLst>
                <a:cxn ang="0">
                  <a:pos x="23" y="0"/>
                </a:cxn>
                <a:cxn ang="0">
                  <a:pos x="27" y="0"/>
                </a:cxn>
                <a:cxn ang="0">
                  <a:pos x="27" y="2"/>
                </a:cxn>
                <a:cxn ang="0">
                  <a:pos x="25" y="3"/>
                </a:cxn>
                <a:cxn ang="0">
                  <a:pos x="23" y="5"/>
                </a:cxn>
                <a:cxn ang="0">
                  <a:pos x="21" y="5"/>
                </a:cxn>
                <a:cxn ang="0">
                  <a:pos x="20" y="7"/>
                </a:cxn>
                <a:cxn ang="0">
                  <a:pos x="18" y="8"/>
                </a:cxn>
                <a:cxn ang="0">
                  <a:pos x="13" y="10"/>
                </a:cxn>
                <a:cxn ang="0">
                  <a:pos x="9" y="10"/>
                </a:cxn>
                <a:cxn ang="0">
                  <a:pos x="3" y="9"/>
                </a:cxn>
                <a:cxn ang="0">
                  <a:pos x="2" y="9"/>
                </a:cxn>
                <a:cxn ang="0">
                  <a:pos x="0" y="7"/>
                </a:cxn>
                <a:cxn ang="0">
                  <a:pos x="1" y="6"/>
                </a:cxn>
                <a:cxn ang="0">
                  <a:pos x="1" y="5"/>
                </a:cxn>
                <a:cxn ang="0">
                  <a:pos x="4" y="5"/>
                </a:cxn>
                <a:cxn ang="0">
                  <a:pos x="9" y="5"/>
                </a:cxn>
                <a:cxn ang="0">
                  <a:pos x="16" y="3"/>
                </a:cxn>
                <a:cxn ang="0">
                  <a:pos x="19" y="2"/>
                </a:cxn>
                <a:cxn ang="0">
                  <a:pos x="20" y="1"/>
                </a:cxn>
                <a:cxn ang="0">
                  <a:pos x="22" y="1"/>
                </a:cxn>
                <a:cxn ang="0">
                  <a:pos x="23" y="0"/>
                </a:cxn>
              </a:cxnLst>
              <a:rect l="0" t="0" r="r" b="b"/>
              <a:pathLst>
                <a:path w="27" h="10">
                  <a:moveTo>
                    <a:pt x="23" y="0"/>
                  </a:moveTo>
                  <a:lnTo>
                    <a:pt x="27" y="0"/>
                  </a:lnTo>
                  <a:lnTo>
                    <a:pt x="27" y="2"/>
                  </a:lnTo>
                  <a:lnTo>
                    <a:pt x="25" y="3"/>
                  </a:lnTo>
                  <a:lnTo>
                    <a:pt x="23" y="5"/>
                  </a:lnTo>
                  <a:lnTo>
                    <a:pt x="21" y="5"/>
                  </a:lnTo>
                  <a:lnTo>
                    <a:pt x="20" y="7"/>
                  </a:lnTo>
                  <a:lnTo>
                    <a:pt x="18" y="8"/>
                  </a:lnTo>
                  <a:lnTo>
                    <a:pt x="13" y="10"/>
                  </a:lnTo>
                  <a:lnTo>
                    <a:pt x="9" y="10"/>
                  </a:lnTo>
                  <a:lnTo>
                    <a:pt x="3" y="9"/>
                  </a:lnTo>
                  <a:lnTo>
                    <a:pt x="2" y="9"/>
                  </a:lnTo>
                  <a:lnTo>
                    <a:pt x="0" y="7"/>
                  </a:lnTo>
                  <a:lnTo>
                    <a:pt x="1" y="6"/>
                  </a:lnTo>
                  <a:lnTo>
                    <a:pt x="1" y="5"/>
                  </a:lnTo>
                  <a:lnTo>
                    <a:pt x="4" y="5"/>
                  </a:lnTo>
                  <a:lnTo>
                    <a:pt x="9" y="5"/>
                  </a:lnTo>
                  <a:lnTo>
                    <a:pt x="16" y="3"/>
                  </a:lnTo>
                  <a:lnTo>
                    <a:pt x="19" y="2"/>
                  </a:lnTo>
                  <a:lnTo>
                    <a:pt x="20" y="1"/>
                  </a:lnTo>
                  <a:lnTo>
                    <a:pt x="22" y="1"/>
                  </a:lnTo>
                  <a:lnTo>
                    <a:pt x="2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0" name="Freeform 7"/>
            <p:cNvSpPr>
              <a:spLocks/>
            </p:cNvSpPr>
            <p:nvPr/>
          </p:nvSpPr>
          <p:spPr bwMode="auto">
            <a:xfrm>
              <a:off x="3998913" y="2081213"/>
              <a:ext cx="23813" cy="22225"/>
            </a:xfrm>
            <a:custGeom>
              <a:avLst/>
              <a:gdLst/>
              <a:ahLst/>
              <a:cxnLst>
                <a:cxn ang="0">
                  <a:pos x="13" y="0"/>
                </a:cxn>
                <a:cxn ang="0">
                  <a:pos x="14" y="0"/>
                </a:cxn>
                <a:cxn ang="0">
                  <a:pos x="15" y="1"/>
                </a:cxn>
                <a:cxn ang="0">
                  <a:pos x="15" y="2"/>
                </a:cxn>
                <a:cxn ang="0">
                  <a:pos x="14" y="3"/>
                </a:cxn>
                <a:cxn ang="0">
                  <a:pos x="13" y="5"/>
                </a:cxn>
                <a:cxn ang="0">
                  <a:pos x="12" y="6"/>
                </a:cxn>
                <a:cxn ang="0">
                  <a:pos x="9" y="6"/>
                </a:cxn>
                <a:cxn ang="0">
                  <a:pos x="9" y="11"/>
                </a:cxn>
                <a:cxn ang="0">
                  <a:pos x="9" y="13"/>
                </a:cxn>
                <a:cxn ang="0">
                  <a:pos x="8" y="14"/>
                </a:cxn>
                <a:cxn ang="0">
                  <a:pos x="1" y="14"/>
                </a:cxn>
                <a:cxn ang="0">
                  <a:pos x="0" y="13"/>
                </a:cxn>
                <a:cxn ang="0">
                  <a:pos x="0" y="11"/>
                </a:cxn>
                <a:cxn ang="0">
                  <a:pos x="0" y="10"/>
                </a:cxn>
                <a:cxn ang="0">
                  <a:pos x="1" y="6"/>
                </a:cxn>
                <a:cxn ang="0">
                  <a:pos x="5" y="2"/>
                </a:cxn>
                <a:cxn ang="0">
                  <a:pos x="9" y="1"/>
                </a:cxn>
                <a:cxn ang="0">
                  <a:pos x="13" y="0"/>
                </a:cxn>
              </a:cxnLst>
              <a:rect l="0" t="0" r="r" b="b"/>
              <a:pathLst>
                <a:path w="15" h="14">
                  <a:moveTo>
                    <a:pt x="13" y="0"/>
                  </a:moveTo>
                  <a:lnTo>
                    <a:pt x="14" y="0"/>
                  </a:lnTo>
                  <a:lnTo>
                    <a:pt x="15" y="1"/>
                  </a:lnTo>
                  <a:lnTo>
                    <a:pt x="15" y="2"/>
                  </a:lnTo>
                  <a:lnTo>
                    <a:pt x="14" y="3"/>
                  </a:lnTo>
                  <a:lnTo>
                    <a:pt x="13" y="5"/>
                  </a:lnTo>
                  <a:lnTo>
                    <a:pt x="12" y="6"/>
                  </a:lnTo>
                  <a:lnTo>
                    <a:pt x="9" y="6"/>
                  </a:lnTo>
                  <a:lnTo>
                    <a:pt x="9" y="11"/>
                  </a:lnTo>
                  <a:lnTo>
                    <a:pt x="9" y="13"/>
                  </a:lnTo>
                  <a:lnTo>
                    <a:pt x="8" y="14"/>
                  </a:lnTo>
                  <a:lnTo>
                    <a:pt x="1" y="14"/>
                  </a:lnTo>
                  <a:lnTo>
                    <a:pt x="0" y="13"/>
                  </a:lnTo>
                  <a:lnTo>
                    <a:pt x="0" y="11"/>
                  </a:lnTo>
                  <a:lnTo>
                    <a:pt x="0" y="10"/>
                  </a:lnTo>
                  <a:lnTo>
                    <a:pt x="1" y="6"/>
                  </a:lnTo>
                  <a:lnTo>
                    <a:pt x="5" y="2"/>
                  </a:lnTo>
                  <a:lnTo>
                    <a:pt x="9" y="1"/>
                  </a:lnTo>
                  <a:lnTo>
                    <a:pt x="1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1" name="Freeform 8"/>
            <p:cNvSpPr>
              <a:spLocks/>
            </p:cNvSpPr>
            <p:nvPr/>
          </p:nvSpPr>
          <p:spPr bwMode="auto">
            <a:xfrm>
              <a:off x="4064001" y="2116138"/>
              <a:ext cx="11113" cy="6350"/>
            </a:xfrm>
            <a:custGeom>
              <a:avLst/>
              <a:gdLst/>
              <a:ahLst/>
              <a:cxnLst>
                <a:cxn ang="0">
                  <a:pos x="4" y="0"/>
                </a:cxn>
                <a:cxn ang="0">
                  <a:pos x="6" y="1"/>
                </a:cxn>
                <a:cxn ang="0">
                  <a:pos x="7" y="1"/>
                </a:cxn>
                <a:cxn ang="0">
                  <a:pos x="7" y="2"/>
                </a:cxn>
                <a:cxn ang="0">
                  <a:pos x="6" y="2"/>
                </a:cxn>
                <a:cxn ang="0">
                  <a:pos x="5" y="3"/>
                </a:cxn>
                <a:cxn ang="0">
                  <a:pos x="3" y="3"/>
                </a:cxn>
                <a:cxn ang="0">
                  <a:pos x="2" y="4"/>
                </a:cxn>
                <a:cxn ang="0">
                  <a:pos x="1" y="3"/>
                </a:cxn>
                <a:cxn ang="0">
                  <a:pos x="0" y="3"/>
                </a:cxn>
                <a:cxn ang="0">
                  <a:pos x="0" y="2"/>
                </a:cxn>
                <a:cxn ang="0">
                  <a:pos x="1" y="1"/>
                </a:cxn>
                <a:cxn ang="0">
                  <a:pos x="2" y="1"/>
                </a:cxn>
                <a:cxn ang="0">
                  <a:pos x="4" y="0"/>
                </a:cxn>
              </a:cxnLst>
              <a:rect l="0" t="0" r="r" b="b"/>
              <a:pathLst>
                <a:path w="7" h="4">
                  <a:moveTo>
                    <a:pt x="4" y="0"/>
                  </a:moveTo>
                  <a:lnTo>
                    <a:pt x="6" y="1"/>
                  </a:lnTo>
                  <a:lnTo>
                    <a:pt x="7" y="1"/>
                  </a:lnTo>
                  <a:lnTo>
                    <a:pt x="7" y="2"/>
                  </a:lnTo>
                  <a:lnTo>
                    <a:pt x="6" y="2"/>
                  </a:lnTo>
                  <a:lnTo>
                    <a:pt x="5" y="3"/>
                  </a:lnTo>
                  <a:lnTo>
                    <a:pt x="3" y="3"/>
                  </a:lnTo>
                  <a:lnTo>
                    <a:pt x="2" y="4"/>
                  </a:lnTo>
                  <a:lnTo>
                    <a:pt x="1" y="3"/>
                  </a:lnTo>
                  <a:lnTo>
                    <a:pt x="0" y="3"/>
                  </a:lnTo>
                  <a:lnTo>
                    <a:pt x="0" y="2"/>
                  </a:lnTo>
                  <a:lnTo>
                    <a:pt x="1" y="1"/>
                  </a:lnTo>
                  <a:lnTo>
                    <a:pt x="2" y="1"/>
                  </a:lnTo>
                  <a:lnTo>
                    <a:pt x="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2" name="Freeform 9"/>
            <p:cNvSpPr>
              <a:spLocks/>
            </p:cNvSpPr>
            <p:nvPr/>
          </p:nvSpPr>
          <p:spPr bwMode="auto">
            <a:xfrm>
              <a:off x="4025901" y="2181225"/>
              <a:ext cx="14288" cy="17463"/>
            </a:xfrm>
            <a:custGeom>
              <a:avLst/>
              <a:gdLst/>
              <a:ahLst/>
              <a:cxnLst>
                <a:cxn ang="0">
                  <a:pos x="6" y="0"/>
                </a:cxn>
                <a:cxn ang="0">
                  <a:pos x="8" y="0"/>
                </a:cxn>
                <a:cxn ang="0">
                  <a:pos x="9" y="1"/>
                </a:cxn>
                <a:cxn ang="0">
                  <a:pos x="9" y="5"/>
                </a:cxn>
                <a:cxn ang="0">
                  <a:pos x="8" y="7"/>
                </a:cxn>
                <a:cxn ang="0">
                  <a:pos x="3" y="11"/>
                </a:cxn>
                <a:cxn ang="0">
                  <a:pos x="0" y="11"/>
                </a:cxn>
                <a:cxn ang="0">
                  <a:pos x="0" y="10"/>
                </a:cxn>
                <a:cxn ang="0">
                  <a:pos x="0" y="6"/>
                </a:cxn>
                <a:cxn ang="0">
                  <a:pos x="0" y="4"/>
                </a:cxn>
                <a:cxn ang="0">
                  <a:pos x="2" y="3"/>
                </a:cxn>
                <a:cxn ang="0">
                  <a:pos x="4" y="1"/>
                </a:cxn>
                <a:cxn ang="0">
                  <a:pos x="6" y="0"/>
                </a:cxn>
              </a:cxnLst>
              <a:rect l="0" t="0" r="r" b="b"/>
              <a:pathLst>
                <a:path w="9" h="11">
                  <a:moveTo>
                    <a:pt x="6" y="0"/>
                  </a:moveTo>
                  <a:lnTo>
                    <a:pt x="8" y="0"/>
                  </a:lnTo>
                  <a:lnTo>
                    <a:pt x="9" y="1"/>
                  </a:lnTo>
                  <a:lnTo>
                    <a:pt x="9" y="5"/>
                  </a:lnTo>
                  <a:lnTo>
                    <a:pt x="8" y="7"/>
                  </a:lnTo>
                  <a:lnTo>
                    <a:pt x="3" y="11"/>
                  </a:lnTo>
                  <a:lnTo>
                    <a:pt x="0" y="11"/>
                  </a:lnTo>
                  <a:lnTo>
                    <a:pt x="0" y="10"/>
                  </a:lnTo>
                  <a:lnTo>
                    <a:pt x="0" y="6"/>
                  </a:lnTo>
                  <a:lnTo>
                    <a:pt x="0" y="4"/>
                  </a:lnTo>
                  <a:lnTo>
                    <a:pt x="2" y="3"/>
                  </a:lnTo>
                  <a:lnTo>
                    <a:pt x="4" y="1"/>
                  </a:lnTo>
                  <a:lnTo>
                    <a:pt x="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3" name="Freeform 10"/>
            <p:cNvSpPr>
              <a:spLocks/>
            </p:cNvSpPr>
            <p:nvPr/>
          </p:nvSpPr>
          <p:spPr bwMode="auto">
            <a:xfrm>
              <a:off x="4002088" y="2190750"/>
              <a:ext cx="14288" cy="20638"/>
            </a:xfrm>
            <a:custGeom>
              <a:avLst/>
              <a:gdLst/>
              <a:ahLst/>
              <a:cxnLst>
                <a:cxn ang="0">
                  <a:pos x="1" y="0"/>
                </a:cxn>
                <a:cxn ang="0">
                  <a:pos x="3" y="0"/>
                </a:cxn>
                <a:cxn ang="0">
                  <a:pos x="5" y="1"/>
                </a:cxn>
                <a:cxn ang="0">
                  <a:pos x="9" y="5"/>
                </a:cxn>
                <a:cxn ang="0">
                  <a:pos x="9" y="8"/>
                </a:cxn>
                <a:cxn ang="0">
                  <a:pos x="8" y="10"/>
                </a:cxn>
                <a:cxn ang="0">
                  <a:pos x="7" y="12"/>
                </a:cxn>
                <a:cxn ang="0">
                  <a:pos x="7" y="13"/>
                </a:cxn>
                <a:cxn ang="0">
                  <a:pos x="6" y="13"/>
                </a:cxn>
                <a:cxn ang="0">
                  <a:pos x="5" y="12"/>
                </a:cxn>
                <a:cxn ang="0">
                  <a:pos x="5" y="10"/>
                </a:cxn>
                <a:cxn ang="0">
                  <a:pos x="0" y="1"/>
                </a:cxn>
                <a:cxn ang="0">
                  <a:pos x="0" y="1"/>
                </a:cxn>
                <a:cxn ang="0">
                  <a:pos x="1" y="0"/>
                </a:cxn>
              </a:cxnLst>
              <a:rect l="0" t="0" r="r" b="b"/>
              <a:pathLst>
                <a:path w="9" h="13">
                  <a:moveTo>
                    <a:pt x="1" y="0"/>
                  </a:moveTo>
                  <a:lnTo>
                    <a:pt x="3" y="0"/>
                  </a:lnTo>
                  <a:lnTo>
                    <a:pt x="5" y="1"/>
                  </a:lnTo>
                  <a:lnTo>
                    <a:pt x="9" y="5"/>
                  </a:lnTo>
                  <a:lnTo>
                    <a:pt x="9" y="8"/>
                  </a:lnTo>
                  <a:lnTo>
                    <a:pt x="8" y="10"/>
                  </a:lnTo>
                  <a:lnTo>
                    <a:pt x="7" y="12"/>
                  </a:lnTo>
                  <a:lnTo>
                    <a:pt x="7" y="13"/>
                  </a:lnTo>
                  <a:lnTo>
                    <a:pt x="6" y="13"/>
                  </a:lnTo>
                  <a:lnTo>
                    <a:pt x="5" y="12"/>
                  </a:lnTo>
                  <a:lnTo>
                    <a:pt x="5" y="10"/>
                  </a:lnTo>
                  <a:lnTo>
                    <a:pt x="0" y="1"/>
                  </a:lnTo>
                  <a:lnTo>
                    <a:pt x="0" y="1"/>
                  </a:lnTo>
                  <a:lnTo>
                    <a:pt x="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4" name="Freeform 11"/>
            <p:cNvSpPr>
              <a:spLocks/>
            </p:cNvSpPr>
            <p:nvPr/>
          </p:nvSpPr>
          <p:spPr bwMode="auto">
            <a:xfrm>
              <a:off x="3897313" y="2111375"/>
              <a:ext cx="61913" cy="80963"/>
            </a:xfrm>
            <a:custGeom>
              <a:avLst/>
              <a:gdLst/>
              <a:ahLst/>
              <a:cxnLst>
                <a:cxn ang="0">
                  <a:pos x="12" y="0"/>
                </a:cxn>
                <a:cxn ang="0">
                  <a:pos x="18" y="0"/>
                </a:cxn>
                <a:cxn ang="0">
                  <a:pos x="20" y="1"/>
                </a:cxn>
                <a:cxn ang="0">
                  <a:pos x="20" y="5"/>
                </a:cxn>
                <a:cxn ang="0">
                  <a:pos x="23" y="5"/>
                </a:cxn>
                <a:cxn ang="0">
                  <a:pos x="25" y="4"/>
                </a:cxn>
                <a:cxn ang="0">
                  <a:pos x="29" y="4"/>
                </a:cxn>
                <a:cxn ang="0">
                  <a:pos x="30" y="5"/>
                </a:cxn>
                <a:cxn ang="0">
                  <a:pos x="30" y="6"/>
                </a:cxn>
                <a:cxn ang="0">
                  <a:pos x="27" y="9"/>
                </a:cxn>
                <a:cxn ang="0">
                  <a:pos x="25" y="9"/>
                </a:cxn>
                <a:cxn ang="0">
                  <a:pos x="27" y="11"/>
                </a:cxn>
                <a:cxn ang="0">
                  <a:pos x="30" y="13"/>
                </a:cxn>
                <a:cxn ang="0">
                  <a:pos x="34" y="13"/>
                </a:cxn>
                <a:cxn ang="0">
                  <a:pos x="35" y="12"/>
                </a:cxn>
                <a:cxn ang="0">
                  <a:pos x="37" y="11"/>
                </a:cxn>
                <a:cxn ang="0">
                  <a:pos x="38" y="10"/>
                </a:cxn>
                <a:cxn ang="0">
                  <a:pos x="39" y="10"/>
                </a:cxn>
                <a:cxn ang="0">
                  <a:pos x="39" y="11"/>
                </a:cxn>
                <a:cxn ang="0">
                  <a:pos x="37" y="15"/>
                </a:cxn>
                <a:cxn ang="0">
                  <a:pos x="35" y="17"/>
                </a:cxn>
                <a:cxn ang="0">
                  <a:pos x="33" y="19"/>
                </a:cxn>
                <a:cxn ang="0">
                  <a:pos x="30" y="21"/>
                </a:cxn>
                <a:cxn ang="0">
                  <a:pos x="29" y="23"/>
                </a:cxn>
                <a:cxn ang="0">
                  <a:pos x="25" y="25"/>
                </a:cxn>
                <a:cxn ang="0">
                  <a:pos x="24" y="26"/>
                </a:cxn>
                <a:cxn ang="0">
                  <a:pos x="23" y="27"/>
                </a:cxn>
                <a:cxn ang="0">
                  <a:pos x="20" y="29"/>
                </a:cxn>
                <a:cxn ang="0">
                  <a:pos x="17" y="34"/>
                </a:cxn>
                <a:cxn ang="0">
                  <a:pos x="15" y="36"/>
                </a:cxn>
                <a:cxn ang="0">
                  <a:pos x="13" y="37"/>
                </a:cxn>
                <a:cxn ang="0">
                  <a:pos x="12" y="37"/>
                </a:cxn>
                <a:cxn ang="0">
                  <a:pos x="10" y="38"/>
                </a:cxn>
                <a:cxn ang="0">
                  <a:pos x="7" y="39"/>
                </a:cxn>
                <a:cxn ang="0">
                  <a:pos x="5" y="40"/>
                </a:cxn>
                <a:cxn ang="0">
                  <a:pos x="3" y="43"/>
                </a:cxn>
                <a:cxn ang="0">
                  <a:pos x="3" y="44"/>
                </a:cxn>
                <a:cxn ang="0">
                  <a:pos x="4" y="46"/>
                </a:cxn>
                <a:cxn ang="0">
                  <a:pos x="4" y="48"/>
                </a:cxn>
                <a:cxn ang="0">
                  <a:pos x="3" y="50"/>
                </a:cxn>
                <a:cxn ang="0">
                  <a:pos x="2" y="51"/>
                </a:cxn>
                <a:cxn ang="0">
                  <a:pos x="2" y="50"/>
                </a:cxn>
                <a:cxn ang="0">
                  <a:pos x="1" y="49"/>
                </a:cxn>
                <a:cxn ang="0">
                  <a:pos x="1" y="47"/>
                </a:cxn>
                <a:cxn ang="0">
                  <a:pos x="0" y="44"/>
                </a:cxn>
                <a:cxn ang="0">
                  <a:pos x="0" y="34"/>
                </a:cxn>
                <a:cxn ang="0">
                  <a:pos x="2" y="30"/>
                </a:cxn>
                <a:cxn ang="0">
                  <a:pos x="6" y="26"/>
                </a:cxn>
                <a:cxn ang="0">
                  <a:pos x="6" y="16"/>
                </a:cxn>
                <a:cxn ang="0">
                  <a:pos x="7" y="15"/>
                </a:cxn>
                <a:cxn ang="0">
                  <a:pos x="9" y="14"/>
                </a:cxn>
                <a:cxn ang="0">
                  <a:pos x="10" y="13"/>
                </a:cxn>
                <a:cxn ang="0">
                  <a:pos x="12" y="9"/>
                </a:cxn>
                <a:cxn ang="0">
                  <a:pos x="12" y="8"/>
                </a:cxn>
                <a:cxn ang="0">
                  <a:pos x="11" y="7"/>
                </a:cxn>
                <a:cxn ang="0">
                  <a:pos x="11" y="6"/>
                </a:cxn>
                <a:cxn ang="0">
                  <a:pos x="10" y="6"/>
                </a:cxn>
                <a:cxn ang="0">
                  <a:pos x="9" y="5"/>
                </a:cxn>
                <a:cxn ang="0">
                  <a:pos x="9" y="2"/>
                </a:cxn>
                <a:cxn ang="0">
                  <a:pos x="10" y="1"/>
                </a:cxn>
                <a:cxn ang="0">
                  <a:pos x="12" y="0"/>
                </a:cxn>
              </a:cxnLst>
              <a:rect l="0" t="0" r="r" b="b"/>
              <a:pathLst>
                <a:path w="39" h="51">
                  <a:moveTo>
                    <a:pt x="12" y="0"/>
                  </a:moveTo>
                  <a:lnTo>
                    <a:pt x="18" y="0"/>
                  </a:lnTo>
                  <a:lnTo>
                    <a:pt x="20" y="1"/>
                  </a:lnTo>
                  <a:lnTo>
                    <a:pt x="20" y="5"/>
                  </a:lnTo>
                  <a:lnTo>
                    <a:pt x="23" y="5"/>
                  </a:lnTo>
                  <a:lnTo>
                    <a:pt x="25" y="4"/>
                  </a:lnTo>
                  <a:lnTo>
                    <a:pt x="29" y="4"/>
                  </a:lnTo>
                  <a:lnTo>
                    <a:pt x="30" y="5"/>
                  </a:lnTo>
                  <a:lnTo>
                    <a:pt x="30" y="6"/>
                  </a:lnTo>
                  <a:lnTo>
                    <a:pt x="27" y="9"/>
                  </a:lnTo>
                  <a:lnTo>
                    <a:pt x="25" y="9"/>
                  </a:lnTo>
                  <a:lnTo>
                    <a:pt x="27" y="11"/>
                  </a:lnTo>
                  <a:lnTo>
                    <a:pt x="30" y="13"/>
                  </a:lnTo>
                  <a:lnTo>
                    <a:pt x="34" y="13"/>
                  </a:lnTo>
                  <a:lnTo>
                    <a:pt x="35" y="12"/>
                  </a:lnTo>
                  <a:lnTo>
                    <a:pt x="37" y="11"/>
                  </a:lnTo>
                  <a:lnTo>
                    <a:pt x="38" y="10"/>
                  </a:lnTo>
                  <a:lnTo>
                    <a:pt x="39" y="10"/>
                  </a:lnTo>
                  <a:lnTo>
                    <a:pt x="39" y="11"/>
                  </a:lnTo>
                  <a:lnTo>
                    <a:pt x="37" y="15"/>
                  </a:lnTo>
                  <a:lnTo>
                    <a:pt x="35" y="17"/>
                  </a:lnTo>
                  <a:lnTo>
                    <a:pt x="33" y="19"/>
                  </a:lnTo>
                  <a:lnTo>
                    <a:pt x="30" y="21"/>
                  </a:lnTo>
                  <a:lnTo>
                    <a:pt x="29" y="23"/>
                  </a:lnTo>
                  <a:lnTo>
                    <a:pt x="25" y="25"/>
                  </a:lnTo>
                  <a:lnTo>
                    <a:pt x="24" y="26"/>
                  </a:lnTo>
                  <a:lnTo>
                    <a:pt x="23" y="27"/>
                  </a:lnTo>
                  <a:lnTo>
                    <a:pt x="20" y="29"/>
                  </a:lnTo>
                  <a:lnTo>
                    <a:pt x="17" y="34"/>
                  </a:lnTo>
                  <a:lnTo>
                    <a:pt x="15" y="36"/>
                  </a:lnTo>
                  <a:lnTo>
                    <a:pt x="13" y="37"/>
                  </a:lnTo>
                  <a:lnTo>
                    <a:pt x="12" y="37"/>
                  </a:lnTo>
                  <a:lnTo>
                    <a:pt x="10" y="38"/>
                  </a:lnTo>
                  <a:lnTo>
                    <a:pt x="7" y="39"/>
                  </a:lnTo>
                  <a:lnTo>
                    <a:pt x="5" y="40"/>
                  </a:lnTo>
                  <a:lnTo>
                    <a:pt x="3" y="43"/>
                  </a:lnTo>
                  <a:lnTo>
                    <a:pt x="3" y="44"/>
                  </a:lnTo>
                  <a:lnTo>
                    <a:pt x="4" y="46"/>
                  </a:lnTo>
                  <a:lnTo>
                    <a:pt x="4" y="48"/>
                  </a:lnTo>
                  <a:lnTo>
                    <a:pt x="3" y="50"/>
                  </a:lnTo>
                  <a:lnTo>
                    <a:pt x="2" y="51"/>
                  </a:lnTo>
                  <a:lnTo>
                    <a:pt x="2" y="50"/>
                  </a:lnTo>
                  <a:lnTo>
                    <a:pt x="1" y="49"/>
                  </a:lnTo>
                  <a:lnTo>
                    <a:pt x="1" y="47"/>
                  </a:lnTo>
                  <a:lnTo>
                    <a:pt x="0" y="44"/>
                  </a:lnTo>
                  <a:lnTo>
                    <a:pt x="0" y="34"/>
                  </a:lnTo>
                  <a:lnTo>
                    <a:pt x="2" y="30"/>
                  </a:lnTo>
                  <a:lnTo>
                    <a:pt x="6" y="26"/>
                  </a:lnTo>
                  <a:lnTo>
                    <a:pt x="6" y="16"/>
                  </a:lnTo>
                  <a:lnTo>
                    <a:pt x="7" y="15"/>
                  </a:lnTo>
                  <a:lnTo>
                    <a:pt x="9" y="14"/>
                  </a:lnTo>
                  <a:lnTo>
                    <a:pt x="10" y="13"/>
                  </a:lnTo>
                  <a:lnTo>
                    <a:pt x="12" y="9"/>
                  </a:lnTo>
                  <a:lnTo>
                    <a:pt x="12" y="8"/>
                  </a:lnTo>
                  <a:lnTo>
                    <a:pt x="11" y="7"/>
                  </a:lnTo>
                  <a:lnTo>
                    <a:pt x="11" y="6"/>
                  </a:lnTo>
                  <a:lnTo>
                    <a:pt x="10" y="6"/>
                  </a:lnTo>
                  <a:lnTo>
                    <a:pt x="9" y="5"/>
                  </a:lnTo>
                  <a:lnTo>
                    <a:pt x="9" y="2"/>
                  </a:lnTo>
                  <a:lnTo>
                    <a:pt x="10" y="1"/>
                  </a:lnTo>
                  <a:lnTo>
                    <a:pt x="1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5" name="Freeform 12"/>
            <p:cNvSpPr>
              <a:spLocks/>
            </p:cNvSpPr>
            <p:nvPr/>
          </p:nvSpPr>
          <p:spPr bwMode="auto">
            <a:xfrm>
              <a:off x="3902076" y="2190750"/>
              <a:ext cx="47625" cy="60325"/>
            </a:xfrm>
            <a:custGeom>
              <a:avLst/>
              <a:gdLst/>
              <a:ahLst/>
              <a:cxnLst>
                <a:cxn ang="0">
                  <a:pos x="21" y="0"/>
                </a:cxn>
                <a:cxn ang="0">
                  <a:pos x="23" y="0"/>
                </a:cxn>
                <a:cxn ang="0">
                  <a:pos x="24" y="1"/>
                </a:cxn>
                <a:cxn ang="0">
                  <a:pos x="25" y="1"/>
                </a:cxn>
                <a:cxn ang="0">
                  <a:pos x="26" y="2"/>
                </a:cxn>
                <a:cxn ang="0">
                  <a:pos x="27" y="4"/>
                </a:cxn>
                <a:cxn ang="0">
                  <a:pos x="27" y="9"/>
                </a:cxn>
                <a:cxn ang="0">
                  <a:pos x="29" y="12"/>
                </a:cxn>
                <a:cxn ang="0">
                  <a:pos x="30" y="13"/>
                </a:cxn>
                <a:cxn ang="0">
                  <a:pos x="29" y="15"/>
                </a:cxn>
                <a:cxn ang="0">
                  <a:pos x="29" y="17"/>
                </a:cxn>
                <a:cxn ang="0">
                  <a:pos x="28" y="18"/>
                </a:cxn>
                <a:cxn ang="0">
                  <a:pos x="26" y="21"/>
                </a:cxn>
                <a:cxn ang="0">
                  <a:pos x="24" y="24"/>
                </a:cxn>
                <a:cxn ang="0">
                  <a:pos x="23" y="26"/>
                </a:cxn>
                <a:cxn ang="0">
                  <a:pos x="19" y="31"/>
                </a:cxn>
                <a:cxn ang="0">
                  <a:pos x="17" y="36"/>
                </a:cxn>
                <a:cxn ang="0">
                  <a:pos x="16" y="37"/>
                </a:cxn>
                <a:cxn ang="0">
                  <a:pos x="14" y="38"/>
                </a:cxn>
                <a:cxn ang="0">
                  <a:pos x="13" y="38"/>
                </a:cxn>
                <a:cxn ang="0">
                  <a:pos x="13" y="35"/>
                </a:cxn>
                <a:cxn ang="0">
                  <a:pos x="14" y="33"/>
                </a:cxn>
                <a:cxn ang="0">
                  <a:pos x="17" y="27"/>
                </a:cxn>
                <a:cxn ang="0">
                  <a:pos x="17" y="26"/>
                </a:cxn>
                <a:cxn ang="0">
                  <a:pos x="15" y="24"/>
                </a:cxn>
                <a:cxn ang="0">
                  <a:pos x="12" y="23"/>
                </a:cxn>
                <a:cxn ang="0">
                  <a:pos x="7" y="23"/>
                </a:cxn>
                <a:cxn ang="0">
                  <a:pos x="5" y="24"/>
                </a:cxn>
                <a:cxn ang="0">
                  <a:pos x="3" y="24"/>
                </a:cxn>
                <a:cxn ang="0">
                  <a:pos x="2" y="25"/>
                </a:cxn>
                <a:cxn ang="0">
                  <a:pos x="0" y="25"/>
                </a:cxn>
                <a:cxn ang="0">
                  <a:pos x="0" y="24"/>
                </a:cxn>
                <a:cxn ang="0">
                  <a:pos x="1" y="23"/>
                </a:cxn>
                <a:cxn ang="0">
                  <a:pos x="4" y="21"/>
                </a:cxn>
                <a:cxn ang="0">
                  <a:pos x="5" y="20"/>
                </a:cxn>
                <a:cxn ang="0">
                  <a:pos x="7" y="20"/>
                </a:cxn>
                <a:cxn ang="0">
                  <a:pos x="8" y="19"/>
                </a:cxn>
                <a:cxn ang="0">
                  <a:pos x="9" y="18"/>
                </a:cxn>
                <a:cxn ang="0">
                  <a:pos x="10" y="16"/>
                </a:cxn>
                <a:cxn ang="0">
                  <a:pos x="12" y="13"/>
                </a:cxn>
                <a:cxn ang="0">
                  <a:pos x="16" y="9"/>
                </a:cxn>
                <a:cxn ang="0">
                  <a:pos x="17" y="8"/>
                </a:cxn>
                <a:cxn ang="0">
                  <a:pos x="17" y="7"/>
                </a:cxn>
                <a:cxn ang="0">
                  <a:pos x="18" y="5"/>
                </a:cxn>
                <a:cxn ang="0">
                  <a:pos x="18" y="3"/>
                </a:cxn>
                <a:cxn ang="0">
                  <a:pos x="19" y="1"/>
                </a:cxn>
                <a:cxn ang="0">
                  <a:pos x="19" y="1"/>
                </a:cxn>
                <a:cxn ang="0">
                  <a:pos x="21" y="0"/>
                </a:cxn>
              </a:cxnLst>
              <a:rect l="0" t="0" r="r" b="b"/>
              <a:pathLst>
                <a:path w="30" h="38">
                  <a:moveTo>
                    <a:pt x="21" y="0"/>
                  </a:moveTo>
                  <a:lnTo>
                    <a:pt x="23" y="0"/>
                  </a:lnTo>
                  <a:lnTo>
                    <a:pt x="24" y="1"/>
                  </a:lnTo>
                  <a:lnTo>
                    <a:pt x="25" y="1"/>
                  </a:lnTo>
                  <a:lnTo>
                    <a:pt x="26" y="2"/>
                  </a:lnTo>
                  <a:lnTo>
                    <a:pt x="27" y="4"/>
                  </a:lnTo>
                  <a:lnTo>
                    <a:pt x="27" y="9"/>
                  </a:lnTo>
                  <a:lnTo>
                    <a:pt x="29" y="12"/>
                  </a:lnTo>
                  <a:lnTo>
                    <a:pt x="30" y="13"/>
                  </a:lnTo>
                  <a:lnTo>
                    <a:pt x="29" y="15"/>
                  </a:lnTo>
                  <a:lnTo>
                    <a:pt x="29" y="17"/>
                  </a:lnTo>
                  <a:lnTo>
                    <a:pt x="28" y="18"/>
                  </a:lnTo>
                  <a:lnTo>
                    <a:pt x="26" y="21"/>
                  </a:lnTo>
                  <a:lnTo>
                    <a:pt x="24" y="24"/>
                  </a:lnTo>
                  <a:lnTo>
                    <a:pt x="23" y="26"/>
                  </a:lnTo>
                  <a:lnTo>
                    <a:pt x="19" y="31"/>
                  </a:lnTo>
                  <a:lnTo>
                    <a:pt x="17" y="36"/>
                  </a:lnTo>
                  <a:lnTo>
                    <a:pt x="16" y="37"/>
                  </a:lnTo>
                  <a:lnTo>
                    <a:pt x="14" y="38"/>
                  </a:lnTo>
                  <a:lnTo>
                    <a:pt x="13" y="38"/>
                  </a:lnTo>
                  <a:lnTo>
                    <a:pt x="13" y="35"/>
                  </a:lnTo>
                  <a:lnTo>
                    <a:pt x="14" y="33"/>
                  </a:lnTo>
                  <a:lnTo>
                    <a:pt x="17" y="27"/>
                  </a:lnTo>
                  <a:lnTo>
                    <a:pt x="17" y="26"/>
                  </a:lnTo>
                  <a:lnTo>
                    <a:pt x="15" y="24"/>
                  </a:lnTo>
                  <a:lnTo>
                    <a:pt x="12" y="23"/>
                  </a:lnTo>
                  <a:lnTo>
                    <a:pt x="7" y="23"/>
                  </a:lnTo>
                  <a:lnTo>
                    <a:pt x="5" y="24"/>
                  </a:lnTo>
                  <a:lnTo>
                    <a:pt x="3" y="24"/>
                  </a:lnTo>
                  <a:lnTo>
                    <a:pt x="2" y="25"/>
                  </a:lnTo>
                  <a:lnTo>
                    <a:pt x="0" y="25"/>
                  </a:lnTo>
                  <a:lnTo>
                    <a:pt x="0" y="24"/>
                  </a:lnTo>
                  <a:lnTo>
                    <a:pt x="1" y="23"/>
                  </a:lnTo>
                  <a:lnTo>
                    <a:pt x="4" y="21"/>
                  </a:lnTo>
                  <a:lnTo>
                    <a:pt x="5" y="20"/>
                  </a:lnTo>
                  <a:lnTo>
                    <a:pt x="7" y="20"/>
                  </a:lnTo>
                  <a:lnTo>
                    <a:pt x="8" y="19"/>
                  </a:lnTo>
                  <a:lnTo>
                    <a:pt x="9" y="18"/>
                  </a:lnTo>
                  <a:lnTo>
                    <a:pt x="10" y="16"/>
                  </a:lnTo>
                  <a:lnTo>
                    <a:pt x="12" y="13"/>
                  </a:lnTo>
                  <a:lnTo>
                    <a:pt x="16" y="9"/>
                  </a:lnTo>
                  <a:lnTo>
                    <a:pt x="17" y="8"/>
                  </a:lnTo>
                  <a:lnTo>
                    <a:pt x="17" y="7"/>
                  </a:lnTo>
                  <a:lnTo>
                    <a:pt x="18" y="5"/>
                  </a:lnTo>
                  <a:lnTo>
                    <a:pt x="18" y="3"/>
                  </a:lnTo>
                  <a:lnTo>
                    <a:pt x="19" y="1"/>
                  </a:lnTo>
                  <a:lnTo>
                    <a:pt x="19" y="1"/>
                  </a:lnTo>
                  <a:lnTo>
                    <a:pt x="2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6" name="Freeform 13"/>
            <p:cNvSpPr>
              <a:spLocks/>
            </p:cNvSpPr>
            <p:nvPr/>
          </p:nvSpPr>
          <p:spPr bwMode="auto">
            <a:xfrm>
              <a:off x="3963988" y="2127250"/>
              <a:ext cx="15875" cy="39688"/>
            </a:xfrm>
            <a:custGeom>
              <a:avLst/>
              <a:gdLst/>
              <a:ahLst/>
              <a:cxnLst>
                <a:cxn ang="0">
                  <a:pos x="8" y="0"/>
                </a:cxn>
                <a:cxn ang="0">
                  <a:pos x="9" y="0"/>
                </a:cxn>
                <a:cxn ang="0">
                  <a:pos x="10" y="1"/>
                </a:cxn>
                <a:cxn ang="0">
                  <a:pos x="10" y="7"/>
                </a:cxn>
                <a:cxn ang="0">
                  <a:pos x="9" y="8"/>
                </a:cxn>
                <a:cxn ang="0">
                  <a:pos x="9" y="12"/>
                </a:cxn>
                <a:cxn ang="0">
                  <a:pos x="7" y="13"/>
                </a:cxn>
                <a:cxn ang="0">
                  <a:pos x="6" y="16"/>
                </a:cxn>
                <a:cxn ang="0">
                  <a:pos x="5" y="16"/>
                </a:cxn>
                <a:cxn ang="0">
                  <a:pos x="4" y="18"/>
                </a:cxn>
                <a:cxn ang="0">
                  <a:pos x="4" y="19"/>
                </a:cxn>
                <a:cxn ang="0">
                  <a:pos x="3" y="21"/>
                </a:cxn>
                <a:cxn ang="0">
                  <a:pos x="3" y="23"/>
                </a:cxn>
                <a:cxn ang="0">
                  <a:pos x="2" y="24"/>
                </a:cxn>
                <a:cxn ang="0">
                  <a:pos x="1" y="25"/>
                </a:cxn>
                <a:cxn ang="0">
                  <a:pos x="0" y="25"/>
                </a:cxn>
                <a:cxn ang="0">
                  <a:pos x="0" y="13"/>
                </a:cxn>
                <a:cxn ang="0">
                  <a:pos x="4" y="9"/>
                </a:cxn>
                <a:cxn ang="0">
                  <a:pos x="5" y="6"/>
                </a:cxn>
                <a:cxn ang="0">
                  <a:pos x="6" y="3"/>
                </a:cxn>
                <a:cxn ang="0">
                  <a:pos x="7" y="1"/>
                </a:cxn>
                <a:cxn ang="0">
                  <a:pos x="8" y="0"/>
                </a:cxn>
              </a:cxnLst>
              <a:rect l="0" t="0" r="r" b="b"/>
              <a:pathLst>
                <a:path w="10" h="25">
                  <a:moveTo>
                    <a:pt x="8" y="0"/>
                  </a:moveTo>
                  <a:lnTo>
                    <a:pt x="9" y="0"/>
                  </a:lnTo>
                  <a:lnTo>
                    <a:pt x="10" y="1"/>
                  </a:lnTo>
                  <a:lnTo>
                    <a:pt x="10" y="7"/>
                  </a:lnTo>
                  <a:lnTo>
                    <a:pt x="9" y="8"/>
                  </a:lnTo>
                  <a:lnTo>
                    <a:pt x="9" y="12"/>
                  </a:lnTo>
                  <a:lnTo>
                    <a:pt x="7" y="13"/>
                  </a:lnTo>
                  <a:lnTo>
                    <a:pt x="6" y="16"/>
                  </a:lnTo>
                  <a:lnTo>
                    <a:pt x="5" y="16"/>
                  </a:lnTo>
                  <a:lnTo>
                    <a:pt x="4" y="18"/>
                  </a:lnTo>
                  <a:lnTo>
                    <a:pt x="4" y="19"/>
                  </a:lnTo>
                  <a:lnTo>
                    <a:pt x="3" y="21"/>
                  </a:lnTo>
                  <a:lnTo>
                    <a:pt x="3" y="23"/>
                  </a:lnTo>
                  <a:lnTo>
                    <a:pt x="2" y="24"/>
                  </a:lnTo>
                  <a:lnTo>
                    <a:pt x="1" y="25"/>
                  </a:lnTo>
                  <a:lnTo>
                    <a:pt x="0" y="25"/>
                  </a:lnTo>
                  <a:lnTo>
                    <a:pt x="0" y="13"/>
                  </a:lnTo>
                  <a:lnTo>
                    <a:pt x="4" y="9"/>
                  </a:lnTo>
                  <a:lnTo>
                    <a:pt x="5" y="6"/>
                  </a:lnTo>
                  <a:lnTo>
                    <a:pt x="6" y="3"/>
                  </a:lnTo>
                  <a:lnTo>
                    <a:pt x="7" y="1"/>
                  </a:lnTo>
                  <a:lnTo>
                    <a:pt x="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7" name="Freeform 14"/>
            <p:cNvSpPr>
              <a:spLocks/>
            </p:cNvSpPr>
            <p:nvPr/>
          </p:nvSpPr>
          <p:spPr bwMode="auto">
            <a:xfrm>
              <a:off x="3735388" y="2217738"/>
              <a:ext cx="11113" cy="14288"/>
            </a:xfrm>
            <a:custGeom>
              <a:avLst/>
              <a:gdLst/>
              <a:ahLst/>
              <a:cxnLst>
                <a:cxn ang="0">
                  <a:pos x="2" y="0"/>
                </a:cxn>
                <a:cxn ang="0">
                  <a:pos x="5" y="0"/>
                </a:cxn>
                <a:cxn ang="0">
                  <a:pos x="5" y="1"/>
                </a:cxn>
                <a:cxn ang="0">
                  <a:pos x="6" y="3"/>
                </a:cxn>
                <a:cxn ang="0">
                  <a:pos x="7" y="5"/>
                </a:cxn>
                <a:cxn ang="0">
                  <a:pos x="7" y="8"/>
                </a:cxn>
                <a:cxn ang="0">
                  <a:pos x="6" y="9"/>
                </a:cxn>
                <a:cxn ang="0">
                  <a:pos x="5" y="9"/>
                </a:cxn>
                <a:cxn ang="0">
                  <a:pos x="5" y="9"/>
                </a:cxn>
                <a:cxn ang="0">
                  <a:pos x="5" y="7"/>
                </a:cxn>
                <a:cxn ang="0">
                  <a:pos x="3" y="6"/>
                </a:cxn>
                <a:cxn ang="0">
                  <a:pos x="0" y="3"/>
                </a:cxn>
                <a:cxn ang="0">
                  <a:pos x="0" y="2"/>
                </a:cxn>
                <a:cxn ang="0">
                  <a:pos x="1" y="1"/>
                </a:cxn>
                <a:cxn ang="0">
                  <a:pos x="2" y="0"/>
                </a:cxn>
              </a:cxnLst>
              <a:rect l="0" t="0" r="r" b="b"/>
              <a:pathLst>
                <a:path w="7" h="9">
                  <a:moveTo>
                    <a:pt x="2" y="0"/>
                  </a:moveTo>
                  <a:lnTo>
                    <a:pt x="5" y="0"/>
                  </a:lnTo>
                  <a:lnTo>
                    <a:pt x="5" y="1"/>
                  </a:lnTo>
                  <a:lnTo>
                    <a:pt x="6" y="3"/>
                  </a:lnTo>
                  <a:lnTo>
                    <a:pt x="7" y="5"/>
                  </a:lnTo>
                  <a:lnTo>
                    <a:pt x="7" y="8"/>
                  </a:lnTo>
                  <a:lnTo>
                    <a:pt x="6" y="9"/>
                  </a:lnTo>
                  <a:lnTo>
                    <a:pt x="5" y="9"/>
                  </a:lnTo>
                  <a:lnTo>
                    <a:pt x="5" y="9"/>
                  </a:lnTo>
                  <a:lnTo>
                    <a:pt x="5" y="7"/>
                  </a:lnTo>
                  <a:lnTo>
                    <a:pt x="3" y="6"/>
                  </a:lnTo>
                  <a:lnTo>
                    <a:pt x="0" y="3"/>
                  </a:lnTo>
                  <a:lnTo>
                    <a:pt x="0" y="2"/>
                  </a:lnTo>
                  <a:lnTo>
                    <a:pt x="1" y="1"/>
                  </a:lnTo>
                  <a:lnTo>
                    <a:pt x="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8" name="Freeform 15"/>
            <p:cNvSpPr>
              <a:spLocks/>
            </p:cNvSpPr>
            <p:nvPr/>
          </p:nvSpPr>
          <p:spPr bwMode="auto">
            <a:xfrm>
              <a:off x="3744913" y="2212975"/>
              <a:ext cx="20638" cy="15875"/>
            </a:xfrm>
            <a:custGeom>
              <a:avLst/>
              <a:gdLst/>
              <a:ahLst/>
              <a:cxnLst>
                <a:cxn ang="0">
                  <a:pos x="3" y="0"/>
                </a:cxn>
                <a:cxn ang="0">
                  <a:pos x="7" y="0"/>
                </a:cxn>
                <a:cxn ang="0">
                  <a:pos x="10" y="2"/>
                </a:cxn>
                <a:cxn ang="0">
                  <a:pos x="12" y="5"/>
                </a:cxn>
                <a:cxn ang="0">
                  <a:pos x="12" y="7"/>
                </a:cxn>
                <a:cxn ang="0">
                  <a:pos x="13" y="8"/>
                </a:cxn>
                <a:cxn ang="0">
                  <a:pos x="13" y="10"/>
                </a:cxn>
                <a:cxn ang="0">
                  <a:pos x="10" y="10"/>
                </a:cxn>
                <a:cxn ang="0">
                  <a:pos x="7" y="9"/>
                </a:cxn>
                <a:cxn ang="0">
                  <a:pos x="7" y="8"/>
                </a:cxn>
                <a:cxn ang="0">
                  <a:pos x="3" y="6"/>
                </a:cxn>
                <a:cxn ang="0">
                  <a:pos x="1" y="3"/>
                </a:cxn>
                <a:cxn ang="0">
                  <a:pos x="0" y="2"/>
                </a:cxn>
                <a:cxn ang="0">
                  <a:pos x="1" y="1"/>
                </a:cxn>
                <a:cxn ang="0">
                  <a:pos x="3" y="0"/>
                </a:cxn>
              </a:cxnLst>
              <a:rect l="0" t="0" r="r" b="b"/>
              <a:pathLst>
                <a:path w="13" h="10">
                  <a:moveTo>
                    <a:pt x="3" y="0"/>
                  </a:moveTo>
                  <a:lnTo>
                    <a:pt x="7" y="0"/>
                  </a:lnTo>
                  <a:lnTo>
                    <a:pt x="10" y="2"/>
                  </a:lnTo>
                  <a:lnTo>
                    <a:pt x="12" y="5"/>
                  </a:lnTo>
                  <a:lnTo>
                    <a:pt x="12" y="7"/>
                  </a:lnTo>
                  <a:lnTo>
                    <a:pt x="13" y="8"/>
                  </a:lnTo>
                  <a:lnTo>
                    <a:pt x="13" y="10"/>
                  </a:lnTo>
                  <a:lnTo>
                    <a:pt x="10" y="10"/>
                  </a:lnTo>
                  <a:lnTo>
                    <a:pt x="7" y="9"/>
                  </a:lnTo>
                  <a:lnTo>
                    <a:pt x="7" y="8"/>
                  </a:lnTo>
                  <a:lnTo>
                    <a:pt x="3" y="6"/>
                  </a:lnTo>
                  <a:lnTo>
                    <a:pt x="1" y="3"/>
                  </a:lnTo>
                  <a:lnTo>
                    <a:pt x="0" y="2"/>
                  </a:lnTo>
                  <a:lnTo>
                    <a:pt x="1" y="1"/>
                  </a:lnTo>
                  <a:lnTo>
                    <a:pt x="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49" name="Freeform 16"/>
            <p:cNvSpPr>
              <a:spLocks/>
            </p:cNvSpPr>
            <p:nvPr/>
          </p:nvSpPr>
          <p:spPr bwMode="auto">
            <a:xfrm>
              <a:off x="3756026" y="2232025"/>
              <a:ext cx="69850" cy="41275"/>
            </a:xfrm>
            <a:custGeom>
              <a:avLst/>
              <a:gdLst/>
              <a:ahLst/>
              <a:cxnLst>
                <a:cxn ang="0">
                  <a:pos x="25" y="0"/>
                </a:cxn>
                <a:cxn ang="0">
                  <a:pos x="30" y="0"/>
                </a:cxn>
                <a:cxn ang="0">
                  <a:pos x="35" y="4"/>
                </a:cxn>
                <a:cxn ang="0">
                  <a:pos x="41" y="9"/>
                </a:cxn>
                <a:cxn ang="0">
                  <a:pos x="43" y="11"/>
                </a:cxn>
                <a:cxn ang="0">
                  <a:pos x="44" y="13"/>
                </a:cxn>
                <a:cxn ang="0">
                  <a:pos x="43" y="15"/>
                </a:cxn>
                <a:cxn ang="0">
                  <a:pos x="43" y="16"/>
                </a:cxn>
                <a:cxn ang="0">
                  <a:pos x="43" y="17"/>
                </a:cxn>
                <a:cxn ang="0">
                  <a:pos x="42" y="18"/>
                </a:cxn>
                <a:cxn ang="0">
                  <a:pos x="38" y="20"/>
                </a:cxn>
                <a:cxn ang="0">
                  <a:pos x="36" y="20"/>
                </a:cxn>
                <a:cxn ang="0">
                  <a:pos x="34" y="21"/>
                </a:cxn>
                <a:cxn ang="0">
                  <a:pos x="33" y="21"/>
                </a:cxn>
                <a:cxn ang="0">
                  <a:pos x="30" y="22"/>
                </a:cxn>
                <a:cxn ang="0">
                  <a:pos x="27" y="22"/>
                </a:cxn>
                <a:cxn ang="0">
                  <a:pos x="25" y="23"/>
                </a:cxn>
                <a:cxn ang="0">
                  <a:pos x="24" y="23"/>
                </a:cxn>
                <a:cxn ang="0">
                  <a:pos x="22" y="24"/>
                </a:cxn>
                <a:cxn ang="0">
                  <a:pos x="20" y="26"/>
                </a:cxn>
                <a:cxn ang="0">
                  <a:pos x="18" y="26"/>
                </a:cxn>
                <a:cxn ang="0">
                  <a:pos x="17" y="26"/>
                </a:cxn>
                <a:cxn ang="0">
                  <a:pos x="13" y="25"/>
                </a:cxn>
                <a:cxn ang="0">
                  <a:pos x="10" y="23"/>
                </a:cxn>
                <a:cxn ang="0">
                  <a:pos x="9" y="21"/>
                </a:cxn>
                <a:cxn ang="0">
                  <a:pos x="6" y="19"/>
                </a:cxn>
                <a:cxn ang="0">
                  <a:pos x="1" y="15"/>
                </a:cxn>
                <a:cxn ang="0">
                  <a:pos x="0" y="12"/>
                </a:cxn>
                <a:cxn ang="0">
                  <a:pos x="0" y="10"/>
                </a:cxn>
                <a:cxn ang="0">
                  <a:pos x="0" y="9"/>
                </a:cxn>
                <a:cxn ang="0">
                  <a:pos x="0" y="8"/>
                </a:cxn>
                <a:cxn ang="0">
                  <a:pos x="3" y="8"/>
                </a:cxn>
                <a:cxn ang="0">
                  <a:pos x="6" y="9"/>
                </a:cxn>
                <a:cxn ang="0">
                  <a:pos x="10" y="8"/>
                </a:cxn>
                <a:cxn ang="0">
                  <a:pos x="15" y="6"/>
                </a:cxn>
                <a:cxn ang="0">
                  <a:pos x="19" y="3"/>
                </a:cxn>
                <a:cxn ang="0">
                  <a:pos x="22" y="1"/>
                </a:cxn>
                <a:cxn ang="0">
                  <a:pos x="25" y="0"/>
                </a:cxn>
              </a:cxnLst>
              <a:rect l="0" t="0" r="r" b="b"/>
              <a:pathLst>
                <a:path w="44" h="26">
                  <a:moveTo>
                    <a:pt x="25" y="0"/>
                  </a:moveTo>
                  <a:lnTo>
                    <a:pt x="30" y="0"/>
                  </a:lnTo>
                  <a:lnTo>
                    <a:pt x="35" y="4"/>
                  </a:lnTo>
                  <a:lnTo>
                    <a:pt x="41" y="9"/>
                  </a:lnTo>
                  <a:lnTo>
                    <a:pt x="43" y="11"/>
                  </a:lnTo>
                  <a:lnTo>
                    <a:pt x="44" y="13"/>
                  </a:lnTo>
                  <a:lnTo>
                    <a:pt x="43" y="15"/>
                  </a:lnTo>
                  <a:lnTo>
                    <a:pt x="43" y="16"/>
                  </a:lnTo>
                  <a:lnTo>
                    <a:pt x="43" y="17"/>
                  </a:lnTo>
                  <a:lnTo>
                    <a:pt x="42" y="18"/>
                  </a:lnTo>
                  <a:lnTo>
                    <a:pt x="38" y="20"/>
                  </a:lnTo>
                  <a:lnTo>
                    <a:pt x="36" y="20"/>
                  </a:lnTo>
                  <a:lnTo>
                    <a:pt x="34" y="21"/>
                  </a:lnTo>
                  <a:lnTo>
                    <a:pt x="33" y="21"/>
                  </a:lnTo>
                  <a:lnTo>
                    <a:pt x="30" y="22"/>
                  </a:lnTo>
                  <a:lnTo>
                    <a:pt x="27" y="22"/>
                  </a:lnTo>
                  <a:lnTo>
                    <a:pt x="25" y="23"/>
                  </a:lnTo>
                  <a:lnTo>
                    <a:pt x="24" y="23"/>
                  </a:lnTo>
                  <a:lnTo>
                    <a:pt x="22" y="24"/>
                  </a:lnTo>
                  <a:lnTo>
                    <a:pt x="20" y="26"/>
                  </a:lnTo>
                  <a:lnTo>
                    <a:pt x="18" y="26"/>
                  </a:lnTo>
                  <a:lnTo>
                    <a:pt x="17" y="26"/>
                  </a:lnTo>
                  <a:lnTo>
                    <a:pt x="13" y="25"/>
                  </a:lnTo>
                  <a:lnTo>
                    <a:pt x="10" y="23"/>
                  </a:lnTo>
                  <a:lnTo>
                    <a:pt x="9" y="21"/>
                  </a:lnTo>
                  <a:lnTo>
                    <a:pt x="6" y="19"/>
                  </a:lnTo>
                  <a:lnTo>
                    <a:pt x="1" y="15"/>
                  </a:lnTo>
                  <a:lnTo>
                    <a:pt x="0" y="12"/>
                  </a:lnTo>
                  <a:lnTo>
                    <a:pt x="0" y="10"/>
                  </a:lnTo>
                  <a:lnTo>
                    <a:pt x="0" y="9"/>
                  </a:lnTo>
                  <a:lnTo>
                    <a:pt x="0" y="8"/>
                  </a:lnTo>
                  <a:lnTo>
                    <a:pt x="3" y="8"/>
                  </a:lnTo>
                  <a:lnTo>
                    <a:pt x="6" y="9"/>
                  </a:lnTo>
                  <a:lnTo>
                    <a:pt x="10" y="8"/>
                  </a:lnTo>
                  <a:lnTo>
                    <a:pt x="15" y="6"/>
                  </a:lnTo>
                  <a:lnTo>
                    <a:pt x="19" y="3"/>
                  </a:lnTo>
                  <a:lnTo>
                    <a:pt x="22" y="1"/>
                  </a:lnTo>
                  <a:lnTo>
                    <a:pt x="2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0" name="Freeform 17"/>
            <p:cNvSpPr>
              <a:spLocks/>
            </p:cNvSpPr>
            <p:nvPr/>
          </p:nvSpPr>
          <p:spPr bwMode="auto">
            <a:xfrm>
              <a:off x="3714751" y="2224088"/>
              <a:ext cx="65088" cy="65088"/>
            </a:xfrm>
            <a:custGeom>
              <a:avLst/>
              <a:gdLst/>
              <a:ahLst/>
              <a:cxnLst>
                <a:cxn ang="0">
                  <a:pos x="6" y="0"/>
                </a:cxn>
                <a:cxn ang="0">
                  <a:pos x="8" y="1"/>
                </a:cxn>
                <a:cxn ang="0">
                  <a:pos x="9" y="1"/>
                </a:cxn>
                <a:cxn ang="0">
                  <a:pos x="10" y="2"/>
                </a:cxn>
                <a:cxn ang="0">
                  <a:pos x="12" y="3"/>
                </a:cxn>
                <a:cxn ang="0">
                  <a:pos x="13" y="5"/>
                </a:cxn>
                <a:cxn ang="0">
                  <a:pos x="15" y="5"/>
                </a:cxn>
                <a:cxn ang="0">
                  <a:pos x="17" y="7"/>
                </a:cxn>
                <a:cxn ang="0">
                  <a:pos x="19" y="7"/>
                </a:cxn>
                <a:cxn ang="0">
                  <a:pos x="20" y="8"/>
                </a:cxn>
                <a:cxn ang="0">
                  <a:pos x="21" y="10"/>
                </a:cxn>
                <a:cxn ang="0">
                  <a:pos x="22" y="11"/>
                </a:cxn>
                <a:cxn ang="0">
                  <a:pos x="22" y="18"/>
                </a:cxn>
                <a:cxn ang="0">
                  <a:pos x="23" y="20"/>
                </a:cxn>
                <a:cxn ang="0">
                  <a:pos x="26" y="23"/>
                </a:cxn>
                <a:cxn ang="0">
                  <a:pos x="35" y="29"/>
                </a:cxn>
                <a:cxn ang="0">
                  <a:pos x="35" y="31"/>
                </a:cxn>
                <a:cxn ang="0">
                  <a:pos x="36" y="31"/>
                </a:cxn>
                <a:cxn ang="0">
                  <a:pos x="38" y="31"/>
                </a:cxn>
                <a:cxn ang="0">
                  <a:pos x="38" y="32"/>
                </a:cxn>
                <a:cxn ang="0">
                  <a:pos x="39" y="32"/>
                </a:cxn>
                <a:cxn ang="0">
                  <a:pos x="41" y="36"/>
                </a:cxn>
                <a:cxn ang="0">
                  <a:pos x="40" y="38"/>
                </a:cxn>
                <a:cxn ang="0">
                  <a:pos x="38" y="39"/>
                </a:cxn>
                <a:cxn ang="0">
                  <a:pos x="36" y="40"/>
                </a:cxn>
                <a:cxn ang="0">
                  <a:pos x="34" y="41"/>
                </a:cxn>
                <a:cxn ang="0">
                  <a:pos x="27" y="41"/>
                </a:cxn>
                <a:cxn ang="0">
                  <a:pos x="25" y="39"/>
                </a:cxn>
                <a:cxn ang="0">
                  <a:pos x="23" y="39"/>
                </a:cxn>
                <a:cxn ang="0">
                  <a:pos x="20" y="37"/>
                </a:cxn>
                <a:cxn ang="0">
                  <a:pos x="18" y="36"/>
                </a:cxn>
                <a:cxn ang="0">
                  <a:pos x="15" y="36"/>
                </a:cxn>
                <a:cxn ang="0">
                  <a:pos x="11" y="35"/>
                </a:cxn>
                <a:cxn ang="0">
                  <a:pos x="9" y="34"/>
                </a:cxn>
                <a:cxn ang="0">
                  <a:pos x="9" y="28"/>
                </a:cxn>
                <a:cxn ang="0">
                  <a:pos x="12" y="25"/>
                </a:cxn>
                <a:cxn ang="0">
                  <a:pos x="13" y="23"/>
                </a:cxn>
                <a:cxn ang="0">
                  <a:pos x="13" y="22"/>
                </a:cxn>
                <a:cxn ang="0">
                  <a:pos x="10" y="20"/>
                </a:cxn>
                <a:cxn ang="0">
                  <a:pos x="9" y="18"/>
                </a:cxn>
                <a:cxn ang="0">
                  <a:pos x="9" y="16"/>
                </a:cxn>
                <a:cxn ang="0">
                  <a:pos x="10" y="14"/>
                </a:cxn>
                <a:cxn ang="0">
                  <a:pos x="10" y="12"/>
                </a:cxn>
                <a:cxn ang="0">
                  <a:pos x="9" y="11"/>
                </a:cxn>
                <a:cxn ang="0">
                  <a:pos x="9" y="12"/>
                </a:cxn>
                <a:cxn ang="0">
                  <a:pos x="5" y="12"/>
                </a:cxn>
                <a:cxn ang="0">
                  <a:pos x="3" y="13"/>
                </a:cxn>
                <a:cxn ang="0">
                  <a:pos x="1" y="12"/>
                </a:cxn>
                <a:cxn ang="0">
                  <a:pos x="1" y="11"/>
                </a:cxn>
                <a:cxn ang="0">
                  <a:pos x="0" y="9"/>
                </a:cxn>
                <a:cxn ang="0">
                  <a:pos x="0" y="8"/>
                </a:cxn>
                <a:cxn ang="0">
                  <a:pos x="2" y="3"/>
                </a:cxn>
                <a:cxn ang="0">
                  <a:pos x="4" y="1"/>
                </a:cxn>
                <a:cxn ang="0">
                  <a:pos x="6" y="0"/>
                </a:cxn>
              </a:cxnLst>
              <a:rect l="0" t="0" r="r" b="b"/>
              <a:pathLst>
                <a:path w="41" h="41">
                  <a:moveTo>
                    <a:pt x="6" y="0"/>
                  </a:moveTo>
                  <a:lnTo>
                    <a:pt x="8" y="1"/>
                  </a:lnTo>
                  <a:lnTo>
                    <a:pt x="9" y="1"/>
                  </a:lnTo>
                  <a:lnTo>
                    <a:pt x="10" y="2"/>
                  </a:lnTo>
                  <a:lnTo>
                    <a:pt x="12" y="3"/>
                  </a:lnTo>
                  <a:lnTo>
                    <a:pt x="13" y="5"/>
                  </a:lnTo>
                  <a:lnTo>
                    <a:pt x="15" y="5"/>
                  </a:lnTo>
                  <a:lnTo>
                    <a:pt x="17" y="7"/>
                  </a:lnTo>
                  <a:lnTo>
                    <a:pt x="19" y="7"/>
                  </a:lnTo>
                  <a:lnTo>
                    <a:pt x="20" y="8"/>
                  </a:lnTo>
                  <a:lnTo>
                    <a:pt x="21" y="10"/>
                  </a:lnTo>
                  <a:lnTo>
                    <a:pt x="22" y="11"/>
                  </a:lnTo>
                  <a:lnTo>
                    <a:pt x="22" y="18"/>
                  </a:lnTo>
                  <a:lnTo>
                    <a:pt x="23" y="20"/>
                  </a:lnTo>
                  <a:lnTo>
                    <a:pt x="26" y="23"/>
                  </a:lnTo>
                  <a:lnTo>
                    <a:pt x="35" y="29"/>
                  </a:lnTo>
                  <a:lnTo>
                    <a:pt x="35" y="31"/>
                  </a:lnTo>
                  <a:lnTo>
                    <a:pt x="36" y="31"/>
                  </a:lnTo>
                  <a:lnTo>
                    <a:pt x="38" y="31"/>
                  </a:lnTo>
                  <a:lnTo>
                    <a:pt x="38" y="32"/>
                  </a:lnTo>
                  <a:lnTo>
                    <a:pt x="39" y="32"/>
                  </a:lnTo>
                  <a:lnTo>
                    <a:pt x="41" y="36"/>
                  </a:lnTo>
                  <a:lnTo>
                    <a:pt x="40" y="38"/>
                  </a:lnTo>
                  <a:lnTo>
                    <a:pt x="38" y="39"/>
                  </a:lnTo>
                  <a:lnTo>
                    <a:pt x="36" y="40"/>
                  </a:lnTo>
                  <a:lnTo>
                    <a:pt x="34" y="41"/>
                  </a:lnTo>
                  <a:lnTo>
                    <a:pt x="27" y="41"/>
                  </a:lnTo>
                  <a:lnTo>
                    <a:pt x="25" y="39"/>
                  </a:lnTo>
                  <a:lnTo>
                    <a:pt x="23" y="39"/>
                  </a:lnTo>
                  <a:lnTo>
                    <a:pt x="20" y="37"/>
                  </a:lnTo>
                  <a:lnTo>
                    <a:pt x="18" y="36"/>
                  </a:lnTo>
                  <a:lnTo>
                    <a:pt x="15" y="36"/>
                  </a:lnTo>
                  <a:lnTo>
                    <a:pt x="11" y="35"/>
                  </a:lnTo>
                  <a:lnTo>
                    <a:pt x="9" y="34"/>
                  </a:lnTo>
                  <a:lnTo>
                    <a:pt x="9" y="28"/>
                  </a:lnTo>
                  <a:lnTo>
                    <a:pt x="12" y="25"/>
                  </a:lnTo>
                  <a:lnTo>
                    <a:pt x="13" y="23"/>
                  </a:lnTo>
                  <a:lnTo>
                    <a:pt x="13" y="22"/>
                  </a:lnTo>
                  <a:lnTo>
                    <a:pt x="10" y="20"/>
                  </a:lnTo>
                  <a:lnTo>
                    <a:pt x="9" y="18"/>
                  </a:lnTo>
                  <a:lnTo>
                    <a:pt x="9" y="16"/>
                  </a:lnTo>
                  <a:lnTo>
                    <a:pt x="10" y="14"/>
                  </a:lnTo>
                  <a:lnTo>
                    <a:pt x="10" y="12"/>
                  </a:lnTo>
                  <a:lnTo>
                    <a:pt x="9" y="11"/>
                  </a:lnTo>
                  <a:lnTo>
                    <a:pt x="9" y="12"/>
                  </a:lnTo>
                  <a:lnTo>
                    <a:pt x="5" y="12"/>
                  </a:lnTo>
                  <a:lnTo>
                    <a:pt x="3" y="13"/>
                  </a:lnTo>
                  <a:lnTo>
                    <a:pt x="1" y="12"/>
                  </a:lnTo>
                  <a:lnTo>
                    <a:pt x="1" y="11"/>
                  </a:lnTo>
                  <a:lnTo>
                    <a:pt x="0" y="9"/>
                  </a:lnTo>
                  <a:lnTo>
                    <a:pt x="0" y="8"/>
                  </a:lnTo>
                  <a:lnTo>
                    <a:pt x="2" y="3"/>
                  </a:lnTo>
                  <a:lnTo>
                    <a:pt x="4" y="1"/>
                  </a:lnTo>
                  <a:lnTo>
                    <a:pt x="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1" name="Freeform 18"/>
            <p:cNvSpPr>
              <a:spLocks/>
            </p:cNvSpPr>
            <p:nvPr/>
          </p:nvSpPr>
          <p:spPr bwMode="auto">
            <a:xfrm>
              <a:off x="3459163" y="2711450"/>
              <a:ext cx="9525" cy="7938"/>
            </a:xfrm>
            <a:custGeom>
              <a:avLst/>
              <a:gdLst/>
              <a:ahLst/>
              <a:cxnLst>
                <a:cxn ang="0">
                  <a:pos x="2" y="0"/>
                </a:cxn>
                <a:cxn ang="0">
                  <a:pos x="5" y="0"/>
                </a:cxn>
                <a:cxn ang="0">
                  <a:pos x="6" y="1"/>
                </a:cxn>
                <a:cxn ang="0">
                  <a:pos x="6" y="4"/>
                </a:cxn>
                <a:cxn ang="0">
                  <a:pos x="5" y="5"/>
                </a:cxn>
                <a:cxn ang="0">
                  <a:pos x="1" y="5"/>
                </a:cxn>
                <a:cxn ang="0">
                  <a:pos x="0" y="4"/>
                </a:cxn>
                <a:cxn ang="0">
                  <a:pos x="0" y="2"/>
                </a:cxn>
                <a:cxn ang="0">
                  <a:pos x="2" y="0"/>
                </a:cxn>
              </a:cxnLst>
              <a:rect l="0" t="0" r="r" b="b"/>
              <a:pathLst>
                <a:path w="6" h="5">
                  <a:moveTo>
                    <a:pt x="2" y="0"/>
                  </a:moveTo>
                  <a:lnTo>
                    <a:pt x="5" y="0"/>
                  </a:lnTo>
                  <a:lnTo>
                    <a:pt x="6" y="1"/>
                  </a:lnTo>
                  <a:lnTo>
                    <a:pt x="6" y="4"/>
                  </a:lnTo>
                  <a:lnTo>
                    <a:pt x="5" y="5"/>
                  </a:lnTo>
                  <a:lnTo>
                    <a:pt x="1" y="5"/>
                  </a:lnTo>
                  <a:lnTo>
                    <a:pt x="0" y="4"/>
                  </a:lnTo>
                  <a:lnTo>
                    <a:pt x="0" y="2"/>
                  </a:lnTo>
                  <a:lnTo>
                    <a:pt x="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2" name="Freeform 19"/>
            <p:cNvSpPr>
              <a:spLocks/>
            </p:cNvSpPr>
            <p:nvPr/>
          </p:nvSpPr>
          <p:spPr bwMode="auto">
            <a:xfrm>
              <a:off x="3890963" y="3406775"/>
              <a:ext cx="9525" cy="7938"/>
            </a:xfrm>
            <a:custGeom>
              <a:avLst/>
              <a:gdLst/>
              <a:ahLst/>
              <a:cxnLst>
                <a:cxn ang="0">
                  <a:pos x="1" y="0"/>
                </a:cxn>
                <a:cxn ang="0">
                  <a:pos x="4" y="0"/>
                </a:cxn>
                <a:cxn ang="0">
                  <a:pos x="5" y="2"/>
                </a:cxn>
                <a:cxn ang="0">
                  <a:pos x="6" y="3"/>
                </a:cxn>
                <a:cxn ang="0">
                  <a:pos x="5" y="4"/>
                </a:cxn>
                <a:cxn ang="0">
                  <a:pos x="5" y="5"/>
                </a:cxn>
                <a:cxn ang="0">
                  <a:pos x="1" y="5"/>
                </a:cxn>
                <a:cxn ang="0">
                  <a:pos x="0" y="4"/>
                </a:cxn>
                <a:cxn ang="0">
                  <a:pos x="0" y="3"/>
                </a:cxn>
                <a:cxn ang="0">
                  <a:pos x="0" y="2"/>
                </a:cxn>
                <a:cxn ang="0">
                  <a:pos x="1" y="0"/>
                </a:cxn>
              </a:cxnLst>
              <a:rect l="0" t="0" r="r" b="b"/>
              <a:pathLst>
                <a:path w="6" h="5">
                  <a:moveTo>
                    <a:pt x="1" y="0"/>
                  </a:moveTo>
                  <a:lnTo>
                    <a:pt x="4" y="0"/>
                  </a:lnTo>
                  <a:lnTo>
                    <a:pt x="5" y="2"/>
                  </a:lnTo>
                  <a:lnTo>
                    <a:pt x="6" y="3"/>
                  </a:lnTo>
                  <a:lnTo>
                    <a:pt x="5" y="4"/>
                  </a:lnTo>
                  <a:lnTo>
                    <a:pt x="5" y="5"/>
                  </a:lnTo>
                  <a:lnTo>
                    <a:pt x="1" y="5"/>
                  </a:lnTo>
                  <a:lnTo>
                    <a:pt x="0" y="4"/>
                  </a:lnTo>
                  <a:lnTo>
                    <a:pt x="0" y="3"/>
                  </a:lnTo>
                  <a:lnTo>
                    <a:pt x="0" y="2"/>
                  </a:lnTo>
                  <a:lnTo>
                    <a:pt x="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3" name="Freeform 20"/>
            <p:cNvSpPr>
              <a:spLocks/>
            </p:cNvSpPr>
            <p:nvPr/>
          </p:nvSpPr>
          <p:spPr bwMode="auto">
            <a:xfrm>
              <a:off x="3995738" y="3587750"/>
              <a:ext cx="76200" cy="69850"/>
            </a:xfrm>
            <a:custGeom>
              <a:avLst/>
              <a:gdLst/>
              <a:ahLst/>
              <a:cxnLst>
                <a:cxn ang="0">
                  <a:pos x="0" y="0"/>
                </a:cxn>
                <a:cxn ang="0">
                  <a:pos x="1" y="0"/>
                </a:cxn>
                <a:cxn ang="0">
                  <a:pos x="4" y="1"/>
                </a:cxn>
                <a:cxn ang="0">
                  <a:pos x="10" y="5"/>
                </a:cxn>
                <a:cxn ang="0">
                  <a:pos x="15" y="9"/>
                </a:cxn>
                <a:cxn ang="0">
                  <a:pos x="19" y="14"/>
                </a:cxn>
                <a:cxn ang="0">
                  <a:pos x="23" y="17"/>
                </a:cxn>
                <a:cxn ang="0">
                  <a:pos x="26" y="20"/>
                </a:cxn>
                <a:cxn ang="0">
                  <a:pos x="45" y="40"/>
                </a:cxn>
                <a:cxn ang="0">
                  <a:pos x="48" y="43"/>
                </a:cxn>
                <a:cxn ang="0">
                  <a:pos x="48" y="44"/>
                </a:cxn>
                <a:cxn ang="0">
                  <a:pos x="42" y="44"/>
                </a:cxn>
                <a:cxn ang="0">
                  <a:pos x="39" y="42"/>
                </a:cxn>
                <a:cxn ang="0">
                  <a:pos x="37" y="41"/>
                </a:cxn>
                <a:cxn ang="0">
                  <a:pos x="32" y="35"/>
                </a:cxn>
                <a:cxn ang="0">
                  <a:pos x="28" y="30"/>
                </a:cxn>
                <a:cxn ang="0">
                  <a:pos x="18" y="20"/>
                </a:cxn>
                <a:cxn ang="0">
                  <a:pos x="13" y="15"/>
                </a:cxn>
                <a:cxn ang="0">
                  <a:pos x="7" y="9"/>
                </a:cxn>
                <a:cxn ang="0">
                  <a:pos x="4" y="7"/>
                </a:cxn>
                <a:cxn ang="0">
                  <a:pos x="3" y="5"/>
                </a:cxn>
                <a:cxn ang="0">
                  <a:pos x="2" y="4"/>
                </a:cxn>
                <a:cxn ang="0">
                  <a:pos x="2" y="2"/>
                </a:cxn>
                <a:cxn ang="0">
                  <a:pos x="1" y="2"/>
                </a:cxn>
                <a:cxn ang="0">
                  <a:pos x="1" y="0"/>
                </a:cxn>
                <a:cxn ang="0">
                  <a:pos x="0" y="0"/>
                </a:cxn>
              </a:cxnLst>
              <a:rect l="0" t="0" r="r" b="b"/>
              <a:pathLst>
                <a:path w="48" h="44">
                  <a:moveTo>
                    <a:pt x="0" y="0"/>
                  </a:moveTo>
                  <a:lnTo>
                    <a:pt x="1" y="0"/>
                  </a:lnTo>
                  <a:lnTo>
                    <a:pt x="4" y="1"/>
                  </a:lnTo>
                  <a:lnTo>
                    <a:pt x="10" y="5"/>
                  </a:lnTo>
                  <a:lnTo>
                    <a:pt x="15" y="9"/>
                  </a:lnTo>
                  <a:lnTo>
                    <a:pt x="19" y="14"/>
                  </a:lnTo>
                  <a:lnTo>
                    <a:pt x="23" y="17"/>
                  </a:lnTo>
                  <a:lnTo>
                    <a:pt x="26" y="20"/>
                  </a:lnTo>
                  <a:lnTo>
                    <a:pt x="45" y="40"/>
                  </a:lnTo>
                  <a:lnTo>
                    <a:pt x="48" y="43"/>
                  </a:lnTo>
                  <a:lnTo>
                    <a:pt x="48" y="44"/>
                  </a:lnTo>
                  <a:lnTo>
                    <a:pt x="42" y="44"/>
                  </a:lnTo>
                  <a:lnTo>
                    <a:pt x="39" y="42"/>
                  </a:lnTo>
                  <a:lnTo>
                    <a:pt x="37" y="41"/>
                  </a:lnTo>
                  <a:lnTo>
                    <a:pt x="32" y="35"/>
                  </a:lnTo>
                  <a:lnTo>
                    <a:pt x="28" y="30"/>
                  </a:lnTo>
                  <a:lnTo>
                    <a:pt x="18" y="20"/>
                  </a:lnTo>
                  <a:lnTo>
                    <a:pt x="13" y="15"/>
                  </a:lnTo>
                  <a:lnTo>
                    <a:pt x="7" y="9"/>
                  </a:lnTo>
                  <a:lnTo>
                    <a:pt x="4" y="7"/>
                  </a:lnTo>
                  <a:lnTo>
                    <a:pt x="3" y="5"/>
                  </a:lnTo>
                  <a:lnTo>
                    <a:pt x="2" y="4"/>
                  </a:lnTo>
                  <a:lnTo>
                    <a:pt x="2" y="2"/>
                  </a:lnTo>
                  <a:lnTo>
                    <a:pt x="1" y="2"/>
                  </a:lnTo>
                  <a:lnTo>
                    <a:pt x="1" y="0"/>
                  </a:lnTo>
                  <a:lnTo>
                    <a:pt x="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4" name="Freeform 21"/>
            <p:cNvSpPr>
              <a:spLocks/>
            </p:cNvSpPr>
            <p:nvPr/>
          </p:nvSpPr>
          <p:spPr bwMode="auto">
            <a:xfrm>
              <a:off x="4171951" y="3722688"/>
              <a:ext cx="30163" cy="23813"/>
            </a:xfrm>
            <a:custGeom>
              <a:avLst/>
              <a:gdLst/>
              <a:ahLst/>
              <a:cxnLst>
                <a:cxn ang="0">
                  <a:pos x="2" y="0"/>
                </a:cxn>
                <a:cxn ang="0">
                  <a:pos x="4" y="0"/>
                </a:cxn>
                <a:cxn ang="0">
                  <a:pos x="5" y="1"/>
                </a:cxn>
                <a:cxn ang="0">
                  <a:pos x="11" y="1"/>
                </a:cxn>
                <a:cxn ang="0">
                  <a:pos x="17" y="3"/>
                </a:cxn>
                <a:cxn ang="0">
                  <a:pos x="18" y="4"/>
                </a:cxn>
                <a:cxn ang="0">
                  <a:pos x="19" y="6"/>
                </a:cxn>
                <a:cxn ang="0">
                  <a:pos x="19" y="8"/>
                </a:cxn>
                <a:cxn ang="0">
                  <a:pos x="18" y="8"/>
                </a:cxn>
                <a:cxn ang="0">
                  <a:pos x="17" y="10"/>
                </a:cxn>
                <a:cxn ang="0">
                  <a:pos x="12" y="10"/>
                </a:cxn>
                <a:cxn ang="0">
                  <a:pos x="10" y="11"/>
                </a:cxn>
                <a:cxn ang="0">
                  <a:pos x="10" y="11"/>
                </a:cxn>
                <a:cxn ang="0">
                  <a:pos x="10" y="12"/>
                </a:cxn>
                <a:cxn ang="0">
                  <a:pos x="9" y="14"/>
                </a:cxn>
                <a:cxn ang="0">
                  <a:pos x="8" y="15"/>
                </a:cxn>
                <a:cxn ang="0">
                  <a:pos x="7" y="15"/>
                </a:cxn>
                <a:cxn ang="0">
                  <a:pos x="3" y="11"/>
                </a:cxn>
                <a:cxn ang="0">
                  <a:pos x="2" y="9"/>
                </a:cxn>
                <a:cxn ang="0">
                  <a:pos x="1" y="8"/>
                </a:cxn>
                <a:cxn ang="0">
                  <a:pos x="0" y="7"/>
                </a:cxn>
                <a:cxn ang="0">
                  <a:pos x="0" y="3"/>
                </a:cxn>
                <a:cxn ang="0">
                  <a:pos x="1" y="1"/>
                </a:cxn>
                <a:cxn ang="0">
                  <a:pos x="2" y="0"/>
                </a:cxn>
              </a:cxnLst>
              <a:rect l="0" t="0" r="r" b="b"/>
              <a:pathLst>
                <a:path w="19" h="15">
                  <a:moveTo>
                    <a:pt x="2" y="0"/>
                  </a:moveTo>
                  <a:lnTo>
                    <a:pt x="4" y="0"/>
                  </a:lnTo>
                  <a:lnTo>
                    <a:pt x="5" y="1"/>
                  </a:lnTo>
                  <a:lnTo>
                    <a:pt x="11" y="1"/>
                  </a:lnTo>
                  <a:lnTo>
                    <a:pt x="17" y="3"/>
                  </a:lnTo>
                  <a:lnTo>
                    <a:pt x="18" y="4"/>
                  </a:lnTo>
                  <a:lnTo>
                    <a:pt x="19" y="6"/>
                  </a:lnTo>
                  <a:lnTo>
                    <a:pt x="19" y="8"/>
                  </a:lnTo>
                  <a:lnTo>
                    <a:pt x="18" y="8"/>
                  </a:lnTo>
                  <a:lnTo>
                    <a:pt x="17" y="10"/>
                  </a:lnTo>
                  <a:lnTo>
                    <a:pt x="12" y="10"/>
                  </a:lnTo>
                  <a:lnTo>
                    <a:pt x="10" y="11"/>
                  </a:lnTo>
                  <a:lnTo>
                    <a:pt x="10" y="11"/>
                  </a:lnTo>
                  <a:lnTo>
                    <a:pt x="10" y="12"/>
                  </a:lnTo>
                  <a:lnTo>
                    <a:pt x="9" y="14"/>
                  </a:lnTo>
                  <a:lnTo>
                    <a:pt x="8" y="15"/>
                  </a:lnTo>
                  <a:lnTo>
                    <a:pt x="7" y="15"/>
                  </a:lnTo>
                  <a:lnTo>
                    <a:pt x="3" y="11"/>
                  </a:lnTo>
                  <a:lnTo>
                    <a:pt x="2" y="9"/>
                  </a:lnTo>
                  <a:lnTo>
                    <a:pt x="1" y="8"/>
                  </a:lnTo>
                  <a:lnTo>
                    <a:pt x="0" y="7"/>
                  </a:lnTo>
                  <a:lnTo>
                    <a:pt x="0" y="3"/>
                  </a:lnTo>
                  <a:lnTo>
                    <a:pt x="1" y="1"/>
                  </a:lnTo>
                  <a:lnTo>
                    <a:pt x="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5" name="Freeform 22"/>
            <p:cNvSpPr>
              <a:spLocks/>
            </p:cNvSpPr>
            <p:nvPr/>
          </p:nvSpPr>
          <p:spPr bwMode="auto">
            <a:xfrm>
              <a:off x="4241801" y="3767138"/>
              <a:ext cx="15875" cy="15875"/>
            </a:xfrm>
            <a:custGeom>
              <a:avLst/>
              <a:gdLst/>
              <a:ahLst/>
              <a:cxnLst>
                <a:cxn ang="0">
                  <a:pos x="0" y="0"/>
                </a:cxn>
                <a:cxn ang="0">
                  <a:pos x="3" y="0"/>
                </a:cxn>
                <a:cxn ang="0">
                  <a:pos x="5" y="2"/>
                </a:cxn>
                <a:cxn ang="0">
                  <a:pos x="8" y="3"/>
                </a:cxn>
                <a:cxn ang="0">
                  <a:pos x="9" y="6"/>
                </a:cxn>
                <a:cxn ang="0">
                  <a:pos x="10" y="7"/>
                </a:cxn>
                <a:cxn ang="0">
                  <a:pos x="10" y="9"/>
                </a:cxn>
                <a:cxn ang="0">
                  <a:pos x="9" y="10"/>
                </a:cxn>
                <a:cxn ang="0">
                  <a:pos x="9" y="9"/>
                </a:cxn>
                <a:cxn ang="0">
                  <a:pos x="7" y="9"/>
                </a:cxn>
                <a:cxn ang="0">
                  <a:pos x="6" y="7"/>
                </a:cxn>
                <a:cxn ang="0">
                  <a:pos x="4" y="6"/>
                </a:cxn>
                <a:cxn ang="0">
                  <a:pos x="2" y="5"/>
                </a:cxn>
                <a:cxn ang="0">
                  <a:pos x="0" y="3"/>
                </a:cxn>
                <a:cxn ang="0">
                  <a:pos x="0" y="1"/>
                </a:cxn>
                <a:cxn ang="0">
                  <a:pos x="0" y="0"/>
                </a:cxn>
              </a:cxnLst>
              <a:rect l="0" t="0" r="r" b="b"/>
              <a:pathLst>
                <a:path w="10" h="10">
                  <a:moveTo>
                    <a:pt x="0" y="0"/>
                  </a:moveTo>
                  <a:lnTo>
                    <a:pt x="3" y="0"/>
                  </a:lnTo>
                  <a:lnTo>
                    <a:pt x="5" y="2"/>
                  </a:lnTo>
                  <a:lnTo>
                    <a:pt x="8" y="3"/>
                  </a:lnTo>
                  <a:lnTo>
                    <a:pt x="9" y="6"/>
                  </a:lnTo>
                  <a:lnTo>
                    <a:pt x="10" y="7"/>
                  </a:lnTo>
                  <a:lnTo>
                    <a:pt x="10" y="9"/>
                  </a:lnTo>
                  <a:lnTo>
                    <a:pt x="9" y="10"/>
                  </a:lnTo>
                  <a:lnTo>
                    <a:pt x="9" y="9"/>
                  </a:lnTo>
                  <a:lnTo>
                    <a:pt x="7" y="9"/>
                  </a:lnTo>
                  <a:lnTo>
                    <a:pt x="6" y="7"/>
                  </a:lnTo>
                  <a:lnTo>
                    <a:pt x="4" y="6"/>
                  </a:lnTo>
                  <a:lnTo>
                    <a:pt x="2" y="5"/>
                  </a:lnTo>
                  <a:lnTo>
                    <a:pt x="0" y="3"/>
                  </a:lnTo>
                  <a:lnTo>
                    <a:pt x="0" y="1"/>
                  </a:lnTo>
                  <a:lnTo>
                    <a:pt x="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6" name="Freeform 23"/>
            <p:cNvSpPr>
              <a:spLocks/>
            </p:cNvSpPr>
            <p:nvPr/>
          </p:nvSpPr>
          <p:spPr bwMode="auto">
            <a:xfrm>
              <a:off x="4435476" y="3954463"/>
              <a:ext cx="19050" cy="9525"/>
            </a:xfrm>
            <a:custGeom>
              <a:avLst/>
              <a:gdLst/>
              <a:ahLst/>
              <a:cxnLst>
                <a:cxn ang="0">
                  <a:pos x="1" y="0"/>
                </a:cxn>
                <a:cxn ang="0">
                  <a:pos x="6" y="0"/>
                </a:cxn>
                <a:cxn ang="0">
                  <a:pos x="10" y="2"/>
                </a:cxn>
                <a:cxn ang="0">
                  <a:pos x="11" y="3"/>
                </a:cxn>
                <a:cxn ang="0">
                  <a:pos x="12" y="5"/>
                </a:cxn>
                <a:cxn ang="0">
                  <a:pos x="12" y="6"/>
                </a:cxn>
                <a:cxn ang="0">
                  <a:pos x="11" y="6"/>
                </a:cxn>
                <a:cxn ang="0">
                  <a:pos x="9" y="6"/>
                </a:cxn>
                <a:cxn ang="0">
                  <a:pos x="7" y="6"/>
                </a:cxn>
                <a:cxn ang="0">
                  <a:pos x="5" y="6"/>
                </a:cxn>
                <a:cxn ang="0">
                  <a:pos x="4" y="4"/>
                </a:cxn>
                <a:cxn ang="0">
                  <a:pos x="0" y="2"/>
                </a:cxn>
                <a:cxn ang="0">
                  <a:pos x="0" y="1"/>
                </a:cxn>
                <a:cxn ang="0">
                  <a:pos x="1" y="0"/>
                </a:cxn>
              </a:cxnLst>
              <a:rect l="0" t="0" r="r" b="b"/>
              <a:pathLst>
                <a:path w="12" h="6">
                  <a:moveTo>
                    <a:pt x="1" y="0"/>
                  </a:moveTo>
                  <a:lnTo>
                    <a:pt x="6" y="0"/>
                  </a:lnTo>
                  <a:lnTo>
                    <a:pt x="10" y="2"/>
                  </a:lnTo>
                  <a:lnTo>
                    <a:pt x="11" y="3"/>
                  </a:lnTo>
                  <a:lnTo>
                    <a:pt x="12" y="5"/>
                  </a:lnTo>
                  <a:lnTo>
                    <a:pt x="12" y="6"/>
                  </a:lnTo>
                  <a:lnTo>
                    <a:pt x="11" y="6"/>
                  </a:lnTo>
                  <a:lnTo>
                    <a:pt x="9" y="6"/>
                  </a:lnTo>
                  <a:lnTo>
                    <a:pt x="7" y="6"/>
                  </a:lnTo>
                  <a:lnTo>
                    <a:pt x="5" y="6"/>
                  </a:lnTo>
                  <a:lnTo>
                    <a:pt x="4" y="4"/>
                  </a:lnTo>
                  <a:lnTo>
                    <a:pt x="0" y="2"/>
                  </a:lnTo>
                  <a:lnTo>
                    <a:pt x="0" y="1"/>
                  </a:lnTo>
                  <a:lnTo>
                    <a:pt x="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7" name="Freeform 24"/>
            <p:cNvSpPr>
              <a:spLocks/>
            </p:cNvSpPr>
            <p:nvPr/>
          </p:nvSpPr>
          <p:spPr bwMode="auto">
            <a:xfrm>
              <a:off x="4491038" y="4503738"/>
              <a:ext cx="20638" cy="36513"/>
            </a:xfrm>
            <a:custGeom>
              <a:avLst/>
              <a:gdLst/>
              <a:ahLst/>
              <a:cxnLst>
                <a:cxn ang="0">
                  <a:pos x="3" y="0"/>
                </a:cxn>
                <a:cxn ang="0">
                  <a:pos x="4" y="1"/>
                </a:cxn>
                <a:cxn ang="0">
                  <a:pos x="5" y="5"/>
                </a:cxn>
                <a:cxn ang="0">
                  <a:pos x="5" y="10"/>
                </a:cxn>
                <a:cxn ang="0">
                  <a:pos x="7" y="13"/>
                </a:cxn>
                <a:cxn ang="0">
                  <a:pos x="9" y="15"/>
                </a:cxn>
                <a:cxn ang="0">
                  <a:pos x="10" y="16"/>
                </a:cxn>
                <a:cxn ang="0">
                  <a:pos x="12" y="18"/>
                </a:cxn>
                <a:cxn ang="0">
                  <a:pos x="13" y="20"/>
                </a:cxn>
                <a:cxn ang="0">
                  <a:pos x="13" y="21"/>
                </a:cxn>
                <a:cxn ang="0">
                  <a:pos x="13" y="22"/>
                </a:cxn>
                <a:cxn ang="0">
                  <a:pos x="13" y="23"/>
                </a:cxn>
                <a:cxn ang="0">
                  <a:pos x="9" y="23"/>
                </a:cxn>
                <a:cxn ang="0">
                  <a:pos x="7" y="22"/>
                </a:cxn>
                <a:cxn ang="0">
                  <a:pos x="5" y="20"/>
                </a:cxn>
                <a:cxn ang="0">
                  <a:pos x="4" y="18"/>
                </a:cxn>
                <a:cxn ang="0">
                  <a:pos x="4" y="15"/>
                </a:cxn>
                <a:cxn ang="0">
                  <a:pos x="3" y="13"/>
                </a:cxn>
                <a:cxn ang="0">
                  <a:pos x="2" y="11"/>
                </a:cxn>
                <a:cxn ang="0">
                  <a:pos x="0" y="10"/>
                </a:cxn>
                <a:cxn ang="0">
                  <a:pos x="0" y="7"/>
                </a:cxn>
                <a:cxn ang="0">
                  <a:pos x="1" y="5"/>
                </a:cxn>
                <a:cxn ang="0">
                  <a:pos x="1" y="3"/>
                </a:cxn>
                <a:cxn ang="0">
                  <a:pos x="3" y="1"/>
                </a:cxn>
                <a:cxn ang="0">
                  <a:pos x="3" y="0"/>
                </a:cxn>
              </a:cxnLst>
              <a:rect l="0" t="0" r="r" b="b"/>
              <a:pathLst>
                <a:path w="13" h="23">
                  <a:moveTo>
                    <a:pt x="3" y="0"/>
                  </a:moveTo>
                  <a:lnTo>
                    <a:pt x="4" y="1"/>
                  </a:lnTo>
                  <a:lnTo>
                    <a:pt x="5" y="5"/>
                  </a:lnTo>
                  <a:lnTo>
                    <a:pt x="5" y="10"/>
                  </a:lnTo>
                  <a:lnTo>
                    <a:pt x="7" y="13"/>
                  </a:lnTo>
                  <a:lnTo>
                    <a:pt x="9" y="15"/>
                  </a:lnTo>
                  <a:lnTo>
                    <a:pt x="10" y="16"/>
                  </a:lnTo>
                  <a:lnTo>
                    <a:pt x="12" y="18"/>
                  </a:lnTo>
                  <a:lnTo>
                    <a:pt x="13" y="20"/>
                  </a:lnTo>
                  <a:lnTo>
                    <a:pt x="13" y="21"/>
                  </a:lnTo>
                  <a:lnTo>
                    <a:pt x="13" y="22"/>
                  </a:lnTo>
                  <a:lnTo>
                    <a:pt x="13" y="23"/>
                  </a:lnTo>
                  <a:lnTo>
                    <a:pt x="9" y="23"/>
                  </a:lnTo>
                  <a:lnTo>
                    <a:pt x="7" y="22"/>
                  </a:lnTo>
                  <a:lnTo>
                    <a:pt x="5" y="20"/>
                  </a:lnTo>
                  <a:lnTo>
                    <a:pt x="4" y="18"/>
                  </a:lnTo>
                  <a:lnTo>
                    <a:pt x="4" y="15"/>
                  </a:lnTo>
                  <a:lnTo>
                    <a:pt x="3" y="13"/>
                  </a:lnTo>
                  <a:lnTo>
                    <a:pt x="2" y="11"/>
                  </a:lnTo>
                  <a:lnTo>
                    <a:pt x="0" y="10"/>
                  </a:lnTo>
                  <a:lnTo>
                    <a:pt x="0" y="7"/>
                  </a:lnTo>
                  <a:lnTo>
                    <a:pt x="1" y="5"/>
                  </a:lnTo>
                  <a:lnTo>
                    <a:pt x="1" y="3"/>
                  </a:lnTo>
                  <a:lnTo>
                    <a:pt x="3" y="1"/>
                  </a:lnTo>
                  <a:lnTo>
                    <a:pt x="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8" name="Freeform 25"/>
            <p:cNvSpPr>
              <a:spLocks/>
            </p:cNvSpPr>
            <p:nvPr/>
          </p:nvSpPr>
          <p:spPr bwMode="auto">
            <a:xfrm>
              <a:off x="4532313" y="4783138"/>
              <a:ext cx="36513" cy="53975"/>
            </a:xfrm>
            <a:custGeom>
              <a:avLst/>
              <a:gdLst/>
              <a:ahLst/>
              <a:cxnLst>
                <a:cxn ang="0">
                  <a:pos x="3" y="0"/>
                </a:cxn>
                <a:cxn ang="0">
                  <a:pos x="4" y="0"/>
                </a:cxn>
                <a:cxn ang="0">
                  <a:pos x="5" y="1"/>
                </a:cxn>
                <a:cxn ang="0">
                  <a:pos x="5" y="2"/>
                </a:cxn>
                <a:cxn ang="0">
                  <a:pos x="6" y="4"/>
                </a:cxn>
                <a:cxn ang="0">
                  <a:pos x="7" y="7"/>
                </a:cxn>
                <a:cxn ang="0">
                  <a:pos x="8" y="8"/>
                </a:cxn>
                <a:cxn ang="0">
                  <a:pos x="9" y="11"/>
                </a:cxn>
                <a:cxn ang="0">
                  <a:pos x="10" y="13"/>
                </a:cxn>
                <a:cxn ang="0">
                  <a:pos x="11" y="16"/>
                </a:cxn>
                <a:cxn ang="0">
                  <a:pos x="14" y="19"/>
                </a:cxn>
                <a:cxn ang="0">
                  <a:pos x="16" y="20"/>
                </a:cxn>
                <a:cxn ang="0">
                  <a:pos x="19" y="22"/>
                </a:cxn>
                <a:cxn ang="0">
                  <a:pos x="21" y="23"/>
                </a:cxn>
                <a:cxn ang="0">
                  <a:pos x="23" y="25"/>
                </a:cxn>
                <a:cxn ang="0">
                  <a:pos x="23" y="26"/>
                </a:cxn>
                <a:cxn ang="0">
                  <a:pos x="22" y="26"/>
                </a:cxn>
                <a:cxn ang="0">
                  <a:pos x="21" y="27"/>
                </a:cxn>
                <a:cxn ang="0">
                  <a:pos x="18" y="27"/>
                </a:cxn>
                <a:cxn ang="0">
                  <a:pos x="18" y="29"/>
                </a:cxn>
                <a:cxn ang="0">
                  <a:pos x="17" y="30"/>
                </a:cxn>
                <a:cxn ang="0">
                  <a:pos x="16" y="33"/>
                </a:cxn>
                <a:cxn ang="0">
                  <a:pos x="15" y="34"/>
                </a:cxn>
                <a:cxn ang="0">
                  <a:pos x="13" y="34"/>
                </a:cxn>
                <a:cxn ang="0">
                  <a:pos x="13" y="33"/>
                </a:cxn>
                <a:cxn ang="0">
                  <a:pos x="12" y="31"/>
                </a:cxn>
                <a:cxn ang="0">
                  <a:pos x="12" y="28"/>
                </a:cxn>
                <a:cxn ang="0">
                  <a:pos x="12" y="25"/>
                </a:cxn>
                <a:cxn ang="0">
                  <a:pos x="10" y="24"/>
                </a:cxn>
                <a:cxn ang="0">
                  <a:pos x="8" y="23"/>
                </a:cxn>
                <a:cxn ang="0">
                  <a:pos x="4" y="23"/>
                </a:cxn>
                <a:cxn ang="0">
                  <a:pos x="0" y="19"/>
                </a:cxn>
                <a:cxn ang="0">
                  <a:pos x="2" y="16"/>
                </a:cxn>
                <a:cxn ang="0">
                  <a:pos x="4" y="15"/>
                </a:cxn>
                <a:cxn ang="0">
                  <a:pos x="4" y="13"/>
                </a:cxn>
                <a:cxn ang="0">
                  <a:pos x="3" y="11"/>
                </a:cxn>
                <a:cxn ang="0">
                  <a:pos x="2" y="8"/>
                </a:cxn>
                <a:cxn ang="0">
                  <a:pos x="2" y="1"/>
                </a:cxn>
                <a:cxn ang="0">
                  <a:pos x="3" y="0"/>
                </a:cxn>
              </a:cxnLst>
              <a:rect l="0" t="0" r="r" b="b"/>
              <a:pathLst>
                <a:path w="23" h="34">
                  <a:moveTo>
                    <a:pt x="3" y="0"/>
                  </a:moveTo>
                  <a:lnTo>
                    <a:pt x="4" y="0"/>
                  </a:lnTo>
                  <a:lnTo>
                    <a:pt x="5" y="1"/>
                  </a:lnTo>
                  <a:lnTo>
                    <a:pt x="5" y="2"/>
                  </a:lnTo>
                  <a:lnTo>
                    <a:pt x="6" y="4"/>
                  </a:lnTo>
                  <a:lnTo>
                    <a:pt x="7" y="7"/>
                  </a:lnTo>
                  <a:lnTo>
                    <a:pt x="8" y="8"/>
                  </a:lnTo>
                  <a:lnTo>
                    <a:pt x="9" y="11"/>
                  </a:lnTo>
                  <a:lnTo>
                    <a:pt x="10" y="13"/>
                  </a:lnTo>
                  <a:lnTo>
                    <a:pt x="11" y="16"/>
                  </a:lnTo>
                  <a:lnTo>
                    <a:pt x="14" y="19"/>
                  </a:lnTo>
                  <a:lnTo>
                    <a:pt x="16" y="20"/>
                  </a:lnTo>
                  <a:lnTo>
                    <a:pt x="19" y="22"/>
                  </a:lnTo>
                  <a:lnTo>
                    <a:pt x="21" y="23"/>
                  </a:lnTo>
                  <a:lnTo>
                    <a:pt x="23" y="25"/>
                  </a:lnTo>
                  <a:lnTo>
                    <a:pt x="23" y="26"/>
                  </a:lnTo>
                  <a:lnTo>
                    <a:pt x="22" y="26"/>
                  </a:lnTo>
                  <a:lnTo>
                    <a:pt x="21" y="27"/>
                  </a:lnTo>
                  <a:lnTo>
                    <a:pt x="18" y="27"/>
                  </a:lnTo>
                  <a:lnTo>
                    <a:pt x="18" y="29"/>
                  </a:lnTo>
                  <a:lnTo>
                    <a:pt x="17" y="30"/>
                  </a:lnTo>
                  <a:lnTo>
                    <a:pt x="16" y="33"/>
                  </a:lnTo>
                  <a:lnTo>
                    <a:pt x="15" y="34"/>
                  </a:lnTo>
                  <a:lnTo>
                    <a:pt x="13" y="34"/>
                  </a:lnTo>
                  <a:lnTo>
                    <a:pt x="13" y="33"/>
                  </a:lnTo>
                  <a:lnTo>
                    <a:pt x="12" y="31"/>
                  </a:lnTo>
                  <a:lnTo>
                    <a:pt x="12" y="28"/>
                  </a:lnTo>
                  <a:lnTo>
                    <a:pt x="12" y="25"/>
                  </a:lnTo>
                  <a:lnTo>
                    <a:pt x="10" y="24"/>
                  </a:lnTo>
                  <a:lnTo>
                    <a:pt x="8" y="23"/>
                  </a:lnTo>
                  <a:lnTo>
                    <a:pt x="4" y="23"/>
                  </a:lnTo>
                  <a:lnTo>
                    <a:pt x="0" y="19"/>
                  </a:lnTo>
                  <a:lnTo>
                    <a:pt x="2" y="16"/>
                  </a:lnTo>
                  <a:lnTo>
                    <a:pt x="4" y="15"/>
                  </a:lnTo>
                  <a:lnTo>
                    <a:pt x="4" y="13"/>
                  </a:lnTo>
                  <a:lnTo>
                    <a:pt x="3" y="11"/>
                  </a:lnTo>
                  <a:lnTo>
                    <a:pt x="2" y="8"/>
                  </a:lnTo>
                  <a:lnTo>
                    <a:pt x="2" y="1"/>
                  </a:lnTo>
                  <a:lnTo>
                    <a:pt x="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59" name="Freeform 26"/>
            <p:cNvSpPr>
              <a:spLocks/>
            </p:cNvSpPr>
            <p:nvPr/>
          </p:nvSpPr>
          <p:spPr bwMode="auto">
            <a:xfrm>
              <a:off x="4503738" y="4959350"/>
              <a:ext cx="23813" cy="11113"/>
            </a:xfrm>
            <a:custGeom>
              <a:avLst/>
              <a:gdLst/>
              <a:ahLst/>
              <a:cxnLst>
                <a:cxn ang="0">
                  <a:pos x="6" y="0"/>
                </a:cxn>
                <a:cxn ang="0">
                  <a:pos x="12" y="0"/>
                </a:cxn>
                <a:cxn ang="0">
                  <a:pos x="15" y="1"/>
                </a:cxn>
                <a:cxn ang="0">
                  <a:pos x="15" y="3"/>
                </a:cxn>
                <a:cxn ang="0">
                  <a:pos x="12" y="7"/>
                </a:cxn>
                <a:cxn ang="0">
                  <a:pos x="10" y="7"/>
                </a:cxn>
                <a:cxn ang="0">
                  <a:pos x="6" y="7"/>
                </a:cxn>
                <a:cxn ang="0">
                  <a:pos x="5" y="7"/>
                </a:cxn>
                <a:cxn ang="0">
                  <a:pos x="2" y="5"/>
                </a:cxn>
                <a:cxn ang="0">
                  <a:pos x="0" y="3"/>
                </a:cxn>
                <a:cxn ang="0">
                  <a:pos x="1" y="2"/>
                </a:cxn>
                <a:cxn ang="0">
                  <a:pos x="6" y="0"/>
                </a:cxn>
              </a:cxnLst>
              <a:rect l="0" t="0" r="r" b="b"/>
              <a:pathLst>
                <a:path w="15" h="7">
                  <a:moveTo>
                    <a:pt x="6" y="0"/>
                  </a:moveTo>
                  <a:lnTo>
                    <a:pt x="12" y="0"/>
                  </a:lnTo>
                  <a:lnTo>
                    <a:pt x="15" y="1"/>
                  </a:lnTo>
                  <a:lnTo>
                    <a:pt x="15" y="3"/>
                  </a:lnTo>
                  <a:lnTo>
                    <a:pt x="12" y="7"/>
                  </a:lnTo>
                  <a:lnTo>
                    <a:pt x="10" y="7"/>
                  </a:lnTo>
                  <a:lnTo>
                    <a:pt x="6" y="7"/>
                  </a:lnTo>
                  <a:lnTo>
                    <a:pt x="5" y="7"/>
                  </a:lnTo>
                  <a:lnTo>
                    <a:pt x="2" y="5"/>
                  </a:lnTo>
                  <a:lnTo>
                    <a:pt x="0" y="3"/>
                  </a:lnTo>
                  <a:lnTo>
                    <a:pt x="1" y="2"/>
                  </a:lnTo>
                  <a:lnTo>
                    <a:pt x="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0" name="Freeform 27"/>
            <p:cNvSpPr>
              <a:spLocks/>
            </p:cNvSpPr>
            <p:nvPr/>
          </p:nvSpPr>
          <p:spPr bwMode="auto">
            <a:xfrm>
              <a:off x="4411663" y="5492750"/>
              <a:ext cx="15875" cy="12700"/>
            </a:xfrm>
            <a:custGeom>
              <a:avLst/>
              <a:gdLst/>
              <a:ahLst/>
              <a:cxnLst>
                <a:cxn ang="0">
                  <a:pos x="3" y="0"/>
                </a:cxn>
                <a:cxn ang="0">
                  <a:pos x="6" y="0"/>
                </a:cxn>
                <a:cxn ang="0">
                  <a:pos x="9" y="2"/>
                </a:cxn>
                <a:cxn ang="0">
                  <a:pos x="10" y="4"/>
                </a:cxn>
                <a:cxn ang="0">
                  <a:pos x="9" y="5"/>
                </a:cxn>
                <a:cxn ang="0">
                  <a:pos x="9" y="7"/>
                </a:cxn>
                <a:cxn ang="0">
                  <a:pos x="7" y="8"/>
                </a:cxn>
                <a:cxn ang="0">
                  <a:pos x="5" y="8"/>
                </a:cxn>
                <a:cxn ang="0">
                  <a:pos x="3" y="7"/>
                </a:cxn>
                <a:cxn ang="0">
                  <a:pos x="1" y="6"/>
                </a:cxn>
                <a:cxn ang="0">
                  <a:pos x="0" y="4"/>
                </a:cxn>
                <a:cxn ang="0">
                  <a:pos x="0" y="2"/>
                </a:cxn>
                <a:cxn ang="0">
                  <a:pos x="3" y="0"/>
                </a:cxn>
              </a:cxnLst>
              <a:rect l="0" t="0" r="r" b="b"/>
              <a:pathLst>
                <a:path w="10" h="8">
                  <a:moveTo>
                    <a:pt x="3" y="0"/>
                  </a:moveTo>
                  <a:lnTo>
                    <a:pt x="6" y="0"/>
                  </a:lnTo>
                  <a:lnTo>
                    <a:pt x="9" y="2"/>
                  </a:lnTo>
                  <a:lnTo>
                    <a:pt x="10" y="4"/>
                  </a:lnTo>
                  <a:lnTo>
                    <a:pt x="9" y="5"/>
                  </a:lnTo>
                  <a:lnTo>
                    <a:pt x="9" y="7"/>
                  </a:lnTo>
                  <a:lnTo>
                    <a:pt x="7" y="8"/>
                  </a:lnTo>
                  <a:lnTo>
                    <a:pt x="5" y="8"/>
                  </a:lnTo>
                  <a:lnTo>
                    <a:pt x="3" y="7"/>
                  </a:lnTo>
                  <a:lnTo>
                    <a:pt x="1" y="6"/>
                  </a:lnTo>
                  <a:lnTo>
                    <a:pt x="0" y="4"/>
                  </a:lnTo>
                  <a:lnTo>
                    <a:pt x="0" y="2"/>
                  </a:lnTo>
                  <a:lnTo>
                    <a:pt x="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1" name="Freeform 28"/>
            <p:cNvSpPr>
              <a:spLocks/>
            </p:cNvSpPr>
            <p:nvPr/>
          </p:nvSpPr>
          <p:spPr bwMode="auto">
            <a:xfrm>
              <a:off x="3860801" y="5529263"/>
              <a:ext cx="7938" cy="11113"/>
            </a:xfrm>
            <a:custGeom>
              <a:avLst/>
              <a:gdLst/>
              <a:ahLst/>
              <a:cxnLst>
                <a:cxn ang="0">
                  <a:pos x="2" y="0"/>
                </a:cxn>
                <a:cxn ang="0">
                  <a:pos x="2" y="0"/>
                </a:cxn>
                <a:cxn ang="0">
                  <a:pos x="4" y="1"/>
                </a:cxn>
                <a:cxn ang="0">
                  <a:pos x="5" y="3"/>
                </a:cxn>
                <a:cxn ang="0">
                  <a:pos x="5" y="3"/>
                </a:cxn>
                <a:cxn ang="0">
                  <a:pos x="4" y="5"/>
                </a:cxn>
                <a:cxn ang="0">
                  <a:pos x="3" y="6"/>
                </a:cxn>
                <a:cxn ang="0">
                  <a:pos x="2" y="7"/>
                </a:cxn>
                <a:cxn ang="0">
                  <a:pos x="1" y="7"/>
                </a:cxn>
                <a:cxn ang="0">
                  <a:pos x="0" y="6"/>
                </a:cxn>
                <a:cxn ang="0">
                  <a:pos x="0" y="3"/>
                </a:cxn>
                <a:cxn ang="0">
                  <a:pos x="1" y="3"/>
                </a:cxn>
                <a:cxn ang="0">
                  <a:pos x="1" y="1"/>
                </a:cxn>
                <a:cxn ang="0">
                  <a:pos x="2" y="0"/>
                </a:cxn>
              </a:cxnLst>
              <a:rect l="0" t="0" r="r" b="b"/>
              <a:pathLst>
                <a:path w="5" h="7">
                  <a:moveTo>
                    <a:pt x="2" y="0"/>
                  </a:moveTo>
                  <a:lnTo>
                    <a:pt x="2" y="0"/>
                  </a:lnTo>
                  <a:lnTo>
                    <a:pt x="4" y="1"/>
                  </a:lnTo>
                  <a:lnTo>
                    <a:pt x="5" y="3"/>
                  </a:lnTo>
                  <a:lnTo>
                    <a:pt x="5" y="3"/>
                  </a:lnTo>
                  <a:lnTo>
                    <a:pt x="4" y="5"/>
                  </a:lnTo>
                  <a:lnTo>
                    <a:pt x="3" y="6"/>
                  </a:lnTo>
                  <a:lnTo>
                    <a:pt x="2" y="7"/>
                  </a:lnTo>
                  <a:lnTo>
                    <a:pt x="1" y="7"/>
                  </a:lnTo>
                  <a:lnTo>
                    <a:pt x="0" y="6"/>
                  </a:lnTo>
                  <a:lnTo>
                    <a:pt x="0" y="3"/>
                  </a:lnTo>
                  <a:lnTo>
                    <a:pt x="1" y="3"/>
                  </a:lnTo>
                  <a:lnTo>
                    <a:pt x="1" y="1"/>
                  </a:lnTo>
                  <a:lnTo>
                    <a:pt x="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2" name="Freeform 29"/>
            <p:cNvSpPr>
              <a:spLocks/>
            </p:cNvSpPr>
            <p:nvPr/>
          </p:nvSpPr>
          <p:spPr bwMode="auto">
            <a:xfrm>
              <a:off x="3833813" y="5529263"/>
              <a:ext cx="22225" cy="31750"/>
            </a:xfrm>
            <a:custGeom>
              <a:avLst/>
              <a:gdLst/>
              <a:ahLst/>
              <a:cxnLst>
                <a:cxn ang="0">
                  <a:pos x="7" y="0"/>
                </a:cxn>
                <a:cxn ang="0">
                  <a:pos x="11" y="0"/>
                </a:cxn>
                <a:cxn ang="0">
                  <a:pos x="13" y="3"/>
                </a:cxn>
                <a:cxn ang="0">
                  <a:pos x="14" y="6"/>
                </a:cxn>
                <a:cxn ang="0">
                  <a:pos x="14" y="13"/>
                </a:cxn>
                <a:cxn ang="0">
                  <a:pos x="11" y="17"/>
                </a:cxn>
                <a:cxn ang="0">
                  <a:pos x="9" y="18"/>
                </a:cxn>
                <a:cxn ang="0">
                  <a:pos x="6" y="20"/>
                </a:cxn>
                <a:cxn ang="0">
                  <a:pos x="3" y="20"/>
                </a:cxn>
                <a:cxn ang="0">
                  <a:pos x="1" y="20"/>
                </a:cxn>
                <a:cxn ang="0">
                  <a:pos x="0" y="16"/>
                </a:cxn>
                <a:cxn ang="0">
                  <a:pos x="0" y="11"/>
                </a:cxn>
                <a:cxn ang="0">
                  <a:pos x="1" y="6"/>
                </a:cxn>
                <a:cxn ang="0">
                  <a:pos x="2" y="3"/>
                </a:cxn>
                <a:cxn ang="0">
                  <a:pos x="2" y="2"/>
                </a:cxn>
                <a:cxn ang="0">
                  <a:pos x="3" y="1"/>
                </a:cxn>
                <a:cxn ang="0">
                  <a:pos x="5" y="1"/>
                </a:cxn>
                <a:cxn ang="0">
                  <a:pos x="7" y="0"/>
                </a:cxn>
              </a:cxnLst>
              <a:rect l="0" t="0" r="r" b="b"/>
              <a:pathLst>
                <a:path w="14" h="20">
                  <a:moveTo>
                    <a:pt x="7" y="0"/>
                  </a:moveTo>
                  <a:lnTo>
                    <a:pt x="11" y="0"/>
                  </a:lnTo>
                  <a:lnTo>
                    <a:pt x="13" y="3"/>
                  </a:lnTo>
                  <a:lnTo>
                    <a:pt x="14" y="6"/>
                  </a:lnTo>
                  <a:lnTo>
                    <a:pt x="14" y="13"/>
                  </a:lnTo>
                  <a:lnTo>
                    <a:pt x="11" y="17"/>
                  </a:lnTo>
                  <a:lnTo>
                    <a:pt x="9" y="18"/>
                  </a:lnTo>
                  <a:lnTo>
                    <a:pt x="6" y="20"/>
                  </a:lnTo>
                  <a:lnTo>
                    <a:pt x="3" y="20"/>
                  </a:lnTo>
                  <a:lnTo>
                    <a:pt x="1" y="20"/>
                  </a:lnTo>
                  <a:lnTo>
                    <a:pt x="0" y="16"/>
                  </a:lnTo>
                  <a:lnTo>
                    <a:pt x="0" y="11"/>
                  </a:lnTo>
                  <a:lnTo>
                    <a:pt x="1" y="6"/>
                  </a:lnTo>
                  <a:lnTo>
                    <a:pt x="2" y="3"/>
                  </a:lnTo>
                  <a:lnTo>
                    <a:pt x="2" y="2"/>
                  </a:lnTo>
                  <a:lnTo>
                    <a:pt x="3" y="1"/>
                  </a:lnTo>
                  <a:lnTo>
                    <a:pt x="5" y="1"/>
                  </a:lnTo>
                  <a:lnTo>
                    <a:pt x="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3" name="Freeform 30"/>
            <p:cNvSpPr>
              <a:spLocks/>
            </p:cNvSpPr>
            <p:nvPr/>
          </p:nvSpPr>
          <p:spPr bwMode="auto">
            <a:xfrm>
              <a:off x="3771901" y="5508625"/>
              <a:ext cx="25400" cy="42863"/>
            </a:xfrm>
            <a:custGeom>
              <a:avLst/>
              <a:gdLst/>
              <a:ahLst/>
              <a:cxnLst>
                <a:cxn ang="0">
                  <a:pos x="8" y="0"/>
                </a:cxn>
                <a:cxn ang="0">
                  <a:pos x="12" y="0"/>
                </a:cxn>
                <a:cxn ang="0">
                  <a:pos x="13" y="2"/>
                </a:cxn>
                <a:cxn ang="0">
                  <a:pos x="13" y="10"/>
                </a:cxn>
                <a:cxn ang="0">
                  <a:pos x="12" y="12"/>
                </a:cxn>
                <a:cxn ang="0">
                  <a:pos x="11" y="15"/>
                </a:cxn>
                <a:cxn ang="0">
                  <a:pos x="11" y="16"/>
                </a:cxn>
                <a:cxn ang="0">
                  <a:pos x="12" y="17"/>
                </a:cxn>
                <a:cxn ang="0">
                  <a:pos x="14" y="17"/>
                </a:cxn>
                <a:cxn ang="0">
                  <a:pos x="15" y="18"/>
                </a:cxn>
                <a:cxn ang="0">
                  <a:pos x="16" y="18"/>
                </a:cxn>
                <a:cxn ang="0">
                  <a:pos x="16" y="19"/>
                </a:cxn>
                <a:cxn ang="0">
                  <a:pos x="16" y="20"/>
                </a:cxn>
                <a:cxn ang="0">
                  <a:pos x="16" y="21"/>
                </a:cxn>
                <a:cxn ang="0">
                  <a:pos x="15" y="23"/>
                </a:cxn>
                <a:cxn ang="0">
                  <a:pos x="13" y="24"/>
                </a:cxn>
                <a:cxn ang="0">
                  <a:pos x="11" y="25"/>
                </a:cxn>
                <a:cxn ang="0">
                  <a:pos x="7" y="27"/>
                </a:cxn>
                <a:cxn ang="0">
                  <a:pos x="4" y="27"/>
                </a:cxn>
                <a:cxn ang="0">
                  <a:pos x="3" y="26"/>
                </a:cxn>
                <a:cxn ang="0">
                  <a:pos x="2" y="24"/>
                </a:cxn>
                <a:cxn ang="0">
                  <a:pos x="1" y="22"/>
                </a:cxn>
                <a:cxn ang="0">
                  <a:pos x="0" y="19"/>
                </a:cxn>
                <a:cxn ang="0">
                  <a:pos x="0" y="16"/>
                </a:cxn>
                <a:cxn ang="0">
                  <a:pos x="1" y="14"/>
                </a:cxn>
                <a:cxn ang="0">
                  <a:pos x="3" y="10"/>
                </a:cxn>
                <a:cxn ang="0">
                  <a:pos x="3" y="6"/>
                </a:cxn>
                <a:cxn ang="0">
                  <a:pos x="5" y="2"/>
                </a:cxn>
                <a:cxn ang="0">
                  <a:pos x="6" y="1"/>
                </a:cxn>
                <a:cxn ang="0">
                  <a:pos x="7" y="1"/>
                </a:cxn>
                <a:cxn ang="0">
                  <a:pos x="8" y="0"/>
                </a:cxn>
              </a:cxnLst>
              <a:rect l="0" t="0" r="r" b="b"/>
              <a:pathLst>
                <a:path w="16" h="27">
                  <a:moveTo>
                    <a:pt x="8" y="0"/>
                  </a:moveTo>
                  <a:lnTo>
                    <a:pt x="12" y="0"/>
                  </a:lnTo>
                  <a:lnTo>
                    <a:pt x="13" y="2"/>
                  </a:lnTo>
                  <a:lnTo>
                    <a:pt x="13" y="10"/>
                  </a:lnTo>
                  <a:lnTo>
                    <a:pt x="12" y="12"/>
                  </a:lnTo>
                  <a:lnTo>
                    <a:pt x="11" y="15"/>
                  </a:lnTo>
                  <a:lnTo>
                    <a:pt x="11" y="16"/>
                  </a:lnTo>
                  <a:lnTo>
                    <a:pt x="12" y="17"/>
                  </a:lnTo>
                  <a:lnTo>
                    <a:pt x="14" y="17"/>
                  </a:lnTo>
                  <a:lnTo>
                    <a:pt x="15" y="18"/>
                  </a:lnTo>
                  <a:lnTo>
                    <a:pt x="16" y="18"/>
                  </a:lnTo>
                  <a:lnTo>
                    <a:pt x="16" y="19"/>
                  </a:lnTo>
                  <a:lnTo>
                    <a:pt x="16" y="20"/>
                  </a:lnTo>
                  <a:lnTo>
                    <a:pt x="16" y="21"/>
                  </a:lnTo>
                  <a:lnTo>
                    <a:pt x="15" y="23"/>
                  </a:lnTo>
                  <a:lnTo>
                    <a:pt x="13" y="24"/>
                  </a:lnTo>
                  <a:lnTo>
                    <a:pt x="11" y="25"/>
                  </a:lnTo>
                  <a:lnTo>
                    <a:pt x="7" y="27"/>
                  </a:lnTo>
                  <a:lnTo>
                    <a:pt x="4" y="27"/>
                  </a:lnTo>
                  <a:lnTo>
                    <a:pt x="3" y="26"/>
                  </a:lnTo>
                  <a:lnTo>
                    <a:pt x="2" y="24"/>
                  </a:lnTo>
                  <a:lnTo>
                    <a:pt x="1" y="22"/>
                  </a:lnTo>
                  <a:lnTo>
                    <a:pt x="0" y="19"/>
                  </a:lnTo>
                  <a:lnTo>
                    <a:pt x="0" y="16"/>
                  </a:lnTo>
                  <a:lnTo>
                    <a:pt x="1" y="14"/>
                  </a:lnTo>
                  <a:lnTo>
                    <a:pt x="3" y="10"/>
                  </a:lnTo>
                  <a:lnTo>
                    <a:pt x="3" y="6"/>
                  </a:lnTo>
                  <a:lnTo>
                    <a:pt x="5" y="2"/>
                  </a:lnTo>
                  <a:lnTo>
                    <a:pt x="6" y="1"/>
                  </a:lnTo>
                  <a:lnTo>
                    <a:pt x="7" y="1"/>
                  </a:lnTo>
                  <a:lnTo>
                    <a:pt x="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4" name="Freeform 31"/>
            <p:cNvSpPr>
              <a:spLocks/>
            </p:cNvSpPr>
            <p:nvPr/>
          </p:nvSpPr>
          <p:spPr bwMode="auto">
            <a:xfrm>
              <a:off x="3770313" y="5473700"/>
              <a:ext cx="19050" cy="28575"/>
            </a:xfrm>
            <a:custGeom>
              <a:avLst/>
              <a:gdLst/>
              <a:ahLst/>
              <a:cxnLst>
                <a:cxn ang="0">
                  <a:pos x="1" y="0"/>
                </a:cxn>
                <a:cxn ang="0">
                  <a:pos x="3" y="0"/>
                </a:cxn>
                <a:cxn ang="0">
                  <a:pos x="5" y="1"/>
                </a:cxn>
                <a:cxn ang="0">
                  <a:pos x="7" y="3"/>
                </a:cxn>
                <a:cxn ang="0">
                  <a:pos x="8" y="5"/>
                </a:cxn>
                <a:cxn ang="0">
                  <a:pos x="11" y="9"/>
                </a:cxn>
                <a:cxn ang="0">
                  <a:pos x="12" y="11"/>
                </a:cxn>
                <a:cxn ang="0">
                  <a:pos x="11" y="12"/>
                </a:cxn>
                <a:cxn ang="0">
                  <a:pos x="11" y="13"/>
                </a:cxn>
                <a:cxn ang="0">
                  <a:pos x="8" y="17"/>
                </a:cxn>
                <a:cxn ang="0">
                  <a:pos x="6" y="18"/>
                </a:cxn>
                <a:cxn ang="0">
                  <a:pos x="2" y="18"/>
                </a:cxn>
                <a:cxn ang="0">
                  <a:pos x="0" y="16"/>
                </a:cxn>
                <a:cxn ang="0">
                  <a:pos x="0" y="14"/>
                </a:cxn>
                <a:cxn ang="0">
                  <a:pos x="0" y="3"/>
                </a:cxn>
                <a:cxn ang="0">
                  <a:pos x="0" y="1"/>
                </a:cxn>
                <a:cxn ang="0">
                  <a:pos x="1" y="0"/>
                </a:cxn>
              </a:cxnLst>
              <a:rect l="0" t="0" r="r" b="b"/>
              <a:pathLst>
                <a:path w="12" h="18">
                  <a:moveTo>
                    <a:pt x="1" y="0"/>
                  </a:moveTo>
                  <a:lnTo>
                    <a:pt x="3" y="0"/>
                  </a:lnTo>
                  <a:lnTo>
                    <a:pt x="5" y="1"/>
                  </a:lnTo>
                  <a:lnTo>
                    <a:pt x="7" y="3"/>
                  </a:lnTo>
                  <a:lnTo>
                    <a:pt x="8" y="5"/>
                  </a:lnTo>
                  <a:lnTo>
                    <a:pt x="11" y="9"/>
                  </a:lnTo>
                  <a:lnTo>
                    <a:pt x="12" y="11"/>
                  </a:lnTo>
                  <a:lnTo>
                    <a:pt x="11" y="12"/>
                  </a:lnTo>
                  <a:lnTo>
                    <a:pt x="11" y="13"/>
                  </a:lnTo>
                  <a:lnTo>
                    <a:pt x="8" y="17"/>
                  </a:lnTo>
                  <a:lnTo>
                    <a:pt x="6" y="18"/>
                  </a:lnTo>
                  <a:lnTo>
                    <a:pt x="2" y="18"/>
                  </a:lnTo>
                  <a:lnTo>
                    <a:pt x="0" y="16"/>
                  </a:lnTo>
                  <a:lnTo>
                    <a:pt x="0" y="14"/>
                  </a:lnTo>
                  <a:lnTo>
                    <a:pt x="0" y="3"/>
                  </a:lnTo>
                  <a:lnTo>
                    <a:pt x="0" y="1"/>
                  </a:lnTo>
                  <a:lnTo>
                    <a:pt x="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5" name="Freeform 32"/>
            <p:cNvSpPr>
              <a:spLocks/>
            </p:cNvSpPr>
            <p:nvPr/>
          </p:nvSpPr>
          <p:spPr bwMode="auto">
            <a:xfrm>
              <a:off x="3738563" y="5478463"/>
              <a:ext cx="31750" cy="63500"/>
            </a:xfrm>
            <a:custGeom>
              <a:avLst/>
              <a:gdLst/>
              <a:ahLst/>
              <a:cxnLst>
                <a:cxn ang="0">
                  <a:pos x="7" y="0"/>
                </a:cxn>
                <a:cxn ang="0">
                  <a:pos x="11" y="0"/>
                </a:cxn>
                <a:cxn ang="0">
                  <a:pos x="14" y="3"/>
                </a:cxn>
                <a:cxn ang="0">
                  <a:pos x="15" y="5"/>
                </a:cxn>
                <a:cxn ang="0">
                  <a:pos x="15" y="8"/>
                </a:cxn>
                <a:cxn ang="0">
                  <a:pos x="14" y="10"/>
                </a:cxn>
                <a:cxn ang="0">
                  <a:pos x="13" y="11"/>
                </a:cxn>
                <a:cxn ang="0">
                  <a:pos x="13" y="12"/>
                </a:cxn>
                <a:cxn ang="0">
                  <a:pos x="16" y="15"/>
                </a:cxn>
                <a:cxn ang="0">
                  <a:pos x="18" y="16"/>
                </a:cxn>
                <a:cxn ang="0">
                  <a:pos x="20" y="19"/>
                </a:cxn>
                <a:cxn ang="0">
                  <a:pos x="20" y="20"/>
                </a:cxn>
                <a:cxn ang="0">
                  <a:pos x="19" y="21"/>
                </a:cxn>
                <a:cxn ang="0">
                  <a:pos x="12" y="21"/>
                </a:cxn>
                <a:cxn ang="0">
                  <a:pos x="11" y="22"/>
                </a:cxn>
                <a:cxn ang="0">
                  <a:pos x="12" y="22"/>
                </a:cxn>
                <a:cxn ang="0">
                  <a:pos x="13" y="24"/>
                </a:cxn>
                <a:cxn ang="0">
                  <a:pos x="14" y="25"/>
                </a:cxn>
                <a:cxn ang="0">
                  <a:pos x="16" y="26"/>
                </a:cxn>
                <a:cxn ang="0">
                  <a:pos x="17" y="27"/>
                </a:cxn>
                <a:cxn ang="0">
                  <a:pos x="19" y="29"/>
                </a:cxn>
                <a:cxn ang="0">
                  <a:pos x="17" y="29"/>
                </a:cxn>
                <a:cxn ang="0">
                  <a:pos x="16" y="28"/>
                </a:cxn>
                <a:cxn ang="0">
                  <a:pos x="14" y="28"/>
                </a:cxn>
                <a:cxn ang="0">
                  <a:pos x="13" y="27"/>
                </a:cxn>
                <a:cxn ang="0">
                  <a:pos x="11" y="27"/>
                </a:cxn>
                <a:cxn ang="0">
                  <a:pos x="12" y="28"/>
                </a:cxn>
                <a:cxn ang="0">
                  <a:pos x="14" y="32"/>
                </a:cxn>
                <a:cxn ang="0">
                  <a:pos x="16" y="34"/>
                </a:cxn>
                <a:cxn ang="0">
                  <a:pos x="17" y="35"/>
                </a:cxn>
                <a:cxn ang="0">
                  <a:pos x="15" y="39"/>
                </a:cxn>
                <a:cxn ang="0">
                  <a:pos x="13" y="40"/>
                </a:cxn>
                <a:cxn ang="0">
                  <a:pos x="8" y="38"/>
                </a:cxn>
                <a:cxn ang="0">
                  <a:pos x="5" y="36"/>
                </a:cxn>
                <a:cxn ang="0">
                  <a:pos x="3" y="34"/>
                </a:cxn>
                <a:cxn ang="0">
                  <a:pos x="3" y="32"/>
                </a:cxn>
                <a:cxn ang="0">
                  <a:pos x="1" y="30"/>
                </a:cxn>
                <a:cxn ang="0">
                  <a:pos x="1" y="28"/>
                </a:cxn>
                <a:cxn ang="0">
                  <a:pos x="0" y="24"/>
                </a:cxn>
                <a:cxn ang="0">
                  <a:pos x="0" y="14"/>
                </a:cxn>
                <a:cxn ang="0">
                  <a:pos x="2" y="10"/>
                </a:cxn>
                <a:cxn ang="0">
                  <a:pos x="3" y="9"/>
                </a:cxn>
                <a:cxn ang="0">
                  <a:pos x="3" y="4"/>
                </a:cxn>
                <a:cxn ang="0">
                  <a:pos x="4" y="2"/>
                </a:cxn>
                <a:cxn ang="0">
                  <a:pos x="7" y="0"/>
                </a:cxn>
              </a:cxnLst>
              <a:rect l="0" t="0" r="r" b="b"/>
              <a:pathLst>
                <a:path w="20" h="40">
                  <a:moveTo>
                    <a:pt x="7" y="0"/>
                  </a:moveTo>
                  <a:lnTo>
                    <a:pt x="11" y="0"/>
                  </a:lnTo>
                  <a:lnTo>
                    <a:pt x="14" y="3"/>
                  </a:lnTo>
                  <a:lnTo>
                    <a:pt x="15" y="5"/>
                  </a:lnTo>
                  <a:lnTo>
                    <a:pt x="15" y="8"/>
                  </a:lnTo>
                  <a:lnTo>
                    <a:pt x="14" y="10"/>
                  </a:lnTo>
                  <a:lnTo>
                    <a:pt x="13" y="11"/>
                  </a:lnTo>
                  <a:lnTo>
                    <a:pt x="13" y="12"/>
                  </a:lnTo>
                  <a:lnTo>
                    <a:pt x="16" y="15"/>
                  </a:lnTo>
                  <a:lnTo>
                    <a:pt x="18" y="16"/>
                  </a:lnTo>
                  <a:lnTo>
                    <a:pt x="20" y="19"/>
                  </a:lnTo>
                  <a:lnTo>
                    <a:pt x="20" y="20"/>
                  </a:lnTo>
                  <a:lnTo>
                    <a:pt x="19" y="21"/>
                  </a:lnTo>
                  <a:lnTo>
                    <a:pt x="12" y="21"/>
                  </a:lnTo>
                  <a:lnTo>
                    <a:pt x="11" y="22"/>
                  </a:lnTo>
                  <a:lnTo>
                    <a:pt x="12" y="22"/>
                  </a:lnTo>
                  <a:lnTo>
                    <a:pt x="13" y="24"/>
                  </a:lnTo>
                  <a:lnTo>
                    <a:pt x="14" y="25"/>
                  </a:lnTo>
                  <a:lnTo>
                    <a:pt x="16" y="26"/>
                  </a:lnTo>
                  <a:lnTo>
                    <a:pt x="17" y="27"/>
                  </a:lnTo>
                  <a:lnTo>
                    <a:pt x="19" y="29"/>
                  </a:lnTo>
                  <a:lnTo>
                    <a:pt x="17" y="29"/>
                  </a:lnTo>
                  <a:lnTo>
                    <a:pt x="16" y="28"/>
                  </a:lnTo>
                  <a:lnTo>
                    <a:pt x="14" y="28"/>
                  </a:lnTo>
                  <a:lnTo>
                    <a:pt x="13" y="27"/>
                  </a:lnTo>
                  <a:lnTo>
                    <a:pt x="11" y="27"/>
                  </a:lnTo>
                  <a:lnTo>
                    <a:pt x="12" y="28"/>
                  </a:lnTo>
                  <a:lnTo>
                    <a:pt x="14" y="32"/>
                  </a:lnTo>
                  <a:lnTo>
                    <a:pt x="16" y="34"/>
                  </a:lnTo>
                  <a:lnTo>
                    <a:pt x="17" y="35"/>
                  </a:lnTo>
                  <a:lnTo>
                    <a:pt x="15" y="39"/>
                  </a:lnTo>
                  <a:lnTo>
                    <a:pt x="13" y="40"/>
                  </a:lnTo>
                  <a:lnTo>
                    <a:pt x="8" y="38"/>
                  </a:lnTo>
                  <a:lnTo>
                    <a:pt x="5" y="36"/>
                  </a:lnTo>
                  <a:lnTo>
                    <a:pt x="3" y="34"/>
                  </a:lnTo>
                  <a:lnTo>
                    <a:pt x="3" y="32"/>
                  </a:lnTo>
                  <a:lnTo>
                    <a:pt x="1" y="30"/>
                  </a:lnTo>
                  <a:lnTo>
                    <a:pt x="1" y="28"/>
                  </a:lnTo>
                  <a:lnTo>
                    <a:pt x="0" y="24"/>
                  </a:lnTo>
                  <a:lnTo>
                    <a:pt x="0" y="14"/>
                  </a:lnTo>
                  <a:lnTo>
                    <a:pt x="2" y="10"/>
                  </a:lnTo>
                  <a:lnTo>
                    <a:pt x="3" y="9"/>
                  </a:lnTo>
                  <a:lnTo>
                    <a:pt x="3" y="4"/>
                  </a:lnTo>
                  <a:lnTo>
                    <a:pt x="4" y="2"/>
                  </a:lnTo>
                  <a:lnTo>
                    <a:pt x="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6" name="Freeform 33"/>
            <p:cNvSpPr>
              <a:spLocks/>
            </p:cNvSpPr>
            <p:nvPr/>
          </p:nvSpPr>
          <p:spPr bwMode="auto">
            <a:xfrm>
              <a:off x="3563938" y="5572125"/>
              <a:ext cx="184150" cy="109538"/>
            </a:xfrm>
            <a:custGeom>
              <a:avLst/>
              <a:gdLst/>
              <a:ahLst/>
              <a:cxnLst>
                <a:cxn ang="0">
                  <a:pos x="36" y="1"/>
                </a:cxn>
                <a:cxn ang="0">
                  <a:pos x="48" y="3"/>
                </a:cxn>
                <a:cxn ang="0">
                  <a:pos x="68" y="12"/>
                </a:cxn>
                <a:cxn ang="0">
                  <a:pos x="87" y="18"/>
                </a:cxn>
                <a:cxn ang="0">
                  <a:pos x="94" y="20"/>
                </a:cxn>
                <a:cxn ang="0">
                  <a:pos x="104" y="26"/>
                </a:cxn>
                <a:cxn ang="0">
                  <a:pos x="115" y="34"/>
                </a:cxn>
                <a:cxn ang="0">
                  <a:pos x="115" y="42"/>
                </a:cxn>
                <a:cxn ang="0">
                  <a:pos x="111" y="49"/>
                </a:cxn>
                <a:cxn ang="0">
                  <a:pos x="107" y="52"/>
                </a:cxn>
                <a:cxn ang="0">
                  <a:pos x="104" y="53"/>
                </a:cxn>
                <a:cxn ang="0">
                  <a:pos x="99" y="50"/>
                </a:cxn>
                <a:cxn ang="0">
                  <a:pos x="96" y="51"/>
                </a:cxn>
                <a:cxn ang="0">
                  <a:pos x="94" y="53"/>
                </a:cxn>
                <a:cxn ang="0">
                  <a:pos x="85" y="54"/>
                </a:cxn>
                <a:cxn ang="0">
                  <a:pos x="86" y="58"/>
                </a:cxn>
                <a:cxn ang="0">
                  <a:pos x="88" y="63"/>
                </a:cxn>
                <a:cxn ang="0">
                  <a:pos x="85" y="69"/>
                </a:cxn>
                <a:cxn ang="0">
                  <a:pos x="79" y="68"/>
                </a:cxn>
                <a:cxn ang="0">
                  <a:pos x="69" y="62"/>
                </a:cxn>
                <a:cxn ang="0">
                  <a:pos x="61" y="58"/>
                </a:cxn>
                <a:cxn ang="0">
                  <a:pos x="51" y="51"/>
                </a:cxn>
                <a:cxn ang="0">
                  <a:pos x="41" y="39"/>
                </a:cxn>
                <a:cxn ang="0">
                  <a:pos x="34" y="26"/>
                </a:cxn>
                <a:cxn ang="0">
                  <a:pos x="28" y="15"/>
                </a:cxn>
                <a:cxn ang="0">
                  <a:pos x="19" y="12"/>
                </a:cxn>
                <a:cxn ang="0">
                  <a:pos x="5" y="14"/>
                </a:cxn>
                <a:cxn ang="0">
                  <a:pos x="2" y="15"/>
                </a:cxn>
                <a:cxn ang="0">
                  <a:pos x="2" y="13"/>
                </a:cxn>
                <a:cxn ang="0">
                  <a:pos x="4" y="10"/>
                </a:cxn>
                <a:cxn ang="0">
                  <a:pos x="2" y="9"/>
                </a:cxn>
                <a:cxn ang="0">
                  <a:pos x="0" y="7"/>
                </a:cxn>
                <a:cxn ang="0">
                  <a:pos x="2" y="4"/>
                </a:cxn>
                <a:cxn ang="0">
                  <a:pos x="9" y="5"/>
                </a:cxn>
                <a:cxn ang="0">
                  <a:pos x="19" y="3"/>
                </a:cxn>
                <a:cxn ang="0">
                  <a:pos x="24" y="1"/>
                </a:cxn>
              </a:cxnLst>
              <a:rect l="0" t="0" r="r" b="b"/>
              <a:pathLst>
                <a:path w="116" h="69">
                  <a:moveTo>
                    <a:pt x="29" y="0"/>
                  </a:moveTo>
                  <a:lnTo>
                    <a:pt x="36" y="1"/>
                  </a:lnTo>
                  <a:lnTo>
                    <a:pt x="41" y="1"/>
                  </a:lnTo>
                  <a:lnTo>
                    <a:pt x="48" y="3"/>
                  </a:lnTo>
                  <a:lnTo>
                    <a:pt x="56" y="8"/>
                  </a:lnTo>
                  <a:lnTo>
                    <a:pt x="68" y="12"/>
                  </a:lnTo>
                  <a:lnTo>
                    <a:pt x="81" y="16"/>
                  </a:lnTo>
                  <a:lnTo>
                    <a:pt x="87" y="18"/>
                  </a:lnTo>
                  <a:lnTo>
                    <a:pt x="91" y="19"/>
                  </a:lnTo>
                  <a:lnTo>
                    <a:pt x="94" y="20"/>
                  </a:lnTo>
                  <a:lnTo>
                    <a:pt x="98" y="22"/>
                  </a:lnTo>
                  <a:lnTo>
                    <a:pt x="104" y="26"/>
                  </a:lnTo>
                  <a:lnTo>
                    <a:pt x="112" y="29"/>
                  </a:lnTo>
                  <a:lnTo>
                    <a:pt x="115" y="34"/>
                  </a:lnTo>
                  <a:lnTo>
                    <a:pt x="116" y="37"/>
                  </a:lnTo>
                  <a:lnTo>
                    <a:pt x="115" y="42"/>
                  </a:lnTo>
                  <a:lnTo>
                    <a:pt x="113" y="45"/>
                  </a:lnTo>
                  <a:lnTo>
                    <a:pt x="111" y="49"/>
                  </a:lnTo>
                  <a:lnTo>
                    <a:pt x="109" y="51"/>
                  </a:lnTo>
                  <a:lnTo>
                    <a:pt x="107" y="52"/>
                  </a:lnTo>
                  <a:lnTo>
                    <a:pt x="105" y="53"/>
                  </a:lnTo>
                  <a:lnTo>
                    <a:pt x="104" y="53"/>
                  </a:lnTo>
                  <a:lnTo>
                    <a:pt x="100" y="52"/>
                  </a:lnTo>
                  <a:lnTo>
                    <a:pt x="99" y="50"/>
                  </a:lnTo>
                  <a:lnTo>
                    <a:pt x="98" y="50"/>
                  </a:lnTo>
                  <a:lnTo>
                    <a:pt x="96" y="51"/>
                  </a:lnTo>
                  <a:lnTo>
                    <a:pt x="96" y="52"/>
                  </a:lnTo>
                  <a:lnTo>
                    <a:pt x="94" y="53"/>
                  </a:lnTo>
                  <a:lnTo>
                    <a:pt x="86" y="53"/>
                  </a:lnTo>
                  <a:lnTo>
                    <a:pt x="85" y="54"/>
                  </a:lnTo>
                  <a:lnTo>
                    <a:pt x="86" y="56"/>
                  </a:lnTo>
                  <a:lnTo>
                    <a:pt x="86" y="58"/>
                  </a:lnTo>
                  <a:lnTo>
                    <a:pt x="87" y="61"/>
                  </a:lnTo>
                  <a:lnTo>
                    <a:pt x="88" y="63"/>
                  </a:lnTo>
                  <a:lnTo>
                    <a:pt x="87" y="67"/>
                  </a:lnTo>
                  <a:lnTo>
                    <a:pt x="85" y="69"/>
                  </a:lnTo>
                  <a:lnTo>
                    <a:pt x="83" y="69"/>
                  </a:lnTo>
                  <a:lnTo>
                    <a:pt x="79" y="68"/>
                  </a:lnTo>
                  <a:lnTo>
                    <a:pt x="73" y="65"/>
                  </a:lnTo>
                  <a:lnTo>
                    <a:pt x="69" y="62"/>
                  </a:lnTo>
                  <a:lnTo>
                    <a:pt x="63" y="59"/>
                  </a:lnTo>
                  <a:lnTo>
                    <a:pt x="61" y="58"/>
                  </a:lnTo>
                  <a:lnTo>
                    <a:pt x="55" y="55"/>
                  </a:lnTo>
                  <a:lnTo>
                    <a:pt x="51" y="51"/>
                  </a:lnTo>
                  <a:lnTo>
                    <a:pt x="45" y="44"/>
                  </a:lnTo>
                  <a:lnTo>
                    <a:pt x="41" y="39"/>
                  </a:lnTo>
                  <a:lnTo>
                    <a:pt x="37" y="33"/>
                  </a:lnTo>
                  <a:lnTo>
                    <a:pt x="34" y="26"/>
                  </a:lnTo>
                  <a:lnTo>
                    <a:pt x="30" y="19"/>
                  </a:lnTo>
                  <a:lnTo>
                    <a:pt x="28" y="15"/>
                  </a:lnTo>
                  <a:lnTo>
                    <a:pt x="25" y="13"/>
                  </a:lnTo>
                  <a:lnTo>
                    <a:pt x="19" y="12"/>
                  </a:lnTo>
                  <a:lnTo>
                    <a:pt x="11" y="12"/>
                  </a:lnTo>
                  <a:lnTo>
                    <a:pt x="5" y="14"/>
                  </a:lnTo>
                  <a:lnTo>
                    <a:pt x="3" y="15"/>
                  </a:lnTo>
                  <a:lnTo>
                    <a:pt x="2" y="15"/>
                  </a:lnTo>
                  <a:lnTo>
                    <a:pt x="2" y="14"/>
                  </a:lnTo>
                  <a:lnTo>
                    <a:pt x="2" y="13"/>
                  </a:lnTo>
                  <a:lnTo>
                    <a:pt x="2" y="11"/>
                  </a:lnTo>
                  <a:lnTo>
                    <a:pt x="4" y="10"/>
                  </a:lnTo>
                  <a:lnTo>
                    <a:pt x="4" y="9"/>
                  </a:lnTo>
                  <a:lnTo>
                    <a:pt x="2" y="9"/>
                  </a:lnTo>
                  <a:lnTo>
                    <a:pt x="1" y="8"/>
                  </a:lnTo>
                  <a:lnTo>
                    <a:pt x="0" y="7"/>
                  </a:lnTo>
                  <a:lnTo>
                    <a:pt x="0" y="5"/>
                  </a:lnTo>
                  <a:lnTo>
                    <a:pt x="2" y="4"/>
                  </a:lnTo>
                  <a:lnTo>
                    <a:pt x="7" y="4"/>
                  </a:lnTo>
                  <a:lnTo>
                    <a:pt x="9" y="5"/>
                  </a:lnTo>
                  <a:lnTo>
                    <a:pt x="14" y="5"/>
                  </a:lnTo>
                  <a:lnTo>
                    <a:pt x="19" y="3"/>
                  </a:lnTo>
                  <a:lnTo>
                    <a:pt x="21" y="2"/>
                  </a:lnTo>
                  <a:lnTo>
                    <a:pt x="24" y="1"/>
                  </a:lnTo>
                  <a:lnTo>
                    <a:pt x="2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7" name="Freeform 34"/>
            <p:cNvSpPr>
              <a:spLocks/>
            </p:cNvSpPr>
            <p:nvPr/>
          </p:nvSpPr>
          <p:spPr bwMode="auto">
            <a:xfrm>
              <a:off x="3521076" y="5588000"/>
              <a:ext cx="195263" cy="144463"/>
            </a:xfrm>
            <a:custGeom>
              <a:avLst/>
              <a:gdLst/>
              <a:ahLst/>
              <a:cxnLst>
                <a:cxn ang="0">
                  <a:pos x="5" y="0"/>
                </a:cxn>
                <a:cxn ang="0">
                  <a:pos x="18" y="3"/>
                </a:cxn>
                <a:cxn ang="0">
                  <a:pos x="32" y="9"/>
                </a:cxn>
                <a:cxn ang="0">
                  <a:pos x="38" y="8"/>
                </a:cxn>
                <a:cxn ang="0">
                  <a:pos x="39" y="4"/>
                </a:cxn>
                <a:cxn ang="0">
                  <a:pos x="44" y="5"/>
                </a:cxn>
                <a:cxn ang="0">
                  <a:pos x="48" y="8"/>
                </a:cxn>
                <a:cxn ang="0">
                  <a:pos x="51" y="11"/>
                </a:cxn>
                <a:cxn ang="0">
                  <a:pos x="55" y="16"/>
                </a:cxn>
                <a:cxn ang="0">
                  <a:pos x="60" y="22"/>
                </a:cxn>
                <a:cxn ang="0">
                  <a:pos x="66" y="32"/>
                </a:cxn>
                <a:cxn ang="0">
                  <a:pos x="71" y="40"/>
                </a:cxn>
                <a:cxn ang="0">
                  <a:pos x="84" y="52"/>
                </a:cxn>
                <a:cxn ang="0">
                  <a:pos x="97" y="59"/>
                </a:cxn>
                <a:cxn ang="0">
                  <a:pos x="101" y="61"/>
                </a:cxn>
                <a:cxn ang="0">
                  <a:pos x="106" y="63"/>
                </a:cxn>
                <a:cxn ang="0">
                  <a:pos x="113" y="68"/>
                </a:cxn>
                <a:cxn ang="0">
                  <a:pos x="118" y="70"/>
                </a:cxn>
                <a:cxn ang="0">
                  <a:pos x="123" y="73"/>
                </a:cxn>
                <a:cxn ang="0">
                  <a:pos x="123" y="77"/>
                </a:cxn>
                <a:cxn ang="0">
                  <a:pos x="115" y="84"/>
                </a:cxn>
                <a:cxn ang="0">
                  <a:pos x="109" y="90"/>
                </a:cxn>
                <a:cxn ang="0">
                  <a:pos x="106" y="91"/>
                </a:cxn>
                <a:cxn ang="0">
                  <a:pos x="100" y="86"/>
                </a:cxn>
                <a:cxn ang="0">
                  <a:pos x="88" y="73"/>
                </a:cxn>
                <a:cxn ang="0">
                  <a:pos x="80" y="68"/>
                </a:cxn>
                <a:cxn ang="0">
                  <a:pos x="75" y="67"/>
                </a:cxn>
                <a:cxn ang="0">
                  <a:pos x="66" y="60"/>
                </a:cxn>
                <a:cxn ang="0">
                  <a:pos x="47" y="43"/>
                </a:cxn>
                <a:cxn ang="0">
                  <a:pos x="40" y="36"/>
                </a:cxn>
                <a:cxn ang="0">
                  <a:pos x="31" y="25"/>
                </a:cxn>
                <a:cxn ang="0">
                  <a:pos x="15" y="8"/>
                </a:cxn>
                <a:cxn ang="0">
                  <a:pos x="6" y="3"/>
                </a:cxn>
                <a:cxn ang="0">
                  <a:pos x="0" y="0"/>
                </a:cxn>
              </a:cxnLst>
              <a:rect l="0" t="0" r="r" b="b"/>
              <a:pathLst>
                <a:path w="123" h="91">
                  <a:moveTo>
                    <a:pt x="0" y="0"/>
                  </a:moveTo>
                  <a:lnTo>
                    <a:pt x="5" y="0"/>
                  </a:lnTo>
                  <a:lnTo>
                    <a:pt x="12" y="1"/>
                  </a:lnTo>
                  <a:lnTo>
                    <a:pt x="18" y="3"/>
                  </a:lnTo>
                  <a:lnTo>
                    <a:pt x="21" y="4"/>
                  </a:lnTo>
                  <a:lnTo>
                    <a:pt x="32" y="9"/>
                  </a:lnTo>
                  <a:lnTo>
                    <a:pt x="37" y="9"/>
                  </a:lnTo>
                  <a:lnTo>
                    <a:pt x="38" y="8"/>
                  </a:lnTo>
                  <a:lnTo>
                    <a:pt x="38" y="6"/>
                  </a:lnTo>
                  <a:lnTo>
                    <a:pt x="39" y="4"/>
                  </a:lnTo>
                  <a:lnTo>
                    <a:pt x="42" y="4"/>
                  </a:lnTo>
                  <a:lnTo>
                    <a:pt x="44" y="5"/>
                  </a:lnTo>
                  <a:lnTo>
                    <a:pt x="46" y="7"/>
                  </a:lnTo>
                  <a:lnTo>
                    <a:pt x="48" y="8"/>
                  </a:lnTo>
                  <a:lnTo>
                    <a:pt x="49" y="10"/>
                  </a:lnTo>
                  <a:lnTo>
                    <a:pt x="51" y="11"/>
                  </a:lnTo>
                  <a:lnTo>
                    <a:pt x="54" y="13"/>
                  </a:lnTo>
                  <a:lnTo>
                    <a:pt x="55" y="16"/>
                  </a:lnTo>
                  <a:lnTo>
                    <a:pt x="58" y="19"/>
                  </a:lnTo>
                  <a:lnTo>
                    <a:pt x="60" y="22"/>
                  </a:lnTo>
                  <a:lnTo>
                    <a:pt x="63" y="26"/>
                  </a:lnTo>
                  <a:lnTo>
                    <a:pt x="66" y="32"/>
                  </a:lnTo>
                  <a:lnTo>
                    <a:pt x="69" y="36"/>
                  </a:lnTo>
                  <a:lnTo>
                    <a:pt x="71" y="40"/>
                  </a:lnTo>
                  <a:lnTo>
                    <a:pt x="80" y="50"/>
                  </a:lnTo>
                  <a:lnTo>
                    <a:pt x="84" y="52"/>
                  </a:lnTo>
                  <a:lnTo>
                    <a:pt x="89" y="54"/>
                  </a:lnTo>
                  <a:lnTo>
                    <a:pt x="97" y="59"/>
                  </a:lnTo>
                  <a:lnTo>
                    <a:pt x="99" y="60"/>
                  </a:lnTo>
                  <a:lnTo>
                    <a:pt x="101" y="61"/>
                  </a:lnTo>
                  <a:lnTo>
                    <a:pt x="103" y="61"/>
                  </a:lnTo>
                  <a:lnTo>
                    <a:pt x="106" y="63"/>
                  </a:lnTo>
                  <a:lnTo>
                    <a:pt x="110" y="67"/>
                  </a:lnTo>
                  <a:lnTo>
                    <a:pt x="113" y="68"/>
                  </a:lnTo>
                  <a:lnTo>
                    <a:pt x="116" y="70"/>
                  </a:lnTo>
                  <a:lnTo>
                    <a:pt x="118" y="70"/>
                  </a:lnTo>
                  <a:lnTo>
                    <a:pt x="119" y="71"/>
                  </a:lnTo>
                  <a:lnTo>
                    <a:pt x="123" y="73"/>
                  </a:lnTo>
                  <a:lnTo>
                    <a:pt x="123" y="75"/>
                  </a:lnTo>
                  <a:lnTo>
                    <a:pt x="123" y="77"/>
                  </a:lnTo>
                  <a:lnTo>
                    <a:pt x="118" y="83"/>
                  </a:lnTo>
                  <a:lnTo>
                    <a:pt x="115" y="84"/>
                  </a:lnTo>
                  <a:lnTo>
                    <a:pt x="113" y="87"/>
                  </a:lnTo>
                  <a:lnTo>
                    <a:pt x="109" y="90"/>
                  </a:lnTo>
                  <a:lnTo>
                    <a:pt x="107" y="91"/>
                  </a:lnTo>
                  <a:lnTo>
                    <a:pt x="106" y="91"/>
                  </a:lnTo>
                  <a:lnTo>
                    <a:pt x="103" y="89"/>
                  </a:lnTo>
                  <a:lnTo>
                    <a:pt x="100" y="86"/>
                  </a:lnTo>
                  <a:lnTo>
                    <a:pt x="97" y="84"/>
                  </a:lnTo>
                  <a:lnTo>
                    <a:pt x="88" y="73"/>
                  </a:lnTo>
                  <a:lnTo>
                    <a:pt x="83" y="69"/>
                  </a:lnTo>
                  <a:lnTo>
                    <a:pt x="80" y="68"/>
                  </a:lnTo>
                  <a:lnTo>
                    <a:pt x="78" y="68"/>
                  </a:lnTo>
                  <a:lnTo>
                    <a:pt x="75" y="67"/>
                  </a:lnTo>
                  <a:lnTo>
                    <a:pt x="72" y="65"/>
                  </a:lnTo>
                  <a:lnTo>
                    <a:pt x="66" y="60"/>
                  </a:lnTo>
                  <a:lnTo>
                    <a:pt x="56" y="51"/>
                  </a:lnTo>
                  <a:lnTo>
                    <a:pt x="47" y="43"/>
                  </a:lnTo>
                  <a:lnTo>
                    <a:pt x="44" y="41"/>
                  </a:lnTo>
                  <a:lnTo>
                    <a:pt x="40" y="36"/>
                  </a:lnTo>
                  <a:lnTo>
                    <a:pt x="36" y="30"/>
                  </a:lnTo>
                  <a:lnTo>
                    <a:pt x="31" y="25"/>
                  </a:lnTo>
                  <a:lnTo>
                    <a:pt x="28" y="21"/>
                  </a:lnTo>
                  <a:lnTo>
                    <a:pt x="15" y="8"/>
                  </a:lnTo>
                  <a:lnTo>
                    <a:pt x="12" y="6"/>
                  </a:lnTo>
                  <a:lnTo>
                    <a:pt x="6" y="3"/>
                  </a:lnTo>
                  <a:lnTo>
                    <a:pt x="2" y="1"/>
                  </a:lnTo>
                  <a:lnTo>
                    <a:pt x="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8" name="Freeform 35"/>
            <p:cNvSpPr>
              <a:spLocks/>
            </p:cNvSpPr>
            <p:nvPr/>
          </p:nvSpPr>
          <p:spPr bwMode="auto">
            <a:xfrm>
              <a:off x="3532188" y="5757863"/>
              <a:ext cx="57150" cy="63500"/>
            </a:xfrm>
            <a:custGeom>
              <a:avLst/>
              <a:gdLst/>
              <a:ahLst/>
              <a:cxnLst>
                <a:cxn ang="0">
                  <a:pos x="1" y="0"/>
                </a:cxn>
                <a:cxn ang="0">
                  <a:pos x="3" y="2"/>
                </a:cxn>
                <a:cxn ang="0">
                  <a:pos x="4" y="3"/>
                </a:cxn>
                <a:cxn ang="0">
                  <a:pos x="6" y="5"/>
                </a:cxn>
                <a:cxn ang="0">
                  <a:pos x="8" y="7"/>
                </a:cxn>
                <a:cxn ang="0">
                  <a:pos x="10" y="10"/>
                </a:cxn>
                <a:cxn ang="0">
                  <a:pos x="19" y="19"/>
                </a:cxn>
                <a:cxn ang="0">
                  <a:pos x="22" y="21"/>
                </a:cxn>
                <a:cxn ang="0">
                  <a:pos x="26" y="25"/>
                </a:cxn>
                <a:cxn ang="0">
                  <a:pos x="29" y="27"/>
                </a:cxn>
                <a:cxn ang="0">
                  <a:pos x="32" y="28"/>
                </a:cxn>
                <a:cxn ang="0">
                  <a:pos x="34" y="30"/>
                </a:cxn>
                <a:cxn ang="0">
                  <a:pos x="36" y="31"/>
                </a:cxn>
                <a:cxn ang="0">
                  <a:pos x="36" y="34"/>
                </a:cxn>
                <a:cxn ang="0">
                  <a:pos x="34" y="37"/>
                </a:cxn>
                <a:cxn ang="0">
                  <a:pos x="33" y="38"/>
                </a:cxn>
                <a:cxn ang="0">
                  <a:pos x="31" y="40"/>
                </a:cxn>
                <a:cxn ang="0">
                  <a:pos x="30" y="38"/>
                </a:cxn>
                <a:cxn ang="0">
                  <a:pos x="28" y="37"/>
                </a:cxn>
                <a:cxn ang="0">
                  <a:pos x="26" y="36"/>
                </a:cxn>
                <a:cxn ang="0">
                  <a:pos x="22" y="33"/>
                </a:cxn>
                <a:cxn ang="0">
                  <a:pos x="20" y="30"/>
                </a:cxn>
                <a:cxn ang="0">
                  <a:pos x="16" y="25"/>
                </a:cxn>
                <a:cxn ang="0">
                  <a:pos x="14" y="20"/>
                </a:cxn>
                <a:cxn ang="0">
                  <a:pos x="9" y="15"/>
                </a:cxn>
                <a:cxn ang="0">
                  <a:pos x="4" y="10"/>
                </a:cxn>
                <a:cxn ang="0">
                  <a:pos x="2" y="7"/>
                </a:cxn>
                <a:cxn ang="0">
                  <a:pos x="1" y="4"/>
                </a:cxn>
                <a:cxn ang="0">
                  <a:pos x="0" y="3"/>
                </a:cxn>
                <a:cxn ang="0">
                  <a:pos x="0" y="2"/>
                </a:cxn>
                <a:cxn ang="0">
                  <a:pos x="1" y="0"/>
                </a:cxn>
              </a:cxnLst>
              <a:rect l="0" t="0" r="r" b="b"/>
              <a:pathLst>
                <a:path w="36" h="40">
                  <a:moveTo>
                    <a:pt x="1" y="0"/>
                  </a:moveTo>
                  <a:lnTo>
                    <a:pt x="3" y="2"/>
                  </a:lnTo>
                  <a:lnTo>
                    <a:pt x="4" y="3"/>
                  </a:lnTo>
                  <a:lnTo>
                    <a:pt x="6" y="5"/>
                  </a:lnTo>
                  <a:lnTo>
                    <a:pt x="8" y="7"/>
                  </a:lnTo>
                  <a:lnTo>
                    <a:pt x="10" y="10"/>
                  </a:lnTo>
                  <a:lnTo>
                    <a:pt x="19" y="19"/>
                  </a:lnTo>
                  <a:lnTo>
                    <a:pt x="22" y="21"/>
                  </a:lnTo>
                  <a:lnTo>
                    <a:pt x="26" y="25"/>
                  </a:lnTo>
                  <a:lnTo>
                    <a:pt x="29" y="27"/>
                  </a:lnTo>
                  <a:lnTo>
                    <a:pt x="32" y="28"/>
                  </a:lnTo>
                  <a:lnTo>
                    <a:pt x="34" y="30"/>
                  </a:lnTo>
                  <a:lnTo>
                    <a:pt x="36" y="31"/>
                  </a:lnTo>
                  <a:lnTo>
                    <a:pt x="36" y="34"/>
                  </a:lnTo>
                  <a:lnTo>
                    <a:pt x="34" y="37"/>
                  </a:lnTo>
                  <a:lnTo>
                    <a:pt x="33" y="38"/>
                  </a:lnTo>
                  <a:lnTo>
                    <a:pt x="31" y="40"/>
                  </a:lnTo>
                  <a:lnTo>
                    <a:pt x="30" y="38"/>
                  </a:lnTo>
                  <a:lnTo>
                    <a:pt x="28" y="37"/>
                  </a:lnTo>
                  <a:lnTo>
                    <a:pt x="26" y="36"/>
                  </a:lnTo>
                  <a:lnTo>
                    <a:pt x="22" y="33"/>
                  </a:lnTo>
                  <a:lnTo>
                    <a:pt x="20" y="30"/>
                  </a:lnTo>
                  <a:lnTo>
                    <a:pt x="16" y="25"/>
                  </a:lnTo>
                  <a:lnTo>
                    <a:pt x="14" y="20"/>
                  </a:lnTo>
                  <a:lnTo>
                    <a:pt x="9" y="15"/>
                  </a:lnTo>
                  <a:lnTo>
                    <a:pt x="4" y="10"/>
                  </a:lnTo>
                  <a:lnTo>
                    <a:pt x="2" y="7"/>
                  </a:lnTo>
                  <a:lnTo>
                    <a:pt x="1" y="4"/>
                  </a:lnTo>
                  <a:lnTo>
                    <a:pt x="0" y="3"/>
                  </a:lnTo>
                  <a:lnTo>
                    <a:pt x="0" y="2"/>
                  </a:lnTo>
                  <a:lnTo>
                    <a:pt x="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69" name="Freeform 36"/>
            <p:cNvSpPr>
              <a:spLocks/>
            </p:cNvSpPr>
            <p:nvPr/>
          </p:nvSpPr>
          <p:spPr bwMode="auto">
            <a:xfrm>
              <a:off x="3673476" y="6065838"/>
              <a:ext cx="36513" cy="31750"/>
            </a:xfrm>
            <a:custGeom>
              <a:avLst/>
              <a:gdLst/>
              <a:ahLst/>
              <a:cxnLst>
                <a:cxn ang="0">
                  <a:pos x="20" y="0"/>
                </a:cxn>
                <a:cxn ang="0">
                  <a:pos x="22" y="0"/>
                </a:cxn>
                <a:cxn ang="0">
                  <a:pos x="22" y="1"/>
                </a:cxn>
                <a:cxn ang="0">
                  <a:pos x="23" y="2"/>
                </a:cxn>
                <a:cxn ang="0">
                  <a:pos x="22" y="3"/>
                </a:cxn>
                <a:cxn ang="0">
                  <a:pos x="22" y="6"/>
                </a:cxn>
                <a:cxn ang="0">
                  <a:pos x="21" y="8"/>
                </a:cxn>
                <a:cxn ang="0">
                  <a:pos x="19" y="11"/>
                </a:cxn>
                <a:cxn ang="0">
                  <a:pos x="18" y="12"/>
                </a:cxn>
                <a:cxn ang="0">
                  <a:pos x="17" y="14"/>
                </a:cxn>
                <a:cxn ang="0">
                  <a:pos x="13" y="16"/>
                </a:cxn>
                <a:cxn ang="0">
                  <a:pos x="12" y="16"/>
                </a:cxn>
                <a:cxn ang="0">
                  <a:pos x="10" y="17"/>
                </a:cxn>
                <a:cxn ang="0">
                  <a:pos x="10" y="19"/>
                </a:cxn>
                <a:cxn ang="0">
                  <a:pos x="9" y="20"/>
                </a:cxn>
                <a:cxn ang="0">
                  <a:pos x="7" y="20"/>
                </a:cxn>
                <a:cxn ang="0">
                  <a:pos x="5" y="19"/>
                </a:cxn>
                <a:cxn ang="0">
                  <a:pos x="3" y="18"/>
                </a:cxn>
                <a:cxn ang="0">
                  <a:pos x="1" y="15"/>
                </a:cxn>
                <a:cxn ang="0">
                  <a:pos x="0" y="13"/>
                </a:cxn>
                <a:cxn ang="0">
                  <a:pos x="1" y="12"/>
                </a:cxn>
                <a:cxn ang="0">
                  <a:pos x="2" y="11"/>
                </a:cxn>
                <a:cxn ang="0">
                  <a:pos x="6" y="7"/>
                </a:cxn>
                <a:cxn ang="0">
                  <a:pos x="17" y="3"/>
                </a:cxn>
                <a:cxn ang="0">
                  <a:pos x="18" y="2"/>
                </a:cxn>
                <a:cxn ang="0">
                  <a:pos x="18" y="1"/>
                </a:cxn>
                <a:cxn ang="0">
                  <a:pos x="20" y="0"/>
                </a:cxn>
              </a:cxnLst>
              <a:rect l="0" t="0" r="r" b="b"/>
              <a:pathLst>
                <a:path w="23" h="20">
                  <a:moveTo>
                    <a:pt x="20" y="0"/>
                  </a:moveTo>
                  <a:lnTo>
                    <a:pt x="22" y="0"/>
                  </a:lnTo>
                  <a:lnTo>
                    <a:pt x="22" y="1"/>
                  </a:lnTo>
                  <a:lnTo>
                    <a:pt x="23" y="2"/>
                  </a:lnTo>
                  <a:lnTo>
                    <a:pt x="22" y="3"/>
                  </a:lnTo>
                  <a:lnTo>
                    <a:pt x="22" y="6"/>
                  </a:lnTo>
                  <a:lnTo>
                    <a:pt x="21" y="8"/>
                  </a:lnTo>
                  <a:lnTo>
                    <a:pt x="19" y="11"/>
                  </a:lnTo>
                  <a:lnTo>
                    <a:pt x="18" y="12"/>
                  </a:lnTo>
                  <a:lnTo>
                    <a:pt x="17" y="14"/>
                  </a:lnTo>
                  <a:lnTo>
                    <a:pt x="13" y="16"/>
                  </a:lnTo>
                  <a:lnTo>
                    <a:pt x="12" y="16"/>
                  </a:lnTo>
                  <a:lnTo>
                    <a:pt x="10" y="17"/>
                  </a:lnTo>
                  <a:lnTo>
                    <a:pt x="10" y="19"/>
                  </a:lnTo>
                  <a:lnTo>
                    <a:pt x="9" y="20"/>
                  </a:lnTo>
                  <a:lnTo>
                    <a:pt x="7" y="20"/>
                  </a:lnTo>
                  <a:lnTo>
                    <a:pt x="5" y="19"/>
                  </a:lnTo>
                  <a:lnTo>
                    <a:pt x="3" y="18"/>
                  </a:lnTo>
                  <a:lnTo>
                    <a:pt x="1" y="15"/>
                  </a:lnTo>
                  <a:lnTo>
                    <a:pt x="0" y="13"/>
                  </a:lnTo>
                  <a:lnTo>
                    <a:pt x="1" y="12"/>
                  </a:lnTo>
                  <a:lnTo>
                    <a:pt x="2" y="11"/>
                  </a:lnTo>
                  <a:lnTo>
                    <a:pt x="6" y="7"/>
                  </a:lnTo>
                  <a:lnTo>
                    <a:pt x="17" y="3"/>
                  </a:lnTo>
                  <a:lnTo>
                    <a:pt x="18" y="2"/>
                  </a:lnTo>
                  <a:lnTo>
                    <a:pt x="18" y="1"/>
                  </a:lnTo>
                  <a:lnTo>
                    <a:pt x="2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0" name="Freeform 37"/>
            <p:cNvSpPr>
              <a:spLocks/>
            </p:cNvSpPr>
            <p:nvPr/>
          </p:nvSpPr>
          <p:spPr bwMode="auto">
            <a:xfrm>
              <a:off x="2828926" y="5530850"/>
              <a:ext cx="76200" cy="138113"/>
            </a:xfrm>
            <a:custGeom>
              <a:avLst/>
              <a:gdLst/>
              <a:ahLst/>
              <a:cxnLst>
                <a:cxn ang="0">
                  <a:pos x="28" y="0"/>
                </a:cxn>
                <a:cxn ang="0">
                  <a:pos x="29" y="0"/>
                </a:cxn>
                <a:cxn ang="0">
                  <a:pos x="30" y="1"/>
                </a:cxn>
                <a:cxn ang="0">
                  <a:pos x="32" y="1"/>
                </a:cxn>
                <a:cxn ang="0">
                  <a:pos x="34" y="2"/>
                </a:cxn>
                <a:cxn ang="0">
                  <a:pos x="38" y="6"/>
                </a:cxn>
                <a:cxn ang="0">
                  <a:pos x="42" y="10"/>
                </a:cxn>
                <a:cxn ang="0">
                  <a:pos x="46" y="13"/>
                </a:cxn>
                <a:cxn ang="0">
                  <a:pos x="48" y="16"/>
                </a:cxn>
                <a:cxn ang="0">
                  <a:pos x="48" y="21"/>
                </a:cxn>
                <a:cxn ang="0">
                  <a:pos x="46" y="34"/>
                </a:cxn>
                <a:cxn ang="0">
                  <a:pos x="45" y="39"/>
                </a:cxn>
                <a:cxn ang="0">
                  <a:pos x="45" y="43"/>
                </a:cxn>
                <a:cxn ang="0">
                  <a:pos x="43" y="47"/>
                </a:cxn>
                <a:cxn ang="0">
                  <a:pos x="41" y="54"/>
                </a:cxn>
                <a:cxn ang="0">
                  <a:pos x="37" y="61"/>
                </a:cxn>
                <a:cxn ang="0">
                  <a:pos x="36" y="68"/>
                </a:cxn>
                <a:cxn ang="0">
                  <a:pos x="36" y="75"/>
                </a:cxn>
                <a:cxn ang="0">
                  <a:pos x="37" y="82"/>
                </a:cxn>
                <a:cxn ang="0">
                  <a:pos x="36" y="86"/>
                </a:cxn>
                <a:cxn ang="0">
                  <a:pos x="35" y="87"/>
                </a:cxn>
                <a:cxn ang="0">
                  <a:pos x="34" y="86"/>
                </a:cxn>
                <a:cxn ang="0">
                  <a:pos x="33" y="84"/>
                </a:cxn>
                <a:cxn ang="0">
                  <a:pos x="32" y="83"/>
                </a:cxn>
                <a:cxn ang="0">
                  <a:pos x="32" y="81"/>
                </a:cxn>
                <a:cxn ang="0">
                  <a:pos x="29" y="70"/>
                </a:cxn>
                <a:cxn ang="0">
                  <a:pos x="26" y="61"/>
                </a:cxn>
                <a:cxn ang="0">
                  <a:pos x="24" y="53"/>
                </a:cxn>
                <a:cxn ang="0">
                  <a:pos x="23" y="44"/>
                </a:cxn>
                <a:cxn ang="0">
                  <a:pos x="21" y="39"/>
                </a:cxn>
                <a:cxn ang="0">
                  <a:pos x="16" y="35"/>
                </a:cxn>
                <a:cxn ang="0">
                  <a:pos x="11" y="32"/>
                </a:cxn>
                <a:cxn ang="0">
                  <a:pos x="6" y="31"/>
                </a:cxn>
                <a:cxn ang="0">
                  <a:pos x="3" y="30"/>
                </a:cxn>
                <a:cxn ang="0">
                  <a:pos x="2" y="29"/>
                </a:cxn>
                <a:cxn ang="0">
                  <a:pos x="1" y="27"/>
                </a:cxn>
                <a:cxn ang="0">
                  <a:pos x="1" y="25"/>
                </a:cxn>
                <a:cxn ang="0">
                  <a:pos x="0" y="22"/>
                </a:cxn>
                <a:cxn ang="0">
                  <a:pos x="0" y="16"/>
                </a:cxn>
                <a:cxn ang="0">
                  <a:pos x="1" y="15"/>
                </a:cxn>
                <a:cxn ang="0">
                  <a:pos x="19" y="15"/>
                </a:cxn>
                <a:cxn ang="0">
                  <a:pos x="23" y="11"/>
                </a:cxn>
                <a:cxn ang="0">
                  <a:pos x="25" y="6"/>
                </a:cxn>
                <a:cxn ang="0">
                  <a:pos x="24" y="5"/>
                </a:cxn>
                <a:cxn ang="0">
                  <a:pos x="24" y="2"/>
                </a:cxn>
                <a:cxn ang="0">
                  <a:pos x="25" y="2"/>
                </a:cxn>
                <a:cxn ang="0">
                  <a:pos x="27" y="1"/>
                </a:cxn>
                <a:cxn ang="0">
                  <a:pos x="28" y="0"/>
                </a:cxn>
              </a:cxnLst>
              <a:rect l="0" t="0" r="r" b="b"/>
              <a:pathLst>
                <a:path w="48" h="87">
                  <a:moveTo>
                    <a:pt x="28" y="0"/>
                  </a:moveTo>
                  <a:lnTo>
                    <a:pt x="29" y="0"/>
                  </a:lnTo>
                  <a:lnTo>
                    <a:pt x="30" y="1"/>
                  </a:lnTo>
                  <a:lnTo>
                    <a:pt x="32" y="1"/>
                  </a:lnTo>
                  <a:lnTo>
                    <a:pt x="34" y="2"/>
                  </a:lnTo>
                  <a:lnTo>
                    <a:pt x="38" y="6"/>
                  </a:lnTo>
                  <a:lnTo>
                    <a:pt x="42" y="10"/>
                  </a:lnTo>
                  <a:lnTo>
                    <a:pt x="46" y="13"/>
                  </a:lnTo>
                  <a:lnTo>
                    <a:pt x="48" y="16"/>
                  </a:lnTo>
                  <a:lnTo>
                    <a:pt x="48" y="21"/>
                  </a:lnTo>
                  <a:lnTo>
                    <a:pt x="46" y="34"/>
                  </a:lnTo>
                  <a:lnTo>
                    <a:pt x="45" y="39"/>
                  </a:lnTo>
                  <a:lnTo>
                    <a:pt x="45" y="43"/>
                  </a:lnTo>
                  <a:lnTo>
                    <a:pt x="43" y="47"/>
                  </a:lnTo>
                  <a:lnTo>
                    <a:pt x="41" y="54"/>
                  </a:lnTo>
                  <a:lnTo>
                    <a:pt x="37" y="61"/>
                  </a:lnTo>
                  <a:lnTo>
                    <a:pt x="36" y="68"/>
                  </a:lnTo>
                  <a:lnTo>
                    <a:pt x="36" y="75"/>
                  </a:lnTo>
                  <a:lnTo>
                    <a:pt x="37" y="82"/>
                  </a:lnTo>
                  <a:lnTo>
                    <a:pt x="36" y="86"/>
                  </a:lnTo>
                  <a:lnTo>
                    <a:pt x="35" y="87"/>
                  </a:lnTo>
                  <a:lnTo>
                    <a:pt x="34" y="86"/>
                  </a:lnTo>
                  <a:lnTo>
                    <a:pt x="33" y="84"/>
                  </a:lnTo>
                  <a:lnTo>
                    <a:pt x="32" y="83"/>
                  </a:lnTo>
                  <a:lnTo>
                    <a:pt x="32" y="81"/>
                  </a:lnTo>
                  <a:lnTo>
                    <a:pt x="29" y="70"/>
                  </a:lnTo>
                  <a:lnTo>
                    <a:pt x="26" y="61"/>
                  </a:lnTo>
                  <a:lnTo>
                    <a:pt x="24" y="53"/>
                  </a:lnTo>
                  <a:lnTo>
                    <a:pt x="23" y="44"/>
                  </a:lnTo>
                  <a:lnTo>
                    <a:pt x="21" y="39"/>
                  </a:lnTo>
                  <a:lnTo>
                    <a:pt x="16" y="35"/>
                  </a:lnTo>
                  <a:lnTo>
                    <a:pt x="11" y="32"/>
                  </a:lnTo>
                  <a:lnTo>
                    <a:pt x="6" y="31"/>
                  </a:lnTo>
                  <a:lnTo>
                    <a:pt x="3" y="30"/>
                  </a:lnTo>
                  <a:lnTo>
                    <a:pt x="2" y="29"/>
                  </a:lnTo>
                  <a:lnTo>
                    <a:pt x="1" y="27"/>
                  </a:lnTo>
                  <a:lnTo>
                    <a:pt x="1" y="25"/>
                  </a:lnTo>
                  <a:lnTo>
                    <a:pt x="0" y="22"/>
                  </a:lnTo>
                  <a:lnTo>
                    <a:pt x="0" y="16"/>
                  </a:lnTo>
                  <a:lnTo>
                    <a:pt x="1" y="15"/>
                  </a:lnTo>
                  <a:lnTo>
                    <a:pt x="19" y="15"/>
                  </a:lnTo>
                  <a:lnTo>
                    <a:pt x="23" y="11"/>
                  </a:lnTo>
                  <a:lnTo>
                    <a:pt x="25" y="6"/>
                  </a:lnTo>
                  <a:lnTo>
                    <a:pt x="24" y="5"/>
                  </a:lnTo>
                  <a:lnTo>
                    <a:pt x="24" y="2"/>
                  </a:lnTo>
                  <a:lnTo>
                    <a:pt x="25" y="2"/>
                  </a:lnTo>
                  <a:lnTo>
                    <a:pt x="27" y="1"/>
                  </a:lnTo>
                  <a:lnTo>
                    <a:pt x="2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1" name="Freeform 38"/>
            <p:cNvSpPr>
              <a:spLocks/>
            </p:cNvSpPr>
            <p:nvPr/>
          </p:nvSpPr>
          <p:spPr bwMode="auto">
            <a:xfrm>
              <a:off x="3068638" y="5726113"/>
              <a:ext cx="14288" cy="9525"/>
            </a:xfrm>
            <a:custGeom>
              <a:avLst/>
              <a:gdLst/>
              <a:ahLst/>
              <a:cxnLst>
                <a:cxn ang="0">
                  <a:pos x="5" y="0"/>
                </a:cxn>
                <a:cxn ang="0">
                  <a:pos x="8" y="0"/>
                </a:cxn>
                <a:cxn ang="0">
                  <a:pos x="9" y="1"/>
                </a:cxn>
                <a:cxn ang="0">
                  <a:pos x="9" y="3"/>
                </a:cxn>
                <a:cxn ang="0">
                  <a:pos x="9" y="4"/>
                </a:cxn>
                <a:cxn ang="0">
                  <a:pos x="8" y="6"/>
                </a:cxn>
                <a:cxn ang="0">
                  <a:pos x="5" y="6"/>
                </a:cxn>
                <a:cxn ang="0">
                  <a:pos x="1" y="6"/>
                </a:cxn>
                <a:cxn ang="0">
                  <a:pos x="0" y="6"/>
                </a:cxn>
                <a:cxn ang="0">
                  <a:pos x="0" y="5"/>
                </a:cxn>
                <a:cxn ang="0">
                  <a:pos x="1" y="3"/>
                </a:cxn>
                <a:cxn ang="0">
                  <a:pos x="2" y="2"/>
                </a:cxn>
                <a:cxn ang="0">
                  <a:pos x="4" y="1"/>
                </a:cxn>
                <a:cxn ang="0">
                  <a:pos x="5" y="0"/>
                </a:cxn>
              </a:cxnLst>
              <a:rect l="0" t="0" r="r" b="b"/>
              <a:pathLst>
                <a:path w="9" h="6">
                  <a:moveTo>
                    <a:pt x="5" y="0"/>
                  </a:moveTo>
                  <a:lnTo>
                    <a:pt x="8" y="0"/>
                  </a:lnTo>
                  <a:lnTo>
                    <a:pt x="9" y="1"/>
                  </a:lnTo>
                  <a:lnTo>
                    <a:pt x="9" y="3"/>
                  </a:lnTo>
                  <a:lnTo>
                    <a:pt x="9" y="4"/>
                  </a:lnTo>
                  <a:lnTo>
                    <a:pt x="8" y="6"/>
                  </a:lnTo>
                  <a:lnTo>
                    <a:pt x="5" y="6"/>
                  </a:lnTo>
                  <a:lnTo>
                    <a:pt x="1" y="6"/>
                  </a:lnTo>
                  <a:lnTo>
                    <a:pt x="0" y="6"/>
                  </a:lnTo>
                  <a:lnTo>
                    <a:pt x="0" y="5"/>
                  </a:lnTo>
                  <a:lnTo>
                    <a:pt x="1" y="3"/>
                  </a:lnTo>
                  <a:lnTo>
                    <a:pt x="2" y="2"/>
                  </a:lnTo>
                  <a:lnTo>
                    <a:pt x="4" y="1"/>
                  </a:lnTo>
                  <a:lnTo>
                    <a:pt x="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2" name="Freeform 39"/>
            <p:cNvSpPr>
              <a:spLocks/>
            </p:cNvSpPr>
            <p:nvPr/>
          </p:nvSpPr>
          <p:spPr bwMode="auto">
            <a:xfrm>
              <a:off x="3101976" y="5811838"/>
              <a:ext cx="215900" cy="319088"/>
            </a:xfrm>
            <a:custGeom>
              <a:avLst/>
              <a:gdLst/>
              <a:ahLst/>
              <a:cxnLst>
                <a:cxn ang="0">
                  <a:pos x="43" y="2"/>
                </a:cxn>
                <a:cxn ang="0">
                  <a:pos x="47" y="7"/>
                </a:cxn>
                <a:cxn ang="0">
                  <a:pos x="50" y="3"/>
                </a:cxn>
                <a:cxn ang="0">
                  <a:pos x="56" y="6"/>
                </a:cxn>
                <a:cxn ang="0">
                  <a:pos x="89" y="22"/>
                </a:cxn>
                <a:cxn ang="0">
                  <a:pos x="106" y="27"/>
                </a:cxn>
                <a:cxn ang="0">
                  <a:pos x="106" y="34"/>
                </a:cxn>
                <a:cxn ang="0">
                  <a:pos x="101" y="38"/>
                </a:cxn>
                <a:cxn ang="0">
                  <a:pos x="98" y="42"/>
                </a:cxn>
                <a:cxn ang="0">
                  <a:pos x="102" y="44"/>
                </a:cxn>
                <a:cxn ang="0">
                  <a:pos x="107" y="48"/>
                </a:cxn>
                <a:cxn ang="0">
                  <a:pos x="106" y="57"/>
                </a:cxn>
                <a:cxn ang="0">
                  <a:pos x="102" y="65"/>
                </a:cxn>
                <a:cxn ang="0">
                  <a:pos x="112" y="82"/>
                </a:cxn>
                <a:cxn ang="0">
                  <a:pos x="120" y="95"/>
                </a:cxn>
                <a:cxn ang="0">
                  <a:pos x="133" y="111"/>
                </a:cxn>
                <a:cxn ang="0">
                  <a:pos x="133" y="124"/>
                </a:cxn>
                <a:cxn ang="0">
                  <a:pos x="122" y="145"/>
                </a:cxn>
                <a:cxn ang="0">
                  <a:pos x="113" y="161"/>
                </a:cxn>
                <a:cxn ang="0">
                  <a:pos x="98" y="167"/>
                </a:cxn>
                <a:cxn ang="0">
                  <a:pos x="85" y="177"/>
                </a:cxn>
                <a:cxn ang="0">
                  <a:pos x="77" y="188"/>
                </a:cxn>
                <a:cxn ang="0">
                  <a:pos x="58" y="194"/>
                </a:cxn>
                <a:cxn ang="0">
                  <a:pos x="40" y="198"/>
                </a:cxn>
                <a:cxn ang="0">
                  <a:pos x="25" y="200"/>
                </a:cxn>
                <a:cxn ang="0">
                  <a:pos x="12" y="198"/>
                </a:cxn>
                <a:cxn ang="0">
                  <a:pos x="4" y="196"/>
                </a:cxn>
                <a:cxn ang="0">
                  <a:pos x="0" y="189"/>
                </a:cxn>
                <a:cxn ang="0">
                  <a:pos x="13" y="187"/>
                </a:cxn>
                <a:cxn ang="0">
                  <a:pos x="18" y="181"/>
                </a:cxn>
                <a:cxn ang="0">
                  <a:pos x="22" y="176"/>
                </a:cxn>
                <a:cxn ang="0">
                  <a:pos x="38" y="174"/>
                </a:cxn>
                <a:cxn ang="0">
                  <a:pos x="43" y="172"/>
                </a:cxn>
                <a:cxn ang="0">
                  <a:pos x="37" y="172"/>
                </a:cxn>
                <a:cxn ang="0">
                  <a:pos x="26" y="172"/>
                </a:cxn>
                <a:cxn ang="0">
                  <a:pos x="24" y="167"/>
                </a:cxn>
                <a:cxn ang="0">
                  <a:pos x="28" y="167"/>
                </a:cxn>
                <a:cxn ang="0">
                  <a:pos x="36" y="167"/>
                </a:cxn>
                <a:cxn ang="0">
                  <a:pos x="39" y="159"/>
                </a:cxn>
                <a:cxn ang="0">
                  <a:pos x="36" y="154"/>
                </a:cxn>
                <a:cxn ang="0">
                  <a:pos x="38" y="152"/>
                </a:cxn>
                <a:cxn ang="0">
                  <a:pos x="39" y="150"/>
                </a:cxn>
                <a:cxn ang="0">
                  <a:pos x="34" y="152"/>
                </a:cxn>
                <a:cxn ang="0">
                  <a:pos x="25" y="155"/>
                </a:cxn>
                <a:cxn ang="0">
                  <a:pos x="16" y="158"/>
                </a:cxn>
                <a:cxn ang="0">
                  <a:pos x="13" y="155"/>
                </a:cxn>
                <a:cxn ang="0">
                  <a:pos x="16" y="139"/>
                </a:cxn>
                <a:cxn ang="0">
                  <a:pos x="16" y="130"/>
                </a:cxn>
                <a:cxn ang="0">
                  <a:pos x="18" y="123"/>
                </a:cxn>
                <a:cxn ang="0">
                  <a:pos x="20" y="120"/>
                </a:cxn>
                <a:cxn ang="0">
                  <a:pos x="18" y="116"/>
                </a:cxn>
                <a:cxn ang="0">
                  <a:pos x="18" y="75"/>
                </a:cxn>
                <a:cxn ang="0">
                  <a:pos x="21" y="43"/>
                </a:cxn>
                <a:cxn ang="0">
                  <a:pos x="21" y="16"/>
                </a:cxn>
                <a:cxn ang="0">
                  <a:pos x="24" y="8"/>
                </a:cxn>
                <a:cxn ang="0">
                  <a:pos x="27" y="4"/>
                </a:cxn>
                <a:cxn ang="0">
                  <a:pos x="29" y="2"/>
                </a:cxn>
                <a:cxn ang="0">
                  <a:pos x="33" y="4"/>
                </a:cxn>
                <a:cxn ang="0">
                  <a:pos x="38" y="5"/>
                </a:cxn>
              </a:cxnLst>
              <a:rect l="0" t="0" r="r" b="b"/>
              <a:pathLst>
                <a:path w="136" h="201">
                  <a:moveTo>
                    <a:pt x="41" y="0"/>
                  </a:moveTo>
                  <a:lnTo>
                    <a:pt x="42" y="0"/>
                  </a:lnTo>
                  <a:lnTo>
                    <a:pt x="43" y="2"/>
                  </a:lnTo>
                  <a:lnTo>
                    <a:pt x="44" y="3"/>
                  </a:lnTo>
                  <a:lnTo>
                    <a:pt x="46" y="6"/>
                  </a:lnTo>
                  <a:lnTo>
                    <a:pt x="47" y="7"/>
                  </a:lnTo>
                  <a:lnTo>
                    <a:pt x="47" y="6"/>
                  </a:lnTo>
                  <a:lnTo>
                    <a:pt x="47" y="5"/>
                  </a:lnTo>
                  <a:lnTo>
                    <a:pt x="50" y="3"/>
                  </a:lnTo>
                  <a:lnTo>
                    <a:pt x="51" y="3"/>
                  </a:lnTo>
                  <a:lnTo>
                    <a:pt x="52" y="3"/>
                  </a:lnTo>
                  <a:lnTo>
                    <a:pt x="56" y="6"/>
                  </a:lnTo>
                  <a:lnTo>
                    <a:pt x="64" y="10"/>
                  </a:lnTo>
                  <a:lnTo>
                    <a:pt x="82" y="19"/>
                  </a:lnTo>
                  <a:lnTo>
                    <a:pt x="89" y="22"/>
                  </a:lnTo>
                  <a:lnTo>
                    <a:pt x="97" y="25"/>
                  </a:lnTo>
                  <a:lnTo>
                    <a:pt x="105" y="25"/>
                  </a:lnTo>
                  <a:lnTo>
                    <a:pt x="106" y="27"/>
                  </a:lnTo>
                  <a:lnTo>
                    <a:pt x="106" y="28"/>
                  </a:lnTo>
                  <a:lnTo>
                    <a:pt x="106" y="30"/>
                  </a:lnTo>
                  <a:lnTo>
                    <a:pt x="106" y="34"/>
                  </a:lnTo>
                  <a:lnTo>
                    <a:pt x="106" y="36"/>
                  </a:lnTo>
                  <a:lnTo>
                    <a:pt x="104" y="36"/>
                  </a:lnTo>
                  <a:lnTo>
                    <a:pt x="101" y="38"/>
                  </a:lnTo>
                  <a:lnTo>
                    <a:pt x="99" y="39"/>
                  </a:lnTo>
                  <a:lnTo>
                    <a:pt x="98" y="41"/>
                  </a:lnTo>
                  <a:lnTo>
                    <a:pt x="98" y="42"/>
                  </a:lnTo>
                  <a:lnTo>
                    <a:pt x="99" y="42"/>
                  </a:lnTo>
                  <a:lnTo>
                    <a:pt x="100" y="43"/>
                  </a:lnTo>
                  <a:lnTo>
                    <a:pt x="102" y="44"/>
                  </a:lnTo>
                  <a:lnTo>
                    <a:pt x="104" y="45"/>
                  </a:lnTo>
                  <a:lnTo>
                    <a:pt x="106" y="46"/>
                  </a:lnTo>
                  <a:lnTo>
                    <a:pt x="107" y="48"/>
                  </a:lnTo>
                  <a:lnTo>
                    <a:pt x="108" y="50"/>
                  </a:lnTo>
                  <a:lnTo>
                    <a:pt x="108" y="53"/>
                  </a:lnTo>
                  <a:lnTo>
                    <a:pt x="106" y="57"/>
                  </a:lnTo>
                  <a:lnTo>
                    <a:pt x="104" y="60"/>
                  </a:lnTo>
                  <a:lnTo>
                    <a:pt x="102" y="62"/>
                  </a:lnTo>
                  <a:lnTo>
                    <a:pt x="102" y="65"/>
                  </a:lnTo>
                  <a:lnTo>
                    <a:pt x="106" y="70"/>
                  </a:lnTo>
                  <a:lnTo>
                    <a:pt x="108" y="76"/>
                  </a:lnTo>
                  <a:lnTo>
                    <a:pt x="112" y="82"/>
                  </a:lnTo>
                  <a:lnTo>
                    <a:pt x="113" y="87"/>
                  </a:lnTo>
                  <a:lnTo>
                    <a:pt x="115" y="91"/>
                  </a:lnTo>
                  <a:lnTo>
                    <a:pt x="120" y="95"/>
                  </a:lnTo>
                  <a:lnTo>
                    <a:pt x="125" y="98"/>
                  </a:lnTo>
                  <a:lnTo>
                    <a:pt x="129" y="102"/>
                  </a:lnTo>
                  <a:lnTo>
                    <a:pt x="133" y="111"/>
                  </a:lnTo>
                  <a:lnTo>
                    <a:pt x="136" y="118"/>
                  </a:lnTo>
                  <a:lnTo>
                    <a:pt x="136" y="119"/>
                  </a:lnTo>
                  <a:lnTo>
                    <a:pt x="133" y="124"/>
                  </a:lnTo>
                  <a:lnTo>
                    <a:pt x="129" y="132"/>
                  </a:lnTo>
                  <a:lnTo>
                    <a:pt x="124" y="139"/>
                  </a:lnTo>
                  <a:lnTo>
                    <a:pt x="122" y="145"/>
                  </a:lnTo>
                  <a:lnTo>
                    <a:pt x="119" y="151"/>
                  </a:lnTo>
                  <a:lnTo>
                    <a:pt x="115" y="156"/>
                  </a:lnTo>
                  <a:lnTo>
                    <a:pt x="113" y="161"/>
                  </a:lnTo>
                  <a:lnTo>
                    <a:pt x="110" y="163"/>
                  </a:lnTo>
                  <a:lnTo>
                    <a:pt x="101" y="165"/>
                  </a:lnTo>
                  <a:lnTo>
                    <a:pt x="98" y="167"/>
                  </a:lnTo>
                  <a:lnTo>
                    <a:pt x="95" y="169"/>
                  </a:lnTo>
                  <a:lnTo>
                    <a:pt x="91" y="171"/>
                  </a:lnTo>
                  <a:lnTo>
                    <a:pt x="85" y="177"/>
                  </a:lnTo>
                  <a:lnTo>
                    <a:pt x="84" y="180"/>
                  </a:lnTo>
                  <a:lnTo>
                    <a:pt x="82" y="182"/>
                  </a:lnTo>
                  <a:lnTo>
                    <a:pt x="77" y="188"/>
                  </a:lnTo>
                  <a:lnTo>
                    <a:pt x="73" y="189"/>
                  </a:lnTo>
                  <a:lnTo>
                    <a:pt x="66" y="192"/>
                  </a:lnTo>
                  <a:lnTo>
                    <a:pt x="58" y="194"/>
                  </a:lnTo>
                  <a:lnTo>
                    <a:pt x="52" y="196"/>
                  </a:lnTo>
                  <a:lnTo>
                    <a:pt x="47" y="197"/>
                  </a:lnTo>
                  <a:lnTo>
                    <a:pt x="40" y="198"/>
                  </a:lnTo>
                  <a:lnTo>
                    <a:pt x="35" y="200"/>
                  </a:lnTo>
                  <a:lnTo>
                    <a:pt x="31" y="201"/>
                  </a:lnTo>
                  <a:lnTo>
                    <a:pt x="25" y="200"/>
                  </a:lnTo>
                  <a:lnTo>
                    <a:pt x="20" y="199"/>
                  </a:lnTo>
                  <a:lnTo>
                    <a:pt x="17" y="198"/>
                  </a:lnTo>
                  <a:lnTo>
                    <a:pt x="12" y="198"/>
                  </a:lnTo>
                  <a:lnTo>
                    <a:pt x="8" y="197"/>
                  </a:lnTo>
                  <a:lnTo>
                    <a:pt x="5" y="197"/>
                  </a:lnTo>
                  <a:lnTo>
                    <a:pt x="4" y="196"/>
                  </a:lnTo>
                  <a:lnTo>
                    <a:pt x="3" y="194"/>
                  </a:lnTo>
                  <a:lnTo>
                    <a:pt x="0" y="191"/>
                  </a:lnTo>
                  <a:lnTo>
                    <a:pt x="0" y="189"/>
                  </a:lnTo>
                  <a:lnTo>
                    <a:pt x="8" y="189"/>
                  </a:lnTo>
                  <a:lnTo>
                    <a:pt x="12" y="188"/>
                  </a:lnTo>
                  <a:lnTo>
                    <a:pt x="13" y="187"/>
                  </a:lnTo>
                  <a:lnTo>
                    <a:pt x="13" y="185"/>
                  </a:lnTo>
                  <a:lnTo>
                    <a:pt x="15" y="183"/>
                  </a:lnTo>
                  <a:lnTo>
                    <a:pt x="18" y="181"/>
                  </a:lnTo>
                  <a:lnTo>
                    <a:pt x="20" y="180"/>
                  </a:lnTo>
                  <a:lnTo>
                    <a:pt x="21" y="178"/>
                  </a:lnTo>
                  <a:lnTo>
                    <a:pt x="22" y="176"/>
                  </a:lnTo>
                  <a:lnTo>
                    <a:pt x="24" y="175"/>
                  </a:lnTo>
                  <a:lnTo>
                    <a:pt x="27" y="174"/>
                  </a:lnTo>
                  <a:lnTo>
                    <a:pt x="38" y="174"/>
                  </a:lnTo>
                  <a:lnTo>
                    <a:pt x="40" y="173"/>
                  </a:lnTo>
                  <a:lnTo>
                    <a:pt x="42" y="172"/>
                  </a:lnTo>
                  <a:lnTo>
                    <a:pt x="43" y="172"/>
                  </a:lnTo>
                  <a:lnTo>
                    <a:pt x="43" y="171"/>
                  </a:lnTo>
                  <a:lnTo>
                    <a:pt x="40" y="171"/>
                  </a:lnTo>
                  <a:lnTo>
                    <a:pt x="37" y="172"/>
                  </a:lnTo>
                  <a:lnTo>
                    <a:pt x="34" y="173"/>
                  </a:lnTo>
                  <a:lnTo>
                    <a:pt x="28" y="173"/>
                  </a:lnTo>
                  <a:lnTo>
                    <a:pt x="26" y="172"/>
                  </a:lnTo>
                  <a:lnTo>
                    <a:pt x="25" y="172"/>
                  </a:lnTo>
                  <a:lnTo>
                    <a:pt x="24" y="172"/>
                  </a:lnTo>
                  <a:lnTo>
                    <a:pt x="24" y="167"/>
                  </a:lnTo>
                  <a:lnTo>
                    <a:pt x="25" y="166"/>
                  </a:lnTo>
                  <a:lnTo>
                    <a:pt x="27" y="166"/>
                  </a:lnTo>
                  <a:lnTo>
                    <a:pt x="28" y="167"/>
                  </a:lnTo>
                  <a:lnTo>
                    <a:pt x="31" y="169"/>
                  </a:lnTo>
                  <a:lnTo>
                    <a:pt x="33" y="168"/>
                  </a:lnTo>
                  <a:lnTo>
                    <a:pt x="36" y="167"/>
                  </a:lnTo>
                  <a:lnTo>
                    <a:pt x="40" y="163"/>
                  </a:lnTo>
                  <a:lnTo>
                    <a:pt x="40" y="161"/>
                  </a:lnTo>
                  <a:lnTo>
                    <a:pt x="39" y="159"/>
                  </a:lnTo>
                  <a:lnTo>
                    <a:pt x="38" y="158"/>
                  </a:lnTo>
                  <a:lnTo>
                    <a:pt x="37" y="155"/>
                  </a:lnTo>
                  <a:lnTo>
                    <a:pt x="36" y="154"/>
                  </a:lnTo>
                  <a:lnTo>
                    <a:pt x="36" y="153"/>
                  </a:lnTo>
                  <a:lnTo>
                    <a:pt x="37" y="152"/>
                  </a:lnTo>
                  <a:lnTo>
                    <a:pt x="38" y="152"/>
                  </a:lnTo>
                  <a:lnTo>
                    <a:pt x="38" y="151"/>
                  </a:lnTo>
                  <a:lnTo>
                    <a:pt x="39" y="151"/>
                  </a:lnTo>
                  <a:lnTo>
                    <a:pt x="39" y="150"/>
                  </a:lnTo>
                  <a:lnTo>
                    <a:pt x="38" y="151"/>
                  </a:lnTo>
                  <a:lnTo>
                    <a:pt x="36" y="151"/>
                  </a:lnTo>
                  <a:lnTo>
                    <a:pt x="34" y="152"/>
                  </a:lnTo>
                  <a:lnTo>
                    <a:pt x="31" y="153"/>
                  </a:lnTo>
                  <a:lnTo>
                    <a:pt x="28" y="155"/>
                  </a:lnTo>
                  <a:lnTo>
                    <a:pt x="25" y="155"/>
                  </a:lnTo>
                  <a:lnTo>
                    <a:pt x="23" y="157"/>
                  </a:lnTo>
                  <a:lnTo>
                    <a:pt x="21" y="158"/>
                  </a:lnTo>
                  <a:lnTo>
                    <a:pt x="16" y="158"/>
                  </a:lnTo>
                  <a:lnTo>
                    <a:pt x="14" y="157"/>
                  </a:lnTo>
                  <a:lnTo>
                    <a:pt x="13" y="156"/>
                  </a:lnTo>
                  <a:lnTo>
                    <a:pt x="13" y="155"/>
                  </a:lnTo>
                  <a:lnTo>
                    <a:pt x="13" y="151"/>
                  </a:lnTo>
                  <a:lnTo>
                    <a:pt x="13" y="145"/>
                  </a:lnTo>
                  <a:lnTo>
                    <a:pt x="16" y="139"/>
                  </a:lnTo>
                  <a:lnTo>
                    <a:pt x="17" y="135"/>
                  </a:lnTo>
                  <a:lnTo>
                    <a:pt x="17" y="132"/>
                  </a:lnTo>
                  <a:lnTo>
                    <a:pt x="16" y="130"/>
                  </a:lnTo>
                  <a:lnTo>
                    <a:pt x="16" y="124"/>
                  </a:lnTo>
                  <a:lnTo>
                    <a:pt x="17" y="124"/>
                  </a:lnTo>
                  <a:lnTo>
                    <a:pt x="18" y="123"/>
                  </a:lnTo>
                  <a:lnTo>
                    <a:pt x="18" y="122"/>
                  </a:lnTo>
                  <a:lnTo>
                    <a:pt x="19" y="121"/>
                  </a:lnTo>
                  <a:lnTo>
                    <a:pt x="20" y="120"/>
                  </a:lnTo>
                  <a:lnTo>
                    <a:pt x="19" y="119"/>
                  </a:lnTo>
                  <a:lnTo>
                    <a:pt x="19" y="117"/>
                  </a:lnTo>
                  <a:lnTo>
                    <a:pt x="18" y="116"/>
                  </a:lnTo>
                  <a:lnTo>
                    <a:pt x="17" y="114"/>
                  </a:lnTo>
                  <a:lnTo>
                    <a:pt x="17" y="86"/>
                  </a:lnTo>
                  <a:lnTo>
                    <a:pt x="18" y="75"/>
                  </a:lnTo>
                  <a:lnTo>
                    <a:pt x="21" y="66"/>
                  </a:lnTo>
                  <a:lnTo>
                    <a:pt x="21" y="62"/>
                  </a:lnTo>
                  <a:lnTo>
                    <a:pt x="21" y="43"/>
                  </a:lnTo>
                  <a:lnTo>
                    <a:pt x="21" y="33"/>
                  </a:lnTo>
                  <a:lnTo>
                    <a:pt x="21" y="21"/>
                  </a:lnTo>
                  <a:lnTo>
                    <a:pt x="21" y="16"/>
                  </a:lnTo>
                  <a:lnTo>
                    <a:pt x="22" y="7"/>
                  </a:lnTo>
                  <a:lnTo>
                    <a:pt x="23" y="7"/>
                  </a:lnTo>
                  <a:lnTo>
                    <a:pt x="24" y="8"/>
                  </a:lnTo>
                  <a:lnTo>
                    <a:pt x="25" y="8"/>
                  </a:lnTo>
                  <a:lnTo>
                    <a:pt x="27" y="6"/>
                  </a:lnTo>
                  <a:lnTo>
                    <a:pt x="27" y="4"/>
                  </a:lnTo>
                  <a:lnTo>
                    <a:pt x="28" y="3"/>
                  </a:lnTo>
                  <a:lnTo>
                    <a:pt x="28" y="2"/>
                  </a:lnTo>
                  <a:lnTo>
                    <a:pt x="29" y="2"/>
                  </a:lnTo>
                  <a:lnTo>
                    <a:pt x="30" y="3"/>
                  </a:lnTo>
                  <a:lnTo>
                    <a:pt x="31" y="3"/>
                  </a:lnTo>
                  <a:lnTo>
                    <a:pt x="33" y="4"/>
                  </a:lnTo>
                  <a:lnTo>
                    <a:pt x="35" y="6"/>
                  </a:lnTo>
                  <a:lnTo>
                    <a:pt x="36" y="6"/>
                  </a:lnTo>
                  <a:lnTo>
                    <a:pt x="38" y="5"/>
                  </a:lnTo>
                  <a:lnTo>
                    <a:pt x="39" y="2"/>
                  </a:lnTo>
                  <a:lnTo>
                    <a:pt x="4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3" name="Freeform 40"/>
            <p:cNvSpPr>
              <a:spLocks/>
            </p:cNvSpPr>
            <p:nvPr/>
          </p:nvSpPr>
          <p:spPr bwMode="auto">
            <a:xfrm>
              <a:off x="3028951" y="5508625"/>
              <a:ext cx="312738" cy="342900"/>
            </a:xfrm>
            <a:custGeom>
              <a:avLst/>
              <a:gdLst/>
              <a:ahLst/>
              <a:cxnLst>
                <a:cxn ang="0">
                  <a:pos x="43" y="2"/>
                </a:cxn>
                <a:cxn ang="0">
                  <a:pos x="51" y="3"/>
                </a:cxn>
                <a:cxn ang="0">
                  <a:pos x="69" y="20"/>
                </a:cxn>
                <a:cxn ang="0">
                  <a:pos x="87" y="30"/>
                </a:cxn>
                <a:cxn ang="0">
                  <a:pos x="118" y="46"/>
                </a:cxn>
                <a:cxn ang="0">
                  <a:pos x="145" y="62"/>
                </a:cxn>
                <a:cxn ang="0">
                  <a:pos x="160" y="73"/>
                </a:cxn>
                <a:cxn ang="0">
                  <a:pos x="181" y="92"/>
                </a:cxn>
                <a:cxn ang="0">
                  <a:pos x="197" y="118"/>
                </a:cxn>
                <a:cxn ang="0">
                  <a:pos x="186" y="136"/>
                </a:cxn>
                <a:cxn ang="0">
                  <a:pos x="162" y="160"/>
                </a:cxn>
                <a:cxn ang="0">
                  <a:pos x="165" y="163"/>
                </a:cxn>
                <a:cxn ang="0">
                  <a:pos x="171" y="167"/>
                </a:cxn>
                <a:cxn ang="0">
                  <a:pos x="162" y="179"/>
                </a:cxn>
                <a:cxn ang="0">
                  <a:pos x="149" y="182"/>
                </a:cxn>
                <a:cxn ang="0">
                  <a:pos x="153" y="191"/>
                </a:cxn>
                <a:cxn ang="0">
                  <a:pos x="149" y="204"/>
                </a:cxn>
                <a:cxn ang="0">
                  <a:pos x="151" y="216"/>
                </a:cxn>
                <a:cxn ang="0">
                  <a:pos x="128" y="210"/>
                </a:cxn>
                <a:cxn ang="0">
                  <a:pos x="98" y="194"/>
                </a:cxn>
                <a:cxn ang="0">
                  <a:pos x="93" y="196"/>
                </a:cxn>
                <a:cxn ang="0">
                  <a:pos x="92" y="197"/>
                </a:cxn>
                <a:cxn ang="0">
                  <a:pos x="88" y="191"/>
                </a:cxn>
                <a:cxn ang="0">
                  <a:pos x="84" y="196"/>
                </a:cxn>
                <a:cxn ang="0">
                  <a:pos x="79" y="195"/>
                </a:cxn>
                <a:cxn ang="0">
                  <a:pos x="75" y="193"/>
                </a:cxn>
                <a:cxn ang="0">
                  <a:pos x="73" y="195"/>
                </a:cxn>
                <a:cxn ang="0">
                  <a:pos x="70" y="199"/>
                </a:cxn>
                <a:cxn ang="0">
                  <a:pos x="69" y="190"/>
                </a:cxn>
                <a:cxn ang="0">
                  <a:pos x="71" y="169"/>
                </a:cxn>
                <a:cxn ang="0">
                  <a:pos x="79" y="146"/>
                </a:cxn>
                <a:cxn ang="0">
                  <a:pos x="86" y="136"/>
                </a:cxn>
                <a:cxn ang="0">
                  <a:pos x="96" y="130"/>
                </a:cxn>
                <a:cxn ang="0">
                  <a:pos x="111" y="115"/>
                </a:cxn>
                <a:cxn ang="0">
                  <a:pos x="114" y="105"/>
                </a:cxn>
                <a:cxn ang="0">
                  <a:pos x="112" y="99"/>
                </a:cxn>
                <a:cxn ang="0">
                  <a:pos x="103" y="92"/>
                </a:cxn>
                <a:cxn ang="0">
                  <a:pos x="95" y="84"/>
                </a:cxn>
                <a:cxn ang="0">
                  <a:pos x="86" y="84"/>
                </a:cxn>
                <a:cxn ang="0">
                  <a:pos x="71" y="75"/>
                </a:cxn>
                <a:cxn ang="0">
                  <a:pos x="63" y="67"/>
                </a:cxn>
                <a:cxn ang="0">
                  <a:pos x="60" y="62"/>
                </a:cxn>
                <a:cxn ang="0">
                  <a:pos x="43" y="61"/>
                </a:cxn>
                <a:cxn ang="0">
                  <a:pos x="34" y="70"/>
                </a:cxn>
                <a:cxn ang="0">
                  <a:pos x="28" y="75"/>
                </a:cxn>
                <a:cxn ang="0">
                  <a:pos x="23" y="69"/>
                </a:cxn>
                <a:cxn ang="0">
                  <a:pos x="20" y="59"/>
                </a:cxn>
                <a:cxn ang="0">
                  <a:pos x="18" y="49"/>
                </a:cxn>
                <a:cxn ang="0">
                  <a:pos x="10" y="46"/>
                </a:cxn>
                <a:cxn ang="0">
                  <a:pos x="6" y="41"/>
                </a:cxn>
                <a:cxn ang="0">
                  <a:pos x="5" y="38"/>
                </a:cxn>
                <a:cxn ang="0">
                  <a:pos x="0" y="29"/>
                </a:cxn>
                <a:cxn ang="0">
                  <a:pos x="12" y="18"/>
                </a:cxn>
                <a:cxn ang="0">
                  <a:pos x="24" y="1"/>
                </a:cxn>
              </a:cxnLst>
              <a:rect l="0" t="0" r="r" b="b"/>
              <a:pathLst>
                <a:path w="197" h="216">
                  <a:moveTo>
                    <a:pt x="26" y="0"/>
                  </a:moveTo>
                  <a:lnTo>
                    <a:pt x="29" y="0"/>
                  </a:lnTo>
                  <a:lnTo>
                    <a:pt x="43" y="2"/>
                  </a:lnTo>
                  <a:lnTo>
                    <a:pt x="48" y="2"/>
                  </a:lnTo>
                  <a:lnTo>
                    <a:pt x="50" y="3"/>
                  </a:lnTo>
                  <a:lnTo>
                    <a:pt x="51" y="3"/>
                  </a:lnTo>
                  <a:lnTo>
                    <a:pt x="53" y="4"/>
                  </a:lnTo>
                  <a:lnTo>
                    <a:pt x="61" y="13"/>
                  </a:lnTo>
                  <a:lnTo>
                    <a:pt x="69" y="20"/>
                  </a:lnTo>
                  <a:lnTo>
                    <a:pt x="76" y="25"/>
                  </a:lnTo>
                  <a:lnTo>
                    <a:pt x="81" y="28"/>
                  </a:lnTo>
                  <a:lnTo>
                    <a:pt x="87" y="30"/>
                  </a:lnTo>
                  <a:lnTo>
                    <a:pt x="96" y="34"/>
                  </a:lnTo>
                  <a:lnTo>
                    <a:pt x="106" y="40"/>
                  </a:lnTo>
                  <a:lnTo>
                    <a:pt x="118" y="46"/>
                  </a:lnTo>
                  <a:lnTo>
                    <a:pt x="128" y="52"/>
                  </a:lnTo>
                  <a:lnTo>
                    <a:pt x="138" y="58"/>
                  </a:lnTo>
                  <a:lnTo>
                    <a:pt x="145" y="62"/>
                  </a:lnTo>
                  <a:lnTo>
                    <a:pt x="150" y="65"/>
                  </a:lnTo>
                  <a:lnTo>
                    <a:pt x="153" y="67"/>
                  </a:lnTo>
                  <a:lnTo>
                    <a:pt x="160" y="73"/>
                  </a:lnTo>
                  <a:lnTo>
                    <a:pt x="166" y="79"/>
                  </a:lnTo>
                  <a:lnTo>
                    <a:pt x="174" y="86"/>
                  </a:lnTo>
                  <a:lnTo>
                    <a:pt x="181" y="92"/>
                  </a:lnTo>
                  <a:lnTo>
                    <a:pt x="191" y="102"/>
                  </a:lnTo>
                  <a:lnTo>
                    <a:pt x="195" y="109"/>
                  </a:lnTo>
                  <a:lnTo>
                    <a:pt x="197" y="118"/>
                  </a:lnTo>
                  <a:lnTo>
                    <a:pt x="197" y="123"/>
                  </a:lnTo>
                  <a:lnTo>
                    <a:pt x="192" y="131"/>
                  </a:lnTo>
                  <a:lnTo>
                    <a:pt x="186" y="136"/>
                  </a:lnTo>
                  <a:lnTo>
                    <a:pt x="178" y="143"/>
                  </a:lnTo>
                  <a:lnTo>
                    <a:pt x="163" y="158"/>
                  </a:lnTo>
                  <a:lnTo>
                    <a:pt x="162" y="160"/>
                  </a:lnTo>
                  <a:lnTo>
                    <a:pt x="162" y="161"/>
                  </a:lnTo>
                  <a:lnTo>
                    <a:pt x="164" y="162"/>
                  </a:lnTo>
                  <a:lnTo>
                    <a:pt x="165" y="163"/>
                  </a:lnTo>
                  <a:lnTo>
                    <a:pt x="167" y="163"/>
                  </a:lnTo>
                  <a:lnTo>
                    <a:pt x="169" y="164"/>
                  </a:lnTo>
                  <a:lnTo>
                    <a:pt x="171" y="167"/>
                  </a:lnTo>
                  <a:lnTo>
                    <a:pt x="171" y="176"/>
                  </a:lnTo>
                  <a:lnTo>
                    <a:pt x="170" y="180"/>
                  </a:lnTo>
                  <a:lnTo>
                    <a:pt x="162" y="179"/>
                  </a:lnTo>
                  <a:lnTo>
                    <a:pt x="154" y="179"/>
                  </a:lnTo>
                  <a:lnTo>
                    <a:pt x="150" y="180"/>
                  </a:lnTo>
                  <a:lnTo>
                    <a:pt x="149" y="182"/>
                  </a:lnTo>
                  <a:lnTo>
                    <a:pt x="150" y="185"/>
                  </a:lnTo>
                  <a:lnTo>
                    <a:pt x="152" y="187"/>
                  </a:lnTo>
                  <a:lnTo>
                    <a:pt x="153" y="191"/>
                  </a:lnTo>
                  <a:lnTo>
                    <a:pt x="154" y="194"/>
                  </a:lnTo>
                  <a:lnTo>
                    <a:pt x="152" y="199"/>
                  </a:lnTo>
                  <a:lnTo>
                    <a:pt x="149" y="204"/>
                  </a:lnTo>
                  <a:lnTo>
                    <a:pt x="148" y="207"/>
                  </a:lnTo>
                  <a:lnTo>
                    <a:pt x="148" y="211"/>
                  </a:lnTo>
                  <a:lnTo>
                    <a:pt x="151" y="216"/>
                  </a:lnTo>
                  <a:lnTo>
                    <a:pt x="143" y="216"/>
                  </a:lnTo>
                  <a:lnTo>
                    <a:pt x="135" y="213"/>
                  </a:lnTo>
                  <a:lnTo>
                    <a:pt x="128" y="210"/>
                  </a:lnTo>
                  <a:lnTo>
                    <a:pt x="110" y="201"/>
                  </a:lnTo>
                  <a:lnTo>
                    <a:pt x="102" y="197"/>
                  </a:lnTo>
                  <a:lnTo>
                    <a:pt x="98" y="194"/>
                  </a:lnTo>
                  <a:lnTo>
                    <a:pt x="97" y="194"/>
                  </a:lnTo>
                  <a:lnTo>
                    <a:pt x="96" y="194"/>
                  </a:lnTo>
                  <a:lnTo>
                    <a:pt x="93" y="196"/>
                  </a:lnTo>
                  <a:lnTo>
                    <a:pt x="93" y="197"/>
                  </a:lnTo>
                  <a:lnTo>
                    <a:pt x="93" y="198"/>
                  </a:lnTo>
                  <a:lnTo>
                    <a:pt x="92" y="197"/>
                  </a:lnTo>
                  <a:lnTo>
                    <a:pt x="90" y="194"/>
                  </a:lnTo>
                  <a:lnTo>
                    <a:pt x="89" y="193"/>
                  </a:lnTo>
                  <a:lnTo>
                    <a:pt x="88" y="191"/>
                  </a:lnTo>
                  <a:lnTo>
                    <a:pt x="87" y="191"/>
                  </a:lnTo>
                  <a:lnTo>
                    <a:pt x="85" y="193"/>
                  </a:lnTo>
                  <a:lnTo>
                    <a:pt x="84" y="196"/>
                  </a:lnTo>
                  <a:lnTo>
                    <a:pt x="82" y="197"/>
                  </a:lnTo>
                  <a:lnTo>
                    <a:pt x="81" y="197"/>
                  </a:lnTo>
                  <a:lnTo>
                    <a:pt x="79" y="195"/>
                  </a:lnTo>
                  <a:lnTo>
                    <a:pt x="77" y="194"/>
                  </a:lnTo>
                  <a:lnTo>
                    <a:pt x="76" y="194"/>
                  </a:lnTo>
                  <a:lnTo>
                    <a:pt x="75" y="193"/>
                  </a:lnTo>
                  <a:lnTo>
                    <a:pt x="74" y="193"/>
                  </a:lnTo>
                  <a:lnTo>
                    <a:pt x="74" y="194"/>
                  </a:lnTo>
                  <a:lnTo>
                    <a:pt x="73" y="195"/>
                  </a:lnTo>
                  <a:lnTo>
                    <a:pt x="73" y="197"/>
                  </a:lnTo>
                  <a:lnTo>
                    <a:pt x="71" y="199"/>
                  </a:lnTo>
                  <a:lnTo>
                    <a:pt x="70" y="199"/>
                  </a:lnTo>
                  <a:lnTo>
                    <a:pt x="69" y="198"/>
                  </a:lnTo>
                  <a:lnTo>
                    <a:pt x="68" y="198"/>
                  </a:lnTo>
                  <a:lnTo>
                    <a:pt x="69" y="190"/>
                  </a:lnTo>
                  <a:lnTo>
                    <a:pt x="70" y="181"/>
                  </a:lnTo>
                  <a:lnTo>
                    <a:pt x="71" y="174"/>
                  </a:lnTo>
                  <a:lnTo>
                    <a:pt x="71" y="169"/>
                  </a:lnTo>
                  <a:lnTo>
                    <a:pt x="73" y="163"/>
                  </a:lnTo>
                  <a:lnTo>
                    <a:pt x="76" y="154"/>
                  </a:lnTo>
                  <a:lnTo>
                    <a:pt x="79" y="146"/>
                  </a:lnTo>
                  <a:lnTo>
                    <a:pt x="82" y="141"/>
                  </a:lnTo>
                  <a:lnTo>
                    <a:pt x="84" y="138"/>
                  </a:lnTo>
                  <a:lnTo>
                    <a:pt x="86" y="136"/>
                  </a:lnTo>
                  <a:lnTo>
                    <a:pt x="92" y="134"/>
                  </a:lnTo>
                  <a:lnTo>
                    <a:pt x="95" y="133"/>
                  </a:lnTo>
                  <a:lnTo>
                    <a:pt x="96" y="130"/>
                  </a:lnTo>
                  <a:lnTo>
                    <a:pt x="100" y="125"/>
                  </a:lnTo>
                  <a:lnTo>
                    <a:pt x="104" y="120"/>
                  </a:lnTo>
                  <a:lnTo>
                    <a:pt x="111" y="115"/>
                  </a:lnTo>
                  <a:lnTo>
                    <a:pt x="117" y="112"/>
                  </a:lnTo>
                  <a:lnTo>
                    <a:pt x="117" y="110"/>
                  </a:lnTo>
                  <a:lnTo>
                    <a:pt x="114" y="105"/>
                  </a:lnTo>
                  <a:lnTo>
                    <a:pt x="114" y="103"/>
                  </a:lnTo>
                  <a:lnTo>
                    <a:pt x="113" y="101"/>
                  </a:lnTo>
                  <a:lnTo>
                    <a:pt x="112" y="99"/>
                  </a:lnTo>
                  <a:lnTo>
                    <a:pt x="110" y="97"/>
                  </a:lnTo>
                  <a:lnTo>
                    <a:pt x="106" y="93"/>
                  </a:lnTo>
                  <a:lnTo>
                    <a:pt x="103" y="92"/>
                  </a:lnTo>
                  <a:lnTo>
                    <a:pt x="101" y="89"/>
                  </a:lnTo>
                  <a:lnTo>
                    <a:pt x="98" y="85"/>
                  </a:lnTo>
                  <a:lnTo>
                    <a:pt x="95" y="84"/>
                  </a:lnTo>
                  <a:lnTo>
                    <a:pt x="93" y="83"/>
                  </a:lnTo>
                  <a:lnTo>
                    <a:pt x="88" y="83"/>
                  </a:lnTo>
                  <a:lnTo>
                    <a:pt x="86" y="84"/>
                  </a:lnTo>
                  <a:lnTo>
                    <a:pt x="81" y="84"/>
                  </a:lnTo>
                  <a:lnTo>
                    <a:pt x="73" y="78"/>
                  </a:lnTo>
                  <a:lnTo>
                    <a:pt x="71" y="75"/>
                  </a:lnTo>
                  <a:lnTo>
                    <a:pt x="67" y="72"/>
                  </a:lnTo>
                  <a:lnTo>
                    <a:pt x="66" y="69"/>
                  </a:lnTo>
                  <a:lnTo>
                    <a:pt x="63" y="67"/>
                  </a:lnTo>
                  <a:lnTo>
                    <a:pt x="62" y="66"/>
                  </a:lnTo>
                  <a:lnTo>
                    <a:pt x="60" y="64"/>
                  </a:lnTo>
                  <a:lnTo>
                    <a:pt x="60" y="62"/>
                  </a:lnTo>
                  <a:lnTo>
                    <a:pt x="59" y="60"/>
                  </a:lnTo>
                  <a:lnTo>
                    <a:pt x="45" y="60"/>
                  </a:lnTo>
                  <a:lnTo>
                    <a:pt x="43" y="61"/>
                  </a:lnTo>
                  <a:lnTo>
                    <a:pt x="41" y="62"/>
                  </a:lnTo>
                  <a:lnTo>
                    <a:pt x="35" y="67"/>
                  </a:lnTo>
                  <a:lnTo>
                    <a:pt x="34" y="70"/>
                  </a:lnTo>
                  <a:lnTo>
                    <a:pt x="33" y="72"/>
                  </a:lnTo>
                  <a:lnTo>
                    <a:pt x="31" y="74"/>
                  </a:lnTo>
                  <a:lnTo>
                    <a:pt x="28" y="75"/>
                  </a:lnTo>
                  <a:lnTo>
                    <a:pt x="26" y="75"/>
                  </a:lnTo>
                  <a:lnTo>
                    <a:pt x="25" y="73"/>
                  </a:lnTo>
                  <a:lnTo>
                    <a:pt x="23" y="69"/>
                  </a:lnTo>
                  <a:lnTo>
                    <a:pt x="23" y="67"/>
                  </a:lnTo>
                  <a:lnTo>
                    <a:pt x="22" y="66"/>
                  </a:lnTo>
                  <a:lnTo>
                    <a:pt x="20" y="59"/>
                  </a:lnTo>
                  <a:lnTo>
                    <a:pt x="19" y="51"/>
                  </a:lnTo>
                  <a:lnTo>
                    <a:pt x="18" y="50"/>
                  </a:lnTo>
                  <a:lnTo>
                    <a:pt x="18" y="49"/>
                  </a:lnTo>
                  <a:lnTo>
                    <a:pt x="15" y="49"/>
                  </a:lnTo>
                  <a:lnTo>
                    <a:pt x="13" y="48"/>
                  </a:lnTo>
                  <a:lnTo>
                    <a:pt x="10" y="46"/>
                  </a:lnTo>
                  <a:lnTo>
                    <a:pt x="8" y="44"/>
                  </a:lnTo>
                  <a:lnTo>
                    <a:pt x="7" y="43"/>
                  </a:lnTo>
                  <a:lnTo>
                    <a:pt x="6" y="41"/>
                  </a:lnTo>
                  <a:lnTo>
                    <a:pt x="6" y="41"/>
                  </a:lnTo>
                  <a:lnTo>
                    <a:pt x="5" y="40"/>
                  </a:lnTo>
                  <a:lnTo>
                    <a:pt x="5" y="38"/>
                  </a:lnTo>
                  <a:lnTo>
                    <a:pt x="3" y="34"/>
                  </a:lnTo>
                  <a:lnTo>
                    <a:pt x="3" y="32"/>
                  </a:lnTo>
                  <a:lnTo>
                    <a:pt x="0" y="29"/>
                  </a:lnTo>
                  <a:lnTo>
                    <a:pt x="3" y="26"/>
                  </a:lnTo>
                  <a:lnTo>
                    <a:pt x="6" y="25"/>
                  </a:lnTo>
                  <a:lnTo>
                    <a:pt x="12" y="18"/>
                  </a:lnTo>
                  <a:lnTo>
                    <a:pt x="14" y="14"/>
                  </a:lnTo>
                  <a:lnTo>
                    <a:pt x="17" y="8"/>
                  </a:lnTo>
                  <a:lnTo>
                    <a:pt x="24" y="1"/>
                  </a:lnTo>
                  <a:lnTo>
                    <a:pt x="25" y="1"/>
                  </a:lnTo>
                  <a:lnTo>
                    <a:pt x="2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4" name="Freeform 41"/>
            <p:cNvSpPr>
              <a:spLocks/>
            </p:cNvSpPr>
            <p:nvPr/>
          </p:nvSpPr>
          <p:spPr bwMode="auto">
            <a:xfrm>
              <a:off x="3505201" y="5572125"/>
              <a:ext cx="65088" cy="15875"/>
            </a:xfrm>
            <a:custGeom>
              <a:avLst/>
              <a:gdLst/>
              <a:ahLst/>
              <a:cxnLst>
                <a:cxn ang="0">
                  <a:pos x="0" y="0"/>
                </a:cxn>
                <a:cxn ang="0">
                  <a:pos x="13" y="1"/>
                </a:cxn>
                <a:cxn ang="0">
                  <a:pos x="41" y="1"/>
                </a:cxn>
                <a:cxn ang="0">
                  <a:pos x="36" y="4"/>
                </a:cxn>
                <a:cxn ang="0">
                  <a:pos x="34" y="5"/>
                </a:cxn>
                <a:cxn ang="0">
                  <a:pos x="33" y="7"/>
                </a:cxn>
                <a:cxn ang="0">
                  <a:pos x="32" y="8"/>
                </a:cxn>
                <a:cxn ang="0">
                  <a:pos x="31" y="9"/>
                </a:cxn>
                <a:cxn ang="0">
                  <a:pos x="29" y="9"/>
                </a:cxn>
                <a:cxn ang="0">
                  <a:pos x="25" y="10"/>
                </a:cxn>
                <a:cxn ang="0">
                  <a:pos x="19" y="9"/>
                </a:cxn>
                <a:cxn ang="0">
                  <a:pos x="14" y="7"/>
                </a:cxn>
                <a:cxn ang="0">
                  <a:pos x="8" y="6"/>
                </a:cxn>
                <a:cxn ang="0">
                  <a:pos x="7" y="6"/>
                </a:cxn>
                <a:cxn ang="0">
                  <a:pos x="5" y="7"/>
                </a:cxn>
                <a:cxn ang="0">
                  <a:pos x="4" y="7"/>
                </a:cxn>
                <a:cxn ang="0">
                  <a:pos x="2" y="8"/>
                </a:cxn>
                <a:cxn ang="0">
                  <a:pos x="0" y="0"/>
                </a:cxn>
              </a:cxnLst>
              <a:rect l="0" t="0" r="r" b="b"/>
              <a:pathLst>
                <a:path w="41" h="10">
                  <a:moveTo>
                    <a:pt x="0" y="0"/>
                  </a:moveTo>
                  <a:lnTo>
                    <a:pt x="13" y="1"/>
                  </a:lnTo>
                  <a:lnTo>
                    <a:pt x="41" y="1"/>
                  </a:lnTo>
                  <a:lnTo>
                    <a:pt x="36" y="4"/>
                  </a:lnTo>
                  <a:lnTo>
                    <a:pt x="34" y="5"/>
                  </a:lnTo>
                  <a:lnTo>
                    <a:pt x="33" y="7"/>
                  </a:lnTo>
                  <a:lnTo>
                    <a:pt x="32" y="8"/>
                  </a:lnTo>
                  <a:lnTo>
                    <a:pt x="31" y="9"/>
                  </a:lnTo>
                  <a:lnTo>
                    <a:pt x="29" y="9"/>
                  </a:lnTo>
                  <a:lnTo>
                    <a:pt x="25" y="10"/>
                  </a:lnTo>
                  <a:lnTo>
                    <a:pt x="19" y="9"/>
                  </a:lnTo>
                  <a:lnTo>
                    <a:pt x="14" y="7"/>
                  </a:lnTo>
                  <a:lnTo>
                    <a:pt x="8" y="6"/>
                  </a:lnTo>
                  <a:lnTo>
                    <a:pt x="7" y="6"/>
                  </a:lnTo>
                  <a:lnTo>
                    <a:pt x="5" y="7"/>
                  </a:lnTo>
                  <a:lnTo>
                    <a:pt x="4" y="7"/>
                  </a:lnTo>
                  <a:lnTo>
                    <a:pt x="2" y="8"/>
                  </a:lnTo>
                  <a:lnTo>
                    <a:pt x="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5" name="Freeform 42"/>
            <p:cNvSpPr>
              <a:spLocks/>
            </p:cNvSpPr>
            <p:nvPr/>
          </p:nvSpPr>
          <p:spPr bwMode="auto">
            <a:xfrm>
              <a:off x="3397251" y="5567363"/>
              <a:ext cx="166688" cy="141288"/>
            </a:xfrm>
            <a:custGeom>
              <a:avLst/>
              <a:gdLst/>
              <a:ahLst/>
              <a:cxnLst>
                <a:cxn ang="0">
                  <a:pos x="56" y="0"/>
                </a:cxn>
                <a:cxn ang="0">
                  <a:pos x="63" y="2"/>
                </a:cxn>
                <a:cxn ang="0">
                  <a:pos x="68" y="3"/>
                </a:cxn>
                <a:cxn ang="0">
                  <a:pos x="68" y="12"/>
                </a:cxn>
                <a:cxn ang="0">
                  <a:pos x="65" y="13"/>
                </a:cxn>
                <a:cxn ang="0">
                  <a:pos x="64" y="14"/>
                </a:cxn>
                <a:cxn ang="0">
                  <a:pos x="66" y="15"/>
                </a:cxn>
                <a:cxn ang="0">
                  <a:pos x="69" y="16"/>
                </a:cxn>
                <a:cxn ang="0">
                  <a:pos x="73" y="19"/>
                </a:cxn>
                <a:cxn ang="0">
                  <a:pos x="82" y="20"/>
                </a:cxn>
                <a:cxn ang="0">
                  <a:pos x="90" y="24"/>
                </a:cxn>
                <a:cxn ang="0">
                  <a:pos x="94" y="30"/>
                </a:cxn>
                <a:cxn ang="0">
                  <a:pos x="99" y="35"/>
                </a:cxn>
                <a:cxn ang="0">
                  <a:pos x="99" y="40"/>
                </a:cxn>
                <a:cxn ang="0">
                  <a:pos x="102" y="44"/>
                </a:cxn>
                <a:cxn ang="0">
                  <a:pos x="105" y="47"/>
                </a:cxn>
                <a:cxn ang="0">
                  <a:pos x="93" y="59"/>
                </a:cxn>
                <a:cxn ang="0">
                  <a:pos x="86" y="65"/>
                </a:cxn>
                <a:cxn ang="0">
                  <a:pos x="85" y="71"/>
                </a:cxn>
                <a:cxn ang="0">
                  <a:pos x="84" y="73"/>
                </a:cxn>
                <a:cxn ang="0">
                  <a:pos x="76" y="76"/>
                </a:cxn>
                <a:cxn ang="0">
                  <a:pos x="63" y="84"/>
                </a:cxn>
                <a:cxn ang="0">
                  <a:pos x="38" y="72"/>
                </a:cxn>
                <a:cxn ang="0">
                  <a:pos x="3" y="27"/>
                </a:cxn>
                <a:cxn ang="0">
                  <a:pos x="5" y="25"/>
                </a:cxn>
                <a:cxn ang="0">
                  <a:pos x="18" y="31"/>
                </a:cxn>
                <a:cxn ang="0">
                  <a:pos x="28" y="36"/>
                </a:cxn>
                <a:cxn ang="0">
                  <a:pos x="35" y="32"/>
                </a:cxn>
                <a:cxn ang="0">
                  <a:pos x="39" y="28"/>
                </a:cxn>
                <a:cxn ang="0">
                  <a:pos x="42" y="24"/>
                </a:cxn>
                <a:cxn ang="0">
                  <a:pos x="40" y="18"/>
                </a:cxn>
                <a:cxn ang="0">
                  <a:pos x="32" y="4"/>
                </a:cxn>
                <a:cxn ang="0">
                  <a:pos x="48" y="0"/>
                </a:cxn>
              </a:cxnLst>
              <a:rect l="0" t="0" r="r" b="b"/>
              <a:pathLst>
                <a:path w="105" h="89">
                  <a:moveTo>
                    <a:pt x="48" y="0"/>
                  </a:moveTo>
                  <a:lnTo>
                    <a:pt x="56" y="0"/>
                  </a:lnTo>
                  <a:lnTo>
                    <a:pt x="61" y="2"/>
                  </a:lnTo>
                  <a:lnTo>
                    <a:pt x="63" y="2"/>
                  </a:lnTo>
                  <a:lnTo>
                    <a:pt x="64" y="3"/>
                  </a:lnTo>
                  <a:lnTo>
                    <a:pt x="68" y="3"/>
                  </a:lnTo>
                  <a:lnTo>
                    <a:pt x="70" y="11"/>
                  </a:lnTo>
                  <a:lnTo>
                    <a:pt x="68" y="12"/>
                  </a:lnTo>
                  <a:lnTo>
                    <a:pt x="66" y="12"/>
                  </a:lnTo>
                  <a:lnTo>
                    <a:pt x="65" y="13"/>
                  </a:lnTo>
                  <a:lnTo>
                    <a:pt x="64" y="13"/>
                  </a:lnTo>
                  <a:lnTo>
                    <a:pt x="64" y="14"/>
                  </a:lnTo>
                  <a:lnTo>
                    <a:pt x="65" y="14"/>
                  </a:lnTo>
                  <a:lnTo>
                    <a:pt x="66" y="15"/>
                  </a:lnTo>
                  <a:lnTo>
                    <a:pt x="68" y="15"/>
                  </a:lnTo>
                  <a:lnTo>
                    <a:pt x="69" y="16"/>
                  </a:lnTo>
                  <a:lnTo>
                    <a:pt x="72" y="18"/>
                  </a:lnTo>
                  <a:lnTo>
                    <a:pt x="73" y="19"/>
                  </a:lnTo>
                  <a:lnTo>
                    <a:pt x="74" y="20"/>
                  </a:lnTo>
                  <a:lnTo>
                    <a:pt x="82" y="20"/>
                  </a:lnTo>
                  <a:lnTo>
                    <a:pt x="85" y="21"/>
                  </a:lnTo>
                  <a:lnTo>
                    <a:pt x="90" y="24"/>
                  </a:lnTo>
                  <a:lnTo>
                    <a:pt x="92" y="26"/>
                  </a:lnTo>
                  <a:lnTo>
                    <a:pt x="94" y="30"/>
                  </a:lnTo>
                  <a:lnTo>
                    <a:pt x="98" y="33"/>
                  </a:lnTo>
                  <a:lnTo>
                    <a:pt x="99" y="35"/>
                  </a:lnTo>
                  <a:lnTo>
                    <a:pt x="99" y="38"/>
                  </a:lnTo>
                  <a:lnTo>
                    <a:pt x="99" y="40"/>
                  </a:lnTo>
                  <a:lnTo>
                    <a:pt x="101" y="42"/>
                  </a:lnTo>
                  <a:lnTo>
                    <a:pt x="102" y="44"/>
                  </a:lnTo>
                  <a:lnTo>
                    <a:pt x="104" y="45"/>
                  </a:lnTo>
                  <a:lnTo>
                    <a:pt x="105" y="47"/>
                  </a:lnTo>
                  <a:lnTo>
                    <a:pt x="99" y="53"/>
                  </a:lnTo>
                  <a:lnTo>
                    <a:pt x="93" y="59"/>
                  </a:lnTo>
                  <a:lnTo>
                    <a:pt x="88" y="64"/>
                  </a:lnTo>
                  <a:lnTo>
                    <a:pt x="86" y="65"/>
                  </a:lnTo>
                  <a:lnTo>
                    <a:pt x="85" y="67"/>
                  </a:lnTo>
                  <a:lnTo>
                    <a:pt x="85" y="71"/>
                  </a:lnTo>
                  <a:lnTo>
                    <a:pt x="84" y="72"/>
                  </a:lnTo>
                  <a:lnTo>
                    <a:pt x="84" y="73"/>
                  </a:lnTo>
                  <a:lnTo>
                    <a:pt x="81" y="75"/>
                  </a:lnTo>
                  <a:lnTo>
                    <a:pt x="76" y="76"/>
                  </a:lnTo>
                  <a:lnTo>
                    <a:pt x="71" y="80"/>
                  </a:lnTo>
                  <a:lnTo>
                    <a:pt x="63" y="84"/>
                  </a:lnTo>
                  <a:lnTo>
                    <a:pt x="56" y="89"/>
                  </a:lnTo>
                  <a:lnTo>
                    <a:pt x="38" y="72"/>
                  </a:lnTo>
                  <a:lnTo>
                    <a:pt x="0" y="35"/>
                  </a:lnTo>
                  <a:lnTo>
                    <a:pt x="3" y="27"/>
                  </a:lnTo>
                  <a:lnTo>
                    <a:pt x="4" y="26"/>
                  </a:lnTo>
                  <a:lnTo>
                    <a:pt x="5" y="25"/>
                  </a:lnTo>
                  <a:lnTo>
                    <a:pt x="9" y="26"/>
                  </a:lnTo>
                  <a:lnTo>
                    <a:pt x="18" y="31"/>
                  </a:lnTo>
                  <a:lnTo>
                    <a:pt x="23" y="34"/>
                  </a:lnTo>
                  <a:lnTo>
                    <a:pt x="28" y="36"/>
                  </a:lnTo>
                  <a:lnTo>
                    <a:pt x="31" y="36"/>
                  </a:lnTo>
                  <a:lnTo>
                    <a:pt x="35" y="32"/>
                  </a:lnTo>
                  <a:lnTo>
                    <a:pt x="38" y="30"/>
                  </a:lnTo>
                  <a:lnTo>
                    <a:pt x="39" y="28"/>
                  </a:lnTo>
                  <a:lnTo>
                    <a:pt x="41" y="26"/>
                  </a:lnTo>
                  <a:lnTo>
                    <a:pt x="42" y="24"/>
                  </a:lnTo>
                  <a:lnTo>
                    <a:pt x="42" y="22"/>
                  </a:lnTo>
                  <a:lnTo>
                    <a:pt x="40" y="18"/>
                  </a:lnTo>
                  <a:lnTo>
                    <a:pt x="37" y="12"/>
                  </a:lnTo>
                  <a:lnTo>
                    <a:pt x="32" y="4"/>
                  </a:lnTo>
                  <a:lnTo>
                    <a:pt x="39" y="1"/>
                  </a:lnTo>
                  <a:lnTo>
                    <a:pt x="4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6" name="Freeform 43"/>
            <p:cNvSpPr>
              <a:spLocks/>
            </p:cNvSpPr>
            <p:nvPr/>
          </p:nvSpPr>
          <p:spPr bwMode="auto">
            <a:xfrm>
              <a:off x="3351213" y="5345113"/>
              <a:ext cx="392113" cy="193675"/>
            </a:xfrm>
            <a:custGeom>
              <a:avLst/>
              <a:gdLst/>
              <a:ahLst/>
              <a:cxnLst>
                <a:cxn ang="0">
                  <a:pos x="151" y="0"/>
                </a:cxn>
                <a:cxn ang="0">
                  <a:pos x="154" y="2"/>
                </a:cxn>
                <a:cxn ang="0">
                  <a:pos x="177" y="18"/>
                </a:cxn>
                <a:cxn ang="0">
                  <a:pos x="191" y="34"/>
                </a:cxn>
                <a:cxn ang="0">
                  <a:pos x="189" y="43"/>
                </a:cxn>
                <a:cxn ang="0">
                  <a:pos x="184" y="54"/>
                </a:cxn>
                <a:cxn ang="0">
                  <a:pos x="191" y="63"/>
                </a:cxn>
                <a:cxn ang="0">
                  <a:pos x="204" y="72"/>
                </a:cxn>
                <a:cxn ang="0">
                  <a:pos x="218" y="77"/>
                </a:cxn>
                <a:cxn ang="0">
                  <a:pos x="223" y="77"/>
                </a:cxn>
                <a:cxn ang="0">
                  <a:pos x="239" y="75"/>
                </a:cxn>
                <a:cxn ang="0">
                  <a:pos x="241" y="79"/>
                </a:cxn>
                <a:cxn ang="0">
                  <a:pos x="244" y="81"/>
                </a:cxn>
                <a:cxn ang="0">
                  <a:pos x="247" y="89"/>
                </a:cxn>
                <a:cxn ang="0">
                  <a:pos x="240" y="93"/>
                </a:cxn>
                <a:cxn ang="0">
                  <a:pos x="238" y="98"/>
                </a:cxn>
                <a:cxn ang="0">
                  <a:pos x="238" y="102"/>
                </a:cxn>
                <a:cxn ang="0">
                  <a:pos x="229" y="106"/>
                </a:cxn>
                <a:cxn ang="0">
                  <a:pos x="223" y="108"/>
                </a:cxn>
                <a:cxn ang="0">
                  <a:pos x="216" y="112"/>
                </a:cxn>
                <a:cxn ang="0">
                  <a:pos x="204" y="118"/>
                </a:cxn>
                <a:cxn ang="0">
                  <a:pos x="199" y="121"/>
                </a:cxn>
                <a:cxn ang="0">
                  <a:pos x="179" y="122"/>
                </a:cxn>
                <a:cxn ang="0">
                  <a:pos x="174" y="115"/>
                </a:cxn>
                <a:cxn ang="0">
                  <a:pos x="165" y="105"/>
                </a:cxn>
                <a:cxn ang="0">
                  <a:pos x="152" y="95"/>
                </a:cxn>
                <a:cxn ang="0">
                  <a:pos x="144" y="87"/>
                </a:cxn>
                <a:cxn ang="0">
                  <a:pos x="122" y="85"/>
                </a:cxn>
                <a:cxn ang="0">
                  <a:pos x="108" y="91"/>
                </a:cxn>
                <a:cxn ang="0">
                  <a:pos x="102" y="95"/>
                </a:cxn>
                <a:cxn ang="0">
                  <a:pos x="76" y="94"/>
                </a:cxn>
                <a:cxn ang="0">
                  <a:pos x="59" y="77"/>
                </a:cxn>
                <a:cxn ang="0">
                  <a:pos x="35" y="55"/>
                </a:cxn>
                <a:cxn ang="0">
                  <a:pos x="11" y="32"/>
                </a:cxn>
                <a:cxn ang="0">
                  <a:pos x="4" y="22"/>
                </a:cxn>
                <a:cxn ang="0">
                  <a:pos x="33" y="14"/>
                </a:cxn>
                <a:cxn ang="0">
                  <a:pos x="49" y="8"/>
                </a:cxn>
                <a:cxn ang="0">
                  <a:pos x="56" y="9"/>
                </a:cxn>
                <a:cxn ang="0">
                  <a:pos x="66" y="18"/>
                </a:cxn>
                <a:cxn ang="0">
                  <a:pos x="71" y="27"/>
                </a:cxn>
                <a:cxn ang="0">
                  <a:pos x="70" y="37"/>
                </a:cxn>
                <a:cxn ang="0">
                  <a:pos x="73" y="43"/>
                </a:cxn>
                <a:cxn ang="0">
                  <a:pos x="77" y="44"/>
                </a:cxn>
                <a:cxn ang="0">
                  <a:pos x="83" y="43"/>
                </a:cxn>
                <a:cxn ang="0">
                  <a:pos x="84" y="36"/>
                </a:cxn>
                <a:cxn ang="0">
                  <a:pos x="86" y="33"/>
                </a:cxn>
                <a:cxn ang="0">
                  <a:pos x="92" y="35"/>
                </a:cxn>
                <a:cxn ang="0">
                  <a:pos x="108" y="49"/>
                </a:cxn>
                <a:cxn ang="0">
                  <a:pos x="122" y="51"/>
                </a:cxn>
                <a:cxn ang="0">
                  <a:pos x="132" y="51"/>
                </a:cxn>
                <a:cxn ang="0">
                  <a:pos x="135" y="52"/>
                </a:cxn>
                <a:cxn ang="0">
                  <a:pos x="137" y="51"/>
                </a:cxn>
                <a:cxn ang="0">
                  <a:pos x="133" y="43"/>
                </a:cxn>
                <a:cxn ang="0">
                  <a:pos x="128" y="29"/>
                </a:cxn>
                <a:cxn ang="0">
                  <a:pos x="128" y="17"/>
                </a:cxn>
                <a:cxn ang="0">
                  <a:pos x="132" y="18"/>
                </a:cxn>
                <a:cxn ang="0">
                  <a:pos x="137" y="17"/>
                </a:cxn>
                <a:cxn ang="0">
                  <a:pos x="136" y="10"/>
                </a:cxn>
                <a:cxn ang="0">
                  <a:pos x="143" y="7"/>
                </a:cxn>
                <a:cxn ang="0">
                  <a:pos x="147" y="1"/>
                </a:cxn>
                <a:cxn ang="0">
                  <a:pos x="150" y="0"/>
                </a:cxn>
              </a:cxnLst>
              <a:rect l="0" t="0" r="r" b="b"/>
              <a:pathLst>
                <a:path w="247" h="122">
                  <a:moveTo>
                    <a:pt x="150" y="0"/>
                  </a:moveTo>
                  <a:lnTo>
                    <a:pt x="151" y="0"/>
                  </a:lnTo>
                  <a:lnTo>
                    <a:pt x="153" y="1"/>
                  </a:lnTo>
                  <a:lnTo>
                    <a:pt x="154" y="2"/>
                  </a:lnTo>
                  <a:lnTo>
                    <a:pt x="164" y="10"/>
                  </a:lnTo>
                  <a:lnTo>
                    <a:pt x="177" y="18"/>
                  </a:lnTo>
                  <a:lnTo>
                    <a:pt x="188" y="28"/>
                  </a:lnTo>
                  <a:lnTo>
                    <a:pt x="191" y="34"/>
                  </a:lnTo>
                  <a:lnTo>
                    <a:pt x="191" y="38"/>
                  </a:lnTo>
                  <a:lnTo>
                    <a:pt x="189" y="43"/>
                  </a:lnTo>
                  <a:lnTo>
                    <a:pt x="184" y="50"/>
                  </a:lnTo>
                  <a:lnTo>
                    <a:pt x="184" y="54"/>
                  </a:lnTo>
                  <a:lnTo>
                    <a:pt x="186" y="59"/>
                  </a:lnTo>
                  <a:lnTo>
                    <a:pt x="191" y="63"/>
                  </a:lnTo>
                  <a:lnTo>
                    <a:pt x="197" y="68"/>
                  </a:lnTo>
                  <a:lnTo>
                    <a:pt x="204" y="72"/>
                  </a:lnTo>
                  <a:lnTo>
                    <a:pt x="212" y="75"/>
                  </a:lnTo>
                  <a:lnTo>
                    <a:pt x="218" y="77"/>
                  </a:lnTo>
                  <a:lnTo>
                    <a:pt x="221" y="77"/>
                  </a:lnTo>
                  <a:lnTo>
                    <a:pt x="223" y="77"/>
                  </a:lnTo>
                  <a:lnTo>
                    <a:pt x="234" y="75"/>
                  </a:lnTo>
                  <a:lnTo>
                    <a:pt x="239" y="75"/>
                  </a:lnTo>
                  <a:lnTo>
                    <a:pt x="239" y="78"/>
                  </a:lnTo>
                  <a:lnTo>
                    <a:pt x="241" y="79"/>
                  </a:lnTo>
                  <a:lnTo>
                    <a:pt x="242" y="80"/>
                  </a:lnTo>
                  <a:lnTo>
                    <a:pt x="244" y="81"/>
                  </a:lnTo>
                  <a:lnTo>
                    <a:pt x="247" y="84"/>
                  </a:lnTo>
                  <a:lnTo>
                    <a:pt x="247" y="89"/>
                  </a:lnTo>
                  <a:lnTo>
                    <a:pt x="246" y="90"/>
                  </a:lnTo>
                  <a:lnTo>
                    <a:pt x="240" y="93"/>
                  </a:lnTo>
                  <a:lnTo>
                    <a:pt x="238" y="96"/>
                  </a:lnTo>
                  <a:lnTo>
                    <a:pt x="238" y="98"/>
                  </a:lnTo>
                  <a:lnTo>
                    <a:pt x="238" y="100"/>
                  </a:lnTo>
                  <a:lnTo>
                    <a:pt x="238" y="102"/>
                  </a:lnTo>
                  <a:lnTo>
                    <a:pt x="237" y="103"/>
                  </a:lnTo>
                  <a:lnTo>
                    <a:pt x="229" y="106"/>
                  </a:lnTo>
                  <a:lnTo>
                    <a:pt x="225" y="106"/>
                  </a:lnTo>
                  <a:lnTo>
                    <a:pt x="223" y="108"/>
                  </a:lnTo>
                  <a:lnTo>
                    <a:pt x="222" y="110"/>
                  </a:lnTo>
                  <a:lnTo>
                    <a:pt x="216" y="112"/>
                  </a:lnTo>
                  <a:lnTo>
                    <a:pt x="209" y="115"/>
                  </a:lnTo>
                  <a:lnTo>
                    <a:pt x="204" y="118"/>
                  </a:lnTo>
                  <a:lnTo>
                    <a:pt x="201" y="120"/>
                  </a:lnTo>
                  <a:lnTo>
                    <a:pt x="199" y="121"/>
                  </a:lnTo>
                  <a:lnTo>
                    <a:pt x="184" y="121"/>
                  </a:lnTo>
                  <a:lnTo>
                    <a:pt x="179" y="122"/>
                  </a:lnTo>
                  <a:lnTo>
                    <a:pt x="177" y="120"/>
                  </a:lnTo>
                  <a:lnTo>
                    <a:pt x="174" y="115"/>
                  </a:lnTo>
                  <a:lnTo>
                    <a:pt x="170" y="109"/>
                  </a:lnTo>
                  <a:lnTo>
                    <a:pt x="165" y="105"/>
                  </a:lnTo>
                  <a:lnTo>
                    <a:pt x="158" y="101"/>
                  </a:lnTo>
                  <a:lnTo>
                    <a:pt x="152" y="95"/>
                  </a:lnTo>
                  <a:lnTo>
                    <a:pt x="148" y="90"/>
                  </a:lnTo>
                  <a:lnTo>
                    <a:pt x="144" y="87"/>
                  </a:lnTo>
                  <a:lnTo>
                    <a:pt x="137" y="85"/>
                  </a:lnTo>
                  <a:lnTo>
                    <a:pt x="122" y="85"/>
                  </a:lnTo>
                  <a:lnTo>
                    <a:pt x="114" y="87"/>
                  </a:lnTo>
                  <a:lnTo>
                    <a:pt x="108" y="91"/>
                  </a:lnTo>
                  <a:lnTo>
                    <a:pt x="105" y="94"/>
                  </a:lnTo>
                  <a:lnTo>
                    <a:pt x="102" y="95"/>
                  </a:lnTo>
                  <a:lnTo>
                    <a:pt x="95" y="95"/>
                  </a:lnTo>
                  <a:lnTo>
                    <a:pt x="76" y="94"/>
                  </a:lnTo>
                  <a:lnTo>
                    <a:pt x="68" y="86"/>
                  </a:lnTo>
                  <a:lnTo>
                    <a:pt x="59" y="77"/>
                  </a:lnTo>
                  <a:lnTo>
                    <a:pt x="47" y="67"/>
                  </a:lnTo>
                  <a:lnTo>
                    <a:pt x="35" y="55"/>
                  </a:lnTo>
                  <a:lnTo>
                    <a:pt x="23" y="43"/>
                  </a:lnTo>
                  <a:lnTo>
                    <a:pt x="11" y="32"/>
                  </a:lnTo>
                  <a:lnTo>
                    <a:pt x="0" y="22"/>
                  </a:lnTo>
                  <a:lnTo>
                    <a:pt x="4" y="22"/>
                  </a:lnTo>
                  <a:lnTo>
                    <a:pt x="20" y="18"/>
                  </a:lnTo>
                  <a:lnTo>
                    <a:pt x="33" y="14"/>
                  </a:lnTo>
                  <a:lnTo>
                    <a:pt x="38" y="11"/>
                  </a:lnTo>
                  <a:lnTo>
                    <a:pt x="49" y="8"/>
                  </a:lnTo>
                  <a:lnTo>
                    <a:pt x="52" y="8"/>
                  </a:lnTo>
                  <a:lnTo>
                    <a:pt x="56" y="9"/>
                  </a:lnTo>
                  <a:lnTo>
                    <a:pt x="60" y="14"/>
                  </a:lnTo>
                  <a:lnTo>
                    <a:pt x="66" y="18"/>
                  </a:lnTo>
                  <a:lnTo>
                    <a:pt x="69" y="24"/>
                  </a:lnTo>
                  <a:lnTo>
                    <a:pt x="71" y="27"/>
                  </a:lnTo>
                  <a:lnTo>
                    <a:pt x="71" y="32"/>
                  </a:lnTo>
                  <a:lnTo>
                    <a:pt x="70" y="37"/>
                  </a:lnTo>
                  <a:lnTo>
                    <a:pt x="71" y="42"/>
                  </a:lnTo>
                  <a:lnTo>
                    <a:pt x="73" y="43"/>
                  </a:lnTo>
                  <a:lnTo>
                    <a:pt x="76" y="43"/>
                  </a:lnTo>
                  <a:lnTo>
                    <a:pt x="77" y="44"/>
                  </a:lnTo>
                  <a:lnTo>
                    <a:pt x="81" y="44"/>
                  </a:lnTo>
                  <a:lnTo>
                    <a:pt x="83" y="43"/>
                  </a:lnTo>
                  <a:lnTo>
                    <a:pt x="84" y="41"/>
                  </a:lnTo>
                  <a:lnTo>
                    <a:pt x="84" y="36"/>
                  </a:lnTo>
                  <a:lnTo>
                    <a:pt x="85" y="35"/>
                  </a:lnTo>
                  <a:lnTo>
                    <a:pt x="86" y="33"/>
                  </a:lnTo>
                  <a:lnTo>
                    <a:pt x="88" y="33"/>
                  </a:lnTo>
                  <a:lnTo>
                    <a:pt x="92" y="35"/>
                  </a:lnTo>
                  <a:lnTo>
                    <a:pt x="102" y="45"/>
                  </a:lnTo>
                  <a:lnTo>
                    <a:pt x="108" y="49"/>
                  </a:lnTo>
                  <a:lnTo>
                    <a:pt x="114" y="51"/>
                  </a:lnTo>
                  <a:lnTo>
                    <a:pt x="122" y="51"/>
                  </a:lnTo>
                  <a:lnTo>
                    <a:pt x="128" y="50"/>
                  </a:lnTo>
                  <a:lnTo>
                    <a:pt x="132" y="51"/>
                  </a:lnTo>
                  <a:lnTo>
                    <a:pt x="133" y="52"/>
                  </a:lnTo>
                  <a:lnTo>
                    <a:pt x="135" y="52"/>
                  </a:lnTo>
                  <a:lnTo>
                    <a:pt x="137" y="52"/>
                  </a:lnTo>
                  <a:lnTo>
                    <a:pt x="137" y="51"/>
                  </a:lnTo>
                  <a:lnTo>
                    <a:pt x="136" y="49"/>
                  </a:lnTo>
                  <a:lnTo>
                    <a:pt x="133" y="43"/>
                  </a:lnTo>
                  <a:lnTo>
                    <a:pt x="129" y="35"/>
                  </a:lnTo>
                  <a:lnTo>
                    <a:pt x="128" y="29"/>
                  </a:lnTo>
                  <a:lnTo>
                    <a:pt x="128" y="18"/>
                  </a:lnTo>
                  <a:lnTo>
                    <a:pt x="128" y="17"/>
                  </a:lnTo>
                  <a:lnTo>
                    <a:pt x="130" y="17"/>
                  </a:lnTo>
                  <a:lnTo>
                    <a:pt x="132" y="18"/>
                  </a:lnTo>
                  <a:lnTo>
                    <a:pt x="136" y="18"/>
                  </a:lnTo>
                  <a:lnTo>
                    <a:pt x="137" y="17"/>
                  </a:lnTo>
                  <a:lnTo>
                    <a:pt x="137" y="16"/>
                  </a:lnTo>
                  <a:lnTo>
                    <a:pt x="136" y="10"/>
                  </a:lnTo>
                  <a:lnTo>
                    <a:pt x="135" y="7"/>
                  </a:lnTo>
                  <a:lnTo>
                    <a:pt x="143" y="7"/>
                  </a:lnTo>
                  <a:lnTo>
                    <a:pt x="146" y="3"/>
                  </a:lnTo>
                  <a:lnTo>
                    <a:pt x="147" y="1"/>
                  </a:lnTo>
                  <a:lnTo>
                    <a:pt x="148" y="1"/>
                  </a:lnTo>
                  <a:lnTo>
                    <a:pt x="15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7" name="Freeform 44"/>
            <p:cNvSpPr>
              <a:spLocks/>
            </p:cNvSpPr>
            <p:nvPr/>
          </p:nvSpPr>
          <p:spPr bwMode="auto">
            <a:xfrm>
              <a:off x="3441701" y="5480050"/>
              <a:ext cx="307975" cy="123825"/>
            </a:xfrm>
            <a:custGeom>
              <a:avLst/>
              <a:gdLst/>
              <a:ahLst/>
              <a:cxnLst>
                <a:cxn ang="0">
                  <a:pos x="80" y="0"/>
                </a:cxn>
                <a:cxn ang="0">
                  <a:pos x="91" y="5"/>
                </a:cxn>
                <a:cxn ang="0">
                  <a:pos x="101" y="16"/>
                </a:cxn>
                <a:cxn ang="0">
                  <a:pos x="113" y="24"/>
                </a:cxn>
                <a:cxn ang="0">
                  <a:pos x="120" y="35"/>
                </a:cxn>
                <a:cxn ang="0">
                  <a:pos x="127" y="36"/>
                </a:cxn>
                <a:cxn ang="0">
                  <a:pos x="144" y="35"/>
                </a:cxn>
                <a:cxn ang="0">
                  <a:pos x="152" y="30"/>
                </a:cxn>
                <a:cxn ang="0">
                  <a:pos x="165" y="25"/>
                </a:cxn>
                <a:cxn ang="0">
                  <a:pos x="166" y="33"/>
                </a:cxn>
                <a:cxn ang="0">
                  <a:pos x="169" y="34"/>
                </a:cxn>
                <a:cxn ang="0">
                  <a:pos x="173" y="34"/>
                </a:cxn>
                <a:cxn ang="0">
                  <a:pos x="175" y="30"/>
                </a:cxn>
                <a:cxn ang="0">
                  <a:pos x="177" y="27"/>
                </a:cxn>
                <a:cxn ang="0">
                  <a:pos x="181" y="31"/>
                </a:cxn>
                <a:cxn ang="0">
                  <a:pos x="185" y="35"/>
                </a:cxn>
                <a:cxn ang="0">
                  <a:pos x="190" y="39"/>
                </a:cxn>
                <a:cxn ang="0">
                  <a:pos x="192" y="45"/>
                </a:cxn>
                <a:cxn ang="0">
                  <a:pos x="194" y="59"/>
                </a:cxn>
                <a:cxn ang="0">
                  <a:pos x="188" y="68"/>
                </a:cxn>
                <a:cxn ang="0">
                  <a:pos x="187" y="77"/>
                </a:cxn>
                <a:cxn ang="0">
                  <a:pos x="182" y="78"/>
                </a:cxn>
                <a:cxn ang="0">
                  <a:pos x="173" y="73"/>
                </a:cxn>
                <a:cxn ang="0">
                  <a:pos x="154" y="68"/>
                </a:cxn>
                <a:cxn ang="0">
                  <a:pos x="143" y="63"/>
                </a:cxn>
                <a:cxn ang="0">
                  <a:pos x="122" y="59"/>
                </a:cxn>
                <a:cxn ang="0">
                  <a:pos x="110" y="54"/>
                </a:cxn>
                <a:cxn ang="0">
                  <a:pos x="95" y="56"/>
                </a:cxn>
                <a:cxn ang="0">
                  <a:pos x="86" y="57"/>
                </a:cxn>
                <a:cxn ang="0">
                  <a:pos x="81" y="59"/>
                </a:cxn>
                <a:cxn ang="0">
                  <a:pos x="38" y="58"/>
                </a:cxn>
                <a:cxn ang="0">
                  <a:pos x="28" y="55"/>
                </a:cxn>
                <a:cxn ang="0">
                  <a:pos x="11" y="56"/>
                </a:cxn>
                <a:cxn ang="0">
                  <a:pos x="1" y="54"/>
                </a:cxn>
                <a:cxn ang="0">
                  <a:pos x="0" y="50"/>
                </a:cxn>
                <a:cxn ang="0">
                  <a:pos x="3" y="43"/>
                </a:cxn>
                <a:cxn ang="0">
                  <a:pos x="20" y="24"/>
                </a:cxn>
                <a:cxn ang="0">
                  <a:pos x="24" y="15"/>
                </a:cxn>
                <a:cxn ang="0">
                  <a:pos x="19" y="9"/>
                </a:cxn>
                <a:cxn ang="0">
                  <a:pos x="45" y="10"/>
                </a:cxn>
                <a:cxn ang="0">
                  <a:pos x="51" y="6"/>
                </a:cxn>
                <a:cxn ang="0">
                  <a:pos x="65" y="0"/>
                </a:cxn>
              </a:cxnLst>
              <a:rect l="0" t="0" r="r" b="b"/>
              <a:pathLst>
                <a:path w="194" h="78">
                  <a:moveTo>
                    <a:pt x="65" y="0"/>
                  </a:moveTo>
                  <a:lnTo>
                    <a:pt x="80" y="0"/>
                  </a:lnTo>
                  <a:lnTo>
                    <a:pt x="87" y="2"/>
                  </a:lnTo>
                  <a:lnTo>
                    <a:pt x="91" y="5"/>
                  </a:lnTo>
                  <a:lnTo>
                    <a:pt x="95" y="10"/>
                  </a:lnTo>
                  <a:lnTo>
                    <a:pt x="101" y="16"/>
                  </a:lnTo>
                  <a:lnTo>
                    <a:pt x="108" y="20"/>
                  </a:lnTo>
                  <a:lnTo>
                    <a:pt x="113" y="24"/>
                  </a:lnTo>
                  <a:lnTo>
                    <a:pt x="117" y="30"/>
                  </a:lnTo>
                  <a:lnTo>
                    <a:pt x="120" y="35"/>
                  </a:lnTo>
                  <a:lnTo>
                    <a:pt x="122" y="37"/>
                  </a:lnTo>
                  <a:lnTo>
                    <a:pt x="127" y="36"/>
                  </a:lnTo>
                  <a:lnTo>
                    <a:pt x="142" y="36"/>
                  </a:lnTo>
                  <a:lnTo>
                    <a:pt x="144" y="35"/>
                  </a:lnTo>
                  <a:lnTo>
                    <a:pt x="147" y="33"/>
                  </a:lnTo>
                  <a:lnTo>
                    <a:pt x="152" y="30"/>
                  </a:lnTo>
                  <a:lnTo>
                    <a:pt x="159" y="27"/>
                  </a:lnTo>
                  <a:lnTo>
                    <a:pt x="165" y="25"/>
                  </a:lnTo>
                  <a:lnTo>
                    <a:pt x="165" y="31"/>
                  </a:lnTo>
                  <a:lnTo>
                    <a:pt x="166" y="33"/>
                  </a:lnTo>
                  <a:lnTo>
                    <a:pt x="167" y="34"/>
                  </a:lnTo>
                  <a:lnTo>
                    <a:pt x="169" y="34"/>
                  </a:lnTo>
                  <a:lnTo>
                    <a:pt x="171" y="34"/>
                  </a:lnTo>
                  <a:lnTo>
                    <a:pt x="173" y="34"/>
                  </a:lnTo>
                  <a:lnTo>
                    <a:pt x="174" y="32"/>
                  </a:lnTo>
                  <a:lnTo>
                    <a:pt x="175" y="30"/>
                  </a:lnTo>
                  <a:lnTo>
                    <a:pt x="176" y="29"/>
                  </a:lnTo>
                  <a:lnTo>
                    <a:pt x="177" y="27"/>
                  </a:lnTo>
                  <a:lnTo>
                    <a:pt x="178" y="27"/>
                  </a:lnTo>
                  <a:lnTo>
                    <a:pt x="181" y="31"/>
                  </a:lnTo>
                  <a:lnTo>
                    <a:pt x="182" y="33"/>
                  </a:lnTo>
                  <a:lnTo>
                    <a:pt x="185" y="35"/>
                  </a:lnTo>
                  <a:lnTo>
                    <a:pt x="187" y="36"/>
                  </a:lnTo>
                  <a:lnTo>
                    <a:pt x="190" y="39"/>
                  </a:lnTo>
                  <a:lnTo>
                    <a:pt x="191" y="42"/>
                  </a:lnTo>
                  <a:lnTo>
                    <a:pt x="192" y="45"/>
                  </a:lnTo>
                  <a:lnTo>
                    <a:pt x="194" y="48"/>
                  </a:lnTo>
                  <a:lnTo>
                    <a:pt x="194" y="59"/>
                  </a:lnTo>
                  <a:lnTo>
                    <a:pt x="192" y="64"/>
                  </a:lnTo>
                  <a:lnTo>
                    <a:pt x="188" y="68"/>
                  </a:lnTo>
                  <a:lnTo>
                    <a:pt x="187" y="71"/>
                  </a:lnTo>
                  <a:lnTo>
                    <a:pt x="187" y="77"/>
                  </a:lnTo>
                  <a:lnTo>
                    <a:pt x="186" y="78"/>
                  </a:lnTo>
                  <a:lnTo>
                    <a:pt x="182" y="78"/>
                  </a:lnTo>
                  <a:lnTo>
                    <a:pt x="181" y="77"/>
                  </a:lnTo>
                  <a:lnTo>
                    <a:pt x="173" y="73"/>
                  </a:lnTo>
                  <a:lnTo>
                    <a:pt x="166" y="69"/>
                  </a:lnTo>
                  <a:lnTo>
                    <a:pt x="154" y="68"/>
                  </a:lnTo>
                  <a:lnTo>
                    <a:pt x="148" y="66"/>
                  </a:lnTo>
                  <a:lnTo>
                    <a:pt x="143" y="63"/>
                  </a:lnTo>
                  <a:lnTo>
                    <a:pt x="134" y="60"/>
                  </a:lnTo>
                  <a:lnTo>
                    <a:pt x="122" y="59"/>
                  </a:lnTo>
                  <a:lnTo>
                    <a:pt x="115" y="57"/>
                  </a:lnTo>
                  <a:lnTo>
                    <a:pt x="110" y="54"/>
                  </a:lnTo>
                  <a:lnTo>
                    <a:pt x="104" y="54"/>
                  </a:lnTo>
                  <a:lnTo>
                    <a:pt x="95" y="56"/>
                  </a:lnTo>
                  <a:lnTo>
                    <a:pt x="88" y="57"/>
                  </a:lnTo>
                  <a:lnTo>
                    <a:pt x="86" y="57"/>
                  </a:lnTo>
                  <a:lnTo>
                    <a:pt x="83" y="58"/>
                  </a:lnTo>
                  <a:lnTo>
                    <a:pt x="81" y="59"/>
                  </a:lnTo>
                  <a:lnTo>
                    <a:pt x="47" y="59"/>
                  </a:lnTo>
                  <a:lnTo>
                    <a:pt x="38" y="58"/>
                  </a:lnTo>
                  <a:lnTo>
                    <a:pt x="33" y="57"/>
                  </a:lnTo>
                  <a:lnTo>
                    <a:pt x="28" y="55"/>
                  </a:lnTo>
                  <a:lnTo>
                    <a:pt x="20" y="55"/>
                  </a:lnTo>
                  <a:lnTo>
                    <a:pt x="11" y="56"/>
                  </a:lnTo>
                  <a:lnTo>
                    <a:pt x="4" y="59"/>
                  </a:lnTo>
                  <a:lnTo>
                    <a:pt x="1" y="54"/>
                  </a:lnTo>
                  <a:lnTo>
                    <a:pt x="0" y="51"/>
                  </a:lnTo>
                  <a:lnTo>
                    <a:pt x="0" y="50"/>
                  </a:lnTo>
                  <a:lnTo>
                    <a:pt x="1" y="48"/>
                  </a:lnTo>
                  <a:lnTo>
                    <a:pt x="3" y="43"/>
                  </a:lnTo>
                  <a:lnTo>
                    <a:pt x="14" y="31"/>
                  </a:lnTo>
                  <a:lnTo>
                    <a:pt x="20" y="24"/>
                  </a:lnTo>
                  <a:lnTo>
                    <a:pt x="23" y="18"/>
                  </a:lnTo>
                  <a:lnTo>
                    <a:pt x="24" y="15"/>
                  </a:lnTo>
                  <a:lnTo>
                    <a:pt x="20" y="11"/>
                  </a:lnTo>
                  <a:lnTo>
                    <a:pt x="19" y="9"/>
                  </a:lnTo>
                  <a:lnTo>
                    <a:pt x="38" y="10"/>
                  </a:lnTo>
                  <a:lnTo>
                    <a:pt x="45" y="10"/>
                  </a:lnTo>
                  <a:lnTo>
                    <a:pt x="48" y="9"/>
                  </a:lnTo>
                  <a:lnTo>
                    <a:pt x="51" y="6"/>
                  </a:lnTo>
                  <a:lnTo>
                    <a:pt x="57" y="2"/>
                  </a:lnTo>
                  <a:lnTo>
                    <a:pt x="6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8" name="Freeform 45"/>
            <p:cNvSpPr>
              <a:spLocks/>
            </p:cNvSpPr>
            <p:nvPr/>
          </p:nvSpPr>
          <p:spPr bwMode="auto">
            <a:xfrm>
              <a:off x="3244851" y="5373688"/>
              <a:ext cx="234950" cy="250825"/>
            </a:xfrm>
            <a:custGeom>
              <a:avLst/>
              <a:gdLst/>
              <a:ahLst/>
              <a:cxnLst>
                <a:cxn ang="0">
                  <a:pos x="53" y="0"/>
                </a:cxn>
                <a:cxn ang="0">
                  <a:pos x="60" y="4"/>
                </a:cxn>
                <a:cxn ang="0">
                  <a:pos x="77" y="14"/>
                </a:cxn>
                <a:cxn ang="0">
                  <a:pos x="112" y="47"/>
                </a:cxn>
                <a:cxn ang="0">
                  <a:pos x="148" y="82"/>
                </a:cxn>
                <a:cxn ang="0">
                  <a:pos x="144" y="91"/>
                </a:cxn>
                <a:cxn ang="0">
                  <a:pos x="127" y="110"/>
                </a:cxn>
                <a:cxn ang="0">
                  <a:pos x="125" y="118"/>
                </a:cxn>
                <a:cxn ang="0">
                  <a:pos x="130" y="130"/>
                </a:cxn>
                <a:cxn ang="0">
                  <a:pos x="138" y="144"/>
                </a:cxn>
                <a:cxn ang="0">
                  <a:pos x="137" y="148"/>
                </a:cxn>
                <a:cxn ang="0">
                  <a:pos x="134" y="152"/>
                </a:cxn>
                <a:cxn ang="0">
                  <a:pos x="127" y="158"/>
                </a:cxn>
                <a:cxn ang="0">
                  <a:pos x="119" y="156"/>
                </a:cxn>
                <a:cxn ang="0">
                  <a:pos x="105" y="148"/>
                </a:cxn>
                <a:cxn ang="0">
                  <a:pos x="100" y="148"/>
                </a:cxn>
                <a:cxn ang="0">
                  <a:pos x="96" y="157"/>
                </a:cxn>
                <a:cxn ang="0">
                  <a:pos x="61" y="121"/>
                </a:cxn>
                <a:cxn ang="0">
                  <a:pos x="57" y="115"/>
                </a:cxn>
                <a:cxn ang="0">
                  <a:pos x="61" y="107"/>
                </a:cxn>
                <a:cxn ang="0">
                  <a:pos x="70" y="88"/>
                </a:cxn>
                <a:cxn ang="0">
                  <a:pos x="63" y="78"/>
                </a:cxn>
                <a:cxn ang="0">
                  <a:pos x="47" y="75"/>
                </a:cxn>
                <a:cxn ang="0">
                  <a:pos x="33" y="71"/>
                </a:cxn>
                <a:cxn ang="0">
                  <a:pos x="30" y="60"/>
                </a:cxn>
                <a:cxn ang="0">
                  <a:pos x="26" y="48"/>
                </a:cxn>
                <a:cxn ang="0">
                  <a:pos x="16" y="41"/>
                </a:cxn>
                <a:cxn ang="0">
                  <a:pos x="5" y="25"/>
                </a:cxn>
                <a:cxn ang="0">
                  <a:pos x="6" y="15"/>
                </a:cxn>
                <a:cxn ang="0">
                  <a:pos x="12" y="16"/>
                </a:cxn>
                <a:cxn ang="0">
                  <a:pos x="25" y="17"/>
                </a:cxn>
                <a:cxn ang="0">
                  <a:pos x="29" y="21"/>
                </a:cxn>
                <a:cxn ang="0">
                  <a:pos x="32" y="25"/>
                </a:cxn>
                <a:cxn ang="0">
                  <a:pos x="35" y="26"/>
                </a:cxn>
                <a:cxn ang="0">
                  <a:pos x="37" y="23"/>
                </a:cxn>
                <a:cxn ang="0">
                  <a:pos x="38" y="17"/>
                </a:cxn>
                <a:cxn ang="0">
                  <a:pos x="41" y="13"/>
                </a:cxn>
                <a:cxn ang="0">
                  <a:pos x="46" y="7"/>
                </a:cxn>
              </a:cxnLst>
              <a:rect l="0" t="0" r="r" b="b"/>
              <a:pathLst>
                <a:path w="148" h="158">
                  <a:moveTo>
                    <a:pt x="52" y="0"/>
                  </a:moveTo>
                  <a:lnTo>
                    <a:pt x="53" y="0"/>
                  </a:lnTo>
                  <a:lnTo>
                    <a:pt x="56" y="2"/>
                  </a:lnTo>
                  <a:lnTo>
                    <a:pt x="60" y="4"/>
                  </a:lnTo>
                  <a:lnTo>
                    <a:pt x="67" y="4"/>
                  </a:lnTo>
                  <a:lnTo>
                    <a:pt x="77" y="14"/>
                  </a:lnTo>
                  <a:lnTo>
                    <a:pt x="101" y="35"/>
                  </a:lnTo>
                  <a:lnTo>
                    <a:pt x="112" y="47"/>
                  </a:lnTo>
                  <a:lnTo>
                    <a:pt x="123" y="57"/>
                  </a:lnTo>
                  <a:lnTo>
                    <a:pt x="148" y="82"/>
                  </a:lnTo>
                  <a:lnTo>
                    <a:pt x="147" y="85"/>
                  </a:lnTo>
                  <a:lnTo>
                    <a:pt x="144" y="91"/>
                  </a:lnTo>
                  <a:lnTo>
                    <a:pt x="138" y="98"/>
                  </a:lnTo>
                  <a:lnTo>
                    <a:pt x="127" y="110"/>
                  </a:lnTo>
                  <a:lnTo>
                    <a:pt x="125" y="115"/>
                  </a:lnTo>
                  <a:lnTo>
                    <a:pt x="125" y="118"/>
                  </a:lnTo>
                  <a:lnTo>
                    <a:pt x="127" y="124"/>
                  </a:lnTo>
                  <a:lnTo>
                    <a:pt x="130" y="130"/>
                  </a:lnTo>
                  <a:lnTo>
                    <a:pt x="137" y="141"/>
                  </a:lnTo>
                  <a:lnTo>
                    <a:pt x="138" y="144"/>
                  </a:lnTo>
                  <a:lnTo>
                    <a:pt x="138" y="146"/>
                  </a:lnTo>
                  <a:lnTo>
                    <a:pt x="137" y="148"/>
                  </a:lnTo>
                  <a:lnTo>
                    <a:pt x="135" y="150"/>
                  </a:lnTo>
                  <a:lnTo>
                    <a:pt x="134" y="152"/>
                  </a:lnTo>
                  <a:lnTo>
                    <a:pt x="131" y="154"/>
                  </a:lnTo>
                  <a:lnTo>
                    <a:pt x="127" y="158"/>
                  </a:lnTo>
                  <a:lnTo>
                    <a:pt x="124" y="158"/>
                  </a:lnTo>
                  <a:lnTo>
                    <a:pt x="119" y="156"/>
                  </a:lnTo>
                  <a:lnTo>
                    <a:pt x="114" y="153"/>
                  </a:lnTo>
                  <a:lnTo>
                    <a:pt x="105" y="148"/>
                  </a:lnTo>
                  <a:lnTo>
                    <a:pt x="101" y="147"/>
                  </a:lnTo>
                  <a:lnTo>
                    <a:pt x="100" y="148"/>
                  </a:lnTo>
                  <a:lnTo>
                    <a:pt x="99" y="149"/>
                  </a:lnTo>
                  <a:lnTo>
                    <a:pt x="96" y="157"/>
                  </a:lnTo>
                  <a:lnTo>
                    <a:pt x="67" y="128"/>
                  </a:lnTo>
                  <a:lnTo>
                    <a:pt x="61" y="121"/>
                  </a:lnTo>
                  <a:lnTo>
                    <a:pt x="58" y="117"/>
                  </a:lnTo>
                  <a:lnTo>
                    <a:pt x="57" y="115"/>
                  </a:lnTo>
                  <a:lnTo>
                    <a:pt x="59" y="111"/>
                  </a:lnTo>
                  <a:lnTo>
                    <a:pt x="61" y="107"/>
                  </a:lnTo>
                  <a:lnTo>
                    <a:pt x="68" y="94"/>
                  </a:lnTo>
                  <a:lnTo>
                    <a:pt x="70" y="88"/>
                  </a:lnTo>
                  <a:lnTo>
                    <a:pt x="68" y="83"/>
                  </a:lnTo>
                  <a:lnTo>
                    <a:pt x="63" y="78"/>
                  </a:lnTo>
                  <a:lnTo>
                    <a:pt x="55" y="76"/>
                  </a:lnTo>
                  <a:lnTo>
                    <a:pt x="47" y="75"/>
                  </a:lnTo>
                  <a:lnTo>
                    <a:pt x="39" y="73"/>
                  </a:lnTo>
                  <a:lnTo>
                    <a:pt x="33" y="71"/>
                  </a:lnTo>
                  <a:lnTo>
                    <a:pt x="31" y="67"/>
                  </a:lnTo>
                  <a:lnTo>
                    <a:pt x="30" y="60"/>
                  </a:lnTo>
                  <a:lnTo>
                    <a:pt x="29" y="54"/>
                  </a:lnTo>
                  <a:lnTo>
                    <a:pt x="26" y="48"/>
                  </a:lnTo>
                  <a:lnTo>
                    <a:pt x="22" y="44"/>
                  </a:lnTo>
                  <a:lnTo>
                    <a:pt x="16" y="41"/>
                  </a:lnTo>
                  <a:lnTo>
                    <a:pt x="10" y="34"/>
                  </a:lnTo>
                  <a:lnTo>
                    <a:pt x="5" y="25"/>
                  </a:lnTo>
                  <a:lnTo>
                    <a:pt x="0" y="12"/>
                  </a:lnTo>
                  <a:lnTo>
                    <a:pt x="6" y="15"/>
                  </a:lnTo>
                  <a:lnTo>
                    <a:pt x="8" y="16"/>
                  </a:lnTo>
                  <a:lnTo>
                    <a:pt x="12" y="16"/>
                  </a:lnTo>
                  <a:lnTo>
                    <a:pt x="20" y="17"/>
                  </a:lnTo>
                  <a:lnTo>
                    <a:pt x="25" y="17"/>
                  </a:lnTo>
                  <a:lnTo>
                    <a:pt x="28" y="19"/>
                  </a:lnTo>
                  <a:lnTo>
                    <a:pt x="29" y="21"/>
                  </a:lnTo>
                  <a:lnTo>
                    <a:pt x="31" y="23"/>
                  </a:lnTo>
                  <a:lnTo>
                    <a:pt x="32" y="25"/>
                  </a:lnTo>
                  <a:lnTo>
                    <a:pt x="33" y="26"/>
                  </a:lnTo>
                  <a:lnTo>
                    <a:pt x="35" y="26"/>
                  </a:lnTo>
                  <a:lnTo>
                    <a:pt x="36" y="25"/>
                  </a:lnTo>
                  <a:lnTo>
                    <a:pt x="37" y="23"/>
                  </a:lnTo>
                  <a:lnTo>
                    <a:pt x="37" y="20"/>
                  </a:lnTo>
                  <a:lnTo>
                    <a:pt x="38" y="17"/>
                  </a:lnTo>
                  <a:lnTo>
                    <a:pt x="39" y="16"/>
                  </a:lnTo>
                  <a:lnTo>
                    <a:pt x="41" y="13"/>
                  </a:lnTo>
                  <a:lnTo>
                    <a:pt x="44" y="9"/>
                  </a:lnTo>
                  <a:lnTo>
                    <a:pt x="46" y="7"/>
                  </a:lnTo>
                  <a:lnTo>
                    <a:pt x="5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79" name="Freeform 46"/>
            <p:cNvSpPr>
              <a:spLocks/>
            </p:cNvSpPr>
            <p:nvPr/>
          </p:nvSpPr>
          <p:spPr bwMode="auto">
            <a:xfrm>
              <a:off x="3486151" y="5641975"/>
              <a:ext cx="195263" cy="179388"/>
            </a:xfrm>
            <a:custGeom>
              <a:avLst/>
              <a:gdLst/>
              <a:ahLst/>
              <a:cxnLst>
                <a:cxn ang="0">
                  <a:pos x="58" y="7"/>
                </a:cxn>
                <a:cxn ang="0">
                  <a:pos x="66" y="13"/>
                </a:cxn>
                <a:cxn ang="0">
                  <a:pos x="85" y="33"/>
                </a:cxn>
                <a:cxn ang="0">
                  <a:pos x="91" y="40"/>
                </a:cxn>
                <a:cxn ang="0">
                  <a:pos x="106" y="52"/>
                </a:cxn>
                <a:cxn ang="0">
                  <a:pos x="111" y="58"/>
                </a:cxn>
                <a:cxn ang="0">
                  <a:pos x="111" y="66"/>
                </a:cxn>
                <a:cxn ang="0">
                  <a:pos x="114" y="68"/>
                </a:cxn>
                <a:cxn ang="0">
                  <a:pos x="121" y="71"/>
                </a:cxn>
                <a:cxn ang="0">
                  <a:pos x="123" y="88"/>
                </a:cxn>
                <a:cxn ang="0">
                  <a:pos x="121" y="94"/>
                </a:cxn>
                <a:cxn ang="0">
                  <a:pos x="117" y="100"/>
                </a:cxn>
                <a:cxn ang="0">
                  <a:pos x="111" y="107"/>
                </a:cxn>
                <a:cxn ang="0">
                  <a:pos x="107" y="110"/>
                </a:cxn>
                <a:cxn ang="0">
                  <a:pos x="103" y="111"/>
                </a:cxn>
                <a:cxn ang="0">
                  <a:pos x="97" y="112"/>
                </a:cxn>
                <a:cxn ang="0">
                  <a:pos x="86" y="112"/>
                </a:cxn>
                <a:cxn ang="0">
                  <a:pos x="80" y="108"/>
                </a:cxn>
                <a:cxn ang="0">
                  <a:pos x="66" y="98"/>
                </a:cxn>
                <a:cxn ang="0">
                  <a:pos x="52" y="89"/>
                </a:cxn>
                <a:cxn ang="0">
                  <a:pos x="48" y="84"/>
                </a:cxn>
                <a:cxn ang="0">
                  <a:pos x="37" y="74"/>
                </a:cxn>
                <a:cxn ang="0">
                  <a:pos x="28" y="67"/>
                </a:cxn>
                <a:cxn ang="0">
                  <a:pos x="26" y="65"/>
                </a:cxn>
                <a:cxn ang="0">
                  <a:pos x="17" y="59"/>
                </a:cxn>
                <a:cxn ang="0">
                  <a:pos x="0" y="42"/>
                </a:cxn>
                <a:cxn ang="0">
                  <a:pos x="15" y="33"/>
                </a:cxn>
                <a:cxn ang="0">
                  <a:pos x="25" y="28"/>
                </a:cxn>
                <a:cxn ang="0">
                  <a:pos x="28" y="25"/>
                </a:cxn>
                <a:cxn ang="0">
                  <a:pos x="29" y="20"/>
                </a:cxn>
                <a:cxn ang="0">
                  <a:pos x="32" y="17"/>
                </a:cxn>
                <a:cxn ang="0">
                  <a:pos x="43" y="6"/>
                </a:cxn>
              </a:cxnLst>
              <a:rect l="0" t="0" r="r" b="b"/>
              <a:pathLst>
                <a:path w="123" h="113">
                  <a:moveTo>
                    <a:pt x="49" y="0"/>
                  </a:moveTo>
                  <a:lnTo>
                    <a:pt x="58" y="7"/>
                  </a:lnTo>
                  <a:lnTo>
                    <a:pt x="61" y="9"/>
                  </a:lnTo>
                  <a:lnTo>
                    <a:pt x="66" y="13"/>
                  </a:lnTo>
                  <a:lnTo>
                    <a:pt x="82" y="29"/>
                  </a:lnTo>
                  <a:lnTo>
                    <a:pt x="85" y="33"/>
                  </a:lnTo>
                  <a:lnTo>
                    <a:pt x="88" y="36"/>
                  </a:lnTo>
                  <a:lnTo>
                    <a:pt x="91" y="40"/>
                  </a:lnTo>
                  <a:lnTo>
                    <a:pt x="99" y="46"/>
                  </a:lnTo>
                  <a:lnTo>
                    <a:pt x="106" y="52"/>
                  </a:lnTo>
                  <a:lnTo>
                    <a:pt x="109" y="55"/>
                  </a:lnTo>
                  <a:lnTo>
                    <a:pt x="111" y="58"/>
                  </a:lnTo>
                  <a:lnTo>
                    <a:pt x="111" y="60"/>
                  </a:lnTo>
                  <a:lnTo>
                    <a:pt x="111" y="66"/>
                  </a:lnTo>
                  <a:lnTo>
                    <a:pt x="112" y="67"/>
                  </a:lnTo>
                  <a:lnTo>
                    <a:pt x="114" y="68"/>
                  </a:lnTo>
                  <a:lnTo>
                    <a:pt x="119" y="70"/>
                  </a:lnTo>
                  <a:lnTo>
                    <a:pt x="121" y="71"/>
                  </a:lnTo>
                  <a:lnTo>
                    <a:pt x="123" y="71"/>
                  </a:lnTo>
                  <a:lnTo>
                    <a:pt x="123" y="88"/>
                  </a:lnTo>
                  <a:lnTo>
                    <a:pt x="122" y="92"/>
                  </a:lnTo>
                  <a:lnTo>
                    <a:pt x="121" y="94"/>
                  </a:lnTo>
                  <a:lnTo>
                    <a:pt x="119" y="97"/>
                  </a:lnTo>
                  <a:lnTo>
                    <a:pt x="117" y="100"/>
                  </a:lnTo>
                  <a:lnTo>
                    <a:pt x="113" y="104"/>
                  </a:lnTo>
                  <a:lnTo>
                    <a:pt x="111" y="107"/>
                  </a:lnTo>
                  <a:lnTo>
                    <a:pt x="109" y="109"/>
                  </a:lnTo>
                  <a:lnTo>
                    <a:pt x="107" y="110"/>
                  </a:lnTo>
                  <a:lnTo>
                    <a:pt x="105" y="110"/>
                  </a:lnTo>
                  <a:lnTo>
                    <a:pt x="103" y="111"/>
                  </a:lnTo>
                  <a:lnTo>
                    <a:pt x="102" y="111"/>
                  </a:lnTo>
                  <a:lnTo>
                    <a:pt x="97" y="112"/>
                  </a:lnTo>
                  <a:lnTo>
                    <a:pt x="92" y="113"/>
                  </a:lnTo>
                  <a:lnTo>
                    <a:pt x="86" y="112"/>
                  </a:lnTo>
                  <a:lnTo>
                    <a:pt x="83" y="110"/>
                  </a:lnTo>
                  <a:lnTo>
                    <a:pt x="80" y="108"/>
                  </a:lnTo>
                  <a:lnTo>
                    <a:pt x="73" y="102"/>
                  </a:lnTo>
                  <a:lnTo>
                    <a:pt x="66" y="98"/>
                  </a:lnTo>
                  <a:lnTo>
                    <a:pt x="57" y="93"/>
                  </a:lnTo>
                  <a:lnTo>
                    <a:pt x="52" y="89"/>
                  </a:lnTo>
                  <a:lnTo>
                    <a:pt x="50" y="87"/>
                  </a:lnTo>
                  <a:lnTo>
                    <a:pt x="48" y="84"/>
                  </a:lnTo>
                  <a:lnTo>
                    <a:pt x="43" y="79"/>
                  </a:lnTo>
                  <a:lnTo>
                    <a:pt x="37" y="74"/>
                  </a:lnTo>
                  <a:lnTo>
                    <a:pt x="31" y="67"/>
                  </a:lnTo>
                  <a:lnTo>
                    <a:pt x="28" y="67"/>
                  </a:lnTo>
                  <a:lnTo>
                    <a:pt x="27" y="66"/>
                  </a:lnTo>
                  <a:lnTo>
                    <a:pt x="26" y="65"/>
                  </a:lnTo>
                  <a:lnTo>
                    <a:pt x="24" y="65"/>
                  </a:lnTo>
                  <a:lnTo>
                    <a:pt x="17" y="59"/>
                  </a:lnTo>
                  <a:lnTo>
                    <a:pt x="9" y="51"/>
                  </a:lnTo>
                  <a:lnTo>
                    <a:pt x="0" y="42"/>
                  </a:lnTo>
                  <a:lnTo>
                    <a:pt x="7" y="37"/>
                  </a:lnTo>
                  <a:lnTo>
                    <a:pt x="15" y="33"/>
                  </a:lnTo>
                  <a:lnTo>
                    <a:pt x="20" y="29"/>
                  </a:lnTo>
                  <a:lnTo>
                    <a:pt x="25" y="28"/>
                  </a:lnTo>
                  <a:lnTo>
                    <a:pt x="28" y="26"/>
                  </a:lnTo>
                  <a:lnTo>
                    <a:pt x="28" y="25"/>
                  </a:lnTo>
                  <a:lnTo>
                    <a:pt x="29" y="24"/>
                  </a:lnTo>
                  <a:lnTo>
                    <a:pt x="29" y="20"/>
                  </a:lnTo>
                  <a:lnTo>
                    <a:pt x="30" y="18"/>
                  </a:lnTo>
                  <a:lnTo>
                    <a:pt x="32" y="17"/>
                  </a:lnTo>
                  <a:lnTo>
                    <a:pt x="37" y="12"/>
                  </a:lnTo>
                  <a:lnTo>
                    <a:pt x="43" y="6"/>
                  </a:lnTo>
                  <a:lnTo>
                    <a:pt x="4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0" name="Freeform 47"/>
            <p:cNvSpPr>
              <a:spLocks/>
            </p:cNvSpPr>
            <p:nvPr/>
          </p:nvSpPr>
          <p:spPr bwMode="auto">
            <a:xfrm>
              <a:off x="3938588" y="5170488"/>
              <a:ext cx="458788" cy="317500"/>
            </a:xfrm>
            <a:custGeom>
              <a:avLst/>
              <a:gdLst/>
              <a:ahLst/>
              <a:cxnLst>
                <a:cxn ang="0">
                  <a:pos x="242" y="1"/>
                </a:cxn>
                <a:cxn ang="0">
                  <a:pos x="250" y="12"/>
                </a:cxn>
                <a:cxn ang="0">
                  <a:pos x="258" y="18"/>
                </a:cxn>
                <a:cxn ang="0">
                  <a:pos x="263" y="31"/>
                </a:cxn>
                <a:cxn ang="0">
                  <a:pos x="278" y="35"/>
                </a:cxn>
                <a:cxn ang="0">
                  <a:pos x="288" y="45"/>
                </a:cxn>
                <a:cxn ang="0">
                  <a:pos x="282" y="50"/>
                </a:cxn>
                <a:cxn ang="0">
                  <a:pos x="271" y="52"/>
                </a:cxn>
                <a:cxn ang="0">
                  <a:pos x="265" y="58"/>
                </a:cxn>
                <a:cxn ang="0">
                  <a:pos x="259" y="73"/>
                </a:cxn>
                <a:cxn ang="0">
                  <a:pos x="250" y="75"/>
                </a:cxn>
                <a:cxn ang="0">
                  <a:pos x="228" y="77"/>
                </a:cxn>
                <a:cxn ang="0">
                  <a:pos x="212" y="94"/>
                </a:cxn>
                <a:cxn ang="0">
                  <a:pos x="210" y="101"/>
                </a:cxn>
                <a:cxn ang="0">
                  <a:pos x="198" y="106"/>
                </a:cxn>
                <a:cxn ang="0">
                  <a:pos x="187" y="111"/>
                </a:cxn>
                <a:cxn ang="0">
                  <a:pos x="177" y="124"/>
                </a:cxn>
                <a:cxn ang="0">
                  <a:pos x="160" y="126"/>
                </a:cxn>
                <a:cxn ang="0">
                  <a:pos x="132" y="138"/>
                </a:cxn>
                <a:cxn ang="0">
                  <a:pos x="125" y="155"/>
                </a:cxn>
                <a:cxn ang="0">
                  <a:pos x="117" y="171"/>
                </a:cxn>
                <a:cxn ang="0">
                  <a:pos x="106" y="172"/>
                </a:cxn>
                <a:cxn ang="0">
                  <a:pos x="92" y="170"/>
                </a:cxn>
                <a:cxn ang="0">
                  <a:pos x="59" y="189"/>
                </a:cxn>
                <a:cxn ang="0">
                  <a:pos x="39" y="198"/>
                </a:cxn>
                <a:cxn ang="0">
                  <a:pos x="36" y="200"/>
                </a:cxn>
                <a:cxn ang="0">
                  <a:pos x="16" y="162"/>
                </a:cxn>
                <a:cxn ang="0">
                  <a:pos x="32" y="145"/>
                </a:cxn>
                <a:cxn ang="0">
                  <a:pos x="30" y="127"/>
                </a:cxn>
                <a:cxn ang="0">
                  <a:pos x="16" y="113"/>
                </a:cxn>
                <a:cxn ang="0">
                  <a:pos x="1" y="109"/>
                </a:cxn>
                <a:cxn ang="0">
                  <a:pos x="4" y="96"/>
                </a:cxn>
                <a:cxn ang="0">
                  <a:pos x="12" y="76"/>
                </a:cxn>
                <a:cxn ang="0">
                  <a:pos x="33" y="40"/>
                </a:cxn>
                <a:cxn ang="0">
                  <a:pos x="53" y="49"/>
                </a:cxn>
                <a:cxn ang="0">
                  <a:pos x="81" y="52"/>
                </a:cxn>
                <a:cxn ang="0">
                  <a:pos x="118" y="53"/>
                </a:cxn>
                <a:cxn ang="0">
                  <a:pos x="123" y="66"/>
                </a:cxn>
                <a:cxn ang="0">
                  <a:pos x="129" y="75"/>
                </a:cxn>
                <a:cxn ang="0">
                  <a:pos x="140" y="59"/>
                </a:cxn>
                <a:cxn ang="0">
                  <a:pos x="156" y="52"/>
                </a:cxn>
                <a:cxn ang="0">
                  <a:pos x="176" y="41"/>
                </a:cxn>
                <a:cxn ang="0">
                  <a:pos x="175" y="27"/>
                </a:cxn>
                <a:cxn ang="0">
                  <a:pos x="174" y="11"/>
                </a:cxn>
                <a:cxn ang="0">
                  <a:pos x="187" y="8"/>
                </a:cxn>
                <a:cxn ang="0">
                  <a:pos x="204" y="9"/>
                </a:cxn>
                <a:cxn ang="0">
                  <a:pos x="221" y="13"/>
                </a:cxn>
                <a:cxn ang="0">
                  <a:pos x="230" y="9"/>
                </a:cxn>
                <a:cxn ang="0">
                  <a:pos x="230" y="0"/>
                </a:cxn>
              </a:cxnLst>
              <a:rect l="0" t="0" r="r" b="b"/>
              <a:pathLst>
                <a:path w="289" h="200">
                  <a:moveTo>
                    <a:pt x="230" y="0"/>
                  </a:moveTo>
                  <a:lnTo>
                    <a:pt x="236" y="0"/>
                  </a:lnTo>
                  <a:lnTo>
                    <a:pt x="242" y="1"/>
                  </a:lnTo>
                  <a:lnTo>
                    <a:pt x="245" y="3"/>
                  </a:lnTo>
                  <a:lnTo>
                    <a:pt x="248" y="8"/>
                  </a:lnTo>
                  <a:lnTo>
                    <a:pt x="250" y="12"/>
                  </a:lnTo>
                  <a:lnTo>
                    <a:pt x="252" y="17"/>
                  </a:lnTo>
                  <a:lnTo>
                    <a:pt x="256" y="18"/>
                  </a:lnTo>
                  <a:lnTo>
                    <a:pt x="258" y="18"/>
                  </a:lnTo>
                  <a:lnTo>
                    <a:pt x="259" y="22"/>
                  </a:lnTo>
                  <a:lnTo>
                    <a:pt x="259" y="24"/>
                  </a:lnTo>
                  <a:lnTo>
                    <a:pt x="263" y="31"/>
                  </a:lnTo>
                  <a:lnTo>
                    <a:pt x="265" y="31"/>
                  </a:lnTo>
                  <a:lnTo>
                    <a:pt x="271" y="32"/>
                  </a:lnTo>
                  <a:lnTo>
                    <a:pt x="278" y="35"/>
                  </a:lnTo>
                  <a:lnTo>
                    <a:pt x="285" y="38"/>
                  </a:lnTo>
                  <a:lnTo>
                    <a:pt x="288" y="42"/>
                  </a:lnTo>
                  <a:lnTo>
                    <a:pt x="288" y="45"/>
                  </a:lnTo>
                  <a:lnTo>
                    <a:pt x="289" y="48"/>
                  </a:lnTo>
                  <a:lnTo>
                    <a:pt x="284" y="48"/>
                  </a:lnTo>
                  <a:lnTo>
                    <a:pt x="282" y="50"/>
                  </a:lnTo>
                  <a:lnTo>
                    <a:pt x="279" y="51"/>
                  </a:lnTo>
                  <a:lnTo>
                    <a:pt x="273" y="51"/>
                  </a:lnTo>
                  <a:lnTo>
                    <a:pt x="271" y="52"/>
                  </a:lnTo>
                  <a:lnTo>
                    <a:pt x="269" y="53"/>
                  </a:lnTo>
                  <a:lnTo>
                    <a:pt x="267" y="56"/>
                  </a:lnTo>
                  <a:lnTo>
                    <a:pt x="265" y="58"/>
                  </a:lnTo>
                  <a:lnTo>
                    <a:pt x="262" y="61"/>
                  </a:lnTo>
                  <a:lnTo>
                    <a:pt x="260" y="68"/>
                  </a:lnTo>
                  <a:lnTo>
                    <a:pt x="259" y="73"/>
                  </a:lnTo>
                  <a:lnTo>
                    <a:pt x="258" y="76"/>
                  </a:lnTo>
                  <a:lnTo>
                    <a:pt x="254" y="76"/>
                  </a:lnTo>
                  <a:lnTo>
                    <a:pt x="250" y="75"/>
                  </a:lnTo>
                  <a:lnTo>
                    <a:pt x="245" y="74"/>
                  </a:lnTo>
                  <a:lnTo>
                    <a:pt x="236" y="74"/>
                  </a:lnTo>
                  <a:lnTo>
                    <a:pt x="228" y="77"/>
                  </a:lnTo>
                  <a:lnTo>
                    <a:pt x="223" y="80"/>
                  </a:lnTo>
                  <a:lnTo>
                    <a:pt x="216" y="86"/>
                  </a:lnTo>
                  <a:lnTo>
                    <a:pt x="212" y="94"/>
                  </a:lnTo>
                  <a:lnTo>
                    <a:pt x="211" y="97"/>
                  </a:lnTo>
                  <a:lnTo>
                    <a:pt x="210" y="99"/>
                  </a:lnTo>
                  <a:lnTo>
                    <a:pt x="210" y="101"/>
                  </a:lnTo>
                  <a:lnTo>
                    <a:pt x="209" y="102"/>
                  </a:lnTo>
                  <a:lnTo>
                    <a:pt x="206" y="104"/>
                  </a:lnTo>
                  <a:lnTo>
                    <a:pt x="198" y="106"/>
                  </a:lnTo>
                  <a:lnTo>
                    <a:pt x="191" y="108"/>
                  </a:lnTo>
                  <a:lnTo>
                    <a:pt x="189" y="110"/>
                  </a:lnTo>
                  <a:lnTo>
                    <a:pt x="187" y="111"/>
                  </a:lnTo>
                  <a:lnTo>
                    <a:pt x="186" y="114"/>
                  </a:lnTo>
                  <a:lnTo>
                    <a:pt x="184" y="117"/>
                  </a:lnTo>
                  <a:lnTo>
                    <a:pt x="177" y="124"/>
                  </a:lnTo>
                  <a:lnTo>
                    <a:pt x="175" y="125"/>
                  </a:lnTo>
                  <a:lnTo>
                    <a:pt x="167" y="125"/>
                  </a:lnTo>
                  <a:lnTo>
                    <a:pt x="160" y="126"/>
                  </a:lnTo>
                  <a:lnTo>
                    <a:pt x="144" y="131"/>
                  </a:lnTo>
                  <a:lnTo>
                    <a:pt x="137" y="134"/>
                  </a:lnTo>
                  <a:lnTo>
                    <a:pt x="132" y="138"/>
                  </a:lnTo>
                  <a:lnTo>
                    <a:pt x="129" y="145"/>
                  </a:lnTo>
                  <a:lnTo>
                    <a:pt x="126" y="150"/>
                  </a:lnTo>
                  <a:lnTo>
                    <a:pt x="125" y="155"/>
                  </a:lnTo>
                  <a:lnTo>
                    <a:pt x="123" y="160"/>
                  </a:lnTo>
                  <a:lnTo>
                    <a:pt x="120" y="166"/>
                  </a:lnTo>
                  <a:lnTo>
                    <a:pt x="117" y="171"/>
                  </a:lnTo>
                  <a:lnTo>
                    <a:pt x="115" y="174"/>
                  </a:lnTo>
                  <a:lnTo>
                    <a:pt x="112" y="174"/>
                  </a:lnTo>
                  <a:lnTo>
                    <a:pt x="106" y="172"/>
                  </a:lnTo>
                  <a:lnTo>
                    <a:pt x="101" y="171"/>
                  </a:lnTo>
                  <a:lnTo>
                    <a:pt x="97" y="170"/>
                  </a:lnTo>
                  <a:lnTo>
                    <a:pt x="92" y="170"/>
                  </a:lnTo>
                  <a:lnTo>
                    <a:pt x="87" y="172"/>
                  </a:lnTo>
                  <a:lnTo>
                    <a:pt x="65" y="187"/>
                  </a:lnTo>
                  <a:lnTo>
                    <a:pt x="59" y="189"/>
                  </a:lnTo>
                  <a:lnTo>
                    <a:pt x="51" y="193"/>
                  </a:lnTo>
                  <a:lnTo>
                    <a:pt x="45" y="196"/>
                  </a:lnTo>
                  <a:lnTo>
                    <a:pt x="39" y="198"/>
                  </a:lnTo>
                  <a:lnTo>
                    <a:pt x="38" y="198"/>
                  </a:lnTo>
                  <a:lnTo>
                    <a:pt x="37" y="199"/>
                  </a:lnTo>
                  <a:lnTo>
                    <a:pt x="36" y="200"/>
                  </a:lnTo>
                  <a:lnTo>
                    <a:pt x="30" y="187"/>
                  </a:lnTo>
                  <a:lnTo>
                    <a:pt x="22" y="173"/>
                  </a:lnTo>
                  <a:lnTo>
                    <a:pt x="16" y="162"/>
                  </a:lnTo>
                  <a:lnTo>
                    <a:pt x="22" y="156"/>
                  </a:lnTo>
                  <a:lnTo>
                    <a:pt x="28" y="150"/>
                  </a:lnTo>
                  <a:lnTo>
                    <a:pt x="32" y="145"/>
                  </a:lnTo>
                  <a:lnTo>
                    <a:pt x="34" y="140"/>
                  </a:lnTo>
                  <a:lnTo>
                    <a:pt x="33" y="134"/>
                  </a:lnTo>
                  <a:lnTo>
                    <a:pt x="30" y="127"/>
                  </a:lnTo>
                  <a:lnTo>
                    <a:pt x="25" y="119"/>
                  </a:lnTo>
                  <a:lnTo>
                    <a:pt x="21" y="115"/>
                  </a:lnTo>
                  <a:lnTo>
                    <a:pt x="16" y="113"/>
                  </a:lnTo>
                  <a:lnTo>
                    <a:pt x="11" y="112"/>
                  </a:lnTo>
                  <a:lnTo>
                    <a:pt x="5" y="111"/>
                  </a:lnTo>
                  <a:lnTo>
                    <a:pt x="1" y="109"/>
                  </a:lnTo>
                  <a:lnTo>
                    <a:pt x="0" y="106"/>
                  </a:lnTo>
                  <a:lnTo>
                    <a:pt x="3" y="102"/>
                  </a:lnTo>
                  <a:lnTo>
                    <a:pt x="4" y="96"/>
                  </a:lnTo>
                  <a:lnTo>
                    <a:pt x="5" y="91"/>
                  </a:lnTo>
                  <a:lnTo>
                    <a:pt x="8" y="83"/>
                  </a:lnTo>
                  <a:lnTo>
                    <a:pt x="12" y="76"/>
                  </a:lnTo>
                  <a:lnTo>
                    <a:pt x="17" y="68"/>
                  </a:lnTo>
                  <a:lnTo>
                    <a:pt x="22" y="58"/>
                  </a:lnTo>
                  <a:lnTo>
                    <a:pt x="33" y="40"/>
                  </a:lnTo>
                  <a:lnTo>
                    <a:pt x="41" y="43"/>
                  </a:lnTo>
                  <a:lnTo>
                    <a:pt x="48" y="46"/>
                  </a:lnTo>
                  <a:lnTo>
                    <a:pt x="53" y="49"/>
                  </a:lnTo>
                  <a:lnTo>
                    <a:pt x="58" y="51"/>
                  </a:lnTo>
                  <a:lnTo>
                    <a:pt x="68" y="52"/>
                  </a:lnTo>
                  <a:lnTo>
                    <a:pt x="81" y="52"/>
                  </a:lnTo>
                  <a:lnTo>
                    <a:pt x="93" y="52"/>
                  </a:lnTo>
                  <a:lnTo>
                    <a:pt x="105" y="53"/>
                  </a:lnTo>
                  <a:lnTo>
                    <a:pt x="118" y="53"/>
                  </a:lnTo>
                  <a:lnTo>
                    <a:pt x="120" y="55"/>
                  </a:lnTo>
                  <a:lnTo>
                    <a:pt x="121" y="60"/>
                  </a:lnTo>
                  <a:lnTo>
                    <a:pt x="123" y="66"/>
                  </a:lnTo>
                  <a:lnTo>
                    <a:pt x="123" y="71"/>
                  </a:lnTo>
                  <a:lnTo>
                    <a:pt x="126" y="75"/>
                  </a:lnTo>
                  <a:lnTo>
                    <a:pt x="129" y="75"/>
                  </a:lnTo>
                  <a:lnTo>
                    <a:pt x="132" y="70"/>
                  </a:lnTo>
                  <a:lnTo>
                    <a:pt x="136" y="64"/>
                  </a:lnTo>
                  <a:lnTo>
                    <a:pt x="140" y="59"/>
                  </a:lnTo>
                  <a:lnTo>
                    <a:pt x="143" y="56"/>
                  </a:lnTo>
                  <a:lnTo>
                    <a:pt x="149" y="55"/>
                  </a:lnTo>
                  <a:lnTo>
                    <a:pt x="156" y="52"/>
                  </a:lnTo>
                  <a:lnTo>
                    <a:pt x="164" y="49"/>
                  </a:lnTo>
                  <a:lnTo>
                    <a:pt x="171" y="45"/>
                  </a:lnTo>
                  <a:lnTo>
                    <a:pt x="176" y="41"/>
                  </a:lnTo>
                  <a:lnTo>
                    <a:pt x="178" y="37"/>
                  </a:lnTo>
                  <a:lnTo>
                    <a:pt x="177" y="33"/>
                  </a:lnTo>
                  <a:lnTo>
                    <a:pt x="175" y="27"/>
                  </a:lnTo>
                  <a:lnTo>
                    <a:pt x="174" y="21"/>
                  </a:lnTo>
                  <a:lnTo>
                    <a:pt x="173" y="16"/>
                  </a:lnTo>
                  <a:lnTo>
                    <a:pt x="174" y="11"/>
                  </a:lnTo>
                  <a:lnTo>
                    <a:pt x="176" y="8"/>
                  </a:lnTo>
                  <a:lnTo>
                    <a:pt x="182" y="7"/>
                  </a:lnTo>
                  <a:lnTo>
                    <a:pt x="187" y="8"/>
                  </a:lnTo>
                  <a:lnTo>
                    <a:pt x="192" y="9"/>
                  </a:lnTo>
                  <a:lnTo>
                    <a:pt x="198" y="10"/>
                  </a:lnTo>
                  <a:lnTo>
                    <a:pt x="204" y="9"/>
                  </a:lnTo>
                  <a:lnTo>
                    <a:pt x="211" y="9"/>
                  </a:lnTo>
                  <a:lnTo>
                    <a:pt x="216" y="10"/>
                  </a:lnTo>
                  <a:lnTo>
                    <a:pt x="221" y="13"/>
                  </a:lnTo>
                  <a:lnTo>
                    <a:pt x="225" y="14"/>
                  </a:lnTo>
                  <a:lnTo>
                    <a:pt x="228" y="12"/>
                  </a:lnTo>
                  <a:lnTo>
                    <a:pt x="230" y="9"/>
                  </a:lnTo>
                  <a:lnTo>
                    <a:pt x="231" y="6"/>
                  </a:lnTo>
                  <a:lnTo>
                    <a:pt x="231" y="3"/>
                  </a:lnTo>
                  <a:lnTo>
                    <a:pt x="23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1" name="Freeform 48"/>
            <p:cNvSpPr>
              <a:spLocks/>
            </p:cNvSpPr>
            <p:nvPr/>
          </p:nvSpPr>
          <p:spPr bwMode="auto">
            <a:xfrm>
              <a:off x="3727451" y="5170488"/>
              <a:ext cx="265113" cy="346075"/>
            </a:xfrm>
            <a:custGeom>
              <a:avLst/>
              <a:gdLst/>
              <a:ahLst/>
              <a:cxnLst>
                <a:cxn ang="0">
                  <a:pos x="119" y="1"/>
                </a:cxn>
                <a:cxn ang="0">
                  <a:pos x="123" y="6"/>
                </a:cxn>
                <a:cxn ang="0">
                  <a:pos x="124" y="12"/>
                </a:cxn>
                <a:cxn ang="0">
                  <a:pos x="137" y="18"/>
                </a:cxn>
                <a:cxn ang="0">
                  <a:pos x="146" y="34"/>
                </a:cxn>
                <a:cxn ang="0">
                  <a:pos x="166" y="40"/>
                </a:cxn>
                <a:cxn ang="0">
                  <a:pos x="145" y="76"/>
                </a:cxn>
                <a:cxn ang="0">
                  <a:pos x="137" y="96"/>
                </a:cxn>
                <a:cxn ang="0">
                  <a:pos x="134" y="109"/>
                </a:cxn>
                <a:cxn ang="0">
                  <a:pos x="149" y="113"/>
                </a:cxn>
                <a:cxn ang="0">
                  <a:pos x="163" y="127"/>
                </a:cxn>
                <a:cxn ang="0">
                  <a:pos x="165" y="145"/>
                </a:cxn>
                <a:cxn ang="0">
                  <a:pos x="149" y="162"/>
                </a:cxn>
                <a:cxn ang="0">
                  <a:pos x="140" y="153"/>
                </a:cxn>
                <a:cxn ang="0">
                  <a:pos x="125" y="164"/>
                </a:cxn>
                <a:cxn ang="0">
                  <a:pos x="111" y="178"/>
                </a:cxn>
                <a:cxn ang="0">
                  <a:pos x="103" y="170"/>
                </a:cxn>
                <a:cxn ang="0">
                  <a:pos x="100" y="158"/>
                </a:cxn>
                <a:cxn ang="0">
                  <a:pos x="87" y="162"/>
                </a:cxn>
                <a:cxn ang="0">
                  <a:pos x="72" y="171"/>
                </a:cxn>
                <a:cxn ang="0">
                  <a:pos x="51" y="185"/>
                </a:cxn>
                <a:cxn ang="0">
                  <a:pos x="44" y="201"/>
                </a:cxn>
                <a:cxn ang="0">
                  <a:pos x="47" y="218"/>
                </a:cxn>
                <a:cxn ang="0">
                  <a:pos x="42" y="208"/>
                </a:cxn>
                <a:cxn ang="0">
                  <a:pos x="38" y="195"/>
                </a:cxn>
                <a:cxn ang="0">
                  <a:pos x="33" y="190"/>
                </a:cxn>
                <a:cxn ang="0">
                  <a:pos x="26" y="190"/>
                </a:cxn>
                <a:cxn ang="0">
                  <a:pos x="20" y="193"/>
                </a:cxn>
                <a:cxn ang="0">
                  <a:pos x="10" y="178"/>
                </a:cxn>
                <a:cxn ang="0">
                  <a:pos x="8" y="175"/>
                </a:cxn>
                <a:cxn ang="0">
                  <a:pos x="6" y="178"/>
                </a:cxn>
                <a:cxn ang="0">
                  <a:pos x="0" y="162"/>
                </a:cxn>
                <a:cxn ang="0">
                  <a:pos x="6" y="162"/>
                </a:cxn>
                <a:cxn ang="0">
                  <a:pos x="22" y="158"/>
                </a:cxn>
                <a:cxn ang="0">
                  <a:pos x="24" y="151"/>
                </a:cxn>
                <a:cxn ang="0">
                  <a:pos x="13" y="126"/>
                </a:cxn>
                <a:cxn ang="0">
                  <a:pos x="7" y="106"/>
                </a:cxn>
                <a:cxn ang="0">
                  <a:pos x="21" y="106"/>
                </a:cxn>
                <a:cxn ang="0">
                  <a:pos x="38" y="102"/>
                </a:cxn>
                <a:cxn ang="0">
                  <a:pos x="44" y="90"/>
                </a:cxn>
                <a:cxn ang="0">
                  <a:pos x="35" y="77"/>
                </a:cxn>
                <a:cxn ang="0">
                  <a:pos x="39" y="65"/>
                </a:cxn>
                <a:cxn ang="0">
                  <a:pos x="53" y="47"/>
                </a:cxn>
                <a:cxn ang="0">
                  <a:pos x="71" y="18"/>
                </a:cxn>
                <a:cxn ang="0">
                  <a:pos x="90" y="10"/>
                </a:cxn>
                <a:cxn ang="0">
                  <a:pos x="103" y="0"/>
                </a:cxn>
              </a:cxnLst>
              <a:rect l="0" t="0" r="r" b="b"/>
              <a:pathLst>
                <a:path w="167" h="218">
                  <a:moveTo>
                    <a:pt x="103" y="0"/>
                  </a:moveTo>
                  <a:lnTo>
                    <a:pt x="112" y="1"/>
                  </a:lnTo>
                  <a:lnTo>
                    <a:pt x="119" y="1"/>
                  </a:lnTo>
                  <a:lnTo>
                    <a:pt x="120" y="2"/>
                  </a:lnTo>
                  <a:lnTo>
                    <a:pt x="122" y="4"/>
                  </a:lnTo>
                  <a:lnTo>
                    <a:pt x="123" y="6"/>
                  </a:lnTo>
                  <a:lnTo>
                    <a:pt x="123" y="8"/>
                  </a:lnTo>
                  <a:lnTo>
                    <a:pt x="124" y="9"/>
                  </a:lnTo>
                  <a:lnTo>
                    <a:pt x="124" y="12"/>
                  </a:lnTo>
                  <a:lnTo>
                    <a:pt x="125" y="14"/>
                  </a:lnTo>
                  <a:lnTo>
                    <a:pt x="130" y="14"/>
                  </a:lnTo>
                  <a:lnTo>
                    <a:pt x="137" y="18"/>
                  </a:lnTo>
                  <a:lnTo>
                    <a:pt x="137" y="27"/>
                  </a:lnTo>
                  <a:lnTo>
                    <a:pt x="140" y="31"/>
                  </a:lnTo>
                  <a:lnTo>
                    <a:pt x="146" y="34"/>
                  </a:lnTo>
                  <a:lnTo>
                    <a:pt x="151" y="35"/>
                  </a:lnTo>
                  <a:lnTo>
                    <a:pt x="159" y="37"/>
                  </a:lnTo>
                  <a:lnTo>
                    <a:pt x="166" y="40"/>
                  </a:lnTo>
                  <a:lnTo>
                    <a:pt x="155" y="58"/>
                  </a:lnTo>
                  <a:lnTo>
                    <a:pt x="150" y="68"/>
                  </a:lnTo>
                  <a:lnTo>
                    <a:pt x="145" y="76"/>
                  </a:lnTo>
                  <a:lnTo>
                    <a:pt x="141" y="83"/>
                  </a:lnTo>
                  <a:lnTo>
                    <a:pt x="138" y="91"/>
                  </a:lnTo>
                  <a:lnTo>
                    <a:pt x="137" y="96"/>
                  </a:lnTo>
                  <a:lnTo>
                    <a:pt x="136" y="102"/>
                  </a:lnTo>
                  <a:lnTo>
                    <a:pt x="133" y="106"/>
                  </a:lnTo>
                  <a:lnTo>
                    <a:pt x="134" y="109"/>
                  </a:lnTo>
                  <a:lnTo>
                    <a:pt x="138" y="111"/>
                  </a:lnTo>
                  <a:lnTo>
                    <a:pt x="144" y="112"/>
                  </a:lnTo>
                  <a:lnTo>
                    <a:pt x="149" y="113"/>
                  </a:lnTo>
                  <a:lnTo>
                    <a:pt x="154" y="115"/>
                  </a:lnTo>
                  <a:lnTo>
                    <a:pt x="158" y="119"/>
                  </a:lnTo>
                  <a:lnTo>
                    <a:pt x="163" y="127"/>
                  </a:lnTo>
                  <a:lnTo>
                    <a:pt x="166" y="134"/>
                  </a:lnTo>
                  <a:lnTo>
                    <a:pt x="167" y="140"/>
                  </a:lnTo>
                  <a:lnTo>
                    <a:pt x="165" y="145"/>
                  </a:lnTo>
                  <a:lnTo>
                    <a:pt x="161" y="150"/>
                  </a:lnTo>
                  <a:lnTo>
                    <a:pt x="155" y="156"/>
                  </a:lnTo>
                  <a:lnTo>
                    <a:pt x="149" y="162"/>
                  </a:lnTo>
                  <a:lnTo>
                    <a:pt x="147" y="159"/>
                  </a:lnTo>
                  <a:lnTo>
                    <a:pt x="141" y="153"/>
                  </a:lnTo>
                  <a:lnTo>
                    <a:pt x="140" y="153"/>
                  </a:lnTo>
                  <a:lnTo>
                    <a:pt x="136" y="154"/>
                  </a:lnTo>
                  <a:lnTo>
                    <a:pt x="130" y="158"/>
                  </a:lnTo>
                  <a:lnTo>
                    <a:pt x="125" y="164"/>
                  </a:lnTo>
                  <a:lnTo>
                    <a:pt x="120" y="170"/>
                  </a:lnTo>
                  <a:lnTo>
                    <a:pt x="115" y="175"/>
                  </a:lnTo>
                  <a:lnTo>
                    <a:pt x="111" y="178"/>
                  </a:lnTo>
                  <a:lnTo>
                    <a:pt x="108" y="178"/>
                  </a:lnTo>
                  <a:lnTo>
                    <a:pt x="105" y="175"/>
                  </a:lnTo>
                  <a:lnTo>
                    <a:pt x="103" y="170"/>
                  </a:lnTo>
                  <a:lnTo>
                    <a:pt x="103" y="165"/>
                  </a:lnTo>
                  <a:lnTo>
                    <a:pt x="101" y="161"/>
                  </a:lnTo>
                  <a:lnTo>
                    <a:pt x="100" y="158"/>
                  </a:lnTo>
                  <a:lnTo>
                    <a:pt x="97" y="158"/>
                  </a:lnTo>
                  <a:lnTo>
                    <a:pt x="93" y="160"/>
                  </a:lnTo>
                  <a:lnTo>
                    <a:pt x="87" y="162"/>
                  </a:lnTo>
                  <a:lnTo>
                    <a:pt x="82" y="166"/>
                  </a:lnTo>
                  <a:lnTo>
                    <a:pt x="78" y="169"/>
                  </a:lnTo>
                  <a:lnTo>
                    <a:pt x="72" y="171"/>
                  </a:lnTo>
                  <a:lnTo>
                    <a:pt x="66" y="175"/>
                  </a:lnTo>
                  <a:lnTo>
                    <a:pt x="58" y="179"/>
                  </a:lnTo>
                  <a:lnTo>
                    <a:pt x="51" y="185"/>
                  </a:lnTo>
                  <a:lnTo>
                    <a:pt x="45" y="189"/>
                  </a:lnTo>
                  <a:lnTo>
                    <a:pt x="44" y="194"/>
                  </a:lnTo>
                  <a:lnTo>
                    <a:pt x="44" y="201"/>
                  </a:lnTo>
                  <a:lnTo>
                    <a:pt x="52" y="215"/>
                  </a:lnTo>
                  <a:lnTo>
                    <a:pt x="49" y="218"/>
                  </a:lnTo>
                  <a:lnTo>
                    <a:pt x="47" y="218"/>
                  </a:lnTo>
                  <a:lnTo>
                    <a:pt x="45" y="216"/>
                  </a:lnTo>
                  <a:lnTo>
                    <a:pt x="43" y="211"/>
                  </a:lnTo>
                  <a:lnTo>
                    <a:pt x="42" y="208"/>
                  </a:lnTo>
                  <a:lnTo>
                    <a:pt x="42" y="202"/>
                  </a:lnTo>
                  <a:lnTo>
                    <a:pt x="41" y="199"/>
                  </a:lnTo>
                  <a:lnTo>
                    <a:pt x="38" y="195"/>
                  </a:lnTo>
                  <a:lnTo>
                    <a:pt x="36" y="193"/>
                  </a:lnTo>
                  <a:lnTo>
                    <a:pt x="35" y="192"/>
                  </a:lnTo>
                  <a:lnTo>
                    <a:pt x="33" y="190"/>
                  </a:lnTo>
                  <a:lnTo>
                    <a:pt x="31" y="189"/>
                  </a:lnTo>
                  <a:lnTo>
                    <a:pt x="27" y="189"/>
                  </a:lnTo>
                  <a:lnTo>
                    <a:pt x="26" y="190"/>
                  </a:lnTo>
                  <a:lnTo>
                    <a:pt x="24" y="192"/>
                  </a:lnTo>
                  <a:lnTo>
                    <a:pt x="22" y="193"/>
                  </a:lnTo>
                  <a:lnTo>
                    <a:pt x="20" y="193"/>
                  </a:lnTo>
                  <a:lnTo>
                    <a:pt x="16" y="189"/>
                  </a:lnTo>
                  <a:lnTo>
                    <a:pt x="12" y="184"/>
                  </a:lnTo>
                  <a:lnTo>
                    <a:pt x="10" y="178"/>
                  </a:lnTo>
                  <a:lnTo>
                    <a:pt x="10" y="177"/>
                  </a:lnTo>
                  <a:lnTo>
                    <a:pt x="9" y="175"/>
                  </a:lnTo>
                  <a:lnTo>
                    <a:pt x="8" y="175"/>
                  </a:lnTo>
                  <a:lnTo>
                    <a:pt x="7" y="176"/>
                  </a:lnTo>
                  <a:lnTo>
                    <a:pt x="7" y="177"/>
                  </a:lnTo>
                  <a:lnTo>
                    <a:pt x="6" y="178"/>
                  </a:lnTo>
                  <a:lnTo>
                    <a:pt x="3" y="172"/>
                  </a:lnTo>
                  <a:lnTo>
                    <a:pt x="1" y="166"/>
                  </a:lnTo>
                  <a:lnTo>
                    <a:pt x="0" y="162"/>
                  </a:lnTo>
                  <a:lnTo>
                    <a:pt x="1" y="161"/>
                  </a:lnTo>
                  <a:lnTo>
                    <a:pt x="2" y="161"/>
                  </a:lnTo>
                  <a:lnTo>
                    <a:pt x="6" y="162"/>
                  </a:lnTo>
                  <a:lnTo>
                    <a:pt x="11" y="162"/>
                  </a:lnTo>
                  <a:lnTo>
                    <a:pt x="19" y="160"/>
                  </a:lnTo>
                  <a:lnTo>
                    <a:pt x="22" y="158"/>
                  </a:lnTo>
                  <a:lnTo>
                    <a:pt x="24" y="156"/>
                  </a:lnTo>
                  <a:lnTo>
                    <a:pt x="25" y="154"/>
                  </a:lnTo>
                  <a:lnTo>
                    <a:pt x="24" y="151"/>
                  </a:lnTo>
                  <a:lnTo>
                    <a:pt x="21" y="144"/>
                  </a:lnTo>
                  <a:lnTo>
                    <a:pt x="17" y="136"/>
                  </a:lnTo>
                  <a:lnTo>
                    <a:pt x="13" y="126"/>
                  </a:lnTo>
                  <a:lnTo>
                    <a:pt x="10" y="117"/>
                  </a:lnTo>
                  <a:lnTo>
                    <a:pt x="7" y="110"/>
                  </a:lnTo>
                  <a:lnTo>
                    <a:pt x="7" y="106"/>
                  </a:lnTo>
                  <a:lnTo>
                    <a:pt x="9" y="104"/>
                  </a:lnTo>
                  <a:lnTo>
                    <a:pt x="12" y="104"/>
                  </a:lnTo>
                  <a:lnTo>
                    <a:pt x="21" y="106"/>
                  </a:lnTo>
                  <a:lnTo>
                    <a:pt x="27" y="106"/>
                  </a:lnTo>
                  <a:lnTo>
                    <a:pt x="33" y="105"/>
                  </a:lnTo>
                  <a:lnTo>
                    <a:pt x="38" y="102"/>
                  </a:lnTo>
                  <a:lnTo>
                    <a:pt x="41" y="100"/>
                  </a:lnTo>
                  <a:lnTo>
                    <a:pt x="43" y="95"/>
                  </a:lnTo>
                  <a:lnTo>
                    <a:pt x="44" y="90"/>
                  </a:lnTo>
                  <a:lnTo>
                    <a:pt x="44" y="85"/>
                  </a:lnTo>
                  <a:lnTo>
                    <a:pt x="42" y="80"/>
                  </a:lnTo>
                  <a:lnTo>
                    <a:pt x="35" y="77"/>
                  </a:lnTo>
                  <a:lnTo>
                    <a:pt x="33" y="75"/>
                  </a:lnTo>
                  <a:lnTo>
                    <a:pt x="35" y="71"/>
                  </a:lnTo>
                  <a:lnTo>
                    <a:pt x="39" y="65"/>
                  </a:lnTo>
                  <a:lnTo>
                    <a:pt x="43" y="59"/>
                  </a:lnTo>
                  <a:lnTo>
                    <a:pt x="48" y="52"/>
                  </a:lnTo>
                  <a:lnTo>
                    <a:pt x="53" y="47"/>
                  </a:lnTo>
                  <a:lnTo>
                    <a:pt x="59" y="39"/>
                  </a:lnTo>
                  <a:lnTo>
                    <a:pt x="67" y="23"/>
                  </a:lnTo>
                  <a:lnTo>
                    <a:pt x="71" y="18"/>
                  </a:lnTo>
                  <a:lnTo>
                    <a:pt x="78" y="15"/>
                  </a:lnTo>
                  <a:lnTo>
                    <a:pt x="85" y="13"/>
                  </a:lnTo>
                  <a:lnTo>
                    <a:pt x="90" y="10"/>
                  </a:lnTo>
                  <a:lnTo>
                    <a:pt x="93" y="9"/>
                  </a:lnTo>
                  <a:lnTo>
                    <a:pt x="100" y="3"/>
                  </a:lnTo>
                  <a:lnTo>
                    <a:pt x="10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2" name="Freeform 49"/>
            <p:cNvSpPr>
              <a:spLocks/>
            </p:cNvSpPr>
            <p:nvPr/>
          </p:nvSpPr>
          <p:spPr bwMode="auto">
            <a:xfrm>
              <a:off x="4303713" y="4975225"/>
              <a:ext cx="195263" cy="274638"/>
            </a:xfrm>
            <a:custGeom>
              <a:avLst/>
              <a:gdLst/>
              <a:ahLst/>
              <a:cxnLst>
                <a:cxn ang="0">
                  <a:pos x="29" y="3"/>
                </a:cxn>
                <a:cxn ang="0">
                  <a:pos x="36" y="6"/>
                </a:cxn>
                <a:cxn ang="0">
                  <a:pos x="43" y="19"/>
                </a:cxn>
                <a:cxn ang="0">
                  <a:pos x="50" y="38"/>
                </a:cxn>
                <a:cxn ang="0">
                  <a:pos x="60" y="48"/>
                </a:cxn>
                <a:cxn ang="0">
                  <a:pos x="78" y="53"/>
                </a:cxn>
                <a:cxn ang="0">
                  <a:pos x="91" y="59"/>
                </a:cxn>
                <a:cxn ang="0">
                  <a:pos x="92" y="70"/>
                </a:cxn>
                <a:cxn ang="0">
                  <a:pos x="97" y="74"/>
                </a:cxn>
                <a:cxn ang="0">
                  <a:pos x="117" y="77"/>
                </a:cxn>
                <a:cxn ang="0">
                  <a:pos x="122" y="84"/>
                </a:cxn>
                <a:cxn ang="0">
                  <a:pos x="122" y="91"/>
                </a:cxn>
                <a:cxn ang="0">
                  <a:pos x="118" y="94"/>
                </a:cxn>
                <a:cxn ang="0">
                  <a:pos x="115" y="101"/>
                </a:cxn>
                <a:cxn ang="0">
                  <a:pos x="114" y="110"/>
                </a:cxn>
                <a:cxn ang="0">
                  <a:pos x="104" y="118"/>
                </a:cxn>
                <a:cxn ang="0">
                  <a:pos x="94" y="119"/>
                </a:cxn>
                <a:cxn ang="0">
                  <a:pos x="88" y="120"/>
                </a:cxn>
                <a:cxn ang="0">
                  <a:pos x="85" y="126"/>
                </a:cxn>
                <a:cxn ang="0">
                  <a:pos x="83" y="151"/>
                </a:cxn>
                <a:cxn ang="0">
                  <a:pos x="84" y="158"/>
                </a:cxn>
                <a:cxn ang="0">
                  <a:pos x="82" y="166"/>
                </a:cxn>
                <a:cxn ang="0">
                  <a:pos x="75" y="172"/>
                </a:cxn>
                <a:cxn ang="0">
                  <a:pos x="68" y="173"/>
                </a:cxn>
                <a:cxn ang="0">
                  <a:pos x="59" y="171"/>
                </a:cxn>
                <a:cxn ang="0">
                  <a:pos x="58" y="165"/>
                </a:cxn>
                <a:cxn ang="0">
                  <a:pos x="48" y="158"/>
                </a:cxn>
                <a:cxn ang="0">
                  <a:pos x="35" y="154"/>
                </a:cxn>
                <a:cxn ang="0">
                  <a:pos x="29" y="147"/>
                </a:cxn>
                <a:cxn ang="0">
                  <a:pos x="28" y="141"/>
                </a:cxn>
                <a:cxn ang="0">
                  <a:pos x="22" y="140"/>
                </a:cxn>
                <a:cxn ang="0">
                  <a:pos x="18" y="131"/>
                </a:cxn>
                <a:cxn ang="0">
                  <a:pos x="12" y="124"/>
                </a:cxn>
                <a:cxn ang="0">
                  <a:pos x="0" y="123"/>
                </a:cxn>
                <a:cxn ang="0">
                  <a:pos x="1" y="112"/>
                </a:cxn>
                <a:cxn ang="0">
                  <a:pos x="10" y="101"/>
                </a:cxn>
                <a:cxn ang="0">
                  <a:pos x="17" y="92"/>
                </a:cxn>
                <a:cxn ang="0">
                  <a:pos x="12" y="84"/>
                </a:cxn>
                <a:cxn ang="0">
                  <a:pos x="3" y="73"/>
                </a:cxn>
                <a:cxn ang="0">
                  <a:pos x="7" y="63"/>
                </a:cxn>
                <a:cxn ang="0">
                  <a:pos x="14" y="47"/>
                </a:cxn>
                <a:cxn ang="0">
                  <a:pos x="15" y="30"/>
                </a:cxn>
                <a:cxn ang="0">
                  <a:pos x="15" y="14"/>
                </a:cxn>
                <a:cxn ang="0">
                  <a:pos x="21" y="4"/>
                </a:cxn>
              </a:cxnLst>
              <a:rect l="0" t="0" r="r" b="b"/>
              <a:pathLst>
                <a:path w="123" h="173">
                  <a:moveTo>
                    <a:pt x="27" y="0"/>
                  </a:moveTo>
                  <a:lnTo>
                    <a:pt x="29" y="3"/>
                  </a:lnTo>
                  <a:lnTo>
                    <a:pt x="33" y="5"/>
                  </a:lnTo>
                  <a:lnTo>
                    <a:pt x="36" y="6"/>
                  </a:lnTo>
                  <a:lnTo>
                    <a:pt x="39" y="11"/>
                  </a:lnTo>
                  <a:lnTo>
                    <a:pt x="43" y="19"/>
                  </a:lnTo>
                  <a:lnTo>
                    <a:pt x="46" y="29"/>
                  </a:lnTo>
                  <a:lnTo>
                    <a:pt x="50" y="38"/>
                  </a:lnTo>
                  <a:lnTo>
                    <a:pt x="54" y="44"/>
                  </a:lnTo>
                  <a:lnTo>
                    <a:pt x="60" y="48"/>
                  </a:lnTo>
                  <a:lnTo>
                    <a:pt x="68" y="50"/>
                  </a:lnTo>
                  <a:lnTo>
                    <a:pt x="78" y="53"/>
                  </a:lnTo>
                  <a:lnTo>
                    <a:pt x="87" y="56"/>
                  </a:lnTo>
                  <a:lnTo>
                    <a:pt x="91" y="59"/>
                  </a:lnTo>
                  <a:lnTo>
                    <a:pt x="92" y="63"/>
                  </a:lnTo>
                  <a:lnTo>
                    <a:pt x="92" y="70"/>
                  </a:lnTo>
                  <a:lnTo>
                    <a:pt x="93" y="73"/>
                  </a:lnTo>
                  <a:lnTo>
                    <a:pt x="97" y="74"/>
                  </a:lnTo>
                  <a:lnTo>
                    <a:pt x="106" y="76"/>
                  </a:lnTo>
                  <a:lnTo>
                    <a:pt x="117" y="77"/>
                  </a:lnTo>
                  <a:lnTo>
                    <a:pt x="119" y="81"/>
                  </a:lnTo>
                  <a:lnTo>
                    <a:pt x="122" y="84"/>
                  </a:lnTo>
                  <a:lnTo>
                    <a:pt x="123" y="88"/>
                  </a:lnTo>
                  <a:lnTo>
                    <a:pt x="122" y="91"/>
                  </a:lnTo>
                  <a:lnTo>
                    <a:pt x="120" y="92"/>
                  </a:lnTo>
                  <a:lnTo>
                    <a:pt x="118" y="94"/>
                  </a:lnTo>
                  <a:lnTo>
                    <a:pt x="117" y="96"/>
                  </a:lnTo>
                  <a:lnTo>
                    <a:pt x="115" y="101"/>
                  </a:lnTo>
                  <a:lnTo>
                    <a:pt x="115" y="105"/>
                  </a:lnTo>
                  <a:lnTo>
                    <a:pt x="114" y="110"/>
                  </a:lnTo>
                  <a:lnTo>
                    <a:pt x="109" y="115"/>
                  </a:lnTo>
                  <a:lnTo>
                    <a:pt x="104" y="118"/>
                  </a:lnTo>
                  <a:lnTo>
                    <a:pt x="99" y="120"/>
                  </a:lnTo>
                  <a:lnTo>
                    <a:pt x="94" y="119"/>
                  </a:lnTo>
                  <a:lnTo>
                    <a:pt x="89" y="119"/>
                  </a:lnTo>
                  <a:lnTo>
                    <a:pt x="88" y="120"/>
                  </a:lnTo>
                  <a:lnTo>
                    <a:pt x="86" y="124"/>
                  </a:lnTo>
                  <a:lnTo>
                    <a:pt x="85" y="126"/>
                  </a:lnTo>
                  <a:lnTo>
                    <a:pt x="85" y="135"/>
                  </a:lnTo>
                  <a:lnTo>
                    <a:pt x="83" y="151"/>
                  </a:lnTo>
                  <a:lnTo>
                    <a:pt x="83" y="157"/>
                  </a:lnTo>
                  <a:lnTo>
                    <a:pt x="84" y="158"/>
                  </a:lnTo>
                  <a:lnTo>
                    <a:pt x="84" y="162"/>
                  </a:lnTo>
                  <a:lnTo>
                    <a:pt x="82" y="166"/>
                  </a:lnTo>
                  <a:lnTo>
                    <a:pt x="78" y="170"/>
                  </a:lnTo>
                  <a:lnTo>
                    <a:pt x="75" y="172"/>
                  </a:lnTo>
                  <a:lnTo>
                    <a:pt x="72" y="173"/>
                  </a:lnTo>
                  <a:lnTo>
                    <a:pt x="68" y="173"/>
                  </a:lnTo>
                  <a:lnTo>
                    <a:pt x="63" y="171"/>
                  </a:lnTo>
                  <a:lnTo>
                    <a:pt x="59" y="171"/>
                  </a:lnTo>
                  <a:lnTo>
                    <a:pt x="58" y="168"/>
                  </a:lnTo>
                  <a:lnTo>
                    <a:pt x="58" y="165"/>
                  </a:lnTo>
                  <a:lnTo>
                    <a:pt x="55" y="161"/>
                  </a:lnTo>
                  <a:lnTo>
                    <a:pt x="48" y="158"/>
                  </a:lnTo>
                  <a:lnTo>
                    <a:pt x="41" y="155"/>
                  </a:lnTo>
                  <a:lnTo>
                    <a:pt x="35" y="154"/>
                  </a:lnTo>
                  <a:lnTo>
                    <a:pt x="33" y="154"/>
                  </a:lnTo>
                  <a:lnTo>
                    <a:pt x="29" y="147"/>
                  </a:lnTo>
                  <a:lnTo>
                    <a:pt x="29" y="145"/>
                  </a:lnTo>
                  <a:lnTo>
                    <a:pt x="28" y="141"/>
                  </a:lnTo>
                  <a:lnTo>
                    <a:pt x="26" y="141"/>
                  </a:lnTo>
                  <a:lnTo>
                    <a:pt x="22" y="140"/>
                  </a:lnTo>
                  <a:lnTo>
                    <a:pt x="20" y="135"/>
                  </a:lnTo>
                  <a:lnTo>
                    <a:pt x="18" y="131"/>
                  </a:lnTo>
                  <a:lnTo>
                    <a:pt x="15" y="126"/>
                  </a:lnTo>
                  <a:lnTo>
                    <a:pt x="12" y="124"/>
                  </a:lnTo>
                  <a:lnTo>
                    <a:pt x="6" y="123"/>
                  </a:lnTo>
                  <a:lnTo>
                    <a:pt x="0" y="123"/>
                  </a:lnTo>
                  <a:lnTo>
                    <a:pt x="0" y="114"/>
                  </a:lnTo>
                  <a:lnTo>
                    <a:pt x="1" y="112"/>
                  </a:lnTo>
                  <a:lnTo>
                    <a:pt x="4" y="107"/>
                  </a:lnTo>
                  <a:lnTo>
                    <a:pt x="10" y="101"/>
                  </a:lnTo>
                  <a:lnTo>
                    <a:pt x="15" y="97"/>
                  </a:lnTo>
                  <a:lnTo>
                    <a:pt x="17" y="92"/>
                  </a:lnTo>
                  <a:lnTo>
                    <a:pt x="15" y="89"/>
                  </a:lnTo>
                  <a:lnTo>
                    <a:pt x="12" y="84"/>
                  </a:lnTo>
                  <a:lnTo>
                    <a:pt x="7" y="79"/>
                  </a:lnTo>
                  <a:lnTo>
                    <a:pt x="3" y="73"/>
                  </a:lnTo>
                  <a:lnTo>
                    <a:pt x="3" y="69"/>
                  </a:lnTo>
                  <a:lnTo>
                    <a:pt x="7" y="63"/>
                  </a:lnTo>
                  <a:lnTo>
                    <a:pt x="12" y="56"/>
                  </a:lnTo>
                  <a:lnTo>
                    <a:pt x="14" y="47"/>
                  </a:lnTo>
                  <a:lnTo>
                    <a:pt x="16" y="39"/>
                  </a:lnTo>
                  <a:lnTo>
                    <a:pt x="15" y="30"/>
                  </a:lnTo>
                  <a:lnTo>
                    <a:pt x="14" y="22"/>
                  </a:lnTo>
                  <a:lnTo>
                    <a:pt x="15" y="14"/>
                  </a:lnTo>
                  <a:lnTo>
                    <a:pt x="18" y="7"/>
                  </a:lnTo>
                  <a:lnTo>
                    <a:pt x="21" y="4"/>
                  </a:lnTo>
                  <a:lnTo>
                    <a:pt x="2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3" name="Freeform 50"/>
            <p:cNvSpPr>
              <a:spLocks/>
            </p:cNvSpPr>
            <p:nvPr/>
          </p:nvSpPr>
          <p:spPr bwMode="auto">
            <a:xfrm>
              <a:off x="3878263" y="4594225"/>
              <a:ext cx="552450" cy="522288"/>
            </a:xfrm>
            <a:custGeom>
              <a:avLst/>
              <a:gdLst/>
              <a:ahLst/>
              <a:cxnLst>
                <a:cxn ang="0">
                  <a:pos x="174" y="7"/>
                </a:cxn>
                <a:cxn ang="0">
                  <a:pos x="218" y="20"/>
                </a:cxn>
                <a:cxn ang="0">
                  <a:pos x="231" y="49"/>
                </a:cxn>
                <a:cxn ang="0">
                  <a:pos x="244" y="76"/>
                </a:cxn>
                <a:cxn ang="0">
                  <a:pos x="272" y="78"/>
                </a:cxn>
                <a:cxn ang="0">
                  <a:pos x="291" y="101"/>
                </a:cxn>
                <a:cxn ang="0">
                  <a:pos x="324" y="119"/>
                </a:cxn>
                <a:cxn ang="0">
                  <a:pos x="341" y="133"/>
                </a:cxn>
                <a:cxn ang="0">
                  <a:pos x="320" y="145"/>
                </a:cxn>
                <a:cxn ang="0">
                  <a:pos x="320" y="158"/>
                </a:cxn>
                <a:cxn ang="0">
                  <a:pos x="314" y="184"/>
                </a:cxn>
                <a:cxn ang="0">
                  <a:pos x="301" y="178"/>
                </a:cxn>
                <a:cxn ang="0">
                  <a:pos x="280" y="180"/>
                </a:cxn>
                <a:cxn ang="0">
                  <a:pos x="280" y="209"/>
                </a:cxn>
                <a:cxn ang="0">
                  <a:pos x="268" y="221"/>
                </a:cxn>
                <a:cxn ang="0">
                  <a:pos x="246" y="215"/>
                </a:cxn>
                <a:cxn ang="0">
                  <a:pos x="225" y="229"/>
                </a:cxn>
                <a:cxn ang="0">
                  <a:pos x="206" y="233"/>
                </a:cxn>
                <a:cxn ang="0">
                  <a:pos x="191" y="246"/>
                </a:cxn>
                <a:cxn ang="0">
                  <a:pos x="173" y="250"/>
                </a:cxn>
                <a:cxn ang="0">
                  <a:pos x="144" y="266"/>
                </a:cxn>
                <a:cxn ang="0">
                  <a:pos x="161" y="291"/>
                </a:cxn>
                <a:cxn ang="0">
                  <a:pos x="162" y="310"/>
                </a:cxn>
                <a:cxn ang="0">
                  <a:pos x="140" y="319"/>
                </a:cxn>
                <a:cxn ang="0">
                  <a:pos x="128" y="313"/>
                </a:cxn>
                <a:cxn ang="0">
                  <a:pos x="113" y="307"/>
                </a:cxn>
                <a:cxn ang="0">
                  <a:pos x="102" y="302"/>
                </a:cxn>
                <a:cxn ang="0">
                  <a:pos x="93" y="297"/>
                </a:cxn>
                <a:cxn ang="0">
                  <a:pos x="69" y="317"/>
                </a:cxn>
                <a:cxn ang="0">
                  <a:pos x="43" y="329"/>
                </a:cxn>
                <a:cxn ang="0">
                  <a:pos x="32" y="317"/>
                </a:cxn>
                <a:cxn ang="0">
                  <a:pos x="21" y="296"/>
                </a:cxn>
                <a:cxn ang="0">
                  <a:pos x="1" y="276"/>
                </a:cxn>
                <a:cxn ang="0">
                  <a:pos x="10" y="220"/>
                </a:cxn>
                <a:cxn ang="0">
                  <a:pos x="30" y="221"/>
                </a:cxn>
                <a:cxn ang="0">
                  <a:pos x="35" y="229"/>
                </a:cxn>
                <a:cxn ang="0">
                  <a:pos x="43" y="228"/>
                </a:cxn>
                <a:cxn ang="0">
                  <a:pos x="56" y="219"/>
                </a:cxn>
                <a:cxn ang="0">
                  <a:pos x="66" y="203"/>
                </a:cxn>
                <a:cxn ang="0">
                  <a:pos x="73" y="190"/>
                </a:cxn>
                <a:cxn ang="0">
                  <a:pos x="68" y="182"/>
                </a:cxn>
                <a:cxn ang="0">
                  <a:pos x="76" y="172"/>
                </a:cxn>
                <a:cxn ang="0">
                  <a:pos x="72" y="156"/>
                </a:cxn>
                <a:cxn ang="0">
                  <a:pos x="70" y="142"/>
                </a:cxn>
                <a:cxn ang="0">
                  <a:pos x="68" y="137"/>
                </a:cxn>
                <a:cxn ang="0">
                  <a:pos x="69" y="125"/>
                </a:cxn>
                <a:cxn ang="0">
                  <a:pos x="55" y="98"/>
                </a:cxn>
                <a:cxn ang="0">
                  <a:pos x="52" y="84"/>
                </a:cxn>
                <a:cxn ang="0">
                  <a:pos x="59" y="64"/>
                </a:cxn>
                <a:cxn ang="0">
                  <a:pos x="76" y="26"/>
                </a:cxn>
                <a:cxn ang="0">
                  <a:pos x="107" y="9"/>
                </a:cxn>
                <a:cxn ang="0">
                  <a:pos x="141" y="8"/>
                </a:cxn>
              </a:cxnLst>
              <a:rect l="0" t="0" r="r" b="b"/>
              <a:pathLst>
                <a:path w="348" h="329">
                  <a:moveTo>
                    <a:pt x="152" y="0"/>
                  </a:moveTo>
                  <a:lnTo>
                    <a:pt x="156" y="0"/>
                  </a:lnTo>
                  <a:lnTo>
                    <a:pt x="163" y="3"/>
                  </a:lnTo>
                  <a:lnTo>
                    <a:pt x="174" y="7"/>
                  </a:lnTo>
                  <a:lnTo>
                    <a:pt x="187" y="11"/>
                  </a:lnTo>
                  <a:lnTo>
                    <a:pt x="200" y="15"/>
                  </a:lnTo>
                  <a:lnTo>
                    <a:pt x="211" y="17"/>
                  </a:lnTo>
                  <a:lnTo>
                    <a:pt x="218" y="20"/>
                  </a:lnTo>
                  <a:lnTo>
                    <a:pt x="221" y="24"/>
                  </a:lnTo>
                  <a:lnTo>
                    <a:pt x="224" y="30"/>
                  </a:lnTo>
                  <a:lnTo>
                    <a:pt x="227" y="39"/>
                  </a:lnTo>
                  <a:lnTo>
                    <a:pt x="231" y="49"/>
                  </a:lnTo>
                  <a:lnTo>
                    <a:pt x="235" y="59"/>
                  </a:lnTo>
                  <a:lnTo>
                    <a:pt x="238" y="68"/>
                  </a:lnTo>
                  <a:lnTo>
                    <a:pt x="241" y="73"/>
                  </a:lnTo>
                  <a:lnTo>
                    <a:pt x="244" y="76"/>
                  </a:lnTo>
                  <a:lnTo>
                    <a:pt x="249" y="76"/>
                  </a:lnTo>
                  <a:lnTo>
                    <a:pt x="256" y="76"/>
                  </a:lnTo>
                  <a:lnTo>
                    <a:pt x="265" y="77"/>
                  </a:lnTo>
                  <a:lnTo>
                    <a:pt x="272" y="78"/>
                  </a:lnTo>
                  <a:lnTo>
                    <a:pt x="277" y="81"/>
                  </a:lnTo>
                  <a:lnTo>
                    <a:pt x="280" y="85"/>
                  </a:lnTo>
                  <a:lnTo>
                    <a:pt x="285" y="93"/>
                  </a:lnTo>
                  <a:lnTo>
                    <a:pt x="291" y="101"/>
                  </a:lnTo>
                  <a:lnTo>
                    <a:pt x="298" y="108"/>
                  </a:lnTo>
                  <a:lnTo>
                    <a:pt x="305" y="112"/>
                  </a:lnTo>
                  <a:lnTo>
                    <a:pt x="313" y="115"/>
                  </a:lnTo>
                  <a:lnTo>
                    <a:pt x="324" y="119"/>
                  </a:lnTo>
                  <a:lnTo>
                    <a:pt x="348" y="124"/>
                  </a:lnTo>
                  <a:lnTo>
                    <a:pt x="346" y="127"/>
                  </a:lnTo>
                  <a:lnTo>
                    <a:pt x="343" y="130"/>
                  </a:lnTo>
                  <a:lnTo>
                    <a:pt x="341" y="133"/>
                  </a:lnTo>
                  <a:lnTo>
                    <a:pt x="339" y="135"/>
                  </a:lnTo>
                  <a:lnTo>
                    <a:pt x="333" y="140"/>
                  </a:lnTo>
                  <a:lnTo>
                    <a:pt x="326" y="144"/>
                  </a:lnTo>
                  <a:lnTo>
                    <a:pt x="320" y="145"/>
                  </a:lnTo>
                  <a:lnTo>
                    <a:pt x="315" y="147"/>
                  </a:lnTo>
                  <a:lnTo>
                    <a:pt x="314" y="150"/>
                  </a:lnTo>
                  <a:lnTo>
                    <a:pt x="317" y="153"/>
                  </a:lnTo>
                  <a:lnTo>
                    <a:pt x="320" y="158"/>
                  </a:lnTo>
                  <a:lnTo>
                    <a:pt x="321" y="161"/>
                  </a:lnTo>
                  <a:lnTo>
                    <a:pt x="320" y="169"/>
                  </a:lnTo>
                  <a:lnTo>
                    <a:pt x="317" y="177"/>
                  </a:lnTo>
                  <a:lnTo>
                    <a:pt x="314" y="184"/>
                  </a:lnTo>
                  <a:lnTo>
                    <a:pt x="311" y="185"/>
                  </a:lnTo>
                  <a:lnTo>
                    <a:pt x="307" y="183"/>
                  </a:lnTo>
                  <a:lnTo>
                    <a:pt x="305" y="179"/>
                  </a:lnTo>
                  <a:lnTo>
                    <a:pt x="301" y="178"/>
                  </a:lnTo>
                  <a:lnTo>
                    <a:pt x="298" y="178"/>
                  </a:lnTo>
                  <a:lnTo>
                    <a:pt x="293" y="179"/>
                  </a:lnTo>
                  <a:lnTo>
                    <a:pt x="287" y="179"/>
                  </a:lnTo>
                  <a:lnTo>
                    <a:pt x="280" y="180"/>
                  </a:lnTo>
                  <a:lnTo>
                    <a:pt x="278" y="184"/>
                  </a:lnTo>
                  <a:lnTo>
                    <a:pt x="278" y="197"/>
                  </a:lnTo>
                  <a:lnTo>
                    <a:pt x="279" y="204"/>
                  </a:lnTo>
                  <a:lnTo>
                    <a:pt x="280" y="209"/>
                  </a:lnTo>
                  <a:lnTo>
                    <a:pt x="281" y="212"/>
                  </a:lnTo>
                  <a:lnTo>
                    <a:pt x="278" y="215"/>
                  </a:lnTo>
                  <a:lnTo>
                    <a:pt x="273" y="218"/>
                  </a:lnTo>
                  <a:lnTo>
                    <a:pt x="268" y="221"/>
                  </a:lnTo>
                  <a:lnTo>
                    <a:pt x="263" y="222"/>
                  </a:lnTo>
                  <a:lnTo>
                    <a:pt x="257" y="220"/>
                  </a:lnTo>
                  <a:lnTo>
                    <a:pt x="251" y="218"/>
                  </a:lnTo>
                  <a:lnTo>
                    <a:pt x="246" y="215"/>
                  </a:lnTo>
                  <a:lnTo>
                    <a:pt x="241" y="216"/>
                  </a:lnTo>
                  <a:lnTo>
                    <a:pt x="238" y="219"/>
                  </a:lnTo>
                  <a:lnTo>
                    <a:pt x="229" y="228"/>
                  </a:lnTo>
                  <a:lnTo>
                    <a:pt x="225" y="229"/>
                  </a:lnTo>
                  <a:lnTo>
                    <a:pt x="223" y="229"/>
                  </a:lnTo>
                  <a:lnTo>
                    <a:pt x="216" y="229"/>
                  </a:lnTo>
                  <a:lnTo>
                    <a:pt x="212" y="230"/>
                  </a:lnTo>
                  <a:lnTo>
                    <a:pt x="206" y="233"/>
                  </a:lnTo>
                  <a:lnTo>
                    <a:pt x="202" y="237"/>
                  </a:lnTo>
                  <a:lnTo>
                    <a:pt x="199" y="243"/>
                  </a:lnTo>
                  <a:lnTo>
                    <a:pt x="195" y="246"/>
                  </a:lnTo>
                  <a:lnTo>
                    <a:pt x="191" y="246"/>
                  </a:lnTo>
                  <a:lnTo>
                    <a:pt x="186" y="245"/>
                  </a:lnTo>
                  <a:lnTo>
                    <a:pt x="181" y="245"/>
                  </a:lnTo>
                  <a:lnTo>
                    <a:pt x="178" y="246"/>
                  </a:lnTo>
                  <a:lnTo>
                    <a:pt x="173" y="250"/>
                  </a:lnTo>
                  <a:lnTo>
                    <a:pt x="166" y="252"/>
                  </a:lnTo>
                  <a:lnTo>
                    <a:pt x="150" y="257"/>
                  </a:lnTo>
                  <a:lnTo>
                    <a:pt x="144" y="262"/>
                  </a:lnTo>
                  <a:lnTo>
                    <a:pt x="144" y="266"/>
                  </a:lnTo>
                  <a:lnTo>
                    <a:pt x="145" y="272"/>
                  </a:lnTo>
                  <a:lnTo>
                    <a:pt x="150" y="279"/>
                  </a:lnTo>
                  <a:lnTo>
                    <a:pt x="156" y="285"/>
                  </a:lnTo>
                  <a:lnTo>
                    <a:pt x="161" y="291"/>
                  </a:lnTo>
                  <a:lnTo>
                    <a:pt x="165" y="296"/>
                  </a:lnTo>
                  <a:lnTo>
                    <a:pt x="167" y="300"/>
                  </a:lnTo>
                  <a:lnTo>
                    <a:pt x="166" y="305"/>
                  </a:lnTo>
                  <a:lnTo>
                    <a:pt x="162" y="310"/>
                  </a:lnTo>
                  <a:lnTo>
                    <a:pt x="153" y="320"/>
                  </a:lnTo>
                  <a:lnTo>
                    <a:pt x="150" y="322"/>
                  </a:lnTo>
                  <a:lnTo>
                    <a:pt x="145" y="322"/>
                  </a:lnTo>
                  <a:lnTo>
                    <a:pt x="140" y="319"/>
                  </a:lnTo>
                  <a:lnTo>
                    <a:pt x="134" y="318"/>
                  </a:lnTo>
                  <a:lnTo>
                    <a:pt x="131" y="318"/>
                  </a:lnTo>
                  <a:lnTo>
                    <a:pt x="128" y="315"/>
                  </a:lnTo>
                  <a:lnTo>
                    <a:pt x="128" y="313"/>
                  </a:lnTo>
                  <a:lnTo>
                    <a:pt x="126" y="308"/>
                  </a:lnTo>
                  <a:lnTo>
                    <a:pt x="123" y="306"/>
                  </a:lnTo>
                  <a:lnTo>
                    <a:pt x="119" y="306"/>
                  </a:lnTo>
                  <a:lnTo>
                    <a:pt x="113" y="307"/>
                  </a:lnTo>
                  <a:lnTo>
                    <a:pt x="109" y="307"/>
                  </a:lnTo>
                  <a:lnTo>
                    <a:pt x="105" y="305"/>
                  </a:lnTo>
                  <a:lnTo>
                    <a:pt x="103" y="304"/>
                  </a:lnTo>
                  <a:lnTo>
                    <a:pt x="102" y="302"/>
                  </a:lnTo>
                  <a:lnTo>
                    <a:pt x="101" y="300"/>
                  </a:lnTo>
                  <a:lnTo>
                    <a:pt x="100" y="297"/>
                  </a:lnTo>
                  <a:lnTo>
                    <a:pt x="96" y="296"/>
                  </a:lnTo>
                  <a:lnTo>
                    <a:pt x="93" y="297"/>
                  </a:lnTo>
                  <a:lnTo>
                    <a:pt x="88" y="301"/>
                  </a:lnTo>
                  <a:lnTo>
                    <a:pt x="83" y="305"/>
                  </a:lnTo>
                  <a:lnTo>
                    <a:pt x="75" y="313"/>
                  </a:lnTo>
                  <a:lnTo>
                    <a:pt x="69" y="317"/>
                  </a:lnTo>
                  <a:lnTo>
                    <a:pt x="62" y="321"/>
                  </a:lnTo>
                  <a:lnTo>
                    <a:pt x="53" y="324"/>
                  </a:lnTo>
                  <a:lnTo>
                    <a:pt x="47" y="328"/>
                  </a:lnTo>
                  <a:lnTo>
                    <a:pt x="43" y="329"/>
                  </a:lnTo>
                  <a:lnTo>
                    <a:pt x="37" y="328"/>
                  </a:lnTo>
                  <a:lnTo>
                    <a:pt x="30" y="325"/>
                  </a:lnTo>
                  <a:lnTo>
                    <a:pt x="32" y="322"/>
                  </a:lnTo>
                  <a:lnTo>
                    <a:pt x="32" y="317"/>
                  </a:lnTo>
                  <a:lnTo>
                    <a:pt x="29" y="311"/>
                  </a:lnTo>
                  <a:lnTo>
                    <a:pt x="25" y="305"/>
                  </a:lnTo>
                  <a:lnTo>
                    <a:pt x="23" y="301"/>
                  </a:lnTo>
                  <a:lnTo>
                    <a:pt x="21" y="296"/>
                  </a:lnTo>
                  <a:lnTo>
                    <a:pt x="19" y="291"/>
                  </a:lnTo>
                  <a:lnTo>
                    <a:pt x="14" y="287"/>
                  </a:lnTo>
                  <a:lnTo>
                    <a:pt x="7" y="281"/>
                  </a:lnTo>
                  <a:lnTo>
                    <a:pt x="1" y="276"/>
                  </a:lnTo>
                  <a:lnTo>
                    <a:pt x="0" y="271"/>
                  </a:lnTo>
                  <a:lnTo>
                    <a:pt x="0" y="227"/>
                  </a:lnTo>
                  <a:lnTo>
                    <a:pt x="5" y="224"/>
                  </a:lnTo>
                  <a:lnTo>
                    <a:pt x="10" y="220"/>
                  </a:lnTo>
                  <a:lnTo>
                    <a:pt x="17" y="219"/>
                  </a:lnTo>
                  <a:lnTo>
                    <a:pt x="21" y="218"/>
                  </a:lnTo>
                  <a:lnTo>
                    <a:pt x="28" y="220"/>
                  </a:lnTo>
                  <a:lnTo>
                    <a:pt x="30" y="221"/>
                  </a:lnTo>
                  <a:lnTo>
                    <a:pt x="31" y="223"/>
                  </a:lnTo>
                  <a:lnTo>
                    <a:pt x="33" y="225"/>
                  </a:lnTo>
                  <a:lnTo>
                    <a:pt x="34" y="228"/>
                  </a:lnTo>
                  <a:lnTo>
                    <a:pt x="35" y="229"/>
                  </a:lnTo>
                  <a:lnTo>
                    <a:pt x="39" y="233"/>
                  </a:lnTo>
                  <a:lnTo>
                    <a:pt x="41" y="233"/>
                  </a:lnTo>
                  <a:lnTo>
                    <a:pt x="42" y="230"/>
                  </a:lnTo>
                  <a:lnTo>
                    <a:pt x="43" y="228"/>
                  </a:lnTo>
                  <a:lnTo>
                    <a:pt x="45" y="226"/>
                  </a:lnTo>
                  <a:lnTo>
                    <a:pt x="46" y="224"/>
                  </a:lnTo>
                  <a:lnTo>
                    <a:pt x="50" y="221"/>
                  </a:lnTo>
                  <a:lnTo>
                    <a:pt x="56" y="219"/>
                  </a:lnTo>
                  <a:lnTo>
                    <a:pt x="61" y="216"/>
                  </a:lnTo>
                  <a:lnTo>
                    <a:pt x="65" y="212"/>
                  </a:lnTo>
                  <a:lnTo>
                    <a:pt x="65" y="209"/>
                  </a:lnTo>
                  <a:lnTo>
                    <a:pt x="66" y="203"/>
                  </a:lnTo>
                  <a:lnTo>
                    <a:pt x="66" y="198"/>
                  </a:lnTo>
                  <a:lnTo>
                    <a:pt x="68" y="195"/>
                  </a:lnTo>
                  <a:lnTo>
                    <a:pt x="71" y="193"/>
                  </a:lnTo>
                  <a:lnTo>
                    <a:pt x="73" y="190"/>
                  </a:lnTo>
                  <a:lnTo>
                    <a:pt x="74" y="187"/>
                  </a:lnTo>
                  <a:lnTo>
                    <a:pt x="73" y="186"/>
                  </a:lnTo>
                  <a:lnTo>
                    <a:pt x="69" y="182"/>
                  </a:lnTo>
                  <a:lnTo>
                    <a:pt x="68" y="182"/>
                  </a:lnTo>
                  <a:lnTo>
                    <a:pt x="69" y="180"/>
                  </a:lnTo>
                  <a:lnTo>
                    <a:pt x="73" y="177"/>
                  </a:lnTo>
                  <a:lnTo>
                    <a:pt x="75" y="176"/>
                  </a:lnTo>
                  <a:lnTo>
                    <a:pt x="76" y="172"/>
                  </a:lnTo>
                  <a:lnTo>
                    <a:pt x="76" y="169"/>
                  </a:lnTo>
                  <a:lnTo>
                    <a:pt x="75" y="166"/>
                  </a:lnTo>
                  <a:lnTo>
                    <a:pt x="73" y="161"/>
                  </a:lnTo>
                  <a:lnTo>
                    <a:pt x="72" y="156"/>
                  </a:lnTo>
                  <a:lnTo>
                    <a:pt x="73" y="152"/>
                  </a:lnTo>
                  <a:lnTo>
                    <a:pt x="73" y="145"/>
                  </a:lnTo>
                  <a:lnTo>
                    <a:pt x="71" y="144"/>
                  </a:lnTo>
                  <a:lnTo>
                    <a:pt x="70" y="142"/>
                  </a:lnTo>
                  <a:lnTo>
                    <a:pt x="68" y="141"/>
                  </a:lnTo>
                  <a:lnTo>
                    <a:pt x="68" y="140"/>
                  </a:lnTo>
                  <a:lnTo>
                    <a:pt x="68" y="139"/>
                  </a:lnTo>
                  <a:lnTo>
                    <a:pt x="68" y="137"/>
                  </a:lnTo>
                  <a:lnTo>
                    <a:pt x="68" y="136"/>
                  </a:lnTo>
                  <a:lnTo>
                    <a:pt x="69" y="132"/>
                  </a:lnTo>
                  <a:lnTo>
                    <a:pt x="70" y="129"/>
                  </a:lnTo>
                  <a:lnTo>
                    <a:pt x="69" y="125"/>
                  </a:lnTo>
                  <a:lnTo>
                    <a:pt x="68" y="120"/>
                  </a:lnTo>
                  <a:lnTo>
                    <a:pt x="62" y="113"/>
                  </a:lnTo>
                  <a:lnTo>
                    <a:pt x="58" y="105"/>
                  </a:lnTo>
                  <a:lnTo>
                    <a:pt x="55" y="98"/>
                  </a:lnTo>
                  <a:lnTo>
                    <a:pt x="54" y="93"/>
                  </a:lnTo>
                  <a:lnTo>
                    <a:pt x="53" y="91"/>
                  </a:lnTo>
                  <a:lnTo>
                    <a:pt x="53" y="85"/>
                  </a:lnTo>
                  <a:lnTo>
                    <a:pt x="52" y="84"/>
                  </a:lnTo>
                  <a:lnTo>
                    <a:pt x="52" y="80"/>
                  </a:lnTo>
                  <a:lnTo>
                    <a:pt x="54" y="78"/>
                  </a:lnTo>
                  <a:lnTo>
                    <a:pt x="57" y="73"/>
                  </a:lnTo>
                  <a:lnTo>
                    <a:pt x="59" y="64"/>
                  </a:lnTo>
                  <a:lnTo>
                    <a:pt x="62" y="53"/>
                  </a:lnTo>
                  <a:lnTo>
                    <a:pt x="65" y="43"/>
                  </a:lnTo>
                  <a:lnTo>
                    <a:pt x="68" y="36"/>
                  </a:lnTo>
                  <a:lnTo>
                    <a:pt x="76" y="26"/>
                  </a:lnTo>
                  <a:lnTo>
                    <a:pt x="81" y="15"/>
                  </a:lnTo>
                  <a:lnTo>
                    <a:pt x="91" y="12"/>
                  </a:lnTo>
                  <a:lnTo>
                    <a:pt x="100" y="10"/>
                  </a:lnTo>
                  <a:lnTo>
                    <a:pt x="107" y="9"/>
                  </a:lnTo>
                  <a:lnTo>
                    <a:pt x="116" y="10"/>
                  </a:lnTo>
                  <a:lnTo>
                    <a:pt x="126" y="10"/>
                  </a:lnTo>
                  <a:lnTo>
                    <a:pt x="135" y="9"/>
                  </a:lnTo>
                  <a:lnTo>
                    <a:pt x="141" y="8"/>
                  </a:lnTo>
                  <a:lnTo>
                    <a:pt x="148" y="2"/>
                  </a:lnTo>
                  <a:lnTo>
                    <a:pt x="15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4" name="Freeform 51"/>
            <p:cNvSpPr>
              <a:spLocks/>
            </p:cNvSpPr>
            <p:nvPr/>
          </p:nvSpPr>
          <p:spPr bwMode="auto">
            <a:xfrm>
              <a:off x="3890963" y="4930775"/>
              <a:ext cx="455613" cy="358775"/>
            </a:xfrm>
            <a:custGeom>
              <a:avLst/>
              <a:gdLst/>
              <a:ahLst/>
              <a:cxnLst>
                <a:cxn ang="0">
                  <a:pos x="280" y="12"/>
                </a:cxn>
                <a:cxn ang="0">
                  <a:pos x="282" y="24"/>
                </a:cxn>
                <a:cxn ang="0">
                  <a:pos x="281" y="32"/>
                </a:cxn>
                <a:cxn ang="0">
                  <a:pos x="274" y="50"/>
                </a:cxn>
                <a:cxn ang="0">
                  <a:pos x="274" y="75"/>
                </a:cxn>
                <a:cxn ang="0">
                  <a:pos x="263" y="97"/>
                </a:cxn>
                <a:cxn ang="0">
                  <a:pos x="272" y="112"/>
                </a:cxn>
                <a:cxn ang="0">
                  <a:pos x="275" y="125"/>
                </a:cxn>
                <a:cxn ang="0">
                  <a:pos x="261" y="140"/>
                </a:cxn>
                <a:cxn ang="0">
                  <a:pos x="258" y="163"/>
                </a:cxn>
                <a:cxn ang="0">
                  <a:pos x="246" y="161"/>
                </a:cxn>
                <a:cxn ang="0">
                  <a:pos x="228" y="161"/>
                </a:cxn>
                <a:cxn ang="0">
                  <a:pos x="212" y="158"/>
                </a:cxn>
                <a:cxn ang="0">
                  <a:pos x="203" y="167"/>
                </a:cxn>
                <a:cxn ang="0">
                  <a:pos x="207" y="184"/>
                </a:cxn>
                <a:cxn ang="0">
                  <a:pos x="201" y="196"/>
                </a:cxn>
                <a:cxn ang="0">
                  <a:pos x="179" y="206"/>
                </a:cxn>
                <a:cxn ang="0">
                  <a:pos x="166" y="215"/>
                </a:cxn>
                <a:cxn ang="0">
                  <a:pos x="156" y="226"/>
                </a:cxn>
                <a:cxn ang="0">
                  <a:pos x="151" y="211"/>
                </a:cxn>
                <a:cxn ang="0">
                  <a:pos x="135" y="204"/>
                </a:cxn>
                <a:cxn ang="0">
                  <a:pos x="98" y="203"/>
                </a:cxn>
                <a:cxn ang="0">
                  <a:pos x="77" y="197"/>
                </a:cxn>
                <a:cxn ang="0">
                  <a:pos x="50" y="186"/>
                </a:cxn>
                <a:cxn ang="0">
                  <a:pos x="34" y="178"/>
                </a:cxn>
                <a:cxn ang="0">
                  <a:pos x="22" y="165"/>
                </a:cxn>
                <a:cxn ang="0">
                  <a:pos x="20" y="159"/>
                </a:cxn>
                <a:cxn ang="0">
                  <a:pos x="17" y="153"/>
                </a:cxn>
                <a:cxn ang="0">
                  <a:pos x="0" y="151"/>
                </a:cxn>
                <a:cxn ang="0">
                  <a:pos x="2" y="143"/>
                </a:cxn>
                <a:cxn ang="0">
                  <a:pos x="3" y="127"/>
                </a:cxn>
                <a:cxn ang="0">
                  <a:pos x="14" y="121"/>
                </a:cxn>
                <a:cxn ang="0">
                  <a:pos x="29" y="116"/>
                </a:cxn>
                <a:cxn ang="0">
                  <a:pos x="45" y="112"/>
                </a:cxn>
                <a:cxn ang="0">
                  <a:pos x="67" y="101"/>
                </a:cxn>
                <a:cxn ang="0">
                  <a:pos x="85" y="85"/>
                </a:cxn>
                <a:cxn ang="0">
                  <a:pos x="93" y="88"/>
                </a:cxn>
                <a:cxn ang="0">
                  <a:pos x="97" y="93"/>
                </a:cxn>
                <a:cxn ang="0">
                  <a:pos x="111" y="94"/>
                </a:cxn>
                <a:cxn ang="0">
                  <a:pos x="120" y="101"/>
                </a:cxn>
                <a:cxn ang="0">
                  <a:pos x="126" y="106"/>
                </a:cxn>
                <a:cxn ang="0">
                  <a:pos x="142" y="110"/>
                </a:cxn>
                <a:cxn ang="0">
                  <a:pos x="158" y="93"/>
                </a:cxn>
                <a:cxn ang="0">
                  <a:pos x="153" y="79"/>
                </a:cxn>
                <a:cxn ang="0">
                  <a:pos x="137" y="60"/>
                </a:cxn>
                <a:cxn ang="0">
                  <a:pos x="142" y="45"/>
                </a:cxn>
                <a:cxn ang="0">
                  <a:pos x="170" y="34"/>
                </a:cxn>
                <a:cxn ang="0">
                  <a:pos x="183" y="34"/>
                </a:cxn>
                <a:cxn ang="0">
                  <a:pos x="194" y="25"/>
                </a:cxn>
                <a:cxn ang="0">
                  <a:pos x="208" y="17"/>
                </a:cxn>
                <a:cxn ang="0">
                  <a:pos x="221" y="16"/>
                </a:cxn>
                <a:cxn ang="0">
                  <a:pos x="238" y="3"/>
                </a:cxn>
                <a:cxn ang="0">
                  <a:pos x="255" y="10"/>
                </a:cxn>
                <a:cxn ang="0">
                  <a:pos x="270" y="3"/>
                </a:cxn>
              </a:cxnLst>
              <a:rect l="0" t="0" r="r" b="b"/>
              <a:pathLst>
                <a:path w="287" h="226">
                  <a:moveTo>
                    <a:pt x="273" y="0"/>
                  </a:moveTo>
                  <a:lnTo>
                    <a:pt x="276" y="6"/>
                  </a:lnTo>
                  <a:lnTo>
                    <a:pt x="280" y="12"/>
                  </a:lnTo>
                  <a:lnTo>
                    <a:pt x="280" y="17"/>
                  </a:lnTo>
                  <a:lnTo>
                    <a:pt x="281" y="21"/>
                  </a:lnTo>
                  <a:lnTo>
                    <a:pt x="282" y="24"/>
                  </a:lnTo>
                  <a:lnTo>
                    <a:pt x="284" y="26"/>
                  </a:lnTo>
                  <a:lnTo>
                    <a:pt x="287" y="28"/>
                  </a:lnTo>
                  <a:lnTo>
                    <a:pt x="281" y="32"/>
                  </a:lnTo>
                  <a:lnTo>
                    <a:pt x="278" y="35"/>
                  </a:lnTo>
                  <a:lnTo>
                    <a:pt x="275" y="42"/>
                  </a:lnTo>
                  <a:lnTo>
                    <a:pt x="274" y="50"/>
                  </a:lnTo>
                  <a:lnTo>
                    <a:pt x="275" y="58"/>
                  </a:lnTo>
                  <a:lnTo>
                    <a:pt x="276" y="67"/>
                  </a:lnTo>
                  <a:lnTo>
                    <a:pt x="274" y="75"/>
                  </a:lnTo>
                  <a:lnTo>
                    <a:pt x="272" y="84"/>
                  </a:lnTo>
                  <a:lnTo>
                    <a:pt x="267" y="91"/>
                  </a:lnTo>
                  <a:lnTo>
                    <a:pt x="263" y="97"/>
                  </a:lnTo>
                  <a:lnTo>
                    <a:pt x="263" y="101"/>
                  </a:lnTo>
                  <a:lnTo>
                    <a:pt x="267" y="107"/>
                  </a:lnTo>
                  <a:lnTo>
                    <a:pt x="272" y="112"/>
                  </a:lnTo>
                  <a:lnTo>
                    <a:pt x="275" y="117"/>
                  </a:lnTo>
                  <a:lnTo>
                    <a:pt x="277" y="120"/>
                  </a:lnTo>
                  <a:lnTo>
                    <a:pt x="275" y="125"/>
                  </a:lnTo>
                  <a:lnTo>
                    <a:pt x="270" y="129"/>
                  </a:lnTo>
                  <a:lnTo>
                    <a:pt x="264" y="135"/>
                  </a:lnTo>
                  <a:lnTo>
                    <a:pt x="261" y="140"/>
                  </a:lnTo>
                  <a:lnTo>
                    <a:pt x="260" y="144"/>
                  </a:lnTo>
                  <a:lnTo>
                    <a:pt x="260" y="157"/>
                  </a:lnTo>
                  <a:lnTo>
                    <a:pt x="258" y="163"/>
                  </a:lnTo>
                  <a:lnTo>
                    <a:pt x="255" y="165"/>
                  </a:lnTo>
                  <a:lnTo>
                    <a:pt x="251" y="164"/>
                  </a:lnTo>
                  <a:lnTo>
                    <a:pt x="246" y="161"/>
                  </a:lnTo>
                  <a:lnTo>
                    <a:pt x="241" y="160"/>
                  </a:lnTo>
                  <a:lnTo>
                    <a:pt x="234" y="160"/>
                  </a:lnTo>
                  <a:lnTo>
                    <a:pt x="228" y="161"/>
                  </a:lnTo>
                  <a:lnTo>
                    <a:pt x="222" y="160"/>
                  </a:lnTo>
                  <a:lnTo>
                    <a:pt x="217" y="159"/>
                  </a:lnTo>
                  <a:lnTo>
                    <a:pt x="212" y="158"/>
                  </a:lnTo>
                  <a:lnTo>
                    <a:pt x="206" y="159"/>
                  </a:lnTo>
                  <a:lnTo>
                    <a:pt x="204" y="162"/>
                  </a:lnTo>
                  <a:lnTo>
                    <a:pt x="203" y="167"/>
                  </a:lnTo>
                  <a:lnTo>
                    <a:pt x="204" y="172"/>
                  </a:lnTo>
                  <a:lnTo>
                    <a:pt x="205" y="178"/>
                  </a:lnTo>
                  <a:lnTo>
                    <a:pt x="207" y="184"/>
                  </a:lnTo>
                  <a:lnTo>
                    <a:pt x="208" y="188"/>
                  </a:lnTo>
                  <a:lnTo>
                    <a:pt x="206" y="192"/>
                  </a:lnTo>
                  <a:lnTo>
                    <a:pt x="201" y="196"/>
                  </a:lnTo>
                  <a:lnTo>
                    <a:pt x="194" y="200"/>
                  </a:lnTo>
                  <a:lnTo>
                    <a:pt x="186" y="203"/>
                  </a:lnTo>
                  <a:lnTo>
                    <a:pt x="179" y="206"/>
                  </a:lnTo>
                  <a:lnTo>
                    <a:pt x="173" y="207"/>
                  </a:lnTo>
                  <a:lnTo>
                    <a:pt x="170" y="210"/>
                  </a:lnTo>
                  <a:lnTo>
                    <a:pt x="166" y="215"/>
                  </a:lnTo>
                  <a:lnTo>
                    <a:pt x="162" y="221"/>
                  </a:lnTo>
                  <a:lnTo>
                    <a:pt x="159" y="226"/>
                  </a:lnTo>
                  <a:lnTo>
                    <a:pt x="156" y="226"/>
                  </a:lnTo>
                  <a:lnTo>
                    <a:pt x="153" y="222"/>
                  </a:lnTo>
                  <a:lnTo>
                    <a:pt x="153" y="217"/>
                  </a:lnTo>
                  <a:lnTo>
                    <a:pt x="151" y="211"/>
                  </a:lnTo>
                  <a:lnTo>
                    <a:pt x="150" y="206"/>
                  </a:lnTo>
                  <a:lnTo>
                    <a:pt x="148" y="204"/>
                  </a:lnTo>
                  <a:lnTo>
                    <a:pt x="135" y="204"/>
                  </a:lnTo>
                  <a:lnTo>
                    <a:pt x="123" y="203"/>
                  </a:lnTo>
                  <a:lnTo>
                    <a:pt x="111" y="203"/>
                  </a:lnTo>
                  <a:lnTo>
                    <a:pt x="98" y="203"/>
                  </a:lnTo>
                  <a:lnTo>
                    <a:pt x="88" y="202"/>
                  </a:lnTo>
                  <a:lnTo>
                    <a:pt x="83" y="200"/>
                  </a:lnTo>
                  <a:lnTo>
                    <a:pt x="77" y="197"/>
                  </a:lnTo>
                  <a:lnTo>
                    <a:pt x="68" y="194"/>
                  </a:lnTo>
                  <a:lnTo>
                    <a:pt x="59" y="190"/>
                  </a:lnTo>
                  <a:lnTo>
                    <a:pt x="50" y="186"/>
                  </a:lnTo>
                  <a:lnTo>
                    <a:pt x="43" y="185"/>
                  </a:lnTo>
                  <a:lnTo>
                    <a:pt x="37" y="182"/>
                  </a:lnTo>
                  <a:lnTo>
                    <a:pt x="34" y="178"/>
                  </a:lnTo>
                  <a:lnTo>
                    <a:pt x="34" y="169"/>
                  </a:lnTo>
                  <a:lnTo>
                    <a:pt x="27" y="165"/>
                  </a:lnTo>
                  <a:lnTo>
                    <a:pt x="22" y="165"/>
                  </a:lnTo>
                  <a:lnTo>
                    <a:pt x="21" y="163"/>
                  </a:lnTo>
                  <a:lnTo>
                    <a:pt x="21" y="160"/>
                  </a:lnTo>
                  <a:lnTo>
                    <a:pt x="20" y="159"/>
                  </a:lnTo>
                  <a:lnTo>
                    <a:pt x="20" y="157"/>
                  </a:lnTo>
                  <a:lnTo>
                    <a:pt x="19" y="155"/>
                  </a:lnTo>
                  <a:lnTo>
                    <a:pt x="17" y="153"/>
                  </a:lnTo>
                  <a:lnTo>
                    <a:pt x="16" y="152"/>
                  </a:lnTo>
                  <a:lnTo>
                    <a:pt x="9" y="152"/>
                  </a:lnTo>
                  <a:lnTo>
                    <a:pt x="0" y="151"/>
                  </a:lnTo>
                  <a:lnTo>
                    <a:pt x="1" y="149"/>
                  </a:lnTo>
                  <a:lnTo>
                    <a:pt x="2" y="147"/>
                  </a:lnTo>
                  <a:lnTo>
                    <a:pt x="2" y="143"/>
                  </a:lnTo>
                  <a:lnTo>
                    <a:pt x="0" y="138"/>
                  </a:lnTo>
                  <a:lnTo>
                    <a:pt x="1" y="133"/>
                  </a:lnTo>
                  <a:lnTo>
                    <a:pt x="3" y="127"/>
                  </a:lnTo>
                  <a:lnTo>
                    <a:pt x="6" y="125"/>
                  </a:lnTo>
                  <a:lnTo>
                    <a:pt x="9" y="124"/>
                  </a:lnTo>
                  <a:lnTo>
                    <a:pt x="14" y="121"/>
                  </a:lnTo>
                  <a:lnTo>
                    <a:pt x="18" y="118"/>
                  </a:lnTo>
                  <a:lnTo>
                    <a:pt x="22" y="113"/>
                  </a:lnTo>
                  <a:lnTo>
                    <a:pt x="29" y="116"/>
                  </a:lnTo>
                  <a:lnTo>
                    <a:pt x="35" y="117"/>
                  </a:lnTo>
                  <a:lnTo>
                    <a:pt x="39" y="116"/>
                  </a:lnTo>
                  <a:lnTo>
                    <a:pt x="45" y="112"/>
                  </a:lnTo>
                  <a:lnTo>
                    <a:pt x="54" y="109"/>
                  </a:lnTo>
                  <a:lnTo>
                    <a:pt x="61" y="105"/>
                  </a:lnTo>
                  <a:lnTo>
                    <a:pt x="67" y="101"/>
                  </a:lnTo>
                  <a:lnTo>
                    <a:pt x="75" y="93"/>
                  </a:lnTo>
                  <a:lnTo>
                    <a:pt x="80" y="89"/>
                  </a:lnTo>
                  <a:lnTo>
                    <a:pt x="85" y="85"/>
                  </a:lnTo>
                  <a:lnTo>
                    <a:pt x="88" y="84"/>
                  </a:lnTo>
                  <a:lnTo>
                    <a:pt x="92" y="85"/>
                  </a:lnTo>
                  <a:lnTo>
                    <a:pt x="93" y="88"/>
                  </a:lnTo>
                  <a:lnTo>
                    <a:pt x="94" y="90"/>
                  </a:lnTo>
                  <a:lnTo>
                    <a:pt x="95" y="92"/>
                  </a:lnTo>
                  <a:lnTo>
                    <a:pt x="97" y="93"/>
                  </a:lnTo>
                  <a:lnTo>
                    <a:pt x="101" y="95"/>
                  </a:lnTo>
                  <a:lnTo>
                    <a:pt x="105" y="95"/>
                  </a:lnTo>
                  <a:lnTo>
                    <a:pt x="111" y="94"/>
                  </a:lnTo>
                  <a:lnTo>
                    <a:pt x="115" y="94"/>
                  </a:lnTo>
                  <a:lnTo>
                    <a:pt x="118" y="96"/>
                  </a:lnTo>
                  <a:lnTo>
                    <a:pt x="120" y="101"/>
                  </a:lnTo>
                  <a:lnTo>
                    <a:pt x="120" y="103"/>
                  </a:lnTo>
                  <a:lnTo>
                    <a:pt x="123" y="106"/>
                  </a:lnTo>
                  <a:lnTo>
                    <a:pt x="126" y="106"/>
                  </a:lnTo>
                  <a:lnTo>
                    <a:pt x="132" y="107"/>
                  </a:lnTo>
                  <a:lnTo>
                    <a:pt x="137" y="110"/>
                  </a:lnTo>
                  <a:lnTo>
                    <a:pt x="142" y="110"/>
                  </a:lnTo>
                  <a:lnTo>
                    <a:pt x="145" y="108"/>
                  </a:lnTo>
                  <a:lnTo>
                    <a:pt x="154" y="98"/>
                  </a:lnTo>
                  <a:lnTo>
                    <a:pt x="158" y="93"/>
                  </a:lnTo>
                  <a:lnTo>
                    <a:pt x="159" y="88"/>
                  </a:lnTo>
                  <a:lnTo>
                    <a:pt x="157" y="84"/>
                  </a:lnTo>
                  <a:lnTo>
                    <a:pt x="153" y="79"/>
                  </a:lnTo>
                  <a:lnTo>
                    <a:pt x="148" y="73"/>
                  </a:lnTo>
                  <a:lnTo>
                    <a:pt x="142" y="67"/>
                  </a:lnTo>
                  <a:lnTo>
                    <a:pt x="137" y="60"/>
                  </a:lnTo>
                  <a:lnTo>
                    <a:pt x="136" y="54"/>
                  </a:lnTo>
                  <a:lnTo>
                    <a:pt x="136" y="50"/>
                  </a:lnTo>
                  <a:lnTo>
                    <a:pt x="142" y="45"/>
                  </a:lnTo>
                  <a:lnTo>
                    <a:pt x="158" y="40"/>
                  </a:lnTo>
                  <a:lnTo>
                    <a:pt x="165" y="38"/>
                  </a:lnTo>
                  <a:lnTo>
                    <a:pt x="170" y="34"/>
                  </a:lnTo>
                  <a:lnTo>
                    <a:pt x="173" y="33"/>
                  </a:lnTo>
                  <a:lnTo>
                    <a:pt x="178" y="33"/>
                  </a:lnTo>
                  <a:lnTo>
                    <a:pt x="183" y="34"/>
                  </a:lnTo>
                  <a:lnTo>
                    <a:pt x="187" y="34"/>
                  </a:lnTo>
                  <a:lnTo>
                    <a:pt x="191" y="31"/>
                  </a:lnTo>
                  <a:lnTo>
                    <a:pt x="194" y="25"/>
                  </a:lnTo>
                  <a:lnTo>
                    <a:pt x="198" y="21"/>
                  </a:lnTo>
                  <a:lnTo>
                    <a:pt x="204" y="18"/>
                  </a:lnTo>
                  <a:lnTo>
                    <a:pt x="208" y="17"/>
                  </a:lnTo>
                  <a:lnTo>
                    <a:pt x="215" y="17"/>
                  </a:lnTo>
                  <a:lnTo>
                    <a:pt x="217" y="17"/>
                  </a:lnTo>
                  <a:lnTo>
                    <a:pt x="221" y="16"/>
                  </a:lnTo>
                  <a:lnTo>
                    <a:pt x="230" y="7"/>
                  </a:lnTo>
                  <a:lnTo>
                    <a:pt x="233" y="4"/>
                  </a:lnTo>
                  <a:lnTo>
                    <a:pt x="238" y="3"/>
                  </a:lnTo>
                  <a:lnTo>
                    <a:pt x="243" y="6"/>
                  </a:lnTo>
                  <a:lnTo>
                    <a:pt x="249" y="8"/>
                  </a:lnTo>
                  <a:lnTo>
                    <a:pt x="255" y="10"/>
                  </a:lnTo>
                  <a:lnTo>
                    <a:pt x="260" y="9"/>
                  </a:lnTo>
                  <a:lnTo>
                    <a:pt x="265" y="6"/>
                  </a:lnTo>
                  <a:lnTo>
                    <a:pt x="270" y="3"/>
                  </a:lnTo>
                  <a:lnTo>
                    <a:pt x="27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5" name="Freeform 52"/>
            <p:cNvSpPr>
              <a:spLocks/>
            </p:cNvSpPr>
            <p:nvPr/>
          </p:nvSpPr>
          <p:spPr bwMode="auto">
            <a:xfrm>
              <a:off x="3797301" y="5413375"/>
              <a:ext cx="198438" cy="134938"/>
            </a:xfrm>
            <a:custGeom>
              <a:avLst/>
              <a:gdLst/>
              <a:ahLst/>
              <a:cxnLst>
                <a:cxn ang="0">
                  <a:pos x="99" y="1"/>
                </a:cxn>
                <a:cxn ang="0">
                  <a:pos x="108" y="15"/>
                </a:cxn>
                <a:cxn ang="0">
                  <a:pos x="119" y="35"/>
                </a:cxn>
                <a:cxn ang="0">
                  <a:pos x="119" y="51"/>
                </a:cxn>
                <a:cxn ang="0">
                  <a:pos x="115" y="56"/>
                </a:cxn>
                <a:cxn ang="0">
                  <a:pos x="105" y="65"/>
                </a:cxn>
                <a:cxn ang="0">
                  <a:pos x="95" y="68"/>
                </a:cxn>
                <a:cxn ang="0">
                  <a:pos x="78" y="72"/>
                </a:cxn>
                <a:cxn ang="0">
                  <a:pos x="68" y="76"/>
                </a:cxn>
                <a:cxn ang="0">
                  <a:pos x="65" y="82"/>
                </a:cxn>
                <a:cxn ang="0">
                  <a:pos x="60" y="85"/>
                </a:cxn>
                <a:cxn ang="0">
                  <a:pos x="56" y="84"/>
                </a:cxn>
                <a:cxn ang="0">
                  <a:pos x="54" y="81"/>
                </a:cxn>
                <a:cxn ang="0">
                  <a:pos x="51" y="76"/>
                </a:cxn>
                <a:cxn ang="0">
                  <a:pos x="49" y="71"/>
                </a:cxn>
                <a:cxn ang="0">
                  <a:pos x="46" y="68"/>
                </a:cxn>
                <a:cxn ang="0">
                  <a:pos x="41" y="65"/>
                </a:cxn>
                <a:cxn ang="0">
                  <a:pos x="35" y="64"/>
                </a:cxn>
                <a:cxn ang="0">
                  <a:pos x="27" y="62"/>
                </a:cxn>
                <a:cxn ang="0">
                  <a:pos x="21" y="65"/>
                </a:cxn>
                <a:cxn ang="0">
                  <a:pos x="15" y="66"/>
                </a:cxn>
                <a:cxn ang="0">
                  <a:pos x="14" y="62"/>
                </a:cxn>
                <a:cxn ang="0">
                  <a:pos x="15" y="60"/>
                </a:cxn>
                <a:cxn ang="0">
                  <a:pos x="16" y="52"/>
                </a:cxn>
                <a:cxn ang="0">
                  <a:pos x="15" y="49"/>
                </a:cxn>
                <a:cxn ang="0">
                  <a:pos x="14" y="41"/>
                </a:cxn>
                <a:cxn ang="0">
                  <a:pos x="11" y="38"/>
                </a:cxn>
                <a:cxn ang="0">
                  <a:pos x="6" y="40"/>
                </a:cxn>
                <a:cxn ang="0">
                  <a:pos x="4" y="42"/>
                </a:cxn>
                <a:cxn ang="0">
                  <a:pos x="7" y="46"/>
                </a:cxn>
                <a:cxn ang="0">
                  <a:pos x="9" y="53"/>
                </a:cxn>
                <a:cxn ang="0">
                  <a:pos x="10" y="59"/>
                </a:cxn>
                <a:cxn ang="0">
                  <a:pos x="8" y="62"/>
                </a:cxn>
                <a:cxn ang="0">
                  <a:pos x="0" y="41"/>
                </a:cxn>
                <a:cxn ang="0">
                  <a:pos x="7" y="32"/>
                </a:cxn>
                <a:cxn ang="0">
                  <a:pos x="22" y="22"/>
                </a:cxn>
                <a:cxn ang="0">
                  <a:pos x="34" y="16"/>
                </a:cxn>
                <a:cxn ang="0">
                  <a:pos x="43" y="9"/>
                </a:cxn>
                <a:cxn ang="0">
                  <a:pos x="53" y="5"/>
                </a:cxn>
                <a:cxn ang="0">
                  <a:pos x="57" y="8"/>
                </a:cxn>
                <a:cxn ang="0">
                  <a:pos x="59" y="17"/>
                </a:cxn>
                <a:cxn ang="0">
                  <a:pos x="64" y="25"/>
                </a:cxn>
                <a:cxn ang="0">
                  <a:pos x="71" y="22"/>
                </a:cxn>
                <a:cxn ang="0">
                  <a:pos x="81" y="11"/>
                </a:cxn>
                <a:cxn ang="0">
                  <a:pos x="92" y="1"/>
                </a:cxn>
              </a:cxnLst>
              <a:rect l="0" t="0" r="r" b="b"/>
              <a:pathLst>
                <a:path w="125" h="85">
                  <a:moveTo>
                    <a:pt x="96" y="0"/>
                  </a:moveTo>
                  <a:lnTo>
                    <a:pt x="99" y="1"/>
                  </a:lnTo>
                  <a:lnTo>
                    <a:pt x="103" y="7"/>
                  </a:lnTo>
                  <a:lnTo>
                    <a:pt x="108" y="15"/>
                  </a:lnTo>
                  <a:lnTo>
                    <a:pt x="113" y="25"/>
                  </a:lnTo>
                  <a:lnTo>
                    <a:pt x="119" y="35"/>
                  </a:lnTo>
                  <a:lnTo>
                    <a:pt x="125" y="47"/>
                  </a:lnTo>
                  <a:lnTo>
                    <a:pt x="119" y="51"/>
                  </a:lnTo>
                  <a:lnTo>
                    <a:pt x="117" y="53"/>
                  </a:lnTo>
                  <a:lnTo>
                    <a:pt x="115" y="56"/>
                  </a:lnTo>
                  <a:lnTo>
                    <a:pt x="108" y="63"/>
                  </a:lnTo>
                  <a:lnTo>
                    <a:pt x="105" y="65"/>
                  </a:lnTo>
                  <a:lnTo>
                    <a:pt x="102" y="68"/>
                  </a:lnTo>
                  <a:lnTo>
                    <a:pt x="95" y="68"/>
                  </a:lnTo>
                  <a:lnTo>
                    <a:pt x="88" y="69"/>
                  </a:lnTo>
                  <a:lnTo>
                    <a:pt x="78" y="72"/>
                  </a:lnTo>
                  <a:lnTo>
                    <a:pt x="70" y="75"/>
                  </a:lnTo>
                  <a:lnTo>
                    <a:pt x="68" y="76"/>
                  </a:lnTo>
                  <a:lnTo>
                    <a:pt x="67" y="80"/>
                  </a:lnTo>
                  <a:lnTo>
                    <a:pt x="65" y="82"/>
                  </a:lnTo>
                  <a:lnTo>
                    <a:pt x="64" y="84"/>
                  </a:lnTo>
                  <a:lnTo>
                    <a:pt x="60" y="85"/>
                  </a:lnTo>
                  <a:lnTo>
                    <a:pt x="57" y="85"/>
                  </a:lnTo>
                  <a:lnTo>
                    <a:pt x="56" y="84"/>
                  </a:lnTo>
                  <a:lnTo>
                    <a:pt x="55" y="83"/>
                  </a:lnTo>
                  <a:lnTo>
                    <a:pt x="54" y="81"/>
                  </a:lnTo>
                  <a:lnTo>
                    <a:pt x="52" y="78"/>
                  </a:lnTo>
                  <a:lnTo>
                    <a:pt x="51" y="76"/>
                  </a:lnTo>
                  <a:lnTo>
                    <a:pt x="50" y="73"/>
                  </a:lnTo>
                  <a:lnTo>
                    <a:pt x="49" y="71"/>
                  </a:lnTo>
                  <a:lnTo>
                    <a:pt x="47" y="70"/>
                  </a:lnTo>
                  <a:lnTo>
                    <a:pt x="46" y="68"/>
                  </a:lnTo>
                  <a:lnTo>
                    <a:pt x="44" y="67"/>
                  </a:lnTo>
                  <a:lnTo>
                    <a:pt x="41" y="65"/>
                  </a:lnTo>
                  <a:lnTo>
                    <a:pt x="38" y="65"/>
                  </a:lnTo>
                  <a:lnTo>
                    <a:pt x="35" y="64"/>
                  </a:lnTo>
                  <a:lnTo>
                    <a:pt x="33" y="62"/>
                  </a:lnTo>
                  <a:lnTo>
                    <a:pt x="27" y="62"/>
                  </a:lnTo>
                  <a:lnTo>
                    <a:pt x="24" y="63"/>
                  </a:lnTo>
                  <a:lnTo>
                    <a:pt x="21" y="65"/>
                  </a:lnTo>
                  <a:lnTo>
                    <a:pt x="17" y="66"/>
                  </a:lnTo>
                  <a:lnTo>
                    <a:pt x="15" y="66"/>
                  </a:lnTo>
                  <a:lnTo>
                    <a:pt x="14" y="65"/>
                  </a:lnTo>
                  <a:lnTo>
                    <a:pt x="14" y="62"/>
                  </a:lnTo>
                  <a:lnTo>
                    <a:pt x="15" y="61"/>
                  </a:lnTo>
                  <a:lnTo>
                    <a:pt x="15" y="60"/>
                  </a:lnTo>
                  <a:lnTo>
                    <a:pt x="16" y="58"/>
                  </a:lnTo>
                  <a:lnTo>
                    <a:pt x="16" y="52"/>
                  </a:lnTo>
                  <a:lnTo>
                    <a:pt x="15" y="51"/>
                  </a:lnTo>
                  <a:lnTo>
                    <a:pt x="15" y="49"/>
                  </a:lnTo>
                  <a:lnTo>
                    <a:pt x="14" y="46"/>
                  </a:lnTo>
                  <a:lnTo>
                    <a:pt x="14" y="41"/>
                  </a:lnTo>
                  <a:lnTo>
                    <a:pt x="12" y="40"/>
                  </a:lnTo>
                  <a:lnTo>
                    <a:pt x="11" y="38"/>
                  </a:lnTo>
                  <a:lnTo>
                    <a:pt x="9" y="38"/>
                  </a:lnTo>
                  <a:lnTo>
                    <a:pt x="6" y="40"/>
                  </a:lnTo>
                  <a:lnTo>
                    <a:pt x="5" y="41"/>
                  </a:lnTo>
                  <a:lnTo>
                    <a:pt x="4" y="42"/>
                  </a:lnTo>
                  <a:lnTo>
                    <a:pt x="4" y="43"/>
                  </a:lnTo>
                  <a:lnTo>
                    <a:pt x="7" y="46"/>
                  </a:lnTo>
                  <a:lnTo>
                    <a:pt x="9" y="51"/>
                  </a:lnTo>
                  <a:lnTo>
                    <a:pt x="9" y="53"/>
                  </a:lnTo>
                  <a:lnTo>
                    <a:pt x="10" y="55"/>
                  </a:lnTo>
                  <a:lnTo>
                    <a:pt x="10" y="59"/>
                  </a:lnTo>
                  <a:lnTo>
                    <a:pt x="9" y="61"/>
                  </a:lnTo>
                  <a:lnTo>
                    <a:pt x="8" y="62"/>
                  </a:lnTo>
                  <a:lnTo>
                    <a:pt x="0" y="48"/>
                  </a:lnTo>
                  <a:lnTo>
                    <a:pt x="0" y="41"/>
                  </a:lnTo>
                  <a:lnTo>
                    <a:pt x="1" y="36"/>
                  </a:lnTo>
                  <a:lnTo>
                    <a:pt x="7" y="32"/>
                  </a:lnTo>
                  <a:lnTo>
                    <a:pt x="14" y="26"/>
                  </a:lnTo>
                  <a:lnTo>
                    <a:pt x="22" y="22"/>
                  </a:lnTo>
                  <a:lnTo>
                    <a:pt x="28" y="18"/>
                  </a:lnTo>
                  <a:lnTo>
                    <a:pt x="34" y="16"/>
                  </a:lnTo>
                  <a:lnTo>
                    <a:pt x="38" y="13"/>
                  </a:lnTo>
                  <a:lnTo>
                    <a:pt x="43" y="9"/>
                  </a:lnTo>
                  <a:lnTo>
                    <a:pt x="49" y="7"/>
                  </a:lnTo>
                  <a:lnTo>
                    <a:pt x="53" y="5"/>
                  </a:lnTo>
                  <a:lnTo>
                    <a:pt x="56" y="5"/>
                  </a:lnTo>
                  <a:lnTo>
                    <a:pt x="57" y="8"/>
                  </a:lnTo>
                  <a:lnTo>
                    <a:pt x="59" y="12"/>
                  </a:lnTo>
                  <a:lnTo>
                    <a:pt x="59" y="17"/>
                  </a:lnTo>
                  <a:lnTo>
                    <a:pt x="61" y="22"/>
                  </a:lnTo>
                  <a:lnTo>
                    <a:pt x="64" y="25"/>
                  </a:lnTo>
                  <a:lnTo>
                    <a:pt x="67" y="25"/>
                  </a:lnTo>
                  <a:lnTo>
                    <a:pt x="71" y="22"/>
                  </a:lnTo>
                  <a:lnTo>
                    <a:pt x="76" y="17"/>
                  </a:lnTo>
                  <a:lnTo>
                    <a:pt x="81" y="11"/>
                  </a:lnTo>
                  <a:lnTo>
                    <a:pt x="86" y="5"/>
                  </a:lnTo>
                  <a:lnTo>
                    <a:pt x="92" y="1"/>
                  </a:lnTo>
                  <a:lnTo>
                    <a:pt x="9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6" name="Freeform 53"/>
            <p:cNvSpPr>
              <a:spLocks/>
            </p:cNvSpPr>
            <p:nvPr/>
          </p:nvSpPr>
          <p:spPr bwMode="auto">
            <a:xfrm>
              <a:off x="4319588" y="4760913"/>
              <a:ext cx="230188" cy="336550"/>
            </a:xfrm>
            <a:custGeom>
              <a:avLst/>
              <a:gdLst/>
              <a:ahLst/>
              <a:cxnLst>
                <a:cxn ang="0">
                  <a:pos x="145" y="2"/>
                </a:cxn>
                <a:cxn ang="0">
                  <a:pos x="139" y="9"/>
                </a:cxn>
                <a:cxn ang="0">
                  <a:pos x="124" y="25"/>
                </a:cxn>
                <a:cxn ang="0">
                  <a:pos x="107" y="43"/>
                </a:cxn>
                <a:cxn ang="0">
                  <a:pos x="104" y="54"/>
                </a:cxn>
                <a:cxn ang="0">
                  <a:pos x="109" y="59"/>
                </a:cxn>
                <a:cxn ang="0">
                  <a:pos x="125" y="79"/>
                </a:cxn>
                <a:cxn ang="0">
                  <a:pos x="128" y="93"/>
                </a:cxn>
                <a:cxn ang="0">
                  <a:pos x="126" y="99"/>
                </a:cxn>
                <a:cxn ang="0">
                  <a:pos x="117" y="95"/>
                </a:cxn>
                <a:cxn ang="0">
                  <a:pos x="111" y="87"/>
                </a:cxn>
                <a:cxn ang="0">
                  <a:pos x="97" y="80"/>
                </a:cxn>
                <a:cxn ang="0">
                  <a:pos x="96" y="84"/>
                </a:cxn>
                <a:cxn ang="0">
                  <a:pos x="101" y="91"/>
                </a:cxn>
                <a:cxn ang="0">
                  <a:pos x="107" y="99"/>
                </a:cxn>
                <a:cxn ang="0">
                  <a:pos x="112" y="108"/>
                </a:cxn>
                <a:cxn ang="0">
                  <a:pos x="107" y="115"/>
                </a:cxn>
                <a:cxn ang="0">
                  <a:pos x="110" y="139"/>
                </a:cxn>
                <a:cxn ang="0">
                  <a:pos x="109" y="149"/>
                </a:cxn>
                <a:cxn ang="0">
                  <a:pos x="113" y="165"/>
                </a:cxn>
                <a:cxn ang="0">
                  <a:pos x="116" y="170"/>
                </a:cxn>
                <a:cxn ang="0">
                  <a:pos x="121" y="174"/>
                </a:cxn>
                <a:cxn ang="0">
                  <a:pos x="121" y="186"/>
                </a:cxn>
                <a:cxn ang="0">
                  <a:pos x="122" y="191"/>
                </a:cxn>
                <a:cxn ang="0">
                  <a:pos x="123" y="197"/>
                </a:cxn>
                <a:cxn ang="0">
                  <a:pos x="116" y="200"/>
                </a:cxn>
                <a:cxn ang="0">
                  <a:pos x="114" y="198"/>
                </a:cxn>
                <a:cxn ang="0">
                  <a:pos x="112" y="193"/>
                </a:cxn>
                <a:cxn ang="0">
                  <a:pos x="111" y="176"/>
                </a:cxn>
                <a:cxn ang="0">
                  <a:pos x="105" y="157"/>
                </a:cxn>
                <a:cxn ang="0">
                  <a:pos x="104" y="149"/>
                </a:cxn>
                <a:cxn ang="0">
                  <a:pos x="104" y="163"/>
                </a:cxn>
                <a:cxn ang="0">
                  <a:pos x="108" y="170"/>
                </a:cxn>
                <a:cxn ang="0">
                  <a:pos x="107" y="194"/>
                </a:cxn>
                <a:cxn ang="0">
                  <a:pos x="106" y="205"/>
                </a:cxn>
                <a:cxn ang="0">
                  <a:pos x="106" y="209"/>
                </a:cxn>
                <a:cxn ang="0">
                  <a:pos x="96" y="211"/>
                </a:cxn>
                <a:cxn ang="0">
                  <a:pos x="82" y="205"/>
                </a:cxn>
                <a:cxn ang="0">
                  <a:pos x="77" y="191"/>
                </a:cxn>
                <a:cxn ang="0">
                  <a:pos x="50" y="183"/>
                </a:cxn>
                <a:cxn ang="0">
                  <a:pos x="36" y="164"/>
                </a:cxn>
                <a:cxn ang="0">
                  <a:pos x="26" y="141"/>
                </a:cxn>
                <a:cxn ang="0">
                  <a:pos x="12" y="131"/>
                </a:cxn>
                <a:cxn ang="0">
                  <a:pos x="3" y="108"/>
                </a:cxn>
                <a:cxn ang="0">
                  <a:pos x="0" y="79"/>
                </a:cxn>
                <a:cxn ang="0">
                  <a:pos x="15" y="74"/>
                </a:cxn>
                <a:cxn ang="0">
                  <a:pos x="27" y="74"/>
                </a:cxn>
                <a:cxn ang="0">
                  <a:pos x="36" y="79"/>
                </a:cxn>
                <a:cxn ang="0">
                  <a:pos x="43" y="56"/>
                </a:cxn>
                <a:cxn ang="0">
                  <a:pos x="36" y="45"/>
                </a:cxn>
                <a:cxn ang="0">
                  <a:pos x="48" y="39"/>
                </a:cxn>
                <a:cxn ang="0">
                  <a:pos x="63" y="28"/>
                </a:cxn>
                <a:cxn ang="0">
                  <a:pos x="70" y="19"/>
                </a:cxn>
                <a:cxn ang="0">
                  <a:pos x="82" y="21"/>
                </a:cxn>
                <a:cxn ang="0">
                  <a:pos x="96" y="5"/>
                </a:cxn>
                <a:cxn ang="0">
                  <a:pos x="121" y="0"/>
                </a:cxn>
              </a:cxnLst>
              <a:rect l="0" t="0" r="r" b="b"/>
              <a:pathLst>
                <a:path w="145" h="212">
                  <a:moveTo>
                    <a:pt x="121" y="0"/>
                  </a:moveTo>
                  <a:lnTo>
                    <a:pt x="132" y="0"/>
                  </a:lnTo>
                  <a:lnTo>
                    <a:pt x="145" y="2"/>
                  </a:lnTo>
                  <a:lnTo>
                    <a:pt x="144" y="2"/>
                  </a:lnTo>
                  <a:lnTo>
                    <a:pt x="144" y="3"/>
                  </a:lnTo>
                  <a:lnTo>
                    <a:pt x="139" y="9"/>
                  </a:lnTo>
                  <a:lnTo>
                    <a:pt x="134" y="15"/>
                  </a:lnTo>
                  <a:lnTo>
                    <a:pt x="129" y="21"/>
                  </a:lnTo>
                  <a:lnTo>
                    <a:pt x="124" y="25"/>
                  </a:lnTo>
                  <a:lnTo>
                    <a:pt x="118" y="31"/>
                  </a:lnTo>
                  <a:lnTo>
                    <a:pt x="112" y="35"/>
                  </a:lnTo>
                  <a:lnTo>
                    <a:pt x="107" y="43"/>
                  </a:lnTo>
                  <a:lnTo>
                    <a:pt x="104" y="50"/>
                  </a:lnTo>
                  <a:lnTo>
                    <a:pt x="104" y="52"/>
                  </a:lnTo>
                  <a:lnTo>
                    <a:pt x="104" y="54"/>
                  </a:lnTo>
                  <a:lnTo>
                    <a:pt x="106" y="56"/>
                  </a:lnTo>
                  <a:lnTo>
                    <a:pt x="107" y="57"/>
                  </a:lnTo>
                  <a:lnTo>
                    <a:pt x="109" y="59"/>
                  </a:lnTo>
                  <a:lnTo>
                    <a:pt x="112" y="65"/>
                  </a:lnTo>
                  <a:lnTo>
                    <a:pt x="119" y="73"/>
                  </a:lnTo>
                  <a:lnTo>
                    <a:pt x="125" y="79"/>
                  </a:lnTo>
                  <a:lnTo>
                    <a:pt x="129" y="85"/>
                  </a:lnTo>
                  <a:lnTo>
                    <a:pt x="129" y="90"/>
                  </a:lnTo>
                  <a:lnTo>
                    <a:pt x="128" y="93"/>
                  </a:lnTo>
                  <a:lnTo>
                    <a:pt x="127" y="95"/>
                  </a:lnTo>
                  <a:lnTo>
                    <a:pt x="127" y="98"/>
                  </a:lnTo>
                  <a:lnTo>
                    <a:pt x="126" y="99"/>
                  </a:lnTo>
                  <a:lnTo>
                    <a:pt x="124" y="100"/>
                  </a:lnTo>
                  <a:lnTo>
                    <a:pt x="121" y="98"/>
                  </a:lnTo>
                  <a:lnTo>
                    <a:pt x="117" y="95"/>
                  </a:lnTo>
                  <a:lnTo>
                    <a:pt x="115" y="92"/>
                  </a:lnTo>
                  <a:lnTo>
                    <a:pt x="114" y="90"/>
                  </a:lnTo>
                  <a:lnTo>
                    <a:pt x="111" y="87"/>
                  </a:lnTo>
                  <a:lnTo>
                    <a:pt x="105" y="83"/>
                  </a:lnTo>
                  <a:lnTo>
                    <a:pt x="99" y="81"/>
                  </a:lnTo>
                  <a:lnTo>
                    <a:pt x="97" y="80"/>
                  </a:lnTo>
                  <a:lnTo>
                    <a:pt x="95" y="80"/>
                  </a:lnTo>
                  <a:lnTo>
                    <a:pt x="95" y="83"/>
                  </a:lnTo>
                  <a:lnTo>
                    <a:pt x="96" y="84"/>
                  </a:lnTo>
                  <a:lnTo>
                    <a:pt x="98" y="88"/>
                  </a:lnTo>
                  <a:lnTo>
                    <a:pt x="100" y="90"/>
                  </a:lnTo>
                  <a:lnTo>
                    <a:pt x="101" y="91"/>
                  </a:lnTo>
                  <a:lnTo>
                    <a:pt x="103" y="93"/>
                  </a:lnTo>
                  <a:lnTo>
                    <a:pt x="104" y="96"/>
                  </a:lnTo>
                  <a:lnTo>
                    <a:pt x="107" y="99"/>
                  </a:lnTo>
                  <a:lnTo>
                    <a:pt x="109" y="103"/>
                  </a:lnTo>
                  <a:lnTo>
                    <a:pt x="111" y="106"/>
                  </a:lnTo>
                  <a:lnTo>
                    <a:pt x="112" y="108"/>
                  </a:lnTo>
                  <a:lnTo>
                    <a:pt x="112" y="110"/>
                  </a:lnTo>
                  <a:lnTo>
                    <a:pt x="108" y="114"/>
                  </a:lnTo>
                  <a:lnTo>
                    <a:pt x="107" y="115"/>
                  </a:lnTo>
                  <a:lnTo>
                    <a:pt x="106" y="119"/>
                  </a:lnTo>
                  <a:lnTo>
                    <a:pt x="109" y="135"/>
                  </a:lnTo>
                  <a:lnTo>
                    <a:pt x="110" y="139"/>
                  </a:lnTo>
                  <a:lnTo>
                    <a:pt x="110" y="141"/>
                  </a:lnTo>
                  <a:lnTo>
                    <a:pt x="109" y="143"/>
                  </a:lnTo>
                  <a:lnTo>
                    <a:pt x="109" y="149"/>
                  </a:lnTo>
                  <a:lnTo>
                    <a:pt x="110" y="157"/>
                  </a:lnTo>
                  <a:lnTo>
                    <a:pt x="112" y="161"/>
                  </a:lnTo>
                  <a:lnTo>
                    <a:pt x="113" y="165"/>
                  </a:lnTo>
                  <a:lnTo>
                    <a:pt x="114" y="167"/>
                  </a:lnTo>
                  <a:lnTo>
                    <a:pt x="115" y="169"/>
                  </a:lnTo>
                  <a:lnTo>
                    <a:pt x="116" y="170"/>
                  </a:lnTo>
                  <a:lnTo>
                    <a:pt x="117" y="172"/>
                  </a:lnTo>
                  <a:lnTo>
                    <a:pt x="119" y="173"/>
                  </a:lnTo>
                  <a:lnTo>
                    <a:pt x="121" y="174"/>
                  </a:lnTo>
                  <a:lnTo>
                    <a:pt x="122" y="177"/>
                  </a:lnTo>
                  <a:lnTo>
                    <a:pt x="122" y="183"/>
                  </a:lnTo>
                  <a:lnTo>
                    <a:pt x="121" y="186"/>
                  </a:lnTo>
                  <a:lnTo>
                    <a:pt x="121" y="188"/>
                  </a:lnTo>
                  <a:lnTo>
                    <a:pt x="121" y="189"/>
                  </a:lnTo>
                  <a:lnTo>
                    <a:pt x="122" y="191"/>
                  </a:lnTo>
                  <a:lnTo>
                    <a:pt x="123" y="193"/>
                  </a:lnTo>
                  <a:lnTo>
                    <a:pt x="124" y="195"/>
                  </a:lnTo>
                  <a:lnTo>
                    <a:pt x="123" y="197"/>
                  </a:lnTo>
                  <a:lnTo>
                    <a:pt x="122" y="198"/>
                  </a:lnTo>
                  <a:lnTo>
                    <a:pt x="121" y="198"/>
                  </a:lnTo>
                  <a:lnTo>
                    <a:pt x="116" y="200"/>
                  </a:lnTo>
                  <a:lnTo>
                    <a:pt x="115" y="200"/>
                  </a:lnTo>
                  <a:lnTo>
                    <a:pt x="114" y="200"/>
                  </a:lnTo>
                  <a:lnTo>
                    <a:pt x="114" y="198"/>
                  </a:lnTo>
                  <a:lnTo>
                    <a:pt x="113" y="197"/>
                  </a:lnTo>
                  <a:lnTo>
                    <a:pt x="112" y="195"/>
                  </a:lnTo>
                  <a:lnTo>
                    <a:pt x="112" y="193"/>
                  </a:lnTo>
                  <a:lnTo>
                    <a:pt x="112" y="189"/>
                  </a:lnTo>
                  <a:lnTo>
                    <a:pt x="111" y="183"/>
                  </a:lnTo>
                  <a:lnTo>
                    <a:pt x="111" y="176"/>
                  </a:lnTo>
                  <a:lnTo>
                    <a:pt x="109" y="167"/>
                  </a:lnTo>
                  <a:lnTo>
                    <a:pt x="107" y="163"/>
                  </a:lnTo>
                  <a:lnTo>
                    <a:pt x="105" y="157"/>
                  </a:lnTo>
                  <a:lnTo>
                    <a:pt x="104" y="152"/>
                  </a:lnTo>
                  <a:lnTo>
                    <a:pt x="104" y="148"/>
                  </a:lnTo>
                  <a:lnTo>
                    <a:pt x="104" y="149"/>
                  </a:lnTo>
                  <a:lnTo>
                    <a:pt x="103" y="151"/>
                  </a:lnTo>
                  <a:lnTo>
                    <a:pt x="103" y="160"/>
                  </a:lnTo>
                  <a:lnTo>
                    <a:pt x="104" y="163"/>
                  </a:lnTo>
                  <a:lnTo>
                    <a:pt x="105" y="166"/>
                  </a:lnTo>
                  <a:lnTo>
                    <a:pt x="107" y="168"/>
                  </a:lnTo>
                  <a:lnTo>
                    <a:pt x="108" y="170"/>
                  </a:lnTo>
                  <a:lnTo>
                    <a:pt x="109" y="174"/>
                  </a:lnTo>
                  <a:lnTo>
                    <a:pt x="109" y="189"/>
                  </a:lnTo>
                  <a:lnTo>
                    <a:pt x="107" y="194"/>
                  </a:lnTo>
                  <a:lnTo>
                    <a:pt x="107" y="200"/>
                  </a:lnTo>
                  <a:lnTo>
                    <a:pt x="106" y="202"/>
                  </a:lnTo>
                  <a:lnTo>
                    <a:pt x="106" y="205"/>
                  </a:lnTo>
                  <a:lnTo>
                    <a:pt x="105" y="207"/>
                  </a:lnTo>
                  <a:lnTo>
                    <a:pt x="105" y="208"/>
                  </a:lnTo>
                  <a:lnTo>
                    <a:pt x="106" y="209"/>
                  </a:lnTo>
                  <a:lnTo>
                    <a:pt x="106" y="210"/>
                  </a:lnTo>
                  <a:lnTo>
                    <a:pt x="107" y="212"/>
                  </a:lnTo>
                  <a:lnTo>
                    <a:pt x="96" y="211"/>
                  </a:lnTo>
                  <a:lnTo>
                    <a:pt x="87" y="209"/>
                  </a:lnTo>
                  <a:lnTo>
                    <a:pt x="83" y="208"/>
                  </a:lnTo>
                  <a:lnTo>
                    <a:pt x="82" y="205"/>
                  </a:lnTo>
                  <a:lnTo>
                    <a:pt x="82" y="198"/>
                  </a:lnTo>
                  <a:lnTo>
                    <a:pt x="81" y="194"/>
                  </a:lnTo>
                  <a:lnTo>
                    <a:pt x="77" y="191"/>
                  </a:lnTo>
                  <a:lnTo>
                    <a:pt x="68" y="188"/>
                  </a:lnTo>
                  <a:lnTo>
                    <a:pt x="58" y="185"/>
                  </a:lnTo>
                  <a:lnTo>
                    <a:pt x="50" y="183"/>
                  </a:lnTo>
                  <a:lnTo>
                    <a:pt x="44" y="179"/>
                  </a:lnTo>
                  <a:lnTo>
                    <a:pt x="40" y="173"/>
                  </a:lnTo>
                  <a:lnTo>
                    <a:pt x="36" y="164"/>
                  </a:lnTo>
                  <a:lnTo>
                    <a:pt x="33" y="154"/>
                  </a:lnTo>
                  <a:lnTo>
                    <a:pt x="29" y="146"/>
                  </a:lnTo>
                  <a:lnTo>
                    <a:pt x="26" y="141"/>
                  </a:lnTo>
                  <a:lnTo>
                    <a:pt x="20" y="139"/>
                  </a:lnTo>
                  <a:lnTo>
                    <a:pt x="16" y="135"/>
                  </a:lnTo>
                  <a:lnTo>
                    <a:pt x="12" y="131"/>
                  </a:lnTo>
                  <a:lnTo>
                    <a:pt x="10" y="124"/>
                  </a:lnTo>
                  <a:lnTo>
                    <a:pt x="8" y="116"/>
                  </a:lnTo>
                  <a:lnTo>
                    <a:pt x="3" y="108"/>
                  </a:lnTo>
                  <a:lnTo>
                    <a:pt x="1" y="99"/>
                  </a:lnTo>
                  <a:lnTo>
                    <a:pt x="0" y="92"/>
                  </a:lnTo>
                  <a:lnTo>
                    <a:pt x="0" y="79"/>
                  </a:lnTo>
                  <a:lnTo>
                    <a:pt x="2" y="75"/>
                  </a:lnTo>
                  <a:lnTo>
                    <a:pt x="9" y="74"/>
                  </a:lnTo>
                  <a:lnTo>
                    <a:pt x="15" y="74"/>
                  </a:lnTo>
                  <a:lnTo>
                    <a:pt x="20" y="73"/>
                  </a:lnTo>
                  <a:lnTo>
                    <a:pt x="23" y="73"/>
                  </a:lnTo>
                  <a:lnTo>
                    <a:pt x="27" y="74"/>
                  </a:lnTo>
                  <a:lnTo>
                    <a:pt x="29" y="78"/>
                  </a:lnTo>
                  <a:lnTo>
                    <a:pt x="33" y="80"/>
                  </a:lnTo>
                  <a:lnTo>
                    <a:pt x="36" y="79"/>
                  </a:lnTo>
                  <a:lnTo>
                    <a:pt x="39" y="72"/>
                  </a:lnTo>
                  <a:lnTo>
                    <a:pt x="42" y="64"/>
                  </a:lnTo>
                  <a:lnTo>
                    <a:pt x="43" y="56"/>
                  </a:lnTo>
                  <a:lnTo>
                    <a:pt x="42" y="53"/>
                  </a:lnTo>
                  <a:lnTo>
                    <a:pt x="39" y="48"/>
                  </a:lnTo>
                  <a:lnTo>
                    <a:pt x="36" y="45"/>
                  </a:lnTo>
                  <a:lnTo>
                    <a:pt x="37" y="42"/>
                  </a:lnTo>
                  <a:lnTo>
                    <a:pt x="42" y="40"/>
                  </a:lnTo>
                  <a:lnTo>
                    <a:pt x="48" y="39"/>
                  </a:lnTo>
                  <a:lnTo>
                    <a:pt x="55" y="35"/>
                  </a:lnTo>
                  <a:lnTo>
                    <a:pt x="61" y="30"/>
                  </a:lnTo>
                  <a:lnTo>
                    <a:pt x="63" y="28"/>
                  </a:lnTo>
                  <a:lnTo>
                    <a:pt x="65" y="25"/>
                  </a:lnTo>
                  <a:lnTo>
                    <a:pt x="68" y="22"/>
                  </a:lnTo>
                  <a:lnTo>
                    <a:pt x="70" y="19"/>
                  </a:lnTo>
                  <a:lnTo>
                    <a:pt x="74" y="20"/>
                  </a:lnTo>
                  <a:lnTo>
                    <a:pt x="77" y="21"/>
                  </a:lnTo>
                  <a:lnTo>
                    <a:pt x="82" y="21"/>
                  </a:lnTo>
                  <a:lnTo>
                    <a:pt x="87" y="16"/>
                  </a:lnTo>
                  <a:lnTo>
                    <a:pt x="91" y="11"/>
                  </a:lnTo>
                  <a:lnTo>
                    <a:pt x="96" y="5"/>
                  </a:lnTo>
                  <a:lnTo>
                    <a:pt x="103" y="2"/>
                  </a:lnTo>
                  <a:lnTo>
                    <a:pt x="110" y="1"/>
                  </a:lnTo>
                  <a:lnTo>
                    <a:pt x="12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7" name="Freeform 54"/>
            <p:cNvSpPr>
              <a:spLocks/>
            </p:cNvSpPr>
            <p:nvPr/>
          </p:nvSpPr>
          <p:spPr bwMode="auto">
            <a:xfrm>
              <a:off x="3662363" y="3414713"/>
              <a:ext cx="261938" cy="277813"/>
            </a:xfrm>
            <a:custGeom>
              <a:avLst/>
              <a:gdLst/>
              <a:ahLst/>
              <a:cxnLst>
                <a:cxn ang="0">
                  <a:pos x="93" y="6"/>
                </a:cxn>
                <a:cxn ang="0">
                  <a:pos x="103" y="13"/>
                </a:cxn>
                <a:cxn ang="0">
                  <a:pos x="107" y="16"/>
                </a:cxn>
                <a:cxn ang="0">
                  <a:pos x="108" y="19"/>
                </a:cxn>
                <a:cxn ang="0">
                  <a:pos x="106" y="22"/>
                </a:cxn>
                <a:cxn ang="0">
                  <a:pos x="112" y="33"/>
                </a:cxn>
                <a:cxn ang="0">
                  <a:pos x="117" y="38"/>
                </a:cxn>
                <a:cxn ang="0">
                  <a:pos x="119" y="42"/>
                </a:cxn>
                <a:cxn ang="0">
                  <a:pos x="114" y="51"/>
                </a:cxn>
                <a:cxn ang="0">
                  <a:pos x="112" y="54"/>
                </a:cxn>
                <a:cxn ang="0">
                  <a:pos x="114" y="57"/>
                </a:cxn>
                <a:cxn ang="0">
                  <a:pos x="117" y="56"/>
                </a:cxn>
                <a:cxn ang="0">
                  <a:pos x="119" y="53"/>
                </a:cxn>
                <a:cxn ang="0">
                  <a:pos x="123" y="50"/>
                </a:cxn>
                <a:cxn ang="0">
                  <a:pos x="126" y="50"/>
                </a:cxn>
                <a:cxn ang="0">
                  <a:pos x="131" y="54"/>
                </a:cxn>
                <a:cxn ang="0">
                  <a:pos x="143" y="64"/>
                </a:cxn>
                <a:cxn ang="0">
                  <a:pos x="158" y="76"/>
                </a:cxn>
                <a:cxn ang="0">
                  <a:pos x="158" y="91"/>
                </a:cxn>
                <a:cxn ang="0">
                  <a:pos x="148" y="105"/>
                </a:cxn>
                <a:cxn ang="0">
                  <a:pos x="135" y="111"/>
                </a:cxn>
                <a:cxn ang="0">
                  <a:pos x="118" y="114"/>
                </a:cxn>
                <a:cxn ang="0">
                  <a:pos x="106" y="117"/>
                </a:cxn>
                <a:cxn ang="0">
                  <a:pos x="107" y="124"/>
                </a:cxn>
                <a:cxn ang="0">
                  <a:pos x="118" y="135"/>
                </a:cxn>
                <a:cxn ang="0">
                  <a:pos x="118" y="140"/>
                </a:cxn>
                <a:cxn ang="0">
                  <a:pos x="99" y="160"/>
                </a:cxn>
                <a:cxn ang="0">
                  <a:pos x="97" y="175"/>
                </a:cxn>
                <a:cxn ang="0">
                  <a:pos x="89" y="174"/>
                </a:cxn>
                <a:cxn ang="0">
                  <a:pos x="85" y="170"/>
                </a:cxn>
                <a:cxn ang="0">
                  <a:pos x="69" y="153"/>
                </a:cxn>
                <a:cxn ang="0">
                  <a:pos x="68" y="151"/>
                </a:cxn>
                <a:cxn ang="0">
                  <a:pos x="65" y="150"/>
                </a:cxn>
                <a:cxn ang="0">
                  <a:pos x="63" y="149"/>
                </a:cxn>
                <a:cxn ang="0">
                  <a:pos x="64" y="147"/>
                </a:cxn>
                <a:cxn ang="0">
                  <a:pos x="68" y="141"/>
                </a:cxn>
                <a:cxn ang="0">
                  <a:pos x="68" y="136"/>
                </a:cxn>
                <a:cxn ang="0">
                  <a:pos x="65" y="128"/>
                </a:cxn>
                <a:cxn ang="0">
                  <a:pos x="62" y="125"/>
                </a:cxn>
                <a:cxn ang="0">
                  <a:pos x="59" y="126"/>
                </a:cxn>
                <a:cxn ang="0">
                  <a:pos x="58" y="128"/>
                </a:cxn>
                <a:cxn ang="0">
                  <a:pos x="50" y="137"/>
                </a:cxn>
                <a:cxn ang="0">
                  <a:pos x="46" y="142"/>
                </a:cxn>
                <a:cxn ang="0">
                  <a:pos x="43" y="146"/>
                </a:cxn>
                <a:cxn ang="0">
                  <a:pos x="34" y="143"/>
                </a:cxn>
                <a:cxn ang="0">
                  <a:pos x="23" y="137"/>
                </a:cxn>
                <a:cxn ang="0">
                  <a:pos x="21" y="127"/>
                </a:cxn>
                <a:cxn ang="0">
                  <a:pos x="21" y="118"/>
                </a:cxn>
                <a:cxn ang="0">
                  <a:pos x="8" y="109"/>
                </a:cxn>
                <a:cxn ang="0">
                  <a:pos x="6" y="102"/>
                </a:cxn>
                <a:cxn ang="0">
                  <a:pos x="3" y="97"/>
                </a:cxn>
                <a:cxn ang="0">
                  <a:pos x="2" y="72"/>
                </a:cxn>
                <a:cxn ang="0">
                  <a:pos x="1" y="48"/>
                </a:cxn>
                <a:cxn ang="0">
                  <a:pos x="0" y="34"/>
                </a:cxn>
                <a:cxn ang="0">
                  <a:pos x="6" y="33"/>
                </a:cxn>
                <a:cxn ang="0">
                  <a:pos x="19" y="38"/>
                </a:cxn>
                <a:cxn ang="0">
                  <a:pos x="28" y="39"/>
                </a:cxn>
                <a:cxn ang="0">
                  <a:pos x="42" y="38"/>
                </a:cxn>
                <a:cxn ang="0">
                  <a:pos x="51" y="33"/>
                </a:cxn>
                <a:cxn ang="0">
                  <a:pos x="62" y="16"/>
                </a:cxn>
                <a:cxn ang="0">
                  <a:pos x="73" y="7"/>
                </a:cxn>
                <a:cxn ang="0">
                  <a:pos x="85" y="0"/>
                </a:cxn>
              </a:cxnLst>
              <a:rect l="0" t="0" r="r" b="b"/>
              <a:pathLst>
                <a:path w="165" h="175">
                  <a:moveTo>
                    <a:pt x="85" y="0"/>
                  </a:moveTo>
                  <a:lnTo>
                    <a:pt x="93" y="6"/>
                  </a:lnTo>
                  <a:lnTo>
                    <a:pt x="99" y="10"/>
                  </a:lnTo>
                  <a:lnTo>
                    <a:pt x="103" y="13"/>
                  </a:lnTo>
                  <a:lnTo>
                    <a:pt x="105" y="15"/>
                  </a:lnTo>
                  <a:lnTo>
                    <a:pt x="107" y="16"/>
                  </a:lnTo>
                  <a:lnTo>
                    <a:pt x="108" y="16"/>
                  </a:lnTo>
                  <a:lnTo>
                    <a:pt x="108" y="19"/>
                  </a:lnTo>
                  <a:lnTo>
                    <a:pt x="107" y="20"/>
                  </a:lnTo>
                  <a:lnTo>
                    <a:pt x="106" y="22"/>
                  </a:lnTo>
                  <a:lnTo>
                    <a:pt x="106" y="26"/>
                  </a:lnTo>
                  <a:lnTo>
                    <a:pt x="112" y="33"/>
                  </a:lnTo>
                  <a:lnTo>
                    <a:pt x="114" y="35"/>
                  </a:lnTo>
                  <a:lnTo>
                    <a:pt x="117" y="38"/>
                  </a:lnTo>
                  <a:lnTo>
                    <a:pt x="118" y="40"/>
                  </a:lnTo>
                  <a:lnTo>
                    <a:pt x="119" y="42"/>
                  </a:lnTo>
                  <a:lnTo>
                    <a:pt x="119" y="46"/>
                  </a:lnTo>
                  <a:lnTo>
                    <a:pt x="114" y="51"/>
                  </a:lnTo>
                  <a:lnTo>
                    <a:pt x="113" y="53"/>
                  </a:lnTo>
                  <a:lnTo>
                    <a:pt x="112" y="54"/>
                  </a:lnTo>
                  <a:lnTo>
                    <a:pt x="113" y="56"/>
                  </a:lnTo>
                  <a:lnTo>
                    <a:pt x="114" y="57"/>
                  </a:lnTo>
                  <a:lnTo>
                    <a:pt x="116" y="57"/>
                  </a:lnTo>
                  <a:lnTo>
                    <a:pt x="117" y="56"/>
                  </a:lnTo>
                  <a:lnTo>
                    <a:pt x="119" y="55"/>
                  </a:lnTo>
                  <a:lnTo>
                    <a:pt x="119" y="53"/>
                  </a:lnTo>
                  <a:lnTo>
                    <a:pt x="121" y="52"/>
                  </a:lnTo>
                  <a:lnTo>
                    <a:pt x="123" y="50"/>
                  </a:lnTo>
                  <a:lnTo>
                    <a:pt x="123" y="50"/>
                  </a:lnTo>
                  <a:lnTo>
                    <a:pt x="126" y="50"/>
                  </a:lnTo>
                  <a:lnTo>
                    <a:pt x="127" y="51"/>
                  </a:lnTo>
                  <a:lnTo>
                    <a:pt x="131" y="54"/>
                  </a:lnTo>
                  <a:lnTo>
                    <a:pt x="136" y="59"/>
                  </a:lnTo>
                  <a:lnTo>
                    <a:pt x="143" y="64"/>
                  </a:lnTo>
                  <a:lnTo>
                    <a:pt x="151" y="70"/>
                  </a:lnTo>
                  <a:lnTo>
                    <a:pt x="158" y="76"/>
                  </a:lnTo>
                  <a:lnTo>
                    <a:pt x="165" y="82"/>
                  </a:lnTo>
                  <a:lnTo>
                    <a:pt x="158" y="91"/>
                  </a:lnTo>
                  <a:lnTo>
                    <a:pt x="152" y="99"/>
                  </a:lnTo>
                  <a:lnTo>
                    <a:pt x="148" y="105"/>
                  </a:lnTo>
                  <a:lnTo>
                    <a:pt x="143" y="109"/>
                  </a:lnTo>
                  <a:lnTo>
                    <a:pt x="135" y="111"/>
                  </a:lnTo>
                  <a:lnTo>
                    <a:pt x="126" y="113"/>
                  </a:lnTo>
                  <a:lnTo>
                    <a:pt x="118" y="114"/>
                  </a:lnTo>
                  <a:lnTo>
                    <a:pt x="110" y="115"/>
                  </a:lnTo>
                  <a:lnTo>
                    <a:pt x="106" y="117"/>
                  </a:lnTo>
                  <a:lnTo>
                    <a:pt x="105" y="120"/>
                  </a:lnTo>
                  <a:lnTo>
                    <a:pt x="107" y="124"/>
                  </a:lnTo>
                  <a:lnTo>
                    <a:pt x="110" y="128"/>
                  </a:lnTo>
                  <a:lnTo>
                    <a:pt x="118" y="135"/>
                  </a:lnTo>
                  <a:lnTo>
                    <a:pt x="119" y="137"/>
                  </a:lnTo>
                  <a:lnTo>
                    <a:pt x="118" y="140"/>
                  </a:lnTo>
                  <a:lnTo>
                    <a:pt x="101" y="157"/>
                  </a:lnTo>
                  <a:lnTo>
                    <a:pt x="99" y="160"/>
                  </a:lnTo>
                  <a:lnTo>
                    <a:pt x="98" y="165"/>
                  </a:lnTo>
                  <a:lnTo>
                    <a:pt x="97" y="175"/>
                  </a:lnTo>
                  <a:lnTo>
                    <a:pt x="92" y="175"/>
                  </a:lnTo>
                  <a:lnTo>
                    <a:pt x="89" y="174"/>
                  </a:lnTo>
                  <a:lnTo>
                    <a:pt x="87" y="173"/>
                  </a:lnTo>
                  <a:lnTo>
                    <a:pt x="85" y="170"/>
                  </a:lnTo>
                  <a:lnTo>
                    <a:pt x="71" y="156"/>
                  </a:lnTo>
                  <a:lnTo>
                    <a:pt x="69" y="153"/>
                  </a:lnTo>
                  <a:lnTo>
                    <a:pt x="68" y="152"/>
                  </a:lnTo>
                  <a:lnTo>
                    <a:pt x="68" y="151"/>
                  </a:lnTo>
                  <a:lnTo>
                    <a:pt x="66" y="150"/>
                  </a:lnTo>
                  <a:lnTo>
                    <a:pt x="65" y="150"/>
                  </a:lnTo>
                  <a:lnTo>
                    <a:pt x="64" y="149"/>
                  </a:lnTo>
                  <a:lnTo>
                    <a:pt x="63" y="149"/>
                  </a:lnTo>
                  <a:lnTo>
                    <a:pt x="63" y="148"/>
                  </a:lnTo>
                  <a:lnTo>
                    <a:pt x="64" y="147"/>
                  </a:lnTo>
                  <a:lnTo>
                    <a:pt x="66" y="143"/>
                  </a:lnTo>
                  <a:lnTo>
                    <a:pt x="68" y="141"/>
                  </a:lnTo>
                  <a:lnTo>
                    <a:pt x="68" y="139"/>
                  </a:lnTo>
                  <a:lnTo>
                    <a:pt x="68" y="136"/>
                  </a:lnTo>
                  <a:lnTo>
                    <a:pt x="67" y="131"/>
                  </a:lnTo>
                  <a:lnTo>
                    <a:pt x="65" y="128"/>
                  </a:lnTo>
                  <a:lnTo>
                    <a:pt x="64" y="126"/>
                  </a:lnTo>
                  <a:lnTo>
                    <a:pt x="62" y="125"/>
                  </a:lnTo>
                  <a:lnTo>
                    <a:pt x="59" y="125"/>
                  </a:lnTo>
                  <a:lnTo>
                    <a:pt x="59" y="126"/>
                  </a:lnTo>
                  <a:lnTo>
                    <a:pt x="58" y="127"/>
                  </a:lnTo>
                  <a:lnTo>
                    <a:pt x="58" y="128"/>
                  </a:lnTo>
                  <a:lnTo>
                    <a:pt x="55" y="134"/>
                  </a:lnTo>
                  <a:lnTo>
                    <a:pt x="50" y="137"/>
                  </a:lnTo>
                  <a:lnTo>
                    <a:pt x="48" y="139"/>
                  </a:lnTo>
                  <a:lnTo>
                    <a:pt x="46" y="142"/>
                  </a:lnTo>
                  <a:lnTo>
                    <a:pt x="45" y="144"/>
                  </a:lnTo>
                  <a:lnTo>
                    <a:pt x="43" y="146"/>
                  </a:lnTo>
                  <a:lnTo>
                    <a:pt x="39" y="145"/>
                  </a:lnTo>
                  <a:lnTo>
                    <a:pt x="34" y="143"/>
                  </a:lnTo>
                  <a:lnTo>
                    <a:pt x="27" y="141"/>
                  </a:lnTo>
                  <a:lnTo>
                    <a:pt x="23" y="137"/>
                  </a:lnTo>
                  <a:lnTo>
                    <a:pt x="21" y="133"/>
                  </a:lnTo>
                  <a:lnTo>
                    <a:pt x="21" y="127"/>
                  </a:lnTo>
                  <a:lnTo>
                    <a:pt x="23" y="120"/>
                  </a:lnTo>
                  <a:lnTo>
                    <a:pt x="21" y="118"/>
                  </a:lnTo>
                  <a:lnTo>
                    <a:pt x="17" y="114"/>
                  </a:lnTo>
                  <a:lnTo>
                    <a:pt x="8" y="109"/>
                  </a:lnTo>
                  <a:lnTo>
                    <a:pt x="7" y="106"/>
                  </a:lnTo>
                  <a:lnTo>
                    <a:pt x="6" y="102"/>
                  </a:lnTo>
                  <a:lnTo>
                    <a:pt x="4" y="100"/>
                  </a:lnTo>
                  <a:lnTo>
                    <a:pt x="3" y="97"/>
                  </a:lnTo>
                  <a:lnTo>
                    <a:pt x="3" y="83"/>
                  </a:lnTo>
                  <a:lnTo>
                    <a:pt x="2" y="72"/>
                  </a:lnTo>
                  <a:lnTo>
                    <a:pt x="2" y="59"/>
                  </a:lnTo>
                  <a:lnTo>
                    <a:pt x="1" y="48"/>
                  </a:lnTo>
                  <a:lnTo>
                    <a:pt x="1" y="39"/>
                  </a:lnTo>
                  <a:lnTo>
                    <a:pt x="0" y="34"/>
                  </a:lnTo>
                  <a:lnTo>
                    <a:pt x="2" y="33"/>
                  </a:lnTo>
                  <a:lnTo>
                    <a:pt x="6" y="33"/>
                  </a:lnTo>
                  <a:lnTo>
                    <a:pt x="15" y="37"/>
                  </a:lnTo>
                  <a:lnTo>
                    <a:pt x="19" y="38"/>
                  </a:lnTo>
                  <a:lnTo>
                    <a:pt x="23" y="38"/>
                  </a:lnTo>
                  <a:lnTo>
                    <a:pt x="28" y="39"/>
                  </a:lnTo>
                  <a:lnTo>
                    <a:pt x="35" y="39"/>
                  </a:lnTo>
                  <a:lnTo>
                    <a:pt x="42" y="38"/>
                  </a:lnTo>
                  <a:lnTo>
                    <a:pt x="48" y="36"/>
                  </a:lnTo>
                  <a:lnTo>
                    <a:pt x="51" y="33"/>
                  </a:lnTo>
                  <a:lnTo>
                    <a:pt x="56" y="25"/>
                  </a:lnTo>
                  <a:lnTo>
                    <a:pt x="62" y="16"/>
                  </a:lnTo>
                  <a:lnTo>
                    <a:pt x="69" y="9"/>
                  </a:lnTo>
                  <a:lnTo>
                    <a:pt x="73" y="7"/>
                  </a:lnTo>
                  <a:lnTo>
                    <a:pt x="79" y="4"/>
                  </a:lnTo>
                  <a:lnTo>
                    <a:pt x="8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8" name="Freeform 55"/>
            <p:cNvSpPr>
              <a:spLocks/>
            </p:cNvSpPr>
            <p:nvPr/>
          </p:nvSpPr>
          <p:spPr bwMode="auto">
            <a:xfrm>
              <a:off x="3379788" y="3124200"/>
              <a:ext cx="417513" cy="354013"/>
            </a:xfrm>
            <a:custGeom>
              <a:avLst/>
              <a:gdLst/>
              <a:ahLst/>
              <a:cxnLst>
                <a:cxn ang="0">
                  <a:pos x="75" y="4"/>
                </a:cxn>
                <a:cxn ang="0">
                  <a:pos x="85" y="22"/>
                </a:cxn>
                <a:cxn ang="0">
                  <a:pos x="114" y="31"/>
                </a:cxn>
                <a:cxn ang="0">
                  <a:pos x="135" y="25"/>
                </a:cxn>
                <a:cxn ang="0">
                  <a:pos x="141" y="19"/>
                </a:cxn>
                <a:cxn ang="0">
                  <a:pos x="168" y="23"/>
                </a:cxn>
                <a:cxn ang="0">
                  <a:pos x="167" y="30"/>
                </a:cxn>
                <a:cxn ang="0">
                  <a:pos x="154" y="50"/>
                </a:cxn>
                <a:cxn ang="0">
                  <a:pos x="162" y="70"/>
                </a:cxn>
                <a:cxn ang="0">
                  <a:pos x="159" y="71"/>
                </a:cxn>
                <a:cxn ang="0">
                  <a:pos x="144" y="64"/>
                </a:cxn>
                <a:cxn ang="0">
                  <a:pos x="128" y="61"/>
                </a:cxn>
                <a:cxn ang="0">
                  <a:pos x="143" y="68"/>
                </a:cxn>
                <a:cxn ang="0">
                  <a:pos x="144" y="72"/>
                </a:cxn>
                <a:cxn ang="0">
                  <a:pos x="141" y="77"/>
                </a:cxn>
                <a:cxn ang="0">
                  <a:pos x="149" y="75"/>
                </a:cxn>
                <a:cxn ang="0">
                  <a:pos x="156" y="72"/>
                </a:cxn>
                <a:cxn ang="0">
                  <a:pos x="163" y="75"/>
                </a:cxn>
                <a:cxn ang="0">
                  <a:pos x="167" y="78"/>
                </a:cxn>
                <a:cxn ang="0">
                  <a:pos x="183" y="105"/>
                </a:cxn>
                <a:cxn ang="0">
                  <a:pos x="209" y="140"/>
                </a:cxn>
                <a:cxn ang="0">
                  <a:pos x="219" y="149"/>
                </a:cxn>
                <a:cxn ang="0">
                  <a:pos x="233" y="159"/>
                </a:cxn>
                <a:cxn ang="0">
                  <a:pos x="253" y="175"/>
                </a:cxn>
                <a:cxn ang="0">
                  <a:pos x="251" y="190"/>
                </a:cxn>
                <a:cxn ang="0">
                  <a:pos x="229" y="216"/>
                </a:cxn>
                <a:cxn ang="0">
                  <a:pos x="206" y="222"/>
                </a:cxn>
                <a:cxn ang="0">
                  <a:pos x="184" y="216"/>
                </a:cxn>
                <a:cxn ang="0">
                  <a:pos x="178" y="219"/>
                </a:cxn>
                <a:cxn ang="0">
                  <a:pos x="172" y="223"/>
                </a:cxn>
                <a:cxn ang="0">
                  <a:pos x="157" y="215"/>
                </a:cxn>
                <a:cxn ang="0">
                  <a:pos x="152" y="209"/>
                </a:cxn>
                <a:cxn ang="0">
                  <a:pos x="153" y="204"/>
                </a:cxn>
                <a:cxn ang="0">
                  <a:pos x="146" y="193"/>
                </a:cxn>
                <a:cxn ang="0">
                  <a:pos x="136" y="180"/>
                </a:cxn>
                <a:cxn ang="0">
                  <a:pos x="132" y="166"/>
                </a:cxn>
                <a:cxn ang="0">
                  <a:pos x="130" y="161"/>
                </a:cxn>
                <a:cxn ang="0">
                  <a:pos x="125" y="159"/>
                </a:cxn>
                <a:cxn ang="0">
                  <a:pos x="120" y="168"/>
                </a:cxn>
                <a:cxn ang="0">
                  <a:pos x="103" y="155"/>
                </a:cxn>
                <a:cxn ang="0">
                  <a:pos x="76" y="128"/>
                </a:cxn>
                <a:cxn ang="0">
                  <a:pos x="53" y="103"/>
                </a:cxn>
                <a:cxn ang="0">
                  <a:pos x="34" y="87"/>
                </a:cxn>
                <a:cxn ang="0">
                  <a:pos x="19" y="72"/>
                </a:cxn>
                <a:cxn ang="0">
                  <a:pos x="10" y="51"/>
                </a:cxn>
                <a:cxn ang="0">
                  <a:pos x="1" y="45"/>
                </a:cxn>
                <a:cxn ang="0">
                  <a:pos x="3" y="25"/>
                </a:cxn>
                <a:cxn ang="0">
                  <a:pos x="0" y="19"/>
                </a:cxn>
                <a:cxn ang="0">
                  <a:pos x="25" y="10"/>
                </a:cxn>
                <a:cxn ang="0">
                  <a:pos x="53" y="0"/>
                </a:cxn>
              </a:cxnLst>
              <a:rect l="0" t="0" r="r" b="b"/>
              <a:pathLst>
                <a:path w="263" h="223">
                  <a:moveTo>
                    <a:pt x="53" y="0"/>
                  </a:moveTo>
                  <a:lnTo>
                    <a:pt x="59" y="0"/>
                  </a:lnTo>
                  <a:lnTo>
                    <a:pt x="67" y="1"/>
                  </a:lnTo>
                  <a:lnTo>
                    <a:pt x="75" y="4"/>
                  </a:lnTo>
                  <a:lnTo>
                    <a:pt x="80" y="7"/>
                  </a:lnTo>
                  <a:lnTo>
                    <a:pt x="83" y="11"/>
                  </a:lnTo>
                  <a:lnTo>
                    <a:pt x="84" y="16"/>
                  </a:lnTo>
                  <a:lnTo>
                    <a:pt x="85" y="22"/>
                  </a:lnTo>
                  <a:lnTo>
                    <a:pt x="88" y="25"/>
                  </a:lnTo>
                  <a:lnTo>
                    <a:pt x="99" y="29"/>
                  </a:lnTo>
                  <a:lnTo>
                    <a:pt x="106" y="30"/>
                  </a:lnTo>
                  <a:lnTo>
                    <a:pt x="114" y="31"/>
                  </a:lnTo>
                  <a:lnTo>
                    <a:pt x="122" y="32"/>
                  </a:lnTo>
                  <a:lnTo>
                    <a:pt x="128" y="32"/>
                  </a:lnTo>
                  <a:lnTo>
                    <a:pt x="132" y="30"/>
                  </a:lnTo>
                  <a:lnTo>
                    <a:pt x="135" y="25"/>
                  </a:lnTo>
                  <a:lnTo>
                    <a:pt x="136" y="23"/>
                  </a:lnTo>
                  <a:lnTo>
                    <a:pt x="137" y="22"/>
                  </a:lnTo>
                  <a:lnTo>
                    <a:pt x="139" y="20"/>
                  </a:lnTo>
                  <a:lnTo>
                    <a:pt x="141" y="19"/>
                  </a:lnTo>
                  <a:lnTo>
                    <a:pt x="144" y="19"/>
                  </a:lnTo>
                  <a:lnTo>
                    <a:pt x="150" y="20"/>
                  </a:lnTo>
                  <a:lnTo>
                    <a:pt x="158" y="22"/>
                  </a:lnTo>
                  <a:lnTo>
                    <a:pt x="168" y="23"/>
                  </a:lnTo>
                  <a:lnTo>
                    <a:pt x="169" y="24"/>
                  </a:lnTo>
                  <a:lnTo>
                    <a:pt x="171" y="28"/>
                  </a:lnTo>
                  <a:lnTo>
                    <a:pt x="169" y="30"/>
                  </a:lnTo>
                  <a:lnTo>
                    <a:pt x="167" y="30"/>
                  </a:lnTo>
                  <a:lnTo>
                    <a:pt x="161" y="32"/>
                  </a:lnTo>
                  <a:lnTo>
                    <a:pt x="159" y="37"/>
                  </a:lnTo>
                  <a:lnTo>
                    <a:pt x="155" y="43"/>
                  </a:lnTo>
                  <a:lnTo>
                    <a:pt x="154" y="50"/>
                  </a:lnTo>
                  <a:lnTo>
                    <a:pt x="156" y="57"/>
                  </a:lnTo>
                  <a:lnTo>
                    <a:pt x="159" y="61"/>
                  </a:lnTo>
                  <a:lnTo>
                    <a:pt x="161" y="67"/>
                  </a:lnTo>
                  <a:lnTo>
                    <a:pt x="162" y="70"/>
                  </a:lnTo>
                  <a:lnTo>
                    <a:pt x="163" y="72"/>
                  </a:lnTo>
                  <a:lnTo>
                    <a:pt x="163" y="72"/>
                  </a:lnTo>
                  <a:lnTo>
                    <a:pt x="161" y="72"/>
                  </a:lnTo>
                  <a:lnTo>
                    <a:pt x="159" y="71"/>
                  </a:lnTo>
                  <a:lnTo>
                    <a:pt x="157" y="70"/>
                  </a:lnTo>
                  <a:lnTo>
                    <a:pt x="156" y="69"/>
                  </a:lnTo>
                  <a:lnTo>
                    <a:pt x="152" y="66"/>
                  </a:lnTo>
                  <a:lnTo>
                    <a:pt x="144" y="64"/>
                  </a:lnTo>
                  <a:lnTo>
                    <a:pt x="136" y="61"/>
                  </a:lnTo>
                  <a:lnTo>
                    <a:pt x="134" y="60"/>
                  </a:lnTo>
                  <a:lnTo>
                    <a:pt x="130" y="60"/>
                  </a:lnTo>
                  <a:lnTo>
                    <a:pt x="128" y="61"/>
                  </a:lnTo>
                  <a:lnTo>
                    <a:pt x="128" y="64"/>
                  </a:lnTo>
                  <a:lnTo>
                    <a:pt x="131" y="65"/>
                  </a:lnTo>
                  <a:lnTo>
                    <a:pt x="136" y="66"/>
                  </a:lnTo>
                  <a:lnTo>
                    <a:pt x="143" y="68"/>
                  </a:lnTo>
                  <a:lnTo>
                    <a:pt x="144" y="69"/>
                  </a:lnTo>
                  <a:lnTo>
                    <a:pt x="145" y="70"/>
                  </a:lnTo>
                  <a:lnTo>
                    <a:pt x="145" y="72"/>
                  </a:lnTo>
                  <a:lnTo>
                    <a:pt x="144" y="72"/>
                  </a:lnTo>
                  <a:lnTo>
                    <a:pt x="144" y="73"/>
                  </a:lnTo>
                  <a:lnTo>
                    <a:pt x="143" y="74"/>
                  </a:lnTo>
                  <a:lnTo>
                    <a:pt x="142" y="76"/>
                  </a:lnTo>
                  <a:lnTo>
                    <a:pt x="141" y="77"/>
                  </a:lnTo>
                  <a:lnTo>
                    <a:pt x="142" y="78"/>
                  </a:lnTo>
                  <a:lnTo>
                    <a:pt x="145" y="78"/>
                  </a:lnTo>
                  <a:lnTo>
                    <a:pt x="147" y="77"/>
                  </a:lnTo>
                  <a:lnTo>
                    <a:pt x="149" y="75"/>
                  </a:lnTo>
                  <a:lnTo>
                    <a:pt x="151" y="74"/>
                  </a:lnTo>
                  <a:lnTo>
                    <a:pt x="152" y="72"/>
                  </a:lnTo>
                  <a:lnTo>
                    <a:pt x="154" y="72"/>
                  </a:lnTo>
                  <a:lnTo>
                    <a:pt x="156" y="72"/>
                  </a:lnTo>
                  <a:lnTo>
                    <a:pt x="158" y="72"/>
                  </a:lnTo>
                  <a:lnTo>
                    <a:pt x="159" y="73"/>
                  </a:lnTo>
                  <a:lnTo>
                    <a:pt x="161" y="74"/>
                  </a:lnTo>
                  <a:lnTo>
                    <a:pt x="163" y="75"/>
                  </a:lnTo>
                  <a:lnTo>
                    <a:pt x="165" y="76"/>
                  </a:lnTo>
                  <a:lnTo>
                    <a:pt x="166" y="76"/>
                  </a:lnTo>
                  <a:lnTo>
                    <a:pt x="167" y="77"/>
                  </a:lnTo>
                  <a:lnTo>
                    <a:pt x="167" y="78"/>
                  </a:lnTo>
                  <a:lnTo>
                    <a:pt x="169" y="81"/>
                  </a:lnTo>
                  <a:lnTo>
                    <a:pt x="171" y="85"/>
                  </a:lnTo>
                  <a:lnTo>
                    <a:pt x="178" y="98"/>
                  </a:lnTo>
                  <a:lnTo>
                    <a:pt x="183" y="105"/>
                  </a:lnTo>
                  <a:lnTo>
                    <a:pt x="186" y="110"/>
                  </a:lnTo>
                  <a:lnTo>
                    <a:pt x="192" y="117"/>
                  </a:lnTo>
                  <a:lnTo>
                    <a:pt x="204" y="133"/>
                  </a:lnTo>
                  <a:lnTo>
                    <a:pt x="209" y="140"/>
                  </a:lnTo>
                  <a:lnTo>
                    <a:pt x="214" y="146"/>
                  </a:lnTo>
                  <a:lnTo>
                    <a:pt x="216" y="147"/>
                  </a:lnTo>
                  <a:lnTo>
                    <a:pt x="218" y="149"/>
                  </a:lnTo>
                  <a:lnTo>
                    <a:pt x="219" y="149"/>
                  </a:lnTo>
                  <a:lnTo>
                    <a:pt x="220" y="149"/>
                  </a:lnTo>
                  <a:lnTo>
                    <a:pt x="222" y="151"/>
                  </a:lnTo>
                  <a:lnTo>
                    <a:pt x="227" y="155"/>
                  </a:lnTo>
                  <a:lnTo>
                    <a:pt x="233" y="159"/>
                  </a:lnTo>
                  <a:lnTo>
                    <a:pt x="239" y="165"/>
                  </a:lnTo>
                  <a:lnTo>
                    <a:pt x="245" y="169"/>
                  </a:lnTo>
                  <a:lnTo>
                    <a:pt x="249" y="172"/>
                  </a:lnTo>
                  <a:lnTo>
                    <a:pt x="253" y="175"/>
                  </a:lnTo>
                  <a:lnTo>
                    <a:pt x="258" y="179"/>
                  </a:lnTo>
                  <a:lnTo>
                    <a:pt x="263" y="183"/>
                  </a:lnTo>
                  <a:lnTo>
                    <a:pt x="257" y="187"/>
                  </a:lnTo>
                  <a:lnTo>
                    <a:pt x="251" y="190"/>
                  </a:lnTo>
                  <a:lnTo>
                    <a:pt x="247" y="192"/>
                  </a:lnTo>
                  <a:lnTo>
                    <a:pt x="240" y="199"/>
                  </a:lnTo>
                  <a:lnTo>
                    <a:pt x="234" y="208"/>
                  </a:lnTo>
                  <a:lnTo>
                    <a:pt x="229" y="216"/>
                  </a:lnTo>
                  <a:lnTo>
                    <a:pt x="226" y="219"/>
                  </a:lnTo>
                  <a:lnTo>
                    <a:pt x="220" y="221"/>
                  </a:lnTo>
                  <a:lnTo>
                    <a:pt x="213" y="222"/>
                  </a:lnTo>
                  <a:lnTo>
                    <a:pt x="206" y="222"/>
                  </a:lnTo>
                  <a:lnTo>
                    <a:pt x="201" y="221"/>
                  </a:lnTo>
                  <a:lnTo>
                    <a:pt x="197" y="221"/>
                  </a:lnTo>
                  <a:lnTo>
                    <a:pt x="193" y="220"/>
                  </a:lnTo>
                  <a:lnTo>
                    <a:pt x="184" y="216"/>
                  </a:lnTo>
                  <a:lnTo>
                    <a:pt x="180" y="216"/>
                  </a:lnTo>
                  <a:lnTo>
                    <a:pt x="178" y="217"/>
                  </a:lnTo>
                  <a:lnTo>
                    <a:pt x="178" y="218"/>
                  </a:lnTo>
                  <a:lnTo>
                    <a:pt x="178" y="219"/>
                  </a:lnTo>
                  <a:lnTo>
                    <a:pt x="177" y="221"/>
                  </a:lnTo>
                  <a:lnTo>
                    <a:pt x="176" y="222"/>
                  </a:lnTo>
                  <a:lnTo>
                    <a:pt x="174" y="223"/>
                  </a:lnTo>
                  <a:lnTo>
                    <a:pt x="172" y="223"/>
                  </a:lnTo>
                  <a:lnTo>
                    <a:pt x="167" y="220"/>
                  </a:lnTo>
                  <a:lnTo>
                    <a:pt x="159" y="217"/>
                  </a:lnTo>
                  <a:lnTo>
                    <a:pt x="158" y="216"/>
                  </a:lnTo>
                  <a:lnTo>
                    <a:pt x="157" y="215"/>
                  </a:lnTo>
                  <a:lnTo>
                    <a:pt x="156" y="213"/>
                  </a:lnTo>
                  <a:lnTo>
                    <a:pt x="155" y="212"/>
                  </a:lnTo>
                  <a:lnTo>
                    <a:pt x="153" y="211"/>
                  </a:lnTo>
                  <a:lnTo>
                    <a:pt x="152" y="209"/>
                  </a:lnTo>
                  <a:lnTo>
                    <a:pt x="152" y="208"/>
                  </a:lnTo>
                  <a:lnTo>
                    <a:pt x="152" y="206"/>
                  </a:lnTo>
                  <a:lnTo>
                    <a:pt x="152" y="205"/>
                  </a:lnTo>
                  <a:lnTo>
                    <a:pt x="153" y="204"/>
                  </a:lnTo>
                  <a:lnTo>
                    <a:pt x="153" y="202"/>
                  </a:lnTo>
                  <a:lnTo>
                    <a:pt x="152" y="201"/>
                  </a:lnTo>
                  <a:lnTo>
                    <a:pt x="150" y="198"/>
                  </a:lnTo>
                  <a:lnTo>
                    <a:pt x="146" y="193"/>
                  </a:lnTo>
                  <a:lnTo>
                    <a:pt x="143" y="188"/>
                  </a:lnTo>
                  <a:lnTo>
                    <a:pt x="139" y="184"/>
                  </a:lnTo>
                  <a:lnTo>
                    <a:pt x="137" y="182"/>
                  </a:lnTo>
                  <a:lnTo>
                    <a:pt x="136" y="180"/>
                  </a:lnTo>
                  <a:lnTo>
                    <a:pt x="136" y="174"/>
                  </a:lnTo>
                  <a:lnTo>
                    <a:pt x="135" y="170"/>
                  </a:lnTo>
                  <a:lnTo>
                    <a:pt x="133" y="168"/>
                  </a:lnTo>
                  <a:lnTo>
                    <a:pt x="132" y="166"/>
                  </a:lnTo>
                  <a:lnTo>
                    <a:pt x="131" y="165"/>
                  </a:lnTo>
                  <a:lnTo>
                    <a:pt x="131" y="164"/>
                  </a:lnTo>
                  <a:lnTo>
                    <a:pt x="130" y="163"/>
                  </a:lnTo>
                  <a:lnTo>
                    <a:pt x="130" y="161"/>
                  </a:lnTo>
                  <a:lnTo>
                    <a:pt x="129" y="159"/>
                  </a:lnTo>
                  <a:lnTo>
                    <a:pt x="128" y="158"/>
                  </a:lnTo>
                  <a:lnTo>
                    <a:pt x="127" y="157"/>
                  </a:lnTo>
                  <a:lnTo>
                    <a:pt x="125" y="159"/>
                  </a:lnTo>
                  <a:lnTo>
                    <a:pt x="123" y="163"/>
                  </a:lnTo>
                  <a:lnTo>
                    <a:pt x="123" y="165"/>
                  </a:lnTo>
                  <a:lnTo>
                    <a:pt x="122" y="166"/>
                  </a:lnTo>
                  <a:lnTo>
                    <a:pt x="120" y="168"/>
                  </a:lnTo>
                  <a:lnTo>
                    <a:pt x="118" y="167"/>
                  </a:lnTo>
                  <a:lnTo>
                    <a:pt x="115" y="165"/>
                  </a:lnTo>
                  <a:lnTo>
                    <a:pt x="110" y="160"/>
                  </a:lnTo>
                  <a:lnTo>
                    <a:pt x="103" y="155"/>
                  </a:lnTo>
                  <a:lnTo>
                    <a:pt x="98" y="150"/>
                  </a:lnTo>
                  <a:lnTo>
                    <a:pt x="91" y="145"/>
                  </a:lnTo>
                  <a:lnTo>
                    <a:pt x="80" y="134"/>
                  </a:lnTo>
                  <a:lnTo>
                    <a:pt x="76" y="128"/>
                  </a:lnTo>
                  <a:lnTo>
                    <a:pt x="67" y="119"/>
                  </a:lnTo>
                  <a:lnTo>
                    <a:pt x="61" y="115"/>
                  </a:lnTo>
                  <a:lnTo>
                    <a:pt x="57" y="109"/>
                  </a:lnTo>
                  <a:lnTo>
                    <a:pt x="53" y="103"/>
                  </a:lnTo>
                  <a:lnTo>
                    <a:pt x="52" y="98"/>
                  </a:lnTo>
                  <a:lnTo>
                    <a:pt x="48" y="93"/>
                  </a:lnTo>
                  <a:lnTo>
                    <a:pt x="42" y="90"/>
                  </a:lnTo>
                  <a:lnTo>
                    <a:pt x="34" y="87"/>
                  </a:lnTo>
                  <a:lnTo>
                    <a:pt x="27" y="84"/>
                  </a:lnTo>
                  <a:lnTo>
                    <a:pt x="25" y="81"/>
                  </a:lnTo>
                  <a:lnTo>
                    <a:pt x="22" y="78"/>
                  </a:lnTo>
                  <a:lnTo>
                    <a:pt x="19" y="72"/>
                  </a:lnTo>
                  <a:lnTo>
                    <a:pt x="16" y="66"/>
                  </a:lnTo>
                  <a:lnTo>
                    <a:pt x="15" y="61"/>
                  </a:lnTo>
                  <a:lnTo>
                    <a:pt x="13" y="55"/>
                  </a:lnTo>
                  <a:lnTo>
                    <a:pt x="10" y="51"/>
                  </a:lnTo>
                  <a:lnTo>
                    <a:pt x="8" y="50"/>
                  </a:lnTo>
                  <a:lnTo>
                    <a:pt x="6" y="48"/>
                  </a:lnTo>
                  <a:lnTo>
                    <a:pt x="2" y="47"/>
                  </a:lnTo>
                  <a:lnTo>
                    <a:pt x="1" y="45"/>
                  </a:lnTo>
                  <a:lnTo>
                    <a:pt x="1" y="44"/>
                  </a:lnTo>
                  <a:lnTo>
                    <a:pt x="2" y="39"/>
                  </a:lnTo>
                  <a:lnTo>
                    <a:pt x="3" y="32"/>
                  </a:lnTo>
                  <a:lnTo>
                    <a:pt x="3" y="25"/>
                  </a:lnTo>
                  <a:lnTo>
                    <a:pt x="2" y="21"/>
                  </a:lnTo>
                  <a:lnTo>
                    <a:pt x="1" y="21"/>
                  </a:lnTo>
                  <a:lnTo>
                    <a:pt x="1" y="20"/>
                  </a:lnTo>
                  <a:lnTo>
                    <a:pt x="0" y="19"/>
                  </a:lnTo>
                  <a:lnTo>
                    <a:pt x="10" y="18"/>
                  </a:lnTo>
                  <a:lnTo>
                    <a:pt x="17" y="15"/>
                  </a:lnTo>
                  <a:lnTo>
                    <a:pt x="22" y="13"/>
                  </a:lnTo>
                  <a:lnTo>
                    <a:pt x="25" y="10"/>
                  </a:lnTo>
                  <a:lnTo>
                    <a:pt x="36" y="6"/>
                  </a:lnTo>
                  <a:lnTo>
                    <a:pt x="42" y="5"/>
                  </a:lnTo>
                  <a:lnTo>
                    <a:pt x="48" y="2"/>
                  </a:lnTo>
                  <a:lnTo>
                    <a:pt x="5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89" name="Freeform 56"/>
            <p:cNvSpPr>
              <a:spLocks/>
            </p:cNvSpPr>
            <p:nvPr/>
          </p:nvSpPr>
          <p:spPr bwMode="auto">
            <a:xfrm>
              <a:off x="3227388" y="2919413"/>
              <a:ext cx="419100" cy="255588"/>
            </a:xfrm>
            <a:custGeom>
              <a:avLst/>
              <a:gdLst/>
              <a:ahLst/>
              <a:cxnLst>
                <a:cxn ang="0">
                  <a:pos x="127" y="3"/>
                </a:cxn>
                <a:cxn ang="0">
                  <a:pos x="129" y="12"/>
                </a:cxn>
                <a:cxn ang="0">
                  <a:pos x="139" y="33"/>
                </a:cxn>
                <a:cxn ang="0">
                  <a:pos x="151" y="51"/>
                </a:cxn>
                <a:cxn ang="0">
                  <a:pos x="156" y="54"/>
                </a:cxn>
                <a:cxn ang="0">
                  <a:pos x="161" y="65"/>
                </a:cxn>
                <a:cxn ang="0">
                  <a:pos x="180" y="82"/>
                </a:cxn>
                <a:cxn ang="0">
                  <a:pos x="185" y="87"/>
                </a:cxn>
                <a:cxn ang="0">
                  <a:pos x="183" y="92"/>
                </a:cxn>
                <a:cxn ang="0">
                  <a:pos x="184" y="93"/>
                </a:cxn>
                <a:cxn ang="0">
                  <a:pos x="190" y="90"/>
                </a:cxn>
                <a:cxn ang="0">
                  <a:pos x="199" y="92"/>
                </a:cxn>
                <a:cxn ang="0">
                  <a:pos x="213" y="100"/>
                </a:cxn>
                <a:cxn ang="0">
                  <a:pos x="229" y="114"/>
                </a:cxn>
                <a:cxn ang="0">
                  <a:pos x="232" y="119"/>
                </a:cxn>
                <a:cxn ang="0">
                  <a:pos x="225" y="120"/>
                </a:cxn>
                <a:cxn ang="0">
                  <a:pos x="225" y="124"/>
                </a:cxn>
                <a:cxn ang="0">
                  <a:pos x="231" y="127"/>
                </a:cxn>
                <a:cxn ang="0">
                  <a:pos x="240" y="123"/>
                </a:cxn>
                <a:cxn ang="0">
                  <a:pos x="248" y="126"/>
                </a:cxn>
                <a:cxn ang="0">
                  <a:pos x="250" y="135"/>
                </a:cxn>
                <a:cxn ang="0">
                  <a:pos x="262" y="151"/>
                </a:cxn>
                <a:cxn ang="0">
                  <a:pos x="264" y="152"/>
                </a:cxn>
                <a:cxn ang="0">
                  <a:pos x="240" y="148"/>
                </a:cxn>
                <a:cxn ang="0">
                  <a:pos x="233" y="151"/>
                </a:cxn>
                <a:cxn ang="0">
                  <a:pos x="228" y="159"/>
                </a:cxn>
                <a:cxn ang="0">
                  <a:pos x="210" y="160"/>
                </a:cxn>
                <a:cxn ang="0">
                  <a:pos x="184" y="154"/>
                </a:cxn>
                <a:cxn ang="0">
                  <a:pos x="179" y="140"/>
                </a:cxn>
                <a:cxn ang="0">
                  <a:pos x="163" y="130"/>
                </a:cxn>
                <a:cxn ang="0">
                  <a:pos x="144" y="131"/>
                </a:cxn>
                <a:cxn ang="0">
                  <a:pos x="121" y="139"/>
                </a:cxn>
                <a:cxn ang="0">
                  <a:pos x="106" y="147"/>
                </a:cxn>
                <a:cxn ang="0">
                  <a:pos x="91" y="142"/>
                </a:cxn>
                <a:cxn ang="0">
                  <a:pos x="81" y="129"/>
                </a:cxn>
                <a:cxn ang="0">
                  <a:pos x="75" y="117"/>
                </a:cxn>
                <a:cxn ang="0">
                  <a:pos x="70" y="108"/>
                </a:cxn>
                <a:cxn ang="0">
                  <a:pos x="58" y="108"/>
                </a:cxn>
                <a:cxn ang="0">
                  <a:pos x="52" y="115"/>
                </a:cxn>
                <a:cxn ang="0">
                  <a:pos x="44" y="110"/>
                </a:cxn>
                <a:cxn ang="0">
                  <a:pos x="42" y="99"/>
                </a:cxn>
                <a:cxn ang="0">
                  <a:pos x="30" y="94"/>
                </a:cxn>
                <a:cxn ang="0">
                  <a:pos x="17" y="87"/>
                </a:cxn>
                <a:cxn ang="0">
                  <a:pos x="12" y="71"/>
                </a:cxn>
                <a:cxn ang="0">
                  <a:pos x="6" y="68"/>
                </a:cxn>
                <a:cxn ang="0">
                  <a:pos x="0" y="59"/>
                </a:cxn>
                <a:cxn ang="0">
                  <a:pos x="3" y="40"/>
                </a:cxn>
                <a:cxn ang="0">
                  <a:pos x="11" y="29"/>
                </a:cxn>
                <a:cxn ang="0">
                  <a:pos x="17" y="26"/>
                </a:cxn>
                <a:cxn ang="0">
                  <a:pos x="31" y="20"/>
                </a:cxn>
                <a:cxn ang="0">
                  <a:pos x="51" y="27"/>
                </a:cxn>
                <a:cxn ang="0">
                  <a:pos x="68" y="28"/>
                </a:cxn>
                <a:cxn ang="0">
                  <a:pos x="81" y="25"/>
                </a:cxn>
                <a:cxn ang="0">
                  <a:pos x="104" y="29"/>
                </a:cxn>
                <a:cxn ang="0">
                  <a:pos x="118" y="13"/>
                </a:cxn>
                <a:cxn ang="0">
                  <a:pos x="122" y="7"/>
                </a:cxn>
                <a:cxn ang="0">
                  <a:pos x="124" y="1"/>
                </a:cxn>
              </a:cxnLst>
              <a:rect l="0" t="0" r="r" b="b"/>
              <a:pathLst>
                <a:path w="264" h="161">
                  <a:moveTo>
                    <a:pt x="125" y="0"/>
                  </a:moveTo>
                  <a:lnTo>
                    <a:pt x="126" y="1"/>
                  </a:lnTo>
                  <a:lnTo>
                    <a:pt x="127" y="3"/>
                  </a:lnTo>
                  <a:lnTo>
                    <a:pt x="127" y="6"/>
                  </a:lnTo>
                  <a:lnTo>
                    <a:pt x="128" y="8"/>
                  </a:lnTo>
                  <a:lnTo>
                    <a:pt x="129" y="12"/>
                  </a:lnTo>
                  <a:lnTo>
                    <a:pt x="131" y="18"/>
                  </a:lnTo>
                  <a:lnTo>
                    <a:pt x="135" y="25"/>
                  </a:lnTo>
                  <a:lnTo>
                    <a:pt x="139" y="33"/>
                  </a:lnTo>
                  <a:lnTo>
                    <a:pt x="143" y="41"/>
                  </a:lnTo>
                  <a:lnTo>
                    <a:pt x="146" y="47"/>
                  </a:lnTo>
                  <a:lnTo>
                    <a:pt x="151" y="51"/>
                  </a:lnTo>
                  <a:lnTo>
                    <a:pt x="153" y="51"/>
                  </a:lnTo>
                  <a:lnTo>
                    <a:pt x="155" y="52"/>
                  </a:lnTo>
                  <a:lnTo>
                    <a:pt x="156" y="54"/>
                  </a:lnTo>
                  <a:lnTo>
                    <a:pt x="157" y="56"/>
                  </a:lnTo>
                  <a:lnTo>
                    <a:pt x="157" y="58"/>
                  </a:lnTo>
                  <a:lnTo>
                    <a:pt x="161" y="65"/>
                  </a:lnTo>
                  <a:lnTo>
                    <a:pt x="168" y="72"/>
                  </a:lnTo>
                  <a:lnTo>
                    <a:pt x="174" y="77"/>
                  </a:lnTo>
                  <a:lnTo>
                    <a:pt x="180" y="82"/>
                  </a:lnTo>
                  <a:lnTo>
                    <a:pt x="183" y="84"/>
                  </a:lnTo>
                  <a:lnTo>
                    <a:pt x="184" y="86"/>
                  </a:lnTo>
                  <a:lnTo>
                    <a:pt x="185" y="87"/>
                  </a:lnTo>
                  <a:lnTo>
                    <a:pt x="185" y="89"/>
                  </a:lnTo>
                  <a:lnTo>
                    <a:pt x="184" y="90"/>
                  </a:lnTo>
                  <a:lnTo>
                    <a:pt x="183" y="92"/>
                  </a:lnTo>
                  <a:lnTo>
                    <a:pt x="182" y="92"/>
                  </a:lnTo>
                  <a:lnTo>
                    <a:pt x="183" y="93"/>
                  </a:lnTo>
                  <a:lnTo>
                    <a:pt x="184" y="93"/>
                  </a:lnTo>
                  <a:lnTo>
                    <a:pt x="186" y="92"/>
                  </a:lnTo>
                  <a:lnTo>
                    <a:pt x="189" y="90"/>
                  </a:lnTo>
                  <a:lnTo>
                    <a:pt x="190" y="90"/>
                  </a:lnTo>
                  <a:lnTo>
                    <a:pt x="191" y="89"/>
                  </a:lnTo>
                  <a:lnTo>
                    <a:pt x="195" y="90"/>
                  </a:lnTo>
                  <a:lnTo>
                    <a:pt x="199" y="92"/>
                  </a:lnTo>
                  <a:lnTo>
                    <a:pt x="205" y="95"/>
                  </a:lnTo>
                  <a:lnTo>
                    <a:pt x="209" y="98"/>
                  </a:lnTo>
                  <a:lnTo>
                    <a:pt x="213" y="100"/>
                  </a:lnTo>
                  <a:lnTo>
                    <a:pt x="218" y="104"/>
                  </a:lnTo>
                  <a:lnTo>
                    <a:pt x="223" y="109"/>
                  </a:lnTo>
                  <a:lnTo>
                    <a:pt x="229" y="114"/>
                  </a:lnTo>
                  <a:lnTo>
                    <a:pt x="231" y="117"/>
                  </a:lnTo>
                  <a:lnTo>
                    <a:pt x="232" y="118"/>
                  </a:lnTo>
                  <a:lnTo>
                    <a:pt x="232" y="119"/>
                  </a:lnTo>
                  <a:lnTo>
                    <a:pt x="231" y="119"/>
                  </a:lnTo>
                  <a:lnTo>
                    <a:pt x="230" y="120"/>
                  </a:lnTo>
                  <a:lnTo>
                    <a:pt x="225" y="120"/>
                  </a:lnTo>
                  <a:lnTo>
                    <a:pt x="224" y="121"/>
                  </a:lnTo>
                  <a:lnTo>
                    <a:pt x="224" y="122"/>
                  </a:lnTo>
                  <a:lnTo>
                    <a:pt x="225" y="124"/>
                  </a:lnTo>
                  <a:lnTo>
                    <a:pt x="228" y="126"/>
                  </a:lnTo>
                  <a:lnTo>
                    <a:pt x="230" y="127"/>
                  </a:lnTo>
                  <a:lnTo>
                    <a:pt x="231" y="127"/>
                  </a:lnTo>
                  <a:lnTo>
                    <a:pt x="231" y="128"/>
                  </a:lnTo>
                  <a:lnTo>
                    <a:pt x="235" y="125"/>
                  </a:lnTo>
                  <a:lnTo>
                    <a:pt x="240" y="123"/>
                  </a:lnTo>
                  <a:lnTo>
                    <a:pt x="245" y="123"/>
                  </a:lnTo>
                  <a:lnTo>
                    <a:pt x="247" y="125"/>
                  </a:lnTo>
                  <a:lnTo>
                    <a:pt x="248" y="126"/>
                  </a:lnTo>
                  <a:lnTo>
                    <a:pt x="248" y="128"/>
                  </a:lnTo>
                  <a:lnTo>
                    <a:pt x="248" y="131"/>
                  </a:lnTo>
                  <a:lnTo>
                    <a:pt x="250" y="135"/>
                  </a:lnTo>
                  <a:lnTo>
                    <a:pt x="255" y="142"/>
                  </a:lnTo>
                  <a:lnTo>
                    <a:pt x="259" y="147"/>
                  </a:lnTo>
                  <a:lnTo>
                    <a:pt x="262" y="151"/>
                  </a:lnTo>
                  <a:lnTo>
                    <a:pt x="262" y="151"/>
                  </a:lnTo>
                  <a:lnTo>
                    <a:pt x="263" y="151"/>
                  </a:lnTo>
                  <a:lnTo>
                    <a:pt x="264" y="152"/>
                  </a:lnTo>
                  <a:lnTo>
                    <a:pt x="254" y="151"/>
                  </a:lnTo>
                  <a:lnTo>
                    <a:pt x="246" y="149"/>
                  </a:lnTo>
                  <a:lnTo>
                    <a:pt x="240" y="148"/>
                  </a:lnTo>
                  <a:lnTo>
                    <a:pt x="237" y="148"/>
                  </a:lnTo>
                  <a:lnTo>
                    <a:pt x="235" y="149"/>
                  </a:lnTo>
                  <a:lnTo>
                    <a:pt x="233" y="151"/>
                  </a:lnTo>
                  <a:lnTo>
                    <a:pt x="232" y="152"/>
                  </a:lnTo>
                  <a:lnTo>
                    <a:pt x="231" y="154"/>
                  </a:lnTo>
                  <a:lnTo>
                    <a:pt x="228" y="159"/>
                  </a:lnTo>
                  <a:lnTo>
                    <a:pt x="224" y="161"/>
                  </a:lnTo>
                  <a:lnTo>
                    <a:pt x="218" y="161"/>
                  </a:lnTo>
                  <a:lnTo>
                    <a:pt x="210" y="160"/>
                  </a:lnTo>
                  <a:lnTo>
                    <a:pt x="202" y="159"/>
                  </a:lnTo>
                  <a:lnTo>
                    <a:pt x="195" y="158"/>
                  </a:lnTo>
                  <a:lnTo>
                    <a:pt x="184" y="154"/>
                  </a:lnTo>
                  <a:lnTo>
                    <a:pt x="181" y="151"/>
                  </a:lnTo>
                  <a:lnTo>
                    <a:pt x="180" y="145"/>
                  </a:lnTo>
                  <a:lnTo>
                    <a:pt x="179" y="140"/>
                  </a:lnTo>
                  <a:lnTo>
                    <a:pt x="176" y="136"/>
                  </a:lnTo>
                  <a:lnTo>
                    <a:pt x="171" y="133"/>
                  </a:lnTo>
                  <a:lnTo>
                    <a:pt x="163" y="130"/>
                  </a:lnTo>
                  <a:lnTo>
                    <a:pt x="155" y="129"/>
                  </a:lnTo>
                  <a:lnTo>
                    <a:pt x="149" y="129"/>
                  </a:lnTo>
                  <a:lnTo>
                    <a:pt x="144" y="131"/>
                  </a:lnTo>
                  <a:lnTo>
                    <a:pt x="138" y="134"/>
                  </a:lnTo>
                  <a:lnTo>
                    <a:pt x="132" y="135"/>
                  </a:lnTo>
                  <a:lnTo>
                    <a:pt x="121" y="139"/>
                  </a:lnTo>
                  <a:lnTo>
                    <a:pt x="118" y="142"/>
                  </a:lnTo>
                  <a:lnTo>
                    <a:pt x="113" y="144"/>
                  </a:lnTo>
                  <a:lnTo>
                    <a:pt x="106" y="147"/>
                  </a:lnTo>
                  <a:lnTo>
                    <a:pt x="96" y="148"/>
                  </a:lnTo>
                  <a:lnTo>
                    <a:pt x="92" y="143"/>
                  </a:lnTo>
                  <a:lnTo>
                    <a:pt x="91" y="142"/>
                  </a:lnTo>
                  <a:lnTo>
                    <a:pt x="89" y="139"/>
                  </a:lnTo>
                  <a:lnTo>
                    <a:pt x="86" y="134"/>
                  </a:lnTo>
                  <a:lnTo>
                    <a:pt x="81" y="129"/>
                  </a:lnTo>
                  <a:lnTo>
                    <a:pt x="77" y="125"/>
                  </a:lnTo>
                  <a:lnTo>
                    <a:pt x="75" y="121"/>
                  </a:lnTo>
                  <a:lnTo>
                    <a:pt x="75" y="117"/>
                  </a:lnTo>
                  <a:lnTo>
                    <a:pt x="76" y="117"/>
                  </a:lnTo>
                  <a:lnTo>
                    <a:pt x="76" y="111"/>
                  </a:lnTo>
                  <a:lnTo>
                    <a:pt x="70" y="108"/>
                  </a:lnTo>
                  <a:lnTo>
                    <a:pt x="66" y="107"/>
                  </a:lnTo>
                  <a:lnTo>
                    <a:pt x="61" y="107"/>
                  </a:lnTo>
                  <a:lnTo>
                    <a:pt x="58" y="108"/>
                  </a:lnTo>
                  <a:lnTo>
                    <a:pt x="56" y="111"/>
                  </a:lnTo>
                  <a:lnTo>
                    <a:pt x="53" y="114"/>
                  </a:lnTo>
                  <a:lnTo>
                    <a:pt x="52" y="115"/>
                  </a:lnTo>
                  <a:lnTo>
                    <a:pt x="49" y="114"/>
                  </a:lnTo>
                  <a:lnTo>
                    <a:pt x="46" y="112"/>
                  </a:lnTo>
                  <a:lnTo>
                    <a:pt x="44" y="110"/>
                  </a:lnTo>
                  <a:lnTo>
                    <a:pt x="43" y="108"/>
                  </a:lnTo>
                  <a:lnTo>
                    <a:pt x="42" y="105"/>
                  </a:lnTo>
                  <a:lnTo>
                    <a:pt x="42" y="99"/>
                  </a:lnTo>
                  <a:lnTo>
                    <a:pt x="41" y="97"/>
                  </a:lnTo>
                  <a:lnTo>
                    <a:pt x="38" y="94"/>
                  </a:lnTo>
                  <a:lnTo>
                    <a:pt x="30" y="94"/>
                  </a:lnTo>
                  <a:lnTo>
                    <a:pt x="24" y="93"/>
                  </a:lnTo>
                  <a:lnTo>
                    <a:pt x="19" y="91"/>
                  </a:lnTo>
                  <a:lnTo>
                    <a:pt x="17" y="87"/>
                  </a:lnTo>
                  <a:lnTo>
                    <a:pt x="17" y="81"/>
                  </a:lnTo>
                  <a:lnTo>
                    <a:pt x="15" y="75"/>
                  </a:lnTo>
                  <a:lnTo>
                    <a:pt x="12" y="71"/>
                  </a:lnTo>
                  <a:lnTo>
                    <a:pt x="10" y="70"/>
                  </a:lnTo>
                  <a:lnTo>
                    <a:pt x="8" y="69"/>
                  </a:lnTo>
                  <a:lnTo>
                    <a:pt x="6" y="68"/>
                  </a:lnTo>
                  <a:lnTo>
                    <a:pt x="3" y="66"/>
                  </a:lnTo>
                  <a:lnTo>
                    <a:pt x="2" y="65"/>
                  </a:lnTo>
                  <a:lnTo>
                    <a:pt x="0" y="59"/>
                  </a:lnTo>
                  <a:lnTo>
                    <a:pt x="0" y="54"/>
                  </a:lnTo>
                  <a:lnTo>
                    <a:pt x="1" y="47"/>
                  </a:lnTo>
                  <a:lnTo>
                    <a:pt x="3" y="40"/>
                  </a:lnTo>
                  <a:lnTo>
                    <a:pt x="6" y="33"/>
                  </a:lnTo>
                  <a:lnTo>
                    <a:pt x="9" y="30"/>
                  </a:lnTo>
                  <a:lnTo>
                    <a:pt x="11" y="29"/>
                  </a:lnTo>
                  <a:lnTo>
                    <a:pt x="15" y="27"/>
                  </a:lnTo>
                  <a:lnTo>
                    <a:pt x="16" y="27"/>
                  </a:lnTo>
                  <a:lnTo>
                    <a:pt x="17" y="26"/>
                  </a:lnTo>
                  <a:lnTo>
                    <a:pt x="17" y="23"/>
                  </a:lnTo>
                  <a:lnTo>
                    <a:pt x="24" y="22"/>
                  </a:lnTo>
                  <a:lnTo>
                    <a:pt x="31" y="20"/>
                  </a:lnTo>
                  <a:lnTo>
                    <a:pt x="37" y="20"/>
                  </a:lnTo>
                  <a:lnTo>
                    <a:pt x="44" y="23"/>
                  </a:lnTo>
                  <a:lnTo>
                    <a:pt x="51" y="27"/>
                  </a:lnTo>
                  <a:lnTo>
                    <a:pt x="57" y="31"/>
                  </a:lnTo>
                  <a:lnTo>
                    <a:pt x="63" y="31"/>
                  </a:lnTo>
                  <a:lnTo>
                    <a:pt x="68" y="28"/>
                  </a:lnTo>
                  <a:lnTo>
                    <a:pt x="71" y="25"/>
                  </a:lnTo>
                  <a:lnTo>
                    <a:pt x="75" y="24"/>
                  </a:lnTo>
                  <a:lnTo>
                    <a:pt x="81" y="25"/>
                  </a:lnTo>
                  <a:lnTo>
                    <a:pt x="89" y="28"/>
                  </a:lnTo>
                  <a:lnTo>
                    <a:pt x="97" y="29"/>
                  </a:lnTo>
                  <a:lnTo>
                    <a:pt x="104" y="29"/>
                  </a:lnTo>
                  <a:lnTo>
                    <a:pt x="108" y="27"/>
                  </a:lnTo>
                  <a:lnTo>
                    <a:pt x="113" y="19"/>
                  </a:lnTo>
                  <a:lnTo>
                    <a:pt x="118" y="13"/>
                  </a:lnTo>
                  <a:lnTo>
                    <a:pt x="118" y="14"/>
                  </a:lnTo>
                  <a:lnTo>
                    <a:pt x="120" y="12"/>
                  </a:lnTo>
                  <a:lnTo>
                    <a:pt x="122" y="7"/>
                  </a:lnTo>
                  <a:lnTo>
                    <a:pt x="123" y="4"/>
                  </a:lnTo>
                  <a:lnTo>
                    <a:pt x="124" y="2"/>
                  </a:lnTo>
                  <a:lnTo>
                    <a:pt x="124" y="1"/>
                  </a:lnTo>
                  <a:lnTo>
                    <a:pt x="12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0" name="Freeform 57"/>
            <p:cNvSpPr>
              <a:spLocks/>
            </p:cNvSpPr>
            <p:nvPr/>
          </p:nvSpPr>
          <p:spPr bwMode="auto">
            <a:xfrm>
              <a:off x="3851276" y="3741738"/>
              <a:ext cx="484188" cy="360363"/>
            </a:xfrm>
            <a:custGeom>
              <a:avLst/>
              <a:gdLst/>
              <a:ahLst/>
              <a:cxnLst>
                <a:cxn ang="0">
                  <a:pos x="161" y="5"/>
                </a:cxn>
                <a:cxn ang="0">
                  <a:pos x="164" y="26"/>
                </a:cxn>
                <a:cxn ang="0">
                  <a:pos x="197" y="24"/>
                </a:cxn>
                <a:cxn ang="0">
                  <a:pos x="213" y="28"/>
                </a:cxn>
                <a:cxn ang="0">
                  <a:pos x="231" y="41"/>
                </a:cxn>
                <a:cxn ang="0">
                  <a:pos x="217" y="45"/>
                </a:cxn>
                <a:cxn ang="0">
                  <a:pos x="221" y="47"/>
                </a:cxn>
                <a:cxn ang="0">
                  <a:pos x="221" y="55"/>
                </a:cxn>
                <a:cxn ang="0">
                  <a:pos x="230" y="59"/>
                </a:cxn>
                <a:cxn ang="0">
                  <a:pos x="229" y="49"/>
                </a:cxn>
                <a:cxn ang="0">
                  <a:pos x="234" y="47"/>
                </a:cxn>
                <a:cxn ang="0">
                  <a:pos x="246" y="70"/>
                </a:cxn>
                <a:cxn ang="0">
                  <a:pos x="269" y="100"/>
                </a:cxn>
                <a:cxn ang="0">
                  <a:pos x="272" y="109"/>
                </a:cxn>
                <a:cxn ang="0">
                  <a:pos x="282" y="115"/>
                </a:cxn>
                <a:cxn ang="0">
                  <a:pos x="284" y="121"/>
                </a:cxn>
                <a:cxn ang="0">
                  <a:pos x="280" y="123"/>
                </a:cxn>
                <a:cxn ang="0">
                  <a:pos x="282" y="128"/>
                </a:cxn>
                <a:cxn ang="0">
                  <a:pos x="288" y="124"/>
                </a:cxn>
                <a:cxn ang="0">
                  <a:pos x="294" y="127"/>
                </a:cxn>
                <a:cxn ang="0">
                  <a:pos x="302" y="136"/>
                </a:cxn>
                <a:cxn ang="0">
                  <a:pos x="288" y="142"/>
                </a:cxn>
                <a:cxn ang="0">
                  <a:pos x="263" y="151"/>
                </a:cxn>
                <a:cxn ang="0">
                  <a:pos x="236" y="157"/>
                </a:cxn>
                <a:cxn ang="0">
                  <a:pos x="216" y="179"/>
                </a:cxn>
                <a:cxn ang="0">
                  <a:pos x="223" y="199"/>
                </a:cxn>
                <a:cxn ang="0">
                  <a:pos x="215" y="210"/>
                </a:cxn>
                <a:cxn ang="0">
                  <a:pos x="199" y="208"/>
                </a:cxn>
                <a:cxn ang="0">
                  <a:pos x="195" y="227"/>
                </a:cxn>
                <a:cxn ang="0">
                  <a:pos x="178" y="217"/>
                </a:cxn>
                <a:cxn ang="0">
                  <a:pos x="173" y="193"/>
                </a:cxn>
                <a:cxn ang="0">
                  <a:pos x="155" y="177"/>
                </a:cxn>
                <a:cxn ang="0">
                  <a:pos x="135" y="176"/>
                </a:cxn>
                <a:cxn ang="0">
                  <a:pos x="106" y="157"/>
                </a:cxn>
                <a:cxn ang="0">
                  <a:pos x="85" y="141"/>
                </a:cxn>
                <a:cxn ang="0">
                  <a:pos x="68" y="136"/>
                </a:cxn>
                <a:cxn ang="0">
                  <a:pos x="64" y="125"/>
                </a:cxn>
                <a:cxn ang="0">
                  <a:pos x="56" y="123"/>
                </a:cxn>
                <a:cxn ang="0">
                  <a:pos x="45" y="127"/>
                </a:cxn>
                <a:cxn ang="0">
                  <a:pos x="36" y="109"/>
                </a:cxn>
                <a:cxn ang="0">
                  <a:pos x="29" y="103"/>
                </a:cxn>
                <a:cxn ang="0">
                  <a:pos x="22" y="93"/>
                </a:cxn>
                <a:cxn ang="0">
                  <a:pos x="15" y="80"/>
                </a:cxn>
                <a:cxn ang="0">
                  <a:pos x="0" y="67"/>
                </a:cxn>
                <a:cxn ang="0">
                  <a:pos x="11" y="52"/>
                </a:cxn>
                <a:cxn ang="0">
                  <a:pos x="17" y="55"/>
                </a:cxn>
                <a:cxn ang="0">
                  <a:pos x="26" y="49"/>
                </a:cxn>
                <a:cxn ang="0">
                  <a:pos x="40" y="40"/>
                </a:cxn>
                <a:cxn ang="0">
                  <a:pos x="51" y="31"/>
                </a:cxn>
                <a:cxn ang="0">
                  <a:pos x="58" y="15"/>
                </a:cxn>
                <a:cxn ang="0">
                  <a:pos x="77" y="13"/>
                </a:cxn>
                <a:cxn ang="0">
                  <a:pos x="94" y="2"/>
                </a:cxn>
                <a:cxn ang="0">
                  <a:pos x="108" y="20"/>
                </a:cxn>
                <a:cxn ang="0">
                  <a:pos x="122" y="6"/>
                </a:cxn>
                <a:cxn ang="0">
                  <a:pos x="146" y="7"/>
                </a:cxn>
                <a:cxn ang="0">
                  <a:pos x="153" y="2"/>
                </a:cxn>
              </a:cxnLst>
              <a:rect l="0" t="0" r="r" b="b"/>
              <a:pathLst>
                <a:path w="305" h="227">
                  <a:moveTo>
                    <a:pt x="157" y="0"/>
                  </a:moveTo>
                  <a:lnTo>
                    <a:pt x="158" y="0"/>
                  </a:lnTo>
                  <a:lnTo>
                    <a:pt x="160" y="2"/>
                  </a:lnTo>
                  <a:lnTo>
                    <a:pt x="161" y="5"/>
                  </a:lnTo>
                  <a:lnTo>
                    <a:pt x="161" y="11"/>
                  </a:lnTo>
                  <a:lnTo>
                    <a:pt x="161" y="17"/>
                  </a:lnTo>
                  <a:lnTo>
                    <a:pt x="162" y="22"/>
                  </a:lnTo>
                  <a:lnTo>
                    <a:pt x="164" y="26"/>
                  </a:lnTo>
                  <a:lnTo>
                    <a:pt x="168" y="28"/>
                  </a:lnTo>
                  <a:lnTo>
                    <a:pt x="175" y="28"/>
                  </a:lnTo>
                  <a:lnTo>
                    <a:pt x="186" y="26"/>
                  </a:lnTo>
                  <a:lnTo>
                    <a:pt x="197" y="24"/>
                  </a:lnTo>
                  <a:lnTo>
                    <a:pt x="211" y="22"/>
                  </a:lnTo>
                  <a:lnTo>
                    <a:pt x="212" y="23"/>
                  </a:lnTo>
                  <a:lnTo>
                    <a:pt x="212" y="24"/>
                  </a:lnTo>
                  <a:lnTo>
                    <a:pt x="213" y="28"/>
                  </a:lnTo>
                  <a:lnTo>
                    <a:pt x="215" y="30"/>
                  </a:lnTo>
                  <a:lnTo>
                    <a:pt x="226" y="38"/>
                  </a:lnTo>
                  <a:lnTo>
                    <a:pt x="229" y="39"/>
                  </a:lnTo>
                  <a:lnTo>
                    <a:pt x="231" y="41"/>
                  </a:lnTo>
                  <a:lnTo>
                    <a:pt x="231" y="43"/>
                  </a:lnTo>
                  <a:lnTo>
                    <a:pt x="230" y="44"/>
                  </a:lnTo>
                  <a:lnTo>
                    <a:pt x="218" y="44"/>
                  </a:lnTo>
                  <a:lnTo>
                    <a:pt x="217" y="45"/>
                  </a:lnTo>
                  <a:lnTo>
                    <a:pt x="219" y="46"/>
                  </a:lnTo>
                  <a:lnTo>
                    <a:pt x="221" y="46"/>
                  </a:lnTo>
                  <a:lnTo>
                    <a:pt x="221" y="47"/>
                  </a:lnTo>
                  <a:lnTo>
                    <a:pt x="221" y="47"/>
                  </a:lnTo>
                  <a:lnTo>
                    <a:pt x="221" y="48"/>
                  </a:lnTo>
                  <a:lnTo>
                    <a:pt x="220" y="50"/>
                  </a:lnTo>
                  <a:lnTo>
                    <a:pt x="220" y="53"/>
                  </a:lnTo>
                  <a:lnTo>
                    <a:pt x="221" y="55"/>
                  </a:lnTo>
                  <a:lnTo>
                    <a:pt x="222" y="55"/>
                  </a:lnTo>
                  <a:lnTo>
                    <a:pt x="227" y="60"/>
                  </a:lnTo>
                  <a:lnTo>
                    <a:pt x="230" y="60"/>
                  </a:lnTo>
                  <a:lnTo>
                    <a:pt x="230" y="59"/>
                  </a:lnTo>
                  <a:lnTo>
                    <a:pt x="229" y="58"/>
                  </a:lnTo>
                  <a:lnTo>
                    <a:pt x="229" y="54"/>
                  </a:lnTo>
                  <a:lnTo>
                    <a:pt x="229" y="51"/>
                  </a:lnTo>
                  <a:lnTo>
                    <a:pt x="229" y="49"/>
                  </a:lnTo>
                  <a:lnTo>
                    <a:pt x="229" y="47"/>
                  </a:lnTo>
                  <a:lnTo>
                    <a:pt x="231" y="46"/>
                  </a:lnTo>
                  <a:lnTo>
                    <a:pt x="233" y="47"/>
                  </a:lnTo>
                  <a:lnTo>
                    <a:pt x="234" y="47"/>
                  </a:lnTo>
                  <a:lnTo>
                    <a:pt x="238" y="55"/>
                  </a:lnTo>
                  <a:lnTo>
                    <a:pt x="240" y="61"/>
                  </a:lnTo>
                  <a:lnTo>
                    <a:pt x="243" y="66"/>
                  </a:lnTo>
                  <a:lnTo>
                    <a:pt x="246" y="70"/>
                  </a:lnTo>
                  <a:lnTo>
                    <a:pt x="250" y="79"/>
                  </a:lnTo>
                  <a:lnTo>
                    <a:pt x="254" y="84"/>
                  </a:lnTo>
                  <a:lnTo>
                    <a:pt x="256" y="88"/>
                  </a:lnTo>
                  <a:lnTo>
                    <a:pt x="269" y="100"/>
                  </a:lnTo>
                  <a:lnTo>
                    <a:pt x="270" y="102"/>
                  </a:lnTo>
                  <a:lnTo>
                    <a:pt x="271" y="103"/>
                  </a:lnTo>
                  <a:lnTo>
                    <a:pt x="271" y="106"/>
                  </a:lnTo>
                  <a:lnTo>
                    <a:pt x="272" y="109"/>
                  </a:lnTo>
                  <a:lnTo>
                    <a:pt x="275" y="111"/>
                  </a:lnTo>
                  <a:lnTo>
                    <a:pt x="277" y="113"/>
                  </a:lnTo>
                  <a:lnTo>
                    <a:pt x="280" y="115"/>
                  </a:lnTo>
                  <a:lnTo>
                    <a:pt x="282" y="115"/>
                  </a:lnTo>
                  <a:lnTo>
                    <a:pt x="284" y="116"/>
                  </a:lnTo>
                  <a:lnTo>
                    <a:pt x="285" y="116"/>
                  </a:lnTo>
                  <a:lnTo>
                    <a:pt x="285" y="120"/>
                  </a:lnTo>
                  <a:lnTo>
                    <a:pt x="284" y="121"/>
                  </a:lnTo>
                  <a:lnTo>
                    <a:pt x="283" y="121"/>
                  </a:lnTo>
                  <a:lnTo>
                    <a:pt x="282" y="122"/>
                  </a:lnTo>
                  <a:lnTo>
                    <a:pt x="281" y="122"/>
                  </a:lnTo>
                  <a:lnTo>
                    <a:pt x="280" y="123"/>
                  </a:lnTo>
                  <a:lnTo>
                    <a:pt x="280" y="124"/>
                  </a:lnTo>
                  <a:lnTo>
                    <a:pt x="280" y="127"/>
                  </a:lnTo>
                  <a:lnTo>
                    <a:pt x="281" y="127"/>
                  </a:lnTo>
                  <a:lnTo>
                    <a:pt x="282" y="128"/>
                  </a:lnTo>
                  <a:lnTo>
                    <a:pt x="284" y="128"/>
                  </a:lnTo>
                  <a:lnTo>
                    <a:pt x="286" y="127"/>
                  </a:lnTo>
                  <a:lnTo>
                    <a:pt x="287" y="126"/>
                  </a:lnTo>
                  <a:lnTo>
                    <a:pt x="288" y="124"/>
                  </a:lnTo>
                  <a:lnTo>
                    <a:pt x="290" y="122"/>
                  </a:lnTo>
                  <a:lnTo>
                    <a:pt x="292" y="122"/>
                  </a:lnTo>
                  <a:lnTo>
                    <a:pt x="294" y="125"/>
                  </a:lnTo>
                  <a:lnTo>
                    <a:pt x="294" y="127"/>
                  </a:lnTo>
                  <a:lnTo>
                    <a:pt x="296" y="132"/>
                  </a:lnTo>
                  <a:lnTo>
                    <a:pt x="297" y="133"/>
                  </a:lnTo>
                  <a:lnTo>
                    <a:pt x="300" y="135"/>
                  </a:lnTo>
                  <a:lnTo>
                    <a:pt x="302" y="136"/>
                  </a:lnTo>
                  <a:lnTo>
                    <a:pt x="305" y="138"/>
                  </a:lnTo>
                  <a:lnTo>
                    <a:pt x="305" y="139"/>
                  </a:lnTo>
                  <a:lnTo>
                    <a:pt x="297" y="140"/>
                  </a:lnTo>
                  <a:lnTo>
                    <a:pt x="288" y="142"/>
                  </a:lnTo>
                  <a:lnTo>
                    <a:pt x="280" y="145"/>
                  </a:lnTo>
                  <a:lnTo>
                    <a:pt x="274" y="147"/>
                  </a:lnTo>
                  <a:lnTo>
                    <a:pt x="271" y="149"/>
                  </a:lnTo>
                  <a:lnTo>
                    <a:pt x="263" y="151"/>
                  </a:lnTo>
                  <a:lnTo>
                    <a:pt x="255" y="154"/>
                  </a:lnTo>
                  <a:lnTo>
                    <a:pt x="246" y="156"/>
                  </a:lnTo>
                  <a:lnTo>
                    <a:pt x="240" y="157"/>
                  </a:lnTo>
                  <a:lnTo>
                    <a:pt x="236" y="157"/>
                  </a:lnTo>
                  <a:lnTo>
                    <a:pt x="232" y="159"/>
                  </a:lnTo>
                  <a:lnTo>
                    <a:pt x="222" y="169"/>
                  </a:lnTo>
                  <a:lnTo>
                    <a:pt x="219" y="174"/>
                  </a:lnTo>
                  <a:lnTo>
                    <a:pt x="216" y="179"/>
                  </a:lnTo>
                  <a:lnTo>
                    <a:pt x="216" y="184"/>
                  </a:lnTo>
                  <a:lnTo>
                    <a:pt x="217" y="189"/>
                  </a:lnTo>
                  <a:lnTo>
                    <a:pt x="222" y="196"/>
                  </a:lnTo>
                  <a:lnTo>
                    <a:pt x="223" y="199"/>
                  </a:lnTo>
                  <a:lnTo>
                    <a:pt x="223" y="200"/>
                  </a:lnTo>
                  <a:lnTo>
                    <a:pt x="221" y="206"/>
                  </a:lnTo>
                  <a:lnTo>
                    <a:pt x="218" y="209"/>
                  </a:lnTo>
                  <a:lnTo>
                    <a:pt x="215" y="210"/>
                  </a:lnTo>
                  <a:lnTo>
                    <a:pt x="211" y="208"/>
                  </a:lnTo>
                  <a:lnTo>
                    <a:pt x="206" y="206"/>
                  </a:lnTo>
                  <a:lnTo>
                    <a:pt x="202" y="206"/>
                  </a:lnTo>
                  <a:lnTo>
                    <a:pt x="199" y="208"/>
                  </a:lnTo>
                  <a:lnTo>
                    <a:pt x="198" y="214"/>
                  </a:lnTo>
                  <a:lnTo>
                    <a:pt x="198" y="220"/>
                  </a:lnTo>
                  <a:lnTo>
                    <a:pt x="197" y="225"/>
                  </a:lnTo>
                  <a:lnTo>
                    <a:pt x="195" y="227"/>
                  </a:lnTo>
                  <a:lnTo>
                    <a:pt x="191" y="226"/>
                  </a:lnTo>
                  <a:lnTo>
                    <a:pt x="187" y="224"/>
                  </a:lnTo>
                  <a:lnTo>
                    <a:pt x="182" y="220"/>
                  </a:lnTo>
                  <a:lnTo>
                    <a:pt x="178" y="217"/>
                  </a:lnTo>
                  <a:lnTo>
                    <a:pt x="176" y="212"/>
                  </a:lnTo>
                  <a:lnTo>
                    <a:pt x="174" y="205"/>
                  </a:lnTo>
                  <a:lnTo>
                    <a:pt x="173" y="198"/>
                  </a:lnTo>
                  <a:lnTo>
                    <a:pt x="173" y="193"/>
                  </a:lnTo>
                  <a:lnTo>
                    <a:pt x="171" y="190"/>
                  </a:lnTo>
                  <a:lnTo>
                    <a:pt x="166" y="185"/>
                  </a:lnTo>
                  <a:lnTo>
                    <a:pt x="160" y="181"/>
                  </a:lnTo>
                  <a:lnTo>
                    <a:pt x="155" y="177"/>
                  </a:lnTo>
                  <a:lnTo>
                    <a:pt x="150" y="176"/>
                  </a:lnTo>
                  <a:lnTo>
                    <a:pt x="144" y="177"/>
                  </a:lnTo>
                  <a:lnTo>
                    <a:pt x="138" y="177"/>
                  </a:lnTo>
                  <a:lnTo>
                    <a:pt x="135" y="176"/>
                  </a:lnTo>
                  <a:lnTo>
                    <a:pt x="127" y="168"/>
                  </a:lnTo>
                  <a:lnTo>
                    <a:pt x="121" y="164"/>
                  </a:lnTo>
                  <a:lnTo>
                    <a:pt x="115" y="160"/>
                  </a:lnTo>
                  <a:lnTo>
                    <a:pt x="106" y="157"/>
                  </a:lnTo>
                  <a:lnTo>
                    <a:pt x="103" y="153"/>
                  </a:lnTo>
                  <a:lnTo>
                    <a:pt x="98" y="144"/>
                  </a:lnTo>
                  <a:lnTo>
                    <a:pt x="93" y="141"/>
                  </a:lnTo>
                  <a:lnTo>
                    <a:pt x="85" y="141"/>
                  </a:lnTo>
                  <a:lnTo>
                    <a:pt x="77" y="142"/>
                  </a:lnTo>
                  <a:lnTo>
                    <a:pt x="74" y="141"/>
                  </a:lnTo>
                  <a:lnTo>
                    <a:pt x="70" y="140"/>
                  </a:lnTo>
                  <a:lnTo>
                    <a:pt x="68" y="136"/>
                  </a:lnTo>
                  <a:lnTo>
                    <a:pt x="68" y="129"/>
                  </a:lnTo>
                  <a:lnTo>
                    <a:pt x="68" y="127"/>
                  </a:lnTo>
                  <a:lnTo>
                    <a:pt x="67" y="126"/>
                  </a:lnTo>
                  <a:lnTo>
                    <a:pt x="64" y="125"/>
                  </a:lnTo>
                  <a:lnTo>
                    <a:pt x="62" y="124"/>
                  </a:lnTo>
                  <a:lnTo>
                    <a:pt x="59" y="123"/>
                  </a:lnTo>
                  <a:lnTo>
                    <a:pt x="58" y="123"/>
                  </a:lnTo>
                  <a:lnTo>
                    <a:pt x="56" y="123"/>
                  </a:lnTo>
                  <a:lnTo>
                    <a:pt x="52" y="124"/>
                  </a:lnTo>
                  <a:lnTo>
                    <a:pt x="51" y="126"/>
                  </a:lnTo>
                  <a:lnTo>
                    <a:pt x="49" y="127"/>
                  </a:lnTo>
                  <a:lnTo>
                    <a:pt x="45" y="127"/>
                  </a:lnTo>
                  <a:lnTo>
                    <a:pt x="43" y="125"/>
                  </a:lnTo>
                  <a:lnTo>
                    <a:pt x="41" y="121"/>
                  </a:lnTo>
                  <a:lnTo>
                    <a:pt x="38" y="115"/>
                  </a:lnTo>
                  <a:lnTo>
                    <a:pt x="36" y="109"/>
                  </a:lnTo>
                  <a:lnTo>
                    <a:pt x="35" y="107"/>
                  </a:lnTo>
                  <a:lnTo>
                    <a:pt x="35" y="106"/>
                  </a:lnTo>
                  <a:lnTo>
                    <a:pt x="33" y="103"/>
                  </a:lnTo>
                  <a:lnTo>
                    <a:pt x="29" y="103"/>
                  </a:lnTo>
                  <a:lnTo>
                    <a:pt x="26" y="102"/>
                  </a:lnTo>
                  <a:lnTo>
                    <a:pt x="23" y="100"/>
                  </a:lnTo>
                  <a:lnTo>
                    <a:pt x="21" y="97"/>
                  </a:lnTo>
                  <a:lnTo>
                    <a:pt x="22" y="93"/>
                  </a:lnTo>
                  <a:lnTo>
                    <a:pt x="23" y="89"/>
                  </a:lnTo>
                  <a:lnTo>
                    <a:pt x="22" y="85"/>
                  </a:lnTo>
                  <a:lnTo>
                    <a:pt x="19" y="82"/>
                  </a:lnTo>
                  <a:lnTo>
                    <a:pt x="15" y="80"/>
                  </a:lnTo>
                  <a:lnTo>
                    <a:pt x="9" y="76"/>
                  </a:lnTo>
                  <a:lnTo>
                    <a:pt x="5" y="72"/>
                  </a:lnTo>
                  <a:lnTo>
                    <a:pt x="1" y="69"/>
                  </a:lnTo>
                  <a:lnTo>
                    <a:pt x="0" y="67"/>
                  </a:lnTo>
                  <a:lnTo>
                    <a:pt x="1" y="64"/>
                  </a:lnTo>
                  <a:lnTo>
                    <a:pt x="5" y="55"/>
                  </a:lnTo>
                  <a:lnTo>
                    <a:pt x="8" y="52"/>
                  </a:lnTo>
                  <a:lnTo>
                    <a:pt x="11" y="52"/>
                  </a:lnTo>
                  <a:lnTo>
                    <a:pt x="13" y="53"/>
                  </a:lnTo>
                  <a:lnTo>
                    <a:pt x="14" y="53"/>
                  </a:lnTo>
                  <a:lnTo>
                    <a:pt x="16" y="55"/>
                  </a:lnTo>
                  <a:lnTo>
                    <a:pt x="17" y="55"/>
                  </a:lnTo>
                  <a:lnTo>
                    <a:pt x="17" y="55"/>
                  </a:lnTo>
                  <a:lnTo>
                    <a:pt x="19" y="55"/>
                  </a:lnTo>
                  <a:lnTo>
                    <a:pt x="22" y="53"/>
                  </a:lnTo>
                  <a:lnTo>
                    <a:pt x="26" y="49"/>
                  </a:lnTo>
                  <a:lnTo>
                    <a:pt x="31" y="45"/>
                  </a:lnTo>
                  <a:lnTo>
                    <a:pt x="36" y="42"/>
                  </a:lnTo>
                  <a:lnTo>
                    <a:pt x="39" y="41"/>
                  </a:lnTo>
                  <a:lnTo>
                    <a:pt x="40" y="40"/>
                  </a:lnTo>
                  <a:lnTo>
                    <a:pt x="42" y="40"/>
                  </a:lnTo>
                  <a:lnTo>
                    <a:pt x="44" y="38"/>
                  </a:lnTo>
                  <a:lnTo>
                    <a:pt x="46" y="37"/>
                  </a:lnTo>
                  <a:lnTo>
                    <a:pt x="51" y="31"/>
                  </a:lnTo>
                  <a:lnTo>
                    <a:pt x="55" y="26"/>
                  </a:lnTo>
                  <a:lnTo>
                    <a:pt x="59" y="22"/>
                  </a:lnTo>
                  <a:lnTo>
                    <a:pt x="59" y="17"/>
                  </a:lnTo>
                  <a:lnTo>
                    <a:pt x="58" y="15"/>
                  </a:lnTo>
                  <a:lnTo>
                    <a:pt x="58" y="13"/>
                  </a:lnTo>
                  <a:lnTo>
                    <a:pt x="59" y="13"/>
                  </a:lnTo>
                  <a:lnTo>
                    <a:pt x="69" y="13"/>
                  </a:lnTo>
                  <a:lnTo>
                    <a:pt x="77" y="13"/>
                  </a:lnTo>
                  <a:lnTo>
                    <a:pt x="82" y="12"/>
                  </a:lnTo>
                  <a:lnTo>
                    <a:pt x="86" y="8"/>
                  </a:lnTo>
                  <a:lnTo>
                    <a:pt x="91" y="4"/>
                  </a:lnTo>
                  <a:lnTo>
                    <a:pt x="94" y="2"/>
                  </a:lnTo>
                  <a:lnTo>
                    <a:pt x="98" y="4"/>
                  </a:lnTo>
                  <a:lnTo>
                    <a:pt x="102" y="10"/>
                  </a:lnTo>
                  <a:lnTo>
                    <a:pt x="105" y="15"/>
                  </a:lnTo>
                  <a:lnTo>
                    <a:pt x="108" y="20"/>
                  </a:lnTo>
                  <a:lnTo>
                    <a:pt x="110" y="20"/>
                  </a:lnTo>
                  <a:lnTo>
                    <a:pt x="112" y="16"/>
                  </a:lnTo>
                  <a:lnTo>
                    <a:pt x="117" y="11"/>
                  </a:lnTo>
                  <a:lnTo>
                    <a:pt x="122" y="6"/>
                  </a:lnTo>
                  <a:lnTo>
                    <a:pt x="127" y="5"/>
                  </a:lnTo>
                  <a:lnTo>
                    <a:pt x="132" y="6"/>
                  </a:lnTo>
                  <a:lnTo>
                    <a:pt x="139" y="8"/>
                  </a:lnTo>
                  <a:lnTo>
                    <a:pt x="146" y="7"/>
                  </a:lnTo>
                  <a:lnTo>
                    <a:pt x="148" y="6"/>
                  </a:lnTo>
                  <a:lnTo>
                    <a:pt x="150" y="5"/>
                  </a:lnTo>
                  <a:lnTo>
                    <a:pt x="152" y="4"/>
                  </a:lnTo>
                  <a:lnTo>
                    <a:pt x="153" y="2"/>
                  </a:lnTo>
                  <a:lnTo>
                    <a:pt x="15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1" name="Freeform 58"/>
            <p:cNvSpPr>
              <a:spLocks/>
            </p:cNvSpPr>
            <p:nvPr/>
          </p:nvSpPr>
          <p:spPr bwMode="auto">
            <a:xfrm>
              <a:off x="2768601" y="1620838"/>
              <a:ext cx="331788" cy="354013"/>
            </a:xfrm>
            <a:custGeom>
              <a:avLst/>
              <a:gdLst/>
              <a:ahLst/>
              <a:cxnLst>
                <a:cxn ang="0">
                  <a:pos x="132" y="1"/>
                </a:cxn>
                <a:cxn ang="0">
                  <a:pos x="130" y="12"/>
                </a:cxn>
                <a:cxn ang="0">
                  <a:pos x="142" y="24"/>
                </a:cxn>
                <a:cxn ang="0">
                  <a:pos x="151" y="31"/>
                </a:cxn>
                <a:cxn ang="0">
                  <a:pos x="158" y="32"/>
                </a:cxn>
                <a:cxn ang="0">
                  <a:pos x="160" y="30"/>
                </a:cxn>
                <a:cxn ang="0">
                  <a:pos x="181" y="50"/>
                </a:cxn>
                <a:cxn ang="0">
                  <a:pos x="181" y="53"/>
                </a:cxn>
                <a:cxn ang="0">
                  <a:pos x="174" y="52"/>
                </a:cxn>
                <a:cxn ang="0">
                  <a:pos x="172" y="56"/>
                </a:cxn>
                <a:cxn ang="0">
                  <a:pos x="176" y="69"/>
                </a:cxn>
                <a:cxn ang="0">
                  <a:pos x="177" y="81"/>
                </a:cxn>
                <a:cxn ang="0">
                  <a:pos x="194" y="96"/>
                </a:cxn>
                <a:cxn ang="0">
                  <a:pos x="201" y="106"/>
                </a:cxn>
                <a:cxn ang="0">
                  <a:pos x="201" y="116"/>
                </a:cxn>
                <a:cxn ang="0">
                  <a:pos x="208" y="127"/>
                </a:cxn>
                <a:cxn ang="0">
                  <a:pos x="202" y="138"/>
                </a:cxn>
                <a:cxn ang="0">
                  <a:pos x="193" y="150"/>
                </a:cxn>
                <a:cxn ang="0">
                  <a:pos x="176" y="141"/>
                </a:cxn>
                <a:cxn ang="0">
                  <a:pos x="156" y="142"/>
                </a:cxn>
                <a:cxn ang="0">
                  <a:pos x="165" y="154"/>
                </a:cxn>
                <a:cxn ang="0">
                  <a:pos x="173" y="173"/>
                </a:cxn>
                <a:cxn ang="0">
                  <a:pos x="162" y="186"/>
                </a:cxn>
                <a:cxn ang="0">
                  <a:pos x="146" y="181"/>
                </a:cxn>
                <a:cxn ang="0">
                  <a:pos x="130" y="175"/>
                </a:cxn>
                <a:cxn ang="0">
                  <a:pos x="127" y="189"/>
                </a:cxn>
                <a:cxn ang="0">
                  <a:pos x="120" y="187"/>
                </a:cxn>
                <a:cxn ang="0">
                  <a:pos x="100" y="183"/>
                </a:cxn>
                <a:cxn ang="0">
                  <a:pos x="90" y="174"/>
                </a:cxn>
                <a:cxn ang="0">
                  <a:pos x="75" y="186"/>
                </a:cxn>
                <a:cxn ang="0">
                  <a:pos x="70" y="195"/>
                </a:cxn>
                <a:cxn ang="0">
                  <a:pos x="79" y="208"/>
                </a:cxn>
                <a:cxn ang="0">
                  <a:pos x="75" y="221"/>
                </a:cxn>
                <a:cxn ang="0">
                  <a:pos x="58" y="219"/>
                </a:cxn>
                <a:cxn ang="0">
                  <a:pos x="29" y="183"/>
                </a:cxn>
                <a:cxn ang="0">
                  <a:pos x="22" y="159"/>
                </a:cxn>
                <a:cxn ang="0">
                  <a:pos x="10" y="160"/>
                </a:cxn>
                <a:cxn ang="0">
                  <a:pos x="9" y="149"/>
                </a:cxn>
                <a:cxn ang="0">
                  <a:pos x="19" y="127"/>
                </a:cxn>
                <a:cxn ang="0">
                  <a:pos x="35" y="126"/>
                </a:cxn>
                <a:cxn ang="0">
                  <a:pos x="47" y="113"/>
                </a:cxn>
                <a:cxn ang="0">
                  <a:pos x="53" y="90"/>
                </a:cxn>
                <a:cxn ang="0">
                  <a:pos x="39" y="79"/>
                </a:cxn>
                <a:cxn ang="0">
                  <a:pos x="17" y="79"/>
                </a:cxn>
                <a:cxn ang="0">
                  <a:pos x="11" y="69"/>
                </a:cxn>
                <a:cxn ang="0">
                  <a:pos x="18" y="58"/>
                </a:cxn>
                <a:cxn ang="0">
                  <a:pos x="6" y="39"/>
                </a:cxn>
                <a:cxn ang="0">
                  <a:pos x="4" y="33"/>
                </a:cxn>
                <a:cxn ang="0">
                  <a:pos x="0" y="29"/>
                </a:cxn>
                <a:cxn ang="0">
                  <a:pos x="7" y="19"/>
                </a:cxn>
                <a:cxn ang="0">
                  <a:pos x="18" y="10"/>
                </a:cxn>
                <a:cxn ang="0">
                  <a:pos x="32" y="25"/>
                </a:cxn>
                <a:cxn ang="0">
                  <a:pos x="56" y="53"/>
                </a:cxn>
                <a:cxn ang="0">
                  <a:pos x="73" y="66"/>
                </a:cxn>
                <a:cxn ang="0">
                  <a:pos x="79" y="66"/>
                </a:cxn>
                <a:cxn ang="0">
                  <a:pos x="87" y="50"/>
                </a:cxn>
                <a:cxn ang="0">
                  <a:pos x="89" y="35"/>
                </a:cxn>
                <a:cxn ang="0">
                  <a:pos x="95" y="23"/>
                </a:cxn>
                <a:cxn ang="0">
                  <a:pos x="105" y="8"/>
                </a:cxn>
                <a:cxn ang="0">
                  <a:pos x="123" y="4"/>
                </a:cxn>
                <a:cxn ang="0">
                  <a:pos x="129" y="0"/>
                </a:cxn>
              </a:cxnLst>
              <a:rect l="0" t="0" r="r" b="b"/>
              <a:pathLst>
                <a:path w="209" h="223">
                  <a:moveTo>
                    <a:pt x="129" y="0"/>
                  </a:moveTo>
                  <a:lnTo>
                    <a:pt x="131" y="0"/>
                  </a:lnTo>
                  <a:lnTo>
                    <a:pt x="132" y="1"/>
                  </a:lnTo>
                  <a:lnTo>
                    <a:pt x="132" y="2"/>
                  </a:lnTo>
                  <a:lnTo>
                    <a:pt x="131" y="6"/>
                  </a:lnTo>
                  <a:lnTo>
                    <a:pt x="130" y="12"/>
                  </a:lnTo>
                  <a:lnTo>
                    <a:pt x="132" y="17"/>
                  </a:lnTo>
                  <a:lnTo>
                    <a:pt x="137" y="21"/>
                  </a:lnTo>
                  <a:lnTo>
                    <a:pt x="142" y="24"/>
                  </a:lnTo>
                  <a:lnTo>
                    <a:pt x="147" y="28"/>
                  </a:lnTo>
                  <a:lnTo>
                    <a:pt x="148" y="30"/>
                  </a:lnTo>
                  <a:lnTo>
                    <a:pt x="151" y="31"/>
                  </a:lnTo>
                  <a:lnTo>
                    <a:pt x="155" y="33"/>
                  </a:lnTo>
                  <a:lnTo>
                    <a:pt x="156" y="33"/>
                  </a:lnTo>
                  <a:lnTo>
                    <a:pt x="158" y="32"/>
                  </a:lnTo>
                  <a:lnTo>
                    <a:pt x="159" y="31"/>
                  </a:lnTo>
                  <a:lnTo>
                    <a:pt x="159" y="30"/>
                  </a:lnTo>
                  <a:lnTo>
                    <a:pt x="160" y="30"/>
                  </a:lnTo>
                  <a:lnTo>
                    <a:pt x="172" y="41"/>
                  </a:lnTo>
                  <a:lnTo>
                    <a:pt x="178" y="46"/>
                  </a:lnTo>
                  <a:lnTo>
                    <a:pt x="181" y="50"/>
                  </a:lnTo>
                  <a:lnTo>
                    <a:pt x="182" y="51"/>
                  </a:lnTo>
                  <a:lnTo>
                    <a:pt x="182" y="52"/>
                  </a:lnTo>
                  <a:lnTo>
                    <a:pt x="181" y="53"/>
                  </a:lnTo>
                  <a:lnTo>
                    <a:pt x="178" y="53"/>
                  </a:lnTo>
                  <a:lnTo>
                    <a:pt x="176" y="52"/>
                  </a:lnTo>
                  <a:lnTo>
                    <a:pt x="174" y="52"/>
                  </a:lnTo>
                  <a:lnTo>
                    <a:pt x="172" y="53"/>
                  </a:lnTo>
                  <a:lnTo>
                    <a:pt x="172" y="53"/>
                  </a:lnTo>
                  <a:lnTo>
                    <a:pt x="172" y="56"/>
                  </a:lnTo>
                  <a:lnTo>
                    <a:pt x="172" y="57"/>
                  </a:lnTo>
                  <a:lnTo>
                    <a:pt x="175" y="64"/>
                  </a:lnTo>
                  <a:lnTo>
                    <a:pt x="176" y="69"/>
                  </a:lnTo>
                  <a:lnTo>
                    <a:pt x="176" y="73"/>
                  </a:lnTo>
                  <a:lnTo>
                    <a:pt x="175" y="77"/>
                  </a:lnTo>
                  <a:lnTo>
                    <a:pt x="177" y="81"/>
                  </a:lnTo>
                  <a:lnTo>
                    <a:pt x="181" y="86"/>
                  </a:lnTo>
                  <a:lnTo>
                    <a:pt x="188" y="90"/>
                  </a:lnTo>
                  <a:lnTo>
                    <a:pt x="194" y="96"/>
                  </a:lnTo>
                  <a:lnTo>
                    <a:pt x="198" y="99"/>
                  </a:lnTo>
                  <a:lnTo>
                    <a:pt x="201" y="103"/>
                  </a:lnTo>
                  <a:lnTo>
                    <a:pt x="201" y="106"/>
                  </a:lnTo>
                  <a:lnTo>
                    <a:pt x="200" y="111"/>
                  </a:lnTo>
                  <a:lnTo>
                    <a:pt x="200" y="116"/>
                  </a:lnTo>
                  <a:lnTo>
                    <a:pt x="201" y="116"/>
                  </a:lnTo>
                  <a:lnTo>
                    <a:pt x="203" y="117"/>
                  </a:lnTo>
                  <a:lnTo>
                    <a:pt x="205" y="116"/>
                  </a:lnTo>
                  <a:lnTo>
                    <a:pt x="208" y="127"/>
                  </a:lnTo>
                  <a:lnTo>
                    <a:pt x="209" y="132"/>
                  </a:lnTo>
                  <a:lnTo>
                    <a:pt x="207" y="134"/>
                  </a:lnTo>
                  <a:lnTo>
                    <a:pt x="202" y="138"/>
                  </a:lnTo>
                  <a:lnTo>
                    <a:pt x="198" y="142"/>
                  </a:lnTo>
                  <a:lnTo>
                    <a:pt x="196" y="149"/>
                  </a:lnTo>
                  <a:lnTo>
                    <a:pt x="193" y="150"/>
                  </a:lnTo>
                  <a:lnTo>
                    <a:pt x="189" y="149"/>
                  </a:lnTo>
                  <a:lnTo>
                    <a:pt x="183" y="145"/>
                  </a:lnTo>
                  <a:lnTo>
                    <a:pt x="176" y="141"/>
                  </a:lnTo>
                  <a:lnTo>
                    <a:pt x="169" y="140"/>
                  </a:lnTo>
                  <a:lnTo>
                    <a:pt x="162" y="140"/>
                  </a:lnTo>
                  <a:lnTo>
                    <a:pt x="156" y="142"/>
                  </a:lnTo>
                  <a:lnTo>
                    <a:pt x="156" y="146"/>
                  </a:lnTo>
                  <a:lnTo>
                    <a:pt x="160" y="149"/>
                  </a:lnTo>
                  <a:lnTo>
                    <a:pt x="165" y="154"/>
                  </a:lnTo>
                  <a:lnTo>
                    <a:pt x="171" y="160"/>
                  </a:lnTo>
                  <a:lnTo>
                    <a:pt x="173" y="166"/>
                  </a:lnTo>
                  <a:lnTo>
                    <a:pt x="173" y="173"/>
                  </a:lnTo>
                  <a:lnTo>
                    <a:pt x="171" y="178"/>
                  </a:lnTo>
                  <a:lnTo>
                    <a:pt x="166" y="183"/>
                  </a:lnTo>
                  <a:lnTo>
                    <a:pt x="162" y="186"/>
                  </a:lnTo>
                  <a:lnTo>
                    <a:pt x="156" y="187"/>
                  </a:lnTo>
                  <a:lnTo>
                    <a:pt x="151" y="185"/>
                  </a:lnTo>
                  <a:lnTo>
                    <a:pt x="146" y="181"/>
                  </a:lnTo>
                  <a:lnTo>
                    <a:pt x="139" y="176"/>
                  </a:lnTo>
                  <a:lnTo>
                    <a:pt x="134" y="174"/>
                  </a:lnTo>
                  <a:lnTo>
                    <a:pt x="130" y="175"/>
                  </a:lnTo>
                  <a:lnTo>
                    <a:pt x="128" y="177"/>
                  </a:lnTo>
                  <a:lnTo>
                    <a:pt x="128" y="185"/>
                  </a:lnTo>
                  <a:lnTo>
                    <a:pt x="127" y="189"/>
                  </a:lnTo>
                  <a:lnTo>
                    <a:pt x="125" y="191"/>
                  </a:lnTo>
                  <a:lnTo>
                    <a:pt x="123" y="190"/>
                  </a:lnTo>
                  <a:lnTo>
                    <a:pt x="120" y="187"/>
                  </a:lnTo>
                  <a:lnTo>
                    <a:pt x="114" y="185"/>
                  </a:lnTo>
                  <a:lnTo>
                    <a:pt x="107" y="184"/>
                  </a:lnTo>
                  <a:lnTo>
                    <a:pt x="100" y="183"/>
                  </a:lnTo>
                  <a:lnTo>
                    <a:pt x="96" y="180"/>
                  </a:lnTo>
                  <a:lnTo>
                    <a:pt x="92" y="175"/>
                  </a:lnTo>
                  <a:lnTo>
                    <a:pt x="90" y="174"/>
                  </a:lnTo>
                  <a:lnTo>
                    <a:pt x="89" y="174"/>
                  </a:lnTo>
                  <a:lnTo>
                    <a:pt x="81" y="182"/>
                  </a:lnTo>
                  <a:lnTo>
                    <a:pt x="75" y="186"/>
                  </a:lnTo>
                  <a:lnTo>
                    <a:pt x="70" y="190"/>
                  </a:lnTo>
                  <a:lnTo>
                    <a:pt x="70" y="192"/>
                  </a:lnTo>
                  <a:lnTo>
                    <a:pt x="70" y="195"/>
                  </a:lnTo>
                  <a:lnTo>
                    <a:pt x="74" y="199"/>
                  </a:lnTo>
                  <a:lnTo>
                    <a:pt x="77" y="203"/>
                  </a:lnTo>
                  <a:lnTo>
                    <a:pt x="79" y="208"/>
                  </a:lnTo>
                  <a:lnTo>
                    <a:pt x="79" y="212"/>
                  </a:lnTo>
                  <a:lnTo>
                    <a:pt x="77" y="217"/>
                  </a:lnTo>
                  <a:lnTo>
                    <a:pt x="75" y="221"/>
                  </a:lnTo>
                  <a:lnTo>
                    <a:pt x="68" y="223"/>
                  </a:lnTo>
                  <a:lnTo>
                    <a:pt x="63" y="223"/>
                  </a:lnTo>
                  <a:lnTo>
                    <a:pt x="58" y="219"/>
                  </a:lnTo>
                  <a:lnTo>
                    <a:pt x="45" y="206"/>
                  </a:lnTo>
                  <a:lnTo>
                    <a:pt x="32" y="190"/>
                  </a:lnTo>
                  <a:lnTo>
                    <a:pt x="29" y="183"/>
                  </a:lnTo>
                  <a:lnTo>
                    <a:pt x="28" y="174"/>
                  </a:lnTo>
                  <a:lnTo>
                    <a:pt x="25" y="166"/>
                  </a:lnTo>
                  <a:lnTo>
                    <a:pt x="22" y="159"/>
                  </a:lnTo>
                  <a:lnTo>
                    <a:pt x="19" y="157"/>
                  </a:lnTo>
                  <a:lnTo>
                    <a:pt x="15" y="158"/>
                  </a:lnTo>
                  <a:lnTo>
                    <a:pt x="10" y="160"/>
                  </a:lnTo>
                  <a:lnTo>
                    <a:pt x="2" y="164"/>
                  </a:lnTo>
                  <a:lnTo>
                    <a:pt x="5" y="157"/>
                  </a:lnTo>
                  <a:lnTo>
                    <a:pt x="9" y="149"/>
                  </a:lnTo>
                  <a:lnTo>
                    <a:pt x="12" y="140"/>
                  </a:lnTo>
                  <a:lnTo>
                    <a:pt x="16" y="132"/>
                  </a:lnTo>
                  <a:lnTo>
                    <a:pt x="19" y="127"/>
                  </a:lnTo>
                  <a:lnTo>
                    <a:pt x="24" y="125"/>
                  </a:lnTo>
                  <a:lnTo>
                    <a:pt x="29" y="125"/>
                  </a:lnTo>
                  <a:lnTo>
                    <a:pt x="35" y="126"/>
                  </a:lnTo>
                  <a:lnTo>
                    <a:pt x="39" y="123"/>
                  </a:lnTo>
                  <a:lnTo>
                    <a:pt x="43" y="119"/>
                  </a:lnTo>
                  <a:lnTo>
                    <a:pt x="47" y="113"/>
                  </a:lnTo>
                  <a:lnTo>
                    <a:pt x="51" y="106"/>
                  </a:lnTo>
                  <a:lnTo>
                    <a:pt x="53" y="98"/>
                  </a:lnTo>
                  <a:lnTo>
                    <a:pt x="53" y="90"/>
                  </a:lnTo>
                  <a:lnTo>
                    <a:pt x="49" y="84"/>
                  </a:lnTo>
                  <a:lnTo>
                    <a:pt x="44" y="81"/>
                  </a:lnTo>
                  <a:lnTo>
                    <a:pt x="39" y="79"/>
                  </a:lnTo>
                  <a:lnTo>
                    <a:pt x="34" y="80"/>
                  </a:lnTo>
                  <a:lnTo>
                    <a:pt x="29" y="81"/>
                  </a:lnTo>
                  <a:lnTo>
                    <a:pt x="17" y="79"/>
                  </a:lnTo>
                  <a:lnTo>
                    <a:pt x="12" y="77"/>
                  </a:lnTo>
                  <a:lnTo>
                    <a:pt x="11" y="73"/>
                  </a:lnTo>
                  <a:lnTo>
                    <a:pt x="11" y="69"/>
                  </a:lnTo>
                  <a:lnTo>
                    <a:pt x="14" y="64"/>
                  </a:lnTo>
                  <a:lnTo>
                    <a:pt x="17" y="62"/>
                  </a:lnTo>
                  <a:lnTo>
                    <a:pt x="18" y="58"/>
                  </a:lnTo>
                  <a:lnTo>
                    <a:pt x="16" y="53"/>
                  </a:lnTo>
                  <a:lnTo>
                    <a:pt x="12" y="46"/>
                  </a:lnTo>
                  <a:lnTo>
                    <a:pt x="6" y="39"/>
                  </a:lnTo>
                  <a:lnTo>
                    <a:pt x="6" y="38"/>
                  </a:lnTo>
                  <a:lnTo>
                    <a:pt x="5" y="35"/>
                  </a:lnTo>
                  <a:lnTo>
                    <a:pt x="4" y="33"/>
                  </a:lnTo>
                  <a:lnTo>
                    <a:pt x="2" y="32"/>
                  </a:lnTo>
                  <a:lnTo>
                    <a:pt x="2" y="30"/>
                  </a:lnTo>
                  <a:lnTo>
                    <a:pt x="0" y="29"/>
                  </a:lnTo>
                  <a:lnTo>
                    <a:pt x="1" y="27"/>
                  </a:lnTo>
                  <a:lnTo>
                    <a:pt x="3" y="23"/>
                  </a:lnTo>
                  <a:lnTo>
                    <a:pt x="7" y="19"/>
                  </a:lnTo>
                  <a:lnTo>
                    <a:pt x="11" y="13"/>
                  </a:lnTo>
                  <a:lnTo>
                    <a:pt x="14" y="10"/>
                  </a:lnTo>
                  <a:lnTo>
                    <a:pt x="18" y="10"/>
                  </a:lnTo>
                  <a:lnTo>
                    <a:pt x="22" y="13"/>
                  </a:lnTo>
                  <a:lnTo>
                    <a:pt x="28" y="19"/>
                  </a:lnTo>
                  <a:lnTo>
                    <a:pt x="32" y="25"/>
                  </a:lnTo>
                  <a:lnTo>
                    <a:pt x="36" y="30"/>
                  </a:lnTo>
                  <a:lnTo>
                    <a:pt x="53" y="49"/>
                  </a:lnTo>
                  <a:lnTo>
                    <a:pt x="56" y="53"/>
                  </a:lnTo>
                  <a:lnTo>
                    <a:pt x="62" y="57"/>
                  </a:lnTo>
                  <a:lnTo>
                    <a:pt x="68" y="63"/>
                  </a:lnTo>
                  <a:lnTo>
                    <a:pt x="73" y="66"/>
                  </a:lnTo>
                  <a:lnTo>
                    <a:pt x="76" y="67"/>
                  </a:lnTo>
                  <a:lnTo>
                    <a:pt x="78" y="66"/>
                  </a:lnTo>
                  <a:lnTo>
                    <a:pt x="79" y="66"/>
                  </a:lnTo>
                  <a:lnTo>
                    <a:pt x="83" y="62"/>
                  </a:lnTo>
                  <a:lnTo>
                    <a:pt x="86" y="56"/>
                  </a:lnTo>
                  <a:lnTo>
                    <a:pt x="87" y="50"/>
                  </a:lnTo>
                  <a:lnTo>
                    <a:pt x="88" y="44"/>
                  </a:lnTo>
                  <a:lnTo>
                    <a:pt x="89" y="39"/>
                  </a:lnTo>
                  <a:lnTo>
                    <a:pt x="89" y="35"/>
                  </a:lnTo>
                  <a:lnTo>
                    <a:pt x="90" y="30"/>
                  </a:lnTo>
                  <a:lnTo>
                    <a:pt x="91" y="27"/>
                  </a:lnTo>
                  <a:lnTo>
                    <a:pt x="95" y="23"/>
                  </a:lnTo>
                  <a:lnTo>
                    <a:pt x="98" y="17"/>
                  </a:lnTo>
                  <a:lnTo>
                    <a:pt x="102" y="12"/>
                  </a:lnTo>
                  <a:lnTo>
                    <a:pt x="105" y="8"/>
                  </a:lnTo>
                  <a:lnTo>
                    <a:pt x="112" y="6"/>
                  </a:lnTo>
                  <a:lnTo>
                    <a:pt x="119" y="5"/>
                  </a:lnTo>
                  <a:lnTo>
                    <a:pt x="123" y="4"/>
                  </a:lnTo>
                  <a:lnTo>
                    <a:pt x="124" y="3"/>
                  </a:lnTo>
                  <a:lnTo>
                    <a:pt x="128" y="1"/>
                  </a:lnTo>
                  <a:lnTo>
                    <a:pt x="12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2" name="Freeform 59"/>
            <p:cNvSpPr>
              <a:spLocks/>
            </p:cNvSpPr>
            <p:nvPr/>
          </p:nvSpPr>
          <p:spPr bwMode="auto">
            <a:xfrm>
              <a:off x="2879726" y="1798638"/>
              <a:ext cx="361950" cy="301625"/>
            </a:xfrm>
            <a:custGeom>
              <a:avLst/>
              <a:gdLst/>
              <a:ahLst/>
              <a:cxnLst>
                <a:cxn ang="0">
                  <a:pos x="147" y="2"/>
                </a:cxn>
                <a:cxn ang="0">
                  <a:pos x="162" y="19"/>
                </a:cxn>
                <a:cxn ang="0">
                  <a:pos x="176" y="22"/>
                </a:cxn>
                <a:cxn ang="0">
                  <a:pos x="180" y="37"/>
                </a:cxn>
                <a:cxn ang="0">
                  <a:pos x="198" y="49"/>
                </a:cxn>
                <a:cxn ang="0">
                  <a:pos x="206" y="60"/>
                </a:cxn>
                <a:cxn ang="0">
                  <a:pos x="210" y="75"/>
                </a:cxn>
                <a:cxn ang="0">
                  <a:pos x="221" y="90"/>
                </a:cxn>
                <a:cxn ang="0">
                  <a:pos x="221" y="99"/>
                </a:cxn>
                <a:cxn ang="0">
                  <a:pos x="220" y="107"/>
                </a:cxn>
                <a:cxn ang="0">
                  <a:pos x="225" y="113"/>
                </a:cxn>
                <a:cxn ang="0">
                  <a:pos x="221" y="120"/>
                </a:cxn>
                <a:cxn ang="0">
                  <a:pos x="208" y="124"/>
                </a:cxn>
                <a:cxn ang="0">
                  <a:pos x="186" y="135"/>
                </a:cxn>
                <a:cxn ang="0">
                  <a:pos x="184" y="155"/>
                </a:cxn>
                <a:cxn ang="0">
                  <a:pos x="188" y="175"/>
                </a:cxn>
                <a:cxn ang="0">
                  <a:pos x="171" y="190"/>
                </a:cxn>
                <a:cxn ang="0">
                  <a:pos x="158" y="177"/>
                </a:cxn>
                <a:cxn ang="0">
                  <a:pos x="144" y="179"/>
                </a:cxn>
                <a:cxn ang="0">
                  <a:pos x="135" y="174"/>
                </a:cxn>
                <a:cxn ang="0">
                  <a:pos x="126" y="171"/>
                </a:cxn>
                <a:cxn ang="0">
                  <a:pos x="105" y="182"/>
                </a:cxn>
                <a:cxn ang="0">
                  <a:pos x="90" y="174"/>
                </a:cxn>
                <a:cxn ang="0">
                  <a:pos x="79" y="155"/>
                </a:cxn>
                <a:cxn ang="0">
                  <a:pos x="85" y="133"/>
                </a:cxn>
                <a:cxn ang="0">
                  <a:pos x="83" y="119"/>
                </a:cxn>
                <a:cxn ang="0">
                  <a:pos x="77" y="112"/>
                </a:cxn>
                <a:cxn ang="0">
                  <a:pos x="68" y="114"/>
                </a:cxn>
                <a:cxn ang="0">
                  <a:pos x="36" y="121"/>
                </a:cxn>
                <a:cxn ang="0">
                  <a:pos x="6" y="110"/>
                </a:cxn>
                <a:cxn ang="0">
                  <a:pos x="7" y="105"/>
                </a:cxn>
                <a:cxn ang="0">
                  <a:pos x="7" y="91"/>
                </a:cxn>
                <a:cxn ang="0">
                  <a:pos x="0" y="80"/>
                </a:cxn>
                <a:cxn ang="0">
                  <a:pos x="11" y="70"/>
                </a:cxn>
                <a:cxn ang="0">
                  <a:pos x="22" y="63"/>
                </a:cxn>
                <a:cxn ang="0">
                  <a:pos x="37" y="72"/>
                </a:cxn>
                <a:cxn ang="0">
                  <a:pos x="53" y="78"/>
                </a:cxn>
                <a:cxn ang="0">
                  <a:pos x="58" y="73"/>
                </a:cxn>
                <a:cxn ang="0">
                  <a:pos x="64" y="62"/>
                </a:cxn>
                <a:cxn ang="0">
                  <a:pos x="81" y="73"/>
                </a:cxn>
                <a:cxn ang="0">
                  <a:pos x="96" y="71"/>
                </a:cxn>
                <a:cxn ang="0">
                  <a:pos x="103" y="54"/>
                </a:cxn>
                <a:cxn ang="0">
                  <a:pos x="90" y="37"/>
                </a:cxn>
                <a:cxn ang="0">
                  <a:pos x="92" y="28"/>
                </a:cxn>
                <a:cxn ang="0">
                  <a:pos x="113" y="33"/>
                </a:cxn>
                <a:cxn ang="0">
                  <a:pos x="126" y="37"/>
                </a:cxn>
                <a:cxn ang="0">
                  <a:pos x="137" y="22"/>
                </a:cxn>
                <a:cxn ang="0">
                  <a:pos x="135" y="4"/>
                </a:cxn>
              </a:cxnLst>
              <a:rect l="0" t="0" r="r" b="b"/>
              <a:pathLst>
                <a:path w="228" h="190">
                  <a:moveTo>
                    <a:pt x="139" y="0"/>
                  </a:moveTo>
                  <a:lnTo>
                    <a:pt x="143" y="0"/>
                  </a:lnTo>
                  <a:lnTo>
                    <a:pt x="147" y="2"/>
                  </a:lnTo>
                  <a:lnTo>
                    <a:pt x="153" y="7"/>
                  </a:lnTo>
                  <a:lnTo>
                    <a:pt x="157" y="12"/>
                  </a:lnTo>
                  <a:lnTo>
                    <a:pt x="162" y="19"/>
                  </a:lnTo>
                  <a:lnTo>
                    <a:pt x="168" y="22"/>
                  </a:lnTo>
                  <a:lnTo>
                    <a:pt x="175" y="23"/>
                  </a:lnTo>
                  <a:lnTo>
                    <a:pt x="176" y="22"/>
                  </a:lnTo>
                  <a:lnTo>
                    <a:pt x="177" y="22"/>
                  </a:lnTo>
                  <a:lnTo>
                    <a:pt x="178" y="30"/>
                  </a:lnTo>
                  <a:lnTo>
                    <a:pt x="180" y="37"/>
                  </a:lnTo>
                  <a:lnTo>
                    <a:pt x="185" y="41"/>
                  </a:lnTo>
                  <a:lnTo>
                    <a:pt x="191" y="45"/>
                  </a:lnTo>
                  <a:lnTo>
                    <a:pt x="198" y="49"/>
                  </a:lnTo>
                  <a:lnTo>
                    <a:pt x="203" y="51"/>
                  </a:lnTo>
                  <a:lnTo>
                    <a:pt x="204" y="54"/>
                  </a:lnTo>
                  <a:lnTo>
                    <a:pt x="206" y="60"/>
                  </a:lnTo>
                  <a:lnTo>
                    <a:pt x="206" y="66"/>
                  </a:lnTo>
                  <a:lnTo>
                    <a:pt x="208" y="71"/>
                  </a:lnTo>
                  <a:lnTo>
                    <a:pt x="210" y="75"/>
                  </a:lnTo>
                  <a:lnTo>
                    <a:pt x="213" y="79"/>
                  </a:lnTo>
                  <a:lnTo>
                    <a:pt x="217" y="85"/>
                  </a:lnTo>
                  <a:lnTo>
                    <a:pt x="221" y="90"/>
                  </a:lnTo>
                  <a:lnTo>
                    <a:pt x="222" y="95"/>
                  </a:lnTo>
                  <a:lnTo>
                    <a:pt x="222" y="97"/>
                  </a:lnTo>
                  <a:lnTo>
                    <a:pt x="221" y="99"/>
                  </a:lnTo>
                  <a:lnTo>
                    <a:pt x="221" y="102"/>
                  </a:lnTo>
                  <a:lnTo>
                    <a:pt x="220" y="104"/>
                  </a:lnTo>
                  <a:lnTo>
                    <a:pt x="220" y="107"/>
                  </a:lnTo>
                  <a:lnTo>
                    <a:pt x="221" y="109"/>
                  </a:lnTo>
                  <a:lnTo>
                    <a:pt x="222" y="111"/>
                  </a:lnTo>
                  <a:lnTo>
                    <a:pt x="225" y="113"/>
                  </a:lnTo>
                  <a:lnTo>
                    <a:pt x="228" y="115"/>
                  </a:lnTo>
                  <a:lnTo>
                    <a:pt x="224" y="118"/>
                  </a:lnTo>
                  <a:lnTo>
                    <a:pt x="221" y="120"/>
                  </a:lnTo>
                  <a:lnTo>
                    <a:pt x="220" y="121"/>
                  </a:lnTo>
                  <a:lnTo>
                    <a:pt x="215" y="122"/>
                  </a:lnTo>
                  <a:lnTo>
                    <a:pt x="208" y="124"/>
                  </a:lnTo>
                  <a:lnTo>
                    <a:pt x="200" y="127"/>
                  </a:lnTo>
                  <a:lnTo>
                    <a:pt x="192" y="130"/>
                  </a:lnTo>
                  <a:lnTo>
                    <a:pt x="186" y="135"/>
                  </a:lnTo>
                  <a:lnTo>
                    <a:pt x="183" y="140"/>
                  </a:lnTo>
                  <a:lnTo>
                    <a:pt x="183" y="147"/>
                  </a:lnTo>
                  <a:lnTo>
                    <a:pt x="184" y="155"/>
                  </a:lnTo>
                  <a:lnTo>
                    <a:pt x="186" y="163"/>
                  </a:lnTo>
                  <a:lnTo>
                    <a:pt x="187" y="170"/>
                  </a:lnTo>
                  <a:lnTo>
                    <a:pt x="188" y="175"/>
                  </a:lnTo>
                  <a:lnTo>
                    <a:pt x="186" y="180"/>
                  </a:lnTo>
                  <a:lnTo>
                    <a:pt x="179" y="185"/>
                  </a:lnTo>
                  <a:lnTo>
                    <a:pt x="171" y="190"/>
                  </a:lnTo>
                  <a:lnTo>
                    <a:pt x="170" y="190"/>
                  </a:lnTo>
                  <a:lnTo>
                    <a:pt x="161" y="180"/>
                  </a:lnTo>
                  <a:lnTo>
                    <a:pt x="158" y="177"/>
                  </a:lnTo>
                  <a:lnTo>
                    <a:pt x="155" y="176"/>
                  </a:lnTo>
                  <a:lnTo>
                    <a:pt x="150" y="177"/>
                  </a:lnTo>
                  <a:lnTo>
                    <a:pt x="144" y="179"/>
                  </a:lnTo>
                  <a:lnTo>
                    <a:pt x="139" y="177"/>
                  </a:lnTo>
                  <a:lnTo>
                    <a:pt x="136" y="175"/>
                  </a:lnTo>
                  <a:lnTo>
                    <a:pt x="135" y="174"/>
                  </a:lnTo>
                  <a:lnTo>
                    <a:pt x="133" y="172"/>
                  </a:lnTo>
                  <a:lnTo>
                    <a:pt x="129" y="171"/>
                  </a:lnTo>
                  <a:lnTo>
                    <a:pt x="126" y="171"/>
                  </a:lnTo>
                  <a:lnTo>
                    <a:pt x="121" y="172"/>
                  </a:lnTo>
                  <a:lnTo>
                    <a:pt x="111" y="180"/>
                  </a:lnTo>
                  <a:lnTo>
                    <a:pt x="105" y="182"/>
                  </a:lnTo>
                  <a:lnTo>
                    <a:pt x="101" y="182"/>
                  </a:lnTo>
                  <a:lnTo>
                    <a:pt x="95" y="180"/>
                  </a:lnTo>
                  <a:lnTo>
                    <a:pt x="90" y="174"/>
                  </a:lnTo>
                  <a:lnTo>
                    <a:pt x="85" y="168"/>
                  </a:lnTo>
                  <a:lnTo>
                    <a:pt x="80" y="161"/>
                  </a:lnTo>
                  <a:lnTo>
                    <a:pt x="79" y="155"/>
                  </a:lnTo>
                  <a:lnTo>
                    <a:pt x="80" y="148"/>
                  </a:lnTo>
                  <a:lnTo>
                    <a:pt x="83" y="140"/>
                  </a:lnTo>
                  <a:lnTo>
                    <a:pt x="85" y="133"/>
                  </a:lnTo>
                  <a:lnTo>
                    <a:pt x="86" y="126"/>
                  </a:lnTo>
                  <a:lnTo>
                    <a:pt x="85" y="121"/>
                  </a:lnTo>
                  <a:lnTo>
                    <a:pt x="83" y="119"/>
                  </a:lnTo>
                  <a:lnTo>
                    <a:pt x="81" y="115"/>
                  </a:lnTo>
                  <a:lnTo>
                    <a:pt x="78" y="113"/>
                  </a:lnTo>
                  <a:lnTo>
                    <a:pt x="77" y="112"/>
                  </a:lnTo>
                  <a:lnTo>
                    <a:pt x="74" y="111"/>
                  </a:lnTo>
                  <a:lnTo>
                    <a:pt x="72" y="112"/>
                  </a:lnTo>
                  <a:lnTo>
                    <a:pt x="68" y="114"/>
                  </a:lnTo>
                  <a:lnTo>
                    <a:pt x="51" y="121"/>
                  </a:lnTo>
                  <a:lnTo>
                    <a:pt x="43" y="122"/>
                  </a:lnTo>
                  <a:lnTo>
                    <a:pt x="36" y="121"/>
                  </a:lnTo>
                  <a:lnTo>
                    <a:pt x="28" y="119"/>
                  </a:lnTo>
                  <a:lnTo>
                    <a:pt x="18" y="116"/>
                  </a:lnTo>
                  <a:lnTo>
                    <a:pt x="6" y="110"/>
                  </a:lnTo>
                  <a:lnTo>
                    <a:pt x="5" y="110"/>
                  </a:lnTo>
                  <a:lnTo>
                    <a:pt x="5" y="109"/>
                  </a:lnTo>
                  <a:lnTo>
                    <a:pt x="7" y="105"/>
                  </a:lnTo>
                  <a:lnTo>
                    <a:pt x="9" y="100"/>
                  </a:lnTo>
                  <a:lnTo>
                    <a:pt x="9" y="96"/>
                  </a:lnTo>
                  <a:lnTo>
                    <a:pt x="7" y="91"/>
                  </a:lnTo>
                  <a:lnTo>
                    <a:pt x="4" y="87"/>
                  </a:lnTo>
                  <a:lnTo>
                    <a:pt x="0" y="83"/>
                  </a:lnTo>
                  <a:lnTo>
                    <a:pt x="0" y="80"/>
                  </a:lnTo>
                  <a:lnTo>
                    <a:pt x="0" y="78"/>
                  </a:lnTo>
                  <a:lnTo>
                    <a:pt x="5" y="74"/>
                  </a:lnTo>
                  <a:lnTo>
                    <a:pt x="11" y="70"/>
                  </a:lnTo>
                  <a:lnTo>
                    <a:pt x="19" y="62"/>
                  </a:lnTo>
                  <a:lnTo>
                    <a:pt x="20" y="62"/>
                  </a:lnTo>
                  <a:lnTo>
                    <a:pt x="22" y="63"/>
                  </a:lnTo>
                  <a:lnTo>
                    <a:pt x="26" y="68"/>
                  </a:lnTo>
                  <a:lnTo>
                    <a:pt x="30" y="71"/>
                  </a:lnTo>
                  <a:lnTo>
                    <a:pt x="37" y="72"/>
                  </a:lnTo>
                  <a:lnTo>
                    <a:pt x="44" y="73"/>
                  </a:lnTo>
                  <a:lnTo>
                    <a:pt x="50" y="75"/>
                  </a:lnTo>
                  <a:lnTo>
                    <a:pt x="53" y="78"/>
                  </a:lnTo>
                  <a:lnTo>
                    <a:pt x="55" y="79"/>
                  </a:lnTo>
                  <a:lnTo>
                    <a:pt x="57" y="77"/>
                  </a:lnTo>
                  <a:lnTo>
                    <a:pt x="58" y="73"/>
                  </a:lnTo>
                  <a:lnTo>
                    <a:pt x="58" y="65"/>
                  </a:lnTo>
                  <a:lnTo>
                    <a:pt x="60" y="63"/>
                  </a:lnTo>
                  <a:lnTo>
                    <a:pt x="64" y="62"/>
                  </a:lnTo>
                  <a:lnTo>
                    <a:pt x="69" y="64"/>
                  </a:lnTo>
                  <a:lnTo>
                    <a:pt x="76" y="69"/>
                  </a:lnTo>
                  <a:lnTo>
                    <a:pt x="81" y="73"/>
                  </a:lnTo>
                  <a:lnTo>
                    <a:pt x="86" y="75"/>
                  </a:lnTo>
                  <a:lnTo>
                    <a:pt x="92" y="74"/>
                  </a:lnTo>
                  <a:lnTo>
                    <a:pt x="96" y="71"/>
                  </a:lnTo>
                  <a:lnTo>
                    <a:pt x="101" y="66"/>
                  </a:lnTo>
                  <a:lnTo>
                    <a:pt x="103" y="61"/>
                  </a:lnTo>
                  <a:lnTo>
                    <a:pt x="103" y="54"/>
                  </a:lnTo>
                  <a:lnTo>
                    <a:pt x="101" y="48"/>
                  </a:lnTo>
                  <a:lnTo>
                    <a:pt x="95" y="42"/>
                  </a:lnTo>
                  <a:lnTo>
                    <a:pt x="90" y="37"/>
                  </a:lnTo>
                  <a:lnTo>
                    <a:pt x="86" y="34"/>
                  </a:lnTo>
                  <a:lnTo>
                    <a:pt x="86" y="30"/>
                  </a:lnTo>
                  <a:lnTo>
                    <a:pt x="92" y="28"/>
                  </a:lnTo>
                  <a:lnTo>
                    <a:pt x="99" y="28"/>
                  </a:lnTo>
                  <a:lnTo>
                    <a:pt x="106" y="29"/>
                  </a:lnTo>
                  <a:lnTo>
                    <a:pt x="113" y="33"/>
                  </a:lnTo>
                  <a:lnTo>
                    <a:pt x="119" y="37"/>
                  </a:lnTo>
                  <a:lnTo>
                    <a:pt x="123" y="38"/>
                  </a:lnTo>
                  <a:lnTo>
                    <a:pt x="126" y="37"/>
                  </a:lnTo>
                  <a:lnTo>
                    <a:pt x="128" y="30"/>
                  </a:lnTo>
                  <a:lnTo>
                    <a:pt x="132" y="26"/>
                  </a:lnTo>
                  <a:lnTo>
                    <a:pt x="137" y="22"/>
                  </a:lnTo>
                  <a:lnTo>
                    <a:pt x="139" y="20"/>
                  </a:lnTo>
                  <a:lnTo>
                    <a:pt x="138" y="15"/>
                  </a:lnTo>
                  <a:lnTo>
                    <a:pt x="135" y="4"/>
                  </a:lnTo>
                  <a:lnTo>
                    <a:pt x="13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3" name="Freeform 60"/>
            <p:cNvSpPr>
              <a:spLocks/>
            </p:cNvSpPr>
            <p:nvPr/>
          </p:nvSpPr>
          <p:spPr bwMode="auto">
            <a:xfrm>
              <a:off x="3151188" y="1981200"/>
              <a:ext cx="177800" cy="249238"/>
            </a:xfrm>
            <a:custGeom>
              <a:avLst/>
              <a:gdLst/>
              <a:ahLst/>
              <a:cxnLst>
                <a:cxn ang="0">
                  <a:pos x="63" y="6"/>
                </a:cxn>
                <a:cxn ang="0">
                  <a:pos x="76" y="17"/>
                </a:cxn>
                <a:cxn ang="0">
                  <a:pos x="88" y="28"/>
                </a:cxn>
                <a:cxn ang="0">
                  <a:pos x="94" y="45"/>
                </a:cxn>
                <a:cxn ang="0">
                  <a:pos x="96" y="53"/>
                </a:cxn>
                <a:cxn ang="0">
                  <a:pos x="99" y="54"/>
                </a:cxn>
                <a:cxn ang="0">
                  <a:pos x="102" y="55"/>
                </a:cxn>
                <a:cxn ang="0">
                  <a:pos x="108" y="59"/>
                </a:cxn>
                <a:cxn ang="0">
                  <a:pos x="111" y="72"/>
                </a:cxn>
                <a:cxn ang="0">
                  <a:pos x="109" y="78"/>
                </a:cxn>
                <a:cxn ang="0">
                  <a:pos x="103" y="82"/>
                </a:cxn>
                <a:cxn ang="0">
                  <a:pos x="101" y="87"/>
                </a:cxn>
                <a:cxn ang="0">
                  <a:pos x="99" y="92"/>
                </a:cxn>
                <a:cxn ang="0">
                  <a:pos x="92" y="100"/>
                </a:cxn>
                <a:cxn ang="0">
                  <a:pos x="90" y="108"/>
                </a:cxn>
                <a:cxn ang="0">
                  <a:pos x="92" y="116"/>
                </a:cxn>
                <a:cxn ang="0">
                  <a:pos x="91" y="134"/>
                </a:cxn>
                <a:cxn ang="0">
                  <a:pos x="96" y="155"/>
                </a:cxn>
                <a:cxn ang="0">
                  <a:pos x="91" y="157"/>
                </a:cxn>
                <a:cxn ang="0">
                  <a:pos x="84" y="152"/>
                </a:cxn>
                <a:cxn ang="0">
                  <a:pos x="70" y="151"/>
                </a:cxn>
                <a:cxn ang="0">
                  <a:pos x="56" y="151"/>
                </a:cxn>
                <a:cxn ang="0">
                  <a:pos x="47" y="145"/>
                </a:cxn>
                <a:cxn ang="0">
                  <a:pos x="26" y="133"/>
                </a:cxn>
                <a:cxn ang="0">
                  <a:pos x="17" y="125"/>
                </a:cxn>
                <a:cxn ang="0">
                  <a:pos x="11" y="109"/>
                </a:cxn>
                <a:cxn ang="0">
                  <a:pos x="9" y="97"/>
                </a:cxn>
                <a:cxn ang="0">
                  <a:pos x="0" y="75"/>
                </a:cxn>
                <a:cxn ang="0">
                  <a:pos x="15" y="65"/>
                </a:cxn>
                <a:cxn ang="0">
                  <a:pos x="16" y="55"/>
                </a:cxn>
                <a:cxn ang="0">
                  <a:pos x="13" y="40"/>
                </a:cxn>
                <a:cxn ang="0">
                  <a:pos x="12" y="25"/>
                </a:cxn>
                <a:cxn ang="0">
                  <a:pos x="21" y="15"/>
                </a:cxn>
                <a:cxn ang="0">
                  <a:pos x="37" y="9"/>
                </a:cxn>
                <a:cxn ang="0">
                  <a:pos x="49" y="6"/>
                </a:cxn>
                <a:cxn ang="0">
                  <a:pos x="53" y="3"/>
                </a:cxn>
              </a:cxnLst>
              <a:rect l="0" t="0" r="r" b="b"/>
              <a:pathLst>
                <a:path w="112" h="157">
                  <a:moveTo>
                    <a:pt x="57" y="0"/>
                  </a:moveTo>
                  <a:lnTo>
                    <a:pt x="63" y="6"/>
                  </a:lnTo>
                  <a:lnTo>
                    <a:pt x="70" y="12"/>
                  </a:lnTo>
                  <a:lnTo>
                    <a:pt x="76" y="17"/>
                  </a:lnTo>
                  <a:lnTo>
                    <a:pt x="82" y="22"/>
                  </a:lnTo>
                  <a:lnTo>
                    <a:pt x="88" y="28"/>
                  </a:lnTo>
                  <a:lnTo>
                    <a:pt x="92" y="36"/>
                  </a:lnTo>
                  <a:lnTo>
                    <a:pt x="94" y="45"/>
                  </a:lnTo>
                  <a:lnTo>
                    <a:pt x="96" y="51"/>
                  </a:lnTo>
                  <a:lnTo>
                    <a:pt x="96" y="53"/>
                  </a:lnTo>
                  <a:lnTo>
                    <a:pt x="98" y="54"/>
                  </a:lnTo>
                  <a:lnTo>
                    <a:pt x="99" y="54"/>
                  </a:lnTo>
                  <a:lnTo>
                    <a:pt x="101" y="55"/>
                  </a:lnTo>
                  <a:lnTo>
                    <a:pt x="102" y="55"/>
                  </a:lnTo>
                  <a:lnTo>
                    <a:pt x="104" y="56"/>
                  </a:lnTo>
                  <a:lnTo>
                    <a:pt x="108" y="59"/>
                  </a:lnTo>
                  <a:lnTo>
                    <a:pt x="110" y="67"/>
                  </a:lnTo>
                  <a:lnTo>
                    <a:pt x="111" y="72"/>
                  </a:lnTo>
                  <a:lnTo>
                    <a:pt x="112" y="75"/>
                  </a:lnTo>
                  <a:lnTo>
                    <a:pt x="109" y="78"/>
                  </a:lnTo>
                  <a:lnTo>
                    <a:pt x="106" y="80"/>
                  </a:lnTo>
                  <a:lnTo>
                    <a:pt x="103" y="82"/>
                  </a:lnTo>
                  <a:lnTo>
                    <a:pt x="102" y="85"/>
                  </a:lnTo>
                  <a:lnTo>
                    <a:pt x="101" y="87"/>
                  </a:lnTo>
                  <a:lnTo>
                    <a:pt x="101" y="89"/>
                  </a:lnTo>
                  <a:lnTo>
                    <a:pt x="99" y="92"/>
                  </a:lnTo>
                  <a:lnTo>
                    <a:pt x="96" y="97"/>
                  </a:lnTo>
                  <a:lnTo>
                    <a:pt x="92" y="100"/>
                  </a:lnTo>
                  <a:lnTo>
                    <a:pt x="90" y="104"/>
                  </a:lnTo>
                  <a:lnTo>
                    <a:pt x="90" y="108"/>
                  </a:lnTo>
                  <a:lnTo>
                    <a:pt x="92" y="112"/>
                  </a:lnTo>
                  <a:lnTo>
                    <a:pt x="92" y="116"/>
                  </a:lnTo>
                  <a:lnTo>
                    <a:pt x="90" y="127"/>
                  </a:lnTo>
                  <a:lnTo>
                    <a:pt x="91" y="134"/>
                  </a:lnTo>
                  <a:lnTo>
                    <a:pt x="96" y="149"/>
                  </a:lnTo>
                  <a:lnTo>
                    <a:pt x="96" y="155"/>
                  </a:lnTo>
                  <a:lnTo>
                    <a:pt x="93" y="157"/>
                  </a:lnTo>
                  <a:lnTo>
                    <a:pt x="91" y="157"/>
                  </a:lnTo>
                  <a:lnTo>
                    <a:pt x="87" y="155"/>
                  </a:lnTo>
                  <a:lnTo>
                    <a:pt x="84" y="152"/>
                  </a:lnTo>
                  <a:lnTo>
                    <a:pt x="81" y="151"/>
                  </a:lnTo>
                  <a:lnTo>
                    <a:pt x="70" y="151"/>
                  </a:lnTo>
                  <a:lnTo>
                    <a:pt x="63" y="152"/>
                  </a:lnTo>
                  <a:lnTo>
                    <a:pt x="56" y="151"/>
                  </a:lnTo>
                  <a:lnTo>
                    <a:pt x="51" y="150"/>
                  </a:lnTo>
                  <a:lnTo>
                    <a:pt x="47" y="145"/>
                  </a:lnTo>
                  <a:lnTo>
                    <a:pt x="33" y="136"/>
                  </a:lnTo>
                  <a:lnTo>
                    <a:pt x="26" y="133"/>
                  </a:lnTo>
                  <a:lnTo>
                    <a:pt x="22" y="130"/>
                  </a:lnTo>
                  <a:lnTo>
                    <a:pt x="17" y="125"/>
                  </a:lnTo>
                  <a:lnTo>
                    <a:pt x="11" y="117"/>
                  </a:lnTo>
                  <a:lnTo>
                    <a:pt x="11" y="109"/>
                  </a:lnTo>
                  <a:lnTo>
                    <a:pt x="10" y="104"/>
                  </a:lnTo>
                  <a:lnTo>
                    <a:pt x="9" y="97"/>
                  </a:lnTo>
                  <a:lnTo>
                    <a:pt x="4" y="81"/>
                  </a:lnTo>
                  <a:lnTo>
                    <a:pt x="0" y="75"/>
                  </a:lnTo>
                  <a:lnTo>
                    <a:pt x="8" y="70"/>
                  </a:lnTo>
                  <a:lnTo>
                    <a:pt x="15" y="65"/>
                  </a:lnTo>
                  <a:lnTo>
                    <a:pt x="17" y="60"/>
                  </a:lnTo>
                  <a:lnTo>
                    <a:pt x="16" y="55"/>
                  </a:lnTo>
                  <a:lnTo>
                    <a:pt x="15" y="48"/>
                  </a:lnTo>
                  <a:lnTo>
                    <a:pt x="13" y="40"/>
                  </a:lnTo>
                  <a:lnTo>
                    <a:pt x="12" y="32"/>
                  </a:lnTo>
                  <a:lnTo>
                    <a:pt x="12" y="25"/>
                  </a:lnTo>
                  <a:lnTo>
                    <a:pt x="15" y="20"/>
                  </a:lnTo>
                  <a:lnTo>
                    <a:pt x="21" y="15"/>
                  </a:lnTo>
                  <a:lnTo>
                    <a:pt x="29" y="12"/>
                  </a:lnTo>
                  <a:lnTo>
                    <a:pt x="37" y="9"/>
                  </a:lnTo>
                  <a:lnTo>
                    <a:pt x="44" y="7"/>
                  </a:lnTo>
                  <a:lnTo>
                    <a:pt x="49" y="6"/>
                  </a:lnTo>
                  <a:lnTo>
                    <a:pt x="50" y="5"/>
                  </a:lnTo>
                  <a:lnTo>
                    <a:pt x="53" y="3"/>
                  </a:lnTo>
                  <a:lnTo>
                    <a:pt x="5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4" name="Freeform 61"/>
            <p:cNvSpPr>
              <a:spLocks/>
            </p:cNvSpPr>
            <p:nvPr/>
          </p:nvSpPr>
          <p:spPr bwMode="auto">
            <a:xfrm>
              <a:off x="2665413" y="1870075"/>
              <a:ext cx="565150" cy="468313"/>
            </a:xfrm>
            <a:custGeom>
              <a:avLst/>
              <a:gdLst/>
              <a:ahLst/>
              <a:cxnLst>
                <a:cxn ang="0">
                  <a:pos x="93" y="17"/>
                </a:cxn>
                <a:cxn ang="0">
                  <a:pos x="123" y="62"/>
                </a:cxn>
                <a:cxn ang="0">
                  <a:pos x="141" y="65"/>
                </a:cxn>
                <a:cxn ang="0">
                  <a:pos x="178" y="77"/>
                </a:cxn>
                <a:cxn ang="0">
                  <a:pos x="209" y="66"/>
                </a:cxn>
                <a:cxn ang="0">
                  <a:pos x="218" y="74"/>
                </a:cxn>
                <a:cxn ang="0">
                  <a:pos x="218" y="95"/>
                </a:cxn>
                <a:cxn ang="0">
                  <a:pos x="220" y="123"/>
                </a:cxn>
                <a:cxn ang="0">
                  <a:pos x="240" y="137"/>
                </a:cxn>
                <a:cxn ang="0">
                  <a:pos x="264" y="126"/>
                </a:cxn>
                <a:cxn ang="0">
                  <a:pos x="274" y="132"/>
                </a:cxn>
                <a:cxn ang="0">
                  <a:pos x="293" y="132"/>
                </a:cxn>
                <a:cxn ang="0">
                  <a:pos x="314" y="166"/>
                </a:cxn>
                <a:cxn ang="0">
                  <a:pos x="314" y="203"/>
                </a:cxn>
                <a:cxn ang="0">
                  <a:pos x="337" y="228"/>
                </a:cxn>
                <a:cxn ang="0">
                  <a:pos x="356" y="247"/>
                </a:cxn>
                <a:cxn ang="0">
                  <a:pos x="339" y="262"/>
                </a:cxn>
                <a:cxn ang="0">
                  <a:pos x="312" y="261"/>
                </a:cxn>
                <a:cxn ang="0">
                  <a:pos x="308" y="284"/>
                </a:cxn>
                <a:cxn ang="0">
                  <a:pos x="295" y="295"/>
                </a:cxn>
                <a:cxn ang="0">
                  <a:pos x="268" y="281"/>
                </a:cxn>
                <a:cxn ang="0">
                  <a:pos x="263" y="279"/>
                </a:cxn>
                <a:cxn ang="0">
                  <a:pos x="248" y="271"/>
                </a:cxn>
                <a:cxn ang="0">
                  <a:pos x="239" y="261"/>
                </a:cxn>
                <a:cxn ang="0">
                  <a:pos x="225" y="255"/>
                </a:cxn>
                <a:cxn ang="0">
                  <a:pos x="217" y="247"/>
                </a:cxn>
                <a:cxn ang="0">
                  <a:pos x="212" y="245"/>
                </a:cxn>
                <a:cxn ang="0">
                  <a:pos x="199" y="229"/>
                </a:cxn>
                <a:cxn ang="0">
                  <a:pos x="188" y="221"/>
                </a:cxn>
                <a:cxn ang="0">
                  <a:pos x="169" y="216"/>
                </a:cxn>
                <a:cxn ang="0">
                  <a:pos x="160" y="220"/>
                </a:cxn>
                <a:cxn ang="0">
                  <a:pos x="154" y="228"/>
                </a:cxn>
                <a:cxn ang="0">
                  <a:pos x="143" y="229"/>
                </a:cxn>
                <a:cxn ang="0">
                  <a:pos x="125" y="235"/>
                </a:cxn>
                <a:cxn ang="0">
                  <a:pos x="120" y="239"/>
                </a:cxn>
                <a:cxn ang="0">
                  <a:pos x="112" y="242"/>
                </a:cxn>
                <a:cxn ang="0">
                  <a:pos x="107" y="251"/>
                </a:cxn>
                <a:cxn ang="0">
                  <a:pos x="108" y="256"/>
                </a:cxn>
                <a:cxn ang="0">
                  <a:pos x="101" y="262"/>
                </a:cxn>
                <a:cxn ang="0">
                  <a:pos x="96" y="271"/>
                </a:cxn>
                <a:cxn ang="0">
                  <a:pos x="98" y="278"/>
                </a:cxn>
                <a:cxn ang="0">
                  <a:pos x="84" y="273"/>
                </a:cxn>
                <a:cxn ang="0">
                  <a:pos x="69" y="261"/>
                </a:cxn>
                <a:cxn ang="0">
                  <a:pos x="52" y="254"/>
                </a:cxn>
                <a:cxn ang="0">
                  <a:pos x="44" y="245"/>
                </a:cxn>
                <a:cxn ang="0">
                  <a:pos x="35" y="254"/>
                </a:cxn>
                <a:cxn ang="0">
                  <a:pos x="19" y="245"/>
                </a:cxn>
                <a:cxn ang="0">
                  <a:pos x="0" y="240"/>
                </a:cxn>
                <a:cxn ang="0">
                  <a:pos x="12" y="209"/>
                </a:cxn>
                <a:cxn ang="0">
                  <a:pos x="19" y="204"/>
                </a:cxn>
                <a:cxn ang="0">
                  <a:pos x="17" y="192"/>
                </a:cxn>
                <a:cxn ang="0">
                  <a:pos x="24" y="189"/>
                </a:cxn>
                <a:cxn ang="0">
                  <a:pos x="50" y="195"/>
                </a:cxn>
                <a:cxn ang="0">
                  <a:pos x="42" y="178"/>
                </a:cxn>
                <a:cxn ang="0">
                  <a:pos x="49" y="150"/>
                </a:cxn>
                <a:cxn ang="0">
                  <a:pos x="37" y="127"/>
                </a:cxn>
                <a:cxn ang="0">
                  <a:pos x="52" y="113"/>
                </a:cxn>
                <a:cxn ang="0">
                  <a:pos x="69" y="82"/>
                </a:cxn>
                <a:cxn ang="0">
                  <a:pos x="72" y="38"/>
                </a:cxn>
                <a:cxn ang="0">
                  <a:pos x="66" y="13"/>
                </a:cxn>
                <a:cxn ang="0">
                  <a:pos x="75" y="3"/>
                </a:cxn>
              </a:cxnLst>
              <a:rect l="0" t="0" r="r" b="b"/>
              <a:pathLst>
                <a:path w="356" h="295">
                  <a:moveTo>
                    <a:pt x="84" y="0"/>
                  </a:moveTo>
                  <a:lnTo>
                    <a:pt x="87" y="2"/>
                  </a:lnTo>
                  <a:lnTo>
                    <a:pt x="90" y="9"/>
                  </a:lnTo>
                  <a:lnTo>
                    <a:pt x="93" y="17"/>
                  </a:lnTo>
                  <a:lnTo>
                    <a:pt x="94" y="26"/>
                  </a:lnTo>
                  <a:lnTo>
                    <a:pt x="97" y="33"/>
                  </a:lnTo>
                  <a:lnTo>
                    <a:pt x="110" y="49"/>
                  </a:lnTo>
                  <a:lnTo>
                    <a:pt x="123" y="62"/>
                  </a:lnTo>
                  <a:lnTo>
                    <a:pt x="127" y="66"/>
                  </a:lnTo>
                  <a:lnTo>
                    <a:pt x="131" y="67"/>
                  </a:lnTo>
                  <a:lnTo>
                    <a:pt x="138" y="65"/>
                  </a:lnTo>
                  <a:lnTo>
                    <a:pt x="141" y="65"/>
                  </a:lnTo>
                  <a:lnTo>
                    <a:pt x="153" y="71"/>
                  </a:lnTo>
                  <a:lnTo>
                    <a:pt x="163" y="74"/>
                  </a:lnTo>
                  <a:lnTo>
                    <a:pt x="171" y="76"/>
                  </a:lnTo>
                  <a:lnTo>
                    <a:pt x="178" y="77"/>
                  </a:lnTo>
                  <a:lnTo>
                    <a:pt x="186" y="76"/>
                  </a:lnTo>
                  <a:lnTo>
                    <a:pt x="203" y="69"/>
                  </a:lnTo>
                  <a:lnTo>
                    <a:pt x="207" y="67"/>
                  </a:lnTo>
                  <a:lnTo>
                    <a:pt x="209" y="66"/>
                  </a:lnTo>
                  <a:lnTo>
                    <a:pt x="212" y="67"/>
                  </a:lnTo>
                  <a:lnTo>
                    <a:pt x="213" y="68"/>
                  </a:lnTo>
                  <a:lnTo>
                    <a:pt x="216" y="70"/>
                  </a:lnTo>
                  <a:lnTo>
                    <a:pt x="218" y="74"/>
                  </a:lnTo>
                  <a:lnTo>
                    <a:pt x="220" y="76"/>
                  </a:lnTo>
                  <a:lnTo>
                    <a:pt x="221" y="81"/>
                  </a:lnTo>
                  <a:lnTo>
                    <a:pt x="220" y="88"/>
                  </a:lnTo>
                  <a:lnTo>
                    <a:pt x="218" y="95"/>
                  </a:lnTo>
                  <a:lnTo>
                    <a:pt x="215" y="103"/>
                  </a:lnTo>
                  <a:lnTo>
                    <a:pt x="214" y="110"/>
                  </a:lnTo>
                  <a:lnTo>
                    <a:pt x="215" y="116"/>
                  </a:lnTo>
                  <a:lnTo>
                    <a:pt x="220" y="123"/>
                  </a:lnTo>
                  <a:lnTo>
                    <a:pt x="225" y="129"/>
                  </a:lnTo>
                  <a:lnTo>
                    <a:pt x="230" y="135"/>
                  </a:lnTo>
                  <a:lnTo>
                    <a:pt x="236" y="137"/>
                  </a:lnTo>
                  <a:lnTo>
                    <a:pt x="240" y="137"/>
                  </a:lnTo>
                  <a:lnTo>
                    <a:pt x="246" y="135"/>
                  </a:lnTo>
                  <a:lnTo>
                    <a:pt x="256" y="127"/>
                  </a:lnTo>
                  <a:lnTo>
                    <a:pt x="261" y="126"/>
                  </a:lnTo>
                  <a:lnTo>
                    <a:pt x="264" y="126"/>
                  </a:lnTo>
                  <a:lnTo>
                    <a:pt x="268" y="127"/>
                  </a:lnTo>
                  <a:lnTo>
                    <a:pt x="270" y="129"/>
                  </a:lnTo>
                  <a:lnTo>
                    <a:pt x="271" y="130"/>
                  </a:lnTo>
                  <a:lnTo>
                    <a:pt x="274" y="132"/>
                  </a:lnTo>
                  <a:lnTo>
                    <a:pt x="279" y="134"/>
                  </a:lnTo>
                  <a:lnTo>
                    <a:pt x="285" y="132"/>
                  </a:lnTo>
                  <a:lnTo>
                    <a:pt x="290" y="131"/>
                  </a:lnTo>
                  <a:lnTo>
                    <a:pt x="293" y="132"/>
                  </a:lnTo>
                  <a:lnTo>
                    <a:pt x="296" y="135"/>
                  </a:lnTo>
                  <a:lnTo>
                    <a:pt x="305" y="145"/>
                  </a:lnTo>
                  <a:lnTo>
                    <a:pt x="309" y="150"/>
                  </a:lnTo>
                  <a:lnTo>
                    <a:pt x="314" y="166"/>
                  </a:lnTo>
                  <a:lnTo>
                    <a:pt x="316" y="174"/>
                  </a:lnTo>
                  <a:lnTo>
                    <a:pt x="317" y="179"/>
                  </a:lnTo>
                  <a:lnTo>
                    <a:pt x="317" y="189"/>
                  </a:lnTo>
                  <a:lnTo>
                    <a:pt x="314" y="203"/>
                  </a:lnTo>
                  <a:lnTo>
                    <a:pt x="316" y="208"/>
                  </a:lnTo>
                  <a:lnTo>
                    <a:pt x="322" y="214"/>
                  </a:lnTo>
                  <a:lnTo>
                    <a:pt x="329" y="220"/>
                  </a:lnTo>
                  <a:lnTo>
                    <a:pt x="337" y="228"/>
                  </a:lnTo>
                  <a:lnTo>
                    <a:pt x="345" y="234"/>
                  </a:lnTo>
                  <a:lnTo>
                    <a:pt x="351" y="239"/>
                  </a:lnTo>
                  <a:lnTo>
                    <a:pt x="355" y="243"/>
                  </a:lnTo>
                  <a:lnTo>
                    <a:pt x="356" y="247"/>
                  </a:lnTo>
                  <a:lnTo>
                    <a:pt x="353" y="252"/>
                  </a:lnTo>
                  <a:lnTo>
                    <a:pt x="349" y="256"/>
                  </a:lnTo>
                  <a:lnTo>
                    <a:pt x="344" y="261"/>
                  </a:lnTo>
                  <a:lnTo>
                    <a:pt x="339" y="262"/>
                  </a:lnTo>
                  <a:lnTo>
                    <a:pt x="333" y="263"/>
                  </a:lnTo>
                  <a:lnTo>
                    <a:pt x="325" y="262"/>
                  </a:lnTo>
                  <a:lnTo>
                    <a:pt x="318" y="261"/>
                  </a:lnTo>
                  <a:lnTo>
                    <a:pt x="312" y="261"/>
                  </a:lnTo>
                  <a:lnTo>
                    <a:pt x="308" y="262"/>
                  </a:lnTo>
                  <a:lnTo>
                    <a:pt x="307" y="268"/>
                  </a:lnTo>
                  <a:lnTo>
                    <a:pt x="307" y="275"/>
                  </a:lnTo>
                  <a:lnTo>
                    <a:pt x="308" y="284"/>
                  </a:lnTo>
                  <a:lnTo>
                    <a:pt x="305" y="287"/>
                  </a:lnTo>
                  <a:lnTo>
                    <a:pt x="303" y="290"/>
                  </a:lnTo>
                  <a:lnTo>
                    <a:pt x="299" y="293"/>
                  </a:lnTo>
                  <a:lnTo>
                    <a:pt x="295" y="295"/>
                  </a:lnTo>
                  <a:lnTo>
                    <a:pt x="289" y="294"/>
                  </a:lnTo>
                  <a:lnTo>
                    <a:pt x="279" y="287"/>
                  </a:lnTo>
                  <a:lnTo>
                    <a:pt x="274" y="283"/>
                  </a:lnTo>
                  <a:lnTo>
                    <a:pt x="268" y="281"/>
                  </a:lnTo>
                  <a:lnTo>
                    <a:pt x="269" y="280"/>
                  </a:lnTo>
                  <a:lnTo>
                    <a:pt x="269" y="279"/>
                  </a:lnTo>
                  <a:lnTo>
                    <a:pt x="264" y="279"/>
                  </a:lnTo>
                  <a:lnTo>
                    <a:pt x="263" y="279"/>
                  </a:lnTo>
                  <a:lnTo>
                    <a:pt x="260" y="279"/>
                  </a:lnTo>
                  <a:lnTo>
                    <a:pt x="257" y="278"/>
                  </a:lnTo>
                  <a:lnTo>
                    <a:pt x="254" y="276"/>
                  </a:lnTo>
                  <a:lnTo>
                    <a:pt x="248" y="271"/>
                  </a:lnTo>
                  <a:lnTo>
                    <a:pt x="243" y="268"/>
                  </a:lnTo>
                  <a:lnTo>
                    <a:pt x="240" y="264"/>
                  </a:lnTo>
                  <a:lnTo>
                    <a:pt x="240" y="262"/>
                  </a:lnTo>
                  <a:lnTo>
                    <a:pt x="239" y="261"/>
                  </a:lnTo>
                  <a:lnTo>
                    <a:pt x="237" y="259"/>
                  </a:lnTo>
                  <a:lnTo>
                    <a:pt x="234" y="257"/>
                  </a:lnTo>
                  <a:lnTo>
                    <a:pt x="230" y="256"/>
                  </a:lnTo>
                  <a:lnTo>
                    <a:pt x="225" y="255"/>
                  </a:lnTo>
                  <a:lnTo>
                    <a:pt x="220" y="254"/>
                  </a:lnTo>
                  <a:lnTo>
                    <a:pt x="219" y="251"/>
                  </a:lnTo>
                  <a:lnTo>
                    <a:pt x="219" y="249"/>
                  </a:lnTo>
                  <a:lnTo>
                    <a:pt x="217" y="247"/>
                  </a:lnTo>
                  <a:lnTo>
                    <a:pt x="215" y="247"/>
                  </a:lnTo>
                  <a:lnTo>
                    <a:pt x="214" y="246"/>
                  </a:lnTo>
                  <a:lnTo>
                    <a:pt x="212" y="245"/>
                  </a:lnTo>
                  <a:lnTo>
                    <a:pt x="212" y="245"/>
                  </a:lnTo>
                  <a:lnTo>
                    <a:pt x="209" y="241"/>
                  </a:lnTo>
                  <a:lnTo>
                    <a:pt x="206" y="236"/>
                  </a:lnTo>
                  <a:lnTo>
                    <a:pt x="203" y="231"/>
                  </a:lnTo>
                  <a:lnTo>
                    <a:pt x="199" y="229"/>
                  </a:lnTo>
                  <a:lnTo>
                    <a:pt x="197" y="229"/>
                  </a:lnTo>
                  <a:lnTo>
                    <a:pt x="194" y="226"/>
                  </a:lnTo>
                  <a:lnTo>
                    <a:pt x="192" y="225"/>
                  </a:lnTo>
                  <a:lnTo>
                    <a:pt x="188" y="221"/>
                  </a:lnTo>
                  <a:lnTo>
                    <a:pt x="186" y="221"/>
                  </a:lnTo>
                  <a:lnTo>
                    <a:pt x="181" y="220"/>
                  </a:lnTo>
                  <a:lnTo>
                    <a:pt x="175" y="218"/>
                  </a:lnTo>
                  <a:lnTo>
                    <a:pt x="169" y="216"/>
                  </a:lnTo>
                  <a:lnTo>
                    <a:pt x="164" y="215"/>
                  </a:lnTo>
                  <a:lnTo>
                    <a:pt x="163" y="216"/>
                  </a:lnTo>
                  <a:lnTo>
                    <a:pt x="161" y="217"/>
                  </a:lnTo>
                  <a:lnTo>
                    <a:pt x="160" y="220"/>
                  </a:lnTo>
                  <a:lnTo>
                    <a:pt x="159" y="221"/>
                  </a:lnTo>
                  <a:lnTo>
                    <a:pt x="157" y="224"/>
                  </a:lnTo>
                  <a:lnTo>
                    <a:pt x="155" y="226"/>
                  </a:lnTo>
                  <a:lnTo>
                    <a:pt x="154" y="228"/>
                  </a:lnTo>
                  <a:lnTo>
                    <a:pt x="152" y="228"/>
                  </a:lnTo>
                  <a:lnTo>
                    <a:pt x="147" y="228"/>
                  </a:lnTo>
                  <a:lnTo>
                    <a:pt x="144" y="229"/>
                  </a:lnTo>
                  <a:lnTo>
                    <a:pt x="143" y="229"/>
                  </a:lnTo>
                  <a:lnTo>
                    <a:pt x="137" y="232"/>
                  </a:lnTo>
                  <a:lnTo>
                    <a:pt x="132" y="234"/>
                  </a:lnTo>
                  <a:lnTo>
                    <a:pt x="127" y="235"/>
                  </a:lnTo>
                  <a:lnTo>
                    <a:pt x="125" y="235"/>
                  </a:lnTo>
                  <a:lnTo>
                    <a:pt x="124" y="236"/>
                  </a:lnTo>
                  <a:lnTo>
                    <a:pt x="122" y="237"/>
                  </a:lnTo>
                  <a:lnTo>
                    <a:pt x="121" y="238"/>
                  </a:lnTo>
                  <a:lnTo>
                    <a:pt x="120" y="239"/>
                  </a:lnTo>
                  <a:lnTo>
                    <a:pt x="118" y="240"/>
                  </a:lnTo>
                  <a:lnTo>
                    <a:pt x="117" y="240"/>
                  </a:lnTo>
                  <a:lnTo>
                    <a:pt x="115" y="241"/>
                  </a:lnTo>
                  <a:lnTo>
                    <a:pt x="112" y="242"/>
                  </a:lnTo>
                  <a:lnTo>
                    <a:pt x="110" y="245"/>
                  </a:lnTo>
                  <a:lnTo>
                    <a:pt x="110" y="247"/>
                  </a:lnTo>
                  <a:lnTo>
                    <a:pt x="108" y="249"/>
                  </a:lnTo>
                  <a:lnTo>
                    <a:pt x="107" y="251"/>
                  </a:lnTo>
                  <a:lnTo>
                    <a:pt x="106" y="252"/>
                  </a:lnTo>
                  <a:lnTo>
                    <a:pt x="107" y="254"/>
                  </a:lnTo>
                  <a:lnTo>
                    <a:pt x="107" y="255"/>
                  </a:lnTo>
                  <a:lnTo>
                    <a:pt x="108" y="256"/>
                  </a:lnTo>
                  <a:lnTo>
                    <a:pt x="109" y="258"/>
                  </a:lnTo>
                  <a:lnTo>
                    <a:pt x="107" y="260"/>
                  </a:lnTo>
                  <a:lnTo>
                    <a:pt x="104" y="261"/>
                  </a:lnTo>
                  <a:lnTo>
                    <a:pt x="101" y="262"/>
                  </a:lnTo>
                  <a:lnTo>
                    <a:pt x="98" y="264"/>
                  </a:lnTo>
                  <a:lnTo>
                    <a:pt x="96" y="267"/>
                  </a:lnTo>
                  <a:lnTo>
                    <a:pt x="95" y="269"/>
                  </a:lnTo>
                  <a:lnTo>
                    <a:pt x="96" y="271"/>
                  </a:lnTo>
                  <a:lnTo>
                    <a:pt x="97" y="271"/>
                  </a:lnTo>
                  <a:lnTo>
                    <a:pt x="97" y="273"/>
                  </a:lnTo>
                  <a:lnTo>
                    <a:pt x="98" y="275"/>
                  </a:lnTo>
                  <a:lnTo>
                    <a:pt x="98" y="278"/>
                  </a:lnTo>
                  <a:lnTo>
                    <a:pt x="96" y="279"/>
                  </a:lnTo>
                  <a:lnTo>
                    <a:pt x="93" y="279"/>
                  </a:lnTo>
                  <a:lnTo>
                    <a:pt x="88" y="278"/>
                  </a:lnTo>
                  <a:lnTo>
                    <a:pt x="84" y="273"/>
                  </a:lnTo>
                  <a:lnTo>
                    <a:pt x="79" y="268"/>
                  </a:lnTo>
                  <a:lnTo>
                    <a:pt x="76" y="263"/>
                  </a:lnTo>
                  <a:lnTo>
                    <a:pt x="73" y="261"/>
                  </a:lnTo>
                  <a:lnTo>
                    <a:pt x="69" y="261"/>
                  </a:lnTo>
                  <a:lnTo>
                    <a:pt x="59" y="259"/>
                  </a:lnTo>
                  <a:lnTo>
                    <a:pt x="55" y="257"/>
                  </a:lnTo>
                  <a:lnTo>
                    <a:pt x="54" y="255"/>
                  </a:lnTo>
                  <a:lnTo>
                    <a:pt x="52" y="254"/>
                  </a:lnTo>
                  <a:lnTo>
                    <a:pt x="50" y="251"/>
                  </a:lnTo>
                  <a:lnTo>
                    <a:pt x="49" y="249"/>
                  </a:lnTo>
                  <a:lnTo>
                    <a:pt x="48" y="246"/>
                  </a:lnTo>
                  <a:lnTo>
                    <a:pt x="44" y="245"/>
                  </a:lnTo>
                  <a:lnTo>
                    <a:pt x="43" y="245"/>
                  </a:lnTo>
                  <a:lnTo>
                    <a:pt x="41" y="247"/>
                  </a:lnTo>
                  <a:lnTo>
                    <a:pt x="39" y="250"/>
                  </a:lnTo>
                  <a:lnTo>
                    <a:pt x="35" y="254"/>
                  </a:lnTo>
                  <a:lnTo>
                    <a:pt x="30" y="254"/>
                  </a:lnTo>
                  <a:lnTo>
                    <a:pt x="27" y="251"/>
                  </a:lnTo>
                  <a:lnTo>
                    <a:pt x="24" y="249"/>
                  </a:lnTo>
                  <a:lnTo>
                    <a:pt x="19" y="245"/>
                  </a:lnTo>
                  <a:lnTo>
                    <a:pt x="16" y="244"/>
                  </a:lnTo>
                  <a:lnTo>
                    <a:pt x="8" y="244"/>
                  </a:lnTo>
                  <a:lnTo>
                    <a:pt x="3" y="242"/>
                  </a:lnTo>
                  <a:lnTo>
                    <a:pt x="0" y="240"/>
                  </a:lnTo>
                  <a:lnTo>
                    <a:pt x="3" y="229"/>
                  </a:lnTo>
                  <a:lnTo>
                    <a:pt x="6" y="220"/>
                  </a:lnTo>
                  <a:lnTo>
                    <a:pt x="9" y="212"/>
                  </a:lnTo>
                  <a:lnTo>
                    <a:pt x="12" y="209"/>
                  </a:lnTo>
                  <a:lnTo>
                    <a:pt x="15" y="207"/>
                  </a:lnTo>
                  <a:lnTo>
                    <a:pt x="16" y="206"/>
                  </a:lnTo>
                  <a:lnTo>
                    <a:pt x="18" y="204"/>
                  </a:lnTo>
                  <a:lnTo>
                    <a:pt x="19" y="204"/>
                  </a:lnTo>
                  <a:lnTo>
                    <a:pt x="19" y="198"/>
                  </a:lnTo>
                  <a:lnTo>
                    <a:pt x="18" y="196"/>
                  </a:lnTo>
                  <a:lnTo>
                    <a:pt x="18" y="194"/>
                  </a:lnTo>
                  <a:lnTo>
                    <a:pt x="17" y="192"/>
                  </a:lnTo>
                  <a:lnTo>
                    <a:pt x="17" y="189"/>
                  </a:lnTo>
                  <a:lnTo>
                    <a:pt x="18" y="188"/>
                  </a:lnTo>
                  <a:lnTo>
                    <a:pt x="20" y="188"/>
                  </a:lnTo>
                  <a:lnTo>
                    <a:pt x="24" y="189"/>
                  </a:lnTo>
                  <a:lnTo>
                    <a:pt x="29" y="191"/>
                  </a:lnTo>
                  <a:lnTo>
                    <a:pt x="42" y="195"/>
                  </a:lnTo>
                  <a:lnTo>
                    <a:pt x="47" y="195"/>
                  </a:lnTo>
                  <a:lnTo>
                    <a:pt x="50" y="195"/>
                  </a:lnTo>
                  <a:lnTo>
                    <a:pt x="51" y="193"/>
                  </a:lnTo>
                  <a:lnTo>
                    <a:pt x="50" y="188"/>
                  </a:lnTo>
                  <a:lnTo>
                    <a:pt x="44" y="181"/>
                  </a:lnTo>
                  <a:lnTo>
                    <a:pt x="42" y="178"/>
                  </a:lnTo>
                  <a:lnTo>
                    <a:pt x="44" y="173"/>
                  </a:lnTo>
                  <a:lnTo>
                    <a:pt x="48" y="166"/>
                  </a:lnTo>
                  <a:lnTo>
                    <a:pt x="49" y="157"/>
                  </a:lnTo>
                  <a:lnTo>
                    <a:pt x="49" y="150"/>
                  </a:lnTo>
                  <a:lnTo>
                    <a:pt x="47" y="144"/>
                  </a:lnTo>
                  <a:lnTo>
                    <a:pt x="44" y="140"/>
                  </a:lnTo>
                  <a:lnTo>
                    <a:pt x="40" y="134"/>
                  </a:lnTo>
                  <a:lnTo>
                    <a:pt x="37" y="127"/>
                  </a:lnTo>
                  <a:lnTo>
                    <a:pt x="37" y="123"/>
                  </a:lnTo>
                  <a:lnTo>
                    <a:pt x="40" y="120"/>
                  </a:lnTo>
                  <a:lnTo>
                    <a:pt x="49" y="117"/>
                  </a:lnTo>
                  <a:lnTo>
                    <a:pt x="52" y="113"/>
                  </a:lnTo>
                  <a:lnTo>
                    <a:pt x="54" y="108"/>
                  </a:lnTo>
                  <a:lnTo>
                    <a:pt x="57" y="102"/>
                  </a:lnTo>
                  <a:lnTo>
                    <a:pt x="66" y="89"/>
                  </a:lnTo>
                  <a:lnTo>
                    <a:pt x="69" y="82"/>
                  </a:lnTo>
                  <a:lnTo>
                    <a:pt x="71" y="75"/>
                  </a:lnTo>
                  <a:lnTo>
                    <a:pt x="71" y="62"/>
                  </a:lnTo>
                  <a:lnTo>
                    <a:pt x="72" y="49"/>
                  </a:lnTo>
                  <a:lnTo>
                    <a:pt x="72" y="38"/>
                  </a:lnTo>
                  <a:lnTo>
                    <a:pt x="71" y="32"/>
                  </a:lnTo>
                  <a:lnTo>
                    <a:pt x="68" y="25"/>
                  </a:lnTo>
                  <a:lnTo>
                    <a:pt x="67" y="18"/>
                  </a:lnTo>
                  <a:lnTo>
                    <a:pt x="66" y="13"/>
                  </a:lnTo>
                  <a:lnTo>
                    <a:pt x="67" y="9"/>
                  </a:lnTo>
                  <a:lnTo>
                    <a:pt x="67" y="7"/>
                  </a:lnTo>
                  <a:lnTo>
                    <a:pt x="67" y="7"/>
                  </a:lnTo>
                  <a:lnTo>
                    <a:pt x="75" y="3"/>
                  </a:lnTo>
                  <a:lnTo>
                    <a:pt x="80" y="1"/>
                  </a:lnTo>
                  <a:lnTo>
                    <a:pt x="8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5" name="Freeform 62"/>
            <p:cNvSpPr>
              <a:spLocks/>
            </p:cNvSpPr>
            <p:nvPr/>
          </p:nvSpPr>
          <p:spPr bwMode="auto">
            <a:xfrm>
              <a:off x="3362326" y="2381250"/>
              <a:ext cx="180975" cy="144463"/>
            </a:xfrm>
            <a:custGeom>
              <a:avLst/>
              <a:gdLst/>
              <a:ahLst/>
              <a:cxnLst>
                <a:cxn ang="0">
                  <a:pos x="38" y="0"/>
                </a:cxn>
                <a:cxn ang="0">
                  <a:pos x="44" y="0"/>
                </a:cxn>
                <a:cxn ang="0">
                  <a:pos x="46" y="2"/>
                </a:cxn>
                <a:cxn ang="0">
                  <a:pos x="48" y="3"/>
                </a:cxn>
                <a:cxn ang="0">
                  <a:pos x="51" y="4"/>
                </a:cxn>
                <a:cxn ang="0">
                  <a:pos x="53" y="4"/>
                </a:cxn>
                <a:cxn ang="0">
                  <a:pos x="57" y="3"/>
                </a:cxn>
                <a:cxn ang="0">
                  <a:pos x="66" y="11"/>
                </a:cxn>
                <a:cxn ang="0">
                  <a:pos x="77" y="18"/>
                </a:cxn>
                <a:cxn ang="0">
                  <a:pos x="78" y="25"/>
                </a:cxn>
                <a:cxn ang="0">
                  <a:pos x="78" y="32"/>
                </a:cxn>
                <a:cxn ang="0">
                  <a:pos x="81" y="37"/>
                </a:cxn>
                <a:cxn ang="0">
                  <a:pos x="84" y="39"/>
                </a:cxn>
                <a:cxn ang="0">
                  <a:pos x="89" y="40"/>
                </a:cxn>
                <a:cxn ang="0">
                  <a:pos x="95" y="40"/>
                </a:cxn>
                <a:cxn ang="0">
                  <a:pos x="101" y="39"/>
                </a:cxn>
                <a:cxn ang="0">
                  <a:pos x="104" y="38"/>
                </a:cxn>
                <a:cxn ang="0">
                  <a:pos x="107" y="38"/>
                </a:cxn>
                <a:cxn ang="0">
                  <a:pos x="112" y="41"/>
                </a:cxn>
                <a:cxn ang="0">
                  <a:pos x="114" y="43"/>
                </a:cxn>
                <a:cxn ang="0">
                  <a:pos x="114" y="48"/>
                </a:cxn>
                <a:cxn ang="0">
                  <a:pos x="113" y="55"/>
                </a:cxn>
                <a:cxn ang="0">
                  <a:pos x="112" y="63"/>
                </a:cxn>
                <a:cxn ang="0">
                  <a:pos x="109" y="71"/>
                </a:cxn>
                <a:cxn ang="0">
                  <a:pos x="107" y="77"/>
                </a:cxn>
                <a:cxn ang="0">
                  <a:pos x="106" y="81"/>
                </a:cxn>
                <a:cxn ang="0">
                  <a:pos x="104" y="85"/>
                </a:cxn>
                <a:cxn ang="0">
                  <a:pos x="103" y="91"/>
                </a:cxn>
                <a:cxn ang="0">
                  <a:pos x="95" y="90"/>
                </a:cxn>
                <a:cxn ang="0">
                  <a:pos x="87" y="88"/>
                </a:cxn>
                <a:cxn ang="0">
                  <a:pos x="88" y="85"/>
                </a:cxn>
                <a:cxn ang="0">
                  <a:pos x="90" y="84"/>
                </a:cxn>
                <a:cxn ang="0">
                  <a:pos x="92" y="81"/>
                </a:cxn>
                <a:cxn ang="0">
                  <a:pos x="94" y="77"/>
                </a:cxn>
                <a:cxn ang="0">
                  <a:pos x="93" y="76"/>
                </a:cxn>
                <a:cxn ang="0">
                  <a:pos x="90" y="75"/>
                </a:cxn>
                <a:cxn ang="0">
                  <a:pos x="82" y="72"/>
                </a:cxn>
                <a:cxn ang="0">
                  <a:pos x="79" y="70"/>
                </a:cxn>
                <a:cxn ang="0">
                  <a:pos x="76" y="67"/>
                </a:cxn>
                <a:cxn ang="0">
                  <a:pos x="70" y="63"/>
                </a:cxn>
                <a:cxn ang="0">
                  <a:pos x="61" y="59"/>
                </a:cxn>
                <a:cxn ang="0">
                  <a:pos x="44" y="48"/>
                </a:cxn>
                <a:cxn ang="0">
                  <a:pos x="36" y="43"/>
                </a:cxn>
                <a:cxn ang="0">
                  <a:pos x="30" y="39"/>
                </a:cxn>
                <a:cxn ang="0">
                  <a:pos x="22" y="33"/>
                </a:cxn>
                <a:cxn ang="0">
                  <a:pos x="13" y="25"/>
                </a:cxn>
                <a:cxn ang="0">
                  <a:pos x="5" y="19"/>
                </a:cxn>
                <a:cxn ang="0">
                  <a:pos x="0" y="15"/>
                </a:cxn>
                <a:cxn ang="0">
                  <a:pos x="2" y="12"/>
                </a:cxn>
                <a:cxn ang="0">
                  <a:pos x="3" y="10"/>
                </a:cxn>
                <a:cxn ang="0">
                  <a:pos x="5" y="9"/>
                </a:cxn>
                <a:cxn ang="0">
                  <a:pos x="7" y="9"/>
                </a:cxn>
                <a:cxn ang="0">
                  <a:pos x="10" y="11"/>
                </a:cxn>
                <a:cxn ang="0">
                  <a:pos x="15" y="14"/>
                </a:cxn>
                <a:cxn ang="0">
                  <a:pos x="20" y="18"/>
                </a:cxn>
                <a:cxn ang="0">
                  <a:pos x="25" y="21"/>
                </a:cxn>
                <a:cxn ang="0">
                  <a:pos x="29" y="23"/>
                </a:cxn>
                <a:cxn ang="0">
                  <a:pos x="32" y="22"/>
                </a:cxn>
                <a:cxn ang="0">
                  <a:pos x="34" y="16"/>
                </a:cxn>
                <a:cxn ang="0">
                  <a:pos x="33" y="10"/>
                </a:cxn>
                <a:cxn ang="0">
                  <a:pos x="34" y="5"/>
                </a:cxn>
                <a:cxn ang="0">
                  <a:pos x="36" y="2"/>
                </a:cxn>
                <a:cxn ang="0">
                  <a:pos x="38" y="0"/>
                </a:cxn>
              </a:cxnLst>
              <a:rect l="0" t="0" r="r" b="b"/>
              <a:pathLst>
                <a:path w="114" h="91">
                  <a:moveTo>
                    <a:pt x="38" y="0"/>
                  </a:moveTo>
                  <a:lnTo>
                    <a:pt x="44" y="0"/>
                  </a:lnTo>
                  <a:lnTo>
                    <a:pt x="46" y="2"/>
                  </a:lnTo>
                  <a:lnTo>
                    <a:pt x="48" y="3"/>
                  </a:lnTo>
                  <a:lnTo>
                    <a:pt x="51" y="4"/>
                  </a:lnTo>
                  <a:lnTo>
                    <a:pt x="53" y="4"/>
                  </a:lnTo>
                  <a:lnTo>
                    <a:pt x="57" y="3"/>
                  </a:lnTo>
                  <a:lnTo>
                    <a:pt x="66" y="11"/>
                  </a:lnTo>
                  <a:lnTo>
                    <a:pt x="77" y="18"/>
                  </a:lnTo>
                  <a:lnTo>
                    <a:pt x="78" y="25"/>
                  </a:lnTo>
                  <a:lnTo>
                    <a:pt x="78" y="32"/>
                  </a:lnTo>
                  <a:lnTo>
                    <a:pt x="81" y="37"/>
                  </a:lnTo>
                  <a:lnTo>
                    <a:pt x="84" y="39"/>
                  </a:lnTo>
                  <a:lnTo>
                    <a:pt x="89" y="40"/>
                  </a:lnTo>
                  <a:lnTo>
                    <a:pt x="95" y="40"/>
                  </a:lnTo>
                  <a:lnTo>
                    <a:pt x="101" y="39"/>
                  </a:lnTo>
                  <a:lnTo>
                    <a:pt x="104" y="38"/>
                  </a:lnTo>
                  <a:lnTo>
                    <a:pt x="107" y="38"/>
                  </a:lnTo>
                  <a:lnTo>
                    <a:pt x="112" y="41"/>
                  </a:lnTo>
                  <a:lnTo>
                    <a:pt x="114" y="43"/>
                  </a:lnTo>
                  <a:lnTo>
                    <a:pt x="114" y="48"/>
                  </a:lnTo>
                  <a:lnTo>
                    <a:pt x="113" y="55"/>
                  </a:lnTo>
                  <a:lnTo>
                    <a:pt x="112" y="63"/>
                  </a:lnTo>
                  <a:lnTo>
                    <a:pt x="109" y="71"/>
                  </a:lnTo>
                  <a:lnTo>
                    <a:pt x="107" y="77"/>
                  </a:lnTo>
                  <a:lnTo>
                    <a:pt x="106" y="81"/>
                  </a:lnTo>
                  <a:lnTo>
                    <a:pt x="104" y="85"/>
                  </a:lnTo>
                  <a:lnTo>
                    <a:pt x="103" y="91"/>
                  </a:lnTo>
                  <a:lnTo>
                    <a:pt x="95" y="90"/>
                  </a:lnTo>
                  <a:lnTo>
                    <a:pt x="87" y="88"/>
                  </a:lnTo>
                  <a:lnTo>
                    <a:pt x="88" y="85"/>
                  </a:lnTo>
                  <a:lnTo>
                    <a:pt x="90" y="84"/>
                  </a:lnTo>
                  <a:lnTo>
                    <a:pt x="92" y="81"/>
                  </a:lnTo>
                  <a:lnTo>
                    <a:pt x="94" y="77"/>
                  </a:lnTo>
                  <a:lnTo>
                    <a:pt x="93" y="76"/>
                  </a:lnTo>
                  <a:lnTo>
                    <a:pt x="90" y="75"/>
                  </a:lnTo>
                  <a:lnTo>
                    <a:pt x="82" y="72"/>
                  </a:lnTo>
                  <a:lnTo>
                    <a:pt x="79" y="70"/>
                  </a:lnTo>
                  <a:lnTo>
                    <a:pt x="76" y="67"/>
                  </a:lnTo>
                  <a:lnTo>
                    <a:pt x="70" y="63"/>
                  </a:lnTo>
                  <a:lnTo>
                    <a:pt x="61" y="59"/>
                  </a:lnTo>
                  <a:lnTo>
                    <a:pt x="44" y="48"/>
                  </a:lnTo>
                  <a:lnTo>
                    <a:pt x="36" y="43"/>
                  </a:lnTo>
                  <a:lnTo>
                    <a:pt x="30" y="39"/>
                  </a:lnTo>
                  <a:lnTo>
                    <a:pt x="22" y="33"/>
                  </a:lnTo>
                  <a:lnTo>
                    <a:pt x="13" y="25"/>
                  </a:lnTo>
                  <a:lnTo>
                    <a:pt x="5" y="19"/>
                  </a:lnTo>
                  <a:lnTo>
                    <a:pt x="0" y="15"/>
                  </a:lnTo>
                  <a:lnTo>
                    <a:pt x="2" y="12"/>
                  </a:lnTo>
                  <a:lnTo>
                    <a:pt x="3" y="10"/>
                  </a:lnTo>
                  <a:lnTo>
                    <a:pt x="5" y="9"/>
                  </a:lnTo>
                  <a:lnTo>
                    <a:pt x="7" y="9"/>
                  </a:lnTo>
                  <a:lnTo>
                    <a:pt x="10" y="11"/>
                  </a:lnTo>
                  <a:lnTo>
                    <a:pt x="15" y="14"/>
                  </a:lnTo>
                  <a:lnTo>
                    <a:pt x="20" y="18"/>
                  </a:lnTo>
                  <a:lnTo>
                    <a:pt x="25" y="21"/>
                  </a:lnTo>
                  <a:lnTo>
                    <a:pt x="29" y="23"/>
                  </a:lnTo>
                  <a:lnTo>
                    <a:pt x="32" y="22"/>
                  </a:lnTo>
                  <a:lnTo>
                    <a:pt x="34" y="16"/>
                  </a:lnTo>
                  <a:lnTo>
                    <a:pt x="33" y="10"/>
                  </a:lnTo>
                  <a:lnTo>
                    <a:pt x="34" y="5"/>
                  </a:lnTo>
                  <a:lnTo>
                    <a:pt x="36" y="2"/>
                  </a:lnTo>
                  <a:lnTo>
                    <a:pt x="3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6" name="Freeform 63"/>
            <p:cNvSpPr>
              <a:spLocks/>
            </p:cNvSpPr>
            <p:nvPr/>
          </p:nvSpPr>
          <p:spPr bwMode="auto">
            <a:xfrm>
              <a:off x="3440113" y="2300288"/>
              <a:ext cx="115888" cy="109538"/>
            </a:xfrm>
            <a:custGeom>
              <a:avLst/>
              <a:gdLst/>
              <a:ahLst/>
              <a:cxnLst>
                <a:cxn ang="0">
                  <a:pos x="21" y="0"/>
                </a:cxn>
                <a:cxn ang="0">
                  <a:pos x="27" y="0"/>
                </a:cxn>
                <a:cxn ang="0">
                  <a:pos x="31" y="1"/>
                </a:cxn>
                <a:cxn ang="0">
                  <a:pos x="37" y="2"/>
                </a:cxn>
                <a:cxn ang="0">
                  <a:pos x="45" y="3"/>
                </a:cxn>
                <a:cxn ang="0">
                  <a:pos x="46" y="5"/>
                </a:cxn>
                <a:cxn ang="0">
                  <a:pos x="55" y="12"/>
                </a:cxn>
                <a:cxn ang="0">
                  <a:pos x="64" y="19"/>
                </a:cxn>
                <a:cxn ang="0">
                  <a:pos x="72" y="26"/>
                </a:cxn>
                <a:cxn ang="0">
                  <a:pos x="73" y="31"/>
                </a:cxn>
                <a:cxn ang="0">
                  <a:pos x="73" y="35"/>
                </a:cxn>
                <a:cxn ang="0">
                  <a:pos x="72" y="42"/>
                </a:cxn>
                <a:cxn ang="0">
                  <a:pos x="64" y="41"/>
                </a:cxn>
                <a:cxn ang="0">
                  <a:pos x="52" y="41"/>
                </a:cxn>
                <a:cxn ang="0">
                  <a:pos x="48" y="42"/>
                </a:cxn>
                <a:cxn ang="0">
                  <a:pos x="47" y="44"/>
                </a:cxn>
                <a:cxn ang="0">
                  <a:pos x="46" y="49"/>
                </a:cxn>
                <a:cxn ang="0">
                  <a:pos x="46" y="54"/>
                </a:cxn>
                <a:cxn ang="0">
                  <a:pos x="44" y="58"/>
                </a:cxn>
                <a:cxn ang="0">
                  <a:pos x="41" y="58"/>
                </a:cxn>
                <a:cxn ang="0">
                  <a:pos x="38" y="56"/>
                </a:cxn>
                <a:cxn ang="0">
                  <a:pos x="36" y="54"/>
                </a:cxn>
                <a:cxn ang="0">
                  <a:pos x="32" y="52"/>
                </a:cxn>
                <a:cxn ang="0">
                  <a:pos x="31" y="52"/>
                </a:cxn>
                <a:cxn ang="0">
                  <a:pos x="29" y="55"/>
                </a:cxn>
                <a:cxn ang="0">
                  <a:pos x="29" y="59"/>
                </a:cxn>
                <a:cxn ang="0">
                  <a:pos x="28" y="67"/>
                </a:cxn>
                <a:cxn ang="0">
                  <a:pos x="28" y="69"/>
                </a:cxn>
                <a:cxn ang="0">
                  <a:pos x="17" y="62"/>
                </a:cxn>
                <a:cxn ang="0">
                  <a:pos x="8" y="54"/>
                </a:cxn>
                <a:cxn ang="0">
                  <a:pos x="3" y="45"/>
                </a:cxn>
                <a:cxn ang="0">
                  <a:pos x="0" y="35"/>
                </a:cxn>
                <a:cxn ang="0">
                  <a:pos x="0" y="17"/>
                </a:cxn>
                <a:cxn ang="0">
                  <a:pos x="2" y="9"/>
                </a:cxn>
                <a:cxn ang="0">
                  <a:pos x="4" y="7"/>
                </a:cxn>
                <a:cxn ang="0">
                  <a:pos x="6" y="7"/>
                </a:cxn>
                <a:cxn ang="0">
                  <a:pos x="8" y="8"/>
                </a:cxn>
                <a:cxn ang="0">
                  <a:pos x="8" y="9"/>
                </a:cxn>
                <a:cxn ang="0">
                  <a:pos x="10" y="11"/>
                </a:cxn>
                <a:cxn ang="0">
                  <a:pos x="12" y="11"/>
                </a:cxn>
                <a:cxn ang="0">
                  <a:pos x="14" y="8"/>
                </a:cxn>
                <a:cxn ang="0">
                  <a:pos x="17" y="7"/>
                </a:cxn>
                <a:cxn ang="0">
                  <a:pos x="18" y="4"/>
                </a:cxn>
                <a:cxn ang="0">
                  <a:pos x="20" y="3"/>
                </a:cxn>
                <a:cxn ang="0">
                  <a:pos x="21" y="1"/>
                </a:cxn>
                <a:cxn ang="0">
                  <a:pos x="21" y="0"/>
                </a:cxn>
              </a:cxnLst>
              <a:rect l="0" t="0" r="r" b="b"/>
              <a:pathLst>
                <a:path w="73" h="69">
                  <a:moveTo>
                    <a:pt x="21" y="0"/>
                  </a:moveTo>
                  <a:lnTo>
                    <a:pt x="27" y="0"/>
                  </a:lnTo>
                  <a:lnTo>
                    <a:pt x="31" y="1"/>
                  </a:lnTo>
                  <a:lnTo>
                    <a:pt x="37" y="2"/>
                  </a:lnTo>
                  <a:lnTo>
                    <a:pt x="45" y="3"/>
                  </a:lnTo>
                  <a:lnTo>
                    <a:pt x="46" y="5"/>
                  </a:lnTo>
                  <a:lnTo>
                    <a:pt x="55" y="12"/>
                  </a:lnTo>
                  <a:lnTo>
                    <a:pt x="64" y="19"/>
                  </a:lnTo>
                  <a:lnTo>
                    <a:pt x="72" y="26"/>
                  </a:lnTo>
                  <a:lnTo>
                    <a:pt x="73" y="31"/>
                  </a:lnTo>
                  <a:lnTo>
                    <a:pt x="73" y="35"/>
                  </a:lnTo>
                  <a:lnTo>
                    <a:pt x="72" y="42"/>
                  </a:lnTo>
                  <a:lnTo>
                    <a:pt x="64" y="41"/>
                  </a:lnTo>
                  <a:lnTo>
                    <a:pt x="52" y="41"/>
                  </a:lnTo>
                  <a:lnTo>
                    <a:pt x="48" y="42"/>
                  </a:lnTo>
                  <a:lnTo>
                    <a:pt x="47" y="44"/>
                  </a:lnTo>
                  <a:lnTo>
                    <a:pt x="46" y="49"/>
                  </a:lnTo>
                  <a:lnTo>
                    <a:pt x="46" y="54"/>
                  </a:lnTo>
                  <a:lnTo>
                    <a:pt x="44" y="58"/>
                  </a:lnTo>
                  <a:lnTo>
                    <a:pt x="41" y="58"/>
                  </a:lnTo>
                  <a:lnTo>
                    <a:pt x="38" y="56"/>
                  </a:lnTo>
                  <a:lnTo>
                    <a:pt x="36" y="54"/>
                  </a:lnTo>
                  <a:lnTo>
                    <a:pt x="32" y="52"/>
                  </a:lnTo>
                  <a:lnTo>
                    <a:pt x="31" y="52"/>
                  </a:lnTo>
                  <a:lnTo>
                    <a:pt x="29" y="55"/>
                  </a:lnTo>
                  <a:lnTo>
                    <a:pt x="29" y="59"/>
                  </a:lnTo>
                  <a:lnTo>
                    <a:pt x="28" y="67"/>
                  </a:lnTo>
                  <a:lnTo>
                    <a:pt x="28" y="69"/>
                  </a:lnTo>
                  <a:lnTo>
                    <a:pt x="17" y="62"/>
                  </a:lnTo>
                  <a:lnTo>
                    <a:pt x="8" y="54"/>
                  </a:lnTo>
                  <a:lnTo>
                    <a:pt x="3" y="45"/>
                  </a:lnTo>
                  <a:lnTo>
                    <a:pt x="0" y="35"/>
                  </a:lnTo>
                  <a:lnTo>
                    <a:pt x="0" y="17"/>
                  </a:lnTo>
                  <a:lnTo>
                    <a:pt x="2" y="9"/>
                  </a:lnTo>
                  <a:lnTo>
                    <a:pt x="4" y="7"/>
                  </a:lnTo>
                  <a:lnTo>
                    <a:pt x="6" y="7"/>
                  </a:lnTo>
                  <a:lnTo>
                    <a:pt x="8" y="8"/>
                  </a:lnTo>
                  <a:lnTo>
                    <a:pt x="8" y="9"/>
                  </a:lnTo>
                  <a:lnTo>
                    <a:pt x="10" y="11"/>
                  </a:lnTo>
                  <a:lnTo>
                    <a:pt x="12" y="11"/>
                  </a:lnTo>
                  <a:lnTo>
                    <a:pt x="14" y="8"/>
                  </a:lnTo>
                  <a:lnTo>
                    <a:pt x="17" y="7"/>
                  </a:lnTo>
                  <a:lnTo>
                    <a:pt x="18" y="4"/>
                  </a:lnTo>
                  <a:lnTo>
                    <a:pt x="20" y="3"/>
                  </a:lnTo>
                  <a:lnTo>
                    <a:pt x="21" y="1"/>
                  </a:lnTo>
                  <a:lnTo>
                    <a:pt x="2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7" name="Freeform 64"/>
            <p:cNvSpPr>
              <a:spLocks/>
            </p:cNvSpPr>
            <p:nvPr/>
          </p:nvSpPr>
          <p:spPr bwMode="auto">
            <a:xfrm>
              <a:off x="3419476" y="2090738"/>
              <a:ext cx="88900" cy="149225"/>
            </a:xfrm>
            <a:custGeom>
              <a:avLst/>
              <a:gdLst/>
              <a:ahLst/>
              <a:cxnLst>
                <a:cxn ang="0">
                  <a:pos x="7" y="0"/>
                </a:cxn>
                <a:cxn ang="0">
                  <a:pos x="21" y="0"/>
                </a:cxn>
                <a:cxn ang="0">
                  <a:pos x="28" y="3"/>
                </a:cxn>
                <a:cxn ang="0">
                  <a:pos x="35" y="8"/>
                </a:cxn>
                <a:cxn ang="0">
                  <a:pos x="42" y="14"/>
                </a:cxn>
                <a:cxn ang="0">
                  <a:pos x="44" y="19"/>
                </a:cxn>
                <a:cxn ang="0">
                  <a:pos x="42" y="23"/>
                </a:cxn>
                <a:cxn ang="0">
                  <a:pos x="39" y="28"/>
                </a:cxn>
                <a:cxn ang="0">
                  <a:pos x="36" y="32"/>
                </a:cxn>
                <a:cxn ang="0">
                  <a:pos x="34" y="37"/>
                </a:cxn>
                <a:cxn ang="0">
                  <a:pos x="36" y="43"/>
                </a:cxn>
                <a:cxn ang="0">
                  <a:pos x="47" y="56"/>
                </a:cxn>
                <a:cxn ang="0">
                  <a:pos x="53" y="62"/>
                </a:cxn>
                <a:cxn ang="0">
                  <a:pos x="54" y="64"/>
                </a:cxn>
                <a:cxn ang="0">
                  <a:pos x="55" y="66"/>
                </a:cxn>
                <a:cxn ang="0">
                  <a:pos x="56" y="69"/>
                </a:cxn>
                <a:cxn ang="0">
                  <a:pos x="56" y="72"/>
                </a:cxn>
                <a:cxn ang="0">
                  <a:pos x="48" y="73"/>
                </a:cxn>
                <a:cxn ang="0">
                  <a:pos x="42" y="75"/>
                </a:cxn>
                <a:cxn ang="0">
                  <a:pos x="38" y="78"/>
                </a:cxn>
                <a:cxn ang="0">
                  <a:pos x="34" y="87"/>
                </a:cxn>
                <a:cxn ang="0">
                  <a:pos x="31" y="94"/>
                </a:cxn>
                <a:cxn ang="0">
                  <a:pos x="28" y="91"/>
                </a:cxn>
                <a:cxn ang="0">
                  <a:pos x="25" y="89"/>
                </a:cxn>
                <a:cxn ang="0">
                  <a:pos x="21" y="87"/>
                </a:cxn>
                <a:cxn ang="0">
                  <a:pos x="15" y="84"/>
                </a:cxn>
                <a:cxn ang="0">
                  <a:pos x="8" y="80"/>
                </a:cxn>
                <a:cxn ang="0">
                  <a:pos x="2" y="76"/>
                </a:cxn>
                <a:cxn ang="0">
                  <a:pos x="0" y="72"/>
                </a:cxn>
                <a:cxn ang="0">
                  <a:pos x="0" y="67"/>
                </a:cxn>
                <a:cxn ang="0">
                  <a:pos x="3" y="61"/>
                </a:cxn>
                <a:cxn ang="0">
                  <a:pos x="8" y="53"/>
                </a:cxn>
                <a:cxn ang="0">
                  <a:pos x="10" y="46"/>
                </a:cxn>
                <a:cxn ang="0">
                  <a:pos x="10" y="38"/>
                </a:cxn>
                <a:cxn ang="0">
                  <a:pos x="9" y="30"/>
                </a:cxn>
                <a:cxn ang="0">
                  <a:pos x="8" y="20"/>
                </a:cxn>
                <a:cxn ang="0">
                  <a:pos x="8" y="9"/>
                </a:cxn>
                <a:cxn ang="0">
                  <a:pos x="7" y="0"/>
                </a:cxn>
              </a:cxnLst>
              <a:rect l="0" t="0" r="r" b="b"/>
              <a:pathLst>
                <a:path w="56" h="94">
                  <a:moveTo>
                    <a:pt x="7" y="0"/>
                  </a:moveTo>
                  <a:lnTo>
                    <a:pt x="21" y="0"/>
                  </a:lnTo>
                  <a:lnTo>
                    <a:pt x="28" y="3"/>
                  </a:lnTo>
                  <a:lnTo>
                    <a:pt x="35" y="8"/>
                  </a:lnTo>
                  <a:lnTo>
                    <a:pt x="42" y="14"/>
                  </a:lnTo>
                  <a:lnTo>
                    <a:pt x="44" y="19"/>
                  </a:lnTo>
                  <a:lnTo>
                    <a:pt x="42" y="23"/>
                  </a:lnTo>
                  <a:lnTo>
                    <a:pt x="39" y="28"/>
                  </a:lnTo>
                  <a:lnTo>
                    <a:pt x="36" y="32"/>
                  </a:lnTo>
                  <a:lnTo>
                    <a:pt x="34" y="37"/>
                  </a:lnTo>
                  <a:lnTo>
                    <a:pt x="36" y="43"/>
                  </a:lnTo>
                  <a:lnTo>
                    <a:pt x="47" y="56"/>
                  </a:lnTo>
                  <a:lnTo>
                    <a:pt x="53" y="62"/>
                  </a:lnTo>
                  <a:lnTo>
                    <a:pt x="54" y="64"/>
                  </a:lnTo>
                  <a:lnTo>
                    <a:pt x="55" y="66"/>
                  </a:lnTo>
                  <a:lnTo>
                    <a:pt x="56" y="69"/>
                  </a:lnTo>
                  <a:lnTo>
                    <a:pt x="56" y="72"/>
                  </a:lnTo>
                  <a:lnTo>
                    <a:pt x="48" y="73"/>
                  </a:lnTo>
                  <a:lnTo>
                    <a:pt x="42" y="75"/>
                  </a:lnTo>
                  <a:lnTo>
                    <a:pt x="38" y="78"/>
                  </a:lnTo>
                  <a:lnTo>
                    <a:pt x="34" y="87"/>
                  </a:lnTo>
                  <a:lnTo>
                    <a:pt x="31" y="94"/>
                  </a:lnTo>
                  <a:lnTo>
                    <a:pt x="28" y="91"/>
                  </a:lnTo>
                  <a:lnTo>
                    <a:pt x="25" y="89"/>
                  </a:lnTo>
                  <a:lnTo>
                    <a:pt x="21" y="87"/>
                  </a:lnTo>
                  <a:lnTo>
                    <a:pt x="15" y="84"/>
                  </a:lnTo>
                  <a:lnTo>
                    <a:pt x="8" y="80"/>
                  </a:lnTo>
                  <a:lnTo>
                    <a:pt x="2" y="76"/>
                  </a:lnTo>
                  <a:lnTo>
                    <a:pt x="0" y="72"/>
                  </a:lnTo>
                  <a:lnTo>
                    <a:pt x="0" y="67"/>
                  </a:lnTo>
                  <a:lnTo>
                    <a:pt x="3" y="61"/>
                  </a:lnTo>
                  <a:lnTo>
                    <a:pt x="8" y="53"/>
                  </a:lnTo>
                  <a:lnTo>
                    <a:pt x="10" y="46"/>
                  </a:lnTo>
                  <a:lnTo>
                    <a:pt x="10" y="38"/>
                  </a:lnTo>
                  <a:lnTo>
                    <a:pt x="9" y="30"/>
                  </a:lnTo>
                  <a:lnTo>
                    <a:pt x="8" y="20"/>
                  </a:lnTo>
                  <a:lnTo>
                    <a:pt x="8" y="9"/>
                  </a:lnTo>
                  <a:lnTo>
                    <a:pt x="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8" name="Freeform 65"/>
            <p:cNvSpPr>
              <a:spLocks/>
            </p:cNvSpPr>
            <p:nvPr/>
          </p:nvSpPr>
          <p:spPr bwMode="auto">
            <a:xfrm>
              <a:off x="2360613" y="1635125"/>
              <a:ext cx="492125" cy="615950"/>
            </a:xfrm>
            <a:custGeom>
              <a:avLst/>
              <a:gdLst/>
              <a:ahLst/>
              <a:cxnLst>
                <a:cxn ang="0">
                  <a:pos x="234" y="9"/>
                </a:cxn>
                <a:cxn ang="0">
                  <a:pos x="245" y="33"/>
                </a:cxn>
                <a:cxn ang="0">
                  <a:pos x="258" y="38"/>
                </a:cxn>
                <a:cxn ang="0">
                  <a:pos x="269" y="37"/>
                </a:cxn>
                <a:cxn ang="0">
                  <a:pos x="268" y="60"/>
                </a:cxn>
                <a:cxn ang="0">
                  <a:pos x="291" y="71"/>
                </a:cxn>
                <a:cxn ang="0">
                  <a:pos x="310" y="89"/>
                </a:cxn>
                <a:cxn ang="0">
                  <a:pos x="292" y="117"/>
                </a:cxn>
                <a:cxn ang="0">
                  <a:pos x="269" y="132"/>
                </a:cxn>
                <a:cxn ang="0">
                  <a:pos x="259" y="166"/>
                </a:cxn>
                <a:cxn ang="0">
                  <a:pos x="263" y="210"/>
                </a:cxn>
                <a:cxn ang="0">
                  <a:pos x="246" y="256"/>
                </a:cxn>
                <a:cxn ang="0">
                  <a:pos x="229" y="275"/>
                </a:cxn>
                <a:cxn ang="0">
                  <a:pos x="241" y="305"/>
                </a:cxn>
                <a:cxn ang="0">
                  <a:pos x="242" y="336"/>
                </a:cxn>
                <a:cxn ang="0">
                  <a:pos x="221" y="339"/>
                </a:cxn>
                <a:cxn ang="0">
                  <a:pos x="209" y="340"/>
                </a:cxn>
                <a:cxn ang="0">
                  <a:pos x="210" y="352"/>
                </a:cxn>
                <a:cxn ang="0">
                  <a:pos x="198" y="368"/>
                </a:cxn>
                <a:cxn ang="0">
                  <a:pos x="186" y="388"/>
                </a:cxn>
                <a:cxn ang="0">
                  <a:pos x="170" y="368"/>
                </a:cxn>
                <a:cxn ang="0">
                  <a:pos x="163" y="346"/>
                </a:cxn>
                <a:cxn ang="0">
                  <a:pos x="149" y="342"/>
                </a:cxn>
                <a:cxn ang="0">
                  <a:pos x="136" y="321"/>
                </a:cxn>
                <a:cxn ang="0">
                  <a:pos x="140" y="313"/>
                </a:cxn>
                <a:cxn ang="0">
                  <a:pos x="128" y="306"/>
                </a:cxn>
                <a:cxn ang="0">
                  <a:pos x="130" y="300"/>
                </a:cxn>
                <a:cxn ang="0">
                  <a:pos x="134" y="283"/>
                </a:cxn>
                <a:cxn ang="0">
                  <a:pos x="145" y="266"/>
                </a:cxn>
                <a:cxn ang="0">
                  <a:pos x="132" y="267"/>
                </a:cxn>
                <a:cxn ang="0">
                  <a:pos x="155" y="224"/>
                </a:cxn>
                <a:cxn ang="0">
                  <a:pos x="136" y="214"/>
                </a:cxn>
                <a:cxn ang="0">
                  <a:pos x="126" y="190"/>
                </a:cxn>
                <a:cxn ang="0">
                  <a:pos x="119" y="192"/>
                </a:cxn>
                <a:cxn ang="0">
                  <a:pos x="119" y="214"/>
                </a:cxn>
                <a:cxn ang="0">
                  <a:pos x="100" y="225"/>
                </a:cxn>
                <a:cxn ang="0">
                  <a:pos x="89" y="214"/>
                </a:cxn>
                <a:cxn ang="0">
                  <a:pos x="85" y="182"/>
                </a:cxn>
                <a:cxn ang="0">
                  <a:pos x="78" y="170"/>
                </a:cxn>
                <a:cxn ang="0">
                  <a:pos x="57" y="156"/>
                </a:cxn>
                <a:cxn ang="0">
                  <a:pos x="61" y="148"/>
                </a:cxn>
                <a:cxn ang="0">
                  <a:pos x="47" y="131"/>
                </a:cxn>
                <a:cxn ang="0">
                  <a:pos x="23" y="110"/>
                </a:cxn>
                <a:cxn ang="0">
                  <a:pos x="13" y="103"/>
                </a:cxn>
                <a:cxn ang="0">
                  <a:pos x="4" y="93"/>
                </a:cxn>
                <a:cxn ang="0">
                  <a:pos x="1" y="72"/>
                </a:cxn>
                <a:cxn ang="0">
                  <a:pos x="17" y="66"/>
                </a:cxn>
                <a:cxn ang="0">
                  <a:pos x="26" y="52"/>
                </a:cxn>
                <a:cxn ang="0">
                  <a:pos x="45" y="34"/>
                </a:cxn>
                <a:cxn ang="0">
                  <a:pos x="47" y="28"/>
                </a:cxn>
                <a:cxn ang="0">
                  <a:pos x="48" y="20"/>
                </a:cxn>
                <a:cxn ang="0">
                  <a:pos x="56" y="5"/>
                </a:cxn>
                <a:cxn ang="0">
                  <a:pos x="71" y="12"/>
                </a:cxn>
                <a:cxn ang="0">
                  <a:pos x="82" y="15"/>
                </a:cxn>
                <a:cxn ang="0">
                  <a:pos x="113" y="27"/>
                </a:cxn>
                <a:cxn ang="0">
                  <a:pos x="131" y="37"/>
                </a:cxn>
                <a:cxn ang="0">
                  <a:pos x="144" y="58"/>
                </a:cxn>
                <a:cxn ang="0">
                  <a:pos x="160" y="70"/>
                </a:cxn>
                <a:cxn ang="0">
                  <a:pos x="167" y="61"/>
                </a:cxn>
                <a:cxn ang="0">
                  <a:pos x="187" y="47"/>
                </a:cxn>
                <a:cxn ang="0">
                  <a:pos x="199" y="30"/>
                </a:cxn>
                <a:cxn ang="0">
                  <a:pos x="218" y="1"/>
                </a:cxn>
              </a:cxnLst>
              <a:rect l="0" t="0" r="r" b="b"/>
              <a:pathLst>
                <a:path w="310" h="388">
                  <a:moveTo>
                    <a:pt x="220" y="0"/>
                  </a:moveTo>
                  <a:lnTo>
                    <a:pt x="223" y="0"/>
                  </a:lnTo>
                  <a:lnTo>
                    <a:pt x="228" y="2"/>
                  </a:lnTo>
                  <a:lnTo>
                    <a:pt x="232" y="4"/>
                  </a:lnTo>
                  <a:lnTo>
                    <a:pt x="234" y="9"/>
                  </a:lnTo>
                  <a:lnTo>
                    <a:pt x="235" y="13"/>
                  </a:lnTo>
                  <a:lnTo>
                    <a:pt x="234" y="19"/>
                  </a:lnTo>
                  <a:lnTo>
                    <a:pt x="236" y="23"/>
                  </a:lnTo>
                  <a:lnTo>
                    <a:pt x="241" y="29"/>
                  </a:lnTo>
                  <a:lnTo>
                    <a:pt x="245" y="33"/>
                  </a:lnTo>
                  <a:lnTo>
                    <a:pt x="248" y="37"/>
                  </a:lnTo>
                  <a:lnTo>
                    <a:pt x="249" y="38"/>
                  </a:lnTo>
                  <a:lnTo>
                    <a:pt x="251" y="40"/>
                  </a:lnTo>
                  <a:lnTo>
                    <a:pt x="254" y="42"/>
                  </a:lnTo>
                  <a:lnTo>
                    <a:pt x="258" y="38"/>
                  </a:lnTo>
                  <a:lnTo>
                    <a:pt x="259" y="38"/>
                  </a:lnTo>
                  <a:lnTo>
                    <a:pt x="261" y="36"/>
                  </a:lnTo>
                  <a:lnTo>
                    <a:pt x="263" y="32"/>
                  </a:lnTo>
                  <a:lnTo>
                    <a:pt x="263" y="30"/>
                  </a:lnTo>
                  <a:lnTo>
                    <a:pt x="269" y="37"/>
                  </a:lnTo>
                  <a:lnTo>
                    <a:pt x="273" y="44"/>
                  </a:lnTo>
                  <a:lnTo>
                    <a:pt x="275" y="49"/>
                  </a:lnTo>
                  <a:lnTo>
                    <a:pt x="274" y="53"/>
                  </a:lnTo>
                  <a:lnTo>
                    <a:pt x="271" y="55"/>
                  </a:lnTo>
                  <a:lnTo>
                    <a:pt x="268" y="60"/>
                  </a:lnTo>
                  <a:lnTo>
                    <a:pt x="268" y="64"/>
                  </a:lnTo>
                  <a:lnTo>
                    <a:pt x="269" y="68"/>
                  </a:lnTo>
                  <a:lnTo>
                    <a:pt x="274" y="70"/>
                  </a:lnTo>
                  <a:lnTo>
                    <a:pt x="286" y="72"/>
                  </a:lnTo>
                  <a:lnTo>
                    <a:pt x="291" y="71"/>
                  </a:lnTo>
                  <a:lnTo>
                    <a:pt x="296" y="70"/>
                  </a:lnTo>
                  <a:lnTo>
                    <a:pt x="301" y="72"/>
                  </a:lnTo>
                  <a:lnTo>
                    <a:pt x="306" y="75"/>
                  </a:lnTo>
                  <a:lnTo>
                    <a:pt x="310" y="81"/>
                  </a:lnTo>
                  <a:lnTo>
                    <a:pt x="310" y="89"/>
                  </a:lnTo>
                  <a:lnTo>
                    <a:pt x="308" y="97"/>
                  </a:lnTo>
                  <a:lnTo>
                    <a:pt x="304" y="104"/>
                  </a:lnTo>
                  <a:lnTo>
                    <a:pt x="300" y="110"/>
                  </a:lnTo>
                  <a:lnTo>
                    <a:pt x="296" y="114"/>
                  </a:lnTo>
                  <a:lnTo>
                    <a:pt x="292" y="117"/>
                  </a:lnTo>
                  <a:lnTo>
                    <a:pt x="286" y="116"/>
                  </a:lnTo>
                  <a:lnTo>
                    <a:pt x="281" y="116"/>
                  </a:lnTo>
                  <a:lnTo>
                    <a:pt x="276" y="118"/>
                  </a:lnTo>
                  <a:lnTo>
                    <a:pt x="273" y="123"/>
                  </a:lnTo>
                  <a:lnTo>
                    <a:pt x="269" y="132"/>
                  </a:lnTo>
                  <a:lnTo>
                    <a:pt x="265" y="141"/>
                  </a:lnTo>
                  <a:lnTo>
                    <a:pt x="261" y="150"/>
                  </a:lnTo>
                  <a:lnTo>
                    <a:pt x="259" y="157"/>
                  </a:lnTo>
                  <a:lnTo>
                    <a:pt x="258" y="161"/>
                  </a:lnTo>
                  <a:lnTo>
                    <a:pt x="259" y="166"/>
                  </a:lnTo>
                  <a:lnTo>
                    <a:pt x="260" y="173"/>
                  </a:lnTo>
                  <a:lnTo>
                    <a:pt x="263" y="180"/>
                  </a:lnTo>
                  <a:lnTo>
                    <a:pt x="264" y="186"/>
                  </a:lnTo>
                  <a:lnTo>
                    <a:pt x="264" y="197"/>
                  </a:lnTo>
                  <a:lnTo>
                    <a:pt x="263" y="210"/>
                  </a:lnTo>
                  <a:lnTo>
                    <a:pt x="263" y="223"/>
                  </a:lnTo>
                  <a:lnTo>
                    <a:pt x="261" y="230"/>
                  </a:lnTo>
                  <a:lnTo>
                    <a:pt x="258" y="237"/>
                  </a:lnTo>
                  <a:lnTo>
                    <a:pt x="249" y="250"/>
                  </a:lnTo>
                  <a:lnTo>
                    <a:pt x="246" y="256"/>
                  </a:lnTo>
                  <a:lnTo>
                    <a:pt x="244" y="261"/>
                  </a:lnTo>
                  <a:lnTo>
                    <a:pt x="241" y="265"/>
                  </a:lnTo>
                  <a:lnTo>
                    <a:pt x="232" y="268"/>
                  </a:lnTo>
                  <a:lnTo>
                    <a:pt x="229" y="271"/>
                  </a:lnTo>
                  <a:lnTo>
                    <a:pt x="229" y="275"/>
                  </a:lnTo>
                  <a:lnTo>
                    <a:pt x="232" y="282"/>
                  </a:lnTo>
                  <a:lnTo>
                    <a:pt x="236" y="288"/>
                  </a:lnTo>
                  <a:lnTo>
                    <a:pt x="239" y="292"/>
                  </a:lnTo>
                  <a:lnTo>
                    <a:pt x="241" y="298"/>
                  </a:lnTo>
                  <a:lnTo>
                    <a:pt x="241" y="305"/>
                  </a:lnTo>
                  <a:lnTo>
                    <a:pt x="240" y="314"/>
                  </a:lnTo>
                  <a:lnTo>
                    <a:pt x="236" y="321"/>
                  </a:lnTo>
                  <a:lnTo>
                    <a:pt x="234" y="326"/>
                  </a:lnTo>
                  <a:lnTo>
                    <a:pt x="236" y="329"/>
                  </a:lnTo>
                  <a:lnTo>
                    <a:pt x="242" y="336"/>
                  </a:lnTo>
                  <a:lnTo>
                    <a:pt x="243" y="341"/>
                  </a:lnTo>
                  <a:lnTo>
                    <a:pt x="242" y="343"/>
                  </a:lnTo>
                  <a:lnTo>
                    <a:pt x="239" y="343"/>
                  </a:lnTo>
                  <a:lnTo>
                    <a:pt x="234" y="343"/>
                  </a:lnTo>
                  <a:lnTo>
                    <a:pt x="221" y="339"/>
                  </a:lnTo>
                  <a:lnTo>
                    <a:pt x="216" y="337"/>
                  </a:lnTo>
                  <a:lnTo>
                    <a:pt x="212" y="336"/>
                  </a:lnTo>
                  <a:lnTo>
                    <a:pt x="210" y="336"/>
                  </a:lnTo>
                  <a:lnTo>
                    <a:pt x="209" y="337"/>
                  </a:lnTo>
                  <a:lnTo>
                    <a:pt x="209" y="340"/>
                  </a:lnTo>
                  <a:lnTo>
                    <a:pt x="210" y="342"/>
                  </a:lnTo>
                  <a:lnTo>
                    <a:pt x="210" y="344"/>
                  </a:lnTo>
                  <a:lnTo>
                    <a:pt x="211" y="346"/>
                  </a:lnTo>
                  <a:lnTo>
                    <a:pt x="211" y="352"/>
                  </a:lnTo>
                  <a:lnTo>
                    <a:pt x="210" y="352"/>
                  </a:lnTo>
                  <a:lnTo>
                    <a:pt x="208" y="354"/>
                  </a:lnTo>
                  <a:lnTo>
                    <a:pt x="207" y="355"/>
                  </a:lnTo>
                  <a:lnTo>
                    <a:pt x="204" y="357"/>
                  </a:lnTo>
                  <a:lnTo>
                    <a:pt x="201" y="360"/>
                  </a:lnTo>
                  <a:lnTo>
                    <a:pt x="198" y="368"/>
                  </a:lnTo>
                  <a:lnTo>
                    <a:pt x="195" y="377"/>
                  </a:lnTo>
                  <a:lnTo>
                    <a:pt x="192" y="388"/>
                  </a:lnTo>
                  <a:lnTo>
                    <a:pt x="191" y="387"/>
                  </a:lnTo>
                  <a:lnTo>
                    <a:pt x="188" y="387"/>
                  </a:lnTo>
                  <a:lnTo>
                    <a:pt x="186" y="388"/>
                  </a:lnTo>
                  <a:lnTo>
                    <a:pt x="183" y="388"/>
                  </a:lnTo>
                  <a:lnTo>
                    <a:pt x="180" y="386"/>
                  </a:lnTo>
                  <a:lnTo>
                    <a:pt x="177" y="383"/>
                  </a:lnTo>
                  <a:lnTo>
                    <a:pt x="174" y="376"/>
                  </a:lnTo>
                  <a:lnTo>
                    <a:pt x="170" y="368"/>
                  </a:lnTo>
                  <a:lnTo>
                    <a:pt x="167" y="362"/>
                  </a:lnTo>
                  <a:lnTo>
                    <a:pt x="165" y="357"/>
                  </a:lnTo>
                  <a:lnTo>
                    <a:pt x="164" y="354"/>
                  </a:lnTo>
                  <a:lnTo>
                    <a:pt x="163" y="352"/>
                  </a:lnTo>
                  <a:lnTo>
                    <a:pt x="163" y="346"/>
                  </a:lnTo>
                  <a:lnTo>
                    <a:pt x="159" y="344"/>
                  </a:lnTo>
                  <a:lnTo>
                    <a:pt x="153" y="344"/>
                  </a:lnTo>
                  <a:lnTo>
                    <a:pt x="151" y="343"/>
                  </a:lnTo>
                  <a:lnTo>
                    <a:pt x="150" y="343"/>
                  </a:lnTo>
                  <a:lnTo>
                    <a:pt x="149" y="342"/>
                  </a:lnTo>
                  <a:lnTo>
                    <a:pt x="149" y="335"/>
                  </a:lnTo>
                  <a:lnTo>
                    <a:pt x="146" y="329"/>
                  </a:lnTo>
                  <a:lnTo>
                    <a:pt x="142" y="326"/>
                  </a:lnTo>
                  <a:lnTo>
                    <a:pt x="139" y="324"/>
                  </a:lnTo>
                  <a:lnTo>
                    <a:pt x="136" y="321"/>
                  </a:lnTo>
                  <a:lnTo>
                    <a:pt x="136" y="319"/>
                  </a:lnTo>
                  <a:lnTo>
                    <a:pt x="137" y="317"/>
                  </a:lnTo>
                  <a:lnTo>
                    <a:pt x="139" y="317"/>
                  </a:lnTo>
                  <a:lnTo>
                    <a:pt x="139" y="315"/>
                  </a:lnTo>
                  <a:lnTo>
                    <a:pt x="140" y="313"/>
                  </a:lnTo>
                  <a:lnTo>
                    <a:pt x="139" y="311"/>
                  </a:lnTo>
                  <a:lnTo>
                    <a:pt x="138" y="310"/>
                  </a:lnTo>
                  <a:lnTo>
                    <a:pt x="135" y="309"/>
                  </a:lnTo>
                  <a:lnTo>
                    <a:pt x="130" y="307"/>
                  </a:lnTo>
                  <a:lnTo>
                    <a:pt x="128" y="306"/>
                  </a:lnTo>
                  <a:lnTo>
                    <a:pt x="124" y="306"/>
                  </a:lnTo>
                  <a:lnTo>
                    <a:pt x="123" y="305"/>
                  </a:lnTo>
                  <a:lnTo>
                    <a:pt x="123" y="304"/>
                  </a:lnTo>
                  <a:lnTo>
                    <a:pt x="126" y="300"/>
                  </a:lnTo>
                  <a:lnTo>
                    <a:pt x="130" y="300"/>
                  </a:lnTo>
                  <a:lnTo>
                    <a:pt x="133" y="299"/>
                  </a:lnTo>
                  <a:lnTo>
                    <a:pt x="134" y="297"/>
                  </a:lnTo>
                  <a:lnTo>
                    <a:pt x="135" y="292"/>
                  </a:lnTo>
                  <a:lnTo>
                    <a:pt x="134" y="288"/>
                  </a:lnTo>
                  <a:lnTo>
                    <a:pt x="134" y="283"/>
                  </a:lnTo>
                  <a:lnTo>
                    <a:pt x="135" y="279"/>
                  </a:lnTo>
                  <a:lnTo>
                    <a:pt x="143" y="271"/>
                  </a:lnTo>
                  <a:lnTo>
                    <a:pt x="144" y="269"/>
                  </a:lnTo>
                  <a:lnTo>
                    <a:pt x="145" y="268"/>
                  </a:lnTo>
                  <a:lnTo>
                    <a:pt x="145" y="266"/>
                  </a:lnTo>
                  <a:lnTo>
                    <a:pt x="141" y="266"/>
                  </a:lnTo>
                  <a:lnTo>
                    <a:pt x="140" y="267"/>
                  </a:lnTo>
                  <a:lnTo>
                    <a:pt x="137" y="267"/>
                  </a:lnTo>
                  <a:lnTo>
                    <a:pt x="130" y="271"/>
                  </a:lnTo>
                  <a:lnTo>
                    <a:pt x="132" y="267"/>
                  </a:lnTo>
                  <a:lnTo>
                    <a:pt x="149" y="249"/>
                  </a:lnTo>
                  <a:lnTo>
                    <a:pt x="152" y="245"/>
                  </a:lnTo>
                  <a:lnTo>
                    <a:pt x="154" y="241"/>
                  </a:lnTo>
                  <a:lnTo>
                    <a:pt x="155" y="233"/>
                  </a:lnTo>
                  <a:lnTo>
                    <a:pt x="155" y="224"/>
                  </a:lnTo>
                  <a:lnTo>
                    <a:pt x="154" y="216"/>
                  </a:lnTo>
                  <a:lnTo>
                    <a:pt x="152" y="213"/>
                  </a:lnTo>
                  <a:lnTo>
                    <a:pt x="148" y="212"/>
                  </a:lnTo>
                  <a:lnTo>
                    <a:pt x="142" y="213"/>
                  </a:lnTo>
                  <a:lnTo>
                    <a:pt x="136" y="214"/>
                  </a:lnTo>
                  <a:lnTo>
                    <a:pt x="133" y="212"/>
                  </a:lnTo>
                  <a:lnTo>
                    <a:pt x="131" y="207"/>
                  </a:lnTo>
                  <a:lnTo>
                    <a:pt x="129" y="200"/>
                  </a:lnTo>
                  <a:lnTo>
                    <a:pt x="127" y="194"/>
                  </a:lnTo>
                  <a:lnTo>
                    <a:pt x="126" y="190"/>
                  </a:lnTo>
                  <a:lnTo>
                    <a:pt x="125" y="188"/>
                  </a:lnTo>
                  <a:lnTo>
                    <a:pt x="124" y="187"/>
                  </a:lnTo>
                  <a:lnTo>
                    <a:pt x="123" y="187"/>
                  </a:lnTo>
                  <a:lnTo>
                    <a:pt x="120" y="190"/>
                  </a:lnTo>
                  <a:lnTo>
                    <a:pt x="119" y="192"/>
                  </a:lnTo>
                  <a:lnTo>
                    <a:pt x="119" y="197"/>
                  </a:lnTo>
                  <a:lnTo>
                    <a:pt x="120" y="202"/>
                  </a:lnTo>
                  <a:lnTo>
                    <a:pt x="121" y="207"/>
                  </a:lnTo>
                  <a:lnTo>
                    <a:pt x="121" y="211"/>
                  </a:lnTo>
                  <a:lnTo>
                    <a:pt x="119" y="214"/>
                  </a:lnTo>
                  <a:lnTo>
                    <a:pt x="113" y="217"/>
                  </a:lnTo>
                  <a:lnTo>
                    <a:pt x="108" y="222"/>
                  </a:lnTo>
                  <a:lnTo>
                    <a:pt x="105" y="224"/>
                  </a:lnTo>
                  <a:lnTo>
                    <a:pt x="103" y="224"/>
                  </a:lnTo>
                  <a:lnTo>
                    <a:pt x="100" y="225"/>
                  </a:lnTo>
                  <a:lnTo>
                    <a:pt x="97" y="224"/>
                  </a:lnTo>
                  <a:lnTo>
                    <a:pt x="94" y="224"/>
                  </a:lnTo>
                  <a:lnTo>
                    <a:pt x="92" y="223"/>
                  </a:lnTo>
                  <a:lnTo>
                    <a:pt x="91" y="220"/>
                  </a:lnTo>
                  <a:lnTo>
                    <a:pt x="89" y="214"/>
                  </a:lnTo>
                  <a:lnTo>
                    <a:pt x="89" y="207"/>
                  </a:lnTo>
                  <a:lnTo>
                    <a:pt x="90" y="202"/>
                  </a:lnTo>
                  <a:lnTo>
                    <a:pt x="89" y="196"/>
                  </a:lnTo>
                  <a:lnTo>
                    <a:pt x="88" y="189"/>
                  </a:lnTo>
                  <a:lnTo>
                    <a:pt x="85" y="182"/>
                  </a:lnTo>
                  <a:lnTo>
                    <a:pt x="83" y="177"/>
                  </a:lnTo>
                  <a:lnTo>
                    <a:pt x="82" y="175"/>
                  </a:lnTo>
                  <a:lnTo>
                    <a:pt x="82" y="174"/>
                  </a:lnTo>
                  <a:lnTo>
                    <a:pt x="80" y="171"/>
                  </a:lnTo>
                  <a:lnTo>
                    <a:pt x="78" y="170"/>
                  </a:lnTo>
                  <a:lnTo>
                    <a:pt x="74" y="169"/>
                  </a:lnTo>
                  <a:lnTo>
                    <a:pt x="67" y="166"/>
                  </a:lnTo>
                  <a:lnTo>
                    <a:pt x="61" y="162"/>
                  </a:lnTo>
                  <a:lnTo>
                    <a:pt x="57" y="158"/>
                  </a:lnTo>
                  <a:lnTo>
                    <a:pt x="57" y="156"/>
                  </a:lnTo>
                  <a:lnTo>
                    <a:pt x="58" y="155"/>
                  </a:lnTo>
                  <a:lnTo>
                    <a:pt x="62" y="153"/>
                  </a:lnTo>
                  <a:lnTo>
                    <a:pt x="63" y="151"/>
                  </a:lnTo>
                  <a:lnTo>
                    <a:pt x="63" y="149"/>
                  </a:lnTo>
                  <a:lnTo>
                    <a:pt x="61" y="148"/>
                  </a:lnTo>
                  <a:lnTo>
                    <a:pt x="55" y="145"/>
                  </a:lnTo>
                  <a:lnTo>
                    <a:pt x="54" y="143"/>
                  </a:lnTo>
                  <a:lnTo>
                    <a:pt x="51" y="141"/>
                  </a:lnTo>
                  <a:lnTo>
                    <a:pt x="49" y="136"/>
                  </a:lnTo>
                  <a:lnTo>
                    <a:pt x="47" y="131"/>
                  </a:lnTo>
                  <a:lnTo>
                    <a:pt x="41" y="124"/>
                  </a:lnTo>
                  <a:lnTo>
                    <a:pt x="35" y="119"/>
                  </a:lnTo>
                  <a:lnTo>
                    <a:pt x="32" y="117"/>
                  </a:lnTo>
                  <a:lnTo>
                    <a:pt x="26" y="111"/>
                  </a:lnTo>
                  <a:lnTo>
                    <a:pt x="23" y="110"/>
                  </a:lnTo>
                  <a:lnTo>
                    <a:pt x="20" y="109"/>
                  </a:lnTo>
                  <a:lnTo>
                    <a:pt x="18" y="108"/>
                  </a:lnTo>
                  <a:lnTo>
                    <a:pt x="16" y="106"/>
                  </a:lnTo>
                  <a:lnTo>
                    <a:pt x="15" y="105"/>
                  </a:lnTo>
                  <a:lnTo>
                    <a:pt x="13" y="103"/>
                  </a:lnTo>
                  <a:lnTo>
                    <a:pt x="13" y="101"/>
                  </a:lnTo>
                  <a:lnTo>
                    <a:pt x="9" y="99"/>
                  </a:lnTo>
                  <a:lnTo>
                    <a:pt x="7" y="97"/>
                  </a:lnTo>
                  <a:lnTo>
                    <a:pt x="5" y="97"/>
                  </a:lnTo>
                  <a:lnTo>
                    <a:pt x="4" y="93"/>
                  </a:lnTo>
                  <a:lnTo>
                    <a:pt x="2" y="88"/>
                  </a:lnTo>
                  <a:lnTo>
                    <a:pt x="1" y="81"/>
                  </a:lnTo>
                  <a:lnTo>
                    <a:pt x="0" y="77"/>
                  </a:lnTo>
                  <a:lnTo>
                    <a:pt x="0" y="72"/>
                  </a:lnTo>
                  <a:lnTo>
                    <a:pt x="1" y="72"/>
                  </a:lnTo>
                  <a:lnTo>
                    <a:pt x="3" y="71"/>
                  </a:lnTo>
                  <a:lnTo>
                    <a:pt x="15" y="71"/>
                  </a:lnTo>
                  <a:lnTo>
                    <a:pt x="16" y="70"/>
                  </a:lnTo>
                  <a:lnTo>
                    <a:pt x="16" y="68"/>
                  </a:lnTo>
                  <a:lnTo>
                    <a:pt x="17" y="66"/>
                  </a:lnTo>
                  <a:lnTo>
                    <a:pt x="17" y="64"/>
                  </a:lnTo>
                  <a:lnTo>
                    <a:pt x="18" y="62"/>
                  </a:lnTo>
                  <a:lnTo>
                    <a:pt x="19" y="60"/>
                  </a:lnTo>
                  <a:lnTo>
                    <a:pt x="21" y="58"/>
                  </a:lnTo>
                  <a:lnTo>
                    <a:pt x="26" y="52"/>
                  </a:lnTo>
                  <a:lnTo>
                    <a:pt x="32" y="45"/>
                  </a:lnTo>
                  <a:lnTo>
                    <a:pt x="38" y="38"/>
                  </a:lnTo>
                  <a:lnTo>
                    <a:pt x="40" y="37"/>
                  </a:lnTo>
                  <a:lnTo>
                    <a:pt x="42" y="35"/>
                  </a:lnTo>
                  <a:lnTo>
                    <a:pt x="45" y="34"/>
                  </a:lnTo>
                  <a:lnTo>
                    <a:pt x="47" y="33"/>
                  </a:lnTo>
                  <a:lnTo>
                    <a:pt x="47" y="33"/>
                  </a:lnTo>
                  <a:lnTo>
                    <a:pt x="49" y="31"/>
                  </a:lnTo>
                  <a:lnTo>
                    <a:pt x="48" y="30"/>
                  </a:lnTo>
                  <a:lnTo>
                    <a:pt x="47" y="28"/>
                  </a:lnTo>
                  <a:lnTo>
                    <a:pt x="45" y="27"/>
                  </a:lnTo>
                  <a:lnTo>
                    <a:pt x="42" y="24"/>
                  </a:lnTo>
                  <a:lnTo>
                    <a:pt x="43" y="23"/>
                  </a:lnTo>
                  <a:lnTo>
                    <a:pt x="45" y="22"/>
                  </a:lnTo>
                  <a:lnTo>
                    <a:pt x="48" y="20"/>
                  </a:lnTo>
                  <a:lnTo>
                    <a:pt x="50" y="16"/>
                  </a:lnTo>
                  <a:lnTo>
                    <a:pt x="54" y="11"/>
                  </a:lnTo>
                  <a:lnTo>
                    <a:pt x="55" y="10"/>
                  </a:lnTo>
                  <a:lnTo>
                    <a:pt x="56" y="6"/>
                  </a:lnTo>
                  <a:lnTo>
                    <a:pt x="56" y="5"/>
                  </a:lnTo>
                  <a:lnTo>
                    <a:pt x="59" y="3"/>
                  </a:lnTo>
                  <a:lnTo>
                    <a:pt x="64" y="3"/>
                  </a:lnTo>
                  <a:lnTo>
                    <a:pt x="66" y="4"/>
                  </a:lnTo>
                  <a:lnTo>
                    <a:pt x="70" y="11"/>
                  </a:lnTo>
                  <a:lnTo>
                    <a:pt x="71" y="12"/>
                  </a:lnTo>
                  <a:lnTo>
                    <a:pt x="72" y="14"/>
                  </a:lnTo>
                  <a:lnTo>
                    <a:pt x="74" y="15"/>
                  </a:lnTo>
                  <a:lnTo>
                    <a:pt x="77" y="16"/>
                  </a:lnTo>
                  <a:lnTo>
                    <a:pt x="79" y="15"/>
                  </a:lnTo>
                  <a:lnTo>
                    <a:pt x="82" y="15"/>
                  </a:lnTo>
                  <a:lnTo>
                    <a:pt x="85" y="16"/>
                  </a:lnTo>
                  <a:lnTo>
                    <a:pt x="90" y="19"/>
                  </a:lnTo>
                  <a:lnTo>
                    <a:pt x="102" y="19"/>
                  </a:lnTo>
                  <a:lnTo>
                    <a:pt x="107" y="21"/>
                  </a:lnTo>
                  <a:lnTo>
                    <a:pt x="113" y="27"/>
                  </a:lnTo>
                  <a:lnTo>
                    <a:pt x="114" y="29"/>
                  </a:lnTo>
                  <a:lnTo>
                    <a:pt x="115" y="30"/>
                  </a:lnTo>
                  <a:lnTo>
                    <a:pt x="119" y="32"/>
                  </a:lnTo>
                  <a:lnTo>
                    <a:pt x="125" y="34"/>
                  </a:lnTo>
                  <a:lnTo>
                    <a:pt x="131" y="37"/>
                  </a:lnTo>
                  <a:lnTo>
                    <a:pt x="133" y="39"/>
                  </a:lnTo>
                  <a:lnTo>
                    <a:pt x="134" y="42"/>
                  </a:lnTo>
                  <a:lnTo>
                    <a:pt x="137" y="47"/>
                  </a:lnTo>
                  <a:lnTo>
                    <a:pt x="140" y="54"/>
                  </a:lnTo>
                  <a:lnTo>
                    <a:pt x="144" y="58"/>
                  </a:lnTo>
                  <a:lnTo>
                    <a:pt x="148" y="62"/>
                  </a:lnTo>
                  <a:lnTo>
                    <a:pt x="149" y="62"/>
                  </a:lnTo>
                  <a:lnTo>
                    <a:pt x="151" y="63"/>
                  </a:lnTo>
                  <a:lnTo>
                    <a:pt x="154" y="64"/>
                  </a:lnTo>
                  <a:lnTo>
                    <a:pt x="160" y="70"/>
                  </a:lnTo>
                  <a:lnTo>
                    <a:pt x="163" y="71"/>
                  </a:lnTo>
                  <a:lnTo>
                    <a:pt x="165" y="71"/>
                  </a:lnTo>
                  <a:lnTo>
                    <a:pt x="166" y="69"/>
                  </a:lnTo>
                  <a:lnTo>
                    <a:pt x="166" y="63"/>
                  </a:lnTo>
                  <a:lnTo>
                    <a:pt x="167" y="61"/>
                  </a:lnTo>
                  <a:lnTo>
                    <a:pt x="171" y="59"/>
                  </a:lnTo>
                  <a:lnTo>
                    <a:pt x="178" y="56"/>
                  </a:lnTo>
                  <a:lnTo>
                    <a:pt x="183" y="53"/>
                  </a:lnTo>
                  <a:lnTo>
                    <a:pt x="187" y="49"/>
                  </a:lnTo>
                  <a:lnTo>
                    <a:pt x="187" y="47"/>
                  </a:lnTo>
                  <a:lnTo>
                    <a:pt x="186" y="45"/>
                  </a:lnTo>
                  <a:lnTo>
                    <a:pt x="186" y="38"/>
                  </a:lnTo>
                  <a:lnTo>
                    <a:pt x="188" y="37"/>
                  </a:lnTo>
                  <a:lnTo>
                    <a:pt x="192" y="34"/>
                  </a:lnTo>
                  <a:lnTo>
                    <a:pt x="199" y="30"/>
                  </a:lnTo>
                  <a:lnTo>
                    <a:pt x="204" y="24"/>
                  </a:lnTo>
                  <a:lnTo>
                    <a:pt x="208" y="20"/>
                  </a:lnTo>
                  <a:lnTo>
                    <a:pt x="210" y="15"/>
                  </a:lnTo>
                  <a:lnTo>
                    <a:pt x="216" y="4"/>
                  </a:lnTo>
                  <a:lnTo>
                    <a:pt x="218" y="1"/>
                  </a:lnTo>
                  <a:lnTo>
                    <a:pt x="22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399" name="Freeform 66"/>
            <p:cNvSpPr>
              <a:spLocks/>
            </p:cNvSpPr>
            <p:nvPr/>
          </p:nvSpPr>
          <p:spPr bwMode="auto">
            <a:xfrm>
              <a:off x="3535363" y="1749425"/>
              <a:ext cx="358775" cy="336550"/>
            </a:xfrm>
            <a:custGeom>
              <a:avLst/>
              <a:gdLst/>
              <a:ahLst/>
              <a:cxnLst>
                <a:cxn ang="0">
                  <a:pos x="36" y="4"/>
                </a:cxn>
                <a:cxn ang="0">
                  <a:pos x="52" y="14"/>
                </a:cxn>
                <a:cxn ang="0">
                  <a:pos x="75" y="17"/>
                </a:cxn>
                <a:cxn ang="0">
                  <a:pos x="82" y="21"/>
                </a:cxn>
                <a:cxn ang="0">
                  <a:pos x="94" y="25"/>
                </a:cxn>
                <a:cxn ang="0">
                  <a:pos x="99" y="38"/>
                </a:cxn>
                <a:cxn ang="0">
                  <a:pos x="97" y="44"/>
                </a:cxn>
                <a:cxn ang="0">
                  <a:pos x="95" y="50"/>
                </a:cxn>
                <a:cxn ang="0">
                  <a:pos x="101" y="62"/>
                </a:cxn>
                <a:cxn ang="0">
                  <a:pos x="101" y="72"/>
                </a:cxn>
                <a:cxn ang="0">
                  <a:pos x="104" y="78"/>
                </a:cxn>
                <a:cxn ang="0">
                  <a:pos x="106" y="84"/>
                </a:cxn>
                <a:cxn ang="0">
                  <a:pos x="115" y="90"/>
                </a:cxn>
                <a:cxn ang="0">
                  <a:pos x="126" y="92"/>
                </a:cxn>
                <a:cxn ang="0">
                  <a:pos x="138" y="92"/>
                </a:cxn>
                <a:cxn ang="0">
                  <a:pos x="147" y="102"/>
                </a:cxn>
                <a:cxn ang="0">
                  <a:pos x="159" y="97"/>
                </a:cxn>
                <a:cxn ang="0">
                  <a:pos x="165" y="102"/>
                </a:cxn>
                <a:cxn ang="0">
                  <a:pos x="166" y="110"/>
                </a:cxn>
                <a:cxn ang="0">
                  <a:pos x="161" y="124"/>
                </a:cxn>
                <a:cxn ang="0">
                  <a:pos x="169" y="126"/>
                </a:cxn>
                <a:cxn ang="0">
                  <a:pos x="189" y="137"/>
                </a:cxn>
                <a:cxn ang="0">
                  <a:pos x="202" y="145"/>
                </a:cxn>
                <a:cxn ang="0">
                  <a:pos x="212" y="142"/>
                </a:cxn>
                <a:cxn ang="0">
                  <a:pos x="215" y="142"/>
                </a:cxn>
                <a:cxn ang="0">
                  <a:pos x="222" y="153"/>
                </a:cxn>
                <a:cxn ang="0">
                  <a:pos x="213" y="175"/>
                </a:cxn>
                <a:cxn ang="0">
                  <a:pos x="207" y="186"/>
                </a:cxn>
                <a:cxn ang="0">
                  <a:pos x="209" y="199"/>
                </a:cxn>
                <a:cxn ang="0">
                  <a:pos x="178" y="212"/>
                </a:cxn>
                <a:cxn ang="0">
                  <a:pos x="167" y="195"/>
                </a:cxn>
                <a:cxn ang="0">
                  <a:pos x="156" y="197"/>
                </a:cxn>
                <a:cxn ang="0">
                  <a:pos x="148" y="196"/>
                </a:cxn>
                <a:cxn ang="0">
                  <a:pos x="148" y="193"/>
                </a:cxn>
                <a:cxn ang="0">
                  <a:pos x="148" y="188"/>
                </a:cxn>
                <a:cxn ang="0">
                  <a:pos x="138" y="170"/>
                </a:cxn>
                <a:cxn ang="0">
                  <a:pos x="133" y="164"/>
                </a:cxn>
                <a:cxn ang="0">
                  <a:pos x="120" y="176"/>
                </a:cxn>
                <a:cxn ang="0">
                  <a:pos x="111" y="177"/>
                </a:cxn>
                <a:cxn ang="0">
                  <a:pos x="106" y="169"/>
                </a:cxn>
                <a:cxn ang="0">
                  <a:pos x="99" y="166"/>
                </a:cxn>
                <a:cxn ang="0">
                  <a:pos x="77" y="176"/>
                </a:cxn>
                <a:cxn ang="0">
                  <a:pos x="66" y="195"/>
                </a:cxn>
                <a:cxn ang="0">
                  <a:pos x="52" y="208"/>
                </a:cxn>
                <a:cxn ang="0">
                  <a:pos x="35" y="193"/>
                </a:cxn>
                <a:cxn ang="0">
                  <a:pos x="17" y="186"/>
                </a:cxn>
                <a:cxn ang="0">
                  <a:pos x="6" y="178"/>
                </a:cxn>
                <a:cxn ang="0">
                  <a:pos x="19" y="161"/>
                </a:cxn>
                <a:cxn ang="0">
                  <a:pos x="28" y="146"/>
                </a:cxn>
                <a:cxn ang="0">
                  <a:pos x="13" y="133"/>
                </a:cxn>
                <a:cxn ang="0">
                  <a:pos x="0" y="111"/>
                </a:cxn>
                <a:cxn ang="0">
                  <a:pos x="2" y="79"/>
                </a:cxn>
                <a:cxn ang="0">
                  <a:pos x="14" y="63"/>
                </a:cxn>
                <a:cxn ang="0">
                  <a:pos x="26" y="38"/>
                </a:cxn>
                <a:cxn ang="0">
                  <a:pos x="18" y="23"/>
                </a:cxn>
                <a:cxn ang="0">
                  <a:pos x="15" y="13"/>
                </a:cxn>
                <a:cxn ang="0">
                  <a:pos x="18" y="2"/>
                </a:cxn>
              </a:cxnLst>
              <a:rect l="0" t="0" r="r" b="b"/>
              <a:pathLst>
                <a:path w="226" h="212">
                  <a:moveTo>
                    <a:pt x="27" y="0"/>
                  </a:moveTo>
                  <a:lnTo>
                    <a:pt x="32" y="1"/>
                  </a:lnTo>
                  <a:lnTo>
                    <a:pt x="36" y="4"/>
                  </a:lnTo>
                  <a:lnTo>
                    <a:pt x="42" y="10"/>
                  </a:lnTo>
                  <a:lnTo>
                    <a:pt x="46" y="13"/>
                  </a:lnTo>
                  <a:lnTo>
                    <a:pt x="52" y="14"/>
                  </a:lnTo>
                  <a:lnTo>
                    <a:pt x="73" y="9"/>
                  </a:lnTo>
                  <a:lnTo>
                    <a:pt x="73" y="11"/>
                  </a:lnTo>
                  <a:lnTo>
                    <a:pt x="75" y="17"/>
                  </a:lnTo>
                  <a:lnTo>
                    <a:pt x="76" y="18"/>
                  </a:lnTo>
                  <a:lnTo>
                    <a:pt x="78" y="19"/>
                  </a:lnTo>
                  <a:lnTo>
                    <a:pt x="82" y="21"/>
                  </a:lnTo>
                  <a:lnTo>
                    <a:pt x="88" y="22"/>
                  </a:lnTo>
                  <a:lnTo>
                    <a:pt x="92" y="23"/>
                  </a:lnTo>
                  <a:lnTo>
                    <a:pt x="94" y="25"/>
                  </a:lnTo>
                  <a:lnTo>
                    <a:pt x="96" y="29"/>
                  </a:lnTo>
                  <a:lnTo>
                    <a:pt x="98" y="34"/>
                  </a:lnTo>
                  <a:lnTo>
                    <a:pt x="99" y="38"/>
                  </a:lnTo>
                  <a:lnTo>
                    <a:pt x="99" y="42"/>
                  </a:lnTo>
                  <a:lnTo>
                    <a:pt x="98" y="43"/>
                  </a:lnTo>
                  <a:lnTo>
                    <a:pt x="97" y="44"/>
                  </a:lnTo>
                  <a:lnTo>
                    <a:pt x="94" y="47"/>
                  </a:lnTo>
                  <a:lnTo>
                    <a:pt x="94" y="48"/>
                  </a:lnTo>
                  <a:lnTo>
                    <a:pt x="95" y="50"/>
                  </a:lnTo>
                  <a:lnTo>
                    <a:pt x="96" y="52"/>
                  </a:lnTo>
                  <a:lnTo>
                    <a:pt x="98" y="59"/>
                  </a:lnTo>
                  <a:lnTo>
                    <a:pt x="101" y="62"/>
                  </a:lnTo>
                  <a:lnTo>
                    <a:pt x="100" y="67"/>
                  </a:lnTo>
                  <a:lnTo>
                    <a:pt x="100" y="70"/>
                  </a:lnTo>
                  <a:lnTo>
                    <a:pt x="101" y="72"/>
                  </a:lnTo>
                  <a:lnTo>
                    <a:pt x="103" y="74"/>
                  </a:lnTo>
                  <a:lnTo>
                    <a:pt x="104" y="76"/>
                  </a:lnTo>
                  <a:lnTo>
                    <a:pt x="104" y="78"/>
                  </a:lnTo>
                  <a:lnTo>
                    <a:pt x="103" y="79"/>
                  </a:lnTo>
                  <a:lnTo>
                    <a:pt x="104" y="81"/>
                  </a:lnTo>
                  <a:lnTo>
                    <a:pt x="106" y="84"/>
                  </a:lnTo>
                  <a:lnTo>
                    <a:pt x="109" y="85"/>
                  </a:lnTo>
                  <a:lnTo>
                    <a:pt x="113" y="88"/>
                  </a:lnTo>
                  <a:lnTo>
                    <a:pt x="115" y="90"/>
                  </a:lnTo>
                  <a:lnTo>
                    <a:pt x="119" y="92"/>
                  </a:lnTo>
                  <a:lnTo>
                    <a:pt x="122" y="93"/>
                  </a:lnTo>
                  <a:lnTo>
                    <a:pt x="126" y="92"/>
                  </a:lnTo>
                  <a:lnTo>
                    <a:pt x="130" y="91"/>
                  </a:lnTo>
                  <a:lnTo>
                    <a:pt x="134" y="90"/>
                  </a:lnTo>
                  <a:lnTo>
                    <a:pt x="138" y="92"/>
                  </a:lnTo>
                  <a:lnTo>
                    <a:pt x="139" y="95"/>
                  </a:lnTo>
                  <a:lnTo>
                    <a:pt x="143" y="101"/>
                  </a:lnTo>
                  <a:lnTo>
                    <a:pt x="147" y="102"/>
                  </a:lnTo>
                  <a:lnTo>
                    <a:pt x="150" y="102"/>
                  </a:lnTo>
                  <a:lnTo>
                    <a:pt x="155" y="99"/>
                  </a:lnTo>
                  <a:lnTo>
                    <a:pt x="159" y="97"/>
                  </a:lnTo>
                  <a:lnTo>
                    <a:pt x="163" y="98"/>
                  </a:lnTo>
                  <a:lnTo>
                    <a:pt x="165" y="101"/>
                  </a:lnTo>
                  <a:lnTo>
                    <a:pt x="165" y="102"/>
                  </a:lnTo>
                  <a:lnTo>
                    <a:pt x="166" y="105"/>
                  </a:lnTo>
                  <a:lnTo>
                    <a:pt x="167" y="107"/>
                  </a:lnTo>
                  <a:lnTo>
                    <a:pt x="166" y="110"/>
                  </a:lnTo>
                  <a:lnTo>
                    <a:pt x="165" y="111"/>
                  </a:lnTo>
                  <a:lnTo>
                    <a:pt x="161" y="117"/>
                  </a:lnTo>
                  <a:lnTo>
                    <a:pt x="161" y="124"/>
                  </a:lnTo>
                  <a:lnTo>
                    <a:pt x="163" y="125"/>
                  </a:lnTo>
                  <a:lnTo>
                    <a:pt x="165" y="126"/>
                  </a:lnTo>
                  <a:lnTo>
                    <a:pt x="169" y="126"/>
                  </a:lnTo>
                  <a:lnTo>
                    <a:pt x="173" y="127"/>
                  </a:lnTo>
                  <a:lnTo>
                    <a:pt x="178" y="129"/>
                  </a:lnTo>
                  <a:lnTo>
                    <a:pt x="189" y="137"/>
                  </a:lnTo>
                  <a:lnTo>
                    <a:pt x="198" y="144"/>
                  </a:lnTo>
                  <a:lnTo>
                    <a:pt x="200" y="144"/>
                  </a:lnTo>
                  <a:lnTo>
                    <a:pt x="202" y="145"/>
                  </a:lnTo>
                  <a:lnTo>
                    <a:pt x="205" y="144"/>
                  </a:lnTo>
                  <a:lnTo>
                    <a:pt x="207" y="144"/>
                  </a:lnTo>
                  <a:lnTo>
                    <a:pt x="212" y="142"/>
                  </a:lnTo>
                  <a:lnTo>
                    <a:pt x="213" y="142"/>
                  </a:lnTo>
                  <a:lnTo>
                    <a:pt x="214" y="141"/>
                  </a:lnTo>
                  <a:lnTo>
                    <a:pt x="215" y="142"/>
                  </a:lnTo>
                  <a:lnTo>
                    <a:pt x="216" y="142"/>
                  </a:lnTo>
                  <a:lnTo>
                    <a:pt x="217" y="145"/>
                  </a:lnTo>
                  <a:lnTo>
                    <a:pt x="222" y="153"/>
                  </a:lnTo>
                  <a:lnTo>
                    <a:pt x="226" y="162"/>
                  </a:lnTo>
                  <a:lnTo>
                    <a:pt x="216" y="172"/>
                  </a:lnTo>
                  <a:lnTo>
                    <a:pt x="213" y="175"/>
                  </a:lnTo>
                  <a:lnTo>
                    <a:pt x="210" y="177"/>
                  </a:lnTo>
                  <a:lnTo>
                    <a:pt x="207" y="179"/>
                  </a:lnTo>
                  <a:lnTo>
                    <a:pt x="207" y="186"/>
                  </a:lnTo>
                  <a:lnTo>
                    <a:pt x="209" y="189"/>
                  </a:lnTo>
                  <a:lnTo>
                    <a:pt x="211" y="194"/>
                  </a:lnTo>
                  <a:lnTo>
                    <a:pt x="209" y="199"/>
                  </a:lnTo>
                  <a:lnTo>
                    <a:pt x="200" y="210"/>
                  </a:lnTo>
                  <a:lnTo>
                    <a:pt x="196" y="212"/>
                  </a:lnTo>
                  <a:lnTo>
                    <a:pt x="178" y="212"/>
                  </a:lnTo>
                  <a:lnTo>
                    <a:pt x="166" y="211"/>
                  </a:lnTo>
                  <a:lnTo>
                    <a:pt x="167" y="203"/>
                  </a:lnTo>
                  <a:lnTo>
                    <a:pt x="167" y="195"/>
                  </a:lnTo>
                  <a:lnTo>
                    <a:pt x="165" y="195"/>
                  </a:lnTo>
                  <a:lnTo>
                    <a:pt x="161" y="195"/>
                  </a:lnTo>
                  <a:lnTo>
                    <a:pt x="156" y="197"/>
                  </a:lnTo>
                  <a:lnTo>
                    <a:pt x="152" y="198"/>
                  </a:lnTo>
                  <a:lnTo>
                    <a:pt x="148" y="197"/>
                  </a:lnTo>
                  <a:lnTo>
                    <a:pt x="148" y="196"/>
                  </a:lnTo>
                  <a:lnTo>
                    <a:pt x="148" y="195"/>
                  </a:lnTo>
                  <a:lnTo>
                    <a:pt x="148" y="194"/>
                  </a:lnTo>
                  <a:lnTo>
                    <a:pt x="148" y="193"/>
                  </a:lnTo>
                  <a:lnTo>
                    <a:pt x="149" y="191"/>
                  </a:lnTo>
                  <a:lnTo>
                    <a:pt x="149" y="190"/>
                  </a:lnTo>
                  <a:lnTo>
                    <a:pt x="148" y="188"/>
                  </a:lnTo>
                  <a:lnTo>
                    <a:pt x="137" y="177"/>
                  </a:lnTo>
                  <a:lnTo>
                    <a:pt x="137" y="172"/>
                  </a:lnTo>
                  <a:lnTo>
                    <a:pt x="138" y="170"/>
                  </a:lnTo>
                  <a:lnTo>
                    <a:pt x="138" y="165"/>
                  </a:lnTo>
                  <a:lnTo>
                    <a:pt x="137" y="164"/>
                  </a:lnTo>
                  <a:lnTo>
                    <a:pt x="133" y="164"/>
                  </a:lnTo>
                  <a:lnTo>
                    <a:pt x="129" y="167"/>
                  </a:lnTo>
                  <a:lnTo>
                    <a:pt x="123" y="171"/>
                  </a:lnTo>
                  <a:lnTo>
                    <a:pt x="120" y="176"/>
                  </a:lnTo>
                  <a:lnTo>
                    <a:pt x="115" y="178"/>
                  </a:lnTo>
                  <a:lnTo>
                    <a:pt x="113" y="178"/>
                  </a:lnTo>
                  <a:lnTo>
                    <a:pt x="111" y="177"/>
                  </a:lnTo>
                  <a:lnTo>
                    <a:pt x="110" y="175"/>
                  </a:lnTo>
                  <a:lnTo>
                    <a:pt x="108" y="172"/>
                  </a:lnTo>
                  <a:lnTo>
                    <a:pt x="106" y="169"/>
                  </a:lnTo>
                  <a:lnTo>
                    <a:pt x="105" y="167"/>
                  </a:lnTo>
                  <a:lnTo>
                    <a:pt x="102" y="166"/>
                  </a:lnTo>
                  <a:lnTo>
                    <a:pt x="99" y="166"/>
                  </a:lnTo>
                  <a:lnTo>
                    <a:pt x="92" y="167"/>
                  </a:lnTo>
                  <a:lnTo>
                    <a:pt x="84" y="170"/>
                  </a:lnTo>
                  <a:lnTo>
                    <a:pt x="77" y="176"/>
                  </a:lnTo>
                  <a:lnTo>
                    <a:pt x="72" y="182"/>
                  </a:lnTo>
                  <a:lnTo>
                    <a:pt x="70" y="188"/>
                  </a:lnTo>
                  <a:lnTo>
                    <a:pt x="66" y="195"/>
                  </a:lnTo>
                  <a:lnTo>
                    <a:pt x="62" y="203"/>
                  </a:lnTo>
                  <a:lnTo>
                    <a:pt x="57" y="207"/>
                  </a:lnTo>
                  <a:lnTo>
                    <a:pt x="52" y="208"/>
                  </a:lnTo>
                  <a:lnTo>
                    <a:pt x="46" y="204"/>
                  </a:lnTo>
                  <a:lnTo>
                    <a:pt x="40" y="198"/>
                  </a:lnTo>
                  <a:lnTo>
                    <a:pt x="35" y="193"/>
                  </a:lnTo>
                  <a:lnTo>
                    <a:pt x="29" y="189"/>
                  </a:lnTo>
                  <a:lnTo>
                    <a:pt x="24" y="187"/>
                  </a:lnTo>
                  <a:lnTo>
                    <a:pt x="17" y="186"/>
                  </a:lnTo>
                  <a:lnTo>
                    <a:pt x="11" y="184"/>
                  </a:lnTo>
                  <a:lnTo>
                    <a:pt x="7" y="181"/>
                  </a:lnTo>
                  <a:lnTo>
                    <a:pt x="6" y="178"/>
                  </a:lnTo>
                  <a:lnTo>
                    <a:pt x="9" y="173"/>
                  </a:lnTo>
                  <a:lnTo>
                    <a:pt x="13" y="167"/>
                  </a:lnTo>
                  <a:lnTo>
                    <a:pt x="19" y="161"/>
                  </a:lnTo>
                  <a:lnTo>
                    <a:pt x="23" y="155"/>
                  </a:lnTo>
                  <a:lnTo>
                    <a:pt x="27" y="150"/>
                  </a:lnTo>
                  <a:lnTo>
                    <a:pt x="28" y="146"/>
                  </a:lnTo>
                  <a:lnTo>
                    <a:pt x="25" y="144"/>
                  </a:lnTo>
                  <a:lnTo>
                    <a:pt x="20" y="138"/>
                  </a:lnTo>
                  <a:lnTo>
                    <a:pt x="13" y="133"/>
                  </a:lnTo>
                  <a:lnTo>
                    <a:pt x="7" y="127"/>
                  </a:lnTo>
                  <a:lnTo>
                    <a:pt x="2" y="118"/>
                  </a:lnTo>
                  <a:lnTo>
                    <a:pt x="0" y="111"/>
                  </a:lnTo>
                  <a:lnTo>
                    <a:pt x="0" y="100"/>
                  </a:lnTo>
                  <a:lnTo>
                    <a:pt x="1" y="88"/>
                  </a:lnTo>
                  <a:lnTo>
                    <a:pt x="2" y="79"/>
                  </a:lnTo>
                  <a:lnTo>
                    <a:pt x="4" y="74"/>
                  </a:lnTo>
                  <a:lnTo>
                    <a:pt x="9" y="69"/>
                  </a:lnTo>
                  <a:lnTo>
                    <a:pt x="14" y="63"/>
                  </a:lnTo>
                  <a:lnTo>
                    <a:pt x="20" y="55"/>
                  </a:lnTo>
                  <a:lnTo>
                    <a:pt x="25" y="46"/>
                  </a:lnTo>
                  <a:lnTo>
                    <a:pt x="26" y="38"/>
                  </a:lnTo>
                  <a:lnTo>
                    <a:pt x="24" y="32"/>
                  </a:lnTo>
                  <a:lnTo>
                    <a:pt x="21" y="28"/>
                  </a:lnTo>
                  <a:lnTo>
                    <a:pt x="18" y="23"/>
                  </a:lnTo>
                  <a:lnTo>
                    <a:pt x="17" y="18"/>
                  </a:lnTo>
                  <a:lnTo>
                    <a:pt x="17" y="16"/>
                  </a:lnTo>
                  <a:lnTo>
                    <a:pt x="15" y="13"/>
                  </a:lnTo>
                  <a:lnTo>
                    <a:pt x="12" y="9"/>
                  </a:lnTo>
                  <a:lnTo>
                    <a:pt x="9" y="8"/>
                  </a:lnTo>
                  <a:lnTo>
                    <a:pt x="18" y="2"/>
                  </a:lnTo>
                  <a:lnTo>
                    <a:pt x="2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0" name="Freeform 67"/>
            <p:cNvSpPr>
              <a:spLocks/>
            </p:cNvSpPr>
            <p:nvPr/>
          </p:nvSpPr>
          <p:spPr bwMode="auto">
            <a:xfrm>
              <a:off x="3649663" y="1990725"/>
              <a:ext cx="417513" cy="228600"/>
            </a:xfrm>
            <a:custGeom>
              <a:avLst/>
              <a:gdLst/>
              <a:ahLst/>
              <a:cxnLst>
                <a:cxn ang="0">
                  <a:pos x="242" y="1"/>
                </a:cxn>
                <a:cxn ang="0">
                  <a:pos x="250" y="13"/>
                </a:cxn>
                <a:cxn ang="0">
                  <a:pos x="260" y="17"/>
                </a:cxn>
                <a:cxn ang="0">
                  <a:pos x="262" y="20"/>
                </a:cxn>
                <a:cxn ang="0">
                  <a:pos x="256" y="27"/>
                </a:cxn>
                <a:cxn ang="0">
                  <a:pos x="244" y="26"/>
                </a:cxn>
                <a:cxn ang="0">
                  <a:pos x="233" y="33"/>
                </a:cxn>
                <a:cxn ang="0">
                  <a:pos x="221" y="46"/>
                </a:cxn>
                <a:cxn ang="0">
                  <a:pos x="212" y="51"/>
                </a:cxn>
                <a:cxn ang="0">
                  <a:pos x="200" y="62"/>
                </a:cxn>
                <a:cxn ang="0">
                  <a:pos x="195" y="70"/>
                </a:cxn>
                <a:cxn ang="0">
                  <a:pos x="186" y="68"/>
                </a:cxn>
                <a:cxn ang="0">
                  <a:pos x="179" y="72"/>
                </a:cxn>
                <a:cxn ang="0">
                  <a:pos x="169" y="76"/>
                </a:cxn>
                <a:cxn ang="0">
                  <a:pos x="155" y="76"/>
                </a:cxn>
                <a:cxn ang="0">
                  <a:pos x="157" y="98"/>
                </a:cxn>
                <a:cxn ang="0">
                  <a:pos x="152" y="109"/>
                </a:cxn>
                <a:cxn ang="0">
                  <a:pos x="152" y="127"/>
                </a:cxn>
                <a:cxn ang="0">
                  <a:pos x="143" y="130"/>
                </a:cxn>
                <a:cxn ang="0">
                  <a:pos x="122" y="135"/>
                </a:cxn>
                <a:cxn ang="0">
                  <a:pos x="115" y="141"/>
                </a:cxn>
                <a:cxn ang="0">
                  <a:pos x="107" y="144"/>
                </a:cxn>
                <a:cxn ang="0">
                  <a:pos x="103" y="130"/>
                </a:cxn>
                <a:cxn ang="0">
                  <a:pos x="110" y="125"/>
                </a:cxn>
                <a:cxn ang="0">
                  <a:pos x="103" y="126"/>
                </a:cxn>
                <a:cxn ang="0">
                  <a:pos x="95" y="127"/>
                </a:cxn>
                <a:cxn ang="0">
                  <a:pos x="91" y="125"/>
                </a:cxn>
                <a:cxn ang="0">
                  <a:pos x="91" y="130"/>
                </a:cxn>
                <a:cxn ang="0">
                  <a:pos x="88" y="137"/>
                </a:cxn>
                <a:cxn ang="0">
                  <a:pos x="80" y="141"/>
                </a:cxn>
                <a:cxn ang="0">
                  <a:pos x="71" y="137"/>
                </a:cxn>
                <a:cxn ang="0">
                  <a:pos x="60" y="135"/>
                </a:cxn>
                <a:cxn ang="0">
                  <a:pos x="51" y="144"/>
                </a:cxn>
                <a:cxn ang="0">
                  <a:pos x="45" y="141"/>
                </a:cxn>
                <a:cxn ang="0">
                  <a:pos x="52" y="133"/>
                </a:cxn>
                <a:cxn ang="0">
                  <a:pos x="33" y="128"/>
                </a:cxn>
                <a:cxn ang="0">
                  <a:pos x="11" y="127"/>
                </a:cxn>
                <a:cxn ang="0">
                  <a:pos x="2" y="110"/>
                </a:cxn>
                <a:cxn ang="0">
                  <a:pos x="14" y="94"/>
                </a:cxn>
                <a:cxn ang="0">
                  <a:pos x="50" y="103"/>
                </a:cxn>
                <a:cxn ang="0">
                  <a:pos x="76" y="98"/>
                </a:cxn>
                <a:cxn ang="0">
                  <a:pos x="91" y="79"/>
                </a:cxn>
                <a:cxn ang="0">
                  <a:pos x="124" y="60"/>
                </a:cxn>
                <a:cxn ang="0">
                  <a:pos x="137" y="37"/>
                </a:cxn>
                <a:cxn ang="0">
                  <a:pos x="141" y="23"/>
                </a:cxn>
                <a:cxn ang="0">
                  <a:pos x="156" y="13"/>
                </a:cxn>
                <a:cxn ang="0">
                  <a:pos x="167" y="4"/>
                </a:cxn>
                <a:cxn ang="0">
                  <a:pos x="177" y="9"/>
                </a:cxn>
                <a:cxn ang="0">
                  <a:pos x="190" y="12"/>
                </a:cxn>
                <a:cxn ang="0">
                  <a:pos x="214" y="9"/>
                </a:cxn>
                <a:cxn ang="0">
                  <a:pos x="232" y="0"/>
                </a:cxn>
              </a:cxnLst>
              <a:rect l="0" t="0" r="r" b="b"/>
              <a:pathLst>
                <a:path w="263" h="144">
                  <a:moveTo>
                    <a:pt x="232" y="0"/>
                  </a:moveTo>
                  <a:lnTo>
                    <a:pt x="234" y="0"/>
                  </a:lnTo>
                  <a:lnTo>
                    <a:pt x="237" y="0"/>
                  </a:lnTo>
                  <a:lnTo>
                    <a:pt x="242" y="1"/>
                  </a:lnTo>
                  <a:lnTo>
                    <a:pt x="246" y="3"/>
                  </a:lnTo>
                  <a:lnTo>
                    <a:pt x="249" y="4"/>
                  </a:lnTo>
                  <a:lnTo>
                    <a:pt x="249" y="11"/>
                  </a:lnTo>
                  <a:lnTo>
                    <a:pt x="250" y="13"/>
                  </a:lnTo>
                  <a:lnTo>
                    <a:pt x="254" y="15"/>
                  </a:lnTo>
                  <a:lnTo>
                    <a:pt x="256" y="16"/>
                  </a:lnTo>
                  <a:lnTo>
                    <a:pt x="258" y="16"/>
                  </a:lnTo>
                  <a:lnTo>
                    <a:pt x="260" y="17"/>
                  </a:lnTo>
                  <a:lnTo>
                    <a:pt x="262" y="17"/>
                  </a:lnTo>
                  <a:lnTo>
                    <a:pt x="263" y="17"/>
                  </a:lnTo>
                  <a:lnTo>
                    <a:pt x="263" y="18"/>
                  </a:lnTo>
                  <a:lnTo>
                    <a:pt x="262" y="20"/>
                  </a:lnTo>
                  <a:lnTo>
                    <a:pt x="260" y="23"/>
                  </a:lnTo>
                  <a:lnTo>
                    <a:pt x="259" y="26"/>
                  </a:lnTo>
                  <a:lnTo>
                    <a:pt x="257" y="27"/>
                  </a:lnTo>
                  <a:lnTo>
                    <a:pt x="256" y="27"/>
                  </a:lnTo>
                  <a:lnTo>
                    <a:pt x="253" y="26"/>
                  </a:lnTo>
                  <a:lnTo>
                    <a:pt x="247" y="26"/>
                  </a:lnTo>
                  <a:lnTo>
                    <a:pt x="246" y="26"/>
                  </a:lnTo>
                  <a:lnTo>
                    <a:pt x="244" y="26"/>
                  </a:lnTo>
                  <a:lnTo>
                    <a:pt x="243" y="27"/>
                  </a:lnTo>
                  <a:lnTo>
                    <a:pt x="239" y="29"/>
                  </a:lnTo>
                  <a:lnTo>
                    <a:pt x="237" y="31"/>
                  </a:lnTo>
                  <a:lnTo>
                    <a:pt x="233" y="33"/>
                  </a:lnTo>
                  <a:lnTo>
                    <a:pt x="230" y="35"/>
                  </a:lnTo>
                  <a:lnTo>
                    <a:pt x="228" y="39"/>
                  </a:lnTo>
                  <a:lnTo>
                    <a:pt x="223" y="43"/>
                  </a:lnTo>
                  <a:lnTo>
                    <a:pt x="221" y="46"/>
                  </a:lnTo>
                  <a:lnTo>
                    <a:pt x="220" y="48"/>
                  </a:lnTo>
                  <a:lnTo>
                    <a:pt x="216" y="50"/>
                  </a:lnTo>
                  <a:lnTo>
                    <a:pt x="214" y="50"/>
                  </a:lnTo>
                  <a:lnTo>
                    <a:pt x="212" y="51"/>
                  </a:lnTo>
                  <a:lnTo>
                    <a:pt x="212" y="51"/>
                  </a:lnTo>
                  <a:lnTo>
                    <a:pt x="208" y="53"/>
                  </a:lnTo>
                  <a:lnTo>
                    <a:pt x="203" y="59"/>
                  </a:lnTo>
                  <a:lnTo>
                    <a:pt x="200" y="62"/>
                  </a:lnTo>
                  <a:lnTo>
                    <a:pt x="199" y="65"/>
                  </a:lnTo>
                  <a:lnTo>
                    <a:pt x="197" y="68"/>
                  </a:lnTo>
                  <a:lnTo>
                    <a:pt x="196" y="69"/>
                  </a:lnTo>
                  <a:lnTo>
                    <a:pt x="195" y="70"/>
                  </a:lnTo>
                  <a:lnTo>
                    <a:pt x="194" y="70"/>
                  </a:lnTo>
                  <a:lnTo>
                    <a:pt x="191" y="69"/>
                  </a:lnTo>
                  <a:lnTo>
                    <a:pt x="189" y="69"/>
                  </a:lnTo>
                  <a:lnTo>
                    <a:pt x="186" y="68"/>
                  </a:lnTo>
                  <a:lnTo>
                    <a:pt x="183" y="68"/>
                  </a:lnTo>
                  <a:lnTo>
                    <a:pt x="181" y="69"/>
                  </a:lnTo>
                  <a:lnTo>
                    <a:pt x="180" y="71"/>
                  </a:lnTo>
                  <a:lnTo>
                    <a:pt x="179" y="72"/>
                  </a:lnTo>
                  <a:lnTo>
                    <a:pt x="178" y="74"/>
                  </a:lnTo>
                  <a:lnTo>
                    <a:pt x="177" y="75"/>
                  </a:lnTo>
                  <a:lnTo>
                    <a:pt x="174" y="76"/>
                  </a:lnTo>
                  <a:lnTo>
                    <a:pt x="169" y="76"/>
                  </a:lnTo>
                  <a:lnTo>
                    <a:pt x="164" y="74"/>
                  </a:lnTo>
                  <a:lnTo>
                    <a:pt x="160" y="74"/>
                  </a:lnTo>
                  <a:lnTo>
                    <a:pt x="157" y="75"/>
                  </a:lnTo>
                  <a:lnTo>
                    <a:pt x="155" y="76"/>
                  </a:lnTo>
                  <a:lnTo>
                    <a:pt x="154" y="80"/>
                  </a:lnTo>
                  <a:lnTo>
                    <a:pt x="155" y="86"/>
                  </a:lnTo>
                  <a:lnTo>
                    <a:pt x="156" y="93"/>
                  </a:lnTo>
                  <a:lnTo>
                    <a:pt x="157" y="98"/>
                  </a:lnTo>
                  <a:lnTo>
                    <a:pt x="157" y="101"/>
                  </a:lnTo>
                  <a:lnTo>
                    <a:pt x="155" y="103"/>
                  </a:lnTo>
                  <a:lnTo>
                    <a:pt x="154" y="106"/>
                  </a:lnTo>
                  <a:lnTo>
                    <a:pt x="152" y="109"/>
                  </a:lnTo>
                  <a:lnTo>
                    <a:pt x="152" y="111"/>
                  </a:lnTo>
                  <a:lnTo>
                    <a:pt x="151" y="115"/>
                  </a:lnTo>
                  <a:lnTo>
                    <a:pt x="152" y="120"/>
                  </a:lnTo>
                  <a:lnTo>
                    <a:pt x="152" y="127"/>
                  </a:lnTo>
                  <a:lnTo>
                    <a:pt x="150" y="130"/>
                  </a:lnTo>
                  <a:lnTo>
                    <a:pt x="149" y="131"/>
                  </a:lnTo>
                  <a:lnTo>
                    <a:pt x="145" y="131"/>
                  </a:lnTo>
                  <a:lnTo>
                    <a:pt x="143" y="130"/>
                  </a:lnTo>
                  <a:lnTo>
                    <a:pt x="135" y="130"/>
                  </a:lnTo>
                  <a:lnTo>
                    <a:pt x="132" y="131"/>
                  </a:lnTo>
                  <a:lnTo>
                    <a:pt x="130" y="132"/>
                  </a:lnTo>
                  <a:lnTo>
                    <a:pt x="122" y="135"/>
                  </a:lnTo>
                  <a:lnTo>
                    <a:pt x="120" y="135"/>
                  </a:lnTo>
                  <a:lnTo>
                    <a:pt x="119" y="137"/>
                  </a:lnTo>
                  <a:lnTo>
                    <a:pt x="118" y="139"/>
                  </a:lnTo>
                  <a:lnTo>
                    <a:pt x="115" y="141"/>
                  </a:lnTo>
                  <a:lnTo>
                    <a:pt x="113" y="143"/>
                  </a:lnTo>
                  <a:lnTo>
                    <a:pt x="110" y="144"/>
                  </a:lnTo>
                  <a:lnTo>
                    <a:pt x="109" y="144"/>
                  </a:lnTo>
                  <a:lnTo>
                    <a:pt x="107" y="144"/>
                  </a:lnTo>
                  <a:lnTo>
                    <a:pt x="103" y="142"/>
                  </a:lnTo>
                  <a:lnTo>
                    <a:pt x="101" y="140"/>
                  </a:lnTo>
                  <a:lnTo>
                    <a:pt x="101" y="134"/>
                  </a:lnTo>
                  <a:lnTo>
                    <a:pt x="103" y="130"/>
                  </a:lnTo>
                  <a:lnTo>
                    <a:pt x="105" y="129"/>
                  </a:lnTo>
                  <a:lnTo>
                    <a:pt x="107" y="127"/>
                  </a:lnTo>
                  <a:lnTo>
                    <a:pt x="109" y="127"/>
                  </a:lnTo>
                  <a:lnTo>
                    <a:pt x="110" y="125"/>
                  </a:lnTo>
                  <a:lnTo>
                    <a:pt x="110" y="123"/>
                  </a:lnTo>
                  <a:lnTo>
                    <a:pt x="107" y="123"/>
                  </a:lnTo>
                  <a:lnTo>
                    <a:pt x="106" y="124"/>
                  </a:lnTo>
                  <a:lnTo>
                    <a:pt x="103" y="126"/>
                  </a:lnTo>
                  <a:lnTo>
                    <a:pt x="101" y="127"/>
                  </a:lnTo>
                  <a:lnTo>
                    <a:pt x="99" y="127"/>
                  </a:lnTo>
                  <a:lnTo>
                    <a:pt x="97" y="127"/>
                  </a:lnTo>
                  <a:lnTo>
                    <a:pt x="95" y="127"/>
                  </a:lnTo>
                  <a:lnTo>
                    <a:pt x="94" y="126"/>
                  </a:lnTo>
                  <a:lnTo>
                    <a:pt x="93" y="126"/>
                  </a:lnTo>
                  <a:lnTo>
                    <a:pt x="92" y="125"/>
                  </a:lnTo>
                  <a:lnTo>
                    <a:pt x="91" y="125"/>
                  </a:lnTo>
                  <a:lnTo>
                    <a:pt x="91" y="127"/>
                  </a:lnTo>
                  <a:lnTo>
                    <a:pt x="92" y="127"/>
                  </a:lnTo>
                  <a:lnTo>
                    <a:pt x="92" y="129"/>
                  </a:lnTo>
                  <a:lnTo>
                    <a:pt x="91" y="130"/>
                  </a:lnTo>
                  <a:lnTo>
                    <a:pt x="90" y="132"/>
                  </a:lnTo>
                  <a:lnTo>
                    <a:pt x="89" y="133"/>
                  </a:lnTo>
                  <a:lnTo>
                    <a:pt x="89" y="135"/>
                  </a:lnTo>
                  <a:lnTo>
                    <a:pt x="88" y="137"/>
                  </a:lnTo>
                  <a:lnTo>
                    <a:pt x="87" y="138"/>
                  </a:lnTo>
                  <a:lnTo>
                    <a:pt x="86" y="140"/>
                  </a:lnTo>
                  <a:lnTo>
                    <a:pt x="84" y="141"/>
                  </a:lnTo>
                  <a:lnTo>
                    <a:pt x="80" y="141"/>
                  </a:lnTo>
                  <a:lnTo>
                    <a:pt x="77" y="140"/>
                  </a:lnTo>
                  <a:lnTo>
                    <a:pt x="76" y="140"/>
                  </a:lnTo>
                  <a:lnTo>
                    <a:pt x="74" y="139"/>
                  </a:lnTo>
                  <a:lnTo>
                    <a:pt x="71" y="137"/>
                  </a:lnTo>
                  <a:lnTo>
                    <a:pt x="68" y="136"/>
                  </a:lnTo>
                  <a:lnTo>
                    <a:pt x="66" y="135"/>
                  </a:lnTo>
                  <a:lnTo>
                    <a:pt x="63" y="135"/>
                  </a:lnTo>
                  <a:lnTo>
                    <a:pt x="60" y="135"/>
                  </a:lnTo>
                  <a:lnTo>
                    <a:pt x="58" y="137"/>
                  </a:lnTo>
                  <a:lnTo>
                    <a:pt x="56" y="140"/>
                  </a:lnTo>
                  <a:lnTo>
                    <a:pt x="54" y="142"/>
                  </a:lnTo>
                  <a:lnTo>
                    <a:pt x="51" y="144"/>
                  </a:lnTo>
                  <a:lnTo>
                    <a:pt x="45" y="144"/>
                  </a:lnTo>
                  <a:lnTo>
                    <a:pt x="44" y="143"/>
                  </a:lnTo>
                  <a:lnTo>
                    <a:pt x="44" y="142"/>
                  </a:lnTo>
                  <a:lnTo>
                    <a:pt x="45" y="141"/>
                  </a:lnTo>
                  <a:lnTo>
                    <a:pt x="46" y="139"/>
                  </a:lnTo>
                  <a:lnTo>
                    <a:pt x="49" y="137"/>
                  </a:lnTo>
                  <a:lnTo>
                    <a:pt x="50" y="135"/>
                  </a:lnTo>
                  <a:lnTo>
                    <a:pt x="52" y="133"/>
                  </a:lnTo>
                  <a:lnTo>
                    <a:pt x="53" y="130"/>
                  </a:lnTo>
                  <a:lnTo>
                    <a:pt x="50" y="129"/>
                  </a:lnTo>
                  <a:lnTo>
                    <a:pt x="47" y="128"/>
                  </a:lnTo>
                  <a:lnTo>
                    <a:pt x="33" y="128"/>
                  </a:lnTo>
                  <a:lnTo>
                    <a:pt x="31" y="129"/>
                  </a:lnTo>
                  <a:lnTo>
                    <a:pt x="30" y="130"/>
                  </a:lnTo>
                  <a:lnTo>
                    <a:pt x="29" y="132"/>
                  </a:lnTo>
                  <a:lnTo>
                    <a:pt x="11" y="127"/>
                  </a:lnTo>
                  <a:lnTo>
                    <a:pt x="4" y="124"/>
                  </a:lnTo>
                  <a:lnTo>
                    <a:pt x="0" y="120"/>
                  </a:lnTo>
                  <a:lnTo>
                    <a:pt x="0" y="116"/>
                  </a:lnTo>
                  <a:lnTo>
                    <a:pt x="2" y="110"/>
                  </a:lnTo>
                  <a:lnTo>
                    <a:pt x="5" y="103"/>
                  </a:lnTo>
                  <a:lnTo>
                    <a:pt x="8" y="98"/>
                  </a:lnTo>
                  <a:lnTo>
                    <a:pt x="10" y="94"/>
                  </a:lnTo>
                  <a:lnTo>
                    <a:pt x="14" y="94"/>
                  </a:lnTo>
                  <a:lnTo>
                    <a:pt x="20" y="96"/>
                  </a:lnTo>
                  <a:lnTo>
                    <a:pt x="29" y="99"/>
                  </a:lnTo>
                  <a:lnTo>
                    <a:pt x="45" y="102"/>
                  </a:lnTo>
                  <a:lnTo>
                    <a:pt x="50" y="103"/>
                  </a:lnTo>
                  <a:lnTo>
                    <a:pt x="59" y="102"/>
                  </a:lnTo>
                  <a:lnTo>
                    <a:pt x="66" y="100"/>
                  </a:lnTo>
                  <a:lnTo>
                    <a:pt x="72" y="99"/>
                  </a:lnTo>
                  <a:lnTo>
                    <a:pt x="76" y="98"/>
                  </a:lnTo>
                  <a:lnTo>
                    <a:pt x="83" y="95"/>
                  </a:lnTo>
                  <a:lnTo>
                    <a:pt x="87" y="92"/>
                  </a:lnTo>
                  <a:lnTo>
                    <a:pt x="90" y="86"/>
                  </a:lnTo>
                  <a:lnTo>
                    <a:pt x="91" y="79"/>
                  </a:lnTo>
                  <a:lnTo>
                    <a:pt x="93" y="69"/>
                  </a:lnTo>
                  <a:lnTo>
                    <a:pt x="94" y="59"/>
                  </a:lnTo>
                  <a:lnTo>
                    <a:pt x="106" y="60"/>
                  </a:lnTo>
                  <a:lnTo>
                    <a:pt x="124" y="60"/>
                  </a:lnTo>
                  <a:lnTo>
                    <a:pt x="128" y="58"/>
                  </a:lnTo>
                  <a:lnTo>
                    <a:pt x="137" y="47"/>
                  </a:lnTo>
                  <a:lnTo>
                    <a:pt x="139" y="42"/>
                  </a:lnTo>
                  <a:lnTo>
                    <a:pt x="137" y="37"/>
                  </a:lnTo>
                  <a:lnTo>
                    <a:pt x="135" y="34"/>
                  </a:lnTo>
                  <a:lnTo>
                    <a:pt x="135" y="27"/>
                  </a:lnTo>
                  <a:lnTo>
                    <a:pt x="138" y="25"/>
                  </a:lnTo>
                  <a:lnTo>
                    <a:pt x="141" y="23"/>
                  </a:lnTo>
                  <a:lnTo>
                    <a:pt x="144" y="20"/>
                  </a:lnTo>
                  <a:lnTo>
                    <a:pt x="154" y="10"/>
                  </a:lnTo>
                  <a:lnTo>
                    <a:pt x="155" y="11"/>
                  </a:lnTo>
                  <a:lnTo>
                    <a:pt x="156" y="13"/>
                  </a:lnTo>
                  <a:lnTo>
                    <a:pt x="159" y="13"/>
                  </a:lnTo>
                  <a:lnTo>
                    <a:pt x="161" y="11"/>
                  </a:lnTo>
                  <a:lnTo>
                    <a:pt x="161" y="9"/>
                  </a:lnTo>
                  <a:lnTo>
                    <a:pt x="167" y="4"/>
                  </a:lnTo>
                  <a:lnTo>
                    <a:pt x="172" y="4"/>
                  </a:lnTo>
                  <a:lnTo>
                    <a:pt x="176" y="6"/>
                  </a:lnTo>
                  <a:lnTo>
                    <a:pt x="177" y="7"/>
                  </a:lnTo>
                  <a:lnTo>
                    <a:pt x="177" y="9"/>
                  </a:lnTo>
                  <a:lnTo>
                    <a:pt x="178" y="11"/>
                  </a:lnTo>
                  <a:lnTo>
                    <a:pt x="181" y="15"/>
                  </a:lnTo>
                  <a:lnTo>
                    <a:pt x="185" y="15"/>
                  </a:lnTo>
                  <a:lnTo>
                    <a:pt x="190" y="12"/>
                  </a:lnTo>
                  <a:lnTo>
                    <a:pt x="192" y="12"/>
                  </a:lnTo>
                  <a:lnTo>
                    <a:pt x="195" y="11"/>
                  </a:lnTo>
                  <a:lnTo>
                    <a:pt x="209" y="11"/>
                  </a:lnTo>
                  <a:lnTo>
                    <a:pt x="214" y="9"/>
                  </a:lnTo>
                  <a:lnTo>
                    <a:pt x="220" y="5"/>
                  </a:lnTo>
                  <a:lnTo>
                    <a:pt x="228" y="1"/>
                  </a:lnTo>
                  <a:lnTo>
                    <a:pt x="230" y="0"/>
                  </a:lnTo>
                  <a:lnTo>
                    <a:pt x="23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1" name="Freeform 68"/>
            <p:cNvSpPr>
              <a:spLocks/>
            </p:cNvSpPr>
            <p:nvPr/>
          </p:nvSpPr>
          <p:spPr bwMode="auto">
            <a:xfrm>
              <a:off x="3294063" y="1538288"/>
              <a:ext cx="434975" cy="233363"/>
            </a:xfrm>
            <a:custGeom>
              <a:avLst/>
              <a:gdLst/>
              <a:ahLst/>
              <a:cxnLst>
                <a:cxn ang="0">
                  <a:pos x="44" y="6"/>
                </a:cxn>
                <a:cxn ang="0">
                  <a:pos x="47" y="11"/>
                </a:cxn>
                <a:cxn ang="0">
                  <a:pos x="56" y="8"/>
                </a:cxn>
                <a:cxn ang="0">
                  <a:pos x="61" y="6"/>
                </a:cxn>
                <a:cxn ang="0">
                  <a:pos x="74" y="15"/>
                </a:cxn>
                <a:cxn ang="0">
                  <a:pos x="90" y="27"/>
                </a:cxn>
                <a:cxn ang="0">
                  <a:pos x="103" y="35"/>
                </a:cxn>
                <a:cxn ang="0">
                  <a:pos x="116" y="32"/>
                </a:cxn>
                <a:cxn ang="0">
                  <a:pos x="127" y="29"/>
                </a:cxn>
                <a:cxn ang="0">
                  <a:pos x="148" y="26"/>
                </a:cxn>
                <a:cxn ang="0">
                  <a:pos x="164" y="32"/>
                </a:cxn>
                <a:cxn ang="0">
                  <a:pos x="167" y="39"/>
                </a:cxn>
                <a:cxn ang="0">
                  <a:pos x="169" y="43"/>
                </a:cxn>
                <a:cxn ang="0">
                  <a:pos x="187" y="48"/>
                </a:cxn>
                <a:cxn ang="0">
                  <a:pos x="206" y="44"/>
                </a:cxn>
                <a:cxn ang="0">
                  <a:pos x="215" y="39"/>
                </a:cxn>
                <a:cxn ang="0">
                  <a:pos x="225" y="38"/>
                </a:cxn>
                <a:cxn ang="0">
                  <a:pos x="241" y="47"/>
                </a:cxn>
                <a:cxn ang="0">
                  <a:pos x="249" y="46"/>
                </a:cxn>
                <a:cxn ang="0">
                  <a:pos x="263" y="56"/>
                </a:cxn>
                <a:cxn ang="0">
                  <a:pos x="273" y="61"/>
                </a:cxn>
                <a:cxn ang="0">
                  <a:pos x="273" y="65"/>
                </a:cxn>
                <a:cxn ang="0">
                  <a:pos x="266" y="71"/>
                </a:cxn>
                <a:cxn ang="0">
                  <a:pos x="265" y="77"/>
                </a:cxn>
                <a:cxn ang="0">
                  <a:pos x="262" y="82"/>
                </a:cxn>
                <a:cxn ang="0">
                  <a:pos x="257" y="90"/>
                </a:cxn>
                <a:cxn ang="0">
                  <a:pos x="249" y="106"/>
                </a:cxn>
                <a:cxn ang="0">
                  <a:pos x="242" y="98"/>
                </a:cxn>
                <a:cxn ang="0">
                  <a:pos x="240" y="98"/>
                </a:cxn>
                <a:cxn ang="0">
                  <a:pos x="232" y="117"/>
                </a:cxn>
                <a:cxn ang="0">
                  <a:pos x="227" y="130"/>
                </a:cxn>
                <a:cxn ang="0">
                  <a:pos x="225" y="142"/>
                </a:cxn>
                <a:cxn ang="0">
                  <a:pos x="194" y="143"/>
                </a:cxn>
                <a:cxn ang="0">
                  <a:pos x="179" y="133"/>
                </a:cxn>
                <a:cxn ang="0">
                  <a:pos x="156" y="136"/>
                </a:cxn>
                <a:cxn ang="0">
                  <a:pos x="151" y="120"/>
                </a:cxn>
                <a:cxn ang="0">
                  <a:pos x="145" y="114"/>
                </a:cxn>
                <a:cxn ang="0">
                  <a:pos x="115" y="126"/>
                </a:cxn>
                <a:cxn ang="0">
                  <a:pos x="94" y="122"/>
                </a:cxn>
                <a:cxn ang="0">
                  <a:pos x="90" y="102"/>
                </a:cxn>
                <a:cxn ang="0">
                  <a:pos x="90" y="87"/>
                </a:cxn>
                <a:cxn ang="0">
                  <a:pos x="87" y="75"/>
                </a:cxn>
                <a:cxn ang="0">
                  <a:pos x="71" y="81"/>
                </a:cxn>
                <a:cxn ang="0">
                  <a:pos x="59" y="91"/>
                </a:cxn>
                <a:cxn ang="0">
                  <a:pos x="42" y="91"/>
                </a:cxn>
                <a:cxn ang="0">
                  <a:pos x="26" y="65"/>
                </a:cxn>
                <a:cxn ang="0">
                  <a:pos x="0" y="48"/>
                </a:cxn>
                <a:cxn ang="0">
                  <a:pos x="10" y="38"/>
                </a:cxn>
                <a:cxn ang="0">
                  <a:pos x="23" y="25"/>
                </a:cxn>
                <a:cxn ang="0">
                  <a:pos x="37" y="20"/>
                </a:cxn>
                <a:cxn ang="0">
                  <a:pos x="39" y="10"/>
                </a:cxn>
                <a:cxn ang="0">
                  <a:pos x="43" y="0"/>
                </a:cxn>
              </a:cxnLst>
              <a:rect l="0" t="0" r="r" b="b"/>
              <a:pathLst>
                <a:path w="274" h="147">
                  <a:moveTo>
                    <a:pt x="43" y="0"/>
                  </a:moveTo>
                  <a:lnTo>
                    <a:pt x="44" y="3"/>
                  </a:lnTo>
                  <a:lnTo>
                    <a:pt x="44" y="6"/>
                  </a:lnTo>
                  <a:lnTo>
                    <a:pt x="45" y="8"/>
                  </a:lnTo>
                  <a:lnTo>
                    <a:pt x="45" y="10"/>
                  </a:lnTo>
                  <a:lnTo>
                    <a:pt x="47" y="11"/>
                  </a:lnTo>
                  <a:lnTo>
                    <a:pt x="52" y="11"/>
                  </a:lnTo>
                  <a:lnTo>
                    <a:pt x="54" y="9"/>
                  </a:lnTo>
                  <a:lnTo>
                    <a:pt x="56" y="8"/>
                  </a:lnTo>
                  <a:lnTo>
                    <a:pt x="57" y="6"/>
                  </a:lnTo>
                  <a:lnTo>
                    <a:pt x="59" y="6"/>
                  </a:lnTo>
                  <a:lnTo>
                    <a:pt x="61" y="6"/>
                  </a:lnTo>
                  <a:lnTo>
                    <a:pt x="62" y="6"/>
                  </a:lnTo>
                  <a:lnTo>
                    <a:pt x="67" y="11"/>
                  </a:lnTo>
                  <a:lnTo>
                    <a:pt x="74" y="15"/>
                  </a:lnTo>
                  <a:lnTo>
                    <a:pt x="80" y="18"/>
                  </a:lnTo>
                  <a:lnTo>
                    <a:pt x="85" y="22"/>
                  </a:lnTo>
                  <a:lnTo>
                    <a:pt x="90" y="27"/>
                  </a:lnTo>
                  <a:lnTo>
                    <a:pt x="95" y="32"/>
                  </a:lnTo>
                  <a:lnTo>
                    <a:pt x="99" y="35"/>
                  </a:lnTo>
                  <a:lnTo>
                    <a:pt x="103" y="35"/>
                  </a:lnTo>
                  <a:lnTo>
                    <a:pt x="112" y="33"/>
                  </a:lnTo>
                  <a:lnTo>
                    <a:pt x="114" y="32"/>
                  </a:lnTo>
                  <a:lnTo>
                    <a:pt x="116" y="32"/>
                  </a:lnTo>
                  <a:lnTo>
                    <a:pt x="119" y="31"/>
                  </a:lnTo>
                  <a:lnTo>
                    <a:pt x="122" y="30"/>
                  </a:lnTo>
                  <a:lnTo>
                    <a:pt x="127" y="29"/>
                  </a:lnTo>
                  <a:lnTo>
                    <a:pt x="134" y="27"/>
                  </a:lnTo>
                  <a:lnTo>
                    <a:pt x="143" y="27"/>
                  </a:lnTo>
                  <a:lnTo>
                    <a:pt x="148" y="26"/>
                  </a:lnTo>
                  <a:lnTo>
                    <a:pt x="155" y="27"/>
                  </a:lnTo>
                  <a:lnTo>
                    <a:pt x="160" y="28"/>
                  </a:lnTo>
                  <a:lnTo>
                    <a:pt x="164" y="32"/>
                  </a:lnTo>
                  <a:lnTo>
                    <a:pt x="166" y="34"/>
                  </a:lnTo>
                  <a:lnTo>
                    <a:pt x="167" y="37"/>
                  </a:lnTo>
                  <a:lnTo>
                    <a:pt x="167" y="39"/>
                  </a:lnTo>
                  <a:lnTo>
                    <a:pt x="168" y="40"/>
                  </a:lnTo>
                  <a:lnTo>
                    <a:pt x="168" y="41"/>
                  </a:lnTo>
                  <a:lnTo>
                    <a:pt x="169" y="43"/>
                  </a:lnTo>
                  <a:lnTo>
                    <a:pt x="172" y="45"/>
                  </a:lnTo>
                  <a:lnTo>
                    <a:pt x="180" y="47"/>
                  </a:lnTo>
                  <a:lnTo>
                    <a:pt x="187" y="48"/>
                  </a:lnTo>
                  <a:lnTo>
                    <a:pt x="194" y="46"/>
                  </a:lnTo>
                  <a:lnTo>
                    <a:pt x="200" y="44"/>
                  </a:lnTo>
                  <a:lnTo>
                    <a:pt x="206" y="44"/>
                  </a:lnTo>
                  <a:lnTo>
                    <a:pt x="210" y="43"/>
                  </a:lnTo>
                  <a:lnTo>
                    <a:pt x="213" y="40"/>
                  </a:lnTo>
                  <a:lnTo>
                    <a:pt x="215" y="39"/>
                  </a:lnTo>
                  <a:lnTo>
                    <a:pt x="219" y="35"/>
                  </a:lnTo>
                  <a:lnTo>
                    <a:pt x="221" y="35"/>
                  </a:lnTo>
                  <a:lnTo>
                    <a:pt x="225" y="38"/>
                  </a:lnTo>
                  <a:lnTo>
                    <a:pt x="232" y="40"/>
                  </a:lnTo>
                  <a:lnTo>
                    <a:pt x="238" y="43"/>
                  </a:lnTo>
                  <a:lnTo>
                    <a:pt x="241" y="47"/>
                  </a:lnTo>
                  <a:lnTo>
                    <a:pt x="245" y="47"/>
                  </a:lnTo>
                  <a:lnTo>
                    <a:pt x="246" y="46"/>
                  </a:lnTo>
                  <a:lnTo>
                    <a:pt x="249" y="46"/>
                  </a:lnTo>
                  <a:lnTo>
                    <a:pt x="253" y="48"/>
                  </a:lnTo>
                  <a:lnTo>
                    <a:pt x="257" y="51"/>
                  </a:lnTo>
                  <a:lnTo>
                    <a:pt x="263" y="56"/>
                  </a:lnTo>
                  <a:lnTo>
                    <a:pt x="268" y="59"/>
                  </a:lnTo>
                  <a:lnTo>
                    <a:pt x="272" y="61"/>
                  </a:lnTo>
                  <a:lnTo>
                    <a:pt x="273" y="61"/>
                  </a:lnTo>
                  <a:lnTo>
                    <a:pt x="274" y="62"/>
                  </a:lnTo>
                  <a:lnTo>
                    <a:pt x="273" y="63"/>
                  </a:lnTo>
                  <a:lnTo>
                    <a:pt x="273" y="65"/>
                  </a:lnTo>
                  <a:lnTo>
                    <a:pt x="271" y="65"/>
                  </a:lnTo>
                  <a:lnTo>
                    <a:pt x="270" y="67"/>
                  </a:lnTo>
                  <a:lnTo>
                    <a:pt x="266" y="71"/>
                  </a:lnTo>
                  <a:lnTo>
                    <a:pt x="266" y="73"/>
                  </a:lnTo>
                  <a:lnTo>
                    <a:pt x="265" y="75"/>
                  </a:lnTo>
                  <a:lnTo>
                    <a:pt x="265" y="77"/>
                  </a:lnTo>
                  <a:lnTo>
                    <a:pt x="264" y="80"/>
                  </a:lnTo>
                  <a:lnTo>
                    <a:pt x="263" y="81"/>
                  </a:lnTo>
                  <a:lnTo>
                    <a:pt x="262" y="82"/>
                  </a:lnTo>
                  <a:lnTo>
                    <a:pt x="260" y="83"/>
                  </a:lnTo>
                  <a:lnTo>
                    <a:pt x="258" y="87"/>
                  </a:lnTo>
                  <a:lnTo>
                    <a:pt x="257" y="90"/>
                  </a:lnTo>
                  <a:lnTo>
                    <a:pt x="255" y="103"/>
                  </a:lnTo>
                  <a:lnTo>
                    <a:pt x="252" y="106"/>
                  </a:lnTo>
                  <a:lnTo>
                    <a:pt x="249" y="106"/>
                  </a:lnTo>
                  <a:lnTo>
                    <a:pt x="247" y="105"/>
                  </a:lnTo>
                  <a:lnTo>
                    <a:pt x="245" y="103"/>
                  </a:lnTo>
                  <a:lnTo>
                    <a:pt x="242" y="98"/>
                  </a:lnTo>
                  <a:lnTo>
                    <a:pt x="241" y="97"/>
                  </a:lnTo>
                  <a:lnTo>
                    <a:pt x="240" y="97"/>
                  </a:lnTo>
                  <a:lnTo>
                    <a:pt x="240" y="98"/>
                  </a:lnTo>
                  <a:lnTo>
                    <a:pt x="237" y="102"/>
                  </a:lnTo>
                  <a:lnTo>
                    <a:pt x="234" y="110"/>
                  </a:lnTo>
                  <a:lnTo>
                    <a:pt x="232" y="117"/>
                  </a:lnTo>
                  <a:lnTo>
                    <a:pt x="231" y="124"/>
                  </a:lnTo>
                  <a:lnTo>
                    <a:pt x="229" y="126"/>
                  </a:lnTo>
                  <a:lnTo>
                    <a:pt x="227" y="130"/>
                  </a:lnTo>
                  <a:lnTo>
                    <a:pt x="226" y="131"/>
                  </a:lnTo>
                  <a:lnTo>
                    <a:pt x="225" y="133"/>
                  </a:lnTo>
                  <a:lnTo>
                    <a:pt x="225" y="142"/>
                  </a:lnTo>
                  <a:lnTo>
                    <a:pt x="204" y="147"/>
                  </a:lnTo>
                  <a:lnTo>
                    <a:pt x="198" y="146"/>
                  </a:lnTo>
                  <a:lnTo>
                    <a:pt x="194" y="143"/>
                  </a:lnTo>
                  <a:lnTo>
                    <a:pt x="188" y="137"/>
                  </a:lnTo>
                  <a:lnTo>
                    <a:pt x="184" y="134"/>
                  </a:lnTo>
                  <a:lnTo>
                    <a:pt x="179" y="133"/>
                  </a:lnTo>
                  <a:lnTo>
                    <a:pt x="170" y="135"/>
                  </a:lnTo>
                  <a:lnTo>
                    <a:pt x="161" y="141"/>
                  </a:lnTo>
                  <a:lnTo>
                    <a:pt x="156" y="136"/>
                  </a:lnTo>
                  <a:lnTo>
                    <a:pt x="155" y="133"/>
                  </a:lnTo>
                  <a:lnTo>
                    <a:pt x="153" y="127"/>
                  </a:lnTo>
                  <a:lnTo>
                    <a:pt x="151" y="120"/>
                  </a:lnTo>
                  <a:lnTo>
                    <a:pt x="149" y="115"/>
                  </a:lnTo>
                  <a:lnTo>
                    <a:pt x="147" y="113"/>
                  </a:lnTo>
                  <a:lnTo>
                    <a:pt x="145" y="114"/>
                  </a:lnTo>
                  <a:lnTo>
                    <a:pt x="139" y="116"/>
                  </a:lnTo>
                  <a:lnTo>
                    <a:pt x="123" y="124"/>
                  </a:lnTo>
                  <a:lnTo>
                    <a:pt x="115" y="126"/>
                  </a:lnTo>
                  <a:lnTo>
                    <a:pt x="107" y="127"/>
                  </a:lnTo>
                  <a:lnTo>
                    <a:pt x="100" y="126"/>
                  </a:lnTo>
                  <a:lnTo>
                    <a:pt x="94" y="122"/>
                  </a:lnTo>
                  <a:lnTo>
                    <a:pt x="92" y="116"/>
                  </a:lnTo>
                  <a:lnTo>
                    <a:pt x="92" y="107"/>
                  </a:lnTo>
                  <a:lnTo>
                    <a:pt x="90" y="102"/>
                  </a:lnTo>
                  <a:lnTo>
                    <a:pt x="89" y="98"/>
                  </a:lnTo>
                  <a:lnTo>
                    <a:pt x="89" y="93"/>
                  </a:lnTo>
                  <a:lnTo>
                    <a:pt x="90" y="87"/>
                  </a:lnTo>
                  <a:lnTo>
                    <a:pt x="91" y="82"/>
                  </a:lnTo>
                  <a:lnTo>
                    <a:pt x="90" y="78"/>
                  </a:lnTo>
                  <a:lnTo>
                    <a:pt x="87" y="75"/>
                  </a:lnTo>
                  <a:lnTo>
                    <a:pt x="81" y="75"/>
                  </a:lnTo>
                  <a:lnTo>
                    <a:pt x="76" y="77"/>
                  </a:lnTo>
                  <a:lnTo>
                    <a:pt x="71" y="81"/>
                  </a:lnTo>
                  <a:lnTo>
                    <a:pt x="67" y="82"/>
                  </a:lnTo>
                  <a:lnTo>
                    <a:pt x="63" y="85"/>
                  </a:lnTo>
                  <a:lnTo>
                    <a:pt x="59" y="91"/>
                  </a:lnTo>
                  <a:lnTo>
                    <a:pt x="54" y="97"/>
                  </a:lnTo>
                  <a:lnTo>
                    <a:pt x="49" y="102"/>
                  </a:lnTo>
                  <a:lnTo>
                    <a:pt x="42" y="91"/>
                  </a:lnTo>
                  <a:lnTo>
                    <a:pt x="37" y="79"/>
                  </a:lnTo>
                  <a:lnTo>
                    <a:pt x="33" y="72"/>
                  </a:lnTo>
                  <a:lnTo>
                    <a:pt x="26" y="65"/>
                  </a:lnTo>
                  <a:lnTo>
                    <a:pt x="10" y="54"/>
                  </a:lnTo>
                  <a:lnTo>
                    <a:pt x="2" y="50"/>
                  </a:lnTo>
                  <a:lnTo>
                    <a:pt x="0" y="48"/>
                  </a:lnTo>
                  <a:lnTo>
                    <a:pt x="1" y="45"/>
                  </a:lnTo>
                  <a:lnTo>
                    <a:pt x="4" y="42"/>
                  </a:lnTo>
                  <a:lnTo>
                    <a:pt x="10" y="38"/>
                  </a:lnTo>
                  <a:lnTo>
                    <a:pt x="16" y="33"/>
                  </a:lnTo>
                  <a:lnTo>
                    <a:pt x="20" y="29"/>
                  </a:lnTo>
                  <a:lnTo>
                    <a:pt x="23" y="25"/>
                  </a:lnTo>
                  <a:lnTo>
                    <a:pt x="25" y="23"/>
                  </a:lnTo>
                  <a:lnTo>
                    <a:pt x="34" y="21"/>
                  </a:lnTo>
                  <a:lnTo>
                    <a:pt x="37" y="20"/>
                  </a:lnTo>
                  <a:lnTo>
                    <a:pt x="40" y="18"/>
                  </a:lnTo>
                  <a:lnTo>
                    <a:pt x="40" y="14"/>
                  </a:lnTo>
                  <a:lnTo>
                    <a:pt x="39" y="10"/>
                  </a:lnTo>
                  <a:lnTo>
                    <a:pt x="39" y="5"/>
                  </a:lnTo>
                  <a:lnTo>
                    <a:pt x="41" y="2"/>
                  </a:lnTo>
                  <a:lnTo>
                    <a:pt x="4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2" name="Freeform 69"/>
            <p:cNvSpPr>
              <a:spLocks/>
            </p:cNvSpPr>
            <p:nvPr/>
          </p:nvSpPr>
          <p:spPr bwMode="auto">
            <a:xfrm>
              <a:off x="3022601" y="1449388"/>
              <a:ext cx="349250" cy="385763"/>
            </a:xfrm>
            <a:custGeom>
              <a:avLst/>
              <a:gdLst/>
              <a:ahLst/>
              <a:cxnLst>
                <a:cxn ang="0">
                  <a:pos x="173" y="2"/>
                </a:cxn>
                <a:cxn ang="0">
                  <a:pos x="177" y="15"/>
                </a:cxn>
                <a:cxn ang="0">
                  <a:pos x="188" y="19"/>
                </a:cxn>
                <a:cxn ang="0">
                  <a:pos x="192" y="21"/>
                </a:cxn>
                <a:cxn ang="0">
                  <a:pos x="201" y="35"/>
                </a:cxn>
                <a:cxn ang="0">
                  <a:pos x="212" y="45"/>
                </a:cxn>
                <a:cxn ang="0">
                  <a:pos x="214" y="53"/>
                </a:cxn>
                <a:cxn ang="0">
                  <a:pos x="210" y="61"/>
                </a:cxn>
                <a:cxn ang="0">
                  <a:pos x="211" y="74"/>
                </a:cxn>
                <a:cxn ang="0">
                  <a:pos x="196" y="79"/>
                </a:cxn>
                <a:cxn ang="0">
                  <a:pos x="187" y="89"/>
                </a:cxn>
                <a:cxn ang="0">
                  <a:pos x="172" y="101"/>
                </a:cxn>
                <a:cxn ang="0">
                  <a:pos x="181" y="110"/>
                </a:cxn>
                <a:cxn ang="0">
                  <a:pos x="208" y="135"/>
                </a:cxn>
                <a:cxn ang="0">
                  <a:pos x="215" y="160"/>
                </a:cxn>
                <a:cxn ang="0">
                  <a:pos x="190" y="155"/>
                </a:cxn>
                <a:cxn ang="0">
                  <a:pos x="173" y="155"/>
                </a:cxn>
                <a:cxn ang="0">
                  <a:pos x="155" y="146"/>
                </a:cxn>
                <a:cxn ang="0">
                  <a:pos x="143" y="158"/>
                </a:cxn>
                <a:cxn ang="0">
                  <a:pos x="131" y="182"/>
                </a:cxn>
                <a:cxn ang="0">
                  <a:pos x="125" y="206"/>
                </a:cxn>
                <a:cxn ang="0">
                  <a:pos x="114" y="204"/>
                </a:cxn>
                <a:cxn ang="0">
                  <a:pos x="100" y="217"/>
                </a:cxn>
                <a:cxn ang="0">
                  <a:pos x="88" y="240"/>
                </a:cxn>
                <a:cxn ang="0">
                  <a:pos x="72" y="239"/>
                </a:cxn>
                <a:cxn ang="0">
                  <a:pos x="57" y="222"/>
                </a:cxn>
                <a:cxn ang="0">
                  <a:pos x="48" y="222"/>
                </a:cxn>
                <a:cxn ang="0">
                  <a:pos x="42" y="225"/>
                </a:cxn>
                <a:cxn ang="0">
                  <a:pos x="40" y="219"/>
                </a:cxn>
                <a:cxn ang="0">
                  <a:pos x="38" y="207"/>
                </a:cxn>
                <a:cxn ang="0">
                  <a:pos x="21" y="194"/>
                </a:cxn>
                <a:cxn ang="0">
                  <a:pos x="16" y="181"/>
                </a:cxn>
                <a:cxn ang="0">
                  <a:pos x="12" y="165"/>
                </a:cxn>
                <a:cxn ang="0">
                  <a:pos x="12" y="161"/>
                </a:cxn>
                <a:cxn ang="0">
                  <a:pos x="18" y="161"/>
                </a:cxn>
                <a:cxn ang="0">
                  <a:pos x="22" y="159"/>
                </a:cxn>
                <a:cxn ang="0">
                  <a:pos x="12" y="149"/>
                </a:cxn>
                <a:cxn ang="0">
                  <a:pos x="10" y="127"/>
                </a:cxn>
                <a:cxn ang="0">
                  <a:pos x="19" y="118"/>
                </a:cxn>
                <a:cxn ang="0">
                  <a:pos x="23" y="113"/>
                </a:cxn>
                <a:cxn ang="0">
                  <a:pos x="38" y="112"/>
                </a:cxn>
                <a:cxn ang="0">
                  <a:pos x="54" y="113"/>
                </a:cxn>
                <a:cxn ang="0">
                  <a:pos x="65" y="105"/>
                </a:cxn>
                <a:cxn ang="0">
                  <a:pos x="80" y="95"/>
                </a:cxn>
                <a:cxn ang="0">
                  <a:pos x="83" y="88"/>
                </a:cxn>
                <a:cxn ang="0">
                  <a:pos x="80" y="75"/>
                </a:cxn>
                <a:cxn ang="0">
                  <a:pos x="80" y="57"/>
                </a:cxn>
                <a:cxn ang="0">
                  <a:pos x="88" y="53"/>
                </a:cxn>
                <a:cxn ang="0">
                  <a:pos x="89" y="45"/>
                </a:cxn>
                <a:cxn ang="0">
                  <a:pos x="92" y="41"/>
                </a:cxn>
                <a:cxn ang="0">
                  <a:pos x="96" y="42"/>
                </a:cxn>
                <a:cxn ang="0">
                  <a:pos x="99" y="42"/>
                </a:cxn>
                <a:cxn ang="0">
                  <a:pos x="115" y="33"/>
                </a:cxn>
                <a:cxn ang="0">
                  <a:pos x="137" y="27"/>
                </a:cxn>
                <a:cxn ang="0">
                  <a:pos x="145" y="22"/>
                </a:cxn>
                <a:cxn ang="0">
                  <a:pos x="149" y="22"/>
                </a:cxn>
                <a:cxn ang="0">
                  <a:pos x="151" y="26"/>
                </a:cxn>
                <a:cxn ang="0">
                  <a:pos x="154" y="28"/>
                </a:cxn>
                <a:cxn ang="0">
                  <a:pos x="157" y="19"/>
                </a:cxn>
                <a:cxn ang="0">
                  <a:pos x="163" y="5"/>
                </a:cxn>
                <a:cxn ang="0">
                  <a:pos x="170" y="2"/>
                </a:cxn>
              </a:cxnLst>
              <a:rect l="0" t="0" r="r" b="b"/>
              <a:pathLst>
                <a:path w="220" h="243">
                  <a:moveTo>
                    <a:pt x="173" y="0"/>
                  </a:moveTo>
                  <a:lnTo>
                    <a:pt x="173" y="1"/>
                  </a:lnTo>
                  <a:lnTo>
                    <a:pt x="173" y="2"/>
                  </a:lnTo>
                  <a:lnTo>
                    <a:pt x="173" y="3"/>
                  </a:lnTo>
                  <a:lnTo>
                    <a:pt x="174" y="10"/>
                  </a:lnTo>
                  <a:lnTo>
                    <a:pt x="177" y="15"/>
                  </a:lnTo>
                  <a:lnTo>
                    <a:pt x="182" y="18"/>
                  </a:lnTo>
                  <a:lnTo>
                    <a:pt x="183" y="19"/>
                  </a:lnTo>
                  <a:lnTo>
                    <a:pt x="188" y="19"/>
                  </a:lnTo>
                  <a:lnTo>
                    <a:pt x="190" y="20"/>
                  </a:lnTo>
                  <a:lnTo>
                    <a:pt x="190" y="20"/>
                  </a:lnTo>
                  <a:lnTo>
                    <a:pt x="192" y="21"/>
                  </a:lnTo>
                  <a:lnTo>
                    <a:pt x="193" y="24"/>
                  </a:lnTo>
                  <a:lnTo>
                    <a:pt x="196" y="29"/>
                  </a:lnTo>
                  <a:lnTo>
                    <a:pt x="201" y="35"/>
                  </a:lnTo>
                  <a:lnTo>
                    <a:pt x="207" y="39"/>
                  </a:lnTo>
                  <a:lnTo>
                    <a:pt x="210" y="44"/>
                  </a:lnTo>
                  <a:lnTo>
                    <a:pt x="212" y="45"/>
                  </a:lnTo>
                  <a:lnTo>
                    <a:pt x="213" y="47"/>
                  </a:lnTo>
                  <a:lnTo>
                    <a:pt x="213" y="50"/>
                  </a:lnTo>
                  <a:lnTo>
                    <a:pt x="214" y="53"/>
                  </a:lnTo>
                  <a:lnTo>
                    <a:pt x="214" y="56"/>
                  </a:lnTo>
                  <a:lnTo>
                    <a:pt x="212" y="58"/>
                  </a:lnTo>
                  <a:lnTo>
                    <a:pt x="210" y="61"/>
                  </a:lnTo>
                  <a:lnTo>
                    <a:pt x="210" y="66"/>
                  </a:lnTo>
                  <a:lnTo>
                    <a:pt x="211" y="70"/>
                  </a:lnTo>
                  <a:lnTo>
                    <a:pt x="211" y="74"/>
                  </a:lnTo>
                  <a:lnTo>
                    <a:pt x="208" y="76"/>
                  </a:lnTo>
                  <a:lnTo>
                    <a:pt x="205" y="77"/>
                  </a:lnTo>
                  <a:lnTo>
                    <a:pt x="196" y="79"/>
                  </a:lnTo>
                  <a:lnTo>
                    <a:pt x="194" y="81"/>
                  </a:lnTo>
                  <a:lnTo>
                    <a:pt x="191" y="85"/>
                  </a:lnTo>
                  <a:lnTo>
                    <a:pt x="187" y="89"/>
                  </a:lnTo>
                  <a:lnTo>
                    <a:pt x="181" y="94"/>
                  </a:lnTo>
                  <a:lnTo>
                    <a:pt x="175" y="98"/>
                  </a:lnTo>
                  <a:lnTo>
                    <a:pt x="172" y="101"/>
                  </a:lnTo>
                  <a:lnTo>
                    <a:pt x="171" y="104"/>
                  </a:lnTo>
                  <a:lnTo>
                    <a:pt x="173" y="106"/>
                  </a:lnTo>
                  <a:lnTo>
                    <a:pt x="181" y="110"/>
                  </a:lnTo>
                  <a:lnTo>
                    <a:pt x="197" y="121"/>
                  </a:lnTo>
                  <a:lnTo>
                    <a:pt x="204" y="128"/>
                  </a:lnTo>
                  <a:lnTo>
                    <a:pt x="208" y="135"/>
                  </a:lnTo>
                  <a:lnTo>
                    <a:pt x="213" y="147"/>
                  </a:lnTo>
                  <a:lnTo>
                    <a:pt x="220" y="158"/>
                  </a:lnTo>
                  <a:lnTo>
                    <a:pt x="215" y="160"/>
                  </a:lnTo>
                  <a:lnTo>
                    <a:pt x="206" y="158"/>
                  </a:lnTo>
                  <a:lnTo>
                    <a:pt x="198" y="156"/>
                  </a:lnTo>
                  <a:lnTo>
                    <a:pt x="190" y="155"/>
                  </a:lnTo>
                  <a:lnTo>
                    <a:pt x="183" y="156"/>
                  </a:lnTo>
                  <a:lnTo>
                    <a:pt x="179" y="156"/>
                  </a:lnTo>
                  <a:lnTo>
                    <a:pt x="173" y="155"/>
                  </a:lnTo>
                  <a:lnTo>
                    <a:pt x="166" y="151"/>
                  </a:lnTo>
                  <a:lnTo>
                    <a:pt x="160" y="148"/>
                  </a:lnTo>
                  <a:lnTo>
                    <a:pt x="155" y="146"/>
                  </a:lnTo>
                  <a:lnTo>
                    <a:pt x="151" y="146"/>
                  </a:lnTo>
                  <a:lnTo>
                    <a:pt x="148" y="150"/>
                  </a:lnTo>
                  <a:lnTo>
                    <a:pt x="143" y="158"/>
                  </a:lnTo>
                  <a:lnTo>
                    <a:pt x="139" y="168"/>
                  </a:lnTo>
                  <a:lnTo>
                    <a:pt x="135" y="177"/>
                  </a:lnTo>
                  <a:lnTo>
                    <a:pt x="131" y="182"/>
                  </a:lnTo>
                  <a:lnTo>
                    <a:pt x="130" y="186"/>
                  </a:lnTo>
                  <a:lnTo>
                    <a:pt x="127" y="202"/>
                  </a:lnTo>
                  <a:lnTo>
                    <a:pt x="125" y="206"/>
                  </a:lnTo>
                  <a:lnTo>
                    <a:pt x="122" y="207"/>
                  </a:lnTo>
                  <a:lnTo>
                    <a:pt x="118" y="206"/>
                  </a:lnTo>
                  <a:lnTo>
                    <a:pt x="114" y="204"/>
                  </a:lnTo>
                  <a:lnTo>
                    <a:pt x="110" y="203"/>
                  </a:lnTo>
                  <a:lnTo>
                    <a:pt x="106" y="205"/>
                  </a:lnTo>
                  <a:lnTo>
                    <a:pt x="100" y="217"/>
                  </a:lnTo>
                  <a:lnTo>
                    <a:pt x="97" y="226"/>
                  </a:lnTo>
                  <a:lnTo>
                    <a:pt x="92" y="234"/>
                  </a:lnTo>
                  <a:lnTo>
                    <a:pt x="88" y="240"/>
                  </a:lnTo>
                  <a:lnTo>
                    <a:pt x="85" y="243"/>
                  </a:lnTo>
                  <a:lnTo>
                    <a:pt x="78" y="242"/>
                  </a:lnTo>
                  <a:lnTo>
                    <a:pt x="72" y="239"/>
                  </a:lnTo>
                  <a:lnTo>
                    <a:pt x="67" y="232"/>
                  </a:lnTo>
                  <a:lnTo>
                    <a:pt x="63" y="227"/>
                  </a:lnTo>
                  <a:lnTo>
                    <a:pt x="57" y="222"/>
                  </a:lnTo>
                  <a:lnTo>
                    <a:pt x="53" y="220"/>
                  </a:lnTo>
                  <a:lnTo>
                    <a:pt x="49" y="220"/>
                  </a:lnTo>
                  <a:lnTo>
                    <a:pt x="48" y="222"/>
                  </a:lnTo>
                  <a:lnTo>
                    <a:pt x="46" y="223"/>
                  </a:lnTo>
                  <a:lnTo>
                    <a:pt x="46" y="223"/>
                  </a:lnTo>
                  <a:lnTo>
                    <a:pt x="42" y="225"/>
                  </a:lnTo>
                  <a:lnTo>
                    <a:pt x="41" y="225"/>
                  </a:lnTo>
                  <a:lnTo>
                    <a:pt x="40" y="224"/>
                  </a:lnTo>
                  <a:lnTo>
                    <a:pt x="40" y="219"/>
                  </a:lnTo>
                  <a:lnTo>
                    <a:pt x="41" y="214"/>
                  </a:lnTo>
                  <a:lnTo>
                    <a:pt x="41" y="211"/>
                  </a:lnTo>
                  <a:lnTo>
                    <a:pt x="38" y="207"/>
                  </a:lnTo>
                  <a:lnTo>
                    <a:pt x="34" y="204"/>
                  </a:lnTo>
                  <a:lnTo>
                    <a:pt x="28" y="198"/>
                  </a:lnTo>
                  <a:lnTo>
                    <a:pt x="21" y="194"/>
                  </a:lnTo>
                  <a:lnTo>
                    <a:pt x="17" y="189"/>
                  </a:lnTo>
                  <a:lnTo>
                    <a:pt x="15" y="185"/>
                  </a:lnTo>
                  <a:lnTo>
                    <a:pt x="16" y="181"/>
                  </a:lnTo>
                  <a:lnTo>
                    <a:pt x="16" y="177"/>
                  </a:lnTo>
                  <a:lnTo>
                    <a:pt x="15" y="172"/>
                  </a:lnTo>
                  <a:lnTo>
                    <a:pt x="12" y="165"/>
                  </a:lnTo>
                  <a:lnTo>
                    <a:pt x="12" y="164"/>
                  </a:lnTo>
                  <a:lnTo>
                    <a:pt x="12" y="161"/>
                  </a:lnTo>
                  <a:lnTo>
                    <a:pt x="12" y="161"/>
                  </a:lnTo>
                  <a:lnTo>
                    <a:pt x="14" y="160"/>
                  </a:lnTo>
                  <a:lnTo>
                    <a:pt x="16" y="160"/>
                  </a:lnTo>
                  <a:lnTo>
                    <a:pt x="18" y="161"/>
                  </a:lnTo>
                  <a:lnTo>
                    <a:pt x="21" y="161"/>
                  </a:lnTo>
                  <a:lnTo>
                    <a:pt x="22" y="160"/>
                  </a:lnTo>
                  <a:lnTo>
                    <a:pt x="22" y="159"/>
                  </a:lnTo>
                  <a:lnTo>
                    <a:pt x="21" y="158"/>
                  </a:lnTo>
                  <a:lnTo>
                    <a:pt x="18" y="154"/>
                  </a:lnTo>
                  <a:lnTo>
                    <a:pt x="12" y="149"/>
                  </a:lnTo>
                  <a:lnTo>
                    <a:pt x="0" y="138"/>
                  </a:lnTo>
                  <a:lnTo>
                    <a:pt x="5" y="133"/>
                  </a:lnTo>
                  <a:lnTo>
                    <a:pt x="10" y="127"/>
                  </a:lnTo>
                  <a:lnTo>
                    <a:pt x="15" y="122"/>
                  </a:lnTo>
                  <a:lnTo>
                    <a:pt x="17" y="121"/>
                  </a:lnTo>
                  <a:lnTo>
                    <a:pt x="19" y="118"/>
                  </a:lnTo>
                  <a:lnTo>
                    <a:pt x="21" y="115"/>
                  </a:lnTo>
                  <a:lnTo>
                    <a:pt x="21" y="113"/>
                  </a:lnTo>
                  <a:lnTo>
                    <a:pt x="23" y="113"/>
                  </a:lnTo>
                  <a:lnTo>
                    <a:pt x="26" y="111"/>
                  </a:lnTo>
                  <a:lnTo>
                    <a:pt x="29" y="111"/>
                  </a:lnTo>
                  <a:lnTo>
                    <a:pt x="38" y="112"/>
                  </a:lnTo>
                  <a:lnTo>
                    <a:pt x="46" y="113"/>
                  </a:lnTo>
                  <a:lnTo>
                    <a:pt x="51" y="113"/>
                  </a:lnTo>
                  <a:lnTo>
                    <a:pt x="54" y="113"/>
                  </a:lnTo>
                  <a:lnTo>
                    <a:pt x="56" y="113"/>
                  </a:lnTo>
                  <a:lnTo>
                    <a:pt x="60" y="111"/>
                  </a:lnTo>
                  <a:lnTo>
                    <a:pt x="65" y="105"/>
                  </a:lnTo>
                  <a:lnTo>
                    <a:pt x="71" y="100"/>
                  </a:lnTo>
                  <a:lnTo>
                    <a:pt x="76" y="96"/>
                  </a:lnTo>
                  <a:lnTo>
                    <a:pt x="80" y="95"/>
                  </a:lnTo>
                  <a:lnTo>
                    <a:pt x="82" y="93"/>
                  </a:lnTo>
                  <a:lnTo>
                    <a:pt x="83" y="90"/>
                  </a:lnTo>
                  <a:lnTo>
                    <a:pt x="83" y="88"/>
                  </a:lnTo>
                  <a:lnTo>
                    <a:pt x="82" y="84"/>
                  </a:lnTo>
                  <a:lnTo>
                    <a:pt x="81" y="79"/>
                  </a:lnTo>
                  <a:lnTo>
                    <a:pt x="80" y="75"/>
                  </a:lnTo>
                  <a:lnTo>
                    <a:pt x="78" y="64"/>
                  </a:lnTo>
                  <a:lnTo>
                    <a:pt x="78" y="60"/>
                  </a:lnTo>
                  <a:lnTo>
                    <a:pt x="80" y="57"/>
                  </a:lnTo>
                  <a:lnTo>
                    <a:pt x="83" y="55"/>
                  </a:lnTo>
                  <a:lnTo>
                    <a:pt x="86" y="54"/>
                  </a:lnTo>
                  <a:lnTo>
                    <a:pt x="88" y="53"/>
                  </a:lnTo>
                  <a:lnTo>
                    <a:pt x="88" y="51"/>
                  </a:lnTo>
                  <a:lnTo>
                    <a:pt x="88" y="46"/>
                  </a:lnTo>
                  <a:lnTo>
                    <a:pt x="89" y="45"/>
                  </a:lnTo>
                  <a:lnTo>
                    <a:pt x="89" y="43"/>
                  </a:lnTo>
                  <a:lnTo>
                    <a:pt x="90" y="42"/>
                  </a:lnTo>
                  <a:lnTo>
                    <a:pt x="92" y="41"/>
                  </a:lnTo>
                  <a:lnTo>
                    <a:pt x="94" y="41"/>
                  </a:lnTo>
                  <a:lnTo>
                    <a:pt x="95" y="42"/>
                  </a:lnTo>
                  <a:lnTo>
                    <a:pt x="96" y="42"/>
                  </a:lnTo>
                  <a:lnTo>
                    <a:pt x="97" y="43"/>
                  </a:lnTo>
                  <a:lnTo>
                    <a:pt x="98" y="43"/>
                  </a:lnTo>
                  <a:lnTo>
                    <a:pt x="99" y="42"/>
                  </a:lnTo>
                  <a:lnTo>
                    <a:pt x="102" y="41"/>
                  </a:lnTo>
                  <a:lnTo>
                    <a:pt x="108" y="37"/>
                  </a:lnTo>
                  <a:lnTo>
                    <a:pt x="115" y="33"/>
                  </a:lnTo>
                  <a:lnTo>
                    <a:pt x="125" y="29"/>
                  </a:lnTo>
                  <a:lnTo>
                    <a:pt x="132" y="28"/>
                  </a:lnTo>
                  <a:lnTo>
                    <a:pt x="137" y="27"/>
                  </a:lnTo>
                  <a:lnTo>
                    <a:pt x="140" y="26"/>
                  </a:lnTo>
                  <a:lnTo>
                    <a:pt x="143" y="24"/>
                  </a:lnTo>
                  <a:lnTo>
                    <a:pt x="145" y="22"/>
                  </a:lnTo>
                  <a:lnTo>
                    <a:pt x="147" y="21"/>
                  </a:lnTo>
                  <a:lnTo>
                    <a:pt x="148" y="22"/>
                  </a:lnTo>
                  <a:lnTo>
                    <a:pt x="149" y="22"/>
                  </a:lnTo>
                  <a:lnTo>
                    <a:pt x="150" y="24"/>
                  </a:lnTo>
                  <a:lnTo>
                    <a:pt x="151" y="25"/>
                  </a:lnTo>
                  <a:lnTo>
                    <a:pt x="151" y="26"/>
                  </a:lnTo>
                  <a:lnTo>
                    <a:pt x="152" y="28"/>
                  </a:lnTo>
                  <a:lnTo>
                    <a:pt x="152" y="28"/>
                  </a:lnTo>
                  <a:lnTo>
                    <a:pt x="154" y="28"/>
                  </a:lnTo>
                  <a:lnTo>
                    <a:pt x="155" y="28"/>
                  </a:lnTo>
                  <a:lnTo>
                    <a:pt x="156" y="25"/>
                  </a:lnTo>
                  <a:lnTo>
                    <a:pt x="157" y="19"/>
                  </a:lnTo>
                  <a:lnTo>
                    <a:pt x="157" y="13"/>
                  </a:lnTo>
                  <a:lnTo>
                    <a:pt x="159" y="9"/>
                  </a:lnTo>
                  <a:lnTo>
                    <a:pt x="163" y="5"/>
                  </a:lnTo>
                  <a:lnTo>
                    <a:pt x="165" y="4"/>
                  </a:lnTo>
                  <a:lnTo>
                    <a:pt x="168" y="3"/>
                  </a:lnTo>
                  <a:lnTo>
                    <a:pt x="170" y="2"/>
                  </a:lnTo>
                  <a:lnTo>
                    <a:pt x="171" y="1"/>
                  </a:lnTo>
                  <a:lnTo>
                    <a:pt x="17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3" name="Freeform 70"/>
            <p:cNvSpPr>
              <a:spLocks/>
            </p:cNvSpPr>
            <p:nvPr/>
          </p:nvSpPr>
          <p:spPr bwMode="auto">
            <a:xfrm>
              <a:off x="3484563" y="2365375"/>
              <a:ext cx="165100" cy="160338"/>
            </a:xfrm>
            <a:custGeom>
              <a:avLst/>
              <a:gdLst/>
              <a:ahLst/>
              <a:cxnLst>
                <a:cxn ang="0">
                  <a:pos x="37" y="0"/>
                </a:cxn>
                <a:cxn ang="0">
                  <a:pos x="51" y="1"/>
                </a:cxn>
                <a:cxn ang="0">
                  <a:pos x="52" y="3"/>
                </a:cxn>
                <a:cxn ang="0">
                  <a:pos x="56" y="15"/>
                </a:cxn>
                <a:cxn ang="0">
                  <a:pos x="61" y="17"/>
                </a:cxn>
                <a:cxn ang="0">
                  <a:pos x="61" y="19"/>
                </a:cxn>
                <a:cxn ang="0">
                  <a:pos x="60" y="22"/>
                </a:cxn>
                <a:cxn ang="0">
                  <a:pos x="58" y="25"/>
                </a:cxn>
                <a:cxn ang="0">
                  <a:pos x="61" y="28"/>
                </a:cxn>
                <a:cxn ang="0">
                  <a:pos x="70" y="25"/>
                </a:cxn>
                <a:cxn ang="0">
                  <a:pos x="80" y="26"/>
                </a:cxn>
                <a:cxn ang="0">
                  <a:pos x="92" y="35"/>
                </a:cxn>
                <a:cxn ang="0">
                  <a:pos x="96" y="37"/>
                </a:cxn>
                <a:cxn ang="0">
                  <a:pos x="104" y="39"/>
                </a:cxn>
                <a:cxn ang="0">
                  <a:pos x="99" y="46"/>
                </a:cxn>
                <a:cxn ang="0">
                  <a:pos x="85" y="53"/>
                </a:cxn>
                <a:cxn ang="0">
                  <a:pos x="76" y="54"/>
                </a:cxn>
                <a:cxn ang="0">
                  <a:pos x="69" y="60"/>
                </a:cxn>
                <a:cxn ang="0">
                  <a:pos x="57" y="74"/>
                </a:cxn>
                <a:cxn ang="0">
                  <a:pos x="49" y="85"/>
                </a:cxn>
                <a:cxn ang="0">
                  <a:pos x="44" y="89"/>
                </a:cxn>
                <a:cxn ang="0">
                  <a:pos x="38" y="94"/>
                </a:cxn>
                <a:cxn ang="0">
                  <a:pos x="33" y="99"/>
                </a:cxn>
                <a:cxn ang="0">
                  <a:pos x="26" y="101"/>
                </a:cxn>
                <a:cxn ang="0">
                  <a:pos x="29" y="91"/>
                </a:cxn>
                <a:cxn ang="0">
                  <a:pos x="32" y="81"/>
                </a:cxn>
                <a:cxn ang="0">
                  <a:pos x="36" y="65"/>
                </a:cxn>
                <a:cxn ang="0">
                  <a:pos x="37" y="53"/>
                </a:cxn>
                <a:cxn ang="0">
                  <a:pos x="30" y="48"/>
                </a:cxn>
                <a:cxn ang="0">
                  <a:pos x="24" y="49"/>
                </a:cxn>
                <a:cxn ang="0">
                  <a:pos x="12" y="50"/>
                </a:cxn>
                <a:cxn ang="0">
                  <a:pos x="4" y="46"/>
                </a:cxn>
                <a:cxn ang="0">
                  <a:pos x="0" y="26"/>
                </a:cxn>
                <a:cxn ang="0">
                  <a:pos x="1" y="14"/>
                </a:cxn>
                <a:cxn ang="0">
                  <a:pos x="4" y="11"/>
                </a:cxn>
                <a:cxn ang="0">
                  <a:pos x="10" y="15"/>
                </a:cxn>
                <a:cxn ang="0">
                  <a:pos x="16" y="17"/>
                </a:cxn>
                <a:cxn ang="0">
                  <a:pos x="18" y="8"/>
                </a:cxn>
                <a:cxn ang="0">
                  <a:pos x="20" y="1"/>
                </a:cxn>
              </a:cxnLst>
              <a:rect l="0" t="0" r="r" b="b"/>
              <a:pathLst>
                <a:path w="104" h="101">
                  <a:moveTo>
                    <a:pt x="24" y="0"/>
                  </a:moveTo>
                  <a:lnTo>
                    <a:pt x="37" y="0"/>
                  </a:lnTo>
                  <a:lnTo>
                    <a:pt x="44" y="1"/>
                  </a:lnTo>
                  <a:lnTo>
                    <a:pt x="51" y="1"/>
                  </a:lnTo>
                  <a:lnTo>
                    <a:pt x="52" y="2"/>
                  </a:lnTo>
                  <a:lnTo>
                    <a:pt x="52" y="3"/>
                  </a:lnTo>
                  <a:lnTo>
                    <a:pt x="52" y="11"/>
                  </a:lnTo>
                  <a:lnTo>
                    <a:pt x="56" y="15"/>
                  </a:lnTo>
                  <a:lnTo>
                    <a:pt x="59" y="16"/>
                  </a:lnTo>
                  <a:lnTo>
                    <a:pt x="61" y="17"/>
                  </a:lnTo>
                  <a:lnTo>
                    <a:pt x="61" y="18"/>
                  </a:lnTo>
                  <a:lnTo>
                    <a:pt x="61" y="19"/>
                  </a:lnTo>
                  <a:lnTo>
                    <a:pt x="61" y="20"/>
                  </a:lnTo>
                  <a:lnTo>
                    <a:pt x="60" y="22"/>
                  </a:lnTo>
                  <a:lnTo>
                    <a:pt x="59" y="23"/>
                  </a:lnTo>
                  <a:lnTo>
                    <a:pt x="58" y="25"/>
                  </a:lnTo>
                  <a:lnTo>
                    <a:pt x="58" y="27"/>
                  </a:lnTo>
                  <a:lnTo>
                    <a:pt x="61" y="28"/>
                  </a:lnTo>
                  <a:lnTo>
                    <a:pt x="65" y="27"/>
                  </a:lnTo>
                  <a:lnTo>
                    <a:pt x="70" y="25"/>
                  </a:lnTo>
                  <a:lnTo>
                    <a:pt x="75" y="24"/>
                  </a:lnTo>
                  <a:lnTo>
                    <a:pt x="80" y="26"/>
                  </a:lnTo>
                  <a:lnTo>
                    <a:pt x="86" y="30"/>
                  </a:lnTo>
                  <a:lnTo>
                    <a:pt x="92" y="35"/>
                  </a:lnTo>
                  <a:lnTo>
                    <a:pt x="94" y="36"/>
                  </a:lnTo>
                  <a:lnTo>
                    <a:pt x="96" y="37"/>
                  </a:lnTo>
                  <a:lnTo>
                    <a:pt x="100" y="38"/>
                  </a:lnTo>
                  <a:lnTo>
                    <a:pt x="104" y="39"/>
                  </a:lnTo>
                  <a:lnTo>
                    <a:pt x="103" y="43"/>
                  </a:lnTo>
                  <a:lnTo>
                    <a:pt x="99" y="46"/>
                  </a:lnTo>
                  <a:lnTo>
                    <a:pt x="92" y="52"/>
                  </a:lnTo>
                  <a:lnTo>
                    <a:pt x="85" y="53"/>
                  </a:lnTo>
                  <a:lnTo>
                    <a:pt x="78" y="53"/>
                  </a:lnTo>
                  <a:lnTo>
                    <a:pt x="76" y="54"/>
                  </a:lnTo>
                  <a:lnTo>
                    <a:pt x="74" y="55"/>
                  </a:lnTo>
                  <a:lnTo>
                    <a:pt x="69" y="60"/>
                  </a:lnTo>
                  <a:lnTo>
                    <a:pt x="63" y="67"/>
                  </a:lnTo>
                  <a:lnTo>
                    <a:pt x="57" y="74"/>
                  </a:lnTo>
                  <a:lnTo>
                    <a:pt x="52" y="81"/>
                  </a:lnTo>
                  <a:lnTo>
                    <a:pt x="49" y="85"/>
                  </a:lnTo>
                  <a:lnTo>
                    <a:pt x="47" y="87"/>
                  </a:lnTo>
                  <a:lnTo>
                    <a:pt x="44" y="89"/>
                  </a:lnTo>
                  <a:lnTo>
                    <a:pt x="41" y="93"/>
                  </a:lnTo>
                  <a:lnTo>
                    <a:pt x="38" y="94"/>
                  </a:lnTo>
                  <a:lnTo>
                    <a:pt x="35" y="97"/>
                  </a:lnTo>
                  <a:lnTo>
                    <a:pt x="33" y="99"/>
                  </a:lnTo>
                  <a:lnTo>
                    <a:pt x="30" y="100"/>
                  </a:lnTo>
                  <a:lnTo>
                    <a:pt x="26" y="101"/>
                  </a:lnTo>
                  <a:lnTo>
                    <a:pt x="27" y="95"/>
                  </a:lnTo>
                  <a:lnTo>
                    <a:pt x="29" y="91"/>
                  </a:lnTo>
                  <a:lnTo>
                    <a:pt x="30" y="87"/>
                  </a:lnTo>
                  <a:lnTo>
                    <a:pt x="32" y="81"/>
                  </a:lnTo>
                  <a:lnTo>
                    <a:pt x="35" y="73"/>
                  </a:lnTo>
                  <a:lnTo>
                    <a:pt x="36" y="65"/>
                  </a:lnTo>
                  <a:lnTo>
                    <a:pt x="37" y="58"/>
                  </a:lnTo>
                  <a:lnTo>
                    <a:pt x="37" y="53"/>
                  </a:lnTo>
                  <a:lnTo>
                    <a:pt x="35" y="51"/>
                  </a:lnTo>
                  <a:lnTo>
                    <a:pt x="30" y="48"/>
                  </a:lnTo>
                  <a:lnTo>
                    <a:pt x="27" y="48"/>
                  </a:lnTo>
                  <a:lnTo>
                    <a:pt x="24" y="49"/>
                  </a:lnTo>
                  <a:lnTo>
                    <a:pt x="18" y="50"/>
                  </a:lnTo>
                  <a:lnTo>
                    <a:pt x="12" y="50"/>
                  </a:lnTo>
                  <a:lnTo>
                    <a:pt x="7" y="49"/>
                  </a:lnTo>
                  <a:lnTo>
                    <a:pt x="4" y="46"/>
                  </a:lnTo>
                  <a:lnTo>
                    <a:pt x="1" y="41"/>
                  </a:lnTo>
                  <a:lnTo>
                    <a:pt x="0" y="26"/>
                  </a:lnTo>
                  <a:lnTo>
                    <a:pt x="1" y="18"/>
                  </a:lnTo>
                  <a:lnTo>
                    <a:pt x="1" y="14"/>
                  </a:lnTo>
                  <a:lnTo>
                    <a:pt x="3" y="11"/>
                  </a:lnTo>
                  <a:lnTo>
                    <a:pt x="4" y="11"/>
                  </a:lnTo>
                  <a:lnTo>
                    <a:pt x="8" y="13"/>
                  </a:lnTo>
                  <a:lnTo>
                    <a:pt x="10" y="15"/>
                  </a:lnTo>
                  <a:lnTo>
                    <a:pt x="13" y="17"/>
                  </a:lnTo>
                  <a:lnTo>
                    <a:pt x="16" y="17"/>
                  </a:lnTo>
                  <a:lnTo>
                    <a:pt x="18" y="13"/>
                  </a:lnTo>
                  <a:lnTo>
                    <a:pt x="18" y="8"/>
                  </a:lnTo>
                  <a:lnTo>
                    <a:pt x="19" y="3"/>
                  </a:lnTo>
                  <a:lnTo>
                    <a:pt x="20" y="1"/>
                  </a:lnTo>
                  <a:lnTo>
                    <a:pt x="2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4" name="Freeform 71"/>
            <p:cNvSpPr>
              <a:spLocks/>
            </p:cNvSpPr>
            <p:nvPr/>
          </p:nvSpPr>
          <p:spPr bwMode="auto">
            <a:xfrm>
              <a:off x="3014663" y="2316163"/>
              <a:ext cx="496888" cy="423863"/>
            </a:xfrm>
            <a:custGeom>
              <a:avLst/>
              <a:gdLst/>
              <a:ahLst/>
              <a:cxnLst>
                <a:cxn ang="0">
                  <a:pos x="59" y="6"/>
                </a:cxn>
                <a:cxn ang="0">
                  <a:pos x="79" y="12"/>
                </a:cxn>
                <a:cxn ang="0">
                  <a:pos x="88" y="3"/>
                </a:cxn>
                <a:cxn ang="0">
                  <a:pos x="102" y="6"/>
                </a:cxn>
                <a:cxn ang="0">
                  <a:pos x="130" y="12"/>
                </a:cxn>
                <a:cxn ang="0">
                  <a:pos x="145" y="10"/>
                </a:cxn>
                <a:cxn ang="0">
                  <a:pos x="163" y="30"/>
                </a:cxn>
                <a:cxn ang="0">
                  <a:pos x="193" y="45"/>
                </a:cxn>
                <a:cxn ang="0">
                  <a:pos x="219" y="56"/>
                </a:cxn>
                <a:cxn ang="0">
                  <a:pos x="236" y="68"/>
                </a:cxn>
                <a:cxn ang="0">
                  <a:pos x="255" y="84"/>
                </a:cxn>
                <a:cxn ang="0">
                  <a:pos x="289" y="104"/>
                </a:cxn>
                <a:cxn ang="0">
                  <a:pos x="301" y="113"/>
                </a:cxn>
                <a:cxn ang="0">
                  <a:pos x="313" y="118"/>
                </a:cxn>
                <a:cxn ang="0">
                  <a:pos x="307" y="126"/>
                </a:cxn>
                <a:cxn ang="0">
                  <a:pos x="299" y="130"/>
                </a:cxn>
                <a:cxn ang="0">
                  <a:pos x="293" y="138"/>
                </a:cxn>
                <a:cxn ang="0">
                  <a:pos x="289" y="145"/>
                </a:cxn>
                <a:cxn ang="0">
                  <a:pos x="287" y="156"/>
                </a:cxn>
                <a:cxn ang="0">
                  <a:pos x="283" y="162"/>
                </a:cxn>
                <a:cxn ang="0">
                  <a:pos x="281" y="167"/>
                </a:cxn>
                <a:cxn ang="0">
                  <a:pos x="278" y="182"/>
                </a:cxn>
                <a:cxn ang="0">
                  <a:pos x="272" y="185"/>
                </a:cxn>
                <a:cxn ang="0">
                  <a:pos x="262" y="211"/>
                </a:cxn>
                <a:cxn ang="0">
                  <a:pos x="260" y="243"/>
                </a:cxn>
                <a:cxn ang="0">
                  <a:pos x="262" y="263"/>
                </a:cxn>
                <a:cxn ang="0">
                  <a:pos x="247" y="265"/>
                </a:cxn>
                <a:cxn ang="0">
                  <a:pos x="221" y="243"/>
                </a:cxn>
                <a:cxn ang="0">
                  <a:pos x="211" y="233"/>
                </a:cxn>
                <a:cxn ang="0">
                  <a:pos x="194" y="228"/>
                </a:cxn>
                <a:cxn ang="0">
                  <a:pos x="176" y="218"/>
                </a:cxn>
                <a:cxn ang="0">
                  <a:pos x="164" y="223"/>
                </a:cxn>
                <a:cxn ang="0">
                  <a:pos x="163" y="207"/>
                </a:cxn>
                <a:cxn ang="0">
                  <a:pos x="156" y="192"/>
                </a:cxn>
                <a:cxn ang="0">
                  <a:pos x="142" y="172"/>
                </a:cxn>
                <a:cxn ang="0">
                  <a:pos x="149" y="154"/>
                </a:cxn>
                <a:cxn ang="0">
                  <a:pos x="140" y="142"/>
                </a:cxn>
                <a:cxn ang="0">
                  <a:pos x="111" y="132"/>
                </a:cxn>
                <a:cxn ang="0">
                  <a:pos x="110" y="123"/>
                </a:cxn>
                <a:cxn ang="0">
                  <a:pos x="112" y="114"/>
                </a:cxn>
                <a:cxn ang="0">
                  <a:pos x="110" y="108"/>
                </a:cxn>
                <a:cxn ang="0">
                  <a:pos x="103" y="104"/>
                </a:cxn>
                <a:cxn ang="0">
                  <a:pos x="102" y="97"/>
                </a:cxn>
                <a:cxn ang="0">
                  <a:pos x="96" y="91"/>
                </a:cxn>
                <a:cxn ang="0">
                  <a:pos x="84" y="85"/>
                </a:cxn>
                <a:cxn ang="0">
                  <a:pos x="68" y="89"/>
                </a:cxn>
                <a:cxn ang="0">
                  <a:pos x="54" y="85"/>
                </a:cxn>
                <a:cxn ang="0">
                  <a:pos x="54" y="77"/>
                </a:cxn>
                <a:cxn ang="0">
                  <a:pos x="59" y="70"/>
                </a:cxn>
                <a:cxn ang="0">
                  <a:pos x="60" y="64"/>
                </a:cxn>
                <a:cxn ang="0">
                  <a:pos x="48" y="53"/>
                </a:cxn>
                <a:cxn ang="0">
                  <a:pos x="34" y="45"/>
                </a:cxn>
                <a:cxn ang="0">
                  <a:pos x="1" y="42"/>
                </a:cxn>
                <a:cxn ang="0">
                  <a:pos x="5" y="36"/>
                </a:cxn>
                <a:cxn ang="0">
                  <a:pos x="12" y="32"/>
                </a:cxn>
                <a:cxn ang="0">
                  <a:pos x="14" y="27"/>
                </a:cxn>
                <a:cxn ang="0">
                  <a:pos x="21" y="26"/>
                </a:cxn>
                <a:cxn ang="0">
                  <a:pos x="29" y="26"/>
                </a:cxn>
                <a:cxn ang="0">
                  <a:pos x="37" y="17"/>
                </a:cxn>
                <a:cxn ang="0">
                  <a:pos x="43" y="9"/>
                </a:cxn>
              </a:cxnLst>
              <a:rect l="0" t="0" r="r" b="b"/>
              <a:pathLst>
                <a:path w="313" h="267">
                  <a:moveTo>
                    <a:pt x="48" y="0"/>
                  </a:moveTo>
                  <a:lnTo>
                    <a:pt x="54" y="2"/>
                  </a:lnTo>
                  <a:lnTo>
                    <a:pt x="59" y="6"/>
                  </a:lnTo>
                  <a:lnTo>
                    <a:pt x="69" y="13"/>
                  </a:lnTo>
                  <a:lnTo>
                    <a:pt x="75" y="14"/>
                  </a:lnTo>
                  <a:lnTo>
                    <a:pt x="79" y="12"/>
                  </a:lnTo>
                  <a:lnTo>
                    <a:pt x="83" y="9"/>
                  </a:lnTo>
                  <a:lnTo>
                    <a:pt x="85" y="6"/>
                  </a:lnTo>
                  <a:lnTo>
                    <a:pt x="88" y="3"/>
                  </a:lnTo>
                  <a:lnTo>
                    <a:pt x="90" y="2"/>
                  </a:lnTo>
                  <a:lnTo>
                    <a:pt x="94" y="4"/>
                  </a:lnTo>
                  <a:lnTo>
                    <a:pt x="102" y="6"/>
                  </a:lnTo>
                  <a:lnTo>
                    <a:pt x="118" y="11"/>
                  </a:lnTo>
                  <a:lnTo>
                    <a:pt x="125" y="12"/>
                  </a:lnTo>
                  <a:lnTo>
                    <a:pt x="130" y="12"/>
                  </a:lnTo>
                  <a:lnTo>
                    <a:pt x="134" y="10"/>
                  </a:lnTo>
                  <a:lnTo>
                    <a:pt x="141" y="8"/>
                  </a:lnTo>
                  <a:lnTo>
                    <a:pt x="145" y="10"/>
                  </a:lnTo>
                  <a:lnTo>
                    <a:pt x="151" y="15"/>
                  </a:lnTo>
                  <a:lnTo>
                    <a:pt x="156" y="23"/>
                  </a:lnTo>
                  <a:lnTo>
                    <a:pt x="163" y="30"/>
                  </a:lnTo>
                  <a:lnTo>
                    <a:pt x="170" y="34"/>
                  </a:lnTo>
                  <a:lnTo>
                    <a:pt x="181" y="40"/>
                  </a:lnTo>
                  <a:lnTo>
                    <a:pt x="193" y="45"/>
                  </a:lnTo>
                  <a:lnTo>
                    <a:pt x="204" y="49"/>
                  </a:lnTo>
                  <a:lnTo>
                    <a:pt x="213" y="53"/>
                  </a:lnTo>
                  <a:lnTo>
                    <a:pt x="219" y="56"/>
                  </a:lnTo>
                  <a:lnTo>
                    <a:pt x="223" y="58"/>
                  </a:lnTo>
                  <a:lnTo>
                    <a:pt x="229" y="63"/>
                  </a:lnTo>
                  <a:lnTo>
                    <a:pt x="236" y="68"/>
                  </a:lnTo>
                  <a:lnTo>
                    <a:pt x="243" y="74"/>
                  </a:lnTo>
                  <a:lnTo>
                    <a:pt x="249" y="80"/>
                  </a:lnTo>
                  <a:lnTo>
                    <a:pt x="255" y="84"/>
                  </a:lnTo>
                  <a:lnTo>
                    <a:pt x="263" y="89"/>
                  </a:lnTo>
                  <a:lnTo>
                    <a:pt x="280" y="100"/>
                  </a:lnTo>
                  <a:lnTo>
                    <a:pt x="289" y="104"/>
                  </a:lnTo>
                  <a:lnTo>
                    <a:pt x="295" y="108"/>
                  </a:lnTo>
                  <a:lnTo>
                    <a:pt x="298" y="111"/>
                  </a:lnTo>
                  <a:lnTo>
                    <a:pt x="301" y="113"/>
                  </a:lnTo>
                  <a:lnTo>
                    <a:pt x="309" y="116"/>
                  </a:lnTo>
                  <a:lnTo>
                    <a:pt x="312" y="117"/>
                  </a:lnTo>
                  <a:lnTo>
                    <a:pt x="313" y="118"/>
                  </a:lnTo>
                  <a:lnTo>
                    <a:pt x="311" y="122"/>
                  </a:lnTo>
                  <a:lnTo>
                    <a:pt x="309" y="125"/>
                  </a:lnTo>
                  <a:lnTo>
                    <a:pt x="307" y="126"/>
                  </a:lnTo>
                  <a:lnTo>
                    <a:pt x="306" y="129"/>
                  </a:lnTo>
                  <a:lnTo>
                    <a:pt x="301" y="129"/>
                  </a:lnTo>
                  <a:lnTo>
                    <a:pt x="299" y="130"/>
                  </a:lnTo>
                  <a:lnTo>
                    <a:pt x="296" y="133"/>
                  </a:lnTo>
                  <a:lnTo>
                    <a:pt x="295" y="135"/>
                  </a:lnTo>
                  <a:lnTo>
                    <a:pt x="293" y="138"/>
                  </a:lnTo>
                  <a:lnTo>
                    <a:pt x="292" y="140"/>
                  </a:lnTo>
                  <a:lnTo>
                    <a:pt x="289" y="142"/>
                  </a:lnTo>
                  <a:lnTo>
                    <a:pt x="289" y="145"/>
                  </a:lnTo>
                  <a:lnTo>
                    <a:pt x="288" y="149"/>
                  </a:lnTo>
                  <a:lnTo>
                    <a:pt x="287" y="151"/>
                  </a:lnTo>
                  <a:lnTo>
                    <a:pt x="287" y="156"/>
                  </a:lnTo>
                  <a:lnTo>
                    <a:pt x="286" y="158"/>
                  </a:lnTo>
                  <a:lnTo>
                    <a:pt x="285" y="160"/>
                  </a:lnTo>
                  <a:lnTo>
                    <a:pt x="283" y="162"/>
                  </a:lnTo>
                  <a:lnTo>
                    <a:pt x="283" y="165"/>
                  </a:lnTo>
                  <a:lnTo>
                    <a:pt x="282" y="166"/>
                  </a:lnTo>
                  <a:lnTo>
                    <a:pt x="281" y="167"/>
                  </a:lnTo>
                  <a:lnTo>
                    <a:pt x="280" y="170"/>
                  </a:lnTo>
                  <a:lnTo>
                    <a:pt x="280" y="179"/>
                  </a:lnTo>
                  <a:lnTo>
                    <a:pt x="278" y="182"/>
                  </a:lnTo>
                  <a:lnTo>
                    <a:pt x="276" y="182"/>
                  </a:lnTo>
                  <a:lnTo>
                    <a:pt x="274" y="183"/>
                  </a:lnTo>
                  <a:lnTo>
                    <a:pt x="272" y="185"/>
                  </a:lnTo>
                  <a:lnTo>
                    <a:pt x="264" y="200"/>
                  </a:lnTo>
                  <a:lnTo>
                    <a:pt x="263" y="205"/>
                  </a:lnTo>
                  <a:lnTo>
                    <a:pt x="262" y="211"/>
                  </a:lnTo>
                  <a:lnTo>
                    <a:pt x="261" y="220"/>
                  </a:lnTo>
                  <a:lnTo>
                    <a:pt x="261" y="236"/>
                  </a:lnTo>
                  <a:lnTo>
                    <a:pt x="260" y="243"/>
                  </a:lnTo>
                  <a:lnTo>
                    <a:pt x="258" y="248"/>
                  </a:lnTo>
                  <a:lnTo>
                    <a:pt x="258" y="254"/>
                  </a:lnTo>
                  <a:lnTo>
                    <a:pt x="262" y="263"/>
                  </a:lnTo>
                  <a:lnTo>
                    <a:pt x="263" y="267"/>
                  </a:lnTo>
                  <a:lnTo>
                    <a:pt x="251" y="267"/>
                  </a:lnTo>
                  <a:lnTo>
                    <a:pt x="247" y="265"/>
                  </a:lnTo>
                  <a:lnTo>
                    <a:pt x="238" y="255"/>
                  </a:lnTo>
                  <a:lnTo>
                    <a:pt x="225" y="248"/>
                  </a:lnTo>
                  <a:lnTo>
                    <a:pt x="221" y="243"/>
                  </a:lnTo>
                  <a:lnTo>
                    <a:pt x="219" y="237"/>
                  </a:lnTo>
                  <a:lnTo>
                    <a:pt x="216" y="235"/>
                  </a:lnTo>
                  <a:lnTo>
                    <a:pt x="211" y="233"/>
                  </a:lnTo>
                  <a:lnTo>
                    <a:pt x="201" y="233"/>
                  </a:lnTo>
                  <a:lnTo>
                    <a:pt x="198" y="232"/>
                  </a:lnTo>
                  <a:lnTo>
                    <a:pt x="194" y="228"/>
                  </a:lnTo>
                  <a:lnTo>
                    <a:pt x="183" y="218"/>
                  </a:lnTo>
                  <a:lnTo>
                    <a:pt x="180" y="217"/>
                  </a:lnTo>
                  <a:lnTo>
                    <a:pt x="176" y="218"/>
                  </a:lnTo>
                  <a:lnTo>
                    <a:pt x="172" y="221"/>
                  </a:lnTo>
                  <a:lnTo>
                    <a:pt x="167" y="224"/>
                  </a:lnTo>
                  <a:lnTo>
                    <a:pt x="164" y="223"/>
                  </a:lnTo>
                  <a:lnTo>
                    <a:pt x="163" y="218"/>
                  </a:lnTo>
                  <a:lnTo>
                    <a:pt x="162" y="213"/>
                  </a:lnTo>
                  <a:lnTo>
                    <a:pt x="163" y="207"/>
                  </a:lnTo>
                  <a:lnTo>
                    <a:pt x="163" y="202"/>
                  </a:lnTo>
                  <a:lnTo>
                    <a:pt x="161" y="198"/>
                  </a:lnTo>
                  <a:lnTo>
                    <a:pt x="156" y="192"/>
                  </a:lnTo>
                  <a:lnTo>
                    <a:pt x="144" y="180"/>
                  </a:lnTo>
                  <a:lnTo>
                    <a:pt x="142" y="176"/>
                  </a:lnTo>
                  <a:lnTo>
                    <a:pt x="142" y="172"/>
                  </a:lnTo>
                  <a:lnTo>
                    <a:pt x="144" y="166"/>
                  </a:lnTo>
                  <a:lnTo>
                    <a:pt x="146" y="159"/>
                  </a:lnTo>
                  <a:lnTo>
                    <a:pt x="149" y="154"/>
                  </a:lnTo>
                  <a:lnTo>
                    <a:pt x="150" y="150"/>
                  </a:lnTo>
                  <a:lnTo>
                    <a:pt x="147" y="146"/>
                  </a:lnTo>
                  <a:lnTo>
                    <a:pt x="140" y="142"/>
                  </a:lnTo>
                  <a:lnTo>
                    <a:pt x="130" y="140"/>
                  </a:lnTo>
                  <a:lnTo>
                    <a:pt x="121" y="138"/>
                  </a:lnTo>
                  <a:lnTo>
                    <a:pt x="111" y="132"/>
                  </a:lnTo>
                  <a:lnTo>
                    <a:pt x="112" y="130"/>
                  </a:lnTo>
                  <a:lnTo>
                    <a:pt x="112" y="128"/>
                  </a:lnTo>
                  <a:lnTo>
                    <a:pt x="110" y="123"/>
                  </a:lnTo>
                  <a:lnTo>
                    <a:pt x="108" y="120"/>
                  </a:lnTo>
                  <a:lnTo>
                    <a:pt x="108" y="118"/>
                  </a:lnTo>
                  <a:lnTo>
                    <a:pt x="112" y="114"/>
                  </a:lnTo>
                  <a:lnTo>
                    <a:pt x="112" y="111"/>
                  </a:lnTo>
                  <a:lnTo>
                    <a:pt x="111" y="109"/>
                  </a:lnTo>
                  <a:lnTo>
                    <a:pt x="110" y="108"/>
                  </a:lnTo>
                  <a:lnTo>
                    <a:pt x="108" y="107"/>
                  </a:lnTo>
                  <a:lnTo>
                    <a:pt x="105" y="106"/>
                  </a:lnTo>
                  <a:lnTo>
                    <a:pt x="103" y="104"/>
                  </a:lnTo>
                  <a:lnTo>
                    <a:pt x="102" y="102"/>
                  </a:lnTo>
                  <a:lnTo>
                    <a:pt x="102" y="100"/>
                  </a:lnTo>
                  <a:lnTo>
                    <a:pt x="102" y="97"/>
                  </a:lnTo>
                  <a:lnTo>
                    <a:pt x="101" y="94"/>
                  </a:lnTo>
                  <a:lnTo>
                    <a:pt x="99" y="92"/>
                  </a:lnTo>
                  <a:lnTo>
                    <a:pt x="96" y="91"/>
                  </a:lnTo>
                  <a:lnTo>
                    <a:pt x="93" y="90"/>
                  </a:lnTo>
                  <a:lnTo>
                    <a:pt x="89" y="88"/>
                  </a:lnTo>
                  <a:lnTo>
                    <a:pt x="84" y="85"/>
                  </a:lnTo>
                  <a:lnTo>
                    <a:pt x="77" y="84"/>
                  </a:lnTo>
                  <a:lnTo>
                    <a:pt x="72" y="86"/>
                  </a:lnTo>
                  <a:lnTo>
                    <a:pt x="68" y="89"/>
                  </a:lnTo>
                  <a:lnTo>
                    <a:pt x="61" y="89"/>
                  </a:lnTo>
                  <a:lnTo>
                    <a:pt x="57" y="88"/>
                  </a:lnTo>
                  <a:lnTo>
                    <a:pt x="54" y="85"/>
                  </a:lnTo>
                  <a:lnTo>
                    <a:pt x="53" y="83"/>
                  </a:lnTo>
                  <a:lnTo>
                    <a:pt x="53" y="80"/>
                  </a:lnTo>
                  <a:lnTo>
                    <a:pt x="54" y="77"/>
                  </a:lnTo>
                  <a:lnTo>
                    <a:pt x="55" y="75"/>
                  </a:lnTo>
                  <a:lnTo>
                    <a:pt x="57" y="74"/>
                  </a:lnTo>
                  <a:lnTo>
                    <a:pt x="59" y="70"/>
                  </a:lnTo>
                  <a:lnTo>
                    <a:pt x="59" y="67"/>
                  </a:lnTo>
                  <a:lnTo>
                    <a:pt x="60" y="66"/>
                  </a:lnTo>
                  <a:lnTo>
                    <a:pt x="60" y="64"/>
                  </a:lnTo>
                  <a:lnTo>
                    <a:pt x="58" y="61"/>
                  </a:lnTo>
                  <a:lnTo>
                    <a:pt x="53" y="57"/>
                  </a:lnTo>
                  <a:lnTo>
                    <a:pt x="48" y="53"/>
                  </a:lnTo>
                  <a:lnTo>
                    <a:pt x="43" y="49"/>
                  </a:lnTo>
                  <a:lnTo>
                    <a:pt x="39" y="46"/>
                  </a:lnTo>
                  <a:lnTo>
                    <a:pt x="34" y="45"/>
                  </a:lnTo>
                  <a:lnTo>
                    <a:pt x="26" y="44"/>
                  </a:lnTo>
                  <a:lnTo>
                    <a:pt x="6" y="44"/>
                  </a:lnTo>
                  <a:lnTo>
                    <a:pt x="1" y="42"/>
                  </a:lnTo>
                  <a:lnTo>
                    <a:pt x="0" y="40"/>
                  </a:lnTo>
                  <a:lnTo>
                    <a:pt x="2" y="38"/>
                  </a:lnTo>
                  <a:lnTo>
                    <a:pt x="5" y="36"/>
                  </a:lnTo>
                  <a:lnTo>
                    <a:pt x="8" y="35"/>
                  </a:lnTo>
                  <a:lnTo>
                    <a:pt x="10" y="33"/>
                  </a:lnTo>
                  <a:lnTo>
                    <a:pt x="12" y="32"/>
                  </a:lnTo>
                  <a:lnTo>
                    <a:pt x="13" y="30"/>
                  </a:lnTo>
                  <a:lnTo>
                    <a:pt x="14" y="29"/>
                  </a:lnTo>
                  <a:lnTo>
                    <a:pt x="14" y="27"/>
                  </a:lnTo>
                  <a:lnTo>
                    <a:pt x="16" y="25"/>
                  </a:lnTo>
                  <a:lnTo>
                    <a:pt x="18" y="25"/>
                  </a:lnTo>
                  <a:lnTo>
                    <a:pt x="21" y="26"/>
                  </a:lnTo>
                  <a:lnTo>
                    <a:pt x="23" y="27"/>
                  </a:lnTo>
                  <a:lnTo>
                    <a:pt x="26" y="27"/>
                  </a:lnTo>
                  <a:lnTo>
                    <a:pt x="29" y="26"/>
                  </a:lnTo>
                  <a:lnTo>
                    <a:pt x="32" y="24"/>
                  </a:lnTo>
                  <a:lnTo>
                    <a:pt x="34" y="23"/>
                  </a:lnTo>
                  <a:lnTo>
                    <a:pt x="37" y="17"/>
                  </a:lnTo>
                  <a:lnTo>
                    <a:pt x="39" y="14"/>
                  </a:lnTo>
                  <a:lnTo>
                    <a:pt x="41" y="11"/>
                  </a:lnTo>
                  <a:lnTo>
                    <a:pt x="43" y="9"/>
                  </a:lnTo>
                  <a:lnTo>
                    <a:pt x="46" y="4"/>
                  </a:lnTo>
                  <a:lnTo>
                    <a:pt x="4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5" name="Freeform 72"/>
            <p:cNvSpPr>
              <a:spLocks/>
            </p:cNvSpPr>
            <p:nvPr/>
          </p:nvSpPr>
          <p:spPr bwMode="auto">
            <a:xfrm>
              <a:off x="2857501" y="2525713"/>
              <a:ext cx="574675" cy="442913"/>
            </a:xfrm>
            <a:custGeom>
              <a:avLst/>
              <a:gdLst/>
              <a:ahLst/>
              <a:cxnLst>
                <a:cxn ang="0">
                  <a:pos x="246" y="14"/>
                </a:cxn>
                <a:cxn ang="0">
                  <a:pos x="241" y="40"/>
                </a:cxn>
                <a:cxn ang="0">
                  <a:pos x="262" y="70"/>
                </a:cxn>
                <a:cxn ang="0">
                  <a:pos x="266" y="92"/>
                </a:cxn>
                <a:cxn ang="0">
                  <a:pos x="293" y="96"/>
                </a:cxn>
                <a:cxn ang="0">
                  <a:pos x="318" y="105"/>
                </a:cxn>
                <a:cxn ang="0">
                  <a:pos x="350" y="135"/>
                </a:cxn>
                <a:cxn ang="0">
                  <a:pos x="360" y="139"/>
                </a:cxn>
                <a:cxn ang="0">
                  <a:pos x="354" y="146"/>
                </a:cxn>
                <a:cxn ang="0">
                  <a:pos x="347" y="171"/>
                </a:cxn>
                <a:cxn ang="0">
                  <a:pos x="335" y="177"/>
                </a:cxn>
                <a:cxn ang="0">
                  <a:pos x="324" y="199"/>
                </a:cxn>
                <a:cxn ang="0">
                  <a:pos x="344" y="221"/>
                </a:cxn>
                <a:cxn ang="0">
                  <a:pos x="341" y="225"/>
                </a:cxn>
                <a:cxn ang="0">
                  <a:pos x="350" y="244"/>
                </a:cxn>
                <a:cxn ang="0">
                  <a:pos x="353" y="252"/>
                </a:cxn>
                <a:cxn ang="0">
                  <a:pos x="346" y="267"/>
                </a:cxn>
                <a:cxn ang="0">
                  <a:pos x="314" y="273"/>
                </a:cxn>
                <a:cxn ang="0">
                  <a:pos x="290" y="279"/>
                </a:cxn>
                <a:cxn ang="0">
                  <a:pos x="257" y="270"/>
                </a:cxn>
                <a:cxn ang="0">
                  <a:pos x="240" y="254"/>
                </a:cxn>
                <a:cxn ang="0">
                  <a:pos x="229" y="258"/>
                </a:cxn>
                <a:cxn ang="0">
                  <a:pos x="218" y="248"/>
                </a:cxn>
                <a:cxn ang="0">
                  <a:pos x="206" y="252"/>
                </a:cxn>
                <a:cxn ang="0">
                  <a:pos x="201" y="243"/>
                </a:cxn>
                <a:cxn ang="0">
                  <a:pos x="169" y="237"/>
                </a:cxn>
                <a:cxn ang="0">
                  <a:pos x="158" y="230"/>
                </a:cxn>
                <a:cxn ang="0">
                  <a:pos x="135" y="214"/>
                </a:cxn>
                <a:cxn ang="0">
                  <a:pos x="121" y="200"/>
                </a:cxn>
                <a:cxn ang="0">
                  <a:pos x="107" y="196"/>
                </a:cxn>
                <a:cxn ang="0">
                  <a:pos x="87" y="179"/>
                </a:cxn>
                <a:cxn ang="0">
                  <a:pos x="67" y="174"/>
                </a:cxn>
                <a:cxn ang="0">
                  <a:pos x="61" y="162"/>
                </a:cxn>
                <a:cxn ang="0">
                  <a:pos x="48" y="154"/>
                </a:cxn>
                <a:cxn ang="0">
                  <a:pos x="16" y="142"/>
                </a:cxn>
                <a:cxn ang="0">
                  <a:pos x="0" y="136"/>
                </a:cxn>
                <a:cxn ang="0">
                  <a:pos x="14" y="125"/>
                </a:cxn>
                <a:cxn ang="0">
                  <a:pos x="29" y="114"/>
                </a:cxn>
                <a:cxn ang="0">
                  <a:pos x="42" y="101"/>
                </a:cxn>
                <a:cxn ang="0">
                  <a:pos x="47" y="87"/>
                </a:cxn>
                <a:cxn ang="0">
                  <a:pos x="33" y="73"/>
                </a:cxn>
                <a:cxn ang="0">
                  <a:pos x="31" y="64"/>
                </a:cxn>
                <a:cxn ang="0">
                  <a:pos x="37" y="57"/>
                </a:cxn>
                <a:cxn ang="0">
                  <a:pos x="45" y="66"/>
                </a:cxn>
                <a:cxn ang="0">
                  <a:pos x="53" y="61"/>
                </a:cxn>
                <a:cxn ang="0">
                  <a:pos x="72" y="56"/>
                </a:cxn>
                <a:cxn ang="0">
                  <a:pos x="90" y="63"/>
                </a:cxn>
                <a:cxn ang="0">
                  <a:pos x="115" y="69"/>
                </a:cxn>
                <a:cxn ang="0">
                  <a:pos x="133" y="74"/>
                </a:cxn>
                <a:cxn ang="0">
                  <a:pos x="137" y="68"/>
                </a:cxn>
                <a:cxn ang="0">
                  <a:pos x="147" y="73"/>
                </a:cxn>
                <a:cxn ang="0">
                  <a:pos x="159" y="50"/>
                </a:cxn>
                <a:cxn ang="0">
                  <a:pos x="172" y="46"/>
                </a:cxn>
                <a:cxn ang="0">
                  <a:pos x="180" y="41"/>
                </a:cxn>
                <a:cxn ang="0">
                  <a:pos x="184" y="32"/>
                </a:cxn>
                <a:cxn ang="0">
                  <a:pos x="171" y="20"/>
                </a:cxn>
                <a:cxn ang="0">
                  <a:pos x="198" y="3"/>
                </a:cxn>
              </a:cxnLst>
              <a:rect l="0" t="0" r="r" b="b"/>
              <a:pathLst>
                <a:path w="362" h="279">
                  <a:moveTo>
                    <a:pt x="210" y="0"/>
                  </a:moveTo>
                  <a:lnTo>
                    <a:pt x="220" y="6"/>
                  </a:lnTo>
                  <a:lnTo>
                    <a:pt x="229" y="8"/>
                  </a:lnTo>
                  <a:lnTo>
                    <a:pt x="239" y="10"/>
                  </a:lnTo>
                  <a:lnTo>
                    <a:pt x="246" y="14"/>
                  </a:lnTo>
                  <a:lnTo>
                    <a:pt x="249" y="18"/>
                  </a:lnTo>
                  <a:lnTo>
                    <a:pt x="248" y="22"/>
                  </a:lnTo>
                  <a:lnTo>
                    <a:pt x="245" y="27"/>
                  </a:lnTo>
                  <a:lnTo>
                    <a:pt x="243" y="34"/>
                  </a:lnTo>
                  <a:lnTo>
                    <a:pt x="241" y="40"/>
                  </a:lnTo>
                  <a:lnTo>
                    <a:pt x="241" y="44"/>
                  </a:lnTo>
                  <a:lnTo>
                    <a:pt x="243" y="48"/>
                  </a:lnTo>
                  <a:lnTo>
                    <a:pt x="255" y="60"/>
                  </a:lnTo>
                  <a:lnTo>
                    <a:pt x="260" y="66"/>
                  </a:lnTo>
                  <a:lnTo>
                    <a:pt x="262" y="70"/>
                  </a:lnTo>
                  <a:lnTo>
                    <a:pt x="262" y="75"/>
                  </a:lnTo>
                  <a:lnTo>
                    <a:pt x="261" y="81"/>
                  </a:lnTo>
                  <a:lnTo>
                    <a:pt x="262" y="86"/>
                  </a:lnTo>
                  <a:lnTo>
                    <a:pt x="263" y="91"/>
                  </a:lnTo>
                  <a:lnTo>
                    <a:pt x="266" y="92"/>
                  </a:lnTo>
                  <a:lnTo>
                    <a:pt x="271" y="89"/>
                  </a:lnTo>
                  <a:lnTo>
                    <a:pt x="275" y="86"/>
                  </a:lnTo>
                  <a:lnTo>
                    <a:pt x="279" y="85"/>
                  </a:lnTo>
                  <a:lnTo>
                    <a:pt x="282" y="86"/>
                  </a:lnTo>
                  <a:lnTo>
                    <a:pt x="293" y="96"/>
                  </a:lnTo>
                  <a:lnTo>
                    <a:pt x="297" y="100"/>
                  </a:lnTo>
                  <a:lnTo>
                    <a:pt x="300" y="101"/>
                  </a:lnTo>
                  <a:lnTo>
                    <a:pt x="310" y="101"/>
                  </a:lnTo>
                  <a:lnTo>
                    <a:pt x="315" y="103"/>
                  </a:lnTo>
                  <a:lnTo>
                    <a:pt x="318" y="105"/>
                  </a:lnTo>
                  <a:lnTo>
                    <a:pt x="320" y="111"/>
                  </a:lnTo>
                  <a:lnTo>
                    <a:pt x="324" y="116"/>
                  </a:lnTo>
                  <a:lnTo>
                    <a:pt x="337" y="123"/>
                  </a:lnTo>
                  <a:lnTo>
                    <a:pt x="346" y="133"/>
                  </a:lnTo>
                  <a:lnTo>
                    <a:pt x="350" y="135"/>
                  </a:lnTo>
                  <a:lnTo>
                    <a:pt x="362" y="135"/>
                  </a:lnTo>
                  <a:lnTo>
                    <a:pt x="362" y="137"/>
                  </a:lnTo>
                  <a:lnTo>
                    <a:pt x="362" y="140"/>
                  </a:lnTo>
                  <a:lnTo>
                    <a:pt x="362" y="141"/>
                  </a:lnTo>
                  <a:lnTo>
                    <a:pt x="360" y="139"/>
                  </a:lnTo>
                  <a:lnTo>
                    <a:pt x="358" y="139"/>
                  </a:lnTo>
                  <a:lnTo>
                    <a:pt x="357" y="140"/>
                  </a:lnTo>
                  <a:lnTo>
                    <a:pt x="356" y="142"/>
                  </a:lnTo>
                  <a:lnTo>
                    <a:pt x="354" y="144"/>
                  </a:lnTo>
                  <a:lnTo>
                    <a:pt x="354" y="146"/>
                  </a:lnTo>
                  <a:lnTo>
                    <a:pt x="349" y="151"/>
                  </a:lnTo>
                  <a:lnTo>
                    <a:pt x="347" y="155"/>
                  </a:lnTo>
                  <a:lnTo>
                    <a:pt x="346" y="162"/>
                  </a:lnTo>
                  <a:lnTo>
                    <a:pt x="347" y="168"/>
                  </a:lnTo>
                  <a:lnTo>
                    <a:pt x="347" y="171"/>
                  </a:lnTo>
                  <a:lnTo>
                    <a:pt x="345" y="173"/>
                  </a:lnTo>
                  <a:lnTo>
                    <a:pt x="342" y="175"/>
                  </a:lnTo>
                  <a:lnTo>
                    <a:pt x="339" y="175"/>
                  </a:lnTo>
                  <a:lnTo>
                    <a:pt x="337" y="176"/>
                  </a:lnTo>
                  <a:lnTo>
                    <a:pt x="335" y="177"/>
                  </a:lnTo>
                  <a:lnTo>
                    <a:pt x="331" y="179"/>
                  </a:lnTo>
                  <a:lnTo>
                    <a:pt x="328" y="184"/>
                  </a:lnTo>
                  <a:lnTo>
                    <a:pt x="328" y="189"/>
                  </a:lnTo>
                  <a:lnTo>
                    <a:pt x="326" y="194"/>
                  </a:lnTo>
                  <a:lnTo>
                    <a:pt x="324" y="199"/>
                  </a:lnTo>
                  <a:lnTo>
                    <a:pt x="325" y="204"/>
                  </a:lnTo>
                  <a:lnTo>
                    <a:pt x="327" y="208"/>
                  </a:lnTo>
                  <a:lnTo>
                    <a:pt x="329" y="212"/>
                  </a:lnTo>
                  <a:lnTo>
                    <a:pt x="340" y="219"/>
                  </a:lnTo>
                  <a:lnTo>
                    <a:pt x="344" y="221"/>
                  </a:lnTo>
                  <a:lnTo>
                    <a:pt x="345" y="222"/>
                  </a:lnTo>
                  <a:lnTo>
                    <a:pt x="345" y="223"/>
                  </a:lnTo>
                  <a:lnTo>
                    <a:pt x="342" y="223"/>
                  </a:lnTo>
                  <a:lnTo>
                    <a:pt x="341" y="224"/>
                  </a:lnTo>
                  <a:lnTo>
                    <a:pt x="341" y="225"/>
                  </a:lnTo>
                  <a:lnTo>
                    <a:pt x="346" y="232"/>
                  </a:lnTo>
                  <a:lnTo>
                    <a:pt x="354" y="239"/>
                  </a:lnTo>
                  <a:lnTo>
                    <a:pt x="354" y="241"/>
                  </a:lnTo>
                  <a:lnTo>
                    <a:pt x="352" y="243"/>
                  </a:lnTo>
                  <a:lnTo>
                    <a:pt x="350" y="244"/>
                  </a:lnTo>
                  <a:lnTo>
                    <a:pt x="349" y="246"/>
                  </a:lnTo>
                  <a:lnTo>
                    <a:pt x="349" y="247"/>
                  </a:lnTo>
                  <a:lnTo>
                    <a:pt x="350" y="248"/>
                  </a:lnTo>
                  <a:lnTo>
                    <a:pt x="351" y="249"/>
                  </a:lnTo>
                  <a:lnTo>
                    <a:pt x="353" y="252"/>
                  </a:lnTo>
                  <a:lnTo>
                    <a:pt x="354" y="254"/>
                  </a:lnTo>
                  <a:lnTo>
                    <a:pt x="354" y="255"/>
                  </a:lnTo>
                  <a:lnTo>
                    <a:pt x="351" y="257"/>
                  </a:lnTo>
                  <a:lnTo>
                    <a:pt x="351" y="261"/>
                  </a:lnTo>
                  <a:lnTo>
                    <a:pt x="346" y="267"/>
                  </a:lnTo>
                  <a:lnTo>
                    <a:pt x="341" y="275"/>
                  </a:lnTo>
                  <a:lnTo>
                    <a:pt x="337" y="277"/>
                  </a:lnTo>
                  <a:lnTo>
                    <a:pt x="330" y="277"/>
                  </a:lnTo>
                  <a:lnTo>
                    <a:pt x="322" y="276"/>
                  </a:lnTo>
                  <a:lnTo>
                    <a:pt x="314" y="273"/>
                  </a:lnTo>
                  <a:lnTo>
                    <a:pt x="308" y="272"/>
                  </a:lnTo>
                  <a:lnTo>
                    <a:pt x="304" y="273"/>
                  </a:lnTo>
                  <a:lnTo>
                    <a:pt x="301" y="276"/>
                  </a:lnTo>
                  <a:lnTo>
                    <a:pt x="296" y="279"/>
                  </a:lnTo>
                  <a:lnTo>
                    <a:pt x="290" y="279"/>
                  </a:lnTo>
                  <a:lnTo>
                    <a:pt x="284" y="275"/>
                  </a:lnTo>
                  <a:lnTo>
                    <a:pt x="277" y="271"/>
                  </a:lnTo>
                  <a:lnTo>
                    <a:pt x="270" y="268"/>
                  </a:lnTo>
                  <a:lnTo>
                    <a:pt x="264" y="268"/>
                  </a:lnTo>
                  <a:lnTo>
                    <a:pt x="257" y="270"/>
                  </a:lnTo>
                  <a:lnTo>
                    <a:pt x="250" y="271"/>
                  </a:lnTo>
                  <a:lnTo>
                    <a:pt x="243" y="264"/>
                  </a:lnTo>
                  <a:lnTo>
                    <a:pt x="241" y="256"/>
                  </a:lnTo>
                  <a:lnTo>
                    <a:pt x="241" y="255"/>
                  </a:lnTo>
                  <a:lnTo>
                    <a:pt x="240" y="254"/>
                  </a:lnTo>
                  <a:lnTo>
                    <a:pt x="238" y="253"/>
                  </a:lnTo>
                  <a:lnTo>
                    <a:pt x="235" y="255"/>
                  </a:lnTo>
                  <a:lnTo>
                    <a:pt x="232" y="257"/>
                  </a:lnTo>
                  <a:lnTo>
                    <a:pt x="231" y="257"/>
                  </a:lnTo>
                  <a:lnTo>
                    <a:pt x="229" y="258"/>
                  </a:lnTo>
                  <a:lnTo>
                    <a:pt x="226" y="256"/>
                  </a:lnTo>
                  <a:lnTo>
                    <a:pt x="224" y="255"/>
                  </a:lnTo>
                  <a:lnTo>
                    <a:pt x="221" y="253"/>
                  </a:lnTo>
                  <a:lnTo>
                    <a:pt x="219" y="250"/>
                  </a:lnTo>
                  <a:lnTo>
                    <a:pt x="218" y="248"/>
                  </a:lnTo>
                  <a:lnTo>
                    <a:pt x="216" y="247"/>
                  </a:lnTo>
                  <a:lnTo>
                    <a:pt x="215" y="247"/>
                  </a:lnTo>
                  <a:lnTo>
                    <a:pt x="213" y="247"/>
                  </a:lnTo>
                  <a:lnTo>
                    <a:pt x="209" y="252"/>
                  </a:lnTo>
                  <a:lnTo>
                    <a:pt x="206" y="252"/>
                  </a:lnTo>
                  <a:lnTo>
                    <a:pt x="204" y="251"/>
                  </a:lnTo>
                  <a:lnTo>
                    <a:pt x="203" y="250"/>
                  </a:lnTo>
                  <a:lnTo>
                    <a:pt x="201" y="247"/>
                  </a:lnTo>
                  <a:lnTo>
                    <a:pt x="201" y="245"/>
                  </a:lnTo>
                  <a:lnTo>
                    <a:pt x="201" y="243"/>
                  </a:lnTo>
                  <a:lnTo>
                    <a:pt x="200" y="242"/>
                  </a:lnTo>
                  <a:lnTo>
                    <a:pt x="196" y="240"/>
                  </a:lnTo>
                  <a:lnTo>
                    <a:pt x="177" y="240"/>
                  </a:lnTo>
                  <a:lnTo>
                    <a:pt x="173" y="238"/>
                  </a:lnTo>
                  <a:lnTo>
                    <a:pt x="169" y="237"/>
                  </a:lnTo>
                  <a:lnTo>
                    <a:pt x="168" y="236"/>
                  </a:lnTo>
                  <a:lnTo>
                    <a:pt x="167" y="236"/>
                  </a:lnTo>
                  <a:lnTo>
                    <a:pt x="164" y="235"/>
                  </a:lnTo>
                  <a:lnTo>
                    <a:pt x="162" y="234"/>
                  </a:lnTo>
                  <a:lnTo>
                    <a:pt x="158" y="230"/>
                  </a:lnTo>
                  <a:lnTo>
                    <a:pt x="156" y="229"/>
                  </a:lnTo>
                  <a:lnTo>
                    <a:pt x="149" y="224"/>
                  </a:lnTo>
                  <a:lnTo>
                    <a:pt x="143" y="218"/>
                  </a:lnTo>
                  <a:lnTo>
                    <a:pt x="138" y="215"/>
                  </a:lnTo>
                  <a:lnTo>
                    <a:pt x="135" y="214"/>
                  </a:lnTo>
                  <a:lnTo>
                    <a:pt x="132" y="213"/>
                  </a:lnTo>
                  <a:lnTo>
                    <a:pt x="131" y="211"/>
                  </a:lnTo>
                  <a:lnTo>
                    <a:pt x="129" y="209"/>
                  </a:lnTo>
                  <a:lnTo>
                    <a:pt x="125" y="204"/>
                  </a:lnTo>
                  <a:lnTo>
                    <a:pt x="121" y="200"/>
                  </a:lnTo>
                  <a:lnTo>
                    <a:pt x="116" y="196"/>
                  </a:lnTo>
                  <a:lnTo>
                    <a:pt x="113" y="196"/>
                  </a:lnTo>
                  <a:lnTo>
                    <a:pt x="112" y="196"/>
                  </a:lnTo>
                  <a:lnTo>
                    <a:pt x="110" y="196"/>
                  </a:lnTo>
                  <a:lnTo>
                    <a:pt x="107" y="196"/>
                  </a:lnTo>
                  <a:lnTo>
                    <a:pt x="106" y="195"/>
                  </a:lnTo>
                  <a:lnTo>
                    <a:pt x="98" y="187"/>
                  </a:lnTo>
                  <a:lnTo>
                    <a:pt x="92" y="182"/>
                  </a:lnTo>
                  <a:lnTo>
                    <a:pt x="91" y="180"/>
                  </a:lnTo>
                  <a:lnTo>
                    <a:pt x="87" y="179"/>
                  </a:lnTo>
                  <a:lnTo>
                    <a:pt x="86" y="178"/>
                  </a:lnTo>
                  <a:lnTo>
                    <a:pt x="84" y="178"/>
                  </a:lnTo>
                  <a:lnTo>
                    <a:pt x="79" y="175"/>
                  </a:lnTo>
                  <a:lnTo>
                    <a:pt x="76" y="174"/>
                  </a:lnTo>
                  <a:lnTo>
                    <a:pt x="67" y="174"/>
                  </a:lnTo>
                  <a:lnTo>
                    <a:pt x="66" y="173"/>
                  </a:lnTo>
                  <a:lnTo>
                    <a:pt x="66" y="170"/>
                  </a:lnTo>
                  <a:lnTo>
                    <a:pt x="65" y="167"/>
                  </a:lnTo>
                  <a:lnTo>
                    <a:pt x="64" y="164"/>
                  </a:lnTo>
                  <a:lnTo>
                    <a:pt x="61" y="162"/>
                  </a:lnTo>
                  <a:lnTo>
                    <a:pt x="59" y="161"/>
                  </a:lnTo>
                  <a:lnTo>
                    <a:pt x="58" y="159"/>
                  </a:lnTo>
                  <a:lnTo>
                    <a:pt x="55" y="157"/>
                  </a:lnTo>
                  <a:lnTo>
                    <a:pt x="52" y="156"/>
                  </a:lnTo>
                  <a:lnTo>
                    <a:pt x="48" y="154"/>
                  </a:lnTo>
                  <a:lnTo>
                    <a:pt x="44" y="151"/>
                  </a:lnTo>
                  <a:lnTo>
                    <a:pt x="40" y="148"/>
                  </a:lnTo>
                  <a:lnTo>
                    <a:pt x="34" y="146"/>
                  </a:lnTo>
                  <a:lnTo>
                    <a:pt x="25" y="145"/>
                  </a:lnTo>
                  <a:lnTo>
                    <a:pt x="16" y="142"/>
                  </a:lnTo>
                  <a:lnTo>
                    <a:pt x="10" y="138"/>
                  </a:lnTo>
                  <a:lnTo>
                    <a:pt x="8" y="137"/>
                  </a:lnTo>
                  <a:lnTo>
                    <a:pt x="7" y="137"/>
                  </a:lnTo>
                  <a:lnTo>
                    <a:pt x="0" y="137"/>
                  </a:lnTo>
                  <a:lnTo>
                    <a:pt x="0" y="136"/>
                  </a:lnTo>
                  <a:lnTo>
                    <a:pt x="3" y="133"/>
                  </a:lnTo>
                  <a:lnTo>
                    <a:pt x="5" y="132"/>
                  </a:lnTo>
                  <a:lnTo>
                    <a:pt x="6" y="131"/>
                  </a:lnTo>
                  <a:lnTo>
                    <a:pt x="11" y="128"/>
                  </a:lnTo>
                  <a:lnTo>
                    <a:pt x="14" y="125"/>
                  </a:lnTo>
                  <a:lnTo>
                    <a:pt x="14" y="123"/>
                  </a:lnTo>
                  <a:lnTo>
                    <a:pt x="17" y="118"/>
                  </a:lnTo>
                  <a:lnTo>
                    <a:pt x="19" y="117"/>
                  </a:lnTo>
                  <a:lnTo>
                    <a:pt x="23" y="115"/>
                  </a:lnTo>
                  <a:lnTo>
                    <a:pt x="29" y="114"/>
                  </a:lnTo>
                  <a:lnTo>
                    <a:pt x="34" y="114"/>
                  </a:lnTo>
                  <a:lnTo>
                    <a:pt x="37" y="112"/>
                  </a:lnTo>
                  <a:lnTo>
                    <a:pt x="38" y="111"/>
                  </a:lnTo>
                  <a:lnTo>
                    <a:pt x="40" y="103"/>
                  </a:lnTo>
                  <a:lnTo>
                    <a:pt x="42" y="101"/>
                  </a:lnTo>
                  <a:lnTo>
                    <a:pt x="44" y="100"/>
                  </a:lnTo>
                  <a:lnTo>
                    <a:pt x="48" y="100"/>
                  </a:lnTo>
                  <a:lnTo>
                    <a:pt x="48" y="99"/>
                  </a:lnTo>
                  <a:lnTo>
                    <a:pt x="48" y="94"/>
                  </a:lnTo>
                  <a:lnTo>
                    <a:pt x="47" y="87"/>
                  </a:lnTo>
                  <a:lnTo>
                    <a:pt x="44" y="82"/>
                  </a:lnTo>
                  <a:lnTo>
                    <a:pt x="41" y="80"/>
                  </a:lnTo>
                  <a:lnTo>
                    <a:pt x="39" y="77"/>
                  </a:lnTo>
                  <a:lnTo>
                    <a:pt x="36" y="76"/>
                  </a:lnTo>
                  <a:lnTo>
                    <a:pt x="33" y="73"/>
                  </a:lnTo>
                  <a:lnTo>
                    <a:pt x="32" y="70"/>
                  </a:lnTo>
                  <a:lnTo>
                    <a:pt x="31" y="69"/>
                  </a:lnTo>
                  <a:lnTo>
                    <a:pt x="31" y="67"/>
                  </a:lnTo>
                  <a:lnTo>
                    <a:pt x="31" y="65"/>
                  </a:lnTo>
                  <a:lnTo>
                    <a:pt x="31" y="64"/>
                  </a:lnTo>
                  <a:lnTo>
                    <a:pt x="32" y="61"/>
                  </a:lnTo>
                  <a:lnTo>
                    <a:pt x="33" y="58"/>
                  </a:lnTo>
                  <a:lnTo>
                    <a:pt x="35" y="56"/>
                  </a:lnTo>
                  <a:lnTo>
                    <a:pt x="36" y="56"/>
                  </a:lnTo>
                  <a:lnTo>
                    <a:pt x="37" y="57"/>
                  </a:lnTo>
                  <a:lnTo>
                    <a:pt x="38" y="59"/>
                  </a:lnTo>
                  <a:lnTo>
                    <a:pt x="40" y="61"/>
                  </a:lnTo>
                  <a:lnTo>
                    <a:pt x="40" y="63"/>
                  </a:lnTo>
                  <a:lnTo>
                    <a:pt x="42" y="65"/>
                  </a:lnTo>
                  <a:lnTo>
                    <a:pt x="45" y="66"/>
                  </a:lnTo>
                  <a:lnTo>
                    <a:pt x="47" y="66"/>
                  </a:lnTo>
                  <a:lnTo>
                    <a:pt x="48" y="65"/>
                  </a:lnTo>
                  <a:lnTo>
                    <a:pt x="49" y="64"/>
                  </a:lnTo>
                  <a:lnTo>
                    <a:pt x="51" y="63"/>
                  </a:lnTo>
                  <a:lnTo>
                    <a:pt x="53" y="61"/>
                  </a:lnTo>
                  <a:lnTo>
                    <a:pt x="55" y="61"/>
                  </a:lnTo>
                  <a:lnTo>
                    <a:pt x="57" y="61"/>
                  </a:lnTo>
                  <a:lnTo>
                    <a:pt x="60" y="60"/>
                  </a:lnTo>
                  <a:lnTo>
                    <a:pt x="67" y="57"/>
                  </a:lnTo>
                  <a:lnTo>
                    <a:pt x="72" y="56"/>
                  </a:lnTo>
                  <a:lnTo>
                    <a:pt x="75" y="58"/>
                  </a:lnTo>
                  <a:lnTo>
                    <a:pt x="83" y="66"/>
                  </a:lnTo>
                  <a:lnTo>
                    <a:pt x="85" y="67"/>
                  </a:lnTo>
                  <a:lnTo>
                    <a:pt x="86" y="66"/>
                  </a:lnTo>
                  <a:lnTo>
                    <a:pt x="90" y="63"/>
                  </a:lnTo>
                  <a:lnTo>
                    <a:pt x="94" y="60"/>
                  </a:lnTo>
                  <a:lnTo>
                    <a:pt x="99" y="57"/>
                  </a:lnTo>
                  <a:lnTo>
                    <a:pt x="102" y="58"/>
                  </a:lnTo>
                  <a:lnTo>
                    <a:pt x="110" y="66"/>
                  </a:lnTo>
                  <a:lnTo>
                    <a:pt x="115" y="69"/>
                  </a:lnTo>
                  <a:lnTo>
                    <a:pt x="118" y="72"/>
                  </a:lnTo>
                  <a:lnTo>
                    <a:pt x="122" y="74"/>
                  </a:lnTo>
                  <a:lnTo>
                    <a:pt x="126" y="76"/>
                  </a:lnTo>
                  <a:lnTo>
                    <a:pt x="131" y="76"/>
                  </a:lnTo>
                  <a:lnTo>
                    <a:pt x="133" y="74"/>
                  </a:lnTo>
                  <a:lnTo>
                    <a:pt x="134" y="72"/>
                  </a:lnTo>
                  <a:lnTo>
                    <a:pt x="135" y="71"/>
                  </a:lnTo>
                  <a:lnTo>
                    <a:pt x="136" y="69"/>
                  </a:lnTo>
                  <a:lnTo>
                    <a:pt x="136" y="69"/>
                  </a:lnTo>
                  <a:lnTo>
                    <a:pt x="137" y="68"/>
                  </a:lnTo>
                  <a:lnTo>
                    <a:pt x="138" y="68"/>
                  </a:lnTo>
                  <a:lnTo>
                    <a:pt x="142" y="71"/>
                  </a:lnTo>
                  <a:lnTo>
                    <a:pt x="145" y="73"/>
                  </a:lnTo>
                  <a:lnTo>
                    <a:pt x="146" y="74"/>
                  </a:lnTo>
                  <a:lnTo>
                    <a:pt x="147" y="73"/>
                  </a:lnTo>
                  <a:lnTo>
                    <a:pt x="149" y="70"/>
                  </a:lnTo>
                  <a:lnTo>
                    <a:pt x="150" y="65"/>
                  </a:lnTo>
                  <a:lnTo>
                    <a:pt x="154" y="59"/>
                  </a:lnTo>
                  <a:lnTo>
                    <a:pt x="157" y="52"/>
                  </a:lnTo>
                  <a:lnTo>
                    <a:pt x="159" y="50"/>
                  </a:lnTo>
                  <a:lnTo>
                    <a:pt x="161" y="49"/>
                  </a:lnTo>
                  <a:lnTo>
                    <a:pt x="164" y="49"/>
                  </a:lnTo>
                  <a:lnTo>
                    <a:pt x="169" y="47"/>
                  </a:lnTo>
                  <a:lnTo>
                    <a:pt x="171" y="47"/>
                  </a:lnTo>
                  <a:lnTo>
                    <a:pt x="172" y="46"/>
                  </a:lnTo>
                  <a:lnTo>
                    <a:pt x="172" y="44"/>
                  </a:lnTo>
                  <a:lnTo>
                    <a:pt x="173" y="43"/>
                  </a:lnTo>
                  <a:lnTo>
                    <a:pt x="175" y="40"/>
                  </a:lnTo>
                  <a:lnTo>
                    <a:pt x="179" y="40"/>
                  </a:lnTo>
                  <a:lnTo>
                    <a:pt x="180" y="41"/>
                  </a:lnTo>
                  <a:lnTo>
                    <a:pt x="182" y="41"/>
                  </a:lnTo>
                  <a:lnTo>
                    <a:pt x="183" y="42"/>
                  </a:lnTo>
                  <a:lnTo>
                    <a:pt x="184" y="40"/>
                  </a:lnTo>
                  <a:lnTo>
                    <a:pt x="184" y="38"/>
                  </a:lnTo>
                  <a:lnTo>
                    <a:pt x="184" y="32"/>
                  </a:lnTo>
                  <a:lnTo>
                    <a:pt x="182" y="27"/>
                  </a:lnTo>
                  <a:lnTo>
                    <a:pt x="178" y="24"/>
                  </a:lnTo>
                  <a:lnTo>
                    <a:pt x="172" y="24"/>
                  </a:lnTo>
                  <a:lnTo>
                    <a:pt x="171" y="23"/>
                  </a:lnTo>
                  <a:lnTo>
                    <a:pt x="171" y="20"/>
                  </a:lnTo>
                  <a:lnTo>
                    <a:pt x="174" y="17"/>
                  </a:lnTo>
                  <a:lnTo>
                    <a:pt x="180" y="13"/>
                  </a:lnTo>
                  <a:lnTo>
                    <a:pt x="187" y="10"/>
                  </a:lnTo>
                  <a:lnTo>
                    <a:pt x="195" y="4"/>
                  </a:lnTo>
                  <a:lnTo>
                    <a:pt x="198" y="3"/>
                  </a:lnTo>
                  <a:lnTo>
                    <a:pt x="201" y="2"/>
                  </a:lnTo>
                  <a:lnTo>
                    <a:pt x="207" y="1"/>
                  </a:lnTo>
                  <a:lnTo>
                    <a:pt x="21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6" name="Freeform 73"/>
            <p:cNvSpPr>
              <a:spLocks/>
            </p:cNvSpPr>
            <p:nvPr/>
          </p:nvSpPr>
          <p:spPr bwMode="auto">
            <a:xfrm>
              <a:off x="3351213" y="1657350"/>
              <a:ext cx="225425" cy="295275"/>
            </a:xfrm>
            <a:custGeom>
              <a:avLst/>
              <a:gdLst/>
              <a:ahLst/>
              <a:cxnLst>
                <a:cxn ang="0">
                  <a:pos x="51" y="0"/>
                </a:cxn>
                <a:cxn ang="0">
                  <a:pos x="55" y="7"/>
                </a:cxn>
                <a:cxn ang="0">
                  <a:pos x="53" y="18"/>
                </a:cxn>
                <a:cxn ang="0">
                  <a:pos x="54" y="27"/>
                </a:cxn>
                <a:cxn ang="0">
                  <a:pos x="56" y="41"/>
                </a:cxn>
                <a:cxn ang="0">
                  <a:pos x="64" y="51"/>
                </a:cxn>
                <a:cxn ang="0">
                  <a:pos x="79" y="51"/>
                </a:cxn>
                <a:cxn ang="0">
                  <a:pos x="103" y="41"/>
                </a:cxn>
                <a:cxn ang="0">
                  <a:pos x="111" y="38"/>
                </a:cxn>
                <a:cxn ang="0">
                  <a:pos x="115" y="45"/>
                </a:cxn>
                <a:cxn ang="0">
                  <a:pos x="119" y="58"/>
                </a:cxn>
                <a:cxn ang="0">
                  <a:pos x="128" y="67"/>
                </a:cxn>
                <a:cxn ang="0">
                  <a:pos x="133" y="76"/>
                </a:cxn>
                <a:cxn ang="0">
                  <a:pos x="137" y="86"/>
                </a:cxn>
                <a:cxn ang="0">
                  <a:pos x="142" y="96"/>
                </a:cxn>
                <a:cxn ang="0">
                  <a:pos x="136" y="113"/>
                </a:cxn>
                <a:cxn ang="0">
                  <a:pos x="125" y="127"/>
                </a:cxn>
                <a:cxn ang="0">
                  <a:pos x="119" y="136"/>
                </a:cxn>
                <a:cxn ang="0">
                  <a:pos x="116" y="153"/>
                </a:cxn>
                <a:cxn ang="0">
                  <a:pos x="101" y="160"/>
                </a:cxn>
                <a:cxn ang="0">
                  <a:pos x="94" y="169"/>
                </a:cxn>
                <a:cxn ang="0">
                  <a:pos x="85" y="176"/>
                </a:cxn>
                <a:cxn ang="0">
                  <a:pos x="56" y="186"/>
                </a:cxn>
                <a:cxn ang="0">
                  <a:pos x="50" y="171"/>
                </a:cxn>
                <a:cxn ang="0">
                  <a:pos x="49" y="152"/>
                </a:cxn>
                <a:cxn ang="0">
                  <a:pos x="45" y="141"/>
                </a:cxn>
                <a:cxn ang="0">
                  <a:pos x="32" y="141"/>
                </a:cxn>
                <a:cxn ang="0">
                  <a:pos x="21" y="148"/>
                </a:cxn>
                <a:cxn ang="0">
                  <a:pos x="18" y="151"/>
                </a:cxn>
                <a:cxn ang="0">
                  <a:pos x="14" y="158"/>
                </a:cxn>
                <a:cxn ang="0">
                  <a:pos x="13" y="152"/>
                </a:cxn>
                <a:cxn ang="0">
                  <a:pos x="7" y="139"/>
                </a:cxn>
                <a:cxn ang="0">
                  <a:pos x="1" y="123"/>
                </a:cxn>
                <a:cxn ang="0">
                  <a:pos x="0" y="104"/>
                </a:cxn>
                <a:cxn ang="0">
                  <a:pos x="3" y="83"/>
                </a:cxn>
                <a:cxn ang="0">
                  <a:pos x="11" y="69"/>
                </a:cxn>
                <a:cxn ang="0">
                  <a:pos x="23" y="55"/>
                </a:cxn>
                <a:cxn ang="0">
                  <a:pos x="20" y="39"/>
                </a:cxn>
                <a:cxn ang="0">
                  <a:pos x="18" y="22"/>
                </a:cxn>
                <a:cxn ang="0">
                  <a:pos x="27" y="10"/>
                </a:cxn>
                <a:cxn ang="0">
                  <a:pos x="35" y="6"/>
                </a:cxn>
                <a:cxn ang="0">
                  <a:pos x="45" y="0"/>
                </a:cxn>
              </a:cxnLst>
              <a:rect l="0" t="0" r="r" b="b"/>
              <a:pathLst>
                <a:path w="142" h="186">
                  <a:moveTo>
                    <a:pt x="45" y="0"/>
                  </a:moveTo>
                  <a:lnTo>
                    <a:pt x="51" y="0"/>
                  </a:lnTo>
                  <a:lnTo>
                    <a:pt x="54" y="3"/>
                  </a:lnTo>
                  <a:lnTo>
                    <a:pt x="55" y="7"/>
                  </a:lnTo>
                  <a:lnTo>
                    <a:pt x="54" y="12"/>
                  </a:lnTo>
                  <a:lnTo>
                    <a:pt x="53" y="18"/>
                  </a:lnTo>
                  <a:lnTo>
                    <a:pt x="53" y="23"/>
                  </a:lnTo>
                  <a:lnTo>
                    <a:pt x="54" y="27"/>
                  </a:lnTo>
                  <a:lnTo>
                    <a:pt x="56" y="32"/>
                  </a:lnTo>
                  <a:lnTo>
                    <a:pt x="56" y="41"/>
                  </a:lnTo>
                  <a:lnTo>
                    <a:pt x="58" y="47"/>
                  </a:lnTo>
                  <a:lnTo>
                    <a:pt x="64" y="51"/>
                  </a:lnTo>
                  <a:lnTo>
                    <a:pt x="71" y="52"/>
                  </a:lnTo>
                  <a:lnTo>
                    <a:pt x="79" y="51"/>
                  </a:lnTo>
                  <a:lnTo>
                    <a:pt x="87" y="49"/>
                  </a:lnTo>
                  <a:lnTo>
                    <a:pt x="103" y="41"/>
                  </a:lnTo>
                  <a:lnTo>
                    <a:pt x="109" y="39"/>
                  </a:lnTo>
                  <a:lnTo>
                    <a:pt x="111" y="38"/>
                  </a:lnTo>
                  <a:lnTo>
                    <a:pt x="113" y="40"/>
                  </a:lnTo>
                  <a:lnTo>
                    <a:pt x="115" y="45"/>
                  </a:lnTo>
                  <a:lnTo>
                    <a:pt x="117" y="52"/>
                  </a:lnTo>
                  <a:lnTo>
                    <a:pt x="119" y="58"/>
                  </a:lnTo>
                  <a:lnTo>
                    <a:pt x="123" y="64"/>
                  </a:lnTo>
                  <a:lnTo>
                    <a:pt x="128" y="67"/>
                  </a:lnTo>
                  <a:lnTo>
                    <a:pt x="131" y="71"/>
                  </a:lnTo>
                  <a:lnTo>
                    <a:pt x="133" y="76"/>
                  </a:lnTo>
                  <a:lnTo>
                    <a:pt x="134" y="81"/>
                  </a:lnTo>
                  <a:lnTo>
                    <a:pt x="137" y="86"/>
                  </a:lnTo>
                  <a:lnTo>
                    <a:pt x="140" y="90"/>
                  </a:lnTo>
                  <a:lnTo>
                    <a:pt x="142" y="96"/>
                  </a:lnTo>
                  <a:lnTo>
                    <a:pt x="141" y="104"/>
                  </a:lnTo>
                  <a:lnTo>
                    <a:pt x="136" y="113"/>
                  </a:lnTo>
                  <a:lnTo>
                    <a:pt x="130" y="121"/>
                  </a:lnTo>
                  <a:lnTo>
                    <a:pt x="125" y="127"/>
                  </a:lnTo>
                  <a:lnTo>
                    <a:pt x="120" y="132"/>
                  </a:lnTo>
                  <a:lnTo>
                    <a:pt x="119" y="136"/>
                  </a:lnTo>
                  <a:lnTo>
                    <a:pt x="117" y="144"/>
                  </a:lnTo>
                  <a:lnTo>
                    <a:pt x="116" y="153"/>
                  </a:lnTo>
                  <a:lnTo>
                    <a:pt x="107" y="156"/>
                  </a:lnTo>
                  <a:lnTo>
                    <a:pt x="101" y="160"/>
                  </a:lnTo>
                  <a:lnTo>
                    <a:pt x="96" y="166"/>
                  </a:lnTo>
                  <a:lnTo>
                    <a:pt x="94" y="169"/>
                  </a:lnTo>
                  <a:lnTo>
                    <a:pt x="91" y="172"/>
                  </a:lnTo>
                  <a:lnTo>
                    <a:pt x="85" y="176"/>
                  </a:lnTo>
                  <a:lnTo>
                    <a:pt x="76" y="179"/>
                  </a:lnTo>
                  <a:lnTo>
                    <a:pt x="56" y="186"/>
                  </a:lnTo>
                  <a:lnTo>
                    <a:pt x="53" y="181"/>
                  </a:lnTo>
                  <a:lnTo>
                    <a:pt x="50" y="171"/>
                  </a:lnTo>
                  <a:lnTo>
                    <a:pt x="50" y="161"/>
                  </a:lnTo>
                  <a:lnTo>
                    <a:pt x="49" y="152"/>
                  </a:lnTo>
                  <a:lnTo>
                    <a:pt x="49" y="145"/>
                  </a:lnTo>
                  <a:lnTo>
                    <a:pt x="45" y="141"/>
                  </a:lnTo>
                  <a:lnTo>
                    <a:pt x="38" y="139"/>
                  </a:lnTo>
                  <a:lnTo>
                    <a:pt x="32" y="141"/>
                  </a:lnTo>
                  <a:lnTo>
                    <a:pt x="26" y="144"/>
                  </a:lnTo>
                  <a:lnTo>
                    <a:pt x="21" y="148"/>
                  </a:lnTo>
                  <a:lnTo>
                    <a:pt x="20" y="150"/>
                  </a:lnTo>
                  <a:lnTo>
                    <a:pt x="18" y="151"/>
                  </a:lnTo>
                  <a:lnTo>
                    <a:pt x="17" y="154"/>
                  </a:lnTo>
                  <a:lnTo>
                    <a:pt x="14" y="158"/>
                  </a:lnTo>
                  <a:lnTo>
                    <a:pt x="14" y="155"/>
                  </a:lnTo>
                  <a:lnTo>
                    <a:pt x="13" y="152"/>
                  </a:lnTo>
                  <a:lnTo>
                    <a:pt x="10" y="146"/>
                  </a:lnTo>
                  <a:lnTo>
                    <a:pt x="7" y="139"/>
                  </a:lnTo>
                  <a:lnTo>
                    <a:pt x="3" y="130"/>
                  </a:lnTo>
                  <a:lnTo>
                    <a:pt x="1" y="123"/>
                  </a:lnTo>
                  <a:lnTo>
                    <a:pt x="0" y="118"/>
                  </a:lnTo>
                  <a:lnTo>
                    <a:pt x="0" y="104"/>
                  </a:lnTo>
                  <a:lnTo>
                    <a:pt x="1" y="93"/>
                  </a:lnTo>
                  <a:lnTo>
                    <a:pt x="3" y="83"/>
                  </a:lnTo>
                  <a:lnTo>
                    <a:pt x="7" y="75"/>
                  </a:lnTo>
                  <a:lnTo>
                    <a:pt x="11" y="69"/>
                  </a:lnTo>
                  <a:lnTo>
                    <a:pt x="20" y="60"/>
                  </a:lnTo>
                  <a:lnTo>
                    <a:pt x="23" y="55"/>
                  </a:lnTo>
                  <a:lnTo>
                    <a:pt x="24" y="49"/>
                  </a:lnTo>
                  <a:lnTo>
                    <a:pt x="20" y="39"/>
                  </a:lnTo>
                  <a:lnTo>
                    <a:pt x="13" y="27"/>
                  </a:lnTo>
                  <a:lnTo>
                    <a:pt x="18" y="22"/>
                  </a:lnTo>
                  <a:lnTo>
                    <a:pt x="23" y="16"/>
                  </a:lnTo>
                  <a:lnTo>
                    <a:pt x="27" y="10"/>
                  </a:lnTo>
                  <a:lnTo>
                    <a:pt x="31" y="7"/>
                  </a:lnTo>
                  <a:lnTo>
                    <a:pt x="35" y="6"/>
                  </a:lnTo>
                  <a:lnTo>
                    <a:pt x="40" y="2"/>
                  </a:lnTo>
                  <a:lnTo>
                    <a:pt x="4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7" name="Freeform 74"/>
            <p:cNvSpPr>
              <a:spLocks/>
            </p:cNvSpPr>
            <p:nvPr/>
          </p:nvSpPr>
          <p:spPr bwMode="auto">
            <a:xfrm>
              <a:off x="3440113" y="1900238"/>
              <a:ext cx="139700" cy="117475"/>
            </a:xfrm>
            <a:custGeom>
              <a:avLst/>
              <a:gdLst/>
              <a:ahLst/>
              <a:cxnLst>
                <a:cxn ang="0">
                  <a:pos x="60" y="0"/>
                </a:cxn>
                <a:cxn ang="0">
                  <a:pos x="60" y="16"/>
                </a:cxn>
                <a:cxn ang="0">
                  <a:pos x="62" y="23"/>
                </a:cxn>
                <a:cxn ang="0">
                  <a:pos x="67" y="32"/>
                </a:cxn>
                <a:cxn ang="0">
                  <a:pos x="73" y="38"/>
                </a:cxn>
                <a:cxn ang="0">
                  <a:pos x="80" y="43"/>
                </a:cxn>
                <a:cxn ang="0">
                  <a:pos x="85" y="49"/>
                </a:cxn>
                <a:cxn ang="0">
                  <a:pos x="88" y="51"/>
                </a:cxn>
                <a:cxn ang="0">
                  <a:pos x="87" y="55"/>
                </a:cxn>
                <a:cxn ang="0">
                  <a:pos x="82" y="61"/>
                </a:cxn>
                <a:cxn ang="0">
                  <a:pos x="77" y="67"/>
                </a:cxn>
                <a:cxn ang="0">
                  <a:pos x="72" y="74"/>
                </a:cxn>
                <a:cxn ang="0">
                  <a:pos x="68" y="71"/>
                </a:cxn>
                <a:cxn ang="0">
                  <a:pos x="64" y="69"/>
                </a:cxn>
                <a:cxn ang="0">
                  <a:pos x="58" y="67"/>
                </a:cxn>
                <a:cxn ang="0">
                  <a:pos x="49" y="66"/>
                </a:cxn>
                <a:cxn ang="0">
                  <a:pos x="29" y="62"/>
                </a:cxn>
                <a:cxn ang="0">
                  <a:pos x="20" y="58"/>
                </a:cxn>
                <a:cxn ang="0">
                  <a:pos x="12" y="52"/>
                </a:cxn>
                <a:cxn ang="0">
                  <a:pos x="6" y="44"/>
                </a:cxn>
                <a:cxn ang="0">
                  <a:pos x="0" y="33"/>
                </a:cxn>
                <a:cxn ang="0">
                  <a:pos x="20" y="26"/>
                </a:cxn>
                <a:cxn ang="0">
                  <a:pos x="29" y="23"/>
                </a:cxn>
                <a:cxn ang="0">
                  <a:pos x="35" y="19"/>
                </a:cxn>
                <a:cxn ang="0">
                  <a:pos x="38" y="16"/>
                </a:cxn>
                <a:cxn ang="0">
                  <a:pos x="40" y="13"/>
                </a:cxn>
                <a:cxn ang="0">
                  <a:pos x="45" y="7"/>
                </a:cxn>
                <a:cxn ang="0">
                  <a:pos x="51" y="3"/>
                </a:cxn>
                <a:cxn ang="0">
                  <a:pos x="60" y="0"/>
                </a:cxn>
              </a:cxnLst>
              <a:rect l="0" t="0" r="r" b="b"/>
              <a:pathLst>
                <a:path w="88" h="74">
                  <a:moveTo>
                    <a:pt x="60" y="0"/>
                  </a:moveTo>
                  <a:lnTo>
                    <a:pt x="60" y="16"/>
                  </a:lnTo>
                  <a:lnTo>
                    <a:pt x="62" y="23"/>
                  </a:lnTo>
                  <a:lnTo>
                    <a:pt x="67" y="32"/>
                  </a:lnTo>
                  <a:lnTo>
                    <a:pt x="73" y="38"/>
                  </a:lnTo>
                  <a:lnTo>
                    <a:pt x="80" y="43"/>
                  </a:lnTo>
                  <a:lnTo>
                    <a:pt x="85" y="49"/>
                  </a:lnTo>
                  <a:lnTo>
                    <a:pt x="88" y="51"/>
                  </a:lnTo>
                  <a:lnTo>
                    <a:pt x="87" y="55"/>
                  </a:lnTo>
                  <a:lnTo>
                    <a:pt x="82" y="61"/>
                  </a:lnTo>
                  <a:lnTo>
                    <a:pt x="77" y="67"/>
                  </a:lnTo>
                  <a:lnTo>
                    <a:pt x="72" y="74"/>
                  </a:lnTo>
                  <a:lnTo>
                    <a:pt x="68" y="71"/>
                  </a:lnTo>
                  <a:lnTo>
                    <a:pt x="64" y="69"/>
                  </a:lnTo>
                  <a:lnTo>
                    <a:pt x="58" y="67"/>
                  </a:lnTo>
                  <a:lnTo>
                    <a:pt x="49" y="66"/>
                  </a:lnTo>
                  <a:lnTo>
                    <a:pt x="29" y="62"/>
                  </a:lnTo>
                  <a:lnTo>
                    <a:pt x="20" y="58"/>
                  </a:lnTo>
                  <a:lnTo>
                    <a:pt x="12" y="52"/>
                  </a:lnTo>
                  <a:lnTo>
                    <a:pt x="6" y="44"/>
                  </a:lnTo>
                  <a:lnTo>
                    <a:pt x="0" y="33"/>
                  </a:lnTo>
                  <a:lnTo>
                    <a:pt x="20" y="26"/>
                  </a:lnTo>
                  <a:lnTo>
                    <a:pt x="29" y="23"/>
                  </a:lnTo>
                  <a:lnTo>
                    <a:pt x="35" y="19"/>
                  </a:lnTo>
                  <a:lnTo>
                    <a:pt x="38" y="16"/>
                  </a:lnTo>
                  <a:lnTo>
                    <a:pt x="40" y="13"/>
                  </a:lnTo>
                  <a:lnTo>
                    <a:pt x="45" y="7"/>
                  </a:lnTo>
                  <a:lnTo>
                    <a:pt x="51" y="3"/>
                  </a:lnTo>
                  <a:lnTo>
                    <a:pt x="6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8" name="Freeform 75"/>
            <p:cNvSpPr>
              <a:spLocks/>
            </p:cNvSpPr>
            <p:nvPr/>
          </p:nvSpPr>
          <p:spPr bwMode="auto">
            <a:xfrm>
              <a:off x="3473451" y="2125663"/>
              <a:ext cx="120650" cy="85725"/>
            </a:xfrm>
            <a:custGeom>
              <a:avLst/>
              <a:gdLst/>
              <a:ahLst/>
              <a:cxnLst>
                <a:cxn ang="0">
                  <a:pos x="9" y="0"/>
                </a:cxn>
                <a:cxn ang="0">
                  <a:pos x="17" y="3"/>
                </a:cxn>
                <a:cxn ang="0">
                  <a:pos x="32" y="10"/>
                </a:cxn>
                <a:cxn ang="0">
                  <a:pos x="41" y="12"/>
                </a:cxn>
                <a:cxn ang="0">
                  <a:pos x="48" y="13"/>
                </a:cxn>
                <a:cxn ang="0">
                  <a:pos x="57" y="16"/>
                </a:cxn>
                <a:cxn ang="0">
                  <a:pos x="76" y="23"/>
                </a:cxn>
                <a:cxn ang="0">
                  <a:pos x="76" y="40"/>
                </a:cxn>
                <a:cxn ang="0">
                  <a:pos x="75" y="49"/>
                </a:cxn>
                <a:cxn ang="0">
                  <a:pos x="71" y="52"/>
                </a:cxn>
                <a:cxn ang="0">
                  <a:pos x="66" y="54"/>
                </a:cxn>
                <a:cxn ang="0">
                  <a:pos x="59" y="53"/>
                </a:cxn>
                <a:cxn ang="0">
                  <a:pos x="52" y="52"/>
                </a:cxn>
                <a:cxn ang="0">
                  <a:pos x="44" y="50"/>
                </a:cxn>
                <a:cxn ang="0">
                  <a:pos x="38" y="50"/>
                </a:cxn>
                <a:cxn ang="0">
                  <a:pos x="30" y="50"/>
                </a:cxn>
                <a:cxn ang="0">
                  <a:pos x="22" y="50"/>
                </a:cxn>
                <a:cxn ang="0">
                  <a:pos x="22" y="47"/>
                </a:cxn>
                <a:cxn ang="0">
                  <a:pos x="21" y="44"/>
                </a:cxn>
                <a:cxn ang="0">
                  <a:pos x="20" y="42"/>
                </a:cxn>
                <a:cxn ang="0">
                  <a:pos x="19" y="40"/>
                </a:cxn>
                <a:cxn ang="0">
                  <a:pos x="13" y="34"/>
                </a:cxn>
                <a:cxn ang="0">
                  <a:pos x="2" y="21"/>
                </a:cxn>
                <a:cxn ang="0">
                  <a:pos x="0" y="15"/>
                </a:cxn>
                <a:cxn ang="0">
                  <a:pos x="2" y="10"/>
                </a:cxn>
                <a:cxn ang="0">
                  <a:pos x="9" y="0"/>
                </a:cxn>
              </a:cxnLst>
              <a:rect l="0" t="0" r="r" b="b"/>
              <a:pathLst>
                <a:path w="76" h="54">
                  <a:moveTo>
                    <a:pt x="9" y="0"/>
                  </a:moveTo>
                  <a:lnTo>
                    <a:pt x="17" y="3"/>
                  </a:lnTo>
                  <a:lnTo>
                    <a:pt x="32" y="10"/>
                  </a:lnTo>
                  <a:lnTo>
                    <a:pt x="41" y="12"/>
                  </a:lnTo>
                  <a:lnTo>
                    <a:pt x="48" y="13"/>
                  </a:lnTo>
                  <a:lnTo>
                    <a:pt x="57" y="16"/>
                  </a:lnTo>
                  <a:lnTo>
                    <a:pt x="76" y="23"/>
                  </a:lnTo>
                  <a:lnTo>
                    <a:pt x="76" y="40"/>
                  </a:lnTo>
                  <a:lnTo>
                    <a:pt x="75" y="49"/>
                  </a:lnTo>
                  <a:lnTo>
                    <a:pt x="71" y="52"/>
                  </a:lnTo>
                  <a:lnTo>
                    <a:pt x="66" y="54"/>
                  </a:lnTo>
                  <a:lnTo>
                    <a:pt x="59" y="53"/>
                  </a:lnTo>
                  <a:lnTo>
                    <a:pt x="52" y="52"/>
                  </a:lnTo>
                  <a:lnTo>
                    <a:pt x="44" y="50"/>
                  </a:lnTo>
                  <a:lnTo>
                    <a:pt x="38" y="50"/>
                  </a:lnTo>
                  <a:lnTo>
                    <a:pt x="30" y="50"/>
                  </a:lnTo>
                  <a:lnTo>
                    <a:pt x="22" y="50"/>
                  </a:lnTo>
                  <a:lnTo>
                    <a:pt x="22" y="47"/>
                  </a:lnTo>
                  <a:lnTo>
                    <a:pt x="21" y="44"/>
                  </a:lnTo>
                  <a:lnTo>
                    <a:pt x="20" y="42"/>
                  </a:lnTo>
                  <a:lnTo>
                    <a:pt x="19" y="40"/>
                  </a:lnTo>
                  <a:lnTo>
                    <a:pt x="13" y="34"/>
                  </a:lnTo>
                  <a:lnTo>
                    <a:pt x="2" y="21"/>
                  </a:lnTo>
                  <a:lnTo>
                    <a:pt x="0" y="15"/>
                  </a:lnTo>
                  <a:lnTo>
                    <a:pt x="2" y="10"/>
                  </a:lnTo>
                  <a:lnTo>
                    <a:pt x="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09" name="Freeform 76"/>
            <p:cNvSpPr>
              <a:spLocks/>
            </p:cNvSpPr>
            <p:nvPr/>
          </p:nvSpPr>
          <p:spPr bwMode="auto">
            <a:xfrm>
              <a:off x="3355976" y="1878013"/>
              <a:ext cx="169863" cy="222250"/>
            </a:xfrm>
            <a:custGeom>
              <a:avLst/>
              <a:gdLst/>
              <a:ahLst/>
              <a:cxnLst>
                <a:cxn ang="0">
                  <a:pos x="35" y="0"/>
                </a:cxn>
                <a:cxn ang="0">
                  <a:pos x="42" y="2"/>
                </a:cxn>
                <a:cxn ang="0">
                  <a:pos x="46" y="6"/>
                </a:cxn>
                <a:cxn ang="0">
                  <a:pos x="46" y="13"/>
                </a:cxn>
                <a:cxn ang="0">
                  <a:pos x="47" y="22"/>
                </a:cxn>
                <a:cxn ang="0">
                  <a:pos x="47" y="32"/>
                </a:cxn>
                <a:cxn ang="0">
                  <a:pos x="50" y="42"/>
                </a:cxn>
                <a:cxn ang="0">
                  <a:pos x="57" y="54"/>
                </a:cxn>
                <a:cxn ang="0">
                  <a:pos x="64" y="64"/>
                </a:cxn>
                <a:cxn ang="0">
                  <a:pos x="72" y="71"/>
                </a:cxn>
                <a:cxn ang="0">
                  <a:pos x="82" y="76"/>
                </a:cxn>
                <a:cxn ang="0">
                  <a:pos x="91" y="78"/>
                </a:cxn>
                <a:cxn ang="0">
                  <a:pos x="99" y="79"/>
                </a:cxn>
                <a:cxn ang="0">
                  <a:pos x="101" y="91"/>
                </a:cxn>
                <a:cxn ang="0">
                  <a:pos x="104" y="103"/>
                </a:cxn>
                <a:cxn ang="0">
                  <a:pos x="106" y="113"/>
                </a:cxn>
                <a:cxn ang="0">
                  <a:pos x="107" y="119"/>
                </a:cxn>
                <a:cxn ang="0">
                  <a:pos x="106" y="122"/>
                </a:cxn>
                <a:cxn ang="0">
                  <a:pos x="102" y="122"/>
                </a:cxn>
                <a:cxn ang="0">
                  <a:pos x="93" y="122"/>
                </a:cxn>
                <a:cxn ang="0">
                  <a:pos x="89" y="123"/>
                </a:cxn>
                <a:cxn ang="0">
                  <a:pos x="86" y="125"/>
                </a:cxn>
                <a:cxn ang="0">
                  <a:pos x="82" y="129"/>
                </a:cxn>
                <a:cxn ang="0">
                  <a:pos x="79" y="134"/>
                </a:cxn>
                <a:cxn ang="0">
                  <a:pos x="74" y="140"/>
                </a:cxn>
                <a:cxn ang="0">
                  <a:pos x="70" y="138"/>
                </a:cxn>
                <a:cxn ang="0">
                  <a:pos x="67" y="136"/>
                </a:cxn>
                <a:cxn ang="0">
                  <a:pos x="64" y="135"/>
                </a:cxn>
                <a:cxn ang="0">
                  <a:pos x="61" y="134"/>
                </a:cxn>
                <a:cxn ang="0">
                  <a:pos x="47" y="134"/>
                </a:cxn>
                <a:cxn ang="0">
                  <a:pos x="47" y="128"/>
                </a:cxn>
                <a:cxn ang="0">
                  <a:pos x="45" y="124"/>
                </a:cxn>
                <a:cxn ang="0">
                  <a:pos x="40" y="120"/>
                </a:cxn>
                <a:cxn ang="0">
                  <a:pos x="33" y="114"/>
                </a:cxn>
                <a:cxn ang="0">
                  <a:pos x="25" y="107"/>
                </a:cxn>
                <a:cxn ang="0">
                  <a:pos x="16" y="101"/>
                </a:cxn>
                <a:cxn ang="0">
                  <a:pos x="9" y="94"/>
                </a:cxn>
                <a:cxn ang="0">
                  <a:pos x="4" y="88"/>
                </a:cxn>
                <a:cxn ang="0">
                  <a:pos x="1" y="81"/>
                </a:cxn>
                <a:cxn ang="0">
                  <a:pos x="0" y="69"/>
                </a:cxn>
                <a:cxn ang="0">
                  <a:pos x="1" y="54"/>
                </a:cxn>
                <a:cxn ang="0">
                  <a:pos x="3" y="42"/>
                </a:cxn>
                <a:cxn ang="0">
                  <a:pos x="5" y="34"/>
                </a:cxn>
                <a:cxn ang="0">
                  <a:pos x="7" y="29"/>
                </a:cxn>
                <a:cxn ang="0">
                  <a:pos x="10" y="24"/>
                </a:cxn>
                <a:cxn ang="0">
                  <a:pos x="11" y="19"/>
                </a:cxn>
                <a:cxn ang="0">
                  <a:pos x="14" y="15"/>
                </a:cxn>
                <a:cxn ang="0">
                  <a:pos x="15" y="12"/>
                </a:cxn>
                <a:cxn ang="0">
                  <a:pos x="17" y="11"/>
                </a:cxn>
                <a:cxn ang="0">
                  <a:pos x="18" y="9"/>
                </a:cxn>
                <a:cxn ang="0">
                  <a:pos x="23" y="5"/>
                </a:cxn>
                <a:cxn ang="0">
                  <a:pos x="29" y="2"/>
                </a:cxn>
                <a:cxn ang="0">
                  <a:pos x="35" y="0"/>
                </a:cxn>
              </a:cxnLst>
              <a:rect l="0" t="0" r="r" b="b"/>
              <a:pathLst>
                <a:path w="107" h="140">
                  <a:moveTo>
                    <a:pt x="35" y="0"/>
                  </a:moveTo>
                  <a:lnTo>
                    <a:pt x="42" y="2"/>
                  </a:lnTo>
                  <a:lnTo>
                    <a:pt x="46" y="6"/>
                  </a:lnTo>
                  <a:lnTo>
                    <a:pt x="46" y="13"/>
                  </a:lnTo>
                  <a:lnTo>
                    <a:pt x="47" y="22"/>
                  </a:lnTo>
                  <a:lnTo>
                    <a:pt x="47" y="32"/>
                  </a:lnTo>
                  <a:lnTo>
                    <a:pt x="50" y="42"/>
                  </a:lnTo>
                  <a:lnTo>
                    <a:pt x="57" y="54"/>
                  </a:lnTo>
                  <a:lnTo>
                    <a:pt x="64" y="64"/>
                  </a:lnTo>
                  <a:lnTo>
                    <a:pt x="72" y="71"/>
                  </a:lnTo>
                  <a:lnTo>
                    <a:pt x="82" y="76"/>
                  </a:lnTo>
                  <a:lnTo>
                    <a:pt x="91" y="78"/>
                  </a:lnTo>
                  <a:lnTo>
                    <a:pt x="99" y="79"/>
                  </a:lnTo>
                  <a:lnTo>
                    <a:pt x="101" y="91"/>
                  </a:lnTo>
                  <a:lnTo>
                    <a:pt x="104" y="103"/>
                  </a:lnTo>
                  <a:lnTo>
                    <a:pt x="106" y="113"/>
                  </a:lnTo>
                  <a:lnTo>
                    <a:pt x="107" y="119"/>
                  </a:lnTo>
                  <a:lnTo>
                    <a:pt x="106" y="122"/>
                  </a:lnTo>
                  <a:lnTo>
                    <a:pt x="102" y="122"/>
                  </a:lnTo>
                  <a:lnTo>
                    <a:pt x="93" y="122"/>
                  </a:lnTo>
                  <a:lnTo>
                    <a:pt x="89" y="123"/>
                  </a:lnTo>
                  <a:lnTo>
                    <a:pt x="86" y="125"/>
                  </a:lnTo>
                  <a:lnTo>
                    <a:pt x="82" y="129"/>
                  </a:lnTo>
                  <a:lnTo>
                    <a:pt x="79" y="134"/>
                  </a:lnTo>
                  <a:lnTo>
                    <a:pt x="74" y="140"/>
                  </a:lnTo>
                  <a:lnTo>
                    <a:pt x="70" y="138"/>
                  </a:lnTo>
                  <a:lnTo>
                    <a:pt x="67" y="136"/>
                  </a:lnTo>
                  <a:lnTo>
                    <a:pt x="64" y="135"/>
                  </a:lnTo>
                  <a:lnTo>
                    <a:pt x="61" y="134"/>
                  </a:lnTo>
                  <a:lnTo>
                    <a:pt x="47" y="134"/>
                  </a:lnTo>
                  <a:lnTo>
                    <a:pt x="47" y="128"/>
                  </a:lnTo>
                  <a:lnTo>
                    <a:pt x="45" y="124"/>
                  </a:lnTo>
                  <a:lnTo>
                    <a:pt x="40" y="120"/>
                  </a:lnTo>
                  <a:lnTo>
                    <a:pt x="33" y="114"/>
                  </a:lnTo>
                  <a:lnTo>
                    <a:pt x="25" y="107"/>
                  </a:lnTo>
                  <a:lnTo>
                    <a:pt x="16" y="101"/>
                  </a:lnTo>
                  <a:lnTo>
                    <a:pt x="9" y="94"/>
                  </a:lnTo>
                  <a:lnTo>
                    <a:pt x="4" y="88"/>
                  </a:lnTo>
                  <a:lnTo>
                    <a:pt x="1" y="81"/>
                  </a:lnTo>
                  <a:lnTo>
                    <a:pt x="0" y="69"/>
                  </a:lnTo>
                  <a:lnTo>
                    <a:pt x="1" y="54"/>
                  </a:lnTo>
                  <a:lnTo>
                    <a:pt x="3" y="42"/>
                  </a:lnTo>
                  <a:lnTo>
                    <a:pt x="5" y="34"/>
                  </a:lnTo>
                  <a:lnTo>
                    <a:pt x="7" y="29"/>
                  </a:lnTo>
                  <a:lnTo>
                    <a:pt x="10" y="24"/>
                  </a:lnTo>
                  <a:lnTo>
                    <a:pt x="11" y="19"/>
                  </a:lnTo>
                  <a:lnTo>
                    <a:pt x="14" y="15"/>
                  </a:lnTo>
                  <a:lnTo>
                    <a:pt x="15" y="12"/>
                  </a:lnTo>
                  <a:lnTo>
                    <a:pt x="17" y="11"/>
                  </a:lnTo>
                  <a:lnTo>
                    <a:pt x="18" y="9"/>
                  </a:lnTo>
                  <a:lnTo>
                    <a:pt x="23" y="5"/>
                  </a:lnTo>
                  <a:lnTo>
                    <a:pt x="29" y="2"/>
                  </a:lnTo>
                  <a:lnTo>
                    <a:pt x="3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0" name="Freeform 77"/>
            <p:cNvSpPr>
              <a:spLocks/>
            </p:cNvSpPr>
            <p:nvPr/>
          </p:nvSpPr>
          <p:spPr bwMode="auto">
            <a:xfrm>
              <a:off x="3473451" y="2003425"/>
              <a:ext cx="327025" cy="158750"/>
            </a:xfrm>
            <a:custGeom>
              <a:avLst/>
              <a:gdLst/>
              <a:ahLst/>
              <a:cxnLst>
                <a:cxn ang="0">
                  <a:pos x="33" y="1"/>
                </a:cxn>
                <a:cxn ang="0">
                  <a:pos x="44" y="3"/>
                </a:cxn>
                <a:cxn ang="0">
                  <a:pos x="49" y="11"/>
                </a:cxn>
                <a:cxn ang="0">
                  <a:pos x="45" y="18"/>
                </a:cxn>
                <a:cxn ang="0">
                  <a:pos x="50" y="24"/>
                </a:cxn>
                <a:cxn ang="0">
                  <a:pos x="63" y="27"/>
                </a:cxn>
                <a:cxn ang="0">
                  <a:pos x="74" y="33"/>
                </a:cxn>
                <a:cxn ang="0">
                  <a:pos x="85" y="44"/>
                </a:cxn>
                <a:cxn ang="0">
                  <a:pos x="96" y="47"/>
                </a:cxn>
                <a:cxn ang="0">
                  <a:pos x="105" y="35"/>
                </a:cxn>
                <a:cxn ang="0">
                  <a:pos x="111" y="22"/>
                </a:cxn>
                <a:cxn ang="0">
                  <a:pos x="123" y="10"/>
                </a:cxn>
                <a:cxn ang="0">
                  <a:pos x="138" y="6"/>
                </a:cxn>
                <a:cxn ang="0">
                  <a:pos x="144" y="7"/>
                </a:cxn>
                <a:cxn ang="0">
                  <a:pos x="147" y="12"/>
                </a:cxn>
                <a:cxn ang="0">
                  <a:pos x="150" y="17"/>
                </a:cxn>
                <a:cxn ang="0">
                  <a:pos x="154" y="18"/>
                </a:cxn>
                <a:cxn ang="0">
                  <a:pos x="162" y="11"/>
                </a:cxn>
                <a:cxn ang="0">
                  <a:pos x="172" y="4"/>
                </a:cxn>
                <a:cxn ang="0">
                  <a:pos x="177" y="5"/>
                </a:cxn>
                <a:cxn ang="0">
                  <a:pos x="176" y="12"/>
                </a:cxn>
                <a:cxn ang="0">
                  <a:pos x="187" y="28"/>
                </a:cxn>
                <a:cxn ang="0">
                  <a:pos x="188" y="31"/>
                </a:cxn>
                <a:cxn ang="0">
                  <a:pos x="187" y="34"/>
                </a:cxn>
                <a:cxn ang="0">
                  <a:pos x="187" y="36"/>
                </a:cxn>
                <a:cxn ang="0">
                  <a:pos x="191" y="38"/>
                </a:cxn>
                <a:cxn ang="0">
                  <a:pos x="200" y="35"/>
                </a:cxn>
                <a:cxn ang="0">
                  <a:pos x="206" y="35"/>
                </a:cxn>
                <a:cxn ang="0">
                  <a:pos x="203" y="65"/>
                </a:cxn>
                <a:cxn ang="0">
                  <a:pos x="201" y="78"/>
                </a:cxn>
                <a:cxn ang="0">
                  <a:pos x="194" y="87"/>
                </a:cxn>
                <a:cxn ang="0">
                  <a:pos x="183" y="91"/>
                </a:cxn>
                <a:cxn ang="0">
                  <a:pos x="170" y="94"/>
                </a:cxn>
                <a:cxn ang="0">
                  <a:pos x="156" y="94"/>
                </a:cxn>
                <a:cxn ang="0">
                  <a:pos x="131" y="88"/>
                </a:cxn>
                <a:cxn ang="0">
                  <a:pos x="121" y="86"/>
                </a:cxn>
                <a:cxn ang="0">
                  <a:pos x="119" y="90"/>
                </a:cxn>
                <a:cxn ang="0">
                  <a:pos x="109" y="83"/>
                </a:cxn>
                <a:cxn ang="0">
                  <a:pos x="94" y="83"/>
                </a:cxn>
                <a:cxn ang="0">
                  <a:pos x="80" y="89"/>
                </a:cxn>
                <a:cxn ang="0">
                  <a:pos x="77" y="93"/>
                </a:cxn>
                <a:cxn ang="0">
                  <a:pos x="76" y="100"/>
                </a:cxn>
                <a:cxn ang="0">
                  <a:pos x="48" y="90"/>
                </a:cxn>
                <a:cxn ang="0">
                  <a:pos x="32" y="87"/>
                </a:cxn>
                <a:cxn ang="0">
                  <a:pos x="9" y="77"/>
                </a:cxn>
                <a:cxn ang="0">
                  <a:pos x="10" y="73"/>
                </a:cxn>
                <a:cxn ang="0">
                  <a:pos x="4" y="65"/>
                </a:cxn>
                <a:cxn ang="0">
                  <a:pos x="5" y="55"/>
                </a:cxn>
                <a:cxn ang="0">
                  <a:pos x="12" y="46"/>
                </a:cxn>
                <a:cxn ang="0">
                  <a:pos x="19" y="43"/>
                </a:cxn>
                <a:cxn ang="0">
                  <a:pos x="32" y="43"/>
                </a:cxn>
                <a:cxn ang="0">
                  <a:pos x="32" y="34"/>
                </a:cxn>
                <a:cxn ang="0">
                  <a:pos x="27" y="12"/>
                </a:cxn>
              </a:cxnLst>
              <a:rect l="0" t="0" r="r" b="b"/>
              <a:pathLst>
                <a:path w="206" h="100">
                  <a:moveTo>
                    <a:pt x="25" y="0"/>
                  </a:moveTo>
                  <a:lnTo>
                    <a:pt x="33" y="1"/>
                  </a:lnTo>
                  <a:lnTo>
                    <a:pt x="40" y="2"/>
                  </a:lnTo>
                  <a:lnTo>
                    <a:pt x="44" y="3"/>
                  </a:lnTo>
                  <a:lnTo>
                    <a:pt x="51" y="9"/>
                  </a:lnTo>
                  <a:lnTo>
                    <a:pt x="49" y="11"/>
                  </a:lnTo>
                  <a:lnTo>
                    <a:pt x="47" y="14"/>
                  </a:lnTo>
                  <a:lnTo>
                    <a:pt x="45" y="18"/>
                  </a:lnTo>
                  <a:lnTo>
                    <a:pt x="46" y="21"/>
                  </a:lnTo>
                  <a:lnTo>
                    <a:pt x="50" y="24"/>
                  </a:lnTo>
                  <a:lnTo>
                    <a:pt x="56" y="26"/>
                  </a:lnTo>
                  <a:lnTo>
                    <a:pt x="63" y="27"/>
                  </a:lnTo>
                  <a:lnTo>
                    <a:pt x="68" y="29"/>
                  </a:lnTo>
                  <a:lnTo>
                    <a:pt x="74" y="33"/>
                  </a:lnTo>
                  <a:lnTo>
                    <a:pt x="79" y="38"/>
                  </a:lnTo>
                  <a:lnTo>
                    <a:pt x="85" y="44"/>
                  </a:lnTo>
                  <a:lnTo>
                    <a:pt x="91" y="48"/>
                  </a:lnTo>
                  <a:lnTo>
                    <a:pt x="96" y="47"/>
                  </a:lnTo>
                  <a:lnTo>
                    <a:pt x="101" y="43"/>
                  </a:lnTo>
                  <a:lnTo>
                    <a:pt x="105" y="35"/>
                  </a:lnTo>
                  <a:lnTo>
                    <a:pt x="109" y="28"/>
                  </a:lnTo>
                  <a:lnTo>
                    <a:pt x="111" y="22"/>
                  </a:lnTo>
                  <a:lnTo>
                    <a:pt x="116" y="16"/>
                  </a:lnTo>
                  <a:lnTo>
                    <a:pt x="123" y="10"/>
                  </a:lnTo>
                  <a:lnTo>
                    <a:pt x="131" y="7"/>
                  </a:lnTo>
                  <a:lnTo>
                    <a:pt x="138" y="6"/>
                  </a:lnTo>
                  <a:lnTo>
                    <a:pt x="141" y="6"/>
                  </a:lnTo>
                  <a:lnTo>
                    <a:pt x="144" y="7"/>
                  </a:lnTo>
                  <a:lnTo>
                    <a:pt x="145" y="9"/>
                  </a:lnTo>
                  <a:lnTo>
                    <a:pt x="147" y="12"/>
                  </a:lnTo>
                  <a:lnTo>
                    <a:pt x="149" y="15"/>
                  </a:lnTo>
                  <a:lnTo>
                    <a:pt x="150" y="17"/>
                  </a:lnTo>
                  <a:lnTo>
                    <a:pt x="152" y="18"/>
                  </a:lnTo>
                  <a:lnTo>
                    <a:pt x="154" y="18"/>
                  </a:lnTo>
                  <a:lnTo>
                    <a:pt x="159" y="16"/>
                  </a:lnTo>
                  <a:lnTo>
                    <a:pt x="162" y="11"/>
                  </a:lnTo>
                  <a:lnTo>
                    <a:pt x="168" y="7"/>
                  </a:lnTo>
                  <a:lnTo>
                    <a:pt x="172" y="4"/>
                  </a:lnTo>
                  <a:lnTo>
                    <a:pt x="176" y="4"/>
                  </a:lnTo>
                  <a:lnTo>
                    <a:pt x="177" y="5"/>
                  </a:lnTo>
                  <a:lnTo>
                    <a:pt x="177" y="10"/>
                  </a:lnTo>
                  <a:lnTo>
                    <a:pt x="176" y="12"/>
                  </a:lnTo>
                  <a:lnTo>
                    <a:pt x="176" y="17"/>
                  </a:lnTo>
                  <a:lnTo>
                    <a:pt x="187" y="28"/>
                  </a:lnTo>
                  <a:lnTo>
                    <a:pt x="188" y="30"/>
                  </a:lnTo>
                  <a:lnTo>
                    <a:pt x="188" y="31"/>
                  </a:lnTo>
                  <a:lnTo>
                    <a:pt x="187" y="33"/>
                  </a:lnTo>
                  <a:lnTo>
                    <a:pt x="187" y="34"/>
                  </a:lnTo>
                  <a:lnTo>
                    <a:pt x="187" y="35"/>
                  </a:lnTo>
                  <a:lnTo>
                    <a:pt x="187" y="36"/>
                  </a:lnTo>
                  <a:lnTo>
                    <a:pt x="187" y="37"/>
                  </a:lnTo>
                  <a:lnTo>
                    <a:pt x="191" y="38"/>
                  </a:lnTo>
                  <a:lnTo>
                    <a:pt x="195" y="37"/>
                  </a:lnTo>
                  <a:lnTo>
                    <a:pt x="200" y="35"/>
                  </a:lnTo>
                  <a:lnTo>
                    <a:pt x="204" y="35"/>
                  </a:lnTo>
                  <a:lnTo>
                    <a:pt x="206" y="35"/>
                  </a:lnTo>
                  <a:lnTo>
                    <a:pt x="206" y="47"/>
                  </a:lnTo>
                  <a:lnTo>
                    <a:pt x="203" y="65"/>
                  </a:lnTo>
                  <a:lnTo>
                    <a:pt x="202" y="73"/>
                  </a:lnTo>
                  <a:lnTo>
                    <a:pt x="201" y="78"/>
                  </a:lnTo>
                  <a:lnTo>
                    <a:pt x="198" y="84"/>
                  </a:lnTo>
                  <a:lnTo>
                    <a:pt x="194" y="87"/>
                  </a:lnTo>
                  <a:lnTo>
                    <a:pt x="187" y="90"/>
                  </a:lnTo>
                  <a:lnTo>
                    <a:pt x="183" y="91"/>
                  </a:lnTo>
                  <a:lnTo>
                    <a:pt x="177" y="92"/>
                  </a:lnTo>
                  <a:lnTo>
                    <a:pt x="170" y="94"/>
                  </a:lnTo>
                  <a:lnTo>
                    <a:pt x="161" y="95"/>
                  </a:lnTo>
                  <a:lnTo>
                    <a:pt x="156" y="94"/>
                  </a:lnTo>
                  <a:lnTo>
                    <a:pt x="140" y="91"/>
                  </a:lnTo>
                  <a:lnTo>
                    <a:pt x="131" y="88"/>
                  </a:lnTo>
                  <a:lnTo>
                    <a:pt x="125" y="86"/>
                  </a:lnTo>
                  <a:lnTo>
                    <a:pt x="121" y="86"/>
                  </a:lnTo>
                  <a:lnTo>
                    <a:pt x="120" y="88"/>
                  </a:lnTo>
                  <a:lnTo>
                    <a:pt x="119" y="90"/>
                  </a:lnTo>
                  <a:lnTo>
                    <a:pt x="114" y="86"/>
                  </a:lnTo>
                  <a:lnTo>
                    <a:pt x="109" y="83"/>
                  </a:lnTo>
                  <a:lnTo>
                    <a:pt x="102" y="82"/>
                  </a:lnTo>
                  <a:lnTo>
                    <a:pt x="94" y="83"/>
                  </a:lnTo>
                  <a:lnTo>
                    <a:pt x="86" y="85"/>
                  </a:lnTo>
                  <a:lnTo>
                    <a:pt x="80" y="89"/>
                  </a:lnTo>
                  <a:lnTo>
                    <a:pt x="78" y="91"/>
                  </a:lnTo>
                  <a:lnTo>
                    <a:pt x="77" y="93"/>
                  </a:lnTo>
                  <a:lnTo>
                    <a:pt x="76" y="96"/>
                  </a:lnTo>
                  <a:lnTo>
                    <a:pt x="76" y="100"/>
                  </a:lnTo>
                  <a:lnTo>
                    <a:pt x="57" y="93"/>
                  </a:lnTo>
                  <a:lnTo>
                    <a:pt x="48" y="90"/>
                  </a:lnTo>
                  <a:lnTo>
                    <a:pt x="41" y="89"/>
                  </a:lnTo>
                  <a:lnTo>
                    <a:pt x="32" y="87"/>
                  </a:lnTo>
                  <a:lnTo>
                    <a:pt x="17" y="80"/>
                  </a:lnTo>
                  <a:lnTo>
                    <a:pt x="9" y="77"/>
                  </a:lnTo>
                  <a:lnTo>
                    <a:pt x="10" y="75"/>
                  </a:lnTo>
                  <a:lnTo>
                    <a:pt x="10" y="73"/>
                  </a:lnTo>
                  <a:lnTo>
                    <a:pt x="8" y="69"/>
                  </a:lnTo>
                  <a:lnTo>
                    <a:pt x="4" y="65"/>
                  </a:lnTo>
                  <a:lnTo>
                    <a:pt x="0" y="61"/>
                  </a:lnTo>
                  <a:lnTo>
                    <a:pt x="5" y="55"/>
                  </a:lnTo>
                  <a:lnTo>
                    <a:pt x="8" y="50"/>
                  </a:lnTo>
                  <a:lnTo>
                    <a:pt x="12" y="46"/>
                  </a:lnTo>
                  <a:lnTo>
                    <a:pt x="15" y="44"/>
                  </a:lnTo>
                  <a:lnTo>
                    <a:pt x="19" y="43"/>
                  </a:lnTo>
                  <a:lnTo>
                    <a:pt x="28" y="43"/>
                  </a:lnTo>
                  <a:lnTo>
                    <a:pt x="32" y="43"/>
                  </a:lnTo>
                  <a:lnTo>
                    <a:pt x="33" y="40"/>
                  </a:lnTo>
                  <a:lnTo>
                    <a:pt x="32" y="34"/>
                  </a:lnTo>
                  <a:lnTo>
                    <a:pt x="30" y="24"/>
                  </a:lnTo>
                  <a:lnTo>
                    <a:pt x="27" y="12"/>
                  </a:lnTo>
                  <a:lnTo>
                    <a:pt x="2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1" name="Freeform 78"/>
            <p:cNvSpPr>
              <a:spLocks/>
            </p:cNvSpPr>
            <p:nvPr/>
          </p:nvSpPr>
          <p:spPr bwMode="auto">
            <a:xfrm>
              <a:off x="3468688" y="2205038"/>
              <a:ext cx="106363" cy="104775"/>
            </a:xfrm>
            <a:custGeom>
              <a:avLst/>
              <a:gdLst/>
              <a:ahLst/>
              <a:cxnLst>
                <a:cxn ang="0">
                  <a:pos x="31" y="0"/>
                </a:cxn>
                <a:cxn ang="0">
                  <a:pos x="44" y="0"/>
                </a:cxn>
                <a:cxn ang="0">
                  <a:pos x="45" y="0"/>
                </a:cxn>
                <a:cxn ang="0">
                  <a:pos x="46" y="4"/>
                </a:cxn>
                <a:cxn ang="0">
                  <a:pos x="50" y="9"/>
                </a:cxn>
                <a:cxn ang="0">
                  <a:pos x="51" y="11"/>
                </a:cxn>
                <a:cxn ang="0">
                  <a:pos x="52" y="15"/>
                </a:cxn>
                <a:cxn ang="0">
                  <a:pos x="50" y="19"/>
                </a:cxn>
                <a:cxn ang="0">
                  <a:pos x="47" y="25"/>
                </a:cxn>
                <a:cxn ang="0">
                  <a:pos x="45" y="29"/>
                </a:cxn>
                <a:cxn ang="0">
                  <a:pos x="43" y="33"/>
                </a:cxn>
                <a:cxn ang="0">
                  <a:pos x="43" y="35"/>
                </a:cxn>
                <a:cxn ang="0">
                  <a:pos x="44" y="38"/>
                </a:cxn>
                <a:cxn ang="0">
                  <a:pos x="46" y="41"/>
                </a:cxn>
                <a:cxn ang="0">
                  <a:pos x="50" y="43"/>
                </a:cxn>
                <a:cxn ang="0">
                  <a:pos x="54" y="45"/>
                </a:cxn>
                <a:cxn ang="0">
                  <a:pos x="57" y="49"/>
                </a:cxn>
                <a:cxn ang="0">
                  <a:pos x="62" y="54"/>
                </a:cxn>
                <a:cxn ang="0">
                  <a:pos x="67" y="60"/>
                </a:cxn>
                <a:cxn ang="0">
                  <a:pos x="62" y="61"/>
                </a:cxn>
                <a:cxn ang="0">
                  <a:pos x="59" y="63"/>
                </a:cxn>
                <a:cxn ang="0">
                  <a:pos x="56" y="65"/>
                </a:cxn>
                <a:cxn ang="0">
                  <a:pos x="52" y="66"/>
                </a:cxn>
                <a:cxn ang="0">
                  <a:pos x="45" y="65"/>
                </a:cxn>
                <a:cxn ang="0">
                  <a:pos x="27" y="63"/>
                </a:cxn>
                <a:cxn ang="0">
                  <a:pos x="20" y="58"/>
                </a:cxn>
                <a:cxn ang="0">
                  <a:pos x="13" y="51"/>
                </a:cxn>
                <a:cxn ang="0">
                  <a:pos x="7" y="43"/>
                </a:cxn>
                <a:cxn ang="0">
                  <a:pos x="5" y="36"/>
                </a:cxn>
                <a:cxn ang="0">
                  <a:pos x="5" y="34"/>
                </a:cxn>
                <a:cxn ang="0">
                  <a:pos x="4" y="32"/>
                </a:cxn>
                <a:cxn ang="0">
                  <a:pos x="4" y="29"/>
                </a:cxn>
                <a:cxn ang="0">
                  <a:pos x="3" y="28"/>
                </a:cxn>
                <a:cxn ang="0">
                  <a:pos x="3" y="27"/>
                </a:cxn>
                <a:cxn ang="0">
                  <a:pos x="0" y="22"/>
                </a:cxn>
                <a:cxn ang="0">
                  <a:pos x="3" y="15"/>
                </a:cxn>
                <a:cxn ang="0">
                  <a:pos x="7" y="6"/>
                </a:cxn>
                <a:cxn ang="0">
                  <a:pos x="12" y="3"/>
                </a:cxn>
                <a:cxn ang="0">
                  <a:pos x="21" y="1"/>
                </a:cxn>
                <a:cxn ang="0">
                  <a:pos x="31" y="0"/>
                </a:cxn>
              </a:cxnLst>
              <a:rect l="0" t="0" r="r" b="b"/>
              <a:pathLst>
                <a:path w="67" h="66">
                  <a:moveTo>
                    <a:pt x="31" y="0"/>
                  </a:moveTo>
                  <a:lnTo>
                    <a:pt x="44" y="0"/>
                  </a:lnTo>
                  <a:lnTo>
                    <a:pt x="45" y="0"/>
                  </a:lnTo>
                  <a:lnTo>
                    <a:pt x="46" y="4"/>
                  </a:lnTo>
                  <a:lnTo>
                    <a:pt x="50" y="9"/>
                  </a:lnTo>
                  <a:lnTo>
                    <a:pt x="51" y="11"/>
                  </a:lnTo>
                  <a:lnTo>
                    <a:pt x="52" y="15"/>
                  </a:lnTo>
                  <a:lnTo>
                    <a:pt x="50" y="19"/>
                  </a:lnTo>
                  <a:lnTo>
                    <a:pt x="47" y="25"/>
                  </a:lnTo>
                  <a:lnTo>
                    <a:pt x="45" y="29"/>
                  </a:lnTo>
                  <a:lnTo>
                    <a:pt x="43" y="33"/>
                  </a:lnTo>
                  <a:lnTo>
                    <a:pt x="43" y="35"/>
                  </a:lnTo>
                  <a:lnTo>
                    <a:pt x="44" y="38"/>
                  </a:lnTo>
                  <a:lnTo>
                    <a:pt x="46" y="41"/>
                  </a:lnTo>
                  <a:lnTo>
                    <a:pt x="50" y="43"/>
                  </a:lnTo>
                  <a:lnTo>
                    <a:pt x="54" y="45"/>
                  </a:lnTo>
                  <a:lnTo>
                    <a:pt x="57" y="49"/>
                  </a:lnTo>
                  <a:lnTo>
                    <a:pt x="62" y="54"/>
                  </a:lnTo>
                  <a:lnTo>
                    <a:pt x="67" y="60"/>
                  </a:lnTo>
                  <a:lnTo>
                    <a:pt x="62" y="61"/>
                  </a:lnTo>
                  <a:lnTo>
                    <a:pt x="59" y="63"/>
                  </a:lnTo>
                  <a:lnTo>
                    <a:pt x="56" y="65"/>
                  </a:lnTo>
                  <a:lnTo>
                    <a:pt x="52" y="66"/>
                  </a:lnTo>
                  <a:lnTo>
                    <a:pt x="45" y="65"/>
                  </a:lnTo>
                  <a:lnTo>
                    <a:pt x="27" y="63"/>
                  </a:lnTo>
                  <a:lnTo>
                    <a:pt x="20" y="58"/>
                  </a:lnTo>
                  <a:lnTo>
                    <a:pt x="13" y="51"/>
                  </a:lnTo>
                  <a:lnTo>
                    <a:pt x="7" y="43"/>
                  </a:lnTo>
                  <a:lnTo>
                    <a:pt x="5" y="36"/>
                  </a:lnTo>
                  <a:lnTo>
                    <a:pt x="5" y="34"/>
                  </a:lnTo>
                  <a:lnTo>
                    <a:pt x="4" y="32"/>
                  </a:lnTo>
                  <a:lnTo>
                    <a:pt x="4" y="29"/>
                  </a:lnTo>
                  <a:lnTo>
                    <a:pt x="3" y="28"/>
                  </a:lnTo>
                  <a:lnTo>
                    <a:pt x="3" y="27"/>
                  </a:lnTo>
                  <a:lnTo>
                    <a:pt x="0" y="22"/>
                  </a:lnTo>
                  <a:lnTo>
                    <a:pt x="3" y="15"/>
                  </a:lnTo>
                  <a:lnTo>
                    <a:pt x="7" y="6"/>
                  </a:lnTo>
                  <a:lnTo>
                    <a:pt x="12" y="3"/>
                  </a:lnTo>
                  <a:lnTo>
                    <a:pt x="21" y="1"/>
                  </a:lnTo>
                  <a:lnTo>
                    <a:pt x="3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2" name="Freeform 79"/>
            <p:cNvSpPr>
              <a:spLocks/>
            </p:cNvSpPr>
            <p:nvPr/>
          </p:nvSpPr>
          <p:spPr bwMode="auto">
            <a:xfrm>
              <a:off x="3536951" y="2133600"/>
              <a:ext cx="138113" cy="166688"/>
            </a:xfrm>
            <a:custGeom>
              <a:avLst/>
              <a:gdLst/>
              <a:ahLst/>
              <a:cxnLst>
                <a:cxn ang="0">
                  <a:pos x="62" y="0"/>
                </a:cxn>
                <a:cxn ang="0">
                  <a:pos x="69" y="1"/>
                </a:cxn>
                <a:cxn ang="0">
                  <a:pos x="74" y="4"/>
                </a:cxn>
                <a:cxn ang="0">
                  <a:pos x="79" y="8"/>
                </a:cxn>
                <a:cxn ang="0">
                  <a:pos x="76" y="13"/>
                </a:cxn>
                <a:cxn ang="0">
                  <a:pos x="73" y="20"/>
                </a:cxn>
                <a:cxn ang="0">
                  <a:pos x="71" y="26"/>
                </a:cxn>
                <a:cxn ang="0">
                  <a:pos x="71" y="30"/>
                </a:cxn>
                <a:cxn ang="0">
                  <a:pos x="75" y="33"/>
                </a:cxn>
                <a:cxn ang="0">
                  <a:pos x="80" y="36"/>
                </a:cxn>
                <a:cxn ang="0">
                  <a:pos x="87" y="38"/>
                </a:cxn>
                <a:cxn ang="0">
                  <a:pos x="86" y="45"/>
                </a:cxn>
                <a:cxn ang="0">
                  <a:pos x="85" y="48"/>
                </a:cxn>
                <a:cxn ang="0">
                  <a:pos x="85" y="51"/>
                </a:cxn>
                <a:cxn ang="0">
                  <a:pos x="84" y="54"/>
                </a:cxn>
                <a:cxn ang="0">
                  <a:pos x="83" y="55"/>
                </a:cxn>
                <a:cxn ang="0">
                  <a:pos x="80" y="58"/>
                </a:cxn>
                <a:cxn ang="0">
                  <a:pos x="78" y="60"/>
                </a:cxn>
                <a:cxn ang="0">
                  <a:pos x="75" y="61"/>
                </a:cxn>
                <a:cxn ang="0">
                  <a:pos x="73" y="62"/>
                </a:cxn>
                <a:cxn ang="0">
                  <a:pos x="72" y="66"/>
                </a:cxn>
                <a:cxn ang="0">
                  <a:pos x="71" y="73"/>
                </a:cxn>
                <a:cxn ang="0">
                  <a:pos x="71" y="80"/>
                </a:cxn>
                <a:cxn ang="0">
                  <a:pos x="72" y="88"/>
                </a:cxn>
                <a:cxn ang="0">
                  <a:pos x="72" y="92"/>
                </a:cxn>
                <a:cxn ang="0">
                  <a:pos x="70" y="95"/>
                </a:cxn>
                <a:cxn ang="0">
                  <a:pos x="62" y="97"/>
                </a:cxn>
                <a:cxn ang="0">
                  <a:pos x="53" y="100"/>
                </a:cxn>
                <a:cxn ang="0">
                  <a:pos x="44" y="102"/>
                </a:cxn>
                <a:cxn ang="0">
                  <a:pos x="36" y="103"/>
                </a:cxn>
                <a:cxn ang="0">
                  <a:pos x="32" y="103"/>
                </a:cxn>
                <a:cxn ang="0">
                  <a:pos x="28" y="104"/>
                </a:cxn>
                <a:cxn ang="0">
                  <a:pos x="24" y="105"/>
                </a:cxn>
                <a:cxn ang="0">
                  <a:pos x="19" y="99"/>
                </a:cxn>
                <a:cxn ang="0">
                  <a:pos x="14" y="94"/>
                </a:cxn>
                <a:cxn ang="0">
                  <a:pos x="11" y="90"/>
                </a:cxn>
                <a:cxn ang="0">
                  <a:pos x="7" y="88"/>
                </a:cxn>
                <a:cxn ang="0">
                  <a:pos x="3" y="86"/>
                </a:cxn>
                <a:cxn ang="0">
                  <a:pos x="1" y="83"/>
                </a:cxn>
                <a:cxn ang="0">
                  <a:pos x="0" y="80"/>
                </a:cxn>
                <a:cxn ang="0">
                  <a:pos x="0" y="78"/>
                </a:cxn>
                <a:cxn ang="0">
                  <a:pos x="2" y="74"/>
                </a:cxn>
                <a:cxn ang="0">
                  <a:pos x="4" y="70"/>
                </a:cxn>
                <a:cxn ang="0">
                  <a:pos x="7" y="64"/>
                </a:cxn>
                <a:cxn ang="0">
                  <a:pos x="9" y="60"/>
                </a:cxn>
                <a:cxn ang="0">
                  <a:pos x="8" y="56"/>
                </a:cxn>
                <a:cxn ang="0">
                  <a:pos x="7" y="54"/>
                </a:cxn>
                <a:cxn ang="0">
                  <a:pos x="3" y="49"/>
                </a:cxn>
                <a:cxn ang="0">
                  <a:pos x="2" y="45"/>
                </a:cxn>
                <a:cxn ang="0">
                  <a:pos x="8" y="46"/>
                </a:cxn>
                <a:cxn ang="0">
                  <a:pos x="15" y="48"/>
                </a:cxn>
                <a:cxn ang="0">
                  <a:pos x="22" y="49"/>
                </a:cxn>
                <a:cxn ang="0">
                  <a:pos x="28" y="49"/>
                </a:cxn>
                <a:cxn ang="0">
                  <a:pos x="32" y="47"/>
                </a:cxn>
                <a:cxn ang="0">
                  <a:pos x="35" y="44"/>
                </a:cxn>
                <a:cxn ang="0">
                  <a:pos x="36" y="36"/>
                </a:cxn>
                <a:cxn ang="0">
                  <a:pos x="36" y="20"/>
                </a:cxn>
                <a:cxn ang="0">
                  <a:pos x="37" y="12"/>
                </a:cxn>
                <a:cxn ang="0">
                  <a:pos x="40" y="7"/>
                </a:cxn>
                <a:cxn ang="0">
                  <a:pos x="46" y="3"/>
                </a:cxn>
                <a:cxn ang="0">
                  <a:pos x="54" y="1"/>
                </a:cxn>
                <a:cxn ang="0">
                  <a:pos x="62" y="0"/>
                </a:cxn>
              </a:cxnLst>
              <a:rect l="0" t="0" r="r" b="b"/>
              <a:pathLst>
                <a:path w="87" h="105">
                  <a:moveTo>
                    <a:pt x="62" y="0"/>
                  </a:moveTo>
                  <a:lnTo>
                    <a:pt x="69" y="1"/>
                  </a:lnTo>
                  <a:lnTo>
                    <a:pt x="74" y="4"/>
                  </a:lnTo>
                  <a:lnTo>
                    <a:pt x="79" y="8"/>
                  </a:lnTo>
                  <a:lnTo>
                    <a:pt x="76" y="13"/>
                  </a:lnTo>
                  <a:lnTo>
                    <a:pt x="73" y="20"/>
                  </a:lnTo>
                  <a:lnTo>
                    <a:pt x="71" y="26"/>
                  </a:lnTo>
                  <a:lnTo>
                    <a:pt x="71" y="30"/>
                  </a:lnTo>
                  <a:lnTo>
                    <a:pt x="75" y="33"/>
                  </a:lnTo>
                  <a:lnTo>
                    <a:pt x="80" y="36"/>
                  </a:lnTo>
                  <a:lnTo>
                    <a:pt x="87" y="38"/>
                  </a:lnTo>
                  <a:lnTo>
                    <a:pt x="86" y="45"/>
                  </a:lnTo>
                  <a:lnTo>
                    <a:pt x="85" y="48"/>
                  </a:lnTo>
                  <a:lnTo>
                    <a:pt x="85" y="51"/>
                  </a:lnTo>
                  <a:lnTo>
                    <a:pt x="84" y="54"/>
                  </a:lnTo>
                  <a:lnTo>
                    <a:pt x="83" y="55"/>
                  </a:lnTo>
                  <a:lnTo>
                    <a:pt x="80" y="58"/>
                  </a:lnTo>
                  <a:lnTo>
                    <a:pt x="78" y="60"/>
                  </a:lnTo>
                  <a:lnTo>
                    <a:pt x="75" y="61"/>
                  </a:lnTo>
                  <a:lnTo>
                    <a:pt x="73" y="62"/>
                  </a:lnTo>
                  <a:lnTo>
                    <a:pt x="72" y="66"/>
                  </a:lnTo>
                  <a:lnTo>
                    <a:pt x="71" y="73"/>
                  </a:lnTo>
                  <a:lnTo>
                    <a:pt x="71" y="80"/>
                  </a:lnTo>
                  <a:lnTo>
                    <a:pt x="72" y="88"/>
                  </a:lnTo>
                  <a:lnTo>
                    <a:pt x="72" y="92"/>
                  </a:lnTo>
                  <a:lnTo>
                    <a:pt x="70" y="95"/>
                  </a:lnTo>
                  <a:lnTo>
                    <a:pt x="62" y="97"/>
                  </a:lnTo>
                  <a:lnTo>
                    <a:pt x="53" y="100"/>
                  </a:lnTo>
                  <a:lnTo>
                    <a:pt x="44" y="102"/>
                  </a:lnTo>
                  <a:lnTo>
                    <a:pt x="36" y="103"/>
                  </a:lnTo>
                  <a:lnTo>
                    <a:pt x="32" y="103"/>
                  </a:lnTo>
                  <a:lnTo>
                    <a:pt x="28" y="104"/>
                  </a:lnTo>
                  <a:lnTo>
                    <a:pt x="24" y="105"/>
                  </a:lnTo>
                  <a:lnTo>
                    <a:pt x="19" y="99"/>
                  </a:lnTo>
                  <a:lnTo>
                    <a:pt x="14" y="94"/>
                  </a:lnTo>
                  <a:lnTo>
                    <a:pt x="11" y="90"/>
                  </a:lnTo>
                  <a:lnTo>
                    <a:pt x="7" y="88"/>
                  </a:lnTo>
                  <a:lnTo>
                    <a:pt x="3" y="86"/>
                  </a:lnTo>
                  <a:lnTo>
                    <a:pt x="1" y="83"/>
                  </a:lnTo>
                  <a:lnTo>
                    <a:pt x="0" y="80"/>
                  </a:lnTo>
                  <a:lnTo>
                    <a:pt x="0" y="78"/>
                  </a:lnTo>
                  <a:lnTo>
                    <a:pt x="2" y="74"/>
                  </a:lnTo>
                  <a:lnTo>
                    <a:pt x="4" y="70"/>
                  </a:lnTo>
                  <a:lnTo>
                    <a:pt x="7" y="64"/>
                  </a:lnTo>
                  <a:lnTo>
                    <a:pt x="9" y="60"/>
                  </a:lnTo>
                  <a:lnTo>
                    <a:pt x="8" y="56"/>
                  </a:lnTo>
                  <a:lnTo>
                    <a:pt x="7" y="54"/>
                  </a:lnTo>
                  <a:lnTo>
                    <a:pt x="3" y="49"/>
                  </a:lnTo>
                  <a:lnTo>
                    <a:pt x="2" y="45"/>
                  </a:lnTo>
                  <a:lnTo>
                    <a:pt x="8" y="46"/>
                  </a:lnTo>
                  <a:lnTo>
                    <a:pt x="15" y="48"/>
                  </a:lnTo>
                  <a:lnTo>
                    <a:pt x="22" y="49"/>
                  </a:lnTo>
                  <a:lnTo>
                    <a:pt x="28" y="49"/>
                  </a:lnTo>
                  <a:lnTo>
                    <a:pt x="32" y="47"/>
                  </a:lnTo>
                  <a:lnTo>
                    <a:pt x="35" y="44"/>
                  </a:lnTo>
                  <a:lnTo>
                    <a:pt x="36" y="36"/>
                  </a:lnTo>
                  <a:lnTo>
                    <a:pt x="36" y="20"/>
                  </a:lnTo>
                  <a:lnTo>
                    <a:pt x="37" y="12"/>
                  </a:lnTo>
                  <a:lnTo>
                    <a:pt x="40" y="7"/>
                  </a:lnTo>
                  <a:lnTo>
                    <a:pt x="46" y="3"/>
                  </a:lnTo>
                  <a:lnTo>
                    <a:pt x="54" y="1"/>
                  </a:lnTo>
                  <a:lnTo>
                    <a:pt x="6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3" name="Freeform 80"/>
            <p:cNvSpPr>
              <a:spLocks/>
            </p:cNvSpPr>
            <p:nvPr/>
          </p:nvSpPr>
          <p:spPr bwMode="auto">
            <a:xfrm>
              <a:off x="3511551" y="2293938"/>
              <a:ext cx="169863" cy="133350"/>
            </a:xfrm>
            <a:custGeom>
              <a:avLst/>
              <a:gdLst/>
              <a:ahLst/>
              <a:cxnLst>
                <a:cxn ang="0">
                  <a:pos x="71" y="9"/>
                </a:cxn>
                <a:cxn ang="0">
                  <a:pos x="77" y="21"/>
                </a:cxn>
                <a:cxn ang="0">
                  <a:pos x="87" y="21"/>
                </a:cxn>
                <a:cxn ang="0">
                  <a:pos x="95" y="26"/>
                </a:cxn>
                <a:cxn ang="0">
                  <a:pos x="88" y="29"/>
                </a:cxn>
                <a:cxn ang="0">
                  <a:pos x="84" y="33"/>
                </a:cxn>
                <a:cxn ang="0">
                  <a:pos x="89" y="35"/>
                </a:cxn>
                <a:cxn ang="0">
                  <a:pos x="105" y="34"/>
                </a:cxn>
                <a:cxn ang="0">
                  <a:pos x="107" y="36"/>
                </a:cxn>
                <a:cxn ang="0">
                  <a:pos x="103" y="39"/>
                </a:cxn>
                <a:cxn ang="0">
                  <a:pos x="95" y="41"/>
                </a:cxn>
                <a:cxn ang="0">
                  <a:pos x="89" y="46"/>
                </a:cxn>
                <a:cxn ang="0">
                  <a:pos x="87" y="51"/>
                </a:cxn>
                <a:cxn ang="0">
                  <a:pos x="90" y="53"/>
                </a:cxn>
                <a:cxn ang="0">
                  <a:pos x="95" y="65"/>
                </a:cxn>
                <a:cxn ang="0">
                  <a:pos x="93" y="73"/>
                </a:cxn>
                <a:cxn ang="0">
                  <a:pos x="83" y="83"/>
                </a:cxn>
                <a:cxn ang="0">
                  <a:pos x="77" y="81"/>
                </a:cxn>
                <a:cxn ang="0">
                  <a:pos x="69" y="75"/>
                </a:cxn>
                <a:cxn ang="0">
                  <a:pos x="58" y="69"/>
                </a:cxn>
                <a:cxn ang="0">
                  <a:pos x="48" y="72"/>
                </a:cxn>
                <a:cxn ang="0">
                  <a:pos x="41" y="72"/>
                </a:cxn>
                <a:cxn ang="0">
                  <a:pos x="42" y="68"/>
                </a:cxn>
                <a:cxn ang="0">
                  <a:pos x="44" y="65"/>
                </a:cxn>
                <a:cxn ang="0">
                  <a:pos x="44" y="63"/>
                </a:cxn>
                <a:cxn ang="0">
                  <a:pos x="42" y="61"/>
                </a:cxn>
                <a:cxn ang="0">
                  <a:pos x="35" y="56"/>
                </a:cxn>
                <a:cxn ang="0">
                  <a:pos x="35" y="47"/>
                </a:cxn>
                <a:cxn ang="0">
                  <a:pos x="27" y="46"/>
                </a:cxn>
                <a:cxn ang="0">
                  <a:pos x="28" y="35"/>
                </a:cxn>
                <a:cxn ang="0">
                  <a:pos x="19" y="23"/>
                </a:cxn>
                <a:cxn ang="0">
                  <a:pos x="1" y="9"/>
                </a:cxn>
                <a:cxn ang="0">
                  <a:pos x="18" y="9"/>
                </a:cxn>
                <a:cxn ang="0">
                  <a:pos x="29" y="9"/>
                </a:cxn>
                <a:cxn ang="0">
                  <a:pos x="44" y="3"/>
                </a:cxn>
                <a:cxn ang="0">
                  <a:pos x="60" y="1"/>
                </a:cxn>
              </a:cxnLst>
              <a:rect l="0" t="0" r="r" b="b"/>
              <a:pathLst>
                <a:path w="107" h="84">
                  <a:moveTo>
                    <a:pt x="69" y="0"/>
                  </a:moveTo>
                  <a:lnTo>
                    <a:pt x="71" y="9"/>
                  </a:lnTo>
                  <a:lnTo>
                    <a:pt x="74" y="16"/>
                  </a:lnTo>
                  <a:lnTo>
                    <a:pt x="77" y="21"/>
                  </a:lnTo>
                  <a:lnTo>
                    <a:pt x="79" y="23"/>
                  </a:lnTo>
                  <a:lnTo>
                    <a:pt x="87" y="21"/>
                  </a:lnTo>
                  <a:lnTo>
                    <a:pt x="100" y="21"/>
                  </a:lnTo>
                  <a:lnTo>
                    <a:pt x="95" y="26"/>
                  </a:lnTo>
                  <a:lnTo>
                    <a:pt x="92" y="28"/>
                  </a:lnTo>
                  <a:lnTo>
                    <a:pt x="88" y="29"/>
                  </a:lnTo>
                  <a:lnTo>
                    <a:pt x="86" y="31"/>
                  </a:lnTo>
                  <a:lnTo>
                    <a:pt x="84" y="33"/>
                  </a:lnTo>
                  <a:lnTo>
                    <a:pt x="85" y="34"/>
                  </a:lnTo>
                  <a:lnTo>
                    <a:pt x="89" y="35"/>
                  </a:lnTo>
                  <a:lnTo>
                    <a:pt x="95" y="34"/>
                  </a:lnTo>
                  <a:lnTo>
                    <a:pt x="105" y="34"/>
                  </a:lnTo>
                  <a:lnTo>
                    <a:pt x="107" y="35"/>
                  </a:lnTo>
                  <a:lnTo>
                    <a:pt x="107" y="36"/>
                  </a:lnTo>
                  <a:lnTo>
                    <a:pt x="104" y="38"/>
                  </a:lnTo>
                  <a:lnTo>
                    <a:pt x="103" y="39"/>
                  </a:lnTo>
                  <a:lnTo>
                    <a:pt x="101" y="39"/>
                  </a:lnTo>
                  <a:lnTo>
                    <a:pt x="95" y="41"/>
                  </a:lnTo>
                  <a:lnTo>
                    <a:pt x="93" y="44"/>
                  </a:lnTo>
                  <a:lnTo>
                    <a:pt x="89" y="46"/>
                  </a:lnTo>
                  <a:lnTo>
                    <a:pt x="87" y="48"/>
                  </a:lnTo>
                  <a:lnTo>
                    <a:pt x="87" y="51"/>
                  </a:lnTo>
                  <a:lnTo>
                    <a:pt x="88" y="52"/>
                  </a:lnTo>
                  <a:lnTo>
                    <a:pt x="90" y="53"/>
                  </a:lnTo>
                  <a:lnTo>
                    <a:pt x="95" y="58"/>
                  </a:lnTo>
                  <a:lnTo>
                    <a:pt x="95" y="65"/>
                  </a:lnTo>
                  <a:lnTo>
                    <a:pt x="95" y="69"/>
                  </a:lnTo>
                  <a:lnTo>
                    <a:pt x="93" y="73"/>
                  </a:lnTo>
                  <a:lnTo>
                    <a:pt x="87" y="84"/>
                  </a:lnTo>
                  <a:lnTo>
                    <a:pt x="83" y="83"/>
                  </a:lnTo>
                  <a:lnTo>
                    <a:pt x="79" y="82"/>
                  </a:lnTo>
                  <a:lnTo>
                    <a:pt x="77" y="81"/>
                  </a:lnTo>
                  <a:lnTo>
                    <a:pt x="75" y="80"/>
                  </a:lnTo>
                  <a:lnTo>
                    <a:pt x="69" y="75"/>
                  </a:lnTo>
                  <a:lnTo>
                    <a:pt x="63" y="71"/>
                  </a:lnTo>
                  <a:lnTo>
                    <a:pt x="58" y="69"/>
                  </a:lnTo>
                  <a:lnTo>
                    <a:pt x="53" y="70"/>
                  </a:lnTo>
                  <a:lnTo>
                    <a:pt x="48" y="72"/>
                  </a:lnTo>
                  <a:lnTo>
                    <a:pt x="44" y="73"/>
                  </a:lnTo>
                  <a:lnTo>
                    <a:pt x="41" y="72"/>
                  </a:lnTo>
                  <a:lnTo>
                    <a:pt x="41" y="70"/>
                  </a:lnTo>
                  <a:lnTo>
                    <a:pt x="42" y="68"/>
                  </a:lnTo>
                  <a:lnTo>
                    <a:pt x="43" y="67"/>
                  </a:lnTo>
                  <a:lnTo>
                    <a:pt x="44" y="65"/>
                  </a:lnTo>
                  <a:lnTo>
                    <a:pt x="44" y="64"/>
                  </a:lnTo>
                  <a:lnTo>
                    <a:pt x="44" y="63"/>
                  </a:lnTo>
                  <a:lnTo>
                    <a:pt x="44" y="62"/>
                  </a:lnTo>
                  <a:lnTo>
                    <a:pt x="42" y="61"/>
                  </a:lnTo>
                  <a:lnTo>
                    <a:pt x="39" y="60"/>
                  </a:lnTo>
                  <a:lnTo>
                    <a:pt x="35" y="56"/>
                  </a:lnTo>
                  <a:lnTo>
                    <a:pt x="35" y="48"/>
                  </a:lnTo>
                  <a:lnTo>
                    <a:pt x="35" y="47"/>
                  </a:lnTo>
                  <a:lnTo>
                    <a:pt x="34" y="46"/>
                  </a:lnTo>
                  <a:lnTo>
                    <a:pt x="27" y="46"/>
                  </a:lnTo>
                  <a:lnTo>
                    <a:pt x="28" y="39"/>
                  </a:lnTo>
                  <a:lnTo>
                    <a:pt x="28" y="35"/>
                  </a:lnTo>
                  <a:lnTo>
                    <a:pt x="27" y="30"/>
                  </a:lnTo>
                  <a:lnTo>
                    <a:pt x="19" y="23"/>
                  </a:lnTo>
                  <a:lnTo>
                    <a:pt x="10" y="16"/>
                  </a:lnTo>
                  <a:lnTo>
                    <a:pt x="1" y="9"/>
                  </a:lnTo>
                  <a:lnTo>
                    <a:pt x="0" y="7"/>
                  </a:lnTo>
                  <a:lnTo>
                    <a:pt x="18" y="9"/>
                  </a:lnTo>
                  <a:lnTo>
                    <a:pt x="25" y="10"/>
                  </a:lnTo>
                  <a:lnTo>
                    <a:pt x="29" y="9"/>
                  </a:lnTo>
                  <a:lnTo>
                    <a:pt x="35" y="6"/>
                  </a:lnTo>
                  <a:lnTo>
                    <a:pt x="44" y="3"/>
                  </a:lnTo>
                  <a:lnTo>
                    <a:pt x="52" y="2"/>
                  </a:lnTo>
                  <a:lnTo>
                    <a:pt x="60" y="1"/>
                  </a:lnTo>
                  <a:lnTo>
                    <a:pt x="6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4" name="Freeform 81"/>
            <p:cNvSpPr>
              <a:spLocks/>
            </p:cNvSpPr>
            <p:nvPr/>
          </p:nvSpPr>
          <p:spPr bwMode="auto">
            <a:xfrm>
              <a:off x="3621088" y="2193925"/>
              <a:ext cx="101600" cy="136525"/>
            </a:xfrm>
            <a:custGeom>
              <a:avLst/>
              <a:gdLst/>
              <a:ahLst/>
              <a:cxnLst>
                <a:cxn ang="0">
                  <a:pos x="39" y="1"/>
                </a:cxn>
                <a:cxn ang="0">
                  <a:pos x="47" y="4"/>
                </a:cxn>
                <a:cxn ang="0">
                  <a:pos x="55" y="16"/>
                </a:cxn>
                <a:cxn ang="0">
                  <a:pos x="58" y="18"/>
                </a:cxn>
                <a:cxn ang="0">
                  <a:pos x="57" y="22"/>
                </a:cxn>
                <a:cxn ang="0">
                  <a:pos x="52" y="25"/>
                </a:cxn>
                <a:cxn ang="0">
                  <a:pos x="49" y="28"/>
                </a:cxn>
                <a:cxn ang="0">
                  <a:pos x="51" y="33"/>
                </a:cxn>
                <a:cxn ang="0">
                  <a:pos x="51" y="37"/>
                </a:cxn>
                <a:cxn ang="0">
                  <a:pos x="50" y="41"/>
                </a:cxn>
                <a:cxn ang="0">
                  <a:pos x="50" y="44"/>
                </a:cxn>
                <a:cxn ang="0">
                  <a:pos x="53" y="49"/>
                </a:cxn>
                <a:cxn ang="0">
                  <a:pos x="59" y="53"/>
                </a:cxn>
                <a:cxn ang="0">
                  <a:pos x="64" y="58"/>
                </a:cxn>
                <a:cxn ang="0">
                  <a:pos x="63" y="60"/>
                </a:cxn>
                <a:cxn ang="0">
                  <a:pos x="56" y="63"/>
                </a:cxn>
                <a:cxn ang="0">
                  <a:pos x="49" y="69"/>
                </a:cxn>
                <a:cxn ang="0">
                  <a:pos x="46" y="74"/>
                </a:cxn>
                <a:cxn ang="0">
                  <a:pos x="39" y="75"/>
                </a:cxn>
                <a:cxn ang="0">
                  <a:pos x="34" y="79"/>
                </a:cxn>
                <a:cxn ang="0">
                  <a:pos x="31" y="84"/>
                </a:cxn>
                <a:cxn ang="0">
                  <a:pos x="10" y="86"/>
                </a:cxn>
                <a:cxn ang="0">
                  <a:pos x="5" y="79"/>
                </a:cxn>
                <a:cxn ang="0">
                  <a:pos x="0" y="63"/>
                </a:cxn>
                <a:cxn ang="0">
                  <a:pos x="17" y="57"/>
                </a:cxn>
                <a:cxn ang="0">
                  <a:pos x="19" y="50"/>
                </a:cxn>
                <a:cxn ang="0">
                  <a:pos x="18" y="35"/>
                </a:cxn>
                <a:cxn ang="0">
                  <a:pos x="20" y="24"/>
                </a:cxn>
                <a:cxn ang="0">
                  <a:pos x="25" y="22"/>
                </a:cxn>
                <a:cxn ang="0">
                  <a:pos x="30" y="17"/>
                </a:cxn>
                <a:cxn ang="0">
                  <a:pos x="32" y="13"/>
                </a:cxn>
                <a:cxn ang="0">
                  <a:pos x="33" y="7"/>
                </a:cxn>
              </a:cxnLst>
              <a:rect l="0" t="0" r="r" b="b"/>
              <a:pathLst>
                <a:path w="64" h="86">
                  <a:moveTo>
                    <a:pt x="34" y="0"/>
                  </a:moveTo>
                  <a:lnTo>
                    <a:pt x="39" y="1"/>
                  </a:lnTo>
                  <a:lnTo>
                    <a:pt x="43" y="3"/>
                  </a:lnTo>
                  <a:lnTo>
                    <a:pt x="47" y="4"/>
                  </a:lnTo>
                  <a:lnTo>
                    <a:pt x="47" y="7"/>
                  </a:lnTo>
                  <a:lnTo>
                    <a:pt x="55" y="16"/>
                  </a:lnTo>
                  <a:lnTo>
                    <a:pt x="57" y="16"/>
                  </a:lnTo>
                  <a:lnTo>
                    <a:pt x="58" y="18"/>
                  </a:lnTo>
                  <a:lnTo>
                    <a:pt x="58" y="20"/>
                  </a:lnTo>
                  <a:lnTo>
                    <a:pt x="57" y="22"/>
                  </a:lnTo>
                  <a:lnTo>
                    <a:pt x="55" y="24"/>
                  </a:lnTo>
                  <a:lnTo>
                    <a:pt x="52" y="25"/>
                  </a:lnTo>
                  <a:lnTo>
                    <a:pt x="51" y="26"/>
                  </a:lnTo>
                  <a:lnTo>
                    <a:pt x="49" y="28"/>
                  </a:lnTo>
                  <a:lnTo>
                    <a:pt x="50" y="29"/>
                  </a:lnTo>
                  <a:lnTo>
                    <a:pt x="51" y="33"/>
                  </a:lnTo>
                  <a:lnTo>
                    <a:pt x="51" y="34"/>
                  </a:lnTo>
                  <a:lnTo>
                    <a:pt x="51" y="37"/>
                  </a:lnTo>
                  <a:lnTo>
                    <a:pt x="50" y="39"/>
                  </a:lnTo>
                  <a:lnTo>
                    <a:pt x="50" y="41"/>
                  </a:lnTo>
                  <a:lnTo>
                    <a:pt x="49" y="42"/>
                  </a:lnTo>
                  <a:lnTo>
                    <a:pt x="50" y="44"/>
                  </a:lnTo>
                  <a:lnTo>
                    <a:pt x="51" y="46"/>
                  </a:lnTo>
                  <a:lnTo>
                    <a:pt x="53" y="49"/>
                  </a:lnTo>
                  <a:lnTo>
                    <a:pt x="56" y="51"/>
                  </a:lnTo>
                  <a:lnTo>
                    <a:pt x="59" y="53"/>
                  </a:lnTo>
                  <a:lnTo>
                    <a:pt x="62" y="57"/>
                  </a:lnTo>
                  <a:lnTo>
                    <a:pt x="64" y="58"/>
                  </a:lnTo>
                  <a:lnTo>
                    <a:pt x="64" y="59"/>
                  </a:lnTo>
                  <a:lnTo>
                    <a:pt x="63" y="60"/>
                  </a:lnTo>
                  <a:lnTo>
                    <a:pt x="61" y="61"/>
                  </a:lnTo>
                  <a:lnTo>
                    <a:pt x="56" y="63"/>
                  </a:lnTo>
                  <a:lnTo>
                    <a:pt x="53" y="65"/>
                  </a:lnTo>
                  <a:lnTo>
                    <a:pt x="49" y="69"/>
                  </a:lnTo>
                  <a:lnTo>
                    <a:pt x="47" y="72"/>
                  </a:lnTo>
                  <a:lnTo>
                    <a:pt x="46" y="74"/>
                  </a:lnTo>
                  <a:lnTo>
                    <a:pt x="43" y="75"/>
                  </a:lnTo>
                  <a:lnTo>
                    <a:pt x="39" y="75"/>
                  </a:lnTo>
                  <a:lnTo>
                    <a:pt x="35" y="77"/>
                  </a:lnTo>
                  <a:lnTo>
                    <a:pt x="34" y="79"/>
                  </a:lnTo>
                  <a:lnTo>
                    <a:pt x="33" y="81"/>
                  </a:lnTo>
                  <a:lnTo>
                    <a:pt x="31" y="84"/>
                  </a:lnTo>
                  <a:lnTo>
                    <a:pt x="18" y="84"/>
                  </a:lnTo>
                  <a:lnTo>
                    <a:pt x="10" y="86"/>
                  </a:lnTo>
                  <a:lnTo>
                    <a:pt x="8" y="84"/>
                  </a:lnTo>
                  <a:lnTo>
                    <a:pt x="5" y="79"/>
                  </a:lnTo>
                  <a:lnTo>
                    <a:pt x="2" y="72"/>
                  </a:lnTo>
                  <a:lnTo>
                    <a:pt x="0" y="63"/>
                  </a:lnTo>
                  <a:lnTo>
                    <a:pt x="9" y="60"/>
                  </a:lnTo>
                  <a:lnTo>
                    <a:pt x="17" y="57"/>
                  </a:lnTo>
                  <a:lnTo>
                    <a:pt x="19" y="54"/>
                  </a:lnTo>
                  <a:lnTo>
                    <a:pt x="19" y="50"/>
                  </a:lnTo>
                  <a:lnTo>
                    <a:pt x="18" y="42"/>
                  </a:lnTo>
                  <a:lnTo>
                    <a:pt x="18" y="35"/>
                  </a:lnTo>
                  <a:lnTo>
                    <a:pt x="19" y="28"/>
                  </a:lnTo>
                  <a:lnTo>
                    <a:pt x="20" y="24"/>
                  </a:lnTo>
                  <a:lnTo>
                    <a:pt x="22" y="23"/>
                  </a:lnTo>
                  <a:lnTo>
                    <a:pt x="25" y="22"/>
                  </a:lnTo>
                  <a:lnTo>
                    <a:pt x="27" y="20"/>
                  </a:lnTo>
                  <a:lnTo>
                    <a:pt x="30" y="17"/>
                  </a:lnTo>
                  <a:lnTo>
                    <a:pt x="31" y="16"/>
                  </a:lnTo>
                  <a:lnTo>
                    <a:pt x="32" y="13"/>
                  </a:lnTo>
                  <a:lnTo>
                    <a:pt x="32" y="10"/>
                  </a:lnTo>
                  <a:lnTo>
                    <a:pt x="33" y="7"/>
                  </a:lnTo>
                  <a:lnTo>
                    <a:pt x="3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5" name="Freeform 82"/>
            <p:cNvSpPr>
              <a:spLocks/>
            </p:cNvSpPr>
            <p:nvPr/>
          </p:nvSpPr>
          <p:spPr bwMode="auto">
            <a:xfrm>
              <a:off x="3298826" y="2030413"/>
              <a:ext cx="136525" cy="134938"/>
            </a:xfrm>
            <a:custGeom>
              <a:avLst/>
              <a:gdLst/>
              <a:ahLst/>
              <a:cxnLst>
                <a:cxn ang="0">
                  <a:pos x="47" y="0"/>
                </a:cxn>
                <a:cxn ang="0">
                  <a:pos x="54" y="7"/>
                </a:cxn>
                <a:cxn ang="0">
                  <a:pos x="70" y="19"/>
                </a:cxn>
                <a:cxn ang="0">
                  <a:pos x="76" y="25"/>
                </a:cxn>
                <a:cxn ang="0">
                  <a:pos x="81" y="29"/>
                </a:cxn>
                <a:cxn ang="0">
                  <a:pos x="83" y="32"/>
                </a:cxn>
                <a:cxn ang="0">
                  <a:pos x="83" y="38"/>
                </a:cxn>
                <a:cxn ang="0">
                  <a:pos x="85" y="68"/>
                </a:cxn>
                <a:cxn ang="0">
                  <a:pos x="86" y="76"/>
                </a:cxn>
                <a:cxn ang="0">
                  <a:pos x="86" y="82"/>
                </a:cxn>
                <a:cxn ang="0">
                  <a:pos x="85" y="85"/>
                </a:cxn>
                <a:cxn ang="0">
                  <a:pos x="73" y="79"/>
                </a:cxn>
                <a:cxn ang="0">
                  <a:pos x="67" y="77"/>
                </a:cxn>
                <a:cxn ang="0">
                  <a:pos x="63" y="77"/>
                </a:cxn>
                <a:cxn ang="0">
                  <a:pos x="58" y="77"/>
                </a:cxn>
                <a:cxn ang="0">
                  <a:pos x="50" y="78"/>
                </a:cxn>
                <a:cxn ang="0">
                  <a:pos x="43" y="78"/>
                </a:cxn>
                <a:cxn ang="0">
                  <a:pos x="35" y="75"/>
                </a:cxn>
                <a:cxn ang="0">
                  <a:pos x="29" y="68"/>
                </a:cxn>
                <a:cxn ang="0">
                  <a:pos x="25" y="59"/>
                </a:cxn>
                <a:cxn ang="0">
                  <a:pos x="21" y="48"/>
                </a:cxn>
                <a:cxn ang="0">
                  <a:pos x="17" y="38"/>
                </a:cxn>
                <a:cxn ang="0">
                  <a:pos x="16" y="31"/>
                </a:cxn>
                <a:cxn ang="0">
                  <a:pos x="15" y="28"/>
                </a:cxn>
                <a:cxn ang="0">
                  <a:pos x="11" y="25"/>
                </a:cxn>
                <a:cxn ang="0">
                  <a:pos x="9" y="24"/>
                </a:cxn>
                <a:cxn ang="0">
                  <a:pos x="8" y="24"/>
                </a:cxn>
                <a:cxn ang="0">
                  <a:pos x="6" y="23"/>
                </a:cxn>
                <a:cxn ang="0">
                  <a:pos x="5" y="23"/>
                </a:cxn>
                <a:cxn ang="0">
                  <a:pos x="3" y="22"/>
                </a:cxn>
                <a:cxn ang="0">
                  <a:pos x="3" y="20"/>
                </a:cxn>
                <a:cxn ang="0">
                  <a:pos x="1" y="13"/>
                </a:cxn>
                <a:cxn ang="0">
                  <a:pos x="0" y="9"/>
                </a:cxn>
                <a:cxn ang="0">
                  <a:pos x="14" y="11"/>
                </a:cxn>
                <a:cxn ang="0">
                  <a:pos x="24" y="12"/>
                </a:cxn>
                <a:cxn ang="0">
                  <a:pos x="29" y="11"/>
                </a:cxn>
                <a:cxn ang="0">
                  <a:pos x="33" y="9"/>
                </a:cxn>
                <a:cxn ang="0">
                  <a:pos x="39" y="5"/>
                </a:cxn>
                <a:cxn ang="0">
                  <a:pos x="47" y="0"/>
                </a:cxn>
              </a:cxnLst>
              <a:rect l="0" t="0" r="r" b="b"/>
              <a:pathLst>
                <a:path w="86" h="85">
                  <a:moveTo>
                    <a:pt x="47" y="0"/>
                  </a:moveTo>
                  <a:lnTo>
                    <a:pt x="54" y="7"/>
                  </a:lnTo>
                  <a:lnTo>
                    <a:pt x="70" y="19"/>
                  </a:lnTo>
                  <a:lnTo>
                    <a:pt x="76" y="25"/>
                  </a:lnTo>
                  <a:lnTo>
                    <a:pt x="81" y="29"/>
                  </a:lnTo>
                  <a:lnTo>
                    <a:pt x="83" y="32"/>
                  </a:lnTo>
                  <a:lnTo>
                    <a:pt x="83" y="38"/>
                  </a:lnTo>
                  <a:lnTo>
                    <a:pt x="85" y="68"/>
                  </a:lnTo>
                  <a:lnTo>
                    <a:pt x="86" y="76"/>
                  </a:lnTo>
                  <a:lnTo>
                    <a:pt x="86" y="82"/>
                  </a:lnTo>
                  <a:lnTo>
                    <a:pt x="85" y="85"/>
                  </a:lnTo>
                  <a:lnTo>
                    <a:pt x="73" y="79"/>
                  </a:lnTo>
                  <a:lnTo>
                    <a:pt x="67" y="77"/>
                  </a:lnTo>
                  <a:lnTo>
                    <a:pt x="63" y="77"/>
                  </a:lnTo>
                  <a:lnTo>
                    <a:pt x="58" y="77"/>
                  </a:lnTo>
                  <a:lnTo>
                    <a:pt x="50" y="78"/>
                  </a:lnTo>
                  <a:lnTo>
                    <a:pt x="43" y="78"/>
                  </a:lnTo>
                  <a:lnTo>
                    <a:pt x="35" y="75"/>
                  </a:lnTo>
                  <a:lnTo>
                    <a:pt x="29" y="68"/>
                  </a:lnTo>
                  <a:lnTo>
                    <a:pt x="25" y="59"/>
                  </a:lnTo>
                  <a:lnTo>
                    <a:pt x="21" y="48"/>
                  </a:lnTo>
                  <a:lnTo>
                    <a:pt x="17" y="38"/>
                  </a:lnTo>
                  <a:lnTo>
                    <a:pt x="16" y="31"/>
                  </a:lnTo>
                  <a:lnTo>
                    <a:pt x="15" y="28"/>
                  </a:lnTo>
                  <a:lnTo>
                    <a:pt x="11" y="25"/>
                  </a:lnTo>
                  <a:lnTo>
                    <a:pt x="9" y="24"/>
                  </a:lnTo>
                  <a:lnTo>
                    <a:pt x="8" y="24"/>
                  </a:lnTo>
                  <a:lnTo>
                    <a:pt x="6" y="23"/>
                  </a:lnTo>
                  <a:lnTo>
                    <a:pt x="5" y="23"/>
                  </a:lnTo>
                  <a:lnTo>
                    <a:pt x="3" y="22"/>
                  </a:lnTo>
                  <a:lnTo>
                    <a:pt x="3" y="20"/>
                  </a:lnTo>
                  <a:lnTo>
                    <a:pt x="1" y="13"/>
                  </a:lnTo>
                  <a:lnTo>
                    <a:pt x="0" y="9"/>
                  </a:lnTo>
                  <a:lnTo>
                    <a:pt x="14" y="11"/>
                  </a:lnTo>
                  <a:lnTo>
                    <a:pt x="24" y="12"/>
                  </a:lnTo>
                  <a:lnTo>
                    <a:pt x="29" y="11"/>
                  </a:lnTo>
                  <a:lnTo>
                    <a:pt x="33" y="9"/>
                  </a:lnTo>
                  <a:lnTo>
                    <a:pt x="39" y="5"/>
                  </a:lnTo>
                  <a:lnTo>
                    <a:pt x="4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6" name="Freeform 83"/>
            <p:cNvSpPr>
              <a:spLocks/>
            </p:cNvSpPr>
            <p:nvPr/>
          </p:nvSpPr>
          <p:spPr bwMode="auto">
            <a:xfrm>
              <a:off x="3160713" y="1681163"/>
              <a:ext cx="228600" cy="368300"/>
            </a:xfrm>
            <a:custGeom>
              <a:avLst/>
              <a:gdLst/>
              <a:ahLst/>
              <a:cxnLst>
                <a:cxn ang="0">
                  <a:pos x="68" y="0"/>
                </a:cxn>
                <a:cxn ang="0">
                  <a:pos x="79" y="5"/>
                </a:cxn>
                <a:cxn ang="0">
                  <a:pos x="92" y="10"/>
                </a:cxn>
                <a:cxn ang="0">
                  <a:pos x="103" y="9"/>
                </a:cxn>
                <a:cxn ang="0">
                  <a:pos x="119" y="12"/>
                </a:cxn>
                <a:cxn ang="0">
                  <a:pos x="133" y="12"/>
                </a:cxn>
                <a:cxn ang="0">
                  <a:pos x="144" y="34"/>
                </a:cxn>
                <a:cxn ang="0">
                  <a:pos x="140" y="45"/>
                </a:cxn>
                <a:cxn ang="0">
                  <a:pos x="127" y="60"/>
                </a:cxn>
                <a:cxn ang="0">
                  <a:pos x="121" y="78"/>
                </a:cxn>
                <a:cxn ang="0">
                  <a:pos x="120" y="103"/>
                </a:cxn>
                <a:cxn ang="0">
                  <a:pos x="123" y="115"/>
                </a:cxn>
                <a:cxn ang="0">
                  <a:pos x="130" y="131"/>
                </a:cxn>
                <a:cxn ang="0">
                  <a:pos x="134" y="143"/>
                </a:cxn>
                <a:cxn ang="0">
                  <a:pos x="128" y="158"/>
                </a:cxn>
                <a:cxn ang="0">
                  <a:pos x="124" y="178"/>
                </a:cxn>
                <a:cxn ang="0">
                  <a:pos x="124" y="205"/>
                </a:cxn>
                <a:cxn ang="0">
                  <a:pos x="134" y="220"/>
                </a:cxn>
                <a:cxn ang="0">
                  <a:pos x="120" y="229"/>
                </a:cxn>
                <a:cxn ang="0">
                  <a:pos x="111" y="232"/>
                </a:cxn>
                <a:cxn ang="0">
                  <a:pos x="87" y="229"/>
                </a:cxn>
                <a:cxn ang="0">
                  <a:pos x="80" y="215"/>
                </a:cxn>
                <a:cxn ang="0">
                  <a:pos x="70" y="206"/>
                </a:cxn>
                <a:cxn ang="0">
                  <a:pos x="49" y="188"/>
                </a:cxn>
                <a:cxn ang="0">
                  <a:pos x="43" y="180"/>
                </a:cxn>
                <a:cxn ang="0">
                  <a:pos x="44" y="176"/>
                </a:cxn>
                <a:cxn ang="0">
                  <a:pos x="45" y="171"/>
                </a:cxn>
                <a:cxn ang="0">
                  <a:pos x="44" y="164"/>
                </a:cxn>
                <a:cxn ang="0">
                  <a:pos x="36" y="153"/>
                </a:cxn>
                <a:cxn ang="0">
                  <a:pos x="31" y="145"/>
                </a:cxn>
                <a:cxn ang="0">
                  <a:pos x="29" y="134"/>
                </a:cxn>
                <a:cxn ang="0">
                  <a:pos x="26" y="125"/>
                </a:cxn>
                <a:cxn ang="0">
                  <a:pos x="14" y="119"/>
                </a:cxn>
                <a:cxn ang="0">
                  <a:pos x="3" y="111"/>
                </a:cxn>
                <a:cxn ang="0">
                  <a:pos x="0" y="96"/>
                </a:cxn>
                <a:cxn ang="0">
                  <a:pos x="9" y="83"/>
                </a:cxn>
                <a:cxn ang="0">
                  <a:pos x="19" y="59"/>
                </a:cxn>
                <a:cxn ang="0">
                  <a:pos x="27" y="58"/>
                </a:cxn>
                <a:cxn ang="0">
                  <a:pos x="35" y="61"/>
                </a:cxn>
                <a:cxn ang="0">
                  <a:pos x="40" y="56"/>
                </a:cxn>
                <a:cxn ang="0">
                  <a:pos x="44" y="36"/>
                </a:cxn>
                <a:cxn ang="0">
                  <a:pos x="52" y="22"/>
                </a:cxn>
                <a:cxn ang="0">
                  <a:pos x="61" y="4"/>
                </a:cxn>
              </a:cxnLst>
              <a:rect l="0" t="0" r="r" b="b"/>
              <a:pathLst>
                <a:path w="144" h="232">
                  <a:moveTo>
                    <a:pt x="64" y="0"/>
                  </a:moveTo>
                  <a:lnTo>
                    <a:pt x="68" y="0"/>
                  </a:lnTo>
                  <a:lnTo>
                    <a:pt x="73" y="2"/>
                  </a:lnTo>
                  <a:lnTo>
                    <a:pt x="79" y="5"/>
                  </a:lnTo>
                  <a:lnTo>
                    <a:pt x="86" y="9"/>
                  </a:lnTo>
                  <a:lnTo>
                    <a:pt x="92" y="10"/>
                  </a:lnTo>
                  <a:lnTo>
                    <a:pt x="96" y="10"/>
                  </a:lnTo>
                  <a:lnTo>
                    <a:pt x="103" y="9"/>
                  </a:lnTo>
                  <a:lnTo>
                    <a:pt x="111" y="10"/>
                  </a:lnTo>
                  <a:lnTo>
                    <a:pt x="119" y="12"/>
                  </a:lnTo>
                  <a:lnTo>
                    <a:pt x="128" y="14"/>
                  </a:lnTo>
                  <a:lnTo>
                    <a:pt x="133" y="12"/>
                  </a:lnTo>
                  <a:lnTo>
                    <a:pt x="140" y="24"/>
                  </a:lnTo>
                  <a:lnTo>
                    <a:pt x="144" y="34"/>
                  </a:lnTo>
                  <a:lnTo>
                    <a:pt x="143" y="40"/>
                  </a:lnTo>
                  <a:lnTo>
                    <a:pt x="140" y="45"/>
                  </a:lnTo>
                  <a:lnTo>
                    <a:pt x="131" y="54"/>
                  </a:lnTo>
                  <a:lnTo>
                    <a:pt x="127" y="60"/>
                  </a:lnTo>
                  <a:lnTo>
                    <a:pt x="123" y="68"/>
                  </a:lnTo>
                  <a:lnTo>
                    <a:pt x="121" y="78"/>
                  </a:lnTo>
                  <a:lnTo>
                    <a:pt x="120" y="89"/>
                  </a:lnTo>
                  <a:lnTo>
                    <a:pt x="120" y="103"/>
                  </a:lnTo>
                  <a:lnTo>
                    <a:pt x="121" y="108"/>
                  </a:lnTo>
                  <a:lnTo>
                    <a:pt x="123" y="115"/>
                  </a:lnTo>
                  <a:lnTo>
                    <a:pt x="127" y="124"/>
                  </a:lnTo>
                  <a:lnTo>
                    <a:pt x="130" y="131"/>
                  </a:lnTo>
                  <a:lnTo>
                    <a:pt x="133" y="137"/>
                  </a:lnTo>
                  <a:lnTo>
                    <a:pt x="134" y="143"/>
                  </a:lnTo>
                  <a:lnTo>
                    <a:pt x="133" y="147"/>
                  </a:lnTo>
                  <a:lnTo>
                    <a:pt x="128" y="158"/>
                  </a:lnTo>
                  <a:lnTo>
                    <a:pt x="126" y="166"/>
                  </a:lnTo>
                  <a:lnTo>
                    <a:pt x="124" y="178"/>
                  </a:lnTo>
                  <a:lnTo>
                    <a:pt x="123" y="193"/>
                  </a:lnTo>
                  <a:lnTo>
                    <a:pt x="124" y="205"/>
                  </a:lnTo>
                  <a:lnTo>
                    <a:pt x="128" y="212"/>
                  </a:lnTo>
                  <a:lnTo>
                    <a:pt x="134" y="220"/>
                  </a:lnTo>
                  <a:lnTo>
                    <a:pt x="126" y="225"/>
                  </a:lnTo>
                  <a:lnTo>
                    <a:pt x="120" y="229"/>
                  </a:lnTo>
                  <a:lnTo>
                    <a:pt x="116" y="231"/>
                  </a:lnTo>
                  <a:lnTo>
                    <a:pt x="111" y="232"/>
                  </a:lnTo>
                  <a:lnTo>
                    <a:pt x="101" y="231"/>
                  </a:lnTo>
                  <a:lnTo>
                    <a:pt x="87" y="229"/>
                  </a:lnTo>
                  <a:lnTo>
                    <a:pt x="85" y="221"/>
                  </a:lnTo>
                  <a:lnTo>
                    <a:pt x="80" y="215"/>
                  </a:lnTo>
                  <a:lnTo>
                    <a:pt x="76" y="211"/>
                  </a:lnTo>
                  <a:lnTo>
                    <a:pt x="70" y="206"/>
                  </a:lnTo>
                  <a:lnTo>
                    <a:pt x="63" y="201"/>
                  </a:lnTo>
                  <a:lnTo>
                    <a:pt x="49" y="188"/>
                  </a:lnTo>
                  <a:lnTo>
                    <a:pt x="44" y="183"/>
                  </a:lnTo>
                  <a:lnTo>
                    <a:pt x="43" y="180"/>
                  </a:lnTo>
                  <a:lnTo>
                    <a:pt x="43" y="178"/>
                  </a:lnTo>
                  <a:lnTo>
                    <a:pt x="44" y="176"/>
                  </a:lnTo>
                  <a:lnTo>
                    <a:pt x="44" y="173"/>
                  </a:lnTo>
                  <a:lnTo>
                    <a:pt x="45" y="171"/>
                  </a:lnTo>
                  <a:lnTo>
                    <a:pt x="45" y="169"/>
                  </a:lnTo>
                  <a:lnTo>
                    <a:pt x="44" y="164"/>
                  </a:lnTo>
                  <a:lnTo>
                    <a:pt x="40" y="159"/>
                  </a:lnTo>
                  <a:lnTo>
                    <a:pt x="36" y="153"/>
                  </a:lnTo>
                  <a:lnTo>
                    <a:pt x="33" y="149"/>
                  </a:lnTo>
                  <a:lnTo>
                    <a:pt x="31" y="145"/>
                  </a:lnTo>
                  <a:lnTo>
                    <a:pt x="29" y="140"/>
                  </a:lnTo>
                  <a:lnTo>
                    <a:pt x="29" y="134"/>
                  </a:lnTo>
                  <a:lnTo>
                    <a:pt x="27" y="128"/>
                  </a:lnTo>
                  <a:lnTo>
                    <a:pt x="26" y="125"/>
                  </a:lnTo>
                  <a:lnTo>
                    <a:pt x="21" y="123"/>
                  </a:lnTo>
                  <a:lnTo>
                    <a:pt x="14" y="119"/>
                  </a:lnTo>
                  <a:lnTo>
                    <a:pt x="8" y="115"/>
                  </a:lnTo>
                  <a:lnTo>
                    <a:pt x="3" y="111"/>
                  </a:lnTo>
                  <a:lnTo>
                    <a:pt x="1" y="104"/>
                  </a:lnTo>
                  <a:lnTo>
                    <a:pt x="0" y="96"/>
                  </a:lnTo>
                  <a:lnTo>
                    <a:pt x="4" y="91"/>
                  </a:lnTo>
                  <a:lnTo>
                    <a:pt x="9" y="83"/>
                  </a:lnTo>
                  <a:lnTo>
                    <a:pt x="12" y="73"/>
                  </a:lnTo>
                  <a:lnTo>
                    <a:pt x="19" y="59"/>
                  </a:lnTo>
                  <a:lnTo>
                    <a:pt x="23" y="57"/>
                  </a:lnTo>
                  <a:lnTo>
                    <a:pt x="27" y="58"/>
                  </a:lnTo>
                  <a:lnTo>
                    <a:pt x="31" y="60"/>
                  </a:lnTo>
                  <a:lnTo>
                    <a:pt x="35" y="61"/>
                  </a:lnTo>
                  <a:lnTo>
                    <a:pt x="38" y="60"/>
                  </a:lnTo>
                  <a:lnTo>
                    <a:pt x="40" y="56"/>
                  </a:lnTo>
                  <a:lnTo>
                    <a:pt x="43" y="40"/>
                  </a:lnTo>
                  <a:lnTo>
                    <a:pt x="44" y="36"/>
                  </a:lnTo>
                  <a:lnTo>
                    <a:pt x="48" y="31"/>
                  </a:lnTo>
                  <a:lnTo>
                    <a:pt x="52" y="22"/>
                  </a:lnTo>
                  <a:lnTo>
                    <a:pt x="56" y="12"/>
                  </a:lnTo>
                  <a:lnTo>
                    <a:pt x="61" y="4"/>
                  </a:lnTo>
                  <a:lnTo>
                    <a:pt x="6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7" name="Freeform 84"/>
            <p:cNvSpPr>
              <a:spLocks/>
            </p:cNvSpPr>
            <p:nvPr/>
          </p:nvSpPr>
          <p:spPr bwMode="auto">
            <a:xfrm>
              <a:off x="3294063" y="2100263"/>
              <a:ext cx="217488" cy="239713"/>
            </a:xfrm>
            <a:custGeom>
              <a:avLst/>
              <a:gdLst/>
              <a:ahLst/>
              <a:cxnLst>
                <a:cxn ang="0">
                  <a:pos x="25" y="9"/>
                </a:cxn>
                <a:cxn ang="0">
                  <a:pos x="33" y="25"/>
                </a:cxn>
                <a:cxn ang="0">
                  <a:pos x="46" y="34"/>
                </a:cxn>
                <a:cxn ang="0">
                  <a:pos x="61" y="33"/>
                </a:cxn>
                <a:cxn ang="0">
                  <a:pos x="70" y="33"/>
                </a:cxn>
                <a:cxn ang="0">
                  <a:pos x="88" y="41"/>
                </a:cxn>
                <a:cxn ang="0">
                  <a:pos x="79" y="61"/>
                </a:cxn>
                <a:cxn ang="0">
                  <a:pos x="81" y="70"/>
                </a:cxn>
                <a:cxn ang="0">
                  <a:pos x="94" y="78"/>
                </a:cxn>
                <a:cxn ang="0">
                  <a:pos x="104" y="83"/>
                </a:cxn>
                <a:cxn ang="0">
                  <a:pos x="110" y="88"/>
                </a:cxn>
                <a:cxn ang="0">
                  <a:pos x="113" y="94"/>
                </a:cxn>
                <a:cxn ang="0">
                  <a:pos x="114" y="98"/>
                </a:cxn>
                <a:cxn ang="0">
                  <a:pos x="115" y="102"/>
                </a:cxn>
                <a:cxn ang="0">
                  <a:pos x="123" y="117"/>
                </a:cxn>
                <a:cxn ang="0">
                  <a:pos x="137" y="129"/>
                </a:cxn>
                <a:cxn ang="0">
                  <a:pos x="123" y="127"/>
                </a:cxn>
                <a:cxn ang="0">
                  <a:pos x="113" y="126"/>
                </a:cxn>
                <a:cxn ang="0">
                  <a:pos x="112" y="129"/>
                </a:cxn>
                <a:cxn ang="0">
                  <a:pos x="109" y="133"/>
                </a:cxn>
                <a:cxn ang="0">
                  <a:pos x="104" y="137"/>
                </a:cxn>
                <a:cxn ang="0">
                  <a:pos x="100" y="135"/>
                </a:cxn>
                <a:cxn ang="0">
                  <a:pos x="98" y="133"/>
                </a:cxn>
                <a:cxn ang="0">
                  <a:pos x="94" y="135"/>
                </a:cxn>
                <a:cxn ang="0">
                  <a:pos x="91" y="151"/>
                </a:cxn>
                <a:cxn ang="0">
                  <a:pos x="76" y="142"/>
                </a:cxn>
                <a:cxn ang="0">
                  <a:pos x="67" y="132"/>
                </a:cxn>
                <a:cxn ang="0">
                  <a:pos x="64" y="119"/>
                </a:cxn>
                <a:cxn ang="0">
                  <a:pos x="53" y="109"/>
                </a:cxn>
                <a:cxn ang="0">
                  <a:pos x="39" y="100"/>
                </a:cxn>
                <a:cxn ang="0">
                  <a:pos x="37" y="92"/>
                </a:cxn>
                <a:cxn ang="0">
                  <a:pos x="42" y="81"/>
                </a:cxn>
                <a:cxn ang="0">
                  <a:pos x="39" y="71"/>
                </a:cxn>
                <a:cxn ang="0">
                  <a:pos x="18" y="64"/>
                </a:cxn>
                <a:cxn ang="0">
                  <a:pos x="1" y="58"/>
                </a:cxn>
                <a:cxn ang="0">
                  <a:pos x="0" y="52"/>
                </a:cxn>
                <a:cxn ang="0">
                  <a:pos x="2" y="37"/>
                </a:cxn>
                <a:cxn ang="0">
                  <a:pos x="0" y="29"/>
                </a:cxn>
                <a:cxn ang="0">
                  <a:pos x="6" y="22"/>
                </a:cxn>
                <a:cxn ang="0">
                  <a:pos x="11" y="14"/>
                </a:cxn>
                <a:cxn ang="0">
                  <a:pos x="12" y="10"/>
                </a:cxn>
                <a:cxn ang="0">
                  <a:pos x="16" y="5"/>
                </a:cxn>
                <a:cxn ang="0">
                  <a:pos x="22" y="0"/>
                </a:cxn>
              </a:cxnLst>
              <a:rect l="0" t="0" r="r" b="b"/>
              <a:pathLst>
                <a:path w="137" h="151">
                  <a:moveTo>
                    <a:pt x="22" y="0"/>
                  </a:moveTo>
                  <a:lnTo>
                    <a:pt x="25" y="9"/>
                  </a:lnTo>
                  <a:lnTo>
                    <a:pt x="28" y="18"/>
                  </a:lnTo>
                  <a:lnTo>
                    <a:pt x="33" y="25"/>
                  </a:lnTo>
                  <a:lnTo>
                    <a:pt x="38" y="31"/>
                  </a:lnTo>
                  <a:lnTo>
                    <a:pt x="46" y="34"/>
                  </a:lnTo>
                  <a:lnTo>
                    <a:pt x="53" y="34"/>
                  </a:lnTo>
                  <a:lnTo>
                    <a:pt x="61" y="33"/>
                  </a:lnTo>
                  <a:lnTo>
                    <a:pt x="66" y="33"/>
                  </a:lnTo>
                  <a:lnTo>
                    <a:pt x="70" y="33"/>
                  </a:lnTo>
                  <a:lnTo>
                    <a:pt x="76" y="35"/>
                  </a:lnTo>
                  <a:lnTo>
                    <a:pt x="88" y="41"/>
                  </a:lnTo>
                  <a:lnTo>
                    <a:pt x="84" y="51"/>
                  </a:lnTo>
                  <a:lnTo>
                    <a:pt x="79" y="61"/>
                  </a:lnTo>
                  <a:lnTo>
                    <a:pt x="79" y="66"/>
                  </a:lnTo>
                  <a:lnTo>
                    <a:pt x="81" y="70"/>
                  </a:lnTo>
                  <a:lnTo>
                    <a:pt x="87" y="74"/>
                  </a:lnTo>
                  <a:lnTo>
                    <a:pt x="94" y="78"/>
                  </a:lnTo>
                  <a:lnTo>
                    <a:pt x="100" y="81"/>
                  </a:lnTo>
                  <a:lnTo>
                    <a:pt x="104" y="83"/>
                  </a:lnTo>
                  <a:lnTo>
                    <a:pt x="107" y="85"/>
                  </a:lnTo>
                  <a:lnTo>
                    <a:pt x="110" y="88"/>
                  </a:lnTo>
                  <a:lnTo>
                    <a:pt x="113" y="93"/>
                  </a:lnTo>
                  <a:lnTo>
                    <a:pt x="113" y="94"/>
                  </a:lnTo>
                  <a:lnTo>
                    <a:pt x="114" y="95"/>
                  </a:lnTo>
                  <a:lnTo>
                    <a:pt x="114" y="98"/>
                  </a:lnTo>
                  <a:lnTo>
                    <a:pt x="115" y="100"/>
                  </a:lnTo>
                  <a:lnTo>
                    <a:pt x="115" y="102"/>
                  </a:lnTo>
                  <a:lnTo>
                    <a:pt x="117" y="109"/>
                  </a:lnTo>
                  <a:lnTo>
                    <a:pt x="123" y="117"/>
                  </a:lnTo>
                  <a:lnTo>
                    <a:pt x="130" y="124"/>
                  </a:lnTo>
                  <a:lnTo>
                    <a:pt x="137" y="129"/>
                  </a:lnTo>
                  <a:lnTo>
                    <a:pt x="129" y="128"/>
                  </a:lnTo>
                  <a:lnTo>
                    <a:pt x="123" y="127"/>
                  </a:lnTo>
                  <a:lnTo>
                    <a:pt x="119" y="126"/>
                  </a:lnTo>
                  <a:lnTo>
                    <a:pt x="113" y="126"/>
                  </a:lnTo>
                  <a:lnTo>
                    <a:pt x="113" y="127"/>
                  </a:lnTo>
                  <a:lnTo>
                    <a:pt x="112" y="129"/>
                  </a:lnTo>
                  <a:lnTo>
                    <a:pt x="110" y="130"/>
                  </a:lnTo>
                  <a:lnTo>
                    <a:pt x="109" y="133"/>
                  </a:lnTo>
                  <a:lnTo>
                    <a:pt x="106" y="134"/>
                  </a:lnTo>
                  <a:lnTo>
                    <a:pt x="104" y="137"/>
                  </a:lnTo>
                  <a:lnTo>
                    <a:pt x="102" y="137"/>
                  </a:lnTo>
                  <a:lnTo>
                    <a:pt x="100" y="135"/>
                  </a:lnTo>
                  <a:lnTo>
                    <a:pt x="100" y="134"/>
                  </a:lnTo>
                  <a:lnTo>
                    <a:pt x="98" y="133"/>
                  </a:lnTo>
                  <a:lnTo>
                    <a:pt x="96" y="133"/>
                  </a:lnTo>
                  <a:lnTo>
                    <a:pt x="94" y="135"/>
                  </a:lnTo>
                  <a:lnTo>
                    <a:pt x="92" y="143"/>
                  </a:lnTo>
                  <a:lnTo>
                    <a:pt x="91" y="151"/>
                  </a:lnTo>
                  <a:lnTo>
                    <a:pt x="83" y="146"/>
                  </a:lnTo>
                  <a:lnTo>
                    <a:pt x="76" y="142"/>
                  </a:lnTo>
                  <a:lnTo>
                    <a:pt x="70" y="137"/>
                  </a:lnTo>
                  <a:lnTo>
                    <a:pt x="67" y="132"/>
                  </a:lnTo>
                  <a:lnTo>
                    <a:pt x="65" y="126"/>
                  </a:lnTo>
                  <a:lnTo>
                    <a:pt x="64" y="119"/>
                  </a:lnTo>
                  <a:lnTo>
                    <a:pt x="60" y="114"/>
                  </a:lnTo>
                  <a:lnTo>
                    <a:pt x="53" y="109"/>
                  </a:lnTo>
                  <a:lnTo>
                    <a:pt x="45" y="105"/>
                  </a:lnTo>
                  <a:lnTo>
                    <a:pt x="39" y="100"/>
                  </a:lnTo>
                  <a:lnTo>
                    <a:pt x="36" y="96"/>
                  </a:lnTo>
                  <a:lnTo>
                    <a:pt x="37" y="92"/>
                  </a:lnTo>
                  <a:lnTo>
                    <a:pt x="40" y="86"/>
                  </a:lnTo>
                  <a:lnTo>
                    <a:pt x="42" y="81"/>
                  </a:lnTo>
                  <a:lnTo>
                    <a:pt x="43" y="75"/>
                  </a:lnTo>
                  <a:lnTo>
                    <a:pt x="39" y="71"/>
                  </a:lnTo>
                  <a:lnTo>
                    <a:pt x="30" y="66"/>
                  </a:lnTo>
                  <a:lnTo>
                    <a:pt x="18" y="64"/>
                  </a:lnTo>
                  <a:lnTo>
                    <a:pt x="2" y="62"/>
                  </a:lnTo>
                  <a:lnTo>
                    <a:pt x="1" y="58"/>
                  </a:lnTo>
                  <a:lnTo>
                    <a:pt x="0" y="55"/>
                  </a:lnTo>
                  <a:lnTo>
                    <a:pt x="0" y="52"/>
                  </a:lnTo>
                  <a:lnTo>
                    <a:pt x="2" y="41"/>
                  </a:lnTo>
                  <a:lnTo>
                    <a:pt x="2" y="37"/>
                  </a:lnTo>
                  <a:lnTo>
                    <a:pt x="0" y="33"/>
                  </a:lnTo>
                  <a:lnTo>
                    <a:pt x="0" y="29"/>
                  </a:lnTo>
                  <a:lnTo>
                    <a:pt x="2" y="25"/>
                  </a:lnTo>
                  <a:lnTo>
                    <a:pt x="6" y="22"/>
                  </a:lnTo>
                  <a:lnTo>
                    <a:pt x="9" y="17"/>
                  </a:lnTo>
                  <a:lnTo>
                    <a:pt x="11" y="14"/>
                  </a:lnTo>
                  <a:lnTo>
                    <a:pt x="11" y="12"/>
                  </a:lnTo>
                  <a:lnTo>
                    <a:pt x="12" y="10"/>
                  </a:lnTo>
                  <a:lnTo>
                    <a:pt x="13" y="7"/>
                  </a:lnTo>
                  <a:lnTo>
                    <a:pt x="16" y="5"/>
                  </a:lnTo>
                  <a:lnTo>
                    <a:pt x="19" y="3"/>
                  </a:lnTo>
                  <a:lnTo>
                    <a:pt x="22"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8" name="Freeform 85"/>
            <p:cNvSpPr>
              <a:spLocks/>
            </p:cNvSpPr>
            <p:nvPr/>
          </p:nvSpPr>
          <p:spPr bwMode="auto">
            <a:xfrm>
              <a:off x="3152776" y="2166938"/>
              <a:ext cx="300038" cy="250825"/>
            </a:xfrm>
            <a:custGeom>
              <a:avLst/>
              <a:gdLst/>
              <a:ahLst/>
              <a:cxnLst>
                <a:cxn ang="0">
                  <a:pos x="16" y="8"/>
                </a:cxn>
                <a:cxn ang="0">
                  <a:pos x="25" y="16"/>
                </a:cxn>
                <a:cxn ang="0">
                  <a:pos x="46" y="28"/>
                </a:cxn>
                <a:cxn ang="0">
                  <a:pos x="55" y="34"/>
                </a:cxn>
                <a:cxn ang="0">
                  <a:pos x="69" y="34"/>
                </a:cxn>
                <a:cxn ang="0">
                  <a:pos x="83" y="35"/>
                </a:cxn>
                <a:cxn ang="0">
                  <a:pos x="90" y="40"/>
                </a:cxn>
                <a:cxn ang="0">
                  <a:pos x="95" y="38"/>
                </a:cxn>
                <a:cxn ang="0">
                  <a:pos x="93" y="26"/>
                </a:cxn>
                <a:cxn ang="0">
                  <a:pos x="107" y="22"/>
                </a:cxn>
                <a:cxn ang="0">
                  <a:pos x="128" y="29"/>
                </a:cxn>
                <a:cxn ang="0">
                  <a:pos x="131" y="39"/>
                </a:cxn>
                <a:cxn ang="0">
                  <a:pos x="126" y="50"/>
                </a:cxn>
                <a:cxn ang="0">
                  <a:pos x="128" y="58"/>
                </a:cxn>
                <a:cxn ang="0">
                  <a:pos x="142" y="67"/>
                </a:cxn>
                <a:cxn ang="0">
                  <a:pos x="153" y="77"/>
                </a:cxn>
                <a:cxn ang="0">
                  <a:pos x="156" y="90"/>
                </a:cxn>
                <a:cxn ang="0">
                  <a:pos x="165" y="100"/>
                </a:cxn>
                <a:cxn ang="0">
                  <a:pos x="180" y="109"/>
                </a:cxn>
                <a:cxn ang="0">
                  <a:pos x="184" y="129"/>
                </a:cxn>
                <a:cxn ang="0">
                  <a:pos x="186" y="135"/>
                </a:cxn>
                <a:cxn ang="0">
                  <a:pos x="185" y="139"/>
                </a:cxn>
                <a:cxn ang="0">
                  <a:pos x="180" y="138"/>
                </a:cxn>
                <a:cxn ang="0">
                  <a:pos x="176" y="135"/>
                </a:cxn>
                <a:cxn ang="0">
                  <a:pos x="168" y="137"/>
                </a:cxn>
                <a:cxn ang="0">
                  <a:pos x="165" y="145"/>
                </a:cxn>
                <a:cxn ang="0">
                  <a:pos x="164" y="157"/>
                </a:cxn>
                <a:cxn ang="0">
                  <a:pos x="157" y="156"/>
                </a:cxn>
                <a:cxn ang="0">
                  <a:pos x="147" y="149"/>
                </a:cxn>
                <a:cxn ang="0">
                  <a:pos x="139" y="144"/>
                </a:cxn>
                <a:cxn ang="0">
                  <a:pos x="135" y="145"/>
                </a:cxn>
                <a:cxn ang="0">
                  <a:pos x="132" y="150"/>
                </a:cxn>
                <a:cxn ang="0">
                  <a:pos x="117" y="143"/>
                </a:cxn>
                <a:cxn ang="0">
                  <a:pos x="94" y="134"/>
                </a:cxn>
                <a:cxn ang="0">
                  <a:pos x="76" y="124"/>
                </a:cxn>
                <a:cxn ang="0">
                  <a:pos x="64" y="109"/>
                </a:cxn>
                <a:cxn ang="0">
                  <a:pos x="54" y="102"/>
                </a:cxn>
                <a:cxn ang="0">
                  <a:pos x="43" y="106"/>
                </a:cxn>
                <a:cxn ang="0">
                  <a:pos x="31" y="105"/>
                </a:cxn>
                <a:cxn ang="0">
                  <a:pos x="7" y="98"/>
                </a:cxn>
                <a:cxn ang="0">
                  <a:pos x="2" y="96"/>
                </a:cxn>
                <a:cxn ang="0">
                  <a:pos x="0" y="88"/>
                </a:cxn>
                <a:cxn ang="0">
                  <a:pos x="1" y="75"/>
                </a:cxn>
                <a:cxn ang="0">
                  <a:pos x="11" y="74"/>
                </a:cxn>
                <a:cxn ang="0">
                  <a:pos x="26" y="76"/>
                </a:cxn>
                <a:cxn ang="0">
                  <a:pos x="37" y="74"/>
                </a:cxn>
                <a:cxn ang="0">
                  <a:pos x="46" y="65"/>
                </a:cxn>
                <a:cxn ang="0">
                  <a:pos x="48" y="56"/>
                </a:cxn>
                <a:cxn ang="0">
                  <a:pos x="38" y="47"/>
                </a:cxn>
                <a:cxn ang="0">
                  <a:pos x="22" y="33"/>
                </a:cxn>
                <a:cxn ang="0">
                  <a:pos x="9" y="21"/>
                </a:cxn>
                <a:cxn ang="0">
                  <a:pos x="8" y="7"/>
                </a:cxn>
              </a:cxnLst>
              <a:rect l="0" t="0" r="r" b="b"/>
              <a:pathLst>
                <a:path w="189" h="158">
                  <a:moveTo>
                    <a:pt x="10" y="0"/>
                  </a:moveTo>
                  <a:lnTo>
                    <a:pt x="16" y="8"/>
                  </a:lnTo>
                  <a:lnTo>
                    <a:pt x="21" y="13"/>
                  </a:lnTo>
                  <a:lnTo>
                    <a:pt x="25" y="16"/>
                  </a:lnTo>
                  <a:lnTo>
                    <a:pt x="32" y="19"/>
                  </a:lnTo>
                  <a:lnTo>
                    <a:pt x="46" y="28"/>
                  </a:lnTo>
                  <a:lnTo>
                    <a:pt x="50" y="33"/>
                  </a:lnTo>
                  <a:lnTo>
                    <a:pt x="55" y="34"/>
                  </a:lnTo>
                  <a:lnTo>
                    <a:pt x="62" y="35"/>
                  </a:lnTo>
                  <a:lnTo>
                    <a:pt x="69" y="34"/>
                  </a:lnTo>
                  <a:lnTo>
                    <a:pt x="80" y="34"/>
                  </a:lnTo>
                  <a:lnTo>
                    <a:pt x="83" y="35"/>
                  </a:lnTo>
                  <a:lnTo>
                    <a:pt x="86" y="38"/>
                  </a:lnTo>
                  <a:lnTo>
                    <a:pt x="90" y="40"/>
                  </a:lnTo>
                  <a:lnTo>
                    <a:pt x="92" y="40"/>
                  </a:lnTo>
                  <a:lnTo>
                    <a:pt x="95" y="38"/>
                  </a:lnTo>
                  <a:lnTo>
                    <a:pt x="95" y="33"/>
                  </a:lnTo>
                  <a:lnTo>
                    <a:pt x="93" y="26"/>
                  </a:lnTo>
                  <a:lnTo>
                    <a:pt x="91" y="20"/>
                  </a:lnTo>
                  <a:lnTo>
                    <a:pt x="107" y="22"/>
                  </a:lnTo>
                  <a:lnTo>
                    <a:pt x="119" y="24"/>
                  </a:lnTo>
                  <a:lnTo>
                    <a:pt x="128" y="29"/>
                  </a:lnTo>
                  <a:lnTo>
                    <a:pt x="132" y="33"/>
                  </a:lnTo>
                  <a:lnTo>
                    <a:pt x="131" y="39"/>
                  </a:lnTo>
                  <a:lnTo>
                    <a:pt x="129" y="44"/>
                  </a:lnTo>
                  <a:lnTo>
                    <a:pt x="126" y="50"/>
                  </a:lnTo>
                  <a:lnTo>
                    <a:pt x="125" y="54"/>
                  </a:lnTo>
                  <a:lnTo>
                    <a:pt x="128" y="58"/>
                  </a:lnTo>
                  <a:lnTo>
                    <a:pt x="134" y="63"/>
                  </a:lnTo>
                  <a:lnTo>
                    <a:pt x="142" y="67"/>
                  </a:lnTo>
                  <a:lnTo>
                    <a:pt x="149" y="72"/>
                  </a:lnTo>
                  <a:lnTo>
                    <a:pt x="153" y="77"/>
                  </a:lnTo>
                  <a:lnTo>
                    <a:pt x="154" y="84"/>
                  </a:lnTo>
                  <a:lnTo>
                    <a:pt x="156" y="90"/>
                  </a:lnTo>
                  <a:lnTo>
                    <a:pt x="159" y="95"/>
                  </a:lnTo>
                  <a:lnTo>
                    <a:pt x="165" y="100"/>
                  </a:lnTo>
                  <a:lnTo>
                    <a:pt x="172" y="104"/>
                  </a:lnTo>
                  <a:lnTo>
                    <a:pt x="180" y="109"/>
                  </a:lnTo>
                  <a:lnTo>
                    <a:pt x="181" y="119"/>
                  </a:lnTo>
                  <a:lnTo>
                    <a:pt x="184" y="129"/>
                  </a:lnTo>
                  <a:lnTo>
                    <a:pt x="185" y="133"/>
                  </a:lnTo>
                  <a:lnTo>
                    <a:pt x="186" y="135"/>
                  </a:lnTo>
                  <a:lnTo>
                    <a:pt x="189" y="138"/>
                  </a:lnTo>
                  <a:lnTo>
                    <a:pt x="185" y="139"/>
                  </a:lnTo>
                  <a:lnTo>
                    <a:pt x="183" y="139"/>
                  </a:lnTo>
                  <a:lnTo>
                    <a:pt x="180" y="138"/>
                  </a:lnTo>
                  <a:lnTo>
                    <a:pt x="178" y="137"/>
                  </a:lnTo>
                  <a:lnTo>
                    <a:pt x="176" y="135"/>
                  </a:lnTo>
                  <a:lnTo>
                    <a:pt x="170" y="135"/>
                  </a:lnTo>
                  <a:lnTo>
                    <a:pt x="168" y="137"/>
                  </a:lnTo>
                  <a:lnTo>
                    <a:pt x="166" y="140"/>
                  </a:lnTo>
                  <a:lnTo>
                    <a:pt x="165" y="145"/>
                  </a:lnTo>
                  <a:lnTo>
                    <a:pt x="166" y="151"/>
                  </a:lnTo>
                  <a:lnTo>
                    <a:pt x="164" y="157"/>
                  </a:lnTo>
                  <a:lnTo>
                    <a:pt x="161" y="158"/>
                  </a:lnTo>
                  <a:lnTo>
                    <a:pt x="157" y="156"/>
                  </a:lnTo>
                  <a:lnTo>
                    <a:pt x="152" y="153"/>
                  </a:lnTo>
                  <a:lnTo>
                    <a:pt x="147" y="149"/>
                  </a:lnTo>
                  <a:lnTo>
                    <a:pt x="142" y="146"/>
                  </a:lnTo>
                  <a:lnTo>
                    <a:pt x="139" y="144"/>
                  </a:lnTo>
                  <a:lnTo>
                    <a:pt x="137" y="144"/>
                  </a:lnTo>
                  <a:lnTo>
                    <a:pt x="135" y="145"/>
                  </a:lnTo>
                  <a:lnTo>
                    <a:pt x="134" y="147"/>
                  </a:lnTo>
                  <a:lnTo>
                    <a:pt x="132" y="150"/>
                  </a:lnTo>
                  <a:lnTo>
                    <a:pt x="126" y="147"/>
                  </a:lnTo>
                  <a:lnTo>
                    <a:pt x="117" y="143"/>
                  </a:lnTo>
                  <a:lnTo>
                    <a:pt x="106" y="139"/>
                  </a:lnTo>
                  <a:lnTo>
                    <a:pt x="94" y="134"/>
                  </a:lnTo>
                  <a:lnTo>
                    <a:pt x="83" y="128"/>
                  </a:lnTo>
                  <a:lnTo>
                    <a:pt x="76" y="124"/>
                  </a:lnTo>
                  <a:lnTo>
                    <a:pt x="69" y="117"/>
                  </a:lnTo>
                  <a:lnTo>
                    <a:pt x="64" y="109"/>
                  </a:lnTo>
                  <a:lnTo>
                    <a:pt x="58" y="104"/>
                  </a:lnTo>
                  <a:lnTo>
                    <a:pt x="54" y="102"/>
                  </a:lnTo>
                  <a:lnTo>
                    <a:pt x="47" y="104"/>
                  </a:lnTo>
                  <a:lnTo>
                    <a:pt x="43" y="106"/>
                  </a:lnTo>
                  <a:lnTo>
                    <a:pt x="38" y="106"/>
                  </a:lnTo>
                  <a:lnTo>
                    <a:pt x="31" y="105"/>
                  </a:lnTo>
                  <a:lnTo>
                    <a:pt x="15" y="100"/>
                  </a:lnTo>
                  <a:lnTo>
                    <a:pt x="7" y="98"/>
                  </a:lnTo>
                  <a:lnTo>
                    <a:pt x="3" y="96"/>
                  </a:lnTo>
                  <a:lnTo>
                    <a:pt x="2" y="96"/>
                  </a:lnTo>
                  <a:lnTo>
                    <a:pt x="1" y="97"/>
                  </a:lnTo>
                  <a:lnTo>
                    <a:pt x="0" y="88"/>
                  </a:lnTo>
                  <a:lnTo>
                    <a:pt x="0" y="81"/>
                  </a:lnTo>
                  <a:lnTo>
                    <a:pt x="1" y="75"/>
                  </a:lnTo>
                  <a:lnTo>
                    <a:pt x="5" y="74"/>
                  </a:lnTo>
                  <a:lnTo>
                    <a:pt x="11" y="74"/>
                  </a:lnTo>
                  <a:lnTo>
                    <a:pt x="18" y="75"/>
                  </a:lnTo>
                  <a:lnTo>
                    <a:pt x="26" y="76"/>
                  </a:lnTo>
                  <a:lnTo>
                    <a:pt x="32" y="75"/>
                  </a:lnTo>
                  <a:lnTo>
                    <a:pt x="37" y="74"/>
                  </a:lnTo>
                  <a:lnTo>
                    <a:pt x="42" y="69"/>
                  </a:lnTo>
                  <a:lnTo>
                    <a:pt x="46" y="65"/>
                  </a:lnTo>
                  <a:lnTo>
                    <a:pt x="49" y="60"/>
                  </a:lnTo>
                  <a:lnTo>
                    <a:pt x="48" y="56"/>
                  </a:lnTo>
                  <a:lnTo>
                    <a:pt x="44" y="52"/>
                  </a:lnTo>
                  <a:lnTo>
                    <a:pt x="38" y="47"/>
                  </a:lnTo>
                  <a:lnTo>
                    <a:pt x="30" y="41"/>
                  </a:lnTo>
                  <a:lnTo>
                    <a:pt x="22" y="33"/>
                  </a:lnTo>
                  <a:lnTo>
                    <a:pt x="15" y="27"/>
                  </a:lnTo>
                  <a:lnTo>
                    <a:pt x="9" y="21"/>
                  </a:lnTo>
                  <a:lnTo>
                    <a:pt x="7" y="16"/>
                  </a:lnTo>
                  <a:lnTo>
                    <a:pt x="8" y="7"/>
                  </a:lnTo>
                  <a:lnTo>
                    <a:pt x="10"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19" name="Freeform 86"/>
            <p:cNvSpPr>
              <a:spLocks/>
            </p:cNvSpPr>
            <p:nvPr/>
          </p:nvSpPr>
          <p:spPr bwMode="auto">
            <a:xfrm>
              <a:off x="4067176" y="3705225"/>
              <a:ext cx="119063" cy="80963"/>
            </a:xfrm>
            <a:custGeom>
              <a:avLst/>
              <a:gdLst/>
              <a:ahLst/>
              <a:cxnLst>
                <a:cxn ang="0">
                  <a:pos x="17" y="0"/>
                </a:cxn>
                <a:cxn ang="0">
                  <a:pos x="24" y="1"/>
                </a:cxn>
                <a:cxn ang="0">
                  <a:pos x="34" y="2"/>
                </a:cxn>
                <a:cxn ang="0">
                  <a:pos x="45" y="2"/>
                </a:cxn>
                <a:cxn ang="0">
                  <a:pos x="58" y="2"/>
                </a:cxn>
                <a:cxn ang="0">
                  <a:pos x="59" y="2"/>
                </a:cxn>
                <a:cxn ang="0">
                  <a:pos x="59" y="3"/>
                </a:cxn>
                <a:cxn ang="0">
                  <a:pos x="57" y="3"/>
                </a:cxn>
                <a:cxn ang="0">
                  <a:pos x="56" y="4"/>
                </a:cxn>
                <a:cxn ang="0">
                  <a:pos x="55" y="4"/>
                </a:cxn>
                <a:cxn ang="0">
                  <a:pos x="54" y="5"/>
                </a:cxn>
                <a:cxn ang="0">
                  <a:pos x="54" y="8"/>
                </a:cxn>
                <a:cxn ang="0">
                  <a:pos x="53" y="10"/>
                </a:cxn>
                <a:cxn ang="0">
                  <a:pos x="53" y="11"/>
                </a:cxn>
                <a:cxn ang="0">
                  <a:pos x="52" y="12"/>
                </a:cxn>
                <a:cxn ang="0">
                  <a:pos x="52" y="13"/>
                </a:cxn>
                <a:cxn ang="0">
                  <a:pos x="51" y="13"/>
                </a:cxn>
                <a:cxn ang="0">
                  <a:pos x="50" y="14"/>
                </a:cxn>
                <a:cxn ang="0">
                  <a:pos x="49" y="17"/>
                </a:cxn>
                <a:cxn ang="0">
                  <a:pos x="49" y="19"/>
                </a:cxn>
                <a:cxn ang="0">
                  <a:pos x="51" y="24"/>
                </a:cxn>
                <a:cxn ang="0">
                  <a:pos x="53" y="26"/>
                </a:cxn>
                <a:cxn ang="0">
                  <a:pos x="57" y="28"/>
                </a:cxn>
                <a:cxn ang="0">
                  <a:pos x="59" y="30"/>
                </a:cxn>
                <a:cxn ang="0">
                  <a:pos x="62" y="32"/>
                </a:cxn>
                <a:cxn ang="0">
                  <a:pos x="64" y="34"/>
                </a:cxn>
                <a:cxn ang="0">
                  <a:pos x="65" y="36"/>
                </a:cxn>
                <a:cxn ang="0">
                  <a:pos x="66" y="38"/>
                </a:cxn>
                <a:cxn ang="0">
                  <a:pos x="67" y="39"/>
                </a:cxn>
                <a:cxn ang="0">
                  <a:pos x="72" y="42"/>
                </a:cxn>
                <a:cxn ang="0">
                  <a:pos x="73" y="42"/>
                </a:cxn>
                <a:cxn ang="0">
                  <a:pos x="74" y="43"/>
                </a:cxn>
                <a:cxn ang="0">
                  <a:pos x="74" y="45"/>
                </a:cxn>
                <a:cxn ang="0">
                  <a:pos x="75" y="45"/>
                </a:cxn>
                <a:cxn ang="0">
                  <a:pos x="61" y="47"/>
                </a:cxn>
                <a:cxn ang="0">
                  <a:pos x="50" y="49"/>
                </a:cxn>
                <a:cxn ang="0">
                  <a:pos x="39" y="51"/>
                </a:cxn>
                <a:cxn ang="0">
                  <a:pos x="32" y="51"/>
                </a:cxn>
                <a:cxn ang="0">
                  <a:pos x="28" y="49"/>
                </a:cxn>
                <a:cxn ang="0">
                  <a:pos x="26" y="45"/>
                </a:cxn>
                <a:cxn ang="0">
                  <a:pos x="25" y="40"/>
                </a:cxn>
                <a:cxn ang="0">
                  <a:pos x="25" y="34"/>
                </a:cxn>
                <a:cxn ang="0">
                  <a:pos x="25" y="28"/>
                </a:cxn>
                <a:cxn ang="0">
                  <a:pos x="24" y="25"/>
                </a:cxn>
                <a:cxn ang="0">
                  <a:pos x="22" y="23"/>
                </a:cxn>
                <a:cxn ang="0">
                  <a:pos x="21" y="23"/>
                </a:cxn>
                <a:cxn ang="0">
                  <a:pos x="17" y="25"/>
                </a:cxn>
                <a:cxn ang="0">
                  <a:pos x="16" y="27"/>
                </a:cxn>
                <a:cxn ang="0">
                  <a:pos x="14" y="28"/>
                </a:cxn>
                <a:cxn ang="0">
                  <a:pos x="12" y="29"/>
                </a:cxn>
                <a:cxn ang="0">
                  <a:pos x="10" y="30"/>
                </a:cxn>
                <a:cxn ang="0">
                  <a:pos x="8" y="31"/>
                </a:cxn>
                <a:cxn ang="0">
                  <a:pos x="2" y="31"/>
                </a:cxn>
                <a:cxn ang="0">
                  <a:pos x="0" y="30"/>
                </a:cxn>
                <a:cxn ang="0">
                  <a:pos x="3" y="22"/>
                </a:cxn>
                <a:cxn ang="0">
                  <a:pos x="7" y="15"/>
                </a:cxn>
                <a:cxn ang="0">
                  <a:pos x="9" y="8"/>
                </a:cxn>
                <a:cxn ang="0">
                  <a:pos x="12" y="3"/>
                </a:cxn>
                <a:cxn ang="0">
                  <a:pos x="13" y="1"/>
                </a:cxn>
                <a:cxn ang="0">
                  <a:pos x="17" y="0"/>
                </a:cxn>
              </a:cxnLst>
              <a:rect l="0" t="0" r="r" b="b"/>
              <a:pathLst>
                <a:path w="75" h="51">
                  <a:moveTo>
                    <a:pt x="17" y="0"/>
                  </a:moveTo>
                  <a:lnTo>
                    <a:pt x="24" y="1"/>
                  </a:lnTo>
                  <a:lnTo>
                    <a:pt x="34" y="2"/>
                  </a:lnTo>
                  <a:lnTo>
                    <a:pt x="45" y="2"/>
                  </a:lnTo>
                  <a:lnTo>
                    <a:pt x="58" y="2"/>
                  </a:lnTo>
                  <a:lnTo>
                    <a:pt x="59" y="2"/>
                  </a:lnTo>
                  <a:lnTo>
                    <a:pt x="59" y="3"/>
                  </a:lnTo>
                  <a:lnTo>
                    <a:pt x="57" y="3"/>
                  </a:lnTo>
                  <a:lnTo>
                    <a:pt x="56" y="4"/>
                  </a:lnTo>
                  <a:lnTo>
                    <a:pt x="55" y="4"/>
                  </a:lnTo>
                  <a:lnTo>
                    <a:pt x="54" y="5"/>
                  </a:lnTo>
                  <a:lnTo>
                    <a:pt x="54" y="8"/>
                  </a:lnTo>
                  <a:lnTo>
                    <a:pt x="53" y="10"/>
                  </a:lnTo>
                  <a:lnTo>
                    <a:pt x="53" y="11"/>
                  </a:lnTo>
                  <a:lnTo>
                    <a:pt x="52" y="12"/>
                  </a:lnTo>
                  <a:lnTo>
                    <a:pt x="52" y="13"/>
                  </a:lnTo>
                  <a:lnTo>
                    <a:pt x="51" y="13"/>
                  </a:lnTo>
                  <a:lnTo>
                    <a:pt x="50" y="14"/>
                  </a:lnTo>
                  <a:lnTo>
                    <a:pt x="49" y="17"/>
                  </a:lnTo>
                  <a:lnTo>
                    <a:pt x="49" y="19"/>
                  </a:lnTo>
                  <a:lnTo>
                    <a:pt x="51" y="24"/>
                  </a:lnTo>
                  <a:lnTo>
                    <a:pt x="53" y="26"/>
                  </a:lnTo>
                  <a:lnTo>
                    <a:pt x="57" y="28"/>
                  </a:lnTo>
                  <a:lnTo>
                    <a:pt x="59" y="30"/>
                  </a:lnTo>
                  <a:lnTo>
                    <a:pt x="62" y="32"/>
                  </a:lnTo>
                  <a:lnTo>
                    <a:pt x="64" y="34"/>
                  </a:lnTo>
                  <a:lnTo>
                    <a:pt x="65" y="36"/>
                  </a:lnTo>
                  <a:lnTo>
                    <a:pt x="66" y="38"/>
                  </a:lnTo>
                  <a:lnTo>
                    <a:pt x="67" y="39"/>
                  </a:lnTo>
                  <a:lnTo>
                    <a:pt x="72" y="42"/>
                  </a:lnTo>
                  <a:lnTo>
                    <a:pt x="73" y="42"/>
                  </a:lnTo>
                  <a:lnTo>
                    <a:pt x="74" y="43"/>
                  </a:lnTo>
                  <a:lnTo>
                    <a:pt x="74" y="45"/>
                  </a:lnTo>
                  <a:lnTo>
                    <a:pt x="75" y="45"/>
                  </a:lnTo>
                  <a:lnTo>
                    <a:pt x="61" y="47"/>
                  </a:lnTo>
                  <a:lnTo>
                    <a:pt x="50" y="49"/>
                  </a:lnTo>
                  <a:lnTo>
                    <a:pt x="39" y="51"/>
                  </a:lnTo>
                  <a:lnTo>
                    <a:pt x="32" y="51"/>
                  </a:lnTo>
                  <a:lnTo>
                    <a:pt x="28" y="49"/>
                  </a:lnTo>
                  <a:lnTo>
                    <a:pt x="26" y="45"/>
                  </a:lnTo>
                  <a:lnTo>
                    <a:pt x="25" y="40"/>
                  </a:lnTo>
                  <a:lnTo>
                    <a:pt x="25" y="34"/>
                  </a:lnTo>
                  <a:lnTo>
                    <a:pt x="25" y="28"/>
                  </a:lnTo>
                  <a:lnTo>
                    <a:pt x="24" y="25"/>
                  </a:lnTo>
                  <a:lnTo>
                    <a:pt x="22" y="23"/>
                  </a:lnTo>
                  <a:lnTo>
                    <a:pt x="21" y="23"/>
                  </a:lnTo>
                  <a:lnTo>
                    <a:pt x="17" y="25"/>
                  </a:lnTo>
                  <a:lnTo>
                    <a:pt x="16" y="27"/>
                  </a:lnTo>
                  <a:lnTo>
                    <a:pt x="14" y="28"/>
                  </a:lnTo>
                  <a:lnTo>
                    <a:pt x="12" y="29"/>
                  </a:lnTo>
                  <a:lnTo>
                    <a:pt x="10" y="30"/>
                  </a:lnTo>
                  <a:lnTo>
                    <a:pt x="8" y="31"/>
                  </a:lnTo>
                  <a:lnTo>
                    <a:pt x="2" y="31"/>
                  </a:lnTo>
                  <a:lnTo>
                    <a:pt x="0" y="30"/>
                  </a:lnTo>
                  <a:lnTo>
                    <a:pt x="3" y="22"/>
                  </a:lnTo>
                  <a:lnTo>
                    <a:pt x="7" y="15"/>
                  </a:lnTo>
                  <a:lnTo>
                    <a:pt x="9" y="8"/>
                  </a:lnTo>
                  <a:lnTo>
                    <a:pt x="12" y="3"/>
                  </a:lnTo>
                  <a:lnTo>
                    <a:pt x="13" y="1"/>
                  </a:lnTo>
                  <a:lnTo>
                    <a:pt x="1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0" name="Freeform 87"/>
            <p:cNvSpPr>
              <a:spLocks/>
            </p:cNvSpPr>
            <p:nvPr/>
          </p:nvSpPr>
          <p:spPr bwMode="auto">
            <a:xfrm>
              <a:off x="3816351" y="3544888"/>
              <a:ext cx="342900" cy="228600"/>
            </a:xfrm>
            <a:custGeom>
              <a:avLst/>
              <a:gdLst/>
              <a:ahLst/>
              <a:cxnLst>
                <a:cxn ang="0">
                  <a:pos x="73" y="4"/>
                </a:cxn>
                <a:cxn ang="0">
                  <a:pos x="87" y="14"/>
                </a:cxn>
                <a:cxn ang="0">
                  <a:pos x="102" y="25"/>
                </a:cxn>
                <a:cxn ang="0">
                  <a:pos x="91" y="23"/>
                </a:cxn>
                <a:cxn ang="0">
                  <a:pos x="73" y="15"/>
                </a:cxn>
                <a:cxn ang="0">
                  <a:pos x="75" y="19"/>
                </a:cxn>
                <a:cxn ang="0">
                  <a:pos x="81" y="23"/>
                </a:cxn>
                <a:cxn ang="0">
                  <a:pos x="90" y="27"/>
                </a:cxn>
                <a:cxn ang="0">
                  <a:pos x="106" y="32"/>
                </a:cxn>
                <a:cxn ang="0">
                  <a:pos x="110" y="38"/>
                </a:cxn>
                <a:cxn ang="0">
                  <a:pos x="115" y="44"/>
                </a:cxn>
                <a:cxn ang="0">
                  <a:pos x="143" y="67"/>
                </a:cxn>
                <a:cxn ang="0">
                  <a:pos x="138" y="70"/>
                </a:cxn>
                <a:cxn ang="0">
                  <a:pos x="140" y="74"/>
                </a:cxn>
                <a:cxn ang="0">
                  <a:pos x="142" y="78"/>
                </a:cxn>
                <a:cxn ang="0">
                  <a:pos x="153" y="87"/>
                </a:cxn>
                <a:cxn ang="0">
                  <a:pos x="159" y="88"/>
                </a:cxn>
                <a:cxn ang="0">
                  <a:pos x="164" y="86"/>
                </a:cxn>
                <a:cxn ang="0">
                  <a:pos x="166" y="80"/>
                </a:cxn>
                <a:cxn ang="0">
                  <a:pos x="175" y="78"/>
                </a:cxn>
                <a:cxn ang="0">
                  <a:pos x="181" y="80"/>
                </a:cxn>
                <a:cxn ang="0">
                  <a:pos x="185" y="77"/>
                </a:cxn>
                <a:cxn ang="0">
                  <a:pos x="187" y="78"/>
                </a:cxn>
                <a:cxn ang="0">
                  <a:pos x="192" y="89"/>
                </a:cxn>
                <a:cxn ang="0">
                  <a:pos x="193" y="95"/>
                </a:cxn>
                <a:cxn ang="0">
                  <a:pos x="206" y="99"/>
                </a:cxn>
                <a:cxn ang="0">
                  <a:pos x="213" y="101"/>
                </a:cxn>
                <a:cxn ang="0">
                  <a:pos x="203" y="103"/>
                </a:cxn>
                <a:cxn ang="0">
                  <a:pos x="175" y="101"/>
                </a:cxn>
                <a:cxn ang="0">
                  <a:pos x="167" y="109"/>
                </a:cxn>
                <a:cxn ang="0">
                  <a:pos x="158" y="131"/>
                </a:cxn>
                <a:cxn ang="0">
                  <a:pos x="149" y="129"/>
                </a:cxn>
                <a:cxn ang="0">
                  <a:pos x="134" y="140"/>
                </a:cxn>
                <a:cxn ang="0">
                  <a:pos x="127" y="139"/>
                </a:cxn>
                <a:cxn ang="0">
                  <a:pos x="116" y="126"/>
                </a:cxn>
                <a:cxn ang="0">
                  <a:pos x="104" y="136"/>
                </a:cxn>
                <a:cxn ang="0">
                  <a:pos x="81" y="137"/>
                </a:cxn>
                <a:cxn ang="0">
                  <a:pos x="79" y="134"/>
                </a:cxn>
                <a:cxn ang="0">
                  <a:pos x="72" y="134"/>
                </a:cxn>
                <a:cxn ang="0">
                  <a:pos x="64" y="136"/>
                </a:cxn>
                <a:cxn ang="0">
                  <a:pos x="60" y="138"/>
                </a:cxn>
                <a:cxn ang="0">
                  <a:pos x="56" y="141"/>
                </a:cxn>
                <a:cxn ang="0">
                  <a:pos x="46" y="127"/>
                </a:cxn>
                <a:cxn ang="0">
                  <a:pos x="32" y="117"/>
                </a:cxn>
                <a:cxn ang="0">
                  <a:pos x="22" y="113"/>
                </a:cxn>
                <a:cxn ang="0">
                  <a:pos x="20" y="109"/>
                </a:cxn>
                <a:cxn ang="0">
                  <a:pos x="17" y="98"/>
                </a:cxn>
                <a:cxn ang="0">
                  <a:pos x="13" y="94"/>
                </a:cxn>
                <a:cxn ang="0">
                  <a:pos x="9" y="92"/>
                </a:cxn>
                <a:cxn ang="0">
                  <a:pos x="1" y="83"/>
                </a:cxn>
                <a:cxn ang="0">
                  <a:pos x="21" y="58"/>
                </a:cxn>
                <a:cxn ang="0">
                  <a:pos x="13" y="46"/>
                </a:cxn>
                <a:cxn ang="0">
                  <a:pos x="9" y="35"/>
                </a:cxn>
                <a:cxn ang="0">
                  <a:pos x="29" y="31"/>
                </a:cxn>
                <a:cxn ang="0">
                  <a:pos x="51" y="23"/>
                </a:cxn>
                <a:cxn ang="0">
                  <a:pos x="68" y="0"/>
                </a:cxn>
              </a:cxnLst>
              <a:rect l="0" t="0" r="r" b="b"/>
              <a:pathLst>
                <a:path w="216" h="144">
                  <a:moveTo>
                    <a:pt x="68" y="0"/>
                  </a:moveTo>
                  <a:lnTo>
                    <a:pt x="72" y="3"/>
                  </a:lnTo>
                  <a:lnTo>
                    <a:pt x="73" y="4"/>
                  </a:lnTo>
                  <a:lnTo>
                    <a:pt x="74" y="5"/>
                  </a:lnTo>
                  <a:lnTo>
                    <a:pt x="80" y="10"/>
                  </a:lnTo>
                  <a:lnTo>
                    <a:pt x="87" y="14"/>
                  </a:lnTo>
                  <a:lnTo>
                    <a:pt x="93" y="19"/>
                  </a:lnTo>
                  <a:lnTo>
                    <a:pt x="98" y="22"/>
                  </a:lnTo>
                  <a:lnTo>
                    <a:pt x="102" y="25"/>
                  </a:lnTo>
                  <a:lnTo>
                    <a:pt x="101" y="26"/>
                  </a:lnTo>
                  <a:lnTo>
                    <a:pt x="97" y="25"/>
                  </a:lnTo>
                  <a:lnTo>
                    <a:pt x="91" y="23"/>
                  </a:lnTo>
                  <a:lnTo>
                    <a:pt x="87" y="20"/>
                  </a:lnTo>
                  <a:lnTo>
                    <a:pt x="79" y="16"/>
                  </a:lnTo>
                  <a:lnTo>
                    <a:pt x="73" y="15"/>
                  </a:lnTo>
                  <a:lnTo>
                    <a:pt x="73" y="16"/>
                  </a:lnTo>
                  <a:lnTo>
                    <a:pt x="73" y="18"/>
                  </a:lnTo>
                  <a:lnTo>
                    <a:pt x="75" y="19"/>
                  </a:lnTo>
                  <a:lnTo>
                    <a:pt x="77" y="20"/>
                  </a:lnTo>
                  <a:lnTo>
                    <a:pt x="80" y="21"/>
                  </a:lnTo>
                  <a:lnTo>
                    <a:pt x="81" y="23"/>
                  </a:lnTo>
                  <a:lnTo>
                    <a:pt x="83" y="24"/>
                  </a:lnTo>
                  <a:lnTo>
                    <a:pt x="84" y="25"/>
                  </a:lnTo>
                  <a:lnTo>
                    <a:pt x="90" y="27"/>
                  </a:lnTo>
                  <a:lnTo>
                    <a:pt x="98" y="29"/>
                  </a:lnTo>
                  <a:lnTo>
                    <a:pt x="104" y="31"/>
                  </a:lnTo>
                  <a:lnTo>
                    <a:pt x="106" y="32"/>
                  </a:lnTo>
                  <a:lnTo>
                    <a:pt x="107" y="34"/>
                  </a:lnTo>
                  <a:lnTo>
                    <a:pt x="108" y="36"/>
                  </a:lnTo>
                  <a:lnTo>
                    <a:pt x="110" y="38"/>
                  </a:lnTo>
                  <a:lnTo>
                    <a:pt x="111" y="40"/>
                  </a:lnTo>
                  <a:lnTo>
                    <a:pt x="114" y="43"/>
                  </a:lnTo>
                  <a:lnTo>
                    <a:pt x="115" y="44"/>
                  </a:lnTo>
                  <a:lnTo>
                    <a:pt x="122" y="44"/>
                  </a:lnTo>
                  <a:lnTo>
                    <a:pt x="143" y="65"/>
                  </a:lnTo>
                  <a:lnTo>
                    <a:pt x="143" y="67"/>
                  </a:lnTo>
                  <a:lnTo>
                    <a:pt x="141" y="69"/>
                  </a:lnTo>
                  <a:lnTo>
                    <a:pt x="140" y="69"/>
                  </a:lnTo>
                  <a:lnTo>
                    <a:pt x="138" y="70"/>
                  </a:lnTo>
                  <a:lnTo>
                    <a:pt x="138" y="71"/>
                  </a:lnTo>
                  <a:lnTo>
                    <a:pt x="139" y="72"/>
                  </a:lnTo>
                  <a:lnTo>
                    <a:pt x="140" y="74"/>
                  </a:lnTo>
                  <a:lnTo>
                    <a:pt x="141" y="75"/>
                  </a:lnTo>
                  <a:lnTo>
                    <a:pt x="141" y="77"/>
                  </a:lnTo>
                  <a:lnTo>
                    <a:pt x="142" y="78"/>
                  </a:lnTo>
                  <a:lnTo>
                    <a:pt x="143" y="79"/>
                  </a:lnTo>
                  <a:lnTo>
                    <a:pt x="148" y="84"/>
                  </a:lnTo>
                  <a:lnTo>
                    <a:pt x="153" y="87"/>
                  </a:lnTo>
                  <a:lnTo>
                    <a:pt x="156" y="88"/>
                  </a:lnTo>
                  <a:lnTo>
                    <a:pt x="158" y="89"/>
                  </a:lnTo>
                  <a:lnTo>
                    <a:pt x="159" y="88"/>
                  </a:lnTo>
                  <a:lnTo>
                    <a:pt x="161" y="88"/>
                  </a:lnTo>
                  <a:lnTo>
                    <a:pt x="163" y="87"/>
                  </a:lnTo>
                  <a:lnTo>
                    <a:pt x="164" y="86"/>
                  </a:lnTo>
                  <a:lnTo>
                    <a:pt x="165" y="85"/>
                  </a:lnTo>
                  <a:lnTo>
                    <a:pt x="166" y="82"/>
                  </a:lnTo>
                  <a:lnTo>
                    <a:pt x="166" y="80"/>
                  </a:lnTo>
                  <a:lnTo>
                    <a:pt x="167" y="78"/>
                  </a:lnTo>
                  <a:lnTo>
                    <a:pt x="170" y="75"/>
                  </a:lnTo>
                  <a:lnTo>
                    <a:pt x="175" y="78"/>
                  </a:lnTo>
                  <a:lnTo>
                    <a:pt x="177" y="79"/>
                  </a:lnTo>
                  <a:lnTo>
                    <a:pt x="179" y="80"/>
                  </a:lnTo>
                  <a:lnTo>
                    <a:pt x="181" y="80"/>
                  </a:lnTo>
                  <a:lnTo>
                    <a:pt x="183" y="79"/>
                  </a:lnTo>
                  <a:lnTo>
                    <a:pt x="183" y="78"/>
                  </a:lnTo>
                  <a:lnTo>
                    <a:pt x="185" y="77"/>
                  </a:lnTo>
                  <a:lnTo>
                    <a:pt x="186" y="76"/>
                  </a:lnTo>
                  <a:lnTo>
                    <a:pt x="187" y="77"/>
                  </a:lnTo>
                  <a:lnTo>
                    <a:pt x="187" y="78"/>
                  </a:lnTo>
                  <a:lnTo>
                    <a:pt x="189" y="84"/>
                  </a:lnTo>
                  <a:lnTo>
                    <a:pt x="191" y="86"/>
                  </a:lnTo>
                  <a:lnTo>
                    <a:pt x="192" y="89"/>
                  </a:lnTo>
                  <a:lnTo>
                    <a:pt x="192" y="91"/>
                  </a:lnTo>
                  <a:lnTo>
                    <a:pt x="193" y="94"/>
                  </a:lnTo>
                  <a:lnTo>
                    <a:pt x="193" y="95"/>
                  </a:lnTo>
                  <a:lnTo>
                    <a:pt x="194" y="97"/>
                  </a:lnTo>
                  <a:lnTo>
                    <a:pt x="198" y="99"/>
                  </a:lnTo>
                  <a:lnTo>
                    <a:pt x="206" y="99"/>
                  </a:lnTo>
                  <a:lnTo>
                    <a:pt x="209" y="100"/>
                  </a:lnTo>
                  <a:lnTo>
                    <a:pt x="211" y="100"/>
                  </a:lnTo>
                  <a:lnTo>
                    <a:pt x="213" y="101"/>
                  </a:lnTo>
                  <a:lnTo>
                    <a:pt x="214" y="101"/>
                  </a:lnTo>
                  <a:lnTo>
                    <a:pt x="216" y="103"/>
                  </a:lnTo>
                  <a:lnTo>
                    <a:pt x="203" y="103"/>
                  </a:lnTo>
                  <a:lnTo>
                    <a:pt x="192" y="103"/>
                  </a:lnTo>
                  <a:lnTo>
                    <a:pt x="182" y="102"/>
                  </a:lnTo>
                  <a:lnTo>
                    <a:pt x="175" y="101"/>
                  </a:lnTo>
                  <a:lnTo>
                    <a:pt x="171" y="102"/>
                  </a:lnTo>
                  <a:lnTo>
                    <a:pt x="170" y="104"/>
                  </a:lnTo>
                  <a:lnTo>
                    <a:pt x="167" y="109"/>
                  </a:lnTo>
                  <a:lnTo>
                    <a:pt x="165" y="116"/>
                  </a:lnTo>
                  <a:lnTo>
                    <a:pt x="161" y="123"/>
                  </a:lnTo>
                  <a:lnTo>
                    <a:pt x="158" y="131"/>
                  </a:lnTo>
                  <a:lnTo>
                    <a:pt x="152" y="129"/>
                  </a:lnTo>
                  <a:lnTo>
                    <a:pt x="150" y="129"/>
                  </a:lnTo>
                  <a:lnTo>
                    <a:pt x="149" y="129"/>
                  </a:lnTo>
                  <a:lnTo>
                    <a:pt x="144" y="130"/>
                  </a:lnTo>
                  <a:lnTo>
                    <a:pt x="139" y="135"/>
                  </a:lnTo>
                  <a:lnTo>
                    <a:pt x="134" y="140"/>
                  </a:lnTo>
                  <a:lnTo>
                    <a:pt x="132" y="144"/>
                  </a:lnTo>
                  <a:lnTo>
                    <a:pt x="130" y="144"/>
                  </a:lnTo>
                  <a:lnTo>
                    <a:pt x="127" y="139"/>
                  </a:lnTo>
                  <a:lnTo>
                    <a:pt x="124" y="134"/>
                  </a:lnTo>
                  <a:lnTo>
                    <a:pt x="120" y="128"/>
                  </a:lnTo>
                  <a:lnTo>
                    <a:pt x="116" y="126"/>
                  </a:lnTo>
                  <a:lnTo>
                    <a:pt x="113" y="128"/>
                  </a:lnTo>
                  <a:lnTo>
                    <a:pt x="108" y="132"/>
                  </a:lnTo>
                  <a:lnTo>
                    <a:pt x="104" y="136"/>
                  </a:lnTo>
                  <a:lnTo>
                    <a:pt x="99" y="137"/>
                  </a:lnTo>
                  <a:lnTo>
                    <a:pt x="91" y="137"/>
                  </a:lnTo>
                  <a:lnTo>
                    <a:pt x="81" y="137"/>
                  </a:lnTo>
                  <a:lnTo>
                    <a:pt x="81" y="135"/>
                  </a:lnTo>
                  <a:lnTo>
                    <a:pt x="80" y="134"/>
                  </a:lnTo>
                  <a:lnTo>
                    <a:pt x="79" y="134"/>
                  </a:lnTo>
                  <a:lnTo>
                    <a:pt x="77" y="133"/>
                  </a:lnTo>
                  <a:lnTo>
                    <a:pt x="74" y="133"/>
                  </a:lnTo>
                  <a:lnTo>
                    <a:pt x="72" y="134"/>
                  </a:lnTo>
                  <a:lnTo>
                    <a:pt x="70" y="135"/>
                  </a:lnTo>
                  <a:lnTo>
                    <a:pt x="65" y="135"/>
                  </a:lnTo>
                  <a:lnTo>
                    <a:pt x="64" y="136"/>
                  </a:lnTo>
                  <a:lnTo>
                    <a:pt x="62" y="136"/>
                  </a:lnTo>
                  <a:lnTo>
                    <a:pt x="61" y="137"/>
                  </a:lnTo>
                  <a:lnTo>
                    <a:pt x="60" y="138"/>
                  </a:lnTo>
                  <a:lnTo>
                    <a:pt x="59" y="139"/>
                  </a:lnTo>
                  <a:lnTo>
                    <a:pt x="58" y="141"/>
                  </a:lnTo>
                  <a:lnTo>
                    <a:pt x="56" y="141"/>
                  </a:lnTo>
                  <a:lnTo>
                    <a:pt x="54" y="138"/>
                  </a:lnTo>
                  <a:lnTo>
                    <a:pt x="50" y="133"/>
                  </a:lnTo>
                  <a:lnTo>
                    <a:pt x="46" y="127"/>
                  </a:lnTo>
                  <a:lnTo>
                    <a:pt x="41" y="121"/>
                  </a:lnTo>
                  <a:lnTo>
                    <a:pt x="38" y="118"/>
                  </a:lnTo>
                  <a:lnTo>
                    <a:pt x="32" y="117"/>
                  </a:lnTo>
                  <a:lnTo>
                    <a:pt x="27" y="117"/>
                  </a:lnTo>
                  <a:lnTo>
                    <a:pt x="23" y="115"/>
                  </a:lnTo>
                  <a:lnTo>
                    <a:pt x="22" y="113"/>
                  </a:lnTo>
                  <a:lnTo>
                    <a:pt x="21" y="112"/>
                  </a:lnTo>
                  <a:lnTo>
                    <a:pt x="21" y="111"/>
                  </a:lnTo>
                  <a:lnTo>
                    <a:pt x="20" y="109"/>
                  </a:lnTo>
                  <a:lnTo>
                    <a:pt x="20" y="103"/>
                  </a:lnTo>
                  <a:lnTo>
                    <a:pt x="19" y="101"/>
                  </a:lnTo>
                  <a:lnTo>
                    <a:pt x="17" y="98"/>
                  </a:lnTo>
                  <a:lnTo>
                    <a:pt x="14" y="96"/>
                  </a:lnTo>
                  <a:lnTo>
                    <a:pt x="13" y="95"/>
                  </a:lnTo>
                  <a:lnTo>
                    <a:pt x="13" y="94"/>
                  </a:lnTo>
                  <a:lnTo>
                    <a:pt x="12" y="93"/>
                  </a:lnTo>
                  <a:lnTo>
                    <a:pt x="11" y="93"/>
                  </a:lnTo>
                  <a:lnTo>
                    <a:pt x="9" y="92"/>
                  </a:lnTo>
                  <a:lnTo>
                    <a:pt x="3" y="92"/>
                  </a:lnTo>
                  <a:lnTo>
                    <a:pt x="0" y="93"/>
                  </a:lnTo>
                  <a:lnTo>
                    <a:pt x="1" y="83"/>
                  </a:lnTo>
                  <a:lnTo>
                    <a:pt x="2" y="78"/>
                  </a:lnTo>
                  <a:lnTo>
                    <a:pt x="4" y="75"/>
                  </a:lnTo>
                  <a:lnTo>
                    <a:pt x="21" y="58"/>
                  </a:lnTo>
                  <a:lnTo>
                    <a:pt x="22" y="55"/>
                  </a:lnTo>
                  <a:lnTo>
                    <a:pt x="21" y="53"/>
                  </a:lnTo>
                  <a:lnTo>
                    <a:pt x="13" y="46"/>
                  </a:lnTo>
                  <a:lnTo>
                    <a:pt x="10" y="42"/>
                  </a:lnTo>
                  <a:lnTo>
                    <a:pt x="8" y="38"/>
                  </a:lnTo>
                  <a:lnTo>
                    <a:pt x="9" y="35"/>
                  </a:lnTo>
                  <a:lnTo>
                    <a:pt x="13" y="33"/>
                  </a:lnTo>
                  <a:lnTo>
                    <a:pt x="21" y="32"/>
                  </a:lnTo>
                  <a:lnTo>
                    <a:pt x="29" y="31"/>
                  </a:lnTo>
                  <a:lnTo>
                    <a:pt x="38" y="29"/>
                  </a:lnTo>
                  <a:lnTo>
                    <a:pt x="46" y="27"/>
                  </a:lnTo>
                  <a:lnTo>
                    <a:pt x="51" y="23"/>
                  </a:lnTo>
                  <a:lnTo>
                    <a:pt x="55" y="17"/>
                  </a:lnTo>
                  <a:lnTo>
                    <a:pt x="61" y="9"/>
                  </a:lnTo>
                  <a:lnTo>
                    <a:pt x="6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1" name="Freeform 88"/>
            <p:cNvSpPr>
              <a:spLocks/>
            </p:cNvSpPr>
            <p:nvPr/>
          </p:nvSpPr>
          <p:spPr bwMode="auto">
            <a:xfrm>
              <a:off x="4194176" y="3951288"/>
              <a:ext cx="246063" cy="257175"/>
            </a:xfrm>
            <a:custGeom>
              <a:avLst/>
              <a:gdLst/>
              <a:ahLst/>
              <a:cxnLst>
                <a:cxn ang="0">
                  <a:pos x="99" y="0"/>
                </a:cxn>
                <a:cxn ang="0">
                  <a:pos x="102" y="2"/>
                </a:cxn>
                <a:cxn ang="0">
                  <a:pos x="104" y="9"/>
                </a:cxn>
                <a:cxn ang="0">
                  <a:pos x="113" y="19"/>
                </a:cxn>
                <a:cxn ang="0">
                  <a:pos x="112" y="24"/>
                </a:cxn>
                <a:cxn ang="0">
                  <a:pos x="114" y="29"/>
                </a:cxn>
                <a:cxn ang="0">
                  <a:pos x="118" y="33"/>
                </a:cxn>
                <a:cxn ang="0">
                  <a:pos x="123" y="36"/>
                </a:cxn>
                <a:cxn ang="0">
                  <a:pos x="121" y="38"/>
                </a:cxn>
                <a:cxn ang="0">
                  <a:pos x="116" y="46"/>
                </a:cxn>
                <a:cxn ang="0">
                  <a:pos x="118" y="60"/>
                </a:cxn>
                <a:cxn ang="0">
                  <a:pos x="120" y="74"/>
                </a:cxn>
                <a:cxn ang="0">
                  <a:pos x="132" y="105"/>
                </a:cxn>
                <a:cxn ang="0">
                  <a:pos x="134" y="115"/>
                </a:cxn>
                <a:cxn ang="0">
                  <a:pos x="137" y="120"/>
                </a:cxn>
                <a:cxn ang="0">
                  <a:pos x="145" y="129"/>
                </a:cxn>
                <a:cxn ang="0">
                  <a:pos x="155" y="144"/>
                </a:cxn>
                <a:cxn ang="0">
                  <a:pos x="154" y="148"/>
                </a:cxn>
                <a:cxn ang="0">
                  <a:pos x="134" y="151"/>
                </a:cxn>
                <a:cxn ang="0">
                  <a:pos x="117" y="150"/>
                </a:cxn>
                <a:cxn ang="0">
                  <a:pos x="100" y="152"/>
                </a:cxn>
                <a:cxn ang="0">
                  <a:pos x="90" y="157"/>
                </a:cxn>
                <a:cxn ang="0">
                  <a:pos x="77" y="162"/>
                </a:cxn>
                <a:cxn ang="0">
                  <a:pos x="67" y="161"/>
                </a:cxn>
                <a:cxn ang="0">
                  <a:pos x="61" y="141"/>
                </a:cxn>
                <a:cxn ang="0">
                  <a:pos x="57" y="126"/>
                </a:cxn>
                <a:cxn ang="0">
                  <a:pos x="47" y="121"/>
                </a:cxn>
                <a:cxn ang="0">
                  <a:pos x="34" y="118"/>
                </a:cxn>
                <a:cxn ang="0">
                  <a:pos x="22" y="97"/>
                </a:cxn>
                <a:cxn ang="0">
                  <a:pos x="14" y="87"/>
                </a:cxn>
                <a:cxn ang="0">
                  <a:pos x="2" y="78"/>
                </a:cxn>
                <a:cxn ang="0">
                  <a:pos x="5" y="74"/>
                </a:cxn>
                <a:cxn ang="0">
                  <a:pos x="7" y="67"/>
                </a:cxn>
                <a:cxn ang="0">
                  <a:pos x="1" y="57"/>
                </a:cxn>
                <a:cxn ang="0">
                  <a:pos x="0" y="47"/>
                </a:cxn>
                <a:cxn ang="0">
                  <a:pos x="6" y="37"/>
                </a:cxn>
                <a:cxn ang="0">
                  <a:pos x="20" y="25"/>
                </a:cxn>
                <a:cxn ang="0">
                  <a:pos x="30" y="24"/>
                </a:cxn>
                <a:cxn ang="0">
                  <a:pos x="47" y="19"/>
                </a:cxn>
                <a:cxn ang="0">
                  <a:pos x="58" y="15"/>
                </a:cxn>
                <a:cxn ang="0">
                  <a:pos x="72" y="10"/>
                </a:cxn>
                <a:cxn ang="0">
                  <a:pos x="89" y="7"/>
                </a:cxn>
                <a:cxn ang="0">
                  <a:pos x="90" y="9"/>
                </a:cxn>
                <a:cxn ang="0">
                  <a:pos x="89" y="11"/>
                </a:cxn>
                <a:cxn ang="0">
                  <a:pos x="93" y="21"/>
                </a:cxn>
                <a:cxn ang="0">
                  <a:pos x="94" y="15"/>
                </a:cxn>
                <a:cxn ang="0">
                  <a:pos x="96" y="16"/>
                </a:cxn>
                <a:cxn ang="0">
                  <a:pos x="98" y="17"/>
                </a:cxn>
                <a:cxn ang="0">
                  <a:pos x="99" y="16"/>
                </a:cxn>
                <a:cxn ang="0">
                  <a:pos x="95" y="9"/>
                </a:cxn>
                <a:cxn ang="0">
                  <a:pos x="94" y="5"/>
                </a:cxn>
                <a:cxn ang="0">
                  <a:pos x="98" y="0"/>
                </a:cxn>
              </a:cxnLst>
              <a:rect l="0" t="0" r="r" b="b"/>
              <a:pathLst>
                <a:path w="155" h="162">
                  <a:moveTo>
                    <a:pt x="98" y="0"/>
                  </a:moveTo>
                  <a:lnTo>
                    <a:pt x="99" y="0"/>
                  </a:lnTo>
                  <a:lnTo>
                    <a:pt x="101" y="1"/>
                  </a:lnTo>
                  <a:lnTo>
                    <a:pt x="102" y="2"/>
                  </a:lnTo>
                  <a:lnTo>
                    <a:pt x="104" y="6"/>
                  </a:lnTo>
                  <a:lnTo>
                    <a:pt x="104" y="9"/>
                  </a:lnTo>
                  <a:lnTo>
                    <a:pt x="112" y="17"/>
                  </a:lnTo>
                  <a:lnTo>
                    <a:pt x="113" y="19"/>
                  </a:lnTo>
                  <a:lnTo>
                    <a:pt x="113" y="22"/>
                  </a:lnTo>
                  <a:lnTo>
                    <a:pt x="112" y="24"/>
                  </a:lnTo>
                  <a:lnTo>
                    <a:pt x="112" y="25"/>
                  </a:lnTo>
                  <a:lnTo>
                    <a:pt x="114" y="29"/>
                  </a:lnTo>
                  <a:lnTo>
                    <a:pt x="115" y="31"/>
                  </a:lnTo>
                  <a:lnTo>
                    <a:pt x="118" y="33"/>
                  </a:lnTo>
                  <a:lnTo>
                    <a:pt x="122" y="34"/>
                  </a:lnTo>
                  <a:lnTo>
                    <a:pt x="123" y="36"/>
                  </a:lnTo>
                  <a:lnTo>
                    <a:pt x="123" y="37"/>
                  </a:lnTo>
                  <a:lnTo>
                    <a:pt x="121" y="38"/>
                  </a:lnTo>
                  <a:lnTo>
                    <a:pt x="118" y="41"/>
                  </a:lnTo>
                  <a:lnTo>
                    <a:pt x="116" y="46"/>
                  </a:lnTo>
                  <a:lnTo>
                    <a:pt x="116" y="54"/>
                  </a:lnTo>
                  <a:lnTo>
                    <a:pt x="118" y="60"/>
                  </a:lnTo>
                  <a:lnTo>
                    <a:pt x="119" y="67"/>
                  </a:lnTo>
                  <a:lnTo>
                    <a:pt x="120" y="74"/>
                  </a:lnTo>
                  <a:lnTo>
                    <a:pt x="121" y="82"/>
                  </a:lnTo>
                  <a:lnTo>
                    <a:pt x="132" y="105"/>
                  </a:lnTo>
                  <a:lnTo>
                    <a:pt x="133" y="111"/>
                  </a:lnTo>
                  <a:lnTo>
                    <a:pt x="134" y="115"/>
                  </a:lnTo>
                  <a:lnTo>
                    <a:pt x="135" y="118"/>
                  </a:lnTo>
                  <a:lnTo>
                    <a:pt x="137" y="120"/>
                  </a:lnTo>
                  <a:lnTo>
                    <a:pt x="141" y="125"/>
                  </a:lnTo>
                  <a:lnTo>
                    <a:pt x="145" y="129"/>
                  </a:lnTo>
                  <a:lnTo>
                    <a:pt x="154" y="142"/>
                  </a:lnTo>
                  <a:lnTo>
                    <a:pt x="155" y="144"/>
                  </a:lnTo>
                  <a:lnTo>
                    <a:pt x="155" y="146"/>
                  </a:lnTo>
                  <a:lnTo>
                    <a:pt x="154" y="148"/>
                  </a:lnTo>
                  <a:lnTo>
                    <a:pt x="143" y="150"/>
                  </a:lnTo>
                  <a:lnTo>
                    <a:pt x="134" y="151"/>
                  </a:lnTo>
                  <a:lnTo>
                    <a:pt x="126" y="151"/>
                  </a:lnTo>
                  <a:lnTo>
                    <a:pt x="117" y="150"/>
                  </a:lnTo>
                  <a:lnTo>
                    <a:pt x="108" y="151"/>
                  </a:lnTo>
                  <a:lnTo>
                    <a:pt x="100" y="152"/>
                  </a:lnTo>
                  <a:lnTo>
                    <a:pt x="95" y="154"/>
                  </a:lnTo>
                  <a:lnTo>
                    <a:pt x="90" y="157"/>
                  </a:lnTo>
                  <a:lnTo>
                    <a:pt x="84" y="160"/>
                  </a:lnTo>
                  <a:lnTo>
                    <a:pt x="77" y="162"/>
                  </a:lnTo>
                  <a:lnTo>
                    <a:pt x="71" y="162"/>
                  </a:lnTo>
                  <a:lnTo>
                    <a:pt x="67" y="161"/>
                  </a:lnTo>
                  <a:lnTo>
                    <a:pt x="63" y="160"/>
                  </a:lnTo>
                  <a:lnTo>
                    <a:pt x="61" y="141"/>
                  </a:lnTo>
                  <a:lnTo>
                    <a:pt x="59" y="132"/>
                  </a:lnTo>
                  <a:lnTo>
                    <a:pt x="57" y="126"/>
                  </a:lnTo>
                  <a:lnTo>
                    <a:pt x="54" y="122"/>
                  </a:lnTo>
                  <a:lnTo>
                    <a:pt x="47" y="121"/>
                  </a:lnTo>
                  <a:lnTo>
                    <a:pt x="40" y="120"/>
                  </a:lnTo>
                  <a:lnTo>
                    <a:pt x="34" y="118"/>
                  </a:lnTo>
                  <a:lnTo>
                    <a:pt x="30" y="113"/>
                  </a:lnTo>
                  <a:lnTo>
                    <a:pt x="22" y="97"/>
                  </a:lnTo>
                  <a:lnTo>
                    <a:pt x="19" y="91"/>
                  </a:lnTo>
                  <a:lnTo>
                    <a:pt x="14" y="87"/>
                  </a:lnTo>
                  <a:lnTo>
                    <a:pt x="9" y="84"/>
                  </a:lnTo>
                  <a:lnTo>
                    <a:pt x="2" y="78"/>
                  </a:lnTo>
                  <a:lnTo>
                    <a:pt x="2" y="77"/>
                  </a:lnTo>
                  <a:lnTo>
                    <a:pt x="5" y="74"/>
                  </a:lnTo>
                  <a:lnTo>
                    <a:pt x="7" y="68"/>
                  </a:lnTo>
                  <a:lnTo>
                    <a:pt x="7" y="67"/>
                  </a:lnTo>
                  <a:lnTo>
                    <a:pt x="6" y="64"/>
                  </a:lnTo>
                  <a:lnTo>
                    <a:pt x="1" y="57"/>
                  </a:lnTo>
                  <a:lnTo>
                    <a:pt x="0" y="52"/>
                  </a:lnTo>
                  <a:lnTo>
                    <a:pt x="0" y="47"/>
                  </a:lnTo>
                  <a:lnTo>
                    <a:pt x="3" y="42"/>
                  </a:lnTo>
                  <a:lnTo>
                    <a:pt x="6" y="37"/>
                  </a:lnTo>
                  <a:lnTo>
                    <a:pt x="16" y="27"/>
                  </a:lnTo>
                  <a:lnTo>
                    <a:pt x="20" y="25"/>
                  </a:lnTo>
                  <a:lnTo>
                    <a:pt x="24" y="25"/>
                  </a:lnTo>
                  <a:lnTo>
                    <a:pt x="30" y="24"/>
                  </a:lnTo>
                  <a:lnTo>
                    <a:pt x="39" y="22"/>
                  </a:lnTo>
                  <a:lnTo>
                    <a:pt x="47" y="19"/>
                  </a:lnTo>
                  <a:lnTo>
                    <a:pt x="55" y="17"/>
                  </a:lnTo>
                  <a:lnTo>
                    <a:pt x="58" y="15"/>
                  </a:lnTo>
                  <a:lnTo>
                    <a:pt x="64" y="13"/>
                  </a:lnTo>
                  <a:lnTo>
                    <a:pt x="72" y="10"/>
                  </a:lnTo>
                  <a:lnTo>
                    <a:pt x="81" y="8"/>
                  </a:lnTo>
                  <a:lnTo>
                    <a:pt x="89" y="7"/>
                  </a:lnTo>
                  <a:lnTo>
                    <a:pt x="90" y="8"/>
                  </a:lnTo>
                  <a:lnTo>
                    <a:pt x="90" y="9"/>
                  </a:lnTo>
                  <a:lnTo>
                    <a:pt x="89" y="9"/>
                  </a:lnTo>
                  <a:lnTo>
                    <a:pt x="89" y="11"/>
                  </a:lnTo>
                  <a:lnTo>
                    <a:pt x="92" y="19"/>
                  </a:lnTo>
                  <a:lnTo>
                    <a:pt x="93" y="21"/>
                  </a:lnTo>
                  <a:lnTo>
                    <a:pt x="94" y="21"/>
                  </a:lnTo>
                  <a:lnTo>
                    <a:pt x="94" y="15"/>
                  </a:lnTo>
                  <a:lnTo>
                    <a:pt x="95" y="16"/>
                  </a:lnTo>
                  <a:lnTo>
                    <a:pt x="96" y="16"/>
                  </a:lnTo>
                  <a:lnTo>
                    <a:pt x="98" y="16"/>
                  </a:lnTo>
                  <a:lnTo>
                    <a:pt x="98" y="17"/>
                  </a:lnTo>
                  <a:lnTo>
                    <a:pt x="99" y="17"/>
                  </a:lnTo>
                  <a:lnTo>
                    <a:pt x="99" y="16"/>
                  </a:lnTo>
                  <a:lnTo>
                    <a:pt x="98" y="15"/>
                  </a:lnTo>
                  <a:lnTo>
                    <a:pt x="95" y="9"/>
                  </a:lnTo>
                  <a:lnTo>
                    <a:pt x="94" y="7"/>
                  </a:lnTo>
                  <a:lnTo>
                    <a:pt x="94" y="5"/>
                  </a:lnTo>
                  <a:lnTo>
                    <a:pt x="96" y="1"/>
                  </a:lnTo>
                  <a:lnTo>
                    <a:pt x="9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2" name="Freeform 89"/>
            <p:cNvSpPr>
              <a:spLocks/>
            </p:cNvSpPr>
            <p:nvPr/>
          </p:nvSpPr>
          <p:spPr bwMode="auto">
            <a:xfrm>
              <a:off x="3911601" y="3965575"/>
              <a:ext cx="382588" cy="457200"/>
            </a:xfrm>
            <a:custGeom>
              <a:avLst/>
              <a:gdLst/>
              <a:ahLst/>
              <a:cxnLst>
                <a:cxn ang="0">
                  <a:pos x="60" y="3"/>
                </a:cxn>
                <a:cxn ang="0">
                  <a:pos x="77" y="19"/>
                </a:cxn>
                <a:cxn ang="0">
                  <a:pos x="97" y="35"/>
                </a:cxn>
                <a:cxn ang="0">
                  <a:pos x="112" y="35"/>
                </a:cxn>
                <a:cxn ang="0">
                  <a:pos x="128" y="44"/>
                </a:cxn>
                <a:cxn ang="0">
                  <a:pos x="135" y="57"/>
                </a:cxn>
                <a:cxn ang="0">
                  <a:pos x="140" y="76"/>
                </a:cxn>
                <a:cxn ang="0">
                  <a:pos x="153" y="85"/>
                </a:cxn>
                <a:cxn ang="0">
                  <a:pos x="160" y="79"/>
                </a:cxn>
                <a:cxn ang="0">
                  <a:pos x="164" y="65"/>
                </a:cxn>
                <a:cxn ang="0">
                  <a:pos x="180" y="69"/>
                </a:cxn>
                <a:cxn ang="0">
                  <a:pos x="197" y="82"/>
                </a:cxn>
                <a:cxn ang="0">
                  <a:pos x="212" y="109"/>
                </a:cxn>
                <a:cxn ang="0">
                  <a:pos x="232" y="113"/>
                </a:cxn>
                <a:cxn ang="0">
                  <a:pos x="239" y="132"/>
                </a:cxn>
                <a:cxn ang="0">
                  <a:pos x="218" y="153"/>
                </a:cxn>
                <a:cxn ang="0">
                  <a:pos x="205" y="151"/>
                </a:cxn>
                <a:cxn ang="0">
                  <a:pos x="203" y="153"/>
                </a:cxn>
                <a:cxn ang="0">
                  <a:pos x="206" y="160"/>
                </a:cxn>
                <a:cxn ang="0">
                  <a:pos x="203" y="176"/>
                </a:cxn>
                <a:cxn ang="0">
                  <a:pos x="185" y="195"/>
                </a:cxn>
                <a:cxn ang="0">
                  <a:pos x="157" y="210"/>
                </a:cxn>
                <a:cxn ang="0">
                  <a:pos x="111" y="225"/>
                </a:cxn>
                <a:cxn ang="0">
                  <a:pos x="77" y="236"/>
                </a:cxn>
                <a:cxn ang="0">
                  <a:pos x="60" y="255"/>
                </a:cxn>
                <a:cxn ang="0">
                  <a:pos x="47" y="270"/>
                </a:cxn>
                <a:cxn ang="0">
                  <a:pos x="21" y="286"/>
                </a:cxn>
                <a:cxn ang="0">
                  <a:pos x="19" y="280"/>
                </a:cxn>
                <a:cxn ang="0">
                  <a:pos x="8" y="281"/>
                </a:cxn>
                <a:cxn ang="0">
                  <a:pos x="5" y="263"/>
                </a:cxn>
                <a:cxn ang="0">
                  <a:pos x="1" y="254"/>
                </a:cxn>
                <a:cxn ang="0">
                  <a:pos x="7" y="238"/>
                </a:cxn>
                <a:cxn ang="0">
                  <a:pos x="8" y="219"/>
                </a:cxn>
                <a:cxn ang="0">
                  <a:pos x="6" y="208"/>
                </a:cxn>
                <a:cxn ang="0">
                  <a:pos x="15" y="194"/>
                </a:cxn>
                <a:cxn ang="0">
                  <a:pos x="20" y="195"/>
                </a:cxn>
                <a:cxn ang="0">
                  <a:pos x="23" y="199"/>
                </a:cxn>
                <a:cxn ang="0">
                  <a:pos x="28" y="195"/>
                </a:cxn>
                <a:cxn ang="0">
                  <a:pos x="38" y="169"/>
                </a:cxn>
                <a:cxn ang="0">
                  <a:pos x="38" y="156"/>
                </a:cxn>
                <a:cxn ang="0">
                  <a:pos x="41" y="149"/>
                </a:cxn>
                <a:cxn ang="0">
                  <a:pos x="36" y="134"/>
                </a:cxn>
                <a:cxn ang="0">
                  <a:pos x="34" y="126"/>
                </a:cxn>
                <a:cxn ang="0">
                  <a:pos x="30" y="125"/>
                </a:cxn>
                <a:cxn ang="0">
                  <a:pos x="30" y="121"/>
                </a:cxn>
                <a:cxn ang="0">
                  <a:pos x="41" y="114"/>
                </a:cxn>
                <a:cxn ang="0">
                  <a:pos x="47" y="104"/>
                </a:cxn>
                <a:cxn ang="0">
                  <a:pos x="33" y="93"/>
                </a:cxn>
                <a:cxn ang="0">
                  <a:pos x="27" y="92"/>
                </a:cxn>
                <a:cxn ang="0">
                  <a:pos x="24" y="80"/>
                </a:cxn>
                <a:cxn ang="0">
                  <a:pos x="30" y="75"/>
                </a:cxn>
                <a:cxn ang="0">
                  <a:pos x="45" y="73"/>
                </a:cxn>
                <a:cxn ang="0">
                  <a:pos x="52" y="70"/>
                </a:cxn>
                <a:cxn ang="0">
                  <a:pos x="50" y="60"/>
                </a:cxn>
                <a:cxn ang="0">
                  <a:pos x="56" y="56"/>
                </a:cxn>
                <a:cxn ang="0">
                  <a:pos x="59" y="50"/>
                </a:cxn>
                <a:cxn ang="0">
                  <a:pos x="60" y="42"/>
                </a:cxn>
                <a:cxn ang="0">
                  <a:pos x="67" y="28"/>
                </a:cxn>
                <a:cxn ang="0">
                  <a:pos x="55" y="16"/>
                </a:cxn>
                <a:cxn ang="0">
                  <a:pos x="46" y="4"/>
                </a:cxn>
                <a:cxn ang="0">
                  <a:pos x="39" y="1"/>
                </a:cxn>
              </a:cxnLst>
              <a:rect l="0" t="0" r="r" b="b"/>
              <a:pathLst>
                <a:path w="241" h="288">
                  <a:moveTo>
                    <a:pt x="47" y="0"/>
                  </a:moveTo>
                  <a:lnTo>
                    <a:pt x="55" y="0"/>
                  </a:lnTo>
                  <a:lnTo>
                    <a:pt x="60" y="3"/>
                  </a:lnTo>
                  <a:lnTo>
                    <a:pt x="65" y="12"/>
                  </a:lnTo>
                  <a:lnTo>
                    <a:pt x="68" y="16"/>
                  </a:lnTo>
                  <a:lnTo>
                    <a:pt x="77" y="19"/>
                  </a:lnTo>
                  <a:lnTo>
                    <a:pt x="83" y="23"/>
                  </a:lnTo>
                  <a:lnTo>
                    <a:pt x="89" y="27"/>
                  </a:lnTo>
                  <a:lnTo>
                    <a:pt x="97" y="35"/>
                  </a:lnTo>
                  <a:lnTo>
                    <a:pt x="100" y="36"/>
                  </a:lnTo>
                  <a:lnTo>
                    <a:pt x="106" y="36"/>
                  </a:lnTo>
                  <a:lnTo>
                    <a:pt x="112" y="35"/>
                  </a:lnTo>
                  <a:lnTo>
                    <a:pt x="117" y="36"/>
                  </a:lnTo>
                  <a:lnTo>
                    <a:pt x="122" y="40"/>
                  </a:lnTo>
                  <a:lnTo>
                    <a:pt x="128" y="44"/>
                  </a:lnTo>
                  <a:lnTo>
                    <a:pt x="133" y="49"/>
                  </a:lnTo>
                  <a:lnTo>
                    <a:pt x="135" y="52"/>
                  </a:lnTo>
                  <a:lnTo>
                    <a:pt x="135" y="57"/>
                  </a:lnTo>
                  <a:lnTo>
                    <a:pt x="136" y="64"/>
                  </a:lnTo>
                  <a:lnTo>
                    <a:pt x="138" y="71"/>
                  </a:lnTo>
                  <a:lnTo>
                    <a:pt x="140" y="76"/>
                  </a:lnTo>
                  <a:lnTo>
                    <a:pt x="144" y="79"/>
                  </a:lnTo>
                  <a:lnTo>
                    <a:pt x="149" y="83"/>
                  </a:lnTo>
                  <a:lnTo>
                    <a:pt x="153" y="85"/>
                  </a:lnTo>
                  <a:lnTo>
                    <a:pt x="157" y="86"/>
                  </a:lnTo>
                  <a:lnTo>
                    <a:pt x="159" y="84"/>
                  </a:lnTo>
                  <a:lnTo>
                    <a:pt x="160" y="79"/>
                  </a:lnTo>
                  <a:lnTo>
                    <a:pt x="160" y="73"/>
                  </a:lnTo>
                  <a:lnTo>
                    <a:pt x="161" y="67"/>
                  </a:lnTo>
                  <a:lnTo>
                    <a:pt x="164" y="65"/>
                  </a:lnTo>
                  <a:lnTo>
                    <a:pt x="167" y="65"/>
                  </a:lnTo>
                  <a:lnTo>
                    <a:pt x="176" y="68"/>
                  </a:lnTo>
                  <a:lnTo>
                    <a:pt x="180" y="69"/>
                  </a:lnTo>
                  <a:lnTo>
                    <a:pt x="187" y="75"/>
                  </a:lnTo>
                  <a:lnTo>
                    <a:pt x="192" y="78"/>
                  </a:lnTo>
                  <a:lnTo>
                    <a:pt x="197" y="82"/>
                  </a:lnTo>
                  <a:lnTo>
                    <a:pt x="200" y="88"/>
                  </a:lnTo>
                  <a:lnTo>
                    <a:pt x="208" y="104"/>
                  </a:lnTo>
                  <a:lnTo>
                    <a:pt x="212" y="109"/>
                  </a:lnTo>
                  <a:lnTo>
                    <a:pt x="218" y="111"/>
                  </a:lnTo>
                  <a:lnTo>
                    <a:pt x="225" y="112"/>
                  </a:lnTo>
                  <a:lnTo>
                    <a:pt x="232" y="113"/>
                  </a:lnTo>
                  <a:lnTo>
                    <a:pt x="235" y="117"/>
                  </a:lnTo>
                  <a:lnTo>
                    <a:pt x="237" y="123"/>
                  </a:lnTo>
                  <a:lnTo>
                    <a:pt x="239" y="132"/>
                  </a:lnTo>
                  <a:lnTo>
                    <a:pt x="241" y="151"/>
                  </a:lnTo>
                  <a:lnTo>
                    <a:pt x="225" y="153"/>
                  </a:lnTo>
                  <a:lnTo>
                    <a:pt x="218" y="153"/>
                  </a:lnTo>
                  <a:lnTo>
                    <a:pt x="211" y="151"/>
                  </a:lnTo>
                  <a:lnTo>
                    <a:pt x="207" y="151"/>
                  </a:lnTo>
                  <a:lnTo>
                    <a:pt x="205" y="151"/>
                  </a:lnTo>
                  <a:lnTo>
                    <a:pt x="203" y="151"/>
                  </a:lnTo>
                  <a:lnTo>
                    <a:pt x="202" y="152"/>
                  </a:lnTo>
                  <a:lnTo>
                    <a:pt x="203" y="153"/>
                  </a:lnTo>
                  <a:lnTo>
                    <a:pt x="203" y="156"/>
                  </a:lnTo>
                  <a:lnTo>
                    <a:pt x="205" y="158"/>
                  </a:lnTo>
                  <a:lnTo>
                    <a:pt x="206" y="160"/>
                  </a:lnTo>
                  <a:lnTo>
                    <a:pt x="208" y="164"/>
                  </a:lnTo>
                  <a:lnTo>
                    <a:pt x="208" y="169"/>
                  </a:lnTo>
                  <a:lnTo>
                    <a:pt x="203" y="176"/>
                  </a:lnTo>
                  <a:lnTo>
                    <a:pt x="197" y="183"/>
                  </a:lnTo>
                  <a:lnTo>
                    <a:pt x="191" y="189"/>
                  </a:lnTo>
                  <a:lnTo>
                    <a:pt x="185" y="195"/>
                  </a:lnTo>
                  <a:lnTo>
                    <a:pt x="180" y="199"/>
                  </a:lnTo>
                  <a:lnTo>
                    <a:pt x="170" y="204"/>
                  </a:lnTo>
                  <a:lnTo>
                    <a:pt x="157" y="210"/>
                  </a:lnTo>
                  <a:lnTo>
                    <a:pt x="142" y="215"/>
                  </a:lnTo>
                  <a:lnTo>
                    <a:pt x="126" y="220"/>
                  </a:lnTo>
                  <a:lnTo>
                    <a:pt x="111" y="225"/>
                  </a:lnTo>
                  <a:lnTo>
                    <a:pt x="98" y="229"/>
                  </a:lnTo>
                  <a:lnTo>
                    <a:pt x="88" y="232"/>
                  </a:lnTo>
                  <a:lnTo>
                    <a:pt x="77" y="236"/>
                  </a:lnTo>
                  <a:lnTo>
                    <a:pt x="69" y="242"/>
                  </a:lnTo>
                  <a:lnTo>
                    <a:pt x="64" y="248"/>
                  </a:lnTo>
                  <a:lnTo>
                    <a:pt x="60" y="255"/>
                  </a:lnTo>
                  <a:lnTo>
                    <a:pt x="56" y="261"/>
                  </a:lnTo>
                  <a:lnTo>
                    <a:pt x="53" y="265"/>
                  </a:lnTo>
                  <a:lnTo>
                    <a:pt x="47" y="270"/>
                  </a:lnTo>
                  <a:lnTo>
                    <a:pt x="30" y="283"/>
                  </a:lnTo>
                  <a:lnTo>
                    <a:pt x="21" y="288"/>
                  </a:lnTo>
                  <a:lnTo>
                    <a:pt x="21" y="286"/>
                  </a:lnTo>
                  <a:lnTo>
                    <a:pt x="21" y="283"/>
                  </a:lnTo>
                  <a:lnTo>
                    <a:pt x="20" y="282"/>
                  </a:lnTo>
                  <a:lnTo>
                    <a:pt x="19" y="280"/>
                  </a:lnTo>
                  <a:lnTo>
                    <a:pt x="15" y="280"/>
                  </a:lnTo>
                  <a:lnTo>
                    <a:pt x="14" y="281"/>
                  </a:lnTo>
                  <a:lnTo>
                    <a:pt x="8" y="281"/>
                  </a:lnTo>
                  <a:lnTo>
                    <a:pt x="7" y="280"/>
                  </a:lnTo>
                  <a:lnTo>
                    <a:pt x="7" y="267"/>
                  </a:lnTo>
                  <a:lnTo>
                    <a:pt x="5" y="263"/>
                  </a:lnTo>
                  <a:lnTo>
                    <a:pt x="4" y="262"/>
                  </a:lnTo>
                  <a:lnTo>
                    <a:pt x="0" y="255"/>
                  </a:lnTo>
                  <a:lnTo>
                    <a:pt x="1" y="254"/>
                  </a:lnTo>
                  <a:lnTo>
                    <a:pt x="2" y="252"/>
                  </a:lnTo>
                  <a:lnTo>
                    <a:pt x="4" y="245"/>
                  </a:lnTo>
                  <a:lnTo>
                    <a:pt x="7" y="238"/>
                  </a:lnTo>
                  <a:lnTo>
                    <a:pt x="9" y="231"/>
                  </a:lnTo>
                  <a:lnTo>
                    <a:pt x="10" y="225"/>
                  </a:lnTo>
                  <a:lnTo>
                    <a:pt x="8" y="219"/>
                  </a:lnTo>
                  <a:lnTo>
                    <a:pt x="6" y="215"/>
                  </a:lnTo>
                  <a:lnTo>
                    <a:pt x="5" y="211"/>
                  </a:lnTo>
                  <a:lnTo>
                    <a:pt x="6" y="208"/>
                  </a:lnTo>
                  <a:lnTo>
                    <a:pt x="9" y="203"/>
                  </a:lnTo>
                  <a:lnTo>
                    <a:pt x="13" y="198"/>
                  </a:lnTo>
                  <a:lnTo>
                    <a:pt x="15" y="194"/>
                  </a:lnTo>
                  <a:lnTo>
                    <a:pt x="17" y="193"/>
                  </a:lnTo>
                  <a:lnTo>
                    <a:pt x="18" y="194"/>
                  </a:lnTo>
                  <a:lnTo>
                    <a:pt x="20" y="195"/>
                  </a:lnTo>
                  <a:lnTo>
                    <a:pt x="21" y="197"/>
                  </a:lnTo>
                  <a:lnTo>
                    <a:pt x="22" y="198"/>
                  </a:lnTo>
                  <a:lnTo>
                    <a:pt x="23" y="199"/>
                  </a:lnTo>
                  <a:lnTo>
                    <a:pt x="25" y="200"/>
                  </a:lnTo>
                  <a:lnTo>
                    <a:pt x="26" y="199"/>
                  </a:lnTo>
                  <a:lnTo>
                    <a:pt x="28" y="195"/>
                  </a:lnTo>
                  <a:lnTo>
                    <a:pt x="31" y="189"/>
                  </a:lnTo>
                  <a:lnTo>
                    <a:pt x="37" y="175"/>
                  </a:lnTo>
                  <a:lnTo>
                    <a:pt x="38" y="169"/>
                  </a:lnTo>
                  <a:lnTo>
                    <a:pt x="38" y="158"/>
                  </a:lnTo>
                  <a:lnTo>
                    <a:pt x="38" y="157"/>
                  </a:lnTo>
                  <a:lnTo>
                    <a:pt x="38" y="156"/>
                  </a:lnTo>
                  <a:lnTo>
                    <a:pt x="39" y="156"/>
                  </a:lnTo>
                  <a:lnTo>
                    <a:pt x="41" y="154"/>
                  </a:lnTo>
                  <a:lnTo>
                    <a:pt x="41" y="149"/>
                  </a:lnTo>
                  <a:lnTo>
                    <a:pt x="40" y="146"/>
                  </a:lnTo>
                  <a:lnTo>
                    <a:pt x="38" y="139"/>
                  </a:lnTo>
                  <a:lnTo>
                    <a:pt x="36" y="134"/>
                  </a:lnTo>
                  <a:lnTo>
                    <a:pt x="35" y="129"/>
                  </a:lnTo>
                  <a:lnTo>
                    <a:pt x="35" y="128"/>
                  </a:lnTo>
                  <a:lnTo>
                    <a:pt x="34" y="126"/>
                  </a:lnTo>
                  <a:lnTo>
                    <a:pt x="32" y="126"/>
                  </a:lnTo>
                  <a:lnTo>
                    <a:pt x="31" y="125"/>
                  </a:lnTo>
                  <a:lnTo>
                    <a:pt x="30" y="125"/>
                  </a:lnTo>
                  <a:lnTo>
                    <a:pt x="29" y="124"/>
                  </a:lnTo>
                  <a:lnTo>
                    <a:pt x="29" y="123"/>
                  </a:lnTo>
                  <a:lnTo>
                    <a:pt x="30" y="121"/>
                  </a:lnTo>
                  <a:lnTo>
                    <a:pt x="31" y="120"/>
                  </a:lnTo>
                  <a:lnTo>
                    <a:pt x="36" y="117"/>
                  </a:lnTo>
                  <a:lnTo>
                    <a:pt x="41" y="114"/>
                  </a:lnTo>
                  <a:lnTo>
                    <a:pt x="46" y="110"/>
                  </a:lnTo>
                  <a:lnTo>
                    <a:pt x="47" y="107"/>
                  </a:lnTo>
                  <a:lnTo>
                    <a:pt x="47" y="104"/>
                  </a:lnTo>
                  <a:lnTo>
                    <a:pt x="42" y="101"/>
                  </a:lnTo>
                  <a:lnTo>
                    <a:pt x="35" y="96"/>
                  </a:lnTo>
                  <a:lnTo>
                    <a:pt x="33" y="93"/>
                  </a:lnTo>
                  <a:lnTo>
                    <a:pt x="32" y="92"/>
                  </a:lnTo>
                  <a:lnTo>
                    <a:pt x="30" y="92"/>
                  </a:lnTo>
                  <a:lnTo>
                    <a:pt x="27" y="92"/>
                  </a:lnTo>
                  <a:lnTo>
                    <a:pt x="25" y="91"/>
                  </a:lnTo>
                  <a:lnTo>
                    <a:pt x="24" y="90"/>
                  </a:lnTo>
                  <a:lnTo>
                    <a:pt x="24" y="80"/>
                  </a:lnTo>
                  <a:lnTo>
                    <a:pt x="25" y="78"/>
                  </a:lnTo>
                  <a:lnTo>
                    <a:pt x="27" y="76"/>
                  </a:lnTo>
                  <a:lnTo>
                    <a:pt x="30" y="75"/>
                  </a:lnTo>
                  <a:lnTo>
                    <a:pt x="32" y="74"/>
                  </a:lnTo>
                  <a:lnTo>
                    <a:pt x="42" y="74"/>
                  </a:lnTo>
                  <a:lnTo>
                    <a:pt x="45" y="73"/>
                  </a:lnTo>
                  <a:lnTo>
                    <a:pt x="47" y="73"/>
                  </a:lnTo>
                  <a:lnTo>
                    <a:pt x="51" y="71"/>
                  </a:lnTo>
                  <a:lnTo>
                    <a:pt x="52" y="70"/>
                  </a:lnTo>
                  <a:lnTo>
                    <a:pt x="52" y="69"/>
                  </a:lnTo>
                  <a:lnTo>
                    <a:pt x="50" y="66"/>
                  </a:lnTo>
                  <a:lnTo>
                    <a:pt x="50" y="60"/>
                  </a:lnTo>
                  <a:lnTo>
                    <a:pt x="52" y="58"/>
                  </a:lnTo>
                  <a:lnTo>
                    <a:pt x="55" y="57"/>
                  </a:lnTo>
                  <a:lnTo>
                    <a:pt x="56" y="56"/>
                  </a:lnTo>
                  <a:lnTo>
                    <a:pt x="57" y="56"/>
                  </a:lnTo>
                  <a:lnTo>
                    <a:pt x="59" y="54"/>
                  </a:lnTo>
                  <a:lnTo>
                    <a:pt x="59" y="50"/>
                  </a:lnTo>
                  <a:lnTo>
                    <a:pt x="58" y="50"/>
                  </a:lnTo>
                  <a:lnTo>
                    <a:pt x="58" y="46"/>
                  </a:lnTo>
                  <a:lnTo>
                    <a:pt x="60" y="42"/>
                  </a:lnTo>
                  <a:lnTo>
                    <a:pt x="64" y="38"/>
                  </a:lnTo>
                  <a:lnTo>
                    <a:pt x="66" y="33"/>
                  </a:lnTo>
                  <a:lnTo>
                    <a:pt x="67" y="28"/>
                  </a:lnTo>
                  <a:lnTo>
                    <a:pt x="65" y="24"/>
                  </a:lnTo>
                  <a:lnTo>
                    <a:pt x="60" y="20"/>
                  </a:lnTo>
                  <a:lnTo>
                    <a:pt x="55" y="16"/>
                  </a:lnTo>
                  <a:lnTo>
                    <a:pt x="49" y="12"/>
                  </a:lnTo>
                  <a:lnTo>
                    <a:pt x="47" y="7"/>
                  </a:lnTo>
                  <a:lnTo>
                    <a:pt x="46" y="4"/>
                  </a:lnTo>
                  <a:lnTo>
                    <a:pt x="44" y="3"/>
                  </a:lnTo>
                  <a:lnTo>
                    <a:pt x="41" y="2"/>
                  </a:lnTo>
                  <a:lnTo>
                    <a:pt x="39" y="1"/>
                  </a:lnTo>
                  <a:lnTo>
                    <a:pt x="4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3" name="Freeform 90"/>
            <p:cNvSpPr>
              <a:spLocks/>
            </p:cNvSpPr>
            <p:nvPr/>
          </p:nvSpPr>
          <p:spPr bwMode="auto">
            <a:xfrm>
              <a:off x="3944938" y="4205288"/>
              <a:ext cx="438150" cy="512763"/>
            </a:xfrm>
            <a:custGeom>
              <a:avLst/>
              <a:gdLst/>
              <a:ahLst/>
              <a:cxnLst>
                <a:cxn ang="0">
                  <a:pos x="190" y="0"/>
                </a:cxn>
                <a:cxn ang="0">
                  <a:pos x="216" y="0"/>
                </a:cxn>
                <a:cxn ang="0">
                  <a:pos x="232" y="13"/>
                </a:cxn>
                <a:cxn ang="0">
                  <a:pos x="239" y="38"/>
                </a:cxn>
                <a:cxn ang="0">
                  <a:pos x="234" y="61"/>
                </a:cxn>
                <a:cxn ang="0">
                  <a:pos x="226" y="90"/>
                </a:cxn>
                <a:cxn ang="0">
                  <a:pos x="240" y="118"/>
                </a:cxn>
                <a:cxn ang="0">
                  <a:pos x="243" y="129"/>
                </a:cxn>
                <a:cxn ang="0">
                  <a:pos x="242" y="143"/>
                </a:cxn>
                <a:cxn ang="0">
                  <a:pos x="255" y="163"/>
                </a:cxn>
                <a:cxn ang="0">
                  <a:pos x="265" y="185"/>
                </a:cxn>
                <a:cxn ang="0">
                  <a:pos x="263" y="229"/>
                </a:cxn>
                <a:cxn ang="0">
                  <a:pos x="267" y="245"/>
                </a:cxn>
                <a:cxn ang="0">
                  <a:pos x="271" y="268"/>
                </a:cxn>
                <a:cxn ang="0">
                  <a:pos x="275" y="287"/>
                </a:cxn>
                <a:cxn ang="0">
                  <a:pos x="240" y="305"/>
                </a:cxn>
                <a:cxn ang="0">
                  <a:pos x="230" y="323"/>
                </a:cxn>
                <a:cxn ang="0">
                  <a:pos x="202" y="321"/>
                </a:cxn>
                <a:cxn ang="0">
                  <a:pos x="193" y="304"/>
                </a:cxn>
                <a:cxn ang="0">
                  <a:pos x="182" y="275"/>
                </a:cxn>
                <a:cxn ang="0">
                  <a:pos x="169" y="262"/>
                </a:cxn>
                <a:cxn ang="0">
                  <a:pos x="132" y="252"/>
                </a:cxn>
                <a:cxn ang="0">
                  <a:pos x="110" y="245"/>
                </a:cxn>
                <a:cxn ang="0">
                  <a:pos x="93" y="254"/>
                </a:cxn>
                <a:cxn ang="0">
                  <a:pos x="65" y="254"/>
                </a:cxn>
                <a:cxn ang="0">
                  <a:pos x="39" y="260"/>
                </a:cxn>
                <a:cxn ang="0">
                  <a:pos x="35" y="220"/>
                </a:cxn>
                <a:cxn ang="0">
                  <a:pos x="20" y="196"/>
                </a:cxn>
                <a:cxn ang="0">
                  <a:pos x="6" y="178"/>
                </a:cxn>
                <a:cxn ang="0">
                  <a:pos x="5" y="153"/>
                </a:cxn>
                <a:cxn ang="0">
                  <a:pos x="7" y="149"/>
                </a:cxn>
                <a:cxn ang="0">
                  <a:pos x="7" y="143"/>
                </a:cxn>
                <a:cxn ang="0">
                  <a:pos x="1" y="139"/>
                </a:cxn>
                <a:cxn ang="0">
                  <a:pos x="26" y="119"/>
                </a:cxn>
                <a:cxn ang="0">
                  <a:pos x="39" y="104"/>
                </a:cxn>
                <a:cxn ang="0">
                  <a:pos x="56" y="85"/>
                </a:cxn>
                <a:cxn ang="0">
                  <a:pos x="90" y="74"/>
                </a:cxn>
                <a:cxn ang="0">
                  <a:pos x="136" y="59"/>
                </a:cxn>
                <a:cxn ang="0">
                  <a:pos x="164" y="44"/>
                </a:cxn>
                <a:cxn ang="0">
                  <a:pos x="182" y="25"/>
                </a:cxn>
                <a:cxn ang="0">
                  <a:pos x="185" y="9"/>
                </a:cxn>
                <a:cxn ang="0">
                  <a:pos x="182" y="2"/>
                </a:cxn>
                <a:cxn ang="0">
                  <a:pos x="184" y="0"/>
                </a:cxn>
              </a:cxnLst>
              <a:rect l="0" t="0" r="r" b="b"/>
              <a:pathLst>
                <a:path w="276" h="323">
                  <a:moveTo>
                    <a:pt x="184" y="0"/>
                  </a:moveTo>
                  <a:lnTo>
                    <a:pt x="186" y="0"/>
                  </a:lnTo>
                  <a:lnTo>
                    <a:pt x="190" y="0"/>
                  </a:lnTo>
                  <a:lnTo>
                    <a:pt x="197" y="2"/>
                  </a:lnTo>
                  <a:lnTo>
                    <a:pt x="204" y="2"/>
                  </a:lnTo>
                  <a:lnTo>
                    <a:pt x="216" y="0"/>
                  </a:lnTo>
                  <a:lnTo>
                    <a:pt x="228" y="2"/>
                  </a:lnTo>
                  <a:lnTo>
                    <a:pt x="229" y="2"/>
                  </a:lnTo>
                  <a:lnTo>
                    <a:pt x="232" y="13"/>
                  </a:lnTo>
                  <a:lnTo>
                    <a:pt x="235" y="23"/>
                  </a:lnTo>
                  <a:lnTo>
                    <a:pt x="238" y="32"/>
                  </a:lnTo>
                  <a:lnTo>
                    <a:pt x="239" y="38"/>
                  </a:lnTo>
                  <a:lnTo>
                    <a:pt x="239" y="44"/>
                  </a:lnTo>
                  <a:lnTo>
                    <a:pt x="237" y="52"/>
                  </a:lnTo>
                  <a:lnTo>
                    <a:pt x="234" y="61"/>
                  </a:lnTo>
                  <a:lnTo>
                    <a:pt x="230" y="70"/>
                  </a:lnTo>
                  <a:lnTo>
                    <a:pt x="227" y="80"/>
                  </a:lnTo>
                  <a:lnTo>
                    <a:pt x="226" y="90"/>
                  </a:lnTo>
                  <a:lnTo>
                    <a:pt x="228" y="100"/>
                  </a:lnTo>
                  <a:lnTo>
                    <a:pt x="231" y="107"/>
                  </a:lnTo>
                  <a:lnTo>
                    <a:pt x="240" y="118"/>
                  </a:lnTo>
                  <a:lnTo>
                    <a:pt x="244" y="121"/>
                  </a:lnTo>
                  <a:lnTo>
                    <a:pt x="245" y="126"/>
                  </a:lnTo>
                  <a:lnTo>
                    <a:pt x="243" y="129"/>
                  </a:lnTo>
                  <a:lnTo>
                    <a:pt x="241" y="134"/>
                  </a:lnTo>
                  <a:lnTo>
                    <a:pt x="240" y="138"/>
                  </a:lnTo>
                  <a:lnTo>
                    <a:pt x="242" y="143"/>
                  </a:lnTo>
                  <a:lnTo>
                    <a:pt x="246" y="149"/>
                  </a:lnTo>
                  <a:lnTo>
                    <a:pt x="250" y="156"/>
                  </a:lnTo>
                  <a:lnTo>
                    <a:pt x="255" y="163"/>
                  </a:lnTo>
                  <a:lnTo>
                    <a:pt x="260" y="170"/>
                  </a:lnTo>
                  <a:lnTo>
                    <a:pt x="263" y="177"/>
                  </a:lnTo>
                  <a:lnTo>
                    <a:pt x="265" y="185"/>
                  </a:lnTo>
                  <a:lnTo>
                    <a:pt x="265" y="208"/>
                  </a:lnTo>
                  <a:lnTo>
                    <a:pt x="264" y="220"/>
                  </a:lnTo>
                  <a:lnTo>
                    <a:pt x="263" y="229"/>
                  </a:lnTo>
                  <a:lnTo>
                    <a:pt x="263" y="235"/>
                  </a:lnTo>
                  <a:lnTo>
                    <a:pt x="265" y="239"/>
                  </a:lnTo>
                  <a:lnTo>
                    <a:pt x="267" y="245"/>
                  </a:lnTo>
                  <a:lnTo>
                    <a:pt x="270" y="251"/>
                  </a:lnTo>
                  <a:lnTo>
                    <a:pt x="271" y="256"/>
                  </a:lnTo>
                  <a:lnTo>
                    <a:pt x="271" y="268"/>
                  </a:lnTo>
                  <a:lnTo>
                    <a:pt x="272" y="275"/>
                  </a:lnTo>
                  <a:lnTo>
                    <a:pt x="276" y="282"/>
                  </a:lnTo>
                  <a:lnTo>
                    <a:pt x="275" y="287"/>
                  </a:lnTo>
                  <a:lnTo>
                    <a:pt x="269" y="292"/>
                  </a:lnTo>
                  <a:lnTo>
                    <a:pt x="260" y="296"/>
                  </a:lnTo>
                  <a:lnTo>
                    <a:pt x="240" y="305"/>
                  </a:lnTo>
                  <a:lnTo>
                    <a:pt x="235" y="310"/>
                  </a:lnTo>
                  <a:lnTo>
                    <a:pt x="232" y="316"/>
                  </a:lnTo>
                  <a:lnTo>
                    <a:pt x="230" y="323"/>
                  </a:lnTo>
                  <a:lnTo>
                    <a:pt x="223" y="322"/>
                  </a:lnTo>
                  <a:lnTo>
                    <a:pt x="207" y="321"/>
                  </a:lnTo>
                  <a:lnTo>
                    <a:pt x="202" y="321"/>
                  </a:lnTo>
                  <a:lnTo>
                    <a:pt x="199" y="318"/>
                  </a:lnTo>
                  <a:lnTo>
                    <a:pt x="196" y="313"/>
                  </a:lnTo>
                  <a:lnTo>
                    <a:pt x="193" y="304"/>
                  </a:lnTo>
                  <a:lnTo>
                    <a:pt x="189" y="294"/>
                  </a:lnTo>
                  <a:lnTo>
                    <a:pt x="185" y="284"/>
                  </a:lnTo>
                  <a:lnTo>
                    <a:pt x="182" y="275"/>
                  </a:lnTo>
                  <a:lnTo>
                    <a:pt x="179" y="269"/>
                  </a:lnTo>
                  <a:lnTo>
                    <a:pt x="176" y="265"/>
                  </a:lnTo>
                  <a:lnTo>
                    <a:pt x="169" y="262"/>
                  </a:lnTo>
                  <a:lnTo>
                    <a:pt x="158" y="260"/>
                  </a:lnTo>
                  <a:lnTo>
                    <a:pt x="145" y="256"/>
                  </a:lnTo>
                  <a:lnTo>
                    <a:pt x="132" y="252"/>
                  </a:lnTo>
                  <a:lnTo>
                    <a:pt x="121" y="248"/>
                  </a:lnTo>
                  <a:lnTo>
                    <a:pt x="114" y="245"/>
                  </a:lnTo>
                  <a:lnTo>
                    <a:pt x="110" y="245"/>
                  </a:lnTo>
                  <a:lnTo>
                    <a:pt x="106" y="247"/>
                  </a:lnTo>
                  <a:lnTo>
                    <a:pt x="99" y="253"/>
                  </a:lnTo>
                  <a:lnTo>
                    <a:pt x="93" y="254"/>
                  </a:lnTo>
                  <a:lnTo>
                    <a:pt x="84" y="255"/>
                  </a:lnTo>
                  <a:lnTo>
                    <a:pt x="74" y="255"/>
                  </a:lnTo>
                  <a:lnTo>
                    <a:pt x="65" y="254"/>
                  </a:lnTo>
                  <a:lnTo>
                    <a:pt x="58" y="255"/>
                  </a:lnTo>
                  <a:lnTo>
                    <a:pt x="49" y="257"/>
                  </a:lnTo>
                  <a:lnTo>
                    <a:pt x="39" y="260"/>
                  </a:lnTo>
                  <a:lnTo>
                    <a:pt x="39" y="252"/>
                  </a:lnTo>
                  <a:lnTo>
                    <a:pt x="36" y="225"/>
                  </a:lnTo>
                  <a:lnTo>
                    <a:pt x="35" y="220"/>
                  </a:lnTo>
                  <a:lnTo>
                    <a:pt x="33" y="214"/>
                  </a:lnTo>
                  <a:lnTo>
                    <a:pt x="26" y="203"/>
                  </a:lnTo>
                  <a:lnTo>
                    <a:pt x="20" y="196"/>
                  </a:lnTo>
                  <a:lnTo>
                    <a:pt x="16" y="190"/>
                  </a:lnTo>
                  <a:lnTo>
                    <a:pt x="10" y="184"/>
                  </a:lnTo>
                  <a:lnTo>
                    <a:pt x="6" y="178"/>
                  </a:lnTo>
                  <a:lnTo>
                    <a:pt x="4" y="172"/>
                  </a:lnTo>
                  <a:lnTo>
                    <a:pt x="4" y="156"/>
                  </a:lnTo>
                  <a:lnTo>
                    <a:pt x="5" y="153"/>
                  </a:lnTo>
                  <a:lnTo>
                    <a:pt x="6" y="152"/>
                  </a:lnTo>
                  <a:lnTo>
                    <a:pt x="7" y="151"/>
                  </a:lnTo>
                  <a:lnTo>
                    <a:pt x="7" y="149"/>
                  </a:lnTo>
                  <a:lnTo>
                    <a:pt x="9" y="145"/>
                  </a:lnTo>
                  <a:lnTo>
                    <a:pt x="8" y="144"/>
                  </a:lnTo>
                  <a:lnTo>
                    <a:pt x="7" y="143"/>
                  </a:lnTo>
                  <a:lnTo>
                    <a:pt x="5" y="142"/>
                  </a:lnTo>
                  <a:lnTo>
                    <a:pt x="3" y="140"/>
                  </a:lnTo>
                  <a:lnTo>
                    <a:pt x="1" y="139"/>
                  </a:lnTo>
                  <a:lnTo>
                    <a:pt x="0" y="137"/>
                  </a:lnTo>
                  <a:lnTo>
                    <a:pt x="9" y="132"/>
                  </a:lnTo>
                  <a:lnTo>
                    <a:pt x="26" y="119"/>
                  </a:lnTo>
                  <a:lnTo>
                    <a:pt x="32" y="114"/>
                  </a:lnTo>
                  <a:lnTo>
                    <a:pt x="35" y="110"/>
                  </a:lnTo>
                  <a:lnTo>
                    <a:pt x="39" y="104"/>
                  </a:lnTo>
                  <a:lnTo>
                    <a:pt x="43" y="97"/>
                  </a:lnTo>
                  <a:lnTo>
                    <a:pt x="48" y="91"/>
                  </a:lnTo>
                  <a:lnTo>
                    <a:pt x="56" y="85"/>
                  </a:lnTo>
                  <a:lnTo>
                    <a:pt x="67" y="81"/>
                  </a:lnTo>
                  <a:lnTo>
                    <a:pt x="77" y="78"/>
                  </a:lnTo>
                  <a:lnTo>
                    <a:pt x="90" y="74"/>
                  </a:lnTo>
                  <a:lnTo>
                    <a:pt x="105" y="69"/>
                  </a:lnTo>
                  <a:lnTo>
                    <a:pt x="121" y="64"/>
                  </a:lnTo>
                  <a:lnTo>
                    <a:pt x="136" y="59"/>
                  </a:lnTo>
                  <a:lnTo>
                    <a:pt x="149" y="53"/>
                  </a:lnTo>
                  <a:lnTo>
                    <a:pt x="159" y="48"/>
                  </a:lnTo>
                  <a:lnTo>
                    <a:pt x="164" y="44"/>
                  </a:lnTo>
                  <a:lnTo>
                    <a:pt x="170" y="38"/>
                  </a:lnTo>
                  <a:lnTo>
                    <a:pt x="176" y="32"/>
                  </a:lnTo>
                  <a:lnTo>
                    <a:pt x="182" y="25"/>
                  </a:lnTo>
                  <a:lnTo>
                    <a:pt x="187" y="18"/>
                  </a:lnTo>
                  <a:lnTo>
                    <a:pt x="187" y="13"/>
                  </a:lnTo>
                  <a:lnTo>
                    <a:pt x="185" y="9"/>
                  </a:lnTo>
                  <a:lnTo>
                    <a:pt x="184" y="7"/>
                  </a:lnTo>
                  <a:lnTo>
                    <a:pt x="182" y="5"/>
                  </a:lnTo>
                  <a:lnTo>
                    <a:pt x="182" y="2"/>
                  </a:lnTo>
                  <a:lnTo>
                    <a:pt x="181" y="1"/>
                  </a:lnTo>
                  <a:lnTo>
                    <a:pt x="182" y="0"/>
                  </a:lnTo>
                  <a:lnTo>
                    <a:pt x="18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4" name="Freeform 91"/>
            <p:cNvSpPr>
              <a:spLocks/>
            </p:cNvSpPr>
            <p:nvPr/>
          </p:nvSpPr>
          <p:spPr bwMode="auto">
            <a:xfrm>
              <a:off x="4303713" y="4186238"/>
              <a:ext cx="207963" cy="366713"/>
            </a:xfrm>
            <a:custGeom>
              <a:avLst/>
              <a:gdLst/>
              <a:ahLst/>
              <a:cxnLst>
                <a:cxn ang="0">
                  <a:pos x="85" y="3"/>
                </a:cxn>
                <a:cxn ang="0">
                  <a:pos x="84" y="11"/>
                </a:cxn>
                <a:cxn ang="0">
                  <a:pos x="83" y="22"/>
                </a:cxn>
                <a:cxn ang="0">
                  <a:pos x="87" y="32"/>
                </a:cxn>
                <a:cxn ang="0">
                  <a:pos x="92" y="41"/>
                </a:cxn>
                <a:cxn ang="0">
                  <a:pos x="94" y="53"/>
                </a:cxn>
                <a:cxn ang="0">
                  <a:pos x="96" y="63"/>
                </a:cxn>
                <a:cxn ang="0">
                  <a:pos x="102" y="72"/>
                </a:cxn>
                <a:cxn ang="0">
                  <a:pos x="107" y="82"/>
                </a:cxn>
                <a:cxn ang="0">
                  <a:pos x="105" y="88"/>
                </a:cxn>
                <a:cxn ang="0">
                  <a:pos x="108" y="94"/>
                </a:cxn>
                <a:cxn ang="0">
                  <a:pos x="110" y="98"/>
                </a:cxn>
                <a:cxn ang="0">
                  <a:pos x="111" y="102"/>
                </a:cxn>
                <a:cxn ang="0">
                  <a:pos x="112" y="104"/>
                </a:cxn>
                <a:cxn ang="0">
                  <a:pos x="112" y="105"/>
                </a:cxn>
                <a:cxn ang="0">
                  <a:pos x="105" y="101"/>
                </a:cxn>
                <a:cxn ang="0">
                  <a:pos x="105" y="104"/>
                </a:cxn>
                <a:cxn ang="0">
                  <a:pos x="106" y="106"/>
                </a:cxn>
                <a:cxn ang="0">
                  <a:pos x="115" y="117"/>
                </a:cxn>
                <a:cxn ang="0">
                  <a:pos x="122" y="133"/>
                </a:cxn>
                <a:cxn ang="0">
                  <a:pos x="122" y="149"/>
                </a:cxn>
                <a:cxn ang="0">
                  <a:pos x="126" y="154"/>
                </a:cxn>
                <a:cxn ang="0">
                  <a:pos x="131" y="156"/>
                </a:cxn>
                <a:cxn ang="0">
                  <a:pos x="131" y="180"/>
                </a:cxn>
                <a:cxn ang="0">
                  <a:pos x="129" y="184"/>
                </a:cxn>
                <a:cxn ang="0">
                  <a:pos x="125" y="181"/>
                </a:cxn>
                <a:cxn ang="0">
                  <a:pos x="123" y="177"/>
                </a:cxn>
                <a:cxn ang="0">
                  <a:pos x="122" y="161"/>
                </a:cxn>
                <a:cxn ang="0">
                  <a:pos x="118" y="156"/>
                </a:cxn>
                <a:cxn ang="0">
                  <a:pos x="117" y="158"/>
                </a:cxn>
                <a:cxn ang="0">
                  <a:pos x="116" y="166"/>
                </a:cxn>
                <a:cxn ang="0">
                  <a:pos x="114" y="171"/>
                </a:cxn>
                <a:cxn ang="0">
                  <a:pos x="115" y="175"/>
                </a:cxn>
                <a:cxn ang="0">
                  <a:pos x="117" y="190"/>
                </a:cxn>
                <a:cxn ang="0">
                  <a:pos x="118" y="195"/>
                </a:cxn>
                <a:cxn ang="0">
                  <a:pos x="111" y="198"/>
                </a:cxn>
                <a:cxn ang="0">
                  <a:pos x="99" y="202"/>
                </a:cxn>
                <a:cxn ang="0">
                  <a:pos x="96" y="209"/>
                </a:cxn>
                <a:cxn ang="0">
                  <a:pos x="83" y="220"/>
                </a:cxn>
                <a:cxn ang="0">
                  <a:pos x="69" y="228"/>
                </a:cxn>
                <a:cxn ang="0">
                  <a:pos x="59" y="231"/>
                </a:cxn>
                <a:cxn ang="0">
                  <a:pos x="38" y="226"/>
                </a:cxn>
                <a:cxn ang="0">
                  <a:pos x="39" y="195"/>
                </a:cxn>
                <a:cxn ang="0">
                  <a:pos x="34" y="182"/>
                </a:cxn>
                <a:cxn ang="0">
                  <a:pos x="24" y="168"/>
                </a:cxn>
                <a:cxn ang="0">
                  <a:pos x="16" y="155"/>
                </a:cxn>
                <a:cxn ang="0">
                  <a:pos x="15" y="146"/>
                </a:cxn>
                <a:cxn ang="0">
                  <a:pos x="19" y="138"/>
                </a:cxn>
                <a:cxn ang="0">
                  <a:pos x="14" y="130"/>
                </a:cxn>
                <a:cxn ang="0">
                  <a:pos x="2" y="112"/>
                </a:cxn>
                <a:cxn ang="0">
                  <a:pos x="1" y="92"/>
                </a:cxn>
                <a:cxn ang="0">
                  <a:pos x="8" y="73"/>
                </a:cxn>
                <a:cxn ang="0">
                  <a:pos x="13" y="56"/>
                </a:cxn>
                <a:cxn ang="0">
                  <a:pos x="12" y="44"/>
                </a:cxn>
                <a:cxn ang="0">
                  <a:pos x="6" y="25"/>
                </a:cxn>
                <a:cxn ang="0">
                  <a:pos x="12" y="13"/>
                </a:cxn>
                <a:cxn ang="0">
                  <a:pos x="26" y="6"/>
                </a:cxn>
                <a:cxn ang="0">
                  <a:pos x="39" y="3"/>
                </a:cxn>
                <a:cxn ang="0">
                  <a:pos x="57" y="3"/>
                </a:cxn>
                <a:cxn ang="0">
                  <a:pos x="74" y="2"/>
                </a:cxn>
              </a:cxnLst>
              <a:rect l="0" t="0" r="r" b="b"/>
              <a:pathLst>
                <a:path w="131" h="231">
                  <a:moveTo>
                    <a:pt x="85" y="0"/>
                  </a:moveTo>
                  <a:lnTo>
                    <a:pt x="85" y="3"/>
                  </a:lnTo>
                  <a:lnTo>
                    <a:pt x="84" y="4"/>
                  </a:lnTo>
                  <a:lnTo>
                    <a:pt x="84" y="11"/>
                  </a:lnTo>
                  <a:lnTo>
                    <a:pt x="83" y="16"/>
                  </a:lnTo>
                  <a:lnTo>
                    <a:pt x="83" y="22"/>
                  </a:lnTo>
                  <a:lnTo>
                    <a:pt x="84" y="27"/>
                  </a:lnTo>
                  <a:lnTo>
                    <a:pt x="87" y="32"/>
                  </a:lnTo>
                  <a:lnTo>
                    <a:pt x="90" y="38"/>
                  </a:lnTo>
                  <a:lnTo>
                    <a:pt x="92" y="41"/>
                  </a:lnTo>
                  <a:lnTo>
                    <a:pt x="93" y="46"/>
                  </a:lnTo>
                  <a:lnTo>
                    <a:pt x="94" y="53"/>
                  </a:lnTo>
                  <a:lnTo>
                    <a:pt x="94" y="59"/>
                  </a:lnTo>
                  <a:lnTo>
                    <a:pt x="96" y="63"/>
                  </a:lnTo>
                  <a:lnTo>
                    <a:pt x="98" y="68"/>
                  </a:lnTo>
                  <a:lnTo>
                    <a:pt x="102" y="72"/>
                  </a:lnTo>
                  <a:lnTo>
                    <a:pt x="107" y="78"/>
                  </a:lnTo>
                  <a:lnTo>
                    <a:pt x="107" y="82"/>
                  </a:lnTo>
                  <a:lnTo>
                    <a:pt x="105" y="86"/>
                  </a:lnTo>
                  <a:lnTo>
                    <a:pt x="105" y="88"/>
                  </a:lnTo>
                  <a:lnTo>
                    <a:pt x="106" y="91"/>
                  </a:lnTo>
                  <a:lnTo>
                    <a:pt x="108" y="94"/>
                  </a:lnTo>
                  <a:lnTo>
                    <a:pt x="109" y="97"/>
                  </a:lnTo>
                  <a:lnTo>
                    <a:pt x="110" y="98"/>
                  </a:lnTo>
                  <a:lnTo>
                    <a:pt x="110" y="100"/>
                  </a:lnTo>
                  <a:lnTo>
                    <a:pt x="111" y="102"/>
                  </a:lnTo>
                  <a:lnTo>
                    <a:pt x="112" y="103"/>
                  </a:lnTo>
                  <a:lnTo>
                    <a:pt x="112" y="104"/>
                  </a:lnTo>
                  <a:lnTo>
                    <a:pt x="113" y="105"/>
                  </a:lnTo>
                  <a:lnTo>
                    <a:pt x="112" y="105"/>
                  </a:lnTo>
                  <a:lnTo>
                    <a:pt x="106" y="102"/>
                  </a:lnTo>
                  <a:lnTo>
                    <a:pt x="105" y="101"/>
                  </a:lnTo>
                  <a:lnTo>
                    <a:pt x="105" y="101"/>
                  </a:lnTo>
                  <a:lnTo>
                    <a:pt x="105" y="104"/>
                  </a:lnTo>
                  <a:lnTo>
                    <a:pt x="105" y="105"/>
                  </a:lnTo>
                  <a:lnTo>
                    <a:pt x="106" y="106"/>
                  </a:lnTo>
                  <a:lnTo>
                    <a:pt x="111" y="111"/>
                  </a:lnTo>
                  <a:lnTo>
                    <a:pt x="115" y="117"/>
                  </a:lnTo>
                  <a:lnTo>
                    <a:pt x="119" y="126"/>
                  </a:lnTo>
                  <a:lnTo>
                    <a:pt x="122" y="133"/>
                  </a:lnTo>
                  <a:lnTo>
                    <a:pt x="122" y="141"/>
                  </a:lnTo>
                  <a:lnTo>
                    <a:pt x="122" y="149"/>
                  </a:lnTo>
                  <a:lnTo>
                    <a:pt x="124" y="152"/>
                  </a:lnTo>
                  <a:lnTo>
                    <a:pt x="126" y="154"/>
                  </a:lnTo>
                  <a:lnTo>
                    <a:pt x="129" y="156"/>
                  </a:lnTo>
                  <a:lnTo>
                    <a:pt x="131" y="156"/>
                  </a:lnTo>
                  <a:lnTo>
                    <a:pt x="131" y="158"/>
                  </a:lnTo>
                  <a:lnTo>
                    <a:pt x="131" y="180"/>
                  </a:lnTo>
                  <a:lnTo>
                    <a:pt x="131" y="182"/>
                  </a:lnTo>
                  <a:lnTo>
                    <a:pt x="129" y="184"/>
                  </a:lnTo>
                  <a:lnTo>
                    <a:pt x="127" y="183"/>
                  </a:lnTo>
                  <a:lnTo>
                    <a:pt x="125" y="181"/>
                  </a:lnTo>
                  <a:lnTo>
                    <a:pt x="124" y="180"/>
                  </a:lnTo>
                  <a:lnTo>
                    <a:pt x="123" y="177"/>
                  </a:lnTo>
                  <a:lnTo>
                    <a:pt x="123" y="172"/>
                  </a:lnTo>
                  <a:lnTo>
                    <a:pt x="122" y="161"/>
                  </a:lnTo>
                  <a:lnTo>
                    <a:pt x="119" y="157"/>
                  </a:lnTo>
                  <a:lnTo>
                    <a:pt x="118" y="156"/>
                  </a:lnTo>
                  <a:lnTo>
                    <a:pt x="118" y="157"/>
                  </a:lnTo>
                  <a:lnTo>
                    <a:pt x="117" y="158"/>
                  </a:lnTo>
                  <a:lnTo>
                    <a:pt x="117" y="164"/>
                  </a:lnTo>
                  <a:lnTo>
                    <a:pt x="116" y="166"/>
                  </a:lnTo>
                  <a:lnTo>
                    <a:pt x="115" y="168"/>
                  </a:lnTo>
                  <a:lnTo>
                    <a:pt x="114" y="171"/>
                  </a:lnTo>
                  <a:lnTo>
                    <a:pt x="114" y="174"/>
                  </a:lnTo>
                  <a:lnTo>
                    <a:pt x="115" y="175"/>
                  </a:lnTo>
                  <a:lnTo>
                    <a:pt x="115" y="178"/>
                  </a:lnTo>
                  <a:lnTo>
                    <a:pt x="117" y="190"/>
                  </a:lnTo>
                  <a:lnTo>
                    <a:pt x="117" y="193"/>
                  </a:lnTo>
                  <a:lnTo>
                    <a:pt x="118" y="195"/>
                  </a:lnTo>
                  <a:lnTo>
                    <a:pt x="118" y="197"/>
                  </a:lnTo>
                  <a:lnTo>
                    <a:pt x="111" y="198"/>
                  </a:lnTo>
                  <a:lnTo>
                    <a:pt x="104" y="199"/>
                  </a:lnTo>
                  <a:lnTo>
                    <a:pt x="99" y="202"/>
                  </a:lnTo>
                  <a:lnTo>
                    <a:pt x="97" y="205"/>
                  </a:lnTo>
                  <a:lnTo>
                    <a:pt x="96" y="209"/>
                  </a:lnTo>
                  <a:lnTo>
                    <a:pt x="90" y="215"/>
                  </a:lnTo>
                  <a:lnTo>
                    <a:pt x="83" y="220"/>
                  </a:lnTo>
                  <a:lnTo>
                    <a:pt x="76" y="224"/>
                  </a:lnTo>
                  <a:lnTo>
                    <a:pt x="69" y="228"/>
                  </a:lnTo>
                  <a:lnTo>
                    <a:pt x="63" y="230"/>
                  </a:lnTo>
                  <a:lnTo>
                    <a:pt x="59" y="231"/>
                  </a:lnTo>
                  <a:lnTo>
                    <a:pt x="53" y="230"/>
                  </a:lnTo>
                  <a:lnTo>
                    <a:pt x="38" y="226"/>
                  </a:lnTo>
                  <a:lnTo>
                    <a:pt x="39" y="215"/>
                  </a:lnTo>
                  <a:lnTo>
                    <a:pt x="39" y="195"/>
                  </a:lnTo>
                  <a:lnTo>
                    <a:pt x="37" y="189"/>
                  </a:lnTo>
                  <a:lnTo>
                    <a:pt x="34" y="182"/>
                  </a:lnTo>
                  <a:lnTo>
                    <a:pt x="29" y="175"/>
                  </a:lnTo>
                  <a:lnTo>
                    <a:pt x="24" y="168"/>
                  </a:lnTo>
                  <a:lnTo>
                    <a:pt x="20" y="161"/>
                  </a:lnTo>
                  <a:lnTo>
                    <a:pt x="16" y="155"/>
                  </a:lnTo>
                  <a:lnTo>
                    <a:pt x="14" y="150"/>
                  </a:lnTo>
                  <a:lnTo>
                    <a:pt x="15" y="146"/>
                  </a:lnTo>
                  <a:lnTo>
                    <a:pt x="17" y="141"/>
                  </a:lnTo>
                  <a:lnTo>
                    <a:pt x="19" y="138"/>
                  </a:lnTo>
                  <a:lnTo>
                    <a:pt x="18" y="133"/>
                  </a:lnTo>
                  <a:lnTo>
                    <a:pt x="14" y="130"/>
                  </a:lnTo>
                  <a:lnTo>
                    <a:pt x="5" y="119"/>
                  </a:lnTo>
                  <a:lnTo>
                    <a:pt x="2" y="112"/>
                  </a:lnTo>
                  <a:lnTo>
                    <a:pt x="0" y="102"/>
                  </a:lnTo>
                  <a:lnTo>
                    <a:pt x="1" y="92"/>
                  </a:lnTo>
                  <a:lnTo>
                    <a:pt x="4" y="82"/>
                  </a:lnTo>
                  <a:lnTo>
                    <a:pt x="8" y="73"/>
                  </a:lnTo>
                  <a:lnTo>
                    <a:pt x="11" y="64"/>
                  </a:lnTo>
                  <a:lnTo>
                    <a:pt x="13" y="56"/>
                  </a:lnTo>
                  <a:lnTo>
                    <a:pt x="13" y="50"/>
                  </a:lnTo>
                  <a:lnTo>
                    <a:pt x="12" y="44"/>
                  </a:lnTo>
                  <a:lnTo>
                    <a:pt x="9" y="35"/>
                  </a:lnTo>
                  <a:lnTo>
                    <a:pt x="6" y="25"/>
                  </a:lnTo>
                  <a:lnTo>
                    <a:pt x="3" y="14"/>
                  </a:lnTo>
                  <a:lnTo>
                    <a:pt x="12" y="13"/>
                  </a:lnTo>
                  <a:lnTo>
                    <a:pt x="20" y="10"/>
                  </a:lnTo>
                  <a:lnTo>
                    <a:pt x="26" y="6"/>
                  </a:lnTo>
                  <a:lnTo>
                    <a:pt x="31" y="4"/>
                  </a:lnTo>
                  <a:lnTo>
                    <a:pt x="39" y="3"/>
                  </a:lnTo>
                  <a:lnTo>
                    <a:pt x="48" y="2"/>
                  </a:lnTo>
                  <a:lnTo>
                    <a:pt x="57" y="3"/>
                  </a:lnTo>
                  <a:lnTo>
                    <a:pt x="65" y="3"/>
                  </a:lnTo>
                  <a:lnTo>
                    <a:pt x="74" y="2"/>
                  </a:lnTo>
                  <a:lnTo>
                    <a:pt x="85"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5" name="Freeform 92"/>
            <p:cNvSpPr>
              <a:spLocks/>
            </p:cNvSpPr>
            <p:nvPr/>
          </p:nvSpPr>
          <p:spPr bwMode="auto">
            <a:xfrm>
              <a:off x="4310063" y="4498975"/>
              <a:ext cx="255588" cy="295275"/>
            </a:xfrm>
            <a:custGeom>
              <a:avLst/>
              <a:gdLst/>
              <a:ahLst/>
              <a:cxnLst>
                <a:cxn ang="0">
                  <a:pos x="114" y="1"/>
                </a:cxn>
                <a:cxn ang="0">
                  <a:pos x="110" y="7"/>
                </a:cxn>
                <a:cxn ang="0">
                  <a:pos x="110" y="13"/>
                </a:cxn>
                <a:cxn ang="0">
                  <a:pos x="115" y="18"/>
                </a:cxn>
                <a:cxn ang="0">
                  <a:pos x="118" y="23"/>
                </a:cxn>
                <a:cxn ang="0">
                  <a:pos x="119" y="29"/>
                </a:cxn>
                <a:cxn ang="0">
                  <a:pos x="128" y="39"/>
                </a:cxn>
                <a:cxn ang="0">
                  <a:pos x="132" y="45"/>
                </a:cxn>
                <a:cxn ang="0">
                  <a:pos x="129" y="53"/>
                </a:cxn>
                <a:cxn ang="0">
                  <a:pos x="127" y="52"/>
                </a:cxn>
                <a:cxn ang="0">
                  <a:pos x="125" y="50"/>
                </a:cxn>
                <a:cxn ang="0">
                  <a:pos x="124" y="45"/>
                </a:cxn>
                <a:cxn ang="0">
                  <a:pos x="121" y="42"/>
                </a:cxn>
                <a:cxn ang="0">
                  <a:pos x="117" y="41"/>
                </a:cxn>
                <a:cxn ang="0">
                  <a:pos x="116" y="46"/>
                </a:cxn>
                <a:cxn ang="0">
                  <a:pos x="115" y="57"/>
                </a:cxn>
                <a:cxn ang="0">
                  <a:pos x="119" y="63"/>
                </a:cxn>
                <a:cxn ang="0">
                  <a:pos x="126" y="66"/>
                </a:cxn>
                <a:cxn ang="0">
                  <a:pos x="128" y="69"/>
                </a:cxn>
                <a:cxn ang="0">
                  <a:pos x="127" y="73"/>
                </a:cxn>
                <a:cxn ang="0">
                  <a:pos x="125" y="77"/>
                </a:cxn>
                <a:cxn ang="0">
                  <a:pos x="122" y="80"/>
                </a:cxn>
                <a:cxn ang="0">
                  <a:pos x="122" y="85"/>
                </a:cxn>
                <a:cxn ang="0">
                  <a:pos x="125" y="86"/>
                </a:cxn>
                <a:cxn ang="0">
                  <a:pos x="127" y="86"/>
                </a:cxn>
                <a:cxn ang="0">
                  <a:pos x="128" y="83"/>
                </a:cxn>
                <a:cxn ang="0">
                  <a:pos x="129" y="79"/>
                </a:cxn>
                <a:cxn ang="0">
                  <a:pos x="131" y="85"/>
                </a:cxn>
                <a:cxn ang="0">
                  <a:pos x="128" y="94"/>
                </a:cxn>
                <a:cxn ang="0">
                  <a:pos x="130" y="112"/>
                </a:cxn>
                <a:cxn ang="0">
                  <a:pos x="134" y="118"/>
                </a:cxn>
                <a:cxn ang="0">
                  <a:pos x="142" y="128"/>
                </a:cxn>
                <a:cxn ang="0">
                  <a:pos x="153" y="144"/>
                </a:cxn>
                <a:cxn ang="0">
                  <a:pos x="161" y="155"/>
                </a:cxn>
                <a:cxn ang="0">
                  <a:pos x="158" y="163"/>
                </a:cxn>
                <a:cxn ang="0">
                  <a:pos x="153" y="162"/>
                </a:cxn>
                <a:cxn ang="0">
                  <a:pos x="152" y="165"/>
                </a:cxn>
                <a:cxn ang="0">
                  <a:pos x="138" y="165"/>
                </a:cxn>
                <a:cxn ang="0">
                  <a:pos x="116" y="166"/>
                </a:cxn>
                <a:cxn ang="0">
                  <a:pos x="102" y="170"/>
                </a:cxn>
                <a:cxn ang="0">
                  <a:pos x="93" y="181"/>
                </a:cxn>
                <a:cxn ang="0">
                  <a:pos x="85" y="186"/>
                </a:cxn>
                <a:cxn ang="0">
                  <a:pos x="69" y="183"/>
                </a:cxn>
                <a:cxn ang="0">
                  <a:pos x="49" y="178"/>
                </a:cxn>
                <a:cxn ang="0">
                  <a:pos x="33" y="172"/>
                </a:cxn>
                <a:cxn ang="0">
                  <a:pos x="19" y="161"/>
                </a:cxn>
                <a:cxn ang="0">
                  <a:pos x="8" y="145"/>
                </a:cxn>
                <a:cxn ang="0">
                  <a:pos x="3" y="140"/>
                </a:cxn>
                <a:cxn ang="0">
                  <a:pos x="2" y="131"/>
                </a:cxn>
                <a:cxn ang="0">
                  <a:pos x="10" y="120"/>
                </a:cxn>
                <a:cxn ang="0">
                  <a:pos x="39" y="107"/>
                </a:cxn>
                <a:cxn ang="0">
                  <a:pos x="46" y="97"/>
                </a:cxn>
                <a:cxn ang="0">
                  <a:pos x="41" y="83"/>
                </a:cxn>
                <a:cxn ang="0">
                  <a:pos x="40" y="66"/>
                </a:cxn>
                <a:cxn ang="0">
                  <a:pos x="35" y="54"/>
                </a:cxn>
                <a:cxn ang="0">
                  <a:pos x="33" y="45"/>
                </a:cxn>
                <a:cxn ang="0">
                  <a:pos x="34" y="29"/>
                </a:cxn>
                <a:cxn ang="0">
                  <a:pos x="55" y="34"/>
                </a:cxn>
                <a:cxn ang="0">
                  <a:pos x="65" y="31"/>
                </a:cxn>
                <a:cxn ang="0">
                  <a:pos x="79" y="23"/>
                </a:cxn>
                <a:cxn ang="0">
                  <a:pos x="92" y="12"/>
                </a:cxn>
                <a:cxn ang="0">
                  <a:pos x="95" y="5"/>
                </a:cxn>
                <a:cxn ang="0">
                  <a:pos x="107" y="1"/>
                </a:cxn>
              </a:cxnLst>
              <a:rect l="0" t="0" r="r" b="b"/>
              <a:pathLst>
                <a:path w="161" h="186">
                  <a:moveTo>
                    <a:pt x="114" y="0"/>
                  </a:moveTo>
                  <a:lnTo>
                    <a:pt x="114" y="1"/>
                  </a:lnTo>
                  <a:lnTo>
                    <a:pt x="111" y="4"/>
                  </a:lnTo>
                  <a:lnTo>
                    <a:pt x="110" y="7"/>
                  </a:lnTo>
                  <a:lnTo>
                    <a:pt x="110" y="11"/>
                  </a:lnTo>
                  <a:lnTo>
                    <a:pt x="110" y="13"/>
                  </a:lnTo>
                  <a:lnTo>
                    <a:pt x="112" y="16"/>
                  </a:lnTo>
                  <a:lnTo>
                    <a:pt x="115" y="18"/>
                  </a:lnTo>
                  <a:lnTo>
                    <a:pt x="117" y="20"/>
                  </a:lnTo>
                  <a:lnTo>
                    <a:pt x="118" y="23"/>
                  </a:lnTo>
                  <a:lnTo>
                    <a:pt x="118" y="27"/>
                  </a:lnTo>
                  <a:lnTo>
                    <a:pt x="119" y="29"/>
                  </a:lnTo>
                  <a:lnTo>
                    <a:pt x="120" y="31"/>
                  </a:lnTo>
                  <a:lnTo>
                    <a:pt x="128" y="39"/>
                  </a:lnTo>
                  <a:lnTo>
                    <a:pt x="131" y="43"/>
                  </a:lnTo>
                  <a:lnTo>
                    <a:pt x="132" y="45"/>
                  </a:lnTo>
                  <a:lnTo>
                    <a:pt x="132" y="53"/>
                  </a:lnTo>
                  <a:lnTo>
                    <a:pt x="129" y="53"/>
                  </a:lnTo>
                  <a:lnTo>
                    <a:pt x="127" y="52"/>
                  </a:lnTo>
                  <a:lnTo>
                    <a:pt x="127" y="52"/>
                  </a:lnTo>
                  <a:lnTo>
                    <a:pt x="125" y="51"/>
                  </a:lnTo>
                  <a:lnTo>
                    <a:pt x="125" y="50"/>
                  </a:lnTo>
                  <a:lnTo>
                    <a:pt x="124" y="48"/>
                  </a:lnTo>
                  <a:lnTo>
                    <a:pt x="124" y="45"/>
                  </a:lnTo>
                  <a:lnTo>
                    <a:pt x="123" y="43"/>
                  </a:lnTo>
                  <a:lnTo>
                    <a:pt x="121" y="42"/>
                  </a:lnTo>
                  <a:lnTo>
                    <a:pt x="119" y="41"/>
                  </a:lnTo>
                  <a:lnTo>
                    <a:pt x="117" y="41"/>
                  </a:lnTo>
                  <a:lnTo>
                    <a:pt x="116" y="43"/>
                  </a:lnTo>
                  <a:lnTo>
                    <a:pt x="116" y="46"/>
                  </a:lnTo>
                  <a:lnTo>
                    <a:pt x="115" y="48"/>
                  </a:lnTo>
                  <a:lnTo>
                    <a:pt x="115" y="57"/>
                  </a:lnTo>
                  <a:lnTo>
                    <a:pt x="118" y="62"/>
                  </a:lnTo>
                  <a:lnTo>
                    <a:pt x="119" y="63"/>
                  </a:lnTo>
                  <a:lnTo>
                    <a:pt x="122" y="64"/>
                  </a:lnTo>
                  <a:lnTo>
                    <a:pt x="126" y="66"/>
                  </a:lnTo>
                  <a:lnTo>
                    <a:pt x="127" y="68"/>
                  </a:lnTo>
                  <a:lnTo>
                    <a:pt x="128" y="69"/>
                  </a:lnTo>
                  <a:lnTo>
                    <a:pt x="127" y="71"/>
                  </a:lnTo>
                  <a:lnTo>
                    <a:pt x="127" y="73"/>
                  </a:lnTo>
                  <a:lnTo>
                    <a:pt x="126" y="75"/>
                  </a:lnTo>
                  <a:lnTo>
                    <a:pt x="125" y="77"/>
                  </a:lnTo>
                  <a:lnTo>
                    <a:pt x="123" y="78"/>
                  </a:lnTo>
                  <a:lnTo>
                    <a:pt x="122" y="80"/>
                  </a:lnTo>
                  <a:lnTo>
                    <a:pt x="121" y="83"/>
                  </a:lnTo>
                  <a:lnTo>
                    <a:pt x="122" y="85"/>
                  </a:lnTo>
                  <a:lnTo>
                    <a:pt x="123" y="86"/>
                  </a:lnTo>
                  <a:lnTo>
                    <a:pt x="125" y="86"/>
                  </a:lnTo>
                  <a:lnTo>
                    <a:pt x="127" y="86"/>
                  </a:lnTo>
                  <a:lnTo>
                    <a:pt x="127" y="86"/>
                  </a:lnTo>
                  <a:lnTo>
                    <a:pt x="127" y="85"/>
                  </a:lnTo>
                  <a:lnTo>
                    <a:pt x="128" y="83"/>
                  </a:lnTo>
                  <a:lnTo>
                    <a:pt x="128" y="80"/>
                  </a:lnTo>
                  <a:lnTo>
                    <a:pt x="129" y="79"/>
                  </a:lnTo>
                  <a:lnTo>
                    <a:pt x="131" y="79"/>
                  </a:lnTo>
                  <a:lnTo>
                    <a:pt x="131" y="85"/>
                  </a:lnTo>
                  <a:lnTo>
                    <a:pt x="129" y="90"/>
                  </a:lnTo>
                  <a:lnTo>
                    <a:pt x="128" y="94"/>
                  </a:lnTo>
                  <a:lnTo>
                    <a:pt x="128" y="106"/>
                  </a:lnTo>
                  <a:lnTo>
                    <a:pt x="130" y="112"/>
                  </a:lnTo>
                  <a:lnTo>
                    <a:pt x="131" y="116"/>
                  </a:lnTo>
                  <a:lnTo>
                    <a:pt x="134" y="118"/>
                  </a:lnTo>
                  <a:lnTo>
                    <a:pt x="136" y="120"/>
                  </a:lnTo>
                  <a:lnTo>
                    <a:pt x="142" y="128"/>
                  </a:lnTo>
                  <a:lnTo>
                    <a:pt x="148" y="136"/>
                  </a:lnTo>
                  <a:lnTo>
                    <a:pt x="153" y="144"/>
                  </a:lnTo>
                  <a:lnTo>
                    <a:pt x="159" y="150"/>
                  </a:lnTo>
                  <a:lnTo>
                    <a:pt x="161" y="155"/>
                  </a:lnTo>
                  <a:lnTo>
                    <a:pt x="161" y="161"/>
                  </a:lnTo>
                  <a:lnTo>
                    <a:pt x="158" y="163"/>
                  </a:lnTo>
                  <a:lnTo>
                    <a:pt x="154" y="163"/>
                  </a:lnTo>
                  <a:lnTo>
                    <a:pt x="153" y="162"/>
                  </a:lnTo>
                  <a:lnTo>
                    <a:pt x="153" y="163"/>
                  </a:lnTo>
                  <a:lnTo>
                    <a:pt x="152" y="165"/>
                  </a:lnTo>
                  <a:lnTo>
                    <a:pt x="151" y="167"/>
                  </a:lnTo>
                  <a:lnTo>
                    <a:pt x="138" y="165"/>
                  </a:lnTo>
                  <a:lnTo>
                    <a:pt x="127" y="165"/>
                  </a:lnTo>
                  <a:lnTo>
                    <a:pt x="116" y="166"/>
                  </a:lnTo>
                  <a:lnTo>
                    <a:pt x="109" y="167"/>
                  </a:lnTo>
                  <a:lnTo>
                    <a:pt x="102" y="170"/>
                  </a:lnTo>
                  <a:lnTo>
                    <a:pt x="97" y="176"/>
                  </a:lnTo>
                  <a:lnTo>
                    <a:pt x="93" y="181"/>
                  </a:lnTo>
                  <a:lnTo>
                    <a:pt x="89" y="185"/>
                  </a:lnTo>
                  <a:lnTo>
                    <a:pt x="85" y="186"/>
                  </a:lnTo>
                  <a:lnTo>
                    <a:pt x="78" y="185"/>
                  </a:lnTo>
                  <a:lnTo>
                    <a:pt x="69" y="183"/>
                  </a:lnTo>
                  <a:lnTo>
                    <a:pt x="59" y="180"/>
                  </a:lnTo>
                  <a:lnTo>
                    <a:pt x="49" y="178"/>
                  </a:lnTo>
                  <a:lnTo>
                    <a:pt x="40" y="175"/>
                  </a:lnTo>
                  <a:lnTo>
                    <a:pt x="33" y="172"/>
                  </a:lnTo>
                  <a:lnTo>
                    <a:pt x="26" y="168"/>
                  </a:lnTo>
                  <a:lnTo>
                    <a:pt x="19" y="161"/>
                  </a:lnTo>
                  <a:lnTo>
                    <a:pt x="13" y="153"/>
                  </a:lnTo>
                  <a:lnTo>
                    <a:pt x="8" y="145"/>
                  </a:lnTo>
                  <a:lnTo>
                    <a:pt x="5" y="141"/>
                  </a:lnTo>
                  <a:lnTo>
                    <a:pt x="3" y="140"/>
                  </a:lnTo>
                  <a:lnTo>
                    <a:pt x="0" y="138"/>
                  </a:lnTo>
                  <a:lnTo>
                    <a:pt x="2" y="131"/>
                  </a:lnTo>
                  <a:lnTo>
                    <a:pt x="5" y="125"/>
                  </a:lnTo>
                  <a:lnTo>
                    <a:pt x="10" y="120"/>
                  </a:lnTo>
                  <a:lnTo>
                    <a:pt x="30" y="111"/>
                  </a:lnTo>
                  <a:lnTo>
                    <a:pt x="39" y="107"/>
                  </a:lnTo>
                  <a:lnTo>
                    <a:pt x="45" y="102"/>
                  </a:lnTo>
                  <a:lnTo>
                    <a:pt x="46" y="97"/>
                  </a:lnTo>
                  <a:lnTo>
                    <a:pt x="42" y="90"/>
                  </a:lnTo>
                  <a:lnTo>
                    <a:pt x="41" y="83"/>
                  </a:lnTo>
                  <a:lnTo>
                    <a:pt x="41" y="71"/>
                  </a:lnTo>
                  <a:lnTo>
                    <a:pt x="40" y="66"/>
                  </a:lnTo>
                  <a:lnTo>
                    <a:pt x="37" y="60"/>
                  </a:lnTo>
                  <a:lnTo>
                    <a:pt x="35" y="54"/>
                  </a:lnTo>
                  <a:lnTo>
                    <a:pt x="33" y="50"/>
                  </a:lnTo>
                  <a:lnTo>
                    <a:pt x="33" y="45"/>
                  </a:lnTo>
                  <a:lnTo>
                    <a:pt x="34" y="38"/>
                  </a:lnTo>
                  <a:lnTo>
                    <a:pt x="34" y="29"/>
                  </a:lnTo>
                  <a:lnTo>
                    <a:pt x="49" y="33"/>
                  </a:lnTo>
                  <a:lnTo>
                    <a:pt x="55" y="34"/>
                  </a:lnTo>
                  <a:lnTo>
                    <a:pt x="59" y="33"/>
                  </a:lnTo>
                  <a:lnTo>
                    <a:pt x="65" y="31"/>
                  </a:lnTo>
                  <a:lnTo>
                    <a:pt x="72" y="27"/>
                  </a:lnTo>
                  <a:lnTo>
                    <a:pt x="79" y="23"/>
                  </a:lnTo>
                  <a:lnTo>
                    <a:pt x="86" y="18"/>
                  </a:lnTo>
                  <a:lnTo>
                    <a:pt x="92" y="12"/>
                  </a:lnTo>
                  <a:lnTo>
                    <a:pt x="93" y="8"/>
                  </a:lnTo>
                  <a:lnTo>
                    <a:pt x="95" y="5"/>
                  </a:lnTo>
                  <a:lnTo>
                    <a:pt x="100" y="2"/>
                  </a:lnTo>
                  <a:lnTo>
                    <a:pt x="107" y="1"/>
                  </a:lnTo>
                  <a:lnTo>
                    <a:pt x="114"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6" name="Freeform 93"/>
            <p:cNvSpPr>
              <a:spLocks/>
            </p:cNvSpPr>
            <p:nvPr/>
          </p:nvSpPr>
          <p:spPr bwMode="auto">
            <a:xfrm>
              <a:off x="3449638" y="5119688"/>
              <a:ext cx="193675" cy="238125"/>
            </a:xfrm>
            <a:custGeom>
              <a:avLst/>
              <a:gdLst/>
              <a:ahLst/>
              <a:cxnLst>
                <a:cxn ang="0">
                  <a:pos x="47" y="0"/>
                </a:cxn>
                <a:cxn ang="0">
                  <a:pos x="56" y="6"/>
                </a:cxn>
                <a:cxn ang="0">
                  <a:pos x="66" y="7"/>
                </a:cxn>
                <a:cxn ang="0">
                  <a:pos x="81" y="8"/>
                </a:cxn>
                <a:cxn ang="0">
                  <a:pos x="89" y="13"/>
                </a:cxn>
                <a:cxn ang="0">
                  <a:pos x="91" y="16"/>
                </a:cxn>
                <a:cxn ang="0">
                  <a:pos x="100" y="17"/>
                </a:cxn>
                <a:cxn ang="0">
                  <a:pos x="106" y="15"/>
                </a:cxn>
                <a:cxn ang="0">
                  <a:pos x="110" y="16"/>
                </a:cxn>
                <a:cxn ang="0">
                  <a:pos x="117" y="18"/>
                </a:cxn>
                <a:cxn ang="0">
                  <a:pos x="121" y="24"/>
                </a:cxn>
                <a:cxn ang="0">
                  <a:pos x="122" y="33"/>
                </a:cxn>
                <a:cxn ang="0">
                  <a:pos x="115" y="41"/>
                </a:cxn>
                <a:cxn ang="0">
                  <a:pos x="104" y="53"/>
                </a:cxn>
                <a:cxn ang="0">
                  <a:pos x="97" y="67"/>
                </a:cxn>
                <a:cxn ang="0">
                  <a:pos x="92" y="89"/>
                </a:cxn>
                <a:cxn ang="0">
                  <a:pos x="96" y="100"/>
                </a:cxn>
                <a:cxn ang="0">
                  <a:pos x="105" y="108"/>
                </a:cxn>
                <a:cxn ang="0">
                  <a:pos x="111" y="115"/>
                </a:cxn>
                <a:cxn ang="0">
                  <a:pos x="109" y="126"/>
                </a:cxn>
                <a:cxn ang="0">
                  <a:pos x="102" y="142"/>
                </a:cxn>
                <a:cxn ang="0">
                  <a:pos x="96" y="147"/>
                </a:cxn>
                <a:cxn ang="0">
                  <a:pos x="91" y="143"/>
                </a:cxn>
                <a:cxn ang="0">
                  <a:pos x="88" y="142"/>
                </a:cxn>
                <a:cxn ang="0">
                  <a:pos x="85" y="143"/>
                </a:cxn>
                <a:cxn ang="0">
                  <a:pos x="81" y="149"/>
                </a:cxn>
                <a:cxn ang="0">
                  <a:pos x="73" y="147"/>
                </a:cxn>
                <a:cxn ang="0">
                  <a:pos x="69" y="139"/>
                </a:cxn>
                <a:cxn ang="0">
                  <a:pos x="64" y="134"/>
                </a:cxn>
                <a:cxn ang="0">
                  <a:pos x="62" y="135"/>
                </a:cxn>
                <a:cxn ang="0">
                  <a:pos x="58" y="138"/>
                </a:cxn>
                <a:cxn ang="0">
                  <a:pos x="48" y="131"/>
                </a:cxn>
                <a:cxn ang="0">
                  <a:pos x="39" y="119"/>
                </a:cxn>
                <a:cxn ang="0">
                  <a:pos x="38" y="116"/>
                </a:cxn>
                <a:cxn ang="0">
                  <a:pos x="28" y="114"/>
                </a:cxn>
                <a:cxn ang="0">
                  <a:pos x="24" y="115"/>
                </a:cxn>
                <a:cxn ang="0">
                  <a:pos x="21" y="114"/>
                </a:cxn>
                <a:cxn ang="0">
                  <a:pos x="17" y="103"/>
                </a:cxn>
                <a:cxn ang="0">
                  <a:pos x="15" y="99"/>
                </a:cxn>
                <a:cxn ang="0">
                  <a:pos x="9" y="97"/>
                </a:cxn>
                <a:cxn ang="0">
                  <a:pos x="7" y="90"/>
                </a:cxn>
                <a:cxn ang="0">
                  <a:pos x="9" y="77"/>
                </a:cxn>
                <a:cxn ang="0">
                  <a:pos x="15" y="62"/>
                </a:cxn>
                <a:cxn ang="0">
                  <a:pos x="14" y="58"/>
                </a:cxn>
                <a:cxn ang="0">
                  <a:pos x="13" y="52"/>
                </a:cxn>
                <a:cxn ang="0">
                  <a:pos x="7" y="44"/>
                </a:cxn>
                <a:cxn ang="0">
                  <a:pos x="1" y="37"/>
                </a:cxn>
                <a:cxn ang="0">
                  <a:pos x="2" y="28"/>
                </a:cxn>
                <a:cxn ang="0">
                  <a:pos x="5" y="24"/>
                </a:cxn>
                <a:cxn ang="0">
                  <a:pos x="6" y="21"/>
                </a:cxn>
                <a:cxn ang="0">
                  <a:pos x="6" y="19"/>
                </a:cxn>
                <a:cxn ang="0">
                  <a:pos x="9" y="20"/>
                </a:cxn>
                <a:cxn ang="0">
                  <a:pos x="22" y="26"/>
                </a:cxn>
                <a:cxn ang="0">
                  <a:pos x="28" y="26"/>
                </a:cxn>
                <a:cxn ang="0">
                  <a:pos x="31" y="20"/>
                </a:cxn>
                <a:cxn ang="0">
                  <a:pos x="36" y="13"/>
                </a:cxn>
                <a:cxn ang="0">
                  <a:pos x="40" y="4"/>
                </a:cxn>
              </a:cxnLst>
              <a:rect l="0" t="0" r="r" b="b"/>
              <a:pathLst>
                <a:path w="122" h="150">
                  <a:moveTo>
                    <a:pt x="43" y="0"/>
                  </a:moveTo>
                  <a:lnTo>
                    <a:pt x="47" y="0"/>
                  </a:lnTo>
                  <a:lnTo>
                    <a:pt x="50" y="2"/>
                  </a:lnTo>
                  <a:lnTo>
                    <a:pt x="56" y="6"/>
                  </a:lnTo>
                  <a:lnTo>
                    <a:pt x="57" y="7"/>
                  </a:lnTo>
                  <a:lnTo>
                    <a:pt x="66" y="7"/>
                  </a:lnTo>
                  <a:lnTo>
                    <a:pt x="73" y="8"/>
                  </a:lnTo>
                  <a:lnTo>
                    <a:pt x="81" y="8"/>
                  </a:lnTo>
                  <a:lnTo>
                    <a:pt x="86" y="11"/>
                  </a:lnTo>
                  <a:lnTo>
                    <a:pt x="89" y="13"/>
                  </a:lnTo>
                  <a:lnTo>
                    <a:pt x="90" y="15"/>
                  </a:lnTo>
                  <a:lnTo>
                    <a:pt x="91" y="16"/>
                  </a:lnTo>
                  <a:lnTo>
                    <a:pt x="93" y="17"/>
                  </a:lnTo>
                  <a:lnTo>
                    <a:pt x="100" y="17"/>
                  </a:lnTo>
                  <a:lnTo>
                    <a:pt x="102" y="16"/>
                  </a:lnTo>
                  <a:lnTo>
                    <a:pt x="106" y="15"/>
                  </a:lnTo>
                  <a:lnTo>
                    <a:pt x="108" y="15"/>
                  </a:lnTo>
                  <a:lnTo>
                    <a:pt x="110" y="16"/>
                  </a:lnTo>
                  <a:lnTo>
                    <a:pt x="113" y="16"/>
                  </a:lnTo>
                  <a:lnTo>
                    <a:pt x="117" y="18"/>
                  </a:lnTo>
                  <a:lnTo>
                    <a:pt x="119" y="19"/>
                  </a:lnTo>
                  <a:lnTo>
                    <a:pt x="121" y="24"/>
                  </a:lnTo>
                  <a:lnTo>
                    <a:pt x="122" y="29"/>
                  </a:lnTo>
                  <a:lnTo>
                    <a:pt x="122" y="33"/>
                  </a:lnTo>
                  <a:lnTo>
                    <a:pt x="120" y="36"/>
                  </a:lnTo>
                  <a:lnTo>
                    <a:pt x="115" y="41"/>
                  </a:lnTo>
                  <a:lnTo>
                    <a:pt x="109" y="48"/>
                  </a:lnTo>
                  <a:lnTo>
                    <a:pt x="104" y="53"/>
                  </a:lnTo>
                  <a:lnTo>
                    <a:pt x="100" y="58"/>
                  </a:lnTo>
                  <a:lnTo>
                    <a:pt x="97" y="67"/>
                  </a:lnTo>
                  <a:lnTo>
                    <a:pt x="94" y="78"/>
                  </a:lnTo>
                  <a:lnTo>
                    <a:pt x="92" y="89"/>
                  </a:lnTo>
                  <a:lnTo>
                    <a:pt x="93" y="95"/>
                  </a:lnTo>
                  <a:lnTo>
                    <a:pt x="96" y="100"/>
                  </a:lnTo>
                  <a:lnTo>
                    <a:pt x="100" y="104"/>
                  </a:lnTo>
                  <a:lnTo>
                    <a:pt x="105" y="108"/>
                  </a:lnTo>
                  <a:lnTo>
                    <a:pt x="109" y="110"/>
                  </a:lnTo>
                  <a:lnTo>
                    <a:pt x="111" y="115"/>
                  </a:lnTo>
                  <a:lnTo>
                    <a:pt x="111" y="119"/>
                  </a:lnTo>
                  <a:lnTo>
                    <a:pt x="109" y="126"/>
                  </a:lnTo>
                  <a:lnTo>
                    <a:pt x="107" y="134"/>
                  </a:lnTo>
                  <a:lnTo>
                    <a:pt x="102" y="142"/>
                  </a:lnTo>
                  <a:lnTo>
                    <a:pt x="99" y="150"/>
                  </a:lnTo>
                  <a:lnTo>
                    <a:pt x="96" y="147"/>
                  </a:lnTo>
                  <a:lnTo>
                    <a:pt x="92" y="144"/>
                  </a:lnTo>
                  <a:lnTo>
                    <a:pt x="91" y="143"/>
                  </a:lnTo>
                  <a:lnTo>
                    <a:pt x="89" y="142"/>
                  </a:lnTo>
                  <a:lnTo>
                    <a:pt x="88" y="142"/>
                  </a:lnTo>
                  <a:lnTo>
                    <a:pt x="86" y="143"/>
                  </a:lnTo>
                  <a:lnTo>
                    <a:pt x="85" y="143"/>
                  </a:lnTo>
                  <a:lnTo>
                    <a:pt x="84" y="145"/>
                  </a:lnTo>
                  <a:lnTo>
                    <a:pt x="81" y="149"/>
                  </a:lnTo>
                  <a:lnTo>
                    <a:pt x="73" y="149"/>
                  </a:lnTo>
                  <a:lnTo>
                    <a:pt x="73" y="147"/>
                  </a:lnTo>
                  <a:lnTo>
                    <a:pt x="72" y="144"/>
                  </a:lnTo>
                  <a:lnTo>
                    <a:pt x="69" y="139"/>
                  </a:lnTo>
                  <a:lnTo>
                    <a:pt x="66" y="135"/>
                  </a:lnTo>
                  <a:lnTo>
                    <a:pt x="64" y="134"/>
                  </a:lnTo>
                  <a:lnTo>
                    <a:pt x="63" y="134"/>
                  </a:lnTo>
                  <a:lnTo>
                    <a:pt x="62" y="135"/>
                  </a:lnTo>
                  <a:lnTo>
                    <a:pt x="60" y="136"/>
                  </a:lnTo>
                  <a:lnTo>
                    <a:pt x="58" y="138"/>
                  </a:lnTo>
                  <a:lnTo>
                    <a:pt x="55" y="138"/>
                  </a:lnTo>
                  <a:lnTo>
                    <a:pt x="48" y="131"/>
                  </a:lnTo>
                  <a:lnTo>
                    <a:pt x="40" y="122"/>
                  </a:lnTo>
                  <a:lnTo>
                    <a:pt x="39" y="119"/>
                  </a:lnTo>
                  <a:lnTo>
                    <a:pt x="39" y="117"/>
                  </a:lnTo>
                  <a:lnTo>
                    <a:pt x="38" y="116"/>
                  </a:lnTo>
                  <a:lnTo>
                    <a:pt x="34" y="114"/>
                  </a:lnTo>
                  <a:lnTo>
                    <a:pt x="28" y="114"/>
                  </a:lnTo>
                  <a:lnTo>
                    <a:pt x="26" y="115"/>
                  </a:lnTo>
                  <a:lnTo>
                    <a:pt x="24" y="115"/>
                  </a:lnTo>
                  <a:lnTo>
                    <a:pt x="23" y="114"/>
                  </a:lnTo>
                  <a:lnTo>
                    <a:pt x="21" y="114"/>
                  </a:lnTo>
                  <a:lnTo>
                    <a:pt x="19" y="110"/>
                  </a:lnTo>
                  <a:lnTo>
                    <a:pt x="17" y="103"/>
                  </a:lnTo>
                  <a:lnTo>
                    <a:pt x="16" y="101"/>
                  </a:lnTo>
                  <a:lnTo>
                    <a:pt x="15" y="99"/>
                  </a:lnTo>
                  <a:lnTo>
                    <a:pt x="13" y="98"/>
                  </a:lnTo>
                  <a:lnTo>
                    <a:pt x="9" y="97"/>
                  </a:lnTo>
                  <a:lnTo>
                    <a:pt x="7" y="92"/>
                  </a:lnTo>
                  <a:lnTo>
                    <a:pt x="7" y="90"/>
                  </a:lnTo>
                  <a:lnTo>
                    <a:pt x="8" y="85"/>
                  </a:lnTo>
                  <a:lnTo>
                    <a:pt x="9" y="77"/>
                  </a:lnTo>
                  <a:lnTo>
                    <a:pt x="12" y="70"/>
                  </a:lnTo>
                  <a:lnTo>
                    <a:pt x="15" y="62"/>
                  </a:lnTo>
                  <a:lnTo>
                    <a:pt x="15" y="60"/>
                  </a:lnTo>
                  <a:lnTo>
                    <a:pt x="14" y="58"/>
                  </a:lnTo>
                  <a:lnTo>
                    <a:pt x="13" y="56"/>
                  </a:lnTo>
                  <a:lnTo>
                    <a:pt x="13" y="52"/>
                  </a:lnTo>
                  <a:lnTo>
                    <a:pt x="11" y="48"/>
                  </a:lnTo>
                  <a:lnTo>
                    <a:pt x="7" y="44"/>
                  </a:lnTo>
                  <a:lnTo>
                    <a:pt x="3" y="41"/>
                  </a:lnTo>
                  <a:lnTo>
                    <a:pt x="1" y="37"/>
                  </a:lnTo>
                  <a:lnTo>
                    <a:pt x="0" y="33"/>
                  </a:lnTo>
                  <a:lnTo>
                    <a:pt x="2" y="28"/>
                  </a:lnTo>
                  <a:lnTo>
                    <a:pt x="4" y="25"/>
                  </a:lnTo>
                  <a:lnTo>
                    <a:pt x="5" y="24"/>
                  </a:lnTo>
                  <a:lnTo>
                    <a:pt x="5" y="22"/>
                  </a:lnTo>
                  <a:lnTo>
                    <a:pt x="6" y="21"/>
                  </a:lnTo>
                  <a:lnTo>
                    <a:pt x="6" y="20"/>
                  </a:lnTo>
                  <a:lnTo>
                    <a:pt x="6" y="19"/>
                  </a:lnTo>
                  <a:lnTo>
                    <a:pt x="8" y="19"/>
                  </a:lnTo>
                  <a:lnTo>
                    <a:pt x="9" y="20"/>
                  </a:lnTo>
                  <a:lnTo>
                    <a:pt x="16" y="23"/>
                  </a:lnTo>
                  <a:lnTo>
                    <a:pt x="22" y="26"/>
                  </a:lnTo>
                  <a:lnTo>
                    <a:pt x="26" y="27"/>
                  </a:lnTo>
                  <a:lnTo>
                    <a:pt x="28" y="26"/>
                  </a:lnTo>
                  <a:lnTo>
                    <a:pt x="30" y="23"/>
                  </a:lnTo>
                  <a:lnTo>
                    <a:pt x="31" y="20"/>
                  </a:lnTo>
                  <a:lnTo>
                    <a:pt x="32" y="18"/>
                  </a:lnTo>
                  <a:lnTo>
                    <a:pt x="36" y="13"/>
                  </a:lnTo>
                  <a:lnTo>
                    <a:pt x="38" y="8"/>
                  </a:lnTo>
                  <a:lnTo>
                    <a:pt x="40" y="4"/>
                  </a:lnTo>
                  <a:lnTo>
                    <a:pt x="43"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7" name="Freeform 94"/>
            <p:cNvSpPr>
              <a:spLocks/>
            </p:cNvSpPr>
            <p:nvPr/>
          </p:nvSpPr>
          <p:spPr bwMode="auto">
            <a:xfrm>
              <a:off x="3606801" y="5307013"/>
              <a:ext cx="160338" cy="160338"/>
            </a:xfrm>
            <a:custGeom>
              <a:avLst/>
              <a:gdLst/>
              <a:ahLst/>
              <a:cxnLst>
                <a:cxn ang="0">
                  <a:pos x="26" y="0"/>
                </a:cxn>
                <a:cxn ang="0">
                  <a:pos x="29" y="1"/>
                </a:cxn>
                <a:cxn ang="0">
                  <a:pos x="36" y="8"/>
                </a:cxn>
                <a:cxn ang="0">
                  <a:pos x="42" y="16"/>
                </a:cxn>
                <a:cxn ang="0">
                  <a:pos x="48" y="24"/>
                </a:cxn>
                <a:cxn ang="0">
                  <a:pos x="54" y="33"/>
                </a:cxn>
                <a:cxn ang="0">
                  <a:pos x="60" y="41"/>
                </a:cxn>
                <a:cxn ang="0">
                  <a:pos x="66" y="48"/>
                </a:cxn>
                <a:cxn ang="0">
                  <a:pos x="69" y="52"/>
                </a:cxn>
                <a:cxn ang="0">
                  <a:pos x="72" y="54"/>
                </a:cxn>
                <a:cxn ang="0">
                  <a:pos x="75" y="53"/>
                </a:cxn>
                <a:cxn ang="0">
                  <a:pos x="79" y="51"/>
                </a:cxn>
                <a:cxn ang="0">
                  <a:pos x="92" y="46"/>
                </a:cxn>
                <a:cxn ang="0">
                  <a:pos x="95" y="53"/>
                </a:cxn>
                <a:cxn ang="0">
                  <a:pos x="98" y="60"/>
                </a:cxn>
                <a:cxn ang="0">
                  <a:pos x="101" y="68"/>
                </a:cxn>
                <a:cxn ang="0">
                  <a:pos x="100" y="70"/>
                </a:cxn>
                <a:cxn ang="0">
                  <a:pos x="98" y="72"/>
                </a:cxn>
                <a:cxn ang="0">
                  <a:pos x="95" y="74"/>
                </a:cxn>
                <a:cxn ang="0">
                  <a:pos x="87" y="76"/>
                </a:cxn>
                <a:cxn ang="0">
                  <a:pos x="82" y="76"/>
                </a:cxn>
                <a:cxn ang="0">
                  <a:pos x="78" y="75"/>
                </a:cxn>
                <a:cxn ang="0">
                  <a:pos x="77" y="75"/>
                </a:cxn>
                <a:cxn ang="0">
                  <a:pos x="76" y="76"/>
                </a:cxn>
                <a:cxn ang="0">
                  <a:pos x="77" y="80"/>
                </a:cxn>
                <a:cxn ang="0">
                  <a:pos x="79" y="86"/>
                </a:cxn>
                <a:cxn ang="0">
                  <a:pos x="82" y="92"/>
                </a:cxn>
                <a:cxn ang="0">
                  <a:pos x="81" y="94"/>
                </a:cxn>
                <a:cxn ang="0">
                  <a:pos x="79" y="97"/>
                </a:cxn>
                <a:cxn ang="0">
                  <a:pos x="78" y="99"/>
                </a:cxn>
                <a:cxn ang="0">
                  <a:pos x="73" y="99"/>
                </a:cxn>
                <a:cxn ang="0">
                  <a:pos x="62" y="101"/>
                </a:cxn>
                <a:cxn ang="0">
                  <a:pos x="60" y="101"/>
                </a:cxn>
                <a:cxn ang="0">
                  <a:pos x="57" y="101"/>
                </a:cxn>
                <a:cxn ang="0">
                  <a:pos x="51" y="99"/>
                </a:cxn>
                <a:cxn ang="0">
                  <a:pos x="43" y="96"/>
                </a:cxn>
                <a:cxn ang="0">
                  <a:pos x="36" y="92"/>
                </a:cxn>
                <a:cxn ang="0">
                  <a:pos x="30" y="87"/>
                </a:cxn>
                <a:cxn ang="0">
                  <a:pos x="25" y="83"/>
                </a:cxn>
                <a:cxn ang="0">
                  <a:pos x="23" y="78"/>
                </a:cxn>
                <a:cxn ang="0">
                  <a:pos x="23" y="74"/>
                </a:cxn>
                <a:cxn ang="0">
                  <a:pos x="28" y="67"/>
                </a:cxn>
                <a:cxn ang="0">
                  <a:pos x="30" y="62"/>
                </a:cxn>
                <a:cxn ang="0">
                  <a:pos x="30" y="58"/>
                </a:cxn>
                <a:cxn ang="0">
                  <a:pos x="27" y="52"/>
                </a:cxn>
                <a:cxn ang="0">
                  <a:pos x="18" y="44"/>
                </a:cxn>
                <a:cxn ang="0">
                  <a:pos x="9" y="38"/>
                </a:cxn>
                <a:cxn ang="0">
                  <a:pos x="0" y="32"/>
                </a:cxn>
                <a:cxn ang="0">
                  <a:pos x="5" y="22"/>
                </a:cxn>
                <a:cxn ang="0">
                  <a:pos x="9" y="11"/>
                </a:cxn>
                <a:cxn ang="0">
                  <a:pos x="12" y="2"/>
                </a:cxn>
                <a:cxn ang="0">
                  <a:pos x="19" y="1"/>
                </a:cxn>
                <a:cxn ang="0">
                  <a:pos x="26" y="0"/>
                </a:cxn>
              </a:cxnLst>
              <a:rect l="0" t="0" r="r" b="b"/>
              <a:pathLst>
                <a:path w="101" h="101">
                  <a:moveTo>
                    <a:pt x="26" y="0"/>
                  </a:moveTo>
                  <a:lnTo>
                    <a:pt x="29" y="1"/>
                  </a:lnTo>
                  <a:lnTo>
                    <a:pt x="36" y="8"/>
                  </a:lnTo>
                  <a:lnTo>
                    <a:pt x="42" y="16"/>
                  </a:lnTo>
                  <a:lnTo>
                    <a:pt x="48" y="24"/>
                  </a:lnTo>
                  <a:lnTo>
                    <a:pt x="54" y="33"/>
                  </a:lnTo>
                  <a:lnTo>
                    <a:pt x="60" y="41"/>
                  </a:lnTo>
                  <a:lnTo>
                    <a:pt x="66" y="48"/>
                  </a:lnTo>
                  <a:lnTo>
                    <a:pt x="69" y="52"/>
                  </a:lnTo>
                  <a:lnTo>
                    <a:pt x="72" y="54"/>
                  </a:lnTo>
                  <a:lnTo>
                    <a:pt x="75" y="53"/>
                  </a:lnTo>
                  <a:lnTo>
                    <a:pt x="79" y="51"/>
                  </a:lnTo>
                  <a:lnTo>
                    <a:pt x="92" y="46"/>
                  </a:lnTo>
                  <a:lnTo>
                    <a:pt x="95" y="53"/>
                  </a:lnTo>
                  <a:lnTo>
                    <a:pt x="98" y="60"/>
                  </a:lnTo>
                  <a:lnTo>
                    <a:pt x="101" y="68"/>
                  </a:lnTo>
                  <a:lnTo>
                    <a:pt x="100" y="70"/>
                  </a:lnTo>
                  <a:lnTo>
                    <a:pt x="98" y="72"/>
                  </a:lnTo>
                  <a:lnTo>
                    <a:pt x="95" y="74"/>
                  </a:lnTo>
                  <a:lnTo>
                    <a:pt x="87" y="76"/>
                  </a:lnTo>
                  <a:lnTo>
                    <a:pt x="82" y="76"/>
                  </a:lnTo>
                  <a:lnTo>
                    <a:pt x="78" y="75"/>
                  </a:lnTo>
                  <a:lnTo>
                    <a:pt x="77" y="75"/>
                  </a:lnTo>
                  <a:lnTo>
                    <a:pt x="76" y="76"/>
                  </a:lnTo>
                  <a:lnTo>
                    <a:pt x="77" y="80"/>
                  </a:lnTo>
                  <a:lnTo>
                    <a:pt x="79" y="86"/>
                  </a:lnTo>
                  <a:lnTo>
                    <a:pt x="82" y="92"/>
                  </a:lnTo>
                  <a:lnTo>
                    <a:pt x="81" y="94"/>
                  </a:lnTo>
                  <a:lnTo>
                    <a:pt x="79" y="97"/>
                  </a:lnTo>
                  <a:lnTo>
                    <a:pt x="78" y="99"/>
                  </a:lnTo>
                  <a:lnTo>
                    <a:pt x="73" y="99"/>
                  </a:lnTo>
                  <a:lnTo>
                    <a:pt x="62" y="101"/>
                  </a:lnTo>
                  <a:lnTo>
                    <a:pt x="60" y="101"/>
                  </a:lnTo>
                  <a:lnTo>
                    <a:pt x="57" y="101"/>
                  </a:lnTo>
                  <a:lnTo>
                    <a:pt x="51" y="99"/>
                  </a:lnTo>
                  <a:lnTo>
                    <a:pt x="43" y="96"/>
                  </a:lnTo>
                  <a:lnTo>
                    <a:pt x="36" y="92"/>
                  </a:lnTo>
                  <a:lnTo>
                    <a:pt x="30" y="87"/>
                  </a:lnTo>
                  <a:lnTo>
                    <a:pt x="25" y="83"/>
                  </a:lnTo>
                  <a:lnTo>
                    <a:pt x="23" y="78"/>
                  </a:lnTo>
                  <a:lnTo>
                    <a:pt x="23" y="74"/>
                  </a:lnTo>
                  <a:lnTo>
                    <a:pt x="28" y="67"/>
                  </a:lnTo>
                  <a:lnTo>
                    <a:pt x="30" y="62"/>
                  </a:lnTo>
                  <a:lnTo>
                    <a:pt x="30" y="58"/>
                  </a:lnTo>
                  <a:lnTo>
                    <a:pt x="27" y="52"/>
                  </a:lnTo>
                  <a:lnTo>
                    <a:pt x="18" y="44"/>
                  </a:lnTo>
                  <a:lnTo>
                    <a:pt x="9" y="38"/>
                  </a:lnTo>
                  <a:lnTo>
                    <a:pt x="0" y="32"/>
                  </a:lnTo>
                  <a:lnTo>
                    <a:pt x="5" y="22"/>
                  </a:lnTo>
                  <a:lnTo>
                    <a:pt x="9" y="11"/>
                  </a:lnTo>
                  <a:lnTo>
                    <a:pt x="12" y="2"/>
                  </a:lnTo>
                  <a:lnTo>
                    <a:pt x="19" y="1"/>
                  </a:lnTo>
                  <a:lnTo>
                    <a:pt x="2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8" name="Freeform 95"/>
            <p:cNvSpPr>
              <a:spLocks/>
            </p:cNvSpPr>
            <p:nvPr/>
          </p:nvSpPr>
          <p:spPr bwMode="auto">
            <a:xfrm>
              <a:off x="3595688" y="5176838"/>
              <a:ext cx="201613" cy="215900"/>
            </a:xfrm>
            <a:custGeom>
              <a:avLst/>
              <a:gdLst/>
              <a:ahLst/>
              <a:cxnLst>
                <a:cxn ang="0">
                  <a:pos x="31" y="3"/>
                </a:cxn>
                <a:cxn ang="0">
                  <a:pos x="34" y="9"/>
                </a:cxn>
                <a:cxn ang="0">
                  <a:pos x="41" y="15"/>
                </a:cxn>
                <a:cxn ang="0">
                  <a:pos x="52" y="16"/>
                </a:cxn>
                <a:cxn ang="0">
                  <a:pos x="58" y="22"/>
                </a:cxn>
                <a:cxn ang="0">
                  <a:pos x="56" y="34"/>
                </a:cxn>
                <a:cxn ang="0">
                  <a:pos x="58" y="46"/>
                </a:cxn>
                <a:cxn ang="0">
                  <a:pos x="64" y="49"/>
                </a:cxn>
                <a:cxn ang="0">
                  <a:pos x="69" y="45"/>
                </a:cxn>
                <a:cxn ang="0">
                  <a:pos x="72" y="40"/>
                </a:cxn>
                <a:cxn ang="0">
                  <a:pos x="75" y="39"/>
                </a:cxn>
                <a:cxn ang="0">
                  <a:pos x="78" y="44"/>
                </a:cxn>
                <a:cxn ang="0">
                  <a:pos x="80" y="49"/>
                </a:cxn>
                <a:cxn ang="0">
                  <a:pos x="84" y="48"/>
                </a:cxn>
                <a:cxn ang="0">
                  <a:pos x="92" y="44"/>
                </a:cxn>
                <a:cxn ang="0">
                  <a:pos x="98" y="48"/>
                </a:cxn>
                <a:cxn ang="0">
                  <a:pos x="115" y="53"/>
                </a:cxn>
                <a:cxn ang="0">
                  <a:pos x="120" y="64"/>
                </a:cxn>
                <a:cxn ang="0">
                  <a:pos x="116" y="71"/>
                </a:cxn>
                <a:cxn ang="0">
                  <a:pos x="125" y="76"/>
                </a:cxn>
                <a:cxn ang="0">
                  <a:pos x="127" y="86"/>
                </a:cxn>
                <a:cxn ang="0">
                  <a:pos x="124" y="96"/>
                </a:cxn>
                <a:cxn ang="0">
                  <a:pos x="116" y="101"/>
                </a:cxn>
                <a:cxn ang="0">
                  <a:pos x="104" y="102"/>
                </a:cxn>
                <a:cxn ang="0">
                  <a:pos x="92" y="100"/>
                </a:cxn>
                <a:cxn ang="0">
                  <a:pos x="90" y="106"/>
                </a:cxn>
                <a:cxn ang="0">
                  <a:pos x="95" y="119"/>
                </a:cxn>
                <a:cxn ang="0">
                  <a:pos x="86" y="133"/>
                </a:cxn>
                <a:cxn ang="0">
                  <a:pos x="79" y="136"/>
                </a:cxn>
                <a:cxn ang="0">
                  <a:pos x="73" y="130"/>
                </a:cxn>
                <a:cxn ang="0">
                  <a:pos x="61" y="115"/>
                </a:cxn>
                <a:cxn ang="0">
                  <a:pos x="49" y="98"/>
                </a:cxn>
                <a:cxn ang="0">
                  <a:pos x="36" y="83"/>
                </a:cxn>
                <a:cxn ang="0">
                  <a:pos x="26" y="83"/>
                </a:cxn>
                <a:cxn ang="0">
                  <a:pos x="20" y="81"/>
                </a:cxn>
                <a:cxn ang="0">
                  <a:pos x="17" y="74"/>
                </a:cxn>
                <a:cxn ang="0">
                  <a:pos x="8" y="68"/>
                </a:cxn>
                <a:cxn ang="0">
                  <a:pos x="1" y="59"/>
                </a:cxn>
                <a:cxn ang="0">
                  <a:pos x="2" y="42"/>
                </a:cxn>
                <a:cxn ang="0">
                  <a:pos x="8" y="22"/>
                </a:cxn>
                <a:cxn ang="0">
                  <a:pos x="17" y="12"/>
                </a:cxn>
                <a:cxn ang="0">
                  <a:pos x="28" y="0"/>
                </a:cxn>
              </a:cxnLst>
              <a:rect l="0" t="0" r="r" b="b"/>
              <a:pathLst>
                <a:path w="127" h="136">
                  <a:moveTo>
                    <a:pt x="28" y="0"/>
                  </a:moveTo>
                  <a:lnTo>
                    <a:pt x="31" y="3"/>
                  </a:lnTo>
                  <a:lnTo>
                    <a:pt x="33" y="6"/>
                  </a:lnTo>
                  <a:lnTo>
                    <a:pt x="34" y="9"/>
                  </a:lnTo>
                  <a:lnTo>
                    <a:pt x="36" y="13"/>
                  </a:lnTo>
                  <a:lnTo>
                    <a:pt x="41" y="15"/>
                  </a:lnTo>
                  <a:lnTo>
                    <a:pt x="44" y="16"/>
                  </a:lnTo>
                  <a:lnTo>
                    <a:pt x="52" y="16"/>
                  </a:lnTo>
                  <a:lnTo>
                    <a:pt x="56" y="18"/>
                  </a:lnTo>
                  <a:lnTo>
                    <a:pt x="58" y="22"/>
                  </a:lnTo>
                  <a:lnTo>
                    <a:pt x="58" y="31"/>
                  </a:lnTo>
                  <a:lnTo>
                    <a:pt x="56" y="34"/>
                  </a:lnTo>
                  <a:lnTo>
                    <a:pt x="55" y="39"/>
                  </a:lnTo>
                  <a:lnTo>
                    <a:pt x="58" y="46"/>
                  </a:lnTo>
                  <a:lnTo>
                    <a:pt x="62" y="49"/>
                  </a:lnTo>
                  <a:lnTo>
                    <a:pt x="64" y="49"/>
                  </a:lnTo>
                  <a:lnTo>
                    <a:pt x="66" y="48"/>
                  </a:lnTo>
                  <a:lnTo>
                    <a:pt x="69" y="45"/>
                  </a:lnTo>
                  <a:lnTo>
                    <a:pt x="71" y="42"/>
                  </a:lnTo>
                  <a:lnTo>
                    <a:pt x="72" y="40"/>
                  </a:lnTo>
                  <a:lnTo>
                    <a:pt x="74" y="39"/>
                  </a:lnTo>
                  <a:lnTo>
                    <a:pt x="75" y="39"/>
                  </a:lnTo>
                  <a:lnTo>
                    <a:pt x="76" y="40"/>
                  </a:lnTo>
                  <a:lnTo>
                    <a:pt x="78" y="44"/>
                  </a:lnTo>
                  <a:lnTo>
                    <a:pt x="78" y="46"/>
                  </a:lnTo>
                  <a:lnTo>
                    <a:pt x="80" y="49"/>
                  </a:lnTo>
                  <a:lnTo>
                    <a:pt x="83" y="49"/>
                  </a:lnTo>
                  <a:lnTo>
                    <a:pt x="84" y="48"/>
                  </a:lnTo>
                  <a:lnTo>
                    <a:pt x="86" y="47"/>
                  </a:lnTo>
                  <a:lnTo>
                    <a:pt x="92" y="44"/>
                  </a:lnTo>
                  <a:lnTo>
                    <a:pt x="93" y="45"/>
                  </a:lnTo>
                  <a:lnTo>
                    <a:pt x="98" y="48"/>
                  </a:lnTo>
                  <a:lnTo>
                    <a:pt x="106" y="50"/>
                  </a:lnTo>
                  <a:lnTo>
                    <a:pt x="115" y="53"/>
                  </a:lnTo>
                  <a:lnTo>
                    <a:pt x="126" y="56"/>
                  </a:lnTo>
                  <a:lnTo>
                    <a:pt x="120" y="64"/>
                  </a:lnTo>
                  <a:lnTo>
                    <a:pt x="118" y="67"/>
                  </a:lnTo>
                  <a:lnTo>
                    <a:pt x="116" y="71"/>
                  </a:lnTo>
                  <a:lnTo>
                    <a:pt x="118" y="73"/>
                  </a:lnTo>
                  <a:lnTo>
                    <a:pt x="125" y="76"/>
                  </a:lnTo>
                  <a:lnTo>
                    <a:pt x="127" y="81"/>
                  </a:lnTo>
                  <a:lnTo>
                    <a:pt x="127" y="86"/>
                  </a:lnTo>
                  <a:lnTo>
                    <a:pt x="126" y="91"/>
                  </a:lnTo>
                  <a:lnTo>
                    <a:pt x="124" y="96"/>
                  </a:lnTo>
                  <a:lnTo>
                    <a:pt x="121" y="98"/>
                  </a:lnTo>
                  <a:lnTo>
                    <a:pt x="116" y="101"/>
                  </a:lnTo>
                  <a:lnTo>
                    <a:pt x="110" y="102"/>
                  </a:lnTo>
                  <a:lnTo>
                    <a:pt x="104" y="102"/>
                  </a:lnTo>
                  <a:lnTo>
                    <a:pt x="95" y="100"/>
                  </a:lnTo>
                  <a:lnTo>
                    <a:pt x="92" y="100"/>
                  </a:lnTo>
                  <a:lnTo>
                    <a:pt x="90" y="102"/>
                  </a:lnTo>
                  <a:lnTo>
                    <a:pt x="90" y="106"/>
                  </a:lnTo>
                  <a:lnTo>
                    <a:pt x="92" y="112"/>
                  </a:lnTo>
                  <a:lnTo>
                    <a:pt x="95" y="119"/>
                  </a:lnTo>
                  <a:lnTo>
                    <a:pt x="99" y="128"/>
                  </a:lnTo>
                  <a:lnTo>
                    <a:pt x="86" y="133"/>
                  </a:lnTo>
                  <a:lnTo>
                    <a:pt x="82" y="135"/>
                  </a:lnTo>
                  <a:lnTo>
                    <a:pt x="79" y="136"/>
                  </a:lnTo>
                  <a:lnTo>
                    <a:pt x="76" y="134"/>
                  </a:lnTo>
                  <a:lnTo>
                    <a:pt x="73" y="130"/>
                  </a:lnTo>
                  <a:lnTo>
                    <a:pt x="67" y="123"/>
                  </a:lnTo>
                  <a:lnTo>
                    <a:pt x="61" y="115"/>
                  </a:lnTo>
                  <a:lnTo>
                    <a:pt x="55" y="106"/>
                  </a:lnTo>
                  <a:lnTo>
                    <a:pt x="49" y="98"/>
                  </a:lnTo>
                  <a:lnTo>
                    <a:pt x="43" y="90"/>
                  </a:lnTo>
                  <a:lnTo>
                    <a:pt x="36" y="83"/>
                  </a:lnTo>
                  <a:lnTo>
                    <a:pt x="33" y="82"/>
                  </a:lnTo>
                  <a:lnTo>
                    <a:pt x="26" y="83"/>
                  </a:lnTo>
                  <a:lnTo>
                    <a:pt x="19" y="84"/>
                  </a:lnTo>
                  <a:lnTo>
                    <a:pt x="20" y="81"/>
                  </a:lnTo>
                  <a:lnTo>
                    <a:pt x="19" y="79"/>
                  </a:lnTo>
                  <a:lnTo>
                    <a:pt x="17" y="74"/>
                  </a:lnTo>
                  <a:lnTo>
                    <a:pt x="13" y="72"/>
                  </a:lnTo>
                  <a:lnTo>
                    <a:pt x="8" y="68"/>
                  </a:lnTo>
                  <a:lnTo>
                    <a:pt x="4" y="64"/>
                  </a:lnTo>
                  <a:lnTo>
                    <a:pt x="1" y="59"/>
                  </a:lnTo>
                  <a:lnTo>
                    <a:pt x="0" y="53"/>
                  </a:lnTo>
                  <a:lnTo>
                    <a:pt x="2" y="42"/>
                  </a:lnTo>
                  <a:lnTo>
                    <a:pt x="5" y="31"/>
                  </a:lnTo>
                  <a:lnTo>
                    <a:pt x="8" y="22"/>
                  </a:lnTo>
                  <a:lnTo>
                    <a:pt x="12" y="17"/>
                  </a:lnTo>
                  <a:lnTo>
                    <a:pt x="17" y="12"/>
                  </a:lnTo>
                  <a:lnTo>
                    <a:pt x="23" y="5"/>
                  </a:lnTo>
                  <a:lnTo>
                    <a:pt x="28"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29" name="Freeform 96"/>
            <p:cNvSpPr>
              <a:spLocks/>
            </p:cNvSpPr>
            <p:nvPr/>
          </p:nvSpPr>
          <p:spPr bwMode="auto">
            <a:xfrm>
              <a:off x="3632201" y="4954588"/>
              <a:ext cx="296863" cy="311150"/>
            </a:xfrm>
            <a:custGeom>
              <a:avLst/>
              <a:gdLst/>
              <a:ahLst/>
              <a:cxnLst>
                <a:cxn ang="0">
                  <a:pos x="155" y="44"/>
                </a:cxn>
                <a:cxn ang="0">
                  <a:pos x="169" y="60"/>
                </a:cxn>
                <a:cxn ang="0">
                  <a:pos x="178" y="74"/>
                </a:cxn>
                <a:cxn ang="0">
                  <a:pos x="187" y="90"/>
                </a:cxn>
                <a:cxn ang="0">
                  <a:pos x="178" y="105"/>
                </a:cxn>
                <a:cxn ang="0">
                  <a:pos x="164" y="118"/>
                </a:cxn>
                <a:cxn ang="0">
                  <a:pos x="164" y="134"/>
                </a:cxn>
                <a:cxn ang="0">
                  <a:pos x="150" y="146"/>
                </a:cxn>
                <a:cxn ang="0">
                  <a:pos x="131" y="154"/>
                </a:cxn>
                <a:cxn ang="0">
                  <a:pos x="113" y="183"/>
                </a:cxn>
                <a:cxn ang="0">
                  <a:pos x="92" y="193"/>
                </a:cxn>
                <a:cxn ang="0">
                  <a:pos x="70" y="185"/>
                </a:cxn>
                <a:cxn ang="0">
                  <a:pos x="61" y="188"/>
                </a:cxn>
                <a:cxn ang="0">
                  <a:pos x="55" y="186"/>
                </a:cxn>
                <a:cxn ang="0">
                  <a:pos x="52" y="179"/>
                </a:cxn>
                <a:cxn ang="0">
                  <a:pos x="48" y="182"/>
                </a:cxn>
                <a:cxn ang="0">
                  <a:pos x="41" y="189"/>
                </a:cxn>
                <a:cxn ang="0">
                  <a:pos x="32" y="179"/>
                </a:cxn>
                <a:cxn ang="0">
                  <a:pos x="35" y="162"/>
                </a:cxn>
                <a:cxn ang="0">
                  <a:pos x="21" y="156"/>
                </a:cxn>
                <a:cxn ang="0">
                  <a:pos x="11" y="149"/>
                </a:cxn>
                <a:cxn ang="0">
                  <a:pos x="5" y="140"/>
                </a:cxn>
                <a:cxn ang="0">
                  <a:pos x="6" y="128"/>
                </a:cxn>
                <a:cxn ang="0">
                  <a:pos x="9" y="122"/>
                </a:cxn>
                <a:cxn ang="0">
                  <a:pos x="2" y="112"/>
                </a:cxn>
                <a:cxn ang="0">
                  <a:pos x="2" y="103"/>
                </a:cxn>
                <a:cxn ang="0">
                  <a:pos x="8" y="91"/>
                </a:cxn>
                <a:cxn ang="0">
                  <a:pos x="10" y="86"/>
                </a:cxn>
                <a:cxn ang="0">
                  <a:pos x="9" y="79"/>
                </a:cxn>
                <a:cxn ang="0">
                  <a:pos x="2" y="68"/>
                </a:cxn>
                <a:cxn ang="0">
                  <a:pos x="7" y="61"/>
                </a:cxn>
                <a:cxn ang="0">
                  <a:pos x="11" y="63"/>
                </a:cxn>
                <a:cxn ang="0">
                  <a:pos x="14" y="65"/>
                </a:cxn>
                <a:cxn ang="0">
                  <a:pos x="20" y="61"/>
                </a:cxn>
                <a:cxn ang="0">
                  <a:pos x="24" y="61"/>
                </a:cxn>
                <a:cxn ang="0">
                  <a:pos x="43" y="64"/>
                </a:cxn>
                <a:cxn ang="0">
                  <a:pos x="49" y="65"/>
                </a:cxn>
                <a:cxn ang="0">
                  <a:pos x="51" y="62"/>
                </a:cxn>
                <a:cxn ang="0">
                  <a:pos x="56" y="63"/>
                </a:cxn>
                <a:cxn ang="0">
                  <a:pos x="60" y="63"/>
                </a:cxn>
                <a:cxn ang="0">
                  <a:pos x="65" y="52"/>
                </a:cxn>
                <a:cxn ang="0">
                  <a:pos x="78" y="42"/>
                </a:cxn>
                <a:cxn ang="0">
                  <a:pos x="98" y="43"/>
                </a:cxn>
                <a:cxn ang="0">
                  <a:pos x="120" y="29"/>
                </a:cxn>
                <a:cxn ang="0">
                  <a:pos x="141" y="10"/>
                </a:cxn>
                <a:cxn ang="0">
                  <a:pos x="145" y="7"/>
                </a:cxn>
                <a:cxn ang="0">
                  <a:pos x="149" y="0"/>
                </a:cxn>
              </a:cxnLst>
              <a:rect l="0" t="0" r="r" b="b"/>
              <a:pathLst>
                <a:path w="187" h="196">
                  <a:moveTo>
                    <a:pt x="149" y="0"/>
                  </a:moveTo>
                  <a:lnTo>
                    <a:pt x="155" y="0"/>
                  </a:lnTo>
                  <a:lnTo>
                    <a:pt x="155" y="44"/>
                  </a:lnTo>
                  <a:lnTo>
                    <a:pt x="156" y="49"/>
                  </a:lnTo>
                  <a:lnTo>
                    <a:pt x="162" y="54"/>
                  </a:lnTo>
                  <a:lnTo>
                    <a:pt x="169" y="60"/>
                  </a:lnTo>
                  <a:lnTo>
                    <a:pt x="174" y="64"/>
                  </a:lnTo>
                  <a:lnTo>
                    <a:pt x="176" y="69"/>
                  </a:lnTo>
                  <a:lnTo>
                    <a:pt x="178" y="74"/>
                  </a:lnTo>
                  <a:lnTo>
                    <a:pt x="180" y="78"/>
                  </a:lnTo>
                  <a:lnTo>
                    <a:pt x="184" y="84"/>
                  </a:lnTo>
                  <a:lnTo>
                    <a:pt x="187" y="90"/>
                  </a:lnTo>
                  <a:lnTo>
                    <a:pt x="187" y="96"/>
                  </a:lnTo>
                  <a:lnTo>
                    <a:pt x="183" y="101"/>
                  </a:lnTo>
                  <a:lnTo>
                    <a:pt x="178" y="105"/>
                  </a:lnTo>
                  <a:lnTo>
                    <a:pt x="169" y="110"/>
                  </a:lnTo>
                  <a:lnTo>
                    <a:pt x="166" y="112"/>
                  </a:lnTo>
                  <a:lnTo>
                    <a:pt x="164" y="118"/>
                  </a:lnTo>
                  <a:lnTo>
                    <a:pt x="163" y="123"/>
                  </a:lnTo>
                  <a:lnTo>
                    <a:pt x="165" y="128"/>
                  </a:lnTo>
                  <a:lnTo>
                    <a:pt x="164" y="134"/>
                  </a:lnTo>
                  <a:lnTo>
                    <a:pt x="161" y="138"/>
                  </a:lnTo>
                  <a:lnTo>
                    <a:pt x="155" y="143"/>
                  </a:lnTo>
                  <a:lnTo>
                    <a:pt x="150" y="146"/>
                  </a:lnTo>
                  <a:lnTo>
                    <a:pt x="145" y="149"/>
                  </a:lnTo>
                  <a:lnTo>
                    <a:pt x="138" y="151"/>
                  </a:lnTo>
                  <a:lnTo>
                    <a:pt x="131" y="154"/>
                  </a:lnTo>
                  <a:lnTo>
                    <a:pt x="127" y="159"/>
                  </a:lnTo>
                  <a:lnTo>
                    <a:pt x="119" y="175"/>
                  </a:lnTo>
                  <a:lnTo>
                    <a:pt x="113" y="183"/>
                  </a:lnTo>
                  <a:lnTo>
                    <a:pt x="104" y="193"/>
                  </a:lnTo>
                  <a:lnTo>
                    <a:pt x="103" y="196"/>
                  </a:lnTo>
                  <a:lnTo>
                    <a:pt x="92" y="193"/>
                  </a:lnTo>
                  <a:lnTo>
                    <a:pt x="83" y="190"/>
                  </a:lnTo>
                  <a:lnTo>
                    <a:pt x="75" y="188"/>
                  </a:lnTo>
                  <a:lnTo>
                    <a:pt x="70" y="185"/>
                  </a:lnTo>
                  <a:lnTo>
                    <a:pt x="69" y="184"/>
                  </a:lnTo>
                  <a:lnTo>
                    <a:pt x="63" y="187"/>
                  </a:lnTo>
                  <a:lnTo>
                    <a:pt x="61" y="188"/>
                  </a:lnTo>
                  <a:lnTo>
                    <a:pt x="60" y="189"/>
                  </a:lnTo>
                  <a:lnTo>
                    <a:pt x="57" y="189"/>
                  </a:lnTo>
                  <a:lnTo>
                    <a:pt x="55" y="186"/>
                  </a:lnTo>
                  <a:lnTo>
                    <a:pt x="55" y="184"/>
                  </a:lnTo>
                  <a:lnTo>
                    <a:pt x="53" y="180"/>
                  </a:lnTo>
                  <a:lnTo>
                    <a:pt x="52" y="179"/>
                  </a:lnTo>
                  <a:lnTo>
                    <a:pt x="51" y="179"/>
                  </a:lnTo>
                  <a:lnTo>
                    <a:pt x="49" y="180"/>
                  </a:lnTo>
                  <a:lnTo>
                    <a:pt x="48" y="182"/>
                  </a:lnTo>
                  <a:lnTo>
                    <a:pt x="46" y="185"/>
                  </a:lnTo>
                  <a:lnTo>
                    <a:pt x="43" y="188"/>
                  </a:lnTo>
                  <a:lnTo>
                    <a:pt x="41" y="189"/>
                  </a:lnTo>
                  <a:lnTo>
                    <a:pt x="39" y="189"/>
                  </a:lnTo>
                  <a:lnTo>
                    <a:pt x="35" y="186"/>
                  </a:lnTo>
                  <a:lnTo>
                    <a:pt x="32" y="179"/>
                  </a:lnTo>
                  <a:lnTo>
                    <a:pt x="33" y="174"/>
                  </a:lnTo>
                  <a:lnTo>
                    <a:pt x="35" y="171"/>
                  </a:lnTo>
                  <a:lnTo>
                    <a:pt x="35" y="162"/>
                  </a:lnTo>
                  <a:lnTo>
                    <a:pt x="33" y="158"/>
                  </a:lnTo>
                  <a:lnTo>
                    <a:pt x="29" y="156"/>
                  </a:lnTo>
                  <a:lnTo>
                    <a:pt x="21" y="156"/>
                  </a:lnTo>
                  <a:lnTo>
                    <a:pt x="18" y="155"/>
                  </a:lnTo>
                  <a:lnTo>
                    <a:pt x="13" y="153"/>
                  </a:lnTo>
                  <a:lnTo>
                    <a:pt x="11" y="149"/>
                  </a:lnTo>
                  <a:lnTo>
                    <a:pt x="10" y="146"/>
                  </a:lnTo>
                  <a:lnTo>
                    <a:pt x="8" y="143"/>
                  </a:lnTo>
                  <a:lnTo>
                    <a:pt x="5" y="140"/>
                  </a:lnTo>
                  <a:lnTo>
                    <a:pt x="7" y="137"/>
                  </a:lnTo>
                  <a:lnTo>
                    <a:pt x="7" y="133"/>
                  </a:lnTo>
                  <a:lnTo>
                    <a:pt x="6" y="128"/>
                  </a:lnTo>
                  <a:lnTo>
                    <a:pt x="4" y="123"/>
                  </a:lnTo>
                  <a:lnTo>
                    <a:pt x="9" y="123"/>
                  </a:lnTo>
                  <a:lnTo>
                    <a:pt x="9" y="122"/>
                  </a:lnTo>
                  <a:lnTo>
                    <a:pt x="8" y="120"/>
                  </a:lnTo>
                  <a:lnTo>
                    <a:pt x="5" y="117"/>
                  </a:lnTo>
                  <a:lnTo>
                    <a:pt x="2" y="112"/>
                  </a:lnTo>
                  <a:lnTo>
                    <a:pt x="0" y="110"/>
                  </a:lnTo>
                  <a:lnTo>
                    <a:pt x="0" y="107"/>
                  </a:lnTo>
                  <a:lnTo>
                    <a:pt x="2" y="103"/>
                  </a:lnTo>
                  <a:lnTo>
                    <a:pt x="4" y="97"/>
                  </a:lnTo>
                  <a:lnTo>
                    <a:pt x="6" y="93"/>
                  </a:lnTo>
                  <a:lnTo>
                    <a:pt x="8" y="91"/>
                  </a:lnTo>
                  <a:lnTo>
                    <a:pt x="9" y="89"/>
                  </a:lnTo>
                  <a:lnTo>
                    <a:pt x="9" y="87"/>
                  </a:lnTo>
                  <a:lnTo>
                    <a:pt x="10" y="86"/>
                  </a:lnTo>
                  <a:lnTo>
                    <a:pt x="11" y="84"/>
                  </a:lnTo>
                  <a:lnTo>
                    <a:pt x="11" y="82"/>
                  </a:lnTo>
                  <a:lnTo>
                    <a:pt x="9" y="79"/>
                  </a:lnTo>
                  <a:lnTo>
                    <a:pt x="6" y="76"/>
                  </a:lnTo>
                  <a:lnTo>
                    <a:pt x="3" y="71"/>
                  </a:lnTo>
                  <a:lnTo>
                    <a:pt x="2" y="68"/>
                  </a:lnTo>
                  <a:lnTo>
                    <a:pt x="3" y="64"/>
                  </a:lnTo>
                  <a:lnTo>
                    <a:pt x="5" y="61"/>
                  </a:lnTo>
                  <a:lnTo>
                    <a:pt x="7" y="61"/>
                  </a:lnTo>
                  <a:lnTo>
                    <a:pt x="10" y="61"/>
                  </a:lnTo>
                  <a:lnTo>
                    <a:pt x="11" y="62"/>
                  </a:lnTo>
                  <a:lnTo>
                    <a:pt x="11" y="63"/>
                  </a:lnTo>
                  <a:lnTo>
                    <a:pt x="12" y="64"/>
                  </a:lnTo>
                  <a:lnTo>
                    <a:pt x="13" y="64"/>
                  </a:lnTo>
                  <a:lnTo>
                    <a:pt x="14" y="65"/>
                  </a:lnTo>
                  <a:lnTo>
                    <a:pt x="18" y="63"/>
                  </a:lnTo>
                  <a:lnTo>
                    <a:pt x="19" y="61"/>
                  </a:lnTo>
                  <a:lnTo>
                    <a:pt x="20" y="61"/>
                  </a:lnTo>
                  <a:lnTo>
                    <a:pt x="21" y="61"/>
                  </a:lnTo>
                  <a:lnTo>
                    <a:pt x="22" y="61"/>
                  </a:lnTo>
                  <a:lnTo>
                    <a:pt x="24" y="61"/>
                  </a:lnTo>
                  <a:lnTo>
                    <a:pt x="33" y="63"/>
                  </a:lnTo>
                  <a:lnTo>
                    <a:pt x="42" y="63"/>
                  </a:lnTo>
                  <a:lnTo>
                    <a:pt x="43" y="64"/>
                  </a:lnTo>
                  <a:lnTo>
                    <a:pt x="44" y="64"/>
                  </a:lnTo>
                  <a:lnTo>
                    <a:pt x="45" y="65"/>
                  </a:lnTo>
                  <a:lnTo>
                    <a:pt x="49" y="65"/>
                  </a:lnTo>
                  <a:lnTo>
                    <a:pt x="50" y="64"/>
                  </a:lnTo>
                  <a:lnTo>
                    <a:pt x="50" y="63"/>
                  </a:lnTo>
                  <a:lnTo>
                    <a:pt x="51" y="62"/>
                  </a:lnTo>
                  <a:lnTo>
                    <a:pt x="53" y="62"/>
                  </a:lnTo>
                  <a:lnTo>
                    <a:pt x="55" y="63"/>
                  </a:lnTo>
                  <a:lnTo>
                    <a:pt x="56" y="63"/>
                  </a:lnTo>
                  <a:lnTo>
                    <a:pt x="57" y="64"/>
                  </a:lnTo>
                  <a:lnTo>
                    <a:pt x="58" y="64"/>
                  </a:lnTo>
                  <a:lnTo>
                    <a:pt x="60" y="63"/>
                  </a:lnTo>
                  <a:lnTo>
                    <a:pt x="61" y="61"/>
                  </a:lnTo>
                  <a:lnTo>
                    <a:pt x="63" y="57"/>
                  </a:lnTo>
                  <a:lnTo>
                    <a:pt x="65" y="52"/>
                  </a:lnTo>
                  <a:lnTo>
                    <a:pt x="68" y="46"/>
                  </a:lnTo>
                  <a:lnTo>
                    <a:pt x="72" y="44"/>
                  </a:lnTo>
                  <a:lnTo>
                    <a:pt x="78" y="42"/>
                  </a:lnTo>
                  <a:lnTo>
                    <a:pt x="83" y="42"/>
                  </a:lnTo>
                  <a:lnTo>
                    <a:pt x="87" y="43"/>
                  </a:lnTo>
                  <a:lnTo>
                    <a:pt x="98" y="43"/>
                  </a:lnTo>
                  <a:lnTo>
                    <a:pt x="105" y="40"/>
                  </a:lnTo>
                  <a:lnTo>
                    <a:pt x="112" y="35"/>
                  </a:lnTo>
                  <a:lnTo>
                    <a:pt x="120" y="29"/>
                  </a:lnTo>
                  <a:lnTo>
                    <a:pt x="127" y="24"/>
                  </a:lnTo>
                  <a:lnTo>
                    <a:pt x="132" y="19"/>
                  </a:lnTo>
                  <a:lnTo>
                    <a:pt x="141" y="10"/>
                  </a:lnTo>
                  <a:lnTo>
                    <a:pt x="143" y="10"/>
                  </a:lnTo>
                  <a:lnTo>
                    <a:pt x="144" y="8"/>
                  </a:lnTo>
                  <a:lnTo>
                    <a:pt x="145" y="7"/>
                  </a:lnTo>
                  <a:lnTo>
                    <a:pt x="146" y="3"/>
                  </a:lnTo>
                  <a:lnTo>
                    <a:pt x="146" y="2"/>
                  </a:lnTo>
                  <a:lnTo>
                    <a:pt x="14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0" name="Freeform 97"/>
            <p:cNvSpPr>
              <a:spLocks/>
            </p:cNvSpPr>
            <p:nvPr/>
          </p:nvSpPr>
          <p:spPr bwMode="auto">
            <a:xfrm>
              <a:off x="3257551" y="5791200"/>
              <a:ext cx="200025" cy="207963"/>
            </a:xfrm>
            <a:custGeom>
              <a:avLst/>
              <a:gdLst/>
              <a:ahLst/>
              <a:cxnLst>
                <a:cxn ang="0">
                  <a:pos x="61" y="32"/>
                </a:cxn>
                <a:cxn ang="0">
                  <a:pos x="68" y="39"/>
                </a:cxn>
                <a:cxn ang="0">
                  <a:pos x="85" y="44"/>
                </a:cxn>
                <a:cxn ang="0">
                  <a:pos x="98" y="43"/>
                </a:cxn>
                <a:cxn ang="0">
                  <a:pos x="109" y="41"/>
                </a:cxn>
                <a:cxn ang="0">
                  <a:pos x="114" y="49"/>
                </a:cxn>
                <a:cxn ang="0">
                  <a:pos x="121" y="66"/>
                </a:cxn>
                <a:cxn ang="0">
                  <a:pos x="122" y="77"/>
                </a:cxn>
                <a:cxn ang="0">
                  <a:pos x="109" y="83"/>
                </a:cxn>
                <a:cxn ang="0">
                  <a:pos x="95" y="89"/>
                </a:cxn>
                <a:cxn ang="0">
                  <a:pos x="73" y="95"/>
                </a:cxn>
                <a:cxn ang="0">
                  <a:pos x="59" y="102"/>
                </a:cxn>
                <a:cxn ang="0">
                  <a:pos x="44" y="117"/>
                </a:cxn>
                <a:cxn ang="0">
                  <a:pos x="38" y="131"/>
                </a:cxn>
                <a:cxn ang="0">
                  <a:pos x="31" y="115"/>
                </a:cxn>
                <a:cxn ang="0">
                  <a:pos x="22" y="108"/>
                </a:cxn>
                <a:cxn ang="0">
                  <a:pos x="15" y="100"/>
                </a:cxn>
                <a:cxn ang="0">
                  <a:pos x="10" y="89"/>
                </a:cxn>
                <a:cxn ang="0">
                  <a:pos x="4" y="78"/>
                </a:cxn>
                <a:cxn ang="0">
                  <a:pos x="6" y="73"/>
                </a:cxn>
                <a:cxn ang="0">
                  <a:pos x="10" y="66"/>
                </a:cxn>
                <a:cxn ang="0">
                  <a:pos x="9" y="61"/>
                </a:cxn>
                <a:cxn ang="0">
                  <a:pos x="6" y="58"/>
                </a:cxn>
                <a:cxn ang="0">
                  <a:pos x="2" y="56"/>
                </a:cxn>
                <a:cxn ang="0">
                  <a:pos x="0" y="55"/>
                </a:cxn>
                <a:cxn ang="0">
                  <a:pos x="1" y="52"/>
                </a:cxn>
                <a:cxn ang="0">
                  <a:pos x="6" y="49"/>
                </a:cxn>
                <a:cxn ang="0">
                  <a:pos x="8" y="47"/>
                </a:cxn>
                <a:cxn ang="0">
                  <a:pos x="7" y="38"/>
                </a:cxn>
                <a:cxn ang="0">
                  <a:pos x="4" y="29"/>
                </a:cxn>
                <a:cxn ang="0">
                  <a:pos x="8" y="21"/>
                </a:cxn>
                <a:cxn ang="0">
                  <a:pos x="9" y="13"/>
                </a:cxn>
                <a:cxn ang="0">
                  <a:pos x="6" y="7"/>
                </a:cxn>
                <a:cxn ang="0">
                  <a:pos x="6" y="2"/>
                </a:cxn>
                <a:cxn ang="0">
                  <a:pos x="19" y="1"/>
                </a:cxn>
                <a:cxn ang="0">
                  <a:pos x="40" y="3"/>
                </a:cxn>
                <a:cxn ang="0">
                  <a:pos x="61" y="0"/>
                </a:cxn>
              </a:cxnLst>
              <a:rect l="0" t="0" r="r" b="b"/>
              <a:pathLst>
                <a:path w="126" h="131">
                  <a:moveTo>
                    <a:pt x="61" y="0"/>
                  </a:moveTo>
                  <a:lnTo>
                    <a:pt x="61" y="32"/>
                  </a:lnTo>
                  <a:lnTo>
                    <a:pt x="63" y="36"/>
                  </a:lnTo>
                  <a:lnTo>
                    <a:pt x="68" y="39"/>
                  </a:lnTo>
                  <a:lnTo>
                    <a:pt x="73" y="41"/>
                  </a:lnTo>
                  <a:lnTo>
                    <a:pt x="85" y="44"/>
                  </a:lnTo>
                  <a:lnTo>
                    <a:pt x="92" y="45"/>
                  </a:lnTo>
                  <a:lnTo>
                    <a:pt x="98" y="43"/>
                  </a:lnTo>
                  <a:lnTo>
                    <a:pt x="104" y="42"/>
                  </a:lnTo>
                  <a:lnTo>
                    <a:pt x="109" y="41"/>
                  </a:lnTo>
                  <a:lnTo>
                    <a:pt x="112" y="44"/>
                  </a:lnTo>
                  <a:lnTo>
                    <a:pt x="114" y="49"/>
                  </a:lnTo>
                  <a:lnTo>
                    <a:pt x="118" y="57"/>
                  </a:lnTo>
                  <a:lnTo>
                    <a:pt x="121" y="66"/>
                  </a:lnTo>
                  <a:lnTo>
                    <a:pt x="126" y="75"/>
                  </a:lnTo>
                  <a:lnTo>
                    <a:pt x="122" y="77"/>
                  </a:lnTo>
                  <a:lnTo>
                    <a:pt x="119" y="79"/>
                  </a:lnTo>
                  <a:lnTo>
                    <a:pt x="109" y="83"/>
                  </a:lnTo>
                  <a:lnTo>
                    <a:pt x="102" y="85"/>
                  </a:lnTo>
                  <a:lnTo>
                    <a:pt x="95" y="89"/>
                  </a:lnTo>
                  <a:lnTo>
                    <a:pt x="82" y="93"/>
                  </a:lnTo>
                  <a:lnTo>
                    <a:pt x="73" y="95"/>
                  </a:lnTo>
                  <a:lnTo>
                    <a:pt x="65" y="98"/>
                  </a:lnTo>
                  <a:lnTo>
                    <a:pt x="59" y="102"/>
                  </a:lnTo>
                  <a:lnTo>
                    <a:pt x="48" y="113"/>
                  </a:lnTo>
                  <a:lnTo>
                    <a:pt x="44" y="117"/>
                  </a:lnTo>
                  <a:lnTo>
                    <a:pt x="41" y="124"/>
                  </a:lnTo>
                  <a:lnTo>
                    <a:pt x="38" y="131"/>
                  </a:lnTo>
                  <a:lnTo>
                    <a:pt x="35" y="124"/>
                  </a:lnTo>
                  <a:lnTo>
                    <a:pt x="31" y="115"/>
                  </a:lnTo>
                  <a:lnTo>
                    <a:pt x="27" y="111"/>
                  </a:lnTo>
                  <a:lnTo>
                    <a:pt x="22" y="108"/>
                  </a:lnTo>
                  <a:lnTo>
                    <a:pt x="17" y="104"/>
                  </a:lnTo>
                  <a:lnTo>
                    <a:pt x="15" y="100"/>
                  </a:lnTo>
                  <a:lnTo>
                    <a:pt x="14" y="95"/>
                  </a:lnTo>
                  <a:lnTo>
                    <a:pt x="10" y="89"/>
                  </a:lnTo>
                  <a:lnTo>
                    <a:pt x="8" y="83"/>
                  </a:lnTo>
                  <a:lnTo>
                    <a:pt x="4" y="78"/>
                  </a:lnTo>
                  <a:lnTo>
                    <a:pt x="4" y="75"/>
                  </a:lnTo>
                  <a:lnTo>
                    <a:pt x="6" y="73"/>
                  </a:lnTo>
                  <a:lnTo>
                    <a:pt x="8" y="70"/>
                  </a:lnTo>
                  <a:lnTo>
                    <a:pt x="10" y="66"/>
                  </a:lnTo>
                  <a:lnTo>
                    <a:pt x="10" y="63"/>
                  </a:lnTo>
                  <a:lnTo>
                    <a:pt x="9" y="61"/>
                  </a:lnTo>
                  <a:lnTo>
                    <a:pt x="8" y="59"/>
                  </a:lnTo>
                  <a:lnTo>
                    <a:pt x="6" y="58"/>
                  </a:lnTo>
                  <a:lnTo>
                    <a:pt x="4" y="57"/>
                  </a:lnTo>
                  <a:lnTo>
                    <a:pt x="2" y="56"/>
                  </a:lnTo>
                  <a:lnTo>
                    <a:pt x="1" y="55"/>
                  </a:lnTo>
                  <a:lnTo>
                    <a:pt x="0" y="55"/>
                  </a:lnTo>
                  <a:lnTo>
                    <a:pt x="0" y="54"/>
                  </a:lnTo>
                  <a:lnTo>
                    <a:pt x="1" y="52"/>
                  </a:lnTo>
                  <a:lnTo>
                    <a:pt x="3" y="51"/>
                  </a:lnTo>
                  <a:lnTo>
                    <a:pt x="6" y="49"/>
                  </a:lnTo>
                  <a:lnTo>
                    <a:pt x="8" y="49"/>
                  </a:lnTo>
                  <a:lnTo>
                    <a:pt x="8" y="47"/>
                  </a:lnTo>
                  <a:lnTo>
                    <a:pt x="8" y="43"/>
                  </a:lnTo>
                  <a:lnTo>
                    <a:pt x="7" y="38"/>
                  </a:lnTo>
                  <a:lnTo>
                    <a:pt x="4" y="33"/>
                  </a:lnTo>
                  <a:lnTo>
                    <a:pt x="4" y="29"/>
                  </a:lnTo>
                  <a:lnTo>
                    <a:pt x="5" y="26"/>
                  </a:lnTo>
                  <a:lnTo>
                    <a:pt x="8" y="21"/>
                  </a:lnTo>
                  <a:lnTo>
                    <a:pt x="10" y="16"/>
                  </a:lnTo>
                  <a:lnTo>
                    <a:pt x="9" y="13"/>
                  </a:lnTo>
                  <a:lnTo>
                    <a:pt x="8" y="9"/>
                  </a:lnTo>
                  <a:lnTo>
                    <a:pt x="6" y="7"/>
                  </a:lnTo>
                  <a:lnTo>
                    <a:pt x="5" y="4"/>
                  </a:lnTo>
                  <a:lnTo>
                    <a:pt x="6" y="2"/>
                  </a:lnTo>
                  <a:lnTo>
                    <a:pt x="10" y="1"/>
                  </a:lnTo>
                  <a:lnTo>
                    <a:pt x="19" y="1"/>
                  </a:lnTo>
                  <a:lnTo>
                    <a:pt x="30" y="3"/>
                  </a:lnTo>
                  <a:lnTo>
                    <a:pt x="40" y="3"/>
                  </a:lnTo>
                  <a:lnTo>
                    <a:pt x="49" y="2"/>
                  </a:lnTo>
                  <a:lnTo>
                    <a:pt x="61"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1" name="Freeform 98"/>
            <p:cNvSpPr>
              <a:spLocks/>
            </p:cNvSpPr>
            <p:nvPr/>
          </p:nvSpPr>
          <p:spPr bwMode="auto">
            <a:xfrm>
              <a:off x="3354388" y="5684838"/>
              <a:ext cx="214313" cy="225425"/>
            </a:xfrm>
            <a:custGeom>
              <a:avLst/>
              <a:gdLst/>
              <a:ahLst/>
              <a:cxnLst>
                <a:cxn ang="0">
                  <a:pos x="91" y="23"/>
                </a:cxn>
                <a:cxn ang="0">
                  <a:pos x="107" y="38"/>
                </a:cxn>
                <a:cxn ang="0">
                  <a:pos x="104" y="40"/>
                </a:cxn>
                <a:cxn ang="0">
                  <a:pos x="106" y="44"/>
                </a:cxn>
                <a:cxn ang="0">
                  <a:pos x="109" y="49"/>
                </a:cxn>
                <a:cxn ang="0">
                  <a:pos x="112" y="57"/>
                </a:cxn>
                <a:cxn ang="0">
                  <a:pos x="117" y="67"/>
                </a:cxn>
                <a:cxn ang="0">
                  <a:pos x="120" y="72"/>
                </a:cxn>
                <a:cxn ang="0">
                  <a:pos x="124" y="77"/>
                </a:cxn>
                <a:cxn ang="0">
                  <a:pos x="128" y="83"/>
                </a:cxn>
                <a:cxn ang="0">
                  <a:pos x="134" y="90"/>
                </a:cxn>
                <a:cxn ang="0">
                  <a:pos x="135" y="95"/>
                </a:cxn>
                <a:cxn ang="0">
                  <a:pos x="129" y="104"/>
                </a:cxn>
                <a:cxn ang="0">
                  <a:pos x="126" y="108"/>
                </a:cxn>
                <a:cxn ang="0">
                  <a:pos x="126" y="112"/>
                </a:cxn>
                <a:cxn ang="0">
                  <a:pos x="130" y="114"/>
                </a:cxn>
                <a:cxn ang="0">
                  <a:pos x="129" y="117"/>
                </a:cxn>
                <a:cxn ang="0">
                  <a:pos x="122" y="121"/>
                </a:cxn>
                <a:cxn ang="0">
                  <a:pos x="106" y="125"/>
                </a:cxn>
                <a:cxn ang="0">
                  <a:pos x="92" y="131"/>
                </a:cxn>
                <a:cxn ang="0">
                  <a:pos x="78" y="136"/>
                </a:cxn>
                <a:cxn ang="0">
                  <a:pos x="65" y="142"/>
                </a:cxn>
                <a:cxn ang="0">
                  <a:pos x="57" y="124"/>
                </a:cxn>
                <a:cxn ang="0">
                  <a:pos x="51" y="111"/>
                </a:cxn>
                <a:cxn ang="0">
                  <a:pos x="43" y="109"/>
                </a:cxn>
                <a:cxn ang="0">
                  <a:pos x="31" y="112"/>
                </a:cxn>
                <a:cxn ang="0">
                  <a:pos x="12" y="108"/>
                </a:cxn>
                <a:cxn ang="0">
                  <a:pos x="2" y="103"/>
                </a:cxn>
                <a:cxn ang="0">
                  <a:pos x="0" y="67"/>
                </a:cxn>
                <a:cxn ang="0">
                  <a:pos x="17" y="64"/>
                </a:cxn>
                <a:cxn ang="0">
                  <a:pos x="32" y="55"/>
                </a:cxn>
                <a:cxn ang="0">
                  <a:pos x="48" y="39"/>
                </a:cxn>
                <a:cxn ang="0">
                  <a:pos x="53" y="31"/>
                </a:cxn>
                <a:cxn ang="0">
                  <a:pos x="64" y="8"/>
                </a:cxn>
              </a:cxnLst>
              <a:rect l="0" t="0" r="r" b="b"/>
              <a:pathLst>
                <a:path w="135" h="142">
                  <a:moveTo>
                    <a:pt x="67" y="0"/>
                  </a:moveTo>
                  <a:lnTo>
                    <a:pt x="91" y="23"/>
                  </a:lnTo>
                  <a:lnTo>
                    <a:pt x="100" y="32"/>
                  </a:lnTo>
                  <a:lnTo>
                    <a:pt x="107" y="38"/>
                  </a:lnTo>
                  <a:lnTo>
                    <a:pt x="105" y="39"/>
                  </a:lnTo>
                  <a:lnTo>
                    <a:pt x="104" y="40"/>
                  </a:lnTo>
                  <a:lnTo>
                    <a:pt x="103" y="41"/>
                  </a:lnTo>
                  <a:lnTo>
                    <a:pt x="106" y="44"/>
                  </a:lnTo>
                  <a:lnTo>
                    <a:pt x="107" y="46"/>
                  </a:lnTo>
                  <a:lnTo>
                    <a:pt x="109" y="49"/>
                  </a:lnTo>
                  <a:lnTo>
                    <a:pt x="109" y="51"/>
                  </a:lnTo>
                  <a:lnTo>
                    <a:pt x="112" y="57"/>
                  </a:lnTo>
                  <a:lnTo>
                    <a:pt x="115" y="63"/>
                  </a:lnTo>
                  <a:lnTo>
                    <a:pt x="117" y="67"/>
                  </a:lnTo>
                  <a:lnTo>
                    <a:pt x="119" y="69"/>
                  </a:lnTo>
                  <a:lnTo>
                    <a:pt x="120" y="72"/>
                  </a:lnTo>
                  <a:lnTo>
                    <a:pt x="123" y="74"/>
                  </a:lnTo>
                  <a:lnTo>
                    <a:pt x="124" y="77"/>
                  </a:lnTo>
                  <a:lnTo>
                    <a:pt x="126" y="80"/>
                  </a:lnTo>
                  <a:lnTo>
                    <a:pt x="128" y="83"/>
                  </a:lnTo>
                  <a:lnTo>
                    <a:pt x="130" y="84"/>
                  </a:lnTo>
                  <a:lnTo>
                    <a:pt x="134" y="90"/>
                  </a:lnTo>
                  <a:lnTo>
                    <a:pt x="135" y="91"/>
                  </a:lnTo>
                  <a:lnTo>
                    <a:pt x="135" y="95"/>
                  </a:lnTo>
                  <a:lnTo>
                    <a:pt x="133" y="100"/>
                  </a:lnTo>
                  <a:lnTo>
                    <a:pt x="129" y="104"/>
                  </a:lnTo>
                  <a:lnTo>
                    <a:pt x="126" y="107"/>
                  </a:lnTo>
                  <a:lnTo>
                    <a:pt x="126" y="108"/>
                  </a:lnTo>
                  <a:lnTo>
                    <a:pt x="126" y="111"/>
                  </a:lnTo>
                  <a:lnTo>
                    <a:pt x="126" y="112"/>
                  </a:lnTo>
                  <a:lnTo>
                    <a:pt x="128" y="112"/>
                  </a:lnTo>
                  <a:lnTo>
                    <a:pt x="130" y="114"/>
                  </a:lnTo>
                  <a:lnTo>
                    <a:pt x="130" y="116"/>
                  </a:lnTo>
                  <a:lnTo>
                    <a:pt x="129" y="117"/>
                  </a:lnTo>
                  <a:lnTo>
                    <a:pt x="126" y="120"/>
                  </a:lnTo>
                  <a:lnTo>
                    <a:pt x="122" y="121"/>
                  </a:lnTo>
                  <a:lnTo>
                    <a:pt x="114" y="124"/>
                  </a:lnTo>
                  <a:lnTo>
                    <a:pt x="106" y="125"/>
                  </a:lnTo>
                  <a:lnTo>
                    <a:pt x="100" y="128"/>
                  </a:lnTo>
                  <a:lnTo>
                    <a:pt x="92" y="131"/>
                  </a:lnTo>
                  <a:lnTo>
                    <a:pt x="85" y="134"/>
                  </a:lnTo>
                  <a:lnTo>
                    <a:pt x="78" y="136"/>
                  </a:lnTo>
                  <a:lnTo>
                    <a:pt x="75" y="137"/>
                  </a:lnTo>
                  <a:lnTo>
                    <a:pt x="65" y="142"/>
                  </a:lnTo>
                  <a:lnTo>
                    <a:pt x="60" y="133"/>
                  </a:lnTo>
                  <a:lnTo>
                    <a:pt x="57" y="124"/>
                  </a:lnTo>
                  <a:lnTo>
                    <a:pt x="53" y="116"/>
                  </a:lnTo>
                  <a:lnTo>
                    <a:pt x="51" y="111"/>
                  </a:lnTo>
                  <a:lnTo>
                    <a:pt x="48" y="108"/>
                  </a:lnTo>
                  <a:lnTo>
                    <a:pt x="43" y="109"/>
                  </a:lnTo>
                  <a:lnTo>
                    <a:pt x="37" y="110"/>
                  </a:lnTo>
                  <a:lnTo>
                    <a:pt x="31" y="112"/>
                  </a:lnTo>
                  <a:lnTo>
                    <a:pt x="24" y="111"/>
                  </a:lnTo>
                  <a:lnTo>
                    <a:pt x="12" y="108"/>
                  </a:lnTo>
                  <a:lnTo>
                    <a:pt x="7" y="106"/>
                  </a:lnTo>
                  <a:lnTo>
                    <a:pt x="2" y="103"/>
                  </a:lnTo>
                  <a:lnTo>
                    <a:pt x="0" y="99"/>
                  </a:lnTo>
                  <a:lnTo>
                    <a:pt x="0" y="67"/>
                  </a:lnTo>
                  <a:lnTo>
                    <a:pt x="8" y="66"/>
                  </a:lnTo>
                  <a:lnTo>
                    <a:pt x="17" y="64"/>
                  </a:lnTo>
                  <a:lnTo>
                    <a:pt x="25" y="60"/>
                  </a:lnTo>
                  <a:lnTo>
                    <a:pt x="32" y="55"/>
                  </a:lnTo>
                  <a:lnTo>
                    <a:pt x="41" y="45"/>
                  </a:lnTo>
                  <a:lnTo>
                    <a:pt x="48" y="39"/>
                  </a:lnTo>
                  <a:lnTo>
                    <a:pt x="51" y="34"/>
                  </a:lnTo>
                  <a:lnTo>
                    <a:pt x="53" y="31"/>
                  </a:lnTo>
                  <a:lnTo>
                    <a:pt x="56" y="24"/>
                  </a:lnTo>
                  <a:lnTo>
                    <a:pt x="64" y="8"/>
                  </a:lnTo>
                  <a:lnTo>
                    <a:pt x="67"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2" name="Freeform 99"/>
            <p:cNvSpPr>
              <a:spLocks/>
            </p:cNvSpPr>
            <p:nvPr/>
          </p:nvSpPr>
          <p:spPr bwMode="auto">
            <a:xfrm>
              <a:off x="3252788" y="5565775"/>
              <a:ext cx="207963" cy="230188"/>
            </a:xfrm>
            <a:custGeom>
              <a:avLst/>
              <a:gdLst/>
              <a:ahLst/>
              <a:cxnLst>
                <a:cxn ang="0">
                  <a:pos x="56" y="0"/>
                </a:cxn>
                <a:cxn ang="0">
                  <a:pos x="64" y="8"/>
                </a:cxn>
                <a:cxn ang="0">
                  <a:pos x="75" y="20"/>
                </a:cxn>
                <a:cxn ang="0">
                  <a:pos x="102" y="47"/>
                </a:cxn>
                <a:cxn ang="0">
                  <a:pos x="117" y="61"/>
                </a:cxn>
                <a:cxn ang="0">
                  <a:pos x="131" y="75"/>
                </a:cxn>
                <a:cxn ang="0">
                  <a:pos x="128" y="83"/>
                </a:cxn>
                <a:cxn ang="0">
                  <a:pos x="120" y="99"/>
                </a:cxn>
                <a:cxn ang="0">
                  <a:pos x="117" y="106"/>
                </a:cxn>
                <a:cxn ang="0">
                  <a:pos x="115" y="109"/>
                </a:cxn>
                <a:cxn ang="0">
                  <a:pos x="112" y="114"/>
                </a:cxn>
                <a:cxn ang="0">
                  <a:pos x="105" y="120"/>
                </a:cxn>
                <a:cxn ang="0">
                  <a:pos x="96" y="130"/>
                </a:cxn>
                <a:cxn ang="0">
                  <a:pos x="88" y="135"/>
                </a:cxn>
                <a:cxn ang="0">
                  <a:pos x="79" y="139"/>
                </a:cxn>
                <a:cxn ang="0">
                  <a:pos x="69" y="141"/>
                </a:cxn>
                <a:cxn ang="0">
                  <a:pos x="60" y="142"/>
                </a:cxn>
                <a:cxn ang="0">
                  <a:pos x="52" y="144"/>
                </a:cxn>
                <a:cxn ang="0">
                  <a:pos x="45" y="145"/>
                </a:cxn>
                <a:cxn ang="0">
                  <a:pos x="37" y="145"/>
                </a:cxn>
                <a:cxn ang="0">
                  <a:pos x="29" y="144"/>
                </a:cxn>
                <a:cxn ang="0">
                  <a:pos x="30" y="140"/>
                </a:cxn>
                <a:cxn ang="0">
                  <a:pos x="30" y="131"/>
                </a:cxn>
                <a:cxn ang="0">
                  <a:pos x="28" y="128"/>
                </a:cxn>
                <a:cxn ang="0">
                  <a:pos x="26" y="127"/>
                </a:cxn>
                <a:cxn ang="0">
                  <a:pos x="24" y="127"/>
                </a:cxn>
                <a:cxn ang="0">
                  <a:pos x="23" y="126"/>
                </a:cxn>
                <a:cxn ang="0">
                  <a:pos x="21" y="125"/>
                </a:cxn>
                <a:cxn ang="0">
                  <a:pos x="21" y="124"/>
                </a:cxn>
                <a:cxn ang="0">
                  <a:pos x="22" y="122"/>
                </a:cxn>
                <a:cxn ang="0">
                  <a:pos x="37" y="107"/>
                </a:cxn>
                <a:cxn ang="0">
                  <a:pos x="45" y="100"/>
                </a:cxn>
                <a:cxn ang="0">
                  <a:pos x="51" y="95"/>
                </a:cxn>
                <a:cxn ang="0">
                  <a:pos x="56" y="87"/>
                </a:cxn>
                <a:cxn ang="0">
                  <a:pos x="56" y="82"/>
                </a:cxn>
                <a:cxn ang="0">
                  <a:pos x="54" y="73"/>
                </a:cxn>
                <a:cxn ang="0">
                  <a:pos x="50" y="66"/>
                </a:cxn>
                <a:cxn ang="0">
                  <a:pos x="40" y="56"/>
                </a:cxn>
                <a:cxn ang="0">
                  <a:pos x="33" y="50"/>
                </a:cxn>
                <a:cxn ang="0">
                  <a:pos x="25" y="43"/>
                </a:cxn>
                <a:cxn ang="0">
                  <a:pos x="19" y="37"/>
                </a:cxn>
                <a:cxn ang="0">
                  <a:pos x="12" y="31"/>
                </a:cxn>
                <a:cxn ang="0">
                  <a:pos x="9" y="29"/>
                </a:cxn>
                <a:cxn ang="0">
                  <a:pos x="5" y="27"/>
                </a:cxn>
                <a:cxn ang="0">
                  <a:pos x="0" y="23"/>
                </a:cxn>
                <a:cxn ang="0">
                  <a:pos x="4" y="19"/>
                </a:cxn>
                <a:cxn ang="0">
                  <a:pos x="10" y="14"/>
                </a:cxn>
                <a:cxn ang="0">
                  <a:pos x="14" y="12"/>
                </a:cxn>
                <a:cxn ang="0">
                  <a:pos x="17" y="10"/>
                </a:cxn>
                <a:cxn ang="0">
                  <a:pos x="19" y="10"/>
                </a:cxn>
                <a:cxn ang="0">
                  <a:pos x="21" y="11"/>
                </a:cxn>
                <a:cxn ang="0">
                  <a:pos x="23" y="13"/>
                </a:cxn>
                <a:cxn ang="0">
                  <a:pos x="25" y="15"/>
                </a:cxn>
                <a:cxn ang="0">
                  <a:pos x="27" y="17"/>
                </a:cxn>
                <a:cxn ang="0">
                  <a:pos x="28" y="18"/>
                </a:cxn>
                <a:cxn ang="0">
                  <a:pos x="31" y="18"/>
                </a:cxn>
                <a:cxn ang="0">
                  <a:pos x="35" y="15"/>
                </a:cxn>
                <a:cxn ang="0">
                  <a:pos x="39" y="12"/>
                </a:cxn>
                <a:cxn ang="0">
                  <a:pos x="43" y="8"/>
                </a:cxn>
                <a:cxn ang="0">
                  <a:pos x="46" y="7"/>
                </a:cxn>
                <a:cxn ang="0">
                  <a:pos x="48" y="6"/>
                </a:cxn>
                <a:cxn ang="0">
                  <a:pos x="51" y="5"/>
                </a:cxn>
                <a:cxn ang="0">
                  <a:pos x="56" y="0"/>
                </a:cxn>
              </a:cxnLst>
              <a:rect l="0" t="0" r="r" b="b"/>
              <a:pathLst>
                <a:path w="131" h="145">
                  <a:moveTo>
                    <a:pt x="56" y="0"/>
                  </a:moveTo>
                  <a:lnTo>
                    <a:pt x="64" y="8"/>
                  </a:lnTo>
                  <a:lnTo>
                    <a:pt x="75" y="20"/>
                  </a:lnTo>
                  <a:lnTo>
                    <a:pt x="102" y="47"/>
                  </a:lnTo>
                  <a:lnTo>
                    <a:pt x="117" y="61"/>
                  </a:lnTo>
                  <a:lnTo>
                    <a:pt x="131" y="75"/>
                  </a:lnTo>
                  <a:lnTo>
                    <a:pt x="128" y="83"/>
                  </a:lnTo>
                  <a:lnTo>
                    <a:pt x="120" y="99"/>
                  </a:lnTo>
                  <a:lnTo>
                    <a:pt x="117" y="106"/>
                  </a:lnTo>
                  <a:lnTo>
                    <a:pt x="115" y="109"/>
                  </a:lnTo>
                  <a:lnTo>
                    <a:pt x="112" y="114"/>
                  </a:lnTo>
                  <a:lnTo>
                    <a:pt x="105" y="120"/>
                  </a:lnTo>
                  <a:lnTo>
                    <a:pt x="96" y="130"/>
                  </a:lnTo>
                  <a:lnTo>
                    <a:pt x="88" y="135"/>
                  </a:lnTo>
                  <a:lnTo>
                    <a:pt x="79" y="139"/>
                  </a:lnTo>
                  <a:lnTo>
                    <a:pt x="69" y="141"/>
                  </a:lnTo>
                  <a:lnTo>
                    <a:pt x="60" y="142"/>
                  </a:lnTo>
                  <a:lnTo>
                    <a:pt x="52" y="144"/>
                  </a:lnTo>
                  <a:lnTo>
                    <a:pt x="45" y="145"/>
                  </a:lnTo>
                  <a:lnTo>
                    <a:pt x="37" y="145"/>
                  </a:lnTo>
                  <a:lnTo>
                    <a:pt x="29" y="144"/>
                  </a:lnTo>
                  <a:lnTo>
                    <a:pt x="30" y="140"/>
                  </a:lnTo>
                  <a:lnTo>
                    <a:pt x="30" y="131"/>
                  </a:lnTo>
                  <a:lnTo>
                    <a:pt x="28" y="128"/>
                  </a:lnTo>
                  <a:lnTo>
                    <a:pt x="26" y="127"/>
                  </a:lnTo>
                  <a:lnTo>
                    <a:pt x="24" y="127"/>
                  </a:lnTo>
                  <a:lnTo>
                    <a:pt x="23" y="126"/>
                  </a:lnTo>
                  <a:lnTo>
                    <a:pt x="21" y="125"/>
                  </a:lnTo>
                  <a:lnTo>
                    <a:pt x="21" y="124"/>
                  </a:lnTo>
                  <a:lnTo>
                    <a:pt x="22" y="122"/>
                  </a:lnTo>
                  <a:lnTo>
                    <a:pt x="37" y="107"/>
                  </a:lnTo>
                  <a:lnTo>
                    <a:pt x="45" y="100"/>
                  </a:lnTo>
                  <a:lnTo>
                    <a:pt x="51" y="95"/>
                  </a:lnTo>
                  <a:lnTo>
                    <a:pt x="56" y="87"/>
                  </a:lnTo>
                  <a:lnTo>
                    <a:pt x="56" y="82"/>
                  </a:lnTo>
                  <a:lnTo>
                    <a:pt x="54" y="73"/>
                  </a:lnTo>
                  <a:lnTo>
                    <a:pt x="50" y="66"/>
                  </a:lnTo>
                  <a:lnTo>
                    <a:pt x="40" y="56"/>
                  </a:lnTo>
                  <a:lnTo>
                    <a:pt x="33" y="50"/>
                  </a:lnTo>
                  <a:lnTo>
                    <a:pt x="25" y="43"/>
                  </a:lnTo>
                  <a:lnTo>
                    <a:pt x="19" y="37"/>
                  </a:lnTo>
                  <a:lnTo>
                    <a:pt x="12" y="31"/>
                  </a:lnTo>
                  <a:lnTo>
                    <a:pt x="9" y="29"/>
                  </a:lnTo>
                  <a:lnTo>
                    <a:pt x="5" y="27"/>
                  </a:lnTo>
                  <a:lnTo>
                    <a:pt x="0" y="23"/>
                  </a:lnTo>
                  <a:lnTo>
                    <a:pt x="4" y="19"/>
                  </a:lnTo>
                  <a:lnTo>
                    <a:pt x="10" y="14"/>
                  </a:lnTo>
                  <a:lnTo>
                    <a:pt x="14" y="12"/>
                  </a:lnTo>
                  <a:lnTo>
                    <a:pt x="17" y="10"/>
                  </a:lnTo>
                  <a:lnTo>
                    <a:pt x="19" y="10"/>
                  </a:lnTo>
                  <a:lnTo>
                    <a:pt x="21" y="11"/>
                  </a:lnTo>
                  <a:lnTo>
                    <a:pt x="23" y="13"/>
                  </a:lnTo>
                  <a:lnTo>
                    <a:pt x="25" y="15"/>
                  </a:lnTo>
                  <a:lnTo>
                    <a:pt x="27" y="17"/>
                  </a:lnTo>
                  <a:lnTo>
                    <a:pt x="28" y="18"/>
                  </a:lnTo>
                  <a:lnTo>
                    <a:pt x="31" y="18"/>
                  </a:lnTo>
                  <a:lnTo>
                    <a:pt x="35" y="15"/>
                  </a:lnTo>
                  <a:lnTo>
                    <a:pt x="39" y="12"/>
                  </a:lnTo>
                  <a:lnTo>
                    <a:pt x="43" y="8"/>
                  </a:lnTo>
                  <a:lnTo>
                    <a:pt x="46" y="7"/>
                  </a:lnTo>
                  <a:lnTo>
                    <a:pt x="48" y="6"/>
                  </a:lnTo>
                  <a:lnTo>
                    <a:pt x="51" y="5"/>
                  </a:lnTo>
                  <a:lnTo>
                    <a:pt x="56"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3" name="Freeform 100"/>
            <p:cNvSpPr>
              <a:spLocks/>
            </p:cNvSpPr>
            <p:nvPr/>
          </p:nvSpPr>
          <p:spPr bwMode="auto">
            <a:xfrm>
              <a:off x="3113088" y="5380038"/>
              <a:ext cx="242888" cy="222250"/>
            </a:xfrm>
            <a:custGeom>
              <a:avLst/>
              <a:gdLst/>
              <a:ahLst/>
              <a:cxnLst>
                <a:cxn ang="0">
                  <a:pos x="73" y="2"/>
                </a:cxn>
                <a:cxn ang="0">
                  <a:pos x="77" y="5"/>
                </a:cxn>
                <a:cxn ang="0">
                  <a:pos x="82" y="7"/>
                </a:cxn>
                <a:cxn ang="0">
                  <a:pos x="83" y="8"/>
                </a:cxn>
                <a:cxn ang="0">
                  <a:pos x="93" y="30"/>
                </a:cxn>
                <a:cxn ang="0">
                  <a:pos x="105" y="40"/>
                </a:cxn>
                <a:cxn ang="0">
                  <a:pos x="112" y="50"/>
                </a:cxn>
                <a:cxn ang="0">
                  <a:pos x="114" y="63"/>
                </a:cxn>
                <a:cxn ang="0">
                  <a:pos x="122" y="69"/>
                </a:cxn>
                <a:cxn ang="0">
                  <a:pos x="138" y="72"/>
                </a:cxn>
                <a:cxn ang="0">
                  <a:pos x="151" y="79"/>
                </a:cxn>
                <a:cxn ang="0">
                  <a:pos x="151" y="90"/>
                </a:cxn>
                <a:cxn ang="0">
                  <a:pos x="142" y="107"/>
                </a:cxn>
                <a:cxn ang="0">
                  <a:pos x="140" y="112"/>
                </a:cxn>
                <a:cxn ang="0">
                  <a:pos x="144" y="117"/>
                </a:cxn>
                <a:cxn ang="0">
                  <a:pos x="136" y="123"/>
                </a:cxn>
                <a:cxn ang="0">
                  <a:pos x="131" y="125"/>
                </a:cxn>
                <a:cxn ang="0">
                  <a:pos x="123" y="132"/>
                </a:cxn>
                <a:cxn ang="0">
                  <a:pos x="116" y="135"/>
                </a:cxn>
                <a:cxn ang="0">
                  <a:pos x="113" y="132"/>
                </a:cxn>
                <a:cxn ang="0">
                  <a:pos x="109" y="128"/>
                </a:cxn>
                <a:cxn ang="0">
                  <a:pos x="105" y="127"/>
                </a:cxn>
                <a:cxn ang="0">
                  <a:pos x="98" y="131"/>
                </a:cxn>
                <a:cxn ang="0">
                  <a:pos x="88" y="140"/>
                </a:cxn>
                <a:cxn ang="0">
                  <a:pos x="70" y="131"/>
                </a:cxn>
                <a:cxn ang="0">
                  <a:pos x="50" y="119"/>
                </a:cxn>
                <a:cxn ang="0">
                  <a:pos x="33" y="111"/>
                </a:cxn>
                <a:cxn ang="0">
                  <a:pos x="23" y="106"/>
                </a:cxn>
                <a:cxn ang="0">
                  <a:pos x="8" y="94"/>
                </a:cxn>
                <a:cxn ang="0">
                  <a:pos x="19" y="85"/>
                </a:cxn>
                <a:cxn ang="0">
                  <a:pos x="28" y="79"/>
                </a:cxn>
                <a:cxn ang="0">
                  <a:pos x="39" y="67"/>
                </a:cxn>
                <a:cxn ang="0">
                  <a:pos x="56" y="53"/>
                </a:cxn>
                <a:cxn ang="0">
                  <a:pos x="68" y="44"/>
                </a:cxn>
                <a:cxn ang="0">
                  <a:pos x="68" y="40"/>
                </a:cxn>
                <a:cxn ang="0">
                  <a:pos x="62" y="27"/>
                </a:cxn>
                <a:cxn ang="0">
                  <a:pos x="59" y="22"/>
                </a:cxn>
                <a:cxn ang="0">
                  <a:pos x="59" y="12"/>
                </a:cxn>
                <a:cxn ang="0">
                  <a:pos x="66" y="2"/>
                </a:cxn>
                <a:cxn ang="0">
                  <a:pos x="69" y="0"/>
                </a:cxn>
              </a:cxnLst>
              <a:rect l="0" t="0" r="r" b="b"/>
              <a:pathLst>
                <a:path w="153" h="140">
                  <a:moveTo>
                    <a:pt x="69" y="0"/>
                  </a:moveTo>
                  <a:lnTo>
                    <a:pt x="73" y="2"/>
                  </a:lnTo>
                  <a:lnTo>
                    <a:pt x="75" y="4"/>
                  </a:lnTo>
                  <a:lnTo>
                    <a:pt x="77" y="5"/>
                  </a:lnTo>
                  <a:lnTo>
                    <a:pt x="80" y="6"/>
                  </a:lnTo>
                  <a:lnTo>
                    <a:pt x="82" y="7"/>
                  </a:lnTo>
                  <a:lnTo>
                    <a:pt x="82" y="7"/>
                  </a:lnTo>
                  <a:lnTo>
                    <a:pt x="83" y="8"/>
                  </a:lnTo>
                  <a:lnTo>
                    <a:pt x="88" y="21"/>
                  </a:lnTo>
                  <a:lnTo>
                    <a:pt x="93" y="30"/>
                  </a:lnTo>
                  <a:lnTo>
                    <a:pt x="99" y="37"/>
                  </a:lnTo>
                  <a:lnTo>
                    <a:pt x="105" y="40"/>
                  </a:lnTo>
                  <a:lnTo>
                    <a:pt x="109" y="44"/>
                  </a:lnTo>
                  <a:lnTo>
                    <a:pt x="112" y="50"/>
                  </a:lnTo>
                  <a:lnTo>
                    <a:pt x="113" y="56"/>
                  </a:lnTo>
                  <a:lnTo>
                    <a:pt x="114" y="63"/>
                  </a:lnTo>
                  <a:lnTo>
                    <a:pt x="116" y="67"/>
                  </a:lnTo>
                  <a:lnTo>
                    <a:pt x="122" y="69"/>
                  </a:lnTo>
                  <a:lnTo>
                    <a:pt x="130" y="71"/>
                  </a:lnTo>
                  <a:lnTo>
                    <a:pt x="138" y="72"/>
                  </a:lnTo>
                  <a:lnTo>
                    <a:pt x="146" y="74"/>
                  </a:lnTo>
                  <a:lnTo>
                    <a:pt x="151" y="79"/>
                  </a:lnTo>
                  <a:lnTo>
                    <a:pt x="153" y="84"/>
                  </a:lnTo>
                  <a:lnTo>
                    <a:pt x="151" y="90"/>
                  </a:lnTo>
                  <a:lnTo>
                    <a:pt x="144" y="103"/>
                  </a:lnTo>
                  <a:lnTo>
                    <a:pt x="142" y="107"/>
                  </a:lnTo>
                  <a:lnTo>
                    <a:pt x="140" y="111"/>
                  </a:lnTo>
                  <a:lnTo>
                    <a:pt x="140" y="112"/>
                  </a:lnTo>
                  <a:lnTo>
                    <a:pt x="141" y="114"/>
                  </a:lnTo>
                  <a:lnTo>
                    <a:pt x="144" y="117"/>
                  </a:lnTo>
                  <a:lnTo>
                    <a:pt x="139" y="122"/>
                  </a:lnTo>
                  <a:lnTo>
                    <a:pt x="136" y="123"/>
                  </a:lnTo>
                  <a:lnTo>
                    <a:pt x="134" y="124"/>
                  </a:lnTo>
                  <a:lnTo>
                    <a:pt x="131" y="125"/>
                  </a:lnTo>
                  <a:lnTo>
                    <a:pt x="127" y="129"/>
                  </a:lnTo>
                  <a:lnTo>
                    <a:pt x="123" y="132"/>
                  </a:lnTo>
                  <a:lnTo>
                    <a:pt x="119" y="135"/>
                  </a:lnTo>
                  <a:lnTo>
                    <a:pt x="116" y="135"/>
                  </a:lnTo>
                  <a:lnTo>
                    <a:pt x="115" y="134"/>
                  </a:lnTo>
                  <a:lnTo>
                    <a:pt x="113" y="132"/>
                  </a:lnTo>
                  <a:lnTo>
                    <a:pt x="111" y="130"/>
                  </a:lnTo>
                  <a:lnTo>
                    <a:pt x="109" y="128"/>
                  </a:lnTo>
                  <a:lnTo>
                    <a:pt x="107" y="127"/>
                  </a:lnTo>
                  <a:lnTo>
                    <a:pt x="105" y="127"/>
                  </a:lnTo>
                  <a:lnTo>
                    <a:pt x="102" y="129"/>
                  </a:lnTo>
                  <a:lnTo>
                    <a:pt x="98" y="131"/>
                  </a:lnTo>
                  <a:lnTo>
                    <a:pt x="92" y="136"/>
                  </a:lnTo>
                  <a:lnTo>
                    <a:pt x="88" y="140"/>
                  </a:lnTo>
                  <a:lnTo>
                    <a:pt x="80" y="136"/>
                  </a:lnTo>
                  <a:lnTo>
                    <a:pt x="70" y="131"/>
                  </a:lnTo>
                  <a:lnTo>
                    <a:pt x="60" y="124"/>
                  </a:lnTo>
                  <a:lnTo>
                    <a:pt x="50" y="119"/>
                  </a:lnTo>
                  <a:lnTo>
                    <a:pt x="40" y="114"/>
                  </a:lnTo>
                  <a:lnTo>
                    <a:pt x="33" y="111"/>
                  </a:lnTo>
                  <a:lnTo>
                    <a:pt x="28" y="109"/>
                  </a:lnTo>
                  <a:lnTo>
                    <a:pt x="23" y="106"/>
                  </a:lnTo>
                  <a:lnTo>
                    <a:pt x="16" y="101"/>
                  </a:lnTo>
                  <a:lnTo>
                    <a:pt x="8" y="94"/>
                  </a:lnTo>
                  <a:lnTo>
                    <a:pt x="0" y="85"/>
                  </a:lnTo>
                  <a:lnTo>
                    <a:pt x="19" y="85"/>
                  </a:lnTo>
                  <a:lnTo>
                    <a:pt x="23" y="83"/>
                  </a:lnTo>
                  <a:lnTo>
                    <a:pt x="28" y="79"/>
                  </a:lnTo>
                  <a:lnTo>
                    <a:pt x="34" y="73"/>
                  </a:lnTo>
                  <a:lnTo>
                    <a:pt x="39" y="67"/>
                  </a:lnTo>
                  <a:lnTo>
                    <a:pt x="43" y="62"/>
                  </a:lnTo>
                  <a:lnTo>
                    <a:pt x="56" y="53"/>
                  </a:lnTo>
                  <a:lnTo>
                    <a:pt x="66" y="46"/>
                  </a:lnTo>
                  <a:lnTo>
                    <a:pt x="68" y="44"/>
                  </a:lnTo>
                  <a:lnTo>
                    <a:pt x="69" y="42"/>
                  </a:lnTo>
                  <a:lnTo>
                    <a:pt x="68" y="40"/>
                  </a:lnTo>
                  <a:lnTo>
                    <a:pt x="65" y="35"/>
                  </a:lnTo>
                  <a:lnTo>
                    <a:pt x="62" y="27"/>
                  </a:lnTo>
                  <a:lnTo>
                    <a:pt x="61" y="25"/>
                  </a:lnTo>
                  <a:lnTo>
                    <a:pt x="59" y="22"/>
                  </a:lnTo>
                  <a:lnTo>
                    <a:pt x="57" y="17"/>
                  </a:lnTo>
                  <a:lnTo>
                    <a:pt x="59" y="12"/>
                  </a:lnTo>
                  <a:lnTo>
                    <a:pt x="63" y="6"/>
                  </a:lnTo>
                  <a:lnTo>
                    <a:pt x="66" y="2"/>
                  </a:lnTo>
                  <a:lnTo>
                    <a:pt x="68" y="1"/>
                  </a:lnTo>
                  <a:lnTo>
                    <a:pt x="69" y="0"/>
                  </a:lnTo>
                  <a:close/>
                </a:path>
              </a:pathLst>
            </a:custGeom>
            <a:grpFill/>
            <a:ln w="0">
              <a:solidFill>
                <a:schemeClr val="bg1">
                  <a:lumMod val="50000"/>
                </a:schemeClr>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grpSp>
      <p:sp>
        <p:nvSpPr>
          <p:cNvPr id="3" name="Title 2"/>
          <p:cNvSpPr>
            <a:spLocks noGrp="1"/>
          </p:cNvSpPr>
          <p:nvPr>
            <p:ph type="title"/>
          </p:nvPr>
        </p:nvSpPr>
        <p:spPr/>
        <p:txBody>
          <a:bodyPr/>
          <a:lstStyle/>
          <a:p>
            <a:r>
              <a:rPr lang="en-US" dirty="0">
                <a:solidFill>
                  <a:schemeClr val="tx1">
                    <a:lumMod val="75000"/>
                    <a:lumOff val="25000"/>
                  </a:schemeClr>
                </a:solidFill>
              </a:rPr>
              <a:t>Editable Vietnam Map For PowerPoint</a:t>
            </a:r>
            <a:endParaRPr lang="en-US" dirty="0">
              <a:solidFill>
                <a:schemeClr val="tx1">
                  <a:lumMod val="85000"/>
                  <a:lumOff val="15000"/>
                </a:schemeClr>
              </a:solidFill>
            </a:endParaRPr>
          </a:p>
        </p:txBody>
      </p:sp>
      <p:sp>
        <p:nvSpPr>
          <p:cNvPr id="174" name="5-Point Star 173"/>
          <p:cNvSpPr/>
          <p:nvPr/>
        </p:nvSpPr>
        <p:spPr>
          <a:xfrm>
            <a:off x="5076857" y="2190428"/>
            <a:ext cx="240429" cy="240429"/>
          </a:xfrm>
          <a:prstGeom prst="star5">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44"/>
          </a:p>
        </p:txBody>
      </p:sp>
      <p:grpSp>
        <p:nvGrpSpPr>
          <p:cNvPr id="159" name="Group 174"/>
          <p:cNvGrpSpPr/>
          <p:nvPr/>
        </p:nvGrpSpPr>
        <p:grpSpPr>
          <a:xfrm>
            <a:off x="927639" y="2004641"/>
            <a:ext cx="2601002" cy="3529932"/>
            <a:chOff x="697159" y="1295400"/>
            <a:chExt cx="2765686" cy="4343400"/>
          </a:xfrm>
        </p:grpSpPr>
        <p:sp>
          <p:nvSpPr>
            <p:cNvPr id="160" name="Rectangle 159"/>
            <p:cNvSpPr/>
            <p:nvPr/>
          </p:nvSpPr>
          <p:spPr>
            <a:xfrm>
              <a:off x="697159" y="1752600"/>
              <a:ext cx="2763267" cy="3886200"/>
            </a:xfrm>
            <a:prstGeom prst="rect">
              <a:avLst/>
            </a:prstGeom>
            <a:gradFill flip="none" rotWithShape="1">
              <a:gsLst>
                <a:gs pos="0">
                  <a:schemeClr val="accent1">
                    <a:shade val="30000"/>
                    <a:satMod val="115000"/>
                    <a:alpha val="4000"/>
                  </a:schemeClr>
                </a:gs>
                <a:gs pos="100000">
                  <a:schemeClr val="accent1">
                    <a:shade val="100000"/>
                    <a:satMod val="115000"/>
                    <a:alpha val="15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lIns="148629" tIns="148629" rIns="148629" bIns="148629" rtlCol="0" anchor="t" anchorCtr="0"/>
            <a:lstStyle/>
            <a:p>
              <a:pPr lvl="0"/>
              <a:r>
                <a:rPr lang="en-US" sz="1463" kern="0" dirty="0">
                  <a:solidFill>
                    <a:schemeClr val="tx1">
                      <a:lumMod val="75000"/>
                      <a:lumOff val="25000"/>
                    </a:schemeClr>
                  </a:solidFill>
                  <a:latin typeface="Arial" pitchFamily="34" charset="0"/>
                  <a:cs typeface="Arial" pitchFamily="34" charset="0"/>
                </a:rPr>
                <a:t>This is a sample text. Insert your desired text for this label of data.</a:t>
              </a:r>
            </a:p>
          </p:txBody>
        </p:sp>
        <p:sp>
          <p:nvSpPr>
            <p:cNvPr id="161" name="Rectangle 160"/>
            <p:cNvSpPr/>
            <p:nvPr/>
          </p:nvSpPr>
          <p:spPr>
            <a:xfrm>
              <a:off x="699578" y="1295400"/>
              <a:ext cx="2763267" cy="457200"/>
            </a:xfrm>
            <a:prstGeom prst="rect">
              <a:avLst/>
            </a:pr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8629" rIns="148629" rtlCol="0" anchor="ctr"/>
            <a:lstStyle/>
            <a:p>
              <a:r>
                <a:rPr lang="en-US" sz="1463" dirty="0">
                  <a:solidFill>
                    <a:schemeClr val="bg1"/>
                  </a:solidFill>
                  <a:latin typeface="Arial" pitchFamily="34" charset="0"/>
                  <a:cs typeface="Arial" pitchFamily="34" charset="0"/>
                </a:rPr>
                <a:t>Sample Text</a:t>
              </a:r>
            </a:p>
          </p:txBody>
        </p:sp>
      </p:grpSp>
      <p:sp>
        <p:nvSpPr>
          <p:cNvPr id="162" name="TextBox 161"/>
          <p:cNvSpPr txBox="1"/>
          <p:nvPr/>
        </p:nvSpPr>
        <p:spPr>
          <a:xfrm>
            <a:off x="6766992" y="3159901"/>
            <a:ext cx="2087512" cy="767711"/>
          </a:xfrm>
          <a:prstGeom prst="rect">
            <a:avLst/>
          </a:prstGeom>
          <a:noFill/>
        </p:spPr>
        <p:txBody>
          <a:bodyPr wrap="square" rtlCol="0">
            <a:spAutoFit/>
          </a:bodyPr>
          <a:lstStyle/>
          <a:p>
            <a:pPr lvl="0" algn="ctr"/>
            <a:r>
              <a:rPr lang="en-US" sz="1463" kern="0" dirty="0">
                <a:solidFill>
                  <a:schemeClr val="tx1">
                    <a:lumMod val="75000"/>
                    <a:lumOff val="25000"/>
                  </a:schemeClr>
                </a:solidFill>
                <a:latin typeface="Arial" pitchFamily="34" charset="0"/>
                <a:cs typeface="Arial" pitchFamily="34" charset="0"/>
              </a:rPr>
              <a:t>This is a sample text. Insert your desired text for this label of data.</a:t>
            </a:r>
          </a:p>
        </p:txBody>
      </p:sp>
      <p:sp>
        <p:nvSpPr>
          <p:cNvPr id="163" name="TextBox 162"/>
          <p:cNvSpPr txBox="1"/>
          <p:nvPr/>
        </p:nvSpPr>
        <p:spPr>
          <a:xfrm>
            <a:off x="6966582" y="2809714"/>
            <a:ext cx="1688331" cy="342401"/>
          </a:xfrm>
          <a:prstGeom prst="rect">
            <a:avLst/>
          </a:prstGeom>
          <a:noFill/>
        </p:spPr>
        <p:txBody>
          <a:bodyPr wrap="square" rtlCol="0">
            <a:spAutoFit/>
          </a:bodyPr>
          <a:lstStyle/>
          <a:p>
            <a:pPr algn="ctr"/>
            <a:r>
              <a:rPr lang="en-US" sz="1625" dirty="0">
                <a:latin typeface="Arial" pitchFamily="34" charset="0"/>
                <a:cs typeface="Arial" pitchFamily="34" charset="0"/>
              </a:rPr>
              <a:t>Hanoi</a:t>
            </a:r>
            <a:endParaRPr lang="en-US" sz="1788" dirty="0">
              <a:solidFill>
                <a:schemeClr val="tx1">
                  <a:lumMod val="85000"/>
                  <a:lumOff val="15000"/>
                </a:schemeClr>
              </a:solidFill>
              <a:latin typeface="Arial" pitchFamily="34" charset="0"/>
              <a:cs typeface="Arial" pitchFamily="34" charset="0"/>
            </a:endParaRPr>
          </a:p>
        </p:txBody>
      </p:sp>
    </p:spTree>
    <p:extLst>
      <p:ext uri="{BB962C8B-B14F-4D97-AF65-F5344CB8AC3E}">
        <p14:creationId xmlns:p14="http://schemas.microsoft.com/office/powerpoint/2010/main" val="13042149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lumMod val="75000"/>
                    <a:lumOff val="25000"/>
                  </a:schemeClr>
                </a:solidFill>
              </a:rPr>
              <a:t>Editable Vietnam Map For PowerPoint</a:t>
            </a:r>
            <a:endParaRPr lang="en-US" dirty="0"/>
          </a:p>
        </p:txBody>
      </p:sp>
      <p:grpSp>
        <p:nvGrpSpPr>
          <p:cNvPr id="144" name="Group 174"/>
          <p:cNvGrpSpPr/>
          <p:nvPr/>
        </p:nvGrpSpPr>
        <p:grpSpPr>
          <a:xfrm>
            <a:off x="5817096" y="2276872"/>
            <a:ext cx="2601002" cy="3529932"/>
            <a:chOff x="697159" y="1295400"/>
            <a:chExt cx="2765686" cy="4343400"/>
          </a:xfrm>
        </p:grpSpPr>
        <p:sp>
          <p:nvSpPr>
            <p:cNvPr id="145" name="Rectangle 144"/>
            <p:cNvSpPr/>
            <p:nvPr/>
          </p:nvSpPr>
          <p:spPr>
            <a:xfrm>
              <a:off x="697159" y="1752600"/>
              <a:ext cx="2763267" cy="3886200"/>
            </a:xfrm>
            <a:prstGeom prst="rect">
              <a:avLst/>
            </a:prstGeom>
            <a:gradFill flip="none" rotWithShape="1">
              <a:gsLst>
                <a:gs pos="0">
                  <a:schemeClr val="accent1">
                    <a:shade val="30000"/>
                    <a:satMod val="115000"/>
                    <a:alpha val="4000"/>
                  </a:schemeClr>
                </a:gs>
                <a:gs pos="100000">
                  <a:schemeClr val="accent1">
                    <a:shade val="100000"/>
                    <a:satMod val="115000"/>
                    <a:alpha val="15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lIns="148629" tIns="148629" rIns="148629" bIns="148629" rtlCol="0" anchor="t" anchorCtr="0"/>
            <a:lstStyle/>
            <a:p>
              <a:pPr lvl="0"/>
              <a:r>
                <a:rPr lang="en-US" sz="1463" kern="0" dirty="0">
                  <a:solidFill>
                    <a:schemeClr val="tx1">
                      <a:lumMod val="75000"/>
                      <a:lumOff val="25000"/>
                    </a:schemeClr>
                  </a:solidFill>
                  <a:latin typeface="Arial" pitchFamily="34" charset="0"/>
                  <a:cs typeface="Arial" pitchFamily="34" charset="0"/>
                </a:rPr>
                <a:t>This is a sample text. Insert your desired text for this label of data.</a:t>
              </a:r>
            </a:p>
          </p:txBody>
        </p:sp>
        <p:sp>
          <p:nvSpPr>
            <p:cNvPr id="146" name="Rectangle 145"/>
            <p:cNvSpPr/>
            <p:nvPr/>
          </p:nvSpPr>
          <p:spPr>
            <a:xfrm>
              <a:off x="699578" y="1295400"/>
              <a:ext cx="2763267" cy="457200"/>
            </a:xfrm>
            <a:prstGeom prst="rect">
              <a:avLst/>
            </a:pr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8629" rIns="148629" rtlCol="0" anchor="ctr"/>
            <a:lstStyle/>
            <a:p>
              <a:r>
                <a:rPr lang="en-US" sz="1463" dirty="0">
                  <a:solidFill>
                    <a:schemeClr val="bg1"/>
                  </a:solidFill>
                  <a:latin typeface="Arial" pitchFamily="34" charset="0"/>
                  <a:cs typeface="Arial" pitchFamily="34" charset="0"/>
                </a:rPr>
                <a:t>Sample Text</a:t>
              </a:r>
            </a:p>
          </p:txBody>
        </p:sp>
      </p:grpSp>
      <p:grpSp>
        <p:nvGrpSpPr>
          <p:cNvPr id="282" name="Group 281"/>
          <p:cNvGrpSpPr/>
          <p:nvPr/>
        </p:nvGrpSpPr>
        <p:grpSpPr>
          <a:xfrm>
            <a:off x="2441350" y="1837510"/>
            <a:ext cx="1794641" cy="3804741"/>
            <a:chOff x="2360613" y="1449388"/>
            <a:chExt cx="2208213" cy="4681538"/>
          </a:xfrm>
          <a:solidFill>
            <a:schemeClr val="bg1">
              <a:lumMod val="75000"/>
            </a:schemeClr>
          </a:solidFill>
        </p:grpSpPr>
        <p:sp>
          <p:nvSpPr>
            <p:cNvPr id="283" name="Freeform 6"/>
            <p:cNvSpPr>
              <a:spLocks/>
            </p:cNvSpPr>
            <p:nvPr/>
          </p:nvSpPr>
          <p:spPr bwMode="auto">
            <a:xfrm>
              <a:off x="4035426" y="2063750"/>
              <a:ext cx="42863" cy="15875"/>
            </a:xfrm>
            <a:custGeom>
              <a:avLst/>
              <a:gdLst/>
              <a:ahLst/>
              <a:cxnLst>
                <a:cxn ang="0">
                  <a:pos x="23" y="0"/>
                </a:cxn>
                <a:cxn ang="0">
                  <a:pos x="27" y="0"/>
                </a:cxn>
                <a:cxn ang="0">
                  <a:pos x="27" y="2"/>
                </a:cxn>
                <a:cxn ang="0">
                  <a:pos x="25" y="3"/>
                </a:cxn>
                <a:cxn ang="0">
                  <a:pos x="23" y="5"/>
                </a:cxn>
                <a:cxn ang="0">
                  <a:pos x="21" y="5"/>
                </a:cxn>
                <a:cxn ang="0">
                  <a:pos x="20" y="7"/>
                </a:cxn>
                <a:cxn ang="0">
                  <a:pos x="18" y="8"/>
                </a:cxn>
                <a:cxn ang="0">
                  <a:pos x="13" y="10"/>
                </a:cxn>
                <a:cxn ang="0">
                  <a:pos x="9" y="10"/>
                </a:cxn>
                <a:cxn ang="0">
                  <a:pos x="3" y="9"/>
                </a:cxn>
                <a:cxn ang="0">
                  <a:pos x="2" y="9"/>
                </a:cxn>
                <a:cxn ang="0">
                  <a:pos x="0" y="7"/>
                </a:cxn>
                <a:cxn ang="0">
                  <a:pos x="1" y="6"/>
                </a:cxn>
                <a:cxn ang="0">
                  <a:pos x="1" y="5"/>
                </a:cxn>
                <a:cxn ang="0">
                  <a:pos x="4" y="5"/>
                </a:cxn>
                <a:cxn ang="0">
                  <a:pos x="9" y="5"/>
                </a:cxn>
                <a:cxn ang="0">
                  <a:pos x="16" y="3"/>
                </a:cxn>
                <a:cxn ang="0">
                  <a:pos x="19" y="2"/>
                </a:cxn>
                <a:cxn ang="0">
                  <a:pos x="20" y="1"/>
                </a:cxn>
                <a:cxn ang="0">
                  <a:pos x="22" y="1"/>
                </a:cxn>
                <a:cxn ang="0">
                  <a:pos x="23" y="0"/>
                </a:cxn>
              </a:cxnLst>
              <a:rect l="0" t="0" r="r" b="b"/>
              <a:pathLst>
                <a:path w="27" h="10">
                  <a:moveTo>
                    <a:pt x="23" y="0"/>
                  </a:moveTo>
                  <a:lnTo>
                    <a:pt x="27" y="0"/>
                  </a:lnTo>
                  <a:lnTo>
                    <a:pt x="27" y="2"/>
                  </a:lnTo>
                  <a:lnTo>
                    <a:pt x="25" y="3"/>
                  </a:lnTo>
                  <a:lnTo>
                    <a:pt x="23" y="5"/>
                  </a:lnTo>
                  <a:lnTo>
                    <a:pt x="21" y="5"/>
                  </a:lnTo>
                  <a:lnTo>
                    <a:pt x="20" y="7"/>
                  </a:lnTo>
                  <a:lnTo>
                    <a:pt x="18" y="8"/>
                  </a:lnTo>
                  <a:lnTo>
                    <a:pt x="13" y="10"/>
                  </a:lnTo>
                  <a:lnTo>
                    <a:pt x="9" y="10"/>
                  </a:lnTo>
                  <a:lnTo>
                    <a:pt x="3" y="9"/>
                  </a:lnTo>
                  <a:lnTo>
                    <a:pt x="2" y="9"/>
                  </a:lnTo>
                  <a:lnTo>
                    <a:pt x="0" y="7"/>
                  </a:lnTo>
                  <a:lnTo>
                    <a:pt x="1" y="6"/>
                  </a:lnTo>
                  <a:lnTo>
                    <a:pt x="1" y="5"/>
                  </a:lnTo>
                  <a:lnTo>
                    <a:pt x="4" y="5"/>
                  </a:lnTo>
                  <a:lnTo>
                    <a:pt x="9" y="5"/>
                  </a:lnTo>
                  <a:lnTo>
                    <a:pt x="16" y="3"/>
                  </a:lnTo>
                  <a:lnTo>
                    <a:pt x="19" y="2"/>
                  </a:lnTo>
                  <a:lnTo>
                    <a:pt x="20" y="1"/>
                  </a:lnTo>
                  <a:lnTo>
                    <a:pt x="22" y="1"/>
                  </a:lnTo>
                  <a:lnTo>
                    <a:pt x="2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84" name="Freeform 7"/>
            <p:cNvSpPr>
              <a:spLocks/>
            </p:cNvSpPr>
            <p:nvPr/>
          </p:nvSpPr>
          <p:spPr bwMode="auto">
            <a:xfrm>
              <a:off x="3998913" y="2081213"/>
              <a:ext cx="23813" cy="22225"/>
            </a:xfrm>
            <a:custGeom>
              <a:avLst/>
              <a:gdLst/>
              <a:ahLst/>
              <a:cxnLst>
                <a:cxn ang="0">
                  <a:pos x="13" y="0"/>
                </a:cxn>
                <a:cxn ang="0">
                  <a:pos x="14" y="0"/>
                </a:cxn>
                <a:cxn ang="0">
                  <a:pos x="15" y="1"/>
                </a:cxn>
                <a:cxn ang="0">
                  <a:pos x="15" y="2"/>
                </a:cxn>
                <a:cxn ang="0">
                  <a:pos x="14" y="3"/>
                </a:cxn>
                <a:cxn ang="0">
                  <a:pos x="13" y="5"/>
                </a:cxn>
                <a:cxn ang="0">
                  <a:pos x="12" y="6"/>
                </a:cxn>
                <a:cxn ang="0">
                  <a:pos x="9" y="6"/>
                </a:cxn>
                <a:cxn ang="0">
                  <a:pos x="9" y="11"/>
                </a:cxn>
                <a:cxn ang="0">
                  <a:pos x="9" y="13"/>
                </a:cxn>
                <a:cxn ang="0">
                  <a:pos x="8" y="14"/>
                </a:cxn>
                <a:cxn ang="0">
                  <a:pos x="1" y="14"/>
                </a:cxn>
                <a:cxn ang="0">
                  <a:pos x="0" y="13"/>
                </a:cxn>
                <a:cxn ang="0">
                  <a:pos x="0" y="11"/>
                </a:cxn>
                <a:cxn ang="0">
                  <a:pos x="0" y="10"/>
                </a:cxn>
                <a:cxn ang="0">
                  <a:pos x="1" y="6"/>
                </a:cxn>
                <a:cxn ang="0">
                  <a:pos x="5" y="2"/>
                </a:cxn>
                <a:cxn ang="0">
                  <a:pos x="9" y="1"/>
                </a:cxn>
                <a:cxn ang="0">
                  <a:pos x="13" y="0"/>
                </a:cxn>
              </a:cxnLst>
              <a:rect l="0" t="0" r="r" b="b"/>
              <a:pathLst>
                <a:path w="15" h="14">
                  <a:moveTo>
                    <a:pt x="13" y="0"/>
                  </a:moveTo>
                  <a:lnTo>
                    <a:pt x="14" y="0"/>
                  </a:lnTo>
                  <a:lnTo>
                    <a:pt x="15" y="1"/>
                  </a:lnTo>
                  <a:lnTo>
                    <a:pt x="15" y="2"/>
                  </a:lnTo>
                  <a:lnTo>
                    <a:pt x="14" y="3"/>
                  </a:lnTo>
                  <a:lnTo>
                    <a:pt x="13" y="5"/>
                  </a:lnTo>
                  <a:lnTo>
                    <a:pt x="12" y="6"/>
                  </a:lnTo>
                  <a:lnTo>
                    <a:pt x="9" y="6"/>
                  </a:lnTo>
                  <a:lnTo>
                    <a:pt x="9" y="11"/>
                  </a:lnTo>
                  <a:lnTo>
                    <a:pt x="9" y="13"/>
                  </a:lnTo>
                  <a:lnTo>
                    <a:pt x="8" y="14"/>
                  </a:lnTo>
                  <a:lnTo>
                    <a:pt x="1" y="14"/>
                  </a:lnTo>
                  <a:lnTo>
                    <a:pt x="0" y="13"/>
                  </a:lnTo>
                  <a:lnTo>
                    <a:pt x="0" y="11"/>
                  </a:lnTo>
                  <a:lnTo>
                    <a:pt x="0" y="10"/>
                  </a:lnTo>
                  <a:lnTo>
                    <a:pt x="1" y="6"/>
                  </a:lnTo>
                  <a:lnTo>
                    <a:pt x="5" y="2"/>
                  </a:lnTo>
                  <a:lnTo>
                    <a:pt x="9" y="1"/>
                  </a:lnTo>
                  <a:lnTo>
                    <a:pt x="1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85" name="Freeform 8"/>
            <p:cNvSpPr>
              <a:spLocks/>
            </p:cNvSpPr>
            <p:nvPr/>
          </p:nvSpPr>
          <p:spPr bwMode="auto">
            <a:xfrm>
              <a:off x="4064001" y="2116138"/>
              <a:ext cx="11113" cy="6350"/>
            </a:xfrm>
            <a:custGeom>
              <a:avLst/>
              <a:gdLst/>
              <a:ahLst/>
              <a:cxnLst>
                <a:cxn ang="0">
                  <a:pos x="4" y="0"/>
                </a:cxn>
                <a:cxn ang="0">
                  <a:pos x="6" y="1"/>
                </a:cxn>
                <a:cxn ang="0">
                  <a:pos x="7" y="1"/>
                </a:cxn>
                <a:cxn ang="0">
                  <a:pos x="7" y="2"/>
                </a:cxn>
                <a:cxn ang="0">
                  <a:pos x="6" y="2"/>
                </a:cxn>
                <a:cxn ang="0">
                  <a:pos x="5" y="3"/>
                </a:cxn>
                <a:cxn ang="0">
                  <a:pos x="3" y="3"/>
                </a:cxn>
                <a:cxn ang="0">
                  <a:pos x="2" y="4"/>
                </a:cxn>
                <a:cxn ang="0">
                  <a:pos x="1" y="3"/>
                </a:cxn>
                <a:cxn ang="0">
                  <a:pos x="0" y="3"/>
                </a:cxn>
                <a:cxn ang="0">
                  <a:pos x="0" y="2"/>
                </a:cxn>
                <a:cxn ang="0">
                  <a:pos x="1" y="1"/>
                </a:cxn>
                <a:cxn ang="0">
                  <a:pos x="2" y="1"/>
                </a:cxn>
                <a:cxn ang="0">
                  <a:pos x="4" y="0"/>
                </a:cxn>
              </a:cxnLst>
              <a:rect l="0" t="0" r="r" b="b"/>
              <a:pathLst>
                <a:path w="7" h="4">
                  <a:moveTo>
                    <a:pt x="4" y="0"/>
                  </a:moveTo>
                  <a:lnTo>
                    <a:pt x="6" y="1"/>
                  </a:lnTo>
                  <a:lnTo>
                    <a:pt x="7" y="1"/>
                  </a:lnTo>
                  <a:lnTo>
                    <a:pt x="7" y="2"/>
                  </a:lnTo>
                  <a:lnTo>
                    <a:pt x="6" y="2"/>
                  </a:lnTo>
                  <a:lnTo>
                    <a:pt x="5" y="3"/>
                  </a:lnTo>
                  <a:lnTo>
                    <a:pt x="3" y="3"/>
                  </a:lnTo>
                  <a:lnTo>
                    <a:pt x="2" y="4"/>
                  </a:lnTo>
                  <a:lnTo>
                    <a:pt x="1" y="3"/>
                  </a:lnTo>
                  <a:lnTo>
                    <a:pt x="0" y="3"/>
                  </a:lnTo>
                  <a:lnTo>
                    <a:pt x="0" y="2"/>
                  </a:lnTo>
                  <a:lnTo>
                    <a:pt x="1" y="1"/>
                  </a:lnTo>
                  <a:lnTo>
                    <a:pt x="2" y="1"/>
                  </a:lnTo>
                  <a:lnTo>
                    <a:pt x="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86" name="Freeform 9"/>
            <p:cNvSpPr>
              <a:spLocks/>
            </p:cNvSpPr>
            <p:nvPr/>
          </p:nvSpPr>
          <p:spPr bwMode="auto">
            <a:xfrm>
              <a:off x="4025901" y="2181225"/>
              <a:ext cx="14288" cy="17463"/>
            </a:xfrm>
            <a:custGeom>
              <a:avLst/>
              <a:gdLst/>
              <a:ahLst/>
              <a:cxnLst>
                <a:cxn ang="0">
                  <a:pos x="6" y="0"/>
                </a:cxn>
                <a:cxn ang="0">
                  <a:pos x="8" y="0"/>
                </a:cxn>
                <a:cxn ang="0">
                  <a:pos x="9" y="1"/>
                </a:cxn>
                <a:cxn ang="0">
                  <a:pos x="9" y="5"/>
                </a:cxn>
                <a:cxn ang="0">
                  <a:pos x="8" y="7"/>
                </a:cxn>
                <a:cxn ang="0">
                  <a:pos x="3" y="11"/>
                </a:cxn>
                <a:cxn ang="0">
                  <a:pos x="0" y="11"/>
                </a:cxn>
                <a:cxn ang="0">
                  <a:pos x="0" y="10"/>
                </a:cxn>
                <a:cxn ang="0">
                  <a:pos x="0" y="6"/>
                </a:cxn>
                <a:cxn ang="0">
                  <a:pos x="0" y="4"/>
                </a:cxn>
                <a:cxn ang="0">
                  <a:pos x="2" y="3"/>
                </a:cxn>
                <a:cxn ang="0">
                  <a:pos x="4" y="1"/>
                </a:cxn>
                <a:cxn ang="0">
                  <a:pos x="6" y="0"/>
                </a:cxn>
              </a:cxnLst>
              <a:rect l="0" t="0" r="r" b="b"/>
              <a:pathLst>
                <a:path w="9" h="11">
                  <a:moveTo>
                    <a:pt x="6" y="0"/>
                  </a:moveTo>
                  <a:lnTo>
                    <a:pt x="8" y="0"/>
                  </a:lnTo>
                  <a:lnTo>
                    <a:pt x="9" y="1"/>
                  </a:lnTo>
                  <a:lnTo>
                    <a:pt x="9" y="5"/>
                  </a:lnTo>
                  <a:lnTo>
                    <a:pt x="8" y="7"/>
                  </a:lnTo>
                  <a:lnTo>
                    <a:pt x="3" y="11"/>
                  </a:lnTo>
                  <a:lnTo>
                    <a:pt x="0" y="11"/>
                  </a:lnTo>
                  <a:lnTo>
                    <a:pt x="0" y="10"/>
                  </a:lnTo>
                  <a:lnTo>
                    <a:pt x="0" y="6"/>
                  </a:lnTo>
                  <a:lnTo>
                    <a:pt x="0" y="4"/>
                  </a:lnTo>
                  <a:lnTo>
                    <a:pt x="2" y="3"/>
                  </a:lnTo>
                  <a:lnTo>
                    <a:pt x="4" y="1"/>
                  </a:lnTo>
                  <a:lnTo>
                    <a:pt x="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87" name="Freeform 10"/>
            <p:cNvSpPr>
              <a:spLocks/>
            </p:cNvSpPr>
            <p:nvPr/>
          </p:nvSpPr>
          <p:spPr bwMode="auto">
            <a:xfrm>
              <a:off x="4002088" y="2190750"/>
              <a:ext cx="14288" cy="20638"/>
            </a:xfrm>
            <a:custGeom>
              <a:avLst/>
              <a:gdLst/>
              <a:ahLst/>
              <a:cxnLst>
                <a:cxn ang="0">
                  <a:pos x="1" y="0"/>
                </a:cxn>
                <a:cxn ang="0">
                  <a:pos x="3" y="0"/>
                </a:cxn>
                <a:cxn ang="0">
                  <a:pos x="5" y="1"/>
                </a:cxn>
                <a:cxn ang="0">
                  <a:pos x="9" y="5"/>
                </a:cxn>
                <a:cxn ang="0">
                  <a:pos x="9" y="8"/>
                </a:cxn>
                <a:cxn ang="0">
                  <a:pos x="8" y="10"/>
                </a:cxn>
                <a:cxn ang="0">
                  <a:pos x="7" y="12"/>
                </a:cxn>
                <a:cxn ang="0">
                  <a:pos x="7" y="13"/>
                </a:cxn>
                <a:cxn ang="0">
                  <a:pos x="6" y="13"/>
                </a:cxn>
                <a:cxn ang="0">
                  <a:pos x="5" y="12"/>
                </a:cxn>
                <a:cxn ang="0">
                  <a:pos x="5" y="10"/>
                </a:cxn>
                <a:cxn ang="0">
                  <a:pos x="0" y="1"/>
                </a:cxn>
                <a:cxn ang="0">
                  <a:pos x="0" y="1"/>
                </a:cxn>
                <a:cxn ang="0">
                  <a:pos x="1" y="0"/>
                </a:cxn>
              </a:cxnLst>
              <a:rect l="0" t="0" r="r" b="b"/>
              <a:pathLst>
                <a:path w="9" h="13">
                  <a:moveTo>
                    <a:pt x="1" y="0"/>
                  </a:moveTo>
                  <a:lnTo>
                    <a:pt x="3" y="0"/>
                  </a:lnTo>
                  <a:lnTo>
                    <a:pt x="5" y="1"/>
                  </a:lnTo>
                  <a:lnTo>
                    <a:pt x="9" y="5"/>
                  </a:lnTo>
                  <a:lnTo>
                    <a:pt x="9" y="8"/>
                  </a:lnTo>
                  <a:lnTo>
                    <a:pt x="8" y="10"/>
                  </a:lnTo>
                  <a:lnTo>
                    <a:pt x="7" y="12"/>
                  </a:lnTo>
                  <a:lnTo>
                    <a:pt x="7" y="13"/>
                  </a:lnTo>
                  <a:lnTo>
                    <a:pt x="6" y="13"/>
                  </a:lnTo>
                  <a:lnTo>
                    <a:pt x="5" y="12"/>
                  </a:lnTo>
                  <a:lnTo>
                    <a:pt x="5" y="10"/>
                  </a:lnTo>
                  <a:lnTo>
                    <a:pt x="0" y="1"/>
                  </a:lnTo>
                  <a:lnTo>
                    <a:pt x="0" y="1"/>
                  </a:lnTo>
                  <a:lnTo>
                    <a:pt x="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88" name="Freeform 11"/>
            <p:cNvSpPr>
              <a:spLocks/>
            </p:cNvSpPr>
            <p:nvPr/>
          </p:nvSpPr>
          <p:spPr bwMode="auto">
            <a:xfrm>
              <a:off x="3897313" y="2111375"/>
              <a:ext cx="61913" cy="80963"/>
            </a:xfrm>
            <a:custGeom>
              <a:avLst/>
              <a:gdLst/>
              <a:ahLst/>
              <a:cxnLst>
                <a:cxn ang="0">
                  <a:pos x="12" y="0"/>
                </a:cxn>
                <a:cxn ang="0">
                  <a:pos x="18" y="0"/>
                </a:cxn>
                <a:cxn ang="0">
                  <a:pos x="20" y="1"/>
                </a:cxn>
                <a:cxn ang="0">
                  <a:pos x="20" y="5"/>
                </a:cxn>
                <a:cxn ang="0">
                  <a:pos x="23" y="5"/>
                </a:cxn>
                <a:cxn ang="0">
                  <a:pos x="25" y="4"/>
                </a:cxn>
                <a:cxn ang="0">
                  <a:pos x="29" y="4"/>
                </a:cxn>
                <a:cxn ang="0">
                  <a:pos x="30" y="5"/>
                </a:cxn>
                <a:cxn ang="0">
                  <a:pos x="30" y="6"/>
                </a:cxn>
                <a:cxn ang="0">
                  <a:pos x="27" y="9"/>
                </a:cxn>
                <a:cxn ang="0">
                  <a:pos x="25" y="9"/>
                </a:cxn>
                <a:cxn ang="0">
                  <a:pos x="27" y="11"/>
                </a:cxn>
                <a:cxn ang="0">
                  <a:pos x="30" y="13"/>
                </a:cxn>
                <a:cxn ang="0">
                  <a:pos x="34" y="13"/>
                </a:cxn>
                <a:cxn ang="0">
                  <a:pos x="35" y="12"/>
                </a:cxn>
                <a:cxn ang="0">
                  <a:pos x="37" y="11"/>
                </a:cxn>
                <a:cxn ang="0">
                  <a:pos x="38" y="10"/>
                </a:cxn>
                <a:cxn ang="0">
                  <a:pos x="39" y="10"/>
                </a:cxn>
                <a:cxn ang="0">
                  <a:pos x="39" y="11"/>
                </a:cxn>
                <a:cxn ang="0">
                  <a:pos x="37" y="15"/>
                </a:cxn>
                <a:cxn ang="0">
                  <a:pos x="35" y="17"/>
                </a:cxn>
                <a:cxn ang="0">
                  <a:pos x="33" y="19"/>
                </a:cxn>
                <a:cxn ang="0">
                  <a:pos x="30" y="21"/>
                </a:cxn>
                <a:cxn ang="0">
                  <a:pos x="29" y="23"/>
                </a:cxn>
                <a:cxn ang="0">
                  <a:pos x="25" y="25"/>
                </a:cxn>
                <a:cxn ang="0">
                  <a:pos x="24" y="26"/>
                </a:cxn>
                <a:cxn ang="0">
                  <a:pos x="23" y="27"/>
                </a:cxn>
                <a:cxn ang="0">
                  <a:pos x="20" y="29"/>
                </a:cxn>
                <a:cxn ang="0">
                  <a:pos x="17" y="34"/>
                </a:cxn>
                <a:cxn ang="0">
                  <a:pos x="15" y="36"/>
                </a:cxn>
                <a:cxn ang="0">
                  <a:pos x="13" y="37"/>
                </a:cxn>
                <a:cxn ang="0">
                  <a:pos x="12" y="37"/>
                </a:cxn>
                <a:cxn ang="0">
                  <a:pos x="10" y="38"/>
                </a:cxn>
                <a:cxn ang="0">
                  <a:pos x="7" y="39"/>
                </a:cxn>
                <a:cxn ang="0">
                  <a:pos x="5" y="40"/>
                </a:cxn>
                <a:cxn ang="0">
                  <a:pos x="3" y="43"/>
                </a:cxn>
                <a:cxn ang="0">
                  <a:pos x="3" y="44"/>
                </a:cxn>
                <a:cxn ang="0">
                  <a:pos x="4" y="46"/>
                </a:cxn>
                <a:cxn ang="0">
                  <a:pos x="4" y="48"/>
                </a:cxn>
                <a:cxn ang="0">
                  <a:pos x="3" y="50"/>
                </a:cxn>
                <a:cxn ang="0">
                  <a:pos x="2" y="51"/>
                </a:cxn>
                <a:cxn ang="0">
                  <a:pos x="2" y="50"/>
                </a:cxn>
                <a:cxn ang="0">
                  <a:pos x="1" y="49"/>
                </a:cxn>
                <a:cxn ang="0">
                  <a:pos x="1" y="47"/>
                </a:cxn>
                <a:cxn ang="0">
                  <a:pos x="0" y="44"/>
                </a:cxn>
                <a:cxn ang="0">
                  <a:pos x="0" y="34"/>
                </a:cxn>
                <a:cxn ang="0">
                  <a:pos x="2" y="30"/>
                </a:cxn>
                <a:cxn ang="0">
                  <a:pos x="6" y="26"/>
                </a:cxn>
                <a:cxn ang="0">
                  <a:pos x="6" y="16"/>
                </a:cxn>
                <a:cxn ang="0">
                  <a:pos x="7" y="15"/>
                </a:cxn>
                <a:cxn ang="0">
                  <a:pos x="9" y="14"/>
                </a:cxn>
                <a:cxn ang="0">
                  <a:pos x="10" y="13"/>
                </a:cxn>
                <a:cxn ang="0">
                  <a:pos x="12" y="9"/>
                </a:cxn>
                <a:cxn ang="0">
                  <a:pos x="12" y="8"/>
                </a:cxn>
                <a:cxn ang="0">
                  <a:pos x="11" y="7"/>
                </a:cxn>
                <a:cxn ang="0">
                  <a:pos x="11" y="6"/>
                </a:cxn>
                <a:cxn ang="0">
                  <a:pos x="10" y="6"/>
                </a:cxn>
                <a:cxn ang="0">
                  <a:pos x="9" y="5"/>
                </a:cxn>
                <a:cxn ang="0">
                  <a:pos x="9" y="2"/>
                </a:cxn>
                <a:cxn ang="0">
                  <a:pos x="10" y="1"/>
                </a:cxn>
                <a:cxn ang="0">
                  <a:pos x="12" y="0"/>
                </a:cxn>
              </a:cxnLst>
              <a:rect l="0" t="0" r="r" b="b"/>
              <a:pathLst>
                <a:path w="39" h="51">
                  <a:moveTo>
                    <a:pt x="12" y="0"/>
                  </a:moveTo>
                  <a:lnTo>
                    <a:pt x="18" y="0"/>
                  </a:lnTo>
                  <a:lnTo>
                    <a:pt x="20" y="1"/>
                  </a:lnTo>
                  <a:lnTo>
                    <a:pt x="20" y="5"/>
                  </a:lnTo>
                  <a:lnTo>
                    <a:pt x="23" y="5"/>
                  </a:lnTo>
                  <a:lnTo>
                    <a:pt x="25" y="4"/>
                  </a:lnTo>
                  <a:lnTo>
                    <a:pt x="29" y="4"/>
                  </a:lnTo>
                  <a:lnTo>
                    <a:pt x="30" y="5"/>
                  </a:lnTo>
                  <a:lnTo>
                    <a:pt x="30" y="6"/>
                  </a:lnTo>
                  <a:lnTo>
                    <a:pt x="27" y="9"/>
                  </a:lnTo>
                  <a:lnTo>
                    <a:pt x="25" y="9"/>
                  </a:lnTo>
                  <a:lnTo>
                    <a:pt x="27" y="11"/>
                  </a:lnTo>
                  <a:lnTo>
                    <a:pt x="30" y="13"/>
                  </a:lnTo>
                  <a:lnTo>
                    <a:pt x="34" y="13"/>
                  </a:lnTo>
                  <a:lnTo>
                    <a:pt x="35" y="12"/>
                  </a:lnTo>
                  <a:lnTo>
                    <a:pt x="37" y="11"/>
                  </a:lnTo>
                  <a:lnTo>
                    <a:pt x="38" y="10"/>
                  </a:lnTo>
                  <a:lnTo>
                    <a:pt x="39" y="10"/>
                  </a:lnTo>
                  <a:lnTo>
                    <a:pt x="39" y="11"/>
                  </a:lnTo>
                  <a:lnTo>
                    <a:pt x="37" y="15"/>
                  </a:lnTo>
                  <a:lnTo>
                    <a:pt x="35" y="17"/>
                  </a:lnTo>
                  <a:lnTo>
                    <a:pt x="33" y="19"/>
                  </a:lnTo>
                  <a:lnTo>
                    <a:pt x="30" y="21"/>
                  </a:lnTo>
                  <a:lnTo>
                    <a:pt x="29" y="23"/>
                  </a:lnTo>
                  <a:lnTo>
                    <a:pt x="25" y="25"/>
                  </a:lnTo>
                  <a:lnTo>
                    <a:pt x="24" y="26"/>
                  </a:lnTo>
                  <a:lnTo>
                    <a:pt x="23" y="27"/>
                  </a:lnTo>
                  <a:lnTo>
                    <a:pt x="20" y="29"/>
                  </a:lnTo>
                  <a:lnTo>
                    <a:pt x="17" y="34"/>
                  </a:lnTo>
                  <a:lnTo>
                    <a:pt x="15" y="36"/>
                  </a:lnTo>
                  <a:lnTo>
                    <a:pt x="13" y="37"/>
                  </a:lnTo>
                  <a:lnTo>
                    <a:pt x="12" y="37"/>
                  </a:lnTo>
                  <a:lnTo>
                    <a:pt x="10" y="38"/>
                  </a:lnTo>
                  <a:lnTo>
                    <a:pt x="7" y="39"/>
                  </a:lnTo>
                  <a:lnTo>
                    <a:pt x="5" y="40"/>
                  </a:lnTo>
                  <a:lnTo>
                    <a:pt x="3" y="43"/>
                  </a:lnTo>
                  <a:lnTo>
                    <a:pt x="3" y="44"/>
                  </a:lnTo>
                  <a:lnTo>
                    <a:pt x="4" y="46"/>
                  </a:lnTo>
                  <a:lnTo>
                    <a:pt x="4" y="48"/>
                  </a:lnTo>
                  <a:lnTo>
                    <a:pt x="3" y="50"/>
                  </a:lnTo>
                  <a:lnTo>
                    <a:pt x="2" y="51"/>
                  </a:lnTo>
                  <a:lnTo>
                    <a:pt x="2" y="50"/>
                  </a:lnTo>
                  <a:lnTo>
                    <a:pt x="1" y="49"/>
                  </a:lnTo>
                  <a:lnTo>
                    <a:pt x="1" y="47"/>
                  </a:lnTo>
                  <a:lnTo>
                    <a:pt x="0" y="44"/>
                  </a:lnTo>
                  <a:lnTo>
                    <a:pt x="0" y="34"/>
                  </a:lnTo>
                  <a:lnTo>
                    <a:pt x="2" y="30"/>
                  </a:lnTo>
                  <a:lnTo>
                    <a:pt x="6" y="26"/>
                  </a:lnTo>
                  <a:lnTo>
                    <a:pt x="6" y="16"/>
                  </a:lnTo>
                  <a:lnTo>
                    <a:pt x="7" y="15"/>
                  </a:lnTo>
                  <a:lnTo>
                    <a:pt x="9" y="14"/>
                  </a:lnTo>
                  <a:lnTo>
                    <a:pt x="10" y="13"/>
                  </a:lnTo>
                  <a:lnTo>
                    <a:pt x="12" y="9"/>
                  </a:lnTo>
                  <a:lnTo>
                    <a:pt x="12" y="8"/>
                  </a:lnTo>
                  <a:lnTo>
                    <a:pt x="11" y="7"/>
                  </a:lnTo>
                  <a:lnTo>
                    <a:pt x="11" y="6"/>
                  </a:lnTo>
                  <a:lnTo>
                    <a:pt x="10" y="6"/>
                  </a:lnTo>
                  <a:lnTo>
                    <a:pt x="9" y="5"/>
                  </a:lnTo>
                  <a:lnTo>
                    <a:pt x="9" y="2"/>
                  </a:lnTo>
                  <a:lnTo>
                    <a:pt x="10" y="1"/>
                  </a:lnTo>
                  <a:lnTo>
                    <a:pt x="1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89" name="Freeform 12"/>
            <p:cNvSpPr>
              <a:spLocks/>
            </p:cNvSpPr>
            <p:nvPr/>
          </p:nvSpPr>
          <p:spPr bwMode="auto">
            <a:xfrm>
              <a:off x="3902076" y="2190750"/>
              <a:ext cx="47625" cy="60325"/>
            </a:xfrm>
            <a:custGeom>
              <a:avLst/>
              <a:gdLst/>
              <a:ahLst/>
              <a:cxnLst>
                <a:cxn ang="0">
                  <a:pos x="21" y="0"/>
                </a:cxn>
                <a:cxn ang="0">
                  <a:pos x="23" y="0"/>
                </a:cxn>
                <a:cxn ang="0">
                  <a:pos x="24" y="1"/>
                </a:cxn>
                <a:cxn ang="0">
                  <a:pos x="25" y="1"/>
                </a:cxn>
                <a:cxn ang="0">
                  <a:pos x="26" y="2"/>
                </a:cxn>
                <a:cxn ang="0">
                  <a:pos x="27" y="4"/>
                </a:cxn>
                <a:cxn ang="0">
                  <a:pos x="27" y="9"/>
                </a:cxn>
                <a:cxn ang="0">
                  <a:pos x="29" y="12"/>
                </a:cxn>
                <a:cxn ang="0">
                  <a:pos x="30" y="13"/>
                </a:cxn>
                <a:cxn ang="0">
                  <a:pos x="29" y="15"/>
                </a:cxn>
                <a:cxn ang="0">
                  <a:pos x="29" y="17"/>
                </a:cxn>
                <a:cxn ang="0">
                  <a:pos x="28" y="18"/>
                </a:cxn>
                <a:cxn ang="0">
                  <a:pos x="26" y="21"/>
                </a:cxn>
                <a:cxn ang="0">
                  <a:pos x="24" y="24"/>
                </a:cxn>
                <a:cxn ang="0">
                  <a:pos x="23" y="26"/>
                </a:cxn>
                <a:cxn ang="0">
                  <a:pos x="19" y="31"/>
                </a:cxn>
                <a:cxn ang="0">
                  <a:pos x="17" y="36"/>
                </a:cxn>
                <a:cxn ang="0">
                  <a:pos x="16" y="37"/>
                </a:cxn>
                <a:cxn ang="0">
                  <a:pos x="14" y="38"/>
                </a:cxn>
                <a:cxn ang="0">
                  <a:pos x="13" y="38"/>
                </a:cxn>
                <a:cxn ang="0">
                  <a:pos x="13" y="35"/>
                </a:cxn>
                <a:cxn ang="0">
                  <a:pos x="14" y="33"/>
                </a:cxn>
                <a:cxn ang="0">
                  <a:pos x="17" y="27"/>
                </a:cxn>
                <a:cxn ang="0">
                  <a:pos x="17" y="26"/>
                </a:cxn>
                <a:cxn ang="0">
                  <a:pos x="15" y="24"/>
                </a:cxn>
                <a:cxn ang="0">
                  <a:pos x="12" y="23"/>
                </a:cxn>
                <a:cxn ang="0">
                  <a:pos x="7" y="23"/>
                </a:cxn>
                <a:cxn ang="0">
                  <a:pos x="5" y="24"/>
                </a:cxn>
                <a:cxn ang="0">
                  <a:pos x="3" y="24"/>
                </a:cxn>
                <a:cxn ang="0">
                  <a:pos x="2" y="25"/>
                </a:cxn>
                <a:cxn ang="0">
                  <a:pos x="0" y="25"/>
                </a:cxn>
                <a:cxn ang="0">
                  <a:pos x="0" y="24"/>
                </a:cxn>
                <a:cxn ang="0">
                  <a:pos x="1" y="23"/>
                </a:cxn>
                <a:cxn ang="0">
                  <a:pos x="4" y="21"/>
                </a:cxn>
                <a:cxn ang="0">
                  <a:pos x="5" y="20"/>
                </a:cxn>
                <a:cxn ang="0">
                  <a:pos x="7" y="20"/>
                </a:cxn>
                <a:cxn ang="0">
                  <a:pos x="8" y="19"/>
                </a:cxn>
                <a:cxn ang="0">
                  <a:pos x="9" y="18"/>
                </a:cxn>
                <a:cxn ang="0">
                  <a:pos x="10" y="16"/>
                </a:cxn>
                <a:cxn ang="0">
                  <a:pos x="12" y="13"/>
                </a:cxn>
                <a:cxn ang="0">
                  <a:pos x="16" y="9"/>
                </a:cxn>
                <a:cxn ang="0">
                  <a:pos x="17" y="8"/>
                </a:cxn>
                <a:cxn ang="0">
                  <a:pos x="17" y="7"/>
                </a:cxn>
                <a:cxn ang="0">
                  <a:pos x="18" y="5"/>
                </a:cxn>
                <a:cxn ang="0">
                  <a:pos x="18" y="3"/>
                </a:cxn>
                <a:cxn ang="0">
                  <a:pos x="19" y="1"/>
                </a:cxn>
                <a:cxn ang="0">
                  <a:pos x="19" y="1"/>
                </a:cxn>
                <a:cxn ang="0">
                  <a:pos x="21" y="0"/>
                </a:cxn>
              </a:cxnLst>
              <a:rect l="0" t="0" r="r" b="b"/>
              <a:pathLst>
                <a:path w="30" h="38">
                  <a:moveTo>
                    <a:pt x="21" y="0"/>
                  </a:moveTo>
                  <a:lnTo>
                    <a:pt x="23" y="0"/>
                  </a:lnTo>
                  <a:lnTo>
                    <a:pt x="24" y="1"/>
                  </a:lnTo>
                  <a:lnTo>
                    <a:pt x="25" y="1"/>
                  </a:lnTo>
                  <a:lnTo>
                    <a:pt x="26" y="2"/>
                  </a:lnTo>
                  <a:lnTo>
                    <a:pt x="27" y="4"/>
                  </a:lnTo>
                  <a:lnTo>
                    <a:pt x="27" y="9"/>
                  </a:lnTo>
                  <a:lnTo>
                    <a:pt x="29" y="12"/>
                  </a:lnTo>
                  <a:lnTo>
                    <a:pt x="30" y="13"/>
                  </a:lnTo>
                  <a:lnTo>
                    <a:pt x="29" y="15"/>
                  </a:lnTo>
                  <a:lnTo>
                    <a:pt x="29" y="17"/>
                  </a:lnTo>
                  <a:lnTo>
                    <a:pt x="28" y="18"/>
                  </a:lnTo>
                  <a:lnTo>
                    <a:pt x="26" y="21"/>
                  </a:lnTo>
                  <a:lnTo>
                    <a:pt x="24" y="24"/>
                  </a:lnTo>
                  <a:lnTo>
                    <a:pt x="23" y="26"/>
                  </a:lnTo>
                  <a:lnTo>
                    <a:pt x="19" y="31"/>
                  </a:lnTo>
                  <a:lnTo>
                    <a:pt x="17" y="36"/>
                  </a:lnTo>
                  <a:lnTo>
                    <a:pt x="16" y="37"/>
                  </a:lnTo>
                  <a:lnTo>
                    <a:pt x="14" y="38"/>
                  </a:lnTo>
                  <a:lnTo>
                    <a:pt x="13" y="38"/>
                  </a:lnTo>
                  <a:lnTo>
                    <a:pt x="13" y="35"/>
                  </a:lnTo>
                  <a:lnTo>
                    <a:pt x="14" y="33"/>
                  </a:lnTo>
                  <a:lnTo>
                    <a:pt x="17" y="27"/>
                  </a:lnTo>
                  <a:lnTo>
                    <a:pt x="17" y="26"/>
                  </a:lnTo>
                  <a:lnTo>
                    <a:pt x="15" y="24"/>
                  </a:lnTo>
                  <a:lnTo>
                    <a:pt x="12" y="23"/>
                  </a:lnTo>
                  <a:lnTo>
                    <a:pt x="7" y="23"/>
                  </a:lnTo>
                  <a:lnTo>
                    <a:pt x="5" y="24"/>
                  </a:lnTo>
                  <a:lnTo>
                    <a:pt x="3" y="24"/>
                  </a:lnTo>
                  <a:lnTo>
                    <a:pt x="2" y="25"/>
                  </a:lnTo>
                  <a:lnTo>
                    <a:pt x="0" y="25"/>
                  </a:lnTo>
                  <a:lnTo>
                    <a:pt x="0" y="24"/>
                  </a:lnTo>
                  <a:lnTo>
                    <a:pt x="1" y="23"/>
                  </a:lnTo>
                  <a:lnTo>
                    <a:pt x="4" y="21"/>
                  </a:lnTo>
                  <a:lnTo>
                    <a:pt x="5" y="20"/>
                  </a:lnTo>
                  <a:lnTo>
                    <a:pt x="7" y="20"/>
                  </a:lnTo>
                  <a:lnTo>
                    <a:pt x="8" y="19"/>
                  </a:lnTo>
                  <a:lnTo>
                    <a:pt x="9" y="18"/>
                  </a:lnTo>
                  <a:lnTo>
                    <a:pt x="10" y="16"/>
                  </a:lnTo>
                  <a:lnTo>
                    <a:pt x="12" y="13"/>
                  </a:lnTo>
                  <a:lnTo>
                    <a:pt x="16" y="9"/>
                  </a:lnTo>
                  <a:lnTo>
                    <a:pt x="17" y="8"/>
                  </a:lnTo>
                  <a:lnTo>
                    <a:pt x="17" y="7"/>
                  </a:lnTo>
                  <a:lnTo>
                    <a:pt x="18" y="5"/>
                  </a:lnTo>
                  <a:lnTo>
                    <a:pt x="18" y="3"/>
                  </a:lnTo>
                  <a:lnTo>
                    <a:pt x="19" y="1"/>
                  </a:lnTo>
                  <a:lnTo>
                    <a:pt x="19" y="1"/>
                  </a:lnTo>
                  <a:lnTo>
                    <a:pt x="2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0" name="Freeform 13"/>
            <p:cNvSpPr>
              <a:spLocks/>
            </p:cNvSpPr>
            <p:nvPr/>
          </p:nvSpPr>
          <p:spPr bwMode="auto">
            <a:xfrm>
              <a:off x="3963988" y="2127250"/>
              <a:ext cx="15875" cy="39688"/>
            </a:xfrm>
            <a:custGeom>
              <a:avLst/>
              <a:gdLst/>
              <a:ahLst/>
              <a:cxnLst>
                <a:cxn ang="0">
                  <a:pos x="8" y="0"/>
                </a:cxn>
                <a:cxn ang="0">
                  <a:pos x="9" y="0"/>
                </a:cxn>
                <a:cxn ang="0">
                  <a:pos x="10" y="1"/>
                </a:cxn>
                <a:cxn ang="0">
                  <a:pos x="10" y="7"/>
                </a:cxn>
                <a:cxn ang="0">
                  <a:pos x="9" y="8"/>
                </a:cxn>
                <a:cxn ang="0">
                  <a:pos x="9" y="12"/>
                </a:cxn>
                <a:cxn ang="0">
                  <a:pos x="7" y="13"/>
                </a:cxn>
                <a:cxn ang="0">
                  <a:pos x="6" y="16"/>
                </a:cxn>
                <a:cxn ang="0">
                  <a:pos x="5" y="16"/>
                </a:cxn>
                <a:cxn ang="0">
                  <a:pos x="4" y="18"/>
                </a:cxn>
                <a:cxn ang="0">
                  <a:pos x="4" y="19"/>
                </a:cxn>
                <a:cxn ang="0">
                  <a:pos x="3" y="21"/>
                </a:cxn>
                <a:cxn ang="0">
                  <a:pos x="3" y="23"/>
                </a:cxn>
                <a:cxn ang="0">
                  <a:pos x="2" y="24"/>
                </a:cxn>
                <a:cxn ang="0">
                  <a:pos x="1" y="25"/>
                </a:cxn>
                <a:cxn ang="0">
                  <a:pos x="0" y="25"/>
                </a:cxn>
                <a:cxn ang="0">
                  <a:pos x="0" y="13"/>
                </a:cxn>
                <a:cxn ang="0">
                  <a:pos x="4" y="9"/>
                </a:cxn>
                <a:cxn ang="0">
                  <a:pos x="5" y="6"/>
                </a:cxn>
                <a:cxn ang="0">
                  <a:pos x="6" y="3"/>
                </a:cxn>
                <a:cxn ang="0">
                  <a:pos x="7" y="1"/>
                </a:cxn>
                <a:cxn ang="0">
                  <a:pos x="8" y="0"/>
                </a:cxn>
              </a:cxnLst>
              <a:rect l="0" t="0" r="r" b="b"/>
              <a:pathLst>
                <a:path w="10" h="25">
                  <a:moveTo>
                    <a:pt x="8" y="0"/>
                  </a:moveTo>
                  <a:lnTo>
                    <a:pt x="9" y="0"/>
                  </a:lnTo>
                  <a:lnTo>
                    <a:pt x="10" y="1"/>
                  </a:lnTo>
                  <a:lnTo>
                    <a:pt x="10" y="7"/>
                  </a:lnTo>
                  <a:lnTo>
                    <a:pt x="9" y="8"/>
                  </a:lnTo>
                  <a:lnTo>
                    <a:pt x="9" y="12"/>
                  </a:lnTo>
                  <a:lnTo>
                    <a:pt x="7" y="13"/>
                  </a:lnTo>
                  <a:lnTo>
                    <a:pt x="6" y="16"/>
                  </a:lnTo>
                  <a:lnTo>
                    <a:pt x="5" y="16"/>
                  </a:lnTo>
                  <a:lnTo>
                    <a:pt x="4" y="18"/>
                  </a:lnTo>
                  <a:lnTo>
                    <a:pt x="4" y="19"/>
                  </a:lnTo>
                  <a:lnTo>
                    <a:pt x="3" y="21"/>
                  </a:lnTo>
                  <a:lnTo>
                    <a:pt x="3" y="23"/>
                  </a:lnTo>
                  <a:lnTo>
                    <a:pt x="2" y="24"/>
                  </a:lnTo>
                  <a:lnTo>
                    <a:pt x="1" y="25"/>
                  </a:lnTo>
                  <a:lnTo>
                    <a:pt x="0" y="25"/>
                  </a:lnTo>
                  <a:lnTo>
                    <a:pt x="0" y="13"/>
                  </a:lnTo>
                  <a:lnTo>
                    <a:pt x="4" y="9"/>
                  </a:lnTo>
                  <a:lnTo>
                    <a:pt x="5" y="6"/>
                  </a:lnTo>
                  <a:lnTo>
                    <a:pt x="6" y="3"/>
                  </a:lnTo>
                  <a:lnTo>
                    <a:pt x="7" y="1"/>
                  </a:lnTo>
                  <a:lnTo>
                    <a:pt x="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1" name="Freeform 14"/>
            <p:cNvSpPr>
              <a:spLocks/>
            </p:cNvSpPr>
            <p:nvPr/>
          </p:nvSpPr>
          <p:spPr bwMode="auto">
            <a:xfrm>
              <a:off x="3735388" y="2217738"/>
              <a:ext cx="11113" cy="14288"/>
            </a:xfrm>
            <a:custGeom>
              <a:avLst/>
              <a:gdLst/>
              <a:ahLst/>
              <a:cxnLst>
                <a:cxn ang="0">
                  <a:pos x="2" y="0"/>
                </a:cxn>
                <a:cxn ang="0">
                  <a:pos x="5" y="0"/>
                </a:cxn>
                <a:cxn ang="0">
                  <a:pos x="5" y="1"/>
                </a:cxn>
                <a:cxn ang="0">
                  <a:pos x="6" y="3"/>
                </a:cxn>
                <a:cxn ang="0">
                  <a:pos x="7" y="5"/>
                </a:cxn>
                <a:cxn ang="0">
                  <a:pos x="7" y="8"/>
                </a:cxn>
                <a:cxn ang="0">
                  <a:pos x="6" y="9"/>
                </a:cxn>
                <a:cxn ang="0">
                  <a:pos x="5" y="9"/>
                </a:cxn>
                <a:cxn ang="0">
                  <a:pos x="5" y="9"/>
                </a:cxn>
                <a:cxn ang="0">
                  <a:pos x="5" y="7"/>
                </a:cxn>
                <a:cxn ang="0">
                  <a:pos x="3" y="6"/>
                </a:cxn>
                <a:cxn ang="0">
                  <a:pos x="0" y="3"/>
                </a:cxn>
                <a:cxn ang="0">
                  <a:pos x="0" y="2"/>
                </a:cxn>
                <a:cxn ang="0">
                  <a:pos x="1" y="1"/>
                </a:cxn>
                <a:cxn ang="0">
                  <a:pos x="2" y="0"/>
                </a:cxn>
              </a:cxnLst>
              <a:rect l="0" t="0" r="r" b="b"/>
              <a:pathLst>
                <a:path w="7" h="9">
                  <a:moveTo>
                    <a:pt x="2" y="0"/>
                  </a:moveTo>
                  <a:lnTo>
                    <a:pt x="5" y="0"/>
                  </a:lnTo>
                  <a:lnTo>
                    <a:pt x="5" y="1"/>
                  </a:lnTo>
                  <a:lnTo>
                    <a:pt x="6" y="3"/>
                  </a:lnTo>
                  <a:lnTo>
                    <a:pt x="7" y="5"/>
                  </a:lnTo>
                  <a:lnTo>
                    <a:pt x="7" y="8"/>
                  </a:lnTo>
                  <a:lnTo>
                    <a:pt x="6" y="9"/>
                  </a:lnTo>
                  <a:lnTo>
                    <a:pt x="5" y="9"/>
                  </a:lnTo>
                  <a:lnTo>
                    <a:pt x="5" y="9"/>
                  </a:lnTo>
                  <a:lnTo>
                    <a:pt x="5" y="7"/>
                  </a:lnTo>
                  <a:lnTo>
                    <a:pt x="3" y="6"/>
                  </a:lnTo>
                  <a:lnTo>
                    <a:pt x="0" y="3"/>
                  </a:lnTo>
                  <a:lnTo>
                    <a:pt x="0" y="2"/>
                  </a:lnTo>
                  <a:lnTo>
                    <a:pt x="1" y="1"/>
                  </a:lnTo>
                  <a:lnTo>
                    <a:pt x="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2" name="Freeform 15"/>
            <p:cNvSpPr>
              <a:spLocks/>
            </p:cNvSpPr>
            <p:nvPr/>
          </p:nvSpPr>
          <p:spPr bwMode="auto">
            <a:xfrm>
              <a:off x="3744913" y="2212975"/>
              <a:ext cx="20638" cy="15875"/>
            </a:xfrm>
            <a:custGeom>
              <a:avLst/>
              <a:gdLst/>
              <a:ahLst/>
              <a:cxnLst>
                <a:cxn ang="0">
                  <a:pos x="3" y="0"/>
                </a:cxn>
                <a:cxn ang="0">
                  <a:pos x="7" y="0"/>
                </a:cxn>
                <a:cxn ang="0">
                  <a:pos x="10" y="2"/>
                </a:cxn>
                <a:cxn ang="0">
                  <a:pos x="12" y="5"/>
                </a:cxn>
                <a:cxn ang="0">
                  <a:pos x="12" y="7"/>
                </a:cxn>
                <a:cxn ang="0">
                  <a:pos x="13" y="8"/>
                </a:cxn>
                <a:cxn ang="0">
                  <a:pos x="13" y="10"/>
                </a:cxn>
                <a:cxn ang="0">
                  <a:pos x="10" y="10"/>
                </a:cxn>
                <a:cxn ang="0">
                  <a:pos x="7" y="9"/>
                </a:cxn>
                <a:cxn ang="0">
                  <a:pos x="7" y="8"/>
                </a:cxn>
                <a:cxn ang="0">
                  <a:pos x="3" y="6"/>
                </a:cxn>
                <a:cxn ang="0">
                  <a:pos x="1" y="3"/>
                </a:cxn>
                <a:cxn ang="0">
                  <a:pos x="0" y="2"/>
                </a:cxn>
                <a:cxn ang="0">
                  <a:pos x="1" y="1"/>
                </a:cxn>
                <a:cxn ang="0">
                  <a:pos x="3" y="0"/>
                </a:cxn>
              </a:cxnLst>
              <a:rect l="0" t="0" r="r" b="b"/>
              <a:pathLst>
                <a:path w="13" h="10">
                  <a:moveTo>
                    <a:pt x="3" y="0"/>
                  </a:moveTo>
                  <a:lnTo>
                    <a:pt x="7" y="0"/>
                  </a:lnTo>
                  <a:lnTo>
                    <a:pt x="10" y="2"/>
                  </a:lnTo>
                  <a:lnTo>
                    <a:pt x="12" y="5"/>
                  </a:lnTo>
                  <a:lnTo>
                    <a:pt x="12" y="7"/>
                  </a:lnTo>
                  <a:lnTo>
                    <a:pt x="13" y="8"/>
                  </a:lnTo>
                  <a:lnTo>
                    <a:pt x="13" y="10"/>
                  </a:lnTo>
                  <a:lnTo>
                    <a:pt x="10" y="10"/>
                  </a:lnTo>
                  <a:lnTo>
                    <a:pt x="7" y="9"/>
                  </a:lnTo>
                  <a:lnTo>
                    <a:pt x="7" y="8"/>
                  </a:lnTo>
                  <a:lnTo>
                    <a:pt x="3" y="6"/>
                  </a:lnTo>
                  <a:lnTo>
                    <a:pt x="1" y="3"/>
                  </a:lnTo>
                  <a:lnTo>
                    <a:pt x="0" y="2"/>
                  </a:lnTo>
                  <a:lnTo>
                    <a:pt x="1" y="1"/>
                  </a:lnTo>
                  <a:lnTo>
                    <a:pt x="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3" name="Freeform 16"/>
            <p:cNvSpPr>
              <a:spLocks/>
            </p:cNvSpPr>
            <p:nvPr/>
          </p:nvSpPr>
          <p:spPr bwMode="auto">
            <a:xfrm>
              <a:off x="3756026" y="2232025"/>
              <a:ext cx="69850" cy="41275"/>
            </a:xfrm>
            <a:custGeom>
              <a:avLst/>
              <a:gdLst/>
              <a:ahLst/>
              <a:cxnLst>
                <a:cxn ang="0">
                  <a:pos x="25" y="0"/>
                </a:cxn>
                <a:cxn ang="0">
                  <a:pos x="30" y="0"/>
                </a:cxn>
                <a:cxn ang="0">
                  <a:pos x="35" y="4"/>
                </a:cxn>
                <a:cxn ang="0">
                  <a:pos x="41" y="9"/>
                </a:cxn>
                <a:cxn ang="0">
                  <a:pos x="43" y="11"/>
                </a:cxn>
                <a:cxn ang="0">
                  <a:pos x="44" y="13"/>
                </a:cxn>
                <a:cxn ang="0">
                  <a:pos x="43" y="15"/>
                </a:cxn>
                <a:cxn ang="0">
                  <a:pos x="43" y="16"/>
                </a:cxn>
                <a:cxn ang="0">
                  <a:pos x="43" y="17"/>
                </a:cxn>
                <a:cxn ang="0">
                  <a:pos x="42" y="18"/>
                </a:cxn>
                <a:cxn ang="0">
                  <a:pos x="38" y="20"/>
                </a:cxn>
                <a:cxn ang="0">
                  <a:pos x="36" y="20"/>
                </a:cxn>
                <a:cxn ang="0">
                  <a:pos x="34" y="21"/>
                </a:cxn>
                <a:cxn ang="0">
                  <a:pos x="33" y="21"/>
                </a:cxn>
                <a:cxn ang="0">
                  <a:pos x="30" y="22"/>
                </a:cxn>
                <a:cxn ang="0">
                  <a:pos x="27" y="22"/>
                </a:cxn>
                <a:cxn ang="0">
                  <a:pos x="25" y="23"/>
                </a:cxn>
                <a:cxn ang="0">
                  <a:pos x="24" y="23"/>
                </a:cxn>
                <a:cxn ang="0">
                  <a:pos x="22" y="24"/>
                </a:cxn>
                <a:cxn ang="0">
                  <a:pos x="20" y="26"/>
                </a:cxn>
                <a:cxn ang="0">
                  <a:pos x="18" y="26"/>
                </a:cxn>
                <a:cxn ang="0">
                  <a:pos x="17" y="26"/>
                </a:cxn>
                <a:cxn ang="0">
                  <a:pos x="13" y="25"/>
                </a:cxn>
                <a:cxn ang="0">
                  <a:pos x="10" y="23"/>
                </a:cxn>
                <a:cxn ang="0">
                  <a:pos x="9" y="21"/>
                </a:cxn>
                <a:cxn ang="0">
                  <a:pos x="6" y="19"/>
                </a:cxn>
                <a:cxn ang="0">
                  <a:pos x="1" y="15"/>
                </a:cxn>
                <a:cxn ang="0">
                  <a:pos x="0" y="12"/>
                </a:cxn>
                <a:cxn ang="0">
                  <a:pos x="0" y="10"/>
                </a:cxn>
                <a:cxn ang="0">
                  <a:pos x="0" y="9"/>
                </a:cxn>
                <a:cxn ang="0">
                  <a:pos x="0" y="8"/>
                </a:cxn>
                <a:cxn ang="0">
                  <a:pos x="3" y="8"/>
                </a:cxn>
                <a:cxn ang="0">
                  <a:pos x="6" y="9"/>
                </a:cxn>
                <a:cxn ang="0">
                  <a:pos x="10" y="8"/>
                </a:cxn>
                <a:cxn ang="0">
                  <a:pos x="15" y="6"/>
                </a:cxn>
                <a:cxn ang="0">
                  <a:pos x="19" y="3"/>
                </a:cxn>
                <a:cxn ang="0">
                  <a:pos x="22" y="1"/>
                </a:cxn>
                <a:cxn ang="0">
                  <a:pos x="25" y="0"/>
                </a:cxn>
              </a:cxnLst>
              <a:rect l="0" t="0" r="r" b="b"/>
              <a:pathLst>
                <a:path w="44" h="26">
                  <a:moveTo>
                    <a:pt x="25" y="0"/>
                  </a:moveTo>
                  <a:lnTo>
                    <a:pt x="30" y="0"/>
                  </a:lnTo>
                  <a:lnTo>
                    <a:pt x="35" y="4"/>
                  </a:lnTo>
                  <a:lnTo>
                    <a:pt x="41" y="9"/>
                  </a:lnTo>
                  <a:lnTo>
                    <a:pt x="43" y="11"/>
                  </a:lnTo>
                  <a:lnTo>
                    <a:pt x="44" y="13"/>
                  </a:lnTo>
                  <a:lnTo>
                    <a:pt x="43" y="15"/>
                  </a:lnTo>
                  <a:lnTo>
                    <a:pt x="43" y="16"/>
                  </a:lnTo>
                  <a:lnTo>
                    <a:pt x="43" y="17"/>
                  </a:lnTo>
                  <a:lnTo>
                    <a:pt x="42" y="18"/>
                  </a:lnTo>
                  <a:lnTo>
                    <a:pt x="38" y="20"/>
                  </a:lnTo>
                  <a:lnTo>
                    <a:pt x="36" y="20"/>
                  </a:lnTo>
                  <a:lnTo>
                    <a:pt x="34" y="21"/>
                  </a:lnTo>
                  <a:lnTo>
                    <a:pt x="33" y="21"/>
                  </a:lnTo>
                  <a:lnTo>
                    <a:pt x="30" y="22"/>
                  </a:lnTo>
                  <a:lnTo>
                    <a:pt x="27" y="22"/>
                  </a:lnTo>
                  <a:lnTo>
                    <a:pt x="25" y="23"/>
                  </a:lnTo>
                  <a:lnTo>
                    <a:pt x="24" y="23"/>
                  </a:lnTo>
                  <a:lnTo>
                    <a:pt x="22" y="24"/>
                  </a:lnTo>
                  <a:lnTo>
                    <a:pt x="20" y="26"/>
                  </a:lnTo>
                  <a:lnTo>
                    <a:pt x="18" y="26"/>
                  </a:lnTo>
                  <a:lnTo>
                    <a:pt x="17" y="26"/>
                  </a:lnTo>
                  <a:lnTo>
                    <a:pt x="13" y="25"/>
                  </a:lnTo>
                  <a:lnTo>
                    <a:pt x="10" y="23"/>
                  </a:lnTo>
                  <a:lnTo>
                    <a:pt x="9" y="21"/>
                  </a:lnTo>
                  <a:lnTo>
                    <a:pt x="6" y="19"/>
                  </a:lnTo>
                  <a:lnTo>
                    <a:pt x="1" y="15"/>
                  </a:lnTo>
                  <a:lnTo>
                    <a:pt x="0" y="12"/>
                  </a:lnTo>
                  <a:lnTo>
                    <a:pt x="0" y="10"/>
                  </a:lnTo>
                  <a:lnTo>
                    <a:pt x="0" y="9"/>
                  </a:lnTo>
                  <a:lnTo>
                    <a:pt x="0" y="8"/>
                  </a:lnTo>
                  <a:lnTo>
                    <a:pt x="3" y="8"/>
                  </a:lnTo>
                  <a:lnTo>
                    <a:pt x="6" y="9"/>
                  </a:lnTo>
                  <a:lnTo>
                    <a:pt x="10" y="8"/>
                  </a:lnTo>
                  <a:lnTo>
                    <a:pt x="15" y="6"/>
                  </a:lnTo>
                  <a:lnTo>
                    <a:pt x="19" y="3"/>
                  </a:lnTo>
                  <a:lnTo>
                    <a:pt x="22" y="1"/>
                  </a:lnTo>
                  <a:lnTo>
                    <a:pt x="2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4" name="Freeform 17"/>
            <p:cNvSpPr>
              <a:spLocks/>
            </p:cNvSpPr>
            <p:nvPr/>
          </p:nvSpPr>
          <p:spPr bwMode="auto">
            <a:xfrm>
              <a:off x="3714751" y="2224088"/>
              <a:ext cx="65088" cy="65088"/>
            </a:xfrm>
            <a:custGeom>
              <a:avLst/>
              <a:gdLst/>
              <a:ahLst/>
              <a:cxnLst>
                <a:cxn ang="0">
                  <a:pos x="6" y="0"/>
                </a:cxn>
                <a:cxn ang="0">
                  <a:pos x="8" y="1"/>
                </a:cxn>
                <a:cxn ang="0">
                  <a:pos x="9" y="1"/>
                </a:cxn>
                <a:cxn ang="0">
                  <a:pos x="10" y="2"/>
                </a:cxn>
                <a:cxn ang="0">
                  <a:pos x="12" y="3"/>
                </a:cxn>
                <a:cxn ang="0">
                  <a:pos x="13" y="5"/>
                </a:cxn>
                <a:cxn ang="0">
                  <a:pos x="15" y="5"/>
                </a:cxn>
                <a:cxn ang="0">
                  <a:pos x="17" y="7"/>
                </a:cxn>
                <a:cxn ang="0">
                  <a:pos x="19" y="7"/>
                </a:cxn>
                <a:cxn ang="0">
                  <a:pos x="20" y="8"/>
                </a:cxn>
                <a:cxn ang="0">
                  <a:pos x="21" y="10"/>
                </a:cxn>
                <a:cxn ang="0">
                  <a:pos x="22" y="11"/>
                </a:cxn>
                <a:cxn ang="0">
                  <a:pos x="22" y="18"/>
                </a:cxn>
                <a:cxn ang="0">
                  <a:pos x="23" y="20"/>
                </a:cxn>
                <a:cxn ang="0">
                  <a:pos x="26" y="23"/>
                </a:cxn>
                <a:cxn ang="0">
                  <a:pos x="35" y="29"/>
                </a:cxn>
                <a:cxn ang="0">
                  <a:pos x="35" y="31"/>
                </a:cxn>
                <a:cxn ang="0">
                  <a:pos x="36" y="31"/>
                </a:cxn>
                <a:cxn ang="0">
                  <a:pos x="38" y="31"/>
                </a:cxn>
                <a:cxn ang="0">
                  <a:pos x="38" y="32"/>
                </a:cxn>
                <a:cxn ang="0">
                  <a:pos x="39" y="32"/>
                </a:cxn>
                <a:cxn ang="0">
                  <a:pos x="41" y="36"/>
                </a:cxn>
                <a:cxn ang="0">
                  <a:pos x="40" y="38"/>
                </a:cxn>
                <a:cxn ang="0">
                  <a:pos x="38" y="39"/>
                </a:cxn>
                <a:cxn ang="0">
                  <a:pos x="36" y="40"/>
                </a:cxn>
                <a:cxn ang="0">
                  <a:pos x="34" y="41"/>
                </a:cxn>
                <a:cxn ang="0">
                  <a:pos x="27" y="41"/>
                </a:cxn>
                <a:cxn ang="0">
                  <a:pos x="25" y="39"/>
                </a:cxn>
                <a:cxn ang="0">
                  <a:pos x="23" y="39"/>
                </a:cxn>
                <a:cxn ang="0">
                  <a:pos x="20" y="37"/>
                </a:cxn>
                <a:cxn ang="0">
                  <a:pos x="18" y="36"/>
                </a:cxn>
                <a:cxn ang="0">
                  <a:pos x="15" y="36"/>
                </a:cxn>
                <a:cxn ang="0">
                  <a:pos x="11" y="35"/>
                </a:cxn>
                <a:cxn ang="0">
                  <a:pos x="9" y="34"/>
                </a:cxn>
                <a:cxn ang="0">
                  <a:pos x="9" y="28"/>
                </a:cxn>
                <a:cxn ang="0">
                  <a:pos x="12" y="25"/>
                </a:cxn>
                <a:cxn ang="0">
                  <a:pos x="13" y="23"/>
                </a:cxn>
                <a:cxn ang="0">
                  <a:pos x="13" y="22"/>
                </a:cxn>
                <a:cxn ang="0">
                  <a:pos x="10" y="20"/>
                </a:cxn>
                <a:cxn ang="0">
                  <a:pos x="9" y="18"/>
                </a:cxn>
                <a:cxn ang="0">
                  <a:pos x="9" y="16"/>
                </a:cxn>
                <a:cxn ang="0">
                  <a:pos x="10" y="14"/>
                </a:cxn>
                <a:cxn ang="0">
                  <a:pos x="10" y="12"/>
                </a:cxn>
                <a:cxn ang="0">
                  <a:pos x="9" y="11"/>
                </a:cxn>
                <a:cxn ang="0">
                  <a:pos x="9" y="12"/>
                </a:cxn>
                <a:cxn ang="0">
                  <a:pos x="5" y="12"/>
                </a:cxn>
                <a:cxn ang="0">
                  <a:pos x="3" y="13"/>
                </a:cxn>
                <a:cxn ang="0">
                  <a:pos x="1" y="12"/>
                </a:cxn>
                <a:cxn ang="0">
                  <a:pos x="1" y="11"/>
                </a:cxn>
                <a:cxn ang="0">
                  <a:pos x="0" y="9"/>
                </a:cxn>
                <a:cxn ang="0">
                  <a:pos x="0" y="8"/>
                </a:cxn>
                <a:cxn ang="0">
                  <a:pos x="2" y="3"/>
                </a:cxn>
                <a:cxn ang="0">
                  <a:pos x="4" y="1"/>
                </a:cxn>
                <a:cxn ang="0">
                  <a:pos x="6" y="0"/>
                </a:cxn>
              </a:cxnLst>
              <a:rect l="0" t="0" r="r" b="b"/>
              <a:pathLst>
                <a:path w="41" h="41">
                  <a:moveTo>
                    <a:pt x="6" y="0"/>
                  </a:moveTo>
                  <a:lnTo>
                    <a:pt x="8" y="1"/>
                  </a:lnTo>
                  <a:lnTo>
                    <a:pt x="9" y="1"/>
                  </a:lnTo>
                  <a:lnTo>
                    <a:pt x="10" y="2"/>
                  </a:lnTo>
                  <a:lnTo>
                    <a:pt x="12" y="3"/>
                  </a:lnTo>
                  <a:lnTo>
                    <a:pt x="13" y="5"/>
                  </a:lnTo>
                  <a:lnTo>
                    <a:pt x="15" y="5"/>
                  </a:lnTo>
                  <a:lnTo>
                    <a:pt x="17" y="7"/>
                  </a:lnTo>
                  <a:lnTo>
                    <a:pt x="19" y="7"/>
                  </a:lnTo>
                  <a:lnTo>
                    <a:pt x="20" y="8"/>
                  </a:lnTo>
                  <a:lnTo>
                    <a:pt x="21" y="10"/>
                  </a:lnTo>
                  <a:lnTo>
                    <a:pt x="22" y="11"/>
                  </a:lnTo>
                  <a:lnTo>
                    <a:pt x="22" y="18"/>
                  </a:lnTo>
                  <a:lnTo>
                    <a:pt x="23" y="20"/>
                  </a:lnTo>
                  <a:lnTo>
                    <a:pt x="26" y="23"/>
                  </a:lnTo>
                  <a:lnTo>
                    <a:pt x="35" y="29"/>
                  </a:lnTo>
                  <a:lnTo>
                    <a:pt x="35" y="31"/>
                  </a:lnTo>
                  <a:lnTo>
                    <a:pt x="36" y="31"/>
                  </a:lnTo>
                  <a:lnTo>
                    <a:pt x="38" y="31"/>
                  </a:lnTo>
                  <a:lnTo>
                    <a:pt x="38" y="32"/>
                  </a:lnTo>
                  <a:lnTo>
                    <a:pt x="39" y="32"/>
                  </a:lnTo>
                  <a:lnTo>
                    <a:pt x="41" y="36"/>
                  </a:lnTo>
                  <a:lnTo>
                    <a:pt x="40" y="38"/>
                  </a:lnTo>
                  <a:lnTo>
                    <a:pt x="38" y="39"/>
                  </a:lnTo>
                  <a:lnTo>
                    <a:pt x="36" y="40"/>
                  </a:lnTo>
                  <a:lnTo>
                    <a:pt x="34" y="41"/>
                  </a:lnTo>
                  <a:lnTo>
                    <a:pt x="27" y="41"/>
                  </a:lnTo>
                  <a:lnTo>
                    <a:pt x="25" y="39"/>
                  </a:lnTo>
                  <a:lnTo>
                    <a:pt x="23" y="39"/>
                  </a:lnTo>
                  <a:lnTo>
                    <a:pt x="20" y="37"/>
                  </a:lnTo>
                  <a:lnTo>
                    <a:pt x="18" y="36"/>
                  </a:lnTo>
                  <a:lnTo>
                    <a:pt x="15" y="36"/>
                  </a:lnTo>
                  <a:lnTo>
                    <a:pt x="11" y="35"/>
                  </a:lnTo>
                  <a:lnTo>
                    <a:pt x="9" y="34"/>
                  </a:lnTo>
                  <a:lnTo>
                    <a:pt x="9" y="28"/>
                  </a:lnTo>
                  <a:lnTo>
                    <a:pt x="12" y="25"/>
                  </a:lnTo>
                  <a:lnTo>
                    <a:pt x="13" y="23"/>
                  </a:lnTo>
                  <a:lnTo>
                    <a:pt x="13" y="22"/>
                  </a:lnTo>
                  <a:lnTo>
                    <a:pt x="10" y="20"/>
                  </a:lnTo>
                  <a:lnTo>
                    <a:pt x="9" y="18"/>
                  </a:lnTo>
                  <a:lnTo>
                    <a:pt x="9" y="16"/>
                  </a:lnTo>
                  <a:lnTo>
                    <a:pt x="10" y="14"/>
                  </a:lnTo>
                  <a:lnTo>
                    <a:pt x="10" y="12"/>
                  </a:lnTo>
                  <a:lnTo>
                    <a:pt x="9" y="11"/>
                  </a:lnTo>
                  <a:lnTo>
                    <a:pt x="9" y="12"/>
                  </a:lnTo>
                  <a:lnTo>
                    <a:pt x="5" y="12"/>
                  </a:lnTo>
                  <a:lnTo>
                    <a:pt x="3" y="13"/>
                  </a:lnTo>
                  <a:lnTo>
                    <a:pt x="1" y="12"/>
                  </a:lnTo>
                  <a:lnTo>
                    <a:pt x="1" y="11"/>
                  </a:lnTo>
                  <a:lnTo>
                    <a:pt x="0" y="9"/>
                  </a:lnTo>
                  <a:lnTo>
                    <a:pt x="0" y="8"/>
                  </a:lnTo>
                  <a:lnTo>
                    <a:pt x="2" y="3"/>
                  </a:lnTo>
                  <a:lnTo>
                    <a:pt x="4" y="1"/>
                  </a:lnTo>
                  <a:lnTo>
                    <a:pt x="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5" name="Freeform 18"/>
            <p:cNvSpPr>
              <a:spLocks/>
            </p:cNvSpPr>
            <p:nvPr/>
          </p:nvSpPr>
          <p:spPr bwMode="auto">
            <a:xfrm>
              <a:off x="3459163" y="2711450"/>
              <a:ext cx="9525" cy="7938"/>
            </a:xfrm>
            <a:custGeom>
              <a:avLst/>
              <a:gdLst/>
              <a:ahLst/>
              <a:cxnLst>
                <a:cxn ang="0">
                  <a:pos x="2" y="0"/>
                </a:cxn>
                <a:cxn ang="0">
                  <a:pos x="5" y="0"/>
                </a:cxn>
                <a:cxn ang="0">
                  <a:pos x="6" y="1"/>
                </a:cxn>
                <a:cxn ang="0">
                  <a:pos x="6" y="4"/>
                </a:cxn>
                <a:cxn ang="0">
                  <a:pos x="5" y="5"/>
                </a:cxn>
                <a:cxn ang="0">
                  <a:pos x="1" y="5"/>
                </a:cxn>
                <a:cxn ang="0">
                  <a:pos x="0" y="4"/>
                </a:cxn>
                <a:cxn ang="0">
                  <a:pos x="0" y="2"/>
                </a:cxn>
                <a:cxn ang="0">
                  <a:pos x="2" y="0"/>
                </a:cxn>
              </a:cxnLst>
              <a:rect l="0" t="0" r="r" b="b"/>
              <a:pathLst>
                <a:path w="6" h="5">
                  <a:moveTo>
                    <a:pt x="2" y="0"/>
                  </a:moveTo>
                  <a:lnTo>
                    <a:pt x="5" y="0"/>
                  </a:lnTo>
                  <a:lnTo>
                    <a:pt x="6" y="1"/>
                  </a:lnTo>
                  <a:lnTo>
                    <a:pt x="6" y="4"/>
                  </a:lnTo>
                  <a:lnTo>
                    <a:pt x="5" y="5"/>
                  </a:lnTo>
                  <a:lnTo>
                    <a:pt x="1" y="5"/>
                  </a:lnTo>
                  <a:lnTo>
                    <a:pt x="0" y="4"/>
                  </a:lnTo>
                  <a:lnTo>
                    <a:pt x="0" y="2"/>
                  </a:lnTo>
                  <a:lnTo>
                    <a:pt x="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6" name="Freeform 19"/>
            <p:cNvSpPr>
              <a:spLocks/>
            </p:cNvSpPr>
            <p:nvPr/>
          </p:nvSpPr>
          <p:spPr bwMode="auto">
            <a:xfrm>
              <a:off x="3890963" y="3406775"/>
              <a:ext cx="9525" cy="7938"/>
            </a:xfrm>
            <a:custGeom>
              <a:avLst/>
              <a:gdLst/>
              <a:ahLst/>
              <a:cxnLst>
                <a:cxn ang="0">
                  <a:pos x="1" y="0"/>
                </a:cxn>
                <a:cxn ang="0">
                  <a:pos x="4" y="0"/>
                </a:cxn>
                <a:cxn ang="0">
                  <a:pos x="5" y="2"/>
                </a:cxn>
                <a:cxn ang="0">
                  <a:pos x="6" y="3"/>
                </a:cxn>
                <a:cxn ang="0">
                  <a:pos x="5" y="4"/>
                </a:cxn>
                <a:cxn ang="0">
                  <a:pos x="5" y="5"/>
                </a:cxn>
                <a:cxn ang="0">
                  <a:pos x="1" y="5"/>
                </a:cxn>
                <a:cxn ang="0">
                  <a:pos x="0" y="4"/>
                </a:cxn>
                <a:cxn ang="0">
                  <a:pos x="0" y="3"/>
                </a:cxn>
                <a:cxn ang="0">
                  <a:pos x="0" y="2"/>
                </a:cxn>
                <a:cxn ang="0">
                  <a:pos x="1" y="0"/>
                </a:cxn>
              </a:cxnLst>
              <a:rect l="0" t="0" r="r" b="b"/>
              <a:pathLst>
                <a:path w="6" h="5">
                  <a:moveTo>
                    <a:pt x="1" y="0"/>
                  </a:moveTo>
                  <a:lnTo>
                    <a:pt x="4" y="0"/>
                  </a:lnTo>
                  <a:lnTo>
                    <a:pt x="5" y="2"/>
                  </a:lnTo>
                  <a:lnTo>
                    <a:pt x="6" y="3"/>
                  </a:lnTo>
                  <a:lnTo>
                    <a:pt x="5" y="4"/>
                  </a:lnTo>
                  <a:lnTo>
                    <a:pt x="5" y="5"/>
                  </a:lnTo>
                  <a:lnTo>
                    <a:pt x="1" y="5"/>
                  </a:lnTo>
                  <a:lnTo>
                    <a:pt x="0" y="4"/>
                  </a:lnTo>
                  <a:lnTo>
                    <a:pt x="0" y="3"/>
                  </a:lnTo>
                  <a:lnTo>
                    <a:pt x="0" y="2"/>
                  </a:lnTo>
                  <a:lnTo>
                    <a:pt x="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97" name="Freeform 20"/>
            <p:cNvSpPr>
              <a:spLocks/>
            </p:cNvSpPr>
            <p:nvPr/>
          </p:nvSpPr>
          <p:spPr bwMode="auto">
            <a:xfrm>
              <a:off x="3995738" y="3587750"/>
              <a:ext cx="76200" cy="69850"/>
            </a:xfrm>
            <a:custGeom>
              <a:avLst/>
              <a:gdLst/>
              <a:ahLst/>
              <a:cxnLst>
                <a:cxn ang="0">
                  <a:pos x="0" y="0"/>
                </a:cxn>
                <a:cxn ang="0">
                  <a:pos x="1" y="0"/>
                </a:cxn>
                <a:cxn ang="0">
                  <a:pos x="4" y="1"/>
                </a:cxn>
                <a:cxn ang="0">
                  <a:pos x="10" y="5"/>
                </a:cxn>
                <a:cxn ang="0">
                  <a:pos x="15" y="9"/>
                </a:cxn>
                <a:cxn ang="0">
                  <a:pos x="19" y="14"/>
                </a:cxn>
                <a:cxn ang="0">
                  <a:pos x="23" y="17"/>
                </a:cxn>
                <a:cxn ang="0">
                  <a:pos x="26" y="20"/>
                </a:cxn>
                <a:cxn ang="0">
                  <a:pos x="45" y="40"/>
                </a:cxn>
                <a:cxn ang="0">
                  <a:pos x="48" y="43"/>
                </a:cxn>
                <a:cxn ang="0">
                  <a:pos x="48" y="44"/>
                </a:cxn>
                <a:cxn ang="0">
                  <a:pos x="42" y="44"/>
                </a:cxn>
                <a:cxn ang="0">
                  <a:pos x="39" y="42"/>
                </a:cxn>
                <a:cxn ang="0">
                  <a:pos x="37" y="41"/>
                </a:cxn>
                <a:cxn ang="0">
                  <a:pos x="32" y="35"/>
                </a:cxn>
                <a:cxn ang="0">
                  <a:pos x="28" y="30"/>
                </a:cxn>
                <a:cxn ang="0">
                  <a:pos x="18" y="20"/>
                </a:cxn>
                <a:cxn ang="0">
                  <a:pos x="13" y="15"/>
                </a:cxn>
                <a:cxn ang="0">
                  <a:pos x="7" y="9"/>
                </a:cxn>
                <a:cxn ang="0">
                  <a:pos x="4" y="7"/>
                </a:cxn>
                <a:cxn ang="0">
                  <a:pos x="3" y="5"/>
                </a:cxn>
                <a:cxn ang="0">
                  <a:pos x="2" y="4"/>
                </a:cxn>
                <a:cxn ang="0">
                  <a:pos x="2" y="2"/>
                </a:cxn>
                <a:cxn ang="0">
                  <a:pos x="1" y="2"/>
                </a:cxn>
                <a:cxn ang="0">
                  <a:pos x="1" y="0"/>
                </a:cxn>
                <a:cxn ang="0">
                  <a:pos x="0" y="0"/>
                </a:cxn>
              </a:cxnLst>
              <a:rect l="0" t="0" r="r" b="b"/>
              <a:pathLst>
                <a:path w="48" h="44">
                  <a:moveTo>
                    <a:pt x="0" y="0"/>
                  </a:moveTo>
                  <a:lnTo>
                    <a:pt x="1" y="0"/>
                  </a:lnTo>
                  <a:lnTo>
                    <a:pt x="4" y="1"/>
                  </a:lnTo>
                  <a:lnTo>
                    <a:pt x="10" y="5"/>
                  </a:lnTo>
                  <a:lnTo>
                    <a:pt x="15" y="9"/>
                  </a:lnTo>
                  <a:lnTo>
                    <a:pt x="19" y="14"/>
                  </a:lnTo>
                  <a:lnTo>
                    <a:pt x="23" y="17"/>
                  </a:lnTo>
                  <a:lnTo>
                    <a:pt x="26" y="20"/>
                  </a:lnTo>
                  <a:lnTo>
                    <a:pt x="45" y="40"/>
                  </a:lnTo>
                  <a:lnTo>
                    <a:pt x="48" y="43"/>
                  </a:lnTo>
                  <a:lnTo>
                    <a:pt x="48" y="44"/>
                  </a:lnTo>
                  <a:lnTo>
                    <a:pt x="42" y="44"/>
                  </a:lnTo>
                  <a:lnTo>
                    <a:pt x="39" y="42"/>
                  </a:lnTo>
                  <a:lnTo>
                    <a:pt x="37" y="41"/>
                  </a:lnTo>
                  <a:lnTo>
                    <a:pt x="32" y="35"/>
                  </a:lnTo>
                  <a:lnTo>
                    <a:pt x="28" y="30"/>
                  </a:lnTo>
                  <a:lnTo>
                    <a:pt x="18" y="20"/>
                  </a:lnTo>
                  <a:lnTo>
                    <a:pt x="13" y="15"/>
                  </a:lnTo>
                  <a:lnTo>
                    <a:pt x="7" y="9"/>
                  </a:lnTo>
                  <a:lnTo>
                    <a:pt x="4" y="7"/>
                  </a:lnTo>
                  <a:lnTo>
                    <a:pt x="3" y="5"/>
                  </a:lnTo>
                  <a:lnTo>
                    <a:pt x="2" y="4"/>
                  </a:lnTo>
                  <a:lnTo>
                    <a:pt x="2" y="2"/>
                  </a:lnTo>
                  <a:lnTo>
                    <a:pt x="1" y="2"/>
                  </a:lnTo>
                  <a:lnTo>
                    <a:pt x="1" y="0"/>
                  </a:lnTo>
                  <a:lnTo>
                    <a:pt x="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6" name="Freeform 21"/>
            <p:cNvSpPr>
              <a:spLocks/>
            </p:cNvSpPr>
            <p:nvPr/>
          </p:nvSpPr>
          <p:spPr bwMode="auto">
            <a:xfrm>
              <a:off x="4171951" y="3722688"/>
              <a:ext cx="30163" cy="23813"/>
            </a:xfrm>
            <a:custGeom>
              <a:avLst/>
              <a:gdLst/>
              <a:ahLst/>
              <a:cxnLst>
                <a:cxn ang="0">
                  <a:pos x="2" y="0"/>
                </a:cxn>
                <a:cxn ang="0">
                  <a:pos x="4" y="0"/>
                </a:cxn>
                <a:cxn ang="0">
                  <a:pos x="5" y="1"/>
                </a:cxn>
                <a:cxn ang="0">
                  <a:pos x="11" y="1"/>
                </a:cxn>
                <a:cxn ang="0">
                  <a:pos x="17" y="3"/>
                </a:cxn>
                <a:cxn ang="0">
                  <a:pos x="18" y="4"/>
                </a:cxn>
                <a:cxn ang="0">
                  <a:pos x="19" y="6"/>
                </a:cxn>
                <a:cxn ang="0">
                  <a:pos x="19" y="8"/>
                </a:cxn>
                <a:cxn ang="0">
                  <a:pos x="18" y="8"/>
                </a:cxn>
                <a:cxn ang="0">
                  <a:pos x="17" y="10"/>
                </a:cxn>
                <a:cxn ang="0">
                  <a:pos x="12" y="10"/>
                </a:cxn>
                <a:cxn ang="0">
                  <a:pos x="10" y="11"/>
                </a:cxn>
                <a:cxn ang="0">
                  <a:pos x="10" y="11"/>
                </a:cxn>
                <a:cxn ang="0">
                  <a:pos x="10" y="12"/>
                </a:cxn>
                <a:cxn ang="0">
                  <a:pos x="9" y="14"/>
                </a:cxn>
                <a:cxn ang="0">
                  <a:pos x="8" y="15"/>
                </a:cxn>
                <a:cxn ang="0">
                  <a:pos x="7" y="15"/>
                </a:cxn>
                <a:cxn ang="0">
                  <a:pos x="3" y="11"/>
                </a:cxn>
                <a:cxn ang="0">
                  <a:pos x="2" y="9"/>
                </a:cxn>
                <a:cxn ang="0">
                  <a:pos x="1" y="8"/>
                </a:cxn>
                <a:cxn ang="0">
                  <a:pos x="0" y="7"/>
                </a:cxn>
                <a:cxn ang="0">
                  <a:pos x="0" y="3"/>
                </a:cxn>
                <a:cxn ang="0">
                  <a:pos x="1" y="1"/>
                </a:cxn>
                <a:cxn ang="0">
                  <a:pos x="2" y="0"/>
                </a:cxn>
              </a:cxnLst>
              <a:rect l="0" t="0" r="r" b="b"/>
              <a:pathLst>
                <a:path w="19" h="15">
                  <a:moveTo>
                    <a:pt x="2" y="0"/>
                  </a:moveTo>
                  <a:lnTo>
                    <a:pt x="4" y="0"/>
                  </a:lnTo>
                  <a:lnTo>
                    <a:pt x="5" y="1"/>
                  </a:lnTo>
                  <a:lnTo>
                    <a:pt x="11" y="1"/>
                  </a:lnTo>
                  <a:lnTo>
                    <a:pt x="17" y="3"/>
                  </a:lnTo>
                  <a:lnTo>
                    <a:pt x="18" y="4"/>
                  </a:lnTo>
                  <a:lnTo>
                    <a:pt x="19" y="6"/>
                  </a:lnTo>
                  <a:lnTo>
                    <a:pt x="19" y="8"/>
                  </a:lnTo>
                  <a:lnTo>
                    <a:pt x="18" y="8"/>
                  </a:lnTo>
                  <a:lnTo>
                    <a:pt x="17" y="10"/>
                  </a:lnTo>
                  <a:lnTo>
                    <a:pt x="12" y="10"/>
                  </a:lnTo>
                  <a:lnTo>
                    <a:pt x="10" y="11"/>
                  </a:lnTo>
                  <a:lnTo>
                    <a:pt x="10" y="11"/>
                  </a:lnTo>
                  <a:lnTo>
                    <a:pt x="10" y="12"/>
                  </a:lnTo>
                  <a:lnTo>
                    <a:pt x="9" y="14"/>
                  </a:lnTo>
                  <a:lnTo>
                    <a:pt x="8" y="15"/>
                  </a:lnTo>
                  <a:lnTo>
                    <a:pt x="7" y="15"/>
                  </a:lnTo>
                  <a:lnTo>
                    <a:pt x="3" y="11"/>
                  </a:lnTo>
                  <a:lnTo>
                    <a:pt x="2" y="9"/>
                  </a:lnTo>
                  <a:lnTo>
                    <a:pt x="1" y="8"/>
                  </a:lnTo>
                  <a:lnTo>
                    <a:pt x="0" y="7"/>
                  </a:lnTo>
                  <a:lnTo>
                    <a:pt x="0" y="3"/>
                  </a:lnTo>
                  <a:lnTo>
                    <a:pt x="1" y="1"/>
                  </a:lnTo>
                  <a:lnTo>
                    <a:pt x="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7" name="Freeform 22"/>
            <p:cNvSpPr>
              <a:spLocks/>
            </p:cNvSpPr>
            <p:nvPr/>
          </p:nvSpPr>
          <p:spPr bwMode="auto">
            <a:xfrm>
              <a:off x="4241801" y="3767138"/>
              <a:ext cx="15875" cy="15875"/>
            </a:xfrm>
            <a:custGeom>
              <a:avLst/>
              <a:gdLst/>
              <a:ahLst/>
              <a:cxnLst>
                <a:cxn ang="0">
                  <a:pos x="0" y="0"/>
                </a:cxn>
                <a:cxn ang="0">
                  <a:pos x="3" y="0"/>
                </a:cxn>
                <a:cxn ang="0">
                  <a:pos x="5" y="2"/>
                </a:cxn>
                <a:cxn ang="0">
                  <a:pos x="8" y="3"/>
                </a:cxn>
                <a:cxn ang="0">
                  <a:pos x="9" y="6"/>
                </a:cxn>
                <a:cxn ang="0">
                  <a:pos x="10" y="7"/>
                </a:cxn>
                <a:cxn ang="0">
                  <a:pos x="10" y="9"/>
                </a:cxn>
                <a:cxn ang="0">
                  <a:pos x="9" y="10"/>
                </a:cxn>
                <a:cxn ang="0">
                  <a:pos x="9" y="9"/>
                </a:cxn>
                <a:cxn ang="0">
                  <a:pos x="7" y="9"/>
                </a:cxn>
                <a:cxn ang="0">
                  <a:pos x="6" y="7"/>
                </a:cxn>
                <a:cxn ang="0">
                  <a:pos x="4" y="6"/>
                </a:cxn>
                <a:cxn ang="0">
                  <a:pos x="2" y="5"/>
                </a:cxn>
                <a:cxn ang="0">
                  <a:pos x="0" y="3"/>
                </a:cxn>
                <a:cxn ang="0">
                  <a:pos x="0" y="1"/>
                </a:cxn>
                <a:cxn ang="0">
                  <a:pos x="0" y="0"/>
                </a:cxn>
              </a:cxnLst>
              <a:rect l="0" t="0" r="r" b="b"/>
              <a:pathLst>
                <a:path w="10" h="10">
                  <a:moveTo>
                    <a:pt x="0" y="0"/>
                  </a:moveTo>
                  <a:lnTo>
                    <a:pt x="3" y="0"/>
                  </a:lnTo>
                  <a:lnTo>
                    <a:pt x="5" y="2"/>
                  </a:lnTo>
                  <a:lnTo>
                    <a:pt x="8" y="3"/>
                  </a:lnTo>
                  <a:lnTo>
                    <a:pt x="9" y="6"/>
                  </a:lnTo>
                  <a:lnTo>
                    <a:pt x="10" y="7"/>
                  </a:lnTo>
                  <a:lnTo>
                    <a:pt x="10" y="9"/>
                  </a:lnTo>
                  <a:lnTo>
                    <a:pt x="9" y="10"/>
                  </a:lnTo>
                  <a:lnTo>
                    <a:pt x="9" y="9"/>
                  </a:lnTo>
                  <a:lnTo>
                    <a:pt x="7" y="9"/>
                  </a:lnTo>
                  <a:lnTo>
                    <a:pt x="6" y="7"/>
                  </a:lnTo>
                  <a:lnTo>
                    <a:pt x="4" y="6"/>
                  </a:lnTo>
                  <a:lnTo>
                    <a:pt x="2" y="5"/>
                  </a:lnTo>
                  <a:lnTo>
                    <a:pt x="0" y="3"/>
                  </a:lnTo>
                  <a:lnTo>
                    <a:pt x="0" y="1"/>
                  </a:lnTo>
                  <a:lnTo>
                    <a:pt x="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8" name="Freeform 23"/>
            <p:cNvSpPr>
              <a:spLocks/>
            </p:cNvSpPr>
            <p:nvPr/>
          </p:nvSpPr>
          <p:spPr bwMode="auto">
            <a:xfrm>
              <a:off x="4435476" y="3954463"/>
              <a:ext cx="19050" cy="9525"/>
            </a:xfrm>
            <a:custGeom>
              <a:avLst/>
              <a:gdLst/>
              <a:ahLst/>
              <a:cxnLst>
                <a:cxn ang="0">
                  <a:pos x="1" y="0"/>
                </a:cxn>
                <a:cxn ang="0">
                  <a:pos x="6" y="0"/>
                </a:cxn>
                <a:cxn ang="0">
                  <a:pos x="10" y="2"/>
                </a:cxn>
                <a:cxn ang="0">
                  <a:pos x="11" y="3"/>
                </a:cxn>
                <a:cxn ang="0">
                  <a:pos x="12" y="5"/>
                </a:cxn>
                <a:cxn ang="0">
                  <a:pos x="12" y="6"/>
                </a:cxn>
                <a:cxn ang="0">
                  <a:pos x="11" y="6"/>
                </a:cxn>
                <a:cxn ang="0">
                  <a:pos x="9" y="6"/>
                </a:cxn>
                <a:cxn ang="0">
                  <a:pos x="7" y="6"/>
                </a:cxn>
                <a:cxn ang="0">
                  <a:pos x="5" y="6"/>
                </a:cxn>
                <a:cxn ang="0">
                  <a:pos x="4" y="4"/>
                </a:cxn>
                <a:cxn ang="0">
                  <a:pos x="0" y="2"/>
                </a:cxn>
                <a:cxn ang="0">
                  <a:pos x="0" y="1"/>
                </a:cxn>
                <a:cxn ang="0">
                  <a:pos x="1" y="0"/>
                </a:cxn>
              </a:cxnLst>
              <a:rect l="0" t="0" r="r" b="b"/>
              <a:pathLst>
                <a:path w="12" h="6">
                  <a:moveTo>
                    <a:pt x="1" y="0"/>
                  </a:moveTo>
                  <a:lnTo>
                    <a:pt x="6" y="0"/>
                  </a:lnTo>
                  <a:lnTo>
                    <a:pt x="10" y="2"/>
                  </a:lnTo>
                  <a:lnTo>
                    <a:pt x="11" y="3"/>
                  </a:lnTo>
                  <a:lnTo>
                    <a:pt x="12" y="5"/>
                  </a:lnTo>
                  <a:lnTo>
                    <a:pt x="12" y="6"/>
                  </a:lnTo>
                  <a:lnTo>
                    <a:pt x="11" y="6"/>
                  </a:lnTo>
                  <a:lnTo>
                    <a:pt x="9" y="6"/>
                  </a:lnTo>
                  <a:lnTo>
                    <a:pt x="7" y="6"/>
                  </a:lnTo>
                  <a:lnTo>
                    <a:pt x="5" y="6"/>
                  </a:lnTo>
                  <a:lnTo>
                    <a:pt x="4" y="4"/>
                  </a:lnTo>
                  <a:lnTo>
                    <a:pt x="0" y="2"/>
                  </a:lnTo>
                  <a:lnTo>
                    <a:pt x="0" y="1"/>
                  </a:lnTo>
                  <a:lnTo>
                    <a:pt x="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39" name="Freeform 24"/>
            <p:cNvSpPr>
              <a:spLocks/>
            </p:cNvSpPr>
            <p:nvPr/>
          </p:nvSpPr>
          <p:spPr bwMode="auto">
            <a:xfrm>
              <a:off x="4491038" y="4503738"/>
              <a:ext cx="20638" cy="36513"/>
            </a:xfrm>
            <a:custGeom>
              <a:avLst/>
              <a:gdLst/>
              <a:ahLst/>
              <a:cxnLst>
                <a:cxn ang="0">
                  <a:pos x="3" y="0"/>
                </a:cxn>
                <a:cxn ang="0">
                  <a:pos x="4" y="1"/>
                </a:cxn>
                <a:cxn ang="0">
                  <a:pos x="5" y="5"/>
                </a:cxn>
                <a:cxn ang="0">
                  <a:pos x="5" y="10"/>
                </a:cxn>
                <a:cxn ang="0">
                  <a:pos x="7" y="13"/>
                </a:cxn>
                <a:cxn ang="0">
                  <a:pos x="9" y="15"/>
                </a:cxn>
                <a:cxn ang="0">
                  <a:pos x="10" y="16"/>
                </a:cxn>
                <a:cxn ang="0">
                  <a:pos x="12" y="18"/>
                </a:cxn>
                <a:cxn ang="0">
                  <a:pos x="13" y="20"/>
                </a:cxn>
                <a:cxn ang="0">
                  <a:pos x="13" y="21"/>
                </a:cxn>
                <a:cxn ang="0">
                  <a:pos x="13" y="22"/>
                </a:cxn>
                <a:cxn ang="0">
                  <a:pos x="13" y="23"/>
                </a:cxn>
                <a:cxn ang="0">
                  <a:pos x="9" y="23"/>
                </a:cxn>
                <a:cxn ang="0">
                  <a:pos x="7" y="22"/>
                </a:cxn>
                <a:cxn ang="0">
                  <a:pos x="5" y="20"/>
                </a:cxn>
                <a:cxn ang="0">
                  <a:pos x="4" y="18"/>
                </a:cxn>
                <a:cxn ang="0">
                  <a:pos x="4" y="15"/>
                </a:cxn>
                <a:cxn ang="0">
                  <a:pos x="3" y="13"/>
                </a:cxn>
                <a:cxn ang="0">
                  <a:pos x="2" y="11"/>
                </a:cxn>
                <a:cxn ang="0">
                  <a:pos x="0" y="10"/>
                </a:cxn>
                <a:cxn ang="0">
                  <a:pos x="0" y="7"/>
                </a:cxn>
                <a:cxn ang="0">
                  <a:pos x="1" y="5"/>
                </a:cxn>
                <a:cxn ang="0">
                  <a:pos x="1" y="3"/>
                </a:cxn>
                <a:cxn ang="0">
                  <a:pos x="3" y="1"/>
                </a:cxn>
                <a:cxn ang="0">
                  <a:pos x="3" y="0"/>
                </a:cxn>
              </a:cxnLst>
              <a:rect l="0" t="0" r="r" b="b"/>
              <a:pathLst>
                <a:path w="13" h="23">
                  <a:moveTo>
                    <a:pt x="3" y="0"/>
                  </a:moveTo>
                  <a:lnTo>
                    <a:pt x="4" y="1"/>
                  </a:lnTo>
                  <a:lnTo>
                    <a:pt x="5" y="5"/>
                  </a:lnTo>
                  <a:lnTo>
                    <a:pt x="5" y="10"/>
                  </a:lnTo>
                  <a:lnTo>
                    <a:pt x="7" y="13"/>
                  </a:lnTo>
                  <a:lnTo>
                    <a:pt x="9" y="15"/>
                  </a:lnTo>
                  <a:lnTo>
                    <a:pt x="10" y="16"/>
                  </a:lnTo>
                  <a:lnTo>
                    <a:pt x="12" y="18"/>
                  </a:lnTo>
                  <a:lnTo>
                    <a:pt x="13" y="20"/>
                  </a:lnTo>
                  <a:lnTo>
                    <a:pt x="13" y="21"/>
                  </a:lnTo>
                  <a:lnTo>
                    <a:pt x="13" y="22"/>
                  </a:lnTo>
                  <a:lnTo>
                    <a:pt x="13" y="23"/>
                  </a:lnTo>
                  <a:lnTo>
                    <a:pt x="9" y="23"/>
                  </a:lnTo>
                  <a:lnTo>
                    <a:pt x="7" y="22"/>
                  </a:lnTo>
                  <a:lnTo>
                    <a:pt x="5" y="20"/>
                  </a:lnTo>
                  <a:lnTo>
                    <a:pt x="4" y="18"/>
                  </a:lnTo>
                  <a:lnTo>
                    <a:pt x="4" y="15"/>
                  </a:lnTo>
                  <a:lnTo>
                    <a:pt x="3" y="13"/>
                  </a:lnTo>
                  <a:lnTo>
                    <a:pt x="2" y="11"/>
                  </a:lnTo>
                  <a:lnTo>
                    <a:pt x="0" y="10"/>
                  </a:lnTo>
                  <a:lnTo>
                    <a:pt x="0" y="7"/>
                  </a:lnTo>
                  <a:lnTo>
                    <a:pt x="1" y="5"/>
                  </a:lnTo>
                  <a:lnTo>
                    <a:pt x="1" y="3"/>
                  </a:lnTo>
                  <a:lnTo>
                    <a:pt x="3" y="1"/>
                  </a:lnTo>
                  <a:lnTo>
                    <a:pt x="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0" name="Freeform 25"/>
            <p:cNvSpPr>
              <a:spLocks/>
            </p:cNvSpPr>
            <p:nvPr/>
          </p:nvSpPr>
          <p:spPr bwMode="auto">
            <a:xfrm>
              <a:off x="4532313" y="4783138"/>
              <a:ext cx="36513" cy="53975"/>
            </a:xfrm>
            <a:custGeom>
              <a:avLst/>
              <a:gdLst/>
              <a:ahLst/>
              <a:cxnLst>
                <a:cxn ang="0">
                  <a:pos x="3" y="0"/>
                </a:cxn>
                <a:cxn ang="0">
                  <a:pos x="4" y="0"/>
                </a:cxn>
                <a:cxn ang="0">
                  <a:pos x="5" y="1"/>
                </a:cxn>
                <a:cxn ang="0">
                  <a:pos x="5" y="2"/>
                </a:cxn>
                <a:cxn ang="0">
                  <a:pos x="6" y="4"/>
                </a:cxn>
                <a:cxn ang="0">
                  <a:pos x="7" y="7"/>
                </a:cxn>
                <a:cxn ang="0">
                  <a:pos x="8" y="8"/>
                </a:cxn>
                <a:cxn ang="0">
                  <a:pos x="9" y="11"/>
                </a:cxn>
                <a:cxn ang="0">
                  <a:pos x="10" y="13"/>
                </a:cxn>
                <a:cxn ang="0">
                  <a:pos x="11" y="16"/>
                </a:cxn>
                <a:cxn ang="0">
                  <a:pos x="14" y="19"/>
                </a:cxn>
                <a:cxn ang="0">
                  <a:pos x="16" y="20"/>
                </a:cxn>
                <a:cxn ang="0">
                  <a:pos x="19" y="22"/>
                </a:cxn>
                <a:cxn ang="0">
                  <a:pos x="21" y="23"/>
                </a:cxn>
                <a:cxn ang="0">
                  <a:pos x="23" y="25"/>
                </a:cxn>
                <a:cxn ang="0">
                  <a:pos x="23" y="26"/>
                </a:cxn>
                <a:cxn ang="0">
                  <a:pos x="22" y="26"/>
                </a:cxn>
                <a:cxn ang="0">
                  <a:pos x="21" y="27"/>
                </a:cxn>
                <a:cxn ang="0">
                  <a:pos x="18" y="27"/>
                </a:cxn>
                <a:cxn ang="0">
                  <a:pos x="18" y="29"/>
                </a:cxn>
                <a:cxn ang="0">
                  <a:pos x="17" y="30"/>
                </a:cxn>
                <a:cxn ang="0">
                  <a:pos x="16" y="33"/>
                </a:cxn>
                <a:cxn ang="0">
                  <a:pos x="15" y="34"/>
                </a:cxn>
                <a:cxn ang="0">
                  <a:pos x="13" y="34"/>
                </a:cxn>
                <a:cxn ang="0">
                  <a:pos x="13" y="33"/>
                </a:cxn>
                <a:cxn ang="0">
                  <a:pos x="12" y="31"/>
                </a:cxn>
                <a:cxn ang="0">
                  <a:pos x="12" y="28"/>
                </a:cxn>
                <a:cxn ang="0">
                  <a:pos x="12" y="25"/>
                </a:cxn>
                <a:cxn ang="0">
                  <a:pos x="10" y="24"/>
                </a:cxn>
                <a:cxn ang="0">
                  <a:pos x="8" y="23"/>
                </a:cxn>
                <a:cxn ang="0">
                  <a:pos x="4" y="23"/>
                </a:cxn>
                <a:cxn ang="0">
                  <a:pos x="0" y="19"/>
                </a:cxn>
                <a:cxn ang="0">
                  <a:pos x="2" y="16"/>
                </a:cxn>
                <a:cxn ang="0">
                  <a:pos x="4" y="15"/>
                </a:cxn>
                <a:cxn ang="0">
                  <a:pos x="4" y="13"/>
                </a:cxn>
                <a:cxn ang="0">
                  <a:pos x="3" y="11"/>
                </a:cxn>
                <a:cxn ang="0">
                  <a:pos x="2" y="8"/>
                </a:cxn>
                <a:cxn ang="0">
                  <a:pos x="2" y="1"/>
                </a:cxn>
                <a:cxn ang="0">
                  <a:pos x="3" y="0"/>
                </a:cxn>
              </a:cxnLst>
              <a:rect l="0" t="0" r="r" b="b"/>
              <a:pathLst>
                <a:path w="23" h="34">
                  <a:moveTo>
                    <a:pt x="3" y="0"/>
                  </a:moveTo>
                  <a:lnTo>
                    <a:pt x="4" y="0"/>
                  </a:lnTo>
                  <a:lnTo>
                    <a:pt x="5" y="1"/>
                  </a:lnTo>
                  <a:lnTo>
                    <a:pt x="5" y="2"/>
                  </a:lnTo>
                  <a:lnTo>
                    <a:pt x="6" y="4"/>
                  </a:lnTo>
                  <a:lnTo>
                    <a:pt x="7" y="7"/>
                  </a:lnTo>
                  <a:lnTo>
                    <a:pt x="8" y="8"/>
                  </a:lnTo>
                  <a:lnTo>
                    <a:pt x="9" y="11"/>
                  </a:lnTo>
                  <a:lnTo>
                    <a:pt x="10" y="13"/>
                  </a:lnTo>
                  <a:lnTo>
                    <a:pt x="11" y="16"/>
                  </a:lnTo>
                  <a:lnTo>
                    <a:pt x="14" y="19"/>
                  </a:lnTo>
                  <a:lnTo>
                    <a:pt x="16" y="20"/>
                  </a:lnTo>
                  <a:lnTo>
                    <a:pt x="19" y="22"/>
                  </a:lnTo>
                  <a:lnTo>
                    <a:pt x="21" y="23"/>
                  </a:lnTo>
                  <a:lnTo>
                    <a:pt x="23" y="25"/>
                  </a:lnTo>
                  <a:lnTo>
                    <a:pt x="23" y="26"/>
                  </a:lnTo>
                  <a:lnTo>
                    <a:pt x="22" y="26"/>
                  </a:lnTo>
                  <a:lnTo>
                    <a:pt x="21" y="27"/>
                  </a:lnTo>
                  <a:lnTo>
                    <a:pt x="18" y="27"/>
                  </a:lnTo>
                  <a:lnTo>
                    <a:pt x="18" y="29"/>
                  </a:lnTo>
                  <a:lnTo>
                    <a:pt x="17" y="30"/>
                  </a:lnTo>
                  <a:lnTo>
                    <a:pt x="16" y="33"/>
                  </a:lnTo>
                  <a:lnTo>
                    <a:pt x="15" y="34"/>
                  </a:lnTo>
                  <a:lnTo>
                    <a:pt x="13" y="34"/>
                  </a:lnTo>
                  <a:lnTo>
                    <a:pt x="13" y="33"/>
                  </a:lnTo>
                  <a:lnTo>
                    <a:pt x="12" y="31"/>
                  </a:lnTo>
                  <a:lnTo>
                    <a:pt x="12" y="28"/>
                  </a:lnTo>
                  <a:lnTo>
                    <a:pt x="12" y="25"/>
                  </a:lnTo>
                  <a:lnTo>
                    <a:pt x="10" y="24"/>
                  </a:lnTo>
                  <a:lnTo>
                    <a:pt x="8" y="23"/>
                  </a:lnTo>
                  <a:lnTo>
                    <a:pt x="4" y="23"/>
                  </a:lnTo>
                  <a:lnTo>
                    <a:pt x="0" y="19"/>
                  </a:lnTo>
                  <a:lnTo>
                    <a:pt x="2" y="16"/>
                  </a:lnTo>
                  <a:lnTo>
                    <a:pt x="4" y="15"/>
                  </a:lnTo>
                  <a:lnTo>
                    <a:pt x="4" y="13"/>
                  </a:lnTo>
                  <a:lnTo>
                    <a:pt x="3" y="11"/>
                  </a:lnTo>
                  <a:lnTo>
                    <a:pt x="2" y="8"/>
                  </a:lnTo>
                  <a:lnTo>
                    <a:pt x="2" y="1"/>
                  </a:lnTo>
                  <a:lnTo>
                    <a:pt x="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1" name="Freeform 26"/>
            <p:cNvSpPr>
              <a:spLocks/>
            </p:cNvSpPr>
            <p:nvPr/>
          </p:nvSpPr>
          <p:spPr bwMode="auto">
            <a:xfrm>
              <a:off x="4503738" y="4959350"/>
              <a:ext cx="23813" cy="11113"/>
            </a:xfrm>
            <a:custGeom>
              <a:avLst/>
              <a:gdLst/>
              <a:ahLst/>
              <a:cxnLst>
                <a:cxn ang="0">
                  <a:pos x="6" y="0"/>
                </a:cxn>
                <a:cxn ang="0">
                  <a:pos x="12" y="0"/>
                </a:cxn>
                <a:cxn ang="0">
                  <a:pos x="15" y="1"/>
                </a:cxn>
                <a:cxn ang="0">
                  <a:pos x="15" y="3"/>
                </a:cxn>
                <a:cxn ang="0">
                  <a:pos x="12" y="7"/>
                </a:cxn>
                <a:cxn ang="0">
                  <a:pos x="10" y="7"/>
                </a:cxn>
                <a:cxn ang="0">
                  <a:pos x="6" y="7"/>
                </a:cxn>
                <a:cxn ang="0">
                  <a:pos x="5" y="7"/>
                </a:cxn>
                <a:cxn ang="0">
                  <a:pos x="2" y="5"/>
                </a:cxn>
                <a:cxn ang="0">
                  <a:pos x="0" y="3"/>
                </a:cxn>
                <a:cxn ang="0">
                  <a:pos x="1" y="2"/>
                </a:cxn>
                <a:cxn ang="0">
                  <a:pos x="6" y="0"/>
                </a:cxn>
              </a:cxnLst>
              <a:rect l="0" t="0" r="r" b="b"/>
              <a:pathLst>
                <a:path w="15" h="7">
                  <a:moveTo>
                    <a:pt x="6" y="0"/>
                  </a:moveTo>
                  <a:lnTo>
                    <a:pt x="12" y="0"/>
                  </a:lnTo>
                  <a:lnTo>
                    <a:pt x="15" y="1"/>
                  </a:lnTo>
                  <a:lnTo>
                    <a:pt x="15" y="3"/>
                  </a:lnTo>
                  <a:lnTo>
                    <a:pt x="12" y="7"/>
                  </a:lnTo>
                  <a:lnTo>
                    <a:pt x="10" y="7"/>
                  </a:lnTo>
                  <a:lnTo>
                    <a:pt x="6" y="7"/>
                  </a:lnTo>
                  <a:lnTo>
                    <a:pt x="5" y="7"/>
                  </a:lnTo>
                  <a:lnTo>
                    <a:pt x="2" y="5"/>
                  </a:lnTo>
                  <a:lnTo>
                    <a:pt x="0" y="3"/>
                  </a:lnTo>
                  <a:lnTo>
                    <a:pt x="1" y="2"/>
                  </a:lnTo>
                  <a:lnTo>
                    <a:pt x="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2" name="Freeform 27"/>
            <p:cNvSpPr>
              <a:spLocks/>
            </p:cNvSpPr>
            <p:nvPr/>
          </p:nvSpPr>
          <p:spPr bwMode="auto">
            <a:xfrm>
              <a:off x="4411663" y="5492750"/>
              <a:ext cx="15875" cy="12700"/>
            </a:xfrm>
            <a:custGeom>
              <a:avLst/>
              <a:gdLst/>
              <a:ahLst/>
              <a:cxnLst>
                <a:cxn ang="0">
                  <a:pos x="3" y="0"/>
                </a:cxn>
                <a:cxn ang="0">
                  <a:pos x="6" y="0"/>
                </a:cxn>
                <a:cxn ang="0">
                  <a:pos x="9" y="2"/>
                </a:cxn>
                <a:cxn ang="0">
                  <a:pos x="10" y="4"/>
                </a:cxn>
                <a:cxn ang="0">
                  <a:pos x="9" y="5"/>
                </a:cxn>
                <a:cxn ang="0">
                  <a:pos x="9" y="7"/>
                </a:cxn>
                <a:cxn ang="0">
                  <a:pos x="7" y="8"/>
                </a:cxn>
                <a:cxn ang="0">
                  <a:pos x="5" y="8"/>
                </a:cxn>
                <a:cxn ang="0">
                  <a:pos x="3" y="7"/>
                </a:cxn>
                <a:cxn ang="0">
                  <a:pos x="1" y="6"/>
                </a:cxn>
                <a:cxn ang="0">
                  <a:pos x="0" y="4"/>
                </a:cxn>
                <a:cxn ang="0">
                  <a:pos x="0" y="2"/>
                </a:cxn>
                <a:cxn ang="0">
                  <a:pos x="3" y="0"/>
                </a:cxn>
              </a:cxnLst>
              <a:rect l="0" t="0" r="r" b="b"/>
              <a:pathLst>
                <a:path w="10" h="8">
                  <a:moveTo>
                    <a:pt x="3" y="0"/>
                  </a:moveTo>
                  <a:lnTo>
                    <a:pt x="6" y="0"/>
                  </a:lnTo>
                  <a:lnTo>
                    <a:pt x="9" y="2"/>
                  </a:lnTo>
                  <a:lnTo>
                    <a:pt x="10" y="4"/>
                  </a:lnTo>
                  <a:lnTo>
                    <a:pt x="9" y="5"/>
                  </a:lnTo>
                  <a:lnTo>
                    <a:pt x="9" y="7"/>
                  </a:lnTo>
                  <a:lnTo>
                    <a:pt x="7" y="8"/>
                  </a:lnTo>
                  <a:lnTo>
                    <a:pt x="5" y="8"/>
                  </a:lnTo>
                  <a:lnTo>
                    <a:pt x="3" y="7"/>
                  </a:lnTo>
                  <a:lnTo>
                    <a:pt x="1" y="6"/>
                  </a:lnTo>
                  <a:lnTo>
                    <a:pt x="0" y="4"/>
                  </a:lnTo>
                  <a:lnTo>
                    <a:pt x="0" y="2"/>
                  </a:lnTo>
                  <a:lnTo>
                    <a:pt x="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3" name="Freeform 28"/>
            <p:cNvSpPr>
              <a:spLocks/>
            </p:cNvSpPr>
            <p:nvPr/>
          </p:nvSpPr>
          <p:spPr bwMode="auto">
            <a:xfrm>
              <a:off x="3860801" y="5529263"/>
              <a:ext cx="7938" cy="11113"/>
            </a:xfrm>
            <a:custGeom>
              <a:avLst/>
              <a:gdLst/>
              <a:ahLst/>
              <a:cxnLst>
                <a:cxn ang="0">
                  <a:pos x="2" y="0"/>
                </a:cxn>
                <a:cxn ang="0">
                  <a:pos x="2" y="0"/>
                </a:cxn>
                <a:cxn ang="0">
                  <a:pos x="4" y="1"/>
                </a:cxn>
                <a:cxn ang="0">
                  <a:pos x="5" y="3"/>
                </a:cxn>
                <a:cxn ang="0">
                  <a:pos x="5" y="3"/>
                </a:cxn>
                <a:cxn ang="0">
                  <a:pos x="4" y="5"/>
                </a:cxn>
                <a:cxn ang="0">
                  <a:pos x="3" y="6"/>
                </a:cxn>
                <a:cxn ang="0">
                  <a:pos x="2" y="7"/>
                </a:cxn>
                <a:cxn ang="0">
                  <a:pos x="1" y="7"/>
                </a:cxn>
                <a:cxn ang="0">
                  <a:pos x="0" y="6"/>
                </a:cxn>
                <a:cxn ang="0">
                  <a:pos x="0" y="3"/>
                </a:cxn>
                <a:cxn ang="0">
                  <a:pos x="1" y="3"/>
                </a:cxn>
                <a:cxn ang="0">
                  <a:pos x="1" y="1"/>
                </a:cxn>
                <a:cxn ang="0">
                  <a:pos x="2" y="0"/>
                </a:cxn>
              </a:cxnLst>
              <a:rect l="0" t="0" r="r" b="b"/>
              <a:pathLst>
                <a:path w="5" h="7">
                  <a:moveTo>
                    <a:pt x="2" y="0"/>
                  </a:moveTo>
                  <a:lnTo>
                    <a:pt x="2" y="0"/>
                  </a:lnTo>
                  <a:lnTo>
                    <a:pt x="4" y="1"/>
                  </a:lnTo>
                  <a:lnTo>
                    <a:pt x="5" y="3"/>
                  </a:lnTo>
                  <a:lnTo>
                    <a:pt x="5" y="3"/>
                  </a:lnTo>
                  <a:lnTo>
                    <a:pt x="4" y="5"/>
                  </a:lnTo>
                  <a:lnTo>
                    <a:pt x="3" y="6"/>
                  </a:lnTo>
                  <a:lnTo>
                    <a:pt x="2" y="7"/>
                  </a:lnTo>
                  <a:lnTo>
                    <a:pt x="1" y="7"/>
                  </a:lnTo>
                  <a:lnTo>
                    <a:pt x="0" y="6"/>
                  </a:lnTo>
                  <a:lnTo>
                    <a:pt x="0" y="3"/>
                  </a:lnTo>
                  <a:lnTo>
                    <a:pt x="1" y="3"/>
                  </a:lnTo>
                  <a:lnTo>
                    <a:pt x="1" y="1"/>
                  </a:lnTo>
                  <a:lnTo>
                    <a:pt x="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4" name="Freeform 29"/>
            <p:cNvSpPr>
              <a:spLocks/>
            </p:cNvSpPr>
            <p:nvPr/>
          </p:nvSpPr>
          <p:spPr bwMode="auto">
            <a:xfrm>
              <a:off x="3833813" y="5529263"/>
              <a:ext cx="22225" cy="31750"/>
            </a:xfrm>
            <a:custGeom>
              <a:avLst/>
              <a:gdLst/>
              <a:ahLst/>
              <a:cxnLst>
                <a:cxn ang="0">
                  <a:pos x="7" y="0"/>
                </a:cxn>
                <a:cxn ang="0">
                  <a:pos x="11" y="0"/>
                </a:cxn>
                <a:cxn ang="0">
                  <a:pos x="13" y="3"/>
                </a:cxn>
                <a:cxn ang="0">
                  <a:pos x="14" y="6"/>
                </a:cxn>
                <a:cxn ang="0">
                  <a:pos x="14" y="13"/>
                </a:cxn>
                <a:cxn ang="0">
                  <a:pos x="11" y="17"/>
                </a:cxn>
                <a:cxn ang="0">
                  <a:pos x="9" y="18"/>
                </a:cxn>
                <a:cxn ang="0">
                  <a:pos x="6" y="20"/>
                </a:cxn>
                <a:cxn ang="0">
                  <a:pos x="3" y="20"/>
                </a:cxn>
                <a:cxn ang="0">
                  <a:pos x="1" y="20"/>
                </a:cxn>
                <a:cxn ang="0">
                  <a:pos x="0" y="16"/>
                </a:cxn>
                <a:cxn ang="0">
                  <a:pos x="0" y="11"/>
                </a:cxn>
                <a:cxn ang="0">
                  <a:pos x="1" y="6"/>
                </a:cxn>
                <a:cxn ang="0">
                  <a:pos x="2" y="3"/>
                </a:cxn>
                <a:cxn ang="0">
                  <a:pos x="2" y="2"/>
                </a:cxn>
                <a:cxn ang="0">
                  <a:pos x="3" y="1"/>
                </a:cxn>
                <a:cxn ang="0">
                  <a:pos x="5" y="1"/>
                </a:cxn>
                <a:cxn ang="0">
                  <a:pos x="7" y="0"/>
                </a:cxn>
              </a:cxnLst>
              <a:rect l="0" t="0" r="r" b="b"/>
              <a:pathLst>
                <a:path w="14" h="20">
                  <a:moveTo>
                    <a:pt x="7" y="0"/>
                  </a:moveTo>
                  <a:lnTo>
                    <a:pt x="11" y="0"/>
                  </a:lnTo>
                  <a:lnTo>
                    <a:pt x="13" y="3"/>
                  </a:lnTo>
                  <a:lnTo>
                    <a:pt x="14" y="6"/>
                  </a:lnTo>
                  <a:lnTo>
                    <a:pt x="14" y="13"/>
                  </a:lnTo>
                  <a:lnTo>
                    <a:pt x="11" y="17"/>
                  </a:lnTo>
                  <a:lnTo>
                    <a:pt x="9" y="18"/>
                  </a:lnTo>
                  <a:lnTo>
                    <a:pt x="6" y="20"/>
                  </a:lnTo>
                  <a:lnTo>
                    <a:pt x="3" y="20"/>
                  </a:lnTo>
                  <a:lnTo>
                    <a:pt x="1" y="20"/>
                  </a:lnTo>
                  <a:lnTo>
                    <a:pt x="0" y="16"/>
                  </a:lnTo>
                  <a:lnTo>
                    <a:pt x="0" y="11"/>
                  </a:lnTo>
                  <a:lnTo>
                    <a:pt x="1" y="6"/>
                  </a:lnTo>
                  <a:lnTo>
                    <a:pt x="2" y="3"/>
                  </a:lnTo>
                  <a:lnTo>
                    <a:pt x="2" y="2"/>
                  </a:lnTo>
                  <a:lnTo>
                    <a:pt x="3" y="1"/>
                  </a:lnTo>
                  <a:lnTo>
                    <a:pt x="5" y="1"/>
                  </a:lnTo>
                  <a:lnTo>
                    <a:pt x="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5" name="Freeform 30"/>
            <p:cNvSpPr>
              <a:spLocks/>
            </p:cNvSpPr>
            <p:nvPr/>
          </p:nvSpPr>
          <p:spPr bwMode="auto">
            <a:xfrm>
              <a:off x="3771901" y="5508625"/>
              <a:ext cx="25400" cy="42863"/>
            </a:xfrm>
            <a:custGeom>
              <a:avLst/>
              <a:gdLst/>
              <a:ahLst/>
              <a:cxnLst>
                <a:cxn ang="0">
                  <a:pos x="8" y="0"/>
                </a:cxn>
                <a:cxn ang="0">
                  <a:pos x="12" y="0"/>
                </a:cxn>
                <a:cxn ang="0">
                  <a:pos x="13" y="2"/>
                </a:cxn>
                <a:cxn ang="0">
                  <a:pos x="13" y="10"/>
                </a:cxn>
                <a:cxn ang="0">
                  <a:pos x="12" y="12"/>
                </a:cxn>
                <a:cxn ang="0">
                  <a:pos x="11" y="15"/>
                </a:cxn>
                <a:cxn ang="0">
                  <a:pos x="11" y="16"/>
                </a:cxn>
                <a:cxn ang="0">
                  <a:pos x="12" y="17"/>
                </a:cxn>
                <a:cxn ang="0">
                  <a:pos x="14" y="17"/>
                </a:cxn>
                <a:cxn ang="0">
                  <a:pos x="15" y="18"/>
                </a:cxn>
                <a:cxn ang="0">
                  <a:pos x="16" y="18"/>
                </a:cxn>
                <a:cxn ang="0">
                  <a:pos x="16" y="19"/>
                </a:cxn>
                <a:cxn ang="0">
                  <a:pos x="16" y="20"/>
                </a:cxn>
                <a:cxn ang="0">
                  <a:pos x="16" y="21"/>
                </a:cxn>
                <a:cxn ang="0">
                  <a:pos x="15" y="23"/>
                </a:cxn>
                <a:cxn ang="0">
                  <a:pos x="13" y="24"/>
                </a:cxn>
                <a:cxn ang="0">
                  <a:pos x="11" y="25"/>
                </a:cxn>
                <a:cxn ang="0">
                  <a:pos x="7" y="27"/>
                </a:cxn>
                <a:cxn ang="0">
                  <a:pos x="4" y="27"/>
                </a:cxn>
                <a:cxn ang="0">
                  <a:pos x="3" y="26"/>
                </a:cxn>
                <a:cxn ang="0">
                  <a:pos x="2" y="24"/>
                </a:cxn>
                <a:cxn ang="0">
                  <a:pos x="1" y="22"/>
                </a:cxn>
                <a:cxn ang="0">
                  <a:pos x="0" y="19"/>
                </a:cxn>
                <a:cxn ang="0">
                  <a:pos x="0" y="16"/>
                </a:cxn>
                <a:cxn ang="0">
                  <a:pos x="1" y="14"/>
                </a:cxn>
                <a:cxn ang="0">
                  <a:pos x="3" y="10"/>
                </a:cxn>
                <a:cxn ang="0">
                  <a:pos x="3" y="6"/>
                </a:cxn>
                <a:cxn ang="0">
                  <a:pos x="5" y="2"/>
                </a:cxn>
                <a:cxn ang="0">
                  <a:pos x="6" y="1"/>
                </a:cxn>
                <a:cxn ang="0">
                  <a:pos x="7" y="1"/>
                </a:cxn>
                <a:cxn ang="0">
                  <a:pos x="8" y="0"/>
                </a:cxn>
              </a:cxnLst>
              <a:rect l="0" t="0" r="r" b="b"/>
              <a:pathLst>
                <a:path w="16" h="27">
                  <a:moveTo>
                    <a:pt x="8" y="0"/>
                  </a:moveTo>
                  <a:lnTo>
                    <a:pt x="12" y="0"/>
                  </a:lnTo>
                  <a:lnTo>
                    <a:pt x="13" y="2"/>
                  </a:lnTo>
                  <a:lnTo>
                    <a:pt x="13" y="10"/>
                  </a:lnTo>
                  <a:lnTo>
                    <a:pt x="12" y="12"/>
                  </a:lnTo>
                  <a:lnTo>
                    <a:pt x="11" y="15"/>
                  </a:lnTo>
                  <a:lnTo>
                    <a:pt x="11" y="16"/>
                  </a:lnTo>
                  <a:lnTo>
                    <a:pt x="12" y="17"/>
                  </a:lnTo>
                  <a:lnTo>
                    <a:pt x="14" y="17"/>
                  </a:lnTo>
                  <a:lnTo>
                    <a:pt x="15" y="18"/>
                  </a:lnTo>
                  <a:lnTo>
                    <a:pt x="16" y="18"/>
                  </a:lnTo>
                  <a:lnTo>
                    <a:pt x="16" y="19"/>
                  </a:lnTo>
                  <a:lnTo>
                    <a:pt x="16" y="20"/>
                  </a:lnTo>
                  <a:lnTo>
                    <a:pt x="16" y="21"/>
                  </a:lnTo>
                  <a:lnTo>
                    <a:pt x="15" y="23"/>
                  </a:lnTo>
                  <a:lnTo>
                    <a:pt x="13" y="24"/>
                  </a:lnTo>
                  <a:lnTo>
                    <a:pt x="11" y="25"/>
                  </a:lnTo>
                  <a:lnTo>
                    <a:pt x="7" y="27"/>
                  </a:lnTo>
                  <a:lnTo>
                    <a:pt x="4" y="27"/>
                  </a:lnTo>
                  <a:lnTo>
                    <a:pt x="3" y="26"/>
                  </a:lnTo>
                  <a:lnTo>
                    <a:pt x="2" y="24"/>
                  </a:lnTo>
                  <a:lnTo>
                    <a:pt x="1" y="22"/>
                  </a:lnTo>
                  <a:lnTo>
                    <a:pt x="0" y="19"/>
                  </a:lnTo>
                  <a:lnTo>
                    <a:pt x="0" y="16"/>
                  </a:lnTo>
                  <a:lnTo>
                    <a:pt x="1" y="14"/>
                  </a:lnTo>
                  <a:lnTo>
                    <a:pt x="3" y="10"/>
                  </a:lnTo>
                  <a:lnTo>
                    <a:pt x="3" y="6"/>
                  </a:lnTo>
                  <a:lnTo>
                    <a:pt x="5" y="2"/>
                  </a:lnTo>
                  <a:lnTo>
                    <a:pt x="6" y="1"/>
                  </a:lnTo>
                  <a:lnTo>
                    <a:pt x="7" y="1"/>
                  </a:lnTo>
                  <a:lnTo>
                    <a:pt x="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6" name="Freeform 31"/>
            <p:cNvSpPr>
              <a:spLocks/>
            </p:cNvSpPr>
            <p:nvPr/>
          </p:nvSpPr>
          <p:spPr bwMode="auto">
            <a:xfrm>
              <a:off x="3770313" y="5473700"/>
              <a:ext cx="19050" cy="28575"/>
            </a:xfrm>
            <a:custGeom>
              <a:avLst/>
              <a:gdLst/>
              <a:ahLst/>
              <a:cxnLst>
                <a:cxn ang="0">
                  <a:pos x="1" y="0"/>
                </a:cxn>
                <a:cxn ang="0">
                  <a:pos x="3" y="0"/>
                </a:cxn>
                <a:cxn ang="0">
                  <a:pos x="5" y="1"/>
                </a:cxn>
                <a:cxn ang="0">
                  <a:pos x="7" y="3"/>
                </a:cxn>
                <a:cxn ang="0">
                  <a:pos x="8" y="5"/>
                </a:cxn>
                <a:cxn ang="0">
                  <a:pos x="11" y="9"/>
                </a:cxn>
                <a:cxn ang="0">
                  <a:pos x="12" y="11"/>
                </a:cxn>
                <a:cxn ang="0">
                  <a:pos x="11" y="12"/>
                </a:cxn>
                <a:cxn ang="0">
                  <a:pos x="11" y="13"/>
                </a:cxn>
                <a:cxn ang="0">
                  <a:pos x="8" y="17"/>
                </a:cxn>
                <a:cxn ang="0">
                  <a:pos x="6" y="18"/>
                </a:cxn>
                <a:cxn ang="0">
                  <a:pos x="2" y="18"/>
                </a:cxn>
                <a:cxn ang="0">
                  <a:pos x="0" y="16"/>
                </a:cxn>
                <a:cxn ang="0">
                  <a:pos x="0" y="14"/>
                </a:cxn>
                <a:cxn ang="0">
                  <a:pos x="0" y="3"/>
                </a:cxn>
                <a:cxn ang="0">
                  <a:pos x="0" y="1"/>
                </a:cxn>
                <a:cxn ang="0">
                  <a:pos x="1" y="0"/>
                </a:cxn>
              </a:cxnLst>
              <a:rect l="0" t="0" r="r" b="b"/>
              <a:pathLst>
                <a:path w="12" h="18">
                  <a:moveTo>
                    <a:pt x="1" y="0"/>
                  </a:moveTo>
                  <a:lnTo>
                    <a:pt x="3" y="0"/>
                  </a:lnTo>
                  <a:lnTo>
                    <a:pt x="5" y="1"/>
                  </a:lnTo>
                  <a:lnTo>
                    <a:pt x="7" y="3"/>
                  </a:lnTo>
                  <a:lnTo>
                    <a:pt x="8" y="5"/>
                  </a:lnTo>
                  <a:lnTo>
                    <a:pt x="11" y="9"/>
                  </a:lnTo>
                  <a:lnTo>
                    <a:pt x="12" y="11"/>
                  </a:lnTo>
                  <a:lnTo>
                    <a:pt x="11" y="12"/>
                  </a:lnTo>
                  <a:lnTo>
                    <a:pt x="11" y="13"/>
                  </a:lnTo>
                  <a:lnTo>
                    <a:pt x="8" y="17"/>
                  </a:lnTo>
                  <a:lnTo>
                    <a:pt x="6" y="18"/>
                  </a:lnTo>
                  <a:lnTo>
                    <a:pt x="2" y="18"/>
                  </a:lnTo>
                  <a:lnTo>
                    <a:pt x="0" y="16"/>
                  </a:lnTo>
                  <a:lnTo>
                    <a:pt x="0" y="14"/>
                  </a:lnTo>
                  <a:lnTo>
                    <a:pt x="0" y="3"/>
                  </a:lnTo>
                  <a:lnTo>
                    <a:pt x="0" y="1"/>
                  </a:lnTo>
                  <a:lnTo>
                    <a:pt x="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7" name="Freeform 32"/>
            <p:cNvSpPr>
              <a:spLocks/>
            </p:cNvSpPr>
            <p:nvPr/>
          </p:nvSpPr>
          <p:spPr bwMode="auto">
            <a:xfrm>
              <a:off x="3738563" y="5478463"/>
              <a:ext cx="31750" cy="63500"/>
            </a:xfrm>
            <a:custGeom>
              <a:avLst/>
              <a:gdLst/>
              <a:ahLst/>
              <a:cxnLst>
                <a:cxn ang="0">
                  <a:pos x="7" y="0"/>
                </a:cxn>
                <a:cxn ang="0">
                  <a:pos x="11" y="0"/>
                </a:cxn>
                <a:cxn ang="0">
                  <a:pos x="14" y="3"/>
                </a:cxn>
                <a:cxn ang="0">
                  <a:pos x="15" y="5"/>
                </a:cxn>
                <a:cxn ang="0">
                  <a:pos x="15" y="8"/>
                </a:cxn>
                <a:cxn ang="0">
                  <a:pos x="14" y="10"/>
                </a:cxn>
                <a:cxn ang="0">
                  <a:pos x="13" y="11"/>
                </a:cxn>
                <a:cxn ang="0">
                  <a:pos x="13" y="12"/>
                </a:cxn>
                <a:cxn ang="0">
                  <a:pos x="16" y="15"/>
                </a:cxn>
                <a:cxn ang="0">
                  <a:pos x="18" y="16"/>
                </a:cxn>
                <a:cxn ang="0">
                  <a:pos x="20" y="19"/>
                </a:cxn>
                <a:cxn ang="0">
                  <a:pos x="20" y="20"/>
                </a:cxn>
                <a:cxn ang="0">
                  <a:pos x="19" y="21"/>
                </a:cxn>
                <a:cxn ang="0">
                  <a:pos x="12" y="21"/>
                </a:cxn>
                <a:cxn ang="0">
                  <a:pos x="11" y="22"/>
                </a:cxn>
                <a:cxn ang="0">
                  <a:pos x="12" y="22"/>
                </a:cxn>
                <a:cxn ang="0">
                  <a:pos x="13" y="24"/>
                </a:cxn>
                <a:cxn ang="0">
                  <a:pos x="14" y="25"/>
                </a:cxn>
                <a:cxn ang="0">
                  <a:pos x="16" y="26"/>
                </a:cxn>
                <a:cxn ang="0">
                  <a:pos x="17" y="27"/>
                </a:cxn>
                <a:cxn ang="0">
                  <a:pos x="19" y="29"/>
                </a:cxn>
                <a:cxn ang="0">
                  <a:pos x="17" y="29"/>
                </a:cxn>
                <a:cxn ang="0">
                  <a:pos x="16" y="28"/>
                </a:cxn>
                <a:cxn ang="0">
                  <a:pos x="14" y="28"/>
                </a:cxn>
                <a:cxn ang="0">
                  <a:pos x="13" y="27"/>
                </a:cxn>
                <a:cxn ang="0">
                  <a:pos x="11" y="27"/>
                </a:cxn>
                <a:cxn ang="0">
                  <a:pos x="12" y="28"/>
                </a:cxn>
                <a:cxn ang="0">
                  <a:pos x="14" y="32"/>
                </a:cxn>
                <a:cxn ang="0">
                  <a:pos x="16" y="34"/>
                </a:cxn>
                <a:cxn ang="0">
                  <a:pos x="17" y="35"/>
                </a:cxn>
                <a:cxn ang="0">
                  <a:pos x="15" y="39"/>
                </a:cxn>
                <a:cxn ang="0">
                  <a:pos x="13" y="40"/>
                </a:cxn>
                <a:cxn ang="0">
                  <a:pos x="8" y="38"/>
                </a:cxn>
                <a:cxn ang="0">
                  <a:pos x="5" y="36"/>
                </a:cxn>
                <a:cxn ang="0">
                  <a:pos x="3" y="34"/>
                </a:cxn>
                <a:cxn ang="0">
                  <a:pos x="3" y="32"/>
                </a:cxn>
                <a:cxn ang="0">
                  <a:pos x="1" y="30"/>
                </a:cxn>
                <a:cxn ang="0">
                  <a:pos x="1" y="28"/>
                </a:cxn>
                <a:cxn ang="0">
                  <a:pos x="0" y="24"/>
                </a:cxn>
                <a:cxn ang="0">
                  <a:pos x="0" y="14"/>
                </a:cxn>
                <a:cxn ang="0">
                  <a:pos x="2" y="10"/>
                </a:cxn>
                <a:cxn ang="0">
                  <a:pos x="3" y="9"/>
                </a:cxn>
                <a:cxn ang="0">
                  <a:pos x="3" y="4"/>
                </a:cxn>
                <a:cxn ang="0">
                  <a:pos x="4" y="2"/>
                </a:cxn>
                <a:cxn ang="0">
                  <a:pos x="7" y="0"/>
                </a:cxn>
              </a:cxnLst>
              <a:rect l="0" t="0" r="r" b="b"/>
              <a:pathLst>
                <a:path w="20" h="40">
                  <a:moveTo>
                    <a:pt x="7" y="0"/>
                  </a:moveTo>
                  <a:lnTo>
                    <a:pt x="11" y="0"/>
                  </a:lnTo>
                  <a:lnTo>
                    <a:pt x="14" y="3"/>
                  </a:lnTo>
                  <a:lnTo>
                    <a:pt x="15" y="5"/>
                  </a:lnTo>
                  <a:lnTo>
                    <a:pt x="15" y="8"/>
                  </a:lnTo>
                  <a:lnTo>
                    <a:pt x="14" y="10"/>
                  </a:lnTo>
                  <a:lnTo>
                    <a:pt x="13" y="11"/>
                  </a:lnTo>
                  <a:lnTo>
                    <a:pt x="13" y="12"/>
                  </a:lnTo>
                  <a:lnTo>
                    <a:pt x="16" y="15"/>
                  </a:lnTo>
                  <a:lnTo>
                    <a:pt x="18" y="16"/>
                  </a:lnTo>
                  <a:lnTo>
                    <a:pt x="20" y="19"/>
                  </a:lnTo>
                  <a:lnTo>
                    <a:pt x="20" y="20"/>
                  </a:lnTo>
                  <a:lnTo>
                    <a:pt x="19" y="21"/>
                  </a:lnTo>
                  <a:lnTo>
                    <a:pt x="12" y="21"/>
                  </a:lnTo>
                  <a:lnTo>
                    <a:pt x="11" y="22"/>
                  </a:lnTo>
                  <a:lnTo>
                    <a:pt x="12" y="22"/>
                  </a:lnTo>
                  <a:lnTo>
                    <a:pt x="13" y="24"/>
                  </a:lnTo>
                  <a:lnTo>
                    <a:pt x="14" y="25"/>
                  </a:lnTo>
                  <a:lnTo>
                    <a:pt x="16" y="26"/>
                  </a:lnTo>
                  <a:lnTo>
                    <a:pt x="17" y="27"/>
                  </a:lnTo>
                  <a:lnTo>
                    <a:pt x="19" y="29"/>
                  </a:lnTo>
                  <a:lnTo>
                    <a:pt x="17" y="29"/>
                  </a:lnTo>
                  <a:lnTo>
                    <a:pt x="16" y="28"/>
                  </a:lnTo>
                  <a:lnTo>
                    <a:pt x="14" y="28"/>
                  </a:lnTo>
                  <a:lnTo>
                    <a:pt x="13" y="27"/>
                  </a:lnTo>
                  <a:lnTo>
                    <a:pt x="11" y="27"/>
                  </a:lnTo>
                  <a:lnTo>
                    <a:pt x="12" y="28"/>
                  </a:lnTo>
                  <a:lnTo>
                    <a:pt x="14" y="32"/>
                  </a:lnTo>
                  <a:lnTo>
                    <a:pt x="16" y="34"/>
                  </a:lnTo>
                  <a:lnTo>
                    <a:pt x="17" y="35"/>
                  </a:lnTo>
                  <a:lnTo>
                    <a:pt x="15" y="39"/>
                  </a:lnTo>
                  <a:lnTo>
                    <a:pt x="13" y="40"/>
                  </a:lnTo>
                  <a:lnTo>
                    <a:pt x="8" y="38"/>
                  </a:lnTo>
                  <a:lnTo>
                    <a:pt x="5" y="36"/>
                  </a:lnTo>
                  <a:lnTo>
                    <a:pt x="3" y="34"/>
                  </a:lnTo>
                  <a:lnTo>
                    <a:pt x="3" y="32"/>
                  </a:lnTo>
                  <a:lnTo>
                    <a:pt x="1" y="30"/>
                  </a:lnTo>
                  <a:lnTo>
                    <a:pt x="1" y="28"/>
                  </a:lnTo>
                  <a:lnTo>
                    <a:pt x="0" y="24"/>
                  </a:lnTo>
                  <a:lnTo>
                    <a:pt x="0" y="14"/>
                  </a:lnTo>
                  <a:lnTo>
                    <a:pt x="2" y="10"/>
                  </a:lnTo>
                  <a:lnTo>
                    <a:pt x="3" y="9"/>
                  </a:lnTo>
                  <a:lnTo>
                    <a:pt x="3" y="4"/>
                  </a:lnTo>
                  <a:lnTo>
                    <a:pt x="4" y="2"/>
                  </a:lnTo>
                  <a:lnTo>
                    <a:pt x="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8" name="Freeform 33"/>
            <p:cNvSpPr>
              <a:spLocks/>
            </p:cNvSpPr>
            <p:nvPr/>
          </p:nvSpPr>
          <p:spPr bwMode="auto">
            <a:xfrm>
              <a:off x="3563938" y="5572125"/>
              <a:ext cx="184150" cy="109538"/>
            </a:xfrm>
            <a:custGeom>
              <a:avLst/>
              <a:gdLst/>
              <a:ahLst/>
              <a:cxnLst>
                <a:cxn ang="0">
                  <a:pos x="36" y="1"/>
                </a:cxn>
                <a:cxn ang="0">
                  <a:pos x="48" y="3"/>
                </a:cxn>
                <a:cxn ang="0">
                  <a:pos x="68" y="12"/>
                </a:cxn>
                <a:cxn ang="0">
                  <a:pos x="87" y="18"/>
                </a:cxn>
                <a:cxn ang="0">
                  <a:pos x="94" y="20"/>
                </a:cxn>
                <a:cxn ang="0">
                  <a:pos x="104" y="26"/>
                </a:cxn>
                <a:cxn ang="0">
                  <a:pos x="115" y="34"/>
                </a:cxn>
                <a:cxn ang="0">
                  <a:pos x="115" y="42"/>
                </a:cxn>
                <a:cxn ang="0">
                  <a:pos x="111" y="49"/>
                </a:cxn>
                <a:cxn ang="0">
                  <a:pos x="107" y="52"/>
                </a:cxn>
                <a:cxn ang="0">
                  <a:pos x="104" y="53"/>
                </a:cxn>
                <a:cxn ang="0">
                  <a:pos x="99" y="50"/>
                </a:cxn>
                <a:cxn ang="0">
                  <a:pos x="96" y="51"/>
                </a:cxn>
                <a:cxn ang="0">
                  <a:pos x="94" y="53"/>
                </a:cxn>
                <a:cxn ang="0">
                  <a:pos x="85" y="54"/>
                </a:cxn>
                <a:cxn ang="0">
                  <a:pos x="86" y="58"/>
                </a:cxn>
                <a:cxn ang="0">
                  <a:pos x="88" y="63"/>
                </a:cxn>
                <a:cxn ang="0">
                  <a:pos x="85" y="69"/>
                </a:cxn>
                <a:cxn ang="0">
                  <a:pos x="79" y="68"/>
                </a:cxn>
                <a:cxn ang="0">
                  <a:pos x="69" y="62"/>
                </a:cxn>
                <a:cxn ang="0">
                  <a:pos x="61" y="58"/>
                </a:cxn>
                <a:cxn ang="0">
                  <a:pos x="51" y="51"/>
                </a:cxn>
                <a:cxn ang="0">
                  <a:pos x="41" y="39"/>
                </a:cxn>
                <a:cxn ang="0">
                  <a:pos x="34" y="26"/>
                </a:cxn>
                <a:cxn ang="0">
                  <a:pos x="28" y="15"/>
                </a:cxn>
                <a:cxn ang="0">
                  <a:pos x="19" y="12"/>
                </a:cxn>
                <a:cxn ang="0">
                  <a:pos x="5" y="14"/>
                </a:cxn>
                <a:cxn ang="0">
                  <a:pos x="2" y="15"/>
                </a:cxn>
                <a:cxn ang="0">
                  <a:pos x="2" y="13"/>
                </a:cxn>
                <a:cxn ang="0">
                  <a:pos x="4" y="10"/>
                </a:cxn>
                <a:cxn ang="0">
                  <a:pos x="2" y="9"/>
                </a:cxn>
                <a:cxn ang="0">
                  <a:pos x="0" y="7"/>
                </a:cxn>
                <a:cxn ang="0">
                  <a:pos x="2" y="4"/>
                </a:cxn>
                <a:cxn ang="0">
                  <a:pos x="9" y="5"/>
                </a:cxn>
                <a:cxn ang="0">
                  <a:pos x="19" y="3"/>
                </a:cxn>
                <a:cxn ang="0">
                  <a:pos x="24" y="1"/>
                </a:cxn>
              </a:cxnLst>
              <a:rect l="0" t="0" r="r" b="b"/>
              <a:pathLst>
                <a:path w="116" h="69">
                  <a:moveTo>
                    <a:pt x="29" y="0"/>
                  </a:moveTo>
                  <a:lnTo>
                    <a:pt x="36" y="1"/>
                  </a:lnTo>
                  <a:lnTo>
                    <a:pt x="41" y="1"/>
                  </a:lnTo>
                  <a:lnTo>
                    <a:pt x="48" y="3"/>
                  </a:lnTo>
                  <a:lnTo>
                    <a:pt x="56" y="8"/>
                  </a:lnTo>
                  <a:lnTo>
                    <a:pt x="68" y="12"/>
                  </a:lnTo>
                  <a:lnTo>
                    <a:pt x="81" y="16"/>
                  </a:lnTo>
                  <a:lnTo>
                    <a:pt x="87" y="18"/>
                  </a:lnTo>
                  <a:lnTo>
                    <a:pt x="91" y="19"/>
                  </a:lnTo>
                  <a:lnTo>
                    <a:pt x="94" y="20"/>
                  </a:lnTo>
                  <a:lnTo>
                    <a:pt x="98" y="22"/>
                  </a:lnTo>
                  <a:lnTo>
                    <a:pt x="104" y="26"/>
                  </a:lnTo>
                  <a:lnTo>
                    <a:pt x="112" y="29"/>
                  </a:lnTo>
                  <a:lnTo>
                    <a:pt x="115" y="34"/>
                  </a:lnTo>
                  <a:lnTo>
                    <a:pt x="116" y="37"/>
                  </a:lnTo>
                  <a:lnTo>
                    <a:pt x="115" y="42"/>
                  </a:lnTo>
                  <a:lnTo>
                    <a:pt x="113" y="45"/>
                  </a:lnTo>
                  <a:lnTo>
                    <a:pt x="111" y="49"/>
                  </a:lnTo>
                  <a:lnTo>
                    <a:pt x="109" y="51"/>
                  </a:lnTo>
                  <a:lnTo>
                    <a:pt x="107" y="52"/>
                  </a:lnTo>
                  <a:lnTo>
                    <a:pt x="105" y="53"/>
                  </a:lnTo>
                  <a:lnTo>
                    <a:pt x="104" y="53"/>
                  </a:lnTo>
                  <a:lnTo>
                    <a:pt x="100" y="52"/>
                  </a:lnTo>
                  <a:lnTo>
                    <a:pt x="99" y="50"/>
                  </a:lnTo>
                  <a:lnTo>
                    <a:pt x="98" y="50"/>
                  </a:lnTo>
                  <a:lnTo>
                    <a:pt x="96" y="51"/>
                  </a:lnTo>
                  <a:lnTo>
                    <a:pt x="96" y="52"/>
                  </a:lnTo>
                  <a:lnTo>
                    <a:pt x="94" y="53"/>
                  </a:lnTo>
                  <a:lnTo>
                    <a:pt x="86" y="53"/>
                  </a:lnTo>
                  <a:lnTo>
                    <a:pt x="85" y="54"/>
                  </a:lnTo>
                  <a:lnTo>
                    <a:pt x="86" y="56"/>
                  </a:lnTo>
                  <a:lnTo>
                    <a:pt x="86" y="58"/>
                  </a:lnTo>
                  <a:lnTo>
                    <a:pt x="87" y="61"/>
                  </a:lnTo>
                  <a:lnTo>
                    <a:pt x="88" y="63"/>
                  </a:lnTo>
                  <a:lnTo>
                    <a:pt x="87" y="67"/>
                  </a:lnTo>
                  <a:lnTo>
                    <a:pt x="85" y="69"/>
                  </a:lnTo>
                  <a:lnTo>
                    <a:pt x="83" y="69"/>
                  </a:lnTo>
                  <a:lnTo>
                    <a:pt x="79" y="68"/>
                  </a:lnTo>
                  <a:lnTo>
                    <a:pt x="73" y="65"/>
                  </a:lnTo>
                  <a:lnTo>
                    <a:pt x="69" y="62"/>
                  </a:lnTo>
                  <a:lnTo>
                    <a:pt x="63" y="59"/>
                  </a:lnTo>
                  <a:lnTo>
                    <a:pt x="61" y="58"/>
                  </a:lnTo>
                  <a:lnTo>
                    <a:pt x="55" y="55"/>
                  </a:lnTo>
                  <a:lnTo>
                    <a:pt x="51" y="51"/>
                  </a:lnTo>
                  <a:lnTo>
                    <a:pt x="45" y="44"/>
                  </a:lnTo>
                  <a:lnTo>
                    <a:pt x="41" y="39"/>
                  </a:lnTo>
                  <a:lnTo>
                    <a:pt x="37" y="33"/>
                  </a:lnTo>
                  <a:lnTo>
                    <a:pt x="34" y="26"/>
                  </a:lnTo>
                  <a:lnTo>
                    <a:pt x="30" y="19"/>
                  </a:lnTo>
                  <a:lnTo>
                    <a:pt x="28" y="15"/>
                  </a:lnTo>
                  <a:lnTo>
                    <a:pt x="25" y="13"/>
                  </a:lnTo>
                  <a:lnTo>
                    <a:pt x="19" y="12"/>
                  </a:lnTo>
                  <a:lnTo>
                    <a:pt x="11" y="12"/>
                  </a:lnTo>
                  <a:lnTo>
                    <a:pt x="5" y="14"/>
                  </a:lnTo>
                  <a:lnTo>
                    <a:pt x="3" y="15"/>
                  </a:lnTo>
                  <a:lnTo>
                    <a:pt x="2" y="15"/>
                  </a:lnTo>
                  <a:lnTo>
                    <a:pt x="2" y="14"/>
                  </a:lnTo>
                  <a:lnTo>
                    <a:pt x="2" y="13"/>
                  </a:lnTo>
                  <a:lnTo>
                    <a:pt x="2" y="11"/>
                  </a:lnTo>
                  <a:lnTo>
                    <a:pt x="4" y="10"/>
                  </a:lnTo>
                  <a:lnTo>
                    <a:pt x="4" y="9"/>
                  </a:lnTo>
                  <a:lnTo>
                    <a:pt x="2" y="9"/>
                  </a:lnTo>
                  <a:lnTo>
                    <a:pt x="1" y="8"/>
                  </a:lnTo>
                  <a:lnTo>
                    <a:pt x="0" y="7"/>
                  </a:lnTo>
                  <a:lnTo>
                    <a:pt x="0" y="5"/>
                  </a:lnTo>
                  <a:lnTo>
                    <a:pt x="2" y="4"/>
                  </a:lnTo>
                  <a:lnTo>
                    <a:pt x="7" y="4"/>
                  </a:lnTo>
                  <a:lnTo>
                    <a:pt x="9" y="5"/>
                  </a:lnTo>
                  <a:lnTo>
                    <a:pt x="14" y="5"/>
                  </a:lnTo>
                  <a:lnTo>
                    <a:pt x="19" y="3"/>
                  </a:lnTo>
                  <a:lnTo>
                    <a:pt x="21" y="2"/>
                  </a:lnTo>
                  <a:lnTo>
                    <a:pt x="24" y="1"/>
                  </a:lnTo>
                  <a:lnTo>
                    <a:pt x="2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49" name="Freeform 34"/>
            <p:cNvSpPr>
              <a:spLocks/>
            </p:cNvSpPr>
            <p:nvPr/>
          </p:nvSpPr>
          <p:spPr bwMode="auto">
            <a:xfrm>
              <a:off x="3521076" y="5588000"/>
              <a:ext cx="195263" cy="144463"/>
            </a:xfrm>
            <a:custGeom>
              <a:avLst/>
              <a:gdLst/>
              <a:ahLst/>
              <a:cxnLst>
                <a:cxn ang="0">
                  <a:pos x="5" y="0"/>
                </a:cxn>
                <a:cxn ang="0">
                  <a:pos x="18" y="3"/>
                </a:cxn>
                <a:cxn ang="0">
                  <a:pos x="32" y="9"/>
                </a:cxn>
                <a:cxn ang="0">
                  <a:pos x="38" y="8"/>
                </a:cxn>
                <a:cxn ang="0">
                  <a:pos x="39" y="4"/>
                </a:cxn>
                <a:cxn ang="0">
                  <a:pos x="44" y="5"/>
                </a:cxn>
                <a:cxn ang="0">
                  <a:pos x="48" y="8"/>
                </a:cxn>
                <a:cxn ang="0">
                  <a:pos x="51" y="11"/>
                </a:cxn>
                <a:cxn ang="0">
                  <a:pos x="55" y="16"/>
                </a:cxn>
                <a:cxn ang="0">
                  <a:pos x="60" y="22"/>
                </a:cxn>
                <a:cxn ang="0">
                  <a:pos x="66" y="32"/>
                </a:cxn>
                <a:cxn ang="0">
                  <a:pos x="71" y="40"/>
                </a:cxn>
                <a:cxn ang="0">
                  <a:pos x="84" y="52"/>
                </a:cxn>
                <a:cxn ang="0">
                  <a:pos x="97" y="59"/>
                </a:cxn>
                <a:cxn ang="0">
                  <a:pos x="101" y="61"/>
                </a:cxn>
                <a:cxn ang="0">
                  <a:pos x="106" y="63"/>
                </a:cxn>
                <a:cxn ang="0">
                  <a:pos x="113" y="68"/>
                </a:cxn>
                <a:cxn ang="0">
                  <a:pos x="118" y="70"/>
                </a:cxn>
                <a:cxn ang="0">
                  <a:pos x="123" y="73"/>
                </a:cxn>
                <a:cxn ang="0">
                  <a:pos x="123" y="77"/>
                </a:cxn>
                <a:cxn ang="0">
                  <a:pos x="115" y="84"/>
                </a:cxn>
                <a:cxn ang="0">
                  <a:pos x="109" y="90"/>
                </a:cxn>
                <a:cxn ang="0">
                  <a:pos x="106" y="91"/>
                </a:cxn>
                <a:cxn ang="0">
                  <a:pos x="100" y="86"/>
                </a:cxn>
                <a:cxn ang="0">
                  <a:pos x="88" y="73"/>
                </a:cxn>
                <a:cxn ang="0">
                  <a:pos x="80" y="68"/>
                </a:cxn>
                <a:cxn ang="0">
                  <a:pos x="75" y="67"/>
                </a:cxn>
                <a:cxn ang="0">
                  <a:pos x="66" y="60"/>
                </a:cxn>
                <a:cxn ang="0">
                  <a:pos x="47" y="43"/>
                </a:cxn>
                <a:cxn ang="0">
                  <a:pos x="40" y="36"/>
                </a:cxn>
                <a:cxn ang="0">
                  <a:pos x="31" y="25"/>
                </a:cxn>
                <a:cxn ang="0">
                  <a:pos x="15" y="8"/>
                </a:cxn>
                <a:cxn ang="0">
                  <a:pos x="6" y="3"/>
                </a:cxn>
                <a:cxn ang="0">
                  <a:pos x="0" y="0"/>
                </a:cxn>
              </a:cxnLst>
              <a:rect l="0" t="0" r="r" b="b"/>
              <a:pathLst>
                <a:path w="123" h="91">
                  <a:moveTo>
                    <a:pt x="0" y="0"/>
                  </a:moveTo>
                  <a:lnTo>
                    <a:pt x="5" y="0"/>
                  </a:lnTo>
                  <a:lnTo>
                    <a:pt x="12" y="1"/>
                  </a:lnTo>
                  <a:lnTo>
                    <a:pt x="18" y="3"/>
                  </a:lnTo>
                  <a:lnTo>
                    <a:pt x="21" y="4"/>
                  </a:lnTo>
                  <a:lnTo>
                    <a:pt x="32" y="9"/>
                  </a:lnTo>
                  <a:lnTo>
                    <a:pt x="37" y="9"/>
                  </a:lnTo>
                  <a:lnTo>
                    <a:pt x="38" y="8"/>
                  </a:lnTo>
                  <a:lnTo>
                    <a:pt x="38" y="6"/>
                  </a:lnTo>
                  <a:lnTo>
                    <a:pt x="39" y="4"/>
                  </a:lnTo>
                  <a:lnTo>
                    <a:pt x="42" y="4"/>
                  </a:lnTo>
                  <a:lnTo>
                    <a:pt x="44" y="5"/>
                  </a:lnTo>
                  <a:lnTo>
                    <a:pt x="46" y="7"/>
                  </a:lnTo>
                  <a:lnTo>
                    <a:pt x="48" y="8"/>
                  </a:lnTo>
                  <a:lnTo>
                    <a:pt x="49" y="10"/>
                  </a:lnTo>
                  <a:lnTo>
                    <a:pt x="51" y="11"/>
                  </a:lnTo>
                  <a:lnTo>
                    <a:pt x="54" y="13"/>
                  </a:lnTo>
                  <a:lnTo>
                    <a:pt x="55" y="16"/>
                  </a:lnTo>
                  <a:lnTo>
                    <a:pt x="58" y="19"/>
                  </a:lnTo>
                  <a:lnTo>
                    <a:pt x="60" y="22"/>
                  </a:lnTo>
                  <a:lnTo>
                    <a:pt x="63" y="26"/>
                  </a:lnTo>
                  <a:lnTo>
                    <a:pt x="66" y="32"/>
                  </a:lnTo>
                  <a:lnTo>
                    <a:pt x="69" y="36"/>
                  </a:lnTo>
                  <a:lnTo>
                    <a:pt x="71" y="40"/>
                  </a:lnTo>
                  <a:lnTo>
                    <a:pt x="80" y="50"/>
                  </a:lnTo>
                  <a:lnTo>
                    <a:pt x="84" y="52"/>
                  </a:lnTo>
                  <a:lnTo>
                    <a:pt x="89" y="54"/>
                  </a:lnTo>
                  <a:lnTo>
                    <a:pt x="97" y="59"/>
                  </a:lnTo>
                  <a:lnTo>
                    <a:pt x="99" y="60"/>
                  </a:lnTo>
                  <a:lnTo>
                    <a:pt x="101" y="61"/>
                  </a:lnTo>
                  <a:lnTo>
                    <a:pt x="103" y="61"/>
                  </a:lnTo>
                  <a:lnTo>
                    <a:pt x="106" y="63"/>
                  </a:lnTo>
                  <a:lnTo>
                    <a:pt x="110" y="67"/>
                  </a:lnTo>
                  <a:lnTo>
                    <a:pt x="113" y="68"/>
                  </a:lnTo>
                  <a:lnTo>
                    <a:pt x="116" y="70"/>
                  </a:lnTo>
                  <a:lnTo>
                    <a:pt x="118" y="70"/>
                  </a:lnTo>
                  <a:lnTo>
                    <a:pt x="119" y="71"/>
                  </a:lnTo>
                  <a:lnTo>
                    <a:pt x="123" y="73"/>
                  </a:lnTo>
                  <a:lnTo>
                    <a:pt x="123" y="75"/>
                  </a:lnTo>
                  <a:lnTo>
                    <a:pt x="123" y="77"/>
                  </a:lnTo>
                  <a:lnTo>
                    <a:pt x="118" y="83"/>
                  </a:lnTo>
                  <a:lnTo>
                    <a:pt x="115" y="84"/>
                  </a:lnTo>
                  <a:lnTo>
                    <a:pt x="113" y="87"/>
                  </a:lnTo>
                  <a:lnTo>
                    <a:pt x="109" y="90"/>
                  </a:lnTo>
                  <a:lnTo>
                    <a:pt x="107" y="91"/>
                  </a:lnTo>
                  <a:lnTo>
                    <a:pt x="106" y="91"/>
                  </a:lnTo>
                  <a:lnTo>
                    <a:pt x="103" y="89"/>
                  </a:lnTo>
                  <a:lnTo>
                    <a:pt x="100" y="86"/>
                  </a:lnTo>
                  <a:lnTo>
                    <a:pt x="97" y="84"/>
                  </a:lnTo>
                  <a:lnTo>
                    <a:pt x="88" y="73"/>
                  </a:lnTo>
                  <a:lnTo>
                    <a:pt x="83" y="69"/>
                  </a:lnTo>
                  <a:lnTo>
                    <a:pt x="80" y="68"/>
                  </a:lnTo>
                  <a:lnTo>
                    <a:pt x="78" y="68"/>
                  </a:lnTo>
                  <a:lnTo>
                    <a:pt x="75" y="67"/>
                  </a:lnTo>
                  <a:lnTo>
                    <a:pt x="72" y="65"/>
                  </a:lnTo>
                  <a:lnTo>
                    <a:pt x="66" y="60"/>
                  </a:lnTo>
                  <a:lnTo>
                    <a:pt x="56" y="51"/>
                  </a:lnTo>
                  <a:lnTo>
                    <a:pt x="47" y="43"/>
                  </a:lnTo>
                  <a:lnTo>
                    <a:pt x="44" y="41"/>
                  </a:lnTo>
                  <a:lnTo>
                    <a:pt x="40" y="36"/>
                  </a:lnTo>
                  <a:lnTo>
                    <a:pt x="36" y="30"/>
                  </a:lnTo>
                  <a:lnTo>
                    <a:pt x="31" y="25"/>
                  </a:lnTo>
                  <a:lnTo>
                    <a:pt x="28" y="21"/>
                  </a:lnTo>
                  <a:lnTo>
                    <a:pt x="15" y="8"/>
                  </a:lnTo>
                  <a:lnTo>
                    <a:pt x="12" y="6"/>
                  </a:lnTo>
                  <a:lnTo>
                    <a:pt x="6" y="3"/>
                  </a:lnTo>
                  <a:lnTo>
                    <a:pt x="2" y="1"/>
                  </a:lnTo>
                  <a:lnTo>
                    <a:pt x="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0" name="Freeform 35"/>
            <p:cNvSpPr>
              <a:spLocks/>
            </p:cNvSpPr>
            <p:nvPr/>
          </p:nvSpPr>
          <p:spPr bwMode="auto">
            <a:xfrm>
              <a:off x="3532188" y="5757863"/>
              <a:ext cx="57150" cy="63500"/>
            </a:xfrm>
            <a:custGeom>
              <a:avLst/>
              <a:gdLst/>
              <a:ahLst/>
              <a:cxnLst>
                <a:cxn ang="0">
                  <a:pos x="1" y="0"/>
                </a:cxn>
                <a:cxn ang="0">
                  <a:pos x="3" y="2"/>
                </a:cxn>
                <a:cxn ang="0">
                  <a:pos x="4" y="3"/>
                </a:cxn>
                <a:cxn ang="0">
                  <a:pos x="6" y="5"/>
                </a:cxn>
                <a:cxn ang="0">
                  <a:pos x="8" y="7"/>
                </a:cxn>
                <a:cxn ang="0">
                  <a:pos x="10" y="10"/>
                </a:cxn>
                <a:cxn ang="0">
                  <a:pos x="19" y="19"/>
                </a:cxn>
                <a:cxn ang="0">
                  <a:pos x="22" y="21"/>
                </a:cxn>
                <a:cxn ang="0">
                  <a:pos x="26" y="25"/>
                </a:cxn>
                <a:cxn ang="0">
                  <a:pos x="29" y="27"/>
                </a:cxn>
                <a:cxn ang="0">
                  <a:pos x="32" y="28"/>
                </a:cxn>
                <a:cxn ang="0">
                  <a:pos x="34" y="30"/>
                </a:cxn>
                <a:cxn ang="0">
                  <a:pos x="36" y="31"/>
                </a:cxn>
                <a:cxn ang="0">
                  <a:pos x="36" y="34"/>
                </a:cxn>
                <a:cxn ang="0">
                  <a:pos x="34" y="37"/>
                </a:cxn>
                <a:cxn ang="0">
                  <a:pos x="33" y="38"/>
                </a:cxn>
                <a:cxn ang="0">
                  <a:pos x="31" y="40"/>
                </a:cxn>
                <a:cxn ang="0">
                  <a:pos x="30" y="38"/>
                </a:cxn>
                <a:cxn ang="0">
                  <a:pos x="28" y="37"/>
                </a:cxn>
                <a:cxn ang="0">
                  <a:pos x="26" y="36"/>
                </a:cxn>
                <a:cxn ang="0">
                  <a:pos x="22" y="33"/>
                </a:cxn>
                <a:cxn ang="0">
                  <a:pos x="20" y="30"/>
                </a:cxn>
                <a:cxn ang="0">
                  <a:pos x="16" y="25"/>
                </a:cxn>
                <a:cxn ang="0">
                  <a:pos x="14" y="20"/>
                </a:cxn>
                <a:cxn ang="0">
                  <a:pos x="9" y="15"/>
                </a:cxn>
                <a:cxn ang="0">
                  <a:pos x="4" y="10"/>
                </a:cxn>
                <a:cxn ang="0">
                  <a:pos x="2" y="7"/>
                </a:cxn>
                <a:cxn ang="0">
                  <a:pos x="1" y="4"/>
                </a:cxn>
                <a:cxn ang="0">
                  <a:pos x="0" y="3"/>
                </a:cxn>
                <a:cxn ang="0">
                  <a:pos x="0" y="2"/>
                </a:cxn>
                <a:cxn ang="0">
                  <a:pos x="1" y="0"/>
                </a:cxn>
              </a:cxnLst>
              <a:rect l="0" t="0" r="r" b="b"/>
              <a:pathLst>
                <a:path w="36" h="40">
                  <a:moveTo>
                    <a:pt x="1" y="0"/>
                  </a:moveTo>
                  <a:lnTo>
                    <a:pt x="3" y="2"/>
                  </a:lnTo>
                  <a:lnTo>
                    <a:pt x="4" y="3"/>
                  </a:lnTo>
                  <a:lnTo>
                    <a:pt x="6" y="5"/>
                  </a:lnTo>
                  <a:lnTo>
                    <a:pt x="8" y="7"/>
                  </a:lnTo>
                  <a:lnTo>
                    <a:pt x="10" y="10"/>
                  </a:lnTo>
                  <a:lnTo>
                    <a:pt x="19" y="19"/>
                  </a:lnTo>
                  <a:lnTo>
                    <a:pt x="22" y="21"/>
                  </a:lnTo>
                  <a:lnTo>
                    <a:pt x="26" y="25"/>
                  </a:lnTo>
                  <a:lnTo>
                    <a:pt x="29" y="27"/>
                  </a:lnTo>
                  <a:lnTo>
                    <a:pt x="32" y="28"/>
                  </a:lnTo>
                  <a:lnTo>
                    <a:pt x="34" y="30"/>
                  </a:lnTo>
                  <a:lnTo>
                    <a:pt x="36" y="31"/>
                  </a:lnTo>
                  <a:lnTo>
                    <a:pt x="36" y="34"/>
                  </a:lnTo>
                  <a:lnTo>
                    <a:pt x="34" y="37"/>
                  </a:lnTo>
                  <a:lnTo>
                    <a:pt x="33" y="38"/>
                  </a:lnTo>
                  <a:lnTo>
                    <a:pt x="31" y="40"/>
                  </a:lnTo>
                  <a:lnTo>
                    <a:pt x="30" y="38"/>
                  </a:lnTo>
                  <a:lnTo>
                    <a:pt x="28" y="37"/>
                  </a:lnTo>
                  <a:lnTo>
                    <a:pt x="26" y="36"/>
                  </a:lnTo>
                  <a:lnTo>
                    <a:pt x="22" y="33"/>
                  </a:lnTo>
                  <a:lnTo>
                    <a:pt x="20" y="30"/>
                  </a:lnTo>
                  <a:lnTo>
                    <a:pt x="16" y="25"/>
                  </a:lnTo>
                  <a:lnTo>
                    <a:pt x="14" y="20"/>
                  </a:lnTo>
                  <a:lnTo>
                    <a:pt x="9" y="15"/>
                  </a:lnTo>
                  <a:lnTo>
                    <a:pt x="4" y="10"/>
                  </a:lnTo>
                  <a:lnTo>
                    <a:pt x="2" y="7"/>
                  </a:lnTo>
                  <a:lnTo>
                    <a:pt x="1" y="4"/>
                  </a:lnTo>
                  <a:lnTo>
                    <a:pt x="0" y="3"/>
                  </a:lnTo>
                  <a:lnTo>
                    <a:pt x="0" y="2"/>
                  </a:lnTo>
                  <a:lnTo>
                    <a:pt x="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1" name="Freeform 36"/>
            <p:cNvSpPr>
              <a:spLocks/>
            </p:cNvSpPr>
            <p:nvPr/>
          </p:nvSpPr>
          <p:spPr bwMode="auto">
            <a:xfrm>
              <a:off x="3673476" y="6065838"/>
              <a:ext cx="36513" cy="31750"/>
            </a:xfrm>
            <a:custGeom>
              <a:avLst/>
              <a:gdLst/>
              <a:ahLst/>
              <a:cxnLst>
                <a:cxn ang="0">
                  <a:pos x="20" y="0"/>
                </a:cxn>
                <a:cxn ang="0">
                  <a:pos x="22" y="0"/>
                </a:cxn>
                <a:cxn ang="0">
                  <a:pos x="22" y="1"/>
                </a:cxn>
                <a:cxn ang="0">
                  <a:pos x="23" y="2"/>
                </a:cxn>
                <a:cxn ang="0">
                  <a:pos x="22" y="3"/>
                </a:cxn>
                <a:cxn ang="0">
                  <a:pos x="22" y="6"/>
                </a:cxn>
                <a:cxn ang="0">
                  <a:pos x="21" y="8"/>
                </a:cxn>
                <a:cxn ang="0">
                  <a:pos x="19" y="11"/>
                </a:cxn>
                <a:cxn ang="0">
                  <a:pos x="18" y="12"/>
                </a:cxn>
                <a:cxn ang="0">
                  <a:pos x="17" y="14"/>
                </a:cxn>
                <a:cxn ang="0">
                  <a:pos x="13" y="16"/>
                </a:cxn>
                <a:cxn ang="0">
                  <a:pos x="12" y="16"/>
                </a:cxn>
                <a:cxn ang="0">
                  <a:pos x="10" y="17"/>
                </a:cxn>
                <a:cxn ang="0">
                  <a:pos x="10" y="19"/>
                </a:cxn>
                <a:cxn ang="0">
                  <a:pos x="9" y="20"/>
                </a:cxn>
                <a:cxn ang="0">
                  <a:pos x="7" y="20"/>
                </a:cxn>
                <a:cxn ang="0">
                  <a:pos x="5" y="19"/>
                </a:cxn>
                <a:cxn ang="0">
                  <a:pos x="3" y="18"/>
                </a:cxn>
                <a:cxn ang="0">
                  <a:pos x="1" y="15"/>
                </a:cxn>
                <a:cxn ang="0">
                  <a:pos x="0" y="13"/>
                </a:cxn>
                <a:cxn ang="0">
                  <a:pos x="1" y="12"/>
                </a:cxn>
                <a:cxn ang="0">
                  <a:pos x="2" y="11"/>
                </a:cxn>
                <a:cxn ang="0">
                  <a:pos x="6" y="7"/>
                </a:cxn>
                <a:cxn ang="0">
                  <a:pos x="17" y="3"/>
                </a:cxn>
                <a:cxn ang="0">
                  <a:pos x="18" y="2"/>
                </a:cxn>
                <a:cxn ang="0">
                  <a:pos x="18" y="1"/>
                </a:cxn>
                <a:cxn ang="0">
                  <a:pos x="20" y="0"/>
                </a:cxn>
              </a:cxnLst>
              <a:rect l="0" t="0" r="r" b="b"/>
              <a:pathLst>
                <a:path w="23" h="20">
                  <a:moveTo>
                    <a:pt x="20" y="0"/>
                  </a:moveTo>
                  <a:lnTo>
                    <a:pt x="22" y="0"/>
                  </a:lnTo>
                  <a:lnTo>
                    <a:pt x="22" y="1"/>
                  </a:lnTo>
                  <a:lnTo>
                    <a:pt x="23" y="2"/>
                  </a:lnTo>
                  <a:lnTo>
                    <a:pt x="22" y="3"/>
                  </a:lnTo>
                  <a:lnTo>
                    <a:pt x="22" y="6"/>
                  </a:lnTo>
                  <a:lnTo>
                    <a:pt x="21" y="8"/>
                  </a:lnTo>
                  <a:lnTo>
                    <a:pt x="19" y="11"/>
                  </a:lnTo>
                  <a:lnTo>
                    <a:pt x="18" y="12"/>
                  </a:lnTo>
                  <a:lnTo>
                    <a:pt x="17" y="14"/>
                  </a:lnTo>
                  <a:lnTo>
                    <a:pt x="13" y="16"/>
                  </a:lnTo>
                  <a:lnTo>
                    <a:pt x="12" y="16"/>
                  </a:lnTo>
                  <a:lnTo>
                    <a:pt x="10" y="17"/>
                  </a:lnTo>
                  <a:lnTo>
                    <a:pt x="10" y="19"/>
                  </a:lnTo>
                  <a:lnTo>
                    <a:pt x="9" y="20"/>
                  </a:lnTo>
                  <a:lnTo>
                    <a:pt x="7" y="20"/>
                  </a:lnTo>
                  <a:lnTo>
                    <a:pt x="5" y="19"/>
                  </a:lnTo>
                  <a:lnTo>
                    <a:pt x="3" y="18"/>
                  </a:lnTo>
                  <a:lnTo>
                    <a:pt x="1" y="15"/>
                  </a:lnTo>
                  <a:lnTo>
                    <a:pt x="0" y="13"/>
                  </a:lnTo>
                  <a:lnTo>
                    <a:pt x="1" y="12"/>
                  </a:lnTo>
                  <a:lnTo>
                    <a:pt x="2" y="11"/>
                  </a:lnTo>
                  <a:lnTo>
                    <a:pt x="6" y="7"/>
                  </a:lnTo>
                  <a:lnTo>
                    <a:pt x="17" y="3"/>
                  </a:lnTo>
                  <a:lnTo>
                    <a:pt x="18" y="2"/>
                  </a:lnTo>
                  <a:lnTo>
                    <a:pt x="18" y="1"/>
                  </a:lnTo>
                  <a:lnTo>
                    <a:pt x="2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2" name="Freeform 37"/>
            <p:cNvSpPr>
              <a:spLocks/>
            </p:cNvSpPr>
            <p:nvPr/>
          </p:nvSpPr>
          <p:spPr bwMode="auto">
            <a:xfrm>
              <a:off x="2828926" y="5530850"/>
              <a:ext cx="76200" cy="138113"/>
            </a:xfrm>
            <a:custGeom>
              <a:avLst/>
              <a:gdLst/>
              <a:ahLst/>
              <a:cxnLst>
                <a:cxn ang="0">
                  <a:pos x="28" y="0"/>
                </a:cxn>
                <a:cxn ang="0">
                  <a:pos x="29" y="0"/>
                </a:cxn>
                <a:cxn ang="0">
                  <a:pos x="30" y="1"/>
                </a:cxn>
                <a:cxn ang="0">
                  <a:pos x="32" y="1"/>
                </a:cxn>
                <a:cxn ang="0">
                  <a:pos x="34" y="2"/>
                </a:cxn>
                <a:cxn ang="0">
                  <a:pos x="38" y="6"/>
                </a:cxn>
                <a:cxn ang="0">
                  <a:pos x="42" y="10"/>
                </a:cxn>
                <a:cxn ang="0">
                  <a:pos x="46" y="13"/>
                </a:cxn>
                <a:cxn ang="0">
                  <a:pos x="48" y="16"/>
                </a:cxn>
                <a:cxn ang="0">
                  <a:pos x="48" y="21"/>
                </a:cxn>
                <a:cxn ang="0">
                  <a:pos x="46" y="34"/>
                </a:cxn>
                <a:cxn ang="0">
                  <a:pos x="45" y="39"/>
                </a:cxn>
                <a:cxn ang="0">
                  <a:pos x="45" y="43"/>
                </a:cxn>
                <a:cxn ang="0">
                  <a:pos x="43" y="47"/>
                </a:cxn>
                <a:cxn ang="0">
                  <a:pos x="41" y="54"/>
                </a:cxn>
                <a:cxn ang="0">
                  <a:pos x="37" y="61"/>
                </a:cxn>
                <a:cxn ang="0">
                  <a:pos x="36" y="68"/>
                </a:cxn>
                <a:cxn ang="0">
                  <a:pos x="36" y="75"/>
                </a:cxn>
                <a:cxn ang="0">
                  <a:pos x="37" y="82"/>
                </a:cxn>
                <a:cxn ang="0">
                  <a:pos x="36" y="86"/>
                </a:cxn>
                <a:cxn ang="0">
                  <a:pos x="35" y="87"/>
                </a:cxn>
                <a:cxn ang="0">
                  <a:pos x="34" y="86"/>
                </a:cxn>
                <a:cxn ang="0">
                  <a:pos x="33" y="84"/>
                </a:cxn>
                <a:cxn ang="0">
                  <a:pos x="32" y="83"/>
                </a:cxn>
                <a:cxn ang="0">
                  <a:pos x="32" y="81"/>
                </a:cxn>
                <a:cxn ang="0">
                  <a:pos x="29" y="70"/>
                </a:cxn>
                <a:cxn ang="0">
                  <a:pos x="26" y="61"/>
                </a:cxn>
                <a:cxn ang="0">
                  <a:pos x="24" y="53"/>
                </a:cxn>
                <a:cxn ang="0">
                  <a:pos x="23" y="44"/>
                </a:cxn>
                <a:cxn ang="0">
                  <a:pos x="21" y="39"/>
                </a:cxn>
                <a:cxn ang="0">
                  <a:pos x="16" y="35"/>
                </a:cxn>
                <a:cxn ang="0">
                  <a:pos x="11" y="32"/>
                </a:cxn>
                <a:cxn ang="0">
                  <a:pos x="6" y="31"/>
                </a:cxn>
                <a:cxn ang="0">
                  <a:pos x="3" y="30"/>
                </a:cxn>
                <a:cxn ang="0">
                  <a:pos x="2" y="29"/>
                </a:cxn>
                <a:cxn ang="0">
                  <a:pos x="1" y="27"/>
                </a:cxn>
                <a:cxn ang="0">
                  <a:pos x="1" y="25"/>
                </a:cxn>
                <a:cxn ang="0">
                  <a:pos x="0" y="22"/>
                </a:cxn>
                <a:cxn ang="0">
                  <a:pos x="0" y="16"/>
                </a:cxn>
                <a:cxn ang="0">
                  <a:pos x="1" y="15"/>
                </a:cxn>
                <a:cxn ang="0">
                  <a:pos x="19" y="15"/>
                </a:cxn>
                <a:cxn ang="0">
                  <a:pos x="23" y="11"/>
                </a:cxn>
                <a:cxn ang="0">
                  <a:pos x="25" y="6"/>
                </a:cxn>
                <a:cxn ang="0">
                  <a:pos x="24" y="5"/>
                </a:cxn>
                <a:cxn ang="0">
                  <a:pos x="24" y="2"/>
                </a:cxn>
                <a:cxn ang="0">
                  <a:pos x="25" y="2"/>
                </a:cxn>
                <a:cxn ang="0">
                  <a:pos x="27" y="1"/>
                </a:cxn>
                <a:cxn ang="0">
                  <a:pos x="28" y="0"/>
                </a:cxn>
              </a:cxnLst>
              <a:rect l="0" t="0" r="r" b="b"/>
              <a:pathLst>
                <a:path w="48" h="87">
                  <a:moveTo>
                    <a:pt x="28" y="0"/>
                  </a:moveTo>
                  <a:lnTo>
                    <a:pt x="29" y="0"/>
                  </a:lnTo>
                  <a:lnTo>
                    <a:pt x="30" y="1"/>
                  </a:lnTo>
                  <a:lnTo>
                    <a:pt x="32" y="1"/>
                  </a:lnTo>
                  <a:lnTo>
                    <a:pt x="34" y="2"/>
                  </a:lnTo>
                  <a:lnTo>
                    <a:pt x="38" y="6"/>
                  </a:lnTo>
                  <a:lnTo>
                    <a:pt x="42" y="10"/>
                  </a:lnTo>
                  <a:lnTo>
                    <a:pt x="46" y="13"/>
                  </a:lnTo>
                  <a:lnTo>
                    <a:pt x="48" y="16"/>
                  </a:lnTo>
                  <a:lnTo>
                    <a:pt x="48" y="21"/>
                  </a:lnTo>
                  <a:lnTo>
                    <a:pt x="46" y="34"/>
                  </a:lnTo>
                  <a:lnTo>
                    <a:pt x="45" y="39"/>
                  </a:lnTo>
                  <a:lnTo>
                    <a:pt x="45" y="43"/>
                  </a:lnTo>
                  <a:lnTo>
                    <a:pt x="43" y="47"/>
                  </a:lnTo>
                  <a:lnTo>
                    <a:pt x="41" y="54"/>
                  </a:lnTo>
                  <a:lnTo>
                    <a:pt x="37" y="61"/>
                  </a:lnTo>
                  <a:lnTo>
                    <a:pt x="36" y="68"/>
                  </a:lnTo>
                  <a:lnTo>
                    <a:pt x="36" y="75"/>
                  </a:lnTo>
                  <a:lnTo>
                    <a:pt x="37" y="82"/>
                  </a:lnTo>
                  <a:lnTo>
                    <a:pt x="36" y="86"/>
                  </a:lnTo>
                  <a:lnTo>
                    <a:pt x="35" y="87"/>
                  </a:lnTo>
                  <a:lnTo>
                    <a:pt x="34" y="86"/>
                  </a:lnTo>
                  <a:lnTo>
                    <a:pt x="33" y="84"/>
                  </a:lnTo>
                  <a:lnTo>
                    <a:pt x="32" y="83"/>
                  </a:lnTo>
                  <a:lnTo>
                    <a:pt x="32" y="81"/>
                  </a:lnTo>
                  <a:lnTo>
                    <a:pt x="29" y="70"/>
                  </a:lnTo>
                  <a:lnTo>
                    <a:pt x="26" y="61"/>
                  </a:lnTo>
                  <a:lnTo>
                    <a:pt x="24" y="53"/>
                  </a:lnTo>
                  <a:lnTo>
                    <a:pt x="23" y="44"/>
                  </a:lnTo>
                  <a:lnTo>
                    <a:pt x="21" y="39"/>
                  </a:lnTo>
                  <a:lnTo>
                    <a:pt x="16" y="35"/>
                  </a:lnTo>
                  <a:lnTo>
                    <a:pt x="11" y="32"/>
                  </a:lnTo>
                  <a:lnTo>
                    <a:pt x="6" y="31"/>
                  </a:lnTo>
                  <a:lnTo>
                    <a:pt x="3" y="30"/>
                  </a:lnTo>
                  <a:lnTo>
                    <a:pt x="2" y="29"/>
                  </a:lnTo>
                  <a:lnTo>
                    <a:pt x="1" y="27"/>
                  </a:lnTo>
                  <a:lnTo>
                    <a:pt x="1" y="25"/>
                  </a:lnTo>
                  <a:lnTo>
                    <a:pt x="0" y="22"/>
                  </a:lnTo>
                  <a:lnTo>
                    <a:pt x="0" y="16"/>
                  </a:lnTo>
                  <a:lnTo>
                    <a:pt x="1" y="15"/>
                  </a:lnTo>
                  <a:lnTo>
                    <a:pt x="19" y="15"/>
                  </a:lnTo>
                  <a:lnTo>
                    <a:pt x="23" y="11"/>
                  </a:lnTo>
                  <a:lnTo>
                    <a:pt x="25" y="6"/>
                  </a:lnTo>
                  <a:lnTo>
                    <a:pt x="24" y="5"/>
                  </a:lnTo>
                  <a:lnTo>
                    <a:pt x="24" y="2"/>
                  </a:lnTo>
                  <a:lnTo>
                    <a:pt x="25" y="2"/>
                  </a:lnTo>
                  <a:lnTo>
                    <a:pt x="27" y="1"/>
                  </a:lnTo>
                  <a:lnTo>
                    <a:pt x="2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3" name="Freeform 38"/>
            <p:cNvSpPr>
              <a:spLocks/>
            </p:cNvSpPr>
            <p:nvPr/>
          </p:nvSpPr>
          <p:spPr bwMode="auto">
            <a:xfrm>
              <a:off x="3068638" y="5726113"/>
              <a:ext cx="14288" cy="9525"/>
            </a:xfrm>
            <a:custGeom>
              <a:avLst/>
              <a:gdLst/>
              <a:ahLst/>
              <a:cxnLst>
                <a:cxn ang="0">
                  <a:pos x="5" y="0"/>
                </a:cxn>
                <a:cxn ang="0">
                  <a:pos x="8" y="0"/>
                </a:cxn>
                <a:cxn ang="0">
                  <a:pos x="9" y="1"/>
                </a:cxn>
                <a:cxn ang="0">
                  <a:pos x="9" y="3"/>
                </a:cxn>
                <a:cxn ang="0">
                  <a:pos x="9" y="4"/>
                </a:cxn>
                <a:cxn ang="0">
                  <a:pos x="8" y="6"/>
                </a:cxn>
                <a:cxn ang="0">
                  <a:pos x="5" y="6"/>
                </a:cxn>
                <a:cxn ang="0">
                  <a:pos x="1" y="6"/>
                </a:cxn>
                <a:cxn ang="0">
                  <a:pos x="0" y="6"/>
                </a:cxn>
                <a:cxn ang="0">
                  <a:pos x="0" y="5"/>
                </a:cxn>
                <a:cxn ang="0">
                  <a:pos x="1" y="3"/>
                </a:cxn>
                <a:cxn ang="0">
                  <a:pos x="2" y="2"/>
                </a:cxn>
                <a:cxn ang="0">
                  <a:pos x="4" y="1"/>
                </a:cxn>
                <a:cxn ang="0">
                  <a:pos x="5" y="0"/>
                </a:cxn>
              </a:cxnLst>
              <a:rect l="0" t="0" r="r" b="b"/>
              <a:pathLst>
                <a:path w="9" h="6">
                  <a:moveTo>
                    <a:pt x="5" y="0"/>
                  </a:moveTo>
                  <a:lnTo>
                    <a:pt x="8" y="0"/>
                  </a:lnTo>
                  <a:lnTo>
                    <a:pt x="9" y="1"/>
                  </a:lnTo>
                  <a:lnTo>
                    <a:pt x="9" y="3"/>
                  </a:lnTo>
                  <a:lnTo>
                    <a:pt x="9" y="4"/>
                  </a:lnTo>
                  <a:lnTo>
                    <a:pt x="8" y="6"/>
                  </a:lnTo>
                  <a:lnTo>
                    <a:pt x="5" y="6"/>
                  </a:lnTo>
                  <a:lnTo>
                    <a:pt x="1" y="6"/>
                  </a:lnTo>
                  <a:lnTo>
                    <a:pt x="0" y="6"/>
                  </a:lnTo>
                  <a:lnTo>
                    <a:pt x="0" y="5"/>
                  </a:lnTo>
                  <a:lnTo>
                    <a:pt x="1" y="3"/>
                  </a:lnTo>
                  <a:lnTo>
                    <a:pt x="2" y="2"/>
                  </a:lnTo>
                  <a:lnTo>
                    <a:pt x="4" y="1"/>
                  </a:lnTo>
                  <a:lnTo>
                    <a:pt x="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4" name="Freeform 39"/>
            <p:cNvSpPr>
              <a:spLocks/>
            </p:cNvSpPr>
            <p:nvPr/>
          </p:nvSpPr>
          <p:spPr bwMode="auto">
            <a:xfrm>
              <a:off x="3101976" y="5811838"/>
              <a:ext cx="215900" cy="319088"/>
            </a:xfrm>
            <a:custGeom>
              <a:avLst/>
              <a:gdLst/>
              <a:ahLst/>
              <a:cxnLst>
                <a:cxn ang="0">
                  <a:pos x="43" y="2"/>
                </a:cxn>
                <a:cxn ang="0">
                  <a:pos x="47" y="7"/>
                </a:cxn>
                <a:cxn ang="0">
                  <a:pos x="50" y="3"/>
                </a:cxn>
                <a:cxn ang="0">
                  <a:pos x="56" y="6"/>
                </a:cxn>
                <a:cxn ang="0">
                  <a:pos x="89" y="22"/>
                </a:cxn>
                <a:cxn ang="0">
                  <a:pos x="106" y="27"/>
                </a:cxn>
                <a:cxn ang="0">
                  <a:pos x="106" y="34"/>
                </a:cxn>
                <a:cxn ang="0">
                  <a:pos x="101" y="38"/>
                </a:cxn>
                <a:cxn ang="0">
                  <a:pos x="98" y="42"/>
                </a:cxn>
                <a:cxn ang="0">
                  <a:pos x="102" y="44"/>
                </a:cxn>
                <a:cxn ang="0">
                  <a:pos x="107" y="48"/>
                </a:cxn>
                <a:cxn ang="0">
                  <a:pos x="106" y="57"/>
                </a:cxn>
                <a:cxn ang="0">
                  <a:pos x="102" y="65"/>
                </a:cxn>
                <a:cxn ang="0">
                  <a:pos x="112" y="82"/>
                </a:cxn>
                <a:cxn ang="0">
                  <a:pos x="120" y="95"/>
                </a:cxn>
                <a:cxn ang="0">
                  <a:pos x="133" y="111"/>
                </a:cxn>
                <a:cxn ang="0">
                  <a:pos x="133" y="124"/>
                </a:cxn>
                <a:cxn ang="0">
                  <a:pos x="122" y="145"/>
                </a:cxn>
                <a:cxn ang="0">
                  <a:pos x="113" y="161"/>
                </a:cxn>
                <a:cxn ang="0">
                  <a:pos x="98" y="167"/>
                </a:cxn>
                <a:cxn ang="0">
                  <a:pos x="85" y="177"/>
                </a:cxn>
                <a:cxn ang="0">
                  <a:pos x="77" y="188"/>
                </a:cxn>
                <a:cxn ang="0">
                  <a:pos x="58" y="194"/>
                </a:cxn>
                <a:cxn ang="0">
                  <a:pos x="40" y="198"/>
                </a:cxn>
                <a:cxn ang="0">
                  <a:pos x="25" y="200"/>
                </a:cxn>
                <a:cxn ang="0">
                  <a:pos x="12" y="198"/>
                </a:cxn>
                <a:cxn ang="0">
                  <a:pos x="4" y="196"/>
                </a:cxn>
                <a:cxn ang="0">
                  <a:pos x="0" y="189"/>
                </a:cxn>
                <a:cxn ang="0">
                  <a:pos x="13" y="187"/>
                </a:cxn>
                <a:cxn ang="0">
                  <a:pos x="18" y="181"/>
                </a:cxn>
                <a:cxn ang="0">
                  <a:pos x="22" y="176"/>
                </a:cxn>
                <a:cxn ang="0">
                  <a:pos x="38" y="174"/>
                </a:cxn>
                <a:cxn ang="0">
                  <a:pos x="43" y="172"/>
                </a:cxn>
                <a:cxn ang="0">
                  <a:pos x="37" y="172"/>
                </a:cxn>
                <a:cxn ang="0">
                  <a:pos x="26" y="172"/>
                </a:cxn>
                <a:cxn ang="0">
                  <a:pos x="24" y="167"/>
                </a:cxn>
                <a:cxn ang="0">
                  <a:pos x="28" y="167"/>
                </a:cxn>
                <a:cxn ang="0">
                  <a:pos x="36" y="167"/>
                </a:cxn>
                <a:cxn ang="0">
                  <a:pos x="39" y="159"/>
                </a:cxn>
                <a:cxn ang="0">
                  <a:pos x="36" y="154"/>
                </a:cxn>
                <a:cxn ang="0">
                  <a:pos x="38" y="152"/>
                </a:cxn>
                <a:cxn ang="0">
                  <a:pos x="39" y="150"/>
                </a:cxn>
                <a:cxn ang="0">
                  <a:pos x="34" y="152"/>
                </a:cxn>
                <a:cxn ang="0">
                  <a:pos x="25" y="155"/>
                </a:cxn>
                <a:cxn ang="0">
                  <a:pos x="16" y="158"/>
                </a:cxn>
                <a:cxn ang="0">
                  <a:pos x="13" y="155"/>
                </a:cxn>
                <a:cxn ang="0">
                  <a:pos x="16" y="139"/>
                </a:cxn>
                <a:cxn ang="0">
                  <a:pos x="16" y="130"/>
                </a:cxn>
                <a:cxn ang="0">
                  <a:pos x="18" y="123"/>
                </a:cxn>
                <a:cxn ang="0">
                  <a:pos x="20" y="120"/>
                </a:cxn>
                <a:cxn ang="0">
                  <a:pos x="18" y="116"/>
                </a:cxn>
                <a:cxn ang="0">
                  <a:pos x="18" y="75"/>
                </a:cxn>
                <a:cxn ang="0">
                  <a:pos x="21" y="43"/>
                </a:cxn>
                <a:cxn ang="0">
                  <a:pos x="21" y="16"/>
                </a:cxn>
                <a:cxn ang="0">
                  <a:pos x="24" y="8"/>
                </a:cxn>
                <a:cxn ang="0">
                  <a:pos x="27" y="4"/>
                </a:cxn>
                <a:cxn ang="0">
                  <a:pos x="29" y="2"/>
                </a:cxn>
                <a:cxn ang="0">
                  <a:pos x="33" y="4"/>
                </a:cxn>
                <a:cxn ang="0">
                  <a:pos x="38" y="5"/>
                </a:cxn>
              </a:cxnLst>
              <a:rect l="0" t="0" r="r" b="b"/>
              <a:pathLst>
                <a:path w="136" h="201">
                  <a:moveTo>
                    <a:pt x="41" y="0"/>
                  </a:moveTo>
                  <a:lnTo>
                    <a:pt x="42" y="0"/>
                  </a:lnTo>
                  <a:lnTo>
                    <a:pt x="43" y="2"/>
                  </a:lnTo>
                  <a:lnTo>
                    <a:pt x="44" y="3"/>
                  </a:lnTo>
                  <a:lnTo>
                    <a:pt x="46" y="6"/>
                  </a:lnTo>
                  <a:lnTo>
                    <a:pt x="47" y="7"/>
                  </a:lnTo>
                  <a:lnTo>
                    <a:pt x="47" y="6"/>
                  </a:lnTo>
                  <a:lnTo>
                    <a:pt x="47" y="5"/>
                  </a:lnTo>
                  <a:lnTo>
                    <a:pt x="50" y="3"/>
                  </a:lnTo>
                  <a:lnTo>
                    <a:pt x="51" y="3"/>
                  </a:lnTo>
                  <a:lnTo>
                    <a:pt x="52" y="3"/>
                  </a:lnTo>
                  <a:lnTo>
                    <a:pt x="56" y="6"/>
                  </a:lnTo>
                  <a:lnTo>
                    <a:pt x="64" y="10"/>
                  </a:lnTo>
                  <a:lnTo>
                    <a:pt x="82" y="19"/>
                  </a:lnTo>
                  <a:lnTo>
                    <a:pt x="89" y="22"/>
                  </a:lnTo>
                  <a:lnTo>
                    <a:pt x="97" y="25"/>
                  </a:lnTo>
                  <a:lnTo>
                    <a:pt x="105" y="25"/>
                  </a:lnTo>
                  <a:lnTo>
                    <a:pt x="106" y="27"/>
                  </a:lnTo>
                  <a:lnTo>
                    <a:pt x="106" y="28"/>
                  </a:lnTo>
                  <a:lnTo>
                    <a:pt x="106" y="30"/>
                  </a:lnTo>
                  <a:lnTo>
                    <a:pt x="106" y="34"/>
                  </a:lnTo>
                  <a:lnTo>
                    <a:pt x="106" y="36"/>
                  </a:lnTo>
                  <a:lnTo>
                    <a:pt x="104" y="36"/>
                  </a:lnTo>
                  <a:lnTo>
                    <a:pt x="101" y="38"/>
                  </a:lnTo>
                  <a:lnTo>
                    <a:pt x="99" y="39"/>
                  </a:lnTo>
                  <a:lnTo>
                    <a:pt x="98" y="41"/>
                  </a:lnTo>
                  <a:lnTo>
                    <a:pt x="98" y="42"/>
                  </a:lnTo>
                  <a:lnTo>
                    <a:pt x="99" y="42"/>
                  </a:lnTo>
                  <a:lnTo>
                    <a:pt x="100" y="43"/>
                  </a:lnTo>
                  <a:lnTo>
                    <a:pt x="102" y="44"/>
                  </a:lnTo>
                  <a:lnTo>
                    <a:pt x="104" y="45"/>
                  </a:lnTo>
                  <a:lnTo>
                    <a:pt x="106" y="46"/>
                  </a:lnTo>
                  <a:lnTo>
                    <a:pt x="107" y="48"/>
                  </a:lnTo>
                  <a:lnTo>
                    <a:pt x="108" y="50"/>
                  </a:lnTo>
                  <a:lnTo>
                    <a:pt x="108" y="53"/>
                  </a:lnTo>
                  <a:lnTo>
                    <a:pt x="106" y="57"/>
                  </a:lnTo>
                  <a:lnTo>
                    <a:pt x="104" y="60"/>
                  </a:lnTo>
                  <a:lnTo>
                    <a:pt x="102" y="62"/>
                  </a:lnTo>
                  <a:lnTo>
                    <a:pt x="102" y="65"/>
                  </a:lnTo>
                  <a:lnTo>
                    <a:pt x="106" y="70"/>
                  </a:lnTo>
                  <a:lnTo>
                    <a:pt x="108" y="76"/>
                  </a:lnTo>
                  <a:lnTo>
                    <a:pt x="112" y="82"/>
                  </a:lnTo>
                  <a:lnTo>
                    <a:pt x="113" y="87"/>
                  </a:lnTo>
                  <a:lnTo>
                    <a:pt x="115" y="91"/>
                  </a:lnTo>
                  <a:lnTo>
                    <a:pt x="120" y="95"/>
                  </a:lnTo>
                  <a:lnTo>
                    <a:pt x="125" y="98"/>
                  </a:lnTo>
                  <a:lnTo>
                    <a:pt x="129" y="102"/>
                  </a:lnTo>
                  <a:lnTo>
                    <a:pt x="133" y="111"/>
                  </a:lnTo>
                  <a:lnTo>
                    <a:pt x="136" y="118"/>
                  </a:lnTo>
                  <a:lnTo>
                    <a:pt x="136" y="119"/>
                  </a:lnTo>
                  <a:lnTo>
                    <a:pt x="133" y="124"/>
                  </a:lnTo>
                  <a:lnTo>
                    <a:pt x="129" y="132"/>
                  </a:lnTo>
                  <a:lnTo>
                    <a:pt x="124" y="139"/>
                  </a:lnTo>
                  <a:lnTo>
                    <a:pt x="122" y="145"/>
                  </a:lnTo>
                  <a:lnTo>
                    <a:pt x="119" y="151"/>
                  </a:lnTo>
                  <a:lnTo>
                    <a:pt x="115" y="156"/>
                  </a:lnTo>
                  <a:lnTo>
                    <a:pt x="113" y="161"/>
                  </a:lnTo>
                  <a:lnTo>
                    <a:pt x="110" y="163"/>
                  </a:lnTo>
                  <a:lnTo>
                    <a:pt x="101" y="165"/>
                  </a:lnTo>
                  <a:lnTo>
                    <a:pt x="98" y="167"/>
                  </a:lnTo>
                  <a:lnTo>
                    <a:pt x="95" y="169"/>
                  </a:lnTo>
                  <a:lnTo>
                    <a:pt x="91" y="171"/>
                  </a:lnTo>
                  <a:lnTo>
                    <a:pt x="85" y="177"/>
                  </a:lnTo>
                  <a:lnTo>
                    <a:pt x="84" y="180"/>
                  </a:lnTo>
                  <a:lnTo>
                    <a:pt x="82" y="182"/>
                  </a:lnTo>
                  <a:lnTo>
                    <a:pt x="77" y="188"/>
                  </a:lnTo>
                  <a:lnTo>
                    <a:pt x="73" y="189"/>
                  </a:lnTo>
                  <a:lnTo>
                    <a:pt x="66" y="192"/>
                  </a:lnTo>
                  <a:lnTo>
                    <a:pt x="58" y="194"/>
                  </a:lnTo>
                  <a:lnTo>
                    <a:pt x="52" y="196"/>
                  </a:lnTo>
                  <a:lnTo>
                    <a:pt x="47" y="197"/>
                  </a:lnTo>
                  <a:lnTo>
                    <a:pt x="40" y="198"/>
                  </a:lnTo>
                  <a:lnTo>
                    <a:pt x="35" y="200"/>
                  </a:lnTo>
                  <a:lnTo>
                    <a:pt x="31" y="201"/>
                  </a:lnTo>
                  <a:lnTo>
                    <a:pt x="25" y="200"/>
                  </a:lnTo>
                  <a:lnTo>
                    <a:pt x="20" y="199"/>
                  </a:lnTo>
                  <a:lnTo>
                    <a:pt x="17" y="198"/>
                  </a:lnTo>
                  <a:lnTo>
                    <a:pt x="12" y="198"/>
                  </a:lnTo>
                  <a:lnTo>
                    <a:pt x="8" y="197"/>
                  </a:lnTo>
                  <a:lnTo>
                    <a:pt x="5" y="197"/>
                  </a:lnTo>
                  <a:lnTo>
                    <a:pt x="4" y="196"/>
                  </a:lnTo>
                  <a:lnTo>
                    <a:pt x="3" y="194"/>
                  </a:lnTo>
                  <a:lnTo>
                    <a:pt x="0" y="191"/>
                  </a:lnTo>
                  <a:lnTo>
                    <a:pt x="0" y="189"/>
                  </a:lnTo>
                  <a:lnTo>
                    <a:pt x="8" y="189"/>
                  </a:lnTo>
                  <a:lnTo>
                    <a:pt x="12" y="188"/>
                  </a:lnTo>
                  <a:lnTo>
                    <a:pt x="13" y="187"/>
                  </a:lnTo>
                  <a:lnTo>
                    <a:pt x="13" y="185"/>
                  </a:lnTo>
                  <a:lnTo>
                    <a:pt x="15" y="183"/>
                  </a:lnTo>
                  <a:lnTo>
                    <a:pt x="18" y="181"/>
                  </a:lnTo>
                  <a:lnTo>
                    <a:pt x="20" y="180"/>
                  </a:lnTo>
                  <a:lnTo>
                    <a:pt x="21" y="178"/>
                  </a:lnTo>
                  <a:lnTo>
                    <a:pt x="22" y="176"/>
                  </a:lnTo>
                  <a:lnTo>
                    <a:pt x="24" y="175"/>
                  </a:lnTo>
                  <a:lnTo>
                    <a:pt x="27" y="174"/>
                  </a:lnTo>
                  <a:lnTo>
                    <a:pt x="38" y="174"/>
                  </a:lnTo>
                  <a:lnTo>
                    <a:pt x="40" y="173"/>
                  </a:lnTo>
                  <a:lnTo>
                    <a:pt x="42" y="172"/>
                  </a:lnTo>
                  <a:lnTo>
                    <a:pt x="43" y="172"/>
                  </a:lnTo>
                  <a:lnTo>
                    <a:pt x="43" y="171"/>
                  </a:lnTo>
                  <a:lnTo>
                    <a:pt x="40" y="171"/>
                  </a:lnTo>
                  <a:lnTo>
                    <a:pt x="37" y="172"/>
                  </a:lnTo>
                  <a:lnTo>
                    <a:pt x="34" y="173"/>
                  </a:lnTo>
                  <a:lnTo>
                    <a:pt x="28" y="173"/>
                  </a:lnTo>
                  <a:lnTo>
                    <a:pt x="26" y="172"/>
                  </a:lnTo>
                  <a:lnTo>
                    <a:pt x="25" y="172"/>
                  </a:lnTo>
                  <a:lnTo>
                    <a:pt x="24" y="172"/>
                  </a:lnTo>
                  <a:lnTo>
                    <a:pt x="24" y="167"/>
                  </a:lnTo>
                  <a:lnTo>
                    <a:pt x="25" y="166"/>
                  </a:lnTo>
                  <a:lnTo>
                    <a:pt x="27" y="166"/>
                  </a:lnTo>
                  <a:lnTo>
                    <a:pt x="28" y="167"/>
                  </a:lnTo>
                  <a:lnTo>
                    <a:pt x="31" y="169"/>
                  </a:lnTo>
                  <a:lnTo>
                    <a:pt x="33" y="168"/>
                  </a:lnTo>
                  <a:lnTo>
                    <a:pt x="36" y="167"/>
                  </a:lnTo>
                  <a:lnTo>
                    <a:pt x="40" y="163"/>
                  </a:lnTo>
                  <a:lnTo>
                    <a:pt x="40" y="161"/>
                  </a:lnTo>
                  <a:lnTo>
                    <a:pt x="39" y="159"/>
                  </a:lnTo>
                  <a:lnTo>
                    <a:pt x="38" y="158"/>
                  </a:lnTo>
                  <a:lnTo>
                    <a:pt x="37" y="155"/>
                  </a:lnTo>
                  <a:lnTo>
                    <a:pt x="36" y="154"/>
                  </a:lnTo>
                  <a:lnTo>
                    <a:pt x="36" y="153"/>
                  </a:lnTo>
                  <a:lnTo>
                    <a:pt x="37" y="152"/>
                  </a:lnTo>
                  <a:lnTo>
                    <a:pt x="38" y="152"/>
                  </a:lnTo>
                  <a:lnTo>
                    <a:pt x="38" y="151"/>
                  </a:lnTo>
                  <a:lnTo>
                    <a:pt x="39" y="151"/>
                  </a:lnTo>
                  <a:lnTo>
                    <a:pt x="39" y="150"/>
                  </a:lnTo>
                  <a:lnTo>
                    <a:pt x="38" y="151"/>
                  </a:lnTo>
                  <a:lnTo>
                    <a:pt x="36" y="151"/>
                  </a:lnTo>
                  <a:lnTo>
                    <a:pt x="34" y="152"/>
                  </a:lnTo>
                  <a:lnTo>
                    <a:pt x="31" y="153"/>
                  </a:lnTo>
                  <a:lnTo>
                    <a:pt x="28" y="155"/>
                  </a:lnTo>
                  <a:lnTo>
                    <a:pt x="25" y="155"/>
                  </a:lnTo>
                  <a:lnTo>
                    <a:pt x="23" y="157"/>
                  </a:lnTo>
                  <a:lnTo>
                    <a:pt x="21" y="158"/>
                  </a:lnTo>
                  <a:lnTo>
                    <a:pt x="16" y="158"/>
                  </a:lnTo>
                  <a:lnTo>
                    <a:pt x="14" y="157"/>
                  </a:lnTo>
                  <a:lnTo>
                    <a:pt x="13" y="156"/>
                  </a:lnTo>
                  <a:lnTo>
                    <a:pt x="13" y="155"/>
                  </a:lnTo>
                  <a:lnTo>
                    <a:pt x="13" y="151"/>
                  </a:lnTo>
                  <a:lnTo>
                    <a:pt x="13" y="145"/>
                  </a:lnTo>
                  <a:lnTo>
                    <a:pt x="16" y="139"/>
                  </a:lnTo>
                  <a:lnTo>
                    <a:pt x="17" y="135"/>
                  </a:lnTo>
                  <a:lnTo>
                    <a:pt x="17" y="132"/>
                  </a:lnTo>
                  <a:lnTo>
                    <a:pt x="16" y="130"/>
                  </a:lnTo>
                  <a:lnTo>
                    <a:pt x="16" y="124"/>
                  </a:lnTo>
                  <a:lnTo>
                    <a:pt x="17" y="124"/>
                  </a:lnTo>
                  <a:lnTo>
                    <a:pt x="18" y="123"/>
                  </a:lnTo>
                  <a:lnTo>
                    <a:pt x="18" y="122"/>
                  </a:lnTo>
                  <a:lnTo>
                    <a:pt x="19" y="121"/>
                  </a:lnTo>
                  <a:lnTo>
                    <a:pt x="20" y="120"/>
                  </a:lnTo>
                  <a:lnTo>
                    <a:pt x="19" y="119"/>
                  </a:lnTo>
                  <a:lnTo>
                    <a:pt x="19" y="117"/>
                  </a:lnTo>
                  <a:lnTo>
                    <a:pt x="18" y="116"/>
                  </a:lnTo>
                  <a:lnTo>
                    <a:pt x="17" y="114"/>
                  </a:lnTo>
                  <a:lnTo>
                    <a:pt x="17" y="86"/>
                  </a:lnTo>
                  <a:lnTo>
                    <a:pt x="18" y="75"/>
                  </a:lnTo>
                  <a:lnTo>
                    <a:pt x="21" y="66"/>
                  </a:lnTo>
                  <a:lnTo>
                    <a:pt x="21" y="62"/>
                  </a:lnTo>
                  <a:lnTo>
                    <a:pt x="21" y="43"/>
                  </a:lnTo>
                  <a:lnTo>
                    <a:pt x="21" y="33"/>
                  </a:lnTo>
                  <a:lnTo>
                    <a:pt x="21" y="21"/>
                  </a:lnTo>
                  <a:lnTo>
                    <a:pt x="21" y="16"/>
                  </a:lnTo>
                  <a:lnTo>
                    <a:pt x="22" y="7"/>
                  </a:lnTo>
                  <a:lnTo>
                    <a:pt x="23" y="7"/>
                  </a:lnTo>
                  <a:lnTo>
                    <a:pt x="24" y="8"/>
                  </a:lnTo>
                  <a:lnTo>
                    <a:pt x="25" y="8"/>
                  </a:lnTo>
                  <a:lnTo>
                    <a:pt x="27" y="6"/>
                  </a:lnTo>
                  <a:lnTo>
                    <a:pt x="27" y="4"/>
                  </a:lnTo>
                  <a:lnTo>
                    <a:pt x="28" y="3"/>
                  </a:lnTo>
                  <a:lnTo>
                    <a:pt x="28" y="2"/>
                  </a:lnTo>
                  <a:lnTo>
                    <a:pt x="29" y="2"/>
                  </a:lnTo>
                  <a:lnTo>
                    <a:pt x="30" y="3"/>
                  </a:lnTo>
                  <a:lnTo>
                    <a:pt x="31" y="3"/>
                  </a:lnTo>
                  <a:lnTo>
                    <a:pt x="33" y="4"/>
                  </a:lnTo>
                  <a:lnTo>
                    <a:pt x="35" y="6"/>
                  </a:lnTo>
                  <a:lnTo>
                    <a:pt x="36" y="6"/>
                  </a:lnTo>
                  <a:lnTo>
                    <a:pt x="38" y="5"/>
                  </a:lnTo>
                  <a:lnTo>
                    <a:pt x="39" y="2"/>
                  </a:lnTo>
                  <a:lnTo>
                    <a:pt x="4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5" name="Freeform 40"/>
            <p:cNvSpPr>
              <a:spLocks/>
            </p:cNvSpPr>
            <p:nvPr/>
          </p:nvSpPr>
          <p:spPr bwMode="auto">
            <a:xfrm>
              <a:off x="3028951" y="5508625"/>
              <a:ext cx="312738" cy="342900"/>
            </a:xfrm>
            <a:custGeom>
              <a:avLst/>
              <a:gdLst/>
              <a:ahLst/>
              <a:cxnLst>
                <a:cxn ang="0">
                  <a:pos x="43" y="2"/>
                </a:cxn>
                <a:cxn ang="0">
                  <a:pos x="51" y="3"/>
                </a:cxn>
                <a:cxn ang="0">
                  <a:pos x="69" y="20"/>
                </a:cxn>
                <a:cxn ang="0">
                  <a:pos x="87" y="30"/>
                </a:cxn>
                <a:cxn ang="0">
                  <a:pos x="118" y="46"/>
                </a:cxn>
                <a:cxn ang="0">
                  <a:pos x="145" y="62"/>
                </a:cxn>
                <a:cxn ang="0">
                  <a:pos x="160" y="73"/>
                </a:cxn>
                <a:cxn ang="0">
                  <a:pos x="181" y="92"/>
                </a:cxn>
                <a:cxn ang="0">
                  <a:pos x="197" y="118"/>
                </a:cxn>
                <a:cxn ang="0">
                  <a:pos x="186" y="136"/>
                </a:cxn>
                <a:cxn ang="0">
                  <a:pos x="162" y="160"/>
                </a:cxn>
                <a:cxn ang="0">
                  <a:pos x="165" y="163"/>
                </a:cxn>
                <a:cxn ang="0">
                  <a:pos x="171" y="167"/>
                </a:cxn>
                <a:cxn ang="0">
                  <a:pos x="162" y="179"/>
                </a:cxn>
                <a:cxn ang="0">
                  <a:pos x="149" y="182"/>
                </a:cxn>
                <a:cxn ang="0">
                  <a:pos x="153" y="191"/>
                </a:cxn>
                <a:cxn ang="0">
                  <a:pos x="149" y="204"/>
                </a:cxn>
                <a:cxn ang="0">
                  <a:pos x="151" y="216"/>
                </a:cxn>
                <a:cxn ang="0">
                  <a:pos x="128" y="210"/>
                </a:cxn>
                <a:cxn ang="0">
                  <a:pos x="98" y="194"/>
                </a:cxn>
                <a:cxn ang="0">
                  <a:pos x="93" y="196"/>
                </a:cxn>
                <a:cxn ang="0">
                  <a:pos x="92" y="197"/>
                </a:cxn>
                <a:cxn ang="0">
                  <a:pos x="88" y="191"/>
                </a:cxn>
                <a:cxn ang="0">
                  <a:pos x="84" y="196"/>
                </a:cxn>
                <a:cxn ang="0">
                  <a:pos x="79" y="195"/>
                </a:cxn>
                <a:cxn ang="0">
                  <a:pos x="75" y="193"/>
                </a:cxn>
                <a:cxn ang="0">
                  <a:pos x="73" y="195"/>
                </a:cxn>
                <a:cxn ang="0">
                  <a:pos x="70" y="199"/>
                </a:cxn>
                <a:cxn ang="0">
                  <a:pos x="69" y="190"/>
                </a:cxn>
                <a:cxn ang="0">
                  <a:pos x="71" y="169"/>
                </a:cxn>
                <a:cxn ang="0">
                  <a:pos x="79" y="146"/>
                </a:cxn>
                <a:cxn ang="0">
                  <a:pos x="86" y="136"/>
                </a:cxn>
                <a:cxn ang="0">
                  <a:pos x="96" y="130"/>
                </a:cxn>
                <a:cxn ang="0">
                  <a:pos x="111" y="115"/>
                </a:cxn>
                <a:cxn ang="0">
                  <a:pos x="114" y="105"/>
                </a:cxn>
                <a:cxn ang="0">
                  <a:pos x="112" y="99"/>
                </a:cxn>
                <a:cxn ang="0">
                  <a:pos x="103" y="92"/>
                </a:cxn>
                <a:cxn ang="0">
                  <a:pos x="95" y="84"/>
                </a:cxn>
                <a:cxn ang="0">
                  <a:pos x="86" y="84"/>
                </a:cxn>
                <a:cxn ang="0">
                  <a:pos x="71" y="75"/>
                </a:cxn>
                <a:cxn ang="0">
                  <a:pos x="63" y="67"/>
                </a:cxn>
                <a:cxn ang="0">
                  <a:pos x="60" y="62"/>
                </a:cxn>
                <a:cxn ang="0">
                  <a:pos x="43" y="61"/>
                </a:cxn>
                <a:cxn ang="0">
                  <a:pos x="34" y="70"/>
                </a:cxn>
                <a:cxn ang="0">
                  <a:pos x="28" y="75"/>
                </a:cxn>
                <a:cxn ang="0">
                  <a:pos x="23" y="69"/>
                </a:cxn>
                <a:cxn ang="0">
                  <a:pos x="20" y="59"/>
                </a:cxn>
                <a:cxn ang="0">
                  <a:pos x="18" y="49"/>
                </a:cxn>
                <a:cxn ang="0">
                  <a:pos x="10" y="46"/>
                </a:cxn>
                <a:cxn ang="0">
                  <a:pos x="6" y="41"/>
                </a:cxn>
                <a:cxn ang="0">
                  <a:pos x="5" y="38"/>
                </a:cxn>
                <a:cxn ang="0">
                  <a:pos x="0" y="29"/>
                </a:cxn>
                <a:cxn ang="0">
                  <a:pos x="12" y="18"/>
                </a:cxn>
                <a:cxn ang="0">
                  <a:pos x="24" y="1"/>
                </a:cxn>
              </a:cxnLst>
              <a:rect l="0" t="0" r="r" b="b"/>
              <a:pathLst>
                <a:path w="197" h="216">
                  <a:moveTo>
                    <a:pt x="26" y="0"/>
                  </a:moveTo>
                  <a:lnTo>
                    <a:pt x="29" y="0"/>
                  </a:lnTo>
                  <a:lnTo>
                    <a:pt x="43" y="2"/>
                  </a:lnTo>
                  <a:lnTo>
                    <a:pt x="48" y="2"/>
                  </a:lnTo>
                  <a:lnTo>
                    <a:pt x="50" y="3"/>
                  </a:lnTo>
                  <a:lnTo>
                    <a:pt x="51" y="3"/>
                  </a:lnTo>
                  <a:lnTo>
                    <a:pt x="53" y="4"/>
                  </a:lnTo>
                  <a:lnTo>
                    <a:pt x="61" y="13"/>
                  </a:lnTo>
                  <a:lnTo>
                    <a:pt x="69" y="20"/>
                  </a:lnTo>
                  <a:lnTo>
                    <a:pt x="76" y="25"/>
                  </a:lnTo>
                  <a:lnTo>
                    <a:pt x="81" y="28"/>
                  </a:lnTo>
                  <a:lnTo>
                    <a:pt x="87" y="30"/>
                  </a:lnTo>
                  <a:lnTo>
                    <a:pt x="96" y="34"/>
                  </a:lnTo>
                  <a:lnTo>
                    <a:pt x="106" y="40"/>
                  </a:lnTo>
                  <a:lnTo>
                    <a:pt x="118" y="46"/>
                  </a:lnTo>
                  <a:lnTo>
                    <a:pt x="128" y="52"/>
                  </a:lnTo>
                  <a:lnTo>
                    <a:pt x="138" y="58"/>
                  </a:lnTo>
                  <a:lnTo>
                    <a:pt x="145" y="62"/>
                  </a:lnTo>
                  <a:lnTo>
                    <a:pt x="150" y="65"/>
                  </a:lnTo>
                  <a:lnTo>
                    <a:pt x="153" y="67"/>
                  </a:lnTo>
                  <a:lnTo>
                    <a:pt x="160" y="73"/>
                  </a:lnTo>
                  <a:lnTo>
                    <a:pt x="166" y="79"/>
                  </a:lnTo>
                  <a:lnTo>
                    <a:pt x="174" y="86"/>
                  </a:lnTo>
                  <a:lnTo>
                    <a:pt x="181" y="92"/>
                  </a:lnTo>
                  <a:lnTo>
                    <a:pt x="191" y="102"/>
                  </a:lnTo>
                  <a:lnTo>
                    <a:pt x="195" y="109"/>
                  </a:lnTo>
                  <a:lnTo>
                    <a:pt x="197" y="118"/>
                  </a:lnTo>
                  <a:lnTo>
                    <a:pt x="197" y="123"/>
                  </a:lnTo>
                  <a:lnTo>
                    <a:pt x="192" y="131"/>
                  </a:lnTo>
                  <a:lnTo>
                    <a:pt x="186" y="136"/>
                  </a:lnTo>
                  <a:lnTo>
                    <a:pt x="178" y="143"/>
                  </a:lnTo>
                  <a:lnTo>
                    <a:pt x="163" y="158"/>
                  </a:lnTo>
                  <a:lnTo>
                    <a:pt x="162" y="160"/>
                  </a:lnTo>
                  <a:lnTo>
                    <a:pt x="162" y="161"/>
                  </a:lnTo>
                  <a:lnTo>
                    <a:pt x="164" y="162"/>
                  </a:lnTo>
                  <a:lnTo>
                    <a:pt x="165" y="163"/>
                  </a:lnTo>
                  <a:lnTo>
                    <a:pt x="167" y="163"/>
                  </a:lnTo>
                  <a:lnTo>
                    <a:pt x="169" y="164"/>
                  </a:lnTo>
                  <a:lnTo>
                    <a:pt x="171" y="167"/>
                  </a:lnTo>
                  <a:lnTo>
                    <a:pt x="171" y="176"/>
                  </a:lnTo>
                  <a:lnTo>
                    <a:pt x="170" y="180"/>
                  </a:lnTo>
                  <a:lnTo>
                    <a:pt x="162" y="179"/>
                  </a:lnTo>
                  <a:lnTo>
                    <a:pt x="154" y="179"/>
                  </a:lnTo>
                  <a:lnTo>
                    <a:pt x="150" y="180"/>
                  </a:lnTo>
                  <a:lnTo>
                    <a:pt x="149" y="182"/>
                  </a:lnTo>
                  <a:lnTo>
                    <a:pt x="150" y="185"/>
                  </a:lnTo>
                  <a:lnTo>
                    <a:pt x="152" y="187"/>
                  </a:lnTo>
                  <a:lnTo>
                    <a:pt x="153" y="191"/>
                  </a:lnTo>
                  <a:lnTo>
                    <a:pt x="154" y="194"/>
                  </a:lnTo>
                  <a:lnTo>
                    <a:pt x="152" y="199"/>
                  </a:lnTo>
                  <a:lnTo>
                    <a:pt x="149" y="204"/>
                  </a:lnTo>
                  <a:lnTo>
                    <a:pt x="148" y="207"/>
                  </a:lnTo>
                  <a:lnTo>
                    <a:pt x="148" y="211"/>
                  </a:lnTo>
                  <a:lnTo>
                    <a:pt x="151" y="216"/>
                  </a:lnTo>
                  <a:lnTo>
                    <a:pt x="143" y="216"/>
                  </a:lnTo>
                  <a:lnTo>
                    <a:pt x="135" y="213"/>
                  </a:lnTo>
                  <a:lnTo>
                    <a:pt x="128" y="210"/>
                  </a:lnTo>
                  <a:lnTo>
                    <a:pt x="110" y="201"/>
                  </a:lnTo>
                  <a:lnTo>
                    <a:pt x="102" y="197"/>
                  </a:lnTo>
                  <a:lnTo>
                    <a:pt x="98" y="194"/>
                  </a:lnTo>
                  <a:lnTo>
                    <a:pt x="97" y="194"/>
                  </a:lnTo>
                  <a:lnTo>
                    <a:pt x="96" y="194"/>
                  </a:lnTo>
                  <a:lnTo>
                    <a:pt x="93" y="196"/>
                  </a:lnTo>
                  <a:lnTo>
                    <a:pt x="93" y="197"/>
                  </a:lnTo>
                  <a:lnTo>
                    <a:pt x="93" y="198"/>
                  </a:lnTo>
                  <a:lnTo>
                    <a:pt x="92" y="197"/>
                  </a:lnTo>
                  <a:lnTo>
                    <a:pt x="90" y="194"/>
                  </a:lnTo>
                  <a:lnTo>
                    <a:pt x="89" y="193"/>
                  </a:lnTo>
                  <a:lnTo>
                    <a:pt x="88" y="191"/>
                  </a:lnTo>
                  <a:lnTo>
                    <a:pt x="87" y="191"/>
                  </a:lnTo>
                  <a:lnTo>
                    <a:pt x="85" y="193"/>
                  </a:lnTo>
                  <a:lnTo>
                    <a:pt x="84" y="196"/>
                  </a:lnTo>
                  <a:lnTo>
                    <a:pt x="82" y="197"/>
                  </a:lnTo>
                  <a:lnTo>
                    <a:pt x="81" y="197"/>
                  </a:lnTo>
                  <a:lnTo>
                    <a:pt x="79" y="195"/>
                  </a:lnTo>
                  <a:lnTo>
                    <a:pt x="77" y="194"/>
                  </a:lnTo>
                  <a:lnTo>
                    <a:pt x="76" y="194"/>
                  </a:lnTo>
                  <a:lnTo>
                    <a:pt x="75" y="193"/>
                  </a:lnTo>
                  <a:lnTo>
                    <a:pt x="74" y="193"/>
                  </a:lnTo>
                  <a:lnTo>
                    <a:pt x="74" y="194"/>
                  </a:lnTo>
                  <a:lnTo>
                    <a:pt x="73" y="195"/>
                  </a:lnTo>
                  <a:lnTo>
                    <a:pt x="73" y="197"/>
                  </a:lnTo>
                  <a:lnTo>
                    <a:pt x="71" y="199"/>
                  </a:lnTo>
                  <a:lnTo>
                    <a:pt x="70" y="199"/>
                  </a:lnTo>
                  <a:lnTo>
                    <a:pt x="69" y="198"/>
                  </a:lnTo>
                  <a:lnTo>
                    <a:pt x="68" y="198"/>
                  </a:lnTo>
                  <a:lnTo>
                    <a:pt x="69" y="190"/>
                  </a:lnTo>
                  <a:lnTo>
                    <a:pt x="70" y="181"/>
                  </a:lnTo>
                  <a:lnTo>
                    <a:pt x="71" y="174"/>
                  </a:lnTo>
                  <a:lnTo>
                    <a:pt x="71" y="169"/>
                  </a:lnTo>
                  <a:lnTo>
                    <a:pt x="73" y="163"/>
                  </a:lnTo>
                  <a:lnTo>
                    <a:pt x="76" y="154"/>
                  </a:lnTo>
                  <a:lnTo>
                    <a:pt x="79" y="146"/>
                  </a:lnTo>
                  <a:lnTo>
                    <a:pt x="82" y="141"/>
                  </a:lnTo>
                  <a:lnTo>
                    <a:pt x="84" y="138"/>
                  </a:lnTo>
                  <a:lnTo>
                    <a:pt x="86" y="136"/>
                  </a:lnTo>
                  <a:lnTo>
                    <a:pt x="92" y="134"/>
                  </a:lnTo>
                  <a:lnTo>
                    <a:pt x="95" y="133"/>
                  </a:lnTo>
                  <a:lnTo>
                    <a:pt x="96" y="130"/>
                  </a:lnTo>
                  <a:lnTo>
                    <a:pt x="100" y="125"/>
                  </a:lnTo>
                  <a:lnTo>
                    <a:pt x="104" y="120"/>
                  </a:lnTo>
                  <a:lnTo>
                    <a:pt x="111" y="115"/>
                  </a:lnTo>
                  <a:lnTo>
                    <a:pt x="117" y="112"/>
                  </a:lnTo>
                  <a:lnTo>
                    <a:pt x="117" y="110"/>
                  </a:lnTo>
                  <a:lnTo>
                    <a:pt x="114" y="105"/>
                  </a:lnTo>
                  <a:lnTo>
                    <a:pt x="114" y="103"/>
                  </a:lnTo>
                  <a:lnTo>
                    <a:pt x="113" y="101"/>
                  </a:lnTo>
                  <a:lnTo>
                    <a:pt x="112" y="99"/>
                  </a:lnTo>
                  <a:lnTo>
                    <a:pt x="110" y="97"/>
                  </a:lnTo>
                  <a:lnTo>
                    <a:pt x="106" y="93"/>
                  </a:lnTo>
                  <a:lnTo>
                    <a:pt x="103" y="92"/>
                  </a:lnTo>
                  <a:lnTo>
                    <a:pt x="101" y="89"/>
                  </a:lnTo>
                  <a:lnTo>
                    <a:pt x="98" y="85"/>
                  </a:lnTo>
                  <a:lnTo>
                    <a:pt x="95" y="84"/>
                  </a:lnTo>
                  <a:lnTo>
                    <a:pt x="93" y="83"/>
                  </a:lnTo>
                  <a:lnTo>
                    <a:pt x="88" y="83"/>
                  </a:lnTo>
                  <a:lnTo>
                    <a:pt x="86" y="84"/>
                  </a:lnTo>
                  <a:lnTo>
                    <a:pt x="81" y="84"/>
                  </a:lnTo>
                  <a:lnTo>
                    <a:pt x="73" y="78"/>
                  </a:lnTo>
                  <a:lnTo>
                    <a:pt x="71" y="75"/>
                  </a:lnTo>
                  <a:lnTo>
                    <a:pt x="67" y="72"/>
                  </a:lnTo>
                  <a:lnTo>
                    <a:pt x="66" y="69"/>
                  </a:lnTo>
                  <a:lnTo>
                    <a:pt x="63" y="67"/>
                  </a:lnTo>
                  <a:lnTo>
                    <a:pt x="62" y="66"/>
                  </a:lnTo>
                  <a:lnTo>
                    <a:pt x="60" y="64"/>
                  </a:lnTo>
                  <a:lnTo>
                    <a:pt x="60" y="62"/>
                  </a:lnTo>
                  <a:lnTo>
                    <a:pt x="59" y="60"/>
                  </a:lnTo>
                  <a:lnTo>
                    <a:pt x="45" y="60"/>
                  </a:lnTo>
                  <a:lnTo>
                    <a:pt x="43" y="61"/>
                  </a:lnTo>
                  <a:lnTo>
                    <a:pt x="41" y="62"/>
                  </a:lnTo>
                  <a:lnTo>
                    <a:pt x="35" y="67"/>
                  </a:lnTo>
                  <a:lnTo>
                    <a:pt x="34" y="70"/>
                  </a:lnTo>
                  <a:lnTo>
                    <a:pt x="33" y="72"/>
                  </a:lnTo>
                  <a:lnTo>
                    <a:pt x="31" y="74"/>
                  </a:lnTo>
                  <a:lnTo>
                    <a:pt x="28" y="75"/>
                  </a:lnTo>
                  <a:lnTo>
                    <a:pt x="26" y="75"/>
                  </a:lnTo>
                  <a:lnTo>
                    <a:pt x="25" y="73"/>
                  </a:lnTo>
                  <a:lnTo>
                    <a:pt x="23" y="69"/>
                  </a:lnTo>
                  <a:lnTo>
                    <a:pt x="23" y="67"/>
                  </a:lnTo>
                  <a:lnTo>
                    <a:pt x="22" y="66"/>
                  </a:lnTo>
                  <a:lnTo>
                    <a:pt x="20" y="59"/>
                  </a:lnTo>
                  <a:lnTo>
                    <a:pt x="19" y="51"/>
                  </a:lnTo>
                  <a:lnTo>
                    <a:pt x="18" y="50"/>
                  </a:lnTo>
                  <a:lnTo>
                    <a:pt x="18" y="49"/>
                  </a:lnTo>
                  <a:lnTo>
                    <a:pt x="15" y="49"/>
                  </a:lnTo>
                  <a:lnTo>
                    <a:pt x="13" y="48"/>
                  </a:lnTo>
                  <a:lnTo>
                    <a:pt x="10" y="46"/>
                  </a:lnTo>
                  <a:lnTo>
                    <a:pt x="8" y="44"/>
                  </a:lnTo>
                  <a:lnTo>
                    <a:pt x="7" y="43"/>
                  </a:lnTo>
                  <a:lnTo>
                    <a:pt x="6" y="41"/>
                  </a:lnTo>
                  <a:lnTo>
                    <a:pt x="6" y="41"/>
                  </a:lnTo>
                  <a:lnTo>
                    <a:pt x="5" y="40"/>
                  </a:lnTo>
                  <a:lnTo>
                    <a:pt x="5" y="38"/>
                  </a:lnTo>
                  <a:lnTo>
                    <a:pt x="3" y="34"/>
                  </a:lnTo>
                  <a:lnTo>
                    <a:pt x="3" y="32"/>
                  </a:lnTo>
                  <a:lnTo>
                    <a:pt x="0" y="29"/>
                  </a:lnTo>
                  <a:lnTo>
                    <a:pt x="3" y="26"/>
                  </a:lnTo>
                  <a:lnTo>
                    <a:pt x="6" y="25"/>
                  </a:lnTo>
                  <a:lnTo>
                    <a:pt x="12" y="18"/>
                  </a:lnTo>
                  <a:lnTo>
                    <a:pt x="14" y="14"/>
                  </a:lnTo>
                  <a:lnTo>
                    <a:pt x="17" y="8"/>
                  </a:lnTo>
                  <a:lnTo>
                    <a:pt x="24" y="1"/>
                  </a:lnTo>
                  <a:lnTo>
                    <a:pt x="25" y="1"/>
                  </a:lnTo>
                  <a:lnTo>
                    <a:pt x="2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6" name="Freeform 41"/>
            <p:cNvSpPr>
              <a:spLocks/>
            </p:cNvSpPr>
            <p:nvPr/>
          </p:nvSpPr>
          <p:spPr bwMode="auto">
            <a:xfrm>
              <a:off x="3505201" y="5572125"/>
              <a:ext cx="65088" cy="15875"/>
            </a:xfrm>
            <a:custGeom>
              <a:avLst/>
              <a:gdLst/>
              <a:ahLst/>
              <a:cxnLst>
                <a:cxn ang="0">
                  <a:pos x="0" y="0"/>
                </a:cxn>
                <a:cxn ang="0">
                  <a:pos x="13" y="1"/>
                </a:cxn>
                <a:cxn ang="0">
                  <a:pos x="41" y="1"/>
                </a:cxn>
                <a:cxn ang="0">
                  <a:pos x="36" y="4"/>
                </a:cxn>
                <a:cxn ang="0">
                  <a:pos x="34" y="5"/>
                </a:cxn>
                <a:cxn ang="0">
                  <a:pos x="33" y="7"/>
                </a:cxn>
                <a:cxn ang="0">
                  <a:pos x="32" y="8"/>
                </a:cxn>
                <a:cxn ang="0">
                  <a:pos x="31" y="9"/>
                </a:cxn>
                <a:cxn ang="0">
                  <a:pos x="29" y="9"/>
                </a:cxn>
                <a:cxn ang="0">
                  <a:pos x="25" y="10"/>
                </a:cxn>
                <a:cxn ang="0">
                  <a:pos x="19" y="9"/>
                </a:cxn>
                <a:cxn ang="0">
                  <a:pos x="14" y="7"/>
                </a:cxn>
                <a:cxn ang="0">
                  <a:pos x="8" y="6"/>
                </a:cxn>
                <a:cxn ang="0">
                  <a:pos x="7" y="6"/>
                </a:cxn>
                <a:cxn ang="0">
                  <a:pos x="5" y="7"/>
                </a:cxn>
                <a:cxn ang="0">
                  <a:pos x="4" y="7"/>
                </a:cxn>
                <a:cxn ang="0">
                  <a:pos x="2" y="8"/>
                </a:cxn>
                <a:cxn ang="0">
                  <a:pos x="0" y="0"/>
                </a:cxn>
              </a:cxnLst>
              <a:rect l="0" t="0" r="r" b="b"/>
              <a:pathLst>
                <a:path w="41" h="10">
                  <a:moveTo>
                    <a:pt x="0" y="0"/>
                  </a:moveTo>
                  <a:lnTo>
                    <a:pt x="13" y="1"/>
                  </a:lnTo>
                  <a:lnTo>
                    <a:pt x="41" y="1"/>
                  </a:lnTo>
                  <a:lnTo>
                    <a:pt x="36" y="4"/>
                  </a:lnTo>
                  <a:lnTo>
                    <a:pt x="34" y="5"/>
                  </a:lnTo>
                  <a:lnTo>
                    <a:pt x="33" y="7"/>
                  </a:lnTo>
                  <a:lnTo>
                    <a:pt x="32" y="8"/>
                  </a:lnTo>
                  <a:lnTo>
                    <a:pt x="31" y="9"/>
                  </a:lnTo>
                  <a:lnTo>
                    <a:pt x="29" y="9"/>
                  </a:lnTo>
                  <a:lnTo>
                    <a:pt x="25" y="10"/>
                  </a:lnTo>
                  <a:lnTo>
                    <a:pt x="19" y="9"/>
                  </a:lnTo>
                  <a:lnTo>
                    <a:pt x="14" y="7"/>
                  </a:lnTo>
                  <a:lnTo>
                    <a:pt x="8" y="6"/>
                  </a:lnTo>
                  <a:lnTo>
                    <a:pt x="7" y="6"/>
                  </a:lnTo>
                  <a:lnTo>
                    <a:pt x="5" y="7"/>
                  </a:lnTo>
                  <a:lnTo>
                    <a:pt x="4" y="7"/>
                  </a:lnTo>
                  <a:lnTo>
                    <a:pt x="2" y="8"/>
                  </a:lnTo>
                  <a:lnTo>
                    <a:pt x="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7" name="Freeform 42"/>
            <p:cNvSpPr>
              <a:spLocks/>
            </p:cNvSpPr>
            <p:nvPr/>
          </p:nvSpPr>
          <p:spPr bwMode="auto">
            <a:xfrm>
              <a:off x="3397251" y="5567363"/>
              <a:ext cx="166688" cy="141288"/>
            </a:xfrm>
            <a:custGeom>
              <a:avLst/>
              <a:gdLst/>
              <a:ahLst/>
              <a:cxnLst>
                <a:cxn ang="0">
                  <a:pos x="56" y="0"/>
                </a:cxn>
                <a:cxn ang="0">
                  <a:pos x="63" y="2"/>
                </a:cxn>
                <a:cxn ang="0">
                  <a:pos x="68" y="3"/>
                </a:cxn>
                <a:cxn ang="0">
                  <a:pos x="68" y="12"/>
                </a:cxn>
                <a:cxn ang="0">
                  <a:pos x="65" y="13"/>
                </a:cxn>
                <a:cxn ang="0">
                  <a:pos x="64" y="14"/>
                </a:cxn>
                <a:cxn ang="0">
                  <a:pos x="66" y="15"/>
                </a:cxn>
                <a:cxn ang="0">
                  <a:pos x="69" y="16"/>
                </a:cxn>
                <a:cxn ang="0">
                  <a:pos x="73" y="19"/>
                </a:cxn>
                <a:cxn ang="0">
                  <a:pos x="82" y="20"/>
                </a:cxn>
                <a:cxn ang="0">
                  <a:pos x="90" y="24"/>
                </a:cxn>
                <a:cxn ang="0">
                  <a:pos x="94" y="30"/>
                </a:cxn>
                <a:cxn ang="0">
                  <a:pos x="99" y="35"/>
                </a:cxn>
                <a:cxn ang="0">
                  <a:pos x="99" y="40"/>
                </a:cxn>
                <a:cxn ang="0">
                  <a:pos x="102" y="44"/>
                </a:cxn>
                <a:cxn ang="0">
                  <a:pos x="105" y="47"/>
                </a:cxn>
                <a:cxn ang="0">
                  <a:pos x="93" y="59"/>
                </a:cxn>
                <a:cxn ang="0">
                  <a:pos x="86" y="65"/>
                </a:cxn>
                <a:cxn ang="0">
                  <a:pos x="85" y="71"/>
                </a:cxn>
                <a:cxn ang="0">
                  <a:pos x="84" y="73"/>
                </a:cxn>
                <a:cxn ang="0">
                  <a:pos x="76" y="76"/>
                </a:cxn>
                <a:cxn ang="0">
                  <a:pos x="63" y="84"/>
                </a:cxn>
                <a:cxn ang="0">
                  <a:pos x="38" y="72"/>
                </a:cxn>
                <a:cxn ang="0">
                  <a:pos x="3" y="27"/>
                </a:cxn>
                <a:cxn ang="0">
                  <a:pos x="5" y="25"/>
                </a:cxn>
                <a:cxn ang="0">
                  <a:pos x="18" y="31"/>
                </a:cxn>
                <a:cxn ang="0">
                  <a:pos x="28" y="36"/>
                </a:cxn>
                <a:cxn ang="0">
                  <a:pos x="35" y="32"/>
                </a:cxn>
                <a:cxn ang="0">
                  <a:pos x="39" y="28"/>
                </a:cxn>
                <a:cxn ang="0">
                  <a:pos x="42" y="24"/>
                </a:cxn>
                <a:cxn ang="0">
                  <a:pos x="40" y="18"/>
                </a:cxn>
                <a:cxn ang="0">
                  <a:pos x="32" y="4"/>
                </a:cxn>
                <a:cxn ang="0">
                  <a:pos x="48" y="0"/>
                </a:cxn>
              </a:cxnLst>
              <a:rect l="0" t="0" r="r" b="b"/>
              <a:pathLst>
                <a:path w="105" h="89">
                  <a:moveTo>
                    <a:pt x="48" y="0"/>
                  </a:moveTo>
                  <a:lnTo>
                    <a:pt x="56" y="0"/>
                  </a:lnTo>
                  <a:lnTo>
                    <a:pt x="61" y="2"/>
                  </a:lnTo>
                  <a:lnTo>
                    <a:pt x="63" y="2"/>
                  </a:lnTo>
                  <a:lnTo>
                    <a:pt x="64" y="3"/>
                  </a:lnTo>
                  <a:lnTo>
                    <a:pt x="68" y="3"/>
                  </a:lnTo>
                  <a:lnTo>
                    <a:pt x="70" y="11"/>
                  </a:lnTo>
                  <a:lnTo>
                    <a:pt x="68" y="12"/>
                  </a:lnTo>
                  <a:lnTo>
                    <a:pt x="66" y="12"/>
                  </a:lnTo>
                  <a:lnTo>
                    <a:pt x="65" y="13"/>
                  </a:lnTo>
                  <a:lnTo>
                    <a:pt x="64" y="13"/>
                  </a:lnTo>
                  <a:lnTo>
                    <a:pt x="64" y="14"/>
                  </a:lnTo>
                  <a:lnTo>
                    <a:pt x="65" y="14"/>
                  </a:lnTo>
                  <a:lnTo>
                    <a:pt x="66" y="15"/>
                  </a:lnTo>
                  <a:lnTo>
                    <a:pt x="68" y="15"/>
                  </a:lnTo>
                  <a:lnTo>
                    <a:pt x="69" y="16"/>
                  </a:lnTo>
                  <a:lnTo>
                    <a:pt x="72" y="18"/>
                  </a:lnTo>
                  <a:lnTo>
                    <a:pt x="73" y="19"/>
                  </a:lnTo>
                  <a:lnTo>
                    <a:pt x="74" y="20"/>
                  </a:lnTo>
                  <a:lnTo>
                    <a:pt x="82" y="20"/>
                  </a:lnTo>
                  <a:lnTo>
                    <a:pt x="85" y="21"/>
                  </a:lnTo>
                  <a:lnTo>
                    <a:pt x="90" y="24"/>
                  </a:lnTo>
                  <a:lnTo>
                    <a:pt x="92" y="26"/>
                  </a:lnTo>
                  <a:lnTo>
                    <a:pt x="94" y="30"/>
                  </a:lnTo>
                  <a:lnTo>
                    <a:pt x="98" y="33"/>
                  </a:lnTo>
                  <a:lnTo>
                    <a:pt x="99" y="35"/>
                  </a:lnTo>
                  <a:lnTo>
                    <a:pt x="99" y="38"/>
                  </a:lnTo>
                  <a:lnTo>
                    <a:pt x="99" y="40"/>
                  </a:lnTo>
                  <a:lnTo>
                    <a:pt x="101" y="42"/>
                  </a:lnTo>
                  <a:lnTo>
                    <a:pt x="102" y="44"/>
                  </a:lnTo>
                  <a:lnTo>
                    <a:pt x="104" y="45"/>
                  </a:lnTo>
                  <a:lnTo>
                    <a:pt x="105" y="47"/>
                  </a:lnTo>
                  <a:lnTo>
                    <a:pt x="99" y="53"/>
                  </a:lnTo>
                  <a:lnTo>
                    <a:pt x="93" y="59"/>
                  </a:lnTo>
                  <a:lnTo>
                    <a:pt x="88" y="64"/>
                  </a:lnTo>
                  <a:lnTo>
                    <a:pt x="86" y="65"/>
                  </a:lnTo>
                  <a:lnTo>
                    <a:pt x="85" y="67"/>
                  </a:lnTo>
                  <a:lnTo>
                    <a:pt x="85" y="71"/>
                  </a:lnTo>
                  <a:lnTo>
                    <a:pt x="84" y="72"/>
                  </a:lnTo>
                  <a:lnTo>
                    <a:pt x="84" y="73"/>
                  </a:lnTo>
                  <a:lnTo>
                    <a:pt x="81" y="75"/>
                  </a:lnTo>
                  <a:lnTo>
                    <a:pt x="76" y="76"/>
                  </a:lnTo>
                  <a:lnTo>
                    <a:pt x="71" y="80"/>
                  </a:lnTo>
                  <a:lnTo>
                    <a:pt x="63" y="84"/>
                  </a:lnTo>
                  <a:lnTo>
                    <a:pt x="56" y="89"/>
                  </a:lnTo>
                  <a:lnTo>
                    <a:pt x="38" y="72"/>
                  </a:lnTo>
                  <a:lnTo>
                    <a:pt x="0" y="35"/>
                  </a:lnTo>
                  <a:lnTo>
                    <a:pt x="3" y="27"/>
                  </a:lnTo>
                  <a:lnTo>
                    <a:pt x="4" y="26"/>
                  </a:lnTo>
                  <a:lnTo>
                    <a:pt x="5" y="25"/>
                  </a:lnTo>
                  <a:lnTo>
                    <a:pt x="9" y="26"/>
                  </a:lnTo>
                  <a:lnTo>
                    <a:pt x="18" y="31"/>
                  </a:lnTo>
                  <a:lnTo>
                    <a:pt x="23" y="34"/>
                  </a:lnTo>
                  <a:lnTo>
                    <a:pt x="28" y="36"/>
                  </a:lnTo>
                  <a:lnTo>
                    <a:pt x="31" y="36"/>
                  </a:lnTo>
                  <a:lnTo>
                    <a:pt x="35" y="32"/>
                  </a:lnTo>
                  <a:lnTo>
                    <a:pt x="38" y="30"/>
                  </a:lnTo>
                  <a:lnTo>
                    <a:pt x="39" y="28"/>
                  </a:lnTo>
                  <a:lnTo>
                    <a:pt x="41" y="26"/>
                  </a:lnTo>
                  <a:lnTo>
                    <a:pt x="42" y="24"/>
                  </a:lnTo>
                  <a:lnTo>
                    <a:pt x="42" y="22"/>
                  </a:lnTo>
                  <a:lnTo>
                    <a:pt x="40" y="18"/>
                  </a:lnTo>
                  <a:lnTo>
                    <a:pt x="37" y="12"/>
                  </a:lnTo>
                  <a:lnTo>
                    <a:pt x="32" y="4"/>
                  </a:lnTo>
                  <a:lnTo>
                    <a:pt x="39" y="1"/>
                  </a:lnTo>
                  <a:lnTo>
                    <a:pt x="4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8" name="Freeform 43"/>
            <p:cNvSpPr>
              <a:spLocks/>
            </p:cNvSpPr>
            <p:nvPr/>
          </p:nvSpPr>
          <p:spPr bwMode="auto">
            <a:xfrm>
              <a:off x="3351213" y="5345113"/>
              <a:ext cx="392113" cy="193675"/>
            </a:xfrm>
            <a:custGeom>
              <a:avLst/>
              <a:gdLst/>
              <a:ahLst/>
              <a:cxnLst>
                <a:cxn ang="0">
                  <a:pos x="151" y="0"/>
                </a:cxn>
                <a:cxn ang="0">
                  <a:pos x="154" y="2"/>
                </a:cxn>
                <a:cxn ang="0">
                  <a:pos x="177" y="18"/>
                </a:cxn>
                <a:cxn ang="0">
                  <a:pos x="191" y="34"/>
                </a:cxn>
                <a:cxn ang="0">
                  <a:pos x="189" y="43"/>
                </a:cxn>
                <a:cxn ang="0">
                  <a:pos x="184" y="54"/>
                </a:cxn>
                <a:cxn ang="0">
                  <a:pos x="191" y="63"/>
                </a:cxn>
                <a:cxn ang="0">
                  <a:pos x="204" y="72"/>
                </a:cxn>
                <a:cxn ang="0">
                  <a:pos x="218" y="77"/>
                </a:cxn>
                <a:cxn ang="0">
                  <a:pos x="223" y="77"/>
                </a:cxn>
                <a:cxn ang="0">
                  <a:pos x="239" y="75"/>
                </a:cxn>
                <a:cxn ang="0">
                  <a:pos x="241" y="79"/>
                </a:cxn>
                <a:cxn ang="0">
                  <a:pos x="244" y="81"/>
                </a:cxn>
                <a:cxn ang="0">
                  <a:pos x="247" y="89"/>
                </a:cxn>
                <a:cxn ang="0">
                  <a:pos x="240" y="93"/>
                </a:cxn>
                <a:cxn ang="0">
                  <a:pos x="238" y="98"/>
                </a:cxn>
                <a:cxn ang="0">
                  <a:pos x="238" y="102"/>
                </a:cxn>
                <a:cxn ang="0">
                  <a:pos x="229" y="106"/>
                </a:cxn>
                <a:cxn ang="0">
                  <a:pos x="223" y="108"/>
                </a:cxn>
                <a:cxn ang="0">
                  <a:pos x="216" y="112"/>
                </a:cxn>
                <a:cxn ang="0">
                  <a:pos x="204" y="118"/>
                </a:cxn>
                <a:cxn ang="0">
                  <a:pos x="199" y="121"/>
                </a:cxn>
                <a:cxn ang="0">
                  <a:pos x="179" y="122"/>
                </a:cxn>
                <a:cxn ang="0">
                  <a:pos x="174" y="115"/>
                </a:cxn>
                <a:cxn ang="0">
                  <a:pos x="165" y="105"/>
                </a:cxn>
                <a:cxn ang="0">
                  <a:pos x="152" y="95"/>
                </a:cxn>
                <a:cxn ang="0">
                  <a:pos x="144" y="87"/>
                </a:cxn>
                <a:cxn ang="0">
                  <a:pos x="122" y="85"/>
                </a:cxn>
                <a:cxn ang="0">
                  <a:pos x="108" y="91"/>
                </a:cxn>
                <a:cxn ang="0">
                  <a:pos x="102" y="95"/>
                </a:cxn>
                <a:cxn ang="0">
                  <a:pos x="76" y="94"/>
                </a:cxn>
                <a:cxn ang="0">
                  <a:pos x="59" y="77"/>
                </a:cxn>
                <a:cxn ang="0">
                  <a:pos x="35" y="55"/>
                </a:cxn>
                <a:cxn ang="0">
                  <a:pos x="11" y="32"/>
                </a:cxn>
                <a:cxn ang="0">
                  <a:pos x="4" y="22"/>
                </a:cxn>
                <a:cxn ang="0">
                  <a:pos x="33" y="14"/>
                </a:cxn>
                <a:cxn ang="0">
                  <a:pos x="49" y="8"/>
                </a:cxn>
                <a:cxn ang="0">
                  <a:pos x="56" y="9"/>
                </a:cxn>
                <a:cxn ang="0">
                  <a:pos x="66" y="18"/>
                </a:cxn>
                <a:cxn ang="0">
                  <a:pos x="71" y="27"/>
                </a:cxn>
                <a:cxn ang="0">
                  <a:pos x="70" y="37"/>
                </a:cxn>
                <a:cxn ang="0">
                  <a:pos x="73" y="43"/>
                </a:cxn>
                <a:cxn ang="0">
                  <a:pos x="77" y="44"/>
                </a:cxn>
                <a:cxn ang="0">
                  <a:pos x="83" y="43"/>
                </a:cxn>
                <a:cxn ang="0">
                  <a:pos x="84" y="36"/>
                </a:cxn>
                <a:cxn ang="0">
                  <a:pos x="86" y="33"/>
                </a:cxn>
                <a:cxn ang="0">
                  <a:pos x="92" y="35"/>
                </a:cxn>
                <a:cxn ang="0">
                  <a:pos x="108" y="49"/>
                </a:cxn>
                <a:cxn ang="0">
                  <a:pos x="122" y="51"/>
                </a:cxn>
                <a:cxn ang="0">
                  <a:pos x="132" y="51"/>
                </a:cxn>
                <a:cxn ang="0">
                  <a:pos x="135" y="52"/>
                </a:cxn>
                <a:cxn ang="0">
                  <a:pos x="137" y="51"/>
                </a:cxn>
                <a:cxn ang="0">
                  <a:pos x="133" y="43"/>
                </a:cxn>
                <a:cxn ang="0">
                  <a:pos x="128" y="29"/>
                </a:cxn>
                <a:cxn ang="0">
                  <a:pos x="128" y="17"/>
                </a:cxn>
                <a:cxn ang="0">
                  <a:pos x="132" y="18"/>
                </a:cxn>
                <a:cxn ang="0">
                  <a:pos x="137" y="17"/>
                </a:cxn>
                <a:cxn ang="0">
                  <a:pos x="136" y="10"/>
                </a:cxn>
                <a:cxn ang="0">
                  <a:pos x="143" y="7"/>
                </a:cxn>
                <a:cxn ang="0">
                  <a:pos x="147" y="1"/>
                </a:cxn>
                <a:cxn ang="0">
                  <a:pos x="150" y="0"/>
                </a:cxn>
              </a:cxnLst>
              <a:rect l="0" t="0" r="r" b="b"/>
              <a:pathLst>
                <a:path w="247" h="122">
                  <a:moveTo>
                    <a:pt x="150" y="0"/>
                  </a:moveTo>
                  <a:lnTo>
                    <a:pt x="151" y="0"/>
                  </a:lnTo>
                  <a:lnTo>
                    <a:pt x="153" y="1"/>
                  </a:lnTo>
                  <a:lnTo>
                    <a:pt x="154" y="2"/>
                  </a:lnTo>
                  <a:lnTo>
                    <a:pt x="164" y="10"/>
                  </a:lnTo>
                  <a:lnTo>
                    <a:pt x="177" y="18"/>
                  </a:lnTo>
                  <a:lnTo>
                    <a:pt x="188" y="28"/>
                  </a:lnTo>
                  <a:lnTo>
                    <a:pt x="191" y="34"/>
                  </a:lnTo>
                  <a:lnTo>
                    <a:pt x="191" y="38"/>
                  </a:lnTo>
                  <a:lnTo>
                    <a:pt x="189" y="43"/>
                  </a:lnTo>
                  <a:lnTo>
                    <a:pt x="184" y="50"/>
                  </a:lnTo>
                  <a:lnTo>
                    <a:pt x="184" y="54"/>
                  </a:lnTo>
                  <a:lnTo>
                    <a:pt x="186" y="59"/>
                  </a:lnTo>
                  <a:lnTo>
                    <a:pt x="191" y="63"/>
                  </a:lnTo>
                  <a:lnTo>
                    <a:pt x="197" y="68"/>
                  </a:lnTo>
                  <a:lnTo>
                    <a:pt x="204" y="72"/>
                  </a:lnTo>
                  <a:lnTo>
                    <a:pt x="212" y="75"/>
                  </a:lnTo>
                  <a:lnTo>
                    <a:pt x="218" y="77"/>
                  </a:lnTo>
                  <a:lnTo>
                    <a:pt x="221" y="77"/>
                  </a:lnTo>
                  <a:lnTo>
                    <a:pt x="223" y="77"/>
                  </a:lnTo>
                  <a:lnTo>
                    <a:pt x="234" y="75"/>
                  </a:lnTo>
                  <a:lnTo>
                    <a:pt x="239" y="75"/>
                  </a:lnTo>
                  <a:lnTo>
                    <a:pt x="239" y="78"/>
                  </a:lnTo>
                  <a:lnTo>
                    <a:pt x="241" y="79"/>
                  </a:lnTo>
                  <a:lnTo>
                    <a:pt x="242" y="80"/>
                  </a:lnTo>
                  <a:lnTo>
                    <a:pt x="244" y="81"/>
                  </a:lnTo>
                  <a:lnTo>
                    <a:pt x="247" y="84"/>
                  </a:lnTo>
                  <a:lnTo>
                    <a:pt x="247" y="89"/>
                  </a:lnTo>
                  <a:lnTo>
                    <a:pt x="246" y="90"/>
                  </a:lnTo>
                  <a:lnTo>
                    <a:pt x="240" y="93"/>
                  </a:lnTo>
                  <a:lnTo>
                    <a:pt x="238" y="96"/>
                  </a:lnTo>
                  <a:lnTo>
                    <a:pt x="238" y="98"/>
                  </a:lnTo>
                  <a:lnTo>
                    <a:pt x="238" y="100"/>
                  </a:lnTo>
                  <a:lnTo>
                    <a:pt x="238" y="102"/>
                  </a:lnTo>
                  <a:lnTo>
                    <a:pt x="237" y="103"/>
                  </a:lnTo>
                  <a:lnTo>
                    <a:pt x="229" y="106"/>
                  </a:lnTo>
                  <a:lnTo>
                    <a:pt x="225" y="106"/>
                  </a:lnTo>
                  <a:lnTo>
                    <a:pt x="223" y="108"/>
                  </a:lnTo>
                  <a:lnTo>
                    <a:pt x="222" y="110"/>
                  </a:lnTo>
                  <a:lnTo>
                    <a:pt x="216" y="112"/>
                  </a:lnTo>
                  <a:lnTo>
                    <a:pt x="209" y="115"/>
                  </a:lnTo>
                  <a:lnTo>
                    <a:pt x="204" y="118"/>
                  </a:lnTo>
                  <a:lnTo>
                    <a:pt x="201" y="120"/>
                  </a:lnTo>
                  <a:lnTo>
                    <a:pt x="199" y="121"/>
                  </a:lnTo>
                  <a:lnTo>
                    <a:pt x="184" y="121"/>
                  </a:lnTo>
                  <a:lnTo>
                    <a:pt x="179" y="122"/>
                  </a:lnTo>
                  <a:lnTo>
                    <a:pt x="177" y="120"/>
                  </a:lnTo>
                  <a:lnTo>
                    <a:pt x="174" y="115"/>
                  </a:lnTo>
                  <a:lnTo>
                    <a:pt x="170" y="109"/>
                  </a:lnTo>
                  <a:lnTo>
                    <a:pt x="165" y="105"/>
                  </a:lnTo>
                  <a:lnTo>
                    <a:pt x="158" y="101"/>
                  </a:lnTo>
                  <a:lnTo>
                    <a:pt x="152" y="95"/>
                  </a:lnTo>
                  <a:lnTo>
                    <a:pt x="148" y="90"/>
                  </a:lnTo>
                  <a:lnTo>
                    <a:pt x="144" y="87"/>
                  </a:lnTo>
                  <a:lnTo>
                    <a:pt x="137" y="85"/>
                  </a:lnTo>
                  <a:lnTo>
                    <a:pt x="122" y="85"/>
                  </a:lnTo>
                  <a:lnTo>
                    <a:pt x="114" y="87"/>
                  </a:lnTo>
                  <a:lnTo>
                    <a:pt x="108" y="91"/>
                  </a:lnTo>
                  <a:lnTo>
                    <a:pt x="105" y="94"/>
                  </a:lnTo>
                  <a:lnTo>
                    <a:pt x="102" y="95"/>
                  </a:lnTo>
                  <a:lnTo>
                    <a:pt x="95" y="95"/>
                  </a:lnTo>
                  <a:lnTo>
                    <a:pt x="76" y="94"/>
                  </a:lnTo>
                  <a:lnTo>
                    <a:pt x="68" y="86"/>
                  </a:lnTo>
                  <a:lnTo>
                    <a:pt x="59" y="77"/>
                  </a:lnTo>
                  <a:lnTo>
                    <a:pt x="47" y="67"/>
                  </a:lnTo>
                  <a:lnTo>
                    <a:pt x="35" y="55"/>
                  </a:lnTo>
                  <a:lnTo>
                    <a:pt x="23" y="43"/>
                  </a:lnTo>
                  <a:lnTo>
                    <a:pt x="11" y="32"/>
                  </a:lnTo>
                  <a:lnTo>
                    <a:pt x="0" y="22"/>
                  </a:lnTo>
                  <a:lnTo>
                    <a:pt x="4" y="22"/>
                  </a:lnTo>
                  <a:lnTo>
                    <a:pt x="20" y="18"/>
                  </a:lnTo>
                  <a:lnTo>
                    <a:pt x="33" y="14"/>
                  </a:lnTo>
                  <a:lnTo>
                    <a:pt x="38" y="11"/>
                  </a:lnTo>
                  <a:lnTo>
                    <a:pt x="49" y="8"/>
                  </a:lnTo>
                  <a:lnTo>
                    <a:pt x="52" y="8"/>
                  </a:lnTo>
                  <a:lnTo>
                    <a:pt x="56" y="9"/>
                  </a:lnTo>
                  <a:lnTo>
                    <a:pt x="60" y="14"/>
                  </a:lnTo>
                  <a:lnTo>
                    <a:pt x="66" y="18"/>
                  </a:lnTo>
                  <a:lnTo>
                    <a:pt x="69" y="24"/>
                  </a:lnTo>
                  <a:lnTo>
                    <a:pt x="71" y="27"/>
                  </a:lnTo>
                  <a:lnTo>
                    <a:pt x="71" y="32"/>
                  </a:lnTo>
                  <a:lnTo>
                    <a:pt x="70" y="37"/>
                  </a:lnTo>
                  <a:lnTo>
                    <a:pt x="71" y="42"/>
                  </a:lnTo>
                  <a:lnTo>
                    <a:pt x="73" y="43"/>
                  </a:lnTo>
                  <a:lnTo>
                    <a:pt x="76" y="43"/>
                  </a:lnTo>
                  <a:lnTo>
                    <a:pt x="77" y="44"/>
                  </a:lnTo>
                  <a:lnTo>
                    <a:pt x="81" y="44"/>
                  </a:lnTo>
                  <a:lnTo>
                    <a:pt x="83" y="43"/>
                  </a:lnTo>
                  <a:lnTo>
                    <a:pt x="84" y="41"/>
                  </a:lnTo>
                  <a:lnTo>
                    <a:pt x="84" y="36"/>
                  </a:lnTo>
                  <a:lnTo>
                    <a:pt x="85" y="35"/>
                  </a:lnTo>
                  <a:lnTo>
                    <a:pt x="86" y="33"/>
                  </a:lnTo>
                  <a:lnTo>
                    <a:pt x="88" y="33"/>
                  </a:lnTo>
                  <a:lnTo>
                    <a:pt x="92" y="35"/>
                  </a:lnTo>
                  <a:lnTo>
                    <a:pt x="102" y="45"/>
                  </a:lnTo>
                  <a:lnTo>
                    <a:pt x="108" y="49"/>
                  </a:lnTo>
                  <a:lnTo>
                    <a:pt x="114" y="51"/>
                  </a:lnTo>
                  <a:lnTo>
                    <a:pt x="122" y="51"/>
                  </a:lnTo>
                  <a:lnTo>
                    <a:pt x="128" y="50"/>
                  </a:lnTo>
                  <a:lnTo>
                    <a:pt x="132" y="51"/>
                  </a:lnTo>
                  <a:lnTo>
                    <a:pt x="133" y="52"/>
                  </a:lnTo>
                  <a:lnTo>
                    <a:pt x="135" y="52"/>
                  </a:lnTo>
                  <a:lnTo>
                    <a:pt x="137" y="52"/>
                  </a:lnTo>
                  <a:lnTo>
                    <a:pt x="137" y="51"/>
                  </a:lnTo>
                  <a:lnTo>
                    <a:pt x="136" y="49"/>
                  </a:lnTo>
                  <a:lnTo>
                    <a:pt x="133" y="43"/>
                  </a:lnTo>
                  <a:lnTo>
                    <a:pt x="129" y="35"/>
                  </a:lnTo>
                  <a:lnTo>
                    <a:pt x="128" y="29"/>
                  </a:lnTo>
                  <a:lnTo>
                    <a:pt x="128" y="18"/>
                  </a:lnTo>
                  <a:lnTo>
                    <a:pt x="128" y="17"/>
                  </a:lnTo>
                  <a:lnTo>
                    <a:pt x="130" y="17"/>
                  </a:lnTo>
                  <a:lnTo>
                    <a:pt x="132" y="18"/>
                  </a:lnTo>
                  <a:lnTo>
                    <a:pt x="136" y="18"/>
                  </a:lnTo>
                  <a:lnTo>
                    <a:pt x="137" y="17"/>
                  </a:lnTo>
                  <a:lnTo>
                    <a:pt x="137" y="16"/>
                  </a:lnTo>
                  <a:lnTo>
                    <a:pt x="136" y="10"/>
                  </a:lnTo>
                  <a:lnTo>
                    <a:pt x="135" y="7"/>
                  </a:lnTo>
                  <a:lnTo>
                    <a:pt x="143" y="7"/>
                  </a:lnTo>
                  <a:lnTo>
                    <a:pt x="146" y="3"/>
                  </a:lnTo>
                  <a:lnTo>
                    <a:pt x="147" y="1"/>
                  </a:lnTo>
                  <a:lnTo>
                    <a:pt x="148" y="1"/>
                  </a:lnTo>
                  <a:lnTo>
                    <a:pt x="15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59" name="Freeform 44"/>
            <p:cNvSpPr>
              <a:spLocks/>
            </p:cNvSpPr>
            <p:nvPr/>
          </p:nvSpPr>
          <p:spPr bwMode="auto">
            <a:xfrm>
              <a:off x="3441701" y="5480050"/>
              <a:ext cx="307975" cy="123825"/>
            </a:xfrm>
            <a:custGeom>
              <a:avLst/>
              <a:gdLst/>
              <a:ahLst/>
              <a:cxnLst>
                <a:cxn ang="0">
                  <a:pos x="80" y="0"/>
                </a:cxn>
                <a:cxn ang="0">
                  <a:pos x="91" y="5"/>
                </a:cxn>
                <a:cxn ang="0">
                  <a:pos x="101" y="16"/>
                </a:cxn>
                <a:cxn ang="0">
                  <a:pos x="113" y="24"/>
                </a:cxn>
                <a:cxn ang="0">
                  <a:pos x="120" y="35"/>
                </a:cxn>
                <a:cxn ang="0">
                  <a:pos x="127" y="36"/>
                </a:cxn>
                <a:cxn ang="0">
                  <a:pos x="144" y="35"/>
                </a:cxn>
                <a:cxn ang="0">
                  <a:pos x="152" y="30"/>
                </a:cxn>
                <a:cxn ang="0">
                  <a:pos x="165" y="25"/>
                </a:cxn>
                <a:cxn ang="0">
                  <a:pos x="166" y="33"/>
                </a:cxn>
                <a:cxn ang="0">
                  <a:pos x="169" y="34"/>
                </a:cxn>
                <a:cxn ang="0">
                  <a:pos x="173" y="34"/>
                </a:cxn>
                <a:cxn ang="0">
                  <a:pos x="175" y="30"/>
                </a:cxn>
                <a:cxn ang="0">
                  <a:pos x="177" y="27"/>
                </a:cxn>
                <a:cxn ang="0">
                  <a:pos x="181" y="31"/>
                </a:cxn>
                <a:cxn ang="0">
                  <a:pos x="185" y="35"/>
                </a:cxn>
                <a:cxn ang="0">
                  <a:pos x="190" y="39"/>
                </a:cxn>
                <a:cxn ang="0">
                  <a:pos x="192" y="45"/>
                </a:cxn>
                <a:cxn ang="0">
                  <a:pos x="194" y="59"/>
                </a:cxn>
                <a:cxn ang="0">
                  <a:pos x="188" y="68"/>
                </a:cxn>
                <a:cxn ang="0">
                  <a:pos x="187" y="77"/>
                </a:cxn>
                <a:cxn ang="0">
                  <a:pos x="182" y="78"/>
                </a:cxn>
                <a:cxn ang="0">
                  <a:pos x="173" y="73"/>
                </a:cxn>
                <a:cxn ang="0">
                  <a:pos x="154" y="68"/>
                </a:cxn>
                <a:cxn ang="0">
                  <a:pos x="143" y="63"/>
                </a:cxn>
                <a:cxn ang="0">
                  <a:pos x="122" y="59"/>
                </a:cxn>
                <a:cxn ang="0">
                  <a:pos x="110" y="54"/>
                </a:cxn>
                <a:cxn ang="0">
                  <a:pos x="95" y="56"/>
                </a:cxn>
                <a:cxn ang="0">
                  <a:pos x="86" y="57"/>
                </a:cxn>
                <a:cxn ang="0">
                  <a:pos x="81" y="59"/>
                </a:cxn>
                <a:cxn ang="0">
                  <a:pos x="38" y="58"/>
                </a:cxn>
                <a:cxn ang="0">
                  <a:pos x="28" y="55"/>
                </a:cxn>
                <a:cxn ang="0">
                  <a:pos x="11" y="56"/>
                </a:cxn>
                <a:cxn ang="0">
                  <a:pos x="1" y="54"/>
                </a:cxn>
                <a:cxn ang="0">
                  <a:pos x="0" y="50"/>
                </a:cxn>
                <a:cxn ang="0">
                  <a:pos x="3" y="43"/>
                </a:cxn>
                <a:cxn ang="0">
                  <a:pos x="20" y="24"/>
                </a:cxn>
                <a:cxn ang="0">
                  <a:pos x="24" y="15"/>
                </a:cxn>
                <a:cxn ang="0">
                  <a:pos x="19" y="9"/>
                </a:cxn>
                <a:cxn ang="0">
                  <a:pos x="45" y="10"/>
                </a:cxn>
                <a:cxn ang="0">
                  <a:pos x="51" y="6"/>
                </a:cxn>
                <a:cxn ang="0">
                  <a:pos x="65" y="0"/>
                </a:cxn>
              </a:cxnLst>
              <a:rect l="0" t="0" r="r" b="b"/>
              <a:pathLst>
                <a:path w="194" h="78">
                  <a:moveTo>
                    <a:pt x="65" y="0"/>
                  </a:moveTo>
                  <a:lnTo>
                    <a:pt x="80" y="0"/>
                  </a:lnTo>
                  <a:lnTo>
                    <a:pt x="87" y="2"/>
                  </a:lnTo>
                  <a:lnTo>
                    <a:pt x="91" y="5"/>
                  </a:lnTo>
                  <a:lnTo>
                    <a:pt x="95" y="10"/>
                  </a:lnTo>
                  <a:lnTo>
                    <a:pt x="101" y="16"/>
                  </a:lnTo>
                  <a:lnTo>
                    <a:pt x="108" y="20"/>
                  </a:lnTo>
                  <a:lnTo>
                    <a:pt x="113" y="24"/>
                  </a:lnTo>
                  <a:lnTo>
                    <a:pt x="117" y="30"/>
                  </a:lnTo>
                  <a:lnTo>
                    <a:pt x="120" y="35"/>
                  </a:lnTo>
                  <a:lnTo>
                    <a:pt x="122" y="37"/>
                  </a:lnTo>
                  <a:lnTo>
                    <a:pt x="127" y="36"/>
                  </a:lnTo>
                  <a:lnTo>
                    <a:pt x="142" y="36"/>
                  </a:lnTo>
                  <a:lnTo>
                    <a:pt x="144" y="35"/>
                  </a:lnTo>
                  <a:lnTo>
                    <a:pt x="147" y="33"/>
                  </a:lnTo>
                  <a:lnTo>
                    <a:pt x="152" y="30"/>
                  </a:lnTo>
                  <a:lnTo>
                    <a:pt x="159" y="27"/>
                  </a:lnTo>
                  <a:lnTo>
                    <a:pt x="165" y="25"/>
                  </a:lnTo>
                  <a:lnTo>
                    <a:pt x="165" y="31"/>
                  </a:lnTo>
                  <a:lnTo>
                    <a:pt x="166" y="33"/>
                  </a:lnTo>
                  <a:lnTo>
                    <a:pt x="167" y="34"/>
                  </a:lnTo>
                  <a:lnTo>
                    <a:pt x="169" y="34"/>
                  </a:lnTo>
                  <a:lnTo>
                    <a:pt x="171" y="34"/>
                  </a:lnTo>
                  <a:lnTo>
                    <a:pt x="173" y="34"/>
                  </a:lnTo>
                  <a:lnTo>
                    <a:pt x="174" y="32"/>
                  </a:lnTo>
                  <a:lnTo>
                    <a:pt x="175" y="30"/>
                  </a:lnTo>
                  <a:lnTo>
                    <a:pt x="176" y="29"/>
                  </a:lnTo>
                  <a:lnTo>
                    <a:pt x="177" y="27"/>
                  </a:lnTo>
                  <a:lnTo>
                    <a:pt x="178" y="27"/>
                  </a:lnTo>
                  <a:lnTo>
                    <a:pt x="181" y="31"/>
                  </a:lnTo>
                  <a:lnTo>
                    <a:pt x="182" y="33"/>
                  </a:lnTo>
                  <a:lnTo>
                    <a:pt x="185" y="35"/>
                  </a:lnTo>
                  <a:lnTo>
                    <a:pt x="187" y="36"/>
                  </a:lnTo>
                  <a:lnTo>
                    <a:pt x="190" y="39"/>
                  </a:lnTo>
                  <a:lnTo>
                    <a:pt x="191" y="42"/>
                  </a:lnTo>
                  <a:lnTo>
                    <a:pt x="192" y="45"/>
                  </a:lnTo>
                  <a:lnTo>
                    <a:pt x="194" y="48"/>
                  </a:lnTo>
                  <a:lnTo>
                    <a:pt x="194" y="59"/>
                  </a:lnTo>
                  <a:lnTo>
                    <a:pt x="192" y="64"/>
                  </a:lnTo>
                  <a:lnTo>
                    <a:pt x="188" y="68"/>
                  </a:lnTo>
                  <a:lnTo>
                    <a:pt x="187" y="71"/>
                  </a:lnTo>
                  <a:lnTo>
                    <a:pt x="187" y="77"/>
                  </a:lnTo>
                  <a:lnTo>
                    <a:pt x="186" y="78"/>
                  </a:lnTo>
                  <a:lnTo>
                    <a:pt x="182" y="78"/>
                  </a:lnTo>
                  <a:lnTo>
                    <a:pt x="181" y="77"/>
                  </a:lnTo>
                  <a:lnTo>
                    <a:pt x="173" y="73"/>
                  </a:lnTo>
                  <a:lnTo>
                    <a:pt x="166" y="69"/>
                  </a:lnTo>
                  <a:lnTo>
                    <a:pt x="154" y="68"/>
                  </a:lnTo>
                  <a:lnTo>
                    <a:pt x="148" y="66"/>
                  </a:lnTo>
                  <a:lnTo>
                    <a:pt x="143" y="63"/>
                  </a:lnTo>
                  <a:lnTo>
                    <a:pt x="134" y="60"/>
                  </a:lnTo>
                  <a:lnTo>
                    <a:pt x="122" y="59"/>
                  </a:lnTo>
                  <a:lnTo>
                    <a:pt x="115" y="57"/>
                  </a:lnTo>
                  <a:lnTo>
                    <a:pt x="110" y="54"/>
                  </a:lnTo>
                  <a:lnTo>
                    <a:pt x="104" y="54"/>
                  </a:lnTo>
                  <a:lnTo>
                    <a:pt x="95" y="56"/>
                  </a:lnTo>
                  <a:lnTo>
                    <a:pt x="88" y="57"/>
                  </a:lnTo>
                  <a:lnTo>
                    <a:pt x="86" y="57"/>
                  </a:lnTo>
                  <a:lnTo>
                    <a:pt x="83" y="58"/>
                  </a:lnTo>
                  <a:lnTo>
                    <a:pt x="81" y="59"/>
                  </a:lnTo>
                  <a:lnTo>
                    <a:pt x="47" y="59"/>
                  </a:lnTo>
                  <a:lnTo>
                    <a:pt x="38" y="58"/>
                  </a:lnTo>
                  <a:lnTo>
                    <a:pt x="33" y="57"/>
                  </a:lnTo>
                  <a:lnTo>
                    <a:pt x="28" y="55"/>
                  </a:lnTo>
                  <a:lnTo>
                    <a:pt x="20" y="55"/>
                  </a:lnTo>
                  <a:lnTo>
                    <a:pt x="11" y="56"/>
                  </a:lnTo>
                  <a:lnTo>
                    <a:pt x="4" y="59"/>
                  </a:lnTo>
                  <a:lnTo>
                    <a:pt x="1" y="54"/>
                  </a:lnTo>
                  <a:lnTo>
                    <a:pt x="0" y="51"/>
                  </a:lnTo>
                  <a:lnTo>
                    <a:pt x="0" y="50"/>
                  </a:lnTo>
                  <a:lnTo>
                    <a:pt x="1" y="48"/>
                  </a:lnTo>
                  <a:lnTo>
                    <a:pt x="3" y="43"/>
                  </a:lnTo>
                  <a:lnTo>
                    <a:pt x="14" y="31"/>
                  </a:lnTo>
                  <a:lnTo>
                    <a:pt x="20" y="24"/>
                  </a:lnTo>
                  <a:lnTo>
                    <a:pt x="23" y="18"/>
                  </a:lnTo>
                  <a:lnTo>
                    <a:pt x="24" y="15"/>
                  </a:lnTo>
                  <a:lnTo>
                    <a:pt x="20" y="11"/>
                  </a:lnTo>
                  <a:lnTo>
                    <a:pt x="19" y="9"/>
                  </a:lnTo>
                  <a:lnTo>
                    <a:pt x="38" y="10"/>
                  </a:lnTo>
                  <a:lnTo>
                    <a:pt x="45" y="10"/>
                  </a:lnTo>
                  <a:lnTo>
                    <a:pt x="48" y="9"/>
                  </a:lnTo>
                  <a:lnTo>
                    <a:pt x="51" y="6"/>
                  </a:lnTo>
                  <a:lnTo>
                    <a:pt x="57" y="2"/>
                  </a:lnTo>
                  <a:lnTo>
                    <a:pt x="6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0" name="Freeform 45"/>
            <p:cNvSpPr>
              <a:spLocks/>
            </p:cNvSpPr>
            <p:nvPr/>
          </p:nvSpPr>
          <p:spPr bwMode="auto">
            <a:xfrm>
              <a:off x="3244851" y="5373688"/>
              <a:ext cx="234950" cy="250825"/>
            </a:xfrm>
            <a:custGeom>
              <a:avLst/>
              <a:gdLst/>
              <a:ahLst/>
              <a:cxnLst>
                <a:cxn ang="0">
                  <a:pos x="53" y="0"/>
                </a:cxn>
                <a:cxn ang="0">
                  <a:pos x="60" y="4"/>
                </a:cxn>
                <a:cxn ang="0">
                  <a:pos x="77" y="14"/>
                </a:cxn>
                <a:cxn ang="0">
                  <a:pos x="112" y="47"/>
                </a:cxn>
                <a:cxn ang="0">
                  <a:pos x="148" y="82"/>
                </a:cxn>
                <a:cxn ang="0">
                  <a:pos x="144" y="91"/>
                </a:cxn>
                <a:cxn ang="0">
                  <a:pos x="127" y="110"/>
                </a:cxn>
                <a:cxn ang="0">
                  <a:pos x="125" y="118"/>
                </a:cxn>
                <a:cxn ang="0">
                  <a:pos x="130" y="130"/>
                </a:cxn>
                <a:cxn ang="0">
                  <a:pos x="138" y="144"/>
                </a:cxn>
                <a:cxn ang="0">
                  <a:pos x="137" y="148"/>
                </a:cxn>
                <a:cxn ang="0">
                  <a:pos x="134" y="152"/>
                </a:cxn>
                <a:cxn ang="0">
                  <a:pos x="127" y="158"/>
                </a:cxn>
                <a:cxn ang="0">
                  <a:pos x="119" y="156"/>
                </a:cxn>
                <a:cxn ang="0">
                  <a:pos x="105" y="148"/>
                </a:cxn>
                <a:cxn ang="0">
                  <a:pos x="100" y="148"/>
                </a:cxn>
                <a:cxn ang="0">
                  <a:pos x="96" y="157"/>
                </a:cxn>
                <a:cxn ang="0">
                  <a:pos x="61" y="121"/>
                </a:cxn>
                <a:cxn ang="0">
                  <a:pos x="57" y="115"/>
                </a:cxn>
                <a:cxn ang="0">
                  <a:pos x="61" y="107"/>
                </a:cxn>
                <a:cxn ang="0">
                  <a:pos x="70" y="88"/>
                </a:cxn>
                <a:cxn ang="0">
                  <a:pos x="63" y="78"/>
                </a:cxn>
                <a:cxn ang="0">
                  <a:pos x="47" y="75"/>
                </a:cxn>
                <a:cxn ang="0">
                  <a:pos x="33" y="71"/>
                </a:cxn>
                <a:cxn ang="0">
                  <a:pos x="30" y="60"/>
                </a:cxn>
                <a:cxn ang="0">
                  <a:pos x="26" y="48"/>
                </a:cxn>
                <a:cxn ang="0">
                  <a:pos x="16" y="41"/>
                </a:cxn>
                <a:cxn ang="0">
                  <a:pos x="5" y="25"/>
                </a:cxn>
                <a:cxn ang="0">
                  <a:pos x="6" y="15"/>
                </a:cxn>
                <a:cxn ang="0">
                  <a:pos x="12" y="16"/>
                </a:cxn>
                <a:cxn ang="0">
                  <a:pos x="25" y="17"/>
                </a:cxn>
                <a:cxn ang="0">
                  <a:pos x="29" y="21"/>
                </a:cxn>
                <a:cxn ang="0">
                  <a:pos x="32" y="25"/>
                </a:cxn>
                <a:cxn ang="0">
                  <a:pos x="35" y="26"/>
                </a:cxn>
                <a:cxn ang="0">
                  <a:pos x="37" y="23"/>
                </a:cxn>
                <a:cxn ang="0">
                  <a:pos x="38" y="17"/>
                </a:cxn>
                <a:cxn ang="0">
                  <a:pos x="41" y="13"/>
                </a:cxn>
                <a:cxn ang="0">
                  <a:pos x="46" y="7"/>
                </a:cxn>
              </a:cxnLst>
              <a:rect l="0" t="0" r="r" b="b"/>
              <a:pathLst>
                <a:path w="148" h="158">
                  <a:moveTo>
                    <a:pt x="52" y="0"/>
                  </a:moveTo>
                  <a:lnTo>
                    <a:pt x="53" y="0"/>
                  </a:lnTo>
                  <a:lnTo>
                    <a:pt x="56" y="2"/>
                  </a:lnTo>
                  <a:lnTo>
                    <a:pt x="60" y="4"/>
                  </a:lnTo>
                  <a:lnTo>
                    <a:pt x="67" y="4"/>
                  </a:lnTo>
                  <a:lnTo>
                    <a:pt x="77" y="14"/>
                  </a:lnTo>
                  <a:lnTo>
                    <a:pt x="101" y="35"/>
                  </a:lnTo>
                  <a:lnTo>
                    <a:pt x="112" y="47"/>
                  </a:lnTo>
                  <a:lnTo>
                    <a:pt x="123" y="57"/>
                  </a:lnTo>
                  <a:lnTo>
                    <a:pt x="148" y="82"/>
                  </a:lnTo>
                  <a:lnTo>
                    <a:pt x="147" y="85"/>
                  </a:lnTo>
                  <a:lnTo>
                    <a:pt x="144" y="91"/>
                  </a:lnTo>
                  <a:lnTo>
                    <a:pt x="138" y="98"/>
                  </a:lnTo>
                  <a:lnTo>
                    <a:pt x="127" y="110"/>
                  </a:lnTo>
                  <a:lnTo>
                    <a:pt x="125" y="115"/>
                  </a:lnTo>
                  <a:lnTo>
                    <a:pt x="125" y="118"/>
                  </a:lnTo>
                  <a:lnTo>
                    <a:pt x="127" y="124"/>
                  </a:lnTo>
                  <a:lnTo>
                    <a:pt x="130" y="130"/>
                  </a:lnTo>
                  <a:lnTo>
                    <a:pt x="137" y="141"/>
                  </a:lnTo>
                  <a:lnTo>
                    <a:pt x="138" y="144"/>
                  </a:lnTo>
                  <a:lnTo>
                    <a:pt x="138" y="146"/>
                  </a:lnTo>
                  <a:lnTo>
                    <a:pt x="137" y="148"/>
                  </a:lnTo>
                  <a:lnTo>
                    <a:pt x="135" y="150"/>
                  </a:lnTo>
                  <a:lnTo>
                    <a:pt x="134" y="152"/>
                  </a:lnTo>
                  <a:lnTo>
                    <a:pt x="131" y="154"/>
                  </a:lnTo>
                  <a:lnTo>
                    <a:pt x="127" y="158"/>
                  </a:lnTo>
                  <a:lnTo>
                    <a:pt x="124" y="158"/>
                  </a:lnTo>
                  <a:lnTo>
                    <a:pt x="119" y="156"/>
                  </a:lnTo>
                  <a:lnTo>
                    <a:pt x="114" y="153"/>
                  </a:lnTo>
                  <a:lnTo>
                    <a:pt x="105" y="148"/>
                  </a:lnTo>
                  <a:lnTo>
                    <a:pt x="101" y="147"/>
                  </a:lnTo>
                  <a:lnTo>
                    <a:pt x="100" y="148"/>
                  </a:lnTo>
                  <a:lnTo>
                    <a:pt x="99" y="149"/>
                  </a:lnTo>
                  <a:lnTo>
                    <a:pt x="96" y="157"/>
                  </a:lnTo>
                  <a:lnTo>
                    <a:pt x="67" y="128"/>
                  </a:lnTo>
                  <a:lnTo>
                    <a:pt x="61" y="121"/>
                  </a:lnTo>
                  <a:lnTo>
                    <a:pt x="58" y="117"/>
                  </a:lnTo>
                  <a:lnTo>
                    <a:pt x="57" y="115"/>
                  </a:lnTo>
                  <a:lnTo>
                    <a:pt x="59" y="111"/>
                  </a:lnTo>
                  <a:lnTo>
                    <a:pt x="61" y="107"/>
                  </a:lnTo>
                  <a:lnTo>
                    <a:pt x="68" y="94"/>
                  </a:lnTo>
                  <a:lnTo>
                    <a:pt x="70" y="88"/>
                  </a:lnTo>
                  <a:lnTo>
                    <a:pt x="68" y="83"/>
                  </a:lnTo>
                  <a:lnTo>
                    <a:pt x="63" y="78"/>
                  </a:lnTo>
                  <a:lnTo>
                    <a:pt x="55" y="76"/>
                  </a:lnTo>
                  <a:lnTo>
                    <a:pt x="47" y="75"/>
                  </a:lnTo>
                  <a:lnTo>
                    <a:pt x="39" y="73"/>
                  </a:lnTo>
                  <a:lnTo>
                    <a:pt x="33" y="71"/>
                  </a:lnTo>
                  <a:lnTo>
                    <a:pt x="31" y="67"/>
                  </a:lnTo>
                  <a:lnTo>
                    <a:pt x="30" y="60"/>
                  </a:lnTo>
                  <a:lnTo>
                    <a:pt x="29" y="54"/>
                  </a:lnTo>
                  <a:lnTo>
                    <a:pt x="26" y="48"/>
                  </a:lnTo>
                  <a:lnTo>
                    <a:pt x="22" y="44"/>
                  </a:lnTo>
                  <a:lnTo>
                    <a:pt x="16" y="41"/>
                  </a:lnTo>
                  <a:lnTo>
                    <a:pt x="10" y="34"/>
                  </a:lnTo>
                  <a:lnTo>
                    <a:pt x="5" y="25"/>
                  </a:lnTo>
                  <a:lnTo>
                    <a:pt x="0" y="12"/>
                  </a:lnTo>
                  <a:lnTo>
                    <a:pt x="6" y="15"/>
                  </a:lnTo>
                  <a:lnTo>
                    <a:pt x="8" y="16"/>
                  </a:lnTo>
                  <a:lnTo>
                    <a:pt x="12" y="16"/>
                  </a:lnTo>
                  <a:lnTo>
                    <a:pt x="20" y="17"/>
                  </a:lnTo>
                  <a:lnTo>
                    <a:pt x="25" y="17"/>
                  </a:lnTo>
                  <a:lnTo>
                    <a:pt x="28" y="19"/>
                  </a:lnTo>
                  <a:lnTo>
                    <a:pt x="29" y="21"/>
                  </a:lnTo>
                  <a:lnTo>
                    <a:pt x="31" y="23"/>
                  </a:lnTo>
                  <a:lnTo>
                    <a:pt x="32" y="25"/>
                  </a:lnTo>
                  <a:lnTo>
                    <a:pt x="33" y="26"/>
                  </a:lnTo>
                  <a:lnTo>
                    <a:pt x="35" y="26"/>
                  </a:lnTo>
                  <a:lnTo>
                    <a:pt x="36" y="25"/>
                  </a:lnTo>
                  <a:lnTo>
                    <a:pt x="37" y="23"/>
                  </a:lnTo>
                  <a:lnTo>
                    <a:pt x="37" y="20"/>
                  </a:lnTo>
                  <a:lnTo>
                    <a:pt x="38" y="17"/>
                  </a:lnTo>
                  <a:lnTo>
                    <a:pt x="39" y="16"/>
                  </a:lnTo>
                  <a:lnTo>
                    <a:pt x="41" y="13"/>
                  </a:lnTo>
                  <a:lnTo>
                    <a:pt x="44" y="9"/>
                  </a:lnTo>
                  <a:lnTo>
                    <a:pt x="46" y="7"/>
                  </a:lnTo>
                  <a:lnTo>
                    <a:pt x="5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1" name="Freeform 46"/>
            <p:cNvSpPr>
              <a:spLocks/>
            </p:cNvSpPr>
            <p:nvPr/>
          </p:nvSpPr>
          <p:spPr bwMode="auto">
            <a:xfrm>
              <a:off x="3486151" y="5641975"/>
              <a:ext cx="195263" cy="179388"/>
            </a:xfrm>
            <a:custGeom>
              <a:avLst/>
              <a:gdLst/>
              <a:ahLst/>
              <a:cxnLst>
                <a:cxn ang="0">
                  <a:pos x="58" y="7"/>
                </a:cxn>
                <a:cxn ang="0">
                  <a:pos x="66" y="13"/>
                </a:cxn>
                <a:cxn ang="0">
                  <a:pos x="85" y="33"/>
                </a:cxn>
                <a:cxn ang="0">
                  <a:pos x="91" y="40"/>
                </a:cxn>
                <a:cxn ang="0">
                  <a:pos x="106" y="52"/>
                </a:cxn>
                <a:cxn ang="0">
                  <a:pos x="111" y="58"/>
                </a:cxn>
                <a:cxn ang="0">
                  <a:pos x="111" y="66"/>
                </a:cxn>
                <a:cxn ang="0">
                  <a:pos x="114" y="68"/>
                </a:cxn>
                <a:cxn ang="0">
                  <a:pos x="121" y="71"/>
                </a:cxn>
                <a:cxn ang="0">
                  <a:pos x="123" y="88"/>
                </a:cxn>
                <a:cxn ang="0">
                  <a:pos x="121" y="94"/>
                </a:cxn>
                <a:cxn ang="0">
                  <a:pos x="117" y="100"/>
                </a:cxn>
                <a:cxn ang="0">
                  <a:pos x="111" y="107"/>
                </a:cxn>
                <a:cxn ang="0">
                  <a:pos x="107" y="110"/>
                </a:cxn>
                <a:cxn ang="0">
                  <a:pos x="103" y="111"/>
                </a:cxn>
                <a:cxn ang="0">
                  <a:pos x="97" y="112"/>
                </a:cxn>
                <a:cxn ang="0">
                  <a:pos x="86" y="112"/>
                </a:cxn>
                <a:cxn ang="0">
                  <a:pos x="80" y="108"/>
                </a:cxn>
                <a:cxn ang="0">
                  <a:pos x="66" y="98"/>
                </a:cxn>
                <a:cxn ang="0">
                  <a:pos x="52" y="89"/>
                </a:cxn>
                <a:cxn ang="0">
                  <a:pos x="48" y="84"/>
                </a:cxn>
                <a:cxn ang="0">
                  <a:pos x="37" y="74"/>
                </a:cxn>
                <a:cxn ang="0">
                  <a:pos x="28" y="67"/>
                </a:cxn>
                <a:cxn ang="0">
                  <a:pos x="26" y="65"/>
                </a:cxn>
                <a:cxn ang="0">
                  <a:pos x="17" y="59"/>
                </a:cxn>
                <a:cxn ang="0">
                  <a:pos x="0" y="42"/>
                </a:cxn>
                <a:cxn ang="0">
                  <a:pos x="15" y="33"/>
                </a:cxn>
                <a:cxn ang="0">
                  <a:pos x="25" y="28"/>
                </a:cxn>
                <a:cxn ang="0">
                  <a:pos x="28" y="25"/>
                </a:cxn>
                <a:cxn ang="0">
                  <a:pos x="29" y="20"/>
                </a:cxn>
                <a:cxn ang="0">
                  <a:pos x="32" y="17"/>
                </a:cxn>
                <a:cxn ang="0">
                  <a:pos x="43" y="6"/>
                </a:cxn>
              </a:cxnLst>
              <a:rect l="0" t="0" r="r" b="b"/>
              <a:pathLst>
                <a:path w="123" h="113">
                  <a:moveTo>
                    <a:pt x="49" y="0"/>
                  </a:moveTo>
                  <a:lnTo>
                    <a:pt x="58" y="7"/>
                  </a:lnTo>
                  <a:lnTo>
                    <a:pt x="61" y="9"/>
                  </a:lnTo>
                  <a:lnTo>
                    <a:pt x="66" y="13"/>
                  </a:lnTo>
                  <a:lnTo>
                    <a:pt x="82" y="29"/>
                  </a:lnTo>
                  <a:lnTo>
                    <a:pt x="85" y="33"/>
                  </a:lnTo>
                  <a:lnTo>
                    <a:pt x="88" y="36"/>
                  </a:lnTo>
                  <a:lnTo>
                    <a:pt x="91" y="40"/>
                  </a:lnTo>
                  <a:lnTo>
                    <a:pt x="99" y="46"/>
                  </a:lnTo>
                  <a:lnTo>
                    <a:pt x="106" y="52"/>
                  </a:lnTo>
                  <a:lnTo>
                    <a:pt x="109" y="55"/>
                  </a:lnTo>
                  <a:lnTo>
                    <a:pt x="111" y="58"/>
                  </a:lnTo>
                  <a:lnTo>
                    <a:pt x="111" y="60"/>
                  </a:lnTo>
                  <a:lnTo>
                    <a:pt x="111" y="66"/>
                  </a:lnTo>
                  <a:lnTo>
                    <a:pt x="112" y="67"/>
                  </a:lnTo>
                  <a:lnTo>
                    <a:pt x="114" y="68"/>
                  </a:lnTo>
                  <a:lnTo>
                    <a:pt x="119" y="70"/>
                  </a:lnTo>
                  <a:lnTo>
                    <a:pt x="121" y="71"/>
                  </a:lnTo>
                  <a:lnTo>
                    <a:pt x="123" y="71"/>
                  </a:lnTo>
                  <a:lnTo>
                    <a:pt x="123" y="88"/>
                  </a:lnTo>
                  <a:lnTo>
                    <a:pt x="122" y="92"/>
                  </a:lnTo>
                  <a:lnTo>
                    <a:pt x="121" y="94"/>
                  </a:lnTo>
                  <a:lnTo>
                    <a:pt x="119" y="97"/>
                  </a:lnTo>
                  <a:lnTo>
                    <a:pt x="117" y="100"/>
                  </a:lnTo>
                  <a:lnTo>
                    <a:pt x="113" y="104"/>
                  </a:lnTo>
                  <a:lnTo>
                    <a:pt x="111" y="107"/>
                  </a:lnTo>
                  <a:lnTo>
                    <a:pt x="109" y="109"/>
                  </a:lnTo>
                  <a:lnTo>
                    <a:pt x="107" y="110"/>
                  </a:lnTo>
                  <a:lnTo>
                    <a:pt x="105" y="110"/>
                  </a:lnTo>
                  <a:lnTo>
                    <a:pt x="103" y="111"/>
                  </a:lnTo>
                  <a:lnTo>
                    <a:pt x="102" y="111"/>
                  </a:lnTo>
                  <a:lnTo>
                    <a:pt x="97" y="112"/>
                  </a:lnTo>
                  <a:lnTo>
                    <a:pt x="92" y="113"/>
                  </a:lnTo>
                  <a:lnTo>
                    <a:pt x="86" y="112"/>
                  </a:lnTo>
                  <a:lnTo>
                    <a:pt x="83" y="110"/>
                  </a:lnTo>
                  <a:lnTo>
                    <a:pt x="80" y="108"/>
                  </a:lnTo>
                  <a:lnTo>
                    <a:pt x="73" y="102"/>
                  </a:lnTo>
                  <a:lnTo>
                    <a:pt x="66" y="98"/>
                  </a:lnTo>
                  <a:lnTo>
                    <a:pt x="57" y="93"/>
                  </a:lnTo>
                  <a:lnTo>
                    <a:pt x="52" y="89"/>
                  </a:lnTo>
                  <a:lnTo>
                    <a:pt x="50" y="87"/>
                  </a:lnTo>
                  <a:lnTo>
                    <a:pt x="48" y="84"/>
                  </a:lnTo>
                  <a:lnTo>
                    <a:pt x="43" y="79"/>
                  </a:lnTo>
                  <a:lnTo>
                    <a:pt x="37" y="74"/>
                  </a:lnTo>
                  <a:lnTo>
                    <a:pt x="31" y="67"/>
                  </a:lnTo>
                  <a:lnTo>
                    <a:pt x="28" y="67"/>
                  </a:lnTo>
                  <a:lnTo>
                    <a:pt x="27" y="66"/>
                  </a:lnTo>
                  <a:lnTo>
                    <a:pt x="26" y="65"/>
                  </a:lnTo>
                  <a:lnTo>
                    <a:pt x="24" y="65"/>
                  </a:lnTo>
                  <a:lnTo>
                    <a:pt x="17" y="59"/>
                  </a:lnTo>
                  <a:lnTo>
                    <a:pt x="9" y="51"/>
                  </a:lnTo>
                  <a:lnTo>
                    <a:pt x="0" y="42"/>
                  </a:lnTo>
                  <a:lnTo>
                    <a:pt x="7" y="37"/>
                  </a:lnTo>
                  <a:lnTo>
                    <a:pt x="15" y="33"/>
                  </a:lnTo>
                  <a:lnTo>
                    <a:pt x="20" y="29"/>
                  </a:lnTo>
                  <a:lnTo>
                    <a:pt x="25" y="28"/>
                  </a:lnTo>
                  <a:lnTo>
                    <a:pt x="28" y="26"/>
                  </a:lnTo>
                  <a:lnTo>
                    <a:pt x="28" y="25"/>
                  </a:lnTo>
                  <a:lnTo>
                    <a:pt x="29" y="24"/>
                  </a:lnTo>
                  <a:lnTo>
                    <a:pt x="29" y="20"/>
                  </a:lnTo>
                  <a:lnTo>
                    <a:pt x="30" y="18"/>
                  </a:lnTo>
                  <a:lnTo>
                    <a:pt x="32" y="17"/>
                  </a:lnTo>
                  <a:lnTo>
                    <a:pt x="37" y="12"/>
                  </a:lnTo>
                  <a:lnTo>
                    <a:pt x="43" y="6"/>
                  </a:lnTo>
                  <a:lnTo>
                    <a:pt x="4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2" name="Freeform 47"/>
            <p:cNvSpPr>
              <a:spLocks/>
            </p:cNvSpPr>
            <p:nvPr/>
          </p:nvSpPr>
          <p:spPr bwMode="auto">
            <a:xfrm>
              <a:off x="3938588" y="5170488"/>
              <a:ext cx="458788" cy="317500"/>
            </a:xfrm>
            <a:custGeom>
              <a:avLst/>
              <a:gdLst/>
              <a:ahLst/>
              <a:cxnLst>
                <a:cxn ang="0">
                  <a:pos x="242" y="1"/>
                </a:cxn>
                <a:cxn ang="0">
                  <a:pos x="250" y="12"/>
                </a:cxn>
                <a:cxn ang="0">
                  <a:pos x="258" y="18"/>
                </a:cxn>
                <a:cxn ang="0">
                  <a:pos x="263" y="31"/>
                </a:cxn>
                <a:cxn ang="0">
                  <a:pos x="278" y="35"/>
                </a:cxn>
                <a:cxn ang="0">
                  <a:pos x="288" y="45"/>
                </a:cxn>
                <a:cxn ang="0">
                  <a:pos x="282" y="50"/>
                </a:cxn>
                <a:cxn ang="0">
                  <a:pos x="271" y="52"/>
                </a:cxn>
                <a:cxn ang="0">
                  <a:pos x="265" y="58"/>
                </a:cxn>
                <a:cxn ang="0">
                  <a:pos x="259" y="73"/>
                </a:cxn>
                <a:cxn ang="0">
                  <a:pos x="250" y="75"/>
                </a:cxn>
                <a:cxn ang="0">
                  <a:pos x="228" y="77"/>
                </a:cxn>
                <a:cxn ang="0">
                  <a:pos x="212" y="94"/>
                </a:cxn>
                <a:cxn ang="0">
                  <a:pos x="210" y="101"/>
                </a:cxn>
                <a:cxn ang="0">
                  <a:pos x="198" y="106"/>
                </a:cxn>
                <a:cxn ang="0">
                  <a:pos x="187" y="111"/>
                </a:cxn>
                <a:cxn ang="0">
                  <a:pos x="177" y="124"/>
                </a:cxn>
                <a:cxn ang="0">
                  <a:pos x="160" y="126"/>
                </a:cxn>
                <a:cxn ang="0">
                  <a:pos x="132" y="138"/>
                </a:cxn>
                <a:cxn ang="0">
                  <a:pos x="125" y="155"/>
                </a:cxn>
                <a:cxn ang="0">
                  <a:pos x="117" y="171"/>
                </a:cxn>
                <a:cxn ang="0">
                  <a:pos x="106" y="172"/>
                </a:cxn>
                <a:cxn ang="0">
                  <a:pos x="92" y="170"/>
                </a:cxn>
                <a:cxn ang="0">
                  <a:pos x="59" y="189"/>
                </a:cxn>
                <a:cxn ang="0">
                  <a:pos x="39" y="198"/>
                </a:cxn>
                <a:cxn ang="0">
                  <a:pos x="36" y="200"/>
                </a:cxn>
                <a:cxn ang="0">
                  <a:pos x="16" y="162"/>
                </a:cxn>
                <a:cxn ang="0">
                  <a:pos x="32" y="145"/>
                </a:cxn>
                <a:cxn ang="0">
                  <a:pos x="30" y="127"/>
                </a:cxn>
                <a:cxn ang="0">
                  <a:pos x="16" y="113"/>
                </a:cxn>
                <a:cxn ang="0">
                  <a:pos x="1" y="109"/>
                </a:cxn>
                <a:cxn ang="0">
                  <a:pos x="4" y="96"/>
                </a:cxn>
                <a:cxn ang="0">
                  <a:pos x="12" y="76"/>
                </a:cxn>
                <a:cxn ang="0">
                  <a:pos x="33" y="40"/>
                </a:cxn>
                <a:cxn ang="0">
                  <a:pos x="53" y="49"/>
                </a:cxn>
                <a:cxn ang="0">
                  <a:pos x="81" y="52"/>
                </a:cxn>
                <a:cxn ang="0">
                  <a:pos x="118" y="53"/>
                </a:cxn>
                <a:cxn ang="0">
                  <a:pos x="123" y="66"/>
                </a:cxn>
                <a:cxn ang="0">
                  <a:pos x="129" y="75"/>
                </a:cxn>
                <a:cxn ang="0">
                  <a:pos x="140" y="59"/>
                </a:cxn>
                <a:cxn ang="0">
                  <a:pos x="156" y="52"/>
                </a:cxn>
                <a:cxn ang="0">
                  <a:pos x="176" y="41"/>
                </a:cxn>
                <a:cxn ang="0">
                  <a:pos x="175" y="27"/>
                </a:cxn>
                <a:cxn ang="0">
                  <a:pos x="174" y="11"/>
                </a:cxn>
                <a:cxn ang="0">
                  <a:pos x="187" y="8"/>
                </a:cxn>
                <a:cxn ang="0">
                  <a:pos x="204" y="9"/>
                </a:cxn>
                <a:cxn ang="0">
                  <a:pos x="221" y="13"/>
                </a:cxn>
                <a:cxn ang="0">
                  <a:pos x="230" y="9"/>
                </a:cxn>
                <a:cxn ang="0">
                  <a:pos x="230" y="0"/>
                </a:cxn>
              </a:cxnLst>
              <a:rect l="0" t="0" r="r" b="b"/>
              <a:pathLst>
                <a:path w="289" h="200">
                  <a:moveTo>
                    <a:pt x="230" y="0"/>
                  </a:moveTo>
                  <a:lnTo>
                    <a:pt x="236" y="0"/>
                  </a:lnTo>
                  <a:lnTo>
                    <a:pt x="242" y="1"/>
                  </a:lnTo>
                  <a:lnTo>
                    <a:pt x="245" y="3"/>
                  </a:lnTo>
                  <a:lnTo>
                    <a:pt x="248" y="8"/>
                  </a:lnTo>
                  <a:lnTo>
                    <a:pt x="250" y="12"/>
                  </a:lnTo>
                  <a:lnTo>
                    <a:pt x="252" y="17"/>
                  </a:lnTo>
                  <a:lnTo>
                    <a:pt x="256" y="18"/>
                  </a:lnTo>
                  <a:lnTo>
                    <a:pt x="258" y="18"/>
                  </a:lnTo>
                  <a:lnTo>
                    <a:pt x="259" y="22"/>
                  </a:lnTo>
                  <a:lnTo>
                    <a:pt x="259" y="24"/>
                  </a:lnTo>
                  <a:lnTo>
                    <a:pt x="263" y="31"/>
                  </a:lnTo>
                  <a:lnTo>
                    <a:pt x="265" y="31"/>
                  </a:lnTo>
                  <a:lnTo>
                    <a:pt x="271" y="32"/>
                  </a:lnTo>
                  <a:lnTo>
                    <a:pt x="278" y="35"/>
                  </a:lnTo>
                  <a:lnTo>
                    <a:pt x="285" y="38"/>
                  </a:lnTo>
                  <a:lnTo>
                    <a:pt x="288" y="42"/>
                  </a:lnTo>
                  <a:lnTo>
                    <a:pt x="288" y="45"/>
                  </a:lnTo>
                  <a:lnTo>
                    <a:pt x="289" y="48"/>
                  </a:lnTo>
                  <a:lnTo>
                    <a:pt x="284" y="48"/>
                  </a:lnTo>
                  <a:lnTo>
                    <a:pt x="282" y="50"/>
                  </a:lnTo>
                  <a:lnTo>
                    <a:pt x="279" y="51"/>
                  </a:lnTo>
                  <a:lnTo>
                    <a:pt x="273" y="51"/>
                  </a:lnTo>
                  <a:lnTo>
                    <a:pt x="271" y="52"/>
                  </a:lnTo>
                  <a:lnTo>
                    <a:pt x="269" y="53"/>
                  </a:lnTo>
                  <a:lnTo>
                    <a:pt x="267" y="56"/>
                  </a:lnTo>
                  <a:lnTo>
                    <a:pt x="265" y="58"/>
                  </a:lnTo>
                  <a:lnTo>
                    <a:pt x="262" y="61"/>
                  </a:lnTo>
                  <a:lnTo>
                    <a:pt x="260" y="68"/>
                  </a:lnTo>
                  <a:lnTo>
                    <a:pt x="259" y="73"/>
                  </a:lnTo>
                  <a:lnTo>
                    <a:pt x="258" y="76"/>
                  </a:lnTo>
                  <a:lnTo>
                    <a:pt x="254" y="76"/>
                  </a:lnTo>
                  <a:lnTo>
                    <a:pt x="250" y="75"/>
                  </a:lnTo>
                  <a:lnTo>
                    <a:pt x="245" y="74"/>
                  </a:lnTo>
                  <a:lnTo>
                    <a:pt x="236" y="74"/>
                  </a:lnTo>
                  <a:lnTo>
                    <a:pt x="228" y="77"/>
                  </a:lnTo>
                  <a:lnTo>
                    <a:pt x="223" y="80"/>
                  </a:lnTo>
                  <a:lnTo>
                    <a:pt x="216" y="86"/>
                  </a:lnTo>
                  <a:lnTo>
                    <a:pt x="212" y="94"/>
                  </a:lnTo>
                  <a:lnTo>
                    <a:pt x="211" y="97"/>
                  </a:lnTo>
                  <a:lnTo>
                    <a:pt x="210" y="99"/>
                  </a:lnTo>
                  <a:lnTo>
                    <a:pt x="210" y="101"/>
                  </a:lnTo>
                  <a:lnTo>
                    <a:pt x="209" y="102"/>
                  </a:lnTo>
                  <a:lnTo>
                    <a:pt x="206" y="104"/>
                  </a:lnTo>
                  <a:lnTo>
                    <a:pt x="198" y="106"/>
                  </a:lnTo>
                  <a:lnTo>
                    <a:pt x="191" y="108"/>
                  </a:lnTo>
                  <a:lnTo>
                    <a:pt x="189" y="110"/>
                  </a:lnTo>
                  <a:lnTo>
                    <a:pt x="187" y="111"/>
                  </a:lnTo>
                  <a:lnTo>
                    <a:pt x="186" y="114"/>
                  </a:lnTo>
                  <a:lnTo>
                    <a:pt x="184" y="117"/>
                  </a:lnTo>
                  <a:lnTo>
                    <a:pt x="177" y="124"/>
                  </a:lnTo>
                  <a:lnTo>
                    <a:pt x="175" y="125"/>
                  </a:lnTo>
                  <a:lnTo>
                    <a:pt x="167" y="125"/>
                  </a:lnTo>
                  <a:lnTo>
                    <a:pt x="160" y="126"/>
                  </a:lnTo>
                  <a:lnTo>
                    <a:pt x="144" y="131"/>
                  </a:lnTo>
                  <a:lnTo>
                    <a:pt x="137" y="134"/>
                  </a:lnTo>
                  <a:lnTo>
                    <a:pt x="132" y="138"/>
                  </a:lnTo>
                  <a:lnTo>
                    <a:pt x="129" y="145"/>
                  </a:lnTo>
                  <a:lnTo>
                    <a:pt x="126" y="150"/>
                  </a:lnTo>
                  <a:lnTo>
                    <a:pt x="125" y="155"/>
                  </a:lnTo>
                  <a:lnTo>
                    <a:pt x="123" y="160"/>
                  </a:lnTo>
                  <a:lnTo>
                    <a:pt x="120" y="166"/>
                  </a:lnTo>
                  <a:lnTo>
                    <a:pt x="117" y="171"/>
                  </a:lnTo>
                  <a:lnTo>
                    <a:pt x="115" y="174"/>
                  </a:lnTo>
                  <a:lnTo>
                    <a:pt x="112" y="174"/>
                  </a:lnTo>
                  <a:lnTo>
                    <a:pt x="106" y="172"/>
                  </a:lnTo>
                  <a:lnTo>
                    <a:pt x="101" y="171"/>
                  </a:lnTo>
                  <a:lnTo>
                    <a:pt x="97" y="170"/>
                  </a:lnTo>
                  <a:lnTo>
                    <a:pt x="92" y="170"/>
                  </a:lnTo>
                  <a:lnTo>
                    <a:pt x="87" y="172"/>
                  </a:lnTo>
                  <a:lnTo>
                    <a:pt x="65" y="187"/>
                  </a:lnTo>
                  <a:lnTo>
                    <a:pt x="59" y="189"/>
                  </a:lnTo>
                  <a:lnTo>
                    <a:pt x="51" y="193"/>
                  </a:lnTo>
                  <a:lnTo>
                    <a:pt x="45" y="196"/>
                  </a:lnTo>
                  <a:lnTo>
                    <a:pt x="39" y="198"/>
                  </a:lnTo>
                  <a:lnTo>
                    <a:pt x="38" y="198"/>
                  </a:lnTo>
                  <a:lnTo>
                    <a:pt x="37" y="199"/>
                  </a:lnTo>
                  <a:lnTo>
                    <a:pt x="36" y="200"/>
                  </a:lnTo>
                  <a:lnTo>
                    <a:pt x="30" y="187"/>
                  </a:lnTo>
                  <a:lnTo>
                    <a:pt x="22" y="173"/>
                  </a:lnTo>
                  <a:lnTo>
                    <a:pt x="16" y="162"/>
                  </a:lnTo>
                  <a:lnTo>
                    <a:pt x="22" y="156"/>
                  </a:lnTo>
                  <a:lnTo>
                    <a:pt x="28" y="150"/>
                  </a:lnTo>
                  <a:lnTo>
                    <a:pt x="32" y="145"/>
                  </a:lnTo>
                  <a:lnTo>
                    <a:pt x="34" y="140"/>
                  </a:lnTo>
                  <a:lnTo>
                    <a:pt x="33" y="134"/>
                  </a:lnTo>
                  <a:lnTo>
                    <a:pt x="30" y="127"/>
                  </a:lnTo>
                  <a:lnTo>
                    <a:pt x="25" y="119"/>
                  </a:lnTo>
                  <a:lnTo>
                    <a:pt x="21" y="115"/>
                  </a:lnTo>
                  <a:lnTo>
                    <a:pt x="16" y="113"/>
                  </a:lnTo>
                  <a:lnTo>
                    <a:pt x="11" y="112"/>
                  </a:lnTo>
                  <a:lnTo>
                    <a:pt x="5" y="111"/>
                  </a:lnTo>
                  <a:lnTo>
                    <a:pt x="1" y="109"/>
                  </a:lnTo>
                  <a:lnTo>
                    <a:pt x="0" y="106"/>
                  </a:lnTo>
                  <a:lnTo>
                    <a:pt x="3" y="102"/>
                  </a:lnTo>
                  <a:lnTo>
                    <a:pt x="4" y="96"/>
                  </a:lnTo>
                  <a:lnTo>
                    <a:pt x="5" y="91"/>
                  </a:lnTo>
                  <a:lnTo>
                    <a:pt x="8" y="83"/>
                  </a:lnTo>
                  <a:lnTo>
                    <a:pt x="12" y="76"/>
                  </a:lnTo>
                  <a:lnTo>
                    <a:pt x="17" y="68"/>
                  </a:lnTo>
                  <a:lnTo>
                    <a:pt x="22" y="58"/>
                  </a:lnTo>
                  <a:lnTo>
                    <a:pt x="33" y="40"/>
                  </a:lnTo>
                  <a:lnTo>
                    <a:pt x="41" y="43"/>
                  </a:lnTo>
                  <a:lnTo>
                    <a:pt x="48" y="46"/>
                  </a:lnTo>
                  <a:lnTo>
                    <a:pt x="53" y="49"/>
                  </a:lnTo>
                  <a:lnTo>
                    <a:pt x="58" y="51"/>
                  </a:lnTo>
                  <a:lnTo>
                    <a:pt x="68" y="52"/>
                  </a:lnTo>
                  <a:lnTo>
                    <a:pt x="81" y="52"/>
                  </a:lnTo>
                  <a:lnTo>
                    <a:pt x="93" y="52"/>
                  </a:lnTo>
                  <a:lnTo>
                    <a:pt x="105" y="53"/>
                  </a:lnTo>
                  <a:lnTo>
                    <a:pt x="118" y="53"/>
                  </a:lnTo>
                  <a:lnTo>
                    <a:pt x="120" y="55"/>
                  </a:lnTo>
                  <a:lnTo>
                    <a:pt x="121" y="60"/>
                  </a:lnTo>
                  <a:lnTo>
                    <a:pt x="123" y="66"/>
                  </a:lnTo>
                  <a:lnTo>
                    <a:pt x="123" y="71"/>
                  </a:lnTo>
                  <a:lnTo>
                    <a:pt x="126" y="75"/>
                  </a:lnTo>
                  <a:lnTo>
                    <a:pt x="129" y="75"/>
                  </a:lnTo>
                  <a:lnTo>
                    <a:pt x="132" y="70"/>
                  </a:lnTo>
                  <a:lnTo>
                    <a:pt x="136" y="64"/>
                  </a:lnTo>
                  <a:lnTo>
                    <a:pt x="140" y="59"/>
                  </a:lnTo>
                  <a:lnTo>
                    <a:pt x="143" y="56"/>
                  </a:lnTo>
                  <a:lnTo>
                    <a:pt x="149" y="55"/>
                  </a:lnTo>
                  <a:lnTo>
                    <a:pt x="156" y="52"/>
                  </a:lnTo>
                  <a:lnTo>
                    <a:pt x="164" y="49"/>
                  </a:lnTo>
                  <a:lnTo>
                    <a:pt x="171" y="45"/>
                  </a:lnTo>
                  <a:lnTo>
                    <a:pt x="176" y="41"/>
                  </a:lnTo>
                  <a:lnTo>
                    <a:pt x="178" y="37"/>
                  </a:lnTo>
                  <a:lnTo>
                    <a:pt x="177" y="33"/>
                  </a:lnTo>
                  <a:lnTo>
                    <a:pt x="175" y="27"/>
                  </a:lnTo>
                  <a:lnTo>
                    <a:pt x="174" y="21"/>
                  </a:lnTo>
                  <a:lnTo>
                    <a:pt x="173" y="16"/>
                  </a:lnTo>
                  <a:lnTo>
                    <a:pt x="174" y="11"/>
                  </a:lnTo>
                  <a:lnTo>
                    <a:pt x="176" y="8"/>
                  </a:lnTo>
                  <a:lnTo>
                    <a:pt x="182" y="7"/>
                  </a:lnTo>
                  <a:lnTo>
                    <a:pt x="187" y="8"/>
                  </a:lnTo>
                  <a:lnTo>
                    <a:pt x="192" y="9"/>
                  </a:lnTo>
                  <a:lnTo>
                    <a:pt x="198" y="10"/>
                  </a:lnTo>
                  <a:lnTo>
                    <a:pt x="204" y="9"/>
                  </a:lnTo>
                  <a:lnTo>
                    <a:pt x="211" y="9"/>
                  </a:lnTo>
                  <a:lnTo>
                    <a:pt x="216" y="10"/>
                  </a:lnTo>
                  <a:lnTo>
                    <a:pt x="221" y="13"/>
                  </a:lnTo>
                  <a:lnTo>
                    <a:pt x="225" y="14"/>
                  </a:lnTo>
                  <a:lnTo>
                    <a:pt x="228" y="12"/>
                  </a:lnTo>
                  <a:lnTo>
                    <a:pt x="230" y="9"/>
                  </a:lnTo>
                  <a:lnTo>
                    <a:pt x="231" y="6"/>
                  </a:lnTo>
                  <a:lnTo>
                    <a:pt x="231" y="3"/>
                  </a:lnTo>
                  <a:lnTo>
                    <a:pt x="23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3" name="Freeform 48"/>
            <p:cNvSpPr>
              <a:spLocks/>
            </p:cNvSpPr>
            <p:nvPr/>
          </p:nvSpPr>
          <p:spPr bwMode="auto">
            <a:xfrm>
              <a:off x="3727451" y="5170488"/>
              <a:ext cx="265113" cy="346075"/>
            </a:xfrm>
            <a:custGeom>
              <a:avLst/>
              <a:gdLst/>
              <a:ahLst/>
              <a:cxnLst>
                <a:cxn ang="0">
                  <a:pos x="119" y="1"/>
                </a:cxn>
                <a:cxn ang="0">
                  <a:pos x="123" y="6"/>
                </a:cxn>
                <a:cxn ang="0">
                  <a:pos x="124" y="12"/>
                </a:cxn>
                <a:cxn ang="0">
                  <a:pos x="137" y="18"/>
                </a:cxn>
                <a:cxn ang="0">
                  <a:pos x="146" y="34"/>
                </a:cxn>
                <a:cxn ang="0">
                  <a:pos x="166" y="40"/>
                </a:cxn>
                <a:cxn ang="0">
                  <a:pos x="145" y="76"/>
                </a:cxn>
                <a:cxn ang="0">
                  <a:pos x="137" y="96"/>
                </a:cxn>
                <a:cxn ang="0">
                  <a:pos x="134" y="109"/>
                </a:cxn>
                <a:cxn ang="0">
                  <a:pos x="149" y="113"/>
                </a:cxn>
                <a:cxn ang="0">
                  <a:pos x="163" y="127"/>
                </a:cxn>
                <a:cxn ang="0">
                  <a:pos x="165" y="145"/>
                </a:cxn>
                <a:cxn ang="0">
                  <a:pos x="149" y="162"/>
                </a:cxn>
                <a:cxn ang="0">
                  <a:pos x="140" y="153"/>
                </a:cxn>
                <a:cxn ang="0">
                  <a:pos x="125" y="164"/>
                </a:cxn>
                <a:cxn ang="0">
                  <a:pos x="111" y="178"/>
                </a:cxn>
                <a:cxn ang="0">
                  <a:pos x="103" y="170"/>
                </a:cxn>
                <a:cxn ang="0">
                  <a:pos x="100" y="158"/>
                </a:cxn>
                <a:cxn ang="0">
                  <a:pos x="87" y="162"/>
                </a:cxn>
                <a:cxn ang="0">
                  <a:pos x="72" y="171"/>
                </a:cxn>
                <a:cxn ang="0">
                  <a:pos x="51" y="185"/>
                </a:cxn>
                <a:cxn ang="0">
                  <a:pos x="44" y="201"/>
                </a:cxn>
                <a:cxn ang="0">
                  <a:pos x="47" y="218"/>
                </a:cxn>
                <a:cxn ang="0">
                  <a:pos x="42" y="208"/>
                </a:cxn>
                <a:cxn ang="0">
                  <a:pos x="38" y="195"/>
                </a:cxn>
                <a:cxn ang="0">
                  <a:pos x="33" y="190"/>
                </a:cxn>
                <a:cxn ang="0">
                  <a:pos x="26" y="190"/>
                </a:cxn>
                <a:cxn ang="0">
                  <a:pos x="20" y="193"/>
                </a:cxn>
                <a:cxn ang="0">
                  <a:pos x="10" y="178"/>
                </a:cxn>
                <a:cxn ang="0">
                  <a:pos x="8" y="175"/>
                </a:cxn>
                <a:cxn ang="0">
                  <a:pos x="6" y="178"/>
                </a:cxn>
                <a:cxn ang="0">
                  <a:pos x="0" y="162"/>
                </a:cxn>
                <a:cxn ang="0">
                  <a:pos x="6" y="162"/>
                </a:cxn>
                <a:cxn ang="0">
                  <a:pos x="22" y="158"/>
                </a:cxn>
                <a:cxn ang="0">
                  <a:pos x="24" y="151"/>
                </a:cxn>
                <a:cxn ang="0">
                  <a:pos x="13" y="126"/>
                </a:cxn>
                <a:cxn ang="0">
                  <a:pos x="7" y="106"/>
                </a:cxn>
                <a:cxn ang="0">
                  <a:pos x="21" y="106"/>
                </a:cxn>
                <a:cxn ang="0">
                  <a:pos x="38" y="102"/>
                </a:cxn>
                <a:cxn ang="0">
                  <a:pos x="44" y="90"/>
                </a:cxn>
                <a:cxn ang="0">
                  <a:pos x="35" y="77"/>
                </a:cxn>
                <a:cxn ang="0">
                  <a:pos x="39" y="65"/>
                </a:cxn>
                <a:cxn ang="0">
                  <a:pos x="53" y="47"/>
                </a:cxn>
                <a:cxn ang="0">
                  <a:pos x="71" y="18"/>
                </a:cxn>
                <a:cxn ang="0">
                  <a:pos x="90" y="10"/>
                </a:cxn>
                <a:cxn ang="0">
                  <a:pos x="103" y="0"/>
                </a:cxn>
              </a:cxnLst>
              <a:rect l="0" t="0" r="r" b="b"/>
              <a:pathLst>
                <a:path w="167" h="218">
                  <a:moveTo>
                    <a:pt x="103" y="0"/>
                  </a:moveTo>
                  <a:lnTo>
                    <a:pt x="112" y="1"/>
                  </a:lnTo>
                  <a:lnTo>
                    <a:pt x="119" y="1"/>
                  </a:lnTo>
                  <a:lnTo>
                    <a:pt x="120" y="2"/>
                  </a:lnTo>
                  <a:lnTo>
                    <a:pt x="122" y="4"/>
                  </a:lnTo>
                  <a:lnTo>
                    <a:pt x="123" y="6"/>
                  </a:lnTo>
                  <a:lnTo>
                    <a:pt x="123" y="8"/>
                  </a:lnTo>
                  <a:lnTo>
                    <a:pt x="124" y="9"/>
                  </a:lnTo>
                  <a:lnTo>
                    <a:pt x="124" y="12"/>
                  </a:lnTo>
                  <a:lnTo>
                    <a:pt x="125" y="14"/>
                  </a:lnTo>
                  <a:lnTo>
                    <a:pt x="130" y="14"/>
                  </a:lnTo>
                  <a:lnTo>
                    <a:pt x="137" y="18"/>
                  </a:lnTo>
                  <a:lnTo>
                    <a:pt x="137" y="27"/>
                  </a:lnTo>
                  <a:lnTo>
                    <a:pt x="140" y="31"/>
                  </a:lnTo>
                  <a:lnTo>
                    <a:pt x="146" y="34"/>
                  </a:lnTo>
                  <a:lnTo>
                    <a:pt x="151" y="35"/>
                  </a:lnTo>
                  <a:lnTo>
                    <a:pt x="159" y="37"/>
                  </a:lnTo>
                  <a:lnTo>
                    <a:pt x="166" y="40"/>
                  </a:lnTo>
                  <a:lnTo>
                    <a:pt x="155" y="58"/>
                  </a:lnTo>
                  <a:lnTo>
                    <a:pt x="150" y="68"/>
                  </a:lnTo>
                  <a:lnTo>
                    <a:pt x="145" y="76"/>
                  </a:lnTo>
                  <a:lnTo>
                    <a:pt x="141" y="83"/>
                  </a:lnTo>
                  <a:lnTo>
                    <a:pt x="138" y="91"/>
                  </a:lnTo>
                  <a:lnTo>
                    <a:pt x="137" y="96"/>
                  </a:lnTo>
                  <a:lnTo>
                    <a:pt x="136" y="102"/>
                  </a:lnTo>
                  <a:lnTo>
                    <a:pt x="133" y="106"/>
                  </a:lnTo>
                  <a:lnTo>
                    <a:pt x="134" y="109"/>
                  </a:lnTo>
                  <a:lnTo>
                    <a:pt x="138" y="111"/>
                  </a:lnTo>
                  <a:lnTo>
                    <a:pt x="144" y="112"/>
                  </a:lnTo>
                  <a:lnTo>
                    <a:pt x="149" y="113"/>
                  </a:lnTo>
                  <a:lnTo>
                    <a:pt x="154" y="115"/>
                  </a:lnTo>
                  <a:lnTo>
                    <a:pt x="158" y="119"/>
                  </a:lnTo>
                  <a:lnTo>
                    <a:pt x="163" y="127"/>
                  </a:lnTo>
                  <a:lnTo>
                    <a:pt x="166" y="134"/>
                  </a:lnTo>
                  <a:lnTo>
                    <a:pt x="167" y="140"/>
                  </a:lnTo>
                  <a:lnTo>
                    <a:pt x="165" y="145"/>
                  </a:lnTo>
                  <a:lnTo>
                    <a:pt x="161" y="150"/>
                  </a:lnTo>
                  <a:lnTo>
                    <a:pt x="155" y="156"/>
                  </a:lnTo>
                  <a:lnTo>
                    <a:pt x="149" y="162"/>
                  </a:lnTo>
                  <a:lnTo>
                    <a:pt x="147" y="159"/>
                  </a:lnTo>
                  <a:lnTo>
                    <a:pt x="141" y="153"/>
                  </a:lnTo>
                  <a:lnTo>
                    <a:pt x="140" y="153"/>
                  </a:lnTo>
                  <a:lnTo>
                    <a:pt x="136" y="154"/>
                  </a:lnTo>
                  <a:lnTo>
                    <a:pt x="130" y="158"/>
                  </a:lnTo>
                  <a:lnTo>
                    <a:pt x="125" y="164"/>
                  </a:lnTo>
                  <a:lnTo>
                    <a:pt x="120" y="170"/>
                  </a:lnTo>
                  <a:lnTo>
                    <a:pt x="115" y="175"/>
                  </a:lnTo>
                  <a:lnTo>
                    <a:pt x="111" y="178"/>
                  </a:lnTo>
                  <a:lnTo>
                    <a:pt x="108" y="178"/>
                  </a:lnTo>
                  <a:lnTo>
                    <a:pt x="105" y="175"/>
                  </a:lnTo>
                  <a:lnTo>
                    <a:pt x="103" y="170"/>
                  </a:lnTo>
                  <a:lnTo>
                    <a:pt x="103" y="165"/>
                  </a:lnTo>
                  <a:lnTo>
                    <a:pt x="101" y="161"/>
                  </a:lnTo>
                  <a:lnTo>
                    <a:pt x="100" y="158"/>
                  </a:lnTo>
                  <a:lnTo>
                    <a:pt x="97" y="158"/>
                  </a:lnTo>
                  <a:lnTo>
                    <a:pt x="93" y="160"/>
                  </a:lnTo>
                  <a:lnTo>
                    <a:pt x="87" y="162"/>
                  </a:lnTo>
                  <a:lnTo>
                    <a:pt x="82" y="166"/>
                  </a:lnTo>
                  <a:lnTo>
                    <a:pt x="78" y="169"/>
                  </a:lnTo>
                  <a:lnTo>
                    <a:pt x="72" y="171"/>
                  </a:lnTo>
                  <a:lnTo>
                    <a:pt x="66" y="175"/>
                  </a:lnTo>
                  <a:lnTo>
                    <a:pt x="58" y="179"/>
                  </a:lnTo>
                  <a:lnTo>
                    <a:pt x="51" y="185"/>
                  </a:lnTo>
                  <a:lnTo>
                    <a:pt x="45" y="189"/>
                  </a:lnTo>
                  <a:lnTo>
                    <a:pt x="44" y="194"/>
                  </a:lnTo>
                  <a:lnTo>
                    <a:pt x="44" y="201"/>
                  </a:lnTo>
                  <a:lnTo>
                    <a:pt x="52" y="215"/>
                  </a:lnTo>
                  <a:lnTo>
                    <a:pt x="49" y="218"/>
                  </a:lnTo>
                  <a:lnTo>
                    <a:pt x="47" y="218"/>
                  </a:lnTo>
                  <a:lnTo>
                    <a:pt x="45" y="216"/>
                  </a:lnTo>
                  <a:lnTo>
                    <a:pt x="43" y="211"/>
                  </a:lnTo>
                  <a:lnTo>
                    <a:pt x="42" y="208"/>
                  </a:lnTo>
                  <a:lnTo>
                    <a:pt x="42" y="202"/>
                  </a:lnTo>
                  <a:lnTo>
                    <a:pt x="41" y="199"/>
                  </a:lnTo>
                  <a:lnTo>
                    <a:pt x="38" y="195"/>
                  </a:lnTo>
                  <a:lnTo>
                    <a:pt x="36" y="193"/>
                  </a:lnTo>
                  <a:lnTo>
                    <a:pt x="35" y="192"/>
                  </a:lnTo>
                  <a:lnTo>
                    <a:pt x="33" y="190"/>
                  </a:lnTo>
                  <a:lnTo>
                    <a:pt x="31" y="189"/>
                  </a:lnTo>
                  <a:lnTo>
                    <a:pt x="27" y="189"/>
                  </a:lnTo>
                  <a:lnTo>
                    <a:pt x="26" y="190"/>
                  </a:lnTo>
                  <a:lnTo>
                    <a:pt x="24" y="192"/>
                  </a:lnTo>
                  <a:lnTo>
                    <a:pt x="22" y="193"/>
                  </a:lnTo>
                  <a:lnTo>
                    <a:pt x="20" y="193"/>
                  </a:lnTo>
                  <a:lnTo>
                    <a:pt x="16" y="189"/>
                  </a:lnTo>
                  <a:lnTo>
                    <a:pt x="12" y="184"/>
                  </a:lnTo>
                  <a:lnTo>
                    <a:pt x="10" y="178"/>
                  </a:lnTo>
                  <a:lnTo>
                    <a:pt x="10" y="177"/>
                  </a:lnTo>
                  <a:lnTo>
                    <a:pt x="9" y="175"/>
                  </a:lnTo>
                  <a:lnTo>
                    <a:pt x="8" y="175"/>
                  </a:lnTo>
                  <a:lnTo>
                    <a:pt x="7" y="176"/>
                  </a:lnTo>
                  <a:lnTo>
                    <a:pt x="7" y="177"/>
                  </a:lnTo>
                  <a:lnTo>
                    <a:pt x="6" y="178"/>
                  </a:lnTo>
                  <a:lnTo>
                    <a:pt x="3" y="172"/>
                  </a:lnTo>
                  <a:lnTo>
                    <a:pt x="1" y="166"/>
                  </a:lnTo>
                  <a:lnTo>
                    <a:pt x="0" y="162"/>
                  </a:lnTo>
                  <a:lnTo>
                    <a:pt x="1" y="161"/>
                  </a:lnTo>
                  <a:lnTo>
                    <a:pt x="2" y="161"/>
                  </a:lnTo>
                  <a:lnTo>
                    <a:pt x="6" y="162"/>
                  </a:lnTo>
                  <a:lnTo>
                    <a:pt x="11" y="162"/>
                  </a:lnTo>
                  <a:lnTo>
                    <a:pt x="19" y="160"/>
                  </a:lnTo>
                  <a:lnTo>
                    <a:pt x="22" y="158"/>
                  </a:lnTo>
                  <a:lnTo>
                    <a:pt x="24" y="156"/>
                  </a:lnTo>
                  <a:lnTo>
                    <a:pt x="25" y="154"/>
                  </a:lnTo>
                  <a:lnTo>
                    <a:pt x="24" y="151"/>
                  </a:lnTo>
                  <a:lnTo>
                    <a:pt x="21" y="144"/>
                  </a:lnTo>
                  <a:lnTo>
                    <a:pt x="17" y="136"/>
                  </a:lnTo>
                  <a:lnTo>
                    <a:pt x="13" y="126"/>
                  </a:lnTo>
                  <a:lnTo>
                    <a:pt x="10" y="117"/>
                  </a:lnTo>
                  <a:lnTo>
                    <a:pt x="7" y="110"/>
                  </a:lnTo>
                  <a:lnTo>
                    <a:pt x="7" y="106"/>
                  </a:lnTo>
                  <a:lnTo>
                    <a:pt x="9" y="104"/>
                  </a:lnTo>
                  <a:lnTo>
                    <a:pt x="12" y="104"/>
                  </a:lnTo>
                  <a:lnTo>
                    <a:pt x="21" y="106"/>
                  </a:lnTo>
                  <a:lnTo>
                    <a:pt x="27" y="106"/>
                  </a:lnTo>
                  <a:lnTo>
                    <a:pt x="33" y="105"/>
                  </a:lnTo>
                  <a:lnTo>
                    <a:pt x="38" y="102"/>
                  </a:lnTo>
                  <a:lnTo>
                    <a:pt x="41" y="100"/>
                  </a:lnTo>
                  <a:lnTo>
                    <a:pt x="43" y="95"/>
                  </a:lnTo>
                  <a:lnTo>
                    <a:pt x="44" y="90"/>
                  </a:lnTo>
                  <a:lnTo>
                    <a:pt x="44" y="85"/>
                  </a:lnTo>
                  <a:lnTo>
                    <a:pt x="42" y="80"/>
                  </a:lnTo>
                  <a:lnTo>
                    <a:pt x="35" y="77"/>
                  </a:lnTo>
                  <a:lnTo>
                    <a:pt x="33" y="75"/>
                  </a:lnTo>
                  <a:lnTo>
                    <a:pt x="35" y="71"/>
                  </a:lnTo>
                  <a:lnTo>
                    <a:pt x="39" y="65"/>
                  </a:lnTo>
                  <a:lnTo>
                    <a:pt x="43" y="59"/>
                  </a:lnTo>
                  <a:lnTo>
                    <a:pt x="48" y="52"/>
                  </a:lnTo>
                  <a:lnTo>
                    <a:pt x="53" y="47"/>
                  </a:lnTo>
                  <a:lnTo>
                    <a:pt x="59" y="39"/>
                  </a:lnTo>
                  <a:lnTo>
                    <a:pt x="67" y="23"/>
                  </a:lnTo>
                  <a:lnTo>
                    <a:pt x="71" y="18"/>
                  </a:lnTo>
                  <a:lnTo>
                    <a:pt x="78" y="15"/>
                  </a:lnTo>
                  <a:lnTo>
                    <a:pt x="85" y="13"/>
                  </a:lnTo>
                  <a:lnTo>
                    <a:pt x="90" y="10"/>
                  </a:lnTo>
                  <a:lnTo>
                    <a:pt x="93" y="9"/>
                  </a:lnTo>
                  <a:lnTo>
                    <a:pt x="100" y="3"/>
                  </a:lnTo>
                  <a:lnTo>
                    <a:pt x="10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4" name="Freeform 49"/>
            <p:cNvSpPr>
              <a:spLocks/>
            </p:cNvSpPr>
            <p:nvPr/>
          </p:nvSpPr>
          <p:spPr bwMode="auto">
            <a:xfrm>
              <a:off x="4303713" y="4975225"/>
              <a:ext cx="195263" cy="274638"/>
            </a:xfrm>
            <a:custGeom>
              <a:avLst/>
              <a:gdLst/>
              <a:ahLst/>
              <a:cxnLst>
                <a:cxn ang="0">
                  <a:pos x="29" y="3"/>
                </a:cxn>
                <a:cxn ang="0">
                  <a:pos x="36" y="6"/>
                </a:cxn>
                <a:cxn ang="0">
                  <a:pos x="43" y="19"/>
                </a:cxn>
                <a:cxn ang="0">
                  <a:pos x="50" y="38"/>
                </a:cxn>
                <a:cxn ang="0">
                  <a:pos x="60" y="48"/>
                </a:cxn>
                <a:cxn ang="0">
                  <a:pos x="78" y="53"/>
                </a:cxn>
                <a:cxn ang="0">
                  <a:pos x="91" y="59"/>
                </a:cxn>
                <a:cxn ang="0">
                  <a:pos x="92" y="70"/>
                </a:cxn>
                <a:cxn ang="0">
                  <a:pos x="97" y="74"/>
                </a:cxn>
                <a:cxn ang="0">
                  <a:pos x="117" y="77"/>
                </a:cxn>
                <a:cxn ang="0">
                  <a:pos x="122" y="84"/>
                </a:cxn>
                <a:cxn ang="0">
                  <a:pos x="122" y="91"/>
                </a:cxn>
                <a:cxn ang="0">
                  <a:pos x="118" y="94"/>
                </a:cxn>
                <a:cxn ang="0">
                  <a:pos x="115" y="101"/>
                </a:cxn>
                <a:cxn ang="0">
                  <a:pos x="114" y="110"/>
                </a:cxn>
                <a:cxn ang="0">
                  <a:pos x="104" y="118"/>
                </a:cxn>
                <a:cxn ang="0">
                  <a:pos x="94" y="119"/>
                </a:cxn>
                <a:cxn ang="0">
                  <a:pos x="88" y="120"/>
                </a:cxn>
                <a:cxn ang="0">
                  <a:pos x="85" y="126"/>
                </a:cxn>
                <a:cxn ang="0">
                  <a:pos x="83" y="151"/>
                </a:cxn>
                <a:cxn ang="0">
                  <a:pos x="84" y="158"/>
                </a:cxn>
                <a:cxn ang="0">
                  <a:pos x="82" y="166"/>
                </a:cxn>
                <a:cxn ang="0">
                  <a:pos x="75" y="172"/>
                </a:cxn>
                <a:cxn ang="0">
                  <a:pos x="68" y="173"/>
                </a:cxn>
                <a:cxn ang="0">
                  <a:pos x="59" y="171"/>
                </a:cxn>
                <a:cxn ang="0">
                  <a:pos x="58" y="165"/>
                </a:cxn>
                <a:cxn ang="0">
                  <a:pos x="48" y="158"/>
                </a:cxn>
                <a:cxn ang="0">
                  <a:pos x="35" y="154"/>
                </a:cxn>
                <a:cxn ang="0">
                  <a:pos x="29" y="147"/>
                </a:cxn>
                <a:cxn ang="0">
                  <a:pos x="28" y="141"/>
                </a:cxn>
                <a:cxn ang="0">
                  <a:pos x="22" y="140"/>
                </a:cxn>
                <a:cxn ang="0">
                  <a:pos x="18" y="131"/>
                </a:cxn>
                <a:cxn ang="0">
                  <a:pos x="12" y="124"/>
                </a:cxn>
                <a:cxn ang="0">
                  <a:pos x="0" y="123"/>
                </a:cxn>
                <a:cxn ang="0">
                  <a:pos x="1" y="112"/>
                </a:cxn>
                <a:cxn ang="0">
                  <a:pos x="10" y="101"/>
                </a:cxn>
                <a:cxn ang="0">
                  <a:pos x="17" y="92"/>
                </a:cxn>
                <a:cxn ang="0">
                  <a:pos x="12" y="84"/>
                </a:cxn>
                <a:cxn ang="0">
                  <a:pos x="3" y="73"/>
                </a:cxn>
                <a:cxn ang="0">
                  <a:pos x="7" y="63"/>
                </a:cxn>
                <a:cxn ang="0">
                  <a:pos x="14" y="47"/>
                </a:cxn>
                <a:cxn ang="0">
                  <a:pos x="15" y="30"/>
                </a:cxn>
                <a:cxn ang="0">
                  <a:pos x="15" y="14"/>
                </a:cxn>
                <a:cxn ang="0">
                  <a:pos x="21" y="4"/>
                </a:cxn>
              </a:cxnLst>
              <a:rect l="0" t="0" r="r" b="b"/>
              <a:pathLst>
                <a:path w="123" h="173">
                  <a:moveTo>
                    <a:pt x="27" y="0"/>
                  </a:moveTo>
                  <a:lnTo>
                    <a:pt x="29" y="3"/>
                  </a:lnTo>
                  <a:lnTo>
                    <a:pt x="33" y="5"/>
                  </a:lnTo>
                  <a:lnTo>
                    <a:pt x="36" y="6"/>
                  </a:lnTo>
                  <a:lnTo>
                    <a:pt x="39" y="11"/>
                  </a:lnTo>
                  <a:lnTo>
                    <a:pt x="43" y="19"/>
                  </a:lnTo>
                  <a:lnTo>
                    <a:pt x="46" y="29"/>
                  </a:lnTo>
                  <a:lnTo>
                    <a:pt x="50" y="38"/>
                  </a:lnTo>
                  <a:lnTo>
                    <a:pt x="54" y="44"/>
                  </a:lnTo>
                  <a:lnTo>
                    <a:pt x="60" y="48"/>
                  </a:lnTo>
                  <a:lnTo>
                    <a:pt x="68" y="50"/>
                  </a:lnTo>
                  <a:lnTo>
                    <a:pt x="78" y="53"/>
                  </a:lnTo>
                  <a:lnTo>
                    <a:pt x="87" y="56"/>
                  </a:lnTo>
                  <a:lnTo>
                    <a:pt x="91" y="59"/>
                  </a:lnTo>
                  <a:lnTo>
                    <a:pt x="92" y="63"/>
                  </a:lnTo>
                  <a:lnTo>
                    <a:pt x="92" y="70"/>
                  </a:lnTo>
                  <a:lnTo>
                    <a:pt x="93" y="73"/>
                  </a:lnTo>
                  <a:lnTo>
                    <a:pt x="97" y="74"/>
                  </a:lnTo>
                  <a:lnTo>
                    <a:pt x="106" y="76"/>
                  </a:lnTo>
                  <a:lnTo>
                    <a:pt x="117" y="77"/>
                  </a:lnTo>
                  <a:lnTo>
                    <a:pt x="119" y="81"/>
                  </a:lnTo>
                  <a:lnTo>
                    <a:pt x="122" y="84"/>
                  </a:lnTo>
                  <a:lnTo>
                    <a:pt x="123" y="88"/>
                  </a:lnTo>
                  <a:lnTo>
                    <a:pt x="122" y="91"/>
                  </a:lnTo>
                  <a:lnTo>
                    <a:pt x="120" y="92"/>
                  </a:lnTo>
                  <a:lnTo>
                    <a:pt x="118" y="94"/>
                  </a:lnTo>
                  <a:lnTo>
                    <a:pt x="117" y="96"/>
                  </a:lnTo>
                  <a:lnTo>
                    <a:pt x="115" y="101"/>
                  </a:lnTo>
                  <a:lnTo>
                    <a:pt x="115" y="105"/>
                  </a:lnTo>
                  <a:lnTo>
                    <a:pt x="114" y="110"/>
                  </a:lnTo>
                  <a:lnTo>
                    <a:pt x="109" y="115"/>
                  </a:lnTo>
                  <a:lnTo>
                    <a:pt x="104" y="118"/>
                  </a:lnTo>
                  <a:lnTo>
                    <a:pt x="99" y="120"/>
                  </a:lnTo>
                  <a:lnTo>
                    <a:pt x="94" y="119"/>
                  </a:lnTo>
                  <a:lnTo>
                    <a:pt x="89" y="119"/>
                  </a:lnTo>
                  <a:lnTo>
                    <a:pt x="88" y="120"/>
                  </a:lnTo>
                  <a:lnTo>
                    <a:pt x="86" y="124"/>
                  </a:lnTo>
                  <a:lnTo>
                    <a:pt x="85" y="126"/>
                  </a:lnTo>
                  <a:lnTo>
                    <a:pt x="85" y="135"/>
                  </a:lnTo>
                  <a:lnTo>
                    <a:pt x="83" y="151"/>
                  </a:lnTo>
                  <a:lnTo>
                    <a:pt x="83" y="157"/>
                  </a:lnTo>
                  <a:lnTo>
                    <a:pt x="84" y="158"/>
                  </a:lnTo>
                  <a:lnTo>
                    <a:pt x="84" y="162"/>
                  </a:lnTo>
                  <a:lnTo>
                    <a:pt x="82" y="166"/>
                  </a:lnTo>
                  <a:lnTo>
                    <a:pt x="78" y="170"/>
                  </a:lnTo>
                  <a:lnTo>
                    <a:pt x="75" y="172"/>
                  </a:lnTo>
                  <a:lnTo>
                    <a:pt x="72" y="173"/>
                  </a:lnTo>
                  <a:lnTo>
                    <a:pt x="68" y="173"/>
                  </a:lnTo>
                  <a:lnTo>
                    <a:pt x="63" y="171"/>
                  </a:lnTo>
                  <a:lnTo>
                    <a:pt x="59" y="171"/>
                  </a:lnTo>
                  <a:lnTo>
                    <a:pt x="58" y="168"/>
                  </a:lnTo>
                  <a:lnTo>
                    <a:pt x="58" y="165"/>
                  </a:lnTo>
                  <a:lnTo>
                    <a:pt x="55" y="161"/>
                  </a:lnTo>
                  <a:lnTo>
                    <a:pt x="48" y="158"/>
                  </a:lnTo>
                  <a:lnTo>
                    <a:pt x="41" y="155"/>
                  </a:lnTo>
                  <a:lnTo>
                    <a:pt x="35" y="154"/>
                  </a:lnTo>
                  <a:lnTo>
                    <a:pt x="33" y="154"/>
                  </a:lnTo>
                  <a:lnTo>
                    <a:pt x="29" y="147"/>
                  </a:lnTo>
                  <a:lnTo>
                    <a:pt x="29" y="145"/>
                  </a:lnTo>
                  <a:lnTo>
                    <a:pt x="28" y="141"/>
                  </a:lnTo>
                  <a:lnTo>
                    <a:pt x="26" y="141"/>
                  </a:lnTo>
                  <a:lnTo>
                    <a:pt x="22" y="140"/>
                  </a:lnTo>
                  <a:lnTo>
                    <a:pt x="20" y="135"/>
                  </a:lnTo>
                  <a:lnTo>
                    <a:pt x="18" y="131"/>
                  </a:lnTo>
                  <a:lnTo>
                    <a:pt x="15" y="126"/>
                  </a:lnTo>
                  <a:lnTo>
                    <a:pt x="12" y="124"/>
                  </a:lnTo>
                  <a:lnTo>
                    <a:pt x="6" y="123"/>
                  </a:lnTo>
                  <a:lnTo>
                    <a:pt x="0" y="123"/>
                  </a:lnTo>
                  <a:lnTo>
                    <a:pt x="0" y="114"/>
                  </a:lnTo>
                  <a:lnTo>
                    <a:pt x="1" y="112"/>
                  </a:lnTo>
                  <a:lnTo>
                    <a:pt x="4" y="107"/>
                  </a:lnTo>
                  <a:lnTo>
                    <a:pt x="10" y="101"/>
                  </a:lnTo>
                  <a:lnTo>
                    <a:pt x="15" y="97"/>
                  </a:lnTo>
                  <a:lnTo>
                    <a:pt x="17" y="92"/>
                  </a:lnTo>
                  <a:lnTo>
                    <a:pt x="15" y="89"/>
                  </a:lnTo>
                  <a:lnTo>
                    <a:pt x="12" y="84"/>
                  </a:lnTo>
                  <a:lnTo>
                    <a:pt x="7" y="79"/>
                  </a:lnTo>
                  <a:lnTo>
                    <a:pt x="3" y="73"/>
                  </a:lnTo>
                  <a:lnTo>
                    <a:pt x="3" y="69"/>
                  </a:lnTo>
                  <a:lnTo>
                    <a:pt x="7" y="63"/>
                  </a:lnTo>
                  <a:lnTo>
                    <a:pt x="12" y="56"/>
                  </a:lnTo>
                  <a:lnTo>
                    <a:pt x="14" y="47"/>
                  </a:lnTo>
                  <a:lnTo>
                    <a:pt x="16" y="39"/>
                  </a:lnTo>
                  <a:lnTo>
                    <a:pt x="15" y="30"/>
                  </a:lnTo>
                  <a:lnTo>
                    <a:pt x="14" y="22"/>
                  </a:lnTo>
                  <a:lnTo>
                    <a:pt x="15" y="14"/>
                  </a:lnTo>
                  <a:lnTo>
                    <a:pt x="18" y="7"/>
                  </a:lnTo>
                  <a:lnTo>
                    <a:pt x="21" y="4"/>
                  </a:lnTo>
                  <a:lnTo>
                    <a:pt x="2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5" name="Freeform 50"/>
            <p:cNvSpPr>
              <a:spLocks/>
            </p:cNvSpPr>
            <p:nvPr/>
          </p:nvSpPr>
          <p:spPr bwMode="auto">
            <a:xfrm>
              <a:off x="3878263" y="4594225"/>
              <a:ext cx="552450" cy="522288"/>
            </a:xfrm>
            <a:custGeom>
              <a:avLst/>
              <a:gdLst/>
              <a:ahLst/>
              <a:cxnLst>
                <a:cxn ang="0">
                  <a:pos x="174" y="7"/>
                </a:cxn>
                <a:cxn ang="0">
                  <a:pos x="218" y="20"/>
                </a:cxn>
                <a:cxn ang="0">
                  <a:pos x="231" y="49"/>
                </a:cxn>
                <a:cxn ang="0">
                  <a:pos x="244" y="76"/>
                </a:cxn>
                <a:cxn ang="0">
                  <a:pos x="272" y="78"/>
                </a:cxn>
                <a:cxn ang="0">
                  <a:pos x="291" y="101"/>
                </a:cxn>
                <a:cxn ang="0">
                  <a:pos x="324" y="119"/>
                </a:cxn>
                <a:cxn ang="0">
                  <a:pos x="341" y="133"/>
                </a:cxn>
                <a:cxn ang="0">
                  <a:pos x="320" y="145"/>
                </a:cxn>
                <a:cxn ang="0">
                  <a:pos x="320" y="158"/>
                </a:cxn>
                <a:cxn ang="0">
                  <a:pos x="314" y="184"/>
                </a:cxn>
                <a:cxn ang="0">
                  <a:pos x="301" y="178"/>
                </a:cxn>
                <a:cxn ang="0">
                  <a:pos x="280" y="180"/>
                </a:cxn>
                <a:cxn ang="0">
                  <a:pos x="280" y="209"/>
                </a:cxn>
                <a:cxn ang="0">
                  <a:pos x="268" y="221"/>
                </a:cxn>
                <a:cxn ang="0">
                  <a:pos x="246" y="215"/>
                </a:cxn>
                <a:cxn ang="0">
                  <a:pos x="225" y="229"/>
                </a:cxn>
                <a:cxn ang="0">
                  <a:pos x="206" y="233"/>
                </a:cxn>
                <a:cxn ang="0">
                  <a:pos x="191" y="246"/>
                </a:cxn>
                <a:cxn ang="0">
                  <a:pos x="173" y="250"/>
                </a:cxn>
                <a:cxn ang="0">
                  <a:pos x="144" y="266"/>
                </a:cxn>
                <a:cxn ang="0">
                  <a:pos x="161" y="291"/>
                </a:cxn>
                <a:cxn ang="0">
                  <a:pos x="162" y="310"/>
                </a:cxn>
                <a:cxn ang="0">
                  <a:pos x="140" y="319"/>
                </a:cxn>
                <a:cxn ang="0">
                  <a:pos x="128" y="313"/>
                </a:cxn>
                <a:cxn ang="0">
                  <a:pos x="113" y="307"/>
                </a:cxn>
                <a:cxn ang="0">
                  <a:pos x="102" y="302"/>
                </a:cxn>
                <a:cxn ang="0">
                  <a:pos x="93" y="297"/>
                </a:cxn>
                <a:cxn ang="0">
                  <a:pos x="69" y="317"/>
                </a:cxn>
                <a:cxn ang="0">
                  <a:pos x="43" y="329"/>
                </a:cxn>
                <a:cxn ang="0">
                  <a:pos x="32" y="317"/>
                </a:cxn>
                <a:cxn ang="0">
                  <a:pos x="21" y="296"/>
                </a:cxn>
                <a:cxn ang="0">
                  <a:pos x="1" y="276"/>
                </a:cxn>
                <a:cxn ang="0">
                  <a:pos x="10" y="220"/>
                </a:cxn>
                <a:cxn ang="0">
                  <a:pos x="30" y="221"/>
                </a:cxn>
                <a:cxn ang="0">
                  <a:pos x="35" y="229"/>
                </a:cxn>
                <a:cxn ang="0">
                  <a:pos x="43" y="228"/>
                </a:cxn>
                <a:cxn ang="0">
                  <a:pos x="56" y="219"/>
                </a:cxn>
                <a:cxn ang="0">
                  <a:pos x="66" y="203"/>
                </a:cxn>
                <a:cxn ang="0">
                  <a:pos x="73" y="190"/>
                </a:cxn>
                <a:cxn ang="0">
                  <a:pos x="68" y="182"/>
                </a:cxn>
                <a:cxn ang="0">
                  <a:pos x="76" y="172"/>
                </a:cxn>
                <a:cxn ang="0">
                  <a:pos x="72" y="156"/>
                </a:cxn>
                <a:cxn ang="0">
                  <a:pos x="70" y="142"/>
                </a:cxn>
                <a:cxn ang="0">
                  <a:pos x="68" y="137"/>
                </a:cxn>
                <a:cxn ang="0">
                  <a:pos x="69" y="125"/>
                </a:cxn>
                <a:cxn ang="0">
                  <a:pos x="55" y="98"/>
                </a:cxn>
                <a:cxn ang="0">
                  <a:pos x="52" y="84"/>
                </a:cxn>
                <a:cxn ang="0">
                  <a:pos x="59" y="64"/>
                </a:cxn>
                <a:cxn ang="0">
                  <a:pos x="76" y="26"/>
                </a:cxn>
                <a:cxn ang="0">
                  <a:pos x="107" y="9"/>
                </a:cxn>
                <a:cxn ang="0">
                  <a:pos x="141" y="8"/>
                </a:cxn>
              </a:cxnLst>
              <a:rect l="0" t="0" r="r" b="b"/>
              <a:pathLst>
                <a:path w="348" h="329">
                  <a:moveTo>
                    <a:pt x="152" y="0"/>
                  </a:moveTo>
                  <a:lnTo>
                    <a:pt x="156" y="0"/>
                  </a:lnTo>
                  <a:lnTo>
                    <a:pt x="163" y="3"/>
                  </a:lnTo>
                  <a:lnTo>
                    <a:pt x="174" y="7"/>
                  </a:lnTo>
                  <a:lnTo>
                    <a:pt x="187" y="11"/>
                  </a:lnTo>
                  <a:lnTo>
                    <a:pt x="200" y="15"/>
                  </a:lnTo>
                  <a:lnTo>
                    <a:pt x="211" y="17"/>
                  </a:lnTo>
                  <a:lnTo>
                    <a:pt x="218" y="20"/>
                  </a:lnTo>
                  <a:lnTo>
                    <a:pt x="221" y="24"/>
                  </a:lnTo>
                  <a:lnTo>
                    <a:pt x="224" y="30"/>
                  </a:lnTo>
                  <a:lnTo>
                    <a:pt x="227" y="39"/>
                  </a:lnTo>
                  <a:lnTo>
                    <a:pt x="231" y="49"/>
                  </a:lnTo>
                  <a:lnTo>
                    <a:pt x="235" y="59"/>
                  </a:lnTo>
                  <a:lnTo>
                    <a:pt x="238" y="68"/>
                  </a:lnTo>
                  <a:lnTo>
                    <a:pt x="241" y="73"/>
                  </a:lnTo>
                  <a:lnTo>
                    <a:pt x="244" y="76"/>
                  </a:lnTo>
                  <a:lnTo>
                    <a:pt x="249" y="76"/>
                  </a:lnTo>
                  <a:lnTo>
                    <a:pt x="256" y="76"/>
                  </a:lnTo>
                  <a:lnTo>
                    <a:pt x="265" y="77"/>
                  </a:lnTo>
                  <a:lnTo>
                    <a:pt x="272" y="78"/>
                  </a:lnTo>
                  <a:lnTo>
                    <a:pt x="277" y="81"/>
                  </a:lnTo>
                  <a:lnTo>
                    <a:pt x="280" y="85"/>
                  </a:lnTo>
                  <a:lnTo>
                    <a:pt x="285" y="93"/>
                  </a:lnTo>
                  <a:lnTo>
                    <a:pt x="291" y="101"/>
                  </a:lnTo>
                  <a:lnTo>
                    <a:pt x="298" y="108"/>
                  </a:lnTo>
                  <a:lnTo>
                    <a:pt x="305" y="112"/>
                  </a:lnTo>
                  <a:lnTo>
                    <a:pt x="313" y="115"/>
                  </a:lnTo>
                  <a:lnTo>
                    <a:pt x="324" y="119"/>
                  </a:lnTo>
                  <a:lnTo>
                    <a:pt x="348" y="124"/>
                  </a:lnTo>
                  <a:lnTo>
                    <a:pt x="346" y="127"/>
                  </a:lnTo>
                  <a:lnTo>
                    <a:pt x="343" y="130"/>
                  </a:lnTo>
                  <a:lnTo>
                    <a:pt x="341" y="133"/>
                  </a:lnTo>
                  <a:lnTo>
                    <a:pt x="339" y="135"/>
                  </a:lnTo>
                  <a:lnTo>
                    <a:pt x="333" y="140"/>
                  </a:lnTo>
                  <a:lnTo>
                    <a:pt x="326" y="144"/>
                  </a:lnTo>
                  <a:lnTo>
                    <a:pt x="320" y="145"/>
                  </a:lnTo>
                  <a:lnTo>
                    <a:pt x="315" y="147"/>
                  </a:lnTo>
                  <a:lnTo>
                    <a:pt x="314" y="150"/>
                  </a:lnTo>
                  <a:lnTo>
                    <a:pt x="317" y="153"/>
                  </a:lnTo>
                  <a:lnTo>
                    <a:pt x="320" y="158"/>
                  </a:lnTo>
                  <a:lnTo>
                    <a:pt x="321" y="161"/>
                  </a:lnTo>
                  <a:lnTo>
                    <a:pt x="320" y="169"/>
                  </a:lnTo>
                  <a:lnTo>
                    <a:pt x="317" y="177"/>
                  </a:lnTo>
                  <a:lnTo>
                    <a:pt x="314" y="184"/>
                  </a:lnTo>
                  <a:lnTo>
                    <a:pt x="311" y="185"/>
                  </a:lnTo>
                  <a:lnTo>
                    <a:pt x="307" y="183"/>
                  </a:lnTo>
                  <a:lnTo>
                    <a:pt x="305" y="179"/>
                  </a:lnTo>
                  <a:lnTo>
                    <a:pt x="301" y="178"/>
                  </a:lnTo>
                  <a:lnTo>
                    <a:pt x="298" y="178"/>
                  </a:lnTo>
                  <a:lnTo>
                    <a:pt x="293" y="179"/>
                  </a:lnTo>
                  <a:lnTo>
                    <a:pt x="287" y="179"/>
                  </a:lnTo>
                  <a:lnTo>
                    <a:pt x="280" y="180"/>
                  </a:lnTo>
                  <a:lnTo>
                    <a:pt x="278" y="184"/>
                  </a:lnTo>
                  <a:lnTo>
                    <a:pt x="278" y="197"/>
                  </a:lnTo>
                  <a:lnTo>
                    <a:pt x="279" y="204"/>
                  </a:lnTo>
                  <a:lnTo>
                    <a:pt x="280" y="209"/>
                  </a:lnTo>
                  <a:lnTo>
                    <a:pt x="281" y="212"/>
                  </a:lnTo>
                  <a:lnTo>
                    <a:pt x="278" y="215"/>
                  </a:lnTo>
                  <a:lnTo>
                    <a:pt x="273" y="218"/>
                  </a:lnTo>
                  <a:lnTo>
                    <a:pt x="268" y="221"/>
                  </a:lnTo>
                  <a:lnTo>
                    <a:pt x="263" y="222"/>
                  </a:lnTo>
                  <a:lnTo>
                    <a:pt x="257" y="220"/>
                  </a:lnTo>
                  <a:lnTo>
                    <a:pt x="251" y="218"/>
                  </a:lnTo>
                  <a:lnTo>
                    <a:pt x="246" y="215"/>
                  </a:lnTo>
                  <a:lnTo>
                    <a:pt x="241" y="216"/>
                  </a:lnTo>
                  <a:lnTo>
                    <a:pt x="238" y="219"/>
                  </a:lnTo>
                  <a:lnTo>
                    <a:pt x="229" y="228"/>
                  </a:lnTo>
                  <a:lnTo>
                    <a:pt x="225" y="229"/>
                  </a:lnTo>
                  <a:lnTo>
                    <a:pt x="223" y="229"/>
                  </a:lnTo>
                  <a:lnTo>
                    <a:pt x="216" y="229"/>
                  </a:lnTo>
                  <a:lnTo>
                    <a:pt x="212" y="230"/>
                  </a:lnTo>
                  <a:lnTo>
                    <a:pt x="206" y="233"/>
                  </a:lnTo>
                  <a:lnTo>
                    <a:pt x="202" y="237"/>
                  </a:lnTo>
                  <a:lnTo>
                    <a:pt x="199" y="243"/>
                  </a:lnTo>
                  <a:lnTo>
                    <a:pt x="195" y="246"/>
                  </a:lnTo>
                  <a:lnTo>
                    <a:pt x="191" y="246"/>
                  </a:lnTo>
                  <a:lnTo>
                    <a:pt x="186" y="245"/>
                  </a:lnTo>
                  <a:lnTo>
                    <a:pt x="181" y="245"/>
                  </a:lnTo>
                  <a:lnTo>
                    <a:pt x="178" y="246"/>
                  </a:lnTo>
                  <a:lnTo>
                    <a:pt x="173" y="250"/>
                  </a:lnTo>
                  <a:lnTo>
                    <a:pt x="166" y="252"/>
                  </a:lnTo>
                  <a:lnTo>
                    <a:pt x="150" y="257"/>
                  </a:lnTo>
                  <a:lnTo>
                    <a:pt x="144" y="262"/>
                  </a:lnTo>
                  <a:lnTo>
                    <a:pt x="144" y="266"/>
                  </a:lnTo>
                  <a:lnTo>
                    <a:pt x="145" y="272"/>
                  </a:lnTo>
                  <a:lnTo>
                    <a:pt x="150" y="279"/>
                  </a:lnTo>
                  <a:lnTo>
                    <a:pt x="156" y="285"/>
                  </a:lnTo>
                  <a:lnTo>
                    <a:pt x="161" y="291"/>
                  </a:lnTo>
                  <a:lnTo>
                    <a:pt x="165" y="296"/>
                  </a:lnTo>
                  <a:lnTo>
                    <a:pt x="167" y="300"/>
                  </a:lnTo>
                  <a:lnTo>
                    <a:pt x="166" y="305"/>
                  </a:lnTo>
                  <a:lnTo>
                    <a:pt x="162" y="310"/>
                  </a:lnTo>
                  <a:lnTo>
                    <a:pt x="153" y="320"/>
                  </a:lnTo>
                  <a:lnTo>
                    <a:pt x="150" y="322"/>
                  </a:lnTo>
                  <a:lnTo>
                    <a:pt x="145" y="322"/>
                  </a:lnTo>
                  <a:lnTo>
                    <a:pt x="140" y="319"/>
                  </a:lnTo>
                  <a:lnTo>
                    <a:pt x="134" y="318"/>
                  </a:lnTo>
                  <a:lnTo>
                    <a:pt x="131" y="318"/>
                  </a:lnTo>
                  <a:lnTo>
                    <a:pt x="128" y="315"/>
                  </a:lnTo>
                  <a:lnTo>
                    <a:pt x="128" y="313"/>
                  </a:lnTo>
                  <a:lnTo>
                    <a:pt x="126" y="308"/>
                  </a:lnTo>
                  <a:lnTo>
                    <a:pt x="123" y="306"/>
                  </a:lnTo>
                  <a:lnTo>
                    <a:pt x="119" y="306"/>
                  </a:lnTo>
                  <a:lnTo>
                    <a:pt x="113" y="307"/>
                  </a:lnTo>
                  <a:lnTo>
                    <a:pt x="109" y="307"/>
                  </a:lnTo>
                  <a:lnTo>
                    <a:pt x="105" y="305"/>
                  </a:lnTo>
                  <a:lnTo>
                    <a:pt x="103" y="304"/>
                  </a:lnTo>
                  <a:lnTo>
                    <a:pt x="102" y="302"/>
                  </a:lnTo>
                  <a:lnTo>
                    <a:pt x="101" y="300"/>
                  </a:lnTo>
                  <a:lnTo>
                    <a:pt x="100" y="297"/>
                  </a:lnTo>
                  <a:lnTo>
                    <a:pt x="96" y="296"/>
                  </a:lnTo>
                  <a:lnTo>
                    <a:pt x="93" y="297"/>
                  </a:lnTo>
                  <a:lnTo>
                    <a:pt x="88" y="301"/>
                  </a:lnTo>
                  <a:lnTo>
                    <a:pt x="83" y="305"/>
                  </a:lnTo>
                  <a:lnTo>
                    <a:pt x="75" y="313"/>
                  </a:lnTo>
                  <a:lnTo>
                    <a:pt x="69" y="317"/>
                  </a:lnTo>
                  <a:lnTo>
                    <a:pt x="62" y="321"/>
                  </a:lnTo>
                  <a:lnTo>
                    <a:pt x="53" y="324"/>
                  </a:lnTo>
                  <a:lnTo>
                    <a:pt x="47" y="328"/>
                  </a:lnTo>
                  <a:lnTo>
                    <a:pt x="43" y="329"/>
                  </a:lnTo>
                  <a:lnTo>
                    <a:pt x="37" y="328"/>
                  </a:lnTo>
                  <a:lnTo>
                    <a:pt x="30" y="325"/>
                  </a:lnTo>
                  <a:lnTo>
                    <a:pt x="32" y="322"/>
                  </a:lnTo>
                  <a:lnTo>
                    <a:pt x="32" y="317"/>
                  </a:lnTo>
                  <a:lnTo>
                    <a:pt x="29" y="311"/>
                  </a:lnTo>
                  <a:lnTo>
                    <a:pt x="25" y="305"/>
                  </a:lnTo>
                  <a:lnTo>
                    <a:pt x="23" y="301"/>
                  </a:lnTo>
                  <a:lnTo>
                    <a:pt x="21" y="296"/>
                  </a:lnTo>
                  <a:lnTo>
                    <a:pt x="19" y="291"/>
                  </a:lnTo>
                  <a:lnTo>
                    <a:pt x="14" y="287"/>
                  </a:lnTo>
                  <a:lnTo>
                    <a:pt x="7" y="281"/>
                  </a:lnTo>
                  <a:lnTo>
                    <a:pt x="1" y="276"/>
                  </a:lnTo>
                  <a:lnTo>
                    <a:pt x="0" y="271"/>
                  </a:lnTo>
                  <a:lnTo>
                    <a:pt x="0" y="227"/>
                  </a:lnTo>
                  <a:lnTo>
                    <a:pt x="5" y="224"/>
                  </a:lnTo>
                  <a:lnTo>
                    <a:pt x="10" y="220"/>
                  </a:lnTo>
                  <a:lnTo>
                    <a:pt x="17" y="219"/>
                  </a:lnTo>
                  <a:lnTo>
                    <a:pt x="21" y="218"/>
                  </a:lnTo>
                  <a:lnTo>
                    <a:pt x="28" y="220"/>
                  </a:lnTo>
                  <a:lnTo>
                    <a:pt x="30" y="221"/>
                  </a:lnTo>
                  <a:lnTo>
                    <a:pt x="31" y="223"/>
                  </a:lnTo>
                  <a:lnTo>
                    <a:pt x="33" y="225"/>
                  </a:lnTo>
                  <a:lnTo>
                    <a:pt x="34" y="228"/>
                  </a:lnTo>
                  <a:lnTo>
                    <a:pt x="35" y="229"/>
                  </a:lnTo>
                  <a:lnTo>
                    <a:pt x="39" y="233"/>
                  </a:lnTo>
                  <a:lnTo>
                    <a:pt x="41" y="233"/>
                  </a:lnTo>
                  <a:lnTo>
                    <a:pt x="42" y="230"/>
                  </a:lnTo>
                  <a:lnTo>
                    <a:pt x="43" y="228"/>
                  </a:lnTo>
                  <a:lnTo>
                    <a:pt x="45" y="226"/>
                  </a:lnTo>
                  <a:lnTo>
                    <a:pt x="46" y="224"/>
                  </a:lnTo>
                  <a:lnTo>
                    <a:pt x="50" y="221"/>
                  </a:lnTo>
                  <a:lnTo>
                    <a:pt x="56" y="219"/>
                  </a:lnTo>
                  <a:lnTo>
                    <a:pt x="61" y="216"/>
                  </a:lnTo>
                  <a:lnTo>
                    <a:pt x="65" y="212"/>
                  </a:lnTo>
                  <a:lnTo>
                    <a:pt x="65" y="209"/>
                  </a:lnTo>
                  <a:lnTo>
                    <a:pt x="66" y="203"/>
                  </a:lnTo>
                  <a:lnTo>
                    <a:pt x="66" y="198"/>
                  </a:lnTo>
                  <a:lnTo>
                    <a:pt x="68" y="195"/>
                  </a:lnTo>
                  <a:lnTo>
                    <a:pt x="71" y="193"/>
                  </a:lnTo>
                  <a:lnTo>
                    <a:pt x="73" y="190"/>
                  </a:lnTo>
                  <a:lnTo>
                    <a:pt x="74" y="187"/>
                  </a:lnTo>
                  <a:lnTo>
                    <a:pt x="73" y="186"/>
                  </a:lnTo>
                  <a:lnTo>
                    <a:pt x="69" y="182"/>
                  </a:lnTo>
                  <a:lnTo>
                    <a:pt x="68" y="182"/>
                  </a:lnTo>
                  <a:lnTo>
                    <a:pt x="69" y="180"/>
                  </a:lnTo>
                  <a:lnTo>
                    <a:pt x="73" y="177"/>
                  </a:lnTo>
                  <a:lnTo>
                    <a:pt x="75" y="176"/>
                  </a:lnTo>
                  <a:lnTo>
                    <a:pt x="76" y="172"/>
                  </a:lnTo>
                  <a:lnTo>
                    <a:pt x="76" y="169"/>
                  </a:lnTo>
                  <a:lnTo>
                    <a:pt x="75" y="166"/>
                  </a:lnTo>
                  <a:lnTo>
                    <a:pt x="73" y="161"/>
                  </a:lnTo>
                  <a:lnTo>
                    <a:pt x="72" y="156"/>
                  </a:lnTo>
                  <a:lnTo>
                    <a:pt x="73" y="152"/>
                  </a:lnTo>
                  <a:lnTo>
                    <a:pt x="73" y="145"/>
                  </a:lnTo>
                  <a:lnTo>
                    <a:pt x="71" y="144"/>
                  </a:lnTo>
                  <a:lnTo>
                    <a:pt x="70" y="142"/>
                  </a:lnTo>
                  <a:lnTo>
                    <a:pt x="68" y="141"/>
                  </a:lnTo>
                  <a:lnTo>
                    <a:pt x="68" y="140"/>
                  </a:lnTo>
                  <a:lnTo>
                    <a:pt x="68" y="139"/>
                  </a:lnTo>
                  <a:lnTo>
                    <a:pt x="68" y="137"/>
                  </a:lnTo>
                  <a:lnTo>
                    <a:pt x="68" y="136"/>
                  </a:lnTo>
                  <a:lnTo>
                    <a:pt x="69" y="132"/>
                  </a:lnTo>
                  <a:lnTo>
                    <a:pt x="70" y="129"/>
                  </a:lnTo>
                  <a:lnTo>
                    <a:pt x="69" y="125"/>
                  </a:lnTo>
                  <a:lnTo>
                    <a:pt x="68" y="120"/>
                  </a:lnTo>
                  <a:lnTo>
                    <a:pt x="62" y="113"/>
                  </a:lnTo>
                  <a:lnTo>
                    <a:pt x="58" y="105"/>
                  </a:lnTo>
                  <a:lnTo>
                    <a:pt x="55" y="98"/>
                  </a:lnTo>
                  <a:lnTo>
                    <a:pt x="54" y="93"/>
                  </a:lnTo>
                  <a:lnTo>
                    <a:pt x="53" y="91"/>
                  </a:lnTo>
                  <a:lnTo>
                    <a:pt x="53" y="85"/>
                  </a:lnTo>
                  <a:lnTo>
                    <a:pt x="52" y="84"/>
                  </a:lnTo>
                  <a:lnTo>
                    <a:pt x="52" y="80"/>
                  </a:lnTo>
                  <a:lnTo>
                    <a:pt x="54" y="78"/>
                  </a:lnTo>
                  <a:lnTo>
                    <a:pt x="57" y="73"/>
                  </a:lnTo>
                  <a:lnTo>
                    <a:pt x="59" y="64"/>
                  </a:lnTo>
                  <a:lnTo>
                    <a:pt x="62" y="53"/>
                  </a:lnTo>
                  <a:lnTo>
                    <a:pt x="65" y="43"/>
                  </a:lnTo>
                  <a:lnTo>
                    <a:pt x="68" y="36"/>
                  </a:lnTo>
                  <a:lnTo>
                    <a:pt x="76" y="26"/>
                  </a:lnTo>
                  <a:lnTo>
                    <a:pt x="81" y="15"/>
                  </a:lnTo>
                  <a:lnTo>
                    <a:pt x="91" y="12"/>
                  </a:lnTo>
                  <a:lnTo>
                    <a:pt x="100" y="10"/>
                  </a:lnTo>
                  <a:lnTo>
                    <a:pt x="107" y="9"/>
                  </a:lnTo>
                  <a:lnTo>
                    <a:pt x="116" y="10"/>
                  </a:lnTo>
                  <a:lnTo>
                    <a:pt x="126" y="10"/>
                  </a:lnTo>
                  <a:lnTo>
                    <a:pt x="135" y="9"/>
                  </a:lnTo>
                  <a:lnTo>
                    <a:pt x="141" y="8"/>
                  </a:lnTo>
                  <a:lnTo>
                    <a:pt x="148" y="2"/>
                  </a:lnTo>
                  <a:lnTo>
                    <a:pt x="15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6" name="Freeform 51"/>
            <p:cNvSpPr>
              <a:spLocks/>
            </p:cNvSpPr>
            <p:nvPr/>
          </p:nvSpPr>
          <p:spPr bwMode="auto">
            <a:xfrm>
              <a:off x="3890963" y="4930775"/>
              <a:ext cx="455613" cy="358775"/>
            </a:xfrm>
            <a:custGeom>
              <a:avLst/>
              <a:gdLst/>
              <a:ahLst/>
              <a:cxnLst>
                <a:cxn ang="0">
                  <a:pos x="280" y="12"/>
                </a:cxn>
                <a:cxn ang="0">
                  <a:pos x="282" y="24"/>
                </a:cxn>
                <a:cxn ang="0">
                  <a:pos x="281" y="32"/>
                </a:cxn>
                <a:cxn ang="0">
                  <a:pos x="274" y="50"/>
                </a:cxn>
                <a:cxn ang="0">
                  <a:pos x="274" y="75"/>
                </a:cxn>
                <a:cxn ang="0">
                  <a:pos x="263" y="97"/>
                </a:cxn>
                <a:cxn ang="0">
                  <a:pos x="272" y="112"/>
                </a:cxn>
                <a:cxn ang="0">
                  <a:pos x="275" y="125"/>
                </a:cxn>
                <a:cxn ang="0">
                  <a:pos x="261" y="140"/>
                </a:cxn>
                <a:cxn ang="0">
                  <a:pos x="258" y="163"/>
                </a:cxn>
                <a:cxn ang="0">
                  <a:pos x="246" y="161"/>
                </a:cxn>
                <a:cxn ang="0">
                  <a:pos x="228" y="161"/>
                </a:cxn>
                <a:cxn ang="0">
                  <a:pos x="212" y="158"/>
                </a:cxn>
                <a:cxn ang="0">
                  <a:pos x="203" y="167"/>
                </a:cxn>
                <a:cxn ang="0">
                  <a:pos x="207" y="184"/>
                </a:cxn>
                <a:cxn ang="0">
                  <a:pos x="201" y="196"/>
                </a:cxn>
                <a:cxn ang="0">
                  <a:pos x="179" y="206"/>
                </a:cxn>
                <a:cxn ang="0">
                  <a:pos x="166" y="215"/>
                </a:cxn>
                <a:cxn ang="0">
                  <a:pos x="156" y="226"/>
                </a:cxn>
                <a:cxn ang="0">
                  <a:pos x="151" y="211"/>
                </a:cxn>
                <a:cxn ang="0">
                  <a:pos x="135" y="204"/>
                </a:cxn>
                <a:cxn ang="0">
                  <a:pos x="98" y="203"/>
                </a:cxn>
                <a:cxn ang="0">
                  <a:pos x="77" y="197"/>
                </a:cxn>
                <a:cxn ang="0">
                  <a:pos x="50" y="186"/>
                </a:cxn>
                <a:cxn ang="0">
                  <a:pos x="34" y="178"/>
                </a:cxn>
                <a:cxn ang="0">
                  <a:pos x="22" y="165"/>
                </a:cxn>
                <a:cxn ang="0">
                  <a:pos x="20" y="159"/>
                </a:cxn>
                <a:cxn ang="0">
                  <a:pos x="17" y="153"/>
                </a:cxn>
                <a:cxn ang="0">
                  <a:pos x="0" y="151"/>
                </a:cxn>
                <a:cxn ang="0">
                  <a:pos x="2" y="143"/>
                </a:cxn>
                <a:cxn ang="0">
                  <a:pos x="3" y="127"/>
                </a:cxn>
                <a:cxn ang="0">
                  <a:pos x="14" y="121"/>
                </a:cxn>
                <a:cxn ang="0">
                  <a:pos x="29" y="116"/>
                </a:cxn>
                <a:cxn ang="0">
                  <a:pos x="45" y="112"/>
                </a:cxn>
                <a:cxn ang="0">
                  <a:pos x="67" y="101"/>
                </a:cxn>
                <a:cxn ang="0">
                  <a:pos x="85" y="85"/>
                </a:cxn>
                <a:cxn ang="0">
                  <a:pos x="93" y="88"/>
                </a:cxn>
                <a:cxn ang="0">
                  <a:pos x="97" y="93"/>
                </a:cxn>
                <a:cxn ang="0">
                  <a:pos x="111" y="94"/>
                </a:cxn>
                <a:cxn ang="0">
                  <a:pos x="120" y="101"/>
                </a:cxn>
                <a:cxn ang="0">
                  <a:pos x="126" y="106"/>
                </a:cxn>
                <a:cxn ang="0">
                  <a:pos x="142" y="110"/>
                </a:cxn>
                <a:cxn ang="0">
                  <a:pos x="158" y="93"/>
                </a:cxn>
                <a:cxn ang="0">
                  <a:pos x="153" y="79"/>
                </a:cxn>
                <a:cxn ang="0">
                  <a:pos x="137" y="60"/>
                </a:cxn>
                <a:cxn ang="0">
                  <a:pos x="142" y="45"/>
                </a:cxn>
                <a:cxn ang="0">
                  <a:pos x="170" y="34"/>
                </a:cxn>
                <a:cxn ang="0">
                  <a:pos x="183" y="34"/>
                </a:cxn>
                <a:cxn ang="0">
                  <a:pos x="194" y="25"/>
                </a:cxn>
                <a:cxn ang="0">
                  <a:pos x="208" y="17"/>
                </a:cxn>
                <a:cxn ang="0">
                  <a:pos x="221" y="16"/>
                </a:cxn>
                <a:cxn ang="0">
                  <a:pos x="238" y="3"/>
                </a:cxn>
                <a:cxn ang="0">
                  <a:pos x="255" y="10"/>
                </a:cxn>
                <a:cxn ang="0">
                  <a:pos x="270" y="3"/>
                </a:cxn>
              </a:cxnLst>
              <a:rect l="0" t="0" r="r" b="b"/>
              <a:pathLst>
                <a:path w="287" h="226">
                  <a:moveTo>
                    <a:pt x="273" y="0"/>
                  </a:moveTo>
                  <a:lnTo>
                    <a:pt x="276" y="6"/>
                  </a:lnTo>
                  <a:lnTo>
                    <a:pt x="280" y="12"/>
                  </a:lnTo>
                  <a:lnTo>
                    <a:pt x="280" y="17"/>
                  </a:lnTo>
                  <a:lnTo>
                    <a:pt x="281" y="21"/>
                  </a:lnTo>
                  <a:lnTo>
                    <a:pt x="282" y="24"/>
                  </a:lnTo>
                  <a:lnTo>
                    <a:pt x="284" y="26"/>
                  </a:lnTo>
                  <a:lnTo>
                    <a:pt x="287" y="28"/>
                  </a:lnTo>
                  <a:lnTo>
                    <a:pt x="281" y="32"/>
                  </a:lnTo>
                  <a:lnTo>
                    <a:pt x="278" y="35"/>
                  </a:lnTo>
                  <a:lnTo>
                    <a:pt x="275" y="42"/>
                  </a:lnTo>
                  <a:lnTo>
                    <a:pt x="274" y="50"/>
                  </a:lnTo>
                  <a:lnTo>
                    <a:pt x="275" y="58"/>
                  </a:lnTo>
                  <a:lnTo>
                    <a:pt x="276" y="67"/>
                  </a:lnTo>
                  <a:lnTo>
                    <a:pt x="274" y="75"/>
                  </a:lnTo>
                  <a:lnTo>
                    <a:pt x="272" y="84"/>
                  </a:lnTo>
                  <a:lnTo>
                    <a:pt x="267" y="91"/>
                  </a:lnTo>
                  <a:lnTo>
                    <a:pt x="263" y="97"/>
                  </a:lnTo>
                  <a:lnTo>
                    <a:pt x="263" y="101"/>
                  </a:lnTo>
                  <a:lnTo>
                    <a:pt x="267" y="107"/>
                  </a:lnTo>
                  <a:lnTo>
                    <a:pt x="272" y="112"/>
                  </a:lnTo>
                  <a:lnTo>
                    <a:pt x="275" y="117"/>
                  </a:lnTo>
                  <a:lnTo>
                    <a:pt x="277" y="120"/>
                  </a:lnTo>
                  <a:lnTo>
                    <a:pt x="275" y="125"/>
                  </a:lnTo>
                  <a:lnTo>
                    <a:pt x="270" y="129"/>
                  </a:lnTo>
                  <a:lnTo>
                    <a:pt x="264" y="135"/>
                  </a:lnTo>
                  <a:lnTo>
                    <a:pt x="261" y="140"/>
                  </a:lnTo>
                  <a:lnTo>
                    <a:pt x="260" y="144"/>
                  </a:lnTo>
                  <a:lnTo>
                    <a:pt x="260" y="157"/>
                  </a:lnTo>
                  <a:lnTo>
                    <a:pt x="258" y="163"/>
                  </a:lnTo>
                  <a:lnTo>
                    <a:pt x="255" y="165"/>
                  </a:lnTo>
                  <a:lnTo>
                    <a:pt x="251" y="164"/>
                  </a:lnTo>
                  <a:lnTo>
                    <a:pt x="246" y="161"/>
                  </a:lnTo>
                  <a:lnTo>
                    <a:pt x="241" y="160"/>
                  </a:lnTo>
                  <a:lnTo>
                    <a:pt x="234" y="160"/>
                  </a:lnTo>
                  <a:lnTo>
                    <a:pt x="228" y="161"/>
                  </a:lnTo>
                  <a:lnTo>
                    <a:pt x="222" y="160"/>
                  </a:lnTo>
                  <a:lnTo>
                    <a:pt x="217" y="159"/>
                  </a:lnTo>
                  <a:lnTo>
                    <a:pt x="212" y="158"/>
                  </a:lnTo>
                  <a:lnTo>
                    <a:pt x="206" y="159"/>
                  </a:lnTo>
                  <a:lnTo>
                    <a:pt x="204" y="162"/>
                  </a:lnTo>
                  <a:lnTo>
                    <a:pt x="203" y="167"/>
                  </a:lnTo>
                  <a:lnTo>
                    <a:pt x="204" y="172"/>
                  </a:lnTo>
                  <a:lnTo>
                    <a:pt x="205" y="178"/>
                  </a:lnTo>
                  <a:lnTo>
                    <a:pt x="207" y="184"/>
                  </a:lnTo>
                  <a:lnTo>
                    <a:pt x="208" y="188"/>
                  </a:lnTo>
                  <a:lnTo>
                    <a:pt x="206" y="192"/>
                  </a:lnTo>
                  <a:lnTo>
                    <a:pt x="201" y="196"/>
                  </a:lnTo>
                  <a:lnTo>
                    <a:pt x="194" y="200"/>
                  </a:lnTo>
                  <a:lnTo>
                    <a:pt x="186" y="203"/>
                  </a:lnTo>
                  <a:lnTo>
                    <a:pt x="179" y="206"/>
                  </a:lnTo>
                  <a:lnTo>
                    <a:pt x="173" y="207"/>
                  </a:lnTo>
                  <a:lnTo>
                    <a:pt x="170" y="210"/>
                  </a:lnTo>
                  <a:lnTo>
                    <a:pt x="166" y="215"/>
                  </a:lnTo>
                  <a:lnTo>
                    <a:pt x="162" y="221"/>
                  </a:lnTo>
                  <a:lnTo>
                    <a:pt x="159" y="226"/>
                  </a:lnTo>
                  <a:lnTo>
                    <a:pt x="156" y="226"/>
                  </a:lnTo>
                  <a:lnTo>
                    <a:pt x="153" y="222"/>
                  </a:lnTo>
                  <a:lnTo>
                    <a:pt x="153" y="217"/>
                  </a:lnTo>
                  <a:lnTo>
                    <a:pt x="151" y="211"/>
                  </a:lnTo>
                  <a:lnTo>
                    <a:pt x="150" y="206"/>
                  </a:lnTo>
                  <a:lnTo>
                    <a:pt x="148" y="204"/>
                  </a:lnTo>
                  <a:lnTo>
                    <a:pt x="135" y="204"/>
                  </a:lnTo>
                  <a:lnTo>
                    <a:pt x="123" y="203"/>
                  </a:lnTo>
                  <a:lnTo>
                    <a:pt x="111" y="203"/>
                  </a:lnTo>
                  <a:lnTo>
                    <a:pt x="98" y="203"/>
                  </a:lnTo>
                  <a:lnTo>
                    <a:pt x="88" y="202"/>
                  </a:lnTo>
                  <a:lnTo>
                    <a:pt x="83" y="200"/>
                  </a:lnTo>
                  <a:lnTo>
                    <a:pt x="77" y="197"/>
                  </a:lnTo>
                  <a:lnTo>
                    <a:pt x="68" y="194"/>
                  </a:lnTo>
                  <a:lnTo>
                    <a:pt x="59" y="190"/>
                  </a:lnTo>
                  <a:lnTo>
                    <a:pt x="50" y="186"/>
                  </a:lnTo>
                  <a:lnTo>
                    <a:pt x="43" y="185"/>
                  </a:lnTo>
                  <a:lnTo>
                    <a:pt x="37" y="182"/>
                  </a:lnTo>
                  <a:lnTo>
                    <a:pt x="34" y="178"/>
                  </a:lnTo>
                  <a:lnTo>
                    <a:pt x="34" y="169"/>
                  </a:lnTo>
                  <a:lnTo>
                    <a:pt x="27" y="165"/>
                  </a:lnTo>
                  <a:lnTo>
                    <a:pt x="22" y="165"/>
                  </a:lnTo>
                  <a:lnTo>
                    <a:pt x="21" y="163"/>
                  </a:lnTo>
                  <a:lnTo>
                    <a:pt x="21" y="160"/>
                  </a:lnTo>
                  <a:lnTo>
                    <a:pt x="20" y="159"/>
                  </a:lnTo>
                  <a:lnTo>
                    <a:pt x="20" y="157"/>
                  </a:lnTo>
                  <a:lnTo>
                    <a:pt x="19" y="155"/>
                  </a:lnTo>
                  <a:lnTo>
                    <a:pt x="17" y="153"/>
                  </a:lnTo>
                  <a:lnTo>
                    <a:pt x="16" y="152"/>
                  </a:lnTo>
                  <a:lnTo>
                    <a:pt x="9" y="152"/>
                  </a:lnTo>
                  <a:lnTo>
                    <a:pt x="0" y="151"/>
                  </a:lnTo>
                  <a:lnTo>
                    <a:pt x="1" y="149"/>
                  </a:lnTo>
                  <a:lnTo>
                    <a:pt x="2" y="147"/>
                  </a:lnTo>
                  <a:lnTo>
                    <a:pt x="2" y="143"/>
                  </a:lnTo>
                  <a:lnTo>
                    <a:pt x="0" y="138"/>
                  </a:lnTo>
                  <a:lnTo>
                    <a:pt x="1" y="133"/>
                  </a:lnTo>
                  <a:lnTo>
                    <a:pt x="3" y="127"/>
                  </a:lnTo>
                  <a:lnTo>
                    <a:pt x="6" y="125"/>
                  </a:lnTo>
                  <a:lnTo>
                    <a:pt x="9" y="124"/>
                  </a:lnTo>
                  <a:lnTo>
                    <a:pt x="14" y="121"/>
                  </a:lnTo>
                  <a:lnTo>
                    <a:pt x="18" y="118"/>
                  </a:lnTo>
                  <a:lnTo>
                    <a:pt x="22" y="113"/>
                  </a:lnTo>
                  <a:lnTo>
                    <a:pt x="29" y="116"/>
                  </a:lnTo>
                  <a:lnTo>
                    <a:pt x="35" y="117"/>
                  </a:lnTo>
                  <a:lnTo>
                    <a:pt x="39" y="116"/>
                  </a:lnTo>
                  <a:lnTo>
                    <a:pt x="45" y="112"/>
                  </a:lnTo>
                  <a:lnTo>
                    <a:pt x="54" y="109"/>
                  </a:lnTo>
                  <a:lnTo>
                    <a:pt x="61" y="105"/>
                  </a:lnTo>
                  <a:lnTo>
                    <a:pt x="67" y="101"/>
                  </a:lnTo>
                  <a:lnTo>
                    <a:pt x="75" y="93"/>
                  </a:lnTo>
                  <a:lnTo>
                    <a:pt x="80" y="89"/>
                  </a:lnTo>
                  <a:lnTo>
                    <a:pt x="85" y="85"/>
                  </a:lnTo>
                  <a:lnTo>
                    <a:pt x="88" y="84"/>
                  </a:lnTo>
                  <a:lnTo>
                    <a:pt x="92" y="85"/>
                  </a:lnTo>
                  <a:lnTo>
                    <a:pt x="93" y="88"/>
                  </a:lnTo>
                  <a:lnTo>
                    <a:pt x="94" y="90"/>
                  </a:lnTo>
                  <a:lnTo>
                    <a:pt x="95" y="92"/>
                  </a:lnTo>
                  <a:lnTo>
                    <a:pt x="97" y="93"/>
                  </a:lnTo>
                  <a:lnTo>
                    <a:pt x="101" y="95"/>
                  </a:lnTo>
                  <a:lnTo>
                    <a:pt x="105" y="95"/>
                  </a:lnTo>
                  <a:lnTo>
                    <a:pt x="111" y="94"/>
                  </a:lnTo>
                  <a:lnTo>
                    <a:pt x="115" y="94"/>
                  </a:lnTo>
                  <a:lnTo>
                    <a:pt x="118" y="96"/>
                  </a:lnTo>
                  <a:lnTo>
                    <a:pt x="120" y="101"/>
                  </a:lnTo>
                  <a:lnTo>
                    <a:pt x="120" y="103"/>
                  </a:lnTo>
                  <a:lnTo>
                    <a:pt x="123" y="106"/>
                  </a:lnTo>
                  <a:lnTo>
                    <a:pt x="126" y="106"/>
                  </a:lnTo>
                  <a:lnTo>
                    <a:pt x="132" y="107"/>
                  </a:lnTo>
                  <a:lnTo>
                    <a:pt x="137" y="110"/>
                  </a:lnTo>
                  <a:lnTo>
                    <a:pt x="142" y="110"/>
                  </a:lnTo>
                  <a:lnTo>
                    <a:pt x="145" y="108"/>
                  </a:lnTo>
                  <a:lnTo>
                    <a:pt x="154" y="98"/>
                  </a:lnTo>
                  <a:lnTo>
                    <a:pt x="158" y="93"/>
                  </a:lnTo>
                  <a:lnTo>
                    <a:pt x="159" y="88"/>
                  </a:lnTo>
                  <a:lnTo>
                    <a:pt x="157" y="84"/>
                  </a:lnTo>
                  <a:lnTo>
                    <a:pt x="153" y="79"/>
                  </a:lnTo>
                  <a:lnTo>
                    <a:pt x="148" y="73"/>
                  </a:lnTo>
                  <a:lnTo>
                    <a:pt x="142" y="67"/>
                  </a:lnTo>
                  <a:lnTo>
                    <a:pt x="137" y="60"/>
                  </a:lnTo>
                  <a:lnTo>
                    <a:pt x="136" y="54"/>
                  </a:lnTo>
                  <a:lnTo>
                    <a:pt x="136" y="50"/>
                  </a:lnTo>
                  <a:lnTo>
                    <a:pt x="142" y="45"/>
                  </a:lnTo>
                  <a:lnTo>
                    <a:pt x="158" y="40"/>
                  </a:lnTo>
                  <a:lnTo>
                    <a:pt x="165" y="38"/>
                  </a:lnTo>
                  <a:lnTo>
                    <a:pt x="170" y="34"/>
                  </a:lnTo>
                  <a:lnTo>
                    <a:pt x="173" y="33"/>
                  </a:lnTo>
                  <a:lnTo>
                    <a:pt x="178" y="33"/>
                  </a:lnTo>
                  <a:lnTo>
                    <a:pt x="183" y="34"/>
                  </a:lnTo>
                  <a:lnTo>
                    <a:pt x="187" y="34"/>
                  </a:lnTo>
                  <a:lnTo>
                    <a:pt x="191" y="31"/>
                  </a:lnTo>
                  <a:lnTo>
                    <a:pt x="194" y="25"/>
                  </a:lnTo>
                  <a:lnTo>
                    <a:pt x="198" y="21"/>
                  </a:lnTo>
                  <a:lnTo>
                    <a:pt x="204" y="18"/>
                  </a:lnTo>
                  <a:lnTo>
                    <a:pt x="208" y="17"/>
                  </a:lnTo>
                  <a:lnTo>
                    <a:pt x="215" y="17"/>
                  </a:lnTo>
                  <a:lnTo>
                    <a:pt x="217" y="17"/>
                  </a:lnTo>
                  <a:lnTo>
                    <a:pt x="221" y="16"/>
                  </a:lnTo>
                  <a:lnTo>
                    <a:pt x="230" y="7"/>
                  </a:lnTo>
                  <a:lnTo>
                    <a:pt x="233" y="4"/>
                  </a:lnTo>
                  <a:lnTo>
                    <a:pt x="238" y="3"/>
                  </a:lnTo>
                  <a:lnTo>
                    <a:pt x="243" y="6"/>
                  </a:lnTo>
                  <a:lnTo>
                    <a:pt x="249" y="8"/>
                  </a:lnTo>
                  <a:lnTo>
                    <a:pt x="255" y="10"/>
                  </a:lnTo>
                  <a:lnTo>
                    <a:pt x="260" y="9"/>
                  </a:lnTo>
                  <a:lnTo>
                    <a:pt x="265" y="6"/>
                  </a:lnTo>
                  <a:lnTo>
                    <a:pt x="270" y="3"/>
                  </a:lnTo>
                  <a:lnTo>
                    <a:pt x="27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7" name="Freeform 52"/>
            <p:cNvSpPr>
              <a:spLocks/>
            </p:cNvSpPr>
            <p:nvPr/>
          </p:nvSpPr>
          <p:spPr bwMode="auto">
            <a:xfrm>
              <a:off x="3797301" y="5413375"/>
              <a:ext cx="198438" cy="134938"/>
            </a:xfrm>
            <a:custGeom>
              <a:avLst/>
              <a:gdLst/>
              <a:ahLst/>
              <a:cxnLst>
                <a:cxn ang="0">
                  <a:pos x="99" y="1"/>
                </a:cxn>
                <a:cxn ang="0">
                  <a:pos x="108" y="15"/>
                </a:cxn>
                <a:cxn ang="0">
                  <a:pos x="119" y="35"/>
                </a:cxn>
                <a:cxn ang="0">
                  <a:pos x="119" y="51"/>
                </a:cxn>
                <a:cxn ang="0">
                  <a:pos x="115" y="56"/>
                </a:cxn>
                <a:cxn ang="0">
                  <a:pos x="105" y="65"/>
                </a:cxn>
                <a:cxn ang="0">
                  <a:pos x="95" y="68"/>
                </a:cxn>
                <a:cxn ang="0">
                  <a:pos x="78" y="72"/>
                </a:cxn>
                <a:cxn ang="0">
                  <a:pos x="68" y="76"/>
                </a:cxn>
                <a:cxn ang="0">
                  <a:pos x="65" y="82"/>
                </a:cxn>
                <a:cxn ang="0">
                  <a:pos x="60" y="85"/>
                </a:cxn>
                <a:cxn ang="0">
                  <a:pos x="56" y="84"/>
                </a:cxn>
                <a:cxn ang="0">
                  <a:pos x="54" y="81"/>
                </a:cxn>
                <a:cxn ang="0">
                  <a:pos x="51" y="76"/>
                </a:cxn>
                <a:cxn ang="0">
                  <a:pos x="49" y="71"/>
                </a:cxn>
                <a:cxn ang="0">
                  <a:pos x="46" y="68"/>
                </a:cxn>
                <a:cxn ang="0">
                  <a:pos x="41" y="65"/>
                </a:cxn>
                <a:cxn ang="0">
                  <a:pos x="35" y="64"/>
                </a:cxn>
                <a:cxn ang="0">
                  <a:pos x="27" y="62"/>
                </a:cxn>
                <a:cxn ang="0">
                  <a:pos x="21" y="65"/>
                </a:cxn>
                <a:cxn ang="0">
                  <a:pos x="15" y="66"/>
                </a:cxn>
                <a:cxn ang="0">
                  <a:pos x="14" y="62"/>
                </a:cxn>
                <a:cxn ang="0">
                  <a:pos x="15" y="60"/>
                </a:cxn>
                <a:cxn ang="0">
                  <a:pos x="16" y="52"/>
                </a:cxn>
                <a:cxn ang="0">
                  <a:pos x="15" y="49"/>
                </a:cxn>
                <a:cxn ang="0">
                  <a:pos x="14" y="41"/>
                </a:cxn>
                <a:cxn ang="0">
                  <a:pos x="11" y="38"/>
                </a:cxn>
                <a:cxn ang="0">
                  <a:pos x="6" y="40"/>
                </a:cxn>
                <a:cxn ang="0">
                  <a:pos x="4" y="42"/>
                </a:cxn>
                <a:cxn ang="0">
                  <a:pos x="7" y="46"/>
                </a:cxn>
                <a:cxn ang="0">
                  <a:pos x="9" y="53"/>
                </a:cxn>
                <a:cxn ang="0">
                  <a:pos x="10" y="59"/>
                </a:cxn>
                <a:cxn ang="0">
                  <a:pos x="8" y="62"/>
                </a:cxn>
                <a:cxn ang="0">
                  <a:pos x="0" y="41"/>
                </a:cxn>
                <a:cxn ang="0">
                  <a:pos x="7" y="32"/>
                </a:cxn>
                <a:cxn ang="0">
                  <a:pos x="22" y="22"/>
                </a:cxn>
                <a:cxn ang="0">
                  <a:pos x="34" y="16"/>
                </a:cxn>
                <a:cxn ang="0">
                  <a:pos x="43" y="9"/>
                </a:cxn>
                <a:cxn ang="0">
                  <a:pos x="53" y="5"/>
                </a:cxn>
                <a:cxn ang="0">
                  <a:pos x="57" y="8"/>
                </a:cxn>
                <a:cxn ang="0">
                  <a:pos x="59" y="17"/>
                </a:cxn>
                <a:cxn ang="0">
                  <a:pos x="64" y="25"/>
                </a:cxn>
                <a:cxn ang="0">
                  <a:pos x="71" y="22"/>
                </a:cxn>
                <a:cxn ang="0">
                  <a:pos x="81" y="11"/>
                </a:cxn>
                <a:cxn ang="0">
                  <a:pos x="92" y="1"/>
                </a:cxn>
              </a:cxnLst>
              <a:rect l="0" t="0" r="r" b="b"/>
              <a:pathLst>
                <a:path w="125" h="85">
                  <a:moveTo>
                    <a:pt x="96" y="0"/>
                  </a:moveTo>
                  <a:lnTo>
                    <a:pt x="99" y="1"/>
                  </a:lnTo>
                  <a:lnTo>
                    <a:pt x="103" y="7"/>
                  </a:lnTo>
                  <a:lnTo>
                    <a:pt x="108" y="15"/>
                  </a:lnTo>
                  <a:lnTo>
                    <a:pt x="113" y="25"/>
                  </a:lnTo>
                  <a:lnTo>
                    <a:pt x="119" y="35"/>
                  </a:lnTo>
                  <a:lnTo>
                    <a:pt x="125" y="47"/>
                  </a:lnTo>
                  <a:lnTo>
                    <a:pt x="119" y="51"/>
                  </a:lnTo>
                  <a:lnTo>
                    <a:pt x="117" y="53"/>
                  </a:lnTo>
                  <a:lnTo>
                    <a:pt x="115" y="56"/>
                  </a:lnTo>
                  <a:lnTo>
                    <a:pt x="108" y="63"/>
                  </a:lnTo>
                  <a:lnTo>
                    <a:pt x="105" y="65"/>
                  </a:lnTo>
                  <a:lnTo>
                    <a:pt x="102" y="68"/>
                  </a:lnTo>
                  <a:lnTo>
                    <a:pt x="95" y="68"/>
                  </a:lnTo>
                  <a:lnTo>
                    <a:pt x="88" y="69"/>
                  </a:lnTo>
                  <a:lnTo>
                    <a:pt x="78" y="72"/>
                  </a:lnTo>
                  <a:lnTo>
                    <a:pt x="70" y="75"/>
                  </a:lnTo>
                  <a:lnTo>
                    <a:pt x="68" y="76"/>
                  </a:lnTo>
                  <a:lnTo>
                    <a:pt x="67" y="80"/>
                  </a:lnTo>
                  <a:lnTo>
                    <a:pt x="65" y="82"/>
                  </a:lnTo>
                  <a:lnTo>
                    <a:pt x="64" y="84"/>
                  </a:lnTo>
                  <a:lnTo>
                    <a:pt x="60" y="85"/>
                  </a:lnTo>
                  <a:lnTo>
                    <a:pt x="57" y="85"/>
                  </a:lnTo>
                  <a:lnTo>
                    <a:pt x="56" y="84"/>
                  </a:lnTo>
                  <a:lnTo>
                    <a:pt x="55" y="83"/>
                  </a:lnTo>
                  <a:lnTo>
                    <a:pt x="54" y="81"/>
                  </a:lnTo>
                  <a:lnTo>
                    <a:pt x="52" y="78"/>
                  </a:lnTo>
                  <a:lnTo>
                    <a:pt x="51" y="76"/>
                  </a:lnTo>
                  <a:lnTo>
                    <a:pt x="50" y="73"/>
                  </a:lnTo>
                  <a:lnTo>
                    <a:pt x="49" y="71"/>
                  </a:lnTo>
                  <a:lnTo>
                    <a:pt x="47" y="70"/>
                  </a:lnTo>
                  <a:lnTo>
                    <a:pt x="46" y="68"/>
                  </a:lnTo>
                  <a:lnTo>
                    <a:pt x="44" y="67"/>
                  </a:lnTo>
                  <a:lnTo>
                    <a:pt x="41" y="65"/>
                  </a:lnTo>
                  <a:lnTo>
                    <a:pt x="38" y="65"/>
                  </a:lnTo>
                  <a:lnTo>
                    <a:pt x="35" y="64"/>
                  </a:lnTo>
                  <a:lnTo>
                    <a:pt x="33" y="62"/>
                  </a:lnTo>
                  <a:lnTo>
                    <a:pt x="27" y="62"/>
                  </a:lnTo>
                  <a:lnTo>
                    <a:pt x="24" y="63"/>
                  </a:lnTo>
                  <a:lnTo>
                    <a:pt x="21" y="65"/>
                  </a:lnTo>
                  <a:lnTo>
                    <a:pt x="17" y="66"/>
                  </a:lnTo>
                  <a:lnTo>
                    <a:pt x="15" y="66"/>
                  </a:lnTo>
                  <a:lnTo>
                    <a:pt x="14" y="65"/>
                  </a:lnTo>
                  <a:lnTo>
                    <a:pt x="14" y="62"/>
                  </a:lnTo>
                  <a:lnTo>
                    <a:pt x="15" y="61"/>
                  </a:lnTo>
                  <a:lnTo>
                    <a:pt x="15" y="60"/>
                  </a:lnTo>
                  <a:lnTo>
                    <a:pt x="16" y="58"/>
                  </a:lnTo>
                  <a:lnTo>
                    <a:pt x="16" y="52"/>
                  </a:lnTo>
                  <a:lnTo>
                    <a:pt x="15" y="51"/>
                  </a:lnTo>
                  <a:lnTo>
                    <a:pt x="15" y="49"/>
                  </a:lnTo>
                  <a:lnTo>
                    <a:pt x="14" y="46"/>
                  </a:lnTo>
                  <a:lnTo>
                    <a:pt x="14" y="41"/>
                  </a:lnTo>
                  <a:lnTo>
                    <a:pt x="12" y="40"/>
                  </a:lnTo>
                  <a:lnTo>
                    <a:pt x="11" y="38"/>
                  </a:lnTo>
                  <a:lnTo>
                    <a:pt x="9" y="38"/>
                  </a:lnTo>
                  <a:lnTo>
                    <a:pt x="6" y="40"/>
                  </a:lnTo>
                  <a:lnTo>
                    <a:pt x="5" y="41"/>
                  </a:lnTo>
                  <a:lnTo>
                    <a:pt x="4" y="42"/>
                  </a:lnTo>
                  <a:lnTo>
                    <a:pt x="4" y="43"/>
                  </a:lnTo>
                  <a:lnTo>
                    <a:pt x="7" y="46"/>
                  </a:lnTo>
                  <a:lnTo>
                    <a:pt x="9" y="51"/>
                  </a:lnTo>
                  <a:lnTo>
                    <a:pt x="9" y="53"/>
                  </a:lnTo>
                  <a:lnTo>
                    <a:pt x="10" y="55"/>
                  </a:lnTo>
                  <a:lnTo>
                    <a:pt x="10" y="59"/>
                  </a:lnTo>
                  <a:lnTo>
                    <a:pt x="9" y="61"/>
                  </a:lnTo>
                  <a:lnTo>
                    <a:pt x="8" y="62"/>
                  </a:lnTo>
                  <a:lnTo>
                    <a:pt x="0" y="48"/>
                  </a:lnTo>
                  <a:lnTo>
                    <a:pt x="0" y="41"/>
                  </a:lnTo>
                  <a:lnTo>
                    <a:pt x="1" y="36"/>
                  </a:lnTo>
                  <a:lnTo>
                    <a:pt x="7" y="32"/>
                  </a:lnTo>
                  <a:lnTo>
                    <a:pt x="14" y="26"/>
                  </a:lnTo>
                  <a:lnTo>
                    <a:pt x="22" y="22"/>
                  </a:lnTo>
                  <a:lnTo>
                    <a:pt x="28" y="18"/>
                  </a:lnTo>
                  <a:lnTo>
                    <a:pt x="34" y="16"/>
                  </a:lnTo>
                  <a:lnTo>
                    <a:pt x="38" y="13"/>
                  </a:lnTo>
                  <a:lnTo>
                    <a:pt x="43" y="9"/>
                  </a:lnTo>
                  <a:lnTo>
                    <a:pt x="49" y="7"/>
                  </a:lnTo>
                  <a:lnTo>
                    <a:pt x="53" y="5"/>
                  </a:lnTo>
                  <a:lnTo>
                    <a:pt x="56" y="5"/>
                  </a:lnTo>
                  <a:lnTo>
                    <a:pt x="57" y="8"/>
                  </a:lnTo>
                  <a:lnTo>
                    <a:pt x="59" y="12"/>
                  </a:lnTo>
                  <a:lnTo>
                    <a:pt x="59" y="17"/>
                  </a:lnTo>
                  <a:lnTo>
                    <a:pt x="61" y="22"/>
                  </a:lnTo>
                  <a:lnTo>
                    <a:pt x="64" y="25"/>
                  </a:lnTo>
                  <a:lnTo>
                    <a:pt x="67" y="25"/>
                  </a:lnTo>
                  <a:lnTo>
                    <a:pt x="71" y="22"/>
                  </a:lnTo>
                  <a:lnTo>
                    <a:pt x="76" y="17"/>
                  </a:lnTo>
                  <a:lnTo>
                    <a:pt x="81" y="11"/>
                  </a:lnTo>
                  <a:lnTo>
                    <a:pt x="86" y="5"/>
                  </a:lnTo>
                  <a:lnTo>
                    <a:pt x="92" y="1"/>
                  </a:lnTo>
                  <a:lnTo>
                    <a:pt x="9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8" name="Freeform 53"/>
            <p:cNvSpPr>
              <a:spLocks/>
            </p:cNvSpPr>
            <p:nvPr/>
          </p:nvSpPr>
          <p:spPr bwMode="auto">
            <a:xfrm>
              <a:off x="4319588" y="4760913"/>
              <a:ext cx="230188" cy="336550"/>
            </a:xfrm>
            <a:custGeom>
              <a:avLst/>
              <a:gdLst/>
              <a:ahLst/>
              <a:cxnLst>
                <a:cxn ang="0">
                  <a:pos x="145" y="2"/>
                </a:cxn>
                <a:cxn ang="0">
                  <a:pos x="139" y="9"/>
                </a:cxn>
                <a:cxn ang="0">
                  <a:pos x="124" y="25"/>
                </a:cxn>
                <a:cxn ang="0">
                  <a:pos x="107" y="43"/>
                </a:cxn>
                <a:cxn ang="0">
                  <a:pos x="104" y="54"/>
                </a:cxn>
                <a:cxn ang="0">
                  <a:pos x="109" y="59"/>
                </a:cxn>
                <a:cxn ang="0">
                  <a:pos x="125" y="79"/>
                </a:cxn>
                <a:cxn ang="0">
                  <a:pos x="128" y="93"/>
                </a:cxn>
                <a:cxn ang="0">
                  <a:pos x="126" y="99"/>
                </a:cxn>
                <a:cxn ang="0">
                  <a:pos x="117" y="95"/>
                </a:cxn>
                <a:cxn ang="0">
                  <a:pos x="111" y="87"/>
                </a:cxn>
                <a:cxn ang="0">
                  <a:pos x="97" y="80"/>
                </a:cxn>
                <a:cxn ang="0">
                  <a:pos x="96" y="84"/>
                </a:cxn>
                <a:cxn ang="0">
                  <a:pos x="101" y="91"/>
                </a:cxn>
                <a:cxn ang="0">
                  <a:pos x="107" y="99"/>
                </a:cxn>
                <a:cxn ang="0">
                  <a:pos x="112" y="108"/>
                </a:cxn>
                <a:cxn ang="0">
                  <a:pos x="107" y="115"/>
                </a:cxn>
                <a:cxn ang="0">
                  <a:pos x="110" y="139"/>
                </a:cxn>
                <a:cxn ang="0">
                  <a:pos x="109" y="149"/>
                </a:cxn>
                <a:cxn ang="0">
                  <a:pos x="113" y="165"/>
                </a:cxn>
                <a:cxn ang="0">
                  <a:pos x="116" y="170"/>
                </a:cxn>
                <a:cxn ang="0">
                  <a:pos x="121" y="174"/>
                </a:cxn>
                <a:cxn ang="0">
                  <a:pos x="121" y="186"/>
                </a:cxn>
                <a:cxn ang="0">
                  <a:pos x="122" y="191"/>
                </a:cxn>
                <a:cxn ang="0">
                  <a:pos x="123" y="197"/>
                </a:cxn>
                <a:cxn ang="0">
                  <a:pos x="116" y="200"/>
                </a:cxn>
                <a:cxn ang="0">
                  <a:pos x="114" y="198"/>
                </a:cxn>
                <a:cxn ang="0">
                  <a:pos x="112" y="193"/>
                </a:cxn>
                <a:cxn ang="0">
                  <a:pos x="111" y="176"/>
                </a:cxn>
                <a:cxn ang="0">
                  <a:pos x="105" y="157"/>
                </a:cxn>
                <a:cxn ang="0">
                  <a:pos x="104" y="149"/>
                </a:cxn>
                <a:cxn ang="0">
                  <a:pos x="104" y="163"/>
                </a:cxn>
                <a:cxn ang="0">
                  <a:pos x="108" y="170"/>
                </a:cxn>
                <a:cxn ang="0">
                  <a:pos x="107" y="194"/>
                </a:cxn>
                <a:cxn ang="0">
                  <a:pos x="106" y="205"/>
                </a:cxn>
                <a:cxn ang="0">
                  <a:pos x="106" y="209"/>
                </a:cxn>
                <a:cxn ang="0">
                  <a:pos x="96" y="211"/>
                </a:cxn>
                <a:cxn ang="0">
                  <a:pos x="82" y="205"/>
                </a:cxn>
                <a:cxn ang="0">
                  <a:pos x="77" y="191"/>
                </a:cxn>
                <a:cxn ang="0">
                  <a:pos x="50" y="183"/>
                </a:cxn>
                <a:cxn ang="0">
                  <a:pos x="36" y="164"/>
                </a:cxn>
                <a:cxn ang="0">
                  <a:pos x="26" y="141"/>
                </a:cxn>
                <a:cxn ang="0">
                  <a:pos x="12" y="131"/>
                </a:cxn>
                <a:cxn ang="0">
                  <a:pos x="3" y="108"/>
                </a:cxn>
                <a:cxn ang="0">
                  <a:pos x="0" y="79"/>
                </a:cxn>
                <a:cxn ang="0">
                  <a:pos x="15" y="74"/>
                </a:cxn>
                <a:cxn ang="0">
                  <a:pos x="27" y="74"/>
                </a:cxn>
                <a:cxn ang="0">
                  <a:pos x="36" y="79"/>
                </a:cxn>
                <a:cxn ang="0">
                  <a:pos x="43" y="56"/>
                </a:cxn>
                <a:cxn ang="0">
                  <a:pos x="36" y="45"/>
                </a:cxn>
                <a:cxn ang="0">
                  <a:pos x="48" y="39"/>
                </a:cxn>
                <a:cxn ang="0">
                  <a:pos x="63" y="28"/>
                </a:cxn>
                <a:cxn ang="0">
                  <a:pos x="70" y="19"/>
                </a:cxn>
                <a:cxn ang="0">
                  <a:pos x="82" y="21"/>
                </a:cxn>
                <a:cxn ang="0">
                  <a:pos x="96" y="5"/>
                </a:cxn>
                <a:cxn ang="0">
                  <a:pos x="121" y="0"/>
                </a:cxn>
              </a:cxnLst>
              <a:rect l="0" t="0" r="r" b="b"/>
              <a:pathLst>
                <a:path w="145" h="212">
                  <a:moveTo>
                    <a:pt x="121" y="0"/>
                  </a:moveTo>
                  <a:lnTo>
                    <a:pt x="132" y="0"/>
                  </a:lnTo>
                  <a:lnTo>
                    <a:pt x="145" y="2"/>
                  </a:lnTo>
                  <a:lnTo>
                    <a:pt x="144" y="2"/>
                  </a:lnTo>
                  <a:lnTo>
                    <a:pt x="144" y="3"/>
                  </a:lnTo>
                  <a:lnTo>
                    <a:pt x="139" y="9"/>
                  </a:lnTo>
                  <a:lnTo>
                    <a:pt x="134" y="15"/>
                  </a:lnTo>
                  <a:lnTo>
                    <a:pt x="129" y="21"/>
                  </a:lnTo>
                  <a:lnTo>
                    <a:pt x="124" y="25"/>
                  </a:lnTo>
                  <a:lnTo>
                    <a:pt x="118" y="31"/>
                  </a:lnTo>
                  <a:lnTo>
                    <a:pt x="112" y="35"/>
                  </a:lnTo>
                  <a:lnTo>
                    <a:pt x="107" y="43"/>
                  </a:lnTo>
                  <a:lnTo>
                    <a:pt x="104" y="50"/>
                  </a:lnTo>
                  <a:lnTo>
                    <a:pt x="104" y="52"/>
                  </a:lnTo>
                  <a:lnTo>
                    <a:pt x="104" y="54"/>
                  </a:lnTo>
                  <a:lnTo>
                    <a:pt x="106" y="56"/>
                  </a:lnTo>
                  <a:lnTo>
                    <a:pt x="107" y="57"/>
                  </a:lnTo>
                  <a:lnTo>
                    <a:pt x="109" y="59"/>
                  </a:lnTo>
                  <a:lnTo>
                    <a:pt x="112" y="65"/>
                  </a:lnTo>
                  <a:lnTo>
                    <a:pt x="119" y="73"/>
                  </a:lnTo>
                  <a:lnTo>
                    <a:pt x="125" y="79"/>
                  </a:lnTo>
                  <a:lnTo>
                    <a:pt x="129" y="85"/>
                  </a:lnTo>
                  <a:lnTo>
                    <a:pt x="129" y="90"/>
                  </a:lnTo>
                  <a:lnTo>
                    <a:pt x="128" y="93"/>
                  </a:lnTo>
                  <a:lnTo>
                    <a:pt x="127" y="95"/>
                  </a:lnTo>
                  <a:lnTo>
                    <a:pt x="127" y="98"/>
                  </a:lnTo>
                  <a:lnTo>
                    <a:pt x="126" y="99"/>
                  </a:lnTo>
                  <a:lnTo>
                    <a:pt x="124" y="100"/>
                  </a:lnTo>
                  <a:lnTo>
                    <a:pt x="121" y="98"/>
                  </a:lnTo>
                  <a:lnTo>
                    <a:pt x="117" y="95"/>
                  </a:lnTo>
                  <a:lnTo>
                    <a:pt x="115" y="92"/>
                  </a:lnTo>
                  <a:lnTo>
                    <a:pt x="114" y="90"/>
                  </a:lnTo>
                  <a:lnTo>
                    <a:pt x="111" y="87"/>
                  </a:lnTo>
                  <a:lnTo>
                    <a:pt x="105" y="83"/>
                  </a:lnTo>
                  <a:lnTo>
                    <a:pt x="99" y="81"/>
                  </a:lnTo>
                  <a:lnTo>
                    <a:pt x="97" y="80"/>
                  </a:lnTo>
                  <a:lnTo>
                    <a:pt x="95" y="80"/>
                  </a:lnTo>
                  <a:lnTo>
                    <a:pt x="95" y="83"/>
                  </a:lnTo>
                  <a:lnTo>
                    <a:pt x="96" y="84"/>
                  </a:lnTo>
                  <a:lnTo>
                    <a:pt x="98" y="88"/>
                  </a:lnTo>
                  <a:lnTo>
                    <a:pt x="100" y="90"/>
                  </a:lnTo>
                  <a:lnTo>
                    <a:pt x="101" y="91"/>
                  </a:lnTo>
                  <a:lnTo>
                    <a:pt x="103" y="93"/>
                  </a:lnTo>
                  <a:lnTo>
                    <a:pt x="104" y="96"/>
                  </a:lnTo>
                  <a:lnTo>
                    <a:pt x="107" y="99"/>
                  </a:lnTo>
                  <a:lnTo>
                    <a:pt x="109" y="103"/>
                  </a:lnTo>
                  <a:lnTo>
                    <a:pt x="111" y="106"/>
                  </a:lnTo>
                  <a:lnTo>
                    <a:pt x="112" y="108"/>
                  </a:lnTo>
                  <a:lnTo>
                    <a:pt x="112" y="110"/>
                  </a:lnTo>
                  <a:lnTo>
                    <a:pt x="108" y="114"/>
                  </a:lnTo>
                  <a:lnTo>
                    <a:pt x="107" y="115"/>
                  </a:lnTo>
                  <a:lnTo>
                    <a:pt x="106" y="119"/>
                  </a:lnTo>
                  <a:lnTo>
                    <a:pt x="109" y="135"/>
                  </a:lnTo>
                  <a:lnTo>
                    <a:pt x="110" y="139"/>
                  </a:lnTo>
                  <a:lnTo>
                    <a:pt x="110" y="141"/>
                  </a:lnTo>
                  <a:lnTo>
                    <a:pt x="109" y="143"/>
                  </a:lnTo>
                  <a:lnTo>
                    <a:pt x="109" y="149"/>
                  </a:lnTo>
                  <a:lnTo>
                    <a:pt x="110" y="157"/>
                  </a:lnTo>
                  <a:lnTo>
                    <a:pt x="112" y="161"/>
                  </a:lnTo>
                  <a:lnTo>
                    <a:pt x="113" y="165"/>
                  </a:lnTo>
                  <a:lnTo>
                    <a:pt x="114" y="167"/>
                  </a:lnTo>
                  <a:lnTo>
                    <a:pt x="115" y="169"/>
                  </a:lnTo>
                  <a:lnTo>
                    <a:pt x="116" y="170"/>
                  </a:lnTo>
                  <a:lnTo>
                    <a:pt x="117" y="172"/>
                  </a:lnTo>
                  <a:lnTo>
                    <a:pt x="119" y="173"/>
                  </a:lnTo>
                  <a:lnTo>
                    <a:pt x="121" y="174"/>
                  </a:lnTo>
                  <a:lnTo>
                    <a:pt x="122" y="177"/>
                  </a:lnTo>
                  <a:lnTo>
                    <a:pt x="122" y="183"/>
                  </a:lnTo>
                  <a:lnTo>
                    <a:pt x="121" y="186"/>
                  </a:lnTo>
                  <a:lnTo>
                    <a:pt x="121" y="188"/>
                  </a:lnTo>
                  <a:lnTo>
                    <a:pt x="121" y="189"/>
                  </a:lnTo>
                  <a:lnTo>
                    <a:pt x="122" y="191"/>
                  </a:lnTo>
                  <a:lnTo>
                    <a:pt x="123" y="193"/>
                  </a:lnTo>
                  <a:lnTo>
                    <a:pt x="124" y="195"/>
                  </a:lnTo>
                  <a:lnTo>
                    <a:pt x="123" y="197"/>
                  </a:lnTo>
                  <a:lnTo>
                    <a:pt x="122" y="198"/>
                  </a:lnTo>
                  <a:lnTo>
                    <a:pt x="121" y="198"/>
                  </a:lnTo>
                  <a:lnTo>
                    <a:pt x="116" y="200"/>
                  </a:lnTo>
                  <a:lnTo>
                    <a:pt x="115" y="200"/>
                  </a:lnTo>
                  <a:lnTo>
                    <a:pt x="114" y="200"/>
                  </a:lnTo>
                  <a:lnTo>
                    <a:pt x="114" y="198"/>
                  </a:lnTo>
                  <a:lnTo>
                    <a:pt x="113" y="197"/>
                  </a:lnTo>
                  <a:lnTo>
                    <a:pt x="112" y="195"/>
                  </a:lnTo>
                  <a:lnTo>
                    <a:pt x="112" y="193"/>
                  </a:lnTo>
                  <a:lnTo>
                    <a:pt x="112" y="189"/>
                  </a:lnTo>
                  <a:lnTo>
                    <a:pt x="111" y="183"/>
                  </a:lnTo>
                  <a:lnTo>
                    <a:pt x="111" y="176"/>
                  </a:lnTo>
                  <a:lnTo>
                    <a:pt x="109" y="167"/>
                  </a:lnTo>
                  <a:lnTo>
                    <a:pt x="107" y="163"/>
                  </a:lnTo>
                  <a:lnTo>
                    <a:pt x="105" y="157"/>
                  </a:lnTo>
                  <a:lnTo>
                    <a:pt x="104" y="152"/>
                  </a:lnTo>
                  <a:lnTo>
                    <a:pt x="104" y="148"/>
                  </a:lnTo>
                  <a:lnTo>
                    <a:pt x="104" y="149"/>
                  </a:lnTo>
                  <a:lnTo>
                    <a:pt x="103" y="151"/>
                  </a:lnTo>
                  <a:lnTo>
                    <a:pt x="103" y="160"/>
                  </a:lnTo>
                  <a:lnTo>
                    <a:pt x="104" y="163"/>
                  </a:lnTo>
                  <a:lnTo>
                    <a:pt x="105" y="166"/>
                  </a:lnTo>
                  <a:lnTo>
                    <a:pt x="107" y="168"/>
                  </a:lnTo>
                  <a:lnTo>
                    <a:pt x="108" y="170"/>
                  </a:lnTo>
                  <a:lnTo>
                    <a:pt x="109" y="174"/>
                  </a:lnTo>
                  <a:lnTo>
                    <a:pt x="109" y="189"/>
                  </a:lnTo>
                  <a:lnTo>
                    <a:pt x="107" y="194"/>
                  </a:lnTo>
                  <a:lnTo>
                    <a:pt x="107" y="200"/>
                  </a:lnTo>
                  <a:lnTo>
                    <a:pt x="106" y="202"/>
                  </a:lnTo>
                  <a:lnTo>
                    <a:pt x="106" y="205"/>
                  </a:lnTo>
                  <a:lnTo>
                    <a:pt x="105" y="207"/>
                  </a:lnTo>
                  <a:lnTo>
                    <a:pt x="105" y="208"/>
                  </a:lnTo>
                  <a:lnTo>
                    <a:pt x="106" y="209"/>
                  </a:lnTo>
                  <a:lnTo>
                    <a:pt x="106" y="210"/>
                  </a:lnTo>
                  <a:lnTo>
                    <a:pt x="107" y="212"/>
                  </a:lnTo>
                  <a:lnTo>
                    <a:pt x="96" y="211"/>
                  </a:lnTo>
                  <a:lnTo>
                    <a:pt x="87" y="209"/>
                  </a:lnTo>
                  <a:lnTo>
                    <a:pt x="83" y="208"/>
                  </a:lnTo>
                  <a:lnTo>
                    <a:pt x="82" y="205"/>
                  </a:lnTo>
                  <a:lnTo>
                    <a:pt x="82" y="198"/>
                  </a:lnTo>
                  <a:lnTo>
                    <a:pt x="81" y="194"/>
                  </a:lnTo>
                  <a:lnTo>
                    <a:pt x="77" y="191"/>
                  </a:lnTo>
                  <a:lnTo>
                    <a:pt x="68" y="188"/>
                  </a:lnTo>
                  <a:lnTo>
                    <a:pt x="58" y="185"/>
                  </a:lnTo>
                  <a:lnTo>
                    <a:pt x="50" y="183"/>
                  </a:lnTo>
                  <a:lnTo>
                    <a:pt x="44" y="179"/>
                  </a:lnTo>
                  <a:lnTo>
                    <a:pt x="40" y="173"/>
                  </a:lnTo>
                  <a:lnTo>
                    <a:pt x="36" y="164"/>
                  </a:lnTo>
                  <a:lnTo>
                    <a:pt x="33" y="154"/>
                  </a:lnTo>
                  <a:lnTo>
                    <a:pt x="29" y="146"/>
                  </a:lnTo>
                  <a:lnTo>
                    <a:pt x="26" y="141"/>
                  </a:lnTo>
                  <a:lnTo>
                    <a:pt x="20" y="139"/>
                  </a:lnTo>
                  <a:lnTo>
                    <a:pt x="16" y="135"/>
                  </a:lnTo>
                  <a:lnTo>
                    <a:pt x="12" y="131"/>
                  </a:lnTo>
                  <a:lnTo>
                    <a:pt x="10" y="124"/>
                  </a:lnTo>
                  <a:lnTo>
                    <a:pt x="8" y="116"/>
                  </a:lnTo>
                  <a:lnTo>
                    <a:pt x="3" y="108"/>
                  </a:lnTo>
                  <a:lnTo>
                    <a:pt x="1" y="99"/>
                  </a:lnTo>
                  <a:lnTo>
                    <a:pt x="0" y="92"/>
                  </a:lnTo>
                  <a:lnTo>
                    <a:pt x="0" y="79"/>
                  </a:lnTo>
                  <a:lnTo>
                    <a:pt x="2" y="75"/>
                  </a:lnTo>
                  <a:lnTo>
                    <a:pt x="9" y="74"/>
                  </a:lnTo>
                  <a:lnTo>
                    <a:pt x="15" y="74"/>
                  </a:lnTo>
                  <a:lnTo>
                    <a:pt x="20" y="73"/>
                  </a:lnTo>
                  <a:lnTo>
                    <a:pt x="23" y="73"/>
                  </a:lnTo>
                  <a:lnTo>
                    <a:pt x="27" y="74"/>
                  </a:lnTo>
                  <a:lnTo>
                    <a:pt x="29" y="78"/>
                  </a:lnTo>
                  <a:lnTo>
                    <a:pt x="33" y="80"/>
                  </a:lnTo>
                  <a:lnTo>
                    <a:pt x="36" y="79"/>
                  </a:lnTo>
                  <a:lnTo>
                    <a:pt x="39" y="72"/>
                  </a:lnTo>
                  <a:lnTo>
                    <a:pt x="42" y="64"/>
                  </a:lnTo>
                  <a:lnTo>
                    <a:pt x="43" y="56"/>
                  </a:lnTo>
                  <a:lnTo>
                    <a:pt x="42" y="53"/>
                  </a:lnTo>
                  <a:lnTo>
                    <a:pt x="39" y="48"/>
                  </a:lnTo>
                  <a:lnTo>
                    <a:pt x="36" y="45"/>
                  </a:lnTo>
                  <a:lnTo>
                    <a:pt x="37" y="42"/>
                  </a:lnTo>
                  <a:lnTo>
                    <a:pt x="42" y="40"/>
                  </a:lnTo>
                  <a:lnTo>
                    <a:pt x="48" y="39"/>
                  </a:lnTo>
                  <a:lnTo>
                    <a:pt x="55" y="35"/>
                  </a:lnTo>
                  <a:lnTo>
                    <a:pt x="61" y="30"/>
                  </a:lnTo>
                  <a:lnTo>
                    <a:pt x="63" y="28"/>
                  </a:lnTo>
                  <a:lnTo>
                    <a:pt x="65" y="25"/>
                  </a:lnTo>
                  <a:lnTo>
                    <a:pt x="68" y="22"/>
                  </a:lnTo>
                  <a:lnTo>
                    <a:pt x="70" y="19"/>
                  </a:lnTo>
                  <a:lnTo>
                    <a:pt x="74" y="20"/>
                  </a:lnTo>
                  <a:lnTo>
                    <a:pt x="77" y="21"/>
                  </a:lnTo>
                  <a:lnTo>
                    <a:pt x="82" y="21"/>
                  </a:lnTo>
                  <a:lnTo>
                    <a:pt x="87" y="16"/>
                  </a:lnTo>
                  <a:lnTo>
                    <a:pt x="91" y="11"/>
                  </a:lnTo>
                  <a:lnTo>
                    <a:pt x="96" y="5"/>
                  </a:lnTo>
                  <a:lnTo>
                    <a:pt x="103" y="2"/>
                  </a:lnTo>
                  <a:lnTo>
                    <a:pt x="110" y="1"/>
                  </a:lnTo>
                  <a:lnTo>
                    <a:pt x="12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69" name="Freeform 54"/>
            <p:cNvSpPr>
              <a:spLocks/>
            </p:cNvSpPr>
            <p:nvPr/>
          </p:nvSpPr>
          <p:spPr bwMode="auto">
            <a:xfrm>
              <a:off x="3662363" y="3414713"/>
              <a:ext cx="261938" cy="277813"/>
            </a:xfrm>
            <a:custGeom>
              <a:avLst/>
              <a:gdLst/>
              <a:ahLst/>
              <a:cxnLst>
                <a:cxn ang="0">
                  <a:pos x="93" y="6"/>
                </a:cxn>
                <a:cxn ang="0">
                  <a:pos x="103" y="13"/>
                </a:cxn>
                <a:cxn ang="0">
                  <a:pos x="107" y="16"/>
                </a:cxn>
                <a:cxn ang="0">
                  <a:pos x="108" y="19"/>
                </a:cxn>
                <a:cxn ang="0">
                  <a:pos x="106" y="22"/>
                </a:cxn>
                <a:cxn ang="0">
                  <a:pos x="112" y="33"/>
                </a:cxn>
                <a:cxn ang="0">
                  <a:pos x="117" y="38"/>
                </a:cxn>
                <a:cxn ang="0">
                  <a:pos x="119" y="42"/>
                </a:cxn>
                <a:cxn ang="0">
                  <a:pos x="114" y="51"/>
                </a:cxn>
                <a:cxn ang="0">
                  <a:pos x="112" y="54"/>
                </a:cxn>
                <a:cxn ang="0">
                  <a:pos x="114" y="57"/>
                </a:cxn>
                <a:cxn ang="0">
                  <a:pos x="117" y="56"/>
                </a:cxn>
                <a:cxn ang="0">
                  <a:pos x="119" y="53"/>
                </a:cxn>
                <a:cxn ang="0">
                  <a:pos x="123" y="50"/>
                </a:cxn>
                <a:cxn ang="0">
                  <a:pos x="126" y="50"/>
                </a:cxn>
                <a:cxn ang="0">
                  <a:pos x="131" y="54"/>
                </a:cxn>
                <a:cxn ang="0">
                  <a:pos x="143" y="64"/>
                </a:cxn>
                <a:cxn ang="0">
                  <a:pos x="158" y="76"/>
                </a:cxn>
                <a:cxn ang="0">
                  <a:pos x="158" y="91"/>
                </a:cxn>
                <a:cxn ang="0">
                  <a:pos x="148" y="105"/>
                </a:cxn>
                <a:cxn ang="0">
                  <a:pos x="135" y="111"/>
                </a:cxn>
                <a:cxn ang="0">
                  <a:pos x="118" y="114"/>
                </a:cxn>
                <a:cxn ang="0">
                  <a:pos x="106" y="117"/>
                </a:cxn>
                <a:cxn ang="0">
                  <a:pos x="107" y="124"/>
                </a:cxn>
                <a:cxn ang="0">
                  <a:pos x="118" y="135"/>
                </a:cxn>
                <a:cxn ang="0">
                  <a:pos x="118" y="140"/>
                </a:cxn>
                <a:cxn ang="0">
                  <a:pos x="99" y="160"/>
                </a:cxn>
                <a:cxn ang="0">
                  <a:pos x="97" y="175"/>
                </a:cxn>
                <a:cxn ang="0">
                  <a:pos x="89" y="174"/>
                </a:cxn>
                <a:cxn ang="0">
                  <a:pos x="85" y="170"/>
                </a:cxn>
                <a:cxn ang="0">
                  <a:pos x="69" y="153"/>
                </a:cxn>
                <a:cxn ang="0">
                  <a:pos x="68" y="151"/>
                </a:cxn>
                <a:cxn ang="0">
                  <a:pos x="65" y="150"/>
                </a:cxn>
                <a:cxn ang="0">
                  <a:pos x="63" y="149"/>
                </a:cxn>
                <a:cxn ang="0">
                  <a:pos x="64" y="147"/>
                </a:cxn>
                <a:cxn ang="0">
                  <a:pos x="68" y="141"/>
                </a:cxn>
                <a:cxn ang="0">
                  <a:pos x="68" y="136"/>
                </a:cxn>
                <a:cxn ang="0">
                  <a:pos x="65" y="128"/>
                </a:cxn>
                <a:cxn ang="0">
                  <a:pos x="62" y="125"/>
                </a:cxn>
                <a:cxn ang="0">
                  <a:pos x="59" y="126"/>
                </a:cxn>
                <a:cxn ang="0">
                  <a:pos x="58" y="128"/>
                </a:cxn>
                <a:cxn ang="0">
                  <a:pos x="50" y="137"/>
                </a:cxn>
                <a:cxn ang="0">
                  <a:pos x="46" y="142"/>
                </a:cxn>
                <a:cxn ang="0">
                  <a:pos x="43" y="146"/>
                </a:cxn>
                <a:cxn ang="0">
                  <a:pos x="34" y="143"/>
                </a:cxn>
                <a:cxn ang="0">
                  <a:pos x="23" y="137"/>
                </a:cxn>
                <a:cxn ang="0">
                  <a:pos x="21" y="127"/>
                </a:cxn>
                <a:cxn ang="0">
                  <a:pos x="21" y="118"/>
                </a:cxn>
                <a:cxn ang="0">
                  <a:pos x="8" y="109"/>
                </a:cxn>
                <a:cxn ang="0">
                  <a:pos x="6" y="102"/>
                </a:cxn>
                <a:cxn ang="0">
                  <a:pos x="3" y="97"/>
                </a:cxn>
                <a:cxn ang="0">
                  <a:pos x="2" y="72"/>
                </a:cxn>
                <a:cxn ang="0">
                  <a:pos x="1" y="48"/>
                </a:cxn>
                <a:cxn ang="0">
                  <a:pos x="0" y="34"/>
                </a:cxn>
                <a:cxn ang="0">
                  <a:pos x="6" y="33"/>
                </a:cxn>
                <a:cxn ang="0">
                  <a:pos x="19" y="38"/>
                </a:cxn>
                <a:cxn ang="0">
                  <a:pos x="28" y="39"/>
                </a:cxn>
                <a:cxn ang="0">
                  <a:pos x="42" y="38"/>
                </a:cxn>
                <a:cxn ang="0">
                  <a:pos x="51" y="33"/>
                </a:cxn>
                <a:cxn ang="0">
                  <a:pos x="62" y="16"/>
                </a:cxn>
                <a:cxn ang="0">
                  <a:pos x="73" y="7"/>
                </a:cxn>
                <a:cxn ang="0">
                  <a:pos x="85" y="0"/>
                </a:cxn>
              </a:cxnLst>
              <a:rect l="0" t="0" r="r" b="b"/>
              <a:pathLst>
                <a:path w="165" h="175">
                  <a:moveTo>
                    <a:pt x="85" y="0"/>
                  </a:moveTo>
                  <a:lnTo>
                    <a:pt x="93" y="6"/>
                  </a:lnTo>
                  <a:lnTo>
                    <a:pt x="99" y="10"/>
                  </a:lnTo>
                  <a:lnTo>
                    <a:pt x="103" y="13"/>
                  </a:lnTo>
                  <a:lnTo>
                    <a:pt x="105" y="15"/>
                  </a:lnTo>
                  <a:lnTo>
                    <a:pt x="107" y="16"/>
                  </a:lnTo>
                  <a:lnTo>
                    <a:pt x="108" y="16"/>
                  </a:lnTo>
                  <a:lnTo>
                    <a:pt x="108" y="19"/>
                  </a:lnTo>
                  <a:lnTo>
                    <a:pt x="107" y="20"/>
                  </a:lnTo>
                  <a:lnTo>
                    <a:pt x="106" y="22"/>
                  </a:lnTo>
                  <a:lnTo>
                    <a:pt x="106" y="26"/>
                  </a:lnTo>
                  <a:lnTo>
                    <a:pt x="112" y="33"/>
                  </a:lnTo>
                  <a:lnTo>
                    <a:pt x="114" y="35"/>
                  </a:lnTo>
                  <a:lnTo>
                    <a:pt x="117" y="38"/>
                  </a:lnTo>
                  <a:lnTo>
                    <a:pt x="118" y="40"/>
                  </a:lnTo>
                  <a:lnTo>
                    <a:pt x="119" y="42"/>
                  </a:lnTo>
                  <a:lnTo>
                    <a:pt x="119" y="46"/>
                  </a:lnTo>
                  <a:lnTo>
                    <a:pt x="114" y="51"/>
                  </a:lnTo>
                  <a:lnTo>
                    <a:pt x="113" y="53"/>
                  </a:lnTo>
                  <a:lnTo>
                    <a:pt x="112" y="54"/>
                  </a:lnTo>
                  <a:lnTo>
                    <a:pt x="113" y="56"/>
                  </a:lnTo>
                  <a:lnTo>
                    <a:pt x="114" y="57"/>
                  </a:lnTo>
                  <a:lnTo>
                    <a:pt x="116" y="57"/>
                  </a:lnTo>
                  <a:lnTo>
                    <a:pt x="117" y="56"/>
                  </a:lnTo>
                  <a:lnTo>
                    <a:pt x="119" y="55"/>
                  </a:lnTo>
                  <a:lnTo>
                    <a:pt x="119" y="53"/>
                  </a:lnTo>
                  <a:lnTo>
                    <a:pt x="121" y="52"/>
                  </a:lnTo>
                  <a:lnTo>
                    <a:pt x="123" y="50"/>
                  </a:lnTo>
                  <a:lnTo>
                    <a:pt x="123" y="50"/>
                  </a:lnTo>
                  <a:lnTo>
                    <a:pt x="126" y="50"/>
                  </a:lnTo>
                  <a:lnTo>
                    <a:pt x="127" y="51"/>
                  </a:lnTo>
                  <a:lnTo>
                    <a:pt x="131" y="54"/>
                  </a:lnTo>
                  <a:lnTo>
                    <a:pt x="136" y="59"/>
                  </a:lnTo>
                  <a:lnTo>
                    <a:pt x="143" y="64"/>
                  </a:lnTo>
                  <a:lnTo>
                    <a:pt x="151" y="70"/>
                  </a:lnTo>
                  <a:lnTo>
                    <a:pt x="158" y="76"/>
                  </a:lnTo>
                  <a:lnTo>
                    <a:pt x="165" y="82"/>
                  </a:lnTo>
                  <a:lnTo>
                    <a:pt x="158" y="91"/>
                  </a:lnTo>
                  <a:lnTo>
                    <a:pt x="152" y="99"/>
                  </a:lnTo>
                  <a:lnTo>
                    <a:pt x="148" y="105"/>
                  </a:lnTo>
                  <a:lnTo>
                    <a:pt x="143" y="109"/>
                  </a:lnTo>
                  <a:lnTo>
                    <a:pt x="135" y="111"/>
                  </a:lnTo>
                  <a:lnTo>
                    <a:pt x="126" y="113"/>
                  </a:lnTo>
                  <a:lnTo>
                    <a:pt x="118" y="114"/>
                  </a:lnTo>
                  <a:lnTo>
                    <a:pt x="110" y="115"/>
                  </a:lnTo>
                  <a:lnTo>
                    <a:pt x="106" y="117"/>
                  </a:lnTo>
                  <a:lnTo>
                    <a:pt x="105" y="120"/>
                  </a:lnTo>
                  <a:lnTo>
                    <a:pt x="107" y="124"/>
                  </a:lnTo>
                  <a:lnTo>
                    <a:pt x="110" y="128"/>
                  </a:lnTo>
                  <a:lnTo>
                    <a:pt x="118" y="135"/>
                  </a:lnTo>
                  <a:lnTo>
                    <a:pt x="119" y="137"/>
                  </a:lnTo>
                  <a:lnTo>
                    <a:pt x="118" y="140"/>
                  </a:lnTo>
                  <a:lnTo>
                    <a:pt x="101" y="157"/>
                  </a:lnTo>
                  <a:lnTo>
                    <a:pt x="99" y="160"/>
                  </a:lnTo>
                  <a:lnTo>
                    <a:pt x="98" y="165"/>
                  </a:lnTo>
                  <a:lnTo>
                    <a:pt x="97" y="175"/>
                  </a:lnTo>
                  <a:lnTo>
                    <a:pt x="92" y="175"/>
                  </a:lnTo>
                  <a:lnTo>
                    <a:pt x="89" y="174"/>
                  </a:lnTo>
                  <a:lnTo>
                    <a:pt x="87" y="173"/>
                  </a:lnTo>
                  <a:lnTo>
                    <a:pt x="85" y="170"/>
                  </a:lnTo>
                  <a:lnTo>
                    <a:pt x="71" y="156"/>
                  </a:lnTo>
                  <a:lnTo>
                    <a:pt x="69" y="153"/>
                  </a:lnTo>
                  <a:lnTo>
                    <a:pt x="68" y="152"/>
                  </a:lnTo>
                  <a:lnTo>
                    <a:pt x="68" y="151"/>
                  </a:lnTo>
                  <a:lnTo>
                    <a:pt x="66" y="150"/>
                  </a:lnTo>
                  <a:lnTo>
                    <a:pt x="65" y="150"/>
                  </a:lnTo>
                  <a:lnTo>
                    <a:pt x="64" y="149"/>
                  </a:lnTo>
                  <a:lnTo>
                    <a:pt x="63" y="149"/>
                  </a:lnTo>
                  <a:lnTo>
                    <a:pt x="63" y="148"/>
                  </a:lnTo>
                  <a:lnTo>
                    <a:pt x="64" y="147"/>
                  </a:lnTo>
                  <a:lnTo>
                    <a:pt x="66" y="143"/>
                  </a:lnTo>
                  <a:lnTo>
                    <a:pt x="68" y="141"/>
                  </a:lnTo>
                  <a:lnTo>
                    <a:pt x="68" y="139"/>
                  </a:lnTo>
                  <a:lnTo>
                    <a:pt x="68" y="136"/>
                  </a:lnTo>
                  <a:lnTo>
                    <a:pt x="67" y="131"/>
                  </a:lnTo>
                  <a:lnTo>
                    <a:pt x="65" y="128"/>
                  </a:lnTo>
                  <a:lnTo>
                    <a:pt x="64" y="126"/>
                  </a:lnTo>
                  <a:lnTo>
                    <a:pt x="62" y="125"/>
                  </a:lnTo>
                  <a:lnTo>
                    <a:pt x="59" y="125"/>
                  </a:lnTo>
                  <a:lnTo>
                    <a:pt x="59" y="126"/>
                  </a:lnTo>
                  <a:lnTo>
                    <a:pt x="58" y="127"/>
                  </a:lnTo>
                  <a:lnTo>
                    <a:pt x="58" y="128"/>
                  </a:lnTo>
                  <a:lnTo>
                    <a:pt x="55" y="134"/>
                  </a:lnTo>
                  <a:lnTo>
                    <a:pt x="50" y="137"/>
                  </a:lnTo>
                  <a:lnTo>
                    <a:pt x="48" y="139"/>
                  </a:lnTo>
                  <a:lnTo>
                    <a:pt x="46" y="142"/>
                  </a:lnTo>
                  <a:lnTo>
                    <a:pt x="45" y="144"/>
                  </a:lnTo>
                  <a:lnTo>
                    <a:pt x="43" y="146"/>
                  </a:lnTo>
                  <a:lnTo>
                    <a:pt x="39" y="145"/>
                  </a:lnTo>
                  <a:lnTo>
                    <a:pt x="34" y="143"/>
                  </a:lnTo>
                  <a:lnTo>
                    <a:pt x="27" y="141"/>
                  </a:lnTo>
                  <a:lnTo>
                    <a:pt x="23" y="137"/>
                  </a:lnTo>
                  <a:lnTo>
                    <a:pt x="21" y="133"/>
                  </a:lnTo>
                  <a:lnTo>
                    <a:pt x="21" y="127"/>
                  </a:lnTo>
                  <a:lnTo>
                    <a:pt x="23" y="120"/>
                  </a:lnTo>
                  <a:lnTo>
                    <a:pt x="21" y="118"/>
                  </a:lnTo>
                  <a:lnTo>
                    <a:pt x="17" y="114"/>
                  </a:lnTo>
                  <a:lnTo>
                    <a:pt x="8" y="109"/>
                  </a:lnTo>
                  <a:lnTo>
                    <a:pt x="7" y="106"/>
                  </a:lnTo>
                  <a:lnTo>
                    <a:pt x="6" y="102"/>
                  </a:lnTo>
                  <a:lnTo>
                    <a:pt x="4" y="100"/>
                  </a:lnTo>
                  <a:lnTo>
                    <a:pt x="3" y="97"/>
                  </a:lnTo>
                  <a:lnTo>
                    <a:pt x="3" y="83"/>
                  </a:lnTo>
                  <a:lnTo>
                    <a:pt x="2" y="72"/>
                  </a:lnTo>
                  <a:lnTo>
                    <a:pt x="2" y="59"/>
                  </a:lnTo>
                  <a:lnTo>
                    <a:pt x="1" y="48"/>
                  </a:lnTo>
                  <a:lnTo>
                    <a:pt x="1" y="39"/>
                  </a:lnTo>
                  <a:lnTo>
                    <a:pt x="0" y="34"/>
                  </a:lnTo>
                  <a:lnTo>
                    <a:pt x="2" y="33"/>
                  </a:lnTo>
                  <a:lnTo>
                    <a:pt x="6" y="33"/>
                  </a:lnTo>
                  <a:lnTo>
                    <a:pt x="15" y="37"/>
                  </a:lnTo>
                  <a:lnTo>
                    <a:pt x="19" y="38"/>
                  </a:lnTo>
                  <a:lnTo>
                    <a:pt x="23" y="38"/>
                  </a:lnTo>
                  <a:lnTo>
                    <a:pt x="28" y="39"/>
                  </a:lnTo>
                  <a:lnTo>
                    <a:pt x="35" y="39"/>
                  </a:lnTo>
                  <a:lnTo>
                    <a:pt x="42" y="38"/>
                  </a:lnTo>
                  <a:lnTo>
                    <a:pt x="48" y="36"/>
                  </a:lnTo>
                  <a:lnTo>
                    <a:pt x="51" y="33"/>
                  </a:lnTo>
                  <a:lnTo>
                    <a:pt x="56" y="25"/>
                  </a:lnTo>
                  <a:lnTo>
                    <a:pt x="62" y="16"/>
                  </a:lnTo>
                  <a:lnTo>
                    <a:pt x="69" y="9"/>
                  </a:lnTo>
                  <a:lnTo>
                    <a:pt x="73" y="7"/>
                  </a:lnTo>
                  <a:lnTo>
                    <a:pt x="79" y="4"/>
                  </a:lnTo>
                  <a:lnTo>
                    <a:pt x="8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0" name="Freeform 55"/>
            <p:cNvSpPr>
              <a:spLocks/>
            </p:cNvSpPr>
            <p:nvPr/>
          </p:nvSpPr>
          <p:spPr bwMode="auto">
            <a:xfrm>
              <a:off x="3379788" y="3124200"/>
              <a:ext cx="417513" cy="354013"/>
            </a:xfrm>
            <a:custGeom>
              <a:avLst/>
              <a:gdLst/>
              <a:ahLst/>
              <a:cxnLst>
                <a:cxn ang="0">
                  <a:pos x="75" y="4"/>
                </a:cxn>
                <a:cxn ang="0">
                  <a:pos x="85" y="22"/>
                </a:cxn>
                <a:cxn ang="0">
                  <a:pos x="114" y="31"/>
                </a:cxn>
                <a:cxn ang="0">
                  <a:pos x="135" y="25"/>
                </a:cxn>
                <a:cxn ang="0">
                  <a:pos x="141" y="19"/>
                </a:cxn>
                <a:cxn ang="0">
                  <a:pos x="168" y="23"/>
                </a:cxn>
                <a:cxn ang="0">
                  <a:pos x="167" y="30"/>
                </a:cxn>
                <a:cxn ang="0">
                  <a:pos x="154" y="50"/>
                </a:cxn>
                <a:cxn ang="0">
                  <a:pos x="162" y="70"/>
                </a:cxn>
                <a:cxn ang="0">
                  <a:pos x="159" y="71"/>
                </a:cxn>
                <a:cxn ang="0">
                  <a:pos x="144" y="64"/>
                </a:cxn>
                <a:cxn ang="0">
                  <a:pos x="128" y="61"/>
                </a:cxn>
                <a:cxn ang="0">
                  <a:pos x="143" y="68"/>
                </a:cxn>
                <a:cxn ang="0">
                  <a:pos x="144" y="72"/>
                </a:cxn>
                <a:cxn ang="0">
                  <a:pos x="141" y="77"/>
                </a:cxn>
                <a:cxn ang="0">
                  <a:pos x="149" y="75"/>
                </a:cxn>
                <a:cxn ang="0">
                  <a:pos x="156" y="72"/>
                </a:cxn>
                <a:cxn ang="0">
                  <a:pos x="163" y="75"/>
                </a:cxn>
                <a:cxn ang="0">
                  <a:pos x="167" y="78"/>
                </a:cxn>
                <a:cxn ang="0">
                  <a:pos x="183" y="105"/>
                </a:cxn>
                <a:cxn ang="0">
                  <a:pos x="209" y="140"/>
                </a:cxn>
                <a:cxn ang="0">
                  <a:pos x="219" y="149"/>
                </a:cxn>
                <a:cxn ang="0">
                  <a:pos x="233" y="159"/>
                </a:cxn>
                <a:cxn ang="0">
                  <a:pos x="253" y="175"/>
                </a:cxn>
                <a:cxn ang="0">
                  <a:pos x="251" y="190"/>
                </a:cxn>
                <a:cxn ang="0">
                  <a:pos x="229" y="216"/>
                </a:cxn>
                <a:cxn ang="0">
                  <a:pos x="206" y="222"/>
                </a:cxn>
                <a:cxn ang="0">
                  <a:pos x="184" y="216"/>
                </a:cxn>
                <a:cxn ang="0">
                  <a:pos x="178" y="219"/>
                </a:cxn>
                <a:cxn ang="0">
                  <a:pos x="172" y="223"/>
                </a:cxn>
                <a:cxn ang="0">
                  <a:pos x="157" y="215"/>
                </a:cxn>
                <a:cxn ang="0">
                  <a:pos x="152" y="209"/>
                </a:cxn>
                <a:cxn ang="0">
                  <a:pos x="153" y="204"/>
                </a:cxn>
                <a:cxn ang="0">
                  <a:pos x="146" y="193"/>
                </a:cxn>
                <a:cxn ang="0">
                  <a:pos x="136" y="180"/>
                </a:cxn>
                <a:cxn ang="0">
                  <a:pos x="132" y="166"/>
                </a:cxn>
                <a:cxn ang="0">
                  <a:pos x="130" y="161"/>
                </a:cxn>
                <a:cxn ang="0">
                  <a:pos x="125" y="159"/>
                </a:cxn>
                <a:cxn ang="0">
                  <a:pos x="120" y="168"/>
                </a:cxn>
                <a:cxn ang="0">
                  <a:pos x="103" y="155"/>
                </a:cxn>
                <a:cxn ang="0">
                  <a:pos x="76" y="128"/>
                </a:cxn>
                <a:cxn ang="0">
                  <a:pos x="53" y="103"/>
                </a:cxn>
                <a:cxn ang="0">
                  <a:pos x="34" y="87"/>
                </a:cxn>
                <a:cxn ang="0">
                  <a:pos x="19" y="72"/>
                </a:cxn>
                <a:cxn ang="0">
                  <a:pos x="10" y="51"/>
                </a:cxn>
                <a:cxn ang="0">
                  <a:pos x="1" y="45"/>
                </a:cxn>
                <a:cxn ang="0">
                  <a:pos x="3" y="25"/>
                </a:cxn>
                <a:cxn ang="0">
                  <a:pos x="0" y="19"/>
                </a:cxn>
                <a:cxn ang="0">
                  <a:pos x="25" y="10"/>
                </a:cxn>
                <a:cxn ang="0">
                  <a:pos x="53" y="0"/>
                </a:cxn>
              </a:cxnLst>
              <a:rect l="0" t="0" r="r" b="b"/>
              <a:pathLst>
                <a:path w="263" h="223">
                  <a:moveTo>
                    <a:pt x="53" y="0"/>
                  </a:moveTo>
                  <a:lnTo>
                    <a:pt x="59" y="0"/>
                  </a:lnTo>
                  <a:lnTo>
                    <a:pt x="67" y="1"/>
                  </a:lnTo>
                  <a:lnTo>
                    <a:pt x="75" y="4"/>
                  </a:lnTo>
                  <a:lnTo>
                    <a:pt x="80" y="7"/>
                  </a:lnTo>
                  <a:lnTo>
                    <a:pt x="83" y="11"/>
                  </a:lnTo>
                  <a:lnTo>
                    <a:pt x="84" y="16"/>
                  </a:lnTo>
                  <a:lnTo>
                    <a:pt x="85" y="22"/>
                  </a:lnTo>
                  <a:lnTo>
                    <a:pt x="88" y="25"/>
                  </a:lnTo>
                  <a:lnTo>
                    <a:pt x="99" y="29"/>
                  </a:lnTo>
                  <a:lnTo>
                    <a:pt x="106" y="30"/>
                  </a:lnTo>
                  <a:lnTo>
                    <a:pt x="114" y="31"/>
                  </a:lnTo>
                  <a:lnTo>
                    <a:pt x="122" y="32"/>
                  </a:lnTo>
                  <a:lnTo>
                    <a:pt x="128" y="32"/>
                  </a:lnTo>
                  <a:lnTo>
                    <a:pt x="132" y="30"/>
                  </a:lnTo>
                  <a:lnTo>
                    <a:pt x="135" y="25"/>
                  </a:lnTo>
                  <a:lnTo>
                    <a:pt x="136" y="23"/>
                  </a:lnTo>
                  <a:lnTo>
                    <a:pt x="137" y="22"/>
                  </a:lnTo>
                  <a:lnTo>
                    <a:pt x="139" y="20"/>
                  </a:lnTo>
                  <a:lnTo>
                    <a:pt x="141" y="19"/>
                  </a:lnTo>
                  <a:lnTo>
                    <a:pt x="144" y="19"/>
                  </a:lnTo>
                  <a:lnTo>
                    <a:pt x="150" y="20"/>
                  </a:lnTo>
                  <a:lnTo>
                    <a:pt x="158" y="22"/>
                  </a:lnTo>
                  <a:lnTo>
                    <a:pt x="168" y="23"/>
                  </a:lnTo>
                  <a:lnTo>
                    <a:pt x="169" y="24"/>
                  </a:lnTo>
                  <a:lnTo>
                    <a:pt x="171" y="28"/>
                  </a:lnTo>
                  <a:lnTo>
                    <a:pt x="169" y="30"/>
                  </a:lnTo>
                  <a:lnTo>
                    <a:pt x="167" y="30"/>
                  </a:lnTo>
                  <a:lnTo>
                    <a:pt x="161" y="32"/>
                  </a:lnTo>
                  <a:lnTo>
                    <a:pt x="159" y="37"/>
                  </a:lnTo>
                  <a:lnTo>
                    <a:pt x="155" y="43"/>
                  </a:lnTo>
                  <a:lnTo>
                    <a:pt x="154" y="50"/>
                  </a:lnTo>
                  <a:lnTo>
                    <a:pt x="156" y="57"/>
                  </a:lnTo>
                  <a:lnTo>
                    <a:pt x="159" y="61"/>
                  </a:lnTo>
                  <a:lnTo>
                    <a:pt x="161" y="67"/>
                  </a:lnTo>
                  <a:lnTo>
                    <a:pt x="162" y="70"/>
                  </a:lnTo>
                  <a:lnTo>
                    <a:pt x="163" y="72"/>
                  </a:lnTo>
                  <a:lnTo>
                    <a:pt x="163" y="72"/>
                  </a:lnTo>
                  <a:lnTo>
                    <a:pt x="161" y="72"/>
                  </a:lnTo>
                  <a:lnTo>
                    <a:pt x="159" y="71"/>
                  </a:lnTo>
                  <a:lnTo>
                    <a:pt x="157" y="70"/>
                  </a:lnTo>
                  <a:lnTo>
                    <a:pt x="156" y="69"/>
                  </a:lnTo>
                  <a:lnTo>
                    <a:pt x="152" y="66"/>
                  </a:lnTo>
                  <a:lnTo>
                    <a:pt x="144" y="64"/>
                  </a:lnTo>
                  <a:lnTo>
                    <a:pt x="136" y="61"/>
                  </a:lnTo>
                  <a:lnTo>
                    <a:pt x="134" y="60"/>
                  </a:lnTo>
                  <a:lnTo>
                    <a:pt x="130" y="60"/>
                  </a:lnTo>
                  <a:lnTo>
                    <a:pt x="128" y="61"/>
                  </a:lnTo>
                  <a:lnTo>
                    <a:pt x="128" y="64"/>
                  </a:lnTo>
                  <a:lnTo>
                    <a:pt x="131" y="65"/>
                  </a:lnTo>
                  <a:lnTo>
                    <a:pt x="136" y="66"/>
                  </a:lnTo>
                  <a:lnTo>
                    <a:pt x="143" y="68"/>
                  </a:lnTo>
                  <a:lnTo>
                    <a:pt x="144" y="69"/>
                  </a:lnTo>
                  <a:lnTo>
                    <a:pt x="145" y="70"/>
                  </a:lnTo>
                  <a:lnTo>
                    <a:pt x="145" y="72"/>
                  </a:lnTo>
                  <a:lnTo>
                    <a:pt x="144" y="72"/>
                  </a:lnTo>
                  <a:lnTo>
                    <a:pt x="144" y="73"/>
                  </a:lnTo>
                  <a:lnTo>
                    <a:pt x="143" y="74"/>
                  </a:lnTo>
                  <a:lnTo>
                    <a:pt x="142" y="76"/>
                  </a:lnTo>
                  <a:lnTo>
                    <a:pt x="141" y="77"/>
                  </a:lnTo>
                  <a:lnTo>
                    <a:pt x="142" y="78"/>
                  </a:lnTo>
                  <a:lnTo>
                    <a:pt x="145" y="78"/>
                  </a:lnTo>
                  <a:lnTo>
                    <a:pt x="147" y="77"/>
                  </a:lnTo>
                  <a:lnTo>
                    <a:pt x="149" y="75"/>
                  </a:lnTo>
                  <a:lnTo>
                    <a:pt x="151" y="74"/>
                  </a:lnTo>
                  <a:lnTo>
                    <a:pt x="152" y="72"/>
                  </a:lnTo>
                  <a:lnTo>
                    <a:pt x="154" y="72"/>
                  </a:lnTo>
                  <a:lnTo>
                    <a:pt x="156" y="72"/>
                  </a:lnTo>
                  <a:lnTo>
                    <a:pt x="158" y="72"/>
                  </a:lnTo>
                  <a:lnTo>
                    <a:pt x="159" y="73"/>
                  </a:lnTo>
                  <a:lnTo>
                    <a:pt x="161" y="74"/>
                  </a:lnTo>
                  <a:lnTo>
                    <a:pt x="163" y="75"/>
                  </a:lnTo>
                  <a:lnTo>
                    <a:pt x="165" y="76"/>
                  </a:lnTo>
                  <a:lnTo>
                    <a:pt x="166" y="76"/>
                  </a:lnTo>
                  <a:lnTo>
                    <a:pt x="167" y="77"/>
                  </a:lnTo>
                  <a:lnTo>
                    <a:pt x="167" y="78"/>
                  </a:lnTo>
                  <a:lnTo>
                    <a:pt x="169" y="81"/>
                  </a:lnTo>
                  <a:lnTo>
                    <a:pt x="171" y="85"/>
                  </a:lnTo>
                  <a:lnTo>
                    <a:pt x="178" y="98"/>
                  </a:lnTo>
                  <a:lnTo>
                    <a:pt x="183" y="105"/>
                  </a:lnTo>
                  <a:lnTo>
                    <a:pt x="186" y="110"/>
                  </a:lnTo>
                  <a:lnTo>
                    <a:pt x="192" y="117"/>
                  </a:lnTo>
                  <a:lnTo>
                    <a:pt x="204" y="133"/>
                  </a:lnTo>
                  <a:lnTo>
                    <a:pt x="209" y="140"/>
                  </a:lnTo>
                  <a:lnTo>
                    <a:pt x="214" y="146"/>
                  </a:lnTo>
                  <a:lnTo>
                    <a:pt x="216" y="147"/>
                  </a:lnTo>
                  <a:lnTo>
                    <a:pt x="218" y="149"/>
                  </a:lnTo>
                  <a:lnTo>
                    <a:pt x="219" y="149"/>
                  </a:lnTo>
                  <a:lnTo>
                    <a:pt x="220" y="149"/>
                  </a:lnTo>
                  <a:lnTo>
                    <a:pt x="222" y="151"/>
                  </a:lnTo>
                  <a:lnTo>
                    <a:pt x="227" y="155"/>
                  </a:lnTo>
                  <a:lnTo>
                    <a:pt x="233" y="159"/>
                  </a:lnTo>
                  <a:lnTo>
                    <a:pt x="239" y="165"/>
                  </a:lnTo>
                  <a:lnTo>
                    <a:pt x="245" y="169"/>
                  </a:lnTo>
                  <a:lnTo>
                    <a:pt x="249" y="172"/>
                  </a:lnTo>
                  <a:lnTo>
                    <a:pt x="253" y="175"/>
                  </a:lnTo>
                  <a:lnTo>
                    <a:pt x="258" y="179"/>
                  </a:lnTo>
                  <a:lnTo>
                    <a:pt x="263" y="183"/>
                  </a:lnTo>
                  <a:lnTo>
                    <a:pt x="257" y="187"/>
                  </a:lnTo>
                  <a:lnTo>
                    <a:pt x="251" y="190"/>
                  </a:lnTo>
                  <a:lnTo>
                    <a:pt x="247" y="192"/>
                  </a:lnTo>
                  <a:lnTo>
                    <a:pt x="240" y="199"/>
                  </a:lnTo>
                  <a:lnTo>
                    <a:pt x="234" y="208"/>
                  </a:lnTo>
                  <a:lnTo>
                    <a:pt x="229" y="216"/>
                  </a:lnTo>
                  <a:lnTo>
                    <a:pt x="226" y="219"/>
                  </a:lnTo>
                  <a:lnTo>
                    <a:pt x="220" y="221"/>
                  </a:lnTo>
                  <a:lnTo>
                    <a:pt x="213" y="222"/>
                  </a:lnTo>
                  <a:lnTo>
                    <a:pt x="206" y="222"/>
                  </a:lnTo>
                  <a:lnTo>
                    <a:pt x="201" y="221"/>
                  </a:lnTo>
                  <a:lnTo>
                    <a:pt x="197" y="221"/>
                  </a:lnTo>
                  <a:lnTo>
                    <a:pt x="193" y="220"/>
                  </a:lnTo>
                  <a:lnTo>
                    <a:pt x="184" y="216"/>
                  </a:lnTo>
                  <a:lnTo>
                    <a:pt x="180" y="216"/>
                  </a:lnTo>
                  <a:lnTo>
                    <a:pt x="178" y="217"/>
                  </a:lnTo>
                  <a:lnTo>
                    <a:pt x="178" y="218"/>
                  </a:lnTo>
                  <a:lnTo>
                    <a:pt x="178" y="219"/>
                  </a:lnTo>
                  <a:lnTo>
                    <a:pt x="177" y="221"/>
                  </a:lnTo>
                  <a:lnTo>
                    <a:pt x="176" y="222"/>
                  </a:lnTo>
                  <a:lnTo>
                    <a:pt x="174" y="223"/>
                  </a:lnTo>
                  <a:lnTo>
                    <a:pt x="172" y="223"/>
                  </a:lnTo>
                  <a:lnTo>
                    <a:pt x="167" y="220"/>
                  </a:lnTo>
                  <a:lnTo>
                    <a:pt x="159" y="217"/>
                  </a:lnTo>
                  <a:lnTo>
                    <a:pt x="158" y="216"/>
                  </a:lnTo>
                  <a:lnTo>
                    <a:pt x="157" y="215"/>
                  </a:lnTo>
                  <a:lnTo>
                    <a:pt x="156" y="213"/>
                  </a:lnTo>
                  <a:lnTo>
                    <a:pt x="155" y="212"/>
                  </a:lnTo>
                  <a:lnTo>
                    <a:pt x="153" y="211"/>
                  </a:lnTo>
                  <a:lnTo>
                    <a:pt x="152" y="209"/>
                  </a:lnTo>
                  <a:lnTo>
                    <a:pt x="152" y="208"/>
                  </a:lnTo>
                  <a:lnTo>
                    <a:pt x="152" y="206"/>
                  </a:lnTo>
                  <a:lnTo>
                    <a:pt x="152" y="205"/>
                  </a:lnTo>
                  <a:lnTo>
                    <a:pt x="153" y="204"/>
                  </a:lnTo>
                  <a:lnTo>
                    <a:pt x="153" y="202"/>
                  </a:lnTo>
                  <a:lnTo>
                    <a:pt x="152" y="201"/>
                  </a:lnTo>
                  <a:lnTo>
                    <a:pt x="150" y="198"/>
                  </a:lnTo>
                  <a:lnTo>
                    <a:pt x="146" y="193"/>
                  </a:lnTo>
                  <a:lnTo>
                    <a:pt x="143" y="188"/>
                  </a:lnTo>
                  <a:lnTo>
                    <a:pt x="139" y="184"/>
                  </a:lnTo>
                  <a:lnTo>
                    <a:pt x="137" y="182"/>
                  </a:lnTo>
                  <a:lnTo>
                    <a:pt x="136" y="180"/>
                  </a:lnTo>
                  <a:lnTo>
                    <a:pt x="136" y="174"/>
                  </a:lnTo>
                  <a:lnTo>
                    <a:pt x="135" y="170"/>
                  </a:lnTo>
                  <a:lnTo>
                    <a:pt x="133" y="168"/>
                  </a:lnTo>
                  <a:lnTo>
                    <a:pt x="132" y="166"/>
                  </a:lnTo>
                  <a:lnTo>
                    <a:pt x="131" y="165"/>
                  </a:lnTo>
                  <a:lnTo>
                    <a:pt x="131" y="164"/>
                  </a:lnTo>
                  <a:lnTo>
                    <a:pt x="130" y="163"/>
                  </a:lnTo>
                  <a:lnTo>
                    <a:pt x="130" y="161"/>
                  </a:lnTo>
                  <a:lnTo>
                    <a:pt x="129" y="159"/>
                  </a:lnTo>
                  <a:lnTo>
                    <a:pt x="128" y="158"/>
                  </a:lnTo>
                  <a:lnTo>
                    <a:pt x="127" y="157"/>
                  </a:lnTo>
                  <a:lnTo>
                    <a:pt x="125" y="159"/>
                  </a:lnTo>
                  <a:lnTo>
                    <a:pt x="123" y="163"/>
                  </a:lnTo>
                  <a:lnTo>
                    <a:pt x="123" y="165"/>
                  </a:lnTo>
                  <a:lnTo>
                    <a:pt x="122" y="166"/>
                  </a:lnTo>
                  <a:lnTo>
                    <a:pt x="120" y="168"/>
                  </a:lnTo>
                  <a:lnTo>
                    <a:pt x="118" y="167"/>
                  </a:lnTo>
                  <a:lnTo>
                    <a:pt x="115" y="165"/>
                  </a:lnTo>
                  <a:lnTo>
                    <a:pt x="110" y="160"/>
                  </a:lnTo>
                  <a:lnTo>
                    <a:pt x="103" y="155"/>
                  </a:lnTo>
                  <a:lnTo>
                    <a:pt x="98" y="150"/>
                  </a:lnTo>
                  <a:lnTo>
                    <a:pt x="91" y="145"/>
                  </a:lnTo>
                  <a:lnTo>
                    <a:pt x="80" y="134"/>
                  </a:lnTo>
                  <a:lnTo>
                    <a:pt x="76" y="128"/>
                  </a:lnTo>
                  <a:lnTo>
                    <a:pt x="67" y="119"/>
                  </a:lnTo>
                  <a:lnTo>
                    <a:pt x="61" y="115"/>
                  </a:lnTo>
                  <a:lnTo>
                    <a:pt x="57" y="109"/>
                  </a:lnTo>
                  <a:lnTo>
                    <a:pt x="53" y="103"/>
                  </a:lnTo>
                  <a:lnTo>
                    <a:pt x="52" y="98"/>
                  </a:lnTo>
                  <a:lnTo>
                    <a:pt x="48" y="93"/>
                  </a:lnTo>
                  <a:lnTo>
                    <a:pt x="42" y="90"/>
                  </a:lnTo>
                  <a:lnTo>
                    <a:pt x="34" y="87"/>
                  </a:lnTo>
                  <a:lnTo>
                    <a:pt x="27" y="84"/>
                  </a:lnTo>
                  <a:lnTo>
                    <a:pt x="25" y="81"/>
                  </a:lnTo>
                  <a:lnTo>
                    <a:pt x="22" y="78"/>
                  </a:lnTo>
                  <a:lnTo>
                    <a:pt x="19" y="72"/>
                  </a:lnTo>
                  <a:lnTo>
                    <a:pt x="16" y="66"/>
                  </a:lnTo>
                  <a:lnTo>
                    <a:pt x="15" y="61"/>
                  </a:lnTo>
                  <a:lnTo>
                    <a:pt x="13" y="55"/>
                  </a:lnTo>
                  <a:lnTo>
                    <a:pt x="10" y="51"/>
                  </a:lnTo>
                  <a:lnTo>
                    <a:pt x="8" y="50"/>
                  </a:lnTo>
                  <a:lnTo>
                    <a:pt x="6" y="48"/>
                  </a:lnTo>
                  <a:lnTo>
                    <a:pt x="2" y="47"/>
                  </a:lnTo>
                  <a:lnTo>
                    <a:pt x="1" y="45"/>
                  </a:lnTo>
                  <a:lnTo>
                    <a:pt x="1" y="44"/>
                  </a:lnTo>
                  <a:lnTo>
                    <a:pt x="2" y="39"/>
                  </a:lnTo>
                  <a:lnTo>
                    <a:pt x="3" y="32"/>
                  </a:lnTo>
                  <a:lnTo>
                    <a:pt x="3" y="25"/>
                  </a:lnTo>
                  <a:lnTo>
                    <a:pt x="2" y="21"/>
                  </a:lnTo>
                  <a:lnTo>
                    <a:pt x="1" y="21"/>
                  </a:lnTo>
                  <a:lnTo>
                    <a:pt x="1" y="20"/>
                  </a:lnTo>
                  <a:lnTo>
                    <a:pt x="0" y="19"/>
                  </a:lnTo>
                  <a:lnTo>
                    <a:pt x="10" y="18"/>
                  </a:lnTo>
                  <a:lnTo>
                    <a:pt x="17" y="15"/>
                  </a:lnTo>
                  <a:lnTo>
                    <a:pt x="22" y="13"/>
                  </a:lnTo>
                  <a:lnTo>
                    <a:pt x="25" y="10"/>
                  </a:lnTo>
                  <a:lnTo>
                    <a:pt x="36" y="6"/>
                  </a:lnTo>
                  <a:lnTo>
                    <a:pt x="42" y="5"/>
                  </a:lnTo>
                  <a:lnTo>
                    <a:pt x="48" y="2"/>
                  </a:lnTo>
                  <a:lnTo>
                    <a:pt x="5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1" name="Freeform 56"/>
            <p:cNvSpPr>
              <a:spLocks/>
            </p:cNvSpPr>
            <p:nvPr/>
          </p:nvSpPr>
          <p:spPr bwMode="auto">
            <a:xfrm>
              <a:off x="3227388" y="2919413"/>
              <a:ext cx="419100" cy="255588"/>
            </a:xfrm>
            <a:custGeom>
              <a:avLst/>
              <a:gdLst/>
              <a:ahLst/>
              <a:cxnLst>
                <a:cxn ang="0">
                  <a:pos x="127" y="3"/>
                </a:cxn>
                <a:cxn ang="0">
                  <a:pos x="129" y="12"/>
                </a:cxn>
                <a:cxn ang="0">
                  <a:pos x="139" y="33"/>
                </a:cxn>
                <a:cxn ang="0">
                  <a:pos x="151" y="51"/>
                </a:cxn>
                <a:cxn ang="0">
                  <a:pos x="156" y="54"/>
                </a:cxn>
                <a:cxn ang="0">
                  <a:pos x="161" y="65"/>
                </a:cxn>
                <a:cxn ang="0">
                  <a:pos x="180" y="82"/>
                </a:cxn>
                <a:cxn ang="0">
                  <a:pos x="185" y="87"/>
                </a:cxn>
                <a:cxn ang="0">
                  <a:pos x="183" y="92"/>
                </a:cxn>
                <a:cxn ang="0">
                  <a:pos x="184" y="93"/>
                </a:cxn>
                <a:cxn ang="0">
                  <a:pos x="190" y="90"/>
                </a:cxn>
                <a:cxn ang="0">
                  <a:pos x="199" y="92"/>
                </a:cxn>
                <a:cxn ang="0">
                  <a:pos x="213" y="100"/>
                </a:cxn>
                <a:cxn ang="0">
                  <a:pos x="229" y="114"/>
                </a:cxn>
                <a:cxn ang="0">
                  <a:pos x="232" y="119"/>
                </a:cxn>
                <a:cxn ang="0">
                  <a:pos x="225" y="120"/>
                </a:cxn>
                <a:cxn ang="0">
                  <a:pos x="225" y="124"/>
                </a:cxn>
                <a:cxn ang="0">
                  <a:pos x="231" y="127"/>
                </a:cxn>
                <a:cxn ang="0">
                  <a:pos x="240" y="123"/>
                </a:cxn>
                <a:cxn ang="0">
                  <a:pos x="248" y="126"/>
                </a:cxn>
                <a:cxn ang="0">
                  <a:pos x="250" y="135"/>
                </a:cxn>
                <a:cxn ang="0">
                  <a:pos x="262" y="151"/>
                </a:cxn>
                <a:cxn ang="0">
                  <a:pos x="264" y="152"/>
                </a:cxn>
                <a:cxn ang="0">
                  <a:pos x="240" y="148"/>
                </a:cxn>
                <a:cxn ang="0">
                  <a:pos x="233" y="151"/>
                </a:cxn>
                <a:cxn ang="0">
                  <a:pos x="228" y="159"/>
                </a:cxn>
                <a:cxn ang="0">
                  <a:pos x="210" y="160"/>
                </a:cxn>
                <a:cxn ang="0">
                  <a:pos x="184" y="154"/>
                </a:cxn>
                <a:cxn ang="0">
                  <a:pos x="179" y="140"/>
                </a:cxn>
                <a:cxn ang="0">
                  <a:pos x="163" y="130"/>
                </a:cxn>
                <a:cxn ang="0">
                  <a:pos x="144" y="131"/>
                </a:cxn>
                <a:cxn ang="0">
                  <a:pos x="121" y="139"/>
                </a:cxn>
                <a:cxn ang="0">
                  <a:pos x="106" y="147"/>
                </a:cxn>
                <a:cxn ang="0">
                  <a:pos x="91" y="142"/>
                </a:cxn>
                <a:cxn ang="0">
                  <a:pos x="81" y="129"/>
                </a:cxn>
                <a:cxn ang="0">
                  <a:pos x="75" y="117"/>
                </a:cxn>
                <a:cxn ang="0">
                  <a:pos x="70" y="108"/>
                </a:cxn>
                <a:cxn ang="0">
                  <a:pos x="58" y="108"/>
                </a:cxn>
                <a:cxn ang="0">
                  <a:pos x="52" y="115"/>
                </a:cxn>
                <a:cxn ang="0">
                  <a:pos x="44" y="110"/>
                </a:cxn>
                <a:cxn ang="0">
                  <a:pos x="42" y="99"/>
                </a:cxn>
                <a:cxn ang="0">
                  <a:pos x="30" y="94"/>
                </a:cxn>
                <a:cxn ang="0">
                  <a:pos x="17" y="87"/>
                </a:cxn>
                <a:cxn ang="0">
                  <a:pos x="12" y="71"/>
                </a:cxn>
                <a:cxn ang="0">
                  <a:pos x="6" y="68"/>
                </a:cxn>
                <a:cxn ang="0">
                  <a:pos x="0" y="59"/>
                </a:cxn>
                <a:cxn ang="0">
                  <a:pos x="3" y="40"/>
                </a:cxn>
                <a:cxn ang="0">
                  <a:pos x="11" y="29"/>
                </a:cxn>
                <a:cxn ang="0">
                  <a:pos x="17" y="26"/>
                </a:cxn>
                <a:cxn ang="0">
                  <a:pos x="31" y="20"/>
                </a:cxn>
                <a:cxn ang="0">
                  <a:pos x="51" y="27"/>
                </a:cxn>
                <a:cxn ang="0">
                  <a:pos x="68" y="28"/>
                </a:cxn>
                <a:cxn ang="0">
                  <a:pos x="81" y="25"/>
                </a:cxn>
                <a:cxn ang="0">
                  <a:pos x="104" y="29"/>
                </a:cxn>
                <a:cxn ang="0">
                  <a:pos x="118" y="13"/>
                </a:cxn>
                <a:cxn ang="0">
                  <a:pos x="122" y="7"/>
                </a:cxn>
                <a:cxn ang="0">
                  <a:pos x="124" y="1"/>
                </a:cxn>
              </a:cxnLst>
              <a:rect l="0" t="0" r="r" b="b"/>
              <a:pathLst>
                <a:path w="264" h="161">
                  <a:moveTo>
                    <a:pt x="125" y="0"/>
                  </a:moveTo>
                  <a:lnTo>
                    <a:pt x="126" y="1"/>
                  </a:lnTo>
                  <a:lnTo>
                    <a:pt x="127" y="3"/>
                  </a:lnTo>
                  <a:lnTo>
                    <a:pt x="127" y="6"/>
                  </a:lnTo>
                  <a:lnTo>
                    <a:pt x="128" y="8"/>
                  </a:lnTo>
                  <a:lnTo>
                    <a:pt x="129" y="12"/>
                  </a:lnTo>
                  <a:lnTo>
                    <a:pt x="131" y="18"/>
                  </a:lnTo>
                  <a:lnTo>
                    <a:pt x="135" y="25"/>
                  </a:lnTo>
                  <a:lnTo>
                    <a:pt x="139" y="33"/>
                  </a:lnTo>
                  <a:lnTo>
                    <a:pt x="143" y="41"/>
                  </a:lnTo>
                  <a:lnTo>
                    <a:pt x="146" y="47"/>
                  </a:lnTo>
                  <a:lnTo>
                    <a:pt x="151" y="51"/>
                  </a:lnTo>
                  <a:lnTo>
                    <a:pt x="153" y="51"/>
                  </a:lnTo>
                  <a:lnTo>
                    <a:pt x="155" y="52"/>
                  </a:lnTo>
                  <a:lnTo>
                    <a:pt x="156" y="54"/>
                  </a:lnTo>
                  <a:lnTo>
                    <a:pt x="157" y="56"/>
                  </a:lnTo>
                  <a:lnTo>
                    <a:pt x="157" y="58"/>
                  </a:lnTo>
                  <a:lnTo>
                    <a:pt x="161" y="65"/>
                  </a:lnTo>
                  <a:lnTo>
                    <a:pt x="168" y="72"/>
                  </a:lnTo>
                  <a:lnTo>
                    <a:pt x="174" y="77"/>
                  </a:lnTo>
                  <a:lnTo>
                    <a:pt x="180" y="82"/>
                  </a:lnTo>
                  <a:lnTo>
                    <a:pt x="183" y="84"/>
                  </a:lnTo>
                  <a:lnTo>
                    <a:pt x="184" y="86"/>
                  </a:lnTo>
                  <a:lnTo>
                    <a:pt x="185" y="87"/>
                  </a:lnTo>
                  <a:lnTo>
                    <a:pt x="185" y="89"/>
                  </a:lnTo>
                  <a:lnTo>
                    <a:pt x="184" y="90"/>
                  </a:lnTo>
                  <a:lnTo>
                    <a:pt x="183" y="92"/>
                  </a:lnTo>
                  <a:lnTo>
                    <a:pt x="182" y="92"/>
                  </a:lnTo>
                  <a:lnTo>
                    <a:pt x="183" y="93"/>
                  </a:lnTo>
                  <a:lnTo>
                    <a:pt x="184" y="93"/>
                  </a:lnTo>
                  <a:lnTo>
                    <a:pt x="186" y="92"/>
                  </a:lnTo>
                  <a:lnTo>
                    <a:pt x="189" y="90"/>
                  </a:lnTo>
                  <a:lnTo>
                    <a:pt x="190" y="90"/>
                  </a:lnTo>
                  <a:lnTo>
                    <a:pt x="191" y="89"/>
                  </a:lnTo>
                  <a:lnTo>
                    <a:pt x="195" y="90"/>
                  </a:lnTo>
                  <a:lnTo>
                    <a:pt x="199" y="92"/>
                  </a:lnTo>
                  <a:lnTo>
                    <a:pt x="205" y="95"/>
                  </a:lnTo>
                  <a:lnTo>
                    <a:pt x="209" y="98"/>
                  </a:lnTo>
                  <a:lnTo>
                    <a:pt x="213" y="100"/>
                  </a:lnTo>
                  <a:lnTo>
                    <a:pt x="218" y="104"/>
                  </a:lnTo>
                  <a:lnTo>
                    <a:pt x="223" y="109"/>
                  </a:lnTo>
                  <a:lnTo>
                    <a:pt x="229" y="114"/>
                  </a:lnTo>
                  <a:lnTo>
                    <a:pt x="231" y="117"/>
                  </a:lnTo>
                  <a:lnTo>
                    <a:pt x="232" y="118"/>
                  </a:lnTo>
                  <a:lnTo>
                    <a:pt x="232" y="119"/>
                  </a:lnTo>
                  <a:lnTo>
                    <a:pt x="231" y="119"/>
                  </a:lnTo>
                  <a:lnTo>
                    <a:pt x="230" y="120"/>
                  </a:lnTo>
                  <a:lnTo>
                    <a:pt x="225" y="120"/>
                  </a:lnTo>
                  <a:lnTo>
                    <a:pt x="224" y="121"/>
                  </a:lnTo>
                  <a:lnTo>
                    <a:pt x="224" y="122"/>
                  </a:lnTo>
                  <a:lnTo>
                    <a:pt x="225" y="124"/>
                  </a:lnTo>
                  <a:lnTo>
                    <a:pt x="228" y="126"/>
                  </a:lnTo>
                  <a:lnTo>
                    <a:pt x="230" y="127"/>
                  </a:lnTo>
                  <a:lnTo>
                    <a:pt x="231" y="127"/>
                  </a:lnTo>
                  <a:lnTo>
                    <a:pt x="231" y="128"/>
                  </a:lnTo>
                  <a:lnTo>
                    <a:pt x="235" y="125"/>
                  </a:lnTo>
                  <a:lnTo>
                    <a:pt x="240" y="123"/>
                  </a:lnTo>
                  <a:lnTo>
                    <a:pt x="245" y="123"/>
                  </a:lnTo>
                  <a:lnTo>
                    <a:pt x="247" y="125"/>
                  </a:lnTo>
                  <a:lnTo>
                    <a:pt x="248" y="126"/>
                  </a:lnTo>
                  <a:lnTo>
                    <a:pt x="248" y="128"/>
                  </a:lnTo>
                  <a:lnTo>
                    <a:pt x="248" y="131"/>
                  </a:lnTo>
                  <a:lnTo>
                    <a:pt x="250" y="135"/>
                  </a:lnTo>
                  <a:lnTo>
                    <a:pt x="255" y="142"/>
                  </a:lnTo>
                  <a:lnTo>
                    <a:pt x="259" y="147"/>
                  </a:lnTo>
                  <a:lnTo>
                    <a:pt x="262" y="151"/>
                  </a:lnTo>
                  <a:lnTo>
                    <a:pt x="262" y="151"/>
                  </a:lnTo>
                  <a:lnTo>
                    <a:pt x="263" y="151"/>
                  </a:lnTo>
                  <a:lnTo>
                    <a:pt x="264" y="152"/>
                  </a:lnTo>
                  <a:lnTo>
                    <a:pt x="254" y="151"/>
                  </a:lnTo>
                  <a:lnTo>
                    <a:pt x="246" y="149"/>
                  </a:lnTo>
                  <a:lnTo>
                    <a:pt x="240" y="148"/>
                  </a:lnTo>
                  <a:lnTo>
                    <a:pt x="237" y="148"/>
                  </a:lnTo>
                  <a:lnTo>
                    <a:pt x="235" y="149"/>
                  </a:lnTo>
                  <a:lnTo>
                    <a:pt x="233" y="151"/>
                  </a:lnTo>
                  <a:lnTo>
                    <a:pt x="232" y="152"/>
                  </a:lnTo>
                  <a:lnTo>
                    <a:pt x="231" y="154"/>
                  </a:lnTo>
                  <a:lnTo>
                    <a:pt x="228" y="159"/>
                  </a:lnTo>
                  <a:lnTo>
                    <a:pt x="224" y="161"/>
                  </a:lnTo>
                  <a:lnTo>
                    <a:pt x="218" y="161"/>
                  </a:lnTo>
                  <a:lnTo>
                    <a:pt x="210" y="160"/>
                  </a:lnTo>
                  <a:lnTo>
                    <a:pt x="202" y="159"/>
                  </a:lnTo>
                  <a:lnTo>
                    <a:pt x="195" y="158"/>
                  </a:lnTo>
                  <a:lnTo>
                    <a:pt x="184" y="154"/>
                  </a:lnTo>
                  <a:lnTo>
                    <a:pt x="181" y="151"/>
                  </a:lnTo>
                  <a:lnTo>
                    <a:pt x="180" y="145"/>
                  </a:lnTo>
                  <a:lnTo>
                    <a:pt x="179" y="140"/>
                  </a:lnTo>
                  <a:lnTo>
                    <a:pt x="176" y="136"/>
                  </a:lnTo>
                  <a:lnTo>
                    <a:pt x="171" y="133"/>
                  </a:lnTo>
                  <a:lnTo>
                    <a:pt x="163" y="130"/>
                  </a:lnTo>
                  <a:lnTo>
                    <a:pt x="155" y="129"/>
                  </a:lnTo>
                  <a:lnTo>
                    <a:pt x="149" y="129"/>
                  </a:lnTo>
                  <a:lnTo>
                    <a:pt x="144" y="131"/>
                  </a:lnTo>
                  <a:lnTo>
                    <a:pt x="138" y="134"/>
                  </a:lnTo>
                  <a:lnTo>
                    <a:pt x="132" y="135"/>
                  </a:lnTo>
                  <a:lnTo>
                    <a:pt x="121" y="139"/>
                  </a:lnTo>
                  <a:lnTo>
                    <a:pt x="118" y="142"/>
                  </a:lnTo>
                  <a:lnTo>
                    <a:pt x="113" y="144"/>
                  </a:lnTo>
                  <a:lnTo>
                    <a:pt x="106" y="147"/>
                  </a:lnTo>
                  <a:lnTo>
                    <a:pt x="96" y="148"/>
                  </a:lnTo>
                  <a:lnTo>
                    <a:pt x="92" y="143"/>
                  </a:lnTo>
                  <a:lnTo>
                    <a:pt x="91" y="142"/>
                  </a:lnTo>
                  <a:lnTo>
                    <a:pt x="89" y="139"/>
                  </a:lnTo>
                  <a:lnTo>
                    <a:pt x="86" y="134"/>
                  </a:lnTo>
                  <a:lnTo>
                    <a:pt x="81" y="129"/>
                  </a:lnTo>
                  <a:lnTo>
                    <a:pt x="77" y="125"/>
                  </a:lnTo>
                  <a:lnTo>
                    <a:pt x="75" y="121"/>
                  </a:lnTo>
                  <a:lnTo>
                    <a:pt x="75" y="117"/>
                  </a:lnTo>
                  <a:lnTo>
                    <a:pt x="76" y="117"/>
                  </a:lnTo>
                  <a:lnTo>
                    <a:pt x="76" y="111"/>
                  </a:lnTo>
                  <a:lnTo>
                    <a:pt x="70" y="108"/>
                  </a:lnTo>
                  <a:lnTo>
                    <a:pt x="66" y="107"/>
                  </a:lnTo>
                  <a:lnTo>
                    <a:pt x="61" y="107"/>
                  </a:lnTo>
                  <a:lnTo>
                    <a:pt x="58" y="108"/>
                  </a:lnTo>
                  <a:lnTo>
                    <a:pt x="56" y="111"/>
                  </a:lnTo>
                  <a:lnTo>
                    <a:pt x="53" y="114"/>
                  </a:lnTo>
                  <a:lnTo>
                    <a:pt x="52" y="115"/>
                  </a:lnTo>
                  <a:lnTo>
                    <a:pt x="49" y="114"/>
                  </a:lnTo>
                  <a:lnTo>
                    <a:pt x="46" y="112"/>
                  </a:lnTo>
                  <a:lnTo>
                    <a:pt x="44" y="110"/>
                  </a:lnTo>
                  <a:lnTo>
                    <a:pt x="43" y="108"/>
                  </a:lnTo>
                  <a:lnTo>
                    <a:pt x="42" y="105"/>
                  </a:lnTo>
                  <a:lnTo>
                    <a:pt x="42" y="99"/>
                  </a:lnTo>
                  <a:lnTo>
                    <a:pt x="41" y="97"/>
                  </a:lnTo>
                  <a:lnTo>
                    <a:pt x="38" y="94"/>
                  </a:lnTo>
                  <a:lnTo>
                    <a:pt x="30" y="94"/>
                  </a:lnTo>
                  <a:lnTo>
                    <a:pt x="24" y="93"/>
                  </a:lnTo>
                  <a:lnTo>
                    <a:pt x="19" y="91"/>
                  </a:lnTo>
                  <a:lnTo>
                    <a:pt x="17" y="87"/>
                  </a:lnTo>
                  <a:lnTo>
                    <a:pt x="17" y="81"/>
                  </a:lnTo>
                  <a:lnTo>
                    <a:pt x="15" y="75"/>
                  </a:lnTo>
                  <a:lnTo>
                    <a:pt x="12" y="71"/>
                  </a:lnTo>
                  <a:lnTo>
                    <a:pt x="10" y="70"/>
                  </a:lnTo>
                  <a:lnTo>
                    <a:pt x="8" y="69"/>
                  </a:lnTo>
                  <a:lnTo>
                    <a:pt x="6" y="68"/>
                  </a:lnTo>
                  <a:lnTo>
                    <a:pt x="3" y="66"/>
                  </a:lnTo>
                  <a:lnTo>
                    <a:pt x="2" y="65"/>
                  </a:lnTo>
                  <a:lnTo>
                    <a:pt x="0" y="59"/>
                  </a:lnTo>
                  <a:lnTo>
                    <a:pt x="0" y="54"/>
                  </a:lnTo>
                  <a:lnTo>
                    <a:pt x="1" y="47"/>
                  </a:lnTo>
                  <a:lnTo>
                    <a:pt x="3" y="40"/>
                  </a:lnTo>
                  <a:lnTo>
                    <a:pt x="6" y="33"/>
                  </a:lnTo>
                  <a:lnTo>
                    <a:pt x="9" y="30"/>
                  </a:lnTo>
                  <a:lnTo>
                    <a:pt x="11" y="29"/>
                  </a:lnTo>
                  <a:lnTo>
                    <a:pt x="15" y="27"/>
                  </a:lnTo>
                  <a:lnTo>
                    <a:pt x="16" y="27"/>
                  </a:lnTo>
                  <a:lnTo>
                    <a:pt x="17" y="26"/>
                  </a:lnTo>
                  <a:lnTo>
                    <a:pt x="17" y="23"/>
                  </a:lnTo>
                  <a:lnTo>
                    <a:pt x="24" y="22"/>
                  </a:lnTo>
                  <a:lnTo>
                    <a:pt x="31" y="20"/>
                  </a:lnTo>
                  <a:lnTo>
                    <a:pt x="37" y="20"/>
                  </a:lnTo>
                  <a:lnTo>
                    <a:pt x="44" y="23"/>
                  </a:lnTo>
                  <a:lnTo>
                    <a:pt x="51" y="27"/>
                  </a:lnTo>
                  <a:lnTo>
                    <a:pt x="57" y="31"/>
                  </a:lnTo>
                  <a:lnTo>
                    <a:pt x="63" y="31"/>
                  </a:lnTo>
                  <a:lnTo>
                    <a:pt x="68" y="28"/>
                  </a:lnTo>
                  <a:lnTo>
                    <a:pt x="71" y="25"/>
                  </a:lnTo>
                  <a:lnTo>
                    <a:pt x="75" y="24"/>
                  </a:lnTo>
                  <a:lnTo>
                    <a:pt x="81" y="25"/>
                  </a:lnTo>
                  <a:lnTo>
                    <a:pt x="89" y="28"/>
                  </a:lnTo>
                  <a:lnTo>
                    <a:pt x="97" y="29"/>
                  </a:lnTo>
                  <a:lnTo>
                    <a:pt x="104" y="29"/>
                  </a:lnTo>
                  <a:lnTo>
                    <a:pt x="108" y="27"/>
                  </a:lnTo>
                  <a:lnTo>
                    <a:pt x="113" y="19"/>
                  </a:lnTo>
                  <a:lnTo>
                    <a:pt x="118" y="13"/>
                  </a:lnTo>
                  <a:lnTo>
                    <a:pt x="118" y="14"/>
                  </a:lnTo>
                  <a:lnTo>
                    <a:pt x="120" y="12"/>
                  </a:lnTo>
                  <a:lnTo>
                    <a:pt x="122" y="7"/>
                  </a:lnTo>
                  <a:lnTo>
                    <a:pt x="123" y="4"/>
                  </a:lnTo>
                  <a:lnTo>
                    <a:pt x="124" y="2"/>
                  </a:lnTo>
                  <a:lnTo>
                    <a:pt x="124" y="1"/>
                  </a:lnTo>
                  <a:lnTo>
                    <a:pt x="12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2" name="Freeform 57"/>
            <p:cNvSpPr>
              <a:spLocks/>
            </p:cNvSpPr>
            <p:nvPr/>
          </p:nvSpPr>
          <p:spPr bwMode="auto">
            <a:xfrm>
              <a:off x="3851276" y="3741738"/>
              <a:ext cx="484188" cy="360363"/>
            </a:xfrm>
            <a:custGeom>
              <a:avLst/>
              <a:gdLst/>
              <a:ahLst/>
              <a:cxnLst>
                <a:cxn ang="0">
                  <a:pos x="161" y="5"/>
                </a:cxn>
                <a:cxn ang="0">
                  <a:pos x="164" y="26"/>
                </a:cxn>
                <a:cxn ang="0">
                  <a:pos x="197" y="24"/>
                </a:cxn>
                <a:cxn ang="0">
                  <a:pos x="213" y="28"/>
                </a:cxn>
                <a:cxn ang="0">
                  <a:pos x="231" y="41"/>
                </a:cxn>
                <a:cxn ang="0">
                  <a:pos x="217" y="45"/>
                </a:cxn>
                <a:cxn ang="0">
                  <a:pos x="221" y="47"/>
                </a:cxn>
                <a:cxn ang="0">
                  <a:pos x="221" y="55"/>
                </a:cxn>
                <a:cxn ang="0">
                  <a:pos x="230" y="59"/>
                </a:cxn>
                <a:cxn ang="0">
                  <a:pos x="229" y="49"/>
                </a:cxn>
                <a:cxn ang="0">
                  <a:pos x="234" y="47"/>
                </a:cxn>
                <a:cxn ang="0">
                  <a:pos x="246" y="70"/>
                </a:cxn>
                <a:cxn ang="0">
                  <a:pos x="269" y="100"/>
                </a:cxn>
                <a:cxn ang="0">
                  <a:pos x="272" y="109"/>
                </a:cxn>
                <a:cxn ang="0">
                  <a:pos x="282" y="115"/>
                </a:cxn>
                <a:cxn ang="0">
                  <a:pos x="284" y="121"/>
                </a:cxn>
                <a:cxn ang="0">
                  <a:pos x="280" y="123"/>
                </a:cxn>
                <a:cxn ang="0">
                  <a:pos x="282" y="128"/>
                </a:cxn>
                <a:cxn ang="0">
                  <a:pos x="288" y="124"/>
                </a:cxn>
                <a:cxn ang="0">
                  <a:pos x="294" y="127"/>
                </a:cxn>
                <a:cxn ang="0">
                  <a:pos x="302" y="136"/>
                </a:cxn>
                <a:cxn ang="0">
                  <a:pos x="288" y="142"/>
                </a:cxn>
                <a:cxn ang="0">
                  <a:pos x="263" y="151"/>
                </a:cxn>
                <a:cxn ang="0">
                  <a:pos x="236" y="157"/>
                </a:cxn>
                <a:cxn ang="0">
                  <a:pos x="216" y="179"/>
                </a:cxn>
                <a:cxn ang="0">
                  <a:pos x="223" y="199"/>
                </a:cxn>
                <a:cxn ang="0">
                  <a:pos x="215" y="210"/>
                </a:cxn>
                <a:cxn ang="0">
                  <a:pos x="199" y="208"/>
                </a:cxn>
                <a:cxn ang="0">
                  <a:pos x="195" y="227"/>
                </a:cxn>
                <a:cxn ang="0">
                  <a:pos x="178" y="217"/>
                </a:cxn>
                <a:cxn ang="0">
                  <a:pos x="173" y="193"/>
                </a:cxn>
                <a:cxn ang="0">
                  <a:pos x="155" y="177"/>
                </a:cxn>
                <a:cxn ang="0">
                  <a:pos x="135" y="176"/>
                </a:cxn>
                <a:cxn ang="0">
                  <a:pos x="106" y="157"/>
                </a:cxn>
                <a:cxn ang="0">
                  <a:pos x="85" y="141"/>
                </a:cxn>
                <a:cxn ang="0">
                  <a:pos x="68" y="136"/>
                </a:cxn>
                <a:cxn ang="0">
                  <a:pos x="64" y="125"/>
                </a:cxn>
                <a:cxn ang="0">
                  <a:pos x="56" y="123"/>
                </a:cxn>
                <a:cxn ang="0">
                  <a:pos x="45" y="127"/>
                </a:cxn>
                <a:cxn ang="0">
                  <a:pos x="36" y="109"/>
                </a:cxn>
                <a:cxn ang="0">
                  <a:pos x="29" y="103"/>
                </a:cxn>
                <a:cxn ang="0">
                  <a:pos x="22" y="93"/>
                </a:cxn>
                <a:cxn ang="0">
                  <a:pos x="15" y="80"/>
                </a:cxn>
                <a:cxn ang="0">
                  <a:pos x="0" y="67"/>
                </a:cxn>
                <a:cxn ang="0">
                  <a:pos x="11" y="52"/>
                </a:cxn>
                <a:cxn ang="0">
                  <a:pos x="17" y="55"/>
                </a:cxn>
                <a:cxn ang="0">
                  <a:pos x="26" y="49"/>
                </a:cxn>
                <a:cxn ang="0">
                  <a:pos x="40" y="40"/>
                </a:cxn>
                <a:cxn ang="0">
                  <a:pos x="51" y="31"/>
                </a:cxn>
                <a:cxn ang="0">
                  <a:pos x="58" y="15"/>
                </a:cxn>
                <a:cxn ang="0">
                  <a:pos x="77" y="13"/>
                </a:cxn>
                <a:cxn ang="0">
                  <a:pos x="94" y="2"/>
                </a:cxn>
                <a:cxn ang="0">
                  <a:pos x="108" y="20"/>
                </a:cxn>
                <a:cxn ang="0">
                  <a:pos x="122" y="6"/>
                </a:cxn>
                <a:cxn ang="0">
                  <a:pos x="146" y="7"/>
                </a:cxn>
                <a:cxn ang="0">
                  <a:pos x="153" y="2"/>
                </a:cxn>
              </a:cxnLst>
              <a:rect l="0" t="0" r="r" b="b"/>
              <a:pathLst>
                <a:path w="305" h="227">
                  <a:moveTo>
                    <a:pt x="157" y="0"/>
                  </a:moveTo>
                  <a:lnTo>
                    <a:pt x="158" y="0"/>
                  </a:lnTo>
                  <a:lnTo>
                    <a:pt x="160" y="2"/>
                  </a:lnTo>
                  <a:lnTo>
                    <a:pt x="161" y="5"/>
                  </a:lnTo>
                  <a:lnTo>
                    <a:pt x="161" y="11"/>
                  </a:lnTo>
                  <a:lnTo>
                    <a:pt x="161" y="17"/>
                  </a:lnTo>
                  <a:lnTo>
                    <a:pt x="162" y="22"/>
                  </a:lnTo>
                  <a:lnTo>
                    <a:pt x="164" y="26"/>
                  </a:lnTo>
                  <a:lnTo>
                    <a:pt x="168" y="28"/>
                  </a:lnTo>
                  <a:lnTo>
                    <a:pt x="175" y="28"/>
                  </a:lnTo>
                  <a:lnTo>
                    <a:pt x="186" y="26"/>
                  </a:lnTo>
                  <a:lnTo>
                    <a:pt x="197" y="24"/>
                  </a:lnTo>
                  <a:lnTo>
                    <a:pt x="211" y="22"/>
                  </a:lnTo>
                  <a:lnTo>
                    <a:pt x="212" y="23"/>
                  </a:lnTo>
                  <a:lnTo>
                    <a:pt x="212" y="24"/>
                  </a:lnTo>
                  <a:lnTo>
                    <a:pt x="213" y="28"/>
                  </a:lnTo>
                  <a:lnTo>
                    <a:pt x="215" y="30"/>
                  </a:lnTo>
                  <a:lnTo>
                    <a:pt x="226" y="38"/>
                  </a:lnTo>
                  <a:lnTo>
                    <a:pt x="229" y="39"/>
                  </a:lnTo>
                  <a:lnTo>
                    <a:pt x="231" y="41"/>
                  </a:lnTo>
                  <a:lnTo>
                    <a:pt x="231" y="43"/>
                  </a:lnTo>
                  <a:lnTo>
                    <a:pt x="230" y="44"/>
                  </a:lnTo>
                  <a:lnTo>
                    <a:pt x="218" y="44"/>
                  </a:lnTo>
                  <a:lnTo>
                    <a:pt x="217" y="45"/>
                  </a:lnTo>
                  <a:lnTo>
                    <a:pt x="219" y="46"/>
                  </a:lnTo>
                  <a:lnTo>
                    <a:pt x="221" y="46"/>
                  </a:lnTo>
                  <a:lnTo>
                    <a:pt x="221" y="47"/>
                  </a:lnTo>
                  <a:lnTo>
                    <a:pt x="221" y="47"/>
                  </a:lnTo>
                  <a:lnTo>
                    <a:pt x="221" y="48"/>
                  </a:lnTo>
                  <a:lnTo>
                    <a:pt x="220" y="50"/>
                  </a:lnTo>
                  <a:lnTo>
                    <a:pt x="220" y="53"/>
                  </a:lnTo>
                  <a:lnTo>
                    <a:pt x="221" y="55"/>
                  </a:lnTo>
                  <a:lnTo>
                    <a:pt x="222" y="55"/>
                  </a:lnTo>
                  <a:lnTo>
                    <a:pt x="227" y="60"/>
                  </a:lnTo>
                  <a:lnTo>
                    <a:pt x="230" y="60"/>
                  </a:lnTo>
                  <a:lnTo>
                    <a:pt x="230" y="59"/>
                  </a:lnTo>
                  <a:lnTo>
                    <a:pt x="229" y="58"/>
                  </a:lnTo>
                  <a:lnTo>
                    <a:pt x="229" y="54"/>
                  </a:lnTo>
                  <a:lnTo>
                    <a:pt x="229" y="51"/>
                  </a:lnTo>
                  <a:lnTo>
                    <a:pt x="229" y="49"/>
                  </a:lnTo>
                  <a:lnTo>
                    <a:pt x="229" y="47"/>
                  </a:lnTo>
                  <a:lnTo>
                    <a:pt x="231" y="46"/>
                  </a:lnTo>
                  <a:lnTo>
                    <a:pt x="233" y="47"/>
                  </a:lnTo>
                  <a:lnTo>
                    <a:pt x="234" y="47"/>
                  </a:lnTo>
                  <a:lnTo>
                    <a:pt x="238" y="55"/>
                  </a:lnTo>
                  <a:lnTo>
                    <a:pt x="240" y="61"/>
                  </a:lnTo>
                  <a:lnTo>
                    <a:pt x="243" y="66"/>
                  </a:lnTo>
                  <a:lnTo>
                    <a:pt x="246" y="70"/>
                  </a:lnTo>
                  <a:lnTo>
                    <a:pt x="250" y="79"/>
                  </a:lnTo>
                  <a:lnTo>
                    <a:pt x="254" y="84"/>
                  </a:lnTo>
                  <a:lnTo>
                    <a:pt x="256" y="88"/>
                  </a:lnTo>
                  <a:lnTo>
                    <a:pt x="269" y="100"/>
                  </a:lnTo>
                  <a:lnTo>
                    <a:pt x="270" y="102"/>
                  </a:lnTo>
                  <a:lnTo>
                    <a:pt x="271" y="103"/>
                  </a:lnTo>
                  <a:lnTo>
                    <a:pt x="271" y="106"/>
                  </a:lnTo>
                  <a:lnTo>
                    <a:pt x="272" y="109"/>
                  </a:lnTo>
                  <a:lnTo>
                    <a:pt x="275" y="111"/>
                  </a:lnTo>
                  <a:lnTo>
                    <a:pt x="277" y="113"/>
                  </a:lnTo>
                  <a:lnTo>
                    <a:pt x="280" y="115"/>
                  </a:lnTo>
                  <a:lnTo>
                    <a:pt x="282" y="115"/>
                  </a:lnTo>
                  <a:lnTo>
                    <a:pt x="284" y="116"/>
                  </a:lnTo>
                  <a:lnTo>
                    <a:pt x="285" y="116"/>
                  </a:lnTo>
                  <a:lnTo>
                    <a:pt x="285" y="120"/>
                  </a:lnTo>
                  <a:lnTo>
                    <a:pt x="284" y="121"/>
                  </a:lnTo>
                  <a:lnTo>
                    <a:pt x="283" y="121"/>
                  </a:lnTo>
                  <a:lnTo>
                    <a:pt x="282" y="122"/>
                  </a:lnTo>
                  <a:lnTo>
                    <a:pt x="281" y="122"/>
                  </a:lnTo>
                  <a:lnTo>
                    <a:pt x="280" y="123"/>
                  </a:lnTo>
                  <a:lnTo>
                    <a:pt x="280" y="124"/>
                  </a:lnTo>
                  <a:lnTo>
                    <a:pt x="280" y="127"/>
                  </a:lnTo>
                  <a:lnTo>
                    <a:pt x="281" y="127"/>
                  </a:lnTo>
                  <a:lnTo>
                    <a:pt x="282" y="128"/>
                  </a:lnTo>
                  <a:lnTo>
                    <a:pt x="284" y="128"/>
                  </a:lnTo>
                  <a:lnTo>
                    <a:pt x="286" y="127"/>
                  </a:lnTo>
                  <a:lnTo>
                    <a:pt x="287" y="126"/>
                  </a:lnTo>
                  <a:lnTo>
                    <a:pt x="288" y="124"/>
                  </a:lnTo>
                  <a:lnTo>
                    <a:pt x="290" y="122"/>
                  </a:lnTo>
                  <a:lnTo>
                    <a:pt x="292" y="122"/>
                  </a:lnTo>
                  <a:lnTo>
                    <a:pt x="294" y="125"/>
                  </a:lnTo>
                  <a:lnTo>
                    <a:pt x="294" y="127"/>
                  </a:lnTo>
                  <a:lnTo>
                    <a:pt x="296" y="132"/>
                  </a:lnTo>
                  <a:lnTo>
                    <a:pt x="297" y="133"/>
                  </a:lnTo>
                  <a:lnTo>
                    <a:pt x="300" y="135"/>
                  </a:lnTo>
                  <a:lnTo>
                    <a:pt x="302" y="136"/>
                  </a:lnTo>
                  <a:lnTo>
                    <a:pt x="305" y="138"/>
                  </a:lnTo>
                  <a:lnTo>
                    <a:pt x="305" y="139"/>
                  </a:lnTo>
                  <a:lnTo>
                    <a:pt x="297" y="140"/>
                  </a:lnTo>
                  <a:lnTo>
                    <a:pt x="288" y="142"/>
                  </a:lnTo>
                  <a:lnTo>
                    <a:pt x="280" y="145"/>
                  </a:lnTo>
                  <a:lnTo>
                    <a:pt x="274" y="147"/>
                  </a:lnTo>
                  <a:lnTo>
                    <a:pt x="271" y="149"/>
                  </a:lnTo>
                  <a:lnTo>
                    <a:pt x="263" y="151"/>
                  </a:lnTo>
                  <a:lnTo>
                    <a:pt x="255" y="154"/>
                  </a:lnTo>
                  <a:lnTo>
                    <a:pt x="246" y="156"/>
                  </a:lnTo>
                  <a:lnTo>
                    <a:pt x="240" y="157"/>
                  </a:lnTo>
                  <a:lnTo>
                    <a:pt x="236" y="157"/>
                  </a:lnTo>
                  <a:lnTo>
                    <a:pt x="232" y="159"/>
                  </a:lnTo>
                  <a:lnTo>
                    <a:pt x="222" y="169"/>
                  </a:lnTo>
                  <a:lnTo>
                    <a:pt x="219" y="174"/>
                  </a:lnTo>
                  <a:lnTo>
                    <a:pt x="216" y="179"/>
                  </a:lnTo>
                  <a:lnTo>
                    <a:pt x="216" y="184"/>
                  </a:lnTo>
                  <a:lnTo>
                    <a:pt x="217" y="189"/>
                  </a:lnTo>
                  <a:lnTo>
                    <a:pt x="222" y="196"/>
                  </a:lnTo>
                  <a:lnTo>
                    <a:pt x="223" y="199"/>
                  </a:lnTo>
                  <a:lnTo>
                    <a:pt x="223" y="200"/>
                  </a:lnTo>
                  <a:lnTo>
                    <a:pt x="221" y="206"/>
                  </a:lnTo>
                  <a:lnTo>
                    <a:pt x="218" y="209"/>
                  </a:lnTo>
                  <a:lnTo>
                    <a:pt x="215" y="210"/>
                  </a:lnTo>
                  <a:lnTo>
                    <a:pt x="211" y="208"/>
                  </a:lnTo>
                  <a:lnTo>
                    <a:pt x="206" y="206"/>
                  </a:lnTo>
                  <a:lnTo>
                    <a:pt x="202" y="206"/>
                  </a:lnTo>
                  <a:lnTo>
                    <a:pt x="199" y="208"/>
                  </a:lnTo>
                  <a:lnTo>
                    <a:pt x="198" y="214"/>
                  </a:lnTo>
                  <a:lnTo>
                    <a:pt x="198" y="220"/>
                  </a:lnTo>
                  <a:lnTo>
                    <a:pt x="197" y="225"/>
                  </a:lnTo>
                  <a:lnTo>
                    <a:pt x="195" y="227"/>
                  </a:lnTo>
                  <a:lnTo>
                    <a:pt x="191" y="226"/>
                  </a:lnTo>
                  <a:lnTo>
                    <a:pt x="187" y="224"/>
                  </a:lnTo>
                  <a:lnTo>
                    <a:pt x="182" y="220"/>
                  </a:lnTo>
                  <a:lnTo>
                    <a:pt x="178" y="217"/>
                  </a:lnTo>
                  <a:lnTo>
                    <a:pt x="176" y="212"/>
                  </a:lnTo>
                  <a:lnTo>
                    <a:pt x="174" y="205"/>
                  </a:lnTo>
                  <a:lnTo>
                    <a:pt x="173" y="198"/>
                  </a:lnTo>
                  <a:lnTo>
                    <a:pt x="173" y="193"/>
                  </a:lnTo>
                  <a:lnTo>
                    <a:pt x="171" y="190"/>
                  </a:lnTo>
                  <a:lnTo>
                    <a:pt x="166" y="185"/>
                  </a:lnTo>
                  <a:lnTo>
                    <a:pt x="160" y="181"/>
                  </a:lnTo>
                  <a:lnTo>
                    <a:pt x="155" y="177"/>
                  </a:lnTo>
                  <a:lnTo>
                    <a:pt x="150" y="176"/>
                  </a:lnTo>
                  <a:lnTo>
                    <a:pt x="144" y="177"/>
                  </a:lnTo>
                  <a:lnTo>
                    <a:pt x="138" y="177"/>
                  </a:lnTo>
                  <a:lnTo>
                    <a:pt x="135" y="176"/>
                  </a:lnTo>
                  <a:lnTo>
                    <a:pt x="127" y="168"/>
                  </a:lnTo>
                  <a:lnTo>
                    <a:pt x="121" y="164"/>
                  </a:lnTo>
                  <a:lnTo>
                    <a:pt x="115" y="160"/>
                  </a:lnTo>
                  <a:lnTo>
                    <a:pt x="106" y="157"/>
                  </a:lnTo>
                  <a:lnTo>
                    <a:pt x="103" y="153"/>
                  </a:lnTo>
                  <a:lnTo>
                    <a:pt x="98" y="144"/>
                  </a:lnTo>
                  <a:lnTo>
                    <a:pt x="93" y="141"/>
                  </a:lnTo>
                  <a:lnTo>
                    <a:pt x="85" y="141"/>
                  </a:lnTo>
                  <a:lnTo>
                    <a:pt x="77" y="142"/>
                  </a:lnTo>
                  <a:lnTo>
                    <a:pt x="74" y="141"/>
                  </a:lnTo>
                  <a:lnTo>
                    <a:pt x="70" y="140"/>
                  </a:lnTo>
                  <a:lnTo>
                    <a:pt x="68" y="136"/>
                  </a:lnTo>
                  <a:lnTo>
                    <a:pt x="68" y="129"/>
                  </a:lnTo>
                  <a:lnTo>
                    <a:pt x="68" y="127"/>
                  </a:lnTo>
                  <a:lnTo>
                    <a:pt x="67" y="126"/>
                  </a:lnTo>
                  <a:lnTo>
                    <a:pt x="64" y="125"/>
                  </a:lnTo>
                  <a:lnTo>
                    <a:pt x="62" y="124"/>
                  </a:lnTo>
                  <a:lnTo>
                    <a:pt x="59" y="123"/>
                  </a:lnTo>
                  <a:lnTo>
                    <a:pt x="58" y="123"/>
                  </a:lnTo>
                  <a:lnTo>
                    <a:pt x="56" y="123"/>
                  </a:lnTo>
                  <a:lnTo>
                    <a:pt x="52" y="124"/>
                  </a:lnTo>
                  <a:lnTo>
                    <a:pt x="51" y="126"/>
                  </a:lnTo>
                  <a:lnTo>
                    <a:pt x="49" y="127"/>
                  </a:lnTo>
                  <a:lnTo>
                    <a:pt x="45" y="127"/>
                  </a:lnTo>
                  <a:lnTo>
                    <a:pt x="43" y="125"/>
                  </a:lnTo>
                  <a:lnTo>
                    <a:pt x="41" y="121"/>
                  </a:lnTo>
                  <a:lnTo>
                    <a:pt x="38" y="115"/>
                  </a:lnTo>
                  <a:lnTo>
                    <a:pt x="36" y="109"/>
                  </a:lnTo>
                  <a:lnTo>
                    <a:pt x="35" y="107"/>
                  </a:lnTo>
                  <a:lnTo>
                    <a:pt x="35" y="106"/>
                  </a:lnTo>
                  <a:lnTo>
                    <a:pt x="33" y="103"/>
                  </a:lnTo>
                  <a:lnTo>
                    <a:pt x="29" y="103"/>
                  </a:lnTo>
                  <a:lnTo>
                    <a:pt x="26" y="102"/>
                  </a:lnTo>
                  <a:lnTo>
                    <a:pt x="23" y="100"/>
                  </a:lnTo>
                  <a:lnTo>
                    <a:pt x="21" y="97"/>
                  </a:lnTo>
                  <a:lnTo>
                    <a:pt x="22" y="93"/>
                  </a:lnTo>
                  <a:lnTo>
                    <a:pt x="23" y="89"/>
                  </a:lnTo>
                  <a:lnTo>
                    <a:pt x="22" y="85"/>
                  </a:lnTo>
                  <a:lnTo>
                    <a:pt x="19" y="82"/>
                  </a:lnTo>
                  <a:lnTo>
                    <a:pt x="15" y="80"/>
                  </a:lnTo>
                  <a:lnTo>
                    <a:pt x="9" y="76"/>
                  </a:lnTo>
                  <a:lnTo>
                    <a:pt x="5" y="72"/>
                  </a:lnTo>
                  <a:lnTo>
                    <a:pt x="1" y="69"/>
                  </a:lnTo>
                  <a:lnTo>
                    <a:pt x="0" y="67"/>
                  </a:lnTo>
                  <a:lnTo>
                    <a:pt x="1" y="64"/>
                  </a:lnTo>
                  <a:lnTo>
                    <a:pt x="5" y="55"/>
                  </a:lnTo>
                  <a:lnTo>
                    <a:pt x="8" y="52"/>
                  </a:lnTo>
                  <a:lnTo>
                    <a:pt x="11" y="52"/>
                  </a:lnTo>
                  <a:lnTo>
                    <a:pt x="13" y="53"/>
                  </a:lnTo>
                  <a:lnTo>
                    <a:pt x="14" y="53"/>
                  </a:lnTo>
                  <a:lnTo>
                    <a:pt x="16" y="55"/>
                  </a:lnTo>
                  <a:lnTo>
                    <a:pt x="17" y="55"/>
                  </a:lnTo>
                  <a:lnTo>
                    <a:pt x="17" y="55"/>
                  </a:lnTo>
                  <a:lnTo>
                    <a:pt x="19" y="55"/>
                  </a:lnTo>
                  <a:lnTo>
                    <a:pt x="22" y="53"/>
                  </a:lnTo>
                  <a:lnTo>
                    <a:pt x="26" y="49"/>
                  </a:lnTo>
                  <a:lnTo>
                    <a:pt x="31" y="45"/>
                  </a:lnTo>
                  <a:lnTo>
                    <a:pt x="36" y="42"/>
                  </a:lnTo>
                  <a:lnTo>
                    <a:pt x="39" y="41"/>
                  </a:lnTo>
                  <a:lnTo>
                    <a:pt x="40" y="40"/>
                  </a:lnTo>
                  <a:lnTo>
                    <a:pt x="42" y="40"/>
                  </a:lnTo>
                  <a:lnTo>
                    <a:pt x="44" y="38"/>
                  </a:lnTo>
                  <a:lnTo>
                    <a:pt x="46" y="37"/>
                  </a:lnTo>
                  <a:lnTo>
                    <a:pt x="51" y="31"/>
                  </a:lnTo>
                  <a:lnTo>
                    <a:pt x="55" y="26"/>
                  </a:lnTo>
                  <a:lnTo>
                    <a:pt x="59" y="22"/>
                  </a:lnTo>
                  <a:lnTo>
                    <a:pt x="59" y="17"/>
                  </a:lnTo>
                  <a:lnTo>
                    <a:pt x="58" y="15"/>
                  </a:lnTo>
                  <a:lnTo>
                    <a:pt x="58" y="13"/>
                  </a:lnTo>
                  <a:lnTo>
                    <a:pt x="59" y="13"/>
                  </a:lnTo>
                  <a:lnTo>
                    <a:pt x="69" y="13"/>
                  </a:lnTo>
                  <a:lnTo>
                    <a:pt x="77" y="13"/>
                  </a:lnTo>
                  <a:lnTo>
                    <a:pt x="82" y="12"/>
                  </a:lnTo>
                  <a:lnTo>
                    <a:pt x="86" y="8"/>
                  </a:lnTo>
                  <a:lnTo>
                    <a:pt x="91" y="4"/>
                  </a:lnTo>
                  <a:lnTo>
                    <a:pt x="94" y="2"/>
                  </a:lnTo>
                  <a:lnTo>
                    <a:pt x="98" y="4"/>
                  </a:lnTo>
                  <a:lnTo>
                    <a:pt x="102" y="10"/>
                  </a:lnTo>
                  <a:lnTo>
                    <a:pt x="105" y="15"/>
                  </a:lnTo>
                  <a:lnTo>
                    <a:pt x="108" y="20"/>
                  </a:lnTo>
                  <a:lnTo>
                    <a:pt x="110" y="20"/>
                  </a:lnTo>
                  <a:lnTo>
                    <a:pt x="112" y="16"/>
                  </a:lnTo>
                  <a:lnTo>
                    <a:pt x="117" y="11"/>
                  </a:lnTo>
                  <a:lnTo>
                    <a:pt x="122" y="6"/>
                  </a:lnTo>
                  <a:lnTo>
                    <a:pt x="127" y="5"/>
                  </a:lnTo>
                  <a:lnTo>
                    <a:pt x="132" y="6"/>
                  </a:lnTo>
                  <a:lnTo>
                    <a:pt x="139" y="8"/>
                  </a:lnTo>
                  <a:lnTo>
                    <a:pt x="146" y="7"/>
                  </a:lnTo>
                  <a:lnTo>
                    <a:pt x="148" y="6"/>
                  </a:lnTo>
                  <a:lnTo>
                    <a:pt x="150" y="5"/>
                  </a:lnTo>
                  <a:lnTo>
                    <a:pt x="152" y="4"/>
                  </a:lnTo>
                  <a:lnTo>
                    <a:pt x="153" y="2"/>
                  </a:lnTo>
                  <a:lnTo>
                    <a:pt x="15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3" name="Freeform 58"/>
            <p:cNvSpPr>
              <a:spLocks/>
            </p:cNvSpPr>
            <p:nvPr/>
          </p:nvSpPr>
          <p:spPr bwMode="auto">
            <a:xfrm>
              <a:off x="2768601" y="1620838"/>
              <a:ext cx="331788" cy="354013"/>
            </a:xfrm>
            <a:custGeom>
              <a:avLst/>
              <a:gdLst/>
              <a:ahLst/>
              <a:cxnLst>
                <a:cxn ang="0">
                  <a:pos x="132" y="1"/>
                </a:cxn>
                <a:cxn ang="0">
                  <a:pos x="130" y="12"/>
                </a:cxn>
                <a:cxn ang="0">
                  <a:pos x="142" y="24"/>
                </a:cxn>
                <a:cxn ang="0">
                  <a:pos x="151" y="31"/>
                </a:cxn>
                <a:cxn ang="0">
                  <a:pos x="158" y="32"/>
                </a:cxn>
                <a:cxn ang="0">
                  <a:pos x="160" y="30"/>
                </a:cxn>
                <a:cxn ang="0">
                  <a:pos x="181" y="50"/>
                </a:cxn>
                <a:cxn ang="0">
                  <a:pos x="181" y="53"/>
                </a:cxn>
                <a:cxn ang="0">
                  <a:pos x="174" y="52"/>
                </a:cxn>
                <a:cxn ang="0">
                  <a:pos x="172" y="56"/>
                </a:cxn>
                <a:cxn ang="0">
                  <a:pos x="176" y="69"/>
                </a:cxn>
                <a:cxn ang="0">
                  <a:pos x="177" y="81"/>
                </a:cxn>
                <a:cxn ang="0">
                  <a:pos x="194" y="96"/>
                </a:cxn>
                <a:cxn ang="0">
                  <a:pos x="201" y="106"/>
                </a:cxn>
                <a:cxn ang="0">
                  <a:pos x="201" y="116"/>
                </a:cxn>
                <a:cxn ang="0">
                  <a:pos x="208" y="127"/>
                </a:cxn>
                <a:cxn ang="0">
                  <a:pos x="202" y="138"/>
                </a:cxn>
                <a:cxn ang="0">
                  <a:pos x="193" y="150"/>
                </a:cxn>
                <a:cxn ang="0">
                  <a:pos x="176" y="141"/>
                </a:cxn>
                <a:cxn ang="0">
                  <a:pos x="156" y="142"/>
                </a:cxn>
                <a:cxn ang="0">
                  <a:pos x="165" y="154"/>
                </a:cxn>
                <a:cxn ang="0">
                  <a:pos x="173" y="173"/>
                </a:cxn>
                <a:cxn ang="0">
                  <a:pos x="162" y="186"/>
                </a:cxn>
                <a:cxn ang="0">
                  <a:pos x="146" y="181"/>
                </a:cxn>
                <a:cxn ang="0">
                  <a:pos x="130" y="175"/>
                </a:cxn>
                <a:cxn ang="0">
                  <a:pos x="127" y="189"/>
                </a:cxn>
                <a:cxn ang="0">
                  <a:pos x="120" y="187"/>
                </a:cxn>
                <a:cxn ang="0">
                  <a:pos x="100" y="183"/>
                </a:cxn>
                <a:cxn ang="0">
                  <a:pos x="90" y="174"/>
                </a:cxn>
                <a:cxn ang="0">
                  <a:pos x="75" y="186"/>
                </a:cxn>
                <a:cxn ang="0">
                  <a:pos x="70" y="195"/>
                </a:cxn>
                <a:cxn ang="0">
                  <a:pos x="79" y="208"/>
                </a:cxn>
                <a:cxn ang="0">
                  <a:pos x="75" y="221"/>
                </a:cxn>
                <a:cxn ang="0">
                  <a:pos x="58" y="219"/>
                </a:cxn>
                <a:cxn ang="0">
                  <a:pos x="29" y="183"/>
                </a:cxn>
                <a:cxn ang="0">
                  <a:pos x="22" y="159"/>
                </a:cxn>
                <a:cxn ang="0">
                  <a:pos x="10" y="160"/>
                </a:cxn>
                <a:cxn ang="0">
                  <a:pos x="9" y="149"/>
                </a:cxn>
                <a:cxn ang="0">
                  <a:pos x="19" y="127"/>
                </a:cxn>
                <a:cxn ang="0">
                  <a:pos x="35" y="126"/>
                </a:cxn>
                <a:cxn ang="0">
                  <a:pos x="47" y="113"/>
                </a:cxn>
                <a:cxn ang="0">
                  <a:pos x="53" y="90"/>
                </a:cxn>
                <a:cxn ang="0">
                  <a:pos x="39" y="79"/>
                </a:cxn>
                <a:cxn ang="0">
                  <a:pos x="17" y="79"/>
                </a:cxn>
                <a:cxn ang="0">
                  <a:pos x="11" y="69"/>
                </a:cxn>
                <a:cxn ang="0">
                  <a:pos x="18" y="58"/>
                </a:cxn>
                <a:cxn ang="0">
                  <a:pos x="6" y="39"/>
                </a:cxn>
                <a:cxn ang="0">
                  <a:pos x="4" y="33"/>
                </a:cxn>
                <a:cxn ang="0">
                  <a:pos x="0" y="29"/>
                </a:cxn>
                <a:cxn ang="0">
                  <a:pos x="7" y="19"/>
                </a:cxn>
                <a:cxn ang="0">
                  <a:pos x="18" y="10"/>
                </a:cxn>
                <a:cxn ang="0">
                  <a:pos x="32" y="25"/>
                </a:cxn>
                <a:cxn ang="0">
                  <a:pos x="56" y="53"/>
                </a:cxn>
                <a:cxn ang="0">
                  <a:pos x="73" y="66"/>
                </a:cxn>
                <a:cxn ang="0">
                  <a:pos x="79" y="66"/>
                </a:cxn>
                <a:cxn ang="0">
                  <a:pos x="87" y="50"/>
                </a:cxn>
                <a:cxn ang="0">
                  <a:pos x="89" y="35"/>
                </a:cxn>
                <a:cxn ang="0">
                  <a:pos x="95" y="23"/>
                </a:cxn>
                <a:cxn ang="0">
                  <a:pos x="105" y="8"/>
                </a:cxn>
                <a:cxn ang="0">
                  <a:pos x="123" y="4"/>
                </a:cxn>
                <a:cxn ang="0">
                  <a:pos x="129" y="0"/>
                </a:cxn>
              </a:cxnLst>
              <a:rect l="0" t="0" r="r" b="b"/>
              <a:pathLst>
                <a:path w="209" h="223">
                  <a:moveTo>
                    <a:pt x="129" y="0"/>
                  </a:moveTo>
                  <a:lnTo>
                    <a:pt x="131" y="0"/>
                  </a:lnTo>
                  <a:lnTo>
                    <a:pt x="132" y="1"/>
                  </a:lnTo>
                  <a:lnTo>
                    <a:pt x="132" y="2"/>
                  </a:lnTo>
                  <a:lnTo>
                    <a:pt x="131" y="6"/>
                  </a:lnTo>
                  <a:lnTo>
                    <a:pt x="130" y="12"/>
                  </a:lnTo>
                  <a:lnTo>
                    <a:pt x="132" y="17"/>
                  </a:lnTo>
                  <a:lnTo>
                    <a:pt x="137" y="21"/>
                  </a:lnTo>
                  <a:lnTo>
                    <a:pt x="142" y="24"/>
                  </a:lnTo>
                  <a:lnTo>
                    <a:pt x="147" y="28"/>
                  </a:lnTo>
                  <a:lnTo>
                    <a:pt x="148" y="30"/>
                  </a:lnTo>
                  <a:lnTo>
                    <a:pt x="151" y="31"/>
                  </a:lnTo>
                  <a:lnTo>
                    <a:pt x="155" y="33"/>
                  </a:lnTo>
                  <a:lnTo>
                    <a:pt x="156" y="33"/>
                  </a:lnTo>
                  <a:lnTo>
                    <a:pt x="158" y="32"/>
                  </a:lnTo>
                  <a:lnTo>
                    <a:pt x="159" y="31"/>
                  </a:lnTo>
                  <a:lnTo>
                    <a:pt x="159" y="30"/>
                  </a:lnTo>
                  <a:lnTo>
                    <a:pt x="160" y="30"/>
                  </a:lnTo>
                  <a:lnTo>
                    <a:pt x="172" y="41"/>
                  </a:lnTo>
                  <a:lnTo>
                    <a:pt x="178" y="46"/>
                  </a:lnTo>
                  <a:lnTo>
                    <a:pt x="181" y="50"/>
                  </a:lnTo>
                  <a:lnTo>
                    <a:pt x="182" y="51"/>
                  </a:lnTo>
                  <a:lnTo>
                    <a:pt x="182" y="52"/>
                  </a:lnTo>
                  <a:lnTo>
                    <a:pt x="181" y="53"/>
                  </a:lnTo>
                  <a:lnTo>
                    <a:pt x="178" y="53"/>
                  </a:lnTo>
                  <a:lnTo>
                    <a:pt x="176" y="52"/>
                  </a:lnTo>
                  <a:lnTo>
                    <a:pt x="174" y="52"/>
                  </a:lnTo>
                  <a:lnTo>
                    <a:pt x="172" y="53"/>
                  </a:lnTo>
                  <a:lnTo>
                    <a:pt x="172" y="53"/>
                  </a:lnTo>
                  <a:lnTo>
                    <a:pt x="172" y="56"/>
                  </a:lnTo>
                  <a:lnTo>
                    <a:pt x="172" y="57"/>
                  </a:lnTo>
                  <a:lnTo>
                    <a:pt x="175" y="64"/>
                  </a:lnTo>
                  <a:lnTo>
                    <a:pt x="176" y="69"/>
                  </a:lnTo>
                  <a:lnTo>
                    <a:pt x="176" y="73"/>
                  </a:lnTo>
                  <a:lnTo>
                    <a:pt x="175" y="77"/>
                  </a:lnTo>
                  <a:lnTo>
                    <a:pt x="177" y="81"/>
                  </a:lnTo>
                  <a:lnTo>
                    <a:pt x="181" y="86"/>
                  </a:lnTo>
                  <a:lnTo>
                    <a:pt x="188" y="90"/>
                  </a:lnTo>
                  <a:lnTo>
                    <a:pt x="194" y="96"/>
                  </a:lnTo>
                  <a:lnTo>
                    <a:pt x="198" y="99"/>
                  </a:lnTo>
                  <a:lnTo>
                    <a:pt x="201" y="103"/>
                  </a:lnTo>
                  <a:lnTo>
                    <a:pt x="201" y="106"/>
                  </a:lnTo>
                  <a:lnTo>
                    <a:pt x="200" y="111"/>
                  </a:lnTo>
                  <a:lnTo>
                    <a:pt x="200" y="116"/>
                  </a:lnTo>
                  <a:lnTo>
                    <a:pt x="201" y="116"/>
                  </a:lnTo>
                  <a:lnTo>
                    <a:pt x="203" y="117"/>
                  </a:lnTo>
                  <a:lnTo>
                    <a:pt x="205" y="116"/>
                  </a:lnTo>
                  <a:lnTo>
                    <a:pt x="208" y="127"/>
                  </a:lnTo>
                  <a:lnTo>
                    <a:pt x="209" y="132"/>
                  </a:lnTo>
                  <a:lnTo>
                    <a:pt x="207" y="134"/>
                  </a:lnTo>
                  <a:lnTo>
                    <a:pt x="202" y="138"/>
                  </a:lnTo>
                  <a:lnTo>
                    <a:pt x="198" y="142"/>
                  </a:lnTo>
                  <a:lnTo>
                    <a:pt x="196" y="149"/>
                  </a:lnTo>
                  <a:lnTo>
                    <a:pt x="193" y="150"/>
                  </a:lnTo>
                  <a:lnTo>
                    <a:pt x="189" y="149"/>
                  </a:lnTo>
                  <a:lnTo>
                    <a:pt x="183" y="145"/>
                  </a:lnTo>
                  <a:lnTo>
                    <a:pt x="176" y="141"/>
                  </a:lnTo>
                  <a:lnTo>
                    <a:pt x="169" y="140"/>
                  </a:lnTo>
                  <a:lnTo>
                    <a:pt x="162" y="140"/>
                  </a:lnTo>
                  <a:lnTo>
                    <a:pt x="156" y="142"/>
                  </a:lnTo>
                  <a:lnTo>
                    <a:pt x="156" y="146"/>
                  </a:lnTo>
                  <a:lnTo>
                    <a:pt x="160" y="149"/>
                  </a:lnTo>
                  <a:lnTo>
                    <a:pt x="165" y="154"/>
                  </a:lnTo>
                  <a:lnTo>
                    <a:pt x="171" y="160"/>
                  </a:lnTo>
                  <a:lnTo>
                    <a:pt x="173" y="166"/>
                  </a:lnTo>
                  <a:lnTo>
                    <a:pt x="173" y="173"/>
                  </a:lnTo>
                  <a:lnTo>
                    <a:pt x="171" y="178"/>
                  </a:lnTo>
                  <a:lnTo>
                    <a:pt x="166" y="183"/>
                  </a:lnTo>
                  <a:lnTo>
                    <a:pt x="162" y="186"/>
                  </a:lnTo>
                  <a:lnTo>
                    <a:pt x="156" y="187"/>
                  </a:lnTo>
                  <a:lnTo>
                    <a:pt x="151" y="185"/>
                  </a:lnTo>
                  <a:lnTo>
                    <a:pt x="146" y="181"/>
                  </a:lnTo>
                  <a:lnTo>
                    <a:pt x="139" y="176"/>
                  </a:lnTo>
                  <a:lnTo>
                    <a:pt x="134" y="174"/>
                  </a:lnTo>
                  <a:lnTo>
                    <a:pt x="130" y="175"/>
                  </a:lnTo>
                  <a:lnTo>
                    <a:pt x="128" y="177"/>
                  </a:lnTo>
                  <a:lnTo>
                    <a:pt x="128" y="185"/>
                  </a:lnTo>
                  <a:lnTo>
                    <a:pt x="127" y="189"/>
                  </a:lnTo>
                  <a:lnTo>
                    <a:pt x="125" y="191"/>
                  </a:lnTo>
                  <a:lnTo>
                    <a:pt x="123" y="190"/>
                  </a:lnTo>
                  <a:lnTo>
                    <a:pt x="120" y="187"/>
                  </a:lnTo>
                  <a:lnTo>
                    <a:pt x="114" y="185"/>
                  </a:lnTo>
                  <a:lnTo>
                    <a:pt x="107" y="184"/>
                  </a:lnTo>
                  <a:lnTo>
                    <a:pt x="100" y="183"/>
                  </a:lnTo>
                  <a:lnTo>
                    <a:pt x="96" y="180"/>
                  </a:lnTo>
                  <a:lnTo>
                    <a:pt x="92" y="175"/>
                  </a:lnTo>
                  <a:lnTo>
                    <a:pt x="90" y="174"/>
                  </a:lnTo>
                  <a:lnTo>
                    <a:pt x="89" y="174"/>
                  </a:lnTo>
                  <a:lnTo>
                    <a:pt x="81" y="182"/>
                  </a:lnTo>
                  <a:lnTo>
                    <a:pt x="75" y="186"/>
                  </a:lnTo>
                  <a:lnTo>
                    <a:pt x="70" y="190"/>
                  </a:lnTo>
                  <a:lnTo>
                    <a:pt x="70" y="192"/>
                  </a:lnTo>
                  <a:lnTo>
                    <a:pt x="70" y="195"/>
                  </a:lnTo>
                  <a:lnTo>
                    <a:pt x="74" y="199"/>
                  </a:lnTo>
                  <a:lnTo>
                    <a:pt x="77" y="203"/>
                  </a:lnTo>
                  <a:lnTo>
                    <a:pt x="79" y="208"/>
                  </a:lnTo>
                  <a:lnTo>
                    <a:pt x="79" y="212"/>
                  </a:lnTo>
                  <a:lnTo>
                    <a:pt x="77" y="217"/>
                  </a:lnTo>
                  <a:lnTo>
                    <a:pt x="75" y="221"/>
                  </a:lnTo>
                  <a:lnTo>
                    <a:pt x="68" y="223"/>
                  </a:lnTo>
                  <a:lnTo>
                    <a:pt x="63" y="223"/>
                  </a:lnTo>
                  <a:lnTo>
                    <a:pt x="58" y="219"/>
                  </a:lnTo>
                  <a:lnTo>
                    <a:pt x="45" y="206"/>
                  </a:lnTo>
                  <a:lnTo>
                    <a:pt x="32" y="190"/>
                  </a:lnTo>
                  <a:lnTo>
                    <a:pt x="29" y="183"/>
                  </a:lnTo>
                  <a:lnTo>
                    <a:pt x="28" y="174"/>
                  </a:lnTo>
                  <a:lnTo>
                    <a:pt x="25" y="166"/>
                  </a:lnTo>
                  <a:lnTo>
                    <a:pt x="22" y="159"/>
                  </a:lnTo>
                  <a:lnTo>
                    <a:pt x="19" y="157"/>
                  </a:lnTo>
                  <a:lnTo>
                    <a:pt x="15" y="158"/>
                  </a:lnTo>
                  <a:lnTo>
                    <a:pt x="10" y="160"/>
                  </a:lnTo>
                  <a:lnTo>
                    <a:pt x="2" y="164"/>
                  </a:lnTo>
                  <a:lnTo>
                    <a:pt x="5" y="157"/>
                  </a:lnTo>
                  <a:lnTo>
                    <a:pt x="9" y="149"/>
                  </a:lnTo>
                  <a:lnTo>
                    <a:pt x="12" y="140"/>
                  </a:lnTo>
                  <a:lnTo>
                    <a:pt x="16" y="132"/>
                  </a:lnTo>
                  <a:lnTo>
                    <a:pt x="19" y="127"/>
                  </a:lnTo>
                  <a:lnTo>
                    <a:pt x="24" y="125"/>
                  </a:lnTo>
                  <a:lnTo>
                    <a:pt x="29" y="125"/>
                  </a:lnTo>
                  <a:lnTo>
                    <a:pt x="35" y="126"/>
                  </a:lnTo>
                  <a:lnTo>
                    <a:pt x="39" y="123"/>
                  </a:lnTo>
                  <a:lnTo>
                    <a:pt x="43" y="119"/>
                  </a:lnTo>
                  <a:lnTo>
                    <a:pt x="47" y="113"/>
                  </a:lnTo>
                  <a:lnTo>
                    <a:pt x="51" y="106"/>
                  </a:lnTo>
                  <a:lnTo>
                    <a:pt x="53" y="98"/>
                  </a:lnTo>
                  <a:lnTo>
                    <a:pt x="53" y="90"/>
                  </a:lnTo>
                  <a:lnTo>
                    <a:pt x="49" y="84"/>
                  </a:lnTo>
                  <a:lnTo>
                    <a:pt x="44" y="81"/>
                  </a:lnTo>
                  <a:lnTo>
                    <a:pt x="39" y="79"/>
                  </a:lnTo>
                  <a:lnTo>
                    <a:pt x="34" y="80"/>
                  </a:lnTo>
                  <a:lnTo>
                    <a:pt x="29" y="81"/>
                  </a:lnTo>
                  <a:lnTo>
                    <a:pt x="17" y="79"/>
                  </a:lnTo>
                  <a:lnTo>
                    <a:pt x="12" y="77"/>
                  </a:lnTo>
                  <a:lnTo>
                    <a:pt x="11" y="73"/>
                  </a:lnTo>
                  <a:lnTo>
                    <a:pt x="11" y="69"/>
                  </a:lnTo>
                  <a:lnTo>
                    <a:pt x="14" y="64"/>
                  </a:lnTo>
                  <a:lnTo>
                    <a:pt x="17" y="62"/>
                  </a:lnTo>
                  <a:lnTo>
                    <a:pt x="18" y="58"/>
                  </a:lnTo>
                  <a:lnTo>
                    <a:pt x="16" y="53"/>
                  </a:lnTo>
                  <a:lnTo>
                    <a:pt x="12" y="46"/>
                  </a:lnTo>
                  <a:lnTo>
                    <a:pt x="6" y="39"/>
                  </a:lnTo>
                  <a:lnTo>
                    <a:pt x="6" y="38"/>
                  </a:lnTo>
                  <a:lnTo>
                    <a:pt x="5" y="35"/>
                  </a:lnTo>
                  <a:lnTo>
                    <a:pt x="4" y="33"/>
                  </a:lnTo>
                  <a:lnTo>
                    <a:pt x="2" y="32"/>
                  </a:lnTo>
                  <a:lnTo>
                    <a:pt x="2" y="30"/>
                  </a:lnTo>
                  <a:lnTo>
                    <a:pt x="0" y="29"/>
                  </a:lnTo>
                  <a:lnTo>
                    <a:pt x="1" y="27"/>
                  </a:lnTo>
                  <a:lnTo>
                    <a:pt x="3" y="23"/>
                  </a:lnTo>
                  <a:lnTo>
                    <a:pt x="7" y="19"/>
                  </a:lnTo>
                  <a:lnTo>
                    <a:pt x="11" y="13"/>
                  </a:lnTo>
                  <a:lnTo>
                    <a:pt x="14" y="10"/>
                  </a:lnTo>
                  <a:lnTo>
                    <a:pt x="18" y="10"/>
                  </a:lnTo>
                  <a:lnTo>
                    <a:pt x="22" y="13"/>
                  </a:lnTo>
                  <a:lnTo>
                    <a:pt x="28" y="19"/>
                  </a:lnTo>
                  <a:lnTo>
                    <a:pt x="32" y="25"/>
                  </a:lnTo>
                  <a:lnTo>
                    <a:pt x="36" y="30"/>
                  </a:lnTo>
                  <a:lnTo>
                    <a:pt x="53" y="49"/>
                  </a:lnTo>
                  <a:lnTo>
                    <a:pt x="56" y="53"/>
                  </a:lnTo>
                  <a:lnTo>
                    <a:pt x="62" y="57"/>
                  </a:lnTo>
                  <a:lnTo>
                    <a:pt x="68" y="63"/>
                  </a:lnTo>
                  <a:lnTo>
                    <a:pt x="73" y="66"/>
                  </a:lnTo>
                  <a:lnTo>
                    <a:pt x="76" y="67"/>
                  </a:lnTo>
                  <a:lnTo>
                    <a:pt x="78" y="66"/>
                  </a:lnTo>
                  <a:lnTo>
                    <a:pt x="79" y="66"/>
                  </a:lnTo>
                  <a:lnTo>
                    <a:pt x="83" y="62"/>
                  </a:lnTo>
                  <a:lnTo>
                    <a:pt x="86" y="56"/>
                  </a:lnTo>
                  <a:lnTo>
                    <a:pt x="87" y="50"/>
                  </a:lnTo>
                  <a:lnTo>
                    <a:pt x="88" y="44"/>
                  </a:lnTo>
                  <a:lnTo>
                    <a:pt x="89" y="39"/>
                  </a:lnTo>
                  <a:lnTo>
                    <a:pt x="89" y="35"/>
                  </a:lnTo>
                  <a:lnTo>
                    <a:pt x="90" y="30"/>
                  </a:lnTo>
                  <a:lnTo>
                    <a:pt x="91" y="27"/>
                  </a:lnTo>
                  <a:lnTo>
                    <a:pt x="95" y="23"/>
                  </a:lnTo>
                  <a:lnTo>
                    <a:pt x="98" y="17"/>
                  </a:lnTo>
                  <a:lnTo>
                    <a:pt x="102" y="12"/>
                  </a:lnTo>
                  <a:lnTo>
                    <a:pt x="105" y="8"/>
                  </a:lnTo>
                  <a:lnTo>
                    <a:pt x="112" y="6"/>
                  </a:lnTo>
                  <a:lnTo>
                    <a:pt x="119" y="5"/>
                  </a:lnTo>
                  <a:lnTo>
                    <a:pt x="123" y="4"/>
                  </a:lnTo>
                  <a:lnTo>
                    <a:pt x="124" y="3"/>
                  </a:lnTo>
                  <a:lnTo>
                    <a:pt x="128" y="1"/>
                  </a:lnTo>
                  <a:lnTo>
                    <a:pt x="12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4" name="Freeform 59"/>
            <p:cNvSpPr>
              <a:spLocks/>
            </p:cNvSpPr>
            <p:nvPr/>
          </p:nvSpPr>
          <p:spPr bwMode="auto">
            <a:xfrm>
              <a:off x="2879726" y="1798638"/>
              <a:ext cx="361950" cy="301625"/>
            </a:xfrm>
            <a:custGeom>
              <a:avLst/>
              <a:gdLst/>
              <a:ahLst/>
              <a:cxnLst>
                <a:cxn ang="0">
                  <a:pos x="147" y="2"/>
                </a:cxn>
                <a:cxn ang="0">
                  <a:pos x="162" y="19"/>
                </a:cxn>
                <a:cxn ang="0">
                  <a:pos x="176" y="22"/>
                </a:cxn>
                <a:cxn ang="0">
                  <a:pos x="180" y="37"/>
                </a:cxn>
                <a:cxn ang="0">
                  <a:pos x="198" y="49"/>
                </a:cxn>
                <a:cxn ang="0">
                  <a:pos x="206" y="60"/>
                </a:cxn>
                <a:cxn ang="0">
                  <a:pos x="210" y="75"/>
                </a:cxn>
                <a:cxn ang="0">
                  <a:pos x="221" y="90"/>
                </a:cxn>
                <a:cxn ang="0">
                  <a:pos x="221" y="99"/>
                </a:cxn>
                <a:cxn ang="0">
                  <a:pos x="220" y="107"/>
                </a:cxn>
                <a:cxn ang="0">
                  <a:pos x="225" y="113"/>
                </a:cxn>
                <a:cxn ang="0">
                  <a:pos x="221" y="120"/>
                </a:cxn>
                <a:cxn ang="0">
                  <a:pos x="208" y="124"/>
                </a:cxn>
                <a:cxn ang="0">
                  <a:pos x="186" y="135"/>
                </a:cxn>
                <a:cxn ang="0">
                  <a:pos x="184" y="155"/>
                </a:cxn>
                <a:cxn ang="0">
                  <a:pos x="188" y="175"/>
                </a:cxn>
                <a:cxn ang="0">
                  <a:pos x="171" y="190"/>
                </a:cxn>
                <a:cxn ang="0">
                  <a:pos x="158" y="177"/>
                </a:cxn>
                <a:cxn ang="0">
                  <a:pos x="144" y="179"/>
                </a:cxn>
                <a:cxn ang="0">
                  <a:pos x="135" y="174"/>
                </a:cxn>
                <a:cxn ang="0">
                  <a:pos x="126" y="171"/>
                </a:cxn>
                <a:cxn ang="0">
                  <a:pos x="105" y="182"/>
                </a:cxn>
                <a:cxn ang="0">
                  <a:pos x="90" y="174"/>
                </a:cxn>
                <a:cxn ang="0">
                  <a:pos x="79" y="155"/>
                </a:cxn>
                <a:cxn ang="0">
                  <a:pos x="85" y="133"/>
                </a:cxn>
                <a:cxn ang="0">
                  <a:pos x="83" y="119"/>
                </a:cxn>
                <a:cxn ang="0">
                  <a:pos x="77" y="112"/>
                </a:cxn>
                <a:cxn ang="0">
                  <a:pos x="68" y="114"/>
                </a:cxn>
                <a:cxn ang="0">
                  <a:pos x="36" y="121"/>
                </a:cxn>
                <a:cxn ang="0">
                  <a:pos x="6" y="110"/>
                </a:cxn>
                <a:cxn ang="0">
                  <a:pos x="7" y="105"/>
                </a:cxn>
                <a:cxn ang="0">
                  <a:pos x="7" y="91"/>
                </a:cxn>
                <a:cxn ang="0">
                  <a:pos x="0" y="80"/>
                </a:cxn>
                <a:cxn ang="0">
                  <a:pos x="11" y="70"/>
                </a:cxn>
                <a:cxn ang="0">
                  <a:pos x="22" y="63"/>
                </a:cxn>
                <a:cxn ang="0">
                  <a:pos x="37" y="72"/>
                </a:cxn>
                <a:cxn ang="0">
                  <a:pos x="53" y="78"/>
                </a:cxn>
                <a:cxn ang="0">
                  <a:pos x="58" y="73"/>
                </a:cxn>
                <a:cxn ang="0">
                  <a:pos x="64" y="62"/>
                </a:cxn>
                <a:cxn ang="0">
                  <a:pos x="81" y="73"/>
                </a:cxn>
                <a:cxn ang="0">
                  <a:pos x="96" y="71"/>
                </a:cxn>
                <a:cxn ang="0">
                  <a:pos x="103" y="54"/>
                </a:cxn>
                <a:cxn ang="0">
                  <a:pos x="90" y="37"/>
                </a:cxn>
                <a:cxn ang="0">
                  <a:pos x="92" y="28"/>
                </a:cxn>
                <a:cxn ang="0">
                  <a:pos x="113" y="33"/>
                </a:cxn>
                <a:cxn ang="0">
                  <a:pos x="126" y="37"/>
                </a:cxn>
                <a:cxn ang="0">
                  <a:pos x="137" y="22"/>
                </a:cxn>
                <a:cxn ang="0">
                  <a:pos x="135" y="4"/>
                </a:cxn>
              </a:cxnLst>
              <a:rect l="0" t="0" r="r" b="b"/>
              <a:pathLst>
                <a:path w="228" h="190">
                  <a:moveTo>
                    <a:pt x="139" y="0"/>
                  </a:moveTo>
                  <a:lnTo>
                    <a:pt x="143" y="0"/>
                  </a:lnTo>
                  <a:lnTo>
                    <a:pt x="147" y="2"/>
                  </a:lnTo>
                  <a:lnTo>
                    <a:pt x="153" y="7"/>
                  </a:lnTo>
                  <a:lnTo>
                    <a:pt x="157" y="12"/>
                  </a:lnTo>
                  <a:lnTo>
                    <a:pt x="162" y="19"/>
                  </a:lnTo>
                  <a:lnTo>
                    <a:pt x="168" y="22"/>
                  </a:lnTo>
                  <a:lnTo>
                    <a:pt x="175" y="23"/>
                  </a:lnTo>
                  <a:lnTo>
                    <a:pt x="176" y="22"/>
                  </a:lnTo>
                  <a:lnTo>
                    <a:pt x="177" y="22"/>
                  </a:lnTo>
                  <a:lnTo>
                    <a:pt x="178" y="30"/>
                  </a:lnTo>
                  <a:lnTo>
                    <a:pt x="180" y="37"/>
                  </a:lnTo>
                  <a:lnTo>
                    <a:pt x="185" y="41"/>
                  </a:lnTo>
                  <a:lnTo>
                    <a:pt x="191" y="45"/>
                  </a:lnTo>
                  <a:lnTo>
                    <a:pt x="198" y="49"/>
                  </a:lnTo>
                  <a:lnTo>
                    <a:pt x="203" y="51"/>
                  </a:lnTo>
                  <a:lnTo>
                    <a:pt x="204" y="54"/>
                  </a:lnTo>
                  <a:lnTo>
                    <a:pt x="206" y="60"/>
                  </a:lnTo>
                  <a:lnTo>
                    <a:pt x="206" y="66"/>
                  </a:lnTo>
                  <a:lnTo>
                    <a:pt x="208" y="71"/>
                  </a:lnTo>
                  <a:lnTo>
                    <a:pt x="210" y="75"/>
                  </a:lnTo>
                  <a:lnTo>
                    <a:pt x="213" y="79"/>
                  </a:lnTo>
                  <a:lnTo>
                    <a:pt x="217" y="85"/>
                  </a:lnTo>
                  <a:lnTo>
                    <a:pt x="221" y="90"/>
                  </a:lnTo>
                  <a:lnTo>
                    <a:pt x="222" y="95"/>
                  </a:lnTo>
                  <a:lnTo>
                    <a:pt x="222" y="97"/>
                  </a:lnTo>
                  <a:lnTo>
                    <a:pt x="221" y="99"/>
                  </a:lnTo>
                  <a:lnTo>
                    <a:pt x="221" y="102"/>
                  </a:lnTo>
                  <a:lnTo>
                    <a:pt x="220" y="104"/>
                  </a:lnTo>
                  <a:lnTo>
                    <a:pt x="220" y="107"/>
                  </a:lnTo>
                  <a:lnTo>
                    <a:pt x="221" y="109"/>
                  </a:lnTo>
                  <a:lnTo>
                    <a:pt x="222" y="111"/>
                  </a:lnTo>
                  <a:lnTo>
                    <a:pt x="225" y="113"/>
                  </a:lnTo>
                  <a:lnTo>
                    <a:pt x="228" y="115"/>
                  </a:lnTo>
                  <a:lnTo>
                    <a:pt x="224" y="118"/>
                  </a:lnTo>
                  <a:lnTo>
                    <a:pt x="221" y="120"/>
                  </a:lnTo>
                  <a:lnTo>
                    <a:pt x="220" y="121"/>
                  </a:lnTo>
                  <a:lnTo>
                    <a:pt x="215" y="122"/>
                  </a:lnTo>
                  <a:lnTo>
                    <a:pt x="208" y="124"/>
                  </a:lnTo>
                  <a:lnTo>
                    <a:pt x="200" y="127"/>
                  </a:lnTo>
                  <a:lnTo>
                    <a:pt x="192" y="130"/>
                  </a:lnTo>
                  <a:lnTo>
                    <a:pt x="186" y="135"/>
                  </a:lnTo>
                  <a:lnTo>
                    <a:pt x="183" y="140"/>
                  </a:lnTo>
                  <a:lnTo>
                    <a:pt x="183" y="147"/>
                  </a:lnTo>
                  <a:lnTo>
                    <a:pt x="184" y="155"/>
                  </a:lnTo>
                  <a:lnTo>
                    <a:pt x="186" y="163"/>
                  </a:lnTo>
                  <a:lnTo>
                    <a:pt x="187" y="170"/>
                  </a:lnTo>
                  <a:lnTo>
                    <a:pt x="188" y="175"/>
                  </a:lnTo>
                  <a:lnTo>
                    <a:pt x="186" y="180"/>
                  </a:lnTo>
                  <a:lnTo>
                    <a:pt x="179" y="185"/>
                  </a:lnTo>
                  <a:lnTo>
                    <a:pt x="171" y="190"/>
                  </a:lnTo>
                  <a:lnTo>
                    <a:pt x="170" y="190"/>
                  </a:lnTo>
                  <a:lnTo>
                    <a:pt x="161" y="180"/>
                  </a:lnTo>
                  <a:lnTo>
                    <a:pt x="158" y="177"/>
                  </a:lnTo>
                  <a:lnTo>
                    <a:pt x="155" y="176"/>
                  </a:lnTo>
                  <a:lnTo>
                    <a:pt x="150" y="177"/>
                  </a:lnTo>
                  <a:lnTo>
                    <a:pt x="144" y="179"/>
                  </a:lnTo>
                  <a:lnTo>
                    <a:pt x="139" y="177"/>
                  </a:lnTo>
                  <a:lnTo>
                    <a:pt x="136" y="175"/>
                  </a:lnTo>
                  <a:lnTo>
                    <a:pt x="135" y="174"/>
                  </a:lnTo>
                  <a:lnTo>
                    <a:pt x="133" y="172"/>
                  </a:lnTo>
                  <a:lnTo>
                    <a:pt x="129" y="171"/>
                  </a:lnTo>
                  <a:lnTo>
                    <a:pt x="126" y="171"/>
                  </a:lnTo>
                  <a:lnTo>
                    <a:pt x="121" y="172"/>
                  </a:lnTo>
                  <a:lnTo>
                    <a:pt x="111" y="180"/>
                  </a:lnTo>
                  <a:lnTo>
                    <a:pt x="105" y="182"/>
                  </a:lnTo>
                  <a:lnTo>
                    <a:pt x="101" y="182"/>
                  </a:lnTo>
                  <a:lnTo>
                    <a:pt x="95" y="180"/>
                  </a:lnTo>
                  <a:lnTo>
                    <a:pt x="90" y="174"/>
                  </a:lnTo>
                  <a:lnTo>
                    <a:pt x="85" y="168"/>
                  </a:lnTo>
                  <a:lnTo>
                    <a:pt x="80" y="161"/>
                  </a:lnTo>
                  <a:lnTo>
                    <a:pt x="79" y="155"/>
                  </a:lnTo>
                  <a:lnTo>
                    <a:pt x="80" y="148"/>
                  </a:lnTo>
                  <a:lnTo>
                    <a:pt x="83" y="140"/>
                  </a:lnTo>
                  <a:lnTo>
                    <a:pt x="85" y="133"/>
                  </a:lnTo>
                  <a:lnTo>
                    <a:pt x="86" y="126"/>
                  </a:lnTo>
                  <a:lnTo>
                    <a:pt x="85" y="121"/>
                  </a:lnTo>
                  <a:lnTo>
                    <a:pt x="83" y="119"/>
                  </a:lnTo>
                  <a:lnTo>
                    <a:pt x="81" y="115"/>
                  </a:lnTo>
                  <a:lnTo>
                    <a:pt x="78" y="113"/>
                  </a:lnTo>
                  <a:lnTo>
                    <a:pt x="77" y="112"/>
                  </a:lnTo>
                  <a:lnTo>
                    <a:pt x="74" y="111"/>
                  </a:lnTo>
                  <a:lnTo>
                    <a:pt x="72" y="112"/>
                  </a:lnTo>
                  <a:lnTo>
                    <a:pt x="68" y="114"/>
                  </a:lnTo>
                  <a:lnTo>
                    <a:pt x="51" y="121"/>
                  </a:lnTo>
                  <a:lnTo>
                    <a:pt x="43" y="122"/>
                  </a:lnTo>
                  <a:lnTo>
                    <a:pt x="36" y="121"/>
                  </a:lnTo>
                  <a:lnTo>
                    <a:pt x="28" y="119"/>
                  </a:lnTo>
                  <a:lnTo>
                    <a:pt x="18" y="116"/>
                  </a:lnTo>
                  <a:lnTo>
                    <a:pt x="6" y="110"/>
                  </a:lnTo>
                  <a:lnTo>
                    <a:pt x="5" y="110"/>
                  </a:lnTo>
                  <a:lnTo>
                    <a:pt x="5" y="109"/>
                  </a:lnTo>
                  <a:lnTo>
                    <a:pt x="7" y="105"/>
                  </a:lnTo>
                  <a:lnTo>
                    <a:pt x="9" y="100"/>
                  </a:lnTo>
                  <a:lnTo>
                    <a:pt x="9" y="96"/>
                  </a:lnTo>
                  <a:lnTo>
                    <a:pt x="7" y="91"/>
                  </a:lnTo>
                  <a:lnTo>
                    <a:pt x="4" y="87"/>
                  </a:lnTo>
                  <a:lnTo>
                    <a:pt x="0" y="83"/>
                  </a:lnTo>
                  <a:lnTo>
                    <a:pt x="0" y="80"/>
                  </a:lnTo>
                  <a:lnTo>
                    <a:pt x="0" y="78"/>
                  </a:lnTo>
                  <a:lnTo>
                    <a:pt x="5" y="74"/>
                  </a:lnTo>
                  <a:lnTo>
                    <a:pt x="11" y="70"/>
                  </a:lnTo>
                  <a:lnTo>
                    <a:pt x="19" y="62"/>
                  </a:lnTo>
                  <a:lnTo>
                    <a:pt x="20" y="62"/>
                  </a:lnTo>
                  <a:lnTo>
                    <a:pt x="22" y="63"/>
                  </a:lnTo>
                  <a:lnTo>
                    <a:pt x="26" y="68"/>
                  </a:lnTo>
                  <a:lnTo>
                    <a:pt x="30" y="71"/>
                  </a:lnTo>
                  <a:lnTo>
                    <a:pt x="37" y="72"/>
                  </a:lnTo>
                  <a:lnTo>
                    <a:pt x="44" y="73"/>
                  </a:lnTo>
                  <a:lnTo>
                    <a:pt x="50" y="75"/>
                  </a:lnTo>
                  <a:lnTo>
                    <a:pt x="53" y="78"/>
                  </a:lnTo>
                  <a:lnTo>
                    <a:pt x="55" y="79"/>
                  </a:lnTo>
                  <a:lnTo>
                    <a:pt x="57" y="77"/>
                  </a:lnTo>
                  <a:lnTo>
                    <a:pt x="58" y="73"/>
                  </a:lnTo>
                  <a:lnTo>
                    <a:pt x="58" y="65"/>
                  </a:lnTo>
                  <a:lnTo>
                    <a:pt x="60" y="63"/>
                  </a:lnTo>
                  <a:lnTo>
                    <a:pt x="64" y="62"/>
                  </a:lnTo>
                  <a:lnTo>
                    <a:pt x="69" y="64"/>
                  </a:lnTo>
                  <a:lnTo>
                    <a:pt x="76" y="69"/>
                  </a:lnTo>
                  <a:lnTo>
                    <a:pt x="81" y="73"/>
                  </a:lnTo>
                  <a:lnTo>
                    <a:pt x="86" y="75"/>
                  </a:lnTo>
                  <a:lnTo>
                    <a:pt x="92" y="74"/>
                  </a:lnTo>
                  <a:lnTo>
                    <a:pt x="96" y="71"/>
                  </a:lnTo>
                  <a:lnTo>
                    <a:pt x="101" y="66"/>
                  </a:lnTo>
                  <a:lnTo>
                    <a:pt x="103" y="61"/>
                  </a:lnTo>
                  <a:lnTo>
                    <a:pt x="103" y="54"/>
                  </a:lnTo>
                  <a:lnTo>
                    <a:pt x="101" y="48"/>
                  </a:lnTo>
                  <a:lnTo>
                    <a:pt x="95" y="42"/>
                  </a:lnTo>
                  <a:lnTo>
                    <a:pt x="90" y="37"/>
                  </a:lnTo>
                  <a:lnTo>
                    <a:pt x="86" y="34"/>
                  </a:lnTo>
                  <a:lnTo>
                    <a:pt x="86" y="30"/>
                  </a:lnTo>
                  <a:lnTo>
                    <a:pt x="92" y="28"/>
                  </a:lnTo>
                  <a:lnTo>
                    <a:pt x="99" y="28"/>
                  </a:lnTo>
                  <a:lnTo>
                    <a:pt x="106" y="29"/>
                  </a:lnTo>
                  <a:lnTo>
                    <a:pt x="113" y="33"/>
                  </a:lnTo>
                  <a:lnTo>
                    <a:pt x="119" y="37"/>
                  </a:lnTo>
                  <a:lnTo>
                    <a:pt x="123" y="38"/>
                  </a:lnTo>
                  <a:lnTo>
                    <a:pt x="126" y="37"/>
                  </a:lnTo>
                  <a:lnTo>
                    <a:pt x="128" y="30"/>
                  </a:lnTo>
                  <a:lnTo>
                    <a:pt x="132" y="26"/>
                  </a:lnTo>
                  <a:lnTo>
                    <a:pt x="137" y="22"/>
                  </a:lnTo>
                  <a:lnTo>
                    <a:pt x="139" y="20"/>
                  </a:lnTo>
                  <a:lnTo>
                    <a:pt x="138" y="15"/>
                  </a:lnTo>
                  <a:lnTo>
                    <a:pt x="135" y="4"/>
                  </a:lnTo>
                  <a:lnTo>
                    <a:pt x="13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5" name="Freeform 60"/>
            <p:cNvSpPr>
              <a:spLocks/>
            </p:cNvSpPr>
            <p:nvPr/>
          </p:nvSpPr>
          <p:spPr bwMode="auto">
            <a:xfrm>
              <a:off x="3151188" y="1981200"/>
              <a:ext cx="177800" cy="249238"/>
            </a:xfrm>
            <a:custGeom>
              <a:avLst/>
              <a:gdLst/>
              <a:ahLst/>
              <a:cxnLst>
                <a:cxn ang="0">
                  <a:pos x="63" y="6"/>
                </a:cxn>
                <a:cxn ang="0">
                  <a:pos x="76" y="17"/>
                </a:cxn>
                <a:cxn ang="0">
                  <a:pos x="88" y="28"/>
                </a:cxn>
                <a:cxn ang="0">
                  <a:pos x="94" y="45"/>
                </a:cxn>
                <a:cxn ang="0">
                  <a:pos x="96" y="53"/>
                </a:cxn>
                <a:cxn ang="0">
                  <a:pos x="99" y="54"/>
                </a:cxn>
                <a:cxn ang="0">
                  <a:pos x="102" y="55"/>
                </a:cxn>
                <a:cxn ang="0">
                  <a:pos x="108" y="59"/>
                </a:cxn>
                <a:cxn ang="0">
                  <a:pos x="111" y="72"/>
                </a:cxn>
                <a:cxn ang="0">
                  <a:pos x="109" y="78"/>
                </a:cxn>
                <a:cxn ang="0">
                  <a:pos x="103" y="82"/>
                </a:cxn>
                <a:cxn ang="0">
                  <a:pos x="101" y="87"/>
                </a:cxn>
                <a:cxn ang="0">
                  <a:pos x="99" y="92"/>
                </a:cxn>
                <a:cxn ang="0">
                  <a:pos x="92" y="100"/>
                </a:cxn>
                <a:cxn ang="0">
                  <a:pos x="90" y="108"/>
                </a:cxn>
                <a:cxn ang="0">
                  <a:pos x="92" y="116"/>
                </a:cxn>
                <a:cxn ang="0">
                  <a:pos x="91" y="134"/>
                </a:cxn>
                <a:cxn ang="0">
                  <a:pos x="96" y="155"/>
                </a:cxn>
                <a:cxn ang="0">
                  <a:pos x="91" y="157"/>
                </a:cxn>
                <a:cxn ang="0">
                  <a:pos x="84" y="152"/>
                </a:cxn>
                <a:cxn ang="0">
                  <a:pos x="70" y="151"/>
                </a:cxn>
                <a:cxn ang="0">
                  <a:pos x="56" y="151"/>
                </a:cxn>
                <a:cxn ang="0">
                  <a:pos x="47" y="145"/>
                </a:cxn>
                <a:cxn ang="0">
                  <a:pos x="26" y="133"/>
                </a:cxn>
                <a:cxn ang="0">
                  <a:pos x="17" y="125"/>
                </a:cxn>
                <a:cxn ang="0">
                  <a:pos x="11" y="109"/>
                </a:cxn>
                <a:cxn ang="0">
                  <a:pos x="9" y="97"/>
                </a:cxn>
                <a:cxn ang="0">
                  <a:pos x="0" y="75"/>
                </a:cxn>
                <a:cxn ang="0">
                  <a:pos x="15" y="65"/>
                </a:cxn>
                <a:cxn ang="0">
                  <a:pos x="16" y="55"/>
                </a:cxn>
                <a:cxn ang="0">
                  <a:pos x="13" y="40"/>
                </a:cxn>
                <a:cxn ang="0">
                  <a:pos x="12" y="25"/>
                </a:cxn>
                <a:cxn ang="0">
                  <a:pos x="21" y="15"/>
                </a:cxn>
                <a:cxn ang="0">
                  <a:pos x="37" y="9"/>
                </a:cxn>
                <a:cxn ang="0">
                  <a:pos x="49" y="6"/>
                </a:cxn>
                <a:cxn ang="0">
                  <a:pos x="53" y="3"/>
                </a:cxn>
              </a:cxnLst>
              <a:rect l="0" t="0" r="r" b="b"/>
              <a:pathLst>
                <a:path w="112" h="157">
                  <a:moveTo>
                    <a:pt x="57" y="0"/>
                  </a:moveTo>
                  <a:lnTo>
                    <a:pt x="63" y="6"/>
                  </a:lnTo>
                  <a:lnTo>
                    <a:pt x="70" y="12"/>
                  </a:lnTo>
                  <a:lnTo>
                    <a:pt x="76" y="17"/>
                  </a:lnTo>
                  <a:lnTo>
                    <a:pt x="82" y="22"/>
                  </a:lnTo>
                  <a:lnTo>
                    <a:pt x="88" y="28"/>
                  </a:lnTo>
                  <a:lnTo>
                    <a:pt x="92" y="36"/>
                  </a:lnTo>
                  <a:lnTo>
                    <a:pt x="94" y="45"/>
                  </a:lnTo>
                  <a:lnTo>
                    <a:pt x="96" y="51"/>
                  </a:lnTo>
                  <a:lnTo>
                    <a:pt x="96" y="53"/>
                  </a:lnTo>
                  <a:lnTo>
                    <a:pt x="98" y="54"/>
                  </a:lnTo>
                  <a:lnTo>
                    <a:pt x="99" y="54"/>
                  </a:lnTo>
                  <a:lnTo>
                    <a:pt x="101" y="55"/>
                  </a:lnTo>
                  <a:lnTo>
                    <a:pt x="102" y="55"/>
                  </a:lnTo>
                  <a:lnTo>
                    <a:pt x="104" y="56"/>
                  </a:lnTo>
                  <a:lnTo>
                    <a:pt x="108" y="59"/>
                  </a:lnTo>
                  <a:lnTo>
                    <a:pt x="110" y="67"/>
                  </a:lnTo>
                  <a:lnTo>
                    <a:pt x="111" y="72"/>
                  </a:lnTo>
                  <a:lnTo>
                    <a:pt x="112" y="75"/>
                  </a:lnTo>
                  <a:lnTo>
                    <a:pt x="109" y="78"/>
                  </a:lnTo>
                  <a:lnTo>
                    <a:pt x="106" y="80"/>
                  </a:lnTo>
                  <a:lnTo>
                    <a:pt x="103" y="82"/>
                  </a:lnTo>
                  <a:lnTo>
                    <a:pt x="102" y="85"/>
                  </a:lnTo>
                  <a:lnTo>
                    <a:pt x="101" y="87"/>
                  </a:lnTo>
                  <a:lnTo>
                    <a:pt x="101" y="89"/>
                  </a:lnTo>
                  <a:lnTo>
                    <a:pt x="99" y="92"/>
                  </a:lnTo>
                  <a:lnTo>
                    <a:pt x="96" y="97"/>
                  </a:lnTo>
                  <a:lnTo>
                    <a:pt x="92" y="100"/>
                  </a:lnTo>
                  <a:lnTo>
                    <a:pt x="90" y="104"/>
                  </a:lnTo>
                  <a:lnTo>
                    <a:pt x="90" y="108"/>
                  </a:lnTo>
                  <a:lnTo>
                    <a:pt x="92" y="112"/>
                  </a:lnTo>
                  <a:lnTo>
                    <a:pt x="92" y="116"/>
                  </a:lnTo>
                  <a:lnTo>
                    <a:pt x="90" y="127"/>
                  </a:lnTo>
                  <a:lnTo>
                    <a:pt x="91" y="134"/>
                  </a:lnTo>
                  <a:lnTo>
                    <a:pt x="96" y="149"/>
                  </a:lnTo>
                  <a:lnTo>
                    <a:pt x="96" y="155"/>
                  </a:lnTo>
                  <a:lnTo>
                    <a:pt x="93" y="157"/>
                  </a:lnTo>
                  <a:lnTo>
                    <a:pt x="91" y="157"/>
                  </a:lnTo>
                  <a:lnTo>
                    <a:pt x="87" y="155"/>
                  </a:lnTo>
                  <a:lnTo>
                    <a:pt x="84" y="152"/>
                  </a:lnTo>
                  <a:lnTo>
                    <a:pt x="81" y="151"/>
                  </a:lnTo>
                  <a:lnTo>
                    <a:pt x="70" y="151"/>
                  </a:lnTo>
                  <a:lnTo>
                    <a:pt x="63" y="152"/>
                  </a:lnTo>
                  <a:lnTo>
                    <a:pt x="56" y="151"/>
                  </a:lnTo>
                  <a:lnTo>
                    <a:pt x="51" y="150"/>
                  </a:lnTo>
                  <a:lnTo>
                    <a:pt x="47" y="145"/>
                  </a:lnTo>
                  <a:lnTo>
                    <a:pt x="33" y="136"/>
                  </a:lnTo>
                  <a:lnTo>
                    <a:pt x="26" y="133"/>
                  </a:lnTo>
                  <a:lnTo>
                    <a:pt x="22" y="130"/>
                  </a:lnTo>
                  <a:lnTo>
                    <a:pt x="17" y="125"/>
                  </a:lnTo>
                  <a:lnTo>
                    <a:pt x="11" y="117"/>
                  </a:lnTo>
                  <a:lnTo>
                    <a:pt x="11" y="109"/>
                  </a:lnTo>
                  <a:lnTo>
                    <a:pt x="10" y="104"/>
                  </a:lnTo>
                  <a:lnTo>
                    <a:pt x="9" y="97"/>
                  </a:lnTo>
                  <a:lnTo>
                    <a:pt x="4" y="81"/>
                  </a:lnTo>
                  <a:lnTo>
                    <a:pt x="0" y="75"/>
                  </a:lnTo>
                  <a:lnTo>
                    <a:pt x="8" y="70"/>
                  </a:lnTo>
                  <a:lnTo>
                    <a:pt x="15" y="65"/>
                  </a:lnTo>
                  <a:lnTo>
                    <a:pt x="17" y="60"/>
                  </a:lnTo>
                  <a:lnTo>
                    <a:pt x="16" y="55"/>
                  </a:lnTo>
                  <a:lnTo>
                    <a:pt x="15" y="48"/>
                  </a:lnTo>
                  <a:lnTo>
                    <a:pt x="13" y="40"/>
                  </a:lnTo>
                  <a:lnTo>
                    <a:pt x="12" y="32"/>
                  </a:lnTo>
                  <a:lnTo>
                    <a:pt x="12" y="25"/>
                  </a:lnTo>
                  <a:lnTo>
                    <a:pt x="15" y="20"/>
                  </a:lnTo>
                  <a:lnTo>
                    <a:pt x="21" y="15"/>
                  </a:lnTo>
                  <a:lnTo>
                    <a:pt x="29" y="12"/>
                  </a:lnTo>
                  <a:lnTo>
                    <a:pt x="37" y="9"/>
                  </a:lnTo>
                  <a:lnTo>
                    <a:pt x="44" y="7"/>
                  </a:lnTo>
                  <a:lnTo>
                    <a:pt x="49" y="6"/>
                  </a:lnTo>
                  <a:lnTo>
                    <a:pt x="50" y="5"/>
                  </a:lnTo>
                  <a:lnTo>
                    <a:pt x="53" y="3"/>
                  </a:lnTo>
                  <a:lnTo>
                    <a:pt x="5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6" name="Freeform 61"/>
            <p:cNvSpPr>
              <a:spLocks/>
            </p:cNvSpPr>
            <p:nvPr/>
          </p:nvSpPr>
          <p:spPr bwMode="auto">
            <a:xfrm>
              <a:off x="2665413" y="1870075"/>
              <a:ext cx="565150" cy="468313"/>
            </a:xfrm>
            <a:custGeom>
              <a:avLst/>
              <a:gdLst/>
              <a:ahLst/>
              <a:cxnLst>
                <a:cxn ang="0">
                  <a:pos x="93" y="17"/>
                </a:cxn>
                <a:cxn ang="0">
                  <a:pos x="123" y="62"/>
                </a:cxn>
                <a:cxn ang="0">
                  <a:pos x="141" y="65"/>
                </a:cxn>
                <a:cxn ang="0">
                  <a:pos x="178" y="77"/>
                </a:cxn>
                <a:cxn ang="0">
                  <a:pos x="209" y="66"/>
                </a:cxn>
                <a:cxn ang="0">
                  <a:pos x="218" y="74"/>
                </a:cxn>
                <a:cxn ang="0">
                  <a:pos x="218" y="95"/>
                </a:cxn>
                <a:cxn ang="0">
                  <a:pos x="220" y="123"/>
                </a:cxn>
                <a:cxn ang="0">
                  <a:pos x="240" y="137"/>
                </a:cxn>
                <a:cxn ang="0">
                  <a:pos x="264" y="126"/>
                </a:cxn>
                <a:cxn ang="0">
                  <a:pos x="274" y="132"/>
                </a:cxn>
                <a:cxn ang="0">
                  <a:pos x="293" y="132"/>
                </a:cxn>
                <a:cxn ang="0">
                  <a:pos x="314" y="166"/>
                </a:cxn>
                <a:cxn ang="0">
                  <a:pos x="314" y="203"/>
                </a:cxn>
                <a:cxn ang="0">
                  <a:pos x="337" y="228"/>
                </a:cxn>
                <a:cxn ang="0">
                  <a:pos x="356" y="247"/>
                </a:cxn>
                <a:cxn ang="0">
                  <a:pos x="339" y="262"/>
                </a:cxn>
                <a:cxn ang="0">
                  <a:pos x="312" y="261"/>
                </a:cxn>
                <a:cxn ang="0">
                  <a:pos x="308" y="284"/>
                </a:cxn>
                <a:cxn ang="0">
                  <a:pos x="295" y="295"/>
                </a:cxn>
                <a:cxn ang="0">
                  <a:pos x="268" y="281"/>
                </a:cxn>
                <a:cxn ang="0">
                  <a:pos x="263" y="279"/>
                </a:cxn>
                <a:cxn ang="0">
                  <a:pos x="248" y="271"/>
                </a:cxn>
                <a:cxn ang="0">
                  <a:pos x="239" y="261"/>
                </a:cxn>
                <a:cxn ang="0">
                  <a:pos x="225" y="255"/>
                </a:cxn>
                <a:cxn ang="0">
                  <a:pos x="217" y="247"/>
                </a:cxn>
                <a:cxn ang="0">
                  <a:pos x="212" y="245"/>
                </a:cxn>
                <a:cxn ang="0">
                  <a:pos x="199" y="229"/>
                </a:cxn>
                <a:cxn ang="0">
                  <a:pos x="188" y="221"/>
                </a:cxn>
                <a:cxn ang="0">
                  <a:pos x="169" y="216"/>
                </a:cxn>
                <a:cxn ang="0">
                  <a:pos x="160" y="220"/>
                </a:cxn>
                <a:cxn ang="0">
                  <a:pos x="154" y="228"/>
                </a:cxn>
                <a:cxn ang="0">
                  <a:pos x="143" y="229"/>
                </a:cxn>
                <a:cxn ang="0">
                  <a:pos x="125" y="235"/>
                </a:cxn>
                <a:cxn ang="0">
                  <a:pos x="120" y="239"/>
                </a:cxn>
                <a:cxn ang="0">
                  <a:pos x="112" y="242"/>
                </a:cxn>
                <a:cxn ang="0">
                  <a:pos x="107" y="251"/>
                </a:cxn>
                <a:cxn ang="0">
                  <a:pos x="108" y="256"/>
                </a:cxn>
                <a:cxn ang="0">
                  <a:pos x="101" y="262"/>
                </a:cxn>
                <a:cxn ang="0">
                  <a:pos x="96" y="271"/>
                </a:cxn>
                <a:cxn ang="0">
                  <a:pos x="98" y="278"/>
                </a:cxn>
                <a:cxn ang="0">
                  <a:pos x="84" y="273"/>
                </a:cxn>
                <a:cxn ang="0">
                  <a:pos x="69" y="261"/>
                </a:cxn>
                <a:cxn ang="0">
                  <a:pos x="52" y="254"/>
                </a:cxn>
                <a:cxn ang="0">
                  <a:pos x="44" y="245"/>
                </a:cxn>
                <a:cxn ang="0">
                  <a:pos x="35" y="254"/>
                </a:cxn>
                <a:cxn ang="0">
                  <a:pos x="19" y="245"/>
                </a:cxn>
                <a:cxn ang="0">
                  <a:pos x="0" y="240"/>
                </a:cxn>
                <a:cxn ang="0">
                  <a:pos x="12" y="209"/>
                </a:cxn>
                <a:cxn ang="0">
                  <a:pos x="19" y="204"/>
                </a:cxn>
                <a:cxn ang="0">
                  <a:pos x="17" y="192"/>
                </a:cxn>
                <a:cxn ang="0">
                  <a:pos x="24" y="189"/>
                </a:cxn>
                <a:cxn ang="0">
                  <a:pos x="50" y="195"/>
                </a:cxn>
                <a:cxn ang="0">
                  <a:pos x="42" y="178"/>
                </a:cxn>
                <a:cxn ang="0">
                  <a:pos x="49" y="150"/>
                </a:cxn>
                <a:cxn ang="0">
                  <a:pos x="37" y="127"/>
                </a:cxn>
                <a:cxn ang="0">
                  <a:pos x="52" y="113"/>
                </a:cxn>
                <a:cxn ang="0">
                  <a:pos x="69" y="82"/>
                </a:cxn>
                <a:cxn ang="0">
                  <a:pos x="72" y="38"/>
                </a:cxn>
                <a:cxn ang="0">
                  <a:pos x="66" y="13"/>
                </a:cxn>
                <a:cxn ang="0">
                  <a:pos x="75" y="3"/>
                </a:cxn>
              </a:cxnLst>
              <a:rect l="0" t="0" r="r" b="b"/>
              <a:pathLst>
                <a:path w="356" h="295">
                  <a:moveTo>
                    <a:pt x="84" y="0"/>
                  </a:moveTo>
                  <a:lnTo>
                    <a:pt x="87" y="2"/>
                  </a:lnTo>
                  <a:lnTo>
                    <a:pt x="90" y="9"/>
                  </a:lnTo>
                  <a:lnTo>
                    <a:pt x="93" y="17"/>
                  </a:lnTo>
                  <a:lnTo>
                    <a:pt x="94" y="26"/>
                  </a:lnTo>
                  <a:lnTo>
                    <a:pt x="97" y="33"/>
                  </a:lnTo>
                  <a:lnTo>
                    <a:pt x="110" y="49"/>
                  </a:lnTo>
                  <a:lnTo>
                    <a:pt x="123" y="62"/>
                  </a:lnTo>
                  <a:lnTo>
                    <a:pt x="127" y="66"/>
                  </a:lnTo>
                  <a:lnTo>
                    <a:pt x="131" y="67"/>
                  </a:lnTo>
                  <a:lnTo>
                    <a:pt x="138" y="65"/>
                  </a:lnTo>
                  <a:lnTo>
                    <a:pt x="141" y="65"/>
                  </a:lnTo>
                  <a:lnTo>
                    <a:pt x="153" y="71"/>
                  </a:lnTo>
                  <a:lnTo>
                    <a:pt x="163" y="74"/>
                  </a:lnTo>
                  <a:lnTo>
                    <a:pt x="171" y="76"/>
                  </a:lnTo>
                  <a:lnTo>
                    <a:pt x="178" y="77"/>
                  </a:lnTo>
                  <a:lnTo>
                    <a:pt x="186" y="76"/>
                  </a:lnTo>
                  <a:lnTo>
                    <a:pt x="203" y="69"/>
                  </a:lnTo>
                  <a:lnTo>
                    <a:pt x="207" y="67"/>
                  </a:lnTo>
                  <a:lnTo>
                    <a:pt x="209" y="66"/>
                  </a:lnTo>
                  <a:lnTo>
                    <a:pt x="212" y="67"/>
                  </a:lnTo>
                  <a:lnTo>
                    <a:pt x="213" y="68"/>
                  </a:lnTo>
                  <a:lnTo>
                    <a:pt x="216" y="70"/>
                  </a:lnTo>
                  <a:lnTo>
                    <a:pt x="218" y="74"/>
                  </a:lnTo>
                  <a:lnTo>
                    <a:pt x="220" y="76"/>
                  </a:lnTo>
                  <a:lnTo>
                    <a:pt x="221" y="81"/>
                  </a:lnTo>
                  <a:lnTo>
                    <a:pt x="220" y="88"/>
                  </a:lnTo>
                  <a:lnTo>
                    <a:pt x="218" y="95"/>
                  </a:lnTo>
                  <a:lnTo>
                    <a:pt x="215" y="103"/>
                  </a:lnTo>
                  <a:lnTo>
                    <a:pt x="214" y="110"/>
                  </a:lnTo>
                  <a:lnTo>
                    <a:pt x="215" y="116"/>
                  </a:lnTo>
                  <a:lnTo>
                    <a:pt x="220" y="123"/>
                  </a:lnTo>
                  <a:lnTo>
                    <a:pt x="225" y="129"/>
                  </a:lnTo>
                  <a:lnTo>
                    <a:pt x="230" y="135"/>
                  </a:lnTo>
                  <a:lnTo>
                    <a:pt x="236" y="137"/>
                  </a:lnTo>
                  <a:lnTo>
                    <a:pt x="240" y="137"/>
                  </a:lnTo>
                  <a:lnTo>
                    <a:pt x="246" y="135"/>
                  </a:lnTo>
                  <a:lnTo>
                    <a:pt x="256" y="127"/>
                  </a:lnTo>
                  <a:lnTo>
                    <a:pt x="261" y="126"/>
                  </a:lnTo>
                  <a:lnTo>
                    <a:pt x="264" y="126"/>
                  </a:lnTo>
                  <a:lnTo>
                    <a:pt x="268" y="127"/>
                  </a:lnTo>
                  <a:lnTo>
                    <a:pt x="270" y="129"/>
                  </a:lnTo>
                  <a:lnTo>
                    <a:pt x="271" y="130"/>
                  </a:lnTo>
                  <a:lnTo>
                    <a:pt x="274" y="132"/>
                  </a:lnTo>
                  <a:lnTo>
                    <a:pt x="279" y="134"/>
                  </a:lnTo>
                  <a:lnTo>
                    <a:pt x="285" y="132"/>
                  </a:lnTo>
                  <a:lnTo>
                    <a:pt x="290" y="131"/>
                  </a:lnTo>
                  <a:lnTo>
                    <a:pt x="293" y="132"/>
                  </a:lnTo>
                  <a:lnTo>
                    <a:pt x="296" y="135"/>
                  </a:lnTo>
                  <a:lnTo>
                    <a:pt x="305" y="145"/>
                  </a:lnTo>
                  <a:lnTo>
                    <a:pt x="309" y="150"/>
                  </a:lnTo>
                  <a:lnTo>
                    <a:pt x="314" y="166"/>
                  </a:lnTo>
                  <a:lnTo>
                    <a:pt x="316" y="174"/>
                  </a:lnTo>
                  <a:lnTo>
                    <a:pt x="317" y="179"/>
                  </a:lnTo>
                  <a:lnTo>
                    <a:pt x="317" y="189"/>
                  </a:lnTo>
                  <a:lnTo>
                    <a:pt x="314" y="203"/>
                  </a:lnTo>
                  <a:lnTo>
                    <a:pt x="316" y="208"/>
                  </a:lnTo>
                  <a:lnTo>
                    <a:pt x="322" y="214"/>
                  </a:lnTo>
                  <a:lnTo>
                    <a:pt x="329" y="220"/>
                  </a:lnTo>
                  <a:lnTo>
                    <a:pt x="337" y="228"/>
                  </a:lnTo>
                  <a:lnTo>
                    <a:pt x="345" y="234"/>
                  </a:lnTo>
                  <a:lnTo>
                    <a:pt x="351" y="239"/>
                  </a:lnTo>
                  <a:lnTo>
                    <a:pt x="355" y="243"/>
                  </a:lnTo>
                  <a:lnTo>
                    <a:pt x="356" y="247"/>
                  </a:lnTo>
                  <a:lnTo>
                    <a:pt x="353" y="252"/>
                  </a:lnTo>
                  <a:lnTo>
                    <a:pt x="349" y="256"/>
                  </a:lnTo>
                  <a:lnTo>
                    <a:pt x="344" y="261"/>
                  </a:lnTo>
                  <a:lnTo>
                    <a:pt x="339" y="262"/>
                  </a:lnTo>
                  <a:lnTo>
                    <a:pt x="333" y="263"/>
                  </a:lnTo>
                  <a:lnTo>
                    <a:pt x="325" y="262"/>
                  </a:lnTo>
                  <a:lnTo>
                    <a:pt x="318" y="261"/>
                  </a:lnTo>
                  <a:lnTo>
                    <a:pt x="312" y="261"/>
                  </a:lnTo>
                  <a:lnTo>
                    <a:pt x="308" y="262"/>
                  </a:lnTo>
                  <a:lnTo>
                    <a:pt x="307" y="268"/>
                  </a:lnTo>
                  <a:lnTo>
                    <a:pt x="307" y="275"/>
                  </a:lnTo>
                  <a:lnTo>
                    <a:pt x="308" y="284"/>
                  </a:lnTo>
                  <a:lnTo>
                    <a:pt x="305" y="287"/>
                  </a:lnTo>
                  <a:lnTo>
                    <a:pt x="303" y="290"/>
                  </a:lnTo>
                  <a:lnTo>
                    <a:pt x="299" y="293"/>
                  </a:lnTo>
                  <a:lnTo>
                    <a:pt x="295" y="295"/>
                  </a:lnTo>
                  <a:lnTo>
                    <a:pt x="289" y="294"/>
                  </a:lnTo>
                  <a:lnTo>
                    <a:pt x="279" y="287"/>
                  </a:lnTo>
                  <a:lnTo>
                    <a:pt x="274" y="283"/>
                  </a:lnTo>
                  <a:lnTo>
                    <a:pt x="268" y="281"/>
                  </a:lnTo>
                  <a:lnTo>
                    <a:pt x="269" y="280"/>
                  </a:lnTo>
                  <a:lnTo>
                    <a:pt x="269" y="279"/>
                  </a:lnTo>
                  <a:lnTo>
                    <a:pt x="264" y="279"/>
                  </a:lnTo>
                  <a:lnTo>
                    <a:pt x="263" y="279"/>
                  </a:lnTo>
                  <a:lnTo>
                    <a:pt x="260" y="279"/>
                  </a:lnTo>
                  <a:lnTo>
                    <a:pt x="257" y="278"/>
                  </a:lnTo>
                  <a:lnTo>
                    <a:pt x="254" y="276"/>
                  </a:lnTo>
                  <a:lnTo>
                    <a:pt x="248" y="271"/>
                  </a:lnTo>
                  <a:lnTo>
                    <a:pt x="243" y="268"/>
                  </a:lnTo>
                  <a:lnTo>
                    <a:pt x="240" y="264"/>
                  </a:lnTo>
                  <a:lnTo>
                    <a:pt x="240" y="262"/>
                  </a:lnTo>
                  <a:lnTo>
                    <a:pt x="239" y="261"/>
                  </a:lnTo>
                  <a:lnTo>
                    <a:pt x="237" y="259"/>
                  </a:lnTo>
                  <a:lnTo>
                    <a:pt x="234" y="257"/>
                  </a:lnTo>
                  <a:lnTo>
                    <a:pt x="230" y="256"/>
                  </a:lnTo>
                  <a:lnTo>
                    <a:pt x="225" y="255"/>
                  </a:lnTo>
                  <a:lnTo>
                    <a:pt x="220" y="254"/>
                  </a:lnTo>
                  <a:lnTo>
                    <a:pt x="219" y="251"/>
                  </a:lnTo>
                  <a:lnTo>
                    <a:pt x="219" y="249"/>
                  </a:lnTo>
                  <a:lnTo>
                    <a:pt x="217" y="247"/>
                  </a:lnTo>
                  <a:lnTo>
                    <a:pt x="215" y="247"/>
                  </a:lnTo>
                  <a:lnTo>
                    <a:pt x="214" y="246"/>
                  </a:lnTo>
                  <a:lnTo>
                    <a:pt x="212" y="245"/>
                  </a:lnTo>
                  <a:lnTo>
                    <a:pt x="212" y="245"/>
                  </a:lnTo>
                  <a:lnTo>
                    <a:pt x="209" y="241"/>
                  </a:lnTo>
                  <a:lnTo>
                    <a:pt x="206" y="236"/>
                  </a:lnTo>
                  <a:lnTo>
                    <a:pt x="203" y="231"/>
                  </a:lnTo>
                  <a:lnTo>
                    <a:pt x="199" y="229"/>
                  </a:lnTo>
                  <a:lnTo>
                    <a:pt x="197" y="229"/>
                  </a:lnTo>
                  <a:lnTo>
                    <a:pt x="194" y="226"/>
                  </a:lnTo>
                  <a:lnTo>
                    <a:pt x="192" y="225"/>
                  </a:lnTo>
                  <a:lnTo>
                    <a:pt x="188" y="221"/>
                  </a:lnTo>
                  <a:lnTo>
                    <a:pt x="186" y="221"/>
                  </a:lnTo>
                  <a:lnTo>
                    <a:pt x="181" y="220"/>
                  </a:lnTo>
                  <a:lnTo>
                    <a:pt x="175" y="218"/>
                  </a:lnTo>
                  <a:lnTo>
                    <a:pt x="169" y="216"/>
                  </a:lnTo>
                  <a:lnTo>
                    <a:pt x="164" y="215"/>
                  </a:lnTo>
                  <a:lnTo>
                    <a:pt x="163" y="216"/>
                  </a:lnTo>
                  <a:lnTo>
                    <a:pt x="161" y="217"/>
                  </a:lnTo>
                  <a:lnTo>
                    <a:pt x="160" y="220"/>
                  </a:lnTo>
                  <a:lnTo>
                    <a:pt x="159" y="221"/>
                  </a:lnTo>
                  <a:lnTo>
                    <a:pt x="157" y="224"/>
                  </a:lnTo>
                  <a:lnTo>
                    <a:pt x="155" y="226"/>
                  </a:lnTo>
                  <a:lnTo>
                    <a:pt x="154" y="228"/>
                  </a:lnTo>
                  <a:lnTo>
                    <a:pt x="152" y="228"/>
                  </a:lnTo>
                  <a:lnTo>
                    <a:pt x="147" y="228"/>
                  </a:lnTo>
                  <a:lnTo>
                    <a:pt x="144" y="229"/>
                  </a:lnTo>
                  <a:lnTo>
                    <a:pt x="143" y="229"/>
                  </a:lnTo>
                  <a:lnTo>
                    <a:pt x="137" y="232"/>
                  </a:lnTo>
                  <a:lnTo>
                    <a:pt x="132" y="234"/>
                  </a:lnTo>
                  <a:lnTo>
                    <a:pt x="127" y="235"/>
                  </a:lnTo>
                  <a:lnTo>
                    <a:pt x="125" y="235"/>
                  </a:lnTo>
                  <a:lnTo>
                    <a:pt x="124" y="236"/>
                  </a:lnTo>
                  <a:lnTo>
                    <a:pt x="122" y="237"/>
                  </a:lnTo>
                  <a:lnTo>
                    <a:pt x="121" y="238"/>
                  </a:lnTo>
                  <a:lnTo>
                    <a:pt x="120" y="239"/>
                  </a:lnTo>
                  <a:lnTo>
                    <a:pt x="118" y="240"/>
                  </a:lnTo>
                  <a:lnTo>
                    <a:pt x="117" y="240"/>
                  </a:lnTo>
                  <a:lnTo>
                    <a:pt x="115" y="241"/>
                  </a:lnTo>
                  <a:lnTo>
                    <a:pt x="112" y="242"/>
                  </a:lnTo>
                  <a:lnTo>
                    <a:pt x="110" y="245"/>
                  </a:lnTo>
                  <a:lnTo>
                    <a:pt x="110" y="247"/>
                  </a:lnTo>
                  <a:lnTo>
                    <a:pt x="108" y="249"/>
                  </a:lnTo>
                  <a:lnTo>
                    <a:pt x="107" y="251"/>
                  </a:lnTo>
                  <a:lnTo>
                    <a:pt x="106" y="252"/>
                  </a:lnTo>
                  <a:lnTo>
                    <a:pt x="107" y="254"/>
                  </a:lnTo>
                  <a:lnTo>
                    <a:pt x="107" y="255"/>
                  </a:lnTo>
                  <a:lnTo>
                    <a:pt x="108" y="256"/>
                  </a:lnTo>
                  <a:lnTo>
                    <a:pt x="109" y="258"/>
                  </a:lnTo>
                  <a:lnTo>
                    <a:pt x="107" y="260"/>
                  </a:lnTo>
                  <a:lnTo>
                    <a:pt x="104" y="261"/>
                  </a:lnTo>
                  <a:lnTo>
                    <a:pt x="101" y="262"/>
                  </a:lnTo>
                  <a:lnTo>
                    <a:pt x="98" y="264"/>
                  </a:lnTo>
                  <a:lnTo>
                    <a:pt x="96" y="267"/>
                  </a:lnTo>
                  <a:lnTo>
                    <a:pt x="95" y="269"/>
                  </a:lnTo>
                  <a:lnTo>
                    <a:pt x="96" y="271"/>
                  </a:lnTo>
                  <a:lnTo>
                    <a:pt x="97" y="271"/>
                  </a:lnTo>
                  <a:lnTo>
                    <a:pt x="97" y="273"/>
                  </a:lnTo>
                  <a:lnTo>
                    <a:pt x="98" y="275"/>
                  </a:lnTo>
                  <a:lnTo>
                    <a:pt x="98" y="278"/>
                  </a:lnTo>
                  <a:lnTo>
                    <a:pt x="96" y="279"/>
                  </a:lnTo>
                  <a:lnTo>
                    <a:pt x="93" y="279"/>
                  </a:lnTo>
                  <a:lnTo>
                    <a:pt x="88" y="278"/>
                  </a:lnTo>
                  <a:lnTo>
                    <a:pt x="84" y="273"/>
                  </a:lnTo>
                  <a:lnTo>
                    <a:pt x="79" y="268"/>
                  </a:lnTo>
                  <a:lnTo>
                    <a:pt x="76" y="263"/>
                  </a:lnTo>
                  <a:lnTo>
                    <a:pt x="73" y="261"/>
                  </a:lnTo>
                  <a:lnTo>
                    <a:pt x="69" y="261"/>
                  </a:lnTo>
                  <a:lnTo>
                    <a:pt x="59" y="259"/>
                  </a:lnTo>
                  <a:lnTo>
                    <a:pt x="55" y="257"/>
                  </a:lnTo>
                  <a:lnTo>
                    <a:pt x="54" y="255"/>
                  </a:lnTo>
                  <a:lnTo>
                    <a:pt x="52" y="254"/>
                  </a:lnTo>
                  <a:lnTo>
                    <a:pt x="50" y="251"/>
                  </a:lnTo>
                  <a:lnTo>
                    <a:pt x="49" y="249"/>
                  </a:lnTo>
                  <a:lnTo>
                    <a:pt x="48" y="246"/>
                  </a:lnTo>
                  <a:lnTo>
                    <a:pt x="44" y="245"/>
                  </a:lnTo>
                  <a:lnTo>
                    <a:pt x="43" y="245"/>
                  </a:lnTo>
                  <a:lnTo>
                    <a:pt x="41" y="247"/>
                  </a:lnTo>
                  <a:lnTo>
                    <a:pt x="39" y="250"/>
                  </a:lnTo>
                  <a:lnTo>
                    <a:pt x="35" y="254"/>
                  </a:lnTo>
                  <a:lnTo>
                    <a:pt x="30" y="254"/>
                  </a:lnTo>
                  <a:lnTo>
                    <a:pt x="27" y="251"/>
                  </a:lnTo>
                  <a:lnTo>
                    <a:pt x="24" y="249"/>
                  </a:lnTo>
                  <a:lnTo>
                    <a:pt x="19" y="245"/>
                  </a:lnTo>
                  <a:lnTo>
                    <a:pt x="16" y="244"/>
                  </a:lnTo>
                  <a:lnTo>
                    <a:pt x="8" y="244"/>
                  </a:lnTo>
                  <a:lnTo>
                    <a:pt x="3" y="242"/>
                  </a:lnTo>
                  <a:lnTo>
                    <a:pt x="0" y="240"/>
                  </a:lnTo>
                  <a:lnTo>
                    <a:pt x="3" y="229"/>
                  </a:lnTo>
                  <a:lnTo>
                    <a:pt x="6" y="220"/>
                  </a:lnTo>
                  <a:lnTo>
                    <a:pt x="9" y="212"/>
                  </a:lnTo>
                  <a:lnTo>
                    <a:pt x="12" y="209"/>
                  </a:lnTo>
                  <a:lnTo>
                    <a:pt x="15" y="207"/>
                  </a:lnTo>
                  <a:lnTo>
                    <a:pt x="16" y="206"/>
                  </a:lnTo>
                  <a:lnTo>
                    <a:pt x="18" y="204"/>
                  </a:lnTo>
                  <a:lnTo>
                    <a:pt x="19" y="204"/>
                  </a:lnTo>
                  <a:lnTo>
                    <a:pt x="19" y="198"/>
                  </a:lnTo>
                  <a:lnTo>
                    <a:pt x="18" y="196"/>
                  </a:lnTo>
                  <a:lnTo>
                    <a:pt x="18" y="194"/>
                  </a:lnTo>
                  <a:lnTo>
                    <a:pt x="17" y="192"/>
                  </a:lnTo>
                  <a:lnTo>
                    <a:pt x="17" y="189"/>
                  </a:lnTo>
                  <a:lnTo>
                    <a:pt x="18" y="188"/>
                  </a:lnTo>
                  <a:lnTo>
                    <a:pt x="20" y="188"/>
                  </a:lnTo>
                  <a:lnTo>
                    <a:pt x="24" y="189"/>
                  </a:lnTo>
                  <a:lnTo>
                    <a:pt x="29" y="191"/>
                  </a:lnTo>
                  <a:lnTo>
                    <a:pt x="42" y="195"/>
                  </a:lnTo>
                  <a:lnTo>
                    <a:pt x="47" y="195"/>
                  </a:lnTo>
                  <a:lnTo>
                    <a:pt x="50" y="195"/>
                  </a:lnTo>
                  <a:lnTo>
                    <a:pt x="51" y="193"/>
                  </a:lnTo>
                  <a:lnTo>
                    <a:pt x="50" y="188"/>
                  </a:lnTo>
                  <a:lnTo>
                    <a:pt x="44" y="181"/>
                  </a:lnTo>
                  <a:lnTo>
                    <a:pt x="42" y="178"/>
                  </a:lnTo>
                  <a:lnTo>
                    <a:pt x="44" y="173"/>
                  </a:lnTo>
                  <a:lnTo>
                    <a:pt x="48" y="166"/>
                  </a:lnTo>
                  <a:lnTo>
                    <a:pt x="49" y="157"/>
                  </a:lnTo>
                  <a:lnTo>
                    <a:pt x="49" y="150"/>
                  </a:lnTo>
                  <a:lnTo>
                    <a:pt x="47" y="144"/>
                  </a:lnTo>
                  <a:lnTo>
                    <a:pt x="44" y="140"/>
                  </a:lnTo>
                  <a:lnTo>
                    <a:pt x="40" y="134"/>
                  </a:lnTo>
                  <a:lnTo>
                    <a:pt x="37" y="127"/>
                  </a:lnTo>
                  <a:lnTo>
                    <a:pt x="37" y="123"/>
                  </a:lnTo>
                  <a:lnTo>
                    <a:pt x="40" y="120"/>
                  </a:lnTo>
                  <a:lnTo>
                    <a:pt x="49" y="117"/>
                  </a:lnTo>
                  <a:lnTo>
                    <a:pt x="52" y="113"/>
                  </a:lnTo>
                  <a:lnTo>
                    <a:pt x="54" y="108"/>
                  </a:lnTo>
                  <a:lnTo>
                    <a:pt x="57" y="102"/>
                  </a:lnTo>
                  <a:lnTo>
                    <a:pt x="66" y="89"/>
                  </a:lnTo>
                  <a:lnTo>
                    <a:pt x="69" y="82"/>
                  </a:lnTo>
                  <a:lnTo>
                    <a:pt x="71" y="75"/>
                  </a:lnTo>
                  <a:lnTo>
                    <a:pt x="71" y="62"/>
                  </a:lnTo>
                  <a:lnTo>
                    <a:pt x="72" y="49"/>
                  </a:lnTo>
                  <a:lnTo>
                    <a:pt x="72" y="38"/>
                  </a:lnTo>
                  <a:lnTo>
                    <a:pt x="71" y="32"/>
                  </a:lnTo>
                  <a:lnTo>
                    <a:pt x="68" y="25"/>
                  </a:lnTo>
                  <a:lnTo>
                    <a:pt x="67" y="18"/>
                  </a:lnTo>
                  <a:lnTo>
                    <a:pt x="66" y="13"/>
                  </a:lnTo>
                  <a:lnTo>
                    <a:pt x="67" y="9"/>
                  </a:lnTo>
                  <a:lnTo>
                    <a:pt x="67" y="7"/>
                  </a:lnTo>
                  <a:lnTo>
                    <a:pt x="67" y="7"/>
                  </a:lnTo>
                  <a:lnTo>
                    <a:pt x="75" y="3"/>
                  </a:lnTo>
                  <a:lnTo>
                    <a:pt x="80" y="1"/>
                  </a:lnTo>
                  <a:lnTo>
                    <a:pt x="8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7" name="Freeform 62"/>
            <p:cNvSpPr>
              <a:spLocks/>
            </p:cNvSpPr>
            <p:nvPr/>
          </p:nvSpPr>
          <p:spPr bwMode="auto">
            <a:xfrm>
              <a:off x="3362326" y="2381250"/>
              <a:ext cx="180975" cy="144463"/>
            </a:xfrm>
            <a:custGeom>
              <a:avLst/>
              <a:gdLst/>
              <a:ahLst/>
              <a:cxnLst>
                <a:cxn ang="0">
                  <a:pos x="38" y="0"/>
                </a:cxn>
                <a:cxn ang="0">
                  <a:pos x="44" y="0"/>
                </a:cxn>
                <a:cxn ang="0">
                  <a:pos x="46" y="2"/>
                </a:cxn>
                <a:cxn ang="0">
                  <a:pos x="48" y="3"/>
                </a:cxn>
                <a:cxn ang="0">
                  <a:pos x="51" y="4"/>
                </a:cxn>
                <a:cxn ang="0">
                  <a:pos x="53" y="4"/>
                </a:cxn>
                <a:cxn ang="0">
                  <a:pos x="57" y="3"/>
                </a:cxn>
                <a:cxn ang="0">
                  <a:pos x="66" y="11"/>
                </a:cxn>
                <a:cxn ang="0">
                  <a:pos x="77" y="18"/>
                </a:cxn>
                <a:cxn ang="0">
                  <a:pos x="78" y="25"/>
                </a:cxn>
                <a:cxn ang="0">
                  <a:pos x="78" y="32"/>
                </a:cxn>
                <a:cxn ang="0">
                  <a:pos x="81" y="37"/>
                </a:cxn>
                <a:cxn ang="0">
                  <a:pos x="84" y="39"/>
                </a:cxn>
                <a:cxn ang="0">
                  <a:pos x="89" y="40"/>
                </a:cxn>
                <a:cxn ang="0">
                  <a:pos x="95" y="40"/>
                </a:cxn>
                <a:cxn ang="0">
                  <a:pos x="101" y="39"/>
                </a:cxn>
                <a:cxn ang="0">
                  <a:pos x="104" y="38"/>
                </a:cxn>
                <a:cxn ang="0">
                  <a:pos x="107" y="38"/>
                </a:cxn>
                <a:cxn ang="0">
                  <a:pos x="112" y="41"/>
                </a:cxn>
                <a:cxn ang="0">
                  <a:pos x="114" y="43"/>
                </a:cxn>
                <a:cxn ang="0">
                  <a:pos x="114" y="48"/>
                </a:cxn>
                <a:cxn ang="0">
                  <a:pos x="113" y="55"/>
                </a:cxn>
                <a:cxn ang="0">
                  <a:pos x="112" y="63"/>
                </a:cxn>
                <a:cxn ang="0">
                  <a:pos x="109" y="71"/>
                </a:cxn>
                <a:cxn ang="0">
                  <a:pos x="107" y="77"/>
                </a:cxn>
                <a:cxn ang="0">
                  <a:pos x="106" y="81"/>
                </a:cxn>
                <a:cxn ang="0">
                  <a:pos x="104" y="85"/>
                </a:cxn>
                <a:cxn ang="0">
                  <a:pos x="103" y="91"/>
                </a:cxn>
                <a:cxn ang="0">
                  <a:pos x="95" y="90"/>
                </a:cxn>
                <a:cxn ang="0">
                  <a:pos x="87" y="88"/>
                </a:cxn>
                <a:cxn ang="0">
                  <a:pos x="88" y="85"/>
                </a:cxn>
                <a:cxn ang="0">
                  <a:pos x="90" y="84"/>
                </a:cxn>
                <a:cxn ang="0">
                  <a:pos x="92" y="81"/>
                </a:cxn>
                <a:cxn ang="0">
                  <a:pos x="94" y="77"/>
                </a:cxn>
                <a:cxn ang="0">
                  <a:pos x="93" y="76"/>
                </a:cxn>
                <a:cxn ang="0">
                  <a:pos x="90" y="75"/>
                </a:cxn>
                <a:cxn ang="0">
                  <a:pos x="82" y="72"/>
                </a:cxn>
                <a:cxn ang="0">
                  <a:pos x="79" y="70"/>
                </a:cxn>
                <a:cxn ang="0">
                  <a:pos x="76" y="67"/>
                </a:cxn>
                <a:cxn ang="0">
                  <a:pos x="70" y="63"/>
                </a:cxn>
                <a:cxn ang="0">
                  <a:pos x="61" y="59"/>
                </a:cxn>
                <a:cxn ang="0">
                  <a:pos x="44" y="48"/>
                </a:cxn>
                <a:cxn ang="0">
                  <a:pos x="36" y="43"/>
                </a:cxn>
                <a:cxn ang="0">
                  <a:pos x="30" y="39"/>
                </a:cxn>
                <a:cxn ang="0">
                  <a:pos x="22" y="33"/>
                </a:cxn>
                <a:cxn ang="0">
                  <a:pos x="13" y="25"/>
                </a:cxn>
                <a:cxn ang="0">
                  <a:pos x="5" y="19"/>
                </a:cxn>
                <a:cxn ang="0">
                  <a:pos x="0" y="15"/>
                </a:cxn>
                <a:cxn ang="0">
                  <a:pos x="2" y="12"/>
                </a:cxn>
                <a:cxn ang="0">
                  <a:pos x="3" y="10"/>
                </a:cxn>
                <a:cxn ang="0">
                  <a:pos x="5" y="9"/>
                </a:cxn>
                <a:cxn ang="0">
                  <a:pos x="7" y="9"/>
                </a:cxn>
                <a:cxn ang="0">
                  <a:pos x="10" y="11"/>
                </a:cxn>
                <a:cxn ang="0">
                  <a:pos x="15" y="14"/>
                </a:cxn>
                <a:cxn ang="0">
                  <a:pos x="20" y="18"/>
                </a:cxn>
                <a:cxn ang="0">
                  <a:pos x="25" y="21"/>
                </a:cxn>
                <a:cxn ang="0">
                  <a:pos x="29" y="23"/>
                </a:cxn>
                <a:cxn ang="0">
                  <a:pos x="32" y="22"/>
                </a:cxn>
                <a:cxn ang="0">
                  <a:pos x="34" y="16"/>
                </a:cxn>
                <a:cxn ang="0">
                  <a:pos x="33" y="10"/>
                </a:cxn>
                <a:cxn ang="0">
                  <a:pos x="34" y="5"/>
                </a:cxn>
                <a:cxn ang="0">
                  <a:pos x="36" y="2"/>
                </a:cxn>
                <a:cxn ang="0">
                  <a:pos x="38" y="0"/>
                </a:cxn>
              </a:cxnLst>
              <a:rect l="0" t="0" r="r" b="b"/>
              <a:pathLst>
                <a:path w="114" h="91">
                  <a:moveTo>
                    <a:pt x="38" y="0"/>
                  </a:moveTo>
                  <a:lnTo>
                    <a:pt x="44" y="0"/>
                  </a:lnTo>
                  <a:lnTo>
                    <a:pt x="46" y="2"/>
                  </a:lnTo>
                  <a:lnTo>
                    <a:pt x="48" y="3"/>
                  </a:lnTo>
                  <a:lnTo>
                    <a:pt x="51" y="4"/>
                  </a:lnTo>
                  <a:lnTo>
                    <a:pt x="53" y="4"/>
                  </a:lnTo>
                  <a:lnTo>
                    <a:pt x="57" y="3"/>
                  </a:lnTo>
                  <a:lnTo>
                    <a:pt x="66" y="11"/>
                  </a:lnTo>
                  <a:lnTo>
                    <a:pt x="77" y="18"/>
                  </a:lnTo>
                  <a:lnTo>
                    <a:pt x="78" y="25"/>
                  </a:lnTo>
                  <a:lnTo>
                    <a:pt x="78" y="32"/>
                  </a:lnTo>
                  <a:lnTo>
                    <a:pt x="81" y="37"/>
                  </a:lnTo>
                  <a:lnTo>
                    <a:pt x="84" y="39"/>
                  </a:lnTo>
                  <a:lnTo>
                    <a:pt x="89" y="40"/>
                  </a:lnTo>
                  <a:lnTo>
                    <a:pt x="95" y="40"/>
                  </a:lnTo>
                  <a:lnTo>
                    <a:pt x="101" y="39"/>
                  </a:lnTo>
                  <a:lnTo>
                    <a:pt x="104" y="38"/>
                  </a:lnTo>
                  <a:lnTo>
                    <a:pt x="107" y="38"/>
                  </a:lnTo>
                  <a:lnTo>
                    <a:pt x="112" y="41"/>
                  </a:lnTo>
                  <a:lnTo>
                    <a:pt x="114" y="43"/>
                  </a:lnTo>
                  <a:lnTo>
                    <a:pt x="114" y="48"/>
                  </a:lnTo>
                  <a:lnTo>
                    <a:pt x="113" y="55"/>
                  </a:lnTo>
                  <a:lnTo>
                    <a:pt x="112" y="63"/>
                  </a:lnTo>
                  <a:lnTo>
                    <a:pt x="109" y="71"/>
                  </a:lnTo>
                  <a:lnTo>
                    <a:pt x="107" y="77"/>
                  </a:lnTo>
                  <a:lnTo>
                    <a:pt x="106" y="81"/>
                  </a:lnTo>
                  <a:lnTo>
                    <a:pt x="104" y="85"/>
                  </a:lnTo>
                  <a:lnTo>
                    <a:pt x="103" y="91"/>
                  </a:lnTo>
                  <a:lnTo>
                    <a:pt x="95" y="90"/>
                  </a:lnTo>
                  <a:lnTo>
                    <a:pt x="87" y="88"/>
                  </a:lnTo>
                  <a:lnTo>
                    <a:pt x="88" y="85"/>
                  </a:lnTo>
                  <a:lnTo>
                    <a:pt x="90" y="84"/>
                  </a:lnTo>
                  <a:lnTo>
                    <a:pt x="92" y="81"/>
                  </a:lnTo>
                  <a:lnTo>
                    <a:pt x="94" y="77"/>
                  </a:lnTo>
                  <a:lnTo>
                    <a:pt x="93" y="76"/>
                  </a:lnTo>
                  <a:lnTo>
                    <a:pt x="90" y="75"/>
                  </a:lnTo>
                  <a:lnTo>
                    <a:pt x="82" y="72"/>
                  </a:lnTo>
                  <a:lnTo>
                    <a:pt x="79" y="70"/>
                  </a:lnTo>
                  <a:lnTo>
                    <a:pt x="76" y="67"/>
                  </a:lnTo>
                  <a:lnTo>
                    <a:pt x="70" y="63"/>
                  </a:lnTo>
                  <a:lnTo>
                    <a:pt x="61" y="59"/>
                  </a:lnTo>
                  <a:lnTo>
                    <a:pt x="44" y="48"/>
                  </a:lnTo>
                  <a:lnTo>
                    <a:pt x="36" y="43"/>
                  </a:lnTo>
                  <a:lnTo>
                    <a:pt x="30" y="39"/>
                  </a:lnTo>
                  <a:lnTo>
                    <a:pt x="22" y="33"/>
                  </a:lnTo>
                  <a:lnTo>
                    <a:pt x="13" y="25"/>
                  </a:lnTo>
                  <a:lnTo>
                    <a:pt x="5" y="19"/>
                  </a:lnTo>
                  <a:lnTo>
                    <a:pt x="0" y="15"/>
                  </a:lnTo>
                  <a:lnTo>
                    <a:pt x="2" y="12"/>
                  </a:lnTo>
                  <a:lnTo>
                    <a:pt x="3" y="10"/>
                  </a:lnTo>
                  <a:lnTo>
                    <a:pt x="5" y="9"/>
                  </a:lnTo>
                  <a:lnTo>
                    <a:pt x="7" y="9"/>
                  </a:lnTo>
                  <a:lnTo>
                    <a:pt x="10" y="11"/>
                  </a:lnTo>
                  <a:lnTo>
                    <a:pt x="15" y="14"/>
                  </a:lnTo>
                  <a:lnTo>
                    <a:pt x="20" y="18"/>
                  </a:lnTo>
                  <a:lnTo>
                    <a:pt x="25" y="21"/>
                  </a:lnTo>
                  <a:lnTo>
                    <a:pt x="29" y="23"/>
                  </a:lnTo>
                  <a:lnTo>
                    <a:pt x="32" y="22"/>
                  </a:lnTo>
                  <a:lnTo>
                    <a:pt x="34" y="16"/>
                  </a:lnTo>
                  <a:lnTo>
                    <a:pt x="33" y="10"/>
                  </a:lnTo>
                  <a:lnTo>
                    <a:pt x="34" y="5"/>
                  </a:lnTo>
                  <a:lnTo>
                    <a:pt x="36" y="2"/>
                  </a:lnTo>
                  <a:lnTo>
                    <a:pt x="3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8" name="Freeform 63"/>
            <p:cNvSpPr>
              <a:spLocks/>
            </p:cNvSpPr>
            <p:nvPr/>
          </p:nvSpPr>
          <p:spPr bwMode="auto">
            <a:xfrm>
              <a:off x="3440113" y="2300288"/>
              <a:ext cx="115888" cy="109538"/>
            </a:xfrm>
            <a:custGeom>
              <a:avLst/>
              <a:gdLst/>
              <a:ahLst/>
              <a:cxnLst>
                <a:cxn ang="0">
                  <a:pos x="21" y="0"/>
                </a:cxn>
                <a:cxn ang="0">
                  <a:pos x="27" y="0"/>
                </a:cxn>
                <a:cxn ang="0">
                  <a:pos x="31" y="1"/>
                </a:cxn>
                <a:cxn ang="0">
                  <a:pos x="37" y="2"/>
                </a:cxn>
                <a:cxn ang="0">
                  <a:pos x="45" y="3"/>
                </a:cxn>
                <a:cxn ang="0">
                  <a:pos x="46" y="5"/>
                </a:cxn>
                <a:cxn ang="0">
                  <a:pos x="55" y="12"/>
                </a:cxn>
                <a:cxn ang="0">
                  <a:pos x="64" y="19"/>
                </a:cxn>
                <a:cxn ang="0">
                  <a:pos x="72" y="26"/>
                </a:cxn>
                <a:cxn ang="0">
                  <a:pos x="73" y="31"/>
                </a:cxn>
                <a:cxn ang="0">
                  <a:pos x="73" y="35"/>
                </a:cxn>
                <a:cxn ang="0">
                  <a:pos x="72" y="42"/>
                </a:cxn>
                <a:cxn ang="0">
                  <a:pos x="64" y="41"/>
                </a:cxn>
                <a:cxn ang="0">
                  <a:pos x="52" y="41"/>
                </a:cxn>
                <a:cxn ang="0">
                  <a:pos x="48" y="42"/>
                </a:cxn>
                <a:cxn ang="0">
                  <a:pos x="47" y="44"/>
                </a:cxn>
                <a:cxn ang="0">
                  <a:pos x="46" y="49"/>
                </a:cxn>
                <a:cxn ang="0">
                  <a:pos x="46" y="54"/>
                </a:cxn>
                <a:cxn ang="0">
                  <a:pos x="44" y="58"/>
                </a:cxn>
                <a:cxn ang="0">
                  <a:pos x="41" y="58"/>
                </a:cxn>
                <a:cxn ang="0">
                  <a:pos x="38" y="56"/>
                </a:cxn>
                <a:cxn ang="0">
                  <a:pos x="36" y="54"/>
                </a:cxn>
                <a:cxn ang="0">
                  <a:pos x="32" y="52"/>
                </a:cxn>
                <a:cxn ang="0">
                  <a:pos x="31" y="52"/>
                </a:cxn>
                <a:cxn ang="0">
                  <a:pos x="29" y="55"/>
                </a:cxn>
                <a:cxn ang="0">
                  <a:pos x="29" y="59"/>
                </a:cxn>
                <a:cxn ang="0">
                  <a:pos x="28" y="67"/>
                </a:cxn>
                <a:cxn ang="0">
                  <a:pos x="28" y="69"/>
                </a:cxn>
                <a:cxn ang="0">
                  <a:pos x="17" y="62"/>
                </a:cxn>
                <a:cxn ang="0">
                  <a:pos x="8" y="54"/>
                </a:cxn>
                <a:cxn ang="0">
                  <a:pos x="3" y="45"/>
                </a:cxn>
                <a:cxn ang="0">
                  <a:pos x="0" y="35"/>
                </a:cxn>
                <a:cxn ang="0">
                  <a:pos x="0" y="17"/>
                </a:cxn>
                <a:cxn ang="0">
                  <a:pos x="2" y="9"/>
                </a:cxn>
                <a:cxn ang="0">
                  <a:pos x="4" y="7"/>
                </a:cxn>
                <a:cxn ang="0">
                  <a:pos x="6" y="7"/>
                </a:cxn>
                <a:cxn ang="0">
                  <a:pos x="8" y="8"/>
                </a:cxn>
                <a:cxn ang="0">
                  <a:pos x="8" y="9"/>
                </a:cxn>
                <a:cxn ang="0">
                  <a:pos x="10" y="11"/>
                </a:cxn>
                <a:cxn ang="0">
                  <a:pos x="12" y="11"/>
                </a:cxn>
                <a:cxn ang="0">
                  <a:pos x="14" y="8"/>
                </a:cxn>
                <a:cxn ang="0">
                  <a:pos x="17" y="7"/>
                </a:cxn>
                <a:cxn ang="0">
                  <a:pos x="18" y="4"/>
                </a:cxn>
                <a:cxn ang="0">
                  <a:pos x="20" y="3"/>
                </a:cxn>
                <a:cxn ang="0">
                  <a:pos x="21" y="1"/>
                </a:cxn>
                <a:cxn ang="0">
                  <a:pos x="21" y="0"/>
                </a:cxn>
              </a:cxnLst>
              <a:rect l="0" t="0" r="r" b="b"/>
              <a:pathLst>
                <a:path w="73" h="69">
                  <a:moveTo>
                    <a:pt x="21" y="0"/>
                  </a:moveTo>
                  <a:lnTo>
                    <a:pt x="27" y="0"/>
                  </a:lnTo>
                  <a:lnTo>
                    <a:pt x="31" y="1"/>
                  </a:lnTo>
                  <a:lnTo>
                    <a:pt x="37" y="2"/>
                  </a:lnTo>
                  <a:lnTo>
                    <a:pt x="45" y="3"/>
                  </a:lnTo>
                  <a:lnTo>
                    <a:pt x="46" y="5"/>
                  </a:lnTo>
                  <a:lnTo>
                    <a:pt x="55" y="12"/>
                  </a:lnTo>
                  <a:lnTo>
                    <a:pt x="64" y="19"/>
                  </a:lnTo>
                  <a:lnTo>
                    <a:pt x="72" y="26"/>
                  </a:lnTo>
                  <a:lnTo>
                    <a:pt x="73" y="31"/>
                  </a:lnTo>
                  <a:lnTo>
                    <a:pt x="73" y="35"/>
                  </a:lnTo>
                  <a:lnTo>
                    <a:pt x="72" y="42"/>
                  </a:lnTo>
                  <a:lnTo>
                    <a:pt x="64" y="41"/>
                  </a:lnTo>
                  <a:lnTo>
                    <a:pt x="52" y="41"/>
                  </a:lnTo>
                  <a:lnTo>
                    <a:pt x="48" y="42"/>
                  </a:lnTo>
                  <a:lnTo>
                    <a:pt x="47" y="44"/>
                  </a:lnTo>
                  <a:lnTo>
                    <a:pt x="46" y="49"/>
                  </a:lnTo>
                  <a:lnTo>
                    <a:pt x="46" y="54"/>
                  </a:lnTo>
                  <a:lnTo>
                    <a:pt x="44" y="58"/>
                  </a:lnTo>
                  <a:lnTo>
                    <a:pt x="41" y="58"/>
                  </a:lnTo>
                  <a:lnTo>
                    <a:pt x="38" y="56"/>
                  </a:lnTo>
                  <a:lnTo>
                    <a:pt x="36" y="54"/>
                  </a:lnTo>
                  <a:lnTo>
                    <a:pt x="32" y="52"/>
                  </a:lnTo>
                  <a:lnTo>
                    <a:pt x="31" y="52"/>
                  </a:lnTo>
                  <a:lnTo>
                    <a:pt x="29" y="55"/>
                  </a:lnTo>
                  <a:lnTo>
                    <a:pt x="29" y="59"/>
                  </a:lnTo>
                  <a:lnTo>
                    <a:pt x="28" y="67"/>
                  </a:lnTo>
                  <a:lnTo>
                    <a:pt x="28" y="69"/>
                  </a:lnTo>
                  <a:lnTo>
                    <a:pt x="17" y="62"/>
                  </a:lnTo>
                  <a:lnTo>
                    <a:pt x="8" y="54"/>
                  </a:lnTo>
                  <a:lnTo>
                    <a:pt x="3" y="45"/>
                  </a:lnTo>
                  <a:lnTo>
                    <a:pt x="0" y="35"/>
                  </a:lnTo>
                  <a:lnTo>
                    <a:pt x="0" y="17"/>
                  </a:lnTo>
                  <a:lnTo>
                    <a:pt x="2" y="9"/>
                  </a:lnTo>
                  <a:lnTo>
                    <a:pt x="4" y="7"/>
                  </a:lnTo>
                  <a:lnTo>
                    <a:pt x="6" y="7"/>
                  </a:lnTo>
                  <a:lnTo>
                    <a:pt x="8" y="8"/>
                  </a:lnTo>
                  <a:lnTo>
                    <a:pt x="8" y="9"/>
                  </a:lnTo>
                  <a:lnTo>
                    <a:pt x="10" y="11"/>
                  </a:lnTo>
                  <a:lnTo>
                    <a:pt x="12" y="11"/>
                  </a:lnTo>
                  <a:lnTo>
                    <a:pt x="14" y="8"/>
                  </a:lnTo>
                  <a:lnTo>
                    <a:pt x="17" y="7"/>
                  </a:lnTo>
                  <a:lnTo>
                    <a:pt x="18" y="4"/>
                  </a:lnTo>
                  <a:lnTo>
                    <a:pt x="20" y="3"/>
                  </a:lnTo>
                  <a:lnTo>
                    <a:pt x="21" y="1"/>
                  </a:lnTo>
                  <a:lnTo>
                    <a:pt x="2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79" name="Freeform 64"/>
            <p:cNvSpPr>
              <a:spLocks/>
            </p:cNvSpPr>
            <p:nvPr/>
          </p:nvSpPr>
          <p:spPr bwMode="auto">
            <a:xfrm>
              <a:off x="3419476" y="2090738"/>
              <a:ext cx="88900" cy="149225"/>
            </a:xfrm>
            <a:custGeom>
              <a:avLst/>
              <a:gdLst/>
              <a:ahLst/>
              <a:cxnLst>
                <a:cxn ang="0">
                  <a:pos x="7" y="0"/>
                </a:cxn>
                <a:cxn ang="0">
                  <a:pos x="21" y="0"/>
                </a:cxn>
                <a:cxn ang="0">
                  <a:pos x="28" y="3"/>
                </a:cxn>
                <a:cxn ang="0">
                  <a:pos x="35" y="8"/>
                </a:cxn>
                <a:cxn ang="0">
                  <a:pos x="42" y="14"/>
                </a:cxn>
                <a:cxn ang="0">
                  <a:pos x="44" y="19"/>
                </a:cxn>
                <a:cxn ang="0">
                  <a:pos x="42" y="23"/>
                </a:cxn>
                <a:cxn ang="0">
                  <a:pos x="39" y="28"/>
                </a:cxn>
                <a:cxn ang="0">
                  <a:pos x="36" y="32"/>
                </a:cxn>
                <a:cxn ang="0">
                  <a:pos x="34" y="37"/>
                </a:cxn>
                <a:cxn ang="0">
                  <a:pos x="36" y="43"/>
                </a:cxn>
                <a:cxn ang="0">
                  <a:pos x="47" y="56"/>
                </a:cxn>
                <a:cxn ang="0">
                  <a:pos x="53" y="62"/>
                </a:cxn>
                <a:cxn ang="0">
                  <a:pos x="54" y="64"/>
                </a:cxn>
                <a:cxn ang="0">
                  <a:pos x="55" y="66"/>
                </a:cxn>
                <a:cxn ang="0">
                  <a:pos x="56" y="69"/>
                </a:cxn>
                <a:cxn ang="0">
                  <a:pos x="56" y="72"/>
                </a:cxn>
                <a:cxn ang="0">
                  <a:pos x="48" y="73"/>
                </a:cxn>
                <a:cxn ang="0">
                  <a:pos x="42" y="75"/>
                </a:cxn>
                <a:cxn ang="0">
                  <a:pos x="38" y="78"/>
                </a:cxn>
                <a:cxn ang="0">
                  <a:pos x="34" y="87"/>
                </a:cxn>
                <a:cxn ang="0">
                  <a:pos x="31" y="94"/>
                </a:cxn>
                <a:cxn ang="0">
                  <a:pos x="28" y="91"/>
                </a:cxn>
                <a:cxn ang="0">
                  <a:pos x="25" y="89"/>
                </a:cxn>
                <a:cxn ang="0">
                  <a:pos x="21" y="87"/>
                </a:cxn>
                <a:cxn ang="0">
                  <a:pos x="15" y="84"/>
                </a:cxn>
                <a:cxn ang="0">
                  <a:pos x="8" y="80"/>
                </a:cxn>
                <a:cxn ang="0">
                  <a:pos x="2" y="76"/>
                </a:cxn>
                <a:cxn ang="0">
                  <a:pos x="0" y="72"/>
                </a:cxn>
                <a:cxn ang="0">
                  <a:pos x="0" y="67"/>
                </a:cxn>
                <a:cxn ang="0">
                  <a:pos x="3" y="61"/>
                </a:cxn>
                <a:cxn ang="0">
                  <a:pos x="8" y="53"/>
                </a:cxn>
                <a:cxn ang="0">
                  <a:pos x="10" y="46"/>
                </a:cxn>
                <a:cxn ang="0">
                  <a:pos x="10" y="38"/>
                </a:cxn>
                <a:cxn ang="0">
                  <a:pos x="9" y="30"/>
                </a:cxn>
                <a:cxn ang="0">
                  <a:pos x="8" y="20"/>
                </a:cxn>
                <a:cxn ang="0">
                  <a:pos x="8" y="9"/>
                </a:cxn>
                <a:cxn ang="0">
                  <a:pos x="7" y="0"/>
                </a:cxn>
              </a:cxnLst>
              <a:rect l="0" t="0" r="r" b="b"/>
              <a:pathLst>
                <a:path w="56" h="94">
                  <a:moveTo>
                    <a:pt x="7" y="0"/>
                  </a:moveTo>
                  <a:lnTo>
                    <a:pt x="21" y="0"/>
                  </a:lnTo>
                  <a:lnTo>
                    <a:pt x="28" y="3"/>
                  </a:lnTo>
                  <a:lnTo>
                    <a:pt x="35" y="8"/>
                  </a:lnTo>
                  <a:lnTo>
                    <a:pt x="42" y="14"/>
                  </a:lnTo>
                  <a:lnTo>
                    <a:pt x="44" y="19"/>
                  </a:lnTo>
                  <a:lnTo>
                    <a:pt x="42" y="23"/>
                  </a:lnTo>
                  <a:lnTo>
                    <a:pt x="39" y="28"/>
                  </a:lnTo>
                  <a:lnTo>
                    <a:pt x="36" y="32"/>
                  </a:lnTo>
                  <a:lnTo>
                    <a:pt x="34" y="37"/>
                  </a:lnTo>
                  <a:lnTo>
                    <a:pt x="36" y="43"/>
                  </a:lnTo>
                  <a:lnTo>
                    <a:pt x="47" y="56"/>
                  </a:lnTo>
                  <a:lnTo>
                    <a:pt x="53" y="62"/>
                  </a:lnTo>
                  <a:lnTo>
                    <a:pt x="54" y="64"/>
                  </a:lnTo>
                  <a:lnTo>
                    <a:pt x="55" y="66"/>
                  </a:lnTo>
                  <a:lnTo>
                    <a:pt x="56" y="69"/>
                  </a:lnTo>
                  <a:lnTo>
                    <a:pt x="56" y="72"/>
                  </a:lnTo>
                  <a:lnTo>
                    <a:pt x="48" y="73"/>
                  </a:lnTo>
                  <a:lnTo>
                    <a:pt x="42" y="75"/>
                  </a:lnTo>
                  <a:lnTo>
                    <a:pt x="38" y="78"/>
                  </a:lnTo>
                  <a:lnTo>
                    <a:pt x="34" y="87"/>
                  </a:lnTo>
                  <a:lnTo>
                    <a:pt x="31" y="94"/>
                  </a:lnTo>
                  <a:lnTo>
                    <a:pt x="28" y="91"/>
                  </a:lnTo>
                  <a:lnTo>
                    <a:pt x="25" y="89"/>
                  </a:lnTo>
                  <a:lnTo>
                    <a:pt x="21" y="87"/>
                  </a:lnTo>
                  <a:lnTo>
                    <a:pt x="15" y="84"/>
                  </a:lnTo>
                  <a:lnTo>
                    <a:pt x="8" y="80"/>
                  </a:lnTo>
                  <a:lnTo>
                    <a:pt x="2" y="76"/>
                  </a:lnTo>
                  <a:lnTo>
                    <a:pt x="0" y="72"/>
                  </a:lnTo>
                  <a:lnTo>
                    <a:pt x="0" y="67"/>
                  </a:lnTo>
                  <a:lnTo>
                    <a:pt x="3" y="61"/>
                  </a:lnTo>
                  <a:lnTo>
                    <a:pt x="8" y="53"/>
                  </a:lnTo>
                  <a:lnTo>
                    <a:pt x="10" y="46"/>
                  </a:lnTo>
                  <a:lnTo>
                    <a:pt x="10" y="38"/>
                  </a:lnTo>
                  <a:lnTo>
                    <a:pt x="9" y="30"/>
                  </a:lnTo>
                  <a:lnTo>
                    <a:pt x="8" y="20"/>
                  </a:lnTo>
                  <a:lnTo>
                    <a:pt x="8" y="9"/>
                  </a:lnTo>
                  <a:lnTo>
                    <a:pt x="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0" name="Freeform 65"/>
            <p:cNvSpPr>
              <a:spLocks/>
            </p:cNvSpPr>
            <p:nvPr/>
          </p:nvSpPr>
          <p:spPr bwMode="auto">
            <a:xfrm>
              <a:off x="2360613" y="1635125"/>
              <a:ext cx="492125" cy="615950"/>
            </a:xfrm>
            <a:custGeom>
              <a:avLst/>
              <a:gdLst/>
              <a:ahLst/>
              <a:cxnLst>
                <a:cxn ang="0">
                  <a:pos x="234" y="9"/>
                </a:cxn>
                <a:cxn ang="0">
                  <a:pos x="245" y="33"/>
                </a:cxn>
                <a:cxn ang="0">
                  <a:pos x="258" y="38"/>
                </a:cxn>
                <a:cxn ang="0">
                  <a:pos x="269" y="37"/>
                </a:cxn>
                <a:cxn ang="0">
                  <a:pos x="268" y="60"/>
                </a:cxn>
                <a:cxn ang="0">
                  <a:pos x="291" y="71"/>
                </a:cxn>
                <a:cxn ang="0">
                  <a:pos x="310" y="89"/>
                </a:cxn>
                <a:cxn ang="0">
                  <a:pos x="292" y="117"/>
                </a:cxn>
                <a:cxn ang="0">
                  <a:pos x="269" y="132"/>
                </a:cxn>
                <a:cxn ang="0">
                  <a:pos x="259" y="166"/>
                </a:cxn>
                <a:cxn ang="0">
                  <a:pos x="263" y="210"/>
                </a:cxn>
                <a:cxn ang="0">
                  <a:pos x="246" y="256"/>
                </a:cxn>
                <a:cxn ang="0">
                  <a:pos x="229" y="275"/>
                </a:cxn>
                <a:cxn ang="0">
                  <a:pos x="241" y="305"/>
                </a:cxn>
                <a:cxn ang="0">
                  <a:pos x="242" y="336"/>
                </a:cxn>
                <a:cxn ang="0">
                  <a:pos x="221" y="339"/>
                </a:cxn>
                <a:cxn ang="0">
                  <a:pos x="209" y="340"/>
                </a:cxn>
                <a:cxn ang="0">
                  <a:pos x="210" y="352"/>
                </a:cxn>
                <a:cxn ang="0">
                  <a:pos x="198" y="368"/>
                </a:cxn>
                <a:cxn ang="0">
                  <a:pos x="186" y="388"/>
                </a:cxn>
                <a:cxn ang="0">
                  <a:pos x="170" y="368"/>
                </a:cxn>
                <a:cxn ang="0">
                  <a:pos x="163" y="346"/>
                </a:cxn>
                <a:cxn ang="0">
                  <a:pos x="149" y="342"/>
                </a:cxn>
                <a:cxn ang="0">
                  <a:pos x="136" y="321"/>
                </a:cxn>
                <a:cxn ang="0">
                  <a:pos x="140" y="313"/>
                </a:cxn>
                <a:cxn ang="0">
                  <a:pos x="128" y="306"/>
                </a:cxn>
                <a:cxn ang="0">
                  <a:pos x="130" y="300"/>
                </a:cxn>
                <a:cxn ang="0">
                  <a:pos x="134" y="283"/>
                </a:cxn>
                <a:cxn ang="0">
                  <a:pos x="145" y="266"/>
                </a:cxn>
                <a:cxn ang="0">
                  <a:pos x="132" y="267"/>
                </a:cxn>
                <a:cxn ang="0">
                  <a:pos x="155" y="224"/>
                </a:cxn>
                <a:cxn ang="0">
                  <a:pos x="136" y="214"/>
                </a:cxn>
                <a:cxn ang="0">
                  <a:pos x="126" y="190"/>
                </a:cxn>
                <a:cxn ang="0">
                  <a:pos x="119" y="192"/>
                </a:cxn>
                <a:cxn ang="0">
                  <a:pos x="119" y="214"/>
                </a:cxn>
                <a:cxn ang="0">
                  <a:pos x="100" y="225"/>
                </a:cxn>
                <a:cxn ang="0">
                  <a:pos x="89" y="214"/>
                </a:cxn>
                <a:cxn ang="0">
                  <a:pos x="85" y="182"/>
                </a:cxn>
                <a:cxn ang="0">
                  <a:pos x="78" y="170"/>
                </a:cxn>
                <a:cxn ang="0">
                  <a:pos x="57" y="156"/>
                </a:cxn>
                <a:cxn ang="0">
                  <a:pos x="61" y="148"/>
                </a:cxn>
                <a:cxn ang="0">
                  <a:pos x="47" y="131"/>
                </a:cxn>
                <a:cxn ang="0">
                  <a:pos x="23" y="110"/>
                </a:cxn>
                <a:cxn ang="0">
                  <a:pos x="13" y="103"/>
                </a:cxn>
                <a:cxn ang="0">
                  <a:pos x="4" y="93"/>
                </a:cxn>
                <a:cxn ang="0">
                  <a:pos x="1" y="72"/>
                </a:cxn>
                <a:cxn ang="0">
                  <a:pos x="17" y="66"/>
                </a:cxn>
                <a:cxn ang="0">
                  <a:pos x="26" y="52"/>
                </a:cxn>
                <a:cxn ang="0">
                  <a:pos x="45" y="34"/>
                </a:cxn>
                <a:cxn ang="0">
                  <a:pos x="47" y="28"/>
                </a:cxn>
                <a:cxn ang="0">
                  <a:pos x="48" y="20"/>
                </a:cxn>
                <a:cxn ang="0">
                  <a:pos x="56" y="5"/>
                </a:cxn>
                <a:cxn ang="0">
                  <a:pos x="71" y="12"/>
                </a:cxn>
                <a:cxn ang="0">
                  <a:pos x="82" y="15"/>
                </a:cxn>
                <a:cxn ang="0">
                  <a:pos x="113" y="27"/>
                </a:cxn>
                <a:cxn ang="0">
                  <a:pos x="131" y="37"/>
                </a:cxn>
                <a:cxn ang="0">
                  <a:pos x="144" y="58"/>
                </a:cxn>
                <a:cxn ang="0">
                  <a:pos x="160" y="70"/>
                </a:cxn>
                <a:cxn ang="0">
                  <a:pos x="167" y="61"/>
                </a:cxn>
                <a:cxn ang="0">
                  <a:pos x="187" y="47"/>
                </a:cxn>
                <a:cxn ang="0">
                  <a:pos x="199" y="30"/>
                </a:cxn>
                <a:cxn ang="0">
                  <a:pos x="218" y="1"/>
                </a:cxn>
              </a:cxnLst>
              <a:rect l="0" t="0" r="r" b="b"/>
              <a:pathLst>
                <a:path w="310" h="388">
                  <a:moveTo>
                    <a:pt x="220" y="0"/>
                  </a:moveTo>
                  <a:lnTo>
                    <a:pt x="223" y="0"/>
                  </a:lnTo>
                  <a:lnTo>
                    <a:pt x="228" y="2"/>
                  </a:lnTo>
                  <a:lnTo>
                    <a:pt x="232" y="4"/>
                  </a:lnTo>
                  <a:lnTo>
                    <a:pt x="234" y="9"/>
                  </a:lnTo>
                  <a:lnTo>
                    <a:pt x="235" y="13"/>
                  </a:lnTo>
                  <a:lnTo>
                    <a:pt x="234" y="19"/>
                  </a:lnTo>
                  <a:lnTo>
                    <a:pt x="236" y="23"/>
                  </a:lnTo>
                  <a:lnTo>
                    <a:pt x="241" y="29"/>
                  </a:lnTo>
                  <a:lnTo>
                    <a:pt x="245" y="33"/>
                  </a:lnTo>
                  <a:lnTo>
                    <a:pt x="248" y="37"/>
                  </a:lnTo>
                  <a:lnTo>
                    <a:pt x="249" y="38"/>
                  </a:lnTo>
                  <a:lnTo>
                    <a:pt x="251" y="40"/>
                  </a:lnTo>
                  <a:lnTo>
                    <a:pt x="254" y="42"/>
                  </a:lnTo>
                  <a:lnTo>
                    <a:pt x="258" y="38"/>
                  </a:lnTo>
                  <a:lnTo>
                    <a:pt x="259" y="38"/>
                  </a:lnTo>
                  <a:lnTo>
                    <a:pt x="261" y="36"/>
                  </a:lnTo>
                  <a:lnTo>
                    <a:pt x="263" y="32"/>
                  </a:lnTo>
                  <a:lnTo>
                    <a:pt x="263" y="30"/>
                  </a:lnTo>
                  <a:lnTo>
                    <a:pt x="269" y="37"/>
                  </a:lnTo>
                  <a:lnTo>
                    <a:pt x="273" y="44"/>
                  </a:lnTo>
                  <a:lnTo>
                    <a:pt x="275" y="49"/>
                  </a:lnTo>
                  <a:lnTo>
                    <a:pt x="274" y="53"/>
                  </a:lnTo>
                  <a:lnTo>
                    <a:pt x="271" y="55"/>
                  </a:lnTo>
                  <a:lnTo>
                    <a:pt x="268" y="60"/>
                  </a:lnTo>
                  <a:lnTo>
                    <a:pt x="268" y="64"/>
                  </a:lnTo>
                  <a:lnTo>
                    <a:pt x="269" y="68"/>
                  </a:lnTo>
                  <a:lnTo>
                    <a:pt x="274" y="70"/>
                  </a:lnTo>
                  <a:lnTo>
                    <a:pt x="286" y="72"/>
                  </a:lnTo>
                  <a:lnTo>
                    <a:pt x="291" y="71"/>
                  </a:lnTo>
                  <a:lnTo>
                    <a:pt x="296" y="70"/>
                  </a:lnTo>
                  <a:lnTo>
                    <a:pt x="301" y="72"/>
                  </a:lnTo>
                  <a:lnTo>
                    <a:pt x="306" y="75"/>
                  </a:lnTo>
                  <a:lnTo>
                    <a:pt x="310" y="81"/>
                  </a:lnTo>
                  <a:lnTo>
                    <a:pt x="310" y="89"/>
                  </a:lnTo>
                  <a:lnTo>
                    <a:pt x="308" y="97"/>
                  </a:lnTo>
                  <a:lnTo>
                    <a:pt x="304" y="104"/>
                  </a:lnTo>
                  <a:lnTo>
                    <a:pt x="300" y="110"/>
                  </a:lnTo>
                  <a:lnTo>
                    <a:pt x="296" y="114"/>
                  </a:lnTo>
                  <a:lnTo>
                    <a:pt x="292" y="117"/>
                  </a:lnTo>
                  <a:lnTo>
                    <a:pt x="286" y="116"/>
                  </a:lnTo>
                  <a:lnTo>
                    <a:pt x="281" y="116"/>
                  </a:lnTo>
                  <a:lnTo>
                    <a:pt x="276" y="118"/>
                  </a:lnTo>
                  <a:lnTo>
                    <a:pt x="273" y="123"/>
                  </a:lnTo>
                  <a:lnTo>
                    <a:pt x="269" y="132"/>
                  </a:lnTo>
                  <a:lnTo>
                    <a:pt x="265" y="141"/>
                  </a:lnTo>
                  <a:lnTo>
                    <a:pt x="261" y="150"/>
                  </a:lnTo>
                  <a:lnTo>
                    <a:pt x="259" y="157"/>
                  </a:lnTo>
                  <a:lnTo>
                    <a:pt x="258" y="161"/>
                  </a:lnTo>
                  <a:lnTo>
                    <a:pt x="259" y="166"/>
                  </a:lnTo>
                  <a:lnTo>
                    <a:pt x="260" y="173"/>
                  </a:lnTo>
                  <a:lnTo>
                    <a:pt x="263" y="180"/>
                  </a:lnTo>
                  <a:lnTo>
                    <a:pt x="264" y="186"/>
                  </a:lnTo>
                  <a:lnTo>
                    <a:pt x="264" y="197"/>
                  </a:lnTo>
                  <a:lnTo>
                    <a:pt x="263" y="210"/>
                  </a:lnTo>
                  <a:lnTo>
                    <a:pt x="263" y="223"/>
                  </a:lnTo>
                  <a:lnTo>
                    <a:pt x="261" y="230"/>
                  </a:lnTo>
                  <a:lnTo>
                    <a:pt x="258" y="237"/>
                  </a:lnTo>
                  <a:lnTo>
                    <a:pt x="249" y="250"/>
                  </a:lnTo>
                  <a:lnTo>
                    <a:pt x="246" y="256"/>
                  </a:lnTo>
                  <a:lnTo>
                    <a:pt x="244" y="261"/>
                  </a:lnTo>
                  <a:lnTo>
                    <a:pt x="241" y="265"/>
                  </a:lnTo>
                  <a:lnTo>
                    <a:pt x="232" y="268"/>
                  </a:lnTo>
                  <a:lnTo>
                    <a:pt x="229" y="271"/>
                  </a:lnTo>
                  <a:lnTo>
                    <a:pt x="229" y="275"/>
                  </a:lnTo>
                  <a:lnTo>
                    <a:pt x="232" y="282"/>
                  </a:lnTo>
                  <a:lnTo>
                    <a:pt x="236" y="288"/>
                  </a:lnTo>
                  <a:lnTo>
                    <a:pt x="239" y="292"/>
                  </a:lnTo>
                  <a:lnTo>
                    <a:pt x="241" y="298"/>
                  </a:lnTo>
                  <a:lnTo>
                    <a:pt x="241" y="305"/>
                  </a:lnTo>
                  <a:lnTo>
                    <a:pt x="240" y="314"/>
                  </a:lnTo>
                  <a:lnTo>
                    <a:pt x="236" y="321"/>
                  </a:lnTo>
                  <a:lnTo>
                    <a:pt x="234" y="326"/>
                  </a:lnTo>
                  <a:lnTo>
                    <a:pt x="236" y="329"/>
                  </a:lnTo>
                  <a:lnTo>
                    <a:pt x="242" y="336"/>
                  </a:lnTo>
                  <a:lnTo>
                    <a:pt x="243" y="341"/>
                  </a:lnTo>
                  <a:lnTo>
                    <a:pt x="242" y="343"/>
                  </a:lnTo>
                  <a:lnTo>
                    <a:pt x="239" y="343"/>
                  </a:lnTo>
                  <a:lnTo>
                    <a:pt x="234" y="343"/>
                  </a:lnTo>
                  <a:lnTo>
                    <a:pt x="221" y="339"/>
                  </a:lnTo>
                  <a:lnTo>
                    <a:pt x="216" y="337"/>
                  </a:lnTo>
                  <a:lnTo>
                    <a:pt x="212" y="336"/>
                  </a:lnTo>
                  <a:lnTo>
                    <a:pt x="210" y="336"/>
                  </a:lnTo>
                  <a:lnTo>
                    <a:pt x="209" y="337"/>
                  </a:lnTo>
                  <a:lnTo>
                    <a:pt x="209" y="340"/>
                  </a:lnTo>
                  <a:lnTo>
                    <a:pt x="210" y="342"/>
                  </a:lnTo>
                  <a:lnTo>
                    <a:pt x="210" y="344"/>
                  </a:lnTo>
                  <a:lnTo>
                    <a:pt x="211" y="346"/>
                  </a:lnTo>
                  <a:lnTo>
                    <a:pt x="211" y="352"/>
                  </a:lnTo>
                  <a:lnTo>
                    <a:pt x="210" y="352"/>
                  </a:lnTo>
                  <a:lnTo>
                    <a:pt x="208" y="354"/>
                  </a:lnTo>
                  <a:lnTo>
                    <a:pt x="207" y="355"/>
                  </a:lnTo>
                  <a:lnTo>
                    <a:pt x="204" y="357"/>
                  </a:lnTo>
                  <a:lnTo>
                    <a:pt x="201" y="360"/>
                  </a:lnTo>
                  <a:lnTo>
                    <a:pt x="198" y="368"/>
                  </a:lnTo>
                  <a:lnTo>
                    <a:pt x="195" y="377"/>
                  </a:lnTo>
                  <a:lnTo>
                    <a:pt x="192" y="388"/>
                  </a:lnTo>
                  <a:lnTo>
                    <a:pt x="191" y="387"/>
                  </a:lnTo>
                  <a:lnTo>
                    <a:pt x="188" y="387"/>
                  </a:lnTo>
                  <a:lnTo>
                    <a:pt x="186" y="388"/>
                  </a:lnTo>
                  <a:lnTo>
                    <a:pt x="183" y="388"/>
                  </a:lnTo>
                  <a:lnTo>
                    <a:pt x="180" y="386"/>
                  </a:lnTo>
                  <a:lnTo>
                    <a:pt x="177" y="383"/>
                  </a:lnTo>
                  <a:lnTo>
                    <a:pt x="174" y="376"/>
                  </a:lnTo>
                  <a:lnTo>
                    <a:pt x="170" y="368"/>
                  </a:lnTo>
                  <a:lnTo>
                    <a:pt x="167" y="362"/>
                  </a:lnTo>
                  <a:lnTo>
                    <a:pt x="165" y="357"/>
                  </a:lnTo>
                  <a:lnTo>
                    <a:pt x="164" y="354"/>
                  </a:lnTo>
                  <a:lnTo>
                    <a:pt x="163" y="352"/>
                  </a:lnTo>
                  <a:lnTo>
                    <a:pt x="163" y="346"/>
                  </a:lnTo>
                  <a:lnTo>
                    <a:pt x="159" y="344"/>
                  </a:lnTo>
                  <a:lnTo>
                    <a:pt x="153" y="344"/>
                  </a:lnTo>
                  <a:lnTo>
                    <a:pt x="151" y="343"/>
                  </a:lnTo>
                  <a:lnTo>
                    <a:pt x="150" y="343"/>
                  </a:lnTo>
                  <a:lnTo>
                    <a:pt x="149" y="342"/>
                  </a:lnTo>
                  <a:lnTo>
                    <a:pt x="149" y="335"/>
                  </a:lnTo>
                  <a:lnTo>
                    <a:pt x="146" y="329"/>
                  </a:lnTo>
                  <a:lnTo>
                    <a:pt x="142" y="326"/>
                  </a:lnTo>
                  <a:lnTo>
                    <a:pt x="139" y="324"/>
                  </a:lnTo>
                  <a:lnTo>
                    <a:pt x="136" y="321"/>
                  </a:lnTo>
                  <a:lnTo>
                    <a:pt x="136" y="319"/>
                  </a:lnTo>
                  <a:lnTo>
                    <a:pt x="137" y="317"/>
                  </a:lnTo>
                  <a:lnTo>
                    <a:pt x="139" y="317"/>
                  </a:lnTo>
                  <a:lnTo>
                    <a:pt x="139" y="315"/>
                  </a:lnTo>
                  <a:lnTo>
                    <a:pt x="140" y="313"/>
                  </a:lnTo>
                  <a:lnTo>
                    <a:pt x="139" y="311"/>
                  </a:lnTo>
                  <a:lnTo>
                    <a:pt x="138" y="310"/>
                  </a:lnTo>
                  <a:lnTo>
                    <a:pt x="135" y="309"/>
                  </a:lnTo>
                  <a:lnTo>
                    <a:pt x="130" y="307"/>
                  </a:lnTo>
                  <a:lnTo>
                    <a:pt x="128" y="306"/>
                  </a:lnTo>
                  <a:lnTo>
                    <a:pt x="124" y="306"/>
                  </a:lnTo>
                  <a:lnTo>
                    <a:pt x="123" y="305"/>
                  </a:lnTo>
                  <a:lnTo>
                    <a:pt x="123" y="304"/>
                  </a:lnTo>
                  <a:lnTo>
                    <a:pt x="126" y="300"/>
                  </a:lnTo>
                  <a:lnTo>
                    <a:pt x="130" y="300"/>
                  </a:lnTo>
                  <a:lnTo>
                    <a:pt x="133" y="299"/>
                  </a:lnTo>
                  <a:lnTo>
                    <a:pt x="134" y="297"/>
                  </a:lnTo>
                  <a:lnTo>
                    <a:pt x="135" y="292"/>
                  </a:lnTo>
                  <a:lnTo>
                    <a:pt x="134" y="288"/>
                  </a:lnTo>
                  <a:lnTo>
                    <a:pt x="134" y="283"/>
                  </a:lnTo>
                  <a:lnTo>
                    <a:pt x="135" y="279"/>
                  </a:lnTo>
                  <a:lnTo>
                    <a:pt x="143" y="271"/>
                  </a:lnTo>
                  <a:lnTo>
                    <a:pt x="144" y="269"/>
                  </a:lnTo>
                  <a:lnTo>
                    <a:pt x="145" y="268"/>
                  </a:lnTo>
                  <a:lnTo>
                    <a:pt x="145" y="266"/>
                  </a:lnTo>
                  <a:lnTo>
                    <a:pt x="141" y="266"/>
                  </a:lnTo>
                  <a:lnTo>
                    <a:pt x="140" y="267"/>
                  </a:lnTo>
                  <a:lnTo>
                    <a:pt x="137" y="267"/>
                  </a:lnTo>
                  <a:lnTo>
                    <a:pt x="130" y="271"/>
                  </a:lnTo>
                  <a:lnTo>
                    <a:pt x="132" y="267"/>
                  </a:lnTo>
                  <a:lnTo>
                    <a:pt x="149" y="249"/>
                  </a:lnTo>
                  <a:lnTo>
                    <a:pt x="152" y="245"/>
                  </a:lnTo>
                  <a:lnTo>
                    <a:pt x="154" y="241"/>
                  </a:lnTo>
                  <a:lnTo>
                    <a:pt x="155" y="233"/>
                  </a:lnTo>
                  <a:lnTo>
                    <a:pt x="155" y="224"/>
                  </a:lnTo>
                  <a:lnTo>
                    <a:pt x="154" y="216"/>
                  </a:lnTo>
                  <a:lnTo>
                    <a:pt x="152" y="213"/>
                  </a:lnTo>
                  <a:lnTo>
                    <a:pt x="148" y="212"/>
                  </a:lnTo>
                  <a:lnTo>
                    <a:pt x="142" y="213"/>
                  </a:lnTo>
                  <a:lnTo>
                    <a:pt x="136" y="214"/>
                  </a:lnTo>
                  <a:lnTo>
                    <a:pt x="133" y="212"/>
                  </a:lnTo>
                  <a:lnTo>
                    <a:pt x="131" y="207"/>
                  </a:lnTo>
                  <a:lnTo>
                    <a:pt x="129" y="200"/>
                  </a:lnTo>
                  <a:lnTo>
                    <a:pt x="127" y="194"/>
                  </a:lnTo>
                  <a:lnTo>
                    <a:pt x="126" y="190"/>
                  </a:lnTo>
                  <a:lnTo>
                    <a:pt x="125" y="188"/>
                  </a:lnTo>
                  <a:lnTo>
                    <a:pt x="124" y="187"/>
                  </a:lnTo>
                  <a:lnTo>
                    <a:pt x="123" y="187"/>
                  </a:lnTo>
                  <a:lnTo>
                    <a:pt x="120" y="190"/>
                  </a:lnTo>
                  <a:lnTo>
                    <a:pt x="119" y="192"/>
                  </a:lnTo>
                  <a:lnTo>
                    <a:pt x="119" y="197"/>
                  </a:lnTo>
                  <a:lnTo>
                    <a:pt x="120" y="202"/>
                  </a:lnTo>
                  <a:lnTo>
                    <a:pt x="121" y="207"/>
                  </a:lnTo>
                  <a:lnTo>
                    <a:pt x="121" y="211"/>
                  </a:lnTo>
                  <a:lnTo>
                    <a:pt x="119" y="214"/>
                  </a:lnTo>
                  <a:lnTo>
                    <a:pt x="113" y="217"/>
                  </a:lnTo>
                  <a:lnTo>
                    <a:pt x="108" y="222"/>
                  </a:lnTo>
                  <a:lnTo>
                    <a:pt x="105" y="224"/>
                  </a:lnTo>
                  <a:lnTo>
                    <a:pt x="103" y="224"/>
                  </a:lnTo>
                  <a:lnTo>
                    <a:pt x="100" y="225"/>
                  </a:lnTo>
                  <a:lnTo>
                    <a:pt x="97" y="224"/>
                  </a:lnTo>
                  <a:lnTo>
                    <a:pt x="94" y="224"/>
                  </a:lnTo>
                  <a:lnTo>
                    <a:pt x="92" y="223"/>
                  </a:lnTo>
                  <a:lnTo>
                    <a:pt x="91" y="220"/>
                  </a:lnTo>
                  <a:lnTo>
                    <a:pt x="89" y="214"/>
                  </a:lnTo>
                  <a:lnTo>
                    <a:pt x="89" y="207"/>
                  </a:lnTo>
                  <a:lnTo>
                    <a:pt x="90" y="202"/>
                  </a:lnTo>
                  <a:lnTo>
                    <a:pt x="89" y="196"/>
                  </a:lnTo>
                  <a:lnTo>
                    <a:pt x="88" y="189"/>
                  </a:lnTo>
                  <a:lnTo>
                    <a:pt x="85" y="182"/>
                  </a:lnTo>
                  <a:lnTo>
                    <a:pt x="83" y="177"/>
                  </a:lnTo>
                  <a:lnTo>
                    <a:pt x="82" y="175"/>
                  </a:lnTo>
                  <a:lnTo>
                    <a:pt x="82" y="174"/>
                  </a:lnTo>
                  <a:lnTo>
                    <a:pt x="80" y="171"/>
                  </a:lnTo>
                  <a:lnTo>
                    <a:pt x="78" y="170"/>
                  </a:lnTo>
                  <a:lnTo>
                    <a:pt x="74" y="169"/>
                  </a:lnTo>
                  <a:lnTo>
                    <a:pt x="67" y="166"/>
                  </a:lnTo>
                  <a:lnTo>
                    <a:pt x="61" y="162"/>
                  </a:lnTo>
                  <a:lnTo>
                    <a:pt x="57" y="158"/>
                  </a:lnTo>
                  <a:lnTo>
                    <a:pt x="57" y="156"/>
                  </a:lnTo>
                  <a:lnTo>
                    <a:pt x="58" y="155"/>
                  </a:lnTo>
                  <a:lnTo>
                    <a:pt x="62" y="153"/>
                  </a:lnTo>
                  <a:lnTo>
                    <a:pt x="63" y="151"/>
                  </a:lnTo>
                  <a:lnTo>
                    <a:pt x="63" y="149"/>
                  </a:lnTo>
                  <a:lnTo>
                    <a:pt x="61" y="148"/>
                  </a:lnTo>
                  <a:lnTo>
                    <a:pt x="55" y="145"/>
                  </a:lnTo>
                  <a:lnTo>
                    <a:pt x="54" y="143"/>
                  </a:lnTo>
                  <a:lnTo>
                    <a:pt x="51" y="141"/>
                  </a:lnTo>
                  <a:lnTo>
                    <a:pt x="49" y="136"/>
                  </a:lnTo>
                  <a:lnTo>
                    <a:pt x="47" y="131"/>
                  </a:lnTo>
                  <a:lnTo>
                    <a:pt x="41" y="124"/>
                  </a:lnTo>
                  <a:lnTo>
                    <a:pt x="35" y="119"/>
                  </a:lnTo>
                  <a:lnTo>
                    <a:pt x="32" y="117"/>
                  </a:lnTo>
                  <a:lnTo>
                    <a:pt x="26" y="111"/>
                  </a:lnTo>
                  <a:lnTo>
                    <a:pt x="23" y="110"/>
                  </a:lnTo>
                  <a:lnTo>
                    <a:pt x="20" y="109"/>
                  </a:lnTo>
                  <a:lnTo>
                    <a:pt x="18" y="108"/>
                  </a:lnTo>
                  <a:lnTo>
                    <a:pt x="16" y="106"/>
                  </a:lnTo>
                  <a:lnTo>
                    <a:pt x="15" y="105"/>
                  </a:lnTo>
                  <a:lnTo>
                    <a:pt x="13" y="103"/>
                  </a:lnTo>
                  <a:lnTo>
                    <a:pt x="13" y="101"/>
                  </a:lnTo>
                  <a:lnTo>
                    <a:pt x="9" y="99"/>
                  </a:lnTo>
                  <a:lnTo>
                    <a:pt x="7" y="97"/>
                  </a:lnTo>
                  <a:lnTo>
                    <a:pt x="5" y="97"/>
                  </a:lnTo>
                  <a:lnTo>
                    <a:pt x="4" y="93"/>
                  </a:lnTo>
                  <a:lnTo>
                    <a:pt x="2" y="88"/>
                  </a:lnTo>
                  <a:lnTo>
                    <a:pt x="1" y="81"/>
                  </a:lnTo>
                  <a:lnTo>
                    <a:pt x="0" y="77"/>
                  </a:lnTo>
                  <a:lnTo>
                    <a:pt x="0" y="72"/>
                  </a:lnTo>
                  <a:lnTo>
                    <a:pt x="1" y="72"/>
                  </a:lnTo>
                  <a:lnTo>
                    <a:pt x="3" y="71"/>
                  </a:lnTo>
                  <a:lnTo>
                    <a:pt x="15" y="71"/>
                  </a:lnTo>
                  <a:lnTo>
                    <a:pt x="16" y="70"/>
                  </a:lnTo>
                  <a:lnTo>
                    <a:pt x="16" y="68"/>
                  </a:lnTo>
                  <a:lnTo>
                    <a:pt x="17" y="66"/>
                  </a:lnTo>
                  <a:lnTo>
                    <a:pt x="17" y="64"/>
                  </a:lnTo>
                  <a:lnTo>
                    <a:pt x="18" y="62"/>
                  </a:lnTo>
                  <a:lnTo>
                    <a:pt x="19" y="60"/>
                  </a:lnTo>
                  <a:lnTo>
                    <a:pt x="21" y="58"/>
                  </a:lnTo>
                  <a:lnTo>
                    <a:pt x="26" y="52"/>
                  </a:lnTo>
                  <a:lnTo>
                    <a:pt x="32" y="45"/>
                  </a:lnTo>
                  <a:lnTo>
                    <a:pt x="38" y="38"/>
                  </a:lnTo>
                  <a:lnTo>
                    <a:pt x="40" y="37"/>
                  </a:lnTo>
                  <a:lnTo>
                    <a:pt x="42" y="35"/>
                  </a:lnTo>
                  <a:lnTo>
                    <a:pt x="45" y="34"/>
                  </a:lnTo>
                  <a:lnTo>
                    <a:pt x="47" y="33"/>
                  </a:lnTo>
                  <a:lnTo>
                    <a:pt x="47" y="33"/>
                  </a:lnTo>
                  <a:lnTo>
                    <a:pt x="49" y="31"/>
                  </a:lnTo>
                  <a:lnTo>
                    <a:pt x="48" y="30"/>
                  </a:lnTo>
                  <a:lnTo>
                    <a:pt x="47" y="28"/>
                  </a:lnTo>
                  <a:lnTo>
                    <a:pt x="45" y="27"/>
                  </a:lnTo>
                  <a:lnTo>
                    <a:pt x="42" y="24"/>
                  </a:lnTo>
                  <a:lnTo>
                    <a:pt x="43" y="23"/>
                  </a:lnTo>
                  <a:lnTo>
                    <a:pt x="45" y="22"/>
                  </a:lnTo>
                  <a:lnTo>
                    <a:pt x="48" y="20"/>
                  </a:lnTo>
                  <a:lnTo>
                    <a:pt x="50" y="16"/>
                  </a:lnTo>
                  <a:lnTo>
                    <a:pt x="54" y="11"/>
                  </a:lnTo>
                  <a:lnTo>
                    <a:pt x="55" y="10"/>
                  </a:lnTo>
                  <a:lnTo>
                    <a:pt x="56" y="6"/>
                  </a:lnTo>
                  <a:lnTo>
                    <a:pt x="56" y="5"/>
                  </a:lnTo>
                  <a:lnTo>
                    <a:pt x="59" y="3"/>
                  </a:lnTo>
                  <a:lnTo>
                    <a:pt x="64" y="3"/>
                  </a:lnTo>
                  <a:lnTo>
                    <a:pt x="66" y="4"/>
                  </a:lnTo>
                  <a:lnTo>
                    <a:pt x="70" y="11"/>
                  </a:lnTo>
                  <a:lnTo>
                    <a:pt x="71" y="12"/>
                  </a:lnTo>
                  <a:lnTo>
                    <a:pt x="72" y="14"/>
                  </a:lnTo>
                  <a:lnTo>
                    <a:pt x="74" y="15"/>
                  </a:lnTo>
                  <a:lnTo>
                    <a:pt x="77" y="16"/>
                  </a:lnTo>
                  <a:lnTo>
                    <a:pt x="79" y="15"/>
                  </a:lnTo>
                  <a:lnTo>
                    <a:pt x="82" y="15"/>
                  </a:lnTo>
                  <a:lnTo>
                    <a:pt x="85" y="16"/>
                  </a:lnTo>
                  <a:lnTo>
                    <a:pt x="90" y="19"/>
                  </a:lnTo>
                  <a:lnTo>
                    <a:pt x="102" y="19"/>
                  </a:lnTo>
                  <a:lnTo>
                    <a:pt x="107" y="21"/>
                  </a:lnTo>
                  <a:lnTo>
                    <a:pt x="113" y="27"/>
                  </a:lnTo>
                  <a:lnTo>
                    <a:pt x="114" y="29"/>
                  </a:lnTo>
                  <a:lnTo>
                    <a:pt x="115" y="30"/>
                  </a:lnTo>
                  <a:lnTo>
                    <a:pt x="119" y="32"/>
                  </a:lnTo>
                  <a:lnTo>
                    <a:pt x="125" y="34"/>
                  </a:lnTo>
                  <a:lnTo>
                    <a:pt x="131" y="37"/>
                  </a:lnTo>
                  <a:lnTo>
                    <a:pt x="133" y="39"/>
                  </a:lnTo>
                  <a:lnTo>
                    <a:pt x="134" y="42"/>
                  </a:lnTo>
                  <a:lnTo>
                    <a:pt x="137" y="47"/>
                  </a:lnTo>
                  <a:lnTo>
                    <a:pt x="140" y="54"/>
                  </a:lnTo>
                  <a:lnTo>
                    <a:pt x="144" y="58"/>
                  </a:lnTo>
                  <a:lnTo>
                    <a:pt x="148" y="62"/>
                  </a:lnTo>
                  <a:lnTo>
                    <a:pt x="149" y="62"/>
                  </a:lnTo>
                  <a:lnTo>
                    <a:pt x="151" y="63"/>
                  </a:lnTo>
                  <a:lnTo>
                    <a:pt x="154" y="64"/>
                  </a:lnTo>
                  <a:lnTo>
                    <a:pt x="160" y="70"/>
                  </a:lnTo>
                  <a:lnTo>
                    <a:pt x="163" y="71"/>
                  </a:lnTo>
                  <a:lnTo>
                    <a:pt x="165" y="71"/>
                  </a:lnTo>
                  <a:lnTo>
                    <a:pt x="166" y="69"/>
                  </a:lnTo>
                  <a:lnTo>
                    <a:pt x="166" y="63"/>
                  </a:lnTo>
                  <a:lnTo>
                    <a:pt x="167" y="61"/>
                  </a:lnTo>
                  <a:lnTo>
                    <a:pt x="171" y="59"/>
                  </a:lnTo>
                  <a:lnTo>
                    <a:pt x="178" y="56"/>
                  </a:lnTo>
                  <a:lnTo>
                    <a:pt x="183" y="53"/>
                  </a:lnTo>
                  <a:lnTo>
                    <a:pt x="187" y="49"/>
                  </a:lnTo>
                  <a:lnTo>
                    <a:pt x="187" y="47"/>
                  </a:lnTo>
                  <a:lnTo>
                    <a:pt x="186" y="45"/>
                  </a:lnTo>
                  <a:lnTo>
                    <a:pt x="186" y="38"/>
                  </a:lnTo>
                  <a:lnTo>
                    <a:pt x="188" y="37"/>
                  </a:lnTo>
                  <a:lnTo>
                    <a:pt x="192" y="34"/>
                  </a:lnTo>
                  <a:lnTo>
                    <a:pt x="199" y="30"/>
                  </a:lnTo>
                  <a:lnTo>
                    <a:pt x="204" y="24"/>
                  </a:lnTo>
                  <a:lnTo>
                    <a:pt x="208" y="20"/>
                  </a:lnTo>
                  <a:lnTo>
                    <a:pt x="210" y="15"/>
                  </a:lnTo>
                  <a:lnTo>
                    <a:pt x="216" y="4"/>
                  </a:lnTo>
                  <a:lnTo>
                    <a:pt x="218" y="1"/>
                  </a:lnTo>
                  <a:lnTo>
                    <a:pt x="22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1" name="Freeform 66"/>
            <p:cNvSpPr>
              <a:spLocks/>
            </p:cNvSpPr>
            <p:nvPr/>
          </p:nvSpPr>
          <p:spPr bwMode="auto">
            <a:xfrm>
              <a:off x="3535363" y="1749425"/>
              <a:ext cx="358775" cy="336550"/>
            </a:xfrm>
            <a:custGeom>
              <a:avLst/>
              <a:gdLst/>
              <a:ahLst/>
              <a:cxnLst>
                <a:cxn ang="0">
                  <a:pos x="36" y="4"/>
                </a:cxn>
                <a:cxn ang="0">
                  <a:pos x="52" y="14"/>
                </a:cxn>
                <a:cxn ang="0">
                  <a:pos x="75" y="17"/>
                </a:cxn>
                <a:cxn ang="0">
                  <a:pos x="82" y="21"/>
                </a:cxn>
                <a:cxn ang="0">
                  <a:pos x="94" y="25"/>
                </a:cxn>
                <a:cxn ang="0">
                  <a:pos x="99" y="38"/>
                </a:cxn>
                <a:cxn ang="0">
                  <a:pos x="97" y="44"/>
                </a:cxn>
                <a:cxn ang="0">
                  <a:pos x="95" y="50"/>
                </a:cxn>
                <a:cxn ang="0">
                  <a:pos x="101" y="62"/>
                </a:cxn>
                <a:cxn ang="0">
                  <a:pos x="101" y="72"/>
                </a:cxn>
                <a:cxn ang="0">
                  <a:pos x="104" y="78"/>
                </a:cxn>
                <a:cxn ang="0">
                  <a:pos x="106" y="84"/>
                </a:cxn>
                <a:cxn ang="0">
                  <a:pos x="115" y="90"/>
                </a:cxn>
                <a:cxn ang="0">
                  <a:pos x="126" y="92"/>
                </a:cxn>
                <a:cxn ang="0">
                  <a:pos x="138" y="92"/>
                </a:cxn>
                <a:cxn ang="0">
                  <a:pos x="147" y="102"/>
                </a:cxn>
                <a:cxn ang="0">
                  <a:pos x="159" y="97"/>
                </a:cxn>
                <a:cxn ang="0">
                  <a:pos x="165" y="102"/>
                </a:cxn>
                <a:cxn ang="0">
                  <a:pos x="166" y="110"/>
                </a:cxn>
                <a:cxn ang="0">
                  <a:pos x="161" y="124"/>
                </a:cxn>
                <a:cxn ang="0">
                  <a:pos x="169" y="126"/>
                </a:cxn>
                <a:cxn ang="0">
                  <a:pos x="189" y="137"/>
                </a:cxn>
                <a:cxn ang="0">
                  <a:pos x="202" y="145"/>
                </a:cxn>
                <a:cxn ang="0">
                  <a:pos x="212" y="142"/>
                </a:cxn>
                <a:cxn ang="0">
                  <a:pos x="215" y="142"/>
                </a:cxn>
                <a:cxn ang="0">
                  <a:pos x="222" y="153"/>
                </a:cxn>
                <a:cxn ang="0">
                  <a:pos x="213" y="175"/>
                </a:cxn>
                <a:cxn ang="0">
                  <a:pos x="207" y="186"/>
                </a:cxn>
                <a:cxn ang="0">
                  <a:pos x="209" y="199"/>
                </a:cxn>
                <a:cxn ang="0">
                  <a:pos x="178" y="212"/>
                </a:cxn>
                <a:cxn ang="0">
                  <a:pos x="167" y="195"/>
                </a:cxn>
                <a:cxn ang="0">
                  <a:pos x="156" y="197"/>
                </a:cxn>
                <a:cxn ang="0">
                  <a:pos x="148" y="196"/>
                </a:cxn>
                <a:cxn ang="0">
                  <a:pos x="148" y="193"/>
                </a:cxn>
                <a:cxn ang="0">
                  <a:pos x="148" y="188"/>
                </a:cxn>
                <a:cxn ang="0">
                  <a:pos x="138" y="170"/>
                </a:cxn>
                <a:cxn ang="0">
                  <a:pos x="133" y="164"/>
                </a:cxn>
                <a:cxn ang="0">
                  <a:pos x="120" y="176"/>
                </a:cxn>
                <a:cxn ang="0">
                  <a:pos x="111" y="177"/>
                </a:cxn>
                <a:cxn ang="0">
                  <a:pos x="106" y="169"/>
                </a:cxn>
                <a:cxn ang="0">
                  <a:pos x="99" y="166"/>
                </a:cxn>
                <a:cxn ang="0">
                  <a:pos x="77" y="176"/>
                </a:cxn>
                <a:cxn ang="0">
                  <a:pos x="66" y="195"/>
                </a:cxn>
                <a:cxn ang="0">
                  <a:pos x="52" y="208"/>
                </a:cxn>
                <a:cxn ang="0">
                  <a:pos x="35" y="193"/>
                </a:cxn>
                <a:cxn ang="0">
                  <a:pos x="17" y="186"/>
                </a:cxn>
                <a:cxn ang="0">
                  <a:pos x="6" y="178"/>
                </a:cxn>
                <a:cxn ang="0">
                  <a:pos x="19" y="161"/>
                </a:cxn>
                <a:cxn ang="0">
                  <a:pos x="28" y="146"/>
                </a:cxn>
                <a:cxn ang="0">
                  <a:pos x="13" y="133"/>
                </a:cxn>
                <a:cxn ang="0">
                  <a:pos x="0" y="111"/>
                </a:cxn>
                <a:cxn ang="0">
                  <a:pos x="2" y="79"/>
                </a:cxn>
                <a:cxn ang="0">
                  <a:pos x="14" y="63"/>
                </a:cxn>
                <a:cxn ang="0">
                  <a:pos x="26" y="38"/>
                </a:cxn>
                <a:cxn ang="0">
                  <a:pos x="18" y="23"/>
                </a:cxn>
                <a:cxn ang="0">
                  <a:pos x="15" y="13"/>
                </a:cxn>
                <a:cxn ang="0">
                  <a:pos x="18" y="2"/>
                </a:cxn>
              </a:cxnLst>
              <a:rect l="0" t="0" r="r" b="b"/>
              <a:pathLst>
                <a:path w="226" h="212">
                  <a:moveTo>
                    <a:pt x="27" y="0"/>
                  </a:moveTo>
                  <a:lnTo>
                    <a:pt x="32" y="1"/>
                  </a:lnTo>
                  <a:lnTo>
                    <a:pt x="36" y="4"/>
                  </a:lnTo>
                  <a:lnTo>
                    <a:pt x="42" y="10"/>
                  </a:lnTo>
                  <a:lnTo>
                    <a:pt x="46" y="13"/>
                  </a:lnTo>
                  <a:lnTo>
                    <a:pt x="52" y="14"/>
                  </a:lnTo>
                  <a:lnTo>
                    <a:pt x="73" y="9"/>
                  </a:lnTo>
                  <a:lnTo>
                    <a:pt x="73" y="11"/>
                  </a:lnTo>
                  <a:lnTo>
                    <a:pt x="75" y="17"/>
                  </a:lnTo>
                  <a:lnTo>
                    <a:pt x="76" y="18"/>
                  </a:lnTo>
                  <a:lnTo>
                    <a:pt x="78" y="19"/>
                  </a:lnTo>
                  <a:lnTo>
                    <a:pt x="82" y="21"/>
                  </a:lnTo>
                  <a:lnTo>
                    <a:pt x="88" y="22"/>
                  </a:lnTo>
                  <a:lnTo>
                    <a:pt x="92" y="23"/>
                  </a:lnTo>
                  <a:lnTo>
                    <a:pt x="94" y="25"/>
                  </a:lnTo>
                  <a:lnTo>
                    <a:pt x="96" y="29"/>
                  </a:lnTo>
                  <a:lnTo>
                    <a:pt x="98" y="34"/>
                  </a:lnTo>
                  <a:lnTo>
                    <a:pt x="99" y="38"/>
                  </a:lnTo>
                  <a:lnTo>
                    <a:pt x="99" y="42"/>
                  </a:lnTo>
                  <a:lnTo>
                    <a:pt x="98" y="43"/>
                  </a:lnTo>
                  <a:lnTo>
                    <a:pt x="97" y="44"/>
                  </a:lnTo>
                  <a:lnTo>
                    <a:pt x="94" y="47"/>
                  </a:lnTo>
                  <a:lnTo>
                    <a:pt x="94" y="48"/>
                  </a:lnTo>
                  <a:lnTo>
                    <a:pt x="95" y="50"/>
                  </a:lnTo>
                  <a:lnTo>
                    <a:pt x="96" y="52"/>
                  </a:lnTo>
                  <a:lnTo>
                    <a:pt x="98" y="59"/>
                  </a:lnTo>
                  <a:lnTo>
                    <a:pt x="101" y="62"/>
                  </a:lnTo>
                  <a:lnTo>
                    <a:pt x="100" y="67"/>
                  </a:lnTo>
                  <a:lnTo>
                    <a:pt x="100" y="70"/>
                  </a:lnTo>
                  <a:lnTo>
                    <a:pt x="101" y="72"/>
                  </a:lnTo>
                  <a:lnTo>
                    <a:pt x="103" y="74"/>
                  </a:lnTo>
                  <a:lnTo>
                    <a:pt x="104" y="76"/>
                  </a:lnTo>
                  <a:lnTo>
                    <a:pt x="104" y="78"/>
                  </a:lnTo>
                  <a:lnTo>
                    <a:pt x="103" y="79"/>
                  </a:lnTo>
                  <a:lnTo>
                    <a:pt x="104" y="81"/>
                  </a:lnTo>
                  <a:lnTo>
                    <a:pt x="106" y="84"/>
                  </a:lnTo>
                  <a:lnTo>
                    <a:pt x="109" y="85"/>
                  </a:lnTo>
                  <a:lnTo>
                    <a:pt x="113" y="88"/>
                  </a:lnTo>
                  <a:lnTo>
                    <a:pt x="115" y="90"/>
                  </a:lnTo>
                  <a:lnTo>
                    <a:pt x="119" y="92"/>
                  </a:lnTo>
                  <a:lnTo>
                    <a:pt x="122" y="93"/>
                  </a:lnTo>
                  <a:lnTo>
                    <a:pt x="126" y="92"/>
                  </a:lnTo>
                  <a:lnTo>
                    <a:pt x="130" y="91"/>
                  </a:lnTo>
                  <a:lnTo>
                    <a:pt x="134" y="90"/>
                  </a:lnTo>
                  <a:lnTo>
                    <a:pt x="138" y="92"/>
                  </a:lnTo>
                  <a:lnTo>
                    <a:pt x="139" y="95"/>
                  </a:lnTo>
                  <a:lnTo>
                    <a:pt x="143" y="101"/>
                  </a:lnTo>
                  <a:lnTo>
                    <a:pt x="147" y="102"/>
                  </a:lnTo>
                  <a:lnTo>
                    <a:pt x="150" y="102"/>
                  </a:lnTo>
                  <a:lnTo>
                    <a:pt x="155" y="99"/>
                  </a:lnTo>
                  <a:lnTo>
                    <a:pt x="159" y="97"/>
                  </a:lnTo>
                  <a:lnTo>
                    <a:pt x="163" y="98"/>
                  </a:lnTo>
                  <a:lnTo>
                    <a:pt x="165" y="101"/>
                  </a:lnTo>
                  <a:lnTo>
                    <a:pt x="165" y="102"/>
                  </a:lnTo>
                  <a:lnTo>
                    <a:pt x="166" y="105"/>
                  </a:lnTo>
                  <a:lnTo>
                    <a:pt x="167" y="107"/>
                  </a:lnTo>
                  <a:lnTo>
                    <a:pt x="166" y="110"/>
                  </a:lnTo>
                  <a:lnTo>
                    <a:pt x="165" y="111"/>
                  </a:lnTo>
                  <a:lnTo>
                    <a:pt x="161" y="117"/>
                  </a:lnTo>
                  <a:lnTo>
                    <a:pt x="161" y="124"/>
                  </a:lnTo>
                  <a:lnTo>
                    <a:pt x="163" y="125"/>
                  </a:lnTo>
                  <a:lnTo>
                    <a:pt x="165" y="126"/>
                  </a:lnTo>
                  <a:lnTo>
                    <a:pt x="169" y="126"/>
                  </a:lnTo>
                  <a:lnTo>
                    <a:pt x="173" y="127"/>
                  </a:lnTo>
                  <a:lnTo>
                    <a:pt x="178" y="129"/>
                  </a:lnTo>
                  <a:lnTo>
                    <a:pt x="189" y="137"/>
                  </a:lnTo>
                  <a:lnTo>
                    <a:pt x="198" y="144"/>
                  </a:lnTo>
                  <a:lnTo>
                    <a:pt x="200" y="144"/>
                  </a:lnTo>
                  <a:lnTo>
                    <a:pt x="202" y="145"/>
                  </a:lnTo>
                  <a:lnTo>
                    <a:pt x="205" y="144"/>
                  </a:lnTo>
                  <a:lnTo>
                    <a:pt x="207" y="144"/>
                  </a:lnTo>
                  <a:lnTo>
                    <a:pt x="212" y="142"/>
                  </a:lnTo>
                  <a:lnTo>
                    <a:pt x="213" y="142"/>
                  </a:lnTo>
                  <a:lnTo>
                    <a:pt x="214" y="141"/>
                  </a:lnTo>
                  <a:lnTo>
                    <a:pt x="215" y="142"/>
                  </a:lnTo>
                  <a:lnTo>
                    <a:pt x="216" y="142"/>
                  </a:lnTo>
                  <a:lnTo>
                    <a:pt x="217" y="145"/>
                  </a:lnTo>
                  <a:lnTo>
                    <a:pt x="222" y="153"/>
                  </a:lnTo>
                  <a:lnTo>
                    <a:pt x="226" y="162"/>
                  </a:lnTo>
                  <a:lnTo>
                    <a:pt x="216" y="172"/>
                  </a:lnTo>
                  <a:lnTo>
                    <a:pt x="213" y="175"/>
                  </a:lnTo>
                  <a:lnTo>
                    <a:pt x="210" y="177"/>
                  </a:lnTo>
                  <a:lnTo>
                    <a:pt x="207" y="179"/>
                  </a:lnTo>
                  <a:lnTo>
                    <a:pt x="207" y="186"/>
                  </a:lnTo>
                  <a:lnTo>
                    <a:pt x="209" y="189"/>
                  </a:lnTo>
                  <a:lnTo>
                    <a:pt x="211" y="194"/>
                  </a:lnTo>
                  <a:lnTo>
                    <a:pt x="209" y="199"/>
                  </a:lnTo>
                  <a:lnTo>
                    <a:pt x="200" y="210"/>
                  </a:lnTo>
                  <a:lnTo>
                    <a:pt x="196" y="212"/>
                  </a:lnTo>
                  <a:lnTo>
                    <a:pt x="178" y="212"/>
                  </a:lnTo>
                  <a:lnTo>
                    <a:pt x="166" y="211"/>
                  </a:lnTo>
                  <a:lnTo>
                    <a:pt x="167" y="203"/>
                  </a:lnTo>
                  <a:lnTo>
                    <a:pt x="167" y="195"/>
                  </a:lnTo>
                  <a:lnTo>
                    <a:pt x="165" y="195"/>
                  </a:lnTo>
                  <a:lnTo>
                    <a:pt x="161" y="195"/>
                  </a:lnTo>
                  <a:lnTo>
                    <a:pt x="156" y="197"/>
                  </a:lnTo>
                  <a:lnTo>
                    <a:pt x="152" y="198"/>
                  </a:lnTo>
                  <a:lnTo>
                    <a:pt x="148" y="197"/>
                  </a:lnTo>
                  <a:lnTo>
                    <a:pt x="148" y="196"/>
                  </a:lnTo>
                  <a:lnTo>
                    <a:pt x="148" y="195"/>
                  </a:lnTo>
                  <a:lnTo>
                    <a:pt x="148" y="194"/>
                  </a:lnTo>
                  <a:lnTo>
                    <a:pt x="148" y="193"/>
                  </a:lnTo>
                  <a:lnTo>
                    <a:pt x="149" y="191"/>
                  </a:lnTo>
                  <a:lnTo>
                    <a:pt x="149" y="190"/>
                  </a:lnTo>
                  <a:lnTo>
                    <a:pt x="148" y="188"/>
                  </a:lnTo>
                  <a:lnTo>
                    <a:pt x="137" y="177"/>
                  </a:lnTo>
                  <a:lnTo>
                    <a:pt x="137" y="172"/>
                  </a:lnTo>
                  <a:lnTo>
                    <a:pt x="138" y="170"/>
                  </a:lnTo>
                  <a:lnTo>
                    <a:pt x="138" y="165"/>
                  </a:lnTo>
                  <a:lnTo>
                    <a:pt x="137" y="164"/>
                  </a:lnTo>
                  <a:lnTo>
                    <a:pt x="133" y="164"/>
                  </a:lnTo>
                  <a:lnTo>
                    <a:pt x="129" y="167"/>
                  </a:lnTo>
                  <a:lnTo>
                    <a:pt x="123" y="171"/>
                  </a:lnTo>
                  <a:lnTo>
                    <a:pt x="120" y="176"/>
                  </a:lnTo>
                  <a:lnTo>
                    <a:pt x="115" y="178"/>
                  </a:lnTo>
                  <a:lnTo>
                    <a:pt x="113" y="178"/>
                  </a:lnTo>
                  <a:lnTo>
                    <a:pt x="111" y="177"/>
                  </a:lnTo>
                  <a:lnTo>
                    <a:pt x="110" y="175"/>
                  </a:lnTo>
                  <a:lnTo>
                    <a:pt x="108" y="172"/>
                  </a:lnTo>
                  <a:lnTo>
                    <a:pt x="106" y="169"/>
                  </a:lnTo>
                  <a:lnTo>
                    <a:pt x="105" y="167"/>
                  </a:lnTo>
                  <a:lnTo>
                    <a:pt x="102" y="166"/>
                  </a:lnTo>
                  <a:lnTo>
                    <a:pt x="99" y="166"/>
                  </a:lnTo>
                  <a:lnTo>
                    <a:pt x="92" y="167"/>
                  </a:lnTo>
                  <a:lnTo>
                    <a:pt x="84" y="170"/>
                  </a:lnTo>
                  <a:lnTo>
                    <a:pt x="77" y="176"/>
                  </a:lnTo>
                  <a:lnTo>
                    <a:pt x="72" y="182"/>
                  </a:lnTo>
                  <a:lnTo>
                    <a:pt x="70" y="188"/>
                  </a:lnTo>
                  <a:lnTo>
                    <a:pt x="66" y="195"/>
                  </a:lnTo>
                  <a:lnTo>
                    <a:pt x="62" y="203"/>
                  </a:lnTo>
                  <a:lnTo>
                    <a:pt x="57" y="207"/>
                  </a:lnTo>
                  <a:lnTo>
                    <a:pt x="52" y="208"/>
                  </a:lnTo>
                  <a:lnTo>
                    <a:pt x="46" y="204"/>
                  </a:lnTo>
                  <a:lnTo>
                    <a:pt x="40" y="198"/>
                  </a:lnTo>
                  <a:lnTo>
                    <a:pt x="35" y="193"/>
                  </a:lnTo>
                  <a:lnTo>
                    <a:pt x="29" y="189"/>
                  </a:lnTo>
                  <a:lnTo>
                    <a:pt x="24" y="187"/>
                  </a:lnTo>
                  <a:lnTo>
                    <a:pt x="17" y="186"/>
                  </a:lnTo>
                  <a:lnTo>
                    <a:pt x="11" y="184"/>
                  </a:lnTo>
                  <a:lnTo>
                    <a:pt x="7" y="181"/>
                  </a:lnTo>
                  <a:lnTo>
                    <a:pt x="6" y="178"/>
                  </a:lnTo>
                  <a:lnTo>
                    <a:pt x="9" y="173"/>
                  </a:lnTo>
                  <a:lnTo>
                    <a:pt x="13" y="167"/>
                  </a:lnTo>
                  <a:lnTo>
                    <a:pt x="19" y="161"/>
                  </a:lnTo>
                  <a:lnTo>
                    <a:pt x="23" y="155"/>
                  </a:lnTo>
                  <a:lnTo>
                    <a:pt x="27" y="150"/>
                  </a:lnTo>
                  <a:lnTo>
                    <a:pt x="28" y="146"/>
                  </a:lnTo>
                  <a:lnTo>
                    <a:pt x="25" y="144"/>
                  </a:lnTo>
                  <a:lnTo>
                    <a:pt x="20" y="138"/>
                  </a:lnTo>
                  <a:lnTo>
                    <a:pt x="13" y="133"/>
                  </a:lnTo>
                  <a:lnTo>
                    <a:pt x="7" y="127"/>
                  </a:lnTo>
                  <a:lnTo>
                    <a:pt x="2" y="118"/>
                  </a:lnTo>
                  <a:lnTo>
                    <a:pt x="0" y="111"/>
                  </a:lnTo>
                  <a:lnTo>
                    <a:pt x="0" y="100"/>
                  </a:lnTo>
                  <a:lnTo>
                    <a:pt x="1" y="88"/>
                  </a:lnTo>
                  <a:lnTo>
                    <a:pt x="2" y="79"/>
                  </a:lnTo>
                  <a:lnTo>
                    <a:pt x="4" y="74"/>
                  </a:lnTo>
                  <a:lnTo>
                    <a:pt x="9" y="69"/>
                  </a:lnTo>
                  <a:lnTo>
                    <a:pt x="14" y="63"/>
                  </a:lnTo>
                  <a:lnTo>
                    <a:pt x="20" y="55"/>
                  </a:lnTo>
                  <a:lnTo>
                    <a:pt x="25" y="46"/>
                  </a:lnTo>
                  <a:lnTo>
                    <a:pt x="26" y="38"/>
                  </a:lnTo>
                  <a:lnTo>
                    <a:pt x="24" y="32"/>
                  </a:lnTo>
                  <a:lnTo>
                    <a:pt x="21" y="28"/>
                  </a:lnTo>
                  <a:lnTo>
                    <a:pt x="18" y="23"/>
                  </a:lnTo>
                  <a:lnTo>
                    <a:pt x="17" y="18"/>
                  </a:lnTo>
                  <a:lnTo>
                    <a:pt x="17" y="16"/>
                  </a:lnTo>
                  <a:lnTo>
                    <a:pt x="15" y="13"/>
                  </a:lnTo>
                  <a:lnTo>
                    <a:pt x="12" y="9"/>
                  </a:lnTo>
                  <a:lnTo>
                    <a:pt x="9" y="8"/>
                  </a:lnTo>
                  <a:lnTo>
                    <a:pt x="18" y="2"/>
                  </a:lnTo>
                  <a:lnTo>
                    <a:pt x="2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2" name="Freeform 67"/>
            <p:cNvSpPr>
              <a:spLocks/>
            </p:cNvSpPr>
            <p:nvPr/>
          </p:nvSpPr>
          <p:spPr bwMode="auto">
            <a:xfrm>
              <a:off x="3649663" y="1990725"/>
              <a:ext cx="417513" cy="228600"/>
            </a:xfrm>
            <a:custGeom>
              <a:avLst/>
              <a:gdLst/>
              <a:ahLst/>
              <a:cxnLst>
                <a:cxn ang="0">
                  <a:pos x="242" y="1"/>
                </a:cxn>
                <a:cxn ang="0">
                  <a:pos x="250" y="13"/>
                </a:cxn>
                <a:cxn ang="0">
                  <a:pos x="260" y="17"/>
                </a:cxn>
                <a:cxn ang="0">
                  <a:pos x="262" y="20"/>
                </a:cxn>
                <a:cxn ang="0">
                  <a:pos x="256" y="27"/>
                </a:cxn>
                <a:cxn ang="0">
                  <a:pos x="244" y="26"/>
                </a:cxn>
                <a:cxn ang="0">
                  <a:pos x="233" y="33"/>
                </a:cxn>
                <a:cxn ang="0">
                  <a:pos x="221" y="46"/>
                </a:cxn>
                <a:cxn ang="0">
                  <a:pos x="212" y="51"/>
                </a:cxn>
                <a:cxn ang="0">
                  <a:pos x="200" y="62"/>
                </a:cxn>
                <a:cxn ang="0">
                  <a:pos x="195" y="70"/>
                </a:cxn>
                <a:cxn ang="0">
                  <a:pos x="186" y="68"/>
                </a:cxn>
                <a:cxn ang="0">
                  <a:pos x="179" y="72"/>
                </a:cxn>
                <a:cxn ang="0">
                  <a:pos x="169" y="76"/>
                </a:cxn>
                <a:cxn ang="0">
                  <a:pos x="155" y="76"/>
                </a:cxn>
                <a:cxn ang="0">
                  <a:pos x="157" y="98"/>
                </a:cxn>
                <a:cxn ang="0">
                  <a:pos x="152" y="109"/>
                </a:cxn>
                <a:cxn ang="0">
                  <a:pos x="152" y="127"/>
                </a:cxn>
                <a:cxn ang="0">
                  <a:pos x="143" y="130"/>
                </a:cxn>
                <a:cxn ang="0">
                  <a:pos x="122" y="135"/>
                </a:cxn>
                <a:cxn ang="0">
                  <a:pos x="115" y="141"/>
                </a:cxn>
                <a:cxn ang="0">
                  <a:pos x="107" y="144"/>
                </a:cxn>
                <a:cxn ang="0">
                  <a:pos x="103" y="130"/>
                </a:cxn>
                <a:cxn ang="0">
                  <a:pos x="110" y="125"/>
                </a:cxn>
                <a:cxn ang="0">
                  <a:pos x="103" y="126"/>
                </a:cxn>
                <a:cxn ang="0">
                  <a:pos x="95" y="127"/>
                </a:cxn>
                <a:cxn ang="0">
                  <a:pos x="91" y="125"/>
                </a:cxn>
                <a:cxn ang="0">
                  <a:pos x="91" y="130"/>
                </a:cxn>
                <a:cxn ang="0">
                  <a:pos x="88" y="137"/>
                </a:cxn>
                <a:cxn ang="0">
                  <a:pos x="80" y="141"/>
                </a:cxn>
                <a:cxn ang="0">
                  <a:pos x="71" y="137"/>
                </a:cxn>
                <a:cxn ang="0">
                  <a:pos x="60" y="135"/>
                </a:cxn>
                <a:cxn ang="0">
                  <a:pos x="51" y="144"/>
                </a:cxn>
                <a:cxn ang="0">
                  <a:pos x="45" y="141"/>
                </a:cxn>
                <a:cxn ang="0">
                  <a:pos x="52" y="133"/>
                </a:cxn>
                <a:cxn ang="0">
                  <a:pos x="33" y="128"/>
                </a:cxn>
                <a:cxn ang="0">
                  <a:pos x="11" y="127"/>
                </a:cxn>
                <a:cxn ang="0">
                  <a:pos x="2" y="110"/>
                </a:cxn>
                <a:cxn ang="0">
                  <a:pos x="14" y="94"/>
                </a:cxn>
                <a:cxn ang="0">
                  <a:pos x="50" y="103"/>
                </a:cxn>
                <a:cxn ang="0">
                  <a:pos x="76" y="98"/>
                </a:cxn>
                <a:cxn ang="0">
                  <a:pos x="91" y="79"/>
                </a:cxn>
                <a:cxn ang="0">
                  <a:pos x="124" y="60"/>
                </a:cxn>
                <a:cxn ang="0">
                  <a:pos x="137" y="37"/>
                </a:cxn>
                <a:cxn ang="0">
                  <a:pos x="141" y="23"/>
                </a:cxn>
                <a:cxn ang="0">
                  <a:pos x="156" y="13"/>
                </a:cxn>
                <a:cxn ang="0">
                  <a:pos x="167" y="4"/>
                </a:cxn>
                <a:cxn ang="0">
                  <a:pos x="177" y="9"/>
                </a:cxn>
                <a:cxn ang="0">
                  <a:pos x="190" y="12"/>
                </a:cxn>
                <a:cxn ang="0">
                  <a:pos x="214" y="9"/>
                </a:cxn>
                <a:cxn ang="0">
                  <a:pos x="232" y="0"/>
                </a:cxn>
              </a:cxnLst>
              <a:rect l="0" t="0" r="r" b="b"/>
              <a:pathLst>
                <a:path w="263" h="144">
                  <a:moveTo>
                    <a:pt x="232" y="0"/>
                  </a:moveTo>
                  <a:lnTo>
                    <a:pt x="234" y="0"/>
                  </a:lnTo>
                  <a:lnTo>
                    <a:pt x="237" y="0"/>
                  </a:lnTo>
                  <a:lnTo>
                    <a:pt x="242" y="1"/>
                  </a:lnTo>
                  <a:lnTo>
                    <a:pt x="246" y="3"/>
                  </a:lnTo>
                  <a:lnTo>
                    <a:pt x="249" y="4"/>
                  </a:lnTo>
                  <a:lnTo>
                    <a:pt x="249" y="11"/>
                  </a:lnTo>
                  <a:lnTo>
                    <a:pt x="250" y="13"/>
                  </a:lnTo>
                  <a:lnTo>
                    <a:pt x="254" y="15"/>
                  </a:lnTo>
                  <a:lnTo>
                    <a:pt x="256" y="16"/>
                  </a:lnTo>
                  <a:lnTo>
                    <a:pt x="258" y="16"/>
                  </a:lnTo>
                  <a:lnTo>
                    <a:pt x="260" y="17"/>
                  </a:lnTo>
                  <a:lnTo>
                    <a:pt x="262" y="17"/>
                  </a:lnTo>
                  <a:lnTo>
                    <a:pt x="263" y="17"/>
                  </a:lnTo>
                  <a:lnTo>
                    <a:pt x="263" y="18"/>
                  </a:lnTo>
                  <a:lnTo>
                    <a:pt x="262" y="20"/>
                  </a:lnTo>
                  <a:lnTo>
                    <a:pt x="260" y="23"/>
                  </a:lnTo>
                  <a:lnTo>
                    <a:pt x="259" y="26"/>
                  </a:lnTo>
                  <a:lnTo>
                    <a:pt x="257" y="27"/>
                  </a:lnTo>
                  <a:lnTo>
                    <a:pt x="256" y="27"/>
                  </a:lnTo>
                  <a:lnTo>
                    <a:pt x="253" y="26"/>
                  </a:lnTo>
                  <a:lnTo>
                    <a:pt x="247" y="26"/>
                  </a:lnTo>
                  <a:lnTo>
                    <a:pt x="246" y="26"/>
                  </a:lnTo>
                  <a:lnTo>
                    <a:pt x="244" y="26"/>
                  </a:lnTo>
                  <a:lnTo>
                    <a:pt x="243" y="27"/>
                  </a:lnTo>
                  <a:lnTo>
                    <a:pt x="239" y="29"/>
                  </a:lnTo>
                  <a:lnTo>
                    <a:pt x="237" y="31"/>
                  </a:lnTo>
                  <a:lnTo>
                    <a:pt x="233" y="33"/>
                  </a:lnTo>
                  <a:lnTo>
                    <a:pt x="230" y="35"/>
                  </a:lnTo>
                  <a:lnTo>
                    <a:pt x="228" y="39"/>
                  </a:lnTo>
                  <a:lnTo>
                    <a:pt x="223" y="43"/>
                  </a:lnTo>
                  <a:lnTo>
                    <a:pt x="221" y="46"/>
                  </a:lnTo>
                  <a:lnTo>
                    <a:pt x="220" y="48"/>
                  </a:lnTo>
                  <a:lnTo>
                    <a:pt x="216" y="50"/>
                  </a:lnTo>
                  <a:lnTo>
                    <a:pt x="214" y="50"/>
                  </a:lnTo>
                  <a:lnTo>
                    <a:pt x="212" y="51"/>
                  </a:lnTo>
                  <a:lnTo>
                    <a:pt x="212" y="51"/>
                  </a:lnTo>
                  <a:lnTo>
                    <a:pt x="208" y="53"/>
                  </a:lnTo>
                  <a:lnTo>
                    <a:pt x="203" y="59"/>
                  </a:lnTo>
                  <a:lnTo>
                    <a:pt x="200" y="62"/>
                  </a:lnTo>
                  <a:lnTo>
                    <a:pt x="199" y="65"/>
                  </a:lnTo>
                  <a:lnTo>
                    <a:pt x="197" y="68"/>
                  </a:lnTo>
                  <a:lnTo>
                    <a:pt x="196" y="69"/>
                  </a:lnTo>
                  <a:lnTo>
                    <a:pt x="195" y="70"/>
                  </a:lnTo>
                  <a:lnTo>
                    <a:pt x="194" y="70"/>
                  </a:lnTo>
                  <a:lnTo>
                    <a:pt x="191" y="69"/>
                  </a:lnTo>
                  <a:lnTo>
                    <a:pt x="189" y="69"/>
                  </a:lnTo>
                  <a:lnTo>
                    <a:pt x="186" y="68"/>
                  </a:lnTo>
                  <a:lnTo>
                    <a:pt x="183" y="68"/>
                  </a:lnTo>
                  <a:lnTo>
                    <a:pt x="181" y="69"/>
                  </a:lnTo>
                  <a:lnTo>
                    <a:pt x="180" y="71"/>
                  </a:lnTo>
                  <a:lnTo>
                    <a:pt x="179" y="72"/>
                  </a:lnTo>
                  <a:lnTo>
                    <a:pt x="178" y="74"/>
                  </a:lnTo>
                  <a:lnTo>
                    <a:pt x="177" y="75"/>
                  </a:lnTo>
                  <a:lnTo>
                    <a:pt x="174" y="76"/>
                  </a:lnTo>
                  <a:lnTo>
                    <a:pt x="169" y="76"/>
                  </a:lnTo>
                  <a:lnTo>
                    <a:pt x="164" y="74"/>
                  </a:lnTo>
                  <a:lnTo>
                    <a:pt x="160" y="74"/>
                  </a:lnTo>
                  <a:lnTo>
                    <a:pt x="157" y="75"/>
                  </a:lnTo>
                  <a:lnTo>
                    <a:pt x="155" y="76"/>
                  </a:lnTo>
                  <a:lnTo>
                    <a:pt x="154" y="80"/>
                  </a:lnTo>
                  <a:lnTo>
                    <a:pt x="155" y="86"/>
                  </a:lnTo>
                  <a:lnTo>
                    <a:pt x="156" y="93"/>
                  </a:lnTo>
                  <a:lnTo>
                    <a:pt x="157" y="98"/>
                  </a:lnTo>
                  <a:lnTo>
                    <a:pt x="157" y="101"/>
                  </a:lnTo>
                  <a:lnTo>
                    <a:pt x="155" y="103"/>
                  </a:lnTo>
                  <a:lnTo>
                    <a:pt x="154" y="106"/>
                  </a:lnTo>
                  <a:lnTo>
                    <a:pt x="152" y="109"/>
                  </a:lnTo>
                  <a:lnTo>
                    <a:pt x="152" y="111"/>
                  </a:lnTo>
                  <a:lnTo>
                    <a:pt x="151" y="115"/>
                  </a:lnTo>
                  <a:lnTo>
                    <a:pt x="152" y="120"/>
                  </a:lnTo>
                  <a:lnTo>
                    <a:pt x="152" y="127"/>
                  </a:lnTo>
                  <a:lnTo>
                    <a:pt x="150" y="130"/>
                  </a:lnTo>
                  <a:lnTo>
                    <a:pt x="149" y="131"/>
                  </a:lnTo>
                  <a:lnTo>
                    <a:pt x="145" y="131"/>
                  </a:lnTo>
                  <a:lnTo>
                    <a:pt x="143" y="130"/>
                  </a:lnTo>
                  <a:lnTo>
                    <a:pt x="135" y="130"/>
                  </a:lnTo>
                  <a:lnTo>
                    <a:pt x="132" y="131"/>
                  </a:lnTo>
                  <a:lnTo>
                    <a:pt x="130" y="132"/>
                  </a:lnTo>
                  <a:lnTo>
                    <a:pt x="122" y="135"/>
                  </a:lnTo>
                  <a:lnTo>
                    <a:pt x="120" y="135"/>
                  </a:lnTo>
                  <a:lnTo>
                    <a:pt x="119" y="137"/>
                  </a:lnTo>
                  <a:lnTo>
                    <a:pt x="118" y="139"/>
                  </a:lnTo>
                  <a:lnTo>
                    <a:pt x="115" y="141"/>
                  </a:lnTo>
                  <a:lnTo>
                    <a:pt x="113" y="143"/>
                  </a:lnTo>
                  <a:lnTo>
                    <a:pt x="110" y="144"/>
                  </a:lnTo>
                  <a:lnTo>
                    <a:pt x="109" y="144"/>
                  </a:lnTo>
                  <a:lnTo>
                    <a:pt x="107" y="144"/>
                  </a:lnTo>
                  <a:lnTo>
                    <a:pt x="103" y="142"/>
                  </a:lnTo>
                  <a:lnTo>
                    <a:pt x="101" y="140"/>
                  </a:lnTo>
                  <a:lnTo>
                    <a:pt x="101" y="134"/>
                  </a:lnTo>
                  <a:lnTo>
                    <a:pt x="103" y="130"/>
                  </a:lnTo>
                  <a:lnTo>
                    <a:pt x="105" y="129"/>
                  </a:lnTo>
                  <a:lnTo>
                    <a:pt x="107" y="127"/>
                  </a:lnTo>
                  <a:lnTo>
                    <a:pt x="109" y="127"/>
                  </a:lnTo>
                  <a:lnTo>
                    <a:pt x="110" y="125"/>
                  </a:lnTo>
                  <a:lnTo>
                    <a:pt x="110" y="123"/>
                  </a:lnTo>
                  <a:lnTo>
                    <a:pt x="107" y="123"/>
                  </a:lnTo>
                  <a:lnTo>
                    <a:pt x="106" y="124"/>
                  </a:lnTo>
                  <a:lnTo>
                    <a:pt x="103" y="126"/>
                  </a:lnTo>
                  <a:lnTo>
                    <a:pt x="101" y="127"/>
                  </a:lnTo>
                  <a:lnTo>
                    <a:pt x="99" y="127"/>
                  </a:lnTo>
                  <a:lnTo>
                    <a:pt x="97" y="127"/>
                  </a:lnTo>
                  <a:lnTo>
                    <a:pt x="95" y="127"/>
                  </a:lnTo>
                  <a:lnTo>
                    <a:pt x="94" y="126"/>
                  </a:lnTo>
                  <a:lnTo>
                    <a:pt x="93" y="126"/>
                  </a:lnTo>
                  <a:lnTo>
                    <a:pt x="92" y="125"/>
                  </a:lnTo>
                  <a:lnTo>
                    <a:pt x="91" y="125"/>
                  </a:lnTo>
                  <a:lnTo>
                    <a:pt x="91" y="127"/>
                  </a:lnTo>
                  <a:lnTo>
                    <a:pt x="92" y="127"/>
                  </a:lnTo>
                  <a:lnTo>
                    <a:pt x="92" y="129"/>
                  </a:lnTo>
                  <a:lnTo>
                    <a:pt x="91" y="130"/>
                  </a:lnTo>
                  <a:lnTo>
                    <a:pt x="90" y="132"/>
                  </a:lnTo>
                  <a:lnTo>
                    <a:pt x="89" y="133"/>
                  </a:lnTo>
                  <a:lnTo>
                    <a:pt x="89" y="135"/>
                  </a:lnTo>
                  <a:lnTo>
                    <a:pt x="88" y="137"/>
                  </a:lnTo>
                  <a:lnTo>
                    <a:pt x="87" y="138"/>
                  </a:lnTo>
                  <a:lnTo>
                    <a:pt x="86" y="140"/>
                  </a:lnTo>
                  <a:lnTo>
                    <a:pt x="84" y="141"/>
                  </a:lnTo>
                  <a:lnTo>
                    <a:pt x="80" y="141"/>
                  </a:lnTo>
                  <a:lnTo>
                    <a:pt x="77" y="140"/>
                  </a:lnTo>
                  <a:lnTo>
                    <a:pt x="76" y="140"/>
                  </a:lnTo>
                  <a:lnTo>
                    <a:pt x="74" y="139"/>
                  </a:lnTo>
                  <a:lnTo>
                    <a:pt x="71" y="137"/>
                  </a:lnTo>
                  <a:lnTo>
                    <a:pt x="68" y="136"/>
                  </a:lnTo>
                  <a:lnTo>
                    <a:pt x="66" y="135"/>
                  </a:lnTo>
                  <a:lnTo>
                    <a:pt x="63" y="135"/>
                  </a:lnTo>
                  <a:lnTo>
                    <a:pt x="60" y="135"/>
                  </a:lnTo>
                  <a:lnTo>
                    <a:pt x="58" y="137"/>
                  </a:lnTo>
                  <a:lnTo>
                    <a:pt x="56" y="140"/>
                  </a:lnTo>
                  <a:lnTo>
                    <a:pt x="54" y="142"/>
                  </a:lnTo>
                  <a:lnTo>
                    <a:pt x="51" y="144"/>
                  </a:lnTo>
                  <a:lnTo>
                    <a:pt x="45" y="144"/>
                  </a:lnTo>
                  <a:lnTo>
                    <a:pt x="44" y="143"/>
                  </a:lnTo>
                  <a:lnTo>
                    <a:pt x="44" y="142"/>
                  </a:lnTo>
                  <a:lnTo>
                    <a:pt x="45" y="141"/>
                  </a:lnTo>
                  <a:lnTo>
                    <a:pt x="46" y="139"/>
                  </a:lnTo>
                  <a:lnTo>
                    <a:pt x="49" y="137"/>
                  </a:lnTo>
                  <a:lnTo>
                    <a:pt x="50" y="135"/>
                  </a:lnTo>
                  <a:lnTo>
                    <a:pt x="52" y="133"/>
                  </a:lnTo>
                  <a:lnTo>
                    <a:pt x="53" y="130"/>
                  </a:lnTo>
                  <a:lnTo>
                    <a:pt x="50" y="129"/>
                  </a:lnTo>
                  <a:lnTo>
                    <a:pt x="47" y="128"/>
                  </a:lnTo>
                  <a:lnTo>
                    <a:pt x="33" y="128"/>
                  </a:lnTo>
                  <a:lnTo>
                    <a:pt x="31" y="129"/>
                  </a:lnTo>
                  <a:lnTo>
                    <a:pt x="30" y="130"/>
                  </a:lnTo>
                  <a:lnTo>
                    <a:pt x="29" y="132"/>
                  </a:lnTo>
                  <a:lnTo>
                    <a:pt x="11" y="127"/>
                  </a:lnTo>
                  <a:lnTo>
                    <a:pt x="4" y="124"/>
                  </a:lnTo>
                  <a:lnTo>
                    <a:pt x="0" y="120"/>
                  </a:lnTo>
                  <a:lnTo>
                    <a:pt x="0" y="116"/>
                  </a:lnTo>
                  <a:lnTo>
                    <a:pt x="2" y="110"/>
                  </a:lnTo>
                  <a:lnTo>
                    <a:pt x="5" y="103"/>
                  </a:lnTo>
                  <a:lnTo>
                    <a:pt x="8" y="98"/>
                  </a:lnTo>
                  <a:lnTo>
                    <a:pt x="10" y="94"/>
                  </a:lnTo>
                  <a:lnTo>
                    <a:pt x="14" y="94"/>
                  </a:lnTo>
                  <a:lnTo>
                    <a:pt x="20" y="96"/>
                  </a:lnTo>
                  <a:lnTo>
                    <a:pt x="29" y="99"/>
                  </a:lnTo>
                  <a:lnTo>
                    <a:pt x="45" y="102"/>
                  </a:lnTo>
                  <a:lnTo>
                    <a:pt x="50" y="103"/>
                  </a:lnTo>
                  <a:lnTo>
                    <a:pt x="59" y="102"/>
                  </a:lnTo>
                  <a:lnTo>
                    <a:pt x="66" y="100"/>
                  </a:lnTo>
                  <a:lnTo>
                    <a:pt x="72" y="99"/>
                  </a:lnTo>
                  <a:lnTo>
                    <a:pt x="76" y="98"/>
                  </a:lnTo>
                  <a:lnTo>
                    <a:pt x="83" y="95"/>
                  </a:lnTo>
                  <a:lnTo>
                    <a:pt x="87" y="92"/>
                  </a:lnTo>
                  <a:lnTo>
                    <a:pt x="90" y="86"/>
                  </a:lnTo>
                  <a:lnTo>
                    <a:pt x="91" y="79"/>
                  </a:lnTo>
                  <a:lnTo>
                    <a:pt x="93" y="69"/>
                  </a:lnTo>
                  <a:lnTo>
                    <a:pt x="94" y="59"/>
                  </a:lnTo>
                  <a:lnTo>
                    <a:pt x="106" y="60"/>
                  </a:lnTo>
                  <a:lnTo>
                    <a:pt x="124" y="60"/>
                  </a:lnTo>
                  <a:lnTo>
                    <a:pt x="128" y="58"/>
                  </a:lnTo>
                  <a:lnTo>
                    <a:pt x="137" y="47"/>
                  </a:lnTo>
                  <a:lnTo>
                    <a:pt x="139" y="42"/>
                  </a:lnTo>
                  <a:lnTo>
                    <a:pt x="137" y="37"/>
                  </a:lnTo>
                  <a:lnTo>
                    <a:pt x="135" y="34"/>
                  </a:lnTo>
                  <a:lnTo>
                    <a:pt x="135" y="27"/>
                  </a:lnTo>
                  <a:lnTo>
                    <a:pt x="138" y="25"/>
                  </a:lnTo>
                  <a:lnTo>
                    <a:pt x="141" y="23"/>
                  </a:lnTo>
                  <a:lnTo>
                    <a:pt x="144" y="20"/>
                  </a:lnTo>
                  <a:lnTo>
                    <a:pt x="154" y="10"/>
                  </a:lnTo>
                  <a:lnTo>
                    <a:pt x="155" y="11"/>
                  </a:lnTo>
                  <a:lnTo>
                    <a:pt x="156" y="13"/>
                  </a:lnTo>
                  <a:lnTo>
                    <a:pt x="159" y="13"/>
                  </a:lnTo>
                  <a:lnTo>
                    <a:pt x="161" y="11"/>
                  </a:lnTo>
                  <a:lnTo>
                    <a:pt x="161" y="9"/>
                  </a:lnTo>
                  <a:lnTo>
                    <a:pt x="167" y="4"/>
                  </a:lnTo>
                  <a:lnTo>
                    <a:pt x="172" y="4"/>
                  </a:lnTo>
                  <a:lnTo>
                    <a:pt x="176" y="6"/>
                  </a:lnTo>
                  <a:lnTo>
                    <a:pt x="177" y="7"/>
                  </a:lnTo>
                  <a:lnTo>
                    <a:pt x="177" y="9"/>
                  </a:lnTo>
                  <a:lnTo>
                    <a:pt x="178" y="11"/>
                  </a:lnTo>
                  <a:lnTo>
                    <a:pt x="181" y="15"/>
                  </a:lnTo>
                  <a:lnTo>
                    <a:pt x="185" y="15"/>
                  </a:lnTo>
                  <a:lnTo>
                    <a:pt x="190" y="12"/>
                  </a:lnTo>
                  <a:lnTo>
                    <a:pt x="192" y="12"/>
                  </a:lnTo>
                  <a:lnTo>
                    <a:pt x="195" y="11"/>
                  </a:lnTo>
                  <a:lnTo>
                    <a:pt x="209" y="11"/>
                  </a:lnTo>
                  <a:lnTo>
                    <a:pt x="214" y="9"/>
                  </a:lnTo>
                  <a:lnTo>
                    <a:pt x="220" y="5"/>
                  </a:lnTo>
                  <a:lnTo>
                    <a:pt x="228" y="1"/>
                  </a:lnTo>
                  <a:lnTo>
                    <a:pt x="230" y="0"/>
                  </a:lnTo>
                  <a:lnTo>
                    <a:pt x="23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3" name="Freeform 68"/>
            <p:cNvSpPr>
              <a:spLocks/>
            </p:cNvSpPr>
            <p:nvPr/>
          </p:nvSpPr>
          <p:spPr bwMode="auto">
            <a:xfrm>
              <a:off x="3294063" y="1538288"/>
              <a:ext cx="434975" cy="233363"/>
            </a:xfrm>
            <a:custGeom>
              <a:avLst/>
              <a:gdLst/>
              <a:ahLst/>
              <a:cxnLst>
                <a:cxn ang="0">
                  <a:pos x="44" y="6"/>
                </a:cxn>
                <a:cxn ang="0">
                  <a:pos x="47" y="11"/>
                </a:cxn>
                <a:cxn ang="0">
                  <a:pos x="56" y="8"/>
                </a:cxn>
                <a:cxn ang="0">
                  <a:pos x="61" y="6"/>
                </a:cxn>
                <a:cxn ang="0">
                  <a:pos x="74" y="15"/>
                </a:cxn>
                <a:cxn ang="0">
                  <a:pos x="90" y="27"/>
                </a:cxn>
                <a:cxn ang="0">
                  <a:pos x="103" y="35"/>
                </a:cxn>
                <a:cxn ang="0">
                  <a:pos x="116" y="32"/>
                </a:cxn>
                <a:cxn ang="0">
                  <a:pos x="127" y="29"/>
                </a:cxn>
                <a:cxn ang="0">
                  <a:pos x="148" y="26"/>
                </a:cxn>
                <a:cxn ang="0">
                  <a:pos x="164" y="32"/>
                </a:cxn>
                <a:cxn ang="0">
                  <a:pos x="167" y="39"/>
                </a:cxn>
                <a:cxn ang="0">
                  <a:pos x="169" y="43"/>
                </a:cxn>
                <a:cxn ang="0">
                  <a:pos x="187" y="48"/>
                </a:cxn>
                <a:cxn ang="0">
                  <a:pos x="206" y="44"/>
                </a:cxn>
                <a:cxn ang="0">
                  <a:pos x="215" y="39"/>
                </a:cxn>
                <a:cxn ang="0">
                  <a:pos x="225" y="38"/>
                </a:cxn>
                <a:cxn ang="0">
                  <a:pos x="241" y="47"/>
                </a:cxn>
                <a:cxn ang="0">
                  <a:pos x="249" y="46"/>
                </a:cxn>
                <a:cxn ang="0">
                  <a:pos x="263" y="56"/>
                </a:cxn>
                <a:cxn ang="0">
                  <a:pos x="273" y="61"/>
                </a:cxn>
                <a:cxn ang="0">
                  <a:pos x="273" y="65"/>
                </a:cxn>
                <a:cxn ang="0">
                  <a:pos x="266" y="71"/>
                </a:cxn>
                <a:cxn ang="0">
                  <a:pos x="265" y="77"/>
                </a:cxn>
                <a:cxn ang="0">
                  <a:pos x="262" y="82"/>
                </a:cxn>
                <a:cxn ang="0">
                  <a:pos x="257" y="90"/>
                </a:cxn>
                <a:cxn ang="0">
                  <a:pos x="249" y="106"/>
                </a:cxn>
                <a:cxn ang="0">
                  <a:pos x="242" y="98"/>
                </a:cxn>
                <a:cxn ang="0">
                  <a:pos x="240" y="98"/>
                </a:cxn>
                <a:cxn ang="0">
                  <a:pos x="232" y="117"/>
                </a:cxn>
                <a:cxn ang="0">
                  <a:pos x="227" y="130"/>
                </a:cxn>
                <a:cxn ang="0">
                  <a:pos x="225" y="142"/>
                </a:cxn>
                <a:cxn ang="0">
                  <a:pos x="194" y="143"/>
                </a:cxn>
                <a:cxn ang="0">
                  <a:pos x="179" y="133"/>
                </a:cxn>
                <a:cxn ang="0">
                  <a:pos x="156" y="136"/>
                </a:cxn>
                <a:cxn ang="0">
                  <a:pos x="151" y="120"/>
                </a:cxn>
                <a:cxn ang="0">
                  <a:pos x="145" y="114"/>
                </a:cxn>
                <a:cxn ang="0">
                  <a:pos x="115" y="126"/>
                </a:cxn>
                <a:cxn ang="0">
                  <a:pos x="94" y="122"/>
                </a:cxn>
                <a:cxn ang="0">
                  <a:pos x="90" y="102"/>
                </a:cxn>
                <a:cxn ang="0">
                  <a:pos x="90" y="87"/>
                </a:cxn>
                <a:cxn ang="0">
                  <a:pos x="87" y="75"/>
                </a:cxn>
                <a:cxn ang="0">
                  <a:pos x="71" y="81"/>
                </a:cxn>
                <a:cxn ang="0">
                  <a:pos x="59" y="91"/>
                </a:cxn>
                <a:cxn ang="0">
                  <a:pos x="42" y="91"/>
                </a:cxn>
                <a:cxn ang="0">
                  <a:pos x="26" y="65"/>
                </a:cxn>
                <a:cxn ang="0">
                  <a:pos x="0" y="48"/>
                </a:cxn>
                <a:cxn ang="0">
                  <a:pos x="10" y="38"/>
                </a:cxn>
                <a:cxn ang="0">
                  <a:pos x="23" y="25"/>
                </a:cxn>
                <a:cxn ang="0">
                  <a:pos x="37" y="20"/>
                </a:cxn>
                <a:cxn ang="0">
                  <a:pos x="39" y="10"/>
                </a:cxn>
                <a:cxn ang="0">
                  <a:pos x="43" y="0"/>
                </a:cxn>
              </a:cxnLst>
              <a:rect l="0" t="0" r="r" b="b"/>
              <a:pathLst>
                <a:path w="274" h="147">
                  <a:moveTo>
                    <a:pt x="43" y="0"/>
                  </a:moveTo>
                  <a:lnTo>
                    <a:pt x="44" y="3"/>
                  </a:lnTo>
                  <a:lnTo>
                    <a:pt x="44" y="6"/>
                  </a:lnTo>
                  <a:lnTo>
                    <a:pt x="45" y="8"/>
                  </a:lnTo>
                  <a:lnTo>
                    <a:pt x="45" y="10"/>
                  </a:lnTo>
                  <a:lnTo>
                    <a:pt x="47" y="11"/>
                  </a:lnTo>
                  <a:lnTo>
                    <a:pt x="52" y="11"/>
                  </a:lnTo>
                  <a:lnTo>
                    <a:pt x="54" y="9"/>
                  </a:lnTo>
                  <a:lnTo>
                    <a:pt x="56" y="8"/>
                  </a:lnTo>
                  <a:lnTo>
                    <a:pt x="57" y="6"/>
                  </a:lnTo>
                  <a:lnTo>
                    <a:pt x="59" y="6"/>
                  </a:lnTo>
                  <a:lnTo>
                    <a:pt x="61" y="6"/>
                  </a:lnTo>
                  <a:lnTo>
                    <a:pt x="62" y="6"/>
                  </a:lnTo>
                  <a:lnTo>
                    <a:pt x="67" y="11"/>
                  </a:lnTo>
                  <a:lnTo>
                    <a:pt x="74" y="15"/>
                  </a:lnTo>
                  <a:lnTo>
                    <a:pt x="80" y="18"/>
                  </a:lnTo>
                  <a:lnTo>
                    <a:pt x="85" y="22"/>
                  </a:lnTo>
                  <a:lnTo>
                    <a:pt x="90" y="27"/>
                  </a:lnTo>
                  <a:lnTo>
                    <a:pt x="95" y="32"/>
                  </a:lnTo>
                  <a:lnTo>
                    <a:pt x="99" y="35"/>
                  </a:lnTo>
                  <a:lnTo>
                    <a:pt x="103" y="35"/>
                  </a:lnTo>
                  <a:lnTo>
                    <a:pt x="112" y="33"/>
                  </a:lnTo>
                  <a:lnTo>
                    <a:pt x="114" y="32"/>
                  </a:lnTo>
                  <a:lnTo>
                    <a:pt x="116" y="32"/>
                  </a:lnTo>
                  <a:lnTo>
                    <a:pt x="119" y="31"/>
                  </a:lnTo>
                  <a:lnTo>
                    <a:pt x="122" y="30"/>
                  </a:lnTo>
                  <a:lnTo>
                    <a:pt x="127" y="29"/>
                  </a:lnTo>
                  <a:lnTo>
                    <a:pt x="134" y="27"/>
                  </a:lnTo>
                  <a:lnTo>
                    <a:pt x="143" y="27"/>
                  </a:lnTo>
                  <a:lnTo>
                    <a:pt x="148" y="26"/>
                  </a:lnTo>
                  <a:lnTo>
                    <a:pt x="155" y="27"/>
                  </a:lnTo>
                  <a:lnTo>
                    <a:pt x="160" y="28"/>
                  </a:lnTo>
                  <a:lnTo>
                    <a:pt x="164" y="32"/>
                  </a:lnTo>
                  <a:lnTo>
                    <a:pt x="166" y="34"/>
                  </a:lnTo>
                  <a:lnTo>
                    <a:pt x="167" y="37"/>
                  </a:lnTo>
                  <a:lnTo>
                    <a:pt x="167" y="39"/>
                  </a:lnTo>
                  <a:lnTo>
                    <a:pt x="168" y="40"/>
                  </a:lnTo>
                  <a:lnTo>
                    <a:pt x="168" y="41"/>
                  </a:lnTo>
                  <a:lnTo>
                    <a:pt x="169" y="43"/>
                  </a:lnTo>
                  <a:lnTo>
                    <a:pt x="172" y="45"/>
                  </a:lnTo>
                  <a:lnTo>
                    <a:pt x="180" y="47"/>
                  </a:lnTo>
                  <a:lnTo>
                    <a:pt x="187" y="48"/>
                  </a:lnTo>
                  <a:lnTo>
                    <a:pt x="194" y="46"/>
                  </a:lnTo>
                  <a:lnTo>
                    <a:pt x="200" y="44"/>
                  </a:lnTo>
                  <a:lnTo>
                    <a:pt x="206" y="44"/>
                  </a:lnTo>
                  <a:lnTo>
                    <a:pt x="210" y="43"/>
                  </a:lnTo>
                  <a:lnTo>
                    <a:pt x="213" y="40"/>
                  </a:lnTo>
                  <a:lnTo>
                    <a:pt x="215" y="39"/>
                  </a:lnTo>
                  <a:lnTo>
                    <a:pt x="219" y="35"/>
                  </a:lnTo>
                  <a:lnTo>
                    <a:pt x="221" y="35"/>
                  </a:lnTo>
                  <a:lnTo>
                    <a:pt x="225" y="38"/>
                  </a:lnTo>
                  <a:lnTo>
                    <a:pt x="232" y="40"/>
                  </a:lnTo>
                  <a:lnTo>
                    <a:pt x="238" y="43"/>
                  </a:lnTo>
                  <a:lnTo>
                    <a:pt x="241" y="47"/>
                  </a:lnTo>
                  <a:lnTo>
                    <a:pt x="245" y="47"/>
                  </a:lnTo>
                  <a:lnTo>
                    <a:pt x="246" y="46"/>
                  </a:lnTo>
                  <a:lnTo>
                    <a:pt x="249" y="46"/>
                  </a:lnTo>
                  <a:lnTo>
                    <a:pt x="253" y="48"/>
                  </a:lnTo>
                  <a:lnTo>
                    <a:pt x="257" y="51"/>
                  </a:lnTo>
                  <a:lnTo>
                    <a:pt x="263" y="56"/>
                  </a:lnTo>
                  <a:lnTo>
                    <a:pt x="268" y="59"/>
                  </a:lnTo>
                  <a:lnTo>
                    <a:pt x="272" y="61"/>
                  </a:lnTo>
                  <a:lnTo>
                    <a:pt x="273" y="61"/>
                  </a:lnTo>
                  <a:lnTo>
                    <a:pt x="274" y="62"/>
                  </a:lnTo>
                  <a:lnTo>
                    <a:pt x="273" y="63"/>
                  </a:lnTo>
                  <a:lnTo>
                    <a:pt x="273" y="65"/>
                  </a:lnTo>
                  <a:lnTo>
                    <a:pt x="271" y="65"/>
                  </a:lnTo>
                  <a:lnTo>
                    <a:pt x="270" y="67"/>
                  </a:lnTo>
                  <a:lnTo>
                    <a:pt x="266" y="71"/>
                  </a:lnTo>
                  <a:lnTo>
                    <a:pt x="266" y="73"/>
                  </a:lnTo>
                  <a:lnTo>
                    <a:pt x="265" y="75"/>
                  </a:lnTo>
                  <a:lnTo>
                    <a:pt x="265" y="77"/>
                  </a:lnTo>
                  <a:lnTo>
                    <a:pt x="264" y="80"/>
                  </a:lnTo>
                  <a:lnTo>
                    <a:pt x="263" y="81"/>
                  </a:lnTo>
                  <a:lnTo>
                    <a:pt x="262" y="82"/>
                  </a:lnTo>
                  <a:lnTo>
                    <a:pt x="260" y="83"/>
                  </a:lnTo>
                  <a:lnTo>
                    <a:pt x="258" y="87"/>
                  </a:lnTo>
                  <a:lnTo>
                    <a:pt x="257" y="90"/>
                  </a:lnTo>
                  <a:lnTo>
                    <a:pt x="255" y="103"/>
                  </a:lnTo>
                  <a:lnTo>
                    <a:pt x="252" y="106"/>
                  </a:lnTo>
                  <a:lnTo>
                    <a:pt x="249" y="106"/>
                  </a:lnTo>
                  <a:lnTo>
                    <a:pt x="247" y="105"/>
                  </a:lnTo>
                  <a:lnTo>
                    <a:pt x="245" y="103"/>
                  </a:lnTo>
                  <a:lnTo>
                    <a:pt x="242" y="98"/>
                  </a:lnTo>
                  <a:lnTo>
                    <a:pt x="241" y="97"/>
                  </a:lnTo>
                  <a:lnTo>
                    <a:pt x="240" y="97"/>
                  </a:lnTo>
                  <a:lnTo>
                    <a:pt x="240" y="98"/>
                  </a:lnTo>
                  <a:lnTo>
                    <a:pt x="237" y="102"/>
                  </a:lnTo>
                  <a:lnTo>
                    <a:pt x="234" y="110"/>
                  </a:lnTo>
                  <a:lnTo>
                    <a:pt x="232" y="117"/>
                  </a:lnTo>
                  <a:lnTo>
                    <a:pt x="231" y="124"/>
                  </a:lnTo>
                  <a:lnTo>
                    <a:pt x="229" y="126"/>
                  </a:lnTo>
                  <a:lnTo>
                    <a:pt x="227" y="130"/>
                  </a:lnTo>
                  <a:lnTo>
                    <a:pt x="226" y="131"/>
                  </a:lnTo>
                  <a:lnTo>
                    <a:pt x="225" y="133"/>
                  </a:lnTo>
                  <a:lnTo>
                    <a:pt x="225" y="142"/>
                  </a:lnTo>
                  <a:lnTo>
                    <a:pt x="204" y="147"/>
                  </a:lnTo>
                  <a:lnTo>
                    <a:pt x="198" y="146"/>
                  </a:lnTo>
                  <a:lnTo>
                    <a:pt x="194" y="143"/>
                  </a:lnTo>
                  <a:lnTo>
                    <a:pt x="188" y="137"/>
                  </a:lnTo>
                  <a:lnTo>
                    <a:pt x="184" y="134"/>
                  </a:lnTo>
                  <a:lnTo>
                    <a:pt x="179" y="133"/>
                  </a:lnTo>
                  <a:lnTo>
                    <a:pt x="170" y="135"/>
                  </a:lnTo>
                  <a:lnTo>
                    <a:pt x="161" y="141"/>
                  </a:lnTo>
                  <a:lnTo>
                    <a:pt x="156" y="136"/>
                  </a:lnTo>
                  <a:lnTo>
                    <a:pt x="155" y="133"/>
                  </a:lnTo>
                  <a:lnTo>
                    <a:pt x="153" y="127"/>
                  </a:lnTo>
                  <a:lnTo>
                    <a:pt x="151" y="120"/>
                  </a:lnTo>
                  <a:lnTo>
                    <a:pt x="149" y="115"/>
                  </a:lnTo>
                  <a:lnTo>
                    <a:pt x="147" y="113"/>
                  </a:lnTo>
                  <a:lnTo>
                    <a:pt x="145" y="114"/>
                  </a:lnTo>
                  <a:lnTo>
                    <a:pt x="139" y="116"/>
                  </a:lnTo>
                  <a:lnTo>
                    <a:pt x="123" y="124"/>
                  </a:lnTo>
                  <a:lnTo>
                    <a:pt x="115" y="126"/>
                  </a:lnTo>
                  <a:lnTo>
                    <a:pt x="107" y="127"/>
                  </a:lnTo>
                  <a:lnTo>
                    <a:pt x="100" y="126"/>
                  </a:lnTo>
                  <a:lnTo>
                    <a:pt x="94" y="122"/>
                  </a:lnTo>
                  <a:lnTo>
                    <a:pt x="92" y="116"/>
                  </a:lnTo>
                  <a:lnTo>
                    <a:pt x="92" y="107"/>
                  </a:lnTo>
                  <a:lnTo>
                    <a:pt x="90" y="102"/>
                  </a:lnTo>
                  <a:lnTo>
                    <a:pt x="89" y="98"/>
                  </a:lnTo>
                  <a:lnTo>
                    <a:pt x="89" y="93"/>
                  </a:lnTo>
                  <a:lnTo>
                    <a:pt x="90" y="87"/>
                  </a:lnTo>
                  <a:lnTo>
                    <a:pt x="91" y="82"/>
                  </a:lnTo>
                  <a:lnTo>
                    <a:pt x="90" y="78"/>
                  </a:lnTo>
                  <a:lnTo>
                    <a:pt x="87" y="75"/>
                  </a:lnTo>
                  <a:lnTo>
                    <a:pt x="81" y="75"/>
                  </a:lnTo>
                  <a:lnTo>
                    <a:pt x="76" y="77"/>
                  </a:lnTo>
                  <a:lnTo>
                    <a:pt x="71" y="81"/>
                  </a:lnTo>
                  <a:lnTo>
                    <a:pt x="67" y="82"/>
                  </a:lnTo>
                  <a:lnTo>
                    <a:pt x="63" y="85"/>
                  </a:lnTo>
                  <a:lnTo>
                    <a:pt x="59" y="91"/>
                  </a:lnTo>
                  <a:lnTo>
                    <a:pt x="54" y="97"/>
                  </a:lnTo>
                  <a:lnTo>
                    <a:pt x="49" y="102"/>
                  </a:lnTo>
                  <a:lnTo>
                    <a:pt x="42" y="91"/>
                  </a:lnTo>
                  <a:lnTo>
                    <a:pt x="37" y="79"/>
                  </a:lnTo>
                  <a:lnTo>
                    <a:pt x="33" y="72"/>
                  </a:lnTo>
                  <a:lnTo>
                    <a:pt x="26" y="65"/>
                  </a:lnTo>
                  <a:lnTo>
                    <a:pt x="10" y="54"/>
                  </a:lnTo>
                  <a:lnTo>
                    <a:pt x="2" y="50"/>
                  </a:lnTo>
                  <a:lnTo>
                    <a:pt x="0" y="48"/>
                  </a:lnTo>
                  <a:lnTo>
                    <a:pt x="1" y="45"/>
                  </a:lnTo>
                  <a:lnTo>
                    <a:pt x="4" y="42"/>
                  </a:lnTo>
                  <a:lnTo>
                    <a:pt x="10" y="38"/>
                  </a:lnTo>
                  <a:lnTo>
                    <a:pt x="16" y="33"/>
                  </a:lnTo>
                  <a:lnTo>
                    <a:pt x="20" y="29"/>
                  </a:lnTo>
                  <a:lnTo>
                    <a:pt x="23" y="25"/>
                  </a:lnTo>
                  <a:lnTo>
                    <a:pt x="25" y="23"/>
                  </a:lnTo>
                  <a:lnTo>
                    <a:pt x="34" y="21"/>
                  </a:lnTo>
                  <a:lnTo>
                    <a:pt x="37" y="20"/>
                  </a:lnTo>
                  <a:lnTo>
                    <a:pt x="40" y="18"/>
                  </a:lnTo>
                  <a:lnTo>
                    <a:pt x="40" y="14"/>
                  </a:lnTo>
                  <a:lnTo>
                    <a:pt x="39" y="10"/>
                  </a:lnTo>
                  <a:lnTo>
                    <a:pt x="39" y="5"/>
                  </a:lnTo>
                  <a:lnTo>
                    <a:pt x="41" y="2"/>
                  </a:lnTo>
                  <a:lnTo>
                    <a:pt x="4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4" name="Freeform 69"/>
            <p:cNvSpPr>
              <a:spLocks/>
            </p:cNvSpPr>
            <p:nvPr/>
          </p:nvSpPr>
          <p:spPr bwMode="auto">
            <a:xfrm>
              <a:off x="3022601" y="1449388"/>
              <a:ext cx="349250" cy="385763"/>
            </a:xfrm>
            <a:custGeom>
              <a:avLst/>
              <a:gdLst/>
              <a:ahLst/>
              <a:cxnLst>
                <a:cxn ang="0">
                  <a:pos x="173" y="2"/>
                </a:cxn>
                <a:cxn ang="0">
                  <a:pos x="177" y="15"/>
                </a:cxn>
                <a:cxn ang="0">
                  <a:pos x="188" y="19"/>
                </a:cxn>
                <a:cxn ang="0">
                  <a:pos x="192" y="21"/>
                </a:cxn>
                <a:cxn ang="0">
                  <a:pos x="201" y="35"/>
                </a:cxn>
                <a:cxn ang="0">
                  <a:pos x="212" y="45"/>
                </a:cxn>
                <a:cxn ang="0">
                  <a:pos x="214" y="53"/>
                </a:cxn>
                <a:cxn ang="0">
                  <a:pos x="210" y="61"/>
                </a:cxn>
                <a:cxn ang="0">
                  <a:pos x="211" y="74"/>
                </a:cxn>
                <a:cxn ang="0">
                  <a:pos x="196" y="79"/>
                </a:cxn>
                <a:cxn ang="0">
                  <a:pos x="187" y="89"/>
                </a:cxn>
                <a:cxn ang="0">
                  <a:pos x="172" y="101"/>
                </a:cxn>
                <a:cxn ang="0">
                  <a:pos x="181" y="110"/>
                </a:cxn>
                <a:cxn ang="0">
                  <a:pos x="208" y="135"/>
                </a:cxn>
                <a:cxn ang="0">
                  <a:pos x="215" y="160"/>
                </a:cxn>
                <a:cxn ang="0">
                  <a:pos x="190" y="155"/>
                </a:cxn>
                <a:cxn ang="0">
                  <a:pos x="173" y="155"/>
                </a:cxn>
                <a:cxn ang="0">
                  <a:pos x="155" y="146"/>
                </a:cxn>
                <a:cxn ang="0">
                  <a:pos x="143" y="158"/>
                </a:cxn>
                <a:cxn ang="0">
                  <a:pos x="131" y="182"/>
                </a:cxn>
                <a:cxn ang="0">
                  <a:pos x="125" y="206"/>
                </a:cxn>
                <a:cxn ang="0">
                  <a:pos x="114" y="204"/>
                </a:cxn>
                <a:cxn ang="0">
                  <a:pos x="100" y="217"/>
                </a:cxn>
                <a:cxn ang="0">
                  <a:pos x="88" y="240"/>
                </a:cxn>
                <a:cxn ang="0">
                  <a:pos x="72" y="239"/>
                </a:cxn>
                <a:cxn ang="0">
                  <a:pos x="57" y="222"/>
                </a:cxn>
                <a:cxn ang="0">
                  <a:pos x="48" y="222"/>
                </a:cxn>
                <a:cxn ang="0">
                  <a:pos x="42" y="225"/>
                </a:cxn>
                <a:cxn ang="0">
                  <a:pos x="40" y="219"/>
                </a:cxn>
                <a:cxn ang="0">
                  <a:pos x="38" y="207"/>
                </a:cxn>
                <a:cxn ang="0">
                  <a:pos x="21" y="194"/>
                </a:cxn>
                <a:cxn ang="0">
                  <a:pos x="16" y="181"/>
                </a:cxn>
                <a:cxn ang="0">
                  <a:pos x="12" y="165"/>
                </a:cxn>
                <a:cxn ang="0">
                  <a:pos x="12" y="161"/>
                </a:cxn>
                <a:cxn ang="0">
                  <a:pos x="18" y="161"/>
                </a:cxn>
                <a:cxn ang="0">
                  <a:pos x="22" y="159"/>
                </a:cxn>
                <a:cxn ang="0">
                  <a:pos x="12" y="149"/>
                </a:cxn>
                <a:cxn ang="0">
                  <a:pos x="10" y="127"/>
                </a:cxn>
                <a:cxn ang="0">
                  <a:pos x="19" y="118"/>
                </a:cxn>
                <a:cxn ang="0">
                  <a:pos x="23" y="113"/>
                </a:cxn>
                <a:cxn ang="0">
                  <a:pos x="38" y="112"/>
                </a:cxn>
                <a:cxn ang="0">
                  <a:pos x="54" y="113"/>
                </a:cxn>
                <a:cxn ang="0">
                  <a:pos x="65" y="105"/>
                </a:cxn>
                <a:cxn ang="0">
                  <a:pos x="80" y="95"/>
                </a:cxn>
                <a:cxn ang="0">
                  <a:pos x="83" y="88"/>
                </a:cxn>
                <a:cxn ang="0">
                  <a:pos x="80" y="75"/>
                </a:cxn>
                <a:cxn ang="0">
                  <a:pos x="80" y="57"/>
                </a:cxn>
                <a:cxn ang="0">
                  <a:pos x="88" y="53"/>
                </a:cxn>
                <a:cxn ang="0">
                  <a:pos x="89" y="45"/>
                </a:cxn>
                <a:cxn ang="0">
                  <a:pos x="92" y="41"/>
                </a:cxn>
                <a:cxn ang="0">
                  <a:pos x="96" y="42"/>
                </a:cxn>
                <a:cxn ang="0">
                  <a:pos x="99" y="42"/>
                </a:cxn>
                <a:cxn ang="0">
                  <a:pos x="115" y="33"/>
                </a:cxn>
                <a:cxn ang="0">
                  <a:pos x="137" y="27"/>
                </a:cxn>
                <a:cxn ang="0">
                  <a:pos x="145" y="22"/>
                </a:cxn>
                <a:cxn ang="0">
                  <a:pos x="149" y="22"/>
                </a:cxn>
                <a:cxn ang="0">
                  <a:pos x="151" y="26"/>
                </a:cxn>
                <a:cxn ang="0">
                  <a:pos x="154" y="28"/>
                </a:cxn>
                <a:cxn ang="0">
                  <a:pos x="157" y="19"/>
                </a:cxn>
                <a:cxn ang="0">
                  <a:pos x="163" y="5"/>
                </a:cxn>
                <a:cxn ang="0">
                  <a:pos x="170" y="2"/>
                </a:cxn>
              </a:cxnLst>
              <a:rect l="0" t="0" r="r" b="b"/>
              <a:pathLst>
                <a:path w="220" h="243">
                  <a:moveTo>
                    <a:pt x="173" y="0"/>
                  </a:moveTo>
                  <a:lnTo>
                    <a:pt x="173" y="1"/>
                  </a:lnTo>
                  <a:lnTo>
                    <a:pt x="173" y="2"/>
                  </a:lnTo>
                  <a:lnTo>
                    <a:pt x="173" y="3"/>
                  </a:lnTo>
                  <a:lnTo>
                    <a:pt x="174" y="10"/>
                  </a:lnTo>
                  <a:lnTo>
                    <a:pt x="177" y="15"/>
                  </a:lnTo>
                  <a:lnTo>
                    <a:pt x="182" y="18"/>
                  </a:lnTo>
                  <a:lnTo>
                    <a:pt x="183" y="19"/>
                  </a:lnTo>
                  <a:lnTo>
                    <a:pt x="188" y="19"/>
                  </a:lnTo>
                  <a:lnTo>
                    <a:pt x="190" y="20"/>
                  </a:lnTo>
                  <a:lnTo>
                    <a:pt x="190" y="20"/>
                  </a:lnTo>
                  <a:lnTo>
                    <a:pt x="192" y="21"/>
                  </a:lnTo>
                  <a:lnTo>
                    <a:pt x="193" y="24"/>
                  </a:lnTo>
                  <a:lnTo>
                    <a:pt x="196" y="29"/>
                  </a:lnTo>
                  <a:lnTo>
                    <a:pt x="201" y="35"/>
                  </a:lnTo>
                  <a:lnTo>
                    <a:pt x="207" y="39"/>
                  </a:lnTo>
                  <a:lnTo>
                    <a:pt x="210" y="44"/>
                  </a:lnTo>
                  <a:lnTo>
                    <a:pt x="212" y="45"/>
                  </a:lnTo>
                  <a:lnTo>
                    <a:pt x="213" y="47"/>
                  </a:lnTo>
                  <a:lnTo>
                    <a:pt x="213" y="50"/>
                  </a:lnTo>
                  <a:lnTo>
                    <a:pt x="214" y="53"/>
                  </a:lnTo>
                  <a:lnTo>
                    <a:pt x="214" y="56"/>
                  </a:lnTo>
                  <a:lnTo>
                    <a:pt x="212" y="58"/>
                  </a:lnTo>
                  <a:lnTo>
                    <a:pt x="210" y="61"/>
                  </a:lnTo>
                  <a:lnTo>
                    <a:pt x="210" y="66"/>
                  </a:lnTo>
                  <a:lnTo>
                    <a:pt x="211" y="70"/>
                  </a:lnTo>
                  <a:lnTo>
                    <a:pt x="211" y="74"/>
                  </a:lnTo>
                  <a:lnTo>
                    <a:pt x="208" y="76"/>
                  </a:lnTo>
                  <a:lnTo>
                    <a:pt x="205" y="77"/>
                  </a:lnTo>
                  <a:lnTo>
                    <a:pt x="196" y="79"/>
                  </a:lnTo>
                  <a:lnTo>
                    <a:pt x="194" y="81"/>
                  </a:lnTo>
                  <a:lnTo>
                    <a:pt x="191" y="85"/>
                  </a:lnTo>
                  <a:lnTo>
                    <a:pt x="187" y="89"/>
                  </a:lnTo>
                  <a:lnTo>
                    <a:pt x="181" y="94"/>
                  </a:lnTo>
                  <a:lnTo>
                    <a:pt x="175" y="98"/>
                  </a:lnTo>
                  <a:lnTo>
                    <a:pt x="172" y="101"/>
                  </a:lnTo>
                  <a:lnTo>
                    <a:pt x="171" y="104"/>
                  </a:lnTo>
                  <a:lnTo>
                    <a:pt x="173" y="106"/>
                  </a:lnTo>
                  <a:lnTo>
                    <a:pt x="181" y="110"/>
                  </a:lnTo>
                  <a:lnTo>
                    <a:pt x="197" y="121"/>
                  </a:lnTo>
                  <a:lnTo>
                    <a:pt x="204" y="128"/>
                  </a:lnTo>
                  <a:lnTo>
                    <a:pt x="208" y="135"/>
                  </a:lnTo>
                  <a:lnTo>
                    <a:pt x="213" y="147"/>
                  </a:lnTo>
                  <a:lnTo>
                    <a:pt x="220" y="158"/>
                  </a:lnTo>
                  <a:lnTo>
                    <a:pt x="215" y="160"/>
                  </a:lnTo>
                  <a:lnTo>
                    <a:pt x="206" y="158"/>
                  </a:lnTo>
                  <a:lnTo>
                    <a:pt x="198" y="156"/>
                  </a:lnTo>
                  <a:lnTo>
                    <a:pt x="190" y="155"/>
                  </a:lnTo>
                  <a:lnTo>
                    <a:pt x="183" y="156"/>
                  </a:lnTo>
                  <a:lnTo>
                    <a:pt x="179" y="156"/>
                  </a:lnTo>
                  <a:lnTo>
                    <a:pt x="173" y="155"/>
                  </a:lnTo>
                  <a:lnTo>
                    <a:pt x="166" y="151"/>
                  </a:lnTo>
                  <a:lnTo>
                    <a:pt x="160" y="148"/>
                  </a:lnTo>
                  <a:lnTo>
                    <a:pt x="155" y="146"/>
                  </a:lnTo>
                  <a:lnTo>
                    <a:pt x="151" y="146"/>
                  </a:lnTo>
                  <a:lnTo>
                    <a:pt x="148" y="150"/>
                  </a:lnTo>
                  <a:lnTo>
                    <a:pt x="143" y="158"/>
                  </a:lnTo>
                  <a:lnTo>
                    <a:pt x="139" y="168"/>
                  </a:lnTo>
                  <a:lnTo>
                    <a:pt x="135" y="177"/>
                  </a:lnTo>
                  <a:lnTo>
                    <a:pt x="131" y="182"/>
                  </a:lnTo>
                  <a:lnTo>
                    <a:pt x="130" y="186"/>
                  </a:lnTo>
                  <a:lnTo>
                    <a:pt x="127" y="202"/>
                  </a:lnTo>
                  <a:lnTo>
                    <a:pt x="125" y="206"/>
                  </a:lnTo>
                  <a:lnTo>
                    <a:pt x="122" y="207"/>
                  </a:lnTo>
                  <a:lnTo>
                    <a:pt x="118" y="206"/>
                  </a:lnTo>
                  <a:lnTo>
                    <a:pt x="114" y="204"/>
                  </a:lnTo>
                  <a:lnTo>
                    <a:pt x="110" y="203"/>
                  </a:lnTo>
                  <a:lnTo>
                    <a:pt x="106" y="205"/>
                  </a:lnTo>
                  <a:lnTo>
                    <a:pt x="100" y="217"/>
                  </a:lnTo>
                  <a:lnTo>
                    <a:pt x="97" y="226"/>
                  </a:lnTo>
                  <a:lnTo>
                    <a:pt x="92" y="234"/>
                  </a:lnTo>
                  <a:lnTo>
                    <a:pt x="88" y="240"/>
                  </a:lnTo>
                  <a:lnTo>
                    <a:pt x="85" y="243"/>
                  </a:lnTo>
                  <a:lnTo>
                    <a:pt x="78" y="242"/>
                  </a:lnTo>
                  <a:lnTo>
                    <a:pt x="72" y="239"/>
                  </a:lnTo>
                  <a:lnTo>
                    <a:pt x="67" y="232"/>
                  </a:lnTo>
                  <a:lnTo>
                    <a:pt x="63" y="227"/>
                  </a:lnTo>
                  <a:lnTo>
                    <a:pt x="57" y="222"/>
                  </a:lnTo>
                  <a:lnTo>
                    <a:pt x="53" y="220"/>
                  </a:lnTo>
                  <a:lnTo>
                    <a:pt x="49" y="220"/>
                  </a:lnTo>
                  <a:lnTo>
                    <a:pt x="48" y="222"/>
                  </a:lnTo>
                  <a:lnTo>
                    <a:pt x="46" y="223"/>
                  </a:lnTo>
                  <a:lnTo>
                    <a:pt x="46" y="223"/>
                  </a:lnTo>
                  <a:lnTo>
                    <a:pt x="42" y="225"/>
                  </a:lnTo>
                  <a:lnTo>
                    <a:pt x="41" y="225"/>
                  </a:lnTo>
                  <a:lnTo>
                    <a:pt x="40" y="224"/>
                  </a:lnTo>
                  <a:lnTo>
                    <a:pt x="40" y="219"/>
                  </a:lnTo>
                  <a:lnTo>
                    <a:pt x="41" y="214"/>
                  </a:lnTo>
                  <a:lnTo>
                    <a:pt x="41" y="211"/>
                  </a:lnTo>
                  <a:lnTo>
                    <a:pt x="38" y="207"/>
                  </a:lnTo>
                  <a:lnTo>
                    <a:pt x="34" y="204"/>
                  </a:lnTo>
                  <a:lnTo>
                    <a:pt x="28" y="198"/>
                  </a:lnTo>
                  <a:lnTo>
                    <a:pt x="21" y="194"/>
                  </a:lnTo>
                  <a:lnTo>
                    <a:pt x="17" y="189"/>
                  </a:lnTo>
                  <a:lnTo>
                    <a:pt x="15" y="185"/>
                  </a:lnTo>
                  <a:lnTo>
                    <a:pt x="16" y="181"/>
                  </a:lnTo>
                  <a:lnTo>
                    <a:pt x="16" y="177"/>
                  </a:lnTo>
                  <a:lnTo>
                    <a:pt x="15" y="172"/>
                  </a:lnTo>
                  <a:lnTo>
                    <a:pt x="12" y="165"/>
                  </a:lnTo>
                  <a:lnTo>
                    <a:pt x="12" y="164"/>
                  </a:lnTo>
                  <a:lnTo>
                    <a:pt x="12" y="161"/>
                  </a:lnTo>
                  <a:lnTo>
                    <a:pt x="12" y="161"/>
                  </a:lnTo>
                  <a:lnTo>
                    <a:pt x="14" y="160"/>
                  </a:lnTo>
                  <a:lnTo>
                    <a:pt x="16" y="160"/>
                  </a:lnTo>
                  <a:lnTo>
                    <a:pt x="18" y="161"/>
                  </a:lnTo>
                  <a:lnTo>
                    <a:pt x="21" y="161"/>
                  </a:lnTo>
                  <a:lnTo>
                    <a:pt x="22" y="160"/>
                  </a:lnTo>
                  <a:lnTo>
                    <a:pt x="22" y="159"/>
                  </a:lnTo>
                  <a:lnTo>
                    <a:pt x="21" y="158"/>
                  </a:lnTo>
                  <a:lnTo>
                    <a:pt x="18" y="154"/>
                  </a:lnTo>
                  <a:lnTo>
                    <a:pt x="12" y="149"/>
                  </a:lnTo>
                  <a:lnTo>
                    <a:pt x="0" y="138"/>
                  </a:lnTo>
                  <a:lnTo>
                    <a:pt x="5" y="133"/>
                  </a:lnTo>
                  <a:lnTo>
                    <a:pt x="10" y="127"/>
                  </a:lnTo>
                  <a:lnTo>
                    <a:pt x="15" y="122"/>
                  </a:lnTo>
                  <a:lnTo>
                    <a:pt x="17" y="121"/>
                  </a:lnTo>
                  <a:lnTo>
                    <a:pt x="19" y="118"/>
                  </a:lnTo>
                  <a:lnTo>
                    <a:pt x="21" y="115"/>
                  </a:lnTo>
                  <a:lnTo>
                    <a:pt x="21" y="113"/>
                  </a:lnTo>
                  <a:lnTo>
                    <a:pt x="23" y="113"/>
                  </a:lnTo>
                  <a:lnTo>
                    <a:pt x="26" y="111"/>
                  </a:lnTo>
                  <a:lnTo>
                    <a:pt x="29" y="111"/>
                  </a:lnTo>
                  <a:lnTo>
                    <a:pt x="38" y="112"/>
                  </a:lnTo>
                  <a:lnTo>
                    <a:pt x="46" y="113"/>
                  </a:lnTo>
                  <a:lnTo>
                    <a:pt x="51" y="113"/>
                  </a:lnTo>
                  <a:lnTo>
                    <a:pt x="54" y="113"/>
                  </a:lnTo>
                  <a:lnTo>
                    <a:pt x="56" y="113"/>
                  </a:lnTo>
                  <a:lnTo>
                    <a:pt x="60" y="111"/>
                  </a:lnTo>
                  <a:lnTo>
                    <a:pt x="65" y="105"/>
                  </a:lnTo>
                  <a:lnTo>
                    <a:pt x="71" y="100"/>
                  </a:lnTo>
                  <a:lnTo>
                    <a:pt x="76" y="96"/>
                  </a:lnTo>
                  <a:lnTo>
                    <a:pt x="80" y="95"/>
                  </a:lnTo>
                  <a:lnTo>
                    <a:pt x="82" y="93"/>
                  </a:lnTo>
                  <a:lnTo>
                    <a:pt x="83" y="90"/>
                  </a:lnTo>
                  <a:lnTo>
                    <a:pt x="83" y="88"/>
                  </a:lnTo>
                  <a:lnTo>
                    <a:pt x="82" y="84"/>
                  </a:lnTo>
                  <a:lnTo>
                    <a:pt x="81" y="79"/>
                  </a:lnTo>
                  <a:lnTo>
                    <a:pt x="80" y="75"/>
                  </a:lnTo>
                  <a:lnTo>
                    <a:pt x="78" y="64"/>
                  </a:lnTo>
                  <a:lnTo>
                    <a:pt x="78" y="60"/>
                  </a:lnTo>
                  <a:lnTo>
                    <a:pt x="80" y="57"/>
                  </a:lnTo>
                  <a:lnTo>
                    <a:pt x="83" y="55"/>
                  </a:lnTo>
                  <a:lnTo>
                    <a:pt x="86" y="54"/>
                  </a:lnTo>
                  <a:lnTo>
                    <a:pt x="88" y="53"/>
                  </a:lnTo>
                  <a:lnTo>
                    <a:pt x="88" y="51"/>
                  </a:lnTo>
                  <a:lnTo>
                    <a:pt x="88" y="46"/>
                  </a:lnTo>
                  <a:lnTo>
                    <a:pt x="89" y="45"/>
                  </a:lnTo>
                  <a:lnTo>
                    <a:pt x="89" y="43"/>
                  </a:lnTo>
                  <a:lnTo>
                    <a:pt x="90" y="42"/>
                  </a:lnTo>
                  <a:lnTo>
                    <a:pt x="92" y="41"/>
                  </a:lnTo>
                  <a:lnTo>
                    <a:pt x="94" y="41"/>
                  </a:lnTo>
                  <a:lnTo>
                    <a:pt x="95" y="42"/>
                  </a:lnTo>
                  <a:lnTo>
                    <a:pt x="96" y="42"/>
                  </a:lnTo>
                  <a:lnTo>
                    <a:pt x="97" y="43"/>
                  </a:lnTo>
                  <a:lnTo>
                    <a:pt x="98" y="43"/>
                  </a:lnTo>
                  <a:lnTo>
                    <a:pt x="99" y="42"/>
                  </a:lnTo>
                  <a:lnTo>
                    <a:pt x="102" y="41"/>
                  </a:lnTo>
                  <a:lnTo>
                    <a:pt x="108" y="37"/>
                  </a:lnTo>
                  <a:lnTo>
                    <a:pt x="115" y="33"/>
                  </a:lnTo>
                  <a:lnTo>
                    <a:pt x="125" y="29"/>
                  </a:lnTo>
                  <a:lnTo>
                    <a:pt x="132" y="28"/>
                  </a:lnTo>
                  <a:lnTo>
                    <a:pt x="137" y="27"/>
                  </a:lnTo>
                  <a:lnTo>
                    <a:pt x="140" y="26"/>
                  </a:lnTo>
                  <a:lnTo>
                    <a:pt x="143" y="24"/>
                  </a:lnTo>
                  <a:lnTo>
                    <a:pt x="145" y="22"/>
                  </a:lnTo>
                  <a:lnTo>
                    <a:pt x="147" y="21"/>
                  </a:lnTo>
                  <a:lnTo>
                    <a:pt x="148" y="22"/>
                  </a:lnTo>
                  <a:lnTo>
                    <a:pt x="149" y="22"/>
                  </a:lnTo>
                  <a:lnTo>
                    <a:pt x="150" y="24"/>
                  </a:lnTo>
                  <a:lnTo>
                    <a:pt x="151" y="25"/>
                  </a:lnTo>
                  <a:lnTo>
                    <a:pt x="151" y="26"/>
                  </a:lnTo>
                  <a:lnTo>
                    <a:pt x="152" y="28"/>
                  </a:lnTo>
                  <a:lnTo>
                    <a:pt x="152" y="28"/>
                  </a:lnTo>
                  <a:lnTo>
                    <a:pt x="154" y="28"/>
                  </a:lnTo>
                  <a:lnTo>
                    <a:pt x="155" y="28"/>
                  </a:lnTo>
                  <a:lnTo>
                    <a:pt x="156" y="25"/>
                  </a:lnTo>
                  <a:lnTo>
                    <a:pt x="157" y="19"/>
                  </a:lnTo>
                  <a:lnTo>
                    <a:pt x="157" y="13"/>
                  </a:lnTo>
                  <a:lnTo>
                    <a:pt x="159" y="9"/>
                  </a:lnTo>
                  <a:lnTo>
                    <a:pt x="163" y="5"/>
                  </a:lnTo>
                  <a:lnTo>
                    <a:pt x="165" y="4"/>
                  </a:lnTo>
                  <a:lnTo>
                    <a:pt x="168" y="3"/>
                  </a:lnTo>
                  <a:lnTo>
                    <a:pt x="170" y="2"/>
                  </a:lnTo>
                  <a:lnTo>
                    <a:pt x="171" y="1"/>
                  </a:lnTo>
                  <a:lnTo>
                    <a:pt x="17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5" name="Freeform 70"/>
            <p:cNvSpPr>
              <a:spLocks/>
            </p:cNvSpPr>
            <p:nvPr/>
          </p:nvSpPr>
          <p:spPr bwMode="auto">
            <a:xfrm>
              <a:off x="3484563" y="2365375"/>
              <a:ext cx="165100" cy="160338"/>
            </a:xfrm>
            <a:custGeom>
              <a:avLst/>
              <a:gdLst/>
              <a:ahLst/>
              <a:cxnLst>
                <a:cxn ang="0">
                  <a:pos x="37" y="0"/>
                </a:cxn>
                <a:cxn ang="0">
                  <a:pos x="51" y="1"/>
                </a:cxn>
                <a:cxn ang="0">
                  <a:pos x="52" y="3"/>
                </a:cxn>
                <a:cxn ang="0">
                  <a:pos x="56" y="15"/>
                </a:cxn>
                <a:cxn ang="0">
                  <a:pos x="61" y="17"/>
                </a:cxn>
                <a:cxn ang="0">
                  <a:pos x="61" y="19"/>
                </a:cxn>
                <a:cxn ang="0">
                  <a:pos x="60" y="22"/>
                </a:cxn>
                <a:cxn ang="0">
                  <a:pos x="58" y="25"/>
                </a:cxn>
                <a:cxn ang="0">
                  <a:pos x="61" y="28"/>
                </a:cxn>
                <a:cxn ang="0">
                  <a:pos x="70" y="25"/>
                </a:cxn>
                <a:cxn ang="0">
                  <a:pos x="80" y="26"/>
                </a:cxn>
                <a:cxn ang="0">
                  <a:pos x="92" y="35"/>
                </a:cxn>
                <a:cxn ang="0">
                  <a:pos x="96" y="37"/>
                </a:cxn>
                <a:cxn ang="0">
                  <a:pos x="104" y="39"/>
                </a:cxn>
                <a:cxn ang="0">
                  <a:pos x="99" y="46"/>
                </a:cxn>
                <a:cxn ang="0">
                  <a:pos x="85" y="53"/>
                </a:cxn>
                <a:cxn ang="0">
                  <a:pos x="76" y="54"/>
                </a:cxn>
                <a:cxn ang="0">
                  <a:pos x="69" y="60"/>
                </a:cxn>
                <a:cxn ang="0">
                  <a:pos x="57" y="74"/>
                </a:cxn>
                <a:cxn ang="0">
                  <a:pos x="49" y="85"/>
                </a:cxn>
                <a:cxn ang="0">
                  <a:pos x="44" y="89"/>
                </a:cxn>
                <a:cxn ang="0">
                  <a:pos x="38" y="94"/>
                </a:cxn>
                <a:cxn ang="0">
                  <a:pos x="33" y="99"/>
                </a:cxn>
                <a:cxn ang="0">
                  <a:pos x="26" y="101"/>
                </a:cxn>
                <a:cxn ang="0">
                  <a:pos x="29" y="91"/>
                </a:cxn>
                <a:cxn ang="0">
                  <a:pos x="32" y="81"/>
                </a:cxn>
                <a:cxn ang="0">
                  <a:pos x="36" y="65"/>
                </a:cxn>
                <a:cxn ang="0">
                  <a:pos x="37" y="53"/>
                </a:cxn>
                <a:cxn ang="0">
                  <a:pos x="30" y="48"/>
                </a:cxn>
                <a:cxn ang="0">
                  <a:pos x="24" y="49"/>
                </a:cxn>
                <a:cxn ang="0">
                  <a:pos x="12" y="50"/>
                </a:cxn>
                <a:cxn ang="0">
                  <a:pos x="4" y="46"/>
                </a:cxn>
                <a:cxn ang="0">
                  <a:pos x="0" y="26"/>
                </a:cxn>
                <a:cxn ang="0">
                  <a:pos x="1" y="14"/>
                </a:cxn>
                <a:cxn ang="0">
                  <a:pos x="4" y="11"/>
                </a:cxn>
                <a:cxn ang="0">
                  <a:pos x="10" y="15"/>
                </a:cxn>
                <a:cxn ang="0">
                  <a:pos x="16" y="17"/>
                </a:cxn>
                <a:cxn ang="0">
                  <a:pos x="18" y="8"/>
                </a:cxn>
                <a:cxn ang="0">
                  <a:pos x="20" y="1"/>
                </a:cxn>
              </a:cxnLst>
              <a:rect l="0" t="0" r="r" b="b"/>
              <a:pathLst>
                <a:path w="104" h="101">
                  <a:moveTo>
                    <a:pt x="24" y="0"/>
                  </a:moveTo>
                  <a:lnTo>
                    <a:pt x="37" y="0"/>
                  </a:lnTo>
                  <a:lnTo>
                    <a:pt x="44" y="1"/>
                  </a:lnTo>
                  <a:lnTo>
                    <a:pt x="51" y="1"/>
                  </a:lnTo>
                  <a:lnTo>
                    <a:pt x="52" y="2"/>
                  </a:lnTo>
                  <a:lnTo>
                    <a:pt x="52" y="3"/>
                  </a:lnTo>
                  <a:lnTo>
                    <a:pt x="52" y="11"/>
                  </a:lnTo>
                  <a:lnTo>
                    <a:pt x="56" y="15"/>
                  </a:lnTo>
                  <a:lnTo>
                    <a:pt x="59" y="16"/>
                  </a:lnTo>
                  <a:lnTo>
                    <a:pt x="61" y="17"/>
                  </a:lnTo>
                  <a:lnTo>
                    <a:pt x="61" y="18"/>
                  </a:lnTo>
                  <a:lnTo>
                    <a:pt x="61" y="19"/>
                  </a:lnTo>
                  <a:lnTo>
                    <a:pt x="61" y="20"/>
                  </a:lnTo>
                  <a:lnTo>
                    <a:pt x="60" y="22"/>
                  </a:lnTo>
                  <a:lnTo>
                    <a:pt x="59" y="23"/>
                  </a:lnTo>
                  <a:lnTo>
                    <a:pt x="58" y="25"/>
                  </a:lnTo>
                  <a:lnTo>
                    <a:pt x="58" y="27"/>
                  </a:lnTo>
                  <a:lnTo>
                    <a:pt x="61" y="28"/>
                  </a:lnTo>
                  <a:lnTo>
                    <a:pt x="65" y="27"/>
                  </a:lnTo>
                  <a:lnTo>
                    <a:pt x="70" y="25"/>
                  </a:lnTo>
                  <a:lnTo>
                    <a:pt x="75" y="24"/>
                  </a:lnTo>
                  <a:lnTo>
                    <a:pt x="80" y="26"/>
                  </a:lnTo>
                  <a:lnTo>
                    <a:pt x="86" y="30"/>
                  </a:lnTo>
                  <a:lnTo>
                    <a:pt x="92" y="35"/>
                  </a:lnTo>
                  <a:lnTo>
                    <a:pt x="94" y="36"/>
                  </a:lnTo>
                  <a:lnTo>
                    <a:pt x="96" y="37"/>
                  </a:lnTo>
                  <a:lnTo>
                    <a:pt x="100" y="38"/>
                  </a:lnTo>
                  <a:lnTo>
                    <a:pt x="104" y="39"/>
                  </a:lnTo>
                  <a:lnTo>
                    <a:pt x="103" y="43"/>
                  </a:lnTo>
                  <a:lnTo>
                    <a:pt x="99" y="46"/>
                  </a:lnTo>
                  <a:lnTo>
                    <a:pt x="92" y="52"/>
                  </a:lnTo>
                  <a:lnTo>
                    <a:pt x="85" y="53"/>
                  </a:lnTo>
                  <a:lnTo>
                    <a:pt x="78" y="53"/>
                  </a:lnTo>
                  <a:lnTo>
                    <a:pt x="76" y="54"/>
                  </a:lnTo>
                  <a:lnTo>
                    <a:pt x="74" y="55"/>
                  </a:lnTo>
                  <a:lnTo>
                    <a:pt x="69" y="60"/>
                  </a:lnTo>
                  <a:lnTo>
                    <a:pt x="63" y="67"/>
                  </a:lnTo>
                  <a:lnTo>
                    <a:pt x="57" y="74"/>
                  </a:lnTo>
                  <a:lnTo>
                    <a:pt x="52" y="81"/>
                  </a:lnTo>
                  <a:lnTo>
                    <a:pt x="49" y="85"/>
                  </a:lnTo>
                  <a:lnTo>
                    <a:pt x="47" y="87"/>
                  </a:lnTo>
                  <a:lnTo>
                    <a:pt x="44" y="89"/>
                  </a:lnTo>
                  <a:lnTo>
                    <a:pt x="41" y="93"/>
                  </a:lnTo>
                  <a:lnTo>
                    <a:pt x="38" y="94"/>
                  </a:lnTo>
                  <a:lnTo>
                    <a:pt x="35" y="97"/>
                  </a:lnTo>
                  <a:lnTo>
                    <a:pt x="33" y="99"/>
                  </a:lnTo>
                  <a:lnTo>
                    <a:pt x="30" y="100"/>
                  </a:lnTo>
                  <a:lnTo>
                    <a:pt x="26" y="101"/>
                  </a:lnTo>
                  <a:lnTo>
                    <a:pt x="27" y="95"/>
                  </a:lnTo>
                  <a:lnTo>
                    <a:pt x="29" y="91"/>
                  </a:lnTo>
                  <a:lnTo>
                    <a:pt x="30" y="87"/>
                  </a:lnTo>
                  <a:lnTo>
                    <a:pt x="32" y="81"/>
                  </a:lnTo>
                  <a:lnTo>
                    <a:pt x="35" y="73"/>
                  </a:lnTo>
                  <a:lnTo>
                    <a:pt x="36" y="65"/>
                  </a:lnTo>
                  <a:lnTo>
                    <a:pt x="37" y="58"/>
                  </a:lnTo>
                  <a:lnTo>
                    <a:pt x="37" y="53"/>
                  </a:lnTo>
                  <a:lnTo>
                    <a:pt x="35" y="51"/>
                  </a:lnTo>
                  <a:lnTo>
                    <a:pt x="30" y="48"/>
                  </a:lnTo>
                  <a:lnTo>
                    <a:pt x="27" y="48"/>
                  </a:lnTo>
                  <a:lnTo>
                    <a:pt x="24" y="49"/>
                  </a:lnTo>
                  <a:lnTo>
                    <a:pt x="18" y="50"/>
                  </a:lnTo>
                  <a:lnTo>
                    <a:pt x="12" y="50"/>
                  </a:lnTo>
                  <a:lnTo>
                    <a:pt x="7" y="49"/>
                  </a:lnTo>
                  <a:lnTo>
                    <a:pt x="4" y="46"/>
                  </a:lnTo>
                  <a:lnTo>
                    <a:pt x="1" y="41"/>
                  </a:lnTo>
                  <a:lnTo>
                    <a:pt x="0" y="26"/>
                  </a:lnTo>
                  <a:lnTo>
                    <a:pt x="1" y="18"/>
                  </a:lnTo>
                  <a:lnTo>
                    <a:pt x="1" y="14"/>
                  </a:lnTo>
                  <a:lnTo>
                    <a:pt x="3" y="11"/>
                  </a:lnTo>
                  <a:lnTo>
                    <a:pt x="4" y="11"/>
                  </a:lnTo>
                  <a:lnTo>
                    <a:pt x="8" y="13"/>
                  </a:lnTo>
                  <a:lnTo>
                    <a:pt x="10" y="15"/>
                  </a:lnTo>
                  <a:lnTo>
                    <a:pt x="13" y="17"/>
                  </a:lnTo>
                  <a:lnTo>
                    <a:pt x="16" y="17"/>
                  </a:lnTo>
                  <a:lnTo>
                    <a:pt x="18" y="13"/>
                  </a:lnTo>
                  <a:lnTo>
                    <a:pt x="18" y="8"/>
                  </a:lnTo>
                  <a:lnTo>
                    <a:pt x="19" y="3"/>
                  </a:lnTo>
                  <a:lnTo>
                    <a:pt x="20" y="1"/>
                  </a:lnTo>
                  <a:lnTo>
                    <a:pt x="2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6" name="Freeform 71"/>
            <p:cNvSpPr>
              <a:spLocks/>
            </p:cNvSpPr>
            <p:nvPr/>
          </p:nvSpPr>
          <p:spPr bwMode="auto">
            <a:xfrm>
              <a:off x="3014663" y="2316163"/>
              <a:ext cx="496888" cy="423863"/>
            </a:xfrm>
            <a:custGeom>
              <a:avLst/>
              <a:gdLst/>
              <a:ahLst/>
              <a:cxnLst>
                <a:cxn ang="0">
                  <a:pos x="59" y="6"/>
                </a:cxn>
                <a:cxn ang="0">
                  <a:pos x="79" y="12"/>
                </a:cxn>
                <a:cxn ang="0">
                  <a:pos x="88" y="3"/>
                </a:cxn>
                <a:cxn ang="0">
                  <a:pos x="102" y="6"/>
                </a:cxn>
                <a:cxn ang="0">
                  <a:pos x="130" y="12"/>
                </a:cxn>
                <a:cxn ang="0">
                  <a:pos x="145" y="10"/>
                </a:cxn>
                <a:cxn ang="0">
                  <a:pos x="163" y="30"/>
                </a:cxn>
                <a:cxn ang="0">
                  <a:pos x="193" y="45"/>
                </a:cxn>
                <a:cxn ang="0">
                  <a:pos x="219" y="56"/>
                </a:cxn>
                <a:cxn ang="0">
                  <a:pos x="236" y="68"/>
                </a:cxn>
                <a:cxn ang="0">
                  <a:pos x="255" y="84"/>
                </a:cxn>
                <a:cxn ang="0">
                  <a:pos x="289" y="104"/>
                </a:cxn>
                <a:cxn ang="0">
                  <a:pos x="301" y="113"/>
                </a:cxn>
                <a:cxn ang="0">
                  <a:pos x="313" y="118"/>
                </a:cxn>
                <a:cxn ang="0">
                  <a:pos x="307" y="126"/>
                </a:cxn>
                <a:cxn ang="0">
                  <a:pos x="299" y="130"/>
                </a:cxn>
                <a:cxn ang="0">
                  <a:pos x="293" y="138"/>
                </a:cxn>
                <a:cxn ang="0">
                  <a:pos x="289" y="145"/>
                </a:cxn>
                <a:cxn ang="0">
                  <a:pos x="287" y="156"/>
                </a:cxn>
                <a:cxn ang="0">
                  <a:pos x="283" y="162"/>
                </a:cxn>
                <a:cxn ang="0">
                  <a:pos x="281" y="167"/>
                </a:cxn>
                <a:cxn ang="0">
                  <a:pos x="278" y="182"/>
                </a:cxn>
                <a:cxn ang="0">
                  <a:pos x="272" y="185"/>
                </a:cxn>
                <a:cxn ang="0">
                  <a:pos x="262" y="211"/>
                </a:cxn>
                <a:cxn ang="0">
                  <a:pos x="260" y="243"/>
                </a:cxn>
                <a:cxn ang="0">
                  <a:pos x="262" y="263"/>
                </a:cxn>
                <a:cxn ang="0">
                  <a:pos x="247" y="265"/>
                </a:cxn>
                <a:cxn ang="0">
                  <a:pos x="221" y="243"/>
                </a:cxn>
                <a:cxn ang="0">
                  <a:pos x="211" y="233"/>
                </a:cxn>
                <a:cxn ang="0">
                  <a:pos x="194" y="228"/>
                </a:cxn>
                <a:cxn ang="0">
                  <a:pos x="176" y="218"/>
                </a:cxn>
                <a:cxn ang="0">
                  <a:pos x="164" y="223"/>
                </a:cxn>
                <a:cxn ang="0">
                  <a:pos x="163" y="207"/>
                </a:cxn>
                <a:cxn ang="0">
                  <a:pos x="156" y="192"/>
                </a:cxn>
                <a:cxn ang="0">
                  <a:pos x="142" y="172"/>
                </a:cxn>
                <a:cxn ang="0">
                  <a:pos x="149" y="154"/>
                </a:cxn>
                <a:cxn ang="0">
                  <a:pos x="140" y="142"/>
                </a:cxn>
                <a:cxn ang="0">
                  <a:pos x="111" y="132"/>
                </a:cxn>
                <a:cxn ang="0">
                  <a:pos x="110" y="123"/>
                </a:cxn>
                <a:cxn ang="0">
                  <a:pos x="112" y="114"/>
                </a:cxn>
                <a:cxn ang="0">
                  <a:pos x="110" y="108"/>
                </a:cxn>
                <a:cxn ang="0">
                  <a:pos x="103" y="104"/>
                </a:cxn>
                <a:cxn ang="0">
                  <a:pos x="102" y="97"/>
                </a:cxn>
                <a:cxn ang="0">
                  <a:pos x="96" y="91"/>
                </a:cxn>
                <a:cxn ang="0">
                  <a:pos x="84" y="85"/>
                </a:cxn>
                <a:cxn ang="0">
                  <a:pos x="68" y="89"/>
                </a:cxn>
                <a:cxn ang="0">
                  <a:pos x="54" y="85"/>
                </a:cxn>
                <a:cxn ang="0">
                  <a:pos x="54" y="77"/>
                </a:cxn>
                <a:cxn ang="0">
                  <a:pos x="59" y="70"/>
                </a:cxn>
                <a:cxn ang="0">
                  <a:pos x="60" y="64"/>
                </a:cxn>
                <a:cxn ang="0">
                  <a:pos x="48" y="53"/>
                </a:cxn>
                <a:cxn ang="0">
                  <a:pos x="34" y="45"/>
                </a:cxn>
                <a:cxn ang="0">
                  <a:pos x="1" y="42"/>
                </a:cxn>
                <a:cxn ang="0">
                  <a:pos x="5" y="36"/>
                </a:cxn>
                <a:cxn ang="0">
                  <a:pos x="12" y="32"/>
                </a:cxn>
                <a:cxn ang="0">
                  <a:pos x="14" y="27"/>
                </a:cxn>
                <a:cxn ang="0">
                  <a:pos x="21" y="26"/>
                </a:cxn>
                <a:cxn ang="0">
                  <a:pos x="29" y="26"/>
                </a:cxn>
                <a:cxn ang="0">
                  <a:pos x="37" y="17"/>
                </a:cxn>
                <a:cxn ang="0">
                  <a:pos x="43" y="9"/>
                </a:cxn>
              </a:cxnLst>
              <a:rect l="0" t="0" r="r" b="b"/>
              <a:pathLst>
                <a:path w="313" h="267">
                  <a:moveTo>
                    <a:pt x="48" y="0"/>
                  </a:moveTo>
                  <a:lnTo>
                    <a:pt x="54" y="2"/>
                  </a:lnTo>
                  <a:lnTo>
                    <a:pt x="59" y="6"/>
                  </a:lnTo>
                  <a:lnTo>
                    <a:pt x="69" y="13"/>
                  </a:lnTo>
                  <a:lnTo>
                    <a:pt x="75" y="14"/>
                  </a:lnTo>
                  <a:lnTo>
                    <a:pt x="79" y="12"/>
                  </a:lnTo>
                  <a:lnTo>
                    <a:pt x="83" y="9"/>
                  </a:lnTo>
                  <a:lnTo>
                    <a:pt x="85" y="6"/>
                  </a:lnTo>
                  <a:lnTo>
                    <a:pt x="88" y="3"/>
                  </a:lnTo>
                  <a:lnTo>
                    <a:pt x="90" y="2"/>
                  </a:lnTo>
                  <a:lnTo>
                    <a:pt x="94" y="4"/>
                  </a:lnTo>
                  <a:lnTo>
                    <a:pt x="102" y="6"/>
                  </a:lnTo>
                  <a:lnTo>
                    <a:pt x="118" y="11"/>
                  </a:lnTo>
                  <a:lnTo>
                    <a:pt x="125" y="12"/>
                  </a:lnTo>
                  <a:lnTo>
                    <a:pt x="130" y="12"/>
                  </a:lnTo>
                  <a:lnTo>
                    <a:pt x="134" y="10"/>
                  </a:lnTo>
                  <a:lnTo>
                    <a:pt x="141" y="8"/>
                  </a:lnTo>
                  <a:lnTo>
                    <a:pt x="145" y="10"/>
                  </a:lnTo>
                  <a:lnTo>
                    <a:pt x="151" y="15"/>
                  </a:lnTo>
                  <a:lnTo>
                    <a:pt x="156" y="23"/>
                  </a:lnTo>
                  <a:lnTo>
                    <a:pt x="163" y="30"/>
                  </a:lnTo>
                  <a:lnTo>
                    <a:pt x="170" y="34"/>
                  </a:lnTo>
                  <a:lnTo>
                    <a:pt x="181" y="40"/>
                  </a:lnTo>
                  <a:lnTo>
                    <a:pt x="193" y="45"/>
                  </a:lnTo>
                  <a:lnTo>
                    <a:pt x="204" y="49"/>
                  </a:lnTo>
                  <a:lnTo>
                    <a:pt x="213" y="53"/>
                  </a:lnTo>
                  <a:lnTo>
                    <a:pt x="219" y="56"/>
                  </a:lnTo>
                  <a:lnTo>
                    <a:pt x="223" y="58"/>
                  </a:lnTo>
                  <a:lnTo>
                    <a:pt x="229" y="63"/>
                  </a:lnTo>
                  <a:lnTo>
                    <a:pt x="236" y="68"/>
                  </a:lnTo>
                  <a:lnTo>
                    <a:pt x="243" y="74"/>
                  </a:lnTo>
                  <a:lnTo>
                    <a:pt x="249" y="80"/>
                  </a:lnTo>
                  <a:lnTo>
                    <a:pt x="255" y="84"/>
                  </a:lnTo>
                  <a:lnTo>
                    <a:pt x="263" y="89"/>
                  </a:lnTo>
                  <a:lnTo>
                    <a:pt x="280" y="100"/>
                  </a:lnTo>
                  <a:lnTo>
                    <a:pt x="289" y="104"/>
                  </a:lnTo>
                  <a:lnTo>
                    <a:pt x="295" y="108"/>
                  </a:lnTo>
                  <a:lnTo>
                    <a:pt x="298" y="111"/>
                  </a:lnTo>
                  <a:lnTo>
                    <a:pt x="301" y="113"/>
                  </a:lnTo>
                  <a:lnTo>
                    <a:pt x="309" y="116"/>
                  </a:lnTo>
                  <a:lnTo>
                    <a:pt x="312" y="117"/>
                  </a:lnTo>
                  <a:lnTo>
                    <a:pt x="313" y="118"/>
                  </a:lnTo>
                  <a:lnTo>
                    <a:pt x="311" y="122"/>
                  </a:lnTo>
                  <a:lnTo>
                    <a:pt x="309" y="125"/>
                  </a:lnTo>
                  <a:lnTo>
                    <a:pt x="307" y="126"/>
                  </a:lnTo>
                  <a:lnTo>
                    <a:pt x="306" y="129"/>
                  </a:lnTo>
                  <a:lnTo>
                    <a:pt x="301" y="129"/>
                  </a:lnTo>
                  <a:lnTo>
                    <a:pt x="299" y="130"/>
                  </a:lnTo>
                  <a:lnTo>
                    <a:pt x="296" y="133"/>
                  </a:lnTo>
                  <a:lnTo>
                    <a:pt x="295" y="135"/>
                  </a:lnTo>
                  <a:lnTo>
                    <a:pt x="293" y="138"/>
                  </a:lnTo>
                  <a:lnTo>
                    <a:pt x="292" y="140"/>
                  </a:lnTo>
                  <a:lnTo>
                    <a:pt x="289" y="142"/>
                  </a:lnTo>
                  <a:lnTo>
                    <a:pt x="289" y="145"/>
                  </a:lnTo>
                  <a:lnTo>
                    <a:pt x="288" y="149"/>
                  </a:lnTo>
                  <a:lnTo>
                    <a:pt x="287" y="151"/>
                  </a:lnTo>
                  <a:lnTo>
                    <a:pt x="287" y="156"/>
                  </a:lnTo>
                  <a:lnTo>
                    <a:pt x="286" y="158"/>
                  </a:lnTo>
                  <a:lnTo>
                    <a:pt x="285" y="160"/>
                  </a:lnTo>
                  <a:lnTo>
                    <a:pt x="283" y="162"/>
                  </a:lnTo>
                  <a:lnTo>
                    <a:pt x="283" y="165"/>
                  </a:lnTo>
                  <a:lnTo>
                    <a:pt x="282" y="166"/>
                  </a:lnTo>
                  <a:lnTo>
                    <a:pt x="281" y="167"/>
                  </a:lnTo>
                  <a:lnTo>
                    <a:pt x="280" y="170"/>
                  </a:lnTo>
                  <a:lnTo>
                    <a:pt x="280" y="179"/>
                  </a:lnTo>
                  <a:lnTo>
                    <a:pt x="278" y="182"/>
                  </a:lnTo>
                  <a:lnTo>
                    <a:pt x="276" y="182"/>
                  </a:lnTo>
                  <a:lnTo>
                    <a:pt x="274" y="183"/>
                  </a:lnTo>
                  <a:lnTo>
                    <a:pt x="272" y="185"/>
                  </a:lnTo>
                  <a:lnTo>
                    <a:pt x="264" y="200"/>
                  </a:lnTo>
                  <a:lnTo>
                    <a:pt x="263" y="205"/>
                  </a:lnTo>
                  <a:lnTo>
                    <a:pt x="262" y="211"/>
                  </a:lnTo>
                  <a:lnTo>
                    <a:pt x="261" y="220"/>
                  </a:lnTo>
                  <a:lnTo>
                    <a:pt x="261" y="236"/>
                  </a:lnTo>
                  <a:lnTo>
                    <a:pt x="260" y="243"/>
                  </a:lnTo>
                  <a:lnTo>
                    <a:pt x="258" y="248"/>
                  </a:lnTo>
                  <a:lnTo>
                    <a:pt x="258" y="254"/>
                  </a:lnTo>
                  <a:lnTo>
                    <a:pt x="262" y="263"/>
                  </a:lnTo>
                  <a:lnTo>
                    <a:pt x="263" y="267"/>
                  </a:lnTo>
                  <a:lnTo>
                    <a:pt x="251" y="267"/>
                  </a:lnTo>
                  <a:lnTo>
                    <a:pt x="247" y="265"/>
                  </a:lnTo>
                  <a:lnTo>
                    <a:pt x="238" y="255"/>
                  </a:lnTo>
                  <a:lnTo>
                    <a:pt x="225" y="248"/>
                  </a:lnTo>
                  <a:lnTo>
                    <a:pt x="221" y="243"/>
                  </a:lnTo>
                  <a:lnTo>
                    <a:pt x="219" y="237"/>
                  </a:lnTo>
                  <a:lnTo>
                    <a:pt x="216" y="235"/>
                  </a:lnTo>
                  <a:lnTo>
                    <a:pt x="211" y="233"/>
                  </a:lnTo>
                  <a:lnTo>
                    <a:pt x="201" y="233"/>
                  </a:lnTo>
                  <a:lnTo>
                    <a:pt x="198" y="232"/>
                  </a:lnTo>
                  <a:lnTo>
                    <a:pt x="194" y="228"/>
                  </a:lnTo>
                  <a:lnTo>
                    <a:pt x="183" y="218"/>
                  </a:lnTo>
                  <a:lnTo>
                    <a:pt x="180" y="217"/>
                  </a:lnTo>
                  <a:lnTo>
                    <a:pt x="176" y="218"/>
                  </a:lnTo>
                  <a:lnTo>
                    <a:pt x="172" y="221"/>
                  </a:lnTo>
                  <a:lnTo>
                    <a:pt x="167" y="224"/>
                  </a:lnTo>
                  <a:lnTo>
                    <a:pt x="164" y="223"/>
                  </a:lnTo>
                  <a:lnTo>
                    <a:pt x="163" y="218"/>
                  </a:lnTo>
                  <a:lnTo>
                    <a:pt x="162" y="213"/>
                  </a:lnTo>
                  <a:lnTo>
                    <a:pt x="163" y="207"/>
                  </a:lnTo>
                  <a:lnTo>
                    <a:pt x="163" y="202"/>
                  </a:lnTo>
                  <a:lnTo>
                    <a:pt x="161" y="198"/>
                  </a:lnTo>
                  <a:lnTo>
                    <a:pt x="156" y="192"/>
                  </a:lnTo>
                  <a:lnTo>
                    <a:pt x="144" y="180"/>
                  </a:lnTo>
                  <a:lnTo>
                    <a:pt x="142" y="176"/>
                  </a:lnTo>
                  <a:lnTo>
                    <a:pt x="142" y="172"/>
                  </a:lnTo>
                  <a:lnTo>
                    <a:pt x="144" y="166"/>
                  </a:lnTo>
                  <a:lnTo>
                    <a:pt x="146" y="159"/>
                  </a:lnTo>
                  <a:lnTo>
                    <a:pt x="149" y="154"/>
                  </a:lnTo>
                  <a:lnTo>
                    <a:pt x="150" y="150"/>
                  </a:lnTo>
                  <a:lnTo>
                    <a:pt x="147" y="146"/>
                  </a:lnTo>
                  <a:lnTo>
                    <a:pt x="140" y="142"/>
                  </a:lnTo>
                  <a:lnTo>
                    <a:pt x="130" y="140"/>
                  </a:lnTo>
                  <a:lnTo>
                    <a:pt x="121" y="138"/>
                  </a:lnTo>
                  <a:lnTo>
                    <a:pt x="111" y="132"/>
                  </a:lnTo>
                  <a:lnTo>
                    <a:pt x="112" y="130"/>
                  </a:lnTo>
                  <a:lnTo>
                    <a:pt x="112" y="128"/>
                  </a:lnTo>
                  <a:lnTo>
                    <a:pt x="110" y="123"/>
                  </a:lnTo>
                  <a:lnTo>
                    <a:pt x="108" y="120"/>
                  </a:lnTo>
                  <a:lnTo>
                    <a:pt x="108" y="118"/>
                  </a:lnTo>
                  <a:lnTo>
                    <a:pt x="112" y="114"/>
                  </a:lnTo>
                  <a:lnTo>
                    <a:pt x="112" y="111"/>
                  </a:lnTo>
                  <a:lnTo>
                    <a:pt x="111" y="109"/>
                  </a:lnTo>
                  <a:lnTo>
                    <a:pt x="110" y="108"/>
                  </a:lnTo>
                  <a:lnTo>
                    <a:pt x="108" y="107"/>
                  </a:lnTo>
                  <a:lnTo>
                    <a:pt x="105" y="106"/>
                  </a:lnTo>
                  <a:lnTo>
                    <a:pt x="103" y="104"/>
                  </a:lnTo>
                  <a:lnTo>
                    <a:pt x="102" y="102"/>
                  </a:lnTo>
                  <a:lnTo>
                    <a:pt x="102" y="100"/>
                  </a:lnTo>
                  <a:lnTo>
                    <a:pt x="102" y="97"/>
                  </a:lnTo>
                  <a:lnTo>
                    <a:pt x="101" y="94"/>
                  </a:lnTo>
                  <a:lnTo>
                    <a:pt x="99" y="92"/>
                  </a:lnTo>
                  <a:lnTo>
                    <a:pt x="96" y="91"/>
                  </a:lnTo>
                  <a:lnTo>
                    <a:pt x="93" y="90"/>
                  </a:lnTo>
                  <a:lnTo>
                    <a:pt x="89" y="88"/>
                  </a:lnTo>
                  <a:lnTo>
                    <a:pt x="84" y="85"/>
                  </a:lnTo>
                  <a:lnTo>
                    <a:pt x="77" y="84"/>
                  </a:lnTo>
                  <a:lnTo>
                    <a:pt x="72" y="86"/>
                  </a:lnTo>
                  <a:lnTo>
                    <a:pt x="68" y="89"/>
                  </a:lnTo>
                  <a:lnTo>
                    <a:pt x="61" y="89"/>
                  </a:lnTo>
                  <a:lnTo>
                    <a:pt x="57" y="88"/>
                  </a:lnTo>
                  <a:lnTo>
                    <a:pt x="54" y="85"/>
                  </a:lnTo>
                  <a:lnTo>
                    <a:pt x="53" y="83"/>
                  </a:lnTo>
                  <a:lnTo>
                    <a:pt x="53" y="80"/>
                  </a:lnTo>
                  <a:lnTo>
                    <a:pt x="54" y="77"/>
                  </a:lnTo>
                  <a:lnTo>
                    <a:pt x="55" y="75"/>
                  </a:lnTo>
                  <a:lnTo>
                    <a:pt x="57" y="74"/>
                  </a:lnTo>
                  <a:lnTo>
                    <a:pt x="59" y="70"/>
                  </a:lnTo>
                  <a:lnTo>
                    <a:pt x="59" y="67"/>
                  </a:lnTo>
                  <a:lnTo>
                    <a:pt x="60" y="66"/>
                  </a:lnTo>
                  <a:lnTo>
                    <a:pt x="60" y="64"/>
                  </a:lnTo>
                  <a:lnTo>
                    <a:pt x="58" y="61"/>
                  </a:lnTo>
                  <a:lnTo>
                    <a:pt x="53" y="57"/>
                  </a:lnTo>
                  <a:lnTo>
                    <a:pt x="48" y="53"/>
                  </a:lnTo>
                  <a:lnTo>
                    <a:pt x="43" y="49"/>
                  </a:lnTo>
                  <a:lnTo>
                    <a:pt x="39" y="46"/>
                  </a:lnTo>
                  <a:lnTo>
                    <a:pt x="34" y="45"/>
                  </a:lnTo>
                  <a:lnTo>
                    <a:pt x="26" y="44"/>
                  </a:lnTo>
                  <a:lnTo>
                    <a:pt x="6" y="44"/>
                  </a:lnTo>
                  <a:lnTo>
                    <a:pt x="1" y="42"/>
                  </a:lnTo>
                  <a:lnTo>
                    <a:pt x="0" y="40"/>
                  </a:lnTo>
                  <a:lnTo>
                    <a:pt x="2" y="38"/>
                  </a:lnTo>
                  <a:lnTo>
                    <a:pt x="5" y="36"/>
                  </a:lnTo>
                  <a:lnTo>
                    <a:pt x="8" y="35"/>
                  </a:lnTo>
                  <a:lnTo>
                    <a:pt x="10" y="33"/>
                  </a:lnTo>
                  <a:lnTo>
                    <a:pt x="12" y="32"/>
                  </a:lnTo>
                  <a:lnTo>
                    <a:pt x="13" y="30"/>
                  </a:lnTo>
                  <a:lnTo>
                    <a:pt x="14" y="29"/>
                  </a:lnTo>
                  <a:lnTo>
                    <a:pt x="14" y="27"/>
                  </a:lnTo>
                  <a:lnTo>
                    <a:pt x="16" y="25"/>
                  </a:lnTo>
                  <a:lnTo>
                    <a:pt x="18" y="25"/>
                  </a:lnTo>
                  <a:lnTo>
                    <a:pt x="21" y="26"/>
                  </a:lnTo>
                  <a:lnTo>
                    <a:pt x="23" y="27"/>
                  </a:lnTo>
                  <a:lnTo>
                    <a:pt x="26" y="27"/>
                  </a:lnTo>
                  <a:lnTo>
                    <a:pt x="29" y="26"/>
                  </a:lnTo>
                  <a:lnTo>
                    <a:pt x="32" y="24"/>
                  </a:lnTo>
                  <a:lnTo>
                    <a:pt x="34" y="23"/>
                  </a:lnTo>
                  <a:lnTo>
                    <a:pt x="37" y="17"/>
                  </a:lnTo>
                  <a:lnTo>
                    <a:pt x="39" y="14"/>
                  </a:lnTo>
                  <a:lnTo>
                    <a:pt x="41" y="11"/>
                  </a:lnTo>
                  <a:lnTo>
                    <a:pt x="43" y="9"/>
                  </a:lnTo>
                  <a:lnTo>
                    <a:pt x="46" y="4"/>
                  </a:lnTo>
                  <a:lnTo>
                    <a:pt x="4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7" name="Freeform 72"/>
            <p:cNvSpPr>
              <a:spLocks/>
            </p:cNvSpPr>
            <p:nvPr/>
          </p:nvSpPr>
          <p:spPr bwMode="auto">
            <a:xfrm>
              <a:off x="2857501" y="2525713"/>
              <a:ext cx="574675" cy="442913"/>
            </a:xfrm>
            <a:custGeom>
              <a:avLst/>
              <a:gdLst/>
              <a:ahLst/>
              <a:cxnLst>
                <a:cxn ang="0">
                  <a:pos x="246" y="14"/>
                </a:cxn>
                <a:cxn ang="0">
                  <a:pos x="241" y="40"/>
                </a:cxn>
                <a:cxn ang="0">
                  <a:pos x="262" y="70"/>
                </a:cxn>
                <a:cxn ang="0">
                  <a:pos x="266" y="92"/>
                </a:cxn>
                <a:cxn ang="0">
                  <a:pos x="293" y="96"/>
                </a:cxn>
                <a:cxn ang="0">
                  <a:pos x="318" y="105"/>
                </a:cxn>
                <a:cxn ang="0">
                  <a:pos x="350" y="135"/>
                </a:cxn>
                <a:cxn ang="0">
                  <a:pos x="360" y="139"/>
                </a:cxn>
                <a:cxn ang="0">
                  <a:pos x="354" y="146"/>
                </a:cxn>
                <a:cxn ang="0">
                  <a:pos x="347" y="171"/>
                </a:cxn>
                <a:cxn ang="0">
                  <a:pos x="335" y="177"/>
                </a:cxn>
                <a:cxn ang="0">
                  <a:pos x="324" y="199"/>
                </a:cxn>
                <a:cxn ang="0">
                  <a:pos x="344" y="221"/>
                </a:cxn>
                <a:cxn ang="0">
                  <a:pos x="341" y="225"/>
                </a:cxn>
                <a:cxn ang="0">
                  <a:pos x="350" y="244"/>
                </a:cxn>
                <a:cxn ang="0">
                  <a:pos x="353" y="252"/>
                </a:cxn>
                <a:cxn ang="0">
                  <a:pos x="346" y="267"/>
                </a:cxn>
                <a:cxn ang="0">
                  <a:pos x="314" y="273"/>
                </a:cxn>
                <a:cxn ang="0">
                  <a:pos x="290" y="279"/>
                </a:cxn>
                <a:cxn ang="0">
                  <a:pos x="257" y="270"/>
                </a:cxn>
                <a:cxn ang="0">
                  <a:pos x="240" y="254"/>
                </a:cxn>
                <a:cxn ang="0">
                  <a:pos x="229" y="258"/>
                </a:cxn>
                <a:cxn ang="0">
                  <a:pos x="218" y="248"/>
                </a:cxn>
                <a:cxn ang="0">
                  <a:pos x="206" y="252"/>
                </a:cxn>
                <a:cxn ang="0">
                  <a:pos x="201" y="243"/>
                </a:cxn>
                <a:cxn ang="0">
                  <a:pos x="169" y="237"/>
                </a:cxn>
                <a:cxn ang="0">
                  <a:pos x="158" y="230"/>
                </a:cxn>
                <a:cxn ang="0">
                  <a:pos x="135" y="214"/>
                </a:cxn>
                <a:cxn ang="0">
                  <a:pos x="121" y="200"/>
                </a:cxn>
                <a:cxn ang="0">
                  <a:pos x="107" y="196"/>
                </a:cxn>
                <a:cxn ang="0">
                  <a:pos x="87" y="179"/>
                </a:cxn>
                <a:cxn ang="0">
                  <a:pos x="67" y="174"/>
                </a:cxn>
                <a:cxn ang="0">
                  <a:pos x="61" y="162"/>
                </a:cxn>
                <a:cxn ang="0">
                  <a:pos x="48" y="154"/>
                </a:cxn>
                <a:cxn ang="0">
                  <a:pos x="16" y="142"/>
                </a:cxn>
                <a:cxn ang="0">
                  <a:pos x="0" y="136"/>
                </a:cxn>
                <a:cxn ang="0">
                  <a:pos x="14" y="125"/>
                </a:cxn>
                <a:cxn ang="0">
                  <a:pos x="29" y="114"/>
                </a:cxn>
                <a:cxn ang="0">
                  <a:pos x="42" y="101"/>
                </a:cxn>
                <a:cxn ang="0">
                  <a:pos x="47" y="87"/>
                </a:cxn>
                <a:cxn ang="0">
                  <a:pos x="33" y="73"/>
                </a:cxn>
                <a:cxn ang="0">
                  <a:pos x="31" y="64"/>
                </a:cxn>
                <a:cxn ang="0">
                  <a:pos x="37" y="57"/>
                </a:cxn>
                <a:cxn ang="0">
                  <a:pos x="45" y="66"/>
                </a:cxn>
                <a:cxn ang="0">
                  <a:pos x="53" y="61"/>
                </a:cxn>
                <a:cxn ang="0">
                  <a:pos x="72" y="56"/>
                </a:cxn>
                <a:cxn ang="0">
                  <a:pos x="90" y="63"/>
                </a:cxn>
                <a:cxn ang="0">
                  <a:pos x="115" y="69"/>
                </a:cxn>
                <a:cxn ang="0">
                  <a:pos x="133" y="74"/>
                </a:cxn>
                <a:cxn ang="0">
                  <a:pos x="137" y="68"/>
                </a:cxn>
                <a:cxn ang="0">
                  <a:pos x="147" y="73"/>
                </a:cxn>
                <a:cxn ang="0">
                  <a:pos x="159" y="50"/>
                </a:cxn>
                <a:cxn ang="0">
                  <a:pos x="172" y="46"/>
                </a:cxn>
                <a:cxn ang="0">
                  <a:pos x="180" y="41"/>
                </a:cxn>
                <a:cxn ang="0">
                  <a:pos x="184" y="32"/>
                </a:cxn>
                <a:cxn ang="0">
                  <a:pos x="171" y="20"/>
                </a:cxn>
                <a:cxn ang="0">
                  <a:pos x="198" y="3"/>
                </a:cxn>
              </a:cxnLst>
              <a:rect l="0" t="0" r="r" b="b"/>
              <a:pathLst>
                <a:path w="362" h="279">
                  <a:moveTo>
                    <a:pt x="210" y="0"/>
                  </a:moveTo>
                  <a:lnTo>
                    <a:pt x="220" y="6"/>
                  </a:lnTo>
                  <a:lnTo>
                    <a:pt x="229" y="8"/>
                  </a:lnTo>
                  <a:lnTo>
                    <a:pt x="239" y="10"/>
                  </a:lnTo>
                  <a:lnTo>
                    <a:pt x="246" y="14"/>
                  </a:lnTo>
                  <a:lnTo>
                    <a:pt x="249" y="18"/>
                  </a:lnTo>
                  <a:lnTo>
                    <a:pt x="248" y="22"/>
                  </a:lnTo>
                  <a:lnTo>
                    <a:pt x="245" y="27"/>
                  </a:lnTo>
                  <a:lnTo>
                    <a:pt x="243" y="34"/>
                  </a:lnTo>
                  <a:lnTo>
                    <a:pt x="241" y="40"/>
                  </a:lnTo>
                  <a:lnTo>
                    <a:pt x="241" y="44"/>
                  </a:lnTo>
                  <a:lnTo>
                    <a:pt x="243" y="48"/>
                  </a:lnTo>
                  <a:lnTo>
                    <a:pt x="255" y="60"/>
                  </a:lnTo>
                  <a:lnTo>
                    <a:pt x="260" y="66"/>
                  </a:lnTo>
                  <a:lnTo>
                    <a:pt x="262" y="70"/>
                  </a:lnTo>
                  <a:lnTo>
                    <a:pt x="262" y="75"/>
                  </a:lnTo>
                  <a:lnTo>
                    <a:pt x="261" y="81"/>
                  </a:lnTo>
                  <a:lnTo>
                    <a:pt x="262" y="86"/>
                  </a:lnTo>
                  <a:lnTo>
                    <a:pt x="263" y="91"/>
                  </a:lnTo>
                  <a:lnTo>
                    <a:pt x="266" y="92"/>
                  </a:lnTo>
                  <a:lnTo>
                    <a:pt x="271" y="89"/>
                  </a:lnTo>
                  <a:lnTo>
                    <a:pt x="275" y="86"/>
                  </a:lnTo>
                  <a:lnTo>
                    <a:pt x="279" y="85"/>
                  </a:lnTo>
                  <a:lnTo>
                    <a:pt x="282" y="86"/>
                  </a:lnTo>
                  <a:lnTo>
                    <a:pt x="293" y="96"/>
                  </a:lnTo>
                  <a:lnTo>
                    <a:pt x="297" y="100"/>
                  </a:lnTo>
                  <a:lnTo>
                    <a:pt x="300" y="101"/>
                  </a:lnTo>
                  <a:lnTo>
                    <a:pt x="310" y="101"/>
                  </a:lnTo>
                  <a:lnTo>
                    <a:pt x="315" y="103"/>
                  </a:lnTo>
                  <a:lnTo>
                    <a:pt x="318" y="105"/>
                  </a:lnTo>
                  <a:lnTo>
                    <a:pt x="320" y="111"/>
                  </a:lnTo>
                  <a:lnTo>
                    <a:pt x="324" y="116"/>
                  </a:lnTo>
                  <a:lnTo>
                    <a:pt x="337" y="123"/>
                  </a:lnTo>
                  <a:lnTo>
                    <a:pt x="346" y="133"/>
                  </a:lnTo>
                  <a:lnTo>
                    <a:pt x="350" y="135"/>
                  </a:lnTo>
                  <a:lnTo>
                    <a:pt x="362" y="135"/>
                  </a:lnTo>
                  <a:lnTo>
                    <a:pt x="362" y="137"/>
                  </a:lnTo>
                  <a:lnTo>
                    <a:pt x="362" y="140"/>
                  </a:lnTo>
                  <a:lnTo>
                    <a:pt x="362" y="141"/>
                  </a:lnTo>
                  <a:lnTo>
                    <a:pt x="360" y="139"/>
                  </a:lnTo>
                  <a:lnTo>
                    <a:pt x="358" y="139"/>
                  </a:lnTo>
                  <a:lnTo>
                    <a:pt x="357" y="140"/>
                  </a:lnTo>
                  <a:lnTo>
                    <a:pt x="356" y="142"/>
                  </a:lnTo>
                  <a:lnTo>
                    <a:pt x="354" y="144"/>
                  </a:lnTo>
                  <a:lnTo>
                    <a:pt x="354" y="146"/>
                  </a:lnTo>
                  <a:lnTo>
                    <a:pt x="349" y="151"/>
                  </a:lnTo>
                  <a:lnTo>
                    <a:pt x="347" y="155"/>
                  </a:lnTo>
                  <a:lnTo>
                    <a:pt x="346" y="162"/>
                  </a:lnTo>
                  <a:lnTo>
                    <a:pt x="347" y="168"/>
                  </a:lnTo>
                  <a:lnTo>
                    <a:pt x="347" y="171"/>
                  </a:lnTo>
                  <a:lnTo>
                    <a:pt x="345" y="173"/>
                  </a:lnTo>
                  <a:lnTo>
                    <a:pt x="342" y="175"/>
                  </a:lnTo>
                  <a:lnTo>
                    <a:pt x="339" y="175"/>
                  </a:lnTo>
                  <a:lnTo>
                    <a:pt x="337" y="176"/>
                  </a:lnTo>
                  <a:lnTo>
                    <a:pt x="335" y="177"/>
                  </a:lnTo>
                  <a:lnTo>
                    <a:pt x="331" y="179"/>
                  </a:lnTo>
                  <a:lnTo>
                    <a:pt x="328" y="184"/>
                  </a:lnTo>
                  <a:lnTo>
                    <a:pt x="328" y="189"/>
                  </a:lnTo>
                  <a:lnTo>
                    <a:pt x="326" y="194"/>
                  </a:lnTo>
                  <a:lnTo>
                    <a:pt x="324" y="199"/>
                  </a:lnTo>
                  <a:lnTo>
                    <a:pt x="325" y="204"/>
                  </a:lnTo>
                  <a:lnTo>
                    <a:pt x="327" y="208"/>
                  </a:lnTo>
                  <a:lnTo>
                    <a:pt x="329" y="212"/>
                  </a:lnTo>
                  <a:lnTo>
                    <a:pt x="340" y="219"/>
                  </a:lnTo>
                  <a:lnTo>
                    <a:pt x="344" y="221"/>
                  </a:lnTo>
                  <a:lnTo>
                    <a:pt x="345" y="222"/>
                  </a:lnTo>
                  <a:lnTo>
                    <a:pt x="345" y="223"/>
                  </a:lnTo>
                  <a:lnTo>
                    <a:pt x="342" y="223"/>
                  </a:lnTo>
                  <a:lnTo>
                    <a:pt x="341" y="224"/>
                  </a:lnTo>
                  <a:lnTo>
                    <a:pt x="341" y="225"/>
                  </a:lnTo>
                  <a:lnTo>
                    <a:pt x="346" y="232"/>
                  </a:lnTo>
                  <a:lnTo>
                    <a:pt x="354" y="239"/>
                  </a:lnTo>
                  <a:lnTo>
                    <a:pt x="354" y="241"/>
                  </a:lnTo>
                  <a:lnTo>
                    <a:pt x="352" y="243"/>
                  </a:lnTo>
                  <a:lnTo>
                    <a:pt x="350" y="244"/>
                  </a:lnTo>
                  <a:lnTo>
                    <a:pt x="349" y="246"/>
                  </a:lnTo>
                  <a:lnTo>
                    <a:pt x="349" y="247"/>
                  </a:lnTo>
                  <a:lnTo>
                    <a:pt x="350" y="248"/>
                  </a:lnTo>
                  <a:lnTo>
                    <a:pt x="351" y="249"/>
                  </a:lnTo>
                  <a:lnTo>
                    <a:pt x="353" y="252"/>
                  </a:lnTo>
                  <a:lnTo>
                    <a:pt x="354" y="254"/>
                  </a:lnTo>
                  <a:lnTo>
                    <a:pt x="354" y="255"/>
                  </a:lnTo>
                  <a:lnTo>
                    <a:pt x="351" y="257"/>
                  </a:lnTo>
                  <a:lnTo>
                    <a:pt x="351" y="261"/>
                  </a:lnTo>
                  <a:lnTo>
                    <a:pt x="346" y="267"/>
                  </a:lnTo>
                  <a:lnTo>
                    <a:pt x="341" y="275"/>
                  </a:lnTo>
                  <a:lnTo>
                    <a:pt x="337" y="277"/>
                  </a:lnTo>
                  <a:lnTo>
                    <a:pt x="330" y="277"/>
                  </a:lnTo>
                  <a:lnTo>
                    <a:pt x="322" y="276"/>
                  </a:lnTo>
                  <a:lnTo>
                    <a:pt x="314" y="273"/>
                  </a:lnTo>
                  <a:lnTo>
                    <a:pt x="308" y="272"/>
                  </a:lnTo>
                  <a:lnTo>
                    <a:pt x="304" y="273"/>
                  </a:lnTo>
                  <a:lnTo>
                    <a:pt x="301" y="276"/>
                  </a:lnTo>
                  <a:lnTo>
                    <a:pt x="296" y="279"/>
                  </a:lnTo>
                  <a:lnTo>
                    <a:pt x="290" y="279"/>
                  </a:lnTo>
                  <a:lnTo>
                    <a:pt x="284" y="275"/>
                  </a:lnTo>
                  <a:lnTo>
                    <a:pt x="277" y="271"/>
                  </a:lnTo>
                  <a:lnTo>
                    <a:pt x="270" y="268"/>
                  </a:lnTo>
                  <a:lnTo>
                    <a:pt x="264" y="268"/>
                  </a:lnTo>
                  <a:lnTo>
                    <a:pt x="257" y="270"/>
                  </a:lnTo>
                  <a:lnTo>
                    <a:pt x="250" y="271"/>
                  </a:lnTo>
                  <a:lnTo>
                    <a:pt x="243" y="264"/>
                  </a:lnTo>
                  <a:lnTo>
                    <a:pt x="241" y="256"/>
                  </a:lnTo>
                  <a:lnTo>
                    <a:pt x="241" y="255"/>
                  </a:lnTo>
                  <a:lnTo>
                    <a:pt x="240" y="254"/>
                  </a:lnTo>
                  <a:lnTo>
                    <a:pt x="238" y="253"/>
                  </a:lnTo>
                  <a:lnTo>
                    <a:pt x="235" y="255"/>
                  </a:lnTo>
                  <a:lnTo>
                    <a:pt x="232" y="257"/>
                  </a:lnTo>
                  <a:lnTo>
                    <a:pt x="231" y="257"/>
                  </a:lnTo>
                  <a:lnTo>
                    <a:pt x="229" y="258"/>
                  </a:lnTo>
                  <a:lnTo>
                    <a:pt x="226" y="256"/>
                  </a:lnTo>
                  <a:lnTo>
                    <a:pt x="224" y="255"/>
                  </a:lnTo>
                  <a:lnTo>
                    <a:pt x="221" y="253"/>
                  </a:lnTo>
                  <a:lnTo>
                    <a:pt x="219" y="250"/>
                  </a:lnTo>
                  <a:lnTo>
                    <a:pt x="218" y="248"/>
                  </a:lnTo>
                  <a:lnTo>
                    <a:pt x="216" y="247"/>
                  </a:lnTo>
                  <a:lnTo>
                    <a:pt x="215" y="247"/>
                  </a:lnTo>
                  <a:lnTo>
                    <a:pt x="213" y="247"/>
                  </a:lnTo>
                  <a:lnTo>
                    <a:pt x="209" y="252"/>
                  </a:lnTo>
                  <a:lnTo>
                    <a:pt x="206" y="252"/>
                  </a:lnTo>
                  <a:lnTo>
                    <a:pt x="204" y="251"/>
                  </a:lnTo>
                  <a:lnTo>
                    <a:pt x="203" y="250"/>
                  </a:lnTo>
                  <a:lnTo>
                    <a:pt x="201" y="247"/>
                  </a:lnTo>
                  <a:lnTo>
                    <a:pt x="201" y="245"/>
                  </a:lnTo>
                  <a:lnTo>
                    <a:pt x="201" y="243"/>
                  </a:lnTo>
                  <a:lnTo>
                    <a:pt x="200" y="242"/>
                  </a:lnTo>
                  <a:lnTo>
                    <a:pt x="196" y="240"/>
                  </a:lnTo>
                  <a:lnTo>
                    <a:pt x="177" y="240"/>
                  </a:lnTo>
                  <a:lnTo>
                    <a:pt x="173" y="238"/>
                  </a:lnTo>
                  <a:lnTo>
                    <a:pt x="169" y="237"/>
                  </a:lnTo>
                  <a:lnTo>
                    <a:pt x="168" y="236"/>
                  </a:lnTo>
                  <a:lnTo>
                    <a:pt x="167" y="236"/>
                  </a:lnTo>
                  <a:lnTo>
                    <a:pt x="164" y="235"/>
                  </a:lnTo>
                  <a:lnTo>
                    <a:pt x="162" y="234"/>
                  </a:lnTo>
                  <a:lnTo>
                    <a:pt x="158" y="230"/>
                  </a:lnTo>
                  <a:lnTo>
                    <a:pt x="156" y="229"/>
                  </a:lnTo>
                  <a:lnTo>
                    <a:pt x="149" y="224"/>
                  </a:lnTo>
                  <a:lnTo>
                    <a:pt x="143" y="218"/>
                  </a:lnTo>
                  <a:lnTo>
                    <a:pt x="138" y="215"/>
                  </a:lnTo>
                  <a:lnTo>
                    <a:pt x="135" y="214"/>
                  </a:lnTo>
                  <a:lnTo>
                    <a:pt x="132" y="213"/>
                  </a:lnTo>
                  <a:lnTo>
                    <a:pt x="131" y="211"/>
                  </a:lnTo>
                  <a:lnTo>
                    <a:pt x="129" y="209"/>
                  </a:lnTo>
                  <a:lnTo>
                    <a:pt x="125" y="204"/>
                  </a:lnTo>
                  <a:lnTo>
                    <a:pt x="121" y="200"/>
                  </a:lnTo>
                  <a:lnTo>
                    <a:pt x="116" y="196"/>
                  </a:lnTo>
                  <a:lnTo>
                    <a:pt x="113" y="196"/>
                  </a:lnTo>
                  <a:lnTo>
                    <a:pt x="112" y="196"/>
                  </a:lnTo>
                  <a:lnTo>
                    <a:pt x="110" y="196"/>
                  </a:lnTo>
                  <a:lnTo>
                    <a:pt x="107" y="196"/>
                  </a:lnTo>
                  <a:lnTo>
                    <a:pt x="106" y="195"/>
                  </a:lnTo>
                  <a:lnTo>
                    <a:pt x="98" y="187"/>
                  </a:lnTo>
                  <a:lnTo>
                    <a:pt x="92" y="182"/>
                  </a:lnTo>
                  <a:lnTo>
                    <a:pt x="91" y="180"/>
                  </a:lnTo>
                  <a:lnTo>
                    <a:pt x="87" y="179"/>
                  </a:lnTo>
                  <a:lnTo>
                    <a:pt x="86" y="178"/>
                  </a:lnTo>
                  <a:lnTo>
                    <a:pt x="84" y="178"/>
                  </a:lnTo>
                  <a:lnTo>
                    <a:pt x="79" y="175"/>
                  </a:lnTo>
                  <a:lnTo>
                    <a:pt x="76" y="174"/>
                  </a:lnTo>
                  <a:lnTo>
                    <a:pt x="67" y="174"/>
                  </a:lnTo>
                  <a:lnTo>
                    <a:pt x="66" y="173"/>
                  </a:lnTo>
                  <a:lnTo>
                    <a:pt x="66" y="170"/>
                  </a:lnTo>
                  <a:lnTo>
                    <a:pt x="65" y="167"/>
                  </a:lnTo>
                  <a:lnTo>
                    <a:pt x="64" y="164"/>
                  </a:lnTo>
                  <a:lnTo>
                    <a:pt x="61" y="162"/>
                  </a:lnTo>
                  <a:lnTo>
                    <a:pt x="59" y="161"/>
                  </a:lnTo>
                  <a:lnTo>
                    <a:pt x="58" y="159"/>
                  </a:lnTo>
                  <a:lnTo>
                    <a:pt x="55" y="157"/>
                  </a:lnTo>
                  <a:lnTo>
                    <a:pt x="52" y="156"/>
                  </a:lnTo>
                  <a:lnTo>
                    <a:pt x="48" y="154"/>
                  </a:lnTo>
                  <a:lnTo>
                    <a:pt x="44" y="151"/>
                  </a:lnTo>
                  <a:lnTo>
                    <a:pt x="40" y="148"/>
                  </a:lnTo>
                  <a:lnTo>
                    <a:pt x="34" y="146"/>
                  </a:lnTo>
                  <a:lnTo>
                    <a:pt x="25" y="145"/>
                  </a:lnTo>
                  <a:lnTo>
                    <a:pt x="16" y="142"/>
                  </a:lnTo>
                  <a:lnTo>
                    <a:pt x="10" y="138"/>
                  </a:lnTo>
                  <a:lnTo>
                    <a:pt x="8" y="137"/>
                  </a:lnTo>
                  <a:lnTo>
                    <a:pt x="7" y="137"/>
                  </a:lnTo>
                  <a:lnTo>
                    <a:pt x="0" y="137"/>
                  </a:lnTo>
                  <a:lnTo>
                    <a:pt x="0" y="136"/>
                  </a:lnTo>
                  <a:lnTo>
                    <a:pt x="3" y="133"/>
                  </a:lnTo>
                  <a:lnTo>
                    <a:pt x="5" y="132"/>
                  </a:lnTo>
                  <a:lnTo>
                    <a:pt x="6" y="131"/>
                  </a:lnTo>
                  <a:lnTo>
                    <a:pt x="11" y="128"/>
                  </a:lnTo>
                  <a:lnTo>
                    <a:pt x="14" y="125"/>
                  </a:lnTo>
                  <a:lnTo>
                    <a:pt x="14" y="123"/>
                  </a:lnTo>
                  <a:lnTo>
                    <a:pt x="17" y="118"/>
                  </a:lnTo>
                  <a:lnTo>
                    <a:pt x="19" y="117"/>
                  </a:lnTo>
                  <a:lnTo>
                    <a:pt x="23" y="115"/>
                  </a:lnTo>
                  <a:lnTo>
                    <a:pt x="29" y="114"/>
                  </a:lnTo>
                  <a:lnTo>
                    <a:pt x="34" y="114"/>
                  </a:lnTo>
                  <a:lnTo>
                    <a:pt x="37" y="112"/>
                  </a:lnTo>
                  <a:lnTo>
                    <a:pt x="38" y="111"/>
                  </a:lnTo>
                  <a:lnTo>
                    <a:pt x="40" y="103"/>
                  </a:lnTo>
                  <a:lnTo>
                    <a:pt x="42" y="101"/>
                  </a:lnTo>
                  <a:lnTo>
                    <a:pt x="44" y="100"/>
                  </a:lnTo>
                  <a:lnTo>
                    <a:pt x="48" y="100"/>
                  </a:lnTo>
                  <a:lnTo>
                    <a:pt x="48" y="99"/>
                  </a:lnTo>
                  <a:lnTo>
                    <a:pt x="48" y="94"/>
                  </a:lnTo>
                  <a:lnTo>
                    <a:pt x="47" y="87"/>
                  </a:lnTo>
                  <a:lnTo>
                    <a:pt x="44" y="82"/>
                  </a:lnTo>
                  <a:lnTo>
                    <a:pt x="41" y="80"/>
                  </a:lnTo>
                  <a:lnTo>
                    <a:pt x="39" y="77"/>
                  </a:lnTo>
                  <a:lnTo>
                    <a:pt x="36" y="76"/>
                  </a:lnTo>
                  <a:lnTo>
                    <a:pt x="33" y="73"/>
                  </a:lnTo>
                  <a:lnTo>
                    <a:pt x="32" y="70"/>
                  </a:lnTo>
                  <a:lnTo>
                    <a:pt x="31" y="69"/>
                  </a:lnTo>
                  <a:lnTo>
                    <a:pt x="31" y="67"/>
                  </a:lnTo>
                  <a:lnTo>
                    <a:pt x="31" y="65"/>
                  </a:lnTo>
                  <a:lnTo>
                    <a:pt x="31" y="64"/>
                  </a:lnTo>
                  <a:lnTo>
                    <a:pt x="32" y="61"/>
                  </a:lnTo>
                  <a:lnTo>
                    <a:pt x="33" y="58"/>
                  </a:lnTo>
                  <a:lnTo>
                    <a:pt x="35" y="56"/>
                  </a:lnTo>
                  <a:lnTo>
                    <a:pt x="36" y="56"/>
                  </a:lnTo>
                  <a:lnTo>
                    <a:pt x="37" y="57"/>
                  </a:lnTo>
                  <a:lnTo>
                    <a:pt x="38" y="59"/>
                  </a:lnTo>
                  <a:lnTo>
                    <a:pt x="40" y="61"/>
                  </a:lnTo>
                  <a:lnTo>
                    <a:pt x="40" y="63"/>
                  </a:lnTo>
                  <a:lnTo>
                    <a:pt x="42" y="65"/>
                  </a:lnTo>
                  <a:lnTo>
                    <a:pt x="45" y="66"/>
                  </a:lnTo>
                  <a:lnTo>
                    <a:pt x="47" y="66"/>
                  </a:lnTo>
                  <a:lnTo>
                    <a:pt x="48" y="65"/>
                  </a:lnTo>
                  <a:lnTo>
                    <a:pt x="49" y="64"/>
                  </a:lnTo>
                  <a:lnTo>
                    <a:pt x="51" y="63"/>
                  </a:lnTo>
                  <a:lnTo>
                    <a:pt x="53" y="61"/>
                  </a:lnTo>
                  <a:lnTo>
                    <a:pt x="55" y="61"/>
                  </a:lnTo>
                  <a:lnTo>
                    <a:pt x="57" y="61"/>
                  </a:lnTo>
                  <a:lnTo>
                    <a:pt x="60" y="60"/>
                  </a:lnTo>
                  <a:lnTo>
                    <a:pt x="67" y="57"/>
                  </a:lnTo>
                  <a:lnTo>
                    <a:pt x="72" y="56"/>
                  </a:lnTo>
                  <a:lnTo>
                    <a:pt x="75" y="58"/>
                  </a:lnTo>
                  <a:lnTo>
                    <a:pt x="83" y="66"/>
                  </a:lnTo>
                  <a:lnTo>
                    <a:pt x="85" y="67"/>
                  </a:lnTo>
                  <a:lnTo>
                    <a:pt x="86" y="66"/>
                  </a:lnTo>
                  <a:lnTo>
                    <a:pt x="90" y="63"/>
                  </a:lnTo>
                  <a:lnTo>
                    <a:pt x="94" y="60"/>
                  </a:lnTo>
                  <a:lnTo>
                    <a:pt x="99" y="57"/>
                  </a:lnTo>
                  <a:lnTo>
                    <a:pt x="102" y="58"/>
                  </a:lnTo>
                  <a:lnTo>
                    <a:pt x="110" y="66"/>
                  </a:lnTo>
                  <a:lnTo>
                    <a:pt x="115" y="69"/>
                  </a:lnTo>
                  <a:lnTo>
                    <a:pt x="118" y="72"/>
                  </a:lnTo>
                  <a:lnTo>
                    <a:pt x="122" y="74"/>
                  </a:lnTo>
                  <a:lnTo>
                    <a:pt x="126" y="76"/>
                  </a:lnTo>
                  <a:lnTo>
                    <a:pt x="131" y="76"/>
                  </a:lnTo>
                  <a:lnTo>
                    <a:pt x="133" y="74"/>
                  </a:lnTo>
                  <a:lnTo>
                    <a:pt x="134" y="72"/>
                  </a:lnTo>
                  <a:lnTo>
                    <a:pt x="135" y="71"/>
                  </a:lnTo>
                  <a:lnTo>
                    <a:pt x="136" y="69"/>
                  </a:lnTo>
                  <a:lnTo>
                    <a:pt x="136" y="69"/>
                  </a:lnTo>
                  <a:lnTo>
                    <a:pt x="137" y="68"/>
                  </a:lnTo>
                  <a:lnTo>
                    <a:pt x="138" y="68"/>
                  </a:lnTo>
                  <a:lnTo>
                    <a:pt x="142" y="71"/>
                  </a:lnTo>
                  <a:lnTo>
                    <a:pt x="145" y="73"/>
                  </a:lnTo>
                  <a:lnTo>
                    <a:pt x="146" y="74"/>
                  </a:lnTo>
                  <a:lnTo>
                    <a:pt x="147" y="73"/>
                  </a:lnTo>
                  <a:lnTo>
                    <a:pt x="149" y="70"/>
                  </a:lnTo>
                  <a:lnTo>
                    <a:pt x="150" y="65"/>
                  </a:lnTo>
                  <a:lnTo>
                    <a:pt x="154" y="59"/>
                  </a:lnTo>
                  <a:lnTo>
                    <a:pt x="157" y="52"/>
                  </a:lnTo>
                  <a:lnTo>
                    <a:pt x="159" y="50"/>
                  </a:lnTo>
                  <a:lnTo>
                    <a:pt x="161" y="49"/>
                  </a:lnTo>
                  <a:lnTo>
                    <a:pt x="164" y="49"/>
                  </a:lnTo>
                  <a:lnTo>
                    <a:pt x="169" y="47"/>
                  </a:lnTo>
                  <a:lnTo>
                    <a:pt x="171" y="47"/>
                  </a:lnTo>
                  <a:lnTo>
                    <a:pt x="172" y="46"/>
                  </a:lnTo>
                  <a:lnTo>
                    <a:pt x="172" y="44"/>
                  </a:lnTo>
                  <a:lnTo>
                    <a:pt x="173" y="43"/>
                  </a:lnTo>
                  <a:lnTo>
                    <a:pt x="175" y="40"/>
                  </a:lnTo>
                  <a:lnTo>
                    <a:pt x="179" y="40"/>
                  </a:lnTo>
                  <a:lnTo>
                    <a:pt x="180" y="41"/>
                  </a:lnTo>
                  <a:lnTo>
                    <a:pt x="182" y="41"/>
                  </a:lnTo>
                  <a:lnTo>
                    <a:pt x="183" y="42"/>
                  </a:lnTo>
                  <a:lnTo>
                    <a:pt x="184" y="40"/>
                  </a:lnTo>
                  <a:lnTo>
                    <a:pt x="184" y="38"/>
                  </a:lnTo>
                  <a:lnTo>
                    <a:pt x="184" y="32"/>
                  </a:lnTo>
                  <a:lnTo>
                    <a:pt x="182" y="27"/>
                  </a:lnTo>
                  <a:lnTo>
                    <a:pt x="178" y="24"/>
                  </a:lnTo>
                  <a:lnTo>
                    <a:pt x="172" y="24"/>
                  </a:lnTo>
                  <a:lnTo>
                    <a:pt x="171" y="23"/>
                  </a:lnTo>
                  <a:lnTo>
                    <a:pt x="171" y="20"/>
                  </a:lnTo>
                  <a:lnTo>
                    <a:pt x="174" y="17"/>
                  </a:lnTo>
                  <a:lnTo>
                    <a:pt x="180" y="13"/>
                  </a:lnTo>
                  <a:lnTo>
                    <a:pt x="187" y="10"/>
                  </a:lnTo>
                  <a:lnTo>
                    <a:pt x="195" y="4"/>
                  </a:lnTo>
                  <a:lnTo>
                    <a:pt x="198" y="3"/>
                  </a:lnTo>
                  <a:lnTo>
                    <a:pt x="201" y="2"/>
                  </a:lnTo>
                  <a:lnTo>
                    <a:pt x="207" y="1"/>
                  </a:lnTo>
                  <a:lnTo>
                    <a:pt x="21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8" name="Freeform 73"/>
            <p:cNvSpPr>
              <a:spLocks/>
            </p:cNvSpPr>
            <p:nvPr/>
          </p:nvSpPr>
          <p:spPr bwMode="auto">
            <a:xfrm>
              <a:off x="3351213" y="1657350"/>
              <a:ext cx="225425" cy="295275"/>
            </a:xfrm>
            <a:custGeom>
              <a:avLst/>
              <a:gdLst/>
              <a:ahLst/>
              <a:cxnLst>
                <a:cxn ang="0">
                  <a:pos x="51" y="0"/>
                </a:cxn>
                <a:cxn ang="0">
                  <a:pos x="55" y="7"/>
                </a:cxn>
                <a:cxn ang="0">
                  <a:pos x="53" y="18"/>
                </a:cxn>
                <a:cxn ang="0">
                  <a:pos x="54" y="27"/>
                </a:cxn>
                <a:cxn ang="0">
                  <a:pos x="56" y="41"/>
                </a:cxn>
                <a:cxn ang="0">
                  <a:pos x="64" y="51"/>
                </a:cxn>
                <a:cxn ang="0">
                  <a:pos x="79" y="51"/>
                </a:cxn>
                <a:cxn ang="0">
                  <a:pos x="103" y="41"/>
                </a:cxn>
                <a:cxn ang="0">
                  <a:pos x="111" y="38"/>
                </a:cxn>
                <a:cxn ang="0">
                  <a:pos x="115" y="45"/>
                </a:cxn>
                <a:cxn ang="0">
                  <a:pos x="119" y="58"/>
                </a:cxn>
                <a:cxn ang="0">
                  <a:pos x="128" y="67"/>
                </a:cxn>
                <a:cxn ang="0">
                  <a:pos x="133" y="76"/>
                </a:cxn>
                <a:cxn ang="0">
                  <a:pos x="137" y="86"/>
                </a:cxn>
                <a:cxn ang="0">
                  <a:pos x="142" y="96"/>
                </a:cxn>
                <a:cxn ang="0">
                  <a:pos x="136" y="113"/>
                </a:cxn>
                <a:cxn ang="0">
                  <a:pos x="125" y="127"/>
                </a:cxn>
                <a:cxn ang="0">
                  <a:pos x="119" y="136"/>
                </a:cxn>
                <a:cxn ang="0">
                  <a:pos x="116" y="153"/>
                </a:cxn>
                <a:cxn ang="0">
                  <a:pos x="101" y="160"/>
                </a:cxn>
                <a:cxn ang="0">
                  <a:pos x="94" y="169"/>
                </a:cxn>
                <a:cxn ang="0">
                  <a:pos x="85" y="176"/>
                </a:cxn>
                <a:cxn ang="0">
                  <a:pos x="56" y="186"/>
                </a:cxn>
                <a:cxn ang="0">
                  <a:pos x="50" y="171"/>
                </a:cxn>
                <a:cxn ang="0">
                  <a:pos x="49" y="152"/>
                </a:cxn>
                <a:cxn ang="0">
                  <a:pos x="45" y="141"/>
                </a:cxn>
                <a:cxn ang="0">
                  <a:pos x="32" y="141"/>
                </a:cxn>
                <a:cxn ang="0">
                  <a:pos x="21" y="148"/>
                </a:cxn>
                <a:cxn ang="0">
                  <a:pos x="18" y="151"/>
                </a:cxn>
                <a:cxn ang="0">
                  <a:pos x="14" y="158"/>
                </a:cxn>
                <a:cxn ang="0">
                  <a:pos x="13" y="152"/>
                </a:cxn>
                <a:cxn ang="0">
                  <a:pos x="7" y="139"/>
                </a:cxn>
                <a:cxn ang="0">
                  <a:pos x="1" y="123"/>
                </a:cxn>
                <a:cxn ang="0">
                  <a:pos x="0" y="104"/>
                </a:cxn>
                <a:cxn ang="0">
                  <a:pos x="3" y="83"/>
                </a:cxn>
                <a:cxn ang="0">
                  <a:pos x="11" y="69"/>
                </a:cxn>
                <a:cxn ang="0">
                  <a:pos x="23" y="55"/>
                </a:cxn>
                <a:cxn ang="0">
                  <a:pos x="20" y="39"/>
                </a:cxn>
                <a:cxn ang="0">
                  <a:pos x="18" y="22"/>
                </a:cxn>
                <a:cxn ang="0">
                  <a:pos x="27" y="10"/>
                </a:cxn>
                <a:cxn ang="0">
                  <a:pos x="35" y="6"/>
                </a:cxn>
                <a:cxn ang="0">
                  <a:pos x="45" y="0"/>
                </a:cxn>
              </a:cxnLst>
              <a:rect l="0" t="0" r="r" b="b"/>
              <a:pathLst>
                <a:path w="142" h="186">
                  <a:moveTo>
                    <a:pt x="45" y="0"/>
                  </a:moveTo>
                  <a:lnTo>
                    <a:pt x="51" y="0"/>
                  </a:lnTo>
                  <a:lnTo>
                    <a:pt x="54" y="3"/>
                  </a:lnTo>
                  <a:lnTo>
                    <a:pt x="55" y="7"/>
                  </a:lnTo>
                  <a:lnTo>
                    <a:pt x="54" y="12"/>
                  </a:lnTo>
                  <a:lnTo>
                    <a:pt x="53" y="18"/>
                  </a:lnTo>
                  <a:lnTo>
                    <a:pt x="53" y="23"/>
                  </a:lnTo>
                  <a:lnTo>
                    <a:pt x="54" y="27"/>
                  </a:lnTo>
                  <a:lnTo>
                    <a:pt x="56" y="32"/>
                  </a:lnTo>
                  <a:lnTo>
                    <a:pt x="56" y="41"/>
                  </a:lnTo>
                  <a:lnTo>
                    <a:pt x="58" y="47"/>
                  </a:lnTo>
                  <a:lnTo>
                    <a:pt x="64" y="51"/>
                  </a:lnTo>
                  <a:lnTo>
                    <a:pt x="71" y="52"/>
                  </a:lnTo>
                  <a:lnTo>
                    <a:pt x="79" y="51"/>
                  </a:lnTo>
                  <a:lnTo>
                    <a:pt x="87" y="49"/>
                  </a:lnTo>
                  <a:lnTo>
                    <a:pt x="103" y="41"/>
                  </a:lnTo>
                  <a:lnTo>
                    <a:pt x="109" y="39"/>
                  </a:lnTo>
                  <a:lnTo>
                    <a:pt x="111" y="38"/>
                  </a:lnTo>
                  <a:lnTo>
                    <a:pt x="113" y="40"/>
                  </a:lnTo>
                  <a:lnTo>
                    <a:pt x="115" y="45"/>
                  </a:lnTo>
                  <a:lnTo>
                    <a:pt x="117" y="52"/>
                  </a:lnTo>
                  <a:lnTo>
                    <a:pt x="119" y="58"/>
                  </a:lnTo>
                  <a:lnTo>
                    <a:pt x="123" y="64"/>
                  </a:lnTo>
                  <a:lnTo>
                    <a:pt x="128" y="67"/>
                  </a:lnTo>
                  <a:lnTo>
                    <a:pt x="131" y="71"/>
                  </a:lnTo>
                  <a:lnTo>
                    <a:pt x="133" y="76"/>
                  </a:lnTo>
                  <a:lnTo>
                    <a:pt x="134" y="81"/>
                  </a:lnTo>
                  <a:lnTo>
                    <a:pt x="137" y="86"/>
                  </a:lnTo>
                  <a:lnTo>
                    <a:pt x="140" y="90"/>
                  </a:lnTo>
                  <a:lnTo>
                    <a:pt x="142" y="96"/>
                  </a:lnTo>
                  <a:lnTo>
                    <a:pt x="141" y="104"/>
                  </a:lnTo>
                  <a:lnTo>
                    <a:pt x="136" y="113"/>
                  </a:lnTo>
                  <a:lnTo>
                    <a:pt x="130" y="121"/>
                  </a:lnTo>
                  <a:lnTo>
                    <a:pt x="125" y="127"/>
                  </a:lnTo>
                  <a:lnTo>
                    <a:pt x="120" y="132"/>
                  </a:lnTo>
                  <a:lnTo>
                    <a:pt x="119" y="136"/>
                  </a:lnTo>
                  <a:lnTo>
                    <a:pt x="117" y="144"/>
                  </a:lnTo>
                  <a:lnTo>
                    <a:pt x="116" y="153"/>
                  </a:lnTo>
                  <a:lnTo>
                    <a:pt x="107" y="156"/>
                  </a:lnTo>
                  <a:lnTo>
                    <a:pt x="101" y="160"/>
                  </a:lnTo>
                  <a:lnTo>
                    <a:pt x="96" y="166"/>
                  </a:lnTo>
                  <a:lnTo>
                    <a:pt x="94" y="169"/>
                  </a:lnTo>
                  <a:lnTo>
                    <a:pt x="91" y="172"/>
                  </a:lnTo>
                  <a:lnTo>
                    <a:pt x="85" y="176"/>
                  </a:lnTo>
                  <a:lnTo>
                    <a:pt x="76" y="179"/>
                  </a:lnTo>
                  <a:lnTo>
                    <a:pt x="56" y="186"/>
                  </a:lnTo>
                  <a:lnTo>
                    <a:pt x="53" y="181"/>
                  </a:lnTo>
                  <a:lnTo>
                    <a:pt x="50" y="171"/>
                  </a:lnTo>
                  <a:lnTo>
                    <a:pt x="50" y="161"/>
                  </a:lnTo>
                  <a:lnTo>
                    <a:pt x="49" y="152"/>
                  </a:lnTo>
                  <a:lnTo>
                    <a:pt x="49" y="145"/>
                  </a:lnTo>
                  <a:lnTo>
                    <a:pt x="45" y="141"/>
                  </a:lnTo>
                  <a:lnTo>
                    <a:pt x="38" y="139"/>
                  </a:lnTo>
                  <a:lnTo>
                    <a:pt x="32" y="141"/>
                  </a:lnTo>
                  <a:lnTo>
                    <a:pt x="26" y="144"/>
                  </a:lnTo>
                  <a:lnTo>
                    <a:pt x="21" y="148"/>
                  </a:lnTo>
                  <a:lnTo>
                    <a:pt x="20" y="150"/>
                  </a:lnTo>
                  <a:lnTo>
                    <a:pt x="18" y="151"/>
                  </a:lnTo>
                  <a:lnTo>
                    <a:pt x="17" y="154"/>
                  </a:lnTo>
                  <a:lnTo>
                    <a:pt x="14" y="158"/>
                  </a:lnTo>
                  <a:lnTo>
                    <a:pt x="14" y="155"/>
                  </a:lnTo>
                  <a:lnTo>
                    <a:pt x="13" y="152"/>
                  </a:lnTo>
                  <a:lnTo>
                    <a:pt x="10" y="146"/>
                  </a:lnTo>
                  <a:lnTo>
                    <a:pt x="7" y="139"/>
                  </a:lnTo>
                  <a:lnTo>
                    <a:pt x="3" y="130"/>
                  </a:lnTo>
                  <a:lnTo>
                    <a:pt x="1" y="123"/>
                  </a:lnTo>
                  <a:lnTo>
                    <a:pt x="0" y="118"/>
                  </a:lnTo>
                  <a:lnTo>
                    <a:pt x="0" y="104"/>
                  </a:lnTo>
                  <a:lnTo>
                    <a:pt x="1" y="93"/>
                  </a:lnTo>
                  <a:lnTo>
                    <a:pt x="3" y="83"/>
                  </a:lnTo>
                  <a:lnTo>
                    <a:pt x="7" y="75"/>
                  </a:lnTo>
                  <a:lnTo>
                    <a:pt x="11" y="69"/>
                  </a:lnTo>
                  <a:lnTo>
                    <a:pt x="20" y="60"/>
                  </a:lnTo>
                  <a:lnTo>
                    <a:pt x="23" y="55"/>
                  </a:lnTo>
                  <a:lnTo>
                    <a:pt x="24" y="49"/>
                  </a:lnTo>
                  <a:lnTo>
                    <a:pt x="20" y="39"/>
                  </a:lnTo>
                  <a:lnTo>
                    <a:pt x="13" y="27"/>
                  </a:lnTo>
                  <a:lnTo>
                    <a:pt x="18" y="22"/>
                  </a:lnTo>
                  <a:lnTo>
                    <a:pt x="23" y="16"/>
                  </a:lnTo>
                  <a:lnTo>
                    <a:pt x="27" y="10"/>
                  </a:lnTo>
                  <a:lnTo>
                    <a:pt x="31" y="7"/>
                  </a:lnTo>
                  <a:lnTo>
                    <a:pt x="35" y="6"/>
                  </a:lnTo>
                  <a:lnTo>
                    <a:pt x="40" y="2"/>
                  </a:lnTo>
                  <a:lnTo>
                    <a:pt x="4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89" name="Freeform 74"/>
            <p:cNvSpPr>
              <a:spLocks/>
            </p:cNvSpPr>
            <p:nvPr/>
          </p:nvSpPr>
          <p:spPr bwMode="auto">
            <a:xfrm>
              <a:off x="3440113" y="1900238"/>
              <a:ext cx="139700" cy="117475"/>
            </a:xfrm>
            <a:custGeom>
              <a:avLst/>
              <a:gdLst/>
              <a:ahLst/>
              <a:cxnLst>
                <a:cxn ang="0">
                  <a:pos x="60" y="0"/>
                </a:cxn>
                <a:cxn ang="0">
                  <a:pos x="60" y="16"/>
                </a:cxn>
                <a:cxn ang="0">
                  <a:pos x="62" y="23"/>
                </a:cxn>
                <a:cxn ang="0">
                  <a:pos x="67" y="32"/>
                </a:cxn>
                <a:cxn ang="0">
                  <a:pos x="73" y="38"/>
                </a:cxn>
                <a:cxn ang="0">
                  <a:pos x="80" y="43"/>
                </a:cxn>
                <a:cxn ang="0">
                  <a:pos x="85" y="49"/>
                </a:cxn>
                <a:cxn ang="0">
                  <a:pos x="88" y="51"/>
                </a:cxn>
                <a:cxn ang="0">
                  <a:pos x="87" y="55"/>
                </a:cxn>
                <a:cxn ang="0">
                  <a:pos x="82" y="61"/>
                </a:cxn>
                <a:cxn ang="0">
                  <a:pos x="77" y="67"/>
                </a:cxn>
                <a:cxn ang="0">
                  <a:pos x="72" y="74"/>
                </a:cxn>
                <a:cxn ang="0">
                  <a:pos x="68" y="71"/>
                </a:cxn>
                <a:cxn ang="0">
                  <a:pos x="64" y="69"/>
                </a:cxn>
                <a:cxn ang="0">
                  <a:pos x="58" y="67"/>
                </a:cxn>
                <a:cxn ang="0">
                  <a:pos x="49" y="66"/>
                </a:cxn>
                <a:cxn ang="0">
                  <a:pos x="29" y="62"/>
                </a:cxn>
                <a:cxn ang="0">
                  <a:pos x="20" y="58"/>
                </a:cxn>
                <a:cxn ang="0">
                  <a:pos x="12" y="52"/>
                </a:cxn>
                <a:cxn ang="0">
                  <a:pos x="6" y="44"/>
                </a:cxn>
                <a:cxn ang="0">
                  <a:pos x="0" y="33"/>
                </a:cxn>
                <a:cxn ang="0">
                  <a:pos x="20" y="26"/>
                </a:cxn>
                <a:cxn ang="0">
                  <a:pos x="29" y="23"/>
                </a:cxn>
                <a:cxn ang="0">
                  <a:pos x="35" y="19"/>
                </a:cxn>
                <a:cxn ang="0">
                  <a:pos x="38" y="16"/>
                </a:cxn>
                <a:cxn ang="0">
                  <a:pos x="40" y="13"/>
                </a:cxn>
                <a:cxn ang="0">
                  <a:pos x="45" y="7"/>
                </a:cxn>
                <a:cxn ang="0">
                  <a:pos x="51" y="3"/>
                </a:cxn>
                <a:cxn ang="0">
                  <a:pos x="60" y="0"/>
                </a:cxn>
              </a:cxnLst>
              <a:rect l="0" t="0" r="r" b="b"/>
              <a:pathLst>
                <a:path w="88" h="74">
                  <a:moveTo>
                    <a:pt x="60" y="0"/>
                  </a:moveTo>
                  <a:lnTo>
                    <a:pt x="60" y="16"/>
                  </a:lnTo>
                  <a:lnTo>
                    <a:pt x="62" y="23"/>
                  </a:lnTo>
                  <a:lnTo>
                    <a:pt x="67" y="32"/>
                  </a:lnTo>
                  <a:lnTo>
                    <a:pt x="73" y="38"/>
                  </a:lnTo>
                  <a:lnTo>
                    <a:pt x="80" y="43"/>
                  </a:lnTo>
                  <a:lnTo>
                    <a:pt x="85" y="49"/>
                  </a:lnTo>
                  <a:lnTo>
                    <a:pt x="88" y="51"/>
                  </a:lnTo>
                  <a:lnTo>
                    <a:pt x="87" y="55"/>
                  </a:lnTo>
                  <a:lnTo>
                    <a:pt x="82" y="61"/>
                  </a:lnTo>
                  <a:lnTo>
                    <a:pt x="77" y="67"/>
                  </a:lnTo>
                  <a:lnTo>
                    <a:pt x="72" y="74"/>
                  </a:lnTo>
                  <a:lnTo>
                    <a:pt x="68" y="71"/>
                  </a:lnTo>
                  <a:lnTo>
                    <a:pt x="64" y="69"/>
                  </a:lnTo>
                  <a:lnTo>
                    <a:pt x="58" y="67"/>
                  </a:lnTo>
                  <a:lnTo>
                    <a:pt x="49" y="66"/>
                  </a:lnTo>
                  <a:lnTo>
                    <a:pt x="29" y="62"/>
                  </a:lnTo>
                  <a:lnTo>
                    <a:pt x="20" y="58"/>
                  </a:lnTo>
                  <a:lnTo>
                    <a:pt x="12" y="52"/>
                  </a:lnTo>
                  <a:lnTo>
                    <a:pt x="6" y="44"/>
                  </a:lnTo>
                  <a:lnTo>
                    <a:pt x="0" y="33"/>
                  </a:lnTo>
                  <a:lnTo>
                    <a:pt x="20" y="26"/>
                  </a:lnTo>
                  <a:lnTo>
                    <a:pt x="29" y="23"/>
                  </a:lnTo>
                  <a:lnTo>
                    <a:pt x="35" y="19"/>
                  </a:lnTo>
                  <a:lnTo>
                    <a:pt x="38" y="16"/>
                  </a:lnTo>
                  <a:lnTo>
                    <a:pt x="40" y="13"/>
                  </a:lnTo>
                  <a:lnTo>
                    <a:pt x="45" y="7"/>
                  </a:lnTo>
                  <a:lnTo>
                    <a:pt x="51" y="3"/>
                  </a:lnTo>
                  <a:lnTo>
                    <a:pt x="6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0" name="Freeform 75"/>
            <p:cNvSpPr>
              <a:spLocks/>
            </p:cNvSpPr>
            <p:nvPr/>
          </p:nvSpPr>
          <p:spPr bwMode="auto">
            <a:xfrm>
              <a:off x="3473451" y="2125663"/>
              <a:ext cx="120650" cy="85725"/>
            </a:xfrm>
            <a:custGeom>
              <a:avLst/>
              <a:gdLst/>
              <a:ahLst/>
              <a:cxnLst>
                <a:cxn ang="0">
                  <a:pos x="9" y="0"/>
                </a:cxn>
                <a:cxn ang="0">
                  <a:pos x="17" y="3"/>
                </a:cxn>
                <a:cxn ang="0">
                  <a:pos x="32" y="10"/>
                </a:cxn>
                <a:cxn ang="0">
                  <a:pos x="41" y="12"/>
                </a:cxn>
                <a:cxn ang="0">
                  <a:pos x="48" y="13"/>
                </a:cxn>
                <a:cxn ang="0">
                  <a:pos x="57" y="16"/>
                </a:cxn>
                <a:cxn ang="0">
                  <a:pos x="76" y="23"/>
                </a:cxn>
                <a:cxn ang="0">
                  <a:pos x="76" y="40"/>
                </a:cxn>
                <a:cxn ang="0">
                  <a:pos x="75" y="49"/>
                </a:cxn>
                <a:cxn ang="0">
                  <a:pos x="71" y="52"/>
                </a:cxn>
                <a:cxn ang="0">
                  <a:pos x="66" y="54"/>
                </a:cxn>
                <a:cxn ang="0">
                  <a:pos x="59" y="53"/>
                </a:cxn>
                <a:cxn ang="0">
                  <a:pos x="52" y="52"/>
                </a:cxn>
                <a:cxn ang="0">
                  <a:pos x="44" y="50"/>
                </a:cxn>
                <a:cxn ang="0">
                  <a:pos x="38" y="50"/>
                </a:cxn>
                <a:cxn ang="0">
                  <a:pos x="30" y="50"/>
                </a:cxn>
                <a:cxn ang="0">
                  <a:pos x="22" y="50"/>
                </a:cxn>
                <a:cxn ang="0">
                  <a:pos x="22" y="47"/>
                </a:cxn>
                <a:cxn ang="0">
                  <a:pos x="21" y="44"/>
                </a:cxn>
                <a:cxn ang="0">
                  <a:pos x="20" y="42"/>
                </a:cxn>
                <a:cxn ang="0">
                  <a:pos x="19" y="40"/>
                </a:cxn>
                <a:cxn ang="0">
                  <a:pos x="13" y="34"/>
                </a:cxn>
                <a:cxn ang="0">
                  <a:pos x="2" y="21"/>
                </a:cxn>
                <a:cxn ang="0">
                  <a:pos x="0" y="15"/>
                </a:cxn>
                <a:cxn ang="0">
                  <a:pos x="2" y="10"/>
                </a:cxn>
                <a:cxn ang="0">
                  <a:pos x="9" y="0"/>
                </a:cxn>
              </a:cxnLst>
              <a:rect l="0" t="0" r="r" b="b"/>
              <a:pathLst>
                <a:path w="76" h="54">
                  <a:moveTo>
                    <a:pt x="9" y="0"/>
                  </a:moveTo>
                  <a:lnTo>
                    <a:pt x="17" y="3"/>
                  </a:lnTo>
                  <a:lnTo>
                    <a:pt x="32" y="10"/>
                  </a:lnTo>
                  <a:lnTo>
                    <a:pt x="41" y="12"/>
                  </a:lnTo>
                  <a:lnTo>
                    <a:pt x="48" y="13"/>
                  </a:lnTo>
                  <a:lnTo>
                    <a:pt x="57" y="16"/>
                  </a:lnTo>
                  <a:lnTo>
                    <a:pt x="76" y="23"/>
                  </a:lnTo>
                  <a:lnTo>
                    <a:pt x="76" y="40"/>
                  </a:lnTo>
                  <a:lnTo>
                    <a:pt x="75" y="49"/>
                  </a:lnTo>
                  <a:lnTo>
                    <a:pt x="71" y="52"/>
                  </a:lnTo>
                  <a:lnTo>
                    <a:pt x="66" y="54"/>
                  </a:lnTo>
                  <a:lnTo>
                    <a:pt x="59" y="53"/>
                  </a:lnTo>
                  <a:lnTo>
                    <a:pt x="52" y="52"/>
                  </a:lnTo>
                  <a:lnTo>
                    <a:pt x="44" y="50"/>
                  </a:lnTo>
                  <a:lnTo>
                    <a:pt x="38" y="50"/>
                  </a:lnTo>
                  <a:lnTo>
                    <a:pt x="30" y="50"/>
                  </a:lnTo>
                  <a:lnTo>
                    <a:pt x="22" y="50"/>
                  </a:lnTo>
                  <a:lnTo>
                    <a:pt x="22" y="47"/>
                  </a:lnTo>
                  <a:lnTo>
                    <a:pt x="21" y="44"/>
                  </a:lnTo>
                  <a:lnTo>
                    <a:pt x="20" y="42"/>
                  </a:lnTo>
                  <a:lnTo>
                    <a:pt x="19" y="40"/>
                  </a:lnTo>
                  <a:lnTo>
                    <a:pt x="13" y="34"/>
                  </a:lnTo>
                  <a:lnTo>
                    <a:pt x="2" y="21"/>
                  </a:lnTo>
                  <a:lnTo>
                    <a:pt x="0" y="15"/>
                  </a:lnTo>
                  <a:lnTo>
                    <a:pt x="2" y="10"/>
                  </a:lnTo>
                  <a:lnTo>
                    <a:pt x="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1" name="Freeform 76"/>
            <p:cNvSpPr>
              <a:spLocks/>
            </p:cNvSpPr>
            <p:nvPr/>
          </p:nvSpPr>
          <p:spPr bwMode="auto">
            <a:xfrm>
              <a:off x="3355976" y="1878013"/>
              <a:ext cx="169863" cy="222250"/>
            </a:xfrm>
            <a:custGeom>
              <a:avLst/>
              <a:gdLst/>
              <a:ahLst/>
              <a:cxnLst>
                <a:cxn ang="0">
                  <a:pos x="35" y="0"/>
                </a:cxn>
                <a:cxn ang="0">
                  <a:pos x="42" y="2"/>
                </a:cxn>
                <a:cxn ang="0">
                  <a:pos x="46" y="6"/>
                </a:cxn>
                <a:cxn ang="0">
                  <a:pos x="46" y="13"/>
                </a:cxn>
                <a:cxn ang="0">
                  <a:pos x="47" y="22"/>
                </a:cxn>
                <a:cxn ang="0">
                  <a:pos x="47" y="32"/>
                </a:cxn>
                <a:cxn ang="0">
                  <a:pos x="50" y="42"/>
                </a:cxn>
                <a:cxn ang="0">
                  <a:pos x="57" y="54"/>
                </a:cxn>
                <a:cxn ang="0">
                  <a:pos x="64" y="64"/>
                </a:cxn>
                <a:cxn ang="0">
                  <a:pos x="72" y="71"/>
                </a:cxn>
                <a:cxn ang="0">
                  <a:pos x="82" y="76"/>
                </a:cxn>
                <a:cxn ang="0">
                  <a:pos x="91" y="78"/>
                </a:cxn>
                <a:cxn ang="0">
                  <a:pos x="99" y="79"/>
                </a:cxn>
                <a:cxn ang="0">
                  <a:pos x="101" y="91"/>
                </a:cxn>
                <a:cxn ang="0">
                  <a:pos x="104" y="103"/>
                </a:cxn>
                <a:cxn ang="0">
                  <a:pos x="106" y="113"/>
                </a:cxn>
                <a:cxn ang="0">
                  <a:pos x="107" y="119"/>
                </a:cxn>
                <a:cxn ang="0">
                  <a:pos x="106" y="122"/>
                </a:cxn>
                <a:cxn ang="0">
                  <a:pos x="102" y="122"/>
                </a:cxn>
                <a:cxn ang="0">
                  <a:pos x="93" y="122"/>
                </a:cxn>
                <a:cxn ang="0">
                  <a:pos x="89" y="123"/>
                </a:cxn>
                <a:cxn ang="0">
                  <a:pos x="86" y="125"/>
                </a:cxn>
                <a:cxn ang="0">
                  <a:pos x="82" y="129"/>
                </a:cxn>
                <a:cxn ang="0">
                  <a:pos x="79" y="134"/>
                </a:cxn>
                <a:cxn ang="0">
                  <a:pos x="74" y="140"/>
                </a:cxn>
                <a:cxn ang="0">
                  <a:pos x="70" y="138"/>
                </a:cxn>
                <a:cxn ang="0">
                  <a:pos x="67" y="136"/>
                </a:cxn>
                <a:cxn ang="0">
                  <a:pos x="64" y="135"/>
                </a:cxn>
                <a:cxn ang="0">
                  <a:pos x="61" y="134"/>
                </a:cxn>
                <a:cxn ang="0">
                  <a:pos x="47" y="134"/>
                </a:cxn>
                <a:cxn ang="0">
                  <a:pos x="47" y="128"/>
                </a:cxn>
                <a:cxn ang="0">
                  <a:pos x="45" y="124"/>
                </a:cxn>
                <a:cxn ang="0">
                  <a:pos x="40" y="120"/>
                </a:cxn>
                <a:cxn ang="0">
                  <a:pos x="33" y="114"/>
                </a:cxn>
                <a:cxn ang="0">
                  <a:pos x="25" y="107"/>
                </a:cxn>
                <a:cxn ang="0">
                  <a:pos x="16" y="101"/>
                </a:cxn>
                <a:cxn ang="0">
                  <a:pos x="9" y="94"/>
                </a:cxn>
                <a:cxn ang="0">
                  <a:pos x="4" y="88"/>
                </a:cxn>
                <a:cxn ang="0">
                  <a:pos x="1" y="81"/>
                </a:cxn>
                <a:cxn ang="0">
                  <a:pos x="0" y="69"/>
                </a:cxn>
                <a:cxn ang="0">
                  <a:pos x="1" y="54"/>
                </a:cxn>
                <a:cxn ang="0">
                  <a:pos x="3" y="42"/>
                </a:cxn>
                <a:cxn ang="0">
                  <a:pos x="5" y="34"/>
                </a:cxn>
                <a:cxn ang="0">
                  <a:pos x="7" y="29"/>
                </a:cxn>
                <a:cxn ang="0">
                  <a:pos x="10" y="24"/>
                </a:cxn>
                <a:cxn ang="0">
                  <a:pos x="11" y="19"/>
                </a:cxn>
                <a:cxn ang="0">
                  <a:pos x="14" y="15"/>
                </a:cxn>
                <a:cxn ang="0">
                  <a:pos x="15" y="12"/>
                </a:cxn>
                <a:cxn ang="0">
                  <a:pos x="17" y="11"/>
                </a:cxn>
                <a:cxn ang="0">
                  <a:pos x="18" y="9"/>
                </a:cxn>
                <a:cxn ang="0">
                  <a:pos x="23" y="5"/>
                </a:cxn>
                <a:cxn ang="0">
                  <a:pos x="29" y="2"/>
                </a:cxn>
                <a:cxn ang="0">
                  <a:pos x="35" y="0"/>
                </a:cxn>
              </a:cxnLst>
              <a:rect l="0" t="0" r="r" b="b"/>
              <a:pathLst>
                <a:path w="107" h="140">
                  <a:moveTo>
                    <a:pt x="35" y="0"/>
                  </a:moveTo>
                  <a:lnTo>
                    <a:pt x="42" y="2"/>
                  </a:lnTo>
                  <a:lnTo>
                    <a:pt x="46" y="6"/>
                  </a:lnTo>
                  <a:lnTo>
                    <a:pt x="46" y="13"/>
                  </a:lnTo>
                  <a:lnTo>
                    <a:pt x="47" y="22"/>
                  </a:lnTo>
                  <a:lnTo>
                    <a:pt x="47" y="32"/>
                  </a:lnTo>
                  <a:lnTo>
                    <a:pt x="50" y="42"/>
                  </a:lnTo>
                  <a:lnTo>
                    <a:pt x="57" y="54"/>
                  </a:lnTo>
                  <a:lnTo>
                    <a:pt x="64" y="64"/>
                  </a:lnTo>
                  <a:lnTo>
                    <a:pt x="72" y="71"/>
                  </a:lnTo>
                  <a:lnTo>
                    <a:pt x="82" y="76"/>
                  </a:lnTo>
                  <a:lnTo>
                    <a:pt x="91" y="78"/>
                  </a:lnTo>
                  <a:lnTo>
                    <a:pt x="99" y="79"/>
                  </a:lnTo>
                  <a:lnTo>
                    <a:pt x="101" y="91"/>
                  </a:lnTo>
                  <a:lnTo>
                    <a:pt x="104" y="103"/>
                  </a:lnTo>
                  <a:lnTo>
                    <a:pt x="106" y="113"/>
                  </a:lnTo>
                  <a:lnTo>
                    <a:pt x="107" y="119"/>
                  </a:lnTo>
                  <a:lnTo>
                    <a:pt x="106" y="122"/>
                  </a:lnTo>
                  <a:lnTo>
                    <a:pt x="102" y="122"/>
                  </a:lnTo>
                  <a:lnTo>
                    <a:pt x="93" y="122"/>
                  </a:lnTo>
                  <a:lnTo>
                    <a:pt x="89" y="123"/>
                  </a:lnTo>
                  <a:lnTo>
                    <a:pt x="86" y="125"/>
                  </a:lnTo>
                  <a:lnTo>
                    <a:pt x="82" y="129"/>
                  </a:lnTo>
                  <a:lnTo>
                    <a:pt x="79" y="134"/>
                  </a:lnTo>
                  <a:lnTo>
                    <a:pt x="74" y="140"/>
                  </a:lnTo>
                  <a:lnTo>
                    <a:pt x="70" y="138"/>
                  </a:lnTo>
                  <a:lnTo>
                    <a:pt x="67" y="136"/>
                  </a:lnTo>
                  <a:lnTo>
                    <a:pt x="64" y="135"/>
                  </a:lnTo>
                  <a:lnTo>
                    <a:pt x="61" y="134"/>
                  </a:lnTo>
                  <a:lnTo>
                    <a:pt x="47" y="134"/>
                  </a:lnTo>
                  <a:lnTo>
                    <a:pt x="47" y="128"/>
                  </a:lnTo>
                  <a:lnTo>
                    <a:pt x="45" y="124"/>
                  </a:lnTo>
                  <a:lnTo>
                    <a:pt x="40" y="120"/>
                  </a:lnTo>
                  <a:lnTo>
                    <a:pt x="33" y="114"/>
                  </a:lnTo>
                  <a:lnTo>
                    <a:pt x="25" y="107"/>
                  </a:lnTo>
                  <a:lnTo>
                    <a:pt x="16" y="101"/>
                  </a:lnTo>
                  <a:lnTo>
                    <a:pt x="9" y="94"/>
                  </a:lnTo>
                  <a:lnTo>
                    <a:pt x="4" y="88"/>
                  </a:lnTo>
                  <a:lnTo>
                    <a:pt x="1" y="81"/>
                  </a:lnTo>
                  <a:lnTo>
                    <a:pt x="0" y="69"/>
                  </a:lnTo>
                  <a:lnTo>
                    <a:pt x="1" y="54"/>
                  </a:lnTo>
                  <a:lnTo>
                    <a:pt x="3" y="42"/>
                  </a:lnTo>
                  <a:lnTo>
                    <a:pt x="5" y="34"/>
                  </a:lnTo>
                  <a:lnTo>
                    <a:pt x="7" y="29"/>
                  </a:lnTo>
                  <a:lnTo>
                    <a:pt x="10" y="24"/>
                  </a:lnTo>
                  <a:lnTo>
                    <a:pt x="11" y="19"/>
                  </a:lnTo>
                  <a:lnTo>
                    <a:pt x="14" y="15"/>
                  </a:lnTo>
                  <a:lnTo>
                    <a:pt x="15" y="12"/>
                  </a:lnTo>
                  <a:lnTo>
                    <a:pt x="17" y="11"/>
                  </a:lnTo>
                  <a:lnTo>
                    <a:pt x="18" y="9"/>
                  </a:lnTo>
                  <a:lnTo>
                    <a:pt x="23" y="5"/>
                  </a:lnTo>
                  <a:lnTo>
                    <a:pt x="29" y="2"/>
                  </a:lnTo>
                  <a:lnTo>
                    <a:pt x="3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2" name="Freeform 77"/>
            <p:cNvSpPr>
              <a:spLocks/>
            </p:cNvSpPr>
            <p:nvPr/>
          </p:nvSpPr>
          <p:spPr bwMode="auto">
            <a:xfrm>
              <a:off x="3473451" y="2003425"/>
              <a:ext cx="327025" cy="158750"/>
            </a:xfrm>
            <a:custGeom>
              <a:avLst/>
              <a:gdLst/>
              <a:ahLst/>
              <a:cxnLst>
                <a:cxn ang="0">
                  <a:pos x="33" y="1"/>
                </a:cxn>
                <a:cxn ang="0">
                  <a:pos x="44" y="3"/>
                </a:cxn>
                <a:cxn ang="0">
                  <a:pos x="49" y="11"/>
                </a:cxn>
                <a:cxn ang="0">
                  <a:pos x="45" y="18"/>
                </a:cxn>
                <a:cxn ang="0">
                  <a:pos x="50" y="24"/>
                </a:cxn>
                <a:cxn ang="0">
                  <a:pos x="63" y="27"/>
                </a:cxn>
                <a:cxn ang="0">
                  <a:pos x="74" y="33"/>
                </a:cxn>
                <a:cxn ang="0">
                  <a:pos x="85" y="44"/>
                </a:cxn>
                <a:cxn ang="0">
                  <a:pos x="96" y="47"/>
                </a:cxn>
                <a:cxn ang="0">
                  <a:pos x="105" y="35"/>
                </a:cxn>
                <a:cxn ang="0">
                  <a:pos x="111" y="22"/>
                </a:cxn>
                <a:cxn ang="0">
                  <a:pos x="123" y="10"/>
                </a:cxn>
                <a:cxn ang="0">
                  <a:pos x="138" y="6"/>
                </a:cxn>
                <a:cxn ang="0">
                  <a:pos x="144" y="7"/>
                </a:cxn>
                <a:cxn ang="0">
                  <a:pos x="147" y="12"/>
                </a:cxn>
                <a:cxn ang="0">
                  <a:pos x="150" y="17"/>
                </a:cxn>
                <a:cxn ang="0">
                  <a:pos x="154" y="18"/>
                </a:cxn>
                <a:cxn ang="0">
                  <a:pos x="162" y="11"/>
                </a:cxn>
                <a:cxn ang="0">
                  <a:pos x="172" y="4"/>
                </a:cxn>
                <a:cxn ang="0">
                  <a:pos x="177" y="5"/>
                </a:cxn>
                <a:cxn ang="0">
                  <a:pos x="176" y="12"/>
                </a:cxn>
                <a:cxn ang="0">
                  <a:pos x="187" y="28"/>
                </a:cxn>
                <a:cxn ang="0">
                  <a:pos x="188" y="31"/>
                </a:cxn>
                <a:cxn ang="0">
                  <a:pos x="187" y="34"/>
                </a:cxn>
                <a:cxn ang="0">
                  <a:pos x="187" y="36"/>
                </a:cxn>
                <a:cxn ang="0">
                  <a:pos x="191" y="38"/>
                </a:cxn>
                <a:cxn ang="0">
                  <a:pos x="200" y="35"/>
                </a:cxn>
                <a:cxn ang="0">
                  <a:pos x="206" y="35"/>
                </a:cxn>
                <a:cxn ang="0">
                  <a:pos x="203" y="65"/>
                </a:cxn>
                <a:cxn ang="0">
                  <a:pos x="201" y="78"/>
                </a:cxn>
                <a:cxn ang="0">
                  <a:pos x="194" y="87"/>
                </a:cxn>
                <a:cxn ang="0">
                  <a:pos x="183" y="91"/>
                </a:cxn>
                <a:cxn ang="0">
                  <a:pos x="170" y="94"/>
                </a:cxn>
                <a:cxn ang="0">
                  <a:pos x="156" y="94"/>
                </a:cxn>
                <a:cxn ang="0">
                  <a:pos x="131" y="88"/>
                </a:cxn>
                <a:cxn ang="0">
                  <a:pos x="121" y="86"/>
                </a:cxn>
                <a:cxn ang="0">
                  <a:pos x="119" y="90"/>
                </a:cxn>
                <a:cxn ang="0">
                  <a:pos x="109" y="83"/>
                </a:cxn>
                <a:cxn ang="0">
                  <a:pos x="94" y="83"/>
                </a:cxn>
                <a:cxn ang="0">
                  <a:pos x="80" y="89"/>
                </a:cxn>
                <a:cxn ang="0">
                  <a:pos x="77" y="93"/>
                </a:cxn>
                <a:cxn ang="0">
                  <a:pos x="76" y="100"/>
                </a:cxn>
                <a:cxn ang="0">
                  <a:pos x="48" y="90"/>
                </a:cxn>
                <a:cxn ang="0">
                  <a:pos x="32" y="87"/>
                </a:cxn>
                <a:cxn ang="0">
                  <a:pos x="9" y="77"/>
                </a:cxn>
                <a:cxn ang="0">
                  <a:pos x="10" y="73"/>
                </a:cxn>
                <a:cxn ang="0">
                  <a:pos x="4" y="65"/>
                </a:cxn>
                <a:cxn ang="0">
                  <a:pos x="5" y="55"/>
                </a:cxn>
                <a:cxn ang="0">
                  <a:pos x="12" y="46"/>
                </a:cxn>
                <a:cxn ang="0">
                  <a:pos x="19" y="43"/>
                </a:cxn>
                <a:cxn ang="0">
                  <a:pos x="32" y="43"/>
                </a:cxn>
                <a:cxn ang="0">
                  <a:pos x="32" y="34"/>
                </a:cxn>
                <a:cxn ang="0">
                  <a:pos x="27" y="12"/>
                </a:cxn>
              </a:cxnLst>
              <a:rect l="0" t="0" r="r" b="b"/>
              <a:pathLst>
                <a:path w="206" h="100">
                  <a:moveTo>
                    <a:pt x="25" y="0"/>
                  </a:moveTo>
                  <a:lnTo>
                    <a:pt x="33" y="1"/>
                  </a:lnTo>
                  <a:lnTo>
                    <a:pt x="40" y="2"/>
                  </a:lnTo>
                  <a:lnTo>
                    <a:pt x="44" y="3"/>
                  </a:lnTo>
                  <a:lnTo>
                    <a:pt x="51" y="9"/>
                  </a:lnTo>
                  <a:lnTo>
                    <a:pt x="49" y="11"/>
                  </a:lnTo>
                  <a:lnTo>
                    <a:pt x="47" y="14"/>
                  </a:lnTo>
                  <a:lnTo>
                    <a:pt x="45" y="18"/>
                  </a:lnTo>
                  <a:lnTo>
                    <a:pt x="46" y="21"/>
                  </a:lnTo>
                  <a:lnTo>
                    <a:pt x="50" y="24"/>
                  </a:lnTo>
                  <a:lnTo>
                    <a:pt x="56" y="26"/>
                  </a:lnTo>
                  <a:lnTo>
                    <a:pt x="63" y="27"/>
                  </a:lnTo>
                  <a:lnTo>
                    <a:pt x="68" y="29"/>
                  </a:lnTo>
                  <a:lnTo>
                    <a:pt x="74" y="33"/>
                  </a:lnTo>
                  <a:lnTo>
                    <a:pt x="79" y="38"/>
                  </a:lnTo>
                  <a:lnTo>
                    <a:pt x="85" y="44"/>
                  </a:lnTo>
                  <a:lnTo>
                    <a:pt x="91" y="48"/>
                  </a:lnTo>
                  <a:lnTo>
                    <a:pt x="96" y="47"/>
                  </a:lnTo>
                  <a:lnTo>
                    <a:pt x="101" y="43"/>
                  </a:lnTo>
                  <a:lnTo>
                    <a:pt x="105" y="35"/>
                  </a:lnTo>
                  <a:lnTo>
                    <a:pt x="109" y="28"/>
                  </a:lnTo>
                  <a:lnTo>
                    <a:pt x="111" y="22"/>
                  </a:lnTo>
                  <a:lnTo>
                    <a:pt x="116" y="16"/>
                  </a:lnTo>
                  <a:lnTo>
                    <a:pt x="123" y="10"/>
                  </a:lnTo>
                  <a:lnTo>
                    <a:pt x="131" y="7"/>
                  </a:lnTo>
                  <a:lnTo>
                    <a:pt x="138" y="6"/>
                  </a:lnTo>
                  <a:lnTo>
                    <a:pt x="141" y="6"/>
                  </a:lnTo>
                  <a:lnTo>
                    <a:pt x="144" y="7"/>
                  </a:lnTo>
                  <a:lnTo>
                    <a:pt x="145" y="9"/>
                  </a:lnTo>
                  <a:lnTo>
                    <a:pt x="147" y="12"/>
                  </a:lnTo>
                  <a:lnTo>
                    <a:pt x="149" y="15"/>
                  </a:lnTo>
                  <a:lnTo>
                    <a:pt x="150" y="17"/>
                  </a:lnTo>
                  <a:lnTo>
                    <a:pt x="152" y="18"/>
                  </a:lnTo>
                  <a:lnTo>
                    <a:pt x="154" y="18"/>
                  </a:lnTo>
                  <a:lnTo>
                    <a:pt x="159" y="16"/>
                  </a:lnTo>
                  <a:lnTo>
                    <a:pt x="162" y="11"/>
                  </a:lnTo>
                  <a:lnTo>
                    <a:pt x="168" y="7"/>
                  </a:lnTo>
                  <a:lnTo>
                    <a:pt x="172" y="4"/>
                  </a:lnTo>
                  <a:lnTo>
                    <a:pt x="176" y="4"/>
                  </a:lnTo>
                  <a:lnTo>
                    <a:pt x="177" y="5"/>
                  </a:lnTo>
                  <a:lnTo>
                    <a:pt x="177" y="10"/>
                  </a:lnTo>
                  <a:lnTo>
                    <a:pt x="176" y="12"/>
                  </a:lnTo>
                  <a:lnTo>
                    <a:pt x="176" y="17"/>
                  </a:lnTo>
                  <a:lnTo>
                    <a:pt x="187" y="28"/>
                  </a:lnTo>
                  <a:lnTo>
                    <a:pt x="188" y="30"/>
                  </a:lnTo>
                  <a:lnTo>
                    <a:pt x="188" y="31"/>
                  </a:lnTo>
                  <a:lnTo>
                    <a:pt x="187" y="33"/>
                  </a:lnTo>
                  <a:lnTo>
                    <a:pt x="187" y="34"/>
                  </a:lnTo>
                  <a:lnTo>
                    <a:pt x="187" y="35"/>
                  </a:lnTo>
                  <a:lnTo>
                    <a:pt x="187" y="36"/>
                  </a:lnTo>
                  <a:lnTo>
                    <a:pt x="187" y="37"/>
                  </a:lnTo>
                  <a:lnTo>
                    <a:pt x="191" y="38"/>
                  </a:lnTo>
                  <a:lnTo>
                    <a:pt x="195" y="37"/>
                  </a:lnTo>
                  <a:lnTo>
                    <a:pt x="200" y="35"/>
                  </a:lnTo>
                  <a:lnTo>
                    <a:pt x="204" y="35"/>
                  </a:lnTo>
                  <a:lnTo>
                    <a:pt x="206" y="35"/>
                  </a:lnTo>
                  <a:lnTo>
                    <a:pt x="206" y="47"/>
                  </a:lnTo>
                  <a:lnTo>
                    <a:pt x="203" y="65"/>
                  </a:lnTo>
                  <a:lnTo>
                    <a:pt x="202" y="73"/>
                  </a:lnTo>
                  <a:lnTo>
                    <a:pt x="201" y="78"/>
                  </a:lnTo>
                  <a:lnTo>
                    <a:pt x="198" y="84"/>
                  </a:lnTo>
                  <a:lnTo>
                    <a:pt x="194" y="87"/>
                  </a:lnTo>
                  <a:lnTo>
                    <a:pt x="187" y="90"/>
                  </a:lnTo>
                  <a:lnTo>
                    <a:pt x="183" y="91"/>
                  </a:lnTo>
                  <a:lnTo>
                    <a:pt x="177" y="92"/>
                  </a:lnTo>
                  <a:lnTo>
                    <a:pt x="170" y="94"/>
                  </a:lnTo>
                  <a:lnTo>
                    <a:pt x="161" y="95"/>
                  </a:lnTo>
                  <a:lnTo>
                    <a:pt x="156" y="94"/>
                  </a:lnTo>
                  <a:lnTo>
                    <a:pt x="140" y="91"/>
                  </a:lnTo>
                  <a:lnTo>
                    <a:pt x="131" y="88"/>
                  </a:lnTo>
                  <a:lnTo>
                    <a:pt x="125" y="86"/>
                  </a:lnTo>
                  <a:lnTo>
                    <a:pt x="121" y="86"/>
                  </a:lnTo>
                  <a:lnTo>
                    <a:pt x="120" y="88"/>
                  </a:lnTo>
                  <a:lnTo>
                    <a:pt x="119" y="90"/>
                  </a:lnTo>
                  <a:lnTo>
                    <a:pt x="114" y="86"/>
                  </a:lnTo>
                  <a:lnTo>
                    <a:pt x="109" y="83"/>
                  </a:lnTo>
                  <a:lnTo>
                    <a:pt x="102" y="82"/>
                  </a:lnTo>
                  <a:lnTo>
                    <a:pt x="94" y="83"/>
                  </a:lnTo>
                  <a:lnTo>
                    <a:pt x="86" y="85"/>
                  </a:lnTo>
                  <a:lnTo>
                    <a:pt x="80" y="89"/>
                  </a:lnTo>
                  <a:lnTo>
                    <a:pt x="78" y="91"/>
                  </a:lnTo>
                  <a:lnTo>
                    <a:pt x="77" y="93"/>
                  </a:lnTo>
                  <a:lnTo>
                    <a:pt x="76" y="96"/>
                  </a:lnTo>
                  <a:lnTo>
                    <a:pt x="76" y="100"/>
                  </a:lnTo>
                  <a:lnTo>
                    <a:pt x="57" y="93"/>
                  </a:lnTo>
                  <a:lnTo>
                    <a:pt x="48" y="90"/>
                  </a:lnTo>
                  <a:lnTo>
                    <a:pt x="41" y="89"/>
                  </a:lnTo>
                  <a:lnTo>
                    <a:pt x="32" y="87"/>
                  </a:lnTo>
                  <a:lnTo>
                    <a:pt x="17" y="80"/>
                  </a:lnTo>
                  <a:lnTo>
                    <a:pt x="9" y="77"/>
                  </a:lnTo>
                  <a:lnTo>
                    <a:pt x="10" y="75"/>
                  </a:lnTo>
                  <a:lnTo>
                    <a:pt x="10" y="73"/>
                  </a:lnTo>
                  <a:lnTo>
                    <a:pt x="8" y="69"/>
                  </a:lnTo>
                  <a:lnTo>
                    <a:pt x="4" y="65"/>
                  </a:lnTo>
                  <a:lnTo>
                    <a:pt x="0" y="61"/>
                  </a:lnTo>
                  <a:lnTo>
                    <a:pt x="5" y="55"/>
                  </a:lnTo>
                  <a:lnTo>
                    <a:pt x="8" y="50"/>
                  </a:lnTo>
                  <a:lnTo>
                    <a:pt x="12" y="46"/>
                  </a:lnTo>
                  <a:lnTo>
                    <a:pt x="15" y="44"/>
                  </a:lnTo>
                  <a:lnTo>
                    <a:pt x="19" y="43"/>
                  </a:lnTo>
                  <a:lnTo>
                    <a:pt x="28" y="43"/>
                  </a:lnTo>
                  <a:lnTo>
                    <a:pt x="32" y="43"/>
                  </a:lnTo>
                  <a:lnTo>
                    <a:pt x="33" y="40"/>
                  </a:lnTo>
                  <a:lnTo>
                    <a:pt x="32" y="34"/>
                  </a:lnTo>
                  <a:lnTo>
                    <a:pt x="30" y="24"/>
                  </a:lnTo>
                  <a:lnTo>
                    <a:pt x="27" y="12"/>
                  </a:lnTo>
                  <a:lnTo>
                    <a:pt x="2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3" name="Freeform 78"/>
            <p:cNvSpPr>
              <a:spLocks/>
            </p:cNvSpPr>
            <p:nvPr/>
          </p:nvSpPr>
          <p:spPr bwMode="auto">
            <a:xfrm>
              <a:off x="3468688" y="2205038"/>
              <a:ext cx="106363" cy="104775"/>
            </a:xfrm>
            <a:custGeom>
              <a:avLst/>
              <a:gdLst/>
              <a:ahLst/>
              <a:cxnLst>
                <a:cxn ang="0">
                  <a:pos x="31" y="0"/>
                </a:cxn>
                <a:cxn ang="0">
                  <a:pos x="44" y="0"/>
                </a:cxn>
                <a:cxn ang="0">
                  <a:pos x="45" y="0"/>
                </a:cxn>
                <a:cxn ang="0">
                  <a:pos x="46" y="4"/>
                </a:cxn>
                <a:cxn ang="0">
                  <a:pos x="50" y="9"/>
                </a:cxn>
                <a:cxn ang="0">
                  <a:pos x="51" y="11"/>
                </a:cxn>
                <a:cxn ang="0">
                  <a:pos x="52" y="15"/>
                </a:cxn>
                <a:cxn ang="0">
                  <a:pos x="50" y="19"/>
                </a:cxn>
                <a:cxn ang="0">
                  <a:pos x="47" y="25"/>
                </a:cxn>
                <a:cxn ang="0">
                  <a:pos x="45" y="29"/>
                </a:cxn>
                <a:cxn ang="0">
                  <a:pos x="43" y="33"/>
                </a:cxn>
                <a:cxn ang="0">
                  <a:pos x="43" y="35"/>
                </a:cxn>
                <a:cxn ang="0">
                  <a:pos x="44" y="38"/>
                </a:cxn>
                <a:cxn ang="0">
                  <a:pos x="46" y="41"/>
                </a:cxn>
                <a:cxn ang="0">
                  <a:pos x="50" y="43"/>
                </a:cxn>
                <a:cxn ang="0">
                  <a:pos x="54" y="45"/>
                </a:cxn>
                <a:cxn ang="0">
                  <a:pos x="57" y="49"/>
                </a:cxn>
                <a:cxn ang="0">
                  <a:pos x="62" y="54"/>
                </a:cxn>
                <a:cxn ang="0">
                  <a:pos x="67" y="60"/>
                </a:cxn>
                <a:cxn ang="0">
                  <a:pos x="62" y="61"/>
                </a:cxn>
                <a:cxn ang="0">
                  <a:pos x="59" y="63"/>
                </a:cxn>
                <a:cxn ang="0">
                  <a:pos x="56" y="65"/>
                </a:cxn>
                <a:cxn ang="0">
                  <a:pos x="52" y="66"/>
                </a:cxn>
                <a:cxn ang="0">
                  <a:pos x="45" y="65"/>
                </a:cxn>
                <a:cxn ang="0">
                  <a:pos x="27" y="63"/>
                </a:cxn>
                <a:cxn ang="0">
                  <a:pos x="20" y="58"/>
                </a:cxn>
                <a:cxn ang="0">
                  <a:pos x="13" y="51"/>
                </a:cxn>
                <a:cxn ang="0">
                  <a:pos x="7" y="43"/>
                </a:cxn>
                <a:cxn ang="0">
                  <a:pos x="5" y="36"/>
                </a:cxn>
                <a:cxn ang="0">
                  <a:pos x="5" y="34"/>
                </a:cxn>
                <a:cxn ang="0">
                  <a:pos x="4" y="32"/>
                </a:cxn>
                <a:cxn ang="0">
                  <a:pos x="4" y="29"/>
                </a:cxn>
                <a:cxn ang="0">
                  <a:pos x="3" y="28"/>
                </a:cxn>
                <a:cxn ang="0">
                  <a:pos x="3" y="27"/>
                </a:cxn>
                <a:cxn ang="0">
                  <a:pos x="0" y="22"/>
                </a:cxn>
                <a:cxn ang="0">
                  <a:pos x="3" y="15"/>
                </a:cxn>
                <a:cxn ang="0">
                  <a:pos x="7" y="6"/>
                </a:cxn>
                <a:cxn ang="0">
                  <a:pos x="12" y="3"/>
                </a:cxn>
                <a:cxn ang="0">
                  <a:pos x="21" y="1"/>
                </a:cxn>
                <a:cxn ang="0">
                  <a:pos x="31" y="0"/>
                </a:cxn>
              </a:cxnLst>
              <a:rect l="0" t="0" r="r" b="b"/>
              <a:pathLst>
                <a:path w="67" h="66">
                  <a:moveTo>
                    <a:pt x="31" y="0"/>
                  </a:moveTo>
                  <a:lnTo>
                    <a:pt x="44" y="0"/>
                  </a:lnTo>
                  <a:lnTo>
                    <a:pt x="45" y="0"/>
                  </a:lnTo>
                  <a:lnTo>
                    <a:pt x="46" y="4"/>
                  </a:lnTo>
                  <a:lnTo>
                    <a:pt x="50" y="9"/>
                  </a:lnTo>
                  <a:lnTo>
                    <a:pt x="51" y="11"/>
                  </a:lnTo>
                  <a:lnTo>
                    <a:pt x="52" y="15"/>
                  </a:lnTo>
                  <a:lnTo>
                    <a:pt x="50" y="19"/>
                  </a:lnTo>
                  <a:lnTo>
                    <a:pt x="47" y="25"/>
                  </a:lnTo>
                  <a:lnTo>
                    <a:pt x="45" y="29"/>
                  </a:lnTo>
                  <a:lnTo>
                    <a:pt x="43" y="33"/>
                  </a:lnTo>
                  <a:lnTo>
                    <a:pt x="43" y="35"/>
                  </a:lnTo>
                  <a:lnTo>
                    <a:pt x="44" y="38"/>
                  </a:lnTo>
                  <a:lnTo>
                    <a:pt x="46" y="41"/>
                  </a:lnTo>
                  <a:lnTo>
                    <a:pt x="50" y="43"/>
                  </a:lnTo>
                  <a:lnTo>
                    <a:pt x="54" y="45"/>
                  </a:lnTo>
                  <a:lnTo>
                    <a:pt x="57" y="49"/>
                  </a:lnTo>
                  <a:lnTo>
                    <a:pt x="62" y="54"/>
                  </a:lnTo>
                  <a:lnTo>
                    <a:pt x="67" y="60"/>
                  </a:lnTo>
                  <a:lnTo>
                    <a:pt x="62" y="61"/>
                  </a:lnTo>
                  <a:lnTo>
                    <a:pt x="59" y="63"/>
                  </a:lnTo>
                  <a:lnTo>
                    <a:pt x="56" y="65"/>
                  </a:lnTo>
                  <a:lnTo>
                    <a:pt x="52" y="66"/>
                  </a:lnTo>
                  <a:lnTo>
                    <a:pt x="45" y="65"/>
                  </a:lnTo>
                  <a:lnTo>
                    <a:pt x="27" y="63"/>
                  </a:lnTo>
                  <a:lnTo>
                    <a:pt x="20" y="58"/>
                  </a:lnTo>
                  <a:lnTo>
                    <a:pt x="13" y="51"/>
                  </a:lnTo>
                  <a:lnTo>
                    <a:pt x="7" y="43"/>
                  </a:lnTo>
                  <a:lnTo>
                    <a:pt x="5" y="36"/>
                  </a:lnTo>
                  <a:lnTo>
                    <a:pt x="5" y="34"/>
                  </a:lnTo>
                  <a:lnTo>
                    <a:pt x="4" y="32"/>
                  </a:lnTo>
                  <a:lnTo>
                    <a:pt x="4" y="29"/>
                  </a:lnTo>
                  <a:lnTo>
                    <a:pt x="3" y="28"/>
                  </a:lnTo>
                  <a:lnTo>
                    <a:pt x="3" y="27"/>
                  </a:lnTo>
                  <a:lnTo>
                    <a:pt x="0" y="22"/>
                  </a:lnTo>
                  <a:lnTo>
                    <a:pt x="3" y="15"/>
                  </a:lnTo>
                  <a:lnTo>
                    <a:pt x="7" y="6"/>
                  </a:lnTo>
                  <a:lnTo>
                    <a:pt x="12" y="3"/>
                  </a:lnTo>
                  <a:lnTo>
                    <a:pt x="21" y="1"/>
                  </a:lnTo>
                  <a:lnTo>
                    <a:pt x="3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4" name="Freeform 79"/>
            <p:cNvSpPr>
              <a:spLocks/>
            </p:cNvSpPr>
            <p:nvPr/>
          </p:nvSpPr>
          <p:spPr bwMode="auto">
            <a:xfrm>
              <a:off x="3536951" y="2133600"/>
              <a:ext cx="138113" cy="166688"/>
            </a:xfrm>
            <a:custGeom>
              <a:avLst/>
              <a:gdLst/>
              <a:ahLst/>
              <a:cxnLst>
                <a:cxn ang="0">
                  <a:pos x="62" y="0"/>
                </a:cxn>
                <a:cxn ang="0">
                  <a:pos x="69" y="1"/>
                </a:cxn>
                <a:cxn ang="0">
                  <a:pos x="74" y="4"/>
                </a:cxn>
                <a:cxn ang="0">
                  <a:pos x="79" y="8"/>
                </a:cxn>
                <a:cxn ang="0">
                  <a:pos x="76" y="13"/>
                </a:cxn>
                <a:cxn ang="0">
                  <a:pos x="73" y="20"/>
                </a:cxn>
                <a:cxn ang="0">
                  <a:pos x="71" y="26"/>
                </a:cxn>
                <a:cxn ang="0">
                  <a:pos x="71" y="30"/>
                </a:cxn>
                <a:cxn ang="0">
                  <a:pos x="75" y="33"/>
                </a:cxn>
                <a:cxn ang="0">
                  <a:pos x="80" y="36"/>
                </a:cxn>
                <a:cxn ang="0">
                  <a:pos x="87" y="38"/>
                </a:cxn>
                <a:cxn ang="0">
                  <a:pos x="86" y="45"/>
                </a:cxn>
                <a:cxn ang="0">
                  <a:pos x="85" y="48"/>
                </a:cxn>
                <a:cxn ang="0">
                  <a:pos x="85" y="51"/>
                </a:cxn>
                <a:cxn ang="0">
                  <a:pos x="84" y="54"/>
                </a:cxn>
                <a:cxn ang="0">
                  <a:pos x="83" y="55"/>
                </a:cxn>
                <a:cxn ang="0">
                  <a:pos x="80" y="58"/>
                </a:cxn>
                <a:cxn ang="0">
                  <a:pos x="78" y="60"/>
                </a:cxn>
                <a:cxn ang="0">
                  <a:pos x="75" y="61"/>
                </a:cxn>
                <a:cxn ang="0">
                  <a:pos x="73" y="62"/>
                </a:cxn>
                <a:cxn ang="0">
                  <a:pos x="72" y="66"/>
                </a:cxn>
                <a:cxn ang="0">
                  <a:pos x="71" y="73"/>
                </a:cxn>
                <a:cxn ang="0">
                  <a:pos x="71" y="80"/>
                </a:cxn>
                <a:cxn ang="0">
                  <a:pos x="72" y="88"/>
                </a:cxn>
                <a:cxn ang="0">
                  <a:pos x="72" y="92"/>
                </a:cxn>
                <a:cxn ang="0">
                  <a:pos x="70" y="95"/>
                </a:cxn>
                <a:cxn ang="0">
                  <a:pos x="62" y="97"/>
                </a:cxn>
                <a:cxn ang="0">
                  <a:pos x="53" y="100"/>
                </a:cxn>
                <a:cxn ang="0">
                  <a:pos x="44" y="102"/>
                </a:cxn>
                <a:cxn ang="0">
                  <a:pos x="36" y="103"/>
                </a:cxn>
                <a:cxn ang="0">
                  <a:pos x="32" y="103"/>
                </a:cxn>
                <a:cxn ang="0">
                  <a:pos x="28" y="104"/>
                </a:cxn>
                <a:cxn ang="0">
                  <a:pos x="24" y="105"/>
                </a:cxn>
                <a:cxn ang="0">
                  <a:pos x="19" y="99"/>
                </a:cxn>
                <a:cxn ang="0">
                  <a:pos x="14" y="94"/>
                </a:cxn>
                <a:cxn ang="0">
                  <a:pos x="11" y="90"/>
                </a:cxn>
                <a:cxn ang="0">
                  <a:pos x="7" y="88"/>
                </a:cxn>
                <a:cxn ang="0">
                  <a:pos x="3" y="86"/>
                </a:cxn>
                <a:cxn ang="0">
                  <a:pos x="1" y="83"/>
                </a:cxn>
                <a:cxn ang="0">
                  <a:pos x="0" y="80"/>
                </a:cxn>
                <a:cxn ang="0">
                  <a:pos x="0" y="78"/>
                </a:cxn>
                <a:cxn ang="0">
                  <a:pos x="2" y="74"/>
                </a:cxn>
                <a:cxn ang="0">
                  <a:pos x="4" y="70"/>
                </a:cxn>
                <a:cxn ang="0">
                  <a:pos x="7" y="64"/>
                </a:cxn>
                <a:cxn ang="0">
                  <a:pos x="9" y="60"/>
                </a:cxn>
                <a:cxn ang="0">
                  <a:pos x="8" y="56"/>
                </a:cxn>
                <a:cxn ang="0">
                  <a:pos x="7" y="54"/>
                </a:cxn>
                <a:cxn ang="0">
                  <a:pos x="3" y="49"/>
                </a:cxn>
                <a:cxn ang="0">
                  <a:pos x="2" y="45"/>
                </a:cxn>
                <a:cxn ang="0">
                  <a:pos x="8" y="46"/>
                </a:cxn>
                <a:cxn ang="0">
                  <a:pos x="15" y="48"/>
                </a:cxn>
                <a:cxn ang="0">
                  <a:pos x="22" y="49"/>
                </a:cxn>
                <a:cxn ang="0">
                  <a:pos x="28" y="49"/>
                </a:cxn>
                <a:cxn ang="0">
                  <a:pos x="32" y="47"/>
                </a:cxn>
                <a:cxn ang="0">
                  <a:pos x="35" y="44"/>
                </a:cxn>
                <a:cxn ang="0">
                  <a:pos x="36" y="36"/>
                </a:cxn>
                <a:cxn ang="0">
                  <a:pos x="36" y="20"/>
                </a:cxn>
                <a:cxn ang="0">
                  <a:pos x="37" y="12"/>
                </a:cxn>
                <a:cxn ang="0">
                  <a:pos x="40" y="7"/>
                </a:cxn>
                <a:cxn ang="0">
                  <a:pos x="46" y="3"/>
                </a:cxn>
                <a:cxn ang="0">
                  <a:pos x="54" y="1"/>
                </a:cxn>
                <a:cxn ang="0">
                  <a:pos x="62" y="0"/>
                </a:cxn>
              </a:cxnLst>
              <a:rect l="0" t="0" r="r" b="b"/>
              <a:pathLst>
                <a:path w="87" h="105">
                  <a:moveTo>
                    <a:pt x="62" y="0"/>
                  </a:moveTo>
                  <a:lnTo>
                    <a:pt x="69" y="1"/>
                  </a:lnTo>
                  <a:lnTo>
                    <a:pt x="74" y="4"/>
                  </a:lnTo>
                  <a:lnTo>
                    <a:pt x="79" y="8"/>
                  </a:lnTo>
                  <a:lnTo>
                    <a:pt x="76" y="13"/>
                  </a:lnTo>
                  <a:lnTo>
                    <a:pt x="73" y="20"/>
                  </a:lnTo>
                  <a:lnTo>
                    <a:pt x="71" y="26"/>
                  </a:lnTo>
                  <a:lnTo>
                    <a:pt x="71" y="30"/>
                  </a:lnTo>
                  <a:lnTo>
                    <a:pt x="75" y="33"/>
                  </a:lnTo>
                  <a:lnTo>
                    <a:pt x="80" y="36"/>
                  </a:lnTo>
                  <a:lnTo>
                    <a:pt x="87" y="38"/>
                  </a:lnTo>
                  <a:lnTo>
                    <a:pt x="86" y="45"/>
                  </a:lnTo>
                  <a:lnTo>
                    <a:pt x="85" y="48"/>
                  </a:lnTo>
                  <a:lnTo>
                    <a:pt x="85" y="51"/>
                  </a:lnTo>
                  <a:lnTo>
                    <a:pt x="84" y="54"/>
                  </a:lnTo>
                  <a:lnTo>
                    <a:pt x="83" y="55"/>
                  </a:lnTo>
                  <a:lnTo>
                    <a:pt x="80" y="58"/>
                  </a:lnTo>
                  <a:lnTo>
                    <a:pt x="78" y="60"/>
                  </a:lnTo>
                  <a:lnTo>
                    <a:pt x="75" y="61"/>
                  </a:lnTo>
                  <a:lnTo>
                    <a:pt x="73" y="62"/>
                  </a:lnTo>
                  <a:lnTo>
                    <a:pt x="72" y="66"/>
                  </a:lnTo>
                  <a:lnTo>
                    <a:pt x="71" y="73"/>
                  </a:lnTo>
                  <a:lnTo>
                    <a:pt x="71" y="80"/>
                  </a:lnTo>
                  <a:lnTo>
                    <a:pt x="72" y="88"/>
                  </a:lnTo>
                  <a:lnTo>
                    <a:pt x="72" y="92"/>
                  </a:lnTo>
                  <a:lnTo>
                    <a:pt x="70" y="95"/>
                  </a:lnTo>
                  <a:lnTo>
                    <a:pt x="62" y="97"/>
                  </a:lnTo>
                  <a:lnTo>
                    <a:pt x="53" y="100"/>
                  </a:lnTo>
                  <a:lnTo>
                    <a:pt x="44" y="102"/>
                  </a:lnTo>
                  <a:lnTo>
                    <a:pt x="36" y="103"/>
                  </a:lnTo>
                  <a:lnTo>
                    <a:pt x="32" y="103"/>
                  </a:lnTo>
                  <a:lnTo>
                    <a:pt x="28" y="104"/>
                  </a:lnTo>
                  <a:lnTo>
                    <a:pt x="24" y="105"/>
                  </a:lnTo>
                  <a:lnTo>
                    <a:pt x="19" y="99"/>
                  </a:lnTo>
                  <a:lnTo>
                    <a:pt x="14" y="94"/>
                  </a:lnTo>
                  <a:lnTo>
                    <a:pt x="11" y="90"/>
                  </a:lnTo>
                  <a:lnTo>
                    <a:pt x="7" y="88"/>
                  </a:lnTo>
                  <a:lnTo>
                    <a:pt x="3" y="86"/>
                  </a:lnTo>
                  <a:lnTo>
                    <a:pt x="1" y="83"/>
                  </a:lnTo>
                  <a:lnTo>
                    <a:pt x="0" y="80"/>
                  </a:lnTo>
                  <a:lnTo>
                    <a:pt x="0" y="78"/>
                  </a:lnTo>
                  <a:lnTo>
                    <a:pt x="2" y="74"/>
                  </a:lnTo>
                  <a:lnTo>
                    <a:pt x="4" y="70"/>
                  </a:lnTo>
                  <a:lnTo>
                    <a:pt x="7" y="64"/>
                  </a:lnTo>
                  <a:lnTo>
                    <a:pt x="9" y="60"/>
                  </a:lnTo>
                  <a:lnTo>
                    <a:pt x="8" y="56"/>
                  </a:lnTo>
                  <a:lnTo>
                    <a:pt x="7" y="54"/>
                  </a:lnTo>
                  <a:lnTo>
                    <a:pt x="3" y="49"/>
                  </a:lnTo>
                  <a:lnTo>
                    <a:pt x="2" y="45"/>
                  </a:lnTo>
                  <a:lnTo>
                    <a:pt x="8" y="46"/>
                  </a:lnTo>
                  <a:lnTo>
                    <a:pt x="15" y="48"/>
                  </a:lnTo>
                  <a:lnTo>
                    <a:pt x="22" y="49"/>
                  </a:lnTo>
                  <a:lnTo>
                    <a:pt x="28" y="49"/>
                  </a:lnTo>
                  <a:lnTo>
                    <a:pt x="32" y="47"/>
                  </a:lnTo>
                  <a:lnTo>
                    <a:pt x="35" y="44"/>
                  </a:lnTo>
                  <a:lnTo>
                    <a:pt x="36" y="36"/>
                  </a:lnTo>
                  <a:lnTo>
                    <a:pt x="36" y="20"/>
                  </a:lnTo>
                  <a:lnTo>
                    <a:pt x="37" y="12"/>
                  </a:lnTo>
                  <a:lnTo>
                    <a:pt x="40" y="7"/>
                  </a:lnTo>
                  <a:lnTo>
                    <a:pt x="46" y="3"/>
                  </a:lnTo>
                  <a:lnTo>
                    <a:pt x="54" y="1"/>
                  </a:lnTo>
                  <a:lnTo>
                    <a:pt x="6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5" name="Freeform 80"/>
            <p:cNvSpPr>
              <a:spLocks/>
            </p:cNvSpPr>
            <p:nvPr/>
          </p:nvSpPr>
          <p:spPr bwMode="auto">
            <a:xfrm>
              <a:off x="3511551" y="2293938"/>
              <a:ext cx="169863" cy="133350"/>
            </a:xfrm>
            <a:custGeom>
              <a:avLst/>
              <a:gdLst/>
              <a:ahLst/>
              <a:cxnLst>
                <a:cxn ang="0">
                  <a:pos x="71" y="9"/>
                </a:cxn>
                <a:cxn ang="0">
                  <a:pos x="77" y="21"/>
                </a:cxn>
                <a:cxn ang="0">
                  <a:pos x="87" y="21"/>
                </a:cxn>
                <a:cxn ang="0">
                  <a:pos x="95" y="26"/>
                </a:cxn>
                <a:cxn ang="0">
                  <a:pos x="88" y="29"/>
                </a:cxn>
                <a:cxn ang="0">
                  <a:pos x="84" y="33"/>
                </a:cxn>
                <a:cxn ang="0">
                  <a:pos x="89" y="35"/>
                </a:cxn>
                <a:cxn ang="0">
                  <a:pos x="105" y="34"/>
                </a:cxn>
                <a:cxn ang="0">
                  <a:pos x="107" y="36"/>
                </a:cxn>
                <a:cxn ang="0">
                  <a:pos x="103" y="39"/>
                </a:cxn>
                <a:cxn ang="0">
                  <a:pos x="95" y="41"/>
                </a:cxn>
                <a:cxn ang="0">
                  <a:pos x="89" y="46"/>
                </a:cxn>
                <a:cxn ang="0">
                  <a:pos x="87" y="51"/>
                </a:cxn>
                <a:cxn ang="0">
                  <a:pos x="90" y="53"/>
                </a:cxn>
                <a:cxn ang="0">
                  <a:pos x="95" y="65"/>
                </a:cxn>
                <a:cxn ang="0">
                  <a:pos x="93" y="73"/>
                </a:cxn>
                <a:cxn ang="0">
                  <a:pos x="83" y="83"/>
                </a:cxn>
                <a:cxn ang="0">
                  <a:pos x="77" y="81"/>
                </a:cxn>
                <a:cxn ang="0">
                  <a:pos x="69" y="75"/>
                </a:cxn>
                <a:cxn ang="0">
                  <a:pos x="58" y="69"/>
                </a:cxn>
                <a:cxn ang="0">
                  <a:pos x="48" y="72"/>
                </a:cxn>
                <a:cxn ang="0">
                  <a:pos x="41" y="72"/>
                </a:cxn>
                <a:cxn ang="0">
                  <a:pos x="42" y="68"/>
                </a:cxn>
                <a:cxn ang="0">
                  <a:pos x="44" y="65"/>
                </a:cxn>
                <a:cxn ang="0">
                  <a:pos x="44" y="63"/>
                </a:cxn>
                <a:cxn ang="0">
                  <a:pos x="42" y="61"/>
                </a:cxn>
                <a:cxn ang="0">
                  <a:pos x="35" y="56"/>
                </a:cxn>
                <a:cxn ang="0">
                  <a:pos x="35" y="47"/>
                </a:cxn>
                <a:cxn ang="0">
                  <a:pos x="27" y="46"/>
                </a:cxn>
                <a:cxn ang="0">
                  <a:pos x="28" y="35"/>
                </a:cxn>
                <a:cxn ang="0">
                  <a:pos x="19" y="23"/>
                </a:cxn>
                <a:cxn ang="0">
                  <a:pos x="1" y="9"/>
                </a:cxn>
                <a:cxn ang="0">
                  <a:pos x="18" y="9"/>
                </a:cxn>
                <a:cxn ang="0">
                  <a:pos x="29" y="9"/>
                </a:cxn>
                <a:cxn ang="0">
                  <a:pos x="44" y="3"/>
                </a:cxn>
                <a:cxn ang="0">
                  <a:pos x="60" y="1"/>
                </a:cxn>
              </a:cxnLst>
              <a:rect l="0" t="0" r="r" b="b"/>
              <a:pathLst>
                <a:path w="107" h="84">
                  <a:moveTo>
                    <a:pt x="69" y="0"/>
                  </a:moveTo>
                  <a:lnTo>
                    <a:pt x="71" y="9"/>
                  </a:lnTo>
                  <a:lnTo>
                    <a:pt x="74" y="16"/>
                  </a:lnTo>
                  <a:lnTo>
                    <a:pt x="77" y="21"/>
                  </a:lnTo>
                  <a:lnTo>
                    <a:pt x="79" y="23"/>
                  </a:lnTo>
                  <a:lnTo>
                    <a:pt x="87" y="21"/>
                  </a:lnTo>
                  <a:lnTo>
                    <a:pt x="100" y="21"/>
                  </a:lnTo>
                  <a:lnTo>
                    <a:pt x="95" y="26"/>
                  </a:lnTo>
                  <a:lnTo>
                    <a:pt x="92" y="28"/>
                  </a:lnTo>
                  <a:lnTo>
                    <a:pt x="88" y="29"/>
                  </a:lnTo>
                  <a:lnTo>
                    <a:pt x="86" y="31"/>
                  </a:lnTo>
                  <a:lnTo>
                    <a:pt x="84" y="33"/>
                  </a:lnTo>
                  <a:lnTo>
                    <a:pt x="85" y="34"/>
                  </a:lnTo>
                  <a:lnTo>
                    <a:pt x="89" y="35"/>
                  </a:lnTo>
                  <a:lnTo>
                    <a:pt x="95" y="34"/>
                  </a:lnTo>
                  <a:lnTo>
                    <a:pt x="105" y="34"/>
                  </a:lnTo>
                  <a:lnTo>
                    <a:pt x="107" y="35"/>
                  </a:lnTo>
                  <a:lnTo>
                    <a:pt x="107" y="36"/>
                  </a:lnTo>
                  <a:lnTo>
                    <a:pt x="104" y="38"/>
                  </a:lnTo>
                  <a:lnTo>
                    <a:pt x="103" y="39"/>
                  </a:lnTo>
                  <a:lnTo>
                    <a:pt x="101" y="39"/>
                  </a:lnTo>
                  <a:lnTo>
                    <a:pt x="95" y="41"/>
                  </a:lnTo>
                  <a:lnTo>
                    <a:pt x="93" y="44"/>
                  </a:lnTo>
                  <a:lnTo>
                    <a:pt x="89" y="46"/>
                  </a:lnTo>
                  <a:lnTo>
                    <a:pt x="87" y="48"/>
                  </a:lnTo>
                  <a:lnTo>
                    <a:pt x="87" y="51"/>
                  </a:lnTo>
                  <a:lnTo>
                    <a:pt x="88" y="52"/>
                  </a:lnTo>
                  <a:lnTo>
                    <a:pt x="90" y="53"/>
                  </a:lnTo>
                  <a:lnTo>
                    <a:pt x="95" y="58"/>
                  </a:lnTo>
                  <a:lnTo>
                    <a:pt x="95" y="65"/>
                  </a:lnTo>
                  <a:lnTo>
                    <a:pt x="95" y="69"/>
                  </a:lnTo>
                  <a:lnTo>
                    <a:pt x="93" y="73"/>
                  </a:lnTo>
                  <a:lnTo>
                    <a:pt x="87" y="84"/>
                  </a:lnTo>
                  <a:lnTo>
                    <a:pt x="83" y="83"/>
                  </a:lnTo>
                  <a:lnTo>
                    <a:pt x="79" y="82"/>
                  </a:lnTo>
                  <a:lnTo>
                    <a:pt x="77" y="81"/>
                  </a:lnTo>
                  <a:lnTo>
                    <a:pt x="75" y="80"/>
                  </a:lnTo>
                  <a:lnTo>
                    <a:pt x="69" y="75"/>
                  </a:lnTo>
                  <a:lnTo>
                    <a:pt x="63" y="71"/>
                  </a:lnTo>
                  <a:lnTo>
                    <a:pt x="58" y="69"/>
                  </a:lnTo>
                  <a:lnTo>
                    <a:pt x="53" y="70"/>
                  </a:lnTo>
                  <a:lnTo>
                    <a:pt x="48" y="72"/>
                  </a:lnTo>
                  <a:lnTo>
                    <a:pt x="44" y="73"/>
                  </a:lnTo>
                  <a:lnTo>
                    <a:pt x="41" y="72"/>
                  </a:lnTo>
                  <a:lnTo>
                    <a:pt x="41" y="70"/>
                  </a:lnTo>
                  <a:lnTo>
                    <a:pt x="42" y="68"/>
                  </a:lnTo>
                  <a:lnTo>
                    <a:pt x="43" y="67"/>
                  </a:lnTo>
                  <a:lnTo>
                    <a:pt x="44" y="65"/>
                  </a:lnTo>
                  <a:lnTo>
                    <a:pt x="44" y="64"/>
                  </a:lnTo>
                  <a:lnTo>
                    <a:pt x="44" y="63"/>
                  </a:lnTo>
                  <a:lnTo>
                    <a:pt x="44" y="62"/>
                  </a:lnTo>
                  <a:lnTo>
                    <a:pt x="42" y="61"/>
                  </a:lnTo>
                  <a:lnTo>
                    <a:pt x="39" y="60"/>
                  </a:lnTo>
                  <a:lnTo>
                    <a:pt x="35" y="56"/>
                  </a:lnTo>
                  <a:lnTo>
                    <a:pt x="35" y="48"/>
                  </a:lnTo>
                  <a:lnTo>
                    <a:pt x="35" y="47"/>
                  </a:lnTo>
                  <a:lnTo>
                    <a:pt x="34" y="46"/>
                  </a:lnTo>
                  <a:lnTo>
                    <a:pt x="27" y="46"/>
                  </a:lnTo>
                  <a:lnTo>
                    <a:pt x="28" y="39"/>
                  </a:lnTo>
                  <a:lnTo>
                    <a:pt x="28" y="35"/>
                  </a:lnTo>
                  <a:lnTo>
                    <a:pt x="27" y="30"/>
                  </a:lnTo>
                  <a:lnTo>
                    <a:pt x="19" y="23"/>
                  </a:lnTo>
                  <a:lnTo>
                    <a:pt x="10" y="16"/>
                  </a:lnTo>
                  <a:lnTo>
                    <a:pt x="1" y="9"/>
                  </a:lnTo>
                  <a:lnTo>
                    <a:pt x="0" y="7"/>
                  </a:lnTo>
                  <a:lnTo>
                    <a:pt x="18" y="9"/>
                  </a:lnTo>
                  <a:lnTo>
                    <a:pt x="25" y="10"/>
                  </a:lnTo>
                  <a:lnTo>
                    <a:pt x="29" y="9"/>
                  </a:lnTo>
                  <a:lnTo>
                    <a:pt x="35" y="6"/>
                  </a:lnTo>
                  <a:lnTo>
                    <a:pt x="44" y="3"/>
                  </a:lnTo>
                  <a:lnTo>
                    <a:pt x="52" y="2"/>
                  </a:lnTo>
                  <a:lnTo>
                    <a:pt x="60" y="1"/>
                  </a:lnTo>
                  <a:lnTo>
                    <a:pt x="6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6" name="Freeform 81"/>
            <p:cNvSpPr>
              <a:spLocks/>
            </p:cNvSpPr>
            <p:nvPr/>
          </p:nvSpPr>
          <p:spPr bwMode="auto">
            <a:xfrm>
              <a:off x="3621088" y="2193925"/>
              <a:ext cx="101600" cy="136525"/>
            </a:xfrm>
            <a:custGeom>
              <a:avLst/>
              <a:gdLst/>
              <a:ahLst/>
              <a:cxnLst>
                <a:cxn ang="0">
                  <a:pos x="39" y="1"/>
                </a:cxn>
                <a:cxn ang="0">
                  <a:pos x="47" y="4"/>
                </a:cxn>
                <a:cxn ang="0">
                  <a:pos x="55" y="16"/>
                </a:cxn>
                <a:cxn ang="0">
                  <a:pos x="58" y="18"/>
                </a:cxn>
                <a:cxn ang="0">
                  <a:pos x="57" y="22"/>
                </a:cxn>
                <a:cxn ang="0">
                  <a:pos x="52" y="25"/>
                </a:cxn>
                <a:cxn ang="0">
                  <a:pos x="49" y="28"/>
                </a:cxn>
                <a:cxn ang="0">
                  <a:pos x="51" y="33"/>
                </a:cxn>
                <a:cxn ang="0">
                  <a:pos x="51" y="37"/>
                </a:cxn>
                <a:cxn ang="0">
                  <a:pos x="50" y="41"/>
                </a:cxn>
                <a:cxn ang="0">
                  <a:pos x="50" y="44"/>
                </a:cxn>
                <a:cxn ang="0">
                  <a:pos x="53" y="49"/>
                </a:cxn>
                <a:cxn ang="0">
                  <a:pos x="59" y="53"/>
                </a:cxn>
                <a:cxn ang="0">
                  <a:pos x="64" y="58"/>
                </a:cxn>
                <a:cxn ang="0">
                  <a:pos x="63" y="60"/>
                </a:cxn>
                <a:cxn ang="0">
                  <a:pos x="56" y="63"/>
                </a:cxn>
                <a:cxn ang="0">
                  <a:pos x="49" y="69"/>
                </a:cxn>
                <a:cxn ang="0">
                  <a:pos x="46" y="74"/>
                </a:cxn>
                <a:cxn ang="0">
                  <a:pos x="39" y="75"/>
                </a:cxn>
                <a:cxn ang="0">
                  <a:pos x="34" y="79"/>
                </a:cxn>
                <a:cxn ang="0">
                  <a:pos x="31" y="84"/>
                </a:cxn>
                <a:cxn ang="0">
                  <a:pos x="10" y="86"/>
                </a:cxn>
                <a:cxn ang="0">
                  <a:pos x="5" y="79"/>
                </a:cxn>
                <a:cxn ang="0">
                  <a:pos x="0" y="63"/>
                </a:cxn>
                <a:cxn ang="0">
                  <a:pos x="17" y="57"/>
                </a:cxn>
                <a:cxn ang="0">
                  <a:pos x="19" y="50"/>
                </a:cxn>
                <a:cxn ang="0">
                  <a:pos x="18" y="35"/>
                </a:cxn>
                <a:cxn ang="0">
                  <a:pos x="20" y="24"/>
                </a:cxn>
                <a:cxn ang="0">
                  <a:pos x="25" y="22"/>
                </a:cxn>
                <a:cxn ang="0">
                  <a:pos x="30" y="17"/>
                </a:cxn>
                <a:cxn ang="0">
                  <a:pos x="32" y="13"/>
                </a:cxn>
                <a:cxn ang="0">
                  <a:pos x="33" y="7"/>
                </a:cxn>
              </a:cxnLst>
              <a:rect l="0" t="0" r="r" b="b"/>
              <a:pathLst>
                <a:path w="64" h="86">
                  <a:moveTo>
                    <a:pt x="34" y="0"/>
                  </a:moveTo>
                  <a:lnTo>
                    <a:pt x="39" y="1"/>
                  </a:lnTo>
                  <a:lnTo>
                    <a:pt x="43" y="3"/>
                  </a:lnTo>
                  <a:lnTo>
                    <a:pt x="47" y="4"/>
                  </a:lnTo>
                  <a:lnTo>
                    <a:pt x="47" y="7"/>
                  </a:lnTo>
                  <a:lnTo>
                    <a:pt x="55" y="16"/>
                  </a:lnTo>
                  <a:lnTo>
                    <a:pt x="57" y="16"/>
                  </a:lnTo>
                  <a:lnTo>
                    <a:pt x="58" y="18"/>
                  </a:lnTo>
                  <a:lnTo>
                    <a:pt x="58" y="20"/>
                  </a:lnTo>
                  <a:lnTo>
                    <a:pt x="57" y="22"/>
                  </a:lnTo>
                  <a:lnTo>
                    <a:pt x="55" y="24"/>
                  </a:lnTo>
                  <a:lnTo>
                    <a:pt x="52" y="25"/>
                  </a:lnTo>
                  <a:lnTo>
                    <a:pt x="51" y="26"/>
                  </a:lnTo>
                  <a:lnTo>
                    <a:pt x="49" y="28"/>
                  </a:lnTo>
                  <a:lnTo>
                    <a:pt x="50" y="29"/>
                  </a:lnTo>
                  <a:lnTo>
                    <a:pt x="51" y="33"/>
                  </a:lnTo>
                  <a:lnTo>
                    <a:pt x="51" y="34"/>
                  </a:lnTo>
                  <a:lnTo>
                    <a:pt x="51" y="37"/>
                  </a:lnTo>
                  <a:lnTo>
                    <a:pt x="50" y="39"/>
                  </a:lnTo>
                  <a:lnTo>
                    <a:pt x="50" y="41"/>
                  </a:lnTo>
                  <a:lnTo>
                    <a:pt x="49" y="42"/>
                  </a:lnTo>
                  <a:lnTo>
                    <a:pt x="50" y="44"/>
                  </a:lnTo>
                  <a:lnTo>
                    <a:pt x="51" y="46"/>
                  </a:lnTo>
                  <a:lnTo>
                    <a:pt x="53" y="49"/>
                  </a:lnTo>
                  <a:lnTo>
                    <a:pt x="56" y="51"/>
                  </a:lnTo>
                  <a:lnTo>
                    <a:pt x="59" y="53"/>
                  </a:lnTo>
                  <a:lnTo>
                    <a:pt x="62" y="57"/>
                  </a:lnTo>
                  <a:lnTo>
                    <a:pt x="64" y="58"/>
                  </a:lnTo>
                  <a:lnTo>
                    <a:pt x="64" y="59"/>
                  </a:lnTo>
                  <a:lnTo>
                    <a:pt x="63" y="60"/>
                  </a:lnTo>
                  <a:lnTo>
                    <a:pt x="61" y="61"/>
                  </a:lnTo>
                  <a:lnTo>
                    <a:pt x="56" y="63"/>
                  </a:lnTo>
                  <a:lnTo>
                    <a:pt x="53" y="65"/>
                  </a:lnTo>
                  <a:lnTo>
                    <a:pt x="49" y="69"/>
                  </a:lnTo>
                  <a:lnTo>
                    <a:pt x="47" y="72"/>
                  </a:lnTo>
                  <a:lnTo>
                    <a:pt x="46" y="74"/>
                  </a:lnTo>
                  <a:lnTo>
                    <a:pt x="43" y="75"/>
                  </a:lnTo>
                  <a:lnTo>
                    <a:pt x="39" y="75"/>
                  </a:lnTo>
                  <a:lnTo>
                    <a:pt x="35" y="77"/>
                  </a:lnTo>
                  <a:lnTo>
                    <a:pt x="34" y="79"/>
                  </a:lnTo>
                  <a:lnTo>
                    <a:pt x="33" y="81"/>
                  </a:lnTo>
                  <a:lnTo>
                    <a:pt x="31" y="84"/>
                  </a:lnTo>
                  <a:lnTo>
                    <a:pt x="18" y="84"/>
                  </a:lnTo>
                  <a:lnTo>
                    <a:pt x="10" y="86"/>
                  </a:lnTo>
                  <a:lnTo>
                    <a:pt x="8" y="84"/>
                  </a:lnTo>
                  <a:lnTo>
                    <a:pt x="5" y="79"/>
                  </a:lnTo>
                  <a:lnTo>
                    <a:pt x="2" y="72"/>
                  </a:lnTo>
                  <a:lnTo>
                    <a:pt x="0" y="63"/>
                  </a:lnTo>
                  <a:lnTo>
                    <a:pt x="9" y="60"/>
                  </a:lnTo>
                  <a:lnTo>
                    <a:pt x="17" y="57"/>
                  </a:lnTo>
                  <a:lnTo>
                    <a:pt x="19" y="54"/>
                  </a:lnTo>
                  <a:lnTo>
                    <a:pt x="19" y="50"/>
                  </a:lnTo>
                  <a:lnTo>
                    <a:pt x="18" y="42"/>
                  </a:lnTo>
                  <a:lnTo>
                    <a:pt x="18" y="35"/>
                  </a:lnTo>
                  <a:lnTo>
                    <a:pt x="19" y="28"/>
                  </a:lnTo>
                  <a:lnTo>
                    <a:pt x="20" y="24"/>
                  </a:lnTo>
                  <a:lnTo>
                    <a:pt x="22" y="23"/>
                  </a:lnTo>
                  <a:lnTo>
                    <a:pt x="25" y="22"/>
                  </a:lnTo>
                  <a:lnTo>
                    <a:pt x="27" y="20"/>
                  </a:lnTo>
                  <a:lnTo>
                    <a:pt x="30" y="17"/>
                  </a:lnTo>
                  <a:lnTo>
                    <a:pt x="31" y="16"/>
                  </a:lnTo>
                  <a:lnTo>
                    <a:pt x="32" y="13"/>
                  </a:lnTo>
                  <a:lnTo>
                    <a:pt x="32" y="10"/>
                  </a:lnTo>
                  <a:lnTo>
                    <a:pt x="33" y="7"/>
                  </a:lnTo>
                  <a:lnTo>
                    <a:pt x="3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7" name="Freeform 82"/>
            <p:cNvSpPr>
              <a:spLocks/>
            </p:cNvSpPr>
            <p:nvPr/>
          </p:nvSpPr>
          <p:spPr bwMode="auto">
            <a:xfrm>
              <a:off x="3298826" y="2030413"/>
              <a:ext cx="136525" cy="134938"/>
            </a:xfrm>
            <a:custGeom>
              <a:avLst/>
              <a:gdLst/>
              <a:ahLst/>
              <a:cxnLst>
                <a:cxn ang="0">
                  <a:pos x="47" y="0"/>
                </a:cxn>
                <a:cxn ang="0">
                  <a:pos x="54" y="7"/>
                </a:cxn>
                <a:cxn ang="0">
                  <a:pos x="70" y="19"/>
                </a:cxn>
                <a:cxn ang="0">
                  <a:pos x="76" y="25"/>
                </a:cxn>
                <a:cxn ang="0">
                  <a:pos x="81" y="29"/>
                </a:cxn>
                <a:cxn ang="0">
                  <a:pos x="83" y="32"/>
                </a:cxn>
                <a:cxn ang="0">
                  <a:pos x="83" y="38"/>
                </a:cxn>
                <a:cxn ang="0">
                  <a:pos x="85" y="68"/>
                </a:cxn>
                <a:cxn ang="0">
                  <a:pos x="86" y="76"/>
                </a:cxn>
                <a:cxn ang="0">
                  <a:pos x="86" y="82"/>
                </a:cxn>
                <a:cxn ang="0">
                  <a:pos x="85" y="85"/>
                </a:cxn>
                <a:cxn ang="0">
                  <a:pos x="73" y="79"/>
                </a:cxn>
                <a:cxn ang="0">
                  <a:pos x="67" y="77"/>
                </a:cxn>
                <a:cxn ang="0">
                  <a:pos x="63" y="77"/>
                </a:cxn>
                <a:cxn ang="0">
                  <a:pos x="58" y="77"/>
                </a:cxn>
                <a:cxn ang="0">
                  <a:pos x="50" y="78"/>
                </a:cxn>
                <a:cxn ang="0">
                  <a:pos x="43" y="78"/>
                </a:cxn>
                <a:cxn ang="0">
                  <a:pos x="35" y="75"/>
                </a:cxn>
                <a:cxn ang="0">
                  <a:pos x="29" y="68"/>
                </a:cxn>
                <a:cxn ang="0">
                  <a:pos x="25" y="59"/>
                </a:cxn>
                <a:cxn ang="0">
                  <a:pos x="21" y="48"/>
                </a:cxn>
                <a:cxn ang="0">
                  <a:pos x="17" y="38"/>
                </a:cxn>
                <a:cxn ang="0">
                  <a:pos x="16" y="31"/>
                </a:cxn>
                <a:cxn ang="0">
                  <a:pos x="15" y="28"/>
                </a:cxn>
                <a:cxn ang="0">
                  <a:pos x="11" y="25"/>
                </a:cxn>
                <a:cxn ang="0">
                  <a:pos x="9" y="24"/>
                </a:cxn>
                <a:cxn ang="0">
                  <a:pos x="8" y="24"/>
                </a:cxn>
                <a:cxn ang="0">
                  <a:pos x="6" y="23"/>
                </a:cxn>
                <a:cxn ang="0">
                  <a:pos x="5" y="23"/>
                </a:cxn>
                <a:cxn ang="0">
                  <a:pos x="3" y="22"/>
                </a:cxn>
                <a:cxn ang="0">
                  <a:pos x="3" y="20"/>
                </a:cxn>
                <a:cxn ang="0">
                  <a:pos x="1" y="13"/>
                </a:cxn>
                <a:cxn ang="0">
                  <a:pos x="0" y="9"/>
                </a:cxn>
                <a:cxn ang="0">
                  <a:pos x="14" y="11"/>
                </a:cxn>
                <a:cxn ang="0">
                  <a:pos x="24" y="12"/>
                </a:cxn>
                <a:cxn ang="0">
                  <a:pos x="29" y="11"/>
                </a:cxn>
                <a:cxn ang="0">
                  <a:pos x="33" y="9"/>
                </a:cxn>
                <a:cxn ang="0">
                  <a:pos x="39" y="5"/>
                </a:cxn>
                <a:cxn ang="0">
                  <a:pos x="47" y="0"/>
                </a:cxn>
              </a:cxnLst>
              <a:rect l="0" t="0" r="r" b="b"/>
              <a:pathLst>
                <a:path w="86" h="85">
                  <a:moveTo>
                    <a:pt x="47" y="0"/>
                  </a:moveTo>
                  <a:lnTo>
                    <a:pt x="54" y="7"/>
                  </a:lnTo>
                  <a:lnTo>
                    <a:pt x="70" y="19"/>
                  </a:lnTo>
                  <a:lnTo>
                    <a:pt x="76" y="25"/>
                  </a:lnTo>
                  <a:lnTo>
                    <a:pt x="81" y="29"/>
                  </a:lnTo>
                  <a:lnTo>
                    <a:pt x="83" y="32"/>
                  </a:lnTo>
                  <a:lnTo>
                    <a:pt x="83" y="38"/>
                  </a:lnTo>
                  <a:lnTo>
                    <a:pt x="85" y="68"/>
                  </a:lnTo>
                  <a:lnTo>
                    <a:pt x="86" y="76"/>
                  </a:lnTo>
                  <a:lnTo>
                    <a:pt x="86" y="82"/>
                  </a:lnTo>
                  <a:lnTo>
                    <a:pt x="85" y="85"/>
                  </a:lnTo>
                  <a:lnTo>
                    <a:pt x="73" y="79"/>
                  </a:lnTo>
                  <a:lnTo>
                    <a:pt x="67" y="77"/>
                  </a:lnTo>
                  <a:lnTo>
                    <a:pt x="63" y="77"/>
                  </a:lnTo>
                  <a:lnTo>
                    <a:pt x="58" y="77"/>
                  </a:lnTo>
                  <a:lnTo>
                    <a:pt x="50" y="78"/>
                  </a:lnTo>
                  <a:lnTo>
                    <a:pt x="43" y="78"/>
                  </a:lnTo>
                  <a:lnTo>
                    <a:pt x="35" y="75"/>
                  </a:lnTo>
                  <a:lnTo>
                    <a:pt x="29" y="68"/>
                  </a:lnTo>
                  <a:lnTo>
                    <a:pt x="25" y="59"/>
                  </a:lnTo>
                  <a:lnTo>
                    <a:pt x="21" y="48"/>
                  </a:lnTo>
                  <a:lnTo>
                    <a:pt x="17" y="38"/>
                  </a:lnTo>
                  <a:lnTo>
                    <a:pt x="16" y="31"/>
                  </a:lnTo>
                  <a:lnTo>
                    <a:pt x="15" y="28"/>
                  </a:lnTo>
                  <a:lnTo>
                    <a:pt x="11" y="25"/>
                  </a:lnTo>
                  <a:lnTo>
                    <a:pt x="9" y="24"/>
                  </a:lnTo>
                  <a:lnTo>
                    <a:pt x="8" y="24"/>
                  </a:lnTo>
                  <a:lnTo>
                    <a:pt x="6" y="23"/>
                  </a:lnTo>
                  <a:lnTo>
                    <a:pt x="5" y="23"/>
                  </a:lnTo>
                  <a:lnTo>
                    <a:pt x="3" y="22"/>
                  </a:lnTo>
                  <a:lnTo>
                    <a:pt x="3" y="20"/>
                  </a:lnTo>
                  <a:lnTo>
                    <a:pt x="1" y="13"/>
                  </a:lnTo>
                  <a:lnTo>
                    <a:pt x="0" y="9"/>
                  </a:lnTo>
                  <a:lnTo>
                    <a:pt x="14" y="11"/>
                  </a:lnTo>
                  <a:lnTo>
                    <a:pt x="24" y="12"/>
                  </a:lnTo>
                  <a:lnTo>
                    <a:pt x="29" y="11"/>
                  </a:lnTo>
                  <a:lnTo>
                    <a:pt x="33" y="9"/>
                  </a:lnTo>
                  <a:lnTo>
                    <a:pt x="39" y="5"/>
                  </a:lnTo>
                  <a:lnTo>
                    <a:pt x="4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8" name="Freeform 83"/>
            <p:cNvSpPr>
              <a:spLocks/>
            </p:cNvSpPr>
            <p:nvPr/>
          </p:nvSpPr>
          <p:spPr bwMode="auto">
            <a:xfrm>
              <a:off x="3160713" y="1681163"/>
              <a:ext cx="228600" cy="368300"/>
            </a:xfrm>
            <a:custGeom>
              <a:avLst/>
              <a:gdLst/>
              <a:ahLst/>
              <a:cxnLst>
                <a:cxn ang="0">
                  <a:pos x="68" y="0"/>
                </a:cxn>
                <a:cxn ang="0">
                  <a:pos x="79" y="5"/>
                </a:cxn>
                <a:cxn ang="0">
                  <a:pos x="92" y="10"/>
                </a:cxn>
                <a:cxn ang="0">
                  <a:pos x="103" y="9"/>
                </a:cxn>
                <a:cxn ang="0">
                  <a:pos x="119" y="12"/>
                </a:cxn>
                <a:cxn ang="0">
                  <a:pos x="133" y="12"/>
                </a:cxn>
                <a:cxn ang="0">
                  <a:pos x="144" y="34"/>
                </a:cxn>
                <a:cxn ang="0">
                  <a:pos x="140" y="45"/>
                </a:cxn>
                <a:cxn ang="0">
                  <a:pos x="127" y="60"/>
                </a:cxn>
                <a:cxn ang="0">
                  <a:pos x="121" y="78"/>
                </a:cxn>
                <a:cxn ang="0">
                  <a:pos x="120" y="103"/>
                </a:cxn>
                <a:cxn ang="0">
                  <a:pos x="123" y="115"/>
                </a:cxn>
                <a:cxn ang="0">
                  <a:pos x="130" y="131"/>
                </a:cxn>
                <a:cxn ang="0">
                  <a:pos x="134" y="143"/>
                </a:cxn>
                <a:cxn ang="0">
                  <a:pos x="128" y="158"/>
                </a:cxn>
                <a:cxn ang="0">
                  <a:pos x="124" y="178"/>
                </a:cxn>
                <a:cxn ang="0">
                  <a:pos x="124" y="205"/>
                </a:cxn>
                <a:cxn ang="0">
                  <a:pos x="134" y="220"/>
                </a:cxn>
                <a:cxn ang="0">
                  <a:pos x="120" y="229"/>
                </a:cxn>
                <a:cxn ang="0">
                  <a:pos x="111" y="232"/>
                </a:cxn>
                <a:cxn ang="0">
                  <a:pos x="87" y="229"/>
                </a:cxn>
                <a:cxn ang="0">
                  <a:pos x="80" y="215"/>
                </a:cxn>
                <a:cxn ang="0">
                  <a:pos x="70" y="206"/>
                </a:cxn>
                <a:cxn ang="0">
                  <a:pos x="49" y="188"/>
                </a:cxn>
                <a:cxn ang="0">
                  <a:pos x="43" y="180"/>
                </a:cxn>
                <a:cxn ang="0">
                  <a:pos x="44" y="176"/>
                </a:cxn>
                <a:cxn ang="0">
                  <a:pos x="45" y="171"/>
                </a:cxn>
                <a:cxn ang="0">
                  <a:pos x="44" y="164"/>
                </a:cxn>
                <a:cxn ang="0">
                  <a:pos x="36" y="153"/>
                </a:cxn>
                <a:cxn ang="0">
                  <a:pos x="31" y="145"/>
                </a:cxn>
                <a:cxn ang="0">
                  <a:pos x="29" y="134"/>
                </a:cxn>
                <a:cxn ang="0">
                  <a:pos x="26" y="125"/>
                </a:cxn>
                <a:cxn ang="0">
                  <a:pos x="14" y="119"/>
                </a:cxn>
                <a:cxn ang="0">
                  <a:pos x="3" y="111"/>
                </a:cxn>
                <a:cxn ang="0">
                  <a:pos x="0" y="96"/>
                </a:cxn>
                <a:cxn ang="0">
                  <a:pos x="9" y="83"/>
                </a:cxn>
                <a:cxn ang="0">
                  <a:pos x="19" y="59"/>
                </a:cxn>
                <a:cxn ang="0">
                  <a:pos x="27" y="58"/>
                </a:cxn>
                <a:cxn ang="0">
                  <a:pos x="35" y="61"/>
                </a:cxn>
                <a:cxn ang="0">
                  <a:pos x="40" y="56"/>
                </a:cxn>
                <a:cxn ang="0">
                  <a:pos x="44" y="36"/>
                </a:cxn>
                <a:cxn ang="0">
                  <a:pos x="52" y="22"/>
                </a:cxn>
                <a:cxn ang="0">
                  <a:pos x="61" y="4"/>
                </a:cxn>
              </a:cxnLst>
              <a:rect l="0" t="0" r="r" b="b"/>
              <a:pathLst>
                <a:path w="144" h="232">
                  <a:moveTo>
                    <a:pt x="64" y="0"/>
                  </a:moveTo>
                  <a:lnTo>
                    <a:pt x="68" y="0"/>
                  </a:lnTo>
                  <a:lnTo>
                    <a:pt x="73" y="2"/>
                  </a:lnTo>
                  <a:lnTo>
                    <a:pt x="79" y="5"/>
                  </a:lnTo>
                  <a:lnTo>
                    <a:pt x="86" y="9"/>
                  </a:lnTo>
                  <a:lnTo>
                    <a:pt x="92" y="10"/>
                  </a:lnTo>
                  <a:lnTo>
                    <a:pt x="96" y="10"/>
                  </a:lnTo>
                  <a:lnTo>
                    <a:pt x="103" y="9"/>
                  </a:lnTo>
                  <a:lnTo>
                    <a:pt x="111" y="10"/>
                  </a:lnTo>
                  <a:lnTo>
                    <a:pt x="119" y="12"/>
                  </a:lnTo>
                  <a:lnTo>
                    <a:pt x="128" y="14"/>
                  </a:lnTo>
                  <a:lnTo>
                    <a:pt x="133" y="12"/>
                  </a:lnTo>
                  <a:lnTo>
                    <a:pt x="140" y="24"/>
                  </a:lnTo>
                  <a:lnTo>
                    <a:pt x="144" y="34"/>
                  </a:lnTo>
                  <a:lnTo>
                    <a:pt x="143" y="40"/>
                  </a:lnTo>
                  <a:lnTo>
                    <a:pt x="140" y="45"/>
                  </a:lnTo>
                  <a:lnTo>
                    <a:pt x="131" y="54"/>
                  </a:lnTo>
                  <a:lnTo>
                    <a:pt x="127" y="60"/>
                  </a:lnTo>
                  <a:lnTo>
                    <a:pt x="123" y="68"/>
                  </a:lnTo>
                  <a:lnTo>
                    <a:pt x="121" y="78"/>
                  </a:lnTo>
                  <a:lnTo>
                    <a:pt x="120" y="89"/>
                  </a:lnTo>
                  <a:lnTo>
                    <a:pt x="120" y="103"/>
                  </a:lnTo>
                  <a:lnTo>
                    <a:pt x="121" y="108"/>
                  </a:lnTo>
                  <a:lnTo>
                    <a:pt x="123" y="115"/>
                  </a:lnTo>
                  <a:lnTo>
                    <a:pt x="127" y="124"/>
                  </a:lnTo>
                  <a:lnTo>
                    <a:pt x="130" y="131"/>
                  </a:lnTo>
                  <a:lnTo>
                    <a:pt x="133" y="137"/>
                  </a:lnTo>
                  <a:lnTo>
                    <a:pt x="134" y="143"/>
                  </a:lnTo>
                  <a:lnTo>
                    <a:pt x="133" y="147"/>
                  </a:lnTo>
                  <a:lnTo>
                    <a:pt x="128" y="158"/>
                  </a:lnTo>
                  <a:lnTo>
                    <a:pt x="126" y="166"/>
                  </a:lnTo>
                  <a:lnTo>
                    <a:pt x="124" y="178"/>
                  </a:lnTo>
                  <a:lnTo>
                    <a:pt x="123" y="193"/>
                  </a:lnTo>
                  <a:lnTo>
                    <a:pt x="124" y="205"/>
                  </a:lnTo>
                  <a:lnTo>
                    <a:pt x="128" y="212"/>
                  </a:lnTo>
                  <a:lnTo>
                    <a:pt x="134" y="220"/>
                  </a:lnTo>
                  <a:lnTo>
                    <a:pt x="126" y="225"/>
                  </a:lnTo>
                  <a:lnTo>
                    <a:pt x="120" y="229"/>
                  </a:lnTo>
                  <a:lnTo>
                    <a:pt x="116" y="231"/>
                  </a:lnTo>
                  <a:lnTo>
                    <a:pt x="111" y="232"/>
                  </a:lnTo>
                  <a:lnTo>
                    <a:pt x="101" y="231"/>
                  </a:lnTo>
                  <a:lnTo>
                    <a:pt x="87" y="229"/>
                  </a:lnTo>
                  <a:lnTo>
                    <a:pt x="85" y="221"/>
                  </a:lnTo>
                  <a:lnTo>
                    <a:pt x="80" y="215"/>
                  </a:lnTo>
                  <a:lnTo>
                    <a:pt x="76" y="211"/>
                  </a:lnTo>
                  <a:lnTo>
                    <a:pt x="70" y="206"/>
                  </a:lnTo>
                  <a:lnTo>
                    <a:pt x="63" y="201"/>
                  </a:lnTo>
                  <a:lnTo>
                    <a:pt x="49" y="188"/>
                  </a:lnTo>
                  <a:lnTo>
                    <a:pt x="44" y="183"/>
                  </a:lnTo>
                  <a:lnTo>
                    <a:pt x="43" y="180"/>
                  </a:lnTo>
                  <a:lnTo>
                    <a:pt x="43" y="178"/>
                  </a:lnTo>
                  <a:lnTo>
                    <a:pt x="44" y="176"/>
                  </a:lnTo>
                  <a:lnTo>
                    <a:pt x="44" y="173"/>
                  </a:lnTo>
                  <a:lnTo>
                    <a:pt x="45" y="171"/>
                  </a:lnTo>
                  <a:lnTo>
                    <a:pt x="45" y="169"/>
                  </a:lnTo>
                  <a:lnTo>
                    <a:pt x="44" y="164"/>
                  </a:lnTo>
                  <a:lnTo>
                    <a:pt x="40" y="159"/>
                  </a:lnTo>
                  <a:lnTo>
                    <a:pt x="36" y="153"/>
                  </a:lnTo>
                  <a:lnTo>
                    <a:pt x="33" y="149"/>
                  </a:lnTo>
                  <a:lnTo>
                    <a:pt x="31" y="145"/>
                  </a:lnTo>
                  <a:lnTo>
                    <a:pt x="29" y="140"/>
                  </a:lnTo>
                  <a:lnTo>
                    <a:pt x="29" y="134"/>
                  </a:lnTo>
                  <a:lnTo>
                    <a:pt x="27" y="128"/>
                  </a:lnTo>
                  <a:lnTo>
                    <a:pt x="26" y="125"/>
                  </a:lnTo>
                  <a:lnTo>
                    <a:pt x="21" y="123"/>
                  </a:lnTo>
                  <a:lnTo>
                    <a:pt x="14" y="119"/>
                  </a:lnTo>
                  <a:lnTo>
                    <a:pt x="8" y="115"/>
                  </a:lnTo>
                  <a:lnTo>
                    <a:pt x="3" y="111"/>
                  </a:lnTo>
                  <a:lnTo>
                    <a:pt x="1" y="104"/>
                  </a:lnTo>
                  <a:lnTo>
                    <a:pt x="0" y="96"/>
                  </a:lnTo>
                  <a:lnTo>
                    <a:pt x="4" y="91"/>
                  </a:lnTo>
                  <a:lnTo>
                    <a:pt x="9" y="83"/>
                  </a:lnTo>
                  <a:lnTo>
                    <a:pt x="12" y="73"/>
                  </a:lnTo>
                  <a:lnTo>
                    <a:pt x="19" y="59"/>
                  </a:lnTo>
                  <a:lnTo>
                    <a:pt x="23" y="57"/>
                  </a:lnTo>
                  <a:lnTo>
                    <a:pt x="27" y="58"/>
                  </a:lnTo>
                  <a:lnTo>
                    <a:pt x="31" y="60"/>
                  </a:lnTo>
                  <a:lnTo>
                    <a:pt x="35" y="61"/>
                  </a:lnTo>
                  <a:lnTo>
                    <a:pt x="38" y="60"/>
                  </a:lnTo>
                  <a:lnTo>
                    <a:pt x="40" y="56"/>
                  </a:lnTo>
                  <a:lnTo>
                    <a:pt x="43" y="40"/>
                  </a:lnTo>
                  <a:lnTo>
                    <a:pt x="44" y="36"/>
                  </a:lnTo>
                  <a:lnTo>
                    <a:pt x="48" y="31"/>
                  </a:lnTo>
                  <a:lnTo>
                    <a:pt x="52" y="22"/>
                  </a:lnTo>
                  <a:lnTo>
                    <a:pt x="56" y="12"/>
                  </a:lnTo>
                  <a:lnTo>
                    <a:pt x="61" y="4"/>
                  </a:lnTo>
                  <a:lnTo>
                    <a:pt x="6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499" name="Freeform 84"/>
            <p:cNvSpPr>
              <a:spLocks/>
            </p:cNvSpPr>
            <p:nvPr/>
          </p:nvSpPr>
          <p:spPr bwMode="auto">
            <a:xfrm>
              <a:off x="3294063" y="2100263"/>
              <a:ext cx="217488" cy="239713"/>
            </a:xfrm>
            <a:custGeom>
              <a:avLst/>
              <a:gdLst/>
              <a:ahLst/>
              <a:cxnLst>
                <a:cxn ang="0">
                  <a:pos x="25" y="9"/>
                </a:cxn>
                <a:cxn ang="0">
                  <a:pos x="33" y="25"/>
                </a:cxn>
                <a:cxn ang="0">
                  <a:pos x="46" y="34"/>
                </a:cxn>
                <a:cxn ang="0">
                  <a:pos x="61" y="33"/>
                </a:cxn>
                <a:cxn ang="0">
                  <a:pos x="70" y="33"/>
                </a:cxn>
                <a:cxn ang="0">
                  <a:pos x="88" y="41"/>
                </a:cxn>
                <a:cxn ang="0">
                  <a:pos x="79" y="61"/>
                </a:cxn>
                <a:cxn ang="0">
                  <a:pos x="81" y="70"/>
                </a:cxn>
                <a:cxn ang="0">
                  <a:pos x="94" y="78"/>
                </a:cxn>
                <a:cxn ang="0">
                  <a:pos x="104" y="83"/>
                </a:cxn>
                <a:cxn ang="0">
                  <a:pos x="110" y="88"/>
                </a:cxn>
                <a:cxn ang="0">
                  <a:pos x="113" y="94"/>
                </a:cxn>
                <a:cxn ang="0">
                  <a:pos x="114" y="98"/>
                </a:cxn>
                <a:cxn ang="0">
                  <a:pos x="115" y="102"/>
                </a:cxn>
                <a:cxn ang="0">
                  <a:pos x="123" y="117"/>
                </a:cxn>
                <a:cxn ang="0">
                  <a:pos x="137" y="129"/>
                </a:cxn>
                <a:cxn ang="0">
                  <a:pos x="123" y="127"/>
                </a:cxn>
                <a:cxn ang="0">
                  <a:pos x="113" y="126"/>
                </a:cxn>
                <a:cxn ang="0">
                  <a:pos x="112" y="129"/>
                </a:cxn>
                <a:cxn ang="0">
                  <a:pos x="109" y="133"/>
                </a:cxn>
                <a:cxn ang="0">
                  <a:pos x="104" y="137"/>
                </a:cxn>
                <a:cxn ang="0">
                  <a:pos x="100" y="135"/>
                </a:cxn>
                <a:cxn ang="0">
                  <a:pos x="98" y="133"/>
                </a:cxn>
                <a:cxn ang="0">
                  <a:pos x="94" y="135"/>
                </a:cxn>
                <a:cxn ang="0">
                  <a:pos x="91" y="151"/>
                </a:cxn>
                <a:cxn ang="0">
                  <a:pos x="76" y="142"/>
                </a:cxn>
                <a:cxn ang="0">
                  <a:pos x="67" y="132"/>
                </a:cxn>
                <a:cxn ang="0">
                  <a:pos x="64" y="119"/>
                </a:cxn>
                <a:cxn ang="0">
                  <a:pos x="53" y="109"/>
                </a:cxn>
                <a:cxn ang="0">
                  <a:pos x="39" y="100"/>
                </a:cxn>
                <a:cxn ang="0">
                  <a:pos x="37" y="92"/>
                </a:cxn>
                <a:cxn ang="0">
                  <a:pos x="42" y="81"/>
                </a:cxn>
                <a:cxn ang="0">
                  <a:pos x="39" y="71"/>
                </a:cxn>
                <a:cxn ang="0">
                  <a:pos x="18" y="64"/>
                </a:cxn>
                <a:cxn ang="0">
                  <a:pos x="1" y="58"/>
                </a:cxn>
                <a:cxn ang="0">
                  <a:pos x="0" y="52"/>
                </a:cxn>
                <a:cxn ang="0">
                  <a:pos x="2" y="37"/>
                </a:cxn>
                <a:cxn ang="0">
                  <a:pos x="0" y="29"/>
                </a:cxn>
                <a:cxn ang="0">
                  <a:pos x="6" y="22"/>
                </a:cxn>
                <a:cxn ang="0">
                  <a:pos x="11" y="14"/>
                </a:cxn>
                <a:cxn ang="0">
                  <a:pos x="12" y="10"/>
                </a:cxn>
                <a:cxn ang="0">
                  <a:pos x="16" y="5"/>
                </a:cxn>
                <a:cxn ang="0">
                  <a:pos x="22" y="0"/>
                </a:cxn>
              </a:cxnLst>
              <a:rect l="0" t="0" r="r" b="b"/>
              <a:pathLst>
                <a:path w="137" h="151">
                  <a:moveTo>
                    <a:pt x="22" y="0"/>
                  </a:moveTo>
                  <a:lnTo>
                    <a:pt x="25" y="9"/>
                  </a:lnTo>
                  <a:lnTo>
                    <a:pt x="28" y="18"/>
                  </a:lnTo>
                  <a:lnTo>
                    <a:pt x="33" y="25"/>
                  </a:lnTo>
                  <a:lnTo>
                    <a:pt x="38" y="31"/>
                  </a:lnTo>
                  <a:lnTo>
                    <a:pt x="46" y="34"/>
                  </a:lnTo>
                  <a:lnTo>
                    <a:pt x="53" y="34"/>
                  </a:lnTo>
                  <a:lnTo>
                    <a:pt x="61" y="33"/>
                  </a:lnTo>
                  <a:lnTo>
                    <a:pt x="66" y="33"/>
                  </a:lnTo>
                  <a:lnTo>
                    <a:pt x="70" y="33"/>
                  </a:lnTo>
                  <a:lnTo>
                    <a:pt x="76" y="35"/>
                  </a:lnTo>
                  <a:lnTo>
                    <a:pt x="88" y="41"/>
                  </a:lnTo>
                  <a:lnTo>
                    <a:pt x="84" y="51"/>
                  </a:lnTo>
                  <a:lnTo>
                    <a:pt x="79" y="61"/>
                  </a:lnTo>
                  <a:lnTo>
                    <a:pt x="79" y="66"/>
                  </a:lnTo>
                  <a:lnTo>
                    <a:pt x="81" y="70"/>
                  </a:lnTo>
                  <a:lnTo>
                    <a:pt x="87" y="74"/>
                  </a:lnTo>
                  <a:lnTo>
                    <a:pt x="94" y="78"/>
                  </a:lnTo>
                  <a:lnTo>
                    <a:pt x="100" y="81"/>
                  </a:lnTo>
                  <a:lnTo>
                    <a:pt x="104" y="83"/>
                  </a:lnTo>
                  <a:lnTo>
                    <a:pt x="107" y="85"/>
                  </a:lnTo>
                  <a:lnTo>
                    <a:pt x="110" y="88"/>
                  </a:lnTo>
                  <a:lnTo>
                    <a:pt x="113" y="93"/>
                  </a:lnTo>
                  <a:lnTo>
                    <a:pt x="113" y="94"/>
                  </a:lnTo>
                  <a:lnTo>
                    <a:pt x="114" y="95"/>
                  </a:lnTo>
                  <a:lnTo>
                    <a:pt x="114" y="98"/>
                  </a:lnTo>
                  <a:lnTo>
                    <a:pt x="115" y="100"/>
                  </a:lnTo>
                  <a:lnTo>
                    <a:pt x="115" y="102"/>
                  </a:lnTo>
                  <a:lnTo>
                    <a:pt x="117" y="109"/>
                  </a:lnTo>
                  <a:lnTo>
                    <a:pt x="123" y="117"/>
                  </a:lnTo>
                  <a:lnTo>
                    <a:pt x="130" y="124"/>
                  </a:lnTo>
                  <a:lnTo>
                    <a:pt x="137" y="129"/>
                  </a:lnTo>
                  <a:lnTo>
                    <a:pt x="129" y="128"/>
                  </a:lnTo>
                  <a:lnTo>
                    <a:pt x="123" y="127"/>
                  </a:lnTo>
                  <a:lnTo>
                    <a:pt x="119" y="126"/>
                  </a:lnTo>
                  <a:lnTo>
                    <a:pt x="113" y="126"/>
                  </a:lnTo>
                  <a:lnTo>
                    <a:pt x="113" y="127"/>
                  </a:lnTo>
                  <a:lnTo>
                    <a:pt x="112" y="129"/>
                  </a:lnTo>
                  <a:lnTo>
                    <a:pt x="110" y="130"/>
                  </a:lnTo>
                  <a:lnTo>
                    <a:pt x="109" y="133"/>
                  </a:lnTo>
                  <a:lnTo>
                    <a:pt x="106" y="134"/>
                  </a:lnTo>
                  <a:lnTo>
                    <a:pt x="104" y="137"/>
                  </a:lnTo>
                  <a:lnTo>
                    <a:pt x="102" y="137"/>
                  </a:lnTo>
                  <a:lnTo>
                    <a:pt x="100" y="135"/>
                  </a:lnTo>
                  <a:lnTo>
                    <a:pt x="100" y="134"/>
                  </a:lnTo>
                  <a:lnTo>
                    <a:pt x="98" y="133"/>
                  </a:lnTo>
                  <a:lnTo>
                    <a:pt x="96" y="133"/>
                  </a:lnTo>
                  <a:lnTo>
                    <a:pt x="94" y="135"/>
                  </a:lnTo>
                  <a:lnTo>
                    <a:pt x="92" y="143"/>
                  </a:lnTo>
                  <a:lnTo>
                    <a:pt x="91" y="151"/>
                  </a:lnTo>
                  <a:lnTo>
                    <a:pt x="83" y="146"/>
                  </a:lnTo>
                  <a:lnTo>
                    <a:pt x="76" y="142"/>
                  </a:lnTo>
                  <a:lnTo>
                    <a:pt x="70" y="137"/>
                  </a:lnTo>
                  <a:lnTo>
                    <a:pt x="67" y="132"/>
                  </a:lnTo>
                  <a:lnTo>
                    <a:pt x="65" y="126"/>
                  </a:lnTo>
                  <a:lnTo>
                    <a:pt x="64" y="119"/>
                  </a:lnTo>
                  <a:lnTo>
                    <a:pt x="60" y="114"/>
                  </a:lnTo>
                  <a:lnTo>
                    <a:pt x="53" y="109"/>
                  </a:lnTo>
                  <a:lnTo>
                    <a:pt x="45" y="105"/>
                  </a:lnTo>
                  <a:lnTo>
                    <a:pt x="39" y="100"/>
                  </a:lnTo>
                  <a:lnTo>
                    <a:pt x="36" y="96"/>
                  </a:lnTo>
                  <a:lnTo>
                    <a:pt x="37" y="92"/>
                  </a:lnTo>
                  <a:lnTo>
                    <a:pt x="40" y="86"/>
                  </a:lnTo>
                  <a:lnTo>
                    <a:pt x="42" y="81"/>
                  </a:lnTo>
                  <a:lnTo>
                    <a:pt x="43" y="75"/>
                  </a:lnTo>
                  <a:lnTo>
                    <a:pt x="39" y="71"/>
                  </a:lnTo>
                  <a:lnTo>
                    <a:pt x="30" y="66"/>
                  </a:lnTo>
                  <a:lnTo>
                    <a:pt x="18" y="64"/>
                  </a:lnTo>
                  <a:lnTo>
                    <a:pt x="2" y="62"/>
                  </a:lnTo>
                  <a:lnTo>
                    <a:pt x="1" y="58"/>
                  </a:lnTo>
                  <a:lnTo>
                    <a:pt x="0" y="55"/>
                  </a:lnTo>
                  <a:lnTo>
                    <a:pt x="0" y="52"/>
                  </a:lnTo>
                  <a:lnTo>
                    <a:pt x="2" y="41"/>
                  </a:lnTo>
                  <a:lnTo>
                    <a:pt x="2" y="37"/>
                  </a:lnTo>
                  <a:lnTo>
                    <a:pt x="0" y="33"/>
                  </a:lnTo>
                  <a:lnTo>
                    <a:pt x="0" y="29"/>
                  </a:lnTo>
                  <a:lnTo>
                    <a:pt x="2" y="25"/>
                  </a:lnTo>
                  <a:lnTo>
                    <a:pt x="6" y="22"/>
                  </a:lnTo>
                  <a:lnTo>
                    <a:pt x="9" y="17"/>
                  </a:lnTo>
                  <a:lnTo>
                    <a:pt x="11" y="14"/>
                  </a:lnTo>
                  <a:lnTo>
                    <a:pt x="11" y="12"/>
                  </a:lnTo>
                  <a:lnTo>
                    <a:pt x="12" y="10"/>
                  </a:lnTo>
                  <a:lnTo>
                    <a:pt x="13" y="7"/>
                  </a:lnTo>
                  <a:lnTo>
                    <a:pt x="16" y="5"/>
                  </a:lnTo>
                  <a:lnTo>
                    <a:pt x="19" y="3"/>
                  </a:lnTo>
                  <a:lnTo>
                    <a:pt x="22"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0" name="Freeform 85"/>
            <p:cNvSpPr>
              <a:spLocks/>
            </p:cNvSpPr>
            <p:nvPr/>
          </p:nvSpPr>
          <p:spPr bwMode="auto">
            <a:xfrm>
              <a:off x="3152776" y="2166938"/>
              <a:ext cx="300038" cy="250825"/>
            </a:xfrm>
            <a:custGeom>
              <a:avLst/>
              <a:gdLst/>
              <a:ahLst/>
              <a:cxnLst>
                <a:cxn ang="0">
                  <a:pos x="16" y="8"/>
                </a:cxn>
                <a:cxn ang="0">
                  <a:pos x="25" y="16"/>
                </a:cxn>
                <a:cxn ang="0">
                  <a:pos x="46" y="28"/>
                </a:cxn>
                <a:cxn ang="0">
                  <a:pos x="55" y="34"/>
                </a:cxn>
                <a:cxn ang="0">
                  <a:pos x="69" y="34"/>
                </a:cxn>
                <a:cxn ang="0">
                  <a:pos x="83" y="35"/>
                </a:cxn>
                <a:cxn ang="0">
                  <a:pos x="90" y="40"/>
                </a:cxn>
                <a:cxn ang="0">
                  <a:pos x="95" y="38"/>
                </a:cxn>
                <a:cxn ang="0">
                  <a:pos x="93" y="26"/>
                </a:cxn>
                <a:cxn ang="0">
                  <a:pos x="107" y="22"/>
                </a:cxn>
                <a:cxn ang="0">
                  <a:pos x="128" y="29"/>
                </a:cxn>
                <a:cxn ang="0">
                  <a:pos x="131" y="39"/>
                </a:cxn>
                <a:cxn ang="0">
                  <a:pos x="126" y="50"/>
                </a:cxn>
                <a:cxn ang="0">
                  <a:pos x="128" y="58"/>
                </a:cxn>
                <a:cxn ang="0">
                  <a:pos x="142" y="67"/>
                </a:cxn>
                <a:cxn ang="0">
                  <a:pos x="153" y="77"/>
                </a:cxn>
                <a:cxn ang="0">
                  <a:pos x="156" y="90"/>
                </a:cxn>
                <a:cxn ang="0">
                  <a:pos x="165" y="100"/>
                </a:cxn>
                <a:cxn ang="0">
                  <a:pos x="180" y="109"/>
                </a:cxn>
                <a:cxn ang="0">
                  <a:pos x="184" y="129"/>
                </a:cxn>
                <a:cxn ang="0">
                  <a:pos x="186" y="135"/>
                </a:cxn>
                <a:cxn ang="0">
                  <a:pos x="185" y="139"/>
                </a:cxn>
                <a:cxn ang="0">
                  <a:pos x="180" y="138"/>
                </a:cxn>
                <a:cxn ang="0">
                  <a:pos x="176" y="135"/>
                </a:cxn>
                <a:cxn ang="0">
                  <a:pos x="168" y="137"/>
                </a:cxn>
                <a:cxn ang="0">
                  <a:pos x="165" y="145"/>
                </a:cxn>
                <a:cxn ang="0">
                  <a:pos x="164" y="157"/>
                </a:cxn>
                <a:cxn ang="0">
                  <a:pos x="157" y="156"/>
                </a:cxn>
                <a:cxn ang="0">
                  <a:pos x="147" y="149"/>
                </a:cxn>
                <a:cxn ang="0">
                  <a:pos x="139" y="144"/>
                </a:cxn>
                <a:cxn ang="0">
                  <a:pos x="135" y="145"/>
                </a:cxn>
                <a:cxn ang="0">
                  <a:pos x="132" y="150"/>
                </a:cxn>
                <a:cxn ang="0">
                  <a:pos x="117" y="143"/>
                </a:cxn>
                <a:cxn ang="0">
                  <a:pos x="94" y="134"/>
                </a:cxn>
                <a:cxn ang="0">
                  <a:pos x="76" y="124"/>
                </a:cxn>
                <a:cxn ang="0">
                  <a:pos x="64" y="109"/>
                </a:cxn>
                <a:cxn ang="0">
                  <a:pos x="54" y="102"/>
                </a:cxn>
                <a:cxn ang="0">
                  <a:pos x="43" y="106"/>
                </a:cxn>
                <a:cxn ang="0">
                  <a:pos x="31" y="105"/>
                </a:cxn>
                <a:cxn ang="0">
                  <a:pos x="7" y="98"/>
                </a:cxn>
                <a:cxn ang="0">
                  <a:pos x="2" y="96"/>
                </a:cxn>
                <a:cxn ang="0">
                  <a:pos x="0" y="88"/>
                </a:cxn>
                <a:cxn ang="0">
                  <a:pos x="1" y="75"/>
                </a:cxn>
                <a:cxn ang="0">
                  <a:pos x="11" y="74"/>
                </a:cxn>
                <a:cxn ang="0">
                  <a:pos x="26" y="76"/>
                </a:cxn>
                <a:cxn ang="0">
                  <a:pos x="37" y="74"/>
                </a:cxn>
                <a:cxn ang="0">
                  <a:pos x="46" y="65"/>
                </a:cxn>
                <a:cxn ang="0">
                  <a:pos x="48" y="56"/>
                </a:cxn>
                <a:cxn ang="0">
                  <a:pos x="38" y="47"/>
                </a:cxn>
                <a:cxn ang="0">
                  <a:pos x="22" y="33"/>
                </a:cxn>
                <a:cxn ang="0">
                  <a:pos x="9" y="21"/>
                </a:cxn>
                <a:cxn ang="0">
                  <a:pos x="8" y="7"/>
                </a:cxn>
              </a:cxnLst>
              <a:rect l="0" t="0" r="r" b="b"/>
              <a:pathLst>
                <a:path w="189" h="158">
                  <a:moveTo>
                    <a:pt x="10" y="0"/>
                  </a:moveTo>
                  <a:lnTo>
                    <a:pt x="16" y="8"/>
                  </a:lnTo>
                  <a:lnTo>
                    <a:pt x="21" y="13"/>
                  </a:lnTo>
                  <a:lnTo>
                    <a:pt x="25" y="16"/>
                  </a:lnTo>
                  <a:lnTo>
                    <a:pt x="32" y="19"/>
                  </a:lnTo>
                  <a:lnTo>
                    <a:pt x="46" y="28"/>
                  </a:lnTo>
                  <a:lnTo>
                    <a:pt x="50" y="33"/>
                  </a:lnTo>
                  <a:lnTo>
                    <a:pt x="55" y="34"/>
                  </a:lnTo>
                  <a:lnTo>
                    <a:pt x="62" y="35"/>
                  </a:lnTo>
                  <a:lnTo>
                    <a:pt x="69" y="34"/>
                  </a:lnTo>
                  <a:lnTo>
                    <a:pt x="80" y="34"/>
                  </a:lnTo>
                  <a:lnTo>
                    <a:pt x="83" y="35"/>
                  </a:lnTo>
                  <a:lnTo>
                    <a:pt x="86" y="38"/>
                  </a:lnTo>
                  <a:lnTo>
                    <a:pt x="90" y="40"/>
                  </a:lnTo>
                  <a:lnTo>
                    <a:pt x="92" y="40"/>
                  </a:lnTo>
                  <a:lnTo>
                    <a:pt x="95" y="38"/>
                  </a:lnTo>
                  <a:lnTo>
                    <a:pt x="95" y="33"/>
                  </a:lnTo>
                  <a:lnTo>
                    <a:pt x="93" y="26"/>
                  </a:lnTo>
                  <a:lnTo>
                    <a:pt x="91" y="20"/>
                  </a:lnTo>
                  <a:lnTo>
                    <a:pt x="107" y="22"/>
                  </a:lnTo>
                  <a:lnTo>
                    <a:pt x="119" y="24"/>
                  </a:lnTo>
                  <a:lnTo>
                    <a:pt x="128" y="29"/>
                  </a:lnTo>
                  <a:lnTo>
                    <a:pt x="132" y="33"/>
                  </a:lnTo>
                  <a:lnTo>
                    <a:pt x="131" y="39"/>
                  </a:lnTo>
                  <a:lnTo>
                    <a:pt x="129" y="44"/>
                  </a:lnTo>
                  <a:lnTo>
                    <a:pt x="126" y="50"/>
                  </a:lnTo>
                  <a:lnTo>
                    <a:pt x="125" y="54"/>
                  </a:lnTo>
                  <a:lnTo>
                    <a:pt x="128" y="58"/>
                  </a:lnTo>
                  <a:lnTo>
                    <a:pt x="134" y="63"/>
                  </a:lnTo>
                  <a:lnTo>
                    <a:pt x="142" y="67"/>
                  </a:lnTo>
                  <a:lnTo>
                    <a:pt x="149" y="72"/>
                  </a:lnTo>
                  <a:lnTo>
                    <a:pt x="153" y="77"/>
                  </a:lnTo>
                  <a:lnTo>
                    <a:pt x="154" y="84"/>
                  </a:lnTo>
                  <a:lnTo>
                    <a:pt x="156" y="90"/>
                  </a:lnTo>
                  <a:lnTo>
                    <a:pt x="159" y="95"/>
                  </a:lnTo>
                  <a:lnTo>
                    <a:pt x="165" y="100"/>
                  </a:lnTo>
                  <a:lnTo>
                    <a:pt x="172" y="104"/>
                  </a:lnTo>
                  <a:lnTo>
                    <a:pt x="180" y="109"/>
                  </a:lnTo>
                  <a:lnTo>
                    <a:pt x="181" y="119"/>
                  </a:lnTo>
                  <a:lnTo>
                    <a:pt x="184" y="129"/>
                  </a:lnTo>
                  <a:lnTo>
                    <a:pt x="185" y="133"/>
                  </a:lnTo>
                  <a:lnTo>
                    <a:pt x="186" y="135"/>
                  </a:lnTo>
                  <a:lnTo>
                    <a:pt x="189" y="138"/>
                  </a:lnTo>
                  <a:lnTo>
                    <a:pt x="185" y="139"/>
                  </a:lnTo>
                  <a:lnTo>
                    <a:pt x="183" y="139"/>
                  </a:lnTo>
                  <a:lnTo>
                    <a:pt x="180" y="138"/>
                  </a:lnTo>
                  <a:lnTo>
                    <a:pt x="178" y="137"/>
                  </a:lnTo>
                  <a:lnTo>
                    <a:pt x="176" y="135"/>
                  </a:lnTo>
                  <a:lnTo>
                    <a:pt x="170" y="135"/>
                  </a:lnTo>
                  <a:lnTo>
                    <a:pt x="168" y="137"/>
                  </a:lnTo>
                  <a:lnTo>
                    <a:pt x="166" y="140"/>
                  </a:lnTo>
                  <a:lnTo>
                    <a:pt x="165" y="145"/>
                  </a:lnTo>
                  <a:lnTo>
                    <a:pt x="166" y="151"/>
                  </a:lnTo>
                  <a:lnTo>
                    <a:pt x="164" y="157"/>
                  </a:lnTo>
                  <a:lnTo>
                    <a:pt x="161" y="158"/>
                  </a:lnTo>
                  <a:lnTo>
                    <a:pt x="157" y="156"/>
                  </a:lnTo>
                  <a:lnTo>
                    <a:pt x="152" y="153"/>
                  </a:lnTo>
                  <a:lnTo>
                    <a:pt x="147" y="149"/>
                  </a:lnTo>
                  <a:lnTo>
                    <a:pt x="142" y="146"/>
                  </a:lnTo>
                  <a:lnTo>
                    <a:pt x="139" y="144"/>
                  </a:lnTo>
                  <a:lnTo>
                    <a:pt x="137" y="144"/>
                  </a:lnTo>
                  <a:lnTo>
                    <a:pt x="135" y="145"/>
                  </a:lnTo>
                  <a:lnTo>
                    <a:pt x="134" y="147"/>
                  </a:lnTo>
                  <a:lnTo>
                    <a:pt x="132" y="150"/>
                  </a:lnTo>
                  <a:lnTo>
                    <a:pt x="126" y="147"/>
                  </a:lnTo>
                  <a:lnTo>
                    <a:pt x="117" y="143"/>
                  </a:lnTo>
                  <a:lnTo>
                    <a:pt x="106" y="139"/>
                  </a:lnTo>
                  <a:lnTo>
                    <a:pt x="94" y="134"/>
                  </a:lnTo>
                  <a:lnTo>
                    <a:pt x="83" y="128"/>
                  </a:lnTo>
                  <a:lnTo>
                    <a:pt x="76" y="124"/>
                  </a:lnTo>
                  <a:lnTo>
                    <a:pt x="69" y="117"/>
                  </a:lnTo>
                  <a:lnTo>
                    <a:pt x="64" y="109"/>
                  </a:lnTo>
                  <a:lnTo>
                    <a:pt x="58" y="104"/>
                  </a:lnTo>
                  <a:lnTo>
                    <a:pt x="54" y="102"/>
                  </a:lnTo>
                  <a:lnTo>
                    <a:pt x="47" y="104"/>
                  </a:lnTo>
                  <a:lnTo>
                    <a:pt x="43" y="106"/>
                  </a:lnTo>
                  <a:lnTo>
                    <a:pt x="38" y="106"/>
                  </a:lnTo>
                  <a:lnTo>
                    <a:pt x="31" y="105"/>
                  </a:lnTo>
                  <a:lnTo>
                    <a:pt x="15" y="100"/>
                  </a:lnTo>
                  <a:lnTo>
                    <a:pt x="7" y="98"/>
                  </a:lnTo>
                  <a:lnTo>
                    <a:pt x="3" y="96"/>
                  </a:lnTo>
                  <a:lnTo>
                    <a:pt x="2" y="96"/>
                  </a:lnTo>
                  <a:lnTo>
                    <a:pt x="1" y="97"/>
                  </a:lnTo>
                  <a:lnTo>
                    <a:pt x="0" y="88"/>
                  </a:lnTo>
                  <a:lnTo>
                    <a:pt x="0" y="81"/>
                  </a:lnTo>
                  <a:lnTo>
                    <a:pt x="1" y="75"/>
                  </a:lnTo>
                  <a:lnTo>
                    <a:pt x="5" y="74"/>
                  </a:lnTo>
                  <a:lnTo>
                    <a:pt x="11" y="74"/>
                  </a:lnTo>
                  <a:lnTo>
                    <a:pt x="18" y="75"/>
                  </a:lnTo>
                  <a:lnTo>
                    <a:pt x="26" y="76"/>
                  </a:lnTo>
                  <a:lnTo>
                    <a:pt x="32" y="75"/>
                  </a:lnTo>
                  <a:lnTo>
                    <a:pt x="37" y="74"/>
                  </a:lnTo>
                  <a:lnTo>
                    <a:pt x="42" y="69"/>
                  </a:lnTo>
                  <a:lnTo>
                    <a:pt x="46" y="65"/>
                  </a:lnTo>
                  <a:lnTo>
                    <a:pt x="49" y="60"/>
                  </a:lnTo>
                  <a:lnTo>
                    <a:pt x="48" y="56"/>
                  </a:lnTo>
                  <a:lnTo>
                    <a:pt x="44" y="52"/>
                  </a:lnTo>
                  <a:lnTo>
                    <a:pt x="38" y="47"/>
                  </a:lnTo>
                  <a:lnTo>
                    <a:pt x="30" y="41"/>
                  </a:lnTo>
                  <a:lnTo>
                    <a:pt x="22" y="33"/>
                  </a:lnTo>
                  <a:lnTo>
                    <a:pt x="15" y="27"/>
                  </a:lnTo>
                  <a:lnTo>
                    <a:pt x="9" y="21"/>
                  </a:lnTo>
                  <a:lnTo>
                    <a:pt x="7" y="16"/>
                  </a:lnTo>
                  <a:lnTo>
                    <a:pt x="8" y="7"/>
                  </a:lnTo>
                  <a:lnTo>
                    <a:pt x="10"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1" name="Freeform 86"/>
            <p:cNvSpPr>
              <a:spLocks/>
            </p:cNvSpPr>
            <p:nvPr/>
          </p:nvSpPr>
          <p:spPr bwMode="auto">
            <a:xfrm>
              <a:off x="4067176" y="3705225"/>
              <a:ext cx="119063" cy="80963"/>
            </a:xfrm>
            <a:custGeom>
              <a:avLst/>
              <a:gdLst/>
              <a:ahLst/>
              <a:cxnLst>
                <a:cxn ang="0">
                  <a:pos x="17" y="0"/>
                </a:cxn>
                <a:cxn ang="0">
                  <a:pos x="24" y="1"/>
                </a:cxn>
                <a:cxn ang="0">
                  <a:pos x="34" y="2"/>
                </a:cxn>
                <a:cxn ang="0">
                  <a:pos x="45" y="2"/>
                </a:cxn>
                <a:cxn ang="0">
                  <a:pos x="58" y="2"/>
                </a:cxn>
                <a:cxn ang="0">
                  <a:pos x="59" y="2"/>
                </a:cxn>
                <a:cxn ang="0">
                  <a:pos x="59" y="3"/>
                </a:cxn>
                <a:cxn ang="0">
                  <a:pos x="57" y="3"/>
                </a:cxn>
                <a:cxn ang="0">
                  <a:pos x="56" y="4"/>
                </a:cxn>
                <a:cxn ang="0">
                  <a:pos x="55" y="4"/>
                </a:cxn>
                <a:cxn ang="0">
                  <a:pos x="54" y="5"/>
                </a:cxn>
                <a:cxn ang="0">
                  <a:pos x="54" y="8"/>
                </a:cxn>
                <a:cxn ang="0">
                  <a:pos x="53" y="10"/>
                </a:cxn>
                <a:cxn ang="0">
                  <a:pos x="53" y="11"/>
                </a:cxn>
                <a:cxn ang="0">
                  <a:pos x="52" y="12"/>
                </a:cxn>
                <a:cxn ang="0">
                  <a:pos x="52" y="13"/>
                </a:cxn>
                <a:cxn ang="0">
                  <a:pos x="51" y="13"/>
                </a:cxn>
                <a:cxn ang="0">
                  <a:pos x="50" y="14"/>
                </a:cxn>
                <a:cxn ang="0">
                  <a:pos x="49" y="17"/>
                </a:cxn>
                <a:cxn ang="0">
                  <a:pos x="49" y="19"/>
                </a:cxn>
                <a:cxn ang="0">
                  <a:pos x="51" y="24"/>
                </a:cxn>
                <a:cxn ang="0">
                  <a:pos x="53" y="26"/>
                </a:cxn>
                <a:cxn ang="0">
                  <a:pos x="57" y="28"/>
                </a:cxn>
                <a:cxn ang="0">
                  <a:pos x="59" y="30"/>
                </a:cxn>
                <a:cxn ang="0">
                  <a:pos x="62" y="32"/>
                </a:cxn>
                <a:cxn ang="0">
                  <a:pos x="64" y="34"/>
                </a:cxn>
                <a:cxn ang="0">
                  <a:pos x="65" y="36"/>
                </a:cxn>
                <a:cxn ang="0">
                  <a:pos x="66" y="38"/>
                </a:cxn>
                <a:cxn ang="0">
                  <a:pos x="67" y="39"/>
                </a:cxn>
                <a:cxn ang="0">
                  <a:pos x="72" y="42"/>
                </a:cxn>
                <a:cxn ang="0">
                  <a:pos x="73" y="42"/>
                </a:cxn>
                <a:cxn ang="0">
                  <a:pos x="74" y="43"/>
                </a:cxn>
                <a:cxn ang="0">
                  <a:pos x="74" y="45"/>
                </a:cxn>
                <a:cxn ang="0">
                  <a:pos x="75" y="45"/>
                </a:cxn>
                <a:cxn ang="0">
                  <a:pos x="61" y="47"/>
                </a:cxn>
                <a:cxn ang="0">
                  <a:pos x="50" y="49"/>
                </a:cxn>
                <a:cxn ang="0">
                  <a:pos x="39" y="51"/>
                </a:cxn>
                <a:cxn ang="0">
                  <a:pos x="32" y="51"/>
                </a:cxn>
                <a:cxn ang="0">
                  <a:pos x="28" y="49"/>
                </a:cxn>
                <a:cxn ang="0">
                  <a:pos x="26" y="45"/>
                </a:cxn>
                <a:cxn ang="0">
                  <a:pos x="25" y="40"/>
                </a:cxn>
                <a:cxn ang="0">
                  <a:pos x="25" y="34"/>
                </a:cxn>
                <a:cxn ang="0">
                  <a:pos x="25" y="28"/>
                </a:cxn>
                <a:cxn ang="0">
                  <a:pos x="24" y="25"/>
                </a:cxn>
                <a:cxn ang="0">
                  <a:pos x="22" y="23"/>
                </a:cxn>
                <a:cxn ang="0">
                  <a:pos x="21" y="23"/>
                </a:cxn>
                <a:cxn ang="0">
                  <a:pos x="17" y="25"/>
                </a:cxn>
                <a:cxn ang="0">
                  <a:pos x="16" y="27"/>
                </a:cxn>
                <a:cxn ang="0">
                  <a:pos x="14" y="28"/>
                </a:cxn>
                <a:cxn ang="0">
                  <a:pos x="12" y="29"/>
                </a:cxn>
                <a:cxn ang="0">
                  <a:pos x="10" y="30"/>
                </a:cxn>
                <a:cxn ang="0">
                  <a:pos x="8" y="31"/>
                </a:cxn>
                <a:cxn ang="0">
                  <a:pos x="2" y="31"/>
                </a:cxn>
                <a:cxn ang="0">
                  <a:pos x="0" y="30"/>
                </a:cxn>
                <a:cxn ang="0">
                  <a:pos x="3" y="22"/>
                </a:cxn>
                <a:cxn ang="0">
                  <a:pos x="7" y="15"/>
                </a:cxn>
                <a:cxn ang="0">
                  <a:pos x="9" y="8"/>
                </a:cxn>
                <a:cxn ang="0">
                  <a:pos x="12" y="3"/>
                </a:cxn>
                <a:cxn ang="0">
                  <a:pos x="13" y="1"/>
                </a:cxn>
                <a:cxn ang="0">
                  <a:pos x="17" y="0"/>
                </a:cxn>
              </a:cxnLst>
              <a:rect l="0" t="0" r="r" b="b"/>
              <a:pathLst>
                <a:path w="75" h="51">
                  <a:moveTo>
                    <a:pt x="17" y="0"/>
                  </a:moveTo>
                  <a:lnTo>
                    <a:pt x="24" y="1"/>
                  </a:lnTo>
                  <a:lnTo>
                    <a:pt x="34" y="2"/>
                  </a:lnTo>
                  <a:lnTo>
                    <a:pt x="45" y="2"/>
                  </a:lnTo>
                  <a:lnTo>
                    <a:pt x="58" y="2"/>
                  </a:lnTo>
                  <a:lnTo>
                    <a:pt x="59" y="2"/>
                  </a:lnTo>
                  <a:lnTo>
                    <a:pt x="59" y="3"/>
                  </a:lnTo>
                  <a:lnTo>
                    <a:pt x="57" y="3"/>
                  </a:lnTo>
                  <a:lnTo>
                    <a:pt x="56" y="4"/>
                  </a:lnTo>
                  <a:lnTo>
                    <a:pt x="55" y="4"/>
                  </a:lnTo>
                  <a:lnTo>
                    <a:pt x="54" y="5"/>
                  </a:lnTo>
                  <a:lnTo>
                    <a:pt x="54" y="8"/>
                  </a:lnTo>
                  <a:lnTo>
                    <a:pt x="53" y="10"/>
                  </a:lnTo>
                  <a:lnTo>
                    <a:pt x="53" y="11"/>
                  </a:lnTo>
                  <a:lnTo>
                    <a:pt x="52" y="12"/>
                  </a:lnTo>
                  <a:lnTo>
                    <a:pt x="52" y="13"/>
                  </a:lnTo>
                  <a:lnTo>
                    <a:pt x="51" y="13"/>
                  </a:lnTo>
                  <a:lnTo>
                    <a:pt x="50" y="14"/>
                  </a:lnTo>
                  <a:lnTo>
                    <a:pt x="49" y="17"/>
                  </a:lnTo>
                  <a:lnTo>
                    <a:pt x="49" y="19"/>
                  </a:lnTo>
                  <a:lnTo>
                    <a:pt x="51" y="24"/>
                  </a:lnTo>
                  <a:lnTo>
                    <a:pt x="53" y="26"/>
                  </a:lnTo>
                  <a:lnTo>
                    <a:pt x="57" y="28"/>
                  </a:lnTo>
                  <a:lnTo>
                    <a:pt x="59" y="30"/>
                  </a:lnTo>
                  <a:lnTo>
                    <a:pt x="62" y="32"/>
                  </a:lnTo>
                  <a:lnTo>
                    <a:pt x="64" y="34"/>
                  </a:lnTo>
                  <a:lnTo>
                    <a:pt x="65" y="36"/>
                  </a:lnTo>
                  <a:lnTo>
                    <a:pt x="66" y="38"/>
                  </a:lnTo>
                  <a:lnTo>
                    <a:pt x="67" y="39"/>
                  </a:lnTo>
                  <a:lnTo>
                    <a:pt x="72" y="42"/>
                  </a:lnTo>
                  <a:lnTo>
                    <a:pt x="73" y="42"/>
                  </a:lnTo>
                  <a:lnTo>
                    <a:pt x="74" y="43"/>
                  </a:lnTo>
                  <a:lnTo>
                    <a:pt x="74" y="45"/>
                  </a:lnTo>
                  <a:lnTo>
                    <a:pt x="75" y="45"/>
                  </a:lnTo>
                  <a:lnTo>
                    <a:pt x="61" y="47"/>
                  </a:lnTo>
                  <a:lnTo>
                    <a:pt x="50" y="49"/>
                  </a:lnTo>
                  <a:lnTo>
                    <a:pt x="39" y="51"/>
                  </a:lnTo>
                  <a:lnTo>
                    <a:pt x="32" y="51"/>
                  </a:lnTo>
                  <a:lnTo>
                    <a:pt x="28" y="49"/>
                  </a:lnTo>
                  <a:lnTo>
                    <a:pt x="26" y="45"/>
                  </a:lnTo>
                  <a:lnTo>
                    <a:pt x="25" y="40"/>
                  </a:lnTo>
                  <a:lnTo>
                    <a:pt x="25" y="34"/>
                  </a:lnTo>
                  <a:lnTo>
                    <a:pt x="25" y="28"/>
                  </a:lnTo>
                  <a:lnTo>
                    <a:pt x="24" y="25"/>
                  </a:lnTo>
                  <a:lnTo>
                    <a:pt x="22" y="23"/>
                  </a:lnTo>
                  <a:lnTo>
                    <a:pt x="21" y="23"/>
                  </a:lnTo>
                  <a:lnTo>
                    <a:pt x="17" y="25"/>
                  </a:lnTo>
                  <a:lnTo>
                    <a:pt x="16" y="27"/>
                  </a:lnTo>
                  <a:lnTo>
                    <a:pt x="14" y="28"/>
                  </a:lnTo>
                  <a:lnTo>
                    <a:pt x="12" y="29"/>
                  </a:lnTo>
                  <a:lnTo>
                    <a:pt x="10" y="30"/>
                  </a:lnTo>
                  <a:lnTo>
                    <a:pt x="8" y="31"/>
                  </a:lnTo>
                  <a:lnTo>
                    <a:pt x="2" y="31"/>
                  </a:lnTo>
                  <a:lnTo>
                    <a:pt x="0" y="30"/>
                  </a:lnTo>
                  <a:lnTo>
                    <a:pt x="3" y="22"/>
                  </a:lnTo>
                  <a:lnTo>
                    <a:pt x="7" y="15"/>
                  </a:lnTo>
                  <a:lnTo>
                    <a:pt x="9" y="8"/>
                  </a:lnTo>
                  <a:lnTo>
                    <a:pt x="12" y="3"/>
                  </a:lnTo>
                  <a:lnTo>
                    <a:pt x="13" y="1"/>
                  </a:lnTo>
                  <a:lnTo>
                    <a:pt x="1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2" name="Freeform 87"/>
            <p:cNvSpPr>
              <a:spLocks/>
            </p:cNvSpPr>
            <p:nvPr/>
          </p:nvSpPr>
          <p:spPr bwMode="auto">
            <a:xfrm>
              <a:off x="3816351" y="3544888"/>
              <a:ext cx="342900" cy="228600"/>
            </a:xfrm>
            <a:custGeom>
              <a:avLst/>
              <a:gdLst/>
              <a:ahLst/>
              <a:cxnLst>
                <a:cxn ang="0">
                  <a:pos x="73" y="4"/>
                </a:cxn>
                <a:cxn ang="0">
                  <a:pos x="87" y="14"/>
                </a:cxn>
                <a:cxn ang="0">
                  <a:pos x="102" y="25"/>
                </a:cxn>
                <a:cxn ang="0">
                  <a:pos x="91" y="23"/>
                </a:cxn>
                <a:cxn ang="0">
                  <a:pos x="73" y="15"/>
                </a:cxn>
                <a:cxn ang="0">
                  <a:pos x="75" y="19"/>
                </a:cxn>
                <a:cxn ang="0">
                  <a:pos x="81" y="23"/>
                </a:cxn>
                <a:cxn ang="0">
                  <a:pos x="90" y="27"/>
                </a:cxn>
                <a:cxn ang="0">
                  <a:pos x="106" y="32"/>
                </a:cxn>
                <a:cxn ang="0">
                  <a:pos x="110" y="38"/>
                </a:cxn>
                <a:cxn ang="0">
                  <a:pos x="115" y="44"/>
                </a:cxn>
                <a:cxn ang="0">
                  <a:pos x="143" y="67"/>
                </a:cxn>
                <a:cxn ang="0">
                  <a:pos x="138" y="70"/>
                </a:cxn>
                <a:cxn ang="0">
                  <a:pos x="140" y="74"/>
                </a:cxn>
                <a:cxn ang="0">
                  <a:pos x="142" y="78"/>
                </a:cxn>
                <a:cxn ang="0">
                  <a:pos x="153" y="87"/>
                </a:cxn>
                <a:cxn ang="0">
                  <a:pos x="159" y="88"/>
                </a:cxn>
                <a:cxn ang="0">
                  <a:pos x="164" y="86"/>
                </a:cxn>
                <a:cxn ang="0">
                  <a:pos x="166" y="80"/>
                </a:cxn>
                <a:cxn ang="0">
                  <a:pos x="175" y="78"/>
                </a:cxn>
                <a:cxn ang="0">
                  <a:pos x="181" y="80"/>
                </a:cxn>
                <a:cxn ang="0">
                  <a:pos x="185" y="77"/>
                </a:cxn>
                <a:cxn ang="0">
                  <a:pos x="187" y="78"/>
                </a:cxn>
                <a:cxn ang="0">
                  <a:pos x="192" y="89"/>
                </a:cxn>
                <a:cxn ang="0">
                  <a:pos x="193" y="95"/>
                </a:cxn>
                <a:cxn ang="0">
                  <a:pos x="206" y="99"/>
                </a:cxn>
                <a:cxn ang="0">
                  <a:pos x="213" y="101"/>
                </a:cxn>
                <a:cxn ang="0">
                  <a:pos x="203" y="103"/>
                </a:cxn>
                <a:cxn ang="0">
                  <a:pos x="175" y="101"/>
                </a:cxn>
                <a:cxn ang="0">
                  <a:pos x="167" y="109"/>
                </a:cxn>
                <a:cxn ang="0">
                  <a:pos x="158" y="131"/>
                </a:cxn>
                <a:cxn ang="0">
                  <a:pos x="149" y="129"/>
                </a:cxn>
                <a:cxn ang="0">
                  <a:pos x="134" y="140"/>
                </a:cxn>
                <a:cxn ang="0">
                  <a:pos x="127" y="139"/>
                </a:cxn>
                <a:cxn ang="0">
                  <a:pos x="116" y="126"/>
                </a:cxn>
                <a:cxn ang="0">
                  <a:pos x="104" y="136"/>
                </a:cxn>
                <a:cxn ang="0">
                  <a:pos x="81" y="137"/>
                </a:cxn>
                <a:cxn ang="0">
                  <a:pos x="79" y="134"/>
                </a:cxn>
                <a:cxn ang="0">
                  <a:pos x="72" y="134"/>
                </a:cxn>
                <a:cxn ang="0">
                  <a:pos x="64" y="136"/>
                </a:cxn>
                <a:cxn ang="0">
                  <a:pos x="60" y="138"/>
                </a:cxn>
                <a:cxn ang="0">
                  <a:pos x="56" y="141"/>
                </a:cxn>
                <a:cxn ang="0">
                  <a:pos x="46" y="127"/>
                </a:cxn>
                <a:cxn ang="0">
                  <a:pos x="32" y="117"/>
                </a:cxn>
                <a:cxn ang="0">
                  <a:pos x="22" y="113"/>
                </a:cxn>
                <a:cxn ang="0">
                  <a:pos x="20" y="109"/>
                </a:cxn>
                <a:cxn ang="0">
                  <a:pos x="17" y="98"/>
                </a:cxn>
                <a:cxn ang="0">
                  <a:pos x="13" y="94"/>
                </a:cxn>
                <a:cxn ang="0">
                  <a:pos x="9" y="92"/>
                </a:cxn>
                <a:cxn ang="0">
                  <a:pos x="1" y="83"/>
                </a:cxn>
                <a:cxn ang="0">
                  <a:pos x="21" y="58"/>
                </a:cxn>
                <a:cxn ang="0">
                  <a:pos x="13" y="46"/>
                </a:cxn>
                <a:cxn ang="0">
                  <a:pos x="9" y="35"/>
                </a:cxn>
                <a:cxn ang="0">
                  <a:pos x="29" y="31"/>
                </a:cxn>
                <a:cxn ang="0">
                  <a:pos x="51" y="23"/>
                </a:cxn>
                <a:cxn ang="0">
                  <a:pos x="68" y="0"/>
                </a:cxn>
              </a:cxnLst>
              <a:rect l="0" t="0" r="r" b="b"/>
              <a:pathLst>
                <a:path w="216" h="144">
                  <a:moveTo>
                    <a:pt x="68" y="0"/>
                  </a:moveTo>
                  <a:lnTo>
                    <a:pt x="72" y="3"/>
                  </a:lnTo>
                  <a:lnTo>
                    <a:pt x="73" y="4"/>
                  </a:lnTo>
                  <a:lnTo>
                    <a:pt x="74" y="5"/>
                  </a:lnTo>
                  <a:lnTo>
                    <a:pt x="80" y="10"/>
                  </a:lnTo>
                  <a:lnTo>
                    <a:pt x="87" y="14"/>
                  </a:lnTo>
                  <a:lnTo>
                    <a:pt x="93" y="19"/>
                  </a:lnTo>
                  <a:lnTo>
                    <a:pt x="98" y="22"/>
                  </a:lnTo>
                  <a:lnTo>
                    <a:pt x="102" y="25"/>
                  </a:lnTo>
                  <a:lnTo>
                    <a:pt x="101" y="26"/>
                  </a:lnTo>
                  <a:lnTo>
                    <a:pt x="97" y="25"/>
                  </a:lnTo>
                  <a:lnTo>
                    <a:pt x="91" y="23"/>
                  </a:lnTo>
                  <a:lnTo>
                    <a:pt x="87" y="20"/>
                  </a:lnTo>
                  <a:lnTo>
                    <a:pt x="79" y="16"/>
                  </a:lnTo>
                  <a:lnTo>
                    <a:pt x="73" y="15"/>
                  </a:lnTo>
                  <a:lnTo>
                    <a:pt x="73" y="16"/>
                  </a:lnTo>
                  <a:lnTo>
                    <a:pt x="73" y="18"/>
                  </a:lnTo>
                  <a:lnTo>
                    <a:pt x="75" y="19"/>
                  </a:lnTo>
                  <a:lnTo>
                    <a:pt x="77" y="20"/>
                  </a:lnTo>
                  <a:lnTo>
                    <a:pt x="80" y="21"/>
                  </a:lnTo>
                  <a:lnTo>
                    <a:pt x="81" y="23"/>
                  </a:lnTo>
                  <a:lnTo>
                    <a:pt x="83" y="24"/>
                  </a:lnTo>
                  <a:lnTo>
                    <a:pt x="84" y="25"/>
                  </a:lnTo>
                  <a:lnTo>
                    <a:pt x="90" y="27"/>
                  </a:lnTo>
                  <a:lnTo>
                    <a:pt x="98" y="29"/>
                  </a:lnTo>
                  <a:lnTo>
                    <a:pt x="104" y="31"/>
                  </a:lnTo>
                  <a:lnTo>
                    <a:pt x="106" y="32"/>
                  </a:lnTo>
                  <a:lnTo>
                    <a:pt x="107" y="34"/>
                  </a:lnTo>
                  <a:lnTo>
                    <a:pt x="108" y="36"/>
                  </a:lnTo>
                  <a:lnTo>
                    <a:pt x="110" y="38"/>
                  </a:lnTo>
                  <a:lnTo>
                    <a:pt x="111" y="40"/>
                  </a:lnTo>
                  <a:lnTo>
                    <a:pt x="114" y="43"/>
                  </a:lnTo>
                  <a:lnTo>
                    <a:pt x="115" y="44"/>
                  </a:lnTo>
                  <a:lnTo>
                    <a:pt x="122" y="44"/>
                  </a:lnTo>
                  <a:lnTo>
                    <a:pt x="143" y="65"/>
                  </a:lnTo>
                  <a:lnTo>
                    <a:pt x="143" y="67"/>
                  </a:lnTo>
                  <a:lnTo>
                    <a:pt x="141" y="69"/>
                  </a:lnTo>
                  <a:lnTo>
                    <a:pt x="140" y="69"/>
                  </a:lnTo>
                  <a:lnTo>
                    <a:pt x="138" y="70"/>
                  </a:lnTo>
                  <a:lnTo>
                    <a:pt x="138" y="71"/>
                  </a:lnTo>
                  <a:lnTo>
                    <a:pt x="139" y="72"/>
                  </a:lnTo>
                  <a:lnTo>
                    <a:pt x="140" y="74"/>
                  </a:lnTo>
                  <a:lnTo>
                    <a:pt x="141" y="75"/>
                  </a:lnTo>
                  <a:lnTo>
                    <a:pt x="141" y="77"/>
                  </a:lnTo>
                  <a:lnTo>
                    <a:pt x="142" y="78"/>
                  </a:lnTo>
                  <a:lnTo>
                    <a:pt x="143" y="79"/>
                  </a:lnTo>
                  <a:lnTo>
                    <a:pt x="148" y="84"/>
                  </a:lnTo>
                  <a:lnTo>
                    <a:pt x="153" y="87"/>
                  </a:lnTo>
                  <a:lnTo>
                    <a:pt x="156" y="88"/>
                  </a:lnTo>
                  <a:lnTo>
                    <a:pt x="158" y="89"/>
                  </a:lnTo>
                  <a:lnTo>
                    <a:pt x="159" y="88"/>
                  </a:lnTo>
                  <a:lnTo>
                    <a:pt x="161" y="88"/>
                  </a:lnTo>
                  <a:lnTo>
                    <a:pt x="163" y="87"/>
                  </a:lnTo>
                  <a:lnTo>
                    <a:pt x="164" y="86"/>
                  </a:lnTo>
                  <a:lnTo>
                    <a:pt x="165" y="85"/>
                  </a:lnTo>
                  <a:lnTo>
                    <a:pt x="166" y="82"/>
                  </a:lnTo>
                  <a:lnTo>
                    <a:pt x="166" y="80"/>
                  </a:lnTo>
                  <a:lnTo>
                    <a:pt x="167" y="78"/>
                  </a:lnTo>
                  <a:lnTo>
                    <a:pt x="170" y="75"/>
                  </a:lnTo>
                  <a:lnTo>
                    <a:pt x="175" y="78"/>
                  </a:lnTo>
                  <a:lnTo>
                    <a:pt x="177" y="79"/>
                  </a:lnTo>
                  <a:lnTo>
                    <a:pt x="179" y="80"/>
                  </a:lnTo>
                  <a:lnTo>
                    <a:pt x="181" y="80"/>
                  </a:lnTo>
                  <a:lnTo>
                    <a:pt x="183" y="79"/>
                  </a:lnTo>
                  <a:lnTo>
                    <a:pt x="183" y="78"/>
                  </a:lnTo>
                  <a:lnTo>
                    <a:pt x="185" y="77"/>
                  </a:lnTo>
                  <a:lnTo>
                    <a:pt x="186" y="76"/>
                  </a:lnTo>
                  <a:lnTo>
                    <a:pt x="187" y="77"/>
                  </a:lnTo>
                  <a:lnTo>
                    <a:pt x="187" y="78"/>
                  </a:lnTo>
                  <a:lnTo>
                    <a:pt x="189" y="84"/>
                  </a:lnTo>
                  <a:lnTo>
                    <a:pt x="191" y="86"/>
                  </a:lnTo>
                  <a:lnTo>
                    <a:pt x="192" y="89"/>
                  </a:lnTo>
                  <a:lnTo>
                    <a:pt x="192" y="91"/>
                  </a:lnTo>
                  <a:lnTo>
                    <a:pt x="193" y="94"/>
                  </a:lnTo>
                  <a:lnTo>
                    <a:pt x="193" y="95"/>
                  </a:lnTo>
                  <a:lnTo>
                    <a:pt x="194" y="97"/>
                  </a:lnTo>
                  <a:lnTo>
                    <a:pt x="198" y="99"/>
                  </a:lnTo>
                  <a:lnTo>
                    <a:pt x="206" y="99"/>
                  </a:lnTo>
                  <a:lnTo>
                    <a:pt x="209" y="100"/>
                  </a:lnTo>
                  <a:lnTo>
                    <a:pt x="211" y="100"/>
                  </a:lnTo>
                  <a:lnTo>
                    <a:pt x="213" y="101"/>
                  </a:lnTo>
                  <a:lnTo>
                    <a:pt x="214" y="101"/>
                  </a:lnTo>
                  <a:lnTo>
                    <a:pt x="216" y="103"/>
                  </a:lnTo>
                  <a:lnTo>
                    <a:pt x="203" y="103"/>
                  </a:lnTo>
                  <a:lnTo>
                    <a:pt x="192" y="103"/>
                  </a:lnTo>
                  <a:lnTo>
                    <a:pt x="182" y="102"/>
                  </a:lnTo>
                  <a:lnTo>
                    <a:pt x="175" y="101"/>
                  </a:lnTo>
                  <a:lnTo>
                    <a:pt x="171" y="102"/>
                  </a:lnTo>
                  <a:lnTo>
                    <a:pt x="170" y="104"/>
                  </a:lnTo>
                  <a:lnTo>
                    <a:pt x="167" y="109"/>
                  </a:lnTo>
                  <a:lnTo>
                    <a:pt x="165" y="116"/>
                  </a:lnTo>
                  <a:lnTo>
                    <a:pt x="161" y="123"/>
                  </a:lnTo>
                  <a:lnTo>
                    <a:pt x="158" y="131"/>
                  </a:lnTo>
                  <a:lnTo>
                    <a:pt x="152" y="129"/>
                  </a:lnTo>
                  <a:lnTo>
                    <a:pt x="150" y="129"/>
                  </a:lnTo>
                  <a:lnTo>
                    <a:pt x="149" y="129"/>
                  </a:lnTo>
                  <a:lnTo>
                    <a:pt x="144" y="130"/>
                  </a:lnTo>
                  <a:lnTo>
                    <a:pt x="139" y="135"/>
                  </a:lnTo>
                  <a:lnTo>
                    <a:pt x="134" y="140"/>
                  </a:lnTo>
                  <a:lnTo>
                    <a:pt x="132" y="144"/>
                  </a:lnTo>
                  <a:lnTo>
                    <a:pt x="130" y="144"/>
                  </a:lnTo>
                  <a:lnTo>
                    <a:pt x="127" y="139"/>
                  </a:lnTo>
                  <a:lnTo>
                    <a:pt x="124" y="134"/>
                  </a:lnTo>
                  <a:lnTo>
                    <a:pt x="120" y="128"/>
                  </a:lnTo>
                  <a:lnTo>
                    <a:pt x="116" y="126"/>
                  </a:lnTo>
                  <a:lnTo>
                    <a:pt x="113" y="128"/>
                  </a:lnTo>
                  <a:lnTo>
                    <a:pt x="108" y="132"/>
                  </a:lnTo>
                  <a:lnTo>
                    <a:pt x="104" y="136"/>
                  </a:lnTo>
                  <a:lnTo>
                    <a:pt x="99" y="137"/>
                  </a:lnTo>
                  <a:lnTo>
                    <a:pt x="91" y="137"/>
                  </a:lnTo>
                  <a:lnTo>
                    <a:pt x="81" y="137"/>
                  </a:lnTo>
                  <a:lnTo>
                    <a:pt x="81" y="135"/>
                  </a:lnTo>
                  <a:lnTo>
                    <a:pt x="80" y="134"/>
                  </a:lnTo>
                  <a:lnTo>
                    <a:pt x="79" y="134"/>
                  </a:lnTo>
                  <a:lnTo>
                    <a:pt x="77" y="133"/>
                  </a:lnTo>
                  <a:lnTo>
                    <a:pt x="74" y="133"/>
                  </a:lnTo>
                  <a:lnTo>
                    <a:pt x="72" y="134"/>
                  </a:lnTo>
                  <a:lnTo>
                    <a:pt x="70" y="135"/>
                  </a:lnTo>
                  <a:lnTo>
                    <a:pt x="65" y="135"/>
                  </a:lnTo>
                  <a:lnTo>
                    <a:pt x="64" y="136"/>
                  </a:lnTo>
                  <a:lnTo>
                    <a:pt x="62" y="136"/>
                  </a:lnTo>
                  <a:lnTo>
                    <a:pt x="61" y="137"/>
                  </a:lnTo>
                  <a:lnTo>
                    <a:pt x="60" y="138"/>
                  </a:lnTo>
                  <a:lnTo>
                    <a:pt x="59" y="139"/>
                  </a:lnTo>
                  <a:lnTo>
                    <a:pt x="58" y="141"/>
                  </a:lnTo>
                  <a:lnTo>
                    <a:pt x="56" y="141"/>
                  </a:lnTo>
                  <a:lnTo>
                    <a:pt x="54" y="138"/>
                  </a:lnTo>
                  <a:lnTo>
                    <a:pt x="50" y="133"/>
                  </a:lnTo>
                  <a:lnTo>
                    <a:pt x="46" y="127"/>
                  </a:lnTo>
                  <a:lnTo>
                    <a:pt x="41" y="121"/>
                  </a:lnTo>
                  <a:lnTo>
                    <a:pt x="38" y="118"/>
                  </a:lnTo>
                  <a:lnTo>
                    <a:pt x="32" y="117"/>
                  </a:lnTo>
                  <a:lnTo>
                    <a:pt x="27" y="117"/>
                  </a:lnTo>
                  <a:lnTo>
                    <a:pt x="23" y="115"/>
                  </a:lnTo>
                  <a:lnTo>
                    <a:pt x="22" y="113"/>
                  </a:lnTo>
                  <a:lnTo>
                    <a:pt x="21" y="112"/>
                  </a:lnTo>
                  <a:lnTo>
                    <a:pt x="21" y="111"/>
                  </a:lnTo>
                  <a:lnTo>
                    <a:pt x="20" y="109"/>
                  </a:lnTo>
                  <a:lnTo>
                    <a:pt x="20" y="103"/>
                  </a:lnTo>
                  <a:lnTo>
                    <a:pt x="19" y="101"/>
                  </a:lnTo>
                  <a:lnTo>
                    <a:pt x="17" y="98"/>
                  </a:lnTo>
                  <a:lnTo>
                    <a:pt x="14" y="96"/>
                  </a:lnTo>
                  <a:lnTo>
                    <a:pt x="13" y="95"/>
                  </a:lnTo>
                  <a:lnTo>
                    <a:pt x="13" y="94"/>
                  </a:lnTo>
                  <a:lnTo>
                    <a:pt x="12" y="93"/>
                  </a:lnTo>
                  <a:lnTo>
                    <a:pt x="11" y="93"/>
                  </a:lnTo>
                  <a:lnTo>
                    <a:pt x="9" y="92"/>
                  </a:lnTo>
                  <a:lnTo>
                    <a:pt x="3" y="92"/>
                  </a:lnTo>
                  <a:lnTo>
                    <a:pt x="0" y="93"/>
                  </a:lnTo>
                  <a:lnTo>
                    <a:pt x="1" y="83"/>
                  </a:lnTo>
                  <a:lnTo>
                    <a:pt x="2" y="78"/>
                  </a:lnTo>
                  <a:lnTo>
                    <a:pt x="4" y="75"/>
                  </a:lnTo>
                  <a:lnTo>
                    <a:pt x="21" y="58"/>
                  </a:lnTo>
                  <a:lnTo>
                    <a:pt x="22" y="55"/>
                  </a:lnTo>
                  <a:lnTo>
                    <a:pt x="21" y="53"/>
                  </a:lnTo>
                  <a:lnTo>
                    <a:pt x="13" y="46"/>
                  </a:lnTo>
                  <a:lnTo>
                    <a:pt x="10" y="42"/>
                  </a:lnTo>
                  <a:lnTo>
                    <a:pt x="8" y="38"/>
                  </a:lnTo>
                  <a:lnTo>
                    <a:pt x="9" y="35"/>
                  </a:lnTo>
                  <a:lnTo>
                    <a:pt x="13" y="33"/>
                  </a:lnTo>
                  <a:lnTo>
                    <a:pt x="21" y="32"/>
                  </a:lnTo>
                  <a:lnTo>
                    <a:pt x="29" y="31"/>
                  </a:lnTo>
                  <a:lnTo>
                    <a:pt x="38" y="29"/>
                  </a:lnTo>
                  <a:lnTo>
                    <a:pt x="46" y="27"/>
                  </a:lnTo>
                  <a:lnTo>
                    <a:pt x="51" y="23"/>
                  </a:lnTo>
                  <a:lnTo>
                    <a:pt x="55" y="17"/>
                  </a:lnTo>
                  <a:lnTo>
                    <a:pt x="61" y="9"/>
                  </a:lnTo>
                  <a:lnTo>
                    <a:pt x="6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3" name="Freeform 88"/>
            <p:cNvSpPr>
              <a:spLocks/>
            </p:cNvSpPr>
            <p:nvPr/>
          </p:nvSpPr>
          <p:spPr bwMode="auto">
            <a:xfrm>
              <a:off x="4194176" y="3951288"/>
              <a:ext cx="246063" cy="257175"/>
            </a:xfrm>
            <a:custGeom>
              <a:avLst/>
              <a:gdLst/>
              <a:ahLst/>
              <a:cxnLst>
                <a:cxn ang="0">
                  <a:pos x="99" y="0"/>
                </a:cxn>
                <a:cxn ang="0">
                  <a:pos x="102" y="2"/>
                </a:cxn>
                <a:cxn ang="0">
                  <a:pos x="104" y="9"/>
                </a:cxn>
                <a:cxn ang="0">
                  <a:pos x="113" y="19"/>
                </a:cxn>
                <a:cxn ang="0">
                  <a:pos x="112" y="24"/>
                </a:cxn>
                <a:cxn ang="0">
                  <a:pos x="114" y="29"/>
                </a:cxn>
                <a:cxn ang="0">
                  <a:pos x="118" y="33"/>
                </a:cxn>
                <a:cxn ang="0">
                  <a:pos x="123" y="36"/>
                </a:cxn>
                <a:cxn ang="0">
                  <a:pos x="121" y="38"/>
                </a:cxn>
                <a:cxn ang="0">
                  <a:pos x="116" y="46"/>
                </a:cxn>
                <a:cxn ang="0">
                  <a:pos x="118" y="60"/>
                </a:cxn>
                <a:cxn ang="0">
                  <a:pos x="120" y="74"/>
                </a:cxn>
                <a:cxn ang="0">
                  <a:pos x="132" y="105"/>
                </a:cxn>
                <a:cxn ang="0">
                  <a:pos x="134" y="115"/>
                </a:cxn>
                <a:cxn ang="0">
                  <a:pos x="137" y="120"/>
                </a:cxn>
                <a:cxn ang="0">
                  <a:pos x="145" y="129"/>
                </a:cxn>
                <a:cxn ang="0">
                  <a:pos x="155" y="144"/>
                </a:cxn>
                <a:cxn ang="0">
                  <a:pos x="154" y="148"/>
                </a:cxn>
                <a:cxn ang="0">
                  <a:pos x="134" y="151"/>
                </a:cxn>
                <a:cxn ang="0">
                  <a:pos x="117" y="150"/>
                </a:cxn>
                <a:cxn ang="0">
                  <a:pos x="100" y="152"/>
                </a:cxn>
                <a:cxn ang="0">
                  <a:pos x="90" y="157"/>
                </a:cxn>
                <a:cxn ang="0">
                  <a:pos x="77" y="162"/>
                </a:cxn>
                <a:cxn ang="0">
                  <a:pos x="67" y="161"/>
                </a:cxn>
                <a:cxn ang="0">
                  <a:pos x="61" y="141"/>
                </a:cxn>
                <a:cxn ang="0">
                  <a:pos x="57" y="126"/>
                </a:cxn>
                <a:cxn ang="0">
                  <a:pos x="47" y="121"/>
                </a:cxn>
                <a:cxn ang="0">
                  <a:pos x="34" y="118"/>
                </a:cxn>
                <a:cxn ang="0">
                  <a:pos x="22" y="97"/>
                </a:cxn>
                <a:cxn ang="0">
                  <a:pos x="14" y="87"/>
                </a:cxn>
                <a:cxn ang="0">
                  <a:pos x="2" y="78"/>
                </a:cxn>
                <a:cxn ang="0">
                  <a:pos x="5" y="74"/>
                </a:cxn>
                <a:cxn ang="0">
                  <a:pos x="7" y="67"/>
                </a:cxn>
                <a:cxn ang="0">
                  <a:pos x="1" y="57"/>
                </a:cxn>
                <a:cxn ang="0">
                  <a:pos x="0" y="47"/>
                </a:cxn>
                <a:cxn ang="0">
                  <a:pos x="6" y="37"/>
                </a:cxn>
                <a:cxn ang="0">
                  <a:pos x="20" y="25"/>
                </a:cxn>
                <a:cxn ang="0">
                  <a:pos x="30" y="24"/>
                </a:cxn>
                <a:cxn ang="0">
                  <a:pos x="47" y="19"/>
                </a:cxn>
                <a:cxn ang="0">
                  <a:pos x="58" y="15"/>
                </a:cxn>
                <a:cxn ang="0">
                  <a:pos x="72" y="10"/>
                </a:cxn>
                <a:cxn ang="0">
                  <a:pos x="89" y="7"/>
                </a:cxn>
                <a:cxn ang="0">
                  <a:pos x="90" y="9"/>
                </a:cxn>
                <a:cxn ang="0">
                  <a:pos x="89" y="11"/>
                </a:cxn>
                <a:cxn ang="0">
                  <a:pos x="93" y="21"/>
                </a:cxn>
                <a:cxn ang="0">
                  <a:pos x="94" y="15"/>
                </a:cxn>
                <a:cxn ang="0">
                  <a:pos x="96" y="16"/>
                </a:cxn>
                <a:cxn ang="0">
                  <a:pos x="98" y="17"/>
                </a:cxn>
                <a:cxn ang="0">
                  <a:pos x="99" y="16"/>
                </a:cxn>
                <a:cxn ang="0">
                  <a:pos x="95" y="9"/>
                </a:cxn>
                <a:cxn ang="0">
                  <a:pos x="94" y="5"/>
                </a:cxn>
                <a:cxn ang="0">
                  <a:pos x="98" y="0"/>
                </a:cxn>
              </a:cxnLst>
              <a:rect l="0" t="0" r="r" b="b"/>
              <a:pathLst>
                <a:path w="155" h="162">
                  <a:moveTo>
                    <a:pt x="98" y="0"/>
                  </a:moveTo>
                  <a:lnTo>
                    <a:pt x="99" y="0"/>
                  </a:lnTo>
                  <a:lnTo>
                    <a:pt x="101" y="1"/>
                  </a:lnTo>
                  <a:lnTo>
                    <a:pt x="102" y="2"/>
                  </a:lnTo>
                  <a:lnTo>
                    <a:pt x="104" y="6"/>
                  </a:lnTo>
                  <a:lnTo>
                    <a:pt x="104" y="9"/>
                  </a:lnTo>
                  <a:lnTo>
                    <a:pt x="112" y="17"/>
                  </a:lnTo>
                  <a:lnTo>
                    <a:pt x="113" y="19"/>
                  </a:lnTo>
                  <a:lnTo>
                    <a:pt x="113" y="22"/>
                  </a:lnTo>
                  <a:lnTo>
                    <a:pt x="112" y="24"/>
                  </a:lnTo>
                  <a:lnTo>
                    <a:pt x="112" y="25"/>
                  </a:lnTo>
                  <a:lnTo>
                    <a:pt x="114" y="29"/>
                  </a:lnTo>
                  <a:lnTo>
                    <a:pt x="115" y="31"/>
                  </a:lnTo>
                  <a:lnTo>
                    <a:pt x="118" y="33"/>
                  </a:lnTo>
                  <a:lnTo>
                    <a:pt x="122" y="34"/>
                  </a:lnTo>
                  <a:lnTo>
                    <a:pt x="123" y="36"/>
                  </a:lnTo>
                  <a:lnTo>
                    <a:pt x="123" y="37"/>
                  </a:lnTo>
                  <a:lnTo>
                    <a:pt x="121" y="38"/>
                  </a:lnTo>
                  <a:lnTo>
                    <a:pt x="118" y="41"/>
                  </a:lnTo>
                  <a:lnTo>
                    <a:pt x="116" y="46"/>
                  </a:lnTo>
                  <a:lnTo>
                    <a:pt x="116" y="54"/>
                  </a:lnTo>
                  <a:lnTo>
                    <a:pt x="118" y="60"/>
                  </a:lnTo>
                  <a:lnTo>
                    <a:pt x="119" y="67"/>
                  </a:lnTo>
                  <a:lnTo>
                    <a:pt x="120" y="74"/>
                  </a:lnTo>
                  <a:lnTo>
                    <a:pt x="121" y="82"/>
                  </a:lnTo>
                  <a:lnTo>
                    <a:pt x="132" y="105"/>
                  </a:lnTo>
                  <a:lnTo>
                    <a:pt x="133" y="111"/>
                  </a:lnTo>
                  <a:lnTo>
                    <a:pt x="134" y="115"/>
                  </a:lnTo>
                  <a:lnTo>
                    <a:pt x="135" y="118"/>
                  </a:lnTo>
                  <a:lnTo>
                    <a:pt x="137" y="120"/>
                  </a:lnTo>
                  <a:lnTo>
                    <a:pt x="141" y="125"/>
                  </a:lnTo>
                  <a:lnTo>
                    <a:pt x="145" y="129"/>
                  </a:lnTo>
                  <a:lnTo>
                    <a:pt x="154" y="142"/>
                  </a:lnTo>
                  <a:lnTo>
                    <a:pt x="155" y="144"/>
                  </a:lnTo>
                  <a:lnTo>
                    <a:pt x="155" y="146"/>
                  </a:lnTo>
                  <a:lnTo>
                    <a:pt x="154" y="148"/>
                  </a:lnTo>
                  <a:lnTo>
                    <a:pt x="143" y="150"/>
                  </a:lnTo>
                  <a:lnTo>
                    <a:pt x="134" y="151"/>
                  </a:lnTo>
                  <a:lnTo>
                    <a:pt x="126" y="151"/>
                  </a:lnTo>
                  <a:lnTo>
                    <a:pt x="117" y="150"/>
                  </a:lnTo>
                  <a:lnTo>
                    <a:pt x="108" y="151"/>
                  </a:lnTo>
                  <a:lnTo>
                    <a:pt x="100" y="152"/>
                  </a:lnTo>
                  <a:lnTo>
                    <a:pt x="95" y="154"/>
                  </a:lnTo>
                  <a:lnTo>
                    <a:pt x="90" y="157"/>
                  </a:lnTo>
                  <a:lnTo>
                    <a:pt x="84" y="160"/>
                  </a:lnTo>
                  <a:lnTo>
                    <a:pt x="77" y="162"/>
                  </a:lnTo>
                  <a:lnTo>
                    <a:pt x="71" y="162"/>
                  </a:lnTo>
                  <a:lnTo>
                    <a:pt x="67" y="161"/>
                  </a:lnTo>
                  <a:lnTo>
                    <a:pt x="63" y="160"/>
                  </a:lnTo>
                  <a:lnTo>
                    <a:pt x="61" y="141"/>
                  </a:lnTo>
                  <a:lnTo>
                    <a:pt x="59" y="132"/>
                  </a:lnTo>
                  <a:lnTo>
                    <a:pt x="57" y="126"/>
                  </a:lnTo>
                  <a:lnTo>
                    <a:pt x="54" y="122"/>
                  </a:lnTo>
                  <a:lnTo>
                    <a:pt x="47" y="121"/>
                  </a:lnTo>
                  <a:lnTo>
                    <a:pt x="40" y="120"/>
                  </a:lnTo>
                  <a:lnTo>
                    <a:pt x="34" y="118"/>
                  </a:lnTo>
                  <a:lnTo>
                    <a:pt x="30" y="113"/>
                  </a:lnTo>
                  <a:lnTo>
                    <a:pt x="22" y="97"/>
                  </a:lnTo>
                  <a:lnTo>
                    <a:pt x="19" y="91"/>
                  </a:lnTo>
                  <a:lnTo>
                    <a:pt x="14" y="87"/>
                  </a:lnTo>
                  <a:lnTo>
                    <a:pt x="9" y="84"/>
                  </a:lnTo>
                  <a:lnTo>
                    <a:pt x="2" y="78"/>
                  </a:lnTo>
                  <a:lnTo>
                    <a:pt x="2" y="77"/>
                  </a:lnTo>
                  <a:lnTo>
                    <a:pt x="5" y="74"/>
                  </a:lnTo>
                  <a:lnTo>
                    <a:pt x="7" y="68"/>
                  </a:lnTo>
                  <a:lnTo>
                    <a:pt x="7" y="67"/>
                  </a:lnTo>
                  <a:lnTo>
                    <a:pt x="6" y="64"/>
                  </a:lnTo>
                  <a:lnTo>
                    <a:pt x="1" y="57"/>
                  </a:lnTo>
                  <a:lnTo>
                    <a:pt x="0" y="52"/>
                  </a:lnTo>
                  <a:lnTo>
                    <a:pt x="0" y="47"/>
                  </a:lnTo>
                  <a:lnTo>
                    <a:pt x="3" y="42"/>
                  </a:lnTo>
                  <a:lnTo>
                    <a:pt x="6" y="37"/>
                  </a:lnTo>
                  <a:lnTo>
                    <a:pt x="16" y="27"/>
                  </a:lnTo>
                  <a:lnTo>
                    <a:pt x="20" y="25"/>
                  </a:lnTo>
                  <a:lnTo>
                    <a:pt x="24" y="25"/>
                  </a:lnTo>
                  <a:lnTo>
                    <a:pt x="30" y="24"/>
                  </a:lnTo>
                  <a:lnTo>
                    <a:pt x="39" y="22"/>
                  </a:lnTo>
                  <a:lnTo>
                    <a:pt x="47" y="19"/>
                  </a:lnTo>
                  <a:lnTo>
                    <a:pt x="55" y="17"/>
                  </a:lnTo>
                  <a:lnTo>
                    <a:pt x="58" y="15"/>
                  </a:lnTo>
                  <a:lnTo>
                    <a:pt x="64" y="13"/>
                  </a:lnTo>
                  <a:lnTo>
                    <a:pt x="72" y="10"/>
                  </a:lnTo>
                  <a:lnTo>
                    <a:pt x="81" y="8"/>
                  </a:lnTo>
                  <a:lnTo>
                    <a:pt x="89" y="7"/>
                  </a:lnTo>
                  <a:lnTo>
                    <a:pt x="90" y="8"/>
                  </a:lnTo>
                  <a:lnTo>
                    <a:pt x="90" y="9"/>
                  </a:lnTo>
                  <a:lnTo>
                    <a:pt x="89" y="9"/>
                  </a:lnTo>
                  <a:lnTo>
                    <a:pt x="89" y="11"/>
                  </a:lnTo>
                  <a:lnTo>
                    <a:pt x="92" y="19"/>
                  </a:lnTo>
                  <a:lnTo>
                    <a:pt x="93" y="21"/>
                  </a:lnTo>
                  <a:lnTo>
                    <a:pt x="94" y="21"/>
                  </a:lnTo>
                  <a:lnTo>
                    <a:pt x="94" y="15"/>
                  </a:lnTo>
                  <a:lnTo>
                    <a:pt x="95" y="16"/>
                  </a:lnTo>
                  <a:lnTo>
                    <a:pt x="96" y="16"/>
                  </a:lnTo>
                  <a:lnTo>
                    <a:pt x="98" y="16"/>
                  </a:lnTo>
                  <a:lnTo>
                    <a:pt x="98" y="17"/>
                  </a:lnTo>
                  <a:lnTo>
                    <a:pt x="99" y="17"/>
                  </a:lnTo>
                  <a:lnTo>
                    <a:pt x="99" y="16"/>
                  </a:lnTo>
                  <a:lnTo>
                    <a:pt x="98" y="15"/>
                  </a:lnTo>
                  <a:lnTo>
                    <a:pt x="95" y="9"/>
                  </a:lnTo>
                  <a:lnTo>
                    <a:pt x="94" y="7"/>
                  </a:lnTo>
                  <a:lnTo>
                    <a:pt x="94" y="5"/>
                  </a:lnTo>
                  <a:lnTo>
                    <a:pt x="96" y="1"/>
                  </a:lnTo>
                  <a:lnTo>
                    <a:pt x="9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4" name="Freeform 89"/>
            <p:cNvSpPr>
              <a:spLocks/>
            </p:cNvSpPr>
            <p:nvPr/>
          </p:nvSpPr>
          <p:spPr bwMode="auto">
            <a:xfrm>
              <a:off x="3911601" y="3965575"/>
              <a:ext cx="382588" cy="457200"/>
            </a:xfrm>
            <a:custGeom>
              <a:avLst/>
              <a:gdLst/>
              <a:ahLst/>
              <a:cxnLst>
                <a:cxn ang="0">
                  <a:pos x="60" y="3"/>
                </a:cxn>
                <a:cxn ang="0">
                  <a:pos x="77" y="19"/>
                </a:cxn>
                <a:cxn ang="0">
                  <a:pos x="97" y="35"/>
                </a:cxn>
                <a:cxn ang="0">
                  <a:pos x="112" y="35"/>
                </a:cxn>
                <a:cxn ang="0">
                  <a:pos x="128" y="44"/>
                </a:cxn>
                <a:cxn ang="0">
                  <a:pos x="135" y="57"/>
                </a:cxn>
                <a:cxn ang="0">
                  <a:pos x="140" y="76"/>
                </a:cxn>
                <a:cxn ang="0">
                  <a:pos x="153" y="85"/>
                </a:cxn>
                <a:cxn ang="0">
                  <a:pos x="160" y="79"/>
                </a:cxn>
                <a:cxn ang="0">
                  <a:pos x="164" y="65"/>
                </a:cxn>
                <a:cxn ang="0">
                  <a:pos x="180" y="69"/>
                </a:cxn>
                <a:cxn ang="0">
                  <a:pos x="197" y="82"/>
                </a:cxn>
                <a:cxn ang="0">
                  <a:pos x="212" y="109"/>
                </a:cxn>
                <a:cxn ang="0">
                  <a:pos x="232" y="113"/>
                </a:cxn>
                <a:cxn ang="0">
                  <a:pos x="239" y="132"/>
                </a:cxn>
                <a:cxn ang="0">
                  <a:pos x="218" y="153"/>
                </a:cxn>
                <a:cxn ang="0">
                  <a:pos x="205" y="151"/>
                </a:cxn>
                <a:cxn ang="0">
                  <a:pos x="203" y="153"/>
                </a:cxn>
                <a:cxn ang="0">
                  <a:pos x="206" y="160"/>
                </a:cxn>
                <a:cxn ang="0">
                  <a:pos x="203" y="176"/>
                </a:cxn>
                <a:cxn ang="0">
                  <a:pos x="185" y="195"/>
                </a:cxn>
                <a:cxn ang="0">
                  <a:pos x="157" y="210"/>
                </a:cxn>
                <a:cxn ang="0">
                  <a:pos x="111" y="225"/>
                </a:cxn>
                <a:cxn ang="0">
                  <a:pos x="77" y="236"/>
                </a:cxn>
                <a:cxn ang="0">
                  <a:pos x="60" y="255"/>
                </a:cxn>
                <a:cxn ang="0">
                  <a:pos x="47" y="270"/>
                </a:cxn>
                <a:cxn ang="0">
                  <a:pos x="21" y="286"/>
                </a:cxn>
                <a:cxn ang="0">
                  <a:pos x="19" y="280"/>
                </a:cxn>
                <a:cxn ang="0">
                  <a:pos x="8" y="281"/>
                </a:cxn>
                <a:cxn ang="0">
                  <a:pos x="5" y="263"/>
                </a:cxn>
                <a:cxn ang="0">
                  <a:pos x="1" y="254"/>
                </a:cxn>
                <a:cxn ang="0">
                  <a:pos x="7" y="238"/>
                </a:cxn>
                <a:cxn ang="0">
                  <a:pos x="8" y="219"/>
                </a:cxn>
                <a:cxn ang="0">
                  <a:pos x="6" y="208"/>
                </a:cxn>
                <a:cxn ang="0">
                  <a:pos x="15" y="194"/>
                </a:cxn>
                <a:cxn ang="0">
                  <a:pos x="20" y="195"/>
                </a:cxn>
                <a:cxn ang="0">
                  <a:pos x="23" y="199"/>
                </a:cxn>
                <a:cxn ang="0">
                  <a:pos x="28" y="195"/>
                </a:cxn>
                <a:cxn ang="0">
                  <a:pos x="38" y="169"/>
                </a:cxn>
                <a:cxn ang="0">
                  <a:pos x="38" y="156"/>
                </a:cxn>
                <a:cxn ang="0">
                  <a:pos x="41" y="149"/>
                </a:cxn>
                <a:cxn ang="0">
                  <a:pos x="36" y="134"/>
                </a:cxn>
                <a:cxn ang="0">
                  <a:pos x="34" y="126"/>
                </a:cxn>
                <a:cxn ang="0">
                  <a:pos x="30" y="125"/>
                </a:cxn>
                <a:cxn ang="0">
                  <a:pos x="30" y="121"/>
                </a:cxn>
                <a:cxn ang="0">
                  <a:pos x="41" y="114"/>
                </a:cxn>
                <a:cxn ang="0">
                  <a:pos x="47" y="104"/>
                </a:cxn>
                <a:cxn ang="0">
                  <a:pos x="33" y="93"/>
                </a:cxn>
                <a:cxn ang="0">
                  <a:pos x="27" y="92"/>
                </a:cxn>
                <a:cxn ang="0">
                  <a:pos x="24" y="80"/>
                </a:cxn>
                <a:cxn ang="0">
                  <a:pos x="30" y="75"/>
                </a:cxn>
                <a:cxn ang="0">
                  <a:pos x="45" y="73"/>
                </a:cxn>
                <a:cxn ang="0">
                  <a:pos x="52" y="70"/>
                </a:cxn>
                <a:cxn ang="0">
                  <a:pos x="50" y="60"/>
                </a:cxn>
                <a:cxn ang="0">
                  <a:pos x="56" y="56"/>
                </a:cxn>
                <a:cxn ang="0">
                  <a:pos x="59" y="50"/>
                </a:cxn>
                <a:cxn ang="0">
                  <a:pos x="60" y="42"/>
                </a:cxn>
                <a:cxn ang="0">
                  <a:pos x="67" y="28"/>
                </a:cxn>
                <a:cxn ang="0">
                  <a:pos x="55" y="16"/>
                </a:cxn>
                <a:cxn ang="0">
                  <a:pos x="46" y="4"/>
                </a:cxn>
                <a:cxn ang="0">
                  <a:pos x="39" y="1"/>
                </a:cxn>
              </a:cxnLst>
              <a:rect l="0" t="0" r="r" b="b"/>
              <a:pathLst>
                <a:path w="241" h="288">
                  <a:moveTo>
                    <a:pt x="47" y="0"/>
                  </a:moveTo>
                  <a:lnTo>
                    <a:pt x="55" y="0"/>
                  </a:lnTo>
                  <a:lnTo>
                    <a:pt x="60" y="3"/>
                  </a:lnTo>
                  <a:lnTo>
                    <a:pt x="65" y="12"/>
                  </a:lnTo>
                  <a:lnTo>
                    <a:pt x="68" y="16"/>
                  </a:lnTo>
                  <a:lnTo>
                    <a:pt x="77" y="19"/>
                  </a:lnTo>
                  <a:lnTo>
                    <a:pt x="83" y="23"/>
                  </a:lnTo>
                  <a:lnTo>
                    <a:pt x="89" y="27"/>
                  </a:lnTo>
                  <a:lnTo>
                    <a:pt x="97" y="35"/>
                  </a:lnTo>
                  <a:lnTo>
                    <a:pt x="100" y="36"/>
                  </a:lnTo>
                  <a:lnTo>
                    <a:pt x="106" y="36"/>
                  </a:lnTo>
                  <a:lnTo>
                    <a:pt x="112" y="35"/>
                  </a:lnTo>
                  <a:lnTo>
                    <a:pt x="117" y="36"/>
                  </a:lnTo>
                  <a:lnTo>
                    <a:pt x="122" y="40"/>
                  </a:lnTo>
                  <a:lnTo>
                    <a:pt x="128" y="44"/>
                  </a:lnTo>
                  <a:lnTo>
                    <a:pt x="133" y="49"/>
                  </a:lnTo>
                  <a:lnTo>
                    <a:pt x="135" y="52"/>
                  </a:lnTo>
                  <a:lnTo>
                    <a:pt x="135" y="57"/>
                  </a:lnTo>
                  <a:lnTo>
                    <a:pt x="136" y="64"/>
                  </a:lnTo>
                  <a:lnTo>
                    <a:pt x="138" y="71"/>
                  </a:lnTo>
                  <a:lnTo>
                    <a:pt x="140" y="76"/>
                  </a:lnTo>
                  <a:lnTo>
                    <a:pt x="144" y="79"/>
                  </a:lnTo>
                  <a:lnTo>
                    <a:pt x="149" y="83"/>
                  </a:lnTo>
                  <a:lnTo>
                    <a:pt x="153" y="85"/>
                  </a:lnTo>
                  <a:lnTo>
                    <a:pt x="157" y="86"/>
                  </a:lnTo>
                  <a:lnTo>
                    <a:pt x="159" y="84"/>
                  </a:lnTo>
                  <a:lnTo>
                    <a:pt x="160" y="79"/>
                  </a:lnTo>
                  <a:lnTo>
                    <a:pt x="160" y="73"/>
                  </a:lnTo>
                  <a:lnTo>
                    <a:pt x="161" y="67"/>
                  </a:lnTo>
                  <a:lnTo>
                    <a:pt x="164" y="65"/>
                  </a:lnTo>
                  <a:lnTo>
                    <a:pt x="167" y="65"/>
                  </a:lnTo>
                  <a:lnTo>
                    <a:pt x="176" y="68"/>
                  </a:lnTo>
                  <a:lnTo>
                    <a:pt x="180" y="69"/>
                  </a:lnTo>
                  <a:lnTo>
                    <a:pt x="187" y="75"/>
                  </a:lnTo>
                  <a:lnTo>
                    <a:pt x="192" y="78"/>
                  </a:lnTo>
                  <a:lnTo>
                    <a:pt x="197" y="82"/>
                  </a:lnTo>
                  <a:lnTo>
                    <a:pt x="200" y="88"/>
                  </a:lnTo>
                  <a:lnTo>
                    <a:pt x="208" y="104"/>
                  </a:lnTo>
                  <a:lnTo>
                    <a:pt x="212" y="109"/>
                  </a:lnTo>
                  <a:lnTo>
                    <a:pt x="218" y="111"/>
                  </a:lnTo>
                  <a:lnTo>
                    <a:pt x="225" y="112"/>
                  </a:lnTo>
                  <a:lnTo>
                    <a:pt x="232" y="113"/>
                  </a:lnTo>
                  <a:lnTo>
                    <a:pt x="235" y="117"/>
                  </a:lnTo>
                  <a:lnTo>
                    <a:pt x="237" y="123"/>
                  </a:lnTo>
                  <a:lnTo>
                    <a:pt x="239" y="132"/>
                  </a:lnTo>
                  <a:lnTo>
                    <a:pt x="241" y="151"/>
                  </a:lnTo>
                  <a:lnTo>
                    <a:pt x="225" y="153"/>
                  </a:lnTo>
                  <a:lnTo>
                    <a:pt x="218" y="153"/>
                  </a:lnTo>
                  <a:lnTo>
                    <a:pt x="211" y="151"/>
                  </a:lnTo>
                  <a:lnTo>
                    <a:pt x="207" y="151"/>
                  </a:lnTo>
                  <a:lnTo>
                    <a:pt x="205" y="151"/>
                  </a:lnTo>
                  <a:lnTo>
                    <a:pt x="203" y="151"/>
                  </a:lnTo>
                  <a:lnTo>
                    <a:pt x="202" y="152"/>
                  </a:lnTo>
                  <a:lnTo>
                    <a:pt x="203" y="153"/>
                  </a:lnTo>
                  <a:lnTo>
                    <a:pt x="203" y="156"/>
                  </a:lnTo>
                  <a:lnTo>
                    <a:pt x="205" y="158"/>
                  </a:lnTo>
                  <a:lnTo>
                    <a:pt x="206" y="160"/>
                  </a:lnTo>
                  <a:lnTo>
                    <a:pt x="208" y="164"/>
                  </a:lnTo>
                  <a:lnTo>
                    <a:pt x="208" y="169"/>
                  </a:lnTo>
                  <a:lnTo>
                    <a:pt x="203" y="176"/>
                  </a:lnTo>
                  <a:lnTo>
                    <a:pt x="197" y="183"/>
                  </a:lnTo>
                  <a:lnTo>
                    <a:pt x="191" y="189"/>
                  </a:lnTo>
                  <a:lnTo>
                    <a:pt x="185" y="195"/>
                  </a:lnTo>
                  <a:lnTo>
                    <a:pt x="180" y="199"/>
                  </a:lnTo>
                  <a:lnTo>
                    <a:pt x="170" y="204"/>
                  </a:lnTo>
                  <a:lnTo>
                    <a:pt x="157" y="210"/>
                  </a:lnTo>
                  <a:lnTo>
                    <a:pt x="142" y="215"/>
                  </a:lnTo>
                  <a:lnTo>
                    <a:pt x="126" y="220"/>
                  </a:lnTo>
                  <a:lnTo>
                    <a:pt x="111" y="225"/>
                  </a:lnTo>
                  <a:lnTo>
                    <a:pt x="98" y="229"/>
                  </a:lnTo>
                  <a:lnTo>
                    <a:pt x="88" y="232"/>
                  </a:lnTo>
                  <a:lnTo>
                    <a:pt x="77" y="236"/>
                  </a:lnTo>
                  <a:lnTo>
                    <a:pt x="69" y="242"/>
                  </a:lnTo>
                  <a:lnTo>
                    <a:pt x="64" y="248"/>
                  </a:lnTo>
                  <a:lnTo>
                    <a:pt x="60" y="255"/>
                  </a:lnTo>
                  <a:lnTo>
                    <a:pt x="56" y="261"/>
                  </a:lnTo>
                  <a:lnTo>
                    <a:pt x="53" y="265"/>
                  </a:lnTo>
                  <a:lnTo>
                    <a:pt x="47" y="270"/>
                  </a:lnTo>
                  <a:lnTo>
                    <a:pt x="30" y="283"/>
                  </a:lnTo>
                  <a:lnTo>
                    <a:pt x="21" y="288"/>
                  </a:lnTo>
                  <a:lnTo>
                    <a:pt x="21" y="286"/>
                  </a:lnTo>
                  <a:lnTo>
                    <a:pt x="21" y="283"/>
                  </a:lnTo>
                  <a:lnTo>
                    <a:pt x="20" y="282"/>
                  </a:lnTo>
                  <a:lnTo>
                    <a:pt x="19" y="280"/>
                  </a:lnTo>
                  <a:lnTo>
                    <a:pt x="15" y="280"/>
                  </a:lnTo>
                  <a:lnTo>
                    <a:pt x="14" y="281"/>
                  </a:lnTo>
                  <a:lnTo>
                    <a:pt x="8" y="281"/>
                  </a:lnTo>
                  <a:lnTo>
                    <a:pt x="7" y="280"/>
                  </a:lnTo>
                  <a:lnTo>
                    <a:pt x="7" y="267"/>
                  </a:lnTo>
                  <a:lnTo>
                    <a:pt x="5" y="263"/>
                  </a:lnTo>
                  <a:lnTo>
                    <a:pt x="4" y="262"/>
                  </a:lnTo>
                  <a:lnTo>
                    <a:pt x="0" y="255"/>
                  </a:lnTo>
                  <a:lnTo>
                    <a:pt x="1" y="254"/>
                  </a:lnTo>
                  <a:lnTo>
                    <a:pt x="2" y="252"/>
                  </a:lnTo>
                  <a:lnTo>
                    <a:pt x="4" y="245"/>
                  </a:lnTo>
                  <a:lnTo>
                    <a:pt x="7" y="238"/>
                  </a:lnTo>
                  <a:lnTo>
                    <a:pt x="9" y="231"/>
                  </a:lnTo>
                  <a:lnTo>
                    <a:pt x="10" y="225"/>
                  </a:lnTo>
                  <a:lnTo>
                    <a:pt x="8" y="219"/>
                  </a:lnTo>
                  <a:lnTo>
                    <a:pt x="6" y="215"/>
                  </a:lnTo>
                  <a:lnTo>
                    <a:pt x="5" y="211"/>
                  </a:lnTo>
                  <a:lnTo>
                    <a:pt x="6" y="208"/>
                  </a:lnTo>
                  <a:lnTo>
                    <a:pt x="9" y="203"/>
                  </a:lnTo>
                  <a:lnTo>
                    <a:pt x="13" y="198"/>
                  </a:lnTo>
                  <a:lnTo>
                    <a:pt x="15" y="194"/>
                  </a:lnTo>
                  <a:lnTo>
                    <a:pt x="17" y="193"/>
                  </a:lnTo>
                  <a:lnTo>
                    <a:pt x="18" y="194"/>
                  </a:lnTo>
                  <a:lnTo>
                    <a:pt x="20" y="195"/>
                  </a:lnTo>
                  <a:lnTo>
                    <a:pt x="21" y="197"/>
                  </a:lnTo>
                  <a:lnTo>
                    <a:pt x="22" y="198"/>
                  </a:lnTo>
                  <a:lnTo>
                    <a:pt x="23" y="199"/>
                  </a:lnTo>
                  <a:lnTo>
                    <a:pt x="25" y="200"/>
                  </a:lnTo>
                  <a:lnTo>
                    <a:pt x="26" y="199"/>
                  </a:lnTo>
                  <a:lnTo>
                    <a:pt x="28" y="195"/>
                  </a:lnTo>
                  <a:lnTo>
                    <a:pt x="31" y="189"/>
                  </a:lnTo>
                  <a:lnTo>
                    <a:pt x="37" y="175"/>
                  </a:lnTo>
                  <a:lnTo>
                    <a:pt x="38" y="169"/>
                  </a:lnTo>
                  <a:lnTo>
                    <a:pt x="38" y="158"/>
                  </a:lnTo>
                  <a:lnTo>
                    <a:pt x="38" y="157"/>
                  </a:lnTo>
                  <a:lnTo>
                    <a:pt x="38" y="156"/>
                  </a:lnTo>
                  <a:lnTo>
                    <a:pt x="39" y="156"/>
                  </a:lnTo>
                  <a:lnTo>
                    <a:pt x="41" y="154"/>
                  </a:lnTo>
                  <a:lnTo>
                    <a:pt x="41" y="149"/>
                  </a:lnTo>
                  <a:lnTo>
                    <a:pt x="40" y="146"/>
                  </a:lnTo>
                  <a:lnTo>
                    <a:pt x="38" y="139"/>
                  </a:lnTo>
                  <a:lnTo>
                    <a:pt x="36" y="134"/>
                  </a:lnTo>
                  <a:lnTo>
                    <a:pt x="35" y="129"/>
                  </a:lnTo>
                  <a:lnTo>
                    <a:pt x="35" y="128"/>
                  </a:lnTo>
                  <a:lnTo>
                    <a:pt x="34" y="126"/>
                  </a:lnTo>
                  <a:lnTo>
                    <a:pt x="32" y="126"/>
                  </a:lnTo>
                  <a:lnTo>
                    <a:pt x="31" y="125"/>
                  </a:lnTo>
                  <a:lnTo>
                    <a:pt x="30" y="125"/>
                  </a:lnTo>
                  <a:lnTo>
                    <a:pt x="29" y="124"/>
                  </a:lnTo>
                  <a:lnTo>
                    <a:pt x="29" y="123"/>
                  </a:lnTo>
                  <a:lnTo>
                    <a:pt x="30" y="121"/>
                  </a:lnTo>
                  <a:lnTo>
                    <a:pt x="31" y="120"/>
                  </a:lnTo>
                  <a:lnTo>
                    <a:pt x="36" y="117"/>
                  </a:lnTo>
                  <a:lnTo>
                    <a:pt x="41" y="114"/>
                  </a:lnTo>
                  <a:lnTo>
                    <a:pt x="46" y="110"/>
                  </a:lnTo>
                  <a:lnTo>
                    <a:pt x="47" y="107"/>
                  </a:lnTo>
                  <a:lnTo>
                    <a:pt x="47" y="104"/>
                  </a:lnTo>
                  <a:lnTo>
                    <a:pt x="42" y="101"/>
                  </a:lnTo>
                  <a:lnTo>
                    <a:pt x="35" y="96"/>
                  </a:lnTo>
                  <a:lnTo>
                    <a:pt x="33" y="93"/>
                  </a:lnTo>
                  <a:lnTo>
                    <a:pt x="32" y="92"/>
                  </a:lnTo>
                  <a:lnTo>
                    <a:pt x="30" y="92"/>
                  </a:lnTo>
                  <a:lnTo>
                    <a:pt x="27" y="92"/>
                  </a:lnTo>
                  <a:lnTo>
                    <a:pt x="25" y="91"/>
                  </a:lnTo>
                  <a:lnTo>
                    <a:pt x="24" y="90"/>
                  </a:lnTo>
                  <a:lnTo>
                    <a:pt x="24" y="80"/>
                  </a:lnTo>
                  <a:lnTo>
                    <a:pt x="25" y="78"/>
                  </a:lnTo>
                  <a:lnTo>
                    <a:pt x="27" y="76"/>
                  </a:lnTo>
                  <a:lnTo>
                    <a:pt x="30" y="75"/>
                  </a:lnTo>
                  <a:lnTo>
                    <a:pt x="32" y="74"/>
                  </a:lnTo>
                  <a:lnTo>
                    <a:pt x="42" y="74"/>
                  </a:lnTo>
                  <a:lnTo>
                    <a:pt x="45" y="73"/>
                  </a:lnTo>
                  <a:lnTo>
                    <a:pt x="47" y="73"/>
                  </a:lnTo>
                  <a:lnTo>
                    <a:pt x="51" y="71"/>
                  </a:lnTo>
                  <a:lnTo>
                    <a:pt x="52" y="70"/>
                  </a:lnTo>
                  <a:lnTo>
                    <a:pt x="52" y="69"/>
                  </a:lnTo>
                  <a:lnTo>
                    <a:pt x="50" y="66"/>
                  </a:lnTo>
                  <a:lnTo>
                    <a:pt x="50" y="60"/>
                  </a:lnTo>
                  <a:lnTo>
                    <a:pt x="52" y="58"/>
                  </a:lnTo>
                  <a:lnTo>
                    <a:pt x="55" y="57"/>
                  </a:lnTo>
                  <a:lnTo>
                    <a:pt x="56" y="56"/>
                  </a:lnTo>
                  <a:lnTo>
                    <a:pt x="57" y="56"/>
                  </a:lnTo>
                  <a:lnTo>
                    <a:pt x="59" y="54"/>
                  </a:lnTo>
                  <a:lnTo>
                    <a:pt x="59" y="50"/>
                  </a:lnTo>
                  <a:lnTo>
                    <a:pt x="58" y="50"/>
                  </a:lnTo>
                  <a:lnTo>
                    <a:pt x="58" y="46"/>
                  </a:lnTo>
                  <a:lnTo>
                    <a:pt x="60" y="42"/>
                  </a:lnTo>
                  <a:lnTo>
                    <a:pt x="64" y="38"/>
                  </a:lnTo>
                  <a:lnTo>
                    <a:pt x="66" y="33"/>
                  </a:lnTo>
                  <a:lnTo>
                    <a:pt x="67" y="28"/>
                  </a:lnTo>
                  <a:lnTo>
                    <a:pt x="65" y="24"/>
                  </a:lnTo>
                  <a:lnTo>
                    <a:pt x="60" y="20"/>
                  </a:lnTo>
                  <a:lnTo>
                    <a:pt x="55" y="16"/>
                  </a:lnTo>
                  <a:lnTo>
                    <a:pt x="49" y="12"/>
                  </a:lnTo>
                  <a:lnTo>
                    <a:pt x="47" y="7"/>
                  </a:lnTo>
                  <a:lnTo>
                    <a:pt x="46" y="4"/>
                  </a:lnTo>
                  <a:lnTo>
                    <a:pt x="44" y="3"/>
                  </a:lnTo>
                  <a:lnTo>
                    <a:pt x="41" y="2"/>
                  </a:lnTo>
                  <a:lnTo>
                    <a:pt x="39" y="1"/>
                  </a:lnTo>
                  <a:lnTo>
                    <a:pt x="4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5" name="Freeform 90"/>
            <p:cNvSpPr>
              <a:spLocks/>
            </p:cNvSpPr>
            <p:nvPr/>
          </p:nvSpPr>
          <p:spPr bwMode="auto">
            <a:xfrm>
              <a:off x="3944938" y="4205288"/>
              <a:ext cx="438150" cy="512763"/>
            </a:xfrm>
            <a:custGeom>
              <a:avLst/>
              <a:gdLst/>
              <a:ahLst/>
              <a:cxnLst>
                <a:cxn ang="0">
                  <a:pos x="190" y="0"/>
                </a:cxn>
                <a:cxn ang="0">
                  <a:pos x="216" y="0"/>
                </a:cxn>
                <a:cxn ang="0">
                  <a:pos x="232" y="13"/>
                </a:cxn>
                <a:cxn ang="0">
                  <a:pos x="239" y="38"/>
                </a:cxn>
                <a:cxn ang="0">
                  <a:pos x="234" y="61"/>
                </a:cxn>
                <a:cxn ang="0">
                  <a:pos x="226" y="90"/>
                </a:cxn>
                <a:cxn ang="0">
                  <a:pos x="240" y="118"/>
                </a:cxn>
                <a:cxn ang="0">
                  <a:pos x="243" y="129"/>
                </a:cxn>
                <a:cxn ang="0">
                  <a:pos x="242" y="143"/>
                </a:cxn>
                <a:cxn ang="0">
                  <a:pos x="255" y="163"/>
                </a:cxn>
                <a:cxn ang="0">
                  <a:pos x="265" y="185"/>
                </a:cxn>
                <a:cxn ang="0">
                  <a:pos x="263" y="229"/>
                </a:cxn>
                <a:cxn ang="0">
                  <a:pos x="267" y="245"/>
                </a:cxn>
                <a:cxn ang="0">
                  <a:pos x="271" y="268"/>
                </a:cxn>
                <a:cxn ang="0">
                  <a:pos x="275" y="287"/>
                </a:cxn>
                <a:cxn ang="0">
                  <a:pos x="240" y="305"/>
                </a:cxn>
                <a:cxn ang="0">
                  <a:pos x="230" y="323"/>
                </a:cxn>
                <a:cxn ang="0">
                  <a:pos x="202" y="321"/>
                </a:cxn>
                <a:cxn ang="0">
                  <a:pos x="193" y="304"/>
                </a:cxn>
                <a:cxn ang="0">
                  <a:pos x="182" y="275"/>
                </a:cxn>
                <a:cxn ang="0">
                  <a:pos x="169" y="262"/>
                </a:cxn>
                <a:cxn ang="0">
                  <a:pos x="132" y="252"/>
                </a:cxn>
                <a:cxn ang="0">
                  <a:pos x="110" y="245"/>
                </a:cxn>
                <a:cxn ang="0">
                  <a:pos x="93" y="254"/>
                </a:cxn>
                <a:cxn ang="0">
                  <a:pos x="65" y="254"/>
                </a:cxn>
                <a:cxn ang="0">
                  <a:pos x="39" y="260"/>
                </a:cxn>
                <a:cxn ang="0">
                  <a:pos x="35" y="220"/>
                </a:cxn>
                <a:cxn ang="0">
                  <a:pos x="20" y="196"/>
                </a:cxn>
                <a:cxn ang="0">
                  <a:pos x="6" y="178"/>
                </a:cxn>
                <a:cxn ang="0">
                  <a:pos x="5" y="153"/>
                </a:cxn>
                <a:cxn ang="0">
                  <a:pos x="7" y="149"/>
                </a:cxn>
                <a:cxn ang="0">
                  <a:pos x="7" y="143"/>
                </a:cxn>
                <a:cxn ang="0">
                  <a:pos x="1" y="139"/>
                </a:cxn>
                <a:cxn ang="0">
                  <a:pos x="26" y="119"/>
                </a:cxn>
                <a:cxn ang="0">
                  <a:pos x="39" y="104"/>
                </a:cxn>
                <a:cxn ang="0">
                  <a:pos x="56" y="85"/>
                </a:cxn>
                <a:cxn ang="0">
                  <a:pos x="90" y="74"/>
                </a:cxn>
                <a:cxn ang="0">
                  <a:pos x="136" y="59"/>
                </a:cxn>
                <a:cxn ang="0">
                  <a:pos x="164" y="44"/>
                </a:cxn>
                <a:cxn ang="0">
                  <a:pos x="182" y="25"/>
                </a:cxn>
                <a:cxn ang="0">
                  <a:pos x="185" y="9"/>
                </a:cxn>
                <a:cxn ang="0">
                  <a:pos x="182" y="2"/>
                </a:cxn>
                <a:cxn ang="0">
                  <a:pos x="184" y="0"/>
                </a:cxn>
              </a:cxnLst>
              <a:rect l="0" t="0" r="r" b="b"/>
              <a:pathLst>
                <a:path w="276" h="323">
                  <a:moveTo>
                    <a:pt x="184" y="0"/>
                  </a:moveTo>
                  <a:lnTo>
                    <a:pt x="186" y="0"/>
                  </a:lnTo>
                  <a:lnTo>
                    <a:pt x="190" y="0"/>
                  </a:lnTo>
                  <a:lnTo>
                    <a:pt x="197" y="2"/>
                  </a:lnTo>
                  <a:lnTo>
                    <a:pt x="204" y="2"/>
                  </a:lnTo>
                  <a:lnTo>
                    <a:pt x="216" y="0"/>
                  </a:lnTo>
                  <a:lnTo>
                    <a:pt x="228" y="2"/>
                  </a:lnTo>
                  <a:lnTo>
                    <a:pt x="229" y="2"/>
                  </a:lnTo>
                  <a:lnTo>
                    <a:pt x="232" y="13"/>
                  </a:lnTo>
                  <a:lnTo>
                    <a:pt x="235" y="23"/>
                  </a:lnTo>
                  <a:lnTo>
                    <a:pt x="238" y="32"/>
                  </a:lnTo>
                  <a:lnTo>
                    <a:pt x="239" y="38"/>
                  </a:lnTo>
                  <a:lnTo>
                    <a:pt x="239" y="44"/>
                  </a:lnTo>
                  <a:lnTo>
                    <a:pt x="237" y="52"/>
                  </a:lnTo>
                  <a:lnTo>
                    <a:pt x="234" y="61"/>
                  </a:lnTo>
                  <a:lnTo>
                    <a:pt x="230" y="70"/>
                  </a:lnTo>
                  <a:lnTo>
                    <a:pt x="227" y="80"/>
                  </a:lnTo>
                  <a:lnTo>
                    <a:pt x="226" y="90"/>
                  </a:lnTo>
                  <a:lnTo>
                    <a:pt x="228" y="100"/>
                  </a:lnTo>
                  <a:lnTo>
                    <a:pt x="231" y="107"/>
                  </a:lnTo>
                  <a:lnTo>
                    <a:pt x="240" y="118"/>
                  </a:lnTo>
                  <a:lnTo>
                    <a:pt x="244" y="121"/>
                  </a:lnTo>
                  <a:lnTo>
                    <a:pt x="245" y="126"/>
                  </a:lnTo>
                  <a:lnTo>
                    <a:pt x="243" y="129"/>
                  </a:lnTo>
                  <a:lnTo>
                    <a:pt x="241" y="134"/>
                  </a:lnTo>
                  <a:lnTo>
                    <a:pt x="240" y="138"/>
                  </a:lnTo>
                  <a:lnTo>
                    <a:pt x="242" y="143"/>
                  </a:lnTo>
                  <a:lnTo>
                    <a:pt x="246" y="149"/>
                  </a:lnTo>
                  <a:lnTo>
                    <a:pt x="250" y="156"/>
                  </a:lnTo>
                  <a:lnTo>
                    <a:pt x="255" y="163"/>
                  </a:lnTo>
                  <a:lnTo>
                    <a:pt x="260" y="170"/>
                  </a:lnTo>
                  <a:lnTo>
                    <a:pt x="263" y="177"/>
                  </a:lnTo>
                  <a:lnTo>
                    <a:pt x="265" y="185"/>
                  </a:lnTo>
                  <a:lnTo>
                    <a:pt x="265" y="208"/>
                  </a:lnTo>
                  <a:lnTo>
                    <a:pt x="264" y="220"/>
                  </a:lnTo>
                  <a:lnTo>
                    <a:pt x="263" y="229"/>
                  </a:lnTo>
                  <a:lnTo>
                    <a:pt x="263" y="235"/>
                  </a:lnTo>
                  <a:lnTo>
                    <a:pt x="265" y="239"/>
                  </a:lnTo>
                  <a:lnTo>
                    <a:pt x="267" y="245"/>
                  </a:lnTo>
                  <a:lnTo>
                    <a:pt x="270" y="251"/>
                  </a:lnTo>
                  <a:lnTo>
                    <a:pt x="271" y="256"/>
                  </a:lnTo>
                  <a:lnTo>
                    <a:pt x="271" y="268"/>
                  </a:lnTo>
                  <a:lnTo>
                    <a:pt x="272" y="275"/>
                  </a:lnTo>
                  <a:lnTo>
                    <a:pt x="276" y="282"/>
                  </a:lnTo>
                  <a:lnTo>
                    <a:pt x="275" y="287"/>
                  </a:lnTo>
                  <a:lnTo>
                    <a:pt x="269" y="292"/>
                  </a:lnTo>
                  <a:lnTo>
                    <a:pt x="260" y="296"/>
                  </a:lnTo>
                  <a:lnTo>
                    <a:pt x="240" y="305"/>
                  </a:lnTo>
                  <a:lnTo>
                    <a:pt x="235" y="310"/>
                  </a:lnTo>
                  <a:lnTo>
                    <a:pt x="232" y="316"/>
                  </a:lnTo>
                  <a:lnTo>
                    <a:pt x="230" y="323"/>
                  </a:lnTo>
                  <a:lnTo>
                    <a:pt x="223" y="322"/>
                  </a:lnTo>
                  <a:lnTo>
                    <a:pt x="207" y="321"/>
                  </a:lnTo>
                  <a:lnTo>
                    <a:pt x="202" y="321"/>
                  </a:lnTo>
                  <a:lnTo>
                    <a:pt x="199" y="318"/>
                  </a:lnTo>
                  <a:lnTo>
                    <a:pt x="196" y="313"/>
                  </a:lnTo>
                  <a:lnTo>
                    <a:pt x="193" y="304"/>
                  </a:lnTo>
                  <a:lnTo>
                    <a:pt x="189" y="294"/>
                  </a:lnTo>
                  <a:lnTo>
                    <a:pt x="185" y="284"/>
                  </a:lnTo>
                  <a:lnTo>
                    <a:pt x="182" y="275"/>
                  </a:lnTo>
                  <a:lnTo>
                    <a:pt x="179" y="269"/>
                  </a:lnTo>
                  <a:lnTo>
                    <a:pt x="176" y="265"/>
                  </a:lnTo>
                  <a:lnTo>
                    <a:pt x="169" y="262"/>
                  </a:lnTo>
                  <a:lnTo>
                    <a:pt x="158" y="260"/>
                  </a:lnTo>
                  <a:lnTo>
                    <a:pt x="145" y="256"/>
                  </a:lnTo>
                  <a:lnTo>
                    <a:pt x="132" y="252"/>
                  </a:lnTo>
                  <a:lnTo>
                    <a:pt x="121" y="248"/>
                  </a:lnTo>
                  <a:lnTo>
                    <a:pt x="114" y="245"/>
                  </a:lnTo>
                  <a:lnTo>
                    <a:pt x="110" y="245"/>
                  </a:lnTo>
                  <a:lnTo>
                    <a:pt x="106" y="247"/>
                  </a:lnTo>
                  <a:lnTo>
                    <a:pt x="99" y="253"/>
                  </a:lnTo>
                  <a:lnTo>
                    <a:pt x="93" y="254"/>
                  </a:lnTo>
                  <a:lnTo>
                    <a:pt x="84" y="255"/>
                  </a:lnTo>
                  <a:lnTo>
                    <a:pt x="74" y="255"/>
                  </a:lnTo>
                  <a:lnTo>
                    <a:pt x="65" y="254"/>
                  </a:lnTo>
                  <a:lnTo>
                    <a:pt x="58" y="255"/>
                  </a:lnTo>
                  <a:lnTo>
                    <a:pt x="49" y="257"/>
                  </a:lnTo>
                  <a:lnTo>
                    <a:pt x="39" y="260"/>
                  </a:lnTo>
                  <a:lnTo>
                    <a:pt x="39" y="252"/>
                  </a:lnTo>
                  <a:lnTo>
                    <a:pt x="36" y="225"/>
                  </a:lnTo>
                  <a:lnTo>
                    <a:pt x="35" y="220"/>
                  </a:lnTo>
                  <a:lnTo>
                    <a:pt x="33" y="214"/>
                  </a:lnTo>
                  <a:lnTo>
                    <a:pt x="26" y="203"/>
                  </a:lnTo>
                  <a:lnTo>
                    <a:pt x="20" y="196"/>
                  </a:lnTo>
                  <a:lnTo>
                    <a:pt x="16" y="190"/>
                  </a:lnTo>
                  <a:lnTo>
                    <a:pt x="10" y="184"/>
                  </a:lnTo>
                  <a:lnTo>
                    <a:pt x="6" y="178"/>
                  </a:lnTo>
                  <a:lnTo>
                    <a:pt x="4" y="172"/>
                  </a:lnTo>
                  <a:lnTo>
                    <a:pt x="4" y="156"/>
                  </a:lnTo>
                  <a:lnTo>
                    <a:pt x="5" y="153"/>
                  </a:lnTo>
                  <a:lnTo>
                    <a:pt x="6" y="152"/>
                  </a:lnTo>
                  <a:lnTo>
                    <a:pt x="7" y="151"/>
                  </a:lnTo>
                  <a:lnTo>
                    <a:pt x="7" y="149"/>
                  </a:lnTo>
                  <a:lnTo>
                    <a:pt x="9" y="145"/>
                  </a:lnTo>
                  <a:lnTo>
                    <a:pt x="8" y="144"/>
                  </a:lnTo>
                  <a:lnTo>
                    <a:pt x="7" y="143"/>
                  </a:lnTo>
                  <a:lnTo>
                    <a:pt x="5" y="142"/>
                  </a:lnTo>
                  <a:lnTo>
                    <a:pt x="3" y="140"/>
                  </a:lnTo>
                  <a:lnTo>
                    <a:pt x="1" y="139"/>
                  </a:lnTo>
                  <a:lnTo>
                    <a:pt x="0" y="137"/>
                  </a:lnTo>
                  <a:lnTo>
                    <a:pt x="9" y="132"/>
                  </a:lnTo>
                  <a:lnTo>
                    <a:pt x="26" y="119"/>
                  </a:lnTo>
                  <a:lnTo>
                    <a:pt x="32" y="114"/>
                  </a:lnTo>
                  <a:lnTo>
                    <a:pt x="35" y="110"/>
                  </a:lnTo>
                  <a:lnTo>
                    <a:pt x="39" y="104"/>
                  </a:lnTo>
                  <a:lnTo>
                    <a:pt x="43" y="97"/>
                  </a:lnTo>
                  <a:lnTo>
                    <a:pt x="48" y="91"/>
                  </a:lnTo>
                  <a:lnTo>
                    <a:pt x="56" y="85"/>
                  </a:lnTo>
                  <a:lnTo>
                    <a:pt x="67" y="81"/>
                  </a:lnTo>
                  <a:lnTo>
                    <a:pt x="77" y="78"/>
                  </a:lnTo>
                  <a:lnTo>
                    <a:pt x="90" y="74"/>
                  </a:lnTo>
                  <a:lnTo>
                    <a:pt x="105" y="69"/>
                  </a:lnTo>
                  <a:lnTo>
                    <a:pt x="121" y="64"/>
                  </a:lnTo>
                  <a:lnTo>
                    <a:pt x="136" y="59"/>
                  </a:lnTo>
                  <a:lnTo>
                    <a:pt x="149" y="53"/>
                  </a:lnTo>
                  <a:lnTo>
                    <a:pt x="159" y="48"/>
                  </a:lnTo>
                  <a:lnTo>
                    <a:pt x="164" y="44"/>
                  </a:lnTo>
                  <a:lnTo>
                    <a:pt x="170" y="38"/>
                  </a:lnTo>
                  <a:lnTo>
                    <a:pt x="176" y="32"/>
                  </a:lnTo>
                  <a:lnTo>
                    <a:pt x="182" y="25"/>
                  </a:lnTo>
                  <a:lnTo>
                    <a:pt x="187" y="18"/>
                  </a:lnTo>
                  <a:lnTo>
                    <a:pt x="187" y="13"/>
                  </a:lnTo>
                  <a:lnTo>
                    <a:pt x="185" y="9"/>
                  </a:lnTo>
                  <a:lnTo>
                    <a:pt x="184" y="7"/>
                  </a:lnTo>
                  <a:lnTo>
                    <a:pt x="182" y="5"/>
                  </a:lnTo>
                  <a:lnTo>
                    <a:pt x="182" y="2"/>
                  </a:lnTo>
                  <a:lnTo>
                    <a:pt x="181" y="1"/>
                  </a:lnTo>
                  <a:lnTo>
                    <a:pt x="182" y="0"/>
                  </a:lnTo>
                  <a:lnTo>
                    <a:pt x="18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6" name="Freeform 91"/>
            <p:cNvSpPr>
              <a:spLocks/>
            </p:cNvSpPr>
            <p:nvPr/>
          </p:nvSpPr>
          <p:spPr bwMode="auto">
            <a:xfrm>
              <a:off x="4303713" y="4186238"/>
              <a:ext cx="207963" cy="366713"/>
            </a:xfrm>
            <a:custGeom>
              <a:avLst/>
              <a:gdLst/>
              <a:ahLst/>
              <a:cxnLst>
                <a:cxn ang="0">
                  <a:pos x="85" y="3"/>
                </a:cxn>
                <a:cxn ang="0">
                  <a:pos x="84" y="11"/>
                </a:cxn>
                <a:cxn ang="0">
                  <a:pos x="83" y="22"/>
                </a:cxn>
                <a:cxn ang="0">
                  <a:pos x="87" y="32"/>
                </a:cxn>
                <a:cxn ang="0">
                  <a:pos x="92" y="41"/>
                </a:cxn>
                <a:cxn ang="0">
                  <a:pos x="94" y="53"/>
                </a:cxn>
                <a:cxn ang="0">
                  <a:pos x="96" y="63"/>
                </a:cxn>
                <a:cxn ang="0">
                  <a:pos x="102" y="72"/>
                </a:cxn>
                <a:cxn ang="0">
                  <a:pos x="107" y="82"/>
                </a:cxn>
                <a:cxn ang="0">
                  <a:pos x="105" y="88"/>
                </a:cxn>
                <a:cxn ang="0">
                  <a:pos x="108" y="94"/>
                </a:cxn>
                <a:cxn ang="0">
                  <a:pos x="110" y="98"/>
                </a:cxn>
                <a:cxn ang="0">
                  <a:pos x="111" y="102"/>
                </a:cxn>
                <a:cxn ang="0">
                  <a:pos x="112" y="104"/>
                </a:cxn>
                <a:cxn ang="0">
                  <a:pos x="112" y="105"/>
                </a:cxn>
                <a:cxn ang="0">
                  <a:pos x="105" y="101"/>
                </a:cxn>
                <a:cxn ang="0">
                  <a:pos x="105" y="104"/>
                </a:cxn>
                <a:cxn ang="0">
                  <a:pos x="106" y="106"/>
                </a:cxn>
                <a:cxn ang="0">
                  <a:pos x="115" y="117"/>
                </a:cxn>
                <a:cxn ang="0">
                  <a:pos x="122" y="133"/>
                </a:cxn>
                <a:cxn ang="0">
                  <a:pos x="122" y="149"/>
                </a:cxn>
                <a:cxn ang="0">
                  <a:pos x="126" y="154"/>
                </a:cxn>
                <a:cxn ang="0">
                  <a:pos x="131" y="156"/>
                </a:cxn>
                <a:cxn ang="0">
                  <a:pos x="131" y="180"/>
                </a:cxn>
                <a:cxn ang="0">
                  <a:pos x="129" y="184"/>
                </a:cxn>
                <a:cxn ang="0">
                  <a:pos x="125" y="181"/>
                </a:cxn>
                <a:cxn ang="0">
                  <a:pos x="123" y="177"/>
                </a:cxn>
                <a:cxn ang="0">
                  <a:pos x="122" y="161"/>
                </a:cxn>
                <a:cxn ang="0">
                  <a:pos x="118" y="156"/>
                </a:cxn>
                <a:cxn ang="0">
                  <a:pos x="117" y="158"/>
                </a:cxn>
                <a:cxn ang="0">
                  <a:pos x="116" y="166"/>
                </a:cxn>
                <a:cxn ang="0">
                  <a:pos x="114" y="171"/>
                </a:cxn>
                <a:cxn ang="0">
                  <a:pos x="115" y="175"/>
                </a:cxn>
                <a:cxn ang="0">
                  <a:pos x="117" y="190"/>
                </a:cxn>
                <a:cxn ang="0">
                  <a:pos x="118" y="195"/>
                </a:cxn>
                <a:cxn ang="0">
                  <a:pos x="111" y="198"/>
                </a:cxn>
                <a:cxn ang="0">
                  <a:pos x="99" y="202"/>
                </a:cxn>
                <a:cxn ang="0">
                  <a:pos x="96" y="209"/>
                </a:cxn>
                <a:cxn ang="0">
                  <a:pos x="83" y="220"/>
                </a:cxn>
                <a:cxn ang="0">
                  <a:pos x="69" y="228"/>
                </a:cxn>
                <a:cxn ang="0">
                  <a:pos x="59" y="231"/>
                </a:cxn>
                <a:cxn ang="0">
                  <a:pos x="38" y="226"/>
                </a:cxn>
                <a:cxn ang="0">
                  <a:pos x="39" y="195"/>
                </a:cxn>
                <a:cxn ang="0">
                  <a:pos x="34" y="182"/>
                </a:cxn>
                <a:cxn ang="0">
                  <a:pos x="24" y="168"/>
                </a:cxn>
                <a:cxn ang="0">
                  <a:pos x="16" y="155"/>
                </a:cxn>
                <a:cxn ang="0">
                  <a:pos x="15" y="146"/>
                </a:cxn>
                <a:cxn ang="0">
                  <a:pos x="19" y="138"/>
                </a:cxn>
                <a:cxn ang="0">
                  <a:pos x="14" y="130"/>
                </a:cxn>
                <a:cxn ang="0">
                  <a:pos x="2" y="112"/>
                </a:cxn>
                <a:cxn ang="0">
                  <a:pos x="1" y="92"/>
                </a:cxn>
                <a:cxn ang="0">
                  <a:pos x="8" y="73"/>
                </a:cxn>
                <a:cxn ang="0">
                  <a:pos x="13" y="56"/>
                </a:cxn>
                <a:cxn ang="0">
                  <a:pos x="12" y="44"/>
                </a:cxn>
                <a:cxn ang="0">
                  <a:pos x="6" y="25"/>
                </a:cxn>
                <a:cxn ang="0">
                  <a:pos x="12" y="13"/>
                </a:cxn>
                <a:cxn ang="0">
                  <a:pos x="26" y="6"/>
                </a:cxn>
                <a:cxn ang="0">
                  <a:pos x="39" y="3"/>
                </a:cxn>
                <a:cxn ang="0">
                  <a:pos x="57" y="3"/>
                </a:cxn>
                <a:cxn ang="0">
                  <a:pos x="74" y="2"/>
                </a:cxn>
              </a:cxnLst>
              <a:rect l="0" t="0" r="r" b="b"/>
              <a:pathLst>
                <a:path w="131" h="231">
                  <a:moveTo>
                    <a:pt x="85" y="0"/>
                  </a:moveTo>
                  <a:lnTo>
                    <a:pt x="85" y="3"/>
                  </a:lnTo>
                  <a:lnTo>
                    <a:pt x="84" y="4"/>
                  </a:lnTo>
                  <a:lnTo>
                    <a:pt x="84" y="11"/>
                  </a:lnTo>
                  <a:lnTo>
                    <a:pt x="83" y="16"/>
                  </a:lnTo>
                  <a:lnTo>
                    <a:pt x="83" y="22"/>
                  </a:lnTo>
                  <a:lnTo>
                    <a:pt x="84" y="27"/>
                  </a:lnTo>
                  <a:lnTo>
                    <a:pt x="87" y="32"/>
                  </a:lnTo>
                  <a:lnTo>
                    <a:pt x="90" y="38"/>
                  </a:lnTo>
                  <a:lnTo>
                    <a:pt x="92" y="41"/>
                  </a:lnTo>
                  <a:lnTo>
                    <a:pt x="93" y="46"/>
                  </a:lnTo>
                  <a:lnTo>
                    <a:pt x="94" y="53"/>
                  </a:lnTo>
                  <a:lnTo>
                    <a:pt x="94" y="59"/>
                  </a:lnTo>
                  <a:lnTo>
                    <a:pt x="96" y="63"/>
                  </a:lnTo>
                  <a:lnTo>
                    <a:pt x="98" y="68"/>
                  </a:lnTo>
                  <a:lnTo>
                    <a:pt x="102" y="72"/>
                  </a:lnTo>
                  <a:lnTo>
                    <a:pt x="107" y="78"/>
                  </a:lnTo>
                  <a:lnTo>
                    <a:pt x="107" y="82"/>
                  </a:lnTo>
                  <a:lnTo>
                    <a:pt x="105" y="86"/>
                  </a:lnTo>
                  <a:lnTo>
                    <a:pt x="105" y="88"/>
                  </a:lnTo>
                  <a:lnTo>
                    <a:pt x="106" y="91"/>
                  </a:lnTo>
                  <a:lnTo>
                    <a:pt x="108" y="94"/>
                  </a:lnTo>
                  <a:lnTo>
                    <a:pt x="109" y="97"/>
                  </a:lnTo>
                  <a:lnTo>
                    <a:pt x="110" y="98"/>
                  </a:lnTo>
                  <a:lnTo>
                    <a:pt x="110" y="100"/>
                  </a:lnTo>
                  <a:lnTo>
                    <a:pt x="111" y="102"/>
                  </a:lnTo>
                  <a:lnTo>
                    <a:pt x="112" y="103"/>
                  </a:lnTo>
                  <a:lnTo>
                    <a:pt x="112" y="104"/>
                  </a:lnTo>
                  <a:lnTo>
                    <a:pt x="113" y="105"/>
                  </a:lnTo>
                  <a:lnTo>
                    <a:pt x="112" y="105"/>
                  </a:lnTo>
                  <a:lnTo>
                    <a:pt x="106" y="102"/>
                  </a:lnTo>
                  <a:lnTo>
                    <a:pt x="105" y="101"/>
                  </a:lnTo>
                  <a:lnTo>
                    <a:pt x="105" y="101"/>
                  </a:lnTo>
                  <a:lnTo>
                    <a:pt x="105" y="104"/>
                  </a:lnTo>
                  <a:lnTo>
                    <a:pt x="105" y="105"/>
                  </a:lnTo>
                  <a:lnTo>
                    <a:pt x="106" y="106"/>
                  </a:lnTo>
                  <a:lnTo>
                    <a:pt x="111" y="111"/>
                  </a:lnTo>
                  <a:lnTo>
                    <a:pt x="115" y="117"/>
                  </a:lnTo>
                  <a:lnTo>
                    <a:pt x="119" y="126"/>
                  </a:lnTo>
                  <a:lnTo>
                    <a:pt x="122" y="133"/>
                  </a:lnTo>
                  <a:lnTo>
                    <a:pt x="122" y="141"/>
                  </a:lnTo>
                  <a:lnTo>
                    <a:pt x="122" y="149"/>
                  </a:lnTo>
                  <a:lnTo>
                    <a:pt x="124" y="152"/>
                  </a:lnTo>
                  <a:lnTo>
                    <a:pt x="126" y="154"/>
                  </a:lnTo>
                  <a:lnTo>
                    <a:pt x="129" y="156"/>
                  </a:lnTo>
                  <a:lnTo>
                    <a:pt x="131" y="156"/>
                  </a:lnTo>
                  <a:lnTo>
                    <a:pt x="131" y="158"/>
                  </a:lnTo>
                  <a:lnTo>
                    <a:pt x="131" y="180"/>
                  </a:lnTo>
                  <a:lnTo>
                    <a:pt x="131" y="182"/>
                  </a:lnTo>
                  <a:lnTo>
                    <a:pt x="129" y="184"/>
                  </a:lnTo>
                  <a:lnTo>
                    <a:pt x="127" y="183"/>
                  </a:lnTo>
                  <a:lnTo>
                    <a:pt x="125" y="181"/>
                  </a:lnTo>
                  <a:lnTo>
                    <a:pt x="124" y="180"/>
                  </a:lnTo>
                  <a:lnTo>
                    <a:pt x="123" y="177"/>
                  </a:lnTo>
                  <a:lnTo>
                    <a:pt x="123" y="172"/>
                  </a:lnTo>
                  <a:lnTo>
                    <a:pt x="122" y="161"/>
                  </a:lnTo>
                  <a:lnTo>
                    <a:pt x="119" y="157"/>
                  </a:lnTo>
                  <a:lnTo>
                    <a:pt x="118" y="156"/>
                  </a:lnTo>
                  <a:lnTo>
                    <a:pt x="118" y="157"/>
                  </a:lnTo>
                  <a:lnTo>
                    <a:pt x="117" y="158"/>
                  </a:lnTo>
                  <a:lnTo>
                    <a:pt x="117" y="164"/>
                  </a:lnTo>
                  <a:lnTo>
                    <a:pt x="116" y="166"/>
                  </a:lnTo>
                  <a:lnTo>
                    <a:pt x="115" y="168"/>
                  </a:lnTo>
                  <a:lnTo>
                    <a:pt x="114" y="171"/>
                  </a:lnTo>
                  <a:lnTo>
                    <a:pt x="114" y="174"/>
                  </a:lnTo>
                  <a:lnTo>
                    <a:pt x="115" y="175"/>
                  </a:lnTo>
                  <a:lnTo>
                    <a:pt x="115" y="178"/>
                  </a:lnTo>
                  <a:lnTo>
                    <a:pt x="117" y="190"/>
                  </a:lnTo>
                  <a:lnTo>
                    <a:pt x="117" y="193"/>
                  </a:lnTo>
                  <a:lnTo>
                    <a:pt x="118" y="195"/>
                  </a:lnTo>
                  <a:lnTo>
                    <a:pt x="118" y="197"/>
                  </a:lnTo>
                  <a:lnTo>
                    <a:pt x="111" y="198"/>
                  </a:lnTo>
                  <a:lnTo>
                    <a:pt x="104" y="199"/>
                  </a:lnTo>
                  <a:lnTo>
                    <a:pt x="99" y="202"/>
                  </a:lnTo>
                  <a:lnTo>
                    <a:pt x="97" y="205"/>
                  </a:lnTo>
                  <a:lnTo>
                    <a:pt x="96" y="209"/>
                  </a:lnTo>
                  <a:lnTo>
                    <a:pt x="90" y="215"/>
                  </a:lnTo>
                  <a:lnTo>
                    <a:pt x="83" y="220"/>
                  </a:lnTo>
                  <a:lnTo>
                    <a:pt x="76" y="224"/>
                  </a:lnTo>
                  <a:lnTo>
                    <a:pt x="69" y="228"/>
                  </a:lnTo>
                  <a:lnTo>
                    <a:pt x="63" y="230"/>
                  </a:lnTo>
                  <a:lnTo>
                    <a:pt x="59" y="231"/>
                  </a:lnTo>
                  <a:lnTo>
                    <a:pt x="53" y="230"/>
                  </a:lnTo>
                  <a:lnTo>
                    <a:pt x="38" y="226"/>
                  </a:lnTo>
                  <a:lnTo>
                    <a:pt x="39" y="215"/>
                  </a:lnTo>
                  <a:lnTo>
                    <a:pt x="39" y="195"/>
                  </a:lnTo>
                  <a:lnTo>
                    <a:pt x="37" y="189"/>
                  </a:lnTo>
                  <a:lnTo>
                    <a:pt x="34" y="182"/>
                  </a:lnTo>
                  <a:lnTo>
                    <a:pt x="29" y="175"/>
                  </a:lnTo>
                  <a:lnTo>
                    <a:pt x="24" y="168"/>
                  </a:lnTo>
                  <a:lnTo>
                    <a:pt x="20" y="161"/>
                  </a:lnTo>
                  <a:lnTo>
                    <a:pt x="16" y="155"/>
                  </a:lnTo>
                  <a:lnTo>
                    <a:pt x="14" y="150"/>
                  </a:lnTo>
                  <a:lnTo>
                    <a:pt x="15" y="146"/>
                  </a:lnTo>
                  <a:lnTo>
                    <a:pt x="17" y="141"/>
                  </a:lnTo>
                  <a:lnTo>
                    <a:pt x="19" y="138"/>
                  </a:lnTo>
                  <a:lnTo>
                    <a:pt x="18" y="133"/>
                  </a:lnTo>
                  <a:lnTo>
                    <a:pt x="14" y="130"/>
                  </a:lnTo>
                  <a:lnTo>
                    <a:pt x="5" y="119"/>
                  </a:lnTo>
                  <a:lnTo>
                    <a:pt x="2" y="112"/>
                  </a:lnTo>
                  <a:lnTo>
                    <a:pt x="0" y="102"/>
                  </a:lnTo>
                  <a:lnTo>
                    <a:pt x="1" y="92"/>
                  </a:lnTo>
                  <a:lnTo>
                    <a:pt x="4" y="82"/>
                  </a:lnTo>
                  <a:lnTo>
                    <a:pt x="8" y="73"/>
                  </a:lnTo>
                  <a:lnTo>
                    <a:pt x="11" y="64"/>
                  </a:lnTo>
                  <a:lnTo>
                    <a:pt x="13" y="56"/>
                  </a:lnTo>
                  <a:lnTo>
                    <a:pt x="13" y="50"/>
                  </a:lnTo>
                  <a:lnTo>
                    <a:pt x="12" y="44"/>
                  </a:lnTo>
                  <a:lnTo>
                    <a:pt x="9" y="35"/>
                  </a:lnTo>
                  <a:lnTo>
                    <a:pt x="6" y="25"/>
                  </a:lnTo>
                  <a:lnTo>
                    <a:pt x="3" y="14"/>
                  </a:lnTo>
                  <a:lnTo>
                    <a:pt x="12" y="13"/>
                  </a:lnTo>
                  <a:lnTo>
                    <a:pt x="20" y="10"/>
                  </a:lnTo>
                  <a:lnTo>
                    <a:pt x="26" y="6"/>
                  </a:lnTo>
                  <a:lnTo>
                    <a:pt x="31" y="4"/>
                  </a:lnTo>
                  <a:lnTo>
                    <a:pt x="39" y="3"/>
                  </a:lnTo>
                  <a:lnTo>
                    <a:pt x="48" y="2"/>
                  </a:lnTo>
                  <a:lnTo>
                    <a:pt x="57" y="3"/>
                  </a:lnTo>
                  <a:lnTo>
                    <a:pt x="65" y="3"/>
                  </a:lnTo>
                  <a:lnTo>
                    <a:pt x="74" y="2"/>
                  </a:lnTo>
                  <a:lnTo>
                    <a:pt x="85"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7" name="Freeform 92"/>
            <p:cNvSpPr>
              <a:spLocks/>
            </p:cNvSpPr>
            <p:nvPr/>
          </p:nvSpPr>
          <p:spPr bwMode="auto">
            <a:xfrm>
              <a:off x="4310063" y="4498975"/>
              <a:ext cx="255588" cy="295275"/>
            </a:xfrm>
            <a:custGeom>
              <a:avLst/>
              <a:gdLst/>
              <a:ahLst/>
              <a:cxnLst>
                <a:cxn ang="0">
                  <a:pos x="114" y="1"/>
                </a:cxn>
                <a:cxn ang="0">
                  <a:pos x="110" y="7"/>
                </a:cxn>
                <a:cxn ang="0">
                  <a:pos x="110" y="13"/>
                </a:cxn>
                <a:cxn ang="0">
                  <a:pos x="115" y="18"/>
                </a:cxn>
                <a:cxn ang="0">
                  <a:pos x="118" y="23"/>
                </a:cxn>
                <a:cxn ang="0">
                  <a:pos x="119" y="29"/>
                </a:cxn>
                <a:cxn ang="0">
                  <a:pos x="128" y="39"/>
                </a:cxn>
                <a:cxn ang="0">
                  <a:pos x="132" y="45"/>
                </a:cxn>
                <a:cxn ang="0">
                  <a:pos x="129" y="53"/>
                </a:cxn>
                <a:cxn ang="0">
                  <a:pos x="127" y="52"/>
                </a:cxn>
                <a:cxn ang="0">
                  <a:pos x="125" y="50"/>
                </a:cxn>
                <a:cxn ang="0">
                  <a:pos x="124" y="45"/>
                </a:cxn>
                <a:cxn ang="0">
                  <a:pos x="121" y="42"/>
                </a:cxn>
                <a:cxn ang="0">
                  <a:pos x="117" y="41"/>
                </a:cxn>
                <a:cxn ang="0">
                  <a:pos x="116" y="46"/>
                </a:cxn>
                <a:cxn ang="0">
                  <a:pos x="115" y="57"/>
                </a:cxn>
                <a:cxn ang="0">
                  <a:pos x="119" y="63"/>
                </a:cxn>
                <a:cxn ang="0">
                  <a:pos x="126" y="66"/>
                </a:cxn>
                <a:cxn ang="0">
                  <a:pos x="128" y="69"/>
                </a:cxn>
                <a:cxn ang="0">
                  <a:pos x="127" y="73"/>
                </a:cxn>
                <a:cxn ang="0">
                  <a:pos x="125" y="77"/>
                </a:cxn>
                <a:cxn ang="0">
                  <a:pos x="122" y="80"/>
                </a:cxn>
                <a:cxn ang="0">
                  <a:pos x="122" y="85"/>
                </a:cxn>
                <a:cxn ang="0">
                  <a:pos x="125" y="86"/>
                </a:cxn>
                <a:cxn ang="0">
                  <a:pos x="127" y="86"/>
                </a:cxn>
                <a:cxn ang="0">
                  <a:pos x="128" y="83"/>
                </a:cxn>
                <a:cxn ang="0">
                  <a:pos x="129" y="79"/>
                </a:cxn>
                <a:cxn ang="0">
                  <a:pos x="131" y="85"/>
                </a:cxn>
                <a:cxn ang="0">
                  <a:pos x="128" y="94"/>
                </a:cxn>
                <a:cxn ang="0">
                  <a:pos x="130" y="112"/>
                </a:cxn>
                <a:cxn ang="0">
                  <a:pos x="134" y="118"/>
                </a:cxn>
                <a:cxn ang="0">
                  <a:pos x="142" y="128"/>
                </a:cxn>
                <a:cxn ang="0">
                  <a:pos x="153" y="144"/>
                </a:cxn>
                <a:cxn ang="0">
                  <a:pos x="161" y="155"/>
                </a:cxn>
                <a:cxn ang="0">
                  <a:pos x="158" y="163"/>
                </a:cxn>
                <a:cxn ang="0">
                  <a:pos x="153" y="162"/>
                </a:cxn>
                <a:cxn ang="0">
                  <a:pos x="152" y="165"/>
                </a:cxn>
                <a:cxn ang="0">
                  <a:pos x="138" y="165"/>
                </a:cxn>
                <a:cxn ang="0">
                  <a:pos x="116" y="166"/>
                </a:cxn>
                <a:cxn ang="0">
                  <a:pos x="102" y="170"/>
                </a:cxn>
                <a:cxn ang="0">
                  <a:pos x="93" y="181"/>
                </a:cxn>
                <a:cxn ang="0">
                  <a:pos x="85" y="186"/>
                </a:cxn>
                <a:cxn ang="0">
                  <a:pos x="69" y="183"/>
                </a:cxn>
                <a:cxn ang="0">
                  <a:pos x="49" y="178"/>
                </a:cxn>
                <a:cxn ang="0">
                  <a:pos x="33" y="172"/>
                </a:cxn>
                <a:cxn ang="0">
                  <a:pos x="19" y="161"/>
                </a:cxn>
                <a:cxn ang="0">
                  <a:pos x="8" y="145"/>
                </a:cxn>
                <a:cxn ang="0">
                  <a:pos x="3" y="140"/>
                </a:cxn>
                <a:cxn ang="0">
                  <a:pos x="2" y="131"/>
                </a:cxn>
                <a:cxn ang="0">
                  <a:pos x="10" y="120"/>
                </a:cxn>
                <a:cxn ang="0">
                  <a:pos x="39" y="107"/>
                </a:cxn>
                <a:cxn ang="0">
                  <a:pos x="46" y="97"/>
                </a:cxn>
                <a:cxn ang="0">
                  <a:pos x="41" y="83"/>
                </a:cxn>
                <a:cxn ang="0">
                  <a:pos x="40" y="66"/>
                </a:cxn>
                <a:cxn ang="0">
                  <a:pos x="35" y="54"/>
                </a:cxn>
                <a:cxn ang="0">
                  <a:pos x="33" y="45"/>
                </a:cxn>
                <a:cxn ang="0">
                  <a:pos x="34" y="29"/>
                </a:cxn>
                <a:cxn ang="0">
                  <a:pos x="55" y="34"/>
                </a:cxn>
                <a:cxn ang="0">
                  <a:pos x="65" y="31"/>
                </a:cxn>
                <a:cxn ang="0">
                  <a:pos x="79" y="23"/>
                </a:cxn>
                <a:cxn ang="0">
                  <a:pos x="92" y="12"/>
                </a:cxn>
                <a:cxn ang="0">
                  <a:pos x="95" y="5"/>
                </a:cxn>
                <a:cxn ang="0">
                  <a:pos x="107" y="1"/>
                </a:cxn>
              </a:cxnLst>
              <a:rect l="0" t="0" r="r" b="b"/>
              <a:pathLst>
                <a:path w="161" h="186">
                  <a:moveTo>
                    <a:pt x="114" y="0"/>
                  </a:moveTo>
                  <a:lnTo>
                    <a:pt x="114" y="1"/>
                  </a:lnTo>
                  <a:lnTo>
                    <a:pt x="111" y="4"/>
                  </a:lnTo>
                  <a:lnTo>
                    <a:pt x="110" y="7"/>
                  </a:lnTo>
                  <a:lnTo>
                    <a:pt x="110" y="11"/>
                  </a:lnTo>
                  <a:lnTo>
                    <a:pt x="110" y="13"/>
                  </a:lnTo>
                  <a:lnTo>
                    <a:pt x="112" y="16"/>
                  </a:lnTo>
                  <a:lnTo>
                    <a:pt x="115" y="18"/>
                  </a:lnTo>
                  <a:lnTo>
                    <a:pt x="117" y="20"/>
                  </a:lnTo>
                  <a:lnTo>
                    <a:pt x="118" y="23"/>
                  </a:lnTo>
                  <a:lnTo>
                    <a:pt x="118" y="27"/>
                  </a:lnTo>
                  <a:lnTo>
                    <a:pt x="119" y="29"/>
                  </a:lnTo>
                  <a:lnTo>
                    <a:pt x="120" y="31"/>
                  </a:lnTo>
                  <a:lnTo>
                    <a:pt x="128" y="39"/>
                  </a:lnTo>
                  <a:lnTo>
                    <a:pt x="131" y="43"/>
                  </a:lnTo>
                  <a:lnTo>
                    <a:pt x="132" y="45"/>
                  </a:lnTo>
                  <a:lnTo>
                    <a:pt x="132" y="53"/>
                  </a:lnTo>
                  <a:lnTo>
                    <a:pt x="129" y="53"/>
                  </a:lnTo>
                  <a:lnTo>
                    <a:pt x="127" y="52"/>
                  </a:lnTo>
                  <a:lnTo>
                    <a:pt x="127" y="52"/>
                  </a:lnTo>
                  <a:lnTo>
                    <a:pt x="125" y="51"/>
                  </a:lnTo>
                  <a:lnTo>
                    <a:pt x="125" y="50"/>
                  </a:lnTo>
                  <a:lnTo>
                    <a:pt x="124" y="48"/>
                  </a:lnTo>
                  <a:lnTo>
                    <a:pt x="124" y="45"/>
                  </a:lnTo>
                  <a:lnTo>
                    <a:pt x="123" y="43"/>
                  </a:lnTo>
                  <a:lnTo>
                    <a:pt x="121" y="42"/>
                  </a:lnTo>
                  <a:lnTo>
                    <a:pt x="119" y="41"/>
                  </a:lnTo>
                  <a:lnTo>
                    <a:pt x="117" y="41"/>
                  </a:lnTo>
                  <a:lnTo>
                    <a:pt x="116" y="43"/>
                  </a:lnTo>
                  <a:lnTo>
                    <a:pt x="116" y="46"/>
                  </a:lnTo>
                  <a:lnTo>
                    <a:pt x="115" y="48"/>
                  </a:lnTo>
                  <a:lnTo>
                    <a:pt x="115" y="57"/>
                  </a:lnTo>
                  <a:lnTo>
                    <a:pt x="118" y="62"/>
                  </a:lnTo>
                  <a:lnTo>
                    <a:pt x="119" y="63"/>
                  </a:lnTo>
                  <a:lnTo>
                    <a:pt x="122" y="64"/>
                  </a:lnTo>
                  <a:lnTo>
                    <a:pt x="126" y="66"/>
                  </a:lnTo>
                  <a:lnTo>
                    <a:pt x="127" y="68"/>
                  </a:lnTo>
                  <a:lnTo>
                    <a:pt x="128" y="69"/>
                  </a:lnTo>
                  <a:lnTo>
                    <a:pt x="127" y="71"/>
                  </a:lnTo>
                  <a:lnTo>
                    <a:pt x="127" y="73"/>
                  </a:lnTo>
                  <a:lnTo>
                    <a:pt x="126" y="75"/>
                  </a:lnTo>
                  <a:lnTo>
                    <a:pt x="125" y="77"/>
                  </a:lnTo>
                  <a:lnTo>
                    <a:pt x="123" y="78"/>
                  </a:lnTo>
                  <a:lnTo>
                    <a:pt x="122" y="80"/>
                  </a:lnTo>
                  <a:lnTo>
                    <a:pt x="121" y="83"/>
                  </a:lnTo>
                  <a:lnTo>
                    <a:pt x="122" y="85"/>
                  </a:lnTo>
                  <a:lnTo>
                    <a:pt x="123" y="86"/>
                  </a:lnTo>
                  <a:lnTo>
                    <a:pt x="125" y="86"/>
                  </a:lnTo>
                  <a:lnTo>
                    <a:pt x="127" y="86"/>
                  </a:lnTo>
                  <a:lnTo>
                    <a:pt x="127" y="86"/>
                  </a:lnTo>
                  <a:lnTo>
                    <a:pt x="127" y="85"/>
                  </a:lnTo>
                  <a:lnTo>
                    <a:pt x="128" y="83"/>
                  </a:lnTo>
                  <a:lnTo>
                    <a:pt x="128" y="80"/>
                  </a:lnTo>
                  <a:lnTo>
                    <a:pt x="129" y="79"/>
                  </a:lnTo>
                  <a:lnTo>
                    <a:pt x="131" y="79"/>
                  </a:lnTo>
                  <a:lnTo>
                    <a:pt x="131" y="85"/>
                  </a:lnTo>
                  <a:lnTo>
                    <a:pt x="129" y="90"/>
                  </a:lnTo>
                  <a:lnTo>
                    <a:pt x="128" y="94"/>
                  </a:lnTo>
                  <a:lnTo>
                    <a:pt x="128" y="106"/>
                  </a:lnTo>
                  <a:lnTo>
                    <a:pt x="130" y="112"/>
                  </a:lnTo>
                  <a:lnTo>
                    <a:pt x="131" y="116"/>
                  </a:lnTo>
                  <a:lnTo>
                    <a:pt x="134" y="118"/>
                  </a:lnTo>
                  <a:lnTo>
                    <a:pt x="136" y="120"/>
                  </a:lnTo>
                  <a:lnTo>
                    <a:pt x="142" y="128"/>
                  </a:lnTo>
                  <a:lnTo>
                    <a:pt x="148" y="136"/>
                  </a:lnTo>
                  <a:lnTo>
                    <a:pt x="153" y="144"/>
                  </a:lnTo>
                  <a:lnTo>
                    <a:pt x="159" y="150"/>
                  </a:lnTo>
                  <a:lnTo>
                    <a:pt x="161" y="155"/>
                  </a:lnTo>
                  <a:lnTo>
                    <a:pt x="161" y="161"/>
                  </a:lnTo>
                  <a:lnTo>
                    <a:pt x="158" y="163"/>
                  </a:lnTo>
                  <a:lnTo>
                    <a:pt x="154" y="163"/>
                  </a:lnTo>
                  <a:lnTo>
                    <a:pt x="153" y="162"/>
                  </a:lnTo>
                  <a:lnTo>
                    <a:pt x="153" y="163"/>
                  </a:lnTo>
                  <a:lnTo>
                    <a:pt x="152" y="165"/>
                  </a:lnTo>
                  <a:lnTo>
                    <a:pt x="151" y="167"/>
                  </a:lnTo>
                  <a:lnTo>
                    <a:pt x="138" y="165"/>
                  </a:lnTo>
                  <a:lnTo>
                    <a:pt x="127" y="165"/>
                  </a:lnTo>
                  <a:lnTo>
                    <a:pt x="116" y="166"/>
                  </a:lnTo>
                  <a:lnTo>
                    <a:pt x="109" y="167"/>
                  </a:lnTo>
                  <a:lnTo>
                    <a:pt x="102" y="170"/>
                  </a:lnTo>
                  <a:lnTo>
                    <a:pt x="97" y="176"/>
                  </a:lnTo>
                  <a:lnTo>
                    <a:pt x="93" y="181"/>
                  </a:lnTo>
                  <a:lnTo>
                    <a:pt x="89" y="185"/>
                  </a:lnTo>
                  <a:lnTo>
                    <a:pt x="85" y="186"/>
                  </a:lnTo>
                  <a:lnTo>
                    <a:pt x="78" y="185"/>
                  </a:lnTo>
                  <a:lnTo>
                    <a:pt x="69" y="183"/>
                  </a:lnTo>
                  <a:lnTo>
                    <a:pt x="59" y="180"/>
                  </a:lnTo>
                  <a:lnTo>
                    <a:pt x="49" y="178"/>
                  </a:lnTo>
                  <a:lnTo>
                    <a:pt x="40" y="175"/>
                  </a:lnTo>
                  <a:lnTo>
                    <a:pt x="33" y="172"/>
                  </a:lnTo>
                  <a:lnTo>
                    <a:pt x="26" y="168"/>
                  </a:lnTo>
                  <a:lnTo>
                    <a:pt x="19" y="161"/>
                  </a:lnTo>
                  <a:lnTo>
                    <a:pt x="13" y="153"/>
                  </a:lnTo>
                  <a:lnTo>
                    <a:pt x="8" y="145"/>
                  </a:lnTo>
                  <a:lnTo>
                    <a:pt x="5" y="141"/>
                  </a:lnTo>
                  <a:lnTo>
                    <a:pt x="3" y="140"/>
                  </a:lnTo>
                  <a:lnTo>
                    <a:pt x="0" y="138"/>
                  </a:lnTo>
                  <a:lnTo>
                    <a:pt x="2" y="131"/>
                  </a:lnTo>
                  <a:lnTo>
                    <a:pt x="5" y="125"/>
                  </a:lnTo>
                  <a:lnTo>
                    <a:pt x="10" y="120"/>
                  </a:lnTo>
                  <a:lnTo>
                    <a:pt x="30" y="111"/>
                  </a:lnTo>
                  <a:lnTo>
                    <a:pt x="39" y="107"/>
                  </a:lnTo>
                  <a:lnTo>
                    <a:pt x="45" y="102"/>
                  </a:lnTo>
                  <a:lnTo>
                    <a:pt x="46" y="97"/>
                  </a:lnTo>
                  <a:lnTo>
                    <a:pt x="42" y="90"/>
                  </a:lnTo>
                  <a:lnTo>
                    <a:pt x="41" y="83"/>
                  </a:lnTo>
                  <a:lnTo>
                    <a:pt x="41" y="71"/>
                  </a:lnTo>
                  <a:lnTo>
                    <a:pt x="40" y="66"/>
                  </a:lnTo>
                  <a:lnTo>
                    <a:pt x="37" y="60"/>
                  </a:lnTo>
                  <a:lnTo>
                    <a:pt x="35" y="54"/>
                  </a:lnTo>
                  <a:lnTo>
                    <a:pt x="33" y="50"/>
                  </a:lnTo>
                  <a:lnTo>
                    <a:pt x="33" y="45"/>
                  </a:lnTo>
                  <a:lnTo>
                    <a:pt x="34" y="38"/>
                  </a:lnTo>
                  <a:lnTo>
                    <a:pt x="34" y="29"/>
                  </a:lnTo>
                  <a:lnTo>
                    <a:pt x="49" y="33"/>
                  </a:lnTo>
                  <a:lnTo>
                    <a:pt x="55" y="34"/>
                  </a:lnTo>
                  <a:lnTo>
                    <a:pt x="59" y="33"/>
                  </a:lnTo>
                  <a:lnTo>
                    <a:pt x="65" y="31"/>
                  </a:lnTo>
                  <a:lnTo>
                    <a:pt x="72" y="27"/>
                  </a:lnTo>
                  <a:lnTo>
                    <a:pt x="79" y="23"/>
                  </a:lnTo>
                  <a:lnTo>
                    <a:pt x="86" y="18"/>
                  </a:lnTo>
                  <a:lnTo>
                    <a:pt x="92" y="12"/>
                  </a:lnTo>
                  <a:lnTo>
                    <a:pt x="93" y="8"/>
                  </a:lnTo>
                  <a:lnTo>
                    <a:pt x="95" y="5"/>
                  </a:lnTo>
                  <a:lnTo>
                    <a:pt x="100" y="2"/>
                  </a:lnTo>
                  <a:lnTo>
                    <a:pt x="107" y="1"/>
                  </a:lnTo>
                  <a:lnTo>
                    <a:pt x="114"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8" name="Freeform 93"/>
            <p:cNvSpPr>
              <a:spLocks/>
            </p:cNvSpPr>
            <p:nvPr/>
          </p:nvSpPr>
          <p:spPr bwMode="auto">
            <a:xfrm>
              <a:off x="3449638" y="5119688"/>
              <a:ext cx="193675" cy="238125"/>
            </a:xfrm>
            <a:custGeom>
              <a:avLst/>
              <a:gdLst/>
              <a:ahLst/>
              <a:cxnLst>
                <a:cxn ang="0">
                  <a:pos x="47" y="0"/>
                </a:cxn>
                <a:cxn ang="0">
                  <a:pos x="56" y="6"/>
                </a:cxn>
                <a:cxn ang="0">
                  <a:pos x="66" y="7"/>
                </a:cxn>
                <a:cxn ang="0">
                  <a:pos x="81" y="8"/>
                </a:cxn>
                <a:cxn ang="0">
                  <a:pos x="89" y="13"/>
                </a:cxn>
                <a:cxn ang="0">
                  <a:pos x="91" y="16"/>
                </a:cxn>
                <a:cxn ang="0">
                  <a:pos x="100" y="17"/>
                </a:cxn>
                <a:cxn ang="0">
                  <a:pos x="106" y="15"/>
                </a:cxn>
                <a:cxn ang="0">
                  <a:pos x="110" y="16"/>
                </a:cxn>
                <a:cxn ang="0">
                  <a:pos x="117" y="18"/>
                </a:cxn>
                <a:cxn ang="0">
                  <a:pos x="121" y="24"/>
                </a:cxn>
                <a:cxn ang="0">
                  <a:pos x="122" y="33"/>
                </a:cxn>
                <a:cxn ang="0">
                  <a:pos x="115" y="41"/>
                </a:cxn>
                <a:cxn ang="0">
                  <a:pos x="104" y="53"/>
                </a:cxn>
                <a:cxn ang="0">
                  <a:pos x="97" y="67"/>
                </a:cxn>
                <a:cxn ang="0">
                  <a:pos x="92" y="89"/>
                </a:cxn>
                <a:cxn ang="0">
                  <a:pos x="96" y="100"/>
                </a:cxn>
                <a:cxn ang="0">
                  <a:pos x="105" y="108"/>
                </a:cxn>
                <a:cxn ang="0">
                  <a:pos x="111" y="115"/>
                </a:cxn>
                <a:cxn ang="0">
                  <a:pos x="109" y="126"/>
                </a:cxn>
                <a:cxn ang="0">
                  <a:pos x="102" y="142"/>
                </a:cxn>
                <a:cxn ang="0">
                  <a:pos x="96" y="147"/>
                </a:cxn>
                <a:cxn ang="0">
                  <a:pos x="91" y="143"/>
                </a:cxn>
                <a:cxn ang="0">
                  <a:pos x="88" y="142"/>
                </a:cxn>
                <a:cxn ang="0">
                  <a:pos x="85" y="143"/>
                </a:cxn>
                <a:cxn ang="0">
                  <a:pos x="81" y="149"/>
                </a:cxn>
                <a:cxn ang="0">
                  <a:pos x="73" y="147"/>
                </a:cxn>
                <a:cxn ang="0">
                  <a:pos x="69" y="139"/>
                </a:cxn>
                <a:cxn ang="0">
                  <a:pos x="64" y="134"/>
                </a:cxn>
                <a:cxn ang="0">
                  <a:pos x="62" y="135"/>
                </a:cxn>
                <a:cxn ang="0">
                  <a:pos x="58" y="138"/>
                </a:cxn>
                <a:cxn ang="0">
                  <a:pos x="48" y="131"/>
                </a:cxn>
                <a:cxn ang="0">
                  <a:pos x="39" y="119"/>
                </a:cxn>
                <a:cxn ang="0">
                  <a:pos x="38" y="116"/>
                </a:cxn>
                <a:cxn ang="0">
                  <a:pos x="28" y="114"/>
                </a:cxn>
                <a:cxn ang="0">
                  <a:pos x="24" y="115"/>
                </a:cxn>
                <a:cxn ang="0">
                  <a:pos x="21" y="114"/>
                </a:cxn>
                <a:cxn ang="0">
                  <a:pos x="17" y="103"/>
                </a:cxn>
                <a:cxn ang="0">
                  <a:pos x="15" y="99"/>
                </a:cxn>
                <a:cxn ang="0">
                  <a:pos x="9" y="97"/>
                </a:cxn>
                <a:cxn ang="0">
                  <a:pos x="7" y="90"/>
                </a:cxn>
                <a:cxn ang="0">
                  <a:pos x="9" y="77"/>
                </a:cxn>
                <a:cxn ang="0">
                  <a:pos x="15" y="62"/>
                </a:cxn>
                <a:cxn ang="0">
                  <a:pos x="14" y="58"/>
                </a:cxn>
                <a:cxn ang="0">
                  <a:pos x="13" y="52"/>
                </a:cxn>
                <a:cxn ang="0">
                  <a:pos x="7" y="44"/>
                </a:cxn>
                <a:cxn ang="0">
                  <a:pos x="1" y="37"/>
                </a:cxn>
                <a:cxn ang="0">
                  <a:pos x="2" y="28"/>
                </a:cxn>
                <a:cxn ang="0">
                  <a:pos x="5" y="24"/>
                </a:cxn>
                <a:cxn ang="0">
                  <a:pos x="6" y="21"/>
                </a:cxn>
                <a:cxn ang="0">
                  <a:pos x="6" y="19"/>
                </a:cxn>
                <a:cxn ang="0">
                  <a:pos x="9" y="20"/>
                </a:cxn>
                <a:cxn ang="0">
                  <a:pos x="22" y="26"/>
                </a:cxn>
                <a:cxn ang="0">
                  <a:pos x="28" y="26"/>
                </a:cxn>
                <a:cxn ang="0">
                  <a:pos x="31" y="20"/>
                </a:cxn>
                <a:cxn ang="0">
                  <a:pos x="36" y="13"/>
                </a:cxn>
                <a:cxn ang="0">
                  <a:pos x="40" y="4"/>
                </a:cxn>
              </a:cxnLst>
              <a:rect l="0" t="0" r="r" b="b"/>
              <a:pathLst>
                <a:path w="122" h="150">
                  <a:moveTo>
                    <a:pt x="43" y="0"/>
                  </a:moveTo>
                  <a:lnTo>
                    <a:pt x="47" y="0"/>
                  </a:lnTo>
                  <a:lnTo>
                    <a:pt x="50" y="2"/>
                  </a:lnTo>
                  <a:lnTo>
                    <a:pt x="56" y="6"/>
                  </a:lnTo>
                  <a:lnTo>
                    <a:pt x="57" y="7"/>
                  </a:lnTo>
                  <a:lnTo>
                    <a:pt x="66" y="7"/>
                  </a:lnTo>
                  <a:lnTo>
                    <a:pt x="73" y="8"/>
                  </a:lnTo>
                  <a:lnTo>
                    <a:pt x="81" y="8"/>
                  </a:lnTo>
                  <a:lnTo>
                    <a:pt x="86" y="11"/>
                  </a:lnTo>
                  <a:lnTo>
                    <a:pt x="89" y="13"/>
                  </a:lnTo>
                  <a:lnTo>
                    <a:pt x="90" y="15"/>
                  </a:lnTo>
                  <a:lnTo>
                    <a:pt x="91" y="16"/>
                  </a:lnTo>
                  <a:lnTo>
                    <a:pt x="93" y="17"/>
                  </a:lnTo>
                  <a:lnTo>
                    <a:pt x="100" y="17"/>
                  </a:lnTo>
                  <a:lnTo>
                    <a:pt x="102" y="16"/>
                  </a:lnTo>
                  <a:lnTo>
                    <a:pt x="106" y="15"/>
                  </a:lnTo>
                  <a:lnTo>
                    <a:pt x="108" y="15"/>
                  </a:lnTo>
                  <a:lnTo>
                    <a:pt x="110" y="16"/>
                  </a:lnTo>
                  <a:lnTo>
                    <a:pt x="113" y="16"/>
                  </a:lnTo>
                  <a:lnTo>
                    <a:pt x="117" y="18"/>
                  </a:lnTo>
                  <a:lnTo>
                    <a:pt x="119" y="19"/>
                  </a:lnTo>
                  <a:lnTo>
                    <a:pt x="121" y="24"/>
                  </a:lnTo>
                  <a:lnTo>
                    <a:pt x="122" y="29"/>
                  </a:lnTo>
                  <a:lnTo>
                    <a:pt x="122" y="33"/>
                  </a:lnTo>
                  <a:lnTo>
                    <a:pt x="120" y="36"/>
                  </a:lnTo>
                  <a:lnTo>
                    <a:pt x="115" y="41"/>
                  </a:lnTo>
                  <a:lnTo>
                    <a:pt x="109" y="48"/>
                  </a:lnTo>
                  <a:lnTo>
                    <a:pt x="104" y="53"/>
                  </a:lnTo>
                  <a:lnTo>
                    <a:pt x="100" y="58"/>
                  </a:lnTo>
                  <a:lnTo>
                    <a:pt x="97" y="67"/>
                  </a:lnTo>
                  <a:lnTo>
                    <a:pt x="94" y="78"/>
                  </a:lnTo>
                  <a:lnTo>
                    <a:pt x="92" y="89"/>
                  </a:lnTo>
                  <a:lnTo>
                    <a:pt x="93" y="95"/>
                  </a:lnTo>
                  <a:lnTo>
                    <a:pt x="96" y="100"/>
                  </a:lnTo>
                  <a:lnTo>
                    <a:pt x="100" y="104"/>
                  </a:lnTo>
                  <a:lnTo>
                    <a:pt x="105" y="108"/>
                  </a:lnTo>
                  <a:lnTo>
                    <a:pt x="109" y="110"/>
                  </a:lnTo>
                  <a:lnTo>
                    <a:pt x="111" y="115"/>
                  </a:lnTo>
                  <a:lnTo>
                    <a:pt x="111" y="119"/>
                  </a:lnTo>
                  <a:lnTo>
                    <a:pt x="109" y="126"/>
                  </a:lnTo>
                  <a:lnTo>
                    <a:pt x="107" y="134"/>
                  </a:lnTo>
                  <a:lnTo>
                    <a:pt x="102" y="142"/>
                  </a:lnTo>
                  <a:lnTo>
                    <a:pt x="99" y="150"/>
                  </a:lnTo>
                  <a:lnTo>
                    <a:pt x="96" y="147"/>
                  </a:lnTo>
                  <a:lnTo>
                    <a:pt x="92" y="144"/>
                  </a:lnTo>
                  <a:lnTo>
                    <a:pt x="91" y="143"/>
                  </a:lnTo>
                  <a:lnTo>
                    <a:pt x="89" y="142"/>
                  </a:lnTo>
                  <a:lnTo>
                    <a:pt x="88" y="142"/>
                  </a:lnTo>
                  <a:lnTo>
                    <a:pt x="86" y="143"/>
                  </a:lnTo>
                  <a:lnTo>
                    <a:pt x="85" y="143"/>
                  </a:lnTo>
                  <a:lnTo>
                    <a:pt x="84" y="145"/>
                  </a:lnTo>
                  <a:lnTo>
                    <a:pt x="81" y="149"/>
                  </a:lnTo>
                  <a:lnTo>
                    <a:pt x="73" y="149"/>
                  </a:lnTo>
                  <a:lnTo>
                    <a:pt x="73" y="147"/>
                  </a:lnTo>
                  <a:lnTo>
                    <a:pt x="72" y="144"/>
                  </a:lnTo>
                  <a:lnTo>
                    <a:pt x="69" y="139"/>
                  </a:lnTo>
                  <a:lnTo>
                    <a:pt x="66" y="135"/>
                  </a:lnTo>
                  <a:lnTo>
                    <a:pt x="64" y="134"/>
                  </a:lnTo>
                  <a:lnTo>
                    <a:pt x="63" y="134"/>
                  </a:lnTo>
                  <a:lnTo>
                    <a:pt x="62" y="135"/>
                  </a:lnTo>
                  <a:lnTo>
                    <a:pt x="60" y="136"/>
                  </a:lnTo>
                  <a:lnTo>
                    <a:pt x="58" y="138"/>
                  </a:lnTo>
                  <a:lnTo>
                    <a:pt x="55" y="138"/>
                  </a:lnTo>
                  <a:lnTo>
                    <a:pt x="48" y="131"/>
                  </a:lnTo>
                  <a:lnTo>
                    <a:pt x="40" y="122"/>
                  </a:lnTo>
                  <a:lnTo>
                    <a:pt x="39" y="119"/>
                  </a:lnTo>
                  <a:lnTo>
                    <a:pt x="39" y="117"/>
                  </a:lnTo>
                  <a:lnTo>
                    <a:pt x="38" y="116"/>
                  </a:lnTo>
                  <a:lnTo>
                    <a:pt x="34" y="114"/>
                  </a:lnTo>
                  <a:lnTo>
                    <a:pt x="28" y="114"/>
                  </a:lnTo>
                  <a:lnTo>
                    <a:pt x="26" y="115"/>
                  </a:lnTo>
                  <a:lnTo>
                    <a:pt x="24" y="115"/>
                  </a:lnTo>
                  <a:lnTo>
                    <a:pt x="23" y="114"/>
                  </a:lnTo>
                  <a:lnTo>
                    <a:pt x="21" y="114"/>
                  </a:lnTo>
                  <a:lnTo>
                    <a:pt x="19" y="110"/>
                  </a:lnTo>
                  <a:lnTo>
                    <a:pt x="17" y="103"/>
                  </a:lnTo>
                  <a:lnTo>
                    <a:pt x="16" y="101"/>
                  </a:lnTo>
                  <a:lnTo>
                    <a:pt x="15" y="99"/>
                  </a:lnTo>
                  <a:lnTo>
                    <a:pt x="13" y="98"/>
                  </a:lnTo>
                  <a:lnTo>
                    <a:pt x="9" y="97"/>
                  </a:lnTo>
                  <a:lnTo>
                    <a:pt x="7" y="92"/>
                  </a:lnTo>
                  <a:lnTo>
                    <a:pt x="7" y="90"/>
                  </a:lnTo>
                  <a:lnTo>
                    <a:pt x="8" y="85"/>
                  </a:lnTo>
                  <a:lnTo>
                    <a:pt x="9" y="77"/>
                  </a:lnTo>
                  <a:lnTo>
                    <a:pt x="12" y="70"/>
                  </a:lnTo>
                  <a:lnTo>
                    <a:pt x="15" y="62"/>
                  </a:lnTo>
                  <a:lnTo>
                    <a:pt x="15" y="60"/>
                  </a:lnTo>
                  <a:lnTo>
                    <a:pt x="14" y="58"/>
                  </a:lnTo>
                  <a:lnTo>
                    <a:pt x="13" y="56"/>
                  </a:lnTo>
                  <a:lnTo>
                    <a:pt x="13" y="52"/>
                  </a:lnTo>
                  <a:lnTo>
                    <a:pt x="11" y="48"/>
                  </a:lnTo>
                  <a:lnTo>
                    <a:pt x="7" y="44"/>
                  </a:lnTo>
                  <a:lnTo>
                    <a:pt x="3" y="41"/>
                  </a:lnTo>
                  <a:lnTo>
                    <a:pt x="1" y="37"/>
                  </a:lnTo>
                  <a:lnTo>
                    <a:pt x="0" y="33"/>
                  </a:lnTo>
                  <a:lnTo>
                    <a:pt x="2" y="28"/>
                  </a:lnTo>
                  <a:lnTo>
                    <a:pt x="4" y="25"/>
                  </a:lnTo>
                  <a:lnTo>
                    <a:pt x="5" y="24"/>
                  </a:lnTo>
                  <a:lnTo>
                    <a:pt x="5" y="22"/>
                  </a:lnTo>
                  <a:lnTo>
                    <a:pt x="6" y="21"/>
                  </a:lnTo>
                  <a:lnTo>
                    <a:pt x="6" y="20"/>
                  </a:lnTo>
                  <a:lnTo>
                    <a:pt x="6" y="19"/>
                  </a:lnTo>
                  <a:lnTo>
                    <a:pt x="8" y="19"/>
                  </a:lnTo>
                  <a:lnTo>
                    <a:pt x="9" y="20"/>
                  </a:lnTo>
                  <a:lnTo>
                    <a:pt x="16" y="23"/>
                  </a:lnTo>
                  <a:lnTo>
                    <a:pt x="22" y="26"/>
                  </a:lnTo>
                  <a:lnTo>
                    <a:pt x="26" y="27"/>
                  </a:lnTo>
                  <a:lnTo>
                    <a:pt x="28" y="26"/>
                  </a:lnTo>
                  <a:lnTo>
                    <a:pt x="30" y="23"/>
                  </a:lnTo>
                  <a:lnTo>
                    <a:pt x="31" y="20"/>
                  </a:lnTo>
                  <a:lnTo>
                    <a:pt x="32" y="18"/>
                  </a:lnTo>
                  <a:lnTo>
                    <a:pt x="36" y="13"/>
                  </a:lnTo>
                  <a:lnTo>
                    <a:pt x="38" y="8"/>
                  </a:lnTo>
                  <a:lnTo>
                    <a:pt x="40" y="4"/>
                  </a:lnTo>
                  <a:lnTo>
                    <a:pt x="43"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09" name="Freeform 94"/>
            <p:cNvSpPr>
              <a:spLocks/>
            </p:cNvSpPr>
            <p:nvPr/>
          </p:nvSpPr>
          <p:spPr bwMode="auto">
            <a:xfrm>
              <a:off x="3606801" y="5307013"/>
              <a:ext cx="160338" cy="160338"/>
            </a:xfrm>
            <a:custGeom>
              <a:avLst/>
              <a:gdLst/>
              <a:ahLst/>
              <a:cxnLst>
                <a:cxn ang="0">
                  <a:pos x="26" y="0"/>
                </a:cxn>
                <a:cxn ang="0">
                  <a:pos x="29" y="1"/>
                </a:cxn>
                <a:cxn ang="0">
                  <a:pos x="36" y="8"/>
                </a:cxn>
                <a:cxn ang="0">
                  <a:pos x="42" y="16"/>
                </a:cxn>
                <a:cxn ang="0">
                  <a:pos x="48" y="24"/>
                </a:cxn>
                <a:cxn ang="0">
                  <a:pos x="54" y="33"/>
                </a:cxn>
                <a:cxn ang="0">
                  <a:pos x="60" y="41"/>
                </a:cxn>
                <a:cxn ang="0">
                  <a:pos x="66" y="48"/>
                </a:cxn>
                <a:cxn ang="0">
                  <a:pos x="69" y="52"/>
                </a:cxn>
                <a:cxn ang="0">
                  <a:pos x="72" y="54"/>
                </a:cxn>
                <a:cxn ang="0">
                  <a:pos x="75" y="53"/>
                </a:cxn>
                <a:cxn ang="0">
                  <a:pos x="79" y="51"/>
                </a:cxn>
                <a:cxn ang="0">
                  <a:pos x="92" y="46"/>
                </a:cxn>
                <a:cxn ang="0">
                  <a:pos x="95" y="53"/>
                </a:cxn>
                <a:cxn ang="0">
                  <a:pos x="98" y="60"/>
                </a:cxn>
                <a:cxn ang="0">
                  <a:pos x="101" y="68"/>
                </a:cxn>
                <a:cxn ang="0">
                  <a:pos x="100" y="70"/>
                </a:cxn>
                <a:cxn ang="0">
                  <a:pos x="98" y="72"/>
                </a:cxn>
                <a:cxn ang="0">
                  <a:pos x="95" y="74"/>
                </a:cxn>
                <a:cxn ang="0">
                  <a:pos x="87" y="76"/>
                </a:cxn>
                <a:cxn ang="0">
                  <a:pos x="82" y="76"/>
                </a:cxn>
                <a:cxn ang="0">
                  <a:pos x="78" y="75"/>
                </a:cxn>
                <a:cxn ang="0">
                  <a:pos x="77" y="75"/>
                </a:cxn>
                <a:cxn ang="0">
                  <a:pos x="76" y="76"/>
                </a:cxn>
                <a:cxn ang="0">
                  <a:pos x="77" y="80"/>
                </a:cxn>
                <a:cxn ang="0">
                  <a:pos x="79" y="86"/>
                </a:cxn>
                <a:cxn ang="0">
                  <a:pos x="82" y="92"/>
                </a:cxn>
                <a:cxn ang="0">
                  <a:pos x="81" y="94"/>
                </a:cxn>
                <a:cxn ang="0">
                  <a:pos x="79" y="97"/>
                </a:cxn>
                <a:cxn ang="0">
                  <a:pos x="78" y="99"/>
                </a:cxn>
                <a:cxn ang="0">
                  <a:pos x="73" y="99"/>
                </a:cxn>
                <a:cxn ang="0">
                  <a:pos x="62" y="101"/>
                </a:cxn>
                <a:cxn ang="0">
                  <a:pos x="60" y="101"/>
                </a:cxn>
                <a:cxn ang="0">
                  <a:pos x="57" y="101"/>
                </a:cxn>
                <a:cxn ang="0">
                  <a:pos x="51" y="99"/>
                </a:cxn>
                <a:cxn ang="0">
                  <a:pos x="43" y="96"/>
                </a:cxn>
                <a:cxn ang="0">
                  <a:pos x="36" y="92"/>
                </a:cxn>
                <a:cxn ang="0">
                  <a:pos x="30" y="87"/>
                </a:cxn>
                <a:cxn ang="0">
                  <a:pos x="25" y="83"/>
                </a:cxn>
                <a:cxn ang="0">
                  <a:pos x="23" y="78"/>
                </a:cxn>
                <a:cxn ang="0">
                  <a:pos x="23" y="74"/>
                </a:cxn>
                <a:cxn ang="0">
                  <a:pos x="28" y="67"/>
                </a:cxn>
                <a:cxn ang="0">
                  <a:pos x="30" y="62"/>
                </a:cxn>
                <a:cxn ang="0">
                  <a:pos x="30" y="58"/>
                </a:cxn>
                <a:cxn ang="0">
                  <a:pos x="27" y="52"/>
                </a:cxn>
                <a:cxn ang="0">
                  <a:pos x="18" y="44"/>
                </a:cxn>
                <a:cxn ang="0">
                  <a:pos x="9" y="38"/>
                </a:cxn>
                <a:cxn ang="0">
                  <a:pos x="0" y="32"/>
                </a:cxn>
                <a:cxn ang="0">
                  <a:pos x="5" y="22"/>
                </a:cxn>
                <a:cxn ang="0">
                  <a:pos x="9" y="11"/>
                </a:cxn>
                <a:cxn ang="0">
                  <a:pos x="12" y="2"/>
                </a:cxn>
                <a:cxn ang="0">
                  <a:pos x="19" y="1"/>
                </a:cxn>
                <a:cxn ang="0">
                  <a:pos x="26" y="0"/>
                </a:cxn>
              </a:cxnLst>
              <a:rect l="0" t="0" r="r" b="b"/>
              <a:pathLst>
                <a:path w="101" h="101">
                  <a:moveTo>
                    <a:pt x="26" y="0"/>
                  </a:moveTo>
                  <a:lnTo>
                    <a:pt x="29" y="1"/>
                  </a:lnTo>
                  <a:lnTo>
                    <a:pt x="36" y="8"/>
                  </a:lnTo>
                  <a:lnTo>
                    <a:pt x="42" y="16"/>
                  </a:lnTo>
                  <a:lnTo>
                    <a:pt x="48" y="24"/>
                  </a:lnTo>
                  <a:lnTo>
                    <a:pt x="54" y="33"/>
                  </a:lnTo>
                  <a:lnTo>
                    <a:pt x="60" y="41"/>
                  </a:lnTo>
                  <a:lnTo>
                    <a:pt x="66" y="48"/>
                  </a:lnTo>
                  <a:lnTo>
                    <a:pt x="69" y="52"/>
                  </a:lnTo>
                  <a:lnTo>
                    <a:pt x="72" y="54"/>
                  </a:lnTo>
                  <a:lnTo>
                    <a:pt x="75" y="53"/>
                  </a:lnTo>
                  <a:lnTo>
                    <a:pt x="79" y="51"/>
                  </a:lnTo>
                  <a:lnTo>
                    <a:pt x="92" y="46"/>
                  </a:lnTo>
                  <a:lnTo>
                    <a:pt x="95" y="53"/>
                  </a:lnTo>
                  <a:lnTo>
                    <a:pt x="98" y="60"/>
                  </a:lnTo>
                  <a:lnTo>
                    <a:pt x="101" y="68"/>
                  </a:lnTo>
                  <a:lnTo>
                    <a:pt x="100" y="70"/>
                  </a:lnTo>
                  <a:lnTo>
                    <a:pt x="98" y="72"/>
                  </a:lnTo>
                  <a:lnTo>
                    <a:pt x="95" y="74"/>
                  </a:lnTo>
                  <a:lnTo>
                    <a:pt x="87" y="76"/>
                  </a:lnTo>
                  <a:lnTo>
                    <a:pt x="82" y="76"/>
                  </a:lnTo>
                  <a:lnTo>
                    <a:pt x="78" y="75"/>
                  </a:lnTo>
                  <a:lnTo>
                    <a:pt x="77" y="75"/>
                  </a:lnTo>
                  <a:lnTo>
                    <a:pt x="76" y="76"/>
                  </a:lnTo>
                  <a:lnTo>
                    <a:pt x="77" y="80"/>
                  </a:lnTo>
                  <a:lnTo>
                    <a:pt x="79" y="86"/>
                  </a:lnTo>
                  <a:lnTo>
                    <a:pt x="82" y="92"/>
                  </a:lnTo>
                  <a:lnTo>
                    <a:pt x="81" y="94"/>
                  </a:lnTo>
                  <a:lnTo>
                    <a:pt x="79" y="97"/>
                  </a:lnTo>
                  <a:lnTo>
                    <a:pt x="78" y="99"/>
                  </a:lnTo>
                  <a:lnTo>
                    <a:pt x="73" y="99"/>
                  </a:lnTo>
                  <a:lnTo>
                    <a:pt x="62" y="101"/>
                  </a:lnTo>
                  <a:lnTo>
                    <a:pt x="60" y="101"/>
                  </a:lnTo>
                  <a:lnTo>
                    <a:pt x="57" y="101"/>
                  </a:lnTo>
                  <a:lnTo>
                    <a:pt x="51" y="99"/>
                  </a:lnTo>
                  <a:lnTo>
                    <a:pt x="43" y="96"/>
                  </a:lnTo>
                  <a:lnTo>
                    <a:pt x="36" y="92"/>
                  </a:lnTo>
                  <a:lnTo>
                    <a:pt x="30" y="87"/>
                  </a:lnTo>
                  <a:lnTo>
                    <a:pt x="25" y="83"/>
                  </a:lnTo>
                  <a:lnTo>
                    <a:pt x="23" y="78"/>
                  </a:lnTo>
                  <a:lnTo>
                    <a:pt x="23" y="74"/>
                  </a:lnTo>
                  <a:lnTo>
                    <a:pt x="28" y="67"/>
                  </a:lnTo>
                  <a:lnTo>
                    <a:pt x="30" y="62"/>
                  </a:lnTo>
                  <a:lnTo>
                    <a:pt x="30" y="58"/>
                  </a:lnTo>
                  <a:lnTo>
                    <a:pt x="27" y="52"/>
                  </a:lnTo>
                  <a:lnTo>
                    <a:pt x="18" y="44"/>
                  </a:lnTo>
                  <a:lnTo>
                    <a:pt x="9" y="38"/>
                  </a:lnTo>
                  <a:lnTo>
                    <a:pt x="0" y="32"/>
                  </a:lnTo>
                  <a:lnTo>
                    <a:pt x="5" y="22"/>
                  </a:lnTo>
                  <a:lnTo>
                    <a:pt x="9" y="11"/>
                  </a:lnTo>
                  <a:lnTo>
                    <a:pt x="12" y="2"/>
                  </a:lnTo>
                  <a:lnTo>
                    <a:pt x="19" y="1"/>
                  </a:lnTo>
                  <a:lnTo>
                    <a:pt x="2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10" name="Freeform 95"/>
            <p:cNvSpPr>
              <a:spLocks/>
            </p:cNvSpPr>
            <p:nvPr/>
          </p:nvSpPr>
          <p:spPr bwMode="auto">
            <a:xfrm>
              <a:off x="3595688" y="5176838"/>
              <a:ext cx="201613" cy="215900"/>
            </a:xfrm>
            <a:custGeom>
              <a:avLst/>
              <a:gdLst/>
              <a:ahLst/>
              <a:cxnLst>
                <a:cxn ang="0">
                  <a:pos x="31" y="3"/>
                </a:cxn>
                <a:cxn ang="0">
                  <a:pos x="34" y="9"/>
                </a:cxn>
                <a:cxn ang="0">
                  <a:pos x="41" y="15"/>
                </a:cxn>
                <a:cxn ang="0">
                  <a:pos x="52" y="16"/>
                </a:cxn>
                <a:cxn ang="0">
                  <a:pos x="58" y="22"/>
                </a:cxn>
                <a:cxn ang="0">
                  <a:pos x="56" y="34"/>
                </a:cxn>
                <a:cxn ang="0">
                  <a:pos x="58" y="46"/>
                </a:cxn>
                <a:cxn ang="0">
                  <a:pos x="64" y="49"/>
                </a:cxn>
                <a:cxn ang="0">
                  <a:pos x="69" y="45"/>
                </a:cxn>
                <a:cxn ang="0">
                  <a:pos x="72" y="40"/>
                </a:cxn>
                <a:cxn ang="0">
                  <a:pos x="75" y="39"/>
                </a:cxn>
                <a:cxn ang="0">
                  <a:pos x="78" y="44"/>
                </a:cxn>
                <a:cxn ang="0">
                  <a:pos x="80" y="49"/>
                </a:cxn>
                <a:cxn ang="0">
                  <a:pos x="84" y="48"/>
                </a:cxn>
                <a:cxn ang="0">
                  <a:pos x="92" y="44"/>
                </a:cxn>
                <a:cxn ang="0">
                  <a:pos x="98" y="48"/>
                </a:cxn>
                <a:cxn ang="0">
                  <a:pos x="115" y="53"/>
                </a:cxn>
                <a:cxn ang="0">
                  <a:pos x="120" y="64"/>
                </a:cxn>
                <a:cxn ang="0">
                  <a:pos x="116" y="71"/>
                </a:cxn>
                <a:cxn ang="0">
                  <a:pos x="125" y="76"/>
                </a:cxn>
                <a:cxn ang="0">
                  <a:pos x="127" y="86"/>
                </a:cxn>
                <a:cxn ang="0">
                  <a:pos x="124" y="96"/>
                </a:cxn>
                <a:cxn ang="0">
                  <a:pos x="116" y="101"/>
                </a:cxn>
                <a:cxn ang="0">
                  <a:pos x="104" y="102"/>
                </a:cxn>
                <a:cxn ang="0">
                  <a:pos x="92" y="100"/>
                </a:cxn>
                <a:cxn ang="0">
                  <a:pos x="90" y="106"/>
                </a:cxn>
                <a:cxn ang="0">
                  <a:pos x="95" y="119"/>
                </a:cxn>
                <a:cxn ang="0">
                  <a:pos x="86" y="133"/>
                </a:cxn>
                <a:cxn ang="0">
                  <a:pos x="79" y="136"/>
                </a:cxn>
                <a:cxn ang="0">
                  <a:pos x="73" y="130"/>
                </a:cxn>
                <a:cxn ang="0">
                  <a:pos x="61" y="115"/>
                </a:cxn>
                <a:cxn ang="0">
                  <a:pos x="49" y="98"/>
                </a:cxn>
                <a:cxn ang="0">
                  <a:pos x="36" y="83"/>
                </a:cxn>
                <a:cxn ang="0">
                  <a:pos x="26" y="83"/>
                </a:cxn>
                <a:cxn ang="0">
                  <a:pos x="20" y="81"/>
                </a:cxn>
                <a:cxn ang="0">
                  <a:pos x="17" y="74"/>
                </a:cxn>
                <a:cxn ang="0">
                  <a:pos x="8" y="68"/>
                </a:cxn>
                <a:cxn ang="0">
                  <a:pos x="1" y="59"/>
                </a:cxn>
                <a:cxn ang="0">
                  <a:pos x="2" y="42"/>
                </a:cxn>
                <a:cxn ang="0">
                  <a:pos x="8" y="22"/>
                </a:cxn>
                <a:cxn ang="0">
                  <a:pos x="17" y="12"/>
                </a:cxn>
                <a:cxn ang="0">
                  <a:pos x="28" y="0"/>
                </a:cxn>
              </a:cxnLst>
              <a:rect l="0" t="0" r="r" b="b"/>
              <a:pathLst>
                <a:path w="127" h="136">
                  <a:moveTo>
                    <a:pt x="28" y="0"/>
                  </a:moveTo>
                  <a:lnTo>
                    <a:pt x="31" y="3"/>
                  </a:lnTo>
                  <a:lnTo>
                    <a:pt x="33" y="6"/>
                  </a:lnTo>
                  <a:lnTo>
                    <a:pt x="34" y="9"/>
                  </a:lnTo>
                  <a:lnTo>
                    <a:pt x="36" y="13"/>
                  </a:lnTo>
                  <a:lnTo>
                    <a:pt x="41" y="15"/>
                  </a:lnTo>
                  <a:lnTo>
                    <a:pt x="44" y="16"/>
                  </a:lnTo>
                  <a:lnTo>
                    <a:pt x="52" y="16"/>
                  </a:lnTo>
                  <a:lnTo>
                    <a:pt x="56" y="18"/>
                  </a:lnTo>
                  <a:lnTo>
                    <a:pt x="58" y="22"/>
                  </a:lnTo>
                  <a:lnTo>
                    <a:pt x="58" y="31"/>
                  </a:lnTo>
                  <a:lnTo>
                    <a:pt x="56" y="34"/>
                  </a:lnTo>
                  <a:lnTo>
                    <a:pt x="55" y="39"/>
                  </a:lnTo>
                  <a:lnTo>
                    <a:pt x="58" y="46"/>
                  </a:lnTo>
                  <a:lnTo>
                    <a:pt x="62" y="49"/>
                  </a:lnTo>
                  <a:lnTo>
                    <a:pt x="64" y="49"/>
                  </a:lnTo>
                  <a:lnTo>
                    <a:pt x="66" y="48"/>
                  </a:lnTo>
                  <a:lnTo>
                    <a:pt x="69" y="45"/>
                  </a:lnTo>
                  <a:lnTo>
                    <a:pt x="71" y="42"/>
                  </a:lnTo>
                  <a:lnTo>
                    <a:pt x="72" y="40"/>
                  </a:lnTo>
                  <a:lnTo>
                    <a:pt x="74" y="39"/>
                  </a:lnTo>
                  <a:lnTo>
                    <a:pt x="75" y="39"/>
                  </a:lnTo>
                  <a:lnTo>
                    <a:pt x="76" y="40"/>
                  </a:lnTo>
                  <a:lnTo>
                    <a:pt x="78" y="44"/>
                  </a:lnTo>
                  <a:lnTo>
                    <a:pt x="78" y="46"/>
                  </a:lnTo>
                  <a:lnTo>
                    <a:pt x="80" y="49"/>
                  </a:lnTo>
                  <a:lnTo>
                    <a:pt x="83" y="49"/>
                  </a:lnTo>
                  <a:lnTo>
                    <a:pt x="84" y="48"/>
                  </a:lnTo>
                  <a:lnTo>
                    <a:pt x="86" y="47"/>
                  </a:lnTo>
                  <a:lnTo>
                    <a:pt x="92" y="44"/>
                  </a:lnTo>
                  <a:lnTo>
                    <a:pt x="93" y="45"/>
                  </a:lnTo>
                  <a:lnTo>
                    <a:pt x="98" y="48"/>
                  </a:lnTo>
                  <a:lnTo>
                    <a:pt x="106" y="50"/>
                  </a:lnTo>
                  <a:lnTo>
                    <a:pt x="115" y="53"/>
                  </a:lnTo>
                  <a:lnTo>
                    <a:pt x="126" y="56"/>
                  </a:lnTo>
                  <a:lnTo>
                    <a:pt x="120" y="64"/>
                  </a:lnTo>
                  <a:lnTo>
                    <a:pt x="118" y="67"/>
                  </a:lnTo>
                  <a:lnTo>
                    <a:pt x="116" y="71"/>
                  </a:lnTo>
                  <a:lnTo>
                    <a:pt x="118" y="73"/>
                  </a:lnTo>
                  <a:lnTo>
                    <a:pt x="125" y="76"/>
                  </a:lnTo>
                  <a:lnTo>
                    <a:pt x="127" y="81"/>
                  </a:lnTo>
                  <a:lnTo>
                    <a:pt x="127" y="86"/>
                  </a:lnTo>
                  <a:lnTo>
                    <a:pt x="126" y="91"/>
                  </a:lnTo>
                  <a:lnTo>
                    <a:pt x="124" y="96"/>
                  </a:lnTo>
                  <a:lnTo>
                    <a:pt x="121" y="98"/>
                  </a:lnTo>
                  <a:lnTo>
                    <a:pt x="116" y="101"/>
                  </a:lnTo>
                  <a:lnTo>
                    <a:pt x="110" y="102"/>
                  </a:lnTo>
                  <a:lnTo>
                    <a:pt x="104" y="102"/>
                  </a:lnTo>
                  <a:lnTo>
                    <a:pt x="95" y="100"/>
                  </a:lnTo>
                  <a:lnTo>
                    <a:pt x="92" y="100"/>
                  </a:lnTo>
                  <a:lnTo>
                    <a:pt x="90" y="102"/>
                  </a:lnTo>
                  <a:lnTo>
                    <a:pt x="90" y="106"/>
                  </a:lnTo>
                  <a:lnTo>
                    <a:pt x="92" y="112"/>
                  </a:lnTo>
                  <a:lnTo>
                    <a:pt x="95" y="119"/>
                  </a:lnTo>
                  <a:lnTo>
                    <a:pt x="99" y="128"/>
                  </a:lnTo>
                  <a:lnTo>
                    <a:pt x="86" y="133"/>
                  </a:lnTo>
                  <a:lnTo>
                    <a:pt x="82" y="135"/>
                  </a:lnTo>
                  <a:lnTo>
                    <a:pt x="79" y="136"/>
                  </a:lnTo>
                  <a:lnTo>
                    <a:pt x="76" y="134"/>
                  </a:lnTo>
                  <a:lnTo>
                    <a:pt x="73" y="130"/>
                  </a:lnTo>
                  <a:lnTo>
                    <a:pt x="67" y="123"/>
                  </a:lnTo>
                  <a:lnTo>
                    <a:pt x="61" y="115"/>
                  </a:lnTo>
                  <a:lnTo>
                    <a:pt x="55" y="106"/>
                  </a:lnTo>
                  <a:lnTo>
                    <a:pt x="49" y="98"/>
                  </a:lnTo>
                  <a:lnTo>
                    <a:pt x="43" y="90"/>
                  </a:lnTo>
                  <a:lnTo>
                    <a:pt x="36" y="83"/>
                  </a:lnTo>
                  <a:lnTo>
                    <a:pt x="33" y="82"/>
                  </a:lnTo>
                  <a:lnTo>
                    <a:pt x="26" y="83"/>
                  </a:lnTo>
                  <a:lnTo>
                    <a:pt x="19" y="84"/>
                  </a:lnTo>
                  <a:lnTo>
                    <a:pt x="20" y="81"/>
                  </a:lnTo>
                  <a:lnTo>
                    <a:pt x="19" y="79"/>
                  </a:lnTo>
                  <a:lnTo>
                    <a:pt x="17" y="74"/>
                  </a:lnTo>
                  <a:lnTo>
                    <a:pt x="13" y="72"/>
                  </a:lnTo>
                  <a:lnTo>
                    <a:pt x="8" y="68"/>
                  </a:lnTo>
                  <a:lnTo>
                    <a:pt x="4" y="64"/>
                  </a:lnTo>
                  <a:lnTo>
                    <a:pt x="1" y="59"/>
                  </a:lnTo>
                  <a:lnTo>
                    <a:pt x="0" y="53"/>
                  </a:lnTo>
                  <a:lnTo>
                    <a:pt x="2" y="42"/>
                  </a:lnTo>
                  <a:lnTo>
                    <a:pt x="5" y="31"/>
                  </a:lnTo>
                  <a:lnTo>
                    <a:pt x="8" y="22"/>
                  </a:lnTo>
                  <a:lnTo>
                    <a:pt x="12" y="17"/>
                  </a:lnTo>
                  <a:lnTo>
                    <a:pt x="17" y="12"/>
                  </a:lnTo>
                  <a:lnTo>
                    <a:pt x="23" y="5"/>
                  </a:lnTo>
                  <a:lnTo>
                    <a:pt x="28"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11" name="Freeform 96"/>
            <p:cNvSpPr>
              <a:spLocks/>
            </p:cNvSpPr>
            <p:nvPr/>
          </p:nvSpPr>
          <p:spPr bwMode="auto">
            <a:xfrm>
              <a:off x="3632201" y="4954588"/>
              <a:ext cx="296863" cy="311150"/>
            </a:xfrm>
            <a:custGeom>
              <a:avLst/>
              <a:gdLst/>
              <a:ahLst/>
              <a:cxnLst>
                <a:cxn ang="0">
                  <a:pos x="155" y="44"/>
                </a:cxn>
                <a:cxn ang="0">
                  <a:pos x="169" y="60"/>
                </a:cxn>
                <a:cxn ang="0">
                  <a:pos x="178" y="74"/>
                </a:cxn>
                <a:cxn ang="0">
                  <a:pos x="187" y="90"/>
                </a:cxn>
                <a:cxn ang="0">
                  <a:pos x="178" y="105"/>
                </a:cxn>
                <a:cxn ang="0">
                  <a:pos x="164" y="118"/>
                </a:cxn>
                <a:cxn ang="0">
                  <a:pos x="164" y="134"/>
                </a:cxn>
                <a:cxn ang="0">
                  <a:pos x="150" y="146"/>
                </a:cxn>
                <a:cxn ang="0">
                  <a:pos x="131" y="154"/>
                </a:cxn>
                <a:cxn ang="0">
                  <a:pos x="113" y="183"/>
                </a:cxn>
                <a:cxn ang="0">
                  <a:pos x="92" y="193"/>
                </a:cxn>
                <a:cxn ang="0">
                  <a:pos x="70" y="185"/>
                </a:cxn>
                <a:cxn ang="0">
                  <a:pos x="61" y="188"/>
                </a:cxn>
                <a:cxn ang="0">
                  <a:pos x="55" y="186"/>
                </a:cxn>
                <a:cxn ang="0">
                  <a:pos x="52" y="179"/>
                </a:cxn>
                <a:cxn ang="0">
                  <a:pos x="48" y="182"/>
                </a:cxn>
                <a:cxn ang="0">
                  <a:pos x="41" y="189"/>
                </a:cxn>
                <a:cxn ang="0">
                  <a:pos x="32" y="179"/>
                </a:cxn>
                <a:cxn ang="0">
                  <a:pos x="35" y="162"/>
                </a:cxn>
                <a:cxn ang="0">
                  <a:pos x="21" y="156"/>
                </a:cxn>
                <a:cxn ang="0">
                  <a:pos x="11" y="149"/>
                </a:cxn>
                <a:cxn ang="0">
                  <a:pos x="5" y="140"/>
                </a:cxn>
                <a:cxn ang="0">
                  <a:pos x="6" y="128"/>
                </a:cxn>
                <a:cxn ang="0">
                  <a:pos x="9" y="122"/>
                </a:cxn>
                <a:cxn ang="0">
                  <a:pos x="2" y="112"/>
                </a:cxn>
                <a:cxn ang="0">
                  <a:pos x="2" y="103"/>
                </a:cxn>
                <a:cxn ang="0">
                  <a:pos x="8" y="91"/>
                </a:cxn>
                <a:cxn ang="0">
                  <a:pos x="10" y="86"/>
                </a:cxn>
                <a:cxn ang="0">
                  <a:pos x="9" y="79"/>
                </a:cxn>
                <a:cxn ang="0">
                  <a:pos x="2" y="68"/>
                </a:cxn>
                <a:cxn ang="0">
                  <a:pos x="7" y="61"/>
                </a:cxn>
                <a:cxn ang="0">
                  <a:pos x="11" y="63"/>
                </a:cxn>
                <a:cxn ang="0">
                  <a:pos x="14" y="65"/>
                </a:cxn>
                <a:cxn ang="0">
                  <a:pos x="20" y="61"/>
                </a:cxn>
                <a:cxn ang="0">
                  <a:pos x="24" y="61"/>
                </a:cxn>
                <a:cxn ang="0">
                  <a:pos x="43" y="64"/>
                </a:cxn>
                <a:cxn ang="0">
                  <a:pos x="49" y="65"/>
                </a:cxn>
                <a:cxn ang="0">
                  <a:pos x="51" y="62"/>
                </a:cxn>
                <a:cxn ang="0">
                  <a:pos x="56" y="63"/>
                </a:cxn>
                <a:cxn ang="0">
                  <a:pos x="60" y="63"/>
                </a:cxn>
                <a:cxn ang="0">
                  <a:pos x="65" y="52"/>
                </a:cxn>
                <a:cxn ang="0">
                  <a:pos x="78" y="42"/>
                </a:cxn>
                <a:cxn ang="0">
                  <a:pos x="98" y="43"/>
                </a:cxn>
                <a:cxn ang="0">
                  <a:pos x="120" y="29"/>
                </a:cxn>
                <a:cxn ang="0">
                  <a:pos x="141" y="10"/>
                </a:cxn>
                <a:cxn ang="0">
                  <a:pos x="145" y="7"/>
                </a:cxn>
                <a:cxn ang="0">
                  <a:pos x="149" y="0"/>
                </a:cxn>
              </a:cxnLst>
              <a:rect l="0" t="0" r="r" b="b"/>
              <a:pathLst>
                <a:path w="187" h="196">
                  <a:moveTo>
                    <a:pt x="149" y="0"/>
                  </a:moveTo>
                  <a:lnTo>
                    <a:pt x="155" y="0"/>
                  </a:lnTo>
                  <a:lnTo>
                    <a:pt x="155" y="44"/>
                  </a:lnTo>
                  <a:lnTo>
                    <a:pt x="156" y="49"/>
                  </a:lnTo>
                  <a:lnTo>
                    <a:pt x="162" y="54"/>
                  </a:lnTo>
                  <a:lnTo>
                    <a:pt x="169" y="60"/>
                  </a:lnTo>
                  <a:lnTo>
                    <a:pt x="174" y="64"/>
                  </a:lnTo>
                  <a:lnTo>
                    <a:pt x="176" y="69"/>
                  </a:lnTo>
                  <a:lnTo>
                    <a:pt x="178" y="74"/>
                  </a:lnTo>
                  <a:lnTo>
                    <a:pt x="180" y="78"/>
                  </a:lnTo>
                  <a:lnTo>
                    <a:pt x="184" y="84"/>
                  </a:lnTo>
                  <a:lnTo>
                    <a:pt x="187" y="90"/>
                  </a:lnTo>
                  <a:lnTo>
                    <a:pt x="187" y="96"/>
                  </a:lnTo>
                  <a:lnTo>
                    <a:pt x="183" y="101"/>
                  </a:lnTo>
                  <a:lnTo>
                    <a:pt x="178" y="105"/>
                  </a:lnTo>
                  <a:lnTo>
                    <a:pt x="169" y="110"/>
                  </a:lnTo>
                  <a:lnTo>
                    <a:pt x="166" y="112"/>
                  </a:lnTo>
                  <a:lnTo>
                    <a:pt x="164" y="118"/>
                  </a:lnTo>
                  <a:lnTo>
                    <a:pt x="163" y="123"/>
                  </a:lnTo>
                  <a:lnTo>
                    <a:pt x="165" y="128"/>
                  </a:lnTo>
                  <a:lnTo>
                    <a:pt x="164" y="134"/>
                  </a:lnTo>
                  <a:lnTo>
                    <a:pt x="161" y="138"/>
                  </a:lnTo>
                  <a:lnTo>
                    <a:pt x="155" y="143"/>
                  </a:lnTo>
                  <a:lnTo>
                    <a:pt x="150" y="146"/>
                  </a:lnTo>
                  <a:lnTo>
                    <a:pt x="145" y="149"/>
                  </a:lnTo>
                  <a:lnTo>
                    <a:pt x="138" y="151"/>
                  </a:lnTo>
                  <a:lnTo>
                    <a:pt x="131" y="154"/>
                  </a:lnTo>
                  <a:lnTo>
                    <a:pt x="127" y="159"/>
                  </a:lnTo>
                  <a:lnTo>
                    <a:pt x="119" y="175"/>
                  </a:lnTo>
                  <a:lnTo>
                    <a:pt x="113" y="183"/>
                  </a:lnTo>
                  <a:lnTo>
                    <a:pt x="104" y="193"/>
                  </a:lnTo>
                  <a:lnTo>
                    <a:pt x="103" y="196"/>
                  </a:lnTo>
                  <a:lnTo>
                    <a:pt x="92" y="193"/>
                  </a:lnTo>
                  <a:lnTo>
                    <a:pt x="83" y="190"/>
                  </a:lnTo>
                  <a:lnTo>
                    <a:pt x="75" y="188"/>
                  </a:lnTo>
                  <a:lnTo>
                    <a:pt x="70" y="185"/>
                  </a:lnTo>
                  <a:lnTo>
                    <a:pt x="69" y="184"/>
                  </a:lnTo>
                  <a:lnTo>
                    <a:pt x="63" y="187"/>
                  </a:lnTo>
                  <a:lnTo>
                    <a:pt x="61" y="188"/>
                  </a:lnTo>
                  <a:lnTo>
                    <a:pt x="60" y="189"/>
                  </a:lnTo>
                  <a:lnTo>
                    <a:pt x="57" y="189"/>
                  </a:lnTo>
                  <a:lnTo>
                    <a:pt x="55" y="186"/>
                  </a:lnTo>
                  <a:lnTo>
                    <a:pt x="55" y="184"/>
                  </a:lnTo>
                  <a:lnTo>
                    <a:pt x="53" y="180"/>
                  </a:lnTo>
                  <a:lnTo>
                    <a:pt x="52" y="179"/>
                  </a:lnTo>
                  <a:lnTo>
                    <a:pt x="51" y="179"/>
                  </a:lnTo>
                  <a:lnTo>
                    <a:pt x="49" y="180"/>
                  </a:lnTo>
                  <a:lnTo>
                    <a:pt x="48" y="182"/>
                  </a:lnTo>
                  <a:lnTo>
                    <a:pt x="46" y="185"/>
                  </a:lnTo>
                  <a:lnTo>
                    <a:pt x="43" y="188"/>
                  </a:lnTo>
                  <a:lnTo>
                    <a:pt x="41" y="189"/>
                  </a:lnTo>
                  <a:lnTo>
                    <a:pt x="39" y="189"/>
                  </a:lnTo>
                  <a:lnTo>
                    <a:pt x="35" y="186"/>
                  </a:lnTo>
                  <a:lnTo>
                    <a:pt x="32" y="179"/>
                  </a:lnTo>
                  <a:lnTo>
                    <a:pt x="33" y="174"/>
                  </a:lnTo>
                  <a:lnTo>
                    <a:pt x="35" y="171"/>
                  </a:lnTo>
                  <a:lnTo>
                    <a:pt x="35" y="162"/>
                  </a:lnTo>
                  <a:lnTo>
                    <a:pt x="33" y="158"/>
                  </a:lnTo>
                  <a:lnTo>
                    <a:pt x="29" y="156"/>
                  </a:lnTo>
                  <a:lnTo>
                    <a:pt x="21" y="156"/>
                  </a:lnTo>
                  <a:lnTo>
                    <a:pt x="18" y="155"/>
                  </a:lnTo>
                  <a:lnTo>
                    <a:pt x="13" y="153"/>
                  </a:lnTo>
                  <a:lnTo>
                    <a:pt x="11" y="149"/>
                  </a:lnTo>
                  <a:lnTo>
                    <a:pt x="10" y="146"/>
                  </a:lnTo>
                  <a:lnTo>
                    <a:pt x="8" y="143"/>
                  </a:lnTo>
                  <a:lnTo>
                    <a:pt x="5" y="140"/>
                  </a:lnTo>
                  <a:lnTo>
                    <a:pt x="7" y="137"/>
                  </a:lnTo>
                  <a:lnTo>
                    <a:pt x="7" y="133"/>
                  </a:lnTo>
                  <a:lnTo>
                    <a:pt x="6" y="128"/>
                  </a:lnTo>
                  <a:lnTo>
                    <a:pt x="4" y="123"/>
                  </a:lnTo>
                  <a:lnTo>
                    <a:pt x="9" y="123"/>
                  </a:lnTo>
                  <a:lnTo>
                    <a:pt x="9" y="122"/>
                  </a:lnTo>
                  <a:lnTo>
                    <a:pt x="8" y="120"/>
                  </a:lnTo>
                  <a:lnTo>
                    <a:pt x="5" y="117"/>
                  </a:lnTo>
                  <a:lnTo>
                    <a:pt x="2" y="112"/>
                  </a:lnTo>
                  <a:lnTo>
                    <a:pt x="0" y="110"/>
                  </a:lnTo>
                  <a:lnTo>
                    <a:pt x="0" y="107"/>
                  </a:lnTo>
                  <a:lnTo>
                    <a:pt x="2" y="103"/>
                  </a:lnTo>
                  <a:lnTo>
                    <a:pt x="4" y="97"/>
                  </a:lnTo>
                  <a:lnTo>
                    <a:pt x="6" y="93"/>
                  </a:lnTo>
                  <a:lnTo>
                    <a:pt x="8" y="91"/>
                  </a:lnTo>
                  <a:lnTo>
                    <a:pt x="9" y="89"/>
                  </a:lnTo>
                  <a:lnTo>
                    <a:pt x="9" y="87"/>
                  </a:lnTo>
                  <a:lnTo>
                    <a:pt x="10" y="86"/>
                  </a:lnTo>
                  <a:lnTo>
                    <a:pt x="11" y="84"/>
                  </a:lnTo>
                  <a:lnTo>
                    <a:pt x="11" y="82"/>
                  </a:lnTo>
                  <a:lnTo>
                    <a:pt x="9" y="79"/>
                  </a:lnTo>
                  <a:lnTo>
                    <a:pt x="6" y="76"/>
                  </a:lnTo>
                  <a:lnTo>
                    <a:pt x="3" y="71"/>
                  </a:lnTo>
                  <a:lnTo>
                    <a:pt x="2" y="68"/>
                  </a:lnTo>
                  <a:lnTo>
                    <a:pt x="3" y="64"/>
                  </a:lnTo>
                  <a:lnTo>
                    <a:pt x="5" y="61"/>
                  </a:lnTo>
                  <a:lnTo>
                    <a:pt x="7" y="61"/>
                  </a:lnTo>
                  <a:lnTo>
                    <a:pt x="10" y="61"/>
                  </a:lnTo>
                  <a:lnTo>
                    <a:pt x="11" y="62"/>
                  </a:lnTo>
                  <a:lnTo>
                    <a:pt x="11" y="63"/>
                  </a:lnTo>
                  <a:lnTo>
                    <a:pt x="12" y="64"/>
                  </a:lnTo>
                  <a:lnTo>
                    <a:pt x="13" y="64"/>
                  </a:lnTo>
                  <a:lnTo>
                    <a:pt x="14" y="65"/>
                  </a:lnTo>
                  <a:lnTo>
                    <a:pt x="18" y="63"/>
                  </a:lnTo>
                  <a:lnTo>
                    <a:pt x="19" y="61"/>
                  </a:lnTo>
                  <a:lnTo>
                    <a:pt x="20" y="61"/>
                  </a:lnTo>
                  <a:lnTo>
                    <a:pt x="21" y="61"/>
                  </a:lnTo>
                  <a:lnTo>
                    <a:pt x="22" y="61"/>
                  </a:lnTo>
                  <a:lnTo>
                    <a:pt x="24" y="61"/>
                  </a:lnTo>
                  <a:lnTo>
                    <a:pt x="33" y="63"/>
                  </a:lnTo>
                  <a:lnTo>
                    <a:pt x="42" y="63"/>
                  </a:lnTo>
                  <a:lnTo>
                    <a:pt x="43" y="64"/>
                  </a:lnTo>
                  <a:lnTo>
                    <a:pt x="44" y="64"/>
                  </a:lnTo>
                  <a:lnTo>
                    <a:pt x="45" y="65"/>
                  </a:lnTo>
                  <a:lnTo>
                    <a:pt x="49" y="65"/>
                  </a:lnTo>
                  <a:lnTo>
                    <a:pt x="50" y="64"/>
                  </a:lnTo>
                  <a:lnTo>
                    <a:pt x="50" y="63"/>
                  </a:lnTo>
                  <a:lnTo>
                    <a:pt x="51" y="62"/>
                  </a:lnTo>
                  <a:lnTo>
                    <a:pt x="53" y="62"/>
                  </a:lnTo>
                  <a:lnTo>
                    <a:pt x="55" y="63"/>
                  </a:lnTo>
                  <a:lnTo>
                    <a:pt x="56" y="63"/>
                  </a:lnTo>
                  <a:lnTo>
                    <a:pt x="57" y="64"/>
                  </a:lnTo>
                  <a:lnTo>
                    <a:pt x="58" y="64"/>
                  </a:lnTo>
                  <a:lnTo>
                    <a:pt x="60" y="63"/>
                  </a:lnTo>
                  <a:lnTo>
                    <a:pt x="61" y="61"/>
                  </a:lnTo>
                  <a:lnTo>
                    <a:pt x="63" y="57"/>
                  </a:lnTo>
                  <a:lnTo>
                    <a:pt x="65" y="52"/>
                  </a:lnTo>
                  <a:lnTo>
                    <a:pt x="68" y="46"/>
                  </a:lnTo>
                  <a:lnTo>
                    <a:pt x="72" y="44"/>
                  </a:lnTo>
                  <a:lnTo>
                    <a:pt x="78" y="42"/>
                  </a:lnTo>
                  <a:lnTo>
                    <a:pt x="83" y="42"/>
                  </a:lnTo>
                  <a:lnTo>
                    <a:pt x="87" y="43"/>
                  </a:lnTo>
                  <a:lnTo>
                    <a:pt x="98" y="43"/>
                  </a:lnTo>
                  <a:lnTo>
                    <a:pt x="105" y="40"/>
                  </a:lnTo>
                  <a:lnTo>
                    <a:pt x="112" y="35"/>
                  </a:lnTo>
                  <a:lnTo>
                    <a:pt x="120" y="29"/>
                  </a:lnTo>
                  <a:lnTo>
                    <a:pt x="127" y="24"/>
                  </a:lnTo>
                  <a:lnTo>
                    <a:pt x="132" y="19"/>
                  </a:lnTo>
                  <a:lnTo>
                    <a:pt x="141" y="10"/>
                  </a:lnTo>
                  <a:lnTo>
                    <a:pt x="143" y="10"/>
                  </a:lnTo>
                  <a:lnTo>
                    <a:pt x="144" y="8"/>
                  </a:lnTo>
                  <a:lnTo>
                    <a:pt x="145" y="7"/>
                  </a:lnTo>
                  <a:lnTo>
                    <a:pt x="146" y="3"/>
                  </a:lnTo>
                  <a:lnTo>
                    <a:pt x="146" y="2"/>
                  </a:lnTo>
                  <a:lnTo>
                    <a:pt x="14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12" name="Freeform 97"/>
            <p:cNvSpPr>
              <a:spLocks/>
            </p:cNvSpPr>
            <p:nvPr/>
          </p:nvSpPr>
          <p:spPr bwMode="auto">
            <a:xfrm>
              <a:off x="3257551" y="5791200"/>
              <a:ext cx="200025" cy="207963"/>
            </a:xfrm>
            <a:custGeom>
              <a:avLst/>
              <a:gdLst/>
              <a:ahLst/>
              <a:cxnLst>
                <a:cxn ang="0">
                  <a:pos x="61" y="32"/>
                </a:cxn>
                <a:cxn ang="0">
                  <a:pos x="68" y="39"/>
                </a:cxn>
                <a:cxn ang="0">
                  <a:pos x="85" y="44"/>
                </a:cxn>
                <a:cxn ang="0">
                  <a:pos x="98" y="43"/>
                </a:cxn>
                <a:cxn ang="0">
                  <a:pos x="109" y="41"/>
                </a:cxn>
                <a:cxn ang="0">
                  <a:pos x="114" y="49"/>
                </a:cxn>
                <a:cxn ang="0">
                  <a:pos x="121" y="66"/>
                </a:cxn>
                <a:cxn ang="0">
                  <a:pos x="122" y="77"/>
                </a:cxn>
                <a:cxn ang="0">
                  <a:pos x="109" y="83"/>
                </a:cxn>
                <a:cxn ang="0">
                  <a:pos x="95" y="89"/>
                </a:cxn>
                <a:cxn ang="0">
                  <a:pos x="73" y="95"/>
                </a:cxn>
                <a:cxn ang="0">
                  <a:pos x="59" y="102"/>
                </a:cxn>
                <a:cxn ang="0">
                  <a:pos x="44" y="117"/>
                </a:cxn>
                <a:cxn ang="0">
                  <a:pos x="38" y="131"/>
                </a:cxn>
                <a:cxn ang="0">
                  <a:pos x="31" y="115"/>
                </a:cxn>
                <a:cxn ang="0">
                  <a:pos x="22" y="108"/>
                </a:cxn>
                <a:cxn ang="0">
                  <a:pos x="15" y="100"/>
                </a:cxn>
                <a:cxn ang="0">
                  <a:pos x="10" y="89"/>
                </a:cxn>
                <a:cxn ang="0">
                  <a:pos x="4" y="78"/>
                </a:cxn>
                <a:cxn ang="0">
                  <a:pos x="6" y="73"/>
                </a:cxn>
                <a:cxn ang="0">
                  <a:pos x="10" y="66"/>
                </a:cxn>
                <a:cxn ang="0">
                  <a:pos x="9" y="61"/>
                </a:cxn>
                <a:cxn ang="0">
                  <a:pos x="6" y="58"/>
                </a:cxn>
                <a:cxn ang="0">
                  <a:pos x="2" y="56"/>
                </a:cxn>
                <a:cxn ang="0">
                  <a:pos x="0" y="55"/>
                </a:cxn>
                <a:cxn ang="0">
                  <a:pos x="1" y="52"/>
                </a:cxn>
                <a:cxn ang="0">
                  <a:pos x="6" y="49"/>
                </a:cxn>
                <a:cxn ang="0">
                  <a:pos x="8" y="47"/>
                </a:cxn>
                <a:cxn ang="0">
                  <a:pos x="7" y="38"/>
                </a:cxn>
                <a:cxn ang="0">
                  <a:pos x="4" y="29"/>
                </a:cxn>
                <a:cxn ang="0">
                  <a:pos x="8" y="21"/>
                </a:cxn>
                <a:cxn ang="0">
                  <a:pos x="9" y="13"/>
                </a:cxn>
                <a:cxn ang="0">
                  <a:pos x="6" y="7"/>
                </a:cxn>
                <a:cxn ang="0">
                  <a:pos x="6" y="2"/>
                </a:cxn>
                <a:cxn ang="0">
                  <a:pos x="19" y="1"/>
                </a:cxn>
                <a:cxn ang="0">
                  <a:pos x="40" y="3"/>
                </a:cxn>
                <a:cxn ang="0">
                  <a:pos x="61" y="0"/>
                </a:cxn>
              </a:cxnLst>
              <a:rect l="0" t="0" r="r" b="b"/>
              <a:pathLst>
                <a:path w="126" h="131">
                  <a:moveTo>
                    <a:pt x="61" y="0"/>
                  </a:moveTo>
                  <a:lnTo>
                    <a:pt x="61" y="32"/>
                  </a:lnTo>
                  <a:lnTo>
                    <a:pt x="63" y="36"/>
                  </a:lnTo>
                  <a:lnTo>
                    <a:pt x="68" y="39"/>
                  </a:lnTo>
                  <a:lnTo>
                    <a:pt x="73" y="41"/>
                  </a:lnTo>
                  <a:lnTo>
                    <a:pt x="85" y="44"/>
                  </a:lnTo>
                  <a:lnTo>
                    <a:pt x="92" y="45"/>
                  </a:lnTo>
                  <a:lnTo>
                    <a:pt x="98" y="43"/>
                  </a:lnTo>
                  <a:lnTo>
                    <a:pt x="104" y="42"/>
                  </a:lnTo>
                  <a:lnTo>
                    <a:pt x="109" y="41"/>
                  </a:lnTo>
                  <a:lnTo>
                    <a:pt x="112" y="44"/>
                  </a:lnTo>
                  <a:lnTo>
                    <a:pt x="114" y="49"/>
                  </a:lnTo>
                  <a:lnTo>
                    <a:pt x="118" y="57"/>
                  </a:lnTo>
                  <a:lnTo>
                    <a:pt x="121" y="66"/>
                  </a:lnTo>
                  <a:lnTo>
                    <a:pt x="126" y="75"/>
                  </a:lnTo>
                  <a:lnTo>
                    <a:pt x="122" y="77"/>
                  </a:lnTo>
                  <a:lnTo>
                    <a:pt x="119" y="79"/>
                  </a:lnTo>
                  <a:lnTo>
                    <a:pt x="109" y="83"/>
                  </a:lnTo>
                  <a:lnTo>
                    <a:pt x="102" y="85"/>
                  </a:lnTo>
                  <a:lnTo>
                    <a:pt x="95" y="89"/>
                  </a:lnTo>
                  <a:lnTo>
                    <a:pt x="82" y="93"/>
                  </a:lnTo>
                  <a:lnTo>
                    <a:pt x="73" y="95"/>
                  </a:lnTo>
                  <a:lnTo>
                    <a:pt x="65" y="98"/>
                  </a:lnTo>
                  <a:lnTo>
                    <a:pt x="59" y="102"/>
                  </a:lnTo>
                  <a:lnTo>
                    <a:pt x="48" y="113"/>
                  </a:lnTo>
                  <a:lnTo>
                    <a:pt x="44" y="117"/>
                  </a:lnTo>
                  <a:lnTo>
                    <a:pt x="41" y="124"/>
                  </a:lnTo>
                  <a:lnTo>
                    <a:pt x="38" y="131"/>
                  </a:lnTo>
                  <a:lnTo>
                    <a:pt x="35" y="124"/>
                  </a:lnTo>
                  <a:lnTo>
                    <a:pt x="31" y="115"/>
                  </a:lnTo>
                  <a:lnTo>
                    <a:pt x="27" y="111"/>
                  </a:lnTo>
                  <a:lnTo>
                    <a:pt x="22" y="108"/>
                  </a:lnTo>
                  <a:lnTo>
                    <a:pt x="17" y="104"/>
                  </a:lnTo>
                  <a:lnTo>
                    <a:pt x="15" y="100"/>
                  </a:lnTo>
                  <a:lnTo>
                    <a:pt x="14" y="95"/>
                  </a:lnTo>
                  <a:lnTo>
                    <a:pt x="10" y="89"/>
                  </a:lnTo>
                  <a:lnTo>
                    <a:pt x="8" y="83"/>
                  </a:lnTo>
                  <a:lnTo>
                    <a:pt x="4" y="78"/>
                  </a:lnTo>
                  <a:lnTo>
                    <a:pt x="4" y="75"/>
                  </a:lnTo>
                  <a:lnTo>
                    <a:pt x="6" y="73"/>
                  </a:lnTo>
                  <a:lnTo>
                    <a:pt x="8" y="70"/>
                  </a:lnTo>
                  <a:lnTo>
                    <a:pt x="10" y="66"/>
                  </a:lnTo>
                  <a:lnTo>
                    <a:pt x="10" y="63"/>
                  </a:lnTo>
                  <a:lnTo>
                    <a:pt x="9" y="61"/>
                  </a:lnTo>
                  <a:lnTo>
                    <a:pt x="8" y="59"/>
                  </a:lnTo>
                  <a:lnTo>
                    <a:pt x="6" y="58"/>
                  </a:lnTo>
                  <a:lnTo>
                    <a:pt x="4" y="57"/>
                  </a:lnTo>
                  <a:lnTo>
                    <a:pt x="2" y="56"/>
                  </a:lnTo>
                  <a:lnTo>
                    <a:pt x="1" y="55"/>
                  </a:lnTo>
                  <a:lnTo>
                    <a:pt x="0" y="55"/>
                  </a:lnTo>
                  <a:lnTo>
                    <a:pt x="0" y="54"/>
                  </a:lnTo>
                  <a:lnTo>
                    <a:pt x="1" y="52"/>
                  </a:lnTo>
                  <a:lnTo>
                    <a:pt x="3" y="51"/>
                  </a:lnTo>
                  <a:lnTo>
                    <a:pt x="6" y="49"/>
                  </a:lnTo>
                  <a:lnTo>
                    <a:pt x="8" y="49"/>
                  </a:lnTo>
                  <a:lnTo>
                    <a:pt x="8" y="47"/>
                  </a:lnTo>
                  <a:lnTo>
                    <a:pt x="8" y="43"/>
                  </a:lnTo>
                  <a:lnTo>
                    <a:pt x="7" y="38"/>
                  </a:lnTo>
                  <a:lnTo>
                    <a:pt x="4" y="33"/>
                  </a:lnTo>
                  <a:lnTo>
                    <a:pt x="4" y="29"/>
                  </a:lnTo>
                  <a:lnTo>
                    <a:pt x="5" y="26"/>
                  </a:lnTo>
                  <a:lnTo>
                    <a:pt x="8" y="21"/>
                  </a:lnTo>
                  <a:lnTo>
                    <a:pt x="10" y="16"/>
                  </a:lnTo>
                  <a:lnTo>
                    <a:pt x="9" y="13"/>
                  </a:lnTo>
                  <a:lnTo>
                    <a:pt x="8" y="9"/>
                  </a:lnTo>
                  <a:lnTo>
                    <a:pt x="6" y="7"/>
                  </a:lnTo>
                  <a:lnTo>
                    <a:pt x="5" y="4"/>
                  </a:lnTo>
                  <a:lnTo>
                    <a:pt x="6" y="2"/>
                  </a:lnTo>
                  <a:lnTo>
                    <a:pt x="10" y="1"/>
                  </a:lnTo>
                  <a:lnTo>
                    <a:pt x="19" y="1"/>
                  </a:lnTo>
                  <a:lnTo>
                    <a:pt x="30" y="3"/>
                  </a:lnTo>
                  <a:lnTo>
                    <a:pt x="40" y="3"/>
                  </a:lnTo>
                  <a:lnTo>
                    <a:pt x="49" y="2"/>
                  </a:lnTo>
                  <a:lnTo>
                    <a:pt x="61"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13" name="Freeform 98"/>
            <p:cNvSpPr>
              <a:spLocks/>
            </p:cNvSpPr>
            <p:nvPr/>
          </p:nvSpPr>
          <p:spPr bwMode="auto">
            <a:xfrm>
              <a:off x="3354388" y="5684838"/>
              <a:ext cx="214313" cy="225425"/>
            </a:xfrm>
            <a:custGeom>
              <a:avLst/>
              <a:gdLst/>
              <a:ahLst/>
              <a:cxnLst>
                <a:cxn ang="0">
                  <a:pos x="91" y="23"/>
                </a:cxn>
                <a:cxn ang="0">
                  <a:pos x="107" y="38"/>
                </a:cxn>
                <a:cxn ang="0">
                  <a:pos x="104" y="40"/>
                </a:cxn>
                <a:cxn ang="0">
                  <a:pos x="106" y="44"/>
                </a:cxn>
                <a:cxn ang="0">
                  <a:pos x="109" y="49"/>
                </a:cxn>
                <a:cxn ang="0">
                  <a:pos x="112" y="57"/>
                </a:cxn>
                <a:cxn ang="0">
                  <a:pos x="117" y="67"/>
                </a:cxn>
                <a:cxn ang="0">
                  <a:pos x="120" y="72"/>
                </a:cxn>
                <a:cxn ang="0">
                  <a:pos x="124" y="77"/>
                </a:cxn>
                <a:cxn ang="0">
                  <a:pos x="128" y="83"/>
                </a:cxn>
                <a:cxn ang="0">
                  <a:pos x="134" y="90"/>
                </a:cxn>
                <a:cxn ang="0">
                  <a:pos x="135" y="95"/>
                </a:cxn>
                <a:cxn ang="0">
                  <a:pos x="129" y="104"/>
                </a:cxn>
                <a:cxn ang="0">
                  <a:pos x="126" y="108"/>
                </a:cxn>
                <a:cxn ang="0">
                  <a:pos x="126" y="112"/>
                </a:cxn>
                <a:cxn ang="0">
                  <a:pos x="130" y="114"/>
                </a:cxn>
                <a:cxn ang="0">
                  <a:pos x="129" y="117"/>
                </a:cxn>
                <a:cxn ang="0">
                  <a:pos x="122" y="121"/>
                </a:cxn>
                <a:cxn ang="0">
                  <a:pos x="106" y="125"/>
                </a:cxn>
                <a:cxn ang="0">
                  <a:pos x="92" y="131"/>
                </a:cxn>
                <a:cxn ang="0">
                  <a:pos x="78" y="136"/>
                </a:cxn>
                <a:cxn ang="0">
                  <a:pos x="65" y="142"/>
                </a:cxn>
                <a:cxn ang="0">
                  <a:pos x="57" y="124"/>
                </a:cxn>
                <a:cxn ang="0">
                  <a:pos x="51" y="111"/>
                </a:cxn>
                <a:cxn ang="0">
                  <a:pos x="43" y="109"/>
                </a:cxn>
                <a:cxn ang="0">
                  <a:pos x="31" y="112"/>
                </a:cxn>
                <a:cxn ang="0">
                  <a:pos x="12" y="108"/>
                </a:cxn>
                <a:cxn ang="0">
                  <a:pos x="2" y="103"/>
                </a:cxn>
                <a:cxn ang="0">
                  <a:pos x="0" y="67"/>
                </a:cxn>
                <a:cxn ang="0">
                  <a:pos x="17" y="64"/>
                </a:cxn>
                <a:cxn ang="0">
                  <a:pos x="32" y="55"/>
                </a:cxn>
                <a:cxn ang="0">
                  <a:pos x="48" y="39"/>
                </a:cxn>
                <a:cxn ang="0">
                  <a:pos x="53" y="31"/>
                </a:cxn>
                <a:cxn ang="0">
                  <a:pos x="64" y="8"/>
                </a:cxn>
              </a:cxnLst>
              <a:rect l="0" t="0" r="r" b="b"/>
              <a:pathLst>
                <a:path w="135" h="142">
                  <a:moveTo>
                    <a:pt x="67" y="0"/>
                  </a:moveTo>
                  <a:lnTo>
                    <a:pt x="91" y="23"/>
                  </a:lnTo>
                  <a:lnTo>
                    <a:pt x="100" y="32"/>
                  </a:lnTo>
                  <a:lnTo>
                    <a:pt x="107" y="38"/>
                  </a:lnTo>
                  <a:lnTo>
                    <a:pt x="105" y="39"/>
                  </a:lnTo>
                  <a:lnTo>
                    <a:pt x="104" y="40"/>
                  </a:lnTo>
                  <a:lnTo>
                    <a:pt x="103" y="41"/>
                  </a:lnTo>
                  <a:lnTo>
                    <a:pt x="106" y="44"/>
                  </a:lnTo>
                  <a:lnTo>
                    <a:pt x="107" y="46"/>
                  </a:lnTo>
                  <a:lnTo>
                    <a:pt x="109" y="49"/>
                  </a:lnTo>
                  <a:lnTo>
                    <a:pt x="109" y="51"/>
                  </a:lnTo>
                  <a:lnTo>
                    <a:pt x="112" y="57"/>
                  </a:lnTo>
                  <a:lnTo>
                    <a:pt x="115" y="63"/>
                  </a:lnTo>
                  <a:lnTo>
                    <a:pt x="117" y="67"/>
                  </a:lnTo>
                  <a:lnTo>
                    <a:pt x="119" y="69"/>
                  </a:lnTo>
                  <a:lnTo>
                    <a:pt x="120" y="72"/>
                  </a:lnTo>
                  <a:lnTo>
                    <a:pt x="123" y="74"/>
                  </a:lnTo>
                  <a:lnTo>
                    <a:pt x="124" y="77"/>
                  </a:lnTo>
                  <a:lnTo>
                    <a:pt x="126" y="80"/>
                  </a:lnTo>
                  <a:lnTo>
                    <a:pt x="128" y="83"/>
                  </a:lnTo>
                  <a:lnTo>
                    <a:pt x="130" y="84"/>
                  </a:lnTo>
                  <a:lnTo>
                    <a:pt x="134" y="90"/>
                  </a:lnTo>
                  <a:lnTo>
                    <a:pt x="135" y="91"/>
                  </a:lnTo>
                  <a:lnTo>
                    <a:pt x="135" y="95"/>
                  </a:lnTo>
                  <a:lnTo>
                    <a:pt x="133" y="100"/>
                  </a:lnTo>
                  <a:lnTo>
                    <a:pt x="129" y="104"/>
                  </a:lnTo>
                  <a:lnTo>
                    <a:pt x="126" y="107"/>
                  </a:lnTo>
                  <a:lnTo>
                    <a:pt x="126" y="108"/>
                  </a:lnTo>
                  <a:lnTo>
                    <a:pt x="126" y="111"/>
                  </a:lnTo>
                  <a:lnTo>
                    <a:pt x="126" y="112"/>
                  </a:lnTo>
                  <a:lnTo>
                    <a:pt x="128" y="112"/>
                  </a:lnTo>
                  <a:lnTo>
                    <a:pt x="130" y="114"/>
                  </a:lnTo>
                  <a:lnTo>
                    <a:pt x="130" y="116"/>
                  </a:lnTo>
                  <a:lnTo>
                    <a:pt x="129" y="117"/>
                  </a:lnTo>
                  <a:lnTo>
                    <a:pt x="126" y="120"/>
                  </a:lnTo>
                  <a:lnTo>
                    <a:pt x="122" y="121"/>
                  </a:lnTo>
                  <a:lnTo>
                    <a:pt x="114" y="124"/>
                  </a:lnTo>
                  <a:lnTo>
                    <a:pt x="106" y="125"/>
                  </a:lnTo>
                  <a:lnTo>
                    <a:pt x="100" y="128"/>
                  </a:lnTo>
                  <a:lnTo>
                    <a:pt x="92" y="131"/>
                  </a:lnTo>
                  <a:lnTo>
                    <a:pt x="85" y="134"/>
                  </a:lnTo>
                  <a:lnTo>
                    <a:pt x="78" y="136"/>
                  </a:lnTo>
                  <a:lnTo>
                    <a:pt x="75" y="137"/>
                  </a:lnTo>
                  <a:lnTo>
                    <a:pt x="65" y="142"/>
                  </a:lnTo>
                  <a:lnTo>
                    <a:pt x="60" y="133"/>
                  </a:lnTo>
                  <a:lnTo>
                    <a:pt x="57" y="124"/>
                  </a:lnTo>
                  <a:lnTo>
                    <a:pt x="53" y="116"/>
                  </a:lnTo>
                  <a:lnTo>
                    <a:pt x="51" y="111"/>
                  </a:lnTo>
                  <a:lnTo>
                    <a:pt x="48" y="108"/>
                  </a:lnTo>
                  <a:lnTo>
                    <a:pt x="43" y="109"/>
                  </a:lnTo>
                  <a:lnTo>
                    <a:pt x="37" y="110"/>
                  </a:lnTo>
                  <a:lnTo>
                    <a:pt x="31" y="112"/>
                  </a:lnTo>
                  <a:lnTo>
                    <a:pt x="24" y="111"/>
                  </a:lnTo>
                  <a:lnTo>
                    <a:pt x="12" y="108"/>
                  </a:lnTo>
                  <a:lnTo>
                    <a:pt x="7" y="106"/>
                  </a:lnTo>
                  <a:lnTo>
                    <a:pt x="2" y="103"/>
                  </a:lnTo>
                  <a:lnTo>
                    <a:pt x="0" y="99"/>
                  </a:lnTo>
                  <a:lnTo>
                    <a:pt x="0" y="67"/>
                  </a:lnTo>
                  <a:lnTo>
                    <a:pt x="8" y="66"/>
                  </a:lnTo>
                  <a:lnTo>
                    <a:pt x="17" y="64"/>
                  </a:lnTo>
                  <a:lnTo>
                    <a:pt x="25" y="60"/>
                  </a:lnTo>
                  <a:lnTo>
                    <a:pt x="32" y="55"/>
                  </a:lnTo>
                  <a:lnTo>
                    <a:pt x="41" y="45"/>
                  </a:lnTo>
                  <a:lnTo>
                    <a:pt x="48" y="39"/>
                  </a:lnTo>
                  <a:lnTo>
                    <a:pt x="51" y="34"/>
                  </a:lnTo>
                  <a:lnTo>
                    <a:pt x="53" y="31"/>
                  </a:lnTo>
                  <a:lnTo>
                    <a:pt x="56" y="24"/>
                  </a:lnTo>
                  <a:lnTo>
                    <a:pt x="64" y="8"/>
                  </a:lnTo>
                  <a:lnTo>
                    <a:pt x="67"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14" name="Freeform 99"/>
            <p:cNvSpPr>
              <a:spLocks/>
            </p:cNvSpPr>
            <p:nvPr/>
          </p:nvSpPr>
          <p:spPr bwMode="auto">
            <a:xfrm>
              <a:off x="3252788" y="5565775"/>
              <a:ext cx="207963" cy="230188"/>
            </a:xfrm>
            <a:custGeom>
              <a:avLst/>
              <a:gdLst/>
              <a:ahLst/>
              <a:cxnLst>
                <a:cxn ang="0">
                  <a:pos x="56" y="0"/>
                </a:cxn>
                <a:cxn ang="0">
                  <a:pos x="64" y="8"/>
                </a:cxn>
                <a:cxn ang="0">
                  <a:pos x="75" y="20"/>
                </a:cxn>
                <a:cxn ang="0">
                  <a:pos x="102" y="47"/>
                </a:cxn>
                <a:cxn ang="0">
                  <a:pos x="117" y="61"/>
                </a:cxn>
                <a:cxn ang="0">
                  <a:pos x="131" y="75"/>
                </a:cxn>
                <a:cxn ang="0">
                  <a:pos x="128" y="83"/>
                </a:cxn>
                <a:cxn ang="0">
                  <a:pos x="120" y="99"/>
                </a:cxn>
                <a:cxn ang="0">
                  <a:pos x="117" y="106"/>
                </a:cxn>
                <a:cxn ang="0">
                  <a:pos x="115" y="109"/>
                </a:cxn>
                <a:cxn ang="0">
                  <a:pos x="112" y="114"/>
                </a:cxn>
                <a:cxn ang="0">
                  <a:pos x="105" y="120"/>
                </a:cxn>
                <a:cxn ang="0">
                  <a:pos x="96" y="130"/>
                </a:cxn>
                <a:cxn ang="0">
                  <a:pos x="88" y="135"/>
                </a:cxn>
                <a:cxn ang="0">
                  <a:pos x="79" y="139"/>
                </a:cxn>
                <a:cxn ang="0">
                  <a:pos x="69" y="141"/>
                </a:cxn>
                <a:cxn ang="0">
                  <a:pos x="60" y="142"/>
                </a:cxn>
                <a:cxn ang="0">
                  <a:pos x="52" y="144"/>
                </a:cxn>
                <a:cxn ang="0">
                  <a:pos x="45" y="145"/>
                </a:cxn>
                <a:cxn ang="0">
                  <a:pos x="37" y="145"/>
                </a:cxn>
                <a:cxn ang="0">
                  <a:pos x="29" y="144"/>
                </a:cxn>
                <a:cxn ang="0">
                  <a:pos x="30" y="140"/>
                </a:cxn>
                <a:cxn ang="0">
                  <a:pos x="30" y="131"/>
                </a:cxn>
                <a:cxn ang="0">
                  <a:pos x="28" y="128"/>
                </a:cxn>
                <a:cxn ang="0">
                  <a:pos x="26" y="127"/>
                </a:cxn>
                <a:cxn ang="0">
                  <a:pos x="24" y="127"/>
                </a:cxn>
                <a:cxn ang="0">
                  <a:pos x="23" y="126"/>
                </a:cxn>
                <a:cxn ang="0">
                  <a:pos x="21" y="125"/>
                </a:cxn>
                <a:cxn ang="0">
                  <a:pos x="21" y="124"/>
                </a:cxn>
                <a:cxn ang="0">
                  <a:pos x="22" y="122"/>
                </a:cxn>
                <a:cxn ang="0">
                  <a:pos x="37" y="107"/>
                </a:cxn>
                <a:cxn ang="0">
                  <a:pos x="45" y="100"/>
                </a:cxn>
                <a:cxn ang="0">
                  <a:pos x="51" y="95"/>
                </a:cxn>
                <a:cxn ang="0">
                  <a:pos x="56" y="87"/>
                </a:cxn>
                <a:cxn ang="0">
                  <a:pos x="56" y="82"/>
                </a:cxn>
                <a:cxn ang="0">
                  <a:pos x="54" y="73"/>
                </a:cxn>
                <a:cxn ang="0">
                  <a:pos x="50" y="66"/>
                </a:cxn>
                <a:cxn ang="0">
                  <a:pos x="40" y="56"/>
                </a:cxn>
                <a:cxn ang="0">
                  <a:pos x="33" y="50"/>
                </a:cxn>
                <a:cxn ang="0">
                  <a:pos x="25" y="43"/>
                </a:cxn>
                <a:cxn ang="0">
                  <a:pos x="19" y="37"/>
                </a:cxn>
                <a:cxn ang="0">
                  <a:pos x="12" y="31"/>
                </a:cxn>
                <a:cxn ang="0">
                  <a:pos x="9" y="29"/>
                </a:cxn>
                <a:cxn ang="0">
                  <a:pos x="5" y="27"/>
                </a:cxn>
                <a:cxn ang="0">
                  <a:pos x="0" y="23"/>
                </a:cxn>
                <a:cxn ang="0">
                  <a:pos x="4" y="19"/>
                </a:cxn>
                <a:cxn ang="0">
                  <a:pos x="10" y="14"/>
                </a:cxn>
                <a:cxn ang="0">
                  <a:pos x="14" y="12"/>
                </a:cxn>
                <a:cxn ang="0">
                  <a:pos x="17" y="10"/>
                </a:cxn>
                <a:cxn ang="0">
                  <a:pos x="19" y="10"/>
                </a:cxn>
                <a:cxn ang="0">
                  <a:pos x="21" y="11"/>
                </a:cxn>
                <a:cxn ang="0">
                  <a:pos x="23" y="13"/>
                </a:cxn>
                <a:cxn ang="0">
                  <a:pos x="25" y="15"/>
                </a:cxn>
                <a:cxn ang="0">
                  <a:pos x="27" y="17"/>
                </a:cxn>
                <a:cxn ang="0">
                  <a:pos x="28" y="18"/>
                </a:cxn>
                <a:cxn ang="0">
                  <a:pos x="31" y="18"/>
                </a:cxn>
                <a:cxn ang="0">
                  <a:pos x="35" y="15"/>
                </a:cxn>
                <a:cxn ang="0">
                  <a:pos x="39" y="12"/>
                </a:cxn>
                <a:cxn ang="0">
                  <a:pos x="43" y="8"/>
                </a:cxn>
                <a:cxn ang="0">
                  <a:pos x="46" y="7"/>
                </a:cxn>
                <a:cxn ang="0">
                  <a:pos x="48" y="6"/>
                </a:cxn>
                <a:cxn ang="0">
                  <a:pos x="51" y="5"/>
                </a:cxn>
                <a:cxn ang="0">
                  <a:pos x="56" y="0"/>
                </a:cxn>
              </a:cxnLst>
              <a:rect l="0" t="0" r="r" b="b"/>
              <a:pathLst>
                <a:path w="131" h="145">
                  <a:moveTo>
                    <a:pt x="56" y="0"/>
                  </a:moveTo>
                  <a:lnTo>
                    <a:pt x="64" y="8"/>
                  </a:lnTo>
                  <a:lnTo>
                    <a:pt x="75" y="20"/>
                  </a:lnTo>
                  <a:lnTo>
                    <a:pt x="102" y="47"/>
                  </a:lnTo>
                  <a:lnTo>
                    <a:pt x="117" y="61"/>
                  </a:lnTo>
                  <a:lnTo>
                    <a:pt x="131" y="75"/>
                  </a:lnTo>
                  <a:lnTo>
                    <a:pt x="128" y="83"/>
                  </a:lnTo>
                  <a:lnTo>
                    <a:pt x="120" y="99"/>
                  </a:lnTo>
                  <a:lnTo>
                    <a:pt x="117" y="106"/>
                  </a:lnTo>
                  <a:lnTo>
                    <a:pt x="115" y="109"/>
                  </a:lnTo>
                  <a:lnTo>
                    <a:pt x="112" y="114"/>
                  </a:lnTo>
                  <a:lnTo>
                    <a:pt x="105" y="120"/>
                  </a:lnTo>
                  <a:lnTo>
                    <a:pt x="96" y="130"/>
                  </a:lnTo>
                  <a:lnTo>
                    <a:pt x="88" y="135"/>
                  </a:lnTo>
                  <a:lnTo>
                    <a:pt x="79" y="139"/>
                  </a:lnTo>
                  <a:lnTo>
                    <a:pt x="69" y="141"/>
                  </a:lnTo>
                  <a:lnTo>
                    <a:pt x="60" y="142"/>
                  </a:lnTo>
                  <a:lnTo>
                    <a:pt x="52" y="144"/>
                  </a:lnTo>
                  <a:lnTo>
                    <a:pt x="45" y="145"/>
                  </a:lnTo>
                  <a:lnTo>
                    <a:pt x="37" y="145"/>
                  </a:lnTo>
                  <a:lnTo>
                    <a:pt x="29" y="144"/>
                  </a:lnTo>
                  <a:lnTo>
                    <a:pt x="30" y="140"/>
                  </a:lnTo>
                  <a:lnTo>
                    <a:pt x="30" y="131"/>
                  </a:lnTo>
                  <a:lnTo>
                    <a:pt x="28" y="128"/>
                  </a:lnTo>
                  <a:lnTo>
                    <a:pt x="26" y="127"/>
                  </a:lnTo>
                  <a:lnTo>
                    <a:pt x="24" y="127"/>
                  </a:lnTo>
                  <a:lnTo>
                    <a:pt x="23" y="126"/>
                  </a:lnTo>
                  <a:lnTo>
                    <a:pt x="21" y="125"/>
                  </a:lnTo>
                  <a:lnTo>
                    <a:pt x="21" y="124"/>
                  </a:lnTo>
                  <a:lnTo>
                    <a:pt x="22" y="122"/>
                  </a:lnTo>
                  <a:lnTo>
                    <a:pt x="37" y="107"/>
                  </a:lnTo>
                  <a:lnTo>
                    <a:pt x="45" y="100"/>
                  </a:lnTo>
                  <a:lnTo>
                    <a:pt x="51" y="95"/>
                  </a:lnTo>
                  <a:lnTo>
                    <a:pt x="56" y="87"/>
                  </a:lnTo>
                  <a:lnTo>
                    <a:pt x="56" y="82"/>
                  </a:lnTo>
                  <a:lnTo>
                    <a:pt x="54" y="73"/>
                  </a:lnTo>
                  <a:lnTo>
                    <a:pt x="50" y="66"/>
                  </a:lnTo>
                  <a:lnTo>
                    <a:pt x="40" y="56"/>
                  </a:lnTo>
                  <a:lnTo>
                    <a:pt x="33" y="50"/>
                  </a:lnTo>
                  <a:lnTo>
                    <a:pt x="25" y="43"/>
                  </a:lnTo>
                  <a:lnTo>
                    <a:pt x="19" y="37"/>
                  </a:lnTo>
                  <a:lnTo>
                    <a:pt x="12" y="31"/>
                  </a:lnTo>
                  <a:lnTo>
                    <a:pt x="9" y="29"/>
                  </a:lnTo>
                  <a:lnTo>
                    <a:pt x="5" y="27"/>
                  </a:lnTo>
                  <a:lnTo>
                    <a:pt x="0" y="23"/>
                  </a:lnTo>
                  <a:lnTo>
                    <a:pt x="4" y="19"/>
                  </a:lnTo>
                  <a:lnTo>
                    <a:pt x="10" y="14"/>
                  </a:lnTo>
                  <a:lnTo>
                    <a:pt x="14" y="12"/>
                  </a:lnTo>
                  <a:lnTo>
                    <a:pt x="17" y="10"/>
                  </a:lnTo>
                  <a:lnTo>
                    <a:pt x="19" y="10"/>
                  </a:lnTo>
                  <a:lnTo>
                    <a:pt x="21" y="11"/>
                  </a:lnTo>
                  <a:lnTo>
                    <a:pt x="23" y="13"/>
                  </a:lnTo>
                  <a:lnTo>
                    <a:pt x="25" y="15"/>
                  </a:lnTo>
                  <a:lnTo>
                    <a:pt x="27" y="17"/>
                  </a:lnTo>
                  <a:lnTo>
                    <a:pt x="28" y="18"/>
                  </a:lnTo>
                  <a:lnTo>
                    <a:pt x="31" y="18"/>
                  </a:lnTo>
                  <a:lnTo>
                    <a:pt x="35" y="15"/>
                  </a:lnTo>
                  <a:lnTo>
                    <a:pt x="39" y="12"/>
                  </a:lnTo>
                  <a:lnTo>
                    <a:pt x="43" y="8"/>
                  </a:lnTo>
                  <a:lnTo>
                    <a:pt x="46" y="7"/>
                  </a:lnTo>
                  <a:lnTo>
                    <a:pt x="48" y="6"/>
                  </a:lnTo>
                  <a:lnTo>
                    <a:pt x="51" y="5"/>
                  </a:lnTo>
                  <a:lnTo>
                    <a:pt x="56"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515" name="Freeform 100"/>
            <p:cNvSpPr>
              <a:spLocks/>
            </p:cNvSpPr>
            <p:nvPr/>
          </p:nvSpPr>
          <p:spPr bwMode="auto">
            <a:xfrm>
              <a:off x="3113088" y="5380038"/>
              <a:ext cx="242888" cy="222250"/>
            </a:xfrm>
            <a:custGeom>
              <a:avLst/>
              <a:gdLst/>
              <a:ahLst/>
              <a:cxnLst>
                <a:cxn ang="0">
                  <a:pos x="73" y="2"/>
                </a:cxn>
                <a:cxn ang="0">
                  <a:pos x="77" y="5"/>
                </a:cxn>
                <a:cxn ang="0">
                  <a:pos x="82" y="7"/>
                </a:cxn>
                <a:cxn ang="0">
                  <a:pos x="83" y="8"/>
                </a:cxn>
                <a:cxn ang="0">
                  <a:pos x="93" y="30"/>
                </a:cxn>
                <a:cxn ang="0">
                  <a:pos x="105" y="40"/>
                </a:cxn>
                <a:cxn ang="0">
                  <a:pos x="112" y="50"/>
                </a:cxn>
                <a:cxn ang="0">
                  <a:pos x="114" y="63"/>
                </a:cxn>
                <a:cxn ang="0">
                  <a:pos x="122" y="69"/>
                </a:cxn>
                <a:cxn ang="0">
                  <a:pos x="138" y="72"/>
                </a:cxn>
                <a:cxn ang="0">
                  <a:pos x="151" y="79"/>
                </a:cxn>
                <a:cxn ang="0">
                  <a:pos x="151" y="90"/>
                </a:cxn>
                <a:cxn ang="0">
                  <a:pos x="142" y="107"/>
                </a:cxn>
                <a:cxn ang="0">
                  <a:pos x="140" y="112"/>
                </a:cxn>
                <a:cxn ang="0">
                  <a:pos x="144" y="117"/>
                </a:cxn>
                <a:cxn ang="0">
                  <a:pos x="136" y="123"/>
                </a:cxn>
                <a:cxn ang="0">
                  <a:pos x="131" y="125"/>
                </a:cxn>
                <a:cxn ang="0">
                  <a:pos x="123" y="132"/>
                </a:cxn>
                <a:cxn ang="0">
                  <a:pos x="116" y="135"/>
                </a:cxn>
                <a:cxn ang="0">
                  <a:pos x="113" y="132"/>
                </a:cxn>
                <a:cxn ang="0">
                  <a:pos x="109" y="128"/>
                </a:cxn>
                <a:cxn ang="0">
                  <a:pos x="105" y="127"/>
                </a:cxn>
                <a:cxn ang="0">
                  <a:pos x="98" y="131"/>
                </a:cxn>
                <a:cxn ang="0">
                  <a:pos x="88" y="140"/>
                </a:cxn>
                <a:cxn ang="0">
                  <a:pos x="70" y="131"/>
                </a:cxn>
                <a:cxn ang="0">
                  <a:pos x="50" y="119"/>
                </a:cxn>
                <a:cxn ang="0">
                  <a:pos x="33" y="111"/>
                </a:cxn>
                <a:cxn ang="0">
                  <a:pos x="23" y="106"/>
                </a:cxn>
                <a:cxn ang="0">
                  <a:pos x="8" y="94"/>
                </a:cxn>
                <a:cxn ang="0">
                  <a:pos x="19" y="85"/>
                </a:cxn>
                <a:cxn ang="0">
                  <a:pos x="28" y="79"/>
                </a:cxn>
                <a:cxn ang="0">
                  <a:pos x="39" y="67"/>
                </a:cxn>
                <a:cxn ang="0">
                  <a:pos x="56" y="53"/>
                </a:cxn>
                <a:cxn ang="0">
                  <a:pos x="68" y="44"/>
                </a:cxn>
                <a:cxn ang="0">
                  <a:pos x="68" y="40"/>
                </a:cxn>
                <a:cxn ang="0">
                  <a:pos x="62" y="27"/>
                </a:cxn>
                <a:cxn ang="0">
                  <a:pos x="59" y="22"/>
                </a:cxn>
                <a:cxn ang="0">
                  <a:pos x="59" y="12"/>
                </a:cxn>
                <a:cxn ang="0">
                  <a:pos x="66" y="2"/>
                </a:cxn>
                <a:cxn ang="0">
                  <a:pos x="69" y="0"/>
                </a:cxn>
              </a:cxnLst>
              <a:rect l="0" t="0" r="r" b="b"/>
              <a:pathLst>
                <a:path w="153" h="140">
                  <a:moveTo>
                    <a:pt x="69" y="0"/>
                  </a:moveTo>
                  <a:lnTo>
                    <a:pt x="73" y="2"/>
                  </a:lnTo>
                  <a:lnTo>
                    <a:pt x="75" y="4"/>
                  </a:lnTo>
                  <a:lnTo>
                    <a:pt x="77" y="5"/>
                  </a:lnTo>
                  <a:lnTo>
                    <a:pt x="80" y="6"/>
                  </a:lnTo>
                  <a:lnTo>
                    <a:pt x="82" y="7"/>
                  </a:lnTo>
                  <a:lnTo>
                    <a:pt x="82" y="7"/>
                  </a:lnTo>
                  <a:lnTo>
                    <a:pt x="83" y="8"/>
                  </a:lnTo>
                  <a:lnTo>
                    <a:pt x="88" y="21"/>
                  </a:lnTo>
                  <a:lnTo>
                    <a:pt x="93" y="30"/>
                  </a:lnTo>
                  <a:lnTo>
                    <a:pt x="99" y="37"/>
                  </a:lnTo>
                  <a:lnTo>
                    <a:pt x="105" y="40"/>
                  </a:lnTo>
                  <a:lnTo>
                    <a:pt x="109" y="44"/>
                  </a:lnTo>
                  <a:lnTo>
                    <a:pt x="112" y="50"/>
                  </a:lnTo>
                  <a:lnTo>
                    <a:pt x="113" y="56"/>
                  </a:lnTo>
                  <a:lnTo>
                    <a:pt x="114" y="63"/>
                  </a:lnTo>
                  <a:lnTo>
                    <a:pt x="116" y="67"/>
                  </a:lnTo>
                  <a:lnTo>
                    <a:pt x="122" y="69"/>
                  </a:lnTo>
                  <a:lnTo>
                    <a:pt x="130" y="71"/>
                  </a:lnTo>
                  <a:lnTo>
                    <a:pt x="138" y="72"/>
                  </a:lnTo>
                  <a:lnTo>
                    <a:pt x="146" y="74"/>
                  </a:lnTo>
                  <a:lnTo>
                    <a:pt x="151" y="79"/>
                  </a:lnTo>
                  <a:lnTo>
                    <a:pt x="153" y="84"/>
                  </a:lnTo>
                  <a:lnTo>
                    <a:pt x="151" y="90"/>
                  </a:lnTo>
                  <a:lnTo>
                    <a:pt x="144" y="103"/>
                  </a:lnTo>
                  <a:lnTo>
                    <a:pt x="142" y="107"/>
                  </a:lnTo>
                  <a:lnTo>
                    <a:pt x="140" y="111"/>
                  </a:lnTo>
                  <a:lnTo>
                    <a:pt x="140" y="112"/>
                  </a:lnTo>
                  <a:lnTo>
                    <a:pt x="141" y="114"/>
                  </a:lnTo>
                  <a:lnTo>
                    <a:pt x="144" y="117"/>
                  </a:lnTo>
                  <a:lnTo>
                    <a:pt x="139" y="122"/>
                  </a:lnTo>
                  <a:lnTo>
                    <a:pt x="136" y="123"/>
                  </a:lnTo>
                  <a:lnTo>
                    <a:pt x="134" y="124"/>
                  </a:lnTo>
                  <a:lnTo>
                    <a:pt x="131" y="125"/>
                  </a:lnTo>
                  <a:lnTo>
                    <a:pt x="127" y="129"/>
                  </a:lnTo>
                  <a:lnTo>
                    <a:pt x="123" y="132"/>
                  </a:lnTo>
                  <a:lnTo>
                    <a:pt x="119" y="135"/>
                  </a:lnTo>
                  <a:lnTo>
                    <a:pt x="116" y="135"/>
                  </a:lnTo>
                  <a:lnTo>
                    <a:pt x="115" y="134"/>
                  </a:lnTo>
                  <a:lnTo>
                    <a:pt x="113" y="132"/>
                  </a:lnTo>
                  <a:lnTo>
                    <a:pt x="111" y="130"/>
                  </a:lnTo>
                  <a:lnTo>
                    <a:pt x="109" y="128"/>
                  </a:lnTo>
                  <a:lnTo>
                    <a:pt x="107" y="127"/>
                  </a:lnTo>
                  <a:lnTo>
                    <a:pt x="105" y="127"/>
                  </a:lnTo>
                  <a:lnTo>
                    <a:pt x="102" y="129"/>
                  </a:lnTo>
                  <a:lnTo>
                    <a:pt x="98" y="131"/>
                  </a:lnTo>
                  <a:lnTo>
                    <a:pt x="92" y="136"/>
                  </a:lnTo>
                  <a:lnTo>
                    <a:pt x="88" y="140"/>
                  </a:lnTo>
                  <a:lnTo>
                    <a:pt x="80" y="136"/>
                  </a:lnTo>
                  <a:lnTo>
                    <a:pt x="70" y="131"/>
                  </a:lnTo>
                  <a:lnTo>
                    <a:pt x="60" y="124"/>
                  </a:lnTo>
                  <a:lnTo>
                    <a:pt x="50" y="119"/>
                  </a:lnTo>
                  <a:lnTo>
                    <a:pt x="40" y="114"/>
                  </a:lnTo>
                  <a:lnTo>
                    <a:pt x="33" y="111"/>
                  </a:lnTo>
                  <a:lnTo>
                    <a:pt x="28" y="109"/>
                  </a:lnTo>
                  <a:lnTo>
                    <a:pt x="23" y="106"/>
                  </a:lnTo>
                  <a:lnTo>
                    <a:pt x="16" y="101"/>
                  </a:lnTo>
                  <a:lnTo>
                    <a:pt x="8" y="94"/>
                  </a:lnTo>
                  <a:lnTo>
                    <a:pt x="0" y="85"/>
                  </a:lnTo>
                  <a:lnTo>
                    <a:pt x="19" y="85"/>
                  </a:lnTo>
                  <a:lnTo>
                    <a:pt x="23" y="83"/>
                  </a:lnTo>
                  <a:lnTo>
                    <a:pt x="28" y="79"/>
                  </a:lnTo>
                  <a:lnTo>
                    <a:pt x="34" y="73"/>
                  </a:lnTo>
                  <a:lnTo>
                    <a:pt x="39" y="67"/>
                  </a:lnTo>
                  <a:lnTo>
                    <a:pt x="43" y="62"/>
                  </a:lnTo>
                  <a:lnTo>
                    <a:pt x="56" y="53"/>
                  </a:lnTo>
                  <a:lnTo>
                    <a:pt x="66" y="46"/>
                  </a:lnTo>
                  <a:lnTo>
                    <a:pt x="68" y="44"/>
                  </a:lnTo>
                  <a:lnTo>
                    <a:pt x="69" y="42"/>
                  </a:lnTo>
                  <a:lnTo>
                    <a:pt x="68" y="40"/>
                  </a:lnTo>
                  <a:lnTo>
                    <a:pt x="65" y="35"/>
                  </a:lnTo>
                  <a:lnTo>
                    <a:pt x="62" y="27"/>
                  </a:lnTo>
                  <a:lnTo>
                    <a:pt x="61" y="25"/>
                  </a:lnTo>
                  <a:lnTo>
                    <a:pt x="59" y="22"/>
                  </a:lnTo>
                  <a:lnTo>
                    <a:pt x="57" y="17"/>
                  </a:lnTo>
                  <a:lnTo>
                    <a:pt x="59" y="12"/>
                  </a:lnTo>
                  <a:lnTo>
                    <a:pt x="63" y="6"/>
                  </a:lnTo>
                  <a:lnTo>
                    <a:pt x="66" y="2"/>
                  </a:lnTo>
                  <a:lnTo>
                    <a:pt x="68" y="1"/>
                  </a:lnTo>
                  <a:lnTo>
                    <a:pt x="69" y="0"/>
                  </a:lnTo>
                  <a:close/>
                </a:path>
              </a:pathLst>
            </a:custGeom>
            <a:grpFill/>
            <a:ln w="0">
              <a:solidFill>
                <a:schemeClr val="bg1"/>
              </a:solid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grpSp>
      <p:grpSp>
        <p:nvGrpSpPr>
          <p:cNvPr id="119" name="Group 118"/>
          <p:cNvGrpSpPr/>
          <p:nvPr/>
        </p:nvGrpSpPr>
        <p:grpSpPr>
          <a:xfrm>
            <a:off x="3049960" y="1509212"/>
            <a:ext cx="681215" cy="895670"/>
            <a:chOff x="7689847" y="2601913"/>
            <a:chExt cx="3000376" cy="3944937"/>
          </a:xfrm>
          <a:effectLst>
            <a:outerShdw blurRad="76200" dir="18900000" sy="23000" kx="-1200000" algn="bl" rotWithShape="0">
              <a:prstClr val="black">
                <a:alpha val="17000"/>
              </a:prstClr>
            </a:outerShdw>
          </a:effectLst>
        </p:grpSpPr>
        <p:sp>
          <p:nvSpPr>
            <p:cNvPr id="2062" name="Freeform 14"/>
            <p:cNvSpPr>
              <a:spLocks/>
            </p:cNvSpPr>
            <p:nvPr/>
          </p:nvSpPr>
          <p:spPr bwMode="auto">
            <a:xfrm>
              <a:off x="7713662" y="3327400"/>
              <a:ext cx="723900" cy="2241550"/>
            </a:xfrm>
            <a:custGeom>
              <a:avLst/>
              <a:gdLst/>
              <a:ahLst/>
              <a:cxnLst>
                <a:cxn ang="0">
                  <a:pos x="48" y="0"/>
                </a:cxn>
                <a:cxn ang="0">
                  <a:pos x="456" y="1397"/>
                </a:cxn>
                <a:cxn ang="0">
                  <a:pos x="407" y="1412"/>
                </a:cxn>
                <a:cxn ang="0">
                  <a:pos x="0" y="15"/>
                </a:cxn>
                <a:cxn ang="0">
                  <a:pos x="48" y="0"/>
                </a:cxn>
              </a:cxnLst>
              <a:rect l="0" t="0" r="r" b="b"/>
              <a:pathLst>
                <a:path w="456" h="1412">
                  <a:moveTo>
                    <a:pt x="48" y="0"/>
                  </a:moveTo>
                  <a:lnTo>
                    <a:pt x="456" y="1397"/>
                  </a:lnTo>
                  <a:lnTo>
                    <a:pt x="407" y="1412"/>
                  </a:lnTo>
                  <a:lnTo>
                    <a:pt x="0" y="15"/>
                  </a:lnTo>
                  <a:lnTo>
                    <a:pt x="48" y="0"/>
                  </a:lnTo>
                  <a:close/>
                </a:path>
              </a:pathLst>
            </a:cu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063" name="Freeform 15"/>
            <p:cNvSpPr>
              <a:spLocks/>
            </p:cNvSpPr>
            <p:nvPr/>
          </p:nvSpPr>
          <p:spPr bwMode="auto">
            <a:xfrm>
              <a:off x="8312147" y="5530848"/>
              <a:ext cx="455614" cy="1016002"/>
            </a:xfrm>
            <a:custGeom>
              <a:avLst/>
              <a:gdLst/>
              <a:ahLst/>
              <a:cxnLst>
                <a:cxn ang="0">
                  <a:pos x="110" y="0"/>
                </a:cxn>
                <a:cxn ang="0">
                  <a:pos x="287" y="609"/>
                </a:cxn>
                <a:cxn ang="0">
                  <a:pos x="177" y="640"/>
                </a:cxn>
                <a:cxn ang="0">
                  <a:pos x="0" y="31"/>
                </a:cxn>
                <a:cxn ang="0">
                  <a:pos x="110" y="0"/>
                </a:cxn>
              </a:cxnLst>
              <a:rect l="0" t="0" r="r" b="b"/>
              <a:pathLst>
                <a:path w="287" h="640">
                  <a:moveTo>
                    <a:pt x="110" y="0"/>
                  </a:moveTo>
                  <a:lnTo>
                    <a:pt x="287" y="609"/>
                  </a:lnTo>
                  <a:lnTo>
                    <a:pt x="177" y="640"/>
                  </a:lnTo>
                  <a:lnTo>
                    <a:pt x="0" y="31"/>
                  </a:lnTo>
                  <a:lnTo>
                    <a:pt x="110" y="0"/>
                  </a:lnTo>
                  <a:close/>
                </a:path>
              </a:pathLst>
            </a:cu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sp>
          <p:nvSpPr>
            <p:cNvPr id="2061" name="Freeform 13"/>
            <p:cNvSpPr>
              <a:spLocks/>
            </p:cNvSpPr>
            <p:nvPr/>
          </p:nvSpPr>
          <p:spPr bwMode="auto">
            <a:xfrm>
              <a:off x="7689847" y="2601913"/>
              <a:ext cx="3000376" cy="2309814"/>
            </a:xfrm>
            <a:custGeom>
              <a:avLst/>
              <a:gdLst/>
              <a:ahLst/>
              <a:cxnLst>
                <a:cxn ang="0">
                  <a:pos x="1423" y="0"/>
                </a:cxn>
                <a:cxn ang="0">
                  <a:pos x="1427" y="16"/>
                </a:cxn>
                <a:cxn ang="0">
                  <a:pos x="1440" y="58"/>
                </a:cxn>
                <a:cxn ang="0">
                  <a:pos x="1464" y="122"/>
                </a:cxn>
                <a:cxn ang="0">
                  <a:pos x="1501" y="203"/>
                </a:cxn>
                <a:cxn ang="0">
                  <a:pos x="1550" y="298"/>
                </a:cxn>
                <a:cxn ang="0">
                  <a:pos x="1617" y="400"/>
                </a:cxn>
                <a:cxn ang="0">
                  <a:pos x="1671" y="482"/>
                </a:cxn>
                <a:cxn ang="0">
                  <a:pos x="1722" y="570"/>
                </a:cxn>
                <a:cxn ang="0">
                  <a:pos x="1768" y="659"/>
                </a:cxn>
                <a:cxn ang="0">
                  <a:pos x="1809" y="741"/>
                </a:cxn>
                <a:cxn ang="0">
                  <a:pos x="1843" y="815"/>
                </a:cxn>
                <a:cxn ang="0">
                  <a:pos x="1867" y="874"/>
                </a:cxn>
                <a:cxn ang="0">
                  <a:pos x="1885" y="912"/>
                </a:cxn>
                <a:cxn ang="0">
                  <a:pos x="1890" y="926"/>
                </a:cxn>
                <a:cxn ang="0">
                  <a:pos x="1820" y="942"/>
                </a:cxn>
                <a:cxn ang="0">
                  <a:pos x="1740" y="974"/>
                </a:cxn>
                <a:cxn ang="0">
                  <a:pos x="1602" y="1042"/>
                </a:cxn>
                <a:cxn ang="0">
                  <a:pos x="1501" y="1090"/>
                </a:cxn>
                <a:cxn ang="0">
                  <a:pos x="1396" y="1130"/>
                </a:cxn>
                <a:cxn ang="0">
                  <a:pos x="1288" y="1159"/>
                </a:cxn>
                <a:cxn ang="0">
                  <a:pos x="1182" y="1167"/>
                </a:cxn>
                <a:cxn ang="0">
                  <a:pos x="1067" y="1166"/>
                </a:cxn>
                <a:cxn ang="0">
                  <a:pos x="979" y="1171"/>
                </a:cxn>
                <a:cxn ang="0">
                  <a:pos x="915" y="1181"/>
                </a:cxn>
                <a:cxn ang="0">
                  <a:pos x="866" y="1198"/>
                </a:cxn>
                <a:cxn ang="0">
                  <a:pos x="831" y="1219"/>
                </a:cxn>
                <a:cxn ang="0">
                  <a:pos x="776" y="1262"/>
                </a:cxn>
                <a:cxn ang="0">
                  <a:pos x="733" y="1295"/>
                </a:cxn>
                <a:cxn ang="0">
                  <a:pos x="687" y="1324"/>
                </a:cxn>
                <a:cxn ang="0">
                  <a:pos x="624" y="1357"/>
                </a:cxn>
                <a:cxn ang="0">
                  <a:pos x="578" y="1375"/>
                </a:cxn>
                <a:cxn ang="0">
                  <a:pos x="519" y="1393"/>
                </a:cxn>
                <a:cxn ang="0">
                  <a:pos x="455" y="1413"/>
                </a:cxn>
                <a:cxn ang="0">
                  <a:pos x="394" y="1429"/>
                </a:cxn>
                <a:cxn ang="0">
                  <a:pos x="340" y="1443"/>
                </a:cxn>
                <a:cxn ang="0">
                  <a:pos x="293" y="1454"/>
                </a:cxn>
                <a:cxn ang="0">
                  <a:pos x="0" y="435"/>
                </a:cxn>
                <a:cxn ang="0">
                  <a:pos x="16" y="432"/>
                </a:cxn>
                <a:cxn ang="0">
                  <a:pos x="55" y="425"/>
                </a:cxn>
                <a:cxn ang="0">
                  <a:pos x="107" y="410"/>
                </a:cxn>
                <a:cxn ang="0">
                  <a:pos x="160" y="391"/>
                </a:cxn>
                <a:cxn ang="0">
                  <a:pos x="204" y="362"/>
                </a:cxn>
                <a:cxn ang="0">
                  <a:pos x="249" y="324"/>
                </a:cxn>
                <a:cxn ang="0">
                  <a:pos x="304" y="292"/>
                </a:cxn>
                <a:cxn ang="0">
                  <a:pos x="373" y="273"/>
                </a:cxn>
                <a:cxn ang="0">
                  <a:pos x="460" y="267"/>
                </a:cxn>
                <a:cxn ang="0">
                  <a:pos x="560" y="266"/>
                </a:cxn>
                <a:cxn ang="0">
                  <a:pos x="645" y="258"/>
                </a:cxn>
                <a:cxn ang="0">
                  <a:pos x="722" y="247"/>
                </a:cxn>
                <a:cxn ang="0">
                  <a:pos x="791" y="235"/>
                </a:cxn>
                <a:cxn ang="0">
                  <a:pos x="857" y="206"/>
                </a:cxn>
                <a:cxn ang="0">
                  <a:pos x="935" y="165"/>
                </a:cxn>
                <a:cxn ang="0">
                  <a:pos x="1017" y="118"/>
                </a:cxn>
                <a:cxn ang="0">
                  <a:pos x="1104" y="72"/>
                </a:cxn>
                <a:cxn ang="0">
                  <a:pos x="1195" y="37"/>
                </a:cxn>
                <a:cxn ang="0">
                  <a:pos x="1284" y="15"/>
                </a:cxn>
                <a:cxn ang="0">
                  <a:pos x="1357" y="4"/>
                </a:cxn>
                <a:cxn ang="0">
                  <a:pos x="1405" y="0"/>
                </a:cxn>
              </a:cxnLst>
              <a:rect l="0" t="0" r="r" b="b"/>
              <a:pathLst>
                <a:path w="1890" h="1455">
                  <a:moveTo>
                    <a:pt x="1405" y="0"/>
                  </a:moveTo>
                  <a:lnTo>
                    <a:pt x="1423" y="0"/>
                  </a:lnTo>
                  <a:lnTo>
                    <a:pt x="1425" y="4"/>
                  </a:lnTo>
                  <a:lnTo>
                    <a:pt x="1427" y="16"/>
                  </a:lnTo>
                  <a:lnTo>
                    <a:pt x="1432" y="33"/>
                  </a:lnTo>
                  <a:lnTo>
                    <a:pt x="1440" y="58"/>
                  </a:lnTo>
                  <a:lnTo>
                    <a:pt x="1451" y="87"/>
                  </a:lnTo>
                  <a:lnTo>
                    <a:pt x="1464" y="122"/>
                  </a:lnTo>
                  <a:lnTo>
                    <a:pt x="1481" y="161"/>
                  </a:lnTo>
                  <a:lnTo>
                    <a:pt x="1501" y="203"/>
                  </a:lnTo>
                  <a:lnTo>
                    <a:pt x="1524" y="249"/>
                  </a:lnTo>
                  <a:lnTo>
                    <a:pt x="1550" y="298"/>
                  </a:lnTo>
                  <a:lnTo>
                    <a:pt x="1582" y="349"/>
                  </a:lnTo>
                  <a:lnTo>
                    <a:pt x="1617" y="400"/>
                  </a:lnTo>
                  <a:lnTo>
                    <a:pt x="1645" y="440"/>
                  </a:lnTo>
                  <a:lnTo>
                    <a:pt x="1671" y="482"/>
                  </a:lnTo>
                  <a:lnTo>
                    <a:pt x="1697" y="527"/>
                  </a:lnTo>
                  <a:lnTo>
                    <a:pt x="1722" y="570"/>
                  </a:lnTo>
                  <a:lnTo>
                    <a:pt x="1746" y="614"/>
                  </a:lnTo>
                  <a:lnTo>
                    <a:pt x="1768" y="659"/>
                  </a:lnTo>
                  <a:lnTo>
                    <a:pt x="1790" y="701"/>
                  </a:lnTo>
                  <a:lnTo>
                    <a:pt x="1809" y="741"/>
                  </a:lnTo>
                  <a:lnTo>
                    <a:pt x="1827" y="779"/>
                  </a:lnTo>
                  <a:lnTo>
                    <a:pt x="1843" y="815"/>
                  </a:lnTo>
                  <a:lnTo>
                    <a:pt x="1857" y="846"/>
                  </a:lnTo>
                  <a:lnTo>
                    <a:pt x="1867" y="874"/>
                  </a:lnTo>
                  <a:lnTo>
                    <a:pt x="1877" y="896"/>
                  </a:lnTo>
                  <a:lnTo>
                    <a:pt x="1885" y="912"/>
                  </a:lnTo>
                  <a:lnTo>
                    <a:pt x="1888" y="922"/>
                  </a:lnTo>
                  <a:lnTo>
                    <a:pt x="1890" y="926"/>
                  </a:lnTo>
                  <a:lnTo>
                    <a:pt x="1857" y="931"/>
                  </a:lnTo>
                  <a:lnTo>
                    <a:pt x="1820" y="942"/>
                  </a:lnTo>
                  <a:lnTo>
                    <a:pt x="1781" y="956"/>
                  </a:lnTo>
                  <a:lnTo>
                    <a:pt x="1740" y="974"/>
                  </a:lnTo>
                  <a:lnTo>
                    <a:pt x="1696" y="995"/>
                  </a:lnTo>
                  <a:lnTo>
                    <a:pt x="1602" y="1042"/>
                  </a:lnTo>
                  <a:lnTo>
                    <a:pt x="1552" y="1066"/>
                  </a:lnTo>
                  <a:lnTo>
                    <a:pt x="1501" y="1090"/>
                  </a:lnTo>
                  <a:lnTo>
                    <a:pt x="1448" y="1111"/>
                  </a:lnTo>
                  <a:lnTo>
                    <a:pt x="1396" y="1130"/>
                  </a:lnTo>
                  <a:lnTo>
                    <a:pt x="1342" y="1146"/>
                  </a:lnTo>
                  <a:lnTo>
                    <a:pt x="1288" y="1159"/>
                  </a:lnTo>
                  <a:lnTo>
                    <a:pt x="1235" y="1166"/>
                  </a:lnTo>
                  <a:lnTo>
                    <a:pt x="1182" y="1167"/>
                  </a:lnTo>
                  <a:lnTo>
                    <a:pt x="1121" y="1166"/>
                  </a:lnTo>
                  <a:lnTo>
                    <a:pt x="1067" y="1166"/>
                  </a:lnTo>
                  <a:lnTo>
                    <a:pt x="1020" y="1167"/>
                  </a:lnTo>
                  <a:lnTo>
                    <a:pt x="979" y="1171"/>
                  </a:lnTo>
                  <a:lnTo>
                    <a:pt x="945" y="1176"/>
                  </a:lnTo>
                  <a:lnTo>
                    <a:pt x="915" y="1181"/>
                  </a:lnTo>
                  <a:lnTo>
                    <a:pt x="889" y="1189"/>
                  </a:lnTo>
                  <a:lnTo>
                    <a:pt x="866" y="1198"/>
                  </a:lnTo>
                  <a:lnTo>
                    <a:pt x="848" y="1207"/>
                  </a:lnTo>
                  <a:lnTo>
                    <a:pt x="831" y="1219"/>
                  </a:lnTo>
                  <a:lnTo>
                    <a:pt x="800" y="1243"/>
                  </a:lnTo>
                  <a:lnTo>
                    <a:pt x="776" y="1262"/>
                  </a:lnTo>
                  <a:lnTo>
                    <a:pt x="754" y="1279"/>
                  </a:lnTo>
                  <a:lnTo>
                    <a:pt x="733" y="1295"/>
                  </a:lnTo>
                  <a:lnTo>
                    <a:pt x="712" y="1310"/>
                  </a:lnTo>
                  <a:lnTo>
                    <a:pt x="687" y="1324"/>
                  </a:lnTo>
                  <a:lnTo>
                    <a:pt x="658" y="1340"/>
                  </a:lnTo>
                  <a:lnTo>
                    <a:pt x="624" y="1357"/>
                  </a:lnTo>
                  <a:lnTo>
                    <a:pt x="603" y="1366"/>
                  </a:lnTo>
                  <a:lnTo>
                    <a:pt x="578" y="1375"/>
                  </a:lnTo>
                  <a:lnTo>
                    <a:pt x="549" y="1384"/>
                  </a:lnTo>
                  <a:lnTo>
                    <a:pt x="519" y="1393"/>
                  </a:lnTo>
                  <a:lnTo>
                    <a:pt x="488" y="1404"/>
                  </a:lnTo>
                  <a:lnTo>
                    <a:pt x="455" y="1413"/>
                  </a:lnTo>
                  <a:lnTo>
                    <a:pt x="424" y="1421"/>
                  </a:lnTo>
                  <a:lnTo>
                    <a:pt x="394" y="1429"/>
                  </a:lnTo>
                  <a:lnTo>
                    <a:pt x="365" y="1437"/>
                  </a:lnTo>
                  <a:lnTo>
                    <a:pt x="340" y="1443"/>
                  </a:lnTo>
                  <a:lnTo>
                    <a:pt x="319" y="1447"/>
                  </a:lnTo>
                  <a:lnTo>
                    <a:pt x="293" y="1454"/>
                  </a:lnTo>
                  <a:lnTo>
                    <a:pt x="289" y="1455"/>
                  </a:lnTo>
                  <a:lnTo>
                    <a:pt x="0" y="435"/>
                  </a:lnTo>
                  <a:lnTo>
                    <a:pt x="4" y="435"/>
                  </a:lnTo>
                  <a:lnTo>
                    <a:pt x="16" y="432"/>
                  </a:lnTo>
                  <a:lnTo>
                    <a:pt x="33" y="430"/>
                  </a:lnTo>
                  <a:lnTo>
                    <a:pt x="55" y="425"/>
                  </a:lnTo>
                  <a:lnTo>
                    <a:pt x="80" y="418"/>
                  </a:lnTo>
                  <a:lnTo>
                    <a:pt x="107" y="410"/>
                  </a:lnTo>
                  <a:lnTo>
                    <a:pt x="134" y="401"/>
                  </a:lnTo>
                  <a:lnTo>
                    <a:pt x="160" y="391"/>
                  </a:lnTo>
                  <a:lnTo>
                    <a:pt x="184" y="377"/>
                  </a:lnTo>
                  <a:lnTo>
                    <a:pt x="204" y="362"/>
                  </a:lnTo>
                  <a:lnTo>
                    <a:pt x="226" y="342"/>
                  </a:lnTo>
                  <a:lnTo>
                    <a:pt x="249" y="324"/>
                  </a:lnTo>
                  <a:lnTo>
                    <a:pt x="276" y="307"/>
                  </a:lnTo>
                  <a:lnTo>
                    <a:pt x="304" y="292"/>
                  </a:lnTo>
                  <a:lnTo>
                    <a:pt x="336" y="282"/>
                  </a:lnTo>
                  <a:lnTo>
                    <a:pt x="373" y="273"/>
                  </a:lnTo>
                  <a:lnTo>
                    <a:pt x="414" y="269"/>
                  </a:lnTo>
                  <a:lnTo>
                    <a:pt x="460" y="267"/>
                  </a:lnTo>
                  <a:lnTo>
                    <a:pt x="513" y="267"/>
                  </a:lnTo>
                  <a:lnTo>
                    <a:pt x="560" y="266"/>
                  </a:lnTo>
                  <a:lnTo>
                    <a:pt x="604" y="262"/>
                  </a:lnTo>
                  <a:lnTo>
                    <a:pt x="645" y="258"/>
                  </a:lnTo>
                  <a:lnTo>
                    <a:pt x="684" y="253"/>
                  </a:lnTo>
                  <a:lnTo>
                    <a:pt x="722" y="247"/>
                  </a:lnTo>
                  <a:lnTo>
                    <a:pt x="762" y="241"/>
                  </a:lnTo>
                  <a:lnTo>
                    <a:pt x="791" y="235"/>
                  </a:lnTo>
                  <a:lnTo>
                    <a:pt x="823" y="223"/>
                  </a:lnTo>
                  <a:lnTo>
                    <a:pt x="857" y="206"/>
                  </a:lnTo>
                  <a:lnTo>
                    <a:pt x="895" y="186"/>
                  </a:lnTo>
                  <a:lnTo>
                    <a:pt x="935" y="165"/>
                  </a:lnTo>
                  <a:lnTo>
                    <a:pt x="975" y="142"/>
                  </a:lnTo>
                  <a:lnTo>
                    <a:pt x="1017" y="118"/>
                  </a:lnTo>
                  <a:lnTo>
                    <a:pt x="1060" y="95"/>
                  </a:lnTo>
                  <a:lnTo>
                    <a:pt x="1104" y="72"/>
                  </a:lnTo>
                  <a:lnTo>
                    <a:pt x="1148" y="54"/>
                  </a:lnTo>
                  <a:lnTo>
                    <a:pt x="1195" y="37"/>
                  </a:lnTo>
                  <a:lnTo>
                    <a:pt x="1241" y="24"/>
                  </a:lnTo>
                  <a:lnTo>
                    <a:pt x="1284" y="15"/>
                  </a:lnTo>
                  <a:lnTo>
                    <a:pt x="1322" y="8"/>
                  </a:lnTo>
                  <a:lnTo>
                    <a:pt x="1357" y="4"/>
                  </a:lnTo>
                  <a:lnTo>
                    <a:pt x="1384" y="2"/>
                  </a:lnTo>
                  <a:lnTo>
                    <a:pt x="1405" y="0"/>
                  </a:lnTo>
                  <a:close/>
                </a:path>
              </a:pathLst>
            </a:custGeom>
            <a:blipFill dpi="0" rotWithShape="1">
              <a:blip r:embed="rId2" cstate="print"/>
              <a:srcRect/>
              <a:stretch>
                <a:fillRect/>
              </a:stretch>
            </a:blipFill>
            <a:ln w="0">
              <a:noFill/>
              <a:prstDash val="solid"/>
              <a:round/>
              <a:headEnd/>
              <a:tailEnd/>
            </a:ln>
          </p:spPr>
          <p:txBody>
            <a:bodyPr vert="horz" wrap="square" lIns="74314" tIns="37157" rIns="74314" bIns="37157" numCol="1" anchor="t" anchorCtr="0" compatLnSpc="1">
              <a:prstTxWarp prst="textNoShape">
                <a:avLst/>
              </a:prstTxWarp>
            </a:bodyPr>
            <a:lstStyle/>
            <a:p>
              <a:endParaRPr lang="en-US" sz="1544"/>
            </a:p>
          </p:txBody>
        </p:sp>
      </p:grpSp>
    </p:spTree>
    <p:extLst>
      <p:ext uri="{BB962C8B-B14F-4D97-AF65-F5344CB8AC3E}">
        <p14:creationId xmlns:p14="http://schemas.microsoft.com/office/powerpoint/2010/main" val="8167086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81922" name="Rectangle 2"/>
          <p:cNvSpPr>
            <a:spLocks noGrp="1" noChangeArrowheads="1"/>
          </p:cNvSpPr>
          <p:nvPr>
            <p:ph type="title"/>
          </p:nvPr>
        </p:nvSpPr>
        <p:spPr bwMode="gray"/>
        <p:txBody>
          <a:bodyPr/>
          <a:lstStyle/>
          <a:p>
            <a:r>
              <a:rPr lang="ja-JP" altLang="en-US"/>
              <a:t>地図 </a:t>
            </a:r>
            <a:r>
              <a:rPr lang="nl-NL" altLang="ja-JP"/>
              <a:t>– </a:t>
            </a:r>
            <a:r>
              <a:rPr lang="ja-JP" altLang="en-US"/>
              <a:t>日本</a:t>
            </a:r>
            <a:r>
              <a:rPr lang="en-US" altLang="ja-JP"/>
              <a:t>2</a:t>
            </a:r>
            <a:endParaRPr lang="en-US" altLang="ja-JP" dirty="0"/>
          </a:p>
        </p:txBody>
      </p:sp>
      <p:grpSp>
        <p:nvGrpSpPr>
          <p:cNvPr id="2" name="グループ化 1"/>
          <p:cNvGrpSpPr>
            <a:grpSpLocks noChangeAspect="1"/>
          </p:cNvGrpSpPr>
          <p:nvPr/>
        </p:nvGrpSpPr>
        <p:grpSpPr bwMode="gray">
          <a:xfrm>
            <a:off x="2867825" y="1475999"/>
            <a:ext cx="4170351" cy="4824000"/>
            <a:chOff x="3149604" y="1614488"/>
            <a:chExt cx="3757617" cy="4346575"/>
          </a:xfrm>
          <a:solidFill>
            <a:srgbClr val="BBBCBC"/>
          </a:solidFill>
        </p:grpSpPr>
        <p:sp>
          <p:nvSpPr>
            <p:cNvPr id="15" name="Freeform 4"/>
            <p:cNvSpPr>
              <a:spLocks/>
            </p:cNvSpPr>
            <p:nvPr/>
          </p:nvSpPr>
          <p:spPr bwMode="gray">
            <a:xfrm>
              <a:off x="3487742" y="2901951"/>
              <a:ext cx="2613028" cy="2384425"/>
            </a:xfrm>
            <a:custGeom>
              <a:avLst/>
              <a:gdLst>
                <a:gd name="T0" fmla="*/ 29 w 3292"/>
                <a:gd name="T1" fmla="*/ 23 h 3005"/>
                <a:gd name="T2" fmla="*/ 28 w 3292"/>
                <a:gd name="T3" fmla="*/ 26 h 3005"/>
                <a:gd name="T4" fmla="*/ 29 w 3292"/>
                <a:gd name="T5" fmla="*/ 28 h 3005"/>
                <a:gd name="T6" fmla="*/ 31 w 3292"/>
                <a:gd name="T7" fmla="*/ 26 h 3005"/>
                <a:gd name="T8" fmla="*/ 37 w 3292"/>
                <a:gd name="T9" fmla="*/ 23 h 3005"/>
                <a:gd name="T10" fmla="*/ 40 w 3292"/>
                <a:gd name="T11" fmla="*/ 20 h 3005"/>
                <a:gd name="T12" fmla="*/ 42 w 3292"/>
                <a:gd name="T13" fmla="*/ 16 h 3005"/>
                <a:gd name="T14" fmla="*/ 43 w 3292"/>
                <a:gd name="T15" fmla="*/ 13 h 3005"/>
                <a:gd name="T16" fmla="*/ 42 w 3292"/>
                <a:gd name="T17" fmla="*/ 10 h 3005"/>
                <a:gd name="T18" fmla="*/ 43 w 3292"/>
                <a:gd name="T19" fmla="*/ 8 h 3005"/>
                <a:gd name="T20" fmla="*/ 44 w 3292"/>
                <a:gd name="T21" fmla="*/ 3 h 3005"/>
                <a:gd name="T22" fmla="*/ 45 w 3292"/>
                <a:gd name="T23" fmla="*/ 3 h 3005"/>
                <a:gd name="T24" fmla="*/ 48 w 3292"/>
                <a:gd name="T25" fmla="*/ 3 h 3005"/>
                <a:gd name="T26" fmla="*/ 46 w 3292"/>
                <a:gd name="T27" fmla="*/ 1 h 3005"/>
                <a:gd name="T28" fmla="*/ 49 w 3292"/>
                <a:gd name="T29" fmla="*/ 1 h 3005"/>
                <a:gd name="T30" fmla="*/ 50 w 3292"/>
                <a:gd name="T31" fmla="*/ 5 h 3005"/>
                <a:gd name="T32" fmla="*/ 51 w 3292"/>
                <a:gd name="T33" fmla="*/ 10 h 3005"/>
                <a:gd name="T34" fmla="*/ 50 w 3292"/>
                <a:gd name="T35" fmla="*/ 15 h 3005"/>
                <a:gd name="T36" fmla="*/ 49 w 3292"/>
                <a:gd name="T37" fmla="*/ 18 h 3005"/>
                <a:gd name="T38" fmla="*/ 47 w 3292"/>
                <a:gd name="T39" fmla="*/ 19 h 3005"/>
                <a:gd name="T40" fmla="*/ 47 w 3292"/>
                <a:gd name="T41" fmla="*/ 22 h 3005"/>
                <a:gd name="T42" fmla="*/ 46 w 3292"/>
                <a:gd name="T43" fmla="*/ 28 h 3005"/>
                <a:gd name="T44" fmla="*/ 46 w 3292"/>
                <a:gd name="T45" fmla="*/ 33 h 3005"/>
                <a:gd name="T46" fmla="*/ 45 w 3292"/>
                <a:gd name="T47" fmla="*/ 35 h 3005"/>
                <a:gd name="T48" fmla="*/ 42 w 3292"/>
                <a:gd name="T49" fmla="*/ 38 h 3005"/>
                <a:gd name="T50" fmla="*/ 43 w 3292"/>
                <a:gd name="T51" fmla="*/ 34 h 3005"/>
                <a:gd name="T52" fmla="*/ 40 w 3292"/>
                <a:gd name="T53" fmla="*/ 36 h 3005"/>
                <a:gd name="T54" fmla="*/ 38 w 3292"/>
                <a:gd name="T55" fmla="*/ 39 h 3005"/>
                <a:gd name="T56" fmla="*/ 37 w 3292"/>
                <a:gd name="T57" fmla="*/ 39 h 3005"/>
                <a:gd name="T58" fmla="*/ 36 w 3292"/>
                <a:gd name="T59" fmla="*/ 37 h 3005"/>
                <a:gd name="T60" fmla="*/ 34 w 3292"/>
                <a:gd name="T61" fmla="*/ 40 h 3005"/>
                <a:gd name="T62" fmla="*/ 29 w 3292"/>
                <a:gd name="T63" fmla="*/ 40 h 3005"/>
                <a:gd name="T64" fmla="*/ 26 w 3292"/>
                <a:gd name="T65" fmla="*/ 39 h 3005"/>
                <a:gd name="T66" fmla="*/ 26 w 3292"/>
                <a:gd name="T67" fmla="*/ 40 h 3005"/>
                <a:gd name="T68" fmla="*/ 27 w 3292"/>
                <a:gd name="T69" fmla="*/ 42 h 3005"/>
                <a:gd name="T70" fmla="*/ 24 w 3292"/>
                <a:gd name="T71" fmla="*/ 44 h 3005"/>
                <a:gd name="T72" fmla="*/ 21 w 3292"/>
                <a:gd name="T73" fmla="*/ 45 h 3005"/>
                <a:gd name="T74" fmla="*/ 20 w 3292"/>
                <a:gd name="T75" fmla="*/ 42 h 3005"/>
                <a:gd name="T76" fmla="*/ 21 w 3292"/>
                <a:gd name="T77" fmla="*/ 40 h 3005"/>
                <a:gd name="T78" fmla="*/ 20 w 3292"/>
                <a:gd name="T79" fmla="*/ 40 h 3005"/>
                <a:gd name="T80" fmla="*/ 15 w 3292"/>
                <a:gd name="T81" fmla="*/ 40 h 3005"/>
                <a:gd name="T82" fmla="*/ 13 w 3292"/>
                <a:gd name="T83" fmla="*/ 40 h 3005"/>
                <a:gd name="T84" fmla="*/ 7 w 3292"/>
                <a:gd name="T85" fmla="*/ 42 h 3005"/>
                <a:gd name="T86" fmla="*/ 6 w 3292"/>
                <a:gd name="T87" fmla="*/ 42 h 3005"/>
                <a:gd name="T88" fmla="*/ 3 w 3292"/>
                <a:gd name="T89" fmla="*/ 43 h 3005"/>
                <a:gd name="T90" fmla="*/ 1 w 3292"/>
                <a:gd name="T91" fmla="*/ 42 h 3005"/>
                <a:gd name="T92" fmla="*/ 3 w 3292"/>
                <a:gd name="T93" fmla="*/ 41 h 3005"/>
                <a:gd name="T94" fmla="*/ 10 w 3292"/>
                <a:gd name="T95" fmla="*/ 35 h 3005"/>
                <a:gd name="T96" fmla="*/ 12 w 3292"/>
                <a:gd name="T97" fmla="*/ 35 h 3005"/>
                <a:gd name="T98" fmla="*/ 19 w 3292"/>
                <a:gd name="T99" fmla="*/ 34 h 3005"/>
                <a:gd name="T100" fmla="*/ 21 w 3292"/>
                <a:gd name="T101" fmla="*/ 35 h 3005"/>
                <a:gd name="T102" fmla="*/ 24 w 3292"/>
                <a:gd name="T103" fmla="*/ 34 h 3005"/>
                <a:gd name="T104" fmla="*/ 25 w 3292"/>
                <a:gd name="T105" fmla="*/ 30 h 3005"/>
                <a:gd name="T106" fmla="*/ 26 w 3292"/>
                <a:gd name="T107" fmla="*/ 25 h 3005"/>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292"/>
                <a:gd name="T163" fmla="*/ 0 h 3005"/>
                <a:gd name="T164" fmla="*/ 3292 w 3292"/>
                <a:gd name="T165" fmla="*/ 3005 h 3005"/>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292" h="3005">
                  <a:moveTo>
                    <a:pt x="1745" y="1589"/>
                  </a:moveTo>
                  <a:lnTo>
                    <a:pt x="1768" y="1574"/>
                  </a:lnTo>
                  <a:lnTo>
                    <a:pt x="1918" y="1530"/>
                  </a:lnTo>
                  <a:lnTo>
                    <a:pt x="1926" y="1585"/>
                  </a:lnTo>
                  <a:lnTo>
                    <a:pt x="1858" y="1631"/>
                  </a:lnTo>
                  <a:lnTo>
                    <a:pt x="1832" y="1675"/>
                  </a:lnTo>
                  <a:lnTo>
                    <a:pt x="1820" y="1750"/>
                  </a:lnTo>
                  <a:lnTo>
                    <a:pt x="1839" y="1810"/>
                  </a:lnTo>
                  <a:lnTo>
                    <a:pt x="1878" y="1817"/>
                  </a:lnTo>
                  <a:lnTo>
                    <a:pt x="1906" y="1802"/>
                  </a:lnTo>
                  <a:lnTo>
                    <a:pt x="1960" y="1743"/>
                  </a:lnTo>
                  <a:lnTo>
                    <a:pt x="1993" y="1727"/>
                  </a:lnTo>
                  <a:lnTo>
                    <a:pt x="2214" y="1612"/>
                  </a:lnTo>
                  <a:lnTo>
                    <a:pt x="2264" y="1578"/>
                  </a:lnTo>
                  <a:lnTo>
                    <a:pt x="2323" y="1522"/>
                  </a:lnTo>
                  <a:lnTo>
                    <a:pt x="2371" y="1414"/>
                  </a:lnTo>
                  <a:lnTo>
                    <a:pt x="2469" y="1349"/>
                  </a:lnTo>
                  <a:lnTo>
                    <a:pt x="2517" y="1294"/>
                  </a:lnTo>
                  <a:lnTo>
                    <a:pt x="2544" y="1246"/>
                  </a:lnTo>
                  <a:lnTo>
                    <a:pt x="2559" y="1159"/>
                  </a:lnTo>
                  <a:lnTo>
                    <a:pt x="2630" y="1061"/>
                  </a:lnTo>
                  <a:lnTo>
                    <a:pt x="2630" y="1036"/>
                  </a:lnTo>
                  <a:lnTo>
                    <a:pt x="2678" y="942"/>
                  </a:lnTo>
                  <a:lnTo>
                    <a:pt x="2697" y="864"/>
                  </a:lnTo>
                  <a:lnTo>
                    <a:pt x="2717" y="756"/>
                  </a:lnTo>
                  <a:lnTo>
                    <a:pt x="2709" y="678"/>
                  </a:lnTo>
                  <a:lnTo>
                    <a:pt x="2667" y="643"/>
                  </a:lnTo>
                  <a:lnTo>
                    <a:pt x="2651" y="603"/>
                  </a:lnTo>
                  <a:lnTo>
                    <a:pt x="2682" y="564"/>
                  </a:lnTo>
                  <a:lnTo>
                    <a:pt x="2701" y="516"/>
                  </a:lnTo>
                  <a:lnTo>
                    <a:pt x="2682" y="340"/>
                  </a:lnTo>
                  <a:lnTo>
                    <a:pt x="2753" y="280"/>
                  </a:lnTo>
                  <a:lnTo>
                    <a:pt x="2776" y="236"/>
                  </a:lnTo>
                  <a:lnTo>
                    <a:pt x="2820" y="177"/>
                  </a:lnTo>
                  <a:lnTo>
                    <a:pt x="2847" y="177"/>
                  </a:lnTo>
                  <a:lnTo>
                    <a:pt x="2874" y="240"/>
                  </a:lnTo>
                  <a:lnTo>
                    <a:pt x="2899" y="280"/>
                  </a:lnTo>
                  <a:lnTo>
                    <a:pt x="2937" y="273"/>
                  </a:lnTo>
                  <a:lnTo>
                    <a:pt x="3045" y="225"/>
                  </a:lnTo>
                  <a:lnTo>
                    <a:pt x="3024" y="135"/>
                  </a:lnTo>
                  <a:lnTo>
                    <a:pt x="2981" y="131"/>
                  </a:lnTo>
                  <a:lnTo>
                    <a:pt x="2933" y="75"/>
                  </a:lnTo>
                  <a:lnTo>
                    <a:pt x="3024" y="0"/>
                  </a:lnTo>
                  <a:lnTo>
                    <a:pt x="3083" y="27"/>
                  </a:lnTo>
                  <a:lnTo>
                    <a:pt x="3127" y="67"/>
                  </a:lnTo>
                  <a:lnTo>
                    <a:pt x="3131" y="102"/>
                  </a:lnTo>
                  <a:lnTo>
                    <a:pt x="3131" y="256"/>
                  </a:lnTo>
                  <a:lnTo>
                    <a:pt x="3139" y="363"/>
                  </a:lnTo>
                  <a:lnTo>
                    <a:pt x="3166" y="382"/>
                  </a:lnTo>
                  <a:lnTo>
                    <a:pt x="3198" y="438"/>
                  </a:lnTo>
                  <a:lnTo>
                    <a:pt x="3292" y="685"/>
                  </a:lnTo>
                  <a:lnTo>
                    <a:pt x="3292" y="768"/>
                  </a:lnTo>
                  <a:lnTo>
                    <a:pt x="3262" y="891"/>
                  </a:lnTo>
                  <a:lnTo>
                    <a:pt x="3166" y="1021"/>
                  </a:lnTo>
                  <a:lnTo>
                    <a:pt x="3139" y="1096"/>
                  </a:lnTo>
                  <a:lnTo>
                    <a:pt x="3147" y="1159"/>
                  </a:lnTo>
                  <a:lnTo>
                    <a:pt x="3127" y="1171"/>
                  </a:lnTo>
                  <a:lnTo>
                    <a:pt x="3028" y="1219"/>
                  </a:lnTo>
                  <a:lnTo>
                    <a:pt x="3008" y="1238"/>
                  </a:lnTo>
                  <a:lnTo>
                    <a:pt x="2985" y="1272"/>
                  </a:lnTo>
                  <a:lnTo>
                    <a:pt x="2962" y="1349"/>
                  </a:lnTo>
                  <a:lnTo>
                    <a:pt x="2966" y="1414"/>
                  </a:lnTo>
                  <a:lnTo>
                    <a:pt x="2978" y="1455"/>
                  </a:lnTo>
                  <a:lnTo>
                    <a:pt x="2997" y="1589"/>
                  </a:lnTo>
                  <a:lnTo>
                    <a:pt x="2989" y="1702"/>
                  </a:lnTo>
                  <a:lnTo>
                    <a:pt x="2899" y="1829"/>
                  </a:lnTo>
                  <a:lnTo>
                    <a:pt x="2866" y="1948"/>
                  </a:lnTo>
                  <a:lnTo>
                    <a:pt x="2870" y="2067"/>
                  </a:lnTo>
                  <a:lnTo>
                    <a:pt x="2895" y="2113"/>
                  </a:lnTo>
                  <a:lnTo>
                    <a:pt x="2953" y="2172"/>
                  </a:lnTo>
                  <a:lnTo>
                    <a:pt x="2870" y="2220"/>
                  </a:lnTo>
                  <a:lnTo>
                    <a:pt x="2843" y="2240"/>
                  </a:lnTo>
                  <a:lnTo>
                    <a:pt x="2824" y="2266"/>
                  </a:lnTo>
                  <a:lnTo>
                    <a:pt x="2799" y="2401"/>
                  </a:lnTo>
                  <a:lnTo>
                    <a:pt x="2659" y="2472"/>
                  </a:lnTo>
                  <a:lnTo>
                    <a:pt x="2646" y="2429"/>
                  </a:lnTo>
                  <a:lnTo>
                    <a:pt x="2682" y="2322"/>
                  </a:lnTo>
                  <a:lnTo>
                    <a:pt x="2709" y="2236"/>
                  </a:lnTo>
                  <a:lnTo>
                    <a:pt x="2682" y="2217"/>
                  </a:lnTo>
                  <a:lnTo>
                    <a:pt x="2615" y="2255"/>
                  </a:lnTo>
                  <a:lnTo>
                    <a:pt x="2536" y="2355"/>
                  </a:lnTo>
                  <a:lnTo>
                    <a:pt x="2473" y="2355"/>
                  </a:lnTo>
                  <a:lnTo>
                    <a:pt x="2431" y="2405"/>
                  </a:lnTo>
                  <a:lnTo>
                    <a:pt x="2417" y="2527"/>
                  </a:lnTo>
                  <a:lnTo>
                    <a:pt x="2375" y="2571"/>
                  </a:lnTo>
                  <a:lnTo>
                    <a:pt x="2348" y="2566"/>
                  </a:lnTo>
                  <a:lnTo>
                    <a:pt x="2338" y="2539"/>
                  </a:lnTo>
                  <a:lnTo>
                    <a:pt x="2338" y="2445"/>
                  </a:lnTo>
                  <a:lnTo>
                    <a:pt x="2319" y="2416"/>
                  </a:lnTo>
                  <a:lnTo>
                    <a:pt x="2292" y="2424"/>
                  </a:lnTo>
                  <a:lnTo>
                    <a:pt x="2252" y="2449"/>
                  </a:lnTo>
                  <a:lnTo>
                    <a:pt x="2206" y="2500"/>
                  </a:lnTo>
                  <a:lnTo>
                    <a:pt x="2162" y="2583"/>
                  </a:lnTo>
                  <a:lnTo>
                    <a:pt x="2049" y="2575"/>
                  </a:lnTo>
                  <a:lnTo>
                    <a:pt x="1981" y="2583"/>
                  </a:lnTo>
                  <a:lnTo>
                    <a:pt x="1899" y="2602"/>
                  </a:lnTo>
                  <a:lnTo>
                    <a:pt x="1839" y="2512"/>
                  </a:lnTo>
                  <a:lnTo>
                    <a:pt x="1749" y="2460"/>
                  </a:lnTo>
                  <a:lnTo>
                    <a:pt x="1713" y="2500"/>
                  </a:lnTo>
                  <a:lnTo>
                    <a:pt x="1705" y="2531"/>
                  </a:lnTo>
                  <a:lnTo>
                    <a:pt x="1682" y="2587"/>
                  </a:lnTo>
                  <a:lnTo>
                    <a:pt x="1686" y="2598"/>
                  </a:lnTo>
                  <a:lnTo>
                    <a:pt x="1741" y="2629"/>
                  </a:lnTo>
                  <a:lnTo>
                    <a:pt x="1795" y="2681"/>
                  </a:lnTo>
                  <a:lnTo>
                    <a:pt x="1757" y="2712"/>
                  </a:lnTo>
                  <a:lnTo>
                    <a:pt x="1645" y="2733"/>
                  </a:lnTo>
                  <a:lnTo>
                    <a:pt x="1592" y="2771"/>
                  </a:lnTo>
                  <a:lnTo>
                    <a:pt x="1528" y="2871"/>
                  </a:lnTo>
                  <a:lnTo>
                    <a:pt x="1461" y="3005"/>
                  </a:lnTo>
                  <a:lnTo>
                    <a:pt x="1371" y="2946"/>
                  </a:lnTo>
                  <a:lnTo>
                    <a:pt x="1296" y="2913"/>
                  </a:lnTo>
                  <a:lnTo>
                    <a:pt x="1256" y="2882"/>
                  </a:lnTo>
                  <a:lnTo>
                    <a:pt x="1256" y="2854"/>
                  </a:lnTo>
                  <a:lnTo>
                    <a:pt x="1229" y="2725"/>
                  </a:lnTo>
                  <a:lnTo>
                    <a:pt x="1240" y="2700"/>
                  </a:lnTo>
                  <a:lnTo>
                    <a:pt x="1308" y="2646"/>
                  </a:lnTo>
                  <a:lnTo>
                    <a:pt x="1331" y="2602"/>
                  </a:lnTo>
                  <a:lnTo>
                    <a:pt x="1323" y="2558"/>
                  </a:lnTo>
                  <a:lnTo>
                    <a:pt x="1300" y="2550"/>
                  </a:lnTo>
                  <a:lnTo>
                    <a:pt x="1221" y="2579"/>
                  </a:lnTo>
                  <a:lnTo>
                    <a:pt x="1173" y="2575"/>
                  </a:lnTo>
                  <a:lnTo>
                    <a:pt x="1071" y="2547"/>
                  </a:lnTo>
                  <a:lnTo>
                    <a:pt x="1008" y="2566"/>
                  </a:lnTo>
                  <a:lnTo>
                    <a:pt x="949" y="2606"/>
                  </a:lnTo>
                  <a:lnTo>
                    <a:pt x="895" y="2633"/>
                  </a:lnTo>
                  <a:lnTo>
                    <a:pt x="858" y="2618"/>
                  </a:lnTo>
                  <a:lnTo>
                    <a:pt x="824" y="2614"/>
                  </a:lnTo>
                  <a:lnTo>
                    <a:pt x="607" y="2677"/>
                  </a:lnTo>
                  <a:lnTo>
                    <a:pt x="499" y="2725"/>
                  </a:lnTo>
                  <a:lnTo>
                    <a:pt x="469" y="2677"/>
                  </a:lnTo>
                  <a:lnTo>
                    <a:pt x="409" y="2669"/>
                  </a:lnTo>
                  <a:lnTo>
                    <a:pt x="353" y="2740"/>
                  </a:lnTo>
                  <a:lnTo>
                    <a:pt x="353" y="2842"/>
                  </a:lnTo>
                  <a:lnTo>
                    <a:pt x="256" y="2804"/>
                  </a:lnTo>
                  <a:lnTo>
                    <a:pt x="177" y="2796"/>
                  </a:lnTo>
                  <a:lnTo>
                    <a:pt x="35" y="2807"/>
                  </a:lnTo>
                  <a:lnTo>
                    <a:pt x="0" y="2783"/>
                  </a:lnTo>
                  <a:lnTo>
                    <a:pt x="8" y="2729"/>
                  </a:lnTo>
                  <a:lnTo>
                    <a:pt x="31" y="2685"/>
                  </a:lnTo>
                  <a:lnTo>
                    <a:pt x="94" y="2685"/>
                  </a:lnTo>
                  <a:lnTo>
                    <a:pt x="161" y="2669"/>
                  </a:lnTo>
                  <a:lnTo>
                    <a:pt x="259" y="2595"/>
                  </a:lnTo>
                  <a:lnTo>
                    <a:pt x="551" y="2278"/>
                  </a:lnTo>
                  <a:lnTo>
                    <a:pt x="586" y="2274"/>
                  </a:lnTo>
                  <a:lnTo>
                    <a:pt x="645" y="2255"/>
                  </a:lnTo>
                  <a:lnTo>
                    <a:pt x="653" y="2322"/>
                  </a:lnTo>
                  <a:lnTo>
                    <a:pt x="716" y="2303"/>
                  </a:lnTo>
                  <a:lnTo>
                    <a:pt x="885" y="2259"/>
                  </a:lnTo>
                  <a:lnTo>
                    <a:pt x="1008" y="2251"/>
                  </a:lnTo>
                  <a:lnTo>
                    <a:pt x="1165" y="2224"/>
                  </a:lnTo>
                  <a:lnTo>
                    <a:pt x="1284" y="2180"/>
                  </a:lnTo>
                  <a:lnTo>
                    <a:pt x="1292" y="2255"/>
                  </a:lnTo>
                  <a:lnTo>
                    <a:pt x="1342" y="2299"/>
                  </a:lnTo>
                  <a:lnTo>
                    <a:pt x="1367" y="2287"/>
                  </a:lnTo>
                  <a:lnTo>
                    <a:pt x="1453" y="2251"/>
                  </a:lnTo>
                  <a:lnTo>
                    <a:pt x="1513" y="2195"/>
                  </a:lnTo>
                  <a:lnTo>
                    <a:pt x="1509" y="2142"/>
                  </a:lnTo>
                  <a:lnTo>
                    <a:pt x="1524" y="2061"/>
                  </a:lnTo>
                  <a:lnTo>
                    <a:pt x="1588" y="1979"/>
                  </a:lnTo>
                  <a:lnTo>
                    <a:pt x="1678" y="1885"/>
                  </a:lnTo>
                  <a:lnTo>
                    <a:pt x="1728" y="1810"/>
                  </a:lnTo>
                  <a:lnTo>
                    <a:pt x="1720" y="1624"/>
                  </a:lnTo>
                  <a:lnTo>
                    <a:pt x="1745" y="1589"/>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8" name="Freeform 5"/>
            <p:cNvSpPr>
              <a:spLocks/>
            </p:cNvSpPr>
            <p:nvPr/>
          </p:nvSpPr>
          <p:spPr bwMode="gray">
            <a:xfrm>
              <a:off x="5568957" y="1614488"/>
              <a:ext cx="1338264" cy="1339850"/>
            </a:xfrm>
            <a:custGeom>
              <a:avLst/>
              <a:gdLst>
                <a:gd name="T0" fmla="*/ 2 w 1686"/>
                <a:gd name="T1" fmla="*/ 26 h 1688"/>
                <a:gd name="T2" fmla="*/ 2 w 1686"/>
                <a:gd name="T3" fmla="*/ 24 h 1688"/>
                <a:gd name="T4" fmla="*/ 1 w 1686"/>
                <a:gd name="T5" fmla="*/ 22 h 1688"/>
                <a:gd name="T6" fmla="*/ 0 w 1686"/>
                <a:gd name="T7" fmla="*/ 19 h 1688"/>
                <a:gd name="T8" fmla="*/ 3 w 1686"/>
                <a:gd name="T9" fmla="*/ 18 h 1688"/>
                <a:gd name="T10" fmla="*/ 3 w 1686"/>
                <a:gd name="T11" fmla="*/ 15 h 1688"/>
                <a:gd name="T12" fmla="*/ 3 w 1686"/>
                <a:gd name="T13" fmla="*/ 13 h 1688"/>
                <a:gd name="T14" fmla="*/ 6 w 1686"/>
                <a:gd name="T15" fmla="*/ 14 h 1688"/>
                <a:gd name="T16" fmla="*/ 7 w 1686"/>
                <a:gd name="T17" fmla="*/ 14 h 1688"/>
                <a:gd name="T18" fmla="*/ 9 w 1686"/>
                <a:gd name="T19" fmla="*/ 11 h 1688"/>
                <a:gd name="T20" fmla="*/ 10 w 1686"/>
                <a:gd name="T21" fmla="*/ 7 h 1688"/>
                <a:gd name="T22" fmla="*/ 9 w 1686"/>
                <a:gd name="T23" fmla="*/ 3 h 1688"/>
                <a:gd name="T24" fmla="*/ 9 w 1686"/>
                <a:gd name="T25" fmla="*/ 2 h 1688"/>
                <a:gd name="T26" fmla="*/ 11 w 1686"/>
                <a:gd name="T27" fmla="*/ 1 h 1688"/>
                <a:gd name="T28" fmla="*/ 13 w 1686"/>
                <a:gd name="T29" fmla="*/ 3 h 1688"/>
                <a:gd name="T30" fmla="*/ 18 w 1686"/>
                <a:gd name="T31" fmla="*/ 9 h 1688"/>
                <a:gd name="T32" fmla="*/ 20 w 1686"/>
                <a:gd name="T33" fmla="*/ 10 h 1688"/>
                <a:gd name="T34" fmla="*/ 23 w 1686"/>
                <a:gd name="T35" fmla="*/ 11 h 1688"/>
                <a:gd name="T36" fmla="*/ 25 w 1686"/>
                <a:gd name="T37" fmla="*/ 9 h 1688"/>
                <a:gd name="T38" fmla="*/ 26 w 1686"/>
                <a:gd name="T39" fmla="*/ 9 h 1688"/>
                <a:gd name="T40" fmla="*/ 25 w 1686"/>
                <a:gd name="T41" fmla="*/ 11 h 1688"/>
                <a:gd name="T42" fmla="*/ 26 w 1686"/>
                <a:gd name="T43" fmla="*/ 13 h 1688"/>
                <a:gd name="T44" fmla="*/ 26 w 1686"/>
                <a:gd name="T45" fmla="*/ 15 h 1688"/>
                <a:gd name="T46" fmla="*/ 24 w 1686"/>
                <a:gd name="T47" fmla="*/ 17 h 1688"/>
                <a:gd name="T48" fmla="*/ 22 w 1686"/>
                <a:gd name="T49" fmla="*/ 15 h 1688"/>
                <a:gd name="T50" fmla="*/ 20 w 1686"/>
                <a:gd name="T51" fmla="*/ 17 h 1688"/>
                <a:gd name="T52" fmla="*/ 18 w 1686"/>
                <a:gd name="T53" fmla="*/ 20 h 1688"/>
                <a:gd name="T54" fmla="*/ 17 w 1686"/>
                <a:gd name="T55" fmla="*/ 23 h 1688"/>
                <a:gd name="T56" fmla="*/ 14 w 1686"/>
                <a:gd name="T57" fmla="*/ 22 h 1688"/>
                <a:gd name="T58" fmla="*/ 10 w 1686"/>
                <a:gd name="T59" fmla="*/ 19 h 1688"/>
                <a:gd name="T60" fmla="*/ 6 w 1686"/>
                <a:gd name="T61" fmla="*/ 21 h 1688"/>
                <a:gd name="T62" fmla="*/ 5 w 1686"/>
                <a:gd name="T63" fmla="*/ 19 h 1688"/>
                <a:gd name="T64" fmla="*/ 3 w 1686"/>
                <a:gd name="T65" fmla="*/ 19 h 1688"/>
                <a:gd name="T66" fmla="*/ 3 w 1686"/>
                <a:gd name="T67" fmla="*/ 21 h 1688"/>
                <a:gd name="T68" fmla="*/ 6 w 1686"/>
                <a:gd name="T69" fmla="*/ 23 h 1688"/>
                <a:gd name="T70" fmla="*/ 6 w 1686"/>
                <a:gd name="T71" fmla="*/ 25 h 1688"/>
                <a:gd name="T72" fmla="*/ 5 w 1686"/>
                <a:gd name="T73" fmla="*/ 24 h 1688"/>
                <a:gd name="T74" fmla="*/ 3 w 1686"/>
                <a:gd name="T75" fmla="*/ 25 h 1688"/>
                <a:gd name="T76" fmla="*/ 2 w 1686"/>
                <a:gd name="T77" fmla="*/ 26 h 16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1686"/>
                <a:gd name="T118" fmla="*/ 0 h 1688"/>
                <a:gd name="T119" fmla="*/ 1686 w 1686"/>
                <a:gd name="T120" fmla="*/ 1688 h 168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1686" h="1688">
                  <a:moveTo>
                    <a:pt x="119" y="1688"/>
                  </a:moveTo>
                  <a:lnTo>
                    <a:pt x="87" y="1644"/>
                  </a:lnTo>
                  <a:lnTo>
                    <a:pt x="79" y="1596"/>
                  </a:lnTo>
                  <a:lnTo>
                    <a:pt x="123" y="1483"/>
                  </a:lnTo>
                  <a:lnTo>
                    <a:pt x="116" y="1424"/>
                  </a:lnTo>
                  <a:lnTo>
                    <a:pt x="41" y="1389"/>
                  </a:lnTo>
                  <a:lnTo>
                    <a:pt x="20" y="1357"/>
                  </a:lnTo>
                  <a:lnTo>
                    <a:pt x="0" y="1211"/>
                  </a:lnTo>
                  <a:lnTo>
                    <a:pt x="75" y="1144"/>
                  </a:lnTo>
                  <a:lnTo>
                    <a:pt x="146" y="1113"/>
                  </a:lnTo>
                  <a:lnTo>
                    <a:pt x="233" y="1046"/>
                  </a:lnTo>
                  <a:lnTo>
                    <a:pt x="237" y="979"/>
                  </a:lnTo>
                  <a:lnTo>
                    <a:pt x="194" y="927"/>
                  </a:lnTo>
                  <a:lnTo>
                    <a:pt x="229" y="871"/>
                  </a:lnTo>
                  <a:lnTo>
                    <a:pt x="262" y="871"/>
                  </a:lnTo>
                  <a:lnTo>
                    <a:pt x="348" y="946"/>
                  </a:lnTo>
                  <a:lnTo>
                    <a:pt x="398" y="963"/>
                  </a:lnTo>
                  <a:lnTo>
                    <a:pt x="469" y="927"/>
                  </a:lnTo>
                  <a:lnTo>
                    <a:pt x="465" y="710"/>
                  </a:lnTo>
                  <a:lnTo>
                    <a:pt x="528" y="675"/>
                  </a:lnTo>
                  <a:lnTo>
                    <a:pt x="588" y="631"/>
                  </a:lnTo>
                  <a:lnTo>
                    <a:pt x="596" y="493"/>
                  </a:lnTo>
                  <a:lnTo>
                    <a:pt x="599" y="340"/>
                  </a:lnTo>
                  <a:lnTo>
                    <a:pt x="544" y="198"/>
                  </a:lnTo>
                  <a:lnTo>
                    <a:pt x="532" y="107"/>
                  </a:lnTo>
                  <a:lnTo>
                    <a:pt x="551" y="67"/>
                  </a:lnTo>
                  <a:lnTo>
                    <a:pt x="634" y="0"/>
                  </a:lnTo>
                  <a:lnTo>
                    <a:pt x="644" y="17"/>
                  </a:lnTo>
                  <a:lnTo>
                    <a:pt x="709" y="96"/>
                  </a:lnTo>
                  <a:lnTo>
                    <a:pt x="832" y="249"/>
                  </a:lnTo>
                  <a:lnTo>
                    <a:pt x="974" y="407"/>
                  </a:lnTo>
                  <a:lnTo>
                    <a:pt x="1116" y="533"/>
                  </a:lnTo>
                  <a:lnTo>
                    <a:pt x="1198" y="583"/>
                  </a:lnTo>
                  <a:lnTo>
                    <a:pt x="1269" y="616"/>
                  </a:lnTo>
                  <a:lnTo>
                    <a:pt x="1404" y="654"/>
                  </a:lnTo>
                  <a:lnTo>
                    <a:pt x="1438" y="658"/>
                  </a:lnTo>
                  <a:lnTo>
                    <a:pt x="1482" y="643"/>
                  </a:lnTo>
                  <a:lnTo>
                    <a:pt x="1596" y="526"/>
                  </a:lnTo>
                  <a:lnTo>
                    <a:pt x="1655" y="497"/>
                  </a:lnTo>
                  <a:lnTo>
                    <a:pt x="1655" y="516"/>
                  </a:lnTo>
                  <a:lnTo>
                    <a:pt x="1615" y="579"/>
                  </a:lnTo>
                  <a:lnTo>
                    <a:pt x="1573" y="683"/>
                  </a:lnTo>
                  <a:lnTo>
                    <a:pt x="1596" y="762"/>
                  </a:lnTo>
                  <a:lnTo>
                    <a:pt x="1659" y="867"/>
                  </a:lnTo>
                  <a:lnTo>
                    <a:pt x="1686" y="934"/>
                  </a:lnTo>
                  <a:lnTo>
                    <a:pt x="1611" y="982"/>
                  </a:lnTo>
                  <a:lnTo>
                    <a:pt x="1552" y="1026"/>
                  </a:lnTo>
                  <a:lnTo>
                    <a:pt x="1482" y="1057"/>
                  </a:lnTo>
                  <a:lnTo>
                    <a:pt x="1434" y="1057"/>
                  </a:lnTo>
                  <a:lnTo>
                    <a:pt x="1367" y="1021"/>
                  </a:lnTo>
                  <a:lnTo>
                    <a:pt x="1308" y="1026"/>
                  </a:lnTo>
                  <a:lnTo>
                    <a:pt x="1262" y="1053"/>
                  </a:lnTo>
                  <a:lnTo>
                    <a:pt x="1214" y="1092"/>
                  </a:lnTo>
                  <a:lnTo>
                    <a:pt x="1116" y="1234"/>
                  </a:lnTo>
                  <a:lnTo>
                    <a:pt x="1064" y="1326"/>
                  </a:lnTo>
                  <a:lnTo>
                    <a:pt x="1029" y="1431"/>
                  </a:lnTo>
                  <a:lnTo>
                    <a:pt x="978" y="1416"/>
                  </a:lnTo>
                  <a:lnTo>
                    <a:pt x="918" y="1376"/>
                  </a:lnTo>
                  <a:lnTo>
                    <a:pt x="651" y="1203"/>
                  </a:lnTo>
                  <a:lnTo>
                    <a:pt x="592" y="1188"/>
                  </a:lnTo>
                  <a:lnTo>
                    <a:pt x="498" y="1195"/>
                  </a:lnTo>
                  <a:lnTo>
                    <a:pt x="359" y="1301"/>
                  </a:lnTo>
                  <a:lnTo>
                    <a:pt x="340" y="1247"/>
                  </a:lnTo>
                  <a:lnTo>
                    <a:pt x="288" y="1184"/>
                  </a:lnTo>
                  <a:lnTo>
                    <a:pt x="244" y="1188"/>
                  </a:lnTo>
                  <a:lnTo>
                    <a:pt x="210" y="1207"/>
                  </a:lnTo>
                  <a:lnTo>
                    <a:pt x="150" y="1259"/>
                  </a:lnTo>
                  <a:lnTo>
                    <a:pt x="158" y="1309"/>
                  </a:lnTo>
                  <a:lnTo>
                    <a:pt x="311" y="1401"/>
                  </a:lnTo>
                  <a:lnTo>
                    <a:pt x="382" y="1451"/>
                  </a:lnTo>
                  <a:lnTo>
                    <a:pt x="423" y="1499"/>
                  </a:lnTo>
                  <a:lnTo>
                    <a:pt x="371" y="1539"/>
                  </a:lnTo>
                  <a:lnTo>
                    <a:pt x="331" y="1543"/>
                  </a:lnTo>
                  <a:lnTo>
                    <a:pt x="292" y="1522"/>
                  </a:lnTo>
                  <a:lnTo>
                    <a:pt x="258" y="1531"/>
                  </a:lnTo>
                  <a:lnTo>
                    <a:pt x="214" y="1585"/>
                  </a:lnTo>
                  <a:lnTo>
                    <a:pt x="162" y="1667"/>
                  </a:lnTo>
                  <a:lnTo>
                    <a:pt x="119" y="1688"/>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9" name="Freeform 6"/>
            <p:cNvSpPr>
              <a:spLocks/>
            </p:cNvSpPr>
            <p:nvPr/>
          </p:nvSpPr>
          <p:spPr bwMode="gray">
            <a:xfrm>
              <a:off x="3149604" y="5186363"/>
              <a:ext cx="582613" cy="774700"/>
            </a:xfrm>
            <a:custGeom>
              <a:avLst/>
              <a:gdLst>
                <a:gd name="T0" fmla="*/ 7 w 733"/>
                <a:gd name="T1" fmla="*/ 15 h 977"/>
                <a:gd name="T2" fmla="*/ 6 w 733"/>
                <a:gd name="T3" fmla="*/ 15 h 977"/>
                <a:gd name="T4" fmla="*/ 6 w 733"/>
                <a:gd name="T5" fmla="*/ 14 h 977"/>
                <a:gd name="T6" fmla="*/ 7 w 733"/>
                <a:gd name="T7" fmla="*/ 13 h 977"/>
                <a:gd name="T8" fmla="*/ 7 w 733"/>
                <a:gd name="T9" fmla="*/ 12 h 977"/>
                <a:gd name="T10" fmla="*/ 6 w 733"/>
                <a:gd name="T11" fmla="*/ 11 h 977"/>
                <a:gd name="T12" fmla="*/ 6 w 733"/>
                <a:gd name="T13" fmla="*/ 12 h 977"/>
                <a:gd name="T14" fmla="*/ 5 w 733"/>
                <a:gd name="T15" fmla="*/ 13 h 977"/>
                <a:gd name="T16" fmla="*/ 5 w 733"/>
                <a:gd name="T17" fmla="*/ 14 h 977"/>
                <a:gd name="T18" fmla="*/ 4 w 733"/>
                <a:gd name="T19" fmla="*/ 14 h 977"/>
                <a:gd name="T20" fmla="*/ 4 w 733"/>
                <a:gd name="T21" fmla="*/ 13 h 977"/>
                <a:gd name="T22" fmla="*/ 5 w 733"/>
                <a:gd name="T23" fmla="*/ 12 h 977"/>
                <a:gd name="T24" fmla="*/ 5 w 733"/>
                <a:gd name="T25" fmla="*/ 11 h 977"/>
                <a:gd name="T26" fmla="*/ 4 w 733"/>
                <a:gd name="T27" fmla="*/ 9 h 977"/>
                <a:gd name="T28" fmla="*/ 4 w 733"/>
                <a:gd name="T29" fmla="*/ 9 h 977"/>
                <a:gd name="T30" fmla="*/ 6 w 733"/>
                <a:gd name="T31" fmla="*/ 7 h 977"/>
                <a:gd name="T32" fmla="*/ 6 w 733"/>
                <a:gd name="T33" fmla="*/ 7 h 977"/>
                <a:gd name="T34" fmla="*/ 6 w 733"/>
                <a:gd name="T35" fmla="*/ 6 h 977"/>
                <a:gd name="T36" fmla="*/ 5 w 733"/>
                <a:gd name="T37" fmla="*/ 4 h 977"/>
                <a:gd name="T38" fmla="*/ 4 w 733"/>
                <a:gd name="T39" fmla="*/ 4 h 977"/>
                <a:gd name="T40" fmla="*/ 4 w 733"/>
                <a:gd name="T41" fmla="*/ 4 h 977"/>
                <a:gd name="T42" fmla="*/ 3 w 733"/>
                <a:gd name="T43" fmla="*/ 6 h 977"/>
                <a:gd name="T44" fmla="*/ 2 w 733"/>
                <a:gd name="T45" fmla="*/ 5 h 977"/>
                <a:gd name="T46" fmla="*/ 2 w 733"/>
                <a:gd name="T47" fmla="*/ 4 h 977"/>
                <a:gd name="T48" fmla="*/ 1 w 733"/>
                <a:gd name="T49" fmla="*/ 3 h 977"/>
                <a:gd name="T50" fmla="*/ 0 w 733"/>
                <a:gd name="T51" fmla="*/ 3 h 977"/>
                <a:gd name="T52" fmla="*/ 1 w 733"/>
                <a:gd name="T53" fmla="*/ 2 h 977"/>
                <a:gd name="T54" fmla="*/ 3 w 733"/>
                <a:gd name="T55" fmla="*/ 2 h 977"/>
                <a:gd name="T56" fmla="*/ 4 w 733"/>
                <a:gd name="T57" fmla="*/ 1 h 977"/>
                <a:gd name="T58" fmla="*/ 5 w 733"/>
                <a:gd name="T59" fmla="*/ 0 h 977"/>
                <a:gd name="T60" fmla="*/ 5 w 733"/>
                <a:gd name="T61" fmla="*/ 0 h 977"/>
                <a:gd name="T62" fmla="*/ 7 w 733"/>
                <a:gd name="T63" fmla="*/ 0 h 977"/>
                <a:gd name="T64" fmla="*/ 8 w 733"/>
                <a:gd name="T65" fmla="*/ 0 h 977"/>
                <a:gd name="T66" fmla="*/ 8 w 733"/>
                <a:gd name="T67" fmla="*/ 1 h 977"/>
                <a:gd name="T68" fmla="*/ 9 w 733"/>
                <a:gd name="T69" fmla="*/ 1 h 977"/>
                <a:gd name="T70" fmla="*/ 9 w 733"/>
                <a:gd name="T71" fmla="*/ 1 h 977"/>
                <a:gd name="T72" fmla="*/ 11 w 733"/>
                <a:gd name="T73" fmla="*/ 1 h 977"/>
                <a:gd name="T74" fmla="*/ 11 w 733"/>
                <a:gd name="T75" fmla="*/ 2 h 977"/>
                <a:gd name="T76" fmla="*/ 10 w 733"/>
                <a:gd name="T77" fmla="*/ 3 h 977"/>
                <a:gd name="T78" fmla="*/ 11 w 733"/>
                <a:gd name="T79" fmla="*/ 3 h 977"/>
                <a:gd name="T80" fmla="*/ 12 w 733"/>
                <a:gd name="T81" fmla="*/ 4 h 977"/>
                <a:gd name="T82" fmla="*/ 12 w 733"/>
                <a:gd name="T83" fmla="*/ 5 h 977"/>
                <a:gd name="T84" fmla="*/ 11 w 733"/>
                <a:gd name="T85" fmla="*/ 6 h 977"/>
                <a:gd name="T86" fmla="*/ 10 w 733"/>
                <a:gd name="T87" fmla="*/ 7 h 977"/>
                <a:gd name="T88" fmla="*/ 10 w 733"/>
                <a:gd name="T89" fmla="*/ 8 h 977"/>
                <a:gd name="T90" fmla="*/ 10 w 733"/>
                <a:gd name="T91" fmla="*/ 10 h 977"/>
                <a:gd name="T92" fmla="*/ 10 w 733"/>
                <a:gd name="T93" fmla="*/ 11 h 977"/>
                <a:gd name="T94" fmla="*/ 9 w 733"/>
                <a:gd name="T95" fmla="*/ 12 h 977"/>
                <a:gd name="T96" fmla="*/ 9 w 733"/>
                <a:gd name="T97" fmla="*/ 13 h 977"/>
                <a:gd name="T98" fmla="*/ 8 w 733"/>
                <a:gd name="T99" fmla="*/ 13 h 977"/>
                <a:gd name="T100" fmla="*/ 8 w 733"/>
                <a:gd name="T101" fmla="*/ 13 h 977"/>
                <a:gd name="T102" fmla="*/ 7 w 733"/>
                <a:gd name="T103" fmla="*/ 15 h 977"/>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733"/>
                <a:gd name="T157" fmla="*/ 0 h 977"/>
                <a:gd name="T158" fmla="*/ 733 w 733"/>
                <a:gd name="T159" fmla="*/ 977 h 977"/>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733" h="977">
                  <a:moveTo>
                    <a:pt x="415" y="977"/>
                  </a:moveTo>
                  <a:lnTo>
                    <a:pt x="367" y="973"/>
                  </a:lnTo>
                  <a:lnTo>
                    <a:pt x="359" y="950"/>
                  </a:lnTo>
                  <a:lnTo>
                    <a:pt x="394" y="868"/>
                  </a:lnTo>
                  <a:lnTo>
                    <a:pt x="411" y="778"/>
                  </a:lnTo>
                  <a:lnTo>
                    <a:pt x="367" y="756"/>
                  </a:lnTo>
                  <a:lnTo>
                    <a:pt x="336" y="789"/>
                  </a:lnTo>
                  <a:lnTo>
                    <a:pt x="315" y="860"/>
                  </a:lnTo>
                  <a:lnTo>
                    <a:pt x="265" y="931"/>
                  </a:lnTo>
                  <a:lnTo>
                    <a:pt x="221" y="898"/>
                  </a:lnTo>
                  <a:lnTo>
                    <a:pt x="213" y="868"/>
                  </a:lnTo>
                  <a:lnTo>
                    <a:pt x="257" y="793"/>
                  </a:lnTo>
                  <a:lnTo>
                    <a:pt x="261" y="749"/>
                  </a:lnTo>
                  <a:lnTo>
                    <a:pt x="213" y="603"/>
                  </a:lnTo>
                  <a:lnTo>
                    <a:pt x="236" y="588"/>
                  </a:lnTo>
                  <a:lnTo>
                    <a:pt x="328" y="497"/>
                  </a:lnTo>
                  <a:lnTo>
                    <a:pt x="336" y="473"/>
                  </a:lnTo>
                  <a:lnTo>
                    <a:pt x="340" y="402"/>
                  </a:lnTo>
                  <a:lnTo>
                    <a:pt x="273" y="277"/>
                  </a:lnTo>
                  <a:lnTo>
                    <a:pt x="225" y="273"/>
                  </a:lnTo>
                  <a:lnTo>
                    <a:pt x="205" y="311"/>
                  </a:lnTo>
                  <a:lnTo>
                    <a:pt x="150" y="390"/>
                  </a:lnTo>
                  <a:lnTo>
                    <a:pt x="119" y="375"/>
                  </a:lnTo>
                  <a:lnTo>
                    <a:pt x="86" y="292"/>
                  </a:lnTo>
                  <a:lnTo>
                    <a:pt x="37" y="252"/>
                  </a:lnTo>
                  <a:lnTo>
                    <a:pt x="0" y="192"/>
                  </a:lnTo>
                  <a:lnTo>
                    <a:pt x="56" y="142"/>
                  </a:lnTo>
                  <a:lnTo>
                    <a:pt x="154" y="154"/>
                  </a:lnTo>
                  <a:lnTo>
                    <a:pt x="248" y="127"/>
                  </a:lnTo>
                  <a:lnTo>
                    <a:pt x="288" y="56"/>
                  </a:lnTo>
                  <a:lnTo>
                    <a:pt x="319" y="8"/>
                  </a:lnTo>
                  <a:lnTo>
                    <a:pt x="386" y="0"/>
                  </a:lnTo>
                  <a:lnTo>
                    <a:pt x="449" y="8"/>
                  </a:lnTo>
                  <a:lnTo>
                    <a:pt x="482" y="71"/>
                  </a:lnTo>
                  <a:lnTo>
                    <a:pt x="516" y="95"/>
                  </a:lnTo>
                  <a:lnTo>
                    <a:pt x="572" y="110"/>
                  </a:lnTo>
                  <a:lnTo>
                    <a:pt x="655" y="75"/>
                  </a:lnTo>
                  <a:lnTo>
                    <a:pt x="685" y="139"/>
                  </a:lnTo>
                  <a:lnTo>
                    <a:pt x="611" y="210"/>
                  </a:lnTo>
                  <a:lnTo>
                    <a:pt x="662" y="244"/>
                  </a:lnTo>
                  <a:lnTo>
                    <a:pt x="722" y="315"/>
                  </a:lnTo>
                  <a:lnTo>
                    <a:pt x="733" y="355"/>
                  </a:lnTo>
                  <a:lnTo>
                    <a:pt x="655" y="446"/>
                  </a:lnTo>
                  <a:lnTo>
                    <a:pt x="622" y="509"/>
                  </a:lnTo>
                  <a:lnTo>
                    <a:pt x="607" y="568"/>
                  </a:lnTo>
                  <a:lnTo>
                    <a:pt x="599" y="662"/>
                  </a:lnTo>
                  <a:lnTo>
                    <a:pt x="584" y="764"/>
                  </a:lnTo>
                  <a:lnTo>
                    <a:pt x="551" y="820"/>
                  </a:lnTo>
                  <a:lnTo>
                    <a:pt x="524" y="835"/>
                  </a:lnTo>
                  <a:lnTo>
                    <a:pt x="505" y="843"/>
                  </a:lnTo>
                  <a:lnTo>
                    <a:pt x="476" y="875"/>
                  </a:lnTo>
                  <a:lnTo>
                    <a:pt x="415" y="977"/>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20" name="Freeform 7"/>
            <p:cNvSpPr>
              <a:spLocks/>
            </p:cNvSpPr>
            <p:nvPr/>
          </p:nvSpPr>
          <p:spPr bwMode="gray">
            <a:xfrm>
              <a:off x="3800480" y="5046663"/>
              <a:ext cx="579438" cy="460375"/>
            </a:xfrm>
            <a:custGeom>
              <a:avLst/>
              <a:gdLst>
                <a:gd name="T0" fmla="*/ 3 w 729"/>
                <a:gd name="T1" fmla="*/ 10 h 579"/>
                <a:gd name="T2" fmla="*/ 3 w 729"/>
                <a:gd name="T3" fmla="*/ 9 h 579"/>
                <a:gd name="T4" fmla="*/ 2 w 729"/>
                <a:gd name="T5" fmla="*/ 8 h 579"/>
                <a:gd name="T6" fmla="*/ 2 w 729"/>
                <a:gd name="T7" fmla="*/ 7 h 579"/>
                <a:gd name="T8" fmla="*/ 1 w 729"/>
                <a:gd name="T9" fmla="*/ 6 h 579"/>
                <a:gd name="T10" fmla="*/ 0 w 729"/>
                <a:gd name="T11" fmla="*/ 5 h 579"/>
                <a:gd name="T12" fmla="*/ 2 w 729"/>
                <a:gd name="T13" fmla="*/ 4 h 579"/>
                <a:gd name="T14" fmla="*/ 3 w 729"/>
                <a:gd name="T15" fmla="*/ 4 h 579"/>
                <a:gd name="T16" fmla="*/ 3 w 729"/>
                <a:gd name="T17" fmla="*/ 2 h 579"/>
                <a:gd name="T18" fmla="*/ 4 w 729"/>
                <a:gd name="T19" fmla="*/ 3 h 579"/>
                <a:gd name="T20" fmla="*/ 6 w 729"/>
                <a:gd name="T21" fmla="*/ 3 h 579"/>
                <a:gd name="T22" fmla="*/ 7 w 729"/>
                <a:gd name="T23" fmla="*/ 2 h 579"/>
                <a:gd name="T24" fmla="*/ 7 w 729"/>
                <a:gd name="T25" fmla="*/ 1 h 579"/>
                <a:gd name="T26" fmla="*/ 8 w 729"/>
                <a:gd name="T27" fmla="*/ 1 h 579"/>
                <a:gd name="T28" fmla="*/ 9 w 729"/>
                <a:gd name="T29" fmla="*/ 0 h 579"/>
                <a:gd name="T30" fmla="*/ 10 w 729"/>
                <a:gd name="T31" fmla="*/ 1 h 579"/>
                <a:gd name="T32" fmla="*/ 12 w 729"/>
                <a:gd name="T33" fmla="*/ 1 h 579"/>
                <a:gd name="T34" fmla="*/ 12 w 729"/>
                <a:gd name="T35" fmla="*/ 2 h 579"/>
                <a:gd name="T36" fmla="*/ 12 w 729"/>
                <a:gd name="T37" fmla="*/ 2 h 579"/>
                <a:gd name="T38" fmla="*/ 11 w 729"/>
                <a:gd name="T39" fmla="*/ 3 h 579"/>
                <a:gd name="T40" fmla="*/ 11 w 729"/>
                <a:gd name="T41" fmla="*/ 4 h 579"/>
                <a:gd name="T42" fmla="*/ 9 w 729"/>
                <a:gd name="T43" fmla="*/ 6 h 579"/>
                <a:gd name="T44" fmla="*/ 9 w 729"/>
                <a:gd name="T45" fmla="*/ 6 h 579"/>
                <a:gd name="T46" fmla="*/ 8 w 729"/>
                <a:gd name="T47" fmla="*/ 5 h 579"/>
                <a:gd name="T48" fmla="*/ 7 w 729"/>
                <a:gd name="T49" fmla="*/ 5 h 579"/>
                <a:gd name="T50" fmla="*/ 6 w 729"/>
                <a:gd name="T51" fmla="*/ 5 h 579"/>
                <a:gd name="T52" fmla="*/ 5 w 729"/>
                <a:gd name="T53" fmla="*/ 6 h 579"/>
                <a:gd name="T54" fmla="*/ 5 w 729"/>
                <a:gd name="T55" fmla="*/ 7 h 579"/>
                <a:gd name="T56" fmla="*/ 4 w 729"/>
                <a:gd name="T57" fmla="*/ 8 h 579"/>
                <a:gd name="T58" fmla="*/ 4 w 729"/>
                <a:gd name="T59" fmla="*/ 9 h 579"/>
                <a:gd name="T60" fmla="*/ 3 w 729"/>
                <a:gd name="T61" fmla="*/ 10 h 579"/>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729"/>
                <a:gd name="T94" fmla="*/ 0 h 579"/>
                <a:gd name="T95" fmla="*/ 729 w 729"/>
                <a:gd name="T96" fmla="*/ 579 h 579"/>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729" h="579">
                  <a:moveTo>
                    <a:pt x="169" y="579"/>
                  </a:moveTo>
                  <a:lnTo>
                    <a:pt x="130" y="549"/>
                  </a:lnTo>
                  <a:lnTo>
                    <a:pt x="98" y="505"/>
                  </a:lnTo>
                  <a:lnTo>
                    <a:pt x="86" y="447"/>
                  </a:lnTo>
                  <a:lnTo>
                    <a:pt x="63" y="384"/>
                  </a:lnTo>
                  <a:lnTo>
                    <a:pt x="0" y="301"/>
                  </a:lnTo>
                  <a:lnTo>
                    <a:pt x="94" y="238"/>
                  </a:lnTo>
                  <a:lnTo>
                    <a:pt x="134" y="194"/>
                  </a:lnTo>
                  <a:lnTo>
                    <a:pt x="192" y="100"/>
                  </a:lnTo>
                  <a:lnTo>
                    <a:pt x="247" y="142"/>
                  </a:lnTo>
                  <a:lnTo>
                    <a:pt x="330" y="138"/>
                  </a:lnTo>
                  <a:lnTo>
                    <a:pt x="393" y="107"/>
                  </a:lnTo>
                  <a:lnTo>
                    <a:pt x="434" y="56"/>
                  </a:lnTo>
                  <a:lnTo>
                    <a:pt x="491" y="4"/>
                  </a:lnTo>
                  <a:lnTo>
                    <a:pt x="555" y="0"/>
                  </a:lnTo>
                  <a:lnTo>
                    <a:pt x="595" y="29"/>
                  </a:lnTo>
                  <a:lnTo>
                    <a:pt x="708" y="63"/>
                  </a:lnTo>
                  <a:lnTo>
                    <a:pt x="729" y="103"/>
                  </a:lnTo>
                  <a:lnTo>
                    <a:pt x="716" y="123"/>
                  </a:lnTo>
                  <a:lnTo>
                    <a:pt x="704" y="190"/>
                  </a:lnTo>
                  <a:lnTo>
                    <a:pt x="666" y="230"/>
                  </a:lnTo>
                  <a:lnTo>
                    <a:pt x="551" y="366"/>
                  </a:lnTo>
                  <a:lnTo>
                    <a:pt x="528" y="336"/>
                  </a:lnTo>
                  <a:lnTo>
                    <a:pt x="468" y="288"/>
                  </a:lnTo>
                  <a:lnTo>
                    <a:pt x="409" y="280"/>
                  </a:lnTo>
                  <a:lnTo>
                    <a:pt x="326" y="316"/>
                  </a:lnTo>
                  <a:lnTo>
                    <a:pt x="303" y="343"/>
                  </a:lnTo>
                  <a:lnTo>
                    <a:pt x="267" y="422"/>
                  </a:lnTo>
                  <a:lnTo>
                    <a:pt x="247" y="501"/>
                  </a:lnTo>
                  <a:lnTo>
                    <a:pt x="228" y="537"/>
                  </a:lnTo>
                  <a:lnTo>
                    <a:pt x="169" y="57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grpSp>
    </p:spTree>
    <p:extLst>
      <p:ext uri="{BB962C8B-B14F-4D97-AF65-F5344CB8AC3E}">
        <p14:creationId xmlns:p14="http://schemas.microsoft.com/office/powerpoint/2010/main" val="36156783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82946" name="Rectangle 2"/>
          <p:cNvSpPr>
            <a:spLocks noGrp="1" noChangeArrowheads="1"/>
          </p:cNvSpPr>
          <p:nvPr>
            <p:ph type="title"/>
          </p:nvPr>
        </p:nvSpPr>
        <p:spPr bwMode="gray"/>
        <p:txBody>
          <a:bodyPr/>
          <a:lstStyle/>
          <a:p>
            <a:r>
              <a:rPr lang="ja-JP" altLang="en-US"/>
              <a:t>地図</a:t>
            </a:r>
            <a:r>
              <a:rPr lang="nl-NL" altLang="ja-JP"/>
              <a:t> – </a:t>
            </a:r>
            <a:r>
              <a:rPr lang="ja-JP" altLang="en-US"/>
              <a:t>日本</a:t>
            </a:r>
            <a:r>
              <a:rPr lang="en-US" altLang="ja-JP"/>
              <a:t>3</a:t>
            </a:r>
            <a:endParaRPr lang="en-US" altLang="ja-JP" dirty="0"/>
          </a:p>
        </p:txBody>
      </p:sp>
      <p:grpSp>
        <p:nvGrpSpPr>
          <p:cNvPr id="92" name="Group 3"/>
          <p:cNvGrpSpPr>
            <a:grpSpLocks noChangeAspect="1"/>
          </p:cNvGrpSpPr>
          <p:nvPr/>
        </p:nvGrpSpPr>
        <p:grpSpPr bwMode="gray">
          <a:xfrm>
            <a:off x="2095445" y="1475999"/>
            <a:ext cx="5715111" cy="4824000"/>
            <a:chOff x="1596" y="984"/>
            <a:chExt cx="3335" cy="2815"/>
          </a:xfrm>
          <a:solidFill>
            <a:srgbClr val="BBBCBC"/>
          </a:solidFill>
        </p:grpSpPr>
        <p:sp>
          <p:nvSpPr>
            <p:cNvPr id="93" name="Freeform 4"/>
            <p:cNvSpPr>
              <a:spLocks noEditPoints="1"/>
            </p:cNvSpPr>
            <p:nvPr/>
          </p:nvSpPr>
          <p:spPr bwMode="gray">
            <a:xfrm>
              <a:off x="2450" y="2290"/>
              <a:ext cx="390" cy="338"/>
            </a:xfrm>
            <a:custGeom>
              <a:avLst/>
              <a:gdLst>
                <a:gd name="T0" fmla="*/ 162 w 390"/>
                <a:gd name="T1" fmla="*/ 278 h 338"/>
                <a:gd name="T2" fmla="*/ 172 w 390"/>
                <a:gd name="T3" fmla="*/ 270 h 338"/>
                <a:gd name="T4" fmla="*/ 141 w 390"/>
                <a:gd name="T5" fmla="*/ 322 h 338"/>
                <a:gd name="T6" fmla="*/ 147 w 390"/>
                <a:gd name="T7" fmla="*/ 313 h 338"/>
                <a:gd name="T8" fmla="*/ 160 w 390"/>
                <a:gd name="T9" fmla="*/ 318 h 338"/>
                <a:gd name="T10" fmla="*/ 166 w 390"/>
                <a:gd name="T11" fmla="*/ 320 h 338"/>
                <a:gd name="T12" fmla="*/ 269 w 390"/>
                <a:gd name="T13" fmla="*/ 11 h 338"/>
                <a:gd name="T14" fmla="*/ 248 w 390"/>
                <a:gd name="T15" fmla="*/ 17 h 338"/>
                <a:gd name="T16" fmla="*/ 257 w 390"/>
                <a:gd name="T17" fmla="*/ 0 h 338"/>
                <a:gd name="T18" fmla="*/ 380 w 390"/>
                <a:gd name="T19" fmla="*/ 108 h 338"/>
                <a:gd name="T20" fmla="*/ 364 w 390"/>
                <a:gd name="T21" fmla="*/ 174 h 338"/>
                <a:gd name="T22" fmla="*/ 369 w 390"/>
                <a:gd name="T23" fmla="*/ 211 h 338"/>
                <a:gd name="T24" fmla="*/ 348 w 390"/>
                <a:gd name="T25" fmla="*/ 231 h 338"/>
                <a:gd name="T26" fmla="*/ 338 w 390"/>
                <a:gd name="T27" fmla="*/ 227 h 338"/>
                <a:gd name="T28" fmla="*/ 327 w 390"/>
                <a:gd name="T29" fmla="*/ 233 h 338"/>
                <a:gd name="T30" fmla="*/ 332 w 390"/>
                <a:gd name="T31" fmla="*/ 231 h 338"/>
                <a:gd name="T32" fmla="*/ 338 w 390"/>
                <a:gd name="T33" fmla="*/ 235 h 338"/>
                <a:gd name="T34" fmla="*/ 324 w 390"/>
                <a:gd name="T35" fmla="*/ 248 h 338"/>
                <a:gd name="T36" fmla="*/ 260 w 390"/>
                <a:gd name="T37" fmla="*/ 262 h 338"/>
                <a:gd name="T38" fmla="*/ 255 w 390"/>
                <a:gd name="T39" fmla="*/ 251 h 338"/>
                <a:gd name="T40" fmla="*/ 247 w 390"/>
                <a:gd name="T41" fmla="*/ 266 h 338"/>
                <a:gd name="T42" fmla="*/ 209 w 390"/>
                <a:gd name="T43" fmla="*/ 266 h 338"/>
                <a:gd name="T44" fmla="*/ 203 w 390"/>
                <a:gd name="T45" fmla="*/ 275 h 338"/>
                <a:gd name="T46" fmla="*/ 180 w 390"/>
                <a:gd name="T47" fmla="*/ 282 h 338"/>
                <a:gd name="T48" fmla="*/ 163 w 390"/>
                <a:gd name="T49" fmla="*/ 259 h 338"/>
                <a:gd name="T50" fmla="*/ 144 w 390"/>
                <a:gd name="T51" fmla="*/ 275 h 338"/>
                <a:gd name="T52" fmla="*/ 140 w 390"/>
                <a:gd name="T53" fmla="*/ 316 h 338"/>
                <a:gd name="T54" fmla="*/ 124 w 390"/>
                <a:gd name="T55" fmla="*/ 335 h 338"/>
                <a:gd name="T56" fmla="*/ 131 w 390"/>
                <a:gd name="T57" fmla="*/ 323 h 338"/>
                <a:gd name="T58" fmla="*/ 93 w 390"/>
                <a:gd name="T59" fmla="*/ 299 h 338"/>
                <a:gd name="T60" fmla="*/ 48 w 390"/>
                <a:gd name="T61" fmla="*/ 313 h 338"/>
                <a:gd name="T62" fmla="*/ 24 w 390"/>
                <a:gd name="T63" fmla="*/ 305 h 338"/>
                <a:gd name="T64" fmla="*/ 11 w 390"/>
                <a:gd name="T65" fmla="*/ 308 h 338"/>
                <a:gd name="T66" fmla="*/ 0 w 390"/>
                <a:gd name="T67" fmla="*/ 290 h 338"/>
                <a:gd name="T68" fmla="*/ 0 w 390"/>
                <a:gd name="T69" fmla="*/ 273 h 338"/>
                <a:gd name="T70" fmla="*/ 31 w 390"/>
                <a:gd name="T71" fmla="*/ 252 h 338"/>
                <a:gd name="T72" fmla="*/ 56 w 390"/>
                <a:gd name="T73" fmla="*/ 252 h 338"/>
                <a:gd name="T74" fmla="*/ 86 w 390"/>
                <a:gd name="T75" fmla="*/ 220 h 338"/>
                <a:gd name="T76" fmla="*/ 128 w 390"/>
                <a:gd name="T77" fmla="*/ 189 h 338"/>
                <a:gd name="T78" fmla="*/ 154 w 390"/>
                <a:gd name="T79" fmla="*/ 169 h 338"/>
                <a:gd name="T80" fmla="*/ 184 w 390"/>
                <a:gd name="T81" fmla="*/ 141 h 338"/>
                <a:gd name="T82" fmla="*/ 193 w 390"/>
                <a:gd name="T83" fmla="*/ 128 h 338"/>
                <a:gd name="T84" fmla="*/ 188 w 390"/>
                <a:gd name="T85" fmla="*/ 120 h 338"/>
                <a:gd name="T86" fmla="*/ 223 w 390"/>
                <a:gd name="T87" fmla="*/ 111 h 338"/>
                <a:gd name="T88" fmla="*/ 255 w 390"/>
                <a:gd name="T89" fmla="*/ 105 h 338"/>
                <a:gd name="T90" fmla="*/ 258 w 390"/>
                <a:gd name="T91" fmla="*/ 113 h 338"/>
                <a:gd name="T92" fmla="*/ 273 w 390"/>
                <a:gd name="T93" fmla="*/ 117 h 338"/>
                <a:gd name="T94" fmla="*/ 288 w 390"/>
                <a:gd name="T95" fmla="*/ 108 h 338"/>
                <a:gd name="T96" fmla="*/ 307 w 390"/>
                <a:gd name="T97" fmla="*/ 112 h 338"/>
                <a:gd name="T98" fmla="*/ 364 w 390"/>
                <a:gd name="T99" fmla="*/ 105 h 338"/>
                <a:gd name="T100" fmla="*/ 234 w 390"/>
                <a:gd name="T101" fmla="*/ 36 h 338"/>
                <a:gd name="T102" fmla="*/ 222 w 390"/>
                <a:gd name="T103" fmla="*/ 36 h 338"/>
                <a:gd name="T104" fmla="*/ 237 w 390"/>
                <a:gd name="T105" fmla="*/ 28 h 338"/>
                <a:gd name="T106" fmla="*/ 236 w 390"/>
                <a:gd name="T107" fmla="*/ 41 h 338"/>
                <a:gd name="T108" fmla="*/ 146 w 390"/>
                <a:gd name="T109" fmla="*/ 333 h 338"/>
                <a:gd name="T110" fmla="*/ 144 w 390"/>
                <a:gd name="T111" fmla="*/ 336 h 338"/>
                <a:gd name="T112" fmla="*/ 146 w 390"/>
                <a:gd name="T113" fmla="*/ 333 h 338"/>
                <a:gd name="T114" fmla="*/ 181 w 390"/>
                <a:gd name="T115" fmla="*/ 292 h 338"/>
                <a:gd name="T116" fmla="*/ 171 w 390"/>
                <a:gd name="T117" fmla="*/ 296 h 338"/>
                <a:gd name="T118" fmla="*/ 177 w 390"/>
                <a:gd name="T119" fmla="*/ 283 h 338"/>
                <a:gd name="T120" fmla="*/ 236 w 390"/>
                <a:gd name="T121" fmla="*/ 43 h 338"/>
                <a:gd name="T122" fmla="*/ 229 w 390"/>
                <a:gd name="T123" fmla="*/ 42 h 33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390"/>
                <a:gd name="T187" fmla="*/ 0 h 338"/>
                <a:gd name="T188" fmla="*/ 390 w 390"/>
                <a:gd name="T189" fmla="*/ 338 h 33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390" h="338">
                  <a:moveTo>
                    <a:pt x="174" y="273"/>
                  </a:moveTo>
                  <a:lnTo>
                    <a:pt x="174" y="276"/>
                  </a:lnTo>
                  <a:lnTo>
                    <a:pt x="173" y="279"/>
                  </a:lnTo>
                  <a:lnTo>
                    <a:pt x="172" y="289"/>
                  </a:lnTo>
                  <a:lnTo>
                    <a:pt x="172" y="290"/>
                  </a:lnTo>
                  <a:lnTo>
                    <a:pt x="168" y="291"/>
                  </a:lnTo>
                  <a:lnTo>
                    <a:pt x="162" y="278"/>
                  </a:lnTo>
                  <a:lnTo>
                    <a:pt x="162" y="277"/>
                  </a:lnTo>
                  <a:lnTo>
                    <a:pt x="162" y="275"/>
                  </a:lnTo>
                  <a:lnTo>
                    <a:pt x="162" y="274"/>
                  </a:lnTo>
                  <a:lnTo>
                    <a:pt x="163" y="273"/>
                  </a:lnTo>
                  <a:lnTo>
                    <a:pt x="164" y="272"/>
                  </a:lnTo>
                  <a:lnTo>
                    <a:pt x="171" y="270"/>
                  </a:lnTo>
                  <a:lnTo>
                    <a:pt x="172" y="270"/>
                  </a:lnTo>
                  <a:lnTo>
                    <a:pt x="174" y="273"/>
                  </a:lnTo>
                  <a:close/>
                  <a:moveTo>
                    <a:pt x="166" y="320"/>
                  </a:moveTo>
                  <a:lnTo>
                    <a:pt x="156" y="326"/>
                  </a:lnTo>
                  <a:lnTo>
                    <a:pt x="144" y="325"/>
                  </a:lnTo>
                  <a:lnTo>
                    <a:pt x="143" y="325"/>
                  </a:lnTo>
                  <a:lnTo>
                    <a:pt x="141" y="322"/>
                  </a:lnTo>
                  <a:lnTo>
                    <a:pt x="141" y="321"/>
                  </a:lnTo>
                  <a:lnTo>
                    <a:pt x="140" y="319"/>
                  </a:lnTo>
                  <a:lnTo>
                    <a:pt x="140" y="318"/>
                  </a:lnTo>
                  <a:lnTo>
                    <a:pt x="140" y="315"/>
                  </a:lnTo>
                  <a:lnTo>
                    <a:pt x="141" y="314"/>
                  </a:lnTo>
                  <a:lnTo>
                    <a:pt x="143" y="313"/>
                  </a:lnTo>
                  <a:lnTo>
                    <a:pt x="147" y="313"/>
                  </a:lnTo>
                  <a:lnTo>
                    <a:pt x="151" y="314"/>
                  </a:lnTo>
                  <a:lnTo>
                    <a:pt x="152" y="316"/>
                  </a:lnTo>
                  <a:lnTo>
                    <a:pt x="155" y="319"/>
                  </a:lnTo>
                  <a:lnTo>
                    <a:pt x="155" y="320"/>
                  </a:lnTo>
                  <a:lnTo>
                    <a:pt x="156" y="320"/>
                  </a:lnTo>
                  <a:lnTo>
                    <a:pt x="158" y="319"/>
                  </a:lnTo>
                  <a:lnTo>
                    <a:pt x="160" y="318"/>
                  </a:lnTo>
                  <a:lnTo>
                    <a:pt x="165" y="314"/>
                  </a:lnTo>
                  <a:lnTo>
                    <a:pt x="166" y="314"/>
                  </a:lnTo>
                  <a:lnTo>
                    <a:pt x="168" y="315"/>
                  </a:lnTo>
                  <a:lnTo>
                    <a:pt x="169" y="316"/>
                  </a:lnTo>
                  <a:lnTo>
                    <a:pt x="168" y="319"/>
                  </a:lnTo>
                  <a:lnTo>
                    <a:pt x="167" y="319"/>
                  </a:lnTo>
                  <a:lnTo>
                    <a:pt x="166" y="320"/>
                  </a:lnTo>
                  <a:close/>
                  <a:moveTo>
                    <a:pt x="260" y="1"/>
                  </a:moveTo>
                  <a:lnTo>
                    <a:pt x="260" y="1"/>
                  </a:lnTo>
                  <a:lnTo>
                    <a:pt x="261" y="1"/>
                  </a:lnTo>
                  <a:lnTo>
                    <a:pt x="262" y="2"/>
                  </a:lnTo>
                  <a:lnTo>
                    <a:pt x="267" y="6"/>
                  </a:lnTo>
                  <a:lnTo>
                    <a:pt x="269" y="10"/>
                  </a:lnTo>
                  <a:lnTo>
                    <a:pt x="269" y="11"/>
                  </a:lnTo>
                  <a:lnTo>
                    <a:pt x="268" y="17"/>
                  </a:lnTo>
                  <a:lnTo>
                    <a:pt x="268" y="18"/>
                  </a:lnTo>
                  <a:lnTo>
                    <a:pt x="264" y="22"/>
                  </a:lnTo>
                  <a:lnTo>
                    <a:pt x="263" y="23"/>
                  </a:lnTo>
                  <a:lnTo>
                    <a:pt x="256" y="24"/>
                  </a:lnTo>
                  <a:lnTo>
                    <a:pt x="255" y="23"/>
                  </a:lnTo>
                  <a:lnTo>
                    <a:pt x="254" y="23"/>
                  </a:lnTo>
                  <a:lnTo>
                    <a:pt x="248" y="17"/>
                  </a:lnTo>
                  <a:lnTo>
                    <a:pt x="247" y="12"/>
                  </a:lnTo>
                  <a:lnTo>
                    <a:pt x="248" y="8"/>
                  </a:lnTo>
                  <a:lnTo>
                    <a:pt x="249" y="7"/>
                  </a:lnTo>
                  <a:lnTo>
                    <a:pt x="252" y="3"/>
                  </a:lnTo>
                  <a:lnTo>
                    <a:pt x="253" y="2"/>
                  </a:lnTo>
                  <a:lnTo>
                    <a:pt x="254" y="1"/>
                  </a:lnTo>
                  <a:lnTo>
                    <a:pt x="255" y="1"/>
                  </a:lnTo>
                  <a:lnTo>
                    <a:pt x="257" y="0"/>
                  </a:lnTo>
                  <a:lnTo>
                    <a:pt x="259" y="0"/>
                  </a:lnTo>
                  <a:lnTo>
                    <a:pt x="260" y="1"/>
                  </a:lnTo>
                  <a:close/>
                  <a:moveTo>
                    <a:pt x="375" y="97"/>
                  </a:moveTo>
                  <a:lnTo>
                    <a:pt x="377" y="98"/>
                  </a:lnTo>
                  <a:lnTo>
                    <a:pt x="378" y="99"/>
                  </a:lnTo>
                  <a:lnTo>
                    <a:pt x="379" y="100"/>
                  </a:lnTo>
                  <a:lnTo>
                    <a:pt x="380" y="105"/>
                  </a:lnTo>
                  <a:lnTo>
                    <a:pt x="380" y="108"/>
                  </a:lnTo>
                  <a:lnTo>
                    <a:pt x="380" y="110"/>
                  </a:lnTo>
                  <a:lnTo>
                    <a:pt x="383" y="120"/>
                  </a:lnTo>
                  <a:lnTo>
                    <a:pt x="386" y="125"/>
                  </a:lnTo>
                  <a:lnTo>
                    <a:pt x="390" y="132"/>
                  </a:lnTo>
                  <a:lnTo>
                    <a:pt x="390" y="140"/>
                  </a:lnTo>
                  <a:lnTo>
                    <a:pt x="390" y="142"/>
                  </a:lnTo>
                  <a:lnTo>
                    <a:pt x="378" y="158"/>
                  </a:lnTo>
                  <a:lnTo>
                    <a:pt x="364" y="174"/>
                  </a:lnTo>
                  <a:lnTo>
                    <a:pt x="363" y="175"/>
                  </a:lnTo>
                  <a:lnTo>
                    <a:pt x="362" y="186"/>
                  </a:lnTo>
                  <a:lnTo>
                    <a:pt x="366" y="201"/>
                  </a:lnTo>
                  <a:lnTo>
                    <a:pt x="367" y="204"/>
                  </a:lnTo>
                  <a:lnTo>
                    <a:pt x="369" y="206"/>
                  </a:lnTo>
                  <a:lnTo>
                    <a:pt x="370" y="208"/>
                  </a:lnTo>
                  <a:lnTo>
                    <a:pt x="370" y="209"/>
                  </a:lnTo>
                  <a:lnTo>
                    <a:pt x="369" y="211"/>
                  </a:lnTo>
                  <a:lnTo>
                    <a:pt x="367" y="215"/>
                  </a:lnTo>
                  <a:lnTo>
                    <a:pt x="362" y="213"/>
                  </a:lnTo>
                  <a:lnTo>
                    <a:pt x="361" y="215"/>
                  </a:lnTo>
                  <a:lnTo>
                    <a:pt x="362" y="216"/>
                  </a:lnTo>
                  <a:lnTo>
                    <a:pt x="355" y="225"/>
                  </a:lnTo>
                  <a:lnTo>
                    <a:pt x="350" y="229"/>
                  </a:lnTo>
                  <a:lnTo>
                    <a:pt x="348" y="231"/>
                  </a:lnTo>
                  <a:lnTo>
                    <a:pt x="346" y="231"/>
                  </a:lnTo>
                  <a:lnTo>
                    <a:pt x="343" y="231"/>
                  </a:lnTo>
                  <a:lnTo>
                    <a:pt x="343" y="230"/>
                  </a:lnTo>
                  <a:lnTo>
                    <a:pt x="342" y="229"/>
                  </a:lnTo>
                  <a:lnTo>
                    <a:pt x="341" y="228"/>
                  </a:lnTo>
                  <a:lnTo>
                    <a:pt x="339" y="228"/>
                  </a:lnTo>
                  <a:lnTo>
                    <a:pt x="338" y="227"/>
                  </a:lnTo>
                  <a:lnTo>
                    <a:pt x="335" y="227"/>
                  </a:lnTo>
                  <a:lnTo>
                    <a:pt x="334" y="228"/>
                  </a:lnTo>
                  <a:lnTo>
                    <a:pt x="328" y="230"/>
                  </a:lnTo>
                  <a:lnTo>
                    <a:pt x="328" y="231"/>
                  </a:lnTo>
                  <a:lnTo>
                    <a:pt x="327" y="231"/>
                  </a:lnTo>
                  <a:lnTo>
                    <a:pt x="327" y="232"/>
                  </a:lnTo>
                  <a:lnTo>
                    <a:pt x="327" y="233"/>
                  </a:lnTo>
                  <a:lnTo>
                    <a:pt x="328" y="234"/>
                  </a:lnTo>
                  <a:lnTo>
                    <a:pt x="328" y="235"/>
                  </a:lnTo>
                  <a:lnTo>
                    <a:pt x="329" y="235"/>
                  </a:lnTo>
                  <a:lnTo>
                    <a:pt x="330" y="234"/>
                  </a:lnTo>
                  <a:lnTo>
                    <a:pt x="331" y="232"/>
                  </a:lnTo>
                  <a:lnTo>
                    <a:pt x="332" y="231"/>
                  </a:lnTo>
                  <a:lnTo>
                    <a:pt x="333" y="230"/>
                  </a:lnTo>
                  <a:lnTo>
                    <a:pt x="336" y="229"/>
                  </a:lnTo>
                  <a:lnTo>
                    <a:pt x="338" y="229"/>
                  </a:lnTo>
                  <a:lnTo>
                    <a:pt x="339" y="229"/>
                  </a:lnTo>
                  <a:lnTo>
                    <a:pt x="340" y="230"/>
                  </a:lnTo>
                  <a:lnTo>
                    <a:pt x="340" y="231"/>
                  </a:lnTo>
                  <a:lnTo>
                    <a:pt x="338" y="234"/>
                  </a:lnTo>
                  <a:lnTo>
                    <a:pt x="338" y="235"/>
                  </a:lnTo>
                  <a:lnTo>
                    <a:pt x="337" y="236"/>
                  </a:lnTo>
                  <a:lnTo>
                    <a:pt x="329" y="247"/>
                  </a:lnTo>
                  <a:lnTo>
                    <a:pt x="329" y="248"/>
                  </a:lnTo>
                  <a:lnTo>
                    <a:pt x="328" y="248"/>
                  </a:lnTo>
                  <a:lnTo>
                    <a:pt x="327" y="248"/>
                  </a:lnTo>
                  <a:lnTo>
                    <a:pt x="326" y="248"/>
                  </a:lnTo>
                  <a:lnTo>
                    <a:pt x="324" y="248"/>
                  </a:lnTo>
                  <a:lnTo>
                    <a:pt x="316" y="246"/>
                  </a:lnTo>
                  <a:lnTo>
                    <a:pt x="310" y="243"/>
                  </a:lnTo>
                  <a:lnTo>
                    <a:pt x="305" y="238"/>
                  </a:lnTo>
                  <a:lnTo>
                    <a:pt x="303" y="238"/>
                  </a:lnTo>
                  <a:lnTo>
                    <a:pt x="301" y="239"/>
                  </a:lnTo>
                  <a:lnTo>
                    <a:pt x="300" y="240"/>
                  </a:lnTo>
                  <a:lnTo>
                    <a:pt x="279" y="251"/>
                  </a:lnTo>
                  <a:lnTo>
                    <a:pt x="260" y="262"/>
                  </a:lnTo>
                  <a:lnTo>
                    <a:pt x="261" y="261"/>
                  </a:lnTo>
                  <a:lnTo>
                    <a:pt x="262" y="260"/>
                  </a:lnTo>
                  <a:lnTo>
                    <a:pt x="262" y="259"/>
                  </a:lnTo>
                  <a:lnTo>
                    <a:pt x="257" y="252"/>
                  </a:lnTo>
                  <a:lnTo>
                    <a:pt x="256" y="251"/>
                  </a:lnTo>
                  <a:lnTo>
                    <a:pt x="255" y="251"/>
                  </a:lnTo>
                  <a:lnTo>
                    <a:pt x="254" y="251"/>
                  </a:lnTo>
                  <a:lnTo>
                    <a:pt x="254" y="252"/>
                  </a:lnTo>
                  <a:lnTo>
                    <a:pt x="253" y="253"/>
                  </a:lnTo>
                  <a:lnTo>
                    <a:pt x="253" y="254"/>
                  </a:lnTo>
                  <a:lnTo>
                    <a:pt x="248" y="260"/>
                  </a:lnTo>
                  <a:lnTo>
                    <a:pt x="247" y="264"/>
                  </a:lnTo>
                  <a:lnTo>
                    <a:pt x="247" y="265"/>
                  </a:lnTo>
                  <a:lnTo>
                    <a:pt x="247" y="266"/>
                  </a:lnTo>
                  <a:lnTo>
                    <a:pt x="246" y="266"/>
                  </a:lnTo>
                  <a:lnTo>
                    <a:pt x="246" y="267"/>
                  </a:lnTo>
                  <a:lnTo>
                    <a:pt x="239" y="269"/>
                  </a:lnTo>
                  <a:lnTo>
                    <a:pt x="238" y="268"/>
                  </a:lnTo>
                  <a:lnTo>
                    <a:pt x="235" y="267"/>
                  </a:lnTo>
                  <a:lnTo>
                    <a:pt x="235" y="263"/>
                  </a:lnTo>
                  <a:lnTo>
                    <a:pt x="209" y="266"/>
                  </a:lnTo>
                  <a:lnTo>
                    <a:pt x="208" y="266"/>
                  </a:lnTo>
                  <a:lnTo>
                    <a:pt x="208" y="267"/>
                  </a:lnTo>
                  <a:lnTo>
                    <a:pt x="207" y="267"/>
                  </a:lnTo>
                  <a:lnTo>
                    <a:pt x="204" y="271"/>
                  </a:lnTo>
                  <a:lnTo>
                    <a:pt x="203" y="273"/>
                  </a:lnTo>
                  <a:lnTo>
                    <a:pt x="204" y="274"/>
                  </a:lnTo>
                  <a:lnTo>
                    <a:pt x="204" y="275"/>
                  </a:lnTo>
                  <a:lnTo>
                    <a:pt x="203" y="275"/>
                  </a:lnTo>
                  <a:lnTo>
                    <a:pt x="202" y="276"/>
                  </a:lnTo>
                  <a:lnTo>
                    <a:pt x="195" y="279"/>
                  </a:lnTo>
                  <a:lnTo>
                    <a:pt x="194" y="279"/>
                  </a:lnTo>
                  <a:lnTo>
                    <a:pt x="191" y="281"/>
                  </a:lnTo>
                  <a:lnTo>
                    <a:pt x="190" y="281"/>
                  </a:lnTo>
                  <a:lnTo>
                    <a:pt x="188" y="281"/>
                  </a:lnTo>
                  <a:lnTo>
                    <a:pt x="181" y="282"/>
                  </a:lnTo>
                  <a:lnTo>
                    <a:pt x="180" y="282"/>
                  </a:lnTo>
                  <a:lnTo>
                    <a:pt x="179" y="282"/>
                  </a:lnTo>
                  <a:lnTo>
                    <a:pt x="179" y="281"/>
                  </a:lnTo>
                  <a:lnTo>
                    <a:pt x="174" y="269"/>
                  </a:lnTo>
                  <a:lnTo>
                    <a:pt x="174" y="268"/>
                  </a:lnTo>
                  <a:lnTo>
                    <a:pt x="174" y="264"/>
                  </a:lnTo>
                  <a:lnTo>
                    <a:pt x="164" y="259"/>
                  </a:lnTo>
                  <a:lnTo>
                    <a:pt x="163" y="259"/>
                  </a:lnTo>
                  <a:lnTo>
                    <a:pt x="160" y="259"/>
                  </a:lnTo>
                  <a:lnTo>
                    <a:pt x="160" y="260"/>
                  </a:lnTo>
                  <a:lnTo>
                    <a:pt x="158" y="260"/>
                  </a:lnTo>
                  <a:lnTo>
                    <a:pt x="156" y="262"/>
                  </a:lnTo>
                  <a:lnTo>
                    <a:pt x="155" y="263"/>
                  </a:lnTo>
                  <a:lnTo>
                    <a:pt x="145" y="275"/>
                  </a:lnTo>
                  <a:lnTo>
                    <a:pt x="144" y="275"/>
                  </a:lnTo>
                  <a:lnTo>
                    <a:pt x="144" y="276"/>
                  </a:lnTo>
                  <a:lnTo>
                    <a:pt x="145" y="281"/>
                  </a:lnTo>
                  <a:lnTo>
                    <a:pt x="146" y="283"/>
                  </a:lnTo>
                  <a:lnTo>
                    <a:pt x="146" y="285"/>
                  </a:lnTo>
                  <a:lnTo>
                    <a:pt x="146" y="287"/>
                  </a:lnTo>
                  <a:lnTo>
                    <a:pt x="143" y="307"/>
                  </a:lnTo>
                  <a:lnTo>
                    <a:pt x="141" y="313"/>
                  </a:lnTo>
                  <a:lnTo>
                    <a:pt x="140" y="316"/>
                  </a:lnTo>
                  <a:lnTo>
                    <a:pt x="137" y="327"/>
                  </a:lnTo>
                  <a:lnTo>
                    <a:pt x="136" y="328"/>
                  </a:lnTo>
                  <a:lnTo>
                    <a:pt x="136" y="329"/>
                  </a:lnTo>
                  <a:lnTo>
                    <a:pt x="127" y="335"/>
                  </a:lnTo>
                  <a:lnTo>
                    <a:pt x="126" y="336"/>
                  </a:lnTo>
                  <a:lnTo>
                    <a:pt x="124" y="336"/>
                  </a:lnTo>
                  <a:lnTo>
                    <a:pt x="124" y="335"/>
                  </a:lnTo>
                  <a:lnTo>
                    <a:pt x="124" y="333"/>
                  </a:lnTo>
                  <a:lnTo>
                    <a:pt x="127" y="331"/>
                  </a:lnTo>
                  <a:lnTo>
                    <a:pt x="131" y="329"/>
                  </a:lnTo>
                  <a:lnTo>
                    <a:pt x="132" y="329"/>
                  </a:lnTo>
                  <a:lnTo>
                    <a:pt x="132" y="327"/>
                  </a:lnTo>
                  <a:lnTo>
                    <a:pt x="132" y="325"/>
                  </a:lnTo>
                  <a:lnTo>
                    <a:pt x="131" y="323"/>
                  </a:lnTo>
                  <a:lnTo>
                    <a:pt x="127" y="320"/>
                  </a:lnTo>
                  <a:lnTo>
                    <a:pt x="125" y="320"/>
                  </a:lnTo>
                  <a:lnTo>
                    <a:pt x="102" y="307"/>
                  </a:lnTo>
                  <a:lnTo>
                    <a:pt x="101" y="305"/>
                  </a:lnTo>
                  <a:lnTo>
                    <a:pt x="101" y="304"/>
                  </a:lnTo>
                  <a:lnTo>
                    <a:pt x="97" y="301"/>
                  </a:lnTo>
                  <a:lnTo>
                    <a:pt x="93" y="299"/>
                  </a:lnTo>
                  <a:lnTo>
                    <a:pt x="78" y="303"/>
                  </a:lnTo>
                  <a:lnTo>
                    <a:pt x="76" y="304"/>
                  </a:lnTo>
                  <a:lnTo>
                    <a:pt x="68" y="306"/>
                  </a:lnTo>
                  <a:lnTo>
                    <a:pt x="56" y="306"/>
                  </a:lnTo>
                  <a:lnTo>
                    <a:pt x="50" y="311"/>
                  </a:lnTo>
                  <a:lnTo>
                    <a:pt x="49" y="312"/>
                  </a:lnTo>
                  <a:lnTo>
                    <a:pt x="49" y="313"/>
                  </a:lnTo>
                  <a:lnTo>
                    <a:pt x="48" y="313"/>
                  </a:lnTo>
                  <a:lnTo>
                    <a:pt x="41" y="317"/>
                  </a:lnTo>
                  <a:lnTo>
                    <a:pt x="40" y="317"/>
                  </a:lnTo>
                  <a:lnTo>
                    <a:pt x="31" y="315"/>
                  </a:lnTo>
                  <a:lnTo>
                    <a:pt x="30" y="314"/>
                  </a:lnTo>
                  <a:lnTo>
                    <a:pt x="30" y="312"/>
                  </a:lnTo>
                  <a:lnTo>
                    <a:pt x="29" y="309"/>
                  </a:lnTo>
                  <a:lnTo>
                    <a:pt x="24" y="305"/>
                  </a:lnTo>
                  <a:lnTo>
                    <a:pt x="23" y="304"/>
                  </a:lnTo>
                  <a:lnTo>
                    <a:pt x="19" y="302"/>
                  </a:lnTo>
                  <a:lnTo>
                    <a:pt x="16" y="301"/>
                  </a:lnTo>
                  <a:lnTo>
                    <a:pt x="13" y="305"/>
                  </a:lnTo>
                  <a:lnTo>
                    <a:pt x="12" y="306"/>
                  </a:lnTo>
                  <a:lnTo>
                    <a:pt x="12" y="307"/>
                  </a:lnTo>
                  <a:lnTo>
                    <a:pt x="11" y="308"/>
                  </a:lnTo>
                  <a:lnTo>
                    <a:pt x="10" y="309"/>
                  </a:lnTo>
                  <a:lnTo>
                    <a:pt x="4" y="317"/>
                  </a:lnTo>
                  <a:lnTo>
                    <a:pt x="3" y="317"/>
                  </a:lnTo>
                  <a:lnTo>
                    <a:pt x="2" y="317"/>
                  </a:lnTo>
                  <a:lnTo>
                    <a:pt x="1" y="316"/>
                  </a:lnTo>
                  <a:lnTo>
                    <a:pt x="0" y="315"/>
                  </a:lnTo>
                  <a:lnTo>
                    <a:pt x="0" y="290"/>
                  </a:lnTo>
                  <a:lnTo>
                    <a:pt x="1" y="289"/>
                  </a:lnTo>
                  <a:lnTo>
                    <a:pt x="4" y="285"/>
                  </a:lnTo>
                  <a:lnTo>
                    <a:pt x="4" y="284"/>
                  </a:lnTo>
                  <a:lnTo>
                    <a:pt x="5" y="283"/>
                  </a:lnTo>
                  <a:lnTo>
                    <a:pt x="4" y="281"/>
                  </a:lnTo>
                  <a:lnTo>
                    <a:pt x="3" y="277"/>
                  </a:lnTo>
                  <a:lnTo>
                    <a:pt x="3" y="276"/>
                  </a:lnTo>
                  <a:lnTo>
                    <a:pt x="0" y="273"/>
                  </a:lnTo>
                  <a:lnTo>
                    <a:pt x="0" y="272"/>
                  </a:lnTo>
                  <a:lnTo>
                    <a:pt x="0" y="268"/>
                  </a:lnTo>
                  <a:lnTo>
                    <a:pt x="6" y="254"/>
                  </a:lnTo>
                  <a:lnTo>
                    <a:pt x="7" y="253"/>
                  </a:lnTo>
                  <a:lnTo>
                    <a:pt x="7" y="252"/>
                  </a:lnTo>
                  <a:lnTo>
                    <a:pt x="9" y="251"/>
                  </a:lnTo>
                  <a:lnTo>
                    <a:pt x="10" y="251"/>
                  </a:lnTo>
                  <a:lnTo>
                    <a:pt x="31" y="252"/>
                  </a:lnTo>
                  <a:lnTo>
                    <a:pt x="35" y="254"/>
                  </a:lnTo>
                  <a:lnTo>
                    <a:pt x="35" y="258"/>
                  </a:lnTo>
                  <a:lnTo>
                    <a:pt x="41" y="257"/>
                  </a:lnTo>
                  <a:lnTo>
                    <a:pt x="47" y="256"/>
                  </a:lnTo>
                  <a:lnTo>
                    <a:pt x="56" y="252"/>
                  </a:lnTo>
                  <a:lnTo>
                    <a:pt x="57" y="251"/>
                  </a:lnTo>
                  <a:lnTo>
                    <a:pt x="57" y="247"/>
                  </a:lnTo>
                  <a:lnTo>
                    <a:pt x="72" y="228"/>
                  </a:lnTo>
                  <a:lnTo>
                    <a:pt x="76" y="223"/>
                  </a:lnTo>
                  <a:lnTo>
                    <a:pt x="78" y="221"/>
                  </a:lnTo>
                  <a:lnTo>
                    <a:pt x="80" y="221"/>
                  </a:lnTo>
                  <a:lnTo>
                    <a:pt x="86" y="220"/>
                  </a:lnTo>
                  <a:lnTo>
                    <a:pt x="93" y="218"/>
                  </a:lnTo>
                  <a:lnTo>
                    <a:pt x="97" y="218"/>
                  </a:lnTo>
                  <a:lnTo>
                    <a:pt x="100" y="216"/>
                  </a:lnTo>
                  <a:lnTo>
                    <a:pt x="102" y="216"/>
                  </a:lnTo>
                  <a:lnTo>
                    <a:pt x="103" y="215"/>
                  </a:lnTo>
                  <a:lnTo>
                    <a:pt x="104" y="215"/>
                  </a:lnTo>
                  <a:lnTo>
                    <a:pt x="126" y="193"/>
                  </a:lnTo>
                  <a:lnTo>
                    <a:pt x="128" y="189"/>
                  </a:lnTo>
                  <a:lnTo>
                    <a:pt x="129" y="188"/>
                  </a:lnTo>
                  <a:lnTo>
                    <a:pt x="131" y="185"/>
                  </a:lnTo>
                  <a:lnTo>
                    <a:pt x="134" y="182"/>
                  </a:lnTo>
                  <a:lnTo>
                    <a:pt x="143" y="175"/>
                  </a:lnTo>
                  <a:lnTo>
                    <a:pt x="147" y="173"/>
                  </a:lnTo>
                  <a:lnTo>
                    <a:pt x="151" y="172"/>
                  </a:lnTo>
                  <a:lnTo>
                    <a:pt x="152" y="171"/>
                  </a:lnTo>
                  <a:lnTo>
                    <a:pt x="154" y="169"/>
                  </a:lnTo>
                  <a:lnTo>
                    <a:pt x="159" y="163"/>
                  </a:lnTo>
                  <a:lnTo>
                    <a:pt x="163" y="156"/>
                  </a:lnTo>
                  <a:lnTo>
                    <a:pt x="164" y="155"/>
                  </a:lnTo>
                  <a:lnTo>
                    <a:pt x="164" y="153"/>
                  </a:lnTo>
                  <a:lnTo>
                    <a:pt x="165" y="153"/>
                  </a:lnTo>
                  <a:lnTo>
                    <a:pt x="179" y="143"/>
                  </a:lnTo>
                  <a:lnTo>
                    <a:pt x="183" y="142"/>
                  </a:lnTo>
                  <a:lnTo>
                    <a:pt x="184" y="141"/>
                  </a:lnTo>
                  <a:lnTo>
                    <a:pt x="186" y="140"/>
                  </a:lnTo>
                  <a:lnTo>
                    <a:pt x="188" y="139"/>
                  </a:lnTo>
                  <a:lnTo>
                    <a:pt x="189" y="138"/>
                  </a:lnTo>
                  <a:lnTo>
                    <a:pt x="190" y="137"/>
                  </a:lnTo>
                  <a:lnTo>
                    <a:pt x="191" y="135"/>
                  </a:lnTo>
                  <a:lnTo>
                    <a:pt x="192" y="134"/>
                  </a:lnTo>
                  <a:lnTo>
                    <a:pt x="193" y="130"/>
                  </a:lnTo>
                  <a:lnTo>
                    <a:pt x="193" y="128"/>
                  </a:lnTo>
                  <a:lnTo>
                    <a:pt x="193" y="127"/>
                  </a:lnTo>
                  <a:lnTo>
                    <a:pt x="193" y="125"/>
                  </a:lnTo>
                  <a:lnTo>
                    <a:pt x="192" y="125"/>
                  </a:lnTo>
                  <a:lnTo>
                    <a:pt x="189" y="123"/>
                  </a:lnTo>
                  <a:lnTo>
                    <a:pt x="188" y="123"/>
                  </a:lnTo>
                  <a:lnTo>
                    <a:pt x="188" y="122"/>
                  </a:lnTo>
                  <a:lnTo>
                    <a:pt x="188" y="121"/>
                  </a:lnTo>
                  <a:lnTo>
                    <a:pt x="188" y="120"/>
                  </a:lnTo>
                  <a:lnTo>
                    <a:pt x="189" y="120"/>
                  </a:lnTo>
                  <a:lnTo>
                    <a:pt x="193" y="118"/>
                  </a:lnTo>
                  <a:lnTo>
                    <a:pt x="209" y="111"/>
                  </a:lnTo>
                  <a:lnTo>
                    <a:pt x="212" y="111"/>
                  </a:lnTo>
                  <a:lnTo>
                    <a:pt x="213" y="111"/>
                  </a:lnTo>
                  <a:lnTo>
                    <a:pt x="215" y="110"/>
                  </a:lnTo>
                  <a:lnTo>
                    <a:pt x="220" y="111"/>
                  </a:lnTo>
                  <a:lnTo>
                    <a:pt x="223" y="111"/>
                  </a:lnTo>
                  <a:lnTo>
                    <a:pt x="224" y="111"/>
                  </a:lnTo>
                  <a:lnTo>
                    <a:pt x="234" y="103"/>
                  </a:lnTo>
                  <a:lnTo>
                    <a:pt x="235" y="101"/>
                  </a:lnTo>
                  <a:lnTo>
                    <a:pt x="237" y="99"/>
                  </a:lnTo>
                  <a:lnTo>
                    <a:pt x="238" y="99"/>
                  </a:lnTo>
                  <a:lnTo>
                    <a:pt x="253" y="102"/>
                  </a:lnTo>
                  <a:lnTo>
                    <a:pt x="255" y="105"/>
                  </a:lnTo>
                  <a:lnTo>
                    <a:pt x="255" y="106"/>
                  </a:lnTo>
                  <a:lnTo>
                    <a:pt x="254" y="108"/>
                  </a:lnTo>
                  <a:lnTo>
                    <a:pt x="255" y="108"/>
                  </a:lnTo>
                  <a:lnTo>
                    <a:pt x="255" y="109"/>
                  </a:lnTo>
                  <a:lnTo>
                    <a:pt x="256" y="112"/>
                  </a:lnTo>
                  <a:lnTo>
                    <a:pt x="257" y="112"/>
                  </a:lnTo>
                  <a:lnTo>
                    <a:pt x="258" y="113"/>
                  </a:lnTo>
                  <a:lnTo>
                    <a:pt x="261" y="116"/>
                  </a:lnTo>
                  <a:lnTo>
                    <a:pt x="263" y="116"/>
                  </a:lnTo>
                  <a:lnTo>
                    <a:pt x="265" y="117"/>
                  </a:lnTo>
                  <a:lnTo>
                    <a:pt x="266" y="117"/>
                  </a:lnTo>
                  <a:lnTo>
                    <a:pt x="269" y="117"/>
                  </a:lnTo>
                  <a:lnTo>
                    <a:pt x="271" y="117"/>
                  </a:lnTo>
                  <a:lnTo>
                    <a:pt x="272" y="117"/>
                  </a:lnTo>
                  <a:lnTo>
                    <a:pt x="273" y="117"/>
                  </a:lnTo>
                  <a:lnTo>
                    <a:pt x="274" y="115"/>
                  </a:lnTo>
                  <a:lnTo>
                    <a:pt x="276" y="114"/>
                  </a:lnTo>
                  <a:lnTo>
                    <a:pt x="277" y="113"/>
                  </a:lnTo>
                  <a:lnTo>
                    <a:pt x="278" y="112"/>
                  </a:lnTo>
                  <a:lnTo>
                    <a:pt x="279" y="111"/>
                  </a:lnTo>
                  <a:lnTo>
                    <a:pt x="284" y="109"/>
                  </a:lnTo>
                  <a:lnTo>
                    <a:pt x="286" y="108"/>
                  </a:lnTo>
                  <a:lnTo>
                    <a:pt x="288" y="108"/>
                  </a:lnTo>
                  <a:lnTo>
                    <a:pt x="290" y="108"/>
                  </a:lnTo>
                  <a:lnTo>
                    <a:pt x="292" y="108"/>
                  </a:lnTo>
                  <a:lnTo>
                    <a:pt x="293" y="108"/>
                  </a:lnTo>
                  <a:lnTo>
                    <a:pt x="294" y="108"/>
                  </a:lnTo>
                  <a:lnTo>
                    <a:pt x="296" y="109"/>
                  </a:lnTo>
                  <a:lnTo>
                    <a:pt x="297" y="109"/>
                  </a:lnTo>
                  <a:lnTo>
                    <a:pt x="303" y="111"/>
                  </a:lnTo>
                  <a:lnTo>
                    <a:pt x="307" y="112"/>
                  </a:lnTo>
                  <a:lnTo>
                    <a:pt x="309" y="112"/>
                  </a:lnTo>
                  <a:lnTo>
                    <a:pt x="312" y="112"/>
                  </a:lnTo>
                  <a:lnTo>
                    <a:pt x="315" y="112"/>
                  </a:lnTo>
                  <a:lnTo>
                    <a:pt x="344" y="109"/>
                  </a:lnTo>
                  <a:lnTo>
                    <a:pt x="348" y="108"/>
                  </a:lnTo>
                  <a:lnTo>
                    <a:pt x="362" y="105"/>
                  </a:lnTo>
                  <a:lnTo>
                    <a:pt x="363" y="105"/>
                  </a:lnTo>
                  <a:lnTo>
                    <a:pt x="364" y="105"/>
                  </a:lnTo>
                  <a:lnTo>
                    <a:pt x="364" y="103"/>
                  </a:lnTo>
                  <a:lnTo>
                    <a:pt x="366" y="102"/>
                  </a:lnTo>
                  <a:lnTo>
                    <a:pt x="368" y="100"/>
                  </a:lnTo>
                  <a:lnTo>
                    <a:pt x="371" y="98"/>
                  </a:lnTo>
                  <a:lnTo>
                    <a:pt x="374" y="97"/>
                  </a:lnTo>
                  <a:lnTo>
                    <a:pt x="375" y="97"/>
                  </a:lnTo>
                  <a:close/>
                  <a:moveTo>
                    <a:pt x="237" y="28"/>
                  </a:moveTo>
                  <a:lnTo>
                    <a:pt x="234" y="36"/>
                  </a:lnTo>
                  <a:lnTo>
                    <a:pt x="233" y="37"/>
                  </a:lnTo>
                  <a:lnTo>
                    <a:pt x="228" y="39"/>
                  </a:lnTo>
                  <a:lnTo>
                    <a:pt x="227" y="39"/>
                  </a:lnTo>
                  <a:lnTo>
                    <a:pt x="224" y="38"/>
                  </a:lnTo>
                  <a:lnTo>
                    <a:pt x="223" y="38"/>
                  </a:lnTo>
                  <a:lnTo>
                    <a:pt x="222" y="36"/>
                  </a:lnTo>
                  <a:lnTo>
                    <a:pt x="222" y="35"/>
                  </a:lnTo>
                  <a:lnTo>
                    <a:pt x="225" y="31"/>
                  </a:lnTo>
                  <a:lnTo>
                    <a:pt x="231" y="28"/>
                  </a:lnTo>
                  <a:lnTo>
                    <a:pt x="231" y="27"/>
                  </a:lnTo>
                  <a:lnTo>
                    <a:pt x="232" y="27"/>
                  </a:lnTo>
                  <a:lnTo>
                    <a:pt x="236" y="27"/>
                  </a:lnTo>
                  <a:lnTo>
                    <a:pt x="237" y="27"/>
                  </a:lnTo>
                  <a:lnTo>
                    <a:pt x="237" y="28"/>
                  </a:lnTo>
                  <a:close/>
                  <a:moveTo>
                    <a:pt x="240" y="30"/>
                  </a:moveTo>
                  <a:lnTo>
                    <a:pt x="242" y="30"/>
                  </a:lnTo>
                  <a:lnTo>
                    <a:pt x="242" y="31"/>
                  </a:lnTo>
                  <a:lnTo>
                    <a:pt x="242" y="33"/>
                  </a:lnTo>
                  <a:lnTo>
                    <a:pt x="241" y="35"/>
                  </a:lnTo>
                  <a:lnTo>
                    <a:pt x="239" y="39"/>
                  </a:lnTo>
                  <a:lnTo>
                    <a:pt x="238" y="40"/>
                  </a:lnTo>
                  <a:lnTo>
                    <a:pt x="236" y="41"/>
                  </a:lnTo>
                  <a:lnTo>
                    <a:pt x="236" y="34"/>
                  </a:lnTo>
                  <a:lnTo>
                    <a:pt x="236" y="33"/>
                  </a:lnTo>
                  <a:lnTo>
                    <a:pt x="238" y="30"/>
                  </a:lnTo>
                  <a:lnTo>
                    <a:pt x="239" y="30"/>
                  </a:lnTo>
                  <a:lnTo>
                    <a:pt x="240" y="30"/>
                  </a:lnTo>
                  <a:close/>
                  <a:moveTo>
                    <a:pt x="146" y="333"/>
                  </a:moveTo>
                  <a:lnTo>
                    <a:pt x="149" y="335"/>
                  </a:lnTo>
                  <a:lnTo>
                    <a:pt x="149" y="336"/>
                  </a:lnTo>
                  <a:lnTo>
                    <a:pt x="150" y="337"/>
                  </a:lnTo>
                  <a:lnTo>
                    <a:pt x="150" y="338"/>
                  </a:lnTo>
                  <a:lnTo>
                    <a:pt x="149" y="338"/>
                  </a:lnTo>
                  <a:lnTo>
                    <a:pt x="144" y="336"/>
                  </a:lnTo>
                  <a:lnTo>
                    <a:pt x="140" y="335"/>
                  </a:lnTo>
                  <a:lnTo>
                    <a:pt x="140" y="334"/>
                  </a:lnTo>
                  <a:lnTo>
                    <a:pt x="141" y="333"/>
                  </a:lnTo>
                  <a:lnTo>
                    <a:pt x="143" y="333"/>
                  </a:lnTo>
                  <a:lnTo>
                    <a:pt x="144" y="333"/>
                  </a:lnTo>
                  <a:lnTo>
                    <a:pt x="145" y="333"/>
                  </a:lnTo>
                  <a:lnTo>
                    <a:pt x="146" y="333"/>
                  </a:lnTo>
                  <a:close/>
                  <a:moveTo>
                    <a:pt x="179" y="285"/>
                  </a:moveTo>
                  <a:lnTo>
                    <a:pt x="178" y="287"/>
                  </a:lnTo>
                  <a:lnTo>
                    <a:pt x="179" y="292"/>
                  </a:lnTo>
                  <a:lnTo>
                    <a:pt x="180" y="292"/>
                  </a:lnTo>
                  <a:lnTo>
                    <a:pt x="181" y="292"/>
                  </a:lnTo>
                  <a:lnTo>
                    <a:pt x="182" y="292"/>
                  </a:lnTo>
                  <a:lnTo>
                    <a:pt x="183" y="292"/>
                  </a:lnTo>
                  <a:lnTo>
                    <a:pt x="183" y="293"/>
                  </a:lnTo>
                  <a:lnTo>
                    <a:pt x="181" y="297"/>
                  </a:lnTo>
                  <a:lnTo>
                    <a:pt x="180" y="298"/>
                  </a:lnTo>
                  <a:lnTo>
                    <a:pt x="171" y="296"/>
                  </a:lnTo>
                  <a:lnTo>
                    <a:pt x="170" y="296"/>
                  </a:lnTo>
                  <a:lnTo>
                    <a:pt x="169" y="295"/>
                  </a:lnTo>
                  <a:lnTo>
                    <a:pt x="170" y="294"/>
                  </a:lnTo>
                  <a:lnTo>
                    <a:pt x="173" y="290"/>
                  </a:lnTo>
                  <a:lnTo>
                    <a:pt x="174" y="284"/>
                  </a:lnTo>
                  <a:lnTo>
                    <a:pt x="176" y="283"/>
                  </a:lnTo>
                  <a:lnTo>
                    <a:pt x="177" y="283"/>
                  </a:lnTo>
                  <a:lnTo>
                    <a:pt x="178" y="283"/>
                  </a:lnTo>
                  <a:lnTo>
                    <a:pt x="179" y="284"/>
                  </a:lnTo>
                  <a:lnTo>
                    <a:pt x="179" y="285"/>
                  </a:lnTo>
                  <a:close/>
                  <a:moveTo>
                    <a:pt x="231" y="41"/>
                  </a:moveTo>
                  <a:lnTo>
                    <a:pt x="232" y="42"/>
                  </a:lnTo>
                  <a:lnTo>
                    <a:pt x="236" y="43"/>
                  </a:lnTo>
                  <a:lnTo>
                    <a:pt x="236" y="44"/>
                  </a:lnTo>
                  <a:lnTo>
                    <a:pt x="236" y="45"/>
                  </a:lnTo>
                  <a:lnTo>
                    <a:pt x="235" y="45"/>
                  </a:lnTo>
                  <a:lnTo>
                    <a:pt x="231" y="45"/>
                  </a:lnTo>
                  <a:lnTo>
                    <a:pt x="230" y="45"/>
                  </a:lnTo>
                  <a:lnTo>
                    <a:pt x="229" y="44"/>
                  </a:lnTo>
                  <a:lnTo>
                    <a:pt x="229" y="42"/>
                  </a:lnTo>
                  <a:lnTo>
                    <a:pt x="229" y="41"/>
                  </a:lnTo>
                  <a:lnTo>
                    <a:pt x="230" y="41"/>
                  </a:lnTo>
                  <a:lnTo>
                    <a:pt x="231" y="4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94" name="Freeform 5"/>
            <p:cNvSpPr>
              <a:spLocks/>
            </p:cNvSpPr>
            <p:nvPr/>
          </p:nvSpPr>
          <p:spPr bwMode="gray">
            <a:xfrm>
              <a:off x="2612" y="2560"/>
              <a:ext cx="12" cy="21"/>
            </a:xfrm>
            <a:custGeom>
              <a:avLst/>
              <a:gdLst>
                <a:gd name="T0" fmla="*/ 12 w 12"/>
                <a:gd name="T1" fmla="*/ 3 h 21"/>
                <a:gd name="T2" fmla="*/ 12 w 12"/>
                <a:gd name="T3" fmla="*/ 6 h 21"/>
                <a:gd name="T4" fmla="*/ 11 w 12"/>
                <a:gd name="T5" fmla="*/ 9 h 21"/>
                <a:gd name="T6" fmla="*/ 10 w 12"/>
                <a:gd name="T7" fmla="*/ 19 h 21"/>
                <a:gd name="T8" fmla="*/ 10 w 12"/>
                <a:gd name="T9" fmla="*/ 20 h 21"/>
                <a:gd name="T10" fmla="*/ 6 w 12"/>
                <a:gd name="T11" fmla="*/ 21 h 21"/>
                <a:gd name="T12" fmla="*/ 6 w 12"/>
                <a:gd name="T13" fmla="*/ 21 h 21"/>
                <a:gd name="T14" fmla="*/ 0 w 12"/>
                <a:gd name="T15" fmla="*/ 8 h 21"/>
                <a:gd name="T16" fmla="*/ 0 w 12"/>
                <a:gd name="T17" fmla="*/ 7 h 21"/>
                <a:gd name="T18" fmla="*/ 0 w 12"/>
                <a:gd name="T19" fmla="*/ 5 h 21"/>
                <a:gd name="T20" fmla="*/ 0 w 12"/>
                <a:gd name="T21" fmla="*/ 5 h 21"/>
                <a:gd name="T22" fmla="*/ 0 w 12"/>
                <a:gd name="T23" fmla="*/ 4 h 21"/>
                <a:gd name="T24" fmla="*/ 1 w 12"/>
                <a:gd name="T25" fmla="*/ 3 h 21"/>
                <a:gd name="T26" fmla="*/ 2 w 12"/>
                <a:gd name="T27" fmla="*/ 2 h 21"/>
                <a:gd name="T28" fmla="*/ 9 w 12"/>
                <a:gd name="T29" fmla="*/ 0 h 21"/>
                <a:gd name="T30" fmla="*/ 10 w 12"/>
                <a:gd name="T31" fmla="*/ 0 h 21"/>
                <a:gd name="T32" fmla="*/ 10 w 12"/>
                <a:gd name="T33" fmla="*/ 0 h 21"/>
                <a:gd name="T34" fmla="*/ 12 w 12"/>
                <a:gd name="T35" fmla="*/ 3 h 21"/>
                <a:gd name="T36" fmla="*/ 12 w 12"/>
                <a:gd name="T37" fmla="*/ 3 h 2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2"/>
                <a:gd name="T58" fmla="*/ 0 h 21"/>
                <a:gd name="T59" fmla="*/ 12 w 12"/>
                <a:gd name="T60" fmla="*/ 21 h 21"/>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2" h="21">
                  <a:moveTo>
                    <a:pt x="12" y="3"/>
                  </a:moveTo>
                  <a:lnTo>
                    <a:pt x="12" y="6"/>
                  </a:lnTo>
                  <a:lnTo>
                    <a:pt x="11" y="9"/>
                  </a:lnTo>
                  <a:lnTo>
                    <a:pt x="10" y="19"/>
                  </a:lnTo>
                  <a:lnTo>
                    <a:pt x="10" y="20"/>
                  </a:lnTo>
                  <a:lnTo>
                    <a:pt x="6" y="21"/>
                  </a:lnTo>
                  <a:lnTo>
                    <a:pt x="0" y="8"/>
                  </a:lnTo>
                  <a:lnTo>
                    <a:pt x="0" y="7"/>
                  </a:lnTo>
                  <a:lnTo>
                    <a:pt x="0" y="5"/>
                  </a:lnTo>
                  <a:lnTo>
                    <a:pt x="0" y="4"/>
                  </a:lnTo>
                  <a:lnTo>
                    <a:pt x="1" y="3"/>
                  </a:lnTo>
                  <a:lnTo>
                    <a:pt x="2" y="2"/>
                  </a:lnTo>
                  <a:lnTo>
                    <a:pt x="9" y="0"/>
                  </a:lnTo>
                  <a:lnTo>
                    <a:pt x="10" y="0"/>
                  </a:lnTo>
                  <a:lnTo>
                    <a:pt x="12" y="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95" name="Freeform 6"/>
            <p:cNvSpPr>
              <a:spLocks/>
            </p:cNvSpPr>
            <p:nvPr/>
          </p:nvSpPr>
          <p:spPr bwMode="gray">
            <a:xfrm>
              <a:off x="2590" y="2603"/>
              <a:ext cx="29" cy="13"/>
            </a:xfrm>
            <a:custGeom>
              <a:avLst/>
              <a:gdLst>
                <a:gd name="T0" fmla="*/ 26 w 29"/>
                <a:gd name="T1" fmla="*/ 7 h 13"/>
                <a:gd name="T2" fmla="*/ 16 w 29"/>
                <a:gd name="T3" fmla="*/ 13 h 13"/>
                <a:gd name="T4" fmla="*/ 4 w 29"/>
                <a:gd name="T5" fmla="*/ 12 h 13"/>
                <a:gd name="T6" fmla="*/ 3 w 29"/>
                <a:gd name="T7" fmla="*/ 12 h 13"/>
                <a:gd name="T8" fmla="*/ 1 w 29"/>
                <a:gd name="T9" fmla="*/ 9 h 13"/>
                <a:gd name="T10" fmla="*/ 1 w 29"/>
                <a:gd name="T11" fmla="*/ 8 h 13"/>
                <a:gd name="T12" fmla="*/ 0 w 29"/>
                <a:gd name="T13" fmla="*/ 6 h 13"/>
                <a:gd name="T14" fmla="*/ 0 w 29"/>
                <a:gd name="T15" fmla="*/ 5 h 13"/>
                <a:gd name="T16" fmla="*/ 0 w 29"/>
                <a:gd name="T17" fmla="*/ 2 h 13"/>
                <a:gd name="T18" fmla="*/ 1 w 29"/>
                <a:gd name="T19" fmla="*/ 1 h 13"/>
                <a:gd name="T20" fmla="*/ 1 w 29"/>
                <a:gd name="T21" fmla="*/ 1 h 13"/>
                <a:gd name="T22" fmla="*/ 3 w 29"/>
                <a:gd name="T23" fmla="*/ 0 h 13"/>
                <a:gd name="T24" fmla="*/ 7 w 29"/>
                <a:gd name="T25" fmla="*/ 0 h 13"/>
                <a:gd name="T26" fmla="*/ 11 w 29"/>
                <a:gd name="T27" fmla="*/ 1 h 13"/>
                <a:gd name="T28" fmla="*/ 11 w 29"/>
                <a:gd name="T29" fmla="*/ 1 h 13"/>
                <a:gd name="T30" fmla="*/ 12 w 29"/>
                <a:gd name="T31" fmla="*/ 3 h 13"/>
                <a:gd name="T32" fmla="*/ 15 w 29"/>
                <a:gd name="T33" fmla="*/ 6 h 13"/>
                <a:gd name="T34" fmla="*/ 15 w 29"/>
                <a:gd name="T35" fmla="*/ 7 h 13"/>
                <a:gd name="T36" fmla="*/ 16 w 29"/>
                <a:gd name="T37" fmla="*/ 7 h 13"/>
                <a:gd name="T38" fmla="*/ 18 w 29"/>
                <a:gd name="T39" fmla="*/ 6 h 13"/>
                <a:gd name="T40" fmla="*/ 20 w 29"/>
                <a:gd name="T41" fmla="*/ 5 h 13"/>
                <a:gd name="T42" fmla="*/ 25 w 29"/>
                <a:gd name="T43" fmla="*/ 1 h 13"/>
                <a:gd name="T44" fmla="*/ 26 w 29"/>
                <a:gd name="T45" fmla="*/ 1 h 13"/>
                <a:gd name="T46" fmla="*/ 28 w 29"/>
                <a:gd name="T47" fmla="*/ 2 h 13"/>
                <a:gd name="T48" fmla="*/ 29 w 29"/>
                <a:gd name="T49" fmla="*/ 3 h 13"/>
                <a:gd name="T50" fmla="*/ 28 w 29"/>
                <a:gd name="T51" fmla="*/ 6 h 13"/>
                <a:gd name="T52" fmla="*/ 27 w 29"/>
                <a:gd name="T53" fmla="*/ 6 h 13"/>
                <a:gd name="T54" fmla="*/ 27 w 29"/>
                <a:gd name="T55" fmla="*/ 6 h 13"/>
                <a:gd name="T56" fmla="*/ 26 w 29"/>
                <a:gd name="T57" fmla="*/ 7 h 13"/>
                <a:gd name="T58" fmla="*/ 26 w 29"/>
                <a:gd name="T59" fmla="*/ 7 h 1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29"/>
                <a:gd name="T91" fmla="*/ 0 h 13"/>
                <a:gd name="T92" fmla="*/ 29 w 29"/>
                <a:gd name="T93" fmla="*/ 13 h 13"/>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29" h="13">
                  <a:moveTo>
                    <a:pt x="26" y="7"/>
                  </a:moveTo>
                  <a:lnTo>
                    <a:pt x="16" y="13"/>
                  </a:lnTo>
                  <a:lnTo>
                    <a:pt x="4" y="12"/>
                  </a:lnTo>
                  <a:lnTo>
                    <a:pt x="3" y="12"/>
                  </a:lnTo>
                  <a:lnTo>
                    <a:pt x="1" y="9"/>
                  </a:lnTo>
                  <a:lnTo>
                    <a:pt x="1" y="8"/>
                  </a:lnTo>
                  <a:lnTo>
                    <a:pt x="0" y="6"/>
                  </a:lnTo>
                  <a:lnTo>
                    <a:pt x="0" y="5"/>
                  </a:lnTo>
                  <a:lnTo>
                    <a:pt x="0" y="2"/>
                  </a:lnTo>
                  <a:lnTo>
                    <a:pt x="1" y="1"/>
                  </a:lnTo>
                  <a:lnTo>
                    <a:pt x="3" y="0"/>
                  </a:lnTo>
                  <a:lnTo>
                    <a:pt x="7" y="0"/>
                  </a:lnTo>
                  <a:lnTo>
                    <a:pt x="11" y="1"/>
                  </a:lnTo>
                  <a:lnTo>
                    <a:pt x="12" y="3"/>
                  </a:lnTo>
                  <a:lnTo>
                    <a:pt x="15" y="6"/>
                  </a:lnTo>
                  <a:lnTo>
                    <a:pt x="15" y="7"/>
                  </a:lnTo>
                  <a:lnTo>
                    <a:pt x="16" y="7"/>
                  </a:lnTo>
                  <a:lnTo>
                    <a:pt x="18" y="6"/>
                  </a:lnTo>
                  <a:lnTo>
                    <a:pt x="20" y="5"/>
                  </a:lnTo>
                  <a:lnTo>
                    <a:pt x="25" y="1"/>
                  </a:lnTo>
                  <a:lnTo>
                    <a:pt x="26" y="1"/>
                  </a:lnTo>
                  <a:lnTo>
                    <a:pt x="28" y="2"/>
                  </a:lnTo>
                  <a:lnTo>
                    <a:pt x="29" y="3"/>
                  </a:lnTo>
                  <a:lnTo>
                    <a:pt x="28" y="6"/>
                  </a:lnTo>
                  <a:lnTo>
                    <a:pt x="27" y="6"/>
                  </a:lnTo>
                  <a:lnTo>
                    <a:pt x="26" y="7"/>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96" name="Freeform 7"/>
            <p:cNvSpPr>
              <a:spLocks/>
            </p:cNvSpPr>
            <p:nvPr/>
          </p:nvSpPr>
          <p:spPr bwMode="gray">
            <a:xfrm>
              <a:off x="2697" y="2290"/>
              <a:ext cx="22" cy="24"/>
            </a:xfrm>
            <a:custGeom>
              <a:avLst/>
              <a:gdLst>
                <a:gd name="T0" fmla="*/ 13 w 22"/>
                <a:gd name="T1" fmla="*/ 1 h 24"/>
                <a:gd name="T2" fmla="*/ 13 w 22"/>
                <a:gd name="T3" fmla="*/ 1 h 24"/>
                <a:gd name="T4" fmla="*/ 14 w 22"/>
                <a:gd name="T5" fmla="*/ 1 h 24"/>
                <a:gd name="T6" fmla="*/ 15 w 22"/>
                <a:gd name="T7" fmla="*/ 2 h 24"/>
                <a:gd name="T8" fmla="*/ 20 w 22"/>
                <a:gd name="T9" fmla="*/ 6 h 24"/>
                <a:gd name="T10" fmla="*/ 22 w 22"/>
                <a:gd name="T11" fmla="*/ 10 h 24"/>
                <a:gd name="T12" fmla="*/ 22 w 22"/>
                <a:gd name="T13" fmla="*/ 11 h 24"/>
                <a:gd name="T14" fmla="*/ 21 w 22"/>
                <a:gd name="T15" fmla="*/ 17 h 24"/>
                <a:gd name="T16" fmla="*/ 21 w 22"/>
                <a:gd name="T17" fmla="*/ 18 h 24"/>
                <a:gd name="T18" fmla="*/ 17 w 22"/>
                <a:gd name="T19" fmla="*/ 22 h 24"/>
                <a:gd name="T20" fmla="*/ 16 w 22"/>
                <a:gd name="T21" fmla="*/ 23 h 24"/>
                <a:gd name="T22" fmla="*/ 9 w 22"/>
                <a:gd name="T23" fmla="*/ 24 h 24"/>
                <a:gd name="T24" fmla="*/ 8 w 22"/>
                <a:gd name="T25" fmla="*/ 23 h 24"/>
                <a:gd name="T26" fmla="*/ 7 w 22"/>
                <a:gd name="T27" fmla="*/ 23 h 24"/>
                <a:gd name="T28" fmla="*/ 1 w 22"/>
                <a:gd name="T29" fmla="*/ 17 h 24"/>
                <a:gd name="T30" fmla="*/ 0 w 22"/>
                <a:gd name="T31" fmla="*/ 12 h 24"/>
                <a:gd name="T32" fmla="*/ 1 w 22"/>
                <a:gd name="T33" fmla="*/ 8 h 24"/>
                <a:gd name="T34" fmla="*/ 2 w 22"/>
                <a:gd name="T35" fmla="*/ 7 h 24"/>
                <a:gd name="T36" fmla="*/ 5 w 22"/>
                <a:gd name="T37" fmla="*/ 3 h 24"/>
                <a:gd name="T38" fmla="*/ 6 w 22"/>
                <a:gd name="T39" fmla="*/ 2 h 24"/>
                <a:gd name="T40" fmla="*/ 7 w 22"/>
                <a:gd name="T41" fmla="*/ 1 h 24"/>
                <a:gd name="T42" fmla="*/ 8 w 22"/>
                <a:gd name="T43" fmla="*/ 1 h 24"/>
                <a:gd name="T44" fmla="*/ 10 w 22"/>
                <a:gd name="T45" fmla="*/ 0 h 24"/>
                <a:gd name="T46" fmla="*/ 12 w 22"/>
                <a:gd name="T47" fmla="*/ 0 h 24"/>
                <a:gd name="T48" fmla="*/ 13 w 22"/>
                <a:gd name="T49" fmla="*/ 1 h 2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22"/>
                <a:gd name="T76" fmla="*/ 0 h 24"/>
                <a:gd name="T77" fmla="*/ 22 w 22"/>
                <a:gd name="T78" fmla="*/ 24 h 2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22" h="24">
                  <a:moveTo>
                    <a:pt x="13" y="1"/>
                  </a:moveTo>
                  <a:lnTo>
                    <a:pt x="13" y="1"/>
                  </a:lnTo>
                  <a:lnTo>
                    <a:pt x="14" y="1"/>
                  </a:lnTo>
                  <a:lnTo>
                    <a:pt x="15" y="2"/>
                  </a:lnTo>
                  <a:lnTo>
                    <a:pt x="20" y="6"/>
                  </a:lnTo>
                  <a:lnTo>
                    <a:pt x="22" y="10"/>
                  </a:lnTo>
                  <a:lnTo>
                    <a:pt x="22" y="11"/>
                  </a:lnTo>
                  <a:lnTo>
                    <a:pt x="21" y="17"/>
                  </a:lnTo>
                  <a:lnTo>
                    <a:pt x="21" y="18"/>
                  </a:lnTo>
                  <a:lnTo>
                    <a:pt x="17" y="22"/>
                  </a:lnTo>
                  <a:lnTo>
                    <a:pt x="16" y="23"/>
                  </a:lnTo>
                  <a:lnTo>
                    <a:pt x="9" y="24"/>
                  </a:lnTo>
                  <a:lnTo>
                    <a:pt x="8" y="23"/>
                  </a:lnTo>
                  <a:lnTo>
                    <a:pt x="7" y="23"/>
                  </a:lnTo>
                  <a:lnTo>
                    <a:pt x="1" y="17"/>
                  </a:lnTo>
                  <a:lnTo>
                    <a:pt x="0" y="12"/>
                  </a:lnTo>
                  <a:lnTo>
                    <a:pt x="1" y="8"/>
                  </a:lnTo>
                  <a:lnTo>
                    <a:pt x="2" y="7"/>
                  </a:lnTo>
                  <a:lnTo>
                    <a:pt x="5" y="3"/>
                  </a:lnTo>
                  <a:lnTo>
                    <a:pt x="6" y="2"/>
                  </a:lnTo>
                  <a:lnTo>
                    <a:pt x="7" y="1"/>
                  </a:lnTo>
                  <a:lnTo>
                    <a:pt x="8" y="1"/>
                  </a:lnTo>
                  <a:lnTo>
                    <a:pt x="10" y="0"/>
                  </a:lnTo>
                  <a:lnTo>
                    <a:pt x="12" y="0"/>
                  </a:lnTo>
                  <a:lnTo>
                    <a:pt x="13"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97" name="Freeform 8"/>
            <p:cNvSpPr>
              <a:spLocks/>
            </p:cNvSpPr>
            <p:nvPr/>
          </p:nvSpPr>
          <p:spPr bwMode="gray">
            <a:xfrm>
              <a:off x="2450" y="2387"/>
              <a:ext cx="390" cy="239"/>
            </a:xfrm>
            <a:custGeom>
              <a:avLst/>
              <a:gdLst>
                <a:gd name="T0" fmla="*/ 380 w 390"/>
                <a:gd name="T1" fmla="*/ 11 h 239"/>
                <a:gd name="T2" fmla="*/ 390 w 390"/>
                <a:gd name="T3" fmla="*/ 45 h 239"/>
                <a:gd name="T4" fmla="*/ 367 w 390"/>
                <a:gd name="T5" fmla="*/ 107 h 239"/>
                <a:gd name="T6" fmla="*/ 362 w 390"/>
                <a:gd name="T7" fmla="*/ 116 h 239"/>
                <a:gd name="T8" fmla="*/ 348 w 390"/>
                <a:gd name="T9" fmla="*/ 134 h 239"/>
                <a:gd name="T10" fmla="*/ 341 w 390"/>
                <a:gd name="T11" fmla="*/ 131 h 239"/>
                <a:gd name="T12" fmla="*/ 328 w 390"/>
                <a:gd name="T13" fmla="*/ 133 h 239"/>
                <a:gd name="T14" fmla="*/ 328 w 390"/>
                <a:gd name="T15" fmla="*/ 137 h 239"/>
                <a:gd name="T16" fmla="*/ 332 w 390"/>
                <a:gd name="T17" fmla="*/ 134 h 239"/>
                <a:gd name="T18" fmla="*/ 340 w 390"/>
                <a:gd name="T19" fmla="*/ 134 h 239"/>
                <a:gd name="T20" fmla="*/ 329 w 390"/>
                <a:gd name="T21" fmla="*/ 151 h 239"/>
                <a:gd name="T22" fmla="*/ 310 w 390"/>
                <a:gd name="T23" fmla="*/ 146 h 239"/>
                <a:gd name="T24" fmla="*/ 260 w 390"/>
                <a:gd name="T25" fmla="*/ 165 h 239"/>
                <a:gd name="T26" fmla="*/ 257 w 390"/>
                <a:gd name="T27" fmla="*/ 155 h 239"/>
                <a:gd name="T28" fmla="*/ 253 w 390"/>
                <a:gd name="T29" fmla="*/ 157 h 239"/>
                <a:gd name="T30" fmla="*/ 246 w 390"/>
                <a:gd name="T31" fmla="*/ 170 h 239"/>
                <a:gd name="T32" fmla="*/ 209 w 390"/>
                <a:gd name="T33" fmla="*/ 169 h 239"/>
                <a:gd name="T34" fmla="*/ 204 w 390"/>
                <a:gd name="T35" fmla="*/ 177 h 239"/>
                <a:gd name="T36" fmla="*/ 191 w 390"/>
                <a:gd name="T37" fmla="*/ 184 h 239"/>
                <a:gd name="T38" fmla="*/ 179 w 390"/>
                <a:gd name="T39" fmla="*/ 184 h 239"/>
                <a:gd name="T40" fmla="*/ 163 w 390"/>
                <a:gd name="T41" fmla="*/ 162 h 239"/>
                <a:gd name="T42" fmla="*/ 155 w 390"/>
                <a:gd name="T43" fmla="*/ 166 h 239"/>
                <a:gd name="T44" fmla="*/ 146 w 390"/>
                <a:gd name="T45" fmla="*/ 188 h 239"/>
                <a:gd name="T46" fmla="*/ 136 w 390"/>
                <a:gd name="T47" fmla="*/ 231 h 239"/>
                <a:gd name="T48" fmla="*/ 124 w 390"/>
                <a:gd name="T49" fmla="*/ 238 h 239"/>
                <a:gd name="T50" fmla="*/ 132 w 390"/>
                <a:gd name="T51" fmla="*/ 228 h 239"/>
                <a:gd name="T52" fmla="*/ 101 w 390"/>
                <a:gd name="T53" fmla="*/ 208 h 239"/>
                <a:gd name="T54" fmla="*/ 76 w 390"/>
                <a:gd name="T55" fmla="*/ 207 h 239"/>
                <a:gd name="T56" fmla="*/ 48 w 390"/>
                <a:gd name="T57" fmla="*/ 216 h 239"/>
                <a:gd name="T58" fmla="*/ 30 w 390"/>
                <a:gd name="T59" fmla="*/ 215 h 239"/>
                <a:gd name="T60" fmla="*/ 16 w 390"/>
                <a:gd name="T61" fmla="*/ 204 h 239"/>
                <a:gd name="T62" fmla="*/ 4 w 390"/>
                <a:gd name="T63" fmla="*/ 220 h 239"/>
                <a:gd name="T64" fmla="*/ 0 w 390"/>
                <a:gd name="T65" fmla="*/ 193 h 239"/>
                <a:gd name="T66" fmla="*/ 3 w 390"/>
                <a:gd name="T67" fmla="*/ 180 h 239"/>
                <a:gd name="T68" fmla="*/ 7 w 390"/>
                <a:gd name="T69" fmla="*/ 156 h 239"/>
                <a:gd name="T70" fmla="*/ 35 w 390"/>
                <a:gd name="T71" fmla="*/ 161 h 239"/>
                <a:gd name="T72" fmla="*/ 56 w 390"/>
                <a:gd name="T73" fmla="*/ 155 h 239"/>
                <a:gd name="T74" fmla="*/ 78 w 390"/>
                <a:gd name="T75" fmla="*/ 124 h 239"/>
                <a:gd name="T76" fmla="*/ 102 w 390"/>
                <a:gd name="T77" fmla="*/ 119 h 239"/>
                <a:gd name="T78" fmla="*/ 131 w 390"/>
                <a:gd name="T79" fmla="*/ 88 h 239"/>
                <a:gd name="T80" fmla="*/ 154 w 390"/>
                <a:gd name="T81" fmla="*/ 72 h 239"/>
                <a:gd name="T82" fmla="*/ 179 w 390"/>
                <a:gd name="T83" fmla="*/ 46 h 239"/>
                <a:gd name="T84" fmla="*/ 190 w 390"/>
                <a:gd name="T85" fmla="*/ 40 h 239"/>
                <a:gd name="T86" fmla="*/ 193 w 390"/>
                <a:gd name="T87" fmla="*/ 28 h 239"/>
                <a:gd name="T88" fmla="*/ 188 w 390"/>
                <a:gd name="T89" fmla="*/ 23 h 239"/>
                <a:gd name="T90" fmla="*/ 215 w 390"/>
                <a:gd name="T91" fmla="*/ 13 h 239"/>
                <a:gd name="T92" fmla="*/ 237 w 390"/>
                <a:gd name="T93" fmla="*/ 2 h 239"/>
                <a:gd name="T94" fmla="*/ 255 w 390"/>
                <a:gd name="T95" fmla="*/ 9 h 239"/>
                <a:gd name="T96" fmla="*/ 258 w 390"/>
                <a:gd name="T97" fmla="*/ 16 h 239"/>
                <a:gd name="T98" fmla="*/ 271 w 390"/>
                <a:gd name="T99" fmla="*/ 20 h 239"/>
                <a:gd name="T100" fmla="*/ 278 w 390"/>
                <a:gd name="T101" fmla="*/ 15 h 239"/>
                <a:gd name="T102" fmla="*/ 292 w 390"/>
                <a:gd name="T103" fmla="*/ 11 h 239"/>
                <a:gd name="T104" fmla="*/ 307 w 390"/>
                <a:gd name="T105" fmla="*/ 15 h 239"/>
                <a:gd name="T106" fmla="*/ 362 w 390"/>
                <a:gd name="T107" fmla="*/ 8 h 239"/>
                <a:gd name="T108" fmla="*/ 371 w 390"/>
                <a:gd name="T109" fmla="*/ 1 h 239"/>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390"/>
                <a:gd name="T166" fmla="*/ 0 h 239"/>
                <a:gd name="T167" fmla="*/ 390 w 390"/>
                <a:gd name="T168" fmla="*/ 239 h 239"/>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390" h="239">
                  <a:moveTo>
                    <a:pt x="375" y="0"/>
                  </a:moveTo>
                  <a:lnTo>
                    <a:pt x="377" y="1"/>
                  </a:lnTo>
                  <a:lnTo>
                    <a:pt x="378" y="2"/>
                  </a:lnTo>
                  <a:lnTo>
                    <a:pt x="379" y="3"/>
                  </a:lnTo>
                  <a:lnTo>
                    <a:pt x="380" y="8"/>
                  </a:lnTo>
                  <a:lnTo>
                    <a:pt x="380" y="11"/>
                  </a:lnTo>
                  <a:lnTo>
                    <a:pt x="380" y="13"/>
                  </a:lnTo>
                  <a:lnTo>
                    <a:pt x="383" y="23"/>
                  </a:lnTo>
                  <a:lnTo>
                    <a:pt x="386" y="28"/>
                  </a:lnTo>
                  <a:lnTo>
                    <a:pt x="390" y="35"/>
                  </a:lnTo>
                  <a:lnTo>
                    <a:pt x="390" y="43"/>
                  </a:lnTo>
                  <a:lnTo>
                    <a:pt x="390" y="45"/>
                  </a:lnTo>
                  <a:lnTo>
                    <a:pt x="378" y="61"/>
                  </a:lnTo>
                  <a:lnTo>
                    <a:pt x="364" y="77"/>
                  </a:lnTo>
                  <a:lnTo>
                    <a:pt x="363" y="78"/>
                  </a:lnTo>
                  <a:lnTo>
                    <a:pt x="362" y="89"/>
                  </a:lnTo>
                  <a:lnTo>
                    <a:pt x="366" y="104"/>
                  </a:lnTo>
                  <a:lnTo>
                    <a:pt x="367" y="107"/>
                  </a:lnTo>
                  <a:lnTo>
                    <a:pt x="369" y="109"/>
                  </a:lnTo>
                  <a:lnTo>
                    <a:pt x="370" y="111"/>
                  </a:lnTo>
                  <a:lnTo>
                    <a:pt x="370" y="112"/>
                  </a:lnTo>
                  <a:lnTo>
                    <a:pt x="369" y="114"/>
                  </a:lnTo>
                  <a:lnTo>
                    <a:pt x="367" y="118"/>
                  </a:lnTo>
                  <a:lnTo>
                    <a:pt x="362" y="116"/>
                  </a:lnTo>
                  <a:lnTo>
                    <a:pt x="361" y="118"/>
                  </a:lnTo>
                  <a:lnTo>
                    <a:pt x="362" y="119"/>
                  </a:lnTo>
                  <a:lnTo>
                    <a:pt x="355" y="128"/>
                  </a:lnTo>
                  <a:lnTo>
                    <a:pt x="350" y="132"/>
                  </a:lnTo>
                  <a:lnTo>
                    <a:pt x="348" y="134"/>
                  </a:lnTo>
                  <a:lnTo>
                    <a:pt x="346" y="134"/>
                  </a:lnTo>
                  <a:lnTo>
                    <a:pt x="343" y="134"/>
                  </a:lnTo>
                  <a:lnTo>
                    <a:pt x="343" y="133"/>
                  </a:lnTo>
                  <a:lnTo>
                    <a:pt x="342" y="132"/>
                  </a:lnTo>
                  <a:lnTo>
                    <a:pt x="341" y="131"/>
                  </a:lnTo>
                  <a:lnTo>
                    <a:pt x="339" y="131"/>
                  </a:lnTo>
                  <a:lnTo>
                    <a:pt x="338" y="130"/>
                  </a:lnTo>
                  <a:lnTo>
                    <a:pt x="335" y="130"/>
                  </a:lnTo>
                  <a:lnTo>
                    <a:pt x="334" y="131"/>
                  </a:lnTo>
                  <a:lnTo>
                    <a:pt x="328" y="133"/>
                  </a:lnTo>
                  <a:lnTo>
                    <a:pt x="328" y="134"/>
                  </a:lnTo>
                  <a:lnTo>
                    <a:pt x="327" y="134"/>
                  </a:lnTo>
                  <a:lnTo>
                    <a:pt x="327" y="135"/>
                  </a:lnTo>
                  <a:lnTo>
                    <a:pt x="327" y="136"/>
                  </a:lnTo>
                  <a:lnTo>
                    <a:pt x="328" y="137"/>
                  </a:lnTo>
                  <a:lnTo>
                    <a:pt x="328" y="138"/>
                  </a:lnTo>
                  <a:lnTo>
                    <a:pt x="329" y="138"/>
                  </a:lnTo>
                  <a:lnTo>
                    <a:pt x="330" y="137"/>
                  </a:lnTo>
                  <a:lnTo>
                    <a:pt x="331" y="135"/>
                  </a:lnTo>
                  <a:lnTo>
                    <a:pt x="332" y="134"/>
                  </a:lnTo>
                  <a:lnTo>
                    <a:pt x="333" y="133"/>
                  </a:lnTo>
                  <a:lnTo>
                    <a:pt x="336" y="132"/>
                  </a:lnTo>
                  <a:lnTo>
                    <a:pt x="338" y="132"/>
                  </a:lnTo>
                  <a:lnTo>
                    <a:pt x="339" y="132"/>
                  </a:lnTo>
                  <a:lnTo>
                    <a:pt x="340" y="133"/>
                  </a:lnTo>
                  <a:lnTo>
                    <a:pt x="340" y="134"/>
                  </a:lnTo>
                  <a:lnTo>
                    <a:pt x="338" y="137"/>
                  </a:lnTo>
                  <a:lnTo>
                    <a:pt x="338" y="138"/>
                  </a:lnTo>
                  <a:lnTo>
                    <a:pt x="337" y="139"/>
                  </a:lnTo>
                  <a:lnTo>
                    <a:pt x="329" y="150"/>
                  </a:lnTo>
                  <a:lnTo>
                    <a:pt x="329" y="151"/>
                  </a:lnTo>
                  <a:lnTo>
                    <a:pt x="328" y="151"/>
                  </a:lnTo>
                  <a:lnTo>
                    <a:pt x="327" y="151"/>
                  </a:lnTo>
                  <a:lnTo>
                    <a:pt x="326" y="151"/>
                  </a:lnTo>
                  <a:lnTo>
                    <a:pt x="324" y="151"/>
                  </a:lnTo>
                  <a:lnTo>
                    <a:pt x="316" y="149"/>
                  </a:lnTo>
                  <a:lnTo>
                    <a:pt x="310" y="146"/>
                  </a:lnTo>
                  <a:lnTo>
                    <a:pt x="305" y="141"/>
                  </a:lnTo>
                  <a:lnTo>
                    <a:pt x="303" y="141"/>
                  </a:lnTo>
                  <a:lnTo>
                    <a:pt x="301" y="142"/>
                  </a:lnTo>
                  <a:lnTo>
                    <a:pt x="300" y="143"/>
                  </a:lnTo>
                  <a:lnTo>
                    <a:pt x="279" y="154"/>
                  </a:lnTo>
                  <a:lnTo>
                    <a:pt x="260" y="165"/>
                  </a:lnTo>
                  <a:lnTo>
                    <a:pt x="261" y="164"/>
                  </a:lnTo>
                  <a:lnTo>
                    <a:pt x="262" y="163"/>
                  </a:lnTo>
                  <a:lnTo>
                    <a:pt x="262" y="162"/>
                  </a:lnTo>
                  <a:lnTo>
                    <a:pt x="257" y="155"/>
                  </a:lnTo>
                  <a:lnTo>
                    <a:pt x="256" y="154"/>
                  </a:lnTo>
                  <a:lnTo>
                    <a:pt x="255" y="154"/>
                  </a:lnTo>
                  <a:lnTo>
                    <a:pt x="254" y="154"/>
                  </a:lnTo>
                  <a:lnTo>
                    <a:pt x="254" y="155"/>
                  </a:lnTo>
                  <a:lnTo>
                    <a:pt x="253" y="156"/>
                  </a:lnTo>
                  <a:lnTo>
                    <a:pt x="253" y="157"/>
                  </a:lnTo>
                  <a:lnTo>
                    <a:pt x="248" y="163"/>
                  </a:lnTo>
                  <a:lnTo>
                    <a:pt x="247" y="167"/>
                  </a:lnTo>
                  <a:lnTo>
                    <a:pt x="247" y="168"/>
                  </a:lnTo>
                  <a:lnTo>
                    <a:pt x="247" y="169"/>
                  </a:lnTo>
                  <a:lnTo>
                    <a:pt x="246" y="169"/>
                  </a:lnTo>
                  <a:lnTo>
                    <a:pt x="246" y="170"/>
                  </a:lnTo>
                  <a:lnTo>
                    <a:pt x="239" y="172"/>
                  </a:lnTo>
                  <a:lnTo>
                    <a:pt x="238" y="171"/>
                  </a:lnTo>
                  <a:lnTo>
                    <a:pt x="235" y="170"/>
                  </a:lnTo>
                  <a:lnTo>
                    <a:pt x="235" y="166"/>
                  </a:lnTo>
                  <a:lnTo>
                    <a:pt x="209" y="169"/>
                  </a:lnTo>
                  <a:lnTo>
                    <a:pt x="208" y="169"/>
                  </a:lnTo>
                  <a:lnTo>
                    <a:pt x="208" y="170"/>
                  </a:lnTo>
                  <a:lnTo>
                    <a:pt x="207" y="170"/>
                  </a:lnTo>
                  <a:lnTo>
                    <a:pt x="204" y="174"/>
                  </a:lnTo>
                  <a:lnTo>
                    <a:pt x="203" y="176"/>
                  </a:lnTo>
                  <a:lnTo>
                    <a:pt x="204" y="177"/>
                  </a:lnTo>
                  <a:lnTo>
                    <a:pt x="204" y="178"/>
                  </a:lnTo>
                  <a:lnTo>
                    <a:pt x="203" y="178"/>
                  </a:lnTo>
                  <a:lnTo>
                    <a:pt x="202" y="179"/>
                  </a:lnTo>
                  <a:lnTo>
                    <a:pt x="195" y="182"/>
                  </a:lnTo>
                  <a:lnTo>
                    <a:pt x="194" y="182"/>
                  </a:lnTo>
                  <a:lnTo>
                    <a:pt x="191" y="184"/>
                  </a:lnTo>
                  <a:lnTo>
                    <a:pt x="190" y="184"/>
                  </a:lnTo>
                  <a:lnTo>
                    <a:pt x="188" y="184"/>
                  </a:lnTo>
                  <a:lnTo>
                    <a:pt x="181" y="185"/>
                  </a:lnTo>
                  <a:lnTo>
                    <a:pt x="180" y="185"/>
                  </a:lnTo>
                  <a:lnTo>
                    <a:pt x="179" y="185"/>
                  </a:lnTo>
                  <a:lnTo>
                    <a:pt x="179" y="184"/>
                  </a:lnTo>
                  <a:lnTo>
                    <a:pt x="174" y="172"/>
                  </a:lnTo>
                  <a:lnTo>
                    <a:pt x="174" y="171"/>
                  </a:lnTo>
                  <a:lnTo>
                    <a:pt x="174" y="167"/>
                  </a:lnTo>
                  <a:lnTo>
                    <a:pt x="164" y="162"/>
                  </a:lnTo>
                  <a:lnTo>
                    <a:pt x="163" y="162"/>
                  </a:lnTo>
                  <a:lnTo>
                    <a:pt x="160" y="162"/>
                  </a:lnTo>
                  <a:lnTo>
                    <a:pt x="160" y="163"/>
                  </a:lnTo>
                  <a:lnTo>
                    <a:pt x="158" y="163"/>
                  </a:lnTo>
                  <a:lnTo>
                    <a:pt x="156" y="165"/>
                  </a:lnTo>
                  <a:lnTo>
                    <a:pt x="155" y="166"/>
                  </a:lnTo>
                  <a:lnTo>
                    <a:pt x="145" y="178"/>
                  </a:lnTo>
                  <a:lnTo>
                    <a:pt x="144" y="178"/>
                  </a:lnTo>
                  <a:lnTo>
                    <a:pt x="144" y="179"/>
                  </a:lnTo>
                  <a:lnTo>
                    <a:pt x="145" y="184"/>
                  </a:lnTo>
                  <a:lnTo>
                    <a:pt x="146" y="186"/>
                  </a:lnTo>
                  <a:lnTo>
                    <a:pt x="146" y="188"/>
                  </a:lnTo>
                  <a:lnTo>
                    <a:pt x="146" y="190"/>
                  </a:lnTo>
                  <a:lnTo>
                    <a:pt x="143" y="210"/>
                  </a:lnTo>
                  <a:lnTo>
                    <a:pt x="141" y="216"/>
                  </a:lnTo>
                  <a:lnTo>
                    <a:pt x="140" y="219"/>
                  </a:lnTo>
                  <a:lnTo>
                    <a:pt x="137" y="230"/>
                  </a:lnTo>
                  <a:lnTo>
                    <a:pt x="136" y="231"/>
                  </a:lnTo>
                  <a:lnTo>
                    <a:pt x="136" y="232"/>
                  </a:lnTo>
                  <a:lnTo>
                    <a:pt x="127" y="238"/>
                  </a:lnTo>
                  <a:lnTo>
                    <a:pt x="126" y="239"/>
                  </a:lnTo>
                  <a:lnTo>
                    <a:pt x="124" y="239"/>
                  </a:lnTo>
                  <a:lnTo>
                    <a:pt x="124" y="238"/>
                  </a:lnTo>
                  <a:lnTo>
                    <a:pt x="124" y="236"/>
                  </a:lnTo>
                  <a:lnTo>
                    <a:pt x="127" y="234"/>
                  </a:lnTo>
                  <a:lnTo>
                    <a:pt x="131" y="232"/>
                  </a:lnTo>
                  <a:lnTo>
                    <a:pt x="132" y="232"/>
                  </a:lnTo>
                  <a:lnTo>
                    <a:pt x="132" y="230"/>
                  </a:lnTo>
                  <a:lnTo>
                    <a:pt x="132" y="228"/>
                  </a:lnTo>
                  <a:lnTo>
                    <a:pt x="131" y="226"/>
                  </a:lnTo>
                  <a:lnTo>
                    <a:pt x="127" y="223"/>
                  </a:lnTo>
                  <a:lnTo>
                    <a:pt x="125" y="223"/>
                  </a:lnTo>
                  <a:lnTo>
                    <a:pt x="102" y="210"/>
                  </a:lnTo>
                  <a:lnTo>
                    <a:pt x="101" y="208"/>
                  </a:lnTo>
                  <a:lnTo>
                    <a:pt x="101" y="207"/>
                  </a:lnTo>
                  <a:lnTo>
                    <a:pt x="97" y="204"/>
                  </a:lnTo>
                  <a:lnTo>
                    <a:pt x="93" y="202"/>
                  </a:lnTo>
                  <a:lnTo>
                    <a:pt x="78" y="206"/>
                  </a:lnTo>
                  <a:lnTo>
                    <a:pt x="76" y="207"/>
                  </a:lnTo>
                  <a:lnTo>
                    <a:pt x="68" y="209"/>
                  </a:lnTo>
                  <a:lnTo>
                    <a:pt x="56" y="209"/>
                  </a:lnTo>
                  <a:lnTo>
                    <a:pt x="50" y="214"/>
                  </a:lnTo>
                  <a:lnTo>
                    <a:pt x="49" y="215"/>
                  </a:lnTo>
                  <a:lnTo>
                    <a:pt x="49" y="216"/>
                  </a:lnTo>
                  <a:lnTo>
                    <a:pt x="48" y="216"/>
                  </a:lnTo>
                  <a:lnTo>
                    <a:pt x="41" y="220"/>
                  </a:lnTo>
                  <a:lnTo>
                    <a:pt x="40" y="220"/>
                  </a:lnTo>
                  <a:lnTo>
                    <a:pt x="31" y="218"/>
                  </a:lnTo>
                  <a:lnTo>
                    <a:pt x="30" y="217"/>
                  </a:lnTo>
                  <a:lnTo>
                    <a:pt x="30" y="215"/>
                  </a:lnTo>
                  <a:lnTo>
                    <a:pt x="29" y="212"/>
                  </a:lnTo>
                  <a:lnTo>
                    <a:pt x="24" y="208"/>
                  </a:lnTo>
                  <a:lnTo>
                    <a:pt x="23" y="207"/>
                  </a:lnTo>
                  <a:lnTo>
                    <a:pt x="19" y="205"/>
                  </a:lnTo>
                  <a:lnTo>
                    <a:pt x="16" y="204"/>
                  </a:lnTo>
                  <a:lnTo>
                    <a:pt x="13" y="208"/>
                  </a:lnTo>
                  <a:lnTo>
                    <a:pt x="12" y="209"/>
                  </a:lnTo>
                  <a:lnTo>
                    <a:pt x="12" y="210"/>
                  </a:lnTo>
                  <a:lnTo>
                    <a:pt x="11" y="211"/>
                  </a:lnTo>
                  <a:lnTo>
                    <a:pt x="10" y="212"/>
                  </a:lnTo>
                  <a:lnTo>
                    <a:pt x="4" y="220"/>
                  </a:lnTo>
                  <a:lnTo>
                    <a:pt x="3" y="220"/>
                  </a:lnTo>
                  <a:lnTo>
                    <a:pt x="2" y="220"/>
                  </a:lnTo>
                  <a:lnTo>
                    <a:pt x="1" y="219"/>
                  </a:lnTo>
                  <a:lnTo>
                    <a:pt x="0" y="218"/>
                  </a:lnTo>
                  <a:lnTo>
                    <a:pt x="0" y="193"/>
                  </a:lnTo>
                  <a:lnTo>
                    <a:pt x="1" y="192"/>
                  </a:lnTo>
                  <a:lnTo>
                    <a:pt x="4" y="188"/>
                  </a:lnTo>
                  <a:lnTo>
                    <a:pt x="4" y="187"/>
                  </a:lnTo>
                  <a:lnTo>
                    <a:pt x="5" y="186"/>
                  </a:lnTo>
                  <a:lnTo>
                    <a:pt x="4" y="184"/>
                  </a:lnTo>
                  <a:lnTo>
                    <a:pt x="3" y="180"/>
                  </a:lnTo>
                  <a:lnTo>
                    <a:pt x="3" y="179"/>
                  </a:lnTo>
                  <a:lnTo>
                    <a:pt x="0" y="176"/>
                  </a:lnTo>
                  <a:lnTo>
                    <a:pt x="0" y="175"/>
                  </a:lnTo>
                  <a:lnTo>
                    <a:pt x="0" y="171"/>
                  </a:lnTo>
                  <a:lnTo>
                    <a:pt x="6" y="157"/>
                  </a:lnTo>
                  <a:lnTo>
                    <a:pt x="7" y="156"/>
                  </a:lnTo>
                  <a:lnTo>
                    <a:pt x="7" y="155"/>
                  </a:lnTo>
                  <a:lnTo>
                    <a:pt x="9" y="154"/>
                  </a:lnTo>
                  <a:lnTo>
                    <a:pt x="10" y="154"/>
                  </a:lnTo>
                  <a:lnTo>
                    <a:pt x="31" y="155"/>
                  </a:lnTo>
                  <a:lnTo>
                    <a:pt x="35" y="157"/>
                  </a:lnTo>
                  <a:lnTo>
                    <a:pt x="35" y="161"/>
                  </a:lnTo>
                  <a:lnTo>
                    <a:pt x="41" y="160"/>
                  </a:lnTo>
                  <a:lnTo>
                    <a:pt x="47" y="159"/>
                  </a:lnTo>
                  <a:lnTo>
                    <a:pt x="56" y="155"/>
                  </a:lnTo>
                  <a:lnTo>
                    <a:pt x="57" y="154"/>
                  </a:lnTo>
                  <a:lnTo>
                    <a:pt x="57" y="150"/>
                  </a:lnTo>
                  <a:lnTo>
                    <a:pt x="72" y="131"/>
                  </a:lnTo>
                  <a:lnTo>
                    <a:pt x="76" y="126"/>
                  </a:lnTo>
                  <a:lnTo>
                    <a:pt x="78" y="124"/>
                  </a:lnTo>
                  <a:lnTo>
                    <a:pt x="80" y="124"/>
                  </a:lnTo>
                  <a:lnTo>
                    <a:pt x="86" y="123"/>
                  </a:lnTo>
                  <a:lnTo>
                    <a:pt x="93" y="121"/>
                  </a:lnTo>
                  <a:lnTo>
                    <a:pt x="97" y="121"/>
                  </a:lnTo>
                  <a:lnTo>
                    <a:pt x="100" y="119"/>
                  </a:lnTo>
                  <a:lnTo>
                    <a:pt x="102" y="119"/>
                  </a:lnTo>
                  <a:lnTo>
                    <a:pt x="103" y="118"/>
                  </a:lnTo>
                  <a:lnTo>
                    <a:pt x="104" y="118"/>
                  </a:lnTo>
                  <a:lnTo>
                    <a:pt x="126" y="96"/>
                  </a:lnTo>
                  <a:lnTo>
                    <a:pt x="128" y="92"/>
                  </a:lnTo>
                  <a:lnTo>
                    <a:pt x="129" y="91"/>
                  </a:lnTo>
                  <a:lnTo>
                    <a:pt x="131" y="88"/>
                  </a:lnTo>
                  <a:lnTo>
                    <a:pt x="134" y="85"/>
                  </a:lnTo>
                  <a:lnTo>
                    <a:pt x="143" y="78"/>
                  </a:lnTo>
                  <a:lnTo>
                    <a:pt x="147" y="76"/>
                  </a:lnTo>
                  <a:lnTo>
                    <a:pt x="151" y="75"/>
                  </a:lnTo>
                  <a:lnTo>
                    <a:pt x="152" y="74"/>
                  </a:lnTo>
                  <a:lnTo>
                    <a:pt x="154" y="72"/>
                  </a:lnTo>
                  <a:lnTo>
                    <a:pt x="159" y="66"/>
                  </a:lnTo>
                  <a:lnTo>
                    <a:pt x="163" y="59"/>
                  </a:lnTo>
                  <a:lnTo>
                    <a:pt x="164" y="58"/>
                  </a:lnTo>
                  <a:lnTo>
                    <a:pt x="164" y="56"/>
                  </a:lnTo>
                  <a:lnTo>
                    <a:pt x="165" y="56"/>
                  </a:lnTo>
                  <a:lnTo>
                    <a:pt x="179" y="46"/>
                  </a:lnTo>
                  <a:lnTo>
                    <a:pt x="183" y="45"/>
                  </a:lnTo>
                  <a:lnTo>
                    <a:pt x="184" y="44"/>
                  </a:lnTo>
                  <a:lnTo>
                    <a:pt x="186" y="43"/>
                  </a:lnTo>
                  <a:lnTo>
                    <a:pt x="188" y="42"/>
                  </a:lnTo>
                  <a:lnTo>
                    <a:pt x="189" y="41"/>
                  </a:lnTo>
                  <a:lnTo>
                    <a:pt x="190" y="40"/>
                  </a:lnTo>
                  <a:lnTo>
                    <a:pt x="191" y="38"/>
                  </a:lnTo>
                  <a:lnTo>
                    <a:pt x="192" y="37"/>
                  </a:lnTo>
                  <a:lnTo>
                    <a:pt x="193" y="33"/>
                  </a:lnTo>
                  <a:lnTo>
                    <a:pt x="193" y="31"/>
                  </a:lnTo>
                  <a:lnTo>
                    <a:pt x="193" y="30"/>
                  </a:lnTo>
                  <a:lnTo>
                    <a:pt x="193" y="28"/>
                  </a:lnTo>
                  <a:lnTo>
                    <a:pt x="192" y="28"/>
                  </a:lnTo>
                  <a:lnTo>
                    <a:pt x="189" y="26"/>
                  </a:lnTo>
                  <a:lnTo>
                    <a:pt x="188" y="26"/>
                  </a:lnTo>
                  <a:lnTo>
                    <a:pt x="188" y="25"/>
                  </a:lnTo>
                  <a:lnTo>
                    <a:pt x="188" y="24"/>
                  </a:lnTo>
                  <a:lnTo>
                    <a:pt x="188" y="23"/>
                  </a:lnTo>
                  <a:lnTo>
                    <a:pt x="189" y="23"/>
                  </a:lnTo>
                  <a:lnTo>
                    <a:pt x="193" y="21"/>
                  </a:lnTo>
                  <a:lnTo>
                    <a:pt x="209" y="14"/>
                  </a:lnTo>
                  <a:lnTo>
                    <a:pt x="212" y="14"/>
                  </a:lnTo>
                  <a:lnTo>
                    <a:pt x="213" y="14"/>
                  </a:lnTo>
                  <a:lnTo>
                    <a:pt x="215" y="13"/>
                  </a:lnTo>
                  <a:lnTo>
                    <a:pt x="220" y="14"/>
                  </a:lnTo>
                  <a:lnTo>
                    <a:pt x="223" y="14"/>
                  </a:lnTo>
                  <a:lnTo>
                    <a:pt x="224" y="14"/>
                  </a:lnTo>
                  <a:lnTo>
                    <a:pt x="234" y="6"/>
                  </a:lnTo>
                  <a:lnTo>
                    <a:pt x="235" y="4"/>
                  </a:lnTo>
                  <a:lnTo>
                    <a:pt x="237" y="2"/>
                  </a:lnTo>
                  <a:lnTo>
                    <a:pt x="238" y="2"/>
                  </a:lnTo>
                  <a:lnTo>
                    <a:pt x="253" y="5"/>
                  </a:lnTo>
                  <a:lnTo>
                    <a:pt x="255" y="8"/>
                  </a:lnTo>
                  <a:lnTo>
                    <a:pt x="255" y="9"/>
                  </a:lnTo>
                  <a:lnTo>
                    <a:pt x="254" y="11"/>
                  </a:lnTo>
                  <a:lnTo>
                    <a:pt x="255" y="11"/>
                  </a:lnTo>
                  <a:lnTo>
                    <a:pt x="255" y="12"/>
                  </a:lnTo>
                  <a:lnTo>
                    <a:pt x="256" y="15"/>
                  </a:lnTo>
                  <a:lnTo>
                    <a:pt x="257" y="15"/>
                  </a:lnTo>
                  <a:lnTo>
                    <a:pt x="258" y="16"/>
                  </a:lnTo>
                  <a:lnTo>
                    <a:pt x="261" y="19"/>
                  </a:lnTo>
                  <a:lnTo>
                    <a:pt x="263" y="19"/>
                  </a:lnTo>
                  <a:lnTo>
                    <a:pt x="265" y="20"/>
                  </a:lnTo>
                  <a:lnTo>
                    <a:pt x="266" y="20"/>
                  </a:lnTo>
                  <a:lnTo>
                    <a:pt x="269" y="20"/>
                  </a:lnTo>
                  <a:lnTo>
                    <a:pt x="271" y="20"/>
                  </a:lnTo>
                  <a:lnTo>
                    <a:pt x="272" y="20"/>
                  </a:lnTo>
                  <a:lnTo>
                    <a:pt x="273" y="20"/>
                  </a:lnTo>
                  <a:lnTo>
                    <a:pt x="274" y="18"/>
                  </a:lnTo>
                  <a:lnTo>
                    <a:pt x="276" y="17"/>
                  </a:lnTo>
                  <a:lnTo>
                    <a:pt x="277" y="16"/>
                  </a:lnTo>
                  <a:lnTo>
                    <a:pt x="278" y="15"/>
                  </a:lnTo>
                  <a:lnTo>
                    <a:pt x="279" y="14"/>
                  </a:lnTo>
                  <a:lnTo>
                    <a:pt x="284" y="12"/>
                  </a:lnTo>
                  <a:lnTo>
                    <a:pt x="286" y="11"/>
                  </a:lnTo>
                  <a:lnTo>
                    <a:pt x="288" y="11"/>
                  </a:lnTo>
                  <a:lnTo>
                    <a:pt x="290" y="11"/>
                  </a:lnTo>
                  <a:lnTo>
                    <a:pt x="292" y="11"/>
                  </a:lnTo>
                  <a:lnTo>
                    <a:pt x="293" y="11"/>
                  </a:lnTo>
                  <a:lnTo>
                    <a:pt x="294" y="11"/>
                  </a:lnTo>
                  <a:lnTo>
                    <a:pt x="296" y="12"/>
                  </a:lnTo>
                  <a:lnTo>
                    <a:pt x="297" y="12"/>
                  </a:lnTo>
                  <a:lnTo>
                    <a:pt x="303" y="14"/>
                  </a:lnTo>
                  <a:lnTo>
                    <a:pt x="307" y="15"/>
                  </a:lnTo>
                  <a:lnTo>
                    <a:pt x="309" y="15"/>
                  </a:lnTo>
                  <a:lnTo>
                    <a:pt x="312" y="15"/>
                  </a:lnTo>
                  <a:lnTo>
                    <a:pt x="315" y="15"/>
                  </a:lnTo>
                  <a:lnTo>
                    <a:pt x="344" y="12"/>
                  </a:lnTo>
                  <a:lnTo>
                    <a:pt x="348" y="11"/>
                  </a:lnTo>
                  <a:lnTo>
                    <a:pt x="362" y="8"/>
                  </a:lnTo>
                  <a:lnTo>
                    <a:pt x="363" y="8"/>
                  </a:lnTo>
                  <a:lnTo>
                    <a:pt x="364" y="8"/>
                  </a:lnTo>
                  <a:lnTo>
                    <a:pt x="364" y="6"/>
                  </a:lnTo>
                  <a:lnTo>
                    <a:pt x="366" y="5"/>
                  </a:lnTo>
                  <a:lnTo>
                    <a:pt x="368" y="3"/>
                  </a:lnTo>
                  <a:lnTo>
                    <a:pt x="371" y="1"/>
                  </a:lnTo>
                  <a:lnTo>
                    <a:pt x="374" y="0"/>
                  </a:lnTo>
                  <a:lnTo>
                    <a:pt x="375"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98" name="Freeform 9"/>
            <p:cNvSpPr>
              <a:spLocks/>
            </p:cNvSpPr>
            <p:nvPr/>
          </p:nvSpPr>
          <p:spPr bwMode="gray">
            <a:xfrm>
              <a:off x="2672" y="2317"/>
              <a:ext cx="15" cy="12"/>
            </a:xfrm>
            <a:custGeom>
              <a:avLst/>
              <a:gdLst>
                <a:gd name="T0" fmla="*/ 15 w 15"/>
                <a:gd name="T1" fmla="*/ 1 h 12"/>
                <a:gd name="T2" fmla="*/ 12 w 15"/>
                <a:gd name="T3" fmla="*/ 9 h 12"/>
                <a:gd name="T4" fmla="*/ 11 w 15"/>
                <a:gd name="T5" fmla="*/ 10 h 12"/>
                <a:gd name="T6" fmla="*/ 6 w 15"/>
                <a:gd name="T7" fmla="*/ 12 h 12"/>
                <a:gd name="T8" fmla="*/ 5 w 15"/>
                <a:gd name="T9" fmla="*/ 12 h 12"/>
                <a:gd name="T10" fmla="*/ 5 w 15"/>
                <a:gd name="T11" fmla="*/ 12 h 12"/>
                <a:gd name="T12" fmla="*/ 2 w 15"/>
                <a:gd name="T13" fmla="*/ 11 h 12"/>
                <a:gd name="T14" fmla="*/ 1 w 15"/>
                <a:gd name="T15" fmla="*/ 11 h 12"/>
                <a:gd name="T16" fmla="*/ 0 w 15"/>
                <a:gd name="T17" fmla="*/ 9 h 12"/>
                <a:gd name="T18" fmla="*/ 0 w 15"/>
                <a:gd name="T19" fmla="*/ 9 h 12"/>
                <a:gd name="T20" fmla="*/ 0 w 15"/>
                <a:gd name="T21" fmla="*/ 8 h 12"/>
                <a:gd name="T22" fmla="*/ 3 w 15"/>
                <a:gd name="T23" fmla="*/ 4 h 12"/>
                <a:gd name="T24" fmla="*/ 9 w 15"/>
                <a:gd name="T25" fmla="*/ 1 h 12"/>
                <a:gd name="T26" fmla="*/ 9 w 15"/>
                <a:gd name="T27" fmla="*/ 0 h 12"/>
                <a:gd name="T28" fmla="*/ 10 w 15"/>
                <a:gd name="T29" fmla="*/ 0 h 12"/>
                <a:gd name="T30" fmla="*/ 14 w 15"/>
                <a:gd name="T31" fmla="*/ 0 h 12"/>
                <a:gd name="T32" fmla="*/ 15 w 15"/>
                <a:gd name="T33" fmla="*/ 0 h 12"/>
                <a:gd name="T34" fmla="*/ 15 w 15"/>
                <a:gd name="T35" fmla="*/ 1 h 12"/>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5"/>
                <a:gd name="T55" fmla="*/ 0 h 12"/>
                <a:gd name="T56" fmla="*/ 15 w 15"/>
                <a:gd name="T57" fmla="*/ 12 h 12"/>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5" h="12">
                  <a:moveTo>
                    <a:pt x="15" y="1"/>
                  </a:moveTo>
                  <a:lnTo>
                    <a:pt x="12" y="9"/>
                  </a:lnTo>
                  <a:lnTo>
                    <a:pt x="11" y="10"/>
                  </a:lnTo>
                  <a:lnTo>
                    <a:pt x="6" y="12"/>
                  </a:lnTo>
                  <a:lnTo>
                    <a:pt x="5" y="12"/>
                  </a:lnTo>
                  <a:lnTo>
                    <a:pt x="2" y="11"/>
                  </a:lnTo>
                  <a:lnTo>
                    <a:pt x="1" y="11"/>
                  </a:lnTo>
                  <a:lnTo>
                    <a:pt x="0" y="9"/>
                  </a:lnTo>
                  <a:lnTo>
                    <a:pt x="0" y="8"/>
                  </a:lnTo>
                  <a:lnTo>
                    <a:pt x="3" y="4"/>
                  </a:lnTo>
                  <a:lnTo>
                    <a:pt x="9" y="1"/>
                  </a:lnTo>
                  <a:lnTo>
                    <a:pt x="9" y="0"/>
                  </a:lnTo>
                  <a:lnTo>
                    <a:pt x="10" y="0"/>
                  </a:lnTo>
                  <a:lnTo>
                    <a:pt x="14" y="0"/>
                  </a:lnTo>
                  <a:lnTo>
                    <a:pt x="15" y="0"/>
                  </a:lnTo>
                  <a:lnTo>
                    <a:pt x="15"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99" name="Freeform 10"/>
            <p:cNvSpPr>
              <a:spLocks/>
            </p:cNvSpPr>
            <p:nvPr/>
          </p:nvSpPr>
          <p:spPr bwMode="gray">
            <a:xfrm>
              <a:off x="2686" y="2320"/>
              <a:ext cx="6" cy="11"/>
            </a:xfrm>
            <a:custGeom>
              <a:avLst/>
              <a:gdLst>
                <a:gd name="T0" fmla="*/ 4 w 6"/>
                <a:gd name="T1" fmla="*/ 0 h 11"/>
                <a:gd name="T2" fmla="*/ 6 w 6"/>
                <a:gd name="T3" fmla="*/ 0 h 11"/>
                <a:gd name="T4" fmla="*/ 6 w 6"/>
                <a:gd name="T5" fmla="*/ 1 h 11"/>
                <a:gd name="T6" fmla="*/ 6 w 6"/>
                <a:gd name="T7" fmla="*/ 3 h 11"/>
                <a:gd name="T8" fmla="*/ 5 w 6"/>
                <a:gd name="T9" fmla="*/ 5 h 11"/>
                <a:gd name="T10" fmla="*/ 3 w 6"/>
                <a:gd name="T11" fmla="*/ 9 h 11"/>
                <a:gd name="T12" fmla="*/ 2 w 6"/>
                <a:gd name="T13" fmla="*/ 10 h 11"/>
                <a:gd name="T14" fmla="*/ 0 w 6"/>
                <a:gd name="T15" fmla="*/ 11 h 11"/>
                <a:gd name="T16" fmla="*/ 0 w 6"/>
                <a:gd name="T17" fmla="*/ 11 h 11"/>
                <a:gd name="T18" fmla="*/ 0 w 6"/>
                <a:gd name="T19" fmla="*/ 4 h 11"/>
                <a:gd name="T20" fmla="*/ 0 w 6"/>
                <a:gd name="T21" fmla="*/ 3 h 11"/>
                <a:gd name="T22" fmla="*/ 0 w 6"/>
                <a:gd name="T23" fmla="*/ 3 h 11"/>
                <a:gd name="T24" fmla="*/ 2 w 6"/>
                <a:gd name="T25" fmla="*/ 0 h 11"/>
                <a:gd name="T26" fmla="*/ 3 w 6"/>
                <a:gd name="T27" fmla="*/ 0 h 11"/>
                <a:gd name="T28" fmla="*/ 4 w 6"/>
                <a:gd name="T29" fmla="*/ 0 h 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
                <a:gd name="T46" fmla="*/ 0 h 11"/>
                <a:gd name="T47" fmla="*/ 6 w 6"/>
                <a:gd name="T48" fmla="*/ 11 h 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 h="11">
                  <a:moveTo>
                    <a:pt x="4" y="0"/>
                  </a:moveTo>
                  <a:lnTo>
                    <a:pt x="6" y="0"/>
                  </a:lnTo>
                  <a:lnTo>
                    <a:pt x="6" y="1"/>
                  </a:lnTo>
                  <a:lnTo>
                    <a:pt x="6" y="3"/>
                  </a:lnTo>
                  <a:lnTo>
                    <a:pt x="5" y="5"/>
                  </a:lnTo>
                  <a:lnTo>
                    <a:pt x="3" y="9"/>
                  </a:lnTo>
                  <a:lnTo>
                    <a:pt x="2" y="10"/>
                  </a:lnTo>
                  <a:lnTo>
                    <a:pt x="0" y="11"/>
                  </a:lnTo>
                  <a:lnTo>
                    <a:pt x="0" y="4"/>
                  </a:lnTo>
                  <a:lnTo>
                    <a:pt x="0" y="3"/>
                  </a:lnTo>
                  <a:lnTo>
                    <a:pt x="2" y="0"/>
                  </a:lnTo>
                  <a:lnTo>
                    <a:pt x="3" y="0"/>
                  </a:lnTo>
                  <a:lnTo>
                    <a:pt x="4"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0" name="Freeform 11"/>
            <p:cNvSpPr>
              <a:spLocks/>
            </p:cNvSpPr>
            <p:nvPr/>
          </p:nvSpPr>
          <p:spPr bwMode="gray">
            <a:xfrm>
              <a:off x="2590" y="2623"/>
              <a:ext cx="10" cy="5"/>
            </a:xfrm>
            <a:custGeom>
              <a:avLst/>
              <a:gdLst>
                <a:gd name="T0" fmla="*/ 6 w 10"/>
                <a:gd name="T1" fmla="*/ 0 h 5"/>
                <a:gd name="T2" fmla="*/ 9 w 10"/>
                <a:gd name="T3" fmla="*/ 2 h 5"/>
                <a:gd name="T4" fmla="*/ 9 w 10"/>
                <a:gd name="T5" fmla="*/ 3 h 5"/>
                <a:gd name="T6" fmla="*/ 9 w 10"/>
                <a:gd name="T7" fmla="*/ 3 h 5"/>
                <a:gd name="T8" fmla="*/ 10 w 10"/>
                <a:gd name="T9" fmla="*/ 4 h 5"/>
                <a:gd name="T10" fmla="*/ 10 w 10"/>
                <a:gd name="T11" fmla="*/ 5 h 5"/>
                <a:gd name="T12" fmla="*/ 9 w 10"/>
                <a:gd name="T13" fmla="*/ 5 h 5"/>
                <a:gd name="T14" fmla="*/ 9 w 10"/>
                <a:gd name="T15" fmla="*/ 5 h 5"/>
                <a:gd name="T16" fmla="*/ 4 w 10"/>
                <a:gd name="T17" fmla="*/ 3 h 5"/>
                <a:gd name="T18" fmla="*/ 0 w 10"/>
                <a:gd name="T19" fmla="*/ 2 h 5"/>
                <a:gd name="T20" fmla="*/ 0 w 10"/>
                <a:gd name="T21" fmla="*/ 1 h 5"/>
                <a:gd name="T22" fmla="*/ 0 w 10"/>
                <a:gd name="T23" fmla="*/ 1 h 5"/>
                <a:gd name="T24" fmla="*/ 1 w 10"/>
                <a:gd name="T25" fmla="*/ 0 h 5"/>
                <a:gd name="T26" fmla="*/ 3 w 10"/>
                <a:gd name="T27" fmla="*/ 0 h 5"/>
                <a:gd name="T28" fmla="*/ 4 w 10"/>
                <a:gd name="T29" fmla="*/ 0 h 5"/>
                <a:gd name="T30" fmla="*/ 5 w 10"/>
                <a:gd name="T31" fmla="*/ 0 h 5"/>
                <a:gd name="T32" fmla="*/ 6 w 10"/>
                <a:gd name="T33" fmla="*/ 0 h 5"/>
                <a:gd name="T34" fmla="*/ 6 w 10"/>
                <a:gd name="T35" fmla="*/ 0 h 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
                <a:gd name="T55" fmla="*/ 0 h 5"/>
                <a:gd name="T56" fmla="*/ 10 w 10"/>
                <a:gd name="T57" fmla="*/ 5 h 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 h="5">
                  <a:moveTo>
                    <a:pt x="6" y="0"/>
                  </a:moveTo>
                  <a:lnTo>
                    <a:pt x="9" y="2"/>
                  </a:lnTo>
                  <a:lnTo>
                    <a:pt x="9" y="3"/>
                  </a:lnTo>
                  <a:lnTo>
                    <a:pt x="10" y="4"/>
                  </a:lnTo>
                  <a:lnTo>
                    <a:pt x="10" y="5"/>
                  </a:lnTo>
                  <a:lnTo>
                    <a:pt x="9" y="5"/>
                  </a:lnTo>
                  <a:lnTo>
                    <a:pt x="4" y="3"/>
                  </a:lnTo>
                  <a:lnTo>
                    <a:pt x="0" y="2"/>
                  </a:lnTo>
                  <a:lnTo>
                    <a:pt x="0" y="1"/>
                  </a:lnTo>
                  <a:lnTo>
                    <a:pt x="1" y="0"/>
                  </a:lnTo>
                  <a:lnTo>
                    <a:pt x="3" y="0"/>
                  </a:lnTo>
                  <a:lnTo>
                    <a:pt x="4" y="0"/>
                  </a:lnTo>
                  <a:lnTo>
                    <a:pt x="5" y="0"/>
                  </a:lnTo>
                  <a:lnTo>
                    <a:pt x="6"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1" name="Freeform 12"/>
            <p:cNvSpPr>
              <a:spLocks/>
            </p:cNvSpPr>
            <p:nvPr/>
          </p:nvSpPr>
          <p:spPr bwMode="gray">
            <a:xfrm>
              <a:off x="2619" y="2573"/>
              <a:ext cx="14" cy="15"/>
            </a:xfrm>
            <a:custGeom>
              <a:avLst/>
              <a:gdLst>
                <a:gd name="T0" fmla="*/ 10 w 14"/>
                <a:gd name="T1" fmla="*/ 2 h 15"/>
                <a:gd name="T2" fmla="*/ 9 w 14"/>
                <a:gd name="T3" fmla="*/ 4 h 15"/>
                <a:gd name="T4" fmla="*/ 9 w 14"/>
                <a:gd name="T5" fmla="*/ 4 h 15"/>
                <a:gd name="T6" fmla="*/ 10 w 14"/>
                <a:gd name="T7" fmla="*/ 9 h 15"/>
                <a:gd name="T8" fmla="*/ 10 w 14"/>
                <a:gd name="T9" fmla="*/ 9 h 15"/>
                <a:gd name="T10" fmla="*/ 11 w 14"/>
                <a:gd name="T11" fmla="*/ 9 h 15"/>
                <a:gd name="T12" fmla="*/ 12 w 14"/>
                <a:gd name="T13" fmla="*/ 9 h 15"/>
                <a:gd name="T14" fmla="*/ 13 w 14"/>
                <a:gd name="T15" fmla="*/ 9 h 15"/>
                <a:gd name="T16" fmla="*/ 14 w 14"/>
                <a:gd name="T17" fmla="*/ 9 h 15"/>
                <a:gd name="T18" fmla="*/ 14 w 14"/>
                <a:gd name="T19" fmla="*/ 9 h 15"/>
                <a:gd name="T20" fmla="*/ 14 w 14"/>
                <a:gd name="T21" fmla="*/ 10 h 15"/>
                <a:gd name="T22" fmla="*/ 12 w 14"/>
                <a:gd name="T23" fmla="*/ 14 h 15"/>
                <a:gd name="T24" fmla="*/ 11 w 14"/>
                <a:gd name="T25" fmla="*/ 15 h 15"/>
                <a:gd name="T26" fmla="*/ 11 w 14"/>
                <a:gd name="T27" fmla="*/ 15 h 15"/>
                <a:gd name="T28" fmla="*/ 2 w 14"/>
                <a:gd name="T29" fmla="*/ 13 h 15"/>
                <a:gd name="T30" fmla="*/ 1 w 14"/>
                <a:gd name="T31" fmla="*/ 13 h 15"/>
                <a:gd name="T32" fmla="*/ 1 w 14"/>
                <a:gd name="T33" fmla="*/ 13 h 15"/>
                <a:gd name="T34" fmla="*/ 0 w 14"/>
                <a:gd name="T35" fmla="*/ 12 h 15"/>
                <a:gd name="T36" fmla="*/ 1 w 14"/>
                <a:gd name="T37" fmla="*/ 11 h 15"/>
                <a:gd name="T38" fmla="*/ 4 w 14"/>
                <a:gd name="T39" fmla="*/ 7 h 15"/>
                <a:gd name="T40" fmla="*/ 5 w 14"/>
                <a:gd name="T41" fmla="*/ 1 h 15"/>
                <a:gd name="T42" fmla="*/ 7 w 14"/>
                <a:gd name="T43" fmla="*/ 0 h 15"/>
                <a:gd name="T44" fmla="*/ 8 w 14"/>
                <a:gd name="T45" fmla="*/ 0 h 15"/>
                <a:gd name="T46" fmla="*/ 9 w 14"/>
                <a:gd name="T47" fmla="*/ 0 h 15"/>
                <a:gd name="T48" fmla="*/ 9 w 14"/>
                <a:gd name="T49" fmla="*/ 0 h 15"/>
                <a:gd name="T50" fmla="*/ 10 w 14"/>
                <a:gd name="T51" fmla="*/ 1 h 15"/>
                <a:gd name="T52" fmla="*/ 10 w 14"/>
                <a:gd name="T53" fmla="*/ 1 h 15"/>
                <a:gd name="T54" fmla="*/ 10 w 14"/>
                <a:gd name="T55" fmla="*/ 2 h 1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14"/>
                <a:gd name="T85" fmla="*/ 0 h 15"/>
                <a:gd name="T86" fmla="*/ 14 w 14"/>
                <a:gd name="T87" fmla="*/ 15 h 15"/>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14" h="15">
                  <a:moveTo>
                    <a:pt x="10" y="2"/>
                  </a:moveTo>
                  <a:lnTo>
                    <a:pt x="9" y="4"/>
                  </a:lnTo>
                  <a:lnTo>
                    <a:pt x="10" y="9"/>
                  </a:lnTo>
                  <a:lnTo>
                    <a:pt x="11" y="9"/>
                  </a:lnTo>
                  <a:lnTo>
                    <a:pt x="12" y="9"/>
                  </a:lnTo>
                  <a:lnTo>
                    <a:pt x="13" y="9"/>
                  </a:lnTo>
                  <a:lnTo>
                    <a:pt x="14" y="9"/>
                  </a:lnTo>
                  <a:lnTo>
                    <a:pt x="14" y="10"/>
                  </a:lnTo>
                  <a:lnTo>
                    <a:pt x="12" y="14"/>
                  </a:lnTo>
                  <a:lnTo>
                    <a:pt x="11" y="15"/>
                  </a:lnTo>
                  <a:lnTo>
                    <a:pt x="2" y="13"/>
                  </a:lnTo>
                  <a:lnTo>
                    <a:pt x="1" y="13"/>
                  </a:lnTo>
                  <a:lnTo>
                    <a:pt x="0" y="12"/>
                  </a:lnTo>
                  <a:lnTo>
                    <a:pt x="1" y="11"/>
                  </a:lnTo>
                  <a:lnTo>
                    <a:pt x="4" y="7"/>
                  </a:lnTo>
                  <a:lnTo>
                    <a:pt x="5" y="1"/>
                  </a:lnTo>
                  <a:lnTo>
                    <a:pt x="7" y="0"/>
                  </a:lnTo>
                  <a:lnTo>
                    <a:pt x="8" y="0"/>
                  </a:lnTo>
                  <a:lnTo>
                    <a:pt x="9" y="0"/>
                  </a:lnTo>
                  <a:lnTo>
                    <a:pt x="10" y="1"/>
                  </a:lnTo>
                  <a:lnTo>
                    <a:pt x="10"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2" name="Freeform 13"/>
            <p:cNvSpPr>
              <a:spLocks/>
            </p:cNvSpPr>
            <p:nvPr/>
          </p:nvSpPr>
          <p:spPr bwMode="gray">
            <a:xfrm>
              <a:off x="2679" y="2331"/>
              <a:ext cx="7" cy="4"/>
            </a:xfrm>
            <a:custGeom>
              <a:avLst/>
              <a:gdLst>
                <a:gd name="T0" fmla="*/ 2 w 7"/>
                <a:gd name="T1" fmla="*/ 0 h 4"/>
                <a:gd name="T2" fmla="*/ 3 w 7"/>
                <a:gd name="T3" fmla="*/ 1 h 4"/>
                <a:gd name="T4" fmla="*/ 7 w 7"/>
                <a:gd name="T5" fmla="*/ 2 h 4"/>
                <a:gd name="T6" fmla="*/ 7 w 7"/>
                <a:gd name="T7" fmla="*/ 3 h 4"/>
                <a:gd name="T8" fmla="*/ 7 w 7"/>
                <a:gd name="T9" fmla="*/ 4 h 4"/>
                <a:gd name="T10" fmla="*/ 6 w 7"/>
                <a:gd name="T11" fmla="*/ 4 h 4"/>
                <a:gd name="T12" fmla="*/ 2 w 7"/>
                <a:gd name="T13" fmla="*/ 4 h 4"/>
                <a:gd name="T14" fmla="*/ 1 w 7"/>
                <a:gd name="T15" fmla="*/ 4 h 4"/>
                <a:gd name="T16" fmla="*/ 0 w 7"/>
                <a:gd name="T17" fmla="*/ 3 h 4"/>
                <a:gd name="T18" fmla="*/ 0 w 7"/>
                <a:gd name="T19" fmla="*/ 1 h 4"/>
                <a:gd name="T20" fmla="*/ 0 w 7"/>
                <a:gd name="T21" fmla="*/ 1 h 4"/>
                <a:gd name="T22" fmla="*/ 0 w 7"/>
                <a:gd name="T23" fmla="*/ 0 h 4"/>
                <a:gd name="T24" fmla="*/ 1 w 7"/>
                <a:gd name="T25" fmla="*/ 0 h 4"/>
                <a:gd name="T26" fmla="*/ 2 w 7"/>
                <a:gd name="T27" fmla="*/ 0 h 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7"/>
                <a:gd name="T43" fmla="*/ 0 h 4"/>
                <a:gd name="T44" fmla="*/ 7 w 7"/>
                <a:gd name="T45" fmla="*/ 4 h 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7" h="4">
                  <a:moveTo>
                    <a:pt x="2" y="0"/>
                  </a:moveTo>
                  <a:lnTo>
                    <a:pt x="3" y="1"/>
                  </a:lnTo>
                  <a:lnTo>
                    <a:pt x="7" y="2"/>
                  </a:lnTo>
                  <a:lnTo>
                    <a:pt x="7" y="3"/>
                  </a:lnTo>
                  <a:lnTo>
                    <a:pt x="7" y="4"/>
                  </a:lnTo>
                  <a:lnTo>
                    <a:pt x="6" y="4"/>
                  </a:lnTo>
                  <a:lnTo>
                    <a:pt x="2" y="4"/>
                  </a:lnTo>
                  <a:lnTo>
                    <a:pt x="1" y="4"/>
                  </a:lnTo>
                  <a:lnTo>
                    <a:pt x="0" y="3"/>
                  </a:lnTo>
                  <a:lnTo>
                    <a:pt x="0" y="1"/>
                  </a:lnTo>
                  <a:lnTo>
                    <a:pt x="0" y="0"/>
                  </a:lnTo>
                  <a:lnTo>
                    <a:pt x="1" y="0"/>
                  </a:lnTo>
                  <a:lnTo>
                    <a:pt x="2"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3" name="Freeform 14"/>
            <p:cNvSpPr>
              <a:spLocks noEditPoints="1"/>
            </p:cNvSpPr>
            <p:nvPr/>
          </p:nvSpPr>
          <p:spPr bwMode="gray">
            <a:xfrm>
              <a:off x="2939" y="2130"/>
              <a:ext cx="1992" cy="1664"/>
            </a:xfrm>
            <a:custGeom>
              <a:avLst/>
              <a:gdLst>
                <a:gd name="T0" fmla="*/ 477 w 1992"/>
                <a:gd name="T1" fmla="*/ 586 h 1664"/>
                <a:gd name="T2" fmla="*/ 466 w 1992"/>
                <a:gd name="T3" fmla="*/ 576 h 1664"/>
                <a:gd name="T4" fmla="*/ 727 w 1992"/>
                <a:gd name="T5" fmla="*/ 1268 h 1664"/>
                <a:gd name="T6" fmla="*/ 427 w 1992"/>
                <a:gd name="T7" fmla="*/ 378 h 1664"/>
                <a:gd name="T8" fmla="*/ 425 w 1992"/>
                <a:gd name="T9" fmla="*/ 364 h 1664"/>
                <a:gd name="T10" fmla="*/ 637 w 1992"/>
                <a:gd name="T11" fmla="*/ 1605 h 1664"/>
                <a:gd name="T12" fmla="*/ 162 w 1992"/>
                <a:gd name="T13" fmla="*/ 51 h 1664"/>
                <a:gd name="T14" fmla="*/ 163 w 1992"/>
                <a:gd name="T15" fmla="*/ 58 h 1664"/>
                <a:gd name="T16" fmla="*/ 412 w 1992"/>
                <a:gd name="T17" fmla="*/ 425 h 1664"/>
                <a:gd name="T18" fmla="*/ 630 w 1992"/>
                <a:gd name="T19" fmla="*/ 1530 h 1664"/>
                <a:gd name="T20" fmla="*/ 630 w 1992"/>
                <a:gd name="T21" fmla="*/ 1530 h 1664"/>
                <a:gd name="T22" fmla="*/ 1991 w 1992"/>
                <a:gd name="T23" fmla="*/ 1663 h 1664"/>
                <a:gd name="T24" fmla="*/ 445 w 1992"/>
                <a:gd name="T25" fmla="*/ 454 h 1664"/>
                <a:gd name="T26" fmla="*/ 436 w 1992"/>
                <a:gd name="T27" fmla="*/ 457 h 1664"/>
                <a:gd name="T28" fmla="*/ 584 w 1992"/>
                <a:gd name="T29" fmla="*/ 1314 h 1664"/>
                <a:gd name="T30" fmla="*/ 725 w 1992"/>
                <a:gd name="T31" fmla="*/ 1322 h 1664"/>
                <a:gd name="T32" fmla="*/ 335 w 1992"/>
                <a:gd name="T33" fmla="*/ 110 h 1664"/>
                <a:gd name="T34" fmla="*/ 326 w 1992"/>
                <a:gd name="T35" fmla="*/ 151 h 1664"/>
                <a:gd name="T36" fmla="*/ 340 w 1992"/>
                <a:gd name="T37" fmla="*/ 174 h 1664"/>
                <a:gd name="T38" fmla="*/ 394 w 1992"/>
                <a:gd name="T39" fmla="*/ 248 h 1664"/>
                <a:gd name="T40" fmla="*/ 383 w 1992"/>
                <a:gd name="T41" fmla="*/ 299 h 1664"/>
                <a:gd name="T42" fmla="*/ 394 w 1992"/>
                <a:gd name="T43" fmla="*/ 325 h 1664"/>
                <a:gd name="T44" fmla="*/ 399 w 1992"/>
                <a:gd name="T45" fmla="*/ 352 h 1664"/>
                <a:gd name="T46" fmla="*/ 356 w 1992"/>
                <a:gd name="T47" fmla="*/ 377 h 1664"/>
                <a:gd name="T48" fmla="*/ 362 w 1992"/>
                <a:gd name="T49" fmla="*/ 335 h 1664"/>
                <a:gd name="T50" fmla="*/ 354 w 1992"/>
                <a:gd name="T51" fmla="*/ 319 h 1664"/>
                <a:gd name="T52" fmla="*/ 298 w 1992"/>
                <a:gd name="T53" fmla="*/ 387 h 1664"/>
                <a:gd name="T54" fmla="*/ 225 w 1992"/>
                <a:gd name="T55" fmla="*/ 380 h 1664"/>
                <a:gd name="T56" fmla="*/ 171 w 1992"/>
                <a:gd name="T57" fmla="*/ 391 h 1664"/>
                <a:gd name="T58" fmla="*/ 203 w 1992"/>
                <a:gd name="T59" fmla="*/ 366 h 1664"/>
                <a:gd name="T60" fmla="*/ 169 w 1992"/>
                <a:gd name="T61" fmla="*/ 364 h 1664"/>
                <a:gd name="T62" fmla="*/ 160 w 1992"/>
                <a:gd name="T63" fmla="*/ 364 h 1664"/>
                <a:gd name="T64" fmla="*/ 161 w 1992"/>
                <a:gd name="T65" fmla="*/ 376 h 1664"/>
                <a:gd name="T66" fmla="*/ 153 w 1992"/>
                <a:gd name="T67" fmla="*/ 340 h 1664"/>
                <a:gd name="T68" fmla="*/ 152 w 1992"/>
                <a:gd name="T69" fmla="*/ 325 h 1664"/>
                <a:gd name="T70" fmla="*/ 101 w 1992"/>
                <a:gd name="T71" fmla="*/ 300 h 1664"/>
                <a:gd name="T72" fmla="*/ 74 w 1992"/>
                <a:gd name="T73" fmla="*/ 249 h 1664"/>
                <a:gd name="T74" fmla="*/ 4 w 1992"/>
                <a:gd name="T75" fmla="*/ 281 h 1664"/>
                <a:gd name="T76" fmla="*/ 32 w 1992"/>
                <a:gd name="T77" fmla="*/ 273 h 1664"/>
                <a:gd name="T78" fmla="*/ 65 w 1992"/>
                <a:gd name="T79" fmla="*/ 239 h 1664"/>
                <a:gd name="T80" fmla="*/ 70 w 1992"/>
                <a:gd name="T81" fmla="*/ 248 h 1664"/>
                <a:gd name="T82" fmla="*/ 57 w 1992"/>
                <a:gd name="T83" fmla="*/ 209 h 1664"/>
                <a:gd name="T84" fmla="*/ 127 w 1992"/>
                <a:gd name="T85" fmla="*/ 122 h 1664"/>
                <a:gd name="T86" fmla="*/ 134 w 1992"/>
                <a:gd name="T87" fmla="*/ 52 h 1664"/>
                <a:gd name="T88" fmla="*/ 159 w 1992"/>
                <a:gd name="T89" fmla="*/ 18 h 1664"/>
                <a:gd name="T90" fmla="*/ 203 w 1992"/>
                <a:gd name="T91" fmla="*/ 0 h 1664"/>
                <a:gd name="T92" fmla="*/ 173 w 1992"/>
                <a:gd name="T93" fmla="*/ 45 h 1664"/>
                <a:gd name="T94" fmla="*/ 155 w 1992"/>
                <a:gd name="T95" fmla="*/ 61 h 1664"/>
                <a:gd name="T96" fmla="*/ 169 w 1992"/>
                <a:gd name="T97" fmla="*/ 93 h 1664"/>
                <a:gd name="T98" fmla="*/ 212 w 1992"/>
                <a:gd name="T99" fmla="*/ 97 h 1664"/>
                <a:gd name="T100" fmla="*/ 219 w 1992"/>
                <a:gd name="T101" fmla="*/ 78 h 1664"/>
                <a:gd name="T102" fmla="*/ 255 w 1992"/>
                <a:gd name="T103" fmla="*/ 97 h 1664"/>
                <a:gd name="T104" fmla="*/ 276 w 1992"/>
                <a:gd name="T105" fmla="*/ 84 h 1664"/>
                <a:gd name="T106" fmla="*/ 326 w 1992"/>
                <a:gd name="T107" fmla="*/ 68 h 1664"/>
                <a:gd name="T108" fmla="*/ 343 w 1992"/>
                <a:gd name="T109" fmla="*/ 87 h 1664"/>
                <a:gd name="T110" fmla="*/ 727 w 1992"/>
                <a:gd name="T111" fmla="*/ 1330 h 1664"/>
                <a:gd name="T112" fmla="*/ 724 w 1992"/>
                <a:gd name="T113" fmla="*/ 1387 h 1664"/>
                <a:gd name="T114" fmla="*/ 524 w 1992"/>
                <a:gd name="T115" fmla="*/ 916 h 1664"/>
                <a:gd name="T116" fmla="*/ 451 w 1992"/>
                <a:gd name="T117" fmla="*/ 483 h 1664"/>
                <a:gd name="T118" fmla="*/ 448 w 1992"/>
                <a:gd name="T119" fmla="*/ 481 h 1664"/>
                <a:gd name="T120" fmla="*/ 494 w 1992"/>
                <a:gd name="T121" fmla="*/ 731 h 166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92"/>
                <a:gd name="T184" fmla="*/ 0 h 1664"/>
                <a:gd name="T185" fmla="*/ 1992 w 1992"/>
                <a:gd name="T186" fmla="*/ 1664 h 166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92" h="1664">
                  <a:moveTo>
                    <a:pt x="468" y="577"/>
                  </a:moveTo>
                  <a:lnTo>
                    <a:pt x="468" y="577"/>
                  </a:lnTo>
                  <a:lnTo>
                    <a:pt x="470" y="580"/>
                  </a:lnTo>
                  <a:lnTo>
                    <a:pt x="472" y="581"/>
                  </a:lnTo>
                  <a:lnTo>
                    <a:pt x="475" y="581"/>
                  </a:lnTo>
                  <a:lnTo>
                    <a:pt x="476" y="582"/>
                  </a:lnTo>
                  <a:lnTo>
                    <a:pt x="477" y="582"/>
                  </a:lnTo>
                  <a:lnTo>
                    <a:pt x="477" y="583"/>
                  </a:lnTo>
                  <a:lnTo>
                    <a:pt x="477" y="584"/>
                  </a:lnTo>
                  <a:lnTo>
                    <a:pt x="477" y="585"/>
                  </a:lnTo>
                  <a:lnTo>
                    <a:pt x="477" y="586"/>
                  </a:lnTo>
                  <a:lnTo>
                    <a:pt x="474" y="591"/>
                  </a:lnTo>
                  <a:lnTo>
                    <a:pt x="469" y="589"/>
                  </a:lnTo>
                  <a:lnTo>
                    <a:pt x="468" y="588"/>
                  </a:lnTo>
                  <a:lnTo>
                    <a:pt x="464" y="582"/>
                  </a:lnTo>
                  <a:lnTo>
                    <a:pt x="463" y="581"/>
                  </a:lnTo>
                  <a:lnTo>
                    <a:pt x="463" y="579"/>
                  </a:lnTo>
                  <a:lnTo>
                    <a:pt x="463" y="578"/>
                  </a:lnTo>
                  <a:lnTo>
                    <a:pt x="464" y="577"/>
                  </a:lnTo>
                  <a:lnTo>
                    <a:pt x="465" y="577"/>
                  </a:lnTo>
                  <a:lnTo>
                    <a:pt x="466" y="576"/>
                  </a:lnTo>
                  <a:lnTo>
                    <a:pt x="468" y="577"/>
                  </a:lnTo>
                  <a:close/>
                  <a:moveTo>
                    <a:pt x="727" y="1268"/>
                  </a:moveTo>
                  <a:lnTo>
                    <a:pt x="726" y="1268"/>
                  </a:lnTo>
                  <a:lnTo>
                    <a:pt x="725" y="1266"/>
                  </a:lnTo>
                  <a:lnTo>
                    <a:pt x="724" y="1265"/>
                  </a:lnTo>
                  <a:lnTo>
                    <a:pt x="725" y="1265"/>
                  </a:lnTo>
                  <a:lnTo>
                    <a:pt x="727" y="1265"/>
                  </a:lnTo>
                  <a:lnTo>
                    <a:pt x="727" y="1266"/>
                  </a:lnTo>
                  <a:lnTo>
                    <a:pt x="728" y="1267"/>
                  </a:lnTo>
                  <a:lnTo>
                    <a:pt x="728" y="1268"/>
                  </a:lnTo>
                  <a:lnTo>
                    <a:pt x="727" y="1268"/>
                  </a:lnTo>
                  <a:close/>
                  <a:moveTo>
                    <a:pt x="428" y="365"/>
                  </a:moveTo>
                  <a:lnTo>
                    <a:pt x="429" y="365"/>
                  </a:lnTo>
                  <a:lnTo>
                    <a:pt x="431" y="366"/>
                  </a:lnTo>
                  <a:lnTo>
                    <a:pt x="431" y="367"/>
                  </a:lnTo>
                  <a:lnTo>
                    <a:pt x="432" y="368"/>
                  </a:lnTo>
                  <a:lnTo>
                    <a:pt x="432" y="369"/>
                  </a:lnTo>
                  <a:lnTo>
                    <a:pt x="433" y="372"/>
                  </a:lnTo>
                  <a:lnTo>
                    <a:pt x="433" y="377"/>
                  </a:lnTo>
                  <a:lnTo>
                    <a:pt x="433" y="378"/>
                  </a:lnTo>
                  <a:lnTo>
                    <a:pt x="433" y="379"/>
                  </a:lnTo>
                  <a:lnTo>
                    <a:pt x="432" y="379"/>
                  </a:lnTo>
                  <a:lnTo>
                    <a:pt x="430" y="379"/>
                  </a:lnTo>
                  <a:lnTo>
                    <a:pt x="427" y="378"/>
                  </a:lnTo>
                  <a:lnTo>
                    <a:pt x="424" y="377"/>
                  </a:lnTo>
                  <a:lnTo>
                    <a:pt x="424" y="376"/>
                  </a:lnTo>
                  <a:lnTo>
                    <a:pt x="423" y="375"/>
                  </a:lnTo>
                  <a:lnTo>
                    <a:pt x="423" y="374"/>
                  </a:lnTo>
                  <a:lnTo>
                    <a:pt x="422" y="371"/>
                  </a:lnTo>
                  <a:lnTo>
                    <a:pt x="422" y="368"/>
                  </a:lnTo>
                  <a:lnTo>
                    <a:pt x="423" y="366"/>
                  </a:lnTo>
                  <a:lnTo>
                    <a:pt x="423" y="365"/>
                  </a:lnTo>
                  <a:lnTo>
                    <a:pt x="424" y="364"/>
                  </a:lnTo>
                  <a:lnTo>
                    <a:pt x="425" y="364"/>
                  </a:lnTo>
                  <a:lnTo>
                    <a:pt x="426" y="364"/>
                  </a:lnTo>
                  <a:lnTo>
                    <a:pt x="427" y="364"/>
                  </a:lnTo>
                  <a:lnTo>
                    <a:pt x="428" y="365"/>
                  </a:lnTo>
                  <a:close/>
                  <a:moveTo>
                    <a:pt x="630" y="1612"/>
                  </a:moveTo>
                  <a:lnTo>
                    <a:pt x="630" y="1612"/>
                  </a:lnTo>
                  <a:lnTo>
                    <a:pt x="629" y="1612"/>
                  </a:lnTo>
                  <a:lnTo>
                    <a:pt x="629" y="1607"/>
                  </a:lnTo>
                  <a:lnTo>
                    <a:pt x="630" y="1606"/>
                  </a:lnTo>
                  <a:lnTo>
                    <a:pt x="631" y="1606"/>
                  </a:lnTo>
                  <a:lnTo>
                    <a:pt x="632" y="1605"/>
                  </a:lnTo>
                  <a:lnTo>
                    <a:pt x="636" y="1604"/>
                  </a:lnTo>
                  <a:lnTo>
                    <a:pt x="637" y="1605"/>
                  </a:lnTo>
                  <a:lnTo>
                    <a:pt x="638" y="1606"/>
                  </a:lnTo>
                  <a:lnTo>
                    <a:pt x="638" y="1607"/>
                  </a:lnTo>
                  <a:lnTo>
                    <a:pt x="637" y="1607"/>
                  </a:lnTo>
                  <a:lnTo>
                    <a:pt x="635" y="1608"/>
                  </a:lnTo>
                  <a:lnTo>
                    <a:pt x="634" y="1608"/>
                  </a:lnTo>
                  <a:lnTo>
                    <a:pt x="633" y="1609"/>
                  </a:lnTo>
                  <a:lnTo>
                    <a:pt x="632" y="1609"/>
                  </a:lnTo>
                  <a:lnTo>
                    <a:pt x="632" y="1610"/>
                  </a:lnTo>
                  <a:lnTo>
                    <a:pt x="630" y="1612"/>
                  </a:lnTo>
                  <a:close/>
                  <a:moveTo>
                    <a:pt x="160" y="51"/>
                  </a:moveTo>
                  <a:lnTo>
                    <a:pt x="162" y="51"/>
                  </a:lnTo>
                  <a:lnTo>
                    <a:pt x="166" y="51"/>
                  </a:lnTo>
                  <a:lnTo>
                    <a:pt x="172" y="49"/>
                  </a:lnTo>
                  <a:lnTo>
                    <a:pt x="173" y="49"/>
                  </a:lnTo>
                  <a:lnTo>
                    <a:pt x="174" y="49"/>
                  </a:lnTo>
                  <a:lnTo>
                    <a:pt x="174" y="50"/>
                  </a:lnTo>
                  <a:lnTo>
                    <a:pt x="175" y="50"/>
                  </a:lnTo>
                  <a:lnTo>
                    <a:pt x="175" y="51"/>
                  </a:lnTo>
                  <a:lnTo>
                    <a:pt x="175" y="54"/>
                  </a:lnTo>
                  <a:lnTo>
                    <a:pt x="174" y="55"/>
                  </a:lnTo>
                  <a:lnTo>
                    <a:pt x="174" y="56"/>
                  </a:lnTo>
                  <a:lnTo>
                    <a:pt x="164" y="58"/>
                  </a:lnTo>
                  <a:lnTo>
                    <a:pt x="163" y="58"/>
                  </a:lnTo>
                  <a:lnTo>
                    <a:pt x="162" y="57"/>
                  </a:lnTo>
                  <a:lnTo>
                    <a:pt x="159" y="53"/>
                  </a:lnTo>
                  <a:lnTo>
                    <a:pt x="159" y="51"/>
                  </a:lnTo>
                  <a:lnTo>
                    <a:pt x="160" y="50"/>
                  </a:lnTo>
                  <a:lnTo>
                    <a:pt x="160" y="51"/>
                  </a:lnTo>
                  <a:close/>
                  <a:moveTo>
                    <a:pt x="416" y="415"/>
                  </a:moveTo>
                  <a:lnTo>
                    <a:pt x="416" y="417"/>
                  </a:lnTo>
                  <a:lnTo>
                    <a:pt x="414" y="424"/>
                  </a:lnTo>
                  <a:lnTo>
                    <a:pt x="414" y="425"/>
                  </a:lnTo>
                  <a:lnTo>
                    <a:pt x="413" y="425"/>
                  </a:lnTo>
                  <a:lnTo>
                    <a:pt x="412" y="425"/>
                  </a:lnTo>
                  <a:lnTo>
                    <a:pt x="412" y="424"/>
                  </a:lnTo>
                  <a:lnTo>
                    <a:pt x="411" y="423"/>
                  </a:lnTo>
                  <a:lnTo>
                    <a:pt x="411" y="422"/>
                  </a:lnTo>
                  <a:lnTo>
                    <a:pt x="411" y="421"/>
                  </a:lnTo>
                  <a:lnTo>
                    <a:pt x="412" y="416"/>
                  </a:lnTo>
                  <a:lnTo>
                    <a:pt x="415" y="412"/>
                  </a:lnTo>
                  <a:lnTo>
                    <a:pt x="416" y="412"/>
                  </a:lnTo>
                  <a:lnTo>
                    <a:pt x="416" y="413"/>
                  </a:lnTo>
                  <a:lnTo>
                    <a:pt x="416" y="415"/>
                  </a:lnTo>
                  <a:close/>
                  <a:moveTo>
                    <a:pt x="630" y="1530"/>
                  </a:moveTo>
                  <a:lnTo>
                    <a:pt x="628" y="1530"/>
                  </a:lnTo>
                  <a:lnTo>
                    <a:pt x="627" y="1528"/>
                  </a:lnTo>
                  <a:lnTo>
                    <a:pt x="627" y="1527"/>
                  </a:lnTo>
                  <a:lnTo>
                    <a:pt x="629" y="1526"/>
                  </a:lnTo>
                  <a:lnTo>
                    <a:pt x="630" y="1526"/>
                  </a:lnTo>
                  <a:lnTo>
                    <a:pt x="631" y="1529"/>
                  </a:lnTo>
                  <a:lnTo>
                    <a:pt x="631" y="1530"/>
                  </a:lnTo>
                  <a:lnTo>
                    <a:pt x="630" y="1530"/>
                  </a:lnTo>
                  <a:close/>
                  <a:moveTo>
                    <a:pt x="715" y="1254"/>
                  </a:moveTo>
                  <a:lnTo>
                    <a:pt x="714" y="1253"/>
                  </a:lnTo>
                  <a:lnTo>
                    <a:pt x="714" y="1252"/>
                  </a:lnTo>
                  <a:lnTo>
                    <a:pt x="715" y="1252"/>
                  </a:lnTo>
                  <a:lnTo>
                    <a:pt x="716" y="1252"/>
                  </a:lnTo>
                  <a:lnTo>
                    <a:pt x="716" y="1253"/>
                  </a:lnTo>
                  <a:lnTo>
                    <a:pt x="716" y="1254"/>
                  </a:lnTo>
                  <a:lnTo>
                    <a:pt x="715" y="1254"/>
                  </a:lnTo>
                  <a:close/>
                  <a:moveTo>
                    <a:pt x="1991" y="1664"/>
                  </a:moveTo>
                  <a:lnTo>
                    <a:pt x="1991" y="1663"/>
                  </a:lnTo>
                  <a:lnTo>
                    <a:pt x="1990" y="1663"/>
                  </a:lnTo>
                  <a:lnTo>
                    <a:pt x="1990" y="1662"/>
                  </a:lnTo>
                  <a:lnTo>
                    <a:pt x="1990" y="1661"/>
                  </a:lnTo>
                  <a:lnTo>
                    <a:pt x="1991" y="1660"/>
                  </a:lnTo>
                  <a:lnTo>
                    <a:pt x="1992" y="1660"/>
                  </a:lnTo>
                  <a:lnTo>
                    <a:pt x="1992" y="1661"/>
                  </a:lnTo>
                  <a:lnTo>
                    <a:pt x="1992" y="1662"/>
                  </a:lnTo>
                  <a:lnTo>
                    <a:pt x="1992" y="1663"/>
                  </a:lnTo>
                  <a:lnTo>
                    <a:pt x="1991" y="1664"/>
                  </a:lnTo>
                  <a:close/>
                  <a:moveTo>
                    <a:pt x="445" y="454"/>
                  </a:moveTo>
                  <a:lnTo>
                    <a:pt x="446" y="454"/>
                  </a:lnTo>
                  <a:lnTo>
                    <a:pt x="445" y="457"/>
                  </a:lnTo>
                  <a:lnTo>
                    <a:pt x="444" y="459"/>
                  </a:lnTo>
                  <a:lnTo>
                    <a:pt x="444" y="460"/>
                  </a:lnTo>
                  <a:lnTo>
                    <a:pt x="441" y="462"/>
                  </a:lnTo>
                  <a:lnTo>
                    <a:pt x="440" y="462"/>
                  </a:lnTo>
                  <a:lnTo>
                    <a:pt x="439" y="462"/>
                  </a:lnTo>
                  <a:lnTo>
                    <a:pt x="438" y="462"/>
                  </a:lnTo>
                  <a:lnTo>
                    <a:pt x="437" y="461"/>
                  </a:lnTo>
                  <a:lnTo>
                    <a:pt x="436" y="460"/>
                  </a:lnTo>
                  <a:lnTo>
                    <a:pt x="436" y="459"/>
                  </a:lnTo>
                  <a:lnTo>
                    <a:pt x="436" y="457"/>
                  </a:lnTo>
                  <a:lnTo>
                    <a:pt x="438" y="453"/>
                  </a:lnTo>
                  <a:lnTo>
                    <a:pt x="438" y="452"/>
                  </a:lnTo>
                  <a:lnTo>
                    <a:pt x="439" y="452"/>
                  </a:lnTo>
                  <a:lnTo>
                    <a:pt x="440" y="452"/>
                  </a:lnTo>
                  <a:lnTo>
                    <a:pt x="441" y="452"/>
                  </a:lnTo>
                  <a:lnTo>
                    <a:pt x="442" y="452"/>
                  </a:lnTo>
                  <a:lnTo>
                    <a:pt x="444" y="452"/>
                  </a:lnTo>
                  <a:lnTo>
                    <a:pt x="444" y="453"/>
                  </a:lnTo>
                  <a:lnTo>
                    <a:pt x="445" y="454"/>
                  </a:lnTo>
                  <a:close/>
                  <a:moveTo>
                    <a:pt x="585" y="1314"/>
                  </a:moveTo>
                  <a:lnTo>
                    <a:pt x="584" y="1314"/>
                  </a:lnTo>
                  <a:lnTo>
                    <a:pt x="584" y="1313"/>
                  </a:lnTo>
                  <a:lnTo>
                    <a:pt x="584" y="1312"/>
                  </a:lnTo>
                  <a:lnTo>
                    <a:pt x="585" y="1311"/>
                  </a:lnTo>
                  <a:lnTo>
                    <a:pt x="586" y="1311"/>
                  </a:lnTo>
                  <a:lnTo>
                    <a:pt x="586" y="1312"/>
                  </a:lnTo>
                  <a:lnTo>
                    <a:pt x="586" y="1313"/>
                  </a:lnTo>
                  <a:lnTo>
                    <a:pt x="585" y="1314"/>
                  </a:lnTo>
                  <a:close/>
                  <a:moveTo>
                    <a:pt x="727" y="1323"/>
                  </a:moveTo>
                  <a:lnTo>
                    <a:pt x="726" y="1323"/>
                  </a:lnTo>
                  <a:lnTo>
                    <a:pt x="725" y="1322"/>
                  </a:lnTo>
                  <a:lnTo>
                    <a:pt x="726" y="1319"/>
                  </a:lnTo>
                  <a:lnTo>
                    <a:pt x="727" y="1318"/>
                  </a:lnTo>
                  <a:lnTo>
                    <a:pt x="728" y="1318"/>
                  </a:lnTo>
                  <a:lnTo>
                    <a:pt x="728" y="1321"/>
                  </a:lnTo>
                  <a:lnTo>
                    <a:pt x="727" y="1322"/>
                  </a:lnTo>
                  <a:lnTo>
                    <a:pt x="727" y="1323"/>
                  </a:lnTo>
                  <a:close/>
                  <a:moveTo>
                    <a:pt x="349" y="106"/>
                  </a:moveTo>
                  <a:lnTo>
                    <a:pt x="345" y="108"/>
                  </a:lnTo>
                  <a:lnTo>
                    <a:pt x="335" y="110"/>
                  </a:lnTo>
                  <a:lnTo>
                    <a:pt x="331" y="111"/>
                  </a:lnTo>
                  <a:lnTo>
                    <a:pt x="329" y="112"/>
                  </a:lnTo>
                  <a:lnTo>
                    <a:pt x="323" y="120"/>
                  </a:lnTo>
                  <a:lnTo>
                    <a:pt x="322" y="121"/>
                  </a:lnTo>
                  <a:lnTo>
                    <a:pt x="319" y="130"/>
                  </a:lnTo>
                  <a:lnTo>
                    <a:pt x="317" y="136"/>
                  </a:lnTo>
                  <a:lnTo>
                    <a:pt x="316" y="141"/>
                  </a:lnTo>
                  <a:lnTo>
                    <a:pt x="317" y="144"/>
                  </a:lnTo>
                  <a:lnTo>
                    <a:pt x="317" y="146"/>
                  </a:lnTo>
                  <a:lnTo>
                    <a:pt x="318" y="147"/>
                  </a:lnTo>
                  <a:lnTo>
                    <a:pt x="323" y="151"/>
                  </a:lnTo>
                  <a:lnTo>
                    <a:pt x="324" y="151"/>
                  </a:lnTo>
                  <a:lnTo>
                    <a:pt x="326" y="151"/>
                  </a:lnTo>
                  <a:lnTo>
                    <a:pt x="332" y="150"/>
                  </a:lnTo>
                  <a:lnTo>
                    <a:pt x="333" y="149"/>
                  </a:lnTo>
                  <a:lnTo>
                    <a:pt x="334" y="148"/>
                  </a:lnTo>
                  <a:lnTo>
                    <a:pt x="336" y="148"/>
                  </a:lnTo>
                  <a:lnTo>
                    <a:pt x="337" y="148"/>
                  </a:lnTo>
                  <a:lnTo>
                    <a:pt x="339" y="148"/>
                  </a:lnTo>
                  <a:lnTo>
                    <a:pt x="341" y="149"/>
                  </a:lnTo>
                  <a:lnTo>
                    <a:pt x="343" y="150"/>
                  </a:lnTo>
                  <a:lnTo>
                    <a:pt x="344" y="151"/>
                  </a:lnTo>
                  <a:lnTo>
                    <a:pt x="344" y="154"/>
                  </a:lnTo>
                  <a:lnTo>
                    <a:pt x="345" y="156"/>
                  </a:lnTo>
                  <a:lnTo>
                    <a:pt x="345" y="161"/>
                  </a:lnTo>
                  <a:lnTo>
                    <a:pt x="340" y="174"/>
                  </a:lnTo>
                  <a:lnTo>
                    <a:pt x="336" y="181"/>
                  </a:lnTo>
                  <a:lnTo>
                    <a:pt x="338" y="185"/>
                  </a:lnTo>
                  <a:lnTo>
                    <a:pt x="345" y="203"/>
                  </a:lnTo>
                  <a:lnTo>
                    <a:pt x="353" y="217"/>
                  </a:lnTo>
                  <a:lnTo>
                    <a:pt x="362" y="223"/>
                  </a:lnTo>
                  <a:lnTo>
                    <a:pt x="364" y="224"/>
                  </a:lnTo>
                  <a:lnTo>
                    <a:pt x="371" y="226"/>
                  </a:lnTo>
                  <a:lnTo>
                    <a:pt x="380" y="235"/>
                  </a:lnTo>
                  <a:lnTo>
                    <a:pt x="381" y="237"/>
                  </a:lnTo>
                  <a:lnTo>
                    <a:pt x="383" y="239"/>
                  </a:lnTo>
                  <a:lnTo>
                    <a:pt x="386" y="244"/>
                  </a:lnTo>
                  <a:lnTo>
                    <a:pt x="390" y="246"/>
                  </a:lnTo>
                  <a:lnTo>
                    <a:pt x="394" y="248"/>
                  </a:lnTo>
                  <a:lnTo>
                    <a:pt x="397" y="250"/>
                  </a:lnTo>
                  <a:lnTo>
                    <a:pt x="397" y="257"/>
                  </a:lnTo>
                  <a:lnTo>
                    <a:pt x="396" y="259"/>
                  </a:lnTo>
                  <a:lnTo>
                    <a:pt x="395" y="265"/>
                  </a:lnTo>
                  <a:lnTo>
                    <a:pt x="393" y="269"/>
                  </a:lnTo>
                  <a:lnTo>
                    <a:pt x="385" y="274"/>
                  </a:lnTo>
                  <a:lnTo>
                    <a:pt x="374" y="285"/>
                  </a:lnTo>
                  <a:lnTo>
                    <a:pt x="381" y="284"/>
                  </a:lnTo>
                  <a:lnTo>
                    <a:pt x="382" y="284"/>
                  </a:lnTo>
                  <a:lnTo>
                    <a:pt x="383" y="286"/>
                  </a:lnTo>
                  <a:lnTo>
                    <a:pt x="384" y="295"/>
                  </a:lnTo>
                  <a:lnTo>
                    <a:pt x="384" y="298"/>
                  </a:lnTo>
                  <a:lnTo>
                    <a:pt x="383" y="299"/>
                  </a:lnTo>
                  <a:lnTo>
                    <a:pt x="382" y="300"/>
                  </a:lnTo>
                  <a:lnTo>
                    <a:pt x="381" y="301"/>
                  </a:lnTo>
                  <a:lnTo>
                    <a:pt x="380" y="302"/>
                  </a:lnTo>
                  <a:lnTo>
                    <a:pt x="380" y="305"/>
                  </a:lnTo>
                  <a:lnTo>
                    <a:pt x="380" y="307"/>
                  </a:lnTo>
                  <a:lnTo>
                    <a:pt x="380" y="309"/>
                  </a:lnTo>
                  <a:lnTo>
                    <a:pt x="382" y="313"/>
                  </a:lnTo>
                  <a:lnTo>
                    <a:pt x="385" y="317"/>
                  </a:lnTo>
                  <a:lnTo>
                    <a:pt x="387" y="318"/>
                  </a:lnTo>
                  <a:lnTo>
                    <a:pt x="389" y="319"/>
                  </a:lnTo>
                  <a:lnTo>
                    <a:pt x="396" y="321"/>
                  </a:lnTo>
                  <a:lnTo>
                    <a:pt x="395" y="323"/>
                  </a:lnTo>
                  <a:lnTo>
                    <a:pt x="394" y="325"/>
                  </a:lnTo>
                  <a:lnTo>
                    <a:pt x="393" y="328"/>
                  </a:lnTo>
                  <a:lnTo>
                    <a:pt x="393" y="337"/>
                  </a:lnTo>
                  <a:lnTo>
                    <a:pt x="394" y="338"/>
                  </a:lnTo>
                  <a:lnTo>
                    <a:pt x="395" y="340"/>
                  </a:lnTo>
                  <a:lnTo>
                    <a:pt x="396" y="340"/>
                  </a:lnTo>
                  <a:lnTo>
                    <a:pt x="397" y="341"/>
                  </a:lnTo>
                  <a:lnTo>
                    <a:pt x="398" y="341"/>
                  </a:lnTo>
                  <a:lnTo>
                    <a:pt x="399" y="343"/>
                  </a:lnTo>
                  <a:lnTo>
                    <a:pt x="400" y="344"/>
                  </a:lnTo>
                  <a:lnTo>
                    <a:pt x="400" y="346"/>
                  </a:lnTo>
                  <a:lnTo>
                    <a:pt x="400" y="347"/>
                  </a:lnTo>
                  <a:lnTo>
                    <a:pt x="399" y="351"/>
                  </a:lnTo>
                  <a:lnTo>
                    <a:pt x="399" y="352"/>
                  </a:lnTo>
                  <a:lnTo>
                    <a:pt x="391" y="366"/>
                  </a:lnTo>
                  <a:lnTo>
                    <a:pt x="390" y="367"/>
                  </a:lnTo>
                  <a:lnTo>
                    <a:pt x="382" y="379"/>
                  </a:lnTo>
                  <a:lnTo>
                    <a:pt x="374" y="386"/>
                  </a:lnTo>
                  <a:lnTo>
                    <a:pt x="371" y="387"/>
                  </a:lnTo>
                  <a:lnTo>
                    <a:pt x="368" y="389"/>
                  </a:lnTo>
                  <a:lnTo>
                    <a:pt x="367" y="389"/>
                  </a:lnTo>
                  <a:lnTo>
                    <a:pt x="366" y="389"/>
                  </a:lnTo>
                  <a:lnTo>
                    <a:pt x="365" y="389"/>
                  </a:lnTo>
                  <a:lnTo>
                    <a:pt x="363" y="388"/>
                  </a:lnTo>
                  <a:lnTo>
                    <a:pt x="357" y="378"/>
                  </a:lnTo>
                  <a:lnTo>
                    <a:pt x="356" y="377"/>
                  </a:lnTo>
                  <a:lnTo>
                    <a:pt x="357" y="373"/>
                  </a:lnTo>
                  <a:lnTo>
                    <a:pt x="358" y="371"/>
                  </a:lnTo>
                  <a:lnTo>
                    <a:pt x="358" y="367"/>
                  </a:lnTo>
                  <a:lnTo>
                    <a:pt x="359" y="359"/>
                  </a:lnTo>
                  <a:lnTo>
                    <a:pt x="358" y="351"/>
                  </a:lnTo>
                  <a:lnTo>
                    <a:pt x="359" y="343"/>
                  </a:lnTo>
                  <a:lnTo>
                    <a:pt x="359" y="342"/>
                  </a:lnTo>
                  <a:lnTo>
                    <a:pt x="359" y="341"/>
                  </a:lnTo>
                  <a:lnTo>
                    <a:pt x="359" y="339"/>
                  </a:lnTo>
                  <a:lnTo>
                    <a:pt x="360" y="336"/>
                  </a:lnTo>
                  <a:lnTo>
                    <a:pt x="361" y="336"/>
                  </a:lnTo>
                  <a:lnTo>
                    <a:pt x="362" y="335"/>
                  </a:lnTo>
                  <a:lnTo>
                    <a:pt x="365" y="334"/>
                  </a:lnTo>
                  <a:lnTo>
                    <a:pt x="367" y="335"/>
                  </a:lnTo>
                  <a:lnTo>
                    <a:pt x="372" y="335"/>
                  </a:lnTo>
                  <a:lnTo>
                    <a:pt x="374" y="332"/>
                  </a:lnTo>
                  <a:lnTo>
                    <a:pt x="374" y="331"/>
                  </a:lnTo>
                  <a:lnTo>
                    <a:pt x="373" y="331"/>
                  </a:lnTo>
                  <a:lnTo>
                    <a:pt x="367" y="325"/>
                  </a:lnTo>
                  <a:lnTo>
                    <a:pt x="366" y="324"/>
                  </a:lnTo>
                  <a:lnTo>
                    <a:pt x="364" y="323"/>
                  </a:lnTo>
                  <a:lnTo>
                    <a:pt x="358" y="320"/>
                  </a:lnTo>
                  <a:lnTo>
                    <a:pt x="356" y="320"/>
                  </a:lnTo>
                  <a:lnTo>
                    <a:pt x="355" y="319"/>
                  </a:lnTo>
                  <a:lnTo>
                    <a:pt x="354" y="319"/>
                  </a:lnTo>
                  <a:lnTo>
                    <a:pt x="352" y="319"/>
                  </a:lnTo>
                  <a:lnTo>
                    <a:pt x="351" y="320"/>
                  </a:lnTo>
                  <a:lnTo>
                    <a:pt x="339" y="323"/>
                  </a:lnTo>
                  <a:lnTo>
                    <a:pt x="338" y="323"/>
                  </a:lnTo>
                  <a:lnTo>
                    <a:pt x="337" y="324"/>
                  </a:lnTo>
                  <a:lnTo>
                    <a:pt x="312" y="354"/>
                  </a:lnTo>
                  <a:lnTo>
                    <a:pt x="300" y="375"/>
                  </a:lnTo>
                  <a:lnTo>
                    <a:pt x="298" y="379"/>
                  </a:lnTo>
                  <a:lnTo>
                    <a:pt x="298" y="381"/>
                  </a:lnTo>
                  <a:lnTo>
                    <a:pt x="297" y="384"/>
                  </a:lnTo>
                  <a:lnTo>
                    <a:pt x="298" y="386"/>
                  </a:lnTo>
                  <a:lnTo>
                    <a:pt x="298" y="387"/>
                  </a:lnTo>
                  <a:lnTo>
                    <a:pt x="299" y="388"/>
                  </a:lnTo>
                  <a:lnTo>
                    <a:pt x="294" y="388"/>
                  </a:lnTo>
                  <a:lnTo>
                    <a:pt x="280" y="383"/>
                  </a:lnTo>
                  <a:lnTo>
                    <a:pt x="274" y="381"/>
                  </a:lnTo>
                  <a:lnTo>
                    <a:pt x="272" y="381"/>
                  </a:lnTo>
                  <a:lnTo>
                    <a:pt x="269" y="381"/>
                  </a:lnTo>
                  <a:lnTo>
                    <a:pt x="261" y="383"/>
                  </a:lnTo>
                  <a:lnTo>
                    <a:pt x="260" y="384"/>
                  </a:lnTo>
                  <a:lnTo>
                    <a:pt x="257" y="384"/>
                  </a:lnTo>
                  <a:lnTo>
                    <a:pt x="255" y="384"/>
                  </a:lnTo>
                  <a:lnTo>
                    <a:pt x="237" y="381"/>
                  </a:lnTo>
                  <a:lnTo>
                    <a:pt x="232" y="379"/>
                  </a:lnTo>
                  <a:lnTo>
                    <a:pt x="225" y="380"/>
                  </a:lnTo>
                  <a:lnTo>
                    <a:pt x="213" y="382"/>
                  </a:lnTo>
                  <a:lnTo>
                    <a:pt x="206" y="383"/>
                  </a:lnTo>
                  <a:lnTo>
                    <a:pt x="204" y="383"/>
                  </a:lnTo>
                  <a:lnTo>
                    <a:pt x="201" y="384"/>
                  </a:lnTo>
                  <a:lnTo>
                    <a:pt x="195" y="387"/>
                  </a:lnTo>
                  <a:lnTo>
                    <a:pt x="188" y="390"/>
                  </a:lnTo>
                  <a:lnTo>
                    <a:pt x="184" y="391"/>
                  </a:lnTo>
                  <a:lnTo>
                    <a:pt x="182" y="392"/>
                  </a:lnTo>
                  <a:lnTo>
                    <a:pt x="172" y="393"/>
                  </a:lnTo>
                  <a:lnTo>
                    <a:pt x="171" y="392"/>
                  </a:lnTo>
                  <a:lnTo>
                    <a:pt x="171" y="391"/>
                  </a:lnTo>
                  <a:lnTo>
                    <a:pt x="175" y="384"/>
                  </a:lnTo>
                  <a:lnTo>
                    <a:pt x="176" y="383"/>
                  </a:lnTo>
                  <a:lnTo>
                    <a:pt x="178" y="383"/>
                  </a:lnTo>
                  <a:lnTo>
                    <a:pt x="184" y="382"/>
                  </a:lnTo>
                  <a:lnTo>
                    <a:pt x="188" y="381"/>
                  </a:lnTo>
                  <a:lnTo>
                    <a:pt x="205" y="374"/>
                  </a:lnTo>
                  <a:lnTo>
                    <a:pt x="206" y="374"/>
                  </a:lnTo>
                  <a:lnTo>
                    <a:pt x="206" y="373"/>
                  </a:lnTo>
                  <a:lnTo>
                    <a:pt x="206" y="372"/>
                  </a:lnTo>
                  <a:lnTo>
                    <a:pt x="204" y="367"/>
                  </a:lnTo>
                  <a:lnTo>
                    <a:pt x="203" y="366"/>
                  </a:lnTo>
                  <a:lnTo>
                    <a:pt x="201" y="363"/>
                  </a:lnTo>
                  <a:lnTo>
                    <a:pt x="200" y="363"/>
                  </a:lnTo>
                  <a:lnTo>
                    <a:pt x="199" y="362"/>
                  </a:lnTo>
                  <a:lnTo>
                    <a:pt x="192" y="362"/>
                  </a:lnTo>
                  <a:lnTo>
                    <a:pt x="191" y="362"/>
                  </a:lnTo>
                  <a:lnTo>
                    <a:pt x="185" y="366"/>
                  </a:lnTo>
                  <a:lnTo>
                    <a:pt x="179" y="368"/>
                  </a:lnTo>
                  <a:lnTo>
                    <a:pt x="178" y="368"/>
                  </a:lnTo>
                  <a:lnTo>
                    <a:pt x="173" y="368"/>
                  </a:lnTo>
                  <a:lnTo>
                    <a:pt x="172" y="367"/>
                  </a:lnTo>
                  <a:lnTo>
                    <a:pt x="171" y="367"/>
                  </a:lnTo>
                  <a:lnTo>
                    <a:pt x="171" y="366"/>
                  </a:lnTo>
                  <a:lnTo>
                    <a:pt x="169" y="364"/>
                  </a:lnTo>
                  <a:lnTo>
                    <a:pt x="168" y="361"/>
                  </a:lnTo>
                  <a:lnTo>
                    <a:pt x="166" y="358"/>
                  </a:lnTo>
                  <a:lnTo>
                    <a:pt x="166" y="355"/>
                  </a:lnTo>
                  <a:lnTo>
                    <a:pt x="167" y="354"/>
                  </a:lnTo>
                  <a:lnTo>
                    <a:pt x="167" y="352"/>
                  </a:lnTo>
                  <a:lnTo>
                    <a:pt x="167" y="348"/>
                  </a:lnTo>
                  <a:lnTo>
                    <a:pt x="167" y="347"/>
                  </a:lnTo>
                  <a:lnTo>
                    <a:pt x="166" y="346"/>
                  </a:lnTo>
                  <a:lnTo>
                    <a:pt x="166" y="347"/>
                  </a:lnTo>
                  <a:lnTo>
                    <a:pt x="164" y="350"/>
                  </a:lnTo>
                  <a:lnTo>
                    <a:pt x="162" y="354"/>
                  </a:lnTo>
                  <a:lnTo>
                    <a:pt x="161" y="358"/>
                  </a:lnTo>
                  <a:lnTo>
                    <a:pt x="160" y="364"/>
                  </a:lnTo>
                  <a:lnTo>
                    <a:pt x="160" y="365"/>
                  </a:lnTo>
                  <a:lnTo>
                    <a:pt x="160" y="366"/>
                  </a:lnTo>
                  <a:lnTo>
                    <a:pt x="161" y="367"/>
                  </a:lnTo>
                  <a:lnTo>
                    <a:pt x="163" y="371"/>
                  </a:lnTo>
                  <a:lnTo>
                    <a:pt x="164" y="372"/>
                  </a:lnTo>
                  <a:lnTo>
                    <a:pt x="165" y="374"/>
                  </a:lnTo>
                  <a:lnTo>
                    <a:pt x="166" y="377"/>
                  </a:lnTo>
                  <a:lnTo>
                    <a:pt x="165" y="378"/>
                  </a:lnTo>
                  <a:lnTo>
                    <a:pt x="164" y="377"/>
                  </a:lnTo>
                  <a:lnTo>
                    <a:pt x="162" y="376"/>
                  </a:lnTo>
                  <a:lnTo>
                    <a:pt x="161" y="376"/>
                  </a:lnTo>
                  <a:lnTo>
                    <a:pt x="156" y="372"/>
                  </a:lnTo>
                  <a:lnTo>
                    <a:pt x="154" y="371"/>
                  </a:lnTo>
                  <a:lnTo>
                    <a:pt x="153" y="370"/>
                  </a:lnTo>
                  <a:lnTo>
                    <a:pt x="152" y="369"/>
                  </a:lnTo>
                  <a:lnTo>
                    <a:pt x="150" y="351"/>
                  </a:lnTo>
                  <a:lnTo>
                    <a:pt x="150" y="348"/>
                  </a:lnTo>
                  <a:lnTo>
                    <a:pt x="150" y="347"/>
                  </a:lnTo>
                  <a:lnTo>
                    <a:pt x="150" y="345"/>
                  </a:lnTo>
                  <a:lnTo>
                    <a:pt x="151" y="343"/>
                  </a:lnTo>
                  <a:lnTo>
                    <a:pt x="151" y="341"/>
                  </a:lnTo>
                  <a:lnTo>
                    <a:pt x="153" y="340"/>
                  </a:lnTo>
                  <a:lnTo>
                    <a:pt x="153" y="339"/>
                  </a:lnTo>
                  <a:lnTo>
                    <a:pt x="154" y="338"/>
                  </a:lnTo>
                  <a:lnTo>
                    <a:pt x="156" y="336"/>
                  </a:lnTo>
                  <a:lnTo>
                    <a:pt x="156" y="335"/>
                  </a:lnTo>
                  <a:lnTo>
                    <a:pt x="157" y="335"/>
                  </a:lnTo>
                  <a:lnTo>
                    <a:pt x="158" y="332"/>
                  </a:lnTo>
                  <a:lnTo>
                    <a:pt x="158" y="330"/>
                  </a:lnTo>
                  <a:lnTo>
                    <a:pt x="158" y="329"/>
                  </a:lnTo>
                  <a:lnTo>
                    <a:pt x="158" y="326"/>
                  </a:lnTo>
                  <a:lnTo>
                    <a:pt x="158" y="325"/>
                  </a:lnTo>
                  <a:lnTo>
                    <a:pt x="157" y="325"/>
                  </a:lnTo>
                  <a:lnTo>
                    <a:pt x="153" y="325"/>
                  </a:lnTo>
                  <a:lnTo>
                    <a:pt x="152" y="325"/>
                  </a:lnTo>
                  <a:lnTo>
                    <a:pt x="149" y="327"/>
                  </a:lnTo>
                  <a:lnTo>
                    <a:pt x="141" y="333"/>
                  </a:lnTo>
                  <a:lnTo>
                    <a:pt x="141" y="332"/>
                  </a:lnTo>
                  <a:lnTo>
                    <a:pt x="140" y="328"/>
                  </a:lnTo>
                  <a:lnTo>
                    <a:pt x="139" y="326"/>
                  </a:lnTo>
                  <a:lnTo>
                    <a:pt x="138" y="325"/>
                  </a:lnTo>
                  <a:lnTo>
                    <a:pt x="120" y="309"/>
                  </a:lnTo>
                  <a:lnTo>
                    <a:pt x="114" y="306"/>
                  </a:lnTo>
                  <a:lnTo>
                    <a:pt x="112" y="307"/>
                  </a:lnTo>
                  <a:lnTo>
                    <a:pt x="104" y="309"/>
                  </a:lnTo>
                  <a:lnTo>
                    <a:pt x="102" y="307"/>
                  </a:lnTo>
                  <a:lnTo>
                    <a:pt x="101" y="306"/>
                  </a:lnTo>
                  <a:lnTo>
                    <a:pt x="101" y="300"/>
                  </a:lnTo>
                  <a:lnTo>
                    <a:pt x="103" y="296"/>
                  </a:lnTo>
                  <a:lnTo>
                    <a:pt x="104" y="293"/>
                  </a:lnTo>
                  <a:lnTo>
                    <a:pt x="106" y="287"/>
                  </a:lnTo>
                  <a:lnTo>
                    <a:pt x="106" y="286"/>
                  </a:lnTo>
                  <a:lnTo>
                    <a:pt x="104" y="278"/>
                  </a:lnTo>
                  <a:lnTo>
                    <a:pt x="104" y="276"/>
                  </a:lnTo>
                  <a:lnTo>
                    <a:pt x="102" y="269"/>
                  </a:lnTo>
                  <a:lnTo>
                    <a:pt x="100" y="265"/>
                  </a:lnTo>
                  <a:lnTo>
                    <a:pt x="89" y="251"/>
                  </a:lnTo>
                  <a:lnTo>
                    <a:pt x="79" y="246"/>
                  </a:lnTo>
                  <a:lnTo>
                    <a:pt x="78" y="245"/>
                  </a:lnTo>
                  <a:lnTo>
                    <a:pt x="76" y="246"/>
                  </a:lnTo>
                  <a:lnTo>
                    <a:pt x="74" y="249"/>
                  </a:lnTo>
                  <a:lnTo>
                    <a:pt x="74" y="250"/>
                  </a:lnTo>
                  <a:lnTo>
                    <a:pt x="75" y="255"/>
                  </a:lnTo>
                  <a:lnTo>
                    <a:pt x="74" y="263"/>
                  </a:lnTo>
                  <a:lnTo>
                    <a:pt x="71" y="264"/>
                  </a:lnTo>
                  <a:lnTo>
                    <a:pt x="56" y="272"/>
                  </a:lnTo>
                  <a:lnTo>
                    <a:pt x="51" y="276"/>
                  </a:lnTo>
                  <a:lnTo>
                    <a:pt x="46" y="286"/>
                  </a:lnTo>
                  <a:lnTo>
                    <a:pt x="33" y="291"/>
                  </a:lnTo>
                  <a:lnTo>
                    <a:pt x="27" y="293"/>
                  </a:lnTo>
                  <a:lnTo>
                    <a:pt x="11" y="288"/>
                  </a:lnTo>
                  <a:lnTo>
                    <a:pt x="9" y="287"/>
                  </a:lnTo>
                  <a:lnTo>
                    <a:pt x="4" y="281"/>
                  </a:lnTo>
                  <a:lnTo>
                    <a:pt x="1" y="277"/>
                  </a:lnTo>
                  <a:lnTo>
                    <a:pt x="0" y="269"/>
                  </a:lnTo>
                  <a:lnTo>
                    <a:pt x="1" y="268"/>
                  </a:lnTo>
                  <a:lnTo>
                    <a:pt x="4" y="265"/>
                  </a:lnTo>
                  <a:lnTo>
                    <a:pt x="5" y="265"/>
                  </a:lnTo>
                  <a:lnTo>
                    <a:pt x="4" y="266"/>
                  </a:lnTo>
                  <a:lnTo>
                    <a:pt x="5" y="267"/>
                  </a:lnTo>
                  <a:lnTo>
                    <a:pt x="5" y="268"/>
                  </a:lnTo>
                  <a:lnTo>
                    <a:pt x="8" y="271"/>
                  </a:lnTo>
                  <a:lnTo>
                    <a:pt x="9" y="272"/>
                  </a:lnTo>
                  <a:lnTo>
                    <a:pt x="21" y="273"/>
                  </a:lnTo>
                  <a:lnTo>
                    <a:pt x="30" y="273"/>
                  </a:lnTo>
                  <a:lnTo>
                    <a:pt x="32" y="273"/>
                  </a:lnTo>
                  <a:lnTo>
                    <a:pt x="33" y="272"/>
                  </a:lnTo>
                  <a:lnTo>
                    <a:pt x="42" y="267"/>
                  </a:lnTo>
                  <a:lnTo>
                    <a:pt x="43" y="266"/>
                  </a:lnTo>
                  <a:lnTo>
                    <a:pt x="58" y="251"/>
                  </a:lnTo>
                  <a:lnTo>
                    <a:pt x="58" y="250"/>
                  </a:lnTo>
                  <a:lnTo>
                    <a:pt x="57" y="244"/>
                  </a:lnTo>
                  <a:lnTo>
                    <a:pt x="57" y="243"/>
                  </a:lnTo>
                  <a:lnTo>
                    <a:pt x="58" y="241"/>
                  </a:lnTo>
                  <a:lnTo>
                    <a:pt x="63" y="238"/>
                  </a:lnTo>
                  <a:lnTo>
                    <a:pt x="64" y="238"/>
                  </a:lnTo>
                  <a:lnTo>
                    <a:pt x="65" y="239"/>
                  </a:lnTo>
                  <a:lnTo>
                    <a:pt x="66" y="242"/>
                  </a:lnTo>
                  <a:lnTo>
                    <a:pt x="67" y="244"/>
                  </a:lnTo>
                  <a:lnTo>
                    <a:pt x="66" y="246"/>
                  </a:lnTo>
                  <a:lnTo>
                    <a:pt x="65" y="246"/>
                  </a:lnTo>
                  <a:lnTo>
                    <a:pt x="65" y="247"/>
                  </a:lnTo>
                  <a:lnTo>
                    <a:pt x="65" y="248"/>
                  </a:lnTo>
                  <a:lnTo>
                    <a:pt x="67" y="250"/>
                  </a:lnTo>
                  <a:lnTo>
                    <a:pt x="68" y="250"/>
                  </a:lnTo>
                  <a:lnTo>
                    <a:pt x="69" y="250"/>
                  </a:lnTo>
                  <a:lnTo>
                    <a:pt x="70" y="249"/>
                  </a:lnTo>
                  <a:lnTo>
                    <a:pt x="70" y="248"/>
                  </a:lnTo>
                  <a:lnTo>
                    <a:pt x="72" y="237"/>
                  </a:lnTo>
                  <a:lnTo>
                    <a:pt x="72" y="235"/>
                  </a:lnTo>
                  <a:lnTo>
                    <a:pt x="71" y="233"/>
                  </a:lnTo>
                  <a:lnTo>
                    <a:pt x="70" y="231"/>
                  </a:lnTo>
                  <a:lnTo>
                    <a:pt x="70" y="230"/>
                  </a:lnTo>
                  <a:lnTo>
                    <a:pt x="68" y="227"/>
                  </a:lnTo>
                  <a:lnTo>
                    <a:pt x="67" y="226"/>
                  </a:lnTo>
                  <a:lnTo>
                    <a:pt x="65" y="223"/>
                  </a:lnTo>
                  <a:lnTo>
                    <a:pt x="63" y="222"/>
                  </a:lnTo>
                  <a:lnTo>
                    <a:pt x="62" y="222"/>
                  </a:lnTo>
                  <a:lnTo>
                    <a:pt x="62" y="221"/>
                  </a:lnTo>
                  <a:lnTo>
                    <a:pt x="57" y="209"/>
                  </a:lnTo>
                  <a:lnTo>
                    <a:pt x="57" y="207"/>
                  </a:lnTo>
                  <a:lnTo>
                    <a:pt x="57" y="206"/>
                  </a:lnTo>
                  <a:lnTo>
                    <a:pt x="69" y="188"/>
                  </a:lnTo>
                  <a:lnTo>
                    <a:pt x="75" y="178"/>
                  </a:lnTo>
                  <a:lnTo>
                    <a:pt x="81" y="171"/>
                  </a:lnTo>
                  <a:lnTo>
                    <a:pt x="87" y="168"/>
                  </a:lnTo>
                  <a:lnTo>
                    <a:pt x="100" y="157"/>
                  </a:lnTo>
                  <a:lnTo>
                    <a:pt x="105" y="151"/>
                  </a:lnTo>
                  <a:lnTo>
                    <a:pt x="117" y="135"/>
                  </a:lnTo>
                  <a:lnTo>
                    <a:pt x="118" y="133"/>
                  </a:lnTo>
                  <a:lnTo>
                    <a:pt x="124" y="126"/>
                  </a:lnTo>
                  <a:lnTo>
                    <a:pt x="127" y="122"/>
                  </a:lnTo>
                  <a:lnTo>
                    <a:pt x="131" y="116"/>
                  </a:lnTo>
                  <a:lnTo>
                    <a:pt x="132" y="115"/>
                  </a:lnTo>
                  <a:lnTo>
                    <a:pt x="136" y="107"/>
                  </a:lnTo>
                  <a:lnTo>
                    <a:pt x="138" y="103"/>
                  </a:lnTo>
                  <a:lnTo>
                    <a:pt x="139" y="101"/>
                  </a:lnTo>
                  <a:lnTo>
                    <a:pt x="142" y="93"/>
                  </a:lnTo>
                  <a:lnTo>
                    <a:pt x="143" y="89"/>
                  </a:lnTo>
                  <a:lnTo>
                    <a:pt x="144" y="86"/>
                  </a:lnTo>
                  <a:lnTo>
                    <a:pt x="144" y="75"/>
                  </a:lnTo>
                  <a:lnTo>
                    <a:pt x="143" y="73"/>
                  </a:lnTo>
                  <a:lnTo>
                    <a:pt x="140" y="57"/>
                  </a:lnTo>
                  <a:lnTo>
                    <a:pt x="136" y="52"/>
                  </a:lnTo>
                  <a:lnTo>
                    <a:pt x="134" y="52"/>
                  </a:lnTo>
                  <a:lnTo>
                    <a:pt x="134" y="50"/>
                  </a:lnTo>
                  <a:lnTo>
                    <a:pt x="134" y="46"/>
                  </a:lnTo>
                  <a:lnTo>
                    <a:pt x="135" y="44"/>
                  </a:lnTo>
                  <a:lnTo>
                    <a:pt x="140" y="26"/>
                  </a:lnTo>
                  <a:lnTo>
                    <a:pt x="141" y="26"/>
                  </a:lnTo>
                  <a:lnTo>
                    <a:pt x="142" y="24"/>
                  </a:lnTo>
                  <a:lnTo>
                    <a:pt x="144" y="22"/>
                  </a:lnTo>
                  <a:lnTo>
                    <a:pt x="146" y="21"/>
                  </a:lnTo>
                  <a:lnTo>
                    <a:pt x="152" y="18"/>
                  </a:lnTo>
                  <a:lnTo>
                    <a:pt x="155" y="18"/>
                  </a:lnTo>
                  <a:lnTo>
                    <a:pt x="156" y="17"/>
                  </a:lnTo>
                  <a:lnTo>
                    <a:pt x="159" y="18"/>
                  </a:lnTo>
                  <a:lnTo>
                    <a:pt x="160" y="17"/>
                  </a:lnTo>
                  <a:lnTo>
                    <a:pt x="172" y="13"/>
                  </a:lnTo>
                  <a:lnTo>
                    <a:pt x="177" y="10"/>
                  </a:lnTo>
                  <a:lnTo>
                    <a:pt x="178" y="9"/>
                  </a:lnTo>
                  <a:lnTo>
                    <a:pt x="179" y="8"/>
                  </a:lnTo>
                  <a:lnTo>
                    <a:pt x="180" y="7"/>
                  </a:lnTo>
                  <a:lnTo>
                    <a:pt x="182" y="6"/>
                  </a:lnTo>
                  <a:lnTo>
                    <a:pt x="184" y="5"/>
                  </a:lnTo>
                  <a:lnTo>
                    <a:pt x="196" y="0"/>
                  </a:lnTo>
                  <a:lnTo>
                    <a:pt x="197" y="0"/>
                  </a:lnTo>
                  <a:lnTo>
                    <a:pt x="199" y="0"/>
                  </a:lnTo>
                  <a:lnTo>
                    <a:pt x="200" y="0"/>
                  </a:lnTo>
                  <a:lnTo>
                    <a:pt x="203" y="0"/>
                  </a:lnTo>
                  <a:lnTo>
                    <a:pt x="205" y="0"/>
                  </a:lnTo>
                  <a:lnTo>
                    <a:pt x="206" y="1"/>
                  </a:lnTo>
                  <a:lnTo>
                    <a:pt x="207" y="2"/>
                  </a:lnTo>
                  <a:lnTo>
                    <a:pt x="207" y="3"/>
                  </a:lnTo>
                  <a:lnTo>
                    <a:pt x="207" y="10"/>
                  </a:lnTo>
                  <a:lnTo>
                    <a:pt x="207" y="11"/>
                  </a:lnTo>
                  <a:lnTo>
                    <a:pt x="207" y="12"/>
                  </a:lnTo>
                  <a:lnTo>
                    <a:pt x="206" y="12"/>
                  </a:lnTo>
                  <a:lnTo>
                    <a:pt x="196" y="21"/>
                  </a:lnTo>
                  <a:lnTo>
                    <a:pt x="184" y="31"/>
                  </a:lnTo>
                  <a:lnTo>
                    <a:pt x="177" y="42"/>
                  </a:lnTo>
                  <a:lnTo>
                    <a:pt x="176" y="43"/>
                  </a:lnTo>
                  <a:lnTo>
                    <a:pt x="173" y="45"/>
                  </a:lnTo>
                  <a:lnTo>
                    <a:pt x="172" y="46"/>
                  </a:lnTo>
                  <a:lnTo>
                    <a:pt x="171" y="46"/>
                  </a:lnTo>
                  <a:lnTo>
                    <a:pt x="170" y="46"/>
                  </a:lnTo>
                  <a:lnTo>
                    <a:pt x="169" y="46"/>
                  </a:lnTo>
                  <a:lnTo>
                    <a:pt x="165" y="44"/>
                  </a:lnTo>
                  <a:lnTo>
                    <a:pt x="164" y="44"/>
                  </a:lnTo>
                  <a:lnTo>
                    <a:pt x="160" y="43"/>
                  </a:lnTo>
                  <a:lnTo>
                    <a:pt x="155" y="52"/>
                  </a:lnTo>
                  <a:lnTo>
                    <a:pt x="154" y="57"/>
                  </a:lnTo>
                  <a:lnTo>
                    <a:pt x="154" y="58"/>
                  </a:lnTo>
                  <a:lnTo>
                    <a:pt x="154" y="60"/>
                  </a:lnTo>
                  <a:lnTo>
                    <a:pt x="155" y="61"/>
                  </a:lnTo>
                  <a:lnTo>
                    <a:pt x="169" y="63"/>
                  </a:lnTo>
                  <a:lnTo>
                    <a:pt x="174" y="62"/>
                  </a:lnTo>
                  <a:lnTo>
                    <a:pt x="174" y="71"/>
                  </a:lnTo>
                  <a:lnTo>
                    <a:pt x="175" y="72"/>
                  </a:lnTo>
                  <a:lnTo>
                    <a:pt x="174" y="75"/>
                  </a:lnTo>
                  <a:lnTo>
                    <a:pt x="174" y="76"/>
                  </a:lnTo>
                  <a:lnTo>
                    <a:pt x="170" y="86"/>
                  </a:lnTo>
                  <a:lnTo>
                    <a:pt x="168" y="88"/>
                  </a:lnTo>
                  <a:lnTo>
                    <a:pt x="168" y="89"/>
                  </a:lnTo>
                  <a:lnTo>
                    <a:pt x="168" y="90"/>
                  </a:lnTo>
                  <a:lnTo>
                    <a:pt x="168" y="92"/>
                  </a:lnTo>
                  <a:lnTo>
                    <a:pt x="169" y="93"/>
                  </a:lnTo>
                  <a:lnTo>
                    <a:pt x="176" y="99"/>
                  </a:lnTo>
                  <a:lnTo>
                    <a:pt x="177" y="100"/>
                  </a:lnTo>
                  <a:lnTo>
                    <a:pt x="179" y="101"/>
                  </a:lnTo>
                  <a:lnTo>
                    <a:pt x="188" y="104"/>
                  </a:lnTo>
                  <a:lnTo>
                    <a:pt x="190" y="104"/>
                  </a:lnTo>
                  <a:lnTo>
                    <a:pt x="201" y="104"/>
                  </a:lnTo>
                  <a:lnTo>
                    <a:pt x="203" y="104"/>
                  </a:lnTo>
                  <a:lnTo>
                    <a:pt x="204" y="103"/>
                  </a:lnTo>
                  <a:lnTo>
                    <a:pt x="206" y="102"/>
                  </a:lnTo>
                  <a:lnTo>
                    <a:pt x="210" y="98"/>
                  </a:lnTo>
                  <a:lnTo>
                    <a:pt x="211" y="97"/>
                  </a:lnTo>
                  <a:lnTo>
                    <a:pt x="212" y="97"/>
                  </a:lnTo>
                  <a:lnTo>
                    <a:pt x="212" y="95"/>
                  </a:lnTo>
                  <a:lnTo>
                    <a:pt x="214" y="89"/>
                  </a:lnTo>
                  <a:lnTo>
                    <a:pt x="214" y="87"/>
                  </a:lnTo>
                  <a:lnTo>
                    <a:pt x="214" y="85"/>
                  </a:lnTo>
                  <a:lnTo>
                    <a:pt x="214" y="83"/>
                  </a:lnTo>
                  <a:lnTo>
                    <a:pt x="215" y="82"/>
                  </a:lnTo>
                  <a:lnTo>
                    <a:pt x="215" y="81"/>
                  </a:lnTo>
                  <a:lnTo>
                    <a:pt x="216" y="80"/>
                  </a:lnTo>
                  <a:lnTo>
                    <a:pt x="217" y="80"/>
                  </a:lnTo>
                  <a:lnTo>
                    <a:pt x="218" y="79"/>
                  </a:lnTo>
                  <a:lnTo>
                    <a:pt x="219" y="78"/>
                  </a:lnTo>
                  <a:lnTo>
                    <a:pt x="221" y="78"/>
                  </a:lnTo>
                  <a:lnTo>
                    <a:pt x="227" y="76"/>
                  </a:lnTo>
                  <a:lnTo>
                    <a:pt x="231" y="75"/>
                  </a:lnTo>
                  <a:lnTo>
                    <a:pt x="235" y="74"/>
                  </a:lnTo>
                  <a:lnTo>
                    <a:pt x="237" y="77"/>
                  </a:lnTo>
                  <a:lnTo>
                    <a:pt x="244" y="86"/>
                  </a:lnTo>
                  <a:lnTo>
                    <a:pt x="246" y="96"/>
                  </a:lnTo>
                  <a:lnTo>
                    <a:pt x="247" y="100"/>
                  </a:lnTo>
                  <a:lnTo>
                    <a:pt x="248" y="100"/>
                  </a:lnTo>
                  <a:lnTo>
                    <a:pt x="250" y="100"/>
                  </a:lnTo>
                  <a:lnTo>
                    <a:pt x="252" y="99"/>
                  </a:lnTo>
                  <a:lnTo>
                    <a:pt x="254" y="98"/>
                  </a:lnTo>
                  <a:lnTo>
                    <a:pt x="255" y="97"/>
                  </a:lnTo>
                  <a:lnTo>
                    <a:pt x="259" y="90"/>
                  </a:lnTo>
                  <a:lnTo>
                    <a:pt x="260" y="88"/>
                  </a:lnTo>
                  <a:lnTo>
                    <a:pt x="260" y="87"/>
                  </a:lnTo>
                  <a:lnTo>
                    <a:pt x="260" y="85"/>
                  </a:lnTo>
                  <a:lnTo>
                    <a:pt x="260" y="83"/>
                  </a:lnTo>
                  <a:lnTo>
                    <a:pt x="260" y="82"/>
                  </a:lnTo>
                  <a:lnTo>
                    <a:pt x="261" y="81"/>
                  </a:lnTo>
                  <a:lnTo>
                    <a:pt x="262" y="81"/>
                  </a:lnTo>
                  <a:lnTo>
                    <a:pt x="263" y="80"/>
                  </a:lnTo>
                  <a:lnTo>
                    <a:pt x="266" y="80"/>
                  </a:lnTo>
                  <a:lnTo>
                    <a:pt x="273" y="82"/>
                  </a:lnTo>
                  <a:lnTo>
                    <a:pt x="274" y="83"/>
                  </a:lnTo>
                  <a:lnTo>
                    <a:pt x="276" y="84"/>
                  </a:lnTo>
                  <a:lnTo>
                    <a:pt x="277" y="86"/>
                  </a:lnTo>
                  <a:lnTo>
                    <a:pt x="277" y="87"/>
                  </a:lnTo>
                  <a:lnTo>
                    <a:pt x="277" y="88"/>
                  </a:lnTo>
                  <a:lnTo>
                    <a:pt x="277" y="90"/>
                  </a:lnTo>
                  <a:lnTo>
                    <a:pt x="283" y="96"/>
                  </a:lnTo>
                  <a:lnTo>
                    <a:pt x="301" y="89"/>
                  </a:lnTo>
                  <a:lnTo>
                    <a:pt x="305" y="85"/>
                  </a:lnTo>
                  <a:lnTo>
                    <a:pt x="312" y="77"/>
                  </a:lnTo>
                  <a:lnTo>
                    <a:pt x="314" y="74"/>
                  </a:lnTo>
                  <a:lnTo>
                    <a:pt x="315" y="73"/>
                  </a:lnTo>
                  <a:lnTo>
                    <a:pt x="317" y="72"/>
                  </a:lnTo>
                  <a:lnTo>
                    <a:pt x="322" y="70"/>
                  </a:lnTo>
                  <a:lnTo>
                    <a:pt x="326" y="68"/>
                  </a:lnTo>
                  <a:lnTo>
                    <a:pt x="328" y="68"/>
                  </a:lnTo>
                  <a:lnTo>
                    <a:pt x="330" y="68"/>
                  </a:lnTo>
                  <a:lnTo>
                    <a:pt x="332" y="68"/>
                  </a:lnTo>
                  <a:lnTo>
                    <a:pt x="334" y="68"/>
                  </a:lnTo>
                  <a:lnTo>
                    <a:pt x="336" y="70"/>
                  </a:lnTo>
                  <a:lnTo>
                    <a:pt x="337" y="72"/>
                  </a:lnTo>
                  <a:lnTo>
                    <a:pt x="337" y="73"/>
                  </a:lnTo>
                  <a:lnTo>
                    <a:pt x="337" y="75"/>
                  </a:lnTo>
                  <a:lnTo>
                    <a:pt x="338" y="81"/>
                  </a:lnTo>
                  <a:lnTo>
                    <a:pt x="338" y="83"/>
                  </a:lnTo>
                  <a:lnTo>
                    <a:pt x="341" y="86"/>
                  </a:lnTo>
                  <a:lnTo>
                    <a:pt x="342" y="86"/>
                  </a:lnTo>
                  <a:lnTo>
                    <a:pt x="343" y="87"/>
                  </a:lnTo>
                  <a:lnTo>
                    <a:pt x="346" y="89"/>
                  </a:lnTo>
                  <a:lnTo>
                    <a:pt x="347" y="90"/>
                  </a:lnTo>
                  <a:lnTo>
                    <a:pt x="348" y="92"/>
                  </a:lnTo>
                  <a:lnTo>
                    <a:pt x="349" y="97"/>
                  </a:lnTo>
                  <a:lnTo>
                    <a:pt x="349" y="105"/>
                  </a:lnTo>
                  <a:lnTo>
                    <a:pt x="349" y="106"/>
                  </a:lnTo>
                  <a:close/>
                  <a:moveTo>
                    <a:pt x="731" y="1337"/>
                  </a:moveTo>
                  <a:lnTo>
                    <a:pt x="728" y="1335"/>
                  </a:lnTo>
                  <a:lnTo>
                    <a:pt x="725" y="1333"/>
                  </a:lnTo>
                  <a:lnTo>
                    <a:pt x="725" y="1332"/>
                  </a:lnTo>
                  <a:lnTo>
                    <a:pt x="727" y="1330"/>
                  </a:lnTo>
                  <a:lnTo>
                    <a:pt x="730" y="1329"/>
                  </a:lnTo>
                  <a:lnTo>
                    <a:pt x="731" y="1329"/>
                  </a:lnTo>
                  <a:lnTo>
                    <a:pt x="731" y="1330"/>
                  </a:lnTo>
                  <a:lnTo>
                    <a:pt x="732" y="1331"/>
                  </a:lnTo>
                  <a:lnTo>
                    <a:pt x="732" y="1333"/>
                  </a:lnTo>
                  <a:lnTo>
                    <a:pt x="732" y="1335"/>
                  </a:lnTo>
                  <a:lnTo>
                    <a:pt x="731" y="1336"/>
                  </a:lnTo>
                  <a:lnTo>
                    <a:pt x="731" y="1337"/>
                  </a:lnTo>
                  <a:close/>
                  <a:moveTo>
                    <a:pt x="725" y="1387"/>
                  </a:moveTo>
                  <a:lnTo>
                    <a:pt x="724" y="1387"/>
                  </a:lnTo>
                  <a:lnTo>
                    <a:pt x="724" y="1386"/>
                  </a:lnTo>
                  <a:lnTo>
                    <a:pt x="718" y="1376"/>
                  </a:lnTo>
                  <a:lnTo>
                    <a:pt x="718" y="1375"/>
                  </a:lnTo>
                  <a:lnTo>
                    <a:pt x="719" y="1375"/>
                  </a:lnTo>
                  <a:lnTo>
                    <a:pt x="720" y="1375"/>
                  </a:lnTo>
                  <a:lnTo>
                    <a:pt x="722" y="1377"/>
                  </a:lnTo>
                  <a:lnTo>
                    <a:pt x="723" y="1378"/>
                  </a:lnTo>
                  <a:lnTo>
                    <a:pt x="725" y="1382"/>
                  </a:lnTo>
                  <a:lnTo>
                    <a:pt x="725" y="1386"/>
                  </a:lnTo>
                  <a:lnTo>
                    <a:pt x="725" y="1387"/>
                  </a:lnTo>
                  <a:close/>
                  <a:moveTo>
                    <a:pt x="525" y="916"/>
                  </a:moveTo>
                  <a:lnTo>
                    <a:pt x="524" y="916"/>
                  </a:lnTo>
                  <a:lnTo>
                    <a:pt x="523" y="915"/>
                  </a:lnTo>
                  <a:lnTo>
                    <a:pt x="524" y="914"/>
                  </a:lnTo>
                  <a:lnTo>
                    <a:pt x="525" y="914"/>
                  </a:lnTo>
                  <a:lnTo>
                    <a:pt x="525" y="913"/>
                  </a:lnTo>
                  <a:lnTo>
                    <a:pt x="526" y="914"/>
                  </a:lnTo>
                  <a:lnTo>
                    <a:pt x="527" y="914"/>
                  </a:lnTo>
                  <a:lnTo>
                    <a:pt x="527" y="915"/>
                  </a:lnTo>
                  <a:lnTo>
                    <a:pt x="527" y="916"/>
                  </a:lnTo>
                  <a:lnTo>
                    <a:pt x="525" y="916"/>
                  </a:lnTo>
                  <a:close/>
                  <a:moveTo>
                    <a:pt x="451" y="483"/>
                  </a:moveTo>
                  <a:lnTo>
                    <a:pt x="451" y="485"/>
                  </a:lnTo>
                  <a:lnTo>
                    <a:pt x="451" y="486"/>
                  </a:lnTo>
                  <a:lnTo>
                    <a:pt x="451" y="488"/>
                  </a:lnTo>
                  <a:lnTo>
                    <a:pt x="450" y="488"/>
                  </a:lnTo>
                  <a:lnTo>
                    <a:pt x="449" y="488"/>
                  </a:lnTo>
                  <a:lnTo>
                    <a:pt x="447" y="487"/>
                  </a:lnTo>
                  <a:lnTo>
                    <a:pt x="446" y="486"/>
                  </a:lnTo>
                  <a:lnTo>
                    <a:pt x="446" y="485"/>
                  </a:lnTo>
                  <a:lnTo>
                    <a:pt x="447" y="483"/>
                  </a:lnTo>
                  <a:lnTo>
                    <a:pt x="448" y="481"/>
                  </a:lnTo>
                  <a:lnTo>
                    <a:pt x="449" y="481"/>
                  </a:lnTo>
                  <a:lnTo>
                    <a:pt x="450" y="481"/>
                  </a:lnTo>
                  <a:lnTo>
                    <a:pt x="450" y="482"/>
                  </a:lnTo>
                  <a:lnTo>
                    <a:pt x="451" y="483"/>
                  </a:lnTo>
                  <a:close/>
                  <a:moveTo>
                    <a:pt x="493" y="731"/>
                  </a:moveTo>
                  <a:lnTo>
                    <a:pt x="493" y="731"/>
                  </a:lnTo>
                  <a:lnTo>
                    <a:pt x="491" y="731"/>
                  </a:lnTo>
                  <a:lnTo>
                    <a:pt x="491" y="730"/>
                  </a:lnTo>
                  <a:lnTo>
                    <a:pt x="491" y="729"/>
                  </a:lnTo>
                  <a:lnTo>
                    <a:pt x="492" y="729"/>
                  </a:lnTo>
                  <a:lnTo>
                    <a:pt x="494" y="730"/>
                  </a:lnTo>
                  <a:lnTo>
                    <a:pt x="494" y="731"/>
                  </a:lnTo>
                  <a:lnTo>
                    <a:pt x="493" y="73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4" name="Freeform 15"/>
            <p:cNvSpPr>
              <a:spLocks/>
            </p:cNvSpPr>
            <p:nvPr/>
          </p:nvSpPr>
          <p:spPr bwMode="gray">
            <a:xfrm>
              <a:off x="3402" y="2706"/>
              <a:ext cx="14" cy="15"/>
            </a:xfrm>
            <a:custGeom>
              <a:avLst/>
              <a:gdLst>
                <a:gd name="T0" fmla="*/ 5 w 14"/>
                <a:gd name="T1" fmla="*/ 1 h 15"/>
                <a:gd name="T2" fmla="*/ 5 w 14"/>
                <a:gd name="T3" fmla="*/ 1 h 15"/>
                <a:gd name="T4" fmla="*/ 7 w 14"/>
                <a:gd name="T5" fmla="*/ 4 h 15"/>
                <a:gd name="T6" fmla="*/ 9 w 14"/>
                <a:gd name="T7" fmla="*/ 5 h 15"/>
                <a:gd name="T8" fmla="*/ 9 w 14"/>
                <a:gd name="T9" fmla="*/ 5 h 15"/>
                <a:gd name="T10" fmla="*/ 12 w 14"/>
                <a:gd name="T11" fmla="*/ 5 h 15"/>
                <a:gd name="T12" fmla="*/ 13 w 14"/>
                <a:gd name="T13" fmla="*/ 6 h 15"/>
                <a:gd name="T14" fmla="*/ 14 w 14"/>
                <a:gd name="T15" fmla="*/ 6 h 15"/>
                <a:gd name="T16" fmla="*/ 14 w 14"/>
                <a:gd name="T17" fmla="*/ 7 h 15"/>
                <a:gd name="T18" fmla="*/ 14 w 14"/>
                <a:gd name="T19" fmla="*/ 8 h 15"/>
                <a:gd name="T20" fmla="*/ 14 w 14"/>
                <a:gd name="T21" fmla="*/ 8 h 15"/>
                <a:gd name="T22" fmla="*/ 14 w 14"/>
                <a:gd name="T23" fmla="*/ 9 h 15"/>
                <a:gd name="T24" fmla="*/ 14 w 14"/>
                <a:gd name="T25" fmla="*/ 10 h 15"/>
                <a:gd name="T26" fmla="*/ 11 w 14"/>
                <a:gd name="T27" fmla="*/ 15 h 15"/>
                <a:gd name="T28" fmla="*/ 11 w 14"/>
                <a:gd name="T29" fmla="*/ 15 h 15"/>
                <a:gd name="T30" fmla="*/ 6 w 14"/>
                <a:gd name="T31" fmla="*/ 13 h 15"/>
                <a:gd name="T32" fmla="*/ 5 w 14"/>
                <a:gd name="T33" fmla="*/ 12 h 15"/>
                <a:gd name="T34" fmla="*/ 5 w 14"/>
                <a:gd name="T35" fmla="*/ 12 h 15"/>
                <a:gd name="T36" fmla="*/ 1 w 14"/>
                <a:gd name="T37" fmla="*/ 6 h 15"/>
                <a:gd name="T38" fmla="*/ 0 w 14"/>
                <a:gd name="T39" fmla="*/ 5 h 15"/>
                <a:gd name="T40" fmla="*/ 0 w 14"/>
                <a:gd name="T41" fmla="*/ 3 h 15"/>
                <a:gd name="T42" fmla="*/ 0 w 14"/>
                <a:gd name="T43" fmla="*/ 2 h 15"/>
                <a:gd name="T44" fmla="*/ 1 w 14"/>
                <a:gd name="T45" fmla="*/ 1 h 15"/>
                <a:gd name="T46" fmla="*/ 1 w 14"/>
                <a:gd name="T47" fmla="*/ 1 h 15"/>
                <a:gd name="T48" fmla="*/ 2 w 14"/>
                <a:gd name="T49" fmla="*/ 1 h 15"/>
                <a:gd name="T50" fmla="*/ 3 w 14"/>
                <a:gd name="T51" fmla="*/ 0 h 15"/>
                <a:gd name="T52" fmla="*/ 5 w 14"/>
                <a:gd name="T53" fmla="*/ 1 h 15"/>
                <a:gd name="T54" fmla="*/ 5 w 14"/>
                <a:gd name="T55" fmla="*/ 1 h 1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14"/>
                <a:gd name="T85" fmla="*/ 0 h 15"/>
                <a:gd name="T86" fmla="*/ 14 w 14"/>
                <a:gd name="T87" fmla="*/ 15 h 15"/>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14" h="15">
                  <a:moveTo>
                    <a:pt x="5" y="1"/>
                  </a:moveTo>
                  <a:lnTo>
                    <a:pt x="5" y="1"/>
                  </a:lnTo>
                  <a:lnTo>
                    <a:pt x="7" y="4"/>
                  </a:lnTo>
                  <a:lnTo>
                    <a:pt x="9" y="5"/>
                  </a:lnTo>
                  <a:lnTo>
                    <a:pt x="12" y="5"/>
                  </a:lnTo>
                  <a:lnTo>
                    <a:pt x="13" y="6"/>
                  </a:lnTo>
                  <a:lnTo>
                    <a:pt x="14" y="6"/>
                  </a:lnTo>
                  <a:lnTo>
                    <a:pt x="14" y="7"/>
                  </a:lnTo>
                  <a:lnTo>
                    <a:pt x="14" y="8"/>
                  </a:lnTo>
                  <a:lnTo>
                    <a:pt x="14" y="9"/>
                  </a:lnTo>
                  <a:lnTo>
                    <a:pt x="14" y="10"/>
                  </a:lnTo>
                  <a:lnTo>
                    <a:pt x="11" y="15"/>
                  </a:lnTo>
                  <a:lnTo>
                    <a:pt x="6" y="13"/>
                  </a:lnTo>
                  <a:lnTo>
                    <a:pt x="5" y="12"/>
                  </a:lnTo>
                  <a:lnTo>
                    <a:pt x="1" y="6"/>
                  </a:lnTo>
                  <a:lnTo>
                    <a:pt x="0" y="5"/>
                  </a:lnTo>
                  <a:lnTo>
                    <a:pt x="0" y="3"/>
                  </a:lnTo>
                  <a:lnTo>
                    <a:pt x="0" y="2"/>
                  </a:lnTo>
                  <a:lnTo>
                    <a:pt x="1" y="1"/>
                  </a:lnTo>
                  <a:lnTo>
                    <a:pt x="2" y="1"/>
                  </a:lnTo>
                  <a:lnTo>
                    <a:pt x="3" y="0"/>
                  </a:lnTo>
                  <a:lnTo>
                    <a:pt x="5" y="1"/>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5" name="Freeform 16"/>
            <p:cNvSpPr>
              <a:spLocks/>
            </p:cNvSpPr>
            <p:nvPr/>
          </p:nvSpPr>
          <p:spPr bwMode="gray">
            <a:xfrm>
              <a:off x="3663" y="3395"/>
              <a:ext cx="4" cy="3"/>
            </a:xfrm>
            <a:custGeom>
              <a:avLst/>
              <a:gdLst>
                <a:gd name="T0" fmla="*/ 3 w 4"/>
                <a:gd name="T1" fmla="*/ 3 h 3"/>
                <a:gd name="T2" fmla="*/ 2 w 4"/>
                <a:gd name="T3" fmla="*/ 3 h 3"/>
                <a:gd name="T4" fmla="*/ 2 w 4"/>
                <a:gd name="T5" fmla="*/ 3 h 3"/>
                <a:gd name="T6" fmla="*/ 1 w 4"/>
                <a:gd name="T7" fmla="*/ 1 h 3"/>
                <a:gd name="T8" fmla="*/ 0 w 4"/>
                <a:gd name="T9" fmla="*/ 0 h 3"/>
                <a:gd name="T10" fmla="*/ 1 w 4"/>
                <a:gd name="T11" fmla="*/ 0 h 3"/>
                <a:gd name="T12" fmla="*/ 3 w 4"/>
                <a:gd name="T13" fmla="*/ 0 h 3"/>
                <a:gd name="T14" fmla="*/ 3 w 4"/>
                <a:gd name="T15" fmla="*/ 1 h 3"/>
                <a:gd name="T16" fmla="*/ 4 w 4"/>
                <a:gd name="T17" fmla="*/ 2 h 3"/>
                <a:gd name="T18" fmla="*/ 4 w 4"/>
                <a:gd name="T19" fmla="*/ 3 h 3"/>
                <a:gd name="T20" fmla="*/ 3 w 4"/>
                <a:gd name="T21" fmla="*/ 3 h 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4"/>
                <a:gd name="T34" fmla="*/ 0 h 3"/>
                <a:gd name="T35" fmla="*/ 4 w 4"/>
                <a:gd name="T36" fmla="*/ 3 h 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4" h="3">
                  <a:moveTo>
                    <a:pt x="3" y="3"/>
                  </a:moveTo>
                  <a:lnTo>
                    <a:pt x="2" y="3"/>
                  </a:lnTo>
                  <a:lnTo>
                    <a:pt x="1" y="1"/>
                  </a:lnTo>
                  <a:lnTo>
                    <a:pt x="0" y="0"/>
                  </a:lnTo>
                  <a:lnTo>
                    <a:pt x="1" y="0"/>
                  </a:lnTo>
                  <a:lnTo>
                    <a:pt x="3" y="0"/>
                  </a:lnTo>
                  <a:lnTo>
                    <a:pt x="3" y="1"/>
                  </a:lnTo>
                  <a:lnTo>
                    <a:pt x="4" y="2"/>
                  </a:lnTo>
                  <a:lnTo>
                    <a:pt x="4" y="3"/>
                  </a:lnTo>
                  <a:lnTo>
                    <a:pt x="3" y="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6" name="Freeform 17"/>
            <p:cNvSpPr>
              <a:spLocks/>
            </p:cNvSpPr>
            <p:nvPr/>
          </p:nvSpPr>
          <p:spPr bwMode="gray">
            <a:xfrm>
              <a:off x="3361" y="2494"/>
              <a:ext cx="11" cy="15"/>
            </a:xfrm>
            <a:custGeom>
              <a:avLst/>
              <a:gdLst>
                <a:gd name="T0" fmla="*/ 6 w 11"/>
                <a:gd name="T1" fmla="*/ 1 h 15"/>
                <a:gd name="T2" fmla="*/ 7 w 11"/>
                <a:gd name="T3" fmla="*/ 1 h 15"/>
                <a:gd name="T4" fmla="*/ 9 w 11"/>
                <a:gd name="T5" fmla="*/ 2 h 15"/>
                <a:gd name="T6" fmla="*/ 9 w 11"/>
                <a:gd name="T7" fmla="*/ 3 h 15"/>
                <a:gd name="T8" fmla="*/ 10 w 11"/>
                <a:gd name="T9" fmla="*/ 4 h 15"/>
                <a:gd name="T10" fmla="*/ 10 w 11"/>
                <a:gd name="T11" fmla="*/ 5 h 15"/>
                <a:gd name="T12" fmla="*/ 11 w 11"/>
                <a:gd name="T13" fmla="*/ 8 h 15"/>
                <a:gd name="T14" fmla="*/ 11 w 11"/>
                <a:gd name="T15" fmla="*/ 13 h 15"/>
                <a:gd name="T16" fmla="*/ 11 w 11"/>
                <a:gd name="T17" fmla="*/ 14 h 15"/>
                <a:gd name="T18" fmla="*/ 11 w 11"/>
                <a:gd name="T19" fmla="*/ 15 h 15"/>
                <a:gd name="T20" fmla="*/ 10 w 11"/>
                <a:gd name="T21" fmla="*/ 15 h 15"/>
                <a:gd name="T22" fmla="*/ 8 w 11"/>
                <a:gd name="T23" fmla="*/ 15 h 15"/>
                <a:gd name="T24" fmla="*/ 5 w 11"/>
                <a:gd name="T25" fmla="*/ 14 h 15"/>
                <a:gd name="T26" fmla="*/ 5 w 11"/>
                <a:gd name="T27" fmla="*/ 14 h 15"/>
                <a:gd name="T28" fmla="*/ 2 w 11"/>
                <a:gd name="T29" fmla="*/ 13 h 15"/>
                <a:gd name="T30" fmla="*/ 2 w 11"/>
                <a:gd name="T31" fmla="*/ 12 h 15"/>
                <a:gd name="T32" fmla="*/ 1 w 11"/>
                <a:gd name="T33" fmla="*/ 11 h 15"/>
                <a:gd name="T34" fmla="*/ 1 w 11"/>
                <a:gd name="T35" fmla="*/ 10 h 15"/>
                <a:gd name="T36" fmla="*/ 0 w 11"/>
                <a:gd name="T37" fmla="*/ 7 h 15"/>
                <a:gd name="T38" fmla="*/ 0 w 11"/>
                <a:gd name="T39" fmla="*/ 4 h 15"/>
                <a:gd name="T40" fmla="*/ 1 w 11"/>
                <a:gd name="T41" fmla="*/ 2 h 15"/>
                <a:gd name="T42" fmla="*/ 1 w 11"/>
                <a:gd name="T43" fmla="*/ 1 h 15"/>
                <a:gd name="T44" fmla="*/ 2 w 11"/>
                <a:gd name="T45" fmla="*/ 0 h 15"/>
                <a:gd name="T46" fmla="*/ 2 w 11"/>
                <a:gd name="T47" fmla="*/ 0 h 15"/>
                <a:gd name="T48" fmla="*/ 3 w 11"/>
                <a:gd name="T49" fmla="*/ 0 h 15"/>
                <a:gd name="T50" fmla="*/ 3 w 11"/>
                <a:gd name="T51" fmla="*/ 0 h 15"/>
                <a:gd name="T52" fmla="*/ 4 w 11"/>
                <a:gd name="T53" fmla="*/ 0 h 15"/>
                <a:gd name="T54" fmla="*/ 5 w 11"/>
                <a:gd name="T55" fmla="*/ 0 h 15"/>
                <a:gd name="T56" fmla="*/ 6 w 11"/>
                <a:gd name="T57" fmla="*/ 1 h 15"/>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11"/>
                <a:gd name="T88" fmla="*/ 0 h 15"/>
                <a:gd name="T89" fmla="*/ 11 w 11"/>
                <a:gd name="T90" fmla="*/ 15 h 15"/>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11" h="15">
                  <a:moveTo>
                    <a:pt x="6" y="1"/>
                  </a:moveTo>
                  <a:lnTo>
                    <a:pt x="7" y="1"/>
                  </a:lnTo>
                  <a:lnTo>
                    <a:pt x="9" y="2"/>
                  </a:lnTo>
                  <a:lnTo>
                    <a:pt x="9" y="3"/>
                  </a:lnTo>
                  <a:lnTo>
                    <a:pt x="10" y="4"/>
                  </a:lnTo>
                  <a:lnTo>
                    <a:pt x="10" y="5"/>
                  </a:lnTo>
                  <a:lnTo>
                    <a:pt x="11" y="8"/>
                  </a:lnTo>
                  <a:lnTo>
                    <a:pt x="11" y="13"/>
                  </a:lnTo>
                  <a:lnTo>
                    <a:pt x="11" y="14"/>
                  </a:lnTo>
                  <a:lnTo>
                    <a:pt x="11" y="15"/>
                  </a:lnTo>
                  <a:lnTo>
                    <a:pt x="10" y="15"/>
                  </a:lnTo>
                  <a:lnTo>
                    <a:pt x="8" y="15"/>
                  </a:lnTo>
                  <a:lnTo>
                    <a:pt x="5" y="14"/>
                  </a:lnTo>
                  <a:lnTo>
                    <a:pt x="2" y="13"/>
                  </a:lnTo>
                  <a:lnTo>
                    <a:pt x="2" y="12"/>
                  </a:lnTo>
                  <a:lnTo>
                    <a:pt x="1" y="11"/>
                  </a:lnTo>
                  <a:lnTo>
                    <a:pt x="1" y="10"/>
                  </a:lnTo>
                  <a:lnTo>
                    <a:pt x="0" y="7"/>
                  </a:lnTo>
                  <a:lnTo>
                    <a:pt x="0" y="4"/>
                  </a:lnTo>
                  <a:lnTo>
                    <a:pt x="1" y="2"/>
                  </a:lnTo>
                  <a:lnTo>
                    <a:pt x="1" y="1"/>
                  </a:lnTo>
                  <a:lnTo>
                    <a:pt x="2" y="0"/>
                  </a:lnTo>
                  <a:lnTo>
                    <a:pt x="3" y="0"/>
                  </a:lnTo>
                  <a:lnTo>
                    <a:pt x="4" y="0"/>
                  </a:lnTo>
                  <a:lnTo>
                    <a:pt x="5" y="0"/>
                  </a:lnTo>
                  <a:lnTo>
                    <a:pt x="6"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7" name="Freeform 18"/>
            <p:cNvSpPr>
              <a:spLocks/>
            </p:cNvSpPr>
            <p:nvPr/>
          </p:nvSpPr>
          <p:spPr bwMode="gray">
            <a:xfrm>
              <a:off x="3568" y="3734"/>
              <a:ext cx="9" cy="8"/>
            </a:xfrm>
            <a:custGeom>
              <a:avLst/>
              <a:gdLst>
                <a:gd name="T0" fmla="*/ 1 w 9"/>
                <a:gd name="T1" fmla="*/ 8 h 8"/>
                <a:gd name="T2" fmla="*/ 1 w 9"/>
                <a:gd name="T3" fmla="*/ 8 h 8"/>
                <a:gd name="T4" fmla="*/ 0 w 9"/>
                <a:gd name="T5" fmla="*/ 8 h 8"/>
                <a:gd name="T6" fmla="*/ 0 w 9"/>
                <a:gd name="T7" fmla="*/ 3 h 8"/>
                <a:gd name="T8" fmla="*/ 0 w 9"/>
                <a:gd name="T9" fmla="*/ 3 h 8"/>
                <a:gd name="T10" fmla="*/ 1 w 9"/>
                <a:gd name="T11" fmla="*/ 2 h 8"/>
                <a:gd name="T12" fmla="*/ 2 w 9"/>
                <a:gd name="T13" fmla="*/ 2 h 8"/>
                <a:gd name="T14" fmla="*/ 3 w 9"/>
                <a:gd name="T15" fmla="*/ 1 h 8"/>
                <a:gd name="T16" fmla="*/ 7 w 9"/>
                <a:gd name="T17" fmla="*/ 0 h 8"/>
                <a:gd name="T18" fmla="*/ 8 w 9"/>
                <a:gd name="T19" fmla="*/ 1 h 8"/>
                <a:gd name="T20" fmla="*/ 8 w 9"/>
                <a:gd name="T21" fmla="*/ 1 h 8"/>
                <a:gd name="T22" fmla="*/ 9 w 9"/>
                <a:gd name="T23" fmla="*/ 2 h 8"/>
                <a:gd name="T24" fmla="*/ 9 w 9"/>
                <a:gd name="T25" fmla="*/ 3 h 8"/>
                <a:gd name="T26" fmla="*/ 8 w 9"/>
                <a:gd name="T27" fmla="*/ 3 h 8"/>
                <a:gd name="T28" fmla="*/ 8 w 9"/>
                <a:gd name="T29" fmla="*/ 3 h 8"/>
                <a:gd name="T30" fmla="*/ 6 w 9"/>
                <a:gd name="T31" fmla="*/ 4 h 8"/>
                <a:gd name="T32" fmla="*/ 5 w 9"/>
                <a:gd name="T33" fmla="*/ 4 h 8"/>
                <a:gd name="T34" fmla="*/ 4 w 9"/>
                <a:gd name="T35" fmla="*/ 5 h 8"/>
                <a:gd name="T36" fmla="*/ 3 w 9"/>
                <a:gd name="T37" fmla="*/ 5 h 8"/>
                <a:gd name="T38" fmla="*/ 3 w 9"/>
                <a:gd name="T39" fmla="*/ 6 h 8"/>
                <a:gd name="T40" fmla="*/ 1 w 9"/>
                <a:gd name="T41" fmla="*/ 8 h 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9"/>
                <a:gd name="T64" fmla="*/ 0 h 8"/>
                <a:gd name="T65" fmla="*/ 9 w 9"/>
                <a:gd name="T66" fmla="*/ 8 h 8"/>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9" h="8">
                  <a:moveTo>
                    <a:pt x="1" y="8"/>
                  </a:moveTo>
                  <a:lnTo>
                    <a:pt x="1" y="8"/>
                  </a:lnTo>
                  <a:lnTo>
                    <a:pt x="0" y="8"/>
                  </a:lnTo>
                  <a:lnTo>
                    <a:pt x="0" y="3"/>
                  </a:lnTo>
                  <a:lnTo>
                    <a:pt x="1" y="2"/>
                  </a:lnTo>
                  <a:lnTo>
                    <a:pt x="2" y="2"/>
                  </a:lnTo>
                  <a:lnTo>
                    <a:pt x="3" y="1"/>
                  </a:lnTo>
                  <a:lnTo>
                    <a:pt x="7" y="0"/>
                  </a:lnTo>
                  <a:lnTo>
                    <a:pt x="8" y="1"/>
                  </a:lnTo>
                  <a:lnTo>
                    <a:pt x="9" y="2"/>
                  </a:lnTo>
                  <a:lnTo>
                    <a:pt x="9" y="3"/>
                  </a:lnTo>
                  <a:lnTo>
                    <a:pt x="8" y="3"/>
                  </a:lnTo>
                  <a:lnTo>
                    <a:pt x="6" y="4"/>
                  </a:lnTo>
                  <a:lnTo>
                    <a:pt x="5" y="4"/>
                  </a:lnTo>
                  <a:lnTo>
                    <a:pt x="4" y="5"/>
                  </a:lnTo>
                  <a:lnTo>
                    <a:pt x="3" y="5"/>
                  </a:lnTo>
                  <a:lnTo>
                    <a:pt x="3" y="6"/>
                  </a:lnTo>
                  <a:lnTo>
                    <a:pt x="1" y="8"/>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8" name="Freeform 19"/>
            <p:cNvSpPr>
              <a:spLocks/>
            </p:cNvSpPr>
            <p:nvPr/>
          </p:nvSpPr>
          <p:spPr bwMode="gray">
            <a:xfrm>
              <a:off x="3098" y="2179"/>
              <a:ext cx="16" cy="9"/>
            </a:xfrm>
            <a:custGeom>
              <a:avLst/>
              <a:gdLst>
                <a:gd name="T0" fmla="*/ 1 w 16"/>
                <a:gd name="T1" fmla="*/ 2 h 9"/>
                <a:gd name="T2" fmla="*/ 3 w 16"/>
                <a:gd name="T3" fmla="*/ 2 h 9"/>
                <a:gd name="T4" fmla="*/ 7 w 16"/>
                <a:gd name="T5" fmla="*/ 2 h 9"/>
                <a:gd name="T6" fmla="*/ 13 w 16"/>
                <a:gd name="T7" fmla="*/ 0 h 9"/>
                <a:gd name="T8" fmla="*/ 14 w 16"/>
                <a:gd name="T9" fmla="*/ 0 h 9"/>
                <a:gd name="T10" fmla="*/ 15 w 16"/>
                <a:gd name="T11" fmla="*/ 0 h 9"/>
                <a:gd name="T12" fmla="*/ 15 w 16"/>
                <a:gd name="T13" fmla="*/ 1 h 9"/>
                <a:gd name="T14" fmla="*/ 16 w 16"/>
                <a:gd name="T15" fmla="*/ 1 h 9"/>
                <a:gd name="T16" fmla="*/ 16 w 16"/>
                <a:gd name="T17" fmla="*/ 2 h 9"/>
                <a:gd name="T18" fmla="*/ 16 w 16"/>
                <a:gd name="T19" fmla="*/ 2 h 9"/>
                <a:gd name="T20" fmla="*/ 16 w 16"/>
                <a:gd name="T21" fmla="*/ 5 h 9"/>
                <a:gd name="T22" fmla="*/ 15 w 16"/>
                <a:gd name="T23" fmla="*/ 6 h 9"/>
                <a:gd name="T24" fmla="*/ 15 w 16"/>
                <a:gd name="T25" fmla="*/ 7 h 9"/>
                <a:gd name="T26" fmla="*/ 5 w 16"/>
                <a:gd name="T27" fmla="*/ 9 h 9"/>
                <a:gd name="T28" fmla="*/ 4 w 16"/>
                <a:gd name="T29" fmla="*/ 9 h 9"/>
                <a:gd name="T30" fmla="*/ 3 w 16"/>
                <a:gd name="T31" fmla="*/ 8 h 9"/>
                <a:gd name="T32" fmla="*/ 0 w 16"/>
                <a:gd name="T33" fmla="*/ 4 h 9"/>
                <a:gd name="T34" fmla="*/ 0 w 16"/>
                <a:gd name="T35" fmla="*/ 2 h 9"/>
                <a:gd name="T36" fmla="*/ 0 w 16"/>
                <a:gd name="T37" fmla="*/ 2 h 9"/>
                <a:gd name="T38" fmla="*/ 1 w 16"/>
                <a:gd name="T39" fmla="*/ 1 h 9"/>
                <a:gd name="T40" fmla="*/ 1 w 16"/>
                <a:gd name="T41" fmla="*/ 2 h 9"/>
                <a:gd name="T42" fmla="*/ 1 w 16"/>
                <a:gd name="T43" fmla="*/ 2 h 9"/>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16"/>
                <a:gd name="T67" fmla="*/ 0 h 9"/>
                <a:gd name="T68" fmla="*/ 16 w 16"/>
                <a:gd name="T69" fmla="*/ 9 h 9"/>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16" h="9">
                  <a:moveTo>
                    <a:pt x="1" y="2"/>
                  </a:moveTo>
                  <a:lnTo>
                    <a:pt x="3" y="2"/>
                  </a:lnTo>
                  <a:lnTo>
                    <a:pt x="7" y="2"/>
                  </a:lnTo>
                  <a:lnTo>
                    <a:pt x="13" y="0"/>
                  </a:lnTo>
                  <a:lnTo>
                    <a:pt x="14" y="0"/>
                  </a:lnTo>
                  <a:lnTo>
                    <a:pt x="15" y="0"/>
                  </a:lnTo>
                  <a:lnTo>
                    <a:pt x="15" y="1"/>
                  </a:lnTo>
                  <a:lnTo>
                    <a:pt x="16" y="1"/>
                  </a:lnTo>
                  <a:lnTo>
                    <a:pt x="16" y="2"/>
                  </a:lnTo>
                  <a:lnTo>
                    <a:pt x="16" y="5"/>
                  </a:lnTo>
                  <a:lnTo>
                    <a:pt x="15" y="6"/>
                  </a:lnTo>
                  <a:lnTo>
                    <a:pt x="15" y="7"/>
                  </a:lnTo>
                  <a:lnTo>
                    <a:pt x="5" y="9"/>
                  </a:lnTo>
                  <a:lnTo>
                    <a:pt x="4" y="9"/>
                  </a:lnTo>
                  <a:lnTo>
                    <a:pt x="3" y="8"/>
                  </a:lnTo>
                  <a:lnTo>
                    <a:pt x="0" y="4"/>
                  </a:lnTo>
                  <a:lnTo>
                    <a:pt x="0" y="2"/>
                  </a:lnTo>
                  <a:lnTo>
                    <a:pt x="1" y="1"/>
                  </a:lnTo>
                  <a:lnTo>
                    <a:pt x="1"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09" name="Freeform 20"/>
            <p:cNvSpPr>
              <a:spLocks/>
            </p:cNvSpPr>
            <p:nvPr/>
          </p:nvSpPr>
          <p:spPr bwMode="gray">
            <a:xfrm>
              <a:off x="3350" y="2542"/>
              <a:ext cx="5" cy="13"/>
            </a:xfrm>
            <a:custGeom>
              <a:avLst/>
              <a:gdLst>
                <a:gd name="T0" fmla="*/ 5 w 5"/>
                <a:gd name="T1" fmla="*/ 3 h 13"/>
                <a:gd name="T2" fmla="*/ 5 w 5"/>
                <a:gd name="T3" fmla="*/ 5 h 13"/>
                <a:gd name="T4" fmla="*/ 3 w 5"/>
                <a:gd name="T5" fmla="*/ 12 h 13"/>
                <a:gd name="T6" fmla="*/ 3 w 5"/>
                <a:gd name="T7" fmla="*/ 13 h 13"/>
                <a:gd name="T8" fmla="*/ 2 w 5"/>
                <a:gd name="T9" fmla="*/ 13 h 13"/>
                <a:gd name="T10" fmla="*/ 1 w 5"/>
                <a:gd name="T11" fmla="*/ 13 h 13"/>
                <a:gd name="T12" fmla="*/ 1 w 5"/>
                <a:gd name="T13" fmla="*/ 12 h 13"/>
                <a:gd name="T14" fmla="*/ 0 w 5"/>
                <a:gd name="T15" fmla="*/ 11 h 13"/>
                <a:gd name="T16" fmla="*/ 0 w 5"/>
                <a:gd name="T17" fmla="*/ 10 h 13"/>
                <a:gd name="T18" fmla="*/ 0 w 5"/>
                <a:gd name="T19" fmla="*/ 9 h 13"/>
                <a:gd name="T20" fmla="*/ 0 w 5"/>
                <a:gd name="T21" fmla="*/ 9 h 13"/>
                <a:gd name="T22" fmla="*/ 1 w 5"/>
                <a:gd name="T23" fmla="*/ 4 h 13"/>
                <a:gd name="T24" fmla="*/ 1 w 5"/>
                <a:gd name="T25" fmla="*/ 4 h 13"/>
                <a:gd name="T26" fmla="*/ 4 w 5"/>
                <a:gd name="T27" fmla="*/ 0 h 13"/>
                <a:gd name="T28" fmla="*/ 4 w 5"/>
                <a:gd name="T29" fmla="*/ 0 h 13"/>
                <a:gd name="T30" fmla="*/ 5 w 5"/>
                <a:gd name="T31" fmla="*/ 0 h 13"/>
                <a:gd name="T32" fmla="*/ 5 w 5"/>
                <a:gd name="T33" fmla="*/ 1 h 13"/>
                <a:gd name="T34" fmla="*/ 5 w 5"/>
                <a:gd name="T35" fmla="*/ 3 h 1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5"/>
                <a:gd name="T55" fmla="*/ 0 h 13"/>
                <a:gd name="T56" fmla="*/ 5 w 5"/>
                <a:gd name="T57" fmla="*/ 13 h 1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5" h="13">
                  <a:moveTo>
                    <a:pt x="5" y="3"/>
                  </a:moveTo>
                  <a:lnTo>
                    <a:pt x="5" y="5"/>
                  </a:lnTo>
                  <a:lnTo>
                    <a:pt x="3" y="12"/>
                  </a:lnTo>
                  <a:lnTo>
                    <a:pt x="3" y="13"/>
                  </a:lnTo>
                  <a:lnTo>
                    <a:pt x="2" y="13"/>
                  </a:lnTo>
                  <a:lnTo>
                    <a:pt x="1" y="13"/>
                  </a:lnTo>
                  <a:lnTo>
                    <a:pt x="1" y="12"/>
                  </a:lnTo>
                  <a:lnTo>
                    <a:pt x="0" y="11"/>
                  </a:lnTo>
                  <a:lnTo>
                    <a:pt x="0" y="10"/>
                  </a:lnTo>
                  <a:lnTo>
                    <a:pt x="0" y="9"/>
                  </a:lnTo>
                  <a:lnTo>
                    <a:pt x="1" y="4"/>
                  </a:lnTo>
                  <a:lnTo>
                    <a:pt x="4" y="0"/>
                  </a:lnTo>
                  <a:lnTo>
                    <a:pt x="5" y="0"/>
                  </a:lnTo>
                  <a:lnTo>
                    <a:pt x="5" y="1"/>
                  </a:lnTo>
                  <a:lnTo>
                    <a:pt x="5" y="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0" name="Freeform 21"/>
            <p:cNvSpPr>
              <a:spLocks/>
            </p:cNvSpPr>
            <p:nvPr/>
          </p:nvSpPr>
          <p:spPr bwMode="gray">
            <a:xfrm>
              <a:off x="3566" y="3656"/>
              <a:ext cx="4" cy="4"/>
            </a:xfrm>
            <a:custGeom>
              <a:avLst/>
              <a:gdLst>
                <a:gd name="T0" fmla="*/ 3 w 4"/>
                <a:gd name="T1" fmla="*/ 4 h 4"/>
                <a:gd name="T2" fmla="*/ 1 w 4"/>
                <a:gd name="T3" fmla="*/ 4 h 4"/>
                <a:gd name="T4" fmla="*/ 1 w 4"/>
                <a:gd name="T5" fmla="*/ 4 h 4"/>
                <a:gd name="T6" fmla="*/ 0 w 4"/>
                <a:gd name="T7" fmla="*/ 2 h 4"/>
                <a:gd name="T8" fmla="*/ 0 w 4"/>
                <a:gd name="T9" fmla="*/ 2 h 4"/>
                <a:gd name="T10" fmla="*/ 0 w 4"/>
                <a:gd name="T11" fmla="*/ 1 h 4"/>
                <a:gd name="T12" fmla="*/ 2 w 4"/>
                <a:gd name="T13" fmla="*/ 0 h 4"/>
                <a:gd name="T14" fmla="*/ 2 w 4"/>
                <a:gd name="T15" fmla="*/ 0 h 4"/>
                <a:gd name="T16" fmla="*/ 3 w 4"/>
                <a:gd name="T17" fmla="*/ 0 h 4"/>
                <a:gd name="T18" fmla="*/ 3 w 4"/>
                <a:gd name="T19" fmla="*/ 0 h 4"/>
                <a:gd name="T20" fmla="*/ 4 w 4"/>
                <a:gd name="T21" fmla="*/ 3 h 4"/>
                <a:gd name="T22" fmla="*/ 4 w 4"/>
                <a:gd name="T23" fmla="*/ 4 h 4"/>
                <a:gd name="T24" fmla="*/ 4 w 4"/>
                <a:gd name="T25" fmla="*/ 4 h 4"/>
                <a:gd name="T26" fmla="*/ 3 w 4"/>
                <a:gd name="T27" fmla="*/ 4 h 4"/>
                <a:gd name="T28" fmla="*/ 3 w 4"/>
                <a:gd name="T29" fmla="*/ 4 h 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
                <a:gd name="T46" fmla="*/ 0 h 4"/>
                <a:gd name="T47" fmla="*/ 4 w 4"/>
                <a:gd name="T48" fmla="*/ 4 h 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 h="4">
                  <a:moveTo>
                    <a:pt x="3" y="4"/>
                  </a:moveTo>
                  <a:lnTo>
                    <a:pt x="1" y="4"/>
                  </a:lnTo>
                  <a:lnTo>
                    <a:pt x="0" y="2"/>
                  </a:lnTo>
                  <a:lnTo>
                    <a:pt x="0" y="1"/>
                  </a:lnTo>
                  <a:lnTo>
                    <a:pt x="2" y="0"/>
                  </a:lnTo>
                  <a:lnTo>
                    <a:pt x="3" y="0"/>
                  </a:lnTo>
                  <a:lnTo>
                    <a:pt x="4" y="3"/>
                  </a:lnTo>
                  <a:lnTo>
                    <a:pt x="4" y="4"/>
                  </a:lnTo>
                  <a:lnTo>
                    <a:pt x="3" y="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1" name="Freeform 22"/>
            <p:cNvSpPr>
              <a:spLocks/>
            </p:cNvSpPr>
            <p:nvPr/>
          </p:nvSpPr>
          <p:spPr bwMode="gray">
            <a:xfrm>
              <a:off x="3653" y="3382"/>
              <a:ext cx="2" cy="2"/>
            </a:xfrm>
            <a:custGeom>
              <a:avLst/>
              <a:gdLst>
                <a:gd name="T0" fmla="*/ 1 w 2"/>
                <a:gd name="T1" fmla="*/ 2 h 2"/>
                <a:gd name="T2" fmla="*/ 0 w 2"/>
                <a:gd name="T3" fmla="*/ 1 h 2"/>
                <a:gd name="T4" fmla="*/ 0 w 2"/>
                <a:gd name="T5" fmla="*/ 1 h 2"/>
                <a:gd name="T6" fmla="*/ 0 w 2"/>
                <a:gd name="T7" fmla="*/ 0 h 2"/>
                <a:gd name="T8" fmla="*/ 1 w 2"/>
                <a:gd name="T9" fmla="*/ 0 h 2"/>
                <a:gd name="T10" fmla="*/ 1 w 2"/>
                <a:gd name="T11" fmla="*/ 0 h 2"/>
                <a:gd name="T12" fmla="*/ 2 w 2"/>
                <a:gd name="T13" fmla="*/ 0 h 2"/>
                <a:gd name="T14" fmla="*/ 2 w 2"/>
                <a:gd name="T15" fmla="*/ 1 h 2"/>
                <a:gd name="T16" fmla="*/ 2 w 2"/>
                <a:gd name="T17" fmla="*/ 2 h 2"/>
                <a:gd name="T18" fmla="*/ 1 w 2"/>
                <a:gd name="T19" fmla="*/ 2 h 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
                <a:gd name="T31" fmla="*/ 0 h 2"/>
                <a:gd name="T32" fmla="*/ 2 w 2"/>
                <a:gd name="T33" fmla="*/ 2 h 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 h="2">
                  <a:moveTo>
                    <a:pt x="1" y="2"/>
                  </a:moveTo>
                  <a:lnTo>
                    <a:pt x="0" y="1"/>
                  </a:lnTo>
                  <a:lnTo>
                    <a:pt x="0" y="0"/>
                  </a:lnTo>
                  <a:lnTo>
                    <a:pt x="1" y="0"/>
                  </a:lnTo>
                  <a:lnTo>
                    <a:pt x="2" y="0"/>
                  </a:lnTo>
                  <a:lnTo>
                    <a:pt x="2" y="1"/>
                  </a:lnTo>
                  <a:lnTo>
                    <a:pt x="2" y="2"/>
                  </a:lnTo>
                  <a:lnTo>
                    <a:pt x="1"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2" name="Freeform 23"/>
            <p:cNvSpPr>
              <a:spLocks/>
            </p:cNvSpPr>
            <p:nvPr/>
          </p:nvSpPr>
          <p:spPr bwMode="gray">
            <a:xfrm>
              <a:off x="4929" y="3790"/>
              <a:ext cx="2" cy="4"/>
            </a:xfrm>
            <a:custGeom>
              <a:avLst/>
              <a:gdLst>
                <a:gd name="T0" fmla="*/ 1 w 2"/>
                <a:gd name="T1" fmla="*/ 4 h 4"/>
                <a:gd name="T2" fmla="*/ 1 w 2"/>
                <a:gd name="T3" fmla="*/ 3 h 4"/>
                <a:gd name="T4" fmla="*/ 0 w 2"/>
                <a:gd name="T5" fmla="*/ 3 h 4"/>
                <a:gd name="T6" fmla="*/ 0 w 2"/>
                <a:gd name="T7" fmla="*/ 3 h 4"/>
                <a:gd name="T8" fmla="*/ 0 w 2"/>
                <a:gd name="T9" fmla="*/ 2 h 4"/>
                <a:gd name="T10" fmla="*/ 0 w 2"/>
                <a:gd name="T11" fmla="*/ 1 h 4"/>
                <a:gd name="T12" fmla="*/ 1 w 2"/>
                <a:gd name="T13" fmla="*/ 0 h 4"/>
                <a:gd name="T14" fmla="*/ 1 w 2"/>
                <a:gd name="T15" fmla="*/ 0 h 4"/>
                <a:gd name="T16" fmla="*/ 2 w 2"/>
                <a:gd name="T17" fmla="*/ 0 h 4"/>
                <a:gd name="T18" fmla="*/ 2 w 2"/>
                <a:gd name="T19" fmla="*/ 1 h 4"/>
                <a:gd name="T20" fmla="*/ 2 w 2"/>
                <a:gd name="T21" fmla="*/ 2 h 4"/>
                <a:gd name="T22" fmla="*/ 2 w 2"/>
                <a:gd name="T23" fmla="*/ 3 h 4"/>
                <a:gd name="T24" fmla="*/ 2 w 2"/>
                <a:gd name="T25" fmla="*/ 3 h 4"/>
                <a:gd name="T26" fmla="*/ 1 w 2"/>
                <a:gd name="T27" fmla="*/ 4 h 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
                <a:gd name="T43" fmla="*/ 0 h 4"/>
                <a:gd name="T44" fmla="*/ 2 w 2"/>
                <a:gd name="T45" fmla="*/ 4 h 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 h="4">
                  <a:moveTo>
                    <a:pt x="1" y="4"/>
                  </a:moveTo>
                  <a:lnTo>
                    <a:pt x="1" y="3"/>
                  </a:lnTo>
                  <a:lnTo>
                    <a:pt x="0" y="3"/>
                  </a:lnTo>
                  <a:lnTo>
                    <a:pt x="0" y="2"/>
                  </a:lnTo>
                  <a:lnTo>
                    <a:pt x="0" y="1"/>
                  </a:lnTo>
                  <a:lnTo>
                    <a:pt x="1" y="0"/>
                  </a:lnTo>
                  <a:lnTo>
                    <a:pt x="2" y="0"/>
                  </a:lnTo>
                  <a:lnTo>
                    <a:pt x="2" y="1"/>
                  </a:lnTo>
                  <a:lnTo>
                    <a:pt x="2" y="2"/>
                  </a:lnTo>
                  <a:lnTo>
                    <a:pt x="2" y="3"/>
                  </a:lnTo>
                  <a:lnTo>
                    <a:pt x="1" y="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3" name="Freeform 24"/>
            <p:cNvSpPr>
              <a:spLocks/>
            </p:cNvSpPr>
            <p:nvPr/>
          </p:nvSpPr>
          <p:spPr bwMode="gray">
            <a:xfrm>
              <a:off x="3375" y="2582"/>
              <a:ext cx="10" cy="10"/>
            </a:xfrm>
            <a:custGeom>
              <a:avLst/>
              <a:gdLst>
                <a:gd name="T0" fmla="*/ 9 w 10"/>
                <a:gd name="T1" fmla="*/ 2 h 10"/>
                <a:gd name="T2" fmla="*/ 10 w 10"/>
                <a:gd name="T3" fmla="*/ 2 h 10"/>
                <a:gd name="T4" fmla="*/ 9 w 10"/>
                <a:gd name="T5" fmla="*/ 5 h 10"/>
                <a:gd name="T6" fmla="*/ 8 w 10"/>
                <a:gd name="T7" fmla="*/ 7 h 10"/>
                <a:gd name="T8" fmla="*/ 8 w 10"/>
                <a:gd name="T9" fmla="*/ 8 h 10"/>
                <a:gd name="T10" fmla="*/ 5 w 10"/>
                <a:gd name="T11" fmla="*/ 10 h 10"/>
                <a:gd name="T12" fmla="*/ 4 w 10"/>
                <a:gd name="T13" fmla="*/ 10 h 10"/>
                <a:gd name="T14" fmla="*/ 4 w 10"/>
                <a:gd name="T15" fmla="*/ 10 h 10"/>
                <a:gd name="T16" fmla="*/ 3 w 10"/>
                <a:gd name="T17" fmla="*/ 10 h 10"/>
                <a:gd name="T18" fmla="*/ 2 w 10"/>
                <a:gd name="T19" fmla="*/ 10 h 10"/>
                <a:gd name="T20" fmla="*/ 1 w 10"/>
                <a:gd name="T21" fmla="*/ 9 h 10"/>
                <a:gd name="T22" fmla="*/ 0 w 10"/>
                <a:gd name="T23" fmla="*/ 8 h 10"/>
                <a:gd name="T24" fmla="*/ 0 w 10"/>
                <a:gd name="T25" fmla="*/ 7 h 10"/>
                <a:gd name="T26" fmla="*/ 0 w 10"/>
                <a:gd name="T27" fmla="*/ 5 h 10"/>
                <a:gd name="T28" fmla="*/ 0 w 10"/>
                <a:gd name="T29" fmla="*/ 5 h 10"/>
                <a:gd name="T30" fmla="*/ 2 w 10"/>
                <a:gd name="T31" fmla="*/ 1 h 10"/>
                <a:gd name="T32" fmla="*/ 2 w 10"/>
                <a:gd name="T33" fmla="*/ 0 h 10"/>
                <a:gd name="T34" fmla="*/ 3 w 10"/>
                <a:gd name="T35" fmla="*/ 0 h 10"/>
                <a:gd name="T36" fmla="*/ 4 w 10"/>
                <a:gd name="T37" fmla="*/ 0 h 10"/>
                <a:gd name="T38" fmla="*/ 5 w 10"/>
                <a:gd name="T39" fmla="*/ 0 h 10"/>
                <a:gd name="T40" fmla="*/ 6 w 10"/>
                <a:gd name="T41" fmla="*/ 0 h 10"/>
                <a:gd name="T42" fmla="*/ 8 w 10"/>
                <a:gd name="T43" fmla="*/ 0 h 10"/>
                <a:gd name="T44" fmla="*/ 8 w 10"/>
                <a:gd name="T45" fmla="*/ 1 h 10"/>
                <a:gd name="T46" fmla="*/ 9 w 10"/>
                <a:gd name="T47" fmla="*/ 2 h 10"/>
                <a:gd name="T48" fmla="*/ 9 w 10"/>
                <a:gd name="T49" fmla="*/ 2 h 10"/>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0"/>
                <a:gd name="T76" fmla="*/ 0 h 10"/>
                <a:gd name="T77" fmla="*/ 10 w 10"/>
                <a:gd name="T78" fmla="*/ 10 h 10"/>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0" h="10">
                  <a:moveTo>
                    <a:pt x="9" y="2"/>
                  </a:moveTo>
                  <a:lnTo>
                    <a:pt x="10" y="2"/>
                  </a:lnTo>
                  <a:lnTo>
                    <a:pt x="9" y="5"/>
                  </a:lnTo>
                  <a:lnTo>
                    <a:pt x="8" y="7"/>
                  </a:lnTo>
                  <a:lnTo>
                    <a:pt x="8" y="8"/>
                  </a:lnTo>
                  <a:lnTo>
                    <a:pt x="5" y="10"/>
                  </a:lnTo>
                  <a:lnTo>
                    <a:pt x="4" y="10"/>
                  </a:lnTo>
                  <a:lnTo>
                    <a:pt x="3" y="10"/>
                  </a:lnTo>
                  <a:lnTo>
                    <a:pt x="2" y="10"/>
                  </a:lnTo>
                  <a:lnTo>
                    <a:pt x="1" y="9"/>
                  </a:lnTo>
                  <a:lnTo>
                    <a:pt x="0" y="8"/>
                  </a:lnTo>
                  <a:lnTo>
                    <a:pt x="0" y="7"/>
                  </a:lnTo>
                  <a:lnTo>
                    <a:pt x="0" y="5"/>
                  </a:lnTo>
                  <a:lnTo>
                    <a:pt x="2" y="1"/>
                  </a:lnTo>
                  <a:lnTo>
                    <a:pt x="2" y="0"/>
                  </a:lnTo>
                  <a:lnTo>
                    <a:pt x="3" y="0"/>
                  </a:lnTo>
                  <a:lnTo>
                    <a:pt x="4" y="0"/>
                  </a:lnTo>
                  <a:lnTo>
                    <a:pt x="5" y="0"/>
                  </a:lnTo>
                  <a:lnTo>
                    <a:pt x="6" y="0"/>
                  </a:lnTo>
                  <a:lnTo>
                    <a:pt x="8" y="0"/>
                  </a:lnTo>
                  <a:lnTo>
                    <a:pt x="8" y="1"/>
                  </a:lnTo>
                  <a:lnTo>
                    <a:pt x="9"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4" name="Freeform 25"/>
            <p:cNvSpPr>
              <a:spLocks/>
            </p:cNvSpPr>
            <p:nvPr/>
          </p:nvSpPr>
          <p:spPr bwMode="gray">
            <a:xfrm>
              <a:off x="3523" y="3441"/>
              <a:ext cx="2" cy="3"/>
            </a:xfrm>
            <a:custGeom>
              <a:avLst/>
              <a:gdLst>
                <a:gd name="T0" fmla="*/ 1 w 2"/>
                <a:gd name="T1" fmla="*/ 3 h 3"/>
                <a:gd name="T2" fmla="*/ 0 w 2"/>
                <a:gd name="T3" fmla="*/ 3 h 3"/>
                <a:gd name="T4" fmla="*/ 0 w 2"/>
                <a:gd name="T5" fmla="*/ 2 h 3"/>
                <a:gd name="T6" fmla="*/ 0 w 2"/>
                <a:gd name="T7" fmla="*/ 2 h 3"/>
                <a:gd name="T8" fmla="*/ 0 w 2"/>
                <a:gd name="T9" fmla="*/ 1 h 3"/>
                <a:gd name="T10" fmla="*/ 1 w 2"/>
                <a:gd name="T11" fmla="*/ 0 h 3"/>
                <a:gd name="T12" fmla="*/ 2 w 2"/>
                <a:gd name="T13" fmla="*/ 0 h 3"/>
                <a:gd name="T14" fmla="*/ 2 w 2"/>
                <a:gd name="T15" fmla="*/ 1 h 3"/>
                <a:gd name="T16" fmla="*/ 2 w 2"/>
                <a:gd name="T17" fmla="*/ 2 h 3"/>
                <a:gd name="T18" fmla="*/ 2 w 2"/>
                <a:gd name="T19" fmla="*/ 2 h 3"/>
                <a:gd name="T20" fmla="*/ 1 w 2"/>
                <a:gd name="T21" fmla="*/ 3 h 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
                <a:gd name="T34" fmla="*/ 0 h 3"/>
                <a:gd name="T35" fmla="*/ 2 w 2"/>
                <a:gd name="T36" fmla="*/ 3 h 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 h="3">
                  <a:moveTo>
                    <a:pt x="1" y="3"/>
                  </a:moveTo>
                  <a:lnTo>
                    <a:pt x="0" y="3"/>
                  </a:lnTo>
                  <a:lnTo>
                    <a:pt x="0" y="2"/>
                  </a:lnTo>
                  <a:lnTo>
                    <a:pt x="0" y="1"/>
                  </a:lnTo>
                  <a:lnTo>
                    <a:pt x="1" y="0"/>
                  </a:lnTo>
                  <a:lnTo>
                    <a:pt x="2" y="0"/>
                  </a:lnTo>
                  <a:lnTo>
                    <a:pt x="2" y="1"/>
                  </a:lnTo>
                  <a:lnTo>
                    <a:pt x="2" y="2"/>
                  </a:lnTo>
                  <a:lnTo>
                    <a:pt x="1" y="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5" name="Freeform 26"/>
            <p:cNvSpPr>
              <a:spLocks/>
            </p:cNvSpPr>
            <p:nvPr/>
          </p:nvSpPr>
          <p:spPr bwMode="gray">
            <a:xfrm>
              <a:off x="3664" y="3448"/>
              <a:ext cx="3" cy="5"/>
            </a:xfrm>
            <a:custGeom>
              <a:avLst/>
              <a:gdLst>
                <a:gd name="T0" fmla="*/ 2 w 3"/>
                <a:gd name="T1" fmla="*/ 5 h 5"/>
                <a:gd name="T2" fmla="*/ 1 w 3"/>
                <a:gd name="T3" fmla="*/ 5 h 5"/>
                <a:gd name="T4" fmla="*/ 0 w 3"/>
                <a:gd name="T5" fmla="*/ 4 h 5"/>
                <a:gd name="T6" fmla="*/ 0 w 3"/>
                <a:gd name="T7" fmla="*/ 4 h 5"/>
                <a:gd name="T8" fmla="*/ 1 w 3"/>
                <a:gd name="T9" fmla="*/ 1 h 5"/>
                <a:gd name="T10" fmla="*/ 2 w 3"/>
                <a:gd name="T11" fmla="*/ 0 h 5"/>
                <a:gd name="T12" fmla="*/ 2 w 3"/>
                <a:gd name="T13" fmla="*/ 0 h 5"/>
                <a:gd name="T14" fmla="*/ 3 w 3"/>
                <a:gd name="T15" fmla="*/ 0 h 5"/>
                <a:gd name="T16" fmla="*/ 3 w 3"/>
                <a:gd name="T17" fmla="*/ 0 h 5"/>
                <a:gd name="T18" fmla="*/ 3 w 3"/>
                <a:gd name="T19" fmla="*/ 3 h 5"/>
                <a:gd name="T20" fmla="*/ 3 w 3"/>
                <a:gd name="T21" fmla="*/ 3 h 5"/>
                <a:gd name="T22" fmla="*/ 2 w 3"/>
                <a:gd name="T23" fmla="*/ 4 h 5"/>
                <a:gd name="T24" fmla="*/ 2 w 3"/>
                <a:gd name="T25" fmla="*/ 5 h 5"/>
                <a:gd name="T26" fmla="*/ 2 w 3"/>
                <a:gd name="T27" fmla="*/ 5 h 5"/>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
                <a:gd name="T43" fmla="*/ 0 h 5"/>
                <a:gd name="T44" fmla="*/ 3 w 3"/>
                <a:gd name="T45" fmla="*/ 5 h 5"/>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 h="5">
                  <a:moveTo>
                    <a:pt x="2" y="5"/>
                  </a:moveTo>
                  <a:lnTo>
                    <a:pt x="1" y="5"/>
                  </a:lnTo>
                  <a:lnTo>
                    <a:pt x="0" y="4"/>
                  </a:lnTo>
                  <a:lnTo>
                    <a:pt x="1" y="1"/>
                  </a:lnTo>
                  <a:lnTo>
                    <a:pt x="2" y="0"/>
                  </a:lnTo>
                  <a:lnTo>
                    <a:pt x="3" y="0"/>
                  </a:lnTo>
                  <a:lnTo>
                    <a:pt x="3" y="3"/>
                  </a:lnTo>
                  <a:lnTo>
                    <a:pt x="2" y="4"/>
                  </a:lnTo>
                  <a:lnTo>
                    <a:pt x="2" y="5"/>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6" name="Freeform 27"/>
            <p:cNvSpPr>
              <a:spLocks/>
            </p:cNvSpPr>
            <p:nvPr/>
          </p:nvSpPr>
          <p:spPr bwMode="gray">
            <a:xfrm>
              <a:off x="2939" y="2130"/>
              <a:ext cx="400" cy="393"/>
            </a:xfrm>
            <a:custGeom>
              <a:avLst/>
              <a:gdLst>
                <a:gd name="T0" fmla="*/ 319 w 400"/>
                <a:gd name="T1" fmla="*/ 130 h 393"/>
                <a:gd name="T2" fmla="*/ 326 w 400"/>
                <a:gd name="T3" fmla="*/ 151 h 393"/>
                <a:gd name="T4" fmla="*/ 343 w 400"/>
                <a:gd name="T5" fmla="*/ 150 h 393"/>
                <a:gd name="T6" fmla="*/ 345 w 400"/>
                <a:gd name="T7" fmla="*/ 203 h 393"/>
                <a:gd name="T8" fmla="*/ 386 w 400"/>
                <a:gd name="T9" fmla="*/ 244 h 393"/>
                <a:gd name="T10" fmla="*/ 385 w 400"/>
                <a:gd name="T11" fmla="*/ 274 h 393"/>
                <a:gd name="T12" fmla="*/ 382 w 400"/>
                <a:gd name="T13" fmla="*/ 300 h 393"/>
                <a:gd name="T14" fmla="*/ 387 w 400"/>
                <a:gd name="T15" fmla="*/ 318 h 393"/>
                <a:gd name="T16" fmla="*/ 395 w 400"/>
                <a:gd name="T17" fmla="*/ 340 h 393"/>
                <a:gd name="T18" fmla="*/ 399 w 400"/>
                <a:gd name="T19" fmla="*/ 351 h 393"/>
                <a:gd name="T20" fmla="*/ 367 w 400"/>
                <a:gd name="T21" fmla="*/ 389 h 393"/>
                <a:gd name="T22" fmla="*/ 357 w 400"/>
                <a:gd name="T23" fmla="*/ 373 h 393"/>
                <a:gd name="T24" fmla="*/ 359 w 400"/>
                <a:gd name="T25" fmla="*/ 339 h 393"/>
                <a:gd name="T26" fmla="*/ 374 w 400"/>
                <a:gd name="T27" fmla="*/ 331 h 393"/>
                <a:gd name="T28" fmla="*/ 354 w 400"/>
                <a:gd name="T29" fmla="*/ 319 h 393"/>
                <a:gd name="T30" fmla="*/ 300 w 400"/>
                <a:gd name="T31" fmla="*/ 375 h 393"/>
                <a:gd name="T32" fmla="*/ 280 w 400"/>
                <a:gd name="T33" fmla="*/ 383 h 393"/>
                <a:gd name="T34" fmla="*/ 237 w 400"/>
                <a:gd name="T35" fmla="*/ 381 h 393"/>
                <a:gd name="T36" fmla="*/ 188 w 400"/>
                <a:gd name="T37" fmla="*/ 390 h 393"/>
                <a:gd name="T38" fmla="*/ 175 w 400"/>
                <a:gd name="T39" fmla="*/ 384 h 393"/>
                <a:gd name="T40" fmla="*/ 206 w 400"/>
                <a:gd name="T41" fmla="*/ 373 h 393"/>
                <a:gd name="T42" fmla="*/ 192 w 400"/>
                <a:gd name="T43" fmla="*/ 362 h 393"/>
                <a:gd name="T44" fmla="*/ 171 w 400"/>
                <a:gd name="T45" fmla="*/ 366 h 393"/>
                <a:gd name="T46" fmla="*/ 167 w 400"/>
                <a:gd name="T47" fmla="*/ 347 h 393"/>
                <a:gd name="T48" fmla="*/ 160 w 400"/>
                <a:gd name="T49" fmla="*/ 365 h 393"/>
                <a:gd name="T50" fmla="*/ 165 w 400"/>
                <a:gd name="T51" fmla="*/ 378 h 393"/>
                <a:gd name="T52" fmla="*/ 152 w 400"/>
                <a:gd name="T53" fmla="*/ 369 h 393"/>
                <a:gd name="T54" fmla="*/ 153 w 400"/>
                <a:gd name="T55" fmla="*/ 340 h 393"/>
                <a:gd name="T56" fmla="*/ 158 w 400"/>
                <a:gd name="T57" fmla="*/ 329 h 393"/>
                <a:gd name="T58" fmla="*/ 141 w 400"/>
                <a:gd name="T59" fmla="*/ 332 h 393"/>
                <a:gd name="T60" fmla="*/ 102 w 400"/>
                <a:gd name="T61" fmla="*/ 307 h 393"/>
                <a:gd name="T62" fmla="*/ 104 w 400"/>
                <a:gd name="T63" fmla="*/ 276 h 393"/>
                <a:gd name="T64" fmla="*/ 74 w 400"/>
                <a:gd name="T65" fmla="*/ 250 h 393"/>
                <a:gd name="T66" fmla="*/ 27 w 400"/>
                <a:gd name="T67" fmla="*/ 293 h 393"/>
                <a:gd name="T68" fmla="*/ 4 w 400"/>
                <a:gd name="T69" fmla="*/ 265 h 393"/>
                <a:gd name="T70" fmla="*/ 30 w 400"/>
                <a:gd name="T71" fmla="*/ 273 h 393"/>
                <a:gd name="T72" fmla="*/ 57 w 400"/>
                <a:gd name="T73" fmla="*/ 243 h 393"/>
                <a:gd name="T74" fmla="*/ 67 w 400"/>
                <a:gd name="T75" fmla="*/ 244 h 393"/>
                <a:gd name="T76" fmla="*/ 68 w 400"/>
                <a:gd name="T77" fmla="*/ 250 h 393"/>
                <a:gd name="T78" fmla="*/ 70 w 400"/>
                <a:gd name="T79" fmla="*/ 230 h 393"/>
                <a:gd name="T80" fmla="*/ 57 w 400"/>
                <a:gd name="T81" fmla="*/ 209 h 393"/>
                <a:gd name="T82" fmla="*/ 100 w 400"/>
                <a:gd name="T83" fmla="*/ 157 h 393"/>
                <a:gd name="T84" fmla="*/ 136 w 400"/>
                <a:gd name="T85" fmla="*/ 107 h 393"/>
                <a:gd name="T86" fmla="*/ 140 w 400"/>
                <a:gd name="T87" fmla="*/ 57 h 393"/>
                <a:gd name="T88" fmla="*/ 141 w 400"/>
                <a:gd name="T89" fmla="*/ 26 h 393"/>
                <a:gd name="T90" fmla="*/ 160 w 400"/>
                <a:gd name="T91" fmla="*/ 17 h 393"/>
                <a:gd name="T92" fmla="*/ 196 w 400"/>
                <a:gd name="T93" fmla="*/ 0 h 393"/>
                <a:gd name="T94" fmla="*/ 207 w 400"/>
                <a:gd name="T95" fmla="*/ 3 h 393"/>
                <a:gd name="T96" fmla="*/ 176 w 400"/>
                <a:gd name="T97" fmla="*/ 43 h 393"/>
                <a:gd name="T98" fmla="*/ 164 w 400"/>
                <a:gd name="T99" fmla="*/ 44 h 393"/>
                <a:gd name="T100" fmla="*/ 169 w 400"/>
                <a:gd name="T101" fmla="*/ 63 h 393"/>
                <a:gd name="T102" fmla="*/ 168 w 400"/>
                <a:gd name="T103" fmla="*/ 89 h 393"/>
                <a:gd name="T104" fmla="*/ 190 w 400"/>
                <a:gd name="T105" fmla="*/ 104 h 393"/>
                <a:gd name="T106" fmla="*/ 212 w 400"/>
                <a:gd name="T107" fmla="*/ 97 h 393"/>
                <a:gd name="T108" fmla="*/ 215 w 400"/>
                <a:gd name="T109" fmla="*/ 82 h 393"/>
                <a:gd name="T110" fmla="*/ 231 w 400"/>
                <a:gd name="T111" fmla="*/ 75 h 393"/>
                <a:gd name="T112" fmla="*/ 252 w 400"/>
                <a:gd name="T113" fmla="*/ 99 h 393"/>
                <a:gd name="T114" fmla="*/ 260 w 400"/>
                <a:gd name="T115" fmla="*/ 82 h 393"/>
                <a:gd name="T116" fmla="*/ 277 w 400"/>
                <a:gd name="T117" fmla="*/ 86 h 393"/>
                <a:gd name="T118" fmla="*/ 314 w 400"/>
                <a:gd name="T119" fmla="*/ 74 h 393"/>
                <a:gd name="T120" fmla="*/ 334 w 400"/>
                <a:gd name="T121" fmla="*/ 68 h 393"/>
                <a:gd name="T122" fmla="*/ 342 w 400"/>
                <a:gd name="T123" fmla="*/ 86 h 393"/>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400"/>
                <a:gd name="T187" fmla="*/ 0 h 393"/>
                <a:gd name="T188" fmla="*/ 400 w 400"/>
                <a:gd name="T189" fmla="*/ 393 h 393"/>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400" h="393">
                  <a:moveTo>
                    <a:pt x="349" y="106"/>
                  </a:moveTo>
                  <a:lnTo>
                    <a:pt x="345" y="108"/>
                  </a:lnTo>
                  <a:lnTo>
                    <a:pt x="335" y="110"/>
                  </a:lnTo>
                  <a:lnTo>
                    <a:pt x="331" y="111"/>
                  </a:lnTo>
                  <a:lnTo>
                    <a:pt x="329" y="112"/>
                  </a:lnTo>
                  <a:lnTo>
                    <a:pt x="323" y="120"/>
                  </a:lnTo>
                  <a:lnTo>
                    <a:pt x="322" y="121"/>
                  </a:lnTo>
                  <a:lnTo>
                    <a:pt x="319" y="130"/>
                  </a:lnTo>
                  <a:lnTo>
                    <a:pt x="317" y="136"/>
                  </a:lnTo>
                  <a:lnTo>
                    <a:pt x="316" y="141"/>
                  </a:lnTo>
                  <a:lnTo>
                    <a:pt x="317" y="144"/>
                  </a:lnTo>
                  <a:lnTo>
                    <a:pt x="317" y="146"/>
                  </a:lnTo>
                  <a:lnTo>
                    <a:pt x="318" y="147"/>
                  </a:lnTo>
                  <a:lnTo>
                    <a:pt x="323" y="151"/>
                  </a:lnTo>
                  <a:lnTo>
                    <a:pt x="324" y="151"/>
                  </a:lnTo>
                  <a:lnTo>
                    <a:pt x="326" y="151"/>
                  </a:lnTo>
                  <a:lnTo>
                    <a:pt x="332" y="150"/>
                  </a:lnTo>
                  <a:lnTo>
                    <a:pt x="333" y="149"/>
                  </a:lnTo>
                  <a:lnTo>
                    <a:pt x="334" y="148"/>
                  </a:lnTo>
                  <a:lnTo>
                    <a:pt x="336" y="148"/>
                  </a:lnTo>
                  <a:lnTo>
                    <a:pt x="337" y="148"/>
                  </a:lnTo>
                  <a:lnTo>
                    <a:pt x="339" y="148"/>
                  </a:lnTo>
                  <a:lnTo>
                    <a:pt x="341" y="149"/>
                  </a:lnTo>
                  <a:lnTo>
                    <a:pt x="343" y="150"/>
                  </a:lnTo>
                  <a:lnTo>
                    <a:pt x="344" y="151"/>
                  </a:lnTo>
                  <a:lnTo>
                    <a:pt x="344" y="154"/>
                  </a:lnTo>
                  <a:lnTo>
                    <a:pt x="345" y="156"/>
                  </a:lnTo>
                  <a:lnTo>
                    <a:pt x="345" y="161"/>
                  </a:lnTo>
                  <a:lnTo>
                    <a:pt x="340" y="174"/>
                  </a:lnTo>
                  <a:lnTo>
                    <a:pt x="336" y="181"/>
                  </a:lnTo>
                  <a:lnTo>
                    <a:pt x="338" y="185"/>
                  </a:lnTo>
                  <a:lnTo>
                    <a:pt x="345" y="203"/>
                  </a:lnTo>
                  <a:lnTo>
                    <a:pt x="353" y="217"/>
                  </a:lnTo>
                  <a:lnTo>
                    <a:pt x="362" y="223"/>
                  </a:lnTo>
                  <a:lnTo>
                    <a:pt x="364" y="224"/>
                  </a:lnTo>
                  <a:lnTo>
                    <a:pt x="371" y="226"/>
                  </a:lnTo>
                  <a:lnTo>
                    <a:pt x="380" y="235"/>
                  </a:lnTo>
                  <a:lnTo>
                    <a:pt x="381" y="237"/>
                  </a:lnTo>
                  <a:lnTo>
                    <a:pt x="383" y="239"/>
                  </a:lnTo>
                  <a:lnTo>
                    <a:pt x="386" y="244"/>
                  </a:lnTo>
                  <a:lnTo>
                    <a:pt x="390" y="246"/>
                  </a:lnTo>
                  <a:lnTo>
                    <a:pt x="394" y="248"/>
                  </a:lnTo>
                  <a:lnTo>
                    <a:pt x="397" y="250"/>
                  </a:lnTo>
                  <a:lnTo>
                    <a:pt x="397" y="257"/>
                  </a:lnTo>
                  <a:lnTo>
                    <a:pt x="396" y="259"/>
                  </a:lnTo>
                  <a:lnTo>
                    <a:pt x="395" y="265"/>
                  </a:lnTo>
                  <a:lnTo>
                    <a:pt x="393" y="269"/>
                  </a:lnTo>
                  <a:lnTo>
                    <a:pt x="385" y="274"/>
                  </a:lnTo>
                  <a:lnTo>
                    <a:pt x="374" y="285"/>
                  </a:lnTo>
                  <a:lnTo>
                    <a:pt x="381" y="284"/>
                  </a:lnTo>
                  <a:lnTo>
                    <a:pt x="382" y="284"/>
                  </a:lnTo>
                  <a:lnTo>
                    <a:pt x="383" y="286"/>
                  </a:lnTo>
                  <a:lnTo>
                    <a:pt x="384" y="295"/>
                  </a:lnTo>
                  <a:lnTo>
                    <a:pt x="384" y="298"/>
                  </a:lnTo>
                  <a:lnTo>
                    <a:pt x="383" y="299"/>
                  </a:lnTo>
                  <a:lnTo>
                    <a:pt x="382" y="300"/>
                  </a:lnTo>
                  <a:lnTo>
                    <a:pt x="381" y="301"/>
                  </a:lnTo>
                  <a:lnTo>
                    <a:pt x="380" y="302"/>
                  </a:lnTo>
                  <a:lnTo>
                    <a:pt x="380" y="305"/>
                  </a:lnTo>
                  <a:lnTo>
                    <a:pt x="380" y="307"/>
                  </a:lnTo>
                  <a:lnTo>
                    <a:pt x="380" y="309"/>
                  </a:lnTo>
                  <a:lnTo>
                    <a:pt x="382" y="313"/>
                  </a:lnTo>
                  <a:lnTo>
                    <a:pt x="385" y="317"/>
                  </a:lnTo>
                  <a:lnTo>
                    <a:pt x="387" y="318"/>
                  </a:lnTo>
                  <a:lnTo>
                    <a:pt x="389" y="319"/>
                  </a:lnTo>
                  <a:lnTo>
                    <a:pt x="396" y="321"/>
                  </a:lnTo>
                  <a:lnTo>
                    <a:pt x="395" y="323"/>
                  </a:lnTo>
                  <a:lnTo>
                    <a:pt x="394" y="325"/>
                  </a:lnTo>
                  <a:lnTo>
                    <a:pt x="393" y="328"/>
                  </a:lnTo>
                  <a:lnTo>
                    <a:pt x="393" y="337"/>
                  </a:lnTo>
                  <a:lnTo>
                    <a:pt x="394" y="338"/>
                  </a:lnTo>
                  <a:lnTo>
                    <a:pt x="395" y="340"/>
                  </a:lnTo>
                  <a:lnTo>
                    <a:pt x="396" y="340"/>
                  </a:lnTo>
                  <a:lnTo>
                    <a:pt x="397" y="341"/>
                  </a:lnTo>
                  <a:lnTo>
                    <a:pt x="398" y="341"/>
                  </a:lnTo>
                  <a:lnTo>
                    <a:pt x="399" y="343"/>
                  </a:lnTo>
                  <a:lnTo>
                    <a:pt x="400" y="344"/>
                  </a:lnTo>
                  <a:lnTo>
                    <a:pt x="400" y="346"/>
                  </a:lnTo>
                  <a:lnTo>
                    <a:pt x="400" y="347"/>
                  </a:lnTo>
                  <a:lnTo>
                    <a:pt x="399" y="351"/>
                  </a:lnTo>
                  <a:lnTo>
                    <a:pt x="399" y="352"/>
                  </a:lnTo>
                  <a:lnTo>
                    <a:pt x="391" y="366"/>
                  </a:lnTo>
                  <a:lnTo>
                    <a:pt x="390" y="367"/>
                  </a:lnTo>
                  <a:lnTo>
                    <a:pt x="382" y="379"/>
                  </a:lnTo>
                  <a:lnTo>
                    <a:pt x="374" y="386"/>
                  </a:lnTo>
                  <a:lnTo>
                    <a:pt x="371" y="387"/>
                  </a:lnTo>
                  <a:lnTo>
                    <a:pt x="368" y="389"/>
                  </a:lnTo>
                  <a:lnTo>
                    <a:pt x="367" y="389"/>
                  </a:lnTo>
                  <a:lnTo>
                    <a:pt x="366" y="389"/>
                  </a:lnTo>
                  <a:lnTo>
                    <a:pt x="365" y="389"/>
                  </a:lnTo>
                  <a:lnTo>
                    <a:pt x="363" y="388"/>
                  </a:lnTo>
                  <a:lnTo>
                    <a:pt x="357" y="378"/>
                  </a:lnTo>
                  <a:lnTo>
                    <a:pt x="356" y="377"/>
                  </a:lnTo>
                  <a:lnTo>
                    <a:pt x="357" y="373"/>
                  </a:lnTo>
                  <a:lnTo>
                    <a:pt x="358" y="371"/>
                  </a:lnTo>
                  <a:lnTo>
                    <a:pt x="358" y="367"/>
                  </a:lnTo>
                  <a:lnTo>
                    <a:pt x="359" y="359"/>
                  </a:lnTo>
                  <a:lnTo>
                    <a:pt x="358" y="351"/>
                  </a:lnTo>
                  <a:lnTo>
                    <a:pt x="359" y="343"/>
                  </a:lnTo>
                  <a:lnTo>
                    <a:pt x="359" y="342"/>
                  </a:lnTo>
                  <a:lnTo>
                    <a:pt x="359" y="341"/>
                  </a:lnTo>
                  <a:lnTo>
                    <a:pt x="359" y="339"/>
                  </a:lnTo>
                  <a:lnTo>
                    <a:pt x="360" y="336"/>
                  </a:lnTo>
                  <a:lnTo>
                    <a:pt x="361" y="336"/>
                  </a:lnTo>
                  <a:lnTo>
                    <a:pt x="362" y="335"/>
                  </a:lnTo>
                  <a:lnTo>
                    <a:pt x="365" y="334"/>
                  </a:lnTo>
                  <a:lnTo>
                    <a:pt x="367" y="335"/>
                  </a:lnTo>
                  <a:lnTo>
                    <a:pt x="372" y="335"/>
                  </a:lnTo>
                  <a:lnTo>
                    <a:pt x="374" y="332"/>
                  </a:lnTo>
                  <a:lnTo>
                    <a:pt x="374" y="331"/>
                  </a:lnTo>
                  <a:lnTo>
                    <a:pt x="373" y="331"/>
                  </a:lnTo>
                  <a:lnTo>
                    <a:pt x="367" y="325"/>
                  </a:lnTo>
                  <a:lnTo>
                    <a:pt x="366" y="324"/>
                  </a:lnTo>
                  <a:lnTo>
                    <a:pt x="364" y="323"/>
                  </a:lnTo>
                  <a:lnTo>
                    <a:pt x="358" y="320"/>
                  </a:lnTo>
                  <a:lnTo>
                    <a:pt x="356" y="320"/>
                  </a:lnTo>
                  <a:lnTo>
                    <a:pt x="355" y="319"/>
                  </a:lnTo>
                  <a:lnTo>
                    <a:pt x="354" y="319"/>
                  </a:lnTo>
                  <a:lnTo>
                    <a:pt x="352" y="319"/>
                  </a:lnTo>
                  <a:lnTo>
                    <a:pt x="351" y="320"/>
                  </a:lnTo>
                  <a:lnTo>
                    <a:pt x="339" y="323"/>
                  </a:lnTo>
                  <a:lnTo>
                    <a:pt x="338" y="323"/>
                  </a:lnTo>
                  <a:lnTo>
                    <a:pt x="337" y="324"/>
                  </a:lnTo>
                  <a:lnTo>
                    <a:pt x="312" y="354"/>
                  </a:lnTo>
                  <a:lnTo>
                    <a:pt x="300" y="375"/>
                  </a:lnTo>
                  <a:lnTo>
                    <a:pt x="298" y="379"/>
                  </a:lnTo>
                  <a:lnTo>
                    <a:pt x="298" y="381"/>
                  </a:lnTo>
                  <a:lnTo>
                    <a:pt x="297" y="384"/>
                  </a:lnTo>
                  <a:lnTo>
                    <a:pt x="298" y="386"/>
                  </a:lnTo>
                  <a:lnTo>
                    <a:pt x="298" y="387"/>
                  </a:lnTo>
                  <a:lnTo>
                    <a:pt x="299" y="388"/>
                  </a:lnTo>
                  <a:lnTo>
                    <a:pt x="294" y="388"/>
                  </a:lnTo>
                  <a:lnTo>
                    <a:pt x="280" y="383"/>
                  </a:lnTo>
                  <a:lnTo>
                    <a:pt x="274" y="381"/>
                  </a:lnTo>
                  <a:lnTo>
                    <a:pt x="272" y="381"/>
                  </a:lnTo>
                  <a:lnTo>
                    <a:pt x="269" y="381"/>
                  </a:lnTo>
                  <a:lnTo>
                    <a:pt x="261" y="383"/>
                  </a:lnTo>
                  <a:lnTo>
                    <a:pt x="260" y="384"/>
                  </a:lnTo>
                  <a:lnTo>
                    <a:pt x="257" y="384"/>
                  </a:lnTo>
                  <a:lnTo>
                    <a:pt x="255" y="384"/>
                  </a:lnTo>
                  <a:lnTo>
                    <a:pt x="237" y="381"/>
                  </a:lnTo>
                  <a:lnTo>
                    <a:pt x="232" y="379"/>
                  </a:lnTo>
                  <a:lnTo>
                    <a:pt x="225" y="380"/>
                  </a:lnTo>
                  <a:lnTo>
                    <a:pt x="213" y="382"/>
                  </a:lnTo>
                  <a:lnTo>
                    <a:pt x="206" y="383"/>
                  </a:lnTo>
                  <a:lnTo>
                    <a:pt x="204" y="383"/>
                  </a:lnTo>
                  <a:lnTo>
                    <a:pt x="201" y="384"/>
                  </a:lnTo>
                  <a:lnTo>
                    <a:pt x="195" y="387"/>
                  </a:lnTo>
                  <a:lnTo>
                    <a:pt x="188" y="390"/>
                  </a:lnTo>
                  <a:lnTo>
                    <a:pt x="184" y="391"/>
                  </a:lnTo>
                  <a:lnTo>
                    <a:pt x="182" y="392"/>
                  </a:lnTo>
                  <a:lnTo>
                    <a:pt x="172" y="393"/>
                  </a:lnTo>
                  <a:lnTo>
                    <a:pt x="171" y="392"/>
                  </a:lnTo>
                  <a:lnTo>
                    <a:pt x="171" y="391"/>
                  </a:lnTo>
                  <a:lnTo>
                    <a:pt x="175" y="384"/>
                  </a:lnTo>
                  <a:lnTo>
                    <a:pt x="176" y="383"/>
                  </a:lnTo>
                  <a:lnTo>
                    <a:pt x="178" y="383"/>
                  </a:lnTo>
                  <a:lnTo>
                    <a:pt x="184" y="382"/>
                  </a:lnTo>
                  <a:lnTo>
                    <a:pt x="188" y="381"/>
                  </a:lnTo>
                  <a:lnTo>
                    <a:pt x="205" y="374"/>
                  </a:lnTo>
                  <a:lnTo>
                    <a:pt x="206" y="374"/>
                  </a:lnTo>
                  <a:lnTo>
                    <a:pt x="206" y="373"/>
                  </a:lnTo>
                  <a:lnTo>
                    <a:pt x="206" y="372"/>
                  </a:lnTo>
                  <a:lnTo>
                    <a:pt x="204" y="367"/>
                  </a:lnTo>
                  <a:lnTo>
                    <a:pt x="203" y="366"/>
                  </a:lnTo>
                  <a:lnTo>
                    <a:pt x="201" y="363"/>
                  </a:lnTo>
                  <a:lnTo>
                    <a:pt x="200" y="363"/>
                  </a:lnTo>
                  <a:lnTo>
                    <a:pt x="199" y="362"/>
                  </a:lnTo>
                  <a:lnTo>
                    <a:pt x="192" y="362"/>
                  </a:lnTo>
                  <a:lnTo>
                    <a:pt x="191" y="362"/>
                  </a:lnTo>
                  <a:lnTo>
                    <a:pt x="185" y="366"/>
                  </a:lnTo>
                  <a:lnTo>
                    <a:pt x="179" y="368"/>
                  </a:lnTo>
                  <a:lnTo>
                    <a:pt x="178" y="368"/>
                  </a:lnTo>
                  <a:lnTo>
                    <a:pt x="173" y="368"/>
                  </a:lnTo>
                  <a:lnTo>
                    <a:pt x="172" y="367"/>
                  </a:lnTo>
                  <a:lnTo>
                    <a:pt x="171" y="367"/>
                  </a:lnTo>
                  <a:lnTo>
                    <a:pt x="171" y="366"/>
                  </a:lnTo>
                  <a:lnTo>
                    <a:pt x="169" y="364"/>
                  </a:lnTo>
                  <a:lnTo>
                    <a:pt x="168" y="361"/>
                  </a:lnTo>
                  <a:lnTo>
                    <a:pt x="166" y="358"/>
                  </a:lnTo>
                  <a:lnTo>
                    <a:pt x="166" y="355"/>
                  </a:lnTo>
                  <a:lnTo>
                    <a:pt x="167" y="354"/>
                  </a:lnTo>
                  <a:lnTo>
                    <a:pt x="167" y="352"/>
                  </a:lnTo>
                  <a:lnTo>
                    <a:pt x="167" y="348"/>
                  </a:lnTo>
                  <a:lnTo>
                    <a:pt x="167" y="347"/>
                  </a:lnTo>
                  <a:lnTo>
                    <a:pt x="166" y="346"/>
                  </a:lnTo>
                  <a:lnTo>
                    <a:pt x="166" y="347"/>
                  </a:lnTo>
                  <a:lnTo>
                    <a:pt x="164" y="350"/>
                  </a:lnTo>
                  <a:lnTo>
                    <a:pt x="162" y="354"/>
                  </a:lnTo>
                  <a:lnTo>
                    <a:pt x="161" y="358"/>
                  </a:lnTo>
                  <a:lnTo>
                    <a:pt x="160" y="364"/>
                  </a:lnTo>
                  <a:lnTo>
                    <a:pt x="160" y="365"/>
                  </a:lnTo>
                  <a:lnTo>
                    <a:pt x="160" y="366"/>
                  </a:lnTo>
                  <a:lnTo>
                    <a:pt x="161" y="367"/>
                  </a:lnTo>
                  <a:lnTo>
                    <a:pt x="163" y="371"/>
                  </a:lnTo>
                  <a:lnTo>
                    <a:pt x="164" y="372"/>
                  </a:lnTo>
                  <a:lnTo>
                    <a:pt x="165" y="374"/>
                  </a:lnTo>
                  <a:lnTo>
                    <a:pt x="166" y="377"/>
                  </a:lnTo>
                  <a:lnTo>
                    <a:pt x="165" y="378"/>
                  </a:lnTo>
                  <a:lnTo>
                    <a:pt x="164" y="377"/>
                  </a:lnTo>
                  <a:lnTo>
                    <a:pt x="162" y="376"/>
                  </a:lnTo>
                  <a:lnTo>
                    <a:pt x="161" y="376"/>
                  </a:lnTo>
                  <a:lnTo>
                    <a:pt x="156" y="372"/>
                  </a:lnTo>
                  <a:lnTo>
                    <a:pt x="154" y="371"/>
                  </a:lnTo>
                  <a:lnTo>
                    <a:pt x="153" y="370"/>
                  </a:lnTo>
                  <a:lnTo>
                    <a:pt x="152" y="369"/>
                  </a:lnTo>
                  <a:lnTo>
                    <a:pt x="150" y="351"/>
                  </a:lnTo>
                  <a:lnTo>
                    <a:pt x="150" y="348"/>
                  </a:lnTo>
                  <a:lnTo>
                    <a:pt x="150" y="347"/>
                  </a:lnTo>
                  <a:lnTo>
                    <a:pt x="150" y="345"/>
                  </a:lnTo>
                  <a:lnTo>
                    <a:pt x="151" y="343"/>
                  </a:lnTo>
                  <a:lnTo>
                    <a:pt x="151" y="341"/>
                  </a:lnTo>
                  <a:lnTo>
                    <a:pt x="153" y="340"/>
                  </a:lnTo>
                  <a:lnTo>
                    <a:pt x="153" y="339"/>
                  </a:lnTo>
                  <a:lnTo>
                    <a:pt x="154" y="338"/>
                  </a:lnTo>
                  <a:lnTo>
                    <a:pt x="156" y="336"/>
                  </a:lnTo>
                  <a:lnTo>
                    <a:pt x="156" y="335"/>
                  </a:lnTo>
                  <a:lnTo>
                    <a:pt x="157" y="335"/>
                  </a:lnTo>
                  <a:lnTo>
                    <a:pt x="158" y="332"/>
                  </a:lnTo>
                  <a:lnTo>
                    <a:pt x="158" y="330"/>
                  </a:lnTo>
                  <a:lnTo>
                    <a:pt x="158" y="329"/>
                  </a:lnTo>
                  <a:lnTo>
                    <a:pt x="158" y="326"/>
                  </a:lnTo>
                  <a:lnTo>
                    <a:pt x="158" y="325"/>
                  </a:lnTo>
                  <a:lnTo>
                    <a:pt x="157" y="325"/>
                  </a:lnTo>
                  <a:lnTo>
                    <a:pt x="153" y="325"/>
                  </a:lnTo>
                  <a:lnTo>
                    <a:pt x="152" y="325"/>
                  </a:lnTo>
                  <a:lnTo>
                    <a:pt x="149" y="327"/>
                  </a:lnTo>
                  <a:lnTo>
                    <a:pt x="141" y="333"/>
                  </a:lnTo>
                  <a:lnTo>
                    <a:pt x="141" y="332"/>
                  </a:lnTo>
                  <a:lnTo>
                    <a:pt x="140" y="328"/>
                  </a:lnTo>
                  <a:lnTo>
                    <a:pt x="139" y="326"/>
                  </a:lnTo>
                  <a:lnTo>
                    <a:pt x="138" y="325"/>
                  </a:lnTo>
                  <a:lnTo>
                    <a:pt x="120" y="309"/>
                  </a:lnTo>
                  <a:lnTo>
                    <a:pt x="114" y="306"/>
                  </a:lnTo>
                  <a:lnTo>
                    <a:pt x="112" y="307"/>
                  </a:lnTo>
                  <a:lnTo>
                    <a:pt x="104" y="309"/>
                  </a:lnTo>
                  <a:lnTo>
                    <a:pt x="102" y="307"/>
                  </a:lnTo>
                  <a:lnTo>
                    <a:pt x="101" y="306"/>
                  </a:lnTo>
                  <a:lnTo>
                    <a:pt x="101" y="300"/>
                  </a:lnTo>
                  <a:lnTo>
                    <a:pt x="103" y="296"/>
                  </a:lnTo>
                  <a:lnTo>
                    <a:pt x="104" y="293"/>
                  </a:lnTo>
                  <a:lnTo>
                    <a:pt x="106" y="287"/>
                  </a:lnTo>
                  <a:lnTo>
                    <a:pt x="106" y="286"/>
                  </a:lnTo>
                  <a:lnTo>
                    <a:pt x="104" y="278"/>
                  </a:lnTo>
                  <a:lnTo>
                    <a:pt x="104" y="276"/>
                  </a:lnTo>
                  <a:lnTo>
                    <a:pt x="102" y="269"/>
                  </a:lnTo>
                  <a:lnTo>
                    <a:pt x="100" y="265"/>
                  </a:lnTo>
                  <a:lnTo>
                    <a:pt x="89" y="251"/>
                  </a:lnTo>
                  <a:lnTo>
                    <a:pt x="79" y="246"/>
                  </a:lnTo>
                  <a:lnTo>
                    <a:pt x="78" y="245"/>
                  </a:lnTo>
                  <a:lnTo>
                    <a:pt x="76" y="246"/>
                  </a:lnTo>
                  <a:lnTo>
                    <a:pt x="74" y="249"/>
                  </a:lnTo>
                  <a:lnTo>
                    <a:pt x="74" y="250"/>
                  </a:lnTo>
                  <a:lnTo>
                    <a:pt x="75" y="255"/>
                  </a:lnTo>
                  <a:lnTo>
                    <a:pt x="74" y="263"/>
                  </a:lnTo>
                  <a:lnTo>
                    <a:pt x="71" y="264"/>
                  </a:lnTo>
                  <a:lnTo>
                    <a:pt x="56" y="272"/>
                  </a:lnTo>
                  <a:lnTo>
                    <a:pt x="51" y="276"/>
                  </a:lnTo>
                  <a:lnTo>
                    <a:pt x="46" y="286"/>
                  </a:lnTo>
                  <a:lnTo>
                    <a:pt x="33" y="291"/>
                  </a:lnTo>
                  <a:lnTo>
                    <a:pt x="27" y="293"/>
                  </a:lnTo>
                  <a:lnTo>
                    <a:pt x="11" y="288"/>
                  </a:lnTo>
                  <a:lnTo>
                    <a:pt x="9" y="287"/>
                  </a:lnTo>
                  <a:lnTo>
                    <a:pt x="4" y="281"/>
                  </a:lnTo>
                  <a:lnTo>
                    <a:pt x="1" y="277"/>
                  </a:lnTo>
                  <a:lnTo>
                    <a:pt x="0" y="269"/>
                  </a:lnTo>
                  <a:lnTo>
                    <a:pt x="1" y="268"/>
                  </a:lnTo>
                  <a:lnTo>
                    <a:pt x="4" y="265"/>
                  </a:lnTo>
                  <a:lnTo>
                    <a:pt x="5" y="265"/>
                  </a:lnTo>
                  <a:lnTo>
                    <a:pt x="4" y="266"/>
                  </a:lnTo>
                  <a:lnTo>
                    <a:pt x="5" y="267"/>
                  </a:lnTo>
                  <a:lnTo>
                    <a:pt x="5" y="268"/>
                  </a:lnTo>
                  <a:lnTo>
                    <a:pt x="8" y="271"/>
                  </a:lnTo>
                  <a:lnTo>
                    <a:pt x="9" y="272"/>
                  </a:lnTo>
                  <a:lnTo>
                    <a:pt x="21" y="273"/>
                  </a:lnTo>
                  <a:lnTo>
                    <a:pt x="30" y="273"/>
                  </a:lnTo>
                  <a:lnTo>
                    <a:pt x="32" y="273"/>
                  </a:lnTo>
                  <a:lnTo>
                    <a:pt x="33" y="272"/>
                  </a:lnTo>
                  <a:lnTo>
                    <a:pt x="42" y="267"/>
                  </a:lnTo>
                  <a:lnTo>
                    <a:pt x="43" y="266"/>
                  </a:lnTo>
                  <a:lnTo>
                    <a:pt x="58" y="251"/>
                  </a:lnTo>
                  <a:lnTo>
                    <a:pt x="58" y="250"/>
                  </a:lnTo>
                  <a:lnTo>
                    <a:pt x="57" y="244"/>
                  </a:lnTo>
                  <a:lnTo>
                    <a:pt x="57" y="243"/>
                  </a:lnTo>
                  <a:lnTo>
                    <a:pt x="58" y="241"/>
                  </a:lnTo>
                  <a:lnTo>
                    <a:pt x="63" y="238"/>
                  </a:lnTo>
                  <a:lnTo>
                    <a:pt x="64" y="238"/>
                  </a:lnTo>
                  <a:lnTo>
                    <a:pt x="65" y="239"/>
                  </a:lnTo>
                  <a:lnTo>
                    <a:pt x="66" y="242"/>
                  </a:lnTo>
                  <a:lnTo>
                    <a:pt x="67" y="244"/>
                  </a:lnTo>
                  <a:lnTo>
                    <a:pt x="66" y="246"/>
                  </a:lnTo>
                  <a:lnTo>
                    <a:pt x="65" y="246"/>
                  </a:lnTo>
                  <a:lnTo>
                    <a:pt x="65" y="247"/>
                  </a:lnTo>
                  <a:lnTo>
                    <a:pt x="65" y="248"/>
                  </a:lnTo>
                  <a:lnTo>
                    <a:pt x="67" y="250"/>
                  </a:lnTo>
                  <a:lnTo>
                    <a:pt x="68" y="250"/>
                  </a:lnTo>
                  <a:lnTo>
                    <a:pt x="69" y="250"/>
                  </a:lnTo>
                  <a:lnTo>
                    <a:pt x="70" y="249"/>
                  </a:lnTo>
                  <a:lnTo>
                    <a:pt x="70" y="248"/>
                  </a:lnTo>
                  <a:lnTo>
                    <a:pt x="72" y="237"/>
                  </a:lnTo>
                  <a:lnTo>
                    <a:pt x="72" y="235"/>
                  </a:lnTo>
                  <a:lnTo>
                    <a:pt x="71" y="233"/>
                  </a:lnTo>
                  <a:lnTo>
                    <a:pt x="70" y="231"/>
                  </a:lnTo>
                  <a:lnTo>
                    <a:pt x="70" y="230"/>
                  </a:lnTo>
                  <a:lnTo>
                    <a:pt x="68" y="227"/>
                  </a:lnTo>
                  <a:lnTo>
                    <a:pt x="67" y="226"/>
                  </a:lnTo>
                  <a:lnTo>
                    <a:pt x="65" y="223"/>
                  </a:lnTo>
                  <a:lnTo>
                    <a:pt x="63" y="222"/>
                  </a:lnTo>
                  <a:lnTo>
                    <a:pt x="62" y="222"/>
                  </a:lnTo>
                  <a:lnTo>
                    <a:pt x="62" y="221"/>
                  </a:lnTo>
                  <a:lnTo>
                    <a:pt x="57" y="209"/>
                  </a:lnTo>
                  <a:lnTo>
                    <a:pt x="57" y="207"/>
                  </a:lnTo>
                  <a:lnTo>
                    <a:pt x="57" y="206"/>
                  </a:lnTo>
                  <a:lnTo>
                    <a:pt x="69" y="188"/>
                  </a:lnTo>
                  <a:lnTo>
                    <a:pt x="75" y="178"/>
                  </a:lnTo>
                  <a:lnTo>
                    <a:pt x="81" y="171"/>
                  </a:lnTo>
                  <a:lnTo>
                    <a:pt x="87" y="168"/>
                  </a:lnTo>
                  <a:lnTo>
                    <a:pt x="100" y="157"/>
                  </a:lnTo>
                  <a:lnTo>
                    <a:pt x="105" y="151"/>
                  </a:lnTo>
                  <a:lnTo>
                    <a:pt x="117" y="135"/>
                  </a:lnTo>
                  <a:lnTo>
                    <a:pt x="118" y="133"/>
                  </a:lnTo>
                  <a:lnTo>
                    <a:pt x="124" y="126"/>
                  </a:lnTo>
                  <a:lnTo>
                    <a:pt x="127" y="122"/>
                  </a:lnTo>
                  <a:lnTo>
                    <a:pt x="131" y="116"/>
                  </a:lnTo>
                  <a:lnTo>
                    <a:pt x="132" y="115"/>
                  </a:lnTo>
                  <a:lnTo>
                    <a:pt x="136" y="107"/>
                  </a:lnTo>
                  <a:lnTo>
                    <a:pt x="138" y="103"/>
                  </a:lnTo>
                  <a:lnTo>
                    <a:pt x="139" y="101"/>
                  </a:lnTo>
                  <a:lnTo>
                    <a:pt x="142" y="93"/>
                  </a:lnTo>
                  <a:lnTo>
                    <a:pt x="143" y="89"/>
                  </a:lnTo>
                  <a:lnTo>
                    <a:pt x="144" y="86"/>
                  </a:lnTo>
                  <a:lnTo>
                    <a:pt x="144" y="75"/>
                  </a:lnTo>
                  <a:lnTo>
                    <a:pt x="143" y="73"/>
                  </a:lnTo>
                  <a:lnTo>
                    <a:pt x="140" y="57"/>
                  </a:lnTo>
                  <a:lnTo>
                    <a:pt x="136" y="52"/>
                  </a:lnTo>
                  <a:lnTo>
                    <a:pt x="134" y="52"/>
                  </a:lnTo>
                  <a:lnTo>
                    <a:pt x="134" y="50"/>
                  </a:lnTo>
                  <a:lnTo>
                    <a:pt x="134" y="46"/>
                  </a:lnTo>
                  <a:lnTo>
                    <a:pt x="135" y="44"/>
                  </a:lnTo>
                  <a:lnTo>
                    <a:pt x="140" y="26"/>
                  </a:lnTo>
                  <a:lnTo>
                    <a:pt x="141" y="26"/>
                  </a:lnTo>
                  <a:lnTo>
                    <a:pt x="142" y="24"/>
                  </a:lnTo>
                  <a:lnTo>
                    <a:pt x="144" y="22"/>
                  </a:lnTo>
                  <a:lnTo>
                    <a:pt x="146" y="21"/>
                  </a:lnTo>
                  <a:lnTo>
                    <a:pt x="152" y="18"/>
                  </a:lnTo>
                  <a:lnTo>
                    <a:pt x="155" y="18"/>
                  </a:lnTo>
                  <a:lnTo>
                    <a:pt x="156" y="17"/>
                  </a:lnTo>
                  <a:lnTo>
                    <a:pt x="159" y="18"/>
                  </a:lnTo>
                  <a:lnTo>
                    <a:pt x="160" y="17"/>
                  </a:lnTo>
                  <a:lnTo>
                    <a:pt x="172" y="13"/>
                  </a:lnTo>
                  <a:lnTo>
                    <a:pt x="177" y="10"/>
                  </a:lnTo>
                  <a:lnTo>
                    <a:pt x="178" y="9"/>
                  </a:lnTo>
                  <a:lnTo>
                    <a:pt x="179" y="8"/>
                  </a:lnTo>
                  <a:lnTo>
                    <a:pt x="180" y="7"/>
                  </a:lnTo>
                  <a:lnTo>
                    <a:pt x="182" y="6"/>
                  </a:lnTo>
                  <a:lnTo>
                    <a:pt x="184" y="5"/>
                  </a:lnTo>
                  <a:lnTo>
                    <a:pt x="196" y="0"/>
                  </a:lnTo>
                  <a:lnTo>
                    <a:pt x="197" y="0"/>
                  </a:lnTo>
                  <a:lnTo>
                    <a:pt x="199" y="0"/>
                  </a:lnTo>
                  <a:lnTo>
                    <a:pt x="200" y="0"/>
                  </a:lnTo>
                  <a:lnTo>
                    <a:pt x="203" y="0"/>
                  </a:lnTo>
                  <a:lnTo>
                    <a:pt x="205" y="0"/>
                  </a:lnTo>
                  <a:lnTo>
                    <a:pt x="206" y="1"/>
                  </a:lnTo>
                  <a:lnTo>
                    <a:pt x="207" y="2"/>
                  </a:lnTo>
                  <a:lnTo>
                    <a:pt x="207" y="3"/>
                  </a:lnTo>
                  <a:lnTo>
                    <a:pt x="207" y="10"/>
                  </a:lnTo>
                  <a:lnTo>
                    <a:pt x="207" y="11"/>
                  </a:lnTo>
                  <a:lnTo>
                    <a:pt x="207" y="12"/>
                  </a:lnTo>
                  <a:lnTo>
                    <a:pt x="206" y="12"/>
                  </a:lnTo>
                  <a:lnTo>
                    <a:pt x="196" y="21"/>
                  </a:lnTo>
                  <a:lnTo>
                    <a:pt x="184" y="31"/>
                  </a:lnTo>
                  <a:lnTo>
                    <a:pt x="177" y="42"/>
                  </a:lnTo>
                  <a:lnTo>
                    <a:pt x="176" y="43"/>
                  </a:lnTo>
                  <a:lnTo>
                    <a:pt x="173" y="45"/>
                  </a:lnTo>
                  <a:lnTo>
                    <a:pt x="172" y="46"/>
                  </a:lnTo>
                  <a:lnTo>
                    <a:pt x="171" y="46"/>
                  </a:lnTo>
                  <a:lnTo>
                    <a:pt x="170" y="46"/>
                  </a:lnTo>
                  <a:lnTo>
                    <a:pt x="169" y="46"/>
                  </a:lnTo>
                  <a:lnTo>
                    <a:pt x="165" y="44"/>
                  </a:lnTo>
                  <a:lnTo>
                    <a:pt x="164" y="44"/>
                  </a:lnTo>
                  <a:lnTo>
                    <a:pt x="160" y="43"/>
                  </a:lnTo>
                  <a:lnTo>
                    <a:pt x="155" y="52"/>
                  </a:lnTo>
                  <a:lnTo>
                    <a:pt x="154" y="57"/>
                  </a:lnTo>
                  <a:lnTo>
                    <a:pt x="154" y="58"/>
                  </a:lnTo>
                  <a:lnTo>
                    <a:pt x="154" y="60"/>
                  </a:lnTo>
                  <a:lnTo>
                    <a:pt x="155" y="61"/>
                  </a:lnTo>
                  <a:lnTo>
                    <a:pt x="169" y="63"/>
                  </a:lnTo>
                  <a:lnTo>
                    <a:pt x="174" y="62"/>
                  </a:lnTo>
                  <a:lnTo>
                    <a:pt x="174" y="71"/>
                  </a:lnTo>
                  <a:lnTo>
                    <a:pt x="175" y="72"/>
                  </a:lnTo>
                  <a:lnTo>
                    <a:pt x="174" y="75"/>
                  </a:lnTo>
                  <a:lnTo>
                    <a:pt x="174" y="76"/>
                  </a:lnTo>
                  <a:lnTo>
                    <a:pt x="170" y="86"/>
                  </a:lnTo>
                  <a:lnTo>
                    <a:pt x="168" y="88"/>
                  </a:lnTo>
                  <a:lnTo>
                    <a:pt x="168" y="89"/>
                  </a:lnTo>
                  <a:lnTo>
                    <a:pt x="168" y="90"/>
                  </a:lnTo>
                  <a:lnTo>
                    <a:pt x="168" y="92"/>
                  </a:lnTo>
                  <a:lnTo>
                    <a:pt x="169" y="93"/>
                  </a:lnTo>
                  <a:lnTo>
                    <a:pt x="176" y="99"/>
                  </a:lnTo>
                  <a:lnTo>
                    <a:pt x="177" y="100"/>
                  </a:lnTo>
                  <a:lnTo>
                    <a:pt x="179" y="101"/>
                  </a:lnTo>
                  <a:lnTo>
                    <a:pt x="188" y="104"/>
                  </a:lnTo>
                  <a:lnTo>
                    <a:pt x="190" y="104"/>
                  </a:lnTo>
                  <a:lnTo>
                    <a:pt x="201" y="104"/>
                  </a:lnTo>
                  <a:lnTo>
                    <a:pt x="203" y="104"/>
                  </a:lnTo>
                  <a:lnTo>
                    <a:pt x="204" y="103"/>
                  </a:lnTo>
                  <a:lnTo>
                    <a:pt x="206" y="102"/>
                  </a:lnTo>
                  <a:lnTo>
                    <a:pt x="210" y="98"/>
                  </a:lnTo>
                  <a:lnTo>
                    <a:pt x="211" y="97"/>
                  </a:lnTo>
                  <a:lnTo>
                    <a:pt x="212" y="97"/>
                  </a:lnTo>
                  <a:lnTo>
                    <a:pt x="212" y="95"/>
                  </a:lnTo>
                  <a:lnTo>
                    <a:pt x="214" y="89"/>
                  </a:lnTo>
                  <a:lnTo>
                    <a:pt x="214" y="87"/>
                  </a:lnTo>
                  <a:lnTo>
                    <a:pt x="214" y="85"/>
                  </a:lnTo>
                  <a:lnTo>
                    <a:pt x="214" y="83"/>
                  </a:lnTo>
                  <a:lnTo>
                    <a:pt x="215" y="82"/>
                  </a:lnTo>
                  <a:lnTo>
                    <a:pt x="215" y="81"/>
                  </a:lnTo>
                  <a:lnTo>
                    <a:pt x="216" y="80"/>
                  </a:lnTo>
                  <a:lnTo>
                    <a:pt x="217" y="80"/>
                  </a:lnTo>
                  <a:lnTo>
                    <a:pt x="218" y="79"/>
                  </a:lnTo>
                  <a:lnTo>
                    <a:pt x="219" y="78"/>
                  </a:lnTo>
                  <a:lnTo>
                    <a:pt x="221" y="78"/>
                  </a:lnTo>
                  <a:lnTo>
                    <a:pt x="227" y="76"/>
                  </a:lnTo>
                  <a:lnTo>
                    <a:pt x="231" y="75"/>
                  </a:lnTo>
                  <a:lnTo>
                    <a:pt x="235" y="74"/>
                  </a:lnTo>
                  <a:lnTo>
                    <a:pt x="237" y="77"/>
                  </a:lnTo>
                  <a:lnTo>
                    <a:pt x="244" y="86"/>
                  </a:lnTo>
                  <a:lnTo>
                    <a:pt x="246" y="96"/>
                  </a:lnTo>
                  <a:lnTo>
                    <a:pt x="247" y="100"/>
                  </a:lnTo>
                  <a:lnTo>
                    <a:pt x="248" y="100"/>
                  </a:lnTo>
                  <a:lnTo>
                    <a:pt x="250" y="100"/>
                  </a:lnTo>
                  <a:lnTo>
                    <a:pt x="252" y="99"/>
                  </a:lnTo>
                  <a:lnTo>
                    <a:pt x="254" y="98"/>
                  </a:lnTo>
                  <a:lnTo>
                    <a:pt x="255" y="97"/>
                  </a:lnTo>
                  <a:lnTo>
                    <a:pt x="259" y="90"/>
                  </a:lnTo>
                  <a:lnTo>
                    <a:pt x="260" y="88"/>
                  </a:lnTo>
                  <a:lnTo>
                    <a:pt x="260" y="87"/>
                  </a:lnTo>
                  <a:lnTo>
                    <a:pt x="260" y="85"/>
                  </a:lnTo>
                  <a:lnTo>
                    <a:pt x="260" y="83"/>
                  </a:lnTo>
                  <a:lnTo>
                    <a:pt x="260" y="82"/>
                  </a:lnTo>
                  <a:lnTo>
                    <a:pt x="261" y="81"/>
                  </a:lnTo>
                  <a:lnTo>
                    <a:pt x="262" y="81"/>
                  </a:lnTo>
                  <a:lnTo>
                    <a:pt x="263" y="80"/>
                  </a:lnTo>
                  <a:lnTo>
                    <a:pt x="266" y="80"/>
                  </a:lnTo>
                  <a:lnTo>
                    <a:pt x="273" y="82"/>
                  </a:lnTo>
                  <a:lnTo>
                    <a:pt x="274" y="83"/>
                  </a:lnTo>
                  <a:lnTo>
                    <a:pt x="276" y="84"/>
                  </a:lnTo>
                  <a:lnTo>
                    <a:pt x="277" y="86"/>
                  </a:lnTo>
                  <a:lnTo>
                    <a:pt x="277" y="87"/>
                  </a:lnTo>
                  <a:lnTo>
                    <a:pt x="277" y="88"/>
                  </a:lnTo>
                  <a:lnTo>
                    <a:pt x="277" y="90"/>
                  </a:lnTo>
                  <a:lnTo>
                    <a:pt x="283" y="96"/>
                  </a:lnTo>
                  <a:lnTo>
                    <a:pt x="301" y="89"/>
                  </a:lnTo>
                  <a:lnTo>
                    <a:pt x="305" y="85"/>
                  </a:lnTo>
                  <a:lnTo>
                    <a:pt x="312" y="77"/>
                  </a:lnTo>
                  <a:lnTo>
                    <a:pt x="314" y="74"/>
                  </a:lnTo>
                  <a:lnTo>
                    <a:pt x="315" y="73"/>
                  </a:lnTo>
                  <a:lnTo>
                    <a:pt x="317" y="72"/>
                  </a:lnTo>
                  <a:lnTo>
                    <a:pt x="322" y="70"/>
                  </a:lnTo>
                  <a:lnTo>
                    <a:pt x="326" y="68"/>
                  </a:lnTo>
                  <a:lnTo>
                    <a:pt x="328" y="68"/>
                  </a:lnTo>
                  <a:lnTo>
                    <a:pt x="330" y="68"/>
                  </a:lnTo>
                  <a:lnTo>
                    <a:pt x="332" y="68"/>
                  </a:lnTo>
                  <a:lnTo>
                    <a:pt x="334" y="68"/>
                  </a:lnTo>
                  <a:lnTo>
                    <a:pt x="336" y="70"/>
                  </a:lnTo>
                  <a:lnTo>
                    <a:pt x="337" y="72"/>
                  </a:lnTo>
                  <a:lnTo>
                    <a:pt x="337" y="73"/>
                  </a:lnTo>
                  <a:lnTo>
                    <a:pt x="337" y="75"/>
                  </a:lnTo>
                  <a:lnTo>
                    <a:pt x="338" y="81"/>
                  </a:lnTo>
                  <a:lnTo>
                    <a:pt x="338" y="83"/>
                  </a:lnTo>
                  <a:lnTo>
                    <a:pt x="341" y="86"/>
                  </a:lnTo>
                  <a:lnTo>
                    <a:pt x="342" y="86"/>
                  </a:lnTo>
                  <a:lnTo>
                    <a:pt x="343" y="87"/>
                  </a:lnTo>
                  <a:lnTo>
                    <a:pt x="346" y="89"/>
                  </a:lnTo>
                  <a:lnTo>
                    <a:pt x="347" y="90"/>
                  </a:lnTo>
                  <a:lnTo>
                    <a:pt x="348" y="92"/>
                  </a:lnTo>
                  <a:lnTo>
                    <a:pt x="349" y="97"/>
                  </a:lnTo>
                  <a:lnTo>
                    <a:pt x="349" y="105"/>
                  </a:lnTo>
                  <a:lnTo>
                    <a:pt x="349" y="106"/>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7" name="Freeform 28"/>
            <p:cNvSpPr>
              <a:spLocks/>
            </p:cNvSpPr>
            <p:nvPr/>
          </p:nvSpPr>
          <p:spPr bwMode="gray">
            <a:xfrm>
              <a:off x="3664" y="3459"/>
              <a:ext cx="7" cy="8"/>
            </a:xfrm>
            <a:custGeom>
              <a:avLst/>
              <a:gdLst>
                <a:gd name="T0" fmla="*/ 6 w 7"/>
                <a:gd name="T1" fmla="*/ 8 h 8"/>
                <a:gd name="T2" fmla="*/ 3 w 7"/>
                <a:gd name="T3" fmla="*/ 6 h 8"/>
                <a:gd name="T4" fmla="*/ 0 w 7"/>
                <a:gd name="T5" fmla="*/ 4 h 8"/>
                <a:gd name="T6" fmla="*/ 0 w 7"/>
                <a:gd name="T7" fmla="*/ 3 h 8"/>
                <a:gd name="T8" fmla="*/ 0 w 7"/>
                <a:gd name="T9" fmla="*/ 3 h 8"/>
                <a:gd name="T10" fmla="*/ 2 w 7"/>
                <a:gd name="T11" fmla="*/ 1 h 8"/>
                <a:gd name="T12" fmla="*/ 2 w 7"/>
                <a:gd name="T13" fmla="*/ 1 h 8"/>
                <a:gd name="T14" fmla="*/ 5 w 7"/>
                <a:gd name="T15" fmla="*/ 0 h 8"/>
                <a:gd name="T16" fmla="*/ 5 w 7"/>
                <a:gd name="T17" fmla="*/ 0 h 8"/>
                <a:gd name="T18" fmla="*/ 6 w 7"/>
                <a:gd name="T19" fmla="*/ 0 h 8"/>
                <a:gd name="T20" fmla="*/ 6 w 7"/>
                <a:gd name="T21" fmla="*/ 1 h 8"/>
                <a:gd name="T22" fmla="*/ 7 w 7"/>
                <a:gd name="T23" fmla="*/ 2 h 8"/>
                <a:gd name="T24" fmla="*/ 7 w 7"/>
                <a:gd name="T25" fmla="*/ 4 h 8"/>
                <a:gd name="T26" fmla="*/ 7 w 7"/>
                <a:gd name="T27" fmla="*/ 6 h 8"/>
                <a:gd name="T28" fmla="*/ 6 w 7"/>
                <a:gd name="T29" fmla="*/ 7 h 8"/>
                <a:gd name="T30" fmla="*/ 6 w 7"/>
                <a:gd name="T31" fmla="*/ 8 h 8"/>
                <a:gd name="T32" fmla="*/ 6 w 7"/>
                <a:gd name="T33" fmla="*/ 8 h 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7"/>
                <a:gd name="T52" fmla="*/ 0 h 8"/>
                <a:gd name="T53" fmla="*/ 7 w 7"/>
                <a:gd name="T54" fmla="*/ 8 h 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7" h="8">
                  <a:moveTo>
                    <a:pt x="6" y="8"/>
                  </a:moveTo>
                  <a:lnTo>
                    <a:pt x="3" y="6"/>
                  </a:lnTo>
                  <a:lnTo>
                    <a:pt x="0" y="4"/>
                  </a:lnTo>
                  <a:lnTo>
                    <a:pt x="0" y="3"/>
                  </a:lnTo>
                  <a:lnTo>
                    <a:pt x="2" y="1"/>
                  </a:lnTo>
                  <a:lnTo>
                    <a:pt x="5" y="0"/>
                  </a:lnTo>
                  <a:lnTo>
                    <a:pt x="6" y="0"/>
                  </a:lnTo>
                  <a:lnTo>
                    <a:pt x="6" y="1"/>
                  </a:lnTo>
                  <a:lnTo>
                    <a:pt x="7" y="2"/>
                  </a:lnTo>
                  <a:lnTo>
                    <a:pt x="7" y="4"/>
                  </a:lnTo>
                  <a:lnTo>
                    <a:pt x="7" y="6"/>
                  </a:lnTo>
                  <a:lnTo>
                    <a:pt x="6" y="7"/>
                  </a:lnTo>
                  <a:lnTo>
                    <a:pt x="6" y="8"/>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8" name="Freeform 29"/>
            <p:cNvSpPr>
              <a:spLocks/>
            </p:cNvSpPr>
            <p:nvPr/>
          </p:nvSpPr>
          <p:spPr bwMode="gray">
            <a:xfrm>
              <a:off x="3657" y="3505"/>
              <a:ext cx="7" cy="12"/>
            </a:xfrm>
            <a:custGeom>
              <a:avLst/>
              <a:gdLst>
                <a:gd name="T0" fmla="*/ 7 w 7"/>
                <a:gd name="T1" fmla="*/ 12 h 12"/>
                <a:gd name="T2" fmla="*/ 6 w 7"/>
                <a:gd name="T3" fmla="*/ 12 h 12"/>
                <a:gd name="T4" fmla="*/ 6 w 7"/>
                <a:gd name="T5" fmla="*/ 12 h 12"/>
                <a:gd name="T6" fmla="*/ 6 w 7"/>
                <a:gd name="T7" fmla="*/ 11 h 12"/>
                <a:gd name="T8" fmla="*/ 0 w 7"/>
                <a:gd name="T9" fmla="*/ 1 h 12"/>
                <a:gd name="T10" fmla="*/ 0 w 7"/>
                <a:gd name="T11" fmla="*/ 0 h 12"/>
                <a:gd name="T12" fmla="*/ 1 w 7"/>
                <a:gd name="T13" fmla="*/ 0 h 12"/>
                <a:gd name="T14" fmla="*/ 1 w 7"/>
                <a:gd name="T15" fmla="*/ 0 h 12"/>
                <a:gd name="T16" fmla="*/ 2 w 7"/>
                <a:gd name="T17" fmla="*/ 0 h 12"/>
                <a:gd name="T18" fmla="*/ 4 w 7"/>
                <a:gd name="T19" fmla="*/ 2 h 12"/>
                <a:gd name="T20" fmla="*/ 5 w 7"/>
                <a:gd name="T21" fmla="*/ 3 h 12"/>
                <a:gd name="T22" fmla="*/ 7 w 7"/>
                <a:gd name="T23" fmla="*/ 7 h 12"/>
                <a:gd name="T24" fmla="*/ 7 w 7"/>
                <a:gd name="T25" fmla="*/ 11 h 12"/>
                <a:gd name="T26" fmla="*/ 7 w 7"/>
                <a:gd name="T27" fmla="*/ 12 h 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7"/>
                <a:gd name="T43" fmla="*/ 0 h 12"/>
                <a:gd name="T44" fmla="*/ 7 w 7"/>
                <a:gd name="T45" fmla="*/ 12 h 12"/>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7" h="12">
                  <a:moveTo>
                    <a:pt x="7" y="12"/>
                  </a:moveTo>
                  <a:lnTo>
                    <a:pt x="6" y="12"/>
                  </a:lnTo>
                  <a:lnTo>
                    <a:pt x="6" y="11"/>
                  </a:lnTo>
                  <a:lnTo>
                    <a:pt x="0" y="1"/>
                  </a:lnTo>
                  <a:lnTo>
                    <a:pt x="0" y="0"/>
                  </a:lnTo>
                  <a:lnTo>
                    <a:pt x="1" y="0"/>
                  </a:lnTo>
                  <a:lnTo>
                    <a:pt x="2" y="0"/>
                  </a:lnTo>
                  <a:lnTo>
                    <a:pt x="4" y="2"/>
                  </a:lnTo>
                  <a:lnTo>
                    <a:pt x="5" y="3"/>
                  </a:lnTo>
                  <a:lnTo>
                    <a:pt x="7" y="7"/>
                  </a:lnTo>
                  <a:lnTo>
                    <a:pt x="7" y="11"/>
                  </a:lnTo>
                  <a:lnTo>
                    <a:pt x="7" y="1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19" name="Freeform 30"/>
            <p:cNvSpPr>
              <a:spLocks/>
            </p:cNvSpPr>
            <p:nvPr/>
          </p:nvSpPr>
          <p:spPr bwMode="gray">
            <a:xfrm>
              <a:off x="3462" y="3043"/>
              <a:ext cx="4" cy="3"/>
            </a:xfrm>
            <a:custGeom>
              <a:avLst/>
              <a:gdLst>
                <a:gd name="T0" fmla="*/ 2 w 4"/>
                <a:gd name="T1" fmla="*/ 3 h 3"/>
                <a:gd name="T2" fmla="*/ 1 w 4"/>
                <a:gd name="T3" fmla="*/ 3 h 3"/>
                <a:gd name="T4" fmla="*/ 1 w 4"/>
                <a:gd name="T5" fmla="*/ 3 h 3"/>
                <a:gd name="T6" fmla="*/ 0 w 4"/>
                <a:gd name="T7" fmla="*/ 2 h 3"/>
                <a:gd name="T8" fmla="*/ 1 w 4"/>
                <a:gd name="T9" fmla="*/ 1 h 3"/>
                <a:gd name="T10" fmla="*/ 1 w 4"/>
                <a:gd name="T11" fmla="*/ 1 h 3"/>
                <a:gd name="T12" fmla="*/ 2 w 4"/>
                <a:gd name="T13" fmla="*/ 1 h 3"/>
                <a:gd name="T14" fmla="*/ 2 w 4"/>
                <a:gd name="T15" fmla="*/ 0 h 3"/>
                <a:gd name="T16" fmla="*/ 3 w 4"/>
                <a:gd name="T17" fmla="*/ 1 h 3"/>
                <a:gd name="T18" fmla="*/ 4 w 4"/>
                <a:gd name="T19" fmla="*/ 1 h 3"/>
                <a:gd name="T20" fmla="*/ 4 w 4"/>
                <a:gd name="T21" fmla="*/ 2 h 3"/>
                <a:gd name="T22" fmla="*/ 4 w 4"/>
                <a:gd name="T23" fmla="*/ 3 h 3"/>
                <a:gd name="T24" fmla="*/ 4 w 4"/>
                <a:gd name="T25" fmla="*/ 3 h 3"/>
                <a:gd name="T26" fmla="*/ 2 w 4"/>
                <a:gd name="T27" fmla="*/ 3 h 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4"/>
                <a:gd name="T43" fmla="*/ 0 h 3"/>
                <a:gd name="T44" fmla="*/ 4 w 4"/>
                <a:gd name="T45" fmla="*/ 3 h 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4" h="3">
                  <a:moveTo>
                    <a:pt x="2" y="3"/>
                  </a:moveTo>
                  <a:lnTo>
                    <a:pt x="1" y="3"/>
                  </a:lnTo>
                  <a:lnTo>
                    <a:pt x="0" y="2"/>
                  </a:lnTo>
                  <a:lnTo>
                    <a:pt x="1" y="1"/>
                  </a:lnTo>
                  <a:lnTo>
                    <a:pt x="2" y="1"/>
                  </a:lnTo>
                  <a:lnTo>
                    <a:pt x="2" y="0"/>
                  </a:lnTo>
                  <a:lnTo>
                    <a:pt x="3" y="1"/>
                  </a:lnTo>
                  <a:lnTo>
                    <a:pt x="4" y="1"/>
                  </a:lnTo>
                  <a:lnTo>
                    <a:pt x="4" y="2"/>
                  </a:lnTo>
                  <a:lnTo>
                    <a:pt x="4" y="3"/>
                  </a:lnTo>
                  <a:lnTo>
                    <a:pt x="2" y="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0" name="Freeform 31"/>
            <p:cNvSpPr>
              <a:spLocks/>
            </p:cNvSpPr>
            <p:nvPr/>
          </p:nvSpPr>
          <p:spPr bwMode="gray">
            <a:xfrm>
              <a:off x="3385" y="2611"/>
              <a:ext cx="5" cy="7"/>
            </a:xfrm>
            <a:custGeom>
              <a:avLst/>
              <a:gdLst>
                <a:gd name="T0" fmla="*/ 5 w 5"/>
                <a:gd name="T1" fmla="*/ 2 h 7"/>
                <a:gd name="T2" fmla="*/ 5 w 5"/>
                <a:gd name="T3" fmla="*/ 4 h 7"/>
                <a:gd name="T4" fmla="*/ 5 w 5"/>
                <a:gd name="T5" fmla="*/ 5 h 7"/>
                <a:gd name="T6" fmla="*/ 5 w 5"/>
                <a:gd name="T7" fmla="*/ 7 h 7"/>
                <a:gd name="T8" fmla="*/ 4 w 5"/>
                <a:gd name="T9" fmla="*/ 7 h 7"/>
                <a:gd name="T10" fmla="*/ 3 w 5"/>
                <a:gd name="T11" fmla="*/ 7 h 7"/>
                <a:gd name="T12" fmla="*/ 1 w 5"/>
                <a:gd name="T13" fmla="*/ 6 h 7"/>
                <a:gd name="T14" fmla="*/ 1 w 5"/>
                <a:gd name="T15" fmla="*/ 6 h 7"/>
                <a:gd name="T16" fmla="*/ 0 w 5"/>
                <a:gd name="T17" fmla="*/ 5 h 7"/>
                <a:gd name="T18" fmla="*/ 0 w 5"/>
                <a:gd name="T19" fmla="*/ 5 h 7"/>
                <a:gd name="T20" fmla="*/ 0 w 5"/>
                <a:gd name="T21" fmla="*/ 4 h 7"/>
                <a:gd name="T22" fmla="*/ 1 w 5"/>
                <a:gd name="T23" fmla="*/ 2 h 7"/>
                <a:gd name="T24" fmla="*/ 2 w 5"/>
                <a:gd name="T25" fmla="*/ 0 h 7"/>
                <a:gd name="T26" fmla="*/ 2 w 5"/>
                <a:gd name="T27" fmla="*/ 0 h 7"/>
                <a:gd name="T28" fmla="*/ 3 w 5"/>
                <a:gd name="T29" fmla="*/ 0 h 7"/>
                <a:gd name="T30" fmla="*/ 4 w 5"/>
                <a:gd name="T31" fmla="*/ 0 h 7"/>
                <a:gd name="T32" fmla="*/ 4 w 5"/>
                <a:gd name="T33" fmla="*/ 0 h 7"/>
                <a:gd name="T34" fmla="*/ 4 w 5"/>
                <a:gd name="T35" fmla="*/ 1 h 7"/>
                <a:gd name="T36" fmla="*/ 5 w 5"/>
                <a:gd name="T37" fmla="*/ 2 h 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5"/>
                <a:gd name="T58" fmla="*/ 0 h 7"/>
                <a:gd name="T59" fmla="*/ 5 w 5"/>
                <a:gd name="T60" fmla="*/ 7 h 7"/>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5" h="7">
                  <a:moveTo>
                    <a:pt x="5" y="2"/>
                  </a:moveTo>
                  <a:lnTo>
                    <a:pt x="5" y="4"/>
                  </a:lnTo>
                  <a:lnTo>
                    <a:pt x="5" y="5"/>
                  </a:lnTo>
                  <a:lnTo>
                    <a:pt x="5" y="7"/>
                  </a:lnTo>
                  <a:lnTo>
                    <a:pt x="4" y="7"/>
                  </a:lnTo>
                  <a:lnTo>
                    <a:pt x="3" y="7"/>
                  </a:lnTo>
                  <a:lnTo>
                    <a:pt x="1" y="6"/>
                  </a:lnTo>
                  <a:lnTo>
                    <a:pt x="0" y="5"/>
                  </a:lnTo>
                  <a:lnTo>
                    <a:pt x="0" y="4"/>
                  </a:lnTo>
                  <a:lnTo>
                    <a:pt x="1" y="2"/>
                  </a:lnTo>
                  <a:lnTo>
                    <a:pt x="2" y="0"/>
                  </a:lnTo>
                  <a:lnTo>
                    <a:pt x="3" y="0"/>
                  </a:lnTo>
                  <a:lnTo>
                    <a:pt x="4" y="0"/>
                  </a:lnTo>
                  <a:lnTo>
                    <a:pt x="4" y="1"/>
                  </a:lnTo>
                  <a:lnTo>
                    <a:pt x="5"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1" name="Freeform 32"/>
            <p:cNvSpPr>
              <a:spLocks/>
            </p:cNvSpPr>
            <p:nvPr/>
          </p:nvSpPr>
          <p:spPr bwMode="gray">
            <a:xfrm>
              <a:off x="3430" y="2859"/>
              <a:ext cx="3" cy="2"/>
            </a:xfrm>
            <a:custGeom>
              <a:avLst/>
              <a:gdLst>
                <a:gd name="T0" fmla="*/ 2 w 3"/>
                <a:gd name="T1" fmla="*/ 2 h 2"/>
                <a:gd name="T2" fmla="*/ 2 w 3"/>
                <a:gd name="T3" fmla="*/ 2 h 2"/>
                <a:gd name="T4" fmla="*/ 0 w 3"/>
                <a:gd name="T5" fmla="*/ 2 h 2"/>
                <a:gd name="T6" fmla="*/ 0 w 3"/>
                <a:gd name="T7" fmla="*/ 1 h 2"/>
                <a:gd name="T8" fmla="*/ 0 w 3"/>
                <a:gd name="T9" fmla="*/ 0 h 2"/>
                <a:gd name="T10" fmla="*/ 1 w 3"/>
                <a:gd name="T11" fmla="*/ 0 h 2"/>
                <a:gd name="T12" fmla="*/ 3 w 3"/>
                <a:gd name="T13" fmla="*/ 1 h 2"/>
                <a:gd name="T14" fmla="*/ 3 w 3"/>
                <a:gd name="T15" fmla="*/ 2 h 2"/>
                <a:gd name="T16" fmla="*/ 3 w 3"/>
                <a:gd name="T17" fmla="*/ 2 h 2"/>
                <a:gd name="T18" fmla="*/ 2 w 3"/>
                <a:gd name="T19" fmla="*/ 2 h 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
                <a:gd name="T31" fmla="*/ 0 h 2"/>
                <a:gd name="T32" fmla="*/ 3 w 3"/>
                <a:gd name="T33" fmla="*/ 2 h 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 h="2">
                  <a:moveTo>
                    <a:pt x="2" y="2"/>
                  </a:moveTo>
                  <a:lnTo>
                    <a:pt x="2" y="2"/>
                  </a:lnTo>
                  <a:lnTo>
                    <a:pt x="0" y="2"/>
                  </a:lnTo>
                  <a:lnTo>
                    <a:pt x="0" y="1"/>
                  </a:lnTo>
                  <a:lnTo>
                    <a:pt x="0" y="0"/>
                  </a:lnTo>
                  <a:lnTo>
                    <a:pt x="1" y="0"/>
                  </a:lnTo>
                  <a:lnTo>
                    <a:pt x="3" y="1"/>
                  </a:lnTo>
                  <a:lnTo>
                    <a:pt x="3" y="2"/>
                  </a:lnTo>
                  <a:lnTo>
                    <a:pt x="2"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2" name="Freeform 33"/>
            <p:cNvSpPr>
              <a:spLocks noEditPoints="1"/>
            </p:cNvSpPr>
            <p:nvPr/>
          </p:nvSpPr>
          <p:spPr bwMode="gray">
            <a:xfrm>
              <a:off x="3367" y="984"/>
              <a:ext cx="689" cy="606"/>
            </a:xfrm>
            <a:custGeom>
              <a:avLst/>
              <a:gdLst>
                <a:gd name="T0" fmla="*/ 174 w 689"/>
                <a:gd name="T1" fmla="*/ 33 h 606"/>
                <a:gd name="T2" fmla="*/ 12 w 689"/>
                <a:gd name="T3" fmla="*/ 486 h 606"/>
                <a:gd name="T4" fmla="*/ 2 w 689"/>
                <a:gd name="T5" fmla="*/ 510 h 606"/>
                <a:gd name="T6" fmla="*/ 490 w 689"/>
                <a:gd name="T7" fmla="*/ 203 h 606"/>
                <a:gd name="T8" fmla="*/ 242 w 689"/>
                <a:gd name="T9" fmla="*/ 225 h 606"/>
                <a:gd name="T10" fmla="*/ 251 w 689"/>
                <a:gd name="T11" fmla="*/ 160 h 606"/>
                <a:gd name="T12" fmla="*/ 252 w 689"/>
                <a:gd name="T13" fmla="*/ 94 h 606"/>
                <a:gd name="T14" fmla="*/ 232 w 689"/>
                <a:gd name="T15" fmla="*/ 41 h 606"/>
                <a:gd name="T16" fmla="*/ 277 w 689"/>
                <a:gd name="T17" fmla="*/ 3 h 606"/>
                <a:gd name="T18" fmla="*/ 315 w 689"/>
                <a:gd name="T19" fmla="*/ 47 h 606"/>
                <a:gd name="T20" fmla="*/ 346 w 689"/>
                <a:gd name="T21" fmla="*/ 92 h 606"/>
                <a:gd name="T22" fmla="*/ 427 w 689"/>
                <a:gd name="T23" fmla="*/ 176 h 606"/>
                <a:gd name="T24" fmla="*/ 464 w 689"/>
                <a:gd name="T25" fmla="*/ 208 h 606"/>
                <a:gd name="T26" fmla="*/ 510 w 689"/>
                <a:gd name="T27" fmla="*/ 211 h 606"/>
                <a:gd name="T28" fmla="*/ 522 w 689"/>
                <a:gd name="T29" fmla="*/ 218 h 606"/>
                <a:gd name="T30" fmla="*/ 573 w 689"/>
                <a:gd name="T31" fmla="*/ 238 h 606"/>
                <a:gd name="T32" fmla="*/ 599 w 689"/>
                <a:gd name="T33" fmla="*/ 213 h 606"/>
                <a:gd name="T34" fmla="*/ 635 w 689"/>
                <a:gd name="T35" fmla="*/ 174 h 606"/>
                <a:gd name="T36" fmla="*/ 624 w 689"/>
                <a:gd name="T37" fmla="*/ 220 h 606"/>
                <a:gd name="T38" fmla="*/ 613 w 689"/>
                <a:gd name="T39" fmla="*/ 272 h 606"/>
                <a:gd name="T40" fmla="*/ 640 w 689"/>
                <a:gd name="T41" fmla="*/ 291 h 606"/>
                <a:gd name="T42" fmla="*/ 630 w 689"/>
                <a:gd name="T43" fmla="*/ 287 h 606"/>
                <a:gd name="T44" fmla="*/ 629 w 689"/>
                <a:gd name="T45" fmla="*/ 323 h 606"/>
                <a:gd name="T46" fmla="*/ 654 w 689"/>
                <a:gd name="T47" fmla="*/ 335 h 606"/>
                <a:gd name="T48" fmla="*/ 680 w 689"/>
                <a:gd name="T49" fmla="*/ 325 h 606"/>
                <a:gd name="T50" fmla="*/ 661 w 689"/>
                <a:gd name="T51" fmla="*/ 341 h 606"/>
                <a:gd name="T52" fmla="*/ 614 w 689"/>
                <a:gd name="T53" fmla="*/ 355 h 606"/>
                <a:gd name="T54" fmla="*/ 591 w 689"/>
                <a:gd name="T55" fmla="*/ 377 h 606"/>
                <a:gd name="T56" fmla="*/ 579 w 689"/>
                <a:gd name="T57" fmla="*/ 366 h 606"/>
                <a:gd name="T58" fmla="*/ 543 w 689"/>
                <a:gd name="T59" fmla="*/ 383 h 606"/>
                <a:gd name="T60" fmla="*/ 494 w 689"/>
                <a:gd name="T61" fmla="*/ 385 h 606"/>
                <a:gd name="T62" fmla="*/ 436 w 689"/>
                <a:gd name="T63" fmla="*/ 449 h 606"/>
                <a:gd name="T64" fmla="*/ 422 w 689"/>
                <a:gd name="T65" fmla="*/ 494 h 606"/>
                <a:gd name="T66" fmla="*/ 398 w 689"/>
                <a:gd name="T67" fmla="*/ 515 h 606"/>
                <a:gd name="T68" fmla="*/ 312 w 689"/>
                <a:gd name="T69" fmla="*/ 469 h 606"/>
                <a:gd name="T70" fmla="*/ 271 w 689"/>
                <a:gd name="T71" fmla="*/ 439 h 606"/>
                <a:gd name="T72" fmla="*/ 228 w 689"/>
                <a:gd name="T73" fmla="*/ 432 h 606"/>
                <a:gd name="T74" fmla="*/ 160 w 689"/>
                <a:gd name="T75" fmla="*/ 458 h 606"/>
                <a:gd name="T76" fmla="*/ 117 w 689"/>
                <a:gd name="T77" fmla="*/ 435 h 606"/>
                <a:gd name="T78" fmla="*/ 93 w 689"/>
                <a:gd name="T79" fmla="*/ 473 h 606"/>
                <a:gd name="T80" fmla="*/ 114 w 689"/>
                <a:gd name="T81" fmla="*/ 495 h 606"/>
                <a:gd name="T82" fmla="*/ 138 w 689"/>
                <a:gd name="T83" fmla="*/ 500 h 606"/>
                <a:gd name="T84" fmla="*/ 170 w 689"/>
                <a:gd name="T85" fmla="*/ 534 h 606"/>
                <a:gd name="T86" fmla="*/ 175 w 689"/>
                <a:gd name="T87" fmla="*/ 559 h 606"/>
                <a:gd name="T88" fmla="*/ 132 w 689"/>
                <a:gd name="T89" fmla="*/ 546 h 606"/>
                <a:gd name="T90" fmla="*/ 113 w 689"/>
                <a:gd name="T91" fmla="*/ 564 h 606"/>
                <a:gd name="T92" fmla="*/ 111 w 689"/>
                <a:gd name="T93" fmla="*/ 584 h 606"/>
                <a:gd name="T94" fmla="*/ 87 w 689"/>
                <a:gd name="T95" fmla="*/ 603 h 606"/>
                <a:gd name="T96" fmla="*/ 61 w 689"/>
                <a:gd name="T97" fmla="*/ 583 h 606"/>
                <a:gd name="T98" fmla="*/ 77 w 689"/>
                <a:gd name="T99" fmla="*/ 544 h 606"/>
                <a:gd name="T100" fmla="*/ 57 w 689"/>
                <a:gd name="T101" fmla="*/ 500 h 606"/>
                <a:gd name="T102" fmla="*/ 40 w 689"/>
                <a:gd name="T103" fmla="*/ 468 h 606"/>
                <a:gd name="T104" fmla="*/ 45 w 689"/>
                <a:gd name="T105" fmla="*/ 436 h 606"/>
                <a:gd name="T106" fmla="*/ 59 w 689"/>
                <a:gd name="T107" fmla="*/ 420 h 606"/>
                <a:gd name="T108" fmla="*/ 107 w 689"/>
                <a:gd name="T109" fmla="*/ 385 h 606"/>
                <a:gd name="T110" fmla="*/ 102 w 689"/>
                <a:gd name="T111" fmla="*/ 347 h 606"/>
                <a:gd name="T112" fmla="*/ 147 w 689"/>
                <a:gd name="T113" fmla="*/ 343 h 606"/>
                <a:gd name="T114" fmla="*/ 200 w 689"/>
                <a:gd name="T115" fmla="*/ 347 h 606"/>
                <a:gd name="T116" fmla="*/ 217 w 689"/>
                <a:gd name="T117" fmla="*/ 312 h 606"/>
                <a:gd name="T118" fmla="*/ 223 w 689"/>
                <a:gd name="T119" fmla="*/ 251 h 606"/>
                <a:gd name="T120" fmla="*/ 192 w 689"/>
                <a:gd name="T121" fmla="*/ 36 h 606"/>
                <a:gd name="T122" fmla="*/ 204 w 689"/>
                <a:gd name="T123" fmla="*/ 55 h 606"/>
                <a:gd name="T124" fmla="*/ 185 w 689"/>
                <a:gd name="T125" fmla="*/ 42 h 60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689"/>
                <a:gd name="T190" fmla="*/ 0 h 606"/>
                <a:gd name="T191" fmla="*/ 689 w 689"/>
                <a:gd name="T192" fmla="*/ 606 h 60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689" h="606">
                  <a:moveTo>
                    <a:pt x="170" y="5"/>
                  </a:moveTo>
                  <a:lnTo>
                    <a:pt x="176" y="5"/>
                  </a:lnTo>
                  <a:lnTo>
                    <a:pt x="177" y="6"/>
                  </a:lnTo>
                  <a:lnTo>
                    <a:pt x="178" y="8"/>
                  </a:lnTo>
                  <a:lnTo>
                    <a:pt x="179" y="11"/>
                  </a:lnTo>
                  <a:lnTo>
                    <a:pt x="177" y="26"/>
                  </a:lnTo>
                  <a:lnTo>
                    <a:pt x="177" y="27"/>
                  </a:lnTo>
                  <a:lnTo>
                    <a:pt x="177" y="29"/>
                  </a:lnTo>
                  <a:lnTo>
                    <a:pt x="175" y="32"/>
                  </a:lnTo>
                  <a:lnTo>
                    <a:pt x="175" y="33"/>
                  </a:lnTo>
                  <a:lnTo>
                    <a:pt x="174" y="33"/>
                  </a:lnTo>
                  <a:lnTo>
                    <a:pt x="170" y="16"/>
                  </a:lnTo>
                  <a:lnTo>
                    <a:pt x="167" y="4"/>
                  </a:lnTo>
                  <a:lnTo>
                    <a:pt x="167" y="3"/>
                  </a:lnTo>
                  <a:lnTo>
                    <a:pt x="168" y="3"/>
                  </a:lnTo>
                  <a:lnTo>
                    <a:pt x="169" y="3"/>
                  </a:lnTo>
                  <a:lnTo>
                    <a:pt x="170" y="5"/>
                  </a:lnTo>
                  <a:close/>
                  <a:moveTo>
                    <a:pt x="4" y="488"/>
                  </a:moveTo>
                  <a:lnTo>
                    <a:pt x="4" y="488"/>
                  </a:lnTo>
                  <a:lnTo>
                    <a:pt x="5" y="488"/>
                  </a:lnTo>
                  <a:lnTo>
                    <a:pt x="6" y="488"/>
                  </a:lnTo>
                  <a:lnTo>
                    <a:pt x="12" y="486"/>
                  </a:lnTo>
                  <a:lnTo>
                    <a:pt x="13" y="485"/>
                  </a:lnTo>
                  <a:lnTo>
                    <a:pt x="14" y="484"/>
                  </a:lnTo>
                  <a:lnTo>
                    <a:pt x="15" y="484"/>
                  </a:lnTo>
                  <a:lnTo>
                    <a:pt x="16" y="484"/>
                  </a:lnTo>
                  <a:lnTo>
                    <a:pt x="16" y="485"/>
                  </a:lnTo>
                  <a:lnTo>
                    <a:pt x="16" y="486"/>
                  </a:lnTo>
                  <a:lnTo>
                    <a:pt x="15" y="489"/>
                  </a:lnTo>
                  <a:lnTo>
                    <a:pt x="11" y="502"/>
                  </a:lnTo>
                  <a:lnTo>
                    <a:pt x="10" y="507"/>
                  </a:lnTo>
                  <a:lnTo>
                    <a:pt x="5" y="512"/>
                  </a:lnTo>
                  <a:lnTo>
                    <a:pt x="4" y="512"/>
                  </a:lnTo>
                  <a:lnTo>
                    <a:pt x="2" y="510"/>
                  </a:lnTo>
                  <a:lnTo>
                    <a:pt x="2" y="509"/>
                  </a:lnTo>
                  <a:lnTo>
                    <a:pt x="0" y="497"/>
                  </a:lnTo>
                  <a:lnTo>
                    <a:pt x="0" y="495"/>
                  </a:lnTo>
                  <a:lnTo>
                    <a:pt x="0" y="494"/>
                  </a:lnTo>
                  <a:lnTo>
                    <a:pt x="2" y="491"/>
                  </a:lnTo>
                  <a:lnTo>
                    <a:pt x="2" y="490"/>
                  </a:lnTo>
                  <a:lnTo>
                    <a:pt x="3" y="488"/>
                  </a:lnTo>
                  <a:lnTo>
                    <a:pt x="4" y="488"/>
                  </a:lnTo>
                  <a:close/>
                  <a:moveTo>
                    <a:pt x="475" y="199"/>
                  </a:moveTo>
                  <a:lnTo>
                    <a:pt x="487" y="202"/>
                  </a:lnTo>
                  <a:lnTo>
                    <a:pt x="489" y="202"/>
                  </a:lnTo>
                  <a:lnTo>
                    <a:pt x="490" y="203"/>
                  </a:lnTo>
                  <a:lnTo>
                    <a:pt x="487" y="204"/>
                  </a:lnTo>
                  <a:lnTo>
                    <a:pt x="482" y="203"/>
                  </a:lnTo>
                  <a:lnTo>
                    <a:pt x="480" y="203"/>
                  </a:lnTo>
                  <a:lnTo>
                    <a:pt x="476" y="201"/>
                  </a:lnTo>
                  <a:lnTo>
                    <a:pt x="474" y="200"/>
                  </a:lnTo>
                  <a:lnTo>
                    <a:pt x="473" y="200"/>
                  </a:lnTo>
                  <a:lnTo>
                    <a:pt x="473" y="199"/>
                  </a:lnTo>
                  <a:lnTo>
                    <a:pt x="474" y="199"/>
                  </a:lnTo>
                  <a:lnTo>
                    <a:pt x="475" y="199"/>
                  </a:lnTo>
                  <a:close/>
                  <a:moveTo>
                    <a:pt x="240" y="232"/>
                  </a:moveTo>
                  <a:lnTo>
                    <a:pt x="242" y="225"/>
                  </a:lnTo>
                  <a:lnTo>
                    <a:pt x="243" y="220"/>
                  </a:lnTo>
                  <a:lnTo>
                    <a:pt x="243" y="215"/>
                  </a:lnTo>
                  <a:lnTo>
                    <a:pt x="242" y="192"/>
                  </a:lnTo>
                  <a:lnTo>
                    <a:pt x="241" y="185"/>
                  </a:lnTo>
                  <a:lnTo>
                    <a:pt x="241" y="181"/>
                  </a:lnTo>
                  <a:lnTo>
                    <a:pt x="241" y="180"/>
                  </a:lnTo>
                  <a:lnTo>
                    <a:pt x="242" y="179"/>
                  </a:lnTo>
                  <a:lnTo>
                    <a:pt x="243" y="178"/>
                  </a:lnTo>
                  <a:lnTo>
                    <a:pt x="244" y="176"/>
                  </a:lnTo>
                  <a:lnTo>
                    <a:pt x="249" y="166"/>
                  </a:lnTo>
                  <a:lnTo>
                    <a:pt x="251" y="162"/>
                  </a:lnTo>
                  <a:lnTo>
                    <a:pt x="251" y="160"/>
                  </a:lnTo>
                  <a:lnTo>
                    <a:pt x="252" y="158"/>
                  </a:lnTo>
                  <a:lnTo>
                    <a:pt x="255" y="138"/>
                  </a:lnTo>
                  <a:lnTo>
                    <a:pt x="256" y="133"/>
                  </a:lnTo>
                  <a:lnTo>
                    <a:pt x="256" y="131"/>
                  </a:lnTo>
                  <a:lnTo>
                    <a:pt x="256" y="128"/>
                  </a:lnTo>
                  <a:lnTo>
                    <a:pt x="256" y="122"/>
                  </a:lnTo>
                  <a:lnTo>
                    <a:pt x="256" y="118"/>
                  </a:lnTo>
                  <a:lnTo>
                    <a:pt x="256" y="114"/>
                  </a:lnTo>
                  <a:lnTo>
                    <a:pt x="253" y="100"/>
                  </a:lnTo>
                  <a:lnTo>
                    <a:pt x="253" y="97"/>
                  </a:lnTo>
                  <a:lnTo>
                    <a:pt x="253" y="96"/>
                  </a:lnTo>
                  <a:lnTo>
                    <a:pt x="252" y="94"/>
                  </a:lnTo>
                  <a:lnTo>
                    <a:pt x="248" y="82"/>
                  </a:lnTo>
                  <a:lnTo>
                    <a:pt x="247" y="78"/>
                  </a:lnTo>
                  <a:lnTo>
                    <a:pt x="245" y="75"/>
                  </a:lnTo>
                  <a:lnTo>
                    <a:pt x="245" y="74"/>
                  </a:lnTo>
                  <a:lnTo>
                    <a:pt x="243" y="72"/>
                  </a:lnTo>
                  <a:lnTo>
                    <a:pt x="236" y="57"/>
                  </a:lnTo>
                  <a:lnTo>
                    <a:pt x="235" y="55"/>
                  </a:lnTo>
                  <a:lnTo>
                    <a:pt x="234" y="50"/>
                  </a:lnTo>
                  <a:lnTo>
                    <a:pt x="233" y="46"/>
                  </a:lnTo>
                  <a:lnTo>
                    <a:pt x="232" y="44"/>
                  </a:lnTo>
                  <a:lnTo>
                    <a:pt x="232" y="43"/>
                  </a:lnTo>
                  <a:lnTo>
                    <a:pt x="232" y="41"/>
                  </a:lnTo>
                  <a:lnTo>
                    <a:pt x="233" y="39"/>
                  </a:lnTo>
                  <a:lnTo>
                    <a:pt x="234" y="36"/>
                  </a:lnTo>
                  <a:lnTo>
                    <a:pt x="245" y="13"/>
                  </a:lnTo>
                  <a:lnTo>
                    <a:pt x="246" y="13"/>
                  </a:lnTo>
                  <a:lnTo>
                    <a:pt x="258" y="10"/>
                  </a:lnTo>
                  <a:lnTo>
                    <a:pt x="260" y="9"/>
                  </a:lnTo>
                  <a:lnTo>
                    <a:pt x="263" y="8"/>
                  </a:lnTo>
                  <a:lnTo>
                    <a:pt x="264" y="6"/>
                  </a:lnTo>
                  <a:lnTo>
                    <a:pt x="265" y="5"/>
                  </a:lnTo>
                  <a:lnTo>
                    <a:pt x="265" y="4"/>
                  </a:lnTo>
                  <a:lnTo>
                    <a:pt x="275" y="0"/>
                  </a:lnTo>
                  <a:lnTo>
                    <a:pt x="277" y="3"/>
                  </a:lnTo>
                  <a:lnTo>
                    <a:pt x="283" y="12"/>
                  </a:lnTo>
                  <a:lnTo>
                    <a:pt x="286" y="15"/>
                  </a:lnTo>
                  <a:lnTo>
                    <a:pt x="287" y="16"/>
                  </a:lnTo>
                  <a:lnTo>
                    <a:pt x="288" y="17"/>
                  </a:lnTo>
                  <a:lnTo>
                    <a:pt x="294" y="20"/>
                  </a:lnTo>
                  <a:lnTo>
                    <a:pt x="295" y="22"/>
                  </a:lnTo>
                  <a:lnTo>
                    <a:pt x="297" y="23"/>
                  </a:lnTo>
                  <a:lnTo>
                    <a:pt x="298" y="24"/>
                  </a:lnTo>
                  <a:lnTo>
                    <a:pt x="305" y="33"/>
                  </a:lnTo>
                  <a:lnTo>
                    <a:pt x="311" y="41"/>
                  </a:lnTo>
                  <a:lnTo>
                    <a:pt x="313" y="44"/>
                  </a:lnTo>
                  <a:lnTo>
                    <a:pt x="315" y="47"/>
                  </a:lnTo>
                  <a:lnTo>
                    <a:pt x="319" y="52"/>
                  </a:lnTo>
                  <a:lnTo>
                    <a:pt x="323" y="55"/>
                  </a:lnTo>
                  <a:lnTo>
                    <a:pt x="327" y="60"/>
                  </a:lnTo>
                  <a:lnTo>
                    <a:pt x="331" y="64"/>
                  </a:lnTo>
                  <a:lnTo>
                    <a:pt x="333" y="66"/>
                  </a:lnTo>
                  <a:lnTo>
                    <a:pt x="334" y="68"/>
                  </a:lnTo>
                  <a:lnTo>
                    <a:pt x="336" y="71"/>
                  </a:lnTo>
                  <a:lnTo>
                    <a:pt x="342" y="83"/>
                  </a:lnTo>
                  <a:lnTo>
                    <a:pt x="343" y="87"/>
                  </a:lnTo>
                  <a:lnTo>
                    <a:pt x="345" y="89"/>
                  </a:lnTo>
                  <a:lnTo>
                    <a:pt x="345" y="90"/>
                  </a:lnTo>
                  <a:lnTo>
                    <a:pt x="346" y="92"/>
                  </a:lnTo>
                  <a:lnTo>
                    <a:pt x="358" y="108"/>
                  </a:lnTo>
                  <a:lnTo>
                    <a:pt x="360" y="111"/>
                  </a:lnTo>
                  <a:lnTo>
                    <a:pt x="362" y="113"/>
                  </a:lnTo>
                  <a:lnTo>
                    <a:pt x="365" y="117"/>
                  </a:lnTo>
                  <a:lnTo>
                    <a:pt x="366" y="118"/>
                  </a:lnTo>
                  <a:lnTo>
                    <a:pt x="384" y="137"/>
                  </a:lnTo>
                  <a:lnTo>
                    <a:pt x="389" y="142"/>
                  </a:lnTo>
                  <a:lnTo>
                    <a:pt x="399" y="151"/>
                  </a:lnTo>
                  <a:lnTo>
                    <a:pt x="401" y="153"/>
                  </a:lnTo>
                  <a:lnTo>
                    <a:pt x="425" y="173"/>
                  </a:lnTo>
                  <a:lnTo>
                    <a:pt x="426" y="175"/>
                  </a:lnTo>
                  <a:lnTo>
                    <a:pt x="427" y="176"/>
                  </a:lnTo>
                  <a:lnTo>
                    <a:pt x="429" y="177"/>
                  </a:lnTo>
                  <a:lnTo>
                    <a:pt x="436" y="182"/>
                  </a:lnTo>
                  <a:lnTo>
                    <a:pt x="439" y="184"/>
                  </a:lnTo>
                  <a:lnTo>
                    <a:pt x="457" y="192"/>
                  </a:lnTo>
                  <a:lnTo>
                    <a:pt x="460" y="194"/>
                  </a:lnTo>
                  <a:lnTo>
                    <a:pt x="460" y="197"/>
                  </a:lnTo>
                  <a:lnTo>
                    <a:pt x="459" y="197"/>
                  </a:lnTo>
                  <a:lnTo>
                    <a:pt x="459" y="198"/>
                  </a:lnTo>
                  <a:lnTo>
                    <a:pt x="463" y="207"/>
                  </a:lnTo>
                  <a:lnTo>
                    <a:pt x="464" y="207"/>
                  </a:lnTo>
                  <a:lnTo>
                    <a:pt x="464" y="208"/>
                  </a:lnTo>
                  <a:lnTo>
                    <a:pt x="468" y="210"/>
                  </a:lnTo>
                  <a:lnTo>
                    <a:pt x="469" y="210"/>
                  </a:lnTo>
                  <a:lnTo>
                    <a:pt x="470" y="211"/>
                  </a:lnTo>
                  <a:lnTo>
                    <a:pt x="482" y="209"/>
                  </a:lnTo>
                  <a:lnTo>
                    <a:pt x="491" y="206"/>
                  </a:lnTo>
                  <a:lnTo>
                    <a:pt x="492" y="205"/>
                  </a:lnTo>
                  <a:lnTo>
                    <a:pt x="493" y="205"/>
                  </a:lnTo>
                  <a:lnTo>
                    <a:pt x="494" y="205"/>
                  </a:lnTo>
                  <a:lnTo>
                    <a:pt x="497" y="205"/>
                  </a:lnTo>
                  <a:lnTo>
                    <a:pt x="507" y="207"/>
                  </a:lnTo>
                  <a:lnTo>
                    <a:pt x="510" y="211"/>
                  </a:lnTo>
                  <a:lnTo>
                    <a:pt x="508" y="211"/>
                  </a:lnTo>
                  <a:lnTo>
                    <a:pt x="507" y="212"/>
                  </a:lnTo>
                  <a:lnTo>
                    <a:pt x="506" y="213"/>
                  </a:lnTo>
                  <a:lnTo>
                    <a:pt x="506" y="214"/>
                  </a:lnTo>
                  <a:lnTo>
                    <a:pt x="505" y="220"/>
                  </a:lnTo>
                  <a:lnTo>
                    <a:pt x="505" y="221"/>
                  </a:lnTo>
                  <a:lnTo>
                    <a:pt x="506" y="221"/>
                  </a:lnTo>
                  <a:lnTo>
                    <a:pt x="508" y="222"/>
                  </a:lnTo>
                  <a:lnTo>
                    <a:pt x="509" y="222"/>
                  </a:lnTo>
                  <a:lnTo>
                    <a:pt x="522" y="218"/>
                  </a:lnTo>
                  <a:lnTo>
                    <a:pt x="529" y="228"/>
                  </a:lnTo>
                  <a:lnTo>
                    <a:pt x="531" y="231"/>
                  </a:lnTo>
                  <a:lnTo>
                    <a:pt x="533" y="232"/>
                  </a:lnTo>
                  <a:lnTo>
                    <a:pt x="537" y="233"/>
                  </a:lnTo>
                  <a:lnTo>
                    <a:pt x="538" y="234"/>
                  </a:lnTo>
                  <a:lnTo>
                    <a:pt x="547" y="235"/>
                  </a:lnTo>
                  <a:lnTo>
                    <a:pt x="551" y="236"/>
                  </a:lnTo>
                  <a:lnTo>
                    <a:pt x="560" y="237"/>
                  </a:lnTo>
                  <a:lnTo>
                    <a:pt x="564" y="238"/>
                  </a:lnTo>
                  <a:lnTo>
                    <a:pt x="568" y="238"/>
                  </a:lnTo>
                  <a:lnTo>
                    <a:pt x="571" y="238"/>
                  </a:lnTo>
                  <a:lnTo>
                    <a:pt x="573" y="238"/>
                  </a:lnTo>
                  <a:lnTo>
                    <a:pt x="577" y="238"/>
                  </a:lnTo>
                  <a:lnTo>
                    <a:pt x="578" y="237"/>
                  </a:lnTo>
                  <a:lnTo>
                    <a:pt x="579" y="237"/>
                  </a:lnTo>
                  <a:lnTo>
                    <a:pt x="580" y="236"/>
                  </a:lnTo>
                  <a:lnTo>
                    <a:pt x="588" y="228"/>
                  </a:lnTo>
                  <a:lnTo>
                    <a:pt x="590" y="226"/>
                  </a:lnTo>
                  <a:lnTo>
                    <a:pt x="591" y="225"/>
                  </a:lnTo>
                  <a:lnTo>
                    <a:pt x="593" y="223"/>
                  </a:lnTo>
                  <a:lnTo>
                    <a:pt x="593" y="221"/>
                  </a:lnTo>
                  <a:lnTo>
                    <a:pt x="594" y="220"/>
                  </a:lnTo>
                  <a:lnTo>
                    <a:pt x="598" y="215"/>
                  </a:lnTo>
                  <a:lnTo>
                    <a:pt x="599" y="213"/>
                  </a:lnTo>
                  <a:lnTo>
                    <a:pt x="603" y="209"/>
                  </a:lnTo>
                  <a:lnTo>
                    <a:pt x="609" y="204"/>
                  </a:lnTo>
                  <a:lnTo>
                    <a:pt x="610" y="204"/>
                  </a:lnTo>
                  <a:lnTo>
                    <a:pt x="613" y="202"/>
                  </a:lnTo>
                  <a:lnTo>
                    <a:pt x="620" y="197"/>
                  </a:lnTo>
                  <a:lnTo>
                    <a:pt x="621" y="196"/>
                  </a:lnTo>
                  <a:lnTo>
                    <a:pt x="622" y="194"/>
                  </a:lnTo>
                  <a:lnTo>
                    <a:pt x="624" y="191"/>
                  </a:lnTo>
                  <a:lnTo>
                    <a:pt x="625" y="189"/>
                  </a:lnTo>
                  <a:lnTo>
                    <a:pt x="627" y="186"/>
                  </a:lnTo>
                  <a:lnTo>
                    <a:pt x="635" y="175"/>
                  </a:lnTo>
                  <a:lnTo>
                    <a:pt x="635" y="174"/>
                  </a:lnTo>
                  <a:lnTo>
                    <a:pt x="637" y="173"/>
                  </a:lnTo>
                  <a:lnTo>
                    <a:pt x="638" y="173"/>
                  </a:lnTo>
                  <a:lnTo>
                    <a:pt x="641" y="183"/>
                  </a:lnTo>
                  <a:lnTo>
                    <a:pt x="641" y="184"/>
                  </a:lnTo>
                  <a:lnTo>
                    <a:pt x="641" y="185"/>
                  </a:lnTo>
                  <a:lnTo>
                    <a:pt x="641" y="186"/>
                  </a:lnTo>
                  <a:lnTo>
                    <a:pt x="639" y="190"/>
                  </a:lnTo>
                  <a:lnTo>
                    <a:pt x="637" y="197"/>
                  </a:lnTo>
                  <a:lnTo>
                    <a:pt x="628" y="216"/>
                  </a:lnTo>
                  <a:lnTo>
                    <a:pt x="627" y="218"/>
                  </a:lnTo>
                  <a:lnTo>
                    <a:pt x="626" y="219"/>
                  </a:lnTo>
                  <a:lnTo>
                    <a:pt x="624" y="220"/>
                  </a:lnTo>
                  <a:lnTo>
                    <a:pt x="623" y="221"/>
                  </a:lnTo>
                  <a:lnTo>
                    <a:pt x="621" y="224"/>
                  </a:lnTo>
                  <a:lnTo>
                    <a:pt x="619" y="226"/>
                  </a:lnTo>
                  <a:lnTo>
                    <a:pt x="618" y="228"/>
                  </a:lnTo>
                  <a:lnTo>
                    <a:pt x="615" y="235"/>
                  </a:lnTo>
                  <a:lnTo>
                    <a:pt x="612" y="240"/>
                  </a:lnTo>
                  <a:lnTo>
                    <a:pt x="608" y="257"/>
                  </a:lnTo>
                  <a:lnTo>
                    <a:pt x="608" y="258"/>
                  </a:lnTo>
                  <a:lnTo>
                    <a:pt x="608" y="261"/>
                  </a:lnTo>
                  <a:lnTo>
                    <a:pt x="609" y="262"/>
                  </a:lnTo>
                  <a:lnTo>
                    <a:pt x="612" y="269"/>
                  </a:lnTo>
                  <a:lnTo>
                    <a:pt x="613" y="272"/>
                  </a:lnTo>
                  <a:lnTo>
                    <a:pt x="615" y="275"/>
                  </a:lnTo>
                  <a:lnTo>
                    <a:pt x="616" y="277"/>
                  </a:lnTo>
                  <a:lnTo>
                    <a:pt x="618" y="279"/>
                  </a:lnTo>
                  <a:lnTo>
                    <a:pt x="622" y="283"/>
                  </a:lnTo>
                  <a:lnTo>
                    <a:pt x="625" y="284"/>
                  </a:lnTo>
                  <a:lnTo>
                    <a:pt x="626" y="284"/>
                  </a:lnTo>
                  <a:lnTo>
                    <a:pt x="629" y="285"/>
                  </a:lnTo>
                  <a:lnTo>
                    <a:pt x="632" y="285"/>
                  </a:lnTo>
                  <a:lnTo>
                    <a:pt x="636" y="287"/>
                  </a:lnTo>
                  <a:lnTo>
                    <a:pt x="637" y="288"/>
                  </a:lnTo>
                  <a:lnTo>
                    <a:pt x="639" y="290"/>
                  </a:lnTo>
                  <a:lnTo>
                    <a:pt x="640" y="291"/>
                  </a:lnTo>
                  <a:lnTo>
                    <a:pt x="639" y="292"/>
                  </a:lnTo>
                  <a:lnTo>
                    <a:pt x="638" y="292"/>
                  </a:lnTo>
                  <a:lnTo>
                    <a:pt x="632" y="293"/>
                  </a:lnTo>
                  <a:lnTo>
                    <a:pt x="631" y="294"/>
                  </a:lnTo>
                  <a:lnTo>
                    <a:pt x="631" y="293"/>
                  </a:lnTo>
                  <a:lnTo>
                    <a:pt x="631" y="292"/>
                  </a:lnTo>
                  <a:lnTo>
                    <a:pt x="631" y="291"/>
                  </a:lnTo>
                  <a:lnTo>
                    <a:pt x="632" y="291"/>
                  </a:lnTo>
                  <a:lnTo>
                    <a:pt x="633" y="290"/>
                  </a:lnTo>
                  <a:lnTo>
                    <a:pt x="632" y="289"/>
                  </a:lnTo>
                  <a:lnTo>
                    <a:pt x="630" y="287"/>
                  </a:lnTo>
                  <a:lnTo>
                    <a:pt x="627" y="285"/>
                  </a:lnTo>
                  <a:lnTo>
                    <a:pt x="624" y="284"/>
                  </a:lnTo>
                  <a:lnTo>
                    <a:pt x="622" y="283"/>
                  </a:lnTo>
                  <a:lnTo>
                    <a:pt x="623" y="285"/>
                  </a:lnTo>
                  <a:lnTo>
                    <a:pt x="626" y="294"/>
                  </a:lnTo>
                  <a:lnTo>
                    <a:pt x="631" y="310"/>
                  </a:lnTo>
                  <a:lnTo>
                    <a:pt x="633" y="319"/>
                  </a:lnTo>
                  <a:lnTo>
                    <a:pt x="632" y="323"/>
                  </a:lnTo>
                  <a:lnTo>
                    <a:pt x="631" y="323"/>
                  </a:lnTo>
                  <a:lnTo>
                    <a:pt x="631" y="322"/>
                  </a:lnTo>
                  <a:lnTo>
                    <a:pt x="630" y="322"/>
                  </a:lnTo>
                  <a:lnTo>
                    <a:pt x="629" y="323"/>
                  </a:lnTo>
                  <a:lnTo>
                    <a:pt x="628" y="326"/>
                  </a:lnTo>
                  <a:lnTo>
                    <a:pt x="634" y="332"/>
                  </a:lnTo>
                  <a:lnTo>
                    <a:pt x="635" y="333"/>
                  </a:lnTo>
                  <a:lnTo>
                    <a:pt x="639" y="334"/>
                  </a:lnTo>
                  <a:lnTo>
                    <a:pt x="642" y="335"/>
                  </a:lnTo>
                  <a:lnTo>
                    <a:pt x="644" y="336"/>
                  </a:lnTo>
                  <a:lnTo>
                    <a:pt x="646" y="336"/>
                  </a:lnTo>
                  <a:lnTo>
                    <a:pt x="651" y="336"/>
                  </a:lnTo>
                  <a:lnTo>
                    <a:pt x="654" y="335"/>
                  </a:lnTo>
                  <a:lnTo>
                    <a:pt x="654" y="333"/>
                  </a:lnTo>
                  <a:lnTo>
                    <a:pt x="670" y="317"/>
                  </a:lnTo>
                  <a:lnTo>
                    <a:pt x="671" y="317"/>
                  </a:lnTo>
                  <a:lnTo>
                    <a:pt x="684" y="316"/>
                  </a:lnTo>
                  <a:lnTo>
                    <a:pt x="687" y="317"/>
                  </a:lnTo>
                  <a:lnTo>
                    <a:pt x="688" y="317"/>
                  </a:lnTo>
                  <a:lnTo>
                    <a:pt x="689" y="318"/>
                  </a:lnTo>
                  <a:lnTo>
                    <a:pt x="689" y="319"/>
                  </a:lnTo>
                  <a:lnTo>
                    <a:pt x="688" y="320"/>
                  </a:lnTo>
                  <a:lnTo>
                    <a:pt x="680" y="325"/>
                  </a:lnTo>
                  <a:lnTo>
                    <a:pt x="674" y="328"/>
                  </a:lnTo>
                  <a:lnTo>
                    <a:pt x="673" y="328"/>
                  </a:lnTo>
                  <a:lnTo>
                    <a:pt x="671" y="328"/>
                  </a:lnTo>
                  <a:lnTo>
                    <a:pt x="670" y="328"/>
                  </a:lnTo>
                  <a:lnTo>
                    <a:pt x="668" y="328"/>
                  </a:lnTo>
                  <a:lnTo>
                    <a:pt x="667" y="328"/>
                  </a:lnTo>
                  <a:lnTo>
                    <a:pt x="663" y="333"/>
                  </a:lnTo>
                  <a:lnTo>
                    <a:pt x="662" y="334"/>
                  </a:lnTo>
                  <a:lnTo>
                    <a:pt x="662" y="335"/>
                  </a:lnTo>
                  <a:lnTo>
                    <a:pt x="662" y="338"/>
                  </a:lnTo>
                  <a:lnTo>
                    <a:pt x="661" y="339"/>
                  </a:lnTo>
                  <a:lnTo>
                    <a:pt x="661" y="341"/>
                  </a:lnTo>
                  <a:lnTo>
                    <a:pt x="660" y="342"/>
                  </a:lnTo>
                  <a:lnTo>
                    <a:pt x="657" y="348"/>
                  </a:lnTo>
                  <a:lnTo>
                    <a:pt x="654" y="348"/>
                  </a:lnTo>
                  <a:lnTo>
                    <a:pt x="650" y="347"/>
                  </a:lnTo>
                  <a:lnTo>
                    <a:pt x="647" y="347"/>
                  </a:lnTo>
                  <a:lnTo>
                    <a:pt x="641" y="348"/>
                  </a:lnTo>
                  <a:lnTo>
                    <a:pt x="632" y="349"/>
                  </a:lnTo>
                  <a:lnTo>
                    <a:pt x="631" y="349"/>
                  </a:lnTo>
                  <a:lnTo>
                    <a:pt x="617" y="353"/>
                  </a:lnTo>
                  <a:lnTo>
                    <a:pt x="615" y="354"/>
                  </a:lnTo>
                  <a:lnTo>
                    <a:pt x="615" y="355"/>
                  </a:lnTo>
                  <a:lnTo>
                    <a:pt x="614" y="355"/>
                  </a:lnTo>
                  <a:lnTo>
                    <a:pt x="614" y="356"/>
                  </a:lnTo>
                  <a:lnTo>
                    <a:pt x="613" y="358"/>
                  </a:lnTo>
                  <a:lnTo>
                    <a:pt x="613" y="359"/>
                  </a:lnTo>
                  <a:lnTo>
                    <a:pt x="614" y="360"/>
                  </a:lnTo>
                  <a:lnTo>
                    <a:pt x="614" y="361"/>
                  </a:lnTo>
                  <a:lnTo>
                    <a:pt x="615" y="361"/>
                  </a:lnTo>
                  <a:lnTo>
                    <a:pt x="612" y="366"/>
                  </a:lnTo>
                  <a:lnTo>
                    <a:pt x="602" y="375"/>
                  </a:lnTo>
                  <a:lnTo>
                    <a:pt x="600" y="376"/>
                  </a:lnTo>
                  <a:lnTo>
                    <a:pt x="599" y="376"/>
                  </a:lnTo>
                  <a:lnTo>
                    <a:pt x="598" y="376"/>
                  </a:lnTo>
                  <a:lnTo>
                    <a:pt x="591" y="377"/>
                  </a:lnTo>
                  <a:lnTo>
                    <a:pt x="590" y="377"/>
                  </a:lnTo>
                  <a:lnTo>
                    <a:pt x="587" y="376"/>
                  </a:lnTo>
                  <a:lnTo>
                    <a:pt x="584" y="373"/>
                  </a:lnTo>
                  <a:lnTo>
                    <a:pt x="584" y="372"/>
                  </a:lnTo>
                  <a:lnTo>
                    <a:pt x="584" y="371"/>
                  </a:lnTo>
                  <a:lnTo>
                    <a:pt x="584" y="370"/>
                  </a:lnTo>
                  <a:lnTo>
                    <a:pt x="584" y="369"/>
                  </a:lnTo>
                  <a:lnTo>
                    <a:pt x="584" y="368"/>
                  </a:lnTo>
                  <a:lnTo>
                    <a:pt x="583" y="368"/>
                  </a:lnTo>
                  <a:lnTo>
                    <a:pt x="582" y="367"/>
                  </a:lnTo>
                  <a:lnTo>
                    <a:pt x="581" y="366"/>
                  </a:lnTo>
                  <a:lnTo>
                    <a:pt x="579" y="366"/>
                  </a:lnTo>
                  <a:lnTo>
                    <a:pt x="578" y="367"/>
                  </a:lnTo>
                  <a:lnTo>
                    <a:pt x="577" y="368"/>
                  </a:lnTo>
                  <a:lnTo>
                    <a:pt x="575" y="370"/>
                  </a:lnTo>
                  <a:lnTo>
                    <a:pt x="572" y="374"/>
                  </a:lnTo>
                  <a:lnTo>
                    <a:pt x="572" y="375"/>
                  </a:lnTo>
                  <a:lnTo>
                    <a:pt x="572" y="376"/>
                  </a:lnTo>
                  <a:lnTo>
                    <a:pt x="572" y="378"/>
                  </a:lnTo>
                  <a:lnTo>
                    <a:pt x="573" y="379"/>
                  </a:lnTo>
                  <a:lnTo>
                    <a:pt x="564" y="382"/>
                  </a:lnTo>
                  <a:lnTo>
                    <a:pt x="546" y="383"/>
                  </a:lnTo>
                  <a:lnTo>
                    <a:pt x="545" y="383"/>
                  </a:lnTo>
                  <a:lnTo>
                    <a:pt x="543" y="383"/>
                  </a:lnTo>
                  <a:lnTo>
                    <a:pt x="537" y="381"/>
                  </a:lnTo>
                  <a:lnTo>
                    <a:pt x="534" y="380"/>
                  </a:lnTo>
                  <a:lnTo>
                    <a:pt x="533" y="378"/>
                  </a:lnTo>
                  <a:lnTo>
                    <a:pt x="533" y="376"/>
                  </a:lnTo>
                  <a:lnTo>
                    <a:pt x="531" y="373"/>
                  </a:lnTo>
                  <a:lnTo>
                    <a:pt x="530" y="373"/>
                  </a:lnTo>
                  <a:lnTo>
                    <a:pt x="528" y="373"/>
                  </a:lnTo>
                  <a:lnTo>
                    <a:pt x="525" y="374"/>
                  </a:lnTo>
                  <a:lnTo>
                    <a:pt x="512" y="378"/>
                  </a:lnTo>
                  <a:lnTo>
                    <a:pt x="508" y="379"/>
                  </a:lnTo>
                  <a:lnTo>
                    <a:pt x="496" y="385"/>
                  </a:lnTo>
                  <a:lnTo>
                    <a:pt x="494" y="385"/>
                  </a:lnTo>
                  <a:lnTo>
                    <a:pt x="492" y="387"/>
                  </a:lnTo>
                  <a:lnTo>
                    <a:pt x="482" y="395"/>
                  </a:lnTo>
                  <a:lnTo>
                    <a:pt x="477" y="400"/>
                  </a:lnTo>
                  <a:lnTo>
                    <a:pt x="472" y="407"/>
                  </a:lnTo>
                  <a:lnTo>
                    <a:pt x="470" y="410"/>
                  </a:lnTo>
                  <a:lnTo>
                    <a:pt x="455" y="422"/>
                  </a:lnTo>
                  <a:lnTo>
                    <a:pt x="453" y="424"/>
                  </a:lnTo>
                  <a:lnTo>
                    <a:pt x="452" y="426"/>
                  </a:lnTo>
                  <a:lnTo>
                    <a:pt x="449" y="429"/>
                  </a:lnTo>
                  <a:lnTo>
                    <a:pt x="446" y="433"/>
                  </a:lnTo>
                  <a:lnTo>
                    <a:pt x="444" y="437"/>
                  </a:lnTo>
                  <a:lnTo>
                    <a:pt x="436" y="449"/>
                  </a:lnTo>
                  <a:lnTo>
                    <a:pt x="432" y="455"/>
                  </a:lnTo>
                  <a:lnTo>
                    <a:pt x="427" y="464"/>
                  </a:lnTo>
                  <a:lnTo>
                    <a:pt x="426" y="466"/>
                  </a:lnTo>
                  <a:lnTo>
                    <a:pt x="423" y="473"/>
                  </a:lnTo>
                  <a:lnTo>
                    <a:pt x="422" y="476"/>
                  </a:lnTo>
                  <a:lnTo>
                    <a:pt x="421" y="478"/>
                  </a:lnTo>
                  <a:lnTo>
                    <a:pt x="421" y="484"/>
                  </a:lnTo>
                  <a:lnTo>
                    <a:pt x="421" y="487"/>
                  </a:lnTo>
                  <a:lnTo>
                    <a:pt x="421" y="488"/>
                  </a:lnTo>
                  <a:lnTo>
                    <a:pt x="422" y="492"/>
                  </a:lnTo>
                  <a:lnTo>
                    <a:pt x="422" y="493"/>
                  </a:lnTo>
                  <a:lnTo>
                    <a:pt x="422" y="494"/>
                  </a:lnTo>
                  <a:lnTo>
                    <a:pt x="422" y="495"/>
                  </a:lnTo>
                  <a:lnTo>
                    <a:pt x="422" y="496"/>
                  </a:lnTo>
                  <a:lnTo>
                    <a:pt x="420" y="513"/>
                  </a:lnTo>
                  <a:lnTo>
                    <a:pt x="412" y="530"/>
                  </a:lnTo>
                  <a:lnTo>
                    <a:pt x="411" y="530"/>
                  </a:lnTo>
                  <a:lnTo>
                    <a:pt x="407" y="527"/>
                  </a:lnTo>
                  <a:lnTo>
                    <a:pt x="405" y="525"/>
                  </a:lnTo>
                  <a:lnTo>
                    <a:pt x="404" y="523"/>
                  </a:lnTo>
                  <a:lnTo>
                    <a:pt x="404" y="522"/>
                  </a:lnTo>
                  <a:lnTo>
                    <a:pt x="401" y="519"/>
                  </a:lnTo>
                  <a:lnTo>
                    <a:pt x="399" y="516"/>
                  </a:lnTo>
                  <a:lnTo>
                    <a:pt x="398" y="515"/>
                  </a:lnTo>
                  <a:lnTo>
                    <a:pt x="397" y="514"/>
                  </a:lnTo>
                  <a:lnTo>
                    <a:pt x="381" y="504"/>
                  </a:lnTo>
                  <a:lnTo>
                    <a:pt x="379" y="503"/>
                  </a:lnTo>
                  <a:lnTo>
                    <a:pt x="378" y="503"/>
                  </a:lnTo>
                  <a:lnTo>
                    <a:pt x="377" y="502"/>
                  </a:lnTo>
                  <a:lnTo>
                    <a:pt x="371" y="501"/>
                  </a:lnTo>
                  <a:lnTo>
                    <a:pt x="367" y="500"/>
                  </a:lnTo>
                  <a:lnTo>
                    <a:pt x="363" y="498"/>
                  </a:lnTo>
                  <a:lnTo>
                    <a:pt x="354" y="494"/>
                  </a:lnTo>
                  <a:lnTo>
                    <a:pt x="349" y="491"/>
                  </a:lnTo>
                  <a:lnTo>
                    <a:pt x="330" y="481"/>
                  </a:lnTo>
                  <a:lnTo>
                    <a:pt x="312" y="469"/>
                  </a:lnTo>
                  <a:lnTo>
                    <a:pt x="310" y="468"/>
                  </a:lnTo>
                  <a:lnTo>
                    <a:pt x="308" y="466"/>
                  </a:lnTo>
                  <a:lnTo>
                    <a:pt x="306" y="464"/>
                  </a:lnTo>
                  <a:lnTo>
                    <a:pt x="289" y="453"/>
                  </a:lnTo>
                  <a:lnTo>
                    <a:pt x="285" y="451"/>
                  </a:lnTo>
                  <a:lnTo>
                    <a:pt x="284" y="451"/>
                  </a:lnTo>
                  <a:lnTo>
                    <a:pt x="281" y="449"/>
                  </a:lnTo>
                  <a:lnTo>
                    <a:pt x="279" y="448"/>
                  </a:lnTo>
                  <a:lnTo>
                    <a:pt x="274" y="443"/>
                  </a:lnTo>
                  <a:lnTo>
                    <a:pt x="271" y="440"/>
                  </a:lnTo>
                  <a:lnTo>
                    <a:pt x="271" y="439"/>
                  </a:lnTo>
                  <a:lnTo>
                    <a:pt x="269" y="438"/>
                  </a:lnTo>
                  <a:lnTo>
                    <a:pt x="261" y="433"/>
                  </a:lnTo>
                  <a:lnTo>
                    <a:pt x="258" y="432"/>
                  </a:lnTo>
                  <a:lnTo>
                    <a:pt x="256" y="431"/>
                  </a:lnTo>
                  <a:lnTo>
                    <a:pt x="252" y="430"/>
                  </a:lnTo>
                  <a:lnTo>
                    <a:pt x="250" y="430"/>
                  </a:lnTo>
                  <a:lnTo>
                    <a:pt x="245" y="429"/>
                  </a:lnTo>
                  <a:lnTo>
                    <a:pt x="242" y="429"/>
                  </a:lnTo>
                  <a:lnTo>
                    <a:pt x="239" y="429"/>
                  </a:lnTo>
                  <a:lnTo>
                    <a:pt x="237" y="430"/>
                  </a:lnTo>
                  <a:lnTo>
                    <a:pt x="231" y="431"/>
                  </a:lnTo>
                  <a:lnTo>
                    <a:pt x="228" y="432"/>
                  </a:lnTo>
                  <a:lnTo>
                    <a:pt x="218" y="436"/>
                  </a:lnTo>
                  <a:lnTo>
                    <a:pt x="217" y="436"/>
                  </a:lnTo>
                  <a:lnTo>
                    <a:pt x="215" y="437"/>
                  </a:lnTo>
                  <a:lnTo>
                    <a:pt x="213" y="439"/>
                  </a:lnTo>
                  <a:lnTo>
                    <a:pt x="187" y="457"/>
                  </a:lnTo>
                  <a:lnTo>
                    <a:pt x="183" y="461"/>
                  </a:lnTo>
                  <a:lnTo>
                    <a:pt x="180" y="463"/>
                  </a:lnTo>
                  <a:lnTo>
                    <a:pt x="177" y="466"/>
                  </a:lnTo>
                  <a:lnTo>
                    <a:pt x="176" y="467"/>
                  </a:lnTo>
                  <a:lnTo>
                    <a:pt x="173" y="471"/>
                  </a:lnTo>
                  <a:lnTo>
                    <a:pt x="163" y="471"/>
                  </a:lnTo>
                  <a:lnTo>
                    <a:pt x="160" y="458"/>
                  </a:lnTo>
                  <a:lnTo>
                    <a:pt x="160" y="457"/>
                  </a:lnTo>
                  <a:lnTo>
                    <a:pt x="158" y="455"/>
                  </a:lnTo>
                  <a:lnTo>
                    <a:pt x="157" y="453"/>
                  </a:lnTo>
                  <a:lnTo>
                    <a:pt x="145" y="440"/>
                  </a:lnTo>
                  <a:lnTo>
                    <a:pt x="145" y="439"/>
                  </a:lnTo>
                  <a:lnTo>
                    <a:pt x="143" y="438"/>
                  </a:lnTo>
                  <a:lnTo>
                    <a:pt x="141" y="436"/>
                  </a:lnTo>
                  <a:lnTo>
                    <a:pt x="140" y="436"/>
                  </a:lnTo>
                  <a:lnTo>
                    <a:pt x="138" y="435"/>
                  </a:lnTo>
                  <a:lnTo>
                    <a:pt x="136" y="435"/>
                  </a:lnTo>
                  <a:lnTo>
                    <a:pt x="119" y="434"/>
                  </a:lnTo>
                  <a:lnTo>
                    <a:pt x="117" y="435"/>
                  </a:lnTo>
                  <a:lnTo>
                    <a:pt x="115" y="435"/>
                  </a:lnTo>
                  <a:lnTo>
                    <a:pt x="113" y="436"/>
                  </a:lnTo>
                  <a:lnTo>
                    <a:pt x="109" y="440"/>
                  </a:lnTo>
                  <a:lnTo>
                    <a:pt x="107" y="443"/>
                  </a:lnTo>
                  <a:lnTo>
                    <a:pt x="105" y="446"/>
                  </a:lnTo>
                  <a:lnTo>
                    <a:pt x="101" y="451"/>
                  </a:lnTo>
                  <a:lnTo>
                    <a:pt x="100" y="453"/>
                  </a:lnTo>
                  <a:lnTo>
                    <a:pt x="99" y="454"/>
                  </a:lnTo>
                  <a:lnTo>
                    <a:pt x="95" y="463"/>
                  </a:lnTo>
                  <a:lnTo>
                    <a:pt x="95" y="464"/>
                  </a:lnTo>
                  <a:lnTo>
                    <a:pt x="94" y="469"/>
                  </a:lnTo>
                  <a:lnTo>
                    <a:pt x="93" y="473"/>
                  </a:lnTo>
                  <a:lnTo>
                    <a:pt x="93" y="479"/>
                  </a:lnTo>
                  <a:lnTo>
                    <a:pt x="93" y="480"/>
                  </a:lnTo>
                  <a:lnTo>
                    <a:pt x="94" y="482"/>
                  </a:lnTo>
                  <a:lnTo>
                    <a:pt x="95" y="484"/>
                  </a:lnTo>
                  <a:lnTo>
                    <a:pt x="96" y="484"/>
                  </a:lnTo>
                  <a:lnTo>
                    <a:pt x="96" y="485"/>
                  </a:lnTo>
                  <a:lnTo>
                    <a:pt x="98" y="486"/>
                  </a:lnTo>
                  <a:lnTo>
                    <a:pt x="99" y="486"/>
                  </a:lnTo>
                  <a:lnTo>
                    <a:pt x="102" y="487"/>
                  </a:lnTo>
                  <a:lnTo>
                    <a:pt x="104" y="488"/>
                  </a:lnTo>
                  <a:lnTo>
                    <a:pt x="109" y="491"/>
                  </a:lnTo>
                  <a:lnTo>
                    <a:pt x="114" y="495"/>
                  </a:lnTo>
                  <a:lnTo>
                    <a:pt x="115" y="497"/>
                  </a:lnTo>
                  <a:lnTo>
                    <a:pt x="116" y="498"/>
                  </a:lnTo>
                  <a:lnTo>
                    <a:pt x="116" y="499"/>
                  </a:lnTo>
                  <a:lnTo>
                    <a:pt x="120" y="503"/>
                  </a:lnTo>
                  <a:lnTo>
                    <a:pt x="121" y="503"/>
                  </a:lnTo>
                  <a:lnTo>
                    <a:pt x="122" y="503"/>
                  </a:lnTo>
                  <a:lnTo>
                    <a:pt x="125" y="504"/>
                  </a:lnTo>
                  <a:lnTo>
                    <a:pt x="126" y="504"/>
                  </a:lnTo>
                  <a:lnTo>
                    <a:pt x="136" y="502"/>
                  </a:lnTo>
                  <a:lnTo>
                    <a:pt x="137" y="501"/>
                  </a:lnTo>
                  <a:lnTo>
                    <a:pt x="138" y="501"/>
                  </a:lnTo>
                  <a:lnTo>
                    <a:pt x="138" y="500"/>
                  </a:lnTo>
                  <a:lnTo>
                    <a:pt x="139" y="500"/>
                  </a:lnTo>
                  <a:lnTo>
                    <a:pt x="141" y="500"/>
                  </a:lnTo>
                  <a:lnTo>
                    <a:pt x="142" y="501"/>
                  </a:lnTo>
                  <a:lnTo>
                    <a:pt x="144" y="503"/>
                  </a:lnTo>
                  <a:lnTo>
                    <a:pt x="146" y="505"/>
                  </a:lnTo>
                  <a:lnTo>
                    <a:pt x="148" y="509"/>
                  </a:lnTo>
                  <a:lnTo>
                    <a:pt x="150" y="512"/>
                  </a:lnTo>
                  <a:lnTo>
                    <a:pt x="155" y="517"/>
                  </a:lnTo>
                  <a:lnTo>
                    <a:pt x="167" y="531"/>
                  </a:lnTo>
                  <a:lnTo>
                    <a:pt x="168" y="532"/>
                  </a:lnTo>
                  <a:lnTo>
                    <a:pt x="169" y="533"/>
                  </a:lnTo>
                  <a:lnTo>
                    <a:pt x="170" y="534"/>
                  </a:lnTo>
                  <a:lnTo>
                    <a:pt x="172" y="535"/>
                  </a:lnTo>
                  <a:lnTo>
                    <a:pt x="175" y="536"/>
                  </a:lnTo>
                  <a:lnTo>
                    <a:pt x="178" y="536"/>
                  </a:lnTo>
                  <a:lnTo>
                    <a:pt x="181" y="537"/>
                  </a:lnTo>
                  <a:lnTo>
                    <a:pt x="185" y="540"/>
                  </a:lnTo>
                  <a:lnTo>
                    <a:pt x="186" y="541"/>
                  </a:lnTo>
                  <a:lnTo>
                    <a:pt x="192" y="547"/>
                  </a:lnTo>
                  <a:lnTo>
                    <a:pt x="192" y="548"/>
                  </a:lnTo>
                  <a:lnTo>
                    <a:pt x="192" y="549"/>
                  </a:lnTo>
                  <a:lnTo>
                    <a:pt x="191" y="549"/>
                  </a:lnTo>
                  <a:lnTo>
                    <a:pt x="175" y="559"/>
                  </a:lnTo>
                  <a:lnTo>
                    <a:pt x="172" y="561"/>
                  </a:lnTo>
                  <a:lnTo>
                    <a:pt x="169" y="561"/>
                  </a:lnTo>
                  <a:lnTo>
                    <a:pt x="168" y="561"/>
                  </a:lnTo>
                  <a:lnTo>
                    <a:pt x="141" y="547"/>
                  </a:lnTo>
                  <a:lnTo>
                    <a:pt x="140" y="545"/>
                  </a:lnTo>
                  <a:lnTo>
                    <a:pt x="139" y="545"/>
                  </a:lnTo>
                  <a:lnTo>
                    <a:pt x="138" y="544"/>
                  </a:lnTo>
                  <a:lnTo>
                    <a:pt x="137" y="544"/>
                  </a:lnTo>
                  <a:lnTo>
                    <a:pt x="135" y="544"/>
                  </a:lnTo>
                  <a:lnTo>
                    <a:pt x="134" y="544"/>
                  </a:lnTo>
                  <a:lnTo>
                    <a:pt x="133" y="545"/>
                  </a:lnTo>
                  <a:lnTo>
                    <a:pt x="132" y="546"/>
                  </a:lnTo>
                  <a:lnTo>
                    <a:pt x="130" y="547"/>
                  </a:lnTo>
                  <a:lnTo>
                    <a:pt x="130" y="549"/>
                  </a:lnTo>
                  <a:lnTo>
                    <a:pt x="130" y="550"/>
                  </a:lnTo>
                  <a:lnTo>
                    <a:pt x="129" y="553"/>
                  </a:lnTo>
                  <a:lnTo>
                    <a:pt x="128" y="556"/>
                  </a:lnTo>
                  <a:lnTo>
                    <a:pt x="128" y="557"/>
                  </a:lnTo>
                  <a:lnTo>
                    <a:pt x="128" y="558"/>
                  </a:lnTo>
                  <a:lnTo>
                    <a:pt x="127" y="558"/>
                  </a:lnTo>
                  <a:lnTo>
                    <a:pt x="120" y="562"/>
                  </a:lnTo>
                  <a:lnTo>
                    <a:pt x="119" y="563"/>
                  </a:lnTo>
                  <a:lnTo>
                    <a:pt x="113" y="564"/>
                  </a:lnTo>
                  <a:lnTo>
                    <a:pt x="112" y="565"/>
                  </a:lnTo>
                  <a:lnTo>
                    <a:pt x="111" y="565"/>
                  </a:lnTo>
                  <a:lnTo>
                    <a:pt x="110" y="568"/>
                  </a:lnTo>
                  <a:lnTo>
                    <a:pt x="110" y="569"/>
                  </a:lnTo>
                  <a:lnTo>
                    <a:pt x="110" y="571"/>
                  </a:lnTo>
                  <a:lnTo>
                    <a:pt x="110" y="576"/>
                  </a:lnTo>
                  <a:lnTo>
                    <a:pt x="110" y="579"/>
                  </a:lnTo>
                  <a:lnTo>
                    <a:pt x="110" y="582"/>
                  </a:lnTo>
                  <a:lnTo>
                    <a:pt x="111" y="583"/>
                  </a:lnTo>
                  <a:lnTo>
                    <a:pt x="111" y="584"/>
                  </a:lnTo>
                  <a:lnTo>
                    <a:pt x="111" y="585"/>
                  </a:lnTo>
                  <a:lnTo>
                    <a:pt x="111" y="586"/>
                  </a:lnTo>
                  <a:lnTo>
                    <a:pt x="108" y="589"/>
                  </a:lnTo>
                  <a:lnTo>
                    <a:pt x="107" y="589"/>
                  </a:lnTo>
                  <a:lnTo>
                    <a:pt x="94" y="593"/>
                  </a:lnTo>
                  <a:lnTo>
                    <a:pt x="93" y="593"/>
                  </a:lnTo>
                  <a:lnTo>
                    <a:pt x="91" y="594"/>
                  </a:lnTo>
                  <a:lnTo>
                    <a:pt x="90" y="595"/>
                  </a:lnTo>
                  <a:lnTo>
                    <a:pt x="90" y="597"/>
                  </a:lnTo>
                  <a:lnTo>
                    <a:pt x="87" y="601"/>
                  </a:lnTo>
                  <a:lnTo>
                    <a:pt x="87" y="602"/>
                  </a:lnTo>
                  <a:lnTo>
                    <a:pt x="87" y="603"/>
                  </a:lnTo>
                  <a:lnTo>
                    <a:pt x="86" y="604"/>
                  </a:lnTo>
                  <a:lnTo>
                    <a:pt x="85" y="605"/>
                  </a:lnTo>
                  <a:lnTo>
                    <a:pt x="85" y="606"/>
                  </a:lnTo>
                  <a:lnTo>
                    <a:pt x="84" y="606"/>
                  </a:lnTo>
                  <a:lnTo>
                    <a:pt x="72" y="603"/>
                  </a:lnTo>
                  <a:lnTo>
                    <a:pt x="71" y="602"/>
                  </a:lnTo>
                  <a:lnTo>
                    <a:pt x="69" y="601"/>
                  </a:lnTo>
                  <a:lnTo>
                    <a:pt x="67" y="599"/>
                  </a:lnTo>
                  <a:lnTo>
                    <a:pt x="66" y="597"/>
                  </a:lnTo>
                  <a:lnTo>
                    <a:pt x="62" y="585"/>
                  </a:lnTo>
                  <a:lnTo>
                    <a:pt x="61" y="583"/>
                  </a:lnTo>
                  <a:lnTo>
                    <a:pt x="61" y="580"/>
                  </a:lnTo>
                  <a:lnTo>
                    <a:pt x="61" y="579"/>
                  </a:lnTo>
                  <a:lnTo>
                    <a:pt x="61" y="577"/>
                  </a:lnTo>
                  <a:lnTo>
                    <a:pt x="64" y="566"/>
                  </a:lnTo>
                  <a:lnTo>
                    <a:pt x="65" y="563"/>
                  </a:lnTo>
                  <a:lnTo>
                    <a:pt x="66" y="562"/>
                  </a:lnTo>
                  <a:lnTo>
                    <a:pt x="71" y="554"/>
                  </a:lnTo>
                  <a:lnTo>
                    <a:pt x="76" y="547"/>
                  </a:lnTo>
                  <a:lnTo>
                    <a:pt x="77" y="546"/>
                  </a:lnTo>
                  <a:lnTo>
                    <a:pt x="77" y="545"/>
                  </a:lnTo>
                  <a:lnTo>
                    <a:pt x="77" y="544"/>
                  </a:lnTo>
                  <a:lnTo>
                    <a:pt x="79" y="534"/>
                  </a:lnTo>
                  <a:lnTo>
                    <a:pt x="79" y="531"/>
                  </a:lnTo>
                  <a:lnTo>
                    <a:pt x="79" y="530"/>
                  </a:lnTo>
                  <a:lnTo>
                    <a:pt x="78" y="521"/>
                  </a:lnTo>
                  <a:lnTo>
                    <a:pt x="70" y="507"/>
                  </a:lnTo>
                  <a:lnTo>
                    <a:pt x="69" y="506"/>
                  </a:lnTo>
                  <a:lnTo>
                    <a:pt x="67" y="505"/>
                  </a:lnTo>
                  <a:lnTo>
                    <a:pt x="65" y="503"/>
                  </a:lnTo>
                  <a:lnTo>
                    <a:pt x="62" y="502"/>
                  </a:lnTo>
                  <a:lnTo>
                    <a:pt x="57" y="500"/>
                  </a:lnTo>
                  <a:lnTo>
                    <a:pt x="56" y="500"/>
                  </a:lnTo>
                  <a:lnTo>
                    <a:pt x="54" y="498"/>
                  </a:lnTo>
                  <a:lnTo>
                    <a:pt x="42" y="487"/>
                  </a:lnTo>
                  <a:lnTo>
                    <a:pt x="41" y="485"/>
                  </a:lnTo>
                  <a:lnTo>
                    <a:pt x="40" y="484"/>
                  </a:lnTo>
                  <a:lnTo>
                    <a:pt x="40" y="483"/>
                  </a:lnTo>
                  <a:lnTo>
                    <a:pt x="40" y="482"/>
                  </a:lnTo>
                  <a:lnTo>
                    <a:pt x="38" y="476"/>
                  </a:lnTo>
                  <a:lnTo>
                    <a:pt x="38" y="474"/>
                  </a:lnTo>
                  <a:lnTo>
                    <a:pt x="38" y="473"/>
                  </a:lnTo>
                  <a:lnTo>
                    <a:pt x="39" y="471"/>
                  </a:lnTo>
                  <a:lnTo>
                    <a:pt x="40" y="468"/>
                  </a:lnTo>
                  <a:lnTo>
                    <a:pt x="42" y="465"/>
                  </a:lnTo>
                  <a:lnTo>
                    <a:pt x="44" y="462"/>
                  </a:lnTo>
                  <a:lnTo>
                    <a:pt x="44" y="461"/>
                  </a:lnTo>
                  <a:lnTo>
                    <a:pt x="45" y="460"/>
                  </a:lnTo>
                  <a:lnTo>
                    <a:pt x="46" y="454"/>
                  </a:lnTo>
                  <a:lnTo>
                    <a:pt x="47" y="451"/>
                  </a:lnTo>
                  <a:lnTo>
                    <a:pt x="47" y="448"/>
                  </a:lnTo>
                  <a:lnTo>
                    <a:pt x="47" y="446"/>
                  </a:lnTo>
                  <a:lnTo>
                    <a:pt x="47" y="444"/>
                  </a:lnTo>
                  <a:lnTo>
                    <a:pt x="47" y="442"/>
                  </a:lnTo>
                  <a:lnTo>
                    <a:pt x="46" y="439"/>
                  </a:lnTo>
                  <a:lnTo>
                    <a:pt x="45" y="436"/>
                  </a:lnTo>
                  <a:lnTo>
                    <a:pt x="45" y="434"/>
                  </a:lnTo>
                  <a:lnTo>
                    <a:pt x="45" y="432"/>
                  </a:lnTo>
                  <a:lnTo>
                    <a:pt x="46" y="429"/>
                  </a:lnTo>
                  <a:lnTo>
                    <a:pt x="46" y="428"/>
                  </a:lnTo>
                  <a:lnTo>
                    <a:pt x="48" y="425"/>
                  </a:lnTo>
                  <a:lnTo>
                    <a:pt x="49" y="424"/>
                  </a:lnTo>
                  <a:lnTo>
                    <a:pt x="49" y="423"/>
                  </a:lnTo>
                  <a:lnTo>
                    <a:pt x="51" y="421"/>
                  </a:lnTo>
                  <a:lnTo>
                    <a:pt x="53" y="421"/>
                  </a:lnTo>
                  <a:lnTo>
                    <a:pt x="54" y="420"/>
                  </a:lnTo>
                  <a:lnTo>
                    <a:pt x="55" y="420"/>
                  </a:lnTo>
                  <a:lnTo>
                    <a:pt x="59" y="420"/>
                  </a:lnTo>
                  <a:lnTo>
                    <a:pt x="62" y="420"/>
                  </a:lnTo>
                  <a:lnTo>
                    <a:pt x="66" y="420"/>
                  </a:lnTo>
                  <a:lnTo>
                    <a:pt x="68" y="420"/>
                  </a:lnTo>
                  <a:lnTo>
                    <a:pt x="78" y="410"/>
                  </a:lnTo>
                  <a:lnTo>
                    <a:pt x="79" y="409"/>
                  </a:lnTo>
                  <a:lnTo>
                    <a:pt x="87" y="402"/>
                  </a:lnTo>
                  <a:lnTo>
                    <a:pt x="96" y="401"/>
                  </a:lnTo>
                  <a:lnTo>
                    <a:pt x="98" y="398"/>
                  </a:lnTo>
                  <a:lnTo>
                    <a:pt x="103" y="389"/>
                  </a:lnTo>
                  <a:lnTo>
                    <a:pt x="104" y="389"/>
                  </a:lnTo>
                  <a:lnTo>
                    <a:pt x="107" y="385"/>
                  </a:lnTo>
                  <a:lnTo>
                    <a:pt x="112" y="380"/>
                  </a:lnTo>
                  <a:lnTo>
                    <a:pt x="113" y="379"/>
                  </a:lnTo>
                  <a:lnTo>
                    <a:pt x="118" y="375"/>
                  </a:lnTo>
                  <a:lnTo>
                    <a:pt x="119" y="374"/>
                  </a:lnTo>
                  <a:lnTo>
                    <a:pt x="120" y="373"/>
                  </a:lnTo>
                  <a:lnTo>
                    <a:pt x="120" y="372"/>
                  </a:lnTo>
                  <a:lnTo>
                    <a:pt x="120" y="371"/>
                  </a:lnTo>
                  <a:lnTo>
                    <a:pt x="115" y="361"/>
                  </a:lnTo>
                  <a:lnTo>
                    <a:pt x="109" y="351"/>
                  </a:lnTo>
                  <a:lnTo>
                    <a:pt x="105" y="348"/>
                  </a:lnTo>
                  <a:lnTo>
                    <a:pt x="103" y="347"/>
                  </a:lnTo>
                  <a:lnTo>
                    <a:pt x="102" y="347"/>
                  </a:lnTo>
                  <a:lnTo>
                    <a:pt x="100" y="345"/>
                  </a:lnTo>
                  <a:lnTo>
                    <a:pt x="98" y="340"/>
                  </a:lnTo>
                  <a:lnTo>
                    <a:pt x="98" y="338"/>
                  </a:lnTo>
                  <a:lnTo>
                    <a:pt x="98" y="337"/>
                  </a:lnTo>
                  <a:lnTo>
                    <a:pt x="101" y="327"/>
                  </a:lnTo>
                  <a:lnTo>
                    <a:pt x="102" y="326"/>
                  </a:lnTo>
                  <a:lnTo>
                    <a:pt x="113" y="319"/>
                  </a:lnTo>
                  <a:lnTo>
                    <a:pt x="115" y="319"/>
                  </a:lnTo>
                  <a:lnTo>
                    <a:pt x="116" y="319"/>
                  </a:lnTo>
                  <a:lnTo>
                    <a:pt x="118" y="320"/>
                  </a:lnTo>
                  <a:lnTo>
                    <a:pt x="133" y="332"/>
                  </a:lnTo>
                  <a:lnTo>
                    <a:pt x="147" y="343"/>
                  </a:lnTo>
                  <a:lnTo>
                    <a:pt x="149" y="345"/>
                  </a:lnTo>
                  <a:lnTo>
                    <a:pt x="150" y="345"/>
                  </a:lnTo>
                  <a:lnTo>
                    <a:pt x="173" y="347"/>
                  </a:lnTo>
                  <a:lnTo>
                    <a:pt x="186" y="352"/>
                  </a:lnTo>
                  <a:lnTo>
                    <a:pt x="188" y="352"/>
                  </a:lnTo>
                  <a:lnTo>
                    <a:pt x="189" y="353"/>
                  </a:lnTo>
                  <a:lnTo>
                    <a:pt x="191" y="352"/>
                  </a:lnTo>
                  <a:lnTo>
                    <a:pt x="193" y="352"/>
                  </a:lnTo>
                  <a:lnTo>
                    <a:pt x="194" y="351"/>
                  </a:lnTo>
                  <a:lnTo>
                    <a:pt x="196" y="350"/>
                  </a:lnTo>
                  <a:lnTo>
                    <a:pt x="198" y="349"/>
                  </a:lnTo>
                  <a:lnTo>
                    <a:pt x="200" y="347"/>
                  </a:lnTo>
                  <a:lnTo>
                    <a:pt x="202" y="345"/>
                  </a:lnTo>
                  <a:lnTo>
                    <a:pt x="208" y="339"/>
                  </a:lnTo>
                  <a:lnTo>
                    <a:pt x="210" y="336"/>
                  </a:lnTo>
                  <a:lnTo>
                    <a:pt x="212" y="333"/>
                  </a:lnTo>
                  <a:lnTo>
                    <a:pt x="214" y="330"/>
                  </a:lnTo>
                  <a:lnTo>
                    <a:pt x="215" y="328"/>
                  </a:lnTo>
                  <a:lnTo>
                    <a:pt x="216" y="326"/>
                  </a:lnTo>
                  <a:lnTo>
                    <a:pt x="217" y="323"/>
                  </a:lnTo>
                  <a:lnTo>
                    <a:pt x="218" y="319"/>
                  </a:lnTo>
                  <a:lnTo>
                    <a:pt x="218" y="317"/>
                  </a:lnTo>
                  <a:lnTo>
                    <a:pt x="218" y="315"/>
                  </a:lnTo>
                  <a:lnTo>
                    <a:pt x="217" y="312"/>
                  </a:lnTo>
                  <a:lnTo>
                    <a:pt x="212" y="289"/>
                  </a:lnTo>
                  <a:lnTo>
                    <a:pt x="207" y="270"/>
                  </a:lnTo>
                  <a:lnTo>
                    <a:pt x="207" y="268"/>
                  </a:lnTo>
                  <a:lnTo>
                    <a:pt x="207" y="267"/>
                  </a:lnTo>
                  <a:lnTo>
                    <a:pt x="211" y="257"/>
                  </a:lnTo>
                  <a:lnTo>
                    <a:pt x="212" y="256"/>
                  </a:lnTo>
                  <a:lnTo>
                    <a:pt x="215" y="254"/>
                  </a:lnTo>
                  <a:lnTo>
                    <a:pt x="217" y="253"/>
                  </a:lnTo>
                  <a:lnTo>
                    <a:pt x="220" y="251"/>
                  </a:lnTo>
                  <a:lnTo>
                    <a:pt x="221" y="251"/>
                  </a:lnTo>
                  <a:lnTo>
                    <a:pt x="223" y="251"/>
                  </a:lnTo>
                  <a:lnTo>
                    <a:pt x="225" y="250"/>
                  </a:lnTo>
                  <a:lnTo>
                    <a:pt x="230" y="247"/>
                  </a:lnTo>
                  <a:lnTo>
                    <a:pt x="231" y="246"/>
                  </a:lnTo>
                  <a:lnTo>
                    <a:pt x="232" y="246"/>
                  </a:lnTo>
                  <a:lnTo>
                    <a:pt x="235" y="243"/>
                  </a:lnTo>
                  <a:lnTo>
                    <a:pt x="237" y="240"/>
                  </a:lnTo>
                  <a:lnTo>
                    <a:pt x="238" y="238"/>
                  </a:lnTo>
                  <a:lnTo>
                    <a:pt x="240" y="233"/>
                  </a:lnTo>
                  <a:lnTo>
                    <a:pt x="240" y="232"/>
                  </a:lnTo>
                  <a:close/>
                  <a:moveTo>
                    <a:pt x="190" y="37"/>
                  </a:moveTo>
                  <a:lnTo>
                    <a:pt x="192" y="36"/>
                  </a:lnTo>
                  <a:lnTo>
                    <a:pt x="193" y="36"/>
                  </a:lnTo>
                  <a:lnTo>
                    <a:pt x="194" y="36"/>
                  </a:lnTo>
                  <a:lnTo>
                    <a:pt x="200" y="41"/>
                  </a:lnTo>
                  <a:lnTo>
                    <a:pt x="201" y="42"/>
                  </a:lnTo>
                  <a:lnTo>
                    <a:pt x="204" y="45"/>
                  </a:lnTo>
                  <a:lnTo>
                    <a:pt x="205" y="47"/>
                  </a:lnTo>
                  <a:lnTo>
                    <a:pt x="206" y="48"/>
                  </a:lnTo>
                  <a:lnTo>
                    <a:pt x="207" y="49"/>
                  </a:lnTo>
                  <a:lnTo>
                    <a:pt x="207" y="50"/>
                  </a:lnTo>
                  <a:lnTo>
                    <a:pt x="207" y="51"/>
                  </a:lnTo>
                  <a:lnTo>
                    <a:pt x="206" y="52"/>
                  </a:lnTo>
                  <a:lnTo>
                    <a:pt x="204" y="55"/>
                  </a:lnTo>
                  <a:lnTo>
                    <a:pt x="201" y="58"/>
                  </a:lnTo>
                  <a:lnTo>
                    <a:pt x="199" y="59"/>
                  </a:lnTo>
                  <a:lnTo>
                    <a:pt x="197" y="59"/>
                  </a:lnTo>
                  <a:lnTo>
                    <a:pt x="196" y="59"/>
                  </a:lnTo>
                  <a:lnTo>
                    <a:pt x="194" y="58"/>
                  </a:lnTo>
                  <a:lnTo>
                    <a:pt x="189" y="54"/>
                  </a:lnTo>
                  <a:lnTo>
                    <a:pt x="187" y="53"/>
                  </a:lnTo>
                  <a:lnTo>
                    <a:pt x="185" y="51"/>
                  </a:lnTo>
                  <a:lnTo>
                    <a:pt x="185" y="50"/>
                  </a:lnTo>
                  <a:lnTo>
                    <a:pt x="185" y="48"/>
                  </a:lnTo>
                  <a:lnTo>
                    <a:pt x="185" y="42"/>
                  </a:lnTo>
                  <a:lnTo>
                    <a:pt x="185" y="41"/>
                  </a:lnTo>
                  <a:lnTo>
                    <a:pt x="188" y="38"/>
                  </a:lnTo>
                  <a:lnTo>
                    <a:pt x="189" y="37"/>
                  </a:lnTo>
                  <a:lnTo>
                    <a:pt x="190" y="37"/>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3" name="Freeform 34"/>
            <p:cNvSpPr>
              <a:spLocks/>
            </p:cNvSpPr>
            <p:nvPr/>
          </p:nvSpPr>
          <p:spPr bwMode="gray">
            <a:xfrm>
              <a:off x="3534" y="987"/>
              <a:ext cx="12" cy="30"/>
            </a:xfrm>
            <a:custGeom>
              <a:avLst/>
              <a:gdLst>
                <a:gd name="T0" fmla="*/ 3 w 12"/>
                <a:gd name="T1" fmla="*/ 2 h 30"/>
                <a:gd name="T2" fmla="*/ 9 w 12"/>
                <a:gd name="T3" fmla="*/ 2 h 30"/>
                <a:gd name="T4" fmla="*/ 10 w 12"/>
                <a:gd name="T5" fmla="*/ 3 h 30"/>
                <a:gd name="T6" fmla="*/ 11 w 12"/>
                <a:gd name="T7" fmla="*/ 5 h 30"/>
                <a:gd name="T8" fmla="*/ 12 w 12"/>
                <a:gd name="T9" fmla="*/ 8 h 30"/>
                <a:gd name="T10" fmla="*/ 10 w 12"/>
                <a:gd name="T11" fmla="*/ 23 h 30"/>
                <a:gd name="T12" fmla="*/ 10 w 12"/>
                <a:gd name="T13" fmla="*/ 24 h 30"/>
                <a:gd name="T14" fmla="*/ 10 w 12"/>
                <a:gd name="T15" fmla="*/ 26 h 30"/>
                <a:gd name="T16" fmla="*/ 8 w 12"/>
                <a:gd name="T17" fmla="*/ 29 h 30"/>
                <a:gd name="T18" fmla="*/ 8 w 12"/>
                <a:gd name="T19" fmla="*/ 30 h 30"/>
                <a:gd name="T20" fmla="*/ 7 w 12"/>
                <a:gd name="T21" fmla="*/ 30 h 30"/>
                <a:gd name="T22" fmla="*/ 7 w 12"/>
                <a:gd name="T23" fmla="*/ 30 h 30"/>
                <a:gd name="T24" fmla="*/ 3 w 12"/>
                <a:gd name="T25" fmla="*/ 13 h 30"/>
                <a:gd name="T26" fmla="*/ 0 w 12"/>
                <a:gd name="T27" fmla="*/ 1 h 30"/>
                <a:gd name="T28" fmla="*/ 0 w 12"/>
                <a:gd name="T29" fmla="*/ 0 h 30"/>
                <a:gd name="T30" fmla="*/ 1 w 12"/>
                <a:gd name="T31" fmla="*/ 0 h 30"/>
                <a:gd name="T32" fmla="*/ 2 w 12"/>
                <a:gd name="T33" fmla="*/ 0 h 30"/>
                <a:gd name="T34" fmla="*/ 2 w 12"/>
                <a:gd name="T35" fmla="*/ 0 h 30"/>
                <a:gd name="T36" fmla="*/ 3 w 12"/>
                <a:gd name="T37" fmla="*/ 2 h 3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2"/>
                <a:gd name="T58" fmla="*/ 0 h 30"/>
                <a:gd name="T59" fmla="*/ 12 w 12"/>
                <a:gd name="T60" fmla="*/ 30 h 3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2" h="30">
                  <a:moveTo>
                    <a:pt x="3" y="2"/>
                  </a:moveTo>
                  <a:lnTo>
                    <a:pt x="9" y="2"/>
                  </a:lnTo>
                  <a:lnTo>
                    <a:pt x="10" y="3"/>
                  </a:lnTo>
                  <a:lnTo>
                    <a:pt x="11" y="5"/>
                  </a:lnTo>
                  <a:lnTo>
                    <a:pt x="12" y="8"/>
                  </a:lnTo>
                  <a:lnTo>
                    <a:pt x="10" y="23"/>
                  </a:lnTo>
                  <a:lnTo>
                    <a:pt x="10" y="24"/>
                  </a:lnTo>
                  <a:lnTo>
                    <a:pt x="10" y="26"/>
                  </a:lnTo>
                  <a:lnTo>
                    <a:pt x="8" y="29"/>
                  </a:lnTo>
                  <a:lnTo>
                    <a:pt x="8" y="30"/>
                  </a:lnTo>
                  <a:lnTo>
                    <a:pt x="7" y="30"/>
                  </a:lnTo>
                  <a:lnTo>
                    <a:pt x="3" y="13"/>
                  </a:lnTo>
                  <a:lnTo>
                    <a:pt x="0" y="1"/>
                  </a:lnTo>
                  <a:lnTo>
                    <a:pt x="0" y="0"/>
                  </a:lnTo>
                  <a:lnTo>
                    <a:pt x="1" y="0"/>
                  </a:lnTo>
                  <a:lnTo>
                    <a:pt x="2" y="0"/>
                  </a:lnTo>
                  <a:lnTo>
                    <a:pt x="3" y="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4" name="Freeform 35"/>
            <p:cNvSpPr>
              <a:spLocks/>
            </p:cNvSpPr>
            <p:nvPr/>
          </p:nvSpPr>
          <p:spPr bwMode="gray">
            <a:xfrm>
              <a:off x="3367" y="1468"/>
              <a:ext cx="16" cy="28"/>
            </a:xfrm>
            <a:custGeom>
              <a:avLst/>
              <a:gdLst>
                <a:gd name="T0" fmla="*/ 4 w 16"/>
                <a:gd name="T1" fmla="*/ 4 h 28"/>
                <a:gd name="T2" fmla="*/ 4 w 16"/>
                <a:gd name="T3" fmla="*/ 4 h 28"/>
                <a:gd name="T4" fmla="*/ 5 w 16"/>
                <a:gd name="T5" fmla="*/ 4 h 28"/>
                <a:gd name="T6" fmla="*/ 6 w 16"/>
                <a:gd name="T7" fmla="*/ 4 h 28"/>
                <a:gd name="T8" fmla="*/ 12 w 16"/>
                <a:gd name="T9" fmla="*/ 2 h 28"/>
                <a:gd name="T10" fmla="*/ 13 w 16"/>
                <a:gd name="T11" fmla="*/ 1 h 28"/>
                <a:gd name="T12" fmla="*/ 14 w 16"/>
                <a:gd name="T13" fmla="*/ 0 h 28"/>
                <a:gd name="T14" fmla="*/ 15 w 16"/>
                <a:gd name="T15" fmla="*/ 0 h 28"/>
                <a:gd name="T16" fmla="*/ 16 w 16"/>
                <a:gd name="T17" fmla="*/ 0 h 28"/>
                <a:gd name="T18" fmla="*/ 16 w 16"/>
                <a:gd name="T19" fmla="*/ 1 h 28"/>
                <a:gd name="T20" fmla="*/ 16 w 16"/>
                <a:gd name="T21" fmla="*/ 2 h 28"/>
                <a:gd name="T22" fmla="*/ 15 w 16"/>
                <a:gd name="T23" fmla="*/ 5 h 28"/>
                <a:gd name="T24" fmla="*/ 11 w 16"/>
                <a:gd name="T25" fmla="*/ 18 h 28"/>
                <a:gd name="T26" fmla="*/ 10 w 16"/>
                <a:gd name="T27" fmla="*/ 23 h 28"/>
                <a:gd name="T28" fmla="*/ 5 w 16"/>
                <a:gd name="T29" fmla="*/ 28 h 28"/>
                <a:gd name="T30" fmla="*/ 4 w 16"/>
                <a:gd name="T31" fmla="*/ 28 h 28"/>
                <a:gd name="T32" fmla="*/ 2 w 16"/>
                <a:gd name="T33" fmla="*/ 26 h 28"/>
                <a:gd name="T34" fmla="*/ 2 w 16"/>
                <a:gd name="T35" fmla="*/ 25 h 28"/>
                <a:gd name="T36" fmla="*/ 0 w 16"/>
                <a:gd name="T37" fmla="*/ 13 h 28"/>
                <a:gd name="T38" fmla="*/ 0 w 16"/>
                <a:gd name="T39" fmla="*/ 11 h 28"/>
                <a:gd name="T40" fmla="*/ 0 w 16"/>
                <a:gd name="T41" fmla="*/ 10 h 28"/>
                <a:gd name="T42" fmla="*/ 2 w 16"/>
                <a:gd name="T43" fmla="*/ 7 h 28"/>
                <a:gd name="T44" fmla="*/ 2 w 16"/>
                <a:gd name="T45" fmla="*/ 6 h 28"/>
                <a:gd name="T46" fmla="*/ 3 w 16"/>
                <a:gd name="T47" fmla="*/ 4 h 28"/>
                <a:gd name="T48" fmla="*/ 4 w 16"/>
                <a:gd name="T49" fmla="*/ 4 h 28"/>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6"/>
                <a:gd name="T76" fmla="*/ 0 h 28"/>
                <a:gd name="T77" fmla="*/ 16 w 16"/>
                <a:gd name="T78" fmla="*/ 28 h 28"/>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6" h="28">
                  <a:moveTo>
                    <a:pt x="4" y="4"/>
                  </a:moveTo>
                  <a:lnTo>
                    <a:pt x="4" y="4"/>
                  </a:lnTo>
                  <a:lnTo>
                    <a:pt x="5" y="4"/>
                  </a:lnTo>
                  <a:lnTo>
                    <a:pt x="6" y="4"/>
                  </a:lnTo>
                  <a:lnTo>
                    <a:pt x="12" y="2"/>
                  </a:lnTo>
                  <a:lnTo>
                    <a:pt x="13" y="1"/>
                  </a:lnTo>
                  <a:lnTo>
                    <a:pt x="14" y="0"/>
                  </a:lnTo>
                  <a:lnTo>
                    <a:pt x="15" y="0"/>
                  </a:lnTo>
                  <a:lnTo>
                    <a:pt x="16" y="0"/>
                  </a:lnTo>
                  <a:lnTo>
                    <a:pt x="16" y="1"/>
                  </a:lnTo>
                  <a:lnTo>
                    <a:pt x="16" y="2"/>
                  </a:lnTo>
                  <a:lnTo>
                    <a:pt x="15" y="5"/>
                  </a:lnTo>
                  <a:lnTo>
                    <a:pt x="11" y="18"/>
                  </a:lnTo>
                  <a:lnTo>
                    <a:pt x="10" y="23"/>
                  </a:lnTo>
                  <a:lnTo>
                    <a:pt x="5" y="28"/>
                  </a:lnTo>
                  <a:lnTo>
                    <a:pt x="4" y="28"/>
                  </a:lnTo>
                  <a:lnTo>
                    <a:pt x="2" y="26"/>
                  </a:lnTo>
                  <a:lnTo>
                    <a:pt x="2" y="25"/>
                  </a:lnTo>
                  <a:lnTo>
                    <a:pt x="0" y="13"/>
                  </a:lnTo>
                  <a:lnTo>
                    <a:pt x="0" y="11"/>
                  </a:lnTo>
                  <a:lnTo>
                    <a:pt x="0" y="10"/>
                  </a:lnTo>
                  <a:lnTo>
                    <a:pt x="2" y="7"/>
                  </a:lnTo>
                  <a:lnTo>
                    <a:pt x="2" y="6"/>
                  </a:lnTo>
                  <a:lnTo>
                    <a:pt x="3" y="4"/>
                  </a:lnTo>
                  <a:lnTo>
                    <a:pt x="4" y="4"/>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5" name="Freeform 36"/>
            <p:cNvSpPr>
              <a:spLocks/>
            </p:cNvSpPr>
            <p:nvPr/>
          </p:nvSpPr>
          <p:spPr bwMode="gray">
            <a:xfrm>
              <a:off x="3840" y="1183"/>
              <a:ext cx="17" cy="5"/>
            </a:xfrm>
            <a:custGeom>
              <a:avLst/>
              <a:gdLst>
                <a:gd name="T0" fmla="*/ 2 w 17"/>
                <a:gd name="T1" fmla="*/ 0 h 5"/>
                <a:gd name="T2" fmla="*/ 14 w 17"/>
                <a:gd name="T3" fmla="*/ 3 h 5"/>
                <a:gd name="T4" fmla="*/ 16 w 17"/>
                <a:gd name="T5" fmla="*/ 3 h 5"/>
                <a:gd name="T6" fmla="*/ 17 w 17"/>
                <a:gd name="T7" fmla="*/ 4 h 5"/>
                <a:gd name="T8" fmla="*/ 17 w 17"/>
                <a:gd name="T9" fmla="*/ 4 h 5"/>
                <a:gd name="T10" fmla="*/ 14 w 17"/>
                <a:gd name="T11" fmla="*/ 5 h 5"/>
                <a:gd name="T12" fmla="*/ 9 w 17"/>
                <a:gd name="T13" fmla="*/ 4 h 5"/>
                <a:gd name="T14" fmla="*/ 7 w 17"/>
                <a:gd name="T15" fmla="*/ 4 h 5"/>
                <a:gd name="T16" fmla="*/ 3 w 17"/>
                <a:gd name="T17" fmla="*/ 2 h 5"/>
                <a:gd name="T18" fmla="*/ 1 w 17"/>
                <a:gd name="T19" fmla="*/ 1 h 5"/>
                <a:gd name="T20" fmla="*/ 0 w 17"/>
                <a:gd name="T21" fmla="*/ 1 h 5"/>
                <a:gd name="T22" fmla="*/ 0 w 17"/>
                <a:gd name="T23" fmla="*/ 0 h 5"/>
                <a:gd name="T24" fmla="*/ 1 w 17"/>
                <a:gd name="T25" fmla="*/ 0 h 5"/>
                <a:gd name="T26" fmla="*/ 2 w 17"/>
                <a:gd name="T27" fmla="*/ 0 h 5"/>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
                <a:gd name="T43" fmla="*/ 0 h 5"/>
                <a:gd name="T44" fmla="*/ 17 w 17"/>
                <a:gd name="T45" fmla="*/ 5 h 5"/>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 h="5">
                  <a:moveTo>
                    <a:pt x="2" y="0"/>
                  </a:moveTo>
                  <a:lnTo>
                    <a:pt x="14" y="3"/>
                  </a:lnTo>
                  <a:lnTo>
                    <a:pt x="16" y="3"/>
                  </a:lnTo>
                  <a:lnTo>
                    <a:pt x="17" y="4"/>
                  </a:lnTo>
                  <a:lnTo>
                    <a:pt x="14" y="5"/>
                  </a:lnTo>
                  <a:lnTo>
                    <a:pt x="9" y="4"/>
                  </a:lnTo>
                  <a:lnTo>
                    <a:pt x="7" y="4"/>
                  </a:lnTo>
                  <a:lnTo>
                    <a:pt x="3" y="2"/>
                  </a:lnTo>
                  <a:lnTo>
                    <a:pt x="1" y="1"/>
                  </a:lnTo>
                  <a:lnTo>
                    <a:pt x="0" y="1"/>
                  </a:lnTo>
                  <a:lnTo>
                    <a:pt x="0" y="0"/>
                  </a:lnTo>
                  <a:lnTo>
                    <a:pt x="1" y="0"/>
                  </a:lnTo>
                  <a:lnTo>
                    <a:pt x="2"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6" name="Freeform 37"/>
            <p:cNvSpPr>
              <a:spLocks/>
            </p:cNvSpPr>
            <p:nvPr/>
          </p:nvSpPr>
          <p:spPr bwMode="gray">
            <a:xfrm>
              <a:off x="3405" y="984"/>
              <a:ext cx="651" cy="606"/>
            </a:xfrm>
            <a:custGeom>
              <a:avLst/>
              <a:gdLst>
                <a:gd name="T0" fmla="*/ 206 w 651"/>
                <a:gd name="T1" fmla="*/ 176 h 606"/>
                <a:gd name="T2" fmla="*/ 218 w 651"/>
                <a:gd name="T3" fmla="*/ 114 h 606"/>
                <a:gd name="T4" fmla="*/ 197 w 651"/>
                <a:gd name="T5" fmla="*/ 55 h 606"/>
                <a:gd name="T6" fmla="*/ 222 w 651"/>
                <a:gd name="T7" fmla="*/ 9 h 606"/>
                <a:gd name="T8" fmla="*/ 256 w 651"/>
                <a:gd name="T9" fmla="*/ 20 h 606"/>
                <a:gd name="T10" fmla="*/ 293 w 651"/>
                <a:gd name="T11" fmla="*/ 64 h 606"/>
                <a:gd name="T12" fmla="*/ 324 w 651"/>
                <a:gd name="T13" fmla="*/ 113 h 606"/>
                <a:gd name="T14" fmla="*/ 398 w 651"/>
                <a:gd name="T15" fmla="*/ 182 h 606"/>
                <a:gd name="T16" fmla="*/ 430 w 651"/>
                <a:gd name="T17" fmla="*/ 210 h 606"/>
                <a:gd name="T18" fmla="*/ 472 w 651"/>
                <a:gd name="T19" fmla="*/ 211 h 606"/>
                <a:gd name="T20" fmla="*/ 471 w 651"/>
                <a:gd name="T21" fmla="*/ 222 h 606"/>
                <a:gd name="T22" fmla="*/ 530 w 651"/>
                <a:gd name="T23" fmla="*/ 238 h 606"/>
                <a:gd name="T24" fmla="*/ 555 w 651"/>
                <a:gd name="T25" fmla="*/ 221 h 606"/>
                <a:gd name="T26" fmla="*/ 586 w 651"/>
                <a:gd name="T27" fmla="*/ 191 h 606"/>
                <a:gd name="T28" fmla="*/ 601 w 651"/>
                <a:gd name="T29" fmla="*/ 190 h 606"/>
                <a:gd name="T30" fmla="*/ 574 w 651"/>
                <a:gd name="T31" fmla="*/ 240 h 606"/>
                <a:gd name="T32" fmla="*/ 587 w 651"/>
                <a:gd name="T33" fmla="*/ 284 h 606"/>
                <a:gd name="T34" fmla="*/ 593 w 651"/>
                <a:gd name="T35" fmla="*/ 294 h 606"/>
                <a:gd name="T36" fmla="*/ 584 w 651"/>
                <a:gd name="T37" fmla="*/ 283 h 606"/>
                <a:gd name="T38" fmla="*/ 590 w 651"/>
                <a:gd name="T39" fmla="*/ 326 h 606"/>
                <a:gd name="T40" fmla="*/ 616 w 651"/>
                <a:gd name="T41" fmla="*/ 333 h 606"/>
                <a:gd name="T42" fmla="*/ 642 w 651"/>
                <a:gd name="T43" fmla="*/ 325 h 606"/>
                <a:gd name="T44" fmla="*/ 623 w 651"/>
                <a:gd name="T45" fmla="*/ 339 h 606"/>
                <a:gd name="T46" fmla="*/ 577 w 651"/>
                <a:gd name="T47" fmla="*/ 354 h 606"/>
                <a:gd name="T48" fmla="*/ 562 w 651"/>
                <a:gd name="T49" fmla="*/ 376 h 606"/>
                <a:gd name="T50" fmla="*/ 546 w 651"/>
                <a:gd name="T51" fmla="*/ 368 h 606"/>
                <a:gd name="T52" fmla="*/ 534 w 651"/>
                <a:gd name="T53" fmla="*/ 378 h 606"/>
                <a:gd name="T54" fmla="*/ 492 w 651"/>
                <a:gd name="T55" fmla="*/ 373 h 606"/>
                <a:gd name="T56" fmla="*/ 432 w 651"/>
                <a:gd name="T57" fmla="*/ 410 h 606"/>
                <a:gd name="T58" fmla="*/ 385 w 651"/>
                <a:gd name="T59" fmla="*/ 473 h 606"/>
                <a:gd name="T60" fmla="*/ 382 w 651"/>
                <a:gd name="T61" fmla="*/ 513 h 606"/>
                <a:gd name="T62" fmla="*/ 343 w 651"/>
                <a:gd name="T63" fmla="*/ 504 h 606"/>
                <a:gd name="T64" fmla="*/ 272 w 651"/>
                <a:gd name="T65" fmla="*/ 468 h 606"/>
                <a:gd name="T66" fmla="*/ 233 w 651"/>
                <a:gd name="T67" fmla="*/ 439 h 606"/>
                <a:gd name="T68" fmla="*/ 193 w 651"/>
                <a:gd name="T69" fmla="*/ 431 h 606"/>
                <a:gd name="T70" fmla="*/ 135 w 651"/>
                <a:gd name="T71" fmla="*/ 471 h 606"/>
                <a:gd name="T72" fmla="*/ 100 w 651"/>
                <a:gd name="T73" fmla="*/ 435 h 606"/>
                <a:gd name="T74" fmla="*/ 61 w 651"/>
                <a:gd name="T75" fmla="*/ 454 h 606"/>
                <a:gd name="T76" fmla="*/ 60 w 651"/>
                <a:gd name="T77" fmla="*/ 486 h 606"/>
                <a:gd name="T78" fmla="*/ 84 w 651"/>
                <a:gd name="T79" fmla="*/ 503 h 606"/>
                <a:gd name="T80" fmla="*/ 108 w 651"/>
                <a:gd name="T81" fmla="*/ 505 h 606"/>
                <a:gd name="T82" fmla="*/ 143 w 651"/>
                <a:gd name="T83" fmla="*/ 537 h 606"/>
                <a:gd name="T84" fmla="*/ 130 w 651"/>
                <a:gd name="T85" fmla="*/ 561 h 606"/>
                <a:gd name="T86" fmla="*/ 92 w 651"/>
                <a:gd name="T87" fmla="*/ 547 h 606"/>
                <a:gd name="T88" fmla="*/ 74 w 651"/>
                <a:gd name="T89" fmla="*/ 565 h 606"/>
                <a:gd name="T90" fmla="*/ 73 w 651"/>
                <a:gd name="T91" fmla="*/ 584 h 606"/>
                <a:gd name="T92" fmla="*/ 49 w 651"/>
                <a:gd name="T93" fmla="*/ 602 h 606"/>
                <a:gd name="T94" fmla="*/ 28 w 651"/>
                <a:gd name="T95" fmla="*/ 597 h 606"/>
                <a:gd name="T96" fmla="*/ 38 w 651"/>
                <a:gd name="T97" fmla="*/ 547 h 606"/>
                <a:gd name="T98" fmla="*/ 29 w 651"/>
                <a:gd name="T99" fmla="*/ 505 h 606"/>
                <a:gd name="T100" fmla="*/ 2 w 651"/>
                <a:gd name="T101" fmla="*/ 482 h 606"/>
                <a:gd name="T102" fmla="*/ 9 w 651"/>
                <a:gd name="T103" fmla="*/ 451 h 606"/>
                <a:gd name="T104" fmla="*/ 10 w 651"/>
                <a:gd name="T105" fmla="*/ 425 h 606"/>
                <a:gd name="T106" fmla="*/ 30 w 651"/>
                <a:gd name="T107" fmla="*/ 420 h 606"/>
                <a:gd name="T108" fmla="*/ 80 w 651"/>
                <a:gd name="T109" fmla="*/ 375 h 606"/>
                <a:gd name="T110" fmla="*/ 60 w 651"/>
                <a:gd name="T111" fmla="*/ 340 h 606"/>
                <a:gd name="T112" fmla="*/ 111 w 651"/>
                <a:gd name="T113" fmla="*/ 345 h 606"/>
                <a:gd name="T114" fmla="*/ 162 w 651"/>
                <a:gd name="T115" fmla="*/ 347 h 606"/>
                <a:gd name="T116" fmla="*/ 180 w 651"/>
                <a:gd name="T117" fmla="*/ 315 h 606"/>
                <a:gd name="T118" fmla="*/ 183 w 651"/>
                <a:gd name="T119" fmla="*/ 251 h 606"/>
                <a:gd name="T120" fmla="*/ 202 w 651"/>
                <a:gd name="T121" fmla="*/ 232 h 60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651"/>
                <a:gd name="T184" fmla="*/ 0 h 606"/>
                <a:gd name="T185" fmla="*/ 651 w 651"/>
                <a:gd name="T186" fmla="*/ 606 h 60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651" h="606">
                  <a:moveTo>
                    <a:pt x="202" y="232"/>
                  </a:moveTo>
                  <a:lnTo>
                    <a:pt x="204" y="225"/>
                  </a:lnTo>
                  <a:lnTo>
                    <a:pt x="205" y="220"/>
                  </a:lnTo>
                  <a:lnTo>
                    <a:pt x="205" y="215"/>
                  </a:lnTo>
                  <a:lnTo>
                    <a:pt x="204" y="192"/>
                  </a:lnTo>
                  <a:lnTo>
                    <a:pt x="203" y="185"/>
                  </a:lnTo>
                  <a:lnTo>
                    <a:pt x="203" y="181"/>
                  </a:lnTo>
                  <a:lnTo>
                    <a:pt x="203" y="180"/>
                  </a:lnTo>
                  <a:lnTo>
                    <a:pt x="204" y="179"/>
                  </a:lnTo>
                  <a:lnTo>
                    <a:pt x="205" y="178"/>
                  </a:lnTo>
                  <a:lnTo>
                    <a:pt x="206" y="176"/>
                  </a:lnTo>
                  <a:lnTo>
                    <a:pt x="211" y="166"/>
                  </a:lnTo>
                  <a:lnTo>
                    <a:pt x="213" y="162"/>
                  </a:lnTo>
                  <a:lnTo>
                    <a:pt x="213" y="160"/>
                  </a:lnTo>
                  <a:lnTo>
                    <a:pt x="214" y="158"/>
                  </a:lnTo>
                  <a:lnTo>
                    <a:pt x="217" y="138"/>
                  </a:lnTo>
                  <a:lnTo>
                    <a:pt x="218" y="133"/>
                  </a:lnTo>
                  <a:lnTo>
                    <a:pt x="218" y="131"/>
                  </a:lnTo>
                  <a:lnTo>
                    <a:pt x="218" y="128"/>
                  </a:lnTo>
                  <a:lnTo>
                    <a:pt x="218" y="122"/>
                  </a:lnTo>
                  <a:lnTo>
                    <a:pt x="218" y="118"/>
                  </a:lnTo>
                  <a:lnTo>
                    <a:pt x="218" y="114"/>
                  </a:lnTo>
                  <a:lnTo>
                    <a:pt x="215" y="100"/>
                  </a:lnTo>
                  <a:lnTo>
                    <a:pt x="215" y="97"/>
                  </a:lnTo>
                  <a:lnTo>
                    <a:pt x="215" y="96"/>
                  </a:lnTo>
                  <a:lnTo>
                    <a:pt x="214" y="94"/>
                  </a:lnTo>
                  <a:lnTo>
                    <a:pt x="210" y="82"/>
                  </a:lnTo>
                  <a:lnTo>
                    <a:pt x="209" y="78"/>
                  </a:lnTo>
                  <a:lnTo>
                    <a:pt x="207" y="75"/>
                  </a:lnTo>
                  <a:lnTo>
                    <a:pt x="207" y="74"/>
                  </a:lnTo>
                  <a:lnTo>
                    <a:pt x="205" y="72"/>
                  </a:lnTo>
                  <a:lnTo>
                    <a:pt x="198" y="57"/>
                  </a:lnTo>
                  <a:lnTo>
                    <a:pt x="197" y="55"/>
                  </a:lnTo>
                  <a:lnTo>
                    <a:pt x="196" y="50"/>
                  </a:lnTo>
                  <a:lnTo>
                    <a:pt x="195" y="46"/>
                  </a:lnTo>
                  <a:lnTo>
                    <a:pt x="194" y="44"/>
                  </a:lnTo>
                  <a:lnTo>
                    <a:pt x="194" y="43"/>
                  </a:lnTo>
                  <a:lnTo>
                    <a:pt x="194" y="41"/>
                  </a:lnTo>
                  <a:lnTo>
                    <a:pt x="195" y="39"/>
                  </a:lnTo>
                  <a:lnTo>
                    <a:pt x="196" y="36"/>
                  </a:lnTo>
                  <a:lnTo>
                    <a:pt x="207" y="13"/>
                  </a:lnTo>
                  <a:lnTo>
                    <a:pt x="208" y="13"/>
                  </a:lnTo>
                  <a:lnTo>
                    <a:pt x="220" y="10"/>
                  </a:lnTo>
                  <a:lnTo>
                    <a:pt x="222" y="9"/>
                  </a:lnTo>
                  <a:lnTo>
                    <a:pt x="225" y="8"/>
                  </a:lnTo>
                  <a:lnTo>
                    <a:pt x="226" y="6"/>
                  </a:lnTo>
                  <a:lnTo>
                    <a:pt x="227" y="5"/>
                  </a:lnTo>
                  <a:lnTo>
                    <a:pt x="227" y="4"/>
                  </a:lnTo>
                  <a:lnTo>
                    <a:pt x="237" y="0"/>
                  </a:lnTo>
                  <a:lnTo>
                    <a:pt x="239" y="3"/>
                  </a:lnTo>
                  <a:lnTo>
                    <a:pt x="245" y="12"/>
                  </a:lnTo>
                  <a:lnTo>
                    <a:pt x="248" y="15"/>
                  </a:lnTo>
                  <a:lnTo>
                    <a:pt x="249" y="16"/>
                  </a:lnTo>
                  <a:lnTo>
                    <a:pt x="250" y="17"/>
                  </a:lnTo>
                  <a:lnTo>
                    <a:pt x="256" y="20"/>
                  </a:lnTo>
                  <a:lnTo>
                    <a:pt x="257" y="22"/>
                  </a:lnTo>
                  <a:lnTo>
                    <a:pt x="259" y="23"/>
                  </a:lnTo>
                  <a:lnTo>
                    <a:pt x="260" y="24"/>
                  </a:lnTo>
                  <a:lnTo>
                    <a:pt x="267" y="33"/>
                  </a:lnTo>
                  <a:lnTo>
                    <a:pt x="273" y="41"/>
                  </a:lnTo>
                  <a:lnTo>
                    <a:pt x="275" y="44"/>
                  </a:lnTo>
                  <a:lnTo>
                    <a:pt x="277" y="47"/>
                  </a:lnTo>
                  <a:lnTo>
                    <a:pt x="281" y="52"/>
                  </a:lnTo>
                  <a:lnTo>
                    <a:pt x="285" y="55"/>
                  </a:lnTo>
                  <a:lnTo>
                    <a:pt x="289" y="60"/>
                  </a:lnTo>
                  <a:lnTo>
                    <a:pt x="293" y="64"/>
                  </a:lnTo>
                  <a:lnTo>
                    <a:pt x="295" y="66"/>
                  </a:lnTo>
                  <a:lnTo>
                    <a:pt x="296" y="68"/>
                  </a:lnTo>
                  <a:lnTo>
                    <a:pt x="298" y="71"/>
                  </a:lnTo>
                  <a:lnTo>
                    <a:pt x="304" y="83"/>
                  </a:lnTo>
                  <a:lnTo>
                    <a:pt x="305" y="87"/>
                  </a:lnTo>
                  <a:lnTo>
                    <a:pt x="307" y="89"/>
                  </a:lnTo>
                  <a:lnTo>
                    <a:pt x="307" y="90"/>
                  </a:lnTo>
                  <a:lnTo>
                    <a:pt x="308" y="92"/>
                  </a:lnTo>
                  <a:lnTo>
                    <a:pt x="320" y="108"/>
                  </a:lnTo>
                  <a:lnTo>
                    <a:pt x="322" y="111"/>
                  </a:lnTo>
                  <a:lnTo>
                    <a:pt x="324" y="113"/>
                  </a:lnTo>
                  <a:lnTo>
                    <a:pt x="327" y="117"/>
                  </a:lnTo>
                  <a:lnTo>
                    <a:pt x="328" y="118"/>
                  </a:lnTo>
                  <a:lnTo>
                    <a:pt x="346" y="137"/>
                  </a:lnTo>
                  <a:lnTo>
                    <a:pt x="351" y="142"/>
                  </a:lnTo>
                  <a:lnTo>
                    <a:pt x="361" y="151"/>
                  </a:lnTo>
                  <a:lnTo>
                    <a:pt x="363" y="153"/>
                  </a:lnTo>
                  <a:lnTo>
                    <a:pt x="387" y="173"/>
                  </a:lnTo>
                  <a:lnTo>
                    <a:pt x="388" y="175"/>
                  </a:lnTo>
                  <a:lnTo>
                    <a:pt x="389" y="176"/>
                  </a:lnTo>
                  <a:lnTo>
                    <a:pt x="391" y="177"/>
                  </a:lnTo>
                  <a:lnTo>
                    <a:pt x="398" y="182"/>
                  </a:lnTo>
                  <a:lnTo>
                    <a:pt x="401" y="184"/>
                  </a:lnTo>
                  <a:lnTo>
                    <a:pt x="419" y="192"/>
                  </a:lnTo>
                  <a:lnTo>
                    <a:pt x="422" y="194"/>
                  </a:lnTo>
                  <a:lnTo>
                    <a:pt x="422" y="197"/>
                  </a:lnTo>
                  <a:lnTo>
                    <a:pt x="421" y="197"/>
                  </a:lnTo>
                  <a:lnTo>
                    <a:pt x="421" y="198"/>
                  </a:lnTo>
                  <a:lnTo>
                    <a:pt x="425" y="207"/>
                  </a:lnTo>
                  <a:lnTo>
                    <a:pt x="426" y="207"/>
                  </a:lnTo>
                  <a:lnTo>
                    <a:pt x="426" y="208"/>
                  </a:lnTo>
                  <a:lnTo>
                    <a:pt x="430" y="210"/>
                  </a:lnTo>
                  <a:lnTo>
                    <a:pt x="431" y="210"/>
                  </a:lnTo>
                  <a:lnTo>
                    <a:pt x="432" y="211"/>
                  </a:lnTo>
                  <a:lnTo>
                    <a:pt x="444" y="209"/>
                  </a:lnTo>
                  <a:lnTo>
                    <a:pt x="453" y="206"/>
                  </a:lnTo>
                  <a:lnTo>
                    <a:pt x="454" y="205"/>
                  </a:lnTo>
                  <a:lnTo>
                    <a:pt x="455" y="205"/>
                  </a:lnTo>
                  <a:lnTo>
                    <a:pt x="456" y="205"/>
                  </a:lnTo>
                  <a:lnTo>
                    <a:pt x="459" y="205"/>
                  </a:lnTo>
                  <a:lnTo>
                    <a:pt x="469" y="207"/>
                  </a:lnTo>
                  <a:lnTo>
                    <a:pt x="472" y="211"/>
                  </a:lnTo>
                  <a:lnTo>
                    <a:pt x="470" y="211"/>
                  </a:lnTo>
                  <a:lnTo>
                    <a:pt x="469" y="212"/>
                  </a:lnTo>
                  <a:lnTo>
                    <a:pt x="468" y="213"/>
                  </a:lnTo>
                  <a:lnTo>
                    <a:pt x="468" y="214"/>
                  </a:lnTo>
                  <a:lnTo>
                    <a:pt x="467" y="220"/>
                  </a:lnTo>
                  <a:lnTo>
                    <a:pt x="467" y="221"/>
                  </a:lnTo>
                  <a:lnTo>
                    <a:pt x="468" y="221"/>
                  </a:lnTo>
                  <a:lnTo>
                    <a:pt x="470" y="222"/>
                  </a:lnTo>
                  <a:lnTo>
                    <a:pt x="471" y="222"/>
                  </a:lnTo>
                  <a:lnTo>
                    <a:pt x="484" y="218"/>
                  </a:lnTo>
                  <a:lnTo>
                    <a:pt x="491" y="228"/>
                  </a:lnTo>
                  <a:lnTo>
                    <a:pt x="493" y="231"/>
                  </a:lnTo>
                  <a:lnTo>
                    <a:pt x="495" y="232"/>
                  </a:lnTo>
                  <a:lnTo>
                    <a:pt x="499" y="233"/>
                  </a:lnTo>
                  <a:lnTo>
                    <a:pt x="500" y="234"/>
                  </a:lnTo>
                  <a:lnTo>
                    <a:pt x="509" y="235"/>
                  </a:lnTo>
                  <a:lnTo>
                    <a:pt x="513" y="236"/>
                  </a:lnTo>
                  <a:lnTo>
                    <a:pt x="522" y="237"/>
                  </a:lnTo>
                  <a:lnTo>
                    <a:pt x="526" y="238"/>
                  </a:lnTo>
                  <a:lnTo>
                    <a:pt x="530" y="238"/>
                  </a:lnTo>
                  <a:lnTo>
                    <a:pt x="533" y="238"/>
                  </a:lnTo>
                  <a:lnTo>
                    <a:pt x="535" y="238"/>
                  </a:lnTo>
                  <a:lnTo>
                    <a:pt x="539" y="238"/>
                  </a:lnTo>
                  <a:lnTo>
                    <a:pt x="540" y="237"/>
                  </a:lnTo>
                  <a:lnTo>
                    <a:pt x="541" y="237"/>
                  </a:lnTo>
                  <a:lnTo>
                    <a:pt x="542" y="236"/>
                  </a:lnTo>
                  <a:lnTo>
                    <a:pt x="550" y="228"/>
                  </a:lnTo>
                  <a:lnTo>
                    <a:pt x="552" y="226"/>
                  </a:lnTo>
                  <a:lnTo>
                    <a:pt x="553" y="225"/>
                  </a:lnTo>
                  <a:lnTo>
                    <a:pt x="555" y="223"/>
                  </a:lnTo>
                  <a:lnTo>
                    <a:pt x="555" y="221"/>
                  </a:lnTo>
                  <a:lnTo>
                    <a:pt x="556" y="220"/>
                  </a:lnTo>
                  <a:lnTo>
                    <a:pt x="560" y="215"/>
                  </a:lnTo>
                  <a:lnTo>
                    <a:pt x="561" y="213"/>
                  </a:lnTo>
                  <a:lnTo>
                    <a:pt x="565" y="209"/>
                  </a:lnTo>
                  <a:lnTo>
                    <a:pt x="571" y="204"/>
                  </a:lnTo>
                  <a:lnTo>
                    <a:pt x="572" y="204"/>
                  </a:lnTo>
                  <a:lnTo>
                    <a:pt x="575" y="202"/>
                  </a:lnTo>
                  <a:lnTo>
                    <a:pt x="582" y="197"/>
                  </a:lnTo>
                  <a:lnTo>
                    <a:pt x="583" y="196"/>
                  </a:lnTo>
                  <a:lnTo>
                    <a:pt x="584" y="194"/>
                  </a:lnTo>
                  <a:lnTo>
                    <a:pt x="586" y="191"/>
                  </a:lnTo>
                  <a:lnTo>
                    <a:pt x="587" y="189"/>
                  </a:lnTo>
                  <a:lnTo>
                    <a:pt x="589" y="186"/>
                  </a:lnTo>
                  <a:lnTo>
                    <a:pt x="597" y="175"/>
                  </a:lnTo>
                  <a:lnTo>
                    <a:pt x="597" y="174"/>
                  </a:lnTo>
                  <a:lnTo>
                    <a:pt x="599" y="173"/>
                  </a:lnTo>
                  <a:lnTo>
                    <a:pt x="600" y="173"/>
                  </a:lnTo>
                  <a:lnTo>
                    <a:pt x="603" y="183"/>
                  </a:lnTo>
                  <a:lnTo>
                    <a:pt x="603" y="184"/>
                  </a:lnTo>
                  <a:lnTo>
                    <a:pt x="603" y="185"/>
                  </a:lnTo>
                  <a:lnTo>
                    <a:pt x="603" y="186"/>
                  </a:lnTo>
                  <a:lnTo>
                    <a:pt x="601" y="190"/>
                  </a:lnTo>
                  <a:lnTo>
                    <a:pt x="599" y="197"/>
                  </a:lnTo>
                  <a:lnTo>
                    <a:pt x="590" y="216"/>
                  </a:lnTo>
                  <a:lnTo>
                    <a:pt x="589" y="218"/>
                  </a:lnTo>
                  <a:lnTo>
                    <a:pt x="588" y="219"/>
                  </a:lnTo>
                  <a:lnTo>
                    <a:pt x="586" y="220"/>
                  </a:lnTo>
                  <a:lnTo>
                    <a:pt x="585" y="221"/>
                  </a:lnTo>
                  <a:lnTo>
                    <a:pt x="583" y="224"/>
                  </a:lnTo>
                  <a:lnTo>
                    <a:pt x="581" y="226"/>
                  </a:lnTo>
                  <a:lnTo>
                    <a:pt x="580" y="228"/>
                  </a:lnTo>
                  <a:lnTo>
                    <a:pt x="577" y="235"/>
                  </a:lnTo>
                  <a:lnTo>
                    <a:pt x="574" y="240"/>
                  </a:lnTo>
                  <a:lnTo>
                    <a:pt x="570" y="257"/>
                  </a:lnTo>
                  <a:lnTo>
                    <a:pt x="570" y="258"/>
                  </a:lnTo>
                  <a:lnTo>
                    <a:pt x="570" y="261"/>
                  </a:lnTo>
                  <a:lnTo>
                    <a:pt x="571" y="262"/>
                  </a:lnTo>
                  <a:lnTo>
                    <a:pt x="574" y="269"/>
                  </a:lnTo>
                  <a:lnTo>
                    <a:pt x="575" y="272"/>
                  </a:lnTo>
                  <a:lnTo>
                    <a:pt x="577" y="275"/>
                  </a:lnTo>
                  <a:lnTo>
                    <a:pt x="578" y="277"/>
                  </a:lnTo>
                  <a:lnTo>
                    <a:pt x="580" y="279"/>
                  </a:lnTo>
                  <a:lnTo>
                    <a:pt x="584" y="283"/>
                  </a:lnTo>
                  <a:lnTo>
                    <a:pt x="587" y="284"/>
                  </a:lnTo>
                  <a:lnTo>
                    <a:pt x="588" y="284"/>
                  </a:lnTo>
                  <a:lnTo>
                    <a:pt x="591" y="285"/>
                  </a:lnTo>
                  <a:lnTo>
                    <a:pt x="594" y="285"/>
                  </a:lnTo>
                  <a:lnTo>
                    <a:pt x="598" y="287"/>
                  </a:lnTo>
                  <a:lnTo>
                    <a:pt x="599" y="288"/>
                  </a:lnTo>
                  <a:lnTo>
                    <a:pt x="601" y="290"/>
                  </a:lnTo>
                  <a:lnTo>
                    <a:pt x="602" y="291"/>
                  </a:lnTo>
                  <a:lnTo>
                    <a:pt x="601" y="292"/>
                  </a:lnTo>
                  <a:lnTo>
                    <a:pt x="600" y="292"/>
                  </a:lnTo>
                  <a:lnTo>
                    <a:pt x="594" y="293"/>
                  </a:lnTo>
                  <a:lnTo>
                    <a:pt x="593" y="294"/>
                  </a:lnTo>
                  <a:lnTo>
                    <a:pt x="593" y="293"/>
                  </a:lnTo>
                  <a:lnTo>
                    <a:pt x="593" y="292"/>
                  </a:lnTo>
                  <a:lnTo>
                    <a:pt x="593" y="291"/>
                  </a:lnTo>
                  <a:lnTo>
                    <a:pt x="594" y="291"/>
                  </a:lnTo>
                  <a:lnTo>
                    <a:pt x="595" y="290"/>
                  </a:lnTo>
                  <a:lnTo>
                    <a:pt x="594" y="289"/>
                  </a:lnTo>
                  <a:lnTo>
                    <a:pt x="592" y="287"/>
                  </a:lnTo>
                  <a:lnTo>
                    <a:pt x="589" y="285"/>
                  </a:lnTo>
                  <a:lnTo>
                    <a:pt x="586" y="284"/>
                  </a:lnTo>
                  <a:lnTo>
                    <a:pt x="584" y="283"/>
                  </a:lnTo>
                  <a:lnTo>
                    <a:pt x="585" y="285"/>
                  </a:lnTo>
                  <a:lnTo>
                    <a:pt x="588" y="294"/>
                  </a:lnTo>
                  <a:lnTo>
                    <a:pt x="593" y="310"/>
                  </a:lnTo>
                  <a:lnTo>
                    <a:pt x="595" y="319"/>
                  </a:lnTo>
                  <a:lnTo>
                    <a:pt x="594" y="323"/>
                  </a:lnTo>
                  <a:lnTo>
                    <a:pt x="593" y="323"/>
                  </a:lnTo>
                  <a:lnTo>
                    <a:pt x="593" y="322"/>
                  </a:lnTo>
                  <a:lnTo>
                    <a:pt x="592" y="322"/>
                  </a:lnTo>
                  <a:lnTo>
                    <a:pt x="591" y="323"/>
                  </a:lnTo>
                  <a:lnTo>
                    <a:pt x="590" y="326"/>
                  </a:lnTo>
                  <a:lnTo>
                    <a:pt x="596" y="332"/>
                  </a:lnTo>
                  <a:lnTo>
                    <a:pt x="597" y="333"/>
                  </a:lnTo>
                  <a:lnTo>
                    <a:pt x="601" y="334"/>
                  </a:lnTo>
                  <a:lnTo>
                    <a:pt x="604" y="335"/>
                  </a:lnTo>
                  <a:lnTo>
                    <a:pt x="606" y="336"/>
                  </a:lnTo>
                  <a:lnTo>
                    <a:pt x="608" y="336"/>
                  </a:lnTo>
                  <a:lnTo>
                    <a:pt x="613" y="336"/>
                  </a:lnTo>
                  <a:lnTo>
                    <a:pt x="616" y="335"/>
                  </a:lnTo>
                  <a:lnTo>
                    <a:pt x="616" y="333"/>
                  </a:lnTo>
                  <a:lnTo>
                    <a:pt x="632" y="317"/>
                  </a:lnTo>
                  <a:lnTo>
                    <a:pt x="633" y="317"/>
                  </a:lnTo>
                  <a:lnTo>
                    <a:pt x="646" y="316"/>
                  </a:lnTo>
                  <a:lnTo>
                    <a:pt x="649" y="317"/>
                  </a:lnTo>
                  <a:lnTo>
                    <a:pt x="650" y="317"/>
                  </a:lnTo>
                  <a:lnTo>
                    <a:pt x="651" y="318"/>
                  </a:lnTo>
                  <a:lnTo>
                    <a:pt x="651" y="319"/>
                  </a:lnTo>
                  <a:lnTo>
                    <a:pt x="650" y="320"/>
                  </a:lnTo>
                  <a:lnTo>
                    <a:pt x="642" y="325"/>
                  </a:lnTo>
                  <a:lnTo>
                    <a:pt x="636" y="328"/>
                  </a:lnTo>
                  <a:lnTo>
                    <a:pt x="635" y="328"/>
                  </a:lnTo>
                  <a:lnTo>
                    <a:pt x="633" y="328"/>
                  </a:lnTo>
                  <a:lnTo>
                    <a:pt x="632" y="328"/>
                  </a:lnTo>
                  <a:lnTo>
                    <a:pt x="630" y="328"/>
                  </a:lnTo>
                  <a:lnTo>
                    <a:pt x="629" y="328"/>
                  </a:lnTo>
                  <a:lnTo>
                    <a:pt x="625" y="333"/>
                  </a:lnTo>
                  <a:lnTo>
                    <a:pt x="624" y="334"/>
                  </a:lnTo>
                  <a:lnTo>
                    <a:pt x="624" y="335"/>
                  </a:lnTo>
                  <a:lnTo>
                    <a:pt x="624" y="338"/>
                  </a:lnTo>
                  <a:lnTo>
                    <a:pt x="623" y="339"/>
                  </a:lnTo>
                  <a:lnTo>
                    <a:pt x="623" y="341"/>
                  </a:lnTo>
                  <a:lnTo>
                    <a:pt x="622" y="342"/>
                  </a:lnTo>
                  <a:lnTo>
                    <a:pt x="619" y="348"/>
                  </a:lnTo>
                  <a:lnTo>
                    <a:pt x="616" y="348"/>
                  </a:lnTo>
                  <a:lnTo>
                    <a:pt x="612" y="347"/>
                  </a:lnTo>
                  <a:lnTo>
                    <a:pt x="609" y="347"/>
                  </a:lnTo>
                  <a:lnTo>
                    <a:pt x="603" y="348"/>
                  </a:lnTo>
                  <a:lnTo>
                    <a:pt x="594" y="349"/>
                  </a:lnTo>
                  <a:lnTo>
                    <a:pt x="593" y="349"/>
                  </a:lnTo>
                  <a:lnTo>
                    <a:pt x="579" y="353"/>
                  </a:lnTo>
                  <a:lnTo>
                    <a:pt x="577" y="354"/>
                  </a:lnTo>
                  <a:lnTo>
                    <a:pt x="577" y="355"/>
                  </a:lnTo>
                  <a:lnTo>
                    <a:pt x="576" y="355"/>
                  </a:lnTo>
                  <a:lnTo>
                    <a:pt x="576" y="356"/>
                  </a:lnTo>
                  <a:lnTo>
                    <a:pt x="575" y="358"/>
                  </a:lnTo>
                  <a:lnTo>
                    <a:pt x="575" y="359"/>
                  </a:lnTo>
                  <a:lnTo>
                    <a:pt x="576" y="360"/>
                  </a:lnTo>
                  <a:lnTo>
                    <a:pt x="576" y="361"/>
                  </a:lnTo>
                  <a:lnTo>
                    <a:pt x="577" y="361"/>
                  </a:lnTo>
                  <a:lnTo>
                    <a:pt x="574" y="366"/>
                  </a:lnTo>
                  <a:lnTo>
                    <a:pt x="564" y="375"/>
                  </a:lnTo>
                  <a:lnTo>
                    <a:pt x="562" y="376"/>
                  </a:lnTo>
                  <a:lnTo>
                    <a:pt x="561" y="376"/>
                  </a:lnTo>
                  <a:lnTo>
                    <a:pt x="560" y="376"/>
                  </a:lnTo>
                  <a:lnTo>
                    <a:pt x="553" y="377"/>
                  </a:lnTo>
                  <a:lnTo>
                    <a:pt x="552" y="377"/>
                  </a:lnTo>
                  <a:lnTo>
                    <a:pt x="549" y="376"/>
                  </a:lnTo>
                  <a:lnTo>
                    <a:pt x="546" y="373"/>
                  </a:lnTo>
                  <a:lnTo>
                    <a:pt x="546" y="372"/>
                  </a:lnTo>
                  <a:lnTo>
                    <a:pt x="546" y="371"/>
                  </a:lnTo>
                  <a:lnTo>
                    <a:pt x="546" y="370"/>
                  </a:lnTo>
                  <a:lnTo>
                    <a:pt x="546" y="369"/>
                  </a:lnTo>
                  <a:lnTo>
                    <a:pt x="546" y="368"/>
                  </a:lnTo>
                  <a:lnTo>
                    <a:pt x="545" y="368"/>
                  </a:lnTo>
                  <a:lnTo>
                    <a:pt x="544" y="367"/>
                  </a:lnTo>
                  <a:lnTo>
                    <a:pt x="543" y="366"/>
                  </a:lnTo>
                  <a:lnTo>
                    <a:pt x="541" y="366"/>
                  </a:lnTo>
                  <a:lnTo>
                    <a:pt x="540" y="367"/>
                  </a:lnTo>
                  <a:lnTo>
                    <a:pt x="539" y="368"/>
                  </a:lnTo>
                  <a:lnTo>
                    <a:pt x="537" y="370"/>
                  </a:lnTo>
                  <a:lnTo>
                    <a:pt x="534" y="374"/>
                  </a:lnTo>
                  <a:lnTo>
                    <a:pt x="534" y="375"/>
                  </a:lnTo>
                  <a:lnTo>
                    <a:pt x="534" y="376"/>
                  </a:lnTo>
                  <a:lnTo>
                    <a:pt x="534" y="378"/>
                  </a:lnTo>
                  <a:lnTo>
                    <a:pt x="535" y="379"/>
                  </a:lnTo>
                  <a:lnTo>
                    <a:pt x="526" y="382"/>
                  </a:lnTo>
                  <a:lnTo>
                    <a:pt x="508" y="383"/>
                  </a:lnTo>
                  <a:lnTo>
                    <a:pt x="507" y="383"/>
                  </a:lnTo>
                  <a:lnTo>
                    <a:pt x="505" y="383"/>
                  </a:lnTo>
                  <a:lnTo>
                    <a:pt x="499" y="381"/>
                  </a:lnTo>
                  <a:lnTo>
                    <a:pt x="496" y="380"/>
                  </a:lnTo>
                  <a:lnTo>
                    <a:pt x="495" y="378"/>
                  </a:lnTo>
                  <a:lnTo>
                    <a:pt x="495" y="376"/>
                  </a:lnTo>
                  <a:lnTo>
                    <a:pt x="493" y="373"/>
                  </a:lnTo>
                  <a:lnTo>
                    <a:pt x="492" y="373"/>
                  </a:lnTo>
                  <a:lnTo>
                    <a:pt x="490" y="373"/>
                  </a:lnTo>
                  <a:lnTo>
                    <a:pt x="487" y="374"/>
                  </a:lnTo>
                  <a:lnTo>
                    <a:pt x="474" y="378"/>
                  </a:lnTo>
                  <a:lnTo>
                    <a:pt x="470" y="379"/>
                  </a:lnTo>
                  <a:lnTo>
                    <a:pt x="458" y="385"/>
                  </a:lnTo>
                  <a:lnTo>
                    <a:pt x="456" y="385"/>
                  </a:lnTo>
                  <a:lnTo>
                    <a:pt x="454" y="387"/>
                  </a:lnTo>
                  <a:lnTo>
                    <a:pt x="444" y="395"/>
                  </a:lnTo>
                  <a:lnTo>
                    <a:pt x="439" y="400"/>
                  </a:lnTo>
                  <a:lnTo>
                    <a:pt x="434" y="407"/>
                  </a:lnTo>
                  <a:lnTo>
                    <a:pt x="432" y="410"/>
                  </a:lnTo>
                  <a:lnTo>
                    <a:pt x="417" y="422"/>
                  </a:lnTo>
                  <a:lnTo>
                    <a:pt x="415" y="424"/>
                  </a:lnTo>
                  <a:lnTo>
                    <a:pt x="414" y="426"/>
                  </a:lnTo>
                  <a:lnTo>
                    <a:pt x="411" y="429"/>
                  </a:lnTo>
                  <a:lnTo>
                    <a:pt x="408" y="433"/>
                  </a:lnTo>
                  <a:lnTo>
                    <a:pt x="406" y="437"/>
                  </a:lnTo>
                  <a:lnTo>
                    <a:pt x="398" y="449"/>
                  </a:lnTo>
                  <a:lnTo>
                    <a:pt x="394" y="455"/>
                  </a:lnTo>
                  <a:lnTo>
                    <a:pt x="389" y="464"/>
                  </a:lnTo>
                  <a:lnTo>
                    <a:pt x="388" y="466"/>
                  </a:lnTo>
                  <a:lnTo>
                    <a:pt x="385" y="473"/>
                  </a:lnTo>
                  <a:lnTo>
                    <a:pt x="384" y="476"/>
                  </a:lnTo>
                  <a:lnTo>
                    <a:pt x="383" y="478"/>
                  </a:lnTo>
                  <a:lnTo>
                    <a:pt x="383" y="484"/>
                  </a:lnTo>
                  <a:lnTo>
                    <a:pt x="383" y="487"/>
                  </a:lnTo>
                  <a:lnTo>
                    <a:pt x="383" y="488"/>
                  </a:lnTo>
                  <a:lnTo>
                    <a:pt x="384" y="492"/>
                  </a:lnTo>
                  <a:lnTo>
                    <a:pt x="384" y="493"/>
                  </a:lnTo>
                  <a:lnTo>
                    <a:pt x="384" y="494"/>
                  </a:lnTo>
                  <a:lnTo>
                    <a:pt x="384" y="495"/>
                  </a:lnTo>
                  <a:lnTo>
                    <a:pt x="384" y="496"/>
                  </a:lnTo>
                  <a:lnTo>
                    <a:pt x="382" y="513"/>
                  </a:lnTo>
                  <a:lnTo>
                    <a:pt x="374" y="530"/>
                  </a:lnTo>
                  <a:lnTo>
                    <a:pt x="373" y="530"/>
                  </a:lnTo>
                  <a:lnTo>
                    <a:pt x="369" y="527"/>
                  </a:lnTo>
                  <a:lnTo>
                    <a:pt x="367" y="525"/>
                  </a:lnTo>
                  <a:lnTo>
                    <a:pt x="366" y="523"/>
                  </a:lnTo>
                  <a:lnTo>
                    <a:pt x="366" y="522"/>
                  </a:lnTo>
                  <a:lnTo>
                    <a:pt x="363" y="519"/>
                  </a:lnTo>
                  <a:lnTo>
                    <a:pt x="361" y="516"/>
                  </a:lnTo>
                  <a:lnTo>
                    <a:pt x="360" y="515"/>
                  </a:lnTo>
                  <a:lnTo>
                    <a:pt x="359" y="514"/>
                  </a:lnTo>
                  <a:lnTo>
                    <a:pt x="343" y="504"/>
                  </a:lnTo>
                  <a:lnTo>
                    <a:pt x="341" y="503"/>
                  </a:lnTo>
                  <a:lnTo>
                    <a:pt x="340" y="503"/>
                  </a:lnTo>
                  <a:lnTo>
                    <a:pt x="339" y="502"/>
                  </a:lnTo>
                  <a:lnTo>
                    <a:pt x="333" y="501"/>
                  </a:lnTo>
                  <a:lnTo>
                    <a:pt x="329" y="500"/>
                  </a:lnTo>
                  <a:lnTo>
                    <a:pt x="325" y="498"/>
                  </a:lnTo>
                  <a:lnTo>
                    <a:pt x="316" y="494"/>
                  </a:lnTo>
                  <a:lnTo>
                    <a:pt x="311" y="491"/>
                  </a:lnTo>
                  <a:lnTo>
                    <a:pt x="292" y="481"/>
                  </a:lnTo>
                  <a:lnTo>
                    <a:pt x="274" y="469"/>
                  </a:lnTo>
                  <a:lnTo>
                    <a:pt x="272" y="468"/>
                  </a:lnTo>
                  <a:lnTo>
                    <a:pt x="270" y="466"/>
                  </a:lnTo>
                  <a:lnTo>
                    <a:pt x="268" y="464"/>
                  </a:lnTo>
                  <a:lnTo>
                    <a:pt x="251" y="453"/>
                  </a:lnTo>
                  <a:lnTo>
                    <a:pt x="247" y="451"/>
                  </a:lnTo>
                  <a:lnTo>
                    <a:pt x="246" y="451"/>
                  </a:lnTo>
                  <a:lnTo>
                    <a:pt x="243" y="449"/>
                  </a:lnTo>
                  <a:lnTo>
                    <a:pt x="241" y="448"/>
                  </a:lnTo>
                  <a:lnTo>
                    <a:pt x="236" y="443"/>
                  </a:lnTo>
                  <a:lnTo>
                    <a:pt x="233" y="440"/>
                  </a:lnTo>
                  <a:lnTo>
                    <a:pt x="233" y="439"/>
                  </a:lnTo>
                  <a:lnTo>
                    <a:pt x="231" y="438"/>
                  </a:lnTo>
                  <a:lnTo>
                    <a:pt x="223" y="433"/>
                  </a:lnTo>
                  <a:lnTo>
                    <a:pt x="220" y="432"/>
                  </a:lnTo>
                  <a:lnTo>
                    <a:pt x="218" y="431"/>
                  </a:lnTo>
                  <a:lnTo>
                    <a:pt x="214" y="430"/>
                  </a:lnTo>
                  <a:lnTo>
                    <a:pt x="212" y="430"/>
                  </a:lnTo>
                  <a:lnTo>
                    <a:pt x="207" y="429"/>
                  </a:lnTo>
                  <a:lnTo>
                    <a:pt x="204" y="429"/>
                  </a:lnTo>
                  <a:lnTo>
                    <a:pt x="201" y="429"/>
                  </a:lnTo>
                  <a:lnTo>
                    <a:pt x="199" y="430"/>
                  </a:lnTo>
                  <a:lnTo>
                    <a:pt x="193" y="431"/>
                  </a:lnTo>
                  <a:lnTo>
                    <a:pt x="190" y="432"/>
                  </a:lnTo>
                  <a:lnTo>
                    <a:pt x="180" y="436"/>
                  </a:lnTo>
                  <a:lnTo>
                    <a:pt x="179" y="436"/>
                  </a:lnTo>
                  <a:lnTo>
                    <a:pt x="177" y="437"/>
                  </a:lnTo>
                  <a:lnTo>
                    <a:pt x="175" y="439"/>
                  </a:lnTo>
                  <a:lnTo>
                    <a:pt x="149" y="457"/>
                  </a:lnTo>
                  <a:lnTo>
                    <a:pt x="145" y="461"/>
                  </a:lnTo>
                  <a:lnTo>
                    <a:pt x="142" y="463"/>
                  </a:lnTo>
                  <a:lnTo>
                    <a:pt x="139" y="466"/>
                  </a:lnTo>
                  <a:lnTo>
                    <a:pt x="138" y="467"/>
                  </a:lnTo>
                  <a:lnTo>
                    <a:pt x="135" y="471"/>
                  </a:lnTo>
                  <a:lnTo>
                    <a:pt x="125" y="471"/>
                  </a:lnTo>
                  <a:lnTo>
                    <a:pt x="122" y="458"/>
                  </a:lnTo>
                  <a:lnTo>
                    <a:pt x="122" y="457"/>
                  </a:lnTo>
                  <a:lnTo>
                    <a:pt x="120" y="455"/>
                  </a:lnTo>
                  <a:lnTo>
                    <a:pt x="119" y="453"/>
                  </a:lnTo>
                  <a:lnTo>
                    <a:pt x="107" y="440"/>
                  </a:lnTo>
                  <a:lnTo>
                    <a:pt x="107" y="439"/>
                  </a:lnTo>
                  <a:lnTo>
                    <a:pt x="105" y="438"/>
                  </a:lnTo>
                  <a:lnTo>
                    <a:pt x="103" y="436"/>
                  </a:lnTo>
                  <a:lnTo>
                    <a:pt x="102" y="436"/>
                  </a:lnTo>
                  <a:lnTo>
                    <a:pt x="100" y="435"/>
                  </a:lnTo>
                  <a:lnTo>
                    <a:pt x="98" y="435"/>
                  </a:lnTo>
                  <a:lnTo>
                    <a:pt x="81" y="434"/>
                  </a:lnTo>
                  <a:lnTo>
                    <a:pt x="79" y="435"/>
                  </a:lnTo>
                  <a:lnTo>
                    <a:pt x="77" y="435"/>
                  </a:lnTo>
                  <a:lnTo>
                    <a:pt x="75" y="436"/>
                  </a:lnTo>
                  <a:lnTo>
                    <a:pt x="71" y="440"/>
                  </a:lnTo>
                  <a:lnTo>
                    <a:pt x="69" y="443"/>
                  </a:lnTo>
                  <a:lnTo>
                    <a:pt x="67" y="446"/>
                  </a:lnTo>
                  <a:lnTo>
                    <a:pt x="63" y="451"/>
                  </a:lnTo>
                  <a:lnTo>
                    <a:pt x="62" y="453"/>
                  </a:lnTo>
                  <a:lnTo>
                    <a:pt x="61" y="454"/>
                  </a:lnTo>
                  <a:lnTo>
                    <a:pt x="57" y="463"/>
                  </a:lnTo>
                  <a:lnTo>
                    <a:pt x="57" y="464"/>
                  </a:lnTo>
                  <a:lnTo>
                    <a:pt x="56" y="469"/>
                  </a:lnTo>
                  <a:lnTo>
                    <a:pt x="55" y="473"/>
                  </a:lnTo>
                  <a:lnTo>
                    <a:pt x="55" y="479"/>
                  </a:lnTo>
                  <a:lnTo>
                    <a:pt x="55" y="480"/>
                  </a:lnTo>
                  <a:lnTo>
                    <a:pt x="56" y="482"/>
                  </a:lnTo>
                  <a:lnTo>
                    <a:pt x="57" y="484"/>
                  </a:lnTo>
                  <a:lnTo>
                    <a:pt x="58" y="484"/>
                  </a:lnTo>
                  <a:lnTo>
                    <a:pt x="58" y="485"/>
                  </a:lnTo>
                  <a:lnTo>
                    <a:pt x="60" y="486"/>
                  </a:lnTo>
                  <a:lnTo>
                    <a:pt x="61" y="486"/>
                  </a:lnTo>
                  <a:lnTo>
                    <a:pt x="64" y="487"/>
                  </a:lnTo>
                  <a:lnTo>
                    <a:pt x="66" y="488"/>
                  </a:lnTo>
                  <a:lnTo>
                    <a:pt x="71" y="491"/>
                  </a:lnTo>
                  <a:lnTo>
                    <a:pt x="76" y="495"/>
                  </a:lnTo>
                  <a:lnTo>
                    <a:pt x="77" y="497"/>
                  </a:lnTo>
                  <a:lnTo>
                    <a:pt x="78" y="498"/>
                  </a:lnTo>
                  <a:lnTo>
                    <a:pt x="78" y="499"/>
                  </a:lnTo>
                  <a:lnTo>
                    <a:pt x="82" y="503"/>
                  </a:lnTo>
                  <a:lnTo>
                    <a:pt x="83" y="503"/>
                  </a:lnTo>
                  <a:lnTo>
                    <a:pt x="84" y="503"/>
                  </a:lnTo>
                  <a:lnTo>
                    <a:pt x="87" y="504"/>
                  </a:lnTo>
                  <a:lnTo>
                    <a:pt x="88" y="504"/>
                  </a:lnTo>
                  <a:lnTo>
                    <a:pt x="98" y="502"/>
                  </a:lnTo>
                  <a:lnTo>
                    <a:pt x="99" y="501"/>
                  </a:lnTo>
                  <a:lnTo>
                    <a:pt x="100" y="501"/>
                  </a:lnTo>
                  <a:lnTo>
                    <a:pt x="100" y="500"/>
                  </a:lnTo>
                  <a:lnTo>
                    <a:pt x="101" y="500"/>
                  </a:lnTo>
                  <a:lnTo>
                    <a:pt x="103" y="500"/>
                  </a:lnTo>
                  <a:lnTo>
                    <a:pt x="104" y="501"/>
                  </a:lnTo>
                  <a:lnTo>
                    <a:pt x="106" y="503"/>
                  </a:lnTo>
                  <a:lnTo>
                    <a:pt x="108" y="505"/>
                  </a:lnTo>
                  <a:lnTo>
                    <a:pt x="110" y="509"/>
                  </a:lnTo>
                  <a:lnTo>
                    <a:pt x="112" y="512"/>
                  </a:lnTo>
                  <a:lnTo>
                    <a:pt x="117" y="517"/>
                  </a:lnTo>
                  <a:lnTo>
                    <a:pt x="129" y="531"/>
                  </a:lnTo>
                  <a:lnTo>
                    <a:pt x="130" y="532"/>
                  </a:lnTo>
                  <a:lnTo>
                    <a:pt x="131" y="533"/>
                  </a:lnTo>
                  <a:lnTo>
                    <a:pt x="132" y="534"/>
                  </a:lnTo>
                  <a:lnTo>
                    <a:pt x="134" y="535"/>
                  </a:lnTo>
                  <a:lnTo>
                    <a:pt x="137" y="536"/>
                  </a:lnTo>
                  <a:lnTo>
                    <a:pt x="140" y="536"/>
                  </a:lnTo>
                  <a:lnTo>
                    <a:pt x="143" y="537"/>
                  </a:lnTo>
                  <a:lnTo>
                    <a:pt x="147" y="540"/>
                  </a:lnTo>
                  <a:lnTo>
                    <a:pt x="148" y="541"/>
                  </a:lnTo>
                  <a:lnTo>
                    <a:pt x="154" y="547"/>
                  </a:lnTo>
                  <a:lnTo>
                    <a:pt x="154" y="548"/>
                  </a:lnTo>
                  <a:lnTo>
                    <a:pt x="154" y="549"/>
                  </a:lnTo>
                  <a:lnTo>
                    <a:pt x="153" y="549"/>
                  </a:lnTo>
                  <a:lnTo>
                    <a:pt x="137" y="559"/>
                  </a:lnTo>
                  <a:lnTo>
                    <a:pt x="134" y="561"/>
                  </a:lnTo>
                  <a:lnTo>
                    <a:pt x="131" y="561"/>
                  </a:lnTo>
                  <a:lnTo>
                    <a:pt x="130" y="561"/>
                  </a:lnTo>
                  <a:lnTo>
                    <a:pt x="103" y="547"/>
                  </a:lnTo>
                  <a:lnTo>
                    <a:pt x="102" y="545"/>
                  </a:lnTo>
                  <a:lnTo>
                    <a:pt x="101" y="545"/>
                  </a:lnTo>
                  <a:lnTo>
                    <a:pt x="100" y="544"/>
                  </a:lnTo>
                  <a:lnTo>
                    <a:pt x="99" y="544"/>
                  </a:lnTo>
                  <a:lnTo>
                    <a:pt x="97" y="544"/>
                  </a:lnTo>
                  <a:lnTo>
                    <a:pt x="96" y="544"/>
                  </a:lnTo>
                  <a:lnTo>
                    <a:pt x="95" y="545"/>
                  </a:lnTo>
                  <a:lnTo>
                    <a:pt x="94" y="546"/>
                  </a:lnTo>
                  <a:lnTo>
                    <a:pt x="92" y="547"/>
                  </a:lnTo>
                  <a:lnTo>
                    <a:pt x="92" y="549"/>
                  </a:lnTo>
                  <a:lnTo>
                    <a:pt x="92" y="550"/>
                  </a:lnTo>
                  <a:lnTo>
                    <a:pt x="91" y="553"/>
                  </a:lnTo>
                  <a:lnTo>
                    <a:pt x="90" y="556"/>
                  </a:lnTo>
                  <a:lnTo>
                    <a:pt x="90" y="557"/>
                  </a:lnTo>
                  <a:lnTo>
                    <a:pt x="90" y="558"/>
                  </a:lnTo>
                  <a:lnTo>
                    <a:pt x="89" y="558"/>
                  </a:lnTo>
                  <a:lnTo>
                    <a:pt x="82" y="562"/>
                  </a:lnTo>
                  <a:lnTo>
                    <a:pt x="81" y="563"/>
                  </a:lnTo>
                  <a:lnTo>
                    <a:pt x="75" y="564"/>
                  </a:lnTo>
                  <a:lnTo>
                    <a:pt x="74" y="565"/>
                  </a:lnTo>
                  <a:lnTo>
                    <a:pt x="73" y="565"/>
                  </a:lnTo>
                  <a:lnTo>
                    <a:pt x="72" y="568"/>
                  </a:lnTo>
                  <a:lnTo>
                    <a:pt x="72" y="569"/>
                  </a:lnTo>
                  <a:lnTo>
                    <a:pt x="72" y="571"/>
                  </a:lnTo>
                  <a:lnTo>
                    <a:pt x="72" y="576"/>
                  </a:lnTo>
                  <a:lnTo>
                    <a:pt x="72" y="579"/>
                  </a:lnTo>
                  <a:lnTo>
                    <a:pt x="72" y="582"/>
                  </a:lnTo>
                  <a:lnTo>
                    <a:pt x="73" y="583"/>
                  </a:lnTo>
                  <a:lnTo>
                    <a:pt x="73" y="584"/>
                  </a:lnTo>
                  <a:lnTo>
                    <a:pt x="73" y="585"/>
                  </a:lnTo>
                  <a:lnTo>
                    <a:pt x="73" y="586"/>
                  </a:lnTo>
                  <a:lnTo>
                    <a:pt x="70" y="589"/>
                  </a:lnTo>
                  <a:lnTo>
                    <a:pt x="69" y="589"/>
                  </a:lnTo>
                  <a:lnTo>
                    <a:pt x="56" y="593"/>
                  </a:lnTo>
                  <a:lnTo>
                    <a:pt x="55" y="593"/>
                  </a:lnTo>
                  <a:lnTo>
                    <a:pt x="53" y="594"/>
                  </a:lnTo>
                  <a:lnTo>
                    <a:pt x="52" y="595"/>
                  </a:lnTo>
                  <a:lnTo>
                    <a:pt x="52" y="597"/>
                  </a:lnTo>
                  <a:lnTo>
                    <a:pt x="49" y="601"/>
                  </a:lnTo>
                  <a:lnTo>
                    <a:pt x="49" y="602"/>
                  </a:lnTo>
                  <a:lnTo>
                    <a:pt x="49" y="603"/>
                  </a:lnTo>
                  <a:lnTo>
                    <a:pt x="48" y="604"/>
                  </a:lnTo>
                  <a:lnTo>
                    <a:pt x="47" y="605"/>
                  </a:lnTo>
                  <a:lnTo>
                    <a:pt x="47" y="606"/>
                  </a:lnTo>
                  <a:lnTo>
                    <a:pt x="46" y="606"/>
                  </a:lnTo>
                  <a:lnTo>
                    <a:pt x="34" y="603"/>
                  </a:lnTo>
                  <a:lnTo>
                    <a:pt x="33" y="602"/>
                  </a:lnTo>
                  <a:lnTo>
                    <a:pt x="31" y="601"/>
                  </a:lnTo>
                  <a:lnTo>
                    <a:pt x="29" y="599"/>
                  </a:lnTo>
                  <a:lnTo>
                    <a:pt x="28" y="597"/>
                  </a:lnTo>
                  <a:lnTo>
                    <a:pt x="24" y="585"/>
                  </a:lnTo>
                  <a:lnTo>
                    <a:pt x="23" y="583"/>
                  </a:lnTo>
                  <a:lnTo>
                    <a:pt x="23" y="580"/>
                  </a:lnTo>
                  <a:lnTo>
                    <a:pt x="23" y="579"/>
                  </a:lnTo>
                  <a:lnTo>
                    <a:pt x="23" y="577"/>
                  </a:lnTo>
                  <a:lnTo>
                    <a:pt x="26" y="566"/>
                  </a:lnTo>
                  <a:lnTo>
                    <a:pt x="27" y="563"/>
                  </a:lnTo>
                  <a:lnTo>
                    <a:pt x="28" y="562"/>
                  </a:lnTo>
                  <a:lnTo>
                    <a:pt x="33" y="554"/>
                  </a:lnTo>
                  <a:lnTo>
                    <a:pt x="38" y="547"/>
                  </a:lnTo>
                  <a:lnTo>
                    <a:pt x="39" y="546"/>
                  </a:lnTo>
                  <a:lnTo>
                    <a:pt x="39" y="545"/>
                  </a:lnTo>
                  <a:lnTo>
                    <a:pt x="39" y="544"/>
                  </a:lnTo>
                  <a:lnTo>
                    <a:pt x="41" y="534"/>
                  </a:lnTo>
                  <a:lnTo>
                    <a:pt x="41" y="531"/>
                  </a:lnTo>
                  <a:lnTo>
                    <a:pt x="41" y="530"/>
                  </a:lnTo>
                  <a:lnTo>
                    <a:pt x="40" y="521"/>
                  </a:lnTo>
                  <a:lnTo>
                    <a:pt x="32" y="507"/>
                  </a:lnTo>
                  <a:lnTo>
                    <a:pt x="31" y="506"/>
                  </a:lnTo>
                  <a:lnTo>
                    <a:pt x="29" y="505"/>
                  </a:lnTo>
                  <a:lnTo>
                    <a:pt x="27" y="503"/>
                  </a:lnTo>
                  <a:lnTo>
                    <a:pt x="24" y="502"/>
                  </a:lnTo>
                  <a:lnTo>
                    <a:pt x="19" y="500"/>
                  </a:lnTo>
                  <a:lnTo>
                    <a:pt x="18" y="500"/>
                  </a:lnTo>
                  <a:lnTo>
                    <a:pt x="16" y="498"/>
                  </a:lnTo>
                  <a:lnTo>
                    <a:pt x="4" y="487"/>
                  </a:lnTo>
                  <a:lnTo>
                    <a:pt x="3" y="485"/>
                  </a:lnTo>
                  <a:lnTo>
                    <a:pt x="2" y="484"/>
                  </a:lnTo>
                  <a:lnTo>
                    <a:pt x="2" y="483"/>
                  </a:lnTo>
                  <a:lnTo>
                    <a:pt x="2" y="482"/>
                  </a:lnTo>
                  <a:lnTo>
                    <a:pt x="0" y="476"/>
                  </a:lnTo>
                  <a:lnTo>
                    <a:pt x="0" y="474"/>
                  </a:lnTo>
                  <a:lnTo>
                    <a:pt x="0" y="473"/>
                  </a:lnTo>
                  <a:lnTo>
                    <a:pt x="1" y="471"/>
                  </a:lnTo>
                  <a:lnTo>
                    <a:pt x="2" y="468"/>
                  </a:lnTo>
                  <a:lnTo>
                    <a:pt x="4" y="465"/>
                  </a:lnTo>
                  <a:lnTo>
                    <a:pt x="6" y="462"/>
                  </a:lnTo>
                  <a:lnTo>
                    <a:pt x="6" y="461"/>
                  </a:lnTo>
                  <a:lnTo>
                    <a:pt x="7" y="460"/>
                  </a:lnTo>
                  <a:lnTo>
                    <a:pt x="8" y="454"/>
                  </a:lnTo>
                  <a:lnTo>
                    <a:pt x="9" y="451"/>
                  </a:lnTo>
                  <a:lnTo>
                    <a:pt x="9" y="448"/>
                  </a:lnTo>
                  <a:lnTo>
                    <a:pt x="9" y="446"/>
                  </a:lnTo>
                  <a:lnTo>
                    <a:pt x="9" y="444"/>
                  </a:lnTo>
                  <a:lnTo>
                    <a:pt x="9" y="442"/>
                  </a:lnTo>
                  <a:lnTo>
                    <a:pt x="8" y="439"/>
                  </a:lnTo>
                  <a:lnTo>
                    <a:pt x="7" y="436"/>
                  </a:lnTo>
                  <a:lnTo>
                    <a:pt x="7" y="434"/>
                  </a:lnTo>
                  <a:lnTo>
                    <a:pt x="7" y="432"/>
                  </a:lnTo>
                  <a:lnTo>
                    <a:pt x="8" y="429"/>
                  </a:lnTo>
                  <a:lnTo>
                    <a:pt x="8" y="428"/>
                  </a:lnTo>
                  <a:lnTo>
                    <a:pt x="10" y="425"/>
                  </a:lnTo>
                  <a:lnTo>
                    <a:pt x="11" y="424"/>
                  </a:lnTo>
                  <a:lnTo>
                    <a:pt x="11" y="423"/>
                  </a:lnTo>
                  <a:lnTo>
                    <a:pt x="13" y="421"/>
                  </a:lnTo>
                  <a:lnTo>
                    <a:pt x="15" y="421"/>
                  </a:lnTo>
                  <a:lnTo>
                    <a:pt x="16" y="420"/>
                  </a:lnTo>
                  <a:lnTo>
                    <a:pt x="17" y="420"/>
                  </a:lnTo>
                  <a:lnTo>
                    <a:pt x="21" y="420"/>
                  </a:lnTo>
                  <a:lnTo>
                    <a:pt x="24" y="420"/>
                  </a:lnTo>
                  <a:lnTo>
                    <a:pt x="28" y="420"/>
                  </a:lnTo>
                  <a:lnTo>
                    <a:pt x="30" y="420"/>
                  </a:lnTo>
                  <a:lnTo>
                    <a:pt x="40" y="410"/>
                  </a:lnTo>
                  <a:lnTo>
                    <a:pt x="41" y="409"/>
                  </a:lnTo>
                  <a:lnTo>
                    <a:pt x="49" y="402"/>
                  </a:lnTo>
                  <a:lnTo>
                    <a:pt x="58" y="401"/>
                  </a:lnTo>
                  <a:lnTo>
                    <a:pt x="60" y="398"/>
                  </a:lnTo>
                  <a:lnTo>
                    <a:pt x="65" y="389"/>
                  </a:lnTo>
                  <a:lnTo>
                    <a:pt x="66" y="389"/>
                  </a:lnTo>
                  <a:lnTo>
                    <a:pt x="69" y="385"/>
                  </a:lnTo>
                  <a:lnTo>
                    <a:pt x="74" y="380"/>
                  </a:lnTo>
                  <a:lnTo>
                    <a:pt x="75" y="379"/>
                  </a:lnTo>
                  <a:lnTo>
                    <a:pt x="80" y="375"/>
                  </a:lnTo>
                  <a:lnTo>
                    <a:pt x="81" y="374"/>
                  </a:lnTo>
                  <a:lnTo>
                    <a:pt x="82" y="373"/>
                  </a:lnTo>
                  <a:lnTo>
                    <a:pt x="82" y="372"/>
                  </a:lnTo>
                  <a:lnTo>
                    <a:pt x="82" y="371"/>
                  </a:lnTo>
                  <a:lnTo>
                    <a:pt x="77" y="361"/>
                  </a:lnTo>
                  <a:lnTo>
                    <a:pt x="71" y="351"/>
                  </a:lnTo>
                  <a:lnTo>
                    <a:pt x="67" y="348"/>
                  </a:lnTo>
                  <a:lnTo>
                    <a:pt x="65" y="347"/>
                  </a:lnTo>
                  <a:lnTo>
                    <a:pt x="64" y="347"/>
                  </a:lnTo>
                  <a:lnTo>
                    <a:pt x="62" y="345"/>
                  </a:lnTo>
                  <a:lnTo>
                    <a:pt x="60" y="340"/>
                  </a:lnTo>
                  <a:lnTo>
                    <a:pt x="60" y="338"/>
                  </a:lnTo>
                  <a:lnTo>
                    <a:pt x="60" y="337"/>
                  </a:lnTo>
                  <a:lnTo>
                    <a:pt x="63" y="327"/>
                  </a:lnTo>
                  <a:lnTo>
                    <a:pt x="64" y="326"/>
                  </a:lnTo>
                  <a:lnTo>
                    <a:pt x="75" y="319"/>
                  </a:lnTo>
                  <a:lnTo>
                    <a:pt x="77" y="319"/>
                  </a:lnTo>
                  <a:lnTo>
                    <a:pt x="78" y="319"/>
                  </a:lnTo>
                  <a:lnTo>
                    <a:pt x="80" y="320"/>
                  </a:lnTo>
                  <a:lnTo>
                    <a:pt x="95" y="332"/>
                  </a:lnTo>
                  <a:lnTo>
                    <a:pt x="109" y="343"/>
                  </a:lnTo>
                  <a:lnTo>
                    <a:pt x="111" y="345"/>
                  </a:lnTo>
                  <a:lnTo>
                    <a:pt x="112" y="345"/>
                  </a:lnTo>
                  <a:lnTo>
                    <a:pt x="135" y="347"/>
                  </a:lnTo>
                  <a:lnTo>
                    <a:pt x="148" y="352"/>
                  </a:lnTo>
                  <a:lnTo>
                    <a:pt x="150" y="352"/>
                  </a:lnTo>
                  <a:lnTo>
                    <a:pt x="151" y="353"/>
                  </a:lnTo>
                  <a:lnTo>
                    <a:pt x="153" y="352"/>
                  </a:lnTo>
                  <a:lnTo>
                    <a:pt x="155" y="352"/>
                  </a:lnTo>
                  <a:lnTo>
                    <a:pt x="156" y="351"/>
                  </a:lnTo>
                  <a:lnTo>
                    <a:pt x="158" y="350"/>
                  </a:lnTo>
                  <a:lnTo>
                    <a:pt x="160" y="349"/>
                  </a:lnTo>
                  <a:lnTo>
                    <a:pt x="162" y="347"/>
                  </a:lnTo>
                  <a:lnTo>
                    <a:pt x="164" y="345"/>
                  </a:lnTo>
                  <a:lnTo>
                    <a:pt x="170" y="339"/>
                  </a:lnTo>
                  <a:lnTo>
                    <a:pt x="172" y="336"/>
                  </a:lnTo>
                  <a:lnTo>
                    <a:pt x="174" y="333"/>
                  </a:lnTo>
                  <a:lnTo>
                    <a:pt x="176" y="330"/>
                  </a:lnTo>
                  <a:lnTo>
                    <a:pt x="177" y="328"/>
                  </a:lnTo>
                  <a:lnTo>
                    <a:pt x="178" y="326"/>
                  </a:lnTo>
                  <a:lnTo>
                    <a:pt x="179" y="323"/>
                  </a:lnTo>
                  <a:lnTo>
                    <a:pt x="180" y="319"/>
                  </a:lnTo>
                  <a:lnTo>
                    <a:pt x="180" y="317"/>
                  </a:lnTo>
                  <a:lnTo>
                    <a:pt x="180" y="315"/>
                  </a:lnTo>
                  <a:lnTo>
                    <a:pt x="179" y="312"/>
                  </a:lnTo>
                  <a:lnTo>
                    <a:pt x="174" y="289"/>
                  </a:lnTo>
                  <a:lnTo>
                    <a:pt x="169" y="270"/>
                  </a:lnTo>
                  <a:lnTo>
                    <a:pt x="169" y="268"/>
                  </a:lnTo>
                  <a:lnTo>
                    <a:pt x="169" y="267"/>
                  </a:lnTo>
                  <a:lnTo>
                    <a:pt x="173" y="257"/>
                  </a:lnTo>
                  <a:lnTo>
                    <a:pt x="174" y="256"/>
                  </a:lnTo>
                  <a:lnTo>
                    <a:pt x="177" y="254"/>
                  </a:lnTo>
                  <a:lnTo>
                    <a:pt x="179" y="253"/>
                  </a:lnTo>
                  <a:lnTo>
                    <a:pt x="182" y="251"/>
                  </a:lnTo>
                  <a:lnTo>
                    <a:pt x="183" y="251"/>
                  </a:lnTo>
                  <a:lnTo>
                    <a:pt x="185" y="251"/>
                  </a:lnTo>
                  <a:lnTo>
                    <a:pt x="187" y="250"/>
                  </a:lnTo>
                  <a:lnTo>
                    <a:pt x="192" y="247"/>
                  </a:lnTo>
                  <a:lnTo>
                    <a:pt x="193" y="246"/>
                  </a:lnTo>
                  <a:lnTo>
                    <a:pt x="194" y="246"/>
                  </a:lnTo>
                  <a:lnTo>
                    <a:pt x="197" y="243"/>
                  </a:lnTo>
                  <a:lnTo>
                    <a:pt x="199" y="240"/>
                  </a:lnTo>
                  <a:lnTo>
                    <a:pt x="200" y="238"/>
                  </a:lnTo>
                  <a:lnTo>
                    <a:pt x="202" y="233"/>
                  </a:lnTo>
                  <a:lnTo>
                    <a:pt x="202" y="23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7" name="Freeform 38"/>
            <p:cNvSpPr>
              <a:spLocks/>
            </p:cNvSpPr>
            <p:nvPr/>
          </p:nvSpPr>
          <p:spPr bwMode="gray">
            <a:xfrm>
              <a:off x="3552" y="1020"/>
              <a:ext cx="22" cy="23"/>
            </a:xfrm>
            <a:custGeom>
              <a:avLst/>
              <a:gdLst>
                <a:gd name="T0" fmla="*/ 5 w 22"/>
                <a:gd name="T1" fmla="*/ 1 h 23"/>
                <a:gd name="T2" fmla="*/ 7 w 22"/>
                <a:gd name="T3" fmla="*/ 0 h 23"/>
                <a:gd name="T4" fmla="*/ 7 w 22"/>
                <a:gd name="T5" fmla="*/ 0 h 23"/>
                <a:gd name="T6" fmla="*/ 8 w 22"/>
                <a:gd name="T7" fmla="*/ 0 h 23"/>
                <a:gd name="T8" fmla="*/ 9 w 22"/>
                <a:gd name="T9" fmla="*/ 0 h 23"/>
                <a:gd name="T10" fmla="*/ 15 w 22"/>
                <a:gd name="T11" fmla="*/ 5 h 23"/>
                <a:gd name="T12" fmla="*/ 16 w 22"/>
                <a:gd name="T13" fmla="*/ 6 h 23"/>
                <a:gd name="T14" fmla="*/ 19 w 22"/>
                <a:gd name="T15" fmla="*/ 9 h 23"/>
                <a:gd name="T16" fmla="*/ 20 w 22"/>
                <a:gd name="T17" fmla="*/ 11 h 23"/>
                <a:gd name="T18" fmla="*/ 21 w 22"/>
                <a:gd name="T19" fmla="*/ 12 h 23"/>
                <a:gd name="T20" fmla="*/ 22 w 22"/>
                <a:gd name="T21" fmla="*/ 13 h 23"/>
                <a:gd name="T22" fmla="*/ 22 w 22"/>
                <a:gd name="T23" fmla="*/ 14 h 23"/>
                <a:gd name="T24" fmla="*/ 22 w 22"/>
                <a:gd name="T25" fmla="*/ 15 h 23"/>
                <a:gd name="T26" fmla="*/ 21 w 22"/>
                <a:gd name="T27" fmla="*/ 16 h 23"/>
                <a:gd name="T28" fmla="*/ 19 w 22"/>
                <a:gd name="T29" fmla="*/ 19 h 23"/>
                <a:gd name="T30" fmla="*/ 16 w 22"/>
                <a:gd name="T31" fmla="*/ 22 h 23"/>
                <a:gd name="T32" fmla="*/ 16 w 22"/>
                <a:gd name="T33" fmla="*/ 22 h 23"/>
                <a:gd name="T34" fmla="*/ 14 w 22"/>
                <a:gd name="T35" fmla="*/ 23 h 23"/>
                <a:gd name="T36" fmla="*/ 12 w 22"/>
                <a:gd name="T37" fmla="*/ 23 h 23"/>
                <a:gd name="T38" fmla="*/ 11 w 22"/>
                <a:gd name="T39" fmla="*/ 23 h 23"/>
                <a:gd name="T40" fmla="*/ 9 w 22"/>
                <a:gd name="T41" fmla="*/ 22 h 23"/>
                <a:gd name="T42" fmla="*/ 4 w 22"/>
                <a:gd name="T43" fmla="*/ 18 h 23"/>
                <a:gd name="T44" fmla="*/ 2 w 22"/>
                <a:gd name="T45" fmla="*/ 17 h 23"/>
                <a:gd name="T46" fmla="*/ 0 w 22"/>
                <a:gd name="T47" fmla="*/ 15 h 23"/>
                <a:gd name="T48" fmla="*/ 0 w 22"/>
                <a:gd name="T49" fmla="*/ 14 h 23"/>
                <a:gd name="T50" fmla="*/ 0 w 22"/>
                <a:gd name="T51" fmla="*/ 12 h 23"/>
                <a:gd name="T52" fmla="*/ 0 w 22"/>
                <a:gd name="T53" fmla="*/ 6 h 23"/>
                <a:gd name="T54" fmla="*/ 0 w 22"/>
                <a:gd name="T55" fmla="*/ 5 h 23"/>
                <a:gd name="T56" fmla="*/ 3 w 22"/>
                <a:gd name="T57" fmla="*/ 2 h 23"/>
                <a:gd name="T58" fmla="*/ 4 w 22"/>
                <a:gd name="T59" fmla="*/ 1 h 23"/>
                <a:gd name="T60" fmla="*/ 5 w 22"/>
                <a:gd name="T61" fmla="*/ 1 h 23"/>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22"/>
                <a:gd name="T94" fmla="*/ 0 h 23"/>
                <a:gd name="T95" fmla="*/ 22 w 22"/>
                <a:gd name="T96" fmla="*/ 23 h 23"/>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22" h="23">
                  <a:moveTo>
                    <a:pt x="5" y="1"/>
                  </a:moveTo>
                  <a:lnTo>
                    <a:pt x="7" y="0"/>
                  </a:lnTo>
                  <a:lnTo>
                    <a:pt x="8" y="0"/>
                  </a:lnTo>
                  <a:lnTo>
                    <a:pt x="9" y="0"/>
                  </a:lnTo>
                  <a:lnTo>
                    <a:pt x="15" y="5"/>
                  </a:lnTo>
                  <a:lnTo>
                    <a:pt x="16" y="6"/>
                  </a:lnTo>
                  <a:lnTo>
                    <a:pt x="19" y="9"/>
                  </a:lnTo>
                  <a:lnTo>
                    <a:pt x="20" y="11"/>
                  </a:lnTo>
                  <a:lnTo>
                    <a:pt x="21" y="12"/>
                  </a:lnTo>
                  <a:lnTo>
                    <a:pt x="22" y="13"/>
                  </a:lnTo>
                  <a:lnTo>
                    <a:pt x="22" y="14"/>
                  </a:lnTo>
                  <a:lnTo>
                    <a:pt x="22" y="15"/>
                  </a:lnTo>
                  <a:lnTo>
                    <a:pt x="21" y="16"/>
                  </a:lnTo>
                  <a:lnTo>
                    <a:pt x="19" y="19"/>
                  </a:lnTo>
                  <a:lnTo>
                    <a:pt x="16" y="22"/>
                  </a:lnTo>
                  <a:lnTo>
                    <a:pt x="14" y="23"/>
                  </a:lnTo>
                  <a:lnTo>
                    <a:pt x="12" y="23"/>
                  </a:lnTo>
                  <a:lnTo>
                    <a:pt x="11" y="23"/>
                  </a:lnTo>
                  <a:lnTo>
                    <a:pt x="9" y="22"/>
                  </a:lnTo>
                  <a:lnTo>
                    <a:pt x="4" y="18"/>
                  </a:lnTo>
                  <a:lnTo>
                    <a:pt x="2" y="17"/>
                  </a:lnTo>
                  <a:lnTo>
                    <a:pt x="0" y="15"/>
                  </a:lnTo>
                  <a:lnTo>
                    <a:pt x="0" y="14"/>
                  </a:lnTo>
                  <a:lnTo>
                    <a:pt x="0" y="12"/>
                  </a:lnTo>
                  <a:lnTo>
                    <a:pt x="0" y="6"/>
                  </a:lnTo>
                  <a:lnTo>
                    <a:pt x="0" y="5"/>
                  </a:lnTo>
                  <a:lnTo>
                    <a:pt x="3" y="2"/>
                  </a:lnTo>
                  <a:lnTo>
                    <a:pt x="4" y="1"/>
                  </a:lnTo>
                  <a:lnTo>
                    <a:pt x="5"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8" name="Freeform 39"/>
            <p:cNvSpPr>
              <a:spLocks noEditPoints="1"/>
            </p:cNvSpPr>
            <p:nvPr/>
          </p:nvSpPr>
          <p:spPr bwMode="gray">
            <a:xfrm>
              <a:off x="2812" y="2365"/>
              <a:ext cx="287" cy="302"/>
            </a:xfrm>
            <a:custGeom>
              <a:avLst/>
              <a:gdLst>
                <a:gd name="T0" fmla="*/ 45 w 287"/>
                <a:gd name="T1" fmla="*/ 200 h 302"/>
                <a:gd name="T2" fmla="*/ 46 w 287"/>
                <a:gd name="T3" fmla="*/ 191 h 302"/>
                <a:gd name="T4" fmla="*/ 82 w 287"/>
                <a:gd name="T5" fmla="*/ 154 h 302"/>
                <a:gd name="T6" fmla="*/ 84 w 287"/>
                <a:gd name="T7" fmla="*/ 158 h 302"/>
                <a:gd name="T8" fmla="*/ 71 w 287"/>
                <a:gd name="T9" fmla="*/ 177 h 302"/>
                <a:gd name="T10" fmla="*/ 74 w 287"/>
                <a:gd name="T11" fmla="*/ 192 h 302"/>
                <a:gd name="T12" fmla="*/ 75 w 287"/>
                <a:gd name="T13" fmla="*/ 197 h 302"/>
                <a:gd name="T14" fmla="*/ 15 w 287"/>
                <a:gd name="T15" fmla="*/ 21 h 302"/>
                <a:gd name="T16" fmla="*/ 60 w 287"/>
                <a:gd name="T17" fmla="*/ 15 h 302"/>
                <a:gd name="T18" fmla="*/ 72 w 287"/>
                <a:gd name="T19" fmla="*/ 17 h 302"/>
                <a:gd name="T20" fmla="*/ 101 w 287"/>
                <a:gd name="T21" fmla="*/ 1 h 302"/>
                <a:gd name="T22" fmla="*/ 113 w 287"/>
                <a:gd name="T23" fmla="*/ 11 h 302"/>
                <a:gd name="T24" fmla="*/ 109 w 287"/>
                <a:gd name="T25" fmla="*/ 15 h 302"/>
                <a:gd name="T26" fmla="*/ 101 w 287"/>
                <a:gd name="T27" fmla="*/ 31 h 302"/>
                <a:gd name="T28" fmla="*/ 119 w 287"/>
                <a:gd name="T29" fmla="*/ 35 h 302"/>
                <a:gd name="T30" fmla="*/ 118 w 287"/>
                <a:gd name="T31" fmla="*/ 29 h 302"/>
                <a:gd name="T32" fmla="*/ 128 w 287"/>
                <a:gd name="T33" fmla="*/ 33 h 302"/>
                <a:gd name="T34" fmla="*/ 138 w 287"/>
                <a:gd name="T35" fmla="*/ 53 h 302"/>
                <a:gd name="T36" fmla="*/ 198 w 287"/>
                <a:gd name="T37" fmla="*/ 29 h 302"/>
                <a:gd name="T38" fmla="*/ 205 w 287"/>
                <a:gd name="T39" fmla="*/ 10 h 302"/>
                <a:gd name="T40" fmla="*/ 231 w 287"/>
                <a:gd name="T41" fmla="*/ 43 h 302"/>
                <a:gd name="T42" fmla="*/ 228 w 287"/>
                <a:gd name="T43" fmla="*/ 71 h 302"/>
                <a:gd name="T44" fmla="*/ 265 w 287"/>
                <a:gd name="T45" fmla="*/ 90 h 302"/>
                <a:gd name="T46" fmla="*/ 263 w 287"/>
                <a:gd name="T47" fmla="*/ 100 h 302"/>
                <a:gd name="T48" fmla="*/ 257 w 287"/>
                <a:gd name="T49" fmla="*/ 109 h 302"/>
                <a:gd name="T50" fmla="*/ 258 w 287"/>
                <a:gd name="T51" fmla="*/ 117 h 302"/>
                <a:gd name="T52" fmla="*/ 251 w 287"/>
                <a:gd name="T53" fmla="*/ 127 h 302"/>
                <a:gd name="T54" fmla="*/ 244 w 287"/>
                <a:gd name="T55" fmla="*/ 140 h 302"/>
                <a:gd name="T56" fmla="*/ 251 w 287"/>
                <a:gd name="T57" fmla="*/ 154 h 302"/>
                <a:gd name="T58" fmla="*/ 270 w 287"/>
                <a:gd name="T59" fmla="*/ 166 h 302"/>
                <a:gd name="T60" fmla="*/ 282 w 287"/>
                <a:gd name="T61" fmla="*/ 170 h 302"/>
                <a:gd name="T62" fmla="*/ 284 w 287"/>
                <a:gd name="T63" fmla="*/ 197 h 302"/>
                <a:gd name="T64" fmla="*/ 271 w 287"/>
                <a:gd name="T65" fmla="*/ 198 h 302"/>
                <a:gd name="T66" fmla="*/ 260 w 287"/>
                <a:gd name="T67" fmla="*/ 192 h 302"/>
                <a:gd name="T68" fmla="*/ 226 w 287"/>
                <a:gd name="T69" fmla="*/ 206 h 302"/>
                <a:gd name="T70" fmla="*/ 217 w 287"/>
                <a:gd name="T71" fmla="*/ 228 h 302"/>
                <a:gd name="T72" fmla="*/ 204 w 287"/>
                <a:gd name="T73" fmla="*/ 244 h 302"/>
                <a:gd name="T74" fmla="*/ 195 w 287"/>
                <a:gd name="T75" fmla="*/ 255 h 302"/>
                <a:gd name="T76" fmla="*/ 188 w 287"/>
                <a:gd name="T77" fmla="*/ 272 h 302"/>
                <a:gd name="T78" fmla="*/ 164 w 287"/>
                <a:gd name="T79" fmla="*/ 302 h 302"/>
                <a:gd name="T80" fmla="*/ 124 w 287"/>
                <a:gd name="T81" fmla="*/ 285 h 302"/>
                <a:gd name="T82" fmla="*/ 120 w 287"/>
                <a:gd name="T83" fmla="*/ 273 h 302"/>
                <a:gd name="T84" fmla="*/ 121 w 287"/>
                <a:gd name="T85" fmla="*/ 268 h 302"/>
                <a:gd name="T86" fmla="*/ 87 w 287"/>
                <a:gd name="T87" fmla="*/ 246 h 302"/>
                <a:gd name="T88" fmla="*/ 95 w 287"/>
                <a:gd name="T89" fmla="*/ 203 h 302"/>
                <a:gd name="T90" fmla="*/ 112 w 287"/>
                <a:gd name="T91" fmla="*/ 181 h 302"/>
                <a:gd name="T92" fmla="*/ 130 w 287"/>
                <a:gd name="T93" fmla="*/ 158 h 302"/>
                <a:gd name="T94" fmla="*/ 116 w 287"/>
                <a:gd name="T95" fmla="*/ 138 h 302"/>
                <a:gd name="T96" fmla="*/ 101 w 287"/>
                <a:gd name="T97" fmla="*/ 145 h 302"/>
                <a:gd name="T98" fmla="*/ 86 w 287"/>
                <a:gd name="T99" fmla="*/ 151 h 302"/>
                <a:gd name="T100" fmla="*/ 55 w 287"/>
                <a:gd name="T101" fmla="*/ 133 h 302"/>
                <a:gd name="T102" fmla="*/ 43 w 287"/>
                <a:gd name="T103" fmla="*/ 130 h 302"/>
                <a:gd name="T104" fmla="*/ 5 w 287"/>
                <a:gd name="T105" fmla="*/ 140 h 302"/>
                <a:gd name="T106" fmla="*/ 4 w 287"/>
                <a:gd name="T107" fmla="*/ 126 h 302"/>
                <a:gd name="T108" fmla="*/ 28 w 287"/>
                <a:gd name="T109" fmla="*/ 65 h 302"/>
                <a:gd name="T110" fmla="*/ 18 w 287"/>
                <a:gd name="T111" fmla="*/ 30 h 30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87"/>
                <a:gd name="T169" fmla="*/ 0 h 302"/>
                <a:gd name="T170" fmla="*/ 287 w 287"/>
                <a:gd name="T171" fmla="*/ 302 h 30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87" h="302">
                  <a:moveTo>
                    <a:pt x="55" y="207"/>
                  </a:moveTo>
                  <a:lnTo>
                    <a:pt x="54" y="207"/>
                  </a:lnTo>
                  <a:lnTo>
                    <a:pt x="53" y="207"/>
                  </a:lnTo>
                  <a:lnTo>
                    <a:pt x="52" y="206"/>
                  </a:lnTo>
                  <a:lnTo>
                    <a:pt x="46" y="201"/>
                  </a:lnTo>
                  <a:lnTo>
                    <a:pt x="45" y="200"/>
                  </a:lnTo>
                  <a:lnTo>
                    <a:pt x="45" y="197"/>
                  </a:lnTo>
                  <a:lnTo>
                    <a:pt x="44" y="196"/>
                  </a:lnTo>
                  <a:lnTo>
                    <a:pt x="44" y="195"/>
                  </a:lnTo>
                  <a:lnTo>
                    <a:pt x="44" y="194"/>
                  </a:lnTo>
                  <a:lnTo>
                    <a:pt x="45" y="193"/>
                  </a:lnTo>
                  <a:lnTo>
                    <a:pt x="46" y="191"/>
                  </a:lnTo>
                  <a:lnTo>
                    <a:pt x="59" y="174"/>
                  </a:lnTo>
                  <a:lnTo>
                    <a:pt x="67" y="165"/>
                  </a:lnTo>
                  <a:lnTo>
                    <a:pt x="79" y="155"/>
                  </a:lnTo>
                  <a:lnTo>
                    <a:pt x="81" y="154"/>
                  </a:lnTo>
                  <a:lnTo>
                    <a:pt x="82" y="154"/>
                  </a:lnTo>
                  <a:lnTo>
                    <a:pt x="83" y="154"/>
                  </a:lnTo>
                  <a:lnTo>
                    <a:pt x="83" y="155"/>
                  </a:lnTo>
                  <a:lnTo>
                    <a:pt x="84" y="156"/>
                  </a:lnTo>
                  <a:lnTo>
                    <a:pt x="84" y="157"/>
                  </a:lnTo>
                  <a:lnTo>
                    <a:pt x="84" y="158"/>
                  </a:lnTo>
                  <a:lnTo>
                    <a:pt x="83" y="159"/>
                  </a:lnTo>
                  <a:lnTo>
                    <a:pt x="80" y="165"/>
                  </a:lnTo>
                  <a:lnTo>
                    <a:pt x="78" y="168"/>
                  </a:lnTo>
                  <a:lnTo>
                    <a:pt x="75" y="172"/>
                  </a:lnTo>
                  <a:lnTo>
                    <a:pt x="72" y="175"/>
                  </a:lnTo>
                  <a:lnTo>
                    <a:pt x="71" y="177"/>
                  </a:lnTo>
                  <a:lnTo>
                    <a:pt x="70" y="179"/>
                  </a:lnTo>
                  <a:lnTo>
                    <a:pt x="69" y="184"/>
                  </a:lnTo>
                  <a:lnTo>
                    <a:pt x="69" y="185"/>
                  </a:lnTo>
                  <a:lnTo>
                    <a:pt x="72" y="190"/>
                  </a:lnTo>
                  <a:lnTo>
                    <a:pt x="72" y="191"/>
                  </a:lnTo>
                  <a:lnTo>
                    <a:pt x="74" y="192"/>
                  </a:lnTo>
                  <a:lnTo>
                    <a:pt x="74" y="193"/>
                  </a:lnTo>
                  <a:lnTo>
                    <a:pt x="75" y="194"/>
                  </a:lnTo>
                  <a:lnTo>
                    <a:pt x="75" y="195"/>
                  </a:lnTo>
                  <a:lnTo>
                    <a:pt x="76" y="195"/>
                  </a:lnTo>
                  <a:lnTo>
                    <a:pt x="75" y="196"/>
                  </a:lnTo>
                  <a:lnTo>
                    <a:pt x="75" y="197"/>
                  </a:lnTo>
                  <a:lnTo>
                    <a:pt x="75" y="198"/>
                  </a:lnTo>
                  <a:lnTo>
                    <a:pt x="74" y="198"/>
                  </a:lnTo>
                  <a:lnTo>
                    <a:pt x="58" y="206"/>
                  </a:lnTo>
                  <a:lnTo>
                    <a:pt x="55" y="207"/>
                  </a:lnTo>
                  <a:close/>
                  <a:moveTo>
                    <a:pt x="13" y="22"/>
                  </a:moveTo>
                  <a:lnTo>
                    <a:pt x="15" y="21"/>
                  </a:lnTo>
                  <a:lnTo>
                    <a:pt x="28" y="16"/>
                  </a:lnTo>
                  <a:lnTo>
                    <a:pt x="29" y="15"/>
                  </a:lnTo>
                  <a:lnTo>
                    <a:pt x="31" y="15"/>
                  </a:lnTo>
                  <a:lnTo>
                    <a:pt x="56" y="15"/>
                  </a:lnTo>
                  <a:lnTo>
                    <a:pt x="59" y="15"/>
                  </a:lnTo>
                  <a:lnTo>
                    <a:pt x="60" y="15"/>
                  </a:lnTo>
                  <a:lnTo>
                    <a:pt x="61" y="16"/>
                  </a:lnTo>
                  <a:lnTo>
                    <a:pt x="62" y="17"/>
                  </a:lnTo>
                  <a:lnTo>
                    <a:pt x="69" y="17"/>
                  </a:lnTo>
                  <a:lnTo>
                    <a:pt x="70" y="17"/>
                  </a:lnTo>
                  <a:lnTo>
                    <a:pt x="71" y="17"/>
                  </a:lnTo>
                  <a:lnTo>
                    <a:pt x="72" y="17"/>
                  </a:lnTo>
                  <a:lnTo>
                    <a:pt x="84" y="11"/>
                  </a:lnTo>
                  <a:lnTo>
                    <a:pt x="87" y="9"/>
                  </a:lnTo>
                  <a:lnTo>
                    <a:pt x="88" y="8"/>
                  </a:lnTo>
                  <a:lnTo>
                    <a:pt x="90" y="5"/>
                  </a:lnTo>
                  <a:lnTo>
                    <a:pt x="99" y="2"/>
                  </a:lnTo>
                  <a:lnTo>
                    <a:pt x="101" y="1"/>
                  </a:lnTo>
                  <a:lnTo>
                    <a:pt x="103" y="0"/>
                  </a:lnTo>
                  <a:lnTo>
                    <a:pt x="105" y="0"/>
                  </a:lnTo>
                  <a:lnTo>
                    <a:pt x="111" y="5"/>
                  </a:lnTo>
                  <a:lnTo>
                    <a:pt x="111" y="6"/>
                  </a:lnTo>
                  <a:lnTo>
                    <a:pt x="114" y="10"/>
                  </a:lnTo>
                  <a:lnTo>
                    <a:pt x="113" y="11"/>
                  </a:lnTo>
                  <a:lnTo>
                    <a:pt x="113" y="13"/>
                  </a:lnTo>
                  <a:lnTo>
                    <a:pt x="113" y="14"/>
                  </a:lnTo>
                  <a:lnTo>
                    <a:pt x="112" y="14"/>
                  </a:lnTo>
                  <a:lnTo>
                    <a:pt x="111" y="14"/>
                  </a:lnTo>
                  <a:lnTo>
                    <a:pt x="110" y="14"/>
                  </a:lnTo>
                  <a:lnTo>
                    <a:pt x="109" y="15"/>
                  </a:lnTo>
                  <a:lnTo>
                    <a:pt x="103" y="25"/>
                  </a:lnTo>
                  <a:lnTo>
                    <a:pt x="102" y="26"/>
                  </a:lnTo>
                  <a:lnTo>
                    <a:pt x="101" y="28"/>
                  </a:lnTo>
                  <a:lnTo>
                    <a:pt x="101" y="30"/>
                  </a:lnTo>
                  <a:lnTo>
                    <a:pt x="101" y="31"/>
                  </a:lnTo>
                  <a:lnTo>
                    <a:pt x="102" y="32"/>
                  </a:lnTo>
                  <a:lnTo>
                    <a:pt x="118" y="38"/>
                  </a:lnTo>
                  <a:lnTo>
                    <a:pt x="122" y="35"/>
                  </a:lnTo>
                  <a:lnTo>
                    <a:pt x="121" y="36"/>
                  </a:lnTo>
                  <a:lnTo>
                    <a:pt x="119" y="35"/>
                  </a:lnTo>
                  <a:lnTo>
                    <a:pt x="118" y="34"/>
                  </a:lnTo>
                  <a:lnTo>
                    <a:pt x="118" y="32"/>
                  </a:lnTo>
                  <a:lnTo>
                    <a:pt x="118" y="30"/>
                  </a:lnTo>
                  <a:lnTo>
                    <a:pt x="118" y="29"/>
                  </a:lnTo>
                  <a:lnTo>
                    <a:pt x="119" y="28"/>
                  </a:lnTo>
                  <a:lnTo>
                    <a:pt x="129" y="24"/>
                  </a:lnTo>
                  <a:lnTo>
                    <a:pt x="130" y="23"/>
                  </a:lnTo>
                  <a:lnTo>
                    <a:pt x="132" y="30"/>
                  </a:lnTo>
                  <a:lnTo>
                    <a:pt x="131" y="30"/>
                  </a:lnTo>
                  <a:lnTo>
                    <a:pt x="128" y="33"/>
                  </a:lnTo>
                  <a:lnTo>
                    <a:pt x="127" y="34"/>
                  </a:lnTo>
                  <a:lnTo>
                    <a:pt x="128" y="42"/>
                  </a:lnTo>
                  <a:lnTo>
                    <a:pt x="131" y="46"/>
                  </a:lnTo>
                  <a:lnTo>
                    <a:pt x="136" y="52"/>
                  </a:lnTo>
                  <a:lnTo>
                    <a:pt x="138" y="53"/>
                  </a:lnTo>
                  <a:lnTo>
                    <a:pt x="154" y="58"/>
                  </a:lnTo>
                  <a:lnTo>
                    <a:pt x="160" y="56"/>
                  </a:lnTo>
                  <a:lnTo>
                    <a:pt x="173" y="51"/>
                  </a:lnTo>
                  <a:lnTo>
                    <a:pt x="178" y="41"/>
                  </a:lnTo>
                  <a:lnTo>
                    <a:pt x="183" y="37"/>
                  </a:lnTo>
                  <a:lnTo>
                    <a:pt x="198" y="29"/>
                  </a:lnTo>
                  <a:lnTo>
                    <a:pt x="201" y="28"/>
                  </a:lnTo>
                  <a:lnTo>
                    <a:pt x="202" y="20"/>
                  </a:lnTo>
                  <a:lnTo>
                    <a:pt x="201" y="15"/>
                  </a:lnTo>
                  <a:lnTo>
                    <a:pt x="201" y="14"/>
                  </a:lnTo>
                  <a:lnTo>
                    <a:pt x="203" y="11"/>
                  </a:lnTo>
                  <a:lnTo>
                    <a:pt x="205" y="10"/>
                  </a:lnTo>
                  <a:lnTo>
                    <a:pt x="206" y="11"/>
                  </a:lnTo>
                  <a:lnTo>
                    <a:pt x="216" y="16"/>
                  </a:lnTo>
                  <a:lnTo>
                    <a:pt x="227" y="30"/>
                  </a:lnTo>
                  <a:lnTo>
                    <a:pt x="229" y="34"/>
                  </a:lnTo>
                  <a:lnTo>
                    <a:pt x="231" y="41"/>
                  </a:lnTo>
                  <a:lnTo>
                    <a:pt x="231" y="43"/>
                  </a:lnTo>
                  <a:lnTo>
                    <a:pt x="233" y="51"/>
                  </a:lnTo>
                  <a:lnTo>
                    <a:pt x="233" y="52"/>
                  </a:lnTo>
                  <a:lnTo>
                    <a:pt x="231" y="58"/>
                  </a:lnTo>
                  <a:lnTo>
                    <a:pt x="230" y="61"/>
                  </a:lnTo>
                  <a:lnTo>
                    <a:pt x="228" y="65"/>
                  </a:lnTo>
                  <a:lnTo>
                    <a:pt x="228" y="71"/>
                  </a:lnTo>
                  <a:lnTo>
                    <a:pt x="229" y="72"/>
                  </a:lnTo>
                  <a:lnTo>
                    <a:pt x="231" y="74"/>
                  </a:lnTo>
                  <a:lnTo>
                    <a:pt x="239" y="72"/>
                  </a:lnTo>
                  <a:lnTo>
                    <a:pt x="241" y="71"/>
                  </a:lnTo>
                  <a:lnTo>
                    <a:pt x="247" y="74"/>
                  </a:lnTo>
                  <a:lnTo>
                    <a:pt x="265" y="90"/>
                  </a:lnTo>
                  <a:lnTo>
                    <a:pt x="266" y="91"/>
                  </a:lnTo>
                  <a:lnTo>
                    <a:pt x="267" y="93"/>
                  </a:lnTo>
                  <a:lnTo>
                    <a:pt x="268" y="97"/>
                  </a:lnTo>
                  <a:lnTo>
                    <a:pt x="268" y="98"/>
                  </a:lnTo>
                  <a:lnTo>
                    <a:pt x="267" y="99"/>
                  </a:lnTo>
                  <a:lnTo>
                    <a:pt x="263" y="100"/>
                  </a:lnTo>
                  <a:lnTo>
                    <a:pt x="260" y="103"/>
                  </a:lnTo>
                  <a:lnTo>
                    <a:pt x="259" y="103"/>
                  </a:lnTo>
                  <a:lnTo>
                    <a:pt x="258" y="105"/>
                  </a:lnTo>
                  <a:lnTo>
                    <a:pt x="257" y="108"/>
                  </a:lnTo>
                  <a:lnTo>
                    <a:pt x="257" y="109"/>
                  </a:lnTo>
                  <a:lnTo>
                    <a:pt x="258" y="109"/>
                  </a:lnTo>
                  <a:lnTo>
                    <a:pt x="258" y="110"/>
                  </a:lnTo>
                  <a:lnTo>
                    <a:pt x="258" y="111"/>
                  </a:lnTo>
                  <a:lnTo>
                    <a:pt x="259" y="112"/>
                  </a:lnTo>
                  <a:lnTo>
                    <a:pt x="258" y="113"/>
                  </a:lnTo>
                  <a:lnTo>
                    <a:pt x="258" y="117"/>
                  </a:lnTo>
                  <a:lnTo>
                    <a:pt x="257" y="118"/>
                  </a:lnTo>
                  <a:lnTo>
                    <a:pt x="257" y="120"/>
                  </a:lnTo>
                  <a:lnTo>
                    <a:pt x="254" y="124"/>
                  </a:lnTo>
                  <a:lnTo>
                    <a:pt x="253" y="125"/>
                  </a:lnTo>
                  <a:lnTo>
                    <a:pt x="252" y="126"/>
                  </a:lnTo>
                  <a:lnTo>
                    <a:pt x="251" y="127"/>
                  </a:lnTo>
                  <a:lnTo>
                    <a:pt x="250" y="129"/>
                  </a:lnTo>
                  <a:lnTo>
                    <a:pt x="248" y="131"/>
                  </a:lnTo>
                  <a:lnTo>
                    <a:pt x="246" y="134"/>
                  </a:lnTo>
                  <a:lnTo>
                    <a:pt x="245" y="135"/>
                  </a:lnTo>
                  <a:lnTo>
                    <a:pt x="244" y="140"/>
                  </a:lnTo>
                  <a:lnTo>
                    <a:pt x="244" y="141"/>
                  </a:lnTo>
                  <a:lnTo>
                    <a:pt x="244" y="143"/>
                  </a:lnTo>
                  <a:lnTo>
                    <a:pt x="246" y="153"/>
                  </a:lnTo>
                  <a:lnTo>
                    <a:pt x="249" y="155"/>
                  </a:lnTo>
                  <a:lnTo>
                    <a:pt x="250" y="155"/>
                  </a:lnTo>
                  <a:lnTo>
                    <a:pt x="251" y="154"/>
                  </a:lnTo>
                  <a:lnTo>
                    <a:pt x="254" y="154"/>
                  </a:lnTo>
                  <a:lnTo>
                    <a:pt x="255" y="154"/>
                  </a:lnTo>
                  <a:lnTo>
                    <a:pt x="256" y="155"/>
                  </a:lnTo>
                  <a:lnTo>
                    <a:pt x="257" y="156"/>
                  </a:lnTo>
                  <a:lnTo>
                    <a:pt x="263" y="160"/>
                  </a:lnTo>
                  <a:lnTo>
                    <a:pt x="270" y="166"/>
                  </a:lnTo>
                  <a:lnTo>
                    <a:pt x="271" y="166"/>
                  </a:lnTo>
                  <a:lnTo>
                    <a:pt x="273" y="167"/>
                  </a:lnTo>
                  <a:lnTo>
                    <a:pt x="277" y="167"/>
                  </a:lnTo>
                  <a:lnTo>
                    <a:pt x="277" y="168"/>
                  </a:lnTo>
                  <a:lnTo>
                    <a:pt x="280" y="169"/>
                  </a:lnTo>
                  <a:lnTo>
                    <a:pt x="282" y="170"/>
                  </a:lnTo>
                  <a:lnTo>
                    <a:pt x="286" y="175"/>
                  </a:lnTo>
                  <a:lnTo>
                    <a:pt x="287" y="175"/>
                  </a:lnTo>
                  <a:lnTo>
                    <a:pt x="287" y="179"/>
                  </a:lnTo>
                  <a:lnTo>
                    <a:pt x="285" y="196"/>
                  </a:lnTo>
                  <a:lnTo>
                    <a:pt x="285" y="197"/>
                  </a:lnTo>
                  <a:lnTo>
                    <a:pt x="284" y="197"/>
                  </a:lnTo>
                  <a:lnTo>
                    <a:pt x="280" y="200"/>
                  </a:lnTo>
                  <a:lnTo>
                    <a:pt x="279" y="200"/>
                  </a:lnTo>
                  <a:lnTo>
                    <a:pt x="278" y="200"/>
                  </a:lnTo>
                  <a:lnTo>
                    <a:pt x="277" y="200"/>
                  </a:lnTo>
                  <a:lnTo>
                    <a:pt x="273" y="199"/>
                  </a:lnTo>
                  <a:lnTo>
                    <a:pt x="271" y="198"/>
                  </a:lnTo>
                  <a:lnTo>
                    <a:pt x="271" y="197"/>
                  </a:lnTo>
                  <a:lnTo>
                    <a:pt x="271" y="196"/>
                  </a:lnTo>
                  <a:lnTo>
                    <a:pt x="272" y="196"/>
                  </a:lnTo>
                  <a:lnTo>
                    <a:pt x="270" y="193"/>
                  </a:lnTo>
                  <a:lnTo>
                    <a:pt x="260" y="192"/>
                  </a:lnTo>
                  <a:lnTo>
                    <a:pt x="252" y="198"/>
                  </a:lnTo>
                  <a:lnTo>
                    <a:pt x="240" y="203"/>
                  </a:lnTo>
                  <a:lnTo>
                    <a:pt x="229" y="206"/>
                  </a:lnTo>
                  <a:lnTo>
                    <a:pt x="228" y="206"/>
                  </a:lnTo>
                  <a:lnTo>
                    <a:pt x="226" y="206"/>
                  </a:lnTo>
                  <a:lnTo>
                    <a:pt x="225" y="207"/>
                  </a:lnTo>
                  <a:lnTo>
                    <a:pt x="221" y="210"/>
                  </a:lnTo>
                  <a:lnTo>
                    <a:pt x="220" y="212"/>
                  </a:lnTo>
                  <a:lnTo>
                    <a:pt x="220" y="213"/>
                  </a:lnTo>
                  <a:lnTo>
                    <a:pt x="219" y="213"/>
                  </a:lnTo>
                  <a:lnTo>
                    <a:pt x="217" y="228"/>
                  </a:lnTo>
                  <a:lnTo>
                    <a:pt x="218" y="234"/>
                  </a:lnTo>
                  <a:lnTo>
                    <a:pt x="218" y="235"/>
                  </a:lnTo>
                  <a:lnTo>
                    <a:pt x="213" y="239"/>
                  </a:lnTo>
                  <a:lnTo>
                    <a:pt x="210" y="242"/>
                  </a:lnTo>
                  <a:lnTo>
                    <a:pt x="207" y="242"/>
                  </a:lnTo>
                  <a:lnTo>
                    <a:pt x="204" y="244"/>
                  </a:lnTo>
                  <a:lnTo>
                    <a:pt x="201" y="246"/>
                  </a:lnTo>
                  <a:lnTo>
                    <a:pt x="201" y="247"/>
                  </a:lnTo>
                  <a:lnTo>
                    <a:pt x="198" y="249"/>
                  </a:lnTo>
                  <a:lnTo>
                    <a:pt x="197" y="251"/>
                  </a:lnTo>
                  <a:lnTo>
                    <a:pt x="196" y="252"/>
                  </a:lnTo>
                  <a:lnTo>
                    <a:pt x="195" y="255"/>
                  </a:lnTo>
                  <a:lnTo>
                    <a:pt x="194" y="258"/>
                  </a:lnTo>
                  <a:lnTo>
                    <a:pt x="193" y="260"/>
                  </a:lnTo>
                  <a:lnTo>
                    <a:pt x="192" y="263"/>
                  </a:lnTo>
                  <a:lnTo>
                    <a:pt x="191" y="268"/>
                  </a:lnTo>
                  <a:lnTo>
                    <a:pt x="190" y="269"/>
                  </a:lnTo>
                  <a:lnTo>
                    <a:pt x="188" y="272"/>
                  </a:lnTo>
                  <a:lnTo>
                    <a:pt x="187" y="275"/>
                  </a:lnTo>
                  <a:lnTo>
                    <a:pt x="183" y="286"/>
                  </a:lnTo>
                  <a:lnTo>
                    <a:pt x="182" y="288"/>
                  </a:lnTo>
                  <a:lnTo>
                    <a:pt x="178" y="291"/>
                  </a:lnTo>
                  <a:lnTo>
                    <a:pt x="176" y="293"/>
                  </a:lnTo>
                  <a:lnTo>
                    <a:pt x="164" y="302"/>
                  </a:lnTo>
                  <a:lnTo>
                    <a:pt x="144" y="296"/>
                  </a:lnTo>
                  <a:lnTo>
                    <a:pt x="138" y="294"/>
                  </a:lnTo>
                  <a:lnTo>
                    <a:pt x="130" y="291"/>
                  </a:lnTo>
                  <a:lnTo>
                    <a:pt x="124" y="286"/>
                  </a:lnTo>
                  <a:lnTo>
                    <a:pt x="124" y="285"/>
                  </a:lnTo>
                  <a:lnTo>
                    <a:pt x="117" y="276"/>
                  </a:lnTo>
                  <a:lnTo>
                    <a:pt x="117" y="275"/>
                  </a:lnTo>
                  <a:lnTo>
                    <a:pt x="118" y="273"/>
                  </a:lnTo>
                  <a:lnTo>
                    <a:pt x="118" y="272"/>
                  </a:lnTo>
                  <a:lnTo>
                    <a:pt x="119" y="272"/>
                  </a:lnTo>
                  <a:lnTo>
                    <a:pt x="120" y="273"/>
                  </a:lnTo>
                  <a:lnTo>
                    <a:pt x="122" y="273"/>
                  </a:lnTo>
                  <a:lnTo>
                    <a:pt x="124" y="271"/>
                  </a:lnTo>
                  <a:lnTo>
                    <a:pt x="124" y="270"/>
                  </a:lnTo>
                  <a:lnTo>
                    <a:pt x="124" y="269"/>
                  </a:lnTo>
                  <a:lnTo>
                    <a:pt x="121" y="268"/>
                  </a:lnTo>
                  <a:lnTo>
                    <a:pt x="115" y="263"/>
                  </a:lnTo>
                  <a:lnTo>
                    <a:pt x="111" y="261"/>
                  </a:lnTo>
                  <a:lnTo>
                    <a:pt x="102" y="256"/>
                  </a:lnTo>
                  <a:lnTo>
                    <a:pt x="88" y="248"/>
                  </a:lnTo>
                  <a:lnTo>
                    <a:pt x="87" y="247"/>
                  </a:lnTo>
                  <a:lnTo>
                    <a:pt x="87" y="246"/>
                  </a:lnTo>
                  <a:lnTo>
                    <a:pt x="90" y="235"/>
                  </a:lnTo>
                  <a:lnTo>
                    <a:pt x="94" y="224"/>
                  </a:lnTo>
                  <a:lnTo>
                    <a:pt x="101" y="214"/>
                  </a:lnTo>
                  <a:lnTo>
                    <a:pt x="102" y="213"/>
                  </a:lnTo>
                  <a:lnTo>
                    <a:pt x="95" y="203"/>
                  </a:lnTo>
                  <a:lnTo>
                    <a:pt x="93" y="200"/>
                  </a:lnTo>
                  <a:lnTo>
                    <a:pt x="91" y="199"/>
                  </a:lnTo>
                  <a:lnTo>
                    <a:pt x="95" y="190"/>
                  </a:lnTo>
                  <a:lnTo>
                    <a:pt x="96" y="190"/>
                  </a:lnTo>
                  <a:lnTo>
                    <a:pt x="105" y="186"/>
                  </a:lnTo>
                  <a:lnTo>
                    <a:pt x="112" y="181"/>
                  </a:lnTo>
                  <a:lnTo>
                    <a:pt x="120" y="173"/>
                  </a:lnTo>
                  <a:lnTo>
                    <a:pt x="121" y="171"/>
                  </a:lnTo>
                  <a:lnTo>
                    <a:pt x="128" y="163"/>
                  </a:lnTo>
                  <a:lnTo>
                    <a:pt x="129" y="160"/>
                  </a:lnTo>
                  <a:lnTo>
                    <a:pt x="130" y="160"/>
                  </a:lnTo>
                  <a:lnTo>
                    <a:pt x="130" y="158"/>
                  </a:lnTo>
                  <a:lnTo>
                    <a:pt x="130" y="157"/>
                  </a:lnTo>
                  <a:lnTo>
                    <a:pt x="130" y="150"/>
                  </a:lnTo>
                  <a:lnTo>
                    <a:pt x="130" y="149"/>
                  </a:lnTo>
                  <a:lnTo>
                    <a:pt x="126" y="141"/>
                  </a:lnTo>
                  <a:lnTo>
                    <a:pt x="116" y="138"/>
                  </a:lnTo>
                  <a:lnTo>
                    <a:pt x="115" y="138"/>
                  </a:lnTo>
                  <a:lnTo>
                    <a:pt x="105" y="142"/>
                  </a:lnTo>
                  <a:lnTo>
                    <a:pt x="104" y="142"/>
                  </a:lnTo>
                  <a:lnTo>
                    <a:pt x="102" y="144"/>
                  </a:lnTo>
                  <a:lnTo>
                    <a:pt x="101" y="144"/>
                  </a:lnTo>
                  <a:lnTo>
                    <a:pt x="101" y="145"/>
                  </a:lnTo>
                  <a:lnTo>
                    <a:pt x="101" y="146"/>
                  </a:lnTo>
                  <a:lnTo>
                    <a:pt x="99" y="148"/>
                  </a:lnTo>
                  <a:lnTo>
                    <a:pt x="97" y="149"/>
                  </a:lnTo>
                  <a:lnTo>
                    <a:pt x="87" y="151"/>
                  </a:lnTo>
                  <a:lnTo>
                    <a:pt x="86" y="151"/>
                  </a:lnTo>
                  <a:lnTo>
                    <a:pt x="78" y="149"/>
                  </a:lnTo>
                  <a:lnTo>
                    <a:pt x="77" y="149"/>
                  </a:lnTo>
                  <a:lnTo>
                    <a:pt x="71" y="145"/>
                  </a:lnTo>
                  <a:lnTo>
                    <a:pt x="69" y="143"/>
                  </a:lnTo>
                  <a:lnTo>
                    <a:pt x="67" y="141"/>
                  </a:lnTo>
                  <a:lnTo>
                    <a:pt x="55" y="133"/>
                  </a:lnTo>
                  <a:lnTo>
                    <a:pt x="53" y="132"/>
                  </a:lnTo>
                  <a:lnTo>
                    <a:pt x="49" y="131"/>
                  </a:lnTo>
                  <a:lnTo>
                    <a:pt x="46" y="130"/>
                  </a:lnTo>
                  <a:lnTo>
                    <a:pt x="45" y="130"/>
                  </a:lnTo>
                  <a:lnTo>
                    <a:pt x="43" y="130"/>
                  </a:lnTo>
                  <a:lnTo>
                    <a:pt x="27" y="133"/>
                  </a:lnTo>
                  <a:lnTo>
                    <a:pt x="18" y="137"/>
                  </a:lnTo>
                  <a:lnTo>
                    <a:pt x="10" y="140"/>
                  </a:lnTo>
                  <a:lnTo>
                    <a:pt x="8" y="140"/>
                  </a:lnTo>
                  <a:lnTo>
                    <a:pt x="5" y="140"/>
                  </a:lnTo>
                  <a:lnTo>
                    <a:pt x="7" y="136"/>
                  </a:lnTo>
                  <a:lnTo>
                    <a:pt x="8" y="134"/>
                  </a:lnTo>
                  <a:lnTo>
                    <a:pt x="8" y="133"/>
                  </a:lnTo>
                  <a:lnTo>
                    <a:pt x="7" y="131"/>
                  </a:lnTo>
                  <a:lnTo>
                    <a:pt x="5" y="129"/>
                  </a:lnTo>
                  <a:lnTo>
                    <a:pt x="4" y="126"/>
                  </a:lnTo>
                  <a:lnTo>
                    <a:pt x="0" y="111"/>
                  </a:lnTo>
                  <a:lnTo>
                    <a:pt x="1" y="100"/>
                  </a:lnTo>
                  <a:lnTo>
                    <a:pt x="2" y="99"/>
                  </a:lnTo>
                  <a:lnTo>
                    <a:pt x="16" y="83"/>
                  </a:lnTo>
                  <a:lnTo>
                    <a:pt x="28" y="67"/>
                  </a:lnTo>
                  <a:lnTo>
                    <a:pt x="28" y="65"/>
                  </a:lnTo>
                  <a:lnTo>
                    <a:pt x="28" y="57"/>
                  </a:lnTo>
                  <a:lnTo>
                    <a:pt x="24" y="50"/>
                  </a:lnTo>
                  <a:lnTo>
                    <a:pt x="21" y="45"/>
                  </a:lnTo>
                  <a:lnTo>
                    <a:pt x="18" y="35"/>
                  </a:lnTo>
                  <a:lnTo>
                    <a:pt x="18" y="33"/>
                  </a:lnTo>
                  <a:lnTo>
                    <a:pt x="18" y="30"/>
                  </a:lnTo>
                  <a:lnTo>
                    <a:pt x="17" y="25"/>
                  </a:lnTo>
                  <a:lnTo>
                    <a:pt x="16" y="24"/>
                  </a:lnTo>
                  <a:lnTo>
                    <a:pt x="15" y="23"/>
                  </a:lnTo>
                  <a:lnTo>
                    <a:pt x="13" y="2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29" name="Freeform 40"/>
            <p:cNvSpPr>
              <a:spLocks/>
            </p:cNvSpPr>
            <p:nvPr/>
          </p:nvSpPr>
          <p:spPr bwMode="gray">
            <a:xfrm>
              <a:off x="2856" y="2519"/>
              <a:ext cx="40" cy="53"/>
            </a:xfrm>
            <a:custGeom>
              <a:avLst/>
              <a:gdLst>
                <a:gd name="T0" fmla="*/ 11 w 40"/>
                <a:gd name="T1" fmla="*/ 53 h 53"/>
                <a:gd name="T2" fmla="*/ 10 w 40"/>
                <a:gd name="T3" fmla="*/ 53 h 53"/>
                <a:gd name="T4" fmla="*/ 9 w 40"/>
                <a:gd name="T5" fmla="*/ 53 h 53"/>
                <a:gd name="T6" fmla="*/ 8 w 40"/>
                <a:gd name="T7" fmla="*/ 52 h 53"/>
                <a:gd name="T8" fmla="*/ 2 w 40"/>
                <a:gd name="T9" fmla="*/ 47 h 53"/>
                <a:gd name="T10" fmla="*/ 1 w 40"/>
                <a:gd name="T11" fmla="*/ 46 h 53"/>
                <a:gd name="T12" fmla="*/ 1 w 40"/>
                <a:gd name="T13" fmla="*/ 43 h 53"/>
                <a:gd name="T14" fmla="*/ 0 w 40"/>
                <a:gd name="T15" fmla="*/ 42 h 53"/>
                <a:gd name="T16" fmla="*/ 0 w 40"/>
                <a:gd name="T17" fmla="*/ 41 h 53"/>
                <a:gd name="T18" fmla="*/ 0 w 40"/>
                <a:gd name="T19" fmla="*/ 40 h 53"/>
                <a:gd name="T20" fmla="*/ 1 w 40"/>
                <a:gd name="T21" fmla="*/ 39 h 53"/>
                <a:gd name="T22" fmla="*/ 2 w 40"/>
                <a:gd name="T23" fmla="*/ 37 h 53"/>
                <a:gd name="T24" fmla="*/ 15 w 40"/>
                <a:gd name="T25" fmla="*/ 20 h 53"/>
                <a:gd name="T26" fmla="*/ 23 w 40"/>
                <a:gd name="T27" fmla="*/ 11 h 53"/>
                <a:gd name="T28" fmla="*/ 35 w 40"/>
                <a:gd name="T29" fmla="*/ 1 h 53"/>
                <a:gd name="T30" fmla="*/ 37 w 40"/>
                <a:gd name="T31" fmla="*/ 0 h 53"/>
                <a:gd name="T32" fmla="*/ 37 w 40"/>
                <a:gd name="T33" fmla="*/ 0 h 53"/>
                <a:gd name="T34" fmla="*/ 38 w 40"/>
                <a:gd name="T35" fmla="*/ 0 h 53"/>
                <a:gd name="T36" fmla="*/ 39 w 40"/>
                <a:gd name="T37" fmla="*/ 0 h 53"/>
                <a:gd name="T38" fmla="*/ 39 w 40"/>
                <a:gd name="T39" fmla="*/ 1 h 53"/>
                <a:gd name="T40" fmla="*/ 40 w 40"/>
                <a:gd name="T41" fmla="*/ 2 h 53"/>
                <a:gd name="T42" fmla="*/ 40 w 40"/>
                <a:gd name="T43" fmla="*/ 2 h 53"/>
                <a:gd name="T44" fmla="*/ 40 w 40"/>
                <a:gd name="T45" fmla="*/ 3 h 53"/>
                <a:gd name="T46" fmla="*/ 40 w 40"/>
                <a:gd name="T47" fmla="*/ 4 h 53"/>
                <a:gd name="T48" fmla="*/ 39 w 40"/>
                <a:gd name="T49" fmla="*/ 5 h 53"/>
                <a:gd name="T50" fmla="*/ 36 w 40"/>
                <a:gd name="T51" fmla="*/ 11 h 53"/>
                <a:gd name="T52" fmla="*/ 34 w 40"/>
                <a:gd name="T53" fmla="*/ 14 h 53"/>
                <a:gd name="T54" fmla="*/ 31 w 40"/>
                <a:gd name="T55" fmla="*/ 18 h 53"/>
                <a:gd name="T56" fmla="*/ 28 w 40"/>
                <a:gd name="T57" fmla="*/ 21 h 53"/>
                <a:gd name="T58" fmla="*/ 27 w 40"/>
                <a:gd name="T59" fmla="*/ 23 h 53"/>
                <a:gd name="T60" fmla="*/ 26 w 40"/>
                <a:gd name="T61" fmla="*/ 25 h 53"/>
                <a:gd name="T62" fmla="*/ 25 w 40"/>
                <a:gd name="T63" fmla="*/ 30 h 53"/>
                <a:gd name="T64" fmla="*/ 25 w 40"/>
                <a:gd name="T65" fmla="*/ 31 h 53"/>
                <a:gd name="T66" fmla="*/ 28 w 40"/>
                <a:gd name="T67" fmla="*/ 36 h 53"/>
                <a:gd name="T68" fmla="*/ 28 w 40"/>
                <a:gd name="T69" fmla="*/ 37 h 53"/>
                <a:gd name="T70" fmla="*/ 30 w 40"/>
                <a:gd name="T71" fmla="*/ 38 h 53"/>
                <a:gd name="T72" fmla="*/ 30 w 40"/>
                <a:gd name="T73" fmla="*/ 39 h 53"/>
                <a:gd name="T74" fmla="*/ 31 w 40"/>
                <a:gd name="T75" fmla="*/ 40 h 53"/>
                <a:gd name="T76" fmla="*/ 31 w 40"/>
                <a:gd name="T77" fmla="*/ 41 h 53"/>
                <a:gd name="T78" fmla="*/ 32 w 40"/>
                <a:gd name="T79" fmla="*/ 41 h 53"/>
                <a:gd name="T80" fmla="*/ 31 w 40"/>
                <a:gd name="T81" fmla="*/ 42 h 53"/>
                <a:gd name="T82" fmla="*/ 31 w 40"/>
                <a:gd name="T83" fmla="*/ 43 h 53"/>
                <a:gd name="T84" fmla="*/ 31 w 40"/>
                <a:gd name="T85" fmla="*/ 44 h 53"/>
                <a:gd name="T86" fmla="*/ 30 w 40"/>
                <a:gd name="T87" fmla="*/ 44 h 53"/>
                <a:gd name="T88" fmla="*/ 14 w 40"/>
                <a:gd name="T89" fmla="*/ 52 h 53"/>
                <a:gd name="T90" fmla="*/ 11 w 40"/>
                <a:gd name="T91" fmla="*/ 53 h 53"/>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0"/>
                <a:gd name="T139" fmla="*/ 0 h 53"/>
                <a:gd name="T140" fmla="*/ 40 w 40"/>
                <a:gd name="T141" fmla="*/ 53 h 53"/>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0" h="53">
                  <a:moveTo>
                    <a:pt x="11" y="53"/>
                  </a:moveTo>
                  <a:lnTo>
                    <a:pt x="10" y="53"/>
                  </a:lnTo>
                  <a:lnTo>
                    <a:pt x="9" y="53"/>
                  </a:lnTo>
                  <a:lnTo>
                    <a:pt x="8" y="52"/>
                  </a:lnTo>
                  <a:lnTo>
                    <a:pt x="2" y="47"/>
                  </a:lnTo>
                  <a:lnTo>
                    <a:pt x="1" y="46"/>
                  </a:lnTo>
                  <a:lnTo>
                    <a:pt x="1" y="43"/>
                  </a:lnTo>
                  <a:lnTo>
                    <a:pt x="0" y="42"/>
                  </a:lnTo>
                  <a:lnTo>
                    <a:pt x="0" y="41"/>
                  </a:lnTo>
                  <a:lnTo>
                    <a:pt x="0" y="40"/>
                  </a:lnTo>
                  <a:lnTo>
                    <a:pt x="1" y="39"/>
                  </a:lnTo>
                  <a:lnTo>
                    <a:pt x="2" y="37"/>
                  </a:lnTo>
                  <a:lnTo>
                    <a:pt x="15" y="20"/>
                  </a:lnTo>
                  <a:lnTo>
                    <a:pt x="23" y="11"/>
                  </a:lnTo>
                  <a:lnTo>
                    <a:pt x="35" y="1"/>
                  </a:lnTo>
                  <a:lnTo>
                    <a:pt x="37" y="0"/>
                  </a:lnTo>
                  <a:lnTo>
                    <a:pt x="38" y="0"/>
                  </a:lnTo>
                  <a:lnTo>
                    <a:pt x="39" y="0"/>
                  </a:lnTo>
                  <a:lnTo>
                    <a:pt x="39" y="1"/>
                  </a:lnTo>
                  <a:lnTo>
                    <a:pt x="40" y="2"/>
                  </a:lnTo>
                  <a:lnTo>
                    <a:pt x="40" y="3"/>
                  </a:lnTo>
                  <a:lnTo>
                    <a:pt x="40" y="4"/>
                  </a:lnTo>
                  <a:lnTo>
                    <a:pt x="39" y="5"/>
                  </a:lnTo>
                  <a:lnTo>
                    <a:pt x="36" y="11"/>
                  </a:lnTo>
                  <a:lnTo>
                    <a:pt x="34" y="14"/>
                  </a:lnTo>
                  <a:lnTo>
                    <a:pt x="31" y="18"/>
                  </a:lnTo>
                  <a:lnTo>
                    <a:pt x="28" y="21"/>
                  </a:lnTo>
                  <a:lnTo>
                    <a:pt x="27" y="23"/>
                  </a:lnTo>
                  <a:lnTo>
                    <a:pt x="26" y="25"/>
                  </a:lnTo>
                  <a:lnTo>
                    <a:pt x="25" y="30"/>
                  </a:lnTo>
                  <a:lnTo>
                    <a:pt x="25" y="31"/>
                  </a:lnTo>
                  <a:lnTo>
                    <a:pt x="28" y="36"/>
                  </a:lnTo>
                  <a:lnTo>
                    <a:pt x="28" y="37"/>
                  </a:lnTo>
                  <a:lnTo>
                    <a:pt x="30" y="38"/>
                  </a:lnTo>
                  <a:lnTo>
                    <a:pt x="30" y="39"/>
                  </a:lnTo>
                  <a:lnTo>
                    <a:pt x="31" y="40"/>
                  </a:lnTo>
                  <a:lnTo>
                    <a:pt x="31" y="41"/>
                  </a:lnTo>
                  <a:lnTo>
                    <a:pt x="32" y="41"/>
                  </a:lnTo>
                  <a:lnTo>
                    <a:pt x="31" y="42"/>
                  </a:lnTo>
                  <a:lnTo>
                    <a:pt x="31" y="43"/>
                  </a:lnTo>
                  <a:lnTo>
                    <a:pt x="31" y="44"/>
                  </a:lnTo>
                  <a:lnTo>
                    <a:pt x="30" y="44"/>
                  </a:lnTo>
                  <a:lnTo>
                    <a:pt x="14" y="52"/>
                  </a:lnTo>
                  <a:lnTo>
                    <a:pt x="11" y="5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0" name="Freeform 41"/>
            <p:cNvSpPr>
              <a:spLocks/>
            </p:cNvSpPr>
            <p:nvPr/>
          </p:nvSpPr>
          <p:spPr bwMode="gray">
            <a:xfrm>
              <a:off x="2812" y="2365"/>
              <a:ext cx="287" cy="302"/>
            </a:xfrm>
            <a:custGeom>
              <a:avLst/>
              <a:gdLst>
                <a:gd name="T0" fmla="*/ 31 w 287"/>
                <a:gd name="T1" fmla="*/ 15 h 302"/>
                <a:gd name="T2" fmla="*/ 62 w 287"/>
                <a:gd name="T3" fmla="*/ 17 h 302"/>
                <a:gd name="T4" fmla="*/ 84 w 287"/>
                <a:gd name="T5" fmla="*/ 11 h 302"/>
                <a:gd name="T6" fmla="*/ 101 w 287"/>
                <a:gd name="T7" fmla="*/ 1 h 302"/>
                <a:gd name="T8" fmla="*/ 114 w 287"/>
                <a:gd name="T9" fmla="*/ 10 h 302"/>
                <a:gd name="T10" fmla="*/ 111 w 287"/>
                <a:gd name="T11" fmla="*/ 14 h 302"/>
                <a:gd name="T12" fmla="*/ 101 w 287"/>
                <a:gd name="T13" fmla="*/ 28 h 302"/>
                <a:gd name="T14" fmla="*/ 102 w 287"/>
                <a:gd name="T15" fmla="*/ 32 h 302"/>
                <a:gd name="T16" fmla="*/ 119 w 287"/>
                <a:gd name="T17" fmla="*/ 35 h 302"/>
                <a:gd name="T18" fmla="*/ 118 w 287"/>
                <a:gd name="T19" fmla="*/ 29 h 302"/>
                <a:gd name="T20" fmla="*/ 131 w 287"/>
                <a:gd name="T21" fmla="*/ 30 h 302"/>
                <a:gd name="T22" fmla="*/ 136 w 287"/>
                <a:gd name="T23" fmla="*/ 52 h 302"/>
                <a:gd name="T24" fmla="*/ 173 w 287"/>
                <a:gd name="T25" fmla="*/ 51 h 302"/>
                <a:gd name="T26" fmla="*/ 202 w 287"/>
                <a:gd name="T27" fmla="*/ 20 h 302"/>
                <a:gd name="T28" fmla="*/ 206 w 287"/>
                <a:gd name="T29" fmla="*/ 11 h 302"/>
                <a:gd name="T30" fmla="*/ 231 w 287"/>
                <a:gd name="T31" fmla="*/ 43 h 302"/>
                <a:gd name="T32" fmla="*/ 228 w 287"/>
                <a:gd name="T33" fmla="*/ 65 h 302"/>
                <a:gd name="T34" fmla="*/ 241 w 287"/>
                <a:gd name="T35" fmla="*/ 71 h 302"/>
                <a:gd name="T36" fmla="*/ 268 w 287"/>
                <a:gd name="T37" fmla="*/ 97 h 302"/>
                <a:gd name="T38" fmla="*/ 259 w 287"/>
                <a:gd name="T39" fmla="*/ 103 h 302"/>
                <a:gd name="T40" fmla="*/ 258 w 287"/>
                <a:gd name="T41" fmla="*/ 109 h 302"/>
                <a:gd name="T42" fmla="*/ 258 w 287"/>
                <a:gd name="T43" fmla="*/ 117 h 302"/>
                <a:gd name="T44" fmla="*/ 252 w 287"/>
                <a:gd name="T45" fmla="*/ 126 h 302"/>
                <a:gd name="T46" fmla="*/ 245 w 287"/>
                <a:gd name="T47" fmla="*/ 135 h 302"/>
                <a:gd name="T48" fmla="*/ 246 w 287"/>
                <a:gd name="T49" fmla="*/ 153 h 302"/>
                <a:gd name="T50" fmla="*/ 255 w 287"/>
                <a:gd name="T51" fmla="*/ 154 h 302"/>
                <a:gd name="T52" fmla="*/ 271 w 287"/>
                <a:gd name="T53" fmla="*/ 166 h 302"/>
                <a:gd name="T54" fmla="*/ 282 w 287"/>
                <a:gd name="T55" fmla="*/ 170 h 302"/>
                <a:gd name="T56" fmla="*/ 285 w 287"/>
                <a:gd name="T57" fmla="*/ 197 h 302"/>
                <a:gd name="T58" fmla="*/ 277 w 287"/>
                <a:gd name="T59" fmla="*/ 200 h 302"/>
                <a:gd name="T60" fmla="*/ 271 w 287"/>
                <a:gd name="T61" fmla="*/ 196 h 302"/>
                <a:gd name="T62" fmla="*/ 240 w 287"/>
                <a:gd name="T63" fmla="*/ 203 h 302"/>
                <a:gd name="T64" fmla="*/ 225 w 287"/>
                <a:gd name="T65" fmla="*/ 207 h 302"/>
                <a:gd name="T66" fmla="*/ 217 w 287"/>
                <a:gd name="T67" fmla="*/ 228 h 302"/>
                <a:gd name="T68" fmla="*/ 207 w 287"/>
                <a:gd name="T69" fmla="*/ 242 h 302"/>
                <a:gd name="T70" fmla="*/ 197 w 287"/>
                <a:gd name="T71" fmla="*/ 251 h 302"/>
                <a:gd name="T72" fmla="*/ 192 w 287"/>
                <a:gd name="T73" fmla="*/ 263 h 302"/>
                <a:gd name="T74" fmla="*/ 183 w 287"/>
                <a:gd name="T75" fmla="*/ 286 h 302"/>
                <a:gd name="T76" fmla="*/ 144 w 287"/>
                <a:gd name="T77" fmla="*/ 296 h 302"/>
                <a:gd name="T78" fmla="*/ 124 w 287"/>
                <a:gd name="T79" fmla="*/ 285 h 302"/>
                <a:gd name="T80" fmla="*/ 119 w 287"/>
                <a:gd name="T81" fmla="*/ 272 h 302"/>
                <a:gd name="T82" fmla="*/ 124 w 287"/>
                <a:gd name="T83" fmla="*/ 270 h 302"/>
                <a:gd name="T84" fmla="*/ 102 w 287"/>
                <a:gd name="T85" fmla="*/ 256 h 302"/>
                <a:gd name="T86" fmla="*/ 94 w 287"/>
                <a:gd name="T87" fmla="*/ 224 h 302"/>
                <a:gd name="T88" fmla="*/ 93 w 287"/>
                <a:gd name="T89" fmla="*/ 200 h 302"/>
                <a:gd name="T90" fmla="*/ 112 w 287"/>
                <a:gd name="T91" fmla="*/ 181 h 302"/>
                <a:gd name="T92" fmla="*/ 130 w 287"/>
                <a:gd name="T93" fmla="*/ 160 h 302"/>
                <a:gd name="T94" fmla="*/ 126 w 287"/>
                <a:gd name="T95" fmla="*/ 141 h 302"/>
                <a:gd name="T96" fmla="*/ 104 w 287"/>
                <a:gd name="T97" fmla="*/ 142 h 302"/>
                <a:gd name="T98" fmla="*/ 101 w 287"/>
                <a:gd name="T99" fmla="*/ 146 h 302"/>
                <a:gd name="T100" fmla="*/ 78 w 287"/>
                <a:gd name="T101" fmla="*/ 149 h 302"/>
                <a:gd name="T102" fmla="*/ 55 w 287"/>
                <a:gd name="T103" fmla="*/ 133 h 302"/>
                <a:gd name="T104" fmla="*/ 45 w 287"/>
                <a:gd name="T105" fmla="*/ 130 h 302"/>
                <a:gd name="T106" fmla="*/ 8 w 287"/>
                <a:gd name="T107" fmla="*/ 140 h 302"/>
                <a:gd name="T108" fmla="*/ 8 w 287"/>
                <a:gd name="T109" fmla="*/ 133 h 302"/>
                <a:gd name="T110" fmla="*/ 1 w 287"/>
                <a:gd name="T111" fmla="*/ 100 h 302"/>
                <a:gd name="T112" fmla="*/ 28 w 287"/>
                <a:gd name="T113" fmla="*/ 57 h 302"/>
                <a:gd name="T114" fmla="*/ 18 w 287"/>
                <a:gd name="T115" fmla="*/ 30 h 30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287"/>
                <a:gd name="T175" fmla="*/ 0 h 302"/>
                <a:gd name="T176" fmla="*/ 287 w 287"/>
                <a:gd name="T177" fmla="*/ 302 h 30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287" h="302">
                  <a:moveTo>
                    <a:pt x="13" y="22"/>
                  </a:moveTo>
                  <a:lnTo>
                    <a:pt x="15" y="21"/>
                  </a:lnTo>
                  <a:lnTo>
                    <a:pt x="28" y="16"/>
                  </a:lnTo>
                  <a:lnTo>
                    <a:pt x="29" y="15"/>
                  </a:lnTo>
                  <a:lnTo>
                    <a:pt x="31" y="15"/>
                  </a:lnTo>
                  <a:lnTo>
                    <a:pt x="56" y="15"/>
                  </a:lnTo>
                  <a:lnTo>
                    <a:pt x="59" y="15"/>
                  </a:lnTo>
                  <a:lnTo>
                    <a:pt x="60" y="15"/>
                  </a:lnTo>
                  <a:lnTo>
                    <a:pt x="61" y="16"/>
                  </a:lnTo>
                  <a:lnTo>
                    <a:pt x="62" y="17"/>
                  </a:lnTo>
                  <a:lnTo>
                    <a:pt x="69" y="17"/>
                  </a:lnTo>
                  <a:lnTo>
                    <a:pt x="70" y="17"/>
                  </a:lnTo>
                  <a:lnTo>
                    <a:pt x="71" y="17"/>
                  </a:lnTo>
                  <a:lnTo>
                    <a:pt x="72" y="17"/>
                  </a:lnTo>
                  <a:lnTo>
                    <a:pt x="84" y="11"/>
                  </a:lnTo>
                  <a:lnTo>
                    <a:pt x="87" y="9"/>
                  </a:lnTo>
                  <a:lnTo>
                    <a:pt x="88" y="8"/>
                  </a:lnTo>
                  <a:lnTo>
                    <a:pt x="90" y="5"/>
                  </a:lnTo>
                  <a:lnTo>
                    <a:pt x="99" y="2"/>
                  </a:lnTo>
                  <a:lnTo>
                    <a:pt x="101" y="1"/>
                  </a:lnTo>
                  <a:lnTo>
                    <a:pt x="103" y="0"/>
                  </a:lnTo>
                  <a:lnTo>
                    <a:pt x="105" y="0"/>
                  </a:lnTo>
                  <a:lnTo>
                    <a:pt x="111" y="5"/>
                  </a:lnTo>
                  <a:lnTo>
                    <a:pt x="111" y="6"/>
                  </a:lnTo>
                  <a:lnTo>
                    <a:pt x="114" y="10"/>
                  </a:lnTo>
                  <a:lnTo>
                    <a:pt x="113" y="11"/>
                  </a:lnTo>
                  <a:lnTo>
                    <a:pt x="113" y="13"/>
                  </a:lnTo>
                  <a:lnTo>
                    <a:pt x="113" y="14"/>
                  </a:lnTo>
                  <a:lnTo>
                    <a:pt x="112" y="14"/>
                  </a:lnTo>
                  <a:lnTo>
                    <a:pt x="111" y="14"/>
                  </a:lnTo>
                  <a:lnTo>
                    <a:pt x="110" y="14"/>
                  </a:lnTo>
                  <a:lnTo>
                    <a:pt x="109" y="15"/>
                  </a:lnTo>
                  <a:lnTo>
                    <a:pt x="103" y="25"/>
                  </a:lnTo>
                  <a:lnTo>
                    <a:pt x="102" y="26"/>
                  </a:lnTo>
                  <a:lnTo>
                    <a:pt x="101" y="28"/>
                  </a:lnTo>
                  <a:lnTo>
                    <a:pt x="101" y="30"/>
                  </a:lnTo>
                  <a:lnTo>
                    <a:pt x="101" y="31"/>
                  </a:lnTo>
                  <a:lnTo>
                    <a:pt x="102" y="32"/>
                  </a:lnTo>
                  <a:lnTo>
                    <a:pt x="118" y="38"/>
                  </a:lnTo>
                  <a:lnTo>
                    <a:pt x="122" y="35"/>
                  </a:lnTo>
                  <a:lnTo>
                    <a:pt x="121" y="36"/>
                  </a:lnTo>
                  <a:lnTo>
                    <a:pt x="119" y="35"/>
                  </a:lnTo>
                  <a:lnTo>
                    <a:pt x="118" y="34"/>
                  </a:lnTo>
                  <a:lnTo>
                    <a:pt x="118" y="32"/>
                  </a:lnTo>
                  <a:lnTo>
                    <a:pt x="118" y="30"/>
                  </a:lnTo>
                  <a:lnTo>
                    <a:pt x="118" y="29"/>
                  </a:lnTo>
                  <a:lnTo>
                    <a:pt x="119" y="28"/>
                  </a:lnTo>
                  <a:lnTo>
                    <a:pt x="129" y="24"/>
                  </a:lnTo>
                  <a:lnTo>
                    <a:pt x="130" y="23"/>
                  </a:lnTo>
                  <a:lnTo>
                    <a:pt x="132" y="30"/>
                  </a:lnTo>
                  <a:lnTo>
                    <a:pt x="131" y="30"/>
                  </a:lnTo>
                  <a:lnTo>
                    <a:pt x="128" y="33"/>
                  </a:lnTo>
                  <a:lnTo>
                    <a:pt x="127" y="34"/>
                  </a:lnTo>
                  <a:lnTo>
                    <a:pt x="128" y="42"/>
                  </a:lnTo>
                  <a:lnTo>
                    <a:pt x="131" y="46"/>
                  </a:lnTo>
                  <a:lnTo>
                    <a:pt x="136" y="52"/>
                  </a:lnTo>
                  <a:lnTo>
                    <a:pt x="138" y="53"/>
                  </a:lnTo>
                  <a:lnTo>
                    <a:pt x="154" y="58"/>
                  </a:lnTo>
                  <a:lnTo>
                    <a:pt x="160" y="56"/>
                  </a:lnTo>
                  <a:lnTo>
                    <a:pt x="173" y="51"/>
                  </a:lnTo>
                  <a:lnTo>
                    <a:pt x="178" y="41"/>
                  </a:lnTo>
                  <a:lnTo>
                    <a:pt x="183" y="37"/>
                  </a:lnTo>
                  <a:lnTo>
                    <a:pt x="198" y="29"/>
                  </a:lnTo>
                  <a:lnTo>
                    <a:pt x="201" y="28"/>
                  </a:lnTo>
                  <a:lnTo>
                    <a:pt x="202" y="20"/>
                  </a:lnTo>
                  <a:lnTo>
                    <a:pt x="201" y="15"/>
                  </a:lnTo>
                  <a:lnTo>
                    <a:pt x="201" y="14"/>
                  </a:lnTo>
                  <a:lnTo>
                    <a:pt x="203" y="11"/>
                  </a:lnTo>
                  <a:lnTo>
                    <a:pt x="205" y="10"/>
                  </a:lnTo>
                  <a:lnTo>
                    <a:pt x="206" y="11"/>
                  </a:lnTo>
                  <a:lnTo>
                    <a:pt x="216" y="16"/>
                  </a:lnTo>
                  <a:lnTo>
                    <a:pt x="227" y="30"/>
                  </a:lnTo>
                  <a:lnTo>
                    <a:pt x="229" y="34"/>
                  </a:lnTo>
                  <a:lnTo>
                    <a:pt x="231" y="41"/>
                  </a:lnTo>
                  <a:lnTo>
                    <a:pt x="231" y="43"/>
                  </a:lnTo>
                  <a:lnTo>
                    <a:pt x="233" y="51"/>
                  </a:lnTo>
                  <a:lnTo>
                    <a:pt x="233" y="52"/>
                  </a:lnTo>
                  <a:lnTo>
                    <a:pt x="231" y="58"/>
                  </a:lnTo>
                  <a:lnTo>
                    <a:pt x="230" y="61"/>
                  </a:lnTo>
                  <a:lnTo>
                    <a:pt x="228" y="65"/>
                  </a:lnTo>
                  <a:lnTo>
                    <a:pt x="228" y="71"/>
                  </a:lnTo>
                  <a:lnTo>
                    <a:pt x="229" y="72"/>
                  </a:lnTo>
                  <a:lnTo>
                    <a:pt x="231" y="74"/>
                  </a:lnTo>
                  <a:lnTo>
                    <a:pt x="239" y="72"/>
                  </a:lnTo>
                  <a:lnTo>
                    <a:pt x="241" y="71"/>
                  </a:lnTo>
                  <a:lnTo>
                    <a:pt x="247" y="74"/>
                  </a:lnTo>
                  <a:lnTo>
                    <a:pt x="265" y="90"/>
                  </a:lnTo>
                  <a:lnTo>
                    <a:pt x="266" y="91"/>
                  </a:lnTo>
                  <a:lnTo>
                    <a:pt x="267" y="93"/>
                  </a:lnTo>
                  <a:lnTo>
                    <a:pt x="268" y="97"/>
                  </a:lnTo>
                  <a:lnTo>
                    <a:pt x="268" y="98"/>
                  </a:lnTo>
                  <a:lnTo>
                    <a:pt x="267" y="99"/>
                  </a:lnTo>
                  <a:lnTo>
                    <a:pt x="263" y="100"/>
                  </a:lnTo>
                  <a:lnTo>
                    <a:pt x="260" y="103"/>
                  </a:lnTo>
                  <a:lnTo>
                    <a:pt x="259" y="103"/>
                  </a:lnTo>
                  <a:lnTo>
                    <a:pt x="258" y="105"/>
                  </a:lnTo>
                  <a:lnTo>
                    <a:pt x="257" y="108"/>
                  </a:lnTo>
                  <a:lnTo>
                    <a:pt x="257" y="109"/>
                  </a:lnTo>
                  <a:lnTo>
                    <a:pt x="258" y="109"/>
                  </a:lnTo>
                  <a:lnTo>
                    <a:pt x="258" y="110"/>
                  </a:lnTo>
                  <a:lnTo>
                    <a:pt x="258" y="111"/>
                  </a:lnTo>
                  <a:lnTo>
                    <a:pt x="259" y="112"/>
                  </a:lnTo>
                  <a:lnTo>
                    <a:pt x="258" y="113"/>
                  </a:lnTo>
                  <a:lnTo>
                    <a:pt x="258" y="117"/>
                  </a:lnTo>
                  <a:lnTo>
                    <a:pt x="257" y="118"/>
                  </a:lnTo>
                  <a:lnTo>
                    <a:pt x="257" y="120"/>
                  </a:lnTo>
                  <a:lnTo>
                    <a:pt x="254" y="124"/>
                  </a:lnTo>
                  <a:lnTo>
                    <a:pt x="253" y="125"/>
                  </a:lnTo>
                  <a:lnTo>
                    <a:pt x="252" y="126"/>
                  </a:lnTo>
                  <a:lnTo>
                    <a:pt x="251" y="127"/>
                  </a:lnTo>
                  <a:lnTo>
                    <a:pt x="250" y="129"/>
                  </a:lnTo>
                  <a:lnTo>
                    <a:pt x="248" y="131"/>
                  </a:lnTo>
                  <a:lnTo>
                    <a:pt x="246" y="134"/>
                  </a:lnTo>
                  <a:lnTo>
                    <a:pt x="245" y="135"/>
                  </a:lnTo>
                  <a:lnTo>
                    <a:pt x="244" y="140"/>
                  </a:lnTo>
                  <a:lnTo>
                    <a:pt x="244" y="141"/>
                  </a:lnTo>
                  <a:lnTo>
                    <a:pt x="244" y="143"/>
                  </a:lnTo>
                  <a:lnTo>
                    <a:pt x="246" y="153"/>
                  </a:lnTo>
                  <a:lnTo>
                    <a:pt x="249" y="155"/>
                  </a:lnTo>
                  <a:lnTo>
                    <a:pt x="250" y="155"/>
                  </a:lnTo>
                  <a:lnTo>
                    <a:pt x="251" y="154"/>
                  </a:lnTo>
                  <a:lnTo>
                    <a:pt x="254" y="154"/>
                  </a:lnTo>
                  <a:lnTo>
                    <a:pt x="255" y="154"/>
                  </a:lnTo>
                  <a:lnTo>
                    <a:pt x="256" y="155"/>
                  </a:lnTo>
                  <a:lnTo>
                    <a:pt x="257" y="156"/>
                  </a:lnTo>
                  <a:lnTo>
                    <a:pt x="263" y="160"/>
                  </a:lnTo>
                  <a:lnTo>
                    <a:pt x="270" y="166"/>
                  </a:lnTo>
                  <a:lnTo>
                    <a:pt x="271" y="166"/>
                  </a:lnTo>
                  <a:lnTo>
                    <a:pt x="273" y="167"/>
                  </a:lnTo>
                  <a:lnTo>
                    <a:pt x="277" y="167"/>
                  </a:lnTo>
                  <a:lnTo>
                    <a:pt x="277" y="168"/>
                  </a:lnTo>
                  <a:lnTo>
                    <a:pt x="280" y="169"/>
                  </a:lnTo>
                  <a:lnTo>
                    <a:pt x="282" y="170"/>
                  </a:lnTo>
                  <a:lnTo>
                    <a:pt x="286" y="175"/>
                  </a:lnTo>
                  <a:lnTo>
                    <a:pt x="287" y="175"/>
                  </a:lnTo>
                  <a:lnTo>
                    <a:pt x="287" y="179"/>
                  </a:lnTo>
                  <a:lnTo>
                    <a:pt x="285" y="196"/>
                  </a:lnTo>
                  <a:lnTo>
                    <a:pt x="285" y="197"/>
                  </a:lnTo>
                  <a:lnTo>
                    <a:pt x="284" y="197"/>
                  </a:lnTo>
                  <a:lnTo>
                    <a:pt x="280" y="200"/>
                  </a:lnTo>
                  <a:lnTo>
                    <a:pt x="279" y="200"/>
                  </a:lnTo>
                  <a:lnTo>
                    <a:pt x="278" y="200"/>
                  </a:lnTo>
                  <a:lnTo>
                    <a:pt x="277" y="200"/>
                  </a:lnTo>
                  <a:lnTo>
                    <a:pt x="273" y="199"/>
                  </a:lnTo>
                  <a:lnTo>
                    <a:pt x="271" y="198"/>
                  </a:lnTo>
                  <a:lnTo>
                    <a:pt x="271" y="197"/>
                  </a:lnTo>
                  <a:lnTo>
                    <a:pt x="271" y="196"/>
                  </a:lnTo>
                  <a:lnTo>
                    <a:pt x="272" y="196"/>
                  </a:lnTo>
                  <a:lnTo>
                    <a:pt x="270" y="193"/>
                  </a:lnTo>
                  <a:lnTo>
                    <a:pt x="260" y="192"/>
                  </a:lnTo>
                  <a:lnTo>
                    <a:pt x="252" y="198"/>
                  </a:lnTo>
                  <a:lnTo>
                    <a:pt x="240" y="203"/>
                  </a:lnTo>
                  <a:lnTo>
                    <a:pt x="229" y="206"/>
                  </a:lnTo>
                  <a:lnTo>
                    <a:pt x="228" y="206"/>
                  </a:lnTo>
                  <a:lnTo>
                    <a:pt x="226" y="206"/>
                  </a:lnTo>
                  <a:lnTo>
                    <a:pt x="225" y="207"/>
                  </a:lnTo>
                  <a:lnTo>
                    <a:pt x="221" y="210"/>
                  </a:lnTo>
                  <a:lnTo>
                    <a:pt x="220" y="212"/>
                  </a:lnTo>
                  <a:lnTo>
                    <a:pt x="220" y="213"/>
                  </a:lnTo>
                  <a:lnTo>
                    <a:pt x="219" y="213"/>
                  </a:lnTo>
                  <a:lnTo>
                    <a:pt x="217" y="228"/>
                  </a:lnTo>
                  <a:lnTo>
                    <a:pt x="218" y="234"/>
                  </a:lnTo>
                  <a:lnTo>
                    <a:pt x="218" y="235"/>
                  </a:lnTo>
                  <a:lnTo>
                    <a:pt x="213" y="239"/>
                  </a:lnTo>
                  <a:lnTo>
                    <a:pt x="210" y="242"/>
                  </a:lnTo>
                  <a:lnTo>
                    <a:pt x="207" y="242"/>
                  </a:lnTo>
                  <a:lnTo>
                    <a:pt x="204" y="244"/>
                  </a:lnTo>
                  <a:lnTo>
                    <a:pt x="201" y="246"/>
                  </a:lnTo>
                  <a:lnTo>
                    <a:pt x="201" y="247"/>
                  </a:lnTo>
                  <a:lnTo>
                    <a:pt x="198" y="249"/>
                  </a:lnTo>
                  <a:lnTo>
                    <a:pt x="197" y="251"/>
                  </a:lnTo>
                  <a:lnTo>
                    <a:pt x="196" y="252"/>
                  </a:lnTo>
                  <a:lnTo>
                    <a:pt x="195" y="255"/>
                  </a:lnTo>
                  <a:lnTo>
                    <a:pt x="194" y="258"/>
                  </a:lnTo>
                  <a:lnTo>
                    <a:pt x="193" y="260"/>
                  </a:lnTo>
                  <a:lnTo>
                    <a:pt x="192" y="263"/>
                  </a:lnTo>
                  <a:lnTo>
                    <a:pt x="191" y="268"/>
                  </a:lnTo>
                  <a:lnTo>
                    <a:pt x="190" y="269"/>
                  </a:lnTo>
                  <a:lnTo>
                    <a:pt x="188" y="272"/>
                  </a:lnTo>
                  <a:lnTo>
                    <a:pt x="187" y="275"/>
                  </a:lnTo>
                  <a:lnTo>
                    <a:pt x="183" y="286"/>
                  </a:lnTo>
                  <a:lnTo>
                    <a:pt x="182" y="288"/>
                  </a:lnTo>
                  <a:lnTo>
                    <a:pt x="178" y="291"/>
                  </a:lnTo>
                  <a:lnTo>
                    <a:pt x="176" y="293"/>
                  </a:lnTo>
                  <a:lnTo>
                    <a:pt x="164" y="302"/>
                  </a:lnTo>
                  <a:lnTo>
                    <a:pt x="144" y="296"/>
                  </a:lnTo>
                  <a:lnTo>
                    <a:pt x="138" y="294"/>
                  </a:lnTo>
                  <a:lnTo>
                    <a:pt x="130" y="291"/>
                  </a:lnTo>
                  <a:lnTo>
                    <a:pt x="124" y="286"/>
                  </a:lnTo>
                  <a:lnTo>
                    <a:pt x="124" y="285"/>
                  </a:lnTo>
                  <a:lnTo>
                    <a:pt x="117" y="276"/>
                  </a:lnTo>
                  <a:lnTo>
                    <a:pt x="117" y="275"/>
                  </a:lnTo>
                  <a:lnTo>
                    <a:pt x="118" y="273"/>
                  </a:lnTo>
                  <a:lnTo>
                    <a:pt x="118" y="272"/>
                  </a:lnTo>
                  <a:lnTo>
                    <a:pt x="119" y="272"/>
                  </a:lnTo>
                  <a:lnTo>
                    <a:pt x="120" y="273"/>
                  </a:lnTo>
                  <a:lnTo>
                    <a:pt x="122" y="273"/>
                  </a:lnTo>
                  <a:lnTo>
                    <a:pt x="124" y="271"/>
                  </a:lnTo>
                  <a:lnTo>
                    <a:pt x="124" y="270"/>
                  </a:lnTo>
                  <a:lnTo>
                    <a:pt x="124" y="269"/>
                  </a:lnTo>
                  <a:lnTo>
                    <a:pt x="121" y="268"/>
                  </a:lnTo>
                  <a:lnTo>
                    <a:pt x="115" y="263"/>
                  </a:lnTo>
                  <a:lnTo>
                    <a:pt x="111" y="261"/>
                  </a:lnTo>
                  <a:lnTo>
                    <a:pt x="102" y="256"/>
                  </a:lnTo>
                  <a:lnTo>
                    <a:pt x="88" y="248"/>
                  </a:lnTo>
                  <a:lnTo>
                    <a:pt x="87" y="247"/>
                  </a:lnTo>
                  <a:lnTo>
                    <a:pt x="87" y="246"/>
                  </a:lnTo>
                  <a:lnTo>
                    <a:pt x="90" y="235"/>
                  </a:lnTo>
                  <a:lnTo>
                    <a:pt x="94" y="224"/>
                  </a:lnTo>
                  <a:lnTo>
                    <a:pt x="101" y="214"/>
                  </a:lnTo>
                  <a:lnTo>
                    <a:pt x="102" y="213"/>
                  </a:lnTo>
                  <a:lnTo>
                    <a:pt x="95" y="203"/>
                  </a:lnTo>
                  <a:lnTo>
                    <a:pt x="93" y="200"/>
                  </a:lnTo>
                  <a:lnTo>
                    <a:pt x="91" y="199"/>
                  </a:lnTo>
                  <a:lnTo>
                    <a:pt x="95" y="190"/>
                  </a:lnTo>
                  <a:lnTo>
                    <a:pt x="96" y="190"/>
                  </a:lnTo>
                  <a:lnTo>
                    <a:pt x="105" y="186"/>
                  </a:lnTo>
                  <a:lnTo>
                    <a:pt x="112" y="181"/>
                  </a:lnTo>
                  <a:lnTo>
                    <a:pt x="120" y="173"/>
                  </a:lnTo>
                  <a:lnTo>
                    <a:pt x="121" y="171"/>
                  </a:lnTo>
                  <a:lnTo>
                    <a:pt x="128" y="163"/>
                  </a:lnTo>
                  <a:lnTo>
                    <a:pt x="129" y="160"/>
                  </a:lnTo>
                  <a:lnTo>
                    <a:pt x="130" y="160"/>
                  </a:lnTo>
                  <a:lnTo>
                    <a:pt x="130" y="158"/>
                  </a:lnTo>
                  <a:lnTo>
                    <a:pt x="130" y="157"/>
                  </a:lnTo>
                  <a:lnTo>
                    <a:pt x="130" y="150"/>
                  </a:lnTo>
                  <a:lnTo>
                    <a:pt x="130" y="149"/>
                  </a:lnTo>
                  <a:lnTo>
                    <a:pt x="126" y="141"/>
                  </a:lnTo>
                  <a:lnTo>
                    <a:pt x="116" y="138"/>
                  </a:lnTo>
                  <a:lnTo>
                    <a:pt x="115" y="138"/>
                  </a:lnTo>
                  <a:lnTo>
                    <a:pt x="105" y="142"/>
                  </a:lnTo>
                  <a:lnTo>
                    <a:pt x="104" y="142"/>
                  </a:lnTo>
                  <a:lnTo>
                    <a:pt x="102" y="144"/>
                  </a:lnTo>
                  <a:lnTo>
                    <a:pt x="101" y="144"/>
                  </a:lnTo>
                  <a:lnTo>
                    <a:pt x="101" y="145"/>
                  </a:lnTo>
                  <a:lnTo>
                    <a:pt x="101" y="146"/>
                  </a:lnTo>
                  <a:lnTo>
                    <a:pt x="99" y="148"/>
                  </a:lnTo>
                  <a:lnTo>
                    <a:pt x="97" y="149"/>
                  </a:lnTo>
                  <a:lnTo>
                    <a:pt x="87" y="151"/>
                  </a:lnTo>
                  <a:lnTo>
                    <a:pt x="86" y="151"/>
                  </a:lnTo>
                  <a:lnTo>
                    <a:pt x="78" y="149"/>
                  </a:lnTo>
                  <a:lnTo>
                    <a:pt x="77" y="149"/>
                  </a:lnTo>
                  <a:lnTo>
                    <a:pt x="71" y="145"/>
                  </a:lnTo>
                  <a:lnTo>
                    <a:pt x="69" y="143"/>
                  </a:lnTo>
                  <a:lnTo>
                    <a:pt x="67" y="141"/>
                  </a:lnTo>
                  <a:lnTo>
                    <a:pt x="55" y="133"/>
                  </a:lnTo>
                  <a:lnTo>
                    <a:pt x="53" y="132"/>
                  </a:lnTo>
                  <a:lnTo>
                    <a:pt x="49" y="131"/>
                  </a:lnTo>
                  <a:lnTo>
                    <a:pt x="46" y="130"/>
                  </a:lnTo>
                  <a:lnTo>
                    <a:pt x="45" y="130"/>
                  </a:lnTo>
                  <a:lnTo>
                    <a:pt x="43" y="130"/>
                  </a:lnTo>
                  <a:lnTo>
                    <a:pt x="27" y="133"/>
                  </a:lnTo>
                  <a:lnTo>
                    <a:pt x="18" y="137"/>
                  </a:lnTo>
                  <a:lnTo>
                    <a:pt x="10" y="140"/>
                  </a:lnTo>
                  <a:lnTo>
                    <a:pt x="8" y="140"/>
                  </a:lnTo>
                  <a:lnTo>
                    <a:pt x="5" y="140"/>
                  </a:lnTo>
                  <a:lnTo>
                    <a:pt x="7" y="136"/>
                  </a:lnTo>
                  <a:lnTo>
                    <a:pt x="8" y="134"/>
                  </a:lnTo>
                  <a:lnTo>
                    <a:pt x="8" y="133"/>
                  </a:lnTo>
                  <a:lnTo>
                    <a:pt x="7" y="131"/>
                  </a:lnTo>
                  <a:lnTo>
                    <a:pt x="5" y="129"/>
                  </a:lnTo>
                  <a:lnTo>
                    <a:pt x="4" y="126"/>
                  </a:lnTo>
                  <a:lnTo>
                    <a:pt x="0" y="111"/>
                  </a:lnTo>
                  <a:lnTo>
                    <a:pt x="1" y="100"/>
                  </a:lnTo>
                  <a:lnTo>
                    <a:pt x="2" y="99"/>
                  </a:lnTo>
                  <a:lnTo>
                    <a:pt x="16" y="83"/>
                  </a:lnTo>
                  <a:lnTo>
                    <a:pt x="28" y="67"/>
                  </a:lnTo>
                  <a:lnTo>
                    <a:pt x="28" y="65"/>
                  </a:lnTo>
                  <a:lnTo>
                    <a:pt x="28" y="57"/>
                  </a:lnTo>
                  <a:lnTo>
                    <a:pt x="24" y="50"/>
                  </a:lnTo>
                  <a:lnTo>
                    <a:pt x="21" y="45"/>
                  </a:lnTo>
                  <a:lnTo>
                    <a:pt x="18" y="35"/>
                  </a:lnTo>
                  <a:lnTo>
                    <a:pt x="18" y="33"/>
                  </a:lnTo>
                  <a:lnTo>
                    <a:pt x="18" y="30"/>
                  </a:lnTo>
                  <a:lnTo>
                    <a:pt x="17" y="25"/>
                  </a:lnTo>
                  <a:lnTo>
                    <a:pt x="16" y="24"/>
                  </a:lnTo>
                  <a:lnTo>
                    <a:pt x="15" y="23"/>
                  </a:lnTo>
                  <a:lnTo>
                    <a:pt x="13" y="2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1" name="Freeform 42"/>
            <p:cNvSpPr>
              <a:spLocks/>
            </p:cNvSpPr>
            <p:nvPr/>
          </p:nvSpPr>
          <p:spPr bwMode="gray">
            <a:xfrm>
              <a:off x="3255" y="2181"/>
              <a:ext cx="264" cy="299"/>
            </a:xfrm>
            <a:custGeom>
              <a:avLst/>
              <a:gdLst>
                <a:gd name="T0" fmla="*/ 42 w 264"/>
                <a:gd name="T1" fmla="*/ 53 h 299"/>
                <a:gd name="T2" fmla="*/ 76 w 264"/>
                <a:gd name="T3" fmla="*/ 13 h 299"/>
                <a:gd name="T4" fmla="*/ 85 w 264"/>
                <a:gd name="T5" fmla="*/ 22 h 299"/>
                <a:gd name="T6" fmla="*/ 112 w 264"/>
                <a:gd name="T7" fmla="*/ 29 h 299"/>
                <a:gd name="T8" fmla="*/ 139 w 264"/>
                <a:gd name="T9" fmla="*/ 12 h 299"/>
                <a:gd name="T10" fmla="*/ 168 w 264"/>
                <a:gd name="T11" fmla="*/ 0 h 299"/>
                <a:gd name="T12" fmla="*/ 200 w 264"/>
                <a:gd name="T13" fmla="*/ 19 h 299"/>
                <a:gd name="T14" fmla="*/ 217 w 264"/>
                <a:gd name="T15" fmla="*/ 43 h 299"/>
                <a:gd name="T16" fmla="*/ 234 w 264"/>
                <a:gd name="T17" fmla="*/ 39 h 299"/>
                <a:gd name="T18" fmla="*/ 261 w 264"/>
                <a:gd name="T19" fmla="*/ 40 h 299"/>
                <a:gd name="T20" fmla="*/ 240 w 264"/>
                <a:gd name="T21" fmla="*/ 97 h 299"/>
                <a:gd name="T22" fmla="*/ 237 w 264"/>
                <a:gd name="T23" fmla="*/ 128 h 299"/>
                <a:gd name="T24" fmla="*/ 240 w 264"/>
                <a:gd name="T25" fmla="*/ 142 h 299"/>
                <a:gd name="T26" fmla="*/ 264 w 264"/>
                <a:gd name="T27" fmla="*/ 193 h 299"/>
                <a:gd name="T28" fmla="*/ 238 w 264"/>
                <a:gd name="T29" fmla="*/ 202 h 299"/>
                <a:gd name="T30" fmla="*/ 226 w 264"/>
                <a:gd name="T31" fmla="*/ 215 h 299"/>
                <a:gd name="T32" fmla="*/ 218 w 264"/>
                <a:gd name="T33" fmla="*/ 234 h 299"/>
                <a:gd name="T34" fmla="*/ 220 w 264"/>
                <a:gd name="T35" fmla="*/ 243 h 299"/>
                <a:gd name="T36" fmla="*/ 219 w 264"/>
                <a:gd name="T37" fmla="*/ 258 h 299"/>
                <a:gd name="T38" fmla="*/ 200 w 264"/>
                <a:gd name="T39" fmla="*/ 272 h 299"/>
                <a:gd name="T40" fmla="*/ 172 w 264"/>
                <a:gd name="T41" fmla="*/ 287 h 299"/>
                <a:gd name="T42" fmla="*/ 171 w 264"/>
                <a:gd name="T43" fmla="*/ 296 h 299"/>
                <a:gd name="T44" fmla="*/ 161 w 264"/>
                <a:gd name="T45" fmla="*/ 299 h 299"/>
                <a:gd name="T46" fmla="*/ 150 w 264"/>
                <a:gd name="T47" fmla="*/ 290 h 299"/>
                <a:gd name="T48" fmla="*/ 155 w 264"/>
                <a:gd name="T49" fmla="*/ 289 h 299"/>
                <a:gd name="T50" fmla="*/ 161 w 264"/>
                <a:gd name="T51" fmla="*/ 284 h 299"/>
                <a:gd name="T52" fmla="*/ 167 w 264"/>
                <a:gd name="T53" fmla="*/ 236 h 299"/>
                <a:gd name="T54" fmla="*/ 187 w 264"/>
                <a:gd name="T55" fmla="*/ 212 h 299"/>
                <a:gd name="T56" fmla="*/ 182 w 264"/>
                <a:gd name="T57" fmla="*/ 202 h 299"/>
                <a:gd name="T58" fmla="*/ 168 w 264"/>
                <a:gd name="T59" fmla="*/ 198 h 299"/>
                <a:gd name="T60" fmla="*/ 150 w 264"/>
                <a:gd name="T61" fmla="*/ 207 h 299"/>
                <a:gd name="T62" fmla="*/ 150 w 264"/>
                <a:gd name="T63" fmla="*/ 220 h 299"/>
                <a:gd name="T64" fmla="*/ 138 w 264"/>
                <a:gd name="T65" fmla="*/ 224 h 299"/>
                <a:gd name="T66" fmla="*/ 138 w 264"/>
                <a:gd name="T67" fmla="*/ 246 h 299"/>
                <a:gd name="T68" fmla="*/ 146 w 264"/>
                <a:gd name="T69" fmla="*/ 251 h 299"/>
                <a:gd name="T70" fmla="*/ 140 w 264"/>
                <a:gd name="T71" fmla="*/ 267 h 299"/>
                <a:gd name="T72" fmla="*/ 134 w 264"/>
                <a:gd name="T73" fmla="*/ 268 h 299"/>
                <a:gd name="T74" fmla="*/ 134 w 264"/>
                <a:gd name="T75" fmla="*/ 256 h 299"/>
                <a:gd name="T76" fmla="*/ 127 w 264"/>
                <a:gd name="T77" fmla="*/ 247 h 299"/>
                <a:gd name="T78" fmla="*/ 103 w 264"/>
                <a:gd name="T79" fmla="*/ 246 h 299"/>
                <a:gd name="T80" fmla="*/ 87 w 264"/>
                <a:gd name="T81" fmla="*/ 253 h 299"/>
                <a:gd name="T82" fmla="*/ 80 w 264"/>
                <a:gd name="T83" fmla="*/ 270 h 299"/>
                <a:gd name="T84" fmla="*/ 64 w 264"/>
                <a:gd name="T85" fmla="*/ 258 h 299"/>
                <a:gd name="T86" fmla="*/ 66 w 264"/>
                <a:gd name="T87" fmla="*/ 249 h 299"/>
                <a:gd name="T88" fmla="*/ 66 w 264"/>
                <a:gd name="T89" fmla="*/ 233 h 299"/>
                <a:gd name="T90" fmla="*/ 79 w 264"/>
                <a:gd name="T91" fmla="*/ 214 h 299"/>
                <a:gd name="T92" fmla="*/ 74 w 264"/>
                <a:gd name="T93" fmla="*/ 195 h 299"/>
                <a:gd name="T94" fmla="*/ 55 w 264"/>
                <a:gd name="T95" fmla="*/ 175 h 299"/>
                <a:gd name="T96" fmla="*/ 22 w 264"/>
                <a:gd name="T97" fmla="*/ 134 h 299"/>
                <a:gd name="T98" fmla="*/ 28 w 264"/>
                <a:gd name="T99" fmla="*/ 103 h 299"/>
                <a:gd name="T100" fmla="*/ 21 w 264"/>
                <a:gd name="T101" fmla="*/ 97 h 299"/>
                <a:gd name="T102" fmla="*/ 10 w 264"/>
                <a:gd name="T103" fmla="*/ 100 h 299"/>
                <a:gd name="T104" fmla="*/ 1 w 264"/>
                <a:gd name="T105" fmla="*/ 93 h 299"/>
                <a:gd name="T106" fmla="*/ 7 w 264"/>
                <a:gd name="T107" fmla="*/ 69 h 299"/>
                <a:gd name="T108" fmla="*/ 33 w 264"/>
                <a:gd name="T109" fmla="*/ 55 h 299"/>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64"/>
                <a:gd name="T166" fmla="*/ 0 h 299"/>
                <a:gd name="T167" fmla="*/ 264 w 264"/>
                <a:gd name="T168" fmla="*/ 299 h 299"/>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64" h="299">
                  <a:moveTo>
                    <a:pt x="33" y="55"/>
                  </a:moveTo>
                  <a:lnTo>
                    <a:pt x="36" y="53"/>
                  </a:lnTo>
                  <a:lnTo>
                    <a:pt x="38" y="52"/>
                  </a:lnTo>
                  <a:lnTo>
                    <a:pt x="41" y="53"/>
                  </a:lnTo>
                  <a:lnTo>
                    <a:pt x="42" y="53"/>
                  </a:lnTo>
                  <a:lnTo>
                    <a:pt x="46" y="51"/>
                  </a:lnTo>
                  <a:lnTo>
                    <a:pt x="58" y="42"/>
                  </a:lnTo>
                  <a:lnTo>
                    <a:pt x="60" y="34"/>
                  </a:lnTo>
                  <a:lnTo>
                    <a:pt x="64" y="23"/>
                  </a:lnTo>
                  <a:lnTo>
                    <a:pt x="76" y="13"/>
                  </a:lnTo>
                  <a:lnTo>
                    <a:pt x="77" y="13"/>
                  </a:lnTo>
                  <a:lnTo>
                    <a:pt x="79" y="14"/>
                  </a:lnTo>
                  <a:lnTo>
                    <a:pt x="84" y="19"/>
                  </a:lnTo>
                  <a:lnTo>
                    <a:pt x="85" y="21"/>
                  </a:lnTo>
                  <a:lnTo>
                    <a:pt x="85" y="22"/>
                  </a:lnTo>
                  <a:lnTo>
                    <a:pt x="85" y="23"/>
                  </a:lnTo>
                  <a:lnTo>
                    <a:pt x="85" y="25"/>
                  </a:lnTo>
                  <a:lnTo>
                    <a:pt x="92" y="29"/>
                  </a:lnTo>
                  <a:lnTo>
                    <a:pt x="106" y="32"/>
                  </a:lnTo>
                  <a:lnTo>
                    <a:pt x="112" y="29"/>
                  </a:lnTo>
                  <a:lnTo>
                    <a:pt x="123" y="23"/>
                  </a:lnTo>
                  <a:lnTo>
                    <a:pt x="129" y="19"/>
                  </a:lnTo>
                  <a:lnTo>
                    <a:pt x="132" y="17"/>
                  </a:lnTo>
                  <a:lnTo>
                    <a:pt x="134" y="16"/>
                  </a:lnTo>
                  <a:lnTo>
                    <a:pt x="139" y="12"/>
                  </a:lnTo>
                  <a:lnTo>
                    <a:pt x="140" y="11"/>
                  </a:lnTo>
                  <a:lnTo>
                    <a:pt x="160" y="0"/>
                  </a:lnTo>
                  <a:lnTo>
                    <a:pt x="162" y="0"/>
                  </a:lnTo>
                  <a:lnTo>
                    <a:pt x="167" y="0"/>
                  </a:lnTo>
                  <a:lnTo>
                    <a:pt x="168" y="0"/>
                  </a:lnTo>
                  <a:lnTo>
                    <a:pt x="170" y="0"/>
                  </a:lnTo>
                  <a:lnTo>
                    <a:pt x="184" y="4"/>
                  </a:lnTo>
                  <a:lnTo>
                    <a:pt x="186" y="5"/>
                  </a:lnTo>
                  <a:lnTo>
                    <a:pt x="195" y="12"/>
                  </a:lnTo>
                  <a:lnTo>
                    <a:pt x="200" y="19"/>
                  </a:lnTo>
                  <a:lnTo>
                    <a:pt x="200" y="20"/>
                  </a:lnTo>
                  <a:lnTo>
                    <a:pt x="201" y="25"/>
                  </a:lnTo>
                  <a:lnTo>
                    <a:pt x="201" y="27"/>
                  </a:lnTo>
                  <a:lnTo>
                    <a:pt x="216" y="43"/>
                  </a:lnTo>
                  <a:lnTo>
                    <a:pt x="217" y="43"/>
                  </a:lnTo>
                  <a:lnTo>
                    <a:pt x="226" y="49"/>
                  </a:lnTo>
                  <a:lnTo>
                    <a:pt x="226" y="48"/>
                  </a:lnTo>
                  <a:lnTo>
                    <a:pt x="227" y="46"/>
                  </a:lnTo>
                  <a:lnTo>
                    <a:pt x="231" y="42"/>
                  </a:lnTo>
                  <a:lnTo>
                    <a:pt x="234" y="39"/>
                  </a:lnTo>
                  <a:lnTo>
                    <a:pt x="240" y="34"/>
                  </a:lnTo>
                  <a:lnTo>
                    <a:pt x="242" y="34"/>
                  </a:lnTo>
                  <a:lnTo>
                    <a:pt x="250" y="37"/>
                  </a:lnTo>
                  <a:lnTo>
                    <a:pt x="255" y="38"/>
                  </a:lnTo>
                  <a:lnTo>
                    <a:pt x="261" y="40"/>
                  </a:lnTo>
                  <a:lnTo>
                    <a:pt x="258" y="44"/>
                  </a:lnTo>
                  <a:lnTo>
                    <a:pt x="256" y="47"/>
                  </a:lnTo>
                  <a:lnTo>
                    <a:pt x="255" y="49"/>
                  </a:lnTo>
                  <a:lnTo>
                    <a:pt x="244" y="82"/>
                  </a:lnTo>
                  <a:lnTo>
                    <a:pt x="240" y="97"/>
                  </a:lnTo>
                  <a:lnTo>
                    <a:pt x="236" y="117"/>
                  </a:lnTo>
                  <a:lnTo>
                    <a:pt x="236" y="118"/>
                  </a:lnTo>
                  <a:lnTo>
                    <a:pt x="236" y="120"/>
                  </a:lnTo>
                  <a:lnTo>
                    <a:pt x="236" y="125"/>
                  </a:lnTo>
                  <a:lnTo>
                    <a:pt x="237" y="128"/>
                  </a:lnTo>
                  <a:lnTo>
                    <a:pt x="237" y="129"/>
                  </a:lnTo>
                  <a:lnTo>
                    <a:pt x="238" y="138"/>
                  </a:lnTo>
                  <a:lnTo>
                    <a:pt x="239" y="139"/>
                  </a:lnTo>
                  <a:lnTo>
                    <a:pt x="239" y="140"/>
                  </a:lnTo>
                  <a:lnTo>
                    <a:pt x="240" y="142"/>
                  </a:lnTo>
                  <a:lnTo>
                    <a:pt x="242" y="147"/>
                  </a:lnTo>
                  <a:lnTo>
                    <a:pt x="243" y="148"/>
                  </a:lnTo>
                  <a:lnTo>
                    <a:pt x="259" y="177"/>
                  </a:lnTo>
                  <a:lnTo>
                    <a:pt x="264" y="186"/>
                  </a:lnTo>
                  <a:lnTo>
                    <a:pt x="264" y="193"/>
                  </a:lnTo>
                  <a:lnTo>
                    <a:pt x="248" y="196"/>
                  </a:lnTo>
                  <a:lnTo>
                    <a:pt x="247" y="196"/>
                  </a:lnTo>
                  <a:lnTo>
                    <a:pt x="244" y="198"/>
                  </a:lnTo>
                  <a:lnTo>
                    <a:pt x="242" y="199"/>
                  </a:lnTo>
                  <a:lnTo>
                    <a:pt x="238" y="202"/>
                  </a:lnTo>
                  <a:lnTo>
                    <a:pt x="236" y="204"/>
                  </a:lnTo>
                  <a:lnTo>
                    <a:pt x="234" y="206"/>
                  </a:lnTo>
                  <a:lnTo>
                    <a:pt x="233" y="207"/>
                  </a:lnTo>
                  <a:lnTo>
                    <a:pt x="227" y="214"/>
                  </a:lnTo>
                  <a:lnTo>
                    <a:pt x="226" y="215"/>
                  </a:lnTo>
                  <a:lnTo>
                    <a:pt x="224" y="218"/>
                  </a:lnTo>
                  <a:lnTo>
                    <a:pt x="222" y="221"/>
                  </a:lnTo>
                  <a:lnTo>
                    <a:pt x="220" y="228"/>
                  </a:lnTo>
                  <a:lnTo>
                    <a:pt x="219" y="231"/>
                  </a:lnTo>
                  <a:lnTo>
                    <a:pt x="218" y="234"/>
                  </a:lnTo>
                  <a:lnTo>
                    <a:pt x="218" y="236"/>
                  </a:lnTo>
                  <a:lnTo>
                    <a:pt x="218" y="237"/>
                  </a:lnTo>
                  <a:lnTo>
                    <a:pt x="218" y="239"/>
                  </a:lnTo>
                  <a:lnTo>
                    <a:pt x="218" y="241"/>
                  </a:lnTo>
                  <a:lnTo>
                    <a:pt x="220" y="243"/>
                  </a:lnTo>
                  <a:lnTo>
                    <a:pt x="220" y="244"/>
                  </a:lnTo>
                  <a:lnTo>
                    <a:pt x="220" y="246"/>
                  </a:lnTo>
                  <a:lnTo>
                    <a:pt x="220" y="254"/>
                  </a:lnTo>
                  <a:lnTo>
                    <a:pt x="220" y="256"/>
                  </a:lnTo>
                  <a:lnTo>
                    <a:pt x="219" y="258"/>
                  </a:lnTo>
                  <a:lnTo>
                    <a:pt x="218" y="261"/>
                  </a:lnTo>
                  <a:lnTo>
                    <a:pt x="217" y="262"/>
                  </a:lnTo>
                  <a:lnTo>
                    <a:pt x="211" y="268"/>
                  </a:lnTo>
                  <a:lnTo>
                    <a:pt x="200" y="272"/>
                  </a:lnTo>
                  <a:lnTo>
                    <a:pt x="199" y="272"/>
                  </a:lnTo>
                  <a:lnTo>
                    <a:pt x="188" y="274"/>
                  </a:lnTo>
                  <a:lnTo>
                    <a:pt x="175" y="283"/>
                  </a:lnTo>
                  <a:lnTo>
                    <a:pt x="174" y="284"/>
                  </a:lnTo>
                  <a:lnTo>
                    <a:pt x="172" y="287"/>
                  </a:lnTo>
                  <a:lnTo>
                    <a:pt x="172" y="288"/>
                  </a:lnTo>
                  <a:lnTo>
                    <a:pt x="172" y="289"/>
                  </a:lnTo>
                  <a:lnTo>
                    <a:pt x="172" y="294"/>
                  </a:lnTo>
                  <a:lnTo>
                    <a:pt x="171" y="295"/>
                  </a:lnTo>
                  <a:lnTo>
                    <a:pt x="171" y="296"/>
                  </a:lnTo>
                  <a:lnTo>
                    <a:pt x="170" y="297"/>
                  </a:lnTo>
                  <a:lnTo>
                    <a:pt x="169" y="297"/>
                  </a:lnTo>
                  <a:lnTo>
                    <a:pt x="165" y="299"/>
                  </a:lnTo>
                  <a:lnTo>
                    <a:pt x="163" y="299"/>
                  </a:lnTo>
                  <a:lnTo>
                    <a:pt x="161" y="299"/>
                  </a:lnTo>
                  <a:lnTo>
                    <a:pt x="158" y="299"/>
                  </a:lnTo>
                  <a:lnTo>
                    <a:pt x="158" y="298"/>
                  </a:lnTo>
                  <a:lnTo>
                    <a:pt x="151" y="292"/>
                  </a:lnTo>
                  <a:lnTo>
                    <a:pt x="150" y="291"/>
                  </a:lnTo>
                  <a:lnTo>
                    <a:pt x="150" y="290"/>
                  </a:lnTo>
                  <a:lnTo>
                    <a:pt x="151" y="289"/>
                  </a:lnTo>
                  <a:lnTo>
                    <a:pt x="153" y="289"/>
                  </a:lnTo>
                  <a:lnTo>
                    <a:pt x="155" y="289"/>
                  </a:lnTo>
                  <a:lnTo>
                    <a:pt x="156" y="289"/>
                  </a:lnTo>
                  <a:lnTo>
                    <a:pt x="160" y="287"/>
                  </a:lnTo>
                  <a:lnTo>
                    <a:pt x="161" y="286"/>
                  </a:lnTo>
                  <a:lnTo>
                    <a:pt x="161" y="285"/>
                  </a:lnTo>
                  <a:lnTo>
                    <a:pt x="161" y="284"/>
                  </a:lnTo>
                  <a:lnTo>
                    <a:pt x="159" y="276"/>
                  </a:lnTo>
                  <a:lnTo>
                    <a:pt x="156" y="265"/>
                  </a:lnTo>
                  <a:lnTo>
                    <a:pt x="156" y="263"/>
                  </a:lnTo>
                  <a:lnTo>
                    <a:pt x="159" y="248"/>
                  </a:lnTo>
                  <a:lnTo>
                    <a:pt x="167" y="236"/>
                  </a:lnTo>
                  <a:lnTo>
                    <a:pt x="172" y="228"/>
                  </a:lnTo>
                  <a:lnTo>
                    <a:pt x="180" y="221"/>
                  </a:lnTo>
                  <a:lnTo>
                    <a:pt x="186" y="214"/>
                  </a:lnTo>
                  <a:lnTo>
                    <a:pt x="187" y="214"/>
                  </a:lnTo>
                  <a:lnTo>
                    <a:pt x="187" y="212"/>
                  </a:lnTo>
                  <a:lnTo>
                    <a:pt x="187" y="210"/>
                  </a:lnTo>
                  <a:lnTo>
                    <a:pt x="183" y="204"/>
                  </a:lnTo>
                  <a:lnTo>
                    <a:pt x="182" y="202"/>
                  </a:lnTo>
                  <a:lnTo>
                    <a:pt x="180" y="200"/>
                  </a:lnTo>
                  <a:lnTo>
                    <a:pt x="179" y="200"/>
                  </a:lnTo>
                  <a:lnTo>
                    <a:pt x="175" y="198"/>
                  </a:lnTo>
                  <a:lnTo>
                    <a:pt x="172" y="198"/>
                  </a:lnTo>
                  <a:lnTo>
                    <a:pt x="168" y="198"/>
                  </a:lnTo>
                  <a:lnTo>
                    <a:pt x="151" y="201"/>
                  </a:lnTo>
                  <a:lnTo>
                    <a:pt x="150" y="202"/>
                  </a:lnTo>
                  <a:lnTo>
                    <a:pt x="150" y="204"/>
                  </a:lnTo>
                  <a:lnTo>
                    <a:pt x="150" y="205"/>
                  </a:lnTo>
                  <a:lnTo>
                    <a:pt x="150" y="207"/>
                  </a:lnTo>
                  <a:lnTo>
                    <a:pt x="151" y="210"/>
                  </a:lnTo>
                  <a:lnTo>
                    <a:pt x="152" y="217"/>
                  </a:lnTo>
                  <a:lnTo>
                    <a:pt x="152" y="218"/>
                  </a:lnTo>
                  <a:lnTo>
                    <a:pt x="151" y="219"/>
                  </a:lnTo>
                  <a:lnTo>
                    <a:pt x="150" y="220"/>
                  </a:lnTo>
                  <a:lnTo>
                    <a:pt x="149" y="221"/>
                  </a:lnTo>
                  <a:lnTo>
                    <a:pt x="146" y="222"/>
                  </a:lnTo>
                  <a:lnTo>
                    <a:pt x="143" y="223"/>
                  </a:lnTo>
                  <a:lnTo>
                    <a:pt x="140" y="223"/>
                  </a:lnTo>
                  <a:lnTo>
                    <a:pt x="138" y="224"/>
                  </a:lnTo>
                  <a:lnTo>
                    <a:pt x="137" y="224"/>
                  </a:lnTo>
                  <a:lnTo>
                    <a:pt x="137" y="225"/>
                  </a:lnTo>
                  <a:lnTo>
                    <a:pt x="136" y="234"/>
                  </a:lnTo>
                  <a:lnTo>
                    <a:pt x="137" y="245"/>
                  </a:lnTo>
                  <a:lnTo>
                    <a:pt x="138" y="246"/>
                  </a:lnTo>
                  <a:lnTo>
                    <a:pt x="138" y="248"/>
                  </a:lnTo>
                  <a:lnTo>
                    <a:pt x="142" y="250"/>
                  </a:lnTo>
                  <a:lnTo>
                    <a:pt x="143" y="251"/>
                  </a:lnTo>
                  <a:lnTo>
                    <a:pt x="144" y="251"/>
                  </a:lnTo>
                  <a:lnTo>
                    <a:pt x="146" y="251"/>
                  </a:lnTo>
                  <a:lnTo>
                    <a:pt x="147" y="251"/>
                  </a:lnTo>
                  <a:lnTo>
                    <a:pt x="148" y="252"/>
                  </a:lnTo>
                  <a:lnTo>
                    <a:pt x="141" y="267"/>
                  </a:lnTo>
                  <a:lnTo>
                    <a:pt x="140" y="267"/>
                  </a:lnTo>
                  <a:lnTo>
                    <a:pt x="139" y="268"/>
                  </a:lnTo>
                  <a:lnTo>
                    <a:pt x="137" y="268"/>
                  </a:lnTo>
                  <a:lnTo>
                    <a:pt x="135" y="268"/>
                  </a:lnTo>
                  <a:lnTo>
                    <a:pt x="134" y="268"/>
                  </a:lnTo>
                  <a:lnTo>
                    <a:pt x="134" y="267"/>
                  </a:lnTo>
                  <a:lnTo>
                    <a:pt x="134" y="264"/>
                  </a:lnTo>
                  <a:lnTo>
                    <a:pt x="135" y="261"/>
                  </a:lnTo>
                  <a:lnTo>
                    <a:pt x="134" y="256"/>
                  </a:lnTo>
                  <a:lnTo>
                    <a:pt x="133" y="255"/>
                  </a:lnTo>
                  <a:lnTo>
                    <a:pt x="129" y="248"/>
                  </a:lnTo>
                  <a:lnTo>
                    <a:pt x="128" y="248"/>
                  </a:lnTo>
                  <a:lnTo>
                    <a:pt x="127" y="247"/>
                  </a:lnTo>
                  <a:lnTo>
                    <a:pt x="116" y="245"/>
                  </a:lnTo>
                  <a:lnTo>
                    <a:pt x="114" y="245"/>
                  </a:lnTo>
                  <a:lnTo>
                    <a:pt x="111" y="245"/>
                  </a:lnTo>
                  <a:lnTo>
                    <a:pt x="105" y="245"/>
                  </a:lnTo>
                  <a:lnTo>
                    <a:pt x="103" y="246"/>
                  </a:lnTo>
                  <a:lnTo>
                    <a:pt x="98" y="247"/>
                  </a:lnTo>
                  <a:lnTo>
                    <a:pt x="93" y="249"/>
                  </a:lnTo>
                  <a:lnTo>
                    <a:pt x="91" y="250"/>
                  </a:lnTo>
                  <a:lnTo>
                    <a:pt x="88" y="252"/>
                  </a:lnTo>
                  <a:lnTo>
                    <a:pt x="87" y="253"/>
                  </a:lnTo>
                  <a:lnTo>
                    <a:pt x="86" y="254"/>
                  </a:lnTo>
                  <a:lnTo>
                    <a:pt x="85" y="256"/>
                  </a:lnTo>
                  <a:lnTo>
                    <a:pt x="83" y="259"/>
                  </a:lnTo>
                  <a:lnTo>
                    <a:pt x="83" y="261"/>
                  </a:lnTo>
                  <a:lnTo>
                    <a:pt x="80" y="270"/>
                  </a:lnTo>
                  <a:lnTo>
                    <a:pt x="73" y="268"/>
                  </a:lnTo>
                  <a:lnTo>
                    <a:pt x="71" y="267"/>
                  </a:lnTo>
                  <a:lnTo>
                    <a:pt x="69" y="266"/>
                  </a:lnTo>
                  <a:lnTo>
                    <a:pt x="66" y="262"/>
                  </a:lnTo>
                  <a:lnTo>
                    <a:pt x="64" y="258"/>
                  </a:lnTo>
                  <a:lnTo>
                    <a:pt x="64" y="256"/>
                  </a:lnTo>
                  <a:lnTo>
                    <a:pt x="64" y="254"/>
                  </a:lnTo>
                  <a:lnTo>
                    <a:pt x="64" y="251"/>
                  </a:lnTo>
                  <a:lnTo>
                    <a:pt x="65" y="250"/>
                  </a:lnTo>
                  <a:lnTo>
                    <a:pt x="66" y="249"/>
                  </a:lnTo>
                  <a:lnTo>
                    <a:pt x="67" y="248"/>
                  </a:lnTo>
                  <a:lnTo>
                    <a:pt x="68" y="247"/>
                  </a:lnTo>
                  <a:lnTo>
                    <a:pt x="68" y="244"/>
                  </a:lnTo>
                  <a:lnTo>
                    <a:pt x="67" y="235"/>
                  </a:lnTo>
                  <a:lnTo>
                    <a:pt x="66" y="233"/>
                  </a:lnTo>
                  <a:lnTo>
                    <a:pt x="65" y="233"/>
                  </a:lnTo>
                  <a:lnTo>
                    <a:pt x="58" y="234"/>
                  </a:lnTo>
                  <a:lnTo>
                    <a:pt x="69" y="223"/>
                  </a:lnTo>
                  <a:lnTo>
                    <a:pt x="77" y="218"/>
                  </a:lnTo>
                  <a:lnTo>
                    <a:pt x="79" y="214"/>
                  </a:lnTo>
                  <a:lnTo>
                    <a:pt x="80" y="208"/>
                  </a:lnTo>
                  <a:lnTo>
                    <a:pt x="81" y="206"/>
                  </a:lnTo>
                  <a:lnTo>
                    <a:pt x="81" y="199"/>
                  </a:lnTo>
                  <a:lnTo>
                    <a:pt x="78" y="197"/>
                  </a:lnTo>
                  <a:lnTo>
                    <a:pt x="74" y="195"/>
                  </a:lnTo>
                  <a:lnTo>
                    <a:pt x="70" y="193"/>
                  </a:lnTo>
                  <a:lnTo>
                    <a:pt x="67" y="188"/>
                  </a:lnTo>
                  <a:lnTo>
                    <a:pt x="65" y="186"/>
                  </a:lnTo>
                  <a:lnTo>
                    <a:pt x="64" y="184"/>
                  </a:lnTo>
                  <a:lnTo>
                    <a:pt x="55" y="175"/>
                  </a:lnTo>
                  <a:lnTo>
                    <a:pt x="48" y="173"/>
                  </a:lnTo>
                  <a:lnTo>
                    <a:pt x="46" y="172"/>
                  </a:lnTo>
                  <a:lnTo>
                    <a:pt x="37" y="166"/>
                  </a:lnTo>
                  <a:lnTo>
                    <a:pt x="29" y="152"/>
                  </a:lnTo>
                  <a:lnTo>
                    <a:pt x="22" y="134"/>
                  </a:lnTo>
                  <a:lnTo>
                    <a:pt x="20" y="130"/>
                  </a:lnTo>
                  <a:lnTo>
                    <a:pt x="24" y="123"/>
                  </a:lnTo>
                  <a:lnTo>
                    <a:pt x="29" y="110"/>
                  </a:lnTo>
                  <a:lnTo>
                    <a:pt x="29" y="105"/>
                  </a:lnTo>
                  <a:lnTo>
                    <a:pt x="28" y="103"/>
                  </a:lnTo>
                  <a:lnTo>
                    <a:pt x="28" y="100"/>
                  </a:lnTo>
                  <a:lnTo>
                    <a:pt x="27" y="99"/>
                  </a:lnTo>
                  <a:lnTo>
                    <a:pt x="25" y="98"/>
                  </a:lnTo>
                  <a:lnTo>
                    <a:pt x="23" y="97"/>
                  </a:lnTo>
                  <a:lnTo>
                    <a:pt x="21" y="97"/>
                  </a:lnTo>
                  <a:lnTo>
                    <a:pt x="20" y="97"/>
                  </a:lnTo>
                  <a:lnTo>
                    <a:pt x="18" y="97"/>
                  </a:lnTo>
                  <a:lnTo>
                    <a:pt x="17" y="98"/>
                  </a:lnTo>
                  <a:lnTo>
                    <a:pt x="16" y="99"/>
                  </a:lnTo>
                  <a:lnTo>
                    <a:pt x="10" y="100"/>
                  </a:lnTo>
                  <a:lnTo>
                    <a:pt x="8" y="100"/>
                  </a:lnTo>
                  <a:lnTo>
                    <a:pt x="7" y="100"/>
                  </a:lnTo>
                  <a:lnTo>
                    <a:pt x="2" y="96"/>
                  </a:lnTo>
                  <a:lnTo>
                    <a:pt x="1" y="95"/>
                  </a:lnTo>
                  <a:lnTo>
                    <a:pt x="1" y="93"/>
                  </a:lnTo>
                  <a:lnTo>
                    <a:pt x="0" y="90"/>
                  </a:lnTo>
                  <a:lnTo>
                    <a:pt x="1" y="85"/>
                  </a:lnTo>
                  <a:lnTo>
                    <a:pt x="3" y="79"/>
                  </a:lnTo>
                  <a:lnTo>
                    <a:pt x="6" y="70"/>
                  </a:lnTo>
                  <a:lnTo>
                    <a:pt x="7" y="69"/>
                  </a:lnTo>
                  <a:lnTo>
                    <a:pt x="13" y="61"/>
                  </a:lnTo>
                  <a:lnTo>
                    <a:pt x="15" y="60"/>
                  </a:lnTo>
                  <a:lnTo>
                    <a:pt x="19" y="59"/>
                  </a:lnTo>
                  <a:lnTo>
                    <a:pt x="29" y="57"/>
                  </a:lnTo>
                  <a:lnTo>
                    <a:pt x="33" y="5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2" name="Freeform 43"/>
            <p:cNvSpPr>
              <a:spLocks/>
            </p:cNvSpPr>
            <p:nvPr/>
          </p:nvSpPr>
          <p:spPr bwMode="gray">
            <a:xfrm>
              <a:off x="3255" y="2181"/>
              <a:ext cx="264" cy="299"/>
            </a:xfrm>
            <a:custGeom>
              <a:avLst/>
              <a:gdLst>
                <a:gd name="T0" fmla="*/ 42 w 264"/>
                <a:gd name="T1" fmla="*/ 53 h 299"/>
                <a:gd name="T2" fmla="*/ 76 w 264"/>
                <a:gd name="T3" fmla="*/ 13 h 299"/>
                <a:gd name="T4" fmla="*/ 85 w 264"/>
                <a:gd name="T5" fmla="*/ 22 h 299"/>
                <a:gd name="T6" fmla="*/ 112 w 264"/>
                <a:gd name="T7" fmla="*/ 29 h 299"/>
                <a:gd name="T8" fmla="*/ 139 w 264"/>
                <a:gd name="T9" fmla="*/ 12 h 299"/>
                <a:gd name="T10" fmla="*/ 168 w 264"/>
                <a:gd name="T11" fmla="*/ 0 h 299"/>
                <a:gd name="T12" fmla="*/ 200 w 264"/>
                <a:gd name="T13" fmla="*/ 19 h 299"/>
                <a:gd name="T14" fmla="*/ 217 w 264"/>
                <a:gd name="T15" fmla="*/ 43 h 299"/>
                <a:gd name="T16" fmla="*/ 234 w 264"/>
                <a:gd name="T17" fmla="*/ 39 h 299"/>
                <a:gd name="T18" fmla="*/ 261 w 264"/>
                <a:gd name="T19" fmla="*/ 40 h 299"/>
                <a:gd name="T20" fmla="*/ 240 w 264"/>
                <a:gd name="T21" fmla="*/ 97 h 299"/>
                <a:gd name="T22" fmla="*/ 237 w 264"/>
                <a:gd name="T23" fmla="*/ 128 h 299"/>
                <a:gd name="T24" fmla="*/ 240 w 264"/>
                <a:gd name="T25" fmla="*/ 142 h 299"/>
                <a:gd name="T26" fmla="*/ 264 w 264"/>
                <a:gd name="T27" fmla="*/ 193 h 299"/>
                <a:gd name="T28" fmla="*/ 238 w 264"/>
                <a:gd name="T29" fmla="*/ 202 h 299"/>
                <a:gd name="T30" fmla="*/ 226 w 264"/>
                <a:gd name="T31" fmla="*/ 215 h 299"/>
                <a:gd name="T32" fmla="*/ 218 w 264"/>
                <a:gd name="T33" fmla="*/ 234 h 299"/>
                <a:gd name="T34" fmla="*/ 220 w 264"/>
                <a:gd name="T35" fmla="*/ 243 h 299"/>
                <a:gd name="T36" fmla="*/ 219 w 264"/>
                <a:gd name="T37" fmla="*/ 258 h 299"/>
                <a:gd name="T38" fmla="*/ 200 w 264"/>
                <a:gd name="T39" fmla="*/ 272 h 299"/>
                <a:gd name="T40" fmla="*/ 172 w 264"/>
                <a:gd name="T41" fmla="*/ 287 h 299"/>
                <a:gd name="T42" fmla="*/ 171 w 264"/>
                <a:gd name="T43" fmla="*/ 296 h 299"/>
                <a:gd name="T44" fmla="*/ 161 w 264"/>
                <a:gd name="T45" fmla="*/ 299 h 299"/>
                <a:gd name="T46" fmla="*/ 150 w 264"/>
                <a:gd name="T47" fmla="*/ 290 h 299"/>
                <a:gd name="T48" fmla="*/ 155 w 264"/>
                <a:gd name="T49" fmla="*/ 289 h 299"/>
                <a:gd name="T50" fmla="*/ 161 w 264"/>
                <a:gd name="T51" fmla="*/ 284 h 299"/>
                <a:gd name="T52" fmla="*/ 167 w 264"/>
                <a:gd name="T53" fmla="*/ 236 h 299"/>
                <a:gd name="T54" fmla="*/ 187 w 264"/>
                <a:gd name="T55" fmla="*/ 212 h 299"/>
                <a:gd name="T56" fmla="*/ 182 w 264"/>
                <a:gd name="T57" fmla="*/ 202 h 299"/>
                <a:gd name="T58" fmla="*/ 168 w 264"/>
                <a:gd name="T59" fmla="*/ 198 h 299"/>
                <a:gd name="T60" fmla="*/ 150 w 264"/>
                <a:gd name="T61" fmla="*/ 207 h 299"/>
                <a:gd name="T62" fmla="*/ 150 w 264"/>
                <a:gd name="T63" fmla="*/ 220 h 299"/>
                <a:gd name="T64" fmla="*/ 138 w 264"/>
                <a:gd name="T65" fmla="*/ 224 h 299"/>
                <a:gd name="T66" fmla="*/ 138 w 264"/>
                <a:gd name="T67" fmla="*/ 246 h 299"/>
                <a:gd name="T68" fmla="*/ 146 w 264"/>
                <a:gd name="T69" fmla="*/ 251 h 299"/>
                <a:gd name="T70" fmla="*/ 140 w 264"/>
                <a:gd name="T71" fmla="*/ 267 h 299"/>
                <a:gd name="T72" fmla="*/ 134 w 264"/>
                <a:gd name="T73" fmla="*/ 268 h 299"/>
                <a:gd name="T74" fmla="*/ 134 w 264"/>
                <a:gd name="T75" fmla="*/ 256 h 299"/>
                <a:gd name="T76" fmla="*/ 127 w 264"/>
                <a:gd name="T77" fmla="*/ 247 h 299"/>
                <a:gd name="T78" fmla="*/ 103 w 264"/>
                <a:gd name="T79" fmla="*/ 246 h 299"/>
                <a:gd name="T80" fmla="*/ 87 w 264"/>
                <a:gd name="T81" fmla="*/ 253 h 299"/>
                <a:gd name="T82" fmla="*/ 80 w 264"/>
                <a:gd name="T83" fmla="*/ 270 h 299"/>
                <a:gd name="T84" fmla="*/ 64 w 264"/>
                <a:gd name="T85" fmla="*/ 258 h 299"/>
                <a:gd name="T86" fmla="*/ 66 w 264"/>
                <a:gd name="T87" fmla="*/ 249 h 299"/>
                <a:gd name="T88" fmla="*/ 66 w 264"/>
                <a:gd name="T89" fmla="*/ 233 h 299"/>
                <a:gd name="T90" fmla="*/ 79 w 264"/>
                <a:gd name="T91" fmla="*/ 214 h 299"/>
                <a:gd name="T92" fmla="*/ 74 w 264"/>
                <a:gd name="T93" fmla="*/ 195 h 299"/>
                <a:gd name="T94" fmla="*/ 55 w 264"/>
                <a:gd name="T95" fmla="*/ 175 h 299"/>
                <a:gd name="T96" fmla="*/ 22 w 264"/>
                <a:gd name="T97" fmla="*/ 134 h 299"/>
                <a:gd name="T98" fmla="*/ 28 w 264"/>
                <a:gd name="T99" fmla="*/ 103 h 299"/>
                <a:gd name="T100" fmla="*/ 21 w 264"/>
                <a:gd name="T101" fmla="*/ 97 h 299"/>
                <a:gd name="T102" fmla="*/ 10 w 264"/>
                <a:gd name="T103" fmla="*/ 100 h 299"/>
                <a:gd name="T104" fmla="*/ 1 w 264"/>
                <a:gd name="T105" fmla="*/ 93 h 299"/>
                <a:gd name="T106" fmla="*/ 7 w 264"/>
                <a:gd name="T107" fmla="*/ 69 h 299"/>
                <a:gd name="T108" fmla="*/ 33 w 264"/>
                <a:gd name="T109" fmla="*/ 55 h 299"/>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64"/>
                <a:gd name="T166" fmla="*/ 0 h 299"/>
                <a:gd name="T167" fmla="*/ 264 w 264"/>
                <a:gd name="T168" fmla="*/ 299 h 299"/>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64" h="299">
                  <a:moveTo>
                    <a:pt x="33" y="55"/>
                  </a:moveTo>
                  <a:lnTo>
                    <a:pt x="36" y="53"/>
                  </a:lnTo>
                  <a:lnTo>
                    <a:pt x="38" y="52"/>
                  </a:lnTo>
                  <a:lnTo>
                    <a:pt x="41" y="53"/>
                  </a:lnTo>
                  <a:lnTo>
                    <a:pt x="42" y="53"/>
                  </a:lnTo>
                  <a:lnTo>
                    <a:pt x="46" y="51"/>
                  </a:lnTo>
                  <a:lnTo>
                    <a:pt x="58" y="42"/>
                  </a:lnTo>
                  <a:lnTo>
                    <a:pt x="60" y="34"/>
                  </a:lnTo>
                  <a:lnTo>
                    <a:pt x="64" y="23"/>
                  </a:lnTo>
                  <a:lnTo>
                    <a:pt x="76" y="13"/>
                  </a:lnTo>
                  <a:lnTo>
                    <a:pt x="77" y="13"/>
                  </a:lnTo>
                  <a:lnTo>
                    <a:pt x="79" y="14"/>
                  </a:lnTo>
                  <a:lnTo>
                    <a:pt x="84" y="19"/>
                  </a:lnTo>
                  <a:lnTo>
                    <a:pt x="85" y="21"/>
                  </a:lnTo>
                  <a:lnTo>
                    <a:pt x="85" y="22"/>
                  </a:lnTo>
                  <a:lnTo>
                    <a:pt x="85" y="23"/>
                  </a:lnTo>
                  <a:lnTo>
                    <a:pt x="85" y="25"/>
                  </a:lnTo>
                  <a:lnTo>
                    <a:pt x="92" y="29"/>
                  </a:lnTo>
                  <a:lnTo>
                    <a:pt x="106" y="32"/>
                  </a:lnTo>
                  <a:lnTo>
                    <a:pt x="112" y="29"/>
                  </a:lnTo>
                  <a:lnTo>
                    <a:pt x="123" y="23"/>
                  </a:lnTo>
                  <a:lnTo>
                    <a:pt x="129" y="19"/>
                  </a:lnTo>
                  <a:lnTo>
                    <a:pt x="132" y="17"/>
                  </a:lnTo>
                  <a:lnTo>
                    <a:pt x="134" y="16"/>
                  </a:lnTo>
                  <a:lnTo>
                    <a:pt x="139" y="12"/>
                  </a:lnTo>
                  <a:lnTo>
                    <a:pt x="140" y="11"/>
                  </a:lnTo>
                  <a:lnTo>
                    <a:pt x="160" y="0"/>
                  </a:lnTo>
                  <a:lnTo>
                    <a:pt x="162" y="0"/>
                  </a:lnTo>
                  <a:lnTo>
                    <a:pt x="167" y="0"/>
                  </a:lnTo>
                  <a:lnTo>
                    <a:pt x="168" y="0"/>
                  </a:lnTo>
                  <a:lnTo>
                    <a:pt x="170" y="0"/>
                  </a:lnTo>
                  <a:lnTo>
                    <a:pt x="184" y="4"/>
                  </a:lnTo>
                  <a:lnTo>
                    <a:pt x="186" y="5"/>
                  </a:lnTo>
                  <a:lnTo>
                    <a:pt x="195" y="12"/>
                  </a:lnTo>
                  <a:lnTo>
                    <a:pt x="200" y="19"/>
                  </a:lnTo>
                  <a:lnTo>
                    <a:pt x="200" y="20"/>
                  </a:lnTo>
                  <a:lnTo>
                    <a:pt x="201" y="25"/>
                  </a:lnTo>
                  <a:lnTo>
                    <a:pt x="201" y="27"/>
                  </a:lnTo>
                  <a:lnTo>
                    <a:pt x="216" y="43"/>
                  </a:lnTo>
                  <a:lnTo>
                    <a:pt x="217" y="43"/>
                  </a:lnTo>
                  <a:lnTo>
                    <a:pt x="226" y="49"/>
                  </a:lnTo>
                  <a:lnTo>
                    <a:pt x="226" y="48"/>
                  </a:lnTo>
                  <a:lnTo>
                    <a:pt x="227" y="46"/>
                  </a:lnTo>
                  <a:lnTo>
                    <a:pt x="231" y="42"/>
                  </a:lnTo>
                  <a:lnTo>
                    <a:pt x="234" y="39"/>
                  </a:lnTo>
                  <a:lnTo>
                    <a:pt x="240" y="34"/>
                  </a:lnTo>
                  <a:lnTo>
                    <a:pt x="242" y="34"/>
                  </a:lnTo>
                  <a:lnTo>
                    <a:pt x="250" y="37"/>
                  </a:lnTo>
                  <a:lnTo>
                    <a:pt x="255" y="38"/>
                  </a:lnTo>
                  <a:lnTo>
                    <a:pt x="261" y="40"/>
                  </a:lnTo>
                  <a:lnTo>
                    <a:pt x="258" y="44"/>
                  </a:lnTo>
                  <a:lnTo>
                    <a:pt x="256" y="47"/>
                  </a:lnTo>
                  <a:lnTo>
                    <a:pt x="255" y="49"/>
                  </a:lnTo>
                  <a:lnTo>
                    <a:pt x="244" y="82"/>
                  </a:lnTo>
                  <a:lnTo>
                    <a:pt x="240" y="97"/>
                  </a:lnTo>
                  <a:lnTo>
                    <a:pt x="236" y="117"/>
                  </a:lnTo>
                  <a:lnTo>
                    <a:pt x="236" y="118"/>
                  </a:lnTo>
                  <a:lnTo>
                    <a:pt x="236" y="120"/>
                  </a:lnTo>
                  <a:lnTo>
                    <a:pt x="236" y="125"/>
                  </a:lnTo>
                  <a:lnTo>
                    <a:pt x="237" y="128"/>
                  </a:lnTo>
                  <a:lnTo>
                    <a:pt x="237" y="129"/>
                  </a:lnTo>
                  <a:lnTo>
                    <a:pt x="238" y="138"/>
                  </a:lnTo>
                  <a:lnTo>
                    <a:pt x="239" y="139"/>
                  </a:lnTo>
                  <a:lnTo>
                    <a:pt x="239" y="140"/>
                  </a:lnTo>
                  <a:lnTo>
                    <a:pt x="240" y="142"/>
                  </a:lnTo>
                  <a:lnTo>
                    <a:pt x="242" y="147"/>
                  </a:lnTo>
                  <a:lnTo>
                    <a:pt x="243" y="148"/>
                  </a:lnTo>
                  <a:lnTo>
                    <a:pt x="259" y="177"/>
                  </a:lnTo>
                  <a:lnTo>
                    <a:pt x="264" y="186"/>
                  </a:lnTo>
                  <a:lnTo>
                    <a:pt x="264" y="193"/>
                  </a:lnTo>
                  <a:lnTo>
                    <a:pt x="248" y="196"/>
                  </a:lnTo>
                  <a:lnTo>
                    <a:pt x="247" y="196"/>
                  </a:lnTo>
                  <a:lnTo>
                    <a:pt x="244" y="198"/>
                  </a:lnTo>
                  <a:lnTo>
                    <a:pt x="242" y="199"/>
                  </a:lnTo>
                  <a:lnTo>
                    <a:pt x="238" y="202"/>
                  </a:lnTo>
                  <a:lnTo>
                    <a:pt x="236" y="204"/>
                  </a:lnTo>
                  <a:lnTo>
                    <a:pt x="234" y="206"/>
                  </a:lnTo>
                  <a:lnTo>
                    <a:pt x="233" y="207"/>
                  </a:lnTo>
                  <a:lnTo>
                    <a:pt x="227" y="214"/>
                  </a:lnTo>
                  <a:lnTo>
                    <a:pt x="226" y="215"/>
                  </a:lnTo>
                  <a:lnTo>
                    <a:pt x="224" y="218"/>
                  </a:lnTo>
                  <a:lnTo>
                    <a:pt x="222" y="221"/>
                  </a:lnTo>
                  <a:lnTo>
                    <a:pt x="220" y="228"/>
                  </a:lnTo>
                  <a:lnTo>
                    <a:pt x="219" y="231"/>
                  </a:lnTo>
                  <a:lnTo>
                    <a:pt x="218" y="234"/>
                  </a:lnTo>
                  <a:lnTo>
                    <a:pt x="218" y="236"/>
                  </a:lnTo>
                  <a:lnTo>
                    <a:pt x="218" y="237"/>
                  </a:lnTo>
                  <a:lnTo>
                    <a:pt x="218" y="239"/>
                  </a:lnTo>
                  <a:lnTo>
                    <a:pt x="218" y="241"/>
                  </a:lnTo>
                  <a:lnTo>
                    <a:pt x="220" y="243"/>
                  </a:lnTo>
                  <a:lnTo>
                    <a:pt x="220" y="244"/>
                  </a:lnTo>
                  <a:lnTo>
                    <a:pt x="220" y="246"/>
                  </a:lnTo>
                  <a:lnTo>
                    <a:pt x="220" y="254"/>
                  </a:lnTo>
                  <a:lnTo>
                    <a:pt x="220" y="256"/>
                  </a:lnTo>
                  <a:lnTo>
                    <a:pt x="219" y="258"/>
                  </a:lnTo>
                  <a:lnTo>
                    <a:pt x="218" y="261"/>
                  </a:lnTo>
                  <a:lnTo>
                    <a:pt x="217" y="262"/>
                  </a:lnTo>
                  <a:lnTo>
                    <a:pt x="211" y="268"/>
                  </a:lnTo>
                  <a:lnTo>
                    <a:pt x="200" y="272"/>
                  </a:lnTo>
                  <a:lnTo>
                    <a:pt x="199" y="272"/>
                  </a:lnTo>
                  <a:lnTo>
                    <a:pt x="188" y="274"/>
                  </a:lnTo>
                  <a:lnTo>
                    <a:pt x="175" y="283"/>
                  </a:lnTo>
                  <a:lnTo>
                    <a:pt x="174" y="284"/>
                  </a:lnTo>
                  <a:lnTo>
                    <a:pt x="172" y="287"/>
                  </a:lnTo>
                  <a:lnTo>
                    <a:pt x="172" y="288"/>
                  </a:lnTo>
                  <a:lnTo>
                    <a:pt x="172" y="289"/>
                  </a:lnTo>
                  <a:lnTo>
                    <a:pt x="172" y="294"/>
                  </a:lnTo>
                  <a:lnTo>
                    <a:pt x="171" y="295"/>
                  </a:lnTo>
                  <a:lnTo>
                    <a:pt x="171" y="296"/>
                  </a:lnTo>
                  <a:lnTo>
                    <a:pt x="170" y="297"/>
                  </a:lnTo>
                  <a:lnTo>
                    <a:pt x="169" y="297"/>
                  </a:lnTo>
                  <a:lnTo>
                    <a:pt x="165" y="299"/>
                  </a:lnTo>
                  <a:lnTo>
                    <a:pt x="163" y="299"/>
                  </a:lnTo>
                  <a:lnTo>
                    <a:pt x="161" y="299"/>
                  </a:lnTo>
                  <a:lnTo>
                    <a:pt x="158" y="299"/>
                  </a:lnTo>
                  <a:lnTo>
                    <a:pt x="158" y="298"/>
                  </a:lnTo>
                  <a:lnTo>
                    <a:pt x="151" y="292"/>
                  </a:lnTo>
                  <a:lnTo>
                    <a:pt x="150" y="291"/>
                  </a:lnTo>
                  <a:lnTo>
                    <a:pt x="150" y="290"/>
                  </a:lnTo>
                  <a:lnTo>
                    <a:pt x="151" y="289"/>
                  </a:lnTo>
                  <a:lnTo>
                    <a:pt x="153" y="289"/>
                  </a:lnTo>
                  <a:lnTo>
                    <a:pt x="155" y="289"/>
                  </a:lnTo>
                  <a:lnTo>
                    <a:pt x="156" y="289"/>
                  </a:lnTo>
                  <a:lnTo>
                    <a:pt x="160" y="287"/>
                  </a:lnTo>
                  <a:lnTo>
                    <a:pt x="161" y="286"/>
                  </a:lnTo>
                  <a:lnTo>
                    <a:pt x="161" y="285"/>
                  </a:lnTo>
                  <a:lnTo>
                    <a:pt x="161" y="284"/>
                  </a:lnTo>
                  <a:lnTo>
                    <a:pt x="159" y="276"/>
                  </a:lnTo>
                  <a:lnTo>
                    <a:pt x="156" y="265"/>
                  </a:lnTo>
                  <a:lnTo>
                    <a:pt x="156" y="263"/>
                  </a:lnTo>
                  <a:lnTo>
                    <a:pt x="159" y="248"/>
                  </a:lnTo>
                  <a:lnTo>
                    <a:pt x="167" y="236"/>
                  </a:lnTo>
                  <a:lnTo>
                    <a:pt x="172" y="228"/>
                  </a:lnTo>
                  <a:lnTo>
                    <a:pt x="180" y="221"/>
                  </a:lnTo>
                  <a:lnTo>
                    <a:pt x="186" y="214"/>
                  </a:lnTo>
                  <a:lnTo>
                    <a:pt x="187" y="214"/>
                  </a:lnTo>
                  <a:lnTo>
                    <a:pt x="187" y="212"/>
                  </a:lnTo>
                  <a:lnTo>
                    <a:pt x="187" y="210"/>
                  </a:lnTo>
                  <a:lnTo>
                    <a:pt x="183" y="204"/>
                  </a:lnTo>
                  <a:lnTo>
                    <a:pt x="182" y="202"/>
                  </a:lnTo>
                  <a:lnTo>
                    <a:pt x="180" y="200"/>
                  </a:lnTo>
                  <a:lnTo>
                    <a:pt x="179" y="200"/>
                  </a:lnTo>
                  <a:lnTo>
                    <a:pt x="175" y="198"/>
                  </a:lnTo>
                  <a:lnTo>
                    <a:pt x="172" y="198"/>
                  </a:lnTo>
                  <a:lnTo>
                    <a:pt x="168" y="198"/>
                  </a:lnTo>
                  <a:lnTo>
                    <a:pt x="151" y="201"/>
                  </a:lnTo>
                  <a:lnTo>
                    <a:pt x="150" y="202"/>
                  </a:lnTo>
                  <a:lnTo>
                    <a:pt x="150" y="204"/>
                  </a:lnTo>
                  <a:lnTo>
                    <a:pt x="150" y="205"/>
                  </a:lnTo>
                  <a:lnTo>
                    <a:pt x="150" y="207"/>
                  </a:lnTo>
                  <a:lnTo>
                    <a:pt x="151" y="210"/>
                  </a:lnTo>
                  <a:lnTo>
                    <a:pt x="152" y="217"/>
                  </a:lnTo>
                  <a:lnTo>
                    <a:pt x="152" y="218"/>
                  </a:lnTo>
                  <a:lnTo>
                    <a:pt x="151" y="219"/>
                  </a:lnTo>
                  <a:lnTo>
                    <a:pt x="150" y="220"/>
                  </a:lnTo>
                  <a:lnTo>
                    <a:pt x="149" y="221"/>
                  </a:lnTo>
                  <a:lnTo>
                    <a:pt x="146" y="222"/>
                  </a:lnTo>
                  <a:lnTo>
                    <a:pt x="143" y="223"/>
                  </a:lnTo>
                  <a:lnTo>
                    <a:pt x="140" y="223"/>
                  </a:lnTo>
                  <a:lnTo>
                    <a:pt x="138" y="224"/>
                  </a:lnTo>
                  <a:lnTo>
                    <a:pt x="137" y="224"/>
                  </a:lnTo>
                  <a:lnTo>
                    <a:pt x="137" y="225"/>
                  </a:lnTo>
                  <a:lnTo>
                    <a:pt x="136" y="234"/>
                  </a:lnTo>
                  <a:lnTo>
                    <a:pt x="137" y="245"/>
                  </a:lnTo>
                  <a:lnTo>
                    <a:pt x="138" y="246"/>
                  </a:lnTo>
                  <a:lnTo>
                    <a:pt x="138" y="248"/>
                  </a:lnTo>
                  <a:lnTo>
                    <a:pt x="142" y="250"/>
                  </a:lnTo>
                  <a:lnTo>
                    <a:pt x="143" y="251"/>
                  </a:lnTo>
                  <a:lnTo>
                    <a:pt x="144" y="251"/>
                  </a:lnTo>
                  <a:lnTo>
                    <a:pt x="146" y="251"/>
                  </a:lnTo>
                  <a:lnTo>
                    <a:pt x="147" y="251"/>
                  </a:lnTo>
                  <a:lnTo>
                    <a:pt x="148" y="252"/>
                  </a:lnTo>
                  <a:lnTo>
                    <a:pt x="141" y="267"/>
                  </a:lnTo>
                  <a:lnTo>
                    <a:pt x="140" y="267"/>
                  </a:lnTo>
                  <a:lnTo>
                    <a:pt x="139" y="268"/>
                  </a:lnTo>
                  <a:lnTo>
                    <a:pt x="137" y="268"/>
                  </a:lnTo>
                  <a:lnTo>
                    <a:pt x="135" y="268"/>
                  </a:lnTo>
                  <a:lnTo>
                    <a:pt x="134" y="268"/>
                  </a:lnTo>
                  <a:lnTo>
                    <a:pt x="134" y="267"/>
                  </a:lnTo>
                  <a:lnTo>
                    <a:pt x="134" y="264"/>
                  </a:lnTo>
                  <a:lnTo>
                    <a:pt x="135" y="261"/>
                  </a:lnTo>
                  <a:lnTo>
                    <a:pt x="134" y="256"/>
                  </a:lnTo>
                  <a:lnTo>
                    <a:pt x="133" y="255"/>
                  </a:lnTo>
                  <a:lnTo>
                    <a:pt x="129" y="248"/>
                  </a:lnTo>
                  <a:lnTo>
                    <a:pt x="128" y="248"/>
                  </a:lnTo>
                  <a:lnTo>
                    <a:pt x="127" y="247"/>
                  </a:lnTo>
                  <a:lnTo>
                    <a:pt x="116" y="245"/>
                  </a:lnTo>
                  <a:lnTo>
                    <a:pt x="114" y="245"/>
                  </a:lnTo>
                  <a:lnTo>
                    <a:pt x="111" y="245"/>
                  </a:lnTo>
                  <a:lnTo>
                    <a:pt x="105" y="245"/>
                  </a:lnTo>
                  <a:lnTo>
                    <a:pt x="103" y="246"/>
                  </a:lnTo>
                  <a:lnTo>
                    <a:pt x="98" y="247"/>
                  </a:lnTo>
                  <a:lnTo>
                    <a:pt x="93" y="249"/>
                  </a:lnTo>
                  <a:lnTo>
                    <a:pt x="91" y="250"/>
                  </a:lnTo>
                  <a:lnTo>
                    <a:pt x="88" y="252"/>
                  </a:lnTo>
                  <a:lnTo>
                    <a:pt x="87" y="253"/>
                  </a:lnTo>
                  <a:lnTo>
                    <a:pt x="86" y="254"/>
                  </a:lnTo>
                  <a:lnTo>
                    <a:pt x="85" y="256"/>
                  </a:lnTo>
                  <a:lnTo>
                    <a:pt x="83" y="259"/>
                  </a:lnTo>
                  <a:lnTo>
                    <a:pt x="83" y="261"/>
                  </a:lnTo>
                  <a:lnTo>
                    <a:pt x="80" y="270"/>
                  </a:lnTo>
                  <a:lnTo>
                    <a:pt x="73" y="268"/>
                  </a:lnTo>
                  <a:lnTo>
                    <a:pt x="71" y="267"/>
                  </a:lnTo>
                  <a:lnTo>
                    <a:pt x="69" y="266"/>
                  </a:lnTo>
                  <a:lnTo>
                    <a:pt x="66" y="262"/>
                  </a:lnTo>
                  <a:lnTo>
                    <a:pt x="64" y="258"/>
                  </a:lnTo>
                  <a:lnTo>
                    <a:pt x="64" y="256"/>
                  </a:lnTo>
                  <a:lnTo>
                    <a:pt x="64" y="254"/>
                  </a:lnTo>
                  <a:lnTo>
                    <a:pt x="64" y="251"/>
                  </a:lnTo>
                  <a:lnTo>
                    <a:pt x="65" y="250"/>
                  </a:lnTo>
                  <a:lnTo>
                    <a:pt x="66" y="249"/>
                  </a:lnTo>
                  <a:lnTo>
                    <a:pt x="67" y="248"/>
                  </a:lnTo>
                  <a:lnTo>
                    <a:pt x="68" y="247"/>
                  </a:lnTo>
                  <a:lnTo>
                    <a:pt x="68" y="244"/>
                  </a:lnTo>
                  <a:lnTo>
                    <a:pt x="67" y="235"/>
                  </a:lnTo>
                  <a:lnTo>
                    <a:pt x="66" y="233"/>
                  </a:lnTo>
                  <a:lnTo>
                    <a:pt x="65" y="233"/>
                  </a:lnTo>
                  <a:lnTo>
                    <a:pt x="58" y="234"/>
                  </a:lnTo>
                  <a:lnTo>
                    <a:pt x="69" y="223"/>
                  </a:lnTo>
                  <a:lnTo>
                    <a:pt x="77" y="218"/>
                  </a:lnTo>
                  <a:lnTo>
                    <a:pt x="79" y="214"/>
                  </a:lnTo>
                  <a:lnTo>
                    <a:pt x="80" y="208"/>
                  </a:lnTo>
                  <a:lnTo>
                    <a:pt x="81" y="206"/>
                  </a:lnTo>
                  <a:lnTo>
                    <a:pt x="81" y="199"/>
                  </a:lnTo>
                  <a:lnTo>
                    <a:pt x="78" y="197"/>
                  </a:lnTo>
                  <a:lnTo>
                    <a:pt x="74" y="195"/>
                  </a:lnTo>
                  <a:lnTo>
                    <a:pt x="70" y="193"/>
                  </a:lnTo>
                  <a:lnTo>
                    <a:pt x="67" y="188"/>
                  </a:lnTo>
                  <a:lnTo>
                    <a:pt x="65" y="186"/>
                  </a:lnTo>
                  <a:lnTo>
                    <a:pt x="64" y="184"/>
                  </a:lnTo>
                  <a:lnTo>
                    <a:pt x="55" y="175"/>
                  </a:lnTo>
                  <a:lnTo>
                    <a:pt x="48" y="173"/>
                  </a:lnTo>
                  <a:lnTo>
                    <a:pt x="46" y="172"/>
                  </a:lnTo>
                  <a:lnTo>
                    <a:pt x="37" y="166"/>
                  </a:lnTo>
                  <a:lnTo>
                    <a:pt x="29" y="152"/>
                  </a:lnTo>
                  <a:lnTo>
                    <a:pt x="22" y="134"/>
                  </a:lnTo>
                  <a:lnTo>
                    <a:pt x="20" y="130"/>
                  </a:lnTo>
                  <a:lnTo>
                    <a:pt x="24" y="123"/>
                  </a:lnTo>
                  <a:lnTo>
                    <a:pt x="29" y="110"/>
                  </a:lnTo>
                  <a:lnTo>
                    <a:pt x="29" y="105"/>
                  </a:lnTo>
                  <a:lnTo>
                    <a:pt x="28" y="103"/>
                  </a:lnTo>
                  <a:lnTo>
                    <a:pt x="28" y="100"/>
                  </a:lnTo>
                  <a:lnTo>
                    <a:pt x="27" y="99"/>
                  </a:lnTo>
                  <a:lnTo>
                    <a:pt x="25" y="98"/>
                  </a:lnTo>
                  <a:lnTo>
                    <a:pt x="23" y="97"/>
                  </a:lnTo>
                  <a:lnTo>
                    <a:pt x="21" y="97"/>
                  </a:lnTo>
                  <a:lnTo>
                    <a:pt x="20" y="97"/>
                  </a:lnTo>
                  <a:lnTo>
                    <a:pt x="18" y="97"/>
                  </a:lnTo>
                  <a:lnTo>
                    <a:pt x="17" y="98"/>
                  </a:lnTo>
                  <a:lnTo>
                    <a:pt x="16" y="99"/>
                  </a:lnTo>
                  <a:lnTo>
                    <a:pt x="10" y="100"/>
                  </a:lnTo>
                  <a:lnTo>
                    <a:pt x="8" y="100"/>
                  </a:lnTo>
                  <a:lnTo>
                    <a:pt x="7" y="100"/>
                  </a:lnTo>
                  <a:lnTo>
                    <a:pt x="2" y="96"/>
                  </a:lnTo>
                  <a:lnTo>
                    <a:pt x="1" y="95"/>
                  </a:lnTo>
                  <a:lnTo>
                    <a:pt x="1" y="93"/>
                  </a:lnTo>
                  <a:lnTo>
                    <a:pt x="0" y="90"/>
                  </a:lnTo>
                  <a:lnTo>
                    <a:pt x="1" y="85"/>
                  </a:lnTo>
                  <a:lnTo>
                    <a:pt x="3" y="79"/>
                  </a:lnTo>
                  <a:lnTo>
                    <a:pt x="6" y="70"/>
                  </a:lnTo>
                  <a:lnTo>
                    <a:pt x="7" y="69"/>
                  </a:lnTo>
                  <a:lnTo>
                    <a:pt x="13" y="61"/>
                  </a:lnTo>
                  <a:lnTo>
                    <a:pt x="15" y="60"/>
                  </a:lnTo>
                  <a:lnTo>
                    <a:pt x="19" y="59"/>
                  </a:lnTo>
                  <a:lnTo>
                    <a:pt x="29" y="57"/>
                  </a:lnTo>
                  <a:lnTo>
                    <a:pt x="33" y="5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3" name="Freeform 44"/>
            <p:cNvSpPr>
              <a:spLocks noEditPoints="1"/>
            </p:cNvSpPr>
            <p:nvPr/>
          </p:nvSpPr>
          <p:spPr bwMode="gray">
            <a:xfrm>
              <a:off x="2196" y="2506"/>
              <a:ext cx="373" cy="923"/>
            </a:xfrm>
            <a:custGeom>
              <a:avLst/>
              <a:gdLst>
                <a:gd name="T0" fmla="*/ 181 w 373"/>
                <a:gd name="T1" fmla="*/ 292 h 923"/>
                <a:gd name="T2" fmla="*/ 125 w 373"/>
                <a:gd name="T3" fmla="*/ 392 h 923"/>
                <a:gd name="T4" fmla="*/ 191 w 373"/>
                <a:gd name="T5" fmla="*/ 145 h 923"/>
                <a:gd name="T6" fmla="*/ 213 w 373"/>
                <a:gd name="T7" fmla="*/ 110 h 923"/>
                <a:gd name="T8" fmla="*/ 277 w 373"/>
                <a:gd name="T9" fmla="*/ 141 h 923"/>
                <a:gd name="T10" fmla="*/ 321 w 373"/>
                <a:gd name="T11" fmla="*/ 134 h 923"/>
                <a:gd name="T12" fmla="*/ 342 w 373"/>
                <a:gd name="T13" fmla="*/ 166 h 923"/>
                <a:gd name="T14" fmla="*/ 322 w 373"/>
                <a:gd name="T15" fmla="*/ 185 h 923"/>
                <a:gd name="T16" fmla="*/ 364 w 373"/>
                <a:gd name="T17" fmla="*/ 188 h 923"/>
                <a:gd name="T18" fmla="*/ 361 w 373"/>
                <a:gd name="T19" fmla="*/ 255 h 923"/>
                <a:gd name="T20" fmla="*/ 340 w 373"/>
                <a:gd name="T21" fmla="*/ 281 h 923"/>
                <a:gd name="T22" fmla="*/ 318 w 373"/>
                <a:gd name="T23" fmla="*/ 369 h 923"/>
                <a:gd name="T24" fmla="*/ 293 w 373"/>
                <a:gd name="T25" fmla="*/ 420 h 923"/>
                <a:gd name="T26" fmla="*/ 268 w 373"/>
                <a:gd name="T27" fmla="*/ 429 h 923"/>
                <a:gd name="T28" fmla="*/ 240 w 373"/>
                <a:gd name="T29" fmla="*/ 467 h 923"/>
                <a:gd name="T30" fmla="*/ 241 w 373"/>
                <a:gd name="T31" fmla="*/ 453 h 923"/>
                <a:gd name="T32" fmla="*/ 223 w 373"/>
                <a:gd name="T33" fmla="*/ 400 h 923"/>
                <a:gd name="T34" fmla="*/ 238 w 373"/>
                <a:gd name="T35" fmla="*/ 403 h 923"/>
                <a:gd name="T36" fmla="*/ 225 w 373"/>
                <a:gd name="T37" fmla="*/ 388 h 923"/>
                <a:gd name="T38" fmla="*/ 231 w 373"/>
                <a:gd name="T39" fmla="*/ 440 h 923"/>
                <a:gd name="T40" fmla="*/ 213 w 373"/>
                <a:gd name="T41" fmla="*/ 444 h 923"/>
                <a:gd name="T42" fmla="*/ 193 w 373"/>
                <a:gd name="T43" fmla="*/ 411 h 923"/>
                <a:gd name="T44" fmla="*/ 178 w 373"/>
                <a:gd name="T45" fmla="*/ 374 h 923"/>
                <a:gd name="T46" fmla="*/ 188 w 373"/>
                <a:gd name="T47" fmla="*/ 334 h 923"/>
                <a:gd name="T48" fmla="*/ 222 w 373"/>
                <a:gd name="T49" fmla="*/ 266 h 923"/>
                <a:gd name="T50" fmla="*/ 205 w 373"/>
                <a:gd name="T51" fmla="*/ 213 h 923"/>
                <a:gd name="T52" fmla="*/ 170 w 373"/>
                <a:gd name="T53" fmla="*/ 236 h 923"/>
                <a:gd name="T54" fmla="*/ 193 w 373"/>
                <a:gd name="T55" fmla="*/ 236 h 923"/>
                <a:gd name="T56" fmla="*/ 178 w 373"/>
                <a:gd name="T57" fmla="*/ 272 h 923"/>
                <a:gd name="T58" fmla="*/ 181 w 373"/>
                <a:gd name="T59" fmla="*/ 253 h 923"/>
                <a:gd name="T60" fmla="*/ 133 w 373"/>
                <a:gd name="T61" fmla="*/ 275 h 923"/>
                <a:gd name="T62" fmla="*/ 120 w 373"/>
                <a:gd name="T63" fmla="*/ 224 h 923"/>
                <a:gd name="T64" fmla="*/ 141 w 373"/>
                <a:gd name="T65" fmla="*/ 231 h 923"/>
                <a:gd name="T66" fmla="*/ 157 w 373"/>
                <a:gd name="T67" fmla="*/ 238 h 923"/>
                <a:gd name="T68" fmla="*/ 114 w 373"/>
                <a:gd name="T69" fmla="*/ 172 h 923"/>
                <a:gd name="T70" fmla="*/ 146 w 373"/>
                <a:gd name="T71" fmla="*/ 151 h 923"/>
                <a:gd name="T72" fmla="*/ 161 w 373"/>
                <a:gd name="T73" fmla="*/ 162 h 923"/>
                <a:gd name="T74" fmla="*/ 70 w 373"/>
                <a:gd name="T75" fmla="*/ 219 h 923"/>
                <a:gd name="T76" fmla="*/ 64 w 373"/>
                <a:gd name="T77" fmla="*/ 201 h 923"/>
                <a:gd name="T78" fmla="*/ 115 w 373"/>
                <a:gd name="T79" fmla="*/ 798 h 923"/>
                <a:gd name="T80" fmla="*/ 126 w 373"/>
                <a:gd name="T81" fmla="*/ 783 h 923"/>
                <a:gd name="T82" fmla="*/ 77 w 373"/>
                <a:gd name="T83" fmla="*/ 44 h 923"/>
                <a:gd name="T84" fmla="*/ 88 w 373"/>
                <a:gd name="T85" fmla="*/ 834 h 923"/>
                <a:gd name="T86" fmla="*/ 158 w 373"/>
                <a:gd name="T87" fmla="*/ 809 h 923"/>
                <a:gd name="T88" fmla="*/ 151 w 373"/>
                <a:gd name="T89" fmla="*/ 620 h 923"/>
                <a:gd name="T90" fmla="*/ 102 w 373"/>
                <a:gd name="T91" fmla="*/ 194 h 923"/>
                <a:gd name="T92" fmla="*/ 113 w 373"/>
                <a:gd name="T93" fmla="*/ 175 h 923"/>
                <a:gd name="T94" fmla="*/ 1 w 373"/>
                <a:gd name="T95" fmla="*/ 914 h 923"/>
                <a:gd name="T96" fmla="*/ 128 w 373"/>
                <a:gd name="T97" fmla="*/ 641 h 923"/>
                <a:gd name="T98" fmla="*/ 16 w 373"/>
                <a:gd name="T99" fmla="*/ 270 h 923"/>
                <a:gd name="T100" fmla="*/ 231 w 373"/>
                <a:gd name="T101" fmla="*/ 551 h 923"/>
                <a:gd name="T102" fmla="*/ 206 w 373"/>
                <a:gd name="T103" fmla="*/ 566 h 923"/>
                <a:gd name="T104" fmla="*/ 45 w 373"/>
                <a:gd name="T105" fmla="*/ 855 h 923"/>
                <a:gd name="T106" fmla="*/ 43 w 373"/>
                <a:gd name="T107" fmla="*/ 881 h 923"/>
                <a:gd name="T108" fmla="*/ 263 w 373"/>
                <a:gd name="T109" fmla="*/ 549 h 923"/>
                <a:gd name="T110" fmla="*/ 259 w 373"/>
                <a:gd name="T111" fmla="*/ 530 h 923"/>
                <a:gd name="T112" fmla="*/ 274 w 373"/>
                <a:gd name="T113" fmla="*/ 495 h 923"/>
                <a:gd name="T114" fmla="*/ 74 w 373"/>
                <a:gd name="T115" fmla="*/ 49 h 923"/>
                <a:gd name="T116" fmla="*/ 151 w 373"/>
                <a:gd name="T117" fmla="*/ 601 h 923"/>
                <a:gd name="T118" fmla="*/ 180 w 373"/>
                <a:gd name="T119" fmla="*/ 324 h 923"/>
                <a:gd name="T120" fmla="*/ 125 w 373"/>
                <a:gd name="T121" fmla="*/ 113 h 923"/>
                <a:gd name="T122" fmla="*/ 162 w 373"/>
                <a:gd name="T123" fmla="*/ 283 h 923"/>
                <a:gd name="T124" fmla="*/ 169 w 373"/>
                <a:gd name="T125" fmla="*/ 317 h 923"/>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73"/>
                <a:gd name="T190" fmla="*/ 0 h 923"/>
                <a:gd name="T191" fmla="*/ 373 w 373"/>
                <a:gd name="T192" fmla="*/ 923 h 923"/>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73" h="923">
                  <a:moveTo>
                    <a:pt x="185" y="288"/>
                  </a:moveTo>
                  <a:lnTo>
                    <a:pt x="185" y="288"/>
                  </a:lnTo>
                  <a:lnTo>
                    <a:pt x="189" y="284"/>
                  </a:lnTo>
                  <a:lnTo>
                    <a:pt x="195" y="281"/>
                  </a:lnTo>
                  <a:lnTo>
                    <a:pt x="198" y="280"/>
                  </a:lnTo>
                  <a:lnTo>
                    <a:pt x="199" y="280"/>
                  </a:lnTo>
                  <a:lnTo>
                    <a:pt x="207" y="283"/>
                  </a:lnTo>
                  <a:lnTo>
                    <a:pt x="203" y="293"/>
                  </a:lnTo>
                  <a:lnTo>
                    <a:pt x="200" y="297"/>
                  </a:lnTo>
                  <a:lnTo>
                    <a:pt x="199" y="299"/>
                  </a:lnTo>
                  <a:lnTo>
                    <a:pt x="198" y="300"/>
                  </a:lnTo>
                  <a:lnTo>
                    <a:pt x="185" y="296"/>
                  </a:lnTo>
                  <a:lnTo>
                    <a:pt x="184" y="296"/>
                  </a:lnTo>
                  <a:lnTo>
                    <a:pt x="182" y="292"/>
                  </a:lnTo>
                  <a:lnTo>
                    <a:pt x="181" y="292"/>
                  </a:lnTo>
                  <a:lnTo>
                    <a:pt x="181" y="291"/>
                  </a:lnTo>
                  <a:lnTo>
                    <a:pt x="182" y="290"/>
                  </a:lnTo>
                  <a:lnTo>
                    <a:pt x="183" y="289"/>
                  </a:lnTo>
                  <a:lnTo>
                    <a:pt x="184" y="289"/>
                  </a:lnTo>
                  <a:lnTo>
                    <a:pt x="185" y="288"/>
                  </a:lnTo>
                  <a:close/>
                  <a:moveTo>
                    <a:pt x="124" y="389"/>
                  </a:moveTo>
                  <a:lnTo>
                    <a:pt x="136" y="373"/>
                  </a:lnTo>
                  <a:lnTo>
                    <a:pt x="138" y="377"/>
                  </a:lnTo>
                  <a:lnTo>
                    <a:pt x="131" y="391"/>
                  </a:lnTo>
                  <a:lnTo>
                    <a:pt x="130" y="393"/>
                  </a:lnTo>
                  <a:lnTo>
                    <a:pt x="129" y="393"/>
                  </a:lnTo>
                  <a:lnTo>
                    <a:pt x="127" y="393"/>
                  </a:lnTo>
                  <a:lnTo>
                    <a:pt x="125" y="392"/>
                  </a:lnTo>
                  <a:lnTo>
                    <a:pt x="124" y="392"/>
                  </a:lnTo>
                  <a:lnTo>
                    <a:pt x="124" y="391"/>
                  </a:lnTo>
                  <a:lnTo>
                    <a:pt x="124" y="390"/>
                  </a:lnTo>
                  <a:lnTo>
                    <a:pt x="124" y="389"/>
                  </a:lnTo>
                  <a:close/>
                  <a:moveTo>
                    <a:pt x="163" y="160"/>
                  </a:moveTo>
                  <a:lnTo>
                    <a:pt x="168" y="155"/>
                  </a:lnTo>
                  <a:lnTo>
                    <a:pt x="175" y="149"/>
                  </a:lnTo>
                  <a:lnTo>
                    <a:pt x="173" y="144"/>
                  </a:lnTo>
                  <a:lnTo>
                    <a:pt x="178" y="139"/>
                  </a:lnTo>
                  <a:lnTo>
                    <a:pt x="184" y="139"/>
                  </a:lnTo>
                  <a:lnTo>
                    <a:pt x="185" y="140"/>
                  </a:lnTo>
                  <a:lnTo>
                    <a:pt x="189" y="145"/>
                  </a:lnTo>
                  <a:lnTo>
                    <a:pt x="190" y="145"/>
                  </a:lnTo>
                  <a:lnTo>
                    <a:pt x="191" y="145"/>
                  </a:lnTo>
                  <a:lnTo>
                    <a:pt x="198" y="144"/>
                  </a:lnTo>
                  <a:lnTo>
                    <a:pt x="199" y="144"/>
                  </a:lnTo>
                  <a:lnTo>
                    <a:pt x="201" y="142"/>
                  </a:lnTo>
                  <a:lnTo>
                    <a:pt x="203" y="141"/>
                  </a:lnTo>
                  <a:lnTo>
                    <a:pt x="204" y="139"/>
                  </a:lnTo>
                  <a:lnTo>
                    <a:pt x="204" y="138"/>
                  </a:lnTo>
                  <a:lnTo>
                    <a:pt x="210" y="124"/>
                  </a:lnTo>
                  <a:lnTo>
                    <a:pt x="209" y="122"/>
                  </a:lnTo>
                  <a:lnTo>
                    <a:pt x="209" y="120"/>
                  </a:lnTo>
                  <a:lnTo>
                    <a:pt x="208" y="119"/>
                  </a:lnTo>
                  <a:lnTo>
                    <a:pt x="207" y="119"/>
                  </a:lnTo>
                  <a:lnTo>
                    <a:pt x="207" y="118"/>
                  </a:lnTo>
                  <a:lnTo>
                    <a:pt x="207" y="116"/>
                  </a:lnTo>
                  <a:lnTo>
                    <a:pt x="208" y="115"/>
                  </a:lnTo>
                  <a:lnTo>
                    <a:pt x="213" y="110"/>
                  </a:lnTo>
                  <a:lnTo>
                    <a:pt x="217" y="106"/>
                  </a:lnTo>
                  <a:lnTo>
                    <a:pt x="233" y="98"/>
                  </a:lnTo>
                  <a:lnTo>
                    <a:pt x="234" y="98"/>
                  </a:lnTo>
                  <a:lnTo>
                    <a:pt x="236" y="99"/>
                  </a:lnTo>
                  <a:lnTo>
                    <a:pt x="246" y="101"/>
                  </a:lnTo>
                  <a:lnTo>
                    <a:pt x="250" y="101"/>
                  </a:lnTo>
                  <a:lnTo>
                    <a:pt x="250" y="102"/>
                  </a:lnTo>
                  <a:lnTo>
                    <a:pt x="265" y="106"/>
                  </a:lnTo>
                  <a:lnTo>
                    <a:pt x="262" y="113"/>
                  </a:lnTo>
                  <a:lnTo>
                    <a:pt x="262" y="114"/>
                  </a:lnTo>
                  <a:lnTo>
                    <a:pt x="262" y="115"/>
                  </a:lnTo>
                  <a:lnTo>
                    <a:pt x="270" y="129"/>
                  </a:lnTo>
                  <a:lnTo>
                    <a:pt x="272" y="132"/>
                  </a:lnTo>
                  <a:lnTo>
                    <a:pt x="276" y="139"/>
                  </a:lnTo>
                  <a:lnTo>
                    <a:pt x="277" y="140"/>
                  </a:lnTo>
                  <a:lnTo>
                    <a:pt x="277" y="141"/>
                  </a:lnTo>
                  <a:lnTo>
                    <a:pt x="279" y="141"/>
                  </a:lnTo>
                  <a:lnTo>
                    <a:pt x="288" y="141"/>
                  </a:lnTo>
                  <a:lnTo>
                    <a:pt x="290" y="143"/>
                  </a:lnTo>
                  <a:lnTo>
                    <a:pt x="295" y="146"/>
                  </a:lnTo>
                  <a:lnTo>
                    <a:pt x="296" y="146"/>
                  </a:lnTo>
                  <a:lnTo>
                    <a:pt x="304" y="147"/>
                  </a:lnTo>
                  <a:lnTo>
                    <a:pt x="311" y="147"/>
                  </a:lnTo>
                  <a:lnTo>
                    <a:pt x="312" y="147"/>
                  </a:lnTo>
                  <a:lnTo>
                    <a:pt x="312" y="146"/>
                  </a:lnTo>
                  <a:lnTo>
                    <a:pt x="316" y="144"/>
                  </a:lnTo>
                  <a:lnTo>
                    <a:pt x="317" y="142"/>
                  </a:lnTo>
                  <a:lnTo>
                    <a:pt x="318" y="140"/>
                  </a:lnTo>
                  <a:lnTo>
                    <a:pt x="319" y="138"/>
                  </a:lnTo>
                  <a:lnTo>
                    <a:pt x="321" y="134"/>
                  </a:lnTo>
                  <a:lnTo>
                    <a:pt x="323" y="133"/>
                  </a:lnTo>
                  <a:lnTo>
                    <a:pt x="324" y="133"/>
                  </a:lnTo>
                  <a:lnTo>
                    <a:pt x="329" y="132"/>
                  </a:lnTo>
                  <a:lnTo>
                    <a:pt x="330" y="132"/>
                  </a:lnTo>
                  <a:lnTo>
                    <a:pt x="336" y="134"/>
                  </a:lnTo>
                  <a:lnTo>
                    <a:pt x="339" y="136"/>
                  </a:lnTo>
                  <a:lnTo>
                    <a:pt x="341" y="139"/>
                  </a:lnTo>
                  <a:lnTo>
                    <a:pt x="345" y="145"/>
                  </a:lnTo>
                  <a:lnTo>
                    <a:pt x="346" y="148"/>
                  </a:lnTo>
                  <a:lnTo>
                    <a:pt x="346" y="150"/>
                  </a:lnTo>
                  <a:lnTo>
                    <a:pt x="345" y="159"/>
                  </a:lnTo>
                  <a:lnTo>
                    <a:pt x="345" y="160"/>
                  </a:lnTo>
                  <a:lnTo>
                    <a:pt x="343" y="165"/>
                  </a:lnTo>
                  <a:lnTo>
                    <a:pt x="342" y="166"/>
                  </a:lnTo>
                  <a:lnTo>
                    <a:pt x="340" y="167"/>
                  </a:lnTo>
                  <a:lnTo>
                    <a:pt x="330" y="175"/>
                  </a:lnTo>
                  <a:lnTo>
                    <a:pt x="329" y="176"/>
                  </a:lnTo>
                  <a:lnTo>
                    <a:pt x="327" y="176"/>
                  </a:lnTo>
                  <a:lnTo>
                    <a:pt x="326" y="175"/>
                  </a:lnTo>
                  <a:lnTo>
                    <a:pt x="325" y="174"/>
                  </a:lnTo>
                  <a:lnTo>
                    <a:pt x="323" y="174"/>
                  </a:lnTo>
                  <a:lnTo>
                    <a:pt x="321" y="174"/>
                  </a:lnTo>
                  <a:lnTo>
                    <a:pt x="321" y="175"/>
                  </a:lnTo>
                  <a:lnTo>
                    <a:pt x="320" y="176"/>
                  </a:lnTo>
                  <a:lnTo>
                    <a:pt x="320" y="177"/>
                  </a:lnTo>
                  <a:lnTo>
                    <a:pt x="320" y="178"/>
                  </a:lnTo>
                  <a:lnTo>
                    <a:pt x="321" y="179"/>
                  </a:lnTo>
                  <a:lnTo>
                    <a:pt x="322" y="185"/>
                  </a:lnTo>
                  <a:lnTo>
                    <a:pt x="323" y="186"/>
                  </a:lnTo>
                  <a:lnTo>
                    <a:pt x="325" y="187"/>
                  </a:lnTo>
                  <a:lnTo>
                    <a:pt x="327" y="187"/>
                  </a:lnTo>
                  <a:lnTo>
                    <a:pt x="329" y="188"/>
                  </a:lnTo>
                  <a:lnTo>
                    <a:pt x="330" y="188"/>
                  </a:lnTo>
                  <a:lnTo>
                    <a:pt x="348" y="189"/>
                  </a:lnTo>
                  <a:lnTo>
                    <a:pt x="352" y="189"/>
                  </a:lnTo>
                  <a:lnTo>
                    <a:pt x="353" y="189"/>
                  </a:lnTo>
                  <a:lnTo>
                    <a:pt x="355" y="189"/>
                  </a:lnTo>
                  <a:lnTo>
                    <a:pt x="356" y="189"/>
                  </a:lnTo>
                  <a:lnTo>
                    <a:pt x="358" y="188"/>
                  </a:lnTo>
                  <a:lnTo>
                    <a:pt x="361" y="186"/>
                  </a:lnTo>
                  <a:lnTo>
                    <a:pt x="363" y="186"/>
                  </a:lnTo>
                  <a:lnTo>
                    <a:pt x="364" y="186"/>
                  </a:lnTo>
                  <a:lnTo>
                    <a:pt x="364" y="187"/>
                  </a:lnTo>
                  <a:lnTo>
                    <a:pt x="364" y="188"/>
                  </a:lnTo>
                  <a:lnTo>
                    <a:pt x="363" y="189"/>
                  </a:lnTo>
                  <a:lnTo>
                    <a:pt x="360" y="193"/>
                  </a:lnTo>
                  <a:lnTo>
                    <a:pt x="356" y="199"/>
                  </a:lnTo>
                  <a:lnTo>
                    <a:pt x="355" y="203"/>
                  </a:lnTo>
                  <a:lnTo>
                    <a:pt x="354" y="204"/>
                  </a:lnTo>
                  <a:lnTo>
                    <a:pt x="364" y="223"/>
                  </a:lnTo>
                  <a:lnTo>
                    <a:pt x="364" y="224"/>
                  </a:lnTo>
                  <a:lnTo>
                    <a:pt x="366" y="226"/>
                  </a:lnTo>
                  <a:lnTo>
                    <a:pt x="367" y="226"/>
                  </a:lnTo>
                  <a:lnTo>
                    <a:pt x="373" y="231"/>
                  </a:lnTo>
                  <a:lnTo>
                    <a:pt x="371" y="239"/>
                  </a:lnTo>
                  <a:lnTo>
                    <a:pt x="362" y="247"/>
                  </a:lnTo>
                  <a:lnTo>
                    <a:pt x="361" y="253"/>
                  </a:lnTo>
                  <a:lnTo>
                    <a:pt x="361" y="254"/>
                  </a:lnTo>
                  <a:lnTo>
                    <a:pt x="361" y="255"/>
                  </a:lnTo>
                  <a:lnTo>
                    <a:pt x="358" y="260"/>
                  </a:lnTo>
                  <a:lnTo>
                    <a:pt x="357" y="261"/>
                  </a:lnTo>
                  <a:lnTo>
                    <a:pt x="356" y="260"/>
                  </a:lnTo>
                  <a:lnTo>
                    <a:pt x="355" y="260"/>
                  </a:lnTo>
                  <a:lnTo>
                    <a:pt x="354" y="260"/>
                  </a:lnTo>
                  <a:lnTo>
                    <a:pt x="350" y="264"/>
                  </a:lnTo>
                  <a:lnTo>
                    <a:pt x="349" y="264"/>
                  </a:lnTo>
                  <a:lnTo>
                    <a:pt x="349" y="265"/>
                  </a:lnTo>
                  <a:lnTo>
                    <a:pt x="342" y="275"/>
                  </a:lnTo>
                  <a:lnTo>
                    <a:pt x="341" y="277"/>
                  </a:lnTo>
                  <a:lnTo>
                    <a:pt x="340" y="278"/>
                  </a:lnTo>
                  <a:lnTo>
                    <a:pt x="340" y="279"/>
                  </a:lnTo>
                  <a:lnTo>
                    <a:pt x="340" y="280"/>
                  </a:lnTo>
                  <a:lnTo>
                    <a:pt x="340" y="281"/>
                  </a:lnTo>
                  <a:lnTo>
                    <a:pt x="340" y="282"/>
                  </a:lnTo>
                  <a:lnTo>
                    <a:pt x="341" y="283"/>
                  </a:lnTo>
                  <a:lnTo>
                    <a:pt x="342" y="288"/>
                  </a:lnTo>
                  <a:lnTo>
                    <a:pt x="336" y="297"/>
                  </a:lnTo>
                  <a:lnTo>
                    <a:pt x="333" y="303"/>
                  </a:lnTo>
                  <a:lnTo>
                    <a:pt x="329" y="316"/>
                  </a:lnTo>
                  <a:lnTo>
                    <a:pt x="325" y="330"/>
                  </a:lnTo>
                  <a:lnTo>
                    <a:pt x="318" y="350"/>
                  </a:lnTo>
                  <a:lnTo>
                    <a:pt x="315" y="360"/>
                  </a:lnTo>
                  <a:lnTo>
                    <a:pt x="315" y="361"/>
                  </a:lnTo>
                  <a:lnTo>
                    <a:pt x="314" y="367"/>
                  </a:lnTo>
                  <a:lnTo>
                    <a:pt x="315" y="368"/>
                  </a:lnTo>
                  <a:lnTo>
                    <a:pt x="317" y="369"/>
                  </a:lnTo>
                  <a:lnTo>
                    <a:pt x="318" y="369"/>
                  </a:lnTo>
                  <a:lnTo>
                    <a:pt x="320" y="372"/>
                  </a:lnTo>
                  <a:lnTo>
                    <a:pt x="320" y="373"/>
                  </a:lnTo>
                  <a:lnTo>
                    <a:pt x="319" y="374"/>
                  </a:lnTo>
                  <a:lnTo>
                    <a:pt x="315" y="395"/>
                  </a:lnTo>
                  <a:lnTo>
                    <a:pt x="309" y="411"/>
                  </a:lnTo>
                  <a:lnTo>
                    <a:pt x="306" y="421"/>
                  </a:lnTo>
                  <a:lnTo>
                    <a:pt x="304" y="426"/>
                  </a:lnTo>
                  <a:lnTo>
                    <a:pt x="303" y="426"/>
                  </a:lnTo>
                  <a:lnTo>
                    <a:pt x="302" y="427"/>
                  </a:lnTo>
                  <a:lnTo>
                    <a:pt x="294" y="425"/>
                  </a:lnTo>
                  <a:lnTo>
                    <a:pt x="293" y="425"/>
                  </a:lnTo>
                  <a:lnTo>
                    <a:pt x="293" y="424"/>
                  </a:lnTo>
                  <a:lnTo>
                    <a:pt x="293" y="423"/>
                  </a:lnTo>
                  <a:lnTo>
                    <a:pt x="293" y="421"/>
                  </a:lnTo>
                  <a:lnTo>
                    <a:pt x="293" y="420"/>
                  </a:lnTo>
                  <a:lnTo>
                    <a:pt x="292" y="419"/>
                  </a:lnTo>
                  <a:lnTo>
                    <a:pt x="290" y="415"/>
                  </a:lnTo>
                  <a:lnTo>
                    <a:pt x="289" y="415"/>
                  </a:lnTo>
                  <a:lnTo>
                    <a:pt x="288" y="415"/>
                  </a:lnTo>
                  <a:lnTo>
                    <a:pt x="283" y="414"/>
                  </a:lnTo>
                  <a:lnTo>
                    <a:pt x="281" y="414"/>
                  </a:lnTo>
                  <a:lnTo>
                    <a:pt x="280" y="414"/>
                  </a:lnTo>
                  <a:lnTo>
                    <a:pt x="276" y="416"/>
                  </a:lnTo>
                  <a:lnTo>
                    <a:pt x="274" y="416"/>
                  </a:lnTo>
                  <a:lnTo>
                    <a:pt x="273" y="417"/>
                  </a:lnTo>
                  <a:lnTo>
                    <a:pt x="271" y="420"/>
                  </a:lnTo>
                  <a:lnTo>
                    <a:pt x="270" y="422"/>
                  </a:lnTo>
                  <a:lnTo>
                    <a:pt x="267" y="428"/>
                  </a:lnTo>
                  <a:lnTo>
                    <a:pt x="267" y="429"/>
                  </a:lnTo>
                  <a:lnTo>
                    <a:pt x="268" y="429"/>
                  </a:lnTo>
                  <a:lnTo>
                    <a:pt x="270" y="430"/>
                  </a:lnTo>
                  <a:lnTo>
                    <a:pt x="272" y="430"/>
                  </a:lnTo>
                  <a:lnTo>
                    <a:pt x="273" y="430"/>
                  </a:lnTo>
                  <a:lnTo>
                    <a:pt x="277" y="432"/>
                  </a:lnTo>
                  <a:lnTo>
                    <a:pt x="278" y="432"/>
                  </a:lnTo>
                  <a:lnTo>
                    <a:pt x="279" y="433"/>
                  </a:lnTo>
                  <a:lnTo>
                    <a:pt x="281" y="439"/>
                  </a:lnTo>
                  <a:lnTo>
                    <a:pt x="280" y="439"/>
                  </a:lnTo>
                  <a:lnTo>
                    <a:pt x="264" y="454"/>
                  </a:lnTo>
                  <a:lnTo>
                    <a:pt x="260" y="458"/>
                  </a:lnTo>
                  <a:lnTo>
                    <a:pt x="259" y="458"/>
                  </a:lnTo>
                  <a:lnTo>
                    <a:pt x="256" y="459"/>
                  </a:lnTo>
                  <a:lnTo>
                    <a:pt x="255" y="460"/>
                  </a:lnTo>
                  <a:lnTo>
                    <a:pt x="253" y="460"/>
                  </a:lnTo>
                  <a:lnTo>
                    <a:pt x="251" y="461"/>
                  </a:lnTo>
                  <a:lnTo>
                    <a:pt x="240" y="467"/>
                  </a:lnTo>
                  <a:lnTo>
                    <a:pt x="239" y="467"/>
                  </a:lnTo>
                  <a:lnTo>
                    <a:pt x="238" y="469"/>
                  </a:lnTo>
                  <a:lnTo>
                    <a:pt x="237" y="469"/>
                  </a:lnTo>
                  <a:lnTo>
                    <a:pt x="236" y="470"/>
                  </a:lnTo>
                  <a:lnTo>
                    <a:pt x="236" y="472"/>
                  </a:lnTo>
                  <a:lnTo>
                    <a:pt x="235" y="472"/>
                  </a:lnTo>
                  <a:lnTo>
                    <a:pt x="232" y="473"/>
                  </a:lnTo>
                  <a:lnTo>
                    <a:pt x="231" y="473"/>
                  </a:lnTo>
                  <a:lnTo>
                    <a:pt x="232" y="464"/>
                  </a:lnTo>
                  <a:lnTo>
                    <a:pt x="232" y="463"/>
                  </a:lnTo>
                  <a:lnTo>
                    <a:pt x="237" y="459"/>
                  </a:lnTo>
                  <a:lnTo>
                    <a:pt x="239" y="458"/>
                  </a:lnTo>
                  <a:lnTo>
                    <a:pt x="241" y="453"/>
                  </a:lnTo>
                  <a:lnTo>
                    <a:pt x="245" y="442"/>
                  </a:lnTo>
                  <a:lnTo>
                    <a:pt x="245" y="434"/>
                  </a:lnTo>
                  <a:lnTo>
                    <a:pt x="245" y="433"/>
                  </a:lnTo>
                  <a:lnTo>
                    <a:pt x="242" y="423"/>
                  </a:lnTo>
                  <a:lnTo>
                    <a:pt x="242" y="422"/>
                  </a:lnTo>
                  <a:lnTo>
                    <a:pt x="232" y="404"/>
                  </a:lnTo>
                  <a:lnTo>
                    <a:pt x="231" y="404"/>
                  </a:lnTo>
                  <a:lnTo>
                    <a:pt x="227" y="404"/>
                  </a:lnTo>
                  <a:lnTo>
                    <a:pt x="227" y="403"/>
                  </a:lnTo>
                  <a:lnTo>
                    <a:pt x="225" y="403"/>
                  </a:lnTo>
                  <a:lnTo>
                    <a:pt x="224" y="402"/>
                  </a:lnTo>
                  <a:lnTo>
                    <a:pt x="224" y="401"/>
                  </a:lnTo>
                  <a:lnTo>
                    <a:pt x="223" y="401"/>
                  </a:lnTo>
                  <a:lnTo>
                    <a:pt x="223" y="400"/>
                  </a:lnTo>
                  <a:lnTo>
                    <a:pt x="224" y="399"/>
                  </a:lnTo>
                  <a:lnTo>
                    <a:pt x="225" y="397"/>
                  </a:lnTo>
                  <a:lnTo>
                    <a:pt x="229" y="395"/>
                  </a:lnTo>
                  <a:lnTo>
                    <a:pt x="231" y="395"/>
                  </a:lnTo>
                  <a:lnTo>
                    <a:pt x="232" y="395"/>
                  </a:lnTo>
                  <a:lnTo>
                    <a:pt x="233" y="395"/>
                  </a:lnTo>
                  <a:lnTo>
                    <a:pt x="235" y="396"/>
                  </a:lnTo>
                  <a:lnTo>
                    <a:pt x="236" y="397"/>
                  </a:lnTo>
                  <a:lnTo>
                    <a:pt x="237" y="398"/>
                  </a:lnTo>
                  <a:lnTo>
                    <a:pt x="237" y="399"/>
                  </a:lnTo>
                  <a:lnTo>
                    <a:pt x="236" y="402"/>
                  </a:lnTo>
                  <a:lnTo>
                    <a:pt x="236" y="403"/>
                  </a:lnTo>
                  <a:lnTo>
                    <a:pt x="237" y="403"/>
                  </a:lnTo>
                  <a:lnTo>
                    <a:pt x="238" y="403"/>
                  </a:lnTo>
                  <a:lnTo>
                    <a:pt x="240" y="403"/>
                  </a:lnTo>
                  <a:lnTo>
                    <a:pt x="242" y="400"/>
                  </a:lnTo>
                  <a:lnTo>
                    <a:pt x="244" y="398"/>
                  </a:lnTo>
                  <a:lnTo>
                    <a:pt x="245" y="397"/>
                  </a:lnTo>
                  <a:lnTo>
                    <a:pt x="246" y="393"/>
                  </a:lnTo>
                  <a:lnTo>
                    <a:pt x="246" y="392"/>
                  </a:lnTo>
                  <a:lnTo>
                    <a:pt x="246" y="388"/>
                  </a:lnTo>
                  <a:lnTo>
                    <a:pt x="246" y="387"/>
                  </a:lnTo>
                  <a:lnTo>
                    <a:pt x="245" y="385"/>
                  </a:lnTo>
                  <a:lnTo>
                    <a:pt x="242" y="384"/>
                  </a:lnTo>
                  <a:lnTo>
                    <a:pt x="233" y="381"/>
                  </a:lnTo>
                  <a:lnTo>
                    <a:pt x="231" y="381"/>
                  </a:lnTo>
                  <a:lnTo>
                    <a:pt x="228" y="383"/>
                  </a:lnTo>
                  <a:lnTo>
                    <a:pt x="226" y="385"/>
                  </a:lnTo>
                  <a:lnTo>
                    <a:pt x="225" y="388"/>
                  </a:lnTo>
                  <a:lnTo>
                    <a:pt x="219" y="398"/>
                  </a:lnTo>
                  <a:lnTo>
                    <a:pt x="217" y="406"/>
                  </a:lnTo>
                  <a:lnTo>
                    <a:pt x="215" y="412"/>
                  </a:lnTo>
                  <a:lnTo>
                    <a:pt x="214" y="416"/>
                  </a:lnTo>
                  <a:lnTo>
                    <a:pt x="215" y="418"/>
                  </a:lnTo>
                  <a:lnTo>
                    <a:pt x="216" y="420"/>
                  </a:lnTo>
                  <a:lnTo>
                    <a:pt x="219" y="430"/>
                  </a:lnTo>
                  <a:lnTo>
                    <a:pt x="220" y="432"/>
                  </a:lnTo>
                  <a:lnTo>
                    <a:pt x="220" y="433"/>
                  </a:lnTo>
                  <a:lnTo>
                    <a:pt x="222" y="434"/>
                  </a:lnTo>
                  <a:lnTo>
                    <a:pt x="223" y="436"/>
                  </a:lnTo>
                  <a:lnTo>
                    <a:pt x="225" y="437"/>
                  </a:lnTo>
                  <a:lnTo>
                    <a:pt x="227" y="437"/>
                  </a:lnTo>
                  <a:lnTo>
                    <a:pt x="229" y="438"/>
                  </a:lnTo>
                  <a:lnTo>
                    <a:pt x="230" y="439"/>
                  </a:lnTo>
                  <a:lnTo>
                    <a:pt x="231" y="440"/>
                  </a:lnTo>
                  <a:lnTo>
                    <a:pt x="229" y="446"/>
                  </a:lnTo>
                  <a:lnTo>
                    <a:pt x="228" y="449"/>
                  </a:lnTo>
                  <a:lnTo>
                    <a:pt x="228" y="450"/>
                  </a:lnTo>
                  <a:lnTo>
                    <a:pt x="222" y="453"/>
                  </a:lnTo>
                  <a:lnTo>
                    <a:pt x="216" y="453"/>
                  </a:lnTo>
                  <a:lnTo>
                    <a:pt x="215" y="453"/>
                  </a:lnTo>
                  <a:lnTo>
                    <a:pt x="215" y="452"/>
                  </a:lnTo>
                  <a:lnTo>
                    <a:pt x="214" y="452"/>
                  </a:lnTo>
                  <a:lnTo>
                    <a:pt x="214" y="450"/>
                  </a:lnTo>
                  <a:lnTo>
                    <a:pt x="214" y="449"/>
                  </a:lnTo>
                  <a:lnTo>
                    <a:pt x="214" y="448"/>
                  </a:lnTo>
                  <a:lnTo>
                    <a:pt x="214" y="447"/>
                  </a:lnTo>
                  <a:lnTo>
                    <a:pt x="213" y="444"/>
                  </a:lnTo>
                  <a:lnTo>
                    <a:pt x="212" y="444"/>
                  </a:lnTo>
                  <a:lnTo>
                    <a:pt x="211" y="443"/>
                  </a:lnTo>
                  <a:lnTo>
                    <a:pt x="209" y="443"/>
                  </a:lnTo>
                  <a:lnTo>
                    <a:pt x="195" y="442"/>
                  </a:lnTo>
                  <a:lnTo>
                    <a:pt x="187" y="442"/>
                  </a:lnTo>
                  <a:lnTo>
                    <a:pt x="186" y="442"/>
                  </a:lnTo>
                  <a:lnTo>
                    <a:pt x="184" y="442"/>
                  </a:lnTo>
                  <a:lnTo>
                    <a:pt x="181" y="430"/>
                  </a:lnTo>
                  <a:lnTo>
                    <a:pt x="184" y="423"/>
                  </a:lnTo>
                  <a:lnTo>
                    <a:pt x="188" y="420"/>
                  </a:lnTo>
                  <a:lnTo>
                    <a:pt x="191" y="417"/>
                  </a:lnTo>
                  <a:lnTo>
                    <a:pt x="192" y="416"/>
                  </a:lnTo>
                  <a:lnTo>
                    <a:pt x="192" y="415"/>
                  </a:lnTo>
                  <a:lnTo>
                    <a:pt x="193" y="411"/>
                  </a:lnTo>
                  <a:lnTo>
                    <a:pt x="195" y="404"/>
                  </a:lnTo>
                  <a:lnTo>
                    <a:pt x="195" y="403"/>
                  </a:lnTo>
                  <a:lnTo>
                    <a:pt x="195" y="396"/>
                  </a:lnTo>
                  <a:lnTo>
                    <a:pt x="195" y="394"/>
                  </a:lnTo>
                  <a:lnTo>
                    <a:pt x="195" y="393"/>
                  </a:lnTo>
                  <a:lnTo>
                    <a:pt x="187" y="383"/>
                  </a:lnTo>
                  <a:lnTo>
                    <a:pt x="186" y="382"/>
                  </a:lnTo>
                  <a:lnTo>
                    <a:pt x="183" y="380"/>
                  </a:lnTo>
                  <a:lnTo>
                    <a:pt x="182" y="380"/>
                  </a:lnTo>
                  <a:lnTo>
                    <a:pt x="181" y="379"/>
                  </a:lnTo>
                  <a:lnTo>
                    <a:pt x="179" y="378"/>
                  </a:lnTo>
                  <a:lnTo>
                    <a:pt x="179" y="377"/>
                  </a:lnTo>
                  <a:lnTo>
                    <a:pt x="178" y="376"/>
                  </a:lnTo>
                  <a:lnTo>
                    <a:pt x="178" y="374"/>
                  </a:lnTo>
                  <a:lnTo>
                    <a:pt x="179" y="369"/>
                  </a:lnTo>
                  <a:lnTo>
                    <a:pt x="181" y="359"/>
                  </a:lnTo>
                  <a:lnTo>
                    <a:pt x="176" y="346"/>
                  </a:lnTo>
                  <a:lnTo>
                    <a:pt x="178" y="336"/>
                  </a:lnTo>
                  <a:lnTo>
                    <a:pt x="178" y="335"/>
                  </a:lnTo>
                  <a:lnTo>
                    <a:pt x="181" y="331"/>
                  </a:lnTo>
                  <a:lnTo>
                    <a:pt x="182" y="331"/>
                  </a:lnTo>
                  <a:lnTo>
                    <a:pt x="186" y="331"/>
                  </a:lnTo>
                  <a:lnTo>
                    <a:pt x="187" y="331"/>
                  </a:lnTo>
                  <a:lnTo>
                    <a:pt x="188" y="332"/>
                  </a:lnTo>
                  <a:lnTo>
                    <a:pt x="188" y="333"/>
                  </a:lnTo>
                  <a:lnTo>
                    <a:pt x="188" y="334"/>
                  </a:lnTo>
                  <a:lnTo>
                    <a:pt x="189" y="334"/>
                  </a:lnTo>
                  <a:lnTo>
                    <a:pt x="190" y="335"/>
                  </a:lnTo>
                  <a:lnTo>
                    <a:pt x="191" y="334"/>
                  </a:lnTo>
                  <a:lnTo>
                    <a:pt x="194" y="332"/>
                  </a:lnTo>
                  <a:lnTo>
                    <a:pt x="196" y="326"/>
                  </a:lnTo>
                  <a:lnTo>
                    <a:pt x="209" y="306"/>
                  </a:lnTo>
                  <a:lnTo>
                    <a:pt x="214" y="298"/>
                  </a:lnTo>
                  <a:lnTo>
                    <a:pt x="217" y="294"/>
                  </a:lnTo>
                  <a:lnTo>
                    <a:pt x="219" y="293"/>
                  </a:lnTo>
                  <a:lnTo>
                    <a:pt x="219" y="292"/>
                  </a:lnTo>
                  <a:lnTo>
                    <a:pt x="220" y="290"/>
                  </a:lnTo>
                  <a:lnTo>
                    <a:pt x="223" y="283"/>
                  </a:lnTo>
                  <a:lnTo>
                    <a:pt x="224" y="282"/>
                  </a:lnTo>
                  <a:lnTo>
                    <a:pt x="225" y="272"/>
                  </a:lnTo>
                  <a:lnTo>
                    <a:pt x="222" y="266"/>
                  </a:lnTo>
                  <a:lnTo>
                    <a:pt x="210" y="265"/>
                  </a:lnTo>
                  <a:lnTo>
                    <a:pt x="220" y="259"/>
                  </a:lnTo>
                  <a:lnTo>
                    <a:pt x="224" y="256"/>
                  </a:lnTo>
                  <a:lnTo>
                    <a:pt x="225" y="248"/>
                  </a:lnTo>
                  <a:lnTo>
                    <a:pt x="224" y="246"/>
                  </a:lnTo>
                  <a:lnTo>
                    <a:pt x="222" y="243"/>
                  </a:lnTo>
                  <a:lnTo>
                    <a:pt x="222" y="242"/>
                  </a:lnTo>
                  <a:lnTo>
                    <a:pt x="219" y="240"/>
                  </a:lnTo>
                  <a:lnTo>
                    <a:pt x="214" y="235"/>
                  </a:lnTo>
                  <a:lnTo>
                    <a:pt x="209" y="231"/>
                  </a:lnTo>
                  <a:lnTo>
                    <a:pt x="208" y="230"/>
                  </a:lnTo>
                  <a:lnTo>
                    <a:pt x="206" y="224"/>
                  </a:lnTo>
                  <a:lnTo>
                    <a:pt x="204" y="220"/>
                  </a:lnTo>
                  <a:lnTo>
                    <a:pt x="205" y="214"/>
                  </a:lnTo>
                  <a:lnTo>
                    <a:pt x="206" y="214"/>
                  </a:lnTo>
                  <a:lnTo>
                    <a:pt x="205" y="213"/>
                  </a:lnTo>
                  <a:lnTo>
                    <a:pt x="204" y="208"/>
                  </a:lnTo>
                  <a:lnTo>
                    <a:pt x="198" y="202"/>
                  </a:lnTo>
                  <a:lnTo>
                    <a:pt x="198" y="201"/>
                  </a:lnTo>
                  <a:lnTo>
                    <a:pt x="182" y="197"/>
                  </a:lnTo>
                  <a:lnTo>
                    <a:pt x="174" y="206"/>
                  </a:lnTo>
                  <a:lnTo>
                    <a:pt x="177" y="213"/>
                  </a:lnTo>
                  <a:lnTo>
                    <a:pt x="178" y="215"/>
                  </a:lnTo>
                  <a:lnTo>
                    <a:pt x="182" y="223"/>
                  </a:lnTo>
                  <a:lnTo>
                    <a:pt x="183" y="224"/>
                  </a:lnTo>
                  <a:lnTo>
                    <a:pt x="183" y="225"/>
                  </a:lnTo>
                  <a:lnTo>
                    <a:pt x="182" y="226"/>
                  </a:lnTo>
                  <a:lnTo>
                    <a:pt x="179" y="231"/>
                  </a:lnTo>
                  <a:lnTo>
                    <a:pt x="179" y="232"/>
                  </a:lnTo>
                  <a:lnTo>
                    <a:pt x="176" y="233"/>
                  </a:lnTo>
                  <a:lnTo>
                    <a:pt x="172" y="235"/>
                  </a:lnTo>
                  <a:lnTo>
                    <a:pt x="170" y="236"/>
                  </a:lnTo>
                  <a:lnTo>
                    <a:pt x="169" y="237"/>
                  </a:lnTo>
                  <a:lnTo>
                    <a:pt x="169" y="238"/>
                  </a:lnTo>
                  <a:lnTo>
                    <a:pt x="170" y="239"/>
                  </a:lnTo>
                  <a:lnTo>
                    <a:pt x="172" y="240"/>
                  </a:lnTo>
                  <a:lnTo>
                    <a:pt x="173" y="240"/>
                  </a:lnTo>
                  <a:lnTo>
                    <a:pt x="177" y="241"/>
                  </a:lnTo>
                  <a:lnTo>
                    <a:pt x="178" y="241"/>
                  </a:lnTo>
                  <a:lnTo>
                    <a:pt x="180" y="240"/>
                  </a:lnTo>
                  <a:lnTo>
                    <a:pt x="182" y="239"/>
                  </a:lnTo>
                  <a:lnTo>
                    <a:pt x="183" y="238"/>
                  </a:lnTo>
                  <a:lnTo>
                    <a:pt x="184" y="237"/>
                  </a:lnTo>
                  <a:lnTo>
                    <a:pt x="186" y="236"/>
                  </a:lnTo>
                  <a:lnTo>
                    <a:pt x="189" y="236"/>
                  </a:lnTo>
                  <a:lnTo>
                    <a:pt x="191" y="236"/>
                  </a:lnTo>
                  <a:lnTo>
                    <a:pt x="193" y="236"/>
                  </a:lnTo>
                  <a:lnTo>
                    <a:pt x="193" y="237"/>
                  </a:lnTo>
                  <a:lnTo>
                    <a:pt x="195" y="238"/>
                  </a:lnTo>
                  <a:lnTo>
                    <a:pt x="195" y="239"/>
                  </a:lnTo>
                  <a:lnTo>
                    <a:pt x="196" y="240"/>
                  </a:lnTo>
                  <a:lnTo>
                    <a:pt x="196" y="241"/>
                  </a:lnTo>
                  <a:lnTo>
                    <a:pt x="199" y="245"/>
                  </a:lnTo>
                  <a:lnTo>
                    <a:pt x="199" y="246"/>
                  </a:lnTo>
                  <a:lnTo>
                    <a:pt x="200" y="248"/>
                  </a:lnTo>
                  <a:lnTo>
                    <a:pt x="200" y="249"/>
                  </a:lnTo>
                  <a:lnTo>
                    <a:pt x="199" y="254"/>
                  </a:lnTo>
                  <a:lnTo>
                    <a:pt x="196" y="262"/>
                  </a:lnTo>
                  <a:lnTo>
                    <a:pt x="195" y="264"/>
                  </a:lnTo>
                  <a:lnTo>
                    <a:pt x="182" y="271"/>
                  </a:lnTo>
                  <a:lnTo>
                    <a:pt x="179" y="272"/>
                  </a:lnTo>
                  <a:lnTo>
                    <a:pt x="178" y="272"/>
                  </a:lnTo>
                  <a:lnTo>
                    <a:pt x="177" y="272"/>
                  </a:lnTo>
                  <a:lnTo>
                    <a:pt x="174" y="267"/>
                  </a:lnTo>
                  <a:lnTo>
                    <a:pt x="174" y="265"/>
                  </a:lnTo>
                  <a:lnTo>
                    <a:pt x="173" y="262"/>
                  </a:lnTo>
                  <a:lnTo>
                    <a:pt x="173" y="261"/>
                  </a:lnTo>
                  <a:lnTo>
                    <a:pt x="174" y="261"/>
                  </a:lnTo>
                  <a:lnTo>
                    <a:pt x="175" y="261"/>
                  </a:lnTo>
                  <a:lnTo>
                    <a:pt x="176" y="261"/>
                  </a:lnTo>
                  <a:lnTo>
                    <a:pt x="179" y="258"/>
                  </a:lnTo>
                  <a:lnTo>
                    <a:pt x="180" y="257"/>
                  </a:lnTo>
                  <a:lnTo>
                    <a:pt x="181" y="256"/>
                  </a:lnTo>
                  <a:lnTo>
                    <a:pt x="181" y="255"/>
                  </a:lnTo>
                  <a:lnTo>
                    <a:pt x="181" y="254"/>
                  </a:lnTo>
                  <a:lnTo>
                    <a:pt x="181" y="253"/>
                  </a:lnTo>
                  <a:lnTo>
                    <a:pt x="179" y="248"/>
                  </a:lnTo>
                  <a:lnTo>
                    <a:pt x="178" y="247"/>
                  </a:lnTo>
                  <a:lnTo>
                    <a:pt x="177" y="247"/>
                  </a:lnTo>
                  <a:lnTo>
                    <a:pt x="169" y="247"/>
                  </a:lnTo>
                  <a:lnTo>
                    <a:pt x="168" y="247"/>
                  </a:lnTo>
                  <a:lnTo>
                    <a:pt x="156" y="253"/>
                  </a:lnTo>
                  <a:lnTo>
                    <a:pt x="153" y="254"/>
                  </a:lnTo>
                  <a:lnTo>
                    <a:pt x="151" y="259"/>
                  </a:lnTo>
                  <a:lnTo>
                    <a:pt x="150" y="262"/>
                  </a:lnTo>
                  <a:lnTo>
                    <a:pt x="149" y="263"/>
                  </a:lnTo>
                  <a:lnTo>
                    <a:pt x="148" y="265"/>
                  </a:lnTo>
                  <a:lnTo>
                    <a:pt x="140" y="272"/>
                  </a:lnTo>
                  <a:lnTo>
                    <a:pt x="140" y="273"/>
                  </a:lnTo>
                  <a:lnTo>
                    <a:pt x="138" y="274"/>
                  </a:lnTo>
                  <a:lnTo>
                    <a:pt x="136" y="274"/>
                  </a:lnTo>
                  <a:lnTo>
                    <a:pt x="133" y="275"/>
                  </a:lnTo>
                  <a:lnTo>
                    <a:pt x="132" y="275"/>
                  </a:lnTo>
                  <a:lnTo>
                    <a:pt x="138" y="267"/>
                  </a:lnTo>
                  <a:lnTo>
                    <a:pt x="143" y="259"/>
                  </a:lnTo>
                  <a:lnTo>
                    <a:pt x="144" y="258"/>
                  </a:lnTo>
                  <a:lnTo>
                    <a:pt x="144" y="256"/>
                  </a:lnTo>
                  <a:lnTo>
                    <a:pt x="144" y="255"/>
                  </a:lnTo>
                  <a:lnTo>
                    <a:pt x="135" y="245"/>
                  </a:lnTo>
                  <a:lnTo>
                    <a:pt x="131" y="245"/>
                  </a:lnTo>
                  <a:lnTo>
                    <a:pt x="131" y="246"/>
                  </a:lnTo>
                  <a:lnTo>
                    <a:pt x="130" y="246"/>
                  </a:lnTo>
                  <a:lnTo>
                    <a:pt x="125" y="240"/>
                  </a:lnTo>
                  <a:lnTo>
                    <a:pt x="120" y="227"/>
                  </a:lnTo>
                  <a:lnTo>
                    <a:pt x="120" y="226"/>
                  </a:lnTo>
                  <a:lnTo>
                    <a:pt x="120" y="224"/>
                  </a:lnTo>
                  <a:lnTo>
                    <a:pt x="120" y="223"/>
                  </a:lnTo>
                  <a:lnTo>
                    <a:pt x="127" y="215"/>
                  </a:lnTo>
                  <a:lnTo>
                    <a:pt x="127" y="214"/>
                  </a:lnTo>
                  <a:lnTo>
                    <a:pt x="128" y="214"/>
                  </a:lnTo>
                  <a:lnTo>
                    <a:pt x="129" y="215"/>
                  </a:lnTo>
                  <a:lnTo>
                    <a:pt x="130" y="215"/>
                  </a:lnTo>
                  <a:lnTo>
                    <a:pt x="132" y="217"/>
                  </a:lnTo>
                  <a:lnTo>
                    <a:pt x="139" y="221"/>
                  </a:lnTo>
                  <a:lnTo>
                    <a:pt x="140" y="222"/>
                  </a:lnTo>
                  <a:lnTo>
                    <a:pt x="140" y="223"/>
                  </a:lnTo>
                  <a:lnTo>
                    <a:pt x="140" y="224"/>
                  </a:lnTo>
                  <a:lnTo>
                    <a:pt x="141" y="231"/>
                  </a:lnTo>
                  <a:lnTo>
                    <a:pt x="140" y="232"/>
                  </a:lnTo>
                  <a:lnTo>
                    <a:pt x="139" y="231"/>
                  </a:lnTo>
                  <a:lnTo>
                    <a:pt x="138" y="229"/>
                  </a:lnTo>
                  <a:lnTo>
                    <a:pt x="138" y="227"/>
                  </a:lnTo>
                  <a:lnTo>
                    <a:pt x="137" y="227"/>
                  </a:lnTo>
                  <a:lnTo>
                    <a:pt x="137" y="230"/>
                  </a:lnTo>
                  <a:lnTo>
                    <a:pt x="137" y="231"/>
                  </a:lnTo>
                  <a:lnTo>
                    <a:pt x="137" y="234"/>
                  </a:lnTo>
                  <a:lnTo>
                    <a:pt x="138" y="237"/>
                  </a:lnTo>
                  <a:lnTo>
                    <a:pt x="138" y="238"/>
                  </a:lnTo>
                  <a:lnTo>
                    <a:pt x="143" y="242"/>
                  </a:lnTo>
                  <a:lnTo>
                    <a:pt x="144" y="242"/>
                  </a:lnTo>
                  <a:lnTo>
                    <a:pt x="157" y="238"/>
                  </a:lnTo>
                  <a:lnTo>
                    <a:pt x="153" y="220"/>
                  </a:lnTo>
                  <a:lnTo>
                    <a:pt x="151" y="218"/>
                  </a:lnTo>
                  <a:lnTo>
                    <a:pt x="147" y="214"/>
                  </a:lnTo>
                  <a:lnTo>
                    <a:pt x="146" y="213"/>
                  </a:lnTo>
                  <a:lnTo>
                    <a:pt x="140" y="212"/>
                  </a:lnTo>
                  <a:lnTo>
                    <a:pt x="135" y="212"/>
                  </a:lnTo>
                  <a:lnTo>
                    <a:pt x="134" y="212"/>
                  </a:lnTo>
                  <a:lnTo>
                    <a:pt x="133" y="211"/>
                  </a:lnTo>
                  <a:lnTo>
                    <a:pt x="128" y="207"/>
                  </a:lnTo>
                  <a:lnTo>
                    <a:pt x="112" y="193"/>
                  </a:lnTo>
                  <a:lnTo>
                    <a:pt x="112" y="192"/>
                  </a:lnTo>
                  <a:lnTo>
                    <a:pt x="112" y="188"/>
                  </a:lnTo>
                  <a:lnTo>
                    <a:pt x="114" y="174"/>
                  </a:lnTo>
                  <a:lnTo>
                    <a:pt x="114" y="172"/>
                  </a:lnTo>
                  <a:lnTo>
                    <a:pt x="115" y="172"/>
                  </a:lnTo>
                  <a:lnTo>
                    <a:pt x="116" y="172"/>
                  </a:lnTo>
                  <a:lnTo>
                    <a:pt x="140" y="182"/>
                  </a:lnTo>
                  <a:lnTo>
                    <a:pt x="143" y="168"/>
                  </a:lnTo>
                  <a:lnTo>
                    <a:pt x="142" y="168"/>
                  </a:lnTo>
                  <a:lnTo>
                    <a:pt x="141" y="167"/>
                  </a:lnTo>
                  <a:lnTo>
                    <a:pt x="140" y="166"/>
                  </a:lnTo>
                  <a:lnTo>
                    <a:pt x="138" y="163"/>
                  </a:lnTo>
                  <a:lnTo>
                    <a:pt x="137" y="163"/>
                  </a:lnTo>
                  <a:lnTo>
                    <a:pt x="137" y="162"/>
                  </a:lnTo>
                  <a:lnTo>
                    <a:pt x="138" y="161"/>
                  </a:lnTo>
                  <a:lnTo>
                    <a:pt x="138" y="159"/>
                  </a:lnTo>
                  <a:lnTo>
                    <a:pt x="144" y="152"/>
                  </a:lnTo>
                  <a:lnTo>
                    <a:pt x="146" y="151"/>
                  </a:lnTo>
                  <a:lnTo>
                    <a:pt x="150" y="150"/>
                  </a:lnTo>
                  <a:lnTo>
                    <a:pt x="152" y="150"/>
                  </a:lnTo>
                  <a:lnTo>
                    <a:pt x="155" y="154"/>
                  </a:lnTo>
                  <a:lnTo>
                    <a:pt x="156" y="154"/>
                  </a:lnTo>
                  <a:lnTo>
                    <a:pt x="155" y="155"/>
                  </a:lnTo>
                  <a:lnTo>
                    <a:pt x="155" y="156"/>
                  </a:lnTo>
                  <a:lnTo>
                    <a:pt x="154" y="157"/>
                  </a:lnTo>
                  <a:lnTo>
                    <a:pt x="153" y="158"/>
                  </a:lnTo>
                  <a:lnTo>
                    <a:pt x="154" y="159"/>
                  </a:lnTo>
                  <a:lnTo>
                    <a:pt x="157" y="162"/>
                  </a:lnTo>
                  <a:lnTo>
                    <a:pt x="157" y="163"/>
                  </a:lnTo>
                  <a:lnTo>
                    <a:pt x="159" y="163"/>
                  </a:lnTo>
                  <a:lnTo>
                    <a:pt x="160" y="163"/>
                  </a:lnTo>
                  <a:lnTo>
                    <a:pt x="161" y="162"/>
                  </a:lnTo>
                  <a:lnTo>
                    <a:pt x="162" y="162"/>
                  </a:lnTo>
                  <a:lnTo>
                    <a:pt x="163" y="161"/>
                  </a:lnTo>
                  <a:lnTo>
                    <a:pt x="163" y="160"/>
                  </a:lnTo>
                  <a:close/>
                  <a:moveTo>
                    <a:pt x="65" y="210"/>
                  </a:moveTo>
                  <a:lnTo>
                    <a:pt x="64" y="212"/>
                  </a:lnTo>
                  <a:lnTo>
                    <a:pt x="63" y="213"/>
                  </a:lnTo>
                  <a:lnTo>
                    <a:pt x="63" y="214"/>
                  </a:lnTo>
                  <a:lnTo>
                    <a:pt x="62" y="221"/>
                  </a:lnTo>
                  <a:lnTo>
                    <a:pt x="62" y="222"/>
                  </a:lnTo>
                  <a:lnTo>
                    <a:pt x="63" y="222"/>
                  </a:lnTo>
                  <a:lnTo>
                    <a:pt x="65" y="222"/>
                  </a:lnTo>
                  <a:lnTo>
                    <a:pt x="66" y="221"/>
                  </a:lnTo>
                  <a:lnTo>
                    <a:pt x="67" y="221"/>
                  </a:lnTo>
                  <a:lnTo>
                    <a:pt x="68" y="220"/>
                  </a:lnTo>
                  <a:lnTo>
                    <a:pt x="70" y="219"/>
                  </a:lnTo>
                  <a:lnTo>
                    <a:pt x="71" y="220"/>
                  </a:lnTo>
                  <a:lnTo>
                    <a:pt x="71" y="221"/>
                  </a:lnTo>
                  <a:lnTo>
                    <a:pt x="71" y="223"/>
                  </a:lnTo>
                  <a:lnTo>
                    <a:pt x="70" y="224"/>
                  </a:lnTo>
                  <a:lnTo>
                    <a:pt x="59" y="242"/>
                  </a:lnTo>
                  <a:lnTo>
                    <a:pt x="58" y="243"/>
                  </a:lnTo>
                  <a:lnTo>
                    <a:pt x="57" y="242"/>
                  </a:lnTo>
                  <a:lnTo>
                    <a:pt x="52" y="227"/>
                  </a:lnTo>
                  <a:lnTo>
                    <a:pt x="56" y="224"/>
                  </a:lnTo>
                  <a:lnTo>
                    <a:pt x="62" y="206"/>
                  </a:lnTo>
                  <a:lnTo>
                    <a:pt x="63" y="201"/>
                  </a:lnTo>
                  <a:lnTo>
                    <a:pt x="64" y="201"/>
                  </a:lnTo>
                  <a:lnTo>
                    <a:pt x="65" y="201"/>
                  </a:lnTo>
                  <a:lnTo>
                    <a:pt x="65" y="208"/>
                  </a:lnTo>
                  <a:lnTo>
                    <a:pt x="65" y="210"/>
                  </a:lnTo>
                  <a:close/>
                  <a:moveTo>
                    <a:pt x="126" y="783"/>
                  </a:moveTo>
                  <a:lnTo>
                    <a:pt x="127" y="783"/>
                  </a:lnTo>
                  <a:lnTo>
                    <a:pt x="127" y="785"/>
                  </a:lnTo>
                  <a:lnTo>
                    <a:pt x="128" y="788"/>
                  </a:lnTo>
                  <a:lnTo>
                    <a:pt x="129" y="790"/>
                  </a:lnTo>
                  <a:lnTo>
                    <a:pt x="129" y="791"/>
                  </a:lnTo>
                  <a:lnTo>
                    <a:pt x="128" y="792"/>
                  </a:lnTo>
                  <a:lnTo>
                    <a:pt x="123" y="794"/>
                  </a:lnTo>
                  <a:lnTo>
                    <a:pt x="121" y="794"/>
                  </a:lnTo>
                  <a:lnTo>
                    <a:pt x="118" y="795"/>
                  </a:lnTo>
                  <a:lnTo>
                    <a:pt x="115" y="798"/>
                  </a:lnTo>
                  <a:lnTo>
                    <a:pt x="107" y="807"/>
                  </a:lnTo>
                  <a:lnTo>
                    <a:pt x="102" y="818"/>
                  </a:lnTo>
                  <a:lnTo>
                    <a:pt x="93" y="829"/>
                  </a:lnTo>
                  <a:lnTo>
                    <a:pt x="92" y="829"/>
                  </a:lnTo>
                  <a:lnTo>
                    <a:pt x="91" y="829"/>
                  </a:lnTo>
                  <a:lnTo>
                    <a:pt x="69" y="815"/>
                  </a:lnTo>
                  <a:lnTo>
                    <a:pt x="67" y="813"/>
                  </a:lnTo>
                  <a:lnTo>
                    <a:pt x="79" y="804"/>
                  </a:lnTo>
                  <a:lnTo>
                    <a:pt x="87" y="801"/>
                  </a:lnTo>
                  <a:lnTo>
                    <a:pt x="114" y="787"/>
                  </a:lnTo>
                  <a:lnTo>
                    <a:pt x="118" y="785"/>
                  </a:lnTo>
                  <a:lnTo>
                    <a:pt x="118" y="788"/>
                  </a:lnTo>
                  <a:lnTo>
                    <a:pt x="118" y="789"/>
                  </a:lnTo>
                  <a:lnTo>
                    <a:pt x="123" y="785"/>
                  </a:lnTo>
                  <a:lnTo>
                    <a:pt x="126" y="783"/>
                  </a:lnTo>
                  <a:close/>
                  <a:moveTo>
                    <a:pt x="102" y="1"/>
                  </a:moveTo>
                  <a:lnTo>
                    <a:pt x="104" y="2"/>
                  </a:lnTo>
                  <a:lnTo>
                    <a:pt x="106" y="4"/>
                  </a:lnTo>
                  <a:lnTo>
                    <a:pt x="106" y="5"/>
                  </a:lnTo>
                  <a:lnTo>
                    <a:pt x="105" y="9"/>
                  </a:lnTo>
                  <a:lnTo>
                    <a:pt x="103" y="19"/>
                  </a:lnTo>
                  <a:lnTo>
                    <a:pt x="103" y="21"/>
                  </a:lnTo>
                  <a:lnTo>
                    <a:pt x="94" y="45"/>
                  </a:lnTo>
                  <a:lnTo>
                    <a:pt x="92" y="50"/>
                  </a:lnTo>
                  <a:lnTo>
                    <a:pt x="92" y="51"/>
                  </a:lnTo>
                  <a:lnTo>
                    <a:pt x="90" y="52"/>
                  </a:lnTo>
                  <a:lnTo>
                    <a:pt x="88" y="52"/>
                  </a:lnTo>
                  <a:lnTo>
                    <a:pt x="87" y="52"/>
                  </a:lnTo>
                  <a:lnTo>
                    <a:pt x="77" y="46"/>
                  </a:lnTo>
                  <a:lnTo>
                    <a:pt x="77" y="45"/>
                  </a:lnTo>
                  <a:lnTo>
                    <a:pt x="77" y="44"/>
                  </a:lnTo>
                  <a:lnTo>
                    <a:pt x="83" y="28"/>
                  </a:lnTo>
                  <a:lnTo>
                    <a:pt x="84" y="18"/>
                  </a:lnTo>
                  <a:lnTo>
                    <a:pt x="87" y="8"/>
                  </a:lnTo>
                  <a:lnTo>
                    <a:pt x="88" y="8"/>
                  </a:lnTo>
                  <a:lnTo>
                    <a:pt x="99" y="1"/>
                  </a:lnTo>
                  <a:lnTo>
                    <a:pt x="101" y="0"/>
                  </a:lnTo>
                  <a:lnTo>
                    <a:pt x="102" y="0"/>
                  </a:lnTo>
                  <a:lnTo>
                    <a:pt x="102" y="1"/>
                  </a:lnTo>
                  <a:close/>
                  <a:moveTo>
                    <a:pt x="73" y="820"/>
                  </a:moveTo>
                  <a:lnTo>
                    <a:pt x="76" y="821"/>
                  </a:lnTo>
                  <a:lnTo>
                    <a:pt x="88" y="830"/>
                  </a:lnTo>
                  <a:lnTo>
                    <a:pt x="89" y="831"/>
                  </a:lnTo>
                  <a:lnTo>
                    <a:pt x="90" y="832"/>
                  </a:lnTo>
                  <a:lnTo>
                    <a:pt x="90" y="833"/>
                  </a:lnTo>
                  <a:lnTo>
                    <a:pt x="88" y="834"/>
                  </a:lnTo>
                  <a:lnTo>
                    <a:pt x="87" y="834"/>
                  </a:lnTo>
                  <a:lnTo>
                    <a:pt x="75" y="832"/>
                  </a:lnTo>
                  <a:lnTo>
                    <a:pt x="72" y="824"/>
                  </a:lnTo>
                  <a:lnTo>
                    <a:pt x="71" y="822"/>
                  </a:lnTo>
                  <a:lnTo>
                    <a:pt x="72" y="820"/>
                  </a:lnTo>
                  <a:lnTo>
                    <a:pt x="73" y="820"/>
                  </a:lnTo>
                  <a:close/>
                  <a:moveTo>
                    <a:pt x="160" y="800"/>
                  </a:moveTo>
                  <a:lnTo>
                    <a:pt x="160" y="800"/>
                  </a:lnTo>
                  <a:lnTo>
                    <a:pt x="161" y="799"/>
                  </a:lnTo>
                  <a:lnTo>
                    <a:pt x="162" y="799"/>
                  </a:lnTo>
                  <a:lnTo>
                    <a:pt x="163" y="799"/>
                  </a:lnTo>
                  <a:lnTo>
                    <a:pt x="163" y="800"/>
                  </a:lnTo>
                  <a:lnTo>
                    <a:pt x="159" y="808"/>
                  </a:lnTo>
                  <a:lnTo>
                    <a:pt x="158" y="809"/>
                  </a:lnTo>
                  <a:lnTo>
                    <a:pt x="154" y="809"/>
                  </a:lnTo>
                  <a:lnTo>
                    <a:pt x="150" y="808"/>
                  </a:lnTo>
                  <a:lnTo>
                    <a:pt x="150" y="807"/>
                  </a:lnTo>
                  <a:lnTo>
                    <a:pt x="153" y="805"/>
                  </a:lnTo>
                  <a:lnTo>
                    <a:pt x="153" y="804"/>
                  </a:lnTo>
                  <a:lnTo>
                    <a:pt x="160" y="800"/>
                  </a:lnTo>
                  <a:close/>
                  <a:moveTo>
                    <a:pt x="146" y="614"/>
                  </a:moveTo>
                  <a:lnTo>
                    <a:pt x="146" y="613"/>
                  </a:lnTo>
                  <a:lnTo>
                    <a:pt x="147" y="613"/>
                  </a:lnTo>
                  <a:lnTo>
                    <a:pt x="148" y="613"/>
                  </a:lnTo>
                  <a:lnTo>
                    <a:pt x="149" y="614"/>
                  </a:lnTo>
                  <a:lnTo>
                    <a:pt x="149" y="615"/>
                  </a:lnTo>
                  <a:lnTo>
                    <a:pt x="151" y="619"/>
                  </a:lnTo>
                  <a:lnTo>
                    <a:pt x="151" y="620"/>
                  </a:lnTo>
                  <a:lnTo>
                    <a:pt x="150" y="620"/>
                  </a:lnTo>
                  <a:lnTo>
                    <a:pt x="147" y="619"/>
                  </a:lnTo>
                  <a:lnTo>
                    <a:pt x="146" y="619"/>
                  </a:lnTo>
                  <a:lnTo>
                    <a:pt x="145" y="618"/>
                  </a:lnTo>
                  <a:lnTo>
                    <a:pt x="144" y="617"/>
                  </a:lnTo>
                  <a:lnTo>
                    <a:pt x="143" y="616"/>
                  </a:lnTo>
                  <a:lnTo>
                    <a:pt x="143" y="615"/>
                  </a:lnTo>
                  <a:lnTo>
                    <a:pt x="144" y="614"/>
                  </a:lnTo>
                  <a:lnTo>
                    <a:pt x="144" y="613"/>
                  </a:lnTo>
                  <a:lnTo>
                    <a:pt x="146" y="614"/>
                  </a:lnTo>
                  <a:close/>
                  <a:moveTo>
                    <a:pt x="109" y="180"/>
                  </a:moveTo>
                  <a:lnTo>
                    <a:pt x="109" y="182"/>
                  </a:lnTo>
                  <a:lnTo>
                    <a:pt x="106" y="189"/>
                  </a:lnTo>
                  <a:lnTo>
                    <a:pt x="105" y="191"/>
                  </a:lnTo>
                  <a:lnTo>
                    <a:pt x="104" y="192"/>
                  </a:lnTo>
                  <a:lnTo>
                    <a:pt x="102" y="194"/>
                  </a:lnTo>
                  <a:lnTo>
                    <a:pt x="101" y="195"/>
                  </a:lnTo>
                  <a:lnTo>
                    <a:pt x="99" y="196"/>
                  </a:lnTo>
                  <a:lnTo>
                    <a:pt x="96" y="198"/>
                  </a:lnTo>
                  <a:lnTo>
                    <a:pt x="95" y="198"/>
                  </a:lnTo>
                  <a:lnTo>
                    <a:pt x="94" y="198"/>
                  </a:lnTo>
                  <a:lnTo>
                    <a:pt x="93" y="198"/>
                  </a:lnTo>
                  <a:lnTo>
                    <a:pt x="91" y="198"/>
                  </a:lnTo>
                  <a:lnTo>
                    <a:pt x="90" y="197"/>
                  </a:lnTo>
                  <a:lnTo>
                    <a:pt x="100" y="177"/>
                  </a:lnTo>
                  <a:lnTo>
                    <a:pt x="109" y="170"/>
                  </a:lnTo>
                  <a:lnTo>
                    <a:pt x="110" y="169"/>
                  </a:lnTo>
                  <a:lnTo>
                    <a:pt x="112" y="169"/>
                  </a:lnTo>
                  <a:lnTo>
                    <a:pt x="112" y="170"/>
                  </a:lnTo>
                  <a:lnTo>
                    <a:pt x="113" y="170"/>
                  </a:lnTo>
                  <a:lnTo>
                    <a:pt x="113" y="171"/>
                  </a:lnTo>
                  <a:lnTo>
                    <a:pt x="113" y="175"/>
                  </a:lnTo>
                  <a:lnTo>
                    <a:pt x="112" y="176"/>
                  </a:lnTo>
                  <a:lnTo>
                    <a:pt x="109" y="180"/>
                  </a:lnTo>
                  <a:close/>
                  <a:moveTo>
                    <a:pt x="5" y="914"/>
                  </a:moveTo>
                  <a:lnTo>
                    <a:pt x="14" y="912"/>
                  </a:lnTo>
                  <a:lnTo>
                    <a:pt x="16" y="914"/>
                  </a:lnTo>
                  <a:lnTo>
                    <a:pt x="13" y="920"/>
                  </a:lnTo>
                  <a:lnTo>
                    <a:pt x="12" y="920"/>
                  </a:lnTo>
                  <a:lnTo>
                    <a:pt x="10" y="921"/>
                  </a:lnTo>
                  <a:lnTo>
                    <a:pt x="5" y="923"/>
                  </a:lnTo>
                  <a:lnTo>
                    <a:pt x="3" y="923"/>
                  </a:lnTo>
                  <a:lnTo>
                    <a:pt x="2" y="922"/>
                  </a:lnTo>
                  <a:lnTo>
                    <a:pt x="1" y="921"/>
                  </a:lnTo>
                  <a:lnTo>
                    <a:pt x="0" y="920"/>
                  </a:lnTo>
                  <a:lnTo>
                    <a:pt x="0" y="915"/>
                  </a:lnTo>
                  <a:lnTo>
                    <a:pt x="1" y="914"/>
                  </a:lnTo>
                  <a:lnTo>
                    <a:pt x="5" y="914"/>
                  </a:lnTo>
                  <a:close/>
                  <a:moveTo>
                    <a:pt x="128" y="641"/>
                  </a:moveTo>
                  <a:lnTo>
                    <a:pt x="131" y="640"/>
                  </a:lnTo>
                  <a:lnTo>
                    <a:pt x="131" y="639"/>
                  </a:lnTo>
                  <a:lnTo>
                    <a:pt x="132" y="640"/>
                  </a:lnTo>
                  <a:lnTo>
                    <a:pt x="133" y="640"/>
                  </a:lnTo>
                  <a:lnTo>
                    <a:pt x="133" y="641"/>
                  </a:lnTo>
                  <a:lnTo>
                    <a:pt x="131" y="645"/>
                  </a:lnTo>
                  <a:lnTo>
                    <a:pt x="131" y="646"/>
                  </a:lnTo>
                  <a:lnTo>
                    <a:pt x="130" y="646"/>
                  </a:lnTo>
                  <a:lnTo>
                    <a:pt x="129" y="646"/>
                  </a:lnTo>
                  <a:lnTo>
                    <a:pt x="128" y="642"/>
                  </a:lnTo>
                  <a:lnTo>
                    <a:pt x="128" y="641"/>
                  </a:lnTo>
                  <a:close/>
                  <a:moveTo>
                    <a:pt x="14" y="258"/>
                  </a:moveTo>
                  <a:lnTo>
                    <a:pt x="14" y="256"/>
                  </a:lnTo>
                  <a:lnTo>
                    <a:pt x="14" y="251"/>
                  </a:lnTo>
                  <a:lnTo>
                    <a:pt x="14" y="249"/>
                  </a:lnTo>
                  <a:lnTo>
                    <a:pt x="14" y="248"/>
                  </a:lnTo>
                  <a:lnTo>
                    <a:pt x="15" y="247"/>
                  </a:lnTo>
                  <a:lnTo>
                    <a:pt x="29" y="246"/>
                  </a:lnTo>
                  <a:lnTo>
                    <a:pt x="32" y="246"/>
                  </a:lnTo>
                  <a:lnTo>
                    <a:pt x="35" y="251"/>
                  </a:lnTo>
                  <a:lnTo>
                    <a:pt x="39" y="259"/>
                  </a:lnTo>
                  <a:lnTo>
                    <a:pt x="41" y="264"/>
                  </a:lnTo>
                  <a:lnTo>
                    <a:pt x="41" y="265"/>
                  </a:lnTo>
                  <a:lnTo>
                    <a:pt x="24" y="272"/>
                  </a:lnTo>
                  <a:lnTo>
                    <a:pt x="16" y="270"/>
                  </a:lnTo>
                  <a:lnTo>
                    <a:pt x="13" y="270"/>
                  </a:lnTo>
                  <a:lnTo>
                    <a:pt x="10" y="269"/>
                  </a:lnTo>
                  <a:lnTo>
                    <a:pt x="9" y="268"/>
                  </a:lnTo>
                  <a:lnTo>
                    <a:pt x="10" y="263"/>
                  </a:lnTo>
                  <a:lnTo>
                    <a:pt x="11" y="262"/>
                  </a:lnTo>
                  <a:lnTo>
                    <a:pt x="14" y="258"/>
                  </a:lnTo>
                  <a:close/>
                  <a:moveTo>
                    <a:pt x="215" y="542"/>
                  </a:moveTo>
                  <a:lnTo>
                    <a:pt x="217" y="542"/>
                  </a:lnTo>
                  <a:lnTo>
                    <a:pt x="218" y="543"/>
                  </a:lnTo>
                  <a:lnTo>
                    <a:pt x="223" y="545"/>
                  </a:lnTo>
                  <a:lnTo>
                    <a:pt x="227" y="547"/>
                  </a:lnTo>
                  <a:lnTo>
                    <a:pt x="228" y="548"/>
                  </a:lnTo>
                  <a:lnTo>
                    <a:pt x="231" y="550"/>
                  </a:lnTo>
                  <a:lnTo>
                    <a:pt x="231" y="551"/>
                  </a:lnTo>
                  <a:lnTo>
                    <a:pt x="231" y="552"/>
                  </a:lnTo>
                  <a:lnTo>
                    <a:pt x="230" y="557"/>
                  </a:lnTo>
                  <a:lnTo>
                    <a:pt x="230" y="560"/>
                  </a:lnTo>
                  <a:lnTo>
                    <a:pt x="229" y="562"/>
                  </a:lnTo>
                  <a:lnTo>
                    <a:pt x="224" y="567"/>
                  </a:lnTo>
                  <a:lnTo>
                    <a:pt x="223" y="568"/>
                  </a:lnTo>
                  <a:lnTo>
                    <a:pt x="220" y="568"/>
                  </a:lnTo>
                  <a:lnTo>
                    <a:pt x="219" y="568"/>
                  </a:lnTo>
                  <a:lnTo>
                    <a:pt x="216" y="568"/>
                  </a:lnTo>
                  <a:lnTo>
                    <a:pt x="215" y="568"/>
                  </a:lnTo>
                  <a:lnTo>
                    <a:pt x="212" y="568"/>
                  </a:lnTo>
                  <a:lnTo>
                    <a:pt x="208" y="567"/>
                  </a:lnTo>
                  <a:lnTo>
                    <a:pt x="207" y="567"/>
                  </a:lnTo>
                  <a:lnTo>
                    <a:pt x="206" y="566"/>
                  </a:lnTo>
                  <a:lnTo>
                    <a:pt x="201" y="554"/>
                  </a:lnTo>
                  <a:lnTo>
                    <a:pt x="200" y="552"/>
                  </a:lnTo>
                  <a:lnTo>
                    <a:pt x="200" y="551"/>
                  </a:lnTo>
                  <a:lnTo>
                    <a:pt x="200" y="549"/>
                  </a:lnTo>
                  <a:lnTo>
                    <a:pt x="201" y="548"/>
                  </a:lnTo>
                  <a:lnTo>
                    <a:pt x="210" y="541"/>
                  </a:lnTo>
                  <a:lnTo>
                    <a:pt x="211" y="540"/>
                  </a:lnTo>
                  <a:lnTo>
                    <a:pt x="212" y="540"/>
                  </a:lnTo>
                  <a:lnTo>
                    <a:pt x="214" y="540"/>
                  </a:lnTo>
                  <a:lnTo>
                    <a:pt x="215" y="541"/>
                  </a:lnTo>
                  <a:lnTo>
                    <a:pt x="215" y="542"/>
                  </a:lnTo>
                  <a:close/>
                  <a:moveTo>
                    <a:pt x="45" y="855"/>
                  </a:moveTo>
                  <a:lnTo>
                    <a:pt x="45" y="855"/>
                  </a:lnTo>
                  <a:lnTo>
                    <a:pt x="46" y="855"/>
                  </a:lnTo>
                  <a:lnTo>
                    <a:pt x="47" y="855"/>
                  </a:lnTo>
                  <a:lnTo>
                    <a:pt x="48" y="856"/>
                  </a:lnTo>
                  <a:lnTo>
                    <a:pt x="55" y="871"/>
                  </a:lnTo>
                  <a:lnTo>
                    <a:pt x="54" y="874"/>
                  </a:lnTo>
                  <a:lnTo>
                    <a:pt x="52" y="877"/>
                  </a:lnTo>
                  <a:lnTo>
                    <a:pt x="50" y="880"/>
                  </a:lnTo>
                  <a:lnTo>
                    <a:pt x="47" y="883"/>
                  </a:lnTo>
                  <a:lnTo>
                    <a:pt x="46" y="883"/>
                  </a:lnTo>
                  <a:lnTo>
                    <a:pt x="45" y="883"/>
                  </a:lnTo>
                  <a:lnTo>
                    <a:pt x="43" y="882"/>
                  </a:lnTo>
                  <a:lnTo>
                    <a:pt x="43" y="881"/>
                  </a:lnTo>
                  <a:lnTo>
                    <a:pt x="40" y="877"/>
                  </a:lnTo>
                  <a:lnTo>
                    <a:pt x="39" y="865"/>
                  </a:lnTo>
                  <a:lnTo>
                    <a:pt x="39" y="863"/>
                  </a:lnTo>
                  <a:lnTo>
                    <a:pt x="39" y="860"/>
                  </a:lnTo>
                  <a:lnTo>
                    <a:pt x="40" y="858"/>
                  </a:lnTo>
                  <a:lnTo>
                    <a:pt x="41" y="856"/>
                  </a:lnTo>
                  <a:lnTo>
                    <a:pt x="45" y="855"/>
                  </a:lnTo>
                  <a:close/>
                  <a:moveTo>
                    <a:pt x="274" y="495"/>
                  </a:moveTo>
                  <a:lnTo>
                    <a:pt x="276" y="497"/>
                  </a:lnTo>
                  <a:lnTo>
                    <a:pt x="276" y="498"/>
                  </a:lnTo>
                  <a:lnTo>
                    <a:pt x="276" y="504"/>
                  </a:lnTo>
                  <a:lnTo>
                    <a:pt x="275" y="510"/>
                  </a:lnTo>
                  <a:lnTo>
                    <a:pt x="275" y="512"/>
                  </a:lnTo>
                  <a:lnTo>
                    <a:pt x="273" y="519"/>
                  </a:lnTo>
                  <a:lnTo>
                    <a:pt x="263" y="549"/>
                  </a:lnTo>
                  <a:lnTo>
                    <a:pt x="257" y="554"/>
                  </a:lnTo>
                  <a:lnTo>
                    <a:pt x="256" y="554"/>
                  </a:lnTo>
                  <a:lnTo>
                    <a:pt x="254" y="554"/>
                  </a:lnTo>
                  <a:lnTo>
                    <a:pt x="253" y="552"/>
                  </a:lnTo>
                  <a:lnTo>
                    <a:pt x="252" y="547"/>
                  </a:lnTo>
                  <a:lnTo>
                    <a:pt x="252" y="546"/>
                  </a:lnTo>
                  <a:lnTo>
                    <a:pt x="252" y="543"/>
                  </a:lnTo>
                  <a:lnTo>
                    <a:pt x="252" y="541"/>
                  </a:lnTo>
                  <a:lnTo>
                    <a:pt x="253" y="539"/>
                  </a:lnTo>
                  <a:lnTo>
                    <a:pt x="254" y="538"/>
                  </a:lnTo>
                  <a:lnTo>
                    <a:pt x="256" y="535"/>
                  </a:lnTo>
                  <a:lnTo>
                    <a:pt x="259" y="530"/>
                  </a:lnTo>
                  <a:lnTo>
                    <a:pt x="261" y="527"/>
                  </a:lnTo>
                  <a:lnTo>
                    <a:pt x="261" y="525"/>
                  </a:lnTo>
                  <a:lnTo>
                    <a:pt x="262" y="523"/>
                  </a:lnTo>
                  <a:lnTo>
                    <a:pt x="261" y="520"/>
                  </a:lnTo>
                  <a:lnTo>
                    <a:pt x="261" y="514"/>
                  </a:lnTo>
                  <a:lnTo>
                    <a:pt x="261" y="513"/>
                  </a:lnTo>
                  <a:lnTo>
                    <a:pt x="267" y="499"/>
                  </a:lnTo>
                  <a:lnTo>
                    <a:pt x="271" y="494"/>
                  </a:lnTo>
                  <a:lnTo>
                    <a:pt x="272" y="493"/>
                  </a:lnTo>
                  <a:lnTo>
                    <a:pt x="273" y="493"/>
                  </a:lnTo>
                  <a:lnTo>
                    <a:pt x="274" y="494"/>
                  </a:lnTo>
                  <a:lnTo>
                    <a:pt x="274" y="495"/>
                  </a:lnTo>
                  <a:close/>
                  <a:moveTo>
                    <a:pt x="87" y="60"/>
                  </a:moveTo>
                  <a:lnTo>
                    <a:pt x="87" y="63"/>
                  </a:lnTo>
                  <a:lnTo>
                    <a:pt x="83" y="74"/>
                  </a:lnTo>
                  <a:lnTo>
                    <a:pt x="81" y="77"/>
                  </a:lnTo>
                  <a:lnTo>
                    <a:pt x="77" y="80"/>
                  </a:lnTo>
                  <a:lnTo>
                    <a:pt x="75" y="81"/>
                  </a:lnTo>
                  <a:lnTo>
                    <a:pt x="72" y="78"/>
                  </a:lnTo>
                  <a:lnTo>
                    <a:pt x="71" y="78"/>
                  </a:lnTo>
                  <a:lnTo>
                    <a:pt x="71" y="77"/>
                  </a:lnTo>
                  <a:lnTo>
                    <a:pt x="71" y="69"/>
                  </a:lnTo>
                  <a:lnTo>
                    <a:pt x="72" y="65"/>
                  </a:lnTo>
                  <a:lnTo>
                    <a:pt x="74" y="51"/>
                  </a:lnTo>
                  <a:lnTo>
                    <a:pt x="74" y="49"/>
                  </a:lnTo>
                  <a:lnTo>
                    <a:pt x="75" y="49"/>
                  </a:lnTo>
                  <a:lnTo>
                    <a:pt x="76" y="49"/>
                  </a:lnTo>
                  <a:lnTo>
                    <a:pt x="82" y="50"/>
                  </a:lnTo>
                  <a:lnTo>
                    <a:pt x="89" y="53"/>
                  </a:lnTo>
                  <a:lnTo>
                    <a:pt x="89" y="54"/>
                  </a:lnTo>
                  <a:lnTo>
                    <a:pt x="89" y="55"/>
                  </a:lnTo>
                  <a:lnTo>
                    <a:pt x="87" y="60"/>
                  </a:lnTo>
                  <a:close/>
                  <a:moveTo>
                    <a:pt x="154" y="599"/>
                  </a:moveTo>
                  <a:lnTo>
                    <a:pt x="156" y="601"/>
                  </a:lnTo>
                  <a:lnTo>
                    <a:pt x="156" y="602"/>
                  </a:lnTo>
                  <a:lnTo>
                    <a:pt x="156" y="603"/>
                  </a:lnTo>
                  <a:lnTo>
                    <a:pt x="155" y="603"/>
                  </a:lnTo>
                  <a:lnTo>
                    <a:pt x="154" y="603"/>
                  </a:lnTo>
                  <a:lnTo>
                    <a:pt x="152" y="602"/>
                  </a:lnTo>
                  <a:lnTo>
                    <a:pt x="151" y="601"/>
                  </a:lnTo>
                  <a:lnTo>
                    <a:pt x="151" y="600"/>
                  </a:lnTo>
                  <a:lnTo>
                    <a:pt x="151" y="599"/>
                  </a:lnTo>
                  <a:lnTo>
                    <a:pt x="151" y="598"/>
                  </a:lnTo>
                  <a:lnTo>
                    <a:pt x="152" y="598"/>
                  </a:lnTo>
                  <a:lnTo>
                    <a:pt x="153" y="598"/>
                  </a:lnTo>
                  <a:lnTo>
                    <a:pt x="154" y="599"/>
                  </a:lnTo>
                  <a:close/>
                  <a:moveTo>
                    <a:pt x="171" y="322"/>
                  </a:moveTo>
                  <a:lnTo>
                    <a:pt x="171" y="321"/>
                  </a:lnTo>
                  <a:lnTo>
                    <a:pt x="171" y="320"/>
                  </a:lnTo>
                  <a:lnTo>
                    <a:pt x="172" y="319"/>
                  </a:lnTo>
                  <a:lnTo>
                    <a:pt x="177" y="320"/>
                  </a:lnTo>
                  <a:lnTo>
                    <a:pt x="178" y="322"/>
                  </a:lnTo>
                  <a:lnTo>
                    <a:pt x="180" y="324"/>
                  </a:lnTo>
                  <a:lnTo>
                    <a:pt x="180" y="325"/>
                  </a:lnTo>
                  <a:lnTo>
                    <a:pt x="180" y="326"/>
                  </a:lnTo>
                  <a:lnTo>
                    <a:pt x="176" y="333"/>
                  </a:lnTo>
                  <a:lnTo>
                    <a:pt x="175" y="333"/>
                  </a:lnTo>
                  <a:lnTo>
                    <a:pt x="174" y="333"/>
                  </a:lnTo>
                  <a:lnTo>
                    <a:pt x="173" y="332"/>
                  </a:lnTo>
                  <a:lnTo>
                    <a:pt x="173" y="331"/>
                  </a:lnTo>
                  <a:lnTo>
                    <a:pt x="171" y="322"/>
                  </a:lnTo>
                  <a:close/>
                  <a:moveTo>
                    <a:pt x="129" y="129"/>
                  </a:moveTo>
                  <a:lnTo>
                    <a:pt x="128" y="129"/>
                  </a:lnTo>
                  <a:lnTo>
                    <a:pt x="123" y="125"/>
                  </a:lnTo>
                  <a:lnTo>
                    <a:pt x="122" y="123"/>
                  </a:lnTo>
                  <a:lnTo>
                    <a:pt x="125" y="113"/>
                  </a:lnTo>
                  <a:lnTo>
                    <a:pt x="125" y="112"/>
                  </a:lnTo>
                  <a:lnTo>
                    <a:pt x="127" y="109"/>
                  </a:lnTo>
                  <a:lnTo>
                    <a:pt x="134" y="110"/>
                  </a:lnTo>
                  <a:lnTo>
                    <a:pt x="135" y="111"/>
                  </a:lnTo>
                  <a:lnTo>
                    <a:pt x="137" y="121"/>
                  </a:lnTo>
                  <a:lnTo>
                    <a:pt x="133" y="126"/>
                  </a:lnTo>
                  <a:lnTo>
                    <a:pt x="129" y="129"/>
                  </a:lnTo>
                  <a:close/>
                  <a:moveTo>
                    <a:pt x="159" y="323"/>
                  </a:moveTo>
                  <a:lnTo>
                    <a:pt x="158" y="321"/>
                  </a:lnTo>
                  <a:lnTo>
                    <a:pt x="154" y="316"/>
                  </a:lnTo>
                  <a:lnTo>
                    <a:pt x="154" y="315"/>
                  </a:lnTo>
                  <a:lnTo>
                    <a:pt x="156" y="302"/>
                  </a:lnTo>
                  <a:lnTo>
                    <a:pt x="158" y="295"/>
                  </a:lnTo>
                  <a:lnTo>
                    <a:pt x="158" y="293"/>
                  </a:lnTo>
                  <a:lnTo>
                    <a:pt x="162" y="283"/>
                  </a:lnTo>
                  <a:lnTo>
                    <a:pt x="164" y="281"/>
                  </a:lnTo>
                  <a:lnTo>
                    <a:pt x="171" y="278"/>
                  </a:lnTo>
                  <a:lnTo>
                    <a:pt x="175" y="278"/>
                  </a:lnTo>
                  <a:lnTo>
                    <a:pt x="176" y="278"/>
                  </a:lnTo>
                  <a:lnTo>
                    <a:pt x="178" y="279"/>
                  </a:lnTo>
                  <a:lnTo>
                    <a:pt x="179" y="280"/>
                  </a:lnTo>
                  <a:lnTo>
                    <a:pt x="181" y="285"/>
                  </a:lnTo>
                  <a:lnTo>
                    <a:pt x="181" y="287"/>
                  </a:lnTo>
                  <a:lnTo>
                    <a:pt x="182" y="299"/>
                  </a:lnTo>
                  <a:lnTo>
                    <a:pt x="182" y="300"/>
                  </a:lnTo>
                  <a:lnTo>
                    <a:pt x="182" y="303"/>
                  </a:lnTo>
                  <a:lnTo>
                    <a:pt x="182" y="304"/>
                  </a:lnTo>
                  <a:lnTo>
                    <a:pt x="181" y="305"/>
                  </a:lnTo>
                  <a:lnTo>
                    <a:pt x="169" y="317"/>
                  </a:lnTo>
                  <a:lnTo>
                    <a:pt x="167" y="319"/>
                  </a:lnTo>
                  <a:lnTo>
                    <a:pt x="166" y="320"/>
                  </a:lnTo>
                  <a:lnTo>
                    <a:pt x="162" y="322"/>
                  </a:lnTo>
                  <a:lnTo>
                    <a:pt x="159" y="323"/>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4" name="Freeform 45"/>
            <p:cNvSpPr>
              <a:spLocks/>
            </p:cNvSpPr>
            <p:nvPr/>
          </p:nvSpPr>
          <p:spPr bwMode="gray">
            <a:xfrm>
              <a:off x="2377" y="2786"/>
              <a:ext cx="26" cy="20"/>
            </a:xfrm>
            <a:custGeom>
              <a:avLst/>
              <a:gdLst>
                <a:gd name="T0" fmla="*/ 4 w 26"/>
                <a:gd name="T1" fmla="*/ 8 h 20"/>
                <a:gd name="T2" fmla="*/ 4 w 26"/>
                <a:gd name="T3" fmla="*/ 8 h 20"/>
                <a:gd name="T4" fmla="*/ 8 w 26"/>
                <a:gd name="T5" fmla="*/ 4 h 20"/>
                <a:gd name="T6" fmla="*/ 8 w 26"/>
                <a:gd name="T7" fmla="*/ 4 h 20"/>
                <a:gd name="T8" fmla="*/ 14 w 26"/>
                <a:gd name="T9" fmla="*/ 1 h 20"/>
                <a:gd name="T10" fmla="*/ 17 w 26"/>
                <a:gd name="T11" fmla="*/ 0 h 20"/>
                <a:gd name="T12" fmla="*/ 18 w 26"/>
                <a:gd name="T13" fmla="*/ 0 h 20"/>
                <a:gd name="T14" fmla="*/ 26 w 26"/>
                <a:gd name="T15" fmla="*/ 3 h 20"/>
                <a:gd name="T16" fmla="*/ 22 w 26"/>
                <a:gd name="T17" fmla="*/ 13 h 20"/>
                <a:gd name="T18" fmla="*/ 19 w 26"/>
                <a:gd name="T19" fmla="*/ 17 h 20"/>
                <a:gd name="T20" fmla="*/ 18 w 26"/>
                <a:gd name="T21" fmla="*/ 19 h 20"/>
                <a:gd name="T22" fmla="*/ 17 w 26"/>
                <a:gd name="T23" fmla="*/ 20 h 20"/>
                <a:gd name="T24" fmla="*/ 4 w 26"/>
                <a:gd name="T25" fmla="*/ 16 h 20"/>
                <a:gd name="T26" fmla="*/ 3 w 26"/>
                <a:gd name="T27" fmla="*/ 16 h 20"/>
                <a:gd name="T28" fmla="*/ 1 w 26"/>
                <a:gd name="T29" fmla="*/ 12 h 20"/>
                <a:gd name="T30" fmla="*/ 0 w 26"/>
                <a:gd name="T31" fmla="*/ 12 h 20"/>
                <a:gd name="T32" fmla="*/ 0 w 26"/>
                <a:gd name="T33" fmla="*/ 11 h 20"/>
                <a:gd name="T34" fmla="*/ 1 w 26"/>
                <a:gd name="T35" fmla="*/ 10 h 20"/>
                <a:gd name="T36" fmla="*/ 1 w 26"/>
                <a:gd name="T37" fmla="*/ 10 h 20"/>
                <a:gd name="T38" fmla="*/ 2 w 26"/>
                <a:gd name="T39" fmla="*/ 9 h 20"/>
                <a:gd name="T40" fmla="*/ 3 w 26"/>
                <a:gd name="T41" fmla="*/ 9 h 20"/>
                <a:gd name="T42" fmla="*/ 4 w 26"/>
                <a:gd name="T43" fmla="*/ 8 h 2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26"/>
                <a:gd name="T67" fmla="*/ 0 h 20"/>
                <a:gd name="T68" fmla="*/ 26 w 26"/>
                <a:gd name="T69" fmla="*/ 20 h 20"/>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26" h="20">
                  <a:moveTo>
                    <a:pt x="4" y="8"/>
                  </a:moveTo>
                  <a:lnTo>
                    <a:pt x="4" y="8"/>
                  </a:lnTo>
                  <a:lnTo>
                    <a:pt x="8" y="4"/>
                  </a:lnTo>
                  <a:lnTo>
                    <a:pt x="14" y="1"/>
                  </a:lnTo>
                  <a:lnTo>
                    <a:pt x="17" y="0"/>
                  </a:lnTo>
                  <a:lnTo>
                    <a:pt x="18" y="0"/>
                  </a:lnTo>
                  <a:lnTo>
                    <a:pt x="26" y="3"/>
                  </a:lnTo>
                  <a:lnTo>
                    <a:pt x="22" y="13"/>
                  </a:lnTo>
                  <a:lnTo>
                    <a:pt x="19" y="17"/>
                  </a:lnTo>
                  <a:lnTo>
                    <a:pt x="18" y="19"/>
                  </a:lnTo>
                  <a:lnTo>
                    <a:pt x="17" y="20"/>
                  </a:lnTo>
                  <a:lnTo>
                    <a:pt x="4" y="16"/>
                  </a:lnTo>
                  <a:lnTo>
                    <a:pt x="3" y="16"/>
                  </a:lnTo>
                  <a:lnTo>
                    <a:pt x="1" y="12"/>
                  </a:lnTo>
                  <a:lnTo>
                    <a:pt x="0" y="12"/>
                  </a:lnTo>
                  <a:lnTo>
                    <a:pt x="0" y="11"/>
                  </a:lnTo>
                  <a:lnTo>
                    <a:pt x="1" y="10"/>
                  </a:lnTo>
                  <a:lnTo>
                    <a:pt x="2" y="9"/>
                  </a:lnTo>
                  <a:lnTo>
                    <a:pt x="3" y="9"/>
                  </a:lnTo>
                  <a:lnTo>
                    <a:pt x="4" y="8"/>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5" name="Freeform 46"/>
            <p:cNvSpPr>
              <a:spLocks/>
            </p:cNvSpPr>
            <p:nvPr/>
          </p:nvSpPr>
          <p:spPr bwMode="gray">
            <a:xfrm>
              <a:off x="2320" y="2879"/>
              <a:ext cx="14" cy="20"/>
            </a:xfrm>
            <a:custGeom>
              <a:avLst/>
              <a:gdLst>
                <a:gd name="T0" fmla="*/ 0 w 14"/>
                <a:gd name="T1" fmla="*/ 16 h 20"/>
                <a:gd name="T2" fmla="*/ 12 w 14"/>
                <a:gd name="T3" fmla="*/ 0 h 20"/>
                <a:gd name="T4" fmla="*/ 12 w 14"/>
                <a:gd name="T5" fmla="*/ 0 h 20"/>
                <a:gd name="T6" fmla="*/ 14 w 14"/>
                <a:gd name="T7" fmla="*/ 4 h 20"/>
                <a:gd name="T8" fmla="*/ 14 w 14"/>
                <a:gd name="T9" fmla="*/ 4 h 20"/>
                <a:gd name="T10" fmla="*/ 7 w 14"/>
                <a:gd name="T11" fmla="*/ 18 h 20"/>
                <a:gd name="T12" fmla="*/ 6 w 14"/>
                <a:gd name="T13" fmla="*/ 20 h 20"/>
                <a:gd name="T14" fmla="*/ 5 w 14"/>
                <a:gd name="T15" fmla="*/ 20 h 20"/>
                <a:gd name="T16" fmla="*/ 3 w 14"/>
                <a:gd name="T17" fmla="*/ 20 h 20"/>
                <a:gd name="T18" fmla="*/ 1 w 14"/>
                <a:gd name="T19" fmla="*/ 19 h 20"/>
                <a:gd name="T20" fmla="*/ 0 w 14"/>
                <a:gd name="T21" fmla="*/ 19 h 20"/>
                <a:gd name="T22" fmla="*/ 0 w 14"/>
                <a:gd name="T23" fmla="*/ 18 h 20"/>
                <a:gd name="T24" fmla="*/ 0 w 14"/>
                <a:gd name="T25" fmla="*/ 17 h 20"/>
                <a:gd name="T26" fmla="*/ 0 w 14"/>
                <a:gd name="T27" fmla="*/ 16 h 20"/>
                <a:gd name="T28" fmla="*/ 0 w 14"/>
                <a:gd name="T29" fmla="*/ 16 h 2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
                <a:gd name="T46" fmla="*/ 0 h 20"/>
                <a:gd name="T47" fmla="*/ 14 w 14"/>
                <a:gd name="T48" fmla="*/ 20 h 2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 h="20">
                  <a:moveTo>
                    <a:pt x="0" y="16"/>
                  </a:moveTo>
                  <a:lnTo>
                    <a:pt x="12" y="0"/>
                  </a:lnTo>
                  <a:lnTo>
                    <a:pt x="14" y="4"/>
                  </a:lnTo>
                  <a:lnTo>
                    <a:pt x="7" y="18"/>
                  </a:lnTo>
                  <a:lnTo>
                    <a:pt x="6" y="20"/>
                  </a:lnTo>
                  <a:lnTo>
                    <a:pt x="5" y="20"/>
                  </a:lnTo>
                  <a:lnTo>
                    <a:pt x="3" y="20"/>
                  </a:lnTo>
                  <a:lnTo>
                    <a:pt x="1" y="19"/>
                  </a:lnTo>
                  <a:lnTo>
                    <a:pt x="0" y="19"/>
                  </a:lnTo>
                  <a:lnTo>
                    <a:pt x="0" y="18"/>
                  </a:lnTo>
                  <a:lnTo>
                    <a:pt x="0" y="17"/>
                  </a:lnTo>
                  <a:lnTo>
                    <a:pt x="0" y="16"/>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6" name="Freeform 47"/>
            <p:cNvSpPr>
              <a:spLocks/>
            </p:cNvSpPr>
            <p:nvPr/>
          </p:nvSpPr>
          <p:spPr bwMode="gray">
            <a:xfrm>
              <a:off x="2308" y="2604"/>
              <a:ext cx="261" cy="375"/>
            </a:xfrm>
            <a:custGeom>
              <a:avLst/>
              <a:gdLst>
                <a:gd name="T0" fmla="*/ 77 w 261"/>
                <a:gd name="T1" fmla="*/ 47 h 375"/>
                <a:gd name="T2" fmla="*/ 98 w 261"/>
                <a:gd name="T3" fmla="*/ 26 h 375"/>
                <a:gd name="T4" fmla="*/ 101 w 261"/>
                <a:gd name="T5" fmla="*/ 12 h 375"/>
                <a:gd name="T6" fmla="*/ 150 w 261"/>
                <a:gd name="T7" fmla="*/ 15 h 375"/>
                <a:gd name="T8" fmla="*/ 176 w 261"/>
                <a:gd name="T9" fmla="*/ 43 h 375"/>
                <a:gd name="T10" fmla="*/ 205 w 261"/>
                <a:gd name="T11" fmla="*/ 44 h 375"/>
                <a:gd name="T12" fmla="*/ 218 w 261"/>
                <a:gd name="T13" fmla="*/ 34 h 375"/>
                <a:gd name="T14" fmla="*/ 233 w 261"/>
                <a:gd name="T15" fmla="*/ 61 h 375"/>
                <a:gd name="T16" fmla="*/ 214 w 261"/>
                <a:gd name="T17" fmla="*/ 77 h 375"/>
                <a:gd name="T18" fmla="*/ 210 w 261"/>
                <a:gd name="T19" fmla="*/ 87 h 375"/>
                <a:gd name="T20" fmla="*/ 241 w 261"/>
                <a:gd name="T21" fmla="*/ 91 h 375"/>
                <a:gd name="T22" fmla="*/ 251 w 261"/>
                <a:gd name="T23" fmla="*/ 91 h 375"/>
                <a:gd name="T24" fmla="*/ 255 w 261"/>
                <a:gd name="T25" fmla="*/ 128 h 375"/>
                <a:gd name="T26" fmla="*/ 245 w 261"/>
                <a:gd name="T27" fmla="*/ 163 h 375"/>
                <a:gd name="T28" fmla="*/ 229 w 261"/>
                <a:gd name="T29" fmla="*/ 179 h 375"/>
                <a:gd name="T30" fmla="*/ 221 w 261"/>
                <a:gd name="T31" fmla="*/ 205 h 375"/>
                <a:gd name="T32" fmla="*/ 205 w 261"/>
                <a:gd name="T33" fmla="*/ 271 h 375"/>
                <a:gd name="T34" fmla="*/ 192 w 261"/>
                <a:gd name="T35" fmla="*/ 328 h 375"/>
                <a:gd name="T36" fmla="*/ 181 w 261"/>
                <a:gd name="T37" fmla="*/ 322 h 375"/>
                <a:gd name="T38" fmla="*/ 162 w 261"/>
                <a:gd name="T39" fmla="*/ 318 h 375"/>
                <a:gd name="T40" fmla="*/ 160 w 261"/>
                <a:gd name="T41" fmla="*/ 332 h 375"/>
                <a:gd name="T42" fmla="*/ 147 w 261"/>
                <a:gd name="T43" fmla="*/ 360 h 375"/>
                <a:gd name="T44" fmla="*/ 124 w 261"/>
                <a:gd name="T45" fmla="*/ 372 h 375"/>
                <a:gd name="T46" fmla="*/ 125 w 261"/>
                <a:gd name="T47" fmla="*/ 361 h 375"/>
                <a:gd name="T48" fmla="*/ 130 w 261"/>
                <a:gd name="T49" fmla="*/ 324 h 375"/>
                <a:gd name="T50" fmla="*/ 111 w 261"/>
                <a:gd name="T51" fmla="*/ 302 h 375"/>
                <a:gd name="T52" fmla="*/ 123 w 261"/>
                <a:gd name="T53" fmla="*/ 298 h 375"/>
                <a:gd name="T54" fmla="*/ 128 w 261"/>
                <a:gd name="T55" fmla="*/ 305 h 375"/>
                <a:gd name="T56" fmla="*/ 133 w 261"/>
                <a:gd name="T57" fmla="*/ 287 h 375"/>
                <a:gd name="T58" fmla="*/ 103 w 261"/>
                <a:gd name="T59" fmla="*/ 314 h 375"/>
                <a:gd name="T60" fmla="*/ 113 w 261"/>
                <a:gd name="T61" fmla="*/ 339 h 375"/>
                <a:gd name="T62" fmla="*/ 110 w 261"/>
                <a:gd name="T63" fmla="*/ 355 h 375"/>
                <a:gd name="T64" fmla="*/ 102 w 261"/>
                <a:gd name="T65" fmla="*/ 350 h 375"/>
                <a:gd name="T66" fmla="*/ 72 w 261"/>
                <a:gd name="T67" fmla="*/ 344 h 375"/>
                <a:gd name="T68" fmla="*/ 81 w 261"/>
                <a:gd name="T69" fmla="*/ 313 h 375"/>
                <a:gd name="T70" fmla="*/ 71 w 261"/>
                <a:gd name="T71" fmla="*/ 282 h 375"/>
                <a:gd name="T72" fmla="*/ 69 w 261"/>
                <a:gd name="T73" fmla="*/ 261 h 375"/>
                <a:gd name="T74" fmla="*/ 75 w 261"/>
                <a:gd name="T75" fmla="*/ 233 h 375"/>
                <a:gd name="T76" fmla="*/ 82 w 261"/>
                <a:gd name="T77" fmla="*/ 234 h 375"/>
                <a:gd name="T78" fmla="*/ 111 w 261"/>
                <a:gd name="T79" fmla="*/ 185 h 375"/>
                <a:gd name="T80" fmla="*/ 110 w 261"/>
                <a:gd name="T81" fmla="*/ 145 h 375"/>
                <a:gd name="T82" fmla="*/ 94 w 261"/>
                <a:gd name="T83" fmla="*/ 116 h 375"/>
                <a:gd name="T84" fmla="*/ 70 w 261"/>
                <a:gd name="T85" fmla="*/ 125 h 375"/>
                <a:gd name="T86" fmla="*/ 57 w 261"/>
                <a:gd name="T87" fmla="*/ 139 h 375"/>
                <a:gd name="T88" fmla="*/ 70 w 261"/>
                <a:gd name="T89" fmla="*/ 141 h 375"/>
                <a:gd name="T90" fmla="*/ 83 w 261"/>
                <a:gd name="T91" fmla="*/ 141 h 375"/>
                <a:gd name="T92" fmla="*/ 83 w 261"/>
                <a:gd name="T93" fmla="*/ 166 h 375"/>
                <a:gd name="T94" fmla="*/ 61 w 261"/>
                <a:gd name="T95" fmla="*/ 164 h 375"/>
                <a:gd name="T96" fmla="*/ 69 w 261"/>
                <a:gd name="T97" fmla="*/ 157 h 375"/>
                <a:gd name="T98" fmla="*/ 41 w 261"/>
                <a:gd name="T99" fmla="*/ 156 h 375"/>
                <a:gd name="T100" fmla="*/ 21 w 261"/>
                <a:gd name="T101" fmla="*/ 177 h 375"/>
                <a:gd name="T102" fmla="*/ 23 w 261"/>
                <a:gd name="T103" fmla="*/ 147 h 375"/>
                <a:gd name="T104" fmla="*/ 15 w 261"/>
                <a:gd name="T105" fmla="*/ 117 h 375"/>
                <a:gd name="T106" fmla="*/ 27 w 261"/>
                <a:gd name="T107" fmla="*/ 123 h 375"/>
                <a:gd name="T108" fmla="*/ 27 w 261"/>
                <a:gd name="T109" fmla="*/ 133 h 375"/>
                <a:gd name="T110" fmla="*/ 26 w 261"/>
                <a:gd name="T111" fmla="*/ 140 h 375"/>
                <a:gd name="T112" fmla="*/ 28 w 261"/>
                <a:gd name="T113" fmla="*/ 114 h 375"/>
                <a:gd name="T114" fmla="*/ 2 w 261"/>
                <a:gd name="T115" fmla="*/ 76 h 375"/>
                <a:gd name="T116" fmla="*/ 28 w 261"/>
                <a:gd name="T117" fmla="*/ 68 h 375"/>
                <a:gd name="T118" fmla="*/ 38 w 261"/>
                <a:gd name="T119" fmla="*/ 52 h 375"/>
                <a:gd name="T120" fmla="*/ 42 w 261"/>
                <a:gd name="T121" fmla="*/ 61 h 375"/>
                <a:gd name="T122" fmla="*/ 51 w 261"/>
                <a:gd name="T123" fmla="*/ 62 h 375"/>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61"/>
                <a:gd name="T187" fmla="*/ 0 h 375"/>
                <a:gd name="T188" fmla="*/ 261 w 261"/>
                <a:gd name="T189" fmla="*/ 375 h 375"/>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61" h="375">
                  <a:moveTo>
                    <a:pt x="51" y="62"/>
                  </a:moveTo>
                  <a:lnTo>
                    <a:pt x="56" y="57"/>
                  </a:lnTo>
                  <a:lnTo>
                    <a:pt x="63" y="51"/>
                  </a:lnTo>
                  <a:lnTo>
                    <a:pt x="61" y="46"/>
                  </a:lnTo>
                  <a:lnTo>
                    <a:pt x="66" y="41"/>
                  </a:lnTo>
                  <a:lnTo>
                    <a:pt x="72" y="41"/>
                  </a:lnTo>
                  <a:lnTo>
                    <a:pt x="73" y="42"/>
                  </a:lnTo>
                  <a:lnTo>
                    <a:pt x="77" y="47"/>
                  </a:lnTo>
                  <a:lnTo>
                    <a:pt x="78" y="47"/>
                  </a:lnTo>
                  <a:lnTo>
                    <a:pt x="79" y="47"/>
                  </a:lnTo>
                  <a:lnTo>
                    <a:pt x="86" y="46"/>
                  </a:lnTo>
                  <a:lnTo>
                    <a:pt x="87" y="46"/>
                  </a:lnTo>
                  <a:lnTo>
                    <a:pt x="89" y="44"/>
                  </a:lnTo>
                  <a:lnTo>
                    <a:pt x="91" y="43"/>
                  </a:lnTo>
                  <a:lnTo>
                    <a:pt x="92" y="41"/>
                  </a:lnTo>
                  <a:lnTo>
                    <a:pt x="92" y="40"/>
                  </a:lnTo>
                  <a:lnTo>
                    <a:pt x="98" y="26"/>
                  </a:lnTo>
                  <a:lnTo>
                    <a:pt x="97" y="24"/>
                  </a:lnTo>
                  <a:lnTo>
                    <a:pt x="97" y="22"/>
                  </a:lnTo>
                  <a:lnTo>
                    <a:pt x="96" y="21"/>
                  </a:lnTo>
                  <a:lnTo>
                    <a:pt x="95" y="21"/>
                  </a:lnTo>
                  <a:lnTo>
                    <a:pt x="95" y="20"/>
                  </a:lnTo>
                  <a:lnTo>
                    <a:pt x="95" y="18"/>
                  </a:lnTo>
                  <a:lnTo>
                    <a:pt x="96" y="17"/>
                  </a:lnTo>
                  <a:lnTo>
                    <a:pt x="101" y="12"/>
                  </a:lnTo>
                  <a:lnTo>
                    <a:pt x="105" y="8"/>
                  </a:lnTo>
                  <a:lnTo>
                    <a:pt x="121" y="0"/>
                  </a:lnTo>
                  <a:lnTo>
                    <a:pt x="122" y="0"/>
                  </a:lnTo>
                  <a:lnTo>
                    <a:pt x="124" y="1"/>
                  </a:lnTo>
                  <a:lnTo>
                    <a:pt x="134" y="3"/>
                  </a:lnTo>
                  <a:lnTo>
                    <a:pt x="138" y="3"/>
                  </a:lnTo>
                  <a:lnTo>
                    <a:pt x="138" y="4"/>
                  </a:lnTo>
                  <a:lnTo>
                    <a:pt x="153" y="8"/>
                  </a:lnTo>
                  <a:lnTo>
                    <a:pt x="150" y="15"/>
                  </a:lnTo>
                  <a:lnTo>
                    <a:pt x="150" y="16"/>
                  </a:lnTo>
                  <a:lnTo>
                    <a:pt x="150" y="17"/>
                  </a:lnTo>
                  <a:lnTo>
                    <a:pt x="158" y="31"/>
                  </a:lnTo>
                  <a:lnTo>
                    <a:pt x="160" y="34"/>
                  </a:lnTo>
                  <a:lnTo>
                    <a:pt x="164" y="41"/>
                  </a:lnTo>
                  <a:lnTo>
                    <a:pt x="165" y="42"/>
                  </a:lnTo>
                  <a:lnTo>
                    <a:pt x="165" y="43"/>
                  </a:lnTo>
                  <a:lnTo>
                    <a:pt x="167" y="43"/>
                  </a:lnTo>
                  <a:lnTo>
                    <a:pt x="176" y="43"/>
                  </a:lnTo>
                  <a:lnTo>
                    <a:pt x="178" y="45"/>
                  </a:lnTo>
                  <a:lnTo>
                    <a:pt x="183" y="48"/>
                  </a:lnTo>
                  <a:lnTo>
                    <a:pt x="184" y="48"/>
                  </a:lnTo>
                  <a:lnTo>
                    <a:pt x="192" y="49"/>
                  </a:lnTo>
                  <a:lnTo>
                    <a:pt x="199" y="49"/>
                  </a:lnTo>
                  <a:lnTo>
                    <a:pt x="200" y="49"/>
                  </a:lnTo>
                  <a:lnTo>
                    <a:pt x="200" y="48"/>
                  </a:lnTo>
                  <a:lnTo>
                    <a:pt x="204" y="46"/>
                  </a:lnTo>
                  <a:lnTo>
                    <a:pt x="205" y="44"/>
                  </a:lnTo>
                  <a:lnTo>
                    <a:pt x="206" y="42"/>
                  </a:lnTo>
                  <a:lnTo>
                    <a:pt x="207" y="40"/>
                  </a:lnTo>
                  <a:lnTo>
                    <a:pt x="209" y="36"/>
                  </a:lnTo>
                  <a:lnTo>
                    <a:pt x="211" y="35"/>
                  </a:lnTo>
                  <a:lnTo>
                    <a:pt x="212" y="35"/>
                  </a:lnTo>
                  <a:lnTo>
                    <a:pt x="217" y="34"/>
                  </a:lnTo>
                  <a:lnTo>
                    <a:pt x="218" y="34"/>
                  </a:lnTo>
                  <a:lnTo>
                    <a:pt x="224" y="36"/>
                  </a:lnTo>
                  <a:lnTo>
                    <a:pt x="227" y="38"/>
                  </a:lnTo>
                  <a:lnTo>
                    <a:pt x="229" y="41"/>
                  </a:lnTo>
                  <a:lnTo>
                    <a:pt x="233" y="47"/>
                  </a:lnTo>
                  <a:lnTo>
                    <a:pt x="234" y="50"/>
                  </a:lnTo>
                  <a:lnTo>
                    <a:pt x="234" y="52"/>
                  </a:lnTo>
                  <a:lnTo>
                    <a:pt x="233" y="61"/>
                  </a:lnTo>
                  <a:lnTo>
                    <a:pt x="233" y="62"/>
                  </a:lnTo>
                  <a:lnTo>
                    <a:pt x="231" y="67"/>
                  </a:lnTo>
                  <a:lnTo>
                    <a:pt x="230" y="68"/>
                  </a:lnTo>
                  <a:lnTo>
                    <a:pt x="228" y="69"/>
                  </a:lnTo>
                  <a:lnTo>
                    <a:pt x="218" y="77"/>
                  </a:lnTo>
                  <a:lnTo>
                    <a:pt x="217" y="78"/>
                  </a:lnTo>
                  <a:lnTo>
                    <a:pt x="215" y="78"/>
                  </a:lnTo>
                  <a:lnTo>
                    <a:pt x="214" y="77"/>
                  </a:lnTo>
                  <a:lnTo>
                    <a:pt x="213" y="76"/>
                  </a:lnTo>
                  <a:lnTo>
                    <a:pt x="211" y="76"/>
                  </a:lnTo>
                  <a:lnTo>
                    <a:pt x="209" y="76"/>
                  </a:lnTo>
                  <a:lnTo>
                    <a:pt x="209" y="77"/>
                  </a:lnTo>
                  <a:lnTo>
                    <a:pt x="208" y="78"/>
                  </a:lnTo>
                  <a:lnTo>
                    <a:pt x="208" y="79"/>
                  </a:lnTo>
                  <a:lnTo>
                    <a:pt x="208" y="80"/>
                  </a:lnTo>
                  <a:lnTo>
                    <a:pt x="209" y="81"/>
                  </a:lnTo>
                  <a:lnTo>
                    <a:pt x="210" y="87"/>
                  </a:lnTo>
                  <a:lnTo>
                    <a:pt x="211" y="88"/>
                  </a:lnTo>
                  <a:lnTo>
                    <a:pt x="213" y="89"/>
                  </a:lnTo>
                  <a:lnTo>
                    <a:pt x="215" y="89"/>
                  </a:lnTo>
                  <a:lnTo>
                    <a:pt x="217" y="90"/>
                  </a:lnTo>
                  <a:lnTo>
                    <a:pt x="218" y="90"/>
                  </a:lnTo>
                  <a:lnTo>
                    <a:pt x="236" y="91"/>
                  </a:lnTo>
                  <a:lnTo>
                    <a:pt x="240" y="91"/>
                  </a:lnTo>
                  <a:lnTo>
                    <a:pt x="241" y="91"/>
                  </a:lnTo>
                  <a:lnTo>
                    <a:pt x="243" y="91"/>
                  </a:lnTo>
                  <a:lnTo>
                    <a:pt x="244" y="91"/>
                  </a:lnTo>
                  <a:lnTo>
                    <a:pt x="246" y="90"/>
                  </a:lnTo>
                  <a:lnTo>
                    <a:pt x="249" y="88"/>
                  </a:lnTo>
                  <a:lnTo>
                    <a:pt x="251" y="88"/>
                  </a:lnTo>
                  <a:lnTo>
                    <a:pt x="252" y="88"/>
                  </a:lnTo>
                  <a:lnTo>
                    <a:pt x="252" y="89"/>
                  </a:lnTo>
                  <a:lnTo>
                    <a:pt x="252" y="90"/>
                  </a:lnTo>
                  <a:lnTo>
                    <a:pt x="251" y="91"/>
                  </a:lnTo>
                  <a:lnTo>
                    <a:pt x="248" y="95"/>
                  </a:lnTo>
                  <a:lnTo>
                    <a:pt x="244" y="101"/>
                  </a:lnTo>
                  <a:lnTo>
                    <a:pt x="243" y="105"/>
                  </a:lnTo>
                  <a:lnTo>
                    <a:pt x="242" y="106"/>
                  </a:lnTo>
                  <a:lnTo>
                    <a:pt x="252" y="125"/>
                  </a:lnTo>
                  <a:lnTo>
                    <a:pt x="252" y="126"/>
                  </a:lnTo>
                  <a:lnTo>
                    <a:pt x="254" y="128"/>
                  </a:lnTo>
                  <a:lnTo>
                    <a:pt x="255" y="128"/>
                  </a:lnTo>
                  <a:lnTo>
                    <a:pt x="261" y="133"/>
                  </a:lnTo>
                  <a:lnTo>
                    <a:pt x="259" y="141"/>
                  </a:lnTo>
                  <a:lnTo>
                    <a:pt x="250" y="149"/>
                  </a:lnTo>
                  <a:lnTo>
                    <a:pt x="249" y="155"/>
                  </a:lnTo>
                  <a:lnTo>
                    <a:pt x="249" y="156"/>
                  </a:lnTo>
                  <a:lnTo>
                    <a:pt x="249" y="157"/>
                  </a:lnTo>
                  <a:lnTo>
                    <a:pt x="246" y="162"/>
                  </a:lnTo>
                  <a:lnTo>
                    <a:pt x="245" y="163"/>
                  </a:lnTo>
                  <a:lnTo>
                    <a:pt x="244" y="162"/>
                  </a:lnTo>
                  <a:lnTo>
                    <a:pt x="243" y="162"/>
                  </a:lnTo>
                  <a:lnTo>
                    <a:pt x="242" y="162"/>
                  </a:lnTo>
                  <a:lnTo>
                    <a:pt x="238" y="166"/>
                  </a:lnTo>
                  <a:lnTo>
                    <a:pt x="237" y="166"/>
                  </a:lnTo>
                  <a:lnTo>
                    <a:pt x="237" y="167"/>
                  </a:lnTo>
                  <a:lnTo>
                    <a:pt x="230" y="177"/>
                  </a:lnTo>
                  <a:lnTo>
                    <a:pt x="229" y="179"/>
                  </a:lnTo>
                  <a:lnTo>
                    <a:pt x="228" y="180"/>
                  </a:lnTo>
                  <a:lnTo>
                    <a:pt x="228" y="181"/>
                  </a:lnTo>
                  <a:lnTo>
                    <a:pt x="228" y="182"/>
                  </a:lnTo>
                  <a:lnTo>
                    <a:pt x="228" y="183"/>
                  </a:lnTo>
                  <a:lnTo>
                    <a:pt x="228" y="184"/>
                  </a:lnTo>
                  <a:lnTo>
                    <a:pt x="229" y="185"/>
                  </a:lnTo>
                  <a:lnTo>
                    <a:pt x="230" y="190"/>
                  </a:lnTo>
                  <a:lnTo>
                    <a:pt x="224" y="199"/>
                  </a:lnTo>
                  <a:lnTo>
                    <a:pt x="221" y="205"/>
                  </a:lnTo>
                  <a:lnTo>
                    <a:pt x="217" y="218"/>
                  </a:lnTo>
                  <a:lnTo>
                    <a:pt x="213" y="232"/>
                  </a:lnTo>
                  <a:lnTo>
                    <a:pt x="206" y="252"/>
                  </a:lnTo>
                  <a:lnTo>
                    <a:pt x="203" y="262"/>
                  </a:lnTo>
                  <a:lnTo>
                    <a:pt x="203" y="263"/>
                  </a:lnTo>
                  <a:lnTo>
                    <a:pt x="202" y="269"/>
                  </a:lnTo>
                  <a:lnTo>
                    <a:pt x="203" y="270"/>
                  </a:lnTo>
                  <a:lnTo>
                    <a:pt x="205" y="271"/>
                  </a:lnTo>
                  <a:lnTo>
                    <a:pt x="206" y="271"/>
                  </a:lnTo>
                  <a:lnTo>
                    <a:pt x="208" y="274"/>
                  </a:lnTo>
                  <a:lnTo>
                    <a:pt x="208" y="275"/>
                  </a:lnTo>
                  <a:lnTo>
                    <a:pt x="207" y="276"/>
                  </a:lnTo>
                  <a:lnTo>
                    <a:pt x="203" y="297"/>
                  </a:lnTo>
                  <a:lnTo>
                    <a:pt x="197" y="313"/>
                  </a:lnTo>
                  <a:lnTo>
                    <a:pt x="194" y="323"/>
                  </a:lnTo>
                  <a:lnTo>
                    <a:pt x="192" y="328"/>
                  </a:lnTo>
                  <a:lnTo>
                    <a:pt x="191" y="328"/>
                  </a:lnTo>
                  <a:lnTo>
                    <a:pt x="190" y="329"/>
                  </a:lnTo>
                  <a:lnTo>
                    <a:pt x="182" y="327"/>
                  </a:lnTo>
                  <a:lnTo>
                    <a:pt x="181" y="327"/>
                  </a:lnTo>
                  <a:lnTo>
                    <a:pt x="181" y="326"/>
                  </a:lnTo>
                  <a:lnTo>
                    <a:pt x="181" y="325"/>
                  </a:lnTo>
                  <a:lnTo>
                    <a:pt x="181" y="323"/>
                  </a:lnTo>
                  <a:lnTo>
                    <a:pt x="181" y="322"/>
                  </a:lnTo>
                  <a:lnTo>
                    <a:pt x="180" y="321"/>
                  </a:lnTo>
                  <a:lnTo>
                    <a:pt x="178" y="317"/>
                  </a:lnTo>
                  <a:lnTo>
                    <a:pt x="177" y="317"/>
                  </a:lnTo>
                  <a:lnTo>
                    <a:pt x="176" y="317"/>
                  </a:lnTo>
                  <a:lnTo>
                    <a:pt x="171" y="316"/>
                  </a:lnTo>
                  <a:lnTo>
                    <a:pt x="169" y="316"/>
                  </a:lnTo>
                  <a:lnTo>
                    <a:pt x="168" y="316"/>
                  </a:lnTo>
                  <a:lnTo>
                    <a:pt x="164" y="318"/>
                  </a:lnTo>
                  <a:lnTo>
                    <a:pt x="162" y="318"/>
                  </a:lnTo>
                  <a:lnTo>
                    <a:pt x="161" y="319"/>
                  </a:lnTo>
                  <a:lnTo>
                    <a:pt x="159" y="322"/>
                  </a:lnTo>
                  <a:lnTo>
                    <a:pt x="158" y="324"/>
                  </a:lnTo>
                  <a:lnTo>
                    <a:pt x="155" y="330"/>
                  </a:lnTo>
                  <a:lnTo>
                    <a:pt x="155" y="331"/>
                  </a:lnTo>
                  <a:lnTo>
                    <a:pt x="156" y="331"/>
                  </a:lnTo>
                  <a:lnTo>
                    <a:pt x="158" y="332"/>
                  </a:lnTo>
                  <a:lnTo>
                    <a:pt x="160" y="332"/>
                  </a:lnTo>
                  <a:lnTo>
                    <a:pt x="161" y="332"/>
                  </a:lnTo>
                  <a:lnTo>
                    <a:pt x="165" y="334"/>
                  </a:lnTo>
                  <a:lnTo>
                    <a:pt x="166" y="334"/>
                  </a:lnTo>
                  <a:lnTo>
                    <a:pt x="167" y="335"/>
                  </a:lnTo>
                  <a:lnTo>
                    <a:pt x="169" y="341"/>
                  </a:lnTo>
                  <a:lnTo>
                    <a:pt x="168" y="341"/>
                  </a:lnTo>
                  <a:lnTo>
                    <a:pt x="152" y="356"/>
                  </a:lnTo>
                  <a:lnTo>
                    <a:pt x="148" y="360"/>
                  </a:lnTo>
                  <a:lnTo>
                    <a:pt x="147" y="360"/>
                  </a:lnTo>
                  <a:lnTo>
                    <a:pt x="144" y="361"/>
                  </a:lnTo>
                  <a:lnTo>
                    <a:pt x="143" y="362"/>
                  </a:lnTo>
                  <a:lnTo>
                    <a:pt x="141" y="362"/>
                  </a:lnTo>
                  <a:lnTo>
                    <a:pt x="139" y="363"/>
                  </a:lnTo>
                  <a:lnTo>
                    <a:pt x="128" y="369"/>
                  </a:lnTo>
                  <a:lnTo>
                    <a:pt x="127" y="369"/>
                  </a:lnTo>
                  <a:lnTo>
                    <a:pt x="126" y="371"/>
                  </a:lnTo>
                  <a:lnTo>
                    <a:pt x="125" y="371"/>
                  </a:lnTo>
                  <a:lnTo>
                    <a:pt x="124" y="372"/>
                  </a:lnTo>
                  <a:lnTo>
                    <a:pt x="124" y="374"/>
                  </a:lnTo>
                  <a:lnTo>
                    <a:pt x="123" y="374"/>
                  </a:lnTo>
                  <a:lnTo>
                    <a:pt x="120" y="375"/>
                  </a:lnTo>
                  <a:lnTo>
                    <a:pt x="119" y="375"/>
                  </a:lnTo>
                  <a:lnTo>
                    <a:pt x="120" y="366"/>
                  </a:lnTo>
                  <a:lnTo>
                    <a:pt x="120" y="365"/>
                  </a:lnTo>
                  <a:lnTo>
                    <a:pt x="125" y="361"/>
                  </a:lnTo>
                  <a:lnTo>
                    <a:pt x="127" y="360"/>
                  </a:lnTo>
                  <a:lnTo>
                    <a:pt x="129" y="355"/>
                  </a:lnTo>
                  <a:lnTo>
                    <a:pt x="133" y="344"/>
                  </a:lnTo>
                  <a:lnTo>
                    <a:pt x="133" y="336"/>
                  </a:lnTo>
                  <a:lnTo>
                    <a:pt x="133" y="335"/>
                  </a:lnTo>
                  <a:lnTo>
                    <a:pt x="130" y="325"/>
                  </a:lnTo>
                  <a:lnTo>
                    <a:pt x="130" y="324"/>
                  </a:lnTo>
                  <a:lnTo>
                    <a:pt x="120" y="306"/>
                  </a:lnTo>
                  <a:lnTo>
                    <a:pt x="119" y="306"/>
                  </a:lnTo>
                  <a:lnTo>
                    <a:pt x="115" y="306"/>
                  </a:lnTo>
                  <a:lnTo>
                    <a:pt x="115" y="305"/>
                  </a:lnTo>
                  <a:lnTo>
                    <a:pt x="113" y="305"/>
                  </a:lnTo>
                  <a:lnTo>
                    <a:pt x="112" y="304"/>
                  </a:lnTo>
                  <a:lnTo>
                    <a:pt x="112" y="303"/>
                  </a:lnTo>
                  <a:lnTo>
                    <a:pt x="111" y="303"/>
                  </a:lnTo>
                  <a:lnTo>
                    <a:pt x="111" y="302"/>
                  </a:lnTo>
                  <a:lnTo>
                    <a:pt x="112" y="301"/>
                  </a:lnTo>
                  <a:lnTo>
                    <a:pt x="113" y="299"/>
                  </a:lnTo>
                  <a:lnTo>
                    <a:pt x="117" y="297"/>
                  </a:lnTo>
                  <a:lnTo>
                    <a:pt x="119" y="297"/>
                  </a:lnTo>
                  <a:lnTo>
                    <a:pt x="120" y="297"/>
                  </a:lnTo>
                  <a:lnTo>
                    <a:pt x="121" y="297"/>
                  </a:lnTo>
                  <a:lnTo>
                    <a:pt x="123" y="298"/>
                  </a:lnTo>
                  <a:lnTo>
                    <a:pt x="124" y="299"/>
                  </a:lnTo>
                  <a:lnTo>
                    <a:pt x="125" y="300"/>
                  </a:lnTo>
                  <a:lnTo>
                    <a:pt x="125" y="301"/>
                  </a:lnTo>
                  <a:lnTo>
                    <a:pt x="124" y="304"/>
                  </a:lnTo>
                  <a:lnTo>
                    <a:pt x="124" y="305"/>
                  </a:lnTo>
                  <a:lnTo>
                    <a:pt x="125" y="305"/>
                  </a:lnTo>
                  <a:lnTo>
                    <a:pt x="126" y="305"/>
                  </a:lnTo>
                  <a:lnTo>
                    <a:pt x="128" y="305"/>
                  </a:lnTo>
                  <a:lnTo>
                    <a:pt x="130" y="302"/>
                  </a:lnTo>
                  <a:lnTo>
                    <a:pt x="132" y="300"/>
                  </a:lnTo>
                  <a:lnTo>
                    <a:pt x="133" y="299"/>
                  </a:lnTo>
                  <a:lnTo>
                    <a:pt x="134" y="295"/>
                  </a:lnTo>
                  <a:lnTo>
                    <a:pt x="134" y="294"/>
                  </a:lnTo>
                  <a:lnTo>
                    <a:pt x="134" y="290"/>
                  </a:lnTo>
                  <a:lnTo>
                    <a:pt x="134" y="289"/>
                  </a:lnTo>
                  <a:lnTo>
                    <a:pt x="133" y="287"/>
                  </a:lnTo>
                  <a:lnTo>
                    <a:pt x="130" y="286"/>
                  </a:lnTo>
                  <a:lnTo>
                    <a:pt x="121" y="283"/>
                  </a:lnTo>
                  <a:lnTo>
                    <a:pt x="119" y="283"/>
                  </a:lnTo>
                  <a:lnTo>
                    <a:pt x="116" y="285"/>
                  </a:lnTo>
                  <a:lnTo>
                    <a:pt x="114" y="287"/>
                  </a:lnTo>
                  <a:lnTo>
                    <a:pt x="113" y="290"/>
                  </a:lnTo>
                  <a:lnTo>
                    <a:pt x="107" y="300"/>
                  </a:lnTo>
                  <a:lnTo>
                    <a:pt x="105" y="308"/>
                  </a:lnTo>
                  <a:lnTo>
                    <a:pt x="103" y="314"/>
                  </a:lnTo>
                  <a:lnTo>
                    <a:pt x="102" y="318"/>
                  </a:lnTo>
                  <a:lnTo>
                    <a:pt x="103" y="320"/>
                  </a:lnTo>
                  <a:lnTo>
                    <a:pt x="104" y="322"/>
                  </a:lnTo>
                  <a:lnTo>
                    <a:pt x="107" y="332"/>
                  </a:lnTo>
                  <a:lnTo>
                    <a:pt x="108" y="334"/>
                  </a:lnTo>
                  <a:lnTo>
                    <a:pt x="108" y="335"/>
                  </a:lnTo>
                  <a:lnTo>
                    <a:pt x="110" y="336"/>
                  </a:lnTo>
                  <a:lnTo>
                    <a:pt x="111" y="338"/>
                  </a:lnTo>
                  <a:lnTo>
                    <a:pt x="113" y="339"/>
                  </a:lnTo>
                  <a:lnTo>
                    <a:pt x="115" y="339"/>
                  </a:lnTo>
                  <a:lnTo>
                    <a:pt x="117" y="340"/>
                  </a:lnTo>
                  <a:lnTo>
                    <a:pt x="118" y="341"/>
                  </a:lnTo>
                  <a:lnTo>
                    <a:pt x="119" y="342"/>
                  </a:lnTo>
                  <a:lnTo>
                    <a:pt x="117" y="348"/>
                  </a:lnTo>
                  <a:lnTo>
                    <a:pt x="116" y="351"/>
                  </a:lnTo>
                  <a:lnTo>
                    <a:pt x="116" y="352"/>
                  </a:lnTo>
                  <a:lnTo>
                    <a:pt x="110" y="355"/>
                  </a:lnTo>
                  <a:lnTo>
                    <a:pt x="104" y="355"/>
                  </a:lnTo>
                  <a:lnTo>
                    <a:pt x="103" y="355"/>
                  </a:lnTo>
                  <a:lnTo>
                    <a:pt x="103" y="354"/>
                  </a:lnTo>
                  <a:lnTo>
                    <a:pt x="102" y="354"/>
                  </a:lnTo>
                  <a:lnTo>
                    <a:pt x="102" y="352"/>
                  </a:lnTo>
                  <a:lnTo>
                    <a:pt x="102" y="351"/>
                  </a:lnTo>
                  <a:lnTo>
                    <a:pt x="102" y="350"/>
                  </a:lnTo>
                  <a:lnTo>
                    <a:pt x="102" y="349"/>
                  </a:lnTo>
                  <a:lnTo>
                    <a:pt x="101" y="346"/>
                  </a:lnTo>
                  <a:lnTo>
                    <a:pt x="100" y="346"/>
                  </a:lnTo>
                  <a:lnTo>
                    <a:pt x="99" y="345"/>
                  </a:lnTo>
                  <a:lnTo>
                    <a:pt x="97" y="345"/>
                  </a:lnTo>
                  <a:lnTo>
                    <a:pt x="83" y="344"/>
                  </a:lnTo>
                  <a:lnTo>
                    <a:pt x="75" y="344"/>
                  </a:lnTo>
                  <a:lnTo>
                    <a:pt x="74" y="344"/>
                  </a:lnTo>
                  <a:lnTo>
                    <a:pt x="72" y="344"/>
                  </a:lnTo>
                  <a:lnTo>
                    <a:pt x="69" y="332"/>
                  </a:lnTo>
                  <a:lnTo>
                    <a:pt x="72" y="325"/>
                  </a:lnTo>
                  <a:lnTo>
                    <a:pt x="76" y="322"/>
                  </a:lnTo>
                  <a:lnTo>
                    <a:pt x="79" y="319"/>
                  </a:lnTo>
                  <a:lnTo>
                    <a:pt x="80" y="318"/>
                  </a:lnTo>
                  <a:lnTo>
                    <a:pt x="80" y="317"/>
                  </a:lnTo>
                  <a:lnTo>
                    <a:pt x="81" y="313"/>
                  </a:lnTo>
                  <a:lnTo>
                    <a:pt x="83" y="306"/>
                  </a:lnTo>
                  <a:lnTo>
                    <a:pt x="83" y="305"/>
                  </a:lnTo>
                  <a:lnTo>
                    <a:pt x="83" y="298"/>
                  </a:lnTo>
                  <a:lnTo>
                    <a:pt x="83" y="296"/>
                  </a:lnTo>
                  <a:lnTo>
                    <a:pt x="83" y="295"/>
                  </a:lnTo>
                  <a:lnTo>
                    <a:pt x="75" y="285"/>
                  </a:lnTo>
                  <a:lnTo>
                    <a:pt x="74" y="284"/>
                  </a:lnTo>
                  <a:lnTo>
                    <a:pt x="71" y="282"/>
                  </a:lnTo>
                  <a:lnTo>
                    <a:pt x="70" y="282"/>
                  </a:lnTo>
                  <a:lnTo>
                    <a:pt x="69" y="281"/>
                  </a:lnTo>
                  <a:lnTo>
                    <a:pt x="67" y="280"/>
                  </a:lnTo>
                  <a:lnTo>
                    <a:pt x="67" y="279"/>
                  </a:lnTo>
                  <a:lnTo>
                    <a:pt x="66" y="278"/>
                  </a:lnTo>
                  <a:lnTo>
                    <a:pt x="66" y="276"/>
                  </a:lnTo>
                  <a:lnTo>
                    <a:pt x="67" y="271"/>
                  </a:lnTo>
                  <a:lnTo>
                    <a:pt x="69" y="261"/>
                  </a:lnTo>
                  <a:lnTo>
                    <a:pt x="64" y="248"/>
                  </a:lnTo>
                  <a:lnTo>
                    <a:pt x="66" y="238"/>
                  </a:lnTo>
                  <a:lnTo>
                    <a:pt x="66" y="237"/>
                  </a:lnTo>
                  <a:lnTo>
                    <a:pt x="69" y="233"/>
                  </a:lnTo>
                  <a:lnTo>
                    <a:pt x="70" y="233"/>
                  </a:lnTo>
                  <a:lnTo>
                    <a:pt x="74" y="233"/>
                  </a:lnTo>
                  <a:lnTo>
                    <a:pt x="75" y="233"/>
                  </a:lnTo>
                  <a:lnTo>
                    <a:pt x="76" y="234"/>
                  </a:lnTo>
                  <a:lnTo>
                    <a:pt x="76" y="235"/>
                  </a:lnTo>
                  <a:lnTo>
                    <a:pt x="76" y="236"/>
                  </a:lnTo>
                  <a:lnTo>
                    <a:pt x="77" y="236"/>
                  </a:lnTo>
                  <a:lnTo>
                    <a:pt x="78" y="237"/>
                  </a:lnTo>
                  <a:lnTo>
                    <a:pt x="79" y="236"/>
                  </a:lnTo>
                  <a:lnTo>
                    <a:pt x="82" y="234"/>
                  </a:lnTo>
                  <a:lnTo>
                    <a:pt x="84" y="228"/>
                  </a:lnTo>
                  <a:lnTo>
                    <a:pt x="97" y="208"/>
                  </a:lnTo>
                  <a:lnTo>
                    <a:pt x="102" y="200"/>
                  </a:lnTo>
                  <a:lnTo>
                    <a:pt x="105" y="196"/>
                  </a:lnTo>
                  <a:lnTo>
                    <a:pt x="107" y="195"/>
                  </a:lnTo>
                  <a:lnTo>
                    <a:pt x="107" y="194"/>
                  </a:lnTo>
                  <a:lnTo>
                    <a:pt x="108" y="192"/>
                  </a:lnTo>
                  <a:lnTo>
                    <a:pt x="111" y="185"/>
                  </a:lnTo>
                  <a:lnTo>
                    <a:pt x="112" y="184"/>
                  </a:lnTo>
                  <a:lnTo>
                    <a:pt x="113" y="174"/>
                  </a:lnTo>
                  <a:lnTo>
                    <a:pt x="110" y="168"/>
                  </a:lnTo>
                  <a:lnTo>
                    <a:pt x="98" y="167"/>
                  </a:lnTo>
                  <a:lnTo>
                    <a:pt x="108" y="161"/>
                  </a:lnTo>
                  <a:lnTo>
                    <a:pt x="112" y="158"/>
                  </a:lnTo>
                  <a:lnTo>
                    <a:pt x="113" y="150"/>
                  </a:lnTo>
                  <a:lnTo>
                    <a:pt x="112" y="148"/>
                  </a:lnTo>
                  <a:lnTo>
                    <a:pt x="110" y="145"/>
                  </a:lnTo>
                  <a:lnTo>
                    <a:pt x="110" y="144"/>
                  </a:lnTo>
                  <a:lnTo>
                    <a:pt x="107" y="142"/>
                  </a:lnTo>
                  <a:lnTo>
                    <a:pt x="102" y="137"/>
                  </a:lnTo>
                  <a:lnTo>
                    <a:pt x="97" y="133"/>
                  </a:lnTo>
                  <a:lnTo>
                    <a:pt x="96" y="132"/>
                  </a:lnTo>
                  <a:lnTo>
                    <a:pt x="94" y="126"/>
                  </a:lnTo>
                  <a:lnTo>
                    <a:pt x="92" y="122"/>
                  </a:lnTo>
                  <a:lnTo>
                    <a:pt x="93" y="116"/>
                  </a:lnTo>
                  <a:lnTo>
                    <a:pt x="94" y="116"/>
                  </a:lnTo>
                  <a:lnTo>
                    <a:pt x="93" y="115"/>
                  </a:lnTo>
                  <a:lnTo>
                    <a:pt x="92" y="110"/>
                  </a:lnTo>
                  <a:lnTo>
                    <a:pt x="86" y="104"/>
                  </a:lnTo>
                  <a:lnTo>
                    <a:pt x="86" y="103"/>
                  </a:lnTo>
                  <a:lnTo>
                    <a:pt x="70" y="99"/>
                  </a:lnTo>
                  <a:lnTo>
                    <a:pt x="62" y="108"/>
                  </a:lnTo>
                  <a:lnTo>
                    <a:pt x="65" y="115"/>
                  </a:lnTo>
                  <a:lnTo>
                    <a:pt x="66" y="117"/>
                  </a:lnTo>
                  <a:lnTo>
                    <a:pt x="70" y="125"/>
                  </a:lnTo>
                  <a:lnTo>
                    <a:pt x="71" y="126"/>
                  </a:lnTo>
                  <a:lnTo>
                    <a:pt x="71" y="127"/>
                  </a:lnTo>
                  <a:lnTo>
                    <a:pt x="70" y="128"/>
                  </a:lnTo>
                  <a:lnTo>
                    <a:pt x="67" y="133"/>
                  </a:lnTo>
                  <a:lnTo>
                    <a:pt x="67" y="134"/>
                  </a:lnTo>
                  <a:lnTo>
                    <a:pt x="64" y="135"/>
                  </a:lnTo>
                  <a:lnTo>
                    <a:pt x="60" y="137"/>
                  </a:lnTo>
                  <a:lnTo>
                    <a:pt x="58" y="138"/>
                  </a:lnTo>
                  <a:lnTo>
                    <a:pt x="57" y="139"/>
                  </a:lnTo>
                  <a:lnTo>
                    <a:pt x="57" y="140"/>
                  </a:lnTo>
                  <a:lnTo>
                    <a:pt x="58" y="141"/>
                  </a:lnTo>
                  <a:lnTo>
                    <a:pt x="60" y="142"/>
                  </a:lnTo>
                  <a:lnTo>
                    <a:pt x="61" y="142"/>
                  </a:lnTo>
                  <a:lnTo>
                    <a:pt x="65" y="143"/>
                  </a:lnTo>
                  <a:lnTo>
                    <a:pt x="66" y="143"/>
                  </a:lnTo>
                  <a:lnTo>
                    <a:pt x="68" y="142"/>
                  </a:lnTo>
                  <a:lnTo>
                    <a:pt x="70" y="141"/>
                  </a:lnTo>
                  <a:lnTo>
                    <a:pt x="71" y="140"/>
                  </a:lnTo>
                  <a:lnTo>
                    <a:pt x="72" y="139"/>
                  </a:lnTo>
                  <a:lnTo>
                    <a:pt x="74" y="138"/>
                  </a:lnTo>
                  <a:lnTo>
                    <a:pt x="77" y="138"/>
                  </a:lnTo>
                  <a:lnTo>
                    <a:pt x="79" y="138"/>
                  </a:lnTo>
                  <a:lnTo>
                    <a:pt x="81" y="138"/>
                  </a:lnTo>
                  <a:lnTo>
                    <a:pt x="81" y="139"/>
                  </a:lnTo>
                  <a:lnTo>
                    <a:pt x="83" y="140"/>
                  </a:lnTo>
                  <a:lnTo>
                    <a:pt x="83" y="141"/>
                  </a:lnTo>
                  <a:lnTo>
                    <a:pt x="84" y="142"/>
                  </a:lnTo>
                  <a:lnTo>
                    <a:pt x="84" y="143"/>
                  </a:lnTo>
                  <a:lnTo>
                    <a:pt x="87" y="147"/>
                  </a:lnTo>
                  <a:lnTo>
                    <a:pt x="87" y="148"/>
                  </a:lnTo>
                  <a:lnTo>
                    <a:pt x="88" y="150"/>
                  </a:lnTo>
                  <a:lnTo>
                    <a:pt x="88" y="151"/>
                  </a:lnTo>
                  <a:lnTo>
                    <a:pt x="87" y="156"/>
                  </a:lnTo>
                  <a:lnTo>
                    <a:pt x="84" y="164"/>
                  </a:lnTo>
                  <a:lnTo>
                    <a:pt x="83" y="166"/>
                  </a:lnTo>
                  <a:lnTo>
                    <a:pt x="70" y="173"/>
                  </a:lnTo>
                  <a:lnTo>
                    <a:pt x="67" y="174"/>
                  </a:lnTo>
                  <a:lnTo>
                    <a:pt x="66" y="174"/>
                  </a:lnTo>
                  <a:lnTo>
                    <a:pt x="65" y="174"/>
                  </a:lnTo>
                  <a:lnTo>
                    <a:pt x="62" y="169"/>
                  </a:lnTo>
                  <a:lnTo>
                    <a:pt x="62" y="167"/>
                  </a:lnTo>
                  <a:lnTo>
                    <a:pt x="61" y="164"/>
                  </a:lnTo>
                  <a:lnTo>
                    <a:pt x="61" y="163"/>
                  </a:lnTo>
                  <a:lnTo>
                    <a:pt x="62" y="163"/>
                  </a:lnTo>
                  <a:lnTo>
                    <a:pt x="63" y="163"/>
                  </a:lnTo>
                  <a:lnTo>
                    <a:pt x="64" y="163"/>
                  </a:lnTo>
                  <a:lnTo>
                    <a:pt x="67" y="160"/>
                  </a:lnTo>
                  <a:lnTo>
                    <a:pt x="68" y="159"/>
                  </a:lnTo>
                  <a:lnTo>
                    <a:pt x="69" y="158"/>
                  </a:lnTo>
                  <a:lnTo>
                    <a:pt x="69" y="157"/>
                  </a:lnTo>
                  <a:lnTo>
                    <a:pt x="69" y="156"/>
                  </a:lnTo>
                  <a:lnTo>
                    <a:pt x="69" y="155"/>
                  </a:lnTo>
                  <a:lnTo>
                    <a:pt x="67" y="150"/>
                  </a:lnTo>
                  <a:lnTo>
                    <a:pt x="66" y="149"/>
                  </a:lnTo>
                  <a:lnTo>
                    <a:pt x="65" y="149"/>
                  </a:lnTo>
                  <a:lnTo>
                    <a:pt x="57" y="149"/>
                  </a:lnTo>
                  <a:lnTo>
                    <a:pt x="56" y="149"/>
                  </a:lnTo>
                  <a:lnTo>
                    <a:pt x="44" y="155"/>
                  </a:lnTo>
                  <a:lnTo>
                    <a:pt x="41" y="156"/>
                  </a:lnTo>
                  <a:lnTo>
                    <a:pt x="39" y="161"/>
                  </a:lnTo>
                  <a:lnTo>
                    <a:pt x="38" y="164"/>
                  </a:lnTo>
                  <a:lnTo>
                    <a:pt x="37" y="165"/>
                  </a:lnTo>
                  <a:lnTo>
                    <a:pt x="36" y="167"/>
                  </a:lnTo>
                  <a:lnTo>
                    <a:pt x="28" y="174"/>
                  </a:lnTo>
                  <a:lnTo>
                    <a:pt x="28" y="175"/>
                  </a:lnTo>
                  <a:lnTo>
                    <a:pt x="26" y="176"/>
                  </a:lnTo>
                  <a:lnTo>
                    <a:pt x="24" y="176"/>
                  </a:lnTo>
                  <a:lnTo>
                    <a:pt x="21" y="177"/>
                  </a:lnTo>
                  <a:lnTo>
                    <a:pt x="20" y="177"/>
                  </a:lnTo>
                  <a:lnTo>
                    <a:pt x="26" y="169"/>
                  </a:lnTo>
                  <a:lnTo>
                    <a:pt x="31" y="161"/>
                  </a:lnTo>
                  <a:lnTo>
                    <a:pt x="32" y="160"/>
                  </a:lnTo>
                  <a:lnTo>
                    <a:pt x="32" y="158"/>
                  </a:lnTo>
                  <a:lnTo>
                    <a:pt x="32" y="157"/>
                  </a:lnTo>
                  <a:lnTo>
                    <a:pt x="23" y="147"/>
                  </a:lnTo>
                  <a:lnTo>
                    <a:pt x="19" y="147"/>
                  </a:lnTo>
                  <a:lnTo>
                    <a:pt x="19" y="148"/>
                  </a:lnTo>
                  <a:lnTo>
                    <a:pt x="18" y="148"/>
                  </a:lnTo>
                  <a:lnTo>
                    <a:pt x="13" y="142"/>
                  </a:lnTo>
                  <a:lnTo>
                    <a:pt x="8" y="129"/>
                  </a:lnTo>
                  <a:lnTo>
                    <a:pt x="8" y="128"/>
                  </a:lnTo>
                  <a:lnTo>
                    <a:pt x="8" y="126"/>
                  </a:lnTo>
                  <a:lnTo>
                    <a:pt x="8" y="125"/>
                  </a:lnTo>
                  <a:lnTo>
                    <a:pt x="15" y="117"/>
                  </a:lnTo>
                  <a:lnTo>
                    <a:pt x="15" y="116"/>
                  </a:lnTo>
                  <a:lnTo>
                    <a:pt x="16" y="116"/>
                  </a:lnTo>
                  <a:lnTo>
                    <a:pt x="17" y="117"/>
                  </a:lnTo>
                  <a:lnTo>
                    <a:pt x="18" y="117"/>
                  </a:lnTo>
                  <a:lnTo>
                    <a:pt x="20" y="119"/>
                  </a:lnTo>
                  <a:lnTo>
                    <a:pt x="27" y="123"/>
                  </a:lnTo>
                  <a:lnTo>
                    <a:pt x="28" y="124"/>
                  </a:lnTo>
                  <a:lnTo>
                    <a:pt x="28" y="125"/>
                  </a:lnTo>
                  <a:lnTo>
                    <a:pt x="28" y="126"/>
                  </a:lnTo>
                  <a:lnTo>
                    <a:pt x="29" y="133"/>
                  </a:lnTo>
                  <a:lnTo>
                    <a:pt x="28" y="134"/>
                  </a:lnTo>
                  <a:lnTo>
                    <a:pt x="27" y="133"/>
                  </a:lnTo>
                  <a:lnTo>
                    <a:pt x="26" y="131"/>
                  </a:lnTo>
                  <a:lnTo>
                    <a:pt x="26" y="129"/>
                  </a:lnTo>
                  <a:lnTo>
                    <a:pt x="25" y="129"/>
                  </a:lnTo>
                  <a:lnTo>
                    <a:pt x="25" y="132"/>
                  </a:lnTo>
                  <a:lnTo>
                    <a:pt x="25" y="133"/>
                  </a:lnTo>
                  <a:lnTo>
                    <a:pt x="25" y="136"/>
                  </a:lnTo>
                  <a:lnTo>
                    <a:pt x="26" y="139"/>
                  </a:lnTo>
                  <a:lnTo>
                    <a:pt x="26" y="140"/>
                  </a:lnTo>
                  <a:lnTo>
                    <a:pt x="31" y="144"/>
                  </a:lnTo>
                  <a:lnTo>
                    <a:pt x="32" y="144"/>
                  </a:lnTo>
                  <a:lnTo>
                    <a:pt x="45" y="140"/>
                  </a:lnTo>
                  <a:lnTo>
                    <a:pt x="41" y="122"/>
                  </a:lnTo>
                  <a:lnTo>
                    <a:pt x="39" y="120"/>
                  </a:lnTo>
                  <a:lnTo>
                    <a:pt x="35" y="116"/>
                  </a:lnTo>
                  <a:lnTo>
                    <a:pt x="34" y="115"/>
                  </a:lnTo>
                  <a:lnTo>
                    <a:pt x="28" y="114"/>
                  </a:lnTo>
                  <a:lnTo>
                    <a:pt x="23" y="114"/>
                  </a:lnTo>
                  <a:lnTo>
                    <a:pt x="22" y="114"/>
                  </a:lnTo>
                  <a:lnTo>
                    <a:pt x="21" y="113"/>
                  </a:lnTo>
                  <a:lnTo>
                    <a:pt x="16" y="109"/>
                  </a:lnTo>
                  <a:lnTo>
                    <a:pt x="0" y="95"/>
                  </a:lnTo>
                  <a:lnTo>
                    <a:pt x="0" y="94"/>
                  </a:lnTo>
                  <a:lnTo>
                    <a:pt x="0" y="90"/>
                  </a:lnTo>
                  <a:lnTo>
                    <a:pt x="2" y="76"/>
                  </a:lnTo>
                  <a:lnTo>
                    <a:pt x="2" y="74"/>
                  </a:lnTo>
                  <a:lnTo>
                    <a:pt x="3" y="74"/>
                  </a:lnTo>
                  <a:lnTo>
                    <a:pt x="4" y="74"/>
                  </a:lnTo>
                  <a:lnTo>
                    <a:pt x="28" y="84"/>
                  </a:lnTo>
                  <a:lnTo>
                    <a:pt x="31" y="70"/>
                  </a:lnTo>
                  <a:lnTo>
                    <a:pt x="30" y="70"/>
                  </a:lnTo>
                  <a:lnTo>
                    <a:pt x="29" y="69"/>
                  </a:lnTo>
                  <a:lnTo>
                    <a:pt x="28" y="68"/>
                  </a:lnTo>
                  <a:lnTo>
                    <a:pt x="26" y="65"/>
                  </a:lnTo>
                  <a:lnTo>
                    <a:pt x="25" y="65"/>
                  </a:lnTo>
                  <a:lnTo>
                    <a:pt x="25" y="64"/>
                  </a:lnTo>
                  <a:lnTo>
                    <a:pt x="26" y="63"/>
                  </a:lnTo>
                  <a:lnTo>
                    <a:pt x="26" y="61"/>
                  </a:lnTo>
                  <a:lnTo>
                    <a:pt x="32" y="54"/>
                  </a:lnTo>
                  <a:lnTo>
                    <a:pt x="34" y="53"/>
                  </a:lnTo>
                  <a:lnTo>
                    <a:pt x="38" y="52"/>
                  </a:lnTo>
                  <a:lnTo>
                    <a:pt x="40" y="52"/>
                  </a:lnTo>
                  <a:lnTo>
                    <a:pt x="43" y="56"/>
                  </a:lnTo>
                  <a:lnTo>
                    <a:pt x="44" y="56"/>
                  </a:lnTo>
                  <a:lnTo>
                    <a:pt x="43" y="57"/>
                  </a:lnTo>
                  <a:lnTo>
                    <a:pt x="43" y="58"/>
                  </a:lnTo>
                  <a:lnTo>
                    <a:pt x="42" y="59"/>
                  </a:lnTo>
                  <a:lnTo>
                    <a:pt x="41" y="60"/>
                  </a:lnTo>
                  <a:lnTo>
                    <a:pt x="42" y="61"/>
                  </a:lnTo>
                  <a:lnTo>
                    <a:pt x="45" y="64"/>
                  </a:lnTo>
                  <a:lnTo>
                    <a:pt x="45" y="65"/>
                  </a:lnTo>
                  <a:lnTo>
                    <a:pt x="47" y="65"/>
                  </a:lnTo>
                  <a:lnTo>
                    <a:pt x="48" y="65"/>
                  </a:lnTo>
                  <a:lnTo>
                    <a:pt x="49" y="64"/>
                  </a:lnTo>
                  <a:lnTo>
                    <a:pt x="50" y="64"/>
                  </a:lnTo>
                  <a:lnTo>
                    <a:pt x="51" y="63"/>
                  </a:lnTo>
                  <a:lnTo>
                    <a:pt x="51" y="6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7" name="Freeform 48"/>
            <p:cNvSpPr>
              <a:spLocks/>
            </p:cNvSpPr>
            <p:nvPr/>
          </p:nvSpPr>
          <p:spPr bwMode="gray">
            <a:xfrm>
              <a:off x="2248" y="2707"/>
              <a:ext cx="19" cy="42"/>
            </a:xfrm>
            <a:custGeom>
              <a:avLst/>
              <a:gdLst>
                <a:gd name="T0" fmla="*/ 13 w 19"/>
                <a:gd name="T1" fmla="*/ 9 h 42"/>
                <a:gd name="T2" fmla="*/ 12 w 19"/>
                <a:gd name="T3" fmla="*/ 11 h 42"/>
                <a:gd name="T4" fmla="*/ 11 w 19"/>
                <a:gd name="T5" fmla="*/ 12 h 42"/>
                <a:gd name="T6" fmla="*/ 11 w 19"/>
                <a:gd name="T7" fmla="*/ 13 h 42"/>
                <a:gd name="T8" fmla="*/ 10 w 19"/>
                <a:gd name="T9" fmla="*/ 20 h 42"/>
                <a:gd name="T10" fmla="*/ 10 w 19"/>
                <a:gd name="T11" fmla="*/ 20 h 42"/>
                <a:gd name="T12" fmla="*/ 10 w 19"/>
                <a:gd name="T13" fmla="*/ 21 h 42"/>
                <a:gd name="T14" fmla="*/ 11 w 19"/>
                <a:gd name="T15" fmla="*/ 21 h 42"/>
                <a:gd name="T16" fmla="*/ 13 w 19"/>
                <a:gd name="T17" fmla="*/ 21 h 42"/>
                <a:gd name="T18" fmla="*/ 14 w 19"/>
                <a:gd name="T19" fmla="*/ 20 h 42"/>
                <a:gd name="T20" fmla="*/ 15 w 19"/>
                <a:gd name="T21" fmla="*/ 20 h 42"/>
                <a:gd name="T22" fmla="*/ 16 w 19"/>
                <a:gd name="T23" fmla="*/ 19 h 42"/>
                <a:gd name="T24" fmla="*/ 18 w 19"/>
                <a:gd name="T25" fmla="*/ 18 h 42"/>
                <a:gd name="T26" fmla="*/ 19 w 19"/>
                <a:gd name="T27" fmla="*/ 19 h 42"/>
                <a:gd name="T28" fmla="*/ 19 w 19"/>
                <a:gd name="T29" fmla="*/ 20 h 42"/>
                <a:gd name="T30" fmla="*/ 19 w 19"/>
                <a:gd name="T31" fmla="*/ 22 h 42"/>
                <a:gd name="T32" fmla="*/ 18 w 19"/>
                <a:gd name="T33" fmla="*/ 23 h 42"/>
                <a:gd name="T34" fmla="*/ 7 w 19"/>
                <a:gd name="T35" fmla="*/ 41 h 42"/>
                <a:gd name="T36" fmla="*/ 7 w 19"/>
                <a:gd name="T37" fmla="*/ 41 h 42"/>
                <a:gd name="T38" fmla="*/ 6 w 19"/>
                <a:gd name="T39" fmla="*/ 42 h 42"/>
                <a:gd name="T40" fmla="*/ 6 w 19"/>
                <a:gd name="T41" fmla="*/ 42 h 42"/>
                <a:gd name="T42" fmla="*/ 5 w 19"/>
                <a:gd name="T43" fmla="*/ 41 h 42"/>
                <a:gd name="T44" fmla="*/ 0 w 19"/>
                <a:gd name="T45" fmla="*/ 26 h 42"/>
                <a:gd name="T46" fmla="*/ 4 w 19"/>
                <a:gd name="T47" fmla="*/ 23 h 42"/>
                <a:gd name="T48" fmla="*/ 10 w 19"/>
                <a:gd name="T49" fmla="*/ 5 h 42"/>
                <a:gd name="T50" fmla="*/ 10 w 19"/>
                <a:gd name="T51" fmla="*/ 5 h 42"/>
                <a:gd name="T52" fmla="*/ 11 w 19"/>
                <a:gd name="T53" fmla="*/ 0 h 42"/>
                <a:gd name="T54" fmla="*/ 12 w 19"/>
                <a:gd name="T55" fmla="*/ 0 h 42"/>
                <a:gd name="T56" fmla="*/ 12 w 19"/>
                <a:gd name="T57" fmla="*/ 0 h 42"/>
                <a:gd name="T58" fmla="*/ 13 w 19"/>
                <a:gd name="T59" fmla="*/ 0 h 42"/>
                <a:gd name="T60" fmla="*/ 13 w 19"/>
                <a:gd name="T61" fmla="*/ 7 h 42"/>
                <a:gd name="T62" fmla="*/ 13 w 19"/>
                <a:gd name="T63" fmla="*/ 9 h 42"/>
                <a:gd name="T64" fmla="*/ 13 w 19"/>
                <a:gd name="T65" fmla="*/ 9 h 4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9"/>
                <a:gd name="T100" fmla="*/ 0 h 42"/>
                <a:gd name="T101" fmla="*/ 19 w 19"/>
                <a:gd name="T102" fmla="*/ 42 h 42"/>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9" h="42">
                  <a:moveTo>
                    <a:pt x="13" y="9"/>
                  </a:moveTo>
                  <a:lnTo>
                    <a:pt x="12" y="11"/>
                  </a:lnTo>
                  <a:lnTo>
                    <a:pt x="11" y="12"/>
                  </a:lnTo>
                  <a:lnTo>
                    <a:pt x="11" y="13"/>
                  </a:lnTo>
                  <a:lnTo>
                    <a:pt x="10" y="20"/>
                  </a:lnTo>
                  <a:lnTo>
                    <a:pt x="10" y="21"/>
                  </a:lnTo>
                  <a:lnTo>
                    <a:pt x="11" y="21"/>
                  </a:lnTo>
                  <a:lnTo>
                    <a:pt x="13" y="21"/>
                  </a:lnTo>
                  <a:lnTo>
                    <a:pt x="14" y="20"/>
                  </a:lnTo>
                  <a:lnTo>
                    <a:pt x="15" y="20"/>
                  </a:lnTo>
                  <a:lnTo>
                    <a:pt x="16" y="19"/>
                  </a:lnTo>
                  <a:lnTo>
                    <a:pt x="18" y="18"/>
                  </a:lnTo>
                  <a:lnTo>
                    <a:pt x="19" y="19"/>
                  </a:lnTo>
                  <a:lnTo>
                    <a:pt x="19" y="20"/>
                  </a:lnTo>
                  <a:lnTo>
                    <a:pt x="19" y="22"/>
                  </a:lnTo>
                  <a:lnTo>
                    <a:pt x="18" y="23"/>
                  </a:lnTo>
                  <a:lnTo>
                    <a:pt x="7" y="41"/>
                  </a:lnTo>
                  <a:lnTo>
                    <a:pt x="6" y="42"/>
                  </a:lnTo>
                  <a:lnTo>
                    <a:pt x="5" y="41"/>
                  </a:lnTo>
                  <a:lnTo>
                    <a:pt x="0" y="26"/>
                  </a:lnTo>
                  <a:lnTo>
                    <a:pt x="4" y="23"/>
                  </a:lnTo>
                  <a:lnTo>
                    <a:pt x="10" y="5"/>
                  </a:lnTo>
                  <a:lnTo>
                    <a:pt x="11" y="0"/>
                  </a:lnTo>
                  <a:lnTo>
                    <a:pt x="12" y="0"/>
                  </a:lnTo>
                  <a:lnTo>
                    <a:pt x="13" y="0"/>
                  </a:lnTo>
                  <a:lnTo>
                    <a:pt x="13" y="7"/>
                  </a:lnTo>
                  <a:lnTo>
                    <a:pt x="13" y="9"/>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8" name="Freeform 49"/>
            <p:cNvSpPr>
              <a:spLocks/>
            </p:cNvSpPr>
            <p:nvPr/>
          </p:nvSpPr>
          <p:spPr bwMode="gray">
            <a:xfrm>
              <a:off x="2263" y="3289"/>
              <a:ext cx="62" cy="46"/>
            </a:xfrm>
            <a:custGeom>
              <a:avLst/>
              <a:gdLst>
                <a:gd name="T0" fmla="*/ 59 w 62"/>
                <a:gd name="T1" fmla="*/ 0 h 46"/>
                <a:gd name="T2" fmla="*/ 60 w 62"/>
                <a:gd name="T3" fmla="*/ 0 h 46"/>
                <a:gd name="T4" fmla="*/ 60 w 62"/>
                <a:gd name="T5" fmla="*/ 2 h 46"/>
                <a:gd name="T6" fmla="*/ 61 w 62"/>
                <a:gd name="T7" fmla="*/ 5 h 46"/>
                <a:gd name="T8" fmla="*/ 62 w 62"/>
                <a:gd name="T9" fmla="*/ 7 h 46"/>
                <a:gd name="T10" fmla="*/ 62 w 62"/>
                <a:gd name="T11" fmla="*/ 7 h 46"/>
                <a:gd name="T12" fmla="*/ 62 w 62"/>
                <a:gd name="T13" fmla="*/ 8 h 46"/>
                <a:gd name="T14" fmla="*/ 61 w 62"/>
                <a:gd name="T15" fmla="*/ 9 h 46"/>
                <a:gd name="T16" fmla="*/ 56 w 62"/>
                <a:gd name="T17" fmla="*/ 11 h 46"/>
                <a:gd name="T18" fmla="*/ 54 w 62"/>
                <a:gd name="T19" fmla="*/ 11 h 46"/>
                <a:gd name="T20" fmla="*/ 51 w 62"/>
                <a:gd name="T21" fmla="*/ 12 h 46"/>
                <a:gd name="T22" fmla="*/ 48 w 62"/>
                <a:gd name="T23" fmla="*/ 15 h 46"/>
                <a:gd name="T24" fmla="*/ 40 w 62"/>
                <a:gd name="T25" fmla="*/ 24 h 46"/>
                <a:gd name="T26" fmla="*/ 35 w 62"/>
                <a:gd name="T27" fmla="*/ 35 h 46"/>
                <a:gd name="T28" fmla="*/ 26 w 62"/>
                <a:gd name="T29" fmla="*/ 46 h 46"/>
                <a:gd name="T30" fmla="*/ 25 w 62"/>
                <a:gd name="T31" fmla="*/ 46 h 46"/>
                <a:gd name="T32" fmla="*/ 24 w 62"/>
                <a:gd name="T33" fmla="*/ 46 h 46"/>
                <a:gd name="T34" fmla="*/ 2 w 62"/>
                <a:gd name="T35" fmla="*/ 32 h 46"/>
                <a:gd name="T36" fmla="*/ 0 w 62"/>
                <a:gd name="T37" fmla="*/ 30 h 46"/>
                <a:gd name="T38" fmla="*/ 0 w 62"/>
                <a:gd name="T39" fmla="*/ 30 h 46"/>
                <a:gd name="T40" fmla="*/ 12 w 62"/>
                <a:gd name="T41" fmla="*/ 21 h 46"/>
                <a:gd name="T42" fmla="*/ 20 w 62"/>
                <a:gd name="T43" fmla="*/ 18 h 46"/>
                <a:gd name="T44" fmla="*/ 47 w 62"/>
                <a:gd name="T45" fmla="*/ 4 h 46"/>
                <a:gd name="T46" fmla="*/ 51 w 62"/>
                <a:gd name="T47" fmla="*/ 2 h 46"/>
                <a:gd name="T48" fmla="*/ 51 w 62"/>
                <a:gd name="T49" fmla="*/ 5 h 46"/>
                <a:gd name="T50" fmla="*/ 51 w 62"/>
                <a:gd name="T51" fmla="*/ 6 h 46"/>
                <a:gd name="T52" fmla="*/ 56 w 62"/>
                <a:gd name="T53" fmla="*/ 2 h 46"/>
                <a:gd name="T54" fmla="*/ 59 w 62"/>
                <a:gd name="T55" fmla="*/ 0 h 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62"/>
                <a:gd name="T85" fmla="*/ 0 h 46"/>
                <a:gd name="T86" fmla="*/ 62 w 62"/>
                <a:gd name="T87" fmla="*/ 46 h 4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62" h="46">
                  <a:moveTo>
                    <a:pt x="59" y="0"/>
                  </a:moveTo>
                  <a:lnTo>
                    <a:pt x="60" y="0"/>
                  </a:lnTo>
                  <a:lnTo>
                    <a:pt x="60" y="2"/>
                  </a:lnTo>
                  <a:lnTo>
                    <a:pt x="61" y="5"/>
                  </a:lnTo>
                  <a:lnTo>
                    <a:pt x="62" y="7"/>
                  </a:lnTo>
                  <a:lnTo>
                    <a:pt x="62" y="8"/>
                  </a:lnTo>
                  <a:lnTo>
                    <a:pt x="61" y="9"/>
                  </a:lnTo>
                  <a:lnTo>
                    <a:pt x="56" y="11"/>
                  </a:lnTo>
                  <a:lnTo>
                    <a:pt x="54" y="11"/>
                  </a:lnTo>
                  <a:lnTo>
                    <a:pt x="51" y="12"/>
                  </a:lnTo>
                  <a:lnTo>
                    <a:pt x="48" y="15"/>
                  </a:lnTo>
                  <a:lnTo>
                    <a:pt x="40" y="24"/>
                  </a:lnTo>
                  <a:lnTo>
                    <a:pt x="35" y="35"/>
                  </a:lnTo>
                  <a:lnTo>
                    <a:pt x="26" y="46"/>
                  </a:lnTo>
                  <a:lnTo>
                    <a:pt x="25" y="46"/>
                  </a:lnTo>
                  <a:lnTo>
                    <a:pt x="24" y="46"/>
                  </a:lnTo>
                  <a:lnTo>
                    <a:pt x="2" y="32"/>
                  </a:lnTo>
                  <a:lnTo>
                    <a:pt x="0" y="30"/>
                  </a:lnTo>
                  <a:lnTo>
                    <a:pt x="12" y="21"/>
                  </a:lnTo>
                  <a:lnTo>
                    <a:pt x="20" y="18"/>
                  </a:lnTo>
                  <a:lnTo>
                    <a:pt x="47" y="4"/>
                  </a:lnTo>
                  <a:lnTo>
                    <a:pt x="51" y="2"/>
                  </a:lnTo>
                  <a:lnTo>
                    <a:pt x="51" y="5"/>
                  </a:lnTo>
                  <a:lnTo>
                    <a:pt x="51" y="6"/>
                  </a:lnTo>
                  <a:lnTo>
                    <a:pt x="56" y="2"/>
                  </a:lnTo>
                  <a:lnTo>
                    <a:pt x="59"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39" name="Freeform 50"/>
            <p:cNvSpPr>
              <a:spLocks/>
            </p:cNvSpPr>
            <p:nvPr/>
          </p:nvSpPr>
          <p:spPr bwMode="gray">
            <a:xfrm>
              <a:off x="2273" y="2506"/>
              <a:ext cx="29" cy="52"/>
            </a:xfrm>
            <a:custGeom>
              <a:avLst/>
              <a:gdLst>
                <a:gd name="T0" fmla="*/ 25 w 29"/>
                <a:gd name="T1" fmla="*/ 1 h 52"/>
                <a:gd name="T2" fmla="*/ 27 w 29"/>
                <a:gd name="T3" fmla="*/ 2 h 52"/>
                <a:gd name="T4" fmla="*/ 29 w 29"/>
                <a:gd name="T5" fmla="*/ 4 h 52"/>
                <a:gd name="T6" fmla="*/ 29 w 29"/>
                <a:gd name="T7" fmla="*/ 5 h 52"/>
                <a:gd name="T8" fmla="*/ 28 w 29"/>
                <a:gd name="T9" fmla="*/ 9 h 52"/>
                <a:gd name="T10" fmla="*/ 26 w 29"/>
                <a:gd name="T11" fmla="*/ 19 h 52"/>
                <a:gd name="T12" fmla="*/ 26 w 29"/>
                <a:gd name="T13" fmla="*/ 21 h 52"/>
                <a:gd name="T14" fmla="*/ 17 w 29"/>
                <a:gd name="T15" fmla="*/ 45 h 52"/>
                <a:gd name="T16" fmla="*/ 15 w 29"/>
                <a:gd name="T17" fmla="*/ 50 h 52"/>
                <a:gd name="T18" fmla="*/ 15 w 29"/>
                <a:gd name="T19" fmla="*/ 51 h 52"/>
                <a:gd name="T20" fmla="*/ 13 w 29"/>
                <a:gd name="T21" fmla="*/ 52 h 52"/>
                <a:gd name="T22" fmla="*/ 11 w 29"/>
                <a:gd name="T23" fmla="*/ 52 h 52"/>
                <a:gd name="T24" fmla="*/ 10 w 29"/>
                <a:gd name="T25" fmla="*/ 52 h 52"/>
                <a:gd name="T26" fmla="*/ 0 w 29"/>
                <a:gd name="T27" fmla="*/ 46 h 52"/>
                <a:gd name="T28" fmla="*/ 0 w 29"/>
                <a:gd name="T29" fmla="*/ 45 h 52"/>
                <a:gd name="T30" fmla="*/ 0 w 29"/>
                <a:gd name="T31" fmla="*/ 44 h 52"/>
                <a:gd name="T32" fmla="*/ 6 w 29"/>
                <a:gd name="T33" fmla="*/ 28 h 52"/>
                <a:gd name="T34" fmla="*/ 7 w 29"/>
                <a:gd name="T35" fmla="*/ 18 h 52"/>
                <a:gd name="T36" fmla="*/ 10 w 29"/>
                <a:gd name="T37" fmla="*/ 8 h 52"/>
                <a:gd name="T38" fmla="*/ 11 w 29"/>
                <a:gd name="T39" fmla="*/ 8 h 52"/>
                <a:gd name="T40" fmla="*/ 22 w 29"/>
                <a:gd name="T41" fmla="*/ 1 h 52"/>
                <a:gd name="T42" fmla="*/ 24 w 29"/>
                <a:gd name="T43" fmla="*/ 0 h 52"/>
                <a:gd name="T44" fmla="*/ 25 w 29"/>
                <a:gd name="T45" fmla="*/ 0 h 52"/>
                <a:gd name="T46" fmla="*/ 25 w 29"/>
                <a:gd name="T47" fmla="*/ 1 h 52"/>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29"/>
                <a:gd name="T73" fmla="*/ 0 h 52"/>
                <a:gd name="T74" fmla="*/ 29 w 29"/>
                <a:gd name="T75" fmla="*/ 52 h 52"/>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29" h="52">
                  <a:moveTo>
                    <a:pt x="25" y="1"/>
                  </a:moveTo>
                  <a:lnTo>
                    <a:pt x="27" y="2"/>
                  </a:lnTo>
                  <a:lnTo>
                    <a:pt x="29" y="4"/>
                  </a:lnTo>
                  <a:lnTo>
                    <a:pt x="29" y="5"/>
                  </a:lnTo>
                  <a:lnTo>
                    <a:pt x="28" y="9"/>
                  </a:lnTo>
                  <a:lnTo>
                    <a:pt x="26" y="19"/>
                  </a:lnTo>
                  <a:lnTo>
                    <a:pt x="26" y="21"/>
                  </a:lnTo>
                  <a:lnTo>
                    <a:pt x="17" y="45"/>
                  </a:lnTo>
                  <a:lnTo>
                    <a:pt x="15" y="50"/>
                  </a:lnTo>
                  <a:lnTo>
                    <a:pt x="15" y="51"/>
                  </a:lnTo>
                  <a:lnTo>
                    <a:pt x="13" y="52"/>
                  </a:lnTo>
                  <a:lnTo>
                    <a:pt x="11" y="52"/>
                  </a:lnTo>
                  <a:lnTo>
                    <a:pt x="10" y="52"/>
                  </a:lnTo>
                  <a:lnTo>
                    <a:pt x="0" y="46"/>
                  </a:lnTo>
                  <a:lnTo>
                    <a:pt x="0" y="45"/>
                  </a:lnTo>
                  <a:lnTo>
                    <a:pt x="0" y="44"/>
                  </a:lnTo>
                  <a:lnTo>
                    <a:pt x="6" y="28"/>
                  </a:lnTo>
                  <a:lnTo>
                    <a:pt x="7" y="18"/>
                  </a:lnTo>
                  <a:lnTo>
                    <a:pt x="10" y="8"/>
                  </a:lnTo>
                  <a:lnTo>
                    <a:pt x="11" y="8"/>
                  </a:lnTo>
                  <a:lnTo>
                    <a:pt x="22" y="1"/>
                  </a:lnTo>
                  <a:lnTo>
                    <a:pt x="24" y="0"/>
                  </a:lnTo>
                  <a:lnTo>
                    <a:pt x="25" y="0"/>
                  </a:lnTo>
                  <a:lnTo>
                    <a:pt x="25"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0" name="Freeform 51"/>
            <p:cNvSpPr>
              <a:spLocks/>
            </p:cNvSpPr>
            <p:nvPr/>
          </p:nvSpPr>
          <p:spPr bwMode="gray">
            <a:xfrm>
              <a:off x="2267" y="3326"/>
              <a:ext cx="19" cy="14"/>
            </a:xfrm>
            <a:custGeom>
              <a:avLst/>
              <a:gdLst>
                <a:gd name="T0" fmla="*/ 2 w 19"/>
                <a:gd name="T1" fmla="*/ 0 h 14"/>
                <a:gd name="T2" fmla="*/ 5 w 19"/>
                <a:gd name="T3" fmla="*/ 1 h 14"/>
                <a:gd name="T4" fmla="*/ 17 w 19"/>
                <a:gd name="T5" fmla="*/ 10 h 14"/>
                <a:gd name="T6" fmla="*/ 18 w 19"/>
                <a:gd name="T7" fmla="*/ 11 h 14"/>
                <a:gd name="T8" fmla="*/ 18 w 19"/>
                <a:gd name="T9" fmla="*/ 11 h 14"/>
                <a:gd name="T10" fmla="*/ 19 w 19"/>
                <a:gd name="T11" fmla="*/ 12 h 14"/>
                <a:gd name="T12" fmla="*/ 19 w 19"/>
                <a:gd name="T13" fmla="*/ 13 h 14"/>
                <a:gd name="T14" fmla="*/ 17 w 19"/>
                <a:gd name="T15" fmla="*/ 14 h 14"/>
                <a:gd name="T16" fmla="*/ 16 w 19"/>
                <a:gd name="T17" fmla="*/ 14 h 14"/>
                <a:gd name="T18" fmla="*/ 4 w 19"/>
                <a:gd name="T19" fmla="*/ 12 h 14"/>
                <a:gd name="T20" fmla="*/ 1 w 19"/>
                <a:gd name="T21" fmla="*/ 4 h 14"/>
                <a:gd name="T22" fmla="*/ 0 w 19"/>
                <a:gd name="T23" fmla="*/ 2 h 14"/>
                <a:gd name="T24" fmla="*/ 1 w 19"/>
                <a:gd name="T25" fmla="*/ 0 h 14"/>
                <a:gd name="T26" fmla="*/ 2 w 19"/>
                <a:gd name="T27" fmla="*/ 0 h 1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9"/>
                <a:gd name="T43" fmla="*/ 0 h 14"/>
                <a:gd name="T44" fmla="*/ 19 w 19"/>
                <a:gd name="T45" fmla="*/ 14 h 1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9" h="14">
                  <a:moveTo>
                    <a:pt x="2" y="0"/>
                  </a:moveTo>
                  <a:lnTo>
                    <a:pt x="5" y="1"/>
                  </a:lnTo>
                  <a:lnTo>
                    <a:pt x="17" y="10"/>
                  </a:lnTo>
                  <a:lnTo>
                    <a:pt x="18" y="11"/>
                  </a:lnTo>
                  <a:lnTo>
                    <a:pt x="19" y="12"/>
                  </a:lnTo>
                  <a:lnTo>
                    <a:pt x="19" y="13"/>
                  </a:lnTo>
                  <a:lnTo>
                    <a:pt x="17" y="14"/>
                  </a:lnTo>
                  <a:lnTo>
                    <a:pt x="16" y="14"/>
                  </a:lnTo>
                  <a:lnTo>
                    <a:pt x="4" y="12"/>
                  </a:lnTo>
                  <a:lnTo>
                    <a:pt x="1" y="4"/>
                  </a:lnTo>
                  <a:lnTo>
                    <a:pt x="0" y="2"/>
                  </a:lnTo>
                  <a:lnTo>
                    <a:pt x="1" y="0"/>
                  </a:lnTo>
                  <a:lnTo>
                    <a:pt x="2"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1" name="Freeform 52"/>
            <p:cNvSpPr>
              <a:spLocks/>
            </p:cNvSpPr>
            <p:nvPr/>
          </p:nvSpPr>
          <p:spPr bwMode="gray">
            <a:xfrm>
              <a:off x="2346" y="3305"/>
              <a:ext cx="13" cy="10"/>
            </a:xfrm>
            <a:custGeom>
              <a:avLst/>
              <a:gdLst>
                <a:gd name="T0" fmla="*/ 10 w 13"/>
                <a:gd name="T1" fmla="*/ 1 h 10"/>
                <a:gd name="T2" fmla="*/ 10 w 13"/>
                <a:gd name="T3" fmla="*/ 1 h 10"/>
                <a:gd name="T4" fmla="*/ 11 w 13"/>
                <a:gd name="T5" fmla="*/ 0 h 10"/>
                <a:gd name="T6" fmla="*/ 12 w 13"/>
                <a:gd name="T7" fmla="*/ 0 h 10"/>
                <a:gd name="T8" fmla="*/ 13 w 13"/>
                <a:gd name="T9" fmla="*/ 0 h 10"/>
                <a:gd name="T10" fmla="*/ 13 w 13"/>
                <a:gd name="T11" fmla="*/ 1 h 10"/>
                <a:gd name="T12" fmla="*/ 13 w 13"/>
                <a:gd name="T13" fmla="*/ 1 h 10"/>
                <a:gd name="T14" fmla="*/ 9 w 13"/>
                <a:gd name="T15" fmla="*/ 9 h 10"/>
                <a:gd name="T16" fmla="*/ 8 w 13"/>
                <a:gd name="T17" fmla="*/ 10 h 10"/>
                <a:gd name="T18" fmla="*/ 8 w 13"/>
                <a:gd name="T19" fmla="*/ 10 h 10"/>
                <a:gd name="T20" fmla="*/ 4 w 13"/>
                <a:gd name="T21" fmla="*/ 10 h 10"/>
                <a:gd name="T22" fmla="*/ 0 w 13"/>
                <a:gd name="T23" fmla="*/ 9 h 10"/>
                <a:gd name="T24" fmla="*/ 0 w 13"/>
                <a:gd name="T25" fmla="*/ 9 h 10"/>
                <a:gd name="T26" fmla="*/ 0 w 13"/>
                <a:gd name="T27" fmla="*/ 8 h 10"/>
                <a:gd name="T28" fmla="*/ 0 w 13"/>
                <a:gd name="T29" fmla="*/ 8 h 10"/>
                <a:gd name="T30" fmla="*/ 3 w 13"/>
                <a:gd name="T31" fmla="*/ 6 h 10"/>
                <a:gd name="T32" fmla="*/ 3 w 13"/>
                <a:gd name="T33" fmla="*/ 5 h 10"/>
                <a:gd name="T34" fmla="*/ 10 w 13"/>
                <a:gd name="T35" fmla="*/ 1 h 1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3"/>
                <a:gd name="T55" fmla="*/ 0 h 10"/>
                <a:gd name="T56" fmla="*/ 13 w 13"/>
                <a:gd name="T57" fmla="*/ 10 h 1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3" h="10">
                  <a:moveTo>
                    <a:pt x="10" y="1"/>
                  </a:moveTo>
                  <a:lnTo>
                    <a:pt x="10" y="1"/>
                  </a:lnTo>
                  <a:lnTo>
                    <a:pt x="11" y="0"/>
                  </a:lnTo>
                  <a:lnTo>
                    <a:pt x="12" y="0"/>
                  </a:lnTo>
                  <a:lnTo>
                    <a:pt x="13" y="0"/>
                  </a:lnTo>
                  <a:lnTo>
                    <a:pt x="13" y="1"/>
                  </a:lnTo>
                  <a:lnTo>
                    <a:pt x="9" y="9"/>
                  </a:lnTo>
                  <a:lnTo>
                    <a:pt x="8" y="10"/>
                  </a:lnTo>
                  <a:lnTo>
                    <a:pt x="4" y="10"/>
                  </a:lnTo>
                  <a:lnTo>
                    <a:pt x="0" y="9"/>
                  </a:lnTo>
                  <a:lnTo>
                    <a:pt x="0" y="8"/>
                  </a:lnTo>
                  <a:lnTo>
                    <a:pt x="3" y="6"/>
                  </a:lnTo>
                  <a:lnTo>
                    <a:pt x="3" y="5"/>
                  </a:lnTo>
                  <a:lnTo>
                    <a:pt x="10"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2" name="Freeform 53"/>
            <p:cNvSpPr>
              <a:spLocks/>
            </p:cNvSpPr>
            <p:nvPr/>
          </p:nvSpPr>
          <p:spPr bwMode="gray">
            <a:xfrm>
              <a:off x="2339" y="3119"/>
              <a:ext cx="8" cy="7"/>
            </a:xfrm>
            <a:custGeom>
              <a:avLst/>
              <a:gdLst>
                <a:gd name="T0" fmla="*/ 3 w 8"/>
                <a:gd name="T1" fmla="*/ 1 h 7"/>
                <a:gd name="T2" fmla="*/ 3 w 8"/>
                <a:gd name="T3" fmla="*/ 0 h 7"/>
                <a:gd name="T4" fmla="*/ 4 w 8"/>
                <a:gd name="T5" fmla="*/ 0 h 7"/>
                <a:gd name="T6" fmla="*/ 5 w 8"/>
                <a:gd name="T7" fmla="*/ 0 h 7"/>
                <a:gd name="T8" fmla="*/ 6 w 8"/>
                <a:gd name="T9" fmla="*/ 1 h 7"/>
                <a:gd name="T10" fmla="*/ 6 w 8"/>
                <a:gd name="T11" fmla="*/ 2 h 7"/>
                <a:gd name="T12" fmla="*/ 8 w 8"/>
                <a:gd name="T13" fmla="*/ 6 h 7"/>
                <a:gd name="T14" fmla="*/ 8 w 8"/>
                <a:gd name="T15" fmla="*/ 7 h 7"/>
                <a:gd name="T16" fmla="*/ 7 w 8"/>
                <a:gd name="T17" fmla="*/ 7 h 7"/>
                <a:gd name="T18" fmla="*/ 4 w 8"/>
                <a:gd name="T19" fmla="*/ 6 h 7"/>
                <a:gd name="T20" fmla="*/ 3 w 8"/>
                <a:gd name="T21" fmla="*/ 6 h 7"/>
                <a:gd name="T22" fmla="*/ 2 w 8"/>
                <a:gd name="T23" fmla="*/ 5 h 7"/>
                <a:gd name="T24" fmla="*/ 1 w 8"/>
                <a:gd name="T25" fmla="*/ 4 h 7"/>
                <a:gd name="T26" fmla="*/ 0 w 8"/>
                <a:gd name="T27" fmla="*/ 3 h 7"/>
                <a:gd name="T28" fmla="*/ 0 w 8"/>
                <a:gd name="T29" fmla="*/ 2 h 7"/>
                <a:gd name="T30" fmla="*/ 1 w 8"/>
                <a:gd name="T31" fmla="*/ 1 h 7"/>
                <a:gd name="T32" fmla="*/ 1 w 8"/>
                <a:gd name="T33" fmla="*/ 0 h 7"/>
                <a:gd name="T34" fmla="*/ 3 w 8"/>
                <a:gd name="T35" fmla="*/ 1 h 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8"/>
                <a:gd name="T55" fmla="*/ 0 h 7"/>
                <a:gd name="T56" fmla="*/ 8 w 8"/>
                <a:gd name="T57" fmla="*/ 7 h 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8" h="7">
                  <a:moveTo>
                    <a:pt x="3" y="1"/>
                  </a:moveTo>
                  <a:lnTo>
                    <a:pt x="3" y="0"/>
                  </a:lnTo>
                  <a:lnTo>
                    <a:pt x="4" y="0"/>
                  </a:lnTo>
                  <a:lnTo>
                    <a:pt x="5" y="0"/>
                  </a:lnTo>
                  <a:lnTo>
                    <a:pt x="6" y="1"/>
                  </a:lnTo>
                  <a:lnTo>
                    <a:pt x="6" y="2"/>
                  </a:lnTo>
                  <a:lnTo>
                    <a:pt x="8" y="6"/>
                  </a:lnTo>
                  <a:lnTo>
                    <a:pt x="8" y="7"/>
                  </a:lnTo>
                  <a:lnTo>
                    <a:pt x="7" y="7"/>
                  </a:lnTo>
                  <a:lnTo>
                    <a:pt x="4" y="6"/>
                  </a:lnTo>
                  <a:lnTo>
                    <a:pt x="3" y="6"/>
                  </a:lnTo>
                  <a:lnTo>
                    <a:pt x="2" y="5"/>
                  </a:lnTo>
                  <a:lnTo>
                    <a:pt x="1" y="4"/>
                  </a:lnTo>
                  <a:lnTo>
                    <a:pt x="0" y="3"/>
                  </a:lnTo>
                  <a:lnTo>
                    <a:pt x="0" y="2"/>
                  </a:lnTo>
                  <a:lnTo>
                    <a:pt x="1" y="1"/>
                  </a:lnTo>
                  <a:lnTo>
                    <a:pt x="1" y="0"/>
                  </a:lnTo>
                  <a:lnTo>
                    <a:pt x="3"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3" name="Freeform 54"/>
            <p:cNvSpPr>
              <a:spLocks/>
            </p:cNvSpPr>
            <p:nvPr/>
          </p:nvSpPr>
          <p:spPr bwMode="gray">
            <a:xfrm>
              <a:off x="2286" y="2675"/>
              <a:ext cx="23" cy="29"/>
            </a:xfrm>
            <a:custGeom>
              <a:avLst/>
              <a:gdLst>
                <a:gd name="T0" fmla="*/ 19 w 23"/>
                <a:gd name="T1" fmla="*/ 11 h 29"/>
                <a:gd name="T2" fmla="*/ 19 w 23"/>
                <a:gd name="T3" fmla="*/ 13 h 29"/>
                <a:gd name="T4" fmla="*/ 16 w 23"/>
                <a:gd name="T5" fmla="*/ 20 h 29"/>
                <a:gd name="T6" fmla="*/ 15 w 23"/>
                <a:gd name="T7" fmla="*/ 22 h 29"/>
                <a:gd name="T8" fmla="*/ 14 w 23"/>
                <a:gd name="T9" fmla="*/ 23 h 29"/>
                <a:gd name="T10" fmla="*/ 12 w 23"/>
                <a:gd name="T11" fmla="*/ 25 h 29"/>
                <a:gd name="T12" fmla="*/ 11 w 23"/>
                <a:gd name="T13" fmla="*/ 26 h 29"/>
                <a:gd name="T14" fmla="*/ 9 w 23"/>
                <a:gd name="T15" fmla="*/ 27 h 29"/>
                <a:gd name="T16" fmla="*/ 6 w 23"/>
                <a:gd name="T17" fmla="*/ 29 h 29"/>
                <a:gd name="T18" fmla="*/ 5 w 23"/>
                <a:gd name="T19" fmla="*/ 29 h 29"/>
                <a:gd name="T20" fmla="*/ 4 w 23"/>
                <a:gd name="T21" fmla="*/ 29 h 29"/>
                <a:gd name="T22" fmla="*/ 3 w 23"/>
                <a:gd name="T23" fmla="*/ 29 h 29"/>
                <a:gd name="T24" fmla="*/ 1 w 23"/>
                <a:gd name="T25" fmla="*/ 29 h 29"/>
                <a:gd name="T26" fmla="*/ 0 w 23"/>
                <a:gd name="T27" fmla="*/ 28 h 29"/>
                <a:gd name="T28" fmla="*/ 10 w 23"/>
                <a:gd name="T29" fmla="*/ 8 h 29"/>
                <a:gd name="T30" fmla="*/ 19 w 23"/>
                <a:gd name="T31" fmla="*/ 1 h 29"/>
                <a:gd name="T32" fmla="*/ 20 w 23"/>
                <a:gd name="T33" fmla="*/ 0 h 29"/>
                <a:gd name="T34" fmla="*/ 22 w 23"/>
                <a:gd name="T35" fmla="*/ 0 h 29"/>
                <a:gd name="T36" fmla="*/ 22 w 23"/>
                <a:gd name="T37" fmla="*/ 1 h 29"/>
                <a:gd name="T38" fmla="*/ 23 w 23"/>
                <a:gd name="T39" fmla="*/ 1 h 29"/>
                <a:gd name="T40" fmla="*/ 23 w 23"/>
                <a:gd name="T41" fmla="*/ 2 h 29"/>
                <a:gd name="T42" fmla="*/ 23 w 23"/>
                <a:gd name="T43" fmla="*/ 6 h 29"/>
                <a:gd name="T44" fmla="*/ 22 w 23"/>
                <a:gd name="T45" fmla="*/ 7 h 29"/>
                <a:gd name="T46" fmla="*/ 19 w 23"/>
                <a:gd name="T47" fmla="*/ 11 h 29"/>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23"/>
                <a:gd name="T73" fmla="*/ 0 h 29"/>
                <a:gd name="T74" fmla="*/ 23 w 23"/>
                <a:gd name="T75" fmla="*/ 29 h 29"/>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23" h="29">
                  <a:moveTo>
                    <a:pt x="19" y="11"/>
                  </a:moveTo>
                  <a:lnTo>
                    <a:pt x="19" y="13"/>
                  </a:lnTo>
                  <a:lnTo>
                    <a:pt x="16" y="20"/>
                  </a:lnTo>
                  <a:lnTo>
                    <a:pt x="15" y="22"/>
                  </a:lnTo>
                  <a:lnTo>
                    <a:pt x="14" y="23"/>
                  </a:lnTo>
                  <a:lnTo>
                    <a:pt x="12" y="25"/>
                  </a:lnTo>
                  <a:lnTo>
                    <a:pt x="11" y="26"/>
                  </a:lnTo>
                  <a:lnTo>
                    <a:pt x="9" y="27"/>
                  </a:lnTo>
                  <a:lnTo>
                    <a:pt x="6" y="29"/>
                  </a:lnTo>
                  <a:lnTo>
                    <a:pt x="5" y="29"/>
                  </a:lnTo>
                  <a:lnTo>
                    <a:pt x="4" y="29"/>
                  </a:lnTo>
                  <a:lnTo>
                    <a:pt x="3" y="29"/>
                  </a:lnTo>
                  <a:lnTo>
                    <a:pt x="1" y="29"/>
                  </a:lnTo>
                  <a:lnTo>
                    <a:pt x="0" y="28"/>
                  </a:lnTo>
                  <a:lnTo>
                    <a:pt x="10" y="8"/>
                  </a:lnTo>
                  <a:lnTo>
                    <a:pt x="19" y="1"/>
                  </a:lnTo>
                  <a:lnTo>
                    <a:pt x="20" y="0"/>
                  </a:lnTo>
                  <a:lnTo>
                    <a:pt x="22" y="0"/>
                  </a:lnTo>
                  <a:lnTo>
                    <a:pt x="22" y="1"/>
                  </a:lnTo>
                  <a:lnTo>
                    <a:pt x="23" y="1"/>
                  </a:lnTo>
                  <a:lnTo>
                    <a:pt x="23" y="2"/>
                  </a:lnTo>
                  <a:lnTo>
                    <a:pt x="23" y="6"/>
                  </a:lnTo>
                  <a:lnTo>
                    <a:pt x="22" y="7"/>
                  </a:lnTo>
                  <a:lnTo>
                    <a:pt x="19" y="1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4" name="Freeform 55"/>
            <p:cNvSpPr>
              <a:spLocks/>
            </p:cNvSpPr>
            <p:nvPr/>
          </p:nvSpPr>
          <p:spPr bwMode="gray">
            <a:xfrm>
              <a:off x="2196" y="3418"/>
              <a:ext cx="16" cy="11"/>
            </a:xfrm>
            <a:custGeom>
              <a:avLst/>
              <a:gdLst>
                <a:gd name="T0" fmla="*/ 5 w 16"/>
                <a:gd name="T1" fmla="*/ 2 h 11"/>
                <a:gd name="T2" fmla="*/ 14 w 16"/>
                <a:gd name="T3" fmla="*/ 0 h 11"/>
                <a:gd name="T4" fmla="*/ 16 w 16"/>
                <a:gd name="T5" fmla="*/ 2 h 11"/>
                <a:gd name="T6" fmla="*/ 13 w 16"/>
                <a:gd name="T7" fmla="*/ 8 h 11"/>
                <a:gd name="T8" fmla="*/ 12 w 16"/>
                <a:gd name="T9" fmla="*/ 8 h 11"/>
                <a:gd name="T10" fmla="*/ 10 w 16"/>
                <a:gd name="T11" fmla="*/ 9 h 11"/>
                <a:gd name="T12" fmla="*/ 5 w 16"/>
                <a:gd name="T13" fmla="*/ 11 h 11"/>
                <a:gd name="T14" fmla="*/ 3 w 16"/>
                <a:gd name="T15" fmla="*/ 11 h 11"/>
                <a:gd name="T16" fmla="*/ 2 w 16"/>
                <a:gd name="T17" fmla="*/ 10 h 11"/>
                <a:gd name="T18" fmla="*/ 1 w 16"/>
                <a:gd name="T19" fmla="*/ 9 h 11"/>
                <a:gd name="T20" fmla="*/ 1 w 16"/>
                <a:gd name="T21" fmla="*/ 9 h 11"/>
                <a:gd name="T22" fmla="*/ 0 w 16"/>
                <a:gd name="T23" fmla="*/ 8 h 11"/>
                <a:gd name="T24" fmla="*/ 0 w 16"/>
                <a:gd name="T25" fmla="*/ 3 h 11"/>
                <a:gd name="T26" fmla="*/ 1 w 16"/>
                <a:gd name="T27" fmla="*/ 2 h 11"/>
                <a:gd name="T28" fmla="*/ 5 w 16"/>
                <a:gd name="T29" fmla="*/ 2 h 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6"/>
                <a:gd name="T46" fmla="*/ 0 h 11"/>
                <a:gd name="T47" fmla="*/ 16 w 16"/>
                <a:gd name="T48" fmla="*/ 11 h 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6" h="11">
                  <a:moveTo>
                    <a:pt x="5" y="2"/>
                  </a:moveTo>
                  <a:lnTo>
                    <a:pt x="14" y="0"/>
                  </a:lnTo>
                  <a:lnTo>
                    <a:pt x="16" y="2"/>
                  </a:lnTo>
                  <a:lnTo>
                    <a:pt x="13" y="8"/>
                  </a:lnTo>
                  <a:lnTo>
                    <a:pt x="12" y="8"/>
                  </a:lnTo>
                  <a:lnTo>
                    <a:pt x="10" y="9"/>
                  </a:lnTo>
                  <a:lnTo>
                    <a:pt x="5" y="11"/>
                  </a:lnTo>
                  <a:lnTo>
                    <a:pt x="3" y="11"/>
                  </a:lnTo>
                  <a:lnTo>
                    <a:pt x="2" y="10"/>
                  </a:lnTo>
                  <a:lnTo>
                    <a:pt x="1" y="9"/>
                  </a:lnTo>
                  <a:lnTo>
                    <a:pt x="0" y="8"/>
                  </a:lnTo>
                  <a:lnTo>
                    <a:pt x="0" y="3"/>
                  </a:lnTo>
                  <a:lnTo>
                    <a:pt x="1" y="2"/>
                  </a:lnTo>
                  <a:lnTo>
                    <a:pt x="5"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5" name="Freeform 56"/>
            <p:cNvSpPr>
              <a:spLocks/>
            </p:cNvSpPr>
            <p:nvPr/>
          </p:nvSpPr>
          <p:spPr bwMode="gray">
            <a:xfrm>
              <a:off x="2324" y="3145"/>
              <a:ext cx="5" cy="7"/>
            </a:xfrm>
            <a:custGeom>
              <a:avLst/>
              <a:gdLst>
                <a:gd name="T0" fmla="*/ 0 w 5"/>
                <a:gd name="T1" fmla="*/ 2 h 7"/>
                <a:gd name="T2" fmla="*/ 3 w 5"/>
                <a:gd name="T3" fmla="*/ 1 h 7"/>
                <a:gd name="T4" fmla="*/ 3 w 5"/>
                <a:gd name="T5" fmla="*/ 0 h 7"/>
                <a:gd name="T6" fmla="*/ 4 w 5"/>
                <a:gd name="T7" fmla="*/ 1 h 7"/>
                <a:gd name="T8" fmla="*/ 5 w 5"/>
                <a:gd name="T9" fmla="*/ 1 h 7"/>
                <a:gd name="T10" fmla="*/ 5 w 5"/>
                <a:gd name="T11" fmla="*/ 1 h 7"/>
                <a:gd name="T12" fmla="*/ 5 w 5"/>
                <a:gd name="T13" fmla="*/ 2 h 7"/>
                <a:gd name="T14" fmla="*/ 3 w 5"/>
                <a:gd name="T15" fmla="*/ 6 h 7"/>
                <a:gd name="T16" fmla="*/ 3 w 5"/>
                <a:gd name="T17" fmla="*/ 7 h 7"/>
                <a:gd name="T18" fmla="*/ 2 w 5"/>
                <a:gd name="T19" fmla="*/ 7 h 7"/>
                <a:gd name="T20" fmla="*/ 1 w 5"/>
                <a:gd name="T21" fmla="*/ 7 h 7"/>
                <a:gd name="T22" fmla="*/ 1 w 5"/>
                <a:gd name="T23" fmla="*/ 7 h 7"/>
                <a:gd name="T24" fmla="*/ 0 w 5"/>
                <a:gd name="T25" fmla="*/ 3 h 7"/>
                <a:gd name="T26" fmla="*/ 0 w 5"/>
                <a:gd name="T27" fmla="*/ 2 h 7"/>
                <a:gd name="T28" fmla="*/ 0 w 5"/>
                <a:gd name="T29" fmla="*/ 2 h 7"/>
                <a:gd name="T30" fmla="*/ 0 w 5"/>
                <a:gd name="T31" fmla="*/ 2 h 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
                <a:gd name="T49" fmla="*/ 0 h 7"/>
                <a:gd name="T50" fmla="*/ 5 w 5"/>
                <a:gd name="T51" fmla="*/ 7 h 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 h="7">
                  <a:moveTo>
                    <a:pt x="0" y="2"/>
                  </a:moveTo>
                  <a:lnTo>
                    <a:pt x="3" y="1"/>
                  </a:lnTo>
                  <a:lnTo>
                    <a:pt x="3" y="0"/>
                  </a:lnTo>
                  <a:lnTo>
                    <a:pt x="4" y="1"/>
                  </a:lnTo>
                  <a:lnTo>
                    <a:pt x="5" y="1"/>
                  </a:lnTo>
                  <a:lnTo>
                    <a:pt x="5" y="2"/>
                  </a:lnTo>
                  <a:lnTo>
                    <a:pt x="3" y="6"/>
                  </a:lnTo>
                  <a:lnTo>
                    <a:pt x="3" y="7"/>
                  </a:lnTo>
                  <a:lnTo>
                    <a:pt x="2" y="7"/>
                  </a:lnTo>
                  <a:lnTo>
                    <a:pt x="1" y="7"/>
                  </a:lnTo>
                  <a:lnTo>
                    <a:pt x="0" y="3"/>
                  </a:lnTo>
                  <a:lnTo>
                    <a:pt x="0"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6" name="Freeform 57"/>
            <p:cNvSpPr>
              <a:spLocks/>
            </p:cNvSpPr>
            <p:nvPr/>
          </p:nvSpPr>
          <p:spPr bwMode="gray">
            <a:xfrm>
              <a:off x="2205" y="2752"/>
              <a:ext cx="32" cy="26"/>
            </a:xfrm>
            <a:custGeom>
              <a:avLst/>
              <a:gdLst>
                <a:gd name="T0" fmla="*/ 5 w 32"/>
                <a:gd name="T1" fmla="*/ 12 h 26"/>
                <a:gd name="T2" fmla="*/ 5 w 32"/>
                <a:gd name="T3" fmla="*/ 10 h 26"/>
                <a:gd name="T4" fmla="*/ 5 w 32"/>
                <a:gd name="T5" fmla="*/ 5 h 26"/>
                <a:gd name="T6" fmla="*/ 5 w 32"/>
                <a:gd name="T7" fmla="*/ 3 h 26"/>
                <a:gd name="T8" fmla="*/ 5 w 32"/>
                <a:gd name="T9" fmla="*/ 2 h 26"/>
                <a:gd name="T10" fmla="*/ 6 w 32"/>
                <a:gd name="T11" fmla="*/ 1 h 26"/>
                <a:gd name="T12" fmla="*/ 20 w 32"/>
                <a:gd name="T13" fmla="*/ 0 h 26"/>
                <a:gd name="T14" fmla="*/ 23 w 32"/>
                <a:gd name="T15" fmla="*/ 0 h 26"/>
                <a:gd name="T16" fmla="*/ 26 w 32"/>
                <a:gd name="T17" fmla="*/ 5 h 26"/>
                <a:gd name="T18" fmla="*/ 30 w 32"/>
                <a:gd name="T19" fmla="*/ 13 h 26"/>
                <a:gd name="T20" fmla="*/ 32 w 32"/>
                <a:gd name="T21" fmla="*/ 18 h 26"/>
                <a:gd name="T22" fmla="*/ 32 w 32"/>
                <a:gd name="T23" fmla="*/ 18 h 26"/>
                <a:gd name="T24" fmla="*/ 32 w 32"/>
                <a:gd name="T25" fmla="*/ 19 h 26"/>
                <a:gd name="T26" fmla="*/ 15 w 32"/>
                <a:gd name="T27" fmla="*/ 26 h 26"/>
                <a:gd name="T28" fmla="*/ 7 w 32"/>
                <a:gd name="T29" fmla="*/ 24 h 26"/>
                <a:gd name="T30" fmla="*/ 4 w 32"/>
                <a:gd name="T31" fmla="*/ 24 h 26"/>
                <a:gd name="T32" fmla="*/ 1 w 32"/>
                <a:gd name="T33" fmla="*/ 23 h 26"/>
                <a:gd name="T34" fmla="*/ 0 w 32"/>
                <a:gd name="T35" fmla="*/ 22 h 26"/>
                <a:gd name="T36" fmla="*/ 1 w 32"/>
                <a:gd name="T37" fmla="*/ 17 h 26"/>
                <a:gd name="T38" fmla="*/ 2 w 32"/>
                <a:gd name="T39" fmla="*/ 16 h 26"/>
                <a:gd name="T40" fmla="*/ 2 w 32"/>
                <a:gd name="T41" fmla="*/ 16 h 26"/>
                <a:gd name="T42" fmla="*/ 5 w 32"/>
                <a:gd name="T43" fmla="*/ 12 h 2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32"/>
                <a:gd name="T67" fmla="*/ 0 h 26"/>
                <a:gd name="T68" fmla="*/ 32 w 32"/>
                <a:gd name="T69" fmla="*/ 26 h 2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32" h="26">
                  <a:moveTo>
                    <a:pt x="5" y="12"/>
                  </a:moveTo>
                  <a:lnTo>
                    <a:pt x="5" y="10"/>
                  </a:lnTo>
                  <a:lnTo>
                    <a:pt x="5" y="5"/>
                  </a:lnTo>
                  <a:lnTo>
                    <a:pt x="5" y="3"/>
                  </a:lnTo>
                  <a:lnTo>
                    <a:pt x="5" y="2"/>
                  </a:lnTo>
                  <a:lnTo>
                    <a:pt x="6" y="1"/>
                  </a:lnTo>
                  <a:lnTo>
                    <a:pt x="20" y="0"/>
                  </a:lnTo>
                  <a:lnTo>
                    <a:pt x="23" y="0"/>
                  </a:lnTo>
                  <a:lnTo>
                    <a:pt x="26" y="5"/>
                  </a:lnTo>
                  <a:lnTo>
                    <a:pt x="30" y="13"/>
                  </a:lnTo>
                  <a:lnTo>
                    <a:pt x="32" y="18"/>
                  </a:lnTo>
                  <a:lnTo>
                    <a:pt x="32" y="19"/>
                  </a:lnTo>
                  <a:lnTo>
                    <a:pt x="15" y="26"/>
                  </a:lnTo>
                  <a:lnTo>
                    <a:pt x="7" y="24"/>
                  </a:lnTo>
                  <a:lnTo>
                    <a:pt x="4" y="24"/>
                  </a:lnTo>
                  <a:lnTo>
                    <a:pt x="1" y="23"/>
                  </a:lnTo>
                  <a:lnTo>
                    <a:pt x="0" y="22"/>
                  </a:lnTo>
                  <a:lnTo>
                    <a:pt x="1" y="17"/>
                  </a:lnTo>
                  <a:lnTo>
                    <a:pt x="2" y="16"/>
                  </a:lnTo>
                  <a:lnTo>
                    <a:pt x="5" y="1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7" name="Freeform 58"/>
            <p:cNvSpPr>
              <a:spLocks/>
            </p:cNvSpPr>
            <p:nvPr/>
          </p:nvSpPr>
          <p:spPr bwMode="gray">
            <a:xfrm>
              <a:off x="2396" y="3046"/>
              <a:ext cx="31" cy="28"/>
            </a:xfrm>
            <a:custGeom>
              <a:avLst/>
              <a:gdLst>
                <a:gd name="T0" fmla="*/ 15 w 31"/>
                <a:gd name="T1" fmla="*/ 2 h 28"/>
                <a:gd name="T2" fmla="*/ 17 w 31"/>
                <a:gd name="T3" fmla="*/ 2 h 28"/>
                <a:gd name="T4" fmla="*/ 18 w 31"/>
                <a:gd name="T5" fmla="*/ 3 h 28"/>
                <a:gd name="T6" fmla="*/ 23 w 31"/>
                <a:gd name="T7" fmla="*/ 5 h 28"/>
                <a:gd name="T8" fmla="*/ 27 w 31"/>
                <a:gd name="T9" fmla="*/ 7 h 28"/>
                <a:gd name="T10" fmla="*/ 28 w 31"/>
                <a:gd name="T11" fmla="*/ 8 h 28"/>
                <a:gd name="T12" fmla="*/ 31 w 31"/>
                <a:gd name="T13" fmla="*/ 10 h 28"/>
                <a:gd name="T14" fmla="*/ 31 w 31"/>
                <a:gd name="T15" fmla="*/ 11 h 28"/>
                <a:gd name="T16" fmla="*/ 31 w 31"/>
                <a:gd name="T17" fmla="*/ 11 h 28"/>
                <a:gd name="T18" fmla="*/ 31 w 31"/>
                <a:gd name="T19" fmla="*/ 12 h 28"/>
                <a:gd name="T20" fmla="*/ 30 w 31"/>
                <a:gd name="T21" fmla="*/ 17 h 28"/>
                <a:gd name="T22" fmla="*/ 30 w 31"/>
                <a:gd name="T23" fmla="*/ 20 h 28"/>
                <a:gd name="T24" fmla="*/ 29 w 31"/>
                <a:gd name="T25" fmla="*/ 22 h 28"/>
                <a:gd name="T26" fmla="*/ 29 w 31"/>
                <a:gd name="T27" fmla="*/ 22 h 28"/>
                <a:gd name="T28" fmla="*/ 24 w 31"/>
                <a:gd name="T29" fmla="*/ 27 h 28"/>
                <a:gd name="T30" fmla="*/ 24 w 31"/>
                <a:gd name="T31" fmla="*/ 27 h 28"/>
                <a:gd name="T32" fmla="*/ 23 w 31"/>
                <a:gd name="T33" fmla="*/ 28 h 28"/>
                <a:gd name="T34" fmla="*/ 20 w 31"/>
                <a:gd name="T35" fmla="*/ 28 h 28"/>
                <a:gd name="T36" fmla="*/ 19 w 31"/>
                <a:gd name="T37" fmla="*/ 28 h 28"/>
                <a:gd name="T38" fmla="*/ 16 w 31"/>
                <a:gd name="T39" fmla="*/ 28 h 28"/>
                <a:gd name="T40" fmla="*/ 15 w 31"/>
                <a:gd name="T41" fmla="*/ 28 h 28"/>
                <a:gd name="T42" fmla="*/ 12 w 31"/>
                <a:gd name="T43" fmla="*/ 28 h 28"/>
                <a:gd name="T44" fmla="*/ 8 w 31"/>
                <a:gd name="T45" fmla="*/ 27 h 28"/>
                <a:gd name="T46" fmla="*/ 7 w 31"/>
                <a:gd name="T47" fmla="*/ 27 h 28"/>
                <a:gd name="T48" fmla="*/ 6 w 31"/>
                <a:gd name="T49" fmla="*/ 26 h 28"/>
                <a:gd name="T50" fmla="*/ 1 w 31"/>
                <a:gd name="T51" fmla="*/ 14 h 28"/>
                <a:gd name="T52" fmla="*/ 1 w 31"/>
                <a:gd name="T53" fmla="*/ 14 h 28"/>
                <a:gd name="T54" fmla="*/ 0 w 31"/>
                <a:gd name="T55" fmla="*/ 12 h 28"/>
                <a:gd name="T56" fmla="*/ 0 w 31"/>
                <a:gd name="T57" fmla="*/ 11 h 28"/>
                <a:gd name="T58" fmla="*/ 0 w 31"/>
                <a:gd name="T59" fmla="*/ 9 h 28"/>
                <a:gd name="T60" fmla="*/ 0 w 31"/>
                <a:gd name="T61" fmla="*/ 9 h 28"/>
                <a:gd name="T62" fmla="*/ 1 w 31"/>
                <a:gd name="T63" fmla="*/ 8 h 28"/>
                <a:gd name="T64" fmla="*/ 10 w 31"/>
                <a:gd name="T65" fmla="*/ 1 h 28"/>
                <a:gd name="T66" fmla="*/ 11 w 31"/>
                <a:gd name="T67" fmla="*/ 0 h 28"/>
                <a:gd name="T68" fmla="*/ 12 w 31"/>
                <a:gd name="T69" fmla="*/ 0 h 28"/>
                <a:gd name="T70" fmla="*/ 14 w 31"/>
                <a:gd name="T71" fmla="*/ 0 h 28"/>
                <a:gd name="T72" fmla="*/ 15 w 31"/>
                <a:gd name="T73" fmla="*/ 1 h 28"/>
                <a:gd name="T74" fmla="*/ 15 w 31"/>
                <a:gd name="T75" fmla="*/ 2 h 2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31"/>
                <a:gd name="T115" fmla="*/ 0 h 28"/>
                <a:gd name="T116" fmla="*/ 31 w 31"/>
                <a:gd name="T117" fmla="*/ 28 h 28"/>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31" h="28">
                  <a:moveTo>
                    <a:pt x="15" y="2"/>
                  </a:moveTo>
                  <a:lnTo>
                    <a:pt x="17" y="2"/>
                  </a:lnTo>
                  <a:lnTo>
                    <a:pt x="18" y="3"/>
                  </a:lnTo>
                  <a:lnTo>
                    <a:pt x="23" y="5"/>
                  </a:lnTo>
                  <a:lnTo>
                    <a:pt x="27" y="7"/>
                  </a:lnTo>
                  <a:lnTo>
                    <a:pt x="28" y="8"/>
                  </a:lnTo>
                  <a:lnTo>
                    <a:pt x="31" y="10"/>
                  </a:lnTo>
                  <a:lnTo>
                    <a:pt x="31" y="11"/>
                  </a:lnTo>
                  <a:lnTo>
                    <a:pt x="31" y="12"/>
                  </a:lnTo>
                  <a:lnTo>
                    <a:pt x="30" y="17"/>
                  </a:lnTo>
                  <a:lnTo>
                    <a:pt x="30" y="20"/>
                  </a:lnTo>
                  <a:lnTo>
                    <a:pt x="29" y="22"/>
                  </a:lnTo>
                  <a:lnTo>
                    <a:pt x="24" y="27"/>
                  </a:lnTo>
                  <a:lnTo>
                    <a:pt x="23" y="28"/>
                  </a:lnTo>
                  <a:lnTo>
                    <a:pt x="20" y="28"/>
                  </a:lnTo>
                  <a:lnTo>
                    <a:pt x="19" y="28"/>
                  </a:lnTo>
                  <a:lnTo>
                    <a:pt x="16" y="28"/>
                  </a:lnTo>
                  <a:lnTo>
                    <a:pt x="15" y="28"/>
                  </a:lnTo>
                  <a:lnTo>
                    <a:pt x="12" y="28"/>
                  </a:lnTo>
                  <a:lnTo>
                    <a:pt x="8" y="27"/>
                  </a:lnTo>
                  <a:lnTo>
                    <a:pt x="7" y="27"/>
                  </a:lnTo>
                  <a:lnTo>
                    <a:pt x="6" y="26"/>
                  </a:lnTo>
                  <a:lnTo>
                    <a:pt x="1" y="14"/>
                  </a:lnTo>
                  <a:lnTo>
                    <a:pt x="0" y="12"/>
                  </a:lnTo>
                  <a:lnTo>
                    <a:pt x="0" y="11"/>
                  </a:lnTo>
                  <a:lnTo>
                    <a:pt x="0" y="9"/>
                  </a:lnTo>
                  <a:lnTo>
                    <a:pt x="1" y="8"/>
                  </a:lnTo>
                  <a:lnTo>
                    <a:pt x="10" y="1"/>
                  </a:lnTo>
                  <a:lnTo>
                    <a:pt x="11" y="0"/>
                  </a:lnTo>
                  <a:lnTo>
                    <a:pt x="12" y="0"/>
                  </a:lnTo>
                  <a:lnTo>
                    <a:pt x="14" y="0"/>
                  </a:lnTo>
                  <a:lnTo>
                    <a:pt x="15" y="1"/>
                  </a:lnTo>
                  <a:lnTo>
                    <a:pt x="15"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8" name="Freeform 59"/>
            <p:cNvSpPr>
              <a:spLocks/>
            </p:cNvSpPr>
            <p:nvPr/>
          </p:nvSpPr>
          <p:spPr bwMode="gray">
            <a:xfrm>
              <a:off x="2235" y="3361"/>
              <a:ext cx="16" cy="28"/>
            </a:xfrm>
            <a:custGeom>
              <a:avLst/>
              <a:gdLst>
                <a:gd name="T0" fmla="*/ 6 w 16"/>
                <a:gd name="T1" fmla="*/ 0 h 28"/>
                <a:gd name="T2" fmla="*/ 6 w 16"/>
                <a:gd name="T3" fmla="*/ 0 h 28"/>
                <a:gd name="T4" fmla="*/ 6 w 16"/>
                <a:gd name="T5" fmla="*/ 0 h 28"/>
                <a:gd name="T6" fmla="*/ 7 w 16"/>
                <a:gd name="T7" fmla="*/ 0 h 28"/>
                <a:gd name="T8" fmla="*/ 8 w 16"/>
                <a:gd name="T9" fmla="*/ 0 h 28"/>
                <a:gd name="T10" fmla="*/ 8 w 16"/>
                <a:gd name="T11" fmla="*/ 0 h 28"/>
                <a:gd name="T12" fmla="*/ 9 w 16"/>
                <a:gd name="T13" fmla="*/ 1 h 28"/>
                <a:gd name="T14" fmla="*/ 16 w 16"/>
                <a:gd name="T15" fmla="*/ 16 h 28"/>
                <a:gd name="T16" fmla="*/ 16 w 16"/>
                <a:gd name="T17" fmla="*/ 16 h 28"/>
                <a:gd name="T18" fmla="*/ 15 w 16"/>
                <a:gd name="T19" fmla="*/ 19 h 28"/>
                <a:gd name="T20" fmla="*/ 15 w 16"/>
                <a:gd name="T21" fmla="*/ 19 h 28"/>
                <a:gd name="T22" fmla="*/ 13 w 16"/>
                <a:gd name="T23" fmla="*/ 22 h 28"/>
                <a:gd name="T24" fmla="*/ 11 w 16"/>
                <a:gd name="T25" fmla="*/ 25 h 28"/>
                <a:gd name="T26" fmla="*/ 8 w 16"/>
                <a:gd name="T27" fmla="*/ 28 h 28"/>
                <a:gd name="T28" fmla="*/ 7 w 16"/>
                <a:gd name="T29" fmla="*/ 28 h 28"/>
                <a:gd name="T30" fmla="*/ 7 w 16"/>
                <a:gd name="T31" fmla="*/ 28 h 28"/>
                <a:gd name="T32" fmla="*/ 6 w 16"/>
                <a:gd name="T33" fmla="*/ 28 h 28"/>
                <a:gd name="T34" fmla="*/ 4 w 16"/>
                <a:gd name="T35" fmla="*/ 27 h 28"/>
                <a:gd name="T36" fmla="*/ 4 w 16"/>
                <a:gd name="T37" fmla="*/ 26 h 28"/>
                <a:gd name="T38" fmla="*/ 1 w 16"/>
                <a:gd name="T39" fmla="*/ 22 h 28"/>
                <a:gd name="T40" fmla="*/ 0 w 16"/>
                <a:gd name="T41" fmla="*/ 10 h 28"/>
                <a:gd name="T42" fmla="*/ 0 w 16"/>
                <a:gd name="T43" fmla="*/ 10 h 28"/>
                <a:gd name="T44" fmla="*/ 0 w 16"/>
                <a:gd name="T45" fmla="*/ 8 h 28"/>
                <a:gd name="T46" fmla="*/ 0 w 16"/>
                <a:gd name="T47" fmla="*/ 5 h 28"/>
                <a:gd name="T48" fmla="*/ 1 w 16"/>
                <a:gd name="T49" fmla="*/ 3 h 28"/>
                <a:gd name="T50" fmla="*/ 2 w 16"/>
                <a:gd name="T51" fmla="*/ 1 h 28"/>
                <a:gd name="T52" fmla="*/ 6 w 16"/>
                <a:gd name="T53" fmla="*/ 0 h 28"/>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16"/>
                <a:gd name="T82" fmla="*/ 0 h 28"/>
                <a:gd name="T83" fmla="*/ 16 w 16"/>
                <a:gd name="T84" fmla="*/ 28 h 28"/>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16" h="28">
                  <a:moveTo>
                    <a:pt x="6" y="0"/>
                  </a:moveTo>
                  <a:lnTo>
                    <a:pt x="6" y="0"/>
                  </a:lnTo>
                  <a:lnTo>
                    <a:pt x="7" y="0"/>
                  </a:lnTo>
                  <a:lnTo>
                    <a:pt x="8" y="0"/>
                  </a:lnTo>
                  <a:lnTo>
                    <a:pt x="9" y="1"/>
                  </a:lnTo>
                  <a:lnTo>
                    <a:pt x="16" y="16"/>
                  </a:lnTo>
                  <a:lnTo>
                    <a:pt x="15" y="19"/>
                  </a:lnTo>
                  <a:lnTo>
                    <a:pt x="13" y="22"/>
                  </a:lnTo>
                  <a:lnTo>
                    <a:pt x="11" y="25"/>
                  </a:lnTo>
                  <a:lnTo>
                    <a:pt x="8" y="28"/>
                  </a:lnTo>
                  <a:lnTo>
                    <a:pt x="7" y="28"/>
                  </a:lnTo>
                  <a:lnTo>
                    <a:pt x="6" y="28"/>
                  </a:lnTo>
                  <a:lnTo>
                    <a:pt x="4" y="27"/>
                  </a:lnTo>
                  <a:lnTo>
                    <a:pt x="4" y="26"/>
                  </a:lnTo>
                  <a:lnTo>
                    <a:pt x="1" y="22"/>
                  </a:lnTo>
                  <a:lnTo>
                    <a:pt x="0" y="10"/>
                  </a:lnTo>
                  <a:lnTo>
                    <a:pt x="0" y="8"/>
                  </a:lnTo>
                  <a:lnTo>
                    <a:pt x="0" y="5"/>
                  </a:lnTo>
                  <a:lnTo>
                    <a:pt x="1" y="3"/>
                  </a:lnTo>
                  <a:lnTo>
                    <a:pt x="2" y="1"/>
                  </a:lnTo>
                  <a:lnTo>
                    <a:pt x="6"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49" name="Freeform 60"/>
            <p:cNvSpPr>
              <a:spLocks/>
            </p:cNvSpPr>
            <p:nvPr/>
          </p:nvSpPr>
          <p:spPr bwMode="gray">
            <a:xfrm>
              <a:off x="2448" y="2999"/>
              <a:ext cx="24" cy="61"/>
            </a:xfrm>
            <a:custGeom>
              <a:avLst/>
              <a:gdLst>
                <a:gd name="T0" fmla="*/ 22 w 24"/>
                <a:gd name="T1" fmla="*/ 2 h 61"/>
                <a:gd name="T2" fmla="*/ 24 w 24"/>
                <a:gd name="T3" fmla="*/ 4 h 61"/>
                <a:gd name="T4" fmla="*/ 24 w 24"/>
                <a:gd name="T5" fmla="*/ 5 h 61"/>
                <a:gd name="T6" fmla="*/ 24 w 24"/>
                <a:gd name="T7" fmla="*/ 11 h 61"/>
                <a:gd name="T8" fmla="*/ 23 w 24"/>
                <a:gd name="T9" fmla="*/ 17 h 61"/>
                <a:gd name="T10" fmla="*/ 23 w 24"/>
                <a:gd name="T11" fmla="*/ 19 h 61"/>
                <a:gd name="T12" fmla="*/ 21 w 24"/>
                <a:gd name="T13" fmla="*/ 26 h 61"/>
                <a:gd name="T14" fmla="*/ 11 w 24"/>
                <a:gd name="T15" fmla="*/ 56 h 61"/>
                <a:gd name="T16" fmla="*/ 5 w 24"/>
                <a:gd name="T17" fmla="*/ 61 h 61"/>
                <a:gd name="T18" fmla="*/ 4 w 24"/>
                <a:gd name="T19" fmla="*/ 61 h 61"/>
                <a:gd name="T20" fmla="*/ 2 w 24"/>
                <a:gd name="T21" fmla="*/ 61 h 61"/>
                <a:gd name="T22" fmla="*/ 1 w 24"/>
                <a:gd name="T23" fmla="*/ 59 h 61"/>
                <a:gd name="T24" fmla="*/ 1 w 24"/>
                <a:gd name="T25" fmla="*/ 59 h 61"/>
                <a:gd name="T26" fmla="*/ 0 w 24"/>
                <a:gd name="T27" fmla="*/ 54 h 61"/>
                <a:gd name="T28" fmla="*/ 0 w 24"/>
                <a:gd name="T29" fmla="*/ 54 h 61"/>
                <a:gd name="T30" fmla="*/ 0 w 24"/>
                <a:gd name="T31" fmla="*/ 53 h 61"/>
                <a:gd name="T32" fmla="*/ 0 w 24"/>
                <a:gd name="T33" fmla="*/ 50 h 61"/>
                <a:gd name="T34" fmla="*/ 0 w 24"/>
                <a:gd name="T35" fmla="*/ 48 h 61"/>
                <a:gd name="T36" fmla="*/ 1 w 24"/>
                <a:gd name="T37" fmla="*/ 46 h 61"/>
                <a:gd name="T38" fmla="*/ 2 w 24"/>
                <a:gd name="T39" fmla="*/ 45 h 61"/>
                <a:gd name="T40" fmla="*/ 2 w 24"/>
                <a:gd name="T41" fmla="*/ 45 h 61"/>
                <a:gd name="T42" fmla="*/ 2 w 24"/>
                <a:gd name="T43" fmla="*/ 45 h 61"/>
                <a:gd name="T44" fmla="*/ 4 w 24"/>
                <a:gd name="T45" fmla="*/ 42 h 61"/>
                <a:gd name="T46" fmla="*/ 7 w 24"/>
                <a:gd name="T47" fmla="*/ 37 h 61"/>
                <a:gd name="T48" fmla="*/ 9 w 24"/>
                <a:gd name="T49" fmla="*/ 34 h 61"/>
                <a:gd name="T50" fmla="*/ 9 w 24"/>
                <a:gd name="T51" fmla="*/ 32 h 61"/>
                <a:gd name="T52" fmla="*/ 10 w 24"/>
                <a:gd name="T53" fmla="*/ 30 h 61"/>
                <a:gd name="T54" fmla="*/ 10 w 24"/>
                <a:gd name="T55" fmla="*/ 30 h 61"/>
                <a:gd name="T56" fmla="*/ 9 w 24"/>
                <a:gd name="T57" fmla="*/ 27 h 61"/>
                <a:gd name="T58" fmla="*/ 9 w 24"/>
                <a:gd name="T59" fmla="*/ 21 h 61"/>
                <a:gd name="T60" fmla="*/ 9 w 24"/>
                <a:gd name="T61" fmla="*/ 20 h 61"/>
                <a:gd name="T62" fmla="*/ 9 w 24"/>
                <a:gd name="T63" fmla="*/ 20 h 61"/>
                <a:gd name="T64" fmla="*/ 15 w 24"/>
                <a:gd name="T65" fmla="*/ 6 h 61"/>
                <a:gd name="T66" fmla="*/ 19 w 24"/>
                <a:gd name="T67" fmla="*/ 1 h 61"/>
                <a:gd name="T68" fmla="*/ 20 w 24"/>
                <a:gd name="T69" fmla="*/ 0 h 61"/>
                <a:gd name="T70" fmla="*/ 20 w 24"/>
                <a:gd name="T71" fmla="*/ 0 h 61"/>
                <a:gd name="T72" fmla="*/ 21 w 24"/>
                <a:gd name="T73" fmla="*/ 0 h 61"/>
                <a:gd name="T74" fmla="*/ 22 w 24"/>
                <a:gd name="T75" fmla="*/ 1 h 61"/>
                <a:gd name="T76" fmla="*/ 22 w 24"/>
                <a:gd name="T77" fmla="*/ 1 h 61"/>
                <a:gd name="T78" fmla="*/ 22 w 24"/>
                <a:gd name="T79" fmla="*/ 2 h 6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24"/>
                <a:gd name="T121" fmla="*/ 0 h 61"/>
                <a:gd name="T122" fmla="*/ 24 w 24"/>
                <a:gd name="T123" fmla="*/ 61 h 61"/>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24" h="61">
                  <a:moveTo>
                    <a:pt x="22" y="2"/>
                  </a:moveTo>
                  <a:lnTo>
                    <a:pt x="24" y="4"/>
                  </a:lnTo>
                  <a:lnTo>
                    <a:pt x="24" y="5"/>
                  </a:lnTo>
                  <a:lnTo>
                    <a:pt x="24" y="11"/>
                  </a:lnTo>
                  <a:lnTo>
                    <a:pt x="23" y="17"/>
                  </a:lnTo>
                  <a:lnTo>
                    <a:pt x="23" y="19"/>
                  </a:lnTo>
                  <a:lnTo>
                    <a:pt x="21" y="26"/>
                  </a:lnTo>
                  <a:lnTo>
                    <a:pt x="11" y="56"/>
                  </a:lnTo>
                  <a:lnTo>
                    <a:pt x="5" y="61"/>
                  </a:lnTo>
                  <a:lnTo>
                    <a:pt x="4" y="61"/>
                  </a:lnTo>
                  <a:lnTo>
                    <a:pt x="2" y="61"/>
                  </a:lnTo>
                  <a:lnTo>
                    <a:pt x="1" y="59"/>
                  </a:lnTo>
                  <a:lnTo>
                    <a:pt x="0" y="54"/>
                  </a:lnTo>
                  <a:lnTo>
                    <a:pt x="0" y="53"/>
                  </a:lnTo>
                  <a:lnTo>
                    <a:pt x="0" y="50"/>
                  </a:lnTo>
                  <a:lnTo>
                    <a:pt x="0" y="48"/>
                  </a:lnTo>
                  <a:lnTo>
                    <a:pt x="1" y="46"/>
                  </a:lnTo>
                  <a:lnTo>
                    <a:pt x="2" y="45"/>
                  </a:lnTo>
                  <a:lnTo>
                    <a:pt x="4" y="42"/>
                  </a:lnTo>
                  <a:lnTo>
                    <a:pt x="7" y="37"/>
                  </a:lnTo>
                  <a:lnTo>
                    <a:pt x="9" y="34"/>
                  </a:lnTo>
                  <a:lnTo>
                    <a:pt x="9" y="32"/>
                  </a:lnTo>
                  <a:lnTo>
                    <a:pt x="10" y="30"/>
                  </a:lnTo>
                  <a:lnTo>
                    <a:pt x="9" y="27"/>
                  </a:lnTo>
                  <a:lnTo>
                    <a:pt x="9" y="21"/>
                  </a:lnTo>
                  <a:lnTo>
                    <a:pt x="9" y="20"/>
                  </a:lnTo>
                  <a:lnTo>
                    <a:pt x="15" y="6"/>
                  </a:lnTo>
                  <a:lnTo>
                    <a:pt x="19" y="1"/>
                  </a:lnTo>
                  <a:lnTo>
                    <a:pt x="20" y="0"/>
                  </a:lnTo>
                  <a:lnTo>
                    <a:pt x="21" y="0"/>
                  </a:lnTo>
                  <a:lnTo>
                    <a:pt x="22" y="1"/>
                  </a:lnTo>
                  <a:lnTo>
                    <a:pt x="22"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0" name="Freeform 61"/>
            <p:cNvSpPr>
              <a:spLocks/>
            </p:cNvSpPr>
            <p:nvPr/>
          </p:nvSpPr>
          <p:spPr bwMode="gray">
            <a:xfrm>
              <a:off x="2267" y="2555"/>
              <a:ext cx="18" cy="32"/>
            </a:xfrm>
            <a:custGeom>
              <a:avLst/>
              <a:gdLst>
                <a:gd name="T0" fmla="*/ 16 w 18"/>
                <a:gd name="T1" fmla="*/ 11 h 32"/>
                <a:gd name="T2" fmla="*/ 16 w 18"/>
                <a:gd name="T3" fmla="*/ 14 h 32"/>
                <a:gd name="T4" fmla="*/ 12 w 18"/>
                <a:gd name="T5" fmla="*/ 25 h 32"/>
                <a:gd name="T6" fmla="*/ 12 w 18"/>
                <a:gd name="T7" fmla="*/ 25 h 32"/>
                <a:gd name="T8" fmla="*/ 10 w 18"/>
                <a:gd name="T9" fmla="*/ 28 h 32"/>
                <a:gd name="T10" fmla="*/ 6 w 18"/>
                <a:gd name="T11" fmla="*/ 31 h 32"/>
                <a:gd name="T12" fmla="*/ 4 w 18"/>
                <a:gd name="T13" fmla="*/ 32 h 32"/>
                <a:gd name="T14" fmla="*/ 1 w 18"/>
                <a:gd name="T15" fmla="*/ 29 h 32"/>
                <a:gd name="T16" fmla="*/ 0 w 18"/>
                <a:gd name="T17" fmla="*/ 29 h 32"/>
                <a:gd name="T18" fmla="*/ 0 w 18"/>
                <a:gd name="T19" fmla="*/ 28 h 32"/>
                <a:gd name="T20" fmla="*/ 0 w 18"/>
                <a:gd name="T21" fmla="*/ 20 h 32"/>
                <a:gd name="T22" fmla="*/ 0 w 18"/>
                <a:gd name="T23" fmla="*/ 20 h 32"/>
                <a:gd name="T24" fmla="*/ 1 w 18"/>
                <a:gd name="T25" fmla="*/ 16 h 32"/>
                <a:gd name="T26" fmla="*/ 3 w 18"/>
                <a:gd name="T27" fmla="*/ 2 h 32"/>
                <a:gd name="T28" fmla="*/ 3 w 18"/>
                <a:gd name="T29" fmla="*/ 0 h 32"/>
                <a:gd name="T30" fmla="*/ 3 w 18"/>
                <a:gd name="T31" fmla="*/ 0 h 32"/>
                <a:gd name="T32" fmla="*/ 4 w 18"/>
                <a:gd name="T33" fmla="*/ 0 h 32"/>
                <a:gd name="T34" fmla="*/ 5 w 18"/>
                <a:gd name="T35" fmla="*/ 0 h 32"/>
                <a:gd name="T36" fmla="*/ 11 w 18"/>
                <a:gd name="T37" fmla="*/ 1 h 32"/>
                <a:gd name="T38" fmla="*/ 18 w 18"/>
                <a:gd name="T39" fmla="*/ 4 h 32"/>
                <a:gd name="T40" fmla="*/ 18 w 18"/>
                <a:gd name="T41" fmla="*/ 5 h 32"/>
                <a:gd name="T42" fmla="*/ 18 w 18"/>
                <a:gd name="T43" fmla="*/ 6 h 32"/>
                <a:gd name="T44" fmla="*/ 16 w 18"/>
                <a:gd name="T45" fmla="*/ 11 h 32"/>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18"/>
                <a:gd name="T70" fmla="*/ 0 h 32"/>
                <a:gd name="T71" fmla="*/ 18 w 18"/>
                <a:gd name="T72" fmla="*/ 32 h 32"/>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18" h="32">
                  <a:moveTo>
                    <a:pt x="16" y="11"/>
                  </a:moveTo>
                  <a:lnTo>
                    <a:pt x="16" y="14"/>
                  </a:lnTo>
                  <a:lnTo>
                    <a:pt x="12" y="25"/>
                  </a:lnTo>
                  <a:lnTo>
                    <a:pt x="10" y="28"/>
                  </a:lnTo>
                  <a:lnTo>
                    <a:pt x="6" y="31"/>
                  </a:lnTo>
                  <a:lnTo>
                    <a:pt x="4" y="32"/>
                  </a:lnTo>
                  <a:lnTo>
                    <a:pt x="1" y="29"/>
                  </a:lnTo>
                  <a:lnTo>
                    <a:pt x="0" y="29"/>
                  </a:lnTo>
                  <a:lnTo>
                    <a:pt x="0" y="28"/>
                  </a:lnTo>
                  <a:lnTo>
                    <a:pt x="0" y="20"/>
                  </a:lnTo>
                  <a:lnTo>
                    <a:pt x="1" y="16"/>
                  </a:lnTo>
                  <a:lnTo>
                    <a:pt x="3" y="2"/>
                  </a:lnTo>
                  <a:lnTo>
                    <a:pt x="3" y="0"/>
                  </a:lnTo>
                  <a:lnTo>
                    <a:pt x="4" y="0"/>
                  </a:lnTo>
                  <a:lnTo>
                    <a:pt x="5" y="0"/>
                  </a:lnTo>
                  <a:lnTo>
                    <a:pt x="11" y="1"/>
                  </a:lnTo>
                  <a:lnTo>
                    <a:pt x="18" y="4"/>
                  </a:lnTo>
                  <a:lnTo>
                    <a:pt x="18" y="5"/>
                  </a:lnTo>
                  <a:lnTo>
                    <a:pt x="18" y="6"/>
                  </a:lnTo>
                  <a:lnTo>
                    <a:pt x="16" y="1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1" name="Freeform 62"/>
            <p:cNvSpPr>
              <a:spLocks/>
            </p:cNvSpPr>
            <p:nvPr/>
          </p:nvSpPr>
          <p:spPr bwMode="gray">
            <a:xfrm>
              <a:off x="2347" y="3104"/>
              <a:ext cx="5" cy="5"/>
            </a:xfrm>
            <a:custGeom>
              <a:avLst/>
              <a:gdLst>
                <a:gd name="T0" fmla="*/ 3 w 5"/>
                <a:gd name="T1" fmla="*/ 1 h 5"/>
                <a:gd name="T2" fmla="*/ 5 w 5"/>
                <a:gd name="T3" fmla="*/ 3 h 5"/>
                <a:gd name="T4" fmla="*/ 5 w 5"/>
                <a:gd name="T5" fmla="*/ 4 h 5"/>
                <a:gd name="T6" fmla="*/ 5 w 5"/>
                <a:gd name="T7" fmla="*/ 5 h 5"/>
                <a:gd name="T8" fmla="*/ 4 w 5"/>
                <a:gd name="T9" fmla="*/ 5 h 5"/>
                <a:gd name="T10" fmla="*/ 3 w 5"/>
                <a:gd name="T11" fmla="*/ 5 h 5"/>
                <a:gd name="T12" fmla="*/ 3 w 5"/>
                <a:gd name="T13" fmla="*/ 5 h 5"/>
                <a:gd name="T14" fmla="*/ 1 w 5"/>
                <a:gd name="T15" fmla="*/ 4 h 5"/>
                <a:gd name="T16" fmla="*/ 0 w 5"/>
                <a:gd name="T17" fmla="*/ 3 h 5"/>
                <a:gd name="T18" fmla="*/ 0 w 5"/>
                <a:gd name="T19" fmla="*/ 2 h 5"/>
                <a:gd name="T20" fmla="*/ 0 w 5"/>
                <a:gd name="T21" fmla="*/ 1 h 5"/>
                <a:gd name="T22" fmla="*/ 0 w 5"/>
                <a:gd name="T23" fmla="*/ 0 h 5"/>
                <a:gd name="T24" fmla="*/ 1 w 5"/>
                <a:gd name="T25" fmla="*/ 0 h 5"/>
                <a:gd name="T26" fmla="*/ 1 w 5"/>
                <a:gd name="T27" fmla="*/ 0 h 5"/>
                <a:gd name="T28" fmla="*/ 2 w 5"/>
                <a:gd name="T29" fmla="*/ 0 h 5"/>
                <a:gd name="T30" fmla="*/ 3 w 5"/>
                <a:gd name="T31" fmla="*/ 1 h 5"/>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
                <a:gd name="T49" fmla="*/ 0 h 5"/>
                <a:gd name="T50" fmla="*/ 5 w 5"/>
                <a:gd name="T51" fmla="*/ 5 h 5"/>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 h="5">
                  <a:moveTo>
                    <a:pt x="3" y="1"/>
                  </a:moveTo>
                  <a:lnTo>
                    <a:pt x="5" y="3"/>
                  </a:lnTo>
                  <a:lnTo>
                    <a:pt x="5" y="4"/>
                  </a:lnTo>
                  <a:lnTo>
                    <a:pt x="5" y="5"/>
                  </a:lnTo>
                  <a:lnTo>
                    <a:pt x="4" y="5"/>
                  </a:lnTo>
                  <a:lnTo>
                    <a:pt x="3" y="5"/>
                  </a:lnTo>
                  <a:lnTo>
                    <a:pt x="1" y="4"/>
                  </a:lnTo>
                  <a:lnTo>
                    <a:pt x="0" y="3"/>
                  </a:lnTo>
                  <a:lnTo>
                    <a:pt x="0" y="2"/>
                  </a:lnTo>
                  <a:lnTo>
                    <a:pt x="0" y="1"/>
                  </a:lnTo>
                  <a:lnTo>
                    <a:pt x="0" y="0"/>
                  </a:lnTo>
                  <a:lnTo>
                    <a:pt x="1" y="0"/>
                  </a:lnTo>
                  <a:lnTo>
                    <a:pt x="2" y="0"/>
                  </a:lnTo>
                  <a:lnTo>
                    <a:pt x="3"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2" name="Freeform 63"/>
            <p:cNvSpPr>
              <a:spLocks/>
            </p:cNvSpPr>
            <p:nvPr/>
          </p:nvSpPr>
          <p:spPr bwMode="gray">
            <a:xfrm>
              <a:off x="2367" y="2825"/>
              <a:ext cx="9" cy="14"/>
            </a:xfrm>
            <a:custGeom>
              <a:avLst/>
              <a:gdLst>
                <a:gd name="T0" fmla="*/ 0 w 9"/>
                <a:gd name="T1" fmla="*/ 3 h 14"/>
                <a:gd name="T2" fmla="*/ 0 w 9"/>
                <a:gd name="T3" fmla="*/ 2 h 14"/>
                <a:gd name="T4" fmla="*/ 0 w 9"/>
                <a:gd name="T5" fmla="*/ 1 h 14"/>
                <a:gd name="T6" fmla="*/ 1 w 9"/>
                <a:gd name="T7" fmla="*/ 0 h 14"/>
                <a:gd name="T8" fmla="*/ 1 w 9"/>
                <a:gd name="T9" fmla="*/ 0 h 14"/>
                <a:gd name="T10" fmla="*/ 6 w 9"/>
                <a:gd name="T11" fmla="*/ 1 h 14"/>
                <a:gd name="T12" fmla="*/ 7 w 9"/>
                <a:gd name="T13" fmla="*/ 3 h 14"/>
                <a:gd name="T14" fmla="*/ 9 w 9"/>
                <a:gd name="T15" fmla="*/ 5 h 14"/>
                <a:gd name="T16" fmla="*/ 9 w 9"/>
                <a:gd name="T17" fmla="*/ 5 h 14"/>
                <a:gd name="T18" fmla="*/ 9 w 9"/>
                <a:gd name="T19" fmla="*/ 6 h 14"/>
                <a:gd name="T20" fmla="*/ 9 w 9"/>
                <a:gd name="T21" fmla="*/ 7 h 14"/>
                <a:gd name="T22" fmla="*/ 5 w 9"/>
                <a:gd name="T23" fmla="*/ 14 h 14"/>
                <a:gd name="T24" fmla="*/ 5 w 9"/>
                <a:gd name="T25" fmla="*/ 14 h 14"/>
                <a:gd name="T26" fmla="*/ 4 w 9"/>
                <a:gd name="T27" fmla="*/ 14 h 14"/>
                <a:gd name="T28" fmla="*/ 3 w 9"/>
                <a:gd name="T29" fmla="*/ 14 h 14"/>
                <a:gd name="T30" fmla="*/ 2 w 9"/>
                <a:gd name="T31" fmla="*/ 13 h 14"/>
                <a:gd name="T32" fmla="*/ 2 w 9"/>
                <a:gd name="T33" fmla="*/ 12 h 14"/>
                <a:gd name="T34" fmla="*/ 0 w 9"/>
                <a:gd name="T35" fmla="*/ 3 h 1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9"/>
                <a:gd name="T55" fmla="*/ 0 h 14"/>
                <a:gd name="T56" fmla="*/ 9 w 9"/>
                <a:gd name="T57" fmla="*/ 14 h 1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9" h="14">
                  <a:moveTo>
                    <a:pt x="0" y="3"/>
                  </a:moveTo>
                  <a:lnTo>
                    <a:pt x="0" y="2"/>
                  </a:lnTo>
                  <a:lnTo>
                    <a:pt x="0" y="1"/>
                  </a:lnTo>
                  <a:lnTo>
                    <a:pt x="1" y="0"/>
                  </a:lnTo>
                  <a:lnTo>
                    <a:pt x="6" y="1"/>
                  </a:lnTo>
                  <a:lnTo>
                    <a:pt x="7" y="3"/>
                  </a:lnTo>
                  <a:lnTo>
                    <a:pt x="9" y="5"/>
                  </a:lnTo>
                  <a:lnTo>
                    <a:pt x="9" y="6"/>
                  </a:lnTo>
                  <a:lnTo>
                    <a:pt x="9" y="7"/>
                  </a:lnTo>
                  <a:lnTo>
                    <a:pt x="5" y="14"/>
                  </a:lnTo>
                  <a:lnTo>
                    <a:pt x="4" y="14"/>
                  </a:lnTo>
                  <a:lnTo>
                    <a:pt x="3" y="14"/>
                  </a:lnTo>
                  <a:lnTo>
                    <a:pt x="2" y="13"/>
                  </a:lnTo>
                  <a:lnTo>
                    <a:pt x="2" y="12"/>
                  </a:lnTo>
                  <a:lnTo>
                    <a:pt x="0" y="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3" name="Freeform 64"/>
            <p:cNvSpPr>
              <a:spLocks/>
            </p:cNvSpPr>
            <p:nvPr/>
          </p:nvSpPr>
          <p:spPr bwMode="gray">
            <a:xfrm>
              <a:off x="2318" y="2615"/>
              <a:ext cx="15" cy="20"/>
            </a:xfrm>
            <a:custGeom>
              <a:avLst/>
              <a:gdLst>
                <a:gd name="T0" fmla="*/ 7 w 15"/>
                <a:gd name="T1" fmla="*/ 20 h 20"/>
                <a:gd name="T2" fmla="*/ 6 w 15"/>
                <a:gd name="T3" fmla="*/ 20 h 20"/>
                <a:gd name="T4" fmla="*/ 1 w 15"/>
                <a:gd name="T5" fmla="*/ 16 h 20"/>
                <a:gd name="T6" fmla="*/ 0 w 15"/>
                <a:gd name="T7" fmla="*/ 14 h 20"/>
                <a:gd name="T8" fmla="*/ 0 w 15"/>
                <a:gd name="T9" fmla="*/ 14 h 20"/>
                <a:gd name="T10" fmla="*/ 0 w 15"/>
                <a:gd name="T11" fmla="*/ 14 h 20"/>
                <a:gd name="T12" fmla="*/ 3 w 15"/>
                <a:gd name="T13" fmla="*/ 4 h 20"/>
                <a:gd name="T14" fmla="*/ 3 w 15"/>
                <a:gd name="T15" fmla="*/ 3 h 20"/>
                <a:gd name="T16" fmla="*/ 5 w 15"/>
                <a:gd name="T17" fmla="*/ 0 h 20"/>
                <a:gd name="T18" fmla="*/ 5 w 15"/>
                <a:gd name="T19" fmla="*/ 0 h 20"/>
                <a:gd name="T20" fmla="*/ 12 w 15"/>
                <a:gd name="T21" fmla="*/ 1 h 20"/>
                <a:gd name="T22" fmla="*/ 13 w 15"/>
                <a:gd name="T23" fmla="*/ 2 h 20"/>
                <a:gd name="T24" fmla="*/ 15 w 15"/>
                <a:gd name="T25" fmla="*/ 12 h 20"/>
                <a:gd name="T26" fmla="*/ 11 w 15"/>
                <a:gd name="T27" fmla="*/ 17 h 20"/>
                <a:gd name="T28" fmla="*/ 7 w 15"/>
                <a:gd name="T29" fmla="*/ 20 h 2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
                <a:gd name="T46" fmla="*/ 0 h 20"/>
                <a:gd name="T47" fmla="*/ 15 w 15"/>
                <a:gd name="T48" fmla="*/ 20 h 2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 h="20">
                  <a:moveTo>
                    <a:pt x="7" y="20"/>
                  </a:moveTo>
                  <a:lnTo>
                    <a:pt x="6" y="20"/>
                  </a:lnTo>
                  <a:lnTo>
                    <a:pt x="1" y="16"/>
                  </a:lnTo>
                  <a:lnTo>
                    <a:pt x="0" y="14"/>
                  </a:lnTo>
                  <a:lnTo>
                    <a:pt x="3" y="4"/>
                  </a:lnTo>
                  <a:lnTo>
                    <a:pt x="3" y="3"/>
                  </a:lnTo>
                  <a:lnTo>
                    <a:pt x="5" y="0"/>
                  </a:lnTo>
                  <a:lnTo>
                    <a:pt x="12" y="1"/>
                  </a:lnTo>
                  <a:lnTo>
                    <a:pt x="13" y="2"/>
                  </a:lnTo>
                  <a:lnTo>
                    <a:pt x="15" y="12"/>
                  </a:lnTo>
                  <a:lnTo>
                    <a:pt x="11" y="17"/>
                  </a:lnTo>
                  <a:lnTo>
                    <a:pt x="7" y="2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4" name="Freeform 65"/>
            <p:cNvSpPr>
              <a:spLocks/>
            </p:cNvSpPr>
            <p:nvPr/>
          </p:nvSpPr>
          <p:spPr bwMode="gray">
            <a:xfrm>
              <a:off x="2350" y="2784"/>
              <a:ext cx="28" cy="45"/>
            </a:xfrm>
            <a:custGeom>
              <a:avLst/>
              <a:gdLst>
                <a:gd name="T0" fmla="*/ 5 w 28"/>
                <a:gd name="T1" fmla="*/ 45 h 45"/>
                <a:gd name="T2" fmla="*/ 4 w 28"/>
                <a:gd name="T3" fmla="*/ 43 h 45"/>
                <a:gd name="T4" fmla="*/ 0 w 28"/>
                <a:gd name="T5" fmla="*/ 38 h 45"/>
                <a:gd name="T6" fmla="*/ 0 w 28"/>
                <a:gd name="T7" fmla="*/ 37 h 45"/>
                <a:gd name="T8" fmla="*/ 2 w 28"/>
                <a:gd name="T9" fmla="*/ 24 h 45"/>
                <a:gd name="T10" fmla="*/ 4 w 28"/>
                <a:gd name="T11" fmla="*/ 17 h 45"/>
                <a:gd name="T12" fmla="*/ 4 w 28"/>
                <a:gd name="T13" fmla="*/ 15 h 45"/>
                <a:gd name="T14" fmla="*/ 8 w 28"/>
                <a:gd name="T15" fmla="*/ 5 h 45"/>
                <a:gd name="T16" fmla="*/ 10 w 28"/>
                <a:gd name="T17" fmla="*/ 3 h 45"/>
                <a:gd name="T18" fmla="*/ 17 w 28"/>
                <a:gd name="T19" fmla="*/ 0 h 45"/>
                <a:gd name="T20" fmla="*/ 17 w 28"/>
                <a:gd name="T21" fmla="*/ 0 h 45"/>
                <a:gd name="T22" fmla="*/ 21 w 28"/>
                <a:gd name="T23" fmla="*/ 0 h 45"/>
                <a:gd name="T24" fmla="*/ 22 w 28"/>
                <a:gd name="T25" fmla="*/ 0 h 45"/>
                <a:gd name="T26" fmla="*/ 24 w 28"/>
                <a:gd name="T27" fmla="*/ 1 h 45"/>
                <a:gd name="T28" fmla="*/ 25 w 28"/>
                <a:gd name="T29" fmla="*/ 2 h 45"/>
                <a:gd name="T30" fmla="*/ 25 w 28"/>
                <a:gd name="T31" fmla="*/ 2 h 45"/>
                <a:gd name="T32" fmla="*/ 27 w 28"/>
                <a:gd name="T33" fmla="*/ 7 h 45"/>
                <a:gd name="T34" fmla="*/ 27 w 28"/>
                <a:gd name="T35" fmla="*/ 9 h 45"/>
                <a:gd name="T36" fmla="*/ 28 w 28"/>
                <a:gd name="T37" fmla="*/ 21 h 45"/>
                <a:gd name="T38" fmla="*/ 28 w 28"/>
                <a:gd name="T39" fmla="*/ 22 h 45"/>
                <a:gd name="T40" fmla="*/ 28 w 28"/>
                <a:gd name="T41" fmla="*/ 25 h 45"/>
                <a:gd name="T42" fmla="*/ 28 w 28"/>
                <a:gd name="T43" fmla="*/ 26 h 45"/>
                <a:gd name="T44" fmla="*/ 27 w 28"/>
                <a:gd name="T45" fmla="*/ 27 h 45"/>
                <a:gd name="T46" fmla="*/ 15 w 28"/>
                <a:gd name="T47" fmla="*/ 39 h 45"/>
                <a:gd name="T48" fmla="*/ 13 w 28"/>
                <a:gd name="T49" fmla="*/ 41 h 45"/>
                <a:gd name="T50" fmla="*/ 12 w 28"/>
                <a:gd name="T51" fmla="*/ 42 h 45"/>
                <a:gd name="T52" fmla="*/ 8 w 28"/>
                <a:gd name="T53" fmla="*/ 44 h 45"/>
                <a:gd name="T54" fmla="*/ 5 w 28"/>
                <a:gd name="T55" fmla="*/ 45 h 4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28"/>
                <a:gd name="T85" fmla="*/ 0 h 45"/>
                <a:gd name="T86" fmla="*/ 28 w 28"/>
                <a:gd name="T87" fmla="*/ 45 h 45"/>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28" h="45">
                  <a:moveTo>
                    <a:pt x="5" y="45"/>
                  </a:moveTo>
                  <a:lnTo>
                    <a:pt x="4" y="43"/>
                  </a:lnTo>
                  <a:lnTo>
                    <a:pt x="0" y="38"/>
                  </a:lnTo>
                  <a:lnTo>
                    <a:pt x="0" y="37"/>
                  </a:lnTo>
                  <a:lnTo>
                    <a:pt x="2" y="24"/>
                  </a:lnTo>
                  <a:lnTo>
                    <a:pt x="4" y="17"/>
                  </a:lnTo>
                  <a:lnTo>
                    <a:pt x="4" y="15"/>
                  </a:lnTo>
                  <a:lnTo>
                    <a:pt x="8" y="5"/>
                  </a:lnTo>
                  <a:lnTo>
                    <a:pt x="10" y="3"/>
                  </a:lnTo>
                  <a:lnTo>
                    <a:pt x="17" y="0"/>
                  </a:lnTo>
                  <a:lnTo>
                    <a:pt x="21" y="0"/>
                  </a:lnTo>
                  <a:lnTo>
                    <a:pt x="22" y="0"/>
                  </a:lnTo>
                  <a:lnTo>
                    <a:pt x="24" y="1"/>
                  </a:lnTo>
                  <a:lnTo>
                    <a:pt x="25" y="2"/>
                  </a:lnTo>
                  <a:lnTo>
                    <a:pt x="27" y="7"/>
                  </a:lnTo>
                  <a:lnTo>
                    <a:pt x="27" y="9"/>
                  </a:lnTo>
                  <a:lnTo>
                    <a:pt x="28" y="21"/>
                  </a:lnTo>
                  <a:lnTo>
                    <a:pt x="28" y="22"/>
                  </a:lnTo>
                  <a:lnTo>
                    <a:pt x="28" y="25"/>
                  </a:lnTo>
                  <a:lnTo>
                    <a:pt x="28" y="26"/>
                  </a:lnTo>
                  <a:lnTo>
                    <a:pt x="27" y="27"/>
                  </a:lnTo>
                  <a:lnTo>
                    <a:pt x="15" y="39"/>
                  </a:lnTo>
                  <a:lnTo>
                    <a:pt x="13" y="41"/>
                  </a:lnTo>
                  <a:lnTo>
                    <a:pt x="12" y="42"/>
                  </a:lnTo>
                  <a:lnTo>
                    <a:pt x="8" y="44"/>
                  </a:lnTo>
                  <a:lnTo>
                    <a:pt x="5" y="45"/>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5" name="Freeform 66"/>
            <p:cNvSpPr>
              <a:spLocks noEditPoints="1"/>
            </p:cNvSpPr>
            <p:nvPr/>
          </p:nvSpPr>
          <p:spPr bwMode="gray">
            <a:xfrm>
              <a:off x="1596" y="3488"/>
              <a:ext cx="896" cy="311"/>
            </a:xfrm>
            <a:custGeom>
              <a:avLst/>
              <a:gdLst>
                <a:gd name="T0" fmla="*/ 135 w 896"/>
                <a:gd name="T1" fmla="*/ 289 h 311"/>
                <a:gd name="T2" fmla="*/ 145 w 896"/>
                <a:gd name="T3" fmla="*/ 274 h 311"/>
                <a:gd name="T4" fmla="*/ 149 w 896"/>
                <a:gd name="T5" fmla="*/ 271 h 311"/>
                <a:gd name="T6" fmla="*/ 147 w 896"/>
                <a:gd name="T7" fmla="*/ 276 h 311"/>
                <a:gd name="T8" fmla="*/ 142 w 896"/>
                <a:gd name="T9" fmla="*/ 286 h 311"/>
                <a:gd name="T10" fmla="*/ 140 w 896"/>
                <a:gd name="T11" fmla="*/ 299 h 311"/>
                <a:gd name="T12" fmla="*/ 132 w 896"/>
                <a:gd name="T13" fmla="*/ 302 h 311"/>
                <a:gd name="T14" fmla="*/ 127 w 896"/>
                <a:gd name="T15" fmla="*/ 299 h 311"/>
                <a:gd name="T16" fmla="*/ 123 w 896"/>
                <a:gd name="T17" fmla="*/ 289 h 311"/>
                <a:gd name="T18" fmla="*/ 894 w 896"/>
                <a:gd name="T19" fmla="*/ 118 h 311"/>
                <a:gd name="T20" fmla="*/ 893 w 896"/>
                <a:gd name="T21" fmla="*/ 125 h 311"/>
                <a:gd name="T22" fmla="*/ 889 w 896"/>
                <a:gd name="T23" fmla="*/ 122 h 311"/>
                <a:gd name="T24" fmla="*/ 576 w 896"/>
                <a:gd name="T25" fmla="*/ 1 h 311"/>
                <a:gd name="T26" fmla="*/ 580 w 896"/>
                <a:gd name="T27" fmla="*/ 7 h 311"/>
                <a:gd name="T28" fmla="*/ 571 w 896"/>
                <a:gd name="T29" fmla="*/ 26 h 311"/>
                <a:gd name="T30" fmla="*/ 529 w 896"/>
                <a:gd name="T31" fmla="*/ 50 h 311"/>
                <a:gd name="T32" fmla="*/ 520 w 896"/>
                <a:gd name="T33" fmla="*/ 74 h 311"/>
                <a:gd name="T34" fmla="*/ 524 w 896"/>
                <a:gd name="T35" fmla="*/ 84 h 311"/>
                <a:gd name="T36" fmla="*/ 513 w 896"/>
                <a:gd name="T37" fmla="*/ 93 h 311"/>
                <a:gd name="T38" fmla="*/ 507 w 896"/>
                <a:gd name="T39" fmla="*/ 92 h 311"/>
                <a:gd name="T40" fmla="*/ 517 w 896"/>
                <a:gd name="T41" fmla="*/ 66 h 311"/>
                <a:gd name="T42" fmla="*/ 514 w 896"/>
                <a:gd name="T43" fmla="*/ 52 h 311"/>
                <a:gd name="T44" fmla="*/ 523 w 896"/>
                <a:gd name="T45" fmla="*/ 50 h 311"/>
                <a:gd name="T46" fmla="*/ 540 w 896"/>
                <a:gd name="T47" fmla="*/ 33 h 311"/>
                <a:gd name="T48" fmla="*/ 531 w 896"/>
                <a:gd name="T49" fmla="*/ 29 h 311"/>
                <a:gd name="T50" fmla="*/ 531 w 896"/>
                <a:gd name="T51" fmla="*/ 20 h 311"/>
                <a:gd name="T52" fmla="*/ 544 w 896"/>
                <a:gd name="T53" fmla="*/ 21 h 311"/>
                <a:gd name="T54" fmla="*/ 543 w 896"/>
                <a:gd name="T55" fmla="*/ 26 h 311"/>
                <a:gd name="T56" fmla="*/ 556 w 896"/>
                <a:gd name="T57" fmla="*/ 23 h 311"/>
                <a:gd name="T58" fmla="*/ 555 w 896"/>
                <a:gd name="T59" fmla="*/ 20 h 311"/>
                <a:gd name="T60" fmla="*/ 409 w 896"/>
                <a:gd name="T61" fmla="*/ 57 h 311"/>
                <a:gd name="T62" fmla="*/ 416 w 896"/>
                <a:gd name="T63" fmla="*/ 62 h 311"/>
                <a:gd name="T64" fmla="*/ 405 w 896"/>
                <a:gd name="T65" fmla="*/ 61 h 311"/>
                <a:gd name="T66" fmla="*/ 404 w 896"/>
                <a:gd name="T67" fmla="*/ 58 h 311"/>
                <a:gd name="T68" fmla="*/ 253 w 896"/>
                <a:gd name="T69" fmla="*/ 238 h 311"/>
                <a:gd name="T70" fmla="*/ 260 w 896"/>
                <a:gd name="T71" fmla="*/ 248 h 311"/>
                <a:gd name="T72" fmla="*/ 269 w 896"/>
                <a:gd name="T73" fmla="*/ 251 h 311"/>
                <a:gd name="T74" fmla="*/ 259 w 896"/>
                <a:gd name="T75" fmla="*/ 255 h 311"/>
                <a:gd name="T76" fmla="*/ 250 w 896"/>
                <a:gd name="T77" fmla="*/ 254 h 311"/>
                <a:gd name="T78" fmla="*/ 251 w 896"/>
                <a:gd name="T79" fmla="*/ 236 h 311"/>
                <a:gd name="T80" fmla="*/ 106 w 896"/>
                <a:gd name="T81" fmla="*/ 296 h 311"/>
                <a:gd name="T82" fmla="*/ 106 w 896"/>
                <a:gd name="T83" fmla="*/ 302 h 311"/>
                <a:gd name="T84" fmla="*/ 99 w 896"/>
                <a:gd name="T85" fmla="*/ 310 h 311"/>
                <a:gd name="T86" fmla="*/ 90 w 896"/>
                <a:gd name="T87" fmla="*/ 291 h 311"/>
                <a:gd name="T88" fmla="*/ 6 w 896"/>
                <a:gd name="T89" fmla="*/ 285 h 311"/>
                <a:gd name="T90" fmla="*/ 8 w 896"/>
                <a:gd name="T91" fmla="*/ 288 h 311"/>
                <a:gd name="T92" fmla="*/ 1 w 896"/>
                <a:gd name="T93" fmla="*/ 289 h 311"/>
                <a:gd name="T94" fmla="*/ 1 w 896"/>
                <a:gd name="T95" fmla="*/ 285 h 311"/>
                <a:gd name="T96" fmla="*/ 892 w 896"/>
                <a:gd name="T97" fmla="*/ 285 h 311"/>
                <a:gd name="T98" fmla="*/ 894 w 896"/>
                <a:gd name="T99" fmla="*/ 283 h 311"/>
                <a:gd name="T100" fmla="*/ 895 w 896"/>
                <a:gd name="T101" fmla="*/ 286 h 311"/>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896"/>
                <a:gd name="T154" fmla="*/ 0 h 311"/>
                <a:gd name="T155" fmla="*/ 896 w 896"/>
                <a:gd name="T156" fmla="*/ 311 h 311"/>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896" h="311">
                  <a:moveTo>
                    <a:pt x="124" y="288"/>
                  </a:moveTo>
                  <a:lnTo>
                    <a:pt x="130" y="289"/>
                  </a:lnTo>
                  <a:lnTo>
                    <a:pt x="134" y="289"/>
                  </a:lnTo>
                  <a:lnTo>
                    <a:pt x="135" y="289"/>
                  </a:lnTo>
                  <a:lnTo>
                    <a:pt x="137" y="288"/>
                  </a:lnTo>
                  <a:lnTo>
                    <a:pt x="138" y="288"/>
                  </a:lnTo>
                  <a:lnTo>
                    <a:pt x="141" y="282"/>
                  </a:lnTo>
                  <a:lnTo>
                    <a:pt x="145" y="275"/>
                  </a:lnTo>
                  <a:lnTo>
                    <a:pt x="145" y="274"/>
                  </a:lnTo>
                  <a:lnTo>
                    <a:pt x="147" y="271"/>
                  </a:lnTo>
                  <a:lnTo>
                    <a:pt x="148" y="271"/>
                  </a:lnTo>
                  <a:lnTo>
                    <a:pt x="149" y="271"/>
                  </a:lnTo>
                  <a:lnTo>
                    <a:pt x="150" y="273"/>
                  </a:lnTo>
                  <a:lnTo>
                    <a:pt x="150" y="274"/>
                  </a:lnTo>
                  <a:lnTo>
                    <a:pt x="149" y="275"/>
                  </a:lnTo>
                  <a:lnTo>
                    <a:pt x="147" y="276"/>
                  </a:lnTo>
                  <a:lnTo>
                    <a:pt x="147" y="277"/>
                  </a:lnTo>
                  <a:lnTo>
                    <a:pt x="146" y="278"/>
                  </a:lnTo>
                  <a:lnTo>
                    <a:pt x="144" y="282"/>
                  </a:lnTo>
                  <a:lnTo>
                    <a:pt x="144" y="283"/>
                  </a:lnTo>
                  <a:lnTo>
                    <a:pt x="142" y="286"/>
                  </a:lnTo>
                  <a:lnTo>
                    <a:pt x="141" y="291"/>
                  </a:lnTo>
                  <a:lnTo>
                    <a:pt x="141" y="292"/>
                  </a:lnTo>
                  <a:lnTo>
                    <a:pt x="141" y="294"/>
                  </a:lnTo>
                  <a:lnTo>
                    <a:pt x="141" y="295"/>
                  </a:lnTo>
                  <a:lnTo>
                    <a:pt x="140" y="299"/>
                  </a:lnTo>
                  <a:lnTo>
                    <a:pt x="139" y="300"/>
                  </a:lnTo>
                  <a:lnTo>
                    <a:pt x="138" y="301"/>
                  </a:lnTo>
                  <a:lnTo>
                    <a:pt x="133" y="301"/>
                  </a:lnTo>
                  <a:lnTo>
                    <a:pt x="132" y="302"/>
                  </a:lnTo>
                  <a:lnTo>
                    <a:pt x="131" y="302"/>
                  </a:lnTo>
                  <a:lnTo>
                    <a:pt x="131" y="301"/>
                  </a:lnTo>
                  <a:lnTo>
                    <a:pt x="129" y="301"/>
                  </a:lnTo>
                  <a:lnTo>
                    <a:pt x="128" y="300"/>
                  </a:lnTo>
                  <a:lnTo>
                    <a:pt x="127" y="299"/>
                  </a:lnTo>
                  <a:lnTo>
                    <a:pt x="122" y="290"/>
                  </a:lnTo>
                  <a:lnTo>
                    <a:pt x="122" y="289"/>
                  </a:lnTo>
                  <a:lnTo>
                    <a:pt x="123" y="289"/>
                  </a:lnTo>
                  <a:lnTo>
                    <a:pt x="124" y="288"/>
                  </a:lnTo>
                  <a:close/>
                  <a:moveTo>
                    <a:pt x="892" y="118"/>
                  </a:moveTo>
                  <a:lnTo>
                    <a:pt x="893" y="118"/>
                  </a:lnTo>
                  <a:lnTo>
                    <a:pt x="894" y="118"/>
                  </a:lnTo>
                  <a:lnTo>
                    <a:pt x="895" y="119"/>
                  </a:lnTo>
                  <a:lnTo>
                    <a:pt x="896" y="120"/>
                  </a:lnTo>
                  <a:lnTo>
                    <a:pt x="896" y="121"/>
                  </a:lnTo>
                  <a:lnTo>
                    <a:pt x="894" y="124"/>
                  </a:lnTo>
                  <a:lnTo>
                    <a:pt x="893" y="125"/>
                  </a:lnTo>
                  <a:lnTo>
                    <a:pt x="892" y="125"/>
                  </a:lnTo>
                  <a:lnTo>
                    <a:pt x="891" y="125"/>
                  </a:lnTo>
                  <a:lnTo>
                    <a:pt x="889" y="123"/>
                  </a:lnTo>
                  <a:lnTo>
                    <a:pt x="889" y="122"/>
                  </a:lnTo>
                  <a:lnTo>
                    <a:pt x="891" y="119"/>
                  </a:lnTo>
                  <a:lnTo>
                    <a:pt x="892" y="118"/>
                  </a:lnTo>
                  <a:close/>
                  <a:moveTo>
                    <a:pt x="575" y="0"/>
                  </a:moveTo>
                  <a:lnTo>
                    <a:pt x="576" y="1"/>
                  </a:lnTo>
                  <a:lnTo>
                    <a:pt x="577" y="2"/>
                  </a:lnTo>
                  <a:lnTo>
                    <a:pt x="578" y="2"/>
                  </a:lnTo>
                  <a:lnTo>
                    <a:pt x="579" y="5"/>
                  </a:lnTo>
                  <a:lnTo>
                    <a:pt x="580" y="6"/>
                  </a:lnTo>
                  <a:lnTo>
                    <a:pt x="580" y="7"/>
                  </a:lnTo>
                  <a:lnTo>
                    <a:pt x="580" y="11"/>
                  </a:lnTo>
                  <a:lnTo>
                    <a:pt x="580" y="12"/>
                  </a:lnTo>
                  <a:lnTo>
                    <a:pt x="573" y="24"/>
                  </a:lnTo>
                  <a:lnTo>
                    <a:pt x="571" y="26"/>
                  </a:lnTo>
                  <a:lnTo>
                    <a:pt x="570" y="27"/>
                  </a:lnTo>
                  <a:lnTo>
                    <a:pt x="560" y="35"/>
                  </a:lnTo>
                  <a:lnTo>
                    <a:pt x="538" y="49"/>
                  </a:lnTo>
                  <a:lnTo>
                    <a:pt x="531" y="49"/>
                  </a:lnTo>
                  <a:lnTo>
                    <a:pt x="529" y="50"/>
                  </a:lnTo>
                  <a:lnTo>
                    <a:pt x="528" y="50"/>
                  </a:lnTo>
                  <a:lnTo>
                    <a:pt x="527" y="51"/>
                  </a:lnTo>
                  <a:lnTo>
                    <a:pt x="527" y="52"/>
                  </a:lnTo>
                  <a:lnTo>
                    <a:pt x="526" y="53"/>
                  </a:lnTo>
                  <a:lnTo>
                    <a:pt x="520" y="74"/>
                  </a:lnTo>
                  <a:lnTo>
                    <a:pt x="523" y="80"/>
                  </a:lnTo>
                  <a:lnTo>
                    <a:pt x="524" y="80"/>
                  </a:lnTo>
                  <a:lnTo>
                    <a:pt x="525" y="80"/>
                  </a:lnTo>
                  <a:lnTo>
                    <a:pt x="525" y="81"/>
                  </a:lnTo>
                  <a:lnTo>
                    <a:pt x="524" y="84"/>
                  </a:lnTo>
                  <a:lnTo>
                    <a:pt x="521" y="88"/>
                  </a:lnTo>
                  <a:lnTo>
                    <a:pt x="520" y="89"/>
                  </a:lnTo>
                  <a:lnTo>
                    <a:pt x="515" y="92"/>
                  </a:lnTo>
                  <a:lnTo>
                    <a:pt x="514" y="93"/>
                  </a:lnTo>
                  <a:lnTo>
                    <a:pt x="513" y="93"/>
                  </a:lnTo>
                  <a:lnTo>
                    <a:pt x="512" y="93"/>
                  </a:lnTo>
                  <a:lnTo>
                    <a:pt x="510" y="93"/>
                  </a:lnTo>
                  <a:lnTo>
                    <a:pt x="509" y="93"/>
                  </a:lnTo>
                  <a:lnTo>
                    <a:pt x="507" y="93"/>
                  </a:lnTo>
                  <a:lnTo>
                    <a:pt x="507" y="92"/>
                  </a:lnTo>
                  <a:lnTo>
                    <a:pt x="506" y="78"/>
                  </a:lnTo>
                  <a:lnTo>
                    <a:pt x="509" y="75"/>
                  </a:lnTo>
                  <a:lnTo>
                    <a:pt x="515" y="70"/>
                  </a:lnTo>
                  <a:lnTo>
                    <a:pt x="517" y="66"/>
                  </a:lnTo>
                  <a:lnTo>
                    <a:pt x="517" y="65"/>
                  </a:lnTo>
                  <a:lnTo>
                    <a:pt x="516" y="61"/>
                  </a:lnTo>
                  <a:lnTo>
                    <a:pt x="515" y="57"/>
                  </a:lnTo>
                  <a:lnTo>
                    <a:pt x="514" y="53"/>
                  </a:lnTo>
                  <a:lnTo>
                    <a:pt x="514" y="52"/>
                  </a:lnTo>
                  <a:lnTo>
                    <a:pt x="514" y="51"/>
                  </a:lnTo>
                  <a:lnTo>
                    <a:pt x="514" y="50"/>
                  </a:lnTo>
                  <a:lnTo>
                    <a:pt x="519" y="50"/>
                  </a:lnTo>
                  <a:lnTo>
                    <a:pt x="522" y="50"/>
                  </a:lnTo>
                  <a:lnTo>
                    <a:pt x="523" y="50"/>
                  </a:lnTo>
                  <a:lnTo>
                    <a:pt x="540" y="37"/>
                  </a:lnTo>
                  <a:lnTo>
                    <a:pt x="541" y="35"/>
                  </a:lnTo>
                  <a:lnTo>
                    <a:pt x="541" y="33"/>
                  </a:lnTo>
                  <a:lnTo>
                    <a:pt x="540" y="33"/>
                  </a:lnTo>
                  <a:lnTo>
                    <a:pt x="539" y="31"/>
                  </a:lnTo>
                  <a:lnTo>
                    <a:pt x="538" y="31"/>
                  </a:lnTo>
                  <a:lnTo>
                    <a:pt x="535" y="31"/>
                  </a:lnTo>
                  <a:lnTo>
                    <a:pt x="532" y="30"/>
                  </a:lnTo>
                  <a:lnTo>
                    <a:pt x="531" y="29"/>
                  </a:lnTo>
                  <a:lnTo>
                    <a:pt x="531" y="28"/>
                  </a:lnTo>
                  <a:lnTo>
                    <a:pt x="531" y="21"/>
                  </a:lnTo>
                  <a:lnTo>
                    <a:pt x="531" y="20"/>
                  </a:lnTo>
                  <a:lnTo>
                    <a:pt x="539" y="19"/>
                  </a:lnTo>
                  <a:lnTo>
                    <a:pt x="540" y="20"/>
                  </a:lnTo>
                  <a:lnTo>
                    <a:pt x="544" y="21"/>
                  </a:lnTo>
                  <a:lnTo>
                    <a:pt x="544" y="22"/>
                  </a:lnTo>
                  <a:lnTo>
                    <a:pt x="543" y="23"/>
                  </a:lnTo>
                  <a:lnTo>
                    <a:pt x="542" y="24"/>
                  </a:lnTo>
                  <a:lnTo>
                    <a:pt x="542" y="25"/>
                  </a:lnTo>
                  <a:lnTo>
                    <a:pt x="543" y="26"/>
                  </a:lnTo>
                  <a:lnTo>
                    <a:pt x="544" y="27"/>
                  </a:lnTo>
                  <a:lnTo>
                    <a:pt x="547" y="27"/>
                  </a:lnTo>
                  <a:lnTo>
                    <a:pt x="551" y="26"/>
                  </a:lnTo>
                  <a:lnTo>
                    <a:pt x="556" y="23"/>
                  </a:lnTo>
                  <a:lnTo>
                    <a:pt x="555" y="22"/>
                  </a:lnTo>
                  <a:lnTo>
                    <a:pt x="555" y="21"/>
                  </a:lnTo>
                  <a:lnTo>
                    <a:pt x="555" y="20"/>
                  </a:lnTo>
                  <a:lnTo>
                    <a:pt x="556" y="20"/>
                  </a:lnTo>
                  <a:lnTo>
                    <a:pt x="557" y="17"/>
                  </a:lnTo>
                  <a:lnTo>
                    <a:pt x="571" y="2"/>
                  </a:lnTo>
                  <a:lnTo>
                    <a:pt x="575" y="0"/>
                  </a:lnTo>
                  <a:close/>
                  <a:moveTo>
                    <a:pt x="409" y="57"/>
                  </a:moveTo>
                  <a:lnTo>
                    <a:pt x="410" y="56"/>
                  </a:lnTo>
                  <a:lnTo>
                    <a:pt x="411" y="56"/>
                  </a:lnTo>
                  <a:lnTo>
                    <a:pt x="414" y="58"/>
                  </a:lnTo>
                  <a:lnTo>
                    <a:pt x="416" y="61"/>
                  </a:lnTo>
                  <a:lnTo>
                    <a:pt x="416" y="62"/>
                  </a:lnTo>
                  <a:lnTo>
                    <a:pt x="414" y="67"/>
                  </a:lnTo>
                  <a:lnTo>
                    <a:pt x="413" y="67"/>
                  </a:lnTo>
                  <a:lnTo>
                    <a:pt x="405" y="61"/>
                  </a:lnTo>
                  <a:lnTo>
                    <a:pt x="404" y="61"/>
                  </a:lnTo>
                  <a:lnTo>
                    <a:pt x="403" y="60"/>
                  </a:lnTo>
                  <a:lnTo>
                    <a:pt x="403" y="59"/>
                  </a:lnTo>
                  <a:lnTo>
                    <a:pt x="404" y="58"/>
                  </a:lnTo>
                  <a:lnTo>
                    <a:pt x="407" y="57"/>
                  </a:lnTo>
                  <a:lnTo>
                    <a:pt x="408" y="57"/>
                  </a:lnTo>
                  <a:lnTo>
                    <a:pt x="408" y="56"/>
                  </a:lnTo>
                  <a:lnTo>
                    <a:pt x="409" y="57"/>
                  </a:lnTo>
                  <a:close/>
                  <a:moveTo>
                    <a:pt x="253" y="238"/>
                  </a:moveTo>
                  <a:lnTo>
                    <a:pt x="256" y="245"/>
                  </a:lnTo>
                  <a:lnTo>
                    <a:pt x="257" y="245"/>
                  </a:lnTo>
                  <a:lnTo>
                    <a:pt x="259" y="248"/>
                  </a:lnTo>
                  <a:lnTo>
                    <a:pt x="260" y="248"/>
                  </a:lnTo>
                  <a:lnTo>
                    <a:pt x="261" y="249"/>
                  </a:lnTo>
                  <a:lnTo>
                    <a:pt x="263" y="248"/>
                  </a:lnTo>
                  <a:lnTo>
                    <a:pt x="265" y="249"/>
                  </a:lnTo>
                  <a:lnTo>
                    <a:pt x="269" y="251"/>
                  </a:lnTo>
                  <a:lnTo>
                    <a:pt x="270" y="252"/>
                  </a:lnTo>
                  <a:lnTo>
                    <a:pt x="270" y="253"/>
                  </a:lnTo>
                  <a:lnTo>
                    <a:pt x="269" y="254"/>
                  </a:lnTo>
                  <a:lnTo>
                    <a:pt x="259" y="255"/>
                  </a:lnTo>
                  <a:lnTo>
                    <a:pt x="256" y="255"/>
                  </a:lnTo>
                  <a:lnTo>
                    <a:pt x="255" y="255"/>
                  </a:lnTo>
                  <a:lnTo>
                    <a:pt x="254" y="255"/>
                  </a:lnTo>
                  <a:lnTo>
                    <a:pt x="251" y="255"/>
                  </a:lnTo>
                  <a:lnTo>
                    <a:pt x="250" y="254"/>
                  </a:lnTo>
                  <a:lnTo>
                    <a:pt x="249" y="254"/>
                  </a:lnTo>
                  <a:lnTo>
                    <a:pt x="249" y="253"/>
                  </a:lnTo>
                  <a:lnTo>
                    <a:pt x="250" y="236"/>
                  </a:lnTo>
                  <a:lnTo>
                    <a:pt x="251" y="236"/>
                  </a:lnTo>
                  <a:lnTo>
                    <a:pt x="252" y="237"/>
                  </a:lnTo>
                  <a:lnTo>
                    <a:pt x="253" y="238"/>
                  </a:lnTo>
                  <a:close/>
                  <a:moveTo>
                    <a:pt x="92" y="292"/>
                  </a:moveTo>
                  <a:lnTo>
                    <a:pt x="103" y="296"/>
                  </a:lnTo>
                  <a:lnTo>
                    <a:pt x="106" y="296"/>
                  </a:lnTo>
                  <a:lnTo>
                    <a:pt x="106" y="297"/>
                  </a:lnTo>
                  <a:lnTo>
                    <a:pt x="107" y="297"/>
                  </a:lnTo>
                  <a:lnTo>
                    <a:pt x="107" y="298"/>
                  </a:lnTo>
                  <a:lnTo>
                    <a:pt x="107" y="299"/>
                  </a:lnTo>
                  <a:lnTo>
                    <a:pt x="106" y="302"/>
                  </a:lnTo>
                  <a:lnTo>
                    <a:pt x="103" y="307"/>
                  </a:lnTo>
                  <a:lnTo>
                    <a:pt x="101" y="310"/>
                  </a:lnTo>
                  <a:lnTo>
                    <a:pt x="100" y="310"/>
                  </a:lnTo>
                  <a:lnTo>
                    <a:pt x="100" y="311"/>
                  </a:lnTo>
                  <a:lnTo>
                    <a:pt x="99" y="310"/>
                  </a:lnTo>
                  <a:lnTo>
                    <a:pt x="84" y="307"/>
                  </a:lnTo>
                  <a:lnTo>
                    <a:pt x="80" y="303"/>
                  </a:lnTo>
                  <a:lnTo>
                    <a:pt x="89" y="291"/>
                  </a:lnTo>
                  <a:lnTo>
                    <a:pt x="90" y="291"/>
                  </a:lnTo>
                  <a:lnTo>
                    <a:pt x="91" y="291"/>
                  </a:lnTo>
                  <a:lnTo>
                    <a:pt x="92" y="292"/>
                  </a:lnTo>
                  <a:close/>
                  <a:moveTo>
                    <a:pt x="2" y="285"/>
                  </a:moveTo>
                  <a:lnTo>
                    <a:pt x="2" y="285"/>
                  </a:lnTo>
                  <a:lnTo>
                    <a:pt x="6" y="285"/>
                  </a:lnTo>
                  <a:lnTo>
                    <a:pt x="8" y="285"/>
                  </a:lnTo>
                  <a:lnTo>
                    <a:pt x="8" y="286"/>
                  </a:lnTo>
                  <a:lnTo>
                    <a:pt x="8" y="287"/>
                  </a:lnTo>
                  <a:lnTo>
                    <a:pt x="8" y="288"/>
                  </a:lnTo>
                  <a:lnTo>
                    <a:pt x="7" y="288"/>
                  </a:lnTo>
                  <a:lnTo>
                    <a:pt x="6" y="288"/>
                  </a:lnTo>
                  <a:lnTo>
                    <a:pt x="2" y="289"/>
                  </a:lnTo>
                  <a:lnTo>
                    <a:pt x="1" y="289"/>
                  </a:lnTo>
                  <a:lnTo>
                    <a:pt x="0" y="288"/>
                  </a:lnTo>
                  <a:lnTo>
                    <a:pt x="0" y="286"/>
                  </a:lnTo>
                  <a:lnTo>
                    <a:pt x="0" y="285"/>
                  </a:lnTo>
                  <a:lnTo>
                    <a:pt x="1" y="285"/>
                  </a:lnTo>
                  <a:lnTo>
                    <a:pt x="2" y="285"/>
                  </a:lnTo>
                  <a:close/>
                  <a:moveTo>
                    <a:pt x="894" y="286"/>
                  </a:moveTo>
                  <a:lnTo>
                    <a:pt x="894" y="286"/>
                  </a:lnTo>
                  <a:lnTo>
                    <a:pt x="893" y="286"/>
                  </a:lnTo>
                  <a:lnTo>
                    <a:pt x="892" y="285"/>
                  </a:lnTo>
                  <a:lnTo>
                    <a:pt x="892" y="284"/>
                  </a:lnTo>
                  <a:lnTo>
                    <a:pt x="892" y="283"/>
                  </a:lnTo>
                  <a:lnTo>
                    <a:pt x="893" y="283"/>
                  </a:lnTo>
                  <a:lnTo>
                    <a:pt x="894" y="283"/>
                  </a:lnTo>
                  <a:lnTo>
                    <a:pt x="895" y="283"/>
                  </a:lnTo>
                  <a:lnTo>
                    <a:pt x="896" y="284"/>
                  </a:lnTo>
                  <a:lnTo>
                    <a:pt x="896" y="285"/>
                  </a:lnTo>
                  <a:lnTo>
                    <a:pt x="896" y="286"/>
                  </a:lnTo>
                  <a:lnTo>
                    <a:pt x="895" y="286"/>
                  </a:lnTo>
                  <a:lnTo>
                    <a:pt x="894" y="28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6" name="Freeform 67"/>
            <p:cNvSpPr>
              <a:spLocks/>
            </p:cNvSpPr>
            <p:nvPr/>
          </p:nvSpPr>
          <p:spPr bwMode="gray">
            <a:xfrm>
              <a:off x="1718" y="3759"/>
              <a:ext cx="28" cy="31"/>
            </a:xfrm>
            <a:custGeom>
              <a:avLst/>
              <a:gdLst>
                <a:gd name="T0" fmla="*/ 2 w 28"/>
                <a:gd name="T1" fmla="*/ 17 h 31"/>
                <a:gd name="T2" fmla="*/ 8 w 28"/>
                <a:gd name="T3" fmla="*/ 18 h 31"/>
                <a:gd name="T4" fmla="*/ 8 w 28"/>
                <a:gd name="T5" fmla="*/ 18 h 31"/>
                <a:gd name="T6" fmla="*/ 12 w 28"/>
                <a:gd name="T7" fmla="*/ 18 h 31"/>
                <a:gd name="T8" fmla="*/ 13 w 28"/>
                <a:gd name="T9" fmla="*/ 18 h 31"/>
                <a:gd name="T10" fmla="*/ 15 w 28"/>
                <a:gd name="T11" fmla="*/ 17 h 31"/>
                <a:gd name="T12" fmla="*/ 16 w 28"/>
                <a:gd name="T13" fmla="*/ 17 h 31"/>
                <a:gd name="T14" fmla="*/ 19 w 28"/>
                <a:gd name="T15" fmla="*/ 11 h 31"/>
                <a:gd name="T16" fmla="*/ 23 w 28"/>
                <a:gd name="T17" fmla="*/ 4 h 31"/>
                <a:gd name="T18" fmla="*/ 23 w 28"/>
                <a:gd name="T19" fmla="*/ 3 h 31"/>
                <a:gd name="T20" fmla="*/ 25 w 28"/>
                <a:gd name="T21" fmla="*/ 0 h 31"/>
                <a:gd name="T22" fmla="*/ 26 w 28"/>
                <a:gd name="T23" fmla="*/ 0 h 31"/>
                <a:gd name="T24" fmla="*/ 26 w 28"/>
                <a:gd name="T25" fmla="*/ 0 h 31"/>
                <a:gd name="T26" fmla="*/ 27 w 28"/>
                <a:gd name="T27" fmla="*/ 0 h 31"/>
                <a:gd name="T28" fmla="*/ 27 w 28"/>
                <a:gd name="T29" fmla="*/ 0 h 31"/>
                <a:gd name="T30" fmla="*/ 28 w 28"/>
                <a:gd name="T31" fmla="*/ 2 h 31"/>
                <a:gd name="T32" fmla="*/ 28 w 28"/>
                <a:gd name="T33" fmla="*/ 3 h 31"/>
                <a:gd name="T34" fmla="*/ 27 w 28"/>
                <a:gd name="T35" fmla="*/ 4 h 31"/>
                <a:gd name="T36" fmla="*/ 27 w 28"/>
                <a:gd name="T37" fmla="*/ 4 h 31"/>
                <a:gd name="T38" fmla="*/ 25 w 28"/>
                <a:gd name="T39" fmla="*/ 5 h 31"/>
                <a:gd name="T40" fmla="*/ 25 w 28"/>
                <a:gd name="T41" fmla="*/ 6 h 31"/>
                <a:gd name="T42" fmla="*/ 24 w 28"/>
                <a:gd name="T43" fmla="*/ 7 h 31"/>
                <a:gd name="T44" fmla="*/ 22 w 28"/>
                <a:gd name="T45" fmla="*/ 11 h 31"/>
                <a:gd name="T46" fmla="*/ 22 w 28"/>
                <a:gd name="T47" fmla="*/ 12 h 31"/>
                <a:gd name="T48" fmla="*/ 20 w 28"/>
                <a:gd name="T49" fmla="*/ 15 h 31"/>
                <a:gd name="T50" fmla="*/ 19 w 28"/>
                <a:gd name="T51" fmla="*/ 20 h 31"/>
                <a:gd name="T52" fmla="*/ 19 w 28"/>
                <a:gd name="T53" fmla="*/ 21 h 31"/>
                <a:gd name="T54" fmla="*/ 19 w 28"/>
                <a:gd name="T55" fmla="*/ 23 h 31"/>
                <a:gd name="T56" fmla="*/ 19 w 28"/>
                <a:gd name="T57" fmla="*/ 24 h 31"/>
                <a:gd name="T58" fmla="*/ 18 w 28"/>
                <a:gd name="T59" fmla="*/ 28 h 31"/>
                <a:gd name="T60" fmla="*/ 17 w 28"/>
                <a:gd name="T61" fmla="*/ 29 h 31"/>
                <a:gd name="T62" fmla="*/ 17 w 28"/>
                <a:gd name="T63" fmla="*/ 29 h 31"/>
                <a:gd name="T64" fmla="*/ 16 w 28"/>
                <a:gd name="T65" fmla="*/ 30 h 31"/>
                <a:gd name="T66" fmla="*/ 11 w 28"/>
                <a:gd name="T67" fmla="*/ 30 h 31"/>
                <a:gd name="T68" fmla="*/ 10 w 28"/>
                <a:gd name="T69" fmla="*/ 31 h 31"/>
                <a:gd name="T70" fmla="*/ 9 w 28"/>
                <a:gd name="T71" fmla="*/ 31 h 31"/>
                <a:gd name="T72" fmla="*/ 9 w 28"/>
                <a:gd name="T73" fmla="*/ 30 h 31"/>
                <a:gd name="T74" fmla="*/ 7 w 28"/>
                <a:gd name="T75" fmla="*/ 30 h 31"/>
                <a:gd name="T76" fmla="*/ 6 w 28"/>
                <a:gd name="T77" fmla="*/ 29 h 31"/>
                <a:gd name="T78" fmla="*/ 5 w 28"/>
                <a:gd name="T79" fmla="*/ 28 h 31"/>
                <a:gd name="T80" fmla="*/ 0 w 28"/>
                <a:gd name="T81" fmla="*/ 19 h 31"/>
                <a:gd name="T82" fmla="*/ 0 w 28"/>
                <a:gd name="T83" fmla="*/ 19 h 31"/>
                <a:gd name="T84" fmla="*/ 0 w 28"/>
                <a:gd name="T85" fmla="*/ 18 h 31"/>
                <a:gd name="T86" fmla="*/ 0 w 28"/>
                <a:gd name="T87" fmla="*/ 18 h 31"/>
                <a:gd name="T88" fmla="*/ 1 w 28"/>
                <a:gd name="T89" fmla="*/ 18 h 31"/>
                <a:gd name="T90" fmla="*/ 2 w 28"/>
                <a:gd name="T91" fmla="*/ 17 h 31"/>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28"/>
                <a:gd name="T139" fmla="*/ 0 h 31"/>
                <a:gd name="T140" fmla="*/ 28 w 28"/>
                <a:gd name="T141" fmla="*/ 31 h 31"/>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28" h="31">
                  <a:moveTo>
                    <a:pt x="2" y="17"/>
                  </a:moveTo>
                  <a:lnTo>
                    <a:pt x="8" y="18"/>
                  </a:lnTo>
                  <a:lnTo>
                    <a:pt x="12" y="18"/>
                  </a:lnTo>
                  <a:lnTo>
                    <a:pt x="13" y="18"/>
                  </a:lnTo>
                  <a:lnTo>
                    <a:pt x="15" y="17"/>
                  </a:lnTo>
                  <a:lnTo>
                    <a:pt x="16" y="17"/>
                  </a:lnTo>
                  <a:lnTo>
                    <a:pt x="19" y="11"/>
                  </a:lnTo>
                  <a:lnTo>
                    <a:pt x="23" y="4"/>
                  </a:lnTo>
                  <a:lnTo>
                    <a:pt x="23" y="3"/>
                  </a:lnTo>
                  <a:lnTo>
                    <a:pt x="25" y="0"/>
                  </a:lnTo>
                  <a:lnTo>
                    <a:pt x="26" y="0"/>
                  </a:lnTo>
                  <a:lnTo>
                    <a:pt x="27" y="0"/>
                  </a:lnTo>
                  <a:lnTo>
                    <a:pt x="28" y="2"/>
                  </a:lnTo>
                  <a:lnTo>
                    <a:pt x="28" y="3"/>
                  </a:lnTo>
                  <a:lnTo>
                    <a:pt x="27" y="4"/>
                  </a:lnTo>
                  <a:lnTo>
                    <a:pt x="25" y="5"/>
                  </a:lnTo>
                  <a:lnTo>
                    <a:pt x="25" y="6"/>
                  </a:lnTo>
                  <a:lnTo>
                    <a:pt x="24" y="7"/>
                  </a:lnTo>
                  <a:lnTo>
                    <a:pt x="22" y="11"/>
                  </a:lnTo>
                  <a:lnTo>
                    <a:pt x="22" y="12"/>
                  </a:lnTo>
                  <a:lnTo>
                    <a:pt x="20" y="15"/>
                  </a:lnTo>
                  <a:lnTo>
                    <a:pt x="19" y="20"/>
                  </a:lnTo>
                  <a:lnTo>
                    <a:pt x="19" y="21"/>
                  </a:lnTo>
                  <a:lnTo>
                    <a:pt x="19" y="23"/>
                  </a:lnTo>
                  <a:lnTo>
                    <a:pt x="19" y="24"/>
                  </a:lnTo>
                  <a:lnTo>
                    <a:pt x="18" y="28"/>
                  </a:lnTo>
                  <a:lnTo>
                    <a:pt x="17" y="29"/>
                  </a:lnTo>
                  <a:lnTo>
                    <a:pt x="16" y="30"/>
                  </a:lnTo>
                  <a:lnTo>
                    <a:pt x="11" y="30"/>
                  </a:lnTo>
                  <a:lnTo>
                    <a:pt x="10" y="31"/>
                  </a:lnTo>
                  <a:lnTo>
                    <a:pt x="9" y="31"/>
                  </a:lnTo>
                  <a:lnTo>
                    <a:pt x="9" y="30"/>
                  </a:lnTo>
                  <a:lnTo>
                    <a:pt x="7" y="30"/>
                  </a:lnTo>
                  <a:lnTo>
                    <a:pt x="6" y="29"/>
                  </a:lnTo>
                  <a:lnTo>
                    <a:pt x="5" y="28"/>
                  </a:lnTo>
                  <a:lnTo>
                    <a:pt x="0" y="19"/>
                  </a:lnTo>
                  <a:lnTo>
                    <a:pt x="0" y="18"/>
                  </a:lnTo>
                  <a:lnTo>
                    <a:pt x="1" y="18"/>
                  </a:lnTo>
                  <a:lnTo>
                    <a:pt x="2" y="17"/>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7" name="Freeform 68"/>
            <p:cNvSpPr>
              <a:spLocks/>
            </p:cNvSpPr>
            <p:nvPr/>
          </p:nvSpPr>
          <p:spPr bwMode="gray">
            <a:xfrm>
              <a:off x="2485" y="3606"/>
              <a:ext cx="7" cy="7"/>
            </a:xfrm>
            <a:custGeom>
              <a:avLst/>
              <a:gdLst>
                <a:gd name="T0" fmla="*/ 3 w 7"/>
                <a:gd name="T1" fmla="*/ 0 h 7"/>
                <a:gd name="T2" fmla="*/ 4 w 7"/>
                <a:gd name="T3" fmla="*/ 0 h 7"/>
                <a:gd name="T4" fmla="*/ 4 w 7"/>
                <a:gd name="T5" fmla="*/ 0 h 7"/>
                <a:gd name="T6" fmla="*/ 5 w 7"/>
                <a:gd name="T7" fmla="*/ 0 h 7"/>
                <a:gd name="T8" fmla="*/ 6 w 7"/>
                <a:gd name="T9" fmla="*/ 1 h 7"/>
                <a:gd name="T10" fmla="*/ 7 w 7"/>
                <a:gd name="T11" fmla="*/ 2 h 7"/>
                <a:gd name="T12" fmla="*/ 7 w 7"/>
                <a:gd name="T13" fmla="*/ 3 h 7"/>
                <a:gd name="T14" fmla="*/ 5 w 7"/>
                <a:gd name="T15" fmla="*/ 6 h 7"/>
                <a:gd name="T16" fmla="*/ 4 w 7"/>
                <a:gd name="T17" fmla="*/ 7 h 7"/>
                <a:gd name="T18" fmla="*/ 3 w 7"/>
                <a:gd name="T19" fmla="*/ 7 h 7"/>
                <a:gd name="T20" fmla="*/ 2 w 7"/>
                <a:gd name="T21" fmla="*/ 7 h 7"/>
                <a:gd name="T22" fmla="*/ 0 w 7"/>
                <a:gd name="T23" fmla="*/ 5 h 7"/>
                <a:gd name="T24" fmla="*/ 0 w 7"/>
                <a:gd name="T25" fmla="*/ 5 h 7"/>
                <a:gd name="T26" fmla="*/ 0 w 7"/>
                <a:gd name="T27" fmla="*/ 4 h 7"/>
                <a:gd name="T28" fmla="*/ 2 w 7"/>
                <a:gd name="T29" fmla="*/ 1 h 7"/>
                <a:gd name="T30" fmla="*/ 2 w 7"/>
                <a:gd name="T31" fmla="*/ 1 h 7"/>
                <a:gd name="T32" fmla="*/ 3 w 7"/>
                <a:gd name="T33" fmla="*/ 0 h 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7"/>
                <a:gd name="T52" fmla="*/ 0 h 7"/>
                <a:gd name="T53" fmla="*/ 7 w 7"/>
                <a:gd name="T54" fmla="*/ 7 h 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7" h="7">
                  <a:moveTo>
                    <a:pt x="3" y="0"/>
                  </a:moveTo>
                  <a:lnTo>
                    <a:pt x="4" y="0"/>
                  </a:lnTo>
                  <a:lnTo>
                    <a:pt x="5" y="0"/>
                  </a:lnTo>
                  <a:lnTo>
                    <a:pt x="6" y="1"/>
                  </a:lnTo>
                  <a:lnTo>
                    <a:pt x="7" y="2"/>
                  </a:lnTo>
                  <a:lnTo>
                    <a:pt x="7" y="3"/>
                  </a:lnTo>
                  <a:lnTo>
                    <a:pt x="5" y="6"/>
                  </a:lnTo>
                  <a:lnTo>
                    <a:pt x="4" y="7"/>
                  </a:lnTo>
                  <a:lnTo>
                    <a:pt x="3" y="7"/>
                  </a:lnTo>
                  <a:lnTo>
                    <a:pt x="2" y="7"/>
                  </a:lnTo>
                  <a:lnTo>
                    <a:pt x="0" y="5"/>
                  </a:lnTo>
                  <a:lnTo>
                    <a:pt x="0" y="4"/>
                  </a:lnTo>
                  <a:lnTo>
                    <a:pt x="2" y="1"/>
                  </a:lnTo>
                  <a:lnTo>
                    <a:pt x="3"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8" name="Freeform 69"/>
            <p:cNvSpPr>
              <a:spLocks/>
            </p:cNvSpPr>
            <p:nvPr/>
          </p:nvSpPr>
          <p:spPr bwMode="gray">
            <a:xfrm>
              <a:off x="2102" y="3488"/>
              <a:ext cx="74" cy="93"/>
            </a:xfrm>
            <a:custGeom>
              <a:avLst/>
              <a:gdLst>
                <a:gd name="T0" fmla="*/ 70 w 74"/>
                <a:gd name="T1" fmla="*/ 1 h 93"/>
                <a:gd name="T2" fmla="*/ 72 w 74"/>
                <a:gd name="T3" fmla="*/ 2 h 93"/>
                <a:gd name="T4" fmla="*/ 74 w 74"/>
                <a:gd name="T5" fmla="*/ 6 h 93"/>
                <a:gd name="T6" fmla="*/ 74 w 74"/>
                <a:gd name="T7" fmla="*/ 11 h 93"/>
                <a:gd name="T8" fmla="*/ 74 w 74"/>
                <a:gd name="T9" fmla="*/ 12 h 93"/>
                <a:gd name="T10" fmla="*/ 65 w 74"/>
                <a:gd name="T11" fmla="*/ 26 h 93"/>
                <a:gd name="T12" fmla="*/ 54 w 74"/>
                <a:gd name="T13" fmla="*/ 35 h 93"/>
                <a:gd name="T14" fmla="*/ 25 w 74"/>
                <a:gd name="T15" fmla="*/ 49 h 93"/>
                <a:gd name="T16" fmla="*/ 22 w 74"/>
                <a:gd name="T17" fmla="*/ 50 h 93"/>
                <a:gd name="T18" fmla="*/ 21 w 74"/>
                <a:gd name="T19" fmla="*/ 52 h 93"/>
                <a:gd name="T20" fmla="*/ 14 w 74"/>
                <a:gd name="T21" fmla="*/ 74 h 93"/>
                <a:gd name="T22" fmla="*/ 18 w 74"/>
                <a:gd name="T23" fmla="*/ 80 h 93"/>
                <a:gd name="T24" fmla="*/ 19 w 74"/>
                <a:gd name="T25" fmla="*/ 81 h 93"/>
                <a:gd name="T26" fmla="*/ 15 w 74"/>
                <a:gd name="T27" fmla="*/ 88 h 93"/>
                <a:gd name="T28" fmla="*/ 9 w 74"/>
                <a:gd name="T29" fmla="*/ 92 h 93"/>
                <a:gd name="T30" fmla="*/ 7 w 74"/>
                <a:gd name="T31" fmla="*/ 93 h 93"/>
                <a:gd name="T32" fmla="*/ 4 w 74"/>
                <a:gd name="T33" fmla="*/ 93 h 93"/>
                <a:gd name="T34" fmla="*/ 1 w 74"/>
                <a:gd name="T35" fmla="*/ 93 h 93"/>
                <a:gd name="T36" fmla="*/ 0 w 74"/>
                <a:gd name="T37" fmla="*/ 78 h 93"/>
                <a:gd name="T38" fmla="*/ 9 w 74"/>
                <a:gd name="T39" fmla="*/ 70 h 93"/>
                <a:gd name="T40" fmla="*/ 11 w 74"/>
                <a:gd name="T41" fmla="*/ 66 h 93"/>
                <a:gd name="T42" fmla="*/ 10 w 74"/>
                <a:gd name="T43" fmla="*/ 61 h 93"/>
                <a:gd name="T44" fmla="*/ 8 w 74"/>
                <a:gd name="T45" fmla="*/ 53 h 93"/>
                <a:gd name="T46" fmla="*/ 8 w 74"/>
                <a:gd name="T47" fmla="*/ 51 h 93"/>
                <a:gd name="T48" fmla="*/ 13 w 74"/>
                <a:gd name="T49" fmla="*/ 50 h 93"/>
                <a:gd name="T50" fmla="*/ 17 w 74"/>
                <a:gd name="T51" fmla="*/ 50 h 93"/>
                <a:gd name="T52" fmla="*/ 34 w 74"/>
                <a:gd name="T53" fmla="*/ 37 h 93"/>
                <a:gd name="T54" fmla="*/ 35 w 74"/>
                <a:gd name="T55" fmla="*/ 33 h 93"/>
                <a:gd name="T56" fmla="*/ 33 w 74"/>
                <a:gd name="T57" fmla="*/ 31 h 93"/>
                <a:gd name="T58" fmla="*/ 29 w 74"/>
                <a:gd name="T59" fmla="*/ 31 h 93"/>
                <a:gd name="T60" fmla="*/ 25 w 74"/>
                <a:gd name="T61" fmla="*/ 29 h 93"/>
                <a:gd name="T62" fmla="*/ 25 w 74"/>
                <a:gd name="T63" fmla="*/ 28 h 93"/>
                <a:gd name="T64" fmla="*/ 25 w 74"/>
                <a:gd name="T65" fmla="*/ 21 h 93"/>
                <a:gd name="T66" fmla="*/ 25 w 74"/>
                <a:gd name="T67" fmla="*/ 20 h 93"/>
                <a:gd name="T68" fmla="*/ 34 w 74"/>
                <a:gd name="T69" fmla="*/ 20 h 93"/>
                <a:gd name="T70" fmla="*/ 38 w 74"/>
                <a:gd name="T71" fmla="*/ 21 h 93"/>
                <a:gd name="T72" fmla="*/ 37 w 74"/>
                <a:gd name="T73" fmla="*/ 23 h 93"/>
                <a:gd name="T74" fmla="*/ 36 w 74"/>
                <a:gd name="T75" fmla="*/ 25 h 93"/>
                <a:gd name="T76" fmla="*/ 37 w 74"/>
                <a:gd name="T77" fmla="*/ 26 h 93"/>
                <a:gd name="T78" fmla="*/ 41 w 74"/>
                <a:gd name="T79" fmla="*/ 27 h 93"/>
                <a:gd name="T80" fmla="*/ 50 w 74"/>
                <a:gd name="T81" fmla="*/ 23 h 93"/>
                <a:gd name="T82" fmla="*/ 49 w 74"/>
                <a:gd name="T83" fmla="*/ 22 h 93"/>
                <a:gd name="T84" fmla="*/ 49 w 74"/>
                <a:gd name="T85" fmla="*/ 21 h 93"/>
                <a:gd name="T86" fmla="*/ 50 w 74"/>
                <a:gd name="T87" fmla="*/ 20 h 93"/>
                <a:gd name="T88" fmla="*/ 65 w 74"/>
                <a:gd name="T89" fmla="*/ 2 h 9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74"/>
                <a:gd name="T136" fmla="*/ 0 h 93"/>
                <a:gd name="T137" fmla="*/ 74 w 74"/>
                <a:gd name="T138" fmla="*/ 93 h 9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74" h="93">
                  <a:moveTo>
                    <a:pt x="69" y="0"/>
                  </a:moveTo>
                  <a:lnTo>
                    <a:pt x="70" y="1"/>
                  </a:lnTo>
                  <a:lnTo>
                    <a:pt x="71" y="2"/>
                  </a:lnTo>
                  <a:lnTo>
                    <a:pt x="72" y="2"/>
                  </a:lnTo>
                  <a:lnTo>
                    <a:pt x="73" y="5"/>
                  </a:lnTo>
                  <a:lnTo>
                    <a:pt x="74" y="6"/>
                  </a:lnTo>
                  <a:lnTo>
                    <a:pt x="74" y="7"/>
                  </a:lnTo>
                  <a:lnTo>
                    <a:pt x="74" y="11"/>
                  </a:lnTo>
                  <a:lnTo>
                    <a:pt x="74" y="12"/>
                  </a:lnTo>
                  <a:lnTo>
                    <a:pt x="67" y="24"/>
                  </a:lnTo>
                  <a:lnTo>
                    <a:pt x="65" y="26"/>
                  </a:lnTo>
                  <a:lnTo>
                    <a:pt x="64" y="27"/>
                  </a:lnTo>
                  <a:lnTo>
                    <a:pt x="54" y="35"/>
                  </a:lnTo>
                  <a:lnTo>
                    <a:pt x="32" y="49"/>
                  </a:lnTo>
                  <a:lnTo>
                    <a:pt x="25" y="49"/>
                  </a:lnTo>
                  <a:lnTo>
                    <a:pt x="23" y="50"/>
                  </a:lnTo>
                  <a:lnTo>
                    <a:pt x="22" y="50"/>
                  </a:lnTo>
                  <a:lnTo>
                    <a:pt x="21" y="51"/>
                  </a:lnTo>
                  <a:lnTo>
                    <a:pt x="21" y="52"/>
                  </a:lnTo>
                  <a:lnTo>
                    <a:pt x="20" y="53"/>
                  </a:lnTo>
                  <a:lnTo>
                    <a:pt x="14" y="74"/>
                  </a:lnTo>
                  <a:lnTo>
                    <a:pt x="17" y="80"/>
                  </a:lnTo>
                  <a:lnTo>
                    <a:pt x="18" y="80"/>
                  </a:lnTo>
                  <a:lnTo>
                    <a:pt x="19" y="80"/>
                  </a:lnTo>
                  <a:lnTo>
                    <a:pt x="19" y="81"/>
                  </a:lnTo>
                  <a:lnTo>
                    <a:pt x="18" y="84"/>
                  </a:lnTo>
                  <a:lnTo>
                    <a:pt x="15" y="88"/>
                  </a:lnTo>
                  <a:lnTo>
                    <a:pt x="14" y="89"/>
                  </a:lnTo>
                  <a:lnTo>
                    <a:pt x="9" y="92"/>
                  </a:lnTo>
                  <a:lnTo>
                    <a:pt x="8" y="93"/>
                  </a:lnTo>
                  <a:lnTo>
                    <a:pt x="7" y="93"/>
                  </a:lnTo>
                  <a:lnTo>
                    <a:pt x="6" y="93"/>
                  </a:lnTo>
                  <a:lnTo>
                    <a:pt x="4" y="93"/>
                  </a:lnTo>
                  <a:lnTo>
                    <a:pt x="3" y="93"/>
                  </a:lnTo>
                  <a:lnTo>
                    <a:pt x="1" y="93"/>
                  </a:lnTo>
                  <a:lnTo>
                    <a:pt x="1" y="92"/>
                  </a:lnTo>
                  <a:lnTo>
                    <a:pt x="0" y="78"/>
                  </a:lnTo>
                  <a:lnTo>
                    <a:pt x="3" y="75"/>
                  </a:lnTo>
                  <a:lnTo>
                    <a:pt x="9" y="70"/>
                  </a:lnTo>
                  <a:lnTo>
                    <a:pt x="11" y="66"/>
                  </a:lnTo>
                  <a:lnTo>
                    <a:pt x="11" y="65"/>
                  </a:lnTo>
                  <a:lnTo>
                    <a:pt x="10" y="61"/>
                  </a:lnTo>
                  <a:lnTo>
                    <a:pt x="9" y="57"/>
                  </a:lnTo>
                  <a:lnTo>
                    <a:pt x="8" y="53"/>
                  </a:lnTo>
                  <a:lnTo>
                    <a:pt x="8" y="52"/>
                  </a:lnTo>
                  <a:lnTo>
                    <a:pt x="8" y="51"/>
                  </a:lnTo>
                  <a:lnTo>
                    <a:pt x="8" y="50"/>
                  </a:lnTo>
                  <a:lnTo>
                    <a:pt x="13" y="50"/>
                  </a:lnTo>
                  <a:lnTo>
                    <a:pt x="16" y="50"/>
                  </a:lnTo>
                  <a:lnTo>
                    <a:pt x="17" y="50"/>
                  </a:lnTo>
                  <a:lnTo>
                    <a:pt x="34" y="37"/>
                  </a:lnTo>
                  <a:lnTo>
                    <a:pt x="35" y="35"/>
                  </a:lnTo>
                  <a:lnTo>
                    <a:pt x="35" y="33"/>
                  </a:lnTo>
                  <a:lnTo>
                    <a:pt x="34" y="33"/>
                  </a:lnTo>
                  <a:lnTo>
                    <a:pt x="33" y="31"/>
                  </a:lnTo>
                  <a:lnTo>
                    <a:pt x="32" y="31"/>
                  </a:lnTo>
                  <a:lnTo>
                    <a:pt x="29" y="31"/>
                  </a:lnTo>
                  <a:lnTo>
                    <a:pt x="26" y="30"/>
                  </a:lnTo>
                  <a:lnTo>
                    <a:pt x="25" y="29"/>
                  </a:lnTo>
                  <a:lnTo>
                    <a:pt x="25" y="28"/>
                  </a:lnTo>
                  <a:lnTo>
                    <a:pt x="25" y="21"/>
                  </a:lnTo>
                  <a:lnTo>
                    <a:pt x="25" y="20"/>
                  </a:lnTo>
                  <a:lnTo>
                    <a:pt x="33" y="19"/>
                  </a:lnTo>
                  <a:lnTo>
                    <a:pt x="34" y="20"/>
                  </a:lnTo>
                  <a:lnTo>
                    <a:pt x="38" y="21"/>
                  </a:lnTo>
                  <a:lnTo>
                    <a:pt x="38" y="22"/>
                  </a:lnTo>
                  <a:lnTo>
                    <a:pt x="37" y="23"/>
                  </a:lnTo>
                  <a:lnTo>
                    <a:pt x="36" y="24"/>
                  </a:lnTo>
                  <a:lnTo>
                    <a:pt x="36" y="25"/>
                  </a:lnTo>
                  <a:lnTo>
                    <a:pt x="37" y="26"/>
                  </a:lnTo>
                  <a:lnTo>
                    <a:pt x="38" y="27"/>
                  </a:lnTo>
                  <a:lnTo>
                    <a:pt x="41" y="27"/>
                  </a:lnTo>
                  <a:lnTo>
                    <a:pt x="45" y="26"/>
                  </a:lnTo>
                  <a:lnTo>
                    <a:pt x="50" y="23"/>
                  </a:lnTo>
                  <a:lnTo>
                    <a:pt x="49" y="22"/>
                  </a:lnTo>
                  <a:lnTo>
                    <a:pt x="49" y="21"/>
                  </a:lnTo>
                  <a:lnTo>
                    <a:pt x="49" y="20"/>
                  </a:lnTo>
                  <a:lnTo>
                    <a:pt x="50" y="20"/>
                  </a:lnTo>
                  <a:lnTo>
                    <a:pt x="51" y="17"/>
                  </a:lnTo>
                  <a:lnTo>
                    <a:pt x="65" y="2"/>
                  </a:lnTo>
                  <a:lnTo>
                    <a:pt x="69"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59" name="Freeform 70"/>
            <p:cNvSpPr>
              <a:spLocks/>
            </p:cNvSpPr>
            <p:nvPr/>
          </p:nvSpPr>
          <p:spPr bwMode="gray">
            <a:xfrm>
              <a:off x="1999" y="3544"/>
              <a:ext cx="13" cy="11"/>
            </a:xfrm>
            <a:custGeom>
              <a:avLst/>
              <a:gdLst>
                <a:gd name="T0" fmla="*/ 6 w 13"/>
                <a:gd name="T1" fmla="*/ 1 h 11"/>
                <a:gd name="T2" fmla="*/ 7 w 13"/>
                <a:gd name="T3" fmla="*/ 0 h 11"/>
                <a:gd name="T4" fmla="*/ 8 w 13"/>
                <a:gd name="T5" fmla="*/ 0 h 11"/>
                <a:gd name="T6" fmla="*/ 11 w 13"/>
                <a:gd name="T7" fmla="*/ 2 h 11"/>
                <a:gd name="T8" fmla="*/ 13 w 13"/>
                <a:gd name="T9" fmla="*/ 5 h 11"/>
                <a:gd name="T10" fmla="*/ 13 w 13"/>
                <a:gd name="T11" fmla="*/ 6 h 11"/>
                <a:gd name="T12" fmla="*/ 13 w 13"/>
                <a:gd name="T13" fmla="*/ 6 h 11"/>
                <a:gd name="T14" fmla="*/ 11 w 13"/>
                <a:gd name="T15" fmla="*/ 11 h 11"/>
                <a:gd name="T16" fmla="*/ 11 w 13"/>
                <a:gd name="T17" fmla="*/ 11 h 11"/>
                <a:gd name="T18" fmla="*/ 10 w 13"/>
                <a:gd name="T19" fmla="*/ 11 h 11"/>
                <a:gd name="T20" fmla="*/ 2 w 13"/>
                <a:gd name="T21" fmla="*/ 5 h 11"/>
                <a:gd name="T22" fmla="*/ 1 w 13"/>
                <a:gd name="T23" fmla="*/ 5 h 11"/>
                <a:gd name="T24" fmla="*/ 0 w 13"/>
                <a:gd name="T25" fmla="*/ 4 h 11"/>
                <a:gd name="T26" fmla="*/ 0 w 13"/>
                <a:gd name="T27" fmla="*/ 3 h 11"/>
                <a:gd name="T28" fmla="*/ 1 w 13"/>
                <a:gd name="T29" fmla="*/ 2 h 11"/>
                <a:gd name="T30" fmla="*/ 1 w 13"/>
                <a:gd name="T31" fmla="*/ 2 h 11"/>
                <a:gd name="T32" fmla="*/ 4 w 13"/>
                <a:gd name="T33" fmla="*/ 1 h 11"/>
                <a:gd name="T34" fmla="*/ 5 w 13"/>
                <a:gd name="T35" fmla="*/ 1 h 11"/>
                <a:gd name="T36" fmla="*/ 5 w 13"/>
                <a:gd name="T37" fmla="*/ 0 h 11"/>
                <a:gd name="T38" fmla="*/ 6 w 13"/>
                <a:gd name="T39" fmla="*/ 1 h 11"/>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3"/>
                <a:gd name="T61" fmla="*/ 0 h 11"/>
                <a:gd name="T62" fmla="*/ 13 w 13"/>
                <a:gd name="T63" fmla="*/ 11 h 11"/>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3" h="11">
                  <a:moveTo>
                    <a:pt x="6" y="1"/>
                  </a:moveTo>
                  <a:lnTo>
                    <a:pt x="7" y="0"/>
                  </a:lnTo>
                  <a:lnTo>
                    <a:pt x="8" y="0"/>
                  </a:lnTo>
                  <a:lnTo>
                    <a:pt x="11" y="2"/>
                  </a:lnTo>
                  <a:lnTo>
                    <a:pt x="13" y="5"/>
                  </a:lnTo>
                  <a:lnTo>
                    <a:pt x="13" y="6"/>
                  </a:lnTo>
                  <a:lnTo>
                    <a:pt x="11" y="11"/>
                  </a:lnTo>
                  <a:lnTo>
                    <a:pt x="10" y="11"/>
                  </a:lnTo>
                  <a:lnTo>
                    <a:pt x="2" y="5"/>
                  </a:lnTo>
                  <a:lnTo>
                    <a:pt x="1" y="5"/>
                  </a:lnTo>
                  <a:lnTo>
                    <a:pt x="0" y="4"/>
                  </a:lnTo>
                  <a:lnTo>
                    <a:pt x="0" y="3"/>
                  </a:lnTo>
                  <a:lnTo>
                    <a:pt x="1" y="2"/>
                  </a:lnTo>
                  <a:lnTo>
                    <a:pt x="4" y="1"/>
                  </a:lnTo>
                  <a:lnTo>
                    <a:pt x="5" y="1"/>
                  </a:lnTo>
                  <a:lnTo>
                    <a:pt x="5" y="0"/>
                  </a:lnTo>
                  <a:lnTo>
                    <a:pt x="6"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0" name="Freeform 71"/>
            <p:cNvSpPr>
              <a:spLocks/>
            </p:cNvSpPr>
            <p:nvPr/>
          </p:nvSpPr>
          <p:spPr bwMode="gray">
            <a:xfrm>
              <a:off x="1845" y="3724"/>
              <a:ext cx="21" cy="19"/>
            </a:xfrm>
            <a:custGeom>
              <a:avLst/>
              <a:gdLst>
                <a:gd name="T0" fmla="*/ 4 w 21"/>
                <a:gd name="T1" fmla="*/ 2 h 19"/>
                <a:gd name="T2" fmla="*/ 7 w 21"/>
                <a:gd name="T3" fmla="*/ 9 h 19"/>
                <a:gd name="T4" fmla="*/ 8 w 21"/>
                <a:gd name="T5" fmla="*/ 9 h 19"/>
                <a:gd name="T6" fmla="*/ 10 w 21"/>
                <a:gd name="T7" fmla="*/ 12 h 19"/>
                <a:gd name="T8" fmla="*/ 10 w 21"/>
                <a:gd name="T9" fmla="*/ 12 h 19"/>
                <a:gd name="T10" fmla="*/ 11 w 21"/>
                <a:gd name="T11" fmla="*/ 12 h 19"/>
                <a:gd name="T12" fmla="*/ 12 w 21"/>
                <a:gd name="T13" fmla="*/ 13 h 19"/>
                <a:gd name="T14" fmla="*/ 14 w 21"/>
                <a:gd name="T15" fmla="*/ 12 h 19"/>
                <a:gd name="T16" fmla="*/ 16 w 21"/>
                <a:gd name="T17" fmla="*/ 13 h 19"/>
                <a:gd name="T18" fmla="*/ 20 w 21"/>
                <a:gd name="T19" fmla="*/ 15 h 19"/>
                <a:gd name="T20" fmla="*/ 20 w 21"/>
                <a:gd name="T21" fmla="*/ 15 h 19"/>
                <a:gd name="T22" fmla="*/ 21 w 21"/>
                <a:gd name="T23" fmla="*/ 16 h 19"/>
                <a:gd name="T24" fmla="*/ 21 w 21"/>
                <a:gd name="T25" fmla="*/ 17 h 19"/>
                <a:gd name="T26" fmla="*/ 21 w 21"/>
                <a:gd name="T27" fmla="*/ 17 h 19"/>
                <a:gd name="T28" fmla="*/ 20 w 21"/>
                <a:gd name="T29" fmla="*/ 18 h 19"/>
                <a:gd name="T30" fmla="*/ 10 w 21"/>
                <a:gd name="T31" fmla="*/ 19 h 19"/>
                <a:gd name="T32" fmla="*/ 7 w 21"/>
                <a:gd name="T33" fmla="*/ 19 h 19"/>
                <a:gd name="T34" fmla="*/ 6 w 21"/>
                <a:gd name="T35" fmla="*/ 19 h 19"/>
                <a:gd name="T36" fmla="*/ 5 w 21"/>
                <a:gd name="T37" fmla="*/ 19 h 19"/>
                <a:gd name="T38" fmla="*/ 2 w 21"/>
                <a:gd name="T39" fmla="*/ 19 h 19"/>
                <a:gd name="T40" fmla="*/ 1 w 21"/>
                <a:gd name="T41" fmla="*/ 18 h 19"/>
                <a:gd name="T42" fmla="*/ 0 w 21"/>
                <a:gd name="T43" fmla="*/ 18 h 19"/>
                <a:gd name="T44" fmla="*/ 0 w 21"/>
                <a:gd name="T45" fmla="*/ 17 h 19"/>
                <a:gd name="T46" fmla="*/ 1 w 21"/>
                <a:gd name="T47" fmla="*/ 0 h 19"/>
                <a:gd name="T48" fmla="*/ 1 w 21"/>
                <a:gd name="T49" fmla="*/ 0 h 19"/>
                <a:gd name="T50" fmla="*/ 2 w 21"/>
                <a:gd name="T51" fmla="*/ 0 h 19"/>
                <a:gd name="T52" fmla="*/ 3 w 21"/>
                <a:gd name="T53" fmla="*/ 1 h 19"/>
                <a:gd name="T54" fmla="*/ 4 w 21"/>
                <a:gd name="T55" fmla="*/ 2 h 19"/>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21"/>
                <a:gd name="T85" fmla="*/ 0 h 19"/>
                <a:gd name="T86" fmla="*/ 21 w 21"/>
                <a:gd name="T87" fmla="*/ 19 h 19"/>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21" h="19">
                  <a:moveTo>
                    <a:pt x="4" y="2"/>
                  </a:moveTo>
                  <a:lnTo>
                    <a:pt x="7" y="9"/>
                  </a:lnTo>
                  <a:lnTo>
                    <a:pt x="8" y="9"/>
                  </a:lnTo>
                  <a:lnTo>
                    <a:pt x="10" y="12"/>
                  </a:lnTo>
                  <a:lnTo>
                    <a:pt x="11" y="12"/>
                  </a:lnTo>
                  <a:lnTo>
                    <a:pt x="12" y="13"/>
                  </a:lnTo>
                  <a:lnTo>
                    <a:pt x="14" y="12"/>
                  </a:lnTo>
                  <a:lnTo>
                    <a:pt x="16" y="13"/>
                  </a:lnTo>
                  <a:lnTo>
                    <a:pt x="20" y="15"/>
                  </a:lnTo>
                  <a:lnTo>
                    <a:pt x="21" y="16"/>
                  </a:lnTo>
                  <a:lnTo>
                    <a:pt x="21" y="17"/>
                  </a:lnTo>
                  <a:lnTo>
                    <a:pt x="20" y="18"/>
                  </a:lnTo>
                  <a:lnTo>
                    <a:pt x="10" y="19"/>
                  </a:lnTo>
                  <a:lnTo>
                    <a:pt x="7" y="19"/>
                  </a:lnTo>
                  <a:lnTo>
                    <a:pt x="6" y="19"/>
                  </a:lnTo>
                  <a:lnTo>
                    <a:pt x="5" y="19"/>
                  </a:lnTo>
                  <a:lnTo>
                    <a:pt x="2" y="19"/>
                  </a:lnTo>
                  <a:lnTo>
                    <a:pt x="1" y="18"/>
                  </a:lnTo>
                  <a:lnTo>
                    <a:pt x="0" y="18"/>
                  </a:lnTo>
                  <a:lnTo>
                    <a:pt x="0" y="17"/>
                  </a:lnTo>
                  <a:lnTo>
                    <a:pt x="1" y="0"/>
                  </a:lnTo>
                  <a:lnTo>
                    <a:pt x="2" y="0"/>
                  </a:lnTo>
                  <a:lnTo>
                    <a:pt x="3" y="1"/>
                  </a:lnTo>
                  <a:lnTo>
                    <a:pt x="4" y="2"/>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1" name="Freeform 72"/>
            <p:cNvSpPr>
              <a:spLocks/>
            </p:cNvSpPr>
            <p:nvPr/>
          </p:nvSpPr>
          <p:spPr bwMode="gray">
            <a:xfrm>
              <a:off x="1676" y="3779"/>
              <a:ext cx="27" cy="20"/>
            </a:xfrm>
            <a:custGeom>
              <a:avLst/>
              <a:gdLst>
                <a:gd name="T0" fmla="*/ 12 w 27"/>
                <a:gd name="T1" fmla="*/ 1 h 20"/>
                <a:gd name="T2" fmla="*/ 23 w 27"/>
                <a:gd name="T3" fmla="*/ 5 h 20"/>
                <a:gd name="T4" fmla="*/ 26 w 27"/>
                <a:gd name="T5" fmla="*/ 5 h 20"/>
                <a:gd name="T6" fmla="*/ 26 w 27"/>
                <a:gd name="T7" fmla="*/ 6 h 20"/>
                <a:gd name="T8" fmla="*/ 27 w 27"/>
                <a:gd name="T9" fmla="*/ 6 h 20"/>
                <a:gd name="T10" fmla="*/ 27 w 27"/>
                <a:gd name="T11" fmla="*/ 7 h 20"/>
                <a:gd name="T12" fmla="*/ 27 w 27"/>
                <a:gd name="T13" fmla="*/ 8 h 20"/>
                <a:gd name="T14" fmla="*/ 26 w 27"/>
                <a:gd name="T15" fmla="*/ 11 h 20"/>
                <a:gd name="T16" fmla="*/ 23 w 27"/>
                <a:gd name="T17" fmla="*/ 16 h 20"/>
                <a:gd name="T18" fmla="*/ 21 w 27"/>
                <a:gd name="T19" fmla="*/ 19 h 20"/>
                <a:gd name="T20" fmla="*/ 20 w 27"/>
                <a:gd name="T21" fmla="*/ 19 h 20"/>
                <a:gd name="T22" fmla="*/ 20 w 27"/>
                <a:gd name="T23" fmla="*/ 20 h 20"/>
                <a:gd name="T24" fmla="*/ 19 w 27"/>
                <a:gd name="T25" fmla="*/ 19 h 20"/>
                <a:gd name="T26" fmla="*/ 4 w 27"/>
                <a:gd name="T27" fmla="*/ 16 h 20"/>
                <a:gd name="T28" fmla="*/ 0 w 27"/>
                <a:gd name="T29" fmla="*/ 12 h 20"/>
                <a:gd name="T30" fmla="*/ 9 w 27"/>
                <a:gd name="T31" fmla="*/ 0 h 20"/>
                <a:gd name="T32" fmla="*/ 9 w 27"/>
                <a:gd name="T33" fmla="*/ 0 h 20"/>
                <a:gd name="T34" fmla="*/ 10 w 27"/>
                <a:gd name="T35" fmla="*/ 0 h 20"/>
                <a:gd name="T36" fmla="*/ 11 w 27"/>
                <a:gd name="T37" fmla="*/ 0 h 20"/>
                <a:gd name="T38" fmla="*/ 12 w 27"/>
                <a:gd name="T39" fmla="*/ 1 h 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27"/>
                <a:gd name="T61" fmla="*/ 0 h 20"/>
                <a:gd name="T62" fmla="*/ 27 w 27"/>
                <a:gd name="T63" fmla="*/ 20 h 20"/>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27" h="20">
                  <a:moveTo>
                    <a:pt x="12" y="1"/>
                  </a:moveTo>
                  <a:lnTo>
                    <a:pt x="23" y="5"/>
                  </a:lnTo>
                  <a:lnTo>
                    <a:pt x="26" y="5"/>
                  </a:lnTo>
                  <a:lnTo>
                    <a:pt x="26" y="6"/>
                  </a:lnTo>
                  <a:lnTo>
                    <a:pt x="27" y="6"/>
                  </a:lnTo>
                  <a:lnTo>
                    <a:pt x="27" y="7"/>
                  </a:lnTo>
                  <a:lnTo>
                    <a:pt x="27" y="8"/>
                  </a:lnTo>
                  <a:lnTo>
                    <a:pt x="26" y="11"/>
                  </a:lnTo>
                  <a:lnTo>
                    <a:pt x="23" y="16"/>
                  </a:lnTo>
                  <a:lnTo>
                    <a:pt x="21" y="19"/>
                  </a:lnTo>
                  <a:lnTo>
                    <a:pt x="20" y="19"/>
                  </a:lnTo>
                  <a:lnTo>
                    <a:pt x="20" y="20"/>
                  </a:lnTo>
                  <a:lnTo>
                    <a:pt x="19" y="19"/>
                  </a:lnTo>
                  <a:lnTo>
                    <a:pt x="4" y="16"/>
                  </a:lnTo>
                  <a:lnTo>
                    <a:pt x="0" y="12"/>
                  </a:lnTo>
                  <a:lnTo>
                    <a:pt x="9" y="0"/>
                  </a:lnTo>
                  <a:lnTo>
                    <a:pt x="10" y="0"/>
                  </a:lnTo>
                  <a:lnTo>
                    <a:pt x="11" y="0"/>
                  </a:lnTo>
                  <a:lnTo>
                    <a:pt x="12" y="1"/>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2" name="Freeform 73"/>
            <p:cNvSpPr>
              <a:spLocks/>
            </p:cNvSpPr>
            <p:nvPr/>
          </p:nvSpPr>
          <p:spPr bwMode="gray">
            <a:xfrm>
              <a:off x="1596" y="3773"/>
              <a:ext cx="8" cy="4"/>
            </a:xfrm>
            <a:custGeom>
              <a:avLst/>
              <a:gdLst>
                <a:gd name="T0" fmla="*/ 2 w 8"/>
                <a:gd name="T1" fmla="*/ 0 h 4"/>
                <a:gd name="T2" fmla="*/ 2 w 8"/>
                <a:gd name="T3" fmla="*/ 0 h 4"/>
                <a:gd name="T4" fmla="*/ 6 w 8"/>
                <a:gd name="T5" fmla="*/ 0 h 4"/>
                <a:gd name="T6" fmla="*/ 8 w 8"/>
                <a:gd name="T7" fmla="*/ 0 h 4"/>
                <a:gd name="T8" fmla="*/ 8 w 8"/>
                <a:gd name="T9" fmla="*/ 1 h 4"/>
                <a:gd name="T10" fmla="*/ 8 w 8"/>
                <a:gd name="T11" fmla="*/ 2 h 4"/>
                <a:gd name="T12" fmla="*/ 8 w 8"/>
                <a:gd name="T13" fmla="*/ 2 h 4"/>
                <a:gd name="T14" fmla="*/ 8 w 8"/>
                <a:gd name="T15" fmla="*/ 3 h 4"/>
                <a:gd name="T16" fmla="*/ 7 w 8"/>
                <a:gd name="T17" fmla="*/ 3 h 4"/>
                <a:gd name="T18" fmla="*/ 7 w 8"/>
                <a:gd name="T19" fmla="*/ 3 h 4"/>
                <a:gd name="T20" fmla="*/ 6 w 8"/>
                <a:gd name="T21" fmla="*/ 3 h 4"/>
                <a:gd name="T22" fmla="*/ 2 w 8"/>
                <a:gd name="T23" fmla="*/ 4 h 4"/>
                <a:gd name="T24" fmla="*/ 1 w 8"/>
                <a:gd name="T25" fmla="*/ 4 h 4"/>
                <a:gd name="T26" fmla="*/ 0 w 8"/>
                <a:gd name="T27" fmla="*/ 3 h 4"/>
                <a:gd name="T28" fmla="*/ 0 w 8"/>
                <a:gd name="T29" fmla="*/ 3 h 4"/>
                <a:gd name="T30" fmla="*/ 0 w 8"/>
                <a:gd name="T31" fmla="*/ 1 h 4"/>
                <a:gd name="T32" fmla="*/ 0 w 8"/>
                <a:gd name="T33" fmla="*/ 0 h 4"/>
                <a:gd name="T34" fmla="*/ 1 w 8"/>
                <a:gd name="T35" fmla="*/ 0 h 4"/>
                <a:gd name="T36" fmla="*/ 2 w 8"/>
                <a:gd name="T37" fmla="*/ 0 h 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8"/>
                <a:gd name="T58" fmla="*/ 0 h 4"/>
                <a:gd name="T59" fmla="*/ 8 w 8"/>
                <a:gd name="T60" fmla="*/ 4 h 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8" h="4">
                  <a:moveTo>
                    <a:pt x="2" y="0"/>
                  </a:moveTo>
                  <a:lnTo>
                    <a:pt x="2" y="0"/>
                  </a:lnTo>
                  <a:lnTo>
                    <a:pt x="6" y="0"/>
                  </a:lnTo>
                  <a:lnTo>
                    <a:pt x="8" y="0"/>
                  </a:lnTo>
                  <a:lnTo>
                    <a:pt x="8" y="1"/>
                  </a:lnTo>
                  <a:lnTo>
                    <a:pt x="8" y="2"/>
                  </a:lnTo>
                  <a:lnTo>
                    <a:pt x="8" y="3"/>
                  </a:lnTo>
                  <a:lnTo>
                    <a:pt x="7" y="3"/>
                  </a:lnTo>
                  <a:lnTo>
                    <a:pt x="6" y="3"/>
                  </a:lnTo>
                  <a:lnTo>
                    <a:pt x="2" y="4"/>
                  </a:lnTo>
                  <a:lnTo>
                    <a:pt x="1" y="4"/>
                  </a:lnTo>
                  <a:lnTo>
                    <a:pt x="0" y="3"/>
                  </a:lnTo>
                  <a:lnTo>
                    <a:pt x="0" y="1"/>
                  </a:lnTo>
                  <a:lnTo>
                    <a:pt x="0" y="0"/>
                  </a:lnTo>
                  <a:lnTo>
                    <a:pt x="1" y="0"/>
                  </a:lnTo>
                  <a:lnTo>
                    <a:pt x="2" y="0"/>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3" name="Freeform 74"/>
            <p:cNvSpPr>
              <a:spLocks/>
            </p:cNvSpPr>
            <p:nvPr/>
          </p:nvSpPr>
          <p:spPr bwMode="gray">
            <a:xfrm>
              <a:off x="2488" y="3771"/>
              <a:ext cx="4" cy="3"/>
            </a:xfrm>
            <a:custGeom>
              <a:avLst/>
              <a:gdLst>
                <a:gd name="T0" fmla="*/ 2 w 4"/>
                <a:gd name="T1" fmla="*/ 3 h 3"/>
                <a:gd name="T2" fmla="*/ 2 w 4"/>
                <a:gd name="T3" fmla="*/ 3 h 3"/>
                <a:gd name="T4" fmla="*/ 1 w 4"/>
                <a:gd name="T5" fmla="*/ 3 h 3"/>
                <a:gd name="T6" fmla="*/ 0 w 4"/>
                <a:gd name="T7" fmla="*/ 2 h 3"/>
                <a:gd name="T8" fmla="*/ 0 w 4"/>
                <a:gd name="T9" fmla="*/ 1 h 3"/>
                <a:gd name="T10" fmla="*/ 0 w 4"/>
                <a:gd name="T11" fmla="*/ 0 h 3"/>
                <a:gd name="T12" fmla="*/ 1 w 4"/>
                <a:gd name="T13" fmla="*/ 0 h 3"/>
                <a:gd name="T14" fmla="*/ 1 w 4"/>
                <a:gd name="T15" fmla="*/ 0 h 3"/>
                <a:gd name="T16" fmla="*/ 2 w 4"/>
                <a:gd name="T17" fmla="*/ 0 h 3"/>
                <a:gd name="T18" fmla="*/ 3 w 4"/>
                <a:gd name="T19" fmla="*/ 0 h 3"/>
                <a:gd name="T20" fmla="*/ 4 w 4"/>
                <a:gd name="T21" fmla="*/ 1 h 3"/>
                <a:gd name="T22" fmla="*/ 4 w 4"/>
                <a:gd name="T23" fmla="*/ 2 h 3"/>
                <a:gd name="T24" fmla="*/ 4 w 4"/>
                <a:gd name="T25" fmla="*/ 3 h 3"/>
                <a:gd name="T26" fmla="*/ 3 w 4"/>
                <a:gd name="T27" fmla="*/ 3 h 3"/>
                <a:gd name="T28" fmla="*/ 2 w 4"/>
                <a:gd name="T29" fmla="*/ 3 h 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
                <a:gd name="T46" fmla="*/ 0 h 3"/>
                <a:gd name="T47" fmla="*/ 4 w 4"/>
                <a:gd name="T48" fmla="*/ 3 h 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 h="3">
                  <a:moveTo>
                    <a:pt x="2" y="3"/>
                  </a:moveTo>
                  <a:lnTo>
                    <a:pt x="2" y="3"/>
                  </a:lnTo>
                  <a:lnTo>
                    <a:pt x="1" y="3"/>
                  </a:lnTo>
                  <a:lnTo>
                    <a:pt x="0" y="2"/>
                  </a:lnTo>
                  <a:lnTo>
                    <a:pt x="0" y="1"/>
                  </a:lnTo>
                  <a:lnTo>
                    <a:pt x="0" y="0"/>
                  </a:lnTo>
                  <a:lnTo>
                    <a:pt x="1" y="0"/>
                  </a:lnTo>
                  <a:lnTo>
                    <a:pt x="2" y="0"/>
                  </a:lnTo>
                  <a:lnTo>
                    <a:pt x="3" y="0"/>
                  </a:lnTo>
                  <a:lnTo>
                    <a:pt x="4" y="1"/>
                  </a:lnTo>
                  <a:lnTo>
                    <a:pt x="4" y="2"/>
                  </a:lnTo>
                  <a:lnTo>
                    <a:pt x="4" y="3"/>
                  </a:lnTo>
                  <a:lnTo>
                    <a:pt x="3" y="3"/>
                  </a:lnTo>
                  <a:lnTo>
                    <a:pt x="2" y="3"/>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4" name="Freeform 75"/>
            <p:cNvSpPr>
              <a:spLocks noEditPoints="1"/>
            </p:cNvSpPr>
            <p:nvPr/>
          </p:nvSpPr>
          <p:spPr bwMode="gray">
            <a:xfrm>
              <a:off x="2572" y="2525"/>
              <a:ext cx="294" cy="234"/>
            </a:xfrm>
            <a:custGeom>
              <a:avLst/>
              <a:gdLst>
                <a:gd name="T0" fmla="*/ 112 w 294"/>
                <a:gd name="T1" fmla="*/ 41 h 234"/>
                <a:gd name="T2" fmla="*/ 103 w 294"/>
                <a:gd name="T3" fmla="*/ 47 h 234"/>
                <a:gd name="T4" fmla="*/ 100 w 294"/>
                <a:gd name="T5" fmla="*/ 46 h 234"/>
                <a:gd name="T6" fmla="*/ 106 w 294"/>
                <a:gd name="T7" fmla="*/ 34 h 234"/>
                <a:gd name="T8" fmla="*/ 109 w 294"/>
                <a:gd name="T9" fmla="*/ 34 h 234"/>
                <a:gd name="T10" fmla="*/ 173 w 294"/>
                <a:gd name="T11" fmla="*/ 65 h 234"/>
                <a:gd name="T12" fmla="*/ 175 w 294"/>
                <a:gd name="T13" fmla="*/ 50 h 234"/>
                <a:gd name="T14" fmla="*/ 202 w 294"/>
                <a:gd name="T15" fmla="*/ 24 h 234"/>
                <a:gd name="T16" fmla="*/ 227 w 294"/>
                <a:gd name="T17" fmla="*/ 21 h 234"/>
                <a:gd name="T18" fmla="*/ 241 w 294"/>
                <a:gd name="T19" fmla="*/ 32 h 234"/>
                <a:gd name="T20" fmla="*/ 259 w 294"/>
                <a:gd name="T21" fmla="*/ 44 h 234"/>
                <a:gd name="T22" fmla="*/ 275 w 294"/>
                <a:gd name="T23" fmla="*/ 42 h 234"/>
                <a:gd name="T24" fmla="*/ 283 w 294"/>
                <a:gd name="T25" fmla="*/ 42 h 234"/>
                <a:gd name="T26" fmla="*/ 279 w 294"/>
                <a:gd name="T27" fmla="*/ 59 h 234"/>
                <a:gd name="T28" fmla="*/ 278 w 294"/>
                <a:gd name="T29" fmla="*/ 73 h 234"/>
                <a:gd name="T30" fmla="*/ 282 w 294"/>
                <a:gd name="T31" fmla="*/ 73 h 234"/>
                <a:gd name="T32" fmla="*/ 294 w 294"/>
                <a:gd name="T33" fmla="*/ 94 h 234"/>
                <a:gd name="T34" fmla="*/ 282 w 294"/>
                <a:gd name="T35" fmla="*/ 100 h 234"/>
                <a:gd name="T36" fmla="*/ 254 w 294"/>
                <a:gd name="T37" fmla="*/ 121 h 234"/>
                <a:gd name="T38" fmla="*/ 242 w 294"/>
                <a:gd name="T39" fmla="*/ 138 h 234"/>
                <a:gd name="T40" fmla="*/ 235 w 294"/>
                <a:gd name="T41" fmla="*/ 158 h 234"/>
                <a:gd name="T42" fmla="*/ 233 w 294"/>
                <a:gd name="T43" fmla="*/ 170 h 234"/>
                <a:gd name="T44" fmla="*/ 218 w 294"/>
                <a:gd name="T45" fmla="*/ 154 h 234"/>
                <a:gd name="T46" fmla="*/ 204 w 294"/>
                <a:gd name="T47" fmla="*/ 139 h 234"/>
                <a:gd name="T48" fmla="*/ 183 w 294"/>
                <a:gd name="T49" fmla="*/ 134 h 234"/>
                <a:gd name="T50" fmla="*/ 169 w 294"/>
                <a:gd name="T51" fmla="*/ 136 h 234"/>
                <a:gd name="T52" fmla="*/ 137 w 294"/>
                <a:gd name="T53" fmla="*/ 153 h 234"/>
                <a:gd name="T54" fmla="*/ 132 w 294"/>
                <a:gd name="T55" fmla="*/ 164 h 234"/>
                <a:gd name="T56" fmla="*/ 134 w 294"/>
                <a:gd name="T57" fmla="*/ 167 h 234"/>
                <a:gd name="T58" fmla="*/ 118 w 294"/>
                <a:gd name="T59" fmla="*/ 194 h 234"/>
                <a:gd name="T60" fmla="*/ 108 w 294"/>
                <a:gd name="T61" fmla="*/ 200 h 234"/>
                <a:gd name="T62" fmla="*/ 102 w 294"/>
                <a:gd name="T63" fmla="*/ 233 h 234"/>
                <a:gd name="T64" fmla="*/ 91 w 294"/>
                <a:gd name="T65" fmla="*/ 229 h 234"/>
                <a:gd name="T66" fmla="*/ 86 w 294"/>
                <a:gd name="T67" fmla="*/ 234 h 234"/>
                <a:gd name="T68" fmla="*/ 69 w 294"/>
                <a:gd name="T69" fmla="*/ 221 h 234"/>
                <a:gd name="T70" fmla="*/ 75 w 294"/>
                <a:gd name="T71" fmla="*/ 215 h 234"/>
                <a:gd name="T72" fmla="*/ 68 w 294"/>
                <a:gd name="T73" fmla="*/ 212 h 234"/>
                <a:gd name="T74" fmla="*/ 54 w 294"/>
                <a:gd name="T75" fmla="*/ 215 h 234"/>
                <a:gd name="T76" fmla="*/ 49 w 294"/>
                <a:gd name="T77" fmla="*/ 192 h 234"/>
                <a:gd name="T78" fmla="*/ 54 w 294"/>
                <a:gd name="T79" fmla="*/ 174 h 234"/>
                <a:gd name="T80" fmla="*/ 42 w 294"/>
                <a:gd name="T81" fmla="*/ 163 h 234"/>
                <a:gd name="T82" fmla="*/ 40 w 294"/>
                <a:gd name="T83" fmla="*/ 146 h 234"/>
                <a:gd name="T84" fmla="*/ 37 w 294"/>
                <a:gd name="T85" fmla="*/ 140 h 234"/>
                <a:gd name="T86" fmla="*/ 15 w 294"/>
                <a:gd name="T87" fmla="*/ 154 h 234"/>
                <a:gd name="T88" fmla="*/ 0 w 294"/>
                <a:gd name="T89" fmla="*/ 157 h 234"/>
                <a:gd name="T90" fmla="*/ 28 w 294"/>
                <a:gd name="T91" fmla="*/ 140 h 234"/>
                <a:gd name="T92" fmla="*/ 62 w 294"/>
                <a:gd name="T93" fmla="*/ 117 h 234"/>
                <a:gd name="T94" fmla="*/ 70 w 294"/>
                <a:gd name="T95" fmla="*/ 110 h 234"/>
                <a:gd name="T96" fmla="*/ 73 w 294"/>
                <a:gd name="T97" fmla="*/ 97 h 234"/>
                <a:gd name="T98" fmla="*/ 94 w 294"/>
                <a:gd name="T99" fmla="*/ 58 h 234"/>
                <a:gd name="T100" fmla="*/ 109 w 294"/>
                <a:gd name="T101" fmla="*/ 68 h 234"/>
                <a:gd name="T102" fmla="*/ 113 w 294"/>
                <a:gd name="T103" fmla="*/ 77 h 234"/>
                <a:gd name="T104" fmla="*/ 122 w 294"/>
                <a:gd name="T105" fmla="*/ 83 h 234"/>
                <a:gd name="T106" fmla="*/ 133 w 294"/>
                <a:gd name="T107" fmla="*/ 79 h 234"/>
                <a:gd name="T108" fmla="*/ 144 w 294"/>
                <a:gd name="T109" fmla="*/ 73 h 234"/>
                <a:gd name="T110" fmla="*/ 161 w 294"/>
                <a:gd name="T111" fmla="*/ 76 h 234"/>
                <a:gd name="T112" fmla="*/ 253 w 294"/>
                <a:gd name="T113" fmla="*/ 5 h 234"/>
                <a:gd name="T114" fmla="*/ 234 w 294"/>
                <a:gd name="T115" fmla="*/ 10 h 234"/>
                <a:gd name="T116" fmla="*/ 252 w 294"/>
                <a:gd name="T117" fmla="*/ 0 h 23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94"/>
                <a:gd name="T178" fmla="*/ 0 h 234"/>
                <a:gd name="T179" fmla="*/ 294 w 294"/>
                <a:gd name="T180" fmla="*/ 234 h 23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94" h="234">
                  <a:moveTo>
                    <a:pt x="110" y="35"/>
                  </a:moveTo>
                  <a:lnTo>
                    <a:pt x="111" y="38"/>
                  </a:lnTo>
                  <a:lnTo>
                    <a:pt x="111" y="39"/>
                  </a:lnTo>
                  <a:lnTo>
                    <a:pt x="111" y="40"/>
                  </a:lnTo>
                  <a:lnTo>
                    <a:pt x="112" y="41"/>
                  </a:lnTo>
                  <a:lnTo>
                    <a:pt x="112" y="42"/>
                  </a:lnTo>
                  <a:lnTo>
                    <a:pt x="111" y="44"/>
                  </a:lnTo>
                  <a:lnTo>
                    <a:pt x="109" y="45"/>
                  </a:lnTo>
                  <a:lnTo>
                    <a:pt x="103" y="47"/>
                  </a:lnTo>
                  <a:lnTo>
                    <a:pt x="102" y="47"/>
                  </a:lnTo>
                  <a:lnTo>
                    <a:pt x="101" y="47"/>
                  </a:lnTo>
                  <a:lnTo>
                    <a:pt x="100" y="47"/>
                  </a:lnTo>
                  <a:lnTo>
                    <a:pt x="100" y="46"/>
                  </a:lnTo>
                  <a:lnTo>
                    <a:pt x="100" y="45"/>
                  </a:lnTo>
                  <a:lnTo>
                    <a:pt x="102" y="38"/>
                  </a:lnTo>
                  <a:lnTo>
                    <a:pt x="103" y="38"/>
                  </a:lnTo>
                  <a:lnTo>
                    <a:pt x="105" y="35"/>
                  </a:lnTo>
                  <a:lnTo>
                    <a:pt x="106" y="34"/>
                  </a:lnTo>
                  <a:lnTo>
                    <a:pt x="107" y="33"/>
                  </a:lnTo>
                  <a:lnTo>
                    <a:pt x="108" y="33"/>
                  </a:lnTo>
                  <a:lnTo>
                    <a:pt x="109" y="34"/>
                  </a:lnTo>
                  <a:lnTo>
                    <a:pt x="110" y="35"/>
                  </a:lnTo>
                  <a:close/>
                  <a:moveTo>
                    <a:pt x="169" y="68"/>
                  </a:moveTo>
                  <a:lnTo>
                    <a:pt x="171" y="66"/>
                  </a:lnTo>
                  <a:lnTo>
                    <a:pt x="172" y="66"/>
                  </a:lnTo>
                  <a:lnTo>
                    <a:pt x="173" y="65"/>
                  </a:lnTo>
                  <a:lnTo>
                    <a:pt x="174" y="64"/>
                  </a:lnTo>
                  <a:lnTo>
                    <a:pt x="175" y="59"/>
                  </a:lnTo>
                  <a:lnTo>
                    <a:pt x="175" y="58"/>
                  </a:lnTo>
                  <a:lnTo>
                    <a:pt x="175" y="53"/>
                  </a:lnTo>
                  <a:lnTo>
                    <a:pt x="175" y="50"/>
                  </a:lnTo>
                  <a:lnTo>
                    <a:pt x="178" y="43"/>
                  </a:lnTo>
                  <a:lnTo>
                    <a:pt x="179" y="42"/>
                  </a:lnTo>
                  <a:lnTo>
                    <a:pt x="184" y="39"/>
                  </a:lnTo>
                  <a:lnTo>
                    <a:pt x="185" y="38"/>
                  </a:lnTo>
                  <a:lnTo>
                    <a:pt x="202" y="24"/>
                  </a:lnTo>
                  <a:lnTo>
                    <a:pt x="214" y="26"/>
                  </a:lnTo>
                  <a:lnTo>
                    <a:pt x="222" y="28"/>
                  </a:lnTo>
                  <a:lnTo>
                    <a:pt x="222" y="27"/>
                  </a:lnTo>
                  <a:lnTo>
                    <a:pt x="225" y="23"/>
                  </a:lnTo>
                  <a:lnTo>
                    <a:pt x="227" y="21"/>
                  </a:lnTo>
                  <a:lnTo>
                    <a:pt x="228" y="21"/>
                  </a:lnTo>
                  <a:lnTo>
                    <a:pt x="229" y="21"/>
                  </a:lnTo>
                  <a:lnTo>
                    <a:pt x="230" y="22"/>
                  </a:lnTo>
                  <a:lnTo>
                    <a:pt x="237" y="27"/>
                  </a:lnTo>
                  <a:lnTo>
                    <a:pt x="241" y="32"/>
                  </a:lnTo>
                  <a:lnTo>
                    <a:pt x="241" y="33"/>
                  </a:lnTo>
                  <a:lnTo>
                    <a:pt x="241" y="34"/>
                  </a:lnTo>
                  <a:lnTo>
                    <a:pt x="242" y="34"/>
                  </a:lnTo>
                  <a:lnTo>
                    <a:pt x="249" y="39"/>
                  </a:lnTo>
                  <a:lnTo>
                    <a:pt x="259" y="44"/>
                  </a:lnTo>
                  <a:lnTo>
                    <a:pt x="261" y="45"/>
                  </a:lnTo>
                  <a:lnTo>
                    <a:pt x="263" y="45"/>
                  </a:lnTo>
                  <a:lnTo>
                    <a:pt x="264" y="45"/>
                  </a:lnTo>
                  <a:lnTo>
                    <a:pt x="273" y="43"/>
                  </a:lnTo>
                  <a:lnTo>
                    <a:pt x="275" y="42"/>
                  </a:lnTo>
                  <a:lnTo>
                    <a:pt x="277" y="41"/>
                  </a:lnTo>
                  <a:lnTo>
                    <a:pt x="279" y="41"/>
                  </a:lnTo>
                  <a:lnTo>
                    <a:pt x="283" y="41"/>
                  </a:lnTo>
                  <a:lnTo>
                    <a:pt x="283" y="42"/>
                  </a:lnTo>
                  <a:lnTo>
                    <a:pt x="282" y="51"/>
                  </a:lnTo>
                  <a:lnTo>
                    <a:pt x="282" y="52"/>
                  </a:lnTo>
                  <a:lnTo>
                    <a:pt x="281" y="52"/>
                  </a:lnTo>
                  <a:lnTo>
                    <a:pt x="280" y="56"/>
                  </a:lnTo>
                  <a:lnTo>
                    <a:pt x="279" y="59"/>
                  </a:lnTo>
                  <a:lnTo>
                    <a:pt x="279" y="60"/>
                  </a:lnTo>
                  <a:lnTo>
                    <a:pt x="277" y="67"/>
                  </a:lnTo>
                  <a:lnTo>
                    <a:pt x="277" y="68"/>
                  </a:lnTo>
                  <a:lnTo>
                    <a:pt x="278" y="72"/>
                  </a:lnTo>
                  <a:lnTo>
                    <a:pt x="278" y="73"/>
                  </a:lnTo>
                  <a:lnTo>
                    <a:pt x="278" y="74"/>
                  </a:lnTo>
                  <a:lnTo>
                    <a:pt x="279" y="74"/>
                  </a:lnTo>
                  <a:lnTo>
                    <a:pt x="280" y="74"/>
                  </a:lnTo>
                  <a:lnTo>
                    <a:pt x="281" y="73"/>
                  </a:lnTo>
                  <a:lnTo>
                    <a:pt x="282" y="73"/>
                  </a:lnTo>
                  <a:lnTo>
                    <a:pt x="283" y="74"/>
                  </a:lnTo>
                  <a:lnTo>
                    <a:pt x="288" y="80"/>
                  </a:lnTo>
                  <a:lnTo>
                    <a:pt x="294" y="94"/>
                  </a:lnTo>
                  <a:lnTo>
                    <a:pt x="293" y="95"/>
                  </a:lnTo>
                  <a:lnTo>
                    <a:pt x="292" y="96"/>
                  </a:lnTo>
                  <a:lnTo>
                    <a:pt x="288" y="97"/>
                  </a:lnTo>
                  <a:lnTo>
                    <a:pt x="282" y="100"/>
                  </a:lnTo>
                  <a:lnTo>
                    <a:pt x="276" y="104"/>
                  </a:lnTo>
                  <a:lnTo>
                    <a:pt x="256" y="119"/>
                  </a:lnTo>
                  <a:lnTo>
                    <a:pt x="254" y="120"/>
                  </a:lnTo>
                  <a:lnTo>
                    <a:pt x="254" y="121"/>
                  </a:lnTo>
                  <a:lnTo>
                    <a:pt x="250" y="129"/>
                  </a:lnTo>
                  <a:lnTo>
                    <a:pt x="246" y="132"/>
                  </a:lnTo>
                  <a:lnTo>
                    <a:pt x="245" y="133"/>
                  </a:lnTo>
                  <a:lnTo>
                    <a:pt x="245" y="134"/>
                  </a:lnTo>
                  <a:lnTo>
                    <a:pt x="242" y="138"/>
                  </a:lnTo>
                  <a:lnTo>
                    <a:pt x="240" y="142"/>
                  </a:lnTo>
                  <a:lnTo>
                    <a:pt x="239" y="143"/>
                  </a:lnTo>
                  <a:lnTo>
                    <a:pt x="236" y="152"/>
                  </a:lnTo>
                  <a:lnTo>
                    <a:pt x="235" y="157"/>
                  </a:lnTo>
                  <a:lnTo>
                    <a:pt x="235" y="158"/>
                  </a:lnTo>
                  <a:lnTo>
                    <a:pt x="235" y="161"/>
                  </a:lnTo>
                  <a:lnTo>
                    <a:pt x="234" y="164"/>
                  </a:lnTo>
                  <a:lnTo>
                    <a:pt x="234" y="166"/>
                  </a:lnTo>
                  <a:lnTo>
                    <a:pt x="234" y="168"/>
                  </a:lnTo>
                  <a:lnTo>
                    <a:pt x="233" y="170"/>
                  </a:lnTo>
                  <a:lnTo>
                    <a:pt x="233" y="169"/>
                  </a:lnTo>
                  <a:lnTo>
                    <a:pt x="226" y="164"/>
                  </a:lnTo>
                  <a:lnTo>
                    <a:pt x="225" y="164"/>
                  </a:lnTo>
                  <a:lnTo>
                    <a:pt x="218" y="155"/>
                  </a:lnTo>
                  <a:lnTo>
                    <a:pt x="218" y="154"/>
                  </a:lnTo>
                  <a:lnTo>
                    <a:pt x="217" y="151"/>
                  </a:lnTo>
                  <a:lnTo>
                    <a:pt x="217" y="150"/>
                  </a:lnTo>
                  <a:lnTo>
                    <a:pt x="206" y="140"/>
                  </a:lnTo>
                  <a:lnTo>
                    <a:pt x="204" y="139"/>
                  </a:lnTo>
                  <a:lnTo>
                    <a:pt x="203" y="138"/>
                  </a:lnTo>
                  <a:lnTo>
                    <a:pt x="200" y="137"/>
                  </a:lnTo>
                  <a:lnTo>
                    <a:pt x="187" y="134"/>
                  </a:lnTo>
                  <a:lnTo>
                    <a:pt x="186" y="134"/>
                  </a:lnTo>
                  <a:lnTo>
                    <a:pt x="183" y="134"/>
                  </a:lnTo>
                  <a:lnTo>
                    <a:pt x="176" y="134"/>
                  </a:lnTo>
                  <a:lnTo>
                    <a:pt x="174" y="135"/>
                  </a:lnTo>
                  <a:lnTo>
                    <a:pt x="171" y="135"/>
                  </a:lnTo>
                  <a:lnTo>
                    <a:pt x="170" y="136"/>
                  </a:lnTo>
                  <a:lnTo>
                    <a:pt x="169" y="136"/>
                  </a:lnTo>
                  <a:lnTo>
                    <a:pt x="168" y="137"/>
                  </a:lnTo>
                  <a:lnTo>
                    <a:pt x="148" y="150"/>
                  </a:lnTo>
                  <a:lnTo>
                    <a:pt x="145" y="151"/>
                  </a:lnTo>
                  <a:lnTo>
                    <a:pt x="144" y="151"/>
                  </a:lnTo>
                  <a:lnTo>
                    <a:pt x="137" y="153"/>
                  </a:lnTo>
                  <a:lnTo>
                    <a:pt x="136" y="153"/>
                  </a:lnTo>
                  <a:lnTo>
                    <a:pt x="135" y="154"/>
                  </a:lnTo>
                  <a:lnTo>
                    <a:pt x="133" y="158"/>
                  </a:lnTo>
                  <a:lnTo>
                    <a:pt x="132" y="159"/>
                  </a:lnTo>
                  <a:lnTo>
                    <a:pt x="132" y="164"/>
                  </a:lnTo>
                  <a:lnTo>
                    <a:pt x="133" y="164"/>
                  </a:lnTo>
                  <a:lnTo>
                    <a:pt x="133" y="165"/>
                  </a:lnTo>
                  <a:lnTo>
                    <a:pt x="134" y="166"/>
                  </a:lnTo>
                  <a:lnTo>
                    <a:pt x="134" y="167"/>
                  </a:lnTo>
                  <a:lnTo>
                    <a:pt x="134" y="169"/>
                  </a:lnTo>
                  <a:lnTo>
                    <a:pt x="133" y="172"/>
                  </a:lnTo>
                  <a:lnTo>
                    <a:pt x="132" y="175"/>
                  </a:lnTo>
                  <a:lnTo>
                    <a:pt x="121" y="189"/>
                  </a:lnTo>
                  <a:lnTo>
                    <a:pt x="118" y="194"/>
                  </a:lnTo>
                  <a:lnTo>
                    <a:pt x="112" y="197"/>
                  </a:lnTo>
                  <a:lnTo>
                    <a:pt x="111" y="197"/>
                  </a:lnTo>
                  <a:lnTo>
                    <a:pt x="110" y="198"/>
                  </a:lnTo>
                  <a:lnTo>
                    <a:pt x="109" y="199"/>
                  </a:lnTo>
                  <a:lnTo>
                    <a:pt x="108" y="200"/>
                  </a:lnTo>
                  <a:lnTo>
                    <a:pt x="107" y="201"/>
                  </a:lnTo>
                  <a:lnTo>
                    <a:pt x="107" y="203"/>
                  </a:lnTo>
                  <a:lnTo>
                    <a:pt x="106" y="204"/>
                  </a:lnTo>
                  <a:lnTo>
                    <a:pt x="105" y="219"/>
                  </a:lnTo>
                  <a:lnTo>
                    <a:pt x="102" y="233"/>
                  </a:lnTo>
                  <a:lnTo>
                    <a:pt x="99" y="230"/>
                  </a:lnTo>
                  <a:lnTo>
                    <a:pt x="98" y="230"/>
                  </a:lnTo>
                  <a:lnTo>
                    <a:pt x="96" y="229"/>
                  </a:lnTo>
                  <a:lnTo>
                    <a:pt x="95" y="229"/>
                  </a:lnTo>
                  <a:lnTo>
                    <a:pt x="91" y="229"/>
                  </a:lnTo>
                  <a:lnTo>
                    <a:pt x="90" y="230"/>
                  </a:lnTo>
                  <a:lnTo>
                    <a:pt x="87" y="233"/>
                  </a:lnTo>
                  <a:lnTo>
                    <a:pt x="86" y="233"/>
                  </a:lnTo>
                  <a:lnTo>
                    <a:pt x="86" y="234"/>
                  </a:lnTo>
                  <a:lnTo>
                    <a:pt x="84" y="234"/>
                  </a:lnTo>
                  <a:lnTo>
                    <a:pt x="67" y="232"/>
                  </a:lnTo>
                  <a:lnTo>
                    <a:pt x="66" y="229"/>
                  </a:lnTo>
                  <a:lnTo>
                    <a:pt x="69" y="221"/>
                  </a:lnTo>
                  <a:lnTo>
                    <a:pt x="71" y="219"/>
                  </a:lnTo>
                  <a:lnTo>
                    <a:pt x="73" y="218"/>
                  </a:lnTo>
                  <a:lnTo>
                    <a:pt x="74" y="217"/>
                  </a:lnTo>
                  <a:lnTo>
                    <a:pt x="74" y="216"/>
                  </a:lnTo>
                  <a:lnTo>
                    <a:pt x="75" y="215"/>
                  </a:lnTo>
                  <a:lnTo>
                    <a:pt x="75" y="214"/>
                  </a:lnTo>
                  <a:lnTo>
                    <a:pt x="75" y="213"/>
                  </a:lnTo>
                  <a:lnTo>
                    <a:pt x="75" y="212"/>
                  </a:lnTo>
                  <a:lnTo>
                    <a:pt x="69" y="212"/>
                  </a:lnTo>
                  <a:lnTo>
                    <a:pt x="68" y="212"/>
                  </a:lnTo>
                  <a:lnTo>
                    <a:pt x="67" y="212"/>
                  </a:lnTo>
                  <a:lnTo>
                    <a:pt x="64" y="213"/>
                  </a:lnTo>
                  <a:lnTo>
                    <a:pt x="54" y="214"/>
                  </a:lnTo>
                  <a:lnTo>
                    <a:pt x="54" y="215"/>
                  </a:lnTo>
                  <a:lnTo>
                    <a:pt x="53" y="214"/>
                  </a:lnTo>
                  <a:lnTo>
                    <a:pt x="50" y="214"/>
                  </a:lnTo>
                  <a:lnTo>
                    <a:pt x="50" y="213"/>
                  </a:lnTo>
                  <a:lnTo>
                    <a:pt x="50" y="211"/>
                  </a:lnTo>
                  <a:lnTo>
                    <a:pt x="49" y="192"/>
                  </a:lnTo>
                  <a:lnTo>
                    <a:pt x="50" y="179"/>
                  </a:lnTo>
                  <a:lnTo>
                    <a:pt x="51" y="178"/>
                  </a:lnTo>
                  <a:lnTo>
                    <a:pt x="52" y="177"/>
                  </a:lnTo>
                  <a:lnTo>
                    <a:pt x="53" y="175"/>
                  </a:lnTo>
                  <a:lnTo>
                    <a:pt x="54" y="174"/>
                  </a:lnTo>
                  <a:lnTo>
                    <a:pt x="56" y="169"/>
                  </a:lnTo>
                  <a:lnTo>
                    <a:pt x="51" y="164"/>
                  </a:lnTo>
                  <a:lnTo>
                    <a:pt x="48" y="163"/>
                  </a:lnTo>
                  <a:lnTo>
                    <a:pt x="43" y="163"/>
                  </a:lnTo>
                  <a:lnTo>
                    <a:pt x="42" y="163"/>
                  </a:lnTo>
                  <a:lnTo>
                    <a:pt x="39" y="161"/>
                  </a:lnTo>
                  <a:lnTo>
                    <a:pt x="39" y="160"/>
                  </a:lnTo>
                  <a:lnTo>
                    <a:pt x="38" y="160"/>
                  </a:lnTo>
                  <a:lnTo>
                    <a:pt x="40" y="146"/>
                  </a:lnTo>
                  <a:lnTo>
                    <a:pt x="40" y="145"/>
                  </a:lnTo>
                  <a:lnTo>
                    <a:pt x="41" y="145"/>
                  </a:lnTo>
                  <a:lnTo>
                    <a:pt x="40" y="143"/>
                  </a:lnTo>
                  <a:lnTo>
                    <a:pt x="38" y="140"/>
                  </a:lnTo>
                  <a:lnTo>
                    <a:pt x="37" y="140"/>
                  </a:lnTo>
                  <a:lnTo>
                    <a:pt x="31" y="142"/>
                  </a:lnTo>
                  <a:lnTo>
                    <a:pt x="17" y="150"/>
                  </a:lnTo>
                  <a:lnTo>
                    <a:pt x="16" y="151"/>
                  </a:lnTo>
                  <a:lnTo>
                    <a:pt x="15" y="153"/>
                  </a:lnTo>
                  <a:lnTo>
                    <a:pt x="15" y="154"/>
                  </a:lnTo>
                  <a:lnTo>
                    <a:pt x="14" y="155"/>
                  </a:lnTo>
                  <a:lnTo>
                    <a:pt x="13" y="155"/>
                  </a:lnTo>
                  <a:lnTo>
                    <a:pt x="12" y="155"/>
                  </a:lnTo>
                  <a:lnTo>
                    <a:pt x="0" y="157"/>
                  </a:lnTo>
                  <a:lnTo>
                    <a:pt x="0" y="156"/>
                  </a:lnTo>
                  <a:lnTo>
                    <a:pt x="1" y="156"/>
                  </a:lnTo>
                  <a:lnTo>
                    <a:pt x="10" y="150"/>
                  </a:lnTo>
                  <a:lnTo>
                    <a:pt x="11" y="149"/>
                  </a:lnTo>
                  <a:lnTo>
                    <a:pt x="28" y="140"/>
                  </a:lnTo>
                  <a:lnTo>
                    <a:pt x="29" y="139"/>
                  </a:lnTo>
                  <a:lnTo>
                    <a:pt x="31" y="139"/>
                  </a:lnTo>
                  <a:lnTo>
                    <a:pt x="43" y="131"/>
                  </a:lnTo>
                  <a:lnTo>
                    <a:pt x="59" y="119"/>
                  </a:lnTo>
                  <a:lnTo>
                    <a:pt x="62" y="117"/>
                  </a:lnTo>
                  <a:lnTo>
                    <a:pt x="64" y="115"/>
                  </a:lnTo>
                  <a:lnTo>
                    <a:pt x="65" y="115"/>
                  </a:lnTo>
                  <a:lnTo>
                    <a:pt x="67" y="114"/>
                  </a:lnTo>
                  <a:lnTo>
                    <a:pt x="67" y="113"/>
                  </a:lnTo>
                  <a:lnTo>
                    <a:pt x="70" y="110"/>
                  </a:lnTo>
                  <a:lnTo>
                    <a:pt x="71" y="107"/>
                  </a:lnTo>
                  <a:lnTo>
                    <a:pt x="72" y="105"/>
                  </a:lnTo>
                  <a:lnTo>
                    <a:pt x="73" y="103"/>
                  </a:lnTo>
                  <a:lnTo>
                    <a:pt x="73" y="102"/>
                  </a:lnTo>
                  <a:lnTo>
                    <a:pt x="73" y="97"/>
                  </a:lnTo>
                  <a:lnTo>
                    <a:pt x="74" y="89"/>
                  </a:lnTo>
                  <a:lnTo>
                    <a:pt x="74" y="88"/>
                  </a:lnTo>
                  <a:lnTo>
                    <a:pt x="75" y="86"/>
                  </a:lnTo>
                  <a:lnTo>
                    <a:pt x="82" y="73"/>
                  </a:lnTo>
                  <a:lnTo>
                    <a:pt x="94" y="58"/>
                  </a:lnTo>
                  <a:lnTo>
                    <a:pt x="95" y="57"/>
                  </a:lnTo>
                  <a:lnTo>
                    <a:pt x="100" y="56"/>
                  </a:lnTo>
                  <a:lnTo>
                    <a:pt x="103" y="57"/>
                  </a:lnTo>
                  <a:lnTo>
                    <a:pt x="104" y="58"/>
                  </a:lnTo>
                  <a:lnTo>
                    <a:pt x="109" y="68"/>
                  </a:lnTo>
                  <a:lnTo>
                    <a:pt x="111" y="69"/>
                  </a:lnTo>
                  <a:lnTo>
                    <a:pt x="112" y="72"/>
                  </a:lnTo>
                  <a:lnTo>
                    <a:pt x="112" y="74"/>
                  </a:lnTo>
                  <a:lnTo>
                    <a:pt x="112" y="76"/>
                  </a:lnTo>
                  <a:lnTo>
                    <a:pt x="113" y="77"/>
                  </a:lnTo>
                  <a:lnTo>
                    <a:pt x="117" y="81"/>
                  </a:lnTo>
                  <a:lnTo>
                    <a:pt x="118" y="81"/>
                  </a:lnTo>
                  <a:lnTo>
                    <a:pt x="118" y="82"/>
                  </a:lnTo>
                  <a:lnTo>
                    <a:pt x="121" y="83"/>
                  </a:lnTo>
                  <a:lnTo>
                    <a:pt x="122" y="83"/>
                  </a:lnTo>
                  <a:lnTo>
                    <a:pt x="124" y="82"/>
                  </a:lnTo>
                  <a:lnTo>
                    <a:pt x="127" y="82"/>
                  </a:lnTo>
                  <a:lnTo>
                    <a:pt x="128" y="81"/>
                  </a:lnTo>
                  <a:lnTo>
                    <a:pt x="132" y="79"/>
                  </a:lnTo>
                  <a:lnTo>
                    <a:pt x="133" y="79"/>
                  </a:lnTo>
                  <a:lnTo>
                    <a:pt x="135" y="76"/>
                  </a:lnTo>
                  <a:lnTo>
                    <a:pt x="139" y="74"/>
                  </a:lnTo>
                  <a:lnTo>
                    <a:pt x="139" y="73"/>
                  </a:lnTo>
                  <a:lnTo>
                    <a:pt x="140" y="73"/>
                  </a:lnTo>
                  <a:lnTo>
                    <a:pt x="144" y="73"/>
                  </a:lnTo>
                  <a:lnTo>
                    <a:pt x="150" y="74"/>
                  </a:lnTo>
                  <a:lnTo>
                    <a:pt x="151" y="74"/>
                  </a:lnTo>
                  <a:lnTo>
                    <a:pt x="156" y="75"/>
                  </a:lnTo>
                  <a:lnTo>
                    <a:pt x="160" y="76"/>
                  </a:lnTo>
                  <a:lnTo>
                    <a:pt x="161" y="76"/>
                  </a:lnTo>
                  <a:lnTo>
                    <a:pt x="162" y="76"/>
                  </a:lnTo>
                  <a:lnTo>
                    <a:pt x="164" y="75"/>
                  </a:lnTo>
                  <a:lnTo>
                    <a:pt x="165" y="74"/>
                  </a:lnTo>
                  <a:lnTo>
                    <a:pt x="169" y="68"/>
                  </a:lnTo>
                  <a:close/>
                  <a:moveTo>
                    <a:pt x="253" y="5"/>
                  </a:moveTo>
                  <a:lnTo>
                    <a:pt x="252" y="11"/>
                  </a:lnTo>
                  <a:lnTo>
                    <a:pt x="252" y="12"/>
                  </a:lnTo>
                  <a:lnTo>
                    <a:pt x="251" y="15"/>
                  </a:lnTo>
                  <a:lnTo>
                    <a:pt x="251" y="16"/>
                  </a:lnTo>
                  <a:lnTo>
                    <a:pt x="234" y="10"/>
                  </a:lnTo>
                  <a:lnTo>
                    <a:pt x="234" y="5"/>
                  </a:lnTo>
                  <a:lnTo>
                    <a:pt x="243" y="1"/>
                  </a:lnTo>
                  <a:lnTo>
                    <a:pt x="249" y="0"/>
                  </a:lnTo>
                  <a:lnTo>
                    <a:pt x="252" y="0"/>
                  </a:lnTo>
                  <a:lnTo>
                    <a:pt x="253" y="0"/>
                  </a:lnTo>
                  <a:lnTo>
                    <a:pt x="253" y="5"/>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5" name="Freeform 76"/>
            <p:cNvSpPr>
              <a:spLocks/>
            </p:cNvSpPr>
            <p:nvPr/>
          </p:nvSpPr>
          <p:spPr bwMode="gray">
            <a:xfrm>
              <a:off x="2672" y="2558"/>
              <a:ext cx="12" cy="14"/>
            </a:xfrm>
            <a:custGeom>
              <a:avLst/>
              <a:gdLst>
                <a:gd name="T0" fmla="*/ 10 w 12"/>
                <a:gd name="T1" fmla="*/ 2 h 14"/>
                <a:gd name="T2" fmla="*/ 11 w 12"/>
                <a:gd name="T3" fmla="*/ 5 h 14"/>
                <a:gd name="T4" fmla="*/ 11 w 12"/>
                <a:gd name="T5" fmla="*/ 6 h 14"/>
                <a:gd name="T6" fmla="*/ 11 w 12"/>
                <a:gd name="T7" fmla="*/ 7 h 14"/>
                <a:gd name="T8" fmla="*/ 12 w 12"/>
                <a:gd name="T9" fmla="*/ 8 h 14"/>
                <a:gd name="T10" fmla="*/ 12 w 12"/>
                <a:gd name="T11" fmla="*/ 9 h 14"/>
                <a:gd name="T12" fmla="*/ 11 w 12"/>
                <a:gd name="T13" fmla="*/ 11 h 14"/>
                <a:gd name="T14" fmla="*/ 11 w 12"/>
                <a:gd name="T15" fmla="*/ 11 h 14"/>
                <a:gd name="T16" fmla="*/ 9 w 12"/>
                <a:gd name="T17" fmla="*/ 12 h 14"/>
                <a:gd name="T18" fmla="*/ 3 w 12"/>
                <a:gd name="T19" fmla="*/ 14 h 14"/>
                <a:gd name="T20" fmla="*/ 2 w 12"/>
                <a:gd name="T21" fmla="*/ 14 h 14"/>
                <a:gd name="T22" fmla="*/ 1 w 12"/>
                <a:gd name="T23" fmla="*/ 14 h 14"/>
                <a:gd name="T24" fmla="*/ 0 w 12"/>
                <a:gd name="T25" fmla="*/ 14 h 14"/>
                <a:gd name="T26" fmla="*/ 0 w 12"/>
                <a:gd name="T27" fmla="*/ 13 h 14"/>
                <a:gd name="T28" fmla="*/ 0 w 12"/>
                <a:gd name="T29" fmla="*/ 13 h 14"/>
                <a:gd name="T30" fmla="*/ 0 w 12"/>
                <a:gd name="T31" fmla="*/ 12 h 14"/>
                <a:gd name="T32" fmla="*/ 2 w 12"/>
                <a:gd name="T33" fmla="*/ 5 h 14"/>
                <a:gd name="T34" fmla="*/ 3 w 12"/>
                <a:gd name="T35" fmla="*/ 5 h 14"/>
                <a:gd name="T36" fmla="*/ 5 w 12"/>
                <a:gd name="T37" fmla="*/ 2 h 14"/>
                <a:gd name="T38" fmla="*/ 6 w 12"/>
                <a:gd name="T39" fmla="*/ 1 h 14"/>
                <a:gd name="T40" fmla="*/ 7 w 12"/>
                <a:gd name="T41" fmla="*/ 0 h 14"/>
                <a:gd name="T42" fmla="*/ 8 w 12"/>
                <a:gd name="T43" fmla="*/ 0 h 14"/>
                <a:gd name="T44" fmla="*/ 8 w 12"/>
                <a:gd name="T45" fmla="*/ 0 h 14"/>
                <a:gd name="T46" fmla="*/ 9 w 12"/>
                <a:gd name="T47" fmla="*/ 1 h 14"/>
                <a:gd name="T48" fmla="*/ 9 w 12"/>
                <a:gd name="T49" fmla="*/ 1 h 14"/>
                <a:gd name="T50" fmla="*/ 10 w 12"/>
                <a:gd name="T51" fmla="*/ 2 h 14"/>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2"/>
                <a:gd name="T79" fmla="*/ 0 h 14"/>
                <a:gd name="T80" fmla="*/ 12 w 12"/>
                <a:gd name="T81" fmla="*/ 14 h 14"/>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2" h="14">
                  <a:moveTo>
                    <a:pt x="10" y="2"/>
                  </a:moveTo>
                  <a:lnTo>
                    <a:pt x="11" y="5"/>
                  </a:lnTo>
                  <a:lnTo>
                    <a:pt x="11" y="6"/>
                  </a:lnTo>
                  <a:lnTo>
                    <a:pt x="11" y="7"/>
                  </a:lnTo>
                  <a:lnTo>
                    <a:pt x="12" y="8"/>
                  </a:lnTo>
                  <a:lnTo>
                    <a:pt x="12" y="9"/>
                  </a:lnTo>
                  <a:lnTo>
                    <a:pt x="11" y="11"/>
                  </a:lnTo>
                  <a:lnTo>
                    <a:pt x="9" y="12"/>
                  </a:lnTo>
                  <a:lnTo>
                    <a:pt x="3" y="14"/>
                  </a:lnTo>
                  <a:lnTo>
                    <a:pt x="2" y="14"/>
                  </a:lnTo>
                  <a:lnTo>
                    <a:pt x="1" y="14"/>
                  </a:lnTo>
                  <a:lnTo>
                    <a:pt x="0" y="14"/>
                  </a:lnTo>
                  <a:lnTo>
                    <a:pt x="0" y="13"/>
                  </a:lnTo>
                  <a:lnTo>
                    <a:pt x="0" y="12"/>
                  </a:lnTo>
                  <a:lnTo>
                    <a:pt x="2" y="5"/>
                  </a:lnTo>
                  <a:lnTo>
                    <a:pt x="3" y="5"/>
                  </a:lnTo>
                  <a:lnTo>
                    <a:pt x="5" y="2"/>
                  </a:lnTo>
                  <a:lnTo>
                    <a:pt x="6" y="1"/>
                  </a:lnTo>
                  <a:lnTo>
                    <a:pt x="7" y="0"/>
                  </a:lnTo>
                  <a:lnTo>
                    <a:pt x="8" y="0"/>
                  </a:lnTo>
                  <a:lnTo>
                    <a:pt x="9" y="1"/>
                  </a:lnTo>
                  <a:lnTo>
                    <a:pt x="10" y="2"/>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6" name="Freeform 77"/>
            <p:cNvSpPr>
              <a:spLocks/>
            </p:cNvSpPr>
            <p:nvPr/>
          </p:nvSpPr>
          <p:spPr bwMode="gray">
            <a:xfrm>
              <a:off x="2572" y="2546"/>
              <a:ext cx="294" cy="213"/>
            </a:xfrm>
            <a:custGeom>
              <a:avLst/>
              <a:gdLst>
                <a:gd name="T0" fmla="*/ 174 w 294"/>
                <a:gd name="T1" fmla="*/ 43 h 213"/>
                <a:gd name="T2" fmla="*/ 178 w 294"/>
                <a:gd name="T3" fmla="*/ 22 h 213"/>
                <a:gd name="T4" fmla="*/ 214 w 294"/>
                <a:gd name="T5" fmla="*/ 5 h 213"/>
                <a:gd name="T6" fmla="*/ 228 w 294"/>
                <a:gd name="T7" fmla="*/ 0 h 213"/>
                <a:gd name="T8" fmla="*/ 241 w 294"/>
                <a:gd name="T9" fmla="*/ 12 h 213"/>
                <a:gd name="T10" fmla="*/ 261 w 294"/>
                <a:gd name="T11" fmla="*/ 24 h 213"/>
                <a:gd name="T12" fmla="*/ 277 w 294"/>
                <a:gd name="T13" fmla="*/ 20 h 213"/>
                <a:gd name="T14" fmla="*/ 282 w 294"/>
                <a:gd name="T15" fmla="*/ 30 h 213"/>
                <a:gd name="T16" fmla="*/ 279 w 294"/>
                <a:gd name="T17" fmla="*/ 39 h 213"/>
                <a:gd name="T18" fmla="*/ 278 w 294"/>
                <a:gd name="T19" fmla="*/ 53 h 213"/>
                <a:gd name="T20" fmla="*/ 283 w 294"/>
                <a:gd name="T21" fmla="*/ 53 h 213"/>
                <a:gd name="T22" fmla="*/ 294 w 294"/>
                <a:gd name="T23" fmla="*/ 73 h 213"/>
                <a:gd name="T24" fmla="*/ 276 w 294"/>
                <a:gd name="T25" fmla="*/ 83 h 213"/>
                <a:gd name="T26" fmla="*/ 250 w 294"/>
                <a:gd name="T27" fmla="*/ 108 h 213"/>
                <a:gd name="T28" fmla="*/ 240 w 294"/>
                <a:gd name="T29" fmla="*/ 121 h 213"/>
                <a:gd name="T30" fmla="*/ 235 w 294"/>
                <a:gd name="T31" fmla="*/ 140 h 213"/>
                <a:gd name="T32" fmla="*/ 233 w 294"/>
                <a:gd name="T33" fmla="*/ 148 h 213"/>
                <a:gd name="T34" fmla="*/ 217 w 294"/>
                <a:gd name="T35" fmla="*/ 130 h 213"/>
                <a:gd name="T36" fmla="*/ 203 w 294"/>
                <a:gd name="T37" fmla="*/ 117 h 213"/>
                <a:gd name="T38" fmla="*/ 176 w 294"/>
                <a:gd name="T39" fmla="*/ 113 h 213"/>
                <a:gd name="T40" fmla="*/ 168 w 294"/>
                <a:gd name="T41" fmla="*/ 116 h 213"/>
                <a:gd name="T42" fmla="*/ 136 w 294"/>
                <a:gd name="T43" fmla="*/ 132 h 213"/>
                <a:gd name="T44" fmla="*/ 133 w 294"/>
                <a:gd name="T45" fmla="*/ 143 h 213"/>
                <a:gd name="T46" fmla="*/ 134 w 294"/>
                <a:gd name="T47" fmla="*/ 148 h 213"/>
                <a:gd name="T48" fmla="*/ 112 w 294"/>
                <a:gd name="T49" fmla="*/ 176 h 213"/>
                <a:gd name="T50" fmla="*/ 107 w 294"/>
                <a:gd name="T51" fmla="*/ 180 h 213"/>
                <a:gd name="T52" fmla="*/ 99 w 294"/>
                <a:gd name="T53" fmla="*/ 209 h 213"/>
                <a:gd name="T54" fmla="*/ 90 w 294"/>
                <a:gd name="T55" fmla="*/ 209 h 213"/>
                <a:gd name="T56" fmla="*/ 84 w 294"/>
                <a:gd name="T57" fmla="*/ 213 h 213"/>
                <a:gd name="T58" fmla="*/ 71 w 294"/>
                <a:gd name="T59" fmla="*/ 198 h 213"/>
                <a:gd name="T60" fmla="*/ 75 w 294"/>
                <a:gd name="T61" fmla="*/ 193 h 213"/>
                <a:gd name="T62" fmla="*/ 67 w 294"/>
                <a:gd name="T63" fmla="*/ 191 h 213"/>
                <a:gd name="T64" fmla="*/ 53 w 294"/>
                <a:gd name="T65" fmla="*/ 193 h 213"/>
                <a:gd name="T66" fmla="*/ 50 w 294"/>
                <a:gd name="T67" fmla="*/ 158 h 213"/>
                <a:gd name="T68" fmla="*/ 56 w 294"/>
                <a:gd name="T69" fmla="*/ 148 h 213"/>
                <a:gd name="T70" fmla="*/ 39 w 294"/>
                <a:gd name="T71" fmla="*/ 140 h 213"/>
                <a:gd name="T72" fmla="*/ 40 w 294"/>
                <a:gd name="T73" fmla="*/ 124 h 213"/>
                <a:gd name="T74" fmla="*/ 31 w 294"/>
                <a:gd name="T75" fmla="*/ 121 h 213"/>
                <a:gd name="T76" fmla="*/ 14 w 294"/>
                <a:gd name="T77" fmla="*/ 134 h 213"/>
                <a:gd name="T78" fmla="*/ 0 w 294"/>
                <a:gd name="T79" fmla="*/ 135 h 213"/>
                <a:gd name="T80" fmla="*/ 29 w 294"/>
                <a:gd name="T81" fmla="*/ 118 h 213"/>
                <a:gd name="T82" fmla="*/ 64 w 294"/>
                <a:gd name="T83" fmla="*/ 94 h 213"/>
                <a:gd name="T84" fmla="*/ 71 w 294"/>
                <a:gd name="T85" fmla="*/ 86 h 213"/>
                <a:gd name="T86" fmla="*/ 74 w 294"/>
                <a:gd name="T87" fmla="*/ 68 h 213"/>
                <a:gd name="T88" fmla="*/ 95 w 294"/>
                <a:gd name="T89" fmla="*/ 36 h 213"/>
                <a:gd name="T90" fmla="*/ 111 w 294"/>
                <a:gd name="T91" fmla="*/ 48 h 213"/>
                <a:gd name="T92" fmla="*/ 117 w 294"/>
                <a:gd name="T93" fmla="*/ 60 h 213"/>
                <a:gd name="T94" fmla="*/ 124 w 294"/>
                <a:gd name="T95" fmla="*/ 61 h 213"/>
                <a:gd name="T96" fmla="*/ 135 w 294"/>
                <a:gd name="T97" fmla="*/ 55 h 213"/>
                <a:gd name="T98" fmla="*/ 150 w 294"/>
                <a:gd name="T99" fmla="*/ 53 h 213"/>
                <a:gd name="T100" fmla="*/ 162 w 294"/>
                <a:gd name="T101" fmla="*/ 55 h 213"/>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294"/>
                <a:gd name="T154" fmla="*/ 0 h 213"/>
                <a:gd name="T155" fmla="*/ 294 w 294"/>
                <a:gd name="T156" fmla="*/ 213 h 213"/>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294" h="213">
                  <a:moveTo>
                    <a:pt x="169" y="47"/>
                  </a:moveTo>
                  <a:lnTo>
                    <a:pt x="171" y="45"/>
                  </a:lnTo>
                  <a:lnTo>
                    <a:pt x="172" y="45"/>
                  </a:lnTo>
                  <a:lnTo>
                    <a:pt x="173" y="44"/>
                  </a:lnTo>
                  <a:lnTo>
                    <a:pt x="174" y="43"/>
                  </a:lnTo>
                  <a:lnTo>
                    <a:pt x="175" y="38"/>
                  </a:lnTo>
                  <a:lnTo>
                    <a:pt x="175" y="37"/>
                  </a:lnTo>
                  <a:lnTo>
                    <a:pt x="175" y="32"/>
                  </a:lnTo>
                  <a:lnTo>
                    <a:pt x="175" y="29"/>
                  </a:lnTo>
                  <a:lnTo>
                    <a:pt x="178" y="22"/>
                  </a:lnTo>
                  <a:lnTo>
                    <a:pt x="179" y="21"/>
                  </a:lnTo>
                  <a:lnTo>
                    <a:pt x="184" y="18"/>
                  </a:lnTo>
                  <a:lnTo>
                    <a:pt x="185" y="17"/>
                  </a:lnTo>
                  <a:lnTo>
                    <a:pt x="202" y="3"/>
                  </a:lnTo>
                  <a:lnTo>
                    <a:pt x="214" y="5"/>
                  </a:lnTo>
                  <a:lnTo>
                    <a:pt x="222" y="7"/>
                  </a:lnTo>
                  <a:lnTo>
                    <a:pt x="222" y="6"/>
                  </a:lnTo>
                  <a:lnTo>
                    <a:pt x="225" y="2"/>
                  </a:lnTo>
                  <a:lnTo>
                    <a:pt x="227" y="0"/>
                  </a:lnTo>
                  <a:lnTo>
                    <a:pt x="228" y="0"/>
                  </a:lnTo>
                  <a:lnTo>
                    <a:pt x="229" y="0"/>
                  </a:lnTo>
                  <a:lnTo>
                    <a:pt x="230" y="1"/>
                  </a:lnTo>
                  <a:lnTo>
                    <a:pt x="237" y="6"/>
                  </a:lnTo>
                  <a:lnTo>
                    <a:pt x="241" y="11"/>
                  </a:lnTo>
                  <a:lnTo>
                    <a:pt x="241" y="12"/>
                  </a:lnTo>
                  <a:lnTo>
                    <a:pt x="241" y="13"/>
                  </a:lnTo>
                  <a:lnTo>
                    <a:pt x="242" y="13"/>
                  </a:lnTo>
                  <a:lnTo>
                    <a:pt x="249" y="18"/>
                  </a:lnTo>
                  <a:lnTo>
                    <a:pt x="259" y="23"/>
                  </a:lnTo>
                  <a:lnTo>
                    <a:pt x="261" y="24"/>
                  </a:lnTo>
                  <a:lnTo>
                    <a:pt x="263" y="24"/>
                  </a:lnTo>
                  <a:lnTo>
                    <a:pt x="264" y="24"/>
                  </a:lnTo>
                  <a:lnTo>
                    <a:pt x="273" y="22"/>
                  </a:lnTo>
                  <a:lnTo>
                    <a:pt x="275" y="21"/>
                  </a:lnTo>
                  <a:lnTo>
                    <a:pt x="277" y="20"/>
                  </a:lnTo>
                  <a:lnTo>
                    <a:pt x="279" y="20"/>
                  </a:lnTo>
                  <a:lnTo>
                    <a:pt x="283" y="20"/>
                  </a:lnTo>
                  <a:lnTo>
                    <a:pt x="283" y="21"/>
                  </a:lnTo>
                  <a:lnTo>
                    <a:pt x="282" y="30"/>
                  </a:lnTo>
                  <a:lnTo>
                    <a:pt x="282" y="31"/>
                  </a:lnTo>
                  <a:lnTo>
                    <a:pt x="281" y="31"/>
                  </a:lnTo>
                  <a:lnTo>
                    <a:pt x="280" y="35"/>
                  </a:lnTo>
                  <a:lnTo>
                    <a:pt x="279" y="38"/>
                  </a:lnTo>
                  <a:lnTo>
                    <a:pt x="279" y="39"/>
                  </a:lnTo>
                  <a:lnTo>
                    <a:pt x="277" y="46"/>
                  </a:lnTo>
                  <a:lnTo>
                    <a:pt x="277" y="47"/>
                  </a:lnTo>
                  <a:lnTo>
                    <a:pt x="278" y="51"/>
                  </a:lnTo>
                  <a:lnTo>
                    <a:pt x="278" y="52"/>
                  </a:lnTo>
                  <a:lnTo>
                    <a:pt x="278" y="53"/>
                  </a:lnTo>
                  <a:lnTo>
                    <a:pt x="279" y="53"/>
                  </a:lnTo>
                  <a:lnTo>
                    <a:pt x="280" y="53"/>
                  </a:lnTo>
                  <a:lnTo>
                    <a:pt x="281" y="52"/>
                  </a:lnTo>
                  <a:lnTo>
                    <a:pt x="282" y="52"/>
                  </a:lnTo>
                  <a:lnTo>
                    <a:pt x="283" y="53"/>
                  </a:lnTo>
                  <a:lnTo>
                    <a:pt x="288" y="59"/>
                  </a:lnTo>
                  <a:lnTo>
                    <a:pt x="294" y="73"/>
                  </a:lnTo>
                  <a:lnTo>
                    <a:pt x="293" y="74"/>
                  </a:lnTo>
                  <a:lnTo>
                    <a:pt x="292" y="75"/>
                  </a:lnTo>
                  <a:lnTo>
                    <a:pt x="288" y="76"/>
                  </a:lnTo>
                  <a:lnTo>
                    <a:pt x="282" y="79"/>
                  </a:lnTo>
                  <a:lnTo>
                    <a:pt x="276" y="83"/>
                  </a:lnTo>
                  <a:lnTo>
                    <a:pt x="256" y="98"/>
                  </a:lnTo>
                  <a:lnTo>
                    <a:pt x="254" y="99"/>
                  </a:lnTo>
                  <a:lnTo>
                    <a:pt x="254" y="100"/>
                  </a:lnTo>
                  <a:lnTo>
                    <a:pt x="250" y="108"/>
                  </a:lnTo>
                  <a:lnTo>
                    <a:pt x="246" y="111"/>
                  </a:lnTo>
                  <a:lnTo>
                    <a:pt x="245" y="112"/>
                  </a:lnTo>
                  <a:lnTo>
                    <a:pt x="245" y="113"/>
                  </a:lnTo>
                  <a:lnTo>
                    <a:pt x="242" y="117"/>
                  </a:lnTo>
                  <a:lnTo>
                    <a:pt x="240" y="121"/>
                  </a:lnTo>
                  <a:lnTo>
                    <a:pt x="239" y="122"/>
                  </a:lnTo>
                  <a:lnTo>
                    <a:pt x="236" y="131"/>
                  </a:lnTo>
                  <a:lnTo>
                    <a:pt x="235" y="136"/>
                  </a:lnTo>
                  <a:lnTo>
                    <a:pt x="235" y="137"/>
                  </a:lnTo>
                  <a:lnTo>
                    <a:pt x="235" y="140"/>
                  </a:lnTo>
                  <a:lnTo>
                    <a:pt x="234" y="143"/>
                  </a:lnTo>
                  <a:lnTo>
                    <a:pt x="234" y="145"/>
                  </a:lnTo>
                  <a:lnTo>
                    <a:pt x="234" y="147"/>
                  </a:lnTo>
                  <a:lnTo>
                    <a:pt x="233" y="149"/>
                  </a:lnTo>
                  <a:lnTo>
                    <a:pt x="233" y="148"/>
                  </a:lnTo>
                  <a:lnTo>
                    <a:pt x="226" y="143"/>
                  </a:lnTo>
                  <a:lnTo>
                    <a:pt x="225" y="143"/>
                  </a:lnTo>
                  <a:lnTo>
                    <a:pt x="218" y="134"/>
                  </a:lnTo>
                  <a:lnTo>
                    <a:pt x="218" y="133"/>
                  </a:lnTo>
                  <a:lnTo>
                    <a:pt x="217" y="130"/>
                  </a:lnTo>
                  <a:lnTo>
                    <a:pt x="217" y="129"/>
                  </a:lnTo>
                  <a:lnTo>
                    <a:pt x="206" y="119"/>
                  </a:lnTo>
                  <a:lnTo>
                    <a:pt x="204" y="118"/>
                  </a:lnTo>
                  <a:lnTo>
                    <a:pt x="203" y="117"/>
                  </a:lnTo>
                  <a:lnTo>
                    <a:pt x="200" y="116"/>
                  </a:lnTo>
                  <a:lnTo>
                    <a:pt x="187" y="113"/>
                  </a:lnTo>
                  <a:lnTo>
                    <a:pt x="186" y="113"/>
                  </a:lnTo>
                  <a:lnTo>
                    <a:pt x="183" y="113"/>
                  </a:lnTo>
                  <a:lnTo>
                    <a:pt x="176" y="113"/>
                  </a:lnTo>
                  <a:lnTo>
                    <a:pt x="174" y="114"/>
                  </a:lnTo>
                  <a:lnTo>
                    <a:pt x="171" y="114"/>
                  </a:lnTo>
                  <a:lnTo>
                    <a:pt x="170" y="115"/>
                  </a:lnTo>
                  <a:lnTo>
                    <a:pt x="169" y="115"/>
                  </a:lnTo>
                  <a:lnTo>
                    <a:pt x="168" y="116"/>
                  </a:lnTo>
                  <a:lnTo>
                    <a:pt x="148" y="129"/>
                  </a:lnTo>
                  <a:lnTo>
                    <a:pt x="145" y="130"/>
                  </a:lnTo>
                  <a:lnTo>
                    <a:pt x="144" y="130"/>
                  </a:lnTo>
                  <a:lnTo>
                    <a:pt x="137" y="132"/>
                  </a:lnTo>
                  <a:lnTo>
                    <a:pt x="136" y="132"/>
                  </a:lnTo>
                  <a:lnTo>
                    <a:pt x="135" y="133"/>
                  </a:lnTo>
                  <a:lnTo>
                    <a:pt x="133" y="137"/>
                  </a:lnTo>
                  <a:lnTo>
                    <a:pt x="132" y="138"/>
                  </a:lnTo>
                  <a:lnTo>
                    <a:pt x="132" y="143"/>
                  </a:lnTo>
                  <a:lnTo>
                    <a:pt x="133" y="143"/>
                  </a:lnTo>
                  <a:lnTo>
                    <a:pt x="133" y="144"/>
                  </a:lnTo>
                  <a:lnTo>
                    <a:pt x="134" y="145"/>
                  </a:lnTo>
                  <a:lnTo>
                    <a:pt x="134" y="146"/>
                  </a:lnTo>
                  <a:lnTo>
                    <a:pt x="134" y="148"/>
                  </a:lnTo>
                  <a:lnTo>
                    <a:pt x="133" y="151"/>
                  </a:lnTo>
                  <a:lnTo>
                    <a:pt x="132" y="154"/>
                  </a:lnTo>
                  <a:lnTo>
                    <a:pt x="121" y="168"/>
                  </a:lnTo>
                  <a:lnTo>
                    <a:pt x="118" y="173"/>
                  </a:lnTo>
                  <a:lnTo>
                    <a:pt x="112" y="176"/>
                  </a:lnTo>
                  <a:lnTo>
                    <a:pt x="111" y="176"/>
                  </a:lnTo>
                  <a:lnTo>
                    <a:pt x="110" y="177"/>
                  </a:lnTo>
                  <a:lnTo>
                    <a:pt x="109" y="178"/>
                  </a:lnTo>
                  <a:lnTo>
                    <a:pt x="108" y="179"/>
                  </a:lnTo>
                  <a:lnTo>
                    <a:pt x="107" y="180"/>
                  </a:lnTo>
                  <a:lnTo>
                    <a:pt x="107" y="182"/>
                  </a:lnTo>
                  <a:lnTo>
                    <a:pt x="106" y="183"/>
                  </a:lnTo>
                  <a:lnTo>
                    <a:pt x="105" y="198"/>
                  </a:lnTo>
                  <a:lnTo>
                    <a:pt x="102" y="212"/>
                  </a:lnTo>
                  <a:lnTo>
                    <a:pt x="99" y="209"/>
                  </a:lnTo>
                  <a:lnTo>
                    <a:pt x="98" y="209"/>
                  </a:lnTo>
                  <a:lnTo>
                    <a:pt x="96" y="208"/>
                  </a:lnTo>
                  <a:lnTo>
                    <a:pt x="95" y="208"/>
                  </a:lnTo>
                  <a:lnTo>
                    <a:pt x="91" y="208"/>
                  </a:lnTo>
                  <a:lnTo>
                    <a:pt x="90" y="209"/>
                  </a:lnTo>
                  <a:lnTo>
                    <a:pt x="87" y="212"/>
                  </a:lnTo>
                  <a:lnTo>
                    <a:pt x="86" y="212"/>
                  </a:lnTo>
                  <a:lnTo>
                    <a:pt x="86" y="213"/>
                  </a:lnTo>
                  <a:lnTo>
                    <a:pt x="84" y="213"/>
                  </a:lnTo>
                  <a:lnTo>
                    <a:pt x="67" y="211"/>
                  </a:lnTo>
                  <a:lnTo>
                    <a:pt x="66" y="208"/>
                  </a:lnTo>
                  <a:lnTo>
                    <a:pt x="69" y="200"/>
                  </a:lnTo>
                  <a:lnTo>
                    <a:pt x="71" y="198"/>
                  </a:lnTo>
                  <a:lnTo>
                    <a:pt x="73" y="197"/>
                  </a:lnTo>
                  <a:lnTo>
                    <a:pt x="74" y="196"/>
                  </a:lnTo>
                  <a:lnTo>
                    <a:pt x="74" y="195"/>
                  </a:lnTo>
                  <a:lnTo>
                    <a:pt x="75" y="194"/>
                  </a:lnTo>
                  <a:lnTo>
                    <a:pt x="75" y="193"/>
                  </a:lnTo>
                  <a:lnTo>
                    <a:pt x="75" y="192"/>
                  </a:lnTo>
                  <a:lnTo>
                    <a:pt x="75" y="191"/>
                  </a:lnTo>
                  <a:lnTo>
                    <a:pt x="69" y="191"/>
                  </a:lnTo>
                  <a:lnTo>
                    <a:pt x="68" y="191"/>
                  </a:lnTo>
                  <a:lnTo>
                    <a:pt x="67" y="191"/>
                  </a:lnTo>
                  <a:lnTo>
                    <a:pt x="64" y="192"/>
                  </a:lnTo>
                  <a:lnTo>
                    <a:pt x="54" y="193"/>
                  </a:lnTo>
                  <a:lnTo>
                    <a:pt x="54" y="194"/>
                  </a:lnTo>
                  <a:lnTo>
                    <a:pt x="53" y="193"/>
                  </a:lnTo>
                  <a:lnTo>
                    <a:pt x="50" y="193"/>
                  </a:lnTo>
                  <a:lnTo>
                    <a:pt x="50" y="192"/>
                  </a:lnTo>
                  <a:lnTo>
                    <a:pt x="50" y="190"/>
                  </a:lnTo>
                  <a:lnTo>
                    <a:pt x="49" y="171"/>
                  </a:lnTo>
                  <a:lnTo>
                    <a:pt x="50" y="158"/>
                  </a:lnTo>
                  <a:lnTo>
                    <a:pt x="51" y="157"/>
                  </a:lnTo>
                  <a:lnTo>
                    <a:pt x="52" y="156"/>
                  </a:lnTo>
                  <a:lnTo>
                    <a:pt x="53" y="154"/>
                  </a:lnTo>
                  <a:lnTo>
                    <a:pt x="54" y="153"/>
                  </a:lnTo>
                  <a:lnTo>
                    <a:pt x="56" y="148"/>
                  </a:lnTo>
                  <a:lnTo>
                    <a:pt x="51" y="143"/>
                  </a:lnTo>
                  <a:lnTo>
                    <a:pt x="48" y="142"/>
                  </a:lnTo>
                  <a:lnTo>
                    <a:pt x="43" y="142"/>
                  </a:lnTo>
                  <a:lnTo>
                    <a:pt x="42" y="142"/>
                  </a:lnTo>
                  <a:lnTo>
                    <a:pt x="39" y="140"/>
                  </a:lnTo>
                  <a:lnTo>
                    <a:pt x="39" y="139"/>
                  </a:lnTo>
                  <a:lnTo>
                    <a:pt x="38" y="139"/>
                  </a:lnTo>
                  <a:lnTo>
                    <a:pt x="40" y="125"/>
                  </a:lnTo>
                  <a:lnTo>
                    <a:pt x="40" y="124"/>
                  </a:lnTo>
                  <a:lnTo>
                    <a:pt x="41" y="124"/>
                  </a:lnTo>
                  <a:lnTo>
                    <a:pt x="40" y="122"/>
                  </a:lnTo>
                  <a:lnTo>
                    <a:pt x="38" y="119"/>
                  </a:lnTo>
                  <a:lnTo>
                    <a:pt x="37" y="119"/>
                  </a:lnTo>
                  <a:lnTo>
                    <a:pt x="31" y="121"/>
                  </a:lnTo>
                  <a:lnTo>
                    <a:pt x="17" y="129"/>
                  </a:lnTo>
                  <a:lnTo>
                    <a:pt x="16" y="130"/>
                  </a:lnTo>
                  <a:lnTo>
                    <a:pt x="15" y="132"/>
                  </a:lnTo>
                  <a:lnTo>
                    <a:pt x="15" y="133"/>
                  </a:lnTo>
                  <a:lnTo>
                    <a:pt x="14" y="134"/>
                  </a:lnTo>
                  <a:lnTo>
                    <a:pt x="13" y="134"/>
                  </a:lnTo>
                  <a:lnTo>
                    <a:pt x="12" y="134"/>
                  </a:lnTo>
                  <a:lnTo>
                    <a:pt x="0" y="136"/>
                  </a:lnTo>
                  <a:lnTo>
                    <a:pt x="0" y="135"/>
                  </a:lnTo>
                  <a:lnTo>
                    <a:pt x="1" y="135"/>
                  </a:lnTo>
                  <a:lnTo>
                    <a:pt x="10" y="129"/>
                  </a:lnTo>
                  <a:lnTo>
                    <a:pt x="11" y="128"/>
                  </a:lnTo>
                  <a:lnTo>
                    <a:pt x="28" y="119"/>
                  </a:lnTo>
                  <a:lnTo>
                    <a:pt x="29" y="118"/>
                  </a:lnTo>
                  <a:lnTo>
                    <a:pt x="31" y="118"/>
                  </a:lnTo>
                  <a:lnTo>
                    <a:pt x="43" y="110"/>
                  </a:lnTo>
                  <a:lnTo>
                    <a:pt x="59" y="98"/>
                  </a:lnTo>
                  <a:lnTo>
                    <a:pt x="62" y="96"/>
                  </a:lnTo>
                  <a:lnTo>
                    <a:pt x="64" y="94"/>
                  </a:lnTo>
                  <a:lnTo>
                    <a:pt x="65" y="94"/>
                  </a:lnTo>
                  <a:lnTo>
                    <a:pt x="67" y="93"/>
                  </a:lnTo>
                  <a:lnTo>
                    <a:pt x="67" y="92"/>
                  </a:lnTo>
                  <a:lnTo>
                    <a:pt x="70" y="89"/>
                  </a:lnTo>
                  <a:lnTo>
                    <a:pt x="71" y="86"/>
                  </a:lnTo>
                  <a:lnTo>
                    <a:pt x="72" y="84"/>
                  </a:lnTo>
                  <a:lnTo>
                    <a:pt x="73" y="82"/>
                  </a:lnTo>
                  <a:lnTo>
                    <a:pt x="73" y="81"/>
                  </a:lnTo>
                  <a:lnTo>
                    <a:pt x="73" y="76"/>
                  </a:lnTo>
                  <a:lnTo>
                    <a:pt x="74" y="68"/>
                  </a:lnTo>
                  <a:lnTo>
                    <a:pt x="74" y="67"/>
                  </a:lnTo>
                  <a:lnTo>
                    <a:pt x="75" y="65"/>
                  </a:lnTo>
                  <a:lnTo>
                    <a:pt x="82" y="52"/>
                  </a:lnTo>
                  <a:lnTo>
                    <a:pt x="94" y="37"/>
                  </a:lnTo>
                  <a:lnTo>
                    <a:pt x="95" y="36"/>
                  </a:lnTo>
                  <a:lnTo>
                    <a:pt x="100" y="35"/>
                  </a:lnTo>
                  <a:lnTo>
                    <a:pt x="103" y="36"/>
                  </a:lnTo>
                  <a:lnTo>
                    <a:pt x="104" y="37"/>
                  </a:lnTo>
                  <a:lnTo>
                    <a:pt x="109" y="47"/>
                  </a:lnTo>
                  <a:lnTo>
                    <a:pt x="111" y="48"/>
                  </a:lnTo>
                  <a:lnTo>
                    <a:pt x="112" y="51"/>
                  </a:lnTo>
                  <a:lnTo>
                    <a:pt x="112" y="53"/>
                  </a:lnTo>
                  <a:lnTo>
                    <a:pt x="112" y="55"/>
                  </a:lnTo>
                  <a:lnTo>
                    <a:pt x="113" y="56"/>
                  </a:lnTo>
                  <a:lnTo>
                    <a:pt x="117" y="60"/>
                  </a:lnTo>
                  <a:lnTo>
                    <a:pt x="118" y="60"/>
                  </a:lnTo>
                  <a:lnTo>
                    <a:pt x="118" y="61"/>
                  </a:lnTo>
                  <a:lnTo>
                    <a:pt x="121" y="62"/>
                  </a:lnTo>
                  <a:lnTo>
                    <a:pt x="122" y="62"/>
                  </a:lnTo>
                  <a:lnTo>
                    <a:pt x="124" y="61"/>
                  </a:lnTo>
                  <a:lnTo>
                    <a:pt x="127" y="61"/>
                  </a:lnTo>
                  <a:lnTo>
                    <a:pt x="128" y="60"/>
                  </a:lnTo>
                  <a:lnTo>
                    <a:pt x="132" y="58"/>
                  </a:lnTo>
                  <a:lnTo>
                    <a:pt x="133" y="58"/>
                  </a:lnTo>
                  <a:lnTo>
                    <a:pt x="135" y="55"/>
                  </a:lnTo>
                  <a:lnTo>
                    <a:pt x="139" y="53"/>
                  </a:lnTo>
                  <a:lnTo>
                    <a:pt x="139" y="52"/>
                  </a:lnTo>
                  <a:lnTo>
                    <a:pt x="140" y="52"/>
                  </a:lnTo>
                  <a:lnTo>
                    <a:pt x="144" y="52"/>
                  </a:lnTo>
                  <a:lnTo>
                    <a:pt x="150" y="53"/>
                  </a:lnTo>
                  <a:lnTo>
                    <a:pt x="151" y="53"/>
                  </a:lnTo>
                  <a:lnTo>
                    <a:pt x="156" y="54"/>
                  </a:lnTo>
                  <a:lnTo>
                    <a:pt x="160" y="55"/>
                  </a:lnTo>
                  <a:lnTo>
                    <a:pt x="161" y="55"/>
                  </a:lnTo>
                  <a:lnTo>
                    <a:pt x="162" y="55"/>
                  </a:lnTo>
                  <a:lnTo>
                    <a:pt x="164" y="54"/>
                  </a:lnTo>
                  <a:lnTo>
                    <a:pt x="165" y="53"/>
                  </a:lnTo>
                  <a:lnTo>
                    <a:pt x="169" y="47"/>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7" name="Freeform 78"/>
            <p:cNvSpPr>
              <a:spLocks/>
            </p:cNvSpPr>
            <p:nvPr/>
          </p:nvSpPr>
          <p:spPr bwMode="gray">
            <a:xfrm>
              <a:off x="2806" y="2525"/>
              <a:ext cx="19" cy="16"/>
            </a:xfrm>
            <a:custGeom>
              <a:avLst/>
              <a:gdLst>
                <a:gd name="T0" fmla="*/ 19 w 19"/>
                <a:gd name="T1" fmla="*/ 5 h 16"/>
                <a:gd name="T2" fmla="*/ 18 w 19"/>
                <a:gd name="T3" fmla="*/ 11 h 16"/>
                <a:gd name="T4" fmla="*/ 18 w 19"/>
                <a:gd name="T5" fmla="*/ 12 h 16"/>
                <a:gd name="T6" fmla="*/ 17 w 19"/>
                <a:gd name="T7" fmla="*/ 15 h 16"/>
                <a:gd name="T8" fmla="*/ 17 w 19"/>
                <a:gd name="T9" fmla="*/ 16 h 16"/>
                <a:gd name="T10" fmla="*/ 0 w 19"/>
                <a:gd name="T11" fmla="*/ 10 h 16"/>
                <a:gd name="T12" fmla="*/ 0 w 19"/>
                <a:gd name="T13" fmla="*/ 5 h 16"/>
                <a:gd name="T14" fmla="*/ 9 w 19"/>
                <a:gd name="T15" fmla="*/ 1 h 16"/>
                <a:gd name="T16" fmla="*/ 9 w 19"/>
                <a:gd name="T17" fmla="*/ 1 h 16"/>
                <a:gd name="T18" fmla="*/ 15 w 19"/>
                <a:gd name="T19" fmla="*/ 0 h 16"/>
                <a:gd name="T20" fmla="*/ 18 w 19"/>
                <a:gd name="T21" fmla="*/ 0 h 16"/>
                <a:gd name="T22" fmla="*/ 19 w 19"/>
                <a:gd name="T23" fmla="*/ 0 h 16"/>
                <a:gd name="T24" fmla="*/ 19 w 19"/>
                <a:gd name="T25" fmla="*/ 5 h 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9"/>
                <a:gd name="T40" fmla="*/ 0 h 16"/>
                <a:gd name="T41" fmla="*/ 19 w 19"/>
                <a:gd name="T42" fmla="*/ 16 h 1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9" h="16">
                  <a:moveTo>
                    <a:pt x="19" y="5"/>
                  </a:moveTo>
                  <a:lnTo>
                    <a:pt x="18" y="11"/>
                  </a:lnTo>
                  <a:lnTo>
                    <a:pt x="18" y="12"/>
                  </a:lnTo>
                  <a:lnTo>
                    <a:pt x="17" y="15"/>
                  </a:lnTo>
                  <a:lnTo>
                    <a:pt x="17" y="16"/>
                  </a:lnTo>
                  <a:lnTo>
                    <a:pt x="0" y="10"/>
                  </a:lnTo>
                  <a:lnTo>
                    <a:pt x="0" y="5"/>
                  </a:lnTo>
                  <a:lnTo>
                    <a:pt x="9" y="1"/>
                  </a:lnTo>
                  <a:lnTo>
                    <a:pt x="15" y="0"/>
                  </a:lnTo>
                  <a:lnTo>
                    <a:pt x="18" y="0"/>
                  </a:lnTo>
                  <a:lnTo>
                    <a:pt x="19" y="0"/>
                  </a:lnTo>
                  <a:lnTo>
                    <a:pt x="19" y="5"/>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8" name="Freeform 79"/>
            <p:cNvSpPr>
              <a:spLocks noEditPoints="1"/>
            </p:cNvSpPr>
            <p:nvPr/>
          </p:nvSpPr>
          <p:spPr bwMode="gray">
            <a:xfrm>
              <a:off x="3174" y="1571"/>
              <a:ext cx="479" cy="665"/>
            </a:xfrm>
            <a:custGeom>
              <a:avLst/>
              <a:gdLst>
                <a:gd name="T0" fmla="*/ 87 w 479"/>
                <a:gd name="T1" fmla="*/ 486 h 665"/>
                <a:gd name="T2" fmla="*/ 103 w 479"/>
                <a:gd name="T3" fmla="*/ 483 h 665"/>
                <a:gd name="T4" fmla="*/ 82 w 479"/>
                <a:gd name="T5" fmla="*/ 518 h 665"/>
                <a:gd name="T6" fmla="*/ 64 w 479"/>
                <a:gd name="T7" fmla="*/ 518 h 665"/>
                <a:gd name="T8" fmla="*/ 77 w 479"/>
                <a:gd name="T9" fmla="*/ 496 h 665"/>
                <a:gd name="T10" fmla="*/ 68 w 479"/>
                <a:gd name="T11" fmla="*/ 498 h 665"/>
                <a:gd name="T12" fmla="*/ 91 w 479"/>
                <a:gd name="T13" fmla="*/ 451 h 665"/>
                <a:gd name="T14" fmla="*/ 250 w 479"/>
                <a:gd name="T15" fmla="*/ 145 h 665"/>
                <a:gd name="T16" fmla="*/ 240 w 479"/>
                <a:gd name="T17" fmla="*/ 132 h 665"/>
                <a:gd name="T18" fmla="*/ 268 w 479"/>
                <a:gd name="T19" fmla="*/ 114 h 665"/>
                <a:gd name="T20" fmla="*/ 287 w 479"/>
                <a:gd name="T21" fmla="*/ 98 h 665"/>
                <a:gd name="T22" fmla="*/ 299 w 479"/>
                <a:gd name="T23" fmla="*/ 43 h 665"/>
                <a:gd name="T24" fmla="*/ 311 w 479"/>
                <a:gd name="T25" fmla="*/ 47 h 665"/>
                <a:gd name="T26" fmla="*/ 325 w 479"/>
                <a:gd name="T27" fmla="*/ 50 h 665"/>
                <a:gd name="T28" fmla="*/ 328 w 479"/>
                <a:gd name="T29" fmla="*/ 91 h 665"/>
                <a:gd name="T30" fmla="*/ 345 w 479"/>
                <a:gd name="T31" fmla="*/ 99 h 665"/>
                <a:gd name="T32" fmla="*/ 356 w 479"/>
                <a:gd name="T33" fmla="*/ 78 h 665"/>
                <a:gd name="T34" fmla="*/ 380 w 479"/>
                <a:gd name="T35" fmla="*/ 95 h 665"/>
                <a:gd name="T36" fmla="*/ 394 w 479"/>
                <a:gd name="T37" fmla="*/ 54 h 665"/>
                <a:gd name="T38" fmla="*/ 379 w 479"/>
                <a:gd name="T39" fmla="*/ 40 h 665"/>
                <a:gd name="T40" fmla="*/ 368 w 479"/>
                <a:gd name="T41" fmla="*/ 50 h 665"/>
                <a:gd name="T42" fmla="*/ 341 w 479"/>
                <a:gd name="T43" fmla="*/ 58 h 665"/>
                <a:gd name="T44" fmla="*/ 356 w 479"/>
                <a:gd name="T45" fmla="*/ 0 h 665"/>
                <a:gd name="T46" fmla="*/ 388 w 479"/>
                <a:gd name="T47" fmla="*/ 25 h 665"/>
                <a:gd name="T48" fmla="*/ 413 w 479"/>
                <a:gd name="T49" fmla="*/ 26 h 665"/>
                <a:gd name="T50" fmla="*/ 408 w 479"/>
                <a:gd name="T51" fmla="*/ 111 h 665"/>
                <a:gd name="T52" fmla="*/ 426 w 479"/>
                <a:gd name="T53" fmla="*/ 142 h 665"/>
                <a:gd name="T54" fmla="*/ 457 w 479"/>
                <a:gd name="T55" fmla="*/ 194 h 665"/>
                <a:gd name="T56" fmla="*/ 465 w 479"/>
                <a:gd name="T57" fmla="*/ 218 h 665"/>
                <a:gd name="T58" fmla="*/ 474 w 479"/>
                <a:gd name="T59" fmla="*/ 299 h 665"/>
                <a:gd name="T60" fmla="*/ 461 w 479"/>
                <a:gd name="T61" fmla="*/ 322 h 665"/>
                <a:gd name="T62" fmla="*/ 432 w 479"/>
                <a:gd name="T63" fmla="*/ 358 h 665"/>
                <a:gd name="T64" fmla="*/ 424 w 479"/>
                <a:gd name="T65" fmla="*/ 393 h 665"/>
                <a:gd name="T66" fmla="*/ 413 w 479"/>
                <a:gd name="T67" fmla="*/ 452 h 665"/>
                <a:gd name="T68" fmla="*/ 374 w 479"/>
                <a:gd name="T69" fmla="*/ 443 h 665"/>
                <a:gd name="T70" fmla="*/ 355 w 479"/>
                <a:gd name="T71" fmla="*/ 502 h 665"/>
                <a:gd name="T72" fmla="*/ 368 w 479"/>
                <a:gd name="T73" fmla="*/ 567 h 665"/>
                <a:gd name="T74" fmla="*/ 350 w 479"/>
                <a:gd name="T75" fmla="*/ 640 h 665"/>
                <a:gd name="T76" fmla="*/ 321 w 479"/>
                <a:gd name="T77" fmla="*/ 644 h 665"/>
                <a:gd name="T78" fmla="*/ 281 w 479"/>
                <a:gd name="T79" fmla="*/ 629 h 665"/>
                <a:gd name="T80" fmla="*/ 215 w 479"/>
                <a:gd name="T81" fmla="*/ 626 h 665"/>
                <a:gd name="T82" fmla="*/ 165 w 479"/>
                <a:gd name="T83" fmla="*/ 629 h 665"/>
                <a:gd name="T84" fmla="*/ 117 w 479"/>
                <a:gd name="T85" fmla="*/ 663 h 665"/>
                <a:gd name="T86" fmla="*/ 103 w 479"/>
                <a:gd name="T87" fmla="*/ 640 h 665"/>
                <a:gd name="T88" fmla="*/ 82 w 479"/>
                <a:gd name="T89" fmla="*/ 631 h 665"/>
                <a:gd name="T90" fmla="*/ 41 w 479"/>
                <a:gd name="T91" fmla="*/ 643 h 665"/>
                <a:gd name="T92" fmla="*/ 25 w 479"/>
                <a:gd name="T93" fmla="*/ 647 h 665"/>
                <a:gd name="T94" fmla="*/ 0 w 479"/>
                <a:gd name="T95" fmla="*/ 633 h 665"/>
                <a:gd name="T96" fmla="*/ 67 w 479"/>
                <a:gd name="T97" fmla="*/ 606 h 665"/>
                <a:gd name="T98" fmla="*/ 126 w 479"/>
                <a:gd name="T99" fmla="*/ 536 h 665"/>
                <a:gd name="T100" fmla="*/ 140 w 479"/>
                <a:gd name="T101" fmla="*/ 511 h 665"/>
                <a:gd name="T102" fmla="*/ 178 w 479"/>
                <a:gd name="T103" fmla="*/ 491 h 665"/>
                <a:gd name="T104" fmla="*/ 197 w 479"/>
                <a:gd name="T105" fmla="*/ 448 h 665"/>
                <a:gd name="T106" fmla="*/ 218 w 479"/>
                <a:gd name="T107" fmla="*/ 400 h 665"/>
                <a:gd name="T108" fmla="*/ 258 w 479"/>
                <a:gd name="T109" fmla="*/ 307 h 665"/>
                <a:gd name="T110" fmla="*/ 263 w 479"/>
                <a:gd name="T111" fmla="*/ 256 h 665"/>
                <a:gd name="T112" fmla="*/ 249 w 479"/>
                <a:gd name="T113" fmla="*/ 232 h 665"/>
                <a:gd name="T114" fmla="*/ 230 w 479"/>
                <a:gd name="T115" fmla="*/ 237 h 665"/>
                <a:gd name="T116" fmla="*/ 226 w 479"/>
                <a:gd name="T117" fmla="*/ 219 h 665"/>
                <a:gd name="T118" fmla="*/ 246 w 479"/>
                <a:gd name="T119" fmla="*/ 216 h 665"/>
                <a:gd name="T120" fmla="*/ 258 w 479"/>
                <a:gd name="T121" fmla="*/ 168 h 665"/>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479"/>
                <a:gd name="T184" fmla="*/ 0 h 665"/>
                <a:gd name="T185" fmla="*/ 479 w 479"/>
                <a:gd name="T186" fmla="*/ 665 h 665"/>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479" h="665">
                  <a:moveTo>
                    <a:pt x="96" y="455"/>
                  </a:moveTo>
                  <a:lnTo>
                    <a:pt x="96" y="461"/>
                  </a:lnTo>
                  <a:lnTo>
                    <a:pt x="95" y="465"/>
                  </a:lnTo>
                  <a:lnTo>
                    <a:pt x="94" y="467"/>
                  </a:lnTo>
                  <a:lnTo>
                    <a:pt x="92" y="472"/>
                  </a:lnTo>
                  <a:lnTo>
                    <a:pt x="90" y="476"/>
                  </a:lnTo>
                  <a:lnTo>
                    <a:pt x="89" y="478"/>
                  </a:lnTo>
                  <a:lnTo>
                    <a:pt x="89" y="480"/>
                  </a:lnTo>
                  <a:lnTo>
                    <a:pt x="87" y="484"/>
                  </a:lnTo>
                  <a:lnTo>
                    <a:pt x="87" y="485"/>
                  </a:lnTo>
                  <a:lnTo>
                    <a:pt x="87" y="486"/>
                  </a:lnTo>
                  <a:lnTo>
                    <a:pt x="88" y="487"/>
                  </a:lnTo>
                  <a:lnTo>
                    <a:pt x="89" y="487"/>
                  </a:lnTo>
                  <a:lnTo>
                    <a:pt x="97" y="484"/>
                  </a:lnTo>
                  <a:lnTo>
                    <a:pt x="98" y="484"/>
                  </a:lnTo>
                  <a:lnTo>
                    <a:pt x="98" y="483"/>
                  </a:lnTo>
                  <a:lnTo>
                    <a:pt x="99" y="483"/>
                  </a:lnTo>
                  <a:lnTo>
                    <a:pt x="100" y="483"/>
                  </a:lnTo>
                  <a:lnTo>
                    <a:pt x="101" y="483"/>
                  </a:lnTo>
                  <a:lnTo>
                    <a:pt x="103" y="483"/>
                  </a:lnTo>
                  <a:lnTo>
                    <a:pt x="103" y="484"/>
                  </a:lnTo>
                  <a:lnTo>
                    <a:pt x="104" y="484"/>
                  </a:lnTo>
                  <a:lnTo>
                    <a:pt x="104" y="486"/>
                  </a:lnTo>
                  <a:lnTo>
                    <a:pt x="103" y="487"/>
                  </a:lnTo>
                  <a:lnTo>
                    <a:pt x="102" y="492"/>
                  </a:lnTo>
                  <a:lnTo>
                    <a:pt x="96" y="505"/>
                  </a:lnTo>
                  <a:lnTo>
                    <a:pt x="93" y="509"/>
                  </a:lnTo>
                  <a:lnTo>
                    <a:pt x="92" y="510"/>
                  </a:lnTo>
                  <a:lnTo>
                    <a:pt x="82" y="518"/>
                  </a:lnTo>
                  <a:lnTo>
                    <a:pt x="80" y="518"/>
                  </a:lnTo>
                  <a:lnTo>
                    <a:pt x="71" y="521"/>
                  </a:lnTo>
                  <a:lnTo>
                    <a:pt x="69" y="522"/>
                  </a:lnTo>
                  <a:lnTo>
                    <a:pt x="68" y="522"/>
                  </a:lnTo>
                  <a:lnTo>
                    <a:pt x="66" y="521"/>
                  </a:lnTo>
                  <a:lnTo>
                    <a:pt x="65" y="521"/>
                  </a:lnTo>
                  <a:lnTo>
                    <a:pt x="64" y="519"/>
                  </a:lnTo>
                  <a:lnTo>
                    <a:pt x="64" y="518"/>
                  </a:lnTo>
                  <a:lnTo>
                    <a:pt x="64" y="517"/>
                  </a:lnTo>
                  <a:lnTo>
                    <a:pt x="67" y="516"/>
                  </a:lnTo>
                  <a:lnTo>
                    <a:pt x="69" y="516"/>
                  </a:lnTo>
                  <a:lnTo>
                    <a:pt x="70" y="516"/>
                  </a:lnTo>
                  <a:lnTo>
                    <a:pt x="71" y="515"/>
                  </a:lnTo>
                  <a:lnTo>
                    <a:pt x="72" y="514"/>
                  </a:lnTo>
                  <a:lnTo>
                    <a:pt x="77" y="501"/>
                  </a:lnTo>
                  <a:lnTo>
                    <a:pt x="77" y="500"/>
                  </a:lnTo>
                  <a:lnTo>
                    <a:pt x="78" y="498"/>
                  </a:lnTo>
                  <a:lnTo>
                    <a:pt x="77" y="497"/>
                  </a:lnTo>
                  <a:lnTo>
                    <a:pt x="77" y="496"/>
                  </a:lnTo>
                  <a:lnTo>
                    <a:pt x="75" y="495"/>
                  </a:lnTo>
                  <a:lnTo>
                    <a:pt x="75" y="494"/>
                  </a:lnTo>
                  <a:lnTo>
                    <a:pt x="74" y="494"/>
                  </a:lnTo>
                  <a:lnTo>
                    <a:pt x="73" y="494"/>
                  </a:lnTo>
                  <a:lnTo>
                    <a:pt x="72" y="494"/>
                  </a:lnTo>
                  <a:lnTo>
                    <a:pt x="71" y="495"/>
                  </a:lnTo>
                  <a:lnTo>
                    <a:pt x="70" y="497"/>
                  </a:lnTo>
                  <a:lnTo>
                    <a:pt x="69" y="498"/>
                  </a:lnTo>
                  <a:lnTo>
                    <a:pt x="68" y="498"/>
                  </a:lnTo>
                  <a:lnTo>
                    <a:pt x="67" y="498"/>
                  </a:lnTo>
                  <a:lnTo>
                    <a:pt x="67" y="497"/>
                  </a:lnTo>
                  <a:lnTo>
                    <a:pt x="66" y="491"/>
                  </a:lnTo>
                  <a:lnTo>
                    <a:pt x="66" y="487"/>
                  </a:lnTo>
                  <a:lnTo>
                    <a:pt x="66" y="486"/>
                  </a:lnTo>
                  <a:lnTo>
                    <a:pt x="67" y="485"/>
                  </a:lnTo>
                  <a:lnTo>
                    <a:pt x="67" y="483"/>
                  </a:lnTo>
                  <a:lnTo>
                    <a:pt x="74" y="471"/>
                  </a:lnTo>
                  <a:lnTo>
                    <a:pt x="89" y="453"/>
                  </a:lnTo>
                  <a:lnTo>
                    <a:pt x="91" y="451"/>
                  </a:lnTo>
                  <a:lnTo>
                    <a:pt x="92" y="451"/>
                  </a:lnTo>
                  <a:lnTo>
                    <a:pt x="94" y="449"/>
                  </a:lnTo>
                  <a:lnTo>
                    <a:pt x="96" y="449"/>
                  </a:lnTo>
                  <a:lnTo>
                    <a:pt x="97" y="450"/>
                  </a:lnTo>
                  <a:lnTo>
                    <a:pt x="97" y="451"/>
                  </a:lnTo>
                  <a:lnTo>
                    <a:pt x="96" y="455"/>
                  </a:lnTo>
                  <a:close/>
                  <a:moveTo>
                    <a:pt x="250" y="156"/>
                  </a:moveTo>
                  <a:lnTo>
                    <a:pt x="250" y="150"/>
                  </a:lnTo>
                  <a:lnTo>
                    <a:pt x="250" y="148"/>
                  </a:lnTo>
                  <a:lnTo>
                    <a:pt x="250" y="145"/>
                  </a:lnTo>
                  <a:lnTo>
                    <a:pt x="249" y="141"/>
                  </a:lnTo>
                  <a:lnTo>
                    <a:pt x="248" y="139"/>
                  </a:lnTo>
                  <a:lnTo>
                    <a:pt x="246" y="137"/>
                  </a:lnTo>
                  <a:lnTo>
                    <a:pt x="242" y="136"/>
                  </a:lnTo>
                  <a:lnTo>
                    <a:pt x="242" y="135"/>
                  </a:lnTo>
                  <a:lnTo>
                    <a:pt x="241" y="134"/>
                  </a:lnTo>
                  <a:lnTo>
                    <a:pt x="240" y="134"/>
                  </a:lnTo>
                  <a:lnTo>
                    <a:pt x="240" y="133"/>
                  </a:lnTo>
                  <a:lnTo>
                    <a:pt x="240" y="132"/>
                  </a:lnTo>
                  <a:lnTo>
                    <a:pt x="256" y="114"/>
                  </a:lnTo>
                  <a:lnTo>
                    <a:pt x="257" y="112"/>
                  </a:lnTo>
                  <a:lnTo>
                    <a:pt x="259" y="111"/>
                  </a:lnTo>
                  <a:lnTo>
                    <a:pt x="260" y="111"/>
                  </a:lnTo>
                  <a:lnTo>
                    <a:pt x="262" y="111"/>
                  </a:lnTo>
                  <a:lnTo>
                    <a:pt x="263" y="111"/>
                  </a:lnTo>
                  <a:lnTo>
                    <a:pt x="265" y="112"/>
                  </a:lnTo>
                  <a:lnTo>
                    <a:pt x="267" y="113"/>
                  </a:lnTo>
                  <a:lnTo>
                    <a:pt x="268" y="114"/>
                  </a:lnTo>
                  <a:lnTo>
                    <a:pt x="268" y="113"/>
                  </a:lnTo>
                  <a:lnTo>
                    <a:pt x="271" y="113"/>
                  </a:lnTo>
                  <a:lnTo>
                    <a:pt x="272" y="112"/>
                  </a:lnTo>
                  <a:lnTo>
                    <a:pt x="280" y="108"/>
                  </a:lnTo>
                  <a:lnTo>
                    <a:pt x="281" y="107"/>
                  </a:lnTo>
                  <a:lnTo>
                    <a:pt x="283" y="106"/>
                  </a:lnTo>
                  <a:lnTo>
                    <a:pt x="284" y="104"/>
                  </a:lnTo>
                  <a:lnTo>
                    <a:pt x="285" y="103"/>
                  </a:lnTo>
                  <a:lnTo>
                    <a:pt x="286" y="101"/>
                  </a:lnTo>
                  <a:lnTo>
                    <a:pt x="287" y="99"/>
                  </a:lnTo>
                  <a:lnTo>
                    <a:pt x="287" y="98"/>
                  </a:lnTo>
                  <a:lnTo>
                    <a:pt x="289" y="89"/>
                  </a:lnTo>
                  <a:lnTo>
                    <a:pt x="293" y="70"/>
                  </a:lnTo>
                  <a:lnTo>
                    <a:pt x="290" y="61"/>
                  </a:lnTo>
                  <a:lnTo>
                    <a:pt x="290" y="57"/>
                  </a:lnTo>
                  <a:lnTo>
                    <a:pt x="291" y="45"/>
                  </a:lnTo>
                  <a:lnTo>
                    <a:pt x="292" y="42"/>
                  </a:lnTo>
                  <a:lnTo>
                    <a:pt x="293" y="41"/>
                  </a:lnTo>
                  <a:lnTo>
                    <a:pt x="293" y="40"/>
                  </a:lnTo>
                  <a:lnTo>
                    <a:pt x="294" y="40"/>
                  </a:lnTo>
                  <a:lnTo>
                    <a:pt x="299" y="43"/>
                  </a:lnTo>
                  <a:lnTo>
                    <a:pt x="300" y="44"/>
                  </a:lnTo>
                  <a:lnTo>
                    <a:pt x="301" y="45"/>
                  </a:lnTo>
                  <a:lnTo>
                    <a:pt x="302" y="46"/>
                  </a:lnTo>
                  <a:lnTo>
                    <a:pt x="303" y="48"/>
                  </a:lnTo>
                  <a:lnTo>
                    <a:pt x="305" y="49"/>
                  </a:lnTo>
                  <a:lnTo>
                    <a:pt x="306" y="49"/>
                  </a:lnTo>
                  <a:lnTo>
                    <a:pt x="307" y="49"/>
                  </a:lnTo>
                  <a:lnTo>
                    <a:pt x="308" y="49"/>
                  </a:lnTo>
                  <a:lnTo>
                    <a:pt x="309" y="49"/>
                  </a:lnTo>
                  <a:lnTo>
                    <a:pt x="311" y="47"/>
                  </a:lnTo>
                  <a:lnTo>
                    <a:pt x="312" y="45"/>
                  </a:lnTo>
                  <a:lnTo>
                    <a:pt x="313" y="45"/>
                  </a:lnTo>
                  <a:lnTo>
                    <a:pt x="315" y="44"/>
                  </a:lnTo>
                  <a:lnTo>
                    <a:pt x="316" y="44"/>
                  </a:lnTo>
                  <a:lnTo>
                    <a:pt x="317" y="44"/>
                  </a:lnTo>
                  <a:lnTo>
                    <a:pt x="320" y="45"/>
                  </a:lnTo>
                  <a:lnTo>
                    <a:pt x="321" y="45"/>
                  </a:lnTo>
                  <a:lnTo>
                    <a:pt x="324" y="49"/>
                  </a:lnTo>
                  <a:lnTo>
                    <a:pt x="325" y="49"/>
                  </a:lnTo>
                  <a:lnTo>
                    <a:pt x="325" y="50"/>
                  </a:lnTo>
                  <a:lnTo>
                    <a:pt x="326" y="51"/>
                  </a:lnTo>
                  <a:lnTo>
                    <a:pt x="326" y="52"/>
                  </a:lnTo>
                  <a:lnTo>
                    <a:pt x="326" y="53"/>
                  </a:lnTo>
                  <a:lnTo>
                    <a:pt x="325" y="56"/>
                  </a:lnTo>
                  <a:lnTo>
                    <a:pt x="325" y="58"/>
                  </a:lnTo>
                  <a:lnTo>
                    <a:pt x="324" y="60"/>
                  </a:lnTo>
                  <a:lnTo>
                    <a:pt x="324" y="63"/>
                  </a:lnTo>
                  <a:lnTo>
                    <a:pt x="324" y="65"/>
                  </a:lnTo>
                  <a:lnTo>
                    <a:pt x="327" y="84"/>
                  </a:lnTo>
                  <a:lnTo>
                    <a:pt x="327" y="86"/>
                  </a:lnTo>
                  <a:lnTo>
                    <a:pt x="328" y="91"/>
                  </a:lnTo>
                  <a:lnTo>
                    <a:pt x="330" y="94"/>
                  </a:lnTo>
                  <a:lnTo>
                    <a:pt x="331" y="96"/>
                  </a:lnTo>
                  <a:lnTo>
                    <a:pt x="332" y="98"/>
                  </a:lnTo>
                  <a:lnTo>
                    <a:pt x="334" y="99"/>
                  </a:lnTo>
                  <a:lnTo>
                    <a:pt x="334" y="100"/>
                  </a:lnTo>
                  <a:lnTo>
                    <a:pt x="337" y="101"/>
                  </a:lnTo>
                  <a:lnTo>
                    <a:pt x="338" y="101"/>
                  </a:lnTo>
                  <a:lnTo>
                    <a:pt x="340" y="101"/>
                  </a:lnTo>
                  <a:lnTo>
                    <a:pt x="342" y="100"/>
                  </a:lnTo>
                  <a:lnTo>
                    <a:pt x="344" y="99"/>
                  </a:lnTo>
                  <a:lnTo>
                    <a:pt x="345" y="99"/>
                  </a:lnTo>
                  <a:lnTo>
                    <a:pt x="346" y="97"/>
                  </a:lnTo>
                  <a:lnTo>
                    <a:pt x="347" y="96"/>
                  </a:lnTo>
                  <a:lnTo>
                    <a:pt x="350" y="91"/>
                  </a:lnTo>
                  <a:lnTo>
                    <a:pt x="350" y="89"/>
                  </a:lnTo>
                  <a:lnTo>
                    <a:pt x="350" y="88"/>
                  </a:lnTo>
                  <a:lnTo>
                    <a:pt x="348" y="83"/>
                  </a:lnTo>
                  <a:lnTo>
                    <a:pt x="350" y="78"/>
                  </a:lnTo>
                  <a:lnTo>
                    <a:pt x="350" y="77"/>
                  </a:lnTo>
                  <a:lnTo>
                    <a:pt x="351" y="77"/>
                  </a:lnTo>
                  <a:lnTo>
                    <a:pt x="351" y="76"/>
                  </a:lnTo>
                  <a:lnTo>
                    <a:pt x="356" y="78"/>
                  </a:lnTo>
                  <a:lnTo>
                    <a:pt x="357" y="78"/>
                  </a:lnTo>
                  <a:lnTo>
                    <a:pt x="358" y="79"/>
                  </a:lnTo>
                  <a:lnTo>
                    <a:pt x="359" y="80"/>
                  </a:lnTo>
                  <a:lnTo>
                    <a:pt x="360" y="82"/>
                  </a:lnTo>
                  <a:lnTo>
                    <a:pt x="362" y="85"/>
                  </a:lnTo>
                  <a:lnTo>
                    <a:pt x="363" y="86"/>
                  </a:lnTo>
                  <a:lnTo>
                    <a:pt x="373" y="93"/>
                  </a:lnTo>
                  <a:lnTo>
                    <a:pt x="376" y="95"/>
                  </a:lnTo>
                  <a:lnTo>
                    <a:pt x="378" y="96"/>
                  </a:lnTo>
                  <a:lnTo>
                    <a:pt x="379" y="96"/>
                  </a:lnTo>
                  <a:lnTo>
                    <a:pt x="380" y="95"/>
                  </a:lnTo>
                  <a:lnTo>
                    <a:pt x="381" y="94"/>
                  </a:lnTo>
                  <a:lnTo>
                    <a:pt x="382" y="93"/>
                  </a:lnTo>
                  <a:lnTo>
                    <a:pt x="383" y="92"/>
                  </a:lnTo>
                  <a:lnTo>
                    <a:pt x="383" y="91"/>
                  </a:lnTo>
                  <a:lnTo>
                    <a:pt x="385" y="87"/>
                  </a:lnTo>
                  <a:lnTo>
                    <a:pt x="386" y="85"/>
                  </a:lnTo>
                  <a:lnTo>
                    <a:pt x="388" y="78"/>
                  </a:lnTo>
                  <a:lnTo>
                    <a:pt x="389" y="77"/>
                  </a:lnTo>
                  <a:lnTo>
                    <a:pt x="389" y="74"/>
                  </a:lnTo>
                  <a:lnTo>
                    <a:pt x="394" y="55"/>
                  </a:lnTo>
                  <a:lnTo>
                    <a:pt x="394" y="54"/>
                  </a:lnTo>
                  <a:lnTo>
                    <a:pt x="393" y="51"/>
                  </a:lnTo>
                  <a:lnTo>
                    <a:pt x="392" y="48"/>
                  </a:lnTo>
                  <a:lnTo>
                    <a:pt x="391" y="46"/>
                  </a:lnTo>
                  <a:lnTo>
                    <a:pt x="390" y="45"/>
                  </a:lnTo>
                  <a:lnTo>
                    <a:pt x="388" y="42"/>
                  </a:lnTo>
                  <a:lnTo>
                    <a:pt x="385" y="39"/>
                  </a:lnTo>
                  <a:lnTo>
                    <a:pt x="384" y="38"/>
                  </a:lnTo>
                  <a:lnTo>
                    <a:pt x="383" y="38"/>
                  </a:lnTo>
                  <a:lnTo>
                    <a:pt x="381" y="38"/>
                  </a:lnTo>
                  <a:lnTo>
                    <a:pt x="379" y="40"/>
                  </a:lnTo>
                  <a:lnTo>
                    <a:pt x="379" y="41"/>
                  </a:lnTo>
                  <a:lnTo>
                    <a:pt x="380" y="42"/>
                  </a:lnTo>
                  <a:lnTo>
                    <a:pt x="381" y="41"/>
                  </a:lnTo>
                  <a:lnTo>
                    <a:pt x="381" y="42"/>
                  </a:lnTo>
                  <a:lnTo>
                    <a:pt x="378" y="45"/>
                  </a:lnTo>
                  <a:lnTo>
                    <a:pt x="377" y="46"/>
                  </a:lnTo>
                  <a:lnTo>
                    <a:pt x="376" y="46"/>
                  </a:lnTo>
                  <a:lnTo>
                    <a:pt x="370" y="50"/>
                  </a:lnTo>
                  <a:lnTo>
                    <a:pt x="369" y="50"/>
                  </a:lnTo>
                  <a:lnTo>
                    <a:pt x="368" y="50"/>
                  </a:lnTo>
                  <a:lnTo>
                    <a:pt x="367" y="50"/>
                  </a:lnTo>
                  <a:lnTo>
                    <a:pt x="364" y="49"/>
                  </a:lnTo>
                  <a:lnTo>
                    <a:pt x="363" y="49"/>
                  </a:lnTo>
                  <a:lnTo>
                    <a:pt x="361" y="49"/>
                  </a:lnTo>
                  <a:lnTo>
                    <a:pt x="351" y="53"/>
                  </a:lnTo>
                  <a:lnTo>
                    <a:pt x="346" y="56"/>
                  </a:lnTo>
                  <a:lnTo>
                    <a:pt x="344" y="57"/>
                  </a:lnTo>
                  <a:lnTo>
                    <a:pt x="343" y="58"/>
                  </a:lnTo>
                  <a:lnTo>
                    <a:pt x="342" y="58"/>
                  </a:lnTo>
                  <a:lnTo>
                    <a:pt x="341" y="58"/>
                  </a:lnTo>
                  <a:lnTo>
                    <a:pt x="340" y="57"/>
                  </a:lnTo>
                  <a:lnTo>
                    <a:pt x="339" y="55"/>
                  </a:lnTo>
                  <a:lnTo>
                    <a:pt x="339" y="54"/>
                  </a:lnTo>
                  <a:lnTo>
                    <a:pt x="338" y="51"/>
                  </a:lnTo>
                  <a:lnTo>
                    <a:pt x="346" y="19"/>
                  </a:lnTo>
                  <a:lnTo>
                    <a:pt x="347" y="17"/>
                  </a:lnTo>
                  <a:lnTo>
                    <a:pt x="354" y="0"/>
                  </a:lnTo>
                  <a:lnTo>
                    <a:pt x="355" y="0"/>
                  </a:lnTo>
                  <a:lnTo>
                    <a:pt x="356" y="0"/>
                  </a:lnTo>
                  <a:lnTo>
                    <a:pt x="373" y="8"/>
                  </a:lnTo>
                  <a:lnTo>
                    <a:pt x="375" y="9"/>
                  </a:lnTo>
                  <a:lnTo>
                    <a:pt x="378" y="12"/>
                  </a:lnTo>
                  <a:lnTo>
                    <a:pt x="380" y="15"/>
                  </a:lnTo>
                  <a:lnTo>
                    <a:pt x="381" y="16"/>
                  </a:lnTo>
                  <a:lnTo>
                    <a:pt x="382" y="17"/>
                  </a:lnTo>
                  <a:lnTo>
                    <a:pt x="383" y="19"/>
                  </a:lnTo>
                  <a:lnTo>
                    <a:pt x="384" y="21"/>
                  </a:lnTo>
                  <a:lnTo>
                    <a:pt x="385" y="22"/>
                  </a:lnTo>
                  <a:lnTo>
                    <a:pt x="386" y="23"/>
                  </a:lnTo>
                  <a:lnTo>
                    <a:pt x="388" y="25"/>
                  </a:lnTo>
                  <a:lnTo>
                    <a:pt x="391" y="26"/>
                  </a:lnTo>
                  <a:lnTo>
                    <a:pt x="393" y="26"/>
                  </a:lnTo>
                  <a:lnTo>
                    <a:pt x="396" y="27"/>
                  </a:lnTo>
                  <a:lnTo>
                    <a:pt x="398" y="27"/>
                  </a:lnTo>
                  <a:lnTo>
                    <a:pt x="400" y="26"/>
                  </a:lnTo>
                  <a:lnTo>
                    <a:pt x="402" y="26"/>
                  </a:lnTo>
                  <a:lnTo>
                    <a:pt x="404" y="25"/>
                  </a:lnTo>
                  <a:lnTo>
                    <a:pt x="406" y="23"/>
                  </a:lnTo>
                  <a:lnTo>
                    <a:pt x="408" y="22"/>
                  </a:lnTo>
                  <a:lnTo>
                    <a:pt x="413" y="26"/>
                  </a:lnTo>
                  <a:lnTo>
                    <a:pt x="409" y="46"/>
                  </a:lnTo>
                  <a:lnTo>
                    <a:pt x="408" y="48"/>
                  </a:lnTo>
                  <a:lnTo>
                    <a:pt x="407" y="49"/>
                  </a:lnTo>
                  <a:lnTo>
                    <a:pt x="407" y="51"/>
                  </a:lnTo>
                  <a:lnTo>
                    <a:pt x="406" y="52"/>
                  </a:lnTo>
                  <a:lnTo>
                    <a:pt x="406" y="53"/>
                  </a:lnTo>
                  <a:lnTo>
                    <a:pt x="406" y="55"/>
                  </a:lnTo>
                  <a:lnTo>
                    <a:pt x="407" y="86"/>
                  </a:lnTo>
                  <a:lnTo>
                    <a:pt x="407" y="92"/>
                  </a:lnTo>
                  <a:lnTo>
                    <a:pt x="407" y="95"/>
                  </a:lnTo>
                  <a:lnTo>
                    <a:pt x="408" y="111"/>
                  </a:lnTo>
                  <a:lnTo>
                    <a:pt x="409" y="114"/>
                  </a:lnTo>
                  <a:lnTo>
                    <a:pt x="409" y="116"/>
                  </a:lnTo>
                  <a:lnTo>
                    <a:pt x="410" y="119"/>
                  </a:lnTo>
                  <a:lnTo>
                    <a:pt x="413" y="133"/>
                  </a:lnTo>
                  <a:lnTo>
                    <a:pt x="414" y="135"/>
                  </a:lnTo>
                  <a:lnTo>
                    <a:pt x="414" y="136"/>
                  </a:lnTo>
                  <a:lnTo>
                    <a:pt x="415" y="137"/>
                  </a:lnTo>
                  <a:lnTo>
                    <a:pt x="416" y="139"/>
                  </a:lnTo>
                  <a:lnTo>
                    <a:pt x="425" y="142"/>
                  </a:lnTo>
                  <a:lnTo>
                    <a:pt x="426" y="142"/>
                  </a:lnTo>
                  <a:lnTo>
                    <a:pt x="432" y="148"/>
                  </a:lnTo>
                  <a:lnTo>
                    <a:pt x="432" y="149"/>
                  </a:lnTo>
                  <a:lnTo>
                    <a:pt x="433" y="151"/>
                  </a:lnTo>
                  <a:lnTo>
                    <a:pt x="435" y="152"/>
                  </a:lnTo>
                  <a:lnTo>
                    <a:pt x="436" y="154"/>
                  </a:lnTo>
                  <a:lnTo>
                    <a:pt x="438" y="155"/>
                  </a:lnTo>
                  <a:lnTo>
                    <a:pt x="439" y="156"/>
                  </a:lnTo>
                  <a:lnTo>
                    <a:pt x="440" y="158"/>
                  </a:lnTo>
                  <a:lnTo>
                    <a:pt x="452" y="179"/>
                  </a:lnTo>
                  <a:lnTo>
                    <a:pt x="454" y="185"/>
                  </a:lnTo>
                  <a:lnTo>
                    <a:pt x="457" y="194"/>
                  </a:lnTo>
                  <a:lnTo>
                    <a:pt x="455" y="200"/>
                  </a:lnTo>
                  <a:lnTo>
                    <a:pt x="455" y="201"/>
                  </a:lnTo>
                  <a:lnTo>
                    <a:pt x="454" y="203"/>
                  </a:lnTo>
                  <a:lnTo>
                    <a:pt x="453" y="204"/>
                  </a:lnTo>
                  <a:lnTo>
                    <a:pt x="453" y="206"/>
                  </a:lnTo>
                  <a:lnTo>
                    <a:pt x="454" y="208"/>
                  </a:lnTo>
                  <a:lnTo>
                    <a:pt x="455" y="209"/>
                  </a:lnTo>
                  <a:lnTo>
                    <a:pt x="460" y="214"/>
                  </a:lnTo>
                  <a:lnTo>
                    <a:pt x="464" y="217"/>
                  </a:lnTo>
                  <a:lnTo>
                    <a:pt x="465" y="217"/>
                  </a:lnTo>
                  <a:lnTo>
                    <a:pt x="465" y="218"/>
                  </a:lnTo>
                  <a:lnTo>
                    <a:pt x="466" y="218"/>
                  </a:lnTo>
                  <a:lnTo>
                    <a:pt x="467" y="222"/>
                  </a:lnTo>
                  <a:lnTo>
                    <a:pt x="470" y="246"/>
                  </a:lnTo>
                  <a:lnTo>
                    <a:pt x="469" y="265"/>
                  </a:lnTo>
                  <a:lnTo>
                    <a:pt x="474" y="272"/>
                  </a:lnTo>
                  <a:lnTo>
                    <a:pt x="478" y="279"/>
                  </a:lnTo>
                  <a:lnTo>
                    <a:pt x="479" y="280"/>
                  </a:lnTo>
                  <a:lnTo>
                    <a:pt x="477" y="291"/>
                  </a:lnTo>
                  <a:lnTo>
                    <a:pt x="477" y="292"/>
                  </a:lnTo>
                  <a:lnTo>
                    <a:pt x="475" y="298"/>
                  </a:lnTo>
                  <a:lnTo>
                    <a:pt x="474" y="299"/>
                  </a:lnTo>
                  <a:lnTo>
                    <a:pt x="473" y="298"/>
                  </a:lnTo>
                  <a:lnTo>
                    <a:pt x="470" y="298"/>
                  </a:lnTo>
                  <a:lnTo>
                    <a:pt x="469" y="298"/>
                  </a:lnTo>
                  <a:lnTo>
                    <a:pt x="465" y="303"/>
                  </a:lnTo>
                  <a:lnTo>
                    <a:pt x="465" y="304"/>
                  </a:lnTo>
                  <a:lnTo>
                    <a:pt x="461" y="310"/>
                  </a:lnTo>
                  <a:lnTo>
                    <a:pt x="460" y="319"/>
                  </a:lnTo>
                  <a:lnTo>
                    <a:pt x="460" y="321"/>
                  </a:lnTo>
                  <a:lnTo>
                    <a:pt x="461" y="322"/>
                  </a:lnTo>
                  <a:lnTo>
                    <a:pt x="463" y="322"/>
                  </a:lnTo>
                  <a:lnTo>
                    <a:pt x="466" y="322"/>
                  </a:lnTo>
                  <a:lnTo>
                    <a:pt x="466" y="325"/>
                  </a:lnTo>
                  <a:lnTo>
                    <a:pt x="466" y="326"/>
                  </a:lnTo>
                  <a:lnTo>
                    <a:pt x="455" y="353"/>
                  </a:lnTo>
                  <a:lnTo>
                    <a:pt x="444" y="353"/>
                  </a:lnTo>
                  <a:lnTo>
                    <a:pt x="432" y="357"/>
                  </a:lnTo>
                  <a:lnTo>
                    <a:pt x="431" y="358"/>
                  </a:lnTo>
                  <a:lnTo>
                    <a:pt x="432" y="358"/>
                  </a:lnTo>
                  <a:lnTo>
                    <a:pt x="432" y="360"/>
                  </a:lnTo>
                  <a:lnTo>
                    <a:pt x="433" y="367"/>
                  </a:lnTo>
                  <a:lnTo>
                    <a:pt x="433" y="372"/>
                  </a:lnTo>
                  <a:lnTo>
                    <a:pt x="432" y="372"/>
                  </a:lnTo>
                  <a:lnTo>
                    <a:pt x="428" y="372"/>
                  </a:lnTo>
                  <a:lnTo>
                    <a:pt x="427" y="372"/>
                  </a:lnTo>
                  <a:lnTo>
                    <a:pt x="426" y="373"/>
                  </a:lnTo>
                  <a:lnTo>
                    <a:pt x="421" y="386"/>
                  </a:lnTo>
                  <a:lnTo>
                    <a:pt x="424" y="393"/>
                  </a:lnTo>
                  <a:lnTo>
                    <a:pt x="419" y="400"/>
                  </a:lnTo>
                  <a:lnTo>
                    <a:pt x="415" y="406"/>
                  </a:lnTo>
                  <a:lnTo>
                    <a:pt x="421" y="408"/>
                  </a:lnTo>
                  <a:lnTo>
                    <a:pt x="422" y="440"/>
                  </a:lnTo>
                  <a:lnTo>
                    <a:pt x="423" y="441"/>
                  </a:lnTo>
                  <a:lnTo>
                    <a:pt x="422" y="453"/>
                  </a:lnTo>
                  <a:lnTo>
                    <a:pt x="420" y="457"/>
                  </a:lnTo>
                  <a:lnTo>
                    <a:pt x="420" y="458"/>
                  </a:lnTo>
                  <a:lnTo>
                    <a:pt x="419" y="458"/>
                  </a:lnTo>
                  <a:lnTo>
                    <a:pt x="413" y="453"/>
                  </a:lnTo>
                  <a:lnTo>
                    <a:pt x="413" y="452"/>
                  </a:lnTo>
                  <a:lnTo>
                    <a:pt x="411" y="448"/>
                  </a:lnTo>
                  <a:lnTo>
                    <a:pt x="411" y="445"/>
                  </a:lnTo>
                  <a:lnTo>
                    <a:pt x="411" y="443"/>
                  </a:lnTo>
                  <a:lnTo>
                    <a:pt x="410" y="442"/>
                  </a:lnTo>
                  <a:lnTo>
                    <a:pt x="409" y="441"/>
                  </a:lnTo>
                  <a:lnTo>
                    <a:pt x="402" y="439"/>
                  </a:lnTo>
                  <a:lnTo>
                    <a:pt x="401" y="439"/>
                  </a:lnTo>
                  <a:lnTo>
                    <a:pt x="397" y="438"/>
                  </a:lnTo>
                  <a:lnTo>
                    <a:pt x="395" y="439"/>
                  </a:lnTo>
                  <a:lnTo>
                    <a:pt x="391" y="439"/>
                  </a:lnTo>
                  <a:lnTo>
                    <a:pt x="374" y="443"/>
                  </a:lnTo>
                  <a:lnTo>
                    <a:pt x="373" y="444"/>
                  </a:lnTo>
                  <a:lnTo>
                    <a:pt x="372" y="445"/>
                  </a:lnTo>
                  <a:lnTo>
                    <a:pt x="370" y="447"/>
                  </a:lnTo>
                  <a:lnTo>
                    <a:pt x="369" y="450"/>
                  </a:lnTo>
                  <a:lnTo>
                    <a:pt x="359" y="473"/>
                  </a:lnTo>
                  <a:lnTo>
                    <a:pt x="357" y="479"/>
                  </a:lnTo>
                  <a:lnTo>
                    <a:pt x="356" y="489"/>
                  </a:lnTo>
                  <a:lnTo>
                    <a:pt x="355" y="493"/>
                  </a:lnTo>
                  <a:lnTo>
                    <a:pt x="355" y="496"/>
                  </a:lnTo>
                  <a:lnTo>
                    <a:pt x="355" y="497"/>
                  </a:lnTo>
                  <a:lnTo>
                    <a:pt x="355" y="502"/>
                  </a:lnTo>
                  <a:lnTo>
                    <a:pt x="355" y="505"/>
                  </a:lnTo>
                  <a:lnTo>
                    <a:pt x="356" y="508"/>
                  </a:lnTo>
                  <a:lnTo>
                    <a:pt x="359" y="523"/>
                  </a:lnTo>
                  <a:lnTo>
                    <a:pt x="362" y="525"/>
                  </a:lnTo>
                  <a:lnTo>
                    <a:pt x="364" y="527"/>
                  </a:lnTo>
                  <a:lnTo>
                    <a:pt x="365" y="529"/>
                  </a:lnTo>
                  <a:lnTo>
                    <a:pt x="366" y="530"/>
                  </a:lnTo>
                  <a:lnTo>
                    <a:pt x="366" y="531"/>
                  </a:lnTo>
                  <a:lnTo>
                    <a:pt x="367" y="551"/>
                  </a:lnTo>
                  <a:lnTo>
                    <a:pt x="368" y="567"/>
                  </a:lnTo>
                  <a:lnTo>
                    <a:pt x="368" y="578"/>
                  </a:lnTo>
                  <a:lnTo>
                    <a:pt x="368" y="581"/>
                  </a:lnTo>
                  <a:lnTo>
                    <a:pt x="364" y="604"/>
                  </a:lnTo>
                  <a:lnTo>
                    <a:pt x="361" y="631"/>
                  </a:lnTo>
                  <a:lnTo>
                    <a:pt x="360" y="633"/>
                  </a:lnTo>
                  <a:lnTo>
                    <a:pt x="359" y="634"/>
                  </a:lnTo>
                  <a:lnTo>
                    <a:pt x="356" y="638"/>
                  </a:lnTo>
                  <a:lnTo>
                    <a:pt x="355" y="638"/>
                  </a:lnTo>
                  <a:lnTo>
                    <a:pt x="350" y="640"/>
                  </a:lnTo>
                  <a:lnTo>
                    <a:pt x="345" y="642"/>
                  </a:lnTo>
                  <a:lnTo>
                    <a:pt x="343" y="644"/>
                  </a:lnTo>
                  <a:lnTo>
                    <a:pt x="342" y="647"/>
                  </a:lnTo>
                  <a:lnTo>
                    <a:pt x="342" y="650"/>
                  </a:lnTo>
                  <a:lnTo>
                    <a:pt x="336" y="648"/>
                  </a:lnTo>
                  <a:lnTo>
                    <a:pt x="331" y="647"/>
                  </a:lnTo>
                  <a:lnTo>
                    <a:pt x="323" y="644"/>
                  </a:lnTo>
                  <a:lnTo>
                    <a:pt x="321" y="644"/>
                  </a:lnTo>
                  <a:lnTo>
                    <a:pt x="315" y="649"/>
                  </a:lnTo>
                  <a:lnTo>
                    <a:pt x="312" y="652"/>
                  </a:lnTo>
                  <a:lnTo>
                    <a:pt x="308" y="656"/>
                  </a:lnTo>
                  <a:lnTo>
                    <a:pt x="307" y="658"/>
                  </a:lnTo>
                  <a:lnTo>
                    <a:pt x="307" y="659"/>
                  </a:lnTo>
                  <a:lnTo>
                    <a:pt x="298" y="653"/>
                  </a:lnTo>
                  <a:lnTo>
                    <a:pt x="297" y="653"/>
                  </a:lnTo>
                  <a:lnTo>
                    <a:pt x="282" y="637"/>
                  </a:lnTo>
                  <a:lnTo>
                    <a:pt x="282" y="635"/>
                  </a:lnTo>
                  <a:lnTo>
                    <a:pt x="281" y="630"/>
                  </a:lnTo>
                  <a:lnTo>
                    <a:pt x="281" y="629"/>
                  </a:lnTo>
                  <a:lnTo>
                    <a:pt x="276" y="622"/>
                  </a:lnTo>
                  <a:lnTo>
                    <a:pt x="267" y="615"/>
                  </a:lnTo>
                  <a:lnTo>
                    <a:pt x="265" y="614"/>
                  </a:lnTo>
                  <a:lnTo>
                    <a:pt x="251" y="610"/>
                  </a:lnTo>
                  <a:lnTo>
                    <a:pt x="249" y="610"/>
                  </a:lnTo>
                  <a:lnTo>
                    <a:pt x="248" y="610"/>
                  </a:lnTo>
                  <a:lnTo>
                    <a:pt x="243" y="610"/>
                  </a:lnTo>
                  <a:lnTo>
                    <a:pt x="241" y="610"/>
                  </a:lnTo>
                  <a:lnTo>
                    <a:pt x="221" y="621"/>
                  </a:lnTo>
                  <a:lnTo>
                    <a:pt x="220" y="622"/>
                  </a:lnTo>
                  <a:lnTo>
                    <a:pt x="215" y="626"/>
                  </a:lnTo>
                  <a:lnTo>
                    <a:pt x="213" y="627"/>
                  </a:lnTo>
                  <a:lnTo>
                    <a:pt x="210" y="629"/>
                  </a:lnTo>
                  <a:lnTo>
                    <a:pt x="204" y="633"/>
                  </a:lnTo>
                  <a:lnTo>
                    <a:pt x="193" y="639"/>
                  </a:lnTo>
                  <a:lnTo>
                    <a:pt x="187" y="642"/>
                  </a:lnTo>
                  <a:lnTo>
                    <a:pt x="173" y="639"/>
                  </a:lnTo>
                  <a:lnTo>
                    <a:pt x="166" y="635"/>
                  </a:lnTo>
                  <a:lnTo>
                    <a:pt x="166" y="633"/>
                  </a:lnTo>
                  <a:lnTo>
                    <a:pt x="166" y="632"/>
                  </a:lnTo>
                  <a:lnTo>
                    <a:pt x="166" y="631"/>
                  </a:lnTo>
                  <a:lnTo>
                    <a:pt x="165" y="629"/>
                  </a:lnTo>
                  <a:lnTo>
                    <a:pt x="160" y="624"/>
                  </a:lnTo>
                  <a:lnTo>
                    <a:pt x="158" y="623"/>
                  </a:lnTo>
                  <a:lnTo>
                    <a:pt x="157" y="623"/>
                  </a:lnTo>
                  <a:lnTo>
                    <a:pt x="145" y="633"/>
                  </a:lnTo>
                  <a:lnTo>
                    <a:pt x="141" y="644"/>
                  </a:lnTo>
                  <a:lnTo>
                    <a:pt x="139" y="652"/>
                  </a:lnTo>
                  <a:lnTo>
                    <a:pt x="127" y="661"/>
                  </a:lnTo>
                  <a:lnTo>
                    <a:pt x="123" y="663"/>
                  </a:lnTo>
                  <a:lnTo>
                    <a:pt x="122" y="663"/>
                  </a:lnTo>
                  <a:lnTo>
                    <a:pt x="119" y="662"/>
                  </a:lnTo>
                  <a:lnTo>
                    <a:pt x="117" y="663"/>
                  </a:lnTo>
                  <a:lnTo>
                    <a:pt x="114" y="665"/>
                  </a:lnTo>
                  <a:lnTo>
                    <a:pt x="114" y="664"/>
                  </a:lnTo>
                  <a:lnTo>
                    <a:pt x="114" y="656"/>
                  </a:lnTo>
                  <a:lnTo>
                    <a:pt x="113" y="651"/>
                  </a:lnTo>
                  <a:lnTo>
                    <a:pt x="112" y="649"/>
                  </a:lnTo>
                  <a:lnTo>
                    <a:pt x="111" y="648"/>
                  </a:lnTo>
                  <a:lnTo>
                    <a:pt x="108" y="646"/>
                  </a:lnTo>
                  <a:lnTo>
                    <a:pt x="107" y="645"/>
                  </a:lnTo>
                  <a:lnTo>
                    <a:pt x="106" y="645"/>
                  </a:lnTo>
                  <a:lnTo>
                    <a:pt x="103" y="642"/>
                  </a:lnTo>
                  <a:lnTo>
                    <a:pt x="103" y="640"/>
                  </a:lnTo>
                  <a:lnTo>
                    <a:pt x="102" y="634"/>
                  </a:lnTo>
                  <a:lnTo>
                    <a:pt x="102" y="632"/>
                  </a:lnTo>
                  <a:lnTo>
                    <a:pt x="102" y="631"/>
                  </a:lnTo>
                  <a:lnTo>
                    <a:pt x="101" y="629"/>
                  </a:lnTo>
                  <a:lnTo>
                    <a:pt x="99" y="627"/>
                  </a:lnTo>
                  <a:lnTo>
                    <a:pt x="97" y="627"/>
                  </a:lnTo>
                  <a:lnTo>
                    <a:pt x="95" y="627"/>
                  </a:lnTo>
                  <a:lnTo>
                    <a:pt x="93" y="627"/>
                  </a:lnTo>
                  <a:lnTo>
                    <a:pt x="91" y="627"/>
                  </a:lnTo>
                  <a:lnTo>
                    <a:pt x="87" y="629"/>
                  </a:lnTo>
                  <a:lnTo>
                    <a:pt x="82" y="631"/>
                  </a:lnTo>
                  <a:lnTo>
                    <a:pt x="80" y="632"/>
                  </a:lnTo>
                  <a:lnTo>
                    <a:pt x="79" y="633"/>
                  </a:lnTo>
                  <a:lnTo>
                    <a:pt x="77" y="636"/>
                  </a:lnTo>
                  <a:lnTo>
                    <a:pt x="70" y="644"/>
                  </a:lnTo>
                  <a:lnTo>
                    <a:pt x="66" y="648"/>
                  </a:lnTo>
                  <a:lnTo>
                    <a:pt x="48" y="655"/>
                  </a:lnTo>
                  <a:lnTo>
                    <a:pt x="42" y="649"/>
                  </a:lnTo>
                  <a:lnTo>
                    <a:pt x="42" y="647"/>
                  </a:lnTo>
                  <a:lnTo>
                    <a:pt x="42" y="646"/>
                  </a:lnTo>
                  <a:lnTo>
                    <a:pt x="42" y="645"/>
                  </a:lnTo>
                  <a:lnTo>
                    <a:pt x="41" y="643"/>
                  </a:lnTo>
                  <a:lnTo>
                    <a:pt x="39" y="642"/>
                  </a:lnTo>
                  <a:lnTo>
                    <a:pt x="38" y="641"/>
                  </a:lnTo>
                  <a:lnTo>
                    <a:pt x="31" y="639"/>
                  </a:lnTo>
                  <a:lnTo>
                    <a:pt x="28" y="639"/>
                  </a:lnTo>
                  <a:lnTo>
                    <a:pt x="27" y="640"/>
                  </a:lnTo>
                  <a:lnTo>
                    <a:pt x="26" y="640"/>
                  </a:lnTo>
                  <a:lnTo>
                    <a:pt x="25" y="641"/>
                  </a:lnTo>
                  <a:lnTo>
                    <a:pt x="25" y="642"/>
                  </a:lnTo>
                  <a:lnTo>
                    <a:pt x="25" y="644"/>
                  </a:lnTo>
                  <a:lnTo>
                    <a:pt x="25" y="646"/>
                  </a:lnTo>
                  <a:lnTo>
                    <a:pt x="25" y="647"/>
                  </a:lnTo>
                  <a:lnTo>
                    <a:pt x="24" y="649"/>
                  </a:lnTo>
                  <a:lnTo>
                    <a:pt x="20" y="656"/>
                  </a:lnTo>
                  <a:lnTo>
                    <a:pt x="19" y="657"/>
                  </a:lnTo>
                  <a:lnTo>
                    <a:pt x="17" y="658"/>
                  </a:lnTo>
                  <a:lnTo>
                    <a:pt x="15" y="659"/>
                  </a:lnTo>
                  <a:lnTo>
                    <a:pt x="13" y="659"/>
                  </a:lnTo>
                  <a:lnTo>
                    <a:pt x="12" y="659"/>
                  </a:lnTo>
                  <a:lnTo>
                    <a:pt x="11" y="655"/>
                  </a:lnTo>
                  <a:lnTo>
                    <a:pt x="9" y="645"/>
                  </a:lnTo>
                  <a:lnTo>
                    <a:pt x="2" y="636"/>
                  </a:lnTo>
                  <a:lnTo>
                    <a:pt x="0" y="633"/>
                  </a:lnTo>
                  <a:lnTo>
                    <a:pt x="1" y="633"/>
                  </a:lnTo>
                  <a:lnTo>
                    <a:pt x="16" y="627"/>
                  </a:lnTo>
                  <a:lnTo>
                    <a:pt x="20" y="625"/>
                  </a:lnTo>
                  <a:lnTo>
                    <a:pt x="23" y="625"/>
                  </a:lnTo>
                  <a:lnTo>
                    <a:pt x="30" y="622"/>
                  </a:lnTo>
                  <a:lnTo>
                    <a:pt x="32" y="621"/>
                  </a:lnTo>
                  <a:lnTo>
                    <a:pt x="35" y="620"/>
                  </a:lnTo>
                  <a:lnTo>
                    <a:pt x="37" y="619"/>
                  </a:lnTo>
                  <a:lnTo>
                    <a:pt x="44" y="615"/>
                  </a:lnTo>
                  <a:lnTo>
                    <a:pt x="64" y="607"/>
                  </a:lnTo>
                  <a:lnTo>
                    <a:pt x="67" y="606"/>
                  </a:lnTo>
                  <a:lnTo>
                    <a:pt x="70" y="604"/>
                  </a:lnTo>
                  <a:lnTo>
                    <a:pt x="73" y="601"/>
                  </a:lnTo>
                  <a:lnTo>
                    <a:pt x="104" y="575"/>
                  </a:lnTo>
                  <a:lnTo>
                    <a:pt x="120" y="553"/>
                  </a:lnTo>
                  <a:lnTo>
                    <a:pt x="121" y="550"/>
                  </a:lnTo>
                  <a:lnTo>
                    <a:pt x="122" y="549"/>
                  </a:lnTo>
                  <a:lnTo>
                    <a:pt x="123" y="546"/>
                  </a:lnTo>
                  <a:lnTo>
                    <a:pt x="124" y="543"/>
                  </a:lnTo>
                  <a:lnTo>
                    <a:pt x="124" y="541"/>
                  </a:lnTo>
                  <a:lnTo>
                    <a:pt x="125" y="538"/>
                  </a:lnTo>
                  <a:lnTo>
                    <a:pt x="126" y="536"/>
                  </a:lnTo>
                  <a:lnTo>
                    <a:pt x="126" y="534"/>
                  </a:lnTo>
                  <a:lnTo>
                    <a:pt x="126" y="532"/>
                  </a:lnTo>
                  <a:lnTo>
                    <a:pt x="126" y="531"/>
                  </a:lnTo>
                  <a:lnTo>
                    <a:pt x="127" y="528"/>
                  </a:lnTo>
                  <a:lnTo>
                    <a:pt x="129" y="524"/>
                  </a:lnTo>
                  <a:lnTo>
                    <a:pt x="130" y="522"/>
                  </a:lnTo>
                  <a:lnTo>
                    <a:pt x="131" y="520"/>
                  </a:lnTo>
                  <a:lnTo>
                    <a:pt x="133" y="518"/>
                  </a:lnTo>
                  <a:lnTo>
                    <a:pt x="135" y="516"/>
                  </a:lnTo>
                  <a:lnTo>
                    <a:pt x="138" y="513"/>
                  </a:lnTo>
                  <a:lnTo>
                    <a:pt x="140" y="511"/>
                  </a:lnTo>
                  <a:lnTo>
                    <a:pt x="141" y="511"/>
                  </a:lnTo>
                  <a:lnTo>
                    <a:pt x="146" y="508"/>
                  </a:lnTo>
                  <a:lnTo>
                    <a:pt x="147" y="507"/>
                  </a:lnTo>
                  <a:lnTo>
                    <a:pt x="152" y="505"/>
                  </a:lnTo>
                  <a:lnTo>
                    <a:pt x="153" y="504"/>
                  </a:lnTo>
                  <a:lnTo>
                    <a:pt x="158" y="502"/>
                  </a:lnTo>
                  <a:lnTo>
                    <a:pt x="162" y="500"/>
                  </a:lnTo>
                  <a:lnTo>
                    <a:pt x="163" y="500"/>
                  </a:lnTo>
                  <a:lnTo>
                    <a:pt x="174" y="494"/>
                  </a:lnTo>
                  <a:lnTo>
                    <a:pt x="176" y="493"/>
                  </a:lnTo>
                  <a:lnTo>
                    <a:pt x="178" y="491"/>
                  </a:lnTo>
                  <a:lnTo>
                    <a:pt x="181" y="489"/>
                  </a:lnTo>
                  <a:lnTo>
                    <a:pt x="183" y="487"/>
                  </a:lnTo>
                  <a:lnTo>
                    <a:pt x="186" y="484"/>
                  </a:lnTo>
                  <a:lnTo>
                    <a:pt x="188" y="481"/>
                  </a:lnTo>
                  <a:lnTo>
                    <a:pt x="194" y="473"/>
                  </a:lnTo>
                  <a:lnTo>
                    <a:pt x="195" y="472"/>
                  </a:lnTo>
                  <a:lnTo>
                    <a:pt x="197" y="464"/>
                  </a:lnTo>
                  <a:lnTo>
                    <a:pt x="197" y="455"/>
                  </a:lnTo>
                  <a:lnTo>
                    <a:pt x="197" y="453"/>
                  </a:lnTo>
                  <a:lnTo>
                    <a:pt x="197" y="450"/>
                  </a:lnTo>
                  <a:lnTo>
                    <a:pt x="197" y="448"/>
                  </a:lnTo>
                  <a:lnTo>
                    <a:pt x="198" y="445"/>
                  </a:lnTo>
                  <a:lnTo>
                    <a:pt x="198" y="441"/>
                  </a:lnTo>
                  <a:lnTo>
                    <a:pt x="199" y="438"/>
                  </a:lnTo>
                  <a:lnTo>
                    <a:pt x="201" y="433"/>
                  </a:lnTo>
                  <a:lnTo>
                    <a:pt x="210" y="414"/>
                  </a:lnTo>
                  <a:lnTo>
                    <a:pt x="214" y="404"/>
                  </a:lnTo>
                  <a:lnTo>
                    <a:pt x="216" y="402"/>
                  </a:lnTo>
                  <a:lnTo>
                    <a:pt x="216" y="401"/>
                  </a:lnTo>
                  <a:lnTo>
                    <a:pt x="217" y="401"/>
                  </a:lnTo>
                  <a:lnTo>
                    <a:pt x="218" y="400"/>
                  </a:lnTo>
                  <a:lnTo>
                    <a:pt x="224" y="394"/>
                  </a:lnTo>
                  <a:lnTo>
                    <a:pt x="228" y="389"/>
                  </a:lnTo>
                  <a:lnTo>
                    <a:pt x="230" y="387"/>
                  </a:lnTo>
                  <a:lnTo>
                    <a:pt x="231" y="385"/>
                  </a:lnTo>
                  <a:lnTo>
                    <a:pt x="234" y="378"/>
                  </a:lnTo>
                  <a:lnTo>
                    <a:pt x="241" y="352"/>
                  </a:lnTo>
                  <a:lnTo>
                    <a:pt x="246" y="334"/>
                  </a:lnTo>
                  <a:lnTo>
                    <a:pt x="253" y="315"/>
                  </a:lnTo>
                  <a:lnTo>
                    <a:pt x="255" y="313"/>
                  </a:lnTo>
                  <a:lnTo>
                    <a:pt x="256" y="312"/>
                  </a:lnTo>
                  <a:lnTo>
                    <a:pt x="258" y="307"/>
                  </a:lnTo>
                  <a:lnTo>
                    <a:pt x="259" y="304"/>
                  </a:lnTo>
                  <a:lnTo>
                    <a:pt x="260" y="299"/>
                  </a:lnTo>
                  <a:lnTo>
                    <a:pt x="261" y="294"/>
                  </a:lnTo>
                  <a:lnTo>
                    <a:pt x="262" y="291"/>
                  </a:lnTo>
                  <a:lnTo>
                    <a:pt x="263" y="284"/>
                  </a:lnTo>
                  <a:lnTo>
                    <a:pt x="264" y="275"/>
                  </a:lnTo>
                  <a:lnTo>
                    <a:pt x="264" y="272"/>
                  </a:lnTo>
                  <a:lnTo>
                    <a:pt x="263" y="260"/>
                  </a:lnTo>
                  <a:lnTo>
                    <a:pt x="263" y="259"/>
                  </a:lnTo>
                  <a:lnTo>
                    <a:pt x="263" y="257"/>
                  </a:lnTo>
                  <a:lnTo>
                    <a:pt x="263" y="256"/>
                  </a:lnTo>
                  <a:lnTo>
                    <a:pt x="262" y="254"/>
                  </a:lnTo>
                  <a:lnTo>
                    <a:pt x="261" y="248"/>
                  </a:lnTo>
                  <a:lnTo>
                    <a:pt x="261" y="246"/>
                  </a:lnTo>
                  <a:lnTo>
                    <a:pt x="260" y="244"/>
                  </a:lnTo>
                  <a:lnTo>
                    <a:pt x="259" y="241"/>
                  </a:lnTo>
                  <a:lnTo>
                    <a:pt x="257" y="239"/>
                  </a:lnTo>
                  <a:lnTo>
                    <a:pt x="256" y="237"/>
                  </a:lnTo>
                  <a:lnTo>
                    <a:pt x="254" y="235"/>
                  </a:lnTo>
                  <a:lnTo>
                    <a:pt x="252" y="234"/>
                  </a:lnTo>
                  <a:lnTo>
                    <a:pt x="251" y="233"/>
                  </a:lnTo>
                  <a:lnTo>
                    <a:pt x="249" y="232"/>
                  </a:lnTo>
                  <a:lnTo>
                    <a:pt x="247" y="232"/>
                  </a:lnTo>
                  <a:lnTo>
                    <a:pt x="246" y="232"/>
                  </a:lnTo>
                  <a:lnTo>
                    <a:pt x="245" y="232"/>
                  </a:lnTo>
                  <a:lnTo>
                    <a:pt x="242" y="233"/>
                  </a:lnTo>
                  <a:lnTo>
                    <a:pt x="241" y="234"/>
                  </a:lnTo>
                  <a:lnTo>
                    <a:pt x="242" y="235"/>
                  </a:lnTo>
                  <a:lnTo>
                    <a:pt x="241" y="236"/>
                  </a:lnTo>
                  <a:lnTo>
                    <a:pt x="237" y="237"/>
                  </a:lnTo>
                  <a:lnTo>
                    <a:pt x="230" y="237"/>
                  </a:lnTo>
                  <a:lnTo>
                    <a:pt x="225" y="230"/>
                  </a:lnTo>
                  <a:lnTo>
                    <a:pt x="225" y="228"/>
                  </a:lnTo>
                  <a:lnTo>
                    <a:pt x="224" y="227"/>
                  </a:lnTo>
                  <a:lnTo>
                    <a:pt x="224" y="226"/>
                  </a:lnTo>
                  <a:lnTo>
                    <a:pt x="224" y="220"/>
                  </a:lnTo>
                  <a:lnTo>
                    <a:pt x="224" y="219"/>
                  </a:lnTo>
                  <a:lnTo>
                    <a:pt x="224" y="218"/>
                  </a:lnTo>
                  <a:lnTo>
                    <a:pt x="225" y="218"/>
                  </a:lnTo>
                  <a:lnTo>
                    <a:pt x="226" y="219"/>
                  </a:lnTo>
                  <a:lnTo>
                    <a:pt x="227" y="220"/>
                  </a:lnTo>
                  <a:lnTo>
                    <a:pt x="228" y="220"/>
                  </a:lnTo>
                  <a:lnTo>
                    <a:pt x="235" y="223"/>
                  </a:lnTo>
                  <a:lnTo>
                    <a:pt x="236" y="223"/>
                  </a:lnTo>
                  <a:lnTo>
                    <a:pt x="238" y="222"/>
                  </a:lnTo>
                  <a:lnTo>
                    <a:pt x="239" y="222"/>
                  </a:lnTo>
                  <a:lnTo>
                    <a:pt x="240" y="222"/>
                  </a:lnTo>
                  <a:lnTo>
                    <a:pt x="244" y="219"/>
                  </a:lnTo>
                  <a:lnTo>
                    <a:pt x="245" y="218"/>
                  </a:lnTo>
                  <a:lnTo>
                    <a:pt x="246" y="216"/>
                  </a:lnTo>
                  <a:lnTo>
                    <a:pt x="247" y="214"/>
                  </a:lnTo>
                  <a:lnTo>
                    <a:pt x="250" y="209"/>
                  </a:lnTo>
                  <a:lnTo>
                    <a:pt x="253" y="202"/>
                  </a:lnTo>
                  <a:lnTo>
                    <a:pt x="257" y="190"/>
                  </a:lnTo>
                  <a:lnTo>
                    <a:pt x="258" y="184"/>
                  </a:lnTo>
                  <a:lnTo>
                    <a:pt x="259" y="178"/>
                  </a:lnTo>
                  <a:lnTo>
                    <a:pt x="259" y="176"/>
                  </a:lnTo>
                  <a:lnTo>
                    <a:pt x="259" y="172"/>
                  </a:lnTo>
                  <a:lnTo>
                    <a:pt x="258" y="170"/>
                  </a:lnTo>
                  <a:lnTo>
                    <a:pt x="258" y="169"/>
                  </a:lnTo>
                  <a:lnTo>
                    <a:pt x="258" y="168"/>
                  </a:lnTo>
                  <a:lnTo>
                    <a:pt x="250" y="15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69" name="Freeform 80"/>
            <p:cNvSpPr>
              <a:spLocks/>
            </p:cNvSpPr>
            <p:nvPr/>
          </p:nvSpPr>
          <p:spPr bwMode="gray">
            <a:xfrm>
              <a:off x="3238" y="2020"/>
              <a:ext cx="40" cy="73"/>
            </a:xfrm>
            <a:custGeom>
              <a:avLst/>
              <a:gdLst>
                <a:gd name="T0" fmla="*/ 32 w 40"/>
                <a:gd name="T1" fmla="*/ 12 h 73"/>
                <a:gd name="T2" fmla="*/ 30 w 40"/>
                <a:gd name="T3" fmla="*/ 18 h 73"/>
                <a:gd name="T4" fmla="*/ 26 w 40"/>
                <a:gd name="T5" fmla="*/ 27 h 73"/>
                <a:gd name="T6" fmla="*/ 25 w 40"/>
                <a:gd name="T7" fmla="*/ 31 h 73"/>
                <a:gd name="T8" fmla="*/ 23 w 40"/>
                <a:gd name="T9" fmla="*/ 36 h 73"/>
                <a:gd name="T10" fmla="*/ 24 w 40"/>
                <a:gd name="T11" fmla="*/ 38 h 73"/>
                <a:gd name="T12" fmla="*/ 25 w 40"/>
                <a:gd name="T13" fmla="*/ 38 h 73"/>
                <a:gd name="T14" fmla="*/ 34 w 40"/>
                <a:gd name="T15" fmla="*/ 35 h 73"/>
                <a:gd name="T16" fmla="*/ 34 w 40"/>
                <a:gd name="T17" fmla="*/ 34 h 73"/>
                <a:gd name="T18" fmla="*/ 36 w 40"/>
                <a:gd name="T19" fmla="*/ 34 h 73"/>
                <a:gd name="T20" fmla="*/ 39 w 40"/>
                <a:gd name="T21" fmla="*/ 34 h 73"/>
                <a:gd name="T22" fmla="*/ 40 w 40"/>
                <a:gd name="T23" fmla="*/ 35 h 73"/>
                <a:gd name="T24" fmla="*/ 39 w 40"/>
                <a:gd name="T25" fmla="*/ 38 h 73"/>
                <a:gd name="T26" fmla="*/ 32 w 40"/>
                <a:gd name="T27" fmla="*/ 56 h 73"/>
                <a:gd name="T28" fmla="*/ 29 w 40"/>
                <a:gd name="T29" fmla="*/ 60 h 73"/>
                <a:gd name="T30" fmla="*/ 28 w 40"/>
                <a:gd name="T31" fmla="*/ 61 h 73"/>
                <a:gd name="T32" fmla="*/ 16 w 40"/>
                <a:gd name="T33" fmla="*/ 69 h 73"/>
                <a:gd name="T34" fmla="*/ 7 w 40"/>
                <a:gd name="T35" fmla="*/ 72 h 73"/>
                <a:gd name="T36" fmla="*/ 4 w 40"/>
                <a:gd name="T37" fmla="*/ 73 h 73"/>
                <a:gd name="T38" fmla="*/ 1 w 40"/>
                <a:gd name="T39" fmla="*/ 72 h 73"/>
                <a:gd name="T40" fmla="*/ 0 w 40"/>
                <a:gd name="T41" fmla="*/ 70 h 73"/>
                <a:gd name="T42" fmla="*/ 0 w 40"/>
                <a:gd name="T43" fmla="*/ 69 h 73"/>
                <a:gd name="T44" fmla="*/ 3 w 40"/>
                <a:gd name="T45" fmla="*/ 67 h 73"/>
                <a:gd name="T46" fmla="*/ 6 w 40"/>
                <a:gd name="T47" fmla="*/ 67 h 73"/>
                <a:gd name="T48" fmla="*/ 8 w 40"/>
                <a:gd name="T49" fmla="*/ 65 h 73"/>
                <a:gd name="T50" fmla="*/ 13 w 40"/>
                <a:gd name="T51" fmla="*/ 51 h 73"/>
                <a:gd name="T52" fmla="*/ 13 w 40"/>
                <a:gd name="T53" fmla="*/ 48 h 73"/>
                <a:gd name="T54" fmla="*/ 11 w 40"/>
                <a:gd name="T55" fmla="*/ 46 h 73"/>
                <a:gd name="T56" fmla="*/ 10 w 40"/>
                <a:gd name="T57" fmla="*/ 45 h 73"/>
                <a:gd name="T58" fmla="*/ 8 w 40"/>
                <a:gd name="T59" fmla="*/ 45 h 73"/>
                <a:gd name="T60" fmla="*/ 7 w 40"/>
                <a:gd name="T61" fmla="*/ 46 h 73"/>
                <a:gd name="T62" fmla="*/ 6 w 40"/>
                <a:gd name="T63" fmla="*/ 48 h 73"/>
                <a:gd name="T64" fmla="*/ 4 w 40"/>
                <a:gd name="T65" fmla="*/ 49 h 73"/>
                <a:gd name="T66" fmla="*/ 3 w 40"/>
                <a:gd name="T67" fmla="*/ 48 h 73"/>
                <a:gd name="T68" fmla="*/ 2 w 40"/>
                <a:gd name="T69" fmla="*/ 42 h 73"/>
                <a:gd name="T70" fmla="*/ 2 w 40"/>
                <a:gd name="T71" fmla="*/ 37 h 73"/>
                <a:gd name="T72" fmla="*/ 3 w 40"/>
                <a:gd name="T73" fmla="*/ 34 h 73"/>
                <a:gd name="T74" fmla="*/ 25 w 40"/>
                <a:gd name="T75" fmla="*/ 4 h 73"/>
                <a:gd name="T76" fmla="*/ 28 w 40"/>
                <a:gd name="T77" fmla="*/ 2 h 73"/>
                <a:gd name="T78" fmla="*/ 32 w 40"/>
                <a:gd name="T79" fmla="*/ 0 h 73"/>
                <a:gd name="T80" fmla="*/ 33 w 40"/>
                <a:gd name="T81" fmla="*/ 1 h 73"/>
                <a:gd name="T82" fmla="*/ 32 w 40"/>
                <a:gd name="T83" fmla="*/ 6 h 7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0"/>
                <a:gd name="T127" fmla="*/ 0 h 73"/>
                <a:gd name="T128" fmla="*/ 40 w 40"/>
                <a:gd name="T129" fmla="*/ 73 h 7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0" h="73">
                  <a:moveTo>
                    <a:pt x="32" y="6"/>
                  </a:moveTo>
                  <a:lnTo>
                    <a:pt x="32" y="12"/>
                  </a:lnTo>
                  <a:lnTo>
                    <a:pt x="31" y="16"/>
                  </a:lnTo>
                  <a:lnTo>
                    <a:pt x="30" y="18"/>
                  </a:lnTo>
                  <a:lnTo>
                    <a:pt x="28" y="23"/>
                  </a:lnTo>
                  <a:lnTo>
                    <a:pt x="26" y="27"/>
                  </a:lnTo>
                  <a:lnTo>
                    <a:pt x="25" y="29"/>
                  </a:lnTo>
                  <a:lnTo>
                    <a:pt x="25" y="31"/>
                  </a:lnTo>
                  <a:lnTo>
                    <a:pt x="23" y="35"/>
                  </a:lnTo>
                  <a:lnTo>
                    <a:pt x="23" y="36"/>
                  </a:lnTo>
                  <a:lnTo>
                    <a:pt x="23" y="37"/>
                  </a:lnTo>
                  <a:lnTo>
                    <a:pt x="24" y="38"/>
                  </a:lnTo>
                  <a:lnTo>
                    <a:pt x="25" y="38"/>
                  </a:lnTo>
                  <a:lnTo>
                    <a:pt x="33" y="35"/>
                  </a:lnTo>
                  <a:lnTo>
                    <a:pt x="34" y="35"/>
                  </a:lnTo>
                  <a:lnTo>
                    <a:pt x="34" y="34"/>
                  </a:lnTo>
                  <a:lnTo>
                    <a:pt x="35" y="34"/>
                  </a:lnTo>
                  <a:lnTo>
                    <a:pt x="36" y="34"/>
                  </a:lnTo>
                  <a:lnTo>
                    <a:pt x="37" y="34"/>
                  </a:lnTo>
                  <a:lnTo>
                    <a:pt x="39" y="34"/>
                  </a:lnTo>
                  <a:lnTo>
                    <a:pt x="39" y="35"/>
                  </a:lnTo>
                  <a:lnTo>
                    <a:pt x="40" y="35"/>
                  </a:lnTo>
                  <a:lnTo>
                    <a:pt x="40" y="37"/>
                  </a:lnTo>
                  <a:lnTo>
                    <a:pt x="39" y="38"/>
                  </a:lnTo>
                  <a:lnTo>
                    <a:pt x="38" y="43"/>
                  </a:lnTo>
                  <a:lnTo>
                    <a:pt x="32" y="56"/>
                  </a:lnTo>
                  <a:lnTo>
                    <a:pt x="29" y="60"/>
                  </a:lnTo>
                  <a:lnTo>
                    <a:pt x="28" y="61"/>
                  </a:lnTo>
                  <a:lnTo>
                    <a:pt x="18" y="69"/>
                  </a:lnTo>
                  <a:lnTo>
                    <a:pt x="16" y="69"/>
                  </a:lnTo>
                  <a:lnTo>
                    <a:pt x="7" y="72"/>
                  </a:lnTo>
                  <a:lnTo>
                    <a:pt x="5" y="73"/>
                  </a:lnTo>
                  <a:lnTo>
                    <a:pt x="4" y="73"/>
                  </a:lnTo>
                  <a:lnTo>
                    <a:pt x="2" y="72"/>
                  </a:lnTo>
                  <a:lnTo>
                    <a:pt x="1" y="72"/>
                  </a:lnTo>
                  <a:lnTo>
                    <a:pt x="0" y="70"/>
                  </a:lnTo>
                  <a:lnTo>
                    <a:pt x="0" y="69"/>
                  </a:lnTo>
                  <a:lnTo>
                    <a:pt x="0" y="68"/>
                  </a:lnTo>
                  <a:lnTo>
                    <a:pt x="3" y="67"/>
                  </a:lnTo>
                  <a:lnTo>
                    <a:pt x="5" y="67"/>
                  </a:lnTo>
                  <a:lnTo>
                    <a:pt x="6" y="67"/>
                  </a:lnTo>
                  <a:lnTo>
                    <a:pt x="7" y="66"/>
                  </a:lnTo>
                  <a:lnTo>
                    <a:pt x="8" y="65"/>
                  </a:lnTo>
                  <a:lnTo>
                    <a:pt x="13" y="52"/>
                  </a:lnTo>
                  <a:lnTo>
                    <a:pt x="13" y="51"/>
                  </a:lnTo>
                  <a:lnTo>
                    <a:pt x="14" y="49"/>
                  </a:lnTo>
                  <a:lnTo>
                    <a:pt x="13" y="48"/>
                  </a:lnTo>
                  <a:lnTo>
                    <a:pt x="13" y="47"/>
                  </a:lnTo>
                  <a:lnTo>
                    <a:pt x="11" y="46"/>
                  </a:lnTo>
                  <a:lnTo>
                    <a:pt x="11" y="45"/>
                  </a:lnTo>
                  <a:lnTo>
                    <a:pt x="10" y="45"/>
                  </a:lnTo>
                  <a:lnTo>
                    <a:pt x="9" y="45"/>
                  </a:lnTo>
                  <a:lnTo>
                    <a:pt x="8" y="45"/>
                  </a:lnTo>
                  <a:lnTo>
                    <a:pt x="7" y="46"/>
                  </a:lnTo>
                  <a:lnTo>
                    <a:pt x="6" y="48"/>
                  </a:lnTo>
                  <a:lnTo>
                    <a:pt x="5" y="49"/>
                  </a:lnTo>
                  <a:lnTo>
                    <a:pt x="4" y="49"/>
                  </a:lnTo>
                  <a:lnTo>
                    <a:pt x="3" y="49"/>
                  </a:lnTo>
                  <a:lnTo>
                    <a:pt x="3" y="48"/>
                  </a:lnTo>
                  <a:lnTo>
                    <a:pt x="2" y="42"/>
                  </a:lnTo>
                  <a:lnTo>
                    <a:pt x="2" y="38"/>
                  </a:lnTo>
                  <a:lnTo>
                    <a:pt x="2" y="37"/>
                  </a:lnTo>
                  <a:lnTo>
                    <a:pt x="3" y="36"/>
                  </a:lnTo>
                  <a:lnTo>
                    <a:pt x="3" y="34"/>
                  </a:lnTo>
                  <a:lnTo>
                    <a:pt x="10" y="22"/>
                  </a:lnTo>
                  <a:lnTo>
                    <a:pt x="25" y="4"/>
                  </a:lnTo>
                  <a:lnTo>
                    <a:pt x="27" y="2"/>
                  </a:lnTo>
                  <a:lnTo>
                    <a:pt x="28" y="2"/>
                  </a:lnTo>
                  <a:lnTo>
                    <a:pt x="30" y="0"/>
                  </a:lnTo>
                  <a:lnTo>
                    <a:pt x="32" y="0"/>
                  </a:lnTo>
                  <a:lnTo>
                    <a:pt x="33" y="1"/>
                  </a:lnTo>
                  <a:lnTo>
                    <a:pt x="33" y="2"/>
                  </a:lnTo>
                  <a:lnTo>
                    <a:pt x="32" y="6"/>
                  </a:lnTo>
                  <a:close/>
                </a:path>
              </a:pathLst>
            </a:custGeom>
            <a:grpFill/>
            <a:ln w="3175">
              <a:solidFill>
                <a:schemeClr val="bg1"/>
              </a:solidFill>
              <a:round/>
              <a:headEnd/>
              <a:tailEnd/>
            </a:ln>
          </p:spPr>
          <p:txBody>
            <a:bodyPr wrap="none" lIns="0" tIns="0" rIns="0" bIns="0" anchor="ctr" anchorCtr="0"/>
            <a:lstStyle/>
            <a:p>
              <a:pPr algn="ctr"/>
              <a:endParaRPr lang="ja-JP" altLang="en-US" sz="1200" dirty="0"/>
            </a:p>
          </p:txBody>
        </p:sp>
        <p:sp>
          <p:nvSpPr>
            <p:cNvPr id="170" name="Freeform 81"/>
            <p:cNvSpPr>
              <a:spLocks/>
            </p:cNvSpPr>
            <p:nvPr/>
          </p:nvSpPr>
          <p:spPr bwMode="gray">
            <a:xfrm>
              <a:off x="3174" y="1571"/>
              <a:ext cx="479" cy="665"/>
            </a:xfrm>
            <a:custGeom>
              <a:avLst/>
              <a:gdLst>
                <a:gd name="T0" fmla="*/ 242 w 479"/>
                <a:gd name="T1" fmla="*/ 136 h 665"/>
                <a:gd name="T2" fmla="*/ 260 w 479"/>
                <a:gd name="T3" fmla="*/ 111 h 665"/>
                <a:gd name="T4" fmla="*/ 280 w 479"/>
                <a:gd name="T5" fmla="*/ 108 h 665"/>
                <a:gd name="T6" fmla="*/ 290 w 479"/>
                <a:gd name="T7" fmla="*/ 61 h 665"/>
                <a:gd name="T8" fmla="*/ 300 w 479"/>
                <a:gd name="T9" fmla="*/ 44 h 665"/>
                <a:gd name="T10" fmla="*/ 311 w 479"/>
                <a:gd name="T11" fmla="*/ 47 h 665"/>
                <a:gd name="T12" fmla="*/ 325 w 479"/>
                <a:gd name="T13" fmla="*/ 50 h 665"/>
                <a:gd name="T14" fmla="*/ 327 w 479"/>
                <a:gd name="T15" fmla="*/ 86 h 665"/>
                <a:gd name="T16" fmla="*/ 342 w 479"/>
                <a:gd name="T17" fmla="*/ 100 h 665"/>
                <a:gd name="T18" fmla="*/ 350 w 479"/>
                <a:gd name="T19" fmla="*/ 77 h 665"/>
                <a:gd name="T20" fmla="*/ 373 w 479"/>
                <a:gd name="T21" fmla="*/ 93 h 665"/>
                <a:gd name="T22" fmla="*/ 386 w 479"/>
                <a:gd name="T23" fmla="*/ 85 h 665"/>
                <a:gd name="T24" fmla="*/ 388 w 479"/>
                <a:gd name="T25" fmla="*/ 42 h 665"/>
                <a:gd name="T26" fmla="*/ 381 w 479"/>
                <a:gd name="T27" fmla="*/ 41 h 665"/>
                <a:gd name="T28" fmla="*/ 364 w 479"/>
                <a:gd name="T29" fmla="*/ 49 h 665"/>
                <a:gd name="T30" fmla="*/ 339 w 479"/>
                <a:gd name="T31" fmla="*/ 55 h 665"/>
                <a:gd name="T32" fmla="*/ 373 w 479"/>
                <a:gd name="T33" fmla="*/ 8 h 665"/>
                <a:gd name="T34" fmla="*/ 388 w 479"/>
                <a:gd name="T35" fmla="*/ 25 h 665"/>
                <a:gd name="T36" fmla="*/ 408 w 479"/>
                <a:gd name="T37" fmla="*/ 22 h 665"/>
                <a:gd name="T38" fmla="*/ 407 w 479"/>
                <a:gd name="T39" fmla="*/ 92 h 665"/>
                <a:gd name="T40" fmla="*/ 416 w 479"/>
                <a:gd name="T41" fmla="*/ 139 h 665"/>
                <a:gd name="T42" fmla="*/ 439 w 479"/>
                <a:gd name="T43" fmla="*/ 156 h 665"/>
                <a:gd name="T44" fmla="*/ 454 w 479"/>
                <a:gd name="T45" fmla="*/ 208 h 665"/>
                <a:gd name="T46" fmla="*/ 474 w 479"/>
                <a:gd name="T47" fmla="*/ 272 h 665"/>
                <a:gd name="T48" fmla="*/ 469 w 479"/>
                <a:gd name="T49" fmla="*/ 298 h 665"/>
                <a:gd name="T50" fmla="*/ 466 w 479"/>
                <a:gd name="T51" fmla="*/ 325 h 665"/>
                <a:gd name="T52" fmla="*/ 433 w 479"/>
                <a:gd name="T53" fmla="*/ 367 h 665"/>
                <a:gd name="T54" fmla="*/ 419 w 479"/>
                <a:gd name="T55" fmla="*/ 400 h 665"/>
                <a:gd name="T56" fmla="*/ 413 w 479"/>
                <a:gd name="T57" fmla="*/ 452 h 665"/>
                <a:gd name="T58" fmla="*/ 391 w 479"/>
                <a:gd name="T59" fmla="*/ 439 h 665"/>
                <a:gd name="T60" fmla="*/ 355 w 479"/>
                <a:gd name="T61" fmla="*/ 496 h 665"/>
                <a:gd name="T62" fmla="*/ 366 w 479"/>
                <a:gd name="T63" fmla="*/ 530 h 665"/>
                <a:gd name="T64" fmla="*/ 359 w 479"/>
                <a:gd name="T65" fmla="*/ 634 h 665"/>
                <a:gd name="T66" fmla="*/ 342 w 479"/>
                <a:gd name="T67" fmla="*/ 650 h 665"/>
                <a:gd name="T68" fmla="*/ 307 w 479"/>
                <a:gd name="T69" fmla="*/ 659 h 665"/>
                <a:gd name="T70" fmla="*/ 251 w 479"/>
                <a:gd name="T71" fmla="*/ 610 h 665"/>
                <a:gd name="T72" fmla="*/ 204 w 479"/>
                <a:gd name="T73" fmla="*/ 633 h 665"/>
                <a:gd name="T74" fmla="*/ 158 w 479"/>
                <a:gd name="T75" fmla="*/ 623 h 665"/>
                <a:gd name="T76" fmla="*/ 114 w 479"/>
                <a:gd name="T77" fmla="*/ 665 h 665"/>
                <a:gd name="T78" fmla="*/ 103 w 479"/>
                <a:gd name="T79" fmla="*/ 640 h 665"/>
                <a:gd name="T80" fmla="*/ 87 w 479"/>
                <a:gd name="T81" fmla="*/ 629 h 665"/>
                <a:gd name="T82" fmla="*/ 42 w 479"/>
                <a:gd name="T83" fmla="*/ 646 h 665"/>
                <a:gd name="T84" fmla="*/ 25 w 479"/>
                <a:gd name="T85" fmla="*/ 642 h 665"/>
                <a:gd name="T86" fmla="*/ 12 w 479"/>
                <a:gd name="T87" fmla="*/ 659 h 665"/>
                <a:gd name="T88" fmla="*/ 32 w 479"/>
                <a:gd name="T89" fmla="*/ 621 h 665"/>
                <a:gd name="T90" fmla="*/ 121 w 479"/>
                <a:gd name="T91" fmla="*/ 550 h 665"/>
                <a:gd name="T92" fmla="*/ 127 w 479"/>
                <a:gd name="T93" fmla="*/ 528 h 665"/>
                <a:gd name="T94" fmla="*/ 147 w 479"/>
                <a:gd name="T95" fmla="*/ 507 h 665"/>
                <a:gd name="T96" fmla="*/ 183 w 479"/>
                <a:gd name="T97" fmla="*/ 487 h 665"/>
                <a:gd name="T98" fmla="*/ 198 w 479"/>
                <a:gd name="T99" fmla="*/ 445 h 665"/>
                <a:gd name="T100" fmla="*/ 218 w 479"/>
                <a:gd name="T101" fmla="*/ 400 h 665"/>
                <a:gd name="T102" fmla="*/ 256 w 479"/>
                <a:gd name="T103" fmla="*/ 312 h 665"/>
                <a:gd name="T104" fmla="*/ 263 w 479"/>
                <a:gd name="T105" fmla="*/ 259 h 665"/>
                <a:gd name="T106" fmla="*/ 254 w 479"/>
                <a:gd name="T107" fmla="*/ 235 h 665"/>
                <a:gd name="T108" fmla="*/ 242 w 479"/>
                <a:gd name="T109" fmla="*/ 235 h 665"/>
                <a:gd name="T110" fmla="*/ 224 w 479"/>
                <a:gd name="T111" fmla="*/ 219 h 665"/>
                <a:gd name="T112" fmla="*/ 236 w 479"/>
                <a:gd name="T113" fmla="*/ 223 h 665"/>
                <a:gd name="T114" fmla="*/ 257 w 479"/>
                <a:gd name="T115" fmla="*/ 190 h 66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79"/>
                <a:gd name="T175" fmla="*/ 0 h 665"/>
                <a:gd name="T176" fmla="*/ 479 w 479"/>
                <a:gd name="T177" fmla="*/ 665 h 66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79" h="665">
                  <a:moveTo>
                    <a:pt x="250" y="156"/>
                  </a:moveTo>
                  <a:lnTo>
                    <a:pt x="250" y="150"/>
                  </a:lnTo>
                  <a:lnTo>
                    <a:pt x="250" y="148"/>
                  </a:lnTo>
                  <a:lnTo>
                    <a:pt x="250" y="145"/>
                  </a:lnTo>
                  <a:lnTo>
                    <a:pt x="249" y="141"/>
                  </a:lnTo>
                  <a:lnTo>
                    <a:pt x="248" y="139"/>
                  </a:lnTo>
                  <a:lnTo>
                    <a:pt x="246" y="137"/>
                  </a:lnTo>
                  <a:lnTo>
                    <a:pt x="242" y="136"/>
                  </a:lnTo>
                  <a:lnTo>
                    <a:pt x="242" y="135"/>
                  </a:lnTo>
                  <a:lnTo>
                    <a:pt x="241" y="134"/>
                  </a:lnTo>
                  <a:lnTo>
                    <a:pt x="240" y="134"/>
                  </a:lnTo>
                  <a:lnTo>
                    <a:pt x="240" y="133"/>
                  </a:lnTo>
                  <a:lnTo>
                    <a:pt x="240" y="132"/>
                  </a:lnTo>
                  <a:lnTo>
                    <a:pt x="256" y="114"/>
                  </a:lnTo>
                  <a:lnTo>
                    <a:pt x="257" y="112"/>
                  </a:lnTo>
                  <a:lnTo>
                    <a:pt x="259" y="111"/>
                  </a:lnTo>
                  <a:lnTo>
                    <a:pt x="260" y="111"/>
                  </a:lnTo>
                  <a:lnTo>
                    <a:pt x="262" y="111"/>
                  </a:lnTo>
                  <a:lnTo>
                    <a:pt x="263" y="111"/>
                  </a:lnTo>
                  <a:lnTo>
                    <a:pt x="265" y="112"/>
                  </a:lnTo>
                  <a:lnTo>
                    <a:pt x="267" y="113"/>
                  </a:lnTo>
                  <a:lnTo>
                    <a:pt x="268" y="114"/>
                  </a:lnTo>
                  <a:lnTo>
                    <a:pt x="268" y="113"/>
                  </a:lnTo>
                  <a:lnTo>
                    <a:pt x="271" y="113"/>
                  </a:lnTo>
                  <a:lnTo>
                    <a:pt x="272" y="112"/>
                  </a:lnTo>
                  <a:lnTo>
                    <a:pt x="280" y="108"/>
                  </a:lnTo>
                  <a:lnTo>
                    <a:pt x="281" y="107"/>
                  </a:lnTo>
                  <a:lnTo>
                    <a:pt x="283" y="106"/>
                  </a:lnTo>
                  <a:lnTo>
                    <a:pt x="284" y="104"/>
                  </a:lnTo>
                  <a:lnTo>
                    <a:pt x="285" y="103"/>
                  </a:lnTo>
                  <a:lnTo>
                    <a:pt x="286" y="101"/>
                  </a:lnTo>
                  <a:lnTo>
                    <a:pt x="287" y="99"/>
                  </a:lnTo>
                  <a:lnTo>
                    <a:pt x="287" y="98"/>
                  </a:lnTo>
                  <a:lnTo>
                    <a:pt x="289" y="89"/>
                  </a:lnTo>
                  <a:lnTo>
                    <a:pt x="293" y="70"/>
                  </a:lnTo>
                  <a:lnTo>
                    <a:pt x="290" y="61"/>
                  </a:lnTo>
                  <a:lnTo>
                    <a:pt x="290" y="57"/>
                  </a:lnTo>
                  <a:lnTo>
                    <a:pt x="291" y="45"/>
                  </a:lnTo>
                  <a:lnTo>
                    <a:pt x="292" y="42"/>
                  </a:lnTo>
                  <a:lnTo>
                    <a:pt x="293" y="41"/>
                  </a:lnTo>
                  <a:lnTo>
                    <a:pt x="293" y="40"/>
                  </a:lnTo>
                  <a:lnTo>
                    <a:pt x="294" y="40"/>
                  </a:lnTo>
                  <a:lnTo>
                    <a:pt x="299" y="43"/>
                  </a:lnTo>
                  <a:lnTo>
                    <a:pt x="300" y="44"/>
                  </a:lnTo>
                  <a:lnTo>
                    <a:pt x="301" y="45"/>
                  </a:lnTo>
                  <a:lnTo>
                    <a:pt x="302" y="46"/>
                  </a:lnTo>
                  <a:lnTo>
                    <a:pt x="303" y="48"/>
                  </a:lnTo>
                  <a:lnTo>
                    <a:pt x="305" y="49"/>
                  </a:lnTo>
                  <a:lnTo>
                    <a:pt x="306" y="49"/>
                  </a:lnTo>
                  <a:lnTo>
                    <a:pt x="307" y="49"/>
                  </a:lnTo>
                  <a:lnTo>
                    <a:pt x="308" y="49"/>
                  </a:lnTo>
                  <a:lnTo>
                    <a:pt x="309" y="49"/>
                  </a:lnTo>
                  <a:lnTo>
                    <a:pt x="311" y="47"/>
                  </a:lnTo>
                  <a:lnTo>
                    <a:pt x="312" y="45"/>
                  </a:lnTo>
                  <a:lnTo>
                    <a:pt x="313" y="45"/>
                  </a:lnTo>
                  <a:lnTo>
                    <a:pt x="315" y="44"/>
                  </a:lnTo>
                  <a:lnTo>
                    <a:pt x="316" y="44"/>
                  </a:lnTo>
                  <a:lnTo>
                    <a:pt x="317" y="44"/>
                  </a:lnTo>
                  <a:lnTo>
                    <a:pt x="320" y="45"/>
                  </a:lnTo>
                  <a:lnTo>
                    <a:pt x="321" y="45"/>
                  </a:lnTo>
                  <a:lnTo>
                    <a:pt x="324" y="49"/>
                  </a:lnTo>
                  <a:lnTo>
                    <a:pt x="325" y="49"/>
                  </a:lnTo>
                  <a:lnTo>
                    <a:pt x="325" y="50"/>
                  </a:lnTo>
                  <a:lnTo>
                    <a:pt x="326" y="51"/>
                  </a:lnTo>
                  <a:lnTo>
                    <a:pt x="326" y="52"/>
                  </a:lnTo>
                  <a:lnTo>
                    <a:pt x="326" y="53"/>
                  </a:lnTo>
                  <a:lnTo>
                    <a:pt x="325" y="56"/>
                  </a:lnTo>
                  <a:lnTo>
                    <a:pt x="325" y="58"/>
                  </a:lnTo>
                  <a:lnTo>
                    <a:pt x="324" y="60"/>
                  </a:lnTo>
                  <a:lnTo>
                    <a:pt x="324" y="63"/>
                  </a:lnTo>
                  <a:lnTo>
                    <a:pt x="324" y="65"/>
                  </a:lnTo>
                  <a:lnTo>
                    <a:pt x="327" y="84"/>
                  </a:lnTo>
                  <a:lnTo>
                    <a:pt x="327" y="86"/>
                  </a:lnTo>
                  <a:lnTo>
                    <a:pt x="328" y="91"/>
                  </a:lnTo>
                  <a:lnTo>
                    <a:pt x="330" y="94"/>
                  </a:lnTo>
                  <a:lnTo>
                    <a:pt x="331" y="96"/>
                  </a:lnTo>
                  <a:lnTo>
                    <a:pt x="332" y="98"/>
                  </a:lnTo>
                  <a:lnTo>
                    <a:pt x="334" y="99"/>
                  </a:lnTo>
                  <a:lnTo>
                    <a:pt x="334" y="100"/>
                  </a:lnTo>
                  <a:lnTo>
                    <a:pt x="337" y="101"/>
                  </a:lnTo>
                  <a:lnTo>
                    <a:pt x="338" y="101"/>
                  </a:lnTo>
                  <a:lnTo>
                    <a:pt x="340" y="101"/>
                  </a:lnTo>
                  <a:lnTo>
                    <a:pt x="342" y="100"/>
                  </a:lnTo>
                  <a:lnTo>
                    <a:pt x="344" y="99"/>
                  </a:lnTo>
                  <a:lnTo>
                    <a:pt x="345" y="99"/>
                  </a:lnTo>
                  <a:lnTo>
                    <a:pt x="346" y="97"/>
                  </a:lnTo>
                  <a:lnTo>
                    <a:pt x="347" y="96"/>
                  </a:lnTo>
                  <a:lnTo>
                    <a:pt x="350" y="91"/>
                  </a:lnTo>
                  <a:lnTo>
                    <a:pt x="350" y="89"/>
                  </a:lnTo>
                  <a:lnTo>
                    <a:pt x="350" y="88"/>
                  </a:lnTo>
                  <a:lnTo>
                    <a:pt x="348" y="83"/>
                  </a:lnTo>
                  <a:lnTo>
                    <a:pt x="350" y="78"/>
                  </a:lnTo>
                  <a:lnTo>
                    <a:pt x="350" y="77"/>
                  </a:lnTo>
                  <a:lnTo>
                    <a:pt x="351" y="77"/>
                  </a:lnTo>
                  <a:lnTo>
                    <a:pt x="351" y="76"/>
                  </a:lnTo>
                  <a:lnTo>
                    <a:pt x="356" y="78"/>
                  </a:lnTo>
                  <a:lnTo>
                    <a:pt x="357" y="78"/>
                  </a:lnTo>
                  <a:lnTo>
                    <a:pt x="358" y="79"/>
                  </a:lnTo>
                  <a:lnTo>
                    <a:pt x="359" y="80"/>
                  </a:lnTo>
                  <a:lnTo>
                    <a:pt x="360" y="82"/>
                  </a:lnTo>
                  <a:lnTo>
                    <a:pt x="362" y="85"/>
                  </a:lnTo>
                  <a:lnTo>
                    <a:pt x="363" y="86"/>
                  </a:lnTo>
                  <a:lnTo>
                    <a:pt x="373" y="93"/>
                  </a:lnTo>
                  <a:lnTo>
                    <a:pt x="376" y="95"/>
                  </a:lnTo>
                  <a:lnTo>
                    <a:pt x="378" y="96"/>
                  </a:lnTo>
                  <a:lnTo>
                    <a:pt x="379" y="96"/>
                  </a:lnTo>
                  <a:lnTo>
                    <a:pt x="380" y="95"/>
                  </a:lnTo>
                  <a:lnTo>
                    <a:pt x="381" y="94"/>
                  </a:lnTo>
                  <a:lnTo>
                    <a:pt x="382" y="93"/>
                  </a:lnTo>
                  <a:lnTo>
                    <a:pt x="383" y="92"/>
                  </a:lnTo>
                  <a:lnTo>
                    <a:pt x="383" y="91"/>
                  </a:lnTo>
                  <a:lnTo>
                    <a:pt x="385" y="87"/>
                  </a:lnTo>
                  <a:lnTo>
                    <a:pt x="386" y="85"/>
                  </a:lnTo>
                  <a:lnTo>
                    <a:pt x="388" y="78"/>
                  </a:lnTo>
                  <a:lnTo>
                    <a:pt x="389" y="77"/>
                  </a:lnTo>
                  <a:lnTo>
                    <a:pt x="389" y="74"/>
                  </a:lnTo>
                  <a:lnTo>
                    <a:pt x="394" y="55"/>
                  </a:lnTo>
                  <a:lnTo>
                    <a:pt x="394" y="54"/>
                  </a:lnTo>
                  <a:lnTo>
                    <a:pt x="393" y="51"/>
                  </a:lnTo>
                  <a:lnTo>
                    <a:pt x="392" y="48"/>
                  </a:lnTo>
                  <a:lnTo>
                    <a:pt x="391" y="46"/>
                  </a:lnTo>
                  <a:lnTo>
                    <a:pt x="390" y="45"/>
                  </a:lnTo>
                  <a:lnTo>
                    <a:pt x="388" y="42"/>
                  </a:lnTo>
                  <a:lnTo>
                    <a:pt x="385" y="39"/>
                  </a:lnTo>
                  <a:lnTo>
                    <a:pt x="384" y="38"/>
                  </a:lnTo>
                  <a:lnTo>
                    <a:pt x="383" y="38"/>
                  </a:lnTo>
                  <a:lnTo>
                    <a:pt x="381" y="38"/>
                  </a:lnTo>
                  <a:lnTo>
                    <a:pt x="379" y="40"/>
                  </a:lnTo>
                  <a:lnTo>
                    <a:pt x="379" y="41"/>
                  </a:lnTo>
                  <a:lnTo>
                    <a:pt x="380" y="42"/>
                  </a:lnTo>
                  <a:lnTo>
                    <a:pt x="381" y="41"/>
                  </a:lnTo>
                  <a:lnTo>
                    <a:pt x="381" y="42"/>
                  </a:lnTo>
                  <a:lnTo>
                    <a:pt x="378" y="45"/>
                  </a:lnTo>
                  <a:lnTo>
                    <a:pt x="377" y="46"/>
                  </a:lnTo>
                  <a:lnTo>
                    <a:pt x="376" y="46"/>
                  </a:lnTo>
                  <a:lnTo>
                    <a:pt x="370" y="50"/>
                  </a:lnTo>
                  <a:lnTo>
                    <a:pt x="369" y="50"/>
                  </a:lnTo>
                  <a:lnTo>
                    <a:pt x="368" y="50"/>
                  </a:lnTo>
                  <a:lnTo>
                    <a:pt x="367" y="50"/>
                  </a:lnTo>
                  <a:lnTo>
                    <a:pt x="364" y="49"/>
                  </a:lnTo>
                  <a:lnTo>
                    <a:pt x="363" y="49"/>
                  </a:lnTo>
                  <a:lnTo>
                    <a:pt x="361" y="49"/>
                  </a:lnTo>
                  <a:lnTo>
                    <a:pt x="351" y="53"/>
                  </a:lnTo>
                  <a:lnTo>
                    <a:pt x="346" y="56"/>
                  </a:lnTo>
                  <a:lnTo>
                    <a:pt x="344" y="57"/>
                  </a:lnTo>
                  <a:lnTo>
                    <a:pt x="343" y="58"/>
                  </a:lnTo>
                  <a:lnTo>
                    <a:pt x="342" y="58"/>
                  </a:lnTo>
                  <a:lnTo>
                    <a:pt x="341" y="58"/>
                  </a:lnTo>
                  <a:lnTo>
                    <a:pt x="340" y="57"/>
                  </a:lnTo>
                  <a:lnTo>
                    <a:pt x="339" y="55"/>
                  </a:lnTo>
                  <a:lnTo>
                    <a:pt x="339" y="54"/>
                  </a:lnTo>
                  <a:lnTo>
                    <a:pt x="338" y="51"/>
                  </a:lnTo>
                  <a:lnTo>
                    <a:pt x="346" y="19"/>
                  </a:lnTo>
                  <a:lnTo>
                    <a:pt x="347" y="17"/>
                  </a:lnTo>
                  <a:lnTo>
                    <a:pt x="354" y="0"/>
                  </a:lnTo>
                  <a:lnTo>
                    <a:pt x="355" y="0"/>
                  </a:lnTo>
                  <a:lnTo>
                    <a:pt x="356" y="0"/>
                  </a:lnTo>
                  <a:lnTo>
                    <a:pt x="373" y="8"/>
                  </a:lnTo>
                  <a:lnTo>
                    <a:pt x="375" y="9"/>
                  </a:lnTo>
                  <a:lnTo>
                    <a:pt x="378" y="12"/>
                  </a:lnTo>
                  <a:lnTo>
                    <a:pt x="380" y="15"/>
                  </a:lnTo>
                  <a:lnTo>
                    <a:pt x="381" y="16"/>
                  </a:lnTo>
                  <a:lnTo>
                    <a:pt x="382" y="17"/>
                  </a:lnTo>
                  <a:lnTo>
                    <a:pt x="383" y="19"/>
                  </a:lnTo>
                  <a:lnTo>
                    <a:pt x="384" y="21"/>
                  </a:lnTo>
                  <a:lnTo>
                    <a:pt x="385" y="22"/>
                  </a:lnTo>
                  <a:lnTo>
                    <a:pt x="386" y="23"/>
                  </a:lnTo>
                  <a:lnTo>
                    <a:pt x="388" y="25"/>
                  </a:lnTo>
                  <a:lnTo>
                    <a:pt x="391" y="26"/>
                  </a:lnTo>
                  <a:lnTo>
                    <a:pt x="393" y="26"/>
                  </a:lnTo>
                  <a:lnTo>
                    <a:pt x="396" y="27"/>
                  </a:lnTo>
                  <a:lnTo>
                    <a:pt x="398" y="27"/>
                  </a:lnTo>
                  <a:lnTo>
                    <a:pt x="400" y="26"/>
                  </a:lnTo>
                  <a:lnTo>
                    <a:pt x="402" y="26"/>
                  </a:lnTo>
                  <a:lnTo>
                    <a:pt x="404" y="25"/>
                  </a:lnTo>
                  <a:lnTo>
                    <a:pt x="406" y="23"/>
                  </a:lnTo>
                  <a:lnTo>
                    <a:pt x="408" y="22"/>
                  </a:lnTo>
                  <a:lnTo>
                    <a:pt x="413" y="26"/>
                  </a:lnTo>
                  <a:lnTo>
                    <a:pt x="409" y="46"/>
                  </a:lnTo>
                  <a:lnTo>
                    <a:pt x="408" y="48"/>
                  </a:lnTo>
                  <a:lnTo>
                    <a:pt x="407" y="49"/>
                  </a:lnTo>
                  <a:lnTo>
                    <a:pt x="407" y="51"/>
                  </a:lnTo>
                  <a:lnTo>
                    <a:pt x="406" y="52"/>
                  </a:lnTo>
                  <a:lnTo>
                    <a:pt x="406" y="53"/>
                  </a:lnTo>
                  <a:lnTo>
                    <a:pt x="406" y="55"/>
                  </a:lnTo>
                  <a:lnTo>
                    <a:pt x="407" y="86"/>
                  </a:lnTo>
                  <a:lnTo>
                    <a:pt x="407" y="92"/>
                  </a:lnTo>
                  <a:lnTo>
                    <a:pt x="407" y="95"/>
                  </a:lnTo>
                  <a:lnTo>
                    <a:pt x="408" y="111"/>
                  </a:lnTo>
                  <a:lnTo>
                    <a:pt x="409" y="114"/>
                  </a:lnTo>
                  <a:lnTo>
                    <a:pt x="409" y="116"/>
                  </a:lnTo>
                  <a:lnTo>
                    <a:pt x="410" y="119"/>
                  </a:lnTo>
                  <a:lnTo>
                    <a:pt x="413" y="133"/>
                  </a:lnTo>
                  <a:lnTo>
                    <a:pt x="414" y="135"/>
                  </a:lnTo>
                  <a:lnTo>
                    <a:pt x="414" y="136"/>
                  </a:lnTo>
                  <a:lnTo>
                    <a:pt x="415" y="137"/>
                  </a:lnTo>
                  <a:lnTo>
                    <a:pt x="416" y="139"/>
                  </a:lnTo>
                  <a:lnTo>
                    <a:pt x="425" y="142"/>
                  </a:lnTo>
                  <a:lnTo>
                    <a:pt x="426" y="142"/>
                  </a:lnTo>
                  <a:lnTo>
                    <a:pt x="432" y="148"/>
                  </a:lnTo>
                  <a:lnTo>
                    <a:pt x="432" y="149"/>
                  </a:lnTo>
                  <a:lnTo>
                    <a:pt x="433" y="151"/>
                  </a:lnTo>
                  <a:lnTo>
                    <a:pt x="435" y="152"/>
                  </a:lnTo>
                  <a:lnTo>
                    <a:pt x="436" y="154"/>
                  </a:lnTo>
                  <a:lnTo>
                    <a:pt x="438" y="155"/>
                  </a:lnTo>
                  <a:lnTo>
                    <a:pt x="439" y="156"/>
                  </a:lnTo>
                  <a:lnTo>
                    <a:pt x="440" y="158"/>
                  </a:lnTo>
                  <a:lnTo>
                    <a:pt x="452" y="179"/>
                  </a:lnTo>
                  <a:lnTo>
                    <a:pt x="454" y="185"/>
                  </a:lnTo>
                  <a:lnTo>
                    <a:pt x="457" y="194"/>
                  </a:lnTo>
                  <a:lnTo>
                    <a:pt x="455" y="200"/>
                  </a:lnTo>
                  <a:lnTo>
                    <a:pt x="455" y="201"/>
                  </a:lnTo>
                  <a:lnTo>
                    <a:pt x="454" y="203"/>
                  </a:lnTo>
                  <a:lnTo>
                    <a:pt x="453" y="204"/>
                  </a:lnTo>
                  <a:lnTo>
                    <a:pt x="453" y="206"/>
                  </a:lnTo>
                  <a:lnTo>
                    <a:pt x="454" y="208"/>
                  </a:lnTo>
                  <a:lnTo>
                    <a:pt x="455" y="209"/>
                  </a:lnTo>
                  <a:lnTo>
                    <a:pt x="460" y="214"/>
                  </a:lnTo>
                  <a:lnTo>
                    <a:pt x="464" y="217"/>
                  </a:lnTo>
                  <a:lnTo>
                    <a:pt x="465" y="217"/>
                  </a:lnTo>
                  <a:lnTo>
                    <a:pt x="465" y="218"/>
                  </a:lnTo>
                  <a:lnTo>
                    <a:pt x="466" y="218"/>
                  </a:lnTo>
                  <a:lnTo>
                    <a:pt x="467" y="222"/>
                  </a:lnTo>
                  <a:lnTo>
                    <a:pt x="470" y="246"/>
                  </a:lnTo>
                  <a:lnTo>
                    <a:pt x="469" y="265"/>
                  </a:lnTo>
                  <a:lnTo>
                    <a:pt x="474" y="272"/>
                  </a:lnTo>
                  <a:lnTo>
                    <a:pt x="478" y="279"/>
                  </a:lnTo>
                  <a:lnTo>
                    <a:pt x="479" y="280"/>
                  </a:lnTo>
                  <a:lnTo>
                    <a:pt x="477" y="291"/>
                  </a:lnTo>
                  <a:lnTo>
                    <a:pt x="477" y="292"/>
                  </a:lnTo>
                  <a:lnTo>
                    <a:pt x="475" y="298"/>
                  </a:lnTo>
                  <a:lnTo>
                    <a:pt x="474" y="299"/>
                  </a:lnTo>
                  <a:lnTo>
                    <a:pt x="473" y="298"/>
                  </a:lnTo>
                  <a:lnTo>
                    <a:pt x="470" y="298"/>
                  </a:lnTo>
                  <a:lnTo>
                    <a:pt x="469" y="298"/>
                  </a:lnTo>
                  <a:lnTo>
                    <a:pt x="465" y="303"/>
                  </a:lnTo>
                  <a:lnTo>
                    <a:pt x="465" y="304"/>
                  </a:lnTo>
                  <a:lnTo>
                    <a:pt x="461" y="310"/>
                  </a:lnTo>
                  <a:lnTo>
                    <a:pt x="460" y="319"/>
                  </a:lnTo>
                  <a:lnTo>
                    <a:pt x="460" y="321"/>
                  </a:lnTo>
                  <a:lnTo>
                    <a:pt x="461" y="322"/>
                  </a:lnTo>
                  <a:lnTo>
                    <a:pt x="463" y="322"/>
                  </a:lnTo>
                  <a:lnTo>
                    <a:pt x="466" y="322"/>
                  </a:lnTo>
                  <a:lnTo>
                    <a:pt x="466" y="325"/>
                  </a:lnTo>
                  <a:lnTo>
                    <a:pt x="466" y="326"/>
                  </a:lnTo>
                  <a:lnTo>
                    <a:pt x="455" y="353"/>
                  </a:lnTo>
                  <a:lnTo>
                    <a:pt x="444" y="353"/>
                  </a:lnTo>
                  <a:lnTo>
                    <a:pt x="432" y="357"/>
                  </a:lnTo>
                  <a:lnTo>
                    <a:pt x="431" y="358"/>
                  </a:lnTo>
                  <a:lnTo>
                    <a:pt x="432" y="358"/>
                  </a:lnTo>
                  <a:lnTo>
                    <a:pt x="432" y="360"/>
                  </a:lnTo>
                  <a:lnTo>
                    <a:pt x="433" y="367"/>
                  </a:lnTo>
                  <a:lnTo>
                    <a:pt x="433" y="372"/>
                  </a:lnTo>
                  <a:lnTo>
                    <a:pt x="432" y="372"/>
                  </a:lnTo>
                  <a:lnTo>
                    <a:pt x="428" y="372"/>
                  </a:lnTo>
                  <a:lnTo>
                    <a:pt x="427" y="372"/>
                  </a:lnTo>
                  <a:lnTo>
                    <a:pt x="426" y="373"/>
                  </a:lnTo>
                  <a:lnTo>
                    <a:pt x="421" y="386"/>
                  </a:lnTo>
                  <a:lnTo>
                    <a:pt x="424" y="393"/>
                  </a:lnTo>
                  <a:lnTo>
                    <a:pt x="419" y="400"/>
                  </a:lnTo>
                  <a:lnTo>
                    <a:pt x="415" y="406"/>
                  </a:lnTo>
                  <a:lnTo>
                    <a:pt x="421" y="408"/>
                  </a:lnTo>
                  <a:lnTo>
                    <a:pt x="422" y="440"/>
                  </a:lnTo>
                  <a:lnTo>
                    <a:pt x="423" y="441"/>
                  </a:lnTo>
                  <a:lnTo>
                    <a:pt x="422" y="453"/>
                  </a:lnTo>
                  <a:lnTo>
                    <a:pt x="420" y="457"/>
                  </a:lnTo>
                  <a:lnTo>
                    <a:pt x="420" y="458"/>
                  </a:lnTo>
                  <a:lnTo>
                    <a:pt x="419" y="458"/>
                  </a:lnTo>
                  <a:lnTo>
                    <a:pt x="413" y="453"/>
                  </a:lnTo>
                  <a:lnTo>
                    <a:pt x="413" y="452"/>
                  </a:lnTo>
                  <a:lnTo>
                    <a:pt x="411" y="448"/>
                  </a:lnTo>
                  <a:lnTo>
                    <a:pt x="411" y="445"/>
                  </a:lnTo>
                  <a:lnTo>
                    <a:pt x="411" y="443"/>
                  </a:lnTo>
                  <a:lnTo>
                    <a:pt x="410" y="442"/>
                  </a:lnTo>
                  <a:lnTo>
                    <a:pt x="409" y="441"/>
                  </a:lnTo>
                  <a:lnTo>
                    <a:pt x="402" y="439"/>
                  </a:lnTo>
                  <a:lnTo>
                    <a:pt x="401" y="439"/>
                  </a:lnTo>
                  <a:lnTo>
                    <a:pt x="397" y="438"/>
                  </a:lnTo>
                  <a:lnTo>
                    <a:pt x="395" y="439"/>
                  </a:lnTo>
                  <a:lnTo>
                    <a:pt x="391" y="439"/>
                  </a:lnTo>
                  <a:lnTo>
                    <a:pt x="374" y="443"/>
                  </a:lnTo>
                  <a:lnTo>
                    <a:pt x="373" y="444"/>
                  </a:lnTo>
                  <a:lnTo>
                    <a:pt x="372" y="445"/>
                  </a:lnTo>
                  <a:lnTo>
                    <a:pt x="370" y="447"/>
                  </a:lnTo>
                  <a:lnTo>
                    <a:pt x="369" y="450"/>
                  </a:lnTo>
                  <a:lnTo>
                    <a:pt x="359" y="473"/>
                  </a:lnTo>
                  <a:lnTo>
                    <a:pt x="357" y="479"/>
                  </a:lnTo>
                  <a:lnTo>
                    <a:pt x="356" y="489"/>
                  </a:lnTo>
                  <a:lnTo>
                    <a:pt x="355" y="493"/>
                  </a:lnTo>
                  <a:lnTo>
                    <a:pt x="355" y="496"/>
                  </a:lnTo>
                  <a:lnTo>
                    <a:pt x="355" y="497"/>
                  </a:lnTo>
                  <a:lnTo>
                    <a:pt x="355" y="502"/>
                  </a:lnTo>
                  <a:lnTo>
                    <a:pt x="355" y="505"/>
                  </a:lnTo>
                  <a:lnTo>
                    <a:pt x="356" y="508"/>
                  </a:lnTo>
                  <a:lnTo>
                    <a:pt x="359" y="523"/>
                  </a:lnTo>
                  <a:lnTo>
                    <a:pt x="362" y="525"/>
                  </a:lnTo>
                  <a:lnTo>
                    <a:pt x="364" y="527"/>
                  </a:lnTo>
                  <a:lnTo>
                    <a:pt x="365" y="529"/>
                  </a:lnTo>
                  <a:lnTo>
                    <a:pt x="366" y="530"/>
                  </a:lnTo>
                  <a:lnTo>
                    <a:pt x="366" y="531"/>
                  </a:lnTo>
                  <a:lnTo>
                    <a:pt x="367" y="551"/>
                  </a:lnTo>
                  <a:lnTo>
                    <a:pt x="368" y="567"/>
                  </a:lnTo>
                  <a:lnTo>
                    <a:pt x="368" y="578"/>
                  </a:lnTo>
                  <a:lnTo>
                    <a:pt x="368" y="581"/>
                  </a:lnTo>
                  <a:lnTo>
                    <a:pt x="364" y="604"/>
                  </a:lnTo>
                  <a:lnTo>
                    <a:pt x="361" y="631"/>
                  </a:lnTo>
                  <a:lnTo>
                    <a:pt x="360" y="633"/>
                  </a:lnTo>
                  <a:lnTo>
                    <a:pt x="359" y="634"/>
                  </a:lnTo>
                  <a:lnTo>
                    <a:pt x="356" y="638"/>
                  </a:lnTo>
                  <a:lnTo>
                    <a:pt x="355" y="638"/>
                  </a:lnTo>
                  <a:lnTo>
                    <a:pt x="350" y="640"/>
                  </a:lnTo>
                  <a:lnTo>
                    <a:pt x="345" y="642"/>
                  </a:lnTo>
                  <a:lnTo>
                    <a:pt x="343" y="644"/>
                  </a:lnTo>
                  <a:lnTo>
                    <a:pt x="342" y="647"/>
                  </a:lnTo>
                  <a:lnTo>
                    <a:pt x="342" y="650"/>
                  </a:lnTo>
                  <a:lnTo>
                    <a:pt x="336" y="648"/>
                  </a:lnTo>
                  <a:lnTo>
                    <a:pt x="331" y="647"/>
                  </a:lnTo>
                  <a:lnTo>
                    <a:pt x="323" y="644"/>
                  </a:lnTo>
                  <a:lnTo>
                    <a:pt x="321" y="644"/>
                  </a:lnTo>
                  <a:lnTo>
                    <a:pt x="315" y="649"/>
                  </a:lnTo>
                  <a:lnTo>
                    <a:pt x="312" y="652"/>
                  </a:lnTo>
                  <a:lnTo>
                    <a:pt x="308" y="656"/>
                  </a:lnTo>
                  <a:lnTo>
                    <a:pt x="307" y="658"/>
                  </a:lnTo>
                  <a:lnTo>
                    <a:pt x="307" y="659"/>
                  </a:lnTo>
                  <a:lnTo>
                    <a:pt x="298" y="653"/>
                  </a:lnTo>
                  <a:lnTo>
                    <a:pt x="297" y="653"/>
                  </a:lnTo>
                  <a:lnTo>
                    <a:pt x="282" y="637"/>
                  </a:lnTo>
                  <a:lnTo>
                    <a:pt x="282" y="635"/>
                  </a:lnTo>
                  <a:lnTo>
                    <a:pt x="281" y="630"/>
                  </a:lnTo>
                  <a:lnTo>
                    <a:pt x="281" y="629"/>
                  </a:lnTo>
                  <a:lnTo>
                    <a:pt x="276" y="622"/>
                  </a:lnTo>
                  <a:lnTo>
                    <a:pt x="267" y="615"/>
                  </a:lnTo>
                  <a:lnTo>
                    <a:pt x="265" y="614"/>
                  </a:lnTo>
                  <a:lnTo>
                    <a:pt x="251" y="610"/>
                  </a:lnTo>
                  <a:lnTo>
                    <a:pt x="249" y="610"/>
                  </a:lnTo>
                  <a:lnTo>
                    <a:pt x="248" y="610"/>
                  </a:lnTo>
                  <a:lnTo>
                    <a:pt x="243" y="610"/>
                  </a:lnTo>
                  <a:lnTo>
                    <a:pt x="241" y="610"/>
                  </a:lnTo>
                  <a:lnTo>
                    <a:pt x="221" y="621"/>
                  </a:lnTo>
                  <a:lnTo>
                    <a:pt x="220" y="622"/>
                  </a:lnTo>
                  <a:lnTo>
                    <a:pt x="215" y="626"/>
                  </a:lnTo>
                  <a:lnTo>
                    <a:pt x="213" y="627"/>
                  </a:lnTo>
                  <a:lnTo>
                    <a:pt x="210" y="629"/>
                  </a:lnTo>
                  <a:lnTo>
                    <a:pt x="204" y="633"/>
                  </a:lnTo>
                  <a:lnTo>
                    <a:pt x="193" y="639"/>
                  </a:lnTo>
                  <a:lnTo>
                    <a:pt x="187" y="642"/>
                  </a:lnTo>
                  <a:lnTo>
                    <a:pt x="173" y="639"/>
                  </a:lnTo>
                  <a:lnTo>
                    <a:pt x="166" y="635"/>
                  </a:lnTo>
                  <a:lnTo>
                    <a:pt x="166" y="633"/>
                  </a:lnTo>
                  <a:lnTo>
                    <a:pt x="166" y="632"/>
                  </a:lnTo>
                  <a:lnTo>
                    <a:pt x="166" y="631"/>
                  </a:lnTo>
                  <a:lnTo>
                    <a:pt x="165" y="629"/>
                  </a:lnTo>
                  <a:lnTo>
                    <a:pt x="160" y="624"/>
                  </a:lnTo>
                  <a:lnTo>
                    <a:pt x="158" y="623"/>
                  </a:lnTo>
                  <a:lnTo>
                    <a:pt x="157" y="623"/>
                  </a:lnTo>
                  <a:lnTo>
                    <a:pt x="145" y="633"/>
                  </a:lnTo>
                  <a:lnTo>
                    <a:pt x="141" y="644"/>
                  </a:lnTo>
                  <a:lnTo>
                    <a:pt x="139" y="652"/>
                  </a:lnTo>
                  <a:lnTo>
                    <a:pt x="127" y="661"/>
                  </a:lnTo>
                  <a:lnTo>
                    <a:pt x="123" y="663"/>
                  </a:lnTo>
                  <a:lnTo>
                    <a:pt x="122" y="663"/>
                  </a:lnTo>
                  <a:lnTo>
                    <a:pt x="119" y="662"/>
                  </a:lnTo>
                  <a:lnTo>
                    <a:pt x="117" y="663"/>
                  </a:lnTo>
                  <a:lnTo>
                    <a:pt x="114" y="665"/>
                  </a:lnTo>
                  <a:lnTo>
                    <a:pt x="114" y="664"/>
                  </a:lnTo>
                  <a:lnTo>
                    <a:pt x="114" y="656"/>
                  </a:lnTo>
                  <a:lnTo>
                    <a:pt x="113" y="651"/>
                  </a:lnTo>
                  <a:lnTo>
                    <a:pt x="112" y="649"/>
                  </a:lnTo>
                  <a:lnTo>
                    <a:pt x="111" y="648"/>
                  </a:lnTo>
                  <a:lnTo>
                    <a:pt x="108" y="646"/>
                  </a:lnTo>
                  <a:lnTo>
                    <a:pt x="107" y="645"/>
                  </a:lnTo>
                  <a:lnTo>
                    <a:pt x="106" y="645"/>
                  </a:lnTo>
                  <a:lnTo>
                    <a:pt x="103" y="642"/>
                  </a:lnTo>
                  <a:lnTo>
                    <a:pt x="103" y="640"/>
                  </a:lnTo>
                  <a:lnTo>
                    <a:pt x="102" y="634"/>
                  </a:lnTo>
                  <a:lnTo>
                    <a:pt x="102" y="632"/>
                  </a:lnTo>
                  <a:lnTo>
                    <a:pt x="102" y="631"/>
                  </a:lnTo>
                  <a:lnTo>
                    <a:pt x="101" y="629"/>
                  </a:lnTo>
                  <a:lnTo>
                    <a:pt x="99" y="627"/>
                  </a:lnTo>
                  <a:lnTo>
                    <a:pt x="97" y="627"/>
                  </a:lnTo>
                  <a:lnTo>
                    <a:pt x="95" y="627"/>
                  </a:lnTo>
                  <a:lnTo>
                    <a:pt x="93" y="627"/>
                  </a:lnTo>
                  <a:lnTo>
                    <a:pt x="91" y="627"/>
                  </a:lnTo>
                  <a:lnTo>
                    <a:pt x="87" y="629"/>
                  </a:lnTo>
                  <a:lnTo>
                    <a:pt x="82" y="631"/>
                  </a:lnTo>
                  <a:lnTo>
                    <a:pt x="80" y="632"/>
                  </a:lnTo>
                  <a:lnTo>
                    <a:pt x="79" y="633"/>
                  </a:lnTo>
                  <a:lnTo>
                    <a:pt x="77" y="636"/>
                  </a:lnTo>
                  <a:lnTo>
                    <a:pt x="70" y="644"/>
                  </a:lnTo>
                  <a:lnTo>
                    <a:pt x="66" y="648"/>
                  </a:lnTo>
                  <a:lnTo>
                    <a:pt x="48" y="655"/>
                  </a:lnTo>
                  <a:lnTo>
                    <a:pt x="42" y="649"/>
                  </a:lnTo>
                  <a:lnTo>
                    <a:pt x="42" y="647"/>
                  </a:lnTo>
                  <a:lnTo>
                    <a:pt x="42" y="646"/>
                  </a:lnTo>
                  <a:lnTo>
                    <a:pt x="42" y="645"/>
                  </a:lnTo>
                  <a:lnTo>
                    <a:pt x="41" y="643"/>
                  </a:lnTo>
                  <a:lnTo>
                    <a:pt x="39" y="642"/>
                  </a:lnTo>
                  <a:lnTo>
                    <a:pt x="38" y="641"/>
                  </a:lnTo>
                  <a:lnTo>
                    <a:pt x="31" y="639"/>
                  </a:lnTo>
                  <a:lnTo>
                    <a:pt x="28" y="639"/>
                  </a:lnTo>
                  <a:lnTo>
                    <a:pt x="27" y="640"/>
                  </a:lnTo>
                  <a:lnTo>
                    <a:pt x="26" y="640"/>
                  </a:lnTo>
                  <a:lnTo>
                    <a:pt x="25" y="641"/>
                  </a:lnTo>
                  <a:lnTo>
                    <a:pt x="25" y="642"/>
                  </a:lnTo>
                  <a:lnTo>
                    <a:pt x="25" y="644"/>
                  </a:lnTo>
                  <a:lnTo>
                    <a:pt x="25" y="646"/>
                  </a:lnTo>
                  <a:lnTo>
                    <a:pt x="25" y="647"/>
                  </a:lnTo>
                  <a:lnTo>
                    <a:pt x="24" y="649"/>
                  </a:lnTo>
                  <a:lnTo>
                    <a:pt x="20" y="656"/>
                  </a:lnTo>
                  <a:lnTo>
                    <a:pt x="19" y="657"/>
                  </a:lnTo>
                  <a:lnTo>
                    <a:pt x="17" y="658"/>
                  </a:lnTo>
                  <a:lnTo>
                    <a:pt x="15" y="659"/>
                  </a:lnTo>
                  <a:lnTo>
                    <a:pt x="13" y="659"/>
                  </a:lnTo>
                  <a:lnTo>
                    <a:pt x="12" y="659"/>
                  </a:lnTo>
                  <a:lnTo>
                    <a:pt x="11" y="655"/>
                  </a:lnTo>
                  <a:lnTo>
                    <a:pt x="9" y="645"/>
                  </a:lnTo>
                  <a:lnTo>
                    <a:pt x="2" y="636"/>
                  </a:lnTo>
                  <a:lnTo>
                    <a:pt x="0" y="633"/>
                  </a:lnTo>
                  <a:lnTo>
                    <a:pt x="1" y="633"/>
                  </a:lnTo>
                  <a:lnTo>
                    <a:pt x="16" y="627"/>
                  </a:lnTo>
                  <a:lnTo>
                    <a:pt x="20" y="625"/>
                  </a:lnTo>
                  <a:lnTo>
                    <a:pt x="23" y="625"/>
                  </a:lnTo>
                  <a:lnTo>
                    <a:pt x="30" y="622"/>
                  </a:lnTo>
                  <a:lnTo>
                    <a:pt x="32" y="621"/>
                  </a:lnTo>
                  <a:lnTo>
                    <a:pt x="35" y="620"/>
                  </a:lnTo>
                  <a:lnTo>
                    <a:pt x="37" y="619"/>
                  </a:lnTo>
                  <a:lnTo>
                    <a:pt x="44" y="615"/>
                  </a:lnTo>
                  <a:lnTo>
                    <a:pt x="64" y="607"/>
                  </a:lnTo>
                  <a:lnTo>
                    <a:pt x="67" y="606"/>
                  </a:lnTo>
                  <a:lnTo>
                    <a:pt x="70" y="604"/>
                  </a:lnTo>
                  <a:lnTo>
                    <a:pt x="73" y="601"/>
                  </a:lnTo>
                  <a:lnTo>
                    <a:pt x="104" y="575"/>
                  </a:lnTo>
                  <a:lnTo>
                    <a:pt x="120" y="553"/>
                  </a:lnTo>
                  <a:lnTo>
                    <a:pt x="121" y="550"/>
                  </a:lnTo>
                  <a:lnTo>
                    <a:pt x="122" y="549"/>
                  </a:lnTo>
                  <a:lnTo>
                    <a:pt x="123" y="546"/>
                  </a:lnTo>
                  <a:lnTo>
                    <a:pt x="124" y="543"/>
                  </a:lnTo>
                  <a:lnTo>
                    <a:pt x="124" y="541"/>
                  </a:lnTo>
                  <a:lnTo>
                    <a:pt x="125" y="538"/>
                  </a:lnTo>
                  <a:lnTo>
                    <a:pt x="126" y="536"/>
                  </a:lnTo>
                  <a:lnTo>
                    <a:pt x="126" y="534"/>
                  </a:lnTo>
                  <a:lnTo>
                    <a:pt x="126" y="532"/>
                  </a:lnTo>
                  <a:lnTo>
                    <a:pt x="126" y="531"/>
                  </a:lnTo>
                  <a:lnTo>
                    <a:pt x="127" y="528"/>
                  </a:lnTo>
                  <a:lnTo>
                    <a:pt x="129" y="524"/>
                  </a:lnTo>
                  <a:lnTo>
                    <a:pt x="130" y="522"/>
                  </a:lnTo>
                  <a:lnTo>
                    <a:pt x="131" y="520"/>
                  </a:lnTo>
                  <a:lnTo>
                    <a:pt x="133" y="518"/>
                  </a:lnTo>
                  <a:lnTo>
                    <a:pt x="135" y="516"/>
                  </a:lnTo>
                  <a:lnTo>
                    <a:pt x="138" y="513"/>
                  </a:lnTo>
                  <a:lnTo>
                    <a:pt x="140" y="511"/>
                  </a:lnTo>
                  <a:lnTo>
                    <a:pt x="141" y="511"/>
                  </a:lnTo>
                  <a:lnTo>
                    <a:pt x="146" y="508"/>
                  </a:lnTo>
                  <a:lnTo>
                    <a:pt x="147" y="507"/>
                  </a:lnTo>
                  <a:lnTo>
                    <a:pt x="152" y="505"/>
                  </a:lnTo>
                  <a:lnTo>
                    <a:pt x="153" y="504"/>
                  </a:lnTo>
                  <a:lnTo>
                    <a:pt x="158" y="502"/>
                  </a:lnTo>
                  <a:lnTo>
                    <a:pt x="162" y="500"/>
                  </a:lnTo>
                  <a:lnTo>
                    <a:pt x="163" y="500"/>
                  </a:lnTo>
                  <a:lnTo>
                    <a:pt x="174" y="494"/>
                  </a:lnTo>
                  <a:lnTo>
                    <a:pt x="176" y="493"/>
                  </a:lnTo>
                  <a:lnTo>
                    <a:pt x="178" y="491"/>
                  </a:lnTo>
                  <a:lnTo>
                    <a:pt x="181" y="489"/>
                  </a:lnTo>
                  <a:lnTo>
                    <a:pt x="183" y="487"/>
                  </a:lnTo>
                  <a:lnTo>
                    <a:pt x="186" y="484"/>
                  </a:lnTo>
                  <a:lnTo>
                    <a:pt x="188" y="481"/>
                  </a:lnTo>
                  <a:lnTo>
                    <a:pt x="194" y="473"/>
                  </a:lnTo>
                  <a:lnTo>
                    <a:pt x="195" y="472"/>
                  </a:lnTo>
                  <a:lnTo>
                    <a:pt x="197" y="464"/>
                  </a:lnTo>
                  <a:lnTo>
                    <a:pt x="197" y="455"/>
                  </a:lnTo>
                  <a:lnTo>
                    <a:pt x="197" y="453"/>
                  </a:lnTo>
                  <a:lnTo>
                    <a:pt x="197" y="450"/>
                  </a:lnTo>
                  <a:lnTo>
                    <a:pt x="197" y="448"/>
                  </a:lnTo>
                  <a:lnTo>
                    <a:pt x="198" y="445"/>
                  </a:lnTo>
                  <a:lnTo>
                    <a:pt x="198" y="441"/>
                  </a:lnTo>
                  <a:lnTo>
                    <a:pt x="199" y="438"/>
                  </a:lnTo>
                  <a:lnTo>
                    <a:pt x="201" y="433"/>
                  </a:lnTo>
                  <a:lnTo>
                    <a:pt x="210" y="414"/>
                  </a:lnTo>
                  <a:lnTo>
                    <a:pt x="214" y="404"/>
                  </a:lnTo>
                  <a:lnTo>
                    <a:pt x="216" y="402"/>
                  </a:lnTo>
                  <a:lnTo>
                    <a:pt x="216" y="401"/>
                  </a:lnTo>
                  <a:lnTo>
                    <a:pt x="217" y="401"/>
                  </a:lnTo>
                  <a:lnTo>
                    <a:pt x="218" y="400"/>
                  </a:lnTo>
                  <a:lnTo>
                    <a:pt x="224" y="394"/>
                  </a:lnTo>
                  <a:lnTo>
                    <a:pt x="228" y="389"/>
                  </a:lnTo>
                  <a:lnTo>
                    <a:pt x="230" y="387"/>
                  </a:lnTo>
                  <a:lnTo>
                    <a:pt x="231" y="385"/>
                  </a:lnTo>
                  <a:lnTo>
                    <a:pt x="234" y="378"/>
                  </a:lnTo>
                  <a:lnTo>
                    <a:pt x="241" y="352"/>
                  </a:lnTo>
                  <a:lnTo>
                    <a:pt x="246" y="334"/>
                  </a:lnTo>
                  <a:lnTo>
                    <a:pt x="253" y="315"/>
                  </a:lnTo>
                  <a:lnTo>
                    <a:pt x="255" y="313"/>
                  </a:lnTo>
                  <a:lnTo>
                    <a:pt x="256" y="312"/>
                  </a:lnTo>
                  <a:lnTo>
                    <a:pt x="258" y="307"/>
                  </a:lnTo>
                  <a:lnTo>
                    <a:pt x="259" y="304"/>
                  </a:lnTo>
                  <a:lnTo>
                    <a:pt x="260" y="299"/>
                  </a:lnTo>
                  <a:lnTo>
                    <a:pt x="261" y="294"/>
                  </a:lnTo>
                  <a:lnTo>
                    <a:pt x="262" y="291"/>
                  </a:lnTo>
                  <a:lnTo>
                    <a:pt x="263" y="284"/>
                  </a:lnTo>
                  <a:lnTo>
                    <a:pt x="264" y="275"/>
                  </a:lnTo>
                  <a:lnTo>
                    <a:pt x="264" y="272"/>
                  </a:lnTo>
                  <a:lnTo>
                    <a:pt x="263" y="260"/>
                  </a:lnTo>
                  <a:lnTo>
                    <a:pt x="263" y="259"/>
                  </a:lnTo>
                  <a:lnTo>
                    <a:pt x="263" y="257"/>
                  </a:lnTo>
                  <a:lnTo>
                    <a:pt x="263" y="256"/>
                  </a:lnTo>
                  <a:lnTo>
                    <a:pt x="262" y="254"/>
                  </a:lnTo>
                  <a:lnTo>
                    <a:pt x="261" y="248"/>
                  </a:lnTo>
                  <a:lnTo>
                    <a:pt x="261" y="246"/>
                  </a:lnTo>
                  <a:lnTo>
                    <a:pt x="260" y="244"/>
                  </a:lnTo>
                  <a:lnTo>
                    <a:pt x="259" y="241"/>
                  </a:lnTo>
                  <a:lnTo>
                    <a:pt x="257" y="239"/>
                  </a:lnTo>
                  <a:lnTo>
                    <a:pt x="256" y="237"/>
                  </a:lnTo>
                  <a:lnTo>
                    <a:pt x="254" y="235"/>
                  </a:lnTo>
                  <a:lnTo>
                    <a:pt x="252" y="234"/>
                  </a:lnTo>
                  <a:lnTo>
                    <a:pt x="251" y="233"/>
                  </a:lnTo>
                  <a:lnTo>
                    <a:pt x="249" y="232"/>
                  </a:lnTo>
                  <a:lnTo>
                    <a:pt x="247" y="232"/>
                  </a:lnTo>
                  <a:lnTo>
                    <a:pt x="246" y="232"/>
                  </a:lnTo>
                  <a:lnTo>
                    <a:pt x="245" y="232"/>
                  </a:lnTo>
                  <a:lnTo>
                    <a:pt x="242" y="233"/>
                  </a:lnTo>
                  <a:lnTo>
                    <a:pt x="241" y="234"/>
                  </a:lnTo>
                  <a:lnTo>
                    <a:pt x="242" y="235"/>
                  </a:lnTo>
                  <a:lnTo>
                    <a:pt x="241" y="236"/>
                  </a:lnTo>
                  <a:lnTo>
                    <a:pt x="237" y="237"/>
                  </a:lnTo>
                  <a:lnTo>
                    <a:pt x="230" y="237"/>
                  </a:lnTo>
                  <a:lnTo>
                    <a:pt x="225" y="230"/>
                  </a:lnTo>
                  <a:lnTo>
                    <a:pt x="225" y="228"/>
                  </a:lnTo>
                  <a:lnTo>
                    <a:pt x="224" y="227"/>
                  </a:lnTo>
                  <a:lnTo>
                    <a:pt x="224" y="226"/>
                  </a:lnTo>
                  <a:lnTo>
                    <a:pt x="224" y="220"/>
                  </a:lnTo>
                  <a:lnTo>
                    <a:pt x="224" y="219"/>
                  </a:lnTo>
                  <a:lnTo>
                    <a:pt x="224" y="218"/>
                  </a:lnTo>
                  <a:lnTo>
                    <a:pt x="225" y="218"/>
                  </a:lnTo>
                  <a:lnTo>
                    <a:pt x="226" y="219"/>
                  </a:lnTo>
                  <a:lnTo>
                    <a:pt x="227" y="220"/>
                  </a:lnTo>
                  <a:lnTo>
                    <a:pt x="228" y="220"/>
                  </a:lnTo>
                  <a:lnTo>
                    <a:pt x="235" y="223"/>
                  </a:lnTo>
                  <a:lnTo>
                    <a:pt x="236" y="223"/>
                  </a:lnTo>
                  <a:lnTo>
                    <a:pt x="238" y="222"/>
                  </a:lnTo>
                  <a:lnTo>
                    <a:pt x="239" y="222"/>
                  </a:lnTo>
                  <a:lnTo>
                    <a:pt x="240" y="222"/>
                  </a:lnTo>
                  <a:lnTo>
                    <a:pt x="244" y="219"/>
                  </a:lnTo>
                  <a:lnTo>
                    <a:pt x="245" y="218"/>
                  </a:lnTo>
                  <a:lnTo>
                    <a:pt x="246" y="216"/>
                  </a:lnTo>
                  <a:lnTo>
                    <a:pt x="247" y="214"/>
                  </a:lnTo>
                  <a:lnTo>
                    <a:pt x="250" y="209"/>
                  </a:lnTo>
                  <a:lnTo>
                    <a:pt x="253" y="202"/>
                  </a:lnTo>
                  <a:lnTo>
                    <a:pt x="257" y="190"/>
                  </a:lnTo>
                  <a:lnTo>
                    <a:pt x="258" y="184"/>
                  </a:lnTo>
                  <a:lnTo>
                    <a:pt x="259" y="178"/>
                  </a:lnTo>
                  <a:lnTo>
                    <a:pt x="259" y="176"/>
                  </a:lnTo>
                  <a:lnTo>
                    <a:pt x="259" y="172"/>
                  </a:lnTo>
                  <a:lnTo>
                    <a:pt x="258" y="170"/>
                  </a:lnTo>
                  <a:lnTo>
                    <a:pt x="258" y="169"/>
                  </a:lnTo>
                  <a:lnTo>
                    <a:pt x="258" y="168"/>
                  </a:lnTo>
                  <a:lnTo>
                    <a:pt x="250" y="156"/>
                  </a:lnTo>
                </a:path>
              </a:pathLst>
            </a:custGeom>
            <a:grpFill/>
            <a:ln w="3175">
              <a:solidFill>
                <a:schemeClr val="bg1"/>
              </a:solidFill>
              <a:round/>
              <a:headEnd/>
              <a:tailEnd/>
            </a:ln>
          </p:spPr>
          <p:txBody>
            <a:bodyPr wrap="none" lIns="0" tIns="0" rIns="0" bIns="0" anchor="ctr" anchorCtr="0"/>
            <a:lstStyle/>
            <a:p>
              <a:pPr algn="ctr"/>
              <a:endParaRPr lang="ja-JP" altLang="en-US" sz="1200" dirty="0"/>
            </a:p>
          </p:txBody>
        </p:sp>
      </p:grpSp>
    </p:spTree>
    <p:extLst>
      <p:ext uri="{BB962C8B-B14F-4D97-AF65-F5344CB8AC3E}">
        <p14:creationId xmlns:p14="http://schemas.microsoft.com/office/powerpoint/2010/main" val="18315452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2" name="タイトル 1"/>
          <p:cNvSpPr>
            <a:spLocks noGrp="1"/>
          </p:cNvSpPr>
          <p:nvPr>
            <p:ph type="title"/>
          </p:nvPr>
        </p:nvSpPr>
        <p:spPr bwMode="gray"/>
        <p:txBody>
          <a:bodyPr/>
          <a:lstStyle/>
          <a:p>
            <a:r>
              <a:rPr lang="ja-JP" altLang="en-US"/>
              <a:t>地図</a:t>
            </a:r>
            <a:r>
              <a:rPr lang="nl-NL" altLang="ja-JP"/>
              <a:t> – </a:t>
            </a:r>
            <a:r>
              <a:rPr lang="ja-JP" altLang="en-US"/>
              <a:t>日本</a:t>
            </a:r>
            <a:r>
              <a:rPr lang="en-US" altLang="ja-JP"/>
              <a:t>4</a:t>
            </a:r>
            <a:endParaRPr lang="ja-JP" altLang="en-US" dirty="0"/>
          </a:p>
        </p:txBody>
      </p:sp>
      <p:grpSp>
        <p:nvGrpSpPr>
          <p:cNvPr id="9" name="グループ化 8"/>
          <p:cNvGrpSpPr/>
          <p:nvPr/>
        </p:nvGrpSpPr>
        <p:grpSpPr>
          <a:xfrm>
            <a:off x="2541600" y="1542358"/>
            <a:ext cx="4748171" cy="4721642"/>
            <a:chOff x="2541600" y="1542358"/>
            <a:chExt cx="4748171" cy="4721642"/>
          </a:xfrm>
        </p:grpSpPr>
        <p:grpSp>
          <p:nvGrpSpPr>
            <p:cNvPr id="5" name="グループ化 4"/>
            <p:cNvGrpSpPr/>
            <p:nvPr/>
          </p:nvGrpSpPr>
          <p:grpSpPr>
            <a:xfrm>
              <a:off x="2971537" y="1542358"/>
              <a:ext cx="4318234" cy="4236902"/>
              <a:chOff x="2971537" y="1542358"/>
              <a:chExt cx="4318234" cy="4236902"/>
            </a:xfrm>
          </p:grpSpPr>
          <p:sp>
            <p:nvSpPr>
              <p:cNvPr id="76" name="Freeform 5"/>
              <p:cNvSpPr>
                <a:spLocks noChangeAspect="1"/>
              </p:cNvSpPr>
              <p:nvPr/>
            </p:nvSpPr>
            <p:spPr bwMode="gray">
              <a:xfrm>
                <a:off x="3723432" y="4635991"/>
                <a:ext cx="375947" cy="239542"/>
              </a:xfrm>
              <a:custGeom>
                <a:avLst/>
                <a:gdLst/>
                <a:ahLst/>
                <a:cxnLst>
                  <a:cxn ang="0">
                    <a:pos x="276" y="10"/>
                  </a:cxn>
                  <a:cxn ang="0">
                    <a:pos x="246" y="0"/>
                  </a:cxn>
                  <a:cxn ang="0">
                    <a:pos x="180" y="0"/>
                  </a:cxn>
                  <a:cxn ang="0">
                    <a:pos x="136" y="52"/>
                  </a:cxn>
                  <a:cxn ang="0">
                    <a:pos x="40" y="75"/>
                  </a:cxn>
                  <a:cxn ang="0">
                    <a:pos x="13" y="111"/>
                  </a:cxn>
                  <a:cxn ang="0">
                    <a:pos x="0" y="158"/>
                  </a:cxn>
                  <a:cxn ang="0">
                    <a:pos x="12" y="198"/>
                  </a:cxn>
                  <a:cxn ang="0">
                    <a:pos x="27" y="207"/>
                  </a:cxn>
                  <a:cxn ang="0">
                    <a:pos x="36" y="198"/>
                  </a:cxn>
                  <a:cxn ang="0">
                    <a:pos x="75" y="171"/>
                  </a:cxn>
                  <a:cxn ang="0">
                    <a:pos x="84" y="179"/>
                  </a:cxn>
                  <a:cxn ang="0">
                    <a:pos x="96" y="213"/>
                  </a:cxn>
                  <a:cxn ang="0">
                    <a:pos x="113" y="219"/>
                  </a:cxn>
                  <a:cxn ang="0">
                    <a:pos x="150" y="192"/>
                  </a:cxn>
                  <a:cxn ang="0">
                    <a:pos x="186" y="188"/>
                  </a:cxn>
                  <a:cxn ang="0">
                    <a:pos x="242" y="177"/>
                  </a:cxn>
                  <a:cxn ang="0">
                    <a:pos x="265" y="188"/>
                  </a:cxn>
                  <a:cxn ang="0">
                    <a:pos x="303" y="152"/>
                  </a:cxn>
                  <a:cxn ang="0">
                    <a:pos x="276" y="10"/>
                  </a:cxn>
                </a:cxnLst>
                <a:rect l="0" t="0" r="r" b="b"/>
                <a:pathLst>
                  <a:path w="303" h="219">
                    <a:moveTo>
                      <a:pt x="276" y="10"/>
                    </a:moveTo>
                    <a:lnTo>
                      <a:pt x="246" y="0"/>
                    </a:lnTo>
                    <a:lnTo>
                      <a:pt x="180" y="0"/>
                    </a:lnTo>
                    <a:lnTo>
                      <a:pt x="136" y="52"/>
                    </a:lnTo>
                    <a:lnTo>
                      <a:pt x="40" y="75"/>
                    </a:lnTo>
                    <a:lnTo>
                      <a:pt x="13" y="111"/>
                    </a:lnTo>
                    <a:lnTo>
                      <a:pt x="0" y="158"/>
                    </a:lnTo>
                    <a:lnTo>
                      <a:pt x="12" y="198"/>
                    </a:lnTo>
                    <a:lnTo>
                      <a:pt x="27" y="207"/>
                    </a:lnTo>
                    <a:lnTo>
                      <a:pt x="36" y="198"/>
                    </a:lnTo>
                    <a:lnTo>
                      <a:pt x="75" y="171"/>
                    </a:lnTo>
                    <a:lnTo>
                      <a:pt x="84" y="179"/>
                    </a:lnTo>
                    <a:lnTo>
                      <a:pt x="96" y="213"/>
                    </a:lnTo>
                    <a:lnTo>
                      <a:pt x="113" y="219"/>
                    </a:lnTo>
                    <a:lnTo>
                      <a:pt x="150" y="192"/>
                    </a:lnTo>
                    <a:lnTo>
                      <a:pt x="186" y="188"/>
                    </a:lnTo>
                    <a:lnTo>
                      <a:pt x="242" y="177"/>
                    </a:lnTo>
                    <a:lnTo>
                      <a:pt x="265" y="188"/>
                    </a:lnTo>
                    <a:lnTo>
                      <a:pt x="303" y="152"/>
                    </a:lnTo>
                    <a:lnTo>
                      <a:pt x="276" y="1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77" name="Freeform 6"/>
              <p:cNvSpPr>
                <a:spLocks noChangeAspect="1"/>
              </p:cNvSpPr>
              <p:nvPr/>
            </p:nvSpPr>
            <p:spPr bwMode="gray">
              <a:xfrm>
                <a:off x="3723432" y="4635991"/>
                <a:ext cx="375947" cy="239542"/>
              </a:xfrm>
              <a:custGeom>
                <a:avLst/>
                <a:gdLst/>
                <a:ahLst/>
                <a:cxnLst>
                  <a:cxn ang="0">
                    <a:pos x="276" y="10"/>
                  </a:cxn>
                  <a:cxn ang="0">
                    <a:pos x="246" y="0"/>
                  </a:cxn>
                  <a:cxn ang="0">
                    <a:pos x="180" y="0"/>
                  </a:cxn>
                  <a:cxn ang="0">
                    <a:pos x="136" y="52"/>
                  </a:cxn>
                  <a:cxn ang="0">
                    <a:pos x="40" y="75"/>
                  </a:cxn>
                  <a:cxn ang="0">
                    <a:pos x="13" y="111"/>
                  </a:cxn>
                  <a:cxn ang="0">
                    <a:pos x="0" y="158"/>
                  </a:cxn>
                  <a:cxn ang="0">
                    <a:pos x="12" y="198"/>
                  </a:cxn>
                  <a:cxn ang="0">
                    <a:pos x="27" y="207"/>
                  </a:cxn>
                  <a:cxn ang="0">
                    <a:pos x="36" y="198"/>
                  </a:cxn>
                  <a:cxn ang="0">
                    <a:pos x="75" y="171"/>
                  </a:cxn>
                  <a:cxn ang="0">
                    <a:pos x="84" y="179"/>
                  </a:cxn>
                  <a:cxn ang="0">
                    <a:pos x="96" y="213"/>
                  </a:cxn>
                  <a:cxn ang="0">
                    <a:pos x="113" y="219"/>
                  </a:cxn>
                  <a:cxn ang="0">
                    <a:pos x="150" y="192"/>
                  </a:cxn>
                  <a:cxn ang="0">
                    <a:pos x="186" y="188"/>
                  </a:cxn>
                  <a:cxn ang="0">
                    <a:pos x="242" y="177"/>
                  </a:cxn>
                  <a:cxn ang="0">
                    <a:pos x="265" y="188"/>
                  </a:cxn>
                  <a:cxn ang="0">
                    <a:pos x="303" y="152"/>
                  </a:cxn>
                  <a:cxn ang="0">
                    <a:pos x="276" y="10"/>
                  </a:cxn>
                </a:cxnLst>
                <a:rect l="0" t="0" r="r" b="b"/>
                <a:pathLst>
                  <a:path w="303" h="219">
                    <a:moveTo>
                      <a:pt x="276" y="10"/>
                    </a:moveTo>
                    <a:lnTo>
                      <a:pt x="246" y="0"/>
                    </a:lnTo>
                    <a:lnTo>
                      <a:pt x="180" y="0"/>
                    </a:lnTo>
                    <a:lnTo>
                      <a:pt x="136" y="52"/>
                    </a:lnTo>
                    <a:lnTo>
                      <a:pt x="40" y="75"/>
                    </a:lnTo>
                    <a:lnTo>
                      <a:pt x="13" y="111"/>
                    </a:lnTo>
                    <a:lnTo>
                      <a:pt x="0" y="158"/>
                    </a:lnTo>
                    <a:lnTo>
                      <a:pt x="12" y="198"/>
                    </a:lnTo>
                    <a:lnTo>
                      <a:pt x="27" y="207"/>
                    </a:lnTo>
                    <a:lnTo>
                      <a:pt x="36" y="198"/>
                    </a:lnTo>
                    <a:lnTo>
                      <a:pt x="75" y="171"/>
                    </a:lnTo>
                    <a:lnTo>
                      <a:pt x="84" y="179"/>
                    </a:lnTo>
                    <a:lnTo>
                      <a:pt x="96" y="213"/>
                    </a:lnTo>
                    <a:lnTo>
                      <a:pt x="113" y="219"/>
                    </a:lnTo>
                    <a:lnTo>
                      <a:pt x="150" y="192"/>
                    </a:lnTo>
                    <a:lnTo>
                      <a:pt x="186" y="188"/>
                    </a:lnTo>
                    <a:lnTo>
                      <a:pt x="242" y="177"/>
                    </a:lnTo>
                    <a:lnTo>
                      <a:pt x="265" y="188"/>
                    </a:lnTo>
                    <a:lnTo>
                      <a:pt x="303" y="152"/>
                    </a:lnTo>
                    <a:lnTo>
                      <a:pt x="276" y="10"/>
                    </a:lnTo>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78" name="Freeform 7"/>
              <p:cNvSpPr>
                <a:spLocks noChangeAspect="1"/>
              </p:cNvSpPr>
              <p:nvPr/>
            </p:nvSpPr>
            <p:spPr bwMode="gray">
              <a:xfrm>
                <a:off x="7264708" y="2062273"/>
                <a:ext cx="25063" cy="21777"/>
              </a:xfrm>
              <a:custGeom>
                <a:avLst/>
                <a:gdLst/>
                <a:ahLst/>
                <a:cxnLst>
                  <a:cxn ang="0">
                    <a:pos x="18" y="15"/>
                  </a:cxn>
                  <a:cxn ang="0">
                    <a:pos x="8" y="19"/>
                  </a:cxn>
                  <a:cxn ang="0">
                    <a:pos x="0" y="11"/>
                  </a:cxn>
                  <a:cxn ang="0">
                    <a:pos x="8" y="0"/>
                  </a:cxn>
                  <a:cxn ang="0">
                    <a:pos x="18" y="5"/>
                  </a:cxn>
                  <a:cxn ang="0">
                    <a:pos x="18" y="15"/>
                  </a:cxn>
                </a:cxnLst>
                <a:rect l="0" t="0" r="r" b="b"/>
                <a:pathLst>
                  <a:path w="18" h="19">
                    <a:moveTo>
                      <a:pt x="18" y="15"/>
                    </a:moveTo>
                    <a:lnTo>
                      <a:pt x="8" y="19"/>
                    </a:lnTo>
                    <a:lnTo>
                      <a:pt x="0" y="11"/>
                    </a:lnTo>
                    <a:lnTo>
                      <a:pt x="8" y="0"/>
                    </a:lnTo>
                    <a:lnTo>
                      <a:pt x="18" y="5"/>
                    </a:lnTo>
                    <a:lnTo>
                      <a:pt x="18" y="15"/>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79" name="Freeform 8"/>
              <p:cNvSpPr>
                <a:spLocks noChangeAspect="1"/>
              </p:cNvSpPr>
              <p:nvPr/>
            </p:nvSpPr>
            <p:spPr bwMode="gray">
              <a:xfrm>
                <a:off x="5775662" y="2738708"/>
                <a:ext cx="474726" cy="386534"/>
              </a:xfrm>
              <a:custGeom>
                <a:avLst/>
                <a:gdLst/>
                <a:ahLst/>
                <a:cxnLst>
                  <a:cxn ang="0">
                    <a:pos x="26" y="312"/>
                  </a:cxn>
                  <a:cxn ang="0">
                    <a:pos x="13" y="282"/>
                  </a:cxn>
                  <a:cxn ang="0">
                    <a:pos x="0" y="243"/>
                  </a:cxn>
                  <a:cxn ang="0">
                    <a:pos x="36" y="205"/>
                  </a:cxn>
                  <a:cxn ang="0">
                    <a:pos x="63" y="205"/>
                  </a:cxn>
                  <a:cxn ang="0">
                    <a:pos x="86" y="168"/>
                  </a:cxn>
                  <a:cxn ang="0">
                    <a:pos x="88" y="147"/>
                  </a:cxn>
                  <a:cxn ang="0">
                    <a:pos x="99" y="136"/>
                  </a:cxn>
                  <a:cxn ang="0">
                    <a:pos x="86" y="103"/>
                  </a:cxn>
                  <a:cxn ang="0">
                    <a:pos x="98" y="78"/>
                  </a:cxn>
                  <a:cxn ang="0">
                    <a:pos x="121" y="94"/>
                  </a:cxn>
                  <a:cxn ang="0">
                    <a:pos x="140" y="84"/>
                  </a:cxn>
                  <a:cxn ang="0">
                    <a:pos x="151" y="99"/>
                  </a:cxn>
                  <a:cxn ang="0">
                    <a:pos x="155" y="166"/>
                  </a:cxn>
                  <a:cxn ang="0">
                    <a:pos x="165" y="180"/>
                  </a:cxn>
                  <a:cxn ang="0">
                    <a:pos x="192" y="180"/>
                  </a:cxn>
                  <a:cxn ang="0">
                    <a:pos x="201" y="163"/>
                  </a:cxn>
                  <a:cxn ang="0">
                    <a:pos x="205" y="138"/>
                  </a:cxn>
                  <a:cxn ang="0">
                    <a:pos x="253" y="165"/>
                  </a:cxn>
                  <a:cxn ang="0">
                    <a:pos x="272" y="143"/>
                  </a:cxn>
                  <a:cxn ang="0">
                    <a:pos x="278" y="90"/>
                  </a:cxn>
                  <a:cxn ang="0">
                    <a:pos x="264" y="67"/>
                  </a:cxn>
                  <a:cxn ang="0">
                    <a:pos x="253" y="67"/>
                  </a:cxn>
                  <a:cxn ang="0">
                    <a:pos x="230" y="84"/>
                  </a:cxn>
                  <a:cxn ang="0">
                    <a:pos x="186" y="95"/>
                  </a:cxn>
                  <a:cxn ang="0">
                    <a:pos x="186" y="49"/>
                  </a:cxn>
                  <a:cxn ang="0">
                    <a:pos x="207" y="0"/>
                  </a:cxn>
                  <a:cxn ang="0">
                    <a:pos x="247" y="13"/>
                  </a:cxn>
                  <a:cxn ang="0">
                    <a:pos x="282" y="40"/>
                  </a:cxn>
                  <a:cxn ang="0">
                    <a:pos x="311" y="30"/>
                  </a:cxn>
                  <a:cxn ang="0">
                    <a:pos x="320" y="207"/>
                  </a:cxn>
                  <a:cxn ang="0">
                    <a:pos x="330" y="249"/>
                  </a:cxn>
                  <a:cxn ang="0">
                    <a:pos x="360" y="264"/>
                  </a:cxn>
                  <a:cxn ang="0">
                    <a:pos x="380" y="295"/>
                  </a:cxn>
                  <a:cxn ang="0">
                    <a:pos x="332" y="310"/>
                  </a:cxn>
                  <a:cxn ang="0">
                    <a:pos x="251" y="353"/>
                  </a:cxn>
                  <a:cxn ang="0">
                    <a:pos x="234" y="341"/>
                  </a:cxn>
                  <a:cxn ang="0">
                    <a:pos x="243" y="310"/>
                  </a:cxn>
                  <a:cxn ang="0">
                    <a:pos x="234" y="293"/>
                  </a:cxn>
                  <a:cxn ang="0">
                    <a:pos x="220" y="299"/>
                  </a:cxn>
                  <a:cxn ang="0">
                    <a:pos x="205" y="280"/>
                  </a:cxn>
                  <a:cxn ang="0">
                    <a:pos x="161" y="301"/>
                  </a:cxn>
                  <a:cxn ang="0">
                    <a:pos x="124" y="282"/>
                  </a:cxn>
                  <a:cxn ang="0">
                    <a:pos x="86" y="293"/>
                  </a:cxn>
                  <a:cxn ang="0">
                    <a:pos x="48" y="293"/>
                  </a:cxn>
                  <a:cxn ang="0">
                    <a:pos x="26" y="312"/>
                  </a:cxn>
                </a:cxnLst>
                <a:rect l="0" t="0" r="r" b="b"/>
                <a:pathLst>
                  <a:path w="380" h="353">
                    <a:moveTo>
                      <a:pt x="26" y="312"/>
                    </a:moveTo>
                    <a:lnTo>
                      <a:pt x="13" y="282"/>
                    </a:lnTo>
                    <a:lnTo>
                      <a:pt x="0" y="243"/>
                    </a:lnTo>
                    <a:lnTo>
                      <a:pt x="36" y="205"/>
                    </a:lnTo>
                    <a:lnTo>
                      <a:pt x="63" y="205"/>
                    </a:lnTo>
                    <a:lnTo>
                      <a:pt x="86" y="168"/>
                    </a:lnTo>
                    <a:lnTo>
                      <a:pt x="88" y="147"/>
                    </a:lnTo>
                    <a:lnTo>
                      <a:pt x="99" y="136"/>
                    </a:lnTo>
                    <a:lnTo>
                      <a:pt x="86" y="103"/>
                    </a:lnTo>
                    <a:lnTo>
                      <a:pt x="98" y="78"/>
                    </a:lnTo>
                    <a:lnTo>
                      <a:pt x="121" y="94"/>
                    </a:lnTo>
                    <a:lnTo>
                      <a:pt x="140" y="84"/>
                    </a:lnTo>
                    <a:lnTo>
                      <a:pt x="151" y="99"/>
                    </a:lnTo>
                    <a:lnTo>
                      <a:pt x="155" y="166"/>
                    </a:lnTo>
                    <a:lnTo>
                      <a:pt x="165" y="180"/>
                    </a:lnTo>
                    <a:lnTo>
                      <a:pt x="192" y="180"/>
                    </a:lnTo>
                    <a:lnTo>
                      <a:pt x="201" y="163"/>
                    </a:lnTo>
                    <a:lnTo>
                      <a:pt x="205" y="138"/>
                    </a:lnTo>
                    <a:lnTo>
                      <a:pt x="253" y="165"/>
                    </a:lnTo>
                    <a:lnTo>
                      <a:pt x="272" y="143"/>
                    </a:lnTo>
                    <a:lnTo>
                      <a:pt x="278" y="90"/>
                    </a:lnTo>
                    <a:lnTo>
                      <a:pt x="264" y="67"/>
                    </a:lnTo>
                    <a:lnTo>
                      <a:pt x="253" y="67"/>
                    </a:lnTo>
                    <a:lnTo>
                      <a:pt x="230" y="84"/>
                    </a:lnTo>
                    <a:lnTo>
                      <a:pt x="186" y="95"/>
                    </a:lnTo>
                    <a:lnTo>
                      <a:pt x="186" y="49"/>
                    </a:lnTo>
                    <a:lnTo>
                      <a:pt x="207" y="0"/>
                    </a:lnTo>
                    <a:lnTo>
                      <a:pt x="247" y="13"/>
                    </a:lnTo>
                    <a:lnTo>
                      <a:pt x="282" y="40"/>
                    </a:lnTo>
                    <a:lnTo>
                      <a:pt x="311" y="30"/>
                    </a:lnTo>
                    <a:lnTo>
                      <a:pt x="320" y="207"/>
                    </a:lnTo>
                    <a:lnTo>
                      <a:pt x="330" y="249"/>
                    </a:lnTo>
                    <a:lnTo>
                      <a:pt x="360" y="264"/>
                    </a:lnTo>
                    <a:lnTo>
                      <a:pt x="380" y="295"/>
                    </a:lnTo>
                    <a:lnTo>
                      <a:pt x="332" y="310"/>
                    </a:lnTo>
                    <a:lnTo>
                      <a:pt x="251" y="353"/>
                    </a:lnTo>
                    <a:lnTo>
                      <a:pt x="234" y="341"/>
                    </a:lnTo>
                    <a:lnTo>
                      <a:pt x="243" y="310"/>
                    </a:lnTo>
                    <a:lnTo>
                      <a:pt x="234" y="293"/>
                    </a:lnTo>
                    <a:lnTo>
                      <a:pt x="220" y="299"/>
                    </a:lnTo>
                    <a:lnTo>
                      <a:pt x="205" y="280"/>
                    </a:lnTo>
                    <a:lnTo>
                      <a:pt x="161" y="301"/>
                    </a:lnTo>
                    <a:lnTo>
                      <a:pt x="124" y="282"/>
                    </a:lnTo>
                    <a:lnTo>
                      <a:pt x="86" y="293"/>
                    </a:lnTo>
                    <a:lnTo>
                      <a:pt x="48" y="293"/>
                    </a:lnTo>
                    <a:lnTo>
                      <a:pt x="26" y="312"/>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0" name="Freeform 9"/>
              <p:cNvSpPr>
                <a:spLocks noChangeAspect="1"/>
              </p:cNvSpPr>
              <p:nvPr/>
            </p:nvSpPr>
            <p:spPr bwMode="gray">
              <a:xfrm>
                <a:off x="5743227" y="3044941"/>
                <a:ext cx="337615" cy="473640"/>
              </a:xfrm>
              <a:custGeom>
                <a:avLst/>
                <a:gdLst/>
                <a:ahLst/>
                <a:cxnLst>
                  <a:cxn ang="0">
                    <a:pos x="201" y="433"/>
                  </a:cxn>
                  <a:cxn ang="0">
                    <a:pos x="251" y="406"/>
                  </a:cxn>
                  <a:cxn ang="0">
                    <a:pos x="240" y="378"/>
                  </a:cxn>
                  <a:cxn ang="0">
                    <a:pos x="240" y="335"/>
                  </a:cxn>
                  <a:cxn ang="0">
                    <a:pos x="213" y="303"/>
                  </a:cxn>
                  <a:cxn ang="0">
                    <a:pos x="213" y="289"/>
                  </a:cxn>
                  <a:cxn ang="0">
                    <a:pos x="232" y="257"/>
                  </a:cxn>
                  <a:cxn ang="0">
                    <a:pos x="242" y="190"/>
                  </a:cxn>
                  <a:cxn ang="0">
                    <a:pos x="247" y="90"/>
                  </a:cxn>
                  <a:cxn ang="0">
                    <a:pos x="261" y="61"/>
                  </a:cxn>
                  <a:cxn ang="0">
                    <a:pos x="270" y="30"/>
                  </a:cxn>
                  <a:cxn ang="0">
                    <a:pos x="261" y="13"/>
                  </a:cxn>
                  <a:cxn ang="0">
                    <a:pos x="247" y="19"/>
                  </a:cxn>
                  <a:cxn ang="0">
                    <a:pos x="232" y="0"/>
                  </a:cxn>
                  <a:cxn ang="0">
                    <a:pos x="188" y="21"/>
                  </a:cxn>
                  <a:cxn ang="0">
                    <a:pos x="151" y="2"/>
                  </a:cxn>
                  <a:cxn ang="0">
                    <a:pos x="113" y="13"/>
                  </a:cxn>
                  <a:cxn ang="0">
                    <a:pos x="75" y="13"/>
                  </a:cxn>
                  <a:cxn ang="0">
                    <a:pos x="53" y="32"/>
                  </a:cxn>
                  <a:cxn ang="0">
                    <a:pos x="57" y="42"/>
                  </a:cxn>
                  <a:cxn ang="0">
                    <a:pos x="52" y="107"/>
                  </a:cxn>
                  <a:cxn ang="0">
                    <a:pos x="25" y="142"/>
                  </a:cxn>
                  <a:cxn ang="0">
                    <a:pos x="2" y="132"/>
                  </a:cxn>
                  <a:cxn ang="0">
                    <a:pos x="0" y="142"/>
                  </a:cxn>
                  <a:cxn ang="0">
                    <a:pos x="4" y="157"/>
                  </a:cxn>
                  <a:cxn ang="0">
                    <a:pos x="15" y="167"/>
                  </a:cxn>
                  <a:cxn ang="0">
                    <a:pos x="42" y="161"/>
                  </a:cxn>
                  <a:cxn ang="0">
                    <a:pos x="57" y="167"/>
                  </a:cxn>
                  <a:cxn ang="0">
                    <a:pos x="75" y="190"/>
                  </a:cxn>
                  <a:cxn ang="0">
                    <a:pos x="75" y="217"/>
                  </a:cxn>
                  <a:cxn ang="0">
                    <a:pos x="57" y="307"/>
                  </a:cxn>
                  <a:cxn ang="0">
                    <a:pos x="44" y="345"/>
                  </a:cxn>
                  <a:cxn ang="0">
                    <a:pos x="42" y="366"/>
                  </a:cxn>
                  <a:cxn ang="0">
                    <a:pos x="65" y="364"/>
                  </a:cxn>
                  <a:cxn ang="0">
                    <a:pos x="105" y="385"/>
                  </a:cxn>
                  <a:cxn ang="0">
                    <a:pos x="144" y="395"/>
                  </a:cxn>
                  <a:cxn ang="0">
                    <a:pos x="201" y="433"/>
                  </a:cxn>
                </a:cxnLst>
                <a:rect l="0" t="0" r="r" b="b"/>
                <a:pathLst>
                  <a:path w="270" h="433">
                    <a:moveTo>
                      <a:pt x="201" y="433"/>
                    </a:moveTo>
                    <a:lnTo>
                      <a:pt x="251" y="406"/>
                    </a:lnTo>
                    <a:lnTo>
                      <a:pt x="240" y="378"/>
                    </a:lnTo>
                    <a:lnTo>
                      <a:pt x="240" y="335"/>
                    </a:lnTo>
                    <a:lnTo>
                      <a:pt x="213" y="303"/>
                    </a:lnTo>
                    <a:lnTo>
                      <a:pt x="213" y="289"/>
                    </a:lnTo>
                    <a:lnTo>
                      <a:pt x="232" y="257"/>
                    </a:lnTo>
                    <a:lnTo>
                      <a:pt x="242" y="190"/>
                    </a:lnTo>
                    <a:lnTo>
                      <a:pt x="247" y="90"/>
                    </a:lnTo>
                    <a:lnTo>
                      <a:pt x="261" y="61"/>
                    </a:lnTo>
                    <a:lnTo>
                      <a:pt x="270" y="30"/>
                    </a:lnTo>
                    <a:lnTo>
                      <a:pt x="261" y="13"/>
                    </a:lnTo>
                    <a:lnTo>
                      <a:pt x="247" y="19"/>
                    </a:lnTo>
                    <a:lnTo>
                      <a:pt x="232" y="0"/>
                    </a:lnTo>
                    <a:lnTo>
                      <a:pt x="188" y="21"/>
                    </a:lnTo>
                    <a:lnTo>
                      <a:pt x="151" y="2"/>
                    </a:lnTo>
                    <a:lnTo>
                      <a:pt x="113" y="13"/>
                    </a:lnTo>
                    <a:lnTo>
                      <a:pt x="75" y="13"/>
                    </a:lnTo>
                    <a:lnTo>
                      <a:pt x="53" y="32"/>
                    </a:lnTo>
                    <a:lnTo>
                      <a:pt x="57" y="42"/>
                    </a:lnTo>
                    <a:lnTo>
                      <a:pt x="52" y="107"/>
                    </a:lnTo>
                    <a:lnTo>
                      <a:pt x="25" y="142"/>
                    </a:lnTo>
                    <a:lnTo>
                      <a:pt x="2" y="132"/>
                    </a:lnTo>
                    <a:lnTo>
                      <a:pt x="0" y="142"/>
                    </a:lnTo>
                    <a:lnTo>
                      <a:pt x="4" y="157"/>
                    </a:lnTo>
                    <a:lnTo>
                      <a:pt x="15" y="167"/>
                    </a:lnTo>
                    <a:lnTo>
                      <a:pt x="42" y="161"/>
                    </a:lnTo>
                    <a:lnTo>
                      <a:pt x="57" y="167"/>
                    </a:lnTo>
                    <a:lnTo>
                      <a:pt x="75" y="190"/>
                    </a:lnTo>
                    <a:lnTo>
                      <a:pt x="75" y="217"/>
                    </a:lnTo>
                    <a:lnTo>
                      <a:pt x="57" y="307"/>
                    </a:lnTo>
                    <a:lnTo>
                      <a:pt x="44" y="345"/>
                    </a:lnTo>
                    <a:lnTo>
                      <a:pt x="42" y="366"/>
                    </a:lnTo>
                    <a:lnTo>
                      <a:pt x="65" y="364"/>
                    </a:lnTo>
                    <a:lnTo>
                      <a:pt x="105" y="385"/>
                    </a:lnTo>
                    <a:lnTo>
                      <a:pt x="144" y="395"/>
                    </a:lnTo>
                    <a:lnTo>
                      <a:pt x="201" y="433"/>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1" name="Freeform 10"/>
              <p:cNvSpPr>
                <a:spLocks noChangeAspect="1"/>
              </p:cNvSpPr>
              <p:nvPr/>
            </p:nvSpPr>
            <p:spPr bwMode="gray">
              <a:xfrm>
                <a:off x="5931938" y="3489999"/>
                <a:ext cx="296335" cy="351147"/>
              </a:xfrm>
              <a:custGeom>
                <a:avLst/>
                <a:gdLst/>
                <a:ahLst/>
                <a:cxnLst>
                  <a:cxn ang="0">
                    <a:pos x="133" y="321"/>
                  </a:cxn>
                  <a:cxn ang="0">
                    <a:pos x="129" y="311"/>
                  </a:cxn>
                  <a:cxn ang="0">
                    <a:pos x="121" y="219"/>
                  </a:cxn>
                  <a:cxn ang="0">
                    <a:pos x="154" y="154"/>
                  </a:cxn>
                  <a:cxn ang="0">
                    <a:pos x="164" y="158"/>
                  </a:cxn>
                  <a:cxn ang="0">
                    <a:pos x="206" y="141"/>
                  </a:cxn>
                  <a:cxn ang="0">
                    <a:pos x="240" y="167"/>
                  </a:cxn>
                  <a:cxn ang="0">
                    <a:pos x="240" y="148"/>
                  </a:cxn>
                  <a:cxn ang="0">
                    <a:pos x="240" y="104"/>
                  </a:cxn>
                  <a:cxn ang="0">
                    <a:pos x="231" y="75"/>
                  </a:cxn>
                  <a:cxn ang="0">
                    <a:pos x="240" y="58"/>
                  </a:cxn>
                  <a:cxn ang="0">
                    <a:pos x="237" y="41"/>
                  </a:cxn>
                  <a:cxn ang="0">
                    <a:pos x="181" y="48"/>
                  </a:cxn>
                  <a:cxn ang="0">
                    <a:pos x="162" y="20"/>
                  </a:cxn>
                  <a:cxn ang="0">
                    <a:pos x="148" y="22"/>
                  </a:cxn>
                  <a:cxn ang="0">
                    <a:pos x="102" y="0"/>
                  </a:cxn>
                  <a:cxn ang="0">
                    <a:pos x="52" y="27"/>
                  </a:cxn>
                  <a:cxn ang="0">
                    <a:pos x="62" y="64"/>
                  </a:cxn>
                  <a:cxn ang="0">
                    <a:pos x="48" y="98"/>
                  </a:cxn>
                  <a:cxn ang="0">
                    <a:pos x="60" y="146"/>
                  </a:cxn>
                  <a:cxn ang="0">
                    <a:pos x="41" y="187"/>
                  </a:cxn>
                  <a:cxn ang="0">
                    <a:pos x="29" y="229"/>
                  </a:cxn>
                  <a:cxn ang="0">
                    <a:pos x="0" y="260"/>
                  </a:cxn>
                  <a:cxn ang="0">
                    <a:pos x="2" y="281"/>
                  </a:cxn>
                  <a:cxn ang="0">
                    <a:pos x="2" y="283"/>
                  </a:cxn>
                  <a:cxn ang="0">
                    <a:pos x="41" y="283"/>
                  </a:cxn>
                  <a:cxn ang="0">
                    <a:pos x="52" y="294"/>
                  </a:cxn>
                  <a:cxn ang="0">
                    <a:pos x="83" y="294"/>
                  </a:cxn>
                  <a:cxn ang="0">
                    <a:pos x="95" y="321"/>
                  </a:cxn>
                  <a:cxn ang="0">
                    <a:pos x="133" y="321"/>
                  </a:cxn>
                </a:cxnLst>
                <a:rect l="0" t="0" r="r" b="b"/>
                <a:pathLst>
                  <a:path w="240" h="321">
                    <a:moveTo>
                      <a:pt x="133" y="321"/>
                    </a:moveTo>
                    <a:lnTo>
                      <a:pt x="129" y="311"/>
                    </a:lnTo>
                    <a:lnTo>
                      <a:pt x="121" y="219"/>
                    </a:lnTo>
                    <a:lnTo>
                      <a:pt x="154" y="154"/>
                    </a:lnTo>
                    <a:lnTo>
                      <a:pt x="164" y="158"/>
                    </a:lnTo>
                    <a:lnTo>
                      <a:pt x="206" y="141"/>
                    </a:lnTo>
                    <a:lnTo>
                      <a:pt x="240" y="167"/>
                    </a:lnTo>
                    <a:lnTo>
                      <a:pt x="240" y="148"/>
                    </a:lnTo>
                    <a:lnTo>
                      <a:pt x="240" y="104"/>
                    </a:lnTo>
                    <a:lnTo>
                      <a:pt x="231" y="75"/>
                    </a:lnTo>
                    <a:lnTo>
                      <a:pt x="240" y="58"/>
                    </a:lnTo>
                    <a:lnTo>
                      <a:pt x="237" y="41"/>
                    </a:lnTo>
                    <a:lnTo>
                      <a:pt x="181" y="48"/>
                    </a:lnTo>
                    <a:lnTo>
                      <a:pt x="162" y="20"/>
                    </a:lnTo>
                    <a:lnTo>
                      <a:pt x="148" y="22"/>
                    </a:lnTo>
                    <a:lnTo>
                      <a:pt x="102" y="0"/>
                    </a:lnTo>
                    <a:lnTo>
                      <a:pt x="52" y="27"/>
                    </a:lnTo>
                    <a:lnTo>
                      <a:pt x="62" y="64"/>
                    </a:lnTo>
                    <a:lnTo>
                      <a:pt x="48" y="98"/>
                    </a:lnTo>
                    <a:lnTo>
                      <a:pt x="60" y="146"/>
                    </a:lnTo>
                    <a:lnTo>
                      <a:pt x="41" y="187"/>
                    </a:lnTo>
                    <a:lnTo>
                      <a:pt x="29" y="229"/>
                    </a:lnTo>
                    <a:lnTo>
                      <a:pt x="0" y="260"/>
                    </a:lnTo>
                    <a:lnTo>
                      <a:pt x="2" y="281"/>
                    </a:lnTo>
                    <a:lnTo>
                      <a:pt x="2" y="283"/>
                    </a:lnTo>
                    <a:lnTo>
                      <a:pt x="41" y="283"/>
                    </a:lnTo>
                    <a:lnTo>
                      <a:pt x="52" y="294"/>
                    </a:lnTo>
                    <a:lnTo>
                      <a:pt x="83" y="294"/>
                    </a:lnTo>
                    <a:lnTo>
                      <a:pt x="95" y="321"/>
                    </a:lnTo>
                    <a:lnTo>
                      <a:pt x="133" y="321"/>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2" name="Freeform 11"/>
              <p:cNvSpPr>
                <a:spLocks noChangeAspect="1"/>
              </p:cNvSpPr>
              <p:nvPr/>
            </p:nvSpPr>
            <p:spPr bwMode="gray">
              <a:xfrm>
                <a:off x="5710792" y="3445085"/>
                <a:ext cx="293386" cy="417838"/>
              </a:xfrm>
              <a:custGeom>
                <a:avLst/>
                <a:gdLst/>
                <a:ahLst/>
                <a:cxnLst>
                  <a:cxn ang="0">
                    <a:pos x="0" y="161"/>
                  </a:cxn>
                  <a:cxn ang="0">
                    <a:pos x="55" y="64"/>
                  </a:cxn>
                  <a:cxn ang="0">
                    <a:pos x="67" y="2"/>
                  </a:cxn>
                  <a:cxn ang="0">
                    <a:pos x="90" y="0"/>
                  </a:cxn>
                  <a:cxn ang="0">
                    <a:pos x="130" y="21"/>
                  </a:cxn>
                  <a:cxn ang="0">
                    <a:pos x="169" y="31"/>
                  </a:cxn>
                  <a:cxn ang="0">
                    <a:pos x="226" y="69"/>
                  </a:cxn>
                  <a:cxn ang="0">
                    <a:pos x="236" y="106"/>
                  </a:cxn>
                  <a:cxn ang="0">
                    <a:pos x="222" y="140"/>
                  </a:cxn>
                  <a:cxn ang="0">
                    <a:pos x="234" y="188"/>
                  </a:cxn>
                  <a:cxn ang="0">
                    <a:pos x="215" y="229"/>
                  </a:cxn>
                  <a:cxn ang="0">
                    <a:pos x="203" y="271"/>
                  </a:cxn>
                  <a:cxn ang="0">
                    <a:pos x="174" y="302"/>
                  </a:cxn>
                  <a:cxn ang="0">
                    <a:pos x="176" y="323"/>
                  </a:cxn>
                  <a:cxn ang="0">
                    <a:pos x="176" y="325"/>
                  </a:cxn>
                  <a:cxn ang="0">
                    <a:pos x="163" y="373"/>
                  </a:cxn>
                  <a:cxn ang="0">
                    <a:pos x="142" y="382"/>
                  </a:cxn>
                  <a:cxn ang="0">
                    <a:pos x="71" y="357"/>
                  </a:cxn>
                  <a:cxn ang="0">
                    <a:pos x="55" y="359"/>
                  </a:cxn>
                  <a:cxn ang="0">
                    <a:pos x="38" y="338"/>
                  </a:cxn>
                  <a:cxn ang="0">
                    <a:pos x="50" y="261"/>
                  </a:cxn>
                  <a:cxn ang="0">
                    <a:pos x="78" y="248"/>
                  </a:cxn>
                  <a:cxn ang="0">
                    <a:pos x="88" y="231"/>
                  </a:cxn>
                  <a:cxn ang="0">
                    <a:pos x="65" y="208"/>
                  </a:cxn>
                  <a:cxn ang="0">
                    <a:pos x="36" y="169"/>
                  </a:cxn>
                  <a:cxn ang="0">
                    <a:pos x="0" y="161"/>
                  </a:cxn>
                </a:cxnLst>
                <a:rect l="0" t="0" r="r" b="b"/>
                <a:pathLst>
                  <a:path w="236" h="382">
                    <a:moveTo>
                      <a:pt x="0" y="161"/>
                    </a:moveTo>
                    <a:lnTo>
                      <a:pt x="55" y="64"/>
                    </a:lnTo>
                    <a:lnTo>
                      <a:pt x="67" y="2"/>
                    </a:lnTo>
                    <a:lnTo>
                      <a:pt x="90" y="0"/>
                    </a:lnTo>
                    <a:lnTo>
                      <a:pt x="130" y="21"/>
                    </a:lnTo>
                    <a:lnTo>
                      <a:pt x="169" y="31"/>
                    </a:lnTo>
                    <a:lnTo>
                      <a:pt x="226" y="69"/>
                    </a:lnTo>
                    <a:lnTo>
                      <a:pt x="236" y="106"/>
                    </a:lnTo>
                    <a:lnTo>
                      <a:pt x="222" y="140"/>
                    </a:lnTo>
                    <a:lnTo>
                      <a:pt x="234" y="188"/>
                    </a:lnTo>
                    <a:lnTo>
                      <a:pt x="215" y="229"/>
                    </a:lnTo>
                    <a:lnTo>
                      <a:pt x="203" y="271"/>
                    </a:lnTo>
                    <a:lnTo>
                      <a:pt x="174" y="302"/>
                    </a:lnTo>
                    <a:lnTo>
                      <a:pt x="176" y="323"/>
                    </a:lnTo>
                    <a:lnTo>
                      <a:pt x="176" y="325"/>
                    </a:lnTo>
                    <a:lnTo>
                      <a:pt x="163" y="373"/>
                    </a:lnTo>
                    <a:lnTo>
                      <a:pt x="142" y="382"/>
                    </a:lnTo>
                    <a:lnTo>
                      <a:pt x="71" y="357"/>
                    </a:lnTo>
                    <a:lnTo>
                      <a:pt x="55" y="359"/>
                    </a:lnTo>
                    <a:lnTo>
                      <a:pt x="38" y="338"/>
                    </a:lnTo>
                    <a:lnTo>
                      <a:pt x="50" y="261"/>
                    </a:lnTo>
                    <a:lnTo>
                      <a:pt x="78" y="248"/>
                    </a:lnTo>
                    <a:lnTo>
                      <a:pt x="88" y="231"/>
                    </a:lnTo>
                    <a:lnTo>
                      <a:pt x="65" y="208"/>
                    </a:lnTo>
                    <a:lnTo>
                      <a:pt x="36" y="169"/>
                    </a:lnTo>
                    <a:lnTo>
                      <a:pt x="0" y="161"/>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3" name="Freeform 12"/>
              <p:cNvSpPr>
                <a:spLocks noChangeAspect="1"/>
              </p:cNvSpPr>
              <p:nvPr/>
            </p:nvSpPr>
            <p:spPr bwMode="gray">
              <a:xfrm>
                <a:off x="5231644" y="3620659"/>
                <a:ext cx="592670" cy="534887"/>
              </a:xfrm>
              <a:custGeom>
                <a:avLst/>
                <a:gdLst/>
                <a:ahLst/>
                <a:cxnLst>
                  <a:cxn ang="0">
                    <a:pos x="236" y="490"/>
                  </a:cxn>
                  <a:cxn ang="0">
                    <a:pos x="276" y="474"/>
                  </a:cxn>
                  <a:cxn ang="0">
                    <a:pos x="299" y="442"/>
                  </a:cxn>
                  <a:cxn ang="0">
                    <a:pos x="317" y="421"/>
                  </a:cxn>
                  <a:cxn ang="0">
                    <a:pos x="340" y="403"/>
                  </a:cxn>
                  <a:cxn ang="0">
                    <a:pos x="347" y="384"/>
                  </a:cxn>
                  <a:cxn ang="0">
                    <a:pos x="328" y="361"/>
                  </a:cxn>
                  <a:cxn ang="0">
                    <a:pos x="336" y="344"/>
                  </a:cxn>
                  <a:cxn ang="0">
                    <a:pos x="340" y="307"/>
                  </a:cxn>
                  <a:cxn ang="0">
                    <a:pos x="413" y="277"/>
                  </a:cxn>
                  <a:cxn ang="0">
                    <a:pos x="407" y="263"/>
                  </a:cxn>
                  <a:cxn ang="0">
                    <a:pos x="443" y="198"/>
                  </a:cxn>
                  <a:cxn ang="0">
                    <a:pos x="426" y="177"/>
                  </a:cxn>
                  <a:cxn ang="0">
                    <a:pos x="438" y="100"/>
                  </a:cxn>
                  <a:cxn ang="0">
                    <a:pos x="466" y="87"/>
                  </a:cxn>
                  <a:cxn ang="0">
                    <a:pos x="476" y="70"/>
                  </a:cxn>
                  <a:cxn ang="0">
                    <a:pos x="453" y="47"/>
                  </a:cxn>
                  <a:cxn ang="0">
                    <a:pos x="424" y="8"/>
                  </a:cxn>
                  <a:cxn ang="0">
                    <a:pos x="388" y="0"/>
                  </a:cxn>
                  <a:cxn ang="0">
                    <a:pos x="359" y="121"/>
                  </a:cxn>
                  <a:cxn ang="0">
                    <a:pos x="288" y="171"/>
                  </a:cxn>
                  <a:cxn ang="0">
                    <a:pos x="240" y="215"/>
                  </a:cxn>
                  <a:cxn ang="0">
                    <a:pos x="236" y="246"/>
                  </a:cxn>
                  <a:cxn ang="0">
                    <a:pos x="173" y="330"/>
                  </a:cxn>
                  <a:cxn ang="0">
                    <a:pos x="33" y="413"/>
                  </a:cxn>
                  <a:cxn ang="0">
                    <a:pos x="0" y="423"/>
                  </a:cxn>
                  <a:cxn ang="0">
                    <a:pos x="27" y="484"/>
                  </a:cxn>
                  <a:cxn ang="0">
                    <a:pos x="50" y="469"/>
                  </a:cxn>
                  <a:cxn ang="0">
                    <a:pos x="71" y="446"/>
                  </a:cxn>
                  <a:cxn ang="0">
                    <a:pos x="96" y="471"/>
                  </a:cxn>
                  <a:cxn ang="0">
                    <a:pos x="140" y="461"/>
                  </a:cxn>
                  <a:cxn ang="0">
                    <a:pos x="180" y="421"/>
                  </a:cxn>
                  <a:cxn ang="0">
                    <a:pos x="200" y="421"/>
                  </a:cxn>
                  <a:cxn ang="0">
                    <a:pos x="236" y="490"/>
                  </a:cxn>
                </a:cxnLst>
                <a:rect l="0" t="0" r="r" b="b"/>
                <a:pathLst>
                  <a:path w="476" h="490">
                    <a:moveTo>
                      <a:pt x="236" y="490"/>
                    </a:moveTo>
                    <a:lnTo>
                      <a:pt x="276" y="474"/>
                    </a:lnTo>
                    <a:lnTo>
                      <a:pt x="299" y="442"/>
                    </a:lnTo>
                    <a:lnTo>
                      <a:pt x="317" y="421"/>
                    </a:lnTo>
                    <a:lnTo>
                      <a:pt x="340" y="403"/>
                    </a:lnTo>
                    <a:lnTo>
                      <a:pt x="347" y="384"/>
                    </a:lnTo>
                    <a:lnTo>
                      <a:pt x="328" y="361"/>
                    </a:lnTo>
                    <a:lnTo>
                      <a:pt x="336" y="344"/>
                    </a:lnTo>
                    <a:lnTo>
                      <a:pt x="340" y="307"/>
                    </a:lnTo>
                    <a:lnTo>
                      <a:pt x="413" y="277"/>
                    </a:lnTo>
                    <a:lnTo>
                      <a:pt x="407" y="263"/>
                    </a:lnTo>
                    <a:lnTo>
                      <a:pt x="443" y="198"/>
                    </a:lnTo>
                    <a:lnTo>
                      <a:pt x="426" y="177"/>
                    </a:lnTo>
                    <a:lnTo>
                      <a:pt x="438" y="100"/>
                    </a:lnTo>
                    <a:lnTo>
                      <a:pt x="466" y="87"/>
                    </a:lnTo>
                    <a:lnTo>
                      <a:pt x="476" y="70"/>
                    </a:lnTo>
                    <a:lnTo>
                      <a:pt x="453" y="47"/>
                    </a:lnTo>
                    <a:lnTo>
                      <a:pt x="424" y="8"/>
                    </a:lnTo>
                    <a:lnTo>
                      <a:pt x="388" y="0"/>
                    </a:lnTo>
                    <a:lnTo>
                      <a:pt x="359" y="121"/>
                    </a:lnTo>
                    <a:lnTo>
                      <a:pt x="288" y="171"/>
                    </a:lnTo>
                    <a:lnTo>
                      <a:pt x="240" y="215"/>
                    </a:lnTo>
                    <a:lnTo>
                      <a:pt x="236" y="246"/>
                    </a:lnTo>
                    <a:lnTo>
                      <a:pt x="173" y="330"/>
                    </a:lnTo>
                    <a:lnTo>
                      <a:pt x="33" y="413"/>
                    </a:lnTo>
                    <a:lnTo>
                      <a:pt x="0" y="423"/>
                    </a:lnTo>
                    <a:lnTo>
                      <a:pt x="27" y="484"/>
                    </a:lnTo>
                    <a:lnTo>
                      <a:pt x="50" y="469"/>
                    </a:lnTo>
                    <a:lnTo>
                      <a:pt x="71" y="446"/>
                    </a:lnTo>
                    <a:lnTo>
                      <a:pt x="96" y="471"/>
                    </a:lnTo>
                    <a:lnTo>
                      <a:pt x="140" y="461"/>
                    </a:lnTo>
                    <a:lnTo>
                      <a:pt x="180" y="421"/>
                    </a:lnTo>
                    <a:lnTo>
                      <a:pt x="200" y="421"/>
                    </a:lnTo>
                    <a:lnTo>
                      <a:pt x="236" y="49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4" name="Freeform 13"/>
              <p:cNvSpPr>
                <a:spLocks noChangeAspect="1"/>
              </p:cNvSpPr>
              <p:nvPr/>
            </p:nvSpPr>
            <p:spPr bwMode="gray">
              <a:xfrm>
                <a:off x="5623808" y="3796232"/>
                <a:ext cx="486520" cy="329370"/>
              </a:xfrm>
              <a:custGeom>
                <a:avLst/>
                <a:gdLst/>
                <a:ahLst/>
                <a:cxnLst>
                  <a:cxn ang="0">
                    <a:pos x="253" y="278"/>
                  </a:cxn>
                  <a:cxn ang="0">
                    <a:pos x="238" y="247"/>
                  </a:cxn>
                  <a:cxn ang="0">
                    <a:pos x="180" y="218"/>
                  </a:cxn>
                  <a:cxn ang="0">
                    <a:pos x="54" y="284"/>
                  </a:cxn>
                  <a:cxn ang="0">
                    <a:pos x="0" y="259"/>
                  </a:cxn>
                  <a:cxn ang="0">
                    <a:pos x="23" y="241"/>
                  </a:cxn>
                  <a:cxn ang="0">
                    <a:pos x="30" y="222"/>
                  </a:cxn>
                  <a:cxn ang="0">
                    <a:pos x="11" y="199"/>
                  </a:cxn>
                  <a:cxn ang="0">
                    <a:pos x="19" y="182"/>
                  </a:cxn>
                  <a:cxn ang="0">
                    <a:pos x="23" y="145"/>
                  </a:cxn>
                  <a:cxn ang="0">
                    <a:pos x="96" y="115"/>
                  </a:cxn>
                  <a:cxn ang="0">
                    <a:pos x="90" y="101"/>
                  </a:cxn>
                  <a:cxn ang="0">
                    <a:pos x="126" y="36"/>
                  </a:cxn>
                  <a:cxn ang="0">
                    <a:pos x="142" y="34"/>
                  </a:cxn>
                  <a:cxn ang="0">
                    <a:pos x="213" y="59"/>
                  </a:cxn>
                  <a:cxn ang="0">
                    <a:pos x="234" y="50"/>
                  </a:cxn>
                  <a:cxn ang="0">
                    <a:pos x="247" y="2"/>
                  </a:cxn>
                  <a:cxn ang="0">
                    <a:pos x="247" y="0"/>
                  </a:cxn>
                  <a:cxn ang="0">
                    <a:pos x="247" y="2"/>
                  </a:cxn>
                  <a:cxn ang="0">
                    <a:pos x="286" y="2"/>
                  </a:cxn>
                  <a:cxn ang="0">
                    <a:pos x="297" y="13"/>
                  </a:cxn>
                  <a:cxn ang="0">
                    <a:pos x="328" y="13"/>
                  </a:cxn>
                  <a:cxn ang="0">
                    <a:pos x="340" y="40"/>
                  </a:cxn>
                  <a:cxn ang="0">
                    <a:pos x="378" y="40"/>
                  </a:cxn>
                  <a:cxn ang="0">
                    <a:pos x="389" y="73"/>
                  </a:cxn>
                  <a:cxn ang="0">
                    <a:pos x="386" y="247"/>
                  </a:cxn>
                  <a:cxn ang="0">
                    <a:pos x="343" y="282"/>
                  </a:cxn>
                  <a:cxn ang="0">
                    <a:pos x="326" y="278"/>
                  </a:cxn>
                  <a:cxn ang="0">
                    <a:pos x="307" y="301"/>
                  </a:cxn>
                  <a:cxn ang="0">
                    <a:pos x="293" y="301"/>
                  </a:cxn>
                  <a:cxn ang="0">
                    <a:pos x="253" y="278"/>
                  </a:cxn>
                </a:cxnLst>
                <a:rect l="0" t="0" r="r" b="b"/>
                <a:pathLst>
                  <a:path w="389" h="301">
                    <a:moveTo>
                      <a:pt x="253" y="278"/>
                    </a:moveTo>
                    <a:lnTo>
                      <a:pt x="238" y="247"/>
                    </a:lnTo>
                    <a:lnTo>
                      <a:pt x="180" y="218"/>
                    </a:lnTo>
                    <a:lnTo>
                      <a:pt x="54" y="284"/>
                    </a:lnTo>
                    <a:lnTo>
                      <a:pt x="0" y="259"/>
                    </a:lnTo>
                    <a:lnTo>
                      <a:pt x="23" y="241"/>
                    </a:lnTo>
                    <a:lnTo>
                      <a:pt x="30" y="222"/>
                    </a:lnTo>
                    <a:lnTo>
                      <a:pt x="11" y="199"/>
                    </a:lnTo>
                    <a:lnTo>
                      <a:pt x="19" y="182"/>
                    </a:lnTo>
                    <a:lnTo>
                      <a:pt x="23" y="145"/>
                    </a:lnTo>
                    <a:lnTo>
                      <a:pt x="96" y="115"/>
                    </a:lnTo>
                    <a:lnTo>
                      <a:pt x="90" y="101"/>
                    </a:lnTo>
                    <a:lnTo>
                      <a:pt x="126" y="36"/>
                    </a:lnTo>
                    <a:lnTo>
                      <a:pt x="142" y="34"/>
                    </a:lnTo>
                    <a:lnTo>
                      <a:pt x="213" y="59"/>
                    </a:lnTo>
                    <a:lnTo>
                      <a:pt x="234" y="50"/>
                    </a:lnTo>
                    <a:lnTo>
                      <a:pt x="247" y="2"/>
                    </a:lnTo>
                    <a:lnTo>
                      <a:pt x="247" y="0"/>
                    </a:lnTo>
                    <a:lnTo>
                      <a:pt x="247" y="2"/>
                    </a:lnTo>
                    <a:lnTo>
                      <a:pt x="286" y="2"/>
                    </a:lnTo>
                    <a:lnTo>
                      <a:pt x="297" y="13"/>
                    </a:lnTo>
                    <a:lnTo>
                      <a:pt x="328" y="13"/>
                    </a:lnTo>
                    <a:lnTo>
                      <a:pt x="340" y="40"/>
                    </a:lnTo>
                    <a:lnTo>
                      <a:pt x="378" y="40"/>
                    </a:lnTo>
                    <a:lnTo>
                      <a:pt x="389" y="73"/>
                    </a:lnTo>
                    <a:lnTo>
                      <a:pt x="386" y="247"/>
                    </a:lnTo>
                    <a:lnTo>
                      <a:pt x="343" y="282"/>
                    </a:lnTo>
                    <a:lnTo>
                      <a:pt x="326" y="278"/>
                    </a:lnTo>
                    <a:lnTo>
                      <a:pt x="307" y="301"/>
                    </a:lnTo>
                    <a:lnTo>
                      <a:pt x="293" y="301"/>
                    </a:lnTo>
                    <a:lnTo>
                      <a:pt x="253" y="27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5" name="Freeform 14"/>
              <p:cNvSpPr>
                <a:spLocks noChangeAspect="1"/>
              </p:cNvSpPr>
              <p:nvPr/>
            </p:nvSpPr>
            <p:spPr bwMode="gray">
              <a:xfrm>
                <a:off x="5793353" y="4101104"/>
                <a:ext cx="260952" cy="313038"/>
              </a:xfrm>
              <a:custGeom>
                <a:avLst/>
                <a:gdLst/>
                <a:ahLst/>
                <a:cxnLst>
                  <a:cxn ang="0">
                    <a:pos x="37" y="242"/>
                  </a:cxn>
                  <a:cxn ang="0">
                    <a:pos x="0" y="198"/>
                  </a:cxn>
                  <a:cxn ang="0">
                    <a:pos x="35" y="155"/>
                  </a:cxn>
                  <a:cxn ang="0">
                    <a:pos x="98" y="130"/>
                  </a:cxn>
                  <a:cxn ang="0">
                    <a:pos x="113" y="107"/>
                  </a:cxn>
                  <a:cxn ang="0">
                    <a:pos x="111" y="44"/>
                  </a:cxn>
                  <a:cxn ang="0">
                    <a:pos x="117" y="0"/>
                  </a:cxn>
                  <a:cxn ang="0">
                    <a:pos x="157" y="23"/>
                  </a:cxn>
                  <a:cxn ang="0">
                    <a:pos x="171" y="23"/>
                  </a:cxn>
                  <a:cxn ang="0">
                    <a:pos x="190" y="0"/>
                  </a:cxn>
                  <a:cxn ang="0">
                    <a:pos x="207" y="4"/>
                  </a:cxn>
                  <a:cxn ang="0">
                    <a:pos x="177" y="128"/>
                  </a:cxn>
                  <a:cxn ang="0">
                    <a:pos x="188" y="236"/>
                  </a:cxn>
                  <a:cxn ang="0">
                    <a:pos x="204" y="263"/>
                  </a:cxn>
                  <a:cxn ang="0">
                    <a:pos x="138" y="284"/>
                  </a:cxn>
                  <a:cxn ang="0">
                    <a:pos x="96" y="286"/>
                  </a:cxn>
                  <a:cxn ang="0">
                    <a:pos x="52" y="261"/>
                  </a:cxn>
                  <a:cxn ang="0">
                    <a:pos x="37" y="242"/>
                  </a:cxn>
                </a:cxnLst>
                <a:rect l="0" t="0" r="r" b="b"/>
                <a:pathLst>
                  <a:path w="207" h="286">
                    <a:moveTo>
                      <a:pt x="37" y="242"/>
                    </a:moveTo>
                    <a:lnTo>
                      <a:pt x="0" y="198"/>
                    </a:lnTo>
                    <a:lnTo>
                      <a:pt x="35" y="155"/>
                    </a:lnTo>
                    <a:lnTo>
                      <a:pt x="98" y="130"/>
                    </a:lnTo>
                    <a:lnTo>
                      <a:pt x="113" y="107"/>
                    </a:lnTo>
                    <a:lnTo>
                      <a:pt x="111" y="44"/>
                    </a:lnTo>
                    <a:lnTo>
                      <a:pt x="117" y="0"/>
                    </a:lnTo>
                    <a:lnTo>
                      <a:pt x="157" y="23"/>
                    </a:lnTo>
                    <a:lnTo>
                      <a:pt x="171" y="23"/>
                    </a:lnTo>
                    <a:lnTo>
                      <a:pt x="190" y="0"/>
                    </a:lnTo>
                    <a:lnTo>
                      <a:pt x="207" y="4"/>
                    </a:lnTo>
                    <a:lnTo>
                      <a:pt x="177" y="128"/>
                    </a:lnTo>
                    <a:lnTo>
                      <a:pt x="188" y="236"/>
                    </a:lnTo>
                    <a:lnTo>
                      <a:pt x="204" y="263"/>
                    </a:lnTo>
                    <a:lnTo>
                      <a:pt x="138" y="284"/>
                    </a:lnTo>
                    <a:lnTo>
                      <a:pt x="96" y="286"/>
                    </a:lnTo>
                    <a:lnTo>
                      <a:pt x="52" y="261"/>
                    </a:lnTo>
                    <a:lnTo>
                      <a:pt x="37" y="242"/>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6" name="Freeform 15"/>
              <p:cNvSpPr>
                <a:spLocks noChangeAspect="1"/>
              </p:cNvSpPr>
              <p:nvPr/>
            </p:nvSpPr>
            <p:spPr bwMode="gray">
              <a:xfrm>
                <a:off x="5693101" y="4035774"/>
                <a:ext cx="246209" cy="281734"/>
              </a:xfrm>
              <a:custGeom>
                <a:avLst/>
                <a:gdLst/>
                <a:ahLst/>
                <a:cxnLst>
                  <a:cxn ang="0">
                    <a:pos x="82" y="258"/>
                  </a:cxn>
                  <a:cxn ang="0">
                    <a:pos x="117" y="215"/>
                  </a:cxn>
                  <a:cxn ang="0">
                    <a:pos x="180" y="190"/>
                  </a:cxn>
                  <a:cxn ang="0">
                    <a:pos x="195" y="167"/>
                  </a:cxn>
                  <a:cxn ang="0">
                    <a:pos x="193" y="104"/>
                  </a:cxn>
                  <a:cxn ang="0">
                    <a:pos x="199" y="60"/>
                  </a:cxn>
                  <a:cxn ang="0">
                    <a:pos x="184" y="29"/>
                  </a:cxn>
                  <a:cxn ang="0">
                    <a:pos x="126" y="0"/>
                  </a:cxn>
                  <a:cxn ang="0">
                    <a:pos x="0" y="66"/>
                  </a:cxn>
                  <a:cxn ang="0">
                    <a:pos x="0" y="135"/>
                  </a:cxn>
                  <a:cxn ang="0">
                    <a:pos x="24" y="154"/>
                  </a:cxn>
                  <a:cxn ang="0">
                    <a:pos x="7" y="200"/>
                  </a:cxn>
                  <a:cxn ang="0">
                    <a:pos x="28" y="229"/>
                  </a:cxn>
                  <a:cxn ang="0">
                    <a:pos x="63" y="236"/>
                  </a:cxn>
                  <a:cxn ang="0">
                    <a:pos x="82" y="258"/>
                  </a:cxn>
                </a:cxnLst>
                <a:rect l="0" t="0" r="r" b="b"/>
                <a:pathLst>
                  <a:path w="199" h="258">
                    <a:moveTo>
                      <a:pt x="82" y="258"/>
                    </a:moveTo>
                    <a:lnTo>
                      <a:pt x="117" y="215"/>
                    </a:lnTo>
                    <a:lnTo>
                      <a:pt x="180" y="190"/>
                    </a:lnTo>
                    <a:lnTo>
                      <a:pt x="195" y="167"/>
                    </a:lnTo>
                    <a:lnTo>
                      <a:pt x="193" y="104"/>
                    </a:lnTo>
                    <a:lnTo>
                      <a:pt x="199" y="60"/>
                    </a:lnTo>
                    <a:lnTo>
                      <a:pt x="184" y="29"/>
                    </a:lnTo>
                    <a:lnTo>
                      <a:pt x="126" y="0"/>
                    </a:lnTo>
                    <a:lnTo>
                      <a:pt x="0" y="66"/>
                    </a:lnTo>
                    <a:lnTo>
                      <a:pt x="0" y="135"/>
                    </a:lnTo>
                    <a:lnTo>
                      <a:pt x="24" y="154"/>
                    </a:lnTo>
                    <a:lnTo>
                      <a:pt x="7" y="200"/>
                    </a:lnTo>
                    <a:lnTo>
                      <a:pt x="28" y="229"/>
                    </a:lnTo>
                    <a:lnTo>
                      <a:pt x="63" y="236"/>
                    </a:lnTo>
                    <a:lnTo>
                      <a:pt x="82" y="25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7" name="Freeform 16"/>
              <p:cNvSpPr>
                <a:spLocks noChangeAspect="1"/>
              </p:cNvSpPr>
              <p:nvPr/>
            </p:nvSpPr>
            <p:spPr bwMode="gray">
              <a:xfrm>
                <a:off x="5446892" y="4079327"/>
                <a:ext cx="346461" cy="300789"/>
              </a:xfrm>
              <a:custGeom>
                <a:avLst/>
                <a:gdLst/>
                <a:ahLst/>
                <a:cxnLst>
                  <a:cxn ang="0">
                    <a:pos x="280" y="217"/>
                  </a:cxn>
                  <a:cxn ang="0">
                    <a:pos x="261" y="195"/>
                  </a:cxn>
                  <a:cxn ang="0">
                    <a:pos x="226" y="188"/>
                  </a:cxn>
                  <a:cxn ang="0">
                    <a:pos x="205" y="159"/>
                  </a:cxn>
                  <a:cxn ang="0">
                    <a:pos x="222" y="113"/>
                  </a:cxn>
                  <a:cxn ang="0">
                    <a:pos x="198" y="94"/>
                  </a:cxn>
                  <a:cxn ang="0">
                    <a:pos x="198" y="25"/>
                  </a:cxn>
                  <a:cxn ang="0">
                    <a:pos x="144" y="0"/>
                  </a:cxn>
                  <a:cxn ang="0">
                    <a:pos x="126" y="21"/>
                  </a:cxn>
                  <a:cxn ang="0">
                    <a:pos x="103" y="53"/>
                  </a:cxn>
                  <a:cxn ang="0">
                    <a:pos x="63" y="69"/>
                  </a:cxn>
                  <a:cxn ang="0">
                    <a:pos x="2" y="124"/>
                  </a:cxn>
                  <a:cxn ang="0">
                    <a:pos x="0" y="157"/>
                  </a:cxn>
                  <a:cxn ang="0">
                    <a:pos x="44" y="165"/>
                  </a:cxn>
                  <a:cxn ang="0">
                    <a:pos x="52" y="178"/>
                  </a:cxn>
                  <a:cxn ang="0">
                    <a:pos x="44" y="220"/>
                  </a:cxn>
                  <a:cxn ang="0">
                    <a:pos x="73" y="274"/>
                  </a:cxn>
                  <a:cxn ang="0">
                    <a:pos x="90" y="257"/>
                  </a:cxn>
                  <a:cxn ang="0">
                    <a:pos x="123" y="241"/>
                  </a:cxn>
                  <a:cxn ang="0">
                    <a:pos x="155" y="209"/>
                  </a:cxn>
                  <a:cxn ang="0">
                    <a:pos x="178" y="197"/>
                  </a:cxn>
                  <a:cxn ang="0">
                    <a:pos x="209" y="209"/>
                  </a:cxn>
                  <a:cxn ang="0">
                    <a:pos x="280" y="217"/>
                  </a:cxn>
                </a:cxnLst>
                <a:rect l="0" t="0" r="r" b="b"/>
                <a:pathLst>
                  <a:path w="280" h="274">
                    <a:moveTo>
                      <a:pt x="280" y="217"/>
                    </a:moveTo>
                    <a:lnTo>
                      <a:pt x="261" y="195"/>
                    </a:lnTo>
                    <a:lnTo>
                      <a:pt x="226" y="188"/>
                    </a:lnTo>
                    <a:lnTo>
                      <a:pt x="205" y="159"/>
                    </a:lnTo>
                    <a:lnTo>
                      <a:pt x="222" y="113"/>
                    </a:lnTo>
                    <a:lnTo>
                      <a:pt x="198" y="94"/>
                    </a:lnTo>
                    <a:lnTo>
                      <a:pt x="198" y="25"/>
                    </a:lnTo>
                    <a:lnTo>
                      <a:pt x="144" y="0"/>
                    </a:lnTo>
                    <a:lnTo>
                      <a:pt x="126" y="21"/>
                    </a:lnTo>
                    <a:lnTo>
                      <a:pt x="103" y="53"/>
                    </a:lnTo>
                    <a:lnTo>
                      <a:pt x="63" y="69"/>
                    </a:lnTo>
                    <a:lnTo>
                      <a:pt x="2" y="124"/>
                    </a:lnTo>
                    <a:lnTo>
                      <a:pt x="0" y="157"/>
                    </a:lnTo>
                    <a:lnTo>
                      <a:pt x="44" y="165"/>
                    </a:lnTo>
                    <a:lnTo>
                      <a:pt x="52" y="178"/>
                    </a:lnTo>
                    <a:lnTo>
                      <a:pt x="44" y="220"/>
                    </a:lnTo>
                    <a:lnTo>
                      <a:pt x="73" y="274"/>
                    </a:lnTo>
                    <a:lnTo>
                      <a:pt x="90" y="257"/>
                    </a:lnTo>
                    <a:lnTo>
                      <a:pt x="123" y="241"/>
                    </a:lnTo>
                    <a:lnTo>
                      <a:pt x="155" y="209"/>
                    </a:lnTo>
                    <a:lnTo>
                      <a:pt x="178" y="197"/>
                    </a:lnTo>
                    <a:lnTo>
                      <a:pt x="209" y="209"/>
                    </a:lnTo>
                    <a:lnTo>
                      <a:pt x="280" y="21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8" name="Freeform 17"/>
              <p:cNvSpPr>
                <a:spLocks noChangeAspect="1"/>
              </p:cNvSpPr>
              <p:nvPr/>
            </p:nvSpPr>
            <p:spPr bwMode="gray">
              <a:xfrm>
                <a:off x="5166774" y="4079327"/>
                <a:ext cx="371524" cy="528082"/>
              </a:xfrm>
              <a:custGeom>
                <a:avLst/>
                <a:gdLst/>
                <a:ahLst/>
                <a:cxnLst>
                  <a:cxn ang="0">
                    <a:pos x="300" y="297"/>
                  </a:cxn>
                  <a:cxn ang="0">
                    <a:pos x="298" y="274"/>
                  </a:cxn>
                  <a:cxn ang="0">
                    <a:pos x="269" y="220"/>
                  </a:cxn>
                  <a:cxn ang="0">
                    <a:pos x="277" y="178"/>
                  </a:cxn>
                  <a:cxn ang="0">
                    <a:pos x="269" y="165"/>
                  </a:cxn>
                  <a:cxn ang="0">
                    <a:pos x="225" y="157"/>
                  </a:cxn>
                  <a:cxn ang="0">
                    <a:pos x="227" y="124"/>
                  </a:cxn>
                  <a:cxn ang="0">
                    <a:pos x="288" y="69"/>
                  </a:cxn>
                  <a:cxn ang="0">
                    <a:pos x="252" y="0"/>
                  </a:cxn>
                  <a:cxn ang="0">
                    <a:pos x="232" y="0"/>
                  </a:cxn>
                  <a:cxn ang="0">
                    <a:pos x="192" y="40"/>
                  </a:cxn>
                  <a:cxn ang="0">
                    <a:pos x="148" y="50"/>
                  </a:cxn>
                  <a:cxn ang="0">
                    <a:pos x="123" y="25"/>
                  </a:cxn>
                  <a:cxn ang="0">
                    <a:pos x="102" y="48"/>
                  </a:cxn>
                  <a:cxn ang="0">
                    <a:pos x="79" y="63"/>
                  </a:cxn>
                  <a:cxn ang="0">
                    <a:pos x="71" y="107"/>
                  </a:cxn>
                  <a:cxn ang="0">
                    <a:pos x="44" y="170"/>
                  </a:cxn>
                  <a:cxn ang="0">
                    <a:pos x="58" y="180"/>
                  </a:cxn>
                  <a:cxn ang="0">
                    <a:pos x="44" y="232"/>
                  </a:cxn>
                  <a:cxn ang="0">
                    <a:pos x="50" y="253"/>
                  </a:cxn>
                  <a:cxn ang="0">
                    <a:pos x="48" y="266"/>
                  </a:cxn>
                  <a:cxn ang="0">
                    <a:pos x="0" y="312"/>
                  </a:cxn>
                  <a:cxn ang="0">
                    <a:pos x="0" y="335"/>
                  </a:cxn>
                  <a:cxn ang="0">
                    <a:pos x="35" y="362"/>
                  </a:cxn>
                  <a:cxn ang="0">
                    <a:pos x="37" y="385"/>
                  </a:cxn>
                  <a:cxn ang="0">
                    <a:pos x="56" y="406"/>
                  </a:cxn>
                  <a:cxn ang="0">
                    <a:pos x="46" y="470"/>
                  </a:cxn>
                  <a:cxn ang="0">
                    <a:pos x="56" y="483"/>
                  </a:cxn>
                  <a:cxn ang="0">
                    <a:pos x="81" y="481"/>
                  </a:cxn>
                  <a:cxn ang="0">
                    <a:pos x="96" y="483"/>
                  </a:cxn>
                  <a:cxn ang="0">
                    <a:pos x="167" y="441"/>
                  </a:cxn>
                  <a:cxn ang="0">
                    <a:pos x="173" y="401"/>
                  </a:cxn>
                  <a:cxn ang="0">
                    <a:pos x="192" y="382"/>
                  </a:cxn>
                  <a:cxn ang="0">
                    <a:pos x="188" y="364"/>
                  </a:cxn>
                  <a:cxn ang="0">
                    <a:pos x="185" y="322"/>
                  </a:cxn>
                  <a:cxn ang="0">
                    <a:pos x="227" y="284"/>
                  </a:cxn>
                  <a:cxn ang="0">
                    <a:pos x="257" y="301"/>
                  </a:cxn>
                  <a:cxn ang="0">
                    <a:pos x="300" y="297"/>
                  </a:cxn>
                </a:cxnLst>
                <a:rect l="0" t="0" r="r" b="b"/>
                <a:pathLst>
                  <a:path w="300" h="483">
                    <a:moveTo>
                      <a:pt x="300" y="297"/>
                    </a:moveTo>
                    <a:lnTo>
                      <a:pt x="298" y="274"/>
                    </a:lnTo>
                    <a:lnTo>
                      <a:pt x="269" y="220"/>
                    </a:lnTo>
                    <a:lnTo>
                      <a:pt x="277" y="178"/>
                    </a:lnTo>
                    <a:lnTo>
                      <a:pt x="269" y="165"/>
                    </a:lnTo>
                    <a:lnTo>
                      <a:pt x="225" y="157"/>
                    </a:lnTo>
                    <a:lnTo>
                      <a:pt x="227" y="124"/>
                    </a:lnTo>
                    <a:lnTo>
                      <a:pt x="288" y="69"/>
                    </a:lnTo>
                    <a:lnTo>
                      <a:pt x="252" y="0"/>
                    </a:lnTo>
                    <a:lnTo>
                      <a:pt x="232" y="0"/>
                    </a:lnTo>
                    <a:lnTo>
                      <a:pt x="192" y="40"/>
                    </a:lnTo>
                    <a:lnTo>
                      <a:pt x="148" y="50"/>
                    </a:lnTo>
                    <a:lnTo>
                      <a:pt x="123" y="25"/>
                    </a:lnTo>
                    <a:lnTo>
                      <a:pt x="102" y="48"/>
                    </a:lnTo>
                    <a:lnTo>
                      <a:pt x="79" y="63"/>
                    </a:lnTo>
                    <a:lnTo>
                      <a:pt x="71" y="107"/>
                    </a:lnTo>
                    <a:lnTo>
                      <a:pt x="44" y="170"/>
                    </a:lnTo>
                    <a:lnTo>
                      <a:pt x="58" y="180"/>
                    </a:lnTo>
                    <a:lnTo>
                      <a:pt x="44" y="232"/>
                    </a:lnTo>
                    <a:lnTo>
                      <a:pt x="50" y="253"/>
                    </a:lnTo>
                    <a:lnTo>
                      <a:pt x="48" y="266"/>
                    </a:lnTo>
                    <a:lnTo>
                      <a:pt x="0" y="312"/>
                    </a:lnTo>
                    <a:lnTo>
                      <a:pt x="0" y="335"/>
                    </a:lnTo>
                    <a:lnTo>
                      <a:pt x="35" y="362"/>
                    </a:lnTo>
                    <a:lnTo>
                      <a:pt x="37" y="385"/>
                    </a:lnTo>
                    <a:lnTo>
                      <a:pt x="56" y="406"/>
                    </a:lnTo>
                    <a:lnTo>
                      <a:pt x="46" y="470"/>
                    </a:lnTo>
                    <a:lnTo>
                      <a:pt x="56" y="483"/>
                    </a:lnTo>
                    <a:lnTo>
                      <a:pt x="81" y="481"/>
                    </a:lnTo>
                    <a:lnTo>
                      <a:pt x="96" y="483"/>
                    </a:lnTo>
                    <a:lnTo>
                      <a:pt x="167" y="441"/>
                    </a:lnTo>
                    <a:lnTo>
                      <a:pt x="173" y="401"/>
                    </a:lnTo>
                    <a:lnTo>
                      <a:pt x="192" y="382"/>
                    </a:lnTo>
                    <a:lnTo>
                      <a:pt x="188" y="364"/>
                    </a:lnTo>
                    <a:lnTo>
                      <a:pt x="185" y="322"/>
                    </a:lnTo>
                    <a:lnTo>
                      <a:pt x="227" y="284"/>
                    </a:lnTo>
                    <a:lnTo>
                      <a:pt x="257" y="301"/>
                    </a:lnTo>
                    <a:lnTo>
                      <a:pt x="300" y="29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89" name="Freeform 18"/>
              <p:cNvSpPr>
                <a:spLocks noChangeAspect="1"/>
              </p:cNvSpPr>
              <p:nvPr/>
            </p:nvSpPr>
            <p:spPr bwMode="gray">
              <a:xfrm>
                <a:off x="5013447" y="4082049"/>
                <a:ext cx="250632" cy="216405"/>
              </a:xfrm>
              <a:custGeom>
                <a:avLst/>
                <a:gdLst/>
                <a:ahLst/>
                <a:cxnLst>
                  <a:cxn ang="0">
                    <a:pos x="167" y="168"/>
                  </a:cxn>
                  <a:cxn ang="0">
                    <a:pos x="194" y="105"/>
                  </a:cxn>
                  <a:cxn ang="0">
                    <a:pos x="202" y="61"/>
                  </a:cxn>
                  <a:cxn ang="0">
                    <a:pos x="175" y="0"/>
                  </a:cxn>
                  <a:cxn ang="0">
                    <a:pos x="123" y="19"/>
                  </a:cxn>
                  <a:cxn ang="0">
                    <a:pos x="123" y="32"/>
                  </a:cxn>
                  <a:cxn ang="0">
                    <a:pos x="98" y="67"/>
                  </a:cxn>
                  <a:cxn ang="0">
                    <a:pos x="71" y="67"/>
                  </a:cxn>
                  <a:cxn ang="0">
                    <a:pos x="25" y="42"/>
                  </a:cxn>
                  <a:cxn ang="0">
                    <a:pos x="4" y="76"/>
                  </a:cxn>
                  <a:cxn ang="0">
                    <a:pos x="0" y="165"/>
                  </a:cxn>
                  <a:cxn ang="0">
                    <a:pos x="6" y="193"/>
                  </a:cxn>
                  <a:cxn ang="0">
                    <a:pos x="22" y="184"/>
                  </a:cxn>
                  <a:cxn ang="0">
                    <a:pos x="43" y="197"/>
                  </a:cxn>
                  <a:cxn ang="0">
                    <a:pos x="71" y="165"/>
                  </a:cxn>
                  <a:cxn ang="0">
                    <a:pos x="100" y="153"/>
                  </a:cxn>
                  <a:cxn ang="0">
                    <a:pos x="148" y="157"/>
                  </a:cxn>
                  <a:cxn ang="0">
                    <a:pos x="167" y="168"/>
                  </a:cxn>
                </a:cxnLst>
                <a:rect l="0" t="0" r="r" b="b"/>
                <a:pathLst>
                  <a:path w="202" h="197">
                    <a:moveTo>
                      <a:pt x="167" y="168"/>
                    </a:moveTo>
                    <a:lnTo>
                      <a:pt x="194" y="105"/>
                    </a:lnTo>
                    <a:lnTo>
                      <a:pt x="202" y="61"/>
                    </a:lnTo>
                    <a:lnTo>
                      <a:pt x="175" y="0"/>
                    </a:lnTo>
                    <a:lnTo>
                      <a:pt x="123" y="19"/>
                    </a:lnTo>
                    <a:lnTo>
                      <a:pt x="123" y="32"/>
                    </a:lnTo>
                    <a:lnTo>
                      <a:pt x="98" y="67"/>
                    </a:lnTo>
                    <a:lnTo>
                      <a:pt x="71" y="67"/>
                    </a:lnTo>
                    <a:lnTo>
                      <a:pt x="25" y="42"/>
                    </a:lnTo>
                    <a:lnTo>
                      <a:pt x="4" y="76"/>
                    </a:lnTo>
                    <a:lnTo>
                      <a:pt x="0" y="165"/>
                    </a:lnTo>
                    <a:lnTo>
                      <a:pt x="6" y="193"/>
                    </a:lnTo>
                    <a:lnTo>
                      <a:pt x="22" y="184"/>
                    </a:lnTo>
                    <a:lnTo>
                      <a:pt x="43" y="197"/>
                    </a:lnTo>
                    <a:lnTo>
                      <a:pt x="71" y="165"/>
                    </a:lnTo>
                    <a:lnTo>
                      <a:pt x="100" y="153"/>
                    </a:lnTo>
                    <a:lnTo>
                      <a:pt x="148" y="157"/>
                    </a:lnTo>
                    <a:lnTo>
                      <a:pt x="167" y="16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0" name="Freeform 19"/>
              <p:cNvSpPr>
                <a:spLocks noChangeAspect="1"/>
              </p:cNvSpPr>
              <p:nvPr/>
            </p:nvSpPr>
            <p:spPr bwMode="gray">
              <a:xfrm>
                <a:off x="4867491" y="3930975"/>
                <a:ext cx="275695" cy="427365"/>
              </a:xfrm>
              <a:custGeom>
                <a:avLst/>
                <a:gdLst/>
                <a:ahLst/>
                <a:cxnLst>
                  <a:cxn ang="0">
                    <a:pos x="0" y="321"/>
                  </a:cxn>
                  <a:cxn ang="0">
                    <a:pos x="14" y="311"/>
                  </a:cxn>
                  <a:cxn ang="0">
                    <a:pos x="73" y="227"/>
                  </a:cxn>
                  <a:cxn ang="0">
                    <a:pos x="102" y="127"/>
                  </a:cxn>
                  <a:cxn ang="0">
                    <a:pos x="89" y="87"/>
                  </a:cxn>
                  <a:cxn ang="0">
                    <a:pos x="100" y="48"/>
                  </a:cxn>
                  <a:cxn ang="0">
                    <a:pos x="215" y="0"/>
                  </a:cxn>
                  <a:cxn ang="0">
                    <a:pos x="221" y="14"/>
                  </a:cxn>
                  <a:cxn ang="0">
                    <a:pos x="204" y="35"/>
                  </a:cxn>
                  <a:cxn ang="0">
                    <a:pos x="204" y="56"/>
                  </a:cxn>
                  <a:cxn ang="0">
                    <a:pos x="181" y="60"/>
                  </a:cxn>
                  <a:cxn ang="0">
                    <a:pos x="150" y="81"/>
                  </a:cxn>
                  <a:cxn ang="0">
                    <a:pos x="140" y="79"/>
                  </a:cxn>
                  <a:cxn ang="0">
                    <a:pos x="125" y="114"/>
                  </a:cxn>
                  <a:cxn ang="0">
                    <a:pos x="129" y="125"/>
                  </a:cxn>
                  <a:cxn ang="0">
                    <a:pos x="144" y="129"/>
                  </a:cxn>
                  <a:cxn ang="0">
                    <a:pos x="152" y="125"/>
                  </a:cxn>
                  <a:cxn ang="0">
                    <a:pos x="158" y="125"/>
                  </a:cxn>
                  <a:cxn ang="0">
                    <a:pos x="158" y="156"/>
                  </a:cxn>
                  <a:cxn ang="0">
                    <a:pos x="142" y="181"/>
                  </a:cxn>
                  <a:cxn ang="0">
                    <a:pos x="121" y="215"/>
                  </a:cxn>
                  <a:cxn ang="0">
                    <a:pos x="117" y="304"/>
                  </a:cxn>
                  <a:cxn ang="0">
                    <a:pos x="123" y="332"/>
                  </a:cxn>
                  <a:cxn ang="0">
                    <a:pos x="119" y="369"/>
                  </a:cxn>
                  <a:cxn ang="0">
                    <a:pos x="92" y="392"/>
                  </a:cxn>
                  <a:cxn ang="0">
                    <a:pos x="48" y="367"/>
                  </a:cxn>
                  <a:cxn ang="0">
                    <a:pos x="23" y="363"/>
                  </a:cxn>
                  <a:cxn ang="0">
                    <a:pos x="0" y="321"/>
                  </a:cxn>
                </a:cxnLst>
                <a:rect l="0" t="0" r="r" b="b"/>
                <a:pathLst>
                  <a:path w="221" h="392">
                    <a:moveTo>
                      <a:pt x="0" y="321"/>
                    </a:moveTo>
                    <a:lnTo>
                      <a:pt x="14" y="311"/>
                    </a:lnTo>
                    <a:lnTo>
                      <a:pt x="73" y="227"/>
                    </a:lnTo>
                    <a:lnTo>
                      <a:pt x="102" y="127"/>
                    </a:lnTo>
                    <a:lnTo>
                      <a:pt x="89" y="87"/>
                    </a:lnTo>
                    <a:lnTo>
                      <a:pt x="100" y="48"/>
                    </a:lnTo>
                    <a:lnTo>
                      <a:pt x="215" y="0"/>
                    </a:lnTo>
                    <a:lnTo>
                      <a:pt x="221" y="14"/>
                    </a:lnTo>
                    <a:lnTo>
                      <a:pt x="204" y="35"/>
                    </a:lnTo>
                    <a:lnTo>
                      <a:pt x="204" y="56"/>
                    </a:lnTo>
                    <a:lnTo>
                      <a:pt x="181" y="60"/>
                    </a:lnTo>
                    <a:lnTo>
                      <a:pt x="150" y="81"/>
                    </a:lnTo>
                    <a:lnTo>
                      <a:pt x="140" y="79"/>
                    </a:lnTo>
                    <a:lnTo>
                      <a:pt x="125" y="114"/>
                    </a:lnTo>
                    <a:lnTo>
                      <a:pt x="129" y="125"/>
                    </a:lnTo>
                    <a:lnTo>
                      <a:pt x="144" y="129"/>
                    </a:lnTo>
                    <a:lnTo>
                      <a:pt x="152" y="125"/>
                    </a:lnTo>
                    <a:lnTo>
                      <a:pt x="158" y="125"/>
                    </a:lnTo>
                    <a:lnTo>
                      <a:pt x="158" y="156"/>
                    </a:lnTo>
                    <a:lnTo>
                      <a:pt x="142" y="181"/>
                    </a:lnTo>
                    <a:lnTo>
                      <a:pt x="121" y="215"/>
                    </a:lnTo>
                    <a:lnTo>
                      <a:pt x="117" y="304"/>
                    </a:lnTo>
                    <a:lnTo>
                      <a:pt x="123" y="332"/>
                    </a:lnTo>
                    <a:lnTo>
                      <a:pt x="119" y="369"/>
                    </a:lnTo>
                    <a:lnTo>
                      <a:pt x="92" y="392"/>
                    </a:lnTo>
                    <a:lnTo>
                      <a:pt x="48" y="367"/>
                    </a:lnTo>
                    <a:lnTo>
                      <a:pt x="23" y="363"/>
                    </a:lnTo>
                    <a:lnTo>
                      <a:pt x="0" y="321"/>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1" name="Freeform 20"/>
              <p:cNvSpPr>
                <a:spLocks noChangeAspect="1"/>
              </p:cNvSpPr>
              <p:nvPr/>
            </p:nvSpPr>
            <p:spPr bwMode="gray">
              <a:xfrm>
                <a:off x="4664037" y="4280761"/>
                <a:ext cx="356781" cy="288539"/>
              </a:xfrm>
              <a:custGeom>
                <a:avLst/>
                <a:gdLst/>
                <a:ahLst/>
                <a:cxnLst>
                  <a:cxn ang="0">
                    <a:pos x="60" y="263"/>
                  </a:cxn>
                  <a:cxn ang="0">
                    <a:pos x="81" y="247"/>
                  </a:cxn>
                  <a:cxn ang="0">
                    <a:pos x="100" y="228"/>
                  </a:cxn>
                  <a:cxn ang="0">
                    <a:pos x="138" y="209"/>
                  </a:cxn>
                  <a:cxn ang="0">
                    <a:pos x="148" y="180"/>
                  </a:cxn>
                  <a:cxn ang="0">
                    <a:pos x="175" y="180"/>
                  </a:cxn>
                  <a:cxn ang="0">
                    <a:pos x="188" y="157"/>
                  </a:cxn>
                  <a:cxn ang="0">
                    <a:pos x="279" y="146"/>
                  </a:cxn>
                  <a:cxn ang="0">
                    <a:pos x="288" y="128"/>
                  </a:cxn>
                  <a:cxn ang="0">
                    <a:pos x="257" y="71"/>
                  </a:cxn>
                  <a:cxn ang="0">
                    <a:pos x="213" y="46"/>
                  </a:cxn>
                  <a:cxn ang="0">
                    <a:pos x="188" y="42"/>
                  </a:cxn>
                  <a:cxn ang="0">
                    <a:pos x="165" y="0"/>
                  </a:cxn>
                  <a:cxn ang="0">
                    <a:pos x="123" y="25"/>
                  </a:cxn>
                  <a:cxn ang="0">
                    <a:pos x="98" y="105"/>
                  </a:cxn>
                  <a:cxn ang="0">
                    <a:pos x="117" y="132"/>
                  </a:cxn>
                  <a:cxn ang="0">
                    <a:pos x="119" y="157"/>
                  </a:cxn>
                  <a:cxn ang="0">
                    <a:pos x="108" y="161"/>
                  </a:cxn>
                  <a:cxn ang="0">
                    <a:pos x="81" y="186"/>
                  </a:cxn>
                  <a:cxn ang="0">
                    <a:pos x="69" y="186"/>
                  </a:cxn>
                  <a:cxn ang="0">
                    <a:pos x="60" y="201"/>
                  </a:cxn>
                  <a:cxn ang="0">
                    <a:pos x="48" y="203"/>
                  </a:cxn>
                  <a:cxn ang="0">
                    <a:pos x="31" y="226"/>
                  </a:cxn>
                  <a:cxn ang="0">
                    <a:pos x="16" y="217"/>
                  </a:cxn>
                  <a:cxn ang="0">
                    <a:pos x="0" y="217"/>
                  </a:cxn>
                  <a:cxn ang="0">
                    <a:pos x="10" y="246"/>
                  </a:cxn>
                  <a:cxn ang="0">
                    <a:pos x="60" y="263"/>
                  </a:cxn>
                </a:cxnLst>
                <a:rect l="0" t="0" r="r" b="b"/>
                <a:pathLst>
                  <a:path w="288" h="263">
                    <a:moveTo>
                      <a:pt x="60" y="263"/>
                    </a:moveTo>
                    <a:lnTo>
                      <a:pt x="81" y="247"/>
                    </a:lnTo>
                    <a:lnTo>
                      <a:pt x="100" y="228"/>
                    </a:lnTo>
                    <a:lnTo>
                      <a:pt x="138" y="209"/>
                    </a:lnTo>
                    <a:lnTo>
                      <a:pt x="148" y="180"/>
                    </a:lnTo>
                    <a:lnTo>
                      <a:pt x="175" y="180"/>
                    </a:lnTo>
                    <a:lnTo>
                      <a:pt x="188" y="157"/>
                    </a:lnTo>
                    <a:lnTo>
                      <a:pt x="279" y="146"/>
                    </a:lnTo>
                    <a:lnTo>
                      <a:pt x="288" y="128"/>
                    </a:lnTo>
                    <a:lnTo>
                      <a:pt x="257" y="71"/>
                    </a:lnTo>
                    <a:lnTo>
                      <a:pt x="213" y="46"/>
                    </a:lnTo>
                    <a:lnTo>
                      <a:pt x="188" y="42"/>
                    </a:lnTo>
                    <a:lnTo>
                      <a:pt x="165" y="0"/>
                    </a:lnTo>
                    <a:lnTo>
                      <a:pt x="123" y="25"/>
                    </a:lnTo>
                    <a:lnTo>
                      <a:pt x="98" y="105"/>
                    </a:lnTo>
                    <a:lnTo>
                      <a:pt x="117" y="132"/>
                    </a:lnTo>
                    <a:lnTo>
                      <a:pt x="119" y="157"/>
                    </a:lnTo>
                    <a:lnTo>
                      <a:pt x="108" y="161"/>
                    </a:lnTo>
                    <a:lnTo>
                      <a:pt x="81" y="186"/>
                    </a:lnTo>
                    <a:lnTo>
                      <a:pt x="69" y="186"/>
                    </a:lnTo>
                    <a:lnTo>
                      <a:pt x="60" y="201"/>
                    </a:lnTo>
                    <a:lnTo>
                      <a:pt x="48" y="203"/>
                    </a:lnTo>
                    <a:lnTo>
                      <a:pt x="31" y="226"/>
                    </a:lnTo>
                    <a:lnTo>
                      <a:pt x="16" y="217"/>
                    </a:lnTo>
                    <a:lnTo>
                      <a:pt x="0" y="217"/>
                    </a:lnTo>
                    <a:lnTo>
                      <a:pt x="10" y="246"/>
                    </a:lnTo>
                    <a:lnTo>
                      <a:pt x="60" y="263"/>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2" name="Freeform 21"/>
              <p:cNvSpPr>
                <a:spLocks noChangeAspect="1"/>
              </p:cNvSpPr>
              <p:nvPr/>
            </p:nvSpPr>
            <p:spPr bwMode="gray">
              <a:xfrm>
                <a:off x="4877811" y="4249457"/>
                <a:ext cx="358256" cy="382451"/>
              </a:xfrm>
              <a:custGeom>
                <a:avLst/>
                <a:gdLst/>
                <a:ahLst/>
                <a:cxnLst>
                  <a:cxn ang="0">
                    <a:pos x="59" y="334"/>
                  </a:cxn>
                  <a:cxn ang="0">
                    <a:pos x="73" y="349"/>
                  </a:cxn>
                  <a:cxn ang="0">
                    <a:pos x="90" y="334"/>
                  </a:cxn>
                  <a:cxn ang="0">
                    <a:pos x="102" y="298"/>
                  </a:cxn>
                  <a:cxn ang="0">
                    <a:pos x="129" y="286"/>
                  </a:cxn>
                  <a:cxn ang="0">
                    <a:pos x="150" y="286"/>
                  </a:cxn>
                  <a:cxn ang="0">
                    <a:pos x="180" y="315"/>
                  </a:cxn>
                  <a:cxn ang="0">
                    <a:pos x="198" y="322"/>
                  </a:cxn>
                  <a:cxn ang="0">
                    <a:pos x="217" y="315"/>
                  </a:cxn>
                  <a:cxn ang="0">
                    <a:pos x="249" y="322"/>
                  </a:cxn>
                  <a:cxn ang="0">
                    <a:pos x="276" y="315"/>
                  </a:cxn>
                  <a:cxn ang="0">
                    <a:pos x="286" y="251"/>
                  </a:cxn>
                  <a:cxn ang="0">
                    <a:pos x="267" y="230"/>
                  </a:cxn>
                  <a:cxn ang="0">
                    <a:pos x="265" y="207"/>
                  </a:cxn>
                  <a:cxn ang="0">
                    <a:pos x="230" y="180"/>
                  </a:cxn>
                  <a:cxn ang="0">
                    <a:pos x="230" y="157"/>
                  </a:cxn>
                  <a:cxn ang="0">
                    <a:pos x="278" y="111"/>
                  </a:cxn>
                  <a:cxn ang="0">
                    <a:pos x="280" y="98"/>
                  </a:cxn>
                  <a:cxn ang="0">
                    <a:pos x="274" y="77"/>
                  </a:cxn>
                  <a:cxn ang="0">
                    <a:pos x="288" y="25"/>
                  </a:cxn>
                  <a:cxn ang="0">
                    <a:pos x="274" y="15"/>
                  </a:cxn>
                  <a:cxn ang="0">
                    <a:pos x="255" y="4"/>
                  </a:cxn>
                  <a:cxn ang="0">
                    <a:pos x="207" y="0"/>
                  </a:cxn>
                  <a:cxn ang="0">
                    <a:pos x="178" y="12"/>
                  </a:cxn>
                  <a:cxn ang="0">
                    <a:pos x="150" y="44"/>
                  </a:cxn>
                  <a:cxn ang="0">
                    <a:pos x="129" y="31"/>
                  </a:cxn>
                  <a:cxn ang="0">
                    <a:pos x="113" y="40"/>
                  </a:cxn>
                  <a:cxn ang="0">
                    <a:pos x="109" y="77"/>
                  </a:cxn>
                  <a:cxn ang="0">
                    <a:pos x="82" y="100"/>
                  </a:cxn>
                  <a:cxn ang="0">
                    <a:pos x="113" y="157"/>
                  </a:cxn>
                  <a:cxn ang="0">
                    <a:pos x="104" y="175"/>
                  </a:cxn>
                  <a:cxn ang="0">
                    <a:pos x="13" y="186"/>
                  </a:cxn>
                  <a:cxn ang="0">
                    <a:pos x="0" y="209"/>
                  </a:cxn>
                  <a:cxn ang="0">
                    <a:pos x="31" y="271"/>
                  </a:cxn>
                  <a:cxn ang="0">
                    <a:pos x="23" y="322"/>
                  </a:cxn>
                  <a:cxn ang="0">
                    <a:pos x="57" y="326"/>
                  </a:cxn>
                  <a:cxn ang="0">
                    <a:pos x="59" y="334"/>
                  </a:cxn>
                </a:cxnLst>
                <a:rect l="0" t="0" r="r" b="b"/>
                <a:pathLst>
                  <a:path w="288" h="349">
                    <a:moveTo>
                      <a:pt x="59" y="334"/>
                    </a:moveTo>
                    <a:lnTo>
                      <a:pt x="73" y="349"/>
                    </a:lnTo>
                    <a:lnTo>
                      <a:pt x="90" y="334"/>
                    </a:lnTo>
                    <a:lnTo>
                      <a:pt x="102" y="298"/>
                    </a:lnTo>
                    <a:lnTo>
                      <a:pt x="129" y="286"/>
                    </a:lnTo>
                    <a:lnTo>
                      <a:pt x="150" y="286"/>
                    </a:lnTo>
                    <a:lnTo>
                      <a:pt x="180" y="315"/>
                    </a:lnTo>
                    <a:lnTo>
                      <a:pt x="198" y="322"/>
                    </a:lnTo>
                    <a:lnTo>
                      <a:pt x="217" y="315"/>
                    </a:lnTo>
                    <a:lnTo>
                      <a:pt x="249" y="322"/>
                    </a:lnTo>
                    <a:lnTo>
                      <a:pt x="276" y="315"/>
                    </a:lnTo>
                    <a:lnTo>
                      <a:pt x="286" y="251"/>
                    </a:lnTo>
                    <a:lnTo>
                      <a:pt x="267" y="230"/>
                    </a:lnTo>
                    <a:lnTo>
                      <a:pt x="265" y="207"/>
                    </a:lnTo>
                    <a:lnTo>
                      <a:pt x="230" y="180"/>
                    </a:lnTo>
                    <a:lnTo>
                      <a:pt x="230" y="157"/>
                    </a:lnTo>
                    <a:lnTo>
                      <a:pt x="278" y="111"/>
                    </a:lnTo>
                    <a:lnTo>
                      <a:pt x="280" y="98"/>
                    </a:lnTo>
                    <a:lnTo>
                      <a:pt x="274" y="77"/>
                    </a:lnTo>
                    <a:lnTo>
                      <a:pt x="288" y="25"/>
                    </a:lnTo>
                    <a:lnTo>
                      <a:pt x="274" y="15"/>
                    </a:lnTo>
                    <a:lnTo>
                      <a:pt x="255" y="4"/>
                    </a:lnTo>
                    <a:lnTo>
                      <a:pt x="207" y="0"/>
                    </a:lnTo>
                    <a:lnTo>
                      <a:pt x="178" y="12"/>
                    </a:lnTo>
                    <a:lnTo>
                      <a:pt x="150" y="44"/>
                    </a:lnTo>
                    <a:lnTo>
                      <a:pt x="129" y="31"/>
                    </a:lnTo>
                    <a:lnTo>
                      <a:pt x="113" y="40"/>
                    </a:lnTo>
                    <a:lnTo>
                      <a:pt x="109" y="77"/>
                    </a:lnTo>
                    <a:lnTo>
                      <a:pt x="82" y="100"/>
                    </a:lnTo>
                    <a:lnTo>
                      <a:pt x="113" y="157"/>
                    </a:lnTo>
                    <a:lnTo>
                      <a:pt x="104" y="175"/>
                    </a:lnTo>
                    <a:lnTo>
                      <a:pt x="13" y="186"/>
                    </a:lnTo>
                    <a:lnTo>
                      <a:pt x="0" y="209"/>
                    </a:lnTo>
                    <a:lnTo>
                      <a:pt x="31" y="271"/>
                    </a:lnTo>
                    <a:lnTo>
                      <a:pt x="23" y="322"/>
                    </a:lnTo>
                    <a:lnTo>
                      <a:pt x="57" y="326"/>
                    </a:lnTo>
                    <a:lnTo>
                      <a:pt x="59" y="334"/>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3" name="Freeform 22"/>
              <p:cNvSpPr>
                <a:spLocks noChangeAspect="1"/>
              </p:cNvSpPr>
              <p:nvPr/>
            </p:nvSpPr>
            <p:spPr bwMode="gray">
              <a:xfrm>
                <a:off x="5535350" y="4295732"/>
                <a:ext cx="302232" cy="144270"/>
              </a:xfrm>
              <a:custGeom>
                <a:avLst/>
                <a:gdLst/>
                <a:ahLst/>
                <a:cxnLst>
                  <a:cxn ang="0">
                    <a:pos x="2" y="100"/>
                  </a:cxn>
                  <a:cxn ang="0">
                    <a:pos x="0" y="77"/>
                  </a:cxn>
                  <a:cxn ang="0">
                    <a:pos x="17" y="60"/>
                  </a:cxn>
                  <a:cxn ang="0">
                    <a:pos x="50" y="44"/>
                  </a:cxn>
                  <a:cxn ang="0">
                    <a:pos x="82" y="12"/>
                  </a:cxn>
                  <a:cxn ang="0">
                    <a:pos x="105" y="0"/>
                  </a:cxn>
                  <a:cxn ang="0">
                    <a:pos x="136" y="12"/>
                  </a:cxn>
                  <a:cxn ang="0">
                    <a:pos x="207" y="20"/>
                  </a:cxn>
                  <a:cxn ang="0">
                    <a:pos x="244" y="64"/>
                  </a:cxn>
                  <a:cxn ang="0">
                    <a:pos x="238" y="87"/>
                  </a:cxn>
                  <a:cxn ang="0">
                    <a:pos x="242" y="127"/>
                  </a:cxn>
                  <a:cxn ang="0">
                    <a:pos x="209" y="114"/>
                  </a:cxn>
                  <a:cxn ang="0">
                    <a:pos x="149" y="133"/>
                  </a:cxn>
                  <a:cxn ang="0">
                    <a:pos x="75" y="114"/>
                  </a:cxn>
                  <a:cxn ang="0">
                    <a:pos x="42" y="119"/>
                  </a:cxn>
                  <a:cxn ang="0">
                    <a:pos x="25" y="117"/>
                  </a:cxn>
                  <a:cxn ang="0">
                    <a:pos x="2" y="100"/>
                  </a:cxn>
                </a:cxnLst>
                <a:rect l="0" t="0" r="r" b="b"/>
                <a:pathLst>
                  <a:path w="244" h="133">
                    <a:moveTo>
                      <a:pt x="2" y="100"/>
                    </a:moveTo>
                    <a:lnTo>
                      <a:pt x="0" y="77"/>
                    </a:lnTo>
                    <a:lnTo>
                      <a:pt x="17" y="60"/>
                    </a:lnTo>
                    <a:lnTo>
                      <a:pt x="50" y="44"/>
                    </a:lnTo>
                    <a:lnTo>
                      <a:pt x="82" y="12"/>
                    </a:lnTo>
                    <a:lnTo>
                      <a:pt x="105" y="0"/>
                    </a:lnTo>
                    <a:lnTo>
                      <a:pt x="136" y="12"/>
                    </a:lnTo>
                    <a:lnTo>
                      <a:pt x="207" y="20"/>
                    </a:lnTo>
                    <a:lnTo>
                      <a:pt x="244" y="64"/>
                    </a:lnTo>
                    <a:lnTo>
                      <a:pt x="238" y="87"/>
                    </a:lnTo>
                    <a:lnTo>
                      <a:pt x="242" y="127"/>
                    </a:lnTo>
                    <a:lnTo>
                      <a:pt x="209" y="114"/>
                    </a:lnTo>
                    <a:lnTo>
                      <a:pt x="149" y="133"/>
                    </a:lnTo>
                    <a:lnTo>
                      <a:pt x="75" y="114"/>
                    </a:lnTo>
                    <a:lnTo>
                      <a:pt x="42" y="119"/>
                    </a:lnTo>
                    <a:lnTo>
                      <a:pt x="25" y="117"/>
                    </a:lnTo>
                    <a:lnTo>
                      <a:pt x="2" y="10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4" name="Freeform 23"/>
              <p:cNvSpPr>
                <a:spLocks noChangeAspect="1"/>
              </p:cNvSpPr>
              <p:nvPr/>
            </p:nvSpPr>
            <p:spPr bwMode="gray">
              <a:xfrm>
                <a:off x="5586951" y="4419586"/>
                <a:ext cx="263900" cy="89828"/>
              </a:xfrm>
              <a:custGeom>
                <a:avLst/>
                <a:gdLst/>
                <a:ahLst/>
                <a:cxnLst>
                  <a:cxn ang="0">
                    <a:pos x="200" y="13"/>
                  </a:cxn>
                  <a:cxn ang="0">
                    <a:pos x="167" y="0"/>
                  </a:cxn>
                  <a:cxn ang="0">
                    <a:pos x="107" y="19"/>
                  </a:cxn>
                  <a:cxn ang="0">
                    <a:pos x="33" y="0"/>
                  </a:cxn>
                  <a:cxn ang="0">
                    <a:pos x="0" y="5"/>
                  </a:cxn>
                  <a:cxn ang="0">
                    <a:pos x="50" y="46"/>
                  </a:cxn>
                  <a:cxn ang="0">
                    <a:pos x="56" y="53"/>
                  </a:cxn>
                  <a:cxn ang="0">
                    <a:pos x="83" y="59"/>
                  </a:cxn>
                  <a:cxn ang="0">
                    <a:pos x="111" y="82"/>
                  </a:cxn>
                  <a:cxn ang="0">
                    <a:pos x="136" y="59"/>
                  </a:cxn>
                  <a:cxn ang="0">
                    <a:pos x="165" y="71"/>
                  </a:cxn>
                  <a:cxn ang="0">
                    <a:pos x="178" y="40"/>
                  </a:cxn>
                  <a:cxn ang="0">
                    <a:pos x="211" y="30"/>
                  </a:cxn>
                  <a:cxn ang="0">
                    <a:pos x="200" y="13"/>
                  </a:cxn>
                </a:cxnLst>
                <a:rect l="0" t="0" r="r" b="b"/>
                <a:pathLst>
                  <a:path w="211" h="82">
                    <a:moveTo>
                      <a:pt x="200" y="13"/>
                    </a:moveTo>
                    <a:lnTo>
                      <a:pt x="167" y="0"/>
                    </a:lnTo>
                    <a:lnTo>
                      <a:pt x="107" y="19"/>
                    </a:lnTo>
                    <a:lnTo>
                      <a:pt x="33" y="0"/>
                    </a:lnTo>
                    <a:lnTo>
                      <a:pt x="0" y="5"/>
                    </a:lnTo>
                    <a:lnTo>
                      <a:pt x="50" y="46"/>
                    </a:lnTo>
                    <a:lnTo>
                      <a:pt x="56" y="53"/>
                    </a:lnTo>
                    <a:lnTo>
                      <a:pt x="83" y="59"/>
                    </a:lnTo>
                    <a:lnTo>
                      <a:pt x="111" y="82"/>
                    </a:lnTo>
                    <a:lnTo>
                      <a:pt x="136" y="59"/>
                    </a:lnTo>
                    <a:lnTo>
                      <a:pt x="165" y="71"/>
                    </a:lnTo>
                    <a:lnTo>
                      <a:pt x="178" y="40"/>
                    </a:lnTo>
                    <a:lnTo>
                      <a:pt x="211" y="30"/>
                    </a:lnTo>
                    <a:lnTo>
                      <a:pt x="200" y="13"/>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5" name="Freeform 24"/>
              <p:cNvSpPr>
                <a:spLocks noChangeAspect="1"/>
              </p:cNvSpPr>
              <p:nvPr/>
            </p:nvSpPr>
            <p:spPr bwMode="gray">
              <a:xfrm>
                <a:off x="5592848" y="4469944"/>
                <a:ext cx="200505" cy="153797"/>
              </a:xfrm>
              <a:custGeom>
                <a:avLst/>
                <a:gdLst/>
                <a:ahLst/>
                <a:cxnLst>
                  <a:cxn ang="0">
                    <a:pos x="46" y="0"/>
                  </a:cxn>
                  <a:cxn ang="0">
                    <a:pos x="52" y="7"/>
                  </a:cxn>
                  <a:cxn ang="0">
                    <a:pos x="79" y="13"/>
                  </a:cxn>
                  <a:cxn ang="0">
                    <a:pos x="107" y="36"/>
                  </a:cxn>
                  <a:cxn ang="0">
                    <a:pos x="132" y="13"/>
                  </a:cxn>
                  <a:cxn ang="0">
                    <a:pos x="161" y="25"/>
                  </a:cxn>
                  <a:cxn ang="0">
                    <a:pos x="146" y="55"/>
                  </a:cxn>
                  <a:cxn ang="0">
                    <a:pos x="146" y="96"/>
                  </a:cxn>
                  <a:cxn ang="0">
                    <a:pos x="155" y="103"/>
                  </a:cxn>
                  <a:cxn ang="0">
                    <a:pos x="148" y="120"/>
                  </a:cxn>
                  <a:cxn ang="0">
                    <a:pos x="144" y="124"/>
                  </a:cxn>
                  <a:cxn ang="0">
                    <a:pos x="125" y="96"/>
                  </a:cxn>
                  <a:cxn ang="0">
                    <a:pos x="67" y="92"/>
                  </a:cxn>
                  <a:cxn ang="0">
                    <a:pos x="40" y="109"/>
                  </a:cxn>
                  <a:cxn ang="0">
                    <a:pos x="29" y="140"/>
                  </a:cxn>
                  <a:cxn ang="0">
                    <a:pos x="11" y="132"/>
                  </a:cxn>
                  <a:cxn ang="0">
                    <a:pos x="11" y="80"/>
                  </a:cxn>
                  <a:cxn ang="0">
                    <a:pos x="0" y="73"/>
                  </a:cxn>
                  <a:cxn ang="0">
                    <a:pos x="4" y="61"/>
                  </a:cxn>
                  <a:cxn ang="0">
                    <a:pos x="29" y="44"/>
                  </a:cxn>
                  <a:cxn ang="0">
                    <a:pos x="46" y="0"/>
                  </a:cxn>
                </a:cxnLst>
                <a:rect l="0" t="0" r="r" b="b"/>
                <a:pathLst>
                  <a:path w="161" h="140">
                    <a:moveTo>
                      <a:pt x="46" y="0"/>
                    </a:moveTo>
                    <a:lnTo>
                      <a:pt x="52" y="7"/>
                    </a:lnTo>
                    <a:lnTo>
                      <a:pt x="79" y="13"/>
                    </a:lnTo>
                    <a:lnTo>
                      <a:pt x="107" y="36"/>
                    </a:lnTo>
                    <a:lnTo>
                      <a:pt x="132" y="13"/>
                    </a:lnTo>
                    <a:lnTo>
                      <a:pt x="161" y="25"/>
                    </a:lnTo>
                    <a:lnTo>
                      <a:pt x="146" y="55"/>
                    </a:lnTo>
                    <a:lnTo>
                      <a:pt x="146" y="96"/>
                    </a:lnTo>
                    <a:lnTo>
                      <a:pt x="155" y="103"/>
                    </a:lnTo>
                    <a:lnTo>
                      <a:pt x="148" y="120"/>
                    </a:lnTo>
                    <a:lnTo>
                      <a:pt x="144" y="124"/>
                    </a:lnTo>
                    <a:lnTo>
                      <a:pt x="125" y="96"/>
                    </a:lnTo>
                    <a:lnTo>
                      <a:pt x="67" y="92"/>
                    </a:lnTo>
                    <a:lnTo>
                      <a:pt x="40" y="109"/>
                    </a:lnTo>
                    <a:lnTo>
                      <a:pt x="29" y="140"/>
                    </a:lnTo>
                    <a:lnTo>
                      <a:pt x="11" y="132"/>
                    </a:lnTo>
                    <a:lnTo>
                      <a:pt x="11" y="80"/>
                    </a:lnTo>
                    <a:lnTo>
                      <a:pt x="0" y="73"/>
                    </a:lnTo>
                    <a:lnTo>
                      <a:pt x="4" y="61"/>
                    </a:lnTo>
                    <a:lnTo>
                      <a:pt x="29" y="44"/>
                    </a:lnTo>
                    <a:lnTo>
                      <a:pt x="46" y="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6" name="Freeform 25"/>
              <p:cNvSpPr>
                <a:spLocks noChangeAspect="1"/>
              </p:cNvSpPr>
              <p:nvPr/>
            </p:nvSpPr>
            <p:spPr bwMode="gray">
              <a:xfrm>
                <a:off x="5811045" y="4365145"/>
                <a:ext cx="272746" cy="315760"/>
              </a:xfrm>
              <a:custGeom>
                <a:avLst/>
                <a:gdLst/>
                <a:ahLst/>
                <a:cxnLst>
                  <a:cxn ang="0">
                    <a:pos x="33" y="80"/>
                  </a:cxn>
                  <a:cxn ang="0">
                    <a:pos x="22" y="63"/>
                  </a:cxn>
                  <a:cxn ang="0">
                    <a:pos x="18" y="23"/>
                  </a:cxn>
                  <a:cxn ang="0">
                    <a:pos x="24" y="0"/>
                  </a:cxn>
                  <a:cxn ang="0">
                    <a:pos x="39" y="19"/>
                  </a:cxn>
                  <a:cxn ang="0">
                    <a:pos x="83" y="44"/>
                  </a:cxn>
                  <a:cxn ang="0">
                    <a:pos x="125" y="42"/>
                  </a:cxn>
                  <a:cxn ang="0">
                    <a:pos x="191" y="21"/>
                  </a:cxn>
                  <a:cxn ang="0">
                    <a:pos x="219" y="65"/>
                  </a:cxn>
                  <a:cxn ang="0">
                    <a:pos x="166" y="92"/>
                  </a:cxn>
                  <a:cxn ang="0">
                    <a:pos x="131" y="161"/>
                  </a:cxn>
                  <a:cxn ang="0">
                    <a:pos x="131" y="205"/>
                  </a:cxn>
                  <a:cxn ang="0">
                    <a:pos x="79" y="243"/>
                  </a:cxn>
                  <a:cxn ang="0">
                    <a:pos x="54" y="249"/>
                  </a:cxn>
                  <a:cxn ang="0">
                    <a:pos x="31" y="280"/>
                  </a:cxn>
                  <a:cxn ang="0">
                    <a:pos x="8" y="287"/>
                  </a:cxn>
                  <a:cxn ang="0">
                    <a:pos x="0" y="280"/>
                  </a:cxn>
                  <a:cxn ang="0">
                    <a:pos x="12" y="243"/>
                  </a:cxn>
                  <a:cxn ang="0">
                    <a:pos x="8" y="180"/>
                  </a:cxn>
                  <a:cxn ang="0">
                    <a:pos x="60" y="122"/>
                  </a:cxn>
                  <a:cxn ang="0">
                    <a:pos x="54" y="92"/>
                  </a:cxn>
                  <a:cxn ang="0">
                    <a:pos x="33" y="80"/>
                  </a:cxn>
                </a:cxnLst>
                <a:rect l="0" t="0" r="r" b="b"/>
                <a:pathLst>
                  <a:path w="219" h="287">
                    <a:moveTo>
                      <a:pt x="33" y="80"/>
                    </a:moveTo>
                    <a:lnTo>
                      <a:pt x="22" y="63"/>
                    </a:lnTo>
                    <a:lnTo>
                      <a:pt x="18" y="23"/>
                    </a:lnTo>
                    <a:lnTo>
                      <a:pt x="24" y="0"/>
                    </a:lnTo>
                    <a:lnTo>
                      <a:pt x="39" y="19"/>
                    </a:lnTo>
                    <a:lnTo>
                      <a:pt x="83" y="44"/>
                    </a:lnTo>
                    <a:lnTo>
                      <a:pt x="125" y="42"/>
                    </a:lnTo>
                    <a:lnTo>
                      <a:pt x="191" y="21"/>
                    </a:lnTo>
                    <a:lnTo>
                      <a:pt x="219" y="65"/>
                    </a:lnTo>
                    <a:lnTo>
                      <a:pt x="166" y="92"/>
                    </a:lnTo>
                    <a:lnTo>
                      <a:pt x="131" y="161"/>
                    </a:lnTo>
                    <a:lnTo>
                      <a:pt x="131" y="205"/>
                    </a:lnTo>
                    <a:lnTo>
                      <a:pt x="79" y="243"/>
                    </a:lnTo>
                    <a:lnTo>
                      <a:pt x="54" y="249"/>
                    </a:lnTo>
                    <a:lnTo>
                      <a:pt x="31" y="280"/>
                    </a:lnTo>
                    <a:lnTo>
                      <a:pt x="8" y="287"/>
                    </a:lnTo>
                    <a:lnTo>
                      <a:pt x="0" y="280"/>
                    </a:lnTo>
                    <a:lnTo>
                      <a:pt x="12" y="243"/>
                    </a:lnTo>
                    <a:lnTo>
                      <a:pt x="8" y="180"/>
                    </a:lnTo>
                    <a:lnTo>
                      <a:pt x="60" y="122"/>
                    </a:lnTo>
                    <a:lnTo>
                      <a:pt x="54" y="92"/>
                    </a:lnTo>
                    <a:lnTo>
                      <a:pt x="33" y="8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7" name="Freeform 26"/>
              <p:cNvSpPr>
                <a:spLocks noChangeAspect="1"/>
              </p:cNvSpPr>
              <p:nvPr/>
            </p:nvSpPr>
            <p:spPr bwMode="gray">
              <a:xfrm>
                <a:off x="4970692" y="4562495"/>
                <a:ext cx="316975" cy="228654"/>
              </a:xfrm>
              <a:custGeom>
                <a:avLst/>
                <a:gdLst/>
                <a:ahLst/>
                <a:cxnLst>
                  <a:cxn ang="0">
                    <a:pos x="176" y="192"/>
                  </a:cxn>
                  <a:cxn ang="0">
                    <a:pos x="127" y="196"/>
                  </a:cxn>
                  <a:cxn ang="0">
                    <a:pos x="84" y="209"/>
                  </a:cxn>
                  <a:cxn ang="0">
                    <a:pos x="80" y="207"/>
                  </a:cxn>
                  <a:cxn ang="0">
                    <a:pos x="134" y="173"/>
                  </a:cxn>
                  <a:cxn ang="0">
                    <a:pos x="138" y="165"/>
                  </a:cxn>
                  <a:cxn ang="0">
                    <a:pos x="115" y="152"/>
                  </a:cxn>
                  <a:cxn ang="0">
                    <a:pos x="84" y="161"/>
                  </a:cxn>
                  <a:cxn ang="0">
                    <a:pos x="71" y="148"/>
                  </a:cxn>
                  <a:cxn ang="0">
                    <a:pos x="61" y="136"/>
                  </a:cxn>
                  <a:cxn ang="0">
                    <a:pos x="57" y="129"/>
                  </a:cxn>
                  <a:cxn ang="0">
                    <a:pos x="50" y="173"/>
                  </a:cxn>
                  <a:cxn ang="0">
                    <a:pos x="38" y="155"/>
                  </a:cxn>
                  <a:cxn ang="0">
                    <a:pos x="36" y="111"/>
                  </a:cxn>
                  <a:cxn ang="0">
                    <a:pos x="48" y="88"/>
                  </a:cxn>
                  <a:cxn ang="0">
                    <a:pos x="34" y="63"/>
                  </a:cxn>
                  <a:cxn ang="0">
                    <a:pos x="11" y="67"/>
                  </a:cxn>
                  <a:cxn ang="0">
                    <a:pos x="0" y="63"/>
                  </a:cxn>
                  <a:cxn ang="0">
                    <a:pos x="17" y="48"/>
                  </a:cxn>
                  <a:cxn ang="0">
                    <a:pos x="29" y="12"/>
                  </a:cxn>
                  <a:cxn ang="0">
                    <a:pos x="56" y="0"/>
                  </a:cxn>
                  <a:cxn ang="0">
                    <a:pos x="77" y="0"/>
                  </a:cxn>
                  <a:cxn ang="0">
                    <a:pos x="107" y="29"/>
                  </a:cxn>
                  <a:cxn ang="0">
                    <a:pos x="125" y="36"/>
                  </a:cxn>
                  <a:cxn ang="0">
                    <a:pos x="144" y="29"/>
                  </a:cxn>
                  <a:cxn ang="0">
                    <a:pos x="176" y="36"/>
                  </a:cxn>
                  <a:cxn ang="0">
                    <a:pos x="203" y="29"/>
                  </a:cxn>
                  <a:cxn ang="0">
                    <a:pos x="213" y="42"/>
                  </a:cxn>
                  <a:cxn ang="0">
                    <a:pos x="238" y="40"/>
                  </a:cxn>
                  <a:cxn ang="0">
                    <a:pos x="253" y="42"/>
                  </a:cxn>
                  <a:cxn ang="0">
                    <a:pos x="234" y="100"/>
                  </a:cxn>
                  <a:cxn ang="0">
                    <a:pos x="198" y="142"/>
                  </a:cxn>
                  <a:cxn ang="0">
                    <a:pos x="176" y="192"/>
                  </a:cxn>
                </a:cxnLst>
                <a:rect l="0" t="0" r="r" b="b"/>
                <a:pathLst>
                  <a:path w="253" h="209">
                    <a:moveTo>
                      <a:pt x="176" y="192"/>
                    </a:moveTo>
                    <a:lnTo>
                      <a:pt x="127" y="196"/>
                    </a:lnTo>
                    <a:lnTo>
                      <a:pt x="84" y="209"/>
                    </a:lnTo>
                    <a:lnTo>
                      <a:pt x="80" y="207"/>
                    </a:lnTo>
                    <a:lnTo>
                      <a:pt x="134" y="173"/>
                    </a:lnTo>
                    <a:lnTo>
                      <a:pt x="138" y="165"/>
                    </a:lnTo>
                    <a:lnTo>
                      <a:pt x="115" y="152"/>
                    </a:lnTo>
                    <a:lnTo>
                      <a:pt x="84" y="161"/>
                    </a:lnTo>
                    <a:lnTo>
                      <a:pt x="71" y="148"/>
                    </a:lnTo>
                    <a:lnTo>
                      <a:pt x="61" y="136"/>
                    </a:lnTo>
                    <a:lnTo>
                      <a:pt x="57" y="129"/>
                    </a:lnTo>
                    <a:lnTo>
                      <a:pt x="50" y="173"/>
                    </a:lnTo>
                    <a:lnTo>
                      <a:pt x="38" y="155"/>
                    </a:lnTo>
                    <a:lnTo>
                      <a:pt x="36" y="111"/>
                    </a:lnTo>
                    <a:lnTo>
                      <a:pt x="48" y="88"/>
                    </a:lnTo>
                    <a:lnTo>
                      <a:pt x="34" y="63"/>
                    </a:lnTo>
                    <a:lnTo>
                      <a:pt x="11" y="67"/>
                    </a:lnTo>
                    <a:lnTo>
                      <a:pt x="0" y="63"/>
                    </a:lnTo>
                    <a:lnTo>
                      <a:pt x="17" y="48"/>
                    </a:lnTo>
                    <a:lnTo>
                      <a:pt x="29" y="12"/>
                    </a:lnTo>
                    <a:lnTo>
                      <a:pt x="56" y="0"/>
                    </a:lnTo>
                    <a:lnTo>
                      <a:pt x="77" y="0"/>
                    </a:lnTo>
                    <a:lnTo>
                      <a:pt x="107" y="29"/>
                    </a:lnTo>
                    <a:lnTo>
                      <a:pt x="125" y="36"/>
                    </a:lnTo>
                    <a:lnTo>
                      <a:pt x="144" y="29"/>
                    </a:lnTo>
                    <a:lnTo>
                      <a:pt x="176" y="36"/>
                    </a:lnTo>
                    <a:lnTo>
                      <a:pt x="203" y="29"/>
                    </a:lnTo>
                    <a:lnTo>
                      <a:pt x="213" y="42"/>
                    </a:lnTo>
                    <a:lnTo>
                      <a:pt x="238" y="40"/>
                    </a:lnTo>
                    <a:lnTo>
                      <a:pt x="253" y="42"/>
                    </a:lnTo>
                    <a:lnTo>
                      <a:pt x="234" y="100"/>
                    </a:lnTo>
                    <a:lnTo>
                      <a:pt x="198" y="142"/>
                    </a:lnTo>
                    <a:lnTo>
                      <a:pt x="176" y="192"/>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8" name="Freeform 27"/>
              <p:cNvSpPr>
                <a:spLocks noChangeAspect="1"/>
              </p:cNvSpPr>
              <p:nvPr/>
            </p:nvSpPr>
            <p:spPr bwMode="gray">
              <a:xfrm>
                <a:off x="5395291" y="4389643"/>
                <a:ext cx="253580" cy="230015"/>
              </a:xfrm>
              <a:custGeom>
                <a:avLst/>
                <a:gdLst/>
                <a:ahLst/>
                <a:cxnLst>
                  <a:cxn ang="0">
                    <a:pos x="155" y="32"/>
                  </a:cxn>
                  <a:cxn ang="0">
                    <a:pos x="138" y="30"/>
                  </a:cxn>
                  <a:cxn ang="0">
                    <a:pos x="115" y="13"/>
                  </a:cxn>
                  <a:cxn ang="0">
                    <a:pos x="72" y="17"/>
                  </a:cxn>
                  <a:cxn ang="0">
                    <a:pos x="42" y="0"/>
                  </a:cxn>
                  <a:cxn ang="0">
                    <a:pos x="0" y="38"/>
                  </a:cxn>
                  <a:cxn ang="0">
                    <a:pos x="3" y="80"/>
                  </a:cxn>
                  <a:cxn ang="0">
                    <a:pos x="7" y="98"/>
                  </a:cxn>
                  <a:cxn ang="0">
                    <a:pos x="7" y="153"/>
                  </a:cxn>
                  <a:cxn ang="0">
                    <a:pos x="17" y="182"/>
                  </a:cxn>
                  <a:cxn ang="0">
                    <a:pos x="23" y="182"/>
                  </a:cxn>
                  <a:cxn ang="0">
                    <a:pos x="53" y="209"/>
                  </a:cxn>
                  <a:cxn ang="0">
                    <a:pos x="63" y="199"/>
                  </a:cxn>
                  <a:cxn ang="0">
                    <a:pos x="74" y="146"/>
                  </a:cxn>
                  <a:cxn ang="0">
                    <a:pos x="124" y="157"/>
                  </a:cxn>
                  <a:cxn ang="0">
                    <a:pos x="159" y="146"/>
                  </a:cxn>
                  <a:cxn ang="0">
                    <a:pos x="163" y="134"/>
                  </a:cxn>
                  <a:cxn ang="0">
                    <a:pos x="188" y="117"/>
                  </a:cxn>
                  <a:cxn ang="0">
                    <a:pos x="205" y="73"/>
                  </a:cxn>
                  <a:cxn ang="0">
                    <a:pos x="155" y="32"/>
                  </a:cxn>
                </a:cxnLst>
                <a:rect l="0" t="0" r="r" b="b"/>
                <a:pathLst>
                  <a:path w="205" h="209">
                    <a:moveTo>
                      <a:pt x="155" y="32"/>
                    </a:moveTo>
                    <a:lnTo>
                      <a:pt x="138" y="30"/>
                    </a:lnTo>
                    <a:lnTo>
                      <a:pt x="115" y="13"/>
                    </a:lnTo>
                    <a:lnTo>
                      <a:pt x="72" y="17"/>
                    </a:lnTo>
                    <a:lnTo>
                      <a:pt x="42" y="0"/>
                    </a:lnTo>
                    <a:lnTo>
                      <a:pt x="0" y="38"/>
                    </a:lnTo>
                    <a:lnTo>
                      <a:pt x="3" y="80"/>
                    </a:lnTo>
                    <a:lnTo>
                      <a:pt x="7" y="98"/>
                    </a:lnTo>
                    <a:lnTo>
                      <a:pt x="7" y="153"/>
                    </a:lnTo>
                    <a:lnTo>
                      <a:pt x="17" y="182"/>
                    </a:lnTo>
                    <a:lnTo>
                      <a:pt x="23" y="182"/>
                    </a:lnTo>
                    <a:lnTo>
                      <a:pt x="53" y="209"/>
                    </a:lnTo>
                    <a:lnTo>
                      <a:pt x="63" y="199"/>
                    </a:lnTo>
                    <a:lnTo>
                      <a:pt x="74" y="146"/>
                    </a:lnTo>
                    <a:lnTo>
                      <a:pt x="124" y="157"/>
                    </a:lnTo>
                    <a:lnTo>
                      <a:pt x="159" y="146"/>
                    </a:lnTo>
                    <a:lnTo>
                      <a:pt x="163" y="134"/>
                    </a:lnTo>
                    <a:lnTo>
                      <a:pt x="188" y="117"/>
                    </a:lnTo>
                    <a:lnTo>
                      <a:pt x="205" y="73"/>
                    </a:lnTo>
                    <a:lnTo>
                      <a:pt x="155" y="32"/>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99" name="Freeform 28"/>
              <p:cNvSpPr>
                <a:spLocks noChangeAspect="1"/>
              </p:cNvSpPr>
              <p:nvPr/>
            </p:nvSpPr>
            <p:spPr bwMode="gray">
              <a:xfrm>
                <a:off x="5191838" y="4497165"/>
                <a:ext cx="440817" cy="279012"/>
              </a:xfrm>
              <a:custGeom>
                <a:avLst/>
                <a:gdLst/>
                <a:ahLst/>
                <a:cxnLst>
                  <a:cxn ang="0">
                    <a:pos x="173" y="0"/>
                  </a:cxn>
                  <a:cxn ang="0">
                    <a:pos x="173" y="55"/>
                  </a:cxn>
                  <a:cxn ang="0">
                    <a:pos x="183" y="84"/>
                  </a:cxn>
                  <a:cxn ang="0">
                    <a:pos x="189" y="84"/>
                  </a:cxn>
                  <a:cxn ang="0">
                    <a:pos x="219" y="111"/>
                  </a:cxn>
                  <a:cxn ang="0">
                    <a:pos x="229" y="101"/>
                  </a:cxn>
                  <a:cxn ang="0">
                    <a:pos x="240" y="48"/>
                  </a:cxn>
                  <a:cxn ang="0">
                    <a:pos x="290" y="59"/>
                  </a:cxn>
                  <a:cxn ang="0">
                    <a:pos x="325" y="48"/>
                  </a:cxn>
                  <a:cxn ang="0">
                    <a:pos x="336" y="55"/>
                  </a:cxn>
                  <a:cxn ang="0">
                    <a:pos x="336" y="107"/>
                  </a:cxn>
                  <a:cxn ang="0">
                    <a:pos x="354" y="115"/>
                  </a:cxn>
                  <a:cxn ang="0">
                    <a:pos x="344" y="136"/>
                  </a:cxn>
                  <a:cxn ang="0">
                    <a:pos x="356" y="170"/>
                  </a:cxn>
                  <a:cxn ang="0">
                    <a:pos x="309" y="245"/>
                  </a:cxn>
                  <a:cxn ang="0">
                    <a:pos x="296" y="255"/>
                  </a:cxn>
                  <a:cxn ang="0">
                    <a:pos x="285" y="245"/>
                  </a:cxn>
                  <a:cxn ang="0">
                    <a:pos x="279" y="159"/>
                  </a:cxn>
                  <a:cxn ang="0">
                    <a:pos x="292" y="147"/>
                  </a:cxn>
                  <a:cxn ang="0">
                    <a:pos x="302" y="142"/>
                  </a:cxn>
                  <a:cxn ang="0">
                    <a:pos x="296" y="128"/>
                  </a:cxn>
                  <a:cxn ang="0">
                    <a:pos x="261" y="119"/>
                  </a:cxn>
                  <a:cxn ang="0">
                    <a:pos x="229" y="128"/>
                  </a:cxn>
                  <a:cxn ang="0">
                    <a:pos x="183" y="191"/>
                  </a:cxn>
                  <a:cxn ang="0">
                    <a:pos x="173" y="220"/>
                  </a:cxn>
                  <a:cxn ang="0">
                    <a:pos x="148" y="253"/>
                  </a:cxn>
                  <a:cxn ang="0">
                    <a:pos x="71" y="243"/>
                  </a:cxn>
                  <a:cxn ang="0">
                    <a:pos x="0" y="251"/>
                  </a:cxn>
                  <a:cxn ang="0">
                    <a:pos x="22" y="201"/>
                  </a:cxn>
                  <a:cxn ang="0">
                    <a:pos x="58" y="159"/>
                  </a:cxn>
                  <a:cxn ang="0">
                    <a:pos x="77" y="101"/>
                  </a:cxn>
                  <a:cxn ang="0">
                    <a:pos x="148" y="59"/>
                  </a:cxn>
                  <a:cxn ang="0">
                    <a:pos x="154" y="19"/>
                  </a:cxn>
                  <a:cxn ang="0">
                    <a:pos x="173" y="0"/>
                  </a:cxn>
                </a:cxnLst>
                <a:rect l="0" t="0" r="r" b="b"/>
                <a:pathLst>
                  <a:path w="356" h="255">
                    <a:moveTo>
                      <a:pt x="173" y="0"/>
                    </a:moveTo>
                    <a:lnTo>
                      <a:pt x="173" y="55"/>
                    </a:lnTo>
                    <a:lnTo>
                      <a:pt x="183" y="84"/>
                    </a:lnTo>
                    <a:lnTo>
                      <a:pt x="189" y="84"/>
                    </a:lnTo>
                    <a:lnTo>
                      <a:pt x="219" y="111"/>
                    </a:lnTo>
                    <a:lnTo>
                      <a:pt x="229" y="101"/>
                    </a:lnTo>
                    <a:lnTo>
                      <a:pt x="240" y="48"/>
                    </a:lnTo>
                    <a:lnTo>
                      <a:pt x="290" y="59"/>
                    </a:lnTo>
                    <a:lnTo>
                      <a:pt x="325" y="48"/>
                    </a:lnTo>
                    <a:lnTo>
                      <a:pt x="336" y="55"/>
                    </a:lnTo>
                    <a:lnTo>
                      <a:pt x="336" y="107"/>
                    </a:lnTo>
                    <a:lnTo>
                      <a:pt x="354" y="115"/>
                    </a:lnTo>
                    <a:lnTo>
                      <a:pt x="344" y="136"/>
                    </a:lnTo>
                    <a:lnTo>
                      <a:pt x="356" y="170"/>
                    </a:lnTo>
                    <a:lnTo>
                      <a:pt x="309" y="245"/>
                    </a:lnTo>
                    <a:lnTo>
                      <a:pt x="296" y="255"/>
                    </a:lnTo>
                    <a:lnTo>
                      <a:pt x="285" y="245"/>
                    </a:lnTo>
                    <a:lnTo>
                      <a:pt x="279" y="159"/>
                    </a:lnTo>
                    <a:lnTo>
                      <a:pt x="292" y="147"/>
                    </a:lnTo>
                    <a:lnTo>
                      <a:pt x="302" y="142"/>
                    </a:lnTo>
                    <a:lnTo>
                      <a:pt x="296" y="128"/>
                    </a:lnTo>
                    <a:lnTo>
                      <a:pt x="261" y="119"/>
                    </a:lnTo>
                    <a:lnTo>
                      <a:pt x="229" y="128"/>
                    </a:lnTo>
                    <a:lnTo>
                      <a:pt x="183" y="191"/>
                    </a:lnTo>
                    <a:lnTo>
                      <a:pt x="173" y="220"/>
                    </a:lnTo>
                    <a:lnTo>
                      <a:pt x="148" y="253"/>
                    </a:lnTo>
                    <a:lnTo>
                      <a:pt x="71" y="243"/>
                    </a:lnTo>
                    <a:lnTo>
                      <a:pt x="0" y="251"/>
                    </a:lnTo>
                    <a:lnTo>
                      <a:pt x="22" y="201"/>
                    </a:lnTo>
                    <a:lnTo>
                      <a:pt x="58" y="159"/>
                    </a:lnTo>
                    <a:lnTo>
                      <a:pt x="77" y="101"/>
                    </a:lnTo>
                    <a:lnTo>
                      <a:pt x="148" y="59"/>
                    </a:lnTo>
                    <a:lnTo>
                      <a:pt x="154" y="19"/>
                    </a:lnTo>
                    <a:lnTo>
                      <a:pt x="173" y="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0" name="Freeform 29"/>
              <p:cNvSpPr>
                <a:spLocks noChangeAspect="1"/>
              </p:cNvSpPr>
              <p:nvPr/>
            </p:nvSpPr>
            <p:spPr bwMode="gray">
              <a:xfrm>
                <a:off x="5191838" y="4497165"/>
                <a:ext cx="440817" cy="279012"/>
              </a:xfrm>
              <a:custGeom>
                <a:avLst/>
                <a:gdLst/>
                <a:ahLst/>
                <a:cxnLst>
                  <a:cxn ang="0">
                    <a:pos x="0" y="251"/>
                  </a:cxn>
                  <a:cxn ang="0">
                    <a:pos x="22" y="201"/>
                  </a:cxn>
                  <a:cxn ang="0">
                    <a:pos x="58" y="159"/>
                  </a:cxn>
                  <a:cxn ang="0">
                    <a:pos x="77" y="101"/>
                  </a:cxn>
                  <a:cxn ang="0">
                    <a:pos x="148" y="59"/>
                  </a:cxn>
                  <a:cxn ang="0">
                    <a:pos x="154" y="19"/>
                  </a:cxn>
                  <a:cxn ang="0">
                    <a:pos x="173" y="0"/>
                  </a:cxn>
                  <a:cxn ang="0">
                    <a:pos x="173" y="55"/>
                  </a:cxn>
                  <a:cxn ang="0">
                    <a:pos x="183" y="84"/>
                  </a:cxn>
                  <a:cxn ang="0">
                    <a:pos x="189" y="84"/>
                  </a:cxn>
                  <a:cxn ang="0">
                    <a:pos x="219" y="111"/>
                  </a:cxn>
                  <a:cxn ang="0">
                    <a:pos x="229" y="101"/>
                  </a:cxn>
                  <a:cxn ang="0">
                    <a:pos x="240" y="48"/>
                  </a:cxn>
                  <a:cxn ang="0">
                    <a:pos x="290" y="59"/>
                  </a:cxn>
                  <a:cxn ang="0">
                    <a:pos x="325" y="48"/>
                  </a:cxn>
                  <a:cxn ang="0">
                    <a:pos x="336" y="55"/>
                  </a:cxn>
                  <a:cxn ang="0">
                    <a:pos x="336" y="107"/>
                  </a:cxn>
                  <a:cxn ang="0">
                    <a:pos x="354" y="115"/>
                  </a:cxn>
                  <a:cxn ang="0">
                    <a:pos x="344" y="136"/>
                  </a:cxn>
                  <a:cxn ang="0">
                    <a:pos x="356" y="170"/>
                  </a:cxn>
                  <a:cxn ang="0">
                    <a:pos x="309" y="245"/>
                  </a:cxn>
                  <a:cxn ang="0">
                    <a:pos x="296" y="255"/>
                  </a:cxn>
                  <a:cxn ang="0">
                    <a:pos x="285" y="245"/>
                  </a:cxn>
                  <a:cxn ang="0">
                    <a:pos x="279" y="159"/>
                  </a:cxn>
                  <a:cxn ang="0">
                    <a:pos x="292" y="147"/>
                  </a:cxn>
                  <a:cxn ang="0">
                    <a:pos x="302" y="142"/>
                  </a:cxn>
                  <a:cxn ang="0">
                    <a:pos x="296" y="128"/>
                  </a:cxn>
                  <a:cxn ang="0">
                    <a:pos x="261" y="119"/>
                  </a:cxn>
                  <a:cxn ang="0">
                    <a:pos x="229" y="128"/>
                  </a:cxn>
                  <a:cxn ang="0">
                    <a:pos x="183" y="191"/>
                  </a:cxn>
                  <a:cxn ang="0">
                    <a:pos x="173" y="220"/>
                  </a:cxn>
                  <a:cxn ang="0">
                    <a:pos x="148" y="253"/>
                  </a:cxn>
                  <a:cxn ang="0">
                    <a:pos x="71" y="243"/>
                  </a:cxn>
                  <a:cxn ang="0">
                    <a:pos x="0" y="251"/>
                  </a:cxn>
                </a:cxnLst>
                <a:rect l="0" t="0" r="r" b="b"/>
                <a:pathLst>
                  <a:path w="356" h="255">
                    <a:moveTo>
                      <a:pt x="0" y="251"/>
                    </a:moveTo>
                    <a:lnTo>
                      <a:pt x="22" y="201"/>
                    </a:lnTo>
                    <a:lnTo>
                      <a:pt x="58" y="159"/>
                    </a:lnTo>
                    <a:lnTo>
                      <a:pt x="77" y="101"/>
                    </a:lnTo>
                    <a:lnTo>
                      <a:pt x="148" y="59"/>
                    </a:lnTo>
                    <a:lnTo>
                      <a:pt x="154" y="19"/>
                    </a:lnTo>
                    <a:lnTo>
                      <a:pt x="173" y="0"/>
                    </a:lnTo>
                    <a:lnTo>
                      <a:pt x="173" y="55"/>
                    </a:lnTo>
                    <a:lnTo>
                      <a:pt x="183" y="84"/>
                    </a:lnTo>
                    <a:lnTo>
                      <a:pt x="189" y="84"/>
                    </a:lnTo>
                    <a:lnTo>
                      <a:pt x="219" y="111"/>
                    </a:lnTo>
                    <a:lnTo>
                      <a:pt x="229" y="101"/>
                    </a:lnTo>
                    <a:lnTo>
                      <a:pt x="240" y="48"/>
                    </a:lnTo>
                    <a:lnTo>
                      <a:pt x="290" y="59"/>
                    </a:lnTo>
                    <a:lnTo>
                      <a:pt x="325" y="48"/>
                    </a:lnTo>
                    <a:lnTo>
                      <a:pt x="336" y="55"/>
                    </a:lnTo>
                    <a:lnTo>
                      <a:pt x="336" y="107"/>
                    </a:lnTo>
                    <a:lnTo>
                      <a:pt x="354" y="115"/>
                    </a:lnTo>
                    <a:lnTo>
                      <a:pt x="344" y="136"/>
                    </a:lnTo>
                    <a:lnTo>
                      <a:pt x="356" y="170"/>
                    </a:lnTo>
                    <a:lnTo>
                      <a:pt x="309" y="245"/>
                    </a:lnTo>
                    <a:lnTo>
                      <a:pt x="296" y="255"/>
                    </a:lnTo>
                    <a:lnTo>
                      <a:pt x="285" y="245"/>
                    </a:lnTo>
                    <a:lnTo>
                      <a:pt x="279" y="159"/>
                    </a:lnTo>
                    <a:lnTo>
                      <a:pt x="292" y="147"/>
                    </a:lnTo>
                    <a:lnTo>
                      <a:pt x="302" y="142"/>
                    </a:lnTo>
                    <a:lnTo>
                      <a:pt x="296" y="128"/>
                    </a:lnTo>
                    <a:lnTo>
                      <a:pt x="261" y="119"/>
                    </a:lnTo>
                    <a:lnTo>
                      <a:pt x="229" y="128"/>
                    </a:lnTo>
                    <a:lnTo>
                      <a:pt x="183" y="191"/>
                    </a:lnTo>
                    <a:lnTo>
                      <a:pt x="173" y="220"/>
                    </a:lnTo>
                    <a:lnTo>
                      <a:pt x="148" y="253"/>
                    </a:lnTo>
                    <a:lnTo>
                      <a:pt x="71" y="243"/>
                    </a:lnTo>
                    <a:lnTo>
                      <a:pt x="0" y="251"/>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1" name="Freeform 30"/>
              <p:cNvSpPr>
                <a:spLocks noChangeAspect="1"/>
              </p:cNvSpPr>
              <p:nvPr/>
            </p:nvSpPr>
            <p:spPr bwMode="gray">
              <a:xfrm>
                <a:off x="4759867" y="4615575"/>
                <a:ext cx="258003" cy="419199"/>
              </a:xfrm>
              <a:custGeom>
                <a:avLst/>
                <a:gdLst/>
                <a:ahLst/>
                <a:cxnLst>
                  <a:cxn ang="0">
                    <a:pos x="19" y="384"/>
                  </a:cxn>
                  <a:cxn ang="0">
                    <a:pos x="61" y="328"/>
                  </a:cxn>
                  <a:cxn ang="0">
                    <a:pos x="65" y="301"/>
                  </a:cxn>
                  <a:cxn ang="0">
                    <a:pos x="86" y="292"/>
                  </a:cxn>
                  <a:cxn ang="0">
                    <a:pos x="94" y="267"/>
                  </a:cxn>
                  <a:cxn ang="0">
                    <a:pos x="146" y="242"/>
                  </a:cxn>
                  <a:cxn ang="0">
                    <a:pos x="171" y="225"/>
                  </a:cxn>
                  <a:cxn ang="0">
                    <a:pos x="207" y="228"/>
                  </a:cxn>
                  <a:cxn ang="0">
                    <a:pos x="209" y="200"/>
                  </a:cxn>
                  <a:cxn ang="0">
                    <a:pos x="167" y="165"/>
                  </a:cxn>
                  <a:cxn ang="0">
                    <a:pos x="136" y="138"/>
                  </a:cxn>
                  <a:cxn ang="0">
                    <a:pos x="159" y="65"/>
                  </a:cxn>
                  <a:cxn ang="0">
                    <a:pos x="182" y="19"/>
                  </a:cxn>
                  <a:cxn ang="0">
                    <a:pos x="171" y="15"/>
                  </a:cxn>
                  <a:cxn ang="0">
                    <a:pos x="157" y="0"/>
                  </a:cxn>
                  <a:cxn ang="0">
                    <a:pos x="125" y="52"/>
                  </a:cxn>
                  <a:cxn ang="0">
                    <a:pos x="115" y="71"/>
                  </a:cxn>
                  <a:cxn ang="0">
                    <a:pos x="90" y="88"/>
                  </a:cxn>
                  <a:cxn ang="0">
                    <a:pos x="65" y="88"/>
                  </a:cxn>
                  <a:cxn ang="0">
                    <a:pos x="33" y="125"/>
                  </a:cxn>
                  <a:cxn ang="0">
                    <a:pos x="56" y="161"/>
                  </a:cxn>
                  <a:cxn ang="0">
                    <a:pos x="81" y="188"/>
                  </a:cxn>
                  <a:cxn ang="0">
                    <a:pos x="56" y="211"/>
                  </a:cxn>
                  <a:cxn ang="0">
                    <a:pos x="50" y="226"/>
                  </a:cxn>
                  <a:cxn ang="0">
                    <a:pos x="61" y="249"/>
                  </a:cxn>
                  <a:cxn ang="0">
                    <a:pos x="50" y="284"/>
                  </a:cxn>
                  <a:cxn ang="0">
                    <a:pos x="31" y="326"/>
                  </a:cxn>
                  <a:cxn ang="0">
                    <a:pos x="0" y="353"/>
                  </a:cxn>
                  <a:cxn ang="0">
                    <a:pos x="19" y="384"/>
                  </a:cxn>
                </a:cxnLst>
                <a:rect l="0" t="0" r="r" b="b"/>
                <a:pathLst>
                  <a:path w="209" h="384">
                    <a:moveTo>
                      <a:pt x="19" y="384"/>
                    </a:moveTo>
                    <a:lnTo>
                      <a:pt x="61" y="328"/>
                    </a:lnTo>
                    <a:lnTo>
                      <a:pt x="65" y="301"/>
                    </a:lnTo>
                    <a:lnTo>
                      <a:pt x="86" y="292"/>
                    </a:lnTo>
                    <a:lnTo>
                      <a:pt x="94" y="267"/>
                    </a:lnTo>
                    <a:lnTo>
                      <a:pt x="146" y="242"/>
                    </a:lnTo>
                    <a:lnTo>
                      <a:pt x="171" y="225"/>
                    </a:lnTo>
                    <a:lnTo>
                      <a:pt x="207" y="228"/>
                    </a:lnTo>
                    <a:lnTo>
                      <a:pt x="209" y="200"/>
                    </a:lnTo>
                    <a:lnTo>
                      <a:pt x="167" y="165"/>
                    </a:lnTo>
                    <a:lnTo>
                      <a:pt x="136" y="138"/>
                    </a:lnTo>
                    <a:lnTo>
                      <a:pt x="159" y="65"/>
                    </a:lnTo>
                    <a:lnTo>
                      <a:pt x="182" y="19"/>
                    </a:lnTo>
                    <a:lnTo>
                      <a:pt x="171" y="15"/>
                    </a:lnTo>
                    <a:lnTo>
                      <a:pt x="157" y="0"/>
                    </a:lnTo>
                    <a:lnTo>
                      <a:pt x="125" y="52"/>
                    </a:lnTo>
                    <a:lnTo>
                      <a:pt x="115" y="71"/>
                    </a:lnTo>
                    <a:lnTo>
                      <a:pt x="90" y="88"/>
                    </a:lnTo>
                    <a:lnTo>
                      <a:pt x="65" y="88"/>
                    </a:lnTo>
                    <a:lnTo>
                      <a:pt x="33" y="125"/>
                    </a:lnTo>
                    <a:lnTo>
                      <a:pt x="56" y="161"/>
                    </a:lnTo>
                    <a:lnTo>
                      <a:pt x="81" y="188"/>
                    </a:lnTo>
                    <a:lnTo>
                      <a:pt x="56" y="211"/>
                    </a:lnTo>
                    <a:lnTo>
                      <a:pt x="50" y="226"/>
                    </a:lnTo>
                    <a:lnTo>
                      <a:pt x="61" y="249"/>
                    </a:lnTo>
                    <a:lnTo>
                      <a:pt x="50" y="284"/>
                    </a:lnTo>
                    <a:lnTo>
                      <a:pt x="31" y="326"/>
                    </a:lnTo>
                    <a:lnTo>
                      <a:pt x="0" y="353"/>
                    </a:lnTo>
                    <a:lnTo>
                      <a:pt x="19" y="384"/>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2" name="Freeform 31"/>
              <p:cNvSpPr>
                <a:spLocks noChangeAspect="1"/>
              </p:cNvSpPr>
              <p:nvPr/>
            </p:nvSpPr>
            <p:spPr bwMode="gray">
              <a:xfrm>
                <a:off x="4734804" y="4479472"/>
                <a:ext cx="219671" cy="272207"/>
              </a:xfrm>
              <a:custGeom>
                <a:avLst/>
                <a:gdLst/>
                <a:ahLst/>
                <a:cxnLst>
                  <a:cxn ang="0">
                    <a:pos x="50" y="250"/>
                  </a:cxn>
                  <a:cxn ang="0">
                    <a:pos x="25" y="184"/>
                  </a:cxn>
                  <a:cxn ang="0">
                    <a:pos x="11" y="165"/>
                  </a:cxn>
                  <a:cxn ang="0">
                    <a:pos x="21" y="125"/>
                  </a:cxn>
                  <a:cxn ang="0">
                    <a:pos x="0" y="83"/>
                  </a:cxn>
                  <a:cxn ang="0">
                    <a:pos x="21" y="67"/>
                  </a:cxn>
                  <a:cxn ang="0">
                    <a:pos x="40" y="48"/>
                  </a:cxn>
                  <a:cxn ang="0">
                    <a:pos x="78" y="29"/>
                  </a:cxn>
                  <a:cxn ang="0">
                    <a:pos x="88" y="0"/>
                  </a:cxn>
                  <a:cxn ang="0">
                    <a:pos x="115" y="0"/>
                  </a:cxn>
                  <a:cxn ang="0">
                    <a:pos x="146" y="62"/>
                  </a:cxn>
                  <a:cxn ang="0">
                    <a:pos x="138" y="113"/>
                  </a:cxn>
                  <a:cxn ang="0">
                    <a:pos x="172" y="117"/>
                  </a:cxn>
                  <a:cxn ang="0">
                    <a:pos x="174" y="125"/>
                  </a:cxn>
                  <a:cxn ang="0">
                    <a:pos x="142" y="177"/>
                  </a:cxn>
                  <a:cxn ang="0">
                    <a:pos x="132" y="196"/>
                  </a:cxn>
                  <a:cxn ang="0">
                    <a:pos x="107" y="213"/>
                  </a:cxn>
                  <a:cxn ang="0">
                    <a:pos x="82" y="213"/>
                  </a:cxn>
                  <a:cxn ang="0">
                    <a:pos x="50" y="250"/>
                  </a:cxn>
                </a:cxnLst>
                <a:rect l="0" t="0" r="r" b="b"/>
                <a:pathLst>
                  <a:path w="174" h="250">
                    <a:moveTo>
                      <a:pt x="50" y="250"/>
                    </a:moveTo>
                    <a:lnTo>
                      <a:pt x="25" y="184"/>
                    </a:lnTo>
                    <a:lnTo>
                      <a:pt x="11" y="165"/>
                    </a:lnTo>
                    <a:lnTo>
                      <a:pt x="21" y="125"/>
                    </a:lnTo>
                    <a:lnTo>
                      <a:pt x="0" y="83"/>
                    </a:lnTo>
                    <a:lnTo>
                      <a:pt x="21" y="67"/>
                    </a:lnTo>
                    <a:lnTo>
                      <a:pt x="40" y="48"/>
                    </a:lnTo>
                    <a:lnTo>
                      <a:pt x="78" y="29"/>
                    </a:lnTo>
                    <a:lnTo>
                      <a:pt x="88" y="0"/>
                    </a:lnTo>
                    <a:lnTo>
                      <a:pt x="115" y="0"/>
                    </a:lnTo>
                    <a:lnTo>
                      <a:pt x="146" y="62"/>
                    </a:lnTo>
                    <a:lnTo>
                      <a:pt x="138" y="113"/>
                    </a:lnTo>
                    <a:lnTo>
                      <a:pt x="172" y="117"/>
                    </a:lnTo>
                    <a:lnTo>
                      <a:pt x="174" y="125"/>
                    </a:lnTo>
                    <a:lnTo>
                      <a:pt x="142" y="177"/>
                    </a:lnTo>
                    <a:lnTo>
                      <a:pt x="132" y="196"/>
                    </a:lnTo>
                    <a:lnTo>
                      <a:pt x="107" y="213"/>
                    </a:lnTo>
                    <a:lnTo>
                      <a:pt x="82" y="213"/>
                    </a:lnTo>
                    <a:lnTo>
                      <a:pt x="50" y="25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3" name="Freeform 32"/>
              <p:cNvSpPr>
                <a:spLocks noChangeAspect="1"/>
              </p:cNvSpPr>
              <p:nvPr/>
            </p:nvSpPr>
            <p:spPr bwMode="gray">
              <a:xfrm>
                <a:off x="4762815" y="4531191"/>
                <a:ext cx="75189" cy="104800"/>
              </a:xfrm>
              <a:custGeom>
                <a:avLst/>
                <a:gdLst/>
                <a:ahLst/>
                <a:cxnLst>
                  <a:cxn ang="0">
                    <a:pos x="36" y="0"/>
                  </a:cxn>
                  <a:cxn ang="0">
                    <a:pos x="27" y="18"/>
                  </a:cxn>
                  <a:cxn ang="0">
                    <a:pos x="36" y="0"/>
                  </a:cxn>
                  <a:cxn ang="0">
                    <a:pos x="61" y="6"/>
                  </a:cxn>
                  <a:cxn ang="0">
                    <a:pos x="61" y="48"/>
                  </a:cxn>
                  <a:cxn ang="0">
                    <a:pos x="25" y="96"/>
                  </a:cxn>
                  <a:cxn ang="0">
                    <a:pos x="8" y="89"/>
                  </a:cxn>
                  <a:cxn ang="0">
                    <a:pos x="0" y="50"/>
                  </a:cxn>
                  <a:cxn ang="0">
                    <a:pos x="27" y="18"/>
                  </a:cxn>
                  <a:cxn ang="0">
                    <a:pos x="36" y="0"/>
                  </a:cxn>
                </a:cxnLst>
                <a:rect l="0" t="0" r="r" b="b"/>
                <a:pathLst>
                  <a:path w="61" h="96">
                    <a:moveTo>
                      <a:pt x="36" y="0"/>
                    </a:moveTo>
                    <a:lnTo>
                      <a:pt x="27" y="18"/>
                    </a:lnTo>
                    <a:lnTo>
                      <a:pt x="36" y="0"/>
                    </a:lnTo>
                    <a:lnTo>
                      <a:pt x="61" y="6"/>
                    </a:lnTo>
                    <a:lnTo>
                      <a:pt x="61" y="48"/>
                    </a:lnTo>
                    <a:lnTo>
                      <a:pt x="25" y="96"/>
                    </a:lnTo>
                    <a:lnTo>
                      <a:pt x="8" y="89"/>
                    </a:lnTo>
                    <a:lnTo>
                      <a:pt x="0" y="50"/>
                    </a:lnTo>
                    <a:lnTo>
                      <a:pt x="27" y="18"/>
                    </a:lnTo>
                    <a:lnTo>
                      <a:pt x="36" y="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4" name="Freeform 33"/>
              <p:cNvSpPr>
                <a:spLocks noChangeAspect="1"/>
              </p:cNvSpPr>
              <p:nvPr/>
            </p:nvSpPr>
            <p:spPr bwMode="gray">
              <a:xfrm>
                <a:off x="4762815" y="4531191"/>
                <a:ext cx="75189" cy="104800"/>
              </a:xfrm>
              <a:custGeom>
                <a:avLst/>
                <a:gdLst/>
                <a:ahLst/>
                <a:cxnLst>
                  <a:cxn ang="0">
                    <a:pos x="36" y="0"/>
                  </a:cxn>
                  <a:cxn ang="0">
                    <a:pos x="27" y="18"/>
                  </a:cxn>
                  <a:cxn ang="0">
                    <a:pos x="36" y="0"/>
                  </a:cxn>
                  <a:cxn ang="0">
                    <a:pos x="61" y="6"/>
                  </a:cxn>
                  <a:cxn ang="0">
                    <a:pos x="61" y="48"/>
                  </a:cxn>
                  <a:cxn ang="0">
                    <a:pos x="25" y="96"/>
                  </a:cxn>
                  <a:cxn ang="0">
                    <a:pos x="8" y="89"/>
                  </a:cxn>
                  <a:cxn ang="0">
                    <a:pos x="0" y="50"/>
                  </a:cxn>
                  <a:cxn ang="0">
                    <a:pos x="27" y="18"/>
                  </a:cxn>
                </a:cxnLst>
                <a:rect l="0" t="0" r="r" b="b"/>
                <a:pathLst>
                  <a:path w="61" h="96">
                    <a:moveTo>
                      <a:pt x="36" y="0"/>
                    </a:moveTo>
                    <a:lnTo>
                      <a:pt x="27" y="18"/>
                    </a:lnTo>
                    <a:lnTo>
                      <a:pt x="36" y="0"/>
                    </a:lnTo>
                    <a:lnTo>
                      <a:pt x="61" y="6"/>
                    </a:lnTo>
                    <a:lnTo>
                      <a:pt x="61" y="48"/>
                    </a:lnTo>
                    <a:lnTo>
                      <a:pt x="25" y="96"/>
                    </a:lnTo>
                    <a:lnTo>
                      <a:pt x="8" y="89"/>
                    </a:lnTo>
                    <a:lnTo>
                      <a:pt x="0" y="50"/>
                    </a:lnTo>
                    <a:lnTo>
                      <a:pt x="27" y="18"/>
                    </a:lnTo>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5" name="Freeform 34"/>
              <p:cNvSpPr>
                <a:spLocks noChangeAspect="1"/>
              </p:cNvSpPr>
              <p:nvPr/>
            </p:nvSpPr>
            <p:spPr bwMode="gray">
              <a:xfrm>
                <a:off x="4498915" y="4440002"/>
                <a:ext cx="302232" cy="326648"/>
              </a:xfrm>
              <a:custGeom>
                <a:avLst/>
                <a:gdLst/>
                <a:ahLst/>
                <a:cxnLst>
                  <a:cxn ang="0">
                    <a:pos x="178" y="297"/>
                  </a:cxn>
                  <a:cxn ang="0">
                    <a:pos x="207" y="295"/>
                  </a:cxn>
                  <a:cxn ang="0">
                    <a:pos x="242" y="284"/>
                  </a:cxn>
                  <a:cxn ang="0">
                    <a:pos x="217" y="218"/>
                  </a:cxn>
                  <a:cxn ang="0">
                    <a:pos x="203" y="199"/>
                  </a:cxn>
                  <a:cxn ang="0">
                    <a:pos x="213" y="159"/>
                  </a:cxn>
                  <a:cxn ang="0">
                    <a:pos x="192" y="117"/>
                  </a:cxn>
                  <a:cxn ang="0">
                    <a:pos x="142" y="100"/>
                  </a:cxn>
                  <a:cxn ang="0">
                    <a:pos x="132" y="71"/>
                  </a:cxn>
                  <a:cxn ang="0">
                    <a:pos x="102" y="52"/>
                  </a:cxn>
                  <a:cxn ang="0">
                    <a:pos x="77" y="65"/>
                  </a:cxn>
                  <a:cxn ang="0">
                    <a:pos x="54" y="46"/>
                  </a:cxn>
                  <a:cxn ang="0">
                    <a:pos x="75" y="23"/>
                  </a:cxn>
                  <a:cxn ang="0">
                    <a:pos x="75" y="7"/>
                  </a:cxn>
                  <a:cxn ang="0">
                    <a:pos x="55" y="0"/>
                  </a:cxn>
                  <a:cxn ang="0">
                    <a:pos x="0" y="32"/>
                  </a:cxn>
                  <a:cxn ang="0">
                    <a:pos x="6" y="55"/>
                  </a:cxn>
                  <a:cxn ang="0">
                    <a:pos x="32" y="69"/>
                  </a:cxn>
                  <a:cxn ang="0">
                    <a:pos x="36" y="103"/>
                  </a:cxn>
                  <a:cxn ang="0">
                    <a:pos x="17" y="111"/>
                  </a:cxn>
                  <a:cxn ang="0">
                    <a:pos x="21" y="128"/>
                  </a:cxn>
                  <a:cxn ang="0">
                    <a:pos x="46" y="147"/>
                  </a:cxn>
                  <a:cxn ang="0">
                    <a:pos x="111" y="182"/>
                  </a:cxn>
                  <a:cxn ang="0">
                    <a:pos x="111" y="199"/>
                  </a:cxn>
                  <a:cxn ang="0">
                    <a:pos x="138" y="224"/>
                  </a:cxn>
                  <a:cxn ang="0">
                    <a:pos x="171" y="230"/>
                  </a:cxn>
                  <a:cxn ang="0">
                    <a:pos x="178" y="247"/>
                  </a:cxn>
                  <a:cxn ang="0">
                    <a:pos x="178" y="297"/>
                  </a:cxn>
                </a:cxnLst>
                <a:rect l="0" t="0" r="r" b="b"/>
                <a:pathLst>
                  <a:path w="242" h="297">
                    <a:moveTo>
                      <a:pt x="178" y="297"/>
                    </a:moveTo>
                    <a:lnTo>
                      <a:pt x="207" y="295"/>
                    </a:lnTo>
                    <a:lnTo>
                      <a:pt x="242" y="284"/>
                    </a:lnTo>
                    <a:lnTo>
                      <a:pt x="217" y="218"/>
                    </a:lnTo>
                    <a:lnTo>
                      <a:pt x="203" y="199"/>
                    </a:lnTo>
                    <a:lnTo>
                      <a:pt x="213" y="159"/>
                    </a:lnTo>
                    <a:lnTo>
                      <a:pt x="192" y="117"/>
                    </a:lnTo>
                    <a:lnTo>
                      <a:pt x="142" y="100"/>
                    </a:lnTo>
                    <a:lnTo>
                      <a:pt x="132" y="71"/>
                    </a:lnTo>
                    <a:lnTo>
                      <a:pt x="102" y="52"/>
                    </a:lnTo>
                    <a:lnTo>
                      <a:pt x="77" y="65"/>
                    </a:lnTo>
                    <a:lnTo>
                      <a:pt x="54" y="46"/>
                    </a:lnTo>
                    <a:lnTo>
                      <a:pt x="75" y="23"/>
                    </a:lnTo>
                    <a:lnTo>
                      <a:pt x="75" y="7"/>
                    </a:lnTo>
                    <a:lnTo>
                      <a:pt x="55" y="0"/>
                    </a:lnTo>
                    <a:lnTo>
                      <a:pt x="0" y="32"/>
                    </a:lnTo>
                    <a:lnTo>
                      <a:pt x="6" y="55"/>
                    </a:lnTo>
                    <a:lnTo>
                      <a:pt x="32" y="69"/>
                    </a:lnTo>
                    <a:lnTo>
                      <a:pt x="36" y="103"/>
                    </a:lnTo>
                    <a:lnTo>
                      <a:pt x="17" y="111"/>
                    </a:lnTo>
                    <a:lnTo>
                      <a:pt x="21" y="128"/>
                    </a:lnTo>
                    <a:lnTo>
                      <a:pt x="46" y="147"/>
                    </a:lnTo>
                    <a:lnTo>
                      <a:pt x="111" y="182"/>
                    </a:lnTo>
                    <a:lnTo>
                      <a:pt x="111" y="199"/>
                    </a:lnTo>
                    <a:lnTo>
                      <a:pt x="138" y="224"/>
                    </a:lnTo>
                    <a:lnTo>
                      <a:pt x="171" y="230"/>
                    </a:lnTo>
                    <a:lnTo>
                      <a:pt x="178" y="247"/>
                    </a:lnTo>
                    <a:lnTo>
                      <a:pt x="178" y="29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6" name="Freeform 35"/>
              <p:cNvSpPr>
                <a:spLocks noChangeAspect="1"/>
              </p:cNvSpPr>
              <p:nvPr/>
            </p:nvSpPr>
            <p:spPr bwMode="gray">
              <a:xfrm>
                <a:off x="4675832" y="4751679"/>
                <a:ext cx="184288" cy="250430"/>
              </a:xfrm>
              <a:custGeom>
                <a:avLst/>
                <a:gdLst/>
                <a:ahLst/>
                <a:cxnLst>
                  <a:cxn ang="0">
                    <a:pos x="65" y="228"/>
                  </a:cxn>
                  <a:cxn ang="0">
                    <a:pos x="96" y="201"/>
                  </a:cxn>
                  <a:cxn ang="0">
                    <a:pos x="115" y="159"/>
                  </a:cxn>
                  <a:cxn ang="0">
                    <a:pos x="126" y="124"/>
                  </a:cxn>
                  <a:cxn ang="0">
                    <a:pos x="115" y="101"/>
                  </a:cxn>
                  <a:cxn ang="0">
                    <a:pos x="121" y="86"/>
                  </a:cxn>
                  <a:cxn ang="0">
                    <a:pos x="146" y="63"/>
                  </a:cxn>
                  <a:cxn ang="0">
                    <a:pos x="121" y="36"/>
                  </a:cxn>
                  <a:cxn ang="0">
                    <a:pos x="98" y="0"/>
                  </a:cxn>
                  <a:cxn ang="0">
                    <a:pos x="63" y="11"/>
                  </a:cxn>
                  <a:cxn ang="0">
                    <a:pos x="34" y="13"/>
                  </a:cxn>
                  <a:cxn ang="0">
                    <a:pos x="17" y="42"/>
                  </a:cxn>
                  <a:cxn ang="0">
                    <a:pos x="25" y="71"/>
                  </a:cxn>
                  <a:cxn ang="0">
                    <a:pos x="17" y="92"/>
                  </a:cxn>
                  <a:cxn ang="0">
                    <a:pos x="34" y="124"/>
                  </a:cxn>
                  <a:cxn ang="0">
                    <a:pos x="15" y="146"/>
                  </a:cxn>
                  <a:cxn ang="0">
                    <a:pos x="0" y="169"/>
                  </a:cxn>
                  <a:cxn ang="0">
                    <a:pos x="13" y="190"/>
                  </a:cxn>
                  <a:cxn ang="0">
                    <a:pos x="13" y="222"/>
                  </a:cxn>
                  <a:cxn ang="0">
                    <a:pos x="65" y="228"/>
                  </a:cxn>
                </a:cxnLst>
                <a:rect l="0" t="0" r="r" b="b"/>
                <a:pathLst>
                  <a:path w="146" h="228">
                    <a:moveTo>
                      <a:pt x="65" y="228"/>
                    </a:moveTo>
                    <a:lnTo>
                      <a:pt x="96" y="201"/>
                    </a:lnTo>
                    <a:lnTo>
                      <a:pt x="115" y="159"/>
                    </a:lnTo>
                    <a:lnTo>
                      <a:pt x="126" y="124"/>
                    </a:lnTo>
                    <a:lnTo>
                      <a:pt x="115" y="101"/>
                    </a:lnTo>
                    <a:lnTo>
                      <a:pt x="121" y="86"/>
                    </a:lnTo>
                    <a:lnTo>
                      <a:pt x="146" y="63"/>
                    </a:lnTo>
                    <a:lnTo>
                      <a:pt x="121" y="36"/>
                    </a:lnTo>
                    <a:lnTo>
                      <a:pt x="98" y="0"/>
                    </a:lnTo>
                    <a:lnTo>
                      <a:pt x="63" y="11"/>
                    </a:lnTo>
                    <a:lnTo>
                      <a:pt x="34" y="13"/>
                    </a:lnTo>
                    <a:lnTo>
                      <a:pt x="17" y="42"/>
                    </a:lnTo>
                    <a:lnTo>
                      <a:pt x="25" y="71"/>
                    </a:lnTo>
                    <a:lnTo>
                      <a:pt x="17" y="92"/>
                    </a:lnTo>
                    <a:lnTo>
                      <a:pt x="34" y="124"/>
                    </a:lnTo>
                    <a:lnTo>
                      <a:pt x="15" y="146"/>
                    </a:lnTo>
                    <a:lnTo>
                      <a:pt x="0" y="169"/>
                    </a:lnTo>
                    <a:lnTo>
                      <a:pt x="13" y="190"/>
                    </a:lnTo>
                    <a:lnTo>
                      <a:pt x="13" y="222"/>
                    </a:lnTo>
                    <a:lnTo>
                      <a:pt x="65" y="22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7" name="Freeform 36"/>
              <p:cNvSpPr>
                <a:spLocks noChangeAspect="1"/>
              </p:cNvSpPr>
              <p:nvPr/>
            </p:nvSpPr>
            <p:spPr bwMode="gray">
              <a:xfrm>
                <a:off x="4528401" y="4851034"/>
                <a:ext cx="253580" cy="270846"/>
              </a:xfrm>
              <a:custGeom>
                <a:avLst/>
                <a:gdLst/>
                <a:ahLst/>
                <a:cxnLst>
                  <a:cxn ang="0">
                    <a:pos x="203" y="167"/>
                  </a:cxn>
                  <a:cxn ang="0">
                    <a:pos x="192" y="190"/>
                  </a:cxn>
                  <a:cxn ang="0">
                    <a:pos x="188" y="213"/>
                  </a:cxn>
                  <a:cxn ang="0">
                    <a:pos x="153" y="244"/>
                  </a:cxn>
                  <a:cxn ang="0">
                    <a:pos x="148" y="247"/>
                  </a:cxn>
                  <a:cxn ang="0">
                    <a:pos x="101" y="217"/>
                  </a:cxn>
                  <a:cxn ang="0">
                    <a:pos x="61" y="190"/>
                  </a:cxn>
                  <a:cxn ang="0">
                    <a:pos x="55" y="178"/>
                  </a:cxn>
                  <a:cxn ang="0">
                    <a:pos x="61" y="171"/>
                  </a:cxn>
                  <a:cxn ang="0">
                    <a:pos x="0" y="115"/>
                  </a:cxn>
                  <a:cxn ang="0">
                    <a:pos x="0" y="100"/>
                  </a:cxn>
                  <a:cxn ang="0">
                    <a:pos x="15" y="80"/>
                  </a:cxn>
                  <a:cxn ang="0">
                    <a:pos x="9" y="50"/>
                  </a:cxn>
                  <a:cxn ang="0">
                    <a:pos x="6" y="32"/>
                  </a:cxn>
                  <a:cxn ang="0">
                    <a:pos x="115" y="4"/>
                  </a:cxn>
                  <a:cxn ang="0">
                    <a:pos x="136" y="0"/>
                  </a:cxn>
                  <a:cxn ang="0">
                    <a:pos x="153" y="32"/>
                  </a:cxn>
                  <a:cxn ang="0">
                    <a:pos x="134" y="54"/>
                  </a:cxn>
                  <a:cxn ang="0">
                    <a:pos x="119" y="77"/>
                  </a:cxn>
                  <a:cxn ang="0">
                    <a:pos x="132" y="98"/>
                  </a:cxn>
                  <a:cxn ang="0">
                    <a:pos x="132" y="130"/>
                  </a:cxn>
                  <a:cxn ang="0">
                    <a:pos x="184" y="136"/>
                  </a:cxn>
                  <a:cxn ang="0">
                    <a:pos x="203" y="167"/>
                  </a:cxn>
                </a:cxnLst>
                <a:rect l="0" t="0" r="r" b="b"/>
                <a:pathLst>
                  <a:path w="203" h="247">
                    <a:moveTo>
                      <a:pt x="203" y="167"/>
                    </a:moveTo>
                    <a:lnTo>
                      <a:pt x="192" y="190"/>
                    </a:lnTo>
                    <a:lnTo>
                      <a:pt x="188" y="213"/>
                    </a:lnTo>
                    <a:lnTo>
                      <a:pt x="153" y="244"/>
                    </a:lnTo>
                    <a:lnTo>
                      <a:pt x="148" y="247"/>
                    </a:lnTo>
                    <a:lnTo>
                      <a:pt x="101" y="217"/>
                    </a:lnTo>
                    <a:lnTo>
                      <a:pt x="61" y="190"/>
                    </a:lnTo>
                    <a:lnTo>
                      <a:pt x="55" y="178"/>
                    </a:lnTo>
                    <a:lnTo>
                      <a:pt x="61" y="171"/>
                    </a:lnTo>
                    <a:lnTo>
                      <a:pt x="0" y="115"/>
                    </a:lnTo>
                    <a:lnTo>
                      <a:pt x="0" y="100"/>
                    </a:lnTo>
                    <a:lnTo>
                      <a:pt x="15" y="80"/>
                    </a:lnTo>
                    <a:lnTo>
                      <a:pt x="9" y="50"/>
                    </a:lnTo>
                    <a:lnTo>
                      <a:pt x="6" y="32"/>
                    </a:lnTo>
                    <a:lnTo>
                      <a:pt x="115" y="4"/>
                    </a:lnTo>
                    <a:lnTo>
                      <a:pt x="136" y="0"/>
                    </a:lnTo>
                    <a:lnTo>
                      <a:pt x="153" y="32"/>
                    </a:lnTo>
                    <a:lnTo>
                      <a:pt x="134" y="54"/>
                    </a:lnTo>
                    <a:lnTo>
                      <a:pt x="119" y="77"/>
                    </a:lnTo>
                    <a:lnTo>
                      <a:pt x="132" y="98"/>
                    </a:lnTo>
                    <a:lnTo>
                      <a:pt x="132" y="130"/>
                    </a:lnTo>
                    <a:lnTo>
                      <a:pt x="184" y="136"/>
                    </a:lnTo>
                    <a:lnTo>
                      <a:pt x="203" y="16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8" name="Freeform 37"/>
              <p:cNvSpPr>
                <a:spLocks noChangeAspect="1"/>
              </p:cNvSpPr>
              <p:nvPr/>
            </p:nvSpPr>
            <p:spPr bwMode="gray">
              <a:xfrm>
                <a:off x="4525453" y="4659128"/>
                <a:ext cx="194608" cy="230015"/>
              </a:xfrm>
              <a:custGeom>
                <a:avLst/>
                <a:gdLst/>
                <a:ahLst/>
                <a:cxnLst>
                  <a:cxn ang="0">
                    <a:pos x="138" y="177"/>
                  </a:cxn>
                  <a:cxn ang="0">
                    <a:pos x="117" y="181"/>
                  </a:cxn>
                  <a:cxn ang="0">
                    <a:pos x="8" y="209"/>
                  </a:cxn>
                  <a:cxn ang="0">
                    <a:pos x="0" y="192"/>
                  </a:cxn>
                  <a:cxn ang="0">
                    <a:pos x="69" y="150"/>
                  </a:cxn>
                  <a:cxn ang="0">
                    <a:pos x="82" y="115"/>
                  </a:cxn>
                  <a:cxn ang="0">
                    <a:pos x="75" y="85"/>
                  </a:cxn>
                  <a:cxn ang="0">
                    <a:pos x="96" y="66"/>
                  </a:cxn>
                  <a:cxn ang="0">
                    <a:pos x="98" y="39"/>
                  </a:cxn>
                  <a:cxn ang="0">
                    <a:pos x="80" y="12"/>
                  </a:cxn>
                  <a:cxn ang="0">
                    <a:pos x="88" y="0"/>
                  </a:cxn>
                  <a:cxn ang="0">
                    <a:pos x="115" y="25"/>
                  </a:cxn>
                  <a:cxn ang="0">
                    <a:pos x="148" y="31"/>
                  </a:cxn>
                  <a:cxn ang="0">
                    <a:pos x="155" y="48"/>
                  </a:cxn>
                  <a:cxn ang="0">
                    <a:pos x="155" y="98"/>
                  </a:cxn>
                  <a:cxn ang="0">
                    <a:pos x="138" y="127"/>
                  </a:cxn>
                  <a:cxn ang="0">
                    <a:pos x="146" y="156"/>
                  </a:cxn>
                  <a:cxn ang="0">
                    <a:pos x="138" y="177"/>
                  </a:cxn>
                </a:cxnLst>
                <a:rect l="0" t="0" r="r" b="b"/>
                <a:pathLst>
                  <a:path w="155" h="209">
                    <a:moveTo>
                      <a:pt x="138" y="177"/>
                    </a:moveTo>
                    <a:lnTo>
                      <a:pt x="117" y="181"/>
                    </a:lnTo>
                    <a:lnTo>
                      <a:pt x="8" y="209"/>
                    </a:lnTo>
                    <a:lnTo>
                      <a:pt x="0" y="192"/>
                    </a:lnTo>
                    <a:lnTo>
                      <a:pt x="69" y="150"/>
                    </a:lnTo>
                    <a:lnTo>
                      <a:pt x="82" y="115"/>
                    </a:lnTo>
                    <a:lnTo>
                      <a:pt x="75" y="85"/>
                    </a:lnTo>
                    <a:lnTo>
                      <a:pt x="96" y="66"/>
                    </a:lnTo>
                    <a:lnTo>
                      <a:pt x="98" y="39"/>
                    </a:lnTo>
                    <a:lnTo>
                      <a:pt x="80" y="12"/>
                    </a:lnTo>
                    <a:lnTo>
                      <a:pt x="88" y="0"/>
                    </a:lnTo>
                    <a:lnTo>
                      <a:pt x="115" y="25"/>
                    </a:lnTo>
                    <a:lnTo>
                      <a:pt x="148" y="31"/>
                    </a:lnTo>
                    <a:lnTo>
                      <a:pt x="155" y="48"/>
                    </a:lnTo>
                    <a:lnTo>
                      <a:pt x="155" y="98"/>
                    </a:lnTo>
                    <a:lnTo>
                      <a:pt x="138" y="127"/>
                    </a:lnTo>
                    <a:lnTo>
                      <a:pt x="146" y="156"/>
                    </a:lnTo>
                    <a:lnTo>
                      <a:pt x="138" y="17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09" name="Freeform 38"/>
              <p:cNvSpPr>
                <a:spLocks noChangeAspect="1"/>
              </p:cNvSpPr>
              <p:nvPr/>
            </p:nvSpPr>
            <p:spPr bwMode="gray">
              <a:xfrm>
                <a:off x="4329370" y="4478111"/>
                <a:ext cx="316975" cy="293984"/>
              </a:xfrm>
              <a:custGeom>
                <a:avLst/>
                <a:gdLst/>
                <a:ahLst/>
                <a:cxnLst>
                  <a:cxn ang="0">
                    <a:pos x="32" y="121"/>
                  </a:cxn>
                  <a:cxn ang="0">
                    <a:pos x="42" y="121"/>
                  </a:cxn>
                  <a:cxn ang="0">
                    <a:pos x="55" y="108"/>
                  </a:cxn>
                  <a:cxn ang="0">
                    <a:pos x="24" y="4"/>
                  </a:cxn>
                  <a:cxn ang="0">
                    <a:pos x="42" y="0"/>
                  </a:cxn>
                  <a:cxn ang="0">
                    <a:pos x="136" y="0"/>
                  </a:cxn>
                  <a:cxn ang="0">
                    <a:pos x="142" y="23"/>
                  </a:cxn>
                  <a:cxn ang="0">
                    <a:pos x="168" y="37"/>
                  </a:cxn>
                  <a:cxn ang="0">
                    <a:pos x="172" y="71"/>
                  </a:cxn>
                  <a:cxn ang="0">
                    <a:pos x="153" y="79"/>
                  </a:cxn>
                  <a:cxn ang="0">
                    <a:pos x="157" y="96"/>
                  </a:cxn>
                  <a:cxn ang="0">
                    <a:pos x="182" y="115"/>
                  </a:cxn>
                  <a:cxn ang="0">
                    <a:pos x="247" y="150"/>
                  </a:cxn>
                  <a:cxn ang="0">
                    <a:pos x="247" y="167"/>
                  </a:cxn>
                  <a:cxn ang="0">
                    <a:pos x="239" y="179"/>
                  </a:cxn>
                  <a:cxn ang="0">
                    <a:pos x="257" y="206"/>
                  </a:cxn>
                  <a:cxn ang="0">
                    <a:pos x="255" y="233"/>
                  </a:cxn>
                  <a:cxn ang="0">
                    <a:pos x="234" y="252"/>
                  </a:cxn>
                  <a:cxn ang="0">
                    <a:pos x="216" y="242"/>
                  </a:cxn>
                  <a:cxn ang="0">
                    <a:pos x="153" y="271"/>
                  </a:cxn>
                  <a:cxn ang="0">
                    <a:pos x="67" y="231"/>
                  </a:cxn>
                  <a:cxn ang="0">
                    <a:pos x="36" y="227"/>
                  </a:cxn>
                  <a:cxn ang="0">
                    <a:pos x="26" y="227"/>
                  </a:cxn>
                  <a:cxn ang="0">
                    <a:pos x="13" y="240"/>
                  </a:cxn>
                  <a:cxn ang="0">
                    <a:pos x="0" y="186"/>
                  </a:cxn>
                  <a:cxn ang="0">
                    <a:pos x="32" y="121"/>
                  </a:cxn>
                </a:cxnLst>
                <a:rect l="0" t="0" r="r" b="b"/>
                <a:pathLst>
                  <a:path w="257" h="271">
                    <a:moveTo>
                      <a:pt x="32" y="121"/>
                    </a:moveTo>
                    <a:lnTo>
                      <a:pt x="42" y="121"/>
                    </a:lnTo>
                    <a:lnTo>
                      <a:pt x="55" y="108"/>
                    </a:lnTo>
                    <a:lnTo>
                      <a:pt x="24" y="4"/>
                    </a:lnTo>
                    <a:lnTo>
                      <a:pt x="42" y="0"/>
                    </a:lnTo>
                    <a:lnTo>
                      <a:pt x="136" y="0"/>
                    </a:lnTo>
                    <a:lnTo>
                      <a:pt x="142" y="23"/>
                    </a:lnTo>
                    <a:lnTo>
                      <a:pt x="168" y="37"/>
                    </a:lnTo>
                    <a:lnTo>
                      <a:pt x="172" y="71"/>
                    </a:lnTo>
                    <a:lnTo>
                      <a:pt x="153" y="79"/>
                    </a:lnTo>
                    <a:lnTo>
                      <a:pt x="157" y="96"/>
                    </a:lnTo>
                    <a:lnTo>
                      <a:pt x="182" y="115"/>
                    </a:lnTo>
                    <a:lnTo>
                      <a:pt x="247" y="150"/>
                    </a:lnTo>
                    <a:lnTo>
                      <a:pt x="247" y="167"/>
                    </a:lnTo>
                    <a:lnTo>
                      <a:pt x="239" y="179"/>
                    </a:lnTo>
                    <a:lnTo>
                      <a:pt x="257" y="206"/>
                    </a:lnTo>
                    <a:lnTo>
                      <a:pt x="255" y="233"/>
                    </a:lnTo>
                    <a:lnTo>
                      <a:pt x="234" y="252"/>
                    </a:lnTo>
                    <a:lnTo>
                      <a:pt x="216" y="242"/>
                    </a:lnTo>
                    <a:lnTo>
                      <a:pt x="153" y="271"/>
                    </a:lnTo>
                    <a:lnTo>
                      <a:pt x="67" y="231"/>
                    </a:lnTo>
                    <a:lnTo>
                      <a:pt x="36" y="227"/>
                    </a:lnTo>
                    <a:lnTo>
                      <a:pt x="26" y="227"/>
                    </a:lnTo>
                    <a:lnTo>
                      <a:pt x="13" y="240"/>
                    </a:lnTo>
                    <a:lnTo>
                      <a:pt x="0" y="186"/>
                    </a:lnTo>
                    <a:lnTo>
                      <a:pt x="32" y="121"/>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0" name="Freeform 39"/>
              <p:cNvSpPr>
                <a:spLocks noChangeAspect="1"/>
              </p:cNvSpPr>
              <p:nvPr/>
            </p:nvSpPr>
            <p:spPr bwMode="gray">
              <a:xfrm>
                <a:off x="4027138" y="4480833"/>
                <a:ext cx="371524" cy="164685"/>
              </a:xfrm>
              <a:custGeom>
                <a:avLst/>
                <a:gdLst/>
                <a:ahLst/>
                <a:cxnLst>
                  <a:cxn ang="0">
                    <a:pos x="274" y="117"/>
                  </a:cxn>
                  <a:cxn ang="0">
                    <a:pos x="284" y="117"/>
                  </a:cxn>
                  <a:cxn ang="0">
                    <a:pos x="297" y="104"/>
                  </a:cxn>
                  <a:cxn ang="0">
                    <a:pos x="266" y="0"/>
                  </a:cxn>
                  <a:cxn ang="0">
                    <a:pos x="180" y="27"/>
                  </a:cxn>
                  <a:cxn ang="0">
                    <a:pos x="99" y="21"/>
                  </a:cxn>
                  <a:cxn ang="0">
                    <a:pos x="36" y="40"/>
                  </a:cxn>
                  <a:cxn ang="0">
                    <a:pos x="36" y="83"/>
                  </a:cxn>
                  <a:cxn ang="0">
                    <a:pos x="9" y="111"/>
                  </a:cxn>
                  <a:cxn ang="0">
                    <a:pos x="0" y="142"/>
                  </a:cxn>
                  <a:cxn ang="0">
                    <a:pos x="30" y="152"/>
                  </a:cxn>
                  <a:cxn ang="0">
                    <a:pos x="105" y="75"/>
                  </a:cxn>
                  <a:cxn ang="0">
                    <a:pos x="124" y="83"/>
                  </a:cxn>
                  <a:cxn ang="0">
                    <a:pos x="140" y="100"/>
                  </a:cxn>
                  <a:cxn ang="0">
                    <a:pos x="147" y="100"/>
                  </a:cxn>
                  <a:cxn ang="0">
                    <a:pos x="176" y="83"/>
                  </a:cxn>
                  <a:cxn ang="0">
                    <a:pos x="215" y="92"/>
                  </a:cxn>
                  <a:cxn ang="0">
                    <a:pos x="224" y="117"/>
                  </a:cxn>
                  <a:cxn ang="0">
                    <a:pos x="255" y="115"/>
                  </a:cxn>
                  <a:cxn ang="0">
                    <a:pos x="268" y="111"/>
                  </a:cxn>
                  <a:cxn ang="0">
                    <a:pos x="272" y="111"/>
                  </a:cxn>
                  <a:cxn ang="0">
                    <a:pos x="274" y="117"/>
                  </a:cxn>
                </a:cxnLst>
                <a:rect l="0" t="0" r="r" b="b"/>
                <a:pathLst>
                  <a:path w="297" h="152">
                    <a:moveTo>
                      <a:pt x="274" y="117"/>
                    </a:moveTo>
                    <a:lnTo>
                      <a:pt x="284" y="117"/>
                    </a:lnTo>
                    <a:lnTo>
                      <a:pt x="297" y="104"/>
                    </a:lnTo>
                    <a:lnTo>
                      <a:pt x="266" y="0"/>
                    </a:lnTo>
                    <a:lnTo>
                      <a:pt x="180" y="27"/>
                    </a:lnTo>
                    <a:lnTo>
                      <a:pt x="99" y="21"/>
                    </a:lnTo>
                    <a:lnTo>
                      <a:pt x="36" y="40"/>
                    </a:lnTo>
                    <a:lnTo>
                      <a:pt x="36" y="83"/>
                    </a:lnTo>
                    <a:lnTo>
                      <a:pt x="9" y="111"/>
                    </a:lnTo>
                    <a:lnTo>
                      <a:pt x="0" y="142"/>
                    </a:lnTo>
                    <a:lnTo>
                      <a:pt x="30" y="152"/>
                    </a:lnTo>
                    <a:lnTo>
                      <a:pt x="105" y="75"/>
                    </a:lnTo>
                    <a:lnTo>
                      <a:pt x="124" y="83"/>
                    </a:lnTo>
                    <a:lnTo>
                      <a:pt x="140" y="100"/>
                    </a:lnTo>
                    <a:lnTo>
                      <a:pt x="147" y="100"/>
                    </a:lnTo>
                    <a:lnTo>
                      <a:pt x="176" y="83"/>
                    </a:lnTo>
                    <a:lnTo>
                      <a:pt x="215" y="92"/>
                    </a:lnTo>
                    <a:lnTo>
                      <a:pt x="224" y="117"/>
                    </a:lnTo>
                    <a:lnTo>
                      <a:pt x="255" y="115"/>
                    </a:lnTo>
                    <a:lnTo>
                      <a:pt x="268" y="111"/>
                    </a:lnTo>
                    <a:lnTo>
                      <a:pt x="272" y="111"/>
                    </a:lnTo>
                    <a:lnTo>
                      <a:pt x="274" y="11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1" name="Freeform 40"/>
              <p:cNvSpPr>
                <a:spLocks noChangeAspect="1"/>
              </p:cNvSpPr>
              <p:nvPr/>
            </p:nvSpPr>
            <p:spPr bwMode="gray">
              <a:xfrm>
                <a:off x="4063996" y="4562495"/>
                <a:ext cx="305181" cy="255875"/>
              </a:xfrm>
              <a:custGeom>
                <a:avLst/>
                <a:gdLst/>
                <a:ahLst/>
                <a:cxnLst>
                  <a:cxn ang="0">
                    <a:pos x="27" y="219"/>
                  </a:cxn>
                  <a:cxn ang="0">
                    <a:pos x="39" y="226"/>
                  </a:cxn>
                  <a:cxn ang="0">
                    <a:pos x="46" y="223"/>
                  </a:cxn>
                  <a:cxn ang="0">
                    <a:pos x="81" y="215"/>
                  </a:cxn>
                  <a:cxn ang="0">
                    <a:pos x="94" y="234"/>
                  </a:cxn>
                  <a:cxn ang="0">
                    <a:pos x="125" y="232"/>
                  </a:cxn>
                  <a:cxn ang="0">
                    <a:pos x="131" y="192"/>
                  </a:cxn>
                  <a:cxn ang="0">
                    <a:pos x="154" y="198"/>
                  </a:cxn>
                  <a:cxn ang="0">
                    <a:pos x="183" y="184"/>
                  </a:cxn>
                  <a:cxn ang="0">
                    <a:pos x="194" y="161"/>
                  </a:cxn>
                  <a:cxn ang="0">
                    <a:pos x="225" y="161"/>
                  </a:cxn>
                  <a:cxn ang="0">
                    <a:pos x="212" y="107"/>
                  </a:cxn>
                  <a:cxn ang="0">
                    <a:pos x="244" y="42"/>
                  </a:cxn>
                  <a:cxn ang="0">
                    <a:pos x="242" y="36"/>
                  </a:cxn>
                  <a:cxn ang="0">
                    <a:pos x="238" y="36"/>
                  </a:cxn>
                  <a:cxn ang="0">
                    <a:pos x="225" y="40"/>
                  </a:cxn>
                  <a:cxn ang="0">
                    <a:pos x="194" y="42"/>
                  </a:cxn>
                  <a:cxn ang="0">
                    <a:pos x="185" y="17"/>
                  </a:cxn>
                  <a:cxn ang="0">
                    <a:pos x="146" y="8"/>
                  </a:cxn>
                  <a:cxn ang="0">
                    <a:pos x="117" y="25"/>
                  </a:cxn>
                  <a:cxn ang="0">
                    <a:pos x="110" y="25"/>
                  </a:cxn>
                  <a:cxn ang="0">
                    <a:pos x="94" y="8"/>
                  </a:cxn>
                  <a:cxn ang="0">
                    <a:pos x="75" y="0"/>
                  </a:cxn>
                  <a:cxn ang="0">
                    <a:pos x="0" y="77"/>
                  </a:cxn>
                  <a:cxn ang="0">
                    <a:pos x="27" y="219"/>
                  </a:cxn>
                </a:cxnLst>
                <a:rect l="0" t="0" r="r" b="b"/>
                <a:pathLst>
                  <a:path w="244" h="234">
                    <a:moveTo>
                      <a:pt x="27" y="219"/>
                    </a:moveTo>
                    <a:lnTo>
                      <a:pt x="39" y="226"/>
                    </a:lnTo>
                    <a:lnTo>
                      <a:pt x="46" y="223"/>
                    </a:lnTo>
                    <a:lnTo>
                      <a:pt x="81" y="215"/>
                    </a:lnTo>
                    <a:lnTo>
                      <a:pt x="94" y="234"/>
                    </a:lnTo>
                    <a:lnTo>
                      <a:pt x="125" y="232"/>
                    </a:lnTo>
                    <a:lnTo>
                      <a:pt x="131" y="192"/>
                    </a:lnTo>
                    <a:lnTo>
                      <a:pt x="154" y="198"/>
                    </a:lnTo>
                    <a:lnTo>
                      <a:pt x="183" y="184"/>
                    </a:lnTo>
                    <a:lnTo>
                      <a:pt x="194" y="161"/>
                    </a:lnTo>
                    <a:lnTo>
                      <a:pt x="225" y="161"/>
                    </a:lnTo>
                    <a:lnTo>
                      <a:pt x="212" y="107"/>
                    </a:lnTo>
                    <a:lnTo>
                      <a:pt x="244" y="42"/>
                    </a:lnTo>
                    <a:lnTo>
                      <a:pt x="242" y="36"/>
                    </a:lnTo>
                    <a:lnTo>
                      <a:pt x="238" y="36"/>
                    </a:lnTo>
                    <a:lnTo>
                      <a:pt x="225" y="40"/>
                    </a:lnTo>
                    <a:lnTo>
                      <a:pt x="194" y="42"/>
                    </a:lnTo>
                    <a:lnTo>
                      <a:pt x="185" y="17"/>
                    </a:lnTo>
                    <a:lnTo>
                      <a:pt x="146" y="8"/>
                    </a:lnTo>
                    <a:lnTo>
                      <a:pt x="117" y="25"/>
                    </a:lnTo>
                    <a:lnTo>
                      <a:pt x="110" y="25"/>
                    </a:lnTo>
                    <a:lnTo>
                      <a:pt x="94" y="8"/>
                    </a:lnTo>
                    <a:lnTo>
                      <a:pt x="75" y="0"/>
                    </a:lnTo>
                    <a:lnTo>
                      <a:pt x="0" y="77"/>
                    </a:lnTo>
                    <a:lnTo>
                      <a:pt x="27" y="219"/>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2" name="Freeform 41"/>
              <p:cNvSpPr>
                <a:spLocks noChangeAspect="1"/>
              </p:cNvSpPr>
              <p:nvPr/>
            </p:nvSpPr>
            <p:spPr bwMode="gray">
              <a:xfrm>
                <a:off x="3630551" y="4484916"/>
                <a:ext cx="442291" cy="357952"/>
              </a:xfrm>
              <a:custGeom>
                <a:avLst/>
                <a:gdLst/>
                <a:ahLst/>
                <a:cxnLst>
                  <a:cxn ang="0">
                    <a:pos x="321" y="138"/>
                  </a:cxn>
                  <a:cxn ang="0">
                    <a:pos x="330" y="107"/>
                  </a:cxn>
                  <a:cxn ang="0">
                    <a:pos x="357" y="79"/>
                  </a:cxn>
                  <a:cxn ang="0">
                    <a:pos x="357" y="36"/>
                  </a:cxn>
                  <a:cxn ang="0">
                    <a:pos x="342" y="25"/>
                  </a:cxn>
                  <a:cxn ang="0">
                    <a:pos x="334" y="4"/>
                  </a:cxn>
                  <a:cxn ang="0">
                    <a:pos x="326" y="6"/>
                  </a:cxn>
                  <a:cxn ang="0">
                    <a:pos x="300" y="0"/>
                  </a:cxn>
                  <a:cxn ang="0">
                    <a:pos x="209" y="36"/>
                  </a:cxn>
                  <a:cxn ang="0">
                    <a:pos x="204" y="60"/>
                  </a:cxn>
                  <a:cxn ang="0">
                    <a:pos x="8" y="225"/>
                  </a:cxn>
                  <a:cxn ang="0">
                    <a:pos x="0" y="226"/>
                  </a:cxn>
                  <a:cxn ang="0">
                    <a:pos x="0" y="280"/>
                  </a:cxn>
                  <a:cxn ang="0">
                    <a:pos x="12" y="297"/>
                  </a:cxn>
                  <a:cxn ang="0">
                    <a:pos x="16" y="326"/>
                  </a:cxn>
                  <a:cxn ang="0">
                    <a:pos x="52" y="326"/>
                  </a:cxn>
                  <a:cxn ang="0">
                    <a:pos x="75" y="296"/>
                  </a:cxn>
                  <a:cxn ang="0">
                    <a:pos x="88" y="249"/>
                  </a:cxn>
                  <a:cxn ang="0">
                    <a:pos x="115" y="213"/>
                  </a:cxn>
                  <a:cxn ang="0">
                    <a:pos x="211" y="190"/>
                  </a:cxn>
                  <a:cxn ang="0">
                    <a:pos x="255" y="138"/>
                  </a:cxn>
                  <a:cxn ang="0">
                    <a:pos x="321" y="138"/>
                  </a:cxn>
                </a:cxnLst>
                <a:rect l="0" t="0" r="r" b="b"/>
                <a:pathLst>
                  <a:path w="357" h="326">
                    <a:moveTo>
                      <a:pt x="321" y="138"/>
                    </a:moveTo>
                    <a:lnTo>
                      <a:pt x="330" y="107"/>
                    </a:lnTo>
                    <a:lnTo>
                      <a:pt x="357" y="79"/>
                    </a:lnTo>
                    <a:lnTo>
                      <a:pt x="357" y="36"/>
                    </a:lnTo>
                    <a:lnTo>
                      <a:pt x="342" y="25"/>
                    </a:lnTo>
                    <a:lnTo>
                      <a:pt x="334" y="4"/>
                    </a:lnTo>
                    <a:lnTo>
                      <a:pt x="326" y="6"/>
                    </a:lnTo>
                    <a:lnTo>
                      <a:pt x="300" y="0"/>
                    </a:lnTo>
                    <a:lnTo>
                      <a:pt x="209" y="36"/>
                    </a:lnTo>
                    <a:lnTo>
                      <a:pt x="204" y="60"/>
                    </a:lnTo>
                    <a:lnTo>
                      <a:pt x="8" y="225"/>
                    </a:lnTo>
                    <a:lnTo>
                      <a:pt x="0" y="226"/>
                    </a:lnTo>
                    <a:lnTo>
                      <a:pt x="0" y="280"/>
                    </a:lnTo>
                    <a:lnTo>
                      <a:pt x="12" y="297"/>
                    </a:lnTo>
                    <a:lnTo>
                      <a:pt x="16" y="326"/>
                    </a:lnTo>
                    <a:lnTo>
                      <a:pt x="52" y="326"/>
                    </a:lnTo>
                    <a:lnTo>
                      <a:pt x="75" y="296"/>
                    </a:lnTo>
                    <a:lnTo>
                      <a:pt x="88" y="249"/>
                    </a:lnTo>
                    <a:lnTo>
                      <a:pt x="115" y="213"/>
                    </a:lnTo>
                    <a:lnTo>
                      <a:pt x="211" y="190"/>
                    </a:lnTo>
                    <a:lnTo>
                      <a:pt x="255" y="138"/>
                    </a:lnTo>
                    <a:lnTo>
                      <a:pt x="321" y="13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3" name="Freeform 42"/>
              <p:cNvSpPr>
                <a:spLocks noChangeAspect="1"/>
              </p:cNvSpPr>
              <p:nvPr/>
            </p:nvSpPr>
            <p:spPr bwMode="gray">
              <a:xfrm>
                <a:off x="3376970" y="4732624"/>
                <a:ext cx="377422" cy="234098"/>
              </a:xfrm>
              <a:custGeom>
                <a:avLst/>
                <a:gdLst/>
                <a:ahLst/>
                <a:cxnLst>
                  <a:cxn ang="0">
                    <a:pos x="305" y="119"/>
                  </a:cxn>
                  <a:cxn ang="0">
                    <a:pos x="297" y="156"/>
                  </a:cxn>
                  <a:cxn ang="0">
                    <a:pos x="288" y="175"/>
                  </a:cxn>
                  <a:cxn ang="0">
                    <a:pos x="274" y="215"/>
                  </a:cxn>
                  <a:cxn ang="0">
                    <a:pos x="211" y="185"/>
                  </a:cxn>
                  <a:cxn ang="0">
                    <a:pos x="186" y="160"/>
                  </a:cxn>
                  <a:cxn ang="0">
                    <a:pos x="144" y="177"/>
                  </a:cxn>
                  <a:cxn ang="0">
                    <a:pos x="121" y="175"/>
                  </a:cxn>
                  <a:cxn ang="0">
                    <a:pos x="121" y="169"/>
                  </a:cxn>
                  <a:cxn ang="0">
                    <a:pos x="111" y="169"/>
                  </a:cxn>
                  <a:cxn ang="0">
                    <a:pos x="88" y="189"/>
                  </a:cxn>
                  <a:cxn ang="0">
                    <a:pos x="34" y="164"/>
                  </a:cxn>
                  <a:cxn ang="0">
                    <a:pos x="11" y="177"/>
                  </a:cxn>
                  <a:cxn ang="0">
                    <a:pos x="0" y="141"/>
                  </a:cxn>
                  <a:cxn ang="0">
                    <a:pos x="13" y="119"/>
                  </a:cxn>
                  <a:cxn ang="0">
                    <a:pos x="4" y="94"/>
                  </a:cxn>
                  <a:cxn ang="0">
                    <a:pos x="23" y="77"/>
                  </a:cxn>
                  <a:cxn ang="0">
                    <a:pos x="27" y="64"/>
                  </a:cxn>
                  <a:cxn ang="0">
                    <a:pos x="53" y="64"/>
                  </a:cxn>
                  <a:cxn ang="0">
                    <a:pos x="69" y="68"/>
                  </a:cxn>
                  <a:cxn ang="0">
                    <a:pos x="78" y="60"/>
                  </a:cxn>
                  <a:cxn ang="0">
                    <a:pos x="92" y="71"/>
                  </a:cxn>
                  <a:cxn ang="0">
                    <a:pos x="163" y="23"/>
                  </a:cxn>
                  <a:cxn ang="0">
                    <a:pos x="176" y="6"/>
                  </a:cxn>
                  <a:cxn ang="0">
                    <a:pos x="203" y="0"/>
                  </a:cxn>
                  <a:cxn ang="0">
                    <a:pos x="203" y="54"/>
                  </a:cxn>
                  <a:cxn ang="0">
                    <a:pos x="215" y="71"/>
                  </a:cxn>
                  <a:cxn ang="0">
                    <a:pos x="219" y="100"/>
                  </a:cxn>
                  <a:cxn ang="0">
                    <a:pos x="255" y="100"/>
                  </a:cxn>
                  <a:cxn ang="0">
                    <a:pos x="278" y="70"/>
                  </a:cxn>
                  <a:cxn ang="0">
                    <a:pos x="290" y="110"/>
                  </a:cxn>
                  <a:cxn ang="0">
                    <a:pos x="305" y="119"/>
                  </a:cxn>
                </a:cxnLst>
                <a:rect l="0" t="0" r="r" b="b"/>
                <a:pathLst>
                  <a:path w="305" h="215">
                    <a:moveTo>
                      <a:pt x="305" y="119"/>
                    </a:moveTo>
                    <a:lnTo>
                      <a:pt x="297" y="156"/>
                    </a:lnTo>
                    <a:lnTo>
                      <a:pt x="288" y="175"/>
                    </a:lnTo>
                    <a:lnTo>
                      <a:pt x="274" y="215"/>
                    </a:lnTo>
                    <a:lnTo>
                      <a:pt x="211" y="185"/>
                    </a:lnTo>
                    <a:lnTo>
                      <a:pt x="186" y="160"/>
                    </a:lnTo>
                    <a:lnTo>
                      <a:pt x="144" y="177"/>
                    </a:lnTo>
                    <a:lnTo>
                      <a:pt x="121" y="175"/>
                    </a:lnTo>
                    <a:lnTo>
                      <a:pt x="121" y="169"/>
                    </a:lnTo>
                    <a:lnTo>
                      <a:pt x="111" y="169"/>
                    </a:lnTo>
                    <a:lnTo>
                      <a:pt x="88" y="189"/>
                    </a:lnTo>
                    <a:lnTo>
                      <a:pt x="34" y="164"/>
                    </a:lnTo>
                    <a:lnTo>
                      <a:pt x="11" y="177"/>
                    </a:lnTo>
                    <a:lnTo>
                      <a:pt x="0" y="141"/>
                    </a:lnTo>
                    <a:lnTo>
                      <a:pt x="13" y="119"/>
                    </a:lnTo>
                    <a:lnTo>
                      <a:pt x="4" y="94"/>
                    </a:lnTo>
                    <a:lnTo>
                      <a:pt x="23" y="77"/>
                    </a:lnTo>
                    <a:lnTo>
                      <a:pt x="27" y="64"/>
                    </a:lnTo>
                    <a:lnTo>
                      <a:pt x="53" y="64"/>
                    </a:lnTo>
                    <a:lnTo>
                      <a:pt x="69" y="68"/>
                    </a:lnTo>
                    <a:lnTo>
                      <a:pt x="78" y="60"/>
                    </a:lnTo>
                    <a:lnTo>
                      <a:pt x="92" y="71"/>
                    </a:lnTo>
                    <a:lnTo>
                      <a:pt x="163" y="23"/>
                    </a:lnTo>
                    <a:lnTo>
                      <a:pt x="176" y="6"/>
                    </a:lnTo>
                    <a:lnTo>
                      <a:pt x="203" y="0"/>
                    </a:lnTo>
                    <a:lnTo>
                      <a:pt x="203" y="54"/>
                    </a:lnTo>
                    <a:lnTo>
                      <a:pt x="215" y="71"/>
                    </a:lnTo>
                    <a:lnTo>
                      <a:pt x="219" y="100"/>
                    </a:lnTo>
                    <a:lnTo>
                      <a:pt x="255" y="100"/>
                    </a:lnTo>
                    <a:lnTo>
                      <a:pt x="278" y="70"/>
                    </a:lnTo>
                    <a:lnTo>
                      <a:pt x="290" y="110"/>
                    </a:lnTo>
                    <a:lnTo>
                      <a:pt x="305" y="119"/>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4" name="Freeform 43"/>
              <p:cNvSpPr>
                <a:spLocks noChangeAspect="1"/>
              </p:cNvSpPr>
              <p:nvPr/>
            </p:nvSpPr>
            <p:spPr bwMode="gray">
              <a:xfrm>
                <a:off x="3760289" y="4905476"/>
                <a:ext cx="398062" cy="362035"/>
              </a:xfrm>
              <a:custGeom>
                <a:avLst/>
                <a:gdLst/>
                <a:ahLst/>
                <a:cxnLst>
                  <a:cxn ang="0">
                    <a:pos x="82" y="332"/>
                  </a:cxn>
                  <a:cxn ang="0">
                    <a:pos x="63" y="314"/>
                  </a:cxn>
                  <a:cxn ang="0">
                    <a:pos x="36" y="314"/>
                  </a:cxn>
                  <a:cxn ang="0">
                    <a:pos x="38" y="297"/>
                  </a:cxn>
                  <a:cxn ang="0">
                    <a:pos x="25" y="288"/>
                  </a:cxn>
                  <a:cxn ang="0">
                    <a:pos x="36" y="272"/>
                  </a:cxn>
                  <a:cxn ang="0">
                    <a:pos x="27" y="245"/>
                  </a:cxn>
                  <a:cxn ang="0">
                    <a:pos x="44" y="236"/>
                  </a:cxn>
                  <a:cxn ang="0">
                    <a:pos x="38" y="222"/>
                  </a:cxn>
                  <a:cxn ang="0">
                    <a:pos x="21" y="203"/>
                  </a:cxn>
                  <a:cxn ang="0">
                    <a:pos x="23" y="180"/>
                  </a:cxn>
                  <a:cxn ang="0">
                    <a:pos x="0" y="167"/>
                  </a:cxn>
                  <a:cxn ang="0">
                    <a:pos x="55" y="121"/>
                  </a:cxn>
                  <a:cxn ang="0">
                    <a:pos x="98" y="78"/>
                  </a:cxn>
                  <a:cxn ang="0">
                    <a:pos x="107" y="38"/>
                  </a:cxn>
                  <a:cxn ang="0">
                    <a:pos x="155" y="0"/>
                  </a:cxn>
                  <a:cxn ang="0">
                    <a:pos x="186" y="48"/>
                  </a:cxn>
                  <a:cxn ang="0">
                    <a:pos x="272" y="38"/>
                  </a:cxn>
                  <a:cxn ang="0">
                    <a:pos x="290" y="21"/>
                  </a:cxn>
                  <a:cxn ang="0">
                    <a:pos x="320" y="44"/>
                  </a:cxn>
                  <a:cxn ang="0">
                    <a:pos x="314" y="75"/>
                  </a:cxn>
                  <a:cxn ang="0">
                    <a:pos x="291" y="78"/>
                  </a:cxn>
                  <a:cxn ang="0">
                    <a:pos x="249" y="90"/>
                  </a:cxn>
                  <a:cxn ang="0">
                    <a:pos x="224" y="94"/>
                  </a:cxn>
                  <a:cxn ang="0">
                    <a:pos x="192" y="136"/>
                  </a:cxn>
                  <a:cxn ang="0">
                    <a:pos x="174" y="167"/>
                  </a:cxn>
                  <a:cxn ang="0">
                    <a:pos x="136" y="182"/>
                  </a:cxn>
                  <a:cxn ang="0">
                    <a:pos x="132" y="224"/>
                  </a:cxn>
                  <a:cxn ang="0">
                    <a:pos x="100" y="261"/>
                  </a:cxn>
                  <a:cxn ang="0">
                    <a:pos x="92" y="261"/>
                  </a:cxn>
                  <a:cxn ang="0">
                    <a:pos x="82" y="265"/>
                  </a:cxn>
                  <a:cxn ang="0">
                    <a:pos x="86" y="312"/>
                  </a:cxn>
                  <a:cxn ang="0">
                    <a:pos x="82" y="332"/>
                  </a:cxn>
                </a:cxnLst>
                <a:rect l="0" t="0" r="r" b="b"/>
                <a:pathLst>
                  <a:path w="320" h="332">
                    <a:moveTo>
                      <a:pt x="82" y="332"/>
                    </a:moveTo>
                    <a:lnTo>
                      <a:pt x="63" y="314"/>
                    </a:lnTo>
                    <a:lnTo>
                      <a:pt x="36" y="314"/>
                    </a:lnTo>
                    <a:lnTo>
                      <a:pt x="38" y="297"/>
                    </a:lnTo>
                    <a:lnTo>
                      <a:pt x="25" y="288"/>
                    </a:lnTo>
                    <a:lnTo>
                      <a:pt x="36" y="272"/>
                    </a:lnTo>
                    <a:lnTo>
                      <a:pt x="27" y="245"/>
                    </a:lnTo>
                    <a:lnTo>
                      <a:pt x="44" y="236"/>
                    </a:lnTo>
                    <a:lnTo>
                      <a:pt x="38" y="222"/>
                    </a:lnTo>
                    <a:lnTo>
                      <a:pt x="21" y="203"/>
                    </a:lnTo>
                    <a:lnTo>
                      <a:pt x="23" y="180"/>
                    </a:lnTo>
                    <a:lnTo>
                      <a:pt x="0" y="167"/>
                    </a:lnTo>
                    <a:lnTo>
                      <a:pt x="55" y="121"/>
                    </a:lnTo>
                    <a:lnTo>
                      <a:pt x="98" y="78"/>
                    </a:lnTo>
                    <a:lnTo>
                      <a:pt x="107" y="38"/>
                    </a:lnTo>
                    <a:lnTo>
                      <a:pt x="155" y="0"/>
                    </a:lnTo>
                    <a:lnTo>
                      <a:pt x="186" y="48"/>
                    </a:lnTo>
                    <a:lnTo>
                      <a:pt x="272" y="38"/>
                    </a:lnTo>
                    <a:lnTo>
                      <a:pt x="290" y="21"/>
                    </a:lnTo>
                    <a:lnTo>
                      <a:pt x="320" y="44"/>
                    </a:lnTo>
                    <a:lnTo>
                      <a:pt x="314" y="75"/>
                    </a:lnTo>
                    <a:lnTo>
                      <a:pt x="291" y="78"/>
                    </a:lnTo>
                    <a:lnTo>
                      <a:pt x="249" y="90"/>
                    </a:lnTo>
                    <a:lnTo>
                      <a:pt x="224" y="94"/>
                    </a:lnTo>
                    <a:lnTo>
                      <a:pt x="192" y="136"/>
                    </a:lnTo>
                    <a:lnTo>
                      <a:pt x="174" y="167"/>
                    </a:lnTo>
                    <a:lnTo>
                      <a:pt x="136" y="182"/>
                    </a:lnTo>
                    <a:lnTo>
                      <a:pt x="132" y="224"/>
                    </a:lnTo>
                    <a:lnTo>
                      <a:pt x="100" y="261"/>
                    </a:lnTo>
                    <a:lnTo>
                      <a:pt x="92" y="261"/>
                    </a:lnTo>
                    <a:lnTo>
                      <a:pt x="82" y="265"/>
                    </a:lnTo>
                    <a:lnTo>
                      <a:pt x="86" y="312"/>
                    </a:lnTo>
                    <a:lnTo>
                      <a:pt x="82" y="332"/>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5" name="Freeform 44"/>
              <p:cNvSpPr>
                <a:spLocks noChangeAspect="1"/>
              </p:cNvSpPr>
              <p:nvPr/>
            </p:nvSpPr>
            <p:spPr bwMode="gray">
              <a:xfrm>
                <a:off x="4121494" y="4840146"/>
                <a:ext cx="247683" cy="114327"/>
              </a:xfrm>
              <a:custGeom>
                <a:avLst/>
                <a:gdLst/>
                <a:ahLst/>
                <a:cxnLst>
                  <a:cxn ang="0">
                    <a:pos x="199" y="50"/>
                  </a:cxn>
                  <a:cxn ang="0">
                    <a:pos x="199" y="56"/>
                  </a:cxn>
                  <a:cxn ang="0">
                    <a:pos x="153" y="66"/>
                  </a:cxn>
                  <a:cxn ang="0">
                    <a:pos x="132" y="67"/>
                  </a:cxn>
                  <a:cxn ang="0">
                    <a:pos x="109" y="83"/>
                  </a:cxn>
                  <a:cxn ang="0">
                    <a:pos x="78" y="77"/>
                  </a:cxn>
                  <a:cxn ang="0">
                    <a:pos x="30" y="106"/>
                  </a:cxn>
                  <a:cxn ang="0">
                    <a:pos x="0" y="83"/>
                  </a:cxn>
                  <a:cxn ang="0">
                    <a:pos x="9" y="71"/>
                  </a:cxn>
                  <a:cxn ang="0">
                    <a:pos x="9" y="35"/>
                  </a:cxn>
                  <a:cxn ang="0">
                    <a:pos x="49" y="23"/>
                  </a:cxn>
                  <a:cxn ang="0">
                    <a:pos x="72" y="0"/>
                  </a:cxn>
                  <a:cxn ang="0">
                    <a:pos x="113" y="16"/>
                  </a:cxn>
                  <a:cxn ang="0">
                    <a:pos x="140" y="10"/>
                  </a:cxn>
                  <a:cxn ang="0">
                    <a:pos x="168" y="35"/>
                  </a:cxn>
                  <a:cxn ang="0">
                    <a:pos x="199" y="50"/>
                  </a:cxn>
                </a:cxnLst>
                <a:rect l="0" t="0" r="r" b="b"/>
                <a:pathLst>
                  <a:path w="199" h="106">
                    <a:moveTo>
                      <a:pt x="199" y="50"/>
                    </a:moveTo>
                    <a:lnTo>
                      <a:pt x="199" y="56"/>
                    </a:lnTo>
                    <a:lnTo>
                      <a:pt x="153" y="66"/>
                    </a:lnTo>
                    <a:lnTo>
                      <a:pt x="132" y="67"/>
                    </a:lnTo>
                    <a:lnTo>
                      <a:pt x="109" y="83"/>
                    </a:lnTo>
                    <a:lnTo>
                      <a:pt x="78" y="77"/>
                    </a:lnTo>
                    <a:lnTo>
                      <a:pt x="30" y="106"/>
                    </a:lnTo>
                    <a:lnTo>
                      <a:pt x="0" y="83"/>
                    </a:lnTo>
                    <a:lnTo>
                      <a:pt x="9" y="71"/>
                    </a:lnTo>
                    <a:lnTo>
                      <a:pt x="9" y="35"/>
                    </a:lnTo>
                    <a:lnTo>
                      <a:pt x="49" y="23"/>
                    </a:lnTo>
                    <a:lnTo>
                      <a:pt x="72" y="0"/>
                    </a:lnTo>
                    <a:lnTo>
                      <a:pt x="113" y="16"/>
                    </a:lnTo>
                    <a:lnTo>
                      <a:pt x="140" y="10"/>
                    </a:lnTo>
                    <a:lnTo>
                      <a:pt x="168" y="35"/>
                    </a:lnTo>
                    <a:lnTo>
                      <a:pt x="199" y="5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6" name="Freeform 45"/>
              <p:cNvSpPr>
                <a:spLocks noChangeAspect="1"/>
              </p:cNvSpPr>
              <p:nvPr/>
            </p:nvSpPr>
            <p:spPr bwMode="gray">
              <a:xfrm>
                <a:off x="4153928" y="4885060"/>
                <a:ext cx="271272" cy="202794"/>
              </a:xfrm>
              <a:custGeom>
                <a:avLst/>
                <a:gdLst/>
                <a:ahLst/>
                <a:cxnLst>
                  <a:cxn ang="0">
                    <a:pos x="175" y="7"/>
                  </a:cxn>
                  <a:cxn ang="0">
                    <a:pos x="196" y="0"/>
                  </a:cxn>
                  <a:cxn ang="0">
                    <a:pos x="200" y="9"/>
                  </a:cxn>
                  <a:cxn ang="0">
                    <a:pos x="187" y="44"/>
                  </a:cxn>
                  <a:cxn ang="0">
                    <a:pos x="221" y="105"/>
                  </a:cxn>
                  <a:cxn ang="0">
                    <a:pos x="127" y="184"/>
                  </a:cxn>
                  <a:cxn ang="0">
                    <a:pos x="96" y="149"/>
                  </a:cxn>
                  <a:cxn ang="0">
                    <a:pos x="77" y="109"/>
                  </a:cxn>
                  <a:cxn ang="0">
                    <a:pos x="56" y="118"/>
                  </a:cxn>
                  <a:cxn ang="0">
                    <a:pos x="0" y="94"/>
                  </a:cxn>
                  <a:cxn ang="0">
                    <a:pos x="6" y="63"/>
                  </a:cxn>
                  <a:cxn ang="0">
                    <a:pos x="54" y="34"/>
                  </a:cxn>
                  <a:cxn ang="0">
                    <a:pos x="85" y="40"/>
                  </a:cxn>
                  <a:cxn ang="0">
                    <a:pos x="108" y="24"/>
                  </a:cxn>
                  <a:cxn ang="0">
                    <a:pos x="129" y="23"/>
                  </a:cxn>
                  <a:cxn ang="0">
                    <a:pos x="175" y="13"/>
                  </a:cxn>
                  <a:cxn ang="0">
                    <a:pos x="175" y="7"/>
                  </a:cxn>
                </a:cxnLst>
                <a:rect l="0" t="0" r="r" b="b"/>
                <a:pathLst>
                  <a:path w="221" h="184">
                    <a:moveTo>
                      <a:pt x="175" y="7"/>
                    </a:moveTo>
                    <a:lnTo>
                      <a:pt x="196" y="0"/>
                    </a:lnTo>
                    <a:lnTo>
                      <a:pt x="200" y="9"/>
                    </a:lnTo>
                    <a:lnTo>
                      <a:pt x="187" y="44"/>
                    </a:lnTo>
                    <a:lnTo>
                      <a:pt x="221" y="105"/>
                    </a:lnTo>
                    <a:lnTo>
                      <a:pt x="127" y="184"/>
                    </a:lnTo>
                    <a:lnTo>
                      <a:pt x="96" y="149"/>
                    </a:lnTo>
                    <a:lnTo>
                      <a:pt x="77" y="109"/>
                    </a:lnTo>
                    <a:lnTo>
                      <a:pt x="56" y="118"/>
                    </a:lnTo>
                    <a:lnTo>
                      <a:pt x="0" y="94"/>
                    </a:lnTo>
                    <a:lnTo>
                      <a:pt x="6" y="63"/>
                    </a:lnTo>
                    <a:lnTo>
                      <a:pt x="54" y="34"/>
                    </a:lnTo>
                    <a:lnTo>
                      <a:pt x="85" y="40"/>
                    </a:lnTo>
                    <a:lnTo>
                      <a:pt x="108" y="24"/>
                    </a:lnTo>
                    <a:lnTo>
                      <a:pt x="129" y="23"/>
                    </a:lnTo>
                    <a:lnTo>
                      <a:pt x="175" y="13"/>
                    </a:lnTo>
                    <a:lnTo>
                      <a:pt x="175" y="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7" name="Freeform 46"/>
              <p:cNvSpPr>
                <a:spLocks noChangeAspect="1"/>
              </p:cNvSpPr>
              <p:nvPr/>
            </p:nvSpPr>
            <p:spPr bwMode="gray">
              <a:xfrm>
                <a:off x="3845799" y="4988499"/>
                <a:ext cx="464405" cy="325287"/>
              </a:xfrm>
              <a:custGeom>
                <a:avLst/>
                <a:gdLst/>
                <a:ahLst/>
                <a:cxnLst>
                  <a:cxn ang="0">
                    <a:pos x="13" y="257"/>
                  </a:cxn>
                  <a:cxn ang="0">
                    <a:pos x="0" y="268"/>
                  </a:cxn>
                  <a:cxn ang="0">
                    <a:pos x="0" y="284"/>
                  </a:cxn>
                  <a:cxn ang="0">
                    <a:pos x="36" y="295"/>
                  </a:cxn>
                  <a:cxn ang="0">
                    <a:pos x="55" y="284"/>
                  </a:cxn>
                  <a:cxn ang="0">
                    <a:pos x="79" y="299"/>
                  </a:cxn>
                  <a:cxn ang="0">
                    <a:pos x="84" y="295"/>
                  </a:cxn>
                  <a:cxn ang="0">
                    <a:pos x="75" y="264"/>
                  </a:cxn>
                  <a:cxn ang="0">
                    <a:pos x="94" y="216"/>
                  </a:cxn>
                  <a:cxn ang="0">
                    <a:pos x="105" y="213"/>
                  </a:cxn>
                  <a:cxn ang="0">
                    <a:pos x="159" y="126"/>
                  </a:cxn>
                  <a:cxn ang="0">
                    <a:pos x="180" y="117"/>
                  </a:cxn>
                  <a:cxn ang="0">
                    <a:pos x="205" y="97"/>
                  </a:cxn>
                  <a:cxn ang="0">
                    <a:pos x="270" y="97"/>
                  </a:cxn>
                  <a:cxn ang="0">
                    <a:pos x="334" y="157"/>
                  </a:cxn>
                  <a:cxn ang="0">
                    <a:pos x="347" y="157"/>
                  </a:cxn>
                  <a:cxn ang="0">
                    <a:pos x="372" y="90"/>
                  </a:cxn>
                  <a:cxn ang="0">
                    <a:pos x="341" y="55"/>
                  </a:cxn>
                  <a:cxn ang="0">
                    <a:pos x="322" y="15"/>
                  </a:cxn>
                  <a:cxn ang="0">
                    <a:pos x="301" y="24"/>
                  </a:cxn>
                  <a:cxn ang="0">
                    <a:pos x="245" y="0"/>
                  </a:cxn>
                  <a:cxn ang="0">
                    <a:pos x="222" y="3"/>
                  </a:cxn>
                  <a:cxn ang="0">
                    <a:pos x="180" y="15"/>
                  </a:cxn>
                  <a:cxn ang="0">
                    <a:pos x="155" y="19"/>
                  </a:cxn>
                  <a:cxn ang="0">
                    <a:pos x="123" y="61"/>
                  </a:cxn>
                  <a:cxn ang="0">
                    <a:pos x="105" y="92"/>
                  </a:cxn>
                  <a:cxn ang="0">
                    <a:pos x="67" y="107"/>
                  </a:cxn>
                  <a:cxn ang="0">
                    <a:pos x="63" y="149"/>
                  </a:cxn>
                  <a:cxn ang="0">
                    <a:pos x="31" y="186"/>
                  </a:cxn>
                  <a:cxn ang="0">
                    <a:pos x="23" y="186"/>
                  </a:cxn>
                  <a:cxn ang="0">
                    <a:pos x="13" y="190"/>
                  </a:cxn>
                  <a:cxn ang="0">
                    <a:pos x="17" y="237"/>
                  </a:cxn>
                  <a:cxn ang="0">
                    <a:pos x="13" y="257"/>
                  </a:cxn>
                </a:cxnLst>
                <a:rect l="0" t="0" r="r" b="b"/>
                <a:pathLst>
                  <a:path w="372" h="299">
                    <a:moveTo>
                      <a:pt x="13" y="257"/>
                    </a:moveTo>
                    <a:lnTo>
                      <a:pt x="0" y="268"/>
                    </a:lnTo>
                    <a:lnTo>
                      <a:pt x="0" y="284"/>
                    </a:lnTo>
                    <a:lnTo>
                      <a:pt x="36" y="295"/>
                    </a:lnTo>
                    <a:lnTo>
                      <a:pt x="55" y="284"/>
                    </a:lnTo>
                    <a:lnTo>
                      <a:pt x="79" y="299"/>
                    </a:lnTo>
                    <a:lnTo>
                      <a:pt x="84" y="295"/>
                    </a:lnTo>
                    <a:lnTo>
                      <a:pt x="75" y="264"/>
                    </a:lnTo>
                    <a:lnTo>
                      <a:pt x="94" y="216"/>
                    </a:lnTo>
                    <a:lnTo>
                      <a:pt x="105" y="213"/>
                    </a:lnTo>
                    <a:lnTo>
                      <a:pt x="159" y="126"/>
                    </a:lnTo>
                    <a:lnTo>
                      <a:pt x="180" y="117"/>
                    </a:lnTo>
                    <a:lnTo>
                      <a:pt x="205" y="97"/>
                    </a:lnTo>
                    <a:lnTo>
                      <a:pt x="270" y="97"/>
                    </a:lnTo>
                    <a:lnTo>
                      <a:pt x="334" y="157"/>
                    </a:lnTo>
                    <a:lnTo>
                      <a:pt x="347" y="157"/>
                    </a:lnTo>
                    <a:lnTo>
                      <a:pt x="372" y="90"/>
                    </a:lnTo>
                    <a:lnTo>
                      <a:pt x="341" y="55"/>
                    </a:lnTo>
                    <a:lnTo>
                      <a:pt x="322" y="15"/>
                    </a:lnTo>
                    <a:lnTo>
                      <a:pt x="301" y="24"/>
                    </a:lnTo>
                    <a:lnTo>
                      <a:pt x="245" y="0"/>
                    </a:lnTo>
                    <a:lnTo>
                      <a:pt x="222" y="3"/>
                    </a:lnTo>
                    <a:lnTo>
                      <a:pt x="180" y="15"/>
                    </a:lnTo>
                    <a:lnTo>
                      <a:pt x="155" y="19"/>
                    </a:lnTo>
                    <a:lnTo>
                      <a:pt x="123" y="61"/>
                    </a:lnTo>
                    <a:lnTo>
                      <a:pt x="105" y="92"/>
                    </a:lnTo>
                    <a:lnTo>
                      <a:pt x="67" y="107"/>
                    </a:lnTo>
                    <a:lnTo>
                      <a:pt x="63" y="149"/>
                    </a:lnTo>
                    <a:lnTo>
                      <a:pt x="31" y="186"/>
                    </a:lnTo>
                    <a:lnTo>
                      <a:pt x="23" y="186"/>
                    </a:lnTo>
                    <a:lnTo>
                      <a:pt x="13" y="190"/>
                    </a:lnTo>
                    <a:lnTo>
                      <a:pt x="17" y="237"/>
                    </a:lnTo>
                    <a:lnTo>
                      <a:pt x="13" y="25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8" name="Freeform 47"/>
              <p:cNvSpPr>
                <a:spLocks noChangeAspect="1"/>
              </p:cNvSpPr>
              <p:nvPr/>
            </p:nvSpPr>
            <p:spPr bwMode="gray">
              <a:xfrm>
                <a:off x="3155825" y="4938141"/>
                <a:ext cx="321398" cy="272207"/>
              </a:xfrm>
              <a:custGeom>
                <a:avLst/>
                <a:gdLst/>
                <a:ahLst/>
                <a:cxnLst>
                  <a:cxn ang="0">
                    <a:pos x="67" y="247"/>
                  </a:cxn>
                  <a:cxn ang="0">
                    <a:pos x="58" y="214"/>
                  </a:cxn>
                  <a:cxn ang="0">
                    <a:pos x="71" y="188"/>
                  </a:cxn>
                  <a:cxn ang="0">
                    <a:pos x="110" y="157"/>
                  </a:cxn>
                  <a:cxn ang="0">
                    <a:pos x="100" y="136"/>
                  </a:cxn>
                  <a:cxn ang="0">
                    <a:pos x="79" y="138"/>
                  </a:cxn>
                  <a:cxn ang="0">
                    <a:pos x="52" y="118"/>
                  </a:cxn>
                  <a:cxn ang="0">
                    <a:pos x="0" y="107"/>
                  </a:cxn>
                  <a:cxn ang="0">
                    <a:pos x="8" y="90"/>
                  </a:cxn>
                  <a:cxn ang="0">
                    <a:pos x="2" y="86"/>
                  </a:cxn>
                  <a:cxn ang="0">
                    <a:pos x="21" y="69"/>
                  </a:cxn>
                  <a:cxn ang="0">
                    <a:pos x="50" y="86"/>
                  </a:cxn>
                  <a:cxn ang="0">
                    <a:pos x="69" y="80"/>
                  </a:cxn>
                  <a:cxn ang="0">
                    <a:pos x="79" y="69"/>
                  </a:cxn>
                  <a:cxn ang="0">
                    <a:pos x="79" y="47"/>
                  </a:cxn>
                  <a:cxn ang="0">
                    <a:pos x="134" y="0"/>
                  </a:cxn>
                  <a:cxn ang="0">
                    <a:pos x="198" y="11"/>
                  </a:cxn>
                  <a:cxn ang="0">
                    <a:pos x="204" y="46"/>
                  </a:cxn>
                  <a:cxn ang="0">
                    <a:pos x="221" y="82"/>
                  </a:cxn>
                  <a:cxn ang="0">
                    <a:pos x="259" y="97"/>
                  </a:cxn>
                  <a:cxn ang="0">
                    <a:pos x="240" y="120"/>
                  </a:cxn>
                  <a:cxn ang="0">
                    <a:pos x="209" y="120"/>
                  </a:cxn>
                  <a:cxn ang="0">
                    <a:pos x="177" y="163"/>
                  </a:cxn>
                  <a:cxn ang="0">
                    <a:pos x="177" y="232"/>
                  </a:cxn>
                  <a:cxn ang="0">
                    <a:pos x="144" y="212"/>
                  </a:cxn>
                  <a:cxn ang="0">
                    <a:pos x="111" y="224"/>
                  </a:cxn>
                  <a:cxn ang="0">
                    <a:pos x="77" y="249"/>
                  </a:cxn>
                  <a:cxn ang="0">
                    <a:pos x="67" y="247"/>
                  </a:cxn>
                </a:cxnLst>
                <a:rect l="0" t="0" r="r" b="b"/>
                <a:pathLst>
                  <a:path w="259" h="249">
                    <a:moveTo>
                      <a:pt x="67" y="247"/>
                    </a:moveTo>
                    <a:lnTo>
                      <a:pt x="58" y="214"/>
                    </a:lnTo>
                    <a:lnTo>
                      <a:pt x="71" y="188"/>
                    </a:lnTo>
                    <a:lnTo>
                      <a:pt x="110" y="157"/>
                    </a:lnTo>
                    <a:lnTo>
                      <a:pt x="100" y="136"/>
                    </a:lnTo>
                    <a:lnTo>
                      <a:pt x="79" y="138"/>
                    </a:lnTo>
                    <a:lnTo>
                      <a:pt x="52" y="118"/>
                    </a:lnTo>
                    <a:lnTo>
                      <a:pt x="0" y="107"/>
                    </a:lnTo>
                    <a:lnTo>
                      <a:pt x="8" y="90"/>
                    </a:lnTo>
                    <a:lnTo>
                      <a:pt x="2" y="86"/>
                    </a:lnTo>
                    <a:lnTo>
                      <a:pt x="21" y="69"/>
                    </a:lnTo>
                    <a:lnTo>
                      <a:pt x="50" y="86"/>
                    </a:lnTo>
                    <a:lnTo>
                      <a:pt x="69" y="80"/>
                    </a:lnTo>
                    <a:lnTo>
                      <a:pt x="79" y="69"/>
                    </a:lnTo>
                    <a:lnTo>
                      <a:pt x="79" y="47"/>
                    </a:lnTo>
                    <a:lnTo>
                      <a:pt x="134" y="0"/>
                    </a:lnTo>
                    <a:lnTo>
                      <a:pt x="198" y="11"/>
                    </a:lnTo>
                    <a:lnTo>
                      <a:pt x="204" y="46"/>
                    </a:lnTo>
                    <a:lnTo>
                      <a:pt x="221" y="82"/>
                    </a:lnTo>
                    <a:lnTo>
                      <a:pt x="259" y="97"/>
                    </a:lnTo>
                    <a:lnTo>
                      <a:pt x="240" y="120"/>
                    </a:lnTo>
                    <a:lnTo>
                      <a:pt x="209" y="120"/>
                    </a:lnTo>
                    <a:lnTo>
                      <a:pt x="177" y="163"/>
                    </a:lnTo>
                    <a:lnTo>
                      <a:pt x="177" y="232"/>
                    </a:lnTo>
                    <a:lnTo>
                      <a:pt x="144" y="212"/>
                    </a:lnTo>
                    <a:lnTo>
                      <a:pt x="111" y="224"/>
                    </a:lnTo>
                    <a:lnTo>
                      <a:pt x="77" y="249"/>
                    </a:lnTo>
                    <a:lnTo>
                      <a:pt x="67" y="24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19" name="Freeform 48"/>
              <p:cNvSpPr>
                <a:spLocks noChangeAspect="1"/>
              </p:cNvSpPr>
              <p:nvPr/>
            </p:nvSpPr>
            <p:spPr bwMode="gray">
              <a:xfrm>
                <a:off x="3073264" y="5045662"/>
                <a:ext cx="218197" cy="168768"/>
              </a:xfrm>
              <a:custGeom>
                <a:avLst/>
                <a:gdLst/>
                <a:ahLst/>
                <a:cxnLst>
                  <a:cxn ang="0">
                    <a:pos x="125" y="117"/>
                  </a:cxn>
                  <a:cxn ang="0">
                    <a:pos x="138" y="91"/>
                  </a:cxn>
                  <a:cxn ang="0">
                    <a:pos x="177" y="60"/>
                  </a:cxn>
                  <a:cxn ang="0">
                    <a:pos x="167" y="39"/>
                  </a:cxn>
                  <a:cxn ang="0">
                    <a:pos x="146" y="41"/>
                  </a:cxn>
                  <a:cxn ang="0">
                    <a:pos x="119" y="21"/>
                  </a:cxn>
                  <a:cxn ang="0">
                    <a:pos x="67" y="10"/>
                  </a:cxn>
                  <a:cxn ang="0">
                    <a:pos x="63" y="10"/>
                  </a:cxn>
                  <a:cxn ang="0">
                    <a:pos x="17" y="0"/>
                  </a:cxn>
                  <a:cxn ang="0">
                    <a:pos x="0" y="10"/>
                  </a:cxn>
                  <a:cxn ang="0">
                    <a:pos x="11" y="41"/>
                  </a:cxn>
                  <a:cxn ang="0">
                    <a:pos x="4" y="54"/>
                  </a:cxn>
                  <a:cxn ang="0">
                    <a:pos x="10" y="87"/>
                  </a:cxn>
                  <a:cxn ang="0">
                    <a:pos x="40" y="106"/>
                  </a:cxn>
                  <a:cxn ang="0">
                    <a:pos x="44" y="135"/>
                  </a:cxn>
                  <a:cxn ang="0">
                    <a:pos x="75" y="156"/>
                  </a:cxn>
                  <a:cxn ang="0">
                    <a:pos x="79" y="140"/>
                  </a:cxn>
                  <a:cxn ang="0">
                    <a:pos x="67" y="115"/>
                  </a:cxn>
                  <a:cxn ang="0">
                    <a:pos x="75" y="104"/>
                  </a:cxn>
                  <a:cxn ang="0">
                    <a:pos x="94" y="96"/>
                  </a:cxn>
                  <a:cxn ang="0">
                    <a:pos x="125" y="117"/>
                  </a:cxn>
                </a:cxnLst>
                <a:rect l="0" t="0" r="r" b="b"/>
                <a:pathLst>
                  <a:path w="177" h="156">
                    <a:moveTo>
                      <a:pt x="125" y="117"/>
                    </a:moveTo>
                    <a:lnTo>
                      <a:pt x="138" y="91"/>
                    </a:lnTo>
                    <a:lnTo>
                      <a:pt x="177" y="60"/>
                    </a:lnTo>
                    <a:lnTo>
                      <a:pt x="167" y="39"/>
                    </a:lnTo>
                    <a:lnTo>
                      <a:pt x="146" y="41"/>
                    </a:lnTo>
                    <a:lnTo>
                      <a:pt x="119" y="21"/>
                    </a:lnTo>
                    <a:lnTo>
                      <a:pt x="67" y="10"/>
                    </a:lnTo>
                    <a:lnTo>
                      <a:pt x="63" y="10"/>
                    </a:lnTo>
                    <a:lnTo>
                      <a:pt x="17" y="0"/>
                    </a:lnTo>
                    <a:lnTo>
                      <a:pt x="0" y="10"/>
                    </a:lnTo>
                    <a:lnTo>
                      <a:pt x="11" y="41"/>
                    </a:lnTo>
                    <a:lnTo>
                      <a:pt x="4" y="54"/>
                    </a:lnTo>
                    <a:lnTo>
                      <a:pt x="10" y="87"/>
                    </a:lnTo>
                    <a:lnTo>
                      <a:pt x="40" y="106"/>
                    </a:lnTo>
                    <a:lnTo>
                      <a:pt x="44" y="135"/>
                    </a:lnTo>
                    <a:lnTo>
                      <a:pt x="75" y="156"/>
                    </a:lnTo>
                    <a:lnTo>
                      <a:pt x="79" y="140"/>
                    </a:lnTo>
                    <a:lnTo>
                      <a:pt x="67" y="115"/>
                    </a:lnTo>
                    <a:lnTo>
                      <a:pt x="75" y="104"/>
                    </a:lnTo>
                    <a:lnTo>
                      <a:pt x="94" y="96"/>
                    </a:lnTo>
                    <a:lnTo>
                      <a:pt x="125" y="11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0" name="Freeform 49"/>
              <p:cNvSpPr>
                <a:spLocks noChangeAspect="1"/>
              </p:cNvSpPr>
              <p:nvPr/>
            </p:nvSpPr>
            <p:spPr bwMode="gray">
              <a:xfrm>
                <a:off x="3008395" y="5097382"/>
                <a:ext cx="207877" cy="215044"/>
              </a:xfrm>
              <a:custGeom>
                <a:avLst/>
                <a:gdLst/>
                <a:ahLst/>
                <a:cxnLst>
                  <a:cxn ang="0">
                    <a:pos x="127" y="108"/>
                  </a:cxn>
                  <a:cxn ang="0">
                    <a:pos x="96" y="87"/>
                  </a:cxn>
                  <a:cxn ang="0">
                    <a:pos x="92" y="58"/>
                  </a:cxn>
                  <a:cxn ang="0">
                    <a:pos x="62" y="39"/>
                  </a:cxn>
                  <a:cxn ang="0">
                    <a:pos x="56" y="6"/>
                  </a:cxn>
                  <a:cxn ang="0">
                    <a:pos x="4" y="0"/>
                  </a:cxn>
                  <a:cxn ang="0">
                    <a:pos x="0" y="20"/>
                  </a:cxn>
                  <a:cxn ang="0">
                    <a:pos x="33" y="58"/>
                  </a:cxn>
                  <a:cxn ang="0">
                    <a:pos x="62" y="77"/>
                  </a:cxn>
                  <a:cxn ang="0">
                    <a:pos x="81" y="129"/>
                  </a:cxn>
                  <a:cxn ang="0">
                    <a:pos x="56" y="133"/>
                  </a:cxn>
                  <a:cxn ang="0">
                    <a:pos x="52" y="148"/>
                  </a:cxn>
                  <a:cxn ang="0">
                    <a:pos x="46" y="185"/>
                  </a:cxn>
                  <a:cxn ang="0">
                    <a:pos x="81" y="152"/>
                  </a:cxn>
                  <a:cxn ang="0">
                    <a:pos x="111" y="150"/>
                  </a:cxn>
                  <a:cxn ang="0">
                    <a:pos x="121" y="160"/>
                  </a:cxn>
                  <a:cxn ang="0">
                    <a:pos x="117" y="173"/>
                  </a:cxn>
                  <a:cxn ang="0">
                    <a:pos x="117" y="194"/>
                  </a:cxn>
                  <a:cxn ang="0">
                    <a:pos x="136" y="198"/>
                  </a:cxn>
                  <a:cxn ang="0">
                    <a:pos x="152" y="183"/>
                  </a:cxn>
                  <a:cxn ang="0">
                    <a:pos x="167" y="148"/>
                  </a:cxn>
                  <a:cxn ang="0">
                    <a:pos x="159" y="131"/>
                  </a:cxn>
                  <a:cxn ang="0">
                    <a:pos x="129" y="131"/>
                  </a:cxn>
                  <a:cxn ang="0">
                    <a:pos x="119" y="127"/>
                  </a:cxn>
                  <a:cxn ang="0">
                    <a:pos x="127" y="108"/>
                  </a:cxn>
                </a:cxnLst>
                <a:rect l="0" t="0" r="r" b="b"/>
                <a:pathLst>
                  <a:path w="167" h="198">
                    <a:moveTo>
                      <a:pt x="127" y="108"/>
                    </a:moveTo>
                    <a:lnTo>
                      <a:pt x="96" y="87"/>
                    </a:lnTo>
                    <a:lnTo>
                      <a:pt x="92" y="58"/>
                    </a:lnTo>
                    <a:lnTo>
                      <a:pt x="62" y="39"/>
                    </a:lnTo>
                    <a:lnTo>
                      <a:pt x="56" y="6"/>
                    </a:lnTo>
                    <a:lnTo>
                      <a:pt x="4" y="0"/>
                    </a:lnTo>
                    <a:lnTo>
                      <a:pt x="0" y="20"/>
                    </a:lnTo>
                    <a:lnTo>
                      <a:pt x="33" y="58"/>
                    </a:lnTo>
                    <a:lnTo>
                      <a:pt x="62" y="77"/>
                    </a:lnTo>
                    <a:lnTo>
                      <a:pt x="81" y="129"/>
                    </a:lnTo>
                    <a:lnTo>
                      <a:pt x="56" y="133"/>
                    </a:lnTo>
                    <a:lnTo>
                      <a:pt x="52" y="148"/>
                    </a:lnTo>
                    <a:lnTo>
                      <a:pt x="46" y="185"/>
                    </a:lnTo>
                    <a:lnTo>
                      <a:pt x="81" y="152"/>
                    </a:lnTo>
                    <a:lnTo>
                      <a:pt x="111" y="150"/>
                    </a:lnTo>
                    <a:lnTo>
                      <a:pt x="121" y="160"/>
                    </a:lnTo>
                    <a:lnTo>
                      <a:pt x="117" y="173"/>
                    </a:lnTo>
                    <a:lnTo>
                      <a:pt x="117" y="194"/>
                    </a:lnTo>
                    <a:lnTo>
                      <a:pt x="136" y="198"/>
                    </a:lnTo>
                    <a:lnTo>
                      <a:pt x="152" y="183"/>
                    </a:lnTo>
                    <a:lnTo>
                      <a:pt x="167" y="148"/>
                    </a:lnTo>
                    <a:lnTo>
                      <a:pt x="159" y="131"/>
                    </a:lnTo>
                    <a:lnTo>
                      <a:pt x="129" y="131"/>
                    </a:lnTo>
                    <a:lnTo>
                      <a:pt x="119" y="127"/>
                    </a:lnTo>
                    <a:lnTo>
                      <a:pt x="127" y="10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1" name="Freeform 50"/>
              <p:cNvSpPr>
                <a:spLocks noChangeAspect="1"/>
              </p:cNvSpPr>
              <p:nvPr/>
            </p:nvSpPr>
            <p:spPr bwMode="gray">
              <a:xfrm>
                <a:off x="3376970" y="5023886"/>
                <a:ext cx="291912" cy="274929"/>
              </a:xfrm>
              <a:custGeom>
                <a:avLst/>
                <a:gdLst/>
                <a:ahLst/>
                <a:cxnLst>
                  <a:cxn ang="0">
                    <a:pos x="217" y="240"/>
                  </a:cxn>
                  <a:cxn ang="0">
                    <a:pos x="234" y="209"/>
                  </a:cxn>
                  <a:cxn ang="0">
                    <a:pos x="219" y="179"/>
                  </a:cxn>
                  <a:cxn ang="0">
                    <a:pos x="228" y="167"/>
                  </a:cxn>
                  <a:cxn ang="0">
                    <a:pos x="203" y="146"/>
                  </a:cxn>
                  <a:cxn ang="0">
                    <a:pos x="209" y="119"/>
                  </a:cxn>
                  <a:cxn ang="0">
                    <a:pos x="157" y="119"/>
                  </a:cxn>
                  <a:cxn ang="0">
                    <a:pos x="134" y="98"/>
                  </a:cxn>
                  <a:cxn ang="0">
                    <a:pos x="134" y="83"/>
                  </a:cxn>
                  <a:cxn ang="0">
                    <a:pos x="176" y="58"/>
                  </a:cxn>
                  <a:cxn ang="0">
                    <a:pos x="180" y="35"/>
                  </a:cxn>
                  <a:cxn ang="0">
                    <a:pos x="167" y="4"/>
                  </a:cxn>
                  <a:cxn ang="0">
                    <a:pos x="144" y="0"/>
                  </a:cxn>
                  <a:cxn ang="0">
                    <a:pos x="103" y="27"/>
                  </a:cxn>
                  <a:cxn ang="0">
                    <a:pos x="82" y="19"/>
                  </a:cxn>
                  <a:cxn ang="0">
                    <a:pos x="63" y="42"/>
                  </a:cxn>
                  <a:cxn ang="0">
                    <a:pos x="32" y="42"/>
                  </a:cxn>
                  <a:cxn ang="0">
                    <a:pos x="0" y="85"/>
                  </a:cxn>
                  <a:cxn ang="0">
                    <a:pos x="0" y="154"/>
                  </a:cxn>
                  <a:cxn ang="0">
                    <a:pos x="23" y="167"/>
                  </a:cxn>
                  <a:cxn ang="0">
                    <a:pos x="32" y="158"/>
                  </a:cxn>
                  <a:cxn ang="0">
                    <a:pos x="34" y="127"/>
                  </a:cxn>
                  <a:cxn ang="0">
                    <a:pos x="48" y="127"/>
                  </a:cxn>
                  <a:cxn ang="0">
                    <a:pos x="75" y="167"/>
                  </a:cxn>
                  <a:cxn ang="0">
                    <a:pos x="88" y="230"/>
                  </a:cxn>
                  <a:cxn ang="0">
                    <a:pos x="109" y="227"/>
                  </a:cxn>
                  <a:cxn ang="0">
                    <a:pos x="123" y="230"/>
                  </a:cxn>
                  <a:cxn ang="0">
                    <a:pos x="134" y="252"/>
                  </a:cxn>
                  <a:cxn ang="0">
                    <a:pos x="176" y="250"/>
                  </a:cxn>
                  <a:cxn ang="0">
                    <a:pos x="194" y="227"/>
                  </a:cxn>
                  <a:cxn ang="0">
                    <a:pos x="217" y="240"/>
                  </a:cxn>
                </a:cxnLst>
                <a:rect l="0" t="0" r="r" b="b"/>
                <a:pathLst>
                  <a:path w="234" h="252">
                    <a:moveTo>
                      <a:pt x="217" y="240"/>
                    </a:moveTo>
                    <a:lnTo>
                      <a:pt x="234" y="209"/>
                    </a:lnTo>
                    <a:lnTo>
                      <a:pt x="219" y="179"/>
                    </a:lnTo>
                    <a:lnTo>
                      <a:pt x="228" y="167"/>
                    </a:lnTo>
                    <a:lnTo>
                      <a:pt x="203" y="146"/>
                    </a:lnTo>
                    <a:lnTo>
                      <a:pt x="209" y="119"/>
                    </a:lnTo>
                    <a:lnTo>
                      <a:pt x="157" y="119"/>
                    </a:lnTo>
                    <a:lnTo>
                      <a:pt x="134" y="98"/>
                    </a:lnTo>
                    <a:lnTo>
                      <a:pt x="134" y="83"/>
                    </a:lnTo>
                    <a:lnTo>
                      <a:pt x="176" y="58"/>
                    </a:lnTo>
                    <a:lnTo>
                      <a:pt x="180" y="35"/>
                    </a:lnTo>
                    <a:lnTo>
                      <a:pt x="167" y="4"/>
                    </a:lnTo>
                    <a:lnTo>
                      <a:pt x="144" y="0"/>
                    </a:lnTo>
                    <a:lnTo>
                      <a:pt x="103" y="27"/>
                    </a:lnTo>
                    <a:lnTo>
                      <a:pt x="82" y="19"/>
                    </a:lnTo>
                    <a:lnTo>
                      <a:pt x="63" y="42"/>
                    </a:lnTo>
                    <a:lnTo>
                      <a:pt x="32" y="42"/>
                    </a:lnTo>
                    <a:lnTo>
                      <a:pt x="0" y="85"/>
                    </a:lnTo>
                    <a:lnTo>
                      <a:pt x="0" y="154"/>
                    </a:lnTo>
                    <a:lnTo>
                      <a:pt x="23" y="167"/>
                    </a:lnTo>
                    <a:lnTo>
                      <a:pt x="32" y="158"/>
                    </a:lnTo>
                    <a:lnTo>
                      <a:pt x="34" y="127"/>
                    </a:lnTo>
                    <a:lnTo>
                      <a:pt x="48" y="127"/>
                    </a:lnTo>
                    <a:lnTo>
                      <a:pt x="75" y="167"/>
                    </a:lnTo>
                    <a:lnTo>
                      <a:pt x="88" y="230"/>
                    </a:lnTo>
                    <a:lnTo>
                      <a:pt x="109" y="227"/>
                    </a:lnTo>
                    <a:lnTo>
                      <a:pt x="123" y="230"/>
                    </a:lnTo>
                    <a:lnTo>
                      <a:pt x="134" y="252"/>
                    </a:lnTo>
                    <a:lnTo>
                      <a:pt x="176" y="250"/>
                    </a:lnTo>
                    <a:lnTo>
                      <a:pt x="194" y="227"/>
                    </a:lnTo>
                    <a:lnTo>
                      <a:pt x="217" y="24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2" name="Freeform 51"/>
              <p:cNvSpPr>
                <a:spLocks noChangeAspect="1"/>
              </p:cNvSpPr>
              <p:nvPr/>
            </p:nvSpPr>
            <p:spPr bwMode="gray">
              <a:xfrm>
                <a:off x="3207426" y="5161350"/>
                <a:ext cx="277169" cy="328009"/>
              </a:xfrm>
              <a:custGeom>
                <a:avLst/>
                <a:gdLst/>
                <a:ahLst/>
                <a:cxnLst>
                  <a:cxn ang="0">
                    <a:pos x="91" y="299"/>
                  </a:cxn>
                  <a:cxn ang="0">
                    <a:pos x="73" y="268"/>
                  </a:cxn>
                  <a:cxn ang="0">
                    <a:pos x="43" y="274"/>
                  </a:cxn>
                  <a:cxn ang="0">
                    <a:pos x="22" y="282"/>
                  </a:cxn>
                  <a:cxn ang="0">
                    <a:pos x="0" y="251"/>
                  </a:cxn>
                  <a:cxn ang="0">
                    <a:pos x="62" y="148"/>
                  </a:cxn>
                  <a:cxn ang="0">
                    <a:pos x="39" y="134"/>
                  </a:cxn>
                  <a:cxn ang="0">
                    <a:pos x="54" y="117"/>
                  </a:cxn>
                  <a:cxn ang="0">
                    <a:pos x="58" y="98"/>
                  </a:cxn>
                  <a:cxn ang="0">
                    <a:pos x="22" y="59"/>
                  </a:cxn>
                  <a:cxn ang="0">
                    <a:pos x="27" y="42"/>
                  </a:cxn>
                  <a:cxn ang="0">
                    <a:pos x="37" y="44"/>
                  </a:cxn>
                  <a:cxn ang="0">
                    <a:pos x="71" y="19"/>
                  </a:cxn>
                  <a:cxn ang="0">
                    <a:pos x="104" y="7"/>
                  </a:cxn>
                  <a:cxn ang="0">
                    <a:pos x="137" y="27"/>
                  </a:cxn>
                  <a:cxn ang="0">
                    <a:pos x="160" y="40"/>
                  </a:cxn>
                  <a:cxn ang="0">
                    <a:pos x="169" y="31"/>
                  </a:cxn>
                  <a:cxn ang="0">
                    <a:pos x="171" y="0"/>
                  </a:cxn>
                  <a:cxn ang="0">
                    <a:pos x="185" y="0"/>
                  </a:cxn>
                  <a:cxn ang="0">
                    <a:pos x="212" y="40"/>
                  </a:cxn>
                  <a:cxn ang="0">
                    <a:pos x="225" y="103"/>
                  </a:cxn>
                  <a:cxn ang="0">
                    <a:pos x="190" y="134"/>
                  </a:cxn>
                  <a:cxn ang="0">
                    <a:pos x="160" y="190"/>
                  </a:cxn>
                  <a:cxn ang="0">
                    <a:pos x="165" y="209"/>
                  </a:cxn>
                  <a:cxn ang="0">
                    <a:pos x="169" y="268"/>
                  </a:cxn>
                  <a:cxn ang="0">
                    <a:pos x="91" y="299"/>
                  </a:cxn>
                </a:cxnLst>
                <a:rect l="0" t="0" r="r" b="b"/>
                <a:pathLst>
                  <a:path w="225" h="299">
                    <a:moveTo>
                      <a:pt x="91" y="299"/>
                    </a:moveTo>
                    <a:lnTo>
                      <a:pt x="73" y="268"/>
                    </a:lnTo>
                    <a:lnTo>
                      <a:pt x="43" y="274"/>
                    </a:lnTo>
                    <a:lnTo>
                      <a:pt x="22" y="282"/>
                    </a:lnTo>
                    <a:lnTo>
                      <a:pt x="0" y="251"/>
                    </a:lnTo>
                    <a:lnTo>
                      <a:pt x="62" y="148"/>
                    </a:lnTo>
                    <a:lnTo>
                      <a:pt x="39" y="134"/>
                    </a:lnTo>
                    <a:lnTo>
                      <a:pt x="54" y="117"/>
                    </a:lnTo>
                    <a:lnTo>
                      <a:pt x="58" y="98"/>
                    </a:lnTo>
                    <a:lnTo>
                      <a:pt x="22" y="59"/>
                    </a:lnTo>
                    <a:lnTo>
                      <a:pt x="27" y="42"/>
                    </a:lnTo>
                    <a:lnTo>
                      <a:pt x="37" y="44"/>
                    </a:lnTo>
                    <a:lnTo>
                      <a:pt x="71" y="19"/>
                    </a:lnTo>
                    <a:lnTo>
                      <a:pt x="104" y="7"/>
                    </a:lnTo>
                    <a:lnTo>
                      <a:pt x="137" y="27"/>
                    </a:lnTo>
                    <a:lnTo>
                      <a:pt x="160" y="40"/>
                    </a:lnTo>
                    <a:lnTo>
                      <a:pt x="169" y="31"/>
                    </a:lnTo>
                    <a:lnTo>
                      <a:pt x="171" y="0"/>
                    </a:lnTo>
                    <a:lnTo>
                      <a:pt x="185" y="0"/>
                    </a:lnTo>
                    <a:lnTo>
                      <a:pt x="212" y="40"/>
                    </a:lnTo>
                    <a:lnTo>
                      <a:pt x="225" y="103"/>
                    </a:lnTo>
                    <a:lnTo>
                      <a:pt x="190" y="134"/>
                    </a:lnTo>
                    <a:lnTo>
                      <a:pt x="160" y="190"/>
                    </a:lnTo>
                    <a:lnTo>
                      <a:pt x="165" y="209"/>
                    </a:lnTo>
                    <a:lnTo>
                      <a:pt x="169" y="268"/>
                    </a:lnTo>
                    <a:lnTo>
                      <a:pt x="91" y="299"/>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3" name="Freeform 52"/>
              <p:cNvSpPr>
                <a:spLocks noChangeAspect="1"/>
              </p:cNvSpPr>
              <p:nvPr/>
            </p:nvSpPr>
            <p:spPr bwMode="gray">
              <a:xfrm>
                <a:off x="3317998" y="5271594"/>
                <a:ext cx="325821" cy="413755"/>
              </a:xfrm>
              <a:custGeom>
                <a:avLst/>
                <a:gdLst/>
                <a:ahLst/>
                <a:cxnLst>
                  <a:cxn ang="0">
                    <a:pos x="134" y="3"/>
                  </a:cxn>
                  <a:cxn ang="0">
                    <a:pos x="99" y="34"/>
                  </a:cxn>
                  <a:cxn ang="0">
                    <a:pos x="69" y="90"/>
                  </a:cxn>
                  <a:cxn ang="0">
                    <a:pos x="74" y="109"/>
                  </a:cxn>
                  <a:cxn ang="0">
                    <a:pos x="78" y="168"/>
                  </a:cxn>
                  <a:cxn ang="0">
                    <a:pos x="0" y="199"/>
                  </a:cxn>
                  <a:cxn ang="0">
                    <a:pos x="34" y="261"/>
                  </a:cxn>
                  <a:cxn ang="0">
                    <a:pos x="94" y="333"/>
                  </a:cxn>
                  <a:cxn ang="0">
                    <a:pos x="94" y="372"/>
                  </a:cxn>
                  <a:cxn ang="0">
                    <a:pos x="105" y="378"/>
                  </a:cxn>
                  <a:cxn ang="0">
                    <a:pos x="144" y="284"/>
                  </a:cxn>
                  <a:cxn ang="0">
                    <a:pos x="144" y="247"/>
                  </a:cxn>
                  <a:cxn ang="0">
                    <a:pos x="170" y="157"/>
                  </a:cxn>
                  <a:cxn ang="0">
                    <a:pos x="213" y="94"/>
                  </a:cxn>
                  <a:cxn ang="0">
                    <a:pos x="209" y="84"/>
                  </a:cxn>
                  <a:cxn ang="0">
                    <a:pos x="209" y="55"/>
                  </a:cxn>
                  <a:cxn ang="0">
                    <a:pos x="263" y="13"/>
                  </a:cxn>
                  <a:cxn ang="0">
                    <a:pos x="240" y="0"/>
                  </a:cxn>
                  <a:cxn ang="0">
                    <a:pos x="222" y="23"/>
                  </a:cxn>
                  <a:cxn ang="0">
                    <a:pos x="180" y="25"/>
                  </a:cxn>
                  <a:cxn ang="0">
                    <a:pos x="169" y="3"/>
                  </a:cxn>
                  <a:cxn ang="0">
                    <a:pos x="155" y="0"/>
                  </a:cxn>
                  <a:cxn ang="0">
                    <a:pos x="134" y="3"/>
                  </a:cxn>
                </a:cxnLst>
                <a:rect l="0" t="0" r="r" b="b"/>
                <a:pathLst>
                  <a:path w="263" h="378">
                    <a:moveTo>
                      <a:pt x="134" y="3"/>
                    </a:moveTo>
                    <a:lnTo>
                      <a:pt x="99" y="34"/>
                    </a:lnTo>
                    <a:lnTo>
                      <a:pt x="69" y="90"/>
                    </a:lnTo>
                    <a:lnTo>
                      <a:pt x="74" y="109"/>
                    </a:lnTo>
                    <a:lnTo>
                      <a:pt x="78" y="168"/>
                    </a:lnTo>
                    <a:lnTo>
                      <a:pt x="0" y="199"/>
                    </a:lnTo>
                    <a:lnTo>
                      <a:pt x="34" y="261"/>
                    </a:lnTo>
                    <a:lnTo>
                      <a:pt x="94" y="333"/>
                    </a:lnTo>
                    <a:lnTo>
                      <a:pt x="94" y="372"/>
                    </a:lnTo>
                    <a:lnTo>
                      <a:pt x="105" y="378"/>
                    </a:lnTo>
                    <a:lnTo>
                      <a:pt x="144" y="284"/>
                    </a:lnTo>
                    <a:lnTo>
                      <a:pt x="144" y="247"/>
                    </a:lnTo>
                    <a:lnTo>
                      <a:pt x="170" y="157"/>
                    </a:lnTo>
                    <a:lnTo>
                      <a:pt x="213" y="94"/>
                    </a:lnTo>
                    <a:lnTo>
                      <a:pt x="209" y="84"/>
                    </a:lnTo>
                    <a:lnTo>
                      <a:pt x="209" y="55"/>
                    </a:lnTo>
                    <a:lnTo>
                      <a:pt x="263" y="13"/>
                    </a:lnTo>
                    <a:lnTo>
                      <a:pt x="240" y="0"/>
                    </a:lnTo>
                    <a:lnTo>
                      <a:pt x="222" y="23"/>
                    </a:lnTo>
                    <a:lnTo>
                      <a:pt x="180" y="25"/>
                    </a:lnTo>
                    <a:lnTo>
                      <a:pt x="169" y="3"/>
                    </a:lnTo>
                    <a:lnTo>
                      <a:pt x="155" y="0"/>
                    </a:lnTo>
                    <a:lnTo>
                      <a:pt x="134" y="3"/>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4" name="Freeform 53"/>
              <p:cNvSpPr>
                <a:spLocks noChangeAspect="1"/>
              </p:cNvSpPr>
              <p:nvPr/>
            </p:nvSpPr>
            <p:spPr bwMode="gray">
              <a:xfrm>
                <a:off x="3141082" y="5436279"/>
                <a:ext cx="294861" cy="342981"/>
              </a:xfrm>
              <a:custGeom>
                <a:avLst/>
                <a:gdLst/>
                <a:ahLst/>
                <a:cxnLst>
                  <a:cxn ang="0">
                    <a:pos x="144" y="48"/>
                  </a:cxn>
                  <a:cxn ang="0">
                    <a:pos x="178" y="110"/>
                  </a:cxn>
                  <a:cxn ang="0">
                    <a:pos x="238" y="182"/>
                  </a:cxn>
                  <a:cxn ang="0">
                    <a:pos x="238" y="221"/>
                  </a:cxn>
                  <a:cxn ang="0">
                    <a:pos x="203" y="207"/>
                  </a:cxn>
                  <a:cxn ang="0">
                    <a:pos x="182" y="229"/>
                  </a:cxn>
                  <a:cxn ang="0">
                    <a:pos x="201" y="252"/>
                  </a:cxn>
                  <a:cxn ang="0">
                    <a:pos x="190" y="267"/>
                  </a:cxn>
                  <a:cxn ang="0">
                    <a:pos x="105" y="313"/>
                  </a:cxn>
                  <a:cxn ang="0">
                    <a:pos x="96" y="307"/>
                  </a:cxn>
                  <a:cxn ang="0">
                    <a:pos x="121" y="278"/>
                  </a:cxn>
                  <a:cxn ang="0">
                    <a:pos x="132" y="242"/>
                  </a:cxn>
                  <a:cxn ang="0">
                    <a:pos x="123" y="198"/>
                  </a:cxn>
                  <a:cxn ang="0">
                    <a:pos x="98" y="175"/>
                  </a:cxn>
                  <a:cxn ang="0">
                    <a:pos x="101" y="163"/>
                  </a:cxn>
                  <a:cxn ang="0">
                    <a:pos x="124" y="163"/>
                  </a:cxn>
                  <a:cxn ang="0">
                    <a:pos x="136" y="140"/>
                  </a:cxn>
                  <a:cxn ang="0">
                    <a:pos x="130" y="131"/>
                  </a:cxn>
                  <a:cxn ang="0">
                    <a:pos x="107" y="131"/>
                  </a:cxn>
                  <a:cxn ang="0">
                    <a:pos x="82" y="154"/>
                  </a:cxn>
                  <a:cxn ang="0">
                    <a:pos x="71" y="207"/>
                  </a:cxn>
                  <a:cxn ang="0">
                    <a:pos x="84" y="240"/>
                  </a:cxn>
                  <a:cxn ang="0">
                    <a:pos x="94" y="265"/>
                  </a:cxn>
                  <a:cxn ang="0">
                    <a:pos x="82" y="277"/>
                  </a:cxn>
                  <a:cxn ang="0">
                    <a:pos x="57" y="255"/>
                  </a:cxn>
                  <a:cxn ang="0">
                    <a:pos x="27" y="255"/>
                  </a:cxn>
                  <a:cxn ang="0">
                    <a:pos x="5" y="242"/>
                  </a:cxn>
                  <a:cxn ang="0">
                    <a:pos x="5" y="230"/>
                  </a:cxn>
                  <a:cxn ang="0">
                    <a:pos x="23" y="202"/>
                  </a:cxn>
                  <a:cxn ang="0">
                    <a:pos x="25" y="144"/>
                  </a:cxn>
                  <a:cxn ang="0">
                    <a:pos x="0" y="115"/>
                  </a:cxn>
                  <a:cxn ang="0">
                    <a:pos x="9" y="50"/>
                  </a:cxn>
                  <a:cxn ang="0">
                    <a:pos x="13" y="23"/>
                  </a:cxn>
                  <a:cxn ang="0">
                    <a:pos x="23" y="23"/>
                  </a:cxn>
                  <a:cxn ang="0">
                    <a:pos x="53" y="0"/>
                  </a:cxn>
                  <a:cxn ang="0">
                    <a:pos x="75" y="31"/>
                  </a:cxn>
                  <a:cxn ang="0">
                    <a:pos x="96" y="23"/>
                  </a:cxn>
                  <a:cxn ang="0">
                    <a:pos x="126" y="17"/>
                  </a:cxn>
                  <a:cxn ang="0">
                    <a:pos x="144" y="48"/>
                  </a:cxn>
                </a:cxnLst>
                <a:rect l="0" t="0" r="r" b="b"/>
                <a:pathLst>
                  <a:path w="238" h="313">
                    <a:moveTo>
                      <a:pt x="144" y="48"/>
                    </a:moveTo>
                    <a:lnTo>
                      <a:pt x="178" y="110"/>
                    </a:lnTo>
                    <a:lnTo>
                      <a:pt x="238" y="182"/>
                    </a:lnTo>
                    <a:lnTo>
                      <a:pt x="238" y="221"/>
                    </a:lnTo>
                    <a:lnTo>
                      <a:pt x="203" y="207"/>
                    </a:lnTo>
                    <a:lnTo>
                      <a:pt x="182" y="229"/>
                    </a:lnTo>
                    <a:lnTo>
                      <a:pt x="201" y="252"/>
                    </a:lnTo>
                    <a:lnTo>
                      <a:pt x="190" y="267"/>
                    </a:lnTo>
                    <a:lnTo>
                      <a:pt x="105" y="313"/>
                    </a:lnTo>
                    <a:lnTo>
                      <a:pt x="96" y="307"/>
                    </a:lnTo>
                    <a:lnTo>
                      <a:pt x="121" y="278"/>
                    </a:lnTo>
                    <a:lnTo>
                      <a:pt x="132" y="242"/>
                    </a:lnTo>
                    <a:lnTo>
                      <a:pt x="123" y="198"/>
                    </a:lnTo>
                    <a:lnTo>
                      <a:pt x="98" y="175"/>
                    </a:lnTo>
                    <a:lnTo>
                      <a:pt x="101" y="163"/>
                    </a:lnTo>
                    <a:lnTo>
                      <a:pt x="124" y="163"/>
                    </a:lnTo>
                    <a:lnTo>
                      <a:pt x="136" y="140"/>
                    </a:lnTo>
                    <a:lnTo>
                      <a:pt x="130" y="131"/>
                    </a:lnTo>
                    <a:lnTo>
                      <a:pt x="107" y="131"/>
                    </a:lnTo>
                    <a:lnTo>
                      <a:pt x="82" y="154"/>
                    </a:lnTo>
                    <a:lnTo>
                      <a:pt x="71" y="207"/>
                    </a:lnTo>
                    <a:lnTo>
                      <a:pt x="84" y="240"/>
                    </a:lnTo>
                    <a:lnTo>
                      <a:pt x="94" y="265"/>
                    </a:lnTo>
                    <a:lnTo>
                      <a:pt x="82" y="277"/>
                    </a:lnTo>
                    <a:lnTo>
                      <a:pt x="57" y="255"/>
                    </a:lnTo>
                    <a:lnTo>
                      <a:pt x="27" y="255"/>
                    </a:lnTo>
                    <a:lnTo>
                      <a:pt x="5" y="242"/>
                    </a:lnTo>
                    <a:lnTo>
                      <a:pt x="5" y="230"/>
                    </a:lnTo>
                    <a:lnTo>
                      <a:pt x="23" y="202"/>
                    </a:lnTo>
                    <a:lnTo>
                      <a:pt x="25" y="144"/>
                    </a:lnTo>
                    <a:lnTo>
                      <a:pt x="0" y="115"/>
                    </a:lnTo>
                    <a:lnTo>
                      <a:pt x="9" y="50"/>
                    </a:lnTo>
                    <a:lnTo>
                      <a:pt x="13" y="23"/>
                    </a:lnTo>
                    <a:lnTo>
                      <a:pt x="23" y="23"/>
                    </a:lnTo>
                    <a:lnTo>
                      <a:pt x="53" y="0"/>
                    </a:lnTo>
                    <a:lnTo>
                      <a:pt x="75" y="31"/>
                    </a:lnTo>
                    <a:lnTo>
                      <a:pt x="96" y="23"/>
                    </a:lnTo>
                    <a:lnTo>
                      <a:pt x="126" y="17"/>
                    </a:lnTo>
                    <a:lnTo>
                      <a:pt x="144" y="48"/>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6" name="Freeform 55"/>
              <p:cNvSpPr>
                <a:spLocks noChangeAspect="1"/>
              </p:cNvSpPr>
              <p:nvPr/>
            </p:nvSpPr>
            <p:spPr bwMode="gray">
              <a:xfrm>
                <a:off x="2971537" y="5087854"/>
                <a:ext cx="22115" cy="40831"/>
              </a:xfrm>
              <a:custGeom>
                <a:avLst/>
                <a:gdLst/>
                <a:ahLst/>
                <a:cxnLst>
                  <a:cxn ang="0">
                    <a:pos x="4" y="36"/>
                  </a:cxn>
                  <a:cxn ang="0">
                    <a:pos x="0" y="38"/>
                  </a:cxn>
                  <a:cxn ang="0">
                    <a:pos x="0" y="19"/>
                  </a:cxn>
                  <a:cxn ang="0">
                    <a:pos x="12" y="0"/>
                  </a:cxn>
                  <a:cxn ang="0">
                    <a:pos x="20" y="7"/>
                  </a:cxn>
                  <a:cxn ang="0">
                    <a:pos x="4" y="36"/>
                  </a:cxn>
                </a:cxnLst>
                <a:rect l="0" t="0" r="r" b="b"/>
                <a:pathLst>
                  <a:path w="20" h="38">
                    <a:moveTo>
                      <a:pt x="4" y="36"/>
                    </a:moveTo>
                    <a:lnTo>
                      <a:pt x="0" y="38"/>
                    </a:lnTo>
                    <a:lnTo>
                      <a:pt x="0" y="19"/>
                    </a:lnTo>
                    <a:lnTo>
                      <a:pt x="12" y="0"/>
                    </a:lnTo>
                    <a:lnTo>
                      <a:pt x="20" y="7"/>
                    </a:lnTo>
                    <a:lnTo>
                      <a:pt x="4" y="36"/>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7" name="Freeform 56"/>
              <p:cNvSpPr>
                <a:spLocks noChangeAspect="1"/>
              </p:cNvSpPr>
              <p:nvPr/>
            </p:nvSpPr>
            <p:spPr bwMode="gray">
              <a:xfrm>
                <a:off x="2971537" y="5087854"/>
                <a:ext cx="22115" cy="40831"/>
              </a:xfrm>
              <a:custGeom>
                <a:avLst/>
                <a:gdLst/>
                <a:ahLst/>
                <a:cxnLst>
                  <a:cxn ang="0">
                    <a:pos x="4" y="36"/>
                  </a:cxn>
                  <a:cxn ang="0">
                    <a:pos x="0" y="38"/>
                  </a:cxn>
                  <a:cxn ang="0">
                    <a:pos x="0" y="19"/>
                  </a:cxn>
                  <a:cxn ang="0">
                    <a:pos x="12" y="0"/>
                  </a:cxn>
                  <a:cxn ang="0">
                    <a:pos x="20" y="7"/>
                  </a:cxn>
                  <a:cxn ang="0">
                    <a:pos x="4" y="36"/>
                  </a:cxn>
                </a:cxnLst>
                <a:rect l="0" t="0" r="r" b="b"/>
                <a:pathLst>
                  <a:path w="20" h="38">
                    <a:moveTo>
                      <a:pt x="4" y="36"/>
                    </a:moveTo>
                    <a:lnTo>
                      <a:pt x="0" y="38"/>
                    </a:lnTo>
                    <a:lnTo>
                      <a:pt x="0" y="19"/>
                    </a:lnTo>
                    <a:lnTo>
                      <a:pt x="12" y="0"/>
                    </a:lnTo>
                    <a:lnTo>
                      <a:pt x="20" y="7"/>
                    </a:lnTo>
                    <a:lnTo>
                      <a:pt x="4" y="36"/>
                    </a:lnTo>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8" name="Freeform 57"/>
              <p:cNvSpPr>
                <a:spLocks noChangeAspect="1"/>
              </p:cNvSpPr>
              <p:nvPr/>
            </p:nvSpPr>
            <p:spPr bwMode="gray">
              <a:xfrm>
                <a:off x="3023138" y="5172239"/>
                <a:ext cx="39806" cy="76218"/>
              </a:xfrm>
              <a:custGeom>
                <a:avLst/>
                <a:gdLst/>
                <a:ahLst/>
                <a:cxnLst>
                  <a:cxn ang="0">
                    <a:pos x="28" y="50"/>
                  </a:cxn>
                  <a:cxn ang="0">
                    <a:pos x="32" y="58"/>
                  </a:cxn>
                  <a:cxn ang="0">
                    <a:pos x="17" y="69"/>
                  </a:cxn>
                  <a:cxn ang="0">
                    <a:pos x="0" y="41"/>
                  </a:cxn>
                  <a:cxn ang="0">
                    <a:pos x="9" y="0"/>
                  </a:cxn>
                  <a:cxn ang="0">
                    <a:pos x="32" y="29"/>
                  </a:cxn>
                  <a:cxn ang="0">
                    <a:pos x="28" y="50"/>
                  </a:cxn>
                </a:cxnLst>
                <a:rect l="0" t="0" r="r" b="b"/>
                <a:pathLst>
                  <a:path w="32" h="69">
                    <a:moveTo>
                      <a:pt x="28" y="50"/>
                    </a:moveTo>
                    <a:lnTo>
                      <a:pt x="32" y="58"/>
                    </a:lnTo>
                    <a:lnTo>
                      <a:pt x="17" y="69"/>
                    </a:lnTo>
                    <a:lnTo>
                      <a:pt x="0" y="41"/>
                    </a:lnTo>
                    <a:lnTo>
                      <a:pt x="9" y="0"/>
                    </a:lnTo>
                    <a:lnTo>
                      <a:pt x="32" y="29"/>
                    </a:lnTo>
                    <a:lnTo>
                      <a:pt x="28" y="5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29" name="Freeform 58"/>
              <p:cNvSpPr>
                <a:spLocks noChangeAspect="1"/>
              </p:cNvSpPr>
              <p:nvPr/>
            </p:nvSpPr>
            <p:spPr bwMode="gray">
              <a:xfrm>
                <a:off x="3096853" y="5334202"/>
                <a:ext cx="58972" cy="88467"/>
              </a:xfrm>
              <a:custGeom>
                <a:avLst/>
                <a:gdLst/>
                <a:ahLst/>
                <a:cxnLst>
                  <a:cxn ang="0">
                    <a:pos x="48" y="46"/>
                  </a:cxn>
                  <a:cxn ang="0">
                    <a:pos x="10" y="83"/>
                  </a:cxn>
                  <a:cxn ang="0">
                    <a:pos x="0" y="73"/>
                  </a:cxn>
                  <a:cxn ang="0">
                    <a:pos x="10" y="63"/>
                  </a:cxn>
                  <a:cxn ang="0">
                    <a:pos x="2" y="42"/>
                  </a:cxn>
                  <a:cxn ang="0">
                    <a:pos x="12" y="10"/>
                  </a:cxn>
                  <a:cxn ang="0">
                    <a:pos x="29" y="0"/>
                  </a:cxn>
                  <a:cxn ang="0">
                    <a:pos x="46" y="0"/>
                  </a:cxn>
                  <a:cxn ang="0">
                    <a:pos x="48" y="46"/>
                  </a:cxn>
                </a:cxnLst>
                <a:rect l="0" t="0" r="r" b="b"/>
                <a:pathLst>
                  <a:path w="48" h="83">
                    <a:moveTo>
                      <a:pt x="48" y="46"/>
                    </a:moveTo>
                    <a:lnTo>
                      <a:pt x="10" y="83"/>
                    </a:lnTo>
                    <a:lnTo>
                      <a:pt x="0" y="73"/>
                    </a:lnTo>
                    <a:lnTo>
                      <a:pt x="10" y="63"/>
                    </a:lnTo>
                    <a:lnTo>
                      <a:pt x="2" y="42"/>
                    </a:lnTo>
                    <a:lnTo>
                      <a:pt x="12" y="10"/>
                    </a:lnTo>
                    <a:lnTo>
                      <a:pt x="29" y="0"/>
                    </a:lnTo>
                    <a:lnTo>
                      <a:pt x="46" y="0"/>
                    </a:lnTo>
                    <a:lnTo>
                      <a:pt x="48" y="46"/>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30" name="Freeform 59"/>
              <p:cNvSpPr>
                <a:spLocks noChangeAspect="1"/>
              </p:cNvSpPr>
              <p:nvPr/>
            </p:nvSpPr>
            <p:spPr bwMode="gray">
              <a:xfrm>
                <a:off x="3170568" y="5342368"/>
                <a:ext cx="48652" cy="31304"/>
              </a:xfrm>
              <a:custGeom>
                <a:avLst/>
                <a:gdLst/>
                <a:ahLst/>
                <a:cxnLst>
                  <a:cxn ang="0">
                    <a:pos x="40" y="4"/>
                  </a:cxn>
                  <a:cxn ang="0">
                    <a:pos x="28" y="29"/>
                  </a:cxn>
                  <a:cxn ang="0">
                    <a:pos x="9" y="29"/>
                  </a:cxn>
                  <a:cxn ang="0">
                    <a:pos x="0" y="21"/>
                  </a:cxn>
                  <a:cxn ang="0">
                    <a:pos x="21" y="0"/>
                  </a:cxn>
                  <a:cxn ang="0">
                    <a:pos x="36" y="2"/>
                  </a:cxn>
                  <a:cxn ang="0">
                    <a:pos x="40" y="4"/>
                  </a:cxn>
                </a:cxnLst>
                <a:rect l="0" t="0" r="r" b="b"/>
                <a:pathLst>
                  <a:path w="40" h="29">
                    <a:moveTo>
                      <a:pt x="40" y="4"/>
                    </a:moveTo>
                    <a:lnTo>
                      <a:pt x="28" y="29"/>
                    </a:lnTo>
                    <a:lnTo>
                      <a:pt x="9" y="29"/>
                    </a:lnTo>
                    <a:lnTo>
                      <a:pt x="0" y="21"/>
                    </a:lnTo>
                    <a:lnTo>
                      <a:pt x="21" y="0"/>
                    </a:lnTo>
                    <a:lnTo>
                      <a:pt x="36" y="2"/>
                    </a:lnTo>
                    <a:lnTo>
                      <a:pt x="40" y="4"/>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31" name="Freeform 60"/>
              <p:cNvSpPr>
                <a:spLocks noChangeAspect="1"/>
              </p:cNvSpPr>
              <p:nvPr/>
            </p:nvSpPr>
            <p:spPr bwMode="gray">
              <a:xfrm>
                <a:off x="3982909" y="4328397"/>
                <a:ext cx="28012" cy="19054"/>
              </a:xfrm>
              <a:custGeom>
                <a:avLst/>
                <a:gdLst/>
                <a:ahLst/>
                <a:cxnLst>
                  <a:cxn ang="0">
                    <a:pos x="21" y="17"/>
                  </a:cxn>
                  <a:cxn ang="0">
                    <a:pos x="8" y="19"/>
                  </a:cxn>
                  <a:cxn ang="0">
                    <a:pos x="0" y="17"/>
                  </a:cxn>
                  <a:cxn ang="0">
                    <a:pos x="12" y="0"/>
                  </a:cxn>
                  <a:cxn ang="0">
                    <a:pos x="23" y="6"/>
                  </a:cxn>
                  <a:cxn ang="0">
                    <a:pos x="21" y="17"/>
                  </a:cxn>
                </a:cxnLst>
                <a:rect l="0" t="0" r="r" b="b"/>
                <a:pathLst>
                  <a:path w="23" h="19">
                    <a:moveTo>
                      <a:pt x="21" y="17"/>
                    </a:moveTo>
                    <a:lnTo>
                      <a:pt x="8" y="19"/>
                    </a:lnTo>
                    <a:lnTo>
                      <a:pt x="0" y="17"/>
                    </a:lnTo>
                    <a:lnTo>
                      <a:pt x="12" y="0"/>
                    </a:lnTo>
                    <a:lnTo>
                      <a:pt x="23" y="6"/>
                    </a:lnTo>
                    <a:lnTo>
                      <a:pt x="21" y="17"/>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32" name="Freeform 61"/>
              <p:cNvSpPr>
                <a:spLocks noChangeAspect="1"/>
              </p:cNvSpPr>
              <p:nvPr/>
            </p:nvSpPr>
            <p:spPr bwMode="gray">
              <a:xfrm>
                <a:off x="4414880" y="4796593"/>
                <a:ext cx="86984" cy="97995"/>
              </a:xfrm>
              <a:custGeom>
                <a:avLst/>
                <a:gdLst/>
                <a:ahLst/>
                <a:cxnLst>
                  <a:cxn ang="0">
                    <a:pos x="48" y="40"/>
                  </a:cxn>
                  <a:cxn ang="0">
                    <a:pos x="51" y="71"/>
                  </a:cxn>
                  <a:cxn ang="0">
                    <a:pos x="21" y="90"/>
                  </a:cxn>
                  <a:cxn ang="0">
                    <a:pos x="0" y="75"/>
                  </a:cxn>
                  <a:cxn ang="0">
                    <a:pos x="1" y="63"/>
                  </a:cxn>
                  <a:cxn ang="0">
                    <a:pos x="26" y="33"/>
                  </a:cxn>
                  <a:cxn ang="0">
                    <a:pos x="61" y="0"/>
                  </a:cxn>
                  <a:cxn ang="0">
                    <a:pos x="67" y="6"/>
                  </a:cxn>
                  <a:cxn ang="0">
                    <a:pos x="48" y="40"/>
                  </a:cxn>
                </a:cxnLst>
                <a:rect l="0" t="0" r="r" b="b"/>
                <a:pathLst>
                  <a:path w="67" h="90">
                    <a:moveTo>
                      <a:pt x="48" y="40"/>
                    </a:moveTo>
                    <a:lnTo>
                      <a:pt x="51" y="71"/>
                    </a:lnTo>
                    <a:lnTo>
                      <a:pt x="21" y="90"/>
                    </a:lnTo>
                    <a:lnTo>
                      <a:pt x="0" y="75"/>
                    </a:lnTo>
                    <a:lnTo>
                      <a:pt x="1" y="63"/>
                    </a:lnTo>
                    <a:lnTo>
                      <a:pt x="26" y="33"/>
                    </a:lnTo>
                    <a:lnTo>
                      <a:pt x="61" y="0"/>
                    </a:lnTo>
                    <a:lnTo>
                      <a:pt x="67" y="6"/>
                    </a:lnTo>
                    <a:lnTo>
                      <a:pt x="48" y="40"/>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33" name="Freeform 62"/>
              <p:cNvSpPr>
                <a:spLocks noChangeAspect="1"/>
              </p:cNvSpPr>
              <p:nvPr/>
            </p:nvSpPr>
            <p:spPr bwMode="gray">
              <a:xfrm>
                <a:off x="5382023" y="3685988"/>
                <a:ext cx="81087" cy="156519"/>
              </a:xfrm>
              <a:custGeom>
                <a:avLst/>
                <a:gdLst/>
                <a:ahLst/>
                <a:cxnLst>
                  <a:cxn ang="0">
                    <a:pos x="40" y="65"/>
                  </a:cxn>
                  <a:cxn ang="0">
                    <a:pos x="42" y="73"/>
                  </a:cxn>
                  <a:cxn ang="0">
                    <a:pos x="59" y="67"/>
                  </a:cxn>
                  <a:cxn ang="0">
                    <a:pos x="65" y="75"/>
                  </a:cxn>
                  <a:cxn ang="0">
                    <a:pos x="42" y="115"/>
                  </a:cxn>
                  <a:cxn ang="0">
                    <a:pos x="8" y="144"/>
                  </a:cxn>
                  <a:cxn ang="0">
                    <a:pos x="0" y="142"/>
                  </a:cxn>
                  <a:cxn ang="0">
                    <a:pos x="15" y="96"/>
                  </a:cxn>
                  <a:cxn ang="0">
                    <a:pos x="2" y="94"/>
                  </a:cxn>
                  <a:cxn ang="0">
                    <a:pos x="2" y="71"/>
                  </a:cxn>
                  <a:cxn ang="0">
                    <a:pos x="48" y="0"/>
                  </a:cxn>
                  <a:cxn ang="0">
                    <a:pos x="48" y="36"/>
                  </a:cxn>
                  <a:cxn ang="0">
                    <a:pos x="40" y="65"/>
                  </a:cxn>
                </a:cxnLst>
                <a:rect l="0" t="0" r="r" b="b"/>
                <a:pathLst>
                  <a:path w="65" h="144">
                    <a:moveTo>
                      <a:pt x="40" y="65"/>
                    </a:moveTo>
                    <a:lnTo>
                      <a:pt x="42" y="73"/>
                    </a:lnTo>
                    <a:lnTo>
                      <a:pt x="59" y="67"/>
                    </a:lnTo>
                    <a:lnTo>
                      <a:pt x="65" y="75"/>
                    </a:lnTo>
                    <a:lnTo>
                      <a:pt x="42" y="115"/>
                    </a:lnTo>
                    <a:lnTo>
                      <a:pt x="8" y="144"/>
                    </a:lnTo>
                    <a:lnTo>
                      <a:pt x="0" y="142"/>
                    </a:lnTo>
                    <a:lnTo>
                      <a:pt x="15" y="96"/>
                    </a:lnTo>
                    <a:lnTo>
                      <a:pt x="2" y="94"/>
                    </a:lnTo>
                    <a:lnTo>
                      <a:pt x="2" y="71"/>
                    </a:lnTo>
                    <a:lnTo>
                      <a:pt x="48" y="0"/>
                    </a:lnTo>
                    <a:lnTo>
                      <a:pt x="48" y="36"/>
                    </a:lnTo>
                    <a:lnTo>
                      <a:pt x="40" y="65"/>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34" name="Freeform 63"/>
              <p:cNvSpPr>
                <a:spLocks noChangeAspect="1"/>
              </p:cNvSpPr>
              <p:nvPr/>
            </p:nvSpPr>
            <p:spPr bwMode="gray">
              <a:xfrm>
                <a:off x="5743227" y="1542358"/>
                <a:ext cx="1450714" cy="1230376"/>
              </a:xfrm>
              <a:custGeom>
                <a:avLst/>
                <a:gdLst/>
                <a:ahLst/>
                <a:cxnLst>
                  <a:cxn ang="0">
                    <a:pos x="712" y="316"/>
                  </a:cxn>
                  <a:cxn ang="0">
                    <a:pos x="754" y="351"/>
                  </a:cxn>
                  <a:cxn ang="0">
                    <a:pos x="831" y="376"/>
                  </a:cxn>
                  <a:cxn ang="0">
                    <a:pos x="850" y="355"/>
                  </a:cxn>
                  <a:cxn ang="0">
                    <a:pos x="890" y="391"/>
                  </a:cxn>
                  <a:cxn ang="0">
                    <a:pos x="1021" y="318"/>
                  </a:cxn>
                  <a:cxn ang="0">
                    <a:pos x="1057" y="278"/>
                  </a:cxn>
                  <a:cxn ang="0">
                    <a:pos x="1025" y="401"/>
                  </a:cxn>
                  <a:cxn ang="0">
                    <a:pos x="1084" y="541"/>
                  </a:cxn>
                  <a:cxn ang="0">
                    <a:pos x="1098" y="562"/>
                  </a:cxn>
                  <a:cxn ang="0">
                    <a:pos x="1153" y="522"/>
                  </a:cxn>
                  <a:cxn ang="0">
                    <a:pos x="1115" y="583"/>
                  </a:cxn>
                  <a:cxn ang="0">
                    <a:pos x="1038" y="631"/>
                  </a:cxn>
                  <a:cxn ang="0">
                    <a:pos x="979" y="641"/>
                  </a:cxn>
                  <a:cxn ang="0">
                    <a:pos x="902" y="660"/>
                  </a:cxn>
                  <a:cxn ang="0">
                    <a:pos x="835" y="671"/>
                  </a:cxn>
                  <a:cxn ang="0">
                    <a:pos x="702" y="869"/>
                  </a:cxn>
                  <a:cxn ang="0">
                    <a:pos x="679" y="946"/>
                  </a:cxn>
                  <a:cxn ang="0">
                    <a:pos x="543" y="875"/>
                  </a:cxn>
                  <a:cxn ang="0">
                    <a:pos x="387" y="783"/>
                  </a:cxn>
                  <a:cxn ang="0">
                    <a:pos x="242" y="873"/>
                  </a:cxn>
                  <a:cxn ang="0">
                    <a:pos x="184" y="811"/>
                  </a:cxn>
                  <a:cxn ang="0">
                    <a:pos x="101" y="846"/>
                  </a:cxn>
                  <a:cxn ang="0">
                    <a:pos x="153" y="936"/>
                  </a:cxn>
                  <a:cxn ang="0">
                    <a:pos x="249" y="994"/>
                  </a:cxn>
                  <a:cxn ang="0">
                    <a:pos x="280" y="1007"/>
                  </a:cxn>
                  <a:cxn ang="0">
                    <a:pos x="207" y="1023"/>
                  </a:cxn>
                  <a:cxn ang="0">
                    <a:pos x="182" y="1007"/>
                  </a:cxn>
                  <a:cxn ang="0">
                    <a:pos x="134" y="1080"/>
                  </a:cxn>
                  <a:cxn ang="0">
                    <a:pos x="84" y="1124"/>
                  </a:cxn>
                  <a:cxn ang="0">
                    <a:pos x="42" y="1082"/>
                  </a:cxn>
                  <a:cxn ang="0">
                    <a:pos x="55" y="948"/>
                  </a:cxn>
                  <a:cxn ang="0">
                    <a:pos x="0" y="863"/>
                  </a:cxn>
                  <a:cxn ang="0">
                    <a:pos x="6" y="798"/>
                  </a:cxn>
                  <a:cxn ang="0">
                    <a:pos x="50" y="779"/>
                  </a:cxn>
                  <a:cxn ang="0">
                    <a:pos x="94" y="754"/>
                  </a:cxn>
                  <a:cxn ang="0">
                    <a:pos x="117" y="650"/>
                  </a:cxn>
                  <a:cxn ang="0">
                    <a:pos x="117" y="600"/>
                  </a:cxn>
                  <a:cxn ang="0">
                    <a:pos x="203" y="637"/>
                  </a:cxn>
                  <a:cxn ang="0">
                    <a:pos x="253" y="650"/>
                  </a:cxn>
                  <a:cxn ang="0">
                    <a:pos x="309" y="604"/>
                  </a:cxn>
                  <a:cxn ang="0">
                    <a:pos x="299" y="541"/>
                  </a:cxn>
                  <a:cxn ang="0">
                    <a:pos x="291" y="493"/>
                  </a:cxn>
                  <a:cxn ang="0">
                    <a:pos x="347" y="435"/>
                  </a:cxn>
                  <a:cxn ang="0">
                    <a:pos x="345" y="330"/>
                  </a:cxn>
                  <a:cxn ang="0">
                    <a:pos x="364" y="194"/>
                  </a:cxn>
                  <a:cxn ang="0">
                    <a:pos x="320" y="77"/>
                  </a:cxn>
                  <a:cxn ang="0">
                    <a:pos x="364" y="25"/>
                  </a:cxn>
                  <a:cxn ang="0">
                    <a:pos x="472" y="88"/>
                  </a:cxn>
                </a:cxnLst>
                <a:rect l="0" t="0" r="r" b="b"/>
                <a:pathLst>
                  <a:path w="1165" h="1124">
                    <a:moveTo>
                      <a:pt x="577" y="213"/>
                    </a:moveTo>
                    <a:lnTo>
                      <a:pt x="712" y="316"/>
                    </a:lnTo>
                    <a:lnTo>
                      <a:pt x="743" y="334"/>
                    </a:lnTo>
                    <a:lnTo>
                      <a:pt x="754" y="351"/>
                    </a:lnTo>
                    <a:lnTo>
                      <a:pt x="815" y="349"/>
                    </a:lnTo>
                    <a:lnTo>
                      <a:pt x="831" y="376"/>
                    </a:lnTo>
                    <a:lnTo>
                      <a:pt x="839" y="376"/>
                    </a:lnTo>
                    <a:lnTo>
                      <a:pt x="850" y="355"/>
                    </a:lnTo>
                    <a:lnTo>
                      <a:pt x="867" y="376"/>
                    </a:lnTo>
                    <a:lnTo>
                      <a:pt x="890" y="391"/>
                    </a:lnTo>
                    <a:lnTo>
                      <a:pt x="950" y="397"/>
                    </a:lnTo>
                    <a:lnTo>
                      <a:pt x="1021" y="318"/>
                    </a:lnTo>
                    <a:lnTo>
                      <a:pt x="1052" y="278"/>
                    </a:lnTo>
                    <a:lnTo>
                      <a:pt x="1057" y="278"/>
                    </a:lnTo>
                    <a:lnTo>
                      <a:pt x="1065" y="295"/>
                    </a:lnTo>
                    <a:lnTo>
                      <a:pt x="1025" y="401"/>
                    </a:lnTo>
                    <a:lnTo>
                      <a:pt x="1032" y="455"/>
                    </a:lnTo>
                    <a:lnTo>
                      <a:pt x="1084" y="541"/>
                    </a:lnTo>
                    <a:lnTo>
                      <a:pt x="1078" y="554"/>
                    </a:lnTo>
                    <a:lnTo>
                      <a:pt x="1098" y="562"/>
                    </a:lnTo>
                    <a:lnTo>
                      <a:pt x="1117" y="550"/>
                    </a:lnTo>
                    <a:lnTo>
                      <a:pt x="1153" y="522"/>
                    </a:lnTo>
                    <a:lnTo>
                      <a:pt x="1165" y="524"/>
                    </a:lnTo>
                    <a:lnTo>
                      <a:pt x="1115" y="583"/>
                    </a:lnTo>
                    <a:lnTo>
                      <a:pt x="1057" y="597"/>
                    </a:lnTo>
                    <a:lnTo>
                      <a:pt x="1038" y="631"/>
                    </a:lnTo>
                    <a:lnTo>
                      <a:pt x="1007" y="648"/>
                    </a:lnTo>
                    <a:lnTo>
                      <a:pt x="979" y="641"/>
                    </a:lnTo>
                    <a:lnTo>
                      <a:pt x="969" y="664"/>
                    </a:lnTo>
                    <a:lnTo>
                      <a:pt x="902" y="660"/>
                    </a:lnTo>
                    <a:lnTo>
                      <a:pt x="890" y="648"/>
                    </a:lnTo>
                    <a:lnTo>
                      <a:pt x="835" y="671"/>
                    </a:lnTo>
                    <a:lnTo>
                      <a:pt x="750" y="763"/>
                    </a:lnTo>
                    <a:lnTo>
                      <a:pt x="702" y="869"/>
                    </a:lnTo>
                    <a:lnTo>
                      <a:pt x="695" y="946"/>
                    </a:lnTo>
                    <a:lnTo>
                      <a:pt x="679" y="946"/>
                    </a:lnTo>
                    <a:lnTo>
                      <a:pt x="627" y="905"/>
                    </a:lnTo>
                    <a:lnTo>
                      <a:pt x="543" y="875"/>
                    </a:lnTo>
                    <a:lnTo>
                      <a:pt x="424" y="800"/>
                    </a:lnTo>
                    <a:lnTo>
                      <a:pt x="387" y="783"/>
                    </a:lnTo>
                    <a:lnTo>
                      <a:pt x="328" y="800"/>
                    </a:lnTo>
                    <a:lnTo>
                      <a:pt x="242" y="873"/>
                    </a:lnTo>
                    <a:lnTo>
                      <a:pt x="232" y="873"/>
                    </a:lnTo>
                    <a:lnTo>
                      <a:pt x="184" y="811"/>
                    </a:lnTo>
                    <a:lnTo>
                      <a:pt x="138" y="808"/>
                    </a:lnTo>
                    <a:lnTo>
                      <a:pt x="101" y="846"/>
                    </a:lnTo>
                    <a:lnTo>
                      <a:pt x="96" y="888"/>
                    </a:lnTo>
                    <a:lnTo>
                      <a:pt x="153" y="936"/>
                    </a:lnTo>
                    <a:lnTo>
                      <a:pt x="184" y="934"/>
                    </a:lnTo>
                    <a:lnTo>
                      <a:pt x="249" y="994"/>
                    </a:lnTo>
                    <a:lnTo>
                      <a:pt x="272" y="1001"/>
                    </a:lnTo>
                    <a:lnTo>
                      <a:pt x="280" y="1007"/>
                    </a:lnTo>
                    <a:lnTo>
                      <a:pt x="242" y="1034"/>
                    </a:lnTo>
                    <a:lnTo>
                      <a:pt x="207" y="1023"/>
                    </a:lnTo>
                    <a:lnTo>
                      <a:pt x="190" y="1024"/>
                    </a:lnTo>
                    <a:lnTo>
                      <a:pt x="182" y="1007"/>
                    </a:lnTo>
                    <a:lnTo>
                      <a:pt x="132" y="1063"/>
                    </a:lnTo>
                    <a:lnTo>
                      <a:pt x="134" y="1080"/>
                    </a:lnTo>
                    <a:lnTo>
                      <a:pt x="96" y="1107"/>
                    </a:lnTo>
                    <a:lnTo>
                      <a:pt x="84" y="1124"/>
                    </a:lnTo>
                    <a:lnTo>
                      <a:pt x="67" y="1124"/>
                    </a:lnTo>
                    <a:lnTo>
                      <a:pt x="42" y="1082"/>
                    </a:lnTo>
                    <a:lnTo>
                      <a:pt x="67" y="978"/>
                    </a:lnTo>
                    <a:lnTo>
                      <a:pt x="55" y="948"/>
                    </a:lnTo>
                    <a:lnTo>
                      <a:pt x="0" y="905"/>
                    </a:lnTo>
                    <a:lnTo>
                      <a:pt x="0" y="863"/>
                    </a:lnTo>
                    <a:lnTo>
                      <a:pt x="11" y="813"/>
                    </a:lnTo>
                    <a:lnTo>
                      <a:pt x="6" y="798"/>
                    </a:lnTo>
                    <a:lnTo>
                      <a:pt x="21" y="783"/>
                    </a:lnTo>
                    <a:lnTo>
                      <a:pt x="50" y="779"/>
                    </a:lnTo>
                    <a:lnTo>
                      <a:pt x="73" y="750"/>
                    </a:lnTo>
                    <a:lnTo>
                      <a:pt x="94" y="754"/>
                    </a:lnTo>
                    <a:lnTo>
                      <a:pt x="136" y="691"/>
                    </a:lnTo>
                    <a:lnTo>
                      <a:pt x="117" y="650"/>
                    </a:lnTo>
                    <a:lnTo>
                      <a:pt x="96" y="625"/>
                    </a:lnTo>
                    <a:lnTo>
                      <a:pt x="117" y="600"/>
                    </a:lnTo>
                    <a:lnTo>
                      <a:pt x="132" y="597"/>
                    </a:lnTo>
                    <a:lnTo>
                      <a:pt x="203" y="637"/>
                    </a:lnTo>
                    <a:lnTo>
                      <a:pt x="224" y="631"/>
                    </a:lnTo>
                    <a:lnTo>
                      <a:pt x="253" y="650"/>
                    </a:lnTo>
                    <a:lnTo>
                      <a:pt x="291" y="635"/>
                    </a:lnTo>
                    <a:lnTo>
                      <a:pt x="309" y="604"/>
                    </a:lnTo>
                    <a:lnTo>
                      <a:pt x="305" y="556"/>
                    </a:lnTo>
                    <a:lnTo>
                      <a:pt x="299" y="541"/>
                    </a:lnTo>
                    <a:lnTo>
                      <a:pt x="299" y="514"/>
                    </a:lnTo>
                    <a:lnTo>
                      <a:pt x="291" y="493"/>
                    </a:lnTo>
                    <a:lnTo>
                      <a:pt x="320" y="464"/>
                    </a:lnTo>
                    <a:lnTo>
                      <a:pt x="347" y="435"/>
                    </a:lnTo>
                    <a:lnTo>
                      <a:pt x="353" y="366"/>
                    </a:lnTo>
                    <a:lnTo>
                      <a:pt x="345" y="330"/>
                    </a:lnTo>
                    <a:lnTo>
                      <a:pt x="368" y="272"/>
                    </a:lnTo>
                    <a:lnTo>
                      <a:pt x="364" y="194"/>
                    </a:lnTo>
                    <a:lnTo>
                      <a:pt x="334" y="105"/>
                    </a:lnTo>
                    <a:lnTo>
                      <a:pt x="320" y="77"/>
                    </a:lnTo>
                    <a:lnTo>
                      <a:pt x="336" y="25"/>
                    </a:lnTo>
                    <a:lnTo>
                      <a:pt x="364" y="25"/>
                    </a:lnTo>
                    <a:lnTo>
                      <a:pt x="384" y="0"/>
                    </a:lnTo>
                    <a:lnTo>
                      <a:pt x="472" y="88"/>
                    </a:lnTo>
                    <a:lnTo>
                      <a:pt x="577" y="213"/>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sp>
            <p:nvSpPr>
              <p:cNvPr id="135" name="Freeform 64"/>
              <p:cNvSpPr>
                <a:spLocks noChangeAspect="1"/>
              </p:cNvSpPr>
              <p:nvPr/>
            </p:nvSpPr>
            <p:spPr bwMode="gray">
              <a:xfrm>
                <a:off x="6007127" y="3061273"/>
                <a:ext cx="342038" cy="481806"/>
              </a:xfrm>
              <a:custGeom>
                <a:avLst/>
                <a:gdLst/>
                <a:ahLst/>
                <a:cxnLst>
                  <a:cxn ang="0">
                    <a:pos x="173" y="432"/>
                  </a:cxn>
                  <a:cxn ang="0">
                    <a:pos x="186" y="413"/>
                  </a:cxn>
                  <a:cxn ang="0">
                    <a:pos x="194" y="384"/>
                  </a:cxn>
                  <a:cxn ang="0">
                    <a:pos x="234" y="342"/>
                  </a:cxn>
                  <a:cxn ang="0">
                    <a:pos x="272" y="219"/>
                  </a:cxn>
                  <a:cxn ang="0">
                    <a:pos x="255" y="198"/>
                  </a:cxn>
                  <a:cxn ang="0">
                    <a:pos x="251" y="117"/>
                  </a:cxn>
                  <a:cxn ang="0">
                    <a:pos x="219" y="75"/>
                  </a:cxn>
                  <a:cxn ang="0">
                    <a:pos x="224" y="56"/>
                  </a:cxn>
                  <a:cxn ang="0">
                    <a:pos x="194" y="0"/>
                  </a:cxn>
                  <a:cxn ang="0">
                    <a:pos x="146" y="15"/>
                  </a:cxn>
                  <a:cxn ang="0">
                    <a:pos x="65" y="58"/>
                  </a:cxn>
                  <a:cxn ang="0">
                    <a:pos x="48" y="46"/>
                  </a:cxn>
                  <a:cxn ang="0">
                    <a:pos x="34" y="75"/>
                  </a:cxn>
                  <a:cxn ang="0">
                    <a:pos x="29" y="175"/>
                  </a:cxn>
                  <a:cxn ang="0">
                    <a:pos x="19" y="242"/>
                  </a:cxn>
                  <a:cxn ang="0">
                    <a:pos x="0" y="274"/>
                  </a:cxn>
                  <a:cxn ang="0">
                    <a:pos x="0" y="288"/>
                  </a:cxn>
                  <a:cxn ang="0">
                    <a:pos x="27" y="320"/>
                  </a:cxn>
                  <a:cxn ang="0">
                    <a:pos x="27" y="363"/>
                  </a:cxn>
                  <a:cxn ang="0">
                    <a:pos x="38" y="391"/>
                  </a:cxn>
                  <a:cxn ang="0">
                    <a:pos x="84" y="413"/>
                  </a:cxn>
                  <a:cxn ang="0">
                    <a:pos x="98" y="411"/>
                  </a:cxn>
                  <a:cxn ang="0">
                    <a:pos x="117" y="439"/>
                  </a:cxn>
                  <a:cxn ang="0">
                    <a:pos x="173" y="432"/>
                  </a:cxn>
                </a:cxnLst>
                <a:rect l="0" t="0" r="r" b="b"/>
                <a:pathLst>
                  <a:path w="272" h="439">
                    <a:moveTo>
                      <a:pt x="173" y="432"/>
                    </a:moveTo>
                    <a:lnTo>
                      <a:pt x="186" y="413"/>
                    </a:lnTo>
                    <a:lnTo>
                      <a:pt x="194" y="384"/>
                    </a:lnTo>
                    <a:lnTo>
                      <a:pt x="234" y="342"/>
                    </a:lnTo>
                    <a:lnTo>
                      <a:pt x="272" y="219"/>
                    </a:lnTo>
                    <a:lnTo>
                      <a:pt x="255" y="198"/>
                    </a:lnTo>
                    <a:lnTo>
                      <a:pt x="251" y="117"/>
                    </a:lnTo>
                    <a:lnTo>
                      <a:pt x="219" y="75"/>
                    </a:lnTo>
                    <a:lnTo>
                      <a:pt x="224" y="56"/>
                    </a:lnTo>
                    <a:lnTo>
                      <a:pt x="194" y="0"/>
                    </a:lnTo>
                    <a:lnTo>
                      <a:pt x="146" y="15"/>
                    </a:lnTo>
                    <a:lnTo>
                      <a:pt x="65" y="58"/>
                    </a:lnTo>
                    <a:lnTo>
                      <a:pt x="48" y="46"/>
                    </a:lnTo>
                    <a:lnTo>
                      <a:pt x="34" y="75"/>
                    </a:lnTo>
                    <a:lnTo>
                      <a:pt x="29" y="175"/>
                    </a:lnTo>
                    <a:lnTo>
                      <a:pt x="19" y="242"/>
                    </a:lnTo>
                    <a:lnTo>
                      <a:pt x="0" y="274"/>
                    </a:lnTo>
                    <a:lnTo>
                      <a:pt x="0" y="288"/>
                    </a:lnTo>
                    <a:lnTo>
                      <a:pt x="27" y="320"/>
                    </a:lnTo>
                    <a:lnTo>
                      <a:pt x="27" y="363"/>
                    </a:lnTo>
                    <a:lnTo>
                      <a:pt x="38" y="391"/>
                    </a:lnTo>
                    <a:lnTo>
                      <a:pt x="84" y="413"/>
                    </a:lnTo>
                    <a:lnTo>
                      <a:pt x="98" y="411"/>
                    </a:lnTo>
                    <a:lnTo>
                      <a:pt x="117" y="439"/>
                    </a:lnTo>
                    <a:lnTo>
                      <a:pt x="173" y="432"/>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grpSp>
        <p:grpSp>
          <p:nvGrpSpPr>
            <p:cNvPr id="8" name="グループ化 7"/>
            <p:cNvGrpSpPr/>
            <p:nvPr/>
          </p:nvGrpSpPr>
          <p:grpSpPr>
            <a:xfrm>
              <a:off x="2541600" y="5904000"/>
              <a:ext cx="576000" cy="360000"/>
              <a:chOff x="2541600" y="5904000"/>
              <a:chExt cx="576000" cy="360000"/>
            </a:xfrm>
          </p:grpSpPr>
          <p:sp>
            <p:nvSpPr>
              <p:cNvPr id="125" name="Freeform 54"/>
              <p:cNvSpPr>
                <a:spLocks noChangeAspect="1"/>
              </p:cNvSpPr>
              <p:nvPr/>
            </p:nvSpPr>
            <p:spPr bwMode="gray">
              <a:xfrm>
                <a:off x="2815261" y="5976610"/>
                <a:ext cx="210825" cy="206877"/>
              </a:xfrm>
              <a:custGeom>
                <a:avLst/>
                <a:gdLst/>
                <a:ahLst/>
                <a:cxnLst>
                  <a:cxn ang="0">
                    <a:pos x="159" y="44"/>
                  </a:cxn>
                  <a:cxn ang="0">
                    <a:pos x="127" y="63"/>
                  </a:cxn>
                  <a:cxn ang="0">
                    <a:pos x="125" y="73"/>
                  </a:cxn>
                  <a:cxn ang="0">
                    <a:pos x="100" y="79"/>
                  </a:cxn>
                  <a:cxn ang="0">
                    <a:pos x="85" y="98"/>
                  </a:cxn>
                  <a:cxn ang="0">
                    <a:pos x="60" y="100"/>
                  </a:cxn>
                  <a:cxn ang="0">
                    <a:pos x="58" y="136"/>
                  </a:cxn>
                  <a:cxn ang="0">
                    <a:pos x="40" y="144"/>
                  </a:cxn>
                  <a:cxn ang="0">
                    <a:pos x="35" y="163"/>
                  </a:cxn>
                  <a:cxn ang="0">
                    <a:pos x="39" y="171"/>
                  </a:cxn>
                  <a:cxn ang="0">
                    <a:pos x="10" y="190"/>
                  </a:cxn>
                  <a:cxn ang="0">
                    <a:pos x="0" y="190"/>
                  </a:cxn>
                  <a:cxn ang="0">
                    <a:pos x="4" y="163"/>
                  </a:cxn>
                  <a:cxn ang="0">
                    <a:pos x="25" y="129"/>
                  </a:cxn>
                  <a:cxn ang="0">
                    <a:pos x="25" y="107"/>
                  </a:cxn>
                  <a:cxn ang="0">
                    <a:pos x="79" y="67"/>
                  </a:cxn>
                  <a:cxn ang="0">
                    <a:pos x="81" y="58"/>
                  </a:cxn>
                  <a:cxn ang="0">
                    <a:pos x="69" y="46"/>
                  </a:cxn>
                  <a:cxn ang="0">
                    <a:pos x="75" y="35"/>
                  </a:cxn>
                  <a:cxn ang="0">
                    <a:pos x="88" y="38"/>
                  </a:cxn>
                  <a:cxn ang="0">
                    <a:pos x="102" y="50"/>
                  </a:cxn>
                  <a:cxn ang="0">
                    <a:pos x="159" y="0"/>
                  </a:cxn>
                  <a:cxn ang="0">
                    <a:pos x="171" y="6"/>
                  </a:cxn>
                  <a:cxn ang="0">
                    <a:pos x="159" y="44"/>
                  </a:cxn>
                </a:cxnLst>
                <a:rect l="0" t="0" r="r" b="b"/>
                <a:pathLst>
                  <a:path w="171" h="190">
                    <a:moveTo>
                      <a:pt x="159" y="44"/>
                    </a:moveTo>
                    <a:lnTo>
                      <a:pt x="127" y="63"/>
                    </a:lnTo>
                    <a:lnTo>
                      <a:pt x="125" y="73"/>
                    </a:lnTo>
                    <a:lnTo>
                      <a:pt x="100" y="79"/>
                    </a:lnTo>
                    <a:lnTo>
                      <a:pt x="85" y="98"/>
                    </a:lnTo>
                    <a:lnTo>
                      <a:pt x="60" y="100"/>
                    </a:lnTo>
                    <a:lnTo>
                      <a:pt x="58" y="136"/>
                    </a:lnTo>
                    <a:lnTo>
                      <a:pt x="40" y="144"/>
                    </a:lnTo>
                    <a:lnTo>
                      <a:pt x="35" y="163"/>
                    </a:lnTo>
                    <a:lnTo>
                      <a:pt x="39" y="171"/>
                    </a:lnTo>
                    <a:lnTo>
                      <a:pt x="10" y="190"/>
                    </a:lnTo>
                    <a:lnTo>
                      <a:pt x="0" y="190"/>
                    </a:lnTo>
                    <a:lnTo>
                      <a:pt x="4" y="163"/>
                    </a:lnTo>
                    <a:lnTo>
                      <a:pt x="25" y="129"/>
                    </a:lnTo>
                    <a:lnTo>
                      <a:pt x="25" y="107"/>
                    </a:lnTo>
                    <a:lnTo>
                      <a:pt x="79" y="67"/>
                    </a:lnTo>
                    <a:lnTo>
                      <a:pt x="81" y="58"/>
                    </a:lnTo>
                    <a:lnTo>
                      <a:pt x="69" y="46"/>
                    </a:lnTo>
                    <a:lnTo>
                      <a:pt x="75" y="35"/>
                    </a:lnTo>
                    <a:lnTo>
                      <a:pt x="88" y="38"/>
                    </a:lnTo>
                    <a:lnTo>
                      <a:pt x="102" y="50"/>
                    </a:lnTo>
                    <a:lnTo>
                      <a:pt x="159" y="0"/>
                    </a:lnTo>
                    <a:lnTo>
                      <a:pt x="171" y="6"/>
                    </a:lnTo>
                    <a:lnTo>
                      <a:pt x="159" y="44"/>
                    </a:lnTo>
                    <a:close/>
                  </a:path>
                </a:pathLst>
              </a:custGeom>
              <a:solidFill>
                <a:srgbClr val="BBBCBC"/>
              </a:solidFill>
              <a:ln w="3175" cap="flat" cmpd="sng">
                <a:solidFill>
                  <a:schemeClr val="bg1"/>
                </a:solidFill>
                <a:prstDash val="solid"/>
                <a:round/>
                <a:headEnd type="none" w="med" len="med"/>
                <a:tailEnd type="none" w="med" len="med"/>
              </a:ln>
              <a:effectLst/>
            </p:spPr>
            <p:txBody>
              <a:bodyPr wrap="none" lIns="0" tIns="0" rIns="0" bIns="0" anchor="ctr" anchorCtr="0"/>
              <a:lstStyle/>
              <a:p>
                <a:pPr algn="ctr"/>
                <a:endParaRPr lang="ja-JP" altLang="en-US" sz="1200" dirty="0"/>
              </a:p>
            </p:txBody>
          </p:sp>
          <p:grpSp>
            <p:nvGrpSpPr>
              <p:cNvPr id="7" name="グループ化 6"/>
              <p:cNvGrpSpPr/>
              <p:nvPr/>
            </p:nvGrpSpPr>
            <p:grpSpPr>
              <a:xfrm>
                <a:off x="2541600" y="5904000"/>
                <a:ext cx="576000" cy="360000"/>
                <a:chOff x="2616230" y="5875894"/>
                <a:chExt cx="576000" cy="360000"/>
              </a:xfrm>
            </p:grpSpPr>
            <p:sp>
              <p:nvSpPr>
                <p:cNvPr id="136" name="Line 65"/>
                <p:cNvSpPr>
                  <a:spLocks noChangeAspect="1" noChangeShapeType="1"/>
                </p:cNvSpPr>
                <p:nvPr/>
              </p:nvSpPr>
              <p:spPr bwMode="gray">
                <a:xfrm>
                  <a:off x="2616230" y="5875894"/>
                  <a:ext cx="576000" cy="0"/>
                </a:xfrm>
                <a:prstGeom prst="line">
                  <a:avLst/>
                </a:prstGeom>
                <a:solidFill>
                  <a:srgbClr val="BBBCBC"/>
                </a:solidFill>
                <a:ln w="12700">
                  <a:solidFill>
                    <a:schemeClr val="tx2"/>
                  </a:solidFill>
                  <a:round/>
                  <a:headEnd/>
                  <a:tailEnd/>
                </a:ln>
                <a:effectLst/>
              </p:spPr>
              <p:txBody>
                <a:bodyPr wrap="none" lIns="0" tIns="0" rIns="0" bIns="0" anchor="ctr" anchorCtr="0"/>
                <a:lstStyle/>
                <a:p>
                  <a:pPr algn="ctr"/>
                  <a:endParaRPr lang="ja-JP" altLang="en-US" sz="1200" dirty="0"/>
                </a:p>
              </p:txBody>
            </p:sp>
            <p:sp>
              <p:nvSpPr>
                <p:cNvPr id="137" name="Line 66"/>
                <p:cNvSpPr>
                  <a:spLocks noChangeShapeType="1"/>
                </p:cNvSpPr>
                <p:nvPr/>
              </p:nvSpPr>
              <p:spPr bwMode="gray">
                <a:xfrm flipH="1">
                  <a:off x="3192230" y="5875894"/>
                  <a:ext cx="0" cy="360000"/>
                </a:xfrm>
                <a:prstGeom prst="line">
                  <a:avLst/>
                </a:prstGeom>
                <a:solidFill>
                  <a:srgbClr val="BBBCBC"/>
                </a:solidFill>
                <a:ln w="12700">
                  <a:solidFill>
                    <a:schemeClr val="tx2"/>
                  </a:solidFill>
                  <a:round/>
                  <a:headEnd/>
                  <a:tailEnd/>
                </a:ln>
                <a:effectLst/>
              </p:spPr>
              <p:txBody>
                <a:bodyPr wrap="none" lIns="0" tIns="0" rIns="0" bIns="0" anchor="ctr" anchorCtr="0"/>
                <a:lstStyle/>
                <a:p>
                  <a:pPr algn="ctr"/>
                  <a:endParaRPr lang="ja-JP" altLang="en-US" sz="1200" dirty="0"/>
                </a:p>
              </p:txBody>
            </p:sp>
          </p:grpSp>
        </p:grpSp>
      </p:grpSp>
    </p:spTree>
    <p:extLst>
      <p:ext uri="{BB962C8B-B14F-4D97-AF65-F5344CB8AC3E}">
        <p14:creationId xmlns:p14="http://schemas.microsoft.com/office/powerpoint/2010/main" val="4225914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97282" name="Rectangle 2"/>
          <p:cNvSpPr>
            <a:spLocks noGrp="1" noChangeArrowheads="1"/>
          </p:cNvSpPr>
          <p:nvPr>
            <p:ph type="title"/>
          </p:nvPr>
        </p:nvSpPr>
        <p:spPr bwMode="gray"/>
        <p:txBody>
          <a:bodyPr/>
          <a:lstStyle/>
          <a:p>
            <a:r>
              <a:rPr lang="ja-JP" altLang="en-US"/>
              <a:t>拡大／拡張</a:t>
            </a:r>
            <a:r>
              <a:rPr lang="en-US" altLang="ja-JP"/>
              <a:t>2</a:t>
            </a:r>
            <a:endParaRPr lang="nl-NL" altLang="ja-JP" dirty="0"/>
          </a:p>
        </p:txBody>
      </p:sp>
      <p:grpSp>
        <p:nvGrpSpPr>
          <p:cNvPr id="2" name="Group 25"/>
          <p:cNvGrpSpPr>
            <a:grpSpLocks/>
          </p:cNvGrpSpPr>
          <p:nvPr/>
        </p:nvGrpSpPr>
        <p:grpSpPr bwMode="gray">
          <a:xfrm>
            <a:off x="706438" y="2205038"/>
            <a:ext cx="8402637" cy="3765550"/>
            <a:chOff x="411" y="1389"/>
            <a:chExt cx="4886" cy="2372"/>
          </a:xfrm>
        </p:grpSpPr>
        <p:sp>
          <p:nvSpPr>
            <p:cNvPr id="97289" name="Rectangle 26"/>
            <p:cNvSpPr>
              <a:spLocks noChangeArrowheads="1"/>
            </p:cNvSpPr>
            <p:nvPr/>
          </p:nvSpPr>
          <p:spPr bwMode="gray">
            <a:xfrm>
              <a:off x="4154" y="1461"/>
              <a:ext cx="1143" cy="187"/>
            </a:xfrm>
            <a:prstGeom prst="rect">
              <a:avLst/>
            </a:prstGeom>
            <a:noFill/>
            <a:ln w="9525" algn="ctr">
              <a:noFill/>
              <a:miter lim="800000"/>
              <a:headEnd/>
              <a:tailEnd/>
            </a:ln>
          </p:spPr>
          <p:txBody>
            <a:bodyPr lIns="72000" tIns="72000" rIns="72000" bIns="72000"/>
            <a:lstStyle/>
            <a:p>
              <a:pPr marL="169863" lvl="1" indent="-168275" algn="l">
                <a:lnSpc>
                  <a:spcPct val="106000"/>
                </a:lnSpc>
                <a:spcBef>
                  <a:spcPts val="1056"/>
                </a:spcBef>
                <a:buClr>
                  <a:schemeClr val="tx1"/>
                </a:buClr>
                <a:buFont typeface="Wingdings" pitchFamily="2" charset="2"/>
                <a:buChar char="n"/>
              </a:pPr>
              <a:r>
                <a:rPr lang="ja-JP" altLang="en-US" sz="1200" dirty="0"/>
                <a:t>第一レベル</a:t>
              </a:r>
              <a:r>
                <a:rPr kumimoji="0" lang="en-US" altLang="ja-JP" sz="1600" dirty="0"/>
                <a:t> </a:t>
              </a:r>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
          <p:nvSpPr>
            <p:cNvPr id="97290" name="Oval 27"/>
            <p:cNvSpPr>
              <a:spLocks noChangeArrowheads="1"/>
            </p:cNvSpPr>
            <p:nvPr/>
          </p:nvSpPr>
          <p:spPr bwMode="gray">
            <a:xfrm rot="3480929">
              <a:off x="1613" y="338"/>
              <a:ext cx="1560" cy="3964"/>
            </a:xfrm>
            <a:prstGeom prst="ellipse">
              <a:avLst/>
            </a:prstGeom>
            <a:solidFill>
              <a:schemeClr val="accent1"/>
            </a:solidFill>
            <a:ln w="12700">
              <a:solidFill>
                <a:schemeClr val="bg1"/>
              </a:solidFill>
              <a:round/>
              <a:headEnd/>
              <a:tailEnd/>
            </a:ln>
          </p:spPr>
          <p:txBody>
            <a:bodyPr wrap="none" lIns="72000" tIns="72000" rIns="72000" bIns="72000" anchor="ctr"/>
            <a:lstStyle/>
            <a:p>
              <a:pPr algn="ctr" eaLnBrk="0" hangingPunct="0">
                <a:lnSpc>
                  <a:spcPct val="106000"/>
                </a:lnSpc>
              </a:pPr>
              <a:endParaRPr kumimoji="0" lang="ja-JP" altLang="en-US" sz="1200" dirty="0"/>
            </a:p>
          </p:txBody>
        </p:sp>
        <p:sp>
          <p:nvSpPr>
            <p:cNvPr id="97291" name="Oval 28"/>
            <p:cNvSpPr>
              <a:spLocks noChangeArrowheads="1"/>
            </p:cNvSpPr>
            <p:nvPr/>
          </p:nvSpPr>
          <p:spPr bwMode="gray">
            <a:xfrm rot="3480929">
              <a:off x="1311" y="1173"/>
              <a:ext cx="1262" cy="2903"/>
            </a:xfrm>
            <a:prstGeom prst="ellipse">
              <a:avLst/>
            </a:prstGeom>
            <a:solidFill>
              <a:srgbClr val="97999B"/>
            </a:solidFill>
            <a:ln w="12700" algn="ctr">
              <a:solidFill>
                <a:schemeClr val="bg1"/>
              </a:solidFill>
              <a:round/>
              <a:headEnd/>
              <a:tailEnd/>
            </a:ln>
          </p:spPr>
          <p:txBody>
            <a:bodyPr rot="10800000" vert="eaVert" lIns="72000" tIns="72000" rIns="72000" bIns="72000" anchor="ctr"/>
            <a:lstStyle/>
            <a:p>
              <a:pPr algn="ctr" eaLnBrk="0" hangingPunct="0"/>
              <a:endParaRPr kumimoji="0" lang="en-GB" altLang="ja-JP" sz="1200" dirty="0"/>
            </a:p>
          </p:txBody>
        </p:sp>
        <p:sp>
          <p:nvSpPr>
            <p:cNvPr id="97292" name="Oval 29"/>
            <p:cNvSpPr>
              <a:spLocks noChangeArrowheads="1"/>
            </p:cNvSpPr>
            <p:nvPr/>
          </p:nvSpPr>
          <p:spPr bwMode="gray">
            <a:xfrm rot="3480929">
              <a:off x="1056" y="2095"/>
              <a:ext cx="797" cy="1741"/>
            </a:xfrm>
            <a:prstGeom prst="ellipse">
              <a:avLst/>
            </a:prstGeom>
            <a:solidFill>
              <a:schemeClr val="bg2"/>
            </a:solidFill>
            <a:ln w="12700" algn="ctr">
              <a:solidFill>
                <a:schemeClr val="bg1"/>
              </a:solidFill>
              <a:round/>
              <a:headEnd/>
              <a:tailEnd/>
            </a:ln>
          </p:spPr>
          <p:txBody>
            <a:bodyPr lIns="72000" tIns="72000" rIns="72000" bIns="72000" anchor="ctr"/>
            <a:lstStyle/>
            <a:p>
              <a:pPr algn="ctr" eaLnBrk="0" hangingPunct="0">
                <a:lnSpc>
                  <a:spcPct val="106000"/>
                </a:lnSpc>
              </a:pPr>
              <a:endParaRPr kumimoji="0" lang="ja-JP" altLang="en-US" sz="1200" dirty="0"/>
            </a:p>
          </p:txBody>
        </p:sp>
        <p:sp>
          <p:nvSpPr>
            <p:cNvPr id="97293" name="Oval 30"/>
            <p:cNvSpPr>
              <a:spLocks noChangeArrowheads="1"/>
            </p:cNvSpPr>
            <p:nvPr/>
          </p:nvSpPr>
          <p:spPr bwMode="gray">
            <a:xfrm rot="3480929">
              <a:off x="912" y="2671"/>
              <a:ext cx="462" cy="1009"/>
            </a:xfrm>
            <a:prstGeom prst="ellipse">
              <a:avLst/>
            </a:prstGeom>
            <a:solidFill>
              <a:schemeClr val="bg1"/>
            </a:solidFill>
            <a:ln w="12700" algn="ctr">
              <a:solidFill>
                <a:srgbClr val="97999B"/>
              </a:solidFill>
              <a:round/>
              <a:headEnd/>
              <a:tailEnd/>
            </a:ln>
          </p:spPr>
          <p:txBody>
            <a:bodyPr rot="10800000" vert="eaVert" lIns="72000" tIns="72000" rIns="72000" bIns="72000" anchor="ctr"/>
            <a:lstStyle/>
            <a:p>
              <a:pPr algn="ctr" eaLnBrk="0" hangingPunct="0"/>
              <a:endParaRPr kumimoji="0" lang="en-GB" altLang="ja-JP" sz="1200" dirty="0">
                <a:solidFill>
                  <a:schemeClr val="bg1"/>
                </a:solidFill>
              </a:endParaRPr>
            </a:p>
          </p:txBody>
        </p:sp>
        <p:sp>
          <p:nvSpPr>
            <p:cNvPr id="97294" name="Text Box 31"/>
            <p:cNvSpPr txBox="1">
              <a:spLocks noChangeArrowheads="1"/>
            </p:cNvSpPr>
            <p:nvPr/>
          </p:nvSpPr>
          <p:spPr bwMode="gray">
            <a:xfrm>
              <a:off x="966" y="3102"/>
              <a:ext cx="185" cy="215"/>
            </a:xfrm>
            <a:prstGeom prst="rect">
              <a:avLst/>
            </a:prstGeom>
            <a:noFill/>
            <a:ln w="12700" algn="ctr">
              <a:noFill/>
              <a:miter lim="800000"/>
              <a:headEnd/>
              <a:tailEnd/>
            </a:ln>
          </p:spPr>
          <p:txBody>
            <a:bodyPr wrap="none" lIns="72000" tIns="72000" rIns="72000" bIns="72000">
              <a:spAutoFit/>
            </a:bodyPr>
            <a:lstStyle/>
            <a:p>
              <a:pPr algn="ctr" eaLnBrk="0" hangingPunct="0"/>
              <a:r>
                <a:rPr kumimoji="0" lang="en-US" altLang="ja-JP" sz="1200" dirty="0"/>
                <a:t>....</a:t>
              </a:r>
              <a:endParaRPr kumimoji="0" lang="nl-NL" altLang="ja-JP" sz="1200"/>
            </a:p>
          </p:txBody>
        </p:sp>
        <p:sp>
          <p:nvSpPr>
            <p:cNvPr id="97295" name="Text Box 32"/>
            <p:cNvSpPr txBox="1">
              <a:spLocks noChangeArrowheads="1"/>
            </p:cNvSpPr>
            <p:nvPr/>
          </p:nvSpPr>
          <p:spPr bwMode="gray">
            <a:xfrm>
              <a:off x="1701" y="2589"/>
              <a:ext cx="185" cy="215"/>
            </a:xfrm>
            <a:prstGeom prst="rect">
              <a:avLst/>
            </a:prstGeom>
            <a:noFill/>
            <a:ln w="12700" algn="ctr">
              <a:noFill/>
              <a:miter lim="800000"/>
              <a:headEnd/>
              <a:tailEnd/>
            </a:ln>
          </p:spPr>
          <p:txBody>
            <a:bodyPr wrap="none" lIns="72000" tIns="72000" rIns="72000" bIns="72000">
              <a:spAutoFit/>
            </a:bodyPr>
            <a:lstStyle/>
            <a:p>
              <a:pPr algn="ctr" eaLnBrk="0" hangingPunct="0"/>
              <a:r>
                <a:rPr kumimoji="0" lang="en-US" altLang="ja-JP" sz="1200" dirty="0"/>
                <a:t>....</a:t>
              </a:r>
              <a:endParaRPr kumimoji="0" lang="nl-NL" altLang="ja-JP" sz="1200" dirty="0"/>
            </a:p>
          </p:txBody>
        </p:sp>
        <p:sp>
          <p:nvSpPr>
            <p:cNvPr id="97296" name="Text Box 33"/>
            <p:cNvSpPr txBox="1">
              <a:spLocks noChangeArrowheads="1"/>
            </p:cNvSpPr>
            <p:nvPr/>
          </p:nvSpPr>
          <p:spPr bwMode="gray">
            <a:xfrm>
              <a:off x="2343" y="2032"/>
              <a:ext cx="185" cy="215"/>
            </a:xfrm>
            <a:prstGeom prst="rect">
              <a:avLst/>
            </a:prstGeom>
            <a:noFill/>
            <a:ln w="12700" algn="ctr">
              <a:noFill/>
              <a:miter lim="800000"/>
              <a:headEnd/>
              <a:tailEnd/>
            </a:ln>
          </p:spPr>
          <p:txBody>
            <a:bodyPr wrap="none" lIns="72000" tIns="72000" rIns="72000" bIns="72000">
              <a:spAutoFit/>
            </a:bodyPr>
            <a:lstStyle/>
            <a:p>
              <a:pPr algn="ctr" eaLnBrk="0" hangingPunct="0"/>
              <a:r>
                <a:rPr kumimoji="0" lang="en-US" altLang="ja-JP" sz="1200" dirty="0">
                  <a:solidFill>
                    <a:schemeClr val="bg1"/>
                  </a:solidFill>
                </a:rPr>
                <a:t>....</a:t>
              </a:r>
              <a:endParaRPr kumimoji="0" lang="nl-NL" altLang="ja-JP" sz="1200" dirty="0">
                <a:solidFill>
                  <a:schemeClr val="bg1"/>
                </a:solidFill>
              </a:endParaRPr>
            </a:p>
          </p:txBody>
        </p:sp>
        <p:sp>
          <p:nvSpPr>
            <p:cNvPr id="97297" name="Text Box 34"/>
            <p:cNvSpPr txBox="1">
              <a:spLocks noChangeArrowheads="1"/>
            </p:cNvSpPr>
            <p:nvPr/>
          </p:nvSpPr>
          <p:spPr bwMode="gray">
            <a:xfrm>
              <a:off x="3403" y="1389"/>
              <a:ext cx="185" cy="215"/>
            </a:xfrm>
            <a:prstGeom prst="rect">
              <a:avLst/>
            </a:prstGeom>
            <a:noFill/>
            <a:ln w="12700" algn="ctr">
              <a:noFill/>
              <a:miter lim="800000"/>
              <a:headEnd/>
              <a:tailEnd/>
            </a:ln>
          </p:spPr>
          <p:txBody>
            <a:bodyPr wrap="none" lIns="72000" tIns="72000" rIns="72000" bIns="72000">
              <a:spAutoFit/>
            </a:bodyPr>
            <a:lstStyle/>
            <a:p>
              <a:pPr algn="ctr" eaLnBrk="0" hangingPunct="0"/>
              <a:r>
                <a:rPr kumimoji="0" lang="en-US" altLang="ja-JP" sz="1200" dirty="0">
                  <a:solidFill>
                    <a:schemeClr val="bg1"/>
                  </a:solidFill>
                </a:rPr>
                <a:t>....</a:t>
              </a:r>
              <a:endParaRPr kumimoji="0" lang="nl-NL" altLang="ja-JP" sz="1200" dirty="0">
                <a:solidFill>
                  <a:schemeClr val="bg1"/>
                </a:solidFill>
              </a:endParaRPr>
            </a:p>
          </p:txBody>
        </p:sp>
        <p:sp>
          <p:nvSpPr>
            <p:cNvPr id="97298" name="Line 35"/>
            <p:cNvSpPr>
              <a:spLocks noChangeShapeType="1"/>
            </p:cNvSpPr>
            <p:nvPr/>
          </p:nvSpPr>
          <p:spPr bwMode="gray">
            <a:xfrm flipH="1" flipV="1">
              <a:off x="1151" y="3289"/>
              <a:ext cx="838" cy="362"/>
            </a:xfrm>
            <a:prstGeom prst="line">
              <a:avLst/>
            </a:prstGeom>
            <a:noFill/>
            <a:ln w="12700">
              <a:solidFill>
                <a:schemeClr val="tx2"/>
              </a:solidFill>
              <a:round/>
              <a:headEnd/>
              <a:tailEnd type="triangle" w="med" len="med"/>
            </a:ln>
          </p:spPr>
          <p:txBody>
            <a:bodyPr anchor="ctr"/>
            <a:lstStyle/>
            <a:p>
              <a:endParaRPr lang="ja-JP" altLang="en-US" dirty="0"/>
            </a:p>
          </p:txBody>
        </p:sp>
        <p:sp>
          <p:nvSpPr>
            <p:cNvPr id="97299" name="Line 36"/>
            <p:cNvSpPr>
              <a:spLocks noChangeShapeType="1"/>
            </p:cNvSpPr>
            <p:nvPr/>
          </p:nvSpPr>
          <p:spPr bwMode="gray">
            <a:xfrm flipH="1" flipV="1">
              <a:off x="1911" y="2794"/>
              <a:ext cx="948" cy="343"/>
            </a:xfrm>
            <a:prstGeom prst="line">
              <a:avLst/>
            </a:prstGeom>
            <a:noFill/>
            <a:ln w="12700">
              <a:solidFill>
                <a:schemeClr val="tx2"/>
              </a:solidFill>
              <a:round/>
              <a:headEnd type="none" w="sm" len="sm"/>
              <a:tailEnd type="triangle" w="med" len="lg"/>
            </a:ln>
          </p:spPr>
          <p:txBody>
            <a:bodyPr anchor="ctr"/>
            <a:lstStyle/>
            <a:p>
              <a:endParaRPr lang="ja-JP" altLang="en-US" dirty="0"/>
            </a:p>
          </p:txBody>
        </p:sp>
        <p:sp>
          <p:nvSpPr>
            <p:cNvPr id="97300" name="Line 37"/>
            <p:cNvSpPr>
              <a:spLocks noChangeShapeType="1"/>
            </p:cNvSpPr>
            <p:nvPr/>
          </p:nvSpPr>
          <p:spPr bwMode="gray">
            <a:xfrm flipH="1" flipV="1">
              <a:off x="2732" y="2204"/>
              <a:ext cx="870" cy="343"/>
            </a:xfrm>
            <a:prstGeom prst="line">
              <a:avLst/>
            </a:prstGeom>
            <a:noFill/>
            <a:ln w="12700">
              <a:solidFill>
                <a:schemeClr val="tx2"/>
              </a:solidFill>
              <a:round/>
              <a:headEnd type="none" w="sm" len="sm"/>
              <a:tailEnd type="triangle" w="med" len="lg"/>
            </a:ln>
          </p:spPr>
          <p:txBody>
            <a:bodyPr anchor="ctr"/>
            <a:lstStyle/>
            <a:p>
              <a:endParaRPr lang="ja-JP" altLang="en-US" dirty="0"/>
            </a:p>
          </p:txBody>
        </p:sp>
        <p:sp>
          <p:nvSpPr>
            <p:cNvPr id="97301" name="Line 38"/>
            <p:cNvSpPr>
              <a:spLocks noChangeShapeType="1"/>
            </p:cNvSpPr>
            <p:nvPr/>
          </p:nvSpPr>
          <p:spPr bwMode="gray">
            <a:xfrm flipH="1" flipV="1">
              <a:off x="3799" y="1554"/>
              <a:ext cx="355" cy="43"/>
            </a:xfrm>
            <a:prstGeom prst="line">
              <a:avLst/>
            </a:prstGeom>
            <a:noFill/>
            <a:ln w="12700">
              <a:solidFill>
                <a:schemeClr val="tx2"/>
              </a:solidFill>
              <a:round/>
              <a:headEnd type="none" w="sm" len="sm"/>
              <a:tailEnd type="triangle" w="med" len="lg"/>
            </a:ln>
          </p:spPr>
          <p:txBody>
            <a:bodyPr anchor="ctr"/>
            <a:lstStyle/>
            <a:p>
              <a:endParaRPr lang="ja-JP" altLang="en-US" dirty="0"/>
            </a:p>
          </p:txBody>
        </p:sp>
        <p:sp>
          <p:nvSpPr>
            <p:cNvPr id="97302" name="Rectangle 39"/>
            <p:cNvSpPr>
              <a:spLocks noChangeArrowheads="1"/>
            </p:cNvSpPr>
            <p:nvPr/>
          </p:nvSpPr>
          <p:spPr bwMode="gray">
            <a:xfrm>
              <a:off x="3672" y="2427"/>
              <a:ext cx="1143" cy="187"/>
            </a:xfrm>
            <a:prstGeom prst="rect">
              <a:avLst/>
            </a:prstGeom>
            <a:noFill/>
            <a:ln w="9525" algn="ctr">
              <a:noFill/>
              <a:miter lim="800000"/>
              <a:headEnd/>
              <a:tailEnd/>
            </a:ln>
          </p:spPr>
          <p:txBody>
            <a:bodyPr lIns="72000" tIns="72000" rIns="72000" bIns="72000"/>
            <a:lstStyle/>
            <a:p>
              <a:pPr marL="169863" lvl="1" indent="-168275" algn="l">
                <a:lnSpc>
                  <a:spcPct val="106000"/>
                </a:lnSpc>
                <a:spcBef>
                  <a:spcPts val="1056"/>
                </a:spcBef>
                <a:buClr>
                  <a:schemeClr val="tx1"/>
                </a:buClr>
                <a:buFont typeface="Wingdings" pitchFamily="2" charset="2"/>
                <a:buChar char="n"/>
              </a:pPr>
              <a:r>
                <a:rPr lang="ja-JP" altLang="en-US" sz="1200" dirty="0"/>
                <a:t>第一レベル</a:t>
              </a:r>
              <a:endParaRPr kumimoji="0" lang="en-US" altLang="ja-JP" sz="1200" dirty="0"/>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
          <p:nvSpPr>
            <p:cNvPr id="97303" name="Rectangle 40"/>
            <p:cNvSpPr>
              <a:spLocks noChangeArrowheads="1"/>
            </p:cNvSpPr>
            <p:nvPr/>
          </p:nvSpPr>
          <p:spPr bwMode="gray">
            <a:xfrm>
              <a:off x="3008" y="3017"/>
              <a:ext cx="1143" cy="187"/>
            </a:xfrm>
            <a:prstGeom prst="rect">
              <a:avLst/>
            </a:prstGeom>
            <a:noFill/>
            <a:ln w="9525" algn="ctr">
              <a:noFill/>
              <a:miter lim="800000"/>
              <a:headEnd/>
              <a:tailEnd/>
            </a:ln>
          </p:spPr>
          <p:txBody>
            <a:bodyPr lIns="72000" tIns="72000" rIns="72000" bIns="72000"/>
            <a:lstStyle/>
            <a:p>
              <a:pPr marL="169863" lvl="1" indent="-168275" algn="l">
                <a:lnSpc>
                  <a:spcPct val="106000"/>
                </a:lnSpc>
                <a:spcBef>
                  <a:spcPts val="1056"/>
                </a:spcBef>
                <a:buClr>
                  <a:schemeClr val="tx1"/>
                </a:buClr>
                <a:buFont typeface="Wingdings" pitchFamily="2" charset="2"/>
                <a:buChar char="n"/>
              </a:pPr>
              <a:r>
                <a:rPr lang="ja-JP" altLang="en-US" sz="1200" dirty="0"/>
                <a:t>第一レベル</a:t>
              </a:r>
              <a:r>
                <a:rPr kumimoji="0" lang="en-US" altLang="ja-JP" sz="1600" dirty="0"/>
                <a:t> </a:t>
              </a:r>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sp>
          <p:nvSpPr>
            <p:cNvPr id="97304" name="Rectangle 41"/>
            <p:cNvSpPr>
              <a:spLocks noChangeArrowheads="1"/>
            </p:cNvSpPr>
            <p:nvPr/>
          </p:nvSpPr>
          <p:spPr bwMode="gray">
            <a:xfrm>
              <a:off x="2100" y="3574"/>
              <a:ext cx="1143" cy="187"/>
            </a:xfrm>
            <a:prstGeom prst="rect">
              <a:avLst/>
            </a:prstGeom>
            <a:noFill/>
            <a:ln w="9525" algn="ctr">
              <a:noFill/>
              <a:miter lim="800000"/>
              <a:headEnd/>
              <a:tailEnd/>
            </a:ln>
          </p:spPr>
          <p:txBody>
            <a:bodyPr lIns="72000" tIns="72000" rIns="72000" bIns="72000"/>
            <a:lstStyle/>
            <a:p>
              <a:pPr marL="169863" lvl="1" indent="-168275" algn="l">
                <a:lnSpc>
                  <a:spcPct val="106000"/>
                </a:lnSpc>
                <a:spcBef>
                  <a:spcPts val="1056"/>
                </a:spcBef>
                <a:buClr>
                  <a:schemeClr val="tx1"/>
                </a:buClr>
                <a:buFont typeface="Wingdings" pitchFamily="2" charset="2"/>
                <a:buChar char="n"/>
              </a:pPr>
              <a:r>
                <a:rPr lang="ja-JP" altLang="en-US" sz="1200" dirty="0"/>
                <a:t>第一レベル</a:t>
              </a:r>
              <a:r>
                <a:rPr kumimoji="0" lang="en-US" altLang="ja-JP" sz="1600" dirty="0"/>
                <a:t> </a:t>
              </a:r>
            </a:p>
            <a:p>
              <a:pPr marL="344488" lvl="2" indent="-173038" algn="l">
                <a:lnSpc>
                  <a:spcPct val="106000"/>
                </a:lnSpc>
                <a:spcBef>
                  <a:spcPts val="480"/>
                </a:spcBef>
                <a:buClr>
                  <a:schemeClr val="tx1"/>
                </a:buClr>
                <a:buFont typeface="Wingdings" pitchFamily="2" charset="2"/>
                <a:buChar char="Ø"/>
              </a:pPr>
              <a:r>
                <a:rPr lang="ja-JP" altLang="en-US" sz="1200" dirty="0"/>
                <a:t>第二レベル</a:t>
              </a:r>
              <a:endParaRPr kumimoji="0" lang="en-US" altLang="ja-JP" sz="1200" dirty="0"/>
            </a:p>
          </p:txBody>
        </p:sp>
      </p:grpSp>
    </p:spTree>
    <p:extLst>
      <p:ext uri="{BB962C8B-B14F-4D97-AF65-F5344CB8AC3E}">
        <p14:creationId xmlns:p14="http://schemas.microsoft.com/office/powerpoint/2010/main" val="155197501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プレースホルダー 3"/>
          <p:cNvSpPr>
            <a:spLocks noGrp="1"/>
          </p:cNvSpPr>
          <p:nvPr>
            <p:ph type="body" sz="quarter" idx="15"/>
          </p:nvPr>
        </p:nvSpPr>
        <p:spPr bwMode="gray"/>
        <p:txBody>
          <a:bodyPr/>
          <a:lstStyle/>
          <a:p>
            <a:r>
              <a:rPr lang="en-US" altLang="ja-JP"/>
              <a:t>Header</a:t>
            </a:r>
            <a:endParaRPr lang="en-US" altLang="ja-JP" dirty="0"/>
          </a:p>
        </p:txBody>
      </p:sp>
      <p:sp>
        <p:nvSpPr>
          <p:cNvPr id="101378" name="Rectangle 2"/>
          <p:cNvSpPr>
            <a:spLocks noGrp="1" noChangeArrowheads="1"/>
          </p:cNvSpPr>
          <p:nvPr>
            <p:ph type="title"/>
          </p:nvPr>
        </p:nvSpPr>
        <p:spPr bwMode="gray"/>
        <p:txBody>
          <a:bodyPr/>
          <a:lstStyle/>
          <a:p>
            <a:r>
              <a:rPr lang="ja-JP" altLang="en-US"/>
              <a:t>パラレル</a:t>
            </a:r>
            <a:endParaRPr lang="de-DE" altLang="ja-JP" dirty="0"/>
          </a:p>
        </p:txBody>
      </p:sp>
      <p:grpSp>
        <p:nvGrpSpPr>
          <p:cNvPr id="2" name="Group 3"/>
          <p:cNvGrpSpPr>
            <a:grpSpLocks/>
          </p:cNvGrpSpPr>
          <p:nvPr/>
        </p:nvGrpSpPr>
        <p:grpSpPr bwMode="gray">
          <a:xfrm>
            <a:off x="1919288" y="2382838"/>
            <a:ext cx="5913437" cy="3062287"/>
            <a:chOff x="928" y="1271"/>
            <a:chExt cx="3651" cy="1891"/>
          </a:xfrm>
          <a:solidFill>
            <a:srgbClr val="97999B"/>
          </a:solidFill>
        </p:grpSpPr>
        <p:grpSp>
          <p:nvGrpSpPr>
            <p:cNvPr id="3" name="Group 4"/>
            <p:cNvGrpSpPr>
              <a:grpSpLocks/>
            </p:cNvGrpSpPr>
            <p:nvPr/>
          </p:nvGrpSpPr>
          <p:grpSpPr bwMode="gray">
            <a:xfrm>
              <a:off x="928" y="1271"/>
              <a:ext cx="3651" cy="1891"/>
              <a:chOff x="1798" y="2059"/>
              <a:chExt cx="2888" cy="1542"/>
            </a:xfrm>
            <a:grpFill/>
          </p:grpSpPr>
          <p:sp>
            <p:nvSpPr>
              <p:cNvPr id="101389" name="Freeform 5"/>
              <p:cNvSpPr>
                <a:spLocks/>
              </p:cNvSpPr>
              <p:nvPr/>
            </p:nvSpPr>
            <p:spPr bwMode="gray">
              <a:xfrm>
                <a:off x="1798" y="3183"/>
                <a:ext cx="2888" cy="418"/>
              </a:xfrm>
              <a:custGeom>
                <a:avLst/>
                <a:gdLst>
                  <a:gd name="T0" fmla="*/ 2824 w 2888"/>
                  <a:gd name="T1" fmla="*/ 190 h 418"/>
                  <a:gd name="T2" fmla="*/ 2455 w 2888"/>
                  <a:gd name="T3" fmla="*/ 0 h 418"/>
                  <a:gd name="T4" fmla="*/ 2558 w 2888"/>
                  <a:gd name="T5" fmla="*/ 88 h 418"/>
                  <a:gd name="T6" fmla="*/ 0 w 2888"/>
                  <a:gd name="T7" fmla="*/ 190 h 418"/>
                  <a:gd name="T8" fmla="*/ 621 w 2888"/>
                  <a:gd name="T9" fmla="*/ 380 h 418"/>
                  <a:gd name="T10" fmla="*/ 2755 w 2888"/>
                  <a:gd name="T11" fmla="*/ 333 h 418"/>
                  <a:gd name="T12" fmla="*/ 2887 w 2888"/>
                  <a:gd name="T13" fmla="*/ 417 h 418"/>
                  <a:gd name="T14" fmla="*/ 2824 w 2888"/>
                  <a:gd name="T15" fmla="*/ 190 h 418"/>
                  <a:gd name="T16" fmla="*/ 0 60000 65536"/>
                  <a:gd name="T17" fmla="*/ 0 60000 65536"/>
                  <a:gd name="T18" fmla="*/ 0 60000 65536"/>
                  <a:gd name="T19" fmla="*/ 0 60000 65536"/>
                  <a:gd name="T20" fmla="*/ 0 60000 65536"/>
                  <a:gd name="T21" fmla="*/ 0 60000 65536"/>
                  <a:gd name="T22" fmla="*/ 0 60000 65536"/>
                  <a:gd name="T23" fmla="*/ 0 60000 65536"/>
                  <a:gd name="T24" fmla="*/ 0 w 2888"/>
                  <a:gd name="T25" fmla="*/ 0 h 418"/>
                  <a:gd name="T26" fmla="*/ 2888 w 2888"/>
                  <a:gd name="T27" fmla="*/ 418 h 41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888" h="418">
                    <a:moveTo>
                      <a:pt x="2824" y="190"/>
                    </a:moveTo>
                    <a:lnTo>
                      <a:pt x="2455" y="0"/>
                    </a:lnTo>
                    <a:lnTo>
                      <a:pt x="2558" y="88"/>
                    </a:lnTo>
                    <a:lnTo>
                      <a:pt x="0" y="190"/>
                    </a:lnTo>
                    <a:lnTo>
                      <a:pt x="621" y="380"/>
                    </a:lnTo>
                    <a:lnTo>
                      <a:pt x="2755" y="333"/>
                    </a:lnTo>
                    <a:lnTo>
                      <a:pt x="2887" y="417"/>
                    </a:lnTo>
                    <a:lnTo>
                      <a:pt x="2824" y="190"/>
                    </a:lnTo>
                  </a:path>
                </a:pathLst>
              </a:custGeom>
              <a:grpFill/>
              <a:ln w="12700" cap="rnd">
                <a:solidFill>
                  <a:schemeClr val="bg1"/>
                </a:solidFill>
                <a:round/>
                <a:headEnd/>
                <a:tailEnd/>
              </a:ln>
            </p:spPr>
            <p:txBody>
              <a:bodyPr lIns="72000" tIns="72000" rIns="72000" bIns="72000"/>
              <a:lstStyle/>
              <a:p>
                <a:endParaRPr lang="ja-JP" altLang="en-US" sz="1200" dirty="0"/>
              </a:p>
            </p:txBody>
          </p:sp>
          <p:sp>
            <p:nvSpPr>
              <p:cNvPr id="101390" name="Freeform 6"/>
              <p:cNvSpPr>
                <a:spLocks/>
              </p:cNvSpPr>
              <p:nvPr/>
            </p:nvSpPr>
            <p:spPr bwMode="gray">
              <a:xfrm>
                <a:off x="1816" y="2534"/>
                <a:ext cx="2738" cy="1030"/>
              </a:xfrm>
              <a:custGeom>
                <a:avLst/>
                <a:gdLst>
                  <a:gd name="T0" fmla="*/ 90 w 2738"/>
                  <a:gd name="T1" fmla="*/ 865 h 1030"/>
                  <a:gd name="T2" fmla="*/ 267 w 2738"/>
                  <a:gd name="T3" fmla="*/ 912 h 1030"/>
                  <a:gd name="T4" fmla="*/ 444 w 2738"/>
                  <a:gd name="T5" fmla="*/ 966 h 1030"/>
                  <a:gd name="T6" fmla="*/ 618 w 2738"/>
                  <a:gd name="T7" fmla="*/ 1029 h 1030"/>
                  <a:gd name="T8" fmla="*/ 764 w 2738"/>
                  <a:gd name="T9" fmla="*/ 1008 h 1030"/>
                  <a:gd name="T10" fmla="*/ 906 w 2738"/>
                  <a:gd name="T11" fmla="*/ 977 h 1030"/>
                  <a:gd name="T12" fmla="*/ 1043 w 2738"/>
                  <a:gd name="T13" fmla="*/ 939 h 1030"/>
                  <a:gd name="T14" fmla="*/ 1174 w 2738"/>
                  <a:gd name="T15" fmla="*/ 893 h 1030"/>
                  <a:gd name="T16" fmla="*/ 1298 w 2738"/>
                  <a:gd name="T17" fmla="*/ 839 h 1030"/>
                  <a:gd name="T18" fmla="*/ 1415 w 2738"/>
                  <a:gd name="T19" fmla="*/ 779 h 1030"/>
                  <a:gd name="T20" fmla="*/ 1524 w 2738"/>
                  <a:gd name="T21" fmla="*/ 710 h 1030"/>
                  <a:gd name="T22" fmla="*/ 1623 w 2738"/>
                  <a:gd name="T23" fmla="*/ 636 h 1030"/>
                  <a:gd name="T24" fmla="*/ 1714 w 2738"/>
                  <a:gd name="T25" fmla="*/ 555 h 1030"/>
                  <a:gd name="T26" fmla="*/ 1774 w 2738"/>
                  <a:gd name="T27" fmla="*/ 502 h 1030"/>
                  <a:gd name="T28" fmla="*/ 1838 w 2738"/>
                  <a:gd name="T29" fmla="*/ 452 h 1030"/>
                  <a:gd name="T30" fmla="*/ 1904 w 2738"/>
                  <a:gd name="T31" fmla="*/ 406 h 1030"/>
                  <a:gd name="T32" fmla="*/ 1972 w 2738"/>
                  <a:gd name="T33" fmla="*/ 365 h 1030"/>
                  <a:gd name="T34" fmla="*/ 2039 w 2738"/>
                  <a:gd name="T35" fmla="*/ 329 h 1030"/>
                  <a:gd name="T36" fmla="*/ 2104 w 2738"/>
                  <a:gd name="T37" fmla="*/ 300 h 1030"/>
                  <a:gd name="T38" fmla="*/ 2166 w 2738"/>
                  <a:gd name="T39" fmla="*/ 279 h 1030"/>
                  <a:gd name="T40" fmla="*/ 2223 w 2738"/>
                  <a:gd name="T41" fmla="*/ 265 h 1030"/>
                  <a:gd name="T42" fmla="*/ 2274 w 2738"/>
                  <a:gd name="T43" fmla="*/ 260 h 1030"/>
                  <a:gd name="T44" fmla="*/ 2323 w 2738"/>
                  <a:gd name="T45" fmla="*/ 259 h 1030"/>
                  <a:gd name="T46" fmla="*/ 2379 w 2738"/>
                  <a:gd name="T47" fmla="*/ 262 h 1030"/>
                  <a:gd name="T48" fmla="*/ 2439 w 2738"/>
                  <a:gd name="T49" fmla="*/ 269 h 1030"/>
                  <a:gd name="T50" fmla="*/ 2502 w 2738"/>
                  <a:gd name="T51" fmla="*/ 280 h 1030"/>
                  <a:gd name="T52" fmla="*/ 2566 w 2738"/>
                  <a:gd name="T53" fmla="*/ 294 h 1030"/>
                  <a:gd name="T54" fmla="*/ 2627 w 2738"/>
                  <a:gd name="T55" fmla="*/ 310 h 1030"/>
                  <a:gd name="T56" fmla="*/ 2686 w 2738"/>
                  <a:gd name="T57" fmla="*/ 382 h 1030"/>
                  <a:gd name="T58" fmla="*/ 2737 w 2738"/>
                  <a:gd name="T59" fmla="*/ 459 h 1030"/>
                  <a:gd name="T60" fmla="*/ 2577 w 2738"/>
                  <a:gd name="T61" fmla="*/ 101 h 1030"/>
                  <a:gd name="T62" fmla="*/ 2329 w 2738"/>
                  <a:gd name="T63" fmla="*/ 32 h 1030"/>
                  <a:gd name="T64" fmla="*/ 2324 w 2738"/>
                  <a:gd name="T65" fmla="*/ 80 h 1030"/>
                  <a:gd name="T66" fmla="*/ 2305 w 2738"/>
                  <a:gd name="T67" fmla="*/ 73 h 1030"/>
                  <a:gd name="T68" fmla="*/ 2276 w 2738"/>
                  <a:gd name="T69" fmla="*/ 66 h 1030"/>
                  <a:gd name="T70" fmla="*/ 2242 w 2738"/>
                  <a:gd name="T71" fmla="*/ 60 h 1030"/>
                  <a:gd name="T72" fmla="*/ 2203 w 2738"/>
                  <a:gd name="T73" fmla="*/ 55 h 1030"/>
                  <a:gd name="T74" fmla="*/ 2163 w 2738"/>
                  <a:gd name="T75" fmla="*/ 52 h 1030"/>
                  <a:gd name="T76" fmla="*/ 2123 w 2738"/>
                  <a:gd name="T77" fmla="*/ 51 h 1030"/>
                  <a:gd name="T78" fmla="*/ 2024 w 2738"/>
                  <a:gd name="T79" fmla="*/ 53 h 1030"/>
                  <a:gd name="T80" fmla="*/ 1932 w 2738"/>
                  <a:gd name="T81" fmla="*/ 61 h 1030"/>
                  <a:gd name="T82" fmla="*/ 1849 w 2738"/>
                  <a:gd name="T83" fmla="*/ 75 h 1030"/>
                  <a:gd name="T84" fmla="*/ 1774 w 2738"/>
                  <a:gd name="T85" fmla="*/ 94 h 1030"/>
                  <a:gd name="T86" fmla="*/ 1708 w 2738"/>
                  <a:gd name="T87" fmla="*/ 118 h 1030"/>
                  <a:gd name="T88" fmla="*/ 1599 w 2738"/>
                  <a:gd name="T89" fmla="*/ 217 h 1030"/>
                  <a:gd name="T90" fmla="*/ 1442 w 2738"/>
                  <a:gd name="T91" fmla="*/ 381 h 1030"/>
                  <a:gd name="T92" fmla="*/ 1282 w 2738"/>
                  <a:gd name="T93" fmla="*/ 533 h 1030"/>
                  <a:gd name="T94" fmla="*/ 1119 w 2738"/>
                  <a:gd name="T95" fmla="*/ 674 h 1030"/>
                  <a:gd name="T96" fmla="*/ 954 w 2738"/>
                  <a:gd name="T97" fmla="*/ 804 h 1030"/>
                  <a:gd name="T98" fmla="*/ 787 w 2738"/>
                  <a:gd name="T99" fmla="*/ 923 h 1030"/>
                  <a:gd name="T100" fmla="*/ 618 w 2738"/>
                  <a:gd name="T101" fmla="*/ 1029 h 1030"/>
                  <a:gd name="T102" fmla="*/ 206 w 2738"/>
                  <a:gd name="T103" fmla="*/ 905 h 103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2738"/>
                  <a:gd name="T157" fmla="*/ 0 h 1030"/>
                  <a:gd name="T158" fmla="*/ 2738 w 2738"/>
                  <a:gd name="T159" fmla="*/ 1030 h 103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2738" h="1030">
                    <a:moveTo>
                      <a:pt x="0" y="845"/>
                    </a:moveTo>
                    <a:lnTo>
                      <a:pt x="90" y="865"/>
                    </a:lnTo>
                    <a:lnTo>
                      <a:pt x="178" y="888"/>
                    </a:lnTo>
                    <a:lnTo>
                      <a:pt x="267" y="912"/>
                    </a:lnTo>
                    <a:lnTo>
                      <a:pt x="356" y="938"/>
                    </a:lnTo>
                    <a:lnTo>
                      <a:pt x="444" y="966"/>
                    </a:lnTo>
                    <a:lnTo>
                      <a:pt x="532" y="997"/>
                    </a:lnTo>
                    <a:lnTo>
                      <a:pt x="618" y="1029"/>
                    </a:lnTo>
                    <a:lnTo>
                      <a:pt x="691" y="1019"/>
                    </a:lnTo>
                    <a:lnTo>
                      <a:pt x="764" y="1008"/>
                    </a:lnTo>
                    <a:lnTo>
                      <a:pt x="835" y="994"/>
                    </a:lnTo>
                    <a:lnTo>
                      <a:pt x="906" y="977"/>
                    </a:lnTo>
                    <a:lnTo>
                      <a:pt x="975" y="959"/>
                    </a:lnTo>
                    <a:lnTo>
                      <a:pt x="1043" y="939"/>
                    </a:lnTo>
                    <a:lnTo>
                      <a:pt x="1109" y="917"/>
                    </a:lnTo>
                    <a:lnTo>
                      <a:pt x="1174" y="893"/>
                    </a:lnTo>
                    <a:lnTo>
                      <a:pt x="1237" y="867"/>
                    </a:lnTo>
                    <a:lnTo>
                      <a:pt x="1298" y="839"/>
                    </a:lnTo>
                    <a:lnTo>
                      <a:pt x="1358" y="810"/>
                    </a:lnTo>
                    <a:lnTo>
                      <a:pt x="1415" y="779"/>
                    </a:lnTo>
                    <a:lnTo>
                      <a:pt x="1471" y="745"/>
                    </a:lnTo>
                    <a:lnTo>
                      <a:pt x="1524" y="710"/>
                    </a:lnTo>
                    <a:lnTo>
                      <a:pt x="1575" y="674"/>
                    </a:lnTo>
                    <a:lnTo>
                      <a:pt x="1623" y="636"/>
                    </a:lnTo>
                    <a:lnTo>
                      <a:pt x="1670" y="597"/>
                    </a:lnTo>
                    <a:lnTo>
                      <a:pt x="1714" y="555"/>
                    </a:lnTo>
                    <a:lnTo>
                      <a:pt x="1743" y="529"/>
                    </a:lnTo>
                    <a:lnTo>
                      <a:pt x="1774" y="502"/>
                    </a:lnTo>
                    <a:lnTo>
                      <a:pt x="1805" y="477"/>
                    </a:lnTo>
                    <a:lnTo>
                      <a:pt x="1838" y="452"/>
                    </a:lnTo>
                    <a:lnTo>
                      <a:pt x="1870" y="428"/>
                    </a:lnTo>
                    <a:lnTo>
                      <a:pt x="1904" y="406"/>
                    </a:lnTo>
                    <a:lnTo>
                      <a:pt x="1938" y="384"/>
                    </a:lnTo>
                    <a:lnTo>
                      <a:pt x="1972" y="365"/>
                    </a:lnTo>
                    <a:lnTo>
                      <a:pt x="2005" y="346"/>
                    </a:lnTo>
                    <a:lnTo>
                      <a:pt x="2039" y="329"/>
                    </a:lnTo>
                    <a:lnTo>
                      <a:pt x="2071" y="314"/>
                    </a:lnTo>
                    <a:lnTo>
                      <a:pt x="2104" y="300"/>
                    </a:lnTo>
                    <a:lnTo>
                      <a:pt x="2135" y="288"/>
                    </a:lnTo>
                    <a:lnTo>
                      <a:pt x="2166" y="279"/>
                    </a:lnTo>
                    <a:lnTo>
                      <a:pt x="2195" y="271"/>
                    </a:lnTo>
                    <a:lnTo>
                      <a:pt x="2223" y="265"/>
                    </a:lnTo>
                    <a:lnTo>
                      <a:pt x="2249" y="262"/>
                    </a:lnTo>
                    <a:lnTo>
                      <a:pt x="2274" y="260"/>
                    </a:lnTo>
                    <a:lnTo>
                      <a:pt x="2297" y="259"/>
                    </a:lnTo>
                    <a:lnTo>
                      <a:pt x="2323" y="259"/>
                    </a:lnTo>
                    <a:lnTo>
                      <a:pt x="2350" y="260"/>
                    </a:lnTo>
                    <a:lnTo>
                      <a:pt x="2379" y="262"/>
                    </a:lnTo>
                    <a:lnTo>
                      <a:pt x="2409" y="265"/>
                    </a:lnTo>
                    <a:lnTo>
                      <a:pt x="2439" y="269"/>
                    </a:lnTo>
                    <a:lnTo>
                      <a:pt x="2470" y="274"/>
                    </a:lnTo>
                    <a:lnTo>
                      <a:pt x="2502" y="280"/>
                    </a:lnTo>
                    <a:lnTo>
                      <a:pt x="2534" y="287"/>
                    </a:lnTo>
                    <a:lnTo>
                      <a:pt x="2566" y="294"/>
                    </a:lnTo>
                    <a:lnTo>
                      <a:pt x="2597" y="301"/>
                    </a:lnTo>
                    <a:lnTo>
                      <a:pt x="2627" y="310"/>
                    </a:lnTo>
                    <a:lnTo>
                      <a:pt x="2658" y="346"/>
                    </a:lnTo>
                    <a:lnTo>
                      <a:pt x="2686" y="382"/>
                    </a:lnTo>
                    <a:lnTo>
                      <a:pt x="2713" y="421"/>
                    </a:lnTo>
                    <a:lnTo>
                      <a:pt x="2737" y="459"/>
                    </a:lnTo>
                    <a:lnTo>
                      <a:pt x="2700" y="139"/>
                    </a:lnTo>
                    <a:lnTo>
                      <a:pt x="2577" y="101"/>
                    </a:lnTo>
                    <a:lnTo>
                      <a:pt x="2453" y="65"/>
                    </a:lnTo>
                    <a:lnTo>
                      <a:pt x="2329" y="32"/>
                    </a:lnTo>
                    <a:lnTo>
                      <a:pt x="2203" y="0"/>
                    </a:lnTo>
                    <a:lnTo>
                      <a:pt x="2324" y="80"/>
                    </a:lnTo>
                    <a:lnTo>
                      <a:pt x="2315" y="76"/>
                    </a:lnTo>
                    <a:lnTo>
                      <a:pt x="2305" y="73"/>
                    </a:lnTo>
                    <a:lnTo>
                      <a:pt x="2291" y="69"/>
                    </a:lnTo>
                    <a:lnTo>
                      <a:pt x="2276" y="66"/>
                    </a:lnTo>
                    <a:lnTo>
                      <a:pt x="2260" y="63"/>
                    </a:lnTo>
                    <a:lnTo>
                      <a:pt x="2242" y="60"/>
                    </a:lnTo>
                    <a:lnTo>
                      <a:pt x="2223" y="58"/>
                    </a:lnTo>
                    <a:lnTo>
                      <a:pt x="2203" y="55"/>
                    </a:lnTo>
                    <a:lnTo>
                      <a:pt x="2183" y="54"/>
                    </a:lnTo>
                    <a:lnTo>
                      <a:pt x="2163" y="52"/>
                    </a:lnTo>
                    <a:lnTo>
                      <a:pt x="2142" y="51"/>
                    </a:lnTo>
                    <a:lnTo>
                      <a:pt x="2123" y="51"/>
                    </a:lnTo>
                    <a:lnTo>
                      <a:pt x="2072" y="51"/>
                    </a:lnTo>
                    <a:lnTo>
                      <a:pt x="2024" y="53"/>
                    </a:lnTo>
                    <a:lnTo>
                      <a:pt x="1977" y="57"/>
                    </a:lnTo>
                    <a:lnTo>
                      <a:pt x="1932" y="61"/>
                    </a:lnTo>
                    <a:lnTo>
                      <a:pt x="1889" y="67"/>
                    </a:lnTo>
                    <a:lnTo>
                      <a:pt x="1849" y="75"/>
                    </a:lnTo>
                    <a:lnTo>
                      <a:pt x="1810" y="83"/>
                    </a:lnTo>
                    <a:lnTo>
                      <a:pt x="1774" y="94"/>
                    </a:lnTo>
                    <a:lnTo>
                      <a:pt x="1739" y="104"/>
                    </a:lnTo>
                    <a:lnTo>
                      <a:pt x="1708" y="118"/>
                    </a:lnTo>
                    <a:lnTo>
                      <a:pt x="1677" y="132"/>
                    </a:lnTo>
                    <a:lnTo>
                      <a:pt x="1599" y="217"/>
                    </a:lnTo>
                    <a:lnTo>
                      <a:pt x="1521" y="301"/>
                    </a:lnTo>
                    <a:lnTo>
                      <a:pt x="1442" y="381"/>
                    </a:lnTo>
                    <a:lnTo>
                      <a:pt x="1362" y="459"/>
                    </a:lnTo>
                    <a:lnTo>
                      <a:pt x="1282" y="533"/>
                    </a:lnTo>
                    <a:lnTo>
                      <a:pt x="1201" y="606"/>
                    </a:lnTo>
                    <a:lnTo>
                      <a:pt x="1119" y="674"/>
                    </a:lnTo>
                    <a:lnTo>
                      <a:pt x="1037" y="741"/>
                    </a:lnTo>
                    <a:lnTo>
                      <a:pt x="954" y="804"/>
                    </a:lnTo>
                    <a:lnTo>
                      <a:pt x="871" y="865"/>
                    </a:lnTo>
                    <a:lnTo>
                      <a:pt x="787" y="923"/>
                    </a:lnTo>
                    <a:lnTo>
                      <a:pt x="703" y="977"/>
                    </a:lnTo>
                    <a:lnTo>
                      <a:pt x="618" y="1029"/>
                    </a:lnTo>
                    <a:lnTo>
                      <a:pt x="412" y="966"/>
                    </a:lnTo>
                    <a:lnTo>
                      <a:pt x="206" y="905"/>
                    </a:lnTo>
                    <a:lnTo>
                      <a:pt x="0" y="845"/>
                    </a:lnTo>
                  </a:path>
                </a:pathLst>
              </a:custGeom>
              <a:grpFill/>
              <a:ln w="12700" cap="rnd">
                <a:solidFill>
                  <a:schemeClr val="bg1"/>
                </a:solidFill>
                <a:round/>
                <a:headEnd/>
                <a:tailEnd/>
              </a:ln>
            </p:spPr>
            <p:txBody>
              <a:bodyPr lIns="72000" tIns="72000" rIns="72000" bIns="72000"/>
              <a:lstStyle/>
              <a:p>
                <a:endParaRPr lang="ja-JP" altLang="en-US" sz="1200" dirty="0"/>
              </a:p>
            </p:txBody>
          </p:sp>
          <p:sp>
            <p:nvSpPr>
              <p:cNvPr id="101391" name="Freeform 7"/>
              <p:cNvSpPr>
                <a:spLocks/>
              </p:cNvSpPr>
              <p:nvPr/>
            </p:nvSpPr>
            <p:spPr bwMode="gray">
              <a:xfrm>
                <a:off x="1800" y="2059"/>
                <a:ext cx="2690" cy="1505"/>
              </a:xfrm>
              <a:custGeom>
                <a:avLst/>
                <a:gdLst>
                  <a:gd name="T0" fmla="*/ 669 w 2690"/>
                  <a:gd name="T1" fmla="*/ 1491 h 1505"/>
                  <a:gd name="T2" fmla="*/ 790 w 2690"/>
                  <a:gd name="T3" fmla="*/ 1458 h 1505"/>
                  <a:gd name="T4" fmla="*/ 909 w 2690"/>
                  <a:gd name="T5" fmla="*/ 1415 h 1505"/>
                  <a:gd name="T6" fmla="*/ 1024 w 2690"/>
                  <a:gd name="T7" fmla="*/ 1361 h 1505"/>
                  <a:gd name="T8" fmla="*/ 1137 w 2690"/>
                  <a:gd name="T9" fmla="*/ 1296 h 1505"/>
                  <a:gd name="T10" fmla="*/ 1244 w 2690"/>
                  <a:gd name="T11" fmla="*/ 1223 h 1505"/>
                  <a:gd name="T12" fmla="*/ 1346 w 2690"/>
                  <a:gd name="T13" fmla="*/ 1140 h 1505"/>
                  <a:gd name="T14" fmla="*/ 1441 w 2690"/>
                  <a:gd name="T15" fmla="*/ 1049 h 1505"/>
                  <a:gd name="T16" fmla="*/ 1529 w 2690"/>
                  <a:gd name="T17" fmla="*/ 951 h 1505"/>
                  <a:gd name="T18" fmla="*/ 1609 w 2690"/>
                  <a:gd name="T19" fmla="*/ 846 h 1505"/>
                  <a:gd name="T20" fmla="*/ 1680 w 2690"/>
                  <a:gd name="T21" fmla="*/ 735 h 1505"/>
                  <a:gd name="T22" fmla="*/ 1723 w 2690"/>
                  <a:gd name="T23" fmla="*/ 673 h 1505"/>
                  <a:gd name="T24" fmla="*/ 1770 w 2690"/>
                  <a:gd name="T25" fmla="*/ 614 h 1505"/>
                  <a:gd name="T26" fmla="*/ 1819 w 2690"/>
                  <a:gd name="T27" fmla="*/ 559 h 1505"/>
                  <a:gd name="T28" fmla="*/ 1870 w 2690"/>
                  <a:gd name="T29" fmla="*/ 510 h 1505"/>
                  <a:gd name="T30" fmla="*/ 1922 w 2690"/>
                  <a:gd name="T31" fmla="*/ 468 h 1505"/>
                  <a:gd name="T32" fmla="*/ 1972 w 2690"/>
                  <a:gd name="T33" fmla="*/ 433 h 1505"/>
                  <a:gd name="T34" fmla="*/ 2020 w 2690"/>
                  <a:gd name="T35" fmla="*/ 407 h 1505"/>
                  <a:gd name="T36" fmla="*/ 2065 w 2690"/>
                  <a:gd name="T37" fmla="*/ 389 h 1505"/>
                  <a:gd name="T38" fmla="*/ 2155 w 2690"/>
                  <a:gd name="T39" fmla="*/ 371 h 1505"/>
                  <a:gd name="T40" fmla="*/ 2295 w 2690"/>
                  <a:gd name="T41" fmla="*/ 351 h 1505"/>
                  <a:gd name="T42" fmla="*/ 2435 w 2690"/>
                  <a:gd name="T43" fmla="*/ 343 h 1505"/>
                  <a:gd name="T44" fmla="*/ 2546 w 2690"/>
                  <a:gd name="T45" fmla="*/ 379 h 1505"/>
                  <a:gd name="T46" fmla="*/ 2621 w 2690"/>
                  <a:gd name="T47" fmla="*/ 452 h 1505"/>
                  <a:gd name="T48" fmla="*/ 2689 w 2690"/>
                  <a:gd name="T49" fmla="*/ 532 h 1505"/>
                  <a:gd name="T50" fmla="*/ 2494 w 2690"/>
                  <a:gd name="T51" fmla="*/ 119 h 1505"/>
                  <a:gd name="T52" fmla="*/ 2173 w 2690"/>
                  <a:gd name="T53" fmla="*/ 37 h 1505"/>
                  <a:gd name="T54" fmla="*/ 2157 w 2690"/>
                  <a:gd name="T55" fmla="*/ 97 h 1505"/>
                  <a:gd name="T56" fmla="*/ 2056 w 2690"/>
                  <a:gd name="T57" fmla="*/ 88 h 1505"/>
                  <a:gd name="T58" fmla="*/ 1955 w 2690"/>
                  <a:gd name="T59" fmla="*/ 88 h 1505"/>
                  <a:gd name="T60" fmla="*/ 1854 w 2690"/>
                  <a:gd name="T61" fmla="*/ 97 h 1505"/>
                  <a:gd name="T62" fmla="*/ 1755 w 2690"/>
                  <a:gd name="T63" fmla="*/ 115 h 1505"/>
                  <a:gd name="T64" fmla="*/ 1658 w 2690"/>
                  <a:gd name="T65" fmla="*/ 140 h 1505"/>
                  <a:gd name="T66" fmla="*/ 1586 w 2690"/>
                  <a:gd name="T67" fmla="*/ 165 h 1505"/>
                  <a:gd name="T68" fmla="*/ 1519 w 2690"/>
                  <a:gd name="T69" fmla="*/ 199 h 1505"/>
                  <a:gd name="T70" fmla="*/ 1459 w 2690"/>
                  <a:gd name="T71" fmla="*/ 242 h 1505"/>
                  <a:gd name="T72" fmla="*/ 1407 w 2690"/>
                  <a:gd name="T73" fmla="*/ 293 h 1505"/>
                  <a:gd name="T74" fmla="*/ 1365 w 2690"/>
                  <a:gd name="T75" fmla="*/ 349 h 1505"/>
                  <a:gd name="T76" fmla="*/ 1333 w 2690"/>
                  <a:gd name="T77" fmla="*/ 411 h 1505"/>
                  <a:gd name="T78" fmla="*/ 1283 w 2690"/>
                  <a:gd name="T79" fmla="*/ 522 h 1505"/>
                  <a:gd name="T80" fmla="*/ 1222 w 2690"/>
                  <a:gd name="T81" fmla="*/ 629 h 1505"/>
                  <a:gd name="T82" fmla="*/ 1150 w 2690"/>
                  <a:gd name="T83" fmla="*/ 731 h 1505"/>
                  <a:gd name="T84" fmla="*/ 1068 w 2690"/>
                  <a:gd name="T85" fmla="*/ 827 h 1505"/>
                  <a:gd name="T86" fmla="*/ 977 w 2690"/>
                  <a:gd name="T87" fmla="*/ 916 h 1505"/>
                  <a:gd name="T88" fmla="*/ 876 w 2690"/>
                  <a:gd name="T89" fmla="*/ 998 h 1505"/>
                  <a:gd name="T90" fmla="*/ 768 w 2690"/>
                  <a:gd name="T91" fmla="*/ 1072 h 1505"/>
                  <a:gd name="T92" fmla="*/ 652 w 2690"/>
                  <a:gd name="T93" fmla="*/ 1137 h 1505"/>
                  <a:gd name="T94" fmla="*/ 530 w 2690"/>
                  <a:gd name="T95" fmla="*/ 1193 h 1505"/>
                  <a:gd name="T96" fmla="*/ 403 w 2690"/>
                  <a:gd name="T97" fmla="*/ 1239 h 1505"/>
                  <a:gd name="T98" fmla="*/ 272 w 2690"/>
                  <a:gd name="T99" fmla="*/ 1275 h 1505"/>
                  <a:gd name="T100" fmla="*/ 137 w 2690"/>
                  <a:gd name="T101" fmla="*/ 1301 h 1505"/>
                  <a:gd name="T102" fmla="*/ 0 w 2690"/>
                  <a:gd name="T103" fmla="*/ 1317 h 150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2690"/>
                  <a:gd name="T157" fmla="*/ 0 h 1505"/>
                  <a:gd name="T158" fmla="*/ 2690 w 2690"/>
                  <a:gd name="T159" fmla="*/ 1505 h 150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2690" h="1505">
                    <a:moveTo>
                      <a:pt x="608" y="1504"/>
                    </a:moveTo>
                    <a:lnTo>
                      <a:pt x="669" y="1491"/>
                    </a:lnTo>
                    <a:lnTo>
                      <a:pt x="730" y="1476"/>
                    </a:lnTo>
                    <a:lnTo>
                      <a:pt x="790" y="1458"/>
                    </a:lnTo>
                    <a:lnTo>
                      <a:pt x="850" y="1438"/>
                    </a:lnTo>
                    <a:lnTo>
                      <a:pt x="909" y="1415"/>
                    </a:lnTo>
                    <a:lnTo>
                      <a:pt x="968" y="1389"/>
                    </a:lnTo>
                    <a:lnTo>
                      <a:pt x="1024" y="1361"/>
                    </a:lnTo>
                    <a:lnTo>
                      <a:pt x="1081" y="1330"/>
                    </a:lnTo>
                    <a:lnTo>
                      <a:pt x="1137" y="1296"/>
                    </a:lnTo>
                    <a:lnTo>
                      <a:pt x="1191" y="1261"/>
                    </a:lnTo>
                    <a:lnTo>
                      <a:pt x="1244" y="1223"/>
                    </a:lnTo>
                    <a:lnTo>
                      <a:pt x="1296" y="1182"/>
                    </a:lnTo>
                    <a:lnTo>
                      <a:pt x="1346" y="1140"/>
                    </a:lnTo>
                    <a:lnTo>
                      <a:pt x="1395" y="1096"/>
                    </a:lnTo>
                    <a:lnTo>
                      <a:pt x="1441" y="1049"/>
                    </a:lnTo>
                    <a:lnTo>
                      <a:pt x="1486" y="1001"/>
                    </a:lnTo>
                    <a:lnTo>
                      <a:pt x="1529" y="951"/>
                    </a:lnTo>
                    <a:lnTo>
                      <a:pt x="1570" y="899"/>
                    </a:lnTo>
                    <a:lnTo>
                      <a:pt x="1609" y="846"/>
                    </a:lnTo>
                    <a:lnTo>
                      <a:pt x="1646" y="791"/>
                    </a:lnTo>
                    <a:lnTo>
                      <a:pt x="1680" y="735"/>
                    </a:lnTo>
                    <a:lnTo>
                      <a:pt x="1701" y="704"/>
                    </a:lnTo>
                    <a:lnTo>
                      <a:pt x="1723" y="673"/>
                    </a:lnTo>
                    <a:lnTo>
                      <a:pt x="1746" y="643"/>
                    </a:lnTo>
                    <a:lnTo>
                      <a:pt x="1770" y="614"/>
                    </a:lnTo>
                    <a:lnTo>
                      <a:pt x="1794" y="586"/>
                    </a:lnTo>
                    <a:lnTo>
                      <a:pt x="1819" y="559"/>
                    </a:lnTo>
                    <a:lnTo>
                      <a:pt x="1845" y="534"/>
                    </a:lnTo>
                    <a:lnTo>
                      <a:pt x="1870" y="510"/>
                    </a:lnTo>
                    <a:lnTo>
                      <a:pt x="1896" y="488"/>
                    </a:lnTo>
                    <a:lnTo>
                      <a:pt x="1922" y="468"/>
                    </a:lnTo>
                    <a:lnTo>
                      <a:pt x="1947" y="449"/>
                    </a:lnTo>
                    <a:lnTo>
                      <a:pt x="1972" y="433"/>
                    </a:lnTo>
                    <a:lnTo>
                      <a:pt x="1996" y="418"/>
                    </a:lnTo>
                    <a:lnTo>
                      <a:pt x="2020" y="407"/>
                    </a:lnTo>
                    <a:lnTo>
                      <a:pt x="2043" y="396"/>
                    </a:lnTo>
                    <a:lnTo>
                      <a:pt x="2065" y="389"/>
                    </a:lnTo>
                    <a:lnTo>
                      <a:pt x="2086" y="384"/>
                    </a:lnTo>
                    <a:lnTo>
                      <a:pt x="2155" y="371"/>
                    </a:lnTo>
                    <a:lnTo>
                      <a:pt x="2225" y="360"/>
                    </a:lnTo>
                    <a:lnTo>
                      <a:pt x="2295" y="351"/>
                    </a:lnTo>
                    <a:lnTo>
                      <a:pt x="2365" y="346"/>
                    </a:lnTo>
                    <a:lnTo>
                      <a:pt x="2435" y="343"/>
                    </a:lnTo>
                    <a:lnTo>
                      <a:pt x="2506" y="343"/>
                    </a:lnTo>
                    <a:lnTo>
                      <a:pt x="2546" y="379"/>
                    </a:lnTo>
                    <a:lnTo>
                      <a:pt x="2584" y="415"/>
                    </a:lnTo>
                    <a:lnTo>
                      <a:pt x="2621" y="452"/>
                    </a:lnTo>
                    <a:lnTo>
                      <a:pt x="2656" y="491"/>
                    </a:lnTo>
                    <a:lnTo>
                      <a:pt x="2689" y="532"/>
                    </a:lnTo>
                    <a:lnTo>
                      <a:pt x="2654" y="162"/>
                    </a:lnTo>
                    <a:lnTo>
                      <a:pt x="2494" y="119"/>
                    </a:lnTo>
                    <a:lnTo>
                      <a:pt x="2334" y="76"/>
                    </a:lnTo>
                    <a:lnTo>
                      <a:pt x="2173" y="37"/>
                    </a:lnTo>
                    <a:lnTo>
                      <a:pt x="2011" y="0"/>
                    </a:lnTo>
                    <a:lnTo>
                      <a:pt x="2157" y="97"/>
                    </a:lnTo>
                    <a:lnTo>
                      <a:pt x="2107" y="91"/>
                    </a:lnTo>
                    <a:lnTo>
                      <a:pt x="2056" y="88"/>
                    </a:lnTo>
                    <a:lnTo>
                      <a:pt x="2006" y="87"/>
                    </a:lnTo>
                    <a:lnTo>
                      <a:pt x="1955" y="88"/>
                    </a:lnTo>
                    <a:lnTo>
                      <a:pt x="1904" y="91"/>
                    </a:lnTo>
                    <a:lnTo>
                      <a:pt x="1854" y="97"/>
                    </a:lnTo>
                    <a:lnTo>
                      <a:pt x="1804" y="105"/>
                    </a:lnTo>
                    <a:lnTo>
                      <a:pt x="1755" y="115"/>
                    </a:lnTo>
                    <a:lnTo>
                      <a:pt x="1706" y="126"/>
                    </a:lnTo>
                    <a:lnTo>
                      <a:pt x="1658" y="140"/>
                    </a:lnTo>
                    <a:lnTo>
                      <a:pt x="1621" y="152"/>
                    </a:lnTo>
                    <a:lnTo>
                      <a:pt x="1586" y="165"/>
                    </a:lnTo>
                    <a:lnTo>
                      <a:pt x="1552" y="181"/>
                    </a:lnTo>
                    <a:lnTo>
                      <a:pt x="1519" y="199"/>
                    </a:lnTo>
                    <a:lnTo>
                      <a:pt x="1488" y="220"/>
                    </a:lnTo>
                    <a:lnTo>
                      <a:pt x="1459" y="242"/>
                    </a:lnTo>
                    <a:lnTo>
                      <a:pt x="1432" y="266"/>
                    </a:lnTo>
                    <a:lnTo>
                      <a:pt x="1407" y="293"/>
                    </a:lnTo>
                    <a:lnTo>
                      <a:pt x="1385" y="320"/>
                    </a:lnTo>
                    <a:lnTo>
                      <a:pt x="1365" y="349"/>
                    </a:lnTo>
                    <a:lnTo>
                      <a:pt x="1348" y="379"/>
                    </a:lnTo>
                    <a:lnTo>
                      <a:pt x="1333" y="411"/>
                    </a:lnTo>
                    <a:lnTo>
                      <a:pt x="1310" y="467"/>
                    </a:lnTo>
                    <a:lnTo>
                      <a:pt x="1283" y="522"/>
                    </a:lnTo>
                    <a:lnTo>
                      <a:pt x="1254" y="576"/>
                    </a:lnTo>
                    <a:lnTo>
                      <a:pt x="1222" y="629"/>
                    </a:lnTo>
                    <a:lnTo>
                      <a:pt x="1187" y="681"/>
                    </a:lnTo>
                    <a:lnTo>
                      <a:pt x="1150" y="731"/>
                    </a:lnTo>
                    <a:lnTo>
                      <a:pt x="1110" y="779"/>
                    </a:lnTo>
                    <a:lnTo>
                      <a:pt x="1068" y="827"/>
                    </a:lnTo>
                    <a:lnTo>
                      <a:pt x="1024" y="872"/>
                    </a:lnTo>
                    <a:lnTo>
                      <a:pt x="977" y="916"/>
                    </a:lnTo>
                    <a:lnTo>
                      <a:pt x="928" y="958"/>
                    </a:lnTo>
                    <a:lnTo>
                      <a:pt x="876" y="998"/>
                    </a:lnTo>
                    <a:lnTo>
                      <a:pt x="823" y="1036"/>
                    </a:lnTo>
                    <a:lnTo>
                      <a:pt x="768" y="1072"/>
                    </a:lnTo>
                    <a:lnTo>
                      <a:pt x="710" y="1105"/>
                    </a:lnTo>
                    <a:lnTo>
                      <a:pt x="652" y="1137"/>
                    </a:lnTo>
                    <a:lnTo>
                      <a:pt x="592" y="1166"/>
                    </a:lnTo>
                    <a:lnTo>
                      <a:pt x="530" y="1193"/>
                    </a:lnTo>
                    <a:lnTo>
                      <a:pt x="467" y="1217"/>
                    </a:lnTo>
                    <a:lnTo>
                      <a:pt x="403" y="1239"/>
                    </a:lnTo>
                    <a:lnTo>
                      <a:pt x="338" y="1258"/>
                    </a:lnTo>
                    <a:lnTo>
                      <a:pt x="272" y="1275"/>
                    </a:lnTo>
                    <a:lnTo>
                      <a:pt x="204" y="1290"/>
                    </a:lnTo>
                    <a:lnTo>
                      <a:pt x="137" y="1301"/>
                    </a:lnTo>
                    <a:lnTo>
                      <a:pt x="69" y="1310"/>
                    </a:lnTo>
                    <a:lnTo>
                      <a:pt x="0" y="1317"/>
                    </a:lnTo>
                    <a:lnTo>
                      <a:pt x="608" y="1504"/>
                    </a:lnTo>
                  </a:path>
                </a:pathLst>
              </a:custGeom>
              <a:grpFill/>
              <a:ln w="12700" cap="rnd">
                <a:solidFill>
                  <a:schemeClr val="bg1"/>
                </a:solidFill>
                <a:round/>
                <a:headEnd/>
                <a:tailEnd/>
              </a:ln>
            </p:spPr>
            <p:txBody>
              <a:bodyPr lIns="72000" tIns="72000" rIns="72000" bIns="72000"/>
              <a:lstStyle/>
              <a:p>
                <a:endParaRPr lang="ja-JP" altLang="en-US" sz="1200" dirty="0"/>
              </a:p>
            </p:txBody>
          </p:sp>
        </p:grpSp>
        <p:sp>
          <p:nvSpPr>
            <p:cNvPr id="101386" name="Rectangle 8"/>
            <p:cNvSpPr>
              <a:spLocks noChangeArrowheads="1"/>
            </p:cNvSpPr>
            <p:nvPr/>
          </p:nvSpPr>
          <p:spPr bwMode="gray">
            <a:xfrm>
              <a:off x="3377" y="1466"/>
              <a:ext cx="848" cy="211"/>
            </a:xfrm>
            <a:prstGeom prst="rect">
              <a:avLst/>
            </a:prstGeom>
            <a:noFill/>
            <a:ln w="12700">
              <a:noFill/>
              <a:miter lim="800000"/>
              <a:headEnd/>
              <a:tailEnd/>
            </a:ln>
          </p:spPr>
          <p:txBody>
            <a:bodyPr lIns="72000" tIns="72000" rIns="72000" bIns="72000">
              <a:spAutoFit/>
            </a:bodyPr>
            <a:lstStyle/>
            <a:p>
              <a:pPr algn="ctr" defTabSz="787400">
                <a:lnSpc>
                  <a:spcPct val="106000"/>
                </a:lnSpc>
                <a:spcBef>
                  <a:spcPct val="80000"/>
                </a:spcBef>
                <a:buClr>
                  <a:schemeClr val="tx1"/>
                </a:buClr>
                <a:buSzPct val="80000"/>
                <a:buFont typeface="Wingdings" pitchFamily="2" charset="2"/>
                <a:buNone/>
              </a:pPr>
              <a:r>
                <a:rPr lang="ja-JP" altLang="en-US" sz="1200" dirty="0">
                  <a:solidFill>
                    <a:schemeClr val="bg1"/>
                  </a:solidFill>
                </a:rPr>
                <a:t>テキスト</a:t>
              </a:r>
              <a:endParaRPr kumimoji="0" lang="de-DE" altLang="ja-JP" sz="1200" dirty="0">
                <a:solidFill>
                  <a:schemeClr val="bg1"/>
                </a:solidFill>
              </a:endParaRPr>
            </a:p>
          </p:txBody>
        </p:sp>
        <p:sp>
          <p:nvSpPr>
            <p:cNvPr id="101387" name="Rectangle 9"/>
            <p:cNvSpPr>
              <a:spLocks noChangeArrowheads="1"/>
            </p:cNvSpPr>
            <p:nvPr/>
          </p:nvSpPr>
          <p:spPr bwMode="gray">
            <a:xfrm>
              <a:off x="3377" y="1995"/>
              <a:ext cx="848" cy="211"/>
            </a:xfrm>
            <a:prstGeom prst="rect">
              <a:avLst/>
            </a:prstGeom>
            <a:noFill/>
            <a:ln w="12700">
              <a:noFill/>
              <a:miter lim="800000"/>
              <a:headEnd/>
              <a:tailEnd/>
            </a:ln>
          </p:spPr>
          <p:txBody>
            <a:bodyPr lIns="72000" tIns="72000" rIns="72000" bIns="72000">
              <a:spAutoFit/>
            </a:bodyPr>
            <a:lstStyle/>
            <a:p>
              <a:pPr algn="ctr" defTabSz="787400">
                <a:lnSpc>
                  <a:spcPct val="106000"/>
                </a:lnSpc>
                <a:spcBef>
                  <a:spcPct val="80000"/>
                </a:spcBef>
                <a:buClr>
                  <a:schemeClr val="tx1"/>
                </a:buClr>
                <a:buSzPct val="80000"/>
                <a:buFont typeface="Wingdings" pitchFamily="2" charset="2"/>
                <a:buNone/>
              </a:pPr>
              <a:r>
                <a:rPr lang="ja-JP" altLang="en-US" sz="1200" dirty="0">
                  <a:solidFill>
                    <a:schemeClr val="bg1"/>
                  </a:solidFill>
                </a:rPr>
                <a:t>テキスト</a:t>
              </a:r>
              <a:endParaRPr lang="de-DE" altLang="ja-JP" sz="1200" dirty="0">
                <a:solidFill>
                  <a:schemeClr val="bg1"/>
                </a:solidFill>
              </a:endParaRPr>
            </a:p>
          </p:txBody>
        </p:sp>
        <p:sp>
          <p:nvSpPr>
            <p:cNvPr id="101388" name="Rectangle 10"/>
            <p:cNvSpPr>
              <a:spLocks noChangeArrowheads="1"/>
            </p:cNvSpPr>
            <p:nvPr/>
          </p:nvSpPr>
          <p:spPr bwMode="gray">
            <a:xfrm>
              <a:off x="3352" y="2827"/>
              <a:ext cx="898" cy="211"/>
            </a:xfrm>
            <a:prstGeom prst="rect">
              <a:avLst/>
            </a:prstGeom>
            <a:noFill/>
            <a:ln w="12700">
              <a:noFill/>
              <a:miter lim="800000"/>
              <a:headEnd/>
              <a:tailEnd/>
            </a:ln>
          </p:spPr>
          <p:txBody>
            <a:bodyPr lIns="72000" tIns="72000" rIns="72000" bIns="72000">
              <a:spAutoFit/>
            </a:bodyPr>
            <a:lstStyle/>
            <a:p>
              <a:pPr algn="ctr" defTabSz="787400">
                <a:lnSpc>
                  <a:spcPct val="106000"/>
                </a:lnSpc>
                <a:spcBef>
                  <a:spcPct val="80000"/>
                </a:spcBef>
                <a:buClr>
                  <a:schemeClr val="tx1"/>
                </a:buClr>
                <a:buSzPct val="80000"/>
                <a:buFont typeface="Wingdings" pitchFamily="2" charset="2"/>
                <a:buNone/>
              </a:pPr>
              <a:r>
                <a:rPr lang="ja-JP" altLang="en-US" sz="1200" dirty="0">
                  <a:solidFill>
                    <a:schemeClr val="bg1"/>
                  </a:solidFill>
                </a:rPr>
                <a:t>テキスト</a:t>
              </a:r>
              <a:endParaRPr lang="de-DE" altLang="ja-JP" sz="1200" dirty="0">
                <a:solidFill>
                  <a:schemeClr val="bg1"/>
                </a:solidFill>
              </a:endParaRPr>
            </a:p>
          </p:txBody>
        </p:sp>
      </p:grpSp>
    </p:spTree>
    <p:extLst>
      <p:ext uri="{BB962C8B-B14F-4D97-AF65-F5344CB8AC3E}">
        <p14:creationId xmlns:p14="http://schemas.microsoft.com/office/powerpoint/2010/main" val="2936071052"/>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1B711-7BAE-5272-1286-9D07ED8A67E2}"/>
              </a:ext>
            </a:extLst>
          </p:cNvPr>
          <p:cNvSpPr>
            <a:spLocks noGrp="1"/>
          </p:cNvSpPr>
          <p:nvPr>
            <p:ph type="title"/>
          </p:nvPr>
        </p:nvSpPr>
        <p:spPr>
          <a:xfrm>
            <a:off x="495301" y="865414"/>
            <a:ext cx="8915400" cy="577904"/>
          </a:xfrm>
        </p:spPr>
        <p:txBody>
          <a:bodyPr/>
          <a:lstStyle/>
          <a:p>
            <a:r>
              <a:rPr lang="en-US" b="0" i="0" dirty="0">
                <a:solidFill>
                  <a:schemeClr val="tx1">
                    <a:lumMod val="85000"/>
                    <a:lumOff val="15000"/>
                  </a:schemeClr>
                </a:solidFill>
                <a:effectLst/>
              </a:rPr>
              <a:t>Year Long Timeline PowerPoint Template</a:t>
            </a:r>
            <a:endParaRPr lang="en-US" dirty="0">
              <a:solidFill>
                <a:schemeClr val="tx1">
                  <a:lumMod val="85000"/>
                  <a:lumOff val="15000"/>
                </a:schemeClr>
              </a:solidFill>
            </a:endParaRPr>
          </a:p>
        </p:txBody>
      </p:sp>
      <p:grpSp>
        <p:nvGrpSpPr>
          <p:cNvPr id="92" name="Group 91">
            <a:extLst>
              <a:ext uri="{FF2B5EF4-FFF2-40B4-BE49-F238E27FC236}">
                <a16:creationId xmlns:a16="http://schemas.microsoft.com/office/drawing/2014/main" id="{7C9E1F45-960E-351A-2480-FBC4BF869B7A}"/>
              </a:ext>
            </a:extLst>
          </p:cNvPr>
          <p:cNvGrpSpPr/>
          <p:nvPr/>
        </p:nvGrpSpPr>
        <p:grpSpPr>
          <a:xfrm>
            <a:off x="740716" y="3430636"/>
            <a:ext cx="577781" cy="562639"/>
            <a:chOff x="672452" y="3416415"/>
            <a:chExt cx="746463" cy="726900"/>
          </a:xfrm>
        </p:grpSpPr>
        <p:sp>
          <p:nvSpPr>
            <p:cNvPr id="44" name="Freeform: Shape 43">
              <a:extLst>
                <a:ext uri="{FF2B5EF4-FFF2-40B4-BE49-F238E27FC236}">
                  <a16:creationId xmlns:a16="http://schemas.microsoft.com/office/drawing/2014/main" id="{5BD02829-3E44-1334-0736-E3AE4E292B9D}"/>
                </a:ext>
              </a:extLst>
            </p:cNvPr>
            <p:cNvSpPr/>
            <p:nvPr/>
          </p:nvSpPr>
          <p:spPr>
            <a:xfrm rot="19800000">
              <a:off x="672452" y="3416415"/>
              <a:ext cx="746463" cy="726900"/>
            </a:xfrm>
            <a:custGeom>
              <a:avLst/>
              <a:gdLst>
                <a:gd name="connsiteX0" fmla="*/ 281437 w 746463"/>
                <a:gd name="connsiteY0" fmla="*/ 25165 h 726900"/>
                <a:gd name="connsiteX1" fmla="*/ 746463 w 746463"/>
                <a:gd name="connsiteY1" fmla="*/ 293649 h 726900"/>
                <a:gd name="connsiteX2" fmla="*/ 746463 w 746463"/>
                <a:gd name="connsiteY2" fmla="*/ 726900 h 726900"/>
                <a:gd name="connsiteX3" fmla="*/ 93833 w 746463"/>
                <a:gd name="connsiteY3" fmla="*/ 350104 h 726900"/>
                <a:gd name="connsiteX4" fmla="*/ 9561 w 746463"/>
                <a:gd name="connsiteY4" fmla="*/ 128481 h 726900"/>
                <a:gd name="connsiteX5" fmla="*/ 25165 w 746463"/>
                <a:gd name="connsiteY5" fmla="*/ 93833 h 726900"/>
                <a:gd name="connsiteX6" fmla="*/ 47370 w 746463"/>
                <a:gd name="connsiteY6" fmla="*/ 62995 h 726900"/>
                <a:gd name="connsiteX7" fmla="*/ 281437 w 746463"/>
                <a:gd name="connsiteY7" fmla="*/ 25165 h 726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6463" h="726900">
                  <a:moveTo>
                    <a:pt x="281437" y="25165"/>
                  </a:moveTo>
                  <a:lnTo>
                    <a:pt x="746463" y="293649"/>
                  </a:lnTo>
                  <a:lnTo>
                    <a:pt x="746463" y="726900"/>
                  </a:lnTo>
                  <a:lnTo>
                    <a:pt x="93833" y="350104"/>
                  </a:lnTo>
                  <a:cubicBezTo>
                    <a:pt x="15320" y="304774"/>
                    <a:pt x="-18033" y="211263"/>
                    <a:pt x="9561" y="128481"/>
                  </a:cubicBezTo>
                  <a:lnTo>
                    <a:pt x="25165" y="93833"/>
                  </a:lnTo>
                  <a:lnTo>
                    <a:pt x="47370" y="62995"/>
                  </a:lnTo>
                  <a:cubicBezTo>
                    <a:pt x="105264" y="-2293"/>
                    <a:pt x="202923" y="-20165"/>
                    <a:pt x="281437" y="25165"/>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2" name="TextBox 71">
              <a:extLst>
                <a:ext uri="{FF2B5EF4-FFF2-40B4-BE49-F238E27FC236}">
                  <a16:creationId xmlns:a16="http://schemas.microsoft.com/office/drawing/2014/main" id="{FE00C66F-1285-F4B6-9CCC-8FE72C16D9D2}"/>
                </a:ext>
              </a:extLst>
            </p:cNvPr>
            <p:cNvSpPr txBox="1"/>
            <p:nvPr/>
          </p:nvSpPr>
          <p:spPr>
            <a:xfrm>
              <a:off x="844794" y="3583178"/>
              <a:ext cx="401779"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Jan</a:t>
              </a:r>
              <a:endParaRPr lang="en-US" sz="1138" dirty="0">
                <a:solidFill>
                  <a:prstClr val="white"/>
                </a:solidFill>
                <a:latin typeface="Segoe UI"/>
                <a:cs typeface="+mn-cs"/>
              </a:endParaRPr>
            </a:p>
          </p:txBody>
        </p:sp>
      </p:grpSp>
      <p:grpSp>
        <p:nvGrpSpPr>
          <p:cNvPr id="91" name="Group 90">
            <a:extLst>
              <a:ext uri="{FF2B5EF4-FFF2-40B4-BE49-F238E27FC236}">
                <a16:creationId xmlns:a16="http://schemas.microsoft.com/office/drawing/2014/main" id="{389D4684-F4ED-19F6-8C5D-5D86A10CE8A0}"/>
              </a:ext>
            </a:extLst>
          </p:cNvPr>
          <p:cNvGrpSpPr/>
          <p:nvPr/>
        </p:nvGrpSpPr>
        <p:grpSpPr>
          <a:xfrm>
            <a:off x="1422830" y="3328994"/>
            <a:ext cx="586345" cy="673874"/>
            <a:chOff x="1553709" y="3285098"/>
            <a:chExt cx="757528" cy="870611"/>
          </a:xfrm>
        </p:grpSpPr>
        <p:sp>
          <p:nvSpPr>
            <p:cNvPr id="43" name="Freeform: Shape 42">
              <a:extLst>
                <a:ext uri="{FF2B5EF4-FFF2-40B4-BE49-F238E27FC236}">
                  <a16:creationId xmlns:a16="http://schemas.microsoft.com/office/drawing/2014/main" id="{9539417D-6879-A942-E8EF-1F0A89F07FB8}"/>
                </a:ext>
              </a:extLst>
            </p:cNvPr>
            <p:cNvSpPr/>
            <p:nvPr/>
          </p:nvSpPr>
          <p:spPr>
            <a:xfrm rot="19800000">
              <a:off x="1553709" y="3285098"/>
              <a:ext cx="757528" cy="870611"/>
            </a:xfrm>
            <a:custGeom>
              <a:avLst/>
              <a:gdLst>
                <a:gd name="connsiteX0" fmla="*/ 0 w 757528"/>
                <a:gd name="connsiteY0" fmla="*/ 0 h 870611"/>
                <a:gd name="connsiteX1" fmla="*/ 757528 w 757528"/>
                <a:gd name="connsiteY1" fmla="*/ 437360 h 870611"/>
                <a:gd name="connsiteX2" fmla="*/ 757528 w 757528"/>
                <a:gd name="connsiteY2" fmla="*/ 870611 h 870611"/>
                <a:gd name="connsiteX3" fmla="*/ 0 w 757528"/>
                <a:gd name="connsiteY3" fmla="*/ 433252 h 870611"/>
                <a:gd name="connsiteX4" fmla="*/ 0 w 757528"/>
                <a:gd name="connsiteY4" fmla="*/ 0 h 870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8" h="870611">
                  <a:moveTo>
                    <a:pt x="0" y="0"/>
                  </a:moveTo>
                  <a:lnTo>
                    <a:pt x="757528" y="437360"/>
                  </a:lnTo>
                  <a:lnTo>
                    <a:pt x="757528" y="870611"/>
                  </a:lnTo>
                  <a:lnTo>
                    <a:pt x="0" y="433252"/>
                  </a:lnTo>
                  <a:lnTo>
                    <a:pt x="0" y="0"/>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3" name="TextBox 72">
              <a:extLst>
                <a:ext uri="{FF2B5EF4-FFF2-40B4-BE49-F238E27FC236}">
                  <a16:creationId xmlns:a16="http://schemas.microsoft.com/office/drawing/2014/main" id="{2AE18104-D946-37C3-1F59-0E8A86F17B19}"/>
                </a:ext>
              </a:extLst>
            </p:cNvPr>
            <p:cNvSpPr txBox="1"/>
            <p:nvPr/>
          </p:nvSpPr>
          <p:spPr>
            <a:xfrm>
              <a:off x="1731584" y="3583178"/>
              <a:ext cx="401779"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Feb</a:t>
              </a:r>
              <a:endParaRPr lang="en-US" sz="1138" dirty="0">
                <a:solidFill>
                  <a:prstClr val="white"/>
                </a:solidFill>
                <a:latin typeface="Segoe UI"/>
                <a:cs typeface="+mn-cs"/>
              </a:endParaRPr>
            </a:p>
          </p:txBody>
        </p:sp>
      </p:grpSp>
      <p:grpSp>
        <p:nvGrpSpPr>
          <p:cNvPr id="93" name="Group 92">
            <a:extLst>
              <a:ext uri="{FF2B5EF4-FFF2-40B4-BE49-F238E27FC236}">
                <a16:creationId xmlns:a16="http://schemas.microsoft.com/office/drawing/2014/main" id="{D2890525-B526-89E9-7AF8-1485ADE10D96}"/>
              </a:ext>
            </a:extLst>
          </p:cNvPr>
          <p:cNvGrpSpPr/>
          <p:nvPr/>
        </p:nvGrpSpPr>
        <p:grpSpPr>
          <a:xfrm>
            <a:off x="2140748" y="3328993"/>
            <a:ext cx="586346" cy="673875"/>
            <a:chOff x="2481220" y="3285097"/>
            <a:chExt cx="757529" cy="870612"/>
          </a:xfrm>
        </p:grpSpPr>
        <p:sp>
          <p:nvSpPr>
            <p:cNvPr id="42" name="Freeform: Shape 41">
              <a:extLst>
                <a:ext uri="{FF2B5EF4-FFF2-40B4-BE49-F238E27FC236}">
                  <a16:creationId xmlns:a16="http://schemas.microsoft.com/office/drawing/2014/main" id="{A050CD89-1E85-E3F4-D022-07E406EA8229}"/>
                </a:ext>
              </a:extLst>
            </p:cNvPr>
            <p:cNvSpPr/>
            <p:nvPr/>
          </p:nvSpPr>
          <p:spPr>
            <a:xfrm rot="19800000">
              <a:off x="2481220" y="3285097"/>
              <a:ext cx="757529" cy="870612"/>
            </a:xfrm>
            <a:custGeom>
              <a:avLst/>
              <a:gdLst>
                <a:gd name="connsiteX0" fmla="*/ 0 w 757529"/>
                <a:gd name="connsiteY0" fmla="*/ 0 h 870612"/>
                <a:gd name="connsiteX1" fmla="*/ 757529 w 757529"/>
                <a:gd name="connsiteY1" fmla="*/ 437360 h 870612"/>
                <a:gd name="connsiteX2" fmla="*/ 757529 w 757529"/>
                <a:gd name="connsiteY2" fmla="*/ 870612 h 870612"/>
                <a:gd name="connsiteX3" fmla="*/ 0 w 757529"/>
                <a:gd name="connsiteY3" fmla="*/ 433252 h 870612"/>
                <a:gd name="connsiteX4" fmla="*/ 0 w 757529"/>
                <a:gd name="connsiteY4" fmla="*/ 0 h 870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9" h="870612">
                  <a:moveTo>
                    <a:pt x="0" y="0"/>
                  </a:moveTo>
                  <a:lnTo>
                    <a:pt x="757529" y="437360"/>
                  </a:lnTo>
                  <a:lnTo>
                    <a:pt x="757529" y="870612"/>
                  </a:lnTo>
                  <a:lnTo>
                    <a:pt x="0" y="433252"/>
                  </a:lnTo>
                  <a:lnTo>
                    <a:pt x="0" y="0"/>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4" name="TextBox 73">
              <a:extLst>
                <a:ext uri="{FF2B5EF4-FFF2-40B4-BE49-F238E27FC236}">
                  <a16:creationId xmlns:a16="http://schemas.microsoft.com/office/drawing/2014/main" id="{B139C2D2-5EC6-D0C2-BB7D-F0AD2F9B820A}"/>
                </a:ext>
              </a:extLst>
            </p:cNvPr>
            <p:cNvSpPr txBox="1"/>
            <p:nvPr/>
          </p:nvSpPr>
          <p:spPr>
            <a:xfrm>
              <a:off x="2659095" y="3583178"/>
              <a:ext cx="401779"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Mar</a:t>
              </a:r>
              <a:endParaRPr lang="en-US" sz="1138" dirty="0">
                <a:solidFill>
                  <a:prstClr val="white"/>
                </a:solidFill>
                <a:latin typeface="Segoe UI"/>
                <a:cs typeface="+mn-cs"/>
              </a:endParaRPr>
            </a:p>
          </p:txBody>
        </p:sp>
      </p:grpSp>
      <p:grpSp>
        <p:nvGrpSpPr>
          <p:cNvPr id="94" name="Group 93">
            <a:extLst>
              <a:ext uri="{FF2B5EF4-FFF2-40B4-BE49-F238E27FC236}">
                <a16:creationId xmlns:a16="http://schemas.microsoft.com/office/drawing/2014/main" id="{8CAA4961-F541-A80A-047C-99598003E8E1}"/>
              </a:ext>
            </a:extLst>
          </p:cNvPr>
          <p:cNvGrpSpPr/>
          <p:nvPr/>
        </p:nvGrpSpPr>
        <p:grpSpPr>
          <a:xfrm>
            <a:off x="2858663" y="3328994"/>
            <a:ext cx="586345" cy="673874"/>
            <a:chOff x="3408730" y="3285098"/>
            <a:chExt cx="757528" cy="870611"/>
          </a:xfrm>
        </p:grpSpPr>
        <p:sp>
          <p:nvSpPr>
            <p:cNvPr id="41" name="Freeform: Shape 40">
              <a:extLst>
                <a:ext uri="{FF2B5EF4-FFF2-40B4-BE49-F238E27FC236}">
                  <a16:creationId xmlns:a16="http://schemas.microsoft.com/office/drawing/2014/main" id="{2107BDF4-87F2-3F8D-C87F-FAA95AD92149}"/>
                </a:ext>
              </a:extLst>
            </p:cNvPr>
            <p:cNvSpPr/>
            <p:nvPr/>
          </p:nvSpPr>
          <p:spPr>
            <a:xfrm rot="19800000">
              <a:off x="3408730" y="3285098"/>
              <a:ext cx="757528" cy="870611"/>
            </a:xfrm>
            <a:custGeom>
              <a:avLst/>
              <a:gdLst>
                <a:gd name="connsiteX0" fmla="*/ 0 w 757528"/>
                <a:gd name="connsiteY0" fmla="*/ 0 h 870611"/>
                <a:gd name="connsiteX1" fmla="*/ 757528 w 757528"/>
                <a:gd name="connsiteY1" fmla="*/ 437359 h 870611"/>
                <a:gd name="connsiteX2" fmla="*/ 757528 w 757528"/>
                <a:gd name="connsiteY2" fmla="*/ 870611 h 870611"/>
                <a:gd name="connsiteX3" fmla="*/ 0 w 757528"/>
                <a:gd name="connsiteY3" fmla="*/ 433252 h 870611"/>
                <a:gd name="connsiteX4" fmla="*/ 0 w 757528"/>
                <a:gd name="connsiteY4" fmla="*/ 0 h 870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8" h="870611">
                  <a:moveTo>
                    <a:pt x="0" y="0"/>
                  </a:moveTo>
                  <a:lnTo>
                    <a:pt x="757528" y="437359"/>
                  </a:lnTo>
                  <a:lnTo>
                    <a:pt x="757528" y="870611"/>
                  </a:lnTo>
                  <a:lnTo>
                    <a:pt x="0" y="433252"/>
                  </a:lnTo>
                  <a:lnTo>
                    <a:pt x="0" y="0"/>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5" name="TextBox 74">
              <a:extLst>
                <a:ext uri="{FF2B5EF4-FFF2-40B4-BE49-F238E27FC236}">
                  <a16:creationId xmlns:a16="http://schemas.microsoft.com/office/drawing/2014/main" id="{2E85A425-257F-CED2-BA8D-32AA6CC4313E}"/>
                </a:ext>
              </a:extLst>
            </p:cNvPr>
            <p:cNvSpPr txBox="1"/>
            <p:nvPr/>
          </p:nvSpPr>
          <p:spPr>
            <a:xfrm>
              <a:off x="3586605" y="3583178"/>
              <a:ext cx="401779"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Apr</a:t>
              </a:r>
              <a:endParaRPr lang="en-US" sz="1138" dirty="0">
                <a:solidFill>
                  <a:prstClr val="white"/>
                </a:solidFill>
                <a:latin typeface="Segoe UI"/>
                <a:cs typeface="+mn-cs"/>
              </a:endParaRPr>
            </a:p>
          </p:txBody>
        </p:sp>
      </p:grpSp>
      <p:grpSp>
        <p:nvGrpSpPr>
          <p:cNvPr id="95" name="Group 94">
            <a:extLst>
              <a:ext uri="{FF2B5EF4-FFF2-40B4-BE49-F238E27FC236}">
                <a16:creationId xmlns:a16="http://schemas.microsoft.com/office/drawing/2014/main" id="{D357035A-506C-4609-A0A8-B8C8458966DC}"/>
              </a:ext>
            </a:extLst>
          </p:cNvPr>
          <p:cNvGrpSpPr/>
          <p:nvPr/>
        </p:nvGrpSpPr>
        <p:grpSpPr>
          <a:xfrm>
            <a:off x="3576578" y="3328992"/>
            <a:ext cx="586345" cy="673875"/>
            <a:chOff x="4336239" y="3285096"/>
            <a:chExt cx="757528" cy="870612"/>
          </a:xfrm>
        </p:grpSpPr>
        <p:sp>
          <p:nvSpPr>
            <p:cNvPr id="40" name="Freeform: Shape 39">
              <a:extLst>
                <a:ext uri="{FF2B5EF4-FFF2-40B4-BE49-F238E27FC236}">
                  <a16:creationId xmlns:a16="http://schemas.microsoft.com/office/drawing/2014/main" id="{AEA1FEC0-2102-4E6E-ECBE-5ECBAEFE25C8}"/>
                </a:ext>
              </a:extLst>
            </p:cNvPr>
            <p:cNvSpPr/>
            <p:nvPr/>
          </p:nvSpPr>
          <p:spPr>
            <a:xfrm rot="19800000">
              <a:off x="4336239" y="3285096"/>
              <a:ext cx="757528" cy="870612"/>
            </a:xfrm>
            <a:custGeom>
              <a:avLst/>
              <a:gdLst>
                <a:gd name="connsiteX0" fmla="*/ 0 w 757528"/>
                <a:gd name="connsiteY0" fmla="*/ 0 h 870612"/>
                <a:gd name="connsiteX1" fmla="*/ 757528 w 757528"/>
                <a:gd name="connsiteY1" fmla="*/ 437360 h 870612"/>
                <a:gd name="connsiteX2" fmla="*/ 757528 w 757528"/>
                <a:gd name="connsiteY2" fmla="*/ 870612 h 870612"/>
                <a:gd name="connsiteX3" fmla="*/ 0 w 757528"/>
                <a:gd name="connsiteY3" fmla="*/ 433252 h 870612"/>
                <a:gd name="connsiteX4" fmla="*/ 0 w 757528"/>
                <a:gd name="connsiteY4" fmla="*/ 0 h 870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8" h="870612">
                  <a:moveTo>
                    <a:pt x="0" y="0"/>
                  </a:moveTo>
                  <a:lnTo>
                    <a:pt x="757528" y="437360"/>
                  </a:lnTo>
                  <a:lnTo>
                    <a:pt x="757528" y="870612"/>
                  </a:lnTo>
                  <a:lnTo>
                    <a:pt x="0" y="433252"/>
                  </a:lnTo>
                  <a:lnTo>
                    <a:pt x="0" y="0"/>
                  </a:ln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6" name="TextBox 75">
              <a:extLst>
                <a:ext uri="{FF2B5EF4-FFF2-40B4-BE49-F238E27FC236}">
                  <a16:creationId xmlns:a16="http://schemas.microsoft.com/office/drawing/2014/main" id="{903988BE-A218-86FB-1FAA-963E4163D2FD}"/>
                </a:ext>
              </a:extLst>
            </p:cNvPr>
            <p:cNvSpPr txBox="1"/>
            <p:nvPr/>
          </p:nvSpPr>
          <p:spPr>
            <a:xfrm>
              <a:off x="4459275"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May</a:t>
              </a:r>
              <a:endParaRPr lang="en-US" sz="1138" dirty="0">
                <a:solidFill>
                  <a:prstClr val="white"/>
                </a:solidFill>
                <a:latin typeface="Segoe UI"/>
                <a:cs typeface="+mn-cs"/>
              </a:endParaRPr>
            </a:p>
          </p:txBody>
        </p:sp>
      </p:grpSp>
      <p:grpSp>
        <p:nvGrpSpPr>
          <p:cNvPr id="96" name="Group 95">
            <a:extLst>
              <a:ext uri="{FF2B5EF4-FFF2-40B4-BE49-F238E27FC236}">
                <a16:creationId xmlns:a16="http://schemas.microsoft.com/office/drawing/2014/main" id="{A3CEA658-C2B1-838F-C600-70322DA85163}"/>
              </a:ext>
            </a:extLst>
          </p:cNvPr>
          <p:cNvGrpSpPr/>
          <p:nvPr/>
        </p:nvGrpSpPr>
        <p:grpSpPr>
          <a:xfrm>
            <a:off x="4294495" y="3328994"/>
            <a:ext cx="586346" cy="673874"/>
            <a:chOff x="5263751" y="3285098"/>
            <a:chExt cx="757529" cy="870611"/>
          </a:xfrm>
        </p:grpSpPr>
        <p:sp>
          <p:nvSpPr>
            <p:cNvPr id="39" name="Freeform: Shape 38">
              <a:extLst>
                <a:ext uri="{FF2B5EF4-FFF2-40B4-BE49-F238E27FC236}">
                  <a16:creationId xmlns:a16="http://schemas.microsoft.com/office/drawing/2014/main" id="{61C08706-C8AC-ADCF-E869-60183224DF23}"/>
                </a:ext>
              </a:extLst>
            </p:cNvPr>
            <p:cNvSpPr/>
            <p:nvPr/>
          </p:nvSpPr>
          <p:spPr>
            <a:xfrm rot="19800000">
              <a:off x="5263751" y="3285098"/>
              <a:ext cx="757529" cy="870611"/>
            </a:xfrm>
            <a:custGeom>
              <a:avLst/>
              <a:gdLst>
                <a:gd name="connsiteX0" fmla="*/ 0 w 757529"/>
                <a:gd name="connsiteY0" fmla="*/ 0 h 870611"/>
                <a:gd name="connsiteX1" fmla="*/ 757528 w 757529"/>
                <a:gd name="connsiteY1" fmla="*/ 437359 h 870611"/>
                <a:gd name="connsiteX2" fmla="*/ 757529 w 757529"/>
                <a:gd name="connsiteY2" fmla="*/ 870611 h 870611"/>
                <a:gd name="connsiteX3" fmla="*/ 0 w 757529"/>
                <a:gd name="connsiteY3" fmla="*/ 433251 h 870611"/>
                <a:gd name="connsiteX4" fmla="*/ 0 w 757529"/>
                <a:gd name="connsiteY4" fmla="*/ 0 h 870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9" h="870611">
                  <a:moveTo>
                    <a:pt x="0" y="0"/>
                  </a:moveTo>
                  <a:lnTo>
                    <a:pt x="757528" y="437359"/>
                  </a:lnTo>
                  <a:lnTo>
                    <a:pt x="757529" y="870611"/>
                  </a:lnTo>
                  <a:lnTo>
                    <a:pt x="0" y="433251"/>
                  </a:lnTo>
                  <a:lnTo>
                    <a:pt x="0" y="0"/>
                  </a:ln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7" name="TextBox 76">
              <a:extLst>
                <a:ext uri="{FF2B5EF4-FFF2-40B4-BE49-F238E27FC236}">
                  <a16:creationId xmlns:a16="http://schemas.microsoft.com/office/drawing/2014/main" id="{3849F899-AE6A-1CF0-0680-FFF83541A669}"/>
                </a:ext>
              </a:extLst>
            </p:cNvPr>
            <p:cNvSpPr txBox="1"/>
            <p:nvPr/>
          </p:nvSpPr>
          <p:spPr>
            <a:xfrm>
              <a:off x="5386787"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Jun</a:t>
              </a:r>
              <a:endParaRPr lang="en-US" sz="1138" dirty="0">
                <a:solidFill>
                  <a:prstClr val="white"/>
                </a:solidFill>
                <a:latin typeface="Segoe UI"/>
                <a:cs typeface="+mn-cs"/>
              </a:endParaRPr>
            </a:p>
          </p:txBody>
        </p:sp>
      </p:grpSp>
      <p:grpSp>
        <p:nvGrpSpPr>
          <p:cNvPr id="97" name="Group 96">
            <a:extLst>
              <a:ext uri="{FF2B5EF4-FFF2-40B4-BE49-F238E27FC236}">
                <a16:creationId xmlns:a16="http://schemas.microsoft.com/office/drawing/2014/main" id="{F884B80D-093E-0C31-F7FE-01EC7EDB4452}"/>
              </a:ext>
            </a:extLst>
          </p:cNvPr>
          <p:cNvGrpSpPr/>
          <p:nvPr/>
        </p:nvGrpSpPr>
        <p:grpSpPr>
          <a:xfrm>
            <a:off x="5012411" y="3328994"/>
            <a:ext cx="586346" cy="673874"/>
            <a:chOff x="6191260" y="3285099"/>
            <a:chExt cx="757529" cy="870611"/>
          </a:xfrm>
        </p:grpSpPr>
        <p:sp>
          <p:nvSpPr>
            <p:cNvPr id="38" name="Freeform: Shape 37">
              <a:extLst>
                <a:ext uri="{FF2B5EF4-FFF2-40B4-BE49-F238E27FC236}">
                  <a16:creationId xmlns:a16="http://schemas.microsoft.com/office/drawing/2014/main" id="{09B98B7C-22AD-6793-96C1-849C0E9A6349}"/>
                </a:ext>
              </a:extLst>
            </p:cNvPr>
            <p:cNvSpPr/>
            <p:nvPr/>
          </p:nvSpPr>
          <p:spPr>
            <a:xfrm rot="19800000">
              <a:off x="6191260" y="3285099"/>
              <a:ext cx="757529" cy="870611"/>
            </a:xfrm>
            <a:custGeom>
              <a:avLst/>
              <a:gdLst>
                <a:gd name="connsiteX0" fmla="*/ 0 w 757529"/>
                <a:gd name="connsiteY0" fmla="*/ 0 h 870611"/>
                <a:gd name="connsiteX1" fmla="*/ 757529 w 757529"/>
                <a:gd name="connsiteY1" fmla="*/ 437359 h 870611"/>
                <a:gd name="connsiteX2" fmla="*/ 757529 w 757529"/>
                <a:gd name="connsiteY2" fmla="*/ 870611 h 870611"/>
                <a:gd name="connsiteX3" fmla="*/ 0 w 757529"/>
                <a:gd name="connsiteY3" fmla="*/ 433251 h 870611"/>
                <a:gd name="connsiteX4" fmla="*/ 0 w 757529"/>
                <a:gd name="connsiteY4" fmla="*/ 0 h 870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9" h="870611">
                  <a:moveTo>
                    <a:pt x="0" y="0"/>
                  </a:moveTo>
                  <a:lnTo>
                    <a:pt x="757529" y="437359"/>
                  </a:lnTo>
                  <a:lnTo>
                    <a:pt x="757529" y="870611"/>
                  </a:lnTo>
                  <a:lnTo>
                    <a:pt x="0" y="433251"/>
                  </a:lnTo>
                  <a:lnTo>
                    <a:pt x="0" y="0"/>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8" name="TextBox 77">
              <a:extLst>
                <a:ext uri="{FF2B5EF4-FFF2-40B4-BE49-F238E27FC236}">
                  <a16:creationId xmlns:a16="http://schemas.microsoft.com/office/drawing/2014/main" id="{40CA9EE6-518F-2AA2-6796-8DEBC8F5E148}"/>
                </a:ext>
              </a:extLst>
            </p:cNvPr>
            <p:cNvSpPr txBox="1"/>
            <p:nvPr/>
          </p:nvSpPr>
          <p:spPr>
            <a:xfrm>
              <a:off x="6314296"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Jul</a:t>
              </a:r>
              <a:endParaRPr lang="en-US" sz="1138" dirty="0">
                <a:solidFill>
                  <a:prstClr val="white"/>
                </a:solidFill>
                <a:latin typeface="Segoe UI"/>
                <a:cs typeface="+mn-cs"/>
              </a:endParaRPr>
            </a:p>
          </p:txBody>
        </p:sp>
      </p:grpSp>
      <p:grpSp>
        <p:nvGrpSpPr>
          <p:cNvPr id="98" name="Group 97">
            <a:extLst>
              <a:ext uri="{FF2B5EF4-FFF2-40B4-BE49-F238E27FC236}">
                <a16:creationId xmlns:a16="http://schemas.microsoft.com/office/drawing/2014/main" id="{C652913B-7CFE-FD5C-050B-DCA1D869C937}"/>
              </a:ext>
            </a:extLst>
          </p:cNvPr>
          <p:cNvGrpSpPr/>
          <p:nvPr/>
        </p:nvGrpSpPr>
        <p:grpSpPr>
          <a:xfrm>
            <a:off x="5730326" y="3328994"/>
            <a:ext cx="586345" cy="673874"/>
            <a:chOff x="7118770" y="3285098"/>
            <a:chExt cx="757528" cy="870611"/>
          </a:xfrm>
        </p:grpSpPr>
        <p:sp>
          <p:nvSpPr>
            <p:cNvPr id="37" name="Freeform: Shape 36">
              <a:extLst>
                <a:ext uri="{FF2B5EF4-FFF2-40B4-BE49-F238E27FC236}">
                  <a16:creationId xmlns:a16="http://schemas.microsoft.com/office/drawing/2014/main" id="{1AF008CB-5101-3C49-8557-501BB55DA8F7}"/>
                </a:ext>
              </a:extLst>
            </p:cNvPr>
            <p:cNvSpPr/>
            <p:nvPr/>
          </p:nvSpPr>
          <p:spPr>
            <a:xfrm rot="19800000">
              <a:off x="7118770" y="3285098"/>
              <a:ext cx="757528" cy="870611"/>
            </a:xfrm>
            <a:custGeom>
              <a:avLst/>
              <a:gdLst>
                <a:gd name="connsiteX0" fmla="*/ 0 w 757528"/>
                <a:gd name="connsiteY0" fmla="*/ 0 h 870611"/>
                <a:gd name="connsiteX1" fmla="*/ 757528 w 757528"/>
                <a:gd name="connsiteY1" fmla="*/ 437359 h 870611"/>
                <a:gd name="connsiteX2" fmla="*/ 757528 w 757528"/>
                <a:gd name="connsiteY2" fmla="*/ 870611 h 870611"/>
                <a:gd name="connsiteX3" fmla="*/ 0 w 757528"/>
                <a:gd name="connsiteY3" fmla="*/ 433252 h 870611"/>
                <a:gd name="connsiteX4" fmla="*/ 0 w 757528"/>
                <a:gd name="connsiteY4" fmla="*/ 0 h 870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8" h="870611">
                  <a:moveTo>
                    <a:pt x="0" y="0"/>
                  </a:moveTo>
                  <a:lnTo>
                    <a:pt x="757528" y="437359"/>
                  </a:lnTo>
                  <a:lnTo>
                    <a:pt x="757528" y="870611"/>
                  </a:lnTo>
                  <a:lnTo>
                    <a:pt x="0" y="433252"/>
                  </a:lnTo>
                  <a:lnTo>
                    <a:pt x="0" y="0"/>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79" name="TextBox 78">
              <a:extLst>
                <a:ext uri="{FF2B5EF4-FFF2-40B4-BE49-F238E27FC236}">
                  <a16:creationId xmlns:a16="http://schemas.microsoft.com/office/drawing/2014/main" id="{A1FC4E4B-C827-06B3-1BFF-2982EB864FCD}"/>
                </a:ext>
              </a:extLst>
            </p:cNvPr>
            <p:cNvSpPr txBox="1"/>
            <p:nvPr/>
          </p:nvSpPr>
          <p:spPr>
            <a:xfrm>
              <a:off x="7241806"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Aug</a:t>
              </a:r>
              <a:endParaRPr lang="en-US" sz="1138" dirty="0">
                <a:solidFill>
                  <a:prstClr val="white"/>
                </a:solidFill>
                <a:latin typeface="Segoe UI"/>
                <a:cs typeface="+mn-cs"/>
              </a:endParaRPr>
            </a:p>
          </p:txBody>
        </p:sp>
      </p:grpSp>
      <p:grpSp>
        <p:nvGrpSpPr>
          <p:cNvPr id="99" name="Group 98">
            <a:extLst>
              <a:ext uri="{FF2B5EF4-FFF2-40B4-BE49-F238E27FC236}">
                <a16:creationId xmlns:a16="http://schemas.microsoft.com/office/drawing/2014/main" id="{B98B4341-3083-9139-23CD-F89096AD4145}"/>
              </a:ext>
            </a:extLst>
          </p:cNvPr>
          <p:cNvGrpSpPr/>
          <p:nvPr/>
        </p:nvGrpSpPr>
        <p:grpSpPr>
          <a:xfrm>
            <a:off x="6448242" y="3328994"/>
            <a:ext cx="586345" cy="673874"/>
            <a:chOff x="8046280" y="3285098"/>
            <a:chExt cx="757528" cy="870611"/>
          </a:xfrm>
        </p:grpSpPr>
        <p:sp>
          <p:nvSpPr>
            <p:cNvPr id="36" name="Freeform: Shape 35">
              <a:extLst>
                <a:ext uri="{FF2B5EF4-FFF2-40B4-BE49-F238E27FC236}">
                  <a16:creationId xmlns:a16="http://schemas.microsoft.com/office/drawing/2014/main" id="{F03652BB-B5BA-BFD5-D55B-4663E70FB989}"/>
                </a:ext>
              </a:extLst>
            </p:cNvPr>
            <p:cNvSpPr/>
            <p:nvPr/>
          </p:nvSpPr>
          <p:spPr>
            <a:xfrm rot="19800000">
              <a:off x="8046280" y="3285098"/>
              <a:ext cx="757528" cy="870611"/>
            </a:xfrm>
            <a:custGeom>
              <a:avLst/>
              <a:gdLst>
                <a:gd name="connsiteX0" fmla="*/ 0 w 757528"/>
                <a:gd name="connsiteY0" fmla="*/ 0 h 870611"/>
                <a:gd name="connsiteX1" fmla="*/ 757528 w 757528"/>
                <a:gd name="connsiteY1" fmla="*/ 437358 h 870611"/>
                <a:gd name="connsiteX2" fmla="*/ 757527 w 757528"/>
                <a:gd name="connsiteY2" fmla="*/ 870611 h 870611"/>
                <a:gd name="connsiteX3" fmla="*/ 0 w 757528"/>
                <a:gd name="connsiteY3" fmla="*/ 433252 h 870611"/>
                <a:gd name="connsiteX4" fmla="*/ 0 w 757528"/>
                <a:gd name="connsiteY4" fmla="*/ 0 h 870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8" h="870611">
                  <a:moveTo>
                    <a:pt x="0" y="0"/>
                  </a:moveTo>
                  <a:lnTo>
                    <a:pt x="757528" y="437358"/>
                  </a:lnTo>
                  <a:lnTo>
                    <a:pt x="757527" y="870611"/>
                  </a:lnTo>
                  <a:lnTo>
                    <a:pt x="0" y="433252"/>
                  </a:lnTo>
                  <a:lnTo>
                    <a:pt x="0" y="0"/>
                  </a:lnTo>
                  <a:close/>
                </a:path>
              </a:pathLst>
            </a:cu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80" name="TextBox 79">
              <a:extLst>
                <a:ext uri="{FF2B5EF4-FFF2-40B4-BE49-F238E27FC236}">
                  <a16:creationId xmlns:a16="http://schemas.microsoft.com/office/drawing/2014/main" id="{40B15BC9-7872-C15C-CE23-6D8E2A3FEB78}"/>
                </a:ext>
              </a:extLst>
            </p:cNvPr>
            <p:cNvSpPr txBox="1"/>
            <p:nvPr/>
          </p:nvSpPr>
          <p:spPr>
            <a:xfrm>
              <a:off x="8169316"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Sep</a:t>
              </a:r>
              <a:endParaRPr lang="en-US" sz="1138" dirty="0">
                <a:solidFill>
                  <a:prstClr val="white"/>
                </a:solidFill>
                <a:latin typeface="Segoe UI"/>
                <a:cs typeface="+mn-cs"/>
              </a:endParaRPr>
            </a:p>
          </p:txBody>
        </p:sp>
      </p:grpSp>
      <p:grpSp>
        <p:nvGrpSpPr>
          <p:cNvPr id="100" name="Group 99">
            <a:extLst>
              <a:ext uri="{FF2B5EF4-FFF2-40B4-BE49-F238E27FC236}">
                <a16:creationId xmlns:a16="http://schemas.microsoft.com/office/drawing/2014/main" id="{2C4ED067-0D04-A760-FCC1-81BB4DC36291}"/>
              </a:ext>
            </a:extLst>
          </p:cNvPr>
          <p:cNvGrpSpPr/>
          <p:nvPr/>
        </p:nvGrpSpPr>
        <p:grpSpPr>
          <a:xfrm>
            <a:off x="7166157" y="3328993"/>
            <a:ext cx="586346" cy="673875"/>
            <a:chOff x="8973789" y="3285097"/>
            <a:chExt cx="757529" cy="870612"/>
          </a:xfrm>
        </p:grpSpPr>
        <p:sp>
          <p:nvSpPr>
            <p:cNvPr id="35" name="Freeform: Shape 34">
              <a:extLst>
                <a:ext uri="{FF2B5EF4-FFF2-40B4-BE49-F238E27FC236}">
                  <a16:creationId xmlns:a16="http://schemas.microsoft.com/office/drawing/2014/main" id="{46671A1A-E43E-4D79-2053-13E32306FACE}"/>
                </a:ext>
              </a:extLst>
            </p:cNvPr>
            <p:cNvSpPr/>
            <p:nvPr/>
          </p:nvSpPr>
          <p:spPr>
            <a:xfrm rot="19800000">
              <a:off x="8973789" y="3285097"/>
              <a:ext cx="757529" cy="870612"/>
            </a:xfrm>
            <a:custGeom>
              <a:avLst/>
              <a:gdLst>
                <a:gd name="connsiteX0" fmla="*/ 1 w 757529"/>
                <a:gd name="connsiteY0" fmla="*/ 0 h 870612"/>
                <a:gd name="connsiteX1" fmla="*/ 757529 w 757529"/>
                <a:gd name="connsiteY1" fmla="*/ 437359 h 870612"/>
                <a:gd name="connsiteX2" fmla="*/ 757528 w 757529"/>
                <a:gd name="connsiteY2" fmla="*/ 870612 h 870612"/>
                <a:gd name="connsiteX3" fmla="*/ 0 w 757529"/>
                <a:gd name="connsiteY3" fmla="*/ 433253 h 870612"/>
                <a:gd name="connsiteX4" fmla="*/ 1 w 757529"/>
                <a:gd name="connsiteY4" fmla="*/ 0 h 870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9" h="870612">
                  <a:moveTo>
                    <a:pt x="1" y="0"/>
                  </a:moveTo>
                  <a:lnTo>
                    <a:pt x="757529" y="437359"/>
                  </a:lnTo>
                  <a:lnTo>
                    <a:pt x="757528" y="870612"/>
                  </a:lnTo>
                  <a:lnTo>
                    <a:pt x="0" y="433253"/>
                  </a:lnTo>
                  <a:lnTo>
                    <a:pt x="1" y="0"/>
                  </a:lnTo>
                  <a:close/>
                </a:path>
              </a:pathLst>
            </a:cu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81" name="TextBox 80">
              <a:extLst>
                <a:ext uri="{FF2B5EF4-FFF2-40B4-BE49-F238E27FC236}">
                  <a16:creationId xmlns:a16="http://schemas.microsoft.com/office/drawing/2014/main" id="{EF8D4372-E429-5AB1-6AA7-07E2F4DDBCFD}"/>
                </a:ext>
              </a:extLst>
            </p:cNvPr>
            <p:cNvSpPr txBox="1"/>
            <p:nvPr/>
          </p:nvSpPr>
          <p:spPr>
            <a:xfrm>
              <a:off x="9096825"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Oct</a:t>
              </a:r>
              <a:endParaRPr lang="en-US" sz="1138" dirty="0">
                <a:solidFill>
                  <a:prstClr val="white"/>
                </a:solidFill>
                <a:latin typeface="Segoe UI"/>
                <a:cs typeface="+mn-cs"/>
              </a:endParaRPr>
            </a:p>
          </p:txBody>
        </p:sp>
      </p:grpSp>
      <p:grpSp>
        <p:nvGrpSpPr>
          <p:cNvPr id="101" name="Group 100">
            <a:extLst>
              <a:ext uri="{FF2B5EF4-FFF2-40B4-BE49-F238E27FC236}">
                <a16:creationId xmlns:a16="http://schemas.microsoft.com/office/drawing/2014/main" id="{0FCBC0FB-7442-DCEC-6026-6CE99FAD74F8}"/>
              </a:ext>
            </a:extLst>
          </p:cNvPr>
          <p:cNvGrpSpPr/>
          <p:nvPr/>
        </p:nvGrpSpPr>
        <p:grpSpPr>
          <a:xfrm>
            <a:off x="7884074" y="3328993"/>
            <a:ext cx="586346" cy="673875"/>
            <a:chOff x="9901300" y="3285097"/>
            <a:chExt cx="757529" cy="870612"/>
          </a:xfrm>
        </p:grpSpPr>
        <p:sp>
          <p:nvSpPr>
            <p:cNvPr id="34" name="Freeform: Shape 33">
              <a:extLst>
                <a:ext uri="{FF2B5EF4-FFF2-40B4-BE49-F238E27FC236}">
                  <a16:creationId xmlns:a16="http://schemas.microsoft.com/office/drawing/2014/main" id="{020EBBCE-E330-ED7C-F923-B195A40C2835}"/>
                </a:ext>
              </a:extLst>
            </p:cNvPr>
            <p:cNvSpPr/>
            <p:nvPr/>
          </p:nvSpPr>
          <p:spPr>
            <a:xfrm rot="19800000">
              <a:off x="9901300" y="3285097"/>
              <a:ext cx="757529" cy="870612"/>
            </a:xfrm>
            <a:custGeom>
              <a:avLst/>
              <a:gdLst>
                <a:gd name="connsiteX0" fmla="*/ 0 w 757529"/>
                <a:gd name="connsiteY0" fmla="*/ 0 h 870612"/>
                <a:gd name="connsiteX1" fmla="*/ 757529 w 757529"/>
                <a:gd name="connsiteY1" fmla="*/ 437360 h 870612"/>
                <a:gd name="connsiteX2" fmla="*/ 757528 w 757529"/>
                <a:gd name="connsiteY2" fmla="*/ 870612 h 870612"/>
                <a:gd name="connsiteX3" fmla="*/ 0 w 757529"/>
                <a:gd name="connsiteY3" fmla="*/ 433253 h 870612"/>
                <a:gd name="connsiteX4" fmla="*/ 0 w 757529"/>
                <a:gd name="connsiteY4" fmla="*/ 0 h 870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529" h="870612">
                  <a:moveTo>
                    <a:pt x="0" y="0"/>
                  </a:moveTo>
                  <a:lnTo>
                    <a:pt x="757529" y="437360"/>
                  </a:lnTo>
                  <a:lnTo>
                    <a:pt x="757528" y="870612"/>
                  </a:lnTo>
                  <a:lnTo>
                    <a:pt x="0" y="433253"/>
                  </a:lnTo>
                  <a:lnTo>
                    <a:pt x="0" y="0"/>
                  </a:ln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82" name="TextBox 81">
              <a:extLst>
                <a:ext uri="{FF2B5EF4-FFF2-40B4-BE49-F238E27FC236}">
                  <a16:creationId xmlns:a16="http://schemas.microsoft.com/office/drawing/2014/main" id="{8CBB9031-40D7-0319-3F32-C248A0B15899}"/>
                </a:ext>
              </a:extLst>
            </p:cNvPr>
            <p:cNvSpPr txBox="1"/>
            <p:nvPr/>
          </p:nvSpPr>
          <p:spPr>
            <a:xfrm>
              <a:off x="10024336"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Nov</a:t>
              </a:r>
              <a:endParaRPr lang="en-US" sz="1138" dirty="0">
                <a:solidFill>
                  <a:prstClr val="white"/>
                </a:solidFill>
                <a:latin typeface="Segoe UI"/>
                <a:cs typeface="+mn-cs"/>
              </a:endParaRPr>
            </a:p>
          </p:txBody>
        </p:sp>
      </p:grpSp>
      <p:grpSp>
        <p:nvGrpSpPr>
          <p:cNvPr id="102" name="Group 101">
            <a:extLst>
              <a:ext uri="{FF2B5EF4-FFF2-40B4-BE49-F238E27FC236}">
                <a16:creationId xmlns:a16="http://schemas.microsoft.com/office/drawing/2014/main" id="{036EE288-6C03-845A-20D2-59E52C939639}"/>
              </a:ext>
            </a:extLst>
          </p:cNvPr>
          <p:cNvGrpSpPr/>
          <p:nvPr/>
        </p:nvGrpSpPr>
        <p:grpSpPr>
          <a:xfrm>
            <a:off x="8574190" y="3340689"/>
            <a:ext cx="570498" cy="558432"/>
            <a:chOff x="10792896" y="3300208"/>
            <a:chExt cx="737053" cy="721466"/>
          </a:xfrm>
        </p:grpSpPr>
        <p:sp>
          <p:nvSpPr>
            <p:cNvPr id="33" name="Freeform: Shape 32">
              <a:extLst>
                <a:ext uri="{FF2B5EF4-FFF2-40B4-BE49-F238E27FC236}">
                  <a16:creationId xmlns:a16="http://schemas.microsoft.com/office/drawing/2014/main" id="{0E813D22-A03B-3999-052D-D75DB527866A}"/>
                </a:ext>
              </a:extLst>
            </p:cNvPr>
            <p:cNvSpPr/>
            <p:nvPr/>
          </p:nvSpPr>
          <p:spPr>
            <a:xfrm rot="19800000">
              <a:off x="10792896" y="3300208"/>
              <a:ext cx="737053" cy="721466"/>
            </a:xfrm>
            <a:custGeom>
              <a:avLst/>
              <a:gdLst>
                <a:gd name="connsiteX0" fmla="*/ 0 w 737053"/>
                <a:gd name="connsiteY0" fmla="*/ 0 h 721466"/>
                <a:gd name="connsiteX1" fmla="*/ 643219 w 737053"/>
                <a:gd name="connsiteY1" fmla="*/ 371362 h 721466"/>
                <a:gd name="connsiteX2" fmla="*/ 711887 w 737053"/>
                <a:gd name="connsiteY2" fmla="*/ 627634 h 721466"/>
                <a:gd name="connsiteX3" fmla="*/ 711886 w 737053"/>
                <a:gd name="connsiteY3" fmla="*/ 627634 h 721466"/>
                <a:gd name="connsiteX4" fmla="*/ 455614 w 737053"/>
                <a:gd name="connsiteY4" fmla="*/ 696301 h 721466"/>
                <a:gd name="connsiteX5" fmla="*/ 0 w 737053"/>
                <a:gd name="connsiteY5" fmla="*/ 433252 h 721466"/>
                <a:gd name="connsiteX6" fmla="*/ 0 w 737053"/>
                <a:gd name="connsiteY6" fmla="*/ 0 h 721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37053" h="721466">
                  <a:moveTo>
                    <a:pt x="0" y="0"/>
                  </a:moveTo>
                  <a:lnTo>
                    <a:pt x="643219" y="371362"/>
                  </a:lnTo>
                  <a:cubicBezTo>
                    <a:pt x="732949" y="423168"/>
                    <a:pt x="763692" y="537904"/>
                    <a:pt x="711887" y="627634"/>
                  </a:cubicBezTo>
                  <a:lnTo>
                    <a:pt x="711886" y="627634"/>
                  </a:lnTo>
                  <a:cubicBezTo>
                    <a:pt x="660080" y="717363"/>
                    <a:pt x="545344" y="748107"/>
                    <a:pt x="455614" y="696301"/>
                  </a:cubicBezTo>
                  <a:lnTo>
                    <a:pt x="0" y="433252"/>
                  </a:lnTo>
                  <a:lnTo>
                    <a:pt x="0" y="0"/>
                  </a:ln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US" sz="1950">
                <a:solidFill>
                  <a:prstClr val="white"/>
                </a:solidFill>
                <a:latin typeface="Segoe UI"/>
              </a:endParaRPr>
            </a:p>
          </p:txBody>
        </p:sp>
        <p:sp>
          <p:nvSpPr>
            <p:cNvPr id="83" name="TextBox 82">
              <a:extLst>
                <a:ext uri="{FF2B5EF4-FFF2-40B4-BE49-F238E27FC236}">
                  <a16:creationId xmlns:a16="http://schemas.microsoft.com/office/drawing/2014/main" id="{1C3DAC5F-0CB0-0B55-74FF-192DDF819CBF}"/>
                </a:ext>
              </a:extLst>
            </p:cNvPr>
            <p:cNvSpPr txBox="1"/>
            <p:nvPr/>
          </p:nvSpPr>
          <p:spPr>
            <a:xfrm>
              <a:off x="10905694" y="3583178"/>
              <a:ext cx="511457" cy="25278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IN" sz="1138" dirty="0">
                  <a:solidFill>
                    <a:prstClr val="white"/>
                  </a:solidFill>
                  <a:latin typeface="Segoe UI"/>
                  <a:cs typeface="+mn-cs"/>
                </a:rPr>
                <a:t>Dec</a:t>
              </a:r>
              <a:endParaRPr lang="en-US" sz="1138" dirty="0">
                <a:solidFill>
                  <a:prstClr val="white"/>
                </a:solidFill>
                <a:latin typeface="Segoe UI"/>
                <a:cs typeface="+mn-cs"/>
              </a:endParaRPr>
            </a:p>
          </p:txBody>
        </p:sp>
      </p:grpSp>
      <p:grpSp>
        <p:nvGrpSpPr>
          <p:cNvPr id="85" name="Group 84">
            <a:extLst>
              <a:ext uri="{FF2B5EF4-FFF2-40B4-BE49-F238E27FC236}">
                <a16:creationId xmlns:a16="http://schemas.microsoft.com/office/drawing/2014/main" id="{05C94DD4-68D7-5213-BAEB-FA37D7D2DEAE}"/>
              </a:ext>
            </a:extLst>
          </p:cNvPr>
          <p:cNvGrpSpPr/>
          <p:nvPr/>
        </p:nvGrpSpPr>
        <p:grpSpPr>
          <a:xfrm>
            <a:off x="459008" y="4337064"/>
            <a:ext cx="1170456" cy="637769"/>
            <a:chOff x="7966620" y="1125415"/>
            <a:chExt cx="2232248" cy="823965"/>
          </a:xfrm>
        </p:grpSpPr>
        <p:sp>
          <p:nvSpPr>
            <p:cNvPr id="86" name="TextBox 85">
              <a:extLst>
                <a:ext uri="{FF2B5EF4-FFF2-40B4-BE49-F238E27FC236}">
                  <a16:creationId xmlns:a16="http://schemas.microsoft.com/office/drawing/2014/main" id="{3D0D1398-9875-E7DC-C973-4159008251DA}"/>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87" name="TextBox 86">
              <a:extLst>
                <a:ext uri="{FF2B5EF4-FFF2-40B4-BE49-F238E27FC236}">
                  <a16:creationId xmlns:a16="http://schemas.microsoft.com/office/drawing/2014/main" id="{797C4EF9-6951-8D2E-3E1D-EA529154E760}"/>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88" name="Group 87">
            <a:extLst>
              <a:ext uri="{FF2B5EF4-FFF2-40B4-BE49-F238E27FC236}">
                <a16:creationId xmlns:a16="http://schemas.microsoft.com/office/drawing/2014/main" id="{4292C6AD-40D2-679F-8F39-FB2ECE99EE21}"/>
              </a:ext>
            </a:extLst>
          </p:cNvPr>
          <p:cNvGrpSpPr/>
          <p:nvPr/>
        </p:nvGrpSpPr>
        <p:grpSpPr>
          <a:xfrm>
            <a:off x="1118220" y="2307401"/>
            <a:ext cx="1170456" cy="637769"/>
            <a:chOff x="7966620" y="1125415"/>
            <a:chExt cx="2232248" cy="823965"/>
          </a:xfrm>
        </p:grpSpPr>
        <p:sp>
          <p:nvSpPr>
            <p:cNvPr id="89" name="TextBox 88">
              <a:extLst>
                <a:ext uri="{FF2B5EF4-FFF2-40B4-BE49-F238E27FC236}">
                  <a16:creationId xmlns:a16="http://schemas.microsoft.com/office/drawing/2014/main" id="{A8ABDD90-8331-E7DA-4D5F-3296DF479991}"/>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90" name="TextBox 89">
              <a:extLst>
                <a:ext uri="{FF2B5EF4-FFF2-40B4-BE49-F238E27FC236}">
                  <a16:creationId xmlns:a16="http://schemas.microsoft.com/office/drawing/2014/main" id="{10CA5B64-4A01-35BC-E6DF-5815C4D7F446}"/>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cxnSp>
        <p:nvCxnSpPr>
          <p:cNvPr id="104" name="Straight Connector 103">
            <a:extLst>
              <a:ext uri="{FF2B5EF4-FFF2-40B4-BE49-F238E27FC236}">
                <a16:creationId xmlns:a16="http://schemas.microsoft.com/office/drawing/2014/main" id="{3B02F2DA-AB45-39F7-59B1-9D42A45DEA6D}"/>
              </a:ext>
            </a:extLst>
          </p:cNvPr>
          <p:cNvCxnSpPr>
            <a:cxnSpLocks/>
          </p:cNvCxnSpPr>
          <p:nvPr/>
        </p:nvCxnSpPr>
        <p:spPr>
          <a:xfrm flipV="1">
            <a:off x="1033947" y="3939847"/>
            <a:ext cx="0" cy="32252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719DDF69-5324-03AB-1CE8-34BB78141BB3}"/>
              </a:ext>
            </a:extLst>
          </p:cNvPr>
          <p:cNvCxnSpPr>
            <a:cxnSpLocks/>
          </p:cNvCxnSpPr>
          <p:nvPr/>
        </p:nvCxnSpPr>
        <p:spPr>
          <a:xfrm flipV="1">
            <a:off x="1687960" y="3061856"/>
            <a:ext cx="0" cy="32252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4E0ECC01-ED65-994E-0D1C-81243A5BB1C2}"/>
              </a:ext>
            </a:extLst>
          </p:cNvPr>
          <p:cNvCxnSpPr>
            <a:cxnSpLocks/>
          </p:cNvCxnSpPr>
          <p:nvPr/>
        </p:nvCxnSpPr>
        <p:spPr>
          <a:xfrm flipV="1">
            <a:off x="2433920" y="3939847"/>
            <a:ext cx="0" cy="87799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10" name="Group 109">
            <a:extLst>
              <a:ext uri="{FF2B5EF4-FFF2-40B4-BE49-F238E27FC236}">
                <a16:creationId xmlns:a16="http://schemas.microsoft.com/office/drawing/2014/main" id="{880B3939-52BC-BEDA-1143-36C72908E9A5}"/>
              </a:ext>
            </a:extLst>
          </p:cNvPr>
          <p:cNvGrpSpPr/>
          <p:nvPr/>
        </p:nvGrpSpPr>
        <p:grpSpPr>
          <a:xfrm>
            <a:off x="1854050" y="4910446"/>
            <a:ext cx="1170456" cy="637769"/>
            <a:chOff x="7966620" y="1125415"/>
            <a:chExt cx="2232248" cy="823965"/>
          </a:xfrm>
        </p:grpSpPr>
        <p:sp>
          <p:nvSpPr>
            <p:cNvPr id="111" name="TextBox 110">
              <a:extLst>
                <a:ext uri="{FF2B5EF4-FFF2-40B4-BE49-F238E27FC236}">
                  <a16:creationId xmlns:a16="http://schemas.microsoft.com/office/drawing/2014/main" id="{AC3610BE-8FD4-EF95-9C0F-DAC809608F28}"/>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12" name="TextBox 111">
              <a:extLst>
                <a:ext uri="{FF2B5EF4-FFF2-40B4-BE49-F238E27FC236}">
                  <a16:creationId xmlns:a16="http://schemas.microsoft.com/office/drawing/2014/main" id="{60B888C3-B12F-40EF-D24B-871DCCA7B8C6}"/>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cxnSp>
        <p:nvCxnSpPr>
          <p:cNvPr id="117" name="Straight Connector 116">
            <a:extLst>
              <a:ext uri="{FF2B5EF4-FFF2-40B4-BE49-F238E27FC236}">
                <a16:creationId xmlns:a16="http://schemas.microsoft.com/office/drawing/2014/main" id="{C42F33C1-0557-751F-6B1C-34E488D2DD1C}"/>
              </a:ext>
            </a:extLst>
          </p:cNvPr>
          <p:cNvCxnSpPr>
            <a:cxnSpLocks/>
          </p:cNvCxnSpPr>
          <p:nvPr/>
        </p:nvCxnSpPr>
        <p:spPr>
          <a:xfrm flipV="1">
            <a:off x="3141688" y="2506392"/>
            <a:ext cx="0" cy="87799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18" name="Group 117">
            <a:extLst>
              <a:ext uri="{FF2B5EF4-FFF2-40B4-BE49-F238E27FC236}">
                <a16:creationId xmlns:a16="http://schemas.microsoft.com/office/drawing/2014/main" id="{E81293BA-7498-9A61-29BA-C1D00E617515}"/>
              </a:ext>
            </a:extLst>
          </p:cNvPr>
          <p:cNvGrpSpPr/>
          <p:nvPr/>
        </p:nvGrpSpPr>
        <p:grpSpPr>
          <a:xfrm>
            <a:off x="2567678" y="1787774"/>
            <a:ext cx="1170456" cy="637769"/>
            <a:chOff x="7966620" y="1125415"/>
            <a:chExt cx="2232248" cy="823965"/>
          </a:xfrm>
        </p:grpSpPr>
        <p:sp>
          <p:nvSpPr>
            <p:cNvPr id="119" name="TextBox 118">
              <a:extLst>
                <a:ext uri="{FF2B5EF4-FFF2-40B4-BE49-F238E27FC236}">
                  <a16:creationId xmlns:a16="http://schemas.microsoft.com/office/drawing/2014/main" id="{C8BAB0AB-F010-5810-D47F-F53AEE16AA63}"/>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20" name="TextBox 119">
              <a:extLst>
                <a:ext uri="{FF2B5EF4-FFF2-40B4-BE49-F238E27FC236}">
                  <a16:creationId xmlns:a16="http://schemas.microsoft.com/office/drawing/2014/main" id="{5D720B81-8653-842C-DB1D-1A7F8AC70253}"/>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cxnSp>
        <p:nvCxnSpPr>
          <p:cNvPr id="121" name="Straight Connector 120">
            <a:extLst>
              <a:ext uri="{FF2B5EF4-FFF2-40B4-BE49-F238E27FC236}">
                <a16:creationId xmlns:a16="http://schemas.microsoft.com/office/drawing/2014/main" id="{6DF7C0E3-63A6-5C32-34A6-17A1210D7BC8}"/>
              </a:ext>
            </a:extLst>
          </p:cNvPr>
          <p:cNvCxnSpPr>
            <a:cxnSpLocks/>
          </p:cNvCxnSpPr>
          <p:nvPr/>
        </p:nvCxnSpPr>
        <p:spPr>
          <a:xfrm flipV="1">
            <a:off x="3869750" y="3939847"/>
            <a:ext cx="0" cy="32252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1ED5B5C8-C629-0067-80C8-FB3CD3364609}"/>
              </a:ext>
            </a:extLst>
          </p:cNvPr>
          <p:cNvCxnSpPr>
            <a:cxnSpLocks/>
          </p:cNvCxnSpPr>
          <p:nvPr/>
        </p:nvCxnSpPr>
        <p:spPr>
          <a:xfrm flipV="1">
            <a:off x="4587667" y="3061856"/>
            <a:ext cx="0" cy="32252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A6CAFC37-9D3B-5C9F-C4B8-E90FDAA61A91}"/>
              </a:ext>
            </a:extLst>
          </p:cNvPr>
          <p:cNvCxnSpPr>
            <a:cxnSpLocks/>
          </p:cNvCxnSpPr>
          <p:nvPr/>
        </p:nvCxnSpPr>
        <p:spPr>
          <a:xfrm flipV="1">
            <a:off x="5305583" y="3939847"/>
            <a:ext cx="0" cy="87799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F8F6379-B413-D046-99A8-AEEAE574A1D8}"/>
              </a:ext>
            </a:extLst>
          </p:cNvPr>
          <p:cNvCxnSpPr>
            <a:cxnSpLocks/>
          </p:cNvCxnSpPr>
          <p:nvPr/>
        </p:nvCxnSpPr>
        <p:spPr>
          <a:xfrm flipV="1">
            <a:off x="6023498" y="2506392"/>
            <a:ext cx="0" cy="87799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DACF870F-6FA7-B113-35A2-CD7B2745DC14}"/>
              </a:ext>
            </a:extLst>
          </p:cNvPr>
          <p:cNvCxnSpPr>
            <a:cxnSpLocks/>
          </p:cNvCxnSpPr>
          <p:nvPr/>
        </p:nvCxnSpPr>
        <p:spPr>
          <a:xfrm flipV="1">
            <a:off x="6741414" y="3939847"/>
            <a:ext cx="0" cy="32252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EA574E12-4265-EA29-A3E7-E2F4D3A77A9F}"/>
              </a:ext>
            </a:extLst>
          </p:cNvPr>
          <p:cNvCxnSpPr>
            <a:cxnSpLocks/>
          </p:cNvCxnSpPr>
          <p:nvPr/>
        </p:nvCxnSpPr>
        <p:spPr>
          <a:xfrm flipV="1">
            <a:off x="7459329" y="3061856"/>
            <a:ext cx="0" cy="32252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834B57D7-BD44-98C5-5A17-F706DA4FD7B1}"/>
              </a:ext>
            </a:extLst>
          </p:cNvPr>
          <p:cNvCxnSpPr>
            <a:cxnSpLocks/>
          </p:cNvCxnSpPr>
          <p:nvPr/>
        </p:nvCxnSpPr>
        <p:spPr>
          <a:xfrm flipV="1">
            <a:off x="8177246" y="3939847"/>
            <a:ext cx="0" cy="87799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E3C57C96-61A6-2F29-06C2-9F64473D7609}"/>
              </a:ext>
            </a:extLst>
          </p:cNvPr>
          <p:cNvCxnSpPr>
            <a:cxnSpLocks/>
          </p:cNvCxnSpPr>
          <p:nvPr/>
        </p:nvCxnSpPr>
        <p:spPr>
          <a:xfrm flipV="1">
            <a:off x="8859438" y="2506392"/>
            <a:ext cx="0" cy="87799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29" name="Group 128">
            <a:extLst>
              <a:ext uri="{FF2B5EF4-FFF2-40B4-BE49-F238E27FC236}">
                <a16:creationId xmlns:a16="http://schemas.microsoft.com/office/drawing/2014/main" id="{62A21660-45F1-E00C-9B46-239C81C53D80}"/>
              </a:ext>
            </a:extLst>
          </p:cNvPr>
          <p:cNvGrpSpPr/>
          <p:nvPr/>
        </p:nvGrpSpPr>
        <p:grpSpPr>
          <a:xfrm>
            <a:off x="3290083" y="4337064"/>
            <a:ext cx="1170456" cy="637769"/>
            <a:chOff x="7966620" y="1125415"/>
            <a:chExt cx="2232248" cy="823965"/>
          </a:xfrm>
        </p:grpSpPr>
        <p:sp>
          <p:nvSpPr>
            <p:cNvPr id="130" name="TextBox 129">
              <a:extLst>
                <a:ext uri="{FF2B5EF4-FFF2-40B4-BE49-F238E27FC236}">
                  <a16:creationId xmlns:a16="http://schemas.microsoft.com/office/drawing/2014/main" id="{2B0FE2F9-20AD-516B-469C-6AEA09F77491}"/>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31" name="TextBox 130">
              <a:extLst>
                <a:ext uri="{FF2B5EF4-FFF2-40B4-BE49-F238E27FC236}">
                  <a16:creationId xmlns:a16="http://schemas.microsoft.com/office/drawing/2014/main" id="{92AED4F7-F4D7-9F76-FAE6-A8A830117722}"/>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32" name="Group 131">
            <a:extLst>
              <a:ext uri="{FF2B5EF4-FFF2-40B4-BE49-F238E27FC236}">
                <a16:creationId xmlns:a16="http://schemas.microsoft.com/office/drawing/2014/main" id="{7803C690-BF6F-F3B0-E222-111FAF037F48}"/>
              </a:ext>
            </a:extLst>
          </p:cNvPr>
          <p:cNvGrpSpPr/>
          <p:nvPr/>
        </p:nvGrpSpPr>
        <p:grpSpPr>
          <a:xfrm>
            <a:off x="4003050" y="2307401"/>
            <a:ext cx="1170456" cy="637769"/>
            <a:chOff x="7966620" y="1125415"/>
            <a:chExt cx="2232248" cy="823965"/>
          </a:xfrm>
        </p:grpSpPr>
        <p:sp>
          <p:nvSpPr>
            <p:cNvPr id="133" name="TextBox 132">
              <a:extLst>
                <a:ext uri="{FF2B5EF4-FFF2-40B4-BE49-F238E27FC236}">
                  <a16:creationId xmlns:a16="http://schemas.microsoft.com/office/drawing/2014/main" id="{7A93C05D-00CD-A8E3-BD81-84A3A688068D}"/>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34" name="TextBox 133">
              <a:extLst>
                <a:ext uri="{FF2B5EF4-FFF2-40B4-BE49-F238E27FC236}">
                  <a16:creationId xmlns:a16="http://schemas.microsoft.com/office/drawing/2014/main" id="{A7E3E048-8254-D63B-2291-F8490036622B}"/>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35" name="Group 134">
            <a:extLst>
              <a:ext uri="{FF2B5EF4-FFF2-40B4-BE49-F238E27FC236}">
                <a16:creationId xmlns:a16="http://schemas.microsoft.com/office/drawing/2014/main" id="{6BCE6C90-91B0-0FC9-BD34-77BDDCE808FE}"/>
              </a:ext>
            </a:extLst>
          </p:cNvPr>
          <p:cNvGrpSpPr/>
          <p:nvPr/>
        </p:nvGrpSpPr>
        <p:grpSpPr>
          <a:xfrm>
            <a:off x="4732494" y="4910446"/>
            <a:ext cx="1170456" cy="637769"/>
            <a:chOff x="7966620" y="1125415"/>
            <a:chExt cx="2232248" cy="823965"/>
          </a:xfrm>
        </p:grpSpPr>
        <p:sp>
          <p:nvSpPr>
            <p:cNvPr id="136" name="TextBox 135">
              <a:extLst>
                <a:ext uri="{FF2B5EF4-FFF2-40B4-BE49-F238E27FC236}">
                  <a16:creationId xmlns:a16="http://schemas.microsoft.com/office/drawing/2014/main" id="{ED67B117-669B-28B3-3B1F-B921D1815BF9}"/>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37" name="TextBox 136">
              <a:extLst>
                <a:ext uri="{FF2B5EF4-FFF2-40B4-BE49-F238E27FC236}">
                  <a16:creationId xmlns:a16="http://schemas.microsoft.com/office/drawing/2014/main" id="{720A34F4-3628-2F9D-2001-844E713C617D}"/>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38" name="Group 137">
            <a:extLst>
              <a:ext uri="{FF2B5EF4-FFF2-40B4-BE49-F238E27FC236}">
                <a16:creationId xmlns:a16="http://schemas.microsoft.com/office/drawing/2014/main" id="{AEBA11FC-502E-7AB6-E291-269F7B9566FC}"/>
              </a:ext>
            </a:extLst>
          </p:cNvPr>
          <p:cNvGrpSpPr/>
          <p:nvPr/>
        </p:nvGrpSpPr>
        <p:grpSpPr>
          <a:xfrm>
            <a:off x="5445464" y="1787774"/>
            <a:ext cx="1170456" cy="637769"/>
            <a:chOff x="7966620" y="1125415"/>
            <a:chExt cx="2232248" cy="823965"/>
          </a:xfrm>
        </p:grpSpPr>
        <p:sp>
          <p:nvSpPr>
            <p:cNvPr id="139" name="TextBox 138">
              <a:extLst>
                <a:ext uri="{FF2B5EF4-FFF2-40B4-BE49-F238E27FC236}">
                  <a16:creationId xmlns:a16="http://schemas.microsoft.com/office/drawing/2014/main" id="{AC9CB6FD-A25E-251C-2A0D-06655678FA65}"/>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40" name="TextBox 139">
              <a:extLst>
                <a:ext uri="{FF2B5EF4-FFF2-40B4-BE49-F238E27FC236}">
                  <a16:creationId xmlns:a16="http://schemas.microsoft.com/office/drawing/2014/main" id="{1A5F8E5F-E6CF-4419-ADCF-68CABD2F8657}"/>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41" name="Group 140">
            <a:extLst>
              <a:ext uri="{FF2B5EF4-FFF2-40B4-BE49-F238E27FC236}">
                <a16:creationId xmlns:a16="http://schemas.microsoft.com/office/drawing/2014/main" id="{DA863D69-36AF-049F-78CE-CC3654A6D7E3}"/>
              </a:ext>
            </a:extLst>
          </p:cNvPr>
          <p:cNvGrpSpPr/>
          <p:nvPr/>
        </p:nvGrpSpPr>
        <p:grpSpPr>
          <a:xfrm>
            <a:off x="6165619" y="4337064"/>
            <a:ext cx="1170456" cy="637769"/>
            <a:chOff x="7966620" y="1125415"/>
            <a:chExt cx="2232248" cy="823965"/>
          </a:xfrm>
        </p:grpSpPr>
        <p:sp>
          <p:nvSpPr>
            <p:cNvPr id="142" name="TextBox 141">
              <a:extLst>
                <a:ext uri="{FF2B5EF4-FFF2-40B4-BE49-F238E27FC236}">
                  <a16:creationId xmlns:a16="http://schemas.microsoft.com/office/drawing/2014/main" id="{E53E5959-398B-A6F9-12F3-8A6C76BCAE62}"/>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43" name="TextBox 142">
              <a:extLst>
                <a:ext uri="{FF2B5EF4-FFF2-40B4-BE49-F238E27FC236}">
                  <a16:creationId xmlns:a16="http://schemas.microsoft.com/office/drawing/2014/main" id="{F0D57808-F111-951F-A0E4-0F62EF992AB5}"/>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44" name="Group 143">
            <a:extLst>
              <a:ext uri="{FF2B5EF4-FFF2-40B4-BE49-F238E27FC236}">
                <a16:creationId xmlns:a16="http://schemas.microsoft.com/office/drawing/2014/main" id="{9C81F2EC-AC7B-0E0E-25F8-B0D087C78920}"/>
              </a:ext>
            </a:extLst>
          </p:cNvPr>
          <p:cNvGrpSpPr/>
          <p:nvPr/>
        </p:nvGrpSpPr>
        <p:grpSpPr>
          <a:xfrm>
            <a:off x="6881227" y="2307401"/>
            <a:ext cx="1170456" cy="637769"/>
            <a:chOff x="7966620" y="1125415"/>
            <a:chExt cx="2232248" cy="823965"/>
          </a:xfrm>
        </p:grpSpPr>
        <p:sp>
          <p:nvSpPr>
            <p:cNvPr id="145" name="TextBox 144">
              <a:extLst>
                <a:ext uri="{FF2B5EF4-FFF2-40B4-BE49-F238E27FC236}">
                  <a16:creationId xmlns:a16="http://schemas.microsoft.com/office/drawing/2014/main" id="{76220207-1C42-5C37-CD25-17F35ECA28C4}"/>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46" name="TextBox 145">
              <a:extLst>
                <a:ext uri="{FF2B5EF4-FFF2-40B4-BE49-F238E27FC236}">
                  <a16:creationId xmlns:a16="http://schemas.microsoft.com/office/drawing/2014/main" id="{76EDF3CF-8D57-0C50-BDAE-851FE97AD120}"/>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47" name="Group 146">
            <a:extLst>
              <a:ext uri="{FF2B5EF4-FFF2-40B4-BE49-F238E27FC236}">
                <a16:creationId xmlns:a16="http://schemas.microsoft.com/office/drawing/2014/main" id="{6F08798A-60BC-800B-9AA0-453AD421C80F}"/>
              </a:ext>
            </a:extLst>
          </p:cNvPr>
          <p:cNvGrpSpPr/>
          <p:nvPr/>
        </p:nvGrpSpPr>
        <p:grpSpPr>
          <a:xfrm>
            <a:off x="8276536" y="1787774"/>
            <a:ext cx="1170456" cy="637769"/>
            <a:chOff x="7966620" y="1125415"/>
            <a:chExt cx="2232248" cy="823965"/>
          </a:xfrm>
        </p:grpSpPr>
        <p:sp>
          <p:nvSpPr>
            <p:cNvPr id="148" name="TextBox 147">
              <a:extLst>
                <a:ext uri="{FF2B5EF4-FFF2-40B4-BE49-F238E27FC236}">
                  <a16:creationId xmlns:a16="http://schemas.microsoft.com/office/drawing/2014/main" id="{F0EAD081-6E26-C35C-480E-9348DFB2DE39}"/>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49" name="TextBox 148">
              <a:extLst>
                <a:ext uri="{FF2B5EF4-FFF2-40B4-BE49-F238E27FC236}">
                  <a16:creationId xmlns:a16="http://schemas.microsoft.com/office/drawing/2014/main" id="{0B4BB0D8-2174-4B7A-3B53-394BF35C6FDD}"/>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grpSp>
        <p:nvGrpSpPr>
          <p:cNvPr id="150" name="Group 149">
            <a:extLst>
              <a:ext uri="{FF2B5EF4-FFF2-40B4-BE49-F238E27FC236}">
                <a16:creationId xmlns:a16="http://schemas.microsoft.com/office/drawing/2014/main" id="{6010BF4E-3478-36BC-C3AA-00F7D4EE4EB1}"/>
              </a:ext>
            </a:extLst>
          </p:cNvPr>
          <p:cNvGrpSpPr/>
          <p:nvPr/>
        </p:nvGrpSpPr>
        <p:grpSpPr>
          <a:xfrm>
            <a:off x="7599403" y="4910446"/>
            <a:ext cx="1170456" cy="637769"/>
            <a:chOff x="7966620" y="1125415"/>
            <a:chExt cx="2232248" cy="823965"/>
          </a:xfrm>
        </p:grpSpPr>
        <p:sp>
          <p:nvSpPr>
            <p:cNvPr id="151" name="TextBox 150">
              <a:extLst>
                <a:ext uri="{FF2B5EF4-FFF2-40B4-BE49-F238E27FC236}">
                  <a16:creationId xmlns:a16="http://schemas.microsoft.com/office/drawing/2014/main" id="{6FA7A087-A0FC-4516-6B35-A3EE5431A3A3}"/>
                </a:ext>
              </a:extLst>
            </p:cNvPr>
            <p:cNvSpPr txBox="1"/>
            <p:nvPr/>
          </p:nvSpPr>
          <p:spPr>
            <a:xfrm>
              <a:off x="7966620" y="1484784"/>
              <a:ext cx="2232248" cy="464596"/>
            </a:xfrm>
            <a:prstGeom prst="rect">
              <a:avLst/>
            </a:prstGeom>
            <a:noFill/>
          </p:spPr>
          <p:txBody>
            <a:bodyPr wrap="square" lIns="0" tIns="0" rIns="0" bIns="0" rtlCol="0" anchor="t">
              <a:noAutofit/>
            </a:bodyPr>
            <a:lstStyle/>
            <a:p>
              <a:pPr algn="ctr" defTabSz="990671" fontAlgn="auto">
                <a:spcBef>
                  <a:spcPts val="0"/>
                </a:spcBef>
                <a:spcAft>
                  <a:spcPts val="0"/>
                </a:spcAft>
                <a:defRPr/>
              </a:pPr>
              <a:r>
                <a:rPr lang="en-US" sz="1138" dirty="0">
                  <a:solidFill>
                    <a:prstClr val="black">
                      <a:lumMod val="95000"/>
                      <a:lumOff val="5000"/>
                    </a:prstClr>
                  </a:solidFill>
                  <a:latin typeface="Segoe UI"/>
                  <a:cs typeface="Segoe UI Light" panose="020B0502040204020203" pitchFamily="34" charset="0"/>
                </a:rPr>
                <a:t>Insert your desired text here. </a:t>
              </a:r>
            </a:p>
          </p:txBody>
        </p:sp>
        <p:sp>
          <p:nvSpPr>
            <p:cNvPr id="152" name="TextBox 151">
              <a:extLst>
                <a:ext uri="{FF2B5EF4-FFF2-40B4-BE49-F238E27FC236}">
                  <a16:creationId xmlns:a16="http://schemas.microsoft.com/office/drawing/2014/main" id="{255780B2-27A3-2911-9572-57779F3318D1}"/>
                </a:ext>
              </a:extLst>
            </p:cNvPr>
            <p:cNvSpPr txBox="1"/>
            <p:nvPr/>
          </p:nvSpPr>
          <p:spPr>
            <a:xfrm>
              <a:off x="7966620" y="1125415"/>
              <a:ext cx="2232248" cy="251208"/>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300" b="1" dirty="0">
                  <a:solidFill>
                    <a:prstClr val="black">
                      <a:lumMod val="95000"/>
                      <a:lumOff val="5000"/>
                    </a:prstClr>
                  </a:solidFill>
                  <a:latin typeface="Segoe UI"/>
                  <a:cs typeface="Segoe UI Light" panose="020B0502040204020203" pitchFamily="34" charset="0"/>
                </a:rPr>
                <a:t>Placeholder</a:t>
              </a:r>
            </a:p>
          </p:txBody>
        </p:sp>
      </p:grpSp>
    </p:spTree>
    <p:extLst>
      <p:ext uri="{BB962C8B-B14F-4D97-AF65-F5344CB8AC3E}">
        <p14:creationId xmlns:p14="http://schemas.microsoft.com/office/powerpoint/2010/main" val="7375185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IN" dirty="0"/>
              <a:t>Advantages vs Disadvantages Slides</a:t>
            </a:r>
            <a:endParaRPr lang="en-US" dirty="0"/>
          </a:p>
        </p:txBody>
      </p:sp>
      <p:grpSp>
        <p:nvGrpSpPr>
          <p:cNvPr id="36" name="Group 35"/>
          <p:cNvGrpSpPr/>
          <p:nvPr/>
        </p:nvGrpSpPr>
        <p:grpSpPr>
          <a:xfrm>
            <a:off x="728192" y="1701450"/>
            <a:ext cx="5451010" cy="4514338"/>
            <a:chOff x="2740818" y="1303338"/>
            <a:chExt cx="6707188" cy="5554662"/>
          </a:xfrm>
        </p:grpSpPr>
        <p:sp>
          <p:nvSpPr>
            <p:cNvPr id="28" name="Rectangle 27"/>
            <p:cNvSpPr>
              <a:spLocks noChangeArrowheads="1"/>
            </p:cNvSpPr>
            <p:nvPr/>
          </p:nvSpPr>
          <p:spPr bwMode="auto">
            <a:xfrm>
              <a:off x="5591968" y="2682875"/>
              <a:ext cx="985838" cy="187325"/>
            </a:xfrm>
            <a:prstGeom prst="rect">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0" name="Freeform 9"/>
            <p:cNvSpPr>
              <a:spLocks noEditPoints="1"/>
            </p:cNvSpPr>
            <p:nvPr/>
          </p:nvSpPr>
          <p:spPr bwMode="auto">
            <a:xfrm>
              <a:off x="3563143" y="2776538"/>
              <a:ext cx="180975" cy="180975"/>
            </a:xfrm>
            <a:custGeom>
              <a:avLst/>
              <a:gdLst>
                <a:gd name="T0" fmla="*/ 56 w 111"/>
                <a:gd name="T1" fmla="*/ 111 h 111"/>
                <a:gd name="T2" fmla="*/ 0 w 111"/>
                <a:gd name="T3" fmla="*/ 56 h 111"/>
                <a:gd name="T4" fmla="*/ 56 w 111"/>
                <a:gd name="T5" fmla="*/ 0 h 111"/>
                <a:gd name="T6" fmla="*/ 111 w 111"/>
                <a:gd name="T7" fmla="*/ 56 h 111"/>
                <a:gd name="T8" fmla="*/ 56 w 111"/>
                <a:gd name="T9" fmla="*/ 111 h 111"/>
                <a:gd name="T10" fmla="*/ 56 w 111"/>
                <a:gd name="T11" fmla="*/ 20 h 111"/>
                <a:gd name="T12" fmla="*/ 20 w 111"/>
                <a:gd name="T13" fmla="*/ 56 h 111"/>
                <a:gd name="T14" fmla="*/ 56 w 111"/>
                <a:gd name="T15" fmla="*/ 91 h 111"/>
                <a:gd name="T16" fmla="*/ 91 w 111"/>
                <a:gd name="T17" fmla="*/ 56 h 111"/>
                <a:gd name="T18" fmla="*/ 56 w 111"/>
                <a:gd name="T19" fmla="*/ 2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1" h="111">
                  <a:moveTo>
                    <a:pt x="56" y="111"/>
                  </a:moveTo>
                  <a:cubicBezTo>
                    <a:pt x="25" y="111"/>
                    <a:pt x="0" y="86"/>
                    <a:pt x="0" y="56"/>
                  </a:cubicBezTo>
                  <a:cubicBezTo>
                    <a:pt x="0" y="25"/>
                    <a:pt x="25" y="0"/>
                    <a:pt x="56" y="0"/>
                  </a:cubicBezTo>
                  <a:cubicBezTo>
                    <a:pt x="86" y="0"/>
                    <a:pt x="111" y="25"/>
                    <a:pt x="111" y="56"/>
                  </a:cubicBezTo>
                  <a:cubicBezTo>
                    <a:pt x="111" y="86"/>
                    <a:pt x="86" y="111"/>
                    <a:pt x="56" y="111"/>
                  </a:cubicBezTo>
                  <a:close/>
                  <a:moveTo>
                    <a:pt x="56" y="20"/>
                  </a:moveTo>
                  <a:cubicBezTo>
                    <a:pt x="36" y="20"/>
                    <a:pt x="20" y="36"/>
                    <a:pt x="20" y="56"/>
                  </a:cubicBezTo>
                  <a:cubicBezTo>
                    <a:pt x="20" y="75"/>
                    <a:pt x="36" y="91"/>
                    <a:pt x="56" y="91"/>
                  </a:cubicBezTo>
                  <a:cubicBezTo>
                    <a:pt x="75" y="91"/>
                    <a:pt x="91" y="75"/>
                    <a:pt x="91" y="56"/>
                  </a:cubicBezTo>
                  <a:cubicBezTo>
                    <a:pt x="91" y="36"/>
                    <a:pt x="75" y="20"/>
                    <a:pt x="56" y="2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1" name="Freeform 20"/>
            <p:cNvSpPr>
              <a:spLocks noEditPoints="1"/>
            </p:cNvSpPr>
            <p:nvPr/>
          </p:nvSpPr>
          <p:spPr bwMode="auto">
            <a:xfrm>
              <a:off x="8433593" y="2776538"/>
              <a:ext cx="182563" cy="180975"/>
            </a:xfrm>
            <a:custGeom>
              <a:avLst/>
              <a:gdLst>
                <a:gd name="T0" fmla="*/ 56 w 112"/>
                <a:gd name="T1" fmla="*/ 111 h 111"/>
                <a:gd name="T2" fmla="*/ 0 w 112"/>
                <a:gd name="T3" fmla="*/ 56 h 111"/>
                <a:gd name="T4" fmla="*/ 56 w 112"/>
                <a:gd name="T5" fmla="*/ 0 h 111"/>
                <a:gd name="T6" fmla="*/ 112 w 112"/>
                <a:gd name="T7" fmla="*/ 56 h 111"/>
                <a:gd name="T8" fmla="*/ 56 w 112"/>
                <a:gd name="T9" fmla="*/ 111 h 111"/>
                <a:gd name="T10" fmla="*/ 56 w 112"/>
                <a:gd name="T11" fmla="*/ 20 h 111"/>
                <a:gd name="T12" fmla="*/ 20 w 112"/>
                <a:gd name="T13" fmla="*/ 56 h 111"/>
                <a:gd name="T14" fmla="*/ 56 w 112"/>
                <a:gd name="T15" fmla="*/ 91 h 111"/>
                <a:gd name="T16" fmla="*/ 92 w 112"/>
                <a:gd name="T17" fmla="*/ 56 h 111"/>
                <a:gd name="T18" fmla="*/ 56 w 112"/>
                <a:gd name="T19" fmla="*/ 2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2" h="111">
                  <a:moveTo>
                    <a:pt x="56" y="111"/>
                  </a:moveTo>
                  <a:cubicBezTo>
                    <a:pt x="25" y="111"/>
                    <a:pt x="0" y="86"/>
                    <a:pt x="0" y="56"/>
                  </a:cubicBezTo>
                  <a:cubicBezTo>
                    <a:pt x="0" y="25"/>
                    <a:pt x="25" y="0"/>
                    <a:pt x="56" y="0"/>
                  </a:cubicBezTo>
                  <a:cubicBezTo>
                    <a:pt x="87" y="0"/>
                    <a:pt x="112" y="25"/>
                    <a:pt x="112" y="56"/>
                  </a:cubicBezTo>
                  <a:cubicBezTo>
                    <a:pt x="112" y="86"/>
                    <a:pt x="87" y="111"/>
                    <a:pt x="56" y="111"/>
                  </a:cubicBezTo>
                  <a:close/>
                  <a:moveTo>
                    <a:pt x="56" y="20"/>
                  </a:moveTo>
                  <a:cubicBezTo>
                    <a:pt x="36" y="20"/>
                    <a:pt x="20" y="36"/>
                    <a:pt x="20" y="56"/>
                  </a:cubicBezTo>
                  <a:cubicBezTo>
                    <a:pt x="20" y="75"/>
                    <a:pt x="36" y="91"/>
                    <a:pt x="56" y="91"/>
                  </a:cubicBezTo>
                  <a:cubicBezTo>
                    <a:pt x="76" y="91"/>
                    <a:pt x="92" y="75"/>
                    <a:pt x="92" y="56"/>
                  </a:cubicBezTo>
                  <a:cubicBezTo>
                    <a:pt x="92" y="36"/>
                    <a:pt x="76" y="20"/>
                    <a:pt x="56" y="2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33" name="Rectangle 32"/>
            <p:cNvSpPr>
              <a:spLocks noChangeArrowheads="1"/>
            </p:cNvSpPr>
            <p:nvPr/>
          </p:nvSpPr>
          <p:spPr bwMode="auto">
            <a:xfrm>
              <a:off x="3612356" y="2722563"/>
              <a:ext cx="92075" cy="107950"/>
            </a:xfrm>
            <a:prstGeom prst="rect">
              <a:avLst/>
            </a:pr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34" name="Rectangle 33"/>
            <p:cNvSpPr>
              <a:spLocks noChangeArrowheads="1"/>
            </p:cNvSpPr>
            <p:nvPr/>
          </p:nvSpPr>
          <p:spPr bwMode="auto">
            <a:xfrm>
              <a:off x="8482806" y="2722563"/>
              <a:ext cx="92075" cy="107950"/>
            </a:xfrm>
            <a:prstGeom prst="rect">
              <a:avLst/>
            </a:pr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6" name="Freeform 5"/>
            <p:cNvSpPr>
              <a:spLocks noEditPoints="1"/>
            </p:cNvSpPr>
            <p:nvPr/>
          </p:nvSpPr>
          <p:spPr bwMode="auto">
            <a:xfrm>
              <a:off x="5757068" y="1303338"/>
              <a:ext cx="654050" cy="1452563"/>
            </a:xfrm>
            <a:custGeom>
              <a:avLst/>
              <a:gdLst>
                <a:gd name="T0" fmla="*/ 197 w 412"/>
                <a:gd name="T1" fmla="*/ 0 h 915"/>
                <a:gd name="T2" fmla="*/ 0 w 412"/>
                <a:gd name="T3" fmla="*/ 191 h 915"/>
                <a:gd name="T4" fmla="*/ 103 w 412"/>
                <a:gd name="T5" fmla="*/ 915 h 915"/>
                <a:gd name="T6" fmla="*/ 309 w 412"/>
                <a:gd name="T7" fmla="*/ 915 h 915"/>
                <a:gd name="T8" fmla="*/ 412 w 412"/>
                <a:gd name="T9" fmla="*/ 191 h 915"/>
                <a:gd name="T10" fmla="*/ 197 w 412"/>
                <a:gd name="T11" fmla="*/ 0 h 915"/>
                <a:gd name="T12" fmla="*/ 290 w 412"/>
                <a:gd name="T13" fmla="*/ 808 h 915"/>
                <a:gd name="T14" fmla="*/ 121 w 412"/>
                <a:gd name="T15" fmla="*/ 808 h 915"/>
                <a:gd name="T16" fmla="*/ 37 w 412"/>
                <a:gd name="T17" fmla="*/ 215 h 915"/>
                <a:gd name="T18" fmla="*/ 198 w 412"/>
                <a:gd name="T19" fmla="*/ 59 h 915"/>
                <a:gd name="T20" fmla="*/ 375 w 412"/>
                <a:gd name="T21" fmla="*/ 215 h 915"/>
                <a:gd name="T22" fmla="*/ 290 w 412"/>
                <a:gd name="T23" fmla="*/ 808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12" h="915">
                  <a:moveTo>
                    <a:pt x="197" y="0"/>
                  </a:moveTo>
                  <a:lnTo>
                    <a:pt x="0" y="191"/>
                  </a:lnTo>
                  <a:lnTo>
                    <a:pt x="103" y="915"/>
                  </a:lnTo>
                  <a:lnTo>
                    <a:pt x="309" y="915"/>
                  </a:lnTo>
                  <a:lnTo>
                    <a:pt x="412" y="191"/>
                  </a:lnTo>
                  <a:lnTo>
                    <a:pt x="197" y="0"/>
                  </a:lnTo>
                  <a:close/>
                  <a:moveTo>
                    <a:pt x="290" y="808"/>
                  </a:moveTo>
                  <a:lnTo>
                    <a:pt x="121" y="808"/>
                  </a:lnTo>
                  <a:lnTo>
                    <a:pt x="37" y="215"/>
                  </a:lnTo>
                  <a:lnTo>
                    <a:pt x="198" y="59"/>
                  </a:lnTo>
                  <a:lnTo>
                    <a:pt x="375" y="215"/>
                  </a:lnTo>
                  <a:lnTo>
                    <a:pt x="290" y="808"/>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 name="Freeform 6"/>
            <p:cNvSpPr>
              <a:spLocks/>
            </p:cNvSpPr>
            <p:nvPr/>
          </p:nvSpPr>
          <p:spPr bwMode="auto">
            <a:xfrm>
              <a:off x="6042818" y="1635125"/>
              <a:ext cx="71438" cy="661988"/>
            </a:xfrm>
            <a:custGeom>
              <a:avLst/>
              <a:gdLst>
                <a:gd name="T0" fmla="*/ 19 w 45"/>
                <a:gd name="T1" fmla="*/ 0 h 417"/>
                <a:gd name="T2" fmla="*/ 0 w 45"/>
                <a:gd name="T3" fmla="*/ 417 h 417"/>
                <a:gd name="T4" fmla="*/ 45 w 45"/>
                <a:gd name="T5" fmla="*/ 417 h 417"/>
                <a:gd name="T6" fmla="*/ 19 w 45"/>
                <a:gd name="T7" fmla="*/ 0 h 417"/>
              </a:gdLst>
              <a:ahLst/>
              <a:cxnLst>
                <a:cxn ang="0">
                  <a:pos x="T0" y="T1"/>
                </a:cxn>
                <a:cxn ang="0">
                  <a:pos x="T2" y="T3"/>
                </a:cxn>
                <a:cxn ang="0">
                  <a:pos x="T4" y="T5"/>
                </a:cxn>
                <a:cxn ang="0">
                  <a:pos x="T6" y="T7"/>
                </a:cxn>
              </a:cxnLst>
              <a:rect l="0" t="0" r="r" b="b"/>
              <a:pathLst>
                <a:path w="45" h="417">
                  <a:moveTo>
                    <a:pt x="19" y="0"/>
                  </a:moveTo>
                  <a:lnTo>
                    <a:pt x="0" y="417"/>
                  </a:lnTo>
                  <a:lnTo>
                    <a:pt x="45" y="417"/>
                  </a:lnTo>
                  <a:lnTo>
                    <a:pt x="19" y="0"/>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 name="Freeform 7"/>
            <p:cNvSpPr>
              <a:spLocks/>
            </p:cNvSpPr>
            <p:nvPr/>
          </p:nvSpPr>
          <p:spPr bwMode="auto">
            <a:xfrm>
              <a:off x="2770981" y="5981700"/>
              <a:ext cx="1768475" cy="296863"/>
            </a:xfrm>
            <a:custGeom>
              <a:avLst/>
              <a:gdLst>
                <a:gd name="T0" fmla="*/ 1082 w 1082"/>
                <a:gd name="T1" fmla="*/ 0 h 181"/>
                <a:gd name="T2" fmla="*/ 0 w 1082"/>
                <a:gd name="T3" fmla="*/ 0 h 181"/>
                <a:gd name="T4" fmla="*/ 541 w 1082"/>
                <a:gd name="T5" fmla="*/ 181 h 181"/>
                <a:gd name="T6" fmla="*/ 1082 w 1082"/>
                <a:gd name="T7" fmla="*/ 0 h 181"/>
              </a:gdLst>
              <a:ahLst/>
              <a:cxnLst>
                <a:cxn ang="0">
                  <a:pos x="T0" y="T1"/>
                </a:cxn>
                <a:cxn ang="0">
                  <a:pos x="T2" y="T3"/>
                </a:cxn>
                <a:cxn ang="0">
                  <a:pos x="T4" y="T5"/>
                </a:cxn>
                <a:cxn ang="0">
                  <a:pos x="T6" y="T7"/>
                </a:cxn>
              </a:cxnLst>
              <a:rect l="0" t="0" r="r" b="b"/>
              <a:pathLst>
                <a:path w="1082" h="181">
                  <a:moveTo>
                    <a:pt x="1082" y="0"/>
                  </a:moveTo>
                  <a:cubicBezTo>
                    <a:pt x="0" y="0"/>
                    <a:pt x="0" y="0"/>
                    <a:pt x="0" y="0"/>
                  </a:cubicBezTo>
                  <a:cubicBezTo>
                    <a:pt x="125" y="110"/>
                    <a:pt x="321" y="181"/>
                    <a:pt x="541" y="181"/>
                  </a:cubicBezTo>
                  <a:cubicBezTo>
                    <a:pt x="760" y="181"/>
                    <a:pt x="956" y="110"/>
                    <a:pt x="1082" y="0"/>
                  </a:cubicBezTo>
                  <a:close/>
                </a:path>
              </a:pathLst>
            </a:custGeom>
            <a:solidFill>
              <a:schemeClr val="tx1">
                <a:lumMod val="65000"/>
                <a:lumOff val="3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9" name="Oval 8"/>
            <p:cNvSpPr>
              <a:spLocks noChangeArrowheads="1"/>
            </p:cNvSpPr>
            <p:nvPr/>
          </p:nvSpPr>
          <p:spPr bwMode="auto">
            <a:xfrm>
              <a:off x="2770981" y="5919788"/>
              <a:ext cx="1768475" cy="122238"/>
            </a:xfrm>
            <a:prstGeom prst="ellipse">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 name="Freeform 10"/>
            <p:cNvSpPr>
              <a:spLocks/>
            </p:cNvSpPr>
            <p:nvPr/>
          </p:nvSpPr>
          <p:spPr bwMode="auto">
            <a:xfrm>
              <a:off x="2799556" y="2908300"/>
              <a:ext cx="835025" cy="3032125"/>
            </a:xfrm>
            <a:custGeom>
              <a:avLst/>
              <a:gdLst>
                <a:gd name="T0" fmla="*/ 19 w 526"/>
                <a:gd name="T1" fmla="*/ 1910 h 1910"/>
                <a:gd name="T2" fmla="*/ 0 w 526"/>
                <a:gd name="T3" fmla="*/ 1901 h 1910"/>
                <a:gd name="T4" fmla="*/ 508 w 526"/>
                <a:gd name="T5" fmla="*/ 0 h 1910"/>
                <a:gd name="T6" fmla="*/ 526 w 526"/>
                <a:gd name="T7" fmla="*/ 9 h 1910"/>
                <a:gd name="T8" fmla="*/ 19 w 526"/>
                <a:gd name="T9" fmla="*/ 1910 h 1910"/>
              </a:gdLst>
              <a:ahLst/>
              <a:cxnLst>
                <a:cxn ang="0">
                  <a:pos x="T0" y="T1"/>
                </a:cxn>
                <a:cxn ang="0">
                  <a:pos x="T2" y="T3"/>
                </a:cxn>
                <a:cxn ang="0">
                  <a:pos x="T4" y="T5"/>
                </a:cxn>
                <a:cxn ang="0">
                  <a:pos x="T6" y="T7"/>
                </a:cxn>
                <a:cxn ang="0">
                  <a:pos x="T8" y="T9"/>
                </a:cxn>
              </a:cxnLst>
              <a:rect l="0" t="0" r="r" b="b"/>
              <a:pathLst>
                <a:path w="526" h="1910">
                  <a:moveTo>
                    <a:pt x="19" y="1910"/>
                  </a:moveTo>
                  <a:lnTo>
                    <a:pt x="0" y="1901"/>
                  </a:lnTo>
                  <a:lnTo>
                    <a:pt x="508" y="0"/>
                  </a:lnTo>
                  <a:lnTo>
                    <a:pt x="526" y="9"/>
                  </a:lnTo>
                  <a:lnTo>
                    <a:pt x="19" y="191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 name="Freeform 11"/>
            <p:cNvSpPr>
              <a:spLocks/>
            </p:cNvSpPr>
            <p:nvPr/>
          </p:nvSpPr>
          <p:spPr bwMode="auto">
            <a:xfrm>
              <a:off x="3637756" y="2924175"/>
              <a:ext cx="184150" cy="2968625"/>
            </a:xfrm>
            <a:custGeom>
              <a:avLst/>
              <a:gdLst>
                <a:gd name="T0" fmla="*/ 95 w 116"/>
                <a:gd name="T1" fmla="*/ 1870 h 1870"/>
                <a:gd name="T2" fmla="*/ 0 w 116"/>
                <a:gd name="T3" fmla="*/ 2 h 1870"/>
                <a:gd name="T4" fmla="*/ 21 w 116"/>
                <a:gd name="T5" fmla="*/ 0 h 1870"/>
                <a:gd name="T6" fmla="*/ 116 w 116"/>
                <a:gd name="T7" fmla="*/ 1868 h 1870"/>
                <a:gd name="T8" fmla="*/ 95 w 116"/>
                <a:gd name="T9" fmla="*/ 1870 h 1870"/>
              </a:gdLst>
              <a:ahLst/>
              <a:cxnLst>
                <a:cxn ang="0">
                  <a:pos x="T0" y="T1"/>
                </a:cxn>
                <a:cxn ang="0">
                  <a:pos x="T2" y="T3"/>
                </a:cxn>
                <a:cxn ang="0">
                  <a:pos x="T4" y="T5"/>
                </a:cxn>
                <a:cxn ang="0">
                  <a:pos x="T6" y="T7"/>
                </a:cxn>
                <a:cxn ang="0">
                  <a:pos x="T8" y="T9"/>
                </a:cxn>
              </a:cxnLst>
              <a:rect l="0" t="0" r="r" b="b"/>
              <a:pathLst>
                <a:path w="116" h="1870">
                  <a:moveTo>
                    <a:pt x="95" y="1870"/>
                  </a:moveTo>
                  <a:lnTo>
                    <a:pt x="0" y="2"/>
                  </a:lnTo>
                  <a:lnTo>
                    <a:pt x="21" y="0"/>
                  </a:lnTo>
                  <a:lnTo>
                    <a:pt x="116" y="1868"/>
                  </a:lnTo>
                  <a:lnTo>
                    <a:pt x="95" y="187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3" name="Freeform 12"/>
            <p:cNvSpPr>
              <a:spLocks/>
            </p:cNvSpPr>
            <p:nvPr/>
          </p:nvSpPr>
          <p:spPr bwMode="auto">
            <a:xfrm>
              <a:off x="3669506" y="2908300"/>
              <a:ext cx="849313" cy="3049588"/>
            </a:xfrm>
            <a:custGeom>
              <a:avLst/>
              <a:gdLst>
                <a:gd name="T0" fmla="*/ 514 w 535"/>
                <a:gd name="T1" fmla="*/ 1921 h 1921"/>
                <a:gd name="T2" fmla="*/ 0 w 535"/>
                <a:gd name="T3" fmla="*/ 9 h 1921"/>
                <a:gd name="T4" fmla="*/ 22 w 535"/>
                <a:gd name="T5" fmla="*/ 0 h 1921"/>
                <a:gd name="T6" fmla="*/ 535 w 535"/>
                <a:gd name="T7" fmla="*/ 1913 h 1921"/>
                <a:gd name="T8" fmla="*/ 514 w 535"/>
                <a:gd name="T9" fmla="*/ 1921 h 1921"/>
              </a:gdLst>
              <a:ahLst/>
              <a:cxnLst>
                <a:cxn ang="0">
                  <a:pos x="T0" y="T1"/>
                </a:cxn>
                <a:cxn ang="0">
                  <a:pos x="T2" y="T3"/>
                </a:cxn>
                <a:cxn ang="0">
                  <a:pos x="T4" y="T5"/>
                </a:cxn>
                <a:cxn ang="0">
                  <a:pos x="T6" y="T7"/>
                </a:cxn>
                <a:cxn ang="0">
                  <a:pos x="T8" y="T9"/>
                </a:cxn>
              </a:cxnLst>
              <a:rect l="0" t="0" r="r" b="b"/>
              <a:pathLst>
                <a:path w="535" h="1921">
                  <a:moveTo>
                    <a:pt x="514" y="1921"/>
                  </a:moveTo>
                  <a:lnTo>
                    <a:pt x="0" y="9"/>
                  </a:lnTo>
                  <a:lnTo>
                    <a:pt x="22" y="0"/>
                  </a:lnTo>
                  <a:lnTo>
                    <a:pt x="535" y="1913"/>
                  </a:lnTo>
                  <a:lnTo>
                    <a:pt x="514" y="1921"/>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4" name="Freeform 13"/>
            <p:cNvSpPr>
              <a:spLocks/>
            </p:cNvSpPr>
            <p:nvPr/>
          </p:nvSpPr>
          <p:spPr bwMode="auto">
            <a:xfrm>
              <a:off x="2740818" y="5922963"/>
              <a:ext cx="117475" cy="115888"/>
            </a:xfrm>
            <a:custGeom>
              <a:avLst/>
              <a:gdLst>
                <a:gd name="T0" fmla="*/ 36 w 72"/>
                <a:gd name="T1" fmla="*/ 55 h 71"/>
                <a:gd name="T2" fmla="*/ 16 w 72"/>
                <a:gd name="T3" fmla="*/ 35 h 71"/>
                <a:gd name="T4" fmla="*/ 36 w 72"/>
                <a:gd name="T5" fmla="*/ 16 h 71"/>
                <a:gd name="T6" fmla="*/ 56 w 72"/>
                <a:gd name="T7" fmla="*/ 35 h 71"/>
                <a:gd name="T8" fmla="*/ 55 w 72"/>
                <a:gd name="T9" fmla="*/ 36 h 71"/>
                <a:gd name="T10" fmla="*/ 72 w 72"/>
                <a:gd name="T11" fmla="*/ 34 h 71"/>
                <a:gd name="T12" fmla="*/ 36 w 72"/>
                <a:gd name="T13" fmla="*/ 0 h 71"/>
                <a:gd name="T14" fmla="*/ 0 w 72"/>
                <a:gd name="T15" fmla="*/ 35 h 71"/>
                <a:gd name="T16" fmla="*/ 36 w 72"/>
                <a:gd name="T17" fmla="*/ 71 h 71"/>
                <a:gd name="T18" fmla="*/ 55 w 72"/>
                <a:gd name="T19" fmla="*/ 65 h 71"/>
                <a:gd name="T20" fmla="*/ 40 w 72"/>
                <a:gd name="T21" fmla="*/ 54 h 71"/>
                <a:gd name="T22" fmla="*/ 36 w 72"/>
                <a:gd name="T23" fmla="*/ 5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2" h="71">
                  <a:moveTo>
                    <a:pt x="36" y="55"/>
                  </a:moveTo>
                  <a:cubicBezTo>
                    <a:pt x="25" y="55"/>
                    <a:pt x="16" y="46"/>
                    <a:pt x="16" y="35"/>
                  </a:cubicBezTo>
                  <a:cubicBezTo>
                    <a:pt x="16" y="24"/>
                    <a:pt x="25" y="16"/>
                    <a:pt x="36" y="16"/>
                  </a:cubicBezTo>
                  <a:cubicBezTo>
                    <a:pt x="47" y="16"/>
                    <a:pt x="56" y="24"/>
                    <a:pt x="56" y="35"/>
                  </a:cubicBezTo>
                  <a:cubicBezTo>
                    <a:pt x="56" y="35"/>
                    <a:pt x="55" y="36"/>
                    <a:pt x="55" y="36"/>
                  </a:cubicBezTo>
                  <a:cubicBezTo>
                    <a:pt x="72" y="34"/>
                    <a:pt x="72" y="34"/>
                    <a:pt x="72" y="34"/>
                  </a:cubicBezTo>
                  <a:cubicBezTo>
                    <a:pt x="71" y="15"/>
                    <a:pt x="55" y="0"/>
                    <a:pt x="36" y="0"/>
                  </a:cubicBezTo>
                  <a:cubicBezTo>
                    <a:pt x="16" y="0"/>
                    <a:pt x="0" y="15"/>
                    <a:pt x="0" y="35"/>
                  </a:cubicBezTo>
                  <a:cubicBezTo>
                    <a:pt x="0" y="55"/>
                    <a:pt x="16" y="71"/>
                    <a:pt x="36" y="71"/>
                  </a:cubicBezTo>
                  <a:cubicBezTo>
                    <a:pt x="43" y="71"/>
                    <a:pt x="49" y="69"/>
                    <a:pt x="55" y="65"/>
                  </a:cubicBezTo>
                  <a:cubicBezTo>
                    <a:pt x="40" y="54"/>
                    <a:pt x="40" y="54"/>
                    <a:pt x="40" y="54"/>
                  </a:cubicBezTo>
                  <a:cubicBezTo>
                    <a:pt x="39" y="55"/>
                    <a:pt x="37" y="55"/>
                    <a:pt x="36" y="55"/>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5" name="Freeform 14"/>
            <p:cNvSpPr>
              <a:spLocks/>
            </p:cNvSpPr>
            <p:nvPr/>
          </p:nvSpPr>
          <p:spPr bwMode="auto">
            <a:xfrm>
              <a:off x="3745706" y="5864225"/>
              <a:ext cx="117475" cy="114300"/>
            </a:xfrm>
            <a:custGeom>
              <a:avLst/>
              <a:gdLst>
                <a:gd name="T0" fmla="*/ 16 w 72"/>
                <a:gd name="T1" fmla="*/ 36 h 70"/>
                <a:gd name="T2" fmla="*/ 36 w 72"/>
                <a:gd name="T3" fmla="*/ 16 h 70"/>
                <a:gd name="T4" fmla="*/ 55 w 72"/>
                <a:gd name="T5" fmla="*/ 35 h 70"/>
                <a:gd name="T6" fmla="*/ 72 w 72"/>
                <a:gd name="T7" fmla="*/ 36 h 70"/>
                <a:gd name="T8" fmla="*/ 36 w 72"/>
                <a:gd name="T9" fmla="*/ 0 h 70"/>
                <a:gd name="T10" fmla="*/ 0 w 72"/>
                <a:gd name="T11" fmla="*/ 36 h 70"/>
                <a:gd name="T12" fmla="*/ 28 w 72"/>
                <a:gd name="T13" fmla="*/ 70 h 70"/>
                <a:gd name="T14" fmla="*/ 29 w 72"/>
                <a:gd name="T15" fmla="*/ 54 h 70"/>
                <a:gd name="T16" fmla="*/ 16 w 72"/>
                <a:gd name="T17" fmla="*/ 3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2" h="70">
                  <a:moveTo>
                    <a:pt x="16" y="36"/>
                  </a:moveTo>
                  <a:cubicBezTo>
                    <a:pt x="16" y="25"/>
                    <a:pt x="25" y="16"/>
                    <a:pt x="36" y="16"/>
                  </a:cubicBezTo>
                  <a:cubicBezTo>
                    <a:pt x="47" y="16"/>
                    <a:pt x="55" y="25"/>
                    <a:pt x="55" y="35"/>
                  </a:cubicBezTo>
                  <a:cubicBezTo>
                    <a:pt x="72" y="36"/>
                    <a:pt x="72" y="36"/>
                    <a:pt x="72" y="36"/>
                  </a:cubicBezTo>
                  <a:cubicBezTo>
                    <a:pt x="71" y="16"/>
                    <a:pt x="56" y="0"/>
                    <a:pt x="36" y="0"/>
                  </a:cubicBezTo>
                  <a:cubicBezTo>
                    <a:pt x="16" y="0"/>
                    <a:pt x="0" y="16"/>
                    <a:pt x="0" y="36"/>
                  </a:cubicBezTo>
                  <a:cubicBezTo>
                    <a:pt x="0" y="52"/>
                    <a:pt x="12" y="67"/>
                    <a:pt x="28" y="70"/>
                  </a:cubicBezTo>
                  <a:cubicBezTo>
                    <a:pt x="29" y="54"/>
                    <a:pt x="29" y="54"/>
                    <a:pt x="29" y="54"/>
                  </a:cubicBezTo>
                  <a:cubicBezTo>
                    <a:pt x="22" y="51"/>
                    <a:pt x="16" y="44"/>
                    <a:pt x="16" y="36"/>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6" name="Freeform 15"/>
            <p:cNvSpPr>
              <a:spLocks/>
            </p:cNvSpPr>
            <p:nvPr/>
          </p:nvSpPr>
          <p:spPr bwMode="auto">
            <a:xfrm>
              <a:off x="4458493" y="5922963"/>
              <a:ext cx="115888" cy="115888"/>
            </a:xfrm>
            <a:custGeom>
              <a:avLst/>
              <a:gdLst>
                <a:gd name="T0" fmla="*/ 35 w 71"/>
                <a:gd name="T1" fmla="*/ 0 h 71"/>
                <a:gd name="T2" fmla="*/ 0 w 71"/>
                <a:gd name="T3" fmla="*/ 36 h 71"/>
                <a:gd name="T4" fmla="*/ 0 w 71"/>
                <a:gd name="T5" fmla="*/ 43 h 71"/>
                <a:gd name="T6" fmla="*/ 16 w 71"/>
                <a:gd name="T7" fmla="*/ 39 h 71"/>
                <a:gd name="T8" fmla="*/ 16 w 71"/>
                <a:gd name="T9" fmla="*/ 36 h 71"/>
                <a:gd name="T10" fmla="*/ 35 w 71"/>
                <a:gd name="T11" fmla="*/ 16 h 71"/>
                <a:gd name="T12" fmla="*/ 55 w 71"/>
                <a:gd name="T13" fmla="*/ 36 h 71"/>
                <a:gd name="T14" fmla="*/ 35 w 71"/>
                <a:gd name="T15" fmla="*/ 55 h 71"/>
                <a:gd name="T16" fmla="*/ 27 w 71"/>
                <a:gd name="T17" fmla="*/ 54 h 71"/>
                <a:gd name="T18" fmla="*/ 14 w 71"/>
                <a:gd name="T19" fmla="*/ 64 h 71"/>
                <a:gd name="T20" fmla="*/ 35 w 71"/>
                <a:gd name="T21" fmla="*/ 71 h 71"/>
                <a:gd name="T22" fmla="*/ 71 w 71"/>
                <a:gd name="T23" fmla="*/ 36 h 71"/>
                <a:gd name="T24" fmla="*/ 35 w 71"/>
                <a:gd name="T25"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1">
                  <a:moveTo>
                    <a:pt x="35" y="0"/>
                  </a:moveTo>
                  <a:cubicBezTo>
                    <a:pt x="16" y="0"/>
                    <a:pt x="0" y="16"/>
                    <a:pt x="0" y="36"/>
                  </a:cubicBezTo>
                  <a:cubicBezTo>
                    <a:pt x="0" y="38"/>
                    <a:pt x="0" y="40"/>
                    <a:pt x="0" y="43"/>
                  </a:cubicBezTo>
                  <a:cubicBezTo>
                    <a:pt x="16" y="39"/>
                    <a:pt x="16" y="39"/>
                    <a:pt x="16" y="39"/>
                  </a:cubicBezTo>
                  <a:cubicBezTo>
                    <a:pt x="16" y="38"/>
                    <a:pt x="16" y="37"/>
                    <a:pt x="16" y="36"/>
                  </a:cubicBezTo>
                  <a:cubicBezTo>
                    <a:pt x="16" y="25"/>
                    <a:pt x="24" y="16"/>
                    <a:pt x="35" y="16"/>
                  </a:cubicBezTo>
                  <a:cubicBezTo>
                    <a:pt x="46" y="16"/>
                    <a:pt x="55" y="25"/>
                    <a:pt x="55" y="36"/>
                  </a:cubicBezTo>
                  <a:cubicBezTo>
                    <a:pt x="55" y="47"/>
                    <a:pt x="46" y="55"/>
                    <a:pt x="35" y="55"/>
                  </a:cubicBezTo>
                  <a:cubicBezTo>
                    <a:pt x="32" y="55"/>
                    <a:pt x="30" y="55"/>
                    <a:pt x="27" y="54"/>
                  </a:cubicBezTo>
                  <a:cubicBezTo>
                    <a:pt x="14" y="64"/>
                    <a:pt x="14" y="64"/>
                    <a:pt x="14" y="64"/>
                  </a:cubicBezTo>
                  <a:cubicBezTo>
                    <a:pt x="20" y="69"/>
                    <a:pt x="27" y="71"/>
                    <a:pt x="35" y="71"/>
                  </a:cubicBezTo>
                  <a:cubicBezTo>
                    <a:pt x="55" y="71"/>
                    <a:pt x="71" y="55"/>
                    <a:pt x="71" y="36"/>
                  </a:cubicBezTo>
                  <a:cubicBezTo>
                    <a:pt x="71" y="16"/>
                    <a:pt x="55" y="0"/>
                    <a:pt x="35" y="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9" name="Freeform 18"/>
            <p:cNvSpPr>
              <a:spLocks/>
            </p:cNvSpPr>
            <p:nvPr/>
          </p:nvSpPr>
          <p:spPr bwMode="auto">
            <a:xfrm>
              <a:off x="7639843" y="5981700"/>
              <a:ext cx="1768475" cy="296863"/>
            </a:xfrm>
            <a:custGeom>
              <a:avLst/>
              <a:gdLst>
                <a:gd name="T0" fmla="*/ 1082 w 1082"/>
                <a:gd name="T1" fmla="*/ 0 h 181"/>
                <a:gd name="T2" fmla="*/ 0 w 1082"/>
                <a:gd name="T3" fmla="*/ 0 h 181"/>
                <a:gd name="T4" fmla="*/ 541 w 1082"/>
                <a:gd name="T5" fmla="*/ 181 h 181"/>
                <a:gd name="T6" fmla="*/ 1082 w 1082"/>
                <a:gd name="T7" fmla="*/ 0 h 181"/>
              </a:gdLst>
              <a:ahLst/>
              <a:cxnLst>
                <a:cxn ang="0">
                  <a:pos x="T0" y="T1"/>
                </a:cxn>
                <a:cxn ang="0">
                  <a:pos x="T2" y="T3"/>
                </a:cxn>
                <a:cxn ang="0">
                  <a:pos x="T4" y="T5"/>
                </a:cxn>
                <a:cxn ang="0">
                  <a:pos x="T6" y="T7"/>
                </a:cxn>
              </a:cxnLst>
              <a:rect l="0" t="0" r="r" b="b"/>
              <a:pathLst>
                <a:path w="1082" h="181">
                  <a:moveTo>
                    <a:pt x="1082" y="0"/>
                  </a:moveTo>
                  <a:cubicBezTo>
                    <a:pt x="0" y="0"/>
                    <a:pt x="0" y="0"/>
                    <a:pt x="0" y="0"/>
                  </a:cubicBezTo>
                  <a:cubicBezTo>
                    <a:pt x="126" y="110"/>
                    <a:pt x="321" y="181"/>
                    <a:pt x="541" y="181"/>
                  </a:cubicBezTo>
                  <a:cubicBezTo>
                    <a:pt x="761" y="181"/>
                    <a:pt x="956" y="110"/>
                    <a:pt x="1082" y="0"/>
                  </a:cubicBezTo>
                  <a:close/>
                </a:path>
              </a:pathLst>
            </a:custGeom>
            <a:solidFill>
              <a:schemeClr val="tx1">
                <a:lumMod val="65000"/>
                <a:lumOff val="3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0" name="Oval 19"/>
            <p:cNvSpPr>
              <a:spLocks noChangeArrowheads="1"/>
            </p:cNvSpPr>
            <p:nvPr/>
          </p:nvSpPr>
          <p:spPr bwMode="auto">
            <a:xfrm>
              <a:off x="7639843" y="5919788"/>
              <a:ext cx="1768475" cy="122238"/>
            </a:xfrm>
            <a:prstGeom prst="ellipse">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2" name="Freeform 21"/>
            <p:cNvSpPr>
              <a:spLocks/>
            </p:cNvSpPr>
            <p:nvPr/>
          </p:nvSpPr>
          <p:spPr bwMode="auto">
            <a:xfrm>
              <a:off x="7670006" y="2908300"/>
              <a:ext cx="836613" cy="3032125"/>
            </a:xfrm>
            <a:custGeom>
              <a:avLst/>
              <a:gdLst>
                <a:gd name="T0" fmla="*/ 18 w 527"/>
                <a:gd name="T1" fmla="*/ 1910 h 1910"/>
                <a:gd name="T2" fmla="*/ 0 w 527"/>
                <a:gd name="T3" fmla="*/ 1901 h 1910"/>
                <a:gd name="T4" fmla="*/ 508 w 527"/>
                <a:gd name="T5" fmla="*/ 0 h 1910"/>
                <a:gd name="T6" fmla="*/ 527 w 527"/>
                <a:gd name="T7" fmla="*/ 9 h 1910"/>
                <a:gd name="T8" fmla="*/ 18 w 527"/>
                <a:gd name="T9" fmla="*/ 1910 h 1910"/>
              </a:gdLst>
              <a:ahLst/>
              <a:cxnLst>
                <a:cxn ang="0">
                  <a:pos x="T0" y="T1"/>
                </a:cxn>
                <a:cxn ang="0">
                  <a:pos x="T2" y="T3"/>
                </a:cxn>
                <a:cxn ang="0">
                  <a:pos x="T4" y="T5"/>
                </a:cxn>
                <a:cxn ang="0">
                  <a:pos x="T6" y="T7"/>
                </a:cxn>
                <a:cxn ang="0">
                  <a:pos x="T8" y="T9"/>
                </a:cxn>
              </a:cxnLst>
              <a:rect l="0" t="0" r="r" b="b"/>
              <a:pathLst>
                <a:path w="527" h="1910">
                  <a:moveTo>
                    <a:pt x="18" y="1910"/>
                  </a:moveTo>
                  <a:lnTo>
                    <a:pt x="0" y="1901"/>
                  </a:lnTo>
                  <a:lnTo>
                    <a:pt x="508" y="0"/>
                  </a:lnTo>
                  <a:lnTo>
                    <a:pt x="527" y="9"/>
                  </a:lnTo>
                  <a:lnTo>
                    <a:pt x="18" y="191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3" name="Freeform 22"/>
            <p:cNvSpPr>
              <a:spLocks/>
            </p:cNvSpPr>
            <p:nvPr/>
          </p:nvSpPr>
          <p:spPr bwMode="auto">
            <a:xfrm>
              <a:off x="8508206" y="2924175"/>
              <a:ext cx="182563" cy="2968625"/>
            </a:xfrm>
            <a:custGeom>
              <a:avLst/>
              <a:gdLst>
                <a:gd name="T0" fmla="*/ 95 w 115"/>
                <a:gd name="T1" fmla="*/ 1870 h 1870"/>
                <a:gd name="T2" fmla="*/ 0 w 115"/>
                <a:gd name="T3" fmla="*/ 2 h 1870"/>
                <a:gd name="T4" fmla="*/ 21 w 115"/>
                <a:gd name="T5" fmla="*/ 0 h 1870"/>
                <a:gd name="T6" fmla="*/ 115 w 115"/>
                <a:gd name="T7" fmla="*/ 1868 h 1870"/>
                <a:gd name="T8" fmla="*/ 95 w 115"/>
                <a:gd name="T9" fmla="*/ 1870 h 1870"/>
              </a:gdLst>
              <a:ahLst/>
              <a:cxnLst>
                <a:cxn ang="0">
                  <a:pos x="T0" y="T1"/>
                </a:cxn>
                <a:cxn ang="0">
                  <a:pos x="T2" y="T3"/>
                </a:cxn>
                <a:cxn ang="0">
                  <a:pos x="T4" y="T5"/>
                </a:cxn>
                <a:cxn ang="0">
                  <a:pos x="T6" y="T7"/>
                </a:cxn>
                <a:cxn ang="0">
                  <a:pos x="T8" y="T9"/>
                </a:cxn>
              </a:cxnLst>
              <a:rect l="0" t="0" r="r" b="b"/>
              <a:pathLst>
                <a:path w="115" h="1870">
                  <a:moveTo>
                    <a:pt x="95" y="1870"/>
                  </a:moveTo>
                  <a:lnTo>
                    <a:pt x="0" y="2"/>
                  </a:lnTo>
                  <a:lnTo>
                    <a:pt x="21" y="0"/>
                  </a:lnTo>
                  <a:lnTo>
                    <a:pt x="115" y="1868"/>
                  </a:lnTo>
                  <a:lnTo>
                    <a:pt x="95" y="187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4" name="Freeform 23"/>
            <p:cNvSpPr>
              <a:spLocks/>
            </p:cNvSpPr>
            <p:nvPr/>
          </p:nvSpPr>
          <p:spPr bwMode="auto">
            <a:xfrm>
              <a:off x="8541543" y="2908300"/>
              <a:ext cx="847725" cy="3049588"/>
            </a:xfrm>
            <a:custGeom>
              <a:avLst/>
              <a:gdLst>
                <a:gd name="T0" fmla="*/ 513 w 534"/>
                <a:gd name="T1" fmla="*/ 1921 h 1921"/>
                <a:gd name="T2" fmla="*/ 0 w 534"/>
                <a:gd name="T3" fmla="*/ 9 h 1921"/>
                <a:gd name="T4" fmla="*/ 20 w 534"/>
                <a:gd name="T5" fmla="*/ 0 h 1921"/>
                <a:gd name="T6" fmla="*/ 534 w 534"/>
                <a:gd name="T7" fmla="*/ 1913 h 1921"/>
                <a:gd name="T8" fmla="*/ 513 w 534"/>
                <a:gd name="T9" fmla="*/ 1921 h 1921"/>
              </a:gdLst>
              <a:ahLst/>
              <a:cxnLst>
                <a:cxn ang="0">
                  <a:pos x="T0" y="T1"/>
                </a:cxn>
                <a:cxn ang="0">
                  <a:pos x="T2" y="T3"/>
                </a:cxn>
                <a:cxn ang="0">
                  <a:pos x="T4" y="T5"/>
                </a:cxn>
                <a:cxn ang="0">
                  <a:pos x="T6" y="T7"/>
                </a:cxn>
                <a:cxn ang="0">
                  <a:pos x="T8" y="T9"/>
                </a:cxn>
              </a:cxnLst>
              <a:rect l="0" t="0" r="r" b="b"/>
              <a:pathLst>
                <a:path w="534" h="1921">
                  <a:moveTo>
                    <a:pt x="513" y="1921"/>
                  </a:moveTo>
                  <a:lnTo>
                    <a:pt x="0" y="9"/>
                  </a:lnTo>
                  <a:lnTo>
                    <a:pt x="20" y="0"/>
                  </a:lnTo>
                  <a:lnTo>
                    <a:pt x="534" y="1913"/>
                  </a:lnTo>
                  <a:lnTo>
                    <a:pt x="513" y="1921"/>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5" name="Freeform 24"/>
            <p:cNvSpPr>
              <a:spLocks/>
            </p:cNvSpPr>
            <p:nvPr/>
          </p:nvSpPr>
          <p:spPr bwMode="auto">
            <a:xfrm>
              <a:off x="8617743" y="5864225"/>
              <a:ext cx="115888" cy="114300"/>
            </a:xfrm>
            <a:custGeom>
              <a:avLst/>
              <a:gdLst>
                <a:gd name="T0" fmla="*/ 16 w 71"/>
                <a:gd name="T1" fmla="*/ 36 h 70"/>
                <a:gd name="T2" fmla="*/ 35 w 71"/>
                <a:gd name="T3" fmla="*/ 16 h 70"/>
                <a:gd name="T4" fmla="*/ 55 w 71"/>
                <a:gd name="T5" fmla="*/ 35 h 70"/>
                <a:gd name="T6" fmla="*/ 71 w 71"/>
                <a:gd name="T7" fmla="*/ 36 h 70"/>
                <a:gd name="T8" fmla="*/ 35 w 71"/>
                <a:gd name="T9" fmla="*/ 0 h 70"/>
                <a:gd name="T10" fmla="*/ 0 w 71"/>
                <a:gd name="T11" fmla="*/ 36 h 70"/>
                <a:gd name="T12" fmla="*/ 27 w 71"/>
                <a:gd name="T13" fmla="*/ 70 h 70"/>
                <a:gd name="T14" fmla="*/ 29 w 71"/>
                <a:gd name="T15" fmla="*/ 54 h 70"/>
                <a:gd name="T16" fmla="*/ 16 w 71"/>
                <a:gd name="T17" fmla="*/ 3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1" h="70">
                  <a:moveTo>
                    <a:pt x="16" y="36"/>
                  </a:moveTo>
                  <a:cubicBezTo>
                    <a:pt x="16" y="25"/>
                    <a:pt x="24" y="16"/>
                    <a:pt x="35" y="16"/>
                  </a:cubicBezTo>
                  <a:cubicBezTo>
                    <a:pt x="46" y="16"/>
                    <a:pt x="55" y="25"/>
                    <a:pt x="55" y="35"/>
                  </a:cubicBezTo>
                  <a:cubicBezTo>
                    <a:pt x="71" y="36"/>
                    <a:pt x="71" y="36"/>
                    <a:pt x="71" y="36"/>
                  </a:cubicBezTo>
                  <a:cubicBezTo>
                    <a:pt x="71" y="16"/>
                    <a:pt x="55" y="0"/>
                    <a:pt x="35" y="0"/>
                  </a:cubicBezTo>
                  <a:cubicBezTo>
                    <a:pt x="16" y="0"/>
                    <a:pt x="0" y="16"/>
                    <a:pt x="0" y="36"/>
                  </a:cubicBezTo>
                  <a:cubicBezTo>
                    <a:pt x="0" y="52"/>
                    <a:pt x="11" y="67"/>
                    <a:pt x="27" y="70"/>
                  </a:cubicBezTo>
                  <a:cubicBezTo>
                    <a:pt x="29" y="54"/>
                    <a:pt x="29" y="54"/>
                    <a:pt x="29" y="54"/>
                  </a:cubicBezTo>
                  <a:cubicBezTo>
                    <a:pt x="21" y="51"/>
                    <a:pt x="16" y="44"/>
                    <a:pt x="16" y="36"/>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6" name="Rectangle 25"/>
            <p:cNvSpPr>
              <a:spLocks noChangeArrowheads="1"/>
            </p:cNvSpPr>
            <p:nvPr/>
          </p:nvSpPr>
          <p:spPr bwMode="auto">
            <a:xfrm>
              <a:off x="3498056" y="2571750"/>
              <a:ext cx="5191125" cy="184150"/>
            </a:xfrm>
            <a:prstGeom prst="rect">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7" name="Oval 26"/>
            <p:cNvSpPr>
              <a:spLocks noChangeArrowheads="1"/>
            </p:cNvSpPr>
            <p:nvPr/>
          </p:nvSpPr>
          <p:spPr bwMode="auto">
            <a:xfrm>
              <a:off x="5691981" y="2271713"/>
              <a:ext cx="784225" cy="784225"/>
            </a:xfrm>
            <a:prstGeom prst="ellipse">
              <a:avLst/>
            </a:prstGeom>
            <a:solidFill>
              <a:schemeClr val="tx1">
                <a:lumMod val="65000"/>
                <a:lumOff val="3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9" name="Rectangle 28"/>
            <p:cNvSpPr>
              <a:spLocks noChangeArrowheads="1"/>
            </p:cNvSpPr>
            <p:nvPr/>
          </p:nvSpPr>
          <p:spPr bwMode="auto">
            <a:xfrm>
              <a:off x="5979318" y="2921000"/>
              <a:ext cx="209550" cy="3937000"/>
            </a:xfrm>
            <a:prstGeom prst="rect">
              <a:avLst/>
            </a:prstGeom>
            <a:solidFill>
              <a:schemeClr val="tx1">
                <a:lumMod val="65000"/>
                <a:lumOff val="3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7" name="Freeform 16"/>
            <p:cNvSpPr>
              <a:spLocks/>
            </p:cNvSpPr>
            <p:nvPr/>
          </p:nvSpPr>
          <p:spPr bwMode="auto">
            <a:xfrm>
              <a:off x="9332118" y="5922963"/>
              <a:ext cx="115888" cy="115888"/>
            </a:xfrm>
            <a:custGeom>
              <a:avLst/>
              <a:gdLst>
                <a:gd name="T0" fmla="*/ 35 w 71"/>
                <a:gd name="T1" fmla="*/ 0 h 71"/>
                <a:gd name="T2" fmla="*/ 0 w 71"/>
                <a:gd name="T3" fmla="*/ 36 h 71"/>
                <a:gd name="T4" fmla="*/ 0 w 71"/>
                <a:gd name="T5" fmla="*/ 43 h 71"/>
                <a:gd name="T6" fmla="*/ 16 w 71"/>
                <a:gd name="T7" fmla="*/ 39 h 71"/>
                <a:gd name="T8" fmla="*/ 16 w 71"/>
                <a:gd name="T9" fmla="*/ 36 h 71"/>
                <a:gd name="T10" fmla="*/ 35 w 71"/>
                <a:gd name="T11" fmla="*/ 16 h 71"/>
                <a:gd name="T12" fmla="*/ 55 w 71"/>
                <a:gd name="T13" fmla="*/ 36 h 71"/>
                <a:gd name="T14" fmla="*/ 35 w 71"/>
                <a:gd name="T15" fmla="*/ 55 h 71"/>
                <a:gd name="T16" fmla="*/ 27 w 71"/>
                <a:gd name="T17" fmla="*/ 54 h 71"/>
                <a:gd name="T18" fmla="*/ 14 w 71"/>
                <a:gd name="T19" fmla="*/ 64 h 71"/>
                <a:gd name="T20" fmla="*/ 35 w 71"/>
                <a:gd name="T21" fmla="*/ 71 h 71"/>
                <a:gd name="T22" fmla="*/ 71 w 71"/>
                <a:gd name="T23" fmla="*/ 36 h 71"/>
                <a:gd name="T24" fmla="*/ 35 w 71"/>
                <a:gd name="T25"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1">
                  <a:moveTo>
                    <a:pt x="35" y="0"/>
                  </a:moveTo>
                  <a:cubicBezTo>
                    <a:pt x="15" y="0"/>
                    <a:pt x="0" y="16"/>
                    <a:pt x="0" y="36"/>
                  </a:cubicBezTo>
                  <a:cubicBezTo>
                    <a:pt x="0" y="38"/>
                    <a:pt x="0" y="40"/>
                    <a:pt x="0" y="43"/>
                  </a:cubicBezTo>
                  <a:cubicBezTo>
                    <a:pt x="16" y="39"/>
                    <a:pt x="16" y="39"/>
                    <a:pt x="16" y="39"/>
                  </a:cubicBezTo>
                  <a:cubicBezTo>
                    <a:pt x="16" y="38"/>
                    <a:pt x="16" y="37"/>
                    <a:pt x="16" y="36"/>
                  </a:cubicBezTo>
                  <a:cubicBezTo>
                    <a:pt x="16" y="25"/>
                    <a:pt x="24" y="16"/>
                    <a:pt x="35" y="16"/>
                  </a:cubicBezTo>
                  <a:cubicBezTo>
                    <a:pt x="46" y="16"/>
                    <a:pt x="55" y="25"/>
                    <a:pt x="55" y="36"/>
                  </a:cubicBezTo>
                  <a:cubicBezTo>
                    <a:pt x="55" y="47"/>
                    <a:pt x="46" y="55"/>
                    <a:pt x="35" y="55"/>
                  </a:cubicBezTo>
                  <a:cubicBezTo>
                    <a:pt x="32" y="55"/>
                    <a:pt x="30" y="55"/>
                    <a:pt x="27" y="54"/>
                  </a:cubicBezTo>
                  <a:cubicBezTo>
                    <a:pt x="14" y="64"/>
                    <a:pt x="14" y="64"/>
                    <a:pt x="14" y="64"/>
                  </a:cubicBezTo>
                  <a:cubicBezTo>
                    <a:pt x="20" y="69"/>
                    <a:pt x="27" y="71"/>
                    <a:pt x="35" y="71"/>
                  </a:cubicBezTo>
                  <a:cubicBezTo>
                    <a:pt x="55" y="71"/>
                    <a:pt x="71" y="55"/>
                    <a:pt x="71" y="36"/>
                  </a:cubicBezTo>
                  <a:cubicBezTo>
                    <a:pt x="71" y="16"/>
                    <a:pt x="55" y="0"/>
                    <a:pt x="35" y="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8" name="Freeform 17"/>
            <p:cNvSpPr>
              <a:spLocks/>
            </p:cNvSpPr>
            <p:nvPr/>
          </p:nvSpPr>
          <p:spPr bwMode="auto">
            <a:xfrm>
              <a:off x="7612856" y="5922963"/>
              <a:ext cx="115888" cy="115888"/>
            </a:xfrm>
            <a:custGeom>
              <a:avLst/>
              <a:gdLst>
                <a:gd name="T0" fmla="*/ 35 w 71"/>
                <a:gd name="T1" fmla="*/ 55 h 71"/>
                <a:gd name="T2" fmla="*/ 16 w 71"/>
                <a:gd name="T3" fmla="*/ 36 h 71"/>
                <a:gd name="T4" fmla="*/ 35 w 71"/>
                <a:gd name="T5" fmla="*/ 16 h 71"/>
                <a:gd name="T6" fmla="*/ 55 w 71"/>
                <a:gd name="T7" fmla="*/ 36 h 71"/>
                <a:gd name="T8" fmla="*/ 55 w 71"/>
                <a:gd name="T9" fmla="*/ 37 h 71"/>
                <a:gd name="T10" fmla="*/ 71 w 71"/>
                <a:gd name="T11" fmla="*/ 35 h 71"/>
                <a:gd name="T12" fmla="*/ 35 w 71"/>
                <a:gd name="T13" fmla="*/ 0 h 71"/>
                <a:gd name="T14" fmla="*/ 0 w 71"/>
                <a:gd name="T15" fmla="*/ 36 h 71"/>
                <a:gd name="T16" fmla="*/ 35 w 71"/>
                <a:gd name="T17" fmla="*/ 71 h 71"/>
                <a:gd name="T18" fmla="*/ 54 w 71"/>
                <a:gd name="T19" fmla="*/ 66 h 71"/>
                <a:gd name="T20" fmla="*/ 39 w 71"/>
                <a:gd name="T21" fmla="*/ 55 h 71"/>
                <a:gd name="T22" fmla="*/ 35 w 71"/>
                <a:gd name="T23" fmla="*/ 5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1" h="71">
                  <a:moveTo>
                    <a:pt x="35" y="55"/>
                  </a:moveTo>
                  <a:cubicBezTo>
                    <a:pt x="25" y="55"/>
                    <a:pt x="16" y="47"/>
                    <a:pt x="16" y="36"/>
                  </a:cubicBezTo>
                  <a:cubicBezTo>
                    <a:pt x="16" y="25"/>
                    <a:pt x="25" y="16"/>
                    <a:pt x="35" y="16"/>
                  </a:cubicBezTo>
                  <a:cubicBezTo>
                    <a:pt x="46" y="16"/>
                    <a:pt x="55" y="25"/>
                    <a:pt x="55" y="36"/>
                  </a:cubicBezTo>
                  <a:cubicBezTo>
                    <a:pt x="55" y="36"/>
                    <a:pt x="55" y="36"/>
                    <a:pt x="55" y="37"/>
                  </a:cubicBezTo>
                  <a:cubicBezTo>
                    <a:pt x="71" y="35"/>
                    <a:pt x="71" y="35"/>
                    <a:pt x="71" y="35"/>
                  </a:cubicBezTo>
                  <a:cubicBezTo>
                    <a:pt x="70" y="16"/>
                    <a:pt x="55" y="0"/>
                    <a:pt x="35" y="0"/>
                  </a:cubicBezTo>
                  <a:cubicBezTo>
                    <a:pt x="16" y="0"/>
                    <a:pt x="0" y="16"/>
                    <a:pt x="0" y="36"/>
                  </a:cubicBezTo>
                  <a:cubicBezTo>
                    <a:pt x="0" y="55"/>
                    <a:pt x="16" y="71"/>
                    <a:pt x="35" y="71"/>
                  </a:cubicBezTo>
                  <a:cubicBezTo>
                    <a:pt x="42" y="71"/>
                    <a:pt x="48" y="69"/>
                    <a:pt x="54" y="66"/>
                  </a:cubicBezTo>
                  <a:cubicBezTo>
                    <a:pt x="39" y="55"/>
                    <a:pt x="39" y="55"/>
                    <a:pt x="39" y="55"/>
                  </a:cubicBezTo>
                  <a:cubicBezTo>
                    <a:pt x="38" y="55"/>
                    <a:pt x="37" y="55"/>
                    <a:pt x="35" y="55"/>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grpSp>
        <p:nvGrpSpPr>
          <p:cNvPr id="105" name="Group 104"/>
          <p:cNvGrpSpPr/>
          <p:nvPr/>
        </p:nvGrpSpPr>
        <p:grpSpPr>
          <a:xfrm>
            <a:off x="890126" y="4128213"/>
            <a:ext cx="1139089" cy="1538220"/>
            <a:chOff x="7539038" y="1589088"/>
            <a:chExt cx="2016125" cy="2722562"/>
          </a:xfrm>
        </p:grpSpPr>
        <p:sp>
          <p:nvSpPr>
            <p:cNvPr id="115" name="Freeform 14"/>
            <p:cNvSpPr>
              <a:spLocks/>
            </p:cNvSpPr>
            <p:nvPr/>
          </p:nvSpPr>
          <p:spPr bwMode="auto">
            <a:xfrm>
              <a:off x="7566026" y="1589088"/>
              <a:ext cx="1989137" cy="2722562"/>
            </a:xfrm>
            <a:custGeom>
              <a:avLst/>
              <a:gdLst>
                <a:gd name="T0" fmla="*/ 324 w 1267"/>
                <a:gd name="T1" fmla="*/ 80 h 1736"/>
                <a:gd name="T2" fmla="*/ 364 w 1267"/>
                <a:gd name="T3" fmla="*/ 43 h 1736"/>
                <a:gd name="T4" fmla="*/ 591 w 1267"/>
                <a:gd name="T5" fmla="*/ 43 h 1736"/>
                <a:gd name="T6" fmla="*/ 802 w 1267"/>
                <a:gd name="T7" fmla="*/ 61 h 1736"/>
                <a:gd name="T8" fmla="*/ 948 w 1267"/>
                <a:gd name="T9" fmla="*/ 62 h 1736"/>
                <a:gd name="T10" fmla="*/ 820 w 1267"/>
                <a:gd name="T11" fmla="*/ 320 h 1736"/>
                <a:gd name="T12" fmla="*/ 842 w 1267"/>
                <a:gd name="T13" fmla="*/ 384 h 1736"/>
                <a:gd name="T14" fmla="*/ 987 w 1267"/>
                <a:gd name="T15" fmla="*/ 498 h 1736"/>
                <a:gd name="T16" fmla="*/ 1106 w 1267"/>
                <a:gd name="T17" fmla="*/ 641 h 1736"/>
                <a:gd name="T18" fmla="*/ 1158 w 1267"/>
                <a:gd name="T19" fmla="*/ 734 h 1736"/>
                <a:gd name="T20" fmla="*/ 1254 w 1267"/>
                <a:gd name="T21" fmla="*/ 1015 h 1736"/>
                <a:gd name="T22" fmla="*/ 1198 w 1267"/>
                <a:gd name="T23" fmla="*/ 1335 h 1736"/>
                <a:gd name="T24" fmla="*/ 1116 w 1267"/>
                <a:gd name="T25" fmla="*/ 1440 h 1736"/>
                <a:gd name="T26" fmla="*/ 71 w 1267"/>
                <a:gd name="T27" fmla="*/ 1312 h 1736"/>
                <a:gd name="T28" fmla="*/ 86 w 1267"/>
                <a:gd name="T29" fmla="*/ 798 h 1736"/>
                <a:gd name="T30" fmla="*/ 256 w 1267"/>
                <a:gd name="T31" fmla="*/ 550 h 1736"/>
                <a:gd name="T32" fmla="*/ 400 w 1267"/>
                <a:gd name="T33" fmla="*/ 403 h 1736"/>
                <a:gd name="T34" fmla="*/ 443 w 1267"/>
                <a:gd name="T35" fmla="*/ 356 h 1736"/>
                <a:gd name="T36" fmla="*/ 370 w 1267"/>
                <a:gd name="T37" fmla="*/ 174 h 1736"/>
                <a:gd name="T38" fmla="*/ 324 w 1267"/>
                <a:gd name="T39" fmla="*/ 80 h 1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67" h="1736">
                  <a:moveTo>
                    <a:pt x="324" y="80"/>
                  </a:moveTo>
                  <a:cubicBezTo>
                    <a:pt x="324" y="80"/>
                    <a:pt x="319" y="51"/>
                    <a:pt x="364" y="43"/>
                  </a:cubicBezTo>
                  <a:cubicBezTo>
                    <a:pt x="410" y="35"/>
                    <a:pt x="514" y="86"/>
                    <a:pt x="591" y="43"/>
                  </a:cubicBezTo>
                  <a:cubicBezTo>
                    <a:pt x="668" y="0"/>
                    <a:pt x="751" y="10"/>
                    <a:pt x="802" y="61"/>
                  </a:cubicBezTo>
                  <a:cubicBezTo>
                    <a:pt x="852" y="112"/>
                    <a:pt x="938" y="40"/>
                    <a:pt x="948" y="62"/>
                  </a:cubicBezTo>
                  <a:cubicBezTo>
                    <a:pt x="959" y="83"/>
                    <a:pt x="820" y="320"/>
                    <a:pt x="820" y="320"/>
                  </a:cubicBezTo>
                  <a:cubicBezTo>
                    <a:pt x="820" y="320"/>
                    <a:pt x="812" y="355"/>
                    <a:pt x="842" y="384"/>
                  </a:cubicBezTo>
                  <a:cubicBezTo>
                    <a:pt x="885" y="428"/>
                    <a:pt x="941" y="458"/>
                    <a:pt x="987" y="498"/>
                  </a:cubicBezTo>
                  <a:cubicBezTo>
                    <a:pt x="1034" y="539"/>
                    <a:pt x="1073" y="589"/>
                    <a:pt x="1106" y="641"/>
                  </a:cubicBezTo>
                  <a:cubicBezTo>
                    <a:pt x="1125" y="671"/>
                    <a:pt x="1142" y="702"/>
                    <a:pt x="1158" y="734"/>
                  </a:cubicBezTo>
                  <a:cubicBezTo>
                    <a:pt x="1201" y="822"/>
                    <a:pt x="1242" y="917"/>
                    <a:pt x="1254" y="1015"/>
                  </a:cubicBezTo>
                  <a:cubicBezTo>
                    <a:pt x="1267" y="1124"/>
                    <a:pt x="1254" y="1239"/>
                    <a:pt x="1198" y="1335"/>
                  </a:cubicBezTo>
                  <a:cubicBezTo>
                    <a:pt x="1175" y="1373"/>
                    <a:pt x="1147" y="1409"/>
                    <a:pt x="1116" y="1440"/>
                  </a:cubicBezTo>
                  <a:cubicBezTo>
                    <a:pt x="831" y="1736"/>
                    <a:pt x="191" y="1582"/>
                    <a:pt x="71" y="1312"/>
                  </a:cubicBezTo>
                  <a:cubicBezTo>
                    <a:pt x="0" y="1154"/>
                    <a:pt x="20" y="955"/>
                    <a:pt x="86" y="798"/>
                  </a:cubicBezTo>
                  <a:cubicBezTo>
                    <a:pt x="125" y="704"/>
                    <a:pt x="183" y="621"/>
                    <a:pt x="256" y="550"/>
                  </a:cubicBezTo>
                  <a:cubicBezTo>
                    <a:pt x="304" y="502"/>
                    <a:pt x="352" y="453"/>
                    <a:pt x="400" y="403"/>
                  </a:cubicBezTo>
                  <a:cubicBezTo>
                    <a:pt x="414" y="388"/>
                    <a:pt x="431" y="373"/>
                    <a:pt x="443" y="356"/>
                  </a:cubicBezTo>
                  <a:cubicBezTo>
                    <a:pt x="464" y="327"/>
                    <a:pt x="391" y="210"/>
                    <a:pt x="370" y="174"/>
                  </a:cubicBezTo>
                  <a:cubicBezTo>
                    <a:pt x="348" y="138"/>
                    <a:pt x="318" y="101"/>
                    <a:pt x="324" y="80"/>
                  </a:cubicBezTo>
                  <a:close/>
                </a:path>
              </a:pathLst>
            </a:custGeom>
            <a:solidFill>
              <a:schemeClr val="accent4"/>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6" name="Freeform 15"/>
            <p:cNvSpPr>
              <a:spLocks/>
            </p:cNvSpPr>
            <p:nvPr/>
          </p:nvSpPr>
          <p:spPr bwMode="auto">
            <a:xfrm>
              <a:off x="7539038" y="2092325"/>
              <a:ext cx="1287462" cy="1720850"/>
            </a:xfrm>
            <a:custGeom>
              <a:avLst/>
              <a:gdLst>
                <a:gd name="T0" fmla="*/ 324 w 821"/>
                <a:gd name="T1" fmla="*/ 176 h 1097"/>
                <a:gd name="T2" fmla="*/ 628 w 821"/>
                <a:gd name="T3" fmla="*/ 30 h 1097"/>
                <a:gd name="T4" fmla="*/ 755 w 821"/>
                <a:gd name="T5" fmla="*/ 491 h 1097"/>
                <a:gd name="T6" fmla="*/ 50 w 821"/>
                <a:gd name="T7" fmla="*/ 816 h 1097"/>
                <a:gd name="T8" fmla="*/ 293 w 821"/>
                <a:gd name="T9" fmla="*/ 205 h 1097"/>
              </a:gdLst>
              <a:ahLst/>
              <a:cxnLst>
                <a:cxn ang="0">
                  <a:pos x="T0" y="T1"/>
                </a:cxn>
                <a:cxn ang="0">
                  <a:pos x="T2" y="T3"/>
                </a:cxn>
                <a:cxn ang="0">
                  <a:pos x="T4" y="T5"/>
                </a:cxn>
                <a:cxn ang="0">
                  <a:pos x="T6" y="T7"/>
                </a:cxn>
                <a:cxn ang="0">
                  <a:pos x="T8" y="T9"/>
                </a:cxn>
              </a:cxnLst>
              <a:rect l="0" t="0" r="r" b="b"/>
              <a:pathLst>
                <a:path w="821" h="1097">
                  <a:moveTo>
                    <a:pt x="324" y="176"/>
                  </a:moveTo>
                  <a:cubicBezTo>
                    <a:pt x="324" y="176"/>
                    <a:pt x="478" y="0"/>
                    <a:pt x="628" y="30"/>
                  </a:cubicBezTo>
                  <a:cubicBezTo>
                    <a:pt x="777" y="59"/>
                    <a:pt x="821" y="278"/>
                    <a:pt x="755" y="491"/>
                  </a:cubicBezTo>
                  <a:cubicBezTo>
                    <a:pt x="689" y="704"/>
                    <a:pt x="101" y="1097"/>
                    <a:pt x="50" y="816"/>
                  </a:cubicBezTo>
                  <a:cubicBezTo>
                    <a:pt x="0" y="535"/>
                    <a:pt x="293" y="205"/>
                    <a:pt x="293" y="205"/>
                  </a:cubicBezTo>
                </a:path>
              </a:pathLst>
            </a:custGeom>
            <a:solidFill>
              <a:schemeClr val="bg1">
                <a:alpha val="14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7" name="Rectangle 16"/>
            <p:cNvSpPr>
              <a:spLocks noChangeArrowheads="1"/>
            </p:cNvSpPr>
            <p:nvPr/>
          </p:nvSpPr>
          <p:spPr bwMode="auto">
            <a:xfrm>
              <a:off x="8205788" y="2066925"/>
              <a:ext cx="711200" cy="93662"/>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8" name="Rectangle 17"/>
            <p:cNvSpPr>
              <a:spLocks noChangeArrowheads="1"/>
            </p:cNvSpPr>
            <p:nvPr/>
          </p:nvSpPr>
          <p:spPr bwMode="auto">
            <a:xfrm>
              <a:off x="8115300" y="2160588"/>
              <a:ext cx="855662" cy="66675"/>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9" name="Freeform 18"/>
            <p:cNvSpPr>
              <a:spLocks/>
            </p:cNvSpPr>
            <p:nvPr/>
          </p:nvSpPr>
          <p:spPr bwMode="auto">
            <a:xfrm>
              <a:off x="8697913" y="2122488"/>
              <a:ext cx="106362" cy="481012"/>
            </a:xfrm>
            <a:custGeom>
              <a:avLst/>
              <a:gdLst>
                <a:gd name="T0" fmla="*/ 0 w 67"/>
                <a:gd name="T1" fmla="*/ 300 h 303"/>
                <a:gd name="T2" fmla="*/ 25 w 67"/>
                <a:gd name="T3" fmla="*/ 0 h 303"/>
                <a:gd name="T4" fmla="*/ 67 w 67"/>
                <a:gd name="T5" fmla="*/ 4 h 303"/>
                <a:gd name="T6" fmla="*/ 43 w 67"/>
                <a:gd name="T7" fmla="*/ 303 h 303"/>
                <a:gd name="T8" fmla="*/ 0 w 67"/>
                <a:gd name="T9" fmla="*/ 300 h 303"/>
              </a:gdLst>
              <a:ahLst/>
              <a:cxnLst>
                <a:cxn ang="0">
                  <a:pos x="T0" y="T1"/>
                </a:cxn>
                <a:cxn ang="0">
                  <a:pos x="T2" y="T3"/>
                </a:cxn>
                <a:cxn ang="0">
                  <a:pos x="T4" y="T5"/>
                </a:cxn>
                <a:cxn ang="0">
                  <a:pos x="T6" y="T7"/>
                </a:cxn>
                <a:cxn ang="0">
                  <a:pos x="T8" y="T9"/>
                </a:cxn>
              </a:cxnLst>
              <a:rect l="0" t="0" r="r" b="b"/>
              <a:pathLst>
                <a:path w="67" h="303">
                  <a:moveTo>
                    <a:pt x="0" y="300"/>
                  </a:moveTo>
                  <a:lnTo>
                    <a:pt x="25" y="0"/>
                  </a:lnTo>
                  <a:lnTo>
                    <a:pt x="67" y="4"/>
                  </a:lnTo>
                  <a:lnTo>
                    <a:pt x="43" y="303"/>
                  </a:lnTo>
                  <a:lnTo>
                    <a:pt x="0" y="300"/>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0" name="Freeform 19"/>
            <p:cNvSpPr>
              <a:spLocks/>
            </p:cNvSpPr>
            <p:nvPr/>
          </p:nvSpPr>
          <p:spPr bwMode="auto">
            <a:xfrm>
              <a:off x="8751888" y="2133600"/>
              <a:ext cx="195262" cy="573087"/>
            </a:xfrm>
            <a:custGeom>
              <a:avLst/>
              <a:gdLst>
                <a:gd name="T0" fmla="*/ 82 w 123"/>
                <a:gd name="T1" fmla="*/ 361 h 361"/>
                <a:gd name="T2" fmla="*/ 0 w 123"/>
                <a:gd name="T3" fmla="*/ 10 h 361"/>
                <a:gd name="T4" fmla="*/ 40 w 123"/>
                <a:gd name="T5" fmla="*/ 0 h 361"/>
                <a:gd name="T6" fmla="*/ 123 w 123"/>
                <a:gd name="T7" fmla="*/ 351 h 361"/>
                <a:gd name="T8" fmla="*/ 82 w 123"/>
                <a:gd name="T9" fmla="*/ 361 h 361"/>
              </a:gdLst>
              <a:ahLst/>
              <a:cxnLst>
                <a:cxn ang="0">
                  <a:pos x="T0" y="T1"/>
                </a:cxn>
                <a:cxn ang="0">
                  <a:pos x="T2" y="T3"/>
                </a:cxn>
                <a:cxn ang="0">
                  <a:pos x="T4" y="T5"/>
                </a:cxn>
                <a:cxn ang="0">
                  <a:pos x="T6" y="T7"/>
                </a:cxn>
                <a:cxn ang="0">
                  <a:pos x="T8" y="T9"/>
                </a:cxn>
              </a:cxnLst>
              <a:rect l="0" t="0" r="r" b="b"/>
              <a:pathLst>
                <a:path w="123" h="361">
                  <a:moveTo>
                    <a:pt x="82" y="361"/>
                  </a:moveTo>
                  <a:lnTo>
                    <a:pt x="0" y="10"/>
                  </a:lnTo>
                  <a:lnTo>
                    <a:pt x="40" y="0"/>
                  </a:lnTo>
                  <a:lnTo>
                    <a:pt x="123" y="351"/>
                  </a:lnTo>
                  <a:lnTo>
                    <a:pt x="82" y="361"/>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1" name="Freeform 20"/>
            <p:cNvSpPr>
              <a:spLocks noEditPoints="1"/>
            </p:cNvSpPr>
            <p:nvPr/>
          </p:nvSpPr>
          <p:spPr bwMode="auto">
            <a:xfrm>
              <a:off x="8237538" y="2747963"/>
              <a:ext cx="611187" cy="858837"/>
            </a:xfrm>
            <a:custGeom>
              <a:avLst/>
              <a:gdLst>
                <a:gd name="T0" fmla="*/ 166 w 389"/>
                <a:gd name="T1" fmla="*/ 418 h 547"/>
                <a:gd name="T2" fmla="*/ 166 w 389"/>
                <a:gd name="T3" fmla="*/ 290 h 547"/>
                <a:gd name="T4" fmla="*/ 52 w 389"/>
                <a:gd name="T5" fmla="*/ 238 h 547"/>
                <a:gd name="T6" fmla="*/ 16 w 389"/>
                <a:gd name="T7" fmla="*/ 154 h 547"/>
                <a:gd name="T8" fmla="*/ 57 w 389"/>
                <a:gd name="T9" fmla="*/ 69 h 547"/>
                <a:gd name="T10" fmla="*/ 166 w 389"/>
                <a:gd name="T11" fmla="*/ 30 h 547"/>
                <a:gd name="T12" fmla="*/ 166 w 389"/>
                <a:gd name="T13" fmla="*/ 0 h 547"/>
                <a:gd name="T14" fmla="*/ 224 w 389"/>
                <a:gd name="T15" fmla="*/ 0 h 547"/>
                <a:gd name="T16" fmla="*/ 224 w 389"/>
                <a:gd name="T17" fmla="*/ 30 h 547"/>
                <a:gd name="T18" fmla="*/ 325 w 389"/>
                <a:gd name="T19" fmla="*/ 63 h 547"/>
                <a:gd name="T20" fmla="*/ 372 w 389"/>
                <a:gd name="T21" fmla="*/ 137 h 547"/>
                <a:gd name="T22" fmla="*/ 272 w 389"/>
                <a:gd name="T23" fmla="*/ 147 h 547"/>
                <a:gd name="T24" fmla="*/ 224 w 389"/>
                <a:gd name="T25" fmla="*/ 98 h 547"/>
                <a:gd name="T26" fmla="*/ 224 w 389"/>
                <a:gd name="T27" fmla="*/ 217 h 547"/>
                <a:gd name="T28" fmla="*/ 354 w 389"/>
                <a:gd name="T29" fmla="*/ 269 h 547"/>
                <a:gd name="T30" fmla="*/ 389 w 389"/>
                <a:gd name="T31" fmla="*/ 350 h 547"/>
                <a:gd name="T32" fmla="*/ 345 w 389"/>
                <a:gd name="T33" fmla="*/ 443 h 547"/>
                <a:gd name="T34" fmla="*/ 224 w 389"/>
                <a:gd name="T35" fmla="*/ 490 h 547"/>
                <a:gd name="T36" fmla="*/ 224 w 389"/>
                <a:gd name="T37" fmla="*/ 547 h 547"/>
                <a:gd name="T38" fmla="*/ 166 w 389"/>
                <a:gd name="T39" fmla="*/ 547 h 547"/>
                <a:gd name="T40" fmla="*/ 166 w 389"/>
                <a:gd name="T41" fmla="*/ 491 h 547"/>
                <a:gd name="T42" fmla="*/ 55 w 389"/>
                <a:gd name="T43" fmla="*/ 452 h 547"/>
                <a:gd name="T44" fmla="*/ 0 w 389"/>
                <a:gd name="T45" fmla="*/ 359 h 547"/>
                <a:gd name="T46" fmla="*/ 104 w 389"/>
                <a:gd name="T47" fmla="*/ 350 h 547"/>
                <a:gd name="T48" fmla="*/ 127 w 389"/>
                <a:gd name="T49" fmla="*/ 392 h 547"/>
                <a:gd name="T50" fmla="*/ 166 w 389"/>
                <a:gd name="T51" fmla="*/ 418 h 547"/>
                <a:gd name="T52" fmla="*/ 166 w 389"/>
                <a:gd name="T53" fmla="*/ 97 h 547"/>
                <a:gd name="T54" fmla="*/ 129 w 389"/>
                <a:gd name="T55" fmla="*/ 118 h 547"/>
                <a:gd name="T56" fmla="*/ 115 w 389"/>
                <a:gd name="T57" fmla="*/ 150 h 547"/>
                <a:gd name="T58" fmla="*/ 128 w 389"/>
                <a:gd name="T59" fmla="*/ 180 h 547"/>
                <a:gd name="T60" fmla="*/ 166 w 389"/>
                <a:gd name="T61" fmla="*/ 203 h 547"/>
                <a:gd name="T62" fmla="*/ 166 w 389"/>
                <a:gd name="T63" fmla="*/ 97 h 547"/>
                <a:gd name="T64" fmla="*/ 224 w 389"/>
                <a:gd name="T65" fmla="*/ 422 h 547"/>
                <a:gd name="T66" fmla="*/ 273 w 389"/>
                <a:gd name="T67" fmla="*/ 401 h 547"/>
                <a:gd name="T68" fmla="*/ 291 w 389"/>
                <a:gd name="T69" fmla="*/ 361 h 547"/>
                <a:gd name="T70" fmla="*/ 276 w 389"/>
                <a:gd name="T71" fmla="*/ 326 h 547"/>
                <a:gd name="T72" fmla="*/ 224 w 389"/>
                <a:gd name="T73" fmla="*/ 303 h 547"/>
                <a:gd name="T74" fmla="*/ 224 w 389"/>
                <a:gd name="T75" fmla="*/ 422 h 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547">
                  <a:moveTo>
                    <a:pt x="166" y="418"/>
                  </a:moveTo>
                  <a:cubicBezTo>
                    <a:pt x="166" y="290"/>
                    <a:pt x="166" y="290"/>
                    <a:pt x="166" y="290"/>
                  </a:cubicBezTo>
                  <a:cubicBezTo>
                    <a:pt x="114" y="278"/>
                    <a:pt x="76" y="261"/>
                    <a:pt x="52" y="238"/>
                  </a:cubicBezTo>
                  <a:cubicBezTo>
                    <a:pt x="28" y="215"/>
                    <a:pt x="16" y="187"/>
                    <a:pt x="16" y="154"/>
                  </a:cubicBezTo>
                  <a:cubicBezTo>
                    <a:pt x="16" y="120"/>
                    <a:pt x="29" y="92"/>
                    <a:pt x="57" y="69"/>
                  </a:cubicBezTo>
                  <a:cubicBezTo>
                    <a:pt x="84" y="47"/>
                    <a:pt x="121" y="34"/>
                    <a:pt x="166" y="30"/>
                  </a:cubicBezTo>
                  <a:cubicBezTo>
                    <a:pt x="166" y="0"/>
                    <a:pt x="166" y="0"/>
                    <a:pt x="166" y="0"/>
                  </a:cubicBezTo>
                  <a:cubicBezTo>
                    <a:pt x="224" y="0"/>
                    <a:pt x="224" y="0"/>
                    <a:pt x="224" y="0"/>
                  </a:cubicBezTo>
                  <a:cubicBezTo>
                    <a:pt x="224" y="30"/>
                    <a:pt x="224" y="30"/>
                    <a:pt x="224" y="30"/>
                  </a:cubicBezTo>
                  <a:cubicBezTo>
                    <a:pt x="266" y="34"/>
                    <a:pt x="300" y="45"/>
                    <a:pt x="325" y="63"/>
                  </a:cubicBezTo>
                  <a:cubicBezTo>
                    <a:pt x="350" y="82"/>
                    <a:pt x="366" y="106"/>
                    <a:pt x="372" y="137"/>
                  </a:cubicBezTo>
                  <a:cubicBezTo>
                    <a:pt x="272" y="147"/>
                    <a:pt x="272" y="147"/>
                    <a:pt x="272" y="147"/>
                  </a:cubicBezTo>
                  <a:cubicBezTo>
                    <a:pt x="266" y="123"/>
                    <a:pt x="250" y="106"/>
                    <a:pt x="224" y="98"/>
                  </a:cubicBezTo>
                  <a:cubicBezTo>
                    <a:pt x="224" y="217"/>
                    <a:pt x="224" y="217"/>
                    <a:pt x="224" y="217"/>
                  </a:cubicBezTo>
                  <a:cubicBezTo>
                    <a:pt x="288" y="231"/>
                    <a:pt x="331" y="248"/>
                    <a:pt x="354" y="269"/>
                  </a:cubicBezTo>
                  <a:cubicBezTo>
                    <a:pt x="377" y="290"/>
                    <a:pt x="389" y="317"/>
                    <a:pt x="389" y="350"/>
                  </a:cubicBezTo>
                  <a:cubicBezTo>
                    <a:pt x="389" y="387"/>
                    <a:pt x="374" y="418"/>
                    <a:pt x="345" y="443"/>
                  </a:cubicBezTo>
                  <a:cubicBezTo>
                    <a:pt x="316" y="468"/>
                    <a:pt x="276" y="484"/>
                    <a:pt x="224" y="490"/>
                  </a:cubicBezTo>
                  <a:cubicBezTo>
                    <a:pt x="224" y="547"/>
                    <a:pt x="224" y="547"/>
                    <a:pt x="224" y="547"/>
                  </a:cubicBezTo>
                  <a:cubicBezTo>
                    <a:pt x="166" y="547"/>
                    <a:pt x="166" y="547"/>
                    <a:pt x="166" y="547"/>
                  </a:cubicBezTo>
                  <a:cubicBezTo>
                    <a:pt x="166" y="491"/>
                    <a:pt x="166" y="491"/>
                    <a:pt x="166" y="491"/>
                  </a:cubicBezTo>
                  <a:cubicBezTo>
                    <a:pt x="121" y="487"/>
                    <a:pt x="83" y="474"/>
                    <a:pt x="55" y="452"/>
                  </a:cubicBezTo>
                  <a:cubicBezTo>
                    <a:pt x="26" y="430"/>
                    <a:pt x="8" y="399"/>
                    <a:pt x="0" y="359"/>
                  </a:cubicBezTo>
                  <a:cubicBezTo>
                    <a:pt x="104" y="350"/>
                    <a:pt x="104" y="350"/>
                    <a:pt x="104" y="350"/>
                  </a:cubicBezTo>
                  <a:cubicBezTo>
                    <a:pt x="108" y="366"/>
                    <a:pt x="116" y="380"/>
                    <a:pt x="127" y="392"/>
                  </a:cubicBezTo>
                  <a:cubicBezTo>
                    <a:pt x="139" y="404"/>
                    <a:pt x="152" y="413"/>
                    <a:pt x="166" y="418"/>
                  </a:cubicBezTo>
                  <a:close/>
                  <a:moveTo>
                    <a:pt x="166" y="97"/>
                  </a:moveTo>
                  <a:cubicBezTo>
                    <a:pt x="151" y="101"/>
                    <a:pt x="138" y="108"/>
                    <a:pt x="129" y="118"/>
                  </a:cubicBezTo>
                  <a:cubicBezTo>
                    <a:pt x="120" y="127"/>
                    <a:pt x="115" y="138"/>
                    <a:pt x="115" y="150"/>
                  </a:cubicBezTo>
                  <a:cubicBezTo>
                    <a:pt x="115" y="161"/>
                    <a:pt x="119" y="171"/>
                    <a:pt x="128" y="180"/>
                  </a:cubicBezTo>
                  <a:cubicBezTo>
                    <a:pt x="136" y="189"/>
                    <a:pt x="149" y="197"/>
                    <a:pt x="166" y="203"/>
                  </a:cubicBezTo>
                  <a:lnTo>
                    <a:pt x="166" y="97"/>
                  </a:lnTo>
                  <a:close/>
                  <a:moveTo>
                    <a:pt x="224" y="422"/>
                  </a:moveTo>
                  <a:cubicBezTo>
                    <a:pt x="244" y="419"/>
                    <a:pt x="260" y="412"/>
                    <a:pt x="273" y="401"/>
                  </a:cubicBezTo>
                  <a:cubicBezTo>
                    <a:pt x="285" y="390"/>
                    <a:pt x="291" y="376"/>
                    <a:pt x="291" y="361"/>
                  </a:cubicBezTo>
                  <a:cubicBezTo>
                    <a:pt x="291" y="347"/>
                    <a:pt x="286" y="336"/>
                    <a:pt x="276" y="326"/>
                  </a:cubicBezTo>
                  <a:cubicBezTo>
                    <a:pt x="265" y="316"/>
                    <a:pt x="248" y="308"/>
                    <a:pt x="224" y="303"/>
                  </a:cubicBezTo>
                  <a:lnTo>
                    <a:pt x="224" y="422"/>
                  </a:lnTo>
                  <a:close/>
                </a:path>
              </a:pathLst>
            </a:custGeom>
            <a:solidFill>
              <a:schemeClr val="bg1"/>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grpSp>
        <p:nvGrpSpPr>
          <p:cNvPr id="122" name="Group 121"/>
          <p:cNvGrpSpPr/>
          <p:nvPr/>
        </p:nvGrpSpPr>
        <p:grpSpPr>
          <a:xfrm>
            <a:off x="4859002" y="4128212"/>
            <a:ext cx="1139089" cy="1538220"/>
            <a:chOff x="7539038" y="1589088"/>
            <a:chExt cx="2016125" cy="2722562"/>
          </a:xfrm>
        </p:grpSpPr>
        <p:sp>
          <p:nvSpPr>
            <p:cNvPr id="123" name="Freeform 14"/>
            <p:cNvSpPr>
              <a:spLocks/>
            </p:cNvSpPr>
            <p:nvPr/>
          </p:nvSpPr>
          <p:spPr bwMode="auto">
            <a:xfrm>
              <a:off x="7566026" y="1589088"/>
              <a:ext cx="1989137" cy="2722562"/>
            </a:xfrm>
            <a:custGeom>
              <a:avLst/>
              <a:gdLst>
                <a:gd name="T0" fmla="*/ 324 w 1267"/>
                <a:gd name="T1" fmla="*/ 80 h 1736"/>
                <a:gd name="T2" fmla="*/ 364 w 1267"/>
                <a:gd name="T3" fmla="*/ 43 h 1736"/>
                <a:gd name="T4" fmla="*/ 591 w 1267"/>
                <a:gd name="T5" fmla="*/ 43 h 1736"/>
                <a:gd name="T6" fmla="*/ 802 w 1267"/>
                <a:gd name="T7" fmla="*/ 61 h 1736"/>
                <a:gd name="T8" fmla="*/ 948 w 1267"/>
                <a:gd name="T9" fmla="*/ 62 h 1736"/>
                <a:gd name="T10" fmla="*/ 820 w 1267"/>
                <a:gd name="T11" fmla="*/ 320 h 1736"/>
                <a:gd name="T12" fmla="*/ 842 w 1267"/>
                <a:gd name="T13" fmla="*/ 384 h 1736"/>
                <a:gd name="T14" fmla="*/ 987 w 1267"/>
                <a:gd name="T15" fmla="*/ 498 h 1736"/>
                <a:gd name="T16" fmla="*/ 1106 w 1267"/>
                <a:gd name="T17" fmla="*/ 641 h 1736"/>
                <a:gd name="T18" fmla="*/ 1158 w 1267"/>
                <a:gd name="T19" fmla="*/ 734 h 1736"/>
                <a:gd name="T20" fmla="*/ 1254 w 1267"/>
                <a:gd name="T21" fmla="*/ 1015 h 1736"/>
                <a:gd name="T22" fmla="*/ 1198 w 1267"/>
                <a:gd name="T23" fmla="*/ 1335 h 1736"/>
                <a:gd name="T24" fmla="*/ 1116 w 1267"/>
                <a:gd name="T25" fmla="*/ 1440 h 1736"/>
                <a:gd name="T26" fmla="*/ 71 w 1267"/>
                <a:gd name="T27" fmla="*/ 1312 h 1736"/>
                <a:gd name="T28" fmla="*/ 86 w 1267"/>
                <a:gd name="T29" fmla="*/ 798 h 1736"/>
                <a:gd name="T30" fmla="*/ 256 w 1267"/>
                <a:gd name="T31" fmla="*/ 550 h 1736"/>
                <a:gd name="T32" fmla="*/ 400 w 1267"/>
                <a:gd name="T33" fmla="*/ 403 h 1736"/>
                <a:gd name="T34" fmla="*/ 443 w 1267"/>
                <a:gd name="T35" fmla="*/ 356 h 1736"/>
                <a:gd name="T36" fmla="*/ 370 w 1267"/>
                <a:gd name="T37" fmla="*/ 174 h 1736"/>
                <a:gd name="T38" fmla="*/ 324 w 1267"/>
                <a:gd name="T39" fmla="*/ 80 h 1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67" h="1736">
                  <a:moveTo>
                    <a:pt x="324" y="80"/>
                  </a:moveTo>
                  <a:cubicBezTo>
                    <a:pt x="324" y="80"/>
                    <a:pt x="319" y="51"/>
                    <a:pt x="364" y="43"/>
                  </a:cubicBezTo>
                  <a:cubicBezTo>
                    <a:pt x="410" y="35"/>
                    <a:pt x="514" y="86"/>
                    <a:pt x="591" y="43"/>
                  </a:cubicBezTo>
                  <a:cubicBezTo>
                    <a:pt x="668" y="0"/>
                    <a:pt x="751" y="10"/>
                    <a:pt x="802" y="61"/>
                  </a:cubicBezTo>
                  <a:cubicBezTo>
                    <a:pt x="852" y="112"/>
                    <a:pt x="938" y="40"/>
                    <a:pt x="948" y="62"/>
                  </a:cubicBezTo>
                  <a:cubicBezTo>
                    <a:pt x="959" y="83"/>
                    <a:pt x="820" y="320"/>
                    <a:pt x="820" y="320"/>
                  </a:cubicBezTo>
                  <a:cubicBezTo>
                    <a:pt x="820" y="320"/>
                    <a:pt x="812" y="355"/>
                    <a:pt x="842" y="384"/>
                  </a:cubicBezTo>
                  <a:cubicBezTo>
                    <a:pt x="885" y="428"/>
                    <a:pt x="941" y="458"/>
                    <a:pt x="987" y="498"/>
                  </a:cubicBezTo>
                  <a:cubicBezTo>
                    <a:pt x="1034" y="539"/>
                    <a:pt x="1073" y="589"/>
                    <a:pt x="1106" y="641"/>
                  </a:cubicBezTo>
                  <a:cubicBezTo>
                    <a:pt x="1125" y="671"/>
                    <a:pt x="1142" y="702"/>
                    <a:pt x="1158" y="734"/>
                  </a:cubicBezTo>
                  <a:cubicBezTo>
                    <a:pt x="1201" y="822"/>
                    <a:pt x="1242" y="917"/>
                    <a:pt x="1254" y="1015"/>
                  </a:cubicBezTo>
                  <a:cubicBezTo>
                    <a:pt x="1267" y="1124"/>
                    <a:pt x="1254" y="1239"/>
                    <a:pt x="1198" y="1335"/>
                  </a:cubicBezTo>
                  <a:cubicBezTo>
                    <a:pt x="1175" y="1373"/>
                    <a:pt x="1147" y="1409"/>
                    <a:pt x="1116" y="1440"/>
                  </a:cubicBezTo>
                  <a:cubicBezTo>
                    <a:pt x="831" y="1736"/>
                    <a:pt x="191" y="1582"/>
                    <a:pt x="71" y="1312"/>
                  </a:cubicBezTo>
                  <a:cubicBezTo>
                    <a:pt x="0" y="1154"/>
                    <a:pt x="20" y="955"/>
                    <a:pt x="86" y="798"/>
                  </a:cubicBezTo>
                  <a:cubicBezTo>
                    <a:pt x="125" y="704"/>
                    <a:pt x="183" y="621"/>
                    <a:pt x="256" y="550"/>
                  </a:cubicBezTo>
                  <a:cubicBezTo>
                    <a:pt x="304" y="502"/>
                    <a:pt x="352" y="453"/>
                    <a:pt x="400" y="403"/>
                  </a:cubicBezTo>
                  <a:cubicBezTo>
                    <a:pt x="414" y="388"/>
                    <a:pt x="431" y="373"/>
                    <a:pt x="443" y="356"/>
                  </a:cubicBezTo>
                  <a:cubicBezTo>
                    <a:pt x="464" y="327"/>
                    <a:pt x="391" y="210"/>
                    <a:pt x="370" y="174"/>
                  </a:cubicBezTo>
                  <a:cubicBezTo>
                    <a:pt x="348" y="138"/>
                    <a:pt x="318" y="101"/>
                    <a:pt x="324" y="80"/>
                  </a:cubicBezTo>
                  <a:close/>
                </a:path>
              </a:pathLst>
            </a:custGeom>
            <a:solidFill>
              <a:schemeClr val="accent1"/>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4" name="Freeform 15"/>
            <p:cNvSpPr>
              <a:spLocks/>
            </p:cNvSpPr>
            <p:nvPr/>
          </p:nvSpPr>
          <p:spPr bwMode="auto">
            <a:xfrm>
              <a:off x="7539038" y="2092325"/>
              <a:ext cx="1287462" cy="1720850"/>
            </a:xfrm>
            <a:custGeom>
              <a:avLst/>
              <a:gdLst>
                <a:gd name="T0" fmla="*/ 324 w 821"/>
                <a:gd name="T1" fmla="*/ 176 h 1097"/>
                <a:gd name="T2" fmla="*/ 628 w 821"/>
                <a:gd name="T3" fmla="*/ 30 h 1097"/>
                <a:gd name="T4" fmla="*/ 755 w 821"/>
                <a:gd name="T5" fmla="*/ 491 h 1097"/>
                <a:gd name="T6" fmla="*/ 50 w 821"/>
                <a:gd name="T7" fmla="*/ 816 h 1097"/>
                <a:gd name="T8" fmla="*/ 293 w 821"/>
                <a:gd name="T9" fmla="*/ 205 h 1097"/>
              </a:gdLst>
              <a:ahLst/>
              <a:cxnLst>
                <a:cxn ang="0">
                  <a:pos x="T0" y="T1"/>
                </a:cxn>
                <a:cxn ang="0">
                  <a:pos x="T2" y="T3"/>
                </a:cxn>
                <a:cxn ang="0">
                  <a:pos x="T4" y="T5"/>
                </a:cxn>
                <a:cxn ang="0">
                  <a:pos x="T6" y="T7"/>
                </a:cxn>
                <a:cxn ang="0">
                  <a:pos x="T8" y="T9"/>
                </a:cxn>
              </a:cxnLst>
              <a:rect l="0" t="0" r="r" b="b"/>
              <a:pathLst>
                <a:path w="821" h="1097">
                  <a:moveTo>
                    <a:pt x="324" y="176"/>
                  </a:moveTo>
                  <a:cubicBezTo>
                    <a:pt x="324" y="176"/>
                    <a:pt x="478" y="0"/>
                    <a:pt x="628" y="30"/>
                  </a:cubicBezTo>
                  <a:cubicBezTo>
                    <a:pt x="777" y="59"/>
                    <a:pt x="821" y="278"/>
                    <a:pt x="755" y="491"/>
                  </a:cubicBezTo>
                  <a:cubicBezTo>
                    <a:pt x="689" y="704"/>
                    <a:pt x="101" y="1097"/>
                    <a:pt x="50" y="816"/>
                  </a:cubicBezTo>
                  <a:cubicBezTo>
                    <a:pt x="0" y="535"/>
                    <a:pt x="293" y="205"/>
                    <a:pt x="293" y="205"/>
                  </a:cubicBezTo>
                </a:path>
              </a:pathLst>
            </a:custGeom>
            <a:solidFill>
              <a:schemeClr val="bg1">
                <a:alpha val="14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5" name="Rectangle 16"/>
            <p:cNvSpPr>
              <a:spLocks noChangeArrowheads="1"/>
            </p:cNvSpPr>
            <p:nvPr/>
          </p:nvSpPr>
          <p:spPr bwMode="auto">
            <a:xfrm>
              <a:off x="8205788" y="2066925"/>
              <a:ext cx="711200" cy="93662"/>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6" name="Rectangle 17"/>
            <p:cNvSpPr>
              <a:spLocks noChangeArrowheads="1"/>
            </p:cNvSpPr>
            <p:nvPr/>
          </p:nvSpPr>
          <p:spPr bwMode="auto">
            <a:xfrm>
              <a:off x="8115300" y="2160588"/>
              <a:ext cx="855662" cy="66675"/>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7" name="Freeform 18"/>
            <p:cNvSpPr>
              <a:spLocks/>
            </p:cNvSpPr>
            <p:nvPr/>
          </p:nvSpPr>
          <p:spPr bwMode="auto">
            <a:xfrm>
              <a:off x="8697913" y="2122488"/>
              <a:ext cx="106362" cy="481012"/>
            </a:xfrm>
            <a:custGeom>
              <a:avLst/>
              <a:gdLst>
                <a:gd name="T0" fmla="*/ 0 w 67"/>
                <a:gd name="T1" fmla="*/ 300 h 303"/>
                <a:gd name="T2" fmla="*/ 25 w 67"/>
                <a:gd name="T3" fmla="*/ 0 h 303"/>
                <a:gd name="T4" fmla="*/ 67 w 67"/>
                <a:gd name="T5" fmla="*/ 4 h 303"/>
                <a:gd name="T6" fmla="*/ 43 w 67"/>
                <a:gd name="T7" fmla="*/ 303 h 303"/>
                <a:gd name="T8" fmla="*/ 0 w 67"/>
                <a:gd name="T9" fmla="*/ 300 h 303"/>
              </a:gdLst>
              <a:ahLst/>
              <a:cxnLst>
                <a:cxn ang="0">
                  <a:pos x="T0" y="T1"/>
                </a:cxn>
                <a:cxn ang="0">
                  <a:pos x="T2" y="T3"/>
                </a:cxn>
                <a:cxn ang="0">
                  <a:pos x="T4" y="T5"/>
                </a:cxn>
                <a:cxn ang="0">
                  <a:pos x="T6" y="T7"/>
                </a:cxn>
                <a:cxn ang="0">
                  <a:pos x="T8" y="T9"/>
                </a:cxn>
              </a:cxnLst>
              <a:rect l="0" t="0" r="r" b="b"/>
              <a:pathLst>
                <a:path w="67" h="303">
                  <a:moveTo>
                    <a:pt x="0" y="300"/>
                  </a:moveTo>
                  <a:lnTo>
                    <a:pt x="25" y="0"/>
                  </a:lnTo>
                  <a:lnTo>
                    <a:pt x="67" y="4"/>
                  </a:lnTo>
                  <a:lnTo>
                    <a:pt x="43" y="303"/>
                  </a:lnTo>
                  <a:lnTo>
                    <a:pt x="0" y="300"/>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8" name="Freeform 19"/>
            <p:cNvSpPr>
              <a:spLocks/>
            </p:cNvSpPr>
            <p:nvPr/>
          </p:nvSpPr>
          <p:spPr bwMode="auto">
            <a:xfrm>
              <a:off x="8751888" y="2133600"/>
              <a:ext cx="195262" cy="573087"/>
            </a:xfrm>
            <a:custGeom>
              <a:avLst/>
              <a:gdLst>
                <a:gd name="T0" fmla="*/ 82 w 123"/>
                <a:gd name="T1" fmla="*/ 361 h 361"/>
                <a:gd name="T2" fmla="*/ 0 w 123"/>
                <a:gd name="T3" fmla="*/ 10 h 361"/>
                <a:gd name="T4" fmla="*/ 40 w 123"/>
                <a:gd name="T5" fmla="*/ 0 h 361"/>
                <a:gd name="T6" fmla="*/ 123 w 123"/>
                <a:gd name="T7" fmla="*/ 351 h 361"/>
                <a:gd name="T8" fmla="*/ 82 w 123"/>
                <a:gd name="T9" fmla="*/ 361 h 361"/>
              </a:gdLst>
              <a:ahLst/>
              <a:cxnLst>
                <a:cxn ang="0">
                  <a:pos x="T0" y="T1"/>
                </a:cxn>
                <a:cxn ang="0">
                  <a:pos x="T2" y="T3"/>
                </a:cxn>
                <a:cxn ang="0">
                  <a:pos x="T4" y="T5"/>
                </a:cxn>
                <a:cxn ang="0">
                  <a:pos x="T6" y="T7"/>
                </a:cxn>
                <a:cxn ang="0">
                  <a:pos x="T8" y="T9"/>
                </a:cxn>
              </a:cxnLst>
              <a:rect l="0" t="0" r="r" b="b"/>
              <a:pathLst>
                <a:path w="123" h="361">
                  <a:moveTo>
                    <a:pt x="82" y="361"/>
                  </a:moveTo>
                  <a:lnTo>
                    <a:pt x="0" y="10"/>
                  </a:lnTo>
                  <a:lnTo>
                    <a:pt x="40" y="0"/>
                  </a:lnTo>
                  <a:lnTo>
                    <a:pt x="123" y="351"/>
                  </a:lnTo>
                  <a:lnTo>
                    <a:pt x="82" y="361"/>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9" name="Freeform 20"/>
            <p:cNvSpPr>
              <a:spLocks noEditPoints="1"/>
            </p:cNvSpPr>
            <p:nvPr/>
          </p:nvSpPr>
          <p:spPr bwMode="auto">
            <a:xfrm>
              <a:off x="8237538" y="2747963"/>
              <a:ext cx="611187" cy="858837"/>
            </a:xfrm>
            <a:custGeom>
              <a:avLst/>
              <a:gdLst>
                <a:gd name="T0" fmla="*/ 166 w 389"/>
                <a:gd name="T1" fmla="*/ 418 h 547"/>
                <a:gd name="T2" fmla="*/ 166 w 389"/>
                <a:gd name="T3" fmla="*/ 290 h 547"/>
                <a:gd name="T4" fmla="*/ 52 w 389"/>
                <a:gd name="T5" fmla="*/ 238 h 547"/>
                <a:gd name="T6" fmla="*/ 16 w 389"/>
                <a:gd name="T7" fmla="*/ 154 h 547"/>
                <a:gd name="T8" fmla="*/ 57 w 389"/>
                <a:gd name="T9" fmla="*/ 69 h 547"/>
                <a:gd name="T10" fmla="*/ 166 w 389"/>
                <a:gd name="T11" fmla="*/ 30 h 547"/>
                <a:gd name="T12" fmla="*/ 166 w 389"/>
                <a:gd name="T13" fmla="*/ 0 h 547"/>
                <a:gd name="T14" fmla="*/ 224 w 389"/>
                <a:gd name="T15" fmla="*/ 0 h 547"/>
                <a:gd name="T16" fmla="*/ 224 w 389"/>
                <a:gd name="T17" fmla="*/ 30 h 547"/>
                <a:gd name="T18" fmla="*/ 325 w 389"/>
                <a:gd name="T19" fmla="*/ 63 h 547"/>
                <a:gd name="T20" fmla="*/ 372 w 389"/>
                <a:gd name="T21" fmla="*/ 137 h 547"/>
                <a:gd name="T22" fmla="*/ 272 w 389"/>
                <a:gd name="T23" fmla="*/ 147 h 547"/>
                <a:gd name="T24" fmla="*/ 224 w 389"/>
                <a:gd name="T25" fmla="*/ 98 h 547"/>
                <a:gd name="T26" fmla="*/ 224 w 389"/>
                <a:gd name="T27" fmla="*/ 217 h 547"/>
                <a:gd name="T28" fmla="*/ 354 w 389"/>
                <a:gd name="T29" fmla="*/ 269 h 547"/>
                <a:gd name="T30" fmla="*/ 389 w 389"/>
                <a:gd name="T31" fmla="*/ 350 h 547"/>
                <a:gd name="T32" fmla="*/ 345 w 389"/>
                <a:gd name="T33" fmla="*/ 443 h 547"/>
                <a:gd name="T34" fmla="*/ 224 w 389"/>
                <a:gd name="T35" fmla="*/ 490 h 547"/>
                <a:gd name="T36" fmla="*/ 224 w 389"/>
                <a:gd name="T37" fmla="*/ 547 h 547"/>
                <a:gd name="T38" fmla="*/ 166 w 389"/>
                <a:gd name="T39" fmla="*/ 547 h 547"/>
                <a:gd name="T40" fmla="*/ 166 w 389"/>
                <a:gd name="T41" fmla="*/ 491 h 547"/>
                <a:gd name="T42" fmla="*/ 55 w 389"/>
                <a:gd name="T43" fmla="*/ 452 h 547"/>
                <a:gd name="T44" fmla="*/ 0 w 389"/>
                <a:gd name="T45" fmla="*/ 359 h 547"/>
                <a:gd name="T46" fmla="*/ 104 w 389"/>
                <a:gd name="T47" fmla="*/ 350 h 547"/>
                <a:gd name="T48" fmla="*/ 127 w 389"/>
                <a:gd name="T49" fmla="*/ 392 h 547"/>
                <a:gd name="T50" fmla="*/ 166 w 389"/>
                <a:gd name="T51" fmla="*/ 418 h 547"/>
                <a:gd name="T52" fmla="*/ 166 w 389"/>
                <a:gd name="T53" fmla="*/ 97 h 547"/>
                <a:gd name="T54" fmla="*/ 129 w 389"/>
                <a:gd name="T55" fmla="*/ 118 h 547"/>
                <a:gd name="T56" fmla="*/ 115 w 389"/>
                <a:gd name="T57" fmla="*/ 150 h 547"/>
                <a:gd name="T58" fmla="*/ 128 w 389"/>
                <a:gd name="T59" fmla="*/ 180 h 547"/>
                <a:gd name="T60" fmla="*/ 166 w 389"/>
                <a:gd name="T61" fmla="*/ 203 h 547"/>
                <a:gd name="T62" fmla="*/ 166 w 389"/>
                <a:gd name="T63" fmla="*/ 97 h 547"/>
                <a:gd name="T64" fmla="*/ 224 w 389"/>
                <a:gd name="T65" fmla="*/ 422 h 547"/>
                <a:gd name="T66" fmla="*/ 273 w 389"/>
                <a:gd name="T67" fmla="*/ 401 h 547"/>
                <a:gd name="T68" fmla="*/ 291 w 389"/>
                <a:gd name="T69" fmla="*/ 361 h 547"/>
                <a:gd name="T70" fmla="*/ 276 w 389"/>
                <a:gd name="T71" fmla="*/ 326 h 547"/>
                <a:gd name="T72" fmla="*/ 224 w 389"/>
                <a:gd name="T73" fmla="*/ 303 h 547"/>
                <a:gd name="T74" fmla="*/ 224 w 389"/>
                <a:gd name="T75" fmla="*/ 422 h 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547">
                  <a:moveTo>
                    <a:pt x="166" y="418"/>
                  </a:moveTo>
                  <a:cubicBezTo>
                    <a:pt x="166" y="290"/>
                    <a:pt x="166" y="290"/>
                    <a:pt x="166" y="290"/>
                  </a:cubicBezTo>
                  <a:cubicBezTo>
                    <a:pt x="114" y="278"/>
                    <a:pt x="76" y="261"/>
                    <a:pt x="52" y="238"/>
                  </a:cubicBezTo>
                  <a:cubicBezTo>
                    <a:pt x="28" y="215"/>
                    <a:pt x="16" y="187"/>
                    <a:pt x="16" y="154"/>
                  </a:cubicBezTo>
                  <a:cubicBezTo>
                    <a:pt x="16" y="120"/>
                    <a:pt x="29" y="92"/>
                    <a:pt x="57" y="69"/>
                  </a:cubicBezTo>
                  <a:cubicBezTo>
                    <a:pt x="84" y="47"/>
                    <a:pt x="121" y="34"/>
                    <a:pt x="166" y="30"/>
                  </a:cubicBezTo>
                  <a:cubicBezTo>
                    <a:pt x="166" y="0"/>
                    <a:pt x="166" y="0"/>
                    <a:pt x="166" y="0"/>
                  </a:cubicBezTo>
                  <a:cubicBezTo>
                    <a:pt x="224" y="0"/>
                    <a:pt x="224" y="0"/>
                    <a:pt x="224" y="0"/>
                  </a:cubicBezTo>
                  <a:cubicBezTo>
                    <a:pt x="224" y="30"/>
                    <a:pt x="224" y="30"/>
                    <a:pt x="224" y="30"/>
                  </a:cubicBezTo>
                  <a:cubicBezTo>
                    <a:pt x="266" y="34"/>
                    <a:pt x="300" y="45"/>
                    <a:pt x="325" y="63"/>
                  </a:cubicBezTo>
                  <a:cubicBezTo>
                    <a:pt x="350" y="82"/>
                    <a:pt x="366" y="106"/>
                    <a:pt x="372" y="137"/>
                  </a:cubicBezTo>
                  <a:cubicBezTo>
                    <a:pt x="272" y="147"/>
                    <a:pt x="272" y="147"/>
                    <a:pt x="272" y="147"/>
                  </a:cubicBezTo>
                  <a:cubicBezTo>
                    <a:pt x="266" y="123"/>
                    <a:pt x="250" y="106"/>
                    <a:pt x="224" y="98"/>
                  </a:cubicBezTo>
                  <a:cubicBezTo>
                    <a:pt x="224" y="217"/>
                    <a:pt x="224" y="217"/>
                    <a:pt x="224" y="217"/>
                  </a:cubicBezTo>
                  <a:cubicBezTo>
                    <a:pt x="288" y="231"/>
                    <a:pt x="331" y="248"/>
                    <a:pt x="354" y="269"/>
                  </a:cubicBezTo>
                  <a:cubicBezTo>
                    <a:pt x="377" y="290"/>
                    <a:pt x="389" y="317"/>
                    <a:pt x="389" y="350"/>
                  </a:cubicBezTo>
                  <a:cubicBezTo>
                    <a:pt x="389" y="387"/>
                    <a:pt x="374" y="418"/>
                    <a:pt x="345" y="443"/>
                  </a:cubicBezTo>
                  <a:cubicBezTo>
                    <a:pt x="316" y="468"/>
                    <a:pt x="276" y="484"/>
                    <a:pt x="224" y="490"/>
                  </a:cubicBezTo>
                  <a:cubicBezTo>
                    <a:pt x="224" y="547"/>
                    <a:pt x="224" y="547"/>
                    <a:pt x="224" y="547"/>
                  </a:cubicBezTo>
                  <a:cubicBezTo>
                    <a:pt x="166" y="547"/>
                    <a:pt x="166" y="547"/>
                    <a:pt x="166" y="547"/>
                  </a:cubicBezTo>
                  <a:cubicBezTo>
                    <a:pt x="166" y="491"/>
                    <a:pt x="166" y="491"/>
                    <a:pt x="166" y="491"/>
                  </a:cubicBezTo>
                  <a:cubicBezTo>
                    <a:pt x="121" y="487"/>
                    <a:pt x="83" y="474"/>
                    <a:pt x="55" y="452"/>
                  </a:cubicBezTo>
                  <a:cubicBezTo>
                    <a:pt x="26" y="430"/>
                    <a:pt x="8" y="399"/>
                    <a:pt x="0" y="359"/>
                  </a:cubicBezTo>
                  <a:cubicBezTo>
                    <a:pt x="104" y="350"/>
                    <a:pt x="104" y="350"/>
                    <a:pt x="104" y="350"/>
                  </a:cubicBezTo>
                  <a:cubicBezTo>
                    <a:pt x="108" y="366"/>
                    <a:pt x="116" y="380"/>
                    <a:pt x="127" y="392"/>
                  </a:cubicBezTo>
                  <a:cubicBezTo>
                    <a:pt x="139" y="404"/>
                    <a:pt x="152" y="413"/>
                    <a:pt x="166" y="418"/>
                  </a:cubicBezTo>
                  <a:close/>
                  <a:moveTo>
                    <a:pt x="166" y="97"/>
                  </a:moveTo>
                  <a:cubicBezTo>
                    <a:pt x="151" y="101"/>
                    <a:pt x="138" y="108"/>
                    <a:pt x="129" y="118"/>
                  </a:cubicBezTo>
                  <a:cubicBezTo>
                    <a:pt x="120" y="127"/>
                    <a:pt x="115" y="138"/>
                    <a:pt x="115" y="150"/>
                  </a:cubicBezTo>
                  <a:cubicBezTo>
                    <a:pt x="115" y="161"/>
                    <a:pt x="119" y="171"/>
                    <a:pt x="128" y="180"/>
                  </a:cubicBezTo>
                  <a:cubicBezTo>
                    <a:pt x="136" y="189"/>
                    <a:pt x="149" y="197"/>
                    <a:pt x="166" y="203"/>
                  </a:cubicBezTo>
                  <a:lnTo>
                    <a:pt x="166" y="97"/>
                  </a:lnTo>
                  <a:close/>
                  <a:moveTo>
                    <a:pt x="224" y="422"/>
                  </a:moveTo>
                  <a:cubicBezTo>
                    <a:pt x="244" y="419"/>
                    <a:pt x="260" y="412"/>
                    <a:pt x="273" y="401"/>
                  </a:cubicBezTo>
                  <a:cubicBezTo>
                    <a:pt x="285" y="390"/>
                    <a:pt x="291" y="376"/>
                    <a:pt x="291" y="361"/>
                  </a:cubicBezTo>
                  <a:cubicBezTo>
                    <a:pt x="291" y="347"/>
                    <a:pt x="286" y="336"/>
                    <a:pt x="276" y="326"/>
                  </a:cubicBezTo>
                  <a:cubicBezTo>
                    <a:pt x="265" y="316"/>
                    <a:pt x="248" y="308"/>
                    <a:pt x="224" y="303"/>
                  </a:cubicBezTo>
                  <a:lnTo>
                    <a:pt x="224" y="422"/>
                  </a:lnTo>
                  <a:close/>
                </a:path>
              </a:pathLst>
            </a:custGeom>
            <a:solidFill>
              <a:schemeClr val="bg1"/>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sp>
        <p:nvSpPr>
          <p:cNvPr id="130" name="Rectangle 129"/>
          <p:cNvSpPr/>
          <p:nvPr/>
        </p:nvSpPr>
        <p:spPr>
          <a:xfrm>
            <a:off x="6408551" y="2876271"/>
            <a:ext cx="2569810" cy="497572"/>
          </a:xfrm>
          <a:prstGeom prst="rect">
            <a:avLst/>
          </a:prstGeom>
        </p:spPr>
        <p:txBody>
          <a:bodyPr wrap="square">
            <a:spAutoFit/>
          </a:bodyPr>
          <a:lstStyle/>
          <a:p>
            <a:pPr defTabSz="990671" fontAlgn="auto">
              <a:lnSpc>
                <a:spcPct val="90000"/>
              </a:lnSpc>
              <a:spcBef>
                <a:spcPts val="0"/>
              </a:spcBef>
              <a:spcAft>
                <a:spcPts val="0"/>
              </a:spcAft>
            </a:pPr>
            <a:r>
              <a:rPr lang="en-US" sz="1463" kern="0" dirty="0">
                <a:solidFill>
                  <a:prstClr val="black">
                    <a:lumMod val="65000"/>
                    <a:lumOff val="35000"/>
                  </a:prstClr>
                </a:solidFill>
                <a:latin typeface="Arial" pitchFamily="34" charset="0"/>
                <a:cs typeface="Arial" pitchFamily="34" charset="0"/>
              </a:rPr>
              <a:t>This is a sample text. </a:t>
            </a:r>
          </a:p>
          <a:p>
            <a:pPr defTabSz="990671" fontAlgn="auto">
              <a:lnSpc>
                <a:spcPct val="90000"/>
              </a:lnSpc>
              <a:spcBef>
                <a:spcPts val="0"/>
              </a:spcBef>
              <a:spcAft>
                <a:spcPts val="0"/>
              </a:spcAft>
            </a:pPr>
            <a:r>
              <a:rPr lang="en-US" sz="1463" kern="0" dirty="0">
                <a:solidFill>
                  <a:prstClr val="black">
                    <a:lumMod val="65000"/>
                    <a:lumOff val="35000"/>
                  </a:prstClr>
                </a:solidFill>
                <a:latin typeface="Arial" pitchFamily="34" charset="0"/>
                <a:cs typeface="Arial" pitchFamily="34" charset="0"/>
              </a:rPr>
              <a:t>Insert your desired text here. </a:t>
            </a:r>
            <a:endParaRPr lang="en-US" sz="1463" dirty="0">
              <a:solidFill>
                <a:prstClr val="black">
                  <a:lumMod val="65000"/>
                  <a:lumOff val="35000"/>
                </a:prstClr>
              </a:solidFill>
              <a:latin typeface="Arial" pitchFamily="34" charset="0"/>
              <a:cs typeface="Arial" pitchFamily="34" charset="0"/>
            </a:endParaRPr>
          </a:p>
        </p:txBody>
      </p:sp>
      <p:sp>
        <p:nvSpPr>
          <p:cNvPr id="131" name="TextBox 130"/>
          <p:cNvSpPr txBox="1"/>
          <p:nvPr/>
        </p:nvSpPr>
        <p:spPr>
          <a:xfrm>
            <a:off x="6408551" y="2264498"/>
            <a:ext cx="2569810" cy="542584"/>
          </a:xfrm>
          <a:prstGeom prst="rect">
            <a:avLst/>
          </a:prstGeom>
          <a:noFill/>
        </p:spPr>
        <p:txBody>
          <a:bodyPr wrap="square" rtlCol="0">
            <a:spAutoFit/>
          </a:bodyPr>
          <a:lstStyle/>
          <a:p>
            <a:pPr defTabSz="990671" fontAlgn="auto">
              <a:spcBef>
                <a:spcPts val="0"/>
              </a:spcBef>
              <a:spcAft>
                <a:spcPts val="0"/>
              </a:spcAft>
            </a:pPr>
            <a:r>
              <a:rPr lang="en-US" sz="2926" b="1" dirty="0">
                <a:solidFill>
                  <a:srgbClr val="1982C4"/>
                </a:solidFill>
                <a:latin typeface="Arial" panose="020B0604020202020204" pitchFamily="34" charset="0"/>
                <a:cs typeface="Arial" panose="020B0604020202020204" pitchFamily="34" charset="0"/>
              </a:rPr>
              <a:t>PROS</a:t>
            </a:r>
            <a:endParaRPr lang="en-IN" sz="2926" b="1" dirty="0">
              <a:solidFill>
                <a:srgbClr val="1982C4"/>
              </a:solidFill>
              <a:latin typeface="Arial" panose="020B0604020202020204" pitchFamily="34" charset="0"/>
              <a:cs typeface="Arial" panose="020B0604020202020204" pitchFamily="34" charset="0"/>
            </a:endParaRPr>
          </a:p>
        </p:txBody>
      </p:sp>
      <p:sp>
        <p:nvSpPr>
          <p:cNvPr id="134" name="Rectangle 133"/>
          <p:cNvSpPr/>
          <p:nvPr/>
        </p:nvSpPr>
        <p:spPr>
          <a:xfrm>
            <a:off x="6408551" y="4701344"/>
            <a:ext cx="2569810" cy="497572"/>
          </a:xfrm>
          <a:prstGeom prst="rect">
            <a:avLst/>
          </a:prstGeom>
        </p:spPr>
        <p:txBody>
          <a:bodyPr wrap="square">
            <a:spAutoFit/>
          </a:bodyPr>
          <a:lstStyle/>
          <a:p>
            <a:pPr defTabSz="990671" fontAlgn="auto">
              <a:lnSpc>
                <a:spcPct val="90000"/>
              </a:lnSpc>
              <a:spcBef>
                <a:spcPts val="0"/>
              </a:spcBef>
              <a:spcAft>
                <a:spcPts val="0"/>
              </a:spcAft>
            </a:pPr>
            <a:r>
              <a:rPr lang="en-US" sz="1463" kern="0" dirty="0">
                <a:solidFill>
                  <a:prstClr val="black">
                    <a:lumMod val="65000"/>
                    <a:lumOff val="35000"/>
                  </a:prstClr>
                </a:solidFill>
                <a:latin typeface="Arial" pitchFamily="34" charset="0"/>
                <a:cs typeface="Arial" pitchFamily="34" charset="0"/>
              </a:rPr>
              <a:t>This is a sample text. </a:t>
            </a:r>
          </a:p>
          <a:p>
            <a:pPr defTabSz="990671" fontAlgn="auto">
              <a:lnSpc>
                <a:spcPct val="90000"/>
              </a:lnSpc>
              <a:spcBef>
                <a:spcPts val="0"/>
              </a:spcBef>
              <a:spcAft>
                <a:spcPts val="0"/>
              </a:spcAft>
            </a:pPr>
            <a:r>
              <a:rPr lang="en-US" sz="1463" kern="0" dirty="0">
                <a:solidFill>
                  <a:prstClr val="black">
                    <a:lumMod val="65000"/>
                    <a:lumOff val="35000"/>
                  </a:prstClr>
                </a:solidFill>
                <a:latin typeface="Arial" pitchFamily="34" charset="0"/>
                <a:cs typeface="Arial" pitchFamily="34" charset="0"/>
              </a:rPr>
              <a:t>Insert your desired text here. </a:t>
            </a:r>
            <a:endParaRPr lang="en-US" sz="1463" dirty="0">
              <a:solidFill>
                <a:prstClr val="black">
                  <a:lumMod val="65000"/>
                  <a:lumOff val="35000"/>
                </a:prstClr>
              </a:solidFill>
              <a:latin typeface="Arial" pitchFamily="34" charset="0"/>
              <a:cs typeface="Arial" pitchFamily="34" charset="0"/>
            </a:endParaRPr>
          </a:p>
        </p:txBody>
      </p:sp>
      <p:sp>
        <p:nvSpPr>
          <p:cNvPr id="135" name="TextBox 134"/>
          <p:cNvSpPr txBox="1"/>
          <p:nvPr/>
        </p:nvSpPr>
        <p:spPr>
          <a:xfrm>
            <a:off x="6408551" y="4089571"/>
            <a:ext cx="2569810" cy="542584"/>
          </a:xfrm>
          <a:prstGeom prst="rect">
            <a:avLst/>
          </a:prstGeom>
          <a:noFill/>
        </p:spPr>
        <p:txBody>
          <a:bodyPr wrap="square" rtlCol="0">
            <a:spAutoFit/>
          </a:bodyPr>
          <a:lstStyle/>
          <a:p>
            <a:pPr defTabSz="990671" fontAlgn="auto">
              <a:spcBef>
                <a:spcPts val="0"/>
              </a:spcBef>
              <a:spcAft>
                <a:spcPts val="0"/>
              </a:spcAft>
            </a:pPr>
            <a:r>
              <a:rPr lang="en-US" sz="2926" b="1" dirty="0">
                <a:solidFill>
                  <a:srgbClr val="FF595E"/>
                </a:solidFill>
                <a:latin typeface="Arial" panose="020B0604020202020204" pitchFamily="34" charset="0"/>
                <a:cs typeface="Arial" panose="020B0604020202020204" pitchFamily="34" charset="0"/>
              </a:rPr>
              <a:t>CONS</a:t>
            </a:r>
            <a:endParaRPr lang="en-IN" sz="2926" b="1" dirty="0">
              <a:solidFill>
                <a:srgbClr val="FF595E"/>
              </a:solidFill>
              <a:latin typeface="Arial" panose="020B0604020202020204" pitchFamily="34" charset="0"/>
              <a:cs typeface="Arial" panose="020B0604020202020204" pitchFamily="34" charset="0"/>
            </a:endParaRPr>
          </a:p>
        </p:txBody>
      </p:sp>
      <p:cxnSp>
        <p:nvCxnSpPr>
          <p:cNvPr id="38" name="Straight Connector 37"/>
          <p:cNvCxnSpPr/>
          <p:nvPr/>
        </p:nvCxnSpPr>
        <p:spPr>
          <a:xfrm>
            <a:off x="6408550" y="3800572"/>
            <a:ext cx="272486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672269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4640358" y="2415042"/>
            <a:ext cx="1490158" cy="2890003"/>
            <a:chOff x="896003" y="2722563"/>
            <a:chExt cx="1833563" cy="3556000"/>
          </a:xfrm>
        </p:grpSpPr>
        <p:sp>
          <p:nvSpPr>
            <p:cNvPr id="10" name="Freeform 9"/>
            <p:cNvSpPr>
              <a:spLocks noEditPoints="1"/>
            </p:cNvSpPr>
            <p:nvPr/>
          </p:nvSpPr>
          <p:spPr bwMode="auto">
            <a:xfrm>
              <a:off x="1718328" y="2776538"/>
              <a:ext cx="180975" cy="180975"/>
            </a:xfrm>
            <a:custGeom>
              <a:avLst/>
              <a:gdLst>
                <a:gd name="T0" fmla="*/ 56 w 111"/>
                <a:gd name="T1" fmla="*/ 111 h 111"/>
                <a:gd name="T2" fmla="*/ 0 w 111"/>
                <a:gd name="T3" fmla="*/ 56 h 111"/>
                <a:gd name="T4" fmla="*/ 56 w 111"/>
                <a:gd name="T5" fmla="*/ 0 h 111"/>
                <a:gd name="T6" fmla="*/ 111 w 111"/>
                <a:gd name="T7" fmla="*/ 56 h 111"/>
                <a:gd name="T8" fmla="*/ 56 w 111"/>
                <a:gd name="T9" fmla="*/ 111 h 111"/>
                <a:gd name="T10" fmla="*/ 56 w 111"/>
                <a:gd name="T11" fmla="*/ 20 h 111"/>
                <a:gd name="T12" fmla="*/ 20 w 111"/>
                <a:gd name="T13" fmla="*/ 56 h 111"/>
                <a:gd name="T14" fmla="*/ 56 w 111"/>
                <a:gd name="T15" fmla="*/ 91 h 111"/>
                <a:gd name="T16" fmla="*/ 91 w 111"/>
                <a:gd name="T17" fmla="*/ 56 h 111"/>
                <a:gd name="T18" fmla="*/ 56 w 111"/>
                <a:gd name="T19" fmla="*/ 2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1" h="111">
                  <a:moveTo>
                    <a:pt x="56" y="111"/>
                  </a:moveTo>
                  <a:cubicBezTo>
                    <a:pt x="25" y="111"/>
                    <a:pt x="0" y="86"/>
                    <a:pt x="0" y="56"/>
                  </a:cubicBezTo>
                  <a:cubicBezTo>
                    <a:pt x="0" y="25"/>
                    <a:pt x="25" y="0"/>
                    <a:pt x="56" y="0"/>
                  </a:cubicBezTo>
                  <a:cubicBezTo>
                    <a:pt x="86" y="0"/>
                    <a:pt x="111" y="25"/>
                    <a:pt x="111" y="56"/>
                  </a:cubicBezTo>
                  <a:cubicBezTo>
                    <a:pt x="111" y="86"/>
                    <a:pt x="86" y="111"/>
                    <a:pt x="56" y="111"/>
                  </a:cubicBezTo>
                  <a:close/>
                  <a:moveTo>
                    <a:pt x="56" y="20"/>
                  </a:moveTo>
                  <a:cubicBezTo>
                    <a:pt x="36" y="20"/>
                    <a:pt x="20" y="36"/>
                    <a:pt x="20" y="56"/>
                  </a:cubicBezTo>
                  <a:cubicBezTo>
                    <a:pt x="20" y="75"/>
                    <a:pt x="36" y="91"/>
                    <a:pt x="56" y="91"/>
                  </a:cubicBezTo>
                  <a:cubicBezTo>
                    <a:pt x="75" y="91"/>
                    <a:pt x="91" y="75"/>
                    <a:pt x="91" y="56"/>
                  </a:cubicBezTo>
                  <a:cubicBezTo>
                    <a:pt x="91" y="36"/>
                    <a:pt x="75" y="20"/>
                    <a:pt x="56" y="2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33" name="Rectangle 32"/>
            <p:cNvSpPr>
              <a:spLocks noChangeArrowheads="1"/>
            </p:cNvSpPr>
            <p:nvPr/>
          </p:nvSpPr>
          <p:spPr bwMode="auto">
            <a:xfrm>
              <a:off x="1767541" y="2722563"/>
              <a:ext cx="92075" cy="107950"/>
            </a:xfrm>
            <a:prstGeom prst="rect">
              <a:avLst/>
            </a:pr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 name="Freeform 7"/>
            <p:cNvSpPr>
              <a:spLocks/>
            </p:cNvSpPr>
            <p:nvPr/>
          </p:nvSpPr>
          <p:spPr bwMode="auto">
            <a:xfrm>
              <a:off x="926166" y="5981700"/>
              <a:ext cx="1768475" cy="296863"/>
            </a:xfrm>
            <a:custGeom>
              <a:avLst/>
              <a:gdLst>
                <a:gd name="T0" fmla="*/ 1082 w 1082"/>
                <a:gd name="T1" fmla="*/ 0 h 181"/>
                <a:gd name="T2" fmla="*/ 0 w 1082"/>
                <a:gd name="T3" fmla="*/ 0 h 181"/>
                <a:gd name="T4" fmla="*/ 541 w 1082"/>
                <a:gd name="T5" fmla="*/ 181 h 181"/>
                <a:gd name="T6" fmla="*/ 1082 w 1082"/>
                <a:gd name="T7" fmla="*/ 0 h 181"/>
              </a:gdLst>
              <a:ahLst/>
              <a:cxnLst>
                <a:cxn ang="0">
                  <a:pos x="T0" y="T1"/>
                </a:cxn>
                <a:cxn ang="0">
                  <a:pos x="T2" y="T3"/>
                </a:cxn>
                <a:cxn ang="0">
                  <a:pos x="T4" y="T5"/>
                </a:cxn>
                <a:cxn ang="0">
                  <a:pos x="T6" y="T7"/>
                </a:cxn>
              </a:cxnLst>
              <a:rect l="0" t="0" r="r" b="b"/>
              <a:pathLst>
                <a:path w="1082" h="181">
                  <a:moveTo>
                    <a:pt x="1082" y="0"/>
                  </a:moveTo>
                  <a:cubicBezTo>
                    <a:pt x="0" y="0"/>
                    <a:pt x="0" y="0"/>
                    <a:pt x="0" y="0"/>
                  </a:cubicBezTo>
                  <a:cubicBezTo>
                    <a:pt x="125" y="110"/>
                    <a:pt x="321" y="181"/>
                    <a:pt x="541" y="181"/>
                  </a:cubicBezTo>
                  <a:cubicBezTo>
                    <a:pt x="760" y="181"/>
                    <a:pt x="956" y="110"/>
                    <a:pt x="1082" y="0"/>
                  </a:cubicBezTo>
                  <a:close/>
                </a:path>
              </a:pathLst>
            </a:custGeom>
            <a:solidFill>
              <a:schemeClr val="tx1">
                <a:lumMod val="65000"/>
                <a:lumOff val="3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9" name="Oval 8"/>
            <p:cNvSpPr>
              <a:spLocks noChangeArrowheads="1"/>
            </p:cNvSpPr>
            <p:nvPr/>
          </p:nvSpPr>
          <p:spPr bwMode="auto">
            <a:xfrm>
              <a:off x="926166" y="5919788"/>
              <a:ext cx="1768475" cy="122238"/>
            </a:xfrm>
            <a:prstGeom prst="ellipse">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 name="Freeform 10"/>
            <p:cNvSpPr>
              <a:spLocks/>
            </p:cNvSpPr>
            <p:nvPr/>
          </p:nvSpPr>
          <p:spPr bwMode="auto">
            <a:xfrm>
              <a:off x="954741" y="2908300"/>
              <a:ext cx="835025" cy="3032125"/>
            </a:xfrm>
            <a:custGeom>
              <a:avLst/>
              <a:gdLst>
                <a:gd name="T0" fmla="*/ 19 w 526"/>
                <a:gd name="T1" fmla="*/ 1910 h 1910"/>
                <a:gd name="T2" fmla="*/ 0 w 526"/>
                <a:gd name="T3" fmla="*/ 1901 h 1910"/>
                <a:gd name="T4" fmla="*/ 508 w 526"/>
                <a:gd name="T5" fmla="*/ 0 h 1910"/>
                <a:gd name="T6" fmla="*/ 526 w 526"/>
                <a:gd name="T7" fmla="*/ 9 h 1910"/>
                <a:gd name="T8" fmla="*/ 19 w 526"/>
                <a:gd name="T9" fmla="*/ 1910 h 1910"/>
              </a:gdLst>
              <a:ahLst/>
              <a:cxnLst>
                <a:cxn ang="0">
                  <a:pos x="T0" y="T1"/>
                </a:cxn>
                <a:cxn ang="0">
                  <a:pos x="T2" y="T3"/>
                </a:cxn>
                <a:cxn ang="0">
                  <a:pos x="T4" y="T5"/>
                </a:cxn>
                <a:cxn ang="0">
                  <a:pos x="T6" y="T7"/>
                </a:cxn>
                <a:cxn ang="0">
                  <a:pos x="T8" y="T9"/>
                </a:cxn>
              </a:cxnLst>
              <a:rect l="0" t="0" r="r" b="b"/>
              <a:pathLst>
                <a:path w="526" h="1910">
                  <a:moveTo>
                    <a:pt x="19" y="1910"/>
                  </a:moveTo>
                  <a:lnTo>
                    <a:pt x="0" y="1901"/>
                  </a:lnTo>
                  <a:lnTo>
                    <a:pt x="508" y="0"/>
                  </a:lnTo>
                  <a:lnTo>
                    <a:pt x="526" y="9"/>
                  </a:lnTo>
                  <a:lnTo>
                    <a:pt x="19" y="191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 name="Freeform 11"/>
            <p:cNvSpPr>
              <a:spLocks/>
            </p:cNvSpPr>
            <p:nvPr/>
          </p:nvSpPr>
          <p:spPr bwMode="auto">
            <a:xfrm>
              <a:off x="1792941" y="2924175"/>
              <a:ext cx="184150" cy="2968625"/>
            </a:xfrm>
            <a:custGeom>
              <a:avLst/>
              <a:gdLst>
                <a:gd name="T0" fmla="*/ 95 w 116"/>
                <a:gd name="T1" fmla="*/ 1870 h 1870"/>
                <a:gd name="T2" fmla="*/ 0 w 116"/>
                <a:gd name="T3" fmla="*/ 2 h 1870"/>
                <a:gd name="T4" fmla="*/ 21 w 116"/>
                <a:gd name="T5" fmla="*/ 0 h 1870"/>
                <a:gd name="T6" fmla="*/ 116 w 116"/>
                <a:gd name="T7" fmla="*/ 1868 h 1870"/>
                <a:gd name="T8" fmla="*/ 95 w 116"/>
                <a:gd name="T9" fmla="*/ 1870 h 1870"/>
              </a:gdLst>
              <a:ahLst/>
              <a:cxnLst>
                <a:cxn ang="0">
                  <a:pos x="T0" y="T1"/>
                </a:cxn>
                <a:cxn ang="0">
                  <a:pos x="T2" y="T3"/>
                </a:cxn>
                <a:cxn ang="0">
                  <a:pos x="T4" y="T5"/>
                </a:cxn>
                <a:cxn ang="0">
                  <a:pos x="T6" y="T7"/>
                </a:cxn>
                <a:cxn ang="0">
                  <a:pos x="T8" y="T9"/>
                </a:cxn>
              </a:cxnLst>
              <a:rect l="0" t="0" r="r" b="b"/>
              <a:pathLst>
                <a:path w="116" h="1870">
                  <a:moveTo>
                    <a:pt x="95" y="1870"/>
                  </a:moveTo>
                  <a:lnTo>
                    <a:pt x="0" y="2"/>
                  </a:lnTo>
                  <a:lnTo>
                    <a:pt x="21" y="0"/>
                  </a:lnTo>
                  <a:lnTo>
                    <a:pt x="116" y="1868"/>
                  </a:lnTo>
                  <a:lnTo>
                    <a:pt x="95" y="187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3" name="Freeform 12"/>
            <p:cNvSpPr>
              <a:spLocks/>
            </p:cNvSpPr>
            <p:nvPr/>
          </p:nvSpPr>
          <p:spPr bwMode="auto">
            <a:xfrm>
              <a:off x="1824691" y="2908300"/>
              <a:ext cx="849313" cy="3049588"/>
            </a:xfrm>
            <a:custGeom>
              <a:avLst/>
              <a:gdLst>
                <a:gd name="T0" fmla="*/ 514 w 535"/>
                <a:gd name="T1" fmla="*/ 1921 h 1921"/>
                <a:gd name="T2" fmla="*/ 0 w 535"/>
                <a:gd name="T3" fmla="*/ 9 h 1921"/>
                <a:gd name="T4" fmla="*/ 22 w 535"/>
                <a:gd name="T5" fmla="*/ 0 h 1921"/>
                <a:gd name="T6" fmla="*/ 535 w 535"/>
                <a:gd name="T7" fmla="*/ 1913 h 1921"/>
                <a:gd name="T8" fmla="*/ 514 w 535"/>
                <a:gd name="T9" fmla="*/ 1921 h 1921"/>
              </a:gdLst>
              <a:ahLst/>
              <a:cxnLst>
                <a:cxn ang="0">
                  <a:pos x="T0" y="T1"/>
                </a:cxn>
                <a:cxn ang="0">
                  <a:pos x="T2" y="T3"/>
                </a:cxn>
                <a:cxn ang="0">
                  <a:pos x="T4" y="T5"/>
                </a:cxn>
                <a:cxn ang="0">
                  <a:pos x="T6" y="T7"/>
                </a:cxn>
                <a:cxn ang="0">
                  <a:pos x="T8" y="T9"/>
                </a:cxn>
              </a:cxnLst>
              <a:rect l="0" t="0" r="r" b="b"/>
              <a:pathLst>
                <a:path w="535" h="1921">
                  <a:moveTo>
                    <a:pt x="514" y="1921"/>
                  </a:moveTo>
                  <a:lnTo>
                    <a:pt x="0" y="9"/>
                  </a:lnTo>
                  <a:lnTo>
                    <a:pt x="22" y="0"/>
                  </a:lnTo>
                  <a:lnTo>
                    <a:pt x="535" y="1913"/>
                  </a:lnTo>
                  <a:lnTo>
                    <a:pt x="514" y="1921"/>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4" name="Freeform 13"/>
            <p:cNvSpPr>
              <a:spLocks/>
            </p:cNvSpPr>
            <p:nvPr/>
          </p:nvSpPr>
          <p:spPr bwMode="auto">
            <a:xfrm>
              <a:off x="896003" y="5922963"/>
              <a:ext cx="117475" cy="115888"/>
            </a:xfrm>
            <a:custGeom>
              <a:avLst/>
              <a:gdLst>
                <a:gd name="T0" fmla="*/ 36 w 72"/>
                <a:gd name="T1" fmla="*/ 55 h 71"/>
                <a:gd name="T2" fmla="*/ 16 w 72"/>
                <a:gd name="T3" fmla="*/ 35 h 71"/>
                <a:gd name="T4" fmla="*/ 36 w 72"/>
                <a:gd name="T5" fmla="*/ 16 h 71"/>
                <a:gd name="T6" fmla="*/ 56 w 72"/>
                <a:gd name="T7" fmla="*/ 35 h 71"/>
                <a:gd name="T8" fmla="*/ 55 w 72"/>
                <a:gd name="T9" fmla="*/ 36 h 71"/>
                <a:gd name="T10" fmla="*/ 72 w 72"/>
                <a:gd name="T11" fmla="*/ 34 h 71"/>
                <a:gd name="T12" fmla="*/ 36 w 72"/>
                <a:gd name="T13" fmla="*/ 0 h 71"/>
                <a:gd name="T14" fmla="*/ 0 w 72"/>
                <a:gd name="T15" fmla="*/ 35 h 71"/>
                <a:gd name="T16" fmla="*/ 36 w 72"/>
                <a:gd name="T17" fmla="*/ 71 h 71"/>
                <a:gd name="T18" fmla="*/ 55 w 72"/>
                <a:gd name="T19" fmla="*/ 65 h 71"/>
                <a:gd name="T20" fmla="*/ 40 w 72"/>
                <a:gd name="T21" fmla="*/ 54 h 71"/>
                <a:gd name="T22" fmla="*/ 36 w 72"/>
                <a:gd name="T23" fmla="*/ 5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2" h="71">
                  <a:moveTo>
                    <a:pt x="36" y="55"/>
                  </a:moveTo>
                  <a:cubicBezTo>
                    <a:pt x="25" y="55"/>
                    <a:pt x="16" y="46"/>
                    <a:pt x="16" y="35"/>
                  </a:cubicBezTo>
                  <a:cubicBezTo>
                    <a:pt x="16" y="24"/>
                    <a:pt x="25" y="16"/>
                    <a:pt x="36" y="16"/>
                  </a:cubicBezTo>
                  <a:cubicBezTo>
                    <a:pt x="47" y="16"/>
                    <a:pt x="56" y="24"/>
                    <a:pt x="56" y="35"/>
                  </a:cubicBezTo>
                  <a:cubicBezTo>
                    <a:pt x="56" y="35"/>
                    <a:pt x="55" y="36"/>
                    <a:pt x="55" y="36"/>
                  </a:cubicBezTo>
                  <a:cubicBezTo>
                    <a:pt x="72" y="34"/>
                    <a:pt x="72" y="34"/>
                    <a:pt x="72" y="34"/>
                  </a:cubicBezTo>
                  <a:cubicBezTo>
                    <a:pt x="71" y="15"/>
                    <a:pt x="55" y="0"/>
                    <a:pt x="36" y="0"/>
                  </a:cubicBezTo>
                  <a:cubicBezTo>
                    <a:pt x="16" y="0"/>
                    <a:pt x="0" y="15"/>
                    <a:pt x="0" y="35"/>
                  </a:cubicBezTo>
                  <a:cubicBezTo>
                    <a:pt x="0" y="55"/>
                    <a:pt x="16" y="71"/>
                    <a:pt x="36" y="71"/>
                  </a:cubicBezTo>
                  <a:cubicBezTo>
                    <a:pt x="43" y="71"/>
                    <a:pt x="49" y="69"/>
                    <a:pt x="55" y="65"/>
                  </a:cubicBezTo>
                  <a:cubicBezTo>
                    <a:pt x="40" y="54"/>
                    <a:pt x="40" y="54"/>
                    <a:pt x="40" y="54"/>
                  </a:cubicBezTo>
                  <a:cubicBezTo>
                    <a:pt x="39" y="55"/>
                    <a:pt x="37" y="55"/>
                    <a:pt x="36" y="55"/>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5" name="Freeform 14"/>
            <p:cNvSpPr>
              <a:spLocks/>
            </p:cNvSpPr>
            <p:nvPr/>
          </p:nvSpPr>
          <p:spPr bwMode="auto">
            <a:xfrm>
              <a:off x="1900891" y="5864225"/>
              <a:ext cx="117475" cy="114300"/>
            </a:xfrm>
            <a:custGeom>
              <a:avLst/>
              <a:gdLst>
                <a:gd name="T0" fmla="*/ 16 w 72"/>
                <a:gd name="T1" fmla="*/ 36 h 70"/>
                <a:gd name="T2" fmla="*/ 36 w 72"/>
                <a:gd name="T3" fmla="*/ 16 h 70"/>
                <a:gd name="T4" fmla="*/ 55 w 72"/>
                <a:gd name="T5" fmla="*/ 35 h 70"/>
                <a:gd name="T6" fmla="*/ 72 w 72"/>
                <a:gd name="T7" fmla="*/ 36 h 70"/>
                <a:gd name="T8" fmla="*/ 36 w 72"/>
                <a:gd name="T9" fmla="*/ 0 h 70"/>
                <a:gd name="T10" fmla="*/ 0 w 72"/>
                <a:gd name="T11" fmla="*/ 36 h 70"/>
                <a:gd name="T12" fmla="*/ 28 w 72"/>
                <a:gd name="T13" fmla="*/ 70 h 70"/>
                <a:gd name="T14" fmla="*/ 29 w 72"/>
                <a:gd name="T15" fmla="*/ 54 h 70"/>
                <a:gd name="T16" fmla="*/ 16 w 72"/>
                <a:gd name="T17" fmla="*/ 3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2" h="70">
                  <a:moveTo>
                    <a:pt x="16" y="36"/>
                  </a:moveTo>
                  <a:cubicBezTo>
                    <a:pt x="16" y="25"/>
                    <a:pt x="25" y="16"/>
                    <a:pt x="36" y="16"/>
                  </a:cubicBezTo>
                  <a:cubicBezTo>
                    <a:pt x="47" y="16"/>
                    <a:pt x="55" y="25"/>
                    <a:pt x="55" y="35"/>
                  </a:cubicBezTo>
                  <a:cubicBezTo>
                    <a:pt x="72" y="36"/>
                    <a:pt x="72" y="36"/>
                    <a:pt x="72" y="36"/>
                  </a:cubicBezTo>
                  <a:cubicBezTo>
                    <a:pt x="71" y="16"/>
                    <a:pt x="56" y="0"/>
                    <a:pt x="36" y="0"/>
                  </a:cubicBezTo>
                  <a:cubicBezTo>
                    <a:pt x="16" y="0"/>
                    <a:pt x="0" y="16"/>
                    <a:pt x="0" y="36"/>
                  </a:cubicBezTo>
                  <a:cubicBezTo>
                    <a:pt x="0" y="52"/>
                    <a:pt x="12" y="67"/>
                    <a:pt x="28" y="70"/>
                  </a:cubicBezTo>
                  <a:cubicBezTo>
                    <a:pt x="29" y="54"/>
                    <a:pt x="29" y="54"/>
                    <a:pt x="29" y="54"/>
                  </a:cubicBezTo>
                  <a:cubicBezTo>
                    <a:pt x="22" y="51"/>
                    <a:pt x="16" y="44"/>
                    <a:pt x="16" y="36"/>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6" name="Freeform 15"/>
            <p:cNvSpPr>
              <a:spLocks/>
            </p:cNvSpPr>
            <p:nvPr/>
          </p:nvSpPr>
          <p:spPr bwMode="auto">
            <a:xfrm>
              <a:off x="2613678" y="5922963"/>
              <a:ext cx="115888" cy="115888"/>
            </a:xfrm>
            <a:custGeom>
              <a:avLst/>
              <a:gdLst>
                <a:gd name="T0" fmla="*/ 35 w 71"/>
                <a:gd name="T1" fmla="*/ 0 h 71"/>
                <a:gd name="T2" fmla="*/ 0 w 71"/>
                <a:gd name="T3" fmla="*/ 36 h 71"/>
                <a:gd name="T4" fmla="*/ 0 w 71"/>
                <a:gd name="T5" fmla="*/ 43 h 71"/>
                <a:gd name="T6" fmla="*/ 16 w 71"/>
                <a:gd name="T7" fmla="*/ 39 h 71"/>
                <a:gd name="T8" fmla="*/ 16 w 71"/>
                <a:gd name="T9" fmla="*/ 36 h 71"/>
                <a:gd name="T10" fmla="*/ 35 w 71"/>
                <a:gd name="T11" fmla="*/ 16 h 71"/>
                <a:gd name="T12" fmla="*/ 55 w 71"/>
                <a:gd name="T13" fmla="*/ 36 h 71"/>
                <a:gd name="T14" fmla="*/ 35 w 71"/>
                <a:gd name="T15" fmla="*/ 55 h 71"/>
                <a:gd name="T16" fmla="*/ 27 w 71"/>
                <a:gd name="T17" fmla="*/ 54 h 71"/>
                <a:gd name="T18" fmla="*/ 14 w 71"/>
                <a:gd name="T19" fmla="*/ 64 h 71"/>
                <a:gd name="T20" fmla="*/ 35 w 71"/>
                <a:gd name="T21" fmla="*/ 71 h 71"/>
                <a:gd name="T22" fmla="*/ 71 w 71"/>
                <a:gd name="T23" fmla="*/ 36 h 71"/>
                <a:gd name="T24" fmla="*/ 35 w 71"/>
                <a:gd name="T25"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1">
                  <a:moveTo>
                    <a:pt x="35" y="0"/>
                  </a:moveTo>
                  <a:cubicBezTo>
                    <a:pt x="16" y="0"/>
                    <a:pt x="0" y="16"/>
                    <a:pt x="0" y="36"/>
                  </a:cubicBezTo>
                  <a:cubicBezTo>
                    <a:pt x="0" y="38"/>
                    <a:pt x="0" y="40"/>
                    <a:pt x="0" y="43"/>
                  </a:cubicBezTo>
                  <a:cubicBezTo>
                    <a:pt x="16" y="39"/>
                    <a:pt x="16" y="39"/>
                    <a:pt x="16" y="39"/>
                  </a:cubicBezTo>
                  <a:cubicBezTo>
                    <a:pt x="16" y="38"/>
                    <a:pt x="16" y="37"/>
                    <a:pt x="16" y="36"/>
                  </a:cubicBezTo>
                  <a:cubicBezTo>
                    <a:pt x="16" y="25"/>
                    <a:pt x="24" y="16"/>
                    <a:pt x="35" y="16"/>
                  </a:cubicBezTo>
                  <a:cubicBezTo>
                    <a:pt x="46" y="16"/>
                    <a:pt x="55" y="25"/>
                    <a:pt x="55" y="36"/>
                  </a:cubicBezTo>
                  <a:cubicBezTo>
                    <a:pt x="55" y="47"/>
                    <a:pt x="46" y="55"/>
                    <a:pt x="35" y="55"/>
                  </a:cubicBezTo>
                  <a:cubicBezTo>
                    <a:pt x="32" y="55"/>
                    <a:pt x="30" y="55"/>
                    <a:pt x="27" y="54"/>
                  </a:cubicBezTo>
                  <a:cubicBezTo>
                    <a:pt x="14" y="64"/>
                    <a:pt x="14" y="64"/>
                    <a:pt x="14" y="64"/>
                  </a:cubicBezTo>
                  <a:cubicBezTo>
                    <a:pt x="20" y="69"/>
                    <a:pt x="27" y="71"/>
                    <a:pt x="35" y="71"/>
                  </a:cubicBezTo>
                  <a:cubicBezTo>
                    <a:pt x="55" y="71"/>
                    <a:pt x="71" y="55"/>
                    <a:pt x="71" y="36"/>
                  </a:cubicBezTo>
                  <a:cubicBezTo>
                    <a:pt x="71" y="16"/>
                    <a:pt x="55" y="0"/>
                    <a:pt x="35" y="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nvGrpSpPr>
            <p:cNvPr id="105" name="Group 104"/>
            <p:cNvGrpSpPr/>
            <p:nvPr/>
          </p:nvGrpSpPr>
          <p:grpSpPr>
            <a:xfrm>
              <a:off x="1095253" y="4289345"/>
              <a:ext cx="1401591" cy="1892701"/>
              <a:chOff x="7539038" y="1589088"/>
              <a:chExt cx="2016125" cy="2722562"/>
            </a:xfrm>
          </p:grpSpPr>
          <p:sp>
            <p:nvSpPr>
              <p:cNvPr id="115" name="Freeform 14"/>
              <p:cNvSpPr>
                <a:spLocks/>
              </p:cNvSpPr>
              <p:nvPr/>
            </p:nvSpPr>
            <p:spPr bwMode="auto">
              <a:xfrm>
                <a:off x="7566026" y="1589088"/>
                <a:ext cx="1989137" cy="2722562"/>
              </a:xfrm>
              <a:custGeom>
                <a:avLst/>
                <a:gdLst>
                  <a:gd name="T0" fmla="*/ 324 w 1267"/>
                  <a:gd name="T1" fmla="*/ 80 h 1736"/>
                  <a:gd name="T2" fmla="*/ 364 w 1267"/>
                  <a:gd name="T3" fmla="*/ 43 h 1736"/>
                  <a:gd name="T4" fmla="*/ 591 w 1267"/>
                  <a:gd name="T5" fmla="*/ 43 h 1736"/>
                  <a:gd name="T6" fmla="*/ 802 w 1267"/>
                  <a:gd name="T7" fmla="*/ 61 h 1736"/>
                  <a:gd name="T8" fmla="*/ 948 w 1267"/>
                  <a:gd name="T9" fmla="*/ 62 h 1736"/>
                  <a:gd name="T10" fmla="*/ 820 w 1267"/>
                  <a:gd name="T11" fmla="*/ 320 h 1736"/>
                  <a:gd name="T12" fmla="*/ 842 w 1267"/>
                  <a:gd name="T13" fmla="*/ 384 h 1736"/>
                  <a:gd name="T14" fmla="*/ 987 w 1267"/>
                  <a:gd name="T15" fmla="*/ 498 h 1736"/>
                  <a:gd name="T16" fmla="*/ 1106 w 1267"/>
                  <a:gd name="T17" fmla="*/ 641 h 1736"/>
                  <a:gd name="T18" fmla="*/ 1158 w 1267"/>
                  <a:gd name="T19" fmla="*/ 734 h 1736"/>
                  <a:gd name="T20" fmla="*/ 1254 w 1267"/>
                  <a:gd name="T21" fmla="*/ 1015 h 1736"/>
                  <a:gd name="T22" fmla="*/ 1198 w 1267"/>
                  <a:gd name="T23" fmla="*/ 1335 h 1736"/>
                  <a:gd name="T24" fmla="*/ 1116 w 1267"/>
                  <a:gd name="T25" fmla="*/ 1440 h 1736"/>
                  <a:gd name="T26" fmla="*/ 71 w 1267"/>
                  <a:gd name="T27" fmla="*/ 1312 h 1736"/>
                  <a:gd name="T28" fmla="*/ 86 w 1267"/>
                  <a:gd name="T29" fmla="*/ 798 h 1736"/>
                  <a:gd name="T30" fmla="*/ 256 w 1267"/>
                  <a:gd name="T31" fmla="*/ 550 h 1736"/>
                  <a:gd name="T32" fmla="*/ 400 w 1267"/>
                  <a:gd name="T33" fmla="*/ 403 h 1736"/>
                  <a:gd name="T34" fmla="*/ 443 w 1267"/>
                  <a:gd name="T35" fmla="*/ 356 h 1736"/>
                  <a:gd name="T36" fmla="*/ 370 w 1267"/>
                  <a:gd name="T37" fmla="*/ 174 h 1736"/>
                  <a:gd name="T38" fmla="*/ 324 w 1267"/>
                  <a:gd name="T39" fmla="*/ 80 h 1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67" h="1736">
                    <a:moveTo>
                      <a:pt x="324" y="80"/>
                    </a:moveTo>
                    <a:cubicBezTo>
                      <a:pt x="324" y="80"/>
                      <a:pt x="319" y="51"/>
                      <a:pt x="364" y="43"/>
                    </a:cubicBezTo>
                    <a:cubicBezTo>
                      <a:pt x="410" y="35"/>
                      <a:pt x="514" y="86"/>
                      <a:pt x="591" y="43"/>
                    </a:cubicBezTo>
                    <a:cubicBezTo>
                      <a:pt x="668" y="0"/>
                      <a:pt x="751" y="10"/>
                      <a:pt x="802" y="61"/>
                    </a:cubicBezTo>
                    <a:cubicBezTo>
                      <a:pt x="852" y="112"/>
                      <a:pt x="938" y="40"/>
                      <a:pt x="948" y="62"/>
                    </a:cubicBezTo>
                    <a:cubicBezTo>
                      <a:pt x="959" y="83"/>
                      <a:pt x="820" y="320"/>
                      <a:pt x="820" y="320"/>
                    </a:cubicBezTo>
                    <a:cubicBezTo>
                      <a:pt x="820" y="320"/>
                      <a:pt x="812" y="355"/>
                      <a:pt x="842" y="384"/>
                    </a:cubicBezTo>
                    <a:cubicBezTo>
                      <a:pt x="885" y="428"/>
                      <a:pt x="941" y="458"/>
                      <a:pt x="987" y="498"/>
                    </a:cubicBezTo>
                    <a:cubicBezTo>
                      <a:pt x="1034" y="539"/>
                      <a:pt x="1073" y="589"/>
                      <a:pt x="1106" y="641"/>
                    </a:cubicBezTo>
                    <a:cubicBezTo>
                      <a:pt x="1125" y="671"/>
                      <a:pt x="1142" y="702"/>
                      <a:pt x="1158" y="734"/>
                    </a:cubicBezTo>
                    <a:cubicBezTo>
                      <a:pt x="1201" y="822"/>
                      <a:pt x="1242" y="917"/>
                      <a:pt x="1254" y="1015"/>
                    </a:cubicBezTo>
                    <a:cubicBezTo>
                      <a:pt x="1267" y="1124"/>
                      <a:pt x="1254" y="1239"/>
                      <a:pt x="1198" y="1335"/>
                    </a:cubicBezTo>
                    <a:cubicBezTo>
                      <a:pt x="1175" y="1373"/>
                      <a:pt x="1147" y="1409"/>
                      <a:pt x="1116" y="1440"/>
                    </a:cubicBezTo>
                    <a:cubicBezTo>
                      <a:pt x="831" y="1736"/>
                      <a:pt x="191" y="1582"/>
                      <a:pt x="71" y="1312"/>
                    </a:cubicBezTo>
                    <a:cubicBezTo>
                      <a:pt x="0" y="1154"/>
                      <a:pt x="20" y="955"/>
                      <a:pt x="86" y="798"/>
                    </a:cubicBezTo>
                    <a:cubicBezTo>
                      <a:pt x="125" y="704"/>
                      <a:pt x="183" y="621"/>
                      <a:pt x="256" y="550"/>
                    </a:cubicBezTo>
                    <a:cubicBezTo>
                      <a:pt x="304" y="502"/>
                      <a:pt x="352" y="453"/>
                      <a:pt x="400" y="403"/>
                    </a:cubicBezTo>
                    <a:cubicBezTo>
                      <a:pt x="414" y="388"/>
                      <a:pt x="431" y="373"/>
                      <a:pt x="443" y="356"/>
                    </a:cubicBezTo>
                    <a:cubicBezTo>
                      <a:pt x="464" y="327"/>
                      <a:pt x="391" y="210"/>
                      <a:pt x="370" y="174"/>
                    </a:cubicBezTo>
                    <a:cubicBezTo>
                      <a:pt x="348" y="138"/>
                      <a:pt x="318" y="101"/>
                      <a:pt x="324" y="80"/>
                    </a:cubicBezTo>
                    <a:close/>
                  </a:path>
                </a:pathLst>
              </a:custGeom>
              <a:solidFill>
                <a:schemeClr val="accent1"/>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6" name="Freeform 15"/>
              <p:cNvSpPr>
                <a:spLocks/>
              </p:cNvSpPr>
              <p:nvPr/>
            </p:nvSpPr>
            <p:spPr bwMode="auto">
              <a:xfrm>
                <a:off x="7539038" y="2092325"/>
                <a:ext cx="1287462" cy="1720850"/>
              </a:xfrm>
              <a:custGeom>
                <a:avLst/>
                <a:gdLst>
                  <a:gd name="T0" fmla="*/ 324 w 821"/>
                  <a:gd name="T1" fmla="*/ 176 h 1097"/>
                  <a:gd name="T2" fmla="*/ 628 w 821"/>
                  <a:gd name="T3" fmla="*/ 30 h 1097"/>
                  <a:gd name="T4" fmla="*/ 755 w 821"/>
                  <a:gd name="T5" fmla="*/ 491 h 1097"/>
                  <a:gd name="T6" fmla="*/ 50 w 821"/>
                  <a:gd name="T7" fmla="*/ 816 h 1097"/>
                  <a:gd name="T8" fmla="*/ 293 w 821"/>
                  <a:gd name="T9" fmla="*/ 205 h 1097"/>
                </a:gdLst>
                <a:ahLst/>
                <a:cxnLst>
                  <a:cxn ang="0">
                    <a:pos x="T0" y="T1"/>
                  </a:cxn>
                  <a:cxn ang="0">
                    <a:pos x="T2" y="T3"/>
                  </a:cxn>
                  <a:cxn ang="0">
                    <a:pos x="T4" y="T5"/>
                  </a:cxn>
                  <a:cxn ang="0">
                    <a:pos x="T6" y="T7"/>
                  </a:cxn>
                  <a:cxn ang="0">
                    <a:pos x="T8" y="T9"/>
                  </a:cxn>
                </a:cxnLst>
                <a:rect l="0" t="0" r="r" b="b"/>
                <a:pathLst>
                  <a:path w="821" h="1097">
                    <a:moveTo>
                      <a:pt x="324" y="176"/>
                    </a:moveTo>
                    <a:cubicBezTo>
                      <a:pt x="324" y="176"/>
                      <a:pt x="478" y="0"/>
                      <a:pt x="628" y="30"/>
                    </a:cubicBezTo>
                    <a:cubicBezTo>
                      <a:pt x="777" y="59"/>
                      <a:pt x="821" y="278"/>
                      <a:pt x="755" y="491"/>
                    </a:cubicBezTo>
                    <a:cubicBezTo>
                      <a:pt x="689" y="704"/>
                      <a:pt x="101" y="1097"/>
                      <a:pt x="50" y="816"/>
                    </a:cubicBezTo>
                    <a:cubicBezTo>
                      <a:pt x="0" y="535"/>
                      <a:pt x="293" y="205"/>
                      <a:pt x="293" y="205"/>
                    </a:cubicBezTo>
                  </a:path>
                </a:pathLst>
              </a:custGeom>
              <a:solidFill>
                <a:schemeClr val="bg1">
                  <a:alpha val="14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7" name="Rectangle 16"/>
              <p:cNvSpPr>
                <a:spLocks noChangeArrowheads="1"/>
              </p:cNvSpPr>
              <p:nvPr/>
            </p:nvSpPr>
            <p:spPr bwMode="auto">
              <a:xfrm>
                <a:off x="8205788" y="2066925"/>
                <a:ext cx="711200" cy="93662"/>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8" name="Rectangle 17"/>
              <p:cNvSpPr>
                <a:spLocks noChangeArrowheads="1"/>
              </p:cNvSpPr>
              <p:nvPr/>
            </p:nvSpPr>
            <p:spPr bwMode="auto">
              <a:xfrm>
                <a:off x="8115300" y="2160588"/>
                <a:ext cx="855662" cy="66675"/>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19" name="Freeform 18"/>
              <p:cNvSpPr>
                <a:spLocks/>
              </p:cNvSpPr>
              <p:nvPr/>
            </p:nvSpPr>
            <p:spPr bwMode="auto">
              <a:xfrm>
                <a:off x="8697913" y="2122488"/>
                <a:ext cx="106362" cy="481012"/>
              </a:xfrm>
              <a:custGeom>
                <a:avLst/>
                <a:gdLst>
                  <a:gd name="T0" fmla="*/ 0 w 67"/>
                  <a:gd name="T1" fmla="*/ 300 h 303"/>
                  <a:gd name="T2" fmla="*/ 25 w 67"/>
                  <a:gd name="T3" fmla="*/ 0 h 303"/>
                  <a:gd name="T4" fmla="*/ 67 w 67"/>
                  <a:gd name="T5" fmla="*/ 4 h 303"/>
                  <a:gd name="T6" fmla="*/ 43 w 67"/>
                  <a:gd name="T7" fmla="*/ 303 h 303"/>
                  <a:gd name="T8" fmla="*/ 0 w 67"/>
                  <a:gd name="T9" fmla="*/ 300 h 303"/>
                </a:gdLst>
                <a:ahLst/>
                <a:cxnLst>
                  <a:cxn ang="0">
                    <a:pos x="T0" y="T1"/>
                  </a:cxn>
                  <a:cxn ang="0">
                    <a:pos x="T2" y="T3"/>
                  </a:cxn>
                  <a:cxn ang="0">
                    <a:pos x="T4" y="T5"/>
                  </a:cxn>
                  <a:cxn ang="0">
                    <a:pos x="T6" y="T7"/>
                  </a:cxn>
                  <a:cxn ang="0">
                    <a:pos x="T8" y="T9"/>
                  </a:cxn>
                </a:cxnLst>
                <a:rect l="0" t="0" r="r" b="b"/>
                <a:pathLst>
                  <a:path w="67" h="303">
                    <a:moveTo>
                      <a:pt x="0" y="300"/>
                    </a:moveTo>
                    <a:lnTo>
                      <a:pt x="25" y="0"/>
                    </a:lnTo>
                    <a:lnTo>
                      <a:pt x="67" y="4"/>
                    </a:lnTo>
                    <a:lnTo>
                      <a:pt x="43" y="303"/>
                    </a:lnTo>
                    <a:lnTo>
                      <a:pt x="0" y="300"/>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0" name="Freeform 19"/>
              <p:cNvSpPr>
                <a:spLocks/>
              </p:cNvSpPr>
              <p:nvPr/>
            </p:nvSpPr>
            <p:spPr bwMode="auto">
              <a:xfrm>
                <a:off x="8751888" y="2133600"/>
                <a:ext cx="195262" cy="573087"/>
              </a:xfrm>
              <a:custGeom>
                <a:avLst/>
                <a:gdLst>
                  <a:gd name="T0" fmla="*/ 82 w 123"/>
                  <a:gd name="T1" fmla="*/ 361 h 361"/>
                  <a:gd name="T2" fmla="*/ 0 w 123"/>
                  <a:gd name="T3" fmla="*/ 10 h 361"/>
                  <a:gd name="T4" fmla="*/ 40 w 123"/>
                  <a:gd name="T5" fmla="*/ 0 h 361"/>
                  <a:gd name="T6" fmla="*/ 123 w 123"/>
                  <a:gd name="T7" fmla="*/ 351 h 361"/>
                  <a:gd name="T8" fmla="*/ 82 w 123"/>
                  <a:gd name="T9" fmla="*/ 361 h 361"/>
                </a:gdLst>
                <a:ahLst/>
                <a:cxnLst>
                  <a:cxn ang="0">
                    <a:pos x="T0" y="T1"/>
                  </a:cxn>
                  <a:cxn ang="0">
                    <a:pos x="T2" y="T3"/>
                  </a:cxn>
                  <a:cxn ang="0">
                    <a:pos x="T4" y="T5"/>
                  </a:cxn>
                  <a:cxn ang="0">
                    <a:pos x="T6" y="T7"/>
                  </a:cxn>
                  <a:cxn ang="0">
                    <a:pos x="T8" y="T9"/>
                  </a:cxn>
                </a:cxnLst>
                <a:rect l="0" t="0" r="r" b="b"/>
                <a:pathLst>
                  <a:path w="123" h="361">
                    <a:moveTo>
                      <a:pt x="82" y="361"/>
                    </a:moveTo>
                    <a:lnTo>
                      <a:pt x="0" y="10"/>
                    </a:lnTo>
                    <a:lnTo>
                      <a:pt x="40" y="0"/>
                    </a:lnTo>
                    <a:lnTo>
                      <a:pt x="123" y="351"/>
                    </a:lnTo>
                    <a:lnTo>
                      <a:pt x="82" y="361"/>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121" name="Freeform 20"/>
              <p:cNvSpPr>
                <a:spLocks noEditPoints="1"/>
              </p:cNvSpPr>
              <p:nvPr/>
            </p:nvSpPr>
            <p:spPr bwMode="auto">
              <a:xfrm>
                <a:off x="8237538" y="2747963"/>
                <a:ext cx="611187" cy="858837"/>
              </a:xfrm>
              <a:custGeom>
                <a:avLst/>
                <a:gdLst>
                  <a:gd name="T0" fmla="*/ 166 w 389"/>
                  <a:gd name="T1" fmla="*/ 418 h 547"/>
                  <a:gd name="T2" fmla="*/ 166 w 389"/>
                  <a:gd name="T3" fmla="*/ 290 h 547"/>
                  <a:gd name="T4" fmla="*/ 52 w 389"/>
                  <a:gd name="T5" fmla="*/ 238 h 547"/>
                  <a:gd name="T6" fmla="*/ 16 w 389"/>
                  <a:gd name="T7" fmla="*/ 154 h 547"/>
                  <a:gd name="T8" fmla="*/ 57 w 389"/>
                  <a:gd name="T9" fmla="*/ 69 h 547"/>
                  <a:gd name="T10" fmla="*/ 166 w 389"/>
                  <a:gd name="T11" fmla="*/ 30 h 547"/>
                  <a:gd name="T12" fmla="*/ 166 w 389"/>
                  <a:gd name="T13" fmla="*/ 0 h 547"/>
                  <a:gd name="T14" fmla="*/ 224 w 389"/>
                  <a:gd name="T15" fmla="*/ 0 h 547"/>
                  <a:gd name="T16" fmla="*/ 224 w 389"/>
                  <a:gd name="T17" fmla="*/ 30 h 547"/>
                  <a:gd name="T18" fmla="*/ 325 w 389"/>
                  <a:gd name="T19" fmla="*/ 63 h 547"/>
                  <a:gd name="T20" fmla="*/ 372 w 389"/>
                  <a:gd name="T21" fmla="*/ 137 h 547"/>
                  <a:gd name="T22" fmla="*/ 272 w 389"/>
                  <a:gd name="T23" fmla="*/ 147 h 547"/>
                  <a:gd name="T24" fmla="*/ 224 w 389"/>
                  <a:gd name="T25" fmla="*/ 98 h 547"/>
                  <a:gd name="T26" fmla="*/ 224 w 389"/>
                  <a:gd name="T27" fmla="*/ 217 h 547"/>
                  <a:gd name="T28" fmla="*/ 354 w 389"/>
                  <a:gd name="T29" fmla="*/ 269 h 547"/>
                  <a:gd name="T30" fmla="*/ 389 w 389"/>
                  <a:gd name="T31" fmla="*/ 350 h 547"/>
                  <a:gd name="T32" fmla="*/ 345 w 389"/>
                  <a:gd name="T33" fmla="*/ 443 h 547"/>
                  <a:gd name="T34" fmla="*/ 224 w 389"/>
                  <a:gd name="T35" fmla="*/ 490 h 547"/>
                  <a:gd name="T36" fmla="*/ 224 w 389"/>
                  <a:gd name="T37" fmla="*/ 547 h 547"/>
                  <a:gd name="T38" fmla="*/ 166 w 389"/>
                  <a:gd name="T39" fmla="*/ 547 h 547"/>
                  <a:gd name="T40" fmla="*/ 166 w 389"/>
                  <a:gd name="T41" fmla="*/ 491 h 547"/>
                  <a:gd name="T42" fmla="*/ 55 w 389"/>
                  <a:gd name="T43" fmla="*/ 452 h 547"/>
                  <a:gd name="T44" fmla="*/ 0 w 389"/>
                  <a:gd name="T45" fmla="*/ 359 h 547"/>
                  <a:gd name="T46" fmla="*/ 104 w 389"/>
                  <a:gd name="T47" fmla="*/ 350 h 547"/>
                  <a:gd name="T48" fmla="*/ 127 w 389"/>
                  <a:gd name="T49" fmla="*/ 392 h 547"/>
                  <a:gd name="T50" fmla="*/ 166 w 389"/>
                  <a:gd name="T51" fmla="*/ 418 h 547"/>
                  <a:gd name="T52" fmla="*/ 166 w 389"/>
                  <a:gd name="T53" fmla="*/ 97 h 547"/>
                  <a:gd name="T54" fmla="*/ 129 w 389"/>
                  <a:gd name="T55" fmla="*/ 118 h 547"/>
                  <a:gd name="T56" fmla="*/ 115 w 389"/>
                  <a:gd name="T57" fmla="*/ 150 h 547"/>
                  <a:gd name="T58" fmla="*/ 128 w 389"/>
                  <a:gd name="T59" fmla="*/ 180 h 547"/>
                  <a:gd name="T60" fmla="*/ 166 w 389"/>
                  <a:gd name="T61" fmla="*/ 203 h 547"/>
                  <a:gd name="T62" fmla="*/ 166 w 389"/>
                  <a:gd name="T63" fmla="*/ 97 h 547"/>
                  <a:gd name="T64" fmla="*/ 224 w 389"/>
                  <a:gd name="T65" fmla="*/ 422 h 547"/>
                  <a:gd name="T66" fmla="*/ 273 w 389"/>
                  <a:gd name="T67" fmla="*/ 401 h 547"/>
                  <a:gd name="T68" fmla="*/ 291 w 389"/>
                  <a:gd name="T69" fmla="*/ 361 h 547"/>
                  <a:gd name="T70" fmla="*/ 276 w 389"/>
                  <a:gd name="T71" fmla="*/ 326 h 547"/>
                  <a:gd name="T72" fmla="*/ 224 w 389"/>
                  <a:gd name="T73" fmla="*/ 303 h 547"/>
                  <a:gd name="T74" fmla="*/ 224 w 389"/>
                  <a:gd name="T75" fmla="*/ 422 h 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547">
                    <a:moveTo>
                      <a:pt x="166" y="418"/>
                    </a:moveTo>
                    <a:cubicBezTo>
                      <a:pt x="166" y="290"/>
                      <a:pt x="166" y="290"/>
                      <a:pt x="166" y="290"/>
                    </a:cubicBezTo>
                    <a:cubicBezTo>
                      <a:pt x="114" y="278"/>
                      <a:pt x="76" y="261"/>
                      <a:pt x="52" y="238"/>
                    </a:cubicBezTo>
                    <a:cubicBezTo>
                      <a:pt x="28" y="215"/>
                      <a:pt x="16" y="187"/>
                      <a:pt x="16" y="154"/>
                    </a:cubicBezTo>
                    <a:cubicBezTo>
                      <a:pt x="16" y="120"/>
                      <a:pt x="29" y="92"/>
                      <a:pt x="57" y="69"/>
                    </a:cubicBezTo>
                    <a:cubicBezTo>
                      <a:pt x="84" y="47"/>
                      <a:pt x="121" y="34"/>
                      <a:pt x="166" y="30"/>
                    </a:cubicBezTo>
                    <a:cubicBezTo>
                      <a:pt x="166" y="0"/>
                      <a:pt x="166" y="0"/>
                      <a:pt x="166" y="0"/>
                    </a:cubicBezTo>
                    <a:cubicBezTo>
                      <a:pt x="224" y="0"/>
                      <a:pt x="224" y="0"/>
                      <a:pt x="224" y="0"/>
                    </a:cubicBezTo>
                    <a:cubicBezTo>
                      <a:pt x="224" y="30"/>
                      <a:pt x="224" y="30"/>
                      <a:pt x="224" y="30"/>
                    </a:cubicBezTo>
                    <a:cubicBezTo>
                      <a:pt x="266" y="34"/>
                      <a:pt x="300" y="45"/>
                      <a:pt x="325" y="63"/>
                    </a:cubicBezTo>
                    <a:cubicBezTo>
                      <a:pt x="350" y="82"/>
                      <a:pt x="366" y="106"/>
                      <a:pt x="372" y="137"/>
                    </a:cubicBezTo>
                    <a:cubicBezTo>
                      <a:pt x="272" y="147"/>
                      <a:pt x="272" y="147"/>
                      <a:pt x="272" y="147"/>
                    </a:cubicBezTo>
                    <a:cubicBezTo>
                      <a:pt x="266" y="123"/>
                      <a:pt x="250" y="106"/>
                      <a:pt x="224" y="98"/>
                    </a:cubicBezTo>
                    <a:cubicBezTo>
                      <a:pt x="224" y="217"/>
                      <a:pt x="224" y="217"/>
                      <a:pt x="224" y="217"/>
                    </a:cubicBezTo>
                    <a:cubicBezTo>
                      <a:pt x="288" y="231"/>
                      <a:pt x="331" y="248"/>
                      <a:pt x="354" y="269"/>
                    </a:cubicBezTo>
                    <a:cubicBezTo>
                      <a:pt x="377" y="290"/>
                      <a:pt x="389" y="317"/>
                      <a:pt x="389" y="350"/>
                    </a:cubicBezTo>
                    <a:cubicBezTo>
                      <a:pt x="389" y="387"/>
                      <a:pt x="374" y="418"/>
                      <a:pt x="345" y="443"/>
                    </a:cubicBezTo>
                    <a:cubicBezTo>
                      <a:pt x="316" y="468"/>
                      <a:pt x="276" y="484"/>
                      <a:pt x="224" y="490"/>
                    </a:cubicBezTo>
                    <a:cubicBezTo>
                      <a:pt x="224" y="547"/>
                      <a:pt x="224" y="547"/>
                      <a:pt x="224" y="547"/>
                    </a:cubicBezTo>
                    <a:cubicBezTo>
                      <a:pt x="166" y="547"/>
                      <a:pt x="166" y="547"/>
                      <a:pt x="166" y="547"/>
                    </a:cubicBezTo>
                    <a:cubicBezTo>
                      <a:pt x="166" y="491"/>
                      <a:pt x="166" y="491"/>
                      <a:pt x="166" y="491"/>
                    </a:cubicBezTo>
                    <a:cubicBezTo>
                      <a:pt x="121" y="487"/>
                      <a:pt x="83" y="474"/>
                      <a:pt x="55" y="452"/>
                    </a:cubicBezTo>
                    <a:cubicBezTo>
                      <a:pt x="26" y="430"/>
                      <a:pt x="8" y="399"/>
                      <a:pt x="0" y="359"/>
                    </a:cubicBezTo>
                    <a:cubicBezTo>
                      <a:pt x="104" y="350"/>
                      <a:pt x="104" y="350"/>
                      <a:pt x="104" y="350"/>
                    </a:cubicBezTo>
                    <a:cubicBezTo>
                      <a:pt x="108" y="366"/>
                      <a:pt x="116" y="380"/>
                      <a:pt x="127" y="392"/>
                    </a:cubicBezTo>
                    <a:cubicBezTo>
                      <a:pt x="139" y="404"/>
                      <a:pt x="152" y="413"/>
                      <a:pt x="166" y="418"/>
                    </a:cubicBezTo>
                    <a:close/>
                    <a:moveTo>
                      <a:pt x="166" y="97"/>
                    </a:moveTo>
                    <a:cubicBezTo>
                      <a:pt x="151" y="101"/>
                      <a:pt x="138" y="108"/>
                      <a:pt x="129" y="118"/>
                    </a:cubicBezTo>
                    <a:cubicBezTo>
                      <a:pt x="120" y="127"/>
                      <a:pt x="115" y="138"/>
                      <a:pt x="115" y="150"/>
                    </a:cubicBezTo>
                    <a:cubicBezTo>
                      <a:pt x="115" y="161"/>
                      <a:pt x="119" y="171"/>
                      <a:pt x="128" y="180"/>
                    </a:cubicBezTo>
                    <a:cubicBezTo>
                      <a:pt x="136" y="189"/>
                      <a:pt x="149" y="197"/>
                      <a:pt x="166" y="203"/>
                    </a:cubicBezTo>
                    <a:lnTo>
                      <a:pt x="166" y="97"/>
                    </a:lnTo>
                    <a:close/>
                    <a:moveTo>
                      <a:pt x="224" y="422"/>
                    </a:moveTo>
                    <a:cubicBezTo>
                      <a:pt x="244" y="419"/>
                      <a:pt x="260" y="412"/>
                      <a:pt x="273" y="401"/>
                    </a:cubicBezTo>
                    <a:cubicBezTo>
                      <a:pt x="285" y="390"/>
                      <a:pt x="291" y="376"/>
                      <a:pt x="291" y="361"/>
                    </a:cubicBezTo>
                    <a:cubicBezTo>
                      <a:pt x="291" y="347"/>
                      <a:pt x="286" y="336"/>
                      <a:pt x="276" y="326"/>
                    </a:cubicBezTo>
                    <a:cubicBezTo>
                      <a:pt x="265" y="316"/>
                      <a:pt x="248" y="308"/>
                      <a:pt x="224" y="303"/>
                    </a:cubicBezTo>
                    <a:lnTo>
                      <a:pt x="224" y="422"/>
                    </a:lnTo>
                    <a:close/>
                  </a:path>
                </a:pathLst>
              </a:custGeom>
              <a:solidFill>
                <a:schemeClr val="bg1"/>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grpSp>
      <p:sp>
        <p:nvSpPr>
          <p:cNvPr id="4" name="Title 3"/>
          <p:cNvSpPr>
            <a:spLocks noGrp="1"/>
          </p:cNvSpPr>
          <p:nvPr>
            <p:ph type="title"/>
          </p:nvPr>
        </p:nvSpPr>
        <p:spPr/>
        <p:txBody>
          <a:bodyPr/>
          <a:lstStyle/>
          <a:p>
            <a:r>
              <a:rPr lang="en-IN" dirty="0"/>
              <a:t>Advantages vs Disadvantages Slides</a:t>
            </a:r>
            <a:endParaRPr lang="en-US" dirty="0"/>
          </a:p>
        </p:txBody>
      </p:sp>
      <p:grpSp>
        <p:nvGrpSpPr>
          <p:cNvPr id="32" name="Group 31"/>
          <p:cNvGrpSpPr/>
          <p:nvPr/>
        </p:nvGrpSpPr>
        <p:grpSpPr>
          <a:xfrm>
            <a:off x="1280046" y="1701450"/>
            <a:ext cx="4218888" cy="4514338"/>
            <a:chOff x="1555992" y="1303338"/>
            <a:chExt cx="5191125" cy="5554662"/>
          </a:xfrm>
        </p:grpSpPr>
        <p:sp>
          <p:nvSpPr>
            <p:cNvPr id="6" name="Freeform 5"/>
            <p:cNvSpPr>
              <a:spLocks noEditPoints="1"/>
            </p:cNvSpPr>
            <p:nvPr/>
          </p:nvSpPr>
          <p:spPr bwMode="auto">
            <a:xfrm>
              <a:off x="3912253" y="1303338"/>
              <a:ext cx="654050" cy="1452563"/>
            </a:xfrm>
            <a:custGeom>
              <a:avLst/>
              <a:gdLst>
                <a:gd name="T0" fmla="*/ 197 w 412"/>
                <a:gd name="T1" fmla="*/ 0 h 915"/>
                <a:gd name="T2" fmla="*/ 0 w 412"/>
                <a:gd name="T3" fmla="*/ 191 h 915"/>
                <a:gd name="T4" fmla="*/ 103 w 412"/>
                <a:gd name="T5" fmla="*/ 915 h 915"/>
                <a:gd name="T6" fmla="*/ 309 w 412"/>
                <a:gd name="T7" fmla="*/ 915 h 915"/>
                <a:gd name="T8" fmla="*/ 412 w 412"/>
                <a:gd name="T9" fmla="*/ 191 h 915"/>
                <a:gd name="T10" fmla="*/ 197 w 412"/>
                <a:gd name="T11" fmla="*/ 0 h 915"/>
                <a:gd name="T12" fmla="*/ 290 w 412"/>
                <a:gd name="T13" fmla="*/ 808 h 915"/>
                <a:gd name="T14" fmla="*/ 121 w 412"/>
                <a:gd name="T15" fmla="*/ 808 h 915"/>
                <a:gd name="T16" fmla="*/ 37 w 412"/>
                <a:gd name="T17" fmla="*/ 215 h 915"/>
                <a:gd name="T18" fmla="*/ 198 w 412"/>
                <a:gd name="T19" fmla="*/ 59 h 915"/>
                <a:gd name="T20" fmla="*/ 375 w 412"/>
                <a:gd name="T21" fmla="*/ 215 h 915"/>
                <a:gd name="T22" fmla="*/ 290 w 412"/>
                <a:gd name="T23" fmla="*/ 808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12" h="915">
                  <a:moveTo>
                    <a:pt x="197" y="0"/>
                  </a:moveTo>
                  <a:lnTo>
                    <a:pt x="0" y="191"/>
                  </a:lnTo>
                  <a:lnTo>
                    <a:pt x="103" y="915"/>
                  </a:lnTo>
                  <a:lnTo>
                    <a:pt x="309" y="915"/>
                  </a:lnTo>
                  <a:lnTo>
                    <a:pt x="412" y="191"/>
                  </a:lnTo>
                  <a:lnTo>
                    <a:pt x="197" y="0"/>
                  </a:lnTo>
                  <a:close/>
                  <a:moveTo>
                    <a:pt x="290" y="808"/>
                  </a:moveTo>
                  <a:lnTo>
                    <a:pt x="121" y="808"/>
                  </a:lnTo>
                  <a:lnTo>
                    <a:pt x="37" y="215"/>
                  </a:lnTo>
                  <a:lnTo>
                    <a:pt x="198" y="59"/>
                  </a:lnTo>
                  <a:lnTo>
                    <a:pt x="375" y="215"/>
                  </a:lnTo>
                  <a:lnTo>
                    <a:pt x="290" y="808"/>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nvGrpSpPr>
            <p:cNvPr id="31" name="Group 30"/>
            <p:cNvGrpSpPr/>
            <p:nvPr/>
          </p:nvGrpSpPr>
          <p:grpSpPr>
            <a:xfrm rot="20805811">
              <a:off x="1555992" y="1647587"/>
              <a:ext cx="5191125" cy="1235075"/>
              <a:chOff x="1653241" y="1635125"/>
              <a:chExt cx="5191125" cy="1235075"/>
            </a:xfrm>
          </p:grpSpPr>
          <p:sp>
            <p:nvSpPr>
              <p:cNvPr id="28" name="Rectangle 27"/>
              <p:cNvSpPr>
                <a:spLocks noChangeArrowheads="1"/>
              </p:cNvSpPr>
              <p:nvPr/>
            </p:nvSpPr>
            <p:spPr bwMode="auto">
              <a:xfrm>
                <a:off x="3747153" y="2682875"/>
                <a:ext cx="985838" cy="187325"/>
              </a:xfrm>
              <a:prstGeom prst="rect">
                <a:avLst/>
              </a:prstGeom>
              <a:solidFill>
                <a:schemeClr val="tx1">
                  <a:lumMod val="50000"/>
                  <a:lumOff val="50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 name="Freeform 6"/>
              <p:cNvSpPr>
                <a:spLocks/>
              </p:cNvSpPr>
              <p:nvPr/>
            </p:nvSpPr>
            <p:spPr bwMode="auto">
              <a:xfrm>
                <a:off x="4198003" y="1635125"/>
                <a:ext cx="71438" cy="661988"/>
              </a:xfrm>
              <a:custGeom>
                <a:avLst/>
                <a:gdLst>
                  <a:gd name="T0" fmla="*/ 19 w 45"/>
                  <a:gd name="T1" fmla="*/ 0 h 417"/>
                  <a:gd name="T2" fmla="*/ 0 w 45"/>
                  <a:gd name="T3" fmla="*/ 417 h 417"/>
                  <a:gd name="T4" fmla="*/ 45 w 45"/>
                  <a:gd name="T5" fmla="*/ 417 h 417"/>
                  <a:gd name="T6" fmla="*/ 19 w 45"/>
                  <a:gd name="T7" fmla="*/ 0 h 417"/>
                </a:gdLst>
                <a:ahLst/>
                <a:cxnLst>
                  <a:cxn ang="0">
                    <a:pos x="T0" y="T1"/>
                  </a:cxn>
                  <a:cxn ang="0">
                    <a:pos x="T2" y="T3"/>
                  </a:cxn>
                  <a:cxn ang="0">
                    <a:pos x="T4" y="T5"/>
                  </a:cxn>
                  <a:cxn ang="0">
                    <a:pos x="T6" y="T7"/>
                  </a:cxn>
                </a:cxnLst>
                <a:rect l="0" t="0" r="r" b="b"/>
                <a:pathLst>
                  <a:path w="45" h="417">
                    <a:moveTo>
                      <a:pt x="19" y="0"/>
                    </a:moveTo>
                    <a:lnTo>
                      <a:pt x="0" y="417"/>
                    </a:lnTo>
                    <a:lnTo>
                      <a:pt x="45" y="417"/>
                    </a:lnTo>
                    <a:lnTo>
                      <a:pt x="19" y="0"/>
                    </a:lnTo>
                    <a:close/>
                  </a:path>
                </a:pathLst>
              </a:cu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6" name="Rectangle 25"/>
              <p:cNvSpPr>
                <a:spLocks noChangeArrowheads="1"/>
              </p:cNvSpPr>
              <p:nvPr/>
            </p:nvSpPr>
            <p:spPr bwMode="auto">
              <a:xfrm>
                <a:off x="1653241" y="2571750"/>
                <a:ext cx="5191125" cy="184150"/>
              </a:xfrm>
              <a:prstGeom prst="rect">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sp>
          <p:nvSpPr>
            <p:cNvPr id="27" name="Oval 26"/>
            <p:cNvSpPr>
              <a:spLocks noChangeArrowheads="1"/>
            </p:cNvSpPr>
            <p:nvPr/>
          </p:nvSpPr>
          <p:spPr bwMode="auto">
            <a:xfrm>
              <a:off x="3847166" y="2271713"/>
              <a:ext cx="784225" cy="784225"/>
            </a:xfrm>
            <a:prstGeom prst="ellipse">
              <a:avLst/>
            </a:prstGeom>
            <a:solidFill>
              <a:schemeClr val="tx1">
                <a:lumMod val="65000"/>
                <a:lumOff val="3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29" name="Rectangle 28"/>
            <p:cNvSpPr>
              <a:spLocks noChangeArrowheads="1"/>
            </p:cNvSpPr>
            <p:nvPr/>
          </p:nvSpPr>
          <p:spPr bwMode="auto">
            <a:xfrm>
              <a:off x="4134503" y="2921000"/>
              <a:ext cx="209550" cy="3937000"/>
            </a:xfrm>
            <a:prstGeom prst="rect">
              <a:avLst/>
            </a:prstGeom>
            <a:solidFill>
              <a:schemeClr val="tx1">
                <a:lumMod val="65000"/>
                <a:lumOff val="3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sp>
        <p:nvSpPr>
          <p:cNvPr id="57" name="Rectangle 56"/>
          <p:cNvSpPr/>
          <p:nvPr/>
        </p:nvSpPr>
        <p:spPr>
          <a:xfrm>
            <a:off x="6504461" y="3156040"/>
            <a:ext cx="2632623" cy="497572"/>
          </a:xfrm>
          <a:prstGeom prst="rect">
            <a:avLst/>
          </a:prstGeom>
        </p:spPr>
        <p:txBody>
          <a:bodyPr wrap="square">
            <a:spAutoFit/>
          </a:bodyPr>
          <a:lstStyle/>
          <a:p>
            <a:pPr defTabSz="990671" fontAlgn="auto">
              <a:lnSpc>
                <a:spcPct val="90000"/>
              </a:lnSpc>
              <a:spcBef>
                <a:spcPts val="0"/>
              </a:spcBef>
              <a:spcAft>
                <a:spcPts val="0"/>
              </a:spcAft>
            </a:pPr>
            <a:r>
              <a:rPr lang="en-US" sz="1463" kern="0" dirty="0">
                <a:solidFill>
                  <a:prstClr val="black">
                    <a:lumMod val="65000"/>
                    <a:lumOff val="35000"/>
                  </a:prstClr>
                </a:solidFill>
                <a:latin typeface="Arial" pitchFamily="34" charset="0"/>
                <a:cs typeface="Arial" pitchFamily="34" charset="0"/>
              </a:rPr>
              <a:t>This is a sample text. </a:t>
            </a:r>
          </a:p>
          <a:p>
            <a:pPr defTabSz="990671" fontAlgn="auto">
              <a:lnSpc>
                <a:spcPct val="90000"/>
              </a:lnSpc>
              <a:spcBef>
                <a:spcPts val="0"/>
              </a:spcBef>
              <a:spcAft>
                <a:spcPts val="0"/>
              </a:spcAft>
            </a:pPr>
            <a:r>
              <a:rPr lang="en-US" sz="1463" kern="0" dirty="0">
                <a:solidFill>
                  <a:prstClr val="black">
                    <a:lumMod val="65000"/>
                    <a:lumOff val="35000"/>
                  </a:prstClr>
                </a:solidFill>
                <a:latin typeface="Arial" pitchFamily="34" charset="0"/>
                <a:cs typeface="Arial" pitchFamily="34" charset="0"/>
              </a:rPr>
              <a:t>Insert your desired text here. </a:t>
            </a:r>
            <a:endParaRPr lang="en-US" sz="1463" dirty="0">
              <a:solidFill>
                <a:prstClr val="black">
                  <a:lumMod val="65000"/>
                  <a:lumOff val="35000"/>
                </a:prstClr>
              </a:solidFill>
              <a:latin typeface="Arial" pitchFamily="34" charset="0"/>
              <a:cs typeface="Arial" pitchFamily="34" charset="0"/>
            </a:endParaRPr>
          </a:p>
        </p:txBody>
      </p:sp>
      <p:sp>
        <p:nvSpPr>
          <p:cNvPr id="58" name="TextBox 57"/>
          <p:cNvSpPr txBox="1"/>
          <p:nvPr/>
        </p:nvSpPr>
        <p:spPr>
          <a:xfrm>
            <a:off x="6504461" y="2664482"/>
            <a:ext cx="2632623" cy="392415"/>
          </a:xfrm>
          <a:prstGeom prst="rect">
            <a:avLst/>
          </a:prstGeom>
          <a:noFill/>
        </p:spPr>
        <p:txBody>
          <a:bodyPr wrap="square" rtlCol="0">
            <a:spAutoFit/>
          </a:bodyPr>
          <a:lstStyle/>
          <a:p>
            <a:pPr defTabSz="990671" fontAlgn="auto">
              <a:spcBef>
                <a:spcPts val="0"/>
              </a:spcBef>
              <a:spcAft>
                <a:spcPts val="0"/>
              </a:spcAft>
            </a:pPr>
            <a:r>
              <a:rPr lang="en-US" sz="1950" dirty="0">
                <a:solidFill>
                  <a:prstClr val="black">
                    <a:lumMod val="65000"/>
                    <a:lumOff val="35000"/>
                  </a:prstClr>
                </a:solidFill>
                <a:latin typeface="Arial" panose="020B0604020202020204" pitchFamily="34" charset="0"/>
                <a:cs typeface="Arial" panose="020B0604020202020204" pitchFamily="34" charset="0"/>
              </a:rPr>
              <a:t>Advantages</a:t>
            </a:r>
            <a:endParaRPr lang="en-IN" sz="1950" dirty="0">
              <a:solidFill>
                <a:prstClr val="black">
                  <a:lumMod val="65000"/>
                  <a:lumOff val="35000"/>
                </a:prstClr>
              </a:solidFill>
              <a:latin typeface="Arial" panose="020B0604020202020204" pitchFamily="34" charset="0"/>
              <a:cs typeface="Arial" panose="020B0604020202020204" pitchFamily="34" charset="0"/>
            </a:endParaRPr>
          </a:p>
        </p:txBody>
      </p:sp>
      <p:grpSp>
        <p:nvGrpSpPr>
          <p:cNvPr id="72" name="Group 71"/>
          <p:cNvGrpSpPr/>
          <p:nvPr/>
        </p:nvGrpSpPr>
        <p:grpSpPr>
          <a:xfrm>
            <a:off x="865659" y="3299736"/>
            <a:ext cx="1491448" cy="2890003"/>
            <a:chOff x="5768041" y="2722563"/>
            <a:chExt cx="1835150" cy="3556000"/>
          </a:xfrm>
        </p:grpSpPr>
        <p:sp>
          <p:nvSpPr>
            <p:cNvPr id="73" name="Freeform 72"/>
            <p:cNvSpPr>
              <a:spLocks noEditPoints="1"/>
            </p:cNvSpPr>
            <p:nvPr/>
          </p:nvSpPr>
          <p:spPr bwMode="auto">
            <a:xfrm>
              <a:off x="6588778" y="2776538"/>
              <a:ext cx="182563" cy="180975"/>
            </a:xfrm>
            <a:custGeom>
              <a:avLst/>
              <a:gdLst>
                <a:gd name="T0" fmla="*/ 56 w 112"/>
                <a:gd name="T1" fmla="*/ 111 h 111"/>
                <a:gd name="T2" fmla="*/ 0 w 112"/>
                <a:gd name="T3" fmla="*/ 56 h 111"/>
                <a:gd name="T4" fmla="*/ 56 w 112"/>
                <a:gd name="T5" fmla="*/ 0 h 111"/>
                <a:gd name="T6" fmla="*/ 112 w 112"/>
                <a:gd name="T7" fmla="*/ 56 h 111"/>
                <a:gd name="T8" fmla="*/ 56 w 112"/>
                <a:gd name="T9" fmla="*/ 111 h 111"/>
                <a:gd name="T10" fmla="*/ 56 w 112"/>
                <a:gd name="T11" fmla="*/ 20 h 111"/>
                <a:gd name="T12" fmla="*/ 20 w 112"/>
                <a:gd name="T13" fmla="*/ 56 h 111"/>
                <a:gd name="T14" fmla="*/ 56 w 112"/>
                <a:gd name="T15" fmla="*/ 91 h 111"/>
                <a:gd name="T16" fmla="*/ 92 w 112"/>
                <a:gd name="T17" fmla="*/ 56 h 111"/>
                <a:gd name="T18" fmla="*/ 56 w 112"/>
                <a:gd name="T19" fmla="*/ 2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2" h="111">
                  <a:moveTo>
                    <a:pt x="56" y="111"/>
                  </a:moveTo>
                  <a:cubicBezTo>
                    <a:pt x="25" y="111"/>
                    <a:pt x="0" y="86"/>
                    <a:pt x="0" y="56"/>
                  </a:cubicBezTo>
                  <a:cubicBezTo>
                    <a:pt x="0" y="25"/>
                    <a:pt x="25" y="0"/>
                    <a:pt x="56" y="0"/>
                  </a:cubicBezTo>
                  <a:cubicBezTo>
                    <a:pt x="87" y="0"/>
                    <a:pt x="112" y="25"/>
                    <a:pt x="112" y="56"/>
                  </a:cubicBezTo>
                  <a:cubicBezTo>
                    <a:pt x="112" y="86"/>
                    <a:pt x="87" y="111"/>
                    <a:pt x="56" y="111"/>
                  </a:cubicBezTo>
                  <a:close/>
                  <a:moveTo>
                    <a:pt x="56" y="20"/>
                  </a:moveTo>
                  <a:cubicBezTo>
                    <a:pt x="36" y="20"/>
                    <a:pt x="20" y="36"/>
                    <a:pt x="20" y="56"/>
                  </a:cubicBezTo>
                  <a:cubicBezTo>
                    <a:pt x="20" y="75"/>
                    <a:pt x="36" y="91"/>
                    <a:pt x="56" y="91"/>
                  </a:cubicBezTo>
                  <a:cubicBezTo>
                    <a:pt x="76" y="91"/>
                    <a:pt x="92" y="75"/>
                    <a:pt x="92" y="56"/>
                  </a:cubicBezTo>
                  <a:cubicBezTo>
                    <a:pt x="92" y="36"/>
                    <a:pt x="76" y="20"/>
                    <a:pt x="56" y="2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4" name="Rectangle 73"/>
            <p:cNvSpPr>
              <a:spLocks noChangeArrowheads="1"/>
            </p:cNvSpPr>
            <p:nvPr/>
          </p:nvSpPr>
          <p:spPr bwMode="auto">
            <a:xfrm>
              <a:off x="6637991" y="2722563"/>
              <a:ext cx="92075" cy="107950"/>
            </a:xfrm>
            <a:prstGeom prst="rect">
              <a:avLst/>
            </a:pr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5" name="Freeform 74"/>
            <p:cNvSpPr>
              <a:spLocks/>
            </p:cNvSpPr>
            <p:nvPr/>
          </p:nvSpPr>
          <p:spPr bwMode="auto">
            <a:xfrm>
              <a:off x="5795028" y="5981700"/>
              <a:ext cx="1768475" cy="296863"/>
            </a:xfrm>
            <a:custGeom>
              <a:avLst/>
              <a:gdLst>
                <a:gd name="T0" fmla="*/ 1082 w 1082"/>
                <a:gd name="T1" fmla="*/ 0 h 181"/>
                <a:gd name="T2" fmla="*/ 0 w 1082"/>
                <a:gd name="T3" fmla="*/ 0 h 181"/>
                <a:gd name="T4" fmla="*/ 541 w 1082"/>
                <a:gd name="T5" fmla="*/ 181 h 181"/>
                <a:gd name="T6" fmla="*/ 1082 w 1082"/>
                <a:gd name="T7" fmla="*/ 0 h 181"/>
              </a:gdLst>
              <a:ahLst/>
              <a:cxnLst>
                <a:cxn ang="0">
                  <a:pos x="T0" y="T1"/>
                </a:cxn>
                <a:cxn ang="0">
                  <a:pos x="T2" y="T3"/>
                </a:cxn>
                <a:cxn ang="0">
                  <a:pos x="T4" y="T5"/>
                </a:cxn>
                <a:cxn ang="0">
                  <a:pos x="T6" y="T7"/>
                </a:cxn>
              </a:cxnLst>
              <a:rect l="0" t="0" r="r" b="b"/>
              <a:pathLst>
                <a:path w="1082" h="181">
                  <a:moveTo>
                    <a:pt x="1082" y="0"/>
                  </a:moveTo>
                  <a:cubicBezTo>
                    <a:pt x="0" y="0"/>
                    <a:pt x="0" y="0"/>
                    <a:pt x="0" y="0"/>
                  </a:cubicBezTo>
                  <a:cubicBezTo>
                    <a:pt x="126" y="110"/>
                    <a:pt x="321" y="181"/>
                    <a:pt x="541" y="181"/>
                  </a:cubicBezTo>
                  <a:cubicBezTo>
                    <a:pt x="761" y="181"/>
                    <a:pt x="956" y="110"/>
                    <a:pt x="1082" y="0"/>
                  </a:cubicBezTo>
                  <a:close/>
                </a:path>
              </a:pathLst>
            </a:custGeom>
            <a:solidFill>
              <a:schemeClr val="tx1">
                <a:lumMod val="65000"/>
                <a:lumOff val="3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6" name="Oval 75"/>
            <p:cNvSpPr>
              <a:spLocks noChangeArrowheads="1"/>
            </p:cNvSpPr>
            <p:nvPr/>
          </p:nvSpPr>
          <p:spPr bwMode="auto">
            <a:xfrm>
              <a:off x="5795028" y="5919788"/>
              <a:ext cx="1768475" cy="122238"/>
            </a:xfrm>
            <a:prstGeom prst="ellipse">
              <a:avLst/>
            </a:prstGeom>
            <a:solidFill>
              <a:schemeClr val="tx1">
                <a:lumMod val="50000"/>
                <a:lumOff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7" name="Freeform 76"/>
            <p:cNvSpPr>
              <a:spLocks/>
            </p:cNvSpPr>
            <p:nvPr/>
          </p:nvSpPr>
          <p:spPr bwMode="auto">
            <a:xfrm>
              <a:off x="5825191" y="2908300"/>
              <a:ext cx="836613" cy="3032125"/>
            </a:xfrm>
            <a:custGeom>
              <a:avLst/>
              <a:gdLst>
                <a:gd name="T0" fmla="*/ 18 w 527"/>
                <a:gd name="T1" fmla="*/ 1910 h 1910"/>
                <a:gd name="T2" fmla="*/ 0 w 527"/>
                <a:gd name="T3" fmla="*/ 1901 h 1910"/>
                <a:gd name="T4" fmla="*/ 508 w 527"/>
                <a:gd name="T5" fmla="*/ 0 h 1910"/>
                <a:gd name="T6" fmla="*/ 527 w 527"/>
                <a:gd name="T7" fmla="*/ 9 h 1910"/>
                <a:gd name="T8" fmla="*/ 18 w 527"/>
                <a:gd name="T9" fmla="*/ 1910 h 1910"/>
              </a:gdLst>
              <a:ahLst/>
              <a:cxnLst>
                <a:cxn ang="0">
                  <a:pos x="T0" y="T1"/>
                </a:cxn>
                <a:cxn ang="0">
                  <a:pos x="T2" y="T3"/>
                </a:cxn>
                <a:cxn ang="0">
                  <a:pos x="T4" y="T5"/>
                </a:cxn>
                <a:cxn ang="0">
                  <a:pos x="T6" y="T7"/>
                </a:cxn>
                <a:cxn ang="0">
                  <a:pos x="T8" y="T9"/>
                </a:cxn>
              </a:cxnLst>
              <a:rect l="0" t="0" r="r" b="b"/>
              <a:pathLst>
                <a:path w="527" h="1910">
                  <a:moveTo>
                    <a:pt x="18" y="1910"/>
                  </a:moveTo>
                  <a:lnTo>
                    <a:pt x="0" y="1901"/>
                  </a:lnTo>
                  <a:lnTo>
                    <a:pt x="508" y="0"/>
                  </a:lnTo>
                  <a:lnTo>
                    <a:pt x="527" y="9"/>
                  </a:lnTo>
                  <a:lnTo>
                    <a:pt x="18" y="191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8" name="Freeform 77"/>
            <p:cNvSpPr>
              <a:spLocks/>
            </p:cNvSpPr>
            <p:nvPr/>
          </p:nvSpPr>
          <p:spPr bwMode="auto">
            <a:xfrm>
              <a:off x="6663391" y="2924175"/>
              <a:ext cx="182563" cy="2968625"/>
            </a:xfrm>
            <a:custGeom>
              <a:avLst/>
              <a:gdLst>
                <a:gd name="T0" fmla="*/ 95 w 115"/>
                <a:gd name="T1" fmla="*/ 1870 h 1870"/>
                <a:gd name="T2" fmla="*/ 0 w 115"/>
                <a:gd name="T3" fmla="*/ 2 h 1870"/>
                <a:gd name="T4" fmla="*/ 21 w 115"/>
                <a:gd name="T5" fmla="*/ 0 h 1870"/>
                <a:gd name="T6" fmla="*/ 115 w 115"/>
                <a:gd name="T7" fmla="*/ 1868 h 1870"/>
                <a:gd name="T8" fmla="*/ 95 w 115"/>
                <a:gd name="T9" fmla="*/ 1870 h 1870"/>
              </a:gdLst>
              <a:ahLst/>
              <a:cxnLst>
                <a:cxn ang="0">
                  <a:pos x="T0" y="T1"/>
                </a:cxn>
                <a:cxn ang="0">
                  <a:pos x="T2" y="T3"/>
                </a:cxn>
                <a:cxn ang="0">
                  <a:pos x="T4" y="T5"/>
                </a:cxn>
                <a:cxn ang="0">
                  <a:pos x="T6" y="T7"/>
                </a:cxn>
                <a:cxn ang="0">
                  <a:pos x="T8" y="T9"/>
                </a:cxn>
              </a:cxnLst>
              <a:rect l="0" t="0" r="r" b="b"/>
              <a:pathLst>
                <a:path w="115" h="1870">
                  <a:moveTo>
                    <a:pt x="95" y="1870"/>
                  </a:moveTo>
                  <a:lnTo>
                    <a:pt x="0" y="2"/>
                  </a:lnTo>
                  <a:lnTo>
                    <a:pt x="21" y="0"/>
                  </a:lnTo>
                  <a:lnTo>
                    <a:pt x="115" y="1868"/>
                  </a:lnTo>
                  <a:lnTo>
                    <a:pt x="95" y="1870"/>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79" name="Freeform 78"/>
            <p:cNvSpPr>
              <a:spLocks/>
            </p:cNvSpPr>
            <p:nvPr/>
          </p:nvSpPr>
          <p:spPr bwMode="auto">
            <a:xfrm>
              <a:off x="6696728" y="2908300"/>
              <a:ext cx="847725" cy="3049588"/>
            </a:xfrm>
            <a:custGeom>
              <a:avLst/>
              <a:gdLst>
                <a:gd name="T0" fmla="*/ 513 w 534"/>
                <a:gd name="T1" fmla="*/ 1921 h 1921"/>
                <a:gd name="T2" fmla="*/ 0 w 534"/>
                <a:gd name="T3" fmla="*/ 9 h 1921"/>
                <a:gd name="T4" fmla="*/ 20 w 534"/>
                <a:gd name="T5" fmla="*/ 0 h 1921"/>
                <a:gd name="T6" fmla="*/ 534 w 534"/>
                <a:gd name="T7" fmla="*/ 1913 h 1921"/>
                <a:gd name="T8" fmla="*/ 513 w 534"/>
                <a:gd name="T9" fmla="*/ 1921 h 1921"/>
              </a:gdLst>
              <a:ahLst/>
              <a:cxnLst>
                <a:cxn ang="0">
                  <a:pos x="T0" y="T1"/>
                </a:cxn>
                <a:cxn ang="0">
                  <a:pos x="T2" y="T3"/>
                </a:cxn>
                <a:cxn ang="0">
                  <a:pos x="T4" y="T5"/>
                </a:cxn>
                <a:cxn ang="0">
                  <a:pos x="T6" y="T7"/>
                </a:cxn>
                <a:cxn ang="0">
                  <a:pos x="T8" y="T9"/>
                </a:cxn>
              </a:cxnLst>
              <a:rect l="0" t="0" r="r" b="b"/>
              <a:pathLst>
                <a:path w="534" h="1921">
                  <a:moveTo>
                    <a:pt x="513" y="1921"/>
                  </a:moveTo>
                  <a:lnTo>
                    <a:pt x="0" y="9"/>
                  </a:lnTo>
                  <a:lnTo>
                    <a:pt x="20" y="0"/>
                  </a:lnTo>
                  <a:lnTo>
                    <a:pt x="534" y="1913"/>
                  </a:lnTo>
                  <a:lnTo>
                    <a:pt x="513" y="1921"/>
                  </a:lnTo>
                  <a:close/>
                </a:path>
              </a:pathLst>
            </a:custGeom>
            <a:solidFill>
              <a:schemeClr val="bg1">
                <a:lumMod val="6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0" name="Freeform 79"/>
            <p:cNvSpPr>
              <a:spLocks/>
            </p:cNvSpPr>
            <p:nvPr/>
          </p:nvSpPr>
          <p:spPr bwMode="auto">
            <a:xfrm>
              <a:off x="6772928" y="5864225"/>
              <a:ext cx="115888" cy="114300"/>
            </a:xfrm>
            <a:custGeom>
              <a:avLst/>
              <a:gdLst>
                <a:gd name="T0" fmla="*/ 16 w 71"/>
                <a:gd name="T1" fmla="*/ 36 h 70"/>
                <a:gd name="T2" fmla="*/ 35 w 71"/>
                <a:gd name="T3" fmla="*/ 16 h 70"/>
                <a:gd name="T4" fmla="*/ 55 w 71"/>
                <a:gd name="T5" fmla="*/ 35 h 70"/>
                <a:gd name="T6" fmla="*/ 71 w 71"/>
                <a:gd name="T7" fmla="*/ 36 h 70"/>
                <a:gd name="T8" fmla="*/ 35 w 71"/>
                <a:gd name="T9" fmla="*/ 0 h 70"/>
                <a:gd name="T10" fmla="*/ 0 w 71"/>
                <a:gd name="T11" fmla="*/ 36 h 70"/>
                <a:gd name="T12" fmla="*/ 27 w 71"/>
                <a:gd name="T13" fmla="*/ 70 h 70"/>
                <a:gd name="T14" fmla="*/ 29 w 71"/>
                <a:gd name="T15" fmla="*/ 54 h 70"/>
                <a:gd name="T16" fmla="*/ 16 w 71"/>
                <a:gd name="T17" fmla="*/ 3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1" h="70">
                  <a:moveTo>
                    <a:pt x="16" y="36"/>
                  </a:moveTo>
                  <a:cubicBezTo>
                    <a:pt x="16" y="25"/>
                    <a:pt x="24" y="16"/>
                    <a:pt x="35" y="16"/>
                  </a:cubicBezTo>
                  <a:cubicBezTo>
                    <a:pt x="46" y="16"/>
                    <a:pt x="55" y="25"/>
                    <a:pt x="55" y="35"/>
                  </a:cubicBezTo>
                  <a:cubicBezTo>
                    <a:pt x="71" y="36"/>
                    <a:pt x="71" y="36"/>
                    <a:pt x="71" y="36"/>
                  </a:cubicBezTo>
                  <a:cubicBezTo>
                    <a:pt x="71" y="16"/>
                    <a:pt x="55" y="0"/>
                    <a:pt x="35" y="0"/>
                  </a:cubicBezTo>
                  <a:cubicBezTo>
                    <a:pt x="16" y="0"/>
                    <a:pt x="0" y="16"/>
                    <a:pt x="0" y="36"/>
                  </a:cubicBezTo>
                  <a:cubicBezTo>
                    <a:pt x="0" y="52"/>
                    <a:pt x="11" y="67"/>
                    <a:pt x="27" y="70"/>
                  </a:cubicBezTo>
                  <a:cubicBezTo>
                    <a:pt x="29" y="54"/>
                    <a:pt x="29" y="54"/>
                    <a:pt x="29" y="54"/>
                  </a:cubicBezTo>
                  <a:cubicBezTo>
                    <a:pt x="21" y="51"/>
                    <a:pt x="16" y="44"/>
                    <a:pt x="16" y="36"/>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1" name="Freeform 80"/>
            <p:cNvSpPr>
              <a:spLocks/>
            </p:cNvSpPr>
            <p:nvPr/>
          </p:nvSpPr>
          <p:spPr bwMode="auto">
            <a:xfrm>
              <a:off x="7487303" y="5922963"/>
              <a:ext cx="115888" cy="115888"/>
            </a:xfrm>
            <a:custGeom>
              <a:avLst/>
              <a:gdLst>
                <a:gd name="T0" fmla="*/ 35 w 71"/>
                <a:gd name="T1" fmla="*/ 0 h 71"/>
                <a:gd name="T2" fmla="*/ 0 w 71"/>
                <a:gd name="T3" fmla="*/ 36 h 71"/>
                <a:gd name="T4" fmla="*/ 0 w 71"/>
                <a:gd name="T5" fmla="*/ 43 h 71"/>
                <a:gd name="T6" fmla="*/ 16 w 71"/>
                <a:gd name="T7" fmla="*/ 39 h 71"/>
                <a:gd name="T8" fmla="*/ 16 w 71"/>
                <a:gd name="T9" fmla="*/ 36 h 71"/>
                <a:gd name="T10" fmla="*/ 35 w 71"/>
                <a:gd name="T11" fmla="*/ 16 h 71"/>
                <a:gd name="T12" fmla="*/ 55 w 71"/>
                <a:gd name="T13" fmla="*/ 36 h 71"/>
                <a:gd name="T14" fmla="*/ 35 w 71"/>
                <a:gd name="T15" fmla="*/ 55 h 71"/>
                <a:gd name="T16" fmla="*/ 27 w 71"/>
                <a:gd name="T17" fmla="*/ 54 h 71"/>
                <a:gd name="T18" fmla="*/ 14 w 71"/>
                <a:gd name="T19" fmla="*/ 64 h 71"/>
                <a:gd name="T20" fmla="*/ 35 w 71"/>
                <a:gd name="T21" fmla="*/ 71 h 71"/>
                <a:gd name="T22" fmla="*/ 71 w 71"/>
                <a:gd name="T23" fmla="*/ 36 h 71"/>
                <a:gd name="T24" fmla="*/ 35 w 71"/>
                <a:gd name="T25"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1">
                  <a:moveTo>
                    <a:pt x="35" y="0"/>
                  </a:moveTo>
                  <a:cubicBezTo>
                    <a:pt x="15" y="0"/>
                    <a:pt x="0" y="16"/>
                    <a:pt x="0" y="36"/>
                  </a:cubicBezTo>
                  <a:cubicBezTo>
                    <a:pt x="0" y="38"/>
                    <a:pt x="0" y="40"/>
                    <a:pt x="0" y="43"/>
                  </a:cubicBezTo>
                  <a:cubicBezTo>
                    <a:pt x="16" y="39"/>
                    <a:pt x="16" y="39"/>
                    <a:pt x="16" y="39"/>
                  </a:cubicBezTo>
                  <a:cubicBezTo>
                    <a:pt x="16" y="38"/>
                    <a:pt x="16" y="37"/>
                    <a:pt x="16" y="36"/>
                  </a:cubicBezTo>
                  <a:cubicBezTo>
                    <a:pt x="16" y="25"/>
                    <a:pt x="24" y="16"/>
                    <a:pt x="35" y="16"/>
                  </a:cubicBezTo>
                  <a:cubicBezTo>
                    <a:pt x="46" y="16"/>
                    <a:pt x="55" y="25"/>
                    <a:pt x="55" y="36"/>
                  </a:cubicBezTo>
                  <a:cubicBezTo>
                    <a:pt x="55" y="47"/>
                    <a:pt x="46" y="55"/>
                    <a:pt x="35" y="55"/>
                  </a:cubicBezTo>
                  <a:cubicBezTo>
                    <a:pt x="32" y="55"/>
                    <a:pt x="30" y="55"/>
                    <a:pt x="27" y="54"/>
                  </a:cubicBezTo>
                  <a:cubicBezTo>
                    <a:pt x="14" y="64"/>
                    <a:pt x="14" y="64"/>
                    <a:pt x="14" y="64"/>
                  </a:cubicBezTo>
                  <a:cubicBezTo>
                    <a:pt x="20" y="69"/>
                    <a:pt x="27" y="71"/>
                    <a:pt x="35" y="71"/>
                  </a:cubicBezTo>
                  <a:cubicBezTo>
                    <a:pt x="55" y="71"/>
                    <a:pt x="71" y="55"/>
                    <a:pt x="71" y="36"/>
                  </a:cubicBezTo>
                  <a:cubicBezTo>
                    <a:pt x="71" y="16"/>
                    <a:pt x="55" y="0"/>
                    <a:pt x="35" y="0"/>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2" name="Freeform 81"/>
            <p:cNvSpPr>
              <a:spLocks/>
            </p:cNvSpPr>
            <p:nvPr/>
          </p:nvSpPr>
          <p:spPr bwMode="auto">
            <a:xfrm>
              <a:off x="5768041" y="5922963"/>
              <a:ext cx="115888" cy="115888"/>
            </a:xfrm>
            <a:custGeom>
              <a:avLst/>
              <a:gdLst>
                <a:gd name="T0" fmla="*/ 35 w 71"/>
                <a:gd name="T1" fmla="*/ 55 h 71"/>
                <a:gd name="T2" fmla="*/ 16 w 71"/>
                <a:gd name="T3" fmla="*/ 36 h 71"/>
                <a:gd name="T4" fmla="*/ 35 w 71"/>
                <a:gd name="T5" fmla="*/ 16 h 71"/>
                <a:gd name="T6" fmla="*/ 55 w 71"/>
                <a:gd name="T7" fmla="*/ 36 h 71"/>
                <a:gd name="T8" fmla="*/ 55 w 71"/>
                <a:gd name="T9" fmla="*/ 37 h 71"/>
                <a:gd name="T10" fmla="*/ 71 w 71"/>
                <a:gd name="T11" fmla="*/ 35 h 71"/>
                <a:gd name="T12" fmla="*/ 35 w 71"/>
                <a:gd name="T13" fmla="*/ 0 h 71"/>
                <a:gd name="T14" fmla="*/ 0 w 71"/>
                <a:gd name="T15" fmla="*/ 36 h 71"/>
                <a:gd name="T16" fmla="*/ 35 w 71"/>
                <a:gd name="T17" fmla="*/ 71 h 71"/>
                <a:gd name="T18" fmla="*/ 54 w 71"/>
                <a:gd name="T19" fmla="*/ 66 h 71"/>
                <a:gd name="T20" fmla="*/ 39 w 71"/>
                <a:gd name="T21" fmla="*/ 55 h 71"/>
                <a:gd name="T22" fmla="*/ 35 w 71"/>
                <a:gd name="T23" fmla="*/ 5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1" h="71">
                  <a:moveTo>
                    <a:pt x="35" y="55"/>
                  </a:moveTo>
                  <a:cubicBezTo>
                    <a:pt x="25" y="55"/>
                    <a:pt x="16" y="47"/>
                    <a:pt x="16" y="36"/>
                  </a:cubicBezTo>
                  <a:cubicBezTo>
                    <a:pt x="16" y="25"/>
                    <a:pt x="25" y="16"/>
                    <a:pt x="35" y="16"/>
                  </a:cubicBezTo>
                  <a:cubicBezTo>
                    <a:pt x="46" y="16"/>
                    <a:pt x="55" y="25"/>
                    <a:pt x="55" y="36"/>
                  </a:cubicBezTo>
                  <a:cubicBezTo>
                    <a:pt x="55" y="36"/>
                    <a:pt x="55" y="36"/>
                    <a:pt x="55" y="37"/>
                  </a:cubicBezTo>
                  <a:cubicBezTo>
                    <a:pt x="71" y="35"/>
                    <a:pt x="71" y="35"/>
                    <a:pt x="71" y="35"/>
                  </a:cubicBezTo>
                  <a:cubicBezTo>
                    <a:pt x="70" y="16"/>
                    <a:pt x="55" y="0"/>
                    <a:pt x="35" y="0"/>
                  </a:cubicBezTo>
                  <a:cubicBezTo>
                    <a:pt x="16" y="0"/>
                    <a:pt x="0" y="16"/>
                    <a:pt x="0" y="36"/>
                  </a:cubicBezTo>
                  <a:cubicBezTo>
                    <a:pt x="0" y="55"/>
                    <a:pt x="16" y="71"/>
                    <a:pt x="35" y="71"/>
                  </a:cubicBezTo>
                  <a:cubicBezTo>
                    <a:pt x="42" y="71"/>
                    <a:pt x="48" y="69"/>
                    <a:pt x="54" y="66"/>
                  </a:cubicBezTo>
                  <a:cubicBezTo>
                    <a:pt x="39" y="55"/>
                    <a:pt x="39" y="55"/>
                    <a:pt x="39" y="55"/>
                  </a:cubicBezTo>
                  <a:cubicBezTo>
                    <a:pt x="38" y="55"/>
                    <a:pt x="37" y="55"/>
                    <a:pt x="35" y="55"/>
                  </a:cubicBezTo>
                  <a:close/>
                </a:path>
              </a:pathLst>
            </a:custGeom>
            <a:solidFill>
              <a:schemeClr val="tx1">
                <a:lumMod val="65000"/>
                <a:lumOff val="3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nvGrpSpPr>
            <p:cNvPr id="83" name="Group 82"/>
            <p:cNvGrpSpPr/>
            <p:nvPr/>
          </p:nvGrpSpPr>
          <p:grpSpPr>
            <a:xfrm>
              <a:off x="5978752" y="4289344"/>
              <a:ext cx="1401591" cy="1892701"/>
              <a:chOff x="7539038" y="1589088"/>
              <a:chExt cx="2016125" cy="2722562"/>
            </a:xfrm>
          </p:grpSpPr>
          <p:sp>
            <p:nvSpPr>
              <p:cNvPr id="84" name="Freeform 14"/>
              <p:cNvSpPr>
                <a:spLocks/>
              </p:cNvSpPr>
              <p:nvPr/>
            </p:nvSpPr>
            <p:spPr bwMode="auto">
              <a:xfrm>
                <a:off x="7566026" y="1589088"/>
                <a:ext cx="1989137" cy="2722562"/>
              </a:xfrm>
              <a:custGeom>
                <a:avLst/>
                <a:gdLst>
                  <a:gd name="T0" fmla="*/ 324 w 1267"/>
                  <a:gd name="T1" fmla="*/ 80 h 1736"/>
                  <a:gd name="T2" fmla="*/ 364 w 1267"/>
                  <a:gd name="T3" fmla="*/ 43 h 1736"/>
                  <a:gd name="T4" fmla="*/ 591 w 1267"/>
                  <a:gd name="T5" fmla="*/ 43 h 1736"/>
                  <a:gd name="T6" fmla="*/ 802 w 1267"/>
                  <a:gd name="T7" fmla="*/ 61 h 1736"/>
                  <a:gd name="T8" fmla="*/ 948 w 1267"/>
                  <a:gd name="T9" fmla="*/ 62 h 1736"/>
                  <a:gd name="T10" fmla="*/ 820 w 1267"/>
                  <a:gd name="T11" fmla="*/ 320 h 1736"/>
                  <a:gd name="T12" fmla="*/ 842 w 1267"/>
                  <a:gd name="T13" fmla="*/ 384 h 1736"/>
                  <a:gd name="T14" fmla="*/ 987 w 1267"/>
                  <a:gd name="T15" fmla="*/ 498 h 1736"/>
                  <a:gd name="T16" fmla="*/ 1106 w 1267"/>
                  <a:gd name="T17" fmla="*/ 641 h 1736"/>
                  <a:gd name="T18" fmla="*/ 1158 w 1267"/>
                  <a:gd name="T19" fmla="*/ 734 h 1736"/>
                  <a:gd name="T20" fmla="*/ 1254 w 1267"/>
                  <a:gd name="T21" fmla="*/ 1015 h 1736"/>
                  <a:gd name="T22" fmla="*/ 1198 w 1267"/>
                  <a:gd name="T23" fmla="*/ 1335 h 1736"/>
                  <a:gd name="T24" fmla="*/ 1116 w 1267"/>
                  <a:gd name="T25" fmla="*/ 1440 h 1736"/>
                  <a:gd name="T26" fmla="*/ 71 w 1267"/>
                  <a:gd name="T27" fmla="*/ 1312 h 1736"/>
                  <a:gd name="T28" fmla="*/ 86 w 1267"/>
                  <a:gd name="T29" fmla="*/ 798 h 1736"/>
                  <a:gd name="T30" fmla="*/ 256 w 1267"/>
                  <a:gd name="T31" fmla="*/ 550 h 1736"/>
                  <a:gd name="T32" fmla="*/ 400 w 1267"/>
                  <a:gd name="T33" fmla="*/ 403 h 1736"/>
                  <a:gd name="T34" fmla="*/ 443 w 1267"/>
                  <a:gd name="T35" fmla="*/ 356 h 1736"/>
                  <a:gd name="T36" fmla="*/ 370 w 1267"/>
                  <a:gd name="T37" fmla="*/ 174 h 1736"/>
                  <a:gd name="T38" fmla="*/ 324 w 1267"/>
                  <a:gd name="T39" fmla="*/ 80 h 1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67" h="1736">
                    <a:moveTo>
                      <a:pt x="324" y="80"/>
                    </a:moveTo>
                    <a:cubicBezTo>
                      <a:pt x="324" y="80"/>
                      <a:pt x="319" y="51"/>
                      <a:pt x="364" y="43"/>
                    </a:cubicBezTo>
                    <a:cubicBezTo>
                      <a:pt x="410" y="35"/>
                      <a:pt x="514" y="86"/>
                      <a:pt x="591" y="43"/>
                    </a:cubicBezTo>
                    <a:cubicBezTo>
                      <a:pt x="668" y="0"/>
                      <a:pt x="751" y="10"/>
                      <a:pt x="802" y="61"/>
                    </a:cubicBezTo>
                    <a:cubicBezTo>
                      <a:pt x="852" y="112"/>
                      <a:pt x="938" y="40"/>
                      <a:pt x="948" y="62"/>
                    </a:cubicBezTo>
                    <a:cubicBezTo>
                      <a:pt x="959" y="83"/>
                      <a:pt x="820" y="320"/>
                      <a:pt x="820" y="320"/>
                    </a:cubicBezTo>
                    <a:cubicBezTo>
                      <a:pt x="820" y="320"/>
                      <a:pt x="812" y="355"/>
                      <a:pt x="842" y="384"/>
                    </a:cubicBezTo>
                    <a:cubicBezTo>
                      <a:pt x="885" y="428"/>
                      <a:pt x="941" y="458"/>
                      <a:pt x="987" y="498"/>
                    </a:cubicBezTo>
                    <a:cubicBezTo>
                      <a:pt x="1034" y="539"/>
                      <a:pt x="1073" y="589"/>
                      <a:pt x="1106" y="641"/>
                    </a:cubicBezTo>
                    <a:cubicBezTo>
                      <a:pt x="1125" y="671"/>
                      <a:pt x="1142" y="702"/>
                      <a:pt x="1158" y="734"/>
                    </a:cubicBezTo>
                    <a:cubicBezTo>
                      <a:pt x="1201" y="822"/>
                      <a:pt x="1242" y="917"/>
                      <a:pt x="1254" y="1015"/>
                    </a:cubicBezTo>
                    <a:cubicBezTo>
                      <a:pt x="1267" y="1124"/>
                      <a:pt x="1254" y="1239"/>
                      <a:pt x="1198" y="1335"/>
                    </a:cubicBezTo>
                    <a:cubicBezTo>
                      <a:pt x="1175" y="1373"/>
                      <a:pt x="1147" y="1409"/>
                      <a:pt x="1116" y="1440"/>
                    </a:cubicBezTo>
                    <a:cubicBezTo>
                      <a:pt x="831" y="1736"/>
                      <a:pt x="191" y="1582"/>
                      <a:pt x="71" y="1312"/>
                    </a:cubicBezTo>
                    <a:cubicBezTo>
                      <a:pt x="0" y="1154"/>
                      <a:pt x="20" y="955"/>
                      <a:pt x="86" y="798"/>
                    </a:cubicBezTo>
                    <a:cubicBezTo>
                      <a:pt x="125" y="704"/>
                      <a:pt x="183" y="621"/>
                      <a:pt x="256" y="550"/>
                    </a:cubicBezTo>
                    <a:cubicBezTo>
                      <a:pt x="304" y="502"/>
                      <a:pt x="352" y="453"/>
                      <a:pt x="400" y="403"/>
                    </a:cubicBezTo>
                    <a:cubicBezTo>
                      <a:pt x="414" y="388"/>
                      <a:pt x="431" y="373"/>
                      <a:pt x="443" y="356"/>
                    </a:cubicBezTo>
                    <a:cubicBezTo>
                      <a:pt x="464" y="327"/>
                      <a:pt x="391" y="210"/>
                      <a:pt x="370" y="174"/>
                    </a:cubicBezTo>
                    <a:cubicBezTo>
                      <a:pt x="348" y="138"/>
                      <a:pt x="318" y="101"/>
                      <a:pt x="324" y="80"/>
                    </a:cubicBezTo>
                    <a:close/>
                  </a:path>
                </a:pathLst>
              </a:custGeom>
              <a:solidFill>
                <a:schemeClr val="accent4"/>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5" name="Freeform 15"/>
              <p:cNvSpPr>
                <a:spLocks/>
              </p:cNvSpPr>
              <p:nvPr/>
            </p:nvSpPr>
            <p:spPr bwMode="auto">
              <a:xfrm>
                <a:off x="7539038" y="2092325"/>
                <a:ext cx="1287462" cy="1720850"/>
              </a:xfrm>
              <a:custGeom>
                <a:avLst/>
                <a:gdLst>
                  <a:gd name="T0" fmla="*/ 324 w 821"/>
                  <a:gd name="T1" fmla="*/ 176 h 1097"/>
                  <a:gd name="T2" fmla="*/ 628 w 821"/>
                  <a:gd name="T3" fmla="*/ 30 h 1097"/>
                  <a:gd name="T4" fmla="*/ 755 w 821"/>
                  <a:gd name="T5" fmla="*/ 491 h 1097"/>
                  <a:gd name="T6" fmla="*/ 50 w 821"/>
                  <a:gd name="T7" fmla="*/ 816 h 1097"/>
                  <a:gd name="T8" fmla="*/ 293 w 821"/>
                  <a:gd name="T9" fmla="*/ 205 h 1097"/>
                </a:gdLst>
                <a:ahLst/>
                <a:cxnLst>
                  <a:cxn ang="0">
                    <a:pos x="T0" y="T1"/>
                  </a:cxn>
                  <a:cxn ang="0">
                    <a:pos x="T2" y="T3"/>
                  </a:cxn>
                  <a:cxn ang="0">
                    <a:pos x="T4" y="T5"/>
                  </a:cxn>
                  <a:cxn ang="0">
                    <a:pos x="T6" y="T7"/>
                  </a:cxn>
                  <a:cxn ang="0">
                    <a:pos x="T8" y="T9"/>
                  </a:cxn>
                </a:cxnLst>
                <a:rect l="0" t="0" r="r" b="b"/>
                <a:pathLst>
                  <a:path w="821" h="1097">
                    <a:moveTo>
                      <a:pt x="324" y="176"/>
                    </a:moveTo>
                    <a:cubicBezTo>
                      <a:pt x="324" y="176"/>
                      <a:pt x="478" y="0"/>
                      <a:pt x="628" y="30"/>
                    </a:cubicBezTo>
                    <a:cubicBezTo>
                      <a:pt x="777" y="59"/>
                      <a:pt x="821" y="278"/>
                      <a:pt x="755" y="491"/>
                    </a:cubicBezTo>
                    <a:cubicBezTo>
                      <a:pt x="689" y="704"/>
                      <a:pt x="101" y="1097"/>
                      <a:pt x="50" y="816"/>
                    </a:cubicBezTo>
                    <a:cubicBezTo>
                      <a:pt x="0" y="535"/>
                      <a:pt x="293" y="205"/>
                      <a:pt x="293" y="205"/>
                    </a:cubicBezTo>
                  </a:path>
                </a:pathLst>
              </a:custGeom>
              <a:solidFill>
                <a:schemeClr val="bg1">
                  <a:alpha val="14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6" name="Rectangle 16"/>
              <p:cNvSpPr>
                <a:spLocks noChangeArrowheads="1"/>
              </p:cNvSpPr>
              <p:nvPr/>
            </p:nvSpPr>
            <p:spPr bwMode="auto">
              <a:xfrm>
                <a:off x="8205788" y="2066925"/>
                <a:ext cx="711200" cy="93662"/>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7" name="Rectangle 17"/>
              <p:cNvSpPr>
                <a:spLocks noChangeArrowheads="1"/>
              </p:cNvSpPr>
              <p:nvPr/>
            </p:nvSpPr>
            <p:spPr bwMode="auto">
              <a:xfrm>
                <a:off x="8115300" y="2160588"/>
                <a:ext cx="855662" cy="66675"/>
              </a:xfrm>
              <a:prstGeom prst="rect">
                <a:avLst/>
              </a:pr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8" name="Freeform 18"/>
              <p:cNvSpPr>
                <a:spLocks/>
              </p:cNvSpPr>
              <p:nvPr/>
            </p:nvSpPr>
            <p:spPr bwMode="auto">
              <a:xfrm>
                <a:off x="8697913" y="2122488"/>
                <a:ext cx="106362" cy="481012"/>
              </a:xfrm>
              <a:custGeom>
                <a:avLst/>
                <a:gdLst>
                  <a:gd name="T0" fmla="*/ 0 w 67"/>
                  <a:gd name="T1" fmla="*/ 300 h 303"/>
                  <a:gd name="T2" fmla="*/ 25 w 67"/>
                  <a:gd name="T3" fmla="*/ 0 h 303"/>
                  <a:gd name="T4" fmla="*/ 67 w 67"/>
                  <a:gd name="T5" fmla="*/ 4 h 303"/>
                  <a:gd name="T6" fmla="*/ 43 w 67"/>
                  <a:gd name="T7" fmla="*/ 303 h 303"/>
                  <a:gd name="T8" fmla="*/ 0 w 67"/>
                  <a:gd name="T9" fmla="*/ 300 h 303"/>
                </a:gdLst>
                <a:ahLst/>
                <a:cxnLst>
                  <a:cxn ang="0">
                    <a:pos x="T0" y="T1"/>
                  </a:cxn>
                  <a:cxn ang="0">
                    <a:pos x="T2" y="T3"/>
                  </a:cxn>
                  <a:cxn ang="0">
                    <a:pos x="T4" y="T5"/>
                  </a:cxn>
                  <a:cxn ang="0">
                    <a:pos x="T6" y="T7"/>
                  </a:cxn>
                  <a:cxn ang="0">
                    <a:pos x="T8" y="T9"/>
                  </a:cxn>
                </a:cxnLst>
                <a:rect l="0" t="0" r="r" b="b"/>
                <a:pathLst>
                  <a:path w="67" h="303">
                    <a:moveTo>
                      <a:pt x="0" y="300"/>
                    </a:moveTo>
                    <a:lnTo>
                      <a:pt x="25" y="0"/>
                    </a:lnTo>
                    <a:lnTo>
                      <a:pt x="67" y="4"/>
                    </a:lnTo>
                    <a:lnTo>
                      <a:pt x="43" y="303"/>
                    </a:lnTo>
                    <a:lnTo>
                      <a:pt x="0" y="300"/>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89" name="Freeform 19"/>
              <p:cNvSpPr>
                <a:spLocks/>
              </p:cNvSpPr>
              <p:nvPr/>
            </p:nvSpPr>
            <p:spPr bwMode="auto">
              <a:xfrm>
                <a:off x="8751888" y="2133600"/>
                <a:ext cx="195262" cy="573087"/>
              </a:xfrm>
              <a:custGeom>
                <a:avLst/>
                <a:gdLst>
                  <a:gd name="T0" fmla="*/ 82 w 123"/>
                  <a:gd name="T1" fmla="*/ 361 h 361"/>
                  <a:gd name="T2" fmla="*/ 0 w 123"/>
                  <a:gd name="T3" fmla="*/ 10 h 361"/>
                  <a:gd name="T4" fmla="*/ 40 w 123"/>
                  <a:gd name="T5" fmla="*/ 0 h 361"/>
                  <a:gd name="T6" fmla="*/ 123 w 123"/>
                  <a:gd name="T7" fmla="*/ 351 h 361"/>
                  <a:gd name="T8" fmla="*/ 82 w 123"/>
                  <a:gd name="T9" fmla="*/ 361 h 361"/>
                </a:gdLst>
                <a:ahLst/>
                <a:cxnLst>
                  <a:cxn ang="0">
                    <a:pos x="T0" y="T1"/>
                  </a:cxn>
                  <a:cxn ang="0">
                    <a:pos x="T2" y="T3"/>
                  </a:cxn>
                  <a:cxn ang="0">
                    <a:pos x="T4" y="T5"/>
                  </a:cxn>
                  <a:cxn ang="0">
                    <a:pos x="T6" y="T7"/>
                  </a:cxn>
                  <a:cxn ang="0">
                    <a:pos x="T8" y="T9"/>
                  </a:cxn>
                </a:cxnLst>
                <a:rect l="0" t="0" r="r" b="b"/>
                <a:pathLst>
                  <a:path w="123" h="361">
                    <a:moveTo>
                      <a:pt x="82" y="361"/>
                    </a:moveTo>
                    <a:lnTo>
                      <a:pt x="0" y="10"/>
                    </a:lnTo>
                    <a:lnTo>
                      <a:pt x="40" y="0"/>
                    </a:lnTo>
                    <a:lnTo>
                      <a:pt x="123" y="351"/>
                    </a:lnTo>
                    <a:lnTo>
                      <a:pt x="82" y="361"/>
                    </a:lnTo>
                    <a:close/>
                  </a:path>
                </a:pathLst>
              </a:custGeom>
              <a:solidFill>
                <a:schemeClr val="accent3"/>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sp>
            <p:nvSpPr>
              <p:cNvPr id="90" name="Freeform 20"/>
              <p:cNvSpPr>
                <a:spLocks noEditPoints="1"/>
              </p:cNvSpPr>
              <p:nvPr/>
            </p:nvSpPr>
            <p:spPr bwMode="auto">
              <a:xfrm>
                <a:off x="8237538" y="2747963"/>
                <a:ext cx="611187" cy="858837"/>
              </a:xfrm>
              <a:custGeom>
                <a:avLst/>
                <a:gdLst>
                  <a:gd name="T0" fmla="*/ 166 w 389"/>
                  <a:gd name="T1" fmla="*/ 418 h 547"/>
                  <a:gd name="T2" fmla="*/ 166 w 389"/>
                  <a:gd name="T3" fmla="*/ 290 h 547"/>
                  <a:gd name="T4" fmla="*/ 52 w 389"/>
                  <a:gd name="T5" fmla="*/ 238 h 547"/>
                  <a:gd name="T6" fmla="*/ 16 w 389"/>
                  <a:gd name="T7" fmla="*/ 154 h 547"/>
                  <a:gd name="T8" fmla="*/ 57 w 389"/>
                  <a:gd name="T9" fmla="*/ 69 h 547"/>
                  <a:gd name="T10" fmla="*/ 166 w 389"/>
                  <a:gd name="T11" fmla="*/ 30 h 547"/>
                  <a:gd name="T12" fmla="*/ 166 w 389"/>
                  <a:gd name="T13" fmla="*/ 0 h 547"/>
                  <a:gd name="T14" fmla="*/ 224 w 389"/>
                  <a:gd name="T15" fmla="*/ 0 h 547"/>
                  <a:gd name="T16" fmla="*/ 224 w 389"/>
                  <a:gd name="T17" fmla="*/ 30 h 547"/>
                  <a:gd name="T18" fmla="*/ 325 w 389"/>
                  <a:gd name="T19" fmla="*/ 63 h 547"/>
                  <a:gd name="T20" fmla="*/ 372 w 389"/>
                  <a:gd name="T21" fmla="*/ 137 h 547"/>
                  <a:gd name="T22" fmla="*/ 272 w 389"/>
                  <a:gd name="T23" fmla="*/ 147 h 547"/>
                  <a:gd name="T24" fmla="*/ 224 w 389"/>
                  <a:gd name="T25" fmla="*/ 98 h 547"/>
                  <a:gd name="T26" fmla="*/ 224 w 389"/>
                  <a:gd name="T27" fmla="*/ 217 h 547"/>
                  <a:gd name="T28" fmla="*/ 354 w 389"/>
                  <a:gd name="T29" fmla="*/ 269 h 547"/>
                  <a:gd name="T30" fmla="*/ 389 w 389"/>
                  <a:gd name="T31" fmla="*/ 350 h 547"/>
                  <a:gd name="T32" fmla="*/ 345 w 389"/>
                  <a:gd name="T33" fmla="*/ 443 h 547"/>
                  <a:gd name="T34" fmla="*/ 224 w 389"/>
                  <a:gd name="T35" fmla="*/ 490 h 547"/>
                  <a:gd name="T36" fmla="*/ 224 w 389"/>
                  <a:gd name="T37" fmla="*/ 547 h 547"/>
                  <a:gd name="T38" fmla="*/ 166 w 389"/>
                  <a:gd name="T39" fmla="*/ 547 h 547"/>
                  <a:gd name="T40" fmla="*/ 166 w 389"/>
                  <a:gd name="T41" fmla="*/ 491 h 547"/>
                  <a:gd name="T42" fmla="*/ 55 w 389"/>
                  <a:gd name="T43" fmla="*/ 452 h 547"/>
                  <a:gd name="T44" fmla="*/ 0 w 389"/>
                  <a:gd name="T45" fmla="*/ 359 h 547"/>
                  <a:gd name="T46" fmla="*/ 104 w 389"/>
                  <a:gd name="T47" fmla="*/ 350 h 547"/>
                  <a:gd name="T48" fmla="*/ 127 w 389"/>
                  <a:gd name="T49" fmla="*/ 392 h 547"/>
                  <a:gd name="T50" fmla="*/ 166 w 389"/>
                  <a:gd name="T51" fmla="*/ 418 h 547"/>
                  <a:gd name="T52" fmla="*/ 166 w 389"/>
                  <a:gd name="T53" fmla="*/ 97 h 547"/>
                  <a:gd name="T54" fmla="*/ 129 w 389"/>
                  <a:gd name="T55" fmla="*/ 118 h 547"/>
                  <a:gd name="T56" fmla="*/ 115 w 389"/>
                  <a:gd name="T57" fmla="*/ 150 h 547"/>
                  <a:gd name="T58" fmla="*/ 128 w 389"/>
                  <a:gd name="T59" fmla="*/ 180 h 547"/>
                  <a:gd name="T60" fmla="*/ 166 w 389"/>
                  <a:gd name="T61" fmla="*/ 203 h 547"/>
                  <a:gd name="T62" fmla="*/ 166 w 389"/>
                  <a:gd name="T63" fmla="*/ 97 h 547"/>
                  <a:gd name="T64" fmla="*/ 224 w 389"/>
                  <a:gd name="T65" fmla="*/ 422 h 547"/>
                  <a:gd name="T66" fmla="*/ 273 w 389"/>
                  <a:gd name="T67" fmla="*/ 401 h 547"/>
                  <a:gd name="T68" fmla="*/ 291 w 389"/>
                  <a:gd name="T69" fmla="*/ 361 h 547"/>
                  <a:gd name="T70" fmla="*/ 276 w 389"/>
                  <a:gd name="T71" fmla="*/ 326 h 547"/>
                  <a:gd name="T72" fmla="*/ 224 w 389"/>
                  <a:gd name="T73" fmla="*/ 303 h 547"/>
                  <a:gd name="T74" fmla="*/ 224 w 389"/>
                  <a:gd name="T75" fmla="*/ 422 h 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547">
                    <a:moveTo>
                      <a:pt x="166" y="418"/>
                    </a:moveTo>
                    <a:cubicBezTo>
                      <a:pt x="166" y="290"/>
                      <a:pt x="166" y="290"/>
                      <a:pt x="166" y="290"/>
                    </a:cubicBezTo>
                    <a:cubicBezTo>
                      <a:pt x="114" y="278"/>
                      <a:pt x="76" y="261"/>
                      <a:pt x="52" y="238"/>
                    </a:cubicBezTo>
                    <a:cubicBezTo>
                      <a:pt x="28" y="215"/>
                      <a:pt x="16" y="187"/>
                      <a:pt x="16" y="154"/>
                    </a:cubicBezTo>
                    <a:cubicBezTo>
                      <a:pt x="16" y="120"/>
                      <a:pt x="29" y="92"/>
                      <a:pt x="57" y="69"/>
                    </a:cubicBezTo>
                    <a:cubicBezTo>
                      <a:pt x="84" y="47"/>
                      <a:pt x="121" y="34"/>
                      <a:pt x="166" y="30"/>
                    </a:cubicBezTo>
                    <a:cubicBezTo>
                      <a:pt x="166" y="0"/>
                      <a:pt x="166" y="0"/>
                      <a:pt x="166" y="0"/>
                    </a:cubicBezTo>
                    <a:cubicBezTo>
                      <a:pt x="224" y="0"/>
                      <a:pt x="224" y="0"/>
                      <a:pt x="224" y="0"/>
                    </a:cubicBezTo>
                    <a:cubicBezTo>
                      <a:pt x="224" y="30"/>
                      <a:pt x="224" y="30"/>
                      <a:pt x="224" y="30"/>
                    </a:cubicBezTo>
                    <a:cubicBezTo>
                      <a:pt x="266" y="34"/>
                      <a:pt x="300" y="45"/>
                      <a:pt x="325" y="63"/>
                    </a:cubicBezTo>
                    <a:cubicBezTo>
                      <a:pt x="350" y="82"/>
                      <a:pt x="366" y="106"/>
                      <a:pt x="372" y="137"/>
                    </a:cubicBezTo>
                    <a:cubicBezTo>
                      <a:pt x="272" y="147"/>
                      <a:pt x="272" y="147"/>
                      <a:pt x="272" y="147"/>
                    </a:cubicBezTo>
                    <a:cubicBezTo>
                      <a:pt x="266" y="123"/>
                      <a:pt x="250" y="106"/>
                      <a:pt x="224" y="98"/>
                    </a:cubicBezTo>
                    <a:cubicBezTo>
                      <a:pt x="224" y="217"/>
                      <a:pt x="224" y="217"/>
                      <a:pt x="224" y="217"/>
                    </a:cubicBezTo>
                    <a:cubicBezTo>
                      <a:pt x="288" y="231"/>
                      <a:pt x="331" y="248"/>
                      <a:pt x="354" y="269"/>
                    </a:cubicBezTo>
                    <a:cubicBezTo>
                      <a:pt x="377" y="290"/>
                      <a:pt x="389" y="317"/>
                      <a:pt x="389" y="350"/>
                    </a:cubicBezTo>
                    <a:cubicBezTo>
                      <a:pt x="389" y="387"/>
                      <a:pt x="374" y="418"/>
                      <a:pt x="345" y="443"/>
                    </a:cubicBezTo>
                    <a:cubicBezTo>
                      <a:pt x="316" y="468"/>
                      <a:pt x="276" y="484"/>
                      <a:pt x="224" y="490"/>
                    </a:cubicBezTo>
                    <a:cubicBezTo>
                      <a:pt x="224" y="547"/>
                      <a:pt x="224" y="547"/>
                      <a:pt x="224" y="547"/>
                    </a:cubicBezTo>
                    <a:cubicBezTo>
                      <a:pt x="166" y="547"/>
                      <a:pt x="166" y="547"/>
                      <a:pt x="166" y="547"/>
                    </a:cubicBezTo>
                    <a:cubicBezTo>
                      <a:pt x="166" y="491"/>
                      <a:pt x="166" y="491"/>
                      <a:pt x="166" y="491"/>
                    </a:cubicBezTo>
                    <a:cubicBezTo>
                      <a:pt x="121" y="487"/>
                      <a:pt x="83" y="474"/>
                      <a:pt x="55" y="452"/>
                    </a:cubicBezTo>
                    <a:cubicBezTo>
                      <a:pt x="26" y="430"/>
                      <a:pt x="8" y="399"/>
                      <a:pt x="0" y="359"/>
                    </a:cubicBezTo>
                    <a:cubicBezTo>
                      <a:pt x="104" y="350"/>
                      <a:pt x="104" y="350"/>
                      <a:pt x="104" y="350"/>
                    </a:cubicBezTo>
                    <a:cubicBezTo>
                      <a:pt x="108" y="366"/>
                      <a:pt x="116" y="380"/>
                      <a:pt x="127" y="392"/>
                    </a:cubicBezTo>
                    <a:cubicBezTo>
                      <a:pt x="139" y="404"/>
                      <a:pt x="152" y="413"/>
                      <a:pt x="166" y="418"/>
                    </a:cubicBezTo>
                    <a:close/>
                    <a:moveTo>
                      <a:pt x="166" y="97"/>
                    </a:moveTo>
                    <a:cubicBezTo>
                      <a:pt x="151" y="101"/>
                      <a:pt x="138" y="108"/>
                      <a:pt x="129" y="118"/>
                    </a:cubicBezTo>
                    <a:cubicBezTo>
                      <a:pt x="120" y="127"/>
                      <a:pt x="115" y="138"/>
                      <a:pt x="115" y="150"/>
                    </a:cubicBezTo>
                    <a:cubicBezTo>
                      <a:pt x="115" y="161"/>
                      <a:pt x="119" y="171"/>
                      <a:pt x="128" y="180"/>
                    </a:cubicBezTo>
                    <a:cubicBezTo>
                      <a:pt x="136" y="189"/>
                      <a:pt x="149" y="197"/>
                      <a:pt x="166" y="203"/>
                    </a:cubicBezTo>
                    <a:lnTo>
                      <a:pt x="166" y="97"/>
                    </a:lnTo>
                    <a:close/>
                    <a:moveTo>
                      <a:pt x="224" y="422"/>
                    </a:moveTo>
                    <a:cubicBezTo>
                      <a:pt x="244" y="419"/>
                      <a:pt x="260" y="412"/>
                      <a:pt x="273" y="401"/>
                    </a:cubicBezTo>
                    <a:cubicBezTo>
                      <a:pt x="285" y="390"/>
                      <a:pt x="291" y="376"/>
                      <a:pt x="291" y="361"/>
                    </a:cubicBezTo>
                    <a:cubicBezTo>
                      <a:pt x="291" y="347"/>
                      <a:pt x="286" y="336"/>
                      <a:pt x="276" y="326"/>
                    </a:cubicBezTo>
                    <a:cubicBezTo>
                      <a:pt x="265" y="316"/>
                      <a:pt x="248" y="308"/>
                      <a:pt x="224" y="303"/>
                    </a:cubicBezTo>
                    <a:lnTo>
                      <a:pt x="224" y="422"/>
                    </a:lnTo>
                    <a:close/>
                  </a:path>
                </a:pathLst>
              </a:custGeom>
              <a:solidFill>
                <a:schemeClr val="bg1"/>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Segoe UI"/>
                  <a:cs typeface="+mn-cs"/>
                </a:endParaRPr>
              </a:p>
            </p:txBody>
          </p:sp>
        </p:grpSp>
      </p:grpSp>
    </p:spTree>
    <p:extLst>
      <p:ext uri="{BB962C8B-B14F-4D97-AF65-F5344CB8AC3E}">
        <p14:creationId xmlns:p14="http://schemas.microsoft.com/office/powerpoint/2010/main" val="1823736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 name="Group 58">
            <a:extLst>
              <a:ext uri="{FF2B5EF4-FFF2-40B4-BE49-F238E27FC236}">
                <a16:creationId xmlns:a16="http://schemas.microsoft.com/office/drawing/2014/main" id="{8132B445-9ABD-46B5-9C80-958A0DBC1CCF}"/>
              </a:ext>
            </a:extLst>
          </p:cNvPr>
          <p:cNvGrpSpPr/>
          <p:nvPr/>
        </p:nvGrpSpPr>
        <p:grpSpPr>
          <a:xfrm>
            <a:off x="7536825" y="2171190"/>
            <a:ext cx="1971777" cy="3312699"/>
            <a:chOff x="9043586" y="1916832"/>
            <a:chExt cx="2426171" cy="4076106"/>
          </a:xfrm>
        </p:grpSpPr>
        <p:sp>
          <p:nvSpPr>
            <p:cNvPr id="6" name="Freeform 5">
              <a:extLst>
                <a:ext uri="{FF2B5EF4-FFF2-40B4-BE49-F238E27FC236}">
                  <a16:creationId xmlns:a16="http://schemas.microsoft.com/office/drawing/2014/main" id="{FAF183E3-7396-4BDF-A491-45A15BAF4D62}"/>
                </a:ext>
              </a:extLst>
            </p:cNvPr>
            <p:cNvSpPr>
              <a:spLocks/>
            </p:cNvSpPr>
            <p:nvPr/>
          </p:nvSpPr>
          <p:spPr bwMode="auto">
            <a:xfrm flipH="1">
              <a:off x="9461291" y="1965563"/>
              <a:ext cx="2008466" cy="4027375"/>
            </a:xfrm>
            <a:custGeom>
              <a:avLst/>
              <a:gdLst>
                <a:gd name="T0" fmla="*/ 346 w 379"/>
                <a:gd name="T1" fmla="*/ 716 h 758"/>
                <a:gd name="T2" fmla="*/ 330 w 379"/>
                <a:gd name="T3" fmla="*/ 696 h 758"/>
                <a:gd name="T4" fmla="*/ 323 w 379"/>
                <a:gd name="T5" fmla="*/ 698 h 758"/>
                <a:gd name="T6" fmla="*/ 355 w 379"/>
                <a:gd name="T7" fmla="*/ 350 h 758"/>
                <a:gd name="T8" fmla="*/ 202 w 379"/>
                <a:gd name="T9" fmla="*/ 22 h 758"/>
                <a:gd name="T10" fmla="*/ 207 w 379"/>
                <a:gd name="T11" fmla="*/ 0 h 758"/>
                <a:gd name="T12" fmla="*/ 143 w 379"/>
                <a:gd name="T13" fmla="*/ 8 h 758"/>
                <a:gd name="T14" fmla="*/ 143 w 379"/>
                <a:gd name="T15" fmla="*/ 8 h 758"/>
                <a:gd name="T16" fmla="*/ 133 w 379"/>
                <a:gd name="T17" fmla="*/ 9 h 758"/>
                <a:gd name="T18" fmla="*/ 34 w 379"/>
                <a:gd name="T19" fmla="*/ 403 h 758"/>
                <a:gd name="T20" fmla="*/ 257 w 379"/>
                <a:gd name="T21" fmla="*/ 743 h 758"/>
                <a:gd name="T22" fmla="*/ 275 w 379"/>
                <a:gd name="T23" fmla="*/ 738 h 758"/>
                <a:gd name="T24" fmla="*/ 346 w 379"/>
                <a:gd name="T25" fmla="*/ 716 h 7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79" h="758">
                  <a:moveTo>
                    <a:pt x="346" y="716"/>
                  </a:moveTo>
                  <a:cubicBezTo>
                    <a:pt x="330" y="696"/>
                    <a:pt x="330" y="696"/>
                    <a:pt x="330" y="696"/>
                  </a:cubicBezTo>
                  <a:cubicBezTo>
                    <a:pt x="323" y="698"/>
                    <a:pt x="323" y="698"/>
                    <a:pt x="323" y="698"/>
                  </a:cubicBezTo>
                  <a:cubicBezTo>
                    <a:pt x="365" y="627"/>
                    <a:pt x="379" y="495"/>
                    <a:pt x="355" y="350"/>
                  </a:cubicBezTo>
                  <a:cubicBezTo>
                    <a:pt x="330" y="196"/>
                    <a:pt x="268" y="70"/>
                    <a:pt x="202" y="22"/>
                  </a:cubicBezTo>
                  <a:cubicBezTo>
                    <a:pt x="207" y="0"/>
                    <a:pt x="207" y="0"/>
                    <a:pt x="207" y="0"/>
                  </a:cubicBezTo>
                  <a:cubicBezTo>
                    <a:pt x="143" y="8"/>
                    <a:pt x="143" y="8"/>
                    <a:pt x="143" y="8"/>
                  </a:cubicBezTo>
                  <a:cubicBezTo>
                    <a:pt x="143" y="8"/>
                    <a:pt x="143" y="8"/>
                    <a:pt x="143" y="8"/>
                  </a:cubicBezTo>
                  <a:cubicBezTo>
                    <a:pt x="140" y="8"/>
                    <a:pt x="136" y="9"/>
                    <a:pt x="133" y="9"/>
                  </a:cubicBezTo>
                  <a:cubicBezTo>
                    <a:pt x="44" y="24"/>
                    <a:pt x="0" y="196"/>
                    <a:pt x="34" y="403"/>
                  </a:cubicBezTo>
                  <a:cubicBezTo>
                    <a:pt x="69" y="610"/>
                    <a:pt x="168" y="758"/>
                    <a:pt x="257" y="743"/>
                  </a:cubicBezTo>
                  <a:cubicBezTo>
                    <a:pt x="262" y="742"/>
                    <a:pt x="266" y="741"/>
                    <a:pt x="275" y="738"/>
                  </a:cubicBezTo>
                  <a:lnTo>
                    <a:pt x="346" y="716"/>
                  </a:lnTo>
                  <a:close/>
                </a:path>
              </a:pathLst>
            </a:custGeom>
            <a:gradFill>
              <a:gsLst>
                <a:gs pos="0">
                  <a:schemeClr val="accent1"/>
                </a:gs>
                <a:gs pos="100000">
                  <a:schemeClr val="accent1">
                    <a:lumMod val="50000"/>
                  </a:schemeClr>
                </a:gs>
              </a:gsLst>
              <a:lin ang="540000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sp>
          <p:nvSpPr>
            <p:cNvPr id="7" name="Freeform 6">
              <a:extLst>
                <a:ext uri="{FF2B5EF4-FFF2-40B4-BE49-F238E27FC236}">
                  <a16:creationId xmlns:a16="http://schemas.microsoft.com/office/drawing/2014/main" id="{D117074F-F304-40ED-A0A0-43800621DC30}"/>
                </a:ext>
              </a:extLst>
            </p:cNvPr>
            <p:cNvSpPr>
              <a:spLocks/>
            </p:cNvSpPr>
            <p:nvPr/>
          </p:nvSpPr>
          <p:spPr bwMode="auto">
            <a:xfrm flipH="1">
              <a:off x="9043586" y="1916832"/>
              <a:ext cx="2065901" cy="3947316"/>
            </a:xfrm>
            <a:custGeom>
              <a:avLst/>
              <a:gdLst>
                <a:gd name="T0" fmla="*/ 357 w 390"/>
                <a:gd name="T1" fmla="*/ 343 h 743"/>
                <a:gd name="T2" fmla="*/ 263 w 390"/>
                <a:gd name="T3" fmla="*/ 729 h 743"/>
                <a:gd name="T4" fmla="*/ 40 w 390"/>
                <a:gd name="T5" fmla="*/ 423 h 743"/>
                <a:gd name="T6" fmla="*/ 144 w 390"/>
                <a:gd name="T7" fmla="*/ 8 h 743"/>
                <a:gd name="T8" fmla="*/ 357 w 390"/>
                <a:gd name="T9" fmla="*/ 343 h 743"/>
              </a:gdLst>
              <a:ahLst/>
              <a:cxnLst>
                <a:cxn ang="0">
                  <a:pos x="T0" y="T1"/>
                </a:cxn>
                <a:cxn ang="0">
                  <a:pos x="T2" y="T3"/>
                </a:cxn>
                <a:cxn ang="0">
                  <a:pos x="T4" y="T5"/>
                </a:cxn>
                <a:cxn ang="0">
                  <a:pos x="T6" y="T7"/>
                </a:cxn>
                <a:cxn ang="0">
                  <a:pos x="T8" y="T9"/>
                </a:cxn>
              </a:cxnLst>
              <a:rect l="0" t="0" r="r" b="b"/>
              <a:pathLst>
                <a:path w="390" h="743">
                  <a:moveTo>
                    <a:pt x="357" y="343"/>
                  </a:moveTo>
                  <a:cubicBezTo>
                    <a:pt x="390" y="542"/>
                    <a:pt x="348" y="715"/>
                    <a:pt x="263" y="729"/>
                  </a:cubicBezTo>
                  <a:cubicBezTo>
                    <a:pt x="179" y="743"/>
                    <a:pt x="78" y="621"/>
                    <a:pt x="40" y="423"/>
                  </a:cubicBezTo>
                  <a:cubicBezTo>
                    <a:pt x="0" y="215"/>
                    <a:pt x="40" y="19"/>
                    <a:pt x="144" y="8"/>
                  </a:cubicBezTo>
                  <a:cubicBezTo>
                    <a:pt x="230" y="0"/>
                    <a:pt x="324" y="144"/>
                    <a:pt x="357" y="343"/>
                  </a:cubicBezTo>
                  <a:close/>
                </a:path>
              </a:pathLst>
            </a:custGeom>
            <a:gradFill>
              <a:gsLst>
                <a:gs pos="0">
                  <a:schemeClr val="accent1">
                    <a:lumMod val="60000"/>
                    <a:lumOff val="40000"/>
                  </a:schemeClr>
                </a:gs>
                <a:gs pos="100000">
                  <a:schemeClr val="accent1"/>
                </a:gs>
              </a:gsLst>
              <a:lin ang="540000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sp>
          <p:nvSpPr>
            <p:cNvPr id="8" name="Freeform 7">
              <a:extLst>
                <a:ext uri="{FF2B5EF4-FFF2-40B4-BE49-F238E27FC236}">
                  <a16:creationId xmlns:a16="http://schemas.microsoft.com/office/drawing/2014/main" id="{49A61DC6-B368-42C4-8134-D574320994F3}"/>
                </a:ext>
              </a:extLst>
            </p:cNvPr>
            <p:cNvSpPr>
              <a:spLocks/>
            </p:cNvSpPr>
            <p:nvPr/>
          </p:nvSpPr>
          <p:spPr bwMode="auto">
            <a:xfrm flipH="1">
              <a:off x="9248957" y="2320613"/>
              <a:ext cx="1557693" cy="3134530"/>
            </a:xfrm>
            <a:custGeom>
              <a:avLst/>
              <a:gdLst>
                <a:gd name="T0" fmla="*/ 268 w 294"/>
                <a:gd name="T1" fmla="*/ 275 h 590"/>
                <a:gd name="T2" fmla="*/ 194 w 294"/>
                <a:gd name="T3" fmla="*/ 579 h 590"/>
                <a:gd name="T4" fmla="*/ 26 w 294"/>
                <a:gd name="T5" fmla="*/ 315 h 590"/>
                <a:gd name="T6" fmla="*/ 100 w 294"/>
                <a:gd name="T7" fmla="*/ 11 h 590"/>
                <a:gd name="T8" fmla="*/ 268 w 294"/>
                <a:gd name="T9" fmla="*/ 275 h 590"/>
              </a:gdLst>
              <a:ahLst/>
              <a:cxnLst>
                <a:cxn ang="0">
                  <a:pos x="T0" y="T1"/>
                </a:cxn>
                <a:cxn ang="0">
                  <a:pos x="T2" y="T3"/>
                </a:cxn>
                <a:cxn ang="0">
                  <a:pos x="T4" y="T5"/>
                </a:cxn>
                <a:cxn ang="0">
                  <a:pos x="T6" y="T7"/>
                </a:cxn>
                <a:cxn ang="0">
                  <a:pos x="T8" y="T9"/>
                </a:cxn>
              </a:cxnLst>
              <a:rect l="0" t="0" r="r" b="b"/>
              <a:pathLst>
                <a:path w="294" h="590">
                  <a:moveTo>
                    <a:pt x="268" y="275"/>
                  </a:moveTo>
                  <a:cubicBezTo>
                    <a:pt x="294" y="432"/>
                    <a:pt x="261" y="568"/>
                    <a:pt x="194" y="579"/>
                  </a:cubicBezTo>
                  <a:cubicBezTo>
                    <a:pt x="127" y="590"/>
                    <a:pt x="52" y="472"/>
                    <a:pt x="26" y="315"/>
                  </a:cubicBezTo>
                  <a:cubicBezTo>
                    <a:pt x="0" y="158"/>
                    <a:pt x="33" y="22"/>
                    <a:pt x="100" y="11"/>
                  </a:cubicBezTo>
                  <a:cubicBezTo>
                    <a:pt x="167" y="0"/>
                    <a:pt x="242" y="118"/>
                    <a:pt x="268" y="275"/>
                  </a:cubicBezTo>
                  <a:close/>
                </a:path>
              </a:pathLst>
            </a:custGeom>
            <a:solidFill>
              <a:srgbClr val="FFF9FE"/>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sp>
          <p:nvSpPr>
            <p:cNvPr id="9" name="Freeform 8">
              <a:extLst>
                <a:ext uri="{FF2B5EF4-FFF2-40B4-BE49-F238E27FC236}">
                  <a16:creationId xmlns:a16="http://schemas.microsoft.com/office/drawing/2014/main" id="{43B15731-8749-4594-AA81-0BC241418451}"/>
                </a:ext>
              </a:extLst>
            </p:cNvPr>
            <p:cNvSpPr>
              <a:spLocks/>
            </p:cNvSpPr>
            <p:nvPr/>
          </p:nvSpPr>
          <p:spPr bwMode="auto">
            <a:xfrm flipH="1">
              <a:off x="9492619" y="2814897"/>
              <a:ext cx="1075591" cy="2173808"/>
            </a:xfrm>
            <a:custGeom>
              <a:avLst/>
              <a:gdLst>
                <a:gd name="T0" fmla="*/ 185 w 203"/>
                <a:gd name="T1" fmla="*/ 191 h 409"/>
                <a:gd name="T2" fmla="*/ 134 w 203"/>
                <a:gd name="T3" fmla="*/ 401 h 409"/>
                <a:gd name="T4" fmla="*/ 18 w 203"/>
                <a:gd name="T5" fmla="*/ 218 h 409"/>
                <a:gd name="T6" fmla="*/ 69 w 203"/>
                <a:gd name="T7" fmla="*/ 8 h 409"/>
                <a:gd name="T8" fmla="*/ 185 w 203"/>
                <a:gd name="T9" fmla="*/ 191 h 409"/>
              </a:gdLst>
              <a:ahLst/>
              <a:cxnLst>
                <a:cxn ang="0">
                  <a:pos x="T0" y="T1"/>
                </a:cxn>
                <a:cxn ang="0">
                  <a:pos x="T2" y="T3"/>
                </a:cxn>
                <a:cxn ang="0">
                  <a:pos x="T4" y="T5"/>
                </a:cxn>
                <a:cxn ang="0">
                  <a:pos x="T6" y="T7"/>
                </a:cxn>
                <a:cxn ang="0">
                  <a:pos x="T8" y="T9"/>
                </a:cxn>
              </a:cxnLst>
              <a:rect l="0" t="0" r="r" b="b"/>
              <a:pathLst>
                <a:path w="203" h="409">
                  <a:moveTo>
                    <a:pt x="185" y="191"/>
                  </a:moveTo>
                  <a:cubicBezTo>
                    <a:pt x="203" y="299"/>
                    <a:pt x="180" y="394"/>
                    <a:pt x="134" y="401"/>
                  </a:cubicBezTo>
                  <a:cubicBezTo>
                    <a:pt x="88" y="409"/>
                    <a:pt x="36" y="327"/>
                    <a:pt x="18" y="218"/>
                  </a:cubicBezTo>
                  <a:cubicBezTo>
                    <a:pt x="0" y="110"/>
                    <a:pt x="23" y="16"/>
                    <a:pt x="69" y="8"/>
                  </a:cubicBezTo>
                  <a:cubicBezTo>
                    <a:pt x="115" y="0"/>
                    <a:pt x="167" y="82"/>
                    <a:pt x="185" y="191"/>
                  </a:cubicBezTo>
                  <a:close/>
                </a:path>
              </a:pathLst>
            </a:custGeom>
            <a:gradFill>
              <a:gsLst>
                <a:gs pos="0">
                  <a:schemeClr val="accent1">
                    <a:lumMod val="60000"/>
                    <a:lumOff val="40000"/>
                  </a:schemeClr>
                </a:gs>
                <a:gs pos="100000">
                  <a:schemeClr val="accent1"/>
                </a:gs>
              </a:gsLst>
              <a:lin ang="540000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sp>
          <p:nvSpPr>
            <p:cNvPr id="10" name="Freeform 9">
              <a:extLst>
                <a:ext uri="{FF2B5EF4-FFF2-40B4-BE49-F238E27FC236}">
                  <a16:creationId xmlns:a16="http://schemas.microsoft.com/office/drawing/2014/main" id="{F1864740-ED2F-48BA-B852-12B5D3A5FEBE}"/>
                </a:ext>
              </a:extLst>
            </p:cNvPr>
            <p:cNvSpPr>
              <a:spLocks/>
            </p:cNvSpPr>
            <p:nvPr/>
          </p:nvSpPr>
          <p:spPr bwMode="auto">
            <a:xfrm flipH="1">
              <a:off x="9678847" y="3182131"/>
              <a:ext cx="699656" cy="1413237"/>
            </a:xfrm>
            <a:custGeom>
              <a:avLst/>
              <a:gdLst>
                <a:gd name="T0" fmla="*/ 121 w 132"/>
                <a:gd name="T1" fmla="*/ 124 h 266"/>
                <a:gd name="T2" fmla="*/ 87 w 132"/>
                <a:gd name="T3" fmla="*/ 261 h 266"/>
                <a:gd name="T4" fmla="*/ 12 w 132"/>
                <a:gd name="T5" fmla="*/ 142 h 266"/>
                <a:gd name="T6" fmla="*/ 45 w 132"/>
                <a:gd name="T7" fmla="*/ 5 h 266"/>
                <a:gd name="T8" fmla="*/ 121 w 132"/>
                <a:gd name="T9" fmla="*/ 124 h 266"/>
              </a:gdLst>
              <a:ahLst/>
              <a:cxnLst>
                <a:cxn ang="0">
                  <a:pos x="T0" y="T1"/>
                </a:cxn>
                <a:cxn ang="0">
                  <a:pos x="T2" y="T3"/>
                </a:cxn>
                <a:cxn ang="0">
                  <a:pos x="T4" y="T5"/>
                </a:cxn>
                <a:cxn ang="0">
                  <a:pos x="T6" y="T7"/>
                </a:cxn>
                <a:cxn ang="0">
                  <a:pos x="T8" y="T9"/>
                </a:cxn>
              </a:cxnLst>
              <a:rect l="0" t="0" r="r" b="b"/>
              <a:pathLst>
                <a:path w="132" h="266">
                  <a:moveTo>
                    <a:pt x="121" y="124"/>
                  </a:moveTo>
                  <a:cubicBezTo>
                    <a:pt x="132" y="195"/>
                    <a:pt x="117" y="256"/>
                    <a:pt x="87" y="261"/>
                  </a:cubicBezTo>
                  <a:cubicBezTo>
                    <a:pt x="57" y="266"/>
                    <a:pt x="23" y="213"/>
                    <a:pt x="12" y="142"/>
                  </a:cubicBezTo>
                  <a:cubicBezTo>
                    <a:pt x="0" y="71"/>
                    <a:pt x="15" y="10"/>
                    <a:pt x="45" y="5"/>
                  </a:cubicBezTo>
                  <a:cubicBezTo>
                    <a:pt x="75" y="0"/>
                    <a:pt x="109" y="53"/>
                    <a:pt x="121" y="124"/>
                  </a:cubicBezTo>
                  <a:close/>
                </a:path>
              </a:pathLst>
            </a:custGeom>
            <a:solidFill>
              <a:srgbClr val="F2FDFB"/>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sp>
          <p:nvSpPr>
            <p:cNvPr id="11" name="Freeform 10">
              <a:extLst>
                <a:ext uri="{FF2B5EF4-FFF2-40B4-BE49-F238E27FC236}">
                  <a16:creationId xmlns:a16="http://schemas.microsoft.com/office/drawing/2014/main" id="{3E9EF1FA-A6B8-4935-AC71-AF32964D0ECB}"/>
                </a:ext>
              </a:extLst>
            </p:cNvPr>
            <p:cNvSpPr>
              <a:spLocks/>
            </p:cNvSpPr>
            <p:nvPr/>
          </p:nvSpPr>
          <p:spPr bwMode="auto">
            <a:xfrm flipH="1">
              <a:off x="9896400" y="3601576"/>
              <a:ext cx="285432" cy="579566"/>
            </a:xfrm>
            <a:custGeom>
              <a:avLst/>
              <a:gdLst>
                <a:gd name="T0" fmla="*/ 49 w 54"/>
                <a:gd name="T1" fmla="*/ 51 h 109"/>
                <a:gd name="T2" fmla="*/ 36 w 54"/>
                <a:gd name="T3" fmla="*/ 107 h 109"/>
                <a:gd name="T4" fmla="*/ 5 w 54"/>
                <a:gd name="T5" fmla="*/ 58 h 109"/>
                <a:gd name="T6" fmla="*/ 18 w 54"/>
                <a:gd name="T7" fmla="*/ 2 h 109"/>
                <a:gd name="T8" fmla="*/ 49 w 54"/>
                <a:gd name="T9" fmla="*/ 51 h 109"/>
              </a:gdLst>
              <a:ahLst/>
              <a:cxnLst>
                <a:cxn ang="0">
                  <a:pos x="T0" y="T1"/>
                </a:cxn>
                <a:cxn ang="0">
                  <a:pos x="T2" y="T3"/>
                </a:cxn>
                <a:cxn ang="0">
                  <a:pos x="T4" y="T5"/>
                </a:cxn>
                <a:cxn ang="0">
                  <a:pos x="T6" y="T7"/>
                </a:cxn>
                <a:cxn ang="0">
                  <a:pos x="T8" y="T9"/>
                </a:cxn>
              </a:cxnLst>
              <a:rect l="0" t="0" r="r" b="b"/>
              <a:pathLst>
                <a:path w="54" h="109">
                  <a:moveTo>
                    <a:pt x="49" y="51"/>
                  </a:moveTo>
                  <a:cubicBezTo>
                    <a:pt x="54" y="80"/>
                    <a:pt x="48" y="105"/>
                    <a:pt x="36" y="107"/>
                  </a:cubicBezTo>
                  <a:cubicBezTo>
                    <a:pt x="23" y="109"/>
                    <a:pt x="9" y="87"/>
                    <a:pt x="5" y="58"/>
                  </a:cubicBezTo>
                  <a:cubicBezTo>
                    <a:pt x="0" y="29"/>
                    <a:pt x="6" y="4"/>
                    <a:pt x="18" y="2"/>
                  </a:cubicBezTo>
                  <a:cubicBezTo>
                    <a:pt x="31" y="0"/>
                    <a:pt x="45" y="22"/>
                    <a:pt x="49" y="51"/>
                  </a:cubicBezTo>
                  <a:close/>
                </a:path>
              </a:pathLst>
            </a:custGeom>
            <a:solidFill>
              <a:srgbClr val="FE4252"/>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grpSp>
      <p:sp>
        <p:nvSpPr>
          <p:cNvPr id="12" name="Freeform 11">
            <a:extLst>
              <a:ext uri="{FF2B5EF4-FFF2-40B4-BE49-F238E27FC236}">
                <a16:creationId xmlns:a16="http://schemas.microsoft.com/office/drawing/2014/main" id="{25D43840-A947-44C0-AFEB-C550517FE75A}"/>
              </a:ext>
            </a:extLst>
          </p:cNvPr>
          <p:cNvSpPr>
            <a:spLocks/>
          </p:cNvSpPr>
          <p:nvPr/>
        </p:nvSpPr>
        <p:spPr bwMode="auto">
          <a:xfrm flipH="1">
            <a:off x="584395" y="3794156"/>
            <a:ext cx="7566026" cy="1817600"/>
          </a:xfrm>
          <a:custGeom>
            <a:avLst/>
            <a:gdLst>
              <a:gd name="T0" fmla="*/ 1757 w 1757"/>
              <a:gd name="T1" fmla="*/ 306 h 421"/>
              <a:gd name="T2" fmla="*/ 1753 w 1757"/>
              <a:gd name="T3" fmla="*/ 284 h 421"/>
              <a:gd name="T4" fmla="*/ 123 w 1757"/>
              <a:gd name="T5" fmla="*/ 28 h 421"/>
              <a:gd name="T6" fmla="*/ 136 w 1757"/>
              <a:gd name="T7" fmla="*/ 0 h 421"/>
              <a:gd name="T8" fmla="*/ 0 w 1757"/>
              <a:gd name="T9" fmla="*/ 15 h 421"/>
              <a:gd name="T10" fmla="*/ 82 w 1757"/>
              <a:gd name="T11" fmla="*/ 115 h 421"/>
              <a:gd name="T12" fmla="*/ 95 w 1757"/>
              <a:gd name="T13" fmla="*/ 88 h 421"/>
              <a:gd name="T14" fmla="*/ 1757 w 1757"/>
              <a:gd name="T15" fmla="*/ 306 h 4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7" h="421">
                <a:moveTo>
                  <a:pt x="1757" y="306"/>
                </a:moveTo>
                <a:cubicBezTo>
                  <a:pt x="1753" y="284"/>
                  <a:pt x="1753" y="284"/>
                  <a:pt x="1753" y="284"/>
                </a:cubicBezTo>
                <a:cubicBezTo>
                  <a:pt x="922" y="370"/>
                  <a:pt x="197" y="61"/>
                  <a:pt x="123" y="28"/>
                </a:cubicBezTo>
                <a:cubicBezTo>
                  <a:pt x="136" y="0"/>
                  <a:pt x="136" y="0"/>
                  <a:pt x="136" y="0"/>
                </a:cubicBezTo>
                <a:cubicBezTo>
                  <a:pt x="0" y="15"/>
                  <a:pt x="0" y="15"/>
                  <a:pt x="0" y="15"/>
                </a:cubicBezTo>
                <a:cubicBezTo>
                  <a:pt x="82" y="115"/>
                  <a:pt x="82" y="115"/>
                  <a:pt x="82" y="115"/>
                </a:cubicBezTo>
                <a:cubicBezTo>
                  <a:pt x="95" y="88"/>
                  <a:pt x="95" y="88"/>
                  <a:pt x="95" y="88"/>
                </a:cubicBezTo>
                <a:cubicBezTo>
                  <a:pt x="965" y="421"/>
                  <a:pt x="1757" y="306"/>
                  <a:pt x="1757" y="306"/>
                </a:cubicBezTo>
                <a:close/>
              </a:path>
            </a:pathLst>
          </a:custGeom>
          <a:solidFill>
            <a:schemeClr val="bg1">
              <a:lumMod val="85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Segoe UI"/>
              <a:cs typeface="+mn-cs"/>
            </a:endParaRPr>
          </a:p>
        </p:txBody>
      </p:sp>
      <p:sp>
        <p:nvSpPr>
          <p:cNvPr id="66" name="Oval 65">
            <a:extLst>
              <a:ext uri="{FF2B5EF4-FFF2-40B4-BE49-F238E27FC236}">
                <a16:creationId xmlns:a16="http://schemas.microsoft.com/office/drawing/2014/main" id="{F8A7E2F3-80E6-45AA-B1A6-60EDE57E71DD}"/>
              </a:ext>
            </a:extLst>
          </p:cNvPr>
          <p:cNvSpPr/>
          <p:nvPr/>
        </p:nvSpPr>
        <p:spPr>
          <a:xfrm flipH="1">
            <a:off x="6577626" y="4041188"/>
            <a:ext cx="594900" cy="594900"/>
          </a:xfrm>
          <a:prstGeom prst="ellipse">
            <a:avLst/>
          </a:prstGeom>
          <a:solidFill>
            <a:schemeClr val="accent1">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67" name="Oval 66">
            <a:extLst>
              <a:ext uri="{FF2B5EF4-FFF2-40B4-BE49-F238E27FC236}">
                <a16:creationId xmlns:a16="http://schemas.microsoft.com/office/drawing/2014/main" id="{44BB6A53-EA1C-46D2-A03C-98968A09C518}"/>
              </a:ext>
            </a:extLst>
          </p:cNvPr>
          <p:cNvSpPr/>
          <p:nvPr/>
        </p:nvSpPr>
        <p:spPr>
          <a:xfrm flipH="1">
            <a:off x="5125669" y="4469303"/>
            <a:ext cx="594900" cy="594900"/>
          </a:xfrm>
          <a:prstGeom prst="ellipse">
            <a:avLst/>
          </a:prstGeom>
          <a:solidFill>
            <a:schemeClr val="accent2">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68" name="Oval 67">
            <a:extLst>
              <a:ext uri="{FF2B5EF4-FFF2-40B4-BE49-F238E27FC236}">
                <a16:creationId xmlns:a16="http://schemas.microsoft.com/office/drawing/2014/main" id="{65A9CA1B-BBE0-4F8B-8979-F6E5C80EA29E}"/>
              </a:ext>
            </a:extLst>
          </p:cNvPr>
          <p:cNvSpPr/>
          <p:nvPr/>
        </p:nvSpPr>
        <p:spPr>
          <a:xfrm flipH="1">
            <a:off x="3656670" y="4719710"/>
            <a:ext cx="594900" cy="594900"/>
          </a:xfrm>
          <a:prstGeom prst="ellipse">
            <a:avLst/>
          </a:prstGeom>
          <a:solidFill>
            <a:schemeClr val="accent3">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69" name="Oval 68">
            <a:extLst>
              <a:ext uri="{FF2B5EF4-FFF2-40B4-BE49-F238E27FC236}">
                <a16:creationId xmlns:a16="http://schemas.microsoft.com/office/drawing/2014/main" id="{B247CEC0-35D3-4C05-9F69-10761C035C8E}"/>
              </a:ext>
            </a:extLst>
          </p:cNvPr>
          <p:cNvSpPr/>
          <p:nvPr/>
        </p:nvSpPr>
        <p:spPr>
          <a:xfrm flipH="1">
            <a:off x="2221754" y="4822964"/>
            <a:ext cx="594900" cy="594900"/>
          </a:xfrm>
          <a:prstGeom prst="ellipse">
            <a:avLst/>
          </a:prstGeom>
          <a:solidFill>
            <a:schemeClr val="accent4">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70" name="Oval 69">
            <a:extLst>
              <a:ext uri="{FF2B5EF4-FFF2-40B4-BE49-F238E27FC236}">
                <a16:creationId xmlns:a16="http://schemas.microsoft.com/office/drawing/2014/main" id="{9F7825BD-F6C2-4E6E-A5BA-61B2D2309D76}"/>
              </a:ext>
            </a:extLst>
          </p:cNvPr>
          <p:cNvSpPr/>
          <p:nvPr/>
        </p:nvSpPr>
        <p:spPr>
          <a:xfrm flipH="1">
            <a:off x="769797" y="4776254"/>
            <a:ext cx="594900" cy="594900"/>
          </a:xfrm>
          <a:prstGeom prst="ellipse">
            <a:avLst/>
          </a:prstGeom>
          <a:solidFill>
            <a:schemeClr val="accent5">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cxnSp>
        <p:nvCxnSpPr>
          <p:cNvPr id="26" name="Straight Connector 25">
            <a:extLst>
              <a:ext uri="{FF2B5EF4-FFF2-40B4-BE49-F238E27FC236}">
                <a16:creationId xmlns:a16="http://schemas.microsoft.com/office/drawing/2014/main" id="{E73F7817-2E5B-4550-9F09-1F6164CBFC9F}"/>
              </a:ext>
            </a:extLst>
          </p:cNvPr>
          <p:cNvCxnSpPr>
            <a:cxnSpLocks/>
          </p:cNvCxnSpPr>
          <p:nvPr/>
        </p:nvCxnSpPr>
        <p:spPr>
          <a:xfrm flipV="1">
            <a:off x="1067248" y="3254706"/>
            <a:ext cx="0" cy="1620509"/>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b="0" i="0" dirty="0">
                <a:solidFill>
                  <a:schemeClr val="tx1">
                    <a:lumMod val="85000"/>
                    <a:lumOff val="15000"/>
                  </a:schemeClr>
                </a:solidFill>
                <a:effectLst/>
              </a:rPr>
              <a:t>Target SMART Goals Slide Template</a:t>
            </a:r>
            <a:endParaRPr lang="en-IN" dirty="0">
              <a:solidFill>
                <a:schemeClr val="tx1">
                  <a:lumMod val="85000"/>
                  <a:lumOff val="15000"/>
                </a:schemeClr>
              </a:solidFill>
            </a:endParaRPr>
          </a:p>
        </p:txBody>
      </p:sp>
      <p:sp>
        <p:nvSpPr>
          <p:cNvPr id="29" name="TextBox 28">
            <a:extLst>
              <a:ext uri="{FF2B5EF4-FFF2-40B4-BE49-F238E27FC236}">
                <a16:creationId xmlns:a16="http://schemas.microsoft.com/office/drawing/2014/main" id="{F9887CAB-48AF-4FE5-A36A-9F3D97D53E3E}"/>
              </a:ext>
            </a:extLst>
          </p:cNvPr>
          <p:cNvSpPr txBox="1"/>
          <p:nvPr/>
        </p:nvSpPr>
        <p:spPr>
          <a:xfrm flipH="1">
            <a:off x="582483" y="2558698"/>
            <a:ext cx="1441680" cy="587531"/>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kern="0" dirty="0">
                <a:solidFill>
                  <a:prstClr val="black">
                    <a:lumMod val="85000"/>
                    <a:lumOff val="1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1138" dirty="0">
              <a:solidFill>
                <a:prstClr val="black">
                  <a:lumMod val="85000"/>
                  <a:lumOff val="15000"/>
                </a:prstClr>
              </a:solidFill>
              <a:latin typeface="Segoe UI" panose="020B0502040204020203" pitchFamily="34" charset="0"/>
              <a:ea typeface="Calibri Light" charset="0"/>
              <a:cs typeface="Segoe UI" panose="020B0502040204020203" pitchFamily="34" charset="0"/>
            </a:endParaRPr>
          </a:p>
        </p:txBody>
      </p:sp>
      <p:sp>
        <p:nvSpPr>
          <p:cNvPr id="31" name="TextBox 30">
            <a:extLst>
              <a:ext uri="{FF2B5EF4-FFF2-40B4-BE49-F238E27FC236}">
                <a16:creationId xmlns:a16="http://schemas.microsoft.com/office/drawing/2014/main" id="{63B319AA-5D71-4F9E-B284-750048C605CA}"/>
              </a:ext>
            </a:extLst>
          </p:cNvPr>
          <p:cNvSpPr txBox="1"/>
          <p:nvPr/>
        </p:nvSpPr>
        <p:spPr>
          <a:xfrm flipH="1">
            <a:off x="587093" y="2243949"/>
            <a:ext cx="1744432" cy="261789"/>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625" b="1" kern="0" dirty="0">
                <a:solidFill>
                  <a:srgbClr val="6A4C93"/>
                </a:solidFill>
                <a:latin typeface="Arial Black" panose="020B0A04020102020204" pitchFamily="34" charset="0"/>
                <a:ea typeface="Calibri Light" charset="0"/>
                <a:cs typeface="Segoe UI" panose="020B0502040204020203" pitchFamily="34" charset="0"/>
              </a:rPr>
              <a:t>Specific</a:t>
            </a:r>
            <a:endParaRPr lang="en-US" sz="1625" b="1" dirty="0">
              <a:solidFill>
                <a:srgbClr val="6A4C93"/>
              </a:solidFill>
              <a:latin typeface="Arial Black" panose="020B0A04020102020204" pitchFamily="34" charset="0"/>
              <a:ea typeface="Calibri Light" charset="0"/>
              <a:cs typeface="Segoe UI" panose="020B0502040204020203" pitchFamily="34" charset="0"/>
            </a:endParaRPr>
          </a:p>
        </p:txBody>
      </p:sp>
      <p:sp>
        <p:nvSpPr>
          <p:cNvPr id="35" name="TextBox 34">
            <a:extLst>
              <a:ext uri="{FF2B5EF4-FFF2-40B4-BE49-F238E27FC236}">
                <a16:creationId xmlns:a16="http://schemas.microsoft.com/office/drawing/2014/main" id="{F0EF01CD-C159-442F-8F49-670392A4F2C7}"/>
              </a:ext>
            </a:extLst>
          </p:cNvPr>
          <p:cNvSpPr txBox="1"/>
          <p:nvPr/>
        </p:nvSpPr>
        <p:spPr>
          <a:xfrm flipH="1">
            <a:off x="1777641" y="3614122"/>
            <a:ext cx="1441680" cy="587531"/>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kern="0" dirty="0">
                <a:solidFill>
                  <a:prstClr val="black">
                    <a:lumMod val="85000"/>
                    <a:lumOff val="1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1138" dirty="0">
              <a:solidFill>
                <a:prstClr val="black">
                  <a:lumMod val="85000"/>
                  <a:lumOff val="15000"/>
                </a:prstClr>
              </a:solidFill>
              <a:latin typeface="Segoe UI" panose="020B0502040204020203" pitchFamily="34" charset="0"/>
              <a:ea typeface="Calibri Light" charset="0"/>
              <a:cs typeface="Segoe UI" panose="020B0502040204020203" pitchFamily="34" charset="0"/>
            </a:endParaRPr>
          </a:p>
        </p:txBody>
      </p:sp>
      <p:sp>
        <p:nvSpPr>
          <p:cNvPr id="36" name="TextBox 35">
            <a:extLst>
              <a:ext uri="{FF2B5EF4-FFF2-40B4-BE49-F238E27FC236}">
                <a16:creationId xmlns:a16="http://schemas.microsoft.com/office/drawing/2014/main" id="{597F2CF8-D04F-4EEC-A7FF-9E9B7BAC17B4}"/>
              </a:ext>
            </a:extLst>
          </p:cNvPr>
          <p:cNvSpPr txBox="1"/>
          <p:nvPr/>
        </p:nvSpPr>
        <p:spPr>
          <a:xfrm flipH="1">
            <a:off x="1782251" y="3299373"/>
            <a:ext cx="1744432" cy="261789"/>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625" b="1" kern="0" dirty="0">
                <a:solidFill>
                  <a:srgbClr val="1982C4"/>
                </a:solidFill>
                <a:latin typeface="Arial Black" panose="020B0A04020102020204" pitchFamily="34" charset="0"/>
                <a:ea typeface="Calibri Light" charset="0"/>
                <a:cs typeface="Segoe UI" panose="020B0502040204020203" pitchFamily="34" charset="0"/>
              </a:rPr>
              <a:t>Measurable</a:t>
            </a:r>
            <a:endParaRPr lang="en-US" sz="1625" b="1" dirty="0">
              <a:solidFill>
                <a:srgbClr val="1982C4"/>
              </a:solidFill>
              <a:latin typeface="Arial Black" panose="020B0A04020102020204" pitchFamily="34" charset="0"/>
              <a:ea typeface="Calibri Light" charset="0"/>
              <a:cs typeface="Segoe UI" panose="020B0502040204020203" pitchFamily="34" charset="0"/>
            </a:endParaRPr>
          </a:p>
        </p:txBody>
      </p:sp>
      <p:cxnSp>
        <p:nvCxnSpPr>
          <p:cNvPr id="37" name="Straight Connector 36">
            <a:extLst>
              <a:ext uri="{FF2B5EF4-FFF2-40B4-BE49-F238E27FC236}">
                <a16:creationId xmlns:a16="http://schemas.microsoft.com/office/drawing/2014/main" id="{2D77F709-F304-4F9E-97B6-83C28AC7D7E5}"/>
              </a:ext>
            </a:extLst>
          </p:cNvPr>
          <p:cNvCxnSpPr>
            <a:cxnSpLocks/>
          </p:cNvCxnSpPr>
          <p:nvPr/>
        </p:nvCxnSpPr>
        <p:spPr>
          <a:xfrm flipV="1">
            <a:off x="2515228" y="4304301"/>
            <a:ext cx="0" cy="570914"/>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2D46234D-5F18-47D2-810E-87A9D6BA3C88}"/>
              </a:ext>
            </a:extLst>
          </p:cNvPr>
          <p:cNvCxnSpPr>
            <a:cxnSpLocks/>
          </p:cNvCxnSpPr>
          <p:nvPr/>
        </p:nvCxnSpPr>
        <p:spPr>
          <a:xfrm flipV="1">
            <a:off x="3954121" y="3070836"/>
            <a:ext cx="0" cy="1804380"/>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12E3B3F7-4AB7-4528-9EA5-02E012323D11}"/>
              </a:ext>
            </a:extLst>
          </p:cNvPr>
          <p:cNvSpPr txBox="1"/>
          <p:nvPr/>
        </p:nvSpPr>
        <p:spPr>
          <a:xfrm flipH="1">
            <a:off x="3233281" y="2380356"/>
            <a:ext cx="1441680" cy="587531"/>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kern="0" dirty="0">
                <a:solidFill>
                  <a:prstClr val="black">
                    <a:lumMod val="85000"/>
                    <a:lumOff val="1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1138" dirty="0">
              <a:solidFill>
                <a:prstClr val="black">
                  <a:lumMod val="85000"/>
                  <a:lumOff val="15000"/>
                </a:prstClr>
              </a:solidFill>
              <a:latin typeface="Segoe UI" panose="020B0502040204020203" pitchFamily="34" charset="0"/>
              <a:ea typeface="Calibri Light" charset="0"/>
              <a:cs typeface="Segoe UI" panose="020B0502040204020203" pitchFamily="34" charset="0"/>
            </a:endParaRPr>
          </a:p>
        </p:txBody>
      </p:sp>
      <p:sp>
        <p:nvSpPr>
          <p:cNvPr id="41" name="TextBox 40">
            <a:extLst>
              <a:ext uri="{FF2B5EF4-FFF2-40B4-BE49-F238E27FC236}">
                <a16:creationId xmlns:a16="http://schemas.microsoft.com/office/drawing/2014/main" id="{9ADE70A1-618F-4502-AD89-7811D83D3D56}"/>
              </a:ext>
            </a:extLst>
          </p:cNvPr>
          <p:cNvSpPr txBox="1"/>
          <p:nvPr/>
        </p:nvSpPr>
        <p:spPr>
          <a:xfrm flipH="1">
            <a:off x="3237891" y="2065607"/>
            <a:ext cx="1744432" cy="261789"/>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625" b="1" kern="0" dirty="0">
                <a:solidFill>
                  <a:srgbClr val="8AC926"/>
                </a:solidFill>
                <a:latin typeface="Arial Black" panose="020B0A04020102020204" pitchFamily="34" charset="0"/>
                <a:ea typeface="Calibri Light" charset="0"/>
                <a:cs typeface="Segoe UI" panose="020B0502040204020203" pitchFamily="34" charset="0"/>
              </a:rPr>
              <a:t>Attainable</a:t>
            </a:r>
            <a:endParaRPr lang="en-US" sz="1625" b="1" dirty="0">
              <a:solidFill>
                <a:srgbClr val="8AC926"/>
              </a:solidFill>
              <a:latin typeface="Arial Black" panose="020B0A04020102020204" pitchFamily="34" charset="0"/>
              <a:ea typeface="Calibri Light" charset="0"/>
              <a:cs typeface="Segoe UI" panose="020B0502040204020203" pitchFamily="34" charset="0"/>
            </a:endParaRPr>
          </a:p>
        </p:txBody>
      </p:sp>
      <p:cxnSp>
        <p:nvCxnSpPr>
          <p:cNvPr id="45" name="Straight Connector 44">
            <a:extLst>
              <a:ext uri="{FF2B5EF4-FFF2-40B4-BE49-F238E27FC236}">
                <a16:creationId xmlns:a16="http://schemas.microsoft.com/office/drawing/2014/main" id="{6732B5DF-9EA6-4E7C-B35D-40454354E802}"/>
              </a:ext>
            </a:extLst>
          </p:cNvPr>
          <p:cNvCxnSpPr>
            <a:cxnSpLocks/>
          </p:cNvCxnSpPr>
          <p:nvPr/>
        </p:nvCxnSpPr>
        <p:spPr>
          <a:xfrm flipV="1">
            <a:off x="5403528" y="4036156"/>
            <a:ext cx="0" cy="508560"/>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94E7EAA-DA3B-4AC1-8D64-8FE921211594}"/>
              </a:ext>
            </a:extLst>
          </p:cNvPr>
          <p:cNvSpPr txBox="1"/>
          <p:nvPr/>
        </p:nvSpPr>
        <p:spPr>
          <a:xfrm flipH="1">
            <a:off x="4673601" y="3327631"/>
            <a:ext cx="1441680" cy="587531"/>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kern="0" dirty="0">
                <a:solidFill>
                  <a:prstClr val="black">
                    <a:lumMod val="85000"/>
                    <a:lumOff val="1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1138" dirty="0">
              <a:solidFill>
                <a:prstClr val="black">
                  <a:lumMod val="85000"/>
                  <a:lumOff val="15000"/>
                </a:prstClr>
              </a:solidFill>
              <a:latin typeface="Segoe UI" panose="020B0502040204020203" pitchFamily="34" charset="0"/>
              <a:ea typeface="Calibri Light" charset="0"/>
              <a:cs typeface="Segoe UI" panose="020B0502040204020203" pitchFamily="34" charset="0"/>
            </a:endParaRPr>
          </a:p>
        </p:txBody>
      </p:sp>
      <p:sp>
        <p:nvSpPr>
          <p:cNvPr id="49" name="TextBox 48">
            <a:extLst>
              <a:ext uri="{FF2B5EF4-FFF2-40B4-BE49-F238E27FC236}">
                <a16:creationId xmlns:a16="http://schemas.microsoft.com/office/drawing/2014/main" id="{5D2C9622-8BEF-4424-8598-24EF1EAE66B7}"/>
              </a:ext>
            </a:extLst>
          </p:cNvPr>
          <p:cNvSpPr txBox="1"/>
          <p:nvPr/>
        </p:nvSpPr>
        <p:spPr>
          <a:xfrm flipH="1">
            <a:off x="4678211" y="3012882"/>
            <a:ext cx="1744432" cy="261789"/>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625" b="1" kern="0" dirty="0">
                <a:solidFill>
                  <a:srgbClr val="FFCA3A">
                    <a:lumMod val="50000"/>
                  </a:srgbClr>
                </a:solidFill>
                <a:latin typeface="Arial Black" panose="020B0A04020102020204" pitchFamily="34" charset="0"/>
                <a:ea typeface="Calibri Light" charset="0"/>
                <a:cs typeface="Segoe UI" panose="020B0502040204020203" pitchFamily="34" charset="0"/>
              </a:rPr>
              <a:t>Relevant</a:t>
            </a:r>
            <a:endParaRPr lang="en-US" sz="1625" b="1" dirty="0">
              <a:solidFill>
                <a:srgbClr val="FFCA3A">
                  <a:lumMod val="50000"/>
                </a:srgbClr>
              </a:solidFill>
              <a:latin typeface="Arial Black" panose="020B0A04020102020204" pitchFamily="34" charset="0"/>
              <a:ea typeface="Calibri Light" charset="0"/>
              <a:cs typeface="Segoe UI" panose="020B0502040204020203" pitchFamily="34" charset="0"/>
            </a:endParaRPr>
          </a:p>
        </p:txBody>
      </p:sp>
      <p:cxnSp>
        <p:nvCxnSpPr>
          <p:cNvPr id="53" name="Straight Connector 52">
            <a:extLst>
              <a:ext uri="{FF2B5EF4-FFF2-40B4-BE49-F238E27FC236}">
                <a16:creationId xmlns:a16="http://schemas.microsoft.com/office/drawing/2014/main" id="{D42FE2D5-2CF3-4878-B101-E798D9BABCD7}"/>
              </a:ext>
            </a:extLst>
          </p:cNvPr>
          <p:cNvCxnSpPr>
            <a:cxnSpLocks/>
          </p:cNvCxnSpPr>
          <p:nvPr/>
        </p:nvCxnSpPr>
        <p:spPr>
          <a:xfrm flipV="1">
            <a:off x="6866832" y="3047851"/>
            <a:ext cx="0" cy="1098479"/>
          </a:xfrm>
          <a:prstGeom prst="line">
            <a:avLst/>
          </a:prstGeom>
          <a:ln w="190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FF0B8690-5721-4E8B-85FF-4568D93D234C}"/>
              </a:ext>
            </a:extLst>
          </p:cNvPr>
          <p:cNvSpPr txBox="1"/>
          <p:nvPr/>
        </p:nvSpPr>
        <p:spPr>
          <a:xfrm flipH="1">
            <a:off x="6138052" y="2339326"/>
            <a:ext cx="1441680" cy="587531"/>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kern="0" dirty="0">
                <a:solidFill>
                  <a:prstClr val="black">
                    <a:lumMod val="85000"/>
                    <a:lumOff val="1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1138" dirty="0">
              <a:solidFill>
                <a:prstClr val="black">
                  <a:lumMod val="85000"/>
                  <a:lumOff val="15000"/>
                </a:prstClr>
              </a:solidFill>
              <a:latin typeface="Segoe UI" panose="020B0502040204020203" pitchFamily="34" charset="0"/>
              <a:ea typeface="Calibri Light" charset="0"/>
              <a:cs typeface="Segoe UI" panose="020B0502040204020203" pitchFamily="34" charset="0"/>
            </a:endParaRPr>
          </a:p>
        </p:txBody>
      </p:sp>
      <p:sp>
        <p:nvSpPr>
          <p:cNvPr id="57" name="TextBox 56">
            <a:extLst>
              <a:ext uri="{FF2B5EF4-FFF2-40B4-BE49-F238E27FC236}">
                <a16:creationId xmlns:a16="http://schemas.microsoft.com/office/drawing/2014/main" id="{8A59C65B-9306-4658-A2D3-E5F3D3F91496}"/>
              </a:ext>
            </a:extLst>
          </p:cNvPr>
          <p:cNvSpPr txBox="1"/>
          <p:nvPr/>
        </p:nvSpPr>
        <p:spPr>
          <a:xfrm flipH="1">
            <a:off x="6142662" y="2024577"/>
            <a:ext cx="1744432" cy="261789"/>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625" b="1" kern="0" dirty="0">
                <a:solidFill>
                  <a:srgbClr val="FF595E"/>
                </a:solidFill>
                <a:latin typeface="Arial Black" panose="020B0A04020102020204" pitchFamily="34" charset="0"/>
                <a:ea typeface="Calibri Light" charset="0"/>
                <a:cs typeface="Segoe UI" panose="020B0502040204020203" pitchFamily="34" charset="0"/>
              </a:rPr>
              <a:t>Time-Bound</a:t>
            </a:r>
            <a:endParaRPr lang="en-US" sz="1625" b="1" dirty="0">
              <a:solidFill>
                <a:srgbClr val="FF595E"/>
              </a:solidFill>
              <a:latin typeface="Arial Black" panose="020B0A04020102020204" pitchFamily="34" charset="0"/>
              <a:ea typeface="Calibri Light" charset="0"/>
              <a:cs typeface="Segoe UI" panose="020B0502040204020203" pitchFamily="34" charset="0"/>
            </a:endParaRPr>
          </a:p>
        </p:txBody>
      </p:sp>
      <p:sp>
        <p:nvSpPr>
          <p:cNvPr id="14" name="Oval 13">
            <a:extLst>
              <a:ext uri="{FF2B5EF4-FFF2-40B4-BE49-F238E27FC236}">
                <a16:creationId xmlns:a16="http://schemas.microsoft.com/office/drawing/2014/main" id="{4AB4AF25-7D12-46F8-93B5-87B418FD6C32}"/>
              </a:ext>
            </a:extLst>
          </p:cNvPr>
          <p:cNvSpPr/>
          <p:nvPr/>
        </p:nvSpPr>
        <p:spPr>
          <a:xfrm flipH="1">
            <a:off x="6649665" y="4113227"/>
            <a:ext cx="450823" cy="450823"/>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5" name="Oval 14">
            <a:extLst>
              <a:ext uri="{FF2B5EF4-FFF2-40B4-BE49-F238E27FC236}">
                <a16:creationId xmlns:a16="http://schemas.microsoft.com/office/drawing/2014/main" id="{68E6D115-DAC5-4A5F-A974-AB97C6BA8F67}"/>
              </a:ext>
            </a:extLst>
          </p:cNvPr>
          <p:cNvSpPr/>
          <p:nvPr/>
        </p:nvSpPr>
        <p:spPr>
          <a:xfrm flipH="1">
            <a:off x="5197707" y="4541342"/>
            <a:ext cx="450823" cy="45082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6" name="Oval 15">
            <a:extLst>
              <a:ext uri="{FF2B5EF4-FFF2-40B4-BE49-F238E27FC236}">
                <a16:creationId xmlns:a16="http://schemas.microsoft.com/office/drawing/2014/main" id="{7EDB3294-E30C-43A5-85BD-273ACA1C5EFB}"/>
              </a:ext>
            </a:extLst>
          </p:cNvPr>
          <p:cNvSpPr/>
          <p:nvPr/>
        </p:nvSpPr>
        <p:spPr>
          <a:xfrm flipH="1">
            <a:off x="3728708" y="4791749"/>
            <a:ext cx="450823" cy="45082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7" name="Oval 16">
            <a:extLst>
              <a:ext uri="{FF2B5EF4-FFF2-40B4-BE49-F238E27FC236}">
                <a16:creationId xmlns:a16="http://schemas.microsoft.com/office/drawing/2014/main" id="{3B87642F-E34C-45BF-9011-9CF4CAA77C28}"/>
              </a:ext>
            </a:extLst>
          </p:cNvPr>
          <p:cNvSpPr/>
          <p:nvPr/>
        </p:nvSpPr>
        <p:spPr>
          <a:xfrm flipH="1">
            <a:off x="2293793" y="4895002"/>
            <a:ext cx="450823" cy="45082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8" name="Oval 17">
            <a:extLst>
              <a:ext uri="{FF2B5EF4-FFF2-40B4-BE49-F238E27FC236}">
                <a16:creationId xmlns:a16="http://schemas.microsoft.com/office/drawing/2014/main" id="{3657A1A6-6294-4423-B8DF-5C81FF02773F}"/>
              </a:ext>
            </a:extLst>
          </p:cNvPr>
          <p:cNvSpPr/>
          <p:nvPr/>
        </p:nvSpPr>
        <p:spPr>
          <a:xfrm flipH="1">
            <a:off x="841835" y="4848293"/>
            <a:ext cx="450823" cy="45082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20" name="TextBox 19">
            <a:extLst>
              <a:ext uri="{FF2B5EF4-FFF2-40B4-BE49-F238E27FC236}">
                <a16:creationId xmlns:a16="http://schemas.microsoft.com/office/drawing/2014/main" id="{C3021FD7-9C96-4D1E-9C71-CBC016D4F1F1}"/>
              </a:ext>
            </a:extLst>
          </p:cNvPr>
          <p:cNvSpPr txBox="1"/>
          <p:nvPr/>
        </p:nvSpPr>
        <p:spPr>
          <a:xfrm>
            <a:off x="905183" y="4877498"/>
            <a:ext cx="324128" cy="392415"/>
          </a:xfrm>
          <a:prstGeom prst="rect">
            <a:avLst/>
          </a:prstGeom>
          <a:noFill/>
        </p:spPr>
        <p:txBody>
          <a:bodyPr wrap="none" rtlCol="0" anchor="ctr">
            <a:spAutoFit/>
          </a:bodyPr>
          <a:lstStyle/>
          <a:p>
            <a:pPr algn="ctr" defTabSz="990671" fontAlgn="auto">
              <a:spcBef>
                <a:spcPts val="0"/>
              </a:spcBef>
              <a:spcAft>
                <a:spcPts val="0"/>
              </a:spcAft>
              <a:defRPr/>
            </a:pPr>
            <a:r>
              <a:rPr lang="en-IN" sz="1950" b="1" dirty="0">
                <a:solidFill>
                  <a:srgbClr val="6A4C93">
                    <a:lumMod val="20000"/>
                    <a:lumOff val="80000"/>
                  </a:srgbClr>
                </a:solidFill>
                <a:latin typeface="Segoe UI"/>
                <a:cs typeface="+mn-cs"/>
              </a:rPr>
              <a:t>S</a:t>
            </a:r>
          </a:p>
        </p:txBody>
      </p:sp>
      <p:sp>
        <p:nvSpPr>
          <p:cNvPr id="21" name="TextBox 20">
            <a:extLst>
              <a:ext uri="{FF2B5EF4-FFF2-40B4-BE49-F238E27FC236}">
                <a16:creationId xmlns:a16="http://schemas.microsoft.com/office/drawing/2014/main" id="{E2A066D8-6650-4888-8903-053EE6647F9B}"/>
              </a:ext>
            </a:extLst>
          </p:cNvPr>
          <p:cNvSpPr txBox="1"/>
          <p:nvPr/>
        </p:nvSpPr>
        <p:spPr>
          <a:xfrm>
            <a:off x="2307448" y="4924208"/>
            <a:ext cx="423514" cy="392415"/>
          </a:xfrm>
          <a:prstGeom prst="rect">
            <a:avLst/>
          </a:prstGeom>
          <a:noFill/>
        </p:spPr>
        <p:txBody>
          <a:bodyPr wrap="none" rtlCol="0" anchor="ctr">
            <a:spAutoFit/>
          </a:bodyPr>
          <a:lstStyle/>
          <a:p>
            <a:pPr algn="ctr" defTabSz="990671" fontAlgn="auto">
              <a:spcBef>
                <a:spcPts val="0"/>
              </a:spcBef>
              <a:spcAft>
                <a:spcPts val="0"/>
              </a:spcAft>
              <a:defRPr/>
            </a:pPr>
            <a:r>
              <a:rPr lang="en-IN" sz="1950" b="1" dirty="0">
                <a:solidFill>
                  <a:srgbClr val="1F497D">
                    <a:lumMod val="20000"/>
                    <a:lumOff val="80000"/>
                  </a:srgbClr>
                </a:solidFill>
                <a:latin typeface="Segoe UI"/>
                <a:cs typeface="+mn-cs"/>
              </a:rPr>
              <a:t>M</a:t>
            </a:r>
          </a:p>
        </p:txBody>
      </p:sp>
      <p:sp>
        <p:nvSpPr>
          <p:cNvPr id="22" name="TextBox 21">
            <a:extLst>
              <a:ext uri="{FF2B5EF4-FFF2-40B4-BE49-F238E27FC236}">
                <a16:creationId xmlns:a16="http://schemas.microsoft.com/office/drawing/2014/main" id="{F5B08331-93B1-4D02-B2AB-F8DF7583D294}"/>
              </a:ext>
            </a:extLst>
          </p:cNvPr>
          <p:cNvSpPr txBox="1"/>
          <p:nvPr/>
        </p:nvSpPr>
        <p:spPr>
          <a:xfrm>
            <a:off x="3773622" y="4820954"/>
            <a:ext cx="360996" cy="392415"/>
          </a:xfrm>
          <a:prstGeom prst="rect">
            <a:avLst/>
          </a:prstGeom>
          <a:noFill/>
        </p:spPr>
        <p:txBody>
          <a:bodyPr wrap="none" rtlCol="0" anchor="ctr">
            <a:spAutoFit/>
          </a:bodyPr>
          <a:lstStyle/>
          <a:p>
            <a:pPr algn="ctr" defTabSz="990671" fontAlgn="auto">
              <a:spcBef>
                <a:spcPts val="0"/>
              </a:spcBef>
              <a:spcAft>
                <a:spcPts val="0"/>
              </a:spcAft>
              <a:defRPr/>
            </a:pPr>
            <a:r>
              <a:rPr lang="en-IN" sz="1950" b="1" dirty="0">
                <a:solidFill>
                  <a:srgbClr val="8AC926">
                    <a:lumMod val="20000"/>
                    <a:lumOff val="80000"/>
                  </a:srgbClr>
                </a:solidFill>
                <a:latin typeface="Segoe UI"/>
                <a:cs typeface="+mn-cs"/>
              </a:rPr>
              <a:t>A</a:t>
            </a:r>
          </a:p>
        </p:txBody>
      </p:sp>
      <p:sp>
        <p:nvSpPr>
          <p:cNvPr id="23" name="TextBox 22">
            <a:extLst>
              <a:ext uri="{FF2B5EF4-FFF2-40B4-BE49-F238E27FC236}">
                <a16:creationId xmlns:a16="http://schemas.microsoft.com/office/drawing/2014/main" id="{DD89A118-72EA-449E-BDB3-8BF4E4193083}"/>
              </a:ext>
            </a:extLst>
          </p:cNvPr>
          <p:cNvSpPr txBox="1"/>
          <p:nvPr/>
        </p:nvSpPr>
        <p:spPr>
          <a:xfrm>
            <a:off x="5249032" y="4570547"/>
            <a:ext cx="348173" cy="392415"/>
          </a:xfrm>
          <a:prstGeom prst="rect">
            <a:avLst/>
          </a:prstGeom>
          <a:noFill/>
        </p:spPr>
        <p:txBody>
          <a:bodyPr wrap="none" rtlCol="0" anchor="ctr">
            <a:spAutoFit/>
          </a:bodyPr>
          <a:lstStyle/>
          <a:p>
            <a:pPr algn="ctr" defTabSz="990671" fontAlgn="auto">
              <a:spcBef>
                <a:spcPts val="0"/>
              </a:spcBef>
              <a:spcAft>
                <a:spcPts val="0"/>
              </a:spcAft>
              <a:defRPr/>
            </a:pPr>
            <a:r>
              <a:rPr lang="en-IN" sz="1950" b="1" dirty="0">
                <a:solidFill>
                  <a:srgbClr val="FFCA3A">
                    <a:lumMod val="50000"/>
                  </a:srgbClr>
                </a:solidFill>
                <a:latin typeface="Segoe UI"/>
                <a:cs typeface="+mn-cs"/>
              </a:rPr>
              <a:t>R</a:t>
            </a:r>
          </a:p>
        </p:txBody>
      </p:sp>
      <p:sp>
        <p:nvSpPr>
          <p:cNvPr id="24" name="TextBox 23">
            <a:extLst>
              <a:ext uri="{FF2B5EF4-FFF2-40B4-BE49-F238E27FC236}">
                <a16:creationId xmlns:a16="http://schemas.microsoft.com/office/drawing/2014/main" id="{21B40B62-5DF6-48CE-AC83-073EC63BE1D0}"/>
              </a:ext>
            </a:extLst>
          </p:cNvPr>
          <p:cNvSpPr txBox="1"/>
          <p:nvPr/>
        </p:nvSpPr>
        <p:spPr>
          <a:xfrm>
            <a:off x="6709806" y="4142432"/>
            <a:ext cx="330540" cy="392415"/>
          </a:xfrm>
          <a:prstGeom prst="rect">
            <a:avLst/>
          </a:prstGeom>
          <a:noFill/>
        </p:spPr>
        <p:txBody>
          <a:bodyPr wrap="none" rtlCol="0" anchor="ctr">
            <a:spAutoFit/>
          </a:bodyPr>
          <a:lstStyle/>
          <a:p>
            <a:pPr algn="ctr" defTabSz="990671" fontAlgn="auto">
              <a:spcBef>
                <a:spcPts val="0"/>
              </a:spcBef>
              <a:spcAft>
                <a:spcPts val="0"/>
              </a:spcAft>
              <a:defRPr/>
            </a:pPr>
            <a:r>
              <a:rPr lang="en-IN" sz="1950" b="1" dirty="0">
                <a:solidFill>
                  <a:prstClr val="white"/>
                </a:solidFill>
                <a:latin typeface="Segoe UI"/>
                <a:cs typeface="+mn-cs"/>
              </a:rPr>
              <a:t>T</a:t>
            </a:r>
          </a:p>
        </p:txBody>
      </p:sp>
    </p:spTree>
    <p:extLst>
      <p:ext uri="{BB962C8B-B14F-4D97-AF65-F5344CB8AC3E}">
        <p14:creationId xmlns:p14="http://schemas.microsoft.com/office/powerpoint/2010/main" val="417698589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95301" y="865414"/>
            <a:ext cx="8915400" cy="577904"/>
          </a:xfrm>
        </p:spPr>
        <p:txBody>
          <a:bodyPr vert="horz" lIns="0" tIns="60949" rIns="0" bIns="60949" rtlCol="0" anchor="ctr">
            <a:noAutofit/>
          </a:bodyPr>
          <a:lstStyle/>
          <a:p>
            <a:r>
              <a:rPr lang="en-IN"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Coast Avoidance Iceberg</a:t>
            </a:r>
          </a:p>
        </p:txBody>
      </p:sp>
      <p:grpSp>
        <p:nvGrpSpPr>
          <p:cNvPr id="29" name="Group 28">
            <a:extLst>
              <a:ext uri="{FF2B5EF4-FFF2-40B4-BE49-F238E27FC236}">
                <a16:creationId xmlns:a16="http://schemas.microsoft.com/office/drawing/2014/main" id="{1B35CF3F-8A70-4148-9531-81AAD5510E10}"/>
              </a:ext>
            </a:extLst>
          </p:cNvPr>
          <p:cNvGrpSpPr/>
          <p:nvPr/>
        </p:nvGrpSpPr>
        <p:grpSpPr>
          <a:xfrm>
            <a:off x="495300" y="2083000"/>
            <a:ext cx="2775296" cy="3463872"/>
            <a:chOff x="2278063" y="2092037"/>
            <a:chExt cx="3206751" cy="4002376"/>
          </a:xfrm>
        </p:grpSpPr>
        <p:sp>
          <p:nvSpPr>
            <p:cNvPr id="20" name="Freeform 7">
              <a:extLst>
                <a:ext uri="{FF2B5EF4-FFF2-40B4-BE49-F238E27FC236}">
                  <a16:creationId xmlns:a16="http://schemas.microsoft.com/office/drawing/2014/main" id="{326C425F-FAE0-4DA0-AA20-405CB186FD4A}"/>
                </a:ext>
              </a:extLst>
            </p:cNvPr>
            <p:cNvSpPr>
              <a:spLocks/>
            </p:cNvSpPr>
            <p:nvPr/>
          </p:nvSpPr>
          <p:spPr bwMode="auto">
            <a:xfrm>
              <a:off x="2627313" y="3435350"/>
              <a:ext cx="2857500" cy="2659063"/>
            </a:xfrm>
            <a:custGeom>
              <a:avLst/>
              <a:gdLst>
                <a:gd name="T0" fmla="*/ 325 w 1800"/>
                <a:gd name="T1" fmla="*/ 0 h 1675"/>
                <a:gd name="T2" fmla="*/ 324 w 1800"/>
                <a:gd name="T3" fmla="*/ 3 h 1675"/>
                <a:gd name="T4" fmla="*/ 94 w 1800"/>
                <a:gd name="T5" fmla="*/ 4 h 1675"/>
                <a:gd name="T6" fmla="*/ 0 w 1800"/>
                <a:gd name="T7" fmla="*/ 211 h 1675"/>
                <a:gd name="T8" fmla="*/ 269 w 1800"/>
                <a:gd name="T9" fmla="*/ 792 h 1675"/>
                <a:gd name="T10" fmla="*/ 720 w 1800"/>
                <a:gd name="T11" fmla="*/ 1675 h 1675"/>
                <a:gd name="T12" fmla="*/ 937 w 1800"/>
                <a:gd name="T13" fmla="*/ 1408 h 1675"/>
                <a:gd name="T14" fmla="*/ 994 w 1800"/>
                <a:gd name="T15" fmla="*/ 1121 h 1675"/>
                <a:gd name="T16" fmla="*/ 1339 w 1800"/>
                <a:gd name="T17" fmla="*/ 1036 h 1675"/>
                <a:gd name="T18" fmla="*/ 1511 w 1800"/>
                <a:gd name="T19" fmla="*/ 702 h 1675"/>
                <a:gd name="T20" fmla="*/ 1731 w 1800"/>
                <a:gd name="T21" fmla="*/ 587 h 1675"/>
                <a:gd name="T22" fmla="*/ 1800 w 1800"/>
                <a:gd name="T23" fmla="*/ 0 h 1675"/>
                <a:gd name="T24" fmla="*/ 325 w 1800"/>
                <a:gd name="T25" fmla="*/ 0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00" h="1675">
                  <a:moveTo>
                    <a:pt x="325" y="0"/>
                  </a:moveTo>
                  <a:lnTo>
                    <a:pt x="324" y="3"/>
                  </a:lnTo>
                  <a:lnTo>
                    <a:pt x="94" y="4"/>
                  </a:lnTo>
                  <a:lnTo>
                    <a:pt x="0" y="211"/>
                  </a:lnTo>
                  <a:lnTo>
                    <a:pt x="269" y="792"/>
                  </a:lnTo>
                  <a:lnTo>
                    <a:pt x="720" y="1675"/>
                  </a:lnTo>
                  <a:lnTo>
                    <a:pt x="937" y="1408"/>
                  </a:lnTo>
                  <a:lnTo>
                    <a:pt x="994" y="1121"/>
                  </a:lnTo>
                  <a:lnTo>
                    <a:pt x="1339" y="1036"/>
                  </a:lnTo>
                  <a:lnTo>
                    <a:pt x="1511" y="702"/>
                  </a:lnTo>
                  <a:lnTo>
                    <a:pt x="1731" y="587"/>
                  </a:lnTo>
                  <a:lnTo>
                    <a:pt x="1800" y="0"/>
                  </a:lnTo>
                  <a:lnTo>
                    <a:pt x="325" y="0"/>
                  </a:lnTo>
                  <a:close/>
                </a:path>
              </a:pathLst>
            </a:custGeom>
            <a:solidFill>
              <a:schemeClr val="accent3"/>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Calibri"/>
                <a:cs typeface="+mn-cs"/>
              </a:endParaRPr>
            </a:p>
          </p:txBody>
        </p:sp>
        <p:sp>
          <p:nvSpPr>
            <p:cNvPr id="23" name="Freeform 8">
              <a:extLst>
                <a:ext uri="{FF2B5EF4-FFF2-40B4-BE49-F238E27FC236}">
                  <a16:creationId xmlns:a16="http://schemas.microsoft.com/office/drawing/2014/main" id="{8D3E394B-3331-49A1-91B8-2A6DEC585192}"/>
                </a:ext>
              </a:extLst>
            </p:cNvPr>
            <p:cNvSpPr>
              <a:spLocks/>
            </p:cNvSpPr>
            <p:nvPr/>
          </p:nvSpPr>
          <p:spPr bwMode="auto">
            <a:xfrm>
              <a:off x="2278063" y="3435350"/>
              <a:ext cx="1492250" cy="2659063"/>
            </a:xfrm>
            <a:custGeom>
              <a:avLst/>
              <a:gdLst>
                <a:gd name="T0" fmla="*/ 940 w 940"/>
                <a:gd name="T1" fmla="*/ 1675 h 1675"/>
                <a:gd name="T2" fmla="*/ 497 w 940"/>
                <a:gd name="T3" fmla="*/ 1341 h 1675"/>
                <a:gd name="T4" fmla="*/ 393 w 940"/>
                <a:gd name="T5" fmla="*/ 864 h 1675"/>
                <a:gd name="T6" fmla="*/ 0 w 940"/>
                <a:gd name="T7" fmla="*/ 578 h 1675"/>
                <a:gd name="T8" fmla="*/ 39 w 940"/>
                <a:gd name="T9" fmla="*/ 0 h 1675"/>
                <a:gd name="T10" fmla="*/ 545 w 940"/>
                <a:gd name="T11" fmla="*/ 0 h 1675"/>
                <a:gd name="T12" fmla="*/ 431 w 940"/>
                <a:gd name="T13" fmla="*/ 425 h 1675"/>
                <a:gd name="T14" fmla="*/ 698 w 940"/>
                <a:gd name="T15" fmla="*/ 664 h 1675"/>
                <a:gd name="T16" fmla="*/ 698 w 940"/>
                <a:gd name="T17" fmla="*/ 969 h 1675"/>
                <a:gd name="T18" fmla="*/ 885 w 940"/>
                <a:gd name="T19" fmla="*/ 1236 h 1675"/>
                <a:gd name="T20" fmla="*/ 940 w 940"/>
                <a:gd name="T21"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40" h="1675">
                  <a:moveTo>
                    <a:pt x="940" y="1675"/>
                  </a:moveTo>
                  <a:lnTo>
                    <a:pt x="497" y="1341"/>
                  </a:lnTo>
                  <a:lnTo>
                    <a:pt x="393" y="864"/>
                  </a:lnTo>
                  <a:lnTo>
                    <a:pt x="0" y="578"/>
                  </a:lnTo>
                  <a:lnTo>
                    <a:pt x="39" y="0"/>
                  </a:lnTo>
                  <a:lnTo>
                    <a:pt x="545" y="0"/>
                  </a:lnTo>
                  <a:lnTo>
                    <a:pt x="431" y="425"/>
                  </a:lnTo>
                  <a:lnTo>
                    <a:pt x="698" y="664"/>
                  </a:lnTo>
                  <a:lnTo>
                    <a:pt x="698" y="969"/>
                  </a:lnTo>
                  <a:lnTo>
                    <a:pt x="885" y="1236"/>
                  </a:lnTo>
                  <a:lnTo>
                    <a:pt x="940" y="1675"/>
                  </a:lnTo>
                  <a:close/>
                </a:path>
              </a:pathLst>
            </a:custGeom>
            <a:solidFill>
              <a:schemeClr val="accent3">
                <a:lumMod val="75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Calibri"/>
                <a:cs typeface="+mn-cs"/>
              </a:endParaRPr>
            </a:p>
          </p:txBody>
        </p:sp>
        <p:grpSp>
          <p:nvGrpSpPr>
            <p:cNvPr id="27" name="Group 26">
              <a:extLst>
                <a:ext uri="{FF2B5EF4-FFF2-40B4-BE49-F238E27FC236}">
                  <a16:creationId xmlns:a16="http://schemas.microsoft.com/office/drawing/2014/main" id="{A421D5F8-2C09-469C-B5F4-AF40EBDBC09C}"/>
                </a:ext>
              </a:extLst>
            </p:cNvPr>
            <p:cNvGrpSpPr/>
            <p:nvPr/>
          </p:nvGrpSpPr>
          <p:grpSpPr>
            <a:xfrm>
              <a:off x="2339976" y="2092037"/>
              <a:ext cx="3144838" cy="1343314"/>
              <a:chOff x="2339976" y="2276475"/>
              <a:chExt cx="3144838" cy="1158875"/>
            </a:xfrm>
          </p:grpSpPr>
          <p:sp>
            <p:nvSpPr>
              <p:cNvPr id="13" name="Freeform 5">
                <a:extLst>
                  <a:ext uri="{FF2B5EF4-FFF2-40B4-BE49-F238E27FC236}">
                    <a16:creationId xmlns:a16="http://schemas.microsoft.com/office/drawing/2014/main" id="{F5FECAEC-7461-4EE6-9A09-3A18E08FE631}"/>
                  </a:ext>
                </a:extLst>
              </p:cNvPr>
              <p:cNvSpPr>
                <a:spLocks/>
              </p:cNvSpPr>
              <p:nvPr/>
            </p:nvSpPr>
            <p:spPr bwMode="auto">
              <a:xfrm>
                <a:off x="2339976" y="2276475"/>
                <a:ext cx="2057400" cy="1158875"/>
              </a:xfrm>
              <a:custGeom>
                <a:avLst/>
                <a:gdLst>
                  <a:gd name="T0" fmla="*/ 922 w 1296"/>
                  <a:gd name="T1" fmla="*/ 224 h 730"/>
                  <a:gd name="T2" fmla="*/ 578 w 1296"/>
                  <a:gd name="T3" fmla="*/ 254 h 730"/>
                  <a:gd name="T4" fmla="*/ 400 w 1296"/>
                  <a:gd name="T5" fmla="*/ 448 h 730"/>
                  <a:gd name="T6" fmla="*/ 132 w 1296"/>
                  <a:gd name="T7" fmla="*/ 513 h 730"/>
                  <a:gd name="T8" fmla="*/ 0 w 1296"/>
                  <a:gd name="T9" fmla="*/ 730 h 730"/>
                  <a:gd name="T10" fmla="*/ 506 w 1296"/>
                  <a:gd name="T11" fmla="*/ 730 h 730"/>
                  <a:gd name="T12" fmla="*/ 827 w 1296"/>
                  <a:gd name="T13" fmla="*/ 642 h 730"/>
                  <a:gd name="T14" fmla="*/ 1139 w 1296"/>
                  <a:gd name="T15" fmla="*/ 516 h 730"/>
                  <a:gd name="T16" fmla="*/ 1273 w 1296"/>
                  <a:gd name="T17" fmla="*/ 307 h 730"/>
                  <a:gd name="T18" fmla="*/ 1296 w 1296"/>
                  <a:gd name="T19" fmla="*/ 0 h 730"/>
                  <a:gd name="T20" fmla="*/ 922 w 1296"/>
                  <a:gd name="T21" fmla="*/ 224 h 7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96" h="730">
                    <a:moveTo>
                      <a:pt x="922" y="224"/>
                    </a:moveTo>
                    <a:lnTo>
                      <a:pt x="578" y="254"/>
                    </a:lnTo>
                    <a:lnTo>
                      <a:pt x="400" y="448"/>
                    </a:lnTo>
                    <a:lnTo>
                      <a:pt x="132" y="513"/>
                    </a:lnTo>
                    <a:lnTo>
                      <a:pt x="0" y="730"/>
                    </a:lnTo>
                    <a:lnTo>
                      <a:pt x="506" y="730"/>
                    </a:lnTo>
                    <a:lnTo>
                      <a:pt x="827" y="642"/>
                    </a:lnTo>
                    <a:lnTo>
                      <a:pt x="1139" y="516"/>
                    </a:lnTo>
                    <a:lnTo>
                      <a:pt x="1273" y="307"/>
                    </a:lnTo>
                    <a:lnTo>
                      <a:pt x="1296" y="0"/>
                    </a:lnTo>
                    <a:lnTo>
                      <a:pt x="922" y="224"/>
                    </a:lnTo>
                    <a:close/>
                  </a:path>
                </a:pathLst>
              </a:custGeom>
              <a:solidFill>
                <a:schemeClr val="accent3">
                  <a:lumMod val="60000"/>
                  <a:lumOff val="40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Calibri"/>
                  <a:cs typeface="+mn-cs"/>
                </a:endParaRPr>
              </a:p>
            </p:txBody>
          </p:sp>
          <p:sp>
            <p:nvSpPr>
              <p:cNvPr id="19" name="Freeform 6">
                <a:extLst>
                  <a:ext uri="{FF2B5EF4-FFF2-40B4-BE49-F238E27FC236}">
                    <a16:creationId xmlns:a16="http://schemas.microsoft.com/office/drawing/2014/main" id="{7DF2D658-6E51-48CA-9A64-B2B5EC8F1DC1}"/>
                  </a:ext>
                </a:extLst>
              </p:cNvPr>
              <p:cNvSpPr>
                <a:spLocks/>
              </p:cNvSpPr>
              <p:nvPr/>
            </p:nvSpPr>
            <p:spPr bwMode="auto">
              <a:xfrm>
                <a:off x="3143251" y="2276475"/>
                <a:ext cx="1882775" cy="1158875"/>
              </a:xfrm>
              <a:custGeom>
                <a:avLst/>
                <a:gdLst>
                  <a:gd name="T0" fmla="*/ 1186 w 1186"/>
                  <a:gd name="T1" fmla="*/ 448 h 730"/>
                  <a:gd name="T2" fmla="*/ 451 w 1186"/>
                  <a:gd name="T3" fmla="*/ 730 h 730"/>
                  <a:gd name="T4" fmla="*/ 0 w 1186"/>
                  <a:gd name="T5" fmla="*/ 730 h 730"/>
                  <a:gd name="T6" fmla="*/ 191 w 1186"/>
                  <a:gd name="T7" fmla="*/ 449 h 730"/>
                  <a:gd name="T8" fmla="*/ 573 w 1186"/>
                  <a:gd name="T9" fmla="*/ 388 h 730"/>
                  <a:gd name="T10" fmla="*/ 790 w 1186"/>
                  <a:gd name="T11" fmla="*/ 0 h 730"/>
                  <a:gd name="T12" fmla="*/ 1066 w 1186"/>
                  <a:gd name="T13" fmla="*/ 186 h 730"/>
                  <a:gd name="T14" fmla="*/ 1186 w 1186"/>
                  <a:gd name="T15" fmla="*/ 448 h 7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6" h="730">
                    <a:moveTo>
                      <a:pt x="1186" y="448"/>
                    </a:moveTo>
                    <a:lnTo>
                      <a:pt x="451" y="730"/>
                    </a:lnTo>
                    <a:lnTo>
                      <a:pt x="0" y="730"/>
                    </a:lnTo>
                    <a:lnTo>
                      <a:pt x="191" y="449"/>
                    </a:lnTo>
                    <a:lnTo>
                      <a:pt x="573" y="388"/>
                    </a:lnTo>
                    <a:lnTo>
                      <a:pt x="790" y="0"/>
                    </a:lnTo>
                    <a:lnTo>
                      <a:pt x="1066" y="186"/>
                    </a:lnTo>
                    <a:lnTo>
                      <a:pt x="1186" y="448"/>
                    </a:lnTo>
                    <a:close/>
                  </a:path>
                </a:pathLst>
              </a:custGeom>
              <a:solidFill>
                <a:schemeClr val="accent3">
                  <a:lumMod val="40000"/>
                  <a:lumOff val="60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Calibri"/>
                  <a:cs typeface="+mn-cs"/>
                </a:endParaRPr>
              </a:p>
            </p:txBody>
          </p:sp>
          <p:sp>
            <p:nvSpPr>
              <p:cNvPr id="24" name="Freeform 9">
                <a:extLst>
                  <a:ext uri="{FF2B5EF4-FFF2-40B4-BE49-F238E27FC236}">
                    <a16:creationId xmlns:a16="http://schemas.microsoft.com/office/drawing/2014/main" id="{2194E0D4-16EC-4B33-95AB-6EAF654A5239}"/>
                  </a:ext>
                </a:extLst>
              </p:cNvPr>
              <p:cNvSpPr>
                <a:spLocks/>
              </p:cNvSpPr>
              <p:nvPr/>
            </p:nvSpPr>
            <p:spPr bwMode="auto">
              <a:xfrm>
                <a:off x="3859213" y="2892425"/>
                <a:ext cx="1438275" cy="542925"/>
              </a:xfrm>
              <a:custGeom>
                <a:avLst/>
                <a:gdLst>
                  <a:gd name="T0" fmla="*/ 482 w 906"/>
                  <a:gd name="T1" fmla="*/ 0 h 342"/>
                  <a:gd name="T2" fmla="*/ 363 w 906"/>
                  <a:gd name="T3" fmla="*/ 139 h 342"/>
                  <a:gd name="T4" fmla="*/ 136 w 906"/>
                  <a:gd name="T5" fmla="*/ 177 h 342"/>
                  <a:gd name="T6" fmla="*/ 0 w 906"/>
                  <a:gd name="T7" fmla="*/ 342 h 342"/>
                  <a:gd name="T8" fmla="*/ 563 w 906"/>
                  <a:gd name="T9" fmla="*/ 342 h 342"/>
                  <a:gd name="T10" fmla="*/ 827 w 906"/>
                  <a:gd name="T11" fmla="*/ 250 h 342"/>
                  <a:gd name="T12" fmla="*/ 906 w 906"/>
                  <a:gd name="T13" fmla="*/ 100 h 342"/>
                  <a:gd name="T14" fmla="*/ 482 w 906"/>
                  <a:gd name="T15" fmla="*/ 0 h 34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6" h="342">
                    <a:moveTo>
                      <a:pt x="482" y="0"/>
                    </a:moveTo>
                    <a:lnTo>
                      <a:pt x="363" y="139"/>
                    </a:lnTo>
                    <a:lnTo>
                      <a:pt x="136" y="177"/>
                    </a:lnTo>
                    <a:lnTo>
                      <a:pt x="0" y="342"/>
                    </a:lnTo>
                    <a:lnTo>
                      <a:pt x="563" y="342"/>
                    </a:lnTo>
                    <a:lnTo>
                      <a:pt x="827" y="250"/>
                    </a:lnTo>
                    <a:lnTo>
                      <a:pt x="906" y="100"/>
                    </a:lnTo>
                    <a:lnTo>
                      <a:pt x="482" y="0"/>
                    </a:lnTo>
                    <a:close/>
                  </a:path>
                </a:pathLst>
              </a:custGeom>
              <a:solidFill>
                <a:schemeClr val="accent3">
                  <a:lumMod val="60000"/>
                  <a:lumOff val="40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Calibri"/>
                  <a:cs typeface="+mn-cs"/>
                </a:endParaRPr>
              </a:p>
            </p:txBody>
          </p:sp>
          <p:sp>
            <p:nvSpPr>
              <p:cNvPr id="26" name="Freeform 10">
                <a:extLst>
                  <a:ext uri="{FF2B5EF4-FFF2-40B4-BE49-F238E27FC236}">
                    <a16:creationId xmlns:a16="http://schemas.microsoft.com/office/drawing/2014/main" id="{F48C2FCA-E974-4A53-B10F-52AFEA5826D7}"/>
                  </a:ext>
                </a:extLst>
              </p:cNvPr>
              <p:cNvSpPr>
                <a:spLocks/>
              </p:cNvSpPr>
              <p:nvPr/>
            </p:nvSpPr>
            <p:spPr bwMode="auto">
              <a:xfrm>
                <a:off x="4752976" y="3051175"/>
                <a:ext cx="731838" cy="384175"/>
              </a:xfrm>
              <a:custGeom>
                <a:avLst/>
                <a:gdLst>
                  <a:gd name="T0" fmla="*/ 461 w 461"/>
                  <a:gd name="T1" fmla="*/ 242 h 242"/>
                  <a:gd name="T2" fmla="*/ 0 w 461"/>
                  <a:gd name="T3" fmla="*/ 242 h 242"/>
                  <a:gd name="T4" fmla="*/ 343 w 461"/>
                  <a:gd name="T5" fmla="*/ 0 h 242"/>
                  <a:gd name="T6" fmla="*/ 461 w 461"/>
                  <a:gd name="T7" fmla="*/ 242 h 242"/>
                </a:gdLst>
                <a:ahLst/>
                <a:cxnLst>
                  <a:cxn ang="0">
                    <a:pos x="T0" y="T1"/>
                  </a:cxn>
                  <a:cxn ang="0">
                    <a:pos x="T2" y="T3"/>
                  </a:cxn>
                  <a:cxn ang="0">
                    <a:pos x="T4" y="T5"/>
                  </a:cxn>
                  <a:cxn ang="0">
                    <a:pos x="T6" y="T7"/>
                  </a:cxn>
                </a:cxnLst>
                <a:rect l="0" t="0" r="r" b="b"/>
                <a:pathLst>
                  <a:path w="461" h="242">
                    <a:moveTo>
                      <a:pt x="461" y="242"/>
                    </a:moveTo>
                    <a:lnTo>
                      <a:pt x="0" y="242"/>
                    </a:lnTo>
                    <a:lnTo>
                      <a:pt x="343" y="0"/>
                    </a:lnTo>
                    <a:lnTo>
                      <a:pt x="461" y="242"/>
                    </a:lnTo>
                    <a:close/>
                  </a:path>
                </a:pathLst>
              </a:custGeom>
              <a:solidFill>
                <a:schemeClr val="accent3">
                  <a:lumMod val="40000"/>
                  <a:lumOff val="60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defRPr/>
                </a:pPr>
                <a:endParaRPr lang="en-IN" sz="1950">
                  <a:solidFill>
                    <a:prstClr val="black"/>
                  </a:solidFill>
                  <a:latin typeface="Calibri"/>
                  <a:cs typeface="+mn-cs"/>
                </a:endParaRPr>
              </a:p>
            </p:txBody>
          </p:sp>
        </p:grpSp>
      </p:grpSp>
      <p:cxnSp>
        <p:nvCxnSpPr>
          <p:cNvPr id="33" name="Straight Connector 32">
            <a:extLst>
              <a:ext uri="{FF2B5EF4-FFF2-40B4-BE49-F238E27FC236}">
                <a16:creationId xmlns:a16="http://schemas.microsoft.com/office/drawing/2014/main" id="{4DB61F0A-47E7-464C-94BA-9783DFCDFECD}"/>
              </a:ext>
            </a:extLst>
          </p:cNvPr>
          <p:cNvCxnSpPr/>
          <p:nvPr/>
        </p:nvCxnSpPr>
        <p:spPr>
          <a:xfrm>
            <a:off x="3196153" y="3249127"/>
            <a:ext cx="1418211" cy="0"/>
          </a:xfrm>
          <a:prstGeom prst="line">
            <a:avLst/>
          </a:prstGeom>
          <a:ln>
            <a:solidFill>
              <a:srgbClr val="39A3DF"/>
            </a:solidFill>
            <a:prstDash val="lg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CE2AADD3-66ED-4750-8DDF-7E9F0B2762B7}"/>
              </a:ext>
            </a:extLst>
          </p:cNvPr>
          <p:cNvCxnSpPr>
            <a:cxnSpLocks/>
          </p:cNvCxnSpPr>
          <p:nvPr/>
        </p:nvCxnSpPr>
        <p:spPr>
          <a:xfrm>
            <a:off x="1786774" y="5546872"/>
            <a:ext cx="2827590" cy="0"/>
          </a:xfrm>
          <a:prstGeom prst="line">
            <a:avLst/>
          </a:prstGeom>
          <a:ln>
            <a:solidFill>
              <a:srgbClr val="39A3DF"/>
            </a:solidFill>
            <a:prstDash val="lgDash"/>
          </a:ln>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3DB4095A-7266-4029-9DBF-801EAD03F912}"/>
              </a:ext>
            </a:extLst>
          </p:cNvPr>
          <p:cNvSpPr txBox="1"/>
          <p:nvPr/>
        </p:nvSpPr>
        <p:spPr>
          <a:xfrm>
            <a:off x="2424180" y="4410348"/>
            <a:ext cx="2190183" cy="992836"/>
          </a:xfrm>
          <a:prstGeom prst="rect">
            <a:avLst/>
          </a:prstGeom>
          <a:noFill/>
        </p:spPr>
        <p:txBody>
          <a:bodyPr wrap="square" lIns="0" rIns="0" rtlCol="0" anchor="b">
            <a:spAutoFit/>
          </a:bodyPr>
          <a:lstStyle/>
          <a:p>
            <a:pPr algn="r" defTabSz="990671" fontAlgn="auto">
              <a:spcBef>
                <a:spcPts val="0"/>
              </a:spcBef>
              <a:spcAft>
                <a:spcPts val="0"/>
              </a:spcAft>
              <a:defRPr/>
            </a:pPr>
            <a:r>
              <a:rPr lang="en-US" sz="2926" kern="0" dirty="0">
                <a:solidFill>
                  <a:srgbClr val="39A3DF"/>
                </a:solidFill>
                <a:latin typeface="Open Sans" panose="020B0606030504020204" pitchFamily="34" charset="0"/>
                <a:ea typeface="Open Sans" panose="020B0606030504020204" pitchFamily="34" charset="0"/>
                <a:cs typeface="Open Sans" panose="020B0606030504020204" pitchFamily="34" charset="0"/>
              </a:rPr>
              <a:t>Your Tittle Goes Here</a:t>
            </a:r>
          </a:p>
        </p:txBody>
      </p:sp>
      <p:sp>
        <p:nvSpPr>
          <p:cNvPr id="42" name="TextBox 41">
            <a:extLst>
              <a:ext uri="{FF2B5EF4-FFF2-40B4-BE49-F238E27FC236}">
                <a16:creationId xmlns:a16="http://schemas.microsoft.com/office/drawing/2014/main" id="{E5D8029A-24FF-4F8D-8A33-038A7F5ADD6C}"/>
              </a:ext>
            </a:extLst>
          </p:cNvPr>
          <p:cNvSpPr txBox="1"/>
          <p:nvPr/>
        </p:nvSpPr>
        <p:spPr>
          <a:xfrm>
            <a:off x="4788859" y="1497783"/>
            <a:ext cx="2228266" cy="692497"/>
          </a:xfrm>
          <a:prstGeom prst="rect">
            <a:avLst/>
          </a:prstGeom>
          <a:noFill/>
        </p:spPr>
        <p:txBody>
          <a:bodyPr wrap="square" rtlCol="0">
            <a:spAutoFit/>
          </a:bodyPr>
          <a:lstStyle/>
          <a:p>
            <a:pPr defTabSz="990671" fontAlgn="auto">
              <a:spcBef>
                <a:spcPts val="0"/>
              </a:spcBef>
              <a:spcAft>
                <a:spcPts val="0"/>
              </a:spcAft>
              <a:defRPr/>
            </a:pPr>
            <a:r>
              <a:rPr lang="en-IN" sz="1950" b="1" dirty="0">
                <a:solidFill>
                  <a:srgbClr val="39A3DF"/>
                </a:solidFill>
                <a:latin typeface="Open Sans" panose="020B0606030504020204" pitchFamily="34" charset="0"/>
                <a:ea typeface="Open Sans" panose="020B0606030504020204" pitchFamily="34" charset="0"/>
                <a:cs typeface="Open Sans" panose="020B0606030504020204" pitchFamily="34" charset="0"/>
              </a:rPr>
              <a:t>THE TIP OF THE ICEBERG</a:t>
            </a:r>
          </a:p>
        </p:txBody>
      </p:sp>
      <p:sp>
        <p:nvSpPr>
          <p:cNvPr id="112" name="TextBox 111">
            <a:extLst>
              <a:ext uri="{FF2B5EF4-FFF2-40B4-BE49-F238E27FC236}">
                <a16:creationId xmlns:a16="http://schemas.microsoft.com/office/drawing/2014/main" id="{C2C1A8BA-9B36-4883-AD1D-54B5C8CBF54B}"/>
              </a:ext>
            </a:extLst>
          </p:cNvPr>
          <p:cNvSpPr txBox="1"/>
          <p:nvPr/>
        </p:nvSpPr>
        <p:spPr>
          <a:xfrm>
            <a:off x="4788859" y="2207147"/>
            <a:ext cx="2228266" cy="542584"/>
          </a:xfrm>
          <a:prstGeom prst="rect">
            <a:avLst/>
          </a:prstGeom>
          <a:noFill/>
        </p:spPr>
        <p:txBody>
          <a:bodyPr wrap="square" rtlCol="0">
            <a:spAutoFit/>
          </a:bodyPr>
          <a:lstStyle/>
          <a:p>
            <a:pPr defTabSz="990671" fontAlgn="auto">
              <a:spcBef>
                <a:spcPts val="0"/>
              </a:spcBef>
              <a:spcAft>
                <a:spcPts val="0"/>
              </a:spcAft>
              <a:defRPr/>
            </a:pPr>
            <a:r>
              <a:rPr lang="en-IN" sz="1463" b="1"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Direct Costs of Injuries</a:t>
            </a:r>
          </a:p>
        </p:txBody>
      </p:sp>
      <p:sp>
        <p:nvSpPr>
          <p:cNvPr id="130" name="TextBox 129">
            <a:extLst>
              <a:ext uri="{FF2B5EF4-FFF2-40B4-BE49-F238E27FC236}">
                <a16:creationId xmlns:a16="http://schemas.microsoft.com/office/drawing/2014/main" id="{AD328035-C43C-4B32-80A2-C785813F5068}"/>
              </a:ext>
            </a:extLst>
          </p:cNvPr>
          <p:cNvSpPr txBox="1"/>
          <p:nvPr/>
        </p:nvSpPr>
        <p:spPr>
          <a:xfrm>
            <a:off x="7198445" y="1497783"/>
            <a:ext cx="2228266" cy="692497"/>
          </a:xfrm>
          <a:prstGeom prst="rect">
            <a:avLst/>
          </a:prstGeom>
          <a:noFill/>
        </p:spPr>
        <p:txBody>
          <a:bodyPr wrap="square" rtlCol="0">
            <a:spAutoFit/>
          </a:bodyPr>
          <a:lstStyle/>
          <a:p>
            <a:pPr defTabSz="990671" fontAlgn="auto">
              <a:spcBef>
                <a:spcPts val="0"/>
              </a:spcBef>
              <a:spcAft>
                <a:spcPts val="0"/>
              </a:spcAft>
              <a:defRPr/>
            </a:pPr>
            <a:r>
              <a:rPr lang="en-IN" sz="1950" b="1" dirty="0">
                <a:solidFill>
                  <a:srgbClr val="71469A"/>
                </a:solidFill>
                <a:latin typeface="Open Sans" panose="020B0606030504020204" pitchFamily="34" charset="0"/>
                <a:ea typeface="Open Sans" panose="020B0606030504020204" pitchFamily="34" charset="0"/>
                <a:cs typeface="Open Sans" panose="020B0606030504020204" pitchFamily="34" charset="0"/>
              </a:rPr>
              <a:t>THE BULK OF THE ICEBERG</a:t>
            </a:r>
          </a:p>
        </p:txBody>
      </p:sp>
      <p:sp>
        <p:nvSpPr>
          <p:cNvPr id="131" name="TextBox 130">
            <a:extLst>
              <a:ext uri="{FF2B5EF4-FFF2-40B4-BE49-F238E27FC236}">
                <a16:creationId xmlns:a16="http://schemas.microsoft.com/office/drawing/2014/main" id="{5AFC9390-FEB5-4C71-86E2-253052B19FD8}"/>
              </a:ext>
            </a:extLst>
          </p:cNvPr>
          <p:cNvSpPr txBox="1"/>
          <p:nvPr/>
        </p:nvSpPr>
        <p:spPr>
          <a:xfrm>
            <a:off x="7198445" y="2207147"/>
            <a:ext cx="2228266" cy="542584"/>
          </a:xfrm>
          <a:prstGeom prst="rect">
            <a:avLst/>
          </a:prstGeom>
          <a:noFill/>
        </p:spPr>
        <p:txBody>
          <a:bodyPr wrap="square" rtlCol="0">
            <a:spAutoFit/>
          </a:bodyPr>
          <a:lstStyle/>
          <a:p>
            <a:pPr defTabSz="990671" fontAlgn="auto">
              <a:spcBef>
                <a:spcPts val="0"/>
              </a:spcBef>
              <a:spcAft>
                <a:spcPts val="0"/>
              </a:spcAft>
              <a:defRPr/>
            </a:pPr>
            <a:r>
              <a:rPr lang="en-IN" sz="1463" b="1"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Additional Costs of Injuries</a:t>
            </a:r>
          </a:p>
        </p:txBody>
      </p:sp>
      <p:sp>
        <p:nvSpPr>
          <p:cNvPr id="133" name="TextBox 132">
            <a:extLst>
              <a:ext uri="{FF2B5EF4-FFF2-40B4-BE49-F238E27FC236}">
                <a16:creationId xmlns:a16="http://schemas.microsoft.com/office/drawing/2014/main" id="{82B781C7-4976-439E-B63F-7C790DCF8796}"/>
              </a:ext>
            </a:extLst>
          </p:cNvPr>
          <p:cNvSpPr txBox="1"/>
          <p:nvPr/>
        </p:nvSpPr>
        <p:spPr>
          <a:xfrm>
            <a:off x="4788859" y="2826433"/>
            <a:ext cx="2228266" cy="1017715"/>
          </a:xfrm>
          <a:prstGeom prst="rect">
            <a:avLst/>
          </a:prstGeom>
          <a:noFill/>
        </p:spPr>
        <p:txBody>
          <a:bodyPr wrap="square" rtlCol="0">
            <a:spAutoFit/>
          </a:bodyPr>
          <a:lstStyle/>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Medical costs</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Wage indemnity</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Claims administration fees</a:t>
            </a:r>
          </a:p>
        </p:txBody>
      </p:sp>
      <p:sp>
        <p:nvSpPr>
          <p:cNvPr id="134" name="TextBox 133">
            <a:extLst>
              <a:ext uri="{FF2B5EF4-FFF2-40B4-BE49-F238E27FC236}">
                <a16:creationId xmlns:a16="http://schemas.microsoft.com/office/drawing/2014/main" id="{036E42BA-BF1E-483D-AFFD-853B9132AEA3}"/>
              </a:ext>
            </a:extLst>
          </p:cNvPr>
          <p:cNvSpPr txBox="1"/>
          <p:nvPr/>
        </p:nvSpPr>
        <p:spPr>
          <a:xfrm>
            <a:off x="7198445" y="2826433"/>
            <a:ext cx="2228266" cy="3048527"/>
          </a:xfrm>
          <a:prstGeom prst="rect">
            <a:avLst/>
          </a:prstGeom>
          <a:noFill/>
        </p:spPr>
        <p:txBody>
          <a:bodyPr wrap="square" rtlCol="0">
            <a:spAutoFit/>
          </a:bodyPr>
          <a:lstStyle/>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Damaged equipment, vehicles &amp; goods</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Lost production and quality</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Process interruptions, yield losses</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Replacement labor / Overtime</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General liability costs</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Litigation</a:t>
            </a:r>
          </a:p>
          <a:p>
            <a:pPr marL="232229" indent="-232229" defTabSz="990671" fontAlgn="auto">
              <a:lnSpc>
                <a:spcPct val="90000"/>
              </a:lnSpc>
              <a:spcBef>
                <a:spcPts val="813"/>
              </a:spcBef>
              <a:spcAft>
                <a:spcPts val="0"/>
              </a:spcAft>
              <a:buFont typeface="Arial" panose="020B0604020202020204" pitchFamily="34" charset="0"/>
              <a:buChar char="•"/>
              <a:defRPr/>
            </a:pPr>
            <a:r>
              <a:rPr lang="en-IN" sz="1300" dirty="0">
                <a:solidFill>
                  <a:prstClr val="black">
                    <a:lumMod val="75000"/>
                    <a:lumOff val="25000"/>
                  </a:prstClr>
                </a:solidFill>
                <a:latin typeface="Open Sans" panose="020B0606030504020204" pitchFamily="34" charset="0"/>
                <a:ea typeface="Open Sans" panose="020B0606030504020204" pitchFamily="34" charset="0"/>
                <a:cs typeface="Open Sans" panose="020B0606030504020204" pitchFamily="34" charset="0"/>
              </a:rPr>
              <a:t>Damage to customer relations &amp; public image</a:t>
            </a:r>
          </a:p>
        </p:txBody>
      </p:sp>
    </p:spTree>
    <p:extLst>
      <p:ext uri="{BB962C8B-B14F-4D97-AF65-F5344CB8AC3E}">
        <p14:creationId xmlns:p14="http://schemas.microsoft.com/office/powerpoint/2010/main" val="428838125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rapezoid 11">
            <a:extLst>
              <a:ext uri="{FF2B5EF4-FFF2-40B4-BE49-F238E27FC236}">
                <a16:creationId xmlns:a16="http://schemas.microsoft.com/office/drawing/2014/main" id="{6D476FE9-B1AE-465D-BBEE-A5664D5D7CBA}"/>
              </a:ext>
            </a:extLst>
          </p:cNvPr>
          <p:cNvSpPr/>
          <p:nvPr/>
        </p:nvSpPr>
        <p:spPr>
          <a:xfrm rot="5400000">
            <a:off x="2382009" y="78531"/>
            <a:ext cx="4114700" cy="7619442"/>
          </a:xfrm>
          <a:custGeom>
            <a:avLst/>
            <a:gdLst>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 name="connsiteX0" fmla="*/ 0 w 5062927"/>
              <a:gd name="connsiteY0" fmla="*/ 9375333 h 9375333"/>
              <a:gd name="connsiteX1" fmla="*/ 1905787 w 5062927"/>
              <a:gd name="connsiteY1" fmla="*/ 0 h 9375333"/>
              <a:gd name="connsiteX2" fmla="*/ 3157140 w 5062927"/>
              <a:gd name="connsiteY2" fmla="*/ 0 h 9375333"/>
              <a:gd name="connsiteX3" fmla="*/ 5062927 w 5062927"/>
              <a:gd name="connsiteY3" fmla="*/ 9375333 h 9375333"/>
              <a:gd name="connsiteX4" fmla="*/ 0 w 5062927"/>
              <a:gd name="connsiteY4" fmla="*/ 9375333 h 93753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2927" h="9375333">
                <a:moveTo>
                  <a:pt x="0" y="9375333"/>
                </a:moveTo>
                <a:cubicBezTo>
                  <a:pt x="1834142" y="5203742"/>
                  <a:pt x="1941085" y="2545991"/>
                  <a:pt x="1905787" y="0"/>
                </a:cubicBezTo>
                <a:lnTo>
                  <a:pt x="3157140" y="0"/>
                </a:lnTo>
                <a:cubicBezTo>
                  <a:pt x="3071042" y="4252871"/>
                  <a:pt x="3807905" y="6047022"/>
                  <a:pt x="5062927" y="9375333"/>
                </a:cubicBezTo>
                <a:lnTo>
                  <a:pt x="0" y="9375333"/>
                </a:lnTo>
                <a:close/>
              </a:path>
            </a:pathLst>
          </a:custGeom>
          <a:gradFill>
            <a:gsLst>
              <a:gs pos="0">
                <a:srgbClr val="7D7D7D"/>
              </a:gs>
              <a:gs pos="100000">
                <a:schemeClr val="tx1">
                  <a:alpha val="0"/>
                  <a:lumMod val="74000"/>
                  <a:lumOff val="26000"/>
                </a:schemeClr>
              </a:gs>
              <a:gs pos="0">
                <a:schemeClr val="bg1"/>
              </a:gs>
              <a:gs pos="100000">
                <a:schemeClr val="tx1">
                  <a:alpha val="0"/>
                </a:schemeClr>
              </a:gs>
              <a:gs pos="0">
                <a:schemeClr val="bg1">
                  <a:alpha val="38000"/>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dirty="0">
              <a:solidFill>
                <a:srgbClr val="FFFFFF"/>
              </a:solidFill>
              <a:latin typeface="Arial" panose="020B0604020202020204" pitchFamily="34" charset="0"/>
              <a:cs typeface="Arial" panose="020B0604020202020204" pitchFamily="34" charset="0"/>
            </a:endParaRPr>
          </a:p>
        </p:txBody>
      </p:sp>
      <p:sp>
        <p:nvSpPr>
          <p:cNvPr id="46" name="Freeform: Shape 45">
            <a:extLst>
              <a:ext uri="{FF2B5EF4-FFF2-40B4-BE49-F238E27FC236}">
                <a16:creationId xmlns:a16="http://schemas.microsoft.com/office/drawing/2014/main" id="{0AEDA302-1A26-4753-AFE1-9C834075C262}"/>
              </a:ext>
            </a:extLst>
          </p:cNvPr>
          <p:cNvSpPr>
            <a:spLocks/>
          </p:cNvSpPr>
          <p:nvPr/>
        </p:nvSpPr>
        <p:spPr>
          <a:xfrm rot="588832">
            <a:off x="2835031" y="3029870"/>
            <a:ext cx="3733368" cy="510460"/>
          </a:xfrm>
          <a:custGeom>
            <a:avLst/>
            <a:gdLst>
              <a:gd name="connsiteX0" fmla="*/ 9277 w 4593718"/>
              <a:gd name="connsiteY0" fmla="*/ 0 h 800183"/>
              <a:gd name="connsiteX1" fmla="*/ 68337 w 4593718"/>
              <a:gd name="connsiteY1" fmla="*/ 7906 h 800183"/>
              <a:gd name="connsiteX2" fmla="*/ 4186948 w 4593718"/>
              <a:gd name="connsiteY2" fmla="*/ 79257 h 800183"/>
              <a:gd name="connsiteX3" fmla="*/ 4589967 w 4593718"/>
              <a:gd name="connsiteY3" fmla="*/ 35296 h 800183"/>
              <a:gd name="connsiteX4" fmla="*/ 4593718 w 4593718"/>
              <a:gd name="connsiteY4" fmla="*/ 59261 h 800183"/>
              <a:gd name="connsiteX5" fmla="*/ 2296859 w 4593718"/>
              <a:gd name="connsiteY5" fmla="*/ 800183 h 800183"/>
              <a:gd name="connsiteX6" fmla="*/ 0 w 4593718"/>
              <a:gd name="connsiteY6" fmla="*/ 59261 h 800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3718" h="800183">
                <a:moveTo>
                  <a:pt x="9277" y="0"/>
                </a:moveTo>
                <a:lnTo>
                  <a:pt x="68337" y="7906"/>
                </a:lnTo>
                <a:cubicBezTo>
                  <a:pt x="1657933" y="207840"/>
                  <a:pt x="2984698" y="194700"/>
                  <a:pt x="4186948" y="79257"/>
                </a:cubicBezTo>
                <a:lnTo>
                  <a:pt x="4589967" y="35296"/>
                </a:lnTo>
                <a:lnTo>
                  <a:pt x="4593718" y="59261"/>
                </a:lnTo>
                <a:cubicBezTo>
                  <a:pt x="4593718" y="468461"/>
                  <a:pt x="3565379" y="800183"/>
                  <a:pt x="2296859" y="800183"/>
                </a:cubicBezTo>
                <a:cubicBezTo>
                  <a:pt x="1028339" y="800183"/>
                  <a:pt x="0" y="468461"/>
                  <a:pt x="0" y="59261"/>
                </a:cubicBezTo>
                <a:close/>
              </a:path>
            </a:pathLst>
          </a:custGeom>
          <a:gradFill flip="none" rotWithShape="1">
            <a:gsLst>
              <a:gs pos="50000">
                <a:schemeClr val="bg2">
                  <a:alpha val="20000"/>
                </a:schemeClr>
              </a:gs>
              <a:gs pos="0">
                <a:schemeClr val="bg2">
                  <a:alpha val="0"/>
                </a:schemeClr>
              </a:gs>
              <a:gs pos="100000">
                <a:schemeClr val="bg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dirty="0">
              <a:solidFill>
                <a:srgbClr val="FFFFFF"/>
              </a:solidFill>
              <a:latin typeface="Calibri"/>
            </a:endParaRPr>
          </a:p>
        </p:txBody>
      </p:sp>
      <p:sp>
        <p:nvSpPr>
          <p:cNvPr id="48" name="Freeform: Shape 47">
            <a:extLst>
              <a:ext uri="{FF2B5EF4-FFF2-40B4-BE49-F238E27FC236}">
                <a16:creationId xmlns:a16="http://schemas.microsoft.com/office/drawing/2014/main" id="{2F2E9452-4427-412B-81BB-236786C80D46}"/>
              </a:ext>
            </a:extLst>
          </p:cNvPr>
          <p:cNvSpPr>
            <a:spLocks/>
          </p:cNvSpPr>
          <p:nvPr/>
        </p:nvSpPr>
        <p:spPr>
          <a:xfrm rot="21011168" flipV="1">
            <a:off x="2811193" y="4236025"/>
            <a:ext cx="3733368" cy="510460"/>
          </a:xfrm>
          <a:custGeom>
            <a:avLst/>
            <a:gdLst>
              <a:gd name="connsiteX0" fmla="*/ 9277 w 4593718"/>
              <a:gd name="connsiteY0" fmla="*/ 0 h 800183"/>
              <a:gd name="connsiteX1" fmla="*/ 68337 w 4593718"/>
              <a:gd name="connsiteY1" fmla="*/ 7906 h 800183"/>
              <a:gd name="connsiteX2" fmla="*/ 4186948 w 4593718"/>
              <a:gd name="connsiteY2" fmla="*/ 79257 h 800183"/>
              <a:gd name="connsiteX3" fmla="*/ 4589967 w 4593718"/>
              <a:gd name="connsiteY3" fmla="*/ 35296 h 800183"/>
              <a:gd name="connsiteX4" fmla="*/ 4593718 w 4593718"/>
              <a:gd name="connsiteY4" fmla="*/ 59261 h 800183"/>
              <a:gd name="connsiteX5" fmla="*/ 2296859 w 4593718"/>
              <a:gd name="connsiteY5" fmla="*/ 800183 h 800183"/>
              <a:gd name="connsiteX6" fmla="*/ 0 w 4593718"/>
              <a:gd name="connsiteY6" fmla="*/ 59261 h 800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3718" h="800183">
                <a:moveTo>
                  <a:pt x="9277" y="0"/>
                </a:moveTo>
                <a:lnTo>
                  <a:pt x="68337" y="7906"/>
                </a:lnTo>
                <a:cubicBezTo>
                  <a:pt x="1657933" y="207840"/>
                  <a:pt x="2984698" y="194700"/>
                  <a:pt x="4186948" y="79257"/>
                </a:cubicBezTo>
                <a:lnTo>
                  <a:pt x="4589967" y="35296"/>
                </a:lnTo>
                <a:lnTo>
                  <a:pt x="4593718" y="59261"/>
                </a:lnTo>
                <a:cubicBezTo>
                  <a:pt x="4593718" y="468461"/>
                  <a:pt x="3565379" y="800183"/>
                  <a:pt x="2296859" y="800183"/>
                </a:cubicBezTo>
                <a:cubicBezTo>
                  <a:pt x="1028339" y="800183"/>
                  <a:pt x="0" y="468461"/>
                  <a:pt x="0" y="59261"/>
                </a:cubicBezTo>
                <a:close/>
              </a:path>
            </a:pathLst>
          </a:custGeom>
          <a:gradFill flip="none" rotWithShape="1">
            <a:gsLst>
              <a:gs pos="50000">
                <a:schemeClr val="bg2">
                  <a:alpha val="20000"/>
                </a:schemeClr>
              </a:gs>
              <a:gs pos="0">
                <a:schemeClr val="bg2">
                  <a:alpha val="0"/>
                </a:schemeClr>
              </a:gs>
              <a:gs pos="100000">
                <a:schemeClr val="bg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4314" tIns="37157" rIns="74314" bIns="37157" numCol="1" spcCol="0" rtlCol="0" fromWordArt="0" anchor="ctr" anchorCtr="0" forceAA="0" compatLnSpc="1">
            <a:prstTxWarp prst="textNoShape">
              <a:avLst/>
            </a:prstTxWarp>
            <a:noAutofit/>
          </a:bodyPr>
          <a:lstStyle/>
          <a:p>
            <a:pPr algn="ctr" defTabSz="990671" fontAlgn="auto">
              <a:spcBef>
                <a:spcPts val="0"/>
              </a:spcBef>
              <a:spcAft>
                <a:spcPts val="0"/>
              </a:spcAft>
              <a:defRPr/>
            </a:pPr>
            <a:endParaRPr lang="en-US" sz="1950">
              <a:solidFill>
                <a:srgbClr val="FFFFFF"/>
              </a:solidFill>
              <a:latin typeface="Calibri"/>
            </a:endParaRPr>
          </a:p>
        </p:txBody>
      </p:sp>
      <p:sp>
        <p:nvSpPr>
          <p:cNvPr id="3" name="Title 2">
            <a:extLst>
              <a:ext uri="{FF2B5EF4-FFF2-40B4-BE49-F238E27FC236}">
                <a16:creationId xmlns:a16="http://schemas.microsoft.com/office/drawing/2014/main" id="{72CC599E-1F28-4623-B4C7-E9682A7B3407}"/>
              </a:ext>
            </a:extLst>
          </p:cNvPr>
          <p:cNvSpPr>
            <a:spLocks noGrp="1"/>
          </p:cNvSpPr>
          <p:nvPr>
            <p:ph type="title"/>
          </p:nvPr>
        </p:nvSpPr>
        <p:spPr/>
        <p:txBody>
          <a:bodyPr/>
          <a:lstStyle/>
          <a:p>
            <a:r>
              <a:rPr lang="en-GB" dirty="0"/>
              <a:t>3 Level Glossy Funnel Diagram Design</a:t>
            </a:r>
          </a:p>
        </p:txBody>
      </p:sp>
      <p:sp>
        <p:nvSpPr>
          <p:cNvPr id="26" name="Block Arc 25">
            <a:extLst>
              <a:ext uri="{FF2B5EF4-FFF2-40B4-BE49-F238E27FC236}">
                <a16:creationId xmlns:a16="http://schemas.microsoft.com/office/drawing/2014/main" id="{2D5DB5A0-7777-4B49-8DBA-F70A16F428A8}"/>
              </a:ext>
            </a:extLst>
          </p:cNvPr>
          <p:cNvSpPr/>
          <p:nvPr/>
        </p:nvSpPr>
        <p:spPr>
          <a:xfrm rot="5400000">
            <a:off x="-534443" y="2785622"/>
            <a:ext cx="3394055" cy="2138105"/>
          </a:xfrm>
          <a:prstGeom prst="blockArc">
            <a:avLst>
              <a:gd name="adj1" fmla="val 10800000"/>
              <a:gd name="adj2" fmla="val 20898598"/>
              <a:gd name="adj3" fmla="val 989"/>
            </a:avLst>
          </a:prstGeom>
          <a:gradFill flip="none" rotWithShape="1">
            <a:gsLst>
              <a:gs pos="100000">
                <a:schemeClr val="bg1"/>
              </a:gs>
              <a:gs pos="57000">
                <a:schemeClr val="tx2"/>
              </a:gs>
              <a:gs pos="0">
                <a:schemeClr val="bg1">
                  <a:alpha val="38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dirty="0">
              <a:solidFill>
                <a:srgbClr val="000000"/>
              </a:solidFill>
              <a:latin typeface="Arial" panose="020B0604020202020204" pitchFamily="34" charset="0"/>
              <a:cs typeface="Arial" panose="020B0604020202020204" pitchFamily="34" charset="0"/>
            </a:endParaRPr>
          </a:p>
        </p:txBody>
      </p:sp>
      <p:sp>
        <p:nvSpPr>
          <p:cNvPr id="23" name="Arrow: Right 22">
            <a:extLst>
              <a:ext uri="{FF2B5EF4-FFF2-40B4-BE49-F238E27FC236}">
                <a16:creationId xmlns:a16="http://schemas.microsoft.com/office/drawing/2014/main" id="{79972A74-3EF5-4CD9-A7F5-787B5EDBA754}"/>
              </a:ext>
            </a:extLst>
          </p:cNvPr>
          <p:cNvSpPr/>
          <p:nvPr/>
        </p:nvSpPr>
        <p:spPr>
          <a:xfrm>
            <a:off x="1656922" y="3286305"/>
            <a:ext cx="1122887" cy="1148815"/>
          </a:xfrm>
          <a:prstGeom prst="rightArrow">
            <a:avLst>
              <a:gd name="adj1" fmla="val 54312"/>
              <a:gd name="adj2" fmla="val 40440"/>
            </a:avLst>
          </a:prstGeom>
          <a:gradFill flip="none" rotWithShape="1">
            <a:gsLst>
              <a:gs pos="0">
                <a:schemeClr val="bg1">
                  <a:alpha val="13000"/>
                  <a:lumMod val="12000"/>
                  <a:lumOff val="88000"/>
                </a:schemeClr>
              </a:gs>
              <a:gs pos="10000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a:solidFill>
                <a:srgbClr val="FFFFFF"/>
              </a:solidFill>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19BE86AB-2D48-49E6-9548-781B1BBA2555}"/>
              </a:ext>
            </a:extLst>
          </p:cNvPr>
          <p:cNvGrpSpPr/>
          <p:nvPr/>
        </p:nvGrpSpPr>
        <p:grpSpPr>
          <a:xfrm>
            <a:off x="5836527" y="3211990"/>
            <a:ext cx="1357289" cy="1297446"/>
            <a:chOff x="6123939" y="3154550"/>
            <a:chExt cx="1670074" cy="1596441"/>
          </a:xfrm>
        </p:grpSpPr>
        <p:sp>
          <p:nvSpPr>
            <p:cNvPr id="28" name="Arrow: Right 27">
              <a:extLst>
                <a:ext uri="{FF2B5EF4-FFF2-40B4-BE49-F238E27FC236}">
                  <a16:creationId xmlns:a16="http://schemas.microsoft.com/office/drawing/2014/main" id="{E493FB75-3E83-4251-BF36-C4E539A5619F}"/>
                </a:ext>
              </a:extLst>
            </p:cNvPr>
            <p:cNvSpPr/>
            <p:nvPr/>
          </p:nvSpPr>
          <p:spPr>
            <a:xfrm>
              <a:off x="6929380" y="3510472"/>
              <a:ext cx="864633" cy="884598"/>
            </a:xfrm>
            <a:prstGeom prst="rightArrow">
              <a:avLst>
                <a:gd name="adj1" fmla="val 54312"/>
                <a:gd name="adj2" fmla="val 40440"/>
              </a:avLst>
            </a:prstGeom>
            <a:gradFill flip="none" rotWithShape="1">
              <a:gsLst>
                <a:gs pos="0">
                  <a:schemeClr val="bg1">
                    <a:alpha val="13000"/>
                    <a:lumMod val="12000"/>
                    <a:lumOff val="88000"/>
                  </a:schemeClr>
                </a:gs>
                <a:gs pos="10000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a:solidFill>
                  <a:srgbClr val="FFFFFF"/>
                </a:solidFill>
                <a:latin typeface="Arial" panose="020B0604020202020204" pitchFamily="34" charset="0"/>
                <a:cs typeface="Arial" panose="020B0604020202020204" pitchFamily="34" charset="0"/>
              </a:endParaRPr>
            </a:p>
          </p:txBody>
        </p:sp>
        <p:sp>
          <p:nvSpPr>
            <p:cNvPr id="32" name="Block Arc 31">
              <a:extLst>
                <a:ext uri="{FF2B5EF4-FFF2-40B4-BE49-F238E27FC236}">
                  <a16:creationId xmlns:a16="http://schemas.microsoft.com/office/drawing/2014/main" id="{1B369D4D-85DB-42FB-BDF8-BF4DBA1B3F67}"/>
                </a:ext>
              </a:extLst>
            </p:cNvPr>
            <p:cNvSpPr/>
            <p:nvPr/>
          </p:nvSpPr>
          <p:spPr>
            <a:xfrm rot="5400000">
              <a:off x="5963399" y="3315090"/>
              <a:ext cx="1596441" cy="1275362"/>
            </a:xfrm>
            <a:prstGeom prst="blockArc">
              <a:avLst>
                <a:gd name="adj1" fmla="val 12436474"/>
                <a:gd name="adj2" fmla="val 21000125"/>
                <a:gd name="adj3" fmla="val 2058"/>
              </a:avLst>
            </a:prstGeom>
            <a:gradFill flip="none" rotWithShape="1">
              <a:gsLst>
                <a:gs pos="100000">
                  <a:schemeClr val="bg1">
                    <a:lumMod val="0"/>
                    <a:lumOff val="100000"/>
                    <a:alpha val="33000"/>
                  </a:schemeClr>
                </a:gs>
                <a:gs pos="57000">
                  <a:schemeClr val="tx2"/>
                </a:gs>
                <a:gs pos="0">
                  <a:schemeClr val="bg1">
                    <a:alpha val="38000"/>
                    <a:lumMod val="0"/>
                    <a:lumOff val="10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dirty="0">
                <a:solidFill>
                  <a:srgbClr val="000000"/>
                </a:solidFill>
                <a:latin typeface="Arial" panose="020B0604020202020204" pitchFamily="34" charset="0"/>
                <a:cs typeface="Arial" panose="020B0604020202020204" pitchFamily="34" charset="0"/>
              </a:endParaRPr>
            </a:p>
          </p:txBody>
        </p:sp>
      </p:grpSp>
      <p:sp>
        <p:nvSpPr>
          <p:cNvPr id="4" name="Oval 3">
            <a:extLst>
              <a:ext uri="{FF2B5EF4-FFF2-40B4-BE49-F238E27FC236}">
                <a16:creationId xmlns:a16="http://schemas.microsoft.com/office/drawing/2014/main" id="{03903DFE-70C0-4FD8-AB0D-576DE8EBD542}"/>
              </a:ext>
            </a:extLst>
          </p:cNvPr>
          <p:cNvSpPr/>
          <p:nvPr/>
        </p:nvSpPr>
        <p:spPr>
          <a:xfrm>
            <a:off x="7474786" y="3142340"/>
            <a:ext cx="1436744" cy="1436744"/>
          </a:xfrm>
          <a:prstGeom prst="ellipse">
            <a:avLst/>
          </a:prstGeom>
          <a:solidFill>
            <a:schemeClr val="tx2"/>
          </a:solidFill>
          <a:ln>
            <a:noFill/>
          </a:ln>
          <a:effectLst>
            <a:outerShdw blurRad="406400" sx="102000" sy="102000" algn="ctr" rotWithShape="0">
              <a:prstClr val="black">
                <a:alpha val="36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r>
              <a:rPr lang="en-GB" sz="1950" dirty="0">
                <a:solidFill>
                  <a:srgbClr val="FFFFFF"/>
                </a:solidFill>
                <a:latin typeface="Arial" panose="020B0604020202020204" pitchFamily="34" charset="0"/>
                <a:cs typeface="Arial" panose="020B0604020202020204" pitchFamily="34" charset="0"/>
              </a:rPr>
              <a:t>Title</a:t>
            </a:r>
          </a:p>
        </p:txBody>
      </p:sp>
      <p:sp>
        <p:nvSpPr>
          <p:cNvPr id="6" name="TextBox 5">
            <a:extLst>
              <a:ext uri="{FF2B5EF4-FFF2-40B4-BE49-F238E27FC236}">
                <a16:creationId xmlns:a16="http://schemas.microsoft.com/office/drawing/2014/main" id="{21AA2CDD-F28D-4505-85E9-742456E7D4C2}"/>
              </a:ext>
            </a:extLst>
          </p:cNvPr>
          <p:cNvSpPr txBox="1"/>
          <p:nvPr/>
        </p:nvSpPr>
        <p:spPr>
          <a:xfrm>
            <a:off x="7800241" y="2511034"/>
            <a:ext cx="785836" cy="542584"/>
          </a:xfrm>
          <a:prstGeom prst="rect">
            <a:avLst/>
          </a:prstGeom>
          <a:noFill/>
        </p:spPr>
        <p:txBody>
          <a:bodyPr wrap="square" rtlCol="0" anchor="b">
            <a:spAutoFit/>
          </a:bodyPr>
          <a:lstStyle/>
          <a:p>
            <a:pPr algn="ctr" defTabSz="990671" fontAlgn="auto">
              <a:spcBef>
                <a:spcPts val="0"/>
              </a:spcBef>
              <a:spcAft>
                <a:spcPts val="0"/>
              </a:spcAft>
              <a:defRPr/>
            </a:pPr>
            <a:r>
              <a:rPr lang="en-US" sz="1463" b="1" kern="0">
                <a:solidFill>
                  <a:srgbClr val="000000">
                    <a:lumMod val="75000"/>
                    <a:lumOff val="25000"/>
                  </a:srgbClr>
                </a:solidFill>
                <a:latin typeface="Arial" panose="020B0604020202020204" pitchFamily="34" charset="0"/>
                <a:cs typeface="Arial" pitchFamily="34" charset="0"/>
              </a:rPr>
              <a:t>Header</a:t>
            </a:r>
            <a:endParaRPr lang="en-US" sz="1463" b="1" kern="0" dirty="0">
              <a:solidFill>
                <a:srgbClr val="000000">
                  <a:lumMod val="75000"/>
                  <a:lumOff val="25000"/>
                </a:srgbClr>
              </a:solidFill>
              <a:latin typeface="Arial" panose="020B0604020202020204" pitchFamily="34" charset="0"/>
              <a:cs typeface="Arial" pitchFamily="34" charset="0"/>
            </a:endParaRPr>
          </a:p>
        </p:txBody>
      </p:sp>
      <p:sp>
        <p:nvSpPr>
          <p:cNvPr id="7" name="TextBox 6">
            <a:extLst>
              <a:ext uri="{FF2B5EF4-FFF2-40B4-BE49-F238E27FC236}">
                <a16:creationId xmlns:a16="http://schemas.microsoft.com/office/drawing/2014/main" id="{B4B46D54-737F-451F-807F-606C2643EA9B}"/>
              </a:ext>
            </a:extLst>
          </p:cNvPr>
          <p:cNvSpPr txBox="1"/>
          <p:nvPr/>
        </p:nvSpPr>
        <p:spPr>
          <a:xfrm>
            <a:off x="7800241" y="4425383"/>
            <a:ext cx="785836" cy="542584"/>
          </a:xfrm>
          <a:prstGeom prst="rect">
            <a:avLst/>
          </a:prstGeom>
          <a:noFill/>
        </p:spPr>
        <p:txBody>
          <a:bodyPr wrap="square" rtlCol="0" anchor="b">
            <a:spAutoFit/>
          </a:bodyPr>
          <a:lstStyle/>
          <a:p>
            <a:pPr algn="ctr" defTabSz="990671" fontAlgn="auto">
              <a:spcBef>
                <a:spcPts val="0"/>
              </a:spcBef>
              <a:spcAft>
                <a:spcPts val="0"/>
              </a:spcAft>
              <a:defRPr/>
            </a:pPr>
            <a:r>
              <a:rPr lang="en-US" sz="1463" b="1" kern="0" dirty="0">
                <a:solidFill>
                  <a:srgbClr val="000000">
                    <a:lumMod val="75000"/>
                    <a:lumOff val="25000"/>
                  </a:srgbClr>
                </a:solidFill>
                <a:latin typeface="Arial" panose="020B0604020202020204" pitchFamily="34" charset="0"/>
                <a:cs typeface="Arial" pitchFamily="34" charset="0"/>
              </a:rPr>
              <a:t>Header</a:t>
            </a:r>
          </a:p>
        </p:txBody>
      </p:sp>
      <p:sp>
        <p:nvSpPr>
          <p:cNvPr id="35" name="TextBox 34">
            <a:extLst>
              <a:ext uri="{FF2B5EF4-FFF2-40B4-BE49-F238E27FC236}">
                <a16:creationId xmlns:a16="http://schemas.microsoft.com/office/drawing/2014/main" id="{CA38B891-2DE3-4AEB-93A5-6432BD46ED84}"/>
              </a:ext>
            </a:extLst>
          </p:cNvPr>
          <p:cNvSpPr txBox="1">
            <a:spLocks/>
          </p:cNvSpPr>
          <p:nvPr/>
        </p:nvSpPr>
        <p:spPr>
          <a:xfrm>
            <a:off x="479242" y="3157841"/>
            <a:ext cx="1478225" cy="492443"/>
          </a:xfrm>
          <a:prstGeom prst="rect">
            <a:avLst/>
          </a:prstGeom>
          <a:noFill/>
        </p:spPr>
        <p:txBody>
          <a:bodyPr wrap="square" rtlCol="0" anchor="b">
            <a:spAutoFit/>
          </a:bodyPr>
          <a:lstStyle/>
          <a:p>
            <a:pPr defTabSz="990671" fontAlgn="auto">
              <a:spcBef>
                <a:spcPts val="0"/>
              </a:spcBef>
              <a:spcAft>
                <a:spcPts val="0"/>
              </a:spcAft>
              <a:defRPr/>
            </a:pPr>
            <a:r>
              <a:rPr lang="en-US" sz="1300" b="1" kern="0" dirty="0">
                <a:solidFill>
                  <a:srgbClr val="000000"/>
                </a:solidFill>
                <a:latin typeface="Arial" panose="020B0604020202020204" pitchFamily="34" charset="0"/>
                <a:cs typeface="Arial" pitchFamily="34" charset="0"/>
              </a:rPr>
              <a:t>Placeholder Text</a:t>
            </a:r>
          </a:p>
        </p:txBody>
      </p:sp>
      <p:grpSp>
        <p:nvGrpSpPr>
          <p:cNvPr id="10" name="Group 9">
            <a:extLst>
              <a:ext uri="{FF2B5EF4-FFF2-40B4-BE49-F238E27FC236}">
                <a16:creationId xmlns:a16="http://schemas.microsoft.com/office/drawing/2014/main" id="{4C4840E6-C4F0-4989-BFF9-7B5FC5D3AE27}"/>
              </a:ext>
            </a:extLst>
          </p:cNvPr>
          <p:cNvGrpSpPr/>
          <p:nvPr/>
        </p:nvGrpSpPr>
        <p:grpSpPr>
          <a:xfrm>
            <a:off x="2832635" y="3157842"/>
            <a:ext cx="1478225" cy="1205583"/>
            <a:chOff x="3485412" y="3280019"/>
            <a:chExt cx="1818880" cy="1483408"/>
          </a:xfrm>
        </p:grpSpPr>
        <p:sp>
          <p:nvSpPr>
            <p:cNvPr id="37" name="TextBox 36">
              <a:extLst>
                <a:ext uri="{FF2B5EF4-FFF2-40B4-BE49-F238E27FC236}">
                  <a16:creationId xmlns:a16="http://schemas.microsoft.com/office/drawing/2014/main" id="{00BEA7FC-F5F8-4693-B1D1-6BDFC87BB990}"/>
                </a:ext>
              </a:extLst>
            </p:cNvPr>
            <p:cNvSpPr txBox="1">
              <a:spLocks/>
            </p:cNvSpPr>
            <p:nvPr/>
          </p:nvSpPr>
          <p:spPr>
            <a:xfrm>
              <a:off x="3485412" y="3911345"/>
              <a:ext cx="1818880" cy="852082"/>
            </a:xfrm>
            <a:prstGeom prst="rect">
              <a:avLst/>
            </a:prstGeom>
            <a:noFill/>
          </p:spPr>
          <p:txBody>
            <a:bodyPr wrap="square" rtlCol="0">
              <a:spAutoFit/>
            </a:bodyPr>
            <a:lstStyle/>
            <a:p>
              <a:pPr defTabSz="990671" fontAlgn="auto">
                <a:spcBef>
                  <a:spcPts val="0"/>
                </a:spcBef>
                <a:spcAft>
                  <a:spcPts val="0"/>
                </a:spcAft>
                <a:defRPr/>
              </a:pPr>
              <a:r>
                <a:rPr lang="en-US" sz="975" kern="0" dirty="0">
                  <a:solidFill>
                    <a:srgbClr val="000000"/>
                  </a:solidFill>
                  <a:latin typeface="Arial" panose="020B0604020202020204" pitchFamily="34" charset="0"/>
                  <a:cs typeface="Arial" pitchFamily="34" charset="0"/>
                </a:rPr>
                <a:t>This is a sample text. Insert your desired text here. This is a sample text. </a:t>
              </a:r>
            </a:p>
          </p:txBody>
        </p:sp>
        <p:sp>
          <p:nvSpPr>
            <p:cNvPr id="38" name="TextBox 37">
              <a:extLst>
                <a:ext uri="{FF2B5EF4-FFF2-40B4-BE49-F238E27FC236}">
                  <a16:creationId xmlns:a16="http://schemas.microsoft.com/office/drawing/2014/main" id="{BD20E0A8-2C2B-4D69-86AA-4A26EFB90220}"/>
                </a:ext>
              </a:extLst>
            </p:cNvPr>
            <p:cNvSpPr txBox="1">
              <a:spLocks/>
            </p:cNvSpPr>
            <p:nvPr/>
          </p:nvSpPr>
          <p:spPr>
            <a:xfrm>
              <a:off x="3485412" y="3280019"/>
              <a:ext cx="1818880" cy="605926"/>
            </a:xfrm>
            <a:prstGeom prst="rect">
              <a:avLst/>
            </a:prstGeom>
            <a:noFill/>
          </p:spPr>
          <p:txBody>
            <a:bodyPr wrap="square" rtlCol="0" anchor="b">
              <a:spAutoFit/>
            </a:bodyPr>
            <a:lstStyle/>
            <a:p>
              <a:pPr defTabSz="990671" fontAlgn="auto">
                <a:spcBef>
                  <a:spcPts val="0"/>
                </a:spcBef>
                <a:spcAft>
                  <a:spcPts val="0"/>
                </a:spcAft>
                <a:defRPr/>
              </a:pPr>
              <a:r>
                <a:rPr lang="en-US" sz="1300" b="1" kern="0" dirty="0">
                  <a:solidFill>
                    <a:srgbClr val="000000"/>
                  </a:solidFill>
                  <a:latin typeface="Arial" panose="020B0604020202020204" pitchFamily="34" charset="0"/>
                  <a:cs typeface="Arial" pitchFamily="34" charset="0"/>
                </a:rPr>
                <a:t>Placeholder Text</a:t>
              </a:r>
            </a:p>
          </p:txBody>
        </p:sp>
      </p:grpSp>
      <p:sp>
        <p:nvSpPr>
          <p:cNvPr id="45" name="Freeform: Shape 44">
            <a:extLst>
              <a:ext uri="{FF2B5EF4-FFF2-40B4-BE49-F238E27FC236}">
                <a16:creationId xmlns:a16="http://schemas.microsoft.com/office/drawing/2014/main" id="{9881FA42-5619-41AE-994D-BD62C7E058AC}"/>
              </a:ext>
            </a:extLst>
          </p:cNvPr>
          <p:cNvSpPr/>
          <p:nvPr/>
        </p:nvSpPr>
        <p:spPr>
          <a:xfrm>
            <a:off x="5186683" y="2174467"/>
            <a:ext cx="2941929" cy="1195158"/>
          </a:xfrm>
          <a:custGeom>
            <a:avLst/>
            <a:gdLst>
              <a:gd name="connsiteX0" fmla="*/ 0 w 3619893"/>
              <a:gd name="connsiteY0" fmla="*/ 1470581 h 1470581"/>
              <a:gd name="connsiteX1" fmla="*/ 0 w 3619893"/>
              <a:gd name="connsiteY1" fmla="*/ 0 h 1470581"/>
              <a:gd name="connsiteX2" fmla="*/ 3619893 w 3619893"/>
              <a:gd name="connsiteY2" fmla="*/ 0 h 1470581"/>
              <a:gd name="connsiteX3" fmla="*/ 3619893 w 3619893"/>
              <a:gd name="connsiteY3" fmla="*/ 688157 h 1470581"/>
            </a:gdLst>
            <a:ahLst/>
            <a:cxnLst>
              <a:cxn ang="0">
                <a:pos x="connsiteX0" y="connsiteY0"/>
              </a:cxn>
              <a:cxn ang="0">
                <a:pos x="connsiteX1" y="connsiteY1"/>
              </a:cxn>
              <a:cxn ang="0">
                <a:pos x="connsiteX2" y="connsiteY2"/>
              </a:cxn>
              <a:cxn ang="0">
                <a:pos x="connsiteX3" y="connsiteY3"/>
              </a:cxn>
            </a:cxnLst>
            <a:rect l="l" t="t" r="r" b="b"/>
            <a:pathLst>
              <a:path w="3619893" h="1470581">
                <a:moveTo>
                  <a:pt x="0" y="1470581"/>
                </a:moveTo>
                <a:lnTo>
                  <a:pt x="0" y="0"/>
                </a:lnTo>
                <a:lnTo>
                  <a:pt x="3619893" y="0"/>
                </a:lnTo>
                <a:lnTo>
                  <a:pt x="3619893" y="688157"/>
                </a:lnTo>
              </a:path>
            </a:pathLst>
          </a:custGeom>
          <a:noFill/>
          <a:ln w="19050">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a:solidFill>
                <a:srgbClr val="FFFFFF"/>
              </a:solidFill>
              <a:latin typeface="Arial" panose="020B0604020202020204" pitchFamily="34" charset="0"/>
              <a:cs typeface="Arial" panose="020B0604020202020204" pitchFamily="34" charset="0"/>
            </a:endParaRPr>
          </a:p>
        </p:txBody>
      </p:sp>
      <p:sp>
        <p:nvSpPr>
          <p:cNvPr id="47" name="Freeform: Shape 46">
            <a:extLst>
              <a:ext uri="{FF2B5EF4-FFF2-40B4-BE49-F238E27FC236}">
                <a16:creationId xmlns:a16="http://schemas.microsoft.com/office/drawing/2014/main" id="{6687ADE9-3C2B-46C0-9E9B-DBFB5B6F3072}"/>
              </a:ext>
            </a:extLst>
          </p:cNvPr>
          <p:cNvSpPr/>
          <p:nvPr/>
        </p:nvSpPr>
        <p:spPr>
          <a:xfrm flipV="1">
            <a:off x="5186683" y="4320586"/>
            <a:ext cx="2941929" cy="1195158"/>
          </a:xfrm>
          <a:custGeom>
            <a:avLst/>
            <a:gdLst>
              <a:gd name="connsiteX0" fmla="*/ 0 w 3619893"/>
              <a:gd name="connsiteY0" fmla="*/ 1470581 h 1470581"/>
              <a:gd name="connsiteX1" fmla="*/ 0 w 3619893"/>
              <a:gd name="connsiteY1" fmla="*/ 0 h 1470581"/>
              <a:gd name="connsiteX2" fmla="*/ 3619893 w 3619893"/>
              <a:gd name="connsiteY2" fmla="*/ 0 h 1470581"/>
              <a:gd name="connsiteX3" fmla="*/ 3619893 w 3619893"/>
              <a:gd name="connsiteY3" fmla="*/ 688157 h 1470581"/>
            </a:gdLst>
            <a:ahLst/>
            <a:cxnLst>
              <a:cxn ang="0">
                <a:pos x="connsiteX0" y="connsiteY0"/>
              </a:cxn>
              <a:cxn ang="0">
                <a:pos x="connsiteX1" y="connsiteY1"/>
              </a:cxn>
              <a:cxn ang="0">
                <a:pos x="connsiteX2" y="connsiteY2"/>
              </a:cxn>
              <a:cxn ang="0">
                <a:pos x="connsiteX3" y="connsiteY3"/>
              </a:cxn>
            </a:cxnLst>
            <a:rect l="l" t="t" r="r" b="b"/>
            <a:pathLst>
              <a:path w="3619893" h="1470581">
                <a:moveTo>
                  <a:pt x="0" y="1470581"/>
                </a:moveTo>
                <a:lnTo>
                  <a:pt x="0" y="0"/>
                </a:lnTo>
                <a:lnTo>
                  <a:pt x="3619893" y="0"/>
                </a:lnTo>
                <a:lnTo>
                  <a:pt x="3619893" y="688157"/>
                </a:lnTo>
              </a:path>
            </a:pathLst>
          </a:custGeom>
          <a:noFill/>
          <a:ln w="19050">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a:solidFill>
                <a:srgbClr val="FFFFFF"/>
              </a:solidFill>
              <a:latin typeface="Arial" panose="020B0604020202020204" pitchFamily="34" charset="0"/>
              <a:cs typeface="Arial" panose="020B0604020202020204" pitchFamily="34" charset="0"/>
            </a:endParaRPr>
          </a:p>
        </p:txBody>
      </p:sp>
      <p:sp>
        <p:nvSpPr>
          <p:cNvPr id="50" name="TextBox 49">
            <a:extLst>
              <a:ext uri="{FF2B5EF4-FFF2-40B4-BE49-F238E27FC236}">
                <a16:creationId xmlns:a16="http://schemas.microsoft.com/office/drawing/2014/main" id="{62F60938-FDA2-44DD-A229-DB092E6D7332}"/>
              </a:ext>
            </a:extLst>
          </p:cNvPr>
          <p:cNvSpPr txBox="1">
            <a:spLocks/>
          </p:cNvSpPr>
          <p:nvPr/>
        </p:nvSpPr>
        <p:spPr>
          <a:xfrm>
            <a:off x="5186683" y="1893808"/>
            <a:ext cx="2941929" cy="225120"/>
          </a:xfrm>
          <a:prstGeom prst="rect">
            <a:avLst/>
          </a:prstGeom>
          <a:noFill/>
        </p:spPr>
        <p:txBody>
          <a:bodyPr wrap="none" rtlCol="0" anchor="b">
            <a:noAutofit/>
          </a:bodyPr>
          <a:lstStyle/>
          <a:p>
            <a:pPr defTabSz="990671" fontAlgn="auto">
              <a:spcBef>
                <a:spcPts val="0"/>
              </a:spcBef>
              <a:spcAft>
                <a:spcPts val="0"/>
              </a:spcAft>
              <a:defRPr/>
            </a:pPr>
            <a:r>
              <a:rPr lang="en-US" sz="1138" kern="0" dirty="0">
                <a:solidFill>
                  <a:srgbClr val="000000"/>
                </a:solidFill>
                <a:latin typeface="Arial" panose="020B0604020202020204" pitchFamily="34" charset="0"/>
                <a:cs typeface="Arial" pitchFamily="34" charset="0"/>
              </a:rPr>
              <a:t>This is a sample text. </a:t>
            </a:r>
          </a:p>
        </p:txBody>
      </p:sp>
      <p:sp>
        <p:nvSpPr>
          <p:cNvPr id="52" name="TextBox 51">
            <a:extLst>
              <a:ext uri="{FF2B5EF4-FFF2-40B4-BE49-F238E27FC236}">
                <a16:creationId xmlns:a16="http://schemas.microsoft.com/office/drawing/2014/main" id="{440E6A8D-EE80-4DEB-959C-2A081A1A53C3}"/>
              </a:ext>
            </a:extLst>
          </p:cNvPr>
          <p:cNvSpPr txBox="1">
            <a:spLocks/>
          </p:cNvSpPr>
          <p:nvPr/>
        </p:nvSpPr>
        <p:spPr>
          <a:xfrm>
            <a:off x="5186683" y="5535391"/>
            <a:ext cx="2941929" cy="225120"/>
          </a:xfrm>
          <a:prstGeom prst="rect">
            <a:avLst/>
          </a:prstGeom>
          <a:noFill/>
        </p:spPr>
        <p:txBody>
          <a:bodyPr wrap="square" rtlCol="0">
            <a:noAutofit/>
          </a:bodyPr>
          <a:lstStyle/>
          <a:p>
            <a:pPr defTabSz="990671" fontAlgn="auto">
              <a:spcBef>
                <a:spcPts val="0"/>
              </a:spcBef>
              <a:spcAft>
                <a:spcPts val="0"/>
              </a:spcAft>
              <a:defRPr/>
            </a:pPr>
            <a:r>
              <a:rPr lang="en-US" sz="1138" kern="0" dirty="0">
                <a:solidFill>
                  <a:srgbClr val="000000"/>
                </a:solidFill>
                <a:latin typeface="Arial" panose="020B0604020202020204" pitchFamily="34" charset="0"/>
                <a:cs typeface="Arial" pitchFamily="34" charset="0"/>
              </a:rPr>
              <a:t>This is a sample text. </a:t>
            </a:r>
          </a:p>
        </p:txBody>
      </p:sp>
      <p:sp>
        <p:nvSpPr>
          <p:cNvPr id="34" name="TextBox 33">
            <a:extLst>
              <a:ext uri="{FF2B5EF4-FFF2-40B4-BE49-F238E27FC236}">
                <a16:creationId xmlns:a16="http://schemas.microsoft.com/office/drawing/2014/main" id="{49D591F3-C94F-48E9-82EC-C32265349785}"/>
              </a:ext>
            </a:extLst>
          </p:cNvPr>
          <p:cNvSpPr txBox="1"/>
          <p:nvPr/>
        </p:nvSpPr>
        <p:spPr>
          <a:xfrm>
            <a:off x="479242" y="3670927"/>
            <a:ext cx="1478225" cy="692497"/>
          </a:xfrm>
          <a:prstGeom prst="rect">
            <a:avLst/>
          </a:prstGeom>
          <a:noFill/>
        </p:spPr>
        <p:txBody>
          <a:bodyPr wrap="square" rtlCol="0">
            <a:spAutoFit/>
          </a:bodyPr>
          <a:lstStyle/>
          <a:p>
            <a:pPr defTabSz="990671" fontAlgn="auto">
              <a:spcBef>
                <a:spcPts val="0"/>
              </a:spcBef>
              <a:spcAft>
                <a:spcPts val="0"/>
              </a:spcAft>
              <a:defRPr/>
            </a:pPr>
            <a:r>
              <a:rPr lang="en-US" sz="975" kern="0" dirty="0">
                <a:solidFill>
                  <a:srgbClr val="000000"/>
                </a:solidFill>
                <a:latin typeface="Arial" panose="020B0604020202020204" pitchFamily="34" charset="0"/>
                <a:cs typeface="Arial" pitchFamily="34" charset="0"/>
              </a:rPr>
              <a:t>This is a sample text. Insert your desired text here. This is a sample text. </a:t>
            </a:r>
          </a:p>
        </p:txBody>
      </p:sp>
      <p:grpSp>
        <p:nvGrpSpPr>
          <p:cNvPr id="11" name="Group 10">
            <a:extLst>
              <a:ext uri="{FF2B5EF4-FFF2-40B4-BE49-F238E27FC236}">
                <a16:creationId xmlns:a16="http://schemas.microsoft.com/office/drawing/2014/main" id="{9538C263-96EE-402E-9FB7-D1B694FE8D12}"/>
              </a:ext>
            </a:extLst>
          </p:cNvPr>
          <p:cNvGrpSpPr/>
          <p:nvPr/>
        </p:nvGrpSpPr>
        <p:grpSpPr>
          <a:xfrm>
            <a:off x="3156691" y="2845013"/>
            <a:ext cx="1844934" cy="2031400"/>
            <a:chOff x="3420411" y="2710434"/>
            <a:chExt cx="2270097" cy="2499534"/>
          </a:xfrm>
        </p:grpSpPr>
        <p:sp>
          <p:nvSpPr>
            <p:cNvPr id="27" name="Arrow: Right 26">
              <a:extLst>
                <a:ext uri="{FF2B5EF4-FFF2-40B4-BE49-F238E27FC236}">
                  <a16:creationId xmlns:a16="http://schemas.microsoft.com/office/drawing/2014/main" id="{8FC8AB31-A0D9-4F85-85C6-2653A90ADCBB}"/>
                </a:ext>
              </a:extLst>
            </p:cNvPr>
            <p:cNvSpPr/>
            <p:nvPr/>
          </p:nvSpPr>
          <p:spPr>
            <a:xfrm>
              <a:off x="4480469" y="3341211"/>
              <a:ext cx="1210039" cy="1237979"/>
            </a:xfrm>
            <a:prstGeom prst="rightArrow">
              <a:avLst>
                <a:gd name="adj1" fmla="val 54312"/>
                <a:gd name="adj2" fmla="val 40440"/>
              </a:avLst>
            </a:prstGeom>
            <a:gradFill flip="none" rotWithShape="1">
              <a:gsLst>
                <a:gs pos="0">
                  <a:schemeClr val="bg1">
                    <a:alpha val="13000"/>
                    <a:lumMod val="12000"/>
                    <a:lumOff val="88000"/>
                  </a:schemeClr>
                </a:gs>
                <a:gs pos="10000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a:solidFill>
                  <a:srgbClr val="FFFFFF"/>
                </a:solidFill>
                <a:latin typeface="Arial" panose="020B0604020202020204" pitchFamily="34" charset="0"/>
                <a:cs typeface="Arial" panose="020B0604020202020204" pitchFamily="34" charset="0"/>
              </a:endParaRPr>
            </a:p>
          </p:txBody>
        </p:sp>
        <p:sp>
          <p:nvSpPr>
            <p:cNvPr id="31" name="Block Arc 30">
              <a:extLst>
                <a:ext uri="{FF2B5EF4-FFF2-40B4-BE49-F238E27FC236}">
                  <a16:creationId xmlns:a16="http://schemas.microsoft.com/office/drawing/2014/main" id="{10D607E3-F37C-49DE-82D6-76B56585B7FD}"/>
                </a:ext>
              </a:extLst>
            </p:cNvPr>
            <p:cNvSpPr/>
            <p:nvPr/>
          </p:nvSpPr>
          <p:spPr>
            <a:xfrm rot="5400000">
              <a:off x="3016483" y="3114362"/>
              <a:ext cx="2499534" cy="1691677"/>
            </a:xfrm>
            <a:prstGeom prst="blockArc">
              <a:avLst>
                <a:gd name="adj1" fmla="val 11667860"/>
                <a:gd name="adj2" fmla="val 21000125"/>
                <a:gd name="adj3" fmla="val 2058"/>
              </a:avLst>
            </a:prstGeom>
            <a:gradFill flip="none" rotWithShape="1">
              <a:gsLst>
                <a:gs pos="100000">
                  <a:schemeClr val="bg1">
                    <a:lumMod val="0"/>
                    <a:lumOff val="100000"/>
                    <a:alpha val="3000"/>
                  </a:schemeClr>
                </a:gs>
                <a:gs pos="57000">
                  <a:schemeClr val="tx2"/>
                </a:gs>
                <a:gs pos="0">
                  <a:schemeClr val="bg1">
                    <a:alpha val="38000"/>
                    <a:lumMod val="0"/>
                    <a:lumOff val="10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GB" sz="1950" dirty="0">
                <a:solidFill>
                  <a:srgbClr val="000000"/>
                </a:solidFill>
                <a:latin typeface="Arial" panose="020B0604020202020204" pitchFamily="34" charset="0"/>
                <a:cs typeface="Arial" panose="020B0604020202020204" pitchFamily="34" charset="0"/>
              </a:endParaRPr>
            </a:p>
          </p:txBody>
        </p:sp>
      </p:grpSp>
      <p:sp>
        <p:nvSpPr>
          <p:cNvPr id="40" name="TextBox 39">
            <a:extLst>
              <a:ext uri="{FF2B5EF4-FFF2-40B4-BE49-F238E27FC236}">
                <a16:creationId xmlns:a16="http://schemas.microsoft.com/office/drawing/2014/main" id="{E4A3BEFE-7CE3-4A77-9815-E65E9DB4B101}"/>
              </a:ext>
            </a:extLst>
          </p:cNvPr>
          <p:cNvSpPr txBox="1">
            <a:spLocks/>
          </p:cNvSpPr>
          <p:nvPr/>
        </p:nvSpPr>
        <p:spPr>
          <a:xfrm>
            <a:off x="5089122" y="3923587"/>
            <a:ext cx="1491827" cy="242374"/>
          </a:xfrm>
          <a:prstGeom prst="rect">
            <a:avLst/>
          </a:prstGeom>
          <a:noFill/>
        </p:spPr>
        <p:txBody>
          <a:bodyPr wrap="square" rtlCol="0">
            <a:spAutoFit/>
          </a:bodyPr>
          <a:lstStyle/>
          <a:p>
            <a:pPr defTabSz="990671" fontAlgn="auto">
              <a:spcBef>
                <a:spcPts val="0"/>
              </a:spcBef>
              <a:spcAft>
                <a:spcPts val="0"/>
              </a:spcAft>
              <a:defRPr/>
            </a:pPr>
            <a:r>
              <a:rPr lang="en-US" sz="975" kern="0" dirty="0">
                <a:solidFill>
                  <a:srgbClr val="000000"/>
                </a:solidFill>
                <a:latin typeface="Arial" panose="020B0604020202020204" pitchFamily="34" charset="0"/>
                <a:cs typeface="Arial" pitchFamily="34" charset="0"/>
              </a:rPr>
              <a:t>This is a sample text. </a:t>
            </a:r>
          </a:p>
        </p:txBody>
      </p:sp>
      <p:sp>
        <p:nvSpPr>
          <p:cNvPr id="41" name="TextBox 40">
            <a:extLst>
              <a:ext uri="{FF2B5EF4-FFF2-40B4-BE49-F238E27FC236}">
                <a16:creationId xmlns:a16="http://schemas.microsoft.com/office/drawing/2014/main" id="{6465D49F-39C6-45FB-878B-D8BBC2FAB9D1}"/>
              </a:ext>
            </a:extLst>
          </p:cNvPr>
          <p:cNvSpPr txBox="1">
            <a:spLocks/>
          </p:cNvSpPr>
          <p:nvPr/>
        </p:nvSpPr>
        <p:spPr>
          <a:xfrm>
            <a:off x="5089122" y="3410501"/>
            <a:ext cx="1491827" cy="492443"/>
          </a:xfrm>
          <a:prstGeom prst="rect">
            <a:avLst/>
          </a:prstGeom>
          <a:noFill/>
        </p:spPr>
        <p:txBody>
          <a:bodyPr wrap="square" rtlCol="0" anchor="b">
            <a:spAutoFit/>
          </a:bodyPr>
          <a:lstStyle/>
          <a:p>
            <a:pPr defTabSz="990671" fontAlgn="auto">
              <a:spcBef>
                <a:spcPts val="0"/>
              </a:spcBef>
              <a:spcAft>
                <a:spcPts val="0"/>
              </a:spcAft>
              <a:defRPr/>
            </a:pPr>
            <a:r>
              <a:rPr lang="en-US" sz="1300" b="1" kern="0" dirty="0">
                <a:solidFill>
                  <a:srgbClr val="000000"/>
                </a:solidFill>
                <a:latin typeface="Arial" panose="020B0604020202020204" pitchFamily="34" charset="0"/>
                <a:cs typeface="Arial" pitchFamily="34" charset="0"/>
              </a:rPr>
              <a:t>Placeholder Text</a:t>
            </a:r>
          </a:p>
        </p:txBody>
      </p:sp>
    </p:spTree>
    <p:extLst>
      <p:ext uri="{BB962C8B-B14F-4D97-AF65-F5344CB8AC3E}">
        <p14:creationId xmlns:p14="http://schemas.microsoft.com/office/powerpoint/2010/main" val="70284316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0224CBC-17CE-483C-9D54-EDD0D07810FE}"/>
              </a:ext>
            </a:extLst>
          </p:cNvPr>
          <p:cNvSpPr/>
          <p:nvPr/>
        </p:nvSpPr>
        <p:spPr>
          <a:xfrm>
            <a:off x="1" y="4568946"/>
            <a:ext cx="9906000" cy="16468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sp>
        <p:nvSpPr>
          <p:cNvPr id="2" name="Title 1"/>
          <p:cNvSpPr>
            <a:spLocks noGrp="1"/>
          </p:cNvSpPr>
          <p:nvPr>
            <p:ph type="title"/>
          </p:nvPr>
        </p:nvSpPr>
        <p:spPr/>
        <p:txBody>
          <a:bodyPr/>
          <a:lstStyle/>
          <a:p>
            <a:r>
              <a:rPr lang="en-IN" dirty="0">
                <a:solidFill>
                  <a:schemeClr val="tx1">
                    <a:lumMod val="75000"/>
                    <a:lumOff val="25000"/>
                  </a:schemeClr>
                </a:solidFill>
              </a:rPr>
              <a:t>Levers PowerPoint Template</a:t>
            </a:r>
          </a:p>
        </p:txBody>
      </p:sp>
      <p:grpSp>
        <p:nvGrpSpPr>
          <p:cNvPr id="16" name="Group 15">
            <a:extLst>
              <a:ext uri="{FF2B5EF4-FFF2-40B4-BE49-F238E27FC236}">
                <a16:creationId xmlns:a16="http://schemas.microsoft.com/office/drawing/2014/main" id="{B48EE5D7-F557-44AF-9072-FE4FD195FEA3}"/>
              </a:ext>
            </a:extLst>
          </p:cNvPr>
          <p:cNvGrpSpPr/>
          <p:nvPr/>
        </p:nvGrpSpPr>
        <p:grpSpPr>
          <a:xfrm>
            <a:off x="572131" y="2822951"/>
            <a:ext cx="8131697" cy="2037441"/>
            <a:chOff x="2561671" y="3048953"/>
            <a:chExt cx="8712968" cy="2183082"/>
          </a:xfrm>
        </p:grpSpPr>
        <p:grpSp>
          <p:nvGrpSpPr>
            <p:cNvPr id="15" name="Group 14">
              <a:extLst>
                <a:ext uri="{FF2B5EF4-FFF2-40B4-BE49-F238E27FC236}">
                  <a16:creationId xmlns:a16="http://schemas.microsoft.com/office/drawing/2014/main" id="{025A5C11-4F24-4474-90F0-8299E52FE74E}"/>
                </a:ext>
              </a:extLst>
            </p:cNvPr>
            <p:cNvGrpSpPr/>
            <p:nvPr/>
          </p:nvGrpSpPr>
          <p:grpSpPr>
            <a:xfrm rot="770058">
              <a:off x="8783565" y="3048953"/>
              <a:ext cx="1702626" cy="1253936"/>
              <a:chOff x="8784274" y="2141556"/>
              <a:chExt cx="1702626" cy="1253936"/>
            </a:xfrm>
          </p:grpSpPr>
          <p:sp>
            <p:nvSpPr>
              <p:cNvPr id="14" name="Block Arc 13">
                <a:extLst>
                  <a:ext uri="{FF2B5EF4-FFF2-40B4-BE49-F238E27FC236}">
                    <a16:creationId xmlns:a16="http://schemas.microsoft.com/office/drawing/2014/main" id="{70383E77-E5D7-4F66-A0DE-EE9524F4E2DC}"/>
                  </a:ext>
                </a:extLst>
              </p:cNvPr>
              <p:cNvSpPr/>
              <p:nvPr/>
            </p:nvSpPr>
            <p:spPr>
              <a:xfrm>
                <a:off x="9278983" y="2141556"/>
                <a:ext cx="713209" cy="713209"/>
              </a:xfrm>
              <a:prstGeom prst="blockArc">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black"/>
                  </a:solidFill>
                  <a:latin typeface="Calibri"/>
                </a:endParaRPr>
              </a:p>
            </p:txBody>
          </p:sp>
          <p:grpSp>
            <p:nvGrpSpPr>
              <p:cNvPr id="13" name="Group 12">
                <a:extLst>
                  <a:ext uri="{FF2B5EF4-FFF2-40B4-BE49-F238E27FC236}">
                    <a16:creationId xmlns:a16="http://schemas.microsoft.com/office/drawing/2014/main" id="{A75BE3EC-3FA0-42C8-973A-B7828D144871}"/>
                  </a:ext>
                </a:extLst>
              </p:cNvPr>
              <p:cNvGrpSpPr/>
              <p:nvPr/>
            </p:nvGrpSpPr>
            <p:grpSpPr>
              <a:xfrm>
                <a:off x="8784274" y="2459388"/>
                <a:ext cx="1702626" cy="936104"/>
                <a:chOff x="8784274" y="2459388"/>
                <a:chExt cx="2088232" cy="936104"/>
              </a:xfrm>
            </p:grpSpPr>
            <p:sp>
              <p:nvSpPr>
                <p:cNvPr id="8" name="Flowchart: Manual Operation 7">
                  <a:extLst>
                    <a:ext uri="{FF2B5EF4-FFF2-40B4-BE49-F238E27FC236}">
                      <a16:creationId xmlns:a16="http://schemas.microsoft.com/office/drawing/2014/main" id="{315282E2-787C-45C1-9AAD-E91FB5382218}"/>
                    </a:ext>
                  </a:extLst>
                </p:cNvPr>
                <p:cNvSpPr/>
                <p:nvPr/>
              </p:nvSpPr>
              <p:spPr>
                <a:xfrm rot="10800000">
                  <a:off x="8784274" y="2459388"/>
                  <a:ext cx="2088232" cy="936104"/>
                </a:xfrm>
                <a:prstGeom prst="flowChartManualOperati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sp>
              <p:nvSpPr>
                <p:cNvPr id="9" name="Flowchart: Manual Operation 8">
                  <a:extLst>
                    <a:ext uri="{FF2B5EF4-FFF2-40B4-BE49-F238E27FC236}">
                      <a16:creationId xmlns:a16="http://schemas.microsoft.com/office/drawing/2014/main" id="{1F376F82-39EF-4A0A-BFF7-1C71001DA4F4}"/>
                    </a:ext>
                  </a:extLst>
                </p:cNvPr>
                <p:cNvSpPr/>
                <p:nvPr/>
              </p:nvSpPr>
              <p:spPr>
                <a:xfrm rot="10800000">
                  <a:off x="9117228" y="2637856"/>
                  <a:ext cx="1401799" cy="572618"/>
                </a:xfrm>
                <a:custGeom>
                  <a:avLst/>
                  <a:gdLst>
                    <a:gd name="connsiteX0" fmla="*/ 0 w 10000"/>
                    <a:gd name="connsiteY0" fmla="*/ 0 h 10000"/>
                    <a:gd name="connsiteX1" fmla="*/ 10000 w 10000"/>
                    <a:gd name="connsiteY1" fmla="*/ 0 h 10000"/>
                    <a:gd name="connsiteX2" fmla="*/ 8000 w 10000"/>
                    <a:gd name="connsiteY2" fmla="*/ 10000 h 10000"/>
                    <a:gd name="connsiteX3" fmla="*/ 2000 w 10000"/>
                    <a:gd name="connsiteY3" fmla="*/ 10000 h 10000"/>
                    <a:gd name="connsiteX4" fmla="*/ 0 w 10000"/>
                    <a:gd name="connsiteY4" fmla="*/ 0 h 10000"/>
                    <a:gd name="connsiteX0" fmla="*/ 0 w 10000"/>
                    <a:gd name="connsiteY0" fmla="*/ 0 h 10071"/>
                    <a:gd name="connsiteX1" fmla="*/ 10000 w 10000"/>
                    <a:gd name="connsiteY1" fmla="*/ 0 h 10071"/>
                    <a:gd name="connsiteX2" fmla="*/ 8770 w 10000"/>
                    <a:gd name="connsiteY2" fmla="*/ 10071 h 10071"/>
                    <a:gd name="connsiteX3" fmla="*/ 2000 w 10000"/>
                    <a:gd name="connsiteY3" fmla="*/ 10000 h 10071"/>
                    <a:gd name="connsiteX4" fmla="*/ 0 w 10000"/>
                    <a:gd name="connsiteY4" fmla="*/ 0 h 10071"/>
                    <a:gd name="connsiteX0" fmla="*/ 0 w 10770"/>
                    <a:gd name="connsiteY0" fmla="*/ 212 h 10283"/>
                    <a:gd name="connsiteX1" fmla="*/ 10770 w 10770"/>
                    <a:gd name="connsiteY1" fmla="*/ 0 h 10283"/>
                    <a:gd name="connsiteX2" fmla="*/ 8770 w 10770"/>
                    <a:gd name="connsiteY2" fmla="*/ 10283 h 10283"/>
                    <a:gd name="connsiteX3" fmla="*/ 2000 w 10770"/>
                    <a:gd name="connsiteY3" fmla="*/ 10212 h 10283"/>
                    <a:gd name="connsiteX4" fmla="*/ 0 w 10770"/>
                    <a:gd name="connsiteY4" fmla="*/ 212 h 10283"/>
                    <a:gd name="connsiteX0" fmla="*/ 0 w 10770"/>
                    <a:gd name="connsiteY0" fmla="*/ 212 h 10566"/>
                    <a:gd name="connsiteX1" fmla="*/ 10770 w 10770"/>
                    <a:gd name="connsiteY1" fmla="*/ 0 h 10566"/>
                    <a:gd name="connsiteX2" fmla="*/ 8770 w 10770"/>
                    <a:gd name="connsiteY2" fmla="*/ 10283 h 10566"/>
                    <a:gd name="connsiteX3" fmla="*/ 1037 w 10770"/>
                    <a:gd name="connsiteY3" fmla="*/ 10566 h 10566"/>
                    <a:gd name="connsiteX4" fmla="*/ 0 w 10770"/>
                    <a:gd name="connsiteY4" fmla="*/ 212 h 10566"/>
                    <a:gd name="connsiteX0" fmla="*/ 0 w 11412"/>
                    <a:gd name="connsiteY0" fmla="*/ 141 h 10566"/>
                    <a:gd name="connsiteX1" fmla="*/ 11412 w 11412"/>
                    <a:gd name="connsiteY1" fmla="*/ 0 h 10566"/>
                    <a:gd name="connsiteX2" fmla="*/ 9412 w 11412"/>
                    <a:gd name="connsiteY2" fmla="*/ 10283 h 10566"/>
                    <a:gd name="connsiteX3" fmla="*/ 1679 w 11412"/>
                    <a:gd name="connsiteY3" fmla="*/ 10566 h 10566"/>
                    <a:gd name="connsiteX4" fmla="*/ 0 w 11412"/>
                    <a:gd name="connsiteY4" fmla="*/ 141 h 10566"/>
                    <a:gd name="connsiteX0" fmla="*/ 0 w 11412"/>
                    <a:gd name="connsiteY0" fmla="*/ 141 h 10351"/>
                    <a:gd name="connsiteX1" fmla="*/ 11412 w 11412"/>
                    <a:gd name="connsiteY1" fmla="*/ 0 h 10351"/>
                    <a:gd name="connsiteX2" fmla="*/ 9412 w 11412"/>
                    <a:gd name="connsiteY2" fmla="*/ 10283 h 10351"/>
                    <a:gd name="connsiteX3" fmla="*/ 1757 w 11412"/>
                    <a:gd name="connsiteY3" fmla="*/ 10351 h 10351"/>
                    <a:gd name="connsiteX4" fmla="*/ 0 w 11412"/>
                    <a:gd name="connsiteY4" fmla="*/ 141 h 10351"/>
                    <a:gd name="connsiteX0" fmla="*/ 0 w 11412"/>
                    <a:gd name="connsiteY0" fmla="*/ 141 h 10437"/>
                    <a:gd name="connsiteX1" fmla="*/ 11412 w 11412"/>
                    <a:gd name="connsiteY1" fmla="*/ 0 h 10437"/>
                    <a:gd name="connsiteX2" fmla="*/ 9412 w 11412"/>
                    <a:gd name="connsiteY2" fmla="*/ 10283 h 10437"/>
                    <a:gd name="connsiteX3" fmla="*/ 1562 w 11412"/>
                    <a:gd name="connsiteY3" fmla="*/ 10437 h 10437"/>
                    <a:gd name="connsiteX4" fmla="*/ 0 w 11412"/>
                    <a:gd name="connsiteY4" fmla="*/ 141 h 10437"/>
                    <a:gd name="connsiteX0" fmla="*/ 0 w 11412"/>
                    <a:gd name="connsiteY0" fmla="*/ 141 h 10437"/>
                    <a:gd name="connsiteX1" fmla="*/ 11412 w 11412"/>
                    <a:gd name="connsiteY1" fmla="*/ 0 h 10437"/>
                    <a:gd name="connsiteX2" fmla="*/ 9412 w 11412"/>
                    <a:gd name="connsiteY2" fmla="*/ 10283 h 10437"/>
                    <a:gd name="connsiteX3" fmla="*/ 1562 w 11412"/>
                    <a:gd name="connsiteY3" fmla="*/ 10437 h 10437"/>
                    <a:gd name="connsiteX4" fmla="*/ 0 w 11412"/>
                    <a:gd name="connsiteY4" fmla="*/ 141 h 10437"/>
                    <a:gd name="connsiteX0" fmla="*/ 0 w 11412"/>
                    <a:gd name="connsiteY0" fmla="*/ 1358 h 11654"/>
                    <a:gd name="connsiteX1" fmla="*/ 11412 w 11412"/>
                    <a:gd name="connsiteY1" fmla="*/ 1217 h 11654"/>
                    <a:gd name="connsiteX2" fmla="*/ 9412 w 11412"/>
                    <a:gd name="connsiteY2" fmla="*/ 11500 h 11654"/>
                    <a:gd name="connsiteX3" fmla="*/ 1562 w 11412"/>
                    <a:gd name="connsiteY3" fmla="*/ 11654 h 11654"/>
                    <a:gd name="connsiteX4" fmla="*/ 0 w 11412"/>
                    <a:gd name="connsiteY4" fmla="*/ 1358 h 11654"/>
                    <a:gd name="connsiteX0" fmla="*/ 0 w 11412"/>
                    <a:gd name="connsiteY0" fmla="*/ 141 h 10437"/>
                    <a:gd name="connsiteX1" fmla="*/ 11412 w 11412"/>
                    <a:gd name="connsiteY1" fmla="*/ 0 h 10437"/>
                    <a:gd name="connsiteX2" fmla="*/ 9412 w 11412"/>
                    <a:gd name="connsiteY2" fmla="*/ 10283 h 10437"/>
                    <a:gd name="connsiteX3" fmla="*/ 1562 w 11412"/>
                    <a:gd name="connsiteY3" fmla="*/ 10437 h 10437"/>
                    <a:gd name="connsiteX4" fmla="*/ 0 w 11412"/>
                    <a:gd name="connsiteY4" fmla="*/ 141 h 10437"/>
                    <a:gd name="connsiteX0" fmla="*/ 0 w 11392"/>
                    <a:gd name="connsiteY0" fmla="*/ 0 h 10468"/>
                    <a:gd name="connsiteX1" fmla="*/ 11392 w 11392"/>
                    <a:gd name="connsiteY1" fmla="*/ 31 h 10468"/>
                    <a:gd name="connsiteX2" fmla="*/ 9392 w 11392"/>
                    <a:gd name="connsiteY2" fmla="*/ 10314 h 10468"/>
                    <a:gd name="connsiteX3" fmla="*/ 1542 w 11392"/>
                    <a:gd name="connsiteY3" fmla="*/ 10468 h 10468"/>
                    <a:gd name="connsiteX4" fmla="*/ 0 w 11392"/>
                    <a:gd name="connsiteY4" fmla="*/ 0 h 10468"/>
                    <a:gd name="connsiteX0" fmla="*/ 0 w 11412"/>
                    <a:gd name="connsiteY0" fmla="*/ 55 h 10437"/>
                    <a:gd name="connsiteX1" fmla="*/ 11412 w 11412"/>
                    <a:gd name="connsiteY1" fmla="*/ 0 h 10437"/>
                    <a:gd name="connsiteX2" fmla="*/ 9412 w 11412"/>
                    <a:gd name="connsiteY2" fmla="*/ 10283 h 10437"/>
                    <a:gd name="connsiteX3" fmla="*/ 1562 w 11412"/>
                    <a:gd name="connsiteY3" fmla="*/ 10437 h 10437"/>
                    <a:gd name="connsiteX4" fmla="*/ 0 w 11412"/>
                    <a:gd name="connsiteY4" fmla="*/ 55 h 10437"/>
                    <a:gd name="connsiteX0" fmla="*/ 0 w 11412"/>
                    <a:gd name="connsiteY0" fmla="*/ 1319 h 11701"/>
                    <a:gd name="connsiteX1" fmla="*/ 11412 w 11412"/>
                    <a:gd name="connsiteY1" fmla="*/ 1264 h 11701"/>
                    <a:gd name="connsiteX2" fmla="*/ 9412 w 11412"/>
                    <a:gd name="connsiteY2" fmla="*/ 11547 h 11701"/>
                    <a:gd name="connsiteX3" fmla="*/ 1562 w 11412"/>
                    <a:gd name="connsiteY3" fmla="*/ 11701 h 11701"/>
                    <a:gd name="connsiteX4" fmla="*/ 0 w 11412"/>
                    <a:gd name="connsiteY4" fmla="*/ 1319 h 11701"/>
                    <a:gd name="connsiteX0" fmla="*/ 0 w 11412"/>
                    <a:gd name="connsiteY0" fmla="*/ 55 h 10437"/>
                    <a:gd name="connsiteX1" fmla="*/ 11412 w 11412"/>
                    <a:gd name="connsiteY1" fmla="*/ 0 h 10437"/>
                    <a:gd name="connsiteX2" fmla="*/ 9412 w 11412"/>
                    <a:gd name="connsiteY2" fmla="*/ 10283 h 10437"/>
                    <a:gd name="connsiteX3" fmla="*/ 1562 w 11412"/>
                    <a:gd name="connsiteY3" fmla="*/ 10437 h 10437"/>
                    <a:gd name="connsiteX4" fmla="*/ 0 w 11412"/>
                    <a:gd name="connsiteY4" fmla="*/ 55 h 10437"/>
                    <a:gd name="connsiteX0" fmla="*/ 0 w 11412"/>
                    <a:gd name="connsiteY0" fmla="*/ 55 h 11653"/>
                    <a:gd name="connsiteX1" fmla="*/ 11412 w 11412"/>
                    <a:gd name="connsiteY1" fmla="*/ 0 h 11653"/>
                    <a:gd name="connsiteX2" fmla="*/ 9412 w 11412"/>
                    <a:gd name="connsiteY2" fmla="*/ 10283 h 11653"/>
                    <a:gd name="connsiteX3" fmla="*/ 1562 w 11412"/>
                    <a:gd name="connsiteY3" fmla="*/ 10437 h 11653"/>
                    <a:gd name="connsiteX4" fmla="*/ 0 w 11412"/>
                    <a:gd name="connsiteY4" fmla="*/ 55 h 11653"/>
                    <a:gd name="connsiteX0" fmla="*/ 0 w 11412"/>
                    <a:gd name="connsiteY0" fmla="*/ 55 h 10437"/>
                    <a:gd name="connsiteX1" fmla="*/ 11412 w 11412"/>
                    <a:gd name="connsiteY1" fmla="*/ 0 h 10437"/>
                    <a:gd name="connsiteX2" fmla="*/ 9412 w 11412"/>
                    <a:gd name="connsiteY2" fmla="*/ 10283 h 10437"/>
                    <a:gd name="connsiteX3" fmla="*/ 1562 w 11412"/>
                    <a:gd name="connsiteY3" fmla="*/ 10437 h 10437"/>
                    <a:gd name="connsiteX4" fmla="*/ 0 w 11412"/>
                    <a:gd name="connsiteY4" fmla="*/ 55 h 10437"/>
                    <a:gd name="connsiteX0" fmla="*/ 0 w 11412"/>
                    <a:gd name="connsiteY0" fmla="*/ 55 h 10283"/>
                    <a:gd name="connsiteX1" fmla="*/ 11412 w 11412"/>
                    <a:gd name="connsiteY1" fmla="*/ 0 h 10283"/>
                    <a:gd name="connsiteX2" fmla="*/ 9412 w 11412"/>
                    <a:gd name="connsiteY2" fmla="*/ 10283 h 10283"/>
                    <a:gd name="connsiteX3" fmla="*/ 1523 w 11412"/>
                    <a:gd name="connsiteY3" fmla="*/ 10265 h 10283"/>
                    <a:gd name="connsiteX4" fmla="*/ 0 w 11412"/>
                    <a:gd name="connsiteY4" fmla="*/ 55 h 102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2" h="10283">
                      <a:moveTo>
                        <a:pt x="0" y="55"/>
                      </a:moveTo>
                      <a:lnTo>
                        <a:pt x="11412" y="0"/>
                      </a:lnTo>
                      <a:lnTo>
                        <a:pt x="9412" y="10283"/>
                      </a:lnTo>
                      <a:lnTo>
                        <a:pt x="1523" y="10265"/>
                      </a:lnTo>
                      <a:lnTo>
                        <a:pt x="0" y="55"/>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grpSp>
        </p:grpSp>
        <p:sp>
          <p:nvSpPr>
            <p:cNvPr id="5" name="Oval 4">
              <a:extLst>
                <a:ext uri="{FF2B5EF4-FFF2-40B4-BE49-F238E27FC236}">
                  <a16:creationId xmlns:a16="http://schemas.microsoft.com/office/drawing/2014/main" id="{63141811-6C33-4E9E-8527-E348C056A6DC}"/>
                </a:ext>
              </a:extLst>
            </p:cNvPr>
            <p:cNvSpPr/>
            <p:nvPr/>
          </p:nvSpPr>
          <p:spPr>
            <a:xfrm>
              <a:off x="2705687" y="5043156"/>
              <a:ext cx="8352927" cy="188879"/>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sp>
          <p:nvSpPr>
            <p:cNvPr id="4" name="Isosceles Triangle 3">
              <a:extLst>
                <a:ext uri="{FF2B5EF4-FFF2-40B4-BE49-F238E27FC236}">
                  <a16:creationId xmlns:a16="http://schemas.microsoft.com/office/drawing/2014/main" id="{D9635AFC-E8DA-4080-87CE-3B8D0279F7C9}"/>
                </a:ext>
              </a:extLst>
            </p:cNvPr>
            <p:cNvSpPr/>
            <p:nvPr/>
          </p:nvSpPr>
          <p:spPr>
            <a:xfrm>
              <a:off x="6816221" y="3952240"/>
              <a:ext cx="1343558" cy="1158240"/>
            </a:xfrm>
            <a:prstGeom prst="triangl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sp>
          <p:nvSpPr>
            <p:cNvPr id="3" name="Rectangle 2">
              <a:extLst>
                <a:ext uri="{FF2B5EF4-FFF2-40B4-BE49-F238E27FC236}">
                  <a16:creationId xmlns:a16="http://schemas.microsoft.com/office/drawing/2014/main" id="{B202E0D7-9C7D-449A-8185-FFE186569562}"/>
                </a:ext>
              </a:extLst>
            </p:cNvPr>
            <p:cNvSpPr/>
            <p:nvPr/>
          </p:nvSpPr>
          <p:spPr>
            <a:xfrm rot="747938">
              <a:off x="2561671" y="3685794"/>
              <a:ext cx="8712968" cy="244088"/>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grpSp>
      <p:sp>
        <p:nvSpPr>
          <p:cNvPr id="18" name="Arrow: Right 17">
            <a:extLst>
              <a:ext uri="{FF2B5EF4-FFF2-40B4-BE49-F238E27FC236}">
                <a16:creationId xmlns:a16="http://schemas.microsoft.com/office/drawing/2014/main" id="{A5BC3C36-8289-487E-9359-DA14F7E1BA1B}"/>
              </a:ext>
            </a:extLst>
          </p:cNvPr>
          <p:cNvSpPr/>
          <p:nvPr/>
        </p:nvSpPr>
        <p:spPr>
          <a:xfrm rot="16200000">
            <a:off x="8430814" y="2807950"/>
            <a:ext cx="1142470" cy="66364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sp>
        <p:nvSpPr>
          <p:cNvPr id="19" name="Arrow: Right 18">
            <a:extLst>
              <a:ext uri="{FF2B5EF4-FFF2-40B4-BE49-F238E27FC236}">
                <a16:creationId xmlns:a16="http://schemas.microsoft.com/office/drawing/2014/main" id="{0F166632-67F7-4C0C-8500-DAF7358F436D}"/>
              </a:ext>
            </a:extLst>
          </p:cNvPr>
          <p:cNvSpPr/>
          <p:nvPr/>
        </p:nvSpPr>
        <p:spPr>
          <a:xfrm rot="5400000">
            <a:off x="223041" y="3522517"/>
            <a:ext cx="1142470" cy="421574"/>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Calibri"/>
            </a:endParaRPr>
          </a:p>
        </p:txBody>
      </p:sp>
      <p:grpSp>
        <p:nvGrpSpPr>
          <p:cNvPr id="22" name="Group 21">
            <a:extLst>
              <a:ext uri="{FF2B5EF4-FFF2-40B4-BE49-F238E27FC236}">
                <a16:creationId xmlns:a16="http://schemas.microsoft.com/office/drawing/2014/main" id="{9F1C4CD7-1845-404B-8CD8-B062E97FD6BA}"/>
              </a:ext>
            </a:extLst>
          </p:cNvPr>
          <p:cNvGrpSpPr/>
          <p:nvPr/>
        </p:nvGrpSpPr>
        <p:grpSpPr>
          <a:xfrm>
            <a:off x="6643906" y="1692608"/>
            <a:ext cx="2113007" cy="748849"/>
            <a:chOff x="8174985" y="1617561"/>
            <a:chExt cx="2599947" cy="921421"/>
          </a:xfrm>
        </p:grpSpPr>
        <p:sp>
          <p:nvSpPr>
            <p:cNvPr id="20" name="TextBox 19">
              <a:extLst>
                <a:ext uri="{FF2B5EF4-FFF2-40B4-BE49-F238E27FC236}">
                  <a16:creationId xmlns:a16="http://schemas.microsoft.com/office/drawing/2014/main" id="{C424DA9E-37EF-4D52-9A3F-6D790C6F204A}"/>
                </a:ext>
              </a:extLst>
            </p:cNvPr>
            <p:cNvSpPr txBox="1"/>
            <p:nvPr/>
          </p:nvSpPr>
          <p:spPr>
            <a:xfrm>
              <a:off x="8174985" y="1982287"/>
              <a:ext cx="2599947" cy="556695"/>
            </a:xfrm>
            <a:prstGeom prst="rect">
              <a:avLst/>
            </a:prstGeom>
            <a:noFill/>
          </p:spPr>
          <p:txBody>
            <a:bodyPr wrap="square" lIns="0" rIns="0" rtlCol="0" anchor="ctr">
              <a:spAutoFit/>
            </a:bodyPr>
            <a:lstStyle/>
            <a:p>
              <a:pPr defTabSz="990671" fontAlgn="auto">
                <a:lnSpc>
                  <a:spcPct val="90000"/>
                </a:lnSpc>
                <a:spcBef>
                  <a:spcPts val="0"/>
                </a:spcBef>
                <a:spcAft>
                  <a:spcPts val="0"/>
                </a:spcAft>
                <a:defRPr/>
              </a:pPr>
              <a:r>
                <a:rPr lang="en-US" sz="1300" kern="0" dirty="0">
                  <a:solidFill>
                    <a:prstClr val="black">
                      <a:lumMod val="65000"/>
                      <a:lumOff val="35000"/>
                    </a:prstClr>
                  </a:solidFill>
                  <a:latin typeface="Arial" panose="020B0604020202020204" pitchFamily="34" charset="0"/>
                  <a:ea typeface="Open Sans" panose="020B0606030504020204" pitchFamily="34" charset="0"/>
                  <a:cs typeface="Arial" panose="020B0604020202020204" pitchFamily="34" charset="0"/>
                </a:rPr>
                <a:t>This is a sample text. Insert your desired text here. </a:t>
              </a:r>
            </a:p>
          </p:txBody>
        </p:sp>
        <p:sp>
          <p:nvSpPr>
            <p:cNvPr id="21" name="TextBox 20">
              <a:extLst>
                <a:ext uri="{FF2B5EF4-FFF2-40B4-BE49-F238E27FC236}">
                  <a16:creationId xmlns:a16="http://schemas.microsoft.com/office/drawing/2014/main" id="{2D234F32-4148-48FE-B0AA-E846C81A0C0E}"/>
                </a:ext>
              </a:extLst>
            </p:cNvPr>
            <p:cNvSpPr txBox="1"/>
            <p:nvPr/>
          </p:nvSpPr>
          <p:spPr>
            <a:xfrm>
              <a:off x="8174985" y="1617561"/>
              <a:ext cx="2599947" cy="362925"/>
            </a:xfrm>
            <a:prstGeom prst="rect">
              <a:avLst/>
            </a:prstGeom>
            <a:noFill/>
          </p:spPr>
          <p:txBody>
            <a:bodyPr wrap="square" lIns="0" rIns="0" rtlCol="0" anchor="ctr">
              <a:spAutoFit/>
            </a:bodyPr>
            <a:lstStyle/>
            <a:p>
              <a:pPr defTabSz="990671" fontAlgn="auto">
                <a:lnSpc>
                  <a:spcPct val="90000"/>
                </a:lnSpc>
                <a:spcBef>
                  <a:spcPts val="0"/>
                </a:spcBef>
                <a:spcAft>
                  <a:spcPts val="0"/>
                </a:spcAft>
                <a:defRPr/>
              </a:pPr>
              <a:r>
                <a:rPr lang="en-US" sz="1463" b="1" kern="0" dirty="0">
                  <a:solidFill>
                    <a:prstClr val="black">
                      <a:lumMod val="65000"/>
                      <a:lumOff val="35000"/>
                    </a:prstClr>
                  </a:solidFill>
                  <a:latin typeface="Arial" panose="020B0604020202020204" pitchFamily="34" charset="0"/>
                  <a:ea typeface="Open Sans" panose="020B0606030504020204" pitchFamily="34" charset="0"/>
                  <a:cs typeface="Arial" panose="020B0604020202020204" pitchFamily="34" charset="0"/>
                </a:rPr>
                <a:t>Placeholder</a:t>
              </a:r>
            </a:p>
          </p:txBody>
        </p:sp>
      </p:grpSp>
      <p:grpSp>
        <p:nvGrpSpPr>
          <p:cNvPr id="23" name="Group 22">
            <a:extLst>
              <a:ext uri="{FF2B5EF4-FFF2-40B4-BE49-F238E27FC236}">
                <a16:creationId xmlns:a16="http://schemas.microsoft.com/office/drawing/2014/main" id="{1FE38EEA-1E18-4715-8619-E9BE50D9CF69}"/>
              </a:ext>
            </a:extLst>
          </p:cNvPr>
          <p:cNvGrpSpPr/>
          <p:nvPr/>
        </p:nvGrpSpPr>
        <p:grpSpPr>
          <a:xfrm>
            <a:off x="1425215" y="3414855"/>
            <a:ext cx="2113007" cy="748849"/>
            <a:chOff x="8174985" y="1617561"/>
            <a:chExt cx="2599947" cy="921421"/>
          </a:xfrm>
        </p:grpSpPr>
        <p:sp>
          <p:nvSpPr>
            <p:cNvPr id="24" name="TextBox 23">
              <a:extLst>
                <a:ext uri="{FF2B5EF4-FFF2-40B4-BE49-F238E27FC236}">
                  <a16:creationId xmlns:a16="http://schemas.microsoft.com/office/drawing/2014/main" id="{F03DC989-6485-4CA5-AC10-69192C4BB326}"/>
                </a:ext>
              </a:extLst>
            </p:cNvPr>
            <p:cNvSpPr txBox="1"/>
            <p:nvPr/>
          </p:nvSpPr>
          <p:spPr>
            <a:xfrm>
              <a:off x="8174985" y="1982287"/>
              <a:ext cx="2599947" cy="556695"/>
            </a:xfrm>
            <a:prstGeom prst="rect">
              <a:avLst/>
            </a:prstGeom>
            <a:noFill/>
          </p:spPr>
          <p:txBody>
            <a:bodyPr wrap="square" lIns="0" rIns="0" rtlCol="0" anchor="ctr">
              <a:spAutoFit/>
            </a:bodyPr>
            <a:lstStyle/>
            <a:p>
              <a:pPr defTabSz="990671" fontAlgn="auto">
                <a:lnSpc>
                  <a:spcPct val="90000"/>
                </a:lnSpc>
                <a:spcBef>
                  <a:spcPts val="0"/>
                </a:spcBef>
                <a:spcAft>
                  <a:spcPts val="0"/>
                </a:spcAft>
                <a:defRPr/>
              </a:pPr>
              <a:r>
                <a:rPr lang="en-US" sz="1300" kern="0" dirty="0">
                  <a:solidFill>
                    <a:prstClr val="black">
                      <a:lumMod val="65000"/>
                      <a:lumOff val="35000"/>
                    </a:prstClr>
                  </a:solidFill>
                  <a:latin typeface="Arial" panose="020B0604020202020204" pitchFamily="34" charset="0"/>
                  <a:ea typeface="Open Sans" panose="020B0606030504020204" pitchFamily="34" charset="0"/>
                  <a:cs typeface="Arial" panose="020B0604020202020204" pitchFamily="34" charset="0"/>
                </a:rPr>
                <a:t>This is a sample text. Insert your desired text here. </a:t>
              </a:r>
            </a:p>
          </p:txBody>
        </p:sp>
        <p:sp>
          <p:nvSpPr>
            <p:cNvPr id="25" name="TextBox 24">
              <a:extLst>
                <a:ext uri="{FF2B5EF4-FFF2-40B4-BE49-F238E27FC236}">
                  <a16:creationId xmlns:a16="http://schemas.microsoft.com/office/drawing/2014/main" id="{256B498E-FE53-402D-9E69-A79FB22AABD7}"/>
                </a:ext>
              </a:extLst>
            </p:cNvPr>
            <p:cNvSpPr txBox="1"/>
            <p:nvPr/>
          </p:nvSpPr>
          <p:spPr>
            <a:xfrm>
              <a:off x="8174985" y="1617561"/>
              <a:ext cx="2599947" cy="362925"/>
            </a:xfrm>
            <a:prstGeom prst="rect">
              <a:avLst/>
            </a:prstGeom>
            <a:noFill/>
          </p:spPr>
          <p:txBody>
            <a:bodyPr wrap="square" lIns="0" rIns="0" rtlCol="0" anchor="ctr">
              <a:spAutoFit/>
            </a:bodyPr>
            <a:lstStyle/>
            <a:p>
              <a:pPr defTabSz="990671" fontAlgn="auto">
                <a:lnSpc>
                  <a:spcPct val="90000"/>
                </a:lnSpc>
                <a:spcBef>
                  <a:spcPts val="0"/>
                </a:spcBef>
                <a:spcAft>
                  <a:spcPts val="0"/>
                </a:spcAft>
                <a:defRPr/>
              </a:pPr>
              <a:r>
                <a:rPr lang="en-US" sz="1463" b="1" kern="0" dirty="0">
                  <a:solidFill>
                    <a:prstClr val="black">
                      <a:lumMod val="65000"/>
                      <a:lumOff val="35000"/>
                    </a:prstClr>
                  </a:solidFill>
                  <a:latin typeface="Arial" panose="020B0604020202020204" pitchFamily="34" charset="0"/>
                  <a:ea typeface="Open Sans" panose="020B0606030504020204" pitchFamily="34" charset="0"/>
                  <a:cs typeface="Arial" panose="020B0604020202020204" pitchFamily="34" charset="0"/>
                </a:rPr>
                <a:t>Placeholder</a:t>
              </a:r>
            </a:p>
          </p:txBody>
        </p:sp>
      </p:grpSp>
      <p:grpSp>
        <p:nvGrpSpPr>
          <p:cNvPr id="28" name="Group 27">
            <a:extLst>
              <a:ext uri="{FF2B5EF4-FFF2-40B4-BE49-F238E27FC236}">
                <a16:creationId xmlns:a16="http://schemas.microsoft.com/office/drawing/2014/main" id="{3FF54708-17C2-4F0D-9804-05862A9E45FB}"/>
              </a:ext>
            </a:extLst>
          </p:cNvPr>
          <p:cNvGrpSpPr/>
          <p:nvPr/>
        </p:nvGrpSpPr>
        <p:grpSpPr>
          <a:xfrm>
            <a:off x="4078926" y="5002701"/>
            <a:ext cx="2181766" cy="748849"/>
            <a:chOff x="8174985" y="1617561"/>
            <a:chExt cx="2599947" cy="921421"/>
          </a:xfrm>
        </p:grpSpPr>
        <p:sp>
          <p:nvSpPr>
            <p:cNvPr id="29" name="TextBox 28">
              <a:extLst>
                <a:ext uri="{FF2B5EF4-FFF2-40B4-BE49-F238E27FC236}">
                  <a16:creationId xmlns:a16="http://schemas.microsoft.com/office/drawing/2014/main" id="{D2B8CBD8-7683-4389-8BDC-8B1137B2BAC2}"/>
                </a:ext>
              </a:extLst>
            </p:cNvPr>
            <p:cNvSpPr txBox="1"/>
            <p:nvPr/>
          </p:nvSpPr>
          <p:spPr>
            <a:xfrm>
              <a:off x="8174985" y="1982287"/>
              <a:ext cx="2599947" cy="556695"/>
            </a:xfrm>
            <a:prstGeom prst="rect">
              <a:avLst/>
            </a:prstGeom>
            <a:noFill/>
          </p:spPr>
          <p:txBody>
            <a:bodyPr wrap="square" lIns="0" rIns="0" rtlCol="0" anchor="ctr">
              <a:spAutoFit/>
            </a:bodyPr>
            <a:lstStyle/>
            <a:p>
              <a:pPr algn="ctr" defTabSz="990671" fontAlgn="auto">
                <a:lnSpc>
                  <a:spcPct val="90000"/>
                </a:lnSpc>
                <a:spcBef>
                  <a:spcPts val="0"/>
                </a:spcBef>
                <a:spcAft>
                  <a:spcPts val="0"/>
                </a:spcAft>
                <a:defRPr/>
              </a:pPr>
              <a:r>
                <a:rPr lang="en-US" sz="1300" kern="0" dirty="0">
                  <a:solidFill>
                    <a:prstClr val="black">
                      <a:lumMod val="65000"/>
                      <a:lumOff val="35000"/>
                    </a:prstClr>
                  </a:solidFill>
                  <a:latin typeface="Arial" panose="020B0604020202020204" pitchFamily="34" charset="0"/>
                  <a:ea typeface="Open Sans" panose="020B0606030504020204" pitchFamily="34" charset="0"/>
                  <a:cs typeface="Arial" panose="020B0604020202020204" pitchFamily="34" charset="0"/>
                </a:rPr>
                <a:t>This is a sample text. Insert your desired text here. </a:t>
              </a:r>
            </a:p>
          </p:txBody>
        </p:sp>
        <p:sp>
          <p:nvSpPr>
            <p:cNvPr id="30" name="TextBox 29">
              <a:extLst>
                <a:ext uri="{FF2B5EF4-FFF2-40B4-BE49-F238E27FC236}">
                  <a16:creationId xmlns:a16="http://schemas.microsoft.com/office/drawing/2014/main" id="{604E14D9-F5E6-4107-9AF0-8B0568A8A265}"/>
                </a:ext>
              </a:extLst>
            </p:cNvPr>
            <p:cNvSpPr txBox="1"/>
            <p:nvPr/>
          </p:nvSpPr>
          <p:spPr>
            <a:xfrm>
              <a:off x="8174985" y="1617561"/>
              <a:ext cx="2599947" cy="362925"/>
            </a:xfrm>
            <a:prstGeom prst="rect">
              <a:avLst/>
            </a:prstGeom>
            <a:noFill/>
          </p:spPr>
          <p:txBody>
            <a:bodyPr wrap="square" lIns="0" rIns="0" rtlCol="0" anchor="ctr">
              <a:spAutoFit/>
            </a:bodyPr>
            <a:lstStyle/>
            <a:p>
              <a:pPr algn="ctr" defTabSz="990671" fontAlgn="auto">
                <a:lnSpc>
                  <a:spcPct val="90000"/>
                </a:lnSpc>
                <a:spcBef>
                  <a:spcPts val="0"/>
                </a:spcBef>
                <a:spcAft>
                  <a:spcPts val="0"/>
                </a:spcAft>
                <a:defRPr/>
              </a:pPr>
              <a:r>
                <a:rPr lang="en-US" sz="1463" b="1" kern="0" dirty="0">
                  <a:solidFill>
                    <a:prstClr val="black">
                      <a:lumMod val="65000"/>
                      <a:lumOff val="35000"/>
                    </a:prstClr>
                  </a:solidFill>
                  <a:latin typeface="Arial" panose="020B0604020202020204" pitchFamily="34" charset="0"/>
                  <a:ea typeface="Open Sans" panose="020B0606030504020204" pitchFamily="34" charset="0"/>
                  <a:cs typeface="Arial" panose="020B0604020202020204" pitchFamily="34" charset="0"/>
                </a:rPr>
                <a:t>Placeholder</a:t>
              </a:r>
            </a:p>
          </p:txBody>
        </p:sp>
      </p:grpSp>
    </p:spTree>
    <p:extLst>
      <p:ext uri="{BB962C8B-B14F-4D97-AF65-F5344CB8AC3E}">
        <p14:creationId xmlns:p14="http://schemas.microsoft.com/office/powerpoint/2010/main" val="2067029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4A386-F6AD-10A9-2067-D3D0E4F23EDF}"/>
              </a:ext>
            </a:extLst>
          </p:cNvPr>
          <p:cNvSpPr>
            <a:spLocks noGrp="1"/>
          </p:cNvSpPr>
          <p:nvPr>
            <p:ph type="title"/>
          </p:nvPr>
        </p:nvSpPr>
        <p:spPr>
          <a:xfrm>
            <a:off x="495301" y="865414"/>
            <a:ext cx="8915400" cy="577904"/>
          </a:xfrm>
        </p:spPr>
        <p:txBody>
          <a:bodyPr/>
          <a:lstStyle/>
          <a:p>
            <a:r>
              <a:rPr lang="en-US" altLang="en-US" dirty="0">
                <a:solidFill>
                  <a:srgbClr val="000000"/>
                </a:solidFill>
                <a:cs typeface="Arial" panose="020B0604020202020204" pitchFamily="34" charset="0"/>
              </a:rPr>
              <a:t>3-YEAR Strategic Plan PowerPoint Template</a:t>
            </a:r>
            <a:endParaRPr lang="en-IN" dirty="0"/>
          </a:p>
        </p:txBody>
      </p:sp>
      <p:sp>
        <p:nvSpPr>
          <p:cNvPr id="18" name="Rectangle 17">
            <a:extLst>
              <a:ext uri="{FF2B5EF4-FFF2-40B4-BE49-F238E27FC236}">
                <a16:creationId xmlns:a16="http://schemas.microsoft.com/office/drawing/2014/main" id="{8C73FF9F-FA8B-93A6-DBEE-B74A2C897186}"/>
              </a:ext>
            </a:extLst>
          </p:cNvPr>
          <p:cNvSpPr/>
          <p:nvPr/>
        </p:nvSpPr>
        <p:spPr>
          <a:xfrm>
            <a:off x="495299" y="2057724"/>
            <a:ext cx="2665860" cy="2775799"/>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9" name="Rectangle 18">
            <a:extLst>
              <a:ext uri="{FF2B5EF4-FFF2-40B4-BE49-F238E27FC236}">
                <a16:creationId xmlns:a16="http://schemas.microsoft.com/office/drawing/2014/main" id="{7A2E7E18-42D8-A13F-F718-0DE901E6926B}"/>
              </a:ext>
            </a:extLst>
          </p:cNvPr>
          <p:cNvSpPr/>
          <p:nvPr/>
        </p:nvSpPr>
        <p:spPr>
          <a:xfrm>
            <a:off x="3378005" y="2385060"/>
            <a:ext cx="2665860" cy="277579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20" name="Rectangle 19">
            <a:extLst>
              <a:ext uri="{FF2B5EF4-FFF2-40B4-BE49-F238E27FC236}">
                <a16:creationId xmlns:a16="http://schemas.microsoft.com/office/drawing/2014/main" id="{BAC8D97E-3CFE-71DB-0CC5-67512E991009}"/>
              </a:ext>
            </a:extLst>
          </p:cNvPr>
          <p:cNvSpPr/>
          <p:nvPr/>
        </p:nvSpPr>
        <p:spPr>
          <a:xfrm>
            <a:off x="6260710" y="2712396"/>
            <a:ext cx="2665860" cy="2775799"/>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4" name="Arrow: Right 13">
            <a:extLst>
              <a:ext uri="{FF2B5EF4-FFF2-40B4-BE49-F238E27FC236}">
                <a16:creationId xmlns:a16="http://schemas.microsoft.com/office/drawing/2014/main" id="{3D5BAF21-26B6-938B-75FC-4CD1A4B56BF0}"/>
              </a:ext>
            </a:extLst>
          </p:cNvPr>
          <p:cNvSpPr/>
          <p:nvPr/>
        </p:nvSpPr>
        <p:spPr>
          <a:xfrm>
            <a:off x="495300" y="1601199"/>
            <a:ext cx="8915394" cy="633464"/>
          </a:xfrm>
          <a:prstGeom prst="rightArrow">
            <a:avLst>
              <a:gd name="adj1" fmla="val 65308"/>
              <a:gd name="adj2" fmla="val 56124"/>
            </a:avLst>
          </a:prstGeom>
          <a:gradFill flip="none" rotWithShape="1">
            <a:gsLst>
              <a:gs pos="1000">
                <a:schemeClr val="accent2">
                  <a:lumMod val="75000"/>
                </a:schemeClr>
              </a:gs>
              <a:gs pos="90000">
                <a:schemeClr val="accent2"/>
              </a:gs>
            </a:gsLst>
            <a:lin ang="10800000" scaled="1"/>
            <a:tileRect/>
          </a:gra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7" name="Arrow: Right 16">
            <a:extLst>
              <a:ext uri="{FF2B5EF4-FFF2-40B4-BE49-F238E27FC236}">
                <a16:creationId xmlns:a16="http://schemas.microsoft.com/office/drawing/2014/main" id="{ECC6C312-F196-1F6C-3A25-7DAD07BC4C8D}"/>
              </a:ext>
            </a:extLst>
          </p:cNvPr>
          <p:cNvSpPr/>
          <p:nvPr/>
        </p:nvSpPr>
        <p:spPr>
          <a:xfrm>
            <a:off x="3378004" y="1937384"/>
            <a:ext cx="6032689" cy="633464"/>
          </a:xfrm>
          <a:prstGeom prst="rightArrow">
            <a:avLst>
              <a:gd name="adj1" fmla="val 65308"/>
              <a:gd name="adj2" fmla="val 56124"/>
            </a:avLst>
          </a:prstGeom>
          <a:gradFill flip="none" rotWithShape="1">
            <a:gsLst>
              <a:gs pos="0">
                <a:schemeClr val="accent3">
                  <a:lumMod val="75000"/>
                </a:schemeClr>
              </a:gs>
              <a:gs pos="81000">
                <a:schemeClr val="accent3"/>
              </a:gs>
            </a:gsLst>
            <a:lin ang="10800000" scaled="1"/>
            <a:tileRect/>
          </a:gra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22" name="Arrow: Right 21">
            <a:extLst>
              <a:ext uri="{FF2B5EF4-FFF2-40B4-BE49-F238E27FC236}">
                <a16:creationId xmlns:a16="http://schemas.microsoft.com/office/drawing/2014/main" id="{04F348F0-9EFC-4ED2-8C53-2FCB4C88E560}"/>
              </a:ext>
            </a:extLst>
          </p:cNvPr>
          <p:cNvSpPr/>
          <p:nvPr/>
        </p:nvSpPr>
        <p:spPr>
          <a:xfrm>
            <a:off x="6260703" y="2247027"/>
            <a:ext cx="3149990" cy="633464"/>
          </a:xfrm>
          <a:prstGeom prst="rightArrow">
            <a:avLst>
              <a:gd name="adj1" fmla="val 65308"/>
              <a:gd name="adj2" fmla="val 56124"/>
            </a:avLst>
          </a:prstGeom>
          <a:gradFill flip="none" rotWithShape="1">
            <a:gsLst>
              <a:gs pos="0">
                <a:schemeClr val="accent4">
                  <a:lumMod val="75000"/>
                </a:schemeClr>
              </a:gs>
              <a:gs pos="87000">
                <a:schemeClr val="accent4"/>
              </a:gs>
            </a:gsLst>
            <a:lin ang="10800000" scaled="1"/>
            <a:tileRect/>
          </a:gra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23" name="TextBox 22">
            <a:extLst>
              <a:ext uri="{FF2B5EF4-FFF2-40B4-BE49-F238E27FC236}">
                <a16:creationId xmlns:a16="http://schemas.microsoft.com/office/drawing/2014/main" id="{43F6EC54-1E9D-5898-4103-3D75B1710672}"/>
              </a:ext>
            </a:extLst>
          </p:cNvPr>
          <p:cNvSpPr txBox="1"/>
          <p:nvPr/>
        </p:nvSpPr>
        <p:spPr>
          <a:xfrm>
            <a:off x="622391" y="1784796"/>
            <a:ext cx="2399391" cy="266269"/>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1625" b="1" dirty="0">
                <a:solidFill>
                  <a:prstClr val="white"/>
                </a:solidFill>
                <a:latin typeface="Segoe UI"/>
                <a:cs typeface="+mn-cs"/>
              </a:rPr>
              <a:t>YEAR 1</a:t>
            </a:r>
          </a:p>
        </p:txBody>
      </p:sp>
      <p:sp>
        <p:nvSpPr>
          <p:cNvPr id="24" name="TextBox 23">
            <a:extLst>
              <a:ext uri="{FF2B5EF4-FFF2-40B4-BE49-F238E27FC236}">
                <a16:creationId xmlns:a16="http://schemas.microsoft.com/office/drawing/2014/main" id="{39E876F7-9CC4-2E55-DF42-617F2AFE97DB}"/>
              </a:ext>
            </a:extLst>
          </p:cNvPr>
          <p:cNvSpPr txBox="1"/>
          <p:nvPr/>
        </p:nvSpPr>
        <p:spPr>
          <a:xfrm>
            <a:off x="3520651" y="2131596"/>
            <a:ext cx="2399391" cy="266269"/>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1625" b="1" dirty="0">
                <a:solidFill>
                  <a:prstClr val="white"/>
                </a:solidFill>
                <a:latin typeface="Segoe UI"/>
                <a:cs typeface="+mn-cs"/>
              </a:rPr>
              <a:t>YEAR 2</a:t>
            </a:r>
          </a:p>
        </p:txBody>
      </p:sp>
      <p:sp>
        <p:nvSpPr>
          <p:cNvPr id="25" name="TextBox 24">
            <a:extLst>
              <a:ext uri="{FF2B5EF4-FFF2-40B4-BE49-F238E27FC236}">
                <a16:creationId xmlns:a16="http://schemas.microsoft.com/office/drawing/2014/main" id="{6BE10244-C7A1-1442-8DFB-12D0727A1270}"/>
              </a:ext>
            </a:extLst>
          </p:cNvPr>
          <p:cNvSpPr txBox="1"/>
          <p:nvPr/>
        </p:nvSpPr>
        <p:spPr>
          <a:xfrm>
            <a:off x="6384231" y="2438762"/>
            <a:ext cx="2399391" cy="266269"/>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1625" b="1" dirty="0">
                <a:solidFill>
                  <a:prstClr val="white"/>
                </a:solidFill>
                <a:latin typeface="Segoe UI"/>
                <a:cs typeface="+mn-cs"/>
              </a:rPr>
              <a:t>YEAR 3</a:t>
            </a:r>
          </a:p>
        </p:txBody>
      </p:sp>
      <p:grpSp>
        <p:nvGrpSpPr>
          <p:cNvPr id="128" name="Group 127">
            <a:extLst>
              <a:ext uri="{FF2B5EF4-FFF2-40B4-BE49-F238E27FC236}">
                <a16:creationId xmlns:a16="http://schemas.microsoft.com/office/drawing/2014/main" id="{DC7E8D05-AD4E-F019-1DC8-48CDCF45DF98}"/>
              </a:ext>
            </a:extLst>
          </p:cNvPr>
          <p:cNvGrpSpPr/>
          <p:nvPr/>
        </p:nvGrpSpPr>
        <p:grpSpPr>
          <a:xfrm>
            <a:off x="720355" y="2319003"/>
            <a:ext cx="994870" cy="1038647"/>
            <a:chOff x="837828" y="2029752"/>
            <a:chExt cx="1224136" cy="1278002"/>
          </a:xfrm>
        </p:grpSpPr>
        <p:sp>
          <p:nvSpPr>
            <p:cNvPr id="124" name="Rectangle: Rounded Corners 123">
              <a:extLst>
                <a:ext uri="{FF2B5EF4-FFF2-40B4-BE49-F238E27FC236}">
                  <a16:creationId xmlns:a16="http://schemas.microsoft.com/office/drawing/2014/main" id="{480AABFD-DA12-B6FB-134B-70C383F8ABA5}"/>
                </a:ext>
              </a:extLst>
            </p:cNvPr>
            <p:cNvSpPr/>
            <p:nvPr/>
          </p:nvSpPr>
          <p:spPr>
            <a:xfrm>
              <a:off x="837828" y="2285444"/>
              <a:ext cx="1224136" cy="1022310"/>
            </a:xfrm>
            <a:prstGeom prst="roundRect">
              <a:avLst>
                <a:gd name="adj" fmla="val 11858"/>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25" name="TextBox 124">
              <a:extLst>
                <a:ext uri="{FF2B5EF4-FFF2-40B4-BE49-F238E27FC236}">
                  <a16:creationId xmlns:a16="http://schemas.microsoft.com/office/drawing/2014/main" id="{852544DA-241A-B2FF-A013-324B8C70CBCA}"/>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01</a:t>
              </a:r>
            </a:p>
          </p:txBody>
        </p:sp>
        <p:sp>
          <p:nvSpPr>
            <p:cNvPr id="127" name="TextBox 126">
              <a:extLst>
                <a:ext uri="{FF2B5EF4-FFF2-40B4-BE49-F238E27FC236}">
                  <a16:creationId xmlns:a16="http://schemas.microsoft.com/office/drawing/2014/main" id="{C1E32190-8CD5-3AB3-F685-CB2784320762}"/>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29" name="Group 128">
            <a:extLst>
              <a:ext uri="{FF2B5EF4-FFF2-40B4-BE49-F238E27FC236}">
                <a16:creationId xmlns:a16="http://schemas.microsoft.com/office/drawing/2014/main" id="{9B0B3961-1620-82D4-F264-9E234F8A15A3}"/>
              </a:ext>
            </a:extLst>
          </p:cNvPr>
          <p:cNvGrpSpPr/>
          <p:nvPr/>
        </p:nvGrpSpPr>
        <p:grpSpPr>
          <a:xfrm>
            <a:off x="1941234" y="2319003"/>
            <a:ext cx="994870" cy="1038647"/>
            <a:chOff x="837828" y="2029752"/>
            <a:chExt cx="1224136" cy="1278002"/>
          </a:xfrm>
        </p:grpSpPr>
        <p:sp>
          <p:nvSpPr>
            <p:cNvPr id="130" name="Rectangle: Rounded Corners 129">
              <a:extLst>
                <a:ext uri="{FF2B5EF4-FFF2-40B4-BE49-F238E27FC236}">
                  <a16:creationId xmlns:a16="http://schemas.microsoft.com/office/drawing/2014/main" id="{9A24C01D-1025-2C85-A20B-AE7664249205}"/>
                </a:ext>
              </a:extLst>
            </p:cNvPr>
            <p:cNvSpPr/>
            <p:nvPr/>
          </p:nvSpPr>
          <p:spPr>
            <a:xfrm>
              <a:off x="837828" y="2285444"/>
              <a:ext cx="1224136" cy="1022310"/>
            </a:xfrm>
            <a:prstGeom prst="roundRect">
              <a:avLst>
                <a:gd name="adj" fmla="val 11858"/>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31" name="TextBox 130">
              <a:extLst>
                <a:ext uri="{FF2B5EF4-FFF2-40B4-BE49-F238E27FC236}">
                  <a16:creationId xmlns:a16="http://schemas.microsoft.com/office/drawing/2014/main" id="{1A3A549A-4AB8-10FE-66B1-F5712857E0AA}"/>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02</a:t>
              </a:r>
            </a:p>
          </p:txBody>
        </p:sp>
        <p:sp>
          <p:nvSpPr>
            <p:cNvPr id="132" name="TextBox 131">
              <a:extLst>
                <a:ext uri="{FF2B5EF4-FFF2-40B4-BE49-F238E27FC236}">
                  <a16:creationId xmlns:a16="http://schemas.microsoft.com/office/drawing/2014/main" id="{448CB76E-B1E6-0AE3-8775-B12580590112}"/>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36" name="Group 135">
            <a:extLst>
              <a:ext uri="{FF2B5EF4-FFF2-40B4-BE49-F238E27FC236}">
                <a16:creationId xmlns:a16="http://schemas.microsoft.com/office/drawing/2014/main" id="{A980FC6E-0DDA-1627-A501-731D3CF0459C}"/>
              </a:ext>
            </a:extLst>
          </p:cNvPr>
          <p:cNvGrpSpPr/>
          <p:nvPr/>
        </p:nvGrpSpPr>
        <p:grpSpPr>
          <a:xfrm>
            <a:off x="720355" y="3515282"/>
            <a:ext cx="994870" cy="1038647"/>
            <a:chOff x="837828" y="2029752"/>
            <a:chExt cx="1224136" cy="1278002"/>
          </a:xfrm>
        </p:grpSpPr>
        <p:sp>
          <p:nvSpPr>
            <p:cNvPr id="141" name="Rectangle: Rounded Corners 140">
              <a:extLst>
                <a:ext uri="{FF2B5EF4-FFF2-40B4-BE49-F238E27FC236}">
                  <a16:creationId xmlns:a16="http://schemas.microsoft.com/office/drawing/2014/main" id="{B3349AE1-EFD4-DD09-941A-EFC33C715777}"/>
                </a:ext>
              </a:extLst>
            </p:cNvPr>
            <p:cNvSpPr/>
            <p:nvPr/>
          </p:nvSpPr>
          <p:spPr>
            <a:xfrm>
              <a:off x="837828" y="2285444"/>
              <a:ext cx="1224136" cy="1022310"/>
            </a:xfrm>
            <a:prstGeom prst="roundRect">
              <a:avLst>
                <a:gd name="adj" fmla="val 11858"/>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42" name="TextBox 141">
              <a:extLst>
                <a:ext uri="{FF2B5EF4-FFF2-40B4-BE49-F238E27FC236}">
                  <a16:creationId xmlns:a16="http://schemas.microsoft.com/office/drawing/2014/main" id="{ED9C91D3-8165-40A9-8EC9-6E65104D186C}"/>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03</a:t>
              </a:r>
            </a:p>
          </p:txBody>
        </p:sp>
        <p:sp>
          <p:nvSpPr>
            <p:cNvPr id="143" name="TextBox 142">
              <a:extLst>
                <a:ext uri="{FF2B5EF4-FFF2-40B4-BE49-F238E27FC236}">
                  <a16:creationId xmlns:a16="http://schemas.microsoft.com/office/drawing/2014/main" id="{6BBABD81-3EAC-08AD-B0DC-79DB01BD8EC5}"/>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37" name="Group 136">
            <a:extLst>
              <a:ext uri="{FF2B5EF4-FFF2-40B4-BE49-F238E27FC236}">
                <a16:creationId xmlns:a16="http://schemas.microsoft.com/office/drawing/2014/main" id="{2378F7B6-B531-2A80-0C62-9B4ACCDB46A4}"/>
              </a:ext>
            </a:extLst>
          </p:cNvPr>
          <p:cNvGrpSpPr/>
          <p:nvPr/>
        </p:nvGrpSpPr>
        <p:grpSpPr>
          <a:xfrm>
            <a:off x="1941234" y="3515282"/>
            <a:ext cx="994870" cy="1038647"/>
            <a:chOff x="837828" y="2029752"/>
            <a:chExt cx="1224136" cy="1278002"/>
          </a:xfrm>
        </p:grpSpPr>
        <p:sp>
          <p:nvSpPr>
            <p:cNvPr id="138" name="Rectangle: Rounded Corners 137">
              <a:extLst>
                <a:ext uri="{FF2B5EF4-FFF2-40B4-BE49-F238E27FC236}">
                  <a16:creationId xmlns:a16="http://schemas.microsoft.com/office/drawing/2014/main" id="{3C2AE72B-EC46-7810-21B9-5E924AAFB410}"/>
                </a:ext>
              </a:extLst>
            </p:cNvPr>
            <p:cNvSpPr/>
            <p:nvPr/>
          </p:nvSpPr>
          <p:spPr>
            <a:xfrm>
              <a:off x="837828" y="2285444"/>
              <a:ext cx="1224136" cy="1022310"/>
            </a:xfrm>
            <a:prstGeom prst="roundRect">
              <a:avLst>
                <a:gd name="adj" fmla="val 11858"/>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39" name="TextBox 138">
              <a:extLst>
                <a:ext uri="{FF2B5EF4-FFF2-40B4-BE49-F238E27FC236}">
                  <a16:creationId xmlns:a16="http://schemas.microsoft.com/office/drawing/2014/main" id="{819663DB-B4B0-A0F1-7A80-880112430B1B}"/>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04</a:t>
              </a:r>
            </a:p>
          </p:txBody>
        </p:sp>
        <p:sp>
          <p:nvSpPr>
            <p:cNvPr id="140" name="TextBox 139">
              <a:extLst>
                <a:ext uri="{FF2B5EF4-FFF2-40B4-BE49-F238E27FC236}">
                  <a16:creationId xmlns:a16="http://schemas.microsoft.com/office/drawing/2014/main" id="{A42ECC9A-D89A-AEF1-74BE-282C30C62363}"/>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45" name="Group 144">
            <a:extLst>
              <a:ext uri="{FF2B5EF4-FFF2-40B4-BE49-F238E27FC236}">
                <a16:creationId xmlns:a16="http://schemas.microsoft.com/office/drawing/2014/main" id="{1B744965-F9FB-2D4F-717B-17E788BBD20C}"/>
              </a:ext>
            </a:extLst>
          </p:cNvPr>
          <p:cNvGrpSpPr/>
          <p:nvPr/>
        </p:nvGrpSpPr>
        <p:grpSpPr>
          <a:xfrm>
            <a:off x="3603061" y="2654323"/>
            <a:ext cx="994870" cy="1038647"/>
            <a:chOff x="837828" y="2029752"/>
            <a:chExt cx="1224136" cy="1278002"/>
          </a:xfrm>
        </p:grpSpPr>
        <p:sp>
          <p:nvSpPr>
            <p:cNvPr id="150" name="Rectangle: Rounded Corners 149">
              <a:extLst>
                <a:ext uri="{FF2B5EF4-FFF2-40B4-BE49-F238E27FC236}">
                  <a16:creationId xmlns:a16="http://schemas.microsoft.com/office/drawing/2014/main" id="{E257B5E1-FBF7-3960-E344-5D923E4EED4F}"/>
                </a:ext>
              </a:extLst>
            </p:cNvPr>
            <p:cNvSpPr/>
            <p:nvPr/>
          </p:nvSpPr>
          <p:spPr>
            <a:xfrm>
              <a:off x="837828" y="2285444"/>
              <a:ext cx="1224136" cy="1022310"/>
            </a:xfrm>
            <a:prstGeom prst="roundRect">
              <a:avLst>
                <a:gd name="adj" fmla="val 11858"/>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51" name="TextBox 150">
              <a:extLst>
                <a:ext uri="{FF2B5EF4-FFF2-40B4-BE49-F238E27FC236}">
                  <a16:creationId xmlns:a16="http://schemas.microsoft.com/office/drawing/2014/main" id="{0A4A424A-0101-680E-25D4-A3A926C0CE5E}"/>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01</a:t>
              </a:r>
            </a:p>
          </p:txBody>
        </p:sp>
        <p:sp>
          <p:nvSpPr>
            <p:cNvPr id="152" name="TextBox 151">
              <a:extLst>
                <a:ext uri="{FF2B5EF4-FFF2-40B4-BE49-F238E27FC236}">
                  <a16:creationId xmlns:a16="http://schemas.microsoft.com/office/drawing/2014/main" id="{89199AEB-D45D-61F1-A2BB-AFBEE1399E2F}"/>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46" name="Group 145">
            <a:extLst>
              <a:ext uri="{FF2B5EF4-FFF2-40B4-BE49-F238E27FC236}">
                <a16:creationId xmlns:a16="http://schemas.microsoft.com/office/drawing/2014/main" id="{E0EE4E72-290F-567C-C58B-004BA7EF303F}"/>
              </a:ext>
            </a:extLst>
          </p:cNvPr>
          <p:cNvGrpSpPr/>
          <p:nvPr/>
        </p:nvGrpSpPr>
        <p:grpSpPr>
          <a:xfrm>
            <a:off x="4823940" y="2654323"/>
            <a:ext cx="994870" cy="1038647"/>
            <a:chOff x="837828" y="2029752"/>
            <a:chExt cx="1224136" cy="1278002"/>
          </a:xfrm>
        </p:grpSpPr>
        <p:sp>
          <p:nvSpPr>
            <p:cNvPr id="147" name="Rectangle: Rounded Corners 146">
              <a:extLst>
                <a:ext uri="{FF2B5EF4-FFF2-40B4-BE49-F238E27FC236}">
                  <a16:creationId xmlns:a16="http://schemas.microsoft.com/office/drawing/2014/main" id="{AC0E41B9-0795-DEB9-A122-8F03C337C0C8}"/>
                </a:ext>
              </a:extLst>
            </p:cNvPr>
            <p:cNvSpPr/>
            <p:nvPr/>
          </p:nvSpPr>
          <p:spPr>
            <a:xfrm>
              <a:off x="837828" y="2285444"/>
              <a:ext cx="1224136" cy="1022310"/>
            </a:xfrm>
            <a:prstGeom prst="roundRect">
              <a:avLst>
                <a:gd name="adj" fmla="val 11858"/>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48" name="TextBox 147">
              <a:extLst>
                <a:ext uri="{FF2B5EF4-FFF2-40B4-BE49-F238E27FC236}">
                  <a16:creationId xmlns:a16="http://schemas.microsoft.com/office/drawing/2014/main" id="{6A619465-7FA5-E1BD-1FD7-52C8FCFF53DC}"/>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02</a:t>
              </a:r>
            </a:p>
          </p:txBody>
        </p:sp>
        <p:sp>
          <p:nvSpPr>
            <p:cNvPr id="149" name="TextBox 148">
              <a:extLst>
                <a:ext uri="{FF2B5EF4-FFF2-40B4-BE49-F238E27FC236}">
                  <a16:creationId xmlns:a16="http://schemas.microsoft.com/office/drawing/2014/main" id="{DFBC5A42-BB14-4720-DB6F-F31792F517C0}"/>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54" name="Group 153">
            <a:extLst>
              <a:ext uri="{FF2B5EF4-FFF2-40B4-BE49-F238E27FC236}">
                <a16:creationId xmlns:a16="http://schemas.microsoft.com/office/drawing/2014/main" id="{80E0F61B-FAB4-DE94-5F53-BD5081FD405E}"/>
              </a:ext>
            </a:extLst>
          </p:cNvPr>
          <p:cNvGrpSpPr/>
          <p:nvPr/>
        </p:nvGrpSpPr>
        <p:grpSpPr>
          <a:xfrm>
            <a:off x="3603061" y="3850602"/>
            <a:ext cx="994870" cy="1038647"/>
            <a:chOff x="837828" y="2029752"/>
            <a:chExt cx="1224136" cy="1278002"/>
          </a:xfrm>
        </p:grpSpPr>
        <p:sp>
          <p:nvSpPr>
            <p:cNvPr id="159" name="Rectangle: Rounded Corners 158">
              <a:extLst>
                <a:ext uri="{FF2B5EF4-FFF2-40B4-BE49-F238E27FC236}">
                  <a16:creationId xmlns:a16="http://schemas.microsoft.com/office/drawing/2014/main" id="{71427383-EF03-7642-A695-A742D54742FA}"/>
                </a:ext>
              </a:extLst>
            </p:cNvPr>
            <p:cNvSpPr/>
            <p:nvPr/>
          </p:nvSpPr>
          <p:spPr>
            <a:xfrm>
              <a:off x="837828" y="2285444"/>
              <a:ext cx="1224136" cy="1022310"/>
            </a:xfrm>
            <a:prstGeom prst="roundRect">
              <a:avLst>
                <a:gd name="adj" fmla="val 11858"/>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60" name="TextBox 159">
              <a:extLst>
                <a:ext uri="{FF2B5EF4-FFF2-40B4-BE49-F238E27FC236}">
                  <a16:creationId xmlns:a16="http://schemas.microsoft.com/office/drawing/2014/main" id="{A1D02B4E-3C7B-F120-CDBD-88E564C5B52C}"/>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03</a:t>
              </a:r>
            </a:p>
          </p:txBody>
        </p:sp>
        <p:sp>
          <p:nvSpPr>
            <p:cNvPr id="161" name="TextBox 160">
              <a:extLst>
                <a:ext uri="{FF2B5EF4-FFF2-40B4-BE49-F238E27FC236}">
                  <a16:creationId xmlns:a16="http://schemas.microsoft.com/office/drawing/2014/main" id="{B58569D3-A1D9-C5A8-1E06-3F6AEA7427BB}"/>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55" name="Group 154">
            <a:extLst>
              <a:ext uri="{FF2B5EF4-FFF2-40B4-BE49-F238E27FC236}">
                <a16:creationId xmlns:a16="http://schemas.microsoft.com/office/drawing/2014/main" id="{780901A0-DC95-32B4-D110-A145F67F90C9}"/>
              </a:ext>
            </a:extLst>
          </p:cNvPr>
          <p:cNvGrpSpPr/>
          <p:nvPr/>
        </p:nvGrpSpPr>
        <p:grpSpPr>
          <a:xfrm>
            <a:off x="4823940" y="3850602"/>
            <a:ext cx="994870" cy="1038647"/>
            <a:chOff x="837828" y="2029752"/>
            <a:chExt cx="1224136" cy="1278002"/>
          </a:xfrm>
        </p:grpSpPr>
        <p:sp>
          <p:nvSpPr>
            <p:cNvPr id="156" name="Rectangle: Rounded Corners 155">
              <a:extLst>
                <a:ext uri="{FF2B5EF4-FFF2-40B4-BE49-F238E27FC236}">
                  <a16:creationId xmlns:a16="http://schemas.microsoft.com/office/drawing/2014/main" id="{CBB0CEC6-7C9D-AB25-B55B-D1940A10CF87}"/>
                </a:ext>
              </a:extLst>
            </p:cNvPr>
            <p:cNvSpPr/>
            <p:nvPr/>
          </p:nvSpPr>
          <p:spPr>
            <a:xfrm>
              <a:off x="837828" y="2285444"/>
              <a:ext cx="1224136" cy="1022310"/>
            </a:xfrm>
            <a:prstGeom prst="roundRect">
              <a:avLst>
                <a:gd name="adj" fmla="val 11858"/>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57" name="TextBox 156">
              <a:extLst>
                <a:ext uri="{FF2B5EF4-FFF2-40B4-BE49-F238E27FC236}">
                  <a16:creationId xmlns:a16="http://schemas.microsoft.com/office/drawing/2014/main" id="{EF2C2BF9-BEA6-2914-F156-05674CD6B23E}"/>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04</a:t>
              </a:r>
            </a:p>
          </p:txBody>
        </p:sp>
        <p:sp>
          <p:nvSpPr>
            <p:cNvPr id="158" name="TextBox 157">
              <a:extLst>
                <a:ext uri="{FF2B5EF4-FFF2-40B4-BE49-F238E27FC236}">
                  <a16:creationId xmlns:a16="http://schemas.microsoft.com/office/drawing/2014/main" id="{8C7A6455-0F0C-A2BD-9523-A7A0819FBF72}"/>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63" name="Group 162">
            <a:extLst>
              <a:ext uri="{FF2B5EF4-FFF2-40B4-BE49-F238E27FC236}">
                <a16:creationId xmlns:a16="http://schemas.microsoft.com/office/drawing/2014/main" id="{8DDF53A7-C235-2A3D-43B9-358C26D739D0}"/>
              </a:ext>
            </a:extLst>
          </p:cNvPr>
          <p:cNvGrpSpPr/>
          <p:nvPr/>
        </p:nvGrpSpPr>
        <p:grpSpPr>
          <a:xfrm>
            <a:off x="6485766" y="2989643"/>
            <a:ext cx="994870" cy="1038647"/>
            <a:chOff x="837828" y="2029752"/>
            <a:chExt cx="1224136" cy="1278002"/>
          </a:xfrm>
        </p:grpSpPr>
        <p:sp>
          <p:nvSpPr>
            <p:cNvPr id="168" name="Rectangle: Rounded Corners 167">
              <a:extLst>
                <a:ext uri="{FF2B5EF4-FFF2-40B4-BE49-F238E27FC236}">
                  <a16:creationId xmlns:a16="http://schemas.microsoft.com/office/drawing/2014/main" id="{4BA8B7E8-D84B-EF46-8D8C-F3EFC89B1767}"/>
                </a:ext>
              </a:extLst>
            </p:cNvPr>
            <p:cNvSpPr/>
            <p:nvPr/>
          </p:nvSpPr>
          <p:spPr>
            <a:xfrm>
              <a:off x="837828" y="2285444"/>
              <a:ext cx="1224136" cy="1022310"/>
            </a:xfrm>
            <a:prstGeom prst="roundRect">
              <a:avLst>
                <a:gd name="adj" fmla="val 11858"/>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69" name="TextBox 168">
              <a:extLst>
                <a:ext uri="{FF2B5EF4-FFF2-40B4-BE49-F238E27FC236}">
                  <a16:creationId xmlns:a16="http://schemas.microsoft.com/office/drawing/2014/main" id="{85DACFF6-B7AD-5E3B-8D14-1F358D1AAA3D}"/>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01</a:t>
              </a:r>
            </a:p>
          </p:txBody>
        </p:sp>
        <p:sp>
          <p:nvSpPr>
            <p:cNvPr id="170" name="TextBox 169">
              <a:extLst>
                <a:ext uri="{FF2B5EF4-FFF2-40B4-BE49-F238E27FC236}">
                  <a16:creationId xmlns:a16="http://schemas.microsoft.com/office/drawing/2014/main" id="{35B544F3-2212-6EFC-EDEB-6BB3F5A051D4}"/>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64" name="Group 163">
            <a:extLst>
              <a:ext uri="{FF2B5EF4-FFF2-40B4-BE49-F238E27FC236}">
                <a16:creationId xmlns:a16="http://schemas.microsoft.com/office/drawing/2014/main" id="{D0E20C5D-2291-4AE0-5ADA-B8F0116CF5D9}"/>
              </a:ext>
            </a:extLst>
          </p:cNvPr>
          <p:cNvGrpSpPr/>
          <p:nvPr/>
        </p:nvGrpSpPr>
        <p:grpSpPr>
          <a:xfrm>
            <a:off x="7706645" y="2989643"/>
            <a:ext cx="994870" cy="1038647"/>
            <a:chOff x="837828" y="2029752"/>
            <a:chExt cx="1224136" cy="1278002"/>
          </a:xfrm>
        </p:grpSpPr>
        <p:sp>
          <p:nvSpPr>
            <p:cNvPr id="165" name="Rectangle: Rounded Corners 164">
              <a:extLst>
                <a:ext uri="{FF2B5EF4-FFF2-40B4-BE49-F238E27FC236}">
                  <a16:creationId xmlns:a16="http://schemas.microsoft.com/office/drawing/2014/main" id="{BA4BEA72-94CB-6F0A-05B4-FED6B824A926}"/>
                </a:ext>
              </a:extLst>
            </p:cNvPr>
            <p:cNvSpPr/>
            <p:nvPr/>
          </p:nvSpPr>
          <p:spPr>
            <a:xfrm>
              <a:off x="837828" y="2285444"/>
              <a:ext cx="1224136" cy="1022310"/>
            </a:xfrm>
            <a:prstGeom prst="roundRect">
              <a:avLst>
                <a:gd name="adj" fmla="val 11858"/>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66" name="TextBox 165">
              <a:extLst>
                <a:ext uri="{FF2B5EF4-FFF2-40B4-BE49-F238E27FC236}">
                  <a16:creationId xmlns:a16="http://schemas.microsoft.com/office/drawing/2014/main" id="{A2786DE9-B2BD-549A-ADB4-BB9F5E3DAE43}"/>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02</a:t>
              </a:r>
            </a:p>
          </p:txBody>
        </p:sp>
        <p:sp>
          <p:nvSpPr>
            <p:cNvPr id="167" name="TextBox 166">
              <a:extLst>
                <a:ext uri="{FF2B5EF4-FFF2-40B4-BE49-F238E27FC236}">
                  <a16:creationId xmlns:a16="http://schemas.microsoft.com/office/drawing/2014/main" id="{595BAB81-AAE1-C176-72F7-915710B981ED}"/>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72" name="Group 171">
            <a:extLst>
              <a:ext uri="{FF2B5EF4-FFF2-40B4-BE49-F238E27FC236}">
                <a16:creationId xmlns:a16="http://schemas.microsoft.com/office/drawing/2014/main" id="{0AC667CB-6312-9F1B-2D7B-BE8FA3B25FC4}"/>
              </a:ext>
            </a:extLst>
          </p:cNvPr>
          <p:cNvGrpSpPr/>
          <p:nvPr/>
        </p:nvGrpSpPr>
        <p:grpSpPr>
          <a:xfrm>
            <a:off x="6485766" y="4185923"/>
            <a:ext cx="994870" cy="1038647"/>
            <a:chOff x="837828" y="2029752"/>
            <a:chExt cx="1224136" cy="1278002"/>
          </a:xfrm>
        </p:grpSpPr>
        <p:sp>
          <p:nvSpPr>
            <p:cNvPr id="177" name="Rectangle: Rounded Corners 176">
              <a:extLst>
                <a:ext uri="{FF2B5EF4-FFF2-40B4-BE49-F238E27FC236}">
                  <a16:creationId xmlns:a16="http://schemas.microsoft.com/office/drawing/2014/main" id="{E28B0B7F-0951-D4B6-40E0-2B76FA337BD9}"/>
                </a:ext>
              </a:extLst>
            </p:cNvPr>
            <p:cNvSpPr/>
            <p:nvPr/>
          </p:nvSpPr>
          <p:spPr>
            <a:xfrm>
              <a:off x="837828" y="2285444"/>
              <a:ext cx="1224136" cy="1022310"/>
            </a:xfrm>
            <a:prstGeom prst="roundRect">
              <a:avLst>
                <a:gd name="adj" fmla="val 11858"/>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78" name="TextBox 177">
              <a:extLst>
                <a:ext uri="{FF2B5EF4-FFF2-40B4-BE49-F238E27FC236}">
                  <a16:creationId xmlns:a16="http://schemas.microsoft.com/office/drawing/2014/main" id="{E844E71D-73D8-968B-CFC3-3F4395506611}"/>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03</a:t>
              </a:r>
            </a:p>
          </p:txBody>
        </p:sp>
        <p:sp>
          <p:nvSpPr>
            <p:cNvPr id="179" name="TextBox 178">
              <a:extLst>
                <a:ext uri="{FF2B5EF4-FFF2-40B4-BE49-F238E27FC236}">
                  <a16:creationId xmlns:a16="http://schemas.microsoft.com/office/drawing/2014/main" id="{B621D6B3-77A6-1C88-3786-E34830FA4664}"/>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grpSp>
        <p:nvGrpSpPr>
          <p:cNvPr id="173" name="Group 172">
            <a:extLst>
              <a:ext uri="{FF2B5EF4-FFF2-40B4-BE49-F238E27FC236}">
                <a16:creationId xmlns:a16="http://schemas.microsoft.com/office/drawing/2014/main" id="{12D5640A-DBBF-0266-AEC4-A29D41ADA958}"/>
              </a:ext>
            </a:extLst>
          </p:cNvPr>
          <p:cNvGrpSpPr/>
          <p:nvPr/>
        </p:nvGrpSpPr>
        <p:grpSpPr>
          <a:xfrm>
            <a:off x="7706645" y="4185923"/>
            <a:ext cx="994870" cy="1038647"/>
            <a:chOff x="837828" y="2029752"/>
            <a:chExt cx="1224136" cy="1278002"/>
          </a:xfrm>
        </p:grpSpPr>
        <p:sp>
          <p:nvSpPr>
            <p:cNvPr id="174" name="Rectangle: Rounded Corners 173">
              <a:extLst>
                <a:ext uri="{FF2B5EF4-FFF2-40B4-BE49-F238E27FC236}">
                  <a16:creationId xmlns:a16="http://schemas.microsoft.com/office/drawing/2014/main" id="{B12C986F-183B-808D-D209-AFED3E0537B7}"/>
                </a:ext>
              </a:extLst>
            </p:cNvPr>
            <p:cNvSpPr/>
            <p:nvPr/>
          </p:nvSpPr>
          <p:spPr>
            <a:xfrm>
              <a:off x="837828" y="2285444"/>
              <a:ext cx="1224136" cy="1022310"/>
            </a:xfrm>
            <a:prstGeom prst="roundRect">
              <a:avLst>
                <a:gd name="adj" fmla="val 11858"/>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75" name="TextBox 174">
              <a:extLst>
                <a:ext uri="{FF2B5EF4-FFF2-40B4-BE49-F238E27FC236}">
                  <a16:creationId xmlns:a16="http://schemas.microsoft.com/office/drawing/2014/main" id="{9F4090F3-3852-878E-4C2B-53F234BB28F1}"/>
                </a:ext>
              </a:extLst>
            </p:cNvPr>
            <p:cNvSpPr txBox="1"/>
            <p:nvPr/>
          </p:nvSpPr>
          <p:spPr>
            <a:xfrm>
              <a:off x="837829" y="2029752"/>
              <a:ext cx="1080120" cy="199825"/>
            </a:xfrm>
            <a:prstGeom prst="rect">
              <a:avLst/>
            </a:prstGeom>
            <a:noFill/>
          </p:spPr>
          <p:txBody>
            <a:bodyPr wrap="square" lIns="0" tIns="0" rIns="0" bIns="0" rtlCol="0" anchor="ctr">
              <a:noAutofit/>
            </a:bodyPr>
            <a:lstStyle/>
            <a:p>
              <a:pPr defTabSz="990671" fontAlgn="auto">
                <a:spcBef>
                  <a:spcPts val="0"/>
                </a:spcBef>
                <a:spcAft>
                  <a:spcPts val="0"/>
                </a:spcAft>
                <a:defRPr/>
              </a:pPr>
              <a:r>
                <a:rPr lang="en-IN" sz="975" b="1" dirty="0">
                  <a:solidFill>
                    <a:prstClr val="black">
                      <a:lumMod val="85000"/>
                      <a:lumOff val="15000"/>
                    </a:prstClr>
                  </a:solidFill>
                  <a:latin typeface="Segoe UI"/>
                  <a:cs typeface="+mn-cs"/>
                </a:rPr>
                <a:t>Plan 04</a:t>
              </a:r>
            </a:p>
          </p:txBody>
        </p:sp>
        <p:sp>
          <p:nvSpPr>
            <p:cNvPr id="176" name="TextBox 175">
              <a:extLst>
                <a:ext uri="{FF2B5EF4-FFF2-40B4-BE49-F238E27FC236}">
                  <a16:creationId xmlns:a16="http://schemas.microsoft.com/office/drawing/2014/main" id="{A2D83C0C-BF1A-6095-2D2C-338A5A988819}"/>
                </a:ext>
              </a:extLst>
            </p:cNvPr>
            <p:cNvSpPr txBox="1"/>
            <p:nvPr/>
          </p:nvSpPr>
          <p:spPr>
            <a:xfrm>
              <a:off x="981844" y="2416194"/>
              <a:ext cx="936104" cy="738102"/>
            </a:xfrm>
            <a:prstGeom prst="rect">
              <a:avLst/>
            </a:prstGeom>
            <a:noFill/>
          </p:spPr>
          <p:txBody>
            <a:bodyPr wrap="square" lIns="0" tIns="0" rIns="0" bIns="0" rtlCol="0" anchor="t">
              <a:noAutofit/>
            </a:bodyPr>
            <a:lstStyle/>
            <a:p>
              <a:pPr defTabSz="990671" fontAlgn="auto">
                <a:lnSpc>
                  <a:spcPct val="90000"/>
                </a:lnSpc>
                <a:spcBef>
                  <a:spcPts val="0"/>
                </a:spcBef>
                <a:spcAft>
                  <a:spcPts val="0"/>
                </a:spcAft>
                <a:defRPr/>
              </a:pPr>
              <a:r>
                <a:rPr lang="en-US" sz="1138" kern="0" dirty="0">
                  <a:solidFill>
                    <a:prstClr val="black">
                      <a:lumMod val="85000"/>
                      <a:lumOff val="15000"/>
                    </a:prstClr>
                  </a:solidFill>
                  <a:latin typeface="Segoe UI"/>
                  <a:cs typeface="Arial" panose="020B0604020202020204" pitchFamily="34" charset="0"/>
                </a:rPr>
                <a:t>Insert your desired text here.</a:t>
              </a:r>
              <a:endParaRPr lang="en-IN" sz="1138" dirty="0">
                <a:solidFill>
                  <a:prstClr val="black">
                    <a:lumMod val="95000"/>
                    <a:lumOff val="5000"/>
                  </a:prstClr>
                </a:solidFill>
                <a:latin typeface="Segoe UI"/>
                <a:cs typeface="+mn-cs"/>
              </a:endParaRPr>
            </a:p>
          </p:txBody>
        </p:sp>
      </p:grpSp>
    </p:spTree>
    <p:extLst>
      <p:ext uri="{BB962C8B-B14F-4D97-AF65-F5344CB8AC3E}">
        <p14:creationId xmlns:p14="http://schemas.microsoft.com/office/powerpoint/2010/main" val="251528196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lumMod val="95000"/>
            <a:alpha val="50000"/>
          </a:schemeClr>
        </a:solidFill>
        <a:effectLst/>
      </p:bgPr>
    </p:bg>
    <p:spTree>
      <p:nvGrpSpPr>
        <p:cNvPr id="1" name="">
          <a:extLst>
            <a:ext uri="{FF2B5EF4-FFF2-40B4-BE49-F238E27FC236}">
              <a16:creationId xmlns:a16="http://schemas.microsoft.com/office/drawing/2014/main" id="{5DBE4A63-AD5D-B9CC-4D52-639101296B61}"/>
            </a:ext>
          </a:extLst>
        </p:cNvPr>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67C7369-7532-1252-E9DE-CC8714ACB513}"/>
              </a:ext>
            </a:extLst>
          </p:cNvPr>
          <p:cNvCxnSpPr>
            <a:cxnSpLocks/>
          </p:cNvCxnSpPr>
          <p:nvPr/>
        </p:nvCxnSpPr>
        <p:spPr>
          <a:xfrm>
            <a:off x="5362653" y="2258565"/>
            <a:ext cx="1580432" cy="0"/>
          </a:xfrm>
          <a:prstGeom prst="line">
            <a:avLst/>
          </a:prstGeom>
          <a:ln w="254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27CFBE32-BA7E-5EA9-8C2C-2298F58AE714}"/>
              </a:ext>
            </a:extLst>
          </p:cNvPr>
          <p:cNvSpPr>
            <a:spLocks noGrp="1"/>
          </p:cNvSpPr>
          <p:nvPr>
            <p:ph type="title"/>
          </p:nvPr>
        </p:nvSpPr>
        <p:spPr>
          <a:xfrm>
            <a:off x="495301" y="865414"/>
            <a:ext cx="8915400" cy="577904"/>
          </a:xfrm>
        </p:spPr>
        <p:txBody>
          <a:bodyPr/>
          <a:lstStyle/>
          <a:p>
            <a:r>
              <a:rPr lang="en-IN" dirty="0">
                <a:solidFill>
                  <a:schemeClr val="tx1">
                    <a:lumMod val="85000"/>
                    <a:lumOff val="15000"/>
                  </a:schemeClr>
                </a:solidFill>
              </a:rPr>
              <a:t>Iceberg Diagram Slide Template for PowerPoint</a:t>
            </a:r>
          </a:p>
        </p:txBody>
      </p:sp>
      <p:sp>
        <p:nvSpPr>
          <p:cNvPr id="2" name="TextBox 1">
            <a:extLst>
              <a:ext uri="{FF2B5EF4-FFF2-40B4-BE49-F238E27FC236}">
                <a16:creationId xmlns:a16="http://schemas.microsoft.com/office/drawing/2014/main" id="{1911F841-64D3-9F07-D19A-293D9BE23F9E}"/>
              </a:ext>
            </a:extLst>
          </p:cNvPr>
          <p:cNvSpPr txBox="1"/>
          <p:nvPr/>
        </p:nvSpPr>
        <p:spPr>
          <a:xfrm>
            <a:off x="622391" y="4630128"/>
            <a:ext cx="2173175" cy="730090"/>
          </a:xfrm>
          <a:prstGeom prst="rect">
            <a:avLst/>
          </a:prstGeom>
          <a:noFill/>
        </p:spPr>
        <p:txBody>
          <a:bodyPr wrap="square" lIns="0" tIns="0" rIns="0" bIns="0" rtlCol="0" anchor="ctr">
            <a:noAutofit/>
          </a:bodyPr>
          <a:lstStyle/>
          <a:p>
            <a:pPr algn="r" defTabSz="990671" fontAlgn="auto">
              <a:spcBef>
                <a:spcPts val="0"/>
              </a:spcBef>
              <a:spcAft>
                <a:spcPts val="0"/>
              </a:spcAft>
              <a:defRPr/>
            </a:pPr>
            <a:r>
              <a:rPr lang="en-IN" sz="1300"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This is a sample text.</a:t>
            </a:r>
            <a:endParaRPr lang="en-IN" sz="1300" dirty="0">
              <a:solidFill>
                <a:prstClr val="black"/>
              </a:solidFill>
              <a:latin typeface="Segoe UI"/>
              <a:cs typeface="+mn-cs"/>
            </a:endParaRPr>
          </a:p>
        </p:txBody>
      </p:sp>
      <p:sp>
        <p:nvSpPr>
          <p:cNvPr id="3" name="TextBox 2">
            <a:extLst>
              <a:ext uri="{FF2B5EF4-FFF2-40B4-BE49-F238E27FC236}">
                <a16:creationId xmlns:a16="http://schemas.microsoft.com/office/drawing/2014/main" id="{85F4E20D-764D-5BD8-CE6F-9E88147EA010}"/>
              </a:ext>
            </a:extLst>
          </p:cNvPr>
          <p:cNvSpPr txBox="1"/>
          <p:nvPr/>
        </p:nvSpPr>
        <p:spPr>
          <a:xfrm>
            <a:off x="857411" y="1879606"/>
            <a:ext cx="1975613" cy="730090"/>
          </a:xfrm>
          <a:prstGeom prst="rect">
            <a:avLst/>
          </a:prstGeom>
          <a:noFill/>
        </p:spPr>
        <p:txBody>
          <a:bodyPr wrap="square" lIns="0" tIns="0" rIns="0" bIns="0" rtlCol="0" anchor="ctr">
            <a:noAutofit/>
          </a:bodyPr>
          <a:lstStyle/>
          <a:p>
            <a:pPr algn="r" defTabSz="990671" fontAlgn="auto">
              <a:spcBef>
                <a:spcPts val="0"/>
              </a:spcBef>
              <a:spcAft>
                <a:spcPts val="0"/>
              </a:spcAft>
              <a:defRPr/>
            </a:pPr>
            <a:r>
              <a:rPr lang="en-IN" sz="1300"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This is a sample text.</a:t>
            </a:r>
            <a:endParaRPr lang="en-IN" sz="1300" dirty="0">
              <a:solidFill>
                <a:prstClr val="black"/>
              </a:solidFill>
              <a:latin typeface="Segoe UI"/>
              <a:cs typeface="+mn-cs"/>
            </a:endParaRPr>
          </a:p>
        </p:txBody>
      </p:sp>
      <p:sp>
        <p:nvSpPr>
          <p:cNvPr id="5" name="TextBox 4">
            <a:extLst>
              <a:ext uri="{FF2B5EF4-FFF2-40B4-BE49-F238E27FC236}">
                <a16:creationId xmlns:a16="http://schemas.microsoft.com/office/drawing/2014/main" id="{1B64828F-301F-3666-74F2-45722D132833}"/>
              </a:ext>
            </a:extLst>
          </p:cNvPr>
          <p:cNvSpPr txBox="1"/>
          <p:nvPr/>
        </p:nvSpPr>
        <p:spPr>
          <a:xfrm>
            <a:off x="7244413" y="4316820"/>
            <a:ext cx="1828517" cy="122611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7802" b="1" dirty="0">
                <a:solidFill>
                  <a:srgbClr val="153153">
                    <a:lumMod val="60000"/>
                    <a:lumOff val="40000"/>
                  </a:srgbClr>
                </a:solidFill>
                <a:latin typeface="Segoe UI"/>
                <a:cs typeface="+mn-cs"/>
              </a:rPr>
              <a:t>62</a:t>
            </a:r>
            <a:r>
              <a:rPr lang="en-US" sz="3251" b="1" dirty="0">
                <a:solidFill>
                  <a:srgbClr val="153153">
                    <a:lumMod val="60000"/>
                    <a:lumOff val="40000"/>
                  </a:srgbClr>
                </a:solidFill>
                <a:latin typeface="Segoe UI"/>
                <a:cs typeface="+mn-cs"/>
              </a:rPr>
              <a:t>%</a:t>
            </a:r>
            <a:endParaRPr lang="en-IN" sz="7802" b="1" dirty="0">
              <a:solidFill>
                <a:srgbClr val="153153">
                  <a:lumMod val="60000"/>
                  <a:lumOff val="40000"/>
                </a:srgbClr>
              </a:solidFill>
              <a:latin typeface="Segoe UI"/>
              <a:cs typeface="+mn-cs"/>
            </a:endParaRPr>
          </a:p>
        </p:txBody>
      </p:sp>
      <p:sp>
        <p:nvSpPr>
          <p:cNvPr id="6" name="TextBox 5">
            <a:extLst>
              <a:ext uri="{FF2B5EF4-FFF2-40B4-BE49-F238E27FC236}">
                <a16:creationId xmlns:a16="http://schemas.microsoft.com/office/drawing/2014/main" id="{705C3F35-B391-EC2A-16C6-FF4A1C1318E4}"/>
              </a:ext>
            </a:extLst>
          </p:cNvPr>
          <p:cNvSpPr txBox="1"/>
          <p:nvPr/>
        </p:nvSpPr>
        <p:spPr>
          <a:xfrm>
            <a:off x="7244413" y="1573996"/>
            <a:ext cx="1828517" cy="1226115"/>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7802" b="1" dirty="0">
                <a:solidFill>
                  <a:srgbClr val="153153">
                    <a:lumMod val="60000"/>
                    <a:lumOff val="40000"/>
                  </a:srgbClr>
                </a:solidFill>
                <a:latin typeface="Segoe UI"/>
                <a:cs typeface="+mn-cs"/>
              </a:rPr>
              <a:t>38</a:t>
            </a:r>
            <a:r>
              <a:rPr lang="en-US" sz="3251" b="1" dirty="0">
                <a:solidFill>
                  <a:srgbClr val="153153">
                    <a:lumMod val="60000"/>
                    <a:lumOff val="40000"/>
                  </a:srgbClr>
                </a:solidFill>
                <a:latin typeface="Segoe UI"/>
                <a:cs typeface="+mn-cs"/>
              </a:rPr>
              <a:t>%</a:t>
            </a:r>
            <a:endParaRPr lang="en-IN" sz="7802" b="1" dirty="0">
              <a:solidFill>
                <a:srgbClr val="153153">
                  <a:lumMod val="60000"/>
                  <a:lumOff val="40000"/>
                </a:srgbClr>
              </a:solidFill>
              <a:latin typeface="Segoe UI"/>
              <a:cs typeface="+mn-cs"/>
            </a:endParaRPr>
          </a:p>
        </p:txBody>
      </p:sp>
      <p:cxnSp>
        <p:nvCxnSpPr>
          <p:cNvPr id="7" name="Straight Connector 6">
            <a:extLst>
              <a:ext uri="{FF2B5EF4-FFF2-40B4-BE49-F238E27FC236}">
                <a16:creationId xmlns:a16="http://schemas.microsoft.com/office/drawing/2014/main" id="{A15CA56C-B997-42AC-663C-20BD45065459}"/>
              </a:ext>
            </a:extLst>
          </p:cNvPr>
          <p:cNvCxnSpPr>
            <a:cxnSpLocks/>
          </p:cNvCxnSpPr>
          <p:nvPr/>
        </p:nvCxnSpPr>
        <p:spPr>
          <a:xfrm>
            <a:off x="5636400" y="4935450"/>
            <a:ext cx="1306685" cy="0"/>
          </a:xfrm>
          <a:prstGeom prst="line">
            <a:avLst/>
          </a:prstGeom>
          <a:ln w="254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A17FB1E2-ABD8-E807-DF2F-62567A4BE4E6}"/>
              </a:ext>
            </a:extLst>
          </p:cNvPr>
          <p:cNvGrpSpPr/>
          <p:nvPr/>
        </p:nvGrpSpPr>
        <p:grpSpPr>
          <a:xfrm>
            <a:off x="3114703" y="1592306"/>
            <a:ext cx="3676594" cy="4279198"/>
            <a:chOff x="3643758" y="1124744"/>
            <a:chExt cx="4900432" cy="5703628"/>
          </a:xfrm>
        </p:grpSpPr>
        <p:sp>
          <p:nvSpPr>
            <p:cNvPr id="11" name="Freeform: Shape 10">
              <a:extLst>
                <a:ext uri="{FF2B5EF4-FFF2-40B4-BE49-F238E27FC236}">
                  <a16:creationId xmlns:a16="http://schemas.microsoft.com/office/drawing/2014/main" id="{9FF70B78-A47F-B3EF-A0B8-80305800116A}"/>
                </a:ext>
              </a:extLst>
            </p:cNvPr>
            <p:cNvSpPr/>
            <p:nvPr/>
          </p:nvSpPr>
          <p:spPr>
            <a:xfrm>
              <a:off x="3643758" y="1124744"/>
              <a:ext cx="4900431" cy="5703627"/>
            </a:xfrm>
            <a:custGeom>
              <a:avLst/>
              <a:gdLst>
                <a:gd name="connsiteX0" fmla="*/ 2052441 w 4900431"/>
                <a:gd name="connsiteY0" fmla="*/ 0 h 5703627"/>
                <a:gd name="connsiteX1" fmla="*/ 2513345 w 4900431"/>
                <a:gd name="connsiteY1" fmla="*/ 282658 h 5703627"/>
                <a:gd name="connsiteX2" fmla="*/ 3361101 w 4900431"/>
                <a:gd name="connsiteY2" fmla="*/ 1212111 h 5703627"/>
                <a:gd name="connsiteX3" fmla="*/ 3859358 w 4900431"/>
                <a:gd name="connsiteY3" fmla="*/ 1049593 h 5703627"/>
                <a:gd name="connsiteX4" fmla="*/ 4900432 w 4900431"/>
                <a:gd name="connsiteY4" fmla="*/ 1963100 h 5703627"/>
                <a:gd name="connsiteX5" fmla="*/ 4550932 w 4900431"/>
                <a:gd name="connsiteY5" fmla="*/ 2855418 h 5703627"/>
                <a:gd name="connsiteX6" fmla="*/ 4134589 w 4900431"/>
                <a:gd name="connsiteY6" fmla="*/ 3599199 h 5703627"/>
                <a:gd name="connsiteX7" fmla="*/ 3740310 w 4900431"/>
                <a:gd name="connsiteY7" fmla="*/ 4484090 h 5703627"/>
                <a:gd name="connsiteX8" fmla="*/ 2253185 w 4900431"/>
                <a:gd name="connsiteY8" fmla="*/ 5703628 h 5703627"/>
                <a:gd name="connsiteX9" fmla="*/ 1762356 w 4900431"/>
                <a:gd name="connsiteY9" fmla="*/ 4818737 h 5703627"/>
                <a:gd name="connsiteX10" fmla="*/ 639586 w 4900431"/>
                <a:gd name="connsiteY10" fmla="*/ 3822224 h 5703627"/>
                <a:gd name="connsiteX11" fmla="*/ 66842 w 4900431"/>
                <a:gd name="connsiteY11" fmla="*/ 3257125 h 5703627"/>
                <a:gd name="connsiteX12" fmla="*/ 0 w 4900431"/>
                <a:gd name="connsiteY12" fmla="*/ 1955673 h 5703627"/>
                <a:gd name="connsiteX13" fmla="*/ 669293 w 4900431"/>
                <a:gd name="connsiteY13" fmla="*/ 1197257 h 5703627"/>
                <a:gd name="connsiteX14" fmla="*/ 1212111 w 4900431"/>
                <a:gd name="connsiteY14" fmla="*/ 1293807 h 5703627"/>
                <a:gd name="connsiteX15" fmla="*/ 2052441 w 4900431"/>
                <a:gd name="connsiteY15" fmla="*/ 0 h 5703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900431" h="5703627">
                  <a:moveTo>
                    <a:pt x="2052441" y="0"/>
                  </a:moveTo>
                  <a:lnTo>
                    <a:pt x="2513345" y="282658"/>
                  </a:lnTo>
                  <a:lnTo>
                    <a:pt x="3361101" y="1212111"/>
                  </a:lnTo>
                  <a:lnTo>
                    <a:pt x="3859358" y="1049593"/>
                  </a:lnTo>
                  <a:lnTo>
                    <a:pt x="4900432" y="1963100"/>
                  </a:lnTo>
                  <a:lnTo>
                    <a:pt x="4550932" y="2855418"/>
                  </a:lnTo>
                  <a:lnTo>
                    <a:pt x="4134589" y="3599199"/>
                  </a:lnTo>
                  <a:lnTo>
                    <a:pt x="3740310" y="4484090"/>
                  </a:lnTo>
                  <a:lnTo>
                    <a:pt x="2253185" y="5703628"/>
                  </a:lnTo>
                  <a:lnTo>
                    <a:pt x="1762356" y="4818737"/>
                  </a:lnTo>
                  <a:lnTo>
                    <a:pt x="639586" y="3822224"/>
                  </a:lnTo>
                  <a:lnTo>
                    <a:pt x="66842" y="3257125"/>
                  </a:lnTo>
                  <a:lnTo>
                    <a:pt x="0" y="1955673"/>
                  </a:lnTo>
                  <a:lnTo>
                    <a:pt x="669293" y="1197257"/>
                  </a:lnTo>
                  <a:lnTo>
                    <a:pt x="1212111" y="1293807"/>
                  </a:lnTo>
                  <a:lnTo>
                    <a:pt x="2052441" y="0"/>
                  </a:lnTo>
                  <a:close/>
                </a:path>
              </a:pathLst>
            </a:custGeom>
            <a:solidFill>
              <a:schemeClr val="accent5">
                <a:lumMod val="20000"/>
                <a:lumOff val="8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0" name="Freeform: Shape 9">
              <a:extLst>
                <a:ext uri="{FF2B5EF4-FFF2-40B4-BE49-F238E27FC236}">
                  <a16:creationId xmlns:a16="http://schemas.microsoft.com/office/drawing/2014/main" id="{2D482F68-FC84-C0D9-A8BC-51E7DD960EEA}"/>
                </a:ext>
              </a:extLst>
            </p:cNvPr>
            <p:cNvSpPr/>
            <p:nvPr/>
          </p:nvSpPr>
          <p:spPr>
            <a:xfrm>
              <a:off x="7384068" y="3087844"/>
              <a:ext cx="1160122" cy="2520989"/>
            </a:xfrm>
            <a:custGeom>
              <a:avLst/>
              <a:gdLst>
                <a:gd name="connsiteX0" fmla="*/ 572744 w 1160122"/>
                <a:gd name="connsiteY0" fmla="*/ 111622 h 2520989"/>
                <a:gd name="connsiteX1" fmla="*/ 1160122 w 1160122"/>
                <a:gd name="connsiteY1" fmla="*/ 0 h 2520989"/>
                <a:gd name="connsiteX2" fmla="*/ 810622 w 1160122"/>
                <a:gd name="connsiteY2" fmla="*/ 892318 h 2520989"/>
                <a:gd name="connsiteX3" fmla="*/ 394280 w 1160122"/>
                <a:gd name="connsiteY3" fmla="*/ 1636099 h 2520989"/>
                <a:gd name="connsiteX4" fmla="*/ 0 w 1160122"/>
                <a:gd name="connsiteY4" fmla="*/ 2520990 h 2520989"/>
                <a:gd name="connsiteX5" fmla="*/ 3713 w 1160122"/>
                <a:gd name="connsiteY5" fmla="*/ 1394288 h 2520989"/>
                <a:gd name="connsiteX6" fmla="*/ 572744 w 1160122"/>
                <a:gd name="connsiteY6" fmla="*/ 111622 h 2520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0122" h="2520989">
                  <a:moveTo>
                    <a:pt x="572744" y="111622"/>
                  </a:moveTo>
                  <a:lnTo>
                    <a:pt x="1160122" y="0"/>
                  </a:lnTo>
                  <a:lnTo>
                    <a:pt x="810622" y="892318"/>
                  </a:lnTo>
                  <a:lnTo>
                    <a:pt x="394280" y="1636099"/>
                  </a:lnTo>
                  <a:lnTo>
                    <a:pt x="0" y="2520990"/>
                  </a:lnTo>
                  <a:lnTo>
                    <a:pt x="3713" y="1394288"/>
                  </a:lnTo>
                  <a:lnTo>
                    <a:pt x="572744" y="111622"/>
                  </a:lnTo>
                  <a:close/>
                </a:path>
              </a:pathLst>
            </a:custGeom>
            <a:solidFill>
              <a:schemeClr val="accent5">
                <a:lumMod val="60000"/>
                <a:lumOff val="4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2" name="Freeform: Shape 11">
              <a:extLst>
                <a:ext uri="{FF2B5EF4-FFF2-40B4-BE49-F238E27FC236}">
                  <a16:creationId xmlns:a16="http://schemas.microsoft.com/office/drawing/2014/main" id="{4F7787CD-5F98-A485-AD46-68146F0D4B04}"/>
                </a:ext>
              </a:extLst>
            </p:cNvPr>
            <p:cNvSpPr/>
            <p:nvPr/>
          </p:nvSpPr>
          <p:spPr>
            <a:xfrm>
              <a:off x="3643758" y="3080417"/>
              <a:ext cx="2253185" cy="3747955"/>
            </a:xfrm>
            <a:custGeom>
              <a:avLst/>
              <a:gdLst>
                <a:gd name="connsiteX0" fmla="*/ 2082149 w 2253184"/>
                <a:gd name="connsiteY0" fmla="*/ 1959387 h 3747954"/>
                <a:gd name="connsiteX1" fmla="*/ 2238332 w 2253184"/>
                <a:gd name="connsiteY1" fmla="*/ 2662101 h 3747954"/>
                <a:gd name="connsiteX2" fmla="*/ 2253185 w 2253184"/>
                <a:gd name="connsiteY2" fmla="*/ 3747955 h 3747954"/>
                <a:gd name="connsiteX3" fmla="*/ 1762356 w 2253184"/>
                <a:gd name="connsiteY3" fmla="*/ 2863064 h 3747954"/>
                <a:gd name="connsiteX4" fmla="*/ 66842 w 2253184"/>
                <a:gd name="connsiteY4" fmla="*/ 1301452 h 3747954"/>
                <a:gd name="connsiteX5" fmla="*/ 0 w 2253184"/>
                <a:gd name="connsiteY5" fmla="*/ 0 h 3747954"/>
                <a:gd name="connsiteX6" fmla="*/ 669293 w 2253184"/>
                <a:gd name="connsiteY6" fmla="*/ 1702941 h 3747954"/>
                <a:gd name="connsiteX7" fmla="*/ 1858905 w 2253184"/>
                <a:gd name="connsiteY7" fmla="*/ 2718021 h 3747954"/>
                <a:gd name="connsiteX8" fmla="*/ 2082149 w 2253184"/>
                <a:gd name="connsiteY8" fmla="*/ 1959387 h 3747954"/>
                <a:gd name="connsiteX0" fmla="*/ 2082149 w 2253185"/>
                <a:gd name="connsiteY0" fmla="*/ 1959387 h 3747955"/>
                <a:gd name="connsiteX1" fmla="*/ 2238332 w 2253185"/>
                <a:gd name="connsiteY1" fmla="*/ 2662101 h 3747955"/>
                <a:gd name="connsiteX2" fmla="*/ 2253185 w 2253185"/>
                <a:gd name="connsiteY2" fmla="*/ 3747955 h 3747955"/>
                <a:gd name="connsiteX3" fmla="*/ 1762356 w 2253185"/>
                <a:gd name="connsiteY3" fmla="*/ 2863064 h 3747955"/>
                <a:gd name="connsiteX4" fmla="*/ 621115 w 2253185"/>
                <a:gd name="connsiteY4" fmla="*/ 1808017 h 3747955"/>
                <a:gd name="connsiteX5" fmla="*/ 66842 w 2253185"/>
                <a:gd name="connsiteY5" fmla="*/ 1301452 h 3747955"/>
                <a:gd name="connsiteX6" fmla="*/ 0 w 2253185"/>
                <a:gd name="connsiteY6" fmla="*/ 0 h 3747955"/>
                <a:gd name="connsiteX7" fmla="*/ 669293 w 2253185"/>
                <a:gd name="connsiteY7" fmla="*/ 1702941 h 3747955"/>
                <a:gd name="connsiteX8" fmla="*/ 1858905 w 2253185"/>
                <a:gd name="connsiteY8" fmla="*/ 2718021 h 3747955"/>
                <a:gd name="connsiteX9" fmla="*/ 2082149 w 2253185"/>
                <a:gd name="connsiteY9" fmla="*/ 1959387 h 3747955"/>
                <a:gd name="connsiteX0" fmla="*/ 2082149 w 2253185"/>
                <a:gd name="connsiteY0" fmla="*/ 1959387 h 3747955"/>
                <a:gd name="connsiteX1" fmla="*/ 2238332 w 2253185"/>
                <a:gd name="connsiteY1" fmla="*/ 2662101 h 3747955"/>
                <a:gd name="connsiteX2" fmla="*/ 2253185 w 2253185"/>
                <a:gd name="connsiteY2" fmla="*/ 3747955 h 3747955"/>
                <a:gd name="connsiteX3" fmla="*/ 1762356 w 2253185"/>
                <a:gd name="connsiteY3" fmla="*/ 2863064 h 3747955"/>
                <a:gd name="connsiteX4" fmla="*/ 637402 w 2253185"/>
                <a:gd name="connsiteY4" fmla="*/ 1866185 h 3747955"/>
                <a:gd name="connsiteX5" fmla="*/ 66842 w 2253185"/>
                <a:gd name="connsiteY5" fmla="*/ 1301452 h 3747955"/>
                <a:gd name="connsiteX6" fmla="*/ 0 w 2253185"/>
                <a:gd name="connsiteY6" fmla="*/ 0 h 3747955"/>
                <a:gd name="connsiteX7" fmla="*/ 669293 w 2253185"/>
                <a:gd name="connsiteY7" fmla="*/ 1702941 h 3747955"/>
                <a:gd name="connsiteX8" fmla="*/ 1858905 w 2253185"/>
                <a:gd name="connsiteY8" fmla="*/ 2718021 h 3747955"/>
                <a:gd name="connsiteX9" fmla="*/ 2082149 w 2253185"/>
                <a:gd name="connsiteY9" fmla="*/ 1959387 h 3747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3185" h="3747955">
                  <a:moveTo>
                    <a:pt x="2082149" y="1959387"/>
                  </a:moveTo>
                  <a:lnTo>
                    <a:pt x="2238332" y="2662101"/>
                  </a:lnTo>
                  <a:lnTo>
                    <a:pt x="2253185" y="3747955"/>
                  </a:lnTo>
                  <a:lnTo>
                    <a:pt x="1762356" y="2863064"/>
                  </a:lnTo>
                  <a:lnTo>
                    <a:pt x="637402" y="1866185"/>
                  </a:lnTo>
                  <a:lnTo>
                    <a:pt x="66842" y="1301452"/>
                  </a:lnTo>
                  <a:lnTo>
                    <a:pt x="0" y="0"/>
                  </a:lnTo>
                  <a:lnTo>
                    <a:pt x="669293" y="1702941"/>
                  </a:lnTo>
                  <a:lnTo>
                    <a:pt x="1858905" y="2718021"/>
                  </a:lnTo>
                  <a:lnTo>
                    <a:pt x="2082149" y="1959387"/>
                  </a:lnTo>
                  <a:close/>
                </a:path>
              </a:pathLst>
            </a:custGeom>
            <a:solidFill>
              <a:schemeClr val="accent5">
                <a:lumMod val="40000"/>
                <a:lumOff val="6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3" name="Freeform: Shape 12">
              <a:extLst>
                <a:ext uri="{FF2B5EF4-FFF2-40B4-BE49-F238E27FC236}">
                  <a16:creationId xmlns:a16="http://schemas.microsoft.com/office/drawing/2014/main" id="{405526AF-5E26-8F40-07FB-53769ACDB64E}"/>
                </a:ext>
              </a:extLst>
            </p:cNvPr>
            <p:cNvSpPr/>
            <p:nvPr/>
          </p:nvSpPr>
          <p:spPr>
            <a:xfrm>
              <a:off x="5696199" y="1124744"/>
              <a:ext cx="1308660" cy="1282666"/>
            </a:xfrm>
            <a:custGeom>
              <a:avLst/>
              <a:gdLst>
                <a:gd name="connsiteX0" fmla="*/ 654221 w 1308660"/>
                <a:gd name="connsiteY0" fmla="*/ 1282667 h 1282666"/>
                <a:gd name="connsiteX1" fmla="*/ 319575 w 1308660"/>
                <a:gd name="connsiteY1" fmla="*/ 479689 h 1282666"/>
                <a:gd name="connsiteX2" fmla="*/ 0 w 1308660"/>
                <a:gd name="connsiteY2" fmla="*/ 0 h 1282666"/>
                <a:gd name="connsiteX3" fmla="*/ 460904 w 1308660"/>
                <a:gd name="connsiteY3" fmla="*/ 282658 h 1282666"/>
                <a:gd name="connsiteX4" fmla="*/ 1308661 w 1308660"/>
                <a:gd name="connsiteY4" fmla="*/ 1212111 h 1282666"/>
                <a:gd name="connsiteX5" fmla="*/ 654221 w 1308660"/>
                <a:gd name="connsiteY5" fmla="*/ 1282667 h 1282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08660" h="1282666">
                  <a:moveTo>
                    <a:pt x="654221" y="1282667"/>
                  </a:moveTo>
                  <a:lnTo>
                    <a:pt x="319575" y="479689"/>
                  </a:lnTo>
                  <a:lnTo>
                    <a:pt x="0" y="0"/>
                  </a:lnTo>
                  <a:lnTo>
                    <a:pt x="460904" y="282658"/>
                  </a:lnTo>
                  <a:lnTo>
                    <a:pt x="1308661" y="1212111"/>
                  </a:lnTo>
                  <a:lnTo>
                    <a:pt x="654221" y="1282667"/>
                  </a:lnTo>
                  <a:close/>
                </a:path>
              </a:pathLst>
            </a:custGeom>
            <a:solidFill>
              <a:schemeClr val="accent5">
                <a:lumMod val="40000"/>
                <a:lumOff val="6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4" name="Freeform: Shape 13">
              <a:extLst>
                <a:ext uri="{FF2B5EF4-FFF2-40B4-BE49-F238E27FC236}">
                  <a16:creationId xmlns:a16="http://schemas.microsoft.com/office/drawing/2014/main" id="{BDC8154F-2EAB-1B69-E70F-81DC0A426593}"/>
                </a:ext>
              </a:extLst>
            </p:cNvPr>
            <p:cNvSpPr/>
            <p:nvPr/>
          </p:nvSpPr>
          <p:spPr>
            <a:xfrm>
              <a:off x="7503116" y="2174337"/>
              <a:ext cx="1041074" cy="1025128"/>
            </a:xfrm>
            <a:custGeom>
              <a:avLst/>
              <a:gdLst>
                <a:gd name="connsiteX0" fmla="*/ 0 w 1041074"/>
                <a:gd name="connsiteY0" fmla="*/ 0 h 1025128"/>
                <a:gd name="connsiteX1" fmla="*/ 453696 w 1041074"/>
                <a:gd name="connsiteY1" fmla="*/ 1025128 h 1025128"/>
                <a:gd name="connsiteX2" fmla="*/ 1041074 w 1041074"/>
                <a:gd name="connsiteY2" fmla="*/ 913507 h 1025128"/>
                <a:gd name="connsiteX3" fmla="*/ 0 w 1041074"/>
                <a:gd name="connsiteY3" fmla="*/ 0 h 1025128"/>
              </a:gdLst>
              <a:ahLst/>
              <a:cxnLst>
                <a:cxn ang="0">
                  <a:pos x="connsiteX0" y="connsiteY0"/>
                </a:cxn>
                <a:cxn ang="0">
                  <a:pos x="connsiteX1" y="connsiteY1"/>
                </a:cxn>
                <a:cxn ang="0">
                  <a:pos x="connsiteX2" y="connsiteY2"/>
                </a:cxn>
                <a:cxn ang="0">
                  <a:pos x="connsiteX3" y="connsiteY3"/>
                </a:cxn>
              </a:cxnLst>
              <a:rect l="l" t="t" r="r" b="b"/>
              <a:pathLst>
                <a:path w="1041074" h="1025128">
                  <a:moveTo>
                    <a:pt x="0" y="0"/>
                  </a:moveTo>
                  <a:lnTo>
                    <a:pt x="453696" y="1025128"/>
                  </a:lnTo>
                  <a:lnTo>
                    <a:pt x="1041074" y="913507"/>
                  </a:lnTo>
                  <a:lnTo>
                    <a:pt x="0" y="0"/>
                  </a:lnTo>
                  <a:close/>
                </a:path>
              </a:pathLst>
            </a:custGeom>
            <a:solidFill>
              <a:schemeClr val="accent5">
                <a:lumMod val="40000"/>
                <a:lumOff val="6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5" name="Freeform: Shape 14">
              <a:extLst>
                <a:ext uri="{FF2B5EF4-FFF2-40B4-BE49-F238E27FC236}">
                  <a16:creationId xmlns:a16="http://schemas.microsoft.com/office/drawing/2014/main" id="{3C70741E-A6C2-AA36-B28C-DFB6160409B3}"/>
                </a:ext>
              </a:extLst>
            </p:cNvPr>
            <p:cNvSpPr/>
            <p:nvPr/>
          </p:nvSpPr>
          <p:spPr>
            <a:xfrm>
              <a:off x="5269590" y="1124744"/>
              <a:ext cx="612499" cy="2922478"/>
            </a:xfrm>
            <a:custGeom>
              <a:avLst/>
              <a:gdLst>
                <a:gd name="connsiteX0" fmla="*/ 426609 w 612499"/>
                <a:gd name="connsiteY0" fmla="*/ 0 h 2922478"/>
                <a:gd name="connsiteX1" fmla="*/ 426609 w 612499"/>
                <a:gd name="connsiteY1" fmla="*/ 0 h 2922478"/>
                <a:gd name="connsiteX2" fmla="*/ 233073 w 612499"/>
                <a:gd name="connsiteY2" fmla="*/ 713855 h 2922478"/>
                <a:gd name="connsiteX3" fmla="*/ 612499 w 612499"/>
                <a:gd name="connsiteY3" fmla="*/ 2190494 h 2922478"/>
                <a:gd name="connsiteX4" fmla="*/ 478597 w 612499"/>
                <a:gd name="connsiteY4" fmla="*/ 2922479 h 2922478"/>
                <a:gd name="connsiteX5" fmla="*/ 478597 w 612499"/>
                <a:gd name="connsiteY5" fmla="*/ 2190494 h 2922478"/>
                <a:gd name="connsiteX6" fmla="*/ 0 w 612499"/>
                <a:gd name="connsiteY6" fmla="*/ 656842 h 2922478"/>
                <a:gd name="connsiteX7" fmla="*/ 426609 w 612499"/>
                <a:gd name="connsiteY7" fmla="*/ 0 h 2922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12499" h="2922478">
                  <a:moveTo>
                    <a:pt x="426609" y="0"/>
                  </a:moveTo>
                  <a:lnTo>
                    <a:pt x="426609" y="0"/>
                  </a:lnTo>
                  <a:lnTo>
                    <a:pt x="233073" y="713855"/>
                  </a:lnTo>
                  <a:lnTo>
                    <a:pt x="612499" y="2190494"/>
                  </a:lnTo>
                  <a:lnTo>
                    <a:pt x="478597" y="2922479"/>
                  </a:lnTo>
                  <a:lnTo>
                    <a:pt x="478597" y="2190494"/>
                  </a:lnTo>
                  <a:lnTo>
                    <a:pt x="0" y="656842"/>
                  </a:lnTo>
                  <a:lnTo>
                    <a:pt x="426609" y="0"/>
                  </a:lnTo>
                  <a:close/>
                </a:path>
              </a:pathLst>
            </a:custGeom>
            <a:solidFill>
              <a:srgbClr val="86CDD8"/>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6" name="Freeform: Shape 15">
              <a:extLst>
                <a:ext uri="{FF2B5EF4-FFF2-40B4-BE49-F238E27FC236}">
                  <a16:creationId xmlns:a16="http://schemas.microsoft.com/office/drawing/2014/main" id="{0C4B3857-CEED-D855-6379-7ED4E297EEDB}"/>
                </a:ext>
              </a:extLst>
            </p:cNvPr>
            <p:cNvSpPr/>
            <p:nvPr/>
          </p:nvSpPr>
          <p:spPr>
            <a:xfrm>
              <a:off x="4313051" y="2322001"/>
              <a:ext cx="542817" cy="330933"/>
            </a:xfrm>
            <a:custGeom>
              <a:avLst/>
              <a:gdLst>
                <a:gd name="connsiteX0" fmla="*/ 364354 w 542817"/>
                <a:gd name="connsiteY0" fmla="*/ 330933 h 330933"/>
                <a:gd name="connsiteX1" fmla="*/ 0 w 542817"/>
                <a:gd name="connsiteY1" fmla="*/ 0 h 330933"/>
                <a:gd name="connsiteX2" fmla="*/ 542818 w 542817"/>
                <a:gd name="connsiteY2" fmla="*/ 96549 h 330933"/>
                <a:gd name="connsiteX3" fmla="*/ 364354 w 542817"/>
                <a:gd name="connsiteY3" fmla="*/ 330933 h 330933"/>
              </a:gdLst>
              <a:ahLst/>
              <a:cxnLst>
                <a:cxn ang="0">
                  <a:pos x="connsiteX0" y="connsiteY0"/>
                </a:cxn>
                <a:cxn ang="0">
                  <a:pos x="connsiteX1" y="connsiteY1"/>
                </a:cxn>
                <a:cxn ang="0">
                  <a:pos x="connsiteX2" y="connsiteY2"/>
                </a:cxn>
                <a:cxn ang="0">
                  <a:pos x="connsiteX3" y="connsiteY3"/>
                </a:cxn>
              </a:cxnLst>
              <a:rect l="l" t="t" r="r" b="b"/>
              <a:pathLst>
                <a:path w="542817" h="330933">
                  <a:moveTo>
                    <a:pt x="364354" y="330933"/>
                  </a:moveTo>
                  <a:lnTo>
                    <a:pt x="0" y="0"/>
                  </a:lnTo>
                  <a:lnTo>
                    <a:pt x="542818" y="96549"/>
                  </a:lnTo>
                  <a:lnTo>
                    <a:pt x="364354" y="330933"/>
                  </a:lnTo>
                  <a:close/>
                </a:path>
              </a:pathLst>
            </a:custGeom>
            <a:solidFill>
              <a:schemeClr val="accent5">
                <a:lumMod val="40000"/>
                <a:lumOff val="6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7" name="Freeform: Shape 16">
              <a:extLst>
                <a:ext uri="{FF2B5EF4-FFF2-40B4-BE49-F238E27FC236}">
                  <a16:creationId xmlns:a16="http://schemas.microsoft.com/office/drawing/2014/main" id="{575A5E3A-4223-2365-C951-7EEA418DB146}"/>
                </a:ext>
              </a:extLst>
            </p:cNvPr>
            <p:cNvSpPr/>
            <p:nvPr/>
          </p:nvSpPr>
          <p:spPr>
            <a:xfrm>
              <a:off x="3643758" y="3080417"/>
              <a:ext cx="639585" cy="1866550"/>
            </a:xfrm>
            <a:custGeom>
              <a:avLst/>
              <a:gdLst>
                <a:gd name="connsiteX0" fmla="*/ 0 w 639585"/>
                <a:gd name="connsiteY0" fmla="*/ 0 h 1866550"/>
                <a:gd name="connsiteX1" fmla="*/ 241592 w 639585"/>
                <a:gd name="connsiteY1" fmla="*/ 1200971 h 1866550"/>
                <a:gd name="connsiteX2" fmla="*/ 639586 w 639585"/>
                <a:gd name="connsiteY2" fmla="*/ 1866551 h 1866550"/>
                <a:gd name="connsiteX3" fmla="*/ 66842 w 639585"/>
                <a:gd name="connsiteY3" fmla="*/ 1301452 h 1866550"/>
                <a:gd name="connsiteX4" fmla="*/ 0 w 639585"/>
                <a:gd name="connsiteY4" fmla="*/ 0 h 1866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585" h="1866550">
                  <a:moveTo>
                    <a:pt x="0" y="0"/>
                  </a:moveTo>
                  <a:lnTo>
                    <a:pt x="241592" y="1200971"/>
                  </a:lnTo>
                  <a:lnTo>
                    <a:pt x="639586" y="1866551"/>
                  </a:lnTo>
                  <a:lnTo>
                    <a:pt x="66842" y="1301452"/>
                  </a:lnTo>
                  <a:lnTo>
                    <a:pt x="0" y="0"/>
                  </a:lnTo>
                  <a:close/>
                </a:path>
              </a:pathLst>
            </a:custGeom>
            <a:solidFill>
              <a:schemeClr val="accent5">
                <a:lumMod val="75000"/>
                <a:alpha val="50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
          <p:nvSpPr>
            <p:cNvPr id="18" name="Freeform: Shape 17">
              <a:extLst>
                <a:ext uri="{FF2B5EF4-FFF2-40B4-BE49-F238E27FC236}">
                  <a16:creationId xmlns:a16="http://schemas.microsoft.com/office/drawing/2014/main" id="{DEF96E31-B775-ECF7-D949-CDCAE6394294}"/>
                </a:ext>
              </a:extLst>
            </p:cNvPr>
            <p:cNvSpPr/>
            <p:nvPr/>
          </p:nvSpPr>
          <p:spPr>
            <a:xfrm>
              <a:off x="7384068" y="3199465"/>
              <a:ext cx="572743" cy="2409368"/>
            </a:xfrm>
            <a:custGeom>
              <a:avLst/>
              <a:gdLst>
                <a:gd name="connsiteX0" fmla="*/ 3713 w 572743"/>
                <a:gd name="connsiteY0" fmla="*/ 1282666 h 2409368"/>
                <a:gd name="connsiteX1" fmla="*/ 0 w 572743"/>
                <a:gd name="connsiteY1" fmla="*/ 2409368 h 2409368"/>
                <a:gd name="connsiteX2" fmla="*/ 394280 w 572743"/>
                <a:gd name="connsiteY2" fmla="*/ 1524477 h 2409368"/>
                <a:gd name="connsiteX3" fmla="*/ 398649 w 572743"/>
                <a:gd name="connsiteY3" fmla="*/ 1516613 h 2409368"/>
                <a:gd name="connsiteX4" fmla="*/ 572744 w 572743"/>
                <a:gd name="connsiteY4" fmla="*/ 0 h 2409368"/>
                <a:gd name="connsiteX5" fmla="*/ 3713 w 572743"/>
                <a:gd name="connsiteY5" fmla="*/ 1282666 h 2409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2743" h="2409368">
                  <a:moveTo>
                    <a:pt x="3713" y="1282666"/>
                  </a:moveTo>
                  <a:lnTo>
                    <a:pt x="0" y="2409368"/>
                  </a:lnTo>
                  <a:lnTo>
                    <a:pt x="394280" y="1524477"/>
                  </a:lnTo>
                  <a:lnTo>
                    <a:pt x="398649" y="1516613"/>
                  </a:lnTo>
                  <a:lnTo>
                    <a:pt x="572744" y="0"/>
                  </a:lnTo>
                  <a:lnTo>
                    <a:pt x="3713" y="1282666"/>
                  </a:lnTo>
                  <a:close/>
                </a:path>
              </a:pathLst>
            </a:custGeom>
            <a:solidFill>
              <a:schemeClr val="accent5"/>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grpSp>
      <p:sp>
        <p:nvSpPr>
          <p:cNvPr id="8" name="Freeform: Shape 7">
            <a:extLst>
              <a:ext uri="{FF2B5EF4-FFF2-40B4-BE49-F238E27FC236}">
                <a16:creationId xmlns:a16="http://schemas.microsoft.com/office/drawing/2014/main" id="{2261C1CE-32DE-D722-DB10-F6E1C1CAE298}"/>
              </a:ext>
            </a:extLst>
          </p:cNvPr>
          <p:cNvSpPr/>
          <p:nvPr/>
        </p:nvSpPr>
        <p:spPr>
          <a:xfrm>
            <a:off x="711" y="2965197"/>
            <a:ext cx="9905291" cy="3250592"/>
          </a:xfrm>
          <a:custGeom>
            <a:avLst/>
            <a:gdLst>
              <a:gd name="connsiteX0" fmla="*/ 0 w 12187951"/>
              <a:gd name="connsiteY0" fmla="*/ 111537 h 4394882"/>
              <a:gd name="connsiteX1" fmla="*/ 2431649 w 12187951"/>
              <a:gd name="connsiteY1" fmla="*/ 364488 h 4394882"/>
              <a:gd name="connsiteX2" fmla="*/ 6053128 w 12187951"/>
              <a:gd name="connsiteY2" fmla="*/ 18265 h 4394882"/>
              <a:gd name="connsiteX3" fmla="*/ 9154070 w 12187951"/>
              <a:gd name="connsiteY3" fmla="*/ 282574 h 4394882"/>
              <a:gd name="connsiteX4" fmla="*/ 12187952 w 12187951"/>
              <a:gd name="connsiteY4" fmla="*/ 59549 h 4394882"/>
              <a:gd name="connsiteX5" fmla="*/ 12187952 w 12187951"/>
              <a:gd name="connsiteY5" fmla="*/ 4394883 h 4394882"/>
              <a:gd name="connsiteX6" fmla="*/ 0 w 12187951"/>
              <a:gd name="connsiteY6" fmla="*/ 4394883 h 4394882"/>
              <a:gd name="connsiteX7" fmla="*/ 0 w 12187951"/>
              <a:gd name="connsiteY7" fmla="*/ 111537 h 4394882"/>
              <a:gd name="connsiteX0" fmla="*/ 0 w 12187952"/>
              <a:gd name="connsiteY0" fmla="*/ 96659 h 4380005"/>
              <a:gd name="connsiteX1" fmla="*/ 2431649 w 12187952"/>
              <a:gd name="connsiteY1" fmla="*/ 349610 h 4380005"/>
              <a:gd name="connsiteX2" fmla="*/ 6053128 w 12187952"/>
              <a:gd name="connsiteY2" fmla="*/ 3387 h 4380005"/>
              <a:gd name="connsiteX3" fmla="*/ 9154070 w 12187952"/>
              <a:gd name="connsiteY3" fmla="*/ 161492 h 4380005"/>
              <a:gd name="connsiteX4" fmla="*/ 12187952 w 12187952"/>
              <a:gd name="connsiteY4" fmla="*/ 44671 h 4380005"/>
              <a:gd name="connsiteX5" fmla="*/ 12187952 w 12187952"/>
              <a:gd name="connsiteY5" fmla="*/ 4380005 h 4380005"/>
              <a:gd name="connsiteX6" fmla="*/ 0 w 12187952"/>
              <a:gd name="connsiteY6" fmla="*/ 4380005 h 4380005"/>
              <a:gd name="connsiteX7" fmla="*/ 0 w 12187952"/>
              <a:gd name="connsiteY7" fmla="*/ 96659 h 4380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7952" h="4380005">
                <a:moveTo>
                  <a:pt x="0" y="96659"/>
                </a:moveTo>
                <a:cubicBezTo>
                  <a:pt x="0" y="96659"/>
                  <a:pt x="1180219" y="364683"/>
                  <a:pt x="2431649" y="349610"/>
                </a:cubicBezTo>
                <a:cubicBezTo>
                  <a:pt x="4283346" y="327330"/>
                  <a:pt x="4932725" y="34740"/>
                  <a:pt x="6053128" y="3387"/>
                </a:cubicBezTo>
                <a:cubicBezTo>
                  <a:pt x="7173531" y="-27966"/>
                  <a:pt x="7510544" y="168919"/>
                  <a:pt x="9154070" y="161492"/>
                </a:cubicBezTo>
                <a:cubicBezTo>
                  <a:pt x="10797595" y="154065"/>
                  <a:pt x="10901572" y="-22389"/>
                  <a:pt x="12187952" y="44671"/>
                </a:cubicBezTo>
                <a:lnTo>
                  <a:pt x="12187952" y="4380005"/>
                </a:lnTo>
                <a:lnTo>
                  <a:pt x="0" y="4380005"/>
                </a:lnTo>
                <a:lnTo>
                  <a:pt x="0" y="96659"/>
                </a:lnTo>
                <a:close/>
              </a:path>
            </a:pathLst>
          </a:custGeom>
          <a:solidFill>
            <a:schemeClr val="tx2">
              <a:lumMod val="40000"/>
              <a:lumOff val="60000"/>
              <a:alpha val="15000"/>
            </a:schemeClr>
          </a:solidFill>
          <a:ln w="21832" cap="flat">
            <a:noFill/>
            <a:prstDash val="solid"/>
            <a:miter/>
          </a:ln>
        </p:spPr>
        <p:txBody>
          <a:bodyPr rtlCol="0" anchor="ctr"/>
          <a:lstStyle/>
          <a:p>
            <a:pPr defTabSz="990671" fontAlgn="auto">
              <a:spcBef>
                <a:spcPts val="0"/>
              </a:spcBef>
              <a:spcAft>
                <a:spcPts val="0"/>
              </a:spcAft>
              <a:defRPr/>
            </a:pPr>
            <a:endParaRPr lang="en-IN" sz="1950">
              <a:solidFill>
                <a:prstClr val="black"/>
              </a:solidFill>
              <a:latin typeface="Segoe UI"/>
              <a:cs typeface="+mn-cs"/>
            </a:endParaRPr>
          </a:p>
        </p:txBody>
      </p:sp>
    </p:spTree>
    <p:extLst>
      <p:ext uri="{BB962C8B-B14F-4D97-AF65-F5344CB8AC3E}">
        <p14:creationId xmlns:p14="http://schemas.microsoft.com/office/powerpoint/2010/main" val="84173810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5BC85-C44E-917D-6772-4B1AF8528498}"/>
              </a:ext>
            </a:extLst>
          </p:cNvPr>
          <p:cNvSpPr>
            <a:spLocks noGrp="1"/>
          </p:cNvSpPr>
          <p:nvPr>
            <p:ph type="title"/>
          </p:nvPr>
        </p:nvSpPr>
        <p:spPr>
          <a:xfrm>
            <a:off x="495301" y="865414"/>
            <a:ext cx="8915400" cy="577904"/>
          </a:xfrm>
        </p:spPr>
        <p:txBody>
          <a:bodyPr/>
          <a:lstStyle/>
          <a:p>
            <a:r>
              <a:rPr lang="en-US" b="0" i="0" dirty="0">
                <a:solidFill>
                  <a:srgbClr val="000000"/>
                </a:solidFill>
                <a:effectLst/>
              </a:rPr>
              <a:t>4-Column Diagram Template for PowerPoint</a:t>
            </a:r>
            <a:endParaRPr lang="en-US" dirty="0">
              <a:solidFill>
                <a:schemeClr val="tx1">
                  <a:lumMod val="85000"/>
                  <a:lumOff val="15000"/>
                </a:schemeClr>
              </a:solidFill>
            </a:endParaRPr>
          </a:p>
        </p:txBody>
      </p:sp>
      <p:grpSp>
        <p:nvGrpSpPr>
          <p:cNvPr id="52" name="Group 51">
            <a:extLst>
              <a:ext uri="{FF2B5EF4-FFF2-40B4-BE49-F238E27FC236}">
                <a16:creationId xmlns:a16="http://schemas.microsoft.com/office/drawing/2014/main" id="{5713CC26-E26A-71E2-EC55-F46854DEA77E}"/>
              </a:ext>
            </a:extLst>
          </p:cNvPr>
          <p:cNvGrpSpPr/>
          <p:nvPr/>
        </p:nvGrpSpPr>
        <p:grpSpPr>
          <a:xfrm>
            <a:off x="496118" y="1614826"/>
            <a:ext cx="2112085" cy="4181445"/>
            <a:chOff x="621804" y="1196752"/>
            <a:chExt cx="2072235" cy="5145054"/>
          </a:xfrm>
        </p:grpSpPr>
        <p:sp>
          <p:nvSpPr>
            <p:cNvPr id="53" name="Rectangle: Rounded Corners 52">
              <a:extLst>
                <a:ext uri="{FF2B5EF4-FFF2-40B4-BE49-F238E27FC236}">
                  <a16:creationId xmlns:a16="http://schemas.microsoft.com/office/drawing/2014/main" id="{3F99F66C-3E8E-035F-E938-9D8F535A4C33}"/>
                </a:ext>
              </a:extLst>
            </p:cNvPr>
            <p:cNvSpPr/>
            <p:nvPr/>
          </p:nvSpPr>
          <p:spPr>
            <a:xfrm>
              <a:off x="720128" y="1196752"/>
              <a:ext cx="1875588" cy="4021393"/>
            </a:xfrm>
            <a:prstGeom prst="roundRect">
              <a:avLst>
                <a:gd name="adj" fmla="val 8926"/>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54" name="Rectangle: Rounded Corners 53">
              <a:extLst>
                <a:ext uri="{FF2B5EF4-FFF2-40B4-BE49-F238E27FC236}">
                  <a16:creationId xmlns:a16="http://schemas.microsoft.com/office/drawing/2014/main" id="{73706AF4-A376-02D4-58D2-242489C057C6}"/>
                </a:ext>
              </a:extLst>
            </p:cNvPr>
            <p:cNvSpPr/>
            <p:nvPr/>
          </p:nvSpPr>
          <p:spPr>
            <a:xfrm>
              <a:off x="621804" y="1907458"/>
              <a:ext cx="2072235" cy="4434348"/>
            </a:xfrm>
            <a:prstGeom prst="roundRect">
              <a:avLst>
                <a:gd name="adj" fmla="val 6703"/>
              </a:avLst>
            </a:prstGeom>
            <a:solidFill>
              <a:schemeClr val="bg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grpSp>
      <p:grpSp>
        <p:nvGrpSpPr>
          <p:cNvPr id="55" name="Group 54">
            <a:extLst>
              <a:ext uri="{FF2B5EF4-FFF2-40B4-BE49-F238E27FC236}">
                <a16:creationId xmlns:a16="http://schemas.microsoft.com/office/drawing/2014/main" id="{9E80B7AB-FBE6-CD67-AC95-C1066BCA2783}"/>
              </a:ext>
            </a:extLst>
          </p:cNvPr>
          <p:cNvGrpSpPr/>
          <p:nvPr/>
        </p:nvGrpSpPr>
        <p:grpSpPr>
          <a:xfrm>
            <a:off x="2763322" y="1614826"/>
            <a:ext cx="2112085" cy="4181445"/>
            <a:chOff x="2824229" y="1196752"/>
            <a:chExt cx="2072235" cy="5145054"/>
          </a:xfrm>
        </p:grpSpPr>
        <p:sp>
          <p:nvSpPr>
            <p:cNvPr id="56" name="Rectangle: Rounded Corners 55">
              <a:extLst>
                <a:ext uri="{FF2B5EF4-FFF2-40B4-BE49-F238E27FC236}">
                  <a16:creationId xmlns:a16="http://schemas.microsoft.com/office/drawing/2014/main" id="{6738DD92-7452-ED0C-8FA0-60E19ED5D335}"/>
                </a:ext>
              </a:extLst>
            </p:cNvPr>
            <p:cNvSpPr/>
            <p:nvPr/>
          </p:nvSpPr>
          <p:spPr>
            <a:xfrm>
              <a:off x="2922553" y="1196752"/>
              <a:ext cx="1875588" cy="4021393"/>
            </a:xfrm>
            <a:prstGeom prst="roundRect">
              <a:avLst>
                <a:gd name="adj" fmla="val 8926"/>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57" name="Rectangle: Rounded Corners 56">
              <a:extLst>
                <a:ext uri="{FF2B5EF4-FFF2-40B4-BE49-F238E27FC236}">
                  <a16:creationId xmlns:a16="http://schemas.microsoft.com/office/drawing/2014/main" id="{45837CCF-3563-EBDB-0B1D-3D3D2CD9B772}"/>
                </a:ext>
              </a:extLst>
            </p:cNvPr>
            <p:cNvSpPr/>
            <p:nvPr/>
          </p:nvSpPr>
          <p:spPr>
            <a:xfrm>
              <a:off x="2824229" y="1907458"/>
              <a:ext cx="2072235" cy="4434348"/>
            </a:xfrm>
            <a:prstGeom prst="roundRect">
              <a:avLst>
                <a:gd name="adj" fmla="val 6703"/>
              </a:avLst>
            </a:prstGeom>
            <a:solidFill>
              <a:schemeClr val="bg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grpSp>
      <p:grpSp>
        <p:nvGrpSpPr>
          <p:cNvPr id="58" name="Group 57">
            <a:extLst>
              <a:ext uri="{FF2B5EF4-FFF2-40B4-BE49-F238E27FC236}">
                <a16:creationId xmlns:a16="http://schemas.microsoft.com/office/drawing/2014/main" id="{16430A0A-92CF-F0EF-B546-862395F89564}"/>
              </a:ext>
            </a:extLst>
          </p:cNvPr>
          <p:cNvGrpSpPr/>
          <p:nvPr/>
        </p:nvGrpSpPr>
        <p:grpSpPr>
          <a:xfrm>
            <a:off x="5030525" y="1614826"/>
            <a:ext cx="2112085" cy="4181445"/>
            <a:chOff x="2824229" y="1196752"/>
            <a:chExt cx="2072235" cy="5145054"/>
          </a:xfrm>
        </p:grpSpPr>
        <p:sp>
          <p:nvSpPr>
            <p:cNvPr id="59" name="Rectangle: Rounded Corners 58">
              <a:extLst>
                <a:ext uri="{FF2B5EF4-FFF2-40B4-BE49-F238E27FC236}">
                  <a16:creationId xmlns:a16="http://schemas.microsoft.com/office/drawing/2014/main" id="{E3AF1896-C439-F1F5-DFF2-E366B672612F}"/>
                </a:ext>
              </a:extLst>
            </p:cNvPr>
            <p:cNvSpPr/>
            <p:nvPr/>
          </p:nvSpPr>
          <p:spPr>
            <a:xfrm>
              <a:off x="2922553" y="1196752"/>
              <a:ext cx="1875588" cy="4021393"/>
            </a:xfrm>
            <a:prstGeom prst="roundRect">
              <a:avLst>
                <a:gd name="adj" fmla="val 8926"/>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60" name="Rectangle: Rounded Corners 59">
              <a:extLst>
                <a:ext uri="{FF2B5EF4-FFF2-40B4-BE49-F238E27FC236}">
                  <a16:creationId xmlns:a16="http://schemas.microsoft.com/office/drawing/2014/main" id="{46B08FCF-BE1E-BA6A-FA36-18C3BD211246}"/>
                </a:ext>
              </a:extLst>
            </p:cNvPr>
            <p:cNvSpPr/>
            <p:nvPr/>
          </p:nvSpPr>
          <p:spPr>
            <a:xfrm>
              <a:off x="2824229" y="1907458"/>
              <a:ext cx="2072235" cy="4434348"/>
            </a:xfrm>
            <a:prstGeom prst="roundRect">
              <a:avLst>
                <a:gd name="adj" fmla="val 6703"/>
              </a:avLst>
            </a:prstGeom>
            <a:solidFill>
              <a:schemeClr val="bg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grpSp>
      <p:grpSp>
        <p:nvGrpSpPr>
          <p:cNvPr id="61" name="Group 60">
            <a:extLst>
              <a:ext uri="{FF2B5EF4-FFF2-40B4-BE49-F238E27FC236}">
                <a16:creationId xmlns:a16="http://schemas.microsoft.com/office/drawing/2014/main" id="{C448D8D1-5C8C-C865-E207-5DC7D5B12936}"/>
              </a:ext>
            </a:extLst>
          </p:cNvPr>
          <p:cNvGrpSpPr/>
          <p:nvPr/>
        </p:nvGrpSpPr>
        <p:grpSpPr>
          <a:xfrm>
            <a:off x="7297729" y="1614826"/>
            <a:ext cx="2112085" cy="4181445"/>
            <a:chOff x="2824229" y="1196752"/>
            <a:chExt cx="2072235" cy="5145054"/>
          </a:xfrm>
        </p:grpSpPr>
        <p:sp>
          <p:nvSpPr>
            <p:cNvPr id="62" name="Rectangle: Rounded Corners 61">
              <a:extLst>
                <a:ext uri="{FF2B5EF4-FFF2-40B4-BE49-F238E27FC236}">
                  <a16:creationId xmlns:a16="http://schemas.microsoft.com/office/drawing/2014/main" id="{2A3F2B82-D450-7F1A-FDE1-918FCAD0AE54}"/>
                </a:ext>
              </a:extLst>
            </p:cNvPr>
            <p:cNvSpPr/>
            <p:nvPr/>
          </p:nvSpPr>
          <p:spPr>
            <a:xfrm>
              <a:off x="2922553" y="1196752"/>
              <a:ext cx="1875588" cy="4021393"/>
            </a:xfrm>
            <a:prstGeom prst="roundRect">
              <a:avLst>
                <a:gd name="adj" fmla="val 8926"/>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63" name="Rectangle: Rounded Corners 62">
              <a:extLst>
                <a:ext uri="{FF2B5EF4-FFF2-40B4-BE49-F238E27FC236}">
                  <a16:creationId xmlns:a16="http://schemas.microsoft.com/office/drawing/2014/main" id="{B110F93B-78C9-DEB8-5027-82550BD9AFE2}"/>
                </a:ext>
              </a:extLst>
            </p:cNvPr>
            <p:cNvSpPr/>
            <p:nvPr/>
          </p:nvSpPr>
          <p:spPr>
            <a:xfrm>
              <a:off x="2824229" y="1907458"/>
              <a:ext cx="2072235" cy="4434348"/>
            </a:xfrm>
            <a:prstGeom prst="roundRect">
              <a:avLst>
                <a:gd name="adj" fmla="val 6703"/>
              </a:avLst>
            </a:prstGeom>
            <a:solidFill>
              <a:schemeClr val="bg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grpSp>
      <p:sp>
        <p:nvSpPr>
          <p:cNvPr id="106" name="TextBox 105">
            <a:extLst>
              <a:ext uri="{FF2B5EF4-FFF2-40B4-BE49-F238E27FC236}">
                <a16:creationId xmlns:a16="http://schemas.microsoft.com/office/drawing/2014/main" id="{FA17579C-B776-519F-2435-89486432CDCC}"/>
              </a:ext>
            </a:extLst>
          </p:cNvPr>
          <p:cNvSpPr txBox="1"/>
          <p:nvPr/>
        </p:nvSpPr>
        <p:spPr>
          <a:xfrm>
            <a:off x="631013" y="2732624"/>
            <a:ext cx="1842294" cy="300160"/>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463" b="1" dirty="0">
                <a:solidFill>
                  <a:prstClr val="black">
                    <a:lumMod val="95000"/>
                    <a:lumOff val="5000"/>
                  </a:prstClr>
                </a:solidFill>
                <a:latin typeface="Segoe UI"/>
                <a:ea typeface="Segoe UI Black" panose="020B0A02040204020203" pitchFamily="34" charset="0"/>
                <a:cs typeface="+mn-cs"/>
              </a:rPr>
              <a:t>Heading 1</a:t>
            </a:r>
          </a:p>
        </p:txBody>
      </p:sp>
      <p:sp>
        <p:nvSpPr>
          <p:cNvPr id="107" name="TextBox 106">
            <a:extLst>
              <a:ext uri="{FF2B5EF4-FFF2-40B4-BE49-F238E27FC236}">
                <a16:creationId xmlns:a16="http://schemas.microsoft.com/office/drawing/2014/main" id="{592FD7BA-AD0E-C8DA-68E9-672B201D3C5A}"/>
              </a:ext>
            </a:extLst>
          </p:cNvPr>
          <p:cNvSpPr txBox="1"/>
          <p:nvPr/>
        </p:nvSpPr>
        <p:spPr>
          <a:xfrm>
            <a:off x="2898217" y="2732624"/>
            <a:ext cx="1842294" cy="300160"/>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463" b="1" dirty="0">
                <a:solidFill>
                  <a:prstClr val="black">
                    <a:lumMod val="95000"/>
                    <a:lumOff val="5000"/>
                  </a:prstClr>
                </a:solidFill>
                <a:latin typeface="Segoe UI"/>
                <a:ea typeface="Segoe UI Black" panose="020B0A02040204020203" pitchFamily="34" charset="0"/>
                <a:cs typeface="+mn-cs"/>
              </a:rPr>
              <a:t>Heading 2</a:t>
            </a:r>
          </a:p>
        </p:txBody>
      </p:sp>
      <p:sp>
        <p:nvSpPr>
          <p:cNvPr id="108" name="TextBox 107">
            <a:extLst>
              <a:ext uri="{FF2B5EF4-FFF2-40B4-BE49-F238E27FC236}">
                <a16:creationId xmlns:a16="http://schemas.microsoft.com/office/drawing/2014/main" id="{B64955D2-92E3-47BE-A0C6-8326B0F02A98}"/>
              </a:ext>
            </a:extLst>
          </p:cNvPr>
          <p:cNvSpPr txBox="1"/>
          <p:nvPr/>
        </p:nvSpPr>
        <p:spPr>
          <a:xfrm>
            <a:off x="5165421" y="2732624"/>
            <a:ext cx="1842294" cy="300160"/>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463" b="1" dirty="0">
                <a:solidFill>
                  <a:prstClr val="black">
                    <a:lumMod val="95000"/>
                    <a:lumOff val="5000"/>
                  </a:prstClr>
                </a:solidFill>
                <a:latin typeface="Segoe UI"/>
                <a:ea typeface="Segoe UI Black" panose="020B0A02040204020203" pitchFamily="34" charset="0"/>
                <a:cs typeface="+mn-cs"/>
              </a:rPr>
              <a:t>Heading 3</a:t>
            </a:r>
          </a:p>
        </p:txBody>
      </p:sp>
      <p:sp>
        <p:nvSpPr>
          <p:cNvPr id="109" name="TextBox 108">
            <a:extLst>
              <a:ext uri="{FF2B5EF4-FFF2-40B4-BE49-F238E27FC236}">
                <a16:creationId xmlns:a16="http://schemas.microsoft.com/office/drawing/2014/main" id="{231996E9-3210-CDEF-4068-CA83CC297CE9}"/>
              </a:ext>
            </a:extLst>
          </p:cNvPr>
          <p:cNvSpPr txBox="1"/>
          <p:nvPr/>
        </p:nvSpPr>
        <p:spPr>
          <a:xfrm>
            <a:off x="7432625" y="2732624"/>
            <a:ext cx="1842294" cy="300160"/>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463" b="1" dirty="0">
                <a:solidFill>
                  <a:prstClr val="black">
                    <a:lumMod val="95000"/>
                    <a:lumOff val="5000"/>
                  </a:prstClr>
                </a:solidFill>
                <a:latin typeface="Segoe UI"/>
                <a:ea typeface="Segoe UI Black" panose="020B0A02040204020203" pitchFamily="34" charset="0"/>
                <a:cs typeface="+mn-cs"/>
              </a:rPr>
              <a:t>Heading 4</a:t>
            </a:r>
          </a:p>
        </p:txBody>
      </p:sp>
      <p:sp>
        <p:nvSpPr>
          <p:cNvPr id="117" name="TextBox 116">
            <a:extLst>
              <a:ext uri="{FF2B5EF4-FFF2-40B4-BE49-F238E27FC236}">
                <a16:creationId xmlns:a16="http://schemas.microsoft.com/office/drawing/2014/main" id="{C0818A5C-DA83-89EF-E4CE-F6A9E121D812}"/>
              </a:ext>
            </a:extLst>
          </p:cNvPr>
          <p:cNvSpPr txBox="1"/>
          <p:nvPr/>
        </p:nvSpPr>
        <p:spPr>
          <a:xfrm>
            <a:off x="631013" y="3086913"/>
            <a:ext cx="1842294" cy="425227"/>
          </a:xfrm>
          <a:prstGeom prst="rect">
            <a:avLst/>
          </a:prstGeom>
          <a:noFill/>
        </p:spPr>
        <p:txBody>
          <a:bodyPr wrap="square" lIns="0" tIns="0" rIns="0" bIns="0" rtlCol="0">
            <a:noAutofit/>
          </a:bodyPr>
          <a:lstStyle/>
          <a:p>
            <a:pPr algn="ctr" defTabSz="990671" fontAlgn="auto">
              <a:lnSpc>
                <a:spcPct val="110000"/>
              </a:lnSpc>
              <a:spcBef>
                <a:spcPts val="0"/>
              </a:spcBef>
              <a:spcAft>
                <a:spcPts val="0"/>
              </a:spcAft>
              <a:defRPr/>
            </a:pPr>
            <a:r>
              <a:rPr lang="en-IN" sz="1138"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118" name="TextBox 117">
            <a:extLst>
              <a:ext uri="{FF2B5EF4-FFF2-40B4-BE49-F238E27FC236}">
                <a16:creationId xmlns:a16="http://schemas.microsoft.com/office/drawing/2014/main" id="{31D3B384-AAFE-1F69-A34E-539AFCB12CA2}"/>
              </a:ext>
            </a:extLst>
          </p:cNvPr>
          <p:cNvSpPr txBox="1"/>
          <p:nvPr/>
        </p:nvSpPr>
        <p:spPr>
          <a:xfrm>
            <a:off x="2898217" y="3086913"/>
            <a:ext cx="1842294" cy="425227"/>
          </a:xfrm>
          <a:prstGeom prst="rect">
            <a:avLst/>
          </a:prstGeom>
          <a:noFill/>
        </p:spPr>
        <p:txBody>
          <a:bodyPr wrap="square" lIns="0" tIns="0" rIns="0" bIns="0" rtlCol="0">
            <a:noAutofit/>
          </a:bodyPr>
          <a:lstStyle/>
          <a:p>
            <a:pPr algn="ctr" defTabSz="990671" fontAlgn="auto">
              <a:lnSpc>
                <a:spcPct val="110000"/>
              </a:lnSpc>
              <a:spcBef>
                <a:spcPts val="0"/>
              </a:spcBef>
              <a:spcAft>
                <a:spcPts val="0"/>
              </a:spcAft>
              <a:defRPr/>
            </a:pPr>
            <a:r>
              <a:rPr lang="en-IN" sz="1138"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119" name="TextBox 118">
            <a:extLst>
              <a:ext uri="{FF2B5EF4-FFF2-40B4-BE49-F238E27FC236}">
                <a16:creationId xmlns:a16="http://schemas.microsoft.com/office/drawing/2014/main" id="{EC54846D-86FF-88FE-F332-312F63739CEB}"/>
              </a:ext>
            </a:extLst>
          </p:cNvPr>
          <p:cNvSpPr txBox="1"/>
          <p:nvPr/>
        </p:nvSpPr>
        <p:spPr>
          <a:xfrm>
            <a:off x="5165421" y="3086913"/>
            <a:ext cx="1842294" cy="425227"/>
          </a:xfrm>
          <a:prstGeom prst="rect">
            <a:avLst/>
          </a:prstGeom>
          <a:noFill/>
        </p:spPr>
        <p:txBody>
          <a:bodyPr wrap="square" lIns="0" tIns="0" rIns="0" bIns="0" rtlCol="0">
            <a:noAutofit/>
          </a:bodyPr>
          <a:lstStyle/>
          <a:p>
            <a:pPr algn="ctr" defTabSz="990671" fontAlgn="auto">
              <a:lnSpc>
                <a:spcPct val="110000"/>
              </a:lnSpc>
              <a:spcBef>
                <a:spcPts val="0"/>
              </a:spcBef>
              <a:spcAft>
                <a:spcPts val="0"/>
              </a:spcAft>
              <a:defRPr/>
            </a:pPr>
            <a:r>
              <a:rPr lang="en-IN" sz="1138"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120" name="TextBox 119">
            <a:extLst>
              <a:ext uri="{FF2B5EF4-FFF2-40B4-BE49-F238E27FC236}">
                <a16:creationId xmlns:a16="http://schemas.microsoft.com/office/drawing/2014/main" id="{970330E2-5473-EABB-5CEE-8FF3B4D40545}"/>
              </a:ext>
            </a:extLst>
          </p:cNvPr>
          <p:cNvSpPr txBox="1"/>
          <p:nvPr/>
        </p:nvSpPr>
        <p:spPr>
          <a:xfrm>
            <a:off x="7432625" y="3086913"/>
            <a:ext cx="1842294" cy="425227"/>
          </a:xfrm>
          <a:prstGeom prst="rect">
            <a:avLst/>
          </a:prstGeom>
          <a:noFill/>
        </p:spPr>
        <p:txBody>
          <a:bodyPr wrap="square" lIns="0" tIns="0" rIns="0" bIns="0" rtlCol="0">
            <a:noAutofit/>
          </a:bodyPr>
          <a:lstStyle/>
          <a:p>
            <a:pPr algn="ctr" defTabSz="990671" fontAlgn="auto">
              <a:lnSpc>
                <a:spcPct val="110000"/>
              </a:lnSpc>
              <a:spcBef>
                <a:spcPts val="0"/>
              </a:spcBef>
              <a:spcAft>
                <a:spcPts val="0"/>
              </a:spcAft>
              <a:defRPr/>
            </a:pPr>
            <a:r>
              <a:rPr lang="en-IN" sz="1138"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122" name="Rectangle 121">
            <a:extLst>
              <a:ext uri="{FF2B5EF4-FFF2-40B4-BE49-F238E27FC236}">
                <a16:creationId xmlns:a16="http://schemas.microsoft.com/office/drawing/2014/main" id="{1853BC2B-B50A-C5C9-70F1-B1CB79633156}"/>
              </a:ext>
            </a:extLst>
          </p:cNvPr>
          <p:cNvSpPr/>
          <p:nvPr/>
        </p:nvSpPr>
        <p:spPr>
          <a:xfrm>
            <a:off x="492082" y="3734056"/>
            <a:ext cx="2123413" cy="32666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112" name="Rectangle 111">
            <a:extLst>
              <a:ext uri="{FF2B5EF4-FFF2-40B4-BE49-F238E27FC236}">
                <a16:creationId xmlns:a16="http://schemas.microsoft.com/office/drawing/2014/main" id="{C05D2800-9937-1AFD-735F-4825F19873D9}"/>
              </a:ext>
            </a:extLst>
          </p:cNvPr>
          <p:cNvSpPr/>
          <p:nvPr/>
        </p:nvSpPr>
        <p:spPr>
          <a:xfrm>
            <a:off x="686545" y="4262040"/>
            <a:ext cx="1731234" cy="1343637"/>
          </a:xfrm>
          <a:prstGeom prst="rect">
            <a:avLst/>
          </a:prstGeom>
        </p:spPr>
        <p:txBody>
          <a:bodyPr wrap="square" lIns="0" tIns="0" rIns="0" bIns="0" anchor="t">
            <a:noAutofit/>
          </a:bodyPr>
          <a:lstStyle/>
          <a:p>
            <a:pPr marL="139337" indent="-139337" defTabSz="990671" fontAlgn="auto">
              <a:lnSpc>
                <a:spcPct val="110000"/>
              </a:lnSpc>
              <a:spcBef>
                <a:spcPts val="0"/>
              </a:spcBef>
              <a:spcAft>
                <a:spcPts val="406"/>
              </a:spcAft>
              <a:buClr>
                <a:srgbClr val="5B72A8"/>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5B72A8"/>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a:p>
            <a:pPr marL="139337" indent="-139337" defTabSz="990671" fontAlgn="auto">
              <a:lnSpc>
                <a:spcPct val="110000"/>
              </a:lnSpc>
              <a:spcBef>
                <a:spcPts val="0"/>
              </a:spcBef>
              <a:spcAft>
                <a:spcPts val="406"/>
              </a:spcAft>
              <a:buClr>
                <a:srgbClr val="5B72A8"/>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5B72A8"/>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p:txBody>
      </p:sp>
      <p:sp>
        <p:nvSpPr>
          <p:cNvPr id="113" name="Rectangle 112">
            <a:extLst>
              <a:ext uri="{FF2B5EF4-FFF2-40B4-BE49-F238E27FC236}">
                <a16:creationId xmlns:a16="http://schemas.microsoft.com/office/drawing/2014/main" id="{6A6A7643-4640-B87E-3574-E5308B901C7E}"/>
              </a:ext>
            </a:extLst>
          </p:cNvPr>
          <p:cNvSpPr/>
          <p:nvPr/>
        </p:nvSpPr>
        <p:spPr>
          <a:xfrm>
            <a:off x="686545" y="3784539"/>
            <a:ext cx="1731234" cy="197362"/>
          </a:xfrm>
          <a:prstGeom prst="rect">
            <a:avLst/>
          </a:prstGeom>
        </p:spPr>
        <p:txBody>
          <a:bodyPr wrap="square" lIns="0" tIns="0" rIns="0" bIns="0" anchor="b">
            <a:noAutofit/>
          </a:bodyPr>
          <a:lstStyle/>
          <a:p>
            <a:pPr algn="ctr" defTabSz="990671" fontAlgn="auto">
              <a:spcBef>
                <a:spcPts val="0"/>
              </a:spcBef>
              <a:spcAft>
                <a:spcPts val="0"/>
              </a:spcAft>
              <a:defRPr/>
            </a:pPr>
            <a:r>
              <a:rPr lang="en-IN" sz="1300" b="1" dirty="0">
                <a:solidFill>
                  <a:prstClr val="black">
                    <a:lumMod val="95000"/>
                    <a:lumOff val="5000"/>
                  </a:prstClr>
                </a:solidFill>
                <a:latin typeface="Segoe UI"/>
                <a:ea typeface="Open Sans" panose="020B0606030504020204" pitchFamily="34" charset="0"/>
                <a:cs typeface="Open Sans" panose="020B0606030504020204" pitchFamily="34" charset="0"/>
              </a:rPr>
              <a:t>Placeholder</a:t>
            </a:r>
          </a:p>
        </p:txBody>
      </p:sp>
      <p:sp>
        <p:nvSpPr>
          <p:cNvPr id="129" name="Rectangle 128">
            <a:extLst>
              <a:ext uri="{FF2B5EF4-FFF2-40B4-BE49-F238E27FC236}">
                <a16:creationId xmlns:a16="http://schemas.microsoft.com/office/drawing/2014/main" id="{4863645D-2B51-7DE6-6386-C013AA99045B}"/>
              </a:ext>
            </a:extLst>
          </p:cNvPr>
          <p:cNvSpPr/>
          <p:nvPr/>
        </p:nvSpPr>
        <p:spPr>
          <a:xfrm>
            <a:off x="2763323" y="3734056"/>
            <a:ext cx="2123413" cy="32666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130" name="Rectangle 129">
            <a:extLst>
              <a:ext uri="{FF2B5EF4-FFF2-40B4-BE49-F238E27FC236}">
                <a16:creationId xmlns:a16="http://schemas.microsoft.com/office/drawing/2014/main" id="{E716A59E-07EE-2EAF-58A6-D8CA807A0113}"/>
              </a:ext>
            </a:extLst>
          </p:cNvPr>
          <p:cNvSpPr/>
          <p:nvPr/>
        </p:nvSpPr>
        <p:spPr>
          <a:xfrm>
            <a:off x="2957786" y="4262040"/>
            <a:ext cx="1731234" cy="1343637"/>
          </a:xfrm>
          <a:prstGeom prst="rect">
            <a:avLst/>
          </a:prstGeom>
        </p:spPr>
        <p:txBody>
          <a:bodyPr wrap="square" lIns="0" tIns="0" rIns="0" bIns="0" anchor="t">
            <a:noAutofit/>
          </a:bodyPr>
          <a:lstStyle/>
          <a:p>
            <a:pPr marL="139337" indent="-139337" defTabSz="990671" fontAlgn="auto">
              <a:lnSpc>
                <a:spcPct val="110000"/>
              </a:lnSpc>
              <a:spcBef>
                <a:spcPts val="0"/>
              </a:spcBef>
              <a:spcAft>
                <a:spcPts val="406"/>
              </a:spcAft>
              <a:buClr>
                <a:srgbClr val="5584DC"/>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5584DC"/>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a:p>
            <a:pPr marL="139337" indent="-139337" defTabSz="990671" fontAlgn="auto">
              <a:lnSpc>
                <a:spcPct val="110000"/>
              </a:lnSpc>
              <a:spcBef>
                <a:spcPts val="0"/>
              </a:spcBef>
              <a:spcAft>
                <a:spcPts val="406"/>
              </a:spcAft>
              <a:buClr>
                <a:srgbClr val="5584DC"/>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5584DC"/>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p:txBody>
      </p:sp>
      <p:sp>
        <p:nvSpPr>
          <p:cNvPr id="131" name="Rectangle 130">
            <a:extLst>
              <a:ext uri="{FF2B5EF4-FFF2-40B4-BE49-F238E27FC236}">
                <a16:creationId xmlns:a16="http://schemas.microsoft.com/office/drawing/2014/main" id="{0646553F-E8C5-0C27-7042-4886AE55FC4A}"/>
              </a:ext>
            </a:extLst>
          </p:cNvPr>
          <p:cNvSpPr/>
          <p:nvPr/>
        </p:nvSpPr>
        <p:spPr>
          <a:xfrm>
            <a:off x="2957786" y="3784539"/>
            <a:ext cx="1731234" cy="197362"/>
          </a:xfrm>
          <a:prstGeom prst="rect">
            <a:avLst/>
          </a:prstGeom>
        </p:spPr>
        <p:txBody>
          <a:bodyPr wrap="square" lIns="0" tIns="0" rIns="0" bIns="0" anchor="b">
            <a:noAutofit/>
          </a:bodyPr>
          <a:lstStyle/>
          <a:p>
            <a:pPr algn="ctr" defTabSz="990671" fontAlgn="auto">
              <a:spcBef>
                <a:spcPts val="0"/>
              </a:spcBef>
              <a:spcAft>
                <a:spcPts val="0"/>
              </a:spcAft>
              <a:defRPr/>
            </a:pPr>
            <a:r>
              <a:rPr lang="en-IN" sz="1300" b="1" dirty="0">
                <a:solidFill>
                  <a:prstClr val="black">
                    <a:lumMod val="95000"/>
                    <a:lumOff val="5000"/>
                  </a:prstClr>
                </a:solidFill>
                <a:latin typeface="Segoe UI"/>
                <a:ea typeface="Open Sans" panose="020B0606030504020204" pitchFamily="34" charset="0"/>
                <a:cs typeface="Open Sans" panose="020B0606030504020204" pitchFamily="34" charset="0"/>
              </a:rPr>
              <a:t>Placeholder</a:t>
            </a:r>
          </a:p>
        </p:txBody>
      </p:sp>
      <p:sp>
        <p:nvSpPr>
          <p:cNvPr id="134" name="Rectangle 133">
            <a:extLst>
              <a:ext uri="{FF2B5EF4-FFF2-40B4-BE49-F238E27FC236}">
                <a16:creationId xmlns:a16="http://schemas.microsoft.com/office/drawing/2014/main" id="{CB697A1D-1EF4-0398-235B-44BF8C3580FD}"/>
              </a:ext>
            </a:extLst>
          </p:cNvPr>
          <p:cNvSpPr/>
          <p:nvPr/>
        </p:nvSpPr>
        <p:spPr>
          <a:xfrm>
            <a:off x="5030526" y="3734056"/>
            <a:ext cx="2123413" cy="32666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135" name="Rectangle 134">
            <a:extLst>
              <a:ext uri="{FF2B5EF4-FFF2-40B4-BE49-F238E27FC236}">
                <a16:creationId xmlns:a16="http://schemas.microsoft.com/office/drawing/2014/main" id="{02D8DD27-5CED-3D02-BFA3-4B93F215E9DD}"/>
              </a:ext>
            </a:extLst>
          </p:cNvPr>
          <p:cNvSpPr/>
          <p:nvPr/>
        </p:nvSpPr>
        <p:spPr>
          <a:xfrm>
            <a:off x="5224989" y="4262040"/>
            <a:ext cx="1731234" cy="1343637"/>
          </a:xfrm>
          <a:prstGeom prst="rect">
            <a:avLst/>
          </a:prstGeom>
        </p:spPr>
        <p:txBody>
          <a:bodyPr wrap="square" lIns="0" tIns="0" rIns="0" bIns="0" anchor="t">
            <a:noAutofit/>
          </a:bodyPr>
          <a:lstStyle/>
          <a:p>
            <a:pPr marL="139337" indent="-139337" defTabSz="990671" fontAlgn="auto">
              <a:lnSpc>
                <a:spcPct val="110000"/>
              </a:lnSpc>
              <a:spcBef>
                <a:spcPts val="0"/>
              </a:spcBef>
              <a:spcAft>
                <a:spcPts val="406"/>
              </a:spcAft>
              <a:buClr>
                <a:srgbClr val="5CA7E0"/>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5CA7E0"/>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a:p>
            <a:pPr marL="139337" indent="-139337" defTabSz="990671" fontAlgn="auto">
              <a:lnSpc>
                <a:spcPct val="110000"/>
              </a:lnSpc>
              <a:spcBef>
                <a:spcPts val="0"/>
              </a:spcBef>
              <a:spcAft>
                <a:spcPts val="406"/>
              </a:spcAft>
              <a:buClr>
                <a:srgbClr val="5CA7E0"/>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5CA7E0"/>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p:txBody>
      </p:sp>
      <p:sp>
        <p:nvSpPr>
          <p:cNvPr id="136" name="Rectangle 135">
            <a:extLst>
              <a:ext uri="{FF2B5EF4-FFF2-40B4-BE49-F238E27FC236}">
                <a16:creationId xmlns:a16="http://schemas.microsoft.com/office/drawing/2014/main" id="{2E73E305-5F3C-4BEC-CB7C-32229DE50624}"/>
              </a:ext>
            </a:extLst>
          </p:cNvPr>
          <p:cNvSpPr/>
          <p:nvPr/>
        </p:nvSpPr>
        <p:spPr>
          <a:xfrm>
            <a:off x="5224989" y="3784539"/>
            <a:ext cx="1731234" cy="197362"/>
          </a:xfrm>
          <a:prstGeom prst="rect">
            <a:avLst/>
          </a:prstGeom>
        </p:spPr>
        <p:txBody>
          <a:bodyPr wrap="square" lIns="0" tIns="0" rIns="0" bIns="0" anchor="b">
            <a:noAutofit/>
          </a:bodyPr>
          <a:lstStyle/>
          <a:p>
            <a:pPr algn="ctr" defTabSz="990671" fontAlgn="auto">
              <a:spcBef>
                <a:spcPts val="0"/>
              </a:spcBef>
              <a:spcAft>
                <a:spcPts val="0"/>
              </a:spcAft>
              <a:defRPr/>
            </a:pPr>
            <a:r>
              <a:rPr lang="en-IN" sz="1300" b="1" dirty="0">
                <a:solidFill>
                  <a:prstClr val="black">
                    <a:lumMod val="95000"/>
                    <a:lumOff val="5000"/>
                  </a:prstClr>
                </a:solidFill>
                <a:latin typeface="Segoe UI"/>
                <a:ea typeface="Open Sans" panose="020B0606030504020204" pitchFamily="34" charset="0"/>
                <a:cs typeface="Open Sans" panose="020B0606030504020204" pitchFamily="34" charset="0"/>
              </a:rPr>
              <a:t>Placeholder</a:t>
            </a:r>
          </a:p>
        </p:txBody>
      </p:sp>
      <p:sp>
        <p:nvSpPr>
          <p:cNvPr id="138" name="Rectangle 137">
            <a:extLst>
              <a:ext uri="{FF2B5EF4-FFF2-40B4-BE49-F238E27FC236}">
                <a16:creationId xmlns:a16="http://schemas.microsoft.com/office/drawing/2014/main" id="{C564AEE0-A38A-74ED-FF23-8A8CD9AC90D3}"/>
              </a:ext>
            </a:extLst>
          </p:cNvPr>
          <p:cNvSpPr/>
          <p:nvPr/>
        </p:nvSpPr>
        <p:spPr>
          <a:xfrm>
            <a:off x="7297730" y="3734056"/>
            <a:ext cx="2123413" cy="32666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139" name="Rectangle 138">
            <a:extLst>
              <a:ext uri="{FF2B5EF4-FFF2-40B4-BE49-F238E27FC236}">
                <a16:creationId xmlns:a16="http://schemas.microsoft.com/office/drawing/2014/main" id="{DCFE94DC-D221-52DD-D7B5-95793BB28D4A}"/>
              </a:ext>
            </a:extLst>
          </p:cNvPr>
          <p:cNvSpPr/>
          <p:nvPr/>
        </p:nvSpPr>
        <p:spPr>
          <a:xfrm>
            <a:off x="7492193" y="4262040"/>
            <a:ext cx="1731234" cy="1343637"/>
          </a:xfrm>
          <a:prstGeom prst="rect">
            <a:avLst/>
          </a:prstGeom>
        </p:spPr>
        <p:txBody>
          <a:bodyPr wrap="square" lIns="0" tIns="0" rIns="0" bIns="0" anchor="t">
            <a:noAutofit/>
          </a:bodyPr>
          <a:lstStyle/>
          <a:p>
            <a:pPr marL="139337" indent="-139337" defTabSz="990671" fontAlgn="auto">
              <a:lnSpc>
                <a:spcPct val="110000"/>
              </a:lnSpc>
              <a:spcBef>
                <a:spcPts val="0"/>
              </a:spcBef>
              <a:spcAft>
                <a:spcPts val="406"/>
              </a:spcAft>
              <a:buClr>
                <a:srgbClr val="69D3E1"/>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69D3E1"/>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a:p>
            <a:pPr marL="139337" indent="-139337" defTabSz="990671" fontAlgn="auto">
              <a:lnSpc>
                <a:spcPct val="110000"/>
              </a:lnSpc>
              <a:spcBef>
                <a:spcPts val="0"/>
              </a:spcBef>
              <a:spcAft>
                <a:spcPts val="406"/>
              </a:spcAft>
              <a:buClr>
                <a:srgbClr val="69D3E1"/>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This is a sample text. </a:t>
            </a:r>
          </a:p>
          <a:p>
            <a:pPr marL="139337" indent="-139337" defTabSz="990671" fontAlgn="auto">
              <a:lnSpc>
                <a:spcPct val="110000"/>
              </a:lnSpc>
              <a:spcBef>
                <a:spcPts val="0"/>
              </a:spcBef>
              <a:spcAft>
                <a:spcPts val="406"/>
              </a:spcAft>
              <a:buClr>
                <a:srgbClr val="69D3E1"/>
              </a:buClr>
              <a:buSzPct val="150000"/>
              <a:buFont typeface="Arial" panose="020B0604020202020204" pitchFamily="34" charset="0"/>
              <a:buChar char="•"/>
              <a:defRPr/>
            </a:pPr>
            <a:r>
              <a:rPr lang="en-IN" sz="975" dirty="0">
                <a:solidFill>
                  <a:prstClr val="black">
                    <a:lumMod val="85000"/>
                    <a:lumOff val="15000"/>
                  </a:prstClr>
                </a:solidFill>
                <a:latin typeface="Segoe UI"/>
                <a:ea typeface="Open Sans" panose="020B0606030504020204" pitchFamily="34" charset="0"/>
                <a:cs typeface="Open Sans" panose="020B0606030504020204" pitchFamily="34" charset="0"/>
              </a:rPr>
              <a:t>Insert your desired text here. </a:t>
            </a:r>
          </a:p>
        </p:txBody>
      </p:sp>
      <p:sp>
        <p:nvSpPr>
          <p:cNvPr id="140" name="Rectangle 139">
            <a:extLst>
              <a:ext uri="{FF2B5EF4-FFF2-40B4-BE49-F238E27FC236}">
                <a16:creationId xmlns:a16="http://schemas.microsoft.com/office/drawing/2014/main" id="{C43CAFC8-BA01-34B6-CD98-1E300E46F8FB}"/>
              </a:ext>
            </a:extLst>
          </p:cNvPr>
          <p:cNvSpPr/>
          <p:nvPr/>
        </p:nvSpPr>
        <p:spPr>
          <a:xfrm>
            <a:off x="7492193" y="3784539"/>
            <a:ext cx="1731234" cy="197362"/>
          </a:xfrm>
          <a:prstGeom prst="rect">
            <a:avLst/>
          </a:prstGeom>
        </p:spPr>
        <p:txBody>
          <a:bodyPr wrap="square" lIns="0" tIns="0" rIns="0" bIns="0" anchor="b">
            <a:noAutofit/>
          </a:bodyPr>
          <a:lstStyle/>
          <a:p>
            <a:pPr algn="ctr" defTabSz="990671" fontAlgn="auto">
              <a:spcBef>
                <a:spcPts val="0"/>
              </a:spcBef>
              <a:spcAft>
                <a:spcPts val="0"/>
              </a:spcAft>
              <a:defRPr/>
            </a:pPr>
            <a:r>
              <a:rPr lang="en-IN" sz="1300" b="1" dirty="0">
                <a:solidFill>
                  <a:prstClr val="black">
                    <a:lumMod val="95000"/>
                    <a:lumOff val="5000"/>
                  </a:prstClr>
                </a:solidFill>
                <a:latin typeface="Segoe UI"/>
                <a:ea typeface="Open Sans" panose="020B0606030504020204" pitchFamily="34" charset="0"/>
                <a:cs typeface="Open Sans" panose="020B0606030504020204" pitchFamily="34" charset="0"/>
              </a:rPr>
              <a:t>Placeholder</a:t>
            </a:r>
          </a:p>
        </p:txBody>
      </p:sp>
      <p:sp>
        <p:nvSpPr>
          <p:cNvPr id="73" name="Oval 72">
            <a:extLst>
              <a:ext uri="{FF2B5EF4-FFF2-40B4-BE49-F238E27FC236}">
                <a16:creationId xmlns:a16="http://schemas.microsoft.com/office/drawing/2014/main" id="{3C0ACCE8-D0E0-6EBF-A982-D4BC7A7A2942}"/>
              </a:ext>
            </a:extLst>
          </p:cNvPr>
          <p:cNvSpPr/>
          <p:nvPr/>
        </p:nvSpPr>
        <p:spPr>
          <a:xfrm>
            <a:off x="1088805" y="1777804"/>
            <a:ext cx="926712" cy="926712"/>
          </a:xfrm>
          <a:prstGeom prst="ellipse">
            <a:avLst/>
          </a:prstGeom>
          <a:solidFill>
            <a:schemeClr val="tx1">
              <a:alpha val="11000"/>
            </a:schemeClr>
          </a:solidFill>
          <a:ln>
            <a:noFill/>
          </a:ln>
          <a:effectLst>
            <a:softEdge rad="1016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67" name="Oval 66">
            <a:extLst>
              <a:ext uri="{FF2B5EF4-FFF2-40B4-BE49-F238E27FC236}">
                <a16:creationId xmlns:a16="http://schemas.microsoft.com/office/drawing/2014/main" id="{87A3A9D2-BD45-592A-5D00-88193901916F}"/>
              </a:ext>
            </a:extLst>
          </p:cNvPr>
          <p:cNvSpPr/>
          <p:nvPr/>
        </p:nvSpPr>
        <p:spPr>
          <a:xfrm>
            <a:off x="1145337" y="1779733"/>
            <a:ext cx="813648" cy="813648"/>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79" name="Oval 78">
            <a:extLst>
              <a:ext uri="{FF2B5EF4-FFF2-40B4-BE49-F238E27FC236}">
                <a16:creationId xmlns:a16="http://schemas.microsoft.com/office/drawing/2014/main" id="{F1EFBB76-8EE4-A680-5EE8-B232C22C13F6}"/>
              </a:ext>
            </a:extLst>
          </p:cNvPr>
          <p:cNvSpPr/>
          <p:nvPr/>
        </p:nvSpPr>
        <p:spPr>
          <a:xfrm>
            <a:off x="1191619" y="1825308"/>
            <a:ext cx="721083" cy="721083"/>
          </a:xfrm>
          <a:prstGeom prst="ellipse">
            <a:avLst/>
          </a:prstGeom>
          <a:solidFill>
            <a:schemeClr val="tx1">
              <a:alpha val="20000"/>
            </a:schemeClr>
          </a:solidFill>
          <a:ln>
            <a:noFill/>
          </a:ln>
          <a:effectLst>
            <a:softEdge rad="762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78" name="Oval 77">
            <a:extLst>
              <a:ext uri="{FF2B5EF4-FFF2-40B4-BE49-F238E27FC236}">
                <a16:creationId xmlns:a16="http://schemas.microsoft.com/office/drawing/2014/main" id="{0E98AFC9-C0E5-4786-AB52-7FE8AEE42AD1}"/>
              </a:ext>
            </a:extLst>
          </p:cNvPr>
          <p:cNvSpPr/>
          <p:nvPr/>
        </p:nvSpPr>
        <p:spPr>
          <a:xfrm>
            <a:off x="1271596" y="1905992"/>
            <a:ext cx="561130" cy="561130"/>
          </a:xfrm>
          <a:prstGeom prst="ellipse">
            <a:avLst/>
          </a:prstGeom>
          <a:solidFill>
            <a:schemeClr val="accent1"/>
          </a:solidFill>
          <a:ln w="381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0" name="Oval 79">
            <a:extLst>
              <a:ext uri="{FF2B5EF4-FFF2-40B4-BE49-F238E27FC236}">
                <a16:creationId xmlns:a16="http://schemas.microsoft.com/office/drawing/2014/main" id="{632863C6-646A-D405-800E-F356707CA757}"/>
              </a:ext>
            </a:extLst>
          </p:cNvPr>
          <p:cNvSpPr/>
          <p:nvPr/>
        </p:nvSpPr>
        <p:spPr>
          <a:xfrm>
            <a:off x="1309961" y="1944357"/>
            <a:ext cx="484399" cy="484399"/>
          </a:xfrm>
          <a:prstGeom prst="ellipse">
            <a:avLst/>
          </a:prstGeom>
          <a:gradFill>
            <a:gsLst>
              <a:gs pos="4000">
                <a:schemeClr val="accent1">
                  <a:lumMod val="60000"/>
                  <a:lumOff val="40000"/>
                  <a:alpha val="80000"/>
                </a:schemeClr>
              </a:gs>
              <a:gs pos="100000">
                <a:schemeClr val="accent1">
                  <a:alpha val="80000"/>
                </a:schemeClr>
              </a:gs>
            </a:gsLst>
            <a:lin ang="10800000" scaled="1"/>
          </a:gradFill>
          <a:ln w="3810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3" name="Oval 82">
            <a:extLst>
              <a:ext uri="{FF2B5EF4-FFF2-40B4-BE49-F238E27FC236}">
                <a16:creationId xmlns:a16="http://schemas.microsoft.com/office/drawing/2014/main" id="{9A353DFE-8C6A-AC9F-E308-54559CD786E2}"/>
              </a:ext>
            </a:extLst>
          </p:cNvPr>
          <p:cNvSpPr/>
          <p:nvPr/>
        </p:nvSpPr>
        <p:spPr>
          <a:xfrm>
            <a:off x="3356009" y="1777804"/>
            <a:ext cx="926712" cy="926712"/>
          </a:xfrm>
          <a:prstGeom prst="ellipse">
            <a:avLst/>
          </a:prstGeom>
          <a:solidFill>
            <a:schemeClr val="tx1">
              <a:alpha val="11000"/>
            </a:schemeClr>
          </a:solidFill>
          <a:ln>
            <a:noFill/>
          </a:ln>
          <a:effectLst>
            <a:softEdge rad="1016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4" name="Oval 83">
            <a:extLst>
              <a:ext uri="{FF2B5EF4-FFF2-40B4-BE49-F238E27FC236}">
                <a16:creationId xmlns:a16="http://schemas.microsoft.com/office/drawing/2014/main" id="{F2335513-22DE-BB00-E2F6-D8E457E49375}"/>
              </a:ext>
            </a:extLst>
          </p:cNvPr>
          <p:cNvSpPr/>
          <p:nvPr/>
        </p:nvSpPr>
        <p:spPr>
          <a:xfrm>
            <a:off x="3412541" y="1779733"/>
            <a:ext cx="813648" cy="813648"/>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5" name="Oval 84">
            <a:extLst>
              <a:ext uri="{FF2B5EF4-FFF2-40B4-BE49-F238E27FC236}">
                <a16:creationId xmlns:a16="http://schemas.microsoft.com/office/drawing/2014/main" id="{CCD0B422-4CB4-F4E1-C80C-C79C9D59DF03}"/>
              </a:ext>
            </a:extLst>
          </p:cNvPr>
          <p:cNvSpPr/>
          <p:nvPr/>
        </p:nvSpPr>
        <p:spPr>
          <a:xfrm>
            <a:off x="3458823" y="1825308"/>
            <a:ext cx="721083" cy="721083"/>
          </a:xfrm>
          <a:prstGeom prst="ellipse">
            <a:avLst/>
          </a:prstGeom>
          <a:solidFill>
            <a:schemeClr val="tx1">
              <a:alpha val="20000"/>
            </a:schemeClr>
          </a:solidFill>
          <a:ln>
            <a:noFill/>
          </a:ln>
          <a:effectLst>
            <a:softEdge rad="762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6" name="Oval 85">
            <a:extLst>
              <a:ext uri="{FF2B5EF4-FFF2-40B4-BE49-F238E27FC236}">
                <a16:creationId xmlns:a16="http://schemas.microsoft.com/office/drawing/2014/main" id="{221E664B-600F-179A-C64D-663FFBBB2E7D}"/>
              </a:ext>
            </a:extLst>
          </p:cNvPr>
          <p:cNvSpPr/>
          <p:nvPr/>
        </p:nvSpPr>
        <p:spPr>
          <a:xfrm>
            <a:off x="3538800" y="1905992"/>
            <a:ext cx="561130" cy="561130"/>
          </a:xfrm>
          <a:prstGeom prst="ellipse">
            <a:avLst/>
          </a:prstGeom>
          <a:solidFill>
            <a:schemeClr val="accent2"/>
          </a:solidFill>
          <a:ln w="381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7" name="Oval 86">
            <a:extLst>
              <a:ext uri="{FF2B5EF4-FFF2-40B4-BE49-F238E27FC236}">
                <a16:creationId xmlns:a16="http://schemas.microsoft.com/office/drawing/2014/main" id="{74DEF0BE-FAA5-4DF5-3A1D-A477A94DB8AD}"/>
              </a:ext>
            </a:extLst>
          </p:cNvPr>
          <p:cNvSpPr/>
          <p:nvPr/>
        </p:nvSpPr>
        <p:spPr>
          <a:xfrm>
            <a:off x="3577165" y="1944357"/>
            <a:ext cx="484399" cy="484399"/>
          </a:xfrm>
          <a:prstGeom prst="ellipse">
            <a:avLst/>
          </a:prstGeom>
          <a:gradFill>
            <a:gsLst>
              <a:gs pos="4000">
                <a:schemeClr val="accent2">
                  <a:lumMod val="60000"/>
                  <a:lumOff val="40000"/>
                </a:schemeClr>
              </a:gs>
              <a:gs pos="100000">
                <a:schemeClr val="accent2"/>
              </a:gs>
            </a:gsLst>
            <a:lin ang="10800000" scaled="1"/>
          </a:gradFill>
          <a:ln w="3810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89" name="Oval 88">
            <a:extLst>
              <a:ext uri="{FF2B5EF4-FFF2-40B4-BE49-F238E27FC236}">
                <a16:creationId xmlns:a16="http://schemas.microsoft.com/office/drawing/2014/main" id="{F66A384C-398E-9E0A-AEEF-E7207B12ABD7}"/>
              </a:ext>
            </a:extLst>
          </p:cNvPr>
          <p:cNvSpPr/>
          <p:nvPr/>
        </p:nvSpPr>
        <p:spPr>
          <a:xfrm>
            <a:off x="5623212" y="1777804"/>
            <a:ext cx="926712" cy="926712"/>
          </a:xfrm>
          <a:prstGeom prst="ellipse">
            <a:avLst/>
          </a:prstGeom>
          <a:solidFill>
            <a:schemeClr val="tx1">
              <a:alpha val="11000"/>
            </a:schemeClr>
          </a:solidFill>
          <a:ln>
            <a:noFill/>
          </a:ln>
          <a:effectLst>
            <a:softEdge rad="1016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0" name="Oval 89">
            <a:extLst>
              <a:ext uri="{FF2B5EF4-FFF2-40B4-BE49-F238E27FC236}">
                <a16:creationId xmlns:a16="http://schemas.microsoft.com/office/drawing/2014/main" id="{01C6EF52-B01D-D8C8-ABA6-3CF49D268A51}"/>
              </a:ext>
            </a:extLst>
          </p:cNvPr>
          <p:cNvSpPr/>
          <p:nvPr/>
        </p:nvSpPr>
        <p:spPr>
          <a:xfrm>
            <a:off x="5679744" y="1779733"/>
            <a:ext cx="813648" cy="813648"/>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1" name="Oval 90">
            <a:extLst>
              <a:ext uri="{FF2B5EF4-FFF2-40B4-BE49-F238E27FC236}">
                <a16:creationId xmlns:a16="http://schemas.microsoft.com/office/drawing/2014/main" id="{C17186F9-8EF6-E2D8-FC07-DCF51155F802}"/>
              </a:ext>
            </a:extLst>
          </p:cNvPr>
          <p:cNvSpPr/>
          <p:nvPr/>
        </p:nvSpPr>
        <p:spPr>
          <a:xfrm>
            <a:off x="5726026" y="1825308"/>
            <a:ext cx="721083" cy="721083"/>
          </a:xfrm>
          <a:prstGeom prst="ellipse">
            <a:avLst/>
          </a:prstGeom>
          <a:solidFill>
            <a:schemeClr val="tx1">
              <a:alpha val="20000"/>
            </a:schemeClr>
          </a:solidFill>
          <a:ln>
            <a:noFill/>
          </a:ln>
          <a:effectLst>
            <a:softEdge rad="762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2" name="Oval 91">
            <a:extLst>
              <a:ext uri="{FF2B5EF4-FFF2-40B4-BE49-F238E27FC236}">
                <a16:creationId xmlns:a16="http://schemas.microsoft.com/office/drawing/2014/main" id="{84B11DB1-17AE-C96D-AEC2-908753333169}"/>
              </a:ext>
            </a:extLst>
          </p:cNvPr>
          <p:cNvSpPr/>
          <p:nvPr/>
        </p:nvSpPr>
        <p:spPr>
          <a:xfrm>
            <a:off x="5806003" y="1905992"/>
            <a:ext cx="561130" cy="561130"/>
          </a:xfrm>
          <a:prstGeom prst="ellipse">
            <a:avLst/>
          </a:prstGeom>
          <a:solidFill>
            <a:schemeClr val="accent3"/>
          </a:solidFill>
          <a:ln w="381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3" name="Oval 92">
            <a:extLst>
              <a:ext uri="{FF2B5EF4-FFF2-40B4-BE49-F238E27FC236}">
                <a16:creationId xmlns:a16="http://schemas.microsoft.com/office/drawing/2014/main" id="{669074AE-7625-695F-4422-462AABF47566}"/>
              </a:ext>
            </a:extLst>
          </p:cNvPr>
          <p:cNvSpPr/>
          <p:nvPr/>
        </p:nvSpPr>
        <p:spPr>
          <a:xfrm>
            <a:off x="5844368" y="1944357"/>
            <a:ext cx="484399" cy="484399"/>
          </a:xfrm>
          <a:prstGeom prst="ellipse">
            <a:avLst/>
          </a:prstGeom>
          <a:gradFill>
            <a:gsLst>
              <a:gs pos="5000">
                <a:schemeClr val="accent3">
                  <a:lumMod val="60000"/>
                  <a:lumOff val="40000"/>
                </a:schemeClr>
              </a:gs>
              <a:gs pos="100000">
                <a:schemeClr val="accent3"/>
              </a:gs>
            </a:gsLst>
            <a:lin ang="10800000" scaled="1"/>
          </a:gradFill>
          <a:ln w="3810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5" name="Oval 94">
            <a:extLst>
              <a:ext uri="{FF2B5EF4-FFF2-40B4-BE49-F238E27FC236}">
                <a16:creationId xmlns:a16="http://schemas.microsoft.com/office/drawing/2014/main" id="{A09125F3-B711-83A3-2EC5-E4F5913069BA}"/>
              </a:ext>
            </a:extLst>
          </p:cNvPr>
          <p:cNvSpPr/>
          <p:nvPr/>
        </p:nvSpPr>
        <p:spPr>
          <a:xfrm>
            <a:off x="7890416" y="1777804"/>
            <a:ext cx="926712" cy="926712"/>
          </a:xfrm>
          <a:prstGeom prst="ellipse">
            <a:avLst/>
          </a:prstGeom>
          <a:solidFill>
            <a:schemeClr val="tx1">
              <a:alpha val="11000"/>
            </a:schemeClr>
          </a:solidFill>
          <a:ln>
            <a:noFill/>
          </a:ln>
          <a:effectLst>
            <a:softEdge rad="1016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6" name="Oval 95">
            <a:extLst>
              <a:ext uri="{FF2B5EF4-FFF2-40B4-BE49-F238E27FC236}">
                <a16:creationId xmlns:a16="http://schemas.microsoft.com/office/drawing/2014/main" id="{38B90FF2-2DDC-BDC7-F80A-521A9EFF4296}"/>
              </a:ext>
            </a:extLst>
          </p:cNvPr>
          <p:cNvSpPr/>
          <p:nvPr/>
        </p:nvSpPr>
        <p:spPr>
          <a:xfrm>
            <a:off x="7946948" y="1779733"/>
            <a:ext cx="813648" cy="813648"/>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7" name="Oval 96">
            <a:extLst>
              <a:ext uri="{FF2B5EF4-FFF2-40B4-BE49-F238E27FC236}">
                <a16:creationId xmlns:a16="http://schemas.microsoft.com/office/drawing/2014/main" id="{D7027F08-70B1-0F6F-3310-C724DFA73686}"/>
              </a:ext>
            </a:extLst>
          </p:cNvPr>
          <p:cNvSpPr/>
          <p:nvPr/>
        </p:nvSpPr>
        <p:spPr>
          <a:xfrm>
            <a:off x="7993230" y="1825308"/>
            <a:ext cx="721083" cy="721083"/>
          </a:xfrm>
          <a:prstGeom prst="ellipse">
            <a:avLst/>
          </a:prstGeom>
          <a:solidFill>
            <a:schemeClr val="tx1">
              <a:alpha val="20000"/>
            </a:schemeClr>
          </a:solidFill>
          <a:ln>
            <a:noFill/>
          </a:ln>
          <a:effectLst>
            <a:softEdge rad="762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8" name="Oval 97">
            <a:extLst>
              <a:ext uri="{FF2B5EF4-FFF2-40B4-BE49-F238E27FC236}">
                <a16:creationId xmlns:a16="http://schemas.microsoft.com/office/drawing/2014/main" id="{66377090-5E7B-2FF4-5E6A-1C90987540ED}"/>
              </a:ext>
            </a:extLst>
          </p:cNvPr>
          <p:cNvSpPr/>
          <p:nvPr/>
        </p:nvSpPr>
        <p:spPr>
          <a:xfrm>
            <a:off x="8073207" y="1905992"/>
            <a:ext cx="561130" cy="561130"/>
          </a:xfrm>
          <a:prstGeom prst="ellipse">
            <a:avLst/>
          </a:prstGeom>
          <a:solidFill>
            <a:schemeClr val="accent4"/>
          </a:solidFill>
          <a:ln w="381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sp>
        <p:nvSpPr>
          <p:cNvPr id="99" name="Oval 98">
            <a:extLst>
              <a:ext uri="{FF2B5EF4-FFF2-40B4-BE49-F238E27FC236}">
                <a16:creationId xmlns:a16="http://schemas.microsoft.com/office/drawing/2014/main" id="{CC9F354E-1995-7A5B-56D2-EABFED7BCDB1}"/>
              </a:ext>
            </a:extLst>
          </p:cNvPr>
          <p:cNvSpPr/>
          <p:nvPr/>
        </p:nvSpPr>
        <p:spPr>
          <a:xfrm>
            <a:off x="8111572" y="1944357"/>
            <a:ext cx="484399" cy="484399"/>
          </a:xfrm>
          <a:prstGeom prst="ellipse">
            <a:avLst/>
          </a:prstGeom>
          <a:gradFill>
            <a:gsLst>
              <a:gs pos="4000">
                <a:schemeClr val="accent4">
                  <a:lumMod val="60000"/>
                  <a:lumOff val="40000"/>
                </a:schemeClr>
              </a:gs>
              <a:gs pos="100000">
                <a:schemeClr val="accent4"/>
              </a:gs>
            </a:gsLst>
            <a:lin ang="10800000" scaled="1"/>
          </a:gradFill>
          <a:ln w="3810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US" sz="1950">
              <a:solidFill>
                <a:prstClr val="white"/>
              </a:solidFill>
              <a:latin typeface="Segoe UI"/>
            </a:endParaRPr>
          </a:p>
        </p:txBody>
      </p:sp>
      <p:pic>
        <p:nvPicPr>
          <p:cNvPr id="146" name="Graphic 145" descr="Office Chair outline">
            <a:extLst>
              <a:ext uri="{FF2B5EF4-FFF2-40B4-BE49-F238E27FC236}">
                <a16:creationId xmlns:a16="http://schemas.microsoft.com/office/drawing/2014/main" id="{FF8ED1F8-13E0-AE5E-58EE-D824AB0DAAB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638973" y="2006165"/>
            <a:ext cx="360785" cy="360785"/>
          </a:xfrm>
          <a:prstGeom prst="rect">
            <a:avLst/>
          </a:prstGeom>
        </p:spPr>
      </p:pic>
      <p:pic>
        <p:nvPicPr>
          <p:cNvPr id="150" name="Graphic 149" descr="Handshake outline">
            <a:extLst>
              <a:ext uri="{FF2B5EF4-FFF2-40B4-BE49-F238E27FC236}">
                <a16:creationId xmlns:a16="http://schemas.microsoft.com/office/drawing/2014/main" id="{B1A0C5DF-CAD8-58B9-BAC6-88BDBADCADC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906176" y="2009228"/>
            <a:ext cx="360785" cy="360785"/>
          </a:xfrm>
          <a:prstGeom prst="rect">
            <a:avLst/>
          </a:prstGeom>
        </p:spPr>
      </p:pic>
      <p:pic>
        <p:nvPicPr>
          <p:cNvPr id="152" name="Graphic 151" descr="Completed outline">
            <a:extLst>
              <a:ext uri="{FF2B5EF4-FFF2-40B4-BE49-F238E27FC236}">
                <a16:creationId xmlns:a16="http://schemas.microsoft.com/office/drawing/2014/main" id="{7D99676A-3867-2D97-6401-5D911BC92988}"/>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173380" y="2006165"/>
            <a:ext cx="360785" cy="360785"/>
          </a:xfrm>
          <a:prstGeom prst="rect">
            <a:avLst/>
          </a:prstGeom>
        </p:spPr>
      </p:pic>
      <p:pic>
        <p:nvPicPr>
          <p:cNvPr id="154" name="Graphic 153" descr="Clock outline">
            <a:extLst>
              <a:ext uri="{FF2B5EF4-FFF2-40B4-BE49-F238E27FC236}">
                <a16:creationId xmlns:a16="http://schemas.microsoft.com/office/drawing/2014/main" id="{4252EA0C-0382-D91B-64E6-C5F2D4F5FADB}"/>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371769" y="2006165"/>
            <a:ext cx="360785" cy="360785"/>
          </a:xfrm>
          <a:prstGeom prst="rect">
            <a:avLst/>
          </a:prstGeom>
        </p:spPr>
      </p:pic>
    </p:spTree>
    <p:extLst>
      <p:ext uri="{BB962C8B-B14F-4D97-AF65-F5344CB8AC3E}">
        <p14:creationId xmlns:p14="http://schemas.microsoft.com/office/powerpoint/2010/main" val="15737847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096A4-722A-3AB6-7B6C-5DCC924DA7F5}"/>
              </a:ext>
            </a:extLst>
          </p:cNvPr>
          <p:cNvSpPr>
            <a:spLocks noGrp="1"/>
          </p:cNvSpPr>
          <p:nvPr>
            <p:ph type="title"/>
          </p:nvPr>
        </p:nvSpPr>
        <p:spPr>
          <a:xfrm>
            <a:off x="495301" y="865414"/>
            <a:ext cx="8915400" cy="577904"/>
          </a:xfrm>
        </p:spPr>
        <p:txBody>
          <a:bodyPr/>
          <a:lstStyle/>
          <a:p>
            <a:r>
              <a:rPr lang="en-IN" b="0" i="0" dirty="0">
                <a:solidFill>
                  <a:schemeClr val="tx1">
                    <a:lumMod val="85000"/>
                    <a:lumOff val="15000"/>
                  </a:schemeClr>
                </a:solidFill>
                <a:effectLst/>
              </a:rPr>
              <a:t>Strategic Initiative PowerPoint Template</a:t>
            </a:r>
            <a:endParaRPr lang="en-IN" dirty="0">
              <a:solidFill>
                <a:schemeClr val="tx1">
                  <a:lumMod val="85000"/>
                  <a:lumOff val="15000"/>
                </a:schemeClr>
              </a:solidFill>
            </a:endParaRPr>
          </a:p>
        </p:txBody>
      </p:sp>
      <p:sp>
        <p:nvSpPr>
          <p:cNvPr id="113" name="Rectangle 112">
            <a:extLst>
              <a:ext uri="{FF2B5EF4-FFF2-40B4-BE49-F238E27FC236}">
                <a16:creationId xmlns:a16="http://schemas.microsoft.com/office/drawing/2014/main" id="{B34C4A3A-BA3B-85C8-DAF0-1F6BCF31326B}"/>
              </a:ext>
            </a:extLst>
          </p:cNvPr>
          <p:cNvSpPr/>
          <p:nvPr/>
        </p:nvSpPr>
        <p:spPr>
          <a:xfrm>
            <a:off x="192079" y="4029045"/>
            <a:ext cx="2383434" cy="21888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14" name="Rectangle 113">
            <a:extLst>
              <a:ext uri="{FF2B5EF4-FFF2-40B4-BE49-F238E27FC236}">
                <a16:creationId xmlns:a16="http://schemas.microsoft.com/office/drawing/2014/main" id="{2FE25114-4403-069B-8F60-6AAFA0FB201D}"/>
              </a:ext>
            </a:extLst>
          </p:cNvPr>
          <p:cNvSpPr/>
          <p:nvPr/>
        </p:nvSpPr>
        <p:spPr>
          <a:xfrm>
            <a:off x="2571549" y="4029045"/>
            <a:ext cx="2383434" cy="2188858"/>
          </a:xfrm>
          <a:prstGeom prst="rect">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15" name="Rectangle 114">
            <a:extLst>
              <a:ext uri="{FF2B5EF4-FFF2-40B4-BE49-F238E27FC236}">
                <a16:creationId xmlns:a16="http://schemas.microsoft.com/office/drawing/2014/main" id="{F6577DBC-F3FF-213A-8155-CB4F47AFCDFC}"/>
              </a:ext>
            </a:extLst>
          </p:cNvPr>
          <p:cNvSpPr/>
          <p:nvPr/>
        </p:nvSpPr>
        <p:spPr>
          <a:xfrm>
            <a:off x="4951018" y="4029045"/>
            <a:ext cx="2383434" cy="21888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16" name="Rectangle 115">
            <a:extLst>
              <a:ext uri="{FF2B5EF4-FFF2-40B4-BE49-F238E27FC236}">
                <a16:creationId xmlns:a16="http://schemas.microsoft.com/office/drawing/2014/main" id="{467C0D7A-1E98-18CA-C6E4-2CF3BA521A7D}"/>
              </a:ext>
            </a:extLst>
          </p:cNvPr>
          <p:cNvSpPr/>
          <p:nvPr/>
        </p:nvSpPr>
        <p:spPr>
          <a:xfrm>
            <a:off x="7330487" y="4029045"/>
            <a:ext cx="2383434" cy="2188858"/>
          </a:xfrm>
          <a:prstGeom prst="rect">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122" name="Freeform: Shape 121">
            <a:extLst>
              <a:ext uri="{FF2B5EF4-FFF2-40B4-BE49-F238E27FC236}">
                <a16:creationId xmlns:a16="http://schemas.microsoft.com/office/drawing/2014/main" id="{005F3B5C-561B-580A-8C16-2DA237C90171}"/>
              </a:ext>
            </a:extLst>
          </p:cNvPr>
          <p:cNvSpPr/>
          <p:nvPr/>
        </p:nvSpPr>
        <p:spPr>
          <a:xfrm>
            <a:off x="192079" y="1443318"/>
            <a:ext cx="9521842" cy="1508036"/>
          </a:xfrm>
          <a:custGeom>
            <a:avLst/>
            <a:gdLst>
              <a:gd name="connsiteX0" fmla="*/ 0 w 10651035"/>
              <a:gd name="connsiteY0" fmla="*/ 0 h 3079927"/>
              <a:gd name="connsiteX1" fmla="*/ 2661650 w 10651035"/>
              <a:gd name="connsiteY1" fmla="*/ 0 h 3079927"/>
              <a:gd name="connsiteX2" fmla="*/ 2666085 w 10651035"/>
              <a:gd name="connsiteY2" fmla="*/ 0 h 3079927"/>
              <a:gd name="connsiteX3" fmla="*/ 5323300 w 10651035"/>
              <a:gd name="connsiteY3" fmla="*/ 0 h 3079927"/>
              <a:gd name="connsiteX4" fmla="*/ 5327735 w 10651035"/>
              <a:gd name="connsiteY4" fmla="*/ 0 h 3079927"/>
              <a:gd name="connsiteX5" fmla="*/ 7984950 w 10651035"/>
              <a:gd name="connsiteY5" fmla="*/ 0 h 3079927"/>
              <a:gd name="connsiteX6" fmla="*/ 7989385 w 10651035"/>
              <a:gd name="connsiteY6" fmla="*/ 0 h 3079927"/>
              <a:gd name="connsiteX7" fmla="*/ 10651035 w 10651035"/>
              <a:gd name="connsiteY7" fmla="*/ 0 h 3079927"/>
              <a:gd name="connsiteX8" fmla="*/ 10651035 w 10651035"/>
              <a:gd name="connsiteY8" fmla="*/ 3079927 h 3079927"/>
              <a:gd name="connsiteX9" fmla="*/ 7989385 w 10651035"/>
              <a:gd name="connsiteY9" fmla="*/ 3079927 h 3079927"/>
              <a:gd name="connsiteX10" fmla="*/ 7984950 w 10651035"/>
              <a:gd name="connsiteY10" fmla="*/ 3079927 h 3079927"/>
              <a:gd name="connsiteX11" fmla="*/ 5327735 w 10651035"/>
              <a:gd name="connsiteY11" fmla="*/ 3079927 h 3079927"/>
              <a:gd name="connsiteX12" fmla="*/ 5323300 w 10651035"/>
              <a:gd name="connsiteY12" fmla="*/ 3079927 h 3079927"/>
              <a:gd name="connsiteX13" fmla="*/ 2666085 w 10651035"/>
              <a:gd name="connsiteY13" fmla="*/ 3079927 h 3079927"/>
              <a:gd name="connsiteX14" fmla="*/ 2661650 w 10651035"/>
              <a:gd name="connsiteY14" fmla="*/ 3079927 h 3079927"/>
              <a:gd name="connsiteX15" fmla="*/ 0 w 10651035"/>
              <a:gd name="connsiteY15" fmla="*/ 3079927 h 3079927"/>
              <a:gd name="connsiteX0" fmla="*/ 0 w 10651035"/>
              <a:gd name="connsiteY0" fmla="*/ 0 h 3079927"/>
              <a:gd name="connsiteX1" fmla="*/ 2661650 w 10651035"/>
              <a:gd name="connsiteY1" fmla="*/ 0 h 3079927"/>
              <a:gd name="connsiteX2" fmla="*/ 5323300 w 10651035"/>
              <a:gd name="connsiteY2" fmla="*/ 0 h 3079927"/>
              <a:gd name="connsiteX3" fmla="*/ 5327735 w 10651035"/>
              <a:gd name="connsiteY3" fmla="*/ 0 h 3079927"/>
              <a:gd name="connsiteX4" fmla="*/ 7984950 w 10651035"/>
              <a:gd name="connsiteY4" fmla="*/ 0 h 3079927"/>
              <a:gd name="connsiteX5" fmla="*/ 7989385 w 10651035"/>
              <a:gd name="connsiteY5" fmla="*/ 0 h 3079927"/>
              <a:gd name="connsiteX6" fmla="*/ 10651035 w 10651035"/>
              <a:gd name="connsiteY6" fmla="*/ 0 h 3079927"/>
              <a:gd name="connsiteX7" fmla="*/ 10651035 w 10651035"/>
              <a:gd name="connsiteY7" fmla="*/ 3079927 h 3079927"/>
              <a:gd name="connsiteX8" fmla="*/ 7989385 w 10651035"/>
              <a:gd name="connsiteY8" fmla="*/ 3079927 h 3079927"/>
              <a:gd name="connsiteX9" fmla="*/ 7984950 w 10651035"/>
              <a:gd name="connsiteY9" fmla="*/ 3079927 h 3079927"/>
              <a:gd name="connsiteX10" fmla="*/ 5327735 w 10651035"/>
              <a:gd name="connsiteY10" fmla="*/ 3079927 h 3079927"/>
              <a:gd name="connsiteX11" fmla="*/ 5323300 w 10651035"/>
              <a:gd name="connsiteY11" fmla="*/ 3079927 h 3079927"/>
              <a:gd name="connsiteX12" fmla="*/ 2666085 w 10651035"/>
              <a:gd name="connsiteY12" fmla="*/ 3079927 h 3079927"/>
              <a:gd name="connsiteX13" fmla="*/ 2661650 w 10651035"/>
              <a:gd name="connsiteY13" fmla="*/ 3079927 h 3079927"/>
              <a:gd name="connsiteX14" fmla="*/ 0 w 10651035"/>
              <a:gd name="connsiteY14" fmla="*/ 3079927 h 3079927"/>
              <a:gd name="connsiteX15" fmla="*/ 0 w 10651035"/>
              <a:gd name="connsiteY15" fmla="*/ 0 h 3079927"/>
              <a:gd name="connsiteX0" fmla="*/ 0 w 10651035"/>
              <a:gd name="connsiteY0" fmla="*/ 0 h 3079927"/>
              <a:gd name="connsiteX1" fmla="*/ 5323300 w 10651035"/>
              <a:gd name="connsiteY1" fmla="*/ 0 h 3079927"/>
              <a:gd name="connsiteX2" fmla="*/ 5327735 w 10651035"/>
              <a:gd name="connsiteY2" fmla="*/ 0 h 3079927"/>
              <a:gd name="connsiteX3" fmla="*/ 7984950 w 10651035"/>
              <a:gd name="connsiteY3" fmla="*/ 0 h 3079927"/>
              <a:gd name="connsiteX4" fmla="*/ 7989385 w 10651035"/>
              <a:gd name="connsiteY4" fmla="*/ 0 h 3079927"/>
              <a:gd name="connsiteX5" fmla="*/ 10651035 w 10651035"/>
              <a:gd name="connsiteY5" fmla="*/ 0 h 3079927"/>
              <a:gd name="connsiteX6" fmla="*/ 10651035 w 10651035"/>
              <a:gd name="connsiteY6" fmla="*/ 3079927 h 3079927"/>
              <a:gd name="connsiteX7" fmla="*/ 7989385 w 10651035"/>
              <a:gd name="connsiteY7" fmla="*/ 3079927 h 3079927"/>
              <a:gd name="connsiteX8" fmla="*/ 7984950 w 10651035"/>
              <a:gd name="connsiteY8" fmla="*/ 3079927 h 3079927"/>
              <a:gd name="connsiteX9" fmla="*/ 5327735 w 10651035"/>
              <a:gd name="connsiteY9" fmla="*/ 3079927 h 3079927"/>
              <a:gd name="connsiteX10" fmla="*/ 5323300 w 10651035"/>
              <a:gd name="connsiteY10" fmla="*/ 3079927 h 3079927"/>
              <a:gd name="connsiteX11" fmla="*/ 2666085 w 10651035"/>
              <a:gd name="connsiteY11" fmla="*/ 3079927 h 3079927"/>
              <a:gd name="connsiteX12" fmla="*/ 2661650 w 10651035"/>
              <a:gd name="connsiteY12" fmla="*/ 3079927 h 3079927"/>
              <a:gd name="connsiteX13" fmla="*/ 0 w 10651035"/>
              <a:gd name="connsiteY13" fmla="*/ 3079927 h 3079927"/>
              <a:gd name="connsiteX14" fmla="*/ 0 w 10651035"/>
              <a:gd name="connsiteY14" fmla="*/ 0 h 3079927"/>
              <a:gd name="connsiteX0" fmla="*/ 0 w 10651035"/>
              <a:gd name="connsiteY0" fmla="*/ 3079927 h 3079927"/>
              <a:gd name="connsiteX1" fmla="*/ 5323300 w 10651035"/>
              <a:gd name="connsiteY1" fmla="*/ 0 h 3079927"/>
              <a:gd name="connsiteX2" fmla="*/ 5327735 w 10651035"/>
              <a:gd name="connsiteY2" fmla="*/ 0 h 3079927"/>
              <a:gd name="connsiteX3" fmla="*/ 7984950 w 10651035"/>
              <a:gd name="connsiteY3" fmla="*/ 0 h 3079927"/>
              <a:gd name="connsiteX4" fmla="*/ 7989385 w 10651035"/>
              <a:gd name="connsiteY4" fmla="*/ 0 h 3079927"/>
              <a:gd name="connsiteX5" fmla="*/ 10651035 w 10651035"/>
              <a:gd name="connsiteY5" fmla="*/ 0 h 3079927"/>
              <a:gd name="connsiteX6" fmla="*/ 10651035 w 10651035"/>
              <a:gd name="connsiteY6" fmla="*/ 3079927 h 3079927"/>
              <a:gd name="connsiteX7" fmla="*/ 7989385 w 10651035"/>
              <a:gd name="connsiteY7" fmla="*/ 3079927 h 3079927"/>
              <a:gd name="connsiteX8" fmla="*/ 7984950 w 10651035"/>
              <a:gd name="connsiteY8" fmla="*/ 3079927 h 3079927"/>
              <a:gd name="connsiteX9" fmla="*/ 5327735 w 10651035"/>
              <a:gd name="connsiteY9" fmla="*/ 3079927 h 3079927"/>
              <a:gd name="connsiteX10" fmla="*/ 5323300 w 10651035"/>
              <a:gd name="connsiteY10" fmla="*/ 3079927 h 3079927"/>
              <a:gd name="connsiteX11" fmla="*/ 2666085 w 10651035"/>
              <a:gd name="connsiteY11" fmla="*/ 3079927 h 3079927"/>
              <a:gd name="connsiteX12" fmla="*/ 2661650 w 10651035"/>
              <a:gd name="connsiteY12" fmla="*/ 3079927 h 3079927"/>
              <a:gd name="connsiteX13" fmla="*/ 0 w 10651035"/>
              <a:gd name="connsiteY13" fmla="*/ 3079927 h 3079927"/>
              <a:gd name="connsiteX0" fmla="*/ 0 w 10651035"/>
              <a:gd name="connsiteY0" fmla="*/ 3079927 h 3079927"/>
              <a:gd name="connsiteX1" fmla="*/ 5323300 w 10651035"/>
              <a:gd name="connsiteY1" fmla="*/ 0 h 3079927"/>
              <a:gd name="connsiteX2" fmla="*/ 5327735 w 10651035"/>
              <a:gd name="connsiteY2" fmla="*/ 0 h 3079927"/>
              <a:gd name="connsiteX3" fmla="*/ 7984950 w 10651035"/>
              <a:gd name="connsiteY3" fmla="*/ 0 h 3079927"/>
              <a:gd name="connsiteX4" fmla="*/ 10651035 w 10651035"/>
              <a:gd name="connsiteY4" fmla="*/ 0 h 3079927"/>
              <a:gd name="connsiteX5" fmla="*/ 10651035 w 10651035"/>
              <a:gd name="connsiteY5" fmla="*/ 3079927 h 3079927"/>
              <a:gd name="connsiteX6" fmla="*/ 7989385 w 10651035"/>
              <a:gd name="connsiteY6" fmla="*/ 3079927 h 3079927"/>
              <a:gd name="connsiteX7" fmla="*/ 7984950 w 10651035"/>
              <a:gd name="connsiteY7" fmla="*/ 3079927 h 3079927"/>
              <a:gd name="connsiteX8" fmla="*/ 5327735 w 10651035"/>
              <a:gd name="connsiteY8" fmla="*/ 3079927 h 3079927"/>
              <a:gd name="connsiteX9" fmla="*/ 5323300 w 10651035"/>
              <a:gd name="connsiteY9" fmla="*/ 3079927 h 3079927"/>
              <a:gd name="connsiteX10" fmla="*/ 2666085 w 10651035"/>
              <a:gd name="connsiteY10" fmla="*/ 3079927 h 3079927"/>
              <a:gd name="connsiteX11" fmla="*/ 2661650 w 10651035"/>
              <a:gd name="connsiteY11" fmla="*/ 3079927 h 3079927"/>
              <a:gd name="connsiteX12" fmla="*/ 0 w 10651035"/>
              <a:gd name="connsiteY12" fmla="*/ 3079927 h 3079927"/>
              <a:gd name="connsiteX0" fmla="*/ 0 w 10651035"/>
              <a:gd name="connsiteY0" fmla="*/ 3079927 h 3079927"/>
              <a:gd name="connsiteX1" fmla="*/ 5323300 w 10651035"/>
              <a:gd name="connsiteY1" fmla="*/ 0 h 3079927"/>
              <a:gd name="connsiteX2" fmla="*/ 5327735 w 10651035"/>
              <a:gd name="connsiteY2" fmla="*/ 0 h 3079927"/>
              <a:gd name="connsiteX3" fmla="*/ 10651035 w 10651035"/>
              <a:gd name="connsiteY3" fmla="*/ 0 h 3079927"/>
              <a:gd name="connsiteX4" fmla="*/ 10651035 w 10651035"/>
              <a:gd name="connsiteY4" fmla="*/ 3079927 h 3079927"/>
              <a:gd name="connsiteX5" fmla="*/ 7989385 w 10651035"/>
              <a:gd name="connsiteY5" fmla="*/ 3079927 h 3079927"/>
              <a:gd name="connsiteX6" fmla="*/ 7984950 w 10651035"/>
              <a:gd name="connsiteY6" fmla="*/ 3079927 h 3079927"/>
              <a:gd name="connsiteX7" fmla="*/ 5327735 w 10651035"/>
              <a:gd name="connsiteY7" fmla="*/ 3079927 h 3079927"/>
              <a:gd name="connsiteX8" fmla="*/ 5323300 w 10651035"/>
              <a:gd name="connsiteY8" fmla="*/ 3079927 h 3079927"/>
              <a:gd name="connsiteX9" fmla="*/ 2666085 w 10651035"/>
              <a:gd name="connsiteY9" fmla="*/ 3079927 h 3079927"/>
              <a:gd name="connsiteX10" fmla="*/ 2661650 w 10651035"/>
              <a:gd name="connsiteY10" fmla="*/ 3079927 h 3079927"/>
              <a:gd name="connsiteX11" fmla="*/ 0 w 10651035"/>
              <a:gd name="connsiteY11" fmla="*/ 3079927 h 3079927"/>
              <a:gd name="connsiteX0" fmla="*/ 0 w 10651035"/>
              <a:gd name="connsiteY0" fmla="*/ 3079927 h 3079927"/>
              <a:gd name="connsiteX1" fmla="*/ 5323300 w 10651035"/>
              <a:gd name="connsiteY1" fmla="*/ 0 h 3079927"/>
              <a:gd name="connsiteX2" fmla="*/ 5327735 w 10651035"/>
              <a:gd name="connsiteY2" fmla="*/ 0 h 3079927"/>
              <a:gd name="connsiteX3" fmla="*/ 10651035 w 10651035"/>
              <a:gd name="connsiteY3" fmla="*/ 3079927 h 3079927"/>
              <a:gd name="connsiteX4" fmla="*/ 7989385 w 10651035"/>
              <a:gd name="connsiteY4" fmla="*/ 3079927 h 3079927"/>
              <a:gd name="connsiteX5" fmla="*/ 7984950 w 10651035"/>
              <a:gd name="connsiteY5" fmla="*/ 3079927 h 3079927"/>
              <a:gd name="connsiteX6" fmla="*/ 5327735 w 10651035"/>
              <a:gd name="connsiteY6" fmla="*/ 3079927 h 3079927"/>
              <a:gd name="connsiteX7" fmla="*/ 5323300 w 10651035"/>
              <a:gd name="connsiteY7" fmla="*/ 3079927 h 3079927"/>
              <a:gd name="connsiteX8" fmla="*/ 2666085 w 10651035"/>
              <a:gd name="connsiteY8" fmla="*/ 3079927 h 3079927"/>
              <a:gd name="connsiteX9" fmla="*/ 2661650 w 10651035"/>
              <a:gd name="connsiteY9" fmla="*/ 3079927 h 3079927"/>
              <a:gd name="connsiteX10" fmla="*/ 0 w 10651035"/>
              <a:gd name="connsiteY10" fmla="*/ 3079927 h 3079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651035" h="3079927">
                <a:moveTo>
                  <a:pt x="0" y="3079927"/>
                </a:moveTo>
                <a:lnTo>
                  <a:pt x="5323300" y="0"/>
                </a:lnTo>
                <a:lnTo>
                  <a:pt x="5327735" y="0"/>
                </a:lnTo>
                <a:lnTo>
                  <a:pt x="10651035" y="3079927"/>
                </a:lnTo>
                <a:lnTo>
                  <a:pt x="7989385" y="3079927"/>
                </a:lnTo>
                <a:lnTo>
                  <a:pt x="7984950" y="3079927"/>
                </a:lnTo>
                <a:lnTo>
                  <a:pt x="5327735" y="3079927"/>
                </a:lnTo>
                <a:lnTo>
                  <a:pt x="5323300" y="3079927"/>
                </a:lnTo>
                <a:lnTo>
                  <a:pt x="2666085" y="3079927"/>
                </a:lnTo>
                <a:lnTo>
                  <a:pt x="2661650" y="3079927"/>
                </a:lnTo>
                <a:lnTo>
                  <a:pt x="0" y="3079927"/>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defRPr/>
            </a:pPr>
            <a:endParaRPr lang="en-IN" sz="1950">
              <a:solidFill>
                <a:prstClr val="white"/>
              </a:solidFill>
              <a:latin typeface="Segoe UI"/>
            </a:endParaRPr>
          </a:p>
        </p:txBody>
      </p:sp>
      <p:sp>
        <p:nvSpPr>
          <p:cNvPr id="69" name="Rectangle 68">
            <a:extLst>
              <a:ext uri="{FF2B5EF4-FFF2-40B4-BE49-F238E27FC236}">
                <a16:creationId xmlns:a16="http://schemas.microsoft.com/office/drawing/2014/main" id="{90D46852-F02B-2B9D-5D3A-0066C5A0116E}"/>
              </a:ext>
            </a:extLst>
          </p:cNvPr>
          <p:cNvSpPr/>
          <p:nvPr/>
        </p:nvSpPr>
        <p:spPr>
          <a:xfrm>
            <a:off x="192079" y="3017228"/>
            <a:ext cx="2383435" cy="93056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89" name="Rectangle 88">
            <a:extLst>
              <a:ext uri="{FF2B5EF4-FFF2-40B4-BE49-F238E27FC236}">
                <a16:creationId xmlns:a16="http://schemas.microsoft.com/office/drawing/2014/main" id="{9E27A894-D38F-1225-09EE-9263F019CCB3}"/>
              </a:ext>
            </a:extLst>
          </p:cNvPr>
          <p:cNvSpPr/>
          <p:nvPr/>
        </p:nvSpPr>
        <p:spPr>
          <a:xfrm>
            <a:off x="2571548" y="3017228"/>
            <a:ext cx="2383435" cy="93056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90" name="Rectangle 89">
            <a:extLst>
              <a:ext uri="{FF2B5EF4-FFF2-40B4-BE49-F238E27FC236}">
                <a16:creationId xmlns:a16="http://schemas.microsoft.com/office/drawing/2014/main" id="{175B786F-2093-3D9A-1FE9-6EA0BFF4820D}"/>
              </a:ext>
            </a:extLst>
          </p:cNvPr>
          <p:cNvSpPr/>
          <p:nvPr/>
        </p:nvSpPr>
        <p:spPr>
          <a:xfrm>
            <a:off x="4951018" y="3017228"/>
            <a:ext cx="2383435" cy="93056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91" name="Rectangle 90">
            <a:extLst>
              <a:ext uri="{FF2B5EF4-FFF2-40B4-BE49-F238E27FC236}">
                <a16:creationId xmlns:a16="http://schemas.microsoft.com/office/drawing/2014/main" id="{0E8776EC-FCBC-DD9E-57DB-F69AEBD578C5}"/>
              </a:ext>
            </a:extLst>
          </p:cNvPr>
          <p:cNvSpPr/>
          <p:nvPr/>
        </p:nvSpPr>
        <p:spPr>
          <a:xfrm>
            <a:off x="7330486" y="3017228"/>
            <a:ext cx="2383435" cy="930563"/>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950">
              <a:solidFill>
                <a:prstClr val="white"/>
              </a:solidFill>
              <a:latin typeface="Segoe UI"/>
            </a:endParaRPr>
          </a:p>
        </p:txBody>
      </p:sp>
      <p:sp>
        <p:nvSpPr>
          <p:cNvPr id="75" name="TextBox 74">
            <a:extLst>
              <a:ext uri="{FF2B5EF4-FFF2-40B4-BE49-F238E27FC236}">
                <a16:creationId xmlns:a16="http://schemas.microsoft.com/office/drawing/2014/main" id="{5F344B29-6186-DDAA-6D2D-97FE2B440C2C}"/>
              </a:ext>
            </a:extLst>
          </p:cNvPr>
          <p:cNvSpPr txBox="1"/>
          <p:nvPr/>
        </p:nvSpPr>
        <p:spPr>
          <a:xfrm>
            <a:off x="941739" y="3270005"/>
            <a:ext cx="1337817" cy="431200"/>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b="1" dirty="0">
                <a:solidFill>
                  <a:prstClr val="white"/>
                </a:solidFill>
                <a:latin typeface="Segoe UI"/>
                <a:cs typeface="+mn-cs"/>
              </a:rPr>
              <a:t>First Initiative for your Strategy</a:t>
            </a:r>
          </a:p>
        </p:txBody>
      </p:sp>
      <p:sp>
        <p:nvSpPr>
          <p:cNvPr id="109" name="TextBox 108">
            <a:extLst>
              <a:ext uri="{FF2B5EF4-FFF2-40B4-BE49-F238E27FC236}">
                <a16:creationId xmlns:a16="http://schemas.microsoft.com/office/drawing/2014/main" id="{82140A3E-93AF-9571-573C-DEDAC7B5FE73}"/>
              </a:ext>
            </a:extLst>
          </p:cNvPr>
          <p:cNvSpPr txBox="1"/>
          <p:nvPr/>
        </p:nvSpPr>
        <p:spPr>
          <a:xfrm>
            <a:off x="3324602" y="3270005"/>
            <a:ext cx="1278546" cy="431200"/>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b="1" dirty="0">
                <a:solidFill>
                  <a:prstClr val="white"/>
                </a:solidFill>
                <a:latin typeface="Segoe UI"/>
                <a:cs typeface="+mn-cs"/>
              </a:rPr>
              <a:t>Second Initiative for your Strategy</a:t>
            </a:r>
          </a:p>
        </p:txBody>
      </p:sp>
      <p:sp>
        <p:nvSpPr>
          <p:cNvPr id="110" name="TextBox 109">
            <a:extLst>
              <a:ext uri="{FF2B5EF4-FFF2-40B4-BE49-F238E27FC236}">
                <a16:creationId xmlns:a16="http://schemas.microsoft.com/office/drawing/2014/main" id="{E4A30DE3-D37F-2E17-EDD6-2922449B063F}"/>
              </a:ext>
            </a:extLst>
          </p:cNvPr>
          <p:cNvSpPr txBox="1"/>
          <p:nvPr/>
        </p:nvSpPr>
        <p:spPr>
          <a:xfrm>
            <a:off x="5707464" y="3270005"/>
            <a:ext cx="1393252" cy="431200"/>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b="1" dirty="0">
                <a:solidFill>
                  <a:prstClr val="white"/>
                </a:solidFill>
                <a:latin typeface="Segoe UI"/>
                <a:cs typeface="+mn-cs"/>
              </a:rPr>
              <a:t>Third Initiative for your Strategy</a:t>
            </a:r>
          </a:p>
        </p:txBody>
      </p:sp>
      <p:sp>
        <p:nvSpPr>
          <p:cNvPr id="111" name="TextBox 110">
            <a:extLst>
              <a:ext uri="{FF2B5EF4-FFF2-40B4-BE49-F238E27FC236}">
                <a16:creationId xmlns:a16="http://schemas.microsoft.com/office/drawing/2014/main" id="{19DF3F0E-B1F4-5CD3-5F6F-0E2046895129}"/>
              </a:ext>
            </a:extLst>
          </p:cNvPr>
          <p:cNvSpPr txBox="1"/>
          <p:nvPr/>
        </p:nvSpPr>
        <p:spPr>
          <a:xfrm>
            <a:off x="8090327" y="3270005"/>
            <a:ext cx="1337817" cy="431200"/>
          </a:xfrm>
          <a:prstGeom prst="rect">
            <a:avLst/>
          </a:prstGeom>
          <a:noFill/>
        </p:spPr>
        <p:txBody>
          <a:bodyPr wrap="square" lIns="0" tIns="0" rIns="0" bIns="0" rtlCol="0" anchor="ctr">
            <a:noAutofit/>
          </a:bodyPr>
          <a:lstStyle/>
          <a:p>
            <a:pPr defTabSz="990671" fontAlgn="auto">
              <a:spcBef>
                <a:spcPts val="0"/>
              </a:spcBef>
              <a:spcAft>
                <a:spcPts val="0"/>
              </a:spcAft>
              <a:defRPr/>
            </a:pPr>
            <a:r>
              <a:rPr lang="en-US" sz="1138" b="1" dirty="0">
                <a:solidFill>
                  <a:prstClr val="white"/>
                </a:solidFill>
                <a:latin typeface="Segoe UI"/>
                <a:cs typeface="+mn-cs"/>
              </a:rPr>
              <a:t>Fourth Initiative for your Strategy</a:t>
            </a:r>
          </a:p>
        </p:txBody>
      </p:sp>
      <p:sp>
        <p:nvSpPr>
          <p:cNvPr id="123" name="TextBox 122">
            <a:extLst>
              <a:ext uri="{FF2B5EF4-FFF2-40B4-BE49-F238E27FC236}">
                <a16:creationId xmlns:a16="http://schemas.microsoft.com/office/drawing/2014/main" id="{8FAE4F7A-FD75-8EE3-C459-3138BDA3654A}"/>
              </a:ext>
            </a:extLst>
          </p:cNvPr>
          <p:cNvSpPr txBox="1"/>
          <p:nvPr/>
        </p:nvSpPr>
        <p:spPr>
          <a:xfrm flipH="1">
            <a:off x="357432" y="4191202"/>
            <a:ext cx="2052728" cy="1780427"/>
          </a:xfrm>
          <a:prstGeom prst="rect">
            <a:avLst/>
          </a:prstGeom>
          <a:noFill/>
        </p:spPr>
        <p:txBody>
          <a:bodyPr wrap="square" lIns="0" tIns="0" rIns="0" bIns="0" rtlCol="0" anchor="t">
            <a:noAutofit/>
          </a:bodyPr>
          <a:lstStyle/>
          <a:p>
            <a:pPr defTabSz="990671" fontAlgn="auto">
              <a:lnSpc>
                <a:spcPct val="110000"/>
              </a:lnSpc>
              <a:spcBef>
                <a:spcPts val="0"/>
              </a:spcBef>
              <a:spcAft>
                <a:spcPts val="0"/>
              </a:spcAft>
              <a:defRPr/>
            </a:pPr>
            <a:r>
              <a:rPr lang="en-US" sz="975" kern="0" dirty="0">
                <a:solidFill>
                  <a:prstClr val="black">
                    <a:lumMod val="75000"/>
                    <a:lumOff val="2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975" dirty="0">
              <a:solidFill>
                <a:prstClr val="black">
                  <a:lumMod val="75000"/>
                  <a:lumOff val="25000"/>
                </a:prstClr>
              </a:solidFill>
              <a:latin typeface="Segoe UI" panose="020B0502040204020203" pitchFamily="34" charset="0"/>
              <a:ea typeface="Calibri Light" charset="0"/>
              <a:cs typeface="Segoe UI" panose="020B0502040204020203" pitchFamily="34" charset="0"/>
            </a:endParaRPr>
          </a:p>
        </p:txBody>
      </p:sp>
      <p:sp>
        <p:nvSpPr>
          <p:cNvPr id="124" name="TextBox 123">
            <a:extLst>
              <a:ext uri="{FF2B5EF4-FFF2-40B4-BE49-F238E27FC236}">
                <a16:creationId xmlns:a16="http://schemas.microsoft.com/office/drawing/2014/main" id="{CFC6232F-F9B0-ED6A-36E3-3DF095B48526}"/>
              </a:ext>
            </a:extLst>
          </p:cNvPr>
          <p:cNvSpPr txBox="1"/>
          <p:nvPr/>
        </p:nvSpPr>
        <p:spPr>
          <a:xfrm flipH="1">
            <a:off x="2736901" y="4191202"/>
            <a:ext cx="2052728" cy="1780427"/>
          </a:xfrm>
          <a:prstGeom prst="rect">
            <a:avLst/>
          </a:prstGeom>
          <a:noFill/>
        </p:spPr>
        <p:txBody>
          <a:bodyPr wrap="square" lIns="0" tIns="0" rIns="0" bIns="0" rtlCol="0" anchor="t">
            <a:noAutofit/>
          </a:bodyPr>
          <a:lstStyle/>
          <a:p>
            <a:pPr defTabSz="990671" fontAlgn="auto">
              <a:lnSpc>
                <a:spcPct val="110000"/>
              </a:lnSpc>
              <a:spcBef>
                <a:spcPts val="0"/>
              </a:spcBef>
              <a:spcAft>
                <a:spcPts val="0"/>
              </a:spcAft>
              <a:defRPr/>
            </a:pPr>
            <a:r>
              <a:rPr lang="en-US" sz="975" kern="0" dirty="0">
                <a:solidFill>
                  <a:prstClr val="black">
                    <a:lumMod val="75000"/>
                    <a:lumOff val="2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975" dirty="0">
              <a:solidFill>
                <a:prstClr val="black">
                  <a:lumMod val="75000"/>
                  <a:lumOff val="25000"/>
                </a:prstClr>
              </a:solidFill>
              <a:latin typeface="Segoe UI" panose="020B0502040204020203" pitchFamily="34" charset="0"/>
              <a:ea typeface="Calibri Light" charset="0"/>
              <a:cs typeface="Segoe UI" panose="020B0502040204020203" pitchFamily="34" charset="0"/>
            </a:endParaRPr>
          </a:p>
        </p:txBody>
      </p:sp>
      <p:sp>
        <p:nvSpPr>
          <p:cNvPr id="125" name="TextBox 124">
            <a:extLst>
              <a:ext uri="{FF2B5EF4-FFF2-40B4-BE49-F238E27FC236}">
                <a16:creationId xmlns:a16="http://schemas.microsoft.com/office/drawing/2014/main" id="{25633B40-25F8-B08E-962A-CE3FA31A1095}"/>
              </a:ext>
            </a:extLst>
          </p:cNvPr>
          <p:cNvSpPr txBox="1"/>
          <p:nvPr/>
        </p:nvSpPr>
        <p:spPr>
          <a:xfrm flipH="1">
            <a:off x="5116370" y="4191202"/>
            <a:ext cx="2052728" cy="1780427"/>
          </a:xfrm>
          <a:prstGeom prst="rect">
            <a:avLst/>
          </a:prstGeom>
          <a:noFill/>
        </p:spPr>
        <p:txBody>
          <a:bodyPr wrap="square" lIns="0" tIns="0" rIns="0" bIns="0" rtlCol="0" anchor="t">
            <a:noAutofit/>
          </a:bodyPr>
          <a:lstStyle/>
          <a:p>
            <a:pPr defTabSz="990671" fontAlgn="auto">
              <a:lnSpc>
                <a:spcPct val="110000"/>
              </a:lnSpc>
              <a:spcBef>
                <a:spcPts val="0"/>
              </a:spcBef>
              <a:spcAft>
                <a:spcPts val="0"/>
              </a:spcAft>
              <a:defRPr/>
            </a:pPr>
            <a:r>
              <a:rPr lang="en-US" sz="975" kern="0" dirty="0">
                <a:solidFill>
                  <a:prstClr val="black">
                    <a:lumMod val="75000"/>
                    <a:lumOff val="2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975" dirty="0">
              <a:solidFill>
                <a:prstClr val="black">
                  <a:lumMod val="75000"/>
                  <a:lumOff val="25000"/>
                </a:prstClr>
              </a:solidFill>
              <a:latin typeface="Segoe UI" panose="020B0502040204020203" pitchFamily="34" charset="0"/>
              <a:ea typeface="Calibri Light" charset="0"/>
              <a:cs typeface="Segoe UI" panose="020B0502040204020203" pitchFamily="34" charset="0"/>
            </a:endParaRPr>
          </a:p>
        </p:txBody>
      </p:sp>
      <p:sp>
        <p:nvSpPr>
          <p:cNvPr id="126" name="TextBox 125">
            <a:extLst>
              <a:ext uri="{FF2B5EF4-FFF2-40B4-BE49-F238E27FC236}">
                <a16:creationId xmlns:a16="http://schemas.microsoft.com/office/drawing/2014/main" id="{40158BD6-60A3-3617-4926-C212E50BB4AF}"/>
              </a:ext>
            </a:extLst>
          </p:cNvPr>
          <p:cNvSpPr txBox="1"/>
          <p:nvPr/>
        </p:nvSpPr>
        <p:spPr>
          <a:xfrm flipH="1">
            <a:off x="7495840" y="4191202"/>
            <a:ext cx="2052728" cy="1780427"/>
          </a:xfrm>
          <a:prstGeom prst="rect">
            <a:avLst/>
          </a:prstGeom>
          <a:noFill/>
        </p:spPr>
        <p:txBody>
          <a:bodyPr wrap="square" lIns="0" tIns="0" rIns="0" bIns="0" rtlCol="0" anchor="t">
            <a:noAutofit/>
          </a:bodyPr>
          <a:lstStyle/>
          <a:p>
            <a:pPr defTabSz="990671" fontAlgn="auto">
              <a:lnSpc>
                <a:spcPct val="110000"/>
              </a:lnSpc>
              <a:spcBef>
                <a:spcPts val="0"/>
              </a:spcBef>
              <a:spcAft>
                <a:spcPts val="0"/>
              </a:spcAft>
              <a:defRPr/>
            </a:pPr>
            <a:r>
              <a:rPr lang="en-US" sz="975" kern="0" dirty="0">
                <a:solidFill>
                  <a:prstClr val="black">
                    <a:lumMod val="75000"/>
                    <a:lumOff val="25000"/>
                  </a:prstClr>
                </a:solidFill>
                <a:latin typeface="Segoe UI" panose="020B0502040204020203" pitchFamily="34" charset="0"/>
                <a:ea typeface="Calibri Light" charset="0"/>
                <a:cs typeface="Segoe UI" panose="020B0502040204020203" pitchFamily="34" charset="0"/>
              </a:rPr>
              <a:t>This is a sample text. Insert your desired text here. </a:t>
            </a:r>
            <a:endParaRPr lang="en-US" sz="975" dirty="0">
              <a:solidFill>
                <a:prstClr val="black">
                  <a:lumMod val="75000"/>
                  <a:lumOff val="25000"/>
                </a:prstClr>
              </a:solidFill>
              <a:latin typeface="Segoe UI" panose="020B0502040204020203" pitchFamily="34" charset="0"/>
              <a:ea typeface="Calibri Light" charset="0"/>
              <a:cs typeface="Segoe UI" panose="020B0502040204020203" pitchFamily="34" charset="0"/>
            </a:endParaRPr>
          </a:p>
        </p:txBody>
      </p:sp>
      <p:sp>
        <p:nvSpPr>
          <p:cNvPr id="131" name="TextBox 130">
            <a:extLst>
              <a:ext uri="{FF2B5EF4-FFF2-40B4-BE49-F238E27FC236}">
                <a16:creationId xmlns:a16="http://schemas.microsoft.com/office/drawing/2014/main" id="{FDA5FC86-733E-8A6F-F95C-63DF9A95A306}"/>
              </a:ext>
            </a:extLst>
          </p:cNvPr>
          <p:cNvSpPr txBox="1"/>
          <p:nvPr/>
        </p:nvSpPr>
        <p:spPr>
          <a:xfrm>
            <a:off x="2072429" y="2212434"/>
            <a:ext cx="5567204" cy="551802"/>
          </a:xfrm>
          <a:prstGeom prst="rect">
            <a:avLst/>
          </a:prstGeom>
          <a:noFill/>
        </p:spPr>
        <p:txBody>
          <a:bodyPr wrap="square" lIns="0" tIns="0" rIns="0" bIns="0" rtlCol="0" anchor="ctr">
            <a:noAutofit/>
          </a:bodyPr>
          <a:lstStyle/>
          <a:p>
            <a:pPr algn="ctr" defTabSz="990671" fontAlgn="auto">
              <a:spcBef>
                <a:spcPts val="0"/>
              </a:spcBef>
              <a:spcAft>
                <a:spcPts val="0"/>
              </a:spcAft>
              <a:defRPr/>
            </a:pPr>
            <a:r>
              <a:rPr lang="en-US" sz="1138" dirty="0">
                <a:solidFill>
                  <a:prstClr val="black">
                    <a:lumMod val="75000"/>
                    <a:lumOff val="25000"/>
                  </a:prstClr>
                </a:solidFill>
                <a:latin typeface="Segoe UI"/>
                <a:cs typeface="+mn-cs"/>
              </a:rPr>
              <a:t>Insert your Vision Statement here. This Vision will drive the strategic initiatives.</a:t>
            </a:r>
          </a:p>
        </p:txBody>
      </p:sp>
      <p:pic>
        <p:nvPicPr>
          <p:cNvPr id="133" name="Graphic 132" descr="Diamond with solid fill">
            <a:extLst>
              <a:ext uri="{FF2B5EF4-FFF2-40B4-BE49-F238E27FC236}">
                <a16:creationId xmlns:a16="http://schemas.microsoft.com/office/drawing/2014/main" id="{18528838-5C98-2C19-C404-9B0154FDF63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757691" y="3282703"/>
            <a:ext cx="405804" cy="405804"/>
          </a:xfrm>
          <a:prstGeom prst="rect">
            <a:avLst/>
          </a:prstGeom>
        </p:spPr>
      </p:pic>
      <p:pic>
        <p:nvPicPr>
          <p:cNvPr id="135" name="Graphic 134" descr="Cheers with solid fill">
            <a:extLst>
              <a:ext uri="{FF2B5EF4-FFF2-40B4-BE49-F238E27FC236}">
                <a16:creationId xmlns:a16="http://schemas.microsoft.com/office/drawing/2014/main" id="{A142323D-63C0-348E-E3AD-E6017514780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94163" y="3282703"/>
            <a:ext cx="405804" cy="405804"/>
          </a:xfrm>
          <a:prstGeom prst="rect">
            <a:avLst/>
          </a:prstGeom>
        </p:spPr>
      </p:pic>
      <p:pic>
        <p:nvPicPr>
          <p:cNvPr id="137" name="Graphic 136" descr="Plant with solid fill">
            <a:extLst>
              <a:ext uri="{FF2B5EF4-FFF2-40B4-BE49-F238E27FC236}">
                <a16:creationId xmlns:a16="http://schemas.microsoft.com/office/drawing/2014/main" id="{7499FFA3-96DA-485D-FDFA-89A8B503916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181033" y="3282703"/>
            <a:ext cx="405804" cy="405804"/>
          </a:xfrm>
          <a:prstGeom prst="rect">
            <a:avLst/>
          </a:prstGeom>
        </p:spPr>
      </p:pic>
      <p:pic>
        <p:nvPicPr>
          <p:cNvPr id="139" name="Graphic 138" descr="Target with solid fill">
            <a:extLst>
              <a:ext uri="{FF2B5EF4-FFF2-40B4-BE49-F238E27FC236}">
                <a16:creationId xmlns:a16="http://schemas.microsoft.com/office/drawing/2014/main" id="{35315892-9DF3-4B4C-621D-EBAA45029FC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514654" y="3282703"/>
            <a:ext cx="405804" cy="405804"/>
          </a:xfrm>
          <a:prstGeom prst="rect">
            <a:avLst/>
          </a:prstGeom>
        </p:spPr>
      </p:pic>
      <p:sp>
        <p:nvSpPr>
          <p:cNvPr id="15" name="TextBox 14">
            <a:extLst>
              <a:ext uri="{FF2B5EF4-FFF2-40B4-BE49-F238E27FC236}">
                <a16:creationId xmlns:a16="http://schemas.microsoft.com/office/drawing/2014/main" id="{5B70B564-EE27-9470-39AC-7A8CB28ECD1E}"/>
              </a:ext>
            </a:extLst>
          </p:cNvPr>
          <p:cNvSpPr txBox="1"/>
          <p:nvPr/>
        </p:nvSpPr>
        <p:spPr>
          <a:xfrm>
            <a:off x="3048136" y="1789424"/>
            <a:ext cx="3615790" cy="642612"/>
          </a:xfrm>
          <a:prstGeom prst="rect">
            <a:avLst/>
          </a:prstGeom>
          <a:noFill/>
        </p:spPr>
        <p:txBody>
          <a:bodyPr wrap="square" rtlCol="0">
            <a:spAutoFit/>
          </a:bodyPr>
          <a:lstStyle/>
          <a:p>
            <a:pPr algn="ctr" defTabSz="990671" fontAlgn="auto">
              <a:spcBef>
                <a:spcPts val="0"/>
              </a:spcBef>
              <a:spcAft>
                <a:spcPts val="0"/>
              </a:spcAft>
              <a:defRPr/>
            </a:pPr>
            <a:r>
              <a:rPr lang="en-US" sz="3576" dirty="0">
                <a:solidFill>
                  <a:prstClr val="black">
                    <a:lumMod val="50000"/>
                    <a:lumOff val="50000"/>
                  </a:prstClr>
                </a:solidFill>
                <a:latin typeface="Arial Black" panose="020B0A04020102020204" pitchFamily="34" charset="0"/>
                <a:cs typeface="+mn-cs"/>
              </a:rPr>
              <a:t>VISION</a:t>
            </a:r>
          </a:p>
        </p:txBody>
      </p:sp>
      <p:grpSp>
        <p:nvGrpSpPr>
          <p:cNvPr id="19" name="Group 18">
            <a:extLst>
              <a:ext uri="{FF2B5EF4-FFF2-40B4-BE49-F238E27FC236}">
                <a16:creationId xmlns:a16="http://schemas.microsoft.com/office/drawing/2014/main" id="{597DD09E-A208-EFF1-6CB4-04A82DE41BF6}"/>
              </a:ext>
            </a:extLst>
          </p:cNvPr>
          <p:cNvGrpSpPr/>
          <p:nvPr/>
        </p:nvGrpSpPr>
        <p:grpSpPr>
          <a:xfrm>
            <a:off x="1152873" y="2749131"/>
            <a:ext cx="461849" cy="492571"/>
            <a:chOff x="1804647" y="1940057"/>
            <a:chExt cx="1218160" cy="1299191"/>
          </a:xfrm>
        </p:grpSpPr>
        <p:sp>
          <p:nvSpPr>
            <p:cNvPr id="17" name="Oval 16">
              <a:extLst>
                <a:ext uri="{FF2B5EF4-FFF2-40B4-BE49-F238E27FC236}">
                  <a16:creationId xmlns:a16="http://schemas.microsoft.com/office/drawing/2014/main" id="{A51052D5-D13A-49A2-49A8-D6675EC37380}"/>
                </a:ext>
              </a:extLst>
            </p:cNvPr>
            <p:cNvSpPr/>
            <p:nvPr/>
          </p:nvSpPr>
          <p:spPr>
            <a:xfrm>
              <a:off x="1804647" y="1980573"/>
              <a:ext cx="1218160" cy="1218160"/>
            </a:xfrm>
            <a:prstGeom prst="ellipse">
              <a:avLst/>
            </a:prstGeom>
            <a:gradFill>
              <a:gsLst>
                <a:gs pos="0">
                  <a:schemeClr val="accent1"/>
                </a:gs>
                <a:gs pos="100000">
                  <a:schemeClr val="accent1">
                    <a:lumMod val="7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138">
                <a:solidFill>
                  <a:prstClr val="white"/>
                </a:solidFill>
                <a:latin typeface="Segoe UI"/>
              </a:endParaRPr>
            </a:p>
          </p:txBody>
        </p:sp>
        <p:sp>
          <p:nvSpPr>
            <p:cNvPr id="18" name="TextBox 17">
              <a:extLst>
                <a:ext uri="{FF2B5EF4-FFF2-40B4-BE49-F238E27FC236}">
                  <a16:creationId xmlns:a16="http://schemas.microsoft.com/office/drawing/2014/main" id="{16D4C133-3F5D-46AB-7CB8-E1E85BA32C49}"/>
                </a:ext>
              </a:extLst>
            </p:cNvPr>
            <p:cNvSpPr txBox="1"/>
            <p:nvPr/>
          </p:nvSpPr>
          <p:spPr>
            <a:xfrm>
              <a:off x="1916512" y="1940057"/>
              <a:ext cx="994436" cy="1299191"/>
            </a:xfrm>
            <a:prstGeom prst="rect">
              <a:avLst/>
            </a:prstGeom>
            <a:noFill/>
          </p:spPr>
          <p:txBody>
            <a:bodyPr wrap="none" rtlCol="0" anchor="ctr">
              <a:spAutoFit/>
            </a:bodyPr>
            <a:lstStyle/>
            <a:p>
              <a:pPr algn="ctr" defTabSz="990671" fontAlgn="auto">
                <a:spcBef>
                  <a:spcPts val="0"/>
                </a:spcBef>
                <a:spcAft>
                  <a:spcPts val="0"/>
                </a:spcAft>
                <a:defRPr/>
              </a:pPr>
              <a:r>
                <a:rPr lang="en-US" sz="2601" b="1" dirty="0">
                  <a:solidFill>
                    <a:prstClr val="white"/>
                  </a:solidFill>
                  <a:latin typeface="Segoe UI"/>
                  <a:cs typeface="+mn-cs"/>
                </a:rPr>
                <a:t>1</a:t>
              </a:r>
              <a:endParaRPr lang="en-IN" sz="2601" b="1" dirty="0">
                <a:solidFill>
                  <a:prstClr val="white"/>
                </a:solidFill>
                <a:latin typeface="Segoe UI"/>
                <a:cs typeface="+mn-cs"/>
              </a:endParaRPr>
            </a:p>
          </p:txBody>
        </p:sp>
      </p:grpSp>
      <p:grpSp>
        <p:nvGrpSpPr>
          <p:cNvPr id="23" name="Group 22">
            <a:extLst>
              <a:ext uri="{FF2B5EF4-FFF2-40B4-BE49-F238E27FC236}">
                <a16:creationId xmlns:a16="http://schemas.microsoft.com/office/drawing/2014/main" id="{B6B54EE9-2273-F727-B2E5-DF0D2F4B0DCB}"/>
              </a:ext>
            </a:extLst>
          </p:cNvPr>
          <p:cNvGrpSpPr/>
          <p:nvPr/>
        </p:nvGrpSpPr>
        <p:grpSpPr>
          <a:xfrm>
            <a:off x="3532342" y="2749129"/>
            <a:ext cx="461849" cy="492571"/>
            <a:chOff x="2999332" y="5290554"/>
            <a:chExt cx="568281" cy="606083"/>
          </a:xfrm>
        </p:grpSpPr>
        <p:sp>
          <p:nvSpPr>
            <p:cNvPr id="21" name="Oval 20">
              <a:extLst>
                <a:ext uri="{FF2B5EF4-FFF2-40B4-BE49-F238E27FC236}">
                  <a16:creationId xmlns:a16="http://schemas.microsoft.com/office/drawing/2014/main" id="{5E89CB86-E38C-B4E7-893E-CD82F83E6694}"/>
                </a:ext>
              </a:extLst>
            </p:cNvPr>
            <p:cNvSpPr/>
            <p:nvPr/>
          </p:nvSpPr>
          <p:spPr>
            <a:xfrm>
              <a:off x="2999332" y="5309456"/>
              <a:ext cx="568281" cy="568281"/>
            </a:xfrm>
            <a:prstGeom prst="ellipse">
              <a:avLst/>
            </a:prstGeom>
            <a:gradFill>
              <a:gsLst>
                <a:gs pos="0">
                  <a:schemeClr val="accent2"/>
                </a:gs>
                <a:gs pos="100000">
                  <a:schemeClr val="accent2">
                    <a:lumMod val="7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138">
                <a:solidFill>
                  <a:prstClr val="white"/>
                </a:solidFill>
                <a:latin typeface="Segoe UI"/>
              </a:endParaRPr>
            </a:p>
          </p:txBody>
        </p:sp>
        <p:sp>
          <p:nvSpPr>
            <p:cNvPr id="22" name="TextBox 21">
              <a:extLst>
                <a:ext uri="{FF2B5EF4-FFF2-40B4-BE49-F238E27FC236}">
                  <a16:creationId xmlns:a16="http://schemas.microsoft.com/office/drawing/2014/main" id="{27B504D5-AD59-929D-B381-79C66D53415A}"/>
                </a:ext>
              </a:extLst>
            </p:cNvPr>
            <p:cNvSpPr txBox="1"/>
            <p:nvPr/>
          </p:nvSpPr>
          <p:spPr>
            <a:xfrm>
              <a:off x="3051518" y="5290554"/>
              <a:ext cx="463912" cy="606083"/>
            </a:xfrm>
            <a:prstGeom prst="rect">
              <a:avLst/>
            </a:prstGeom>
            <a:noFill/>
          </p:spPr>
          <p:txBody>
            <a:bodyPr wrap="none" rtlCol="0" anchor="ctr">
              <a:spAutoFit/>
            </a:bodyPr>
            <a:lstStyle/>
            <a:p>
              <a:pPr algn="ctr" defTabSz="990671" fontAlgn="auto">
                <a:spcBef>
                  <a:spcPts val="0"/>
                </a:spcBef>
                <a:spcAft>
                  <a:spcPts val="0"/>
                </a:spcAft>
                <a:defRPr/>
              </a:pPr>
              <a:r>
                <a:rPr lang="en-US" sz="2601" b="1" dirty="0">
                  <a:solidFill>
                    <a:prstClr val="white"/>
                  </a:solidFill>
                  <a:latin typeface="Segoe UI"/>
                  <a:cs typeface="+mn-cs"/>
                </a:rPr>
                <a:t>2</a:t>
              </a:r>
              <a:endParaRPr lang="en-IN" sz="2601" b="1" dirty="0">
                <a:solidFill>
                  <a:prstClr val="white"/>
                </a:solidFill>
                <a:latin typeface="Segoe UI"/>
                <a:cs typeface="+mn-cs"/>
              </a:endParaRPr>
            </a:p>
          </p:txBody>
        </p:sp>
      </p:grpSp>
      <p:grpSp>
        <p:nvGrpSpPr>
          <p:cNvPr id="24" name="Group 23">
            <a:extLst>
              <a:ext uri="{FF2B5EF4-FFF2-40B4-BE49-F238E27FC236}">
                <a16:creationId xmlns:a16="http://schemas.microsoft.com/office/drawing/2014/main" id="{9C541559-C34E-F1E1-6B76-729F8BEF25A4}"/>
              </a:ext>
            </a:extLst>
          </p:cNvPr>
          <p:cNvGrpSpPr/>
          <p:nvPr/>
        </p:nvGrpSpPr>
        <p:grpSpPr>
          <a:xfrm>
            <a:off x="5911811" y="2762294"/>
            <a:ext cx="461849" cy="492571"/>
            <a:chOff x="2999332" y="5290554"/>
            <a:chExt cx="568281" cy="606083"/>
          </a:xfrm>
        </p:grpSpPr>
        <p:sp>
          <p:nvSpPr>
            <p:cNvPr id="25" name="Oval 24">
              <a:extLst>
                <a:ext uri="{FF2B5EF4-FFF2-40B4-BE49-F238E27FC236}">
                  <a16:creationId xmlns:a16="http://schemas.microsoft.com/office/drawing/2014/main" id="{FB2A4EF3-306B-DFEC-78A2-94AF599BAAB7}"/>
                </a:ext>
              </a:extLst>
            </p:cNvPr>
            <p:cNvSpPr/>
            <p:nvPr/>
          </p:nvSpPr>
          <p:spPr>
            <a:xfrm>
              <a:off x="2999332" y="5309456"/>
              <a:ext cx="568281" cy="568281"/>
            </a:xfrm>
            <a:prstGeom prst="ellipse">
              <a:avLst/>
            </a:prstGeom>
            <a:gradFill>
              <a:gsLst>
                <a:gs pos="0">
                  <a:schemeClr val="accent4"/>
                </a:gs>
                <a:gs pos="100000">
                  <a:schemeClr val="accent4">
                    <a:lumMod val="7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138">
                <a:solidFill>
                  <a:prstClr val="white"/>
                </a:solidFill>
                <a:latin typeface="Segoe UI"/>
              </a:endParaRPr>
            </a:p>
          </p:txBody>
        </p:sp>
        <p:sp>
          <p:nvSpPr>
            <p:cNvPr id="26" name="TextBox 25">
              <a:extLst>
                <a:ext uri="{FF2B5EF4-FFF2-40B4-BE49-F238E27FC236}">
                  <a16:creationId xmlns:a16="http://schemas.microsoft.com/office/drawing/2014/main" id="{93B20120-019B-D9D0-F21B-E04444E28260}"/>
                </a:ext>
              </a:extLst>
            </p:cNvPr>
            <p:cNvSpPr txBox="1"/>
            <p:nvPr/>
          </p:nvSpPr>
          <p:spPr>
            <a:xfrm>
              <a:off x="3051518" y="5290554"/>
              <a:ext cx="463912" cy="606083"/>
            </a:xfrm>
            <a:prstGeom prst="rect">
              <a:avLst/>
            </a:prstGeom>
            <a:noFill/>
          </p:spPr>
          <p:txBody>
            <a:bodyPr wrap="none" rtlCol="0" anchor="ctr">
              <a:spAutoFit/>
            </a:bodyPr>
            <a:lstStyle/>
            <a:p>
              <a:pPr algn="ctr" defTabSz="990671" fontAlgn="auto">
                <a:spcBef>
                  <a:spcPts val="0"/>
                </a:spcBef>
                <a:spcAft>
                  <a:spcPts val="0"/>
                </a:spcAft>
                <a:defRPr/>
              </a:pPr>
              <a:r>
                <a:rPr lang="en-US" sz="2601" b="1" dirty="0">
                  <a:solidFill>
                    <a:prstClr val="white"/>
                  </a:solidFill>
                  <a:latin typeface="Segoe UI"/>
                  <a:cs typeface="+mn-cs"/>
                </a:rPr>
                <a:t>3</a:t>
              </a:r>
              <a:endParaRPr lang="en-IN" sz="2601" b="1" dirty="0">
                <a:solidFill>
                  <a:prstClr val="white"/>
                </a:solidFill>
                <a:latin typeface="Segoe UI"/>
                <a:cs typeface="+mn-cs"/>
              </a:endParaRPr>
            </a:p>
          </p:txBody>
        </p:sp>
      </p:grpSp>
      <p:grpSp>
        <p:nvGrpSpPr>
          <p:cNvPr id="28" name="Group 27">
            <a:extLst>
              <a:ext uri="{FF2B5EF4-FFF2-40B4-BE49-F238E27FC236}">
                <a16:creationId xmlns:a16="http://schemas.microsoft.com/office/drawing/2014/main" id="{EC6A8518-F93E-04F1-04CE-E8C9CE1FA7C3}"/>
              </a:ext>
            </a:extLst>
          </p:cNvPr>
          <p:cNvGrpSpPr/>
          <p:nvPr/>
        </p:nvGrpSpPr>
        <p:grpSpPr>
          <a:xfrm>
            <a:off x="8291280" y="2755576"/>
            <a:ext cx="461849" cy="492571"/>
            <a:chOff x="2999332" y="5290554"/>
            <a:chExt cx="568281" cy="606083"/>
          </a:xfrm>
        </p:grpSpPr>
        <p:sp>
          <p:nvSpPr>
            <p:cNvPr id="29" name="Oval 28">
              <a:extLst>
                <a:ext uri="{FF2B5EF4-FFF2-40B4-BE49-F238E27FC236}">
                  <a16:creationId xmlns:a16="http://schemas.microsoft.com/office/drawing/2014/main" id="{43EC5D05-F16E-74C6-3526-37C83187731C}"/>
                </a:ext>
              </a:extLst>
            </p:cNvPr>
            <p:cNvSpPr/>
            <p:nvPr/>
          </p:nvSpPr>
          <p:spPr>
            <a:xfrm>
              <a:off x="2999332" y="5309456"/>
              <a:ext cx="568281" cy="568281"/>
            </a:xfrm>
            <a:prstGeom prst="ellipse">
              <a:avLst/>
            </a:prstGeom>
            <a:gradFill>
              <a:gsLst>
                <a:gs pos="0">
                  <a:schemeClr val="accent5"/>
                </a:gs>
                <a:gs pos="100000">
                  <a:schemeClr val="accent5">
                    <a:lumMod val="7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defRPr/>
              </a:pPr>
              <a:endParaRPr lang="en-IN" sz="1138">
                <a:solidFill>
                  <a:prstClr val="white"/>
                </a:solidFill>
                <a:latin typeface="Segoe UI"/>
              </a:endParaRPr>
            </a:p>
          </p:txBody>
        </p:sp>
        <p:sp>
          <p:nvSpPr>
            <p:cNvPr id="30" name="TextBox 29">
              <a:extLst>
                <a:ext uri="{FF2B5EF4-FFF2-40B4-BE49-F238E27FC236}">
                  <a16:creationId xmlns:a16="http://schemas.microsoft.com/office/drawing/2014/main" id="{8B689274-E562-C229-2C85-56E1D083C189}"/>
                </a:ext>
              </a:extLst>
            </p:cNvPr>
            <p:cNvSpPr txBox="1"/>
            <p:nvPr/>
          </p:nvSpPr>
          <p:spPr>
            <a:xfrm>
              <a:off x="3051518" y="5290554"/>
              <a:ext cx="463912" cy="606083"/>
            </a:xfrm>
            <a:prstGeom prst="rect">
              <a:avLst/>
            </a:prstGeom>
            <a:noFill/>
          </p:spPr>
          <p:txBody>
            <a:bodyPr wrap="none" rtlCol="0" anchor="ctr">
              <a:spAutoFit/>
            </a:bodyPr>
            <a:lstStyle/>
            <a:p>
              <a:pPr algn="ctr" defTabSz="990671" fontAlgn="auto">
                <a:spcBef>
                  <a:spcPts val="0"/>
                </a:spcBef>
                <a:spcAft>
                  <a:spcPts val="0"/>
                </a:spcAft>
                <a:defRPr/>
              </a:pPr>
              <a:r>
                <a:rPr lang="en-US" sz="2601" b="1" dirty="0">
                  <a:solidFill>
                    <a:prstClr val="white"/>
                  </a:solidFill>
                  <a:latin typeface="Segoe UI"/>
                  <a:cs typeface="+mn-cs"/>
                </a:rPr>
                <a:t>4</a:t>
              </a:r>
              <a:endParaRPr lang="en-IN" sz="2601" b="1" dirty="0">
                <a:solidFill>
                  <a:prstClr val="white"/>
                </a:solidFill>
                <a:latin typeface="Segoe UI"/>
                <a:cs typeface="+mn-cs"/>
              </a:endParaRPr>
            </a:p>
          </p:txBody>
        </p:sp>
      </p:grpSp>
    </p:spTree>
    <p:extLst>
      <p:ext uri="{BB962C8B-B14F-4D97-AF65-F5344CB8AC3E}">
        <p14:creationId xmlns:p14="http://schemas.microsoft.com/office/powerpoint/2010/main" val="30096714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bg1"/>
                </a:solidFill>
              </a:rPr>
              <a:t>Pricing Options Professional PowerPoint Table Format</a:t>
            </a:r>
          </a:p>
        </p:txBody>
      </p:sp>
      <p:sp>
        <p:nvSpPr>
          <p:cNvPr id="4" name="Rectangle 3"/>
          <p:cNvSpPr/>
          <p:nvPr/>
        </p:nvSpPr>
        <p:spPr>
          <a:xfrm>
            <a:off x="617996" y="1633070"/>
            <a:ext cx="1981716" cy="4025361"/>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5" name="Rectangle 4"/>
          <p:cNvSpPr/>
          <p:nvPr/>
        </p:nvSpPr>
        <p:spPr>
          <a:xfrm>
            <a:off x="2868070" y="1633070"/>
            <a:ext cx="1981716" cy="4025361"/>
          </a:xfrm>
          <a:prstGeom prst="rect">
            <a:avLst/>
          </a:prstGeom>
          <a:solidFill>
            <a:srgbClr val="00B0F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6" name="Rectangle 5"/>
          <p:cNvSpPr/>
          <p:nvPr/>
        </p:nvSpPr>
        <p:spPr>
          <a:xfrm>
            <a:off x="5118143" y="1633070"/>
            <a:ext cx="1981716" cy="4025361"/>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7" name="Rectangle 6"/>
          <p:cNvSpPr/>
          <p:nvPr/>
        </p:nvSpPr>
        <p:spPr>
          <a:xfrm>
            <a:off x="7368216" y="1633070"/>
            <a:ext cx="1981716" cy="4025361"/>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8" name="Diagonal Stripe 7"/>
          <p:cNvSpPr/>
          <p:nvPr/>
        </p:nvSpPr>
        <p:spPr>
          <a:xfrm flipH="1">
            <a:off x="3859923" y="1636054"/>
            <a:ext cx="995334" cy="995334"/>
          </a:xfrm>
          <a:prstGeom prst="diagStripe">
            <a:avLst>
              <a:gd name="adj" fmla="val 67009"/>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black"/>
              </a:solidFill>
              <a:latin typeface="Calibri"/>
            </a:endParaRPr>
          </a:p>
        </p:txBody>
      </p:sp>
      <p:sp>
        <p:nvSpPr>
          <p:cNvPr id="10" name="TextBox 9"/>
          <p:cNvSpPr txBox="1"/>
          <p:nvPr/>
        </p:nvSpPr>
        <p:spPr>
          <a:xfrm>
            <a:off x="900663" y="2066570"/>
            <a:ext cx="1449436" cy="467500"/>
          </a:xfrm>
          <a:prstGeom prst="rect">
            <a:avLst/>
          </a:prstGeom>
          <a:noFill/>
        </p:spPr>
        <p:txBody>
          <a:bodyPr wrap="none" rtlCol="0">
            <a:spAutoFit/>
          </a:bodyPr>
          <a:lstStyle/>
          <a:p>
            <a:pPr defTabSz="990671" fontAlgn="auto">
              <a:spcBef>
                <a:spcPts val="0"/>
              </a:spcBef>
              <a:spcAft>
                <a:spcPts val="0"/>
              </a:spcAft>
            </a:pPr>
            <a:r>
              <a:rPr lang="en-US" sz="2438" dirty="0">
                <a:solidFill>
                  <a:prstClr val="black">
                    <a:lumMod val="75000"/>
                    <a:lumOff val="25000"/>
                  </a:prstClr>
                </a:solidFill>
                <a:latin typeface="Arial" pitchFamily="34" charset="0"/>
                <a:cs typeface="Arial" pitchFamily="34" charset="0"/>
              </a:rPr>
              <a:t>Standard</a:t>
            </a:r>
          </a:p>
        </p:txBody>
      </p:sp>
      <p:sp>
        <p:nvSpPr>
          <p:cNvPr id="11" name="TextBox 10"/>
          <p:cNvSpPr txBox="1"/>
          <p:nvPr/>
        </p:nvSpPr>
        <p:spPr>
          <a:xfrm>
            <a:off x="3246491" y="2066570"/>
            <a:ext cx="1258678" cy="467500"/>
          </a:xfrm>
          <a:prstGeom prst="rect">
            <a:avLst/>
          </a:prstGeom>
          <a:noFill/>
        </p:spPr>
        <p:txBody>
          <a:bodyPr wrap="none" rtlCol="0">
            <a:spAutoFit/>
          </a:bodyPr>
          <a:lstStyle/>
          <a:p>
            <a:pPr defTabSz="990671" fontAlgn="auto">
              <a:spcBef>
                <a:spcPts val="0"/>
              </a:spcBef>
              <a:spcAft>
                <a:spcPts val="0"/>
              </a:spcAft>
            </a:pPr>
            <a:r>
              <a:rPr lang="en-US" sz="2438" dirty="0">
                <a:solidFill>
                  <a:prstClr val="white"/>
                </a:solidFill>
                <a:latin typeface="Arial" pitchFamily="34" charset="0"/>
                <a:cs typeface="Arial" pitchFamily="34" charset="0"/>
              </a:rPr>
              <a:t>Popular</a:t>
            </a:r>
          </a:p>
        </p:txBody>
      </p:sp>
      <p:sp>
        <p:nvSpPr>
          <p:cNvPr id="12" name="TextBox 11"/>
          <p:cNvSpPr txBox="1"/>
          <p:nvPr/>
        </p:nvSpPr>
        <p:spPr>
          <a:xfrm>
            <a:off x="5365636" y="2066570"/>
            <a:ext cx="1518364" cy="467500"/>
          </a:xfrm>
          <a:prstGeom prst="rect">
            <a:avLst/>
          </a:prstGeom>
          <a:noFill/>
        </p:spPr>
        <p:txBody>
          <a:bodyPr wrap="none" rtlCol="0">
            <a:spAutoFit/>
          </a:bodyPr>
          <a:lstStyle/>
          <a:p>
            <a:pPr defTabSz="990671" fontAlgn="auto">
              <a:spcBef>
                <a:spcPts val="0"/>
              </a:spcBef>
              <a:spcAft>
                <a:spcPts val="0"/>
              </a:spcAft>
            </a:pPr>
            <a:r>
              <a:rPr lang="en-US" sz="2438" dirty="0">
                <a:solidFill>
                  <a:prstClr val="black">
                    <a:lumMod val="75000"/>
                    <a:lumOff val="25000"/>
                  </a:prstClr>
                </a:solidFill>
                <a:latin typeface="Arial" pitchFamily="34" charset="0"/>
                <a:cs typeface="Arial" pitchFamily="34" charset="0"/>
              </a:rPr>
              <a:t>Premium </a:t>
            </a:r>
          </a:p>
        </p:txBody>
      </p:sp>
      <p:sp>
        <p:nvSpPr>
          <p:cNvPr id="13" name="TextBox 12"/>
          <p:cNvSpPr txBox="1"/>
          <p:nvPr/>
        </p:nvSpPr>
        <p:spPr>
          <a:xfrm>
            <a:off x="7650884" y="2066570"/>
            <a:ext cx="1449436" cy="467500"/>
          </a:xfrm>
          <a:prstGeom prst="rect">
            <a:avLst/>
          </a:prstGeom>
          <a:noFill/>
        </p:spPr>
        <p:txBody>
          <a:bodyPr wrap="none" rtlCol="0">
            <a:spAutoFit/>
          </a:bodyPr>
          <a:lstStyle/>
          <a:p>
            <a:pPr defTabSz="990671" fontAlgn="auto">
              <a:spcBef>
                <a:spcPts val="0"/>
              </a:spcBef>
              <a:spcAft>
                <a:spcPts val="0"/>
              </a:spcAft>
            </a:pPr>
            <a:r>
              <a:rPr lang="en-US" sz="2438" dirty="0">
                <a:solidFill>
                  <a:prstClr val="black">
                    <a:lumMod val="75000"/>
                    <a:lumOff val="25000"/>
                  </a:prstClr>
                </a:solidFill>
                <a:latin typeface="Arial" pitchFamily="34" charset="0"/>
                <a:cs typeface="Arial" pitchFamily="34" charset="0"/>
              </a:rPr>
              <a:t>Supreme</a:t>
            </a:r>
          </a:p>
        </p:txBody>
      </p:sp>
      <p:sp>
        <p:nvSpPr>
          <p:cNvPr id="14" name="TextBox 13"/>
          <p:cNvSpPr txBox="1"/>
          <p:nvPr/>
        </p:nvSpPr>
        <p:spPr>
          <a:xfrm>
            <a:off x="741853" y="2562000"/>
            <a:ext cx="1734002" cy="617670"/>
          </a:xfrm>
          <a:prstGeom prst="rect">
            <a:avLst/>
          </a:prstGeom>
          <a:noFill/>
        </p:spPr>
        <p:txBody>
          <a:bodyPr wrap="square" rtlCol="0">
            <a:spAutoFit/>
          </a:bodyPr>
          <a:lstStyle/>
          <a:p>
            <a:pPr algn="ctr" defTabSz="990671" fontAlgn="auto">
              <a:spcBef>
                <a:spcPts val="0"/>
              </a:spcBef>
              <a:spcAft>
                <a:spcPts val="0"/>
              </a:spcAft>
            </a:pPr>
            <a:r>
              <a:rPr lang="en-US" sz="1138" kern="0" dirty="0">
                <a:solidFill>
                  <a:prstClr val="black">
                    <a:lumMod val="85000"/>
                    <a:lumOff val="15000"/>
                  </a:prstClr>
                </a:solidFill>
                <a:latin typeface="Arial" pitchFamily="34" charset="0"/>
                <a:cs typeface="Arial" pitchFamily="34" charset="0"/>
              </a:rPr>
              <a:t>This is a sample text. </a:t>
            </a:r>
          </a:p>
          <a:p>
            <a:pPr algn="ctr" defTabSz="990671" fontAlgn="auto">
              <a:spcBef>
                <a:spcPts val="0"/>
              </a:spcBef>
              <a:spcAft>
                <a:spcPts val="0"/>
              </a:spcAft>
            </a:pPr>
            <a:r>
              <a:rPr lang="en-US" sz="1138" kern="0" dirty="0">
                <a:solidFill>
                  <a:prstClr val="black">
                    <a:lumMod val="85000"/>
                    <a:lumOff val="15000"/>
                  </a:prstClr>
                </a:solidFill>
                <a:latin typeface="Arial" pitchFamily="34" charset="0"/>
                <a:cs typeface="Arial" pitchFamily="34" charset="0"/>
              </a:rPr>
              <a:t>Insert your desired text here. </a:t>
            </a:r>
            <a:endParaRPr lang="en-US" sz="1138" dirty="0">
              <a:solidFill>
                <a:prstClr val="black">
                  <a:lumMod val="85000"/>
                  <a:lumOff val="15000"/>
                </a:prstClr>
              </a:solidFill>
              <a:latin typeface="Calibri"/>
              <a:cs typeface="+mn-cs"/>
            </a:endParaRPr>
          </a:p>
        </p:txBody>
      </p:sp>
      <p:sp>
        <p:nvSpPr>
          <p:cNvPr id="15" name="TextBox 14"/>
          <p:cNvSpPr txBox="1"/>
          <p:nvPr/>
        </p:nvSpPr>
        <p:spPr>
          <a:xfrm>
            <a:off x="2991927" y="2562000"/>
            <a:ext cx="1734002" cy="617670"/>
          </a:xfrm>
          <a:prstGeom prst="rect">
            <a:avLst/>
          </a:prstGeom>
          <a:noFill/>
        </p:spPr>
        <p:txBody>
          <a:bodyPr wrap="square" rtlCol="0">
            <a:spAutoFit/>
          </a:bodyPr>
          <a:lstStyle/>
          <a:p>
            <a:pPr algn="ctr" defTabSz="990671" fontAlgn="auto">
              <a:spcBef>
                <a:spcPts val="0"/>
              </a:spcBef>
              <a:spcAft>
                <a:spcPts val="0"/>
              </a:spcAft>
            </a:pPr>
            <a:r>
              <a:rPr lang="en-US" sz="1138" kern="0" dirty="0">
                <a:solidFill>
                  <a:prstClr val="white"/>
                </a:solidFill>
                <a:latin typeface="Arial" pitchFamily="34" charset="0"/>
                <a:cs typeface="Arial" pitchFamily="34" charset="0"/>
              </a:rPr>
              <a:t>This is a sample text. </a:t>
            </a:r>
          </a:p>
          <a:p>
            <a:pPr algn="ctr" defTabSz="990671" fontAlgn="auto">
              <a:spcBef>
                <a:spcPts val="0"/>
              </a:spcBef>
              <a:spcAft>
                <a:spcPts val="0"/>
              </a:spcAft>
            </a:pPr>
            <a:r>
              <a:rPr lang="en-US" sz="1138" kern="0" dirty="0">
                <a:solidFill>
                  <a:prstClr val="white"/>
                </a:solidFill>
                <a:latin typeface="Arial" pitchFamily="34" charset="0"/>
                <a:cs typeface="Arial" pitchFamily="34" charset="0"/>
              </a:rPr>
              <a:t>Insert your desired text here. </a:t>
            </a:r>
            <a:endParaRPr lang="en-US" sz="1138" dirty="0">
              <a:solidFill>
                <a:prstClr val="white"/>
              </a:solidFill>
              <a:latin typeface="Calibri"/>
              <a:cs typeface="+mn-cs"/>
            </a:endParaRPr>
          </a:p>
        </p:txBody>
      </p:sp>
      <p:sp>
        <p:nvSpPr>
          <p:cNvPr id="16" name="TextBox 15"/>
          <p:cNvSpPr txBox="1"/>
          <p:nvPr/>
        </p:nvSpPr>
        <p:spPr>
          <a:xfrm>
            <a:off x="5242000" y="2562000"/>
            <a:ext cx="1734002" cy="617670"/>
          </a:xfrm>
          <a:prstGeom prst="rect">
            <a:avLst/>
          </a:prstGeom>
          <a:noFill/>
        </p:spPr>
        <p:txBody>
          <a:bodyPr wrap="square" rtlCol="0">
            <a:spAutoFit/>
          </a:bodyPr>
          <a:lstStyle/>
          <a:p>
            <a:pPr algn="ctr" defTabSz="990671" fontAlgn="auto">
              <a:spcBef>
                <a:spcPts val="0"/>
              </a:spcBef>
              <a:spcAft>
                <a:spcPts val="0"/>
              </a:spcAft>
            </a:pPr>
            <a:r>
              <a:rPr lang="en-US" sz="1138" kern="0" dirty="0">
                <a:solidFill>
                  <a:prstClr val="black">
                    <a:lumMod val="75000"/>
                    <a:lumOff val="25000"/>
                  </a:prstClr>
                </a:solidFill>
                <a:latin typeface="Arial" pitchFamily="34" charset="0"/>
                <a:cs typeface="Arial" pitchFamily="34" charset="0"/>
              </a:rPr>
              <a:t>This is a sample text. </a:t>
            </a:r>
          </a:p>
          <a:p>
            <a:pPr algn="ctr" defTabSz="990671" fontAlgn="auto">
              <a:spcBef>
                <a:spcPts val="0"/>
              </a:spcBef>
              <a:spcAft>
                <a:spcPts val="0"/>
              </a:spcAft>
            </a:pPr>
            <a:r>
              <a:rPr lang="en-US" sz="1138" kern="0" dirty="0">
                <a:solidFill>
                  <a:prstClr val="black">
                    <a:lumMod val="75000"/>
                    <a:lumOff val="25000"/>
                  </a:prstClr>
                </a:solidFill>
                <a:latin typeface="Arial" pitchFamily="34" charset="0"/>
                <a:cs typeface="Arial" pitchFamily="34" charset="0"/>
              </a:rPr>
              <a:t>Insert your desired text here. </a:t>
            </a:r>
            <a:endParaRPr lang="en-US" sz="1138" dirty="0">
              <a:solidFill>
                <a:prstClr val="black">
                  <a:lumMod val="75000"/>
                  <a:lumOff val="25000"/>
                </a:prstClr>
              </a:solidFill>
              <a:latin typeface="Calibri"/>
              <a:cs typeface="+mn-cs"/>
            </a:endParaRPr>
          </a:p>
        </p:txBody>
      </p:sp>
      <p:sp>
        <p:nvSpPr>
          <p:cNvPr id="17" name="TextBox 16"/>
          <p:cNvSpPr txBox="1"/>
          <p:nvPr/>
        </p:nvSpPr>
        <p:spPr>
          <a:xfrm>
            <a:off x="7492073" y="2562000"/>
            <a:ext cx="1734002" cy="617670"/>
          </a:xfrm>
          <a:prstGeom prst="rect">
            <a:avLst/>
          </a:prstGeom>
          <a:noFill/>
        </p:spPr>
        <p:txBody>
          <a:bodyPr wrap="square" rtlCol="0">
            <a:spAutoFit/>
          </a:bodyPr>
          <a:lstStyle/>
          <a:p>
            <a:pPr algn="ctr" defTabSz="990671" fontAlgn="auto">
              <a:spcBef>
                <a:spcPts val="0"/>
              </a:spcBef>
              <a:spcAft>
                <a:spcPts val="0"/>
              </a:spcAft>
            </a:pPr>
            <a:r>
              <a:rPr lang="en-US" sz="1138" kern="0" dirty="0">
                <a:solidFill>
                  <a:prstClr val="black">
                    <a:lumMod val="85000"/>
                    <a:lumOff val="15000"/>
                  </a:prstClr>
                </a:solidFill>
                <a:latin typeface="Arial" pitchFamily="34" charset="0"/>
                <a:cs typeface="Arial" pitchFamily="34" charset="0"/>
              </a:rPr>
              <a:t>This is a sample text. </a:t>
            </a:r>
          </a:p>
          <a:p>
            <a:pPr algn="ctr" defTabSz="990671" fontAlgn="auto">
              <a:spcBef>
                <a:spcPts val="0"/>
              </a:spcBef>
              <a:spcAft>
                <a:spcPts val="0"/>
              </a:spcAft>
            </a:pPr>
            <a:r>
              <a:rPr lang="en-US" sz="1138" kern="0" dirty="0">
                <a:solidFill>
                  <a:prstClr val="black">
                    <a:lumMod val="85000"/>
                    <a:lumOff val="15000"/>
                  </a:prstClr>
                </a:solidFill>
                <a:latin typeface="Arial" pitchFamily="34" charset="0"/>
                <a:cs typeface="Arial" pitchFamily="34" charset="0"/>
              </a:rPr>
              <a:t>Insert your desired text here. </a:t>
            </a:r>
            <a:endParaRPr lang="en-US" sz="1138" dirty="0">
              <a:solidFill>
                <a:prstClr val="black">
                  <a:lumMod val="85000"/>
                  <a:lumOff val="15000"/>
                </a:prstClr>
              </a:solidFill>
              <a:latin typeface="Calibri"/>
              <a:cs typeface="+mn-cs"/>
            </a:endParaRPr>
          </a:p>
        </p:txBody>
      </p:sp>
      <p:sp>
        <p:nvSpPr>
          <p:cNvPr id="18" name="TextBox 17"/>
          <p:cNvSpPr txBox="1"/>
          <p:nvPr/>
        </p:nvSpPr>
        <p:spPr>
          <a:xfrm>
            <a:off x="876923" y="3791047"/>
            <a:ext cx="1463862" cy="1600053"/>
          </a:xfrm>
          <a:prstGeom prst="rect">
            <a:avLst/>
          </a:prstGeom>
          <a:noFill/>
        </p:spPr>
        <p:txBody>
          <a:bodyPr wrap="none" rtlCol="0">
            <a:spAutoFit/>
          </a:bodyPr>
          <a:lstStyle/>
          <a:p>
            <a:pPr algn="ctr" defTabSz="990671" fontAlgn="auto">
              <a:lnSpc>
                <a:spcPct val="120000"/>
              </a:lnSpc>
              <a:spcBef>
                <a:spcPts val="0"/>
              </a:spcBef>
              <a:spcAft>
                <a:spcPts val="0"/>
              </a:spcAft>
            </a:pPr>
            <a:r>
              <a:rPr lang="en-US" sz="1382" dirty="0">
                <a:solidFill>
                  <a:prstClr val="black"/>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black">
                    <a:lumMod val="85000"/>
                    <a:lumOff val="15000"/>
                  </a:prstClr>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kern="0" dirty="0">
                <a:solidFill>
                  <a:prstClr val="black">
                    <a:lumMod val="85000"/>
                    <a:lumOff val="15000"/>
                  </a:prstClr>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dirty="0">
                <a:solidFill>
                  <a:prstClr val="black"/>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dirty="0">
                <a:solidFill>
                  <a:prstClr val="black"/>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black">
                    <a:lumMod val="85000"/>
                    <a:lumOff val="15000"/>
                  </a:prstClr>
                </a:solidFill>
                <a:latin typeface="Arial" pitchFamily="34" charset="0"/>
                <a:cs typeface="Arial" pitchFamily="34" charset="0"/>
              </a:rPr>
              <a:t>This is a sample</a:t>
            </a:r>
            <a:endParaRPr lang="en-US" sz="1382" dirty="0">
              <a:solidFill>
                <a:prstClr val="black"/>
              </a:solidFill>
              <a:latin typeface="Arial" pitchFamily="34" charset="0"/>
              <a:cs typeface="Arial" pitchFamily="34" charset="0"/>
            </a:endParaRPr>
          </a:p>
        </p:txBody>
      </p:sp>
      <p:sp>
        <p:nvSpPr>
          <p:cNvPr id="19" name="TextBox 18"/>
          <p:cNvSpPr txBox="1"/>
          <p:nvPr/>
        </p:nvSpPr>
        <p:spPr>
          <a:xfrm>
            <a:off x="1197046" y="3142223"/>
            <a:ext cx="811441" cy="592598"/>
          </a:xfrm>
          <a:prstGeom prst="rect">
            <a:avLst/>
          </a:prstGeom>
          <a:noFill/>
        </p:spPr>
        <p:txBody>
          <a:bodyPr wrap="none" rtlCol="0">
            <a:spAutoFit/>
          </a:bodyPr>
          <a:lstStyle/>
          <a:p>
            <a:pPr defTabSz="990671" fontAlgn="auto">
              <a:spcBef>
                <a:spcPts val="0"/>
              </a:spcBef>
              <a:spcAft>
                <a:spcPts val="0"/>
              </a:spcAft>
            </a:pPr>
            <a:r>
              <a:rPr lang="en-US" sz="2276" dirty="0">
                <a:solidFill>
                  <a:srgbClr val="0779B7"/>
                </a:solidFill>
                <a:latin typeface="Arial" pitchFamily="34" charset="0"/>
                <a:cs typeface="Arial" pitchFamily="34" charset="0"/>
              </a:rPr>
              <a:t>$</a:t>
            </a:r>
            <a:r>
              <a:rPr lang="en-US" sz="3251" dirty="0">
                <a:solidFill>
                  <a:srgbClr val="0779B7"/>
                </a:solidFill>
                <a:latin typeface="Arial" pitchFamily="34" charset="0"/>
                <a:cs typeface="Arial" pitchFamily="34" charset="0"/>
              </a:rPr>
              <a:t>50</a:t>
            </a:r>
          </a:p>
        </p:txBody>
      </p:sp>
      <p:sp>
        <p:nvSpPr>
          <p:cNvPr id="20" name="TextBox 19"/>
          <p:cNvSpPr txBox="1"/>
          <p:nvPr/>
        </p:nvSpPr>
        <p:spPr>
          <a:xfrm>
            <a:off x="3126997" y="3791047"/>
            <a:ext cx="1463862" cy="1600053"/>
          </a:xfrm>
          <a:prstGeom prst="rect">
            <a:avLst/>
          </a:prstGeom>
          <a:noFill/>
        </p:spPr>
        <p:txBody>
          <a:bodyPr wrap="none" rtlCol="0">
            <a:spAutoFit/>
          </a:bodyPr>
          <a:lstStyle/>
          <a:p>
            <a:pPr algn="ctr" defTabSz="990671" fontAlgn="auto">
              <a:lnSpc>
                <a:spcPct val="120000"/>
              </a:lnSpc>
              <a:spcBef>
                <a:spcPts val="0"/>
              </a:spcBef>
              <a:spcAft>
                <a:spcPts val="0"/>
              </a:spcAft>
            </a:pPr>
            <a:r>
              <a:rPr lang="en-US" sz="1382" dirty="0">
                <a:solidFill>
                  <a:prstClr val="white"/>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white"/>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kern="0" dirty="0">
                <a:solidFill>
                  <a:prstClr val="white"/>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dirty="0">
                <a:solidFill>
                  <a:prstClr val="white"/>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dirty="0">
                <a:solidFill>
                  <a:prstClr val="white"/>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white"/>
                </a:solidFill>
                <a:latin typeface="Arial" pitchFamily="34" charset="0"/>
                <a:cs typeface="Arial" pitchFamily="34" charset="0"/>
              </a:rPr>
              <a:t>This is a sample</a:t>
            </a:r>
            <a:endParaRPr lang="en-US" sz="1382" dirty="0">
              <a:solidFill>
                <a:prstClr val="white"/>
              </a:solidFill>
              <a:latin typeface="Arial" pitchFamily="34" charset="0"/>
              <a:cs typeface="Arial" pitchFamily="34" charset="0"/>
            </a:endParaRPr>
          </a:p>
        </p:txBody>
      </p:sp>
      <p:sp>
        <p:nvSpPr>
          <p:cNvPr id="21" name="TextBox 20"/>
          <p:cNvSpPr txBox="1"/>
          <p:nvPr/>
        </p:nvSpPr>
        <p:spPr>
          <a:xfrm>
            <a:off x="3319446" y="3142223"/>
            <a:ext cx="1043876" cy="592598"/>
          </a:xfrm>
          <a:prstGeom prst="rect">
            <a:avLst/>
          </a:prstGeom>
          <a:noFill/>
        </p:spPr>
        <p:txBody>
          <a:bodyPr wrap="none" rtlCol="0">
            <a:spAutoFit/>
          </a:bodyPr>
          <a:lstStyle/>
          <a:p>
            <a:pPr defTabSz="990671" fontAlgn="auto">
              <a:spcBef>
                <a:spcPts val="0"/>
              </a:spcBef>
              <a:spcAft>
                <a:spcPts val="0"/>
              </a:spcAft>
            </a:pPr>
            <a:r>
              <a:rPr lang="en-US" sz="2276" dirty="0">
                <a:solidFill>
                  <a:prstClr val="white"/>
                </a:solidFill>
                <a:latin typeface="Arial" pitchFamily="34" charset="0"/>
                <a:cs typeface="Arial" pitchFamily="34" charset="0"/>
              </a:rPr>
              <a:t>$</a:t>
            </a:r>
            <a:r>
              <a:rPr lang="en-US" sz="3251" dirty="0">
                <a:solidFill>
                  <a:prstClr val="white"/>
                </a:solidFill>
                <a:latin typeface="Arial" pitchFamily="34" charset="0"/>
                <a:cs typeface="Arial" pitchFamily="34" charset="0"/>
              </a:rPr>
              <a:t>100</a:t>
            </a:r>
          </a:p>
        </p:txBody>
      </p:sp>
      <p:sp>
        <p:nvSpPr>
          <p:cNvPr id="22" name="TextBox 21"/>
          <p:cNvSpPr txBox="1"/>
          <p:nvPr/>
        </p:nvSpPr>
        <p:spPr>
          <a:xfrm>
            <a:off x="5377070" y="3791047"/>
            <a:ext cx="1463862" cy="1600053"/>
          </a:xfrm>
          <a:prstGeom prst="rect">
            <a:avLst/>
          </a:prstGeom>
          <a:noFill/>
        </p:spPr>
        <p:txBody>
          <a:bodyPr wrap="none" rtlCol="0">
            <a:spAutoFit/>
          </a:bodyPr>
          <a:lstStyle/>
          <a:p>
            <a:pPr algn="ctr" defTabSz="990671" fontAlgn="auto">
              <a:lnSpc>
                <a:spcPct val="120000"/>
              </a:lnSpc>
              <a:spcBef>
                <a:spcPts val="0"/>
              </a:spcBef>
              <a:spcAft>
                <a:spcPts val="0"/>
              </a:spcAft>
            </a:pPr>
            <a:r>
              <a:rPr lang="en-US" sz="1382" dirty="0">
                <a:solidFill>
                  <a:prstClr val="black">
                    <a:lumMod val="75000"/>
                    <a:lumOff val="25000"/>
                  </a:prstClr>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black">
                    <a:lumMod val="75000"/>
                    <a:lumOff val="25000"/>
                  </a:prstClr>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kern="0" dirty="0">
                <a:solidFill>
                  <a:prstClr val="black">
                    <a:lumMod val="75000"/>
                    <a:lumOff val="25000"/>
                  </a:prstClr>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dirty="0">
                <a:solidFill>
                  <a:prstClr val="black">
                    <a:lumMod val="75000"/>
                    <a:lumOff val="25000"/>
                  </a:prstClr>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dirty="0">
                <a:solidFill>
                  <a:prstClr val="black">
                    <a:lumMod val="75000"/>
                    <a:lumOff val="25000"/>
                  </a:prstClr>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black">
                    <a:lumMod val="75000"/>
                    <a:lumOff val="25000"/>
                  </a:prstClr>
                </a:solidFill>
                <a:latin typeface="Arial" pitchFamily="34" charset="0"/>
                <a:cs typeface="Arial" pitchFamily="34" charset="0"/>
              </a:rPr>
              <a:t>This is a sample</a:t>
            </a:r>
            <a:endParaRPr lang="en-US" sz="1382" dirty="0">
              <a:solidFill>
                <a:prstClr val="black">
                  <a:lumMod val="75000"/>
                  <a:lumOff val="25000"/>
                </a:prstClr>
              </a:solidFill>
              <a:latin typeface="Arial" pitchFamily="34" charset="0"/>
              <a:cs typeface="Arial" pitchFamily="34" charset="0"/>
            </a:endParaRPr>
          </a:p>
        </p:txBody>
      </p:sp>
      <p:sp>
        <p:nvSpPr>
          <p:cNvPr id="23" name="TextBox 22"/>
          <p:cNvSpPr txBox="1"/>
          <p:nvPr/>
        </p:nvSpPr>
        <p:spPr>
          <a:xfrm>
            <a:off x="5569520" y="3142223"/>
            <a:ext cx="1043876" cy="592598"/>
          </a:xfrm>
          <a:prstGeom prst="rect">
            <a:avLst/>
          </a:prstGeom>
          <a:noFill/>
        </p:spPr>
        <p:txBody>
          <a:bodyPr wrap="none" rtlCol="0">
            <a:spAutoFit/>
          </a:bodyPr>
          <a:lstStyle/>
          <a:p>
            <a:pPr defTabSz="990671" fontAlgn="auto">
              <a:spcBef>
                <a:spcPts val="0"/>
              </a:spcBef>
              <a:spcAft>
                <a:spcPts val="0"/>
              </a:spcAft>
            </a:pPr>
            <a:r>
              <a:rPr lang="en-US" sz="2276" dirty="0">
                <a:solidFill>
                  <a:srgbClr val="0779B7"/>
                </a:solidFill>
                <a:latin typeface="Arial" pitchFamily="34" charset="0"/>
                <a:cs typeface="Arial" pitchFamily="34" charset="0"/>
              </a:rPr>
              <a:t>$</a:t>
            </a:r>
            <a:r>
              <a:rPr lang="en-US" sz="3251" dirty="0">
                <a:solidFill>
                  <a:srgbClr val="0779B7"/>
                </a:solidFill>
                <a:latin typeface="Arial" pitchFamily="34" charset="0"/>
                <a:cs typeface="Arial" pitchFamily="34" charset="0"/>
              </a:rPr>
              <a:t>150</a:t>
            </a:r>
          </a:p>
        </p:txBody>
      </p:sp>
      <p:sp>
        <p:nvSpPr>
          <p:cNvPr id="24" name="TextBox 23"/>
          <p:cNvSpPr txBox="1"/>
          <p:nvPr/>
        </p:nvSpPr>
        <p:spPr>
          <a:xfrm>
            <a:off x="7627143" y="3791047"/>
            <a:ext cx="1463862" cy="1600053"/>
          </a:xfrm>
          <a:prstGeom prst="rect">
            <a:avLst/>
          </a:prstGeom>
          <a:noFill/>
        </p:spPr>
        <p:txBody>
          <a:bodyPr wrap="none" rtlCol="0">
            <a:spAutoFit/>
          </a:bodyPr>
          <a:lstStyle/>
          <a:p>
            <a:pPr algn="ctr" defTabSz="990671" fontAlgn="auto">
              <a:lnSpc>
                <a:spcPct val="120000"/>
              </a:lnSpc>
              <a:spcBef>
                <a:spcPts val="0"/>
              </a:spcBef>
              <a:spcAft>
                <a:spcPts val="0"/>
              </a:spcAft>
            </a:pPr>
            <a:r>
              <a:rPr lang="en-US" sz="1382" dirty="0">
                <a:solidFill>
                  <a:prstClr val="black">
                    <a:lumMod val="75000"/>
                    <a:lumOff val="25000"/>
                  </a:prstClr>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black">
                    <a:lumMod val="75000"/>
                    <a:lumOff val="25000"/>
                  </a:prstClr>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kern="0" dirty="0">
                <a:solidFill>
                  <a:prstClr val="black">
                    <a:lumMod val="75000"/>
                    <a:lumOff val="25000"/>
                  </a:prstClr>
                </a:solidFill>
                <a:latin typeface="Arial" pitchFamily="34" charset="0"/>
                <a:cs typeface="Arial" pitchFamily="34" charset="0"/>
              </a:rPr>
              <a:t>This is a sample</a:t>
            </a:r>
          </a:p>
          <a:p>
            <a:pPr algn="ctr" defTabSz="990671" fontAlgn="auto">
              <a:lnSpc>
                <a:spcPct val="120000"/>
              </a:lnSpc>
              <a:spcBef>
                <a:spcPts val="0"/>
              </a:spcBef>
              <a:spcAft>
                <a:spcPts val="0"/>
              </a:spcAft>
            </a:pPr>
            <a:r>
              <a:rPr lang="en-US" sz="1382" dirty="0">
                <a:solidFill>
                  <a:prstClr val="black">
                    <a:lumMod val="75000"/>
                    <a:lumOff val="25000"/>
                  </a:prstClr>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dirty="0">
                <a:solidFill>
                  <a:prstClr val="black">
                    <a:lumMod val="75000"/>
                    <a:lumOff val="25000"/>
                  </a:prstClr>
                </a:solidFill>
                <a:latin typeface="Arial" pitchFamily="34" charset="0"/>
                <a:cs typeface="Arial" pitchFamily="34" charset="0"/>
              </a:rPr>
              <a:t>Sample text</a:t>
            </a:r>
          </a:p>
          <a:p>
            <a:pPr algn="ctr" defTabSz="990671" fontAlgn="auto">
              <a:lnSpc>
                <a:spcPct val="120000"/>
              </a:lnSpc>
              <a:spcBef>
                <a:spcPts val="0"/>
              </a:spcBef>
              <a:spcAft>
                <a:spcPts val="0"/>
              </a:spcAft>
            </a:pPr>
            <a:r>
              <a:rPr lang="en-US" sz="1382" kern="0" dirty="0">
                <a:solidFill>
                  <a:prstClr val="black">
                    <a:lumMod val="75000"/>
                    <a:lumOff val="25000"/>
                  </a:prstClr>
                </a:solidFill>
                <a:latin typeface="Arial" pitchFamily="34" charset="0"/>
                <a:cs typeface="Arial" pitchFamily="34" charset="0"/>
              </a:rPr>
              <a:t>This is a sample</a:t>
            </a:r>
            <a:endParaRPr lang="en-US" sz="1382" dirty="0">
              <a:solidFill>
                <a:prstClr val="black">
                  <a:lumMod val="75000"/>
                  <a:lumOff val="25000"/>
                </a:prstClr>
              </a:solidFill>
              <a:latin typeface="Arial" pitchFamily="34" charset="0"/>
              <a:cs typeface="Arial" pitchFamily="34" charset="0"/>
            </a:endParaRPr>
          </a:p>
        </p:txBody>
      </p:sp>
      <p:sp>
        <p:nvSpPr>
          <p:cNvPr id="25" name="TextBox 24"/>
          <p:cNvSpPr txBox="1"/>
          <p:nvPr/>
        </p:nvSpPr>
        <p:spPr>
          <a:xfrm>
            <a:off x="7819593" y="3142223"/>
            <a:ext cx="1043876" cy="592598"/>
          </a:xfrm>
          <a:prstGeom prst="rect">
            <a:avLst/>
          </a:prstGeom>
          <a:noFill/>
        </p:spPr>
        <p:txBody>
          <a:bodyPr wrap="none" rtlCol="0">
            <a:spAutoFit/>
          </a:bodyPr>
          <a:lstStyle/>
          <a:p>
            <a:pPr defTabSz="990671" fontAlgn="auto">
              <a:spcBef>
                <a:spcPts val="0"/>
              </a:spcBef>
              <a:spcAft>
                <a:spcPts val="0"/>
              </a:spcAft>
            </a:pPr>
            <a:r>
              <a:rPr lang="en-US" sz="2276" dirty="0">
                <a:solidFill>
                  <a:srgbClr val="0779B7"/>
                </a:solidFill>
                <a:latin typeface="Arial" pitchFamily="34" charset="0"/>
                <a:cs typeface="Arial" pitchFamily="34" charset="0"/>
              </a:rPr>
              <a:t>$</a:t>
            </a:r>
            <a:r>
              <a:rPr lang="en-US" sz="3251" dirty="0">
                <a:solidFill>
                  <a:srgbClr val="0779B7"/>
                </a:solidFill>
                <a:latin typeface="Arial" pitchFamily="34" charset="0"/>
                <a:cs typeface="Arial" pitchFamily="34" charset="0"/>
              </a:rPr>
              <a:t>200</a:t>
            </a:r>
          </a:p>
        </p:txBody>
      </p:sp>
      <p:sp>
        <p:nvSpPr>
          <p:cNvPr id="26" name="TextBox 25"/>
          <p:cNvSpPr txBox="1"/>
          <p:nvPr/>
        </p:nvSpPr>
        <p:spPr>
          <a:xfrm rot="2700000">
            <a:off x="4070364" y="1895139"/>
            <a:ext cx="760144" cy="292388"/>
          </a:xfrm>
          <a:prstGeom prst="rect">
            <a:avLst/>
          </a:prstGeom>
          <a:noFill/>
        </p:spPr>
        <p:txBody>
          <a:bodyPr wrap="none" rtlCol="0">
            <a:spAutoFit/>
          </a:bodyPr>
          <a:lstStyle/>
          <a:p>
            <a:pPr defTabSz="990671" fontAlgn="auto">
              <a:spcBef>
                <a:spcPts val="0"/>
              </a:spcBef>
              <a:spcAft>
                <a:spcPts val="0"/>
              </a:spcAft>
            </a:pPr>
            <a:r>
              <a:rPr lang="en-US" sz="1300" dirty="0">
                <a:solidFill>
                  <a:prstClr val="white"/>
                </a:solidFill>
                <a:latin typeface="Arial" pitchFamily="34" charset="0"/>
                <a:cs typeface="Arial" pitchFamily="34" charset="0"/>
              </a:rPr>
              <a:t>Popular</a:t>
            </a:r>
          </a:p>
        </p:txBody>
      </p:sp>
    </p:spTree>
    <p:extLst>
      <p:ext uri="{BB962C8B-B14F-4D97-AF65-F5344CB8AC3E}">
        <p14:creationId xmlns:p14="http://schemas.microsoft.com/office/powerpoint/2010/main" val="14531560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Oval 25"/>
          <p:cNvSpPr/>
          <p:nvPr/>
        </p:nvSpPr>
        <p:spPr>
          <a:xfrm>
            <a:off x="3152995" y="4760979"/>
            <a:ext cx="3710234" cy="1193828"/>
          </a:xfrm>
          <a:prstGeom prst="ellipse">
            <a:avLst/>
          </a:prstGeom>
          <a:gradFill flip="none" rotWithShape="1">
            <a:gsLst>
              <a:gs pos="0">
                <a:schemeClr val="tx1">
                  <a:lumMod val="95000"/>
                  <a:lumOff val="5000"/>
                  <a:alpha val="52000"/>
                </a:schemeClr>
              </a:gs>
              <a:gs pos="100000">
                <a:sysClr val="window" lastClr="FFFFFF">
                  <a:alpha val="0"/>
                  <a:lumMod val="10000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3" name="Title 2"/>
          <p:cNvSpPr>
            <a:spLocks noGrp="1"/>
          </p:cNvSpPr>
          <p:nvPr>
            <p:ph type="title"/>
          </p:nvPr>
        </p:nvSpPr>
        <p:spPr/>
        <p:txBody>
          <a:bodyPr/>
          <a:lstStyle/>
          <a:p>
            <a:r>
              <a:rPr lang="en-US" dirty="0"/>
              <a:t>3D Layered Diagram - 3 Layers</a:t>
            </a:r>
          </a:p>
        </p:txBody>
      </p:sp>
      <p:grpSp>
        <p:nvGrpSpPr>
          <p:cNvPr id="12" name="Group 11"/>
          <p:cNvGrpSpPr/>
          <p:nvPr/>
        </p:nvGrpSpPr>
        <p:grpSpPr>
          <a:xfrm>
            <a:off x="4140670" y="1782553"/>
            <a:ext cx="1734883" cy="3428388"/>
            <a:chOff x="4855121" y="1223889"/>
            <a:chExt cx="2173172" cy="4294516"/>
          </a:xfrm>
        </p:grpSpPr>
        <p:sp>
          <p:nvSpPr>
            <p:cNvPr id="7" name="Rectangle 6"/>
            <p:cNvSpPr/>
            <p:nvPr/>
          </p:nvSpPr>
          <p:spPr>
            <a:xfrm>
              <a:off x="4855121" y="3345233"/>
              <a:ext cx="2173172" cy="2173172"/>
            </a:xfrm>
            <a:prstGeom prst="rect">
              <a:avLst/>
            </a:prstGeom>
            <a:solidFill>
              <a:schemeClr val="bg2"/>
            </a:solidFill>
            <a:ln>
              <a:noFill/>
            </a:ln>
            <a:scene3d>
              <a:camera prst="isometricOffAxis2Top">
                <a:rot lat="19200000" lon="2820000" rev="18000000"/>
              </a:camera>
              <a:lightRig rig="soft" dir="t"/>
            </a:scene3d>
            <a:sp3d>
              <a:bevelT w="0" h="6350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8" name="Rectangle 7"/>
            <p:cNvSpPr/>
            <p:nvPr/>
          </p:nvSpPr>
          <p:spPr>
            <a:xfrm>
              <a:off x="4855121" y="2284561"/>
              <a:ext cx="2173172" cy="2173172"/>
            </a:xfrm>
            <a:prstGeom prst="rect">
              <a:avLst/>
            </a:prstGeom>
            <a:solidFill>
              <a:schemeClr val="accent2"/>
            </a:solidFill>
            <a:ln>
              <a:noFill/>
            </a:ln>
            <a:scene3d>
              <a:camera prst="isometricOffAxis2Top">
                <a:rot lat="19200000" lon="2820000" rev="18000000"/>
              </a:camera>
              <a:lightRig rig="soft" dir="t"/>
            </a:scene3d>
            <a:sp3d>
              <a:bevelT w="0" h="6350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9" name="Rectangle 8"/>
            <p:cNvSpPr/>
            <p:nvPr/>
          </p:nvSpPr>
          <p:spPr>
            <a:xfrm>
              <a:off x="4855121" y="1223889"/>
              <a:ext cx="2173172" cy="2173172"/>
            </a:xfrm>
            <a:prstGeom prst="rect">
              <a:avLst/>
            </a:prstGeom>
            <a:solidFill>
              <a:schemeClr val="accent5"/>
            </a:solidFill>
            <a:ln>
              <a:noFill/>
            </a:ln>
            <a:scene3d>
              <a:camera prst="isometricOffAxis2Top">
                <a:rot lat="19200000" lon="2820000" rev="18000000"/>
              </a:camera>
              <a:lightRig rig="soft" dir="t"/>
            </a:scene3d>
            <a:sp3d>
              <a:bevelT w="0" h="6350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nvGrpSpPr>
          <p:cNvPr id="15" name="Group 14"/>
          <p:cNvGrpSpPr/>
          <p:nvPr/>
        </p:nvGrpSpPr>
        <p:grpSpPr>
          <a:xfrm>
            <a:off x="660407" y="2312054"/>
            <a:ext cx="2960867" cy="1151043"/>
            <a:chOff x="812596" y="1983352"/>
            <a:chExt cx="3643195" cy="1416300"/>
          </a:xfrm>
        </p:grpSpPr>
        <p:cxnSp>
          <p:nvCxnSpPr>
            <p:cNvPr id="10" name="Straight Connector 9"/>
            <p:cNvCxnSpPr/>
            <p:nvPr/>
          </p:nvCxnSpPr>
          <p:spPr>
            <a:xfrm>
              <a:off x="3498427" y="2680058"/>
              <a:ext cx="957364" cy="1588"/>
            </a:xfrm>
            <a:prstGeom prst="line">
              <a:avLst/>
            </a:prstGeom>
            <a:ln w="3175">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14" name="Group 13"/>
            <p:cNvGrpSpPr/>
            <p:nvPr/>
          </p:nvGrpSpPr>
          <p:grpSpPr>
            <a:xfrm>
              <a:off x="812596" y="1983352"/>
              <a:ext cx="2362200" cy="1416300"/>
              <a:chOff x="812596" y="1983352"/>
              <a:chExt cx="2362200" cy="1416300"/>
            </a:xfrm>
          </p:grpSpPr>
          <p:sp>
            <p:nvSpPr>
              <p:cNvPr id="11" name="TextBox 27"/>
              <p:cNvSpPr txBox="1"/>
              <p:nvPr/>
            </p:nvSpPr>
            <p:spPr>
              <a:xfrm flipH="1">
                <a:off x="812596" y="2455023"/>
                <a:ext cx="2362200" cy="944629"/>
              </a:xfrm>
              <a:prstGeom prst="rect">
                <a:avLst/>
              </a:prstGeom>
              <a:noFill/>
            </p:spPr>
            <p:txBody>
              <a:bodyPr wrap="square" rtlCol="0">
                <a:spAutoFit/>
              </a:bodyPr>
              <a:ls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a:lstStyle>
              <a:p>
                <a:pPr defTabSz="990671" fontAlgn="auto">
                  <a:spcBef>
                    <a:spcPts val="0"/>
                  </a:spcBef>
                  <a:spcAft>
                    <a:spcPts val="0"/>
                  </a:spcAft>
                </a:pPr>
                <a:r>
                  <a:rPr lang="en-US" sz="1463" kern="0" dirty="0">
                    <a:solidFill>
                      <a:prstClr val="black">
                        <a:lumMod val="75000"/>
                        <a:lumOff val="25000"/>
                      </a:prstClr>
                    </a:solidFill>
                    <a:latin typeface="Arial" pitchFamily="34" charset="0"/>
                    <a:cs typeface="Arial" pitchFamily="34" charset="0"/>
                  </a:rPr>
                  <a:t>This is a sample text. Insert your desired text here. </a:t>
                </a:r>
                <a:endParaRPr lang="en-US" sz="1463" dirty="0">
                  <a:solidFill>
                    <a:prstClr val="black">
                      <a:lumMod val="75000"/>
                      <a:lumOff val="25000"/>
                    </a:prstClr>
                  </a:solidFill>
                  <a:latin typeface="Calibri"/>
                </a:endParaRPr>
              </a:p>
            </p:txBody>
          </p:sp>
          <p:sp>
            <p:nvSpPr>
              <p:cNvPr id="13" name="TextBox 12"/>
              <p:cNvSpPr txBox="1"/>
              <p:nvPr/>
            </p:nvSpPr>
            <p:spPr>
              <a:xfrm>
                <a:off x="820767" y="1983352"/>
                <a:ext cx="2354029" cy="482847"/>
              </a:xfrm>
              <a:prstGeom prst="rect">
                <a:avLst/>
              </a:prstGeom>
              <a:noFill/>
            </p:spPr>
            <p:txBody>
              <a:bodyPr wrap="square" rtlCol="0">
                <a:spAutoFit/>
              </a:bodyPr>
              <a:lstStyle/>
              <a:p>
                <a:pPr defTabSz="990671" fontAlgn="auto">
                  <a:spcBef>
                    <a:spcPts val="0"/>
                  </a:spcBef>
                  <a:spcAft>
                    <a:spcPts val="0"/>
                  </a:spcAft>
                </a:pPr>
                <a:r>
                  <a:rPr lang="en-US" sz="1950" dirty="0">
                    <a:solidFill>
                      <a:prstClr val="black">
                        <a:lumMod val="75000"/>
                        <a:lumOff val="25000"/>
                      </a:prstClr>
                    </a:solidFill>
                    <a:latin typeface="Arial" panose="020B0604020202020204" pitchFamily="34" charset="0"/>
                    <a:cs typeface="Arial" panose="020B0604020202020204" pitchFamily="34" charset="0"/>
                  </a:rPr>
                  <a:t>Sample Text</a:t>
                </a:r>
              </a:p>
            </p:txBody>
          </p:sp>
        </p:grpSp>
      </p:grpSp>
      <p:grpSp>
        <p:nvGrpSpPr>
          <p:cNvPr id="16" name="Group 15"/>
          <p:cNvGrpSpPr/>
          <p:nvPr/>
        </p:nvGrpSpPr>
        <p:grpSpPr>
          <a:xfrm>
            <a:off x="660407" y="4028972"/>
            <a:ext cx="2960867" cy="1151043"/>
            <a:chOff x="812596" y="1983352"/>
            <a:chExt cx="3643195" cy="1416300"/>
          </a:xfrm>
        </p:grpSpPr>
        <p:cxnSp>
          <p:nvCxnSpPr>
            <p:cNvPr id="17" name="Straight Connector 16"/>
            <p:cNvCxnSpPr/>
            <p:nvPr/>
          </p:nvCxnSpPr>
          <p:spPr>
            <a:xfrm>
              <a:off x="3498427" y="2680058"/>
              <a:ext cx="957364" cy="1588"/>
            </a:xfrm>
            <a:prstGeom prst="line">
              <a:avLst/>
            </a:prstGeom>
            <a:ln w="3175">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812596" y="1983352"/>
              <a:ext cx="2362200" cy="1416300"/>
              <a:chOff x="812596" y="1983352"/>
              <a:chExt cx="2362200" cy="1416300"/>
            </a:xfrm>
          </p:grpSpPr>
          <p:sp>
            <p:nvSpPr>
              <p:cNvPr id="19" name="TextBox 27"/>
              <p:cNvSpPr txBox="1"/>
              <p:nvPr/>
            </p:nvSpPr>
            <p:spPr>
              <a:xfrm flipH="1">
                <a:off x="812596" y="2455023"/>
                <a:ext cx="2362200" cy="944629"/>
              </a:xfrm>
              <a:prstGeom prst="rect">
                <a:avLst/>
              </a:prstGeom>
              <a:noFill/>
            </p:spPr>
            <p:txBody>
              <a:bodyPr wrap="square" rtlCol="0">
                <a:spAutoFit/>
              </a:bodyPr>
              <a:ls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a:lstStyle>
              <a:p>
                <a:pPr defTabSz="990671" fontAlgn="auto">
                  <a:spcBef>
                    <a:spcPts val="0"/>
                  </a:spcBef>
                  <a:spcAft>
                    <a:spcPts val="0"/>
                  </a:spcAft>
                </a:pPr>
                <a:r>
                  <a:rPr lang="en-US" sz="1463" kern="0" dirty="0">
                    <a:solidFill>
                      <a:prstClr val="black">
                        <a:lumMod val="75000"/>
                        <a:lumOff val="25000"/>
                      </a:prstClr>
                    </a:solidFill>
                    <a:latin typeface="Arial" pitchFamily="34" charset="0"/>
                    <a:cs typeface="Arial" pitchFamily="34" charset="0"/>
                  </a:rPr>
                  <a:t>This is a sample text. Insert your desired text here. </a:t>
                </a:r>
                <a:endParaRPr lang="en-US" sz="1463" dirty="0">
                  <a:solidFill>
                    <a:prstClr val="black">
                      <a:lumMod val="75000"/>
                      <a:lumOff val="25000"/>
                    </a:prstClr>
                  </a:solidFill>
                  <a:latin typeface="Calibri"/>
                </a:endParaRPr>
              </a:p>
            </p:txBody>
          </p:sp>
          <p:sp>
            <p:nvSpPr>
              <p:cNvPr id="20" name="TextBox 19"/>
              <p:cNvSpPr txBox="1"/>
              <p:nvPr/>
            </p:nvSpPr>
            <p:spPr>
              <a:xfrm>
                <a:off x="820767" y="1983352"/>
                <a:ext cx="2354029" cy="482847"/>
              </a:xfrm>
              <a:prstGeom prst="rect">
                <a:avLst/>
              </a:prstGeom>
              <a:noFill/>
            </p:spPr>
            <p:txBody>
              <a:bodyPr wrap="square" rtlCol="0">
                <a:spAutoFit/>
              </a:bodyPr>
              <a:lstStyle/>
              <a:p>
                <a:pPr defTabSz="990671" fontAlgn="auto">
                  <a:spcBef>
                    <a:spcPts val="0"/>
                  </a:spcBef>
                  <a:spcAft>
                    <a:spcPts val="0"/>
                  </a:spcAft>
                </a:pPr>
                <a:r>
                  <a:rPr lang="en-US" sz="1950" dirty="0">
                    <a:solidFill>
                      <a:prstClr val="black">
                        <a:lumMod val="75000"/>
                        <a:lumOff val="25000"/>
                      </a:prstClr>
                    </a:solidFill>
                    <a:latin typeface="Arial" panose="020B0604020202020204" pitchFamily="34" charset="0"/>
                    <a:cs typeface="Arial" panose="020B0604020202020204" pitchFamily="34" charset="0"/>
                  </a:rPr>
                  <a:t>Sample Text</a:t>
                </a:r>
              </a:p>
            </p:txBody>
          </p:sp>
        </p:grpSp>
      </p:grpSp>
      <p:grpSp>
        <p:nvGrpSpPr>
          <p:cNvPr id="21" name="Group 20"/>
          <p:cNvGrpSpPr/>
          <p:nvPr/>
        </p:nvGrpSpPr>
        <p:grpSpPr>
          <a:xfrm flipH="1">
            <a:off x="6394950" y="3082839"/>
            <a:ext cx="2960867" cy="1151043"/>
            <a:chOff x="812596" y="1983352"/>
            <a:chExt cx="3643195" cy="1416300"/>
          </a:xfrm>
        </p:grpSpPr>
        <p:cxnSp>
          <p:nvCxnSpPr>
            <p:cNvPr id="22" name="Straight Connector 21"/>
            <p:cNvCxnSpPr/>
            <p:nvPr/>
          </p:nvCxnSpPr>
          <p:spPr>
            <a:xfrm>
              <a:off x="3498427" y="2680058"/>
              <a:ext cx="957364" cy="1588"/>
            </a:xfrm>
            <a:prstGeom prst="line">
              <a:avLst/>
            </a:prstGeom>
            <a:ln w="3175">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23" name="Group 22"/>
            <p:cNvGrpSpPr/>
            <p:nvPr/>
          </p:nvGrpSpPr>
          <p:grpSpPr>
            <a:xfrm>
              <a:off x="812596" y="1983352"/>
              <a:ext cx="2362200" cy="1416300"/>
              <a:chOff x="812596" y="1983352"/>
              <a:chExt cx="2362200" cy="1416300"/>
            </a:xfrm>
          </p:grpSpPr>
          <p:sp>
            <p:nvSpPr>
              <p:cNvPr id="24" name="TextBox 27"/>
              <p:cNvSpPr txBox="1"/>
              <p:nvPr/>
            </p:nvSpPr>
            <p:spPr>
              <a:xfrm flipH="1">
                <a:off x="812596" y="2455023"/>
                <a:ext cx="2362200" cy="944629"/>
              </a:xfrm>
              <a:prstGeom prst="rect">
                <a:avLst/>
              </a:prstGeom>
              <a:noFill/>
            </p:spPr>
            <p:txBody>
              <a:bodyPr wrap="square" rtlCol="0">
                <a:spAutoFit/>
              </a:bodyPr>
              <a:ls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a:lstStyle>
              <a:p>
                <a:pPr defTabSz="990671" fontAlgn="auto">
                  <a:spcBef>
                    <a:spcPts val="0"/>
                  </a:spcBef>
                  <a:spcAft>
                    <a:spcPts val="0"/>
                  </a:spcAft>
                </a:pPr>
                <a:r>
                  <a:rPr lang="en-US" sz="1463" kern="0" dirty="0">
                    <a:solidFill>
                      <a:prstClr val="black">
                        <a:lumMod val="75000"/>
                        <a:lumOff val="25000"/>
                      </a:prstClr>
                    </a:solidFill>
                    <a:latin typeface="Arial" pitchFamily="34" charset="0"/>
                    <a:cs typeface="Arial" pitchFamily="34" charset="0"/>
                  </a:rPr>
                  <a:t>This is a sample text. Insert your desired text here. </a:t>
                </a:r>
                <a:endParaRPr lang="en-US" sz="1463" dirty="0">
                  <a:solidFill>
                    <a:prstClr val="black">
                      <a:lumMod val="75000"/>
                      <a:lumOff val="25000"/>
                    </a:prstClr>
                  </a:solidFill>
                  <a:latin typeface="Calibri"/>
                </a:endParaRPr>
              </a:p>
            </p:txBody>
          </p:sp>
          <p:sp>
            <p:nvSpPr>
              <p:cNvPr id="25" name="TextBox 24"/>
              <p:cNvSpPr txBox="1"/>
              <p:nvPr/>
            </p:nvSpPr>
            <p:spPr>
              <a:xfrm>
                <a:off x="820767" y="1983352"/>
                <a:ext cx="2354029" cy="482847"/>
              </a:xfrm>
              <a:prstGeom prst="rect">
                <a:avLst/>
              </a:prstGeom>
              <a:noFill/>
            </p:spPr>
            <p:txBody>
              <a:bodyPr wrap="square" rtlCol="0">
                <a:spAutoFit/>
              </a:bodyPr>
              <a:lstStyle/>
              <a:p>
                <a:pPr defTabSz="990671" fontAlgn="auto">
                  <a:spcBef>
                    <a:spcPts val="0"/>
                  </a:spcBef>
                  <a:spcAft>
                    <a:spcPts val="0"/>
                  </a:spcAft>
                </a:pPr>
                <a:r>
                  <a:rPr lang="en-US" sz="1950" dirty="0">
                    <a:solidFill>
                      <a:prstClr val="black">
                        <a:lumMod val="75000"/>
                        <a:lumOff val="25000"/>
                      </a:prstClr>
                    </a:solidFill>
                    <a:latin typeface="Arial" panose="020B0604020202020204" pitchFamily="34" charset="0"/>
                    <a:cs typeface="Arial" panose="020B0604020202020204" pitchFamily="34" charset="0"/>
                  </a:rPr>
                  <a:t>Sample Text</a:t>
                </a:r>
              </a:p>
            </p:txBody>
          </p:sp>
        </p:grpSp>
      </p:grpSp>
    </p:spTree>
    <p:extLst>
      <p:ext uri="{BB962C8B-B14F-4D97-AF65-F5344CB8AC3E}">
        <p14:creationId xmlns:p14="http://schemas.microsoft.com/office/powerpoint/2010/main" val="372393107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Oval 44"/>
          <p:cNvSpPr/>
          <p:nvPr/>
        </p:nvSpPr>
        <p:spPr>
          <a:xfrm flipV="1">
            <a:off x="3365863" y="3994978"/>
            <a:ext cx="3174275" cy="405181"/>
          </a:xfrm>
          <a:prstGeom prst="ellipse">
            <a:avLst/>
          </a:prstGeom>
          <a:gradFill flip="none" rotWithShape="1">
            <a:gsLst>
              <a:gs pos="0">
                <a:schemeClr val="tx1">
                  <a:alpha val="11000"/>
                </a:schemeClr>
              </a:gs>
              <a:gs pos="100000">
                <a:sysClr val="window" lastClr="FFFFFF">
                  <a:lumMod val="100000"/>
                  <a:alpha val="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43" name="Oval 42"/>
          <p:cNvSpPr/>
          <p:nvPr/>
        </p:nvSpPr>
        <p:spPr>
          <a:xfrm flipV="1">
            <a:off x="727661" y="5596502"/>
            <a:ext cx="2553266" cy="325911"/>
          </a:xfrm>
          <a:prstGeom prst="ellipse">
            <a:avLst/>
          </a:prstGeom>
          <a:gradFill flip="none" rotWithShape="1">
            <a:gsLst>
              <a:gs pos="0">
                <a:schemeClr val="tx1">
                  <a:alpha val="11000"/>
                </a:schemeClr>
              </a:gs>
              <a:gs pos="100000">
                <a:sysClr val="window" lastClr="FFFFFF">
                  <a:lumMod val="100000"/>
                  <a:alpha val="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4" name="Title 3"/>
          <p:cNvSpPr>
            <a:spLocks noGrp="1"/>
          </p:cNvSpPr>
          <p:nvPr>
            <p:ph type="title"/>
          </p:nvPr>
        </p:nvSpPr>
        <p:spPr/>
        <p:txBody>
          <a:bodyPr/>
          <a:lstStyle/>
          <a:p>
            <a:r>
              <a:rPr lang="en-IN" dirty="0"/>
              <a:t>Textboxes Arrows for PowerPoint</a:t>
            </a:r>
            <a:endParaRPr lang="en-US" dirty="0"/>
          </a:p>
        </p:txBody>
      </p:sp>
      <p:sp>
        <p:nvSpPr>
          <p:cNvPr id="11" name="Freeform 6"/>
          <p:cNvSpPr>
            <a:spLocks/>
          </p:cNvSpPr>
          <p:nvPr/>
        </p:nvSpPr>
        <p:spPr bwMode="auto">
          <a:xfrm>
            <a:off x="3295119" y="2933224"/>
            <a:ext cx="3315762" cy="1741743"/>
          </a:xfrm>
          <a:custGeom>
            <a:avLst/>
            <a:gdLst>
              <a:gd name="T0" fmla="*/ 281 w 5139"/>
              <a:gd name="T1" fmla="*/ 17 h 2701"/>
              <a:gd name="T2" fmla="*/ 315 w 5139"/>
              <a:gd name="T3" fmla="*/ 100 h 2701"/>
              <a:gd name="T4" fmla="*/ 382 w 5139"/>
              <a:gd name="T5" fmla="*/ 233 h 2701"/>
              <a:gd name="T6" fmla="*/ 482 w 5139"/>
              <a:gd name="T7" fmla="*/ 398 h 2701"/>
              <a:gd name="T8" fmla="*/ 606 w 5139"/>
              <a:gd name="T9" fmla="*/ 568 h 2701"/>
              <a:gd name="T10" fmla="*/ 775 w 5139"/>
              <a:gd name="T11" fmla="*/ 746 h 2701"/>
              <a:gd name="T12" fmla="*/ 987 w 5139"/>
              <a:gd name="T13" fmla="*/ 912 h 2701"/>
              <a:gd name="T14" fmla="*/ 1253 w 5139"/>
              <a:gd name="T15" fmla="*/ 1047 h 2701"/>
              <a:gd name="T16" fmla="*/ 1576 w 5139"/>
              <a:gd name="T17" fmla="*/ 1123 h 2701"/>
              <a:gd name="T18" fmla="*/ 1925 w 5139"/>
              <a:gd name="T19" fmla="*/ 1120 h 2701"/>
              <a:gd name="T20" fmla="*/ 2298 w 5139"/>
              <a:gd name="T21" fmla="*/ 1039 h 2701"/>
              <a:gd name="T22" fmla="*/ 2695 w 5139"/>
              <a:gd name="T23" fmla="*/ 909 h 2701"/>
              <a:gd name="T24" fmla="*/ 3082 w 5139"/>
              <a:gd name="T25" fmla="*/ 847 h 2701"/>
              <a:gd name="T26" fmla="*/ 3440 w 5139"/>
              <a:gd name="T27" fmla="*/ 859 h 2701"/>
              <a:gd name="T28" fmla="*/ 3772 w 5139"/>
              <a:gd name="T29" fmla="*/ 944 h 2701"/>
              <a:gd name="T30" fmla="*/ 4082 w 5139"/>
              <a:gd name="T31" fmla="*/ 1098 h 2701"/>
              <a:gd name="T32" fmla="*/ 4361 w 5139"/>
              <a:gd name="T33" fmla="*/ 1319 h 2701"/>
              <a:gd name="T34" fmla="*/ 4586 w 5139"/>
              <a:gd name="T35" fmla="*/ 1570 h 2701"/>
              <a:gd name="T36" fmla="*/ 4757 w 5139"/>
              <a:gd name="T37" fmla="*/ 1817 h 2701"/>
              <a:gd name="T38" fmla="*/ 4882 w 5139"/>
              <a:gd name="T39" fmla="*/ 2030 h 2701"/>
              <a:gd name="T40" fmla="*/ 5139 w 5139"/>
              <a:gd name="T41" fmla="*/ 2010 h 2701"/>
              <a:gd name="T42" fmla="*/ 4684 w 5139"/>
              <a:gd name="T43" fmla="*/ 2274 h 2701"/>
              <a:gd name="T44" fmla="*/ 4606 w 5139"/>
              <a:gd name="T45" fmla="*/ 2132 h 2701"/>
              <a:gd name="T46" fmla="*/ 4510 w 5139"/>
              <a:gd name="T47" fmla="*/ 1967 h 2701"/>
              <a:gd name="T48" fmla="*/ 4388 w 5139"/>
              <a:gd name="T49" fmla="*/ 1786 h 2701"/>
              <a:gd name="T50" fmla="*/ 4240 w 5139"/>
              <a:gd name="T51" fmla="*/ 1605 h 2701"/>
              <a:gd name="T52" fmla="*/ 4061 w 5139"/>
              <a:gd name="T53" fmla="*/ 1436 h 2701"/>
              <a:gd name="T54" fmla="*/ 3847 w 5139"/>
              <a:gd name="T55" fmla="*/ 1293 h 2701"/>
              <a:gd name="T56" fmla="*/ 3599 w 5139"/>
              <a:gd name="T57" fmla="*/ 1188 h 2701"/>
              <a:gd name="T58" fmla="*/ 3312 w 5139"/>
              <a:gd name="T59" fmla="*/ 1135 h 2701"/>
              <a:gd name="T60" fmla="*/ 3029 w 5139"/>
              <a:gd name="T61" fmla="*/ 1142 h 2701"/>
              <a:gd name="T62" fmla="*/ 2739 w 5139"/>
              <a:gd name="T63" fmla="*/ 1198 h 2701"/>
              <a:gd name="T64" fmla="*/ 2390 w 5139"/>
              <a:gd name="T65" fmla="*/ 1315 h 2701"/>
              <a:gd name="T66" fmla="*/ 1991 w 5139"/>
              <a:gd name="T67" fmla="*/ 1405 h 2701"/>
              <a:gd name="T68" fmla="*/ 1610 w 5139"/>
              <a:gd name="T69" fmla="*/ 1418 h 2701"/>
              <a:gd name="T70" fmla="*/ 1252 w 5139"/>
              <a:gd name="T71" fmla="*/ 1352 h 2701"/>
              <a:gd name="T72" fmla="*/ 926 w 5139"/>
              <a:gd name="T73" fmla="*/ 1213 h 2701"/>
              <a:gd name="T74" fmla="*/ 641 w 5139"/>
              <a:gd name="T75" fmla="*/ 1015 h 2701"/>
              <a:gd name="T76" fmla="*/ 385 w 5139"/>
              <a:gd name="T77" fmla="*/ 755 h 2701"/>
              <a:gd name="T78" fmla="*/ 196 w 5139"/>
              <a:gd name="T79" fmla="*/ 490 h 2701"/>
              <a:gd name="T80" fmla="*/ 103 w 5139"/>
              <a:gd name="T81" fmla="*/ 325 h 2701"/>
              <a:gd name="T82" fmla="*/ 41 w 5139"/>
              <a:gd name="T83" fmla="*/ 195 h 2701"/>
              <a:gd name="T84" fmla="*/ 8 w 5139"/>
              <a:gd name="T85" fmla="*/ 114 h 2701"/>
              <a:gd name="T86" fmla="*/ 137 w 5139"/>
              <a:gd name="T87" fmla="*/ 47 h 2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139" h="2701">
                <a:moveTo>
                  <a:pt x="274" y="0"/>
                </a:moveTo>
                <a:lnTo>
                  <a:pt x="276" y="5"/>
                </a:lnTo>
                <a:lnTo>
                  <a:pt x="281" y="17"/>
                </a:lnTo>
                <a:lnTo>
                  <a:pt x="288" y="38"/>
                </a:lnTo>
                <a:lnTo>
                  <a:pt x="301" y="66"/>
                </a:lnTo>
                <a:lnTo>
                  <a:pt x="315" y="100"/>
                </a:lnTo>
                <a:lnTo>
                  <a:pt x="334" y="139"/>
                </a:lnTo>
                <a:lnTo>
                  <a:pt x="357" y="183"/>
                </a:lnTo>
                <a:lnTo>
                  <a:pt x="382" y="233"/>
                </a:lnTo>
                <a:lnTo>
                  <a:pt x="412" y="284"/>
                </a:lnTo>
                <a:lnTo>
                  <a:pt x="444" y="340"/>
                </a:lnTo>
                <a:lnTo>
                  <a:pt x="482" y="398"/>
                </a:lnTo>
                <a:lnTo>
                  <a:pt x="519" y="452"/>
                </a:lnTo>
                <a:lnTo>
                  <a:pt x="560" y="509"/>
                </a:lnTo>
                <a:lnTo>
                  <a:pt x="606" y="568"/>
                </a:lnTo>
                <a:lnTo>
                  <a:pt x="658" y="627"/>
                </a:lnTo>
                <a:lnTo>
                  <a:pt x="714" y="686"/>
                </a:lnTo>
                <a:lnTo>
                  <a:pt x="775" y="746"/>
                </a:lnTo>
                <a:lnTo>
                  <a:pt x="840" y="803"/>
                </a:lnTo>
                <a:lnTo>
                  <a:pt x="910" y="859"/>
                </a:lnTo>
                <a:lnTo>
                  <a:pt x="987" y="912"/>
                </a:lnTo>
                <a:lnTo>
                  <a:pt x="1066" y="961"/>
                </a:lnTo>
                <a:lnTo>
                  <a:pt x="1152" y="1004"/>
                </a:lnTo>
                <a:lnTo>
                  <a:pt x="1253" y="1047"/>
                </a:lnTo>
                <a:lnTo>
                  <a:pt x="1358" y="1081"/>
                </a:lnTo>
                <a:lnTo>
                  <a:pt x="1467" y="1106"/>
                </a:lnTo>
                <a:lnTo>
                  <a:pt x="1576" y="1123"/>
                </a:lnTo>
                <a:lnTo>
                  <a:pt x="1690" y="1131"/>
                </a:lnTo>
                <a:lnTo>
                  <a:pt x="1807" y="1129"/>
                </a:lnTo>
                <a:lnTo>
                  <a:pt x="1925" y="1120"/>
                </a:lnTo>
                <a:lnTo>
                  <a:pt x="2047" y="1101"/>
                </a:lnTo>
                <a:lnTo>
                  <a:pt x="2170" y="1075"/>
                </a:lnTo>
                <a:lnTo>
                  <a:pt x="2298" y="1039"/>
                </a:lnTo>
                <a:lnTo>
                  <a:pt x="2427" y="995"/>
                </a:lnTo>
                <a:lnTo>
                  <a:pt x="2561" y="948"/>
                </a:lnTo>
                <a:lnTo>
                  <a:pt x="2695" y="909"/>
                </a:lnTo>
                <a:lnTo>
                  <a:pt x="2826" y="880"/>
                </a:lnTo>
                <a:lnTo>
                  <a:pt x="2955" y="859"/>
                </a:lnTo>
                <a:lnTo>
                  <a:pt x="3082" y="847"/>
                </a:lnTo>
                <a:lnTo>
                  <a:pt x="3206" y="842"/>
                </a:lnTo>
                <a:lnTo>
                  <a:pt x="3325" y="847"/>
                </a:lnTo>
                <a:lnTo>
                  <a:pt x="3440" y="859"/>
                </a:lnTo>
                <a:lnTo>
                  <a:pt x="3554" y="878"/>
                </a:lnTo>
                <a:lnTo>
                  <a:pt x="3665" y="908"/>
                </a:lnTo>
                <a:lnTo>
                  <a:pt x="3772" y="944"/>
                </a:lnTo>
                <a:lnTo>
                  <a:pt x="3878" y="987"/>
                </a:lnTo>
                <a:lnTo>
                  <a:pt x="3981" y="1039"/>
                </a:lnTo>
                <a:lnTo>
                  <a:pt x="4082" y="1098"/>
                </a:lnTo>
                <a:lnTo>
                  <a:pt x="4179" y="1165"/>
                </a:lnTo>
                <a:lnTo>
                  <a:pt x="4274" y="1241"/>
                </a:lnTo>
                <a:lnTo>
                  <a:pt x="4361" y="1319"/>
                </a:lnTo>
                <a:lnTo>
                  <a:pt x="4443" y="1402"/>
                </a:lnTo>
                <a:lnTo>
                  <a:pt x="4517" y="1486"/>
                </a:lnTo>
                <a:lnTo>
                  <a:pt x="4586" y="1570"/>
                </a:lnTo>
                <a:lnTo>
                  <a:pt x="4648" y="1653"/>
                </a:lnTo>
                <a:lnTo>
                  <a:pt x="4706" y="1736"/>
                </a:lnTo>
                <a:lnTo>
                  <a:pt x="4757" y="1817"/>
                </a:lnTo>
                <a:lnTo>
                  <a:pt x="4804" y="1893"/>
                </a:lnTo>
                <a:lnTo>
                  <a:pt x="4845" y="1965"/>
                </a:lnTo>
                <a:lnTo>
                  <a:pt x="4882" y="2030"/>
                </a:lnTo>
                <a:lnTo>
                  <a:pt x="4913" y="2090"/>
                </a:lnTo>
                <a:lnTo>
                  <a:pt x="4935" y="2129"/>
                </a:lnTo>
                <a:lnTo>
                  <a:pt x="5139" y="2010"/>
                </a:lnTo>
                <a:lnTo>
                  <a:pt x="5066" y="2701"/>
                </a:lnTo>
                <a:lnTo>
                  <a:pt x="4492" y="2383"/>
                </a:lnTo>
                <a:lnTo>
                  <a:pt x="4684" y="2274"/>
                </a:lnTo>
                <a:lnTo>
                  <a:pt x="4659" y="2227"/>
                </a:lnTo>
                <a:lnTo>
                  <a:pt x="4634" y="2182"/>
                </a:lnTo>
                <a:lnTo>
                  <a:pt x="4606" y="2132"/>
                </a:lnTo>
                <a:lnTo>
                  <a:pt x="4577" y="2079"/>
                </a:lnTo>
                <a:lnTo>
                  <a:pt x="4544" y="2023"/>
                </a:lnTo>
                <a:lnTo>
                  <a:pt x="4510" y="1967"/>
                </a:lnTo>
                <a:lnTo>
                  <a:pt x="4472" y="1907"/>
                </a:lnTo>
                <a:lnTo>
                  <a:pt x="4432" y="1846"/>
                </a:lnTo>
                <a:lnTo>
                  <a:pt x="4388" y="1786"/>
                </a:lnTo>
                <a:lnTo>
                  <a:pt x="4341" y="1725"/>
                </a:lnTo>
                <a:lnTo>
                  <a:pt x="4291" y="1666"/>
                </a:lnTo>
                <a:lnTo>
                  <a:pt x="4240" y="1605"/>
                </a:lnTo>
                <a:lnTo>
                  <a:pt x="4182" y="1547"/>
                </a:lnTo>
                <a:lnTo>
                  <a:pt x="4123" y="1491"/>
                </a:lnTo>
                <a:lnTo>
                  <a:pt x="4061" y="1436"/>
                </a:lnTo>
                <a:lnTo>
                  <a:pt x="3994" y="1385"/>
                </a:lnTo>
                <a:lnTo>
                  <a:pt x="3922" y="1338"/>
                </a:lnTo>
                <a:lnTo>
                  <a:pt x="3847" y="1293"/>
                </a:lnTo>
                <a:lnTo>
                  <a:pt x="3769" y="1254"/>
                </a:lnTo>
                <a:lnTo>
                  <a:pt x="3687" y="1218"/>
                </a:lnTo>
                <a:lnTo>
                  <a:pt x="3599" y="1188"/>
                </a:lnTo>
                <a:lnTo>
                  <a:pt x="3507" y="1165"/>
                </a:lnTo>
                <a:lnTo>
                  <a:pt x="3412" y="1146"/>
                </a:lnTo>
                <a:lnTo>
                  <a:pt x="3312" y="1135"/>
                </a:lnTo>
                <a:lnTo>
                  <a:pt x="3206" y="1132"/>
                </a:lnTo>
                <a:lnTo>
                  <a:pt x="3119" y="1134"/>
                </a:lnTo>
                <a:lnTo>
                  <a:pt x="3029" y="1142"/>
                </a:lnTo>
                <a:lnTo>
                  <a:pt x="2935" y="1156"/>
                </a:lnTo>
                <a:lnTo>
                  <a:pt x="2839" y="1174"/>
                </a:lnTo>
                <a:lnTo>
                  <a:pt x="2739" y="1198"/>
                </a:lnTo>
                <a:lnTo>
                  <a:pt x="2634" y="1229"/>
                </a:lnTo>
                <a:lnTo>
                  <a:pt x="2528" y="1266"/>
                </a:lnTo>
                <a:lnTo>
                  <a:pt x="2390" y="1315"/>
                </a:lnTo>
                <a:lnTo>
                  <a:pt x="2254" y="1354"/>
                </a:lnTo>
                <a:lnTo>
                  <a:pt x="2122" y="1383"/>
                </a:lnTo>
                <a:lnTo>
                  <a:pt x="1991" y="1405"/>
                </a:lnTo>
                <a:lnTo>
                  <a:pt x="1861" y="1418"/>
                </a:lnTo>
                <a:lnTo>
                  <a:pt x="1735" y="1422"/>
                </a:lnTo>
                <a:lnTo>
                  <a:pt x="1610" y="1418"/>
                </a:lnTo>
                <a:lnTo>
                  <a:pt x="1489" y="1405"/>
                </a:lnTo>
                <a:lnTo>
                  <a:pt x="1369" y="1383"/>
                </a:lnTo>
                <a:lnTo>
                  <a:pt x="1252" y="1352"/>
                </a:lnTo>
                <a:lnTo>
                  <a:pt x="1138" y="1313"/>
                </a:lnTo>
                <a:lnTo>
                  <a:pt x="1026" y="1266"/>
                </a:lnTo>
                <a:lnTo>
                  <a:pt x="926" y="1213"/>
                </a:lnTo>
                <a:lnTo>
                  <a:pt x="828" y="1154"/>
                </a:lnTo>
                <a:lnTo>
                  <a:pt x="733" y="1089"/>
                </a:lnTo>
                <a:lnTo>
                  <a:pt x="641" y="1015"/>
                </a:lnTo>
                <a:lnTo>
                  <a:pt x="552" y="934"/>
                </a:lnTo>
                <a:lnTo>
                  <a:pt x="466" y="847"/>
                </a:lnTo>
                <a:lnTo>
                  <a:pt x="385" y="755"/>
                </a:lnTo>
                <a:lnTo>
                  <a:pt x="307" y="655"/>
                </a:lnTo>
                <a:lnTo>
                  <a:pt x="234" y="549"/>
                </a:lnTo>
                <a:lnTo>
                  <a:pt x="196" y="490"/>
                </a:lnTo>
                <a:lnTo>
                  <a:pt x="161" y="432"/>
                </a:lnTo>
                <a:lnTo>
                  <a:pt x="131" y="376"/>
                </a:lnTo>
                <a:lnTo>
                  <a:pt x="103" y="325"/>
                </a:lnTo>
                <a:lnTo>
                  <a:pt x="78" y="278"/>
                </a:lnTo>
                <a:lnTo>
                  <a:pt x="58" y="234"/>
                </a:lnTo>
                <a:lnTo>
                  <a:pt x="41" y="195"/>
                </a:lnTo>
                <a:lnTo>
                  <a:pt x="26" y="162"/>
                </a:lnTo>
                <a:lnTo>
                  <a:pt x="16" y="136"/>
                </a:lnTo>
                <a:lnTo>
                  <a:pt x="8" y="114"/>
                </a:lnTo>
                <a:lnTo>
                  <a:pt x="2" y="102"/>
                </a:lnTo>
                <a:lnTo>
                  <a:pt x="0" y="95"/>
                </a:lnTo>
                <a:lnTo>
                  <a:pt x="137" y="47"/>
                </a:lnTo>
                <a:lnTo>
                  <a:pt x="274" y="0"/>
                </a:lnTo>
                <a:close/>
              </a:path>
            </a:pathLst>
          </a:custGeom>
          <a:solidFill>
            <a:schemeClr val="accent2"/>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2" name="Freeform 7"/>
          <p:cNvSpPr>
            <a:spLocks/>
          </p:cNvSpPr>
          <p:nvPr/>
        </p:nvSpPr>
        <p:spPr bwMode="auto">
          <a:xfrm>
            <a:off x="3295119" y="2658416"/>
            <a:ext cx="3315762" cy="1741743"/>
          </a:xfrm>
          <a:custGeom>
            <a:avLst/>
            <a:gdLst>
              <a:gd name="T0" fmla="*/ 4935 w 5139"/>
              <a:gd name="T1" fmla="*/ 572 h 2700"/>
              <a:gd name="T2" fmla="*/ 4845 w 5139"/>
              <a:gd name="T3" fmla="*/ 737 h 2700"/>
              <a:gd name="T4" fmla="*/ 4706 w 5139"/>
              <a:gd name="T5" fmla="*/ 965 h 2700"/>
              <a:gd name="T6" fmla="*/ 4517 w 5139"/>
              <a:gd name="T7" fmla="*/ 1214 h 2700"/>
              <a:gd name="T8" fmla="*/ 4274 w 5139"/>
              <a:gd name="T9" fmla="*/ 1459 h 2700"/>
              <a:gd name="T10" fmla="*/ 3981 w 5139"/>
              <a:gd name="T11" fmla="*/ 1662 h 2700"/>
              <a:gd name="T12" fmla="*/ 3665 w 5139"/>
              <a:gd name="T13" fmla="*/ 1794 h 2700"/>
              <a:gd name="T14" fmla="*/ 3322 w 5139"/>
              <a:gd name="T15" fmla="*/ 1854 h 2700"/>
              <a:gd name="T16" fmla="*/ 2951 w 5139"/>
              <a:gd name="T17" fmla="*/ 1841 h 2700"/>
              <a:gd name="T18" fmla="*/ 2561 w 5139"/>
              <a:gd name="T19" fmla="*/ 1752 h 2700"/>
              <a:gd name="T20" fmla="*/ 2170 w 5139"/>
              <a:gd name="T21" fmla="*/ 1626 h 2700"/>
              <a:gd name="T22" fmla="*/ 1807 w 5139"/>
              <a:gd name="T23" fmla="*/ 1571 h 2700"/>
              <a:gd name="T24" fmla="*/ 1467 w 5139"/>
              <a:gd name="T25" fmla="*/ 1595 h 2700"/>
              <a:gd name="T26" fmla="*/ 1152 w 5139"/>
              <a:gd name="T27" fmla="*/ 1696 h 2700"/>
              <a:gd name="T28" fmla="*/ 910 w 5139"/>
              <a:gd name="T29" fmla="*/ 1841 h 2700"/>
              <a:gd name="T30" fmla="*/ 714 w 5139"/>
              <a:gd name="T31" fmla="*/ 2014 h 2700"/>
              <a:gd name="T32" fmla="*/ 560 w 5139"/>
              <a:gd name="T33" fmla="*/ 2192 h 2700"/>
              <a:gd name="T34" fmla="*/ 444 w 5139"/>
              <a:gd name="T35" fmla="*/ 2360 h 2700"/>
              <a:gd name="T36" fmla="*/ 357 w 5139"/>
              <a:gd name="T37" fmla="*/ 2518 h 2700"/>
              <a:gd name="T38" fmla="*/ 301 w 5139"/>
              <a:gd name="T39" fmla="*/ 2635 h 2700"/>
              <a:gd name="T40" fmla="*/ 276 w 5139"/>
              <a:gd name="T41" fmla="*/ 2696 h 2700"/>
              <a:gd name="T42" fmla="*/ 0 w 5139"/>
              <a:gd name="T43" fmla="*/ 2605 h 2700"/>
              <a:gd name="T44" fmla="*/ 16 w 5139"/>
              <a:gd name="T45" fmla="*/ 2566 h 2700"/>
              <a:gd name="T46" fmla="*/ 58 w 5139"/>
              <a:gd name="T47" fmla="*/ 2466 h 2700"/>
              <a:gd name="T48" fmla="*/ 131 w 5139"/>
              <a:gd name="T49" fmla="*/ 2325 h 2700"/>
              <a:gd name="T50" fmla="*/ 234 w 5139"/>
              <a:gd name="T51" fmla="*/ 2151 h 2700"/>
              <a:gd name="T52" fmla="*/ 466 w 5139"/>
              <a:gd name="T53" fmla="*/ 1854 h 2700"/>
              <a:gd name="T54" fmla="*/ 733 w 5139"/>
              <a:gd name="T55" fmla="*/ 1612 h 2700"/>
              <a:gd name="T56" fmla="*/ 1026 w 5139"/>
              <a:gd name="T57" fmla="*/ 1434 h 2700"/>
              <a:gd name="T58" fmla="*/ 1369 w 5139"/>
              <a:gd name="T59" fmla="*/ 1317 h 2700"/>
              <a:gd name="T60" fmla="*/ 1735 w 5139"/>
              <a:gd name="T61" fmla="*/ 1278 h 2700"/>
              <a:gd name="T62" fmla="*/ 2122 w 5139"/>
              <a:gd name="T63" fmla="*/ 1317 h 2700"/>
              <a:gd name="T64" fmla="*/ 2528 w 5139"/>
              <a:gd name="T65" fmla="*/ 1434 h 2700"/>
              <a:gd name="T66" fmla="*/ 2863 w 5139"/>
              <a:gd name="T67" fmla="*/ 1532 h 2700"/>
              <a:gd name="T68" fmla="*/ 3166 w 5139"/>
              <a:gd name="T69" fmla="*/ 1568 h 2700"/>
              <a:gd name="T70" fmla="*/ 3436 w 5139"/>
              <a:gd name="T71" fmla="*/ 1550 h 2700"/>
              <a:gd name="T72" fmla="*/ 3673 w 5139"/>
              <a:gd name="T73" fmla="*/ 1487 h 2700"/>
              <a:gd name="T74" fmla="*/ 3883 w 5139"/>
              <a:gd name="T75" fmla="*/ 1387 h 2700"/>
              <a:gd name="T76" fmla="*/ 4064 w 5139"/>
              <a:gd name="T77" fmla="*/ 1259 h 2700"/>
              <a:gd name="T78" fmla="*/ 4221 w 5139"/>
              <a:gd name="T79" fmla="*/ 1114 h 2700"/>
              <a:gd name="T80" fmla="*/ 4355 w 5139"/>
              <a:gd name="T81" fmla="*/ 957 h 2700"/>
              <a:gd name="T82" fmla="*/ 4467 w 5139"/>
              <a:gd name="T83" fmla="*/ 799 h 2700"/>
              <a:gd name="T84" fmla="*/ 4561 w 5139"/>
              <a:gd name="T85" fmla="*/ 648 h 2700"/>
              <a:gd name="T86" fmla="*/ 4637 w 5139"/>
              <a:gd name="T87" fmla="*/ 513 h 2700"/>
              <a:gd name="T88" fmla="*/ 4492 w 5139"/>
              <a:gd name="T89" fmla="*/ 318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139" h="2700">
                <a:moveTo>
                  <a:pt x="5066" y="0"/>
                </a:moveTo>
                <a:lnTo>
                  <a:pt x="5139" y="690"/>
                </a:lnTo>
                <a:lnTo>
                  <a:pt x="4935" y="572"/>
                </a:lnTo>
                <a:lnTo>
                  <a:pt x="4913" y="611"/>
                </a:lnTo>
                <a:lnTo>
                  <a:pt x="4882" y="670"/>
                </a:lnTo>
                <a:lnTo>
                  <a:pt x="4845" y="737"/>
                </a:lnTo>
                <a:lnTo>
                  <a:pt x="4804" y="807"/>
                </a:lnTo>
                <a:lnTo>
                  <a:pt x="4757" y="884"/>
                </a:lnTo>
                <a:lnTo>
                  <a:pt x="4706" y="965"/>
                </a:lnTo>
                <a:lnTo>
                  <a:pt x="4648" y="1047"/>
                </a:lnTo>
                <a:lnTo>
                  <a:pt x="4586" y="1130"/>
                </a:lnTo>
                <a:lnTo>
                  <a:pt x="4517" y="1214"/>
                </a:lnTo>
                <a:lnTo>
                  <a:pt x="4443" y="1298"/>
                </a:lnTo>
                <a:lnTo>
                  <a:pt x="4361" y="1381"/>
                </a:lnTo>
                <a:lnTo>
                  <a:pt x="4274" y="1459"/>
                </a:lnTo>
                <a:lnTo>
                  <a:pt x="4179" y="1535"/>
                </a:lnTo>
                <a:lnTo>
                  <a:pt x="4082" y="1603"/>
                </a:lnTo>
                <a:lnTo>
                  <a:pt x="3981" y="1662"/>
                </a:lnTo>
                <a:lnTo>
                  <a:pt x="3878" y="1713"/>
                </a:lnTo>
                <a:lnTo>
                  <a:pt x="3772" y="1757"/>
                </a:lnTo>
                <a:lnTo>
                  <a:pt x="3665" y="1794"/>
                </a:lnTo>
                <a:lnTo>
                  <a:pt x="3554" y="1822"/>
                </a:lnTo>
                <a:lnTo>
                  <a:pt x="3440" y="1843"/>
                </a:lnTo>
                <a:lnTo>
                  <a:pt x="3322" y="1854"/>
                </a:lnTo>
                <a:lnTo>
                  <a:pt x="3202" y="1858"/>
                </a:lnTo>
                <a:lnTo>
                  <a:pt x="3077" y="1854"/>
                </a:lnTo>
                <a:lnTo>
                  <a:pt x="2951" y="1841"/>
                </a:lnTo>
                <a:lnTo>
                  <a:pt x="2823" y="1819"/>
                </a:lnTo>
                <a:lnTo>
                  <a:pt x="2694" y="1790"/>
                </a:lnTo>
                <a:lnTo>
                  <a:pt x="2561" y="1752"/>
                </a:lnTo>
                <a:lnTo>
                  <a:pt x="2427" y="1705"/>
                </a:lnTo>
                <a:lnTo>
                  <a:pt x="2298" y="1662"/>
                </a:lnTo>
                <a:lnTo>
                  <a:pt x="2170" y="1626"/>
                </a:lnTo>
                <a:lnTo>
                  <a:pt x="2047" y="1599"/>
                </a:lnTo>
                <a:lnTo>
                  <a:pt x="1925" y="1581"/>
                </a:lnTo>
                <a:lnTo>
                  <a:pt x="1807" y="1571"/>
                </a:lnTo>
                <a:lnTo>
                  <a:pt x="1690" y="1570"/>
                </a:lnTo>
                <a:lnTo>
                  <a:pt x="1576" y="1578"/>
                </a:lnTo>
                <a:lnTo>
                  <a:pt x="1467" y="1595"/>
                </a:lnTo>
                <a:lnTo>
                  <a:pt x="1358" y="1620"/>
                </a:lnTo>
                <a:lnTo>
                  <a:pt x="1253" y="1654"/>
                </a:lnTo>
                <a:lnTo>
                  <a:pt x="1152" y="1696"/>
                </a:lnTo>
                <a:lnTo>
                  <a:pt x="1066" y="1740"/>
                </a:lnTo>
                <a:lnTo>
                  <a:pt x="987" y="1788"/>
                </a:lnTo>
                <a:lnTo>
                  <a:pt x="910" y="1841"/>
                </a:lnTo>
                <a:lnTo>
                  <a:pt x="840" y="1897"/>
                </a:lnTo>
                <a:lnTo>
                  <a:pt x="775" y="1955"/>
                </a:lnTo>
                <a:lnTo>
                  <a:pt x="714" y="2014"/>
                </a:lnTo>
                <a:lnTo>
                  <a:pt x="658" y="2073"/>
                </a:lnTo>
                <a:lnTo>
                  <a:pt x="606" y="2133"/>
                </a:lnTo>
                <a:lnTo>
                  <a:pt x="560" y="2192"/>
                </a:lnTo>
                <a:lnTo>
                  <a:pt x="519" y="2248"/>
                </a:lnTo>
                <a:lnTo>
                  <a:pt x="482" y="2303"/>
                </a:lnTo>
                <a:lnTo>
                  <a:pt x="444" y="2360"/>
                </a:lnTo>
                <a:lnTo>
                  <a:pt x="412" y="2417"/>
                </a:lnTo>
                <a:lnTo>
                  <a:pt x="382" y="2468"/>
                </a:lnTo>
                <a:lnTo>
                  <a:pt x="357" y="2518"/>
                </a:lnTo>
                <a:lnTo>
                  <a:pt x="334" y="2562"/>
                </a:lnTo>
                <a:lnTo>
                  <a:pt x="315" y="2601"/>
                </a:lnTo>
                <a:lnTo>
                  <a:pt x="301" y="2635"/>
                </a:lnTo>
                <a:lnTo>
                  <a:pt x="288" y="2663"/>
                </a:lnTo>
                <a:lnTo>
                  <a:pt x="281" y="2683"/>
                </a:lnTo>
                <a:lnTo>
                  <a:pt x="276" y="2696"/>
                </a:lnTo>
                <a:lnTo>
                  <a:pt x="274" y="2700"/>
                </a:lnTo>
                <a:lnTo>
                  <a:pt x="137" y="2654"/>
                </a:lnTo>
                <a:lnTo>
                  <a:pt x="0" y="2605"/>
                </a:lnTo>
                <a:lnTo>
                  <a:pt x="2" y="2599"/>
                </a:lnTo>
                <a:lnTo>
                  <a:pt x="8" y="2586"/>
                </a:lnTo>
                <a:lnTo>
                  <a:pt x="16" y="2566"/>
                </a:lnTo>
                <a:lnTo>
                  <a:pt x="26" y="2538"/>
                </a:lnTo>
                <a:lnTo>
                  <a:pt x="41" y="2505"/>
                </a:lnTo>
                <a:lnTo>
                  <a:pt x="58" y="2466"/>
                </a:lnTo>
                <a:lnTo>
                  <a:pt x="78" y="2423"/>
                </a:lnTo>
                <a:lnTo>
                  <a:pt x="103" y="2376"/>
                </a:lnTo>
                <a:lnTo>
                  <a:pt x="131" y="2325"/>
                </a:lnTo>
                <a:lnTo>
                  <a:pt x="161" y="2268"/>
                </a:lnTo>
                <a:lnTo>
                  <a:pt x="196" y="2211"/>
                </a:lnTo>
                <a:lnTo>
                  <a:pt x="234" y="2151"/>
                </a:lnTo>
                <a:lnTo>
                  <a:pt x="307" y="2045"/>
                </a:lnTo>
                <a:lnTo>
                  <a:pt x="385" y="1946"/>
                </a:lnTo>
                <a:lnTo>
                  <a:pt x="466" y="1854"/>
                </a:lnTo>
                <a:lnTo>
                  <a:pt x="552" y="1766"/>
                </a:lnTo>
                <a:lnTo>
                  <a:pt x="641" y="1685"/>
                </a:lnTo>
                <a:lnTo>
                  <a:pt x="733" y="1612"/>
                </a:lnTo>
                <a:lnTo>
                  <a:pt x="828" y="1546"/>
                </a:lnTo>
                <a:lnTo>
                  <a:pt x="926" y="1487"/>
                </a:lnTo>
                <a:lnTo>
                  <a:pt x="1026" y="1434"/>
                </a:lnTo>
                <a:lnTo>
                  <a:pt x="1138" y="1387"/>
                </a:lnTo>
                <a:lnTo>
                  <a:pt x="1252" y="1348"/>
                </a:lnTo>
                <a:lnTo>
                  <a:pt x="1369" y="1317"/>
                </a:lnTo>
                <a:lnTo>
                  <a:pt x="1489" y="1295"/>
                </a:lnTo>
                <a:lnTo>
                  <a:pt x="1610" y="1283"/>
                </a:lnTo>
                <a:lnTo>
                  <a:pt x="1735" y="1278"/>
                </a:lnTo>
                <a:lnTo>
                  <a:pt x="1861" y="1283"/>
                </a:lnTo>
                <a:lnTo>
                  <a:pt x="1991" y="1295"/>
                </a:lnTo>
                <a:lnTo>
                  <a:pt x="2122" y="1317"/>
                </a:lnTo>
                <a:lnTo>
                  <a:pt x="2254" y="1348"/>
                </a:lnTo>
                <a:lnTo>
                  <a:pt x="2390" y="1386"/>
                </a:lnTo>
                <a:lnTo>
                  <a:pt x="2528" y="1434"/>
                </a:lnTo>
                <a:lnTo>
                  <a:pt x="2644" y="1475"/>
                </a:lnTo>
                <a:lnTo>
                  <a:pt x="2756" y="1507"/>
                </a:lnTo>
                <a:lnTo>
                  <a:pt x="2863" y="1532"/>
                </a:lnTo>
                <a:lnTo>
                  <a:pt x="2968" y="1551"/>
                </a:lnTo>
                <a:lnTo>
                  <a:pt x="3069" y="1562"/>
                </a:lnTo>
                <a:lnTo>
                  <a:pt x="3166" y="1568"/>
                </a:lnTo>
                <a:lnTo>
                  <a:pt x="3259" y="1568"/>
                </a:lnTo>
                <a:lnTo>
                  <a:pt x="3348" y="1560"/>
                </a:lnTo>
                <a:lnTo>
                  <a:pt x="3436" y="1550"/>
                </a:lnTo>
                <a:lnTo>
                  <a:pt x="3518" y="1534"/>
                </a:lnTo>
                <a:lnTo>
                  <a:pt x="3598" y="1512"/>
                </a:lnTo>
                <a:lnTo>
                  <a:pt x="3673" y="1487"/>
                </a:lnTo>
                <a:lnTo>
                  <a:pt x="3746" y="1458"/>
                </a:lnTo>
                <a:lnTo>
                  <a:pt x="3816" y="1425"/>
                </a:lnTo>
                <a:lnTo>
                  <a:pt x="3883" y="1387"/>
                </a:lnTo>
                <a:lnTo>
                  <a:pt x="3945" y="1348"/>
                </a:lnTo>
                <a:lnTo>
                  <a:pt x="4006" y="1305"/>
                </a:lnTo>
                <a:lnTo>
                  <a:pt x="4064" y="1259"/>
                </a:lnTo>
                <a:lnTo>
                  <a:pt x="4120" y="1213"/>
                </a:lnTo>
                <a:lnTo>
                  <a:pt x="4171" y="1164"/>
                </a:lnTo>
                <a:lnTo>
                  <a:pt x="4221" y="1114"/>
                </a:lnTo>
                <a:lnTo>
                  <a:pt x="4268" y="1063"/>
                </a:lnTo>
                <a:lnTo>
                  <a:pt x="4313" y="1010"/>
                </a:lnTo>
                <a:lnTo>
                  <a:pt x="4355" y="957"/>
                </a:lnTo>
                <a:lnTo>
                  <a:pt x="4396" y="904"/>
                </a:lnTo>
                <a:lnTo>
                  <a:pt x="4433" y="851"/>
                </a:lnTo>
                <a:lnTo>
                  <a:pt x="4467" y="799"/>
                </a:lnTo>
                <a:lnTo>
                  <a:pt x="4502" y="748"/>
                </a:lnTo>
                <a:lnTo>
                  <a:pt x="4533" y="698"/>
                </a:lnTo>
                <a:lnTo>
                  <a:pt x="4561" y="648"/>
                </a:lnTo>
                <a:lnTo>
                  <a:pt x="4589" y="601"/>
                </a:lnTo>
                <a:lnTo>
                  <a:pt x="4614" y="556"/>
                </a:lnTo>
                <a:lnTo>
                  <a:pt x="4637" y="513"/>
                </a:lnTo>
                <a:lnTo>
                  <a:pt x="4659" y="474"/>
                </a:lnTo>
                <a:lnTo>
                  <a:pt x="4684" y="427"/>
                </a:lnTo>
                <a:lnTo>
                  <a:pt x="4492" y="318"/>
                </a:lnTo>
                <a:lnTo>
                  <a:pt x="5066" y="0"/>
                </a:lnTo>
                <a:close/>
              </a:path>
            </a:pathLst>
          </a:custGeom>
          <a:solidFill>
            <a:schemeClr val="accent1"/>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6" name="Freeform 8"/>
          <p:cNvSpPr>
            <a:spLocks/>
          </p:cNvSpPr>
          <p:nvPr/>
        </p:nvSpPr>
        <p:spPr bwMode="auto">
          <a:xfrm>
            <a:off x="5363278" y="3476390"/>
            <a:ext cx="1247604" cy="1198577"/>
          </a:xfrm>
          <a:custGeom>
            <a:avLst/>
            <a:gdLst>
              <a:gd name="T0" fmla="*/ 0 w 1933"/>
              <a:gd name="T1" fmla="*/ 0 h 1859"/>
              <a:gd name="T2" fmla="*/ 119 w 1933"/>
              <a:gd name="T3" fmla="*/ 5 h 1859"/>
              <a:gd name="T4" fmla="*/ 234 w 1933"/>
              <a:gd name="T5" fmla="*/ 17 h 1859"/>
              <a:gd name="T6" fmla="*/ 348 w 1933"/>
              <a:gd name="T7" fmla="*/ 36 h 1859"/>
              <a:gd name="T8" fmla="*/ 459 w 1933"/>
              <a:gd name="T9" fmla="*/ 66 h 1859"/>
              <a:gd name="T10" fmla="*/ 566 w 1933"/>
              <a:gd name="T11" fmla="*/ 102 h 1859"/>
              <a:gd name="T12" fmla="*/ 672 w 1933"/>
              <a:gd name="T13" fmla="*/ 145 h 1859"/>
              <a:gd name="T14" fmla="*/ 775 w 1933"/>
              <a:gd name="T15" fmla="*/ 197 h 1859"/>
              <a:gd name="T16" fmla="*/ 876 w 1933"/>
              <a:gd name="T17" fmla="*/ 256 h 1859"/>
              <a:gd name="T18" fmla="*/ 973 w 1933"/>
              <a:gd name="T19" fmla="*/ 323 h 1859"/>
              <a:gd name="T20" fmla="*/ 1068 w 1933"/>
              <a:gd name="T21" fmla="*/ 399 h 1859"/>
              <a:gd name="T22" fmla="*/ 1155 w 1933"/>
              <a:gd name="T23" fmla="*/ 477 h 1859"/>
              <a:gd name="T24" fmla="*/ 1237 w 1933"/>
              <a:gd name="T25" fmla="*/ 560 h 1859"/>
              <a:gd name="T26" fmla="*/ 1311 w 1933"/>
              <a:gd name="T27" fmla="*/ 644 h 1859"/>
              <a:gd name="T28" fmla="*/ 1380 w 1933"/>
              <a:gd name="T29" fmla="*/ 728 h 1859"/>
              <a:gd name="T30" fmla="*/ 1442 w 1933"/>
              <a:gd name="T31" fmla="*/ 811 h 1859"/>
              <a:gd name="T32" fmla="*/ 1500 w 1933"/>
              <a:gd name="T33" fmla="*/ 894 h 1859"/>
              <a:gd name="T34" fmla="*/ 1551 w 1933"/>
              <a:gd name="T35" fmla="*/ 975 h 1859"/>
              <a:gd name="T36" fmla="*/ 1598 w 1933"/>
              <a:gd name="T37" fmla="*/ 1051 h 1859"/>
              <a:gd name="T38" fmla="*/ 1639 w 1933"/>
              <a:gd name="T39" fmla="*/ 1123 h 1859"/>
              <a:gd name="T40" fmla="*/ 1676 w 1933"/>
              <a:gd name="T41" fmla="*/ 1188 h 1859"/>
              <a:gd name="T42" fmla="*/ 1707 w 1933"/>
              <a:gd name="T43" fmla="*/ 1248 h 1859"/>
              <a:gd name="T44" fmla="*/ 1729 w 1933"/>
              <a:gd name="T45" fmla="*/ 1287 h 1859"/>
              <a:gd name="T46" fmla="*/ 1933 w 1933"/>
              <a:gd name="T47" fmla="*/ 1168 h 1859"/>
              <a:gd name="T48" fmla="*/ 1860 w 1933"/>
              <a:gd name="T49" fmla="*/ 1859 h 1859"/>
              <a:gd name="T50" fmla="*/ 1286 w 1933"/>
              <a:gd name="T51" fmla="*/ 1541 h 1859"/>
              <a:gd name="T52" fmla="*/ 1478 w 1933"/>
              <a:gd name="T53" fmla="*/ 1432 h 1859"/>
              <a:gd name="T54" fmla="*/ 1453 w 1933"/>
              <a:gd name="T55" fmla="*/ 1385 h 1859"/>
              <a:gd name="T56" fmla="*/ 1428 w 1933"/>
              <a:gd name="T57" fmla="*/ 1340 h 1859"/>
              <a:gd name="T58" fmla="*/ 1400 w 1933"/>
              <a:gd name="T59" fmla="*/ 1290 h 1859"/>
              <a:gd name="T60" fmla="*/ 1371 w 1933"/>
              <a:gd name="T61" fmla="*/ 1237 h 1859"/>
              <a:gd name="T62" fmla="*/ 1338 w 1933"/>
              <a:gd name="T63" fmla="*/ 1181 h 1859"/>
              <a:gd name="T64" fmla="*/ 1304 w 1933"/>
              <a:gd name="T65" fmla="*/ 1125 h 1859"/>
              <a:gd name="T66" fmla="*/ 1266 w 1933"/>
              <a:gd name="T67" fmla="*/ 1065 h 1859"/>
              <a:gd name="T68" fmla="*/ 1226 w 1933"/>
              <a:gd name="T69" fmla="*/ 1004 h 1859"/>
              <a:gd name="T70" fmla="*/ 1182 w 1933"/>
              <a:gd name="T71" fmla="*/ 944 h 1859"/>
              <a:gd name="T72" fmla="*/ 1135 w 1933"/>
              <a:gd name="T73" fmla="*/ 883 h 1859"/>
              <a:gd name="T74" fmla="*/ 1085 w 1933"/>
              <a:gd name="T75" fmla="*/ 824 h 1859"/>
              <a:gd name="T76" fmla="*/ 1034 w 1933"/>
              <a:gd name="T77" fmla="*/ 763 h 1859"/>
              <a:gd name="T78" fmla="*/ 976 w 1933"/>
              <a:gd name="T79" fmla="*/ 705 h 1859"/>
              <a:gd name="T80" fmla="*/ 917 w 1933"/>
              <a:gd name="T81" fmla="*/ 649 h 1859"/>
              <a:gd name="T82" fmla="*/ 855 w 1933"/>
              <a:gd name="T83" fmla="*/ 594 h 1859"/>
              <a:gd name="T84" fmla="*/ 788 w 1933"/>
              <a:gd name="T85" fmla="*/ 543 h 1859"/>
              <a:gd name="T86" fmla="*/ 716 w 1933"/>
              <a:gd name="T87" fmla="*/ 496 h 1859"/>
              <a:gd name="T88" fmla="*/ 641 w 1933"/>
              <a:gd name="T89" fmla="*/ 451 h 1859"/>
              <a:gd name="T90" fmla="*/ 563 w 1933"/>
              <a:gd name="T91" fmla="*/ 412 h 1859"/>
              <a:gd name="T92" fmla="*/ 481 w 1933"/>
              <a:gd name="T93" fmla="*/ 376 h 1859"/>
              <a:gd name="T94" fmla="*/ 393 w 1933"/>
              <a:gd name="T95" fmla="*/ 346 h 1859"/>
              <a:gd name="T96" fmla="*/ 301 w 1933"/>
              <a:gd name="T97" fmla="*/ 323 h 1859"/>
              <a:gd name="T98" fmla="*/ 206 w 1933"/>
              <a:gd name="T99" fmla="*/ 304 h 1859"/>
              <a:gd name="T100" fmla="*/ 106 w 1933"/>
              <a:gd name="T101" fmla="*/ 293 h 1859"/>
              <a:gd name="T102" fmla="*/ 0 w 1933"/>
              <a:gd name="T103" fmla="*/ 290 h 1859"/>
              <a:gd name="T104" fmla="*/ 0 w 1933"/>
              <a:gd name="T105" fmla="*/ 0 h 18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933" h="1859">
                <a:moveTo>
                  <a:pt x="0" y="0"/>
                </a:moveTo>
                <a:lnTo>
                  <a:pt x="119" y="5"/>
                </a:lnTo>
                <a:lnTo>
                  <a:pt x="234" y="17"/>
                </a:lnTo>
                <a:lnTo>
                  <a:pt x="348" y="36"/>
                </a:lnTo>
                <a:lnTo>
                  <a:pt x="459" y="66"/>
                </a:lnTo>
                <a:lnTo>
                  <a:pt x="566" y="102"/>
                </a:lnTo>
                <a:lnTo>
                  <a:pt x="672" y="145"/>
                </a:lnTo>
                <a:lnTo>
                  <a:pt x="775" y="197"/>
                </a:lnTo>
                <a:lnTo>
                  <a:pt x="876" y="256"/>
                </a:lnTo>
                <a:lnTo>
                  <a:pt x="973" y="323"/>
                </a:lnTo>
                <a:lnTo>
                  <a:pt x="1068" y="399"/>
                </a:lnTo>
                <a:lnTo>
                  <a:pt x="1155" y="477"/>
                </a:lnTo>
                <a:lnTo>
                  <a:pt x="1237" y="560"/>
                </a:lnTo>
                <a:lnTo>
                  <a:pt x="1311" y="644"/>
                </a:lnTo>
                <a:lnTo>
                  <a:pt x="1380" y="728"/>
                </a:lnTo>
                <a:lnTo>
                  <a:pt x="1442" y="811"/>
                </a:lnTo>
                <a:lnTo>
                  <a:pt x="1500" y="894"/>
                </a:lnTo>
                <a:lnTo>
                  <a:pt x="1551" y="975"/>
                </a:lnTo>
                <a:lnTo>
                  <a:pt x="1598" y="1051"/>
                </a:lnTo>
                <a:lnTo>
                  <a:pt x="1639" y="1123"/>
                </a:lnTo>
                <a:lnTo>
                  <a:pt x="1676" y="1188"/>
                </a:lnTo>
                <a:lnTo>
                  <a:pt x="1707" y="1248"/>
                </a:lnTo>
                <a:lnTo>
                  <a:pt x="1729" y="1287"/>
                </a:lnTo>
                <a:lnTo>
                  <a:pt x="1933" y="1168"/>
                </a:lnTo>
                <a:lnTo>
                  <a:pt x="1860" y="1859"/>
                </a:lnTo>
                <a:lnTo>
                  <a:pt x="1286" y="1541"/>
                </a:lnTo>
                <a:lnTo>
                  <a:pt x="1478" y="1432"/>
                </a:lnTo>
                <a:lnTo>
                  <a:pt x="1453" y="1385"/>
                </a:lnTo>
                <a:lnTo>
                  <a:pt x="1428" y="1340"/>
                </a:lnTo>
                <a:lnTo>
                  <a:pt x="1400" y="1290"/>
                </a:lnTo>
                <a:lnTo>
                  <a:pt x="1371" y="1237"/>
                </a:lnTo>
                <a:lnTo>
                  <a:pt x="1338" y="1181"/>
                </a:lnTo>
                <a:lnTo>
                  <a:pt x="1304" y="1125"/>
                </a:lnTo>
                <a:lnTo>
                  <a:pt x="1266" y="1065"/>
                </a:lnTo>
                <a:lnTo>
                  <a:pt x="1226" y="1004"/>
                </a:lnTo>
                <a:lnTo>
                  <a:pt x="1182" y="944"/>
                </a:lnTo>
                <a:lnTo>
                  <a:pt x="1135" y="883"/>
                </a:lnTo>
                <a:lnTo>
                  <a:pt x="1085" y="824"/>
                </a:lnTo>
                <a:lnTo>
                  <a:pt x="1034" y="763"/>
                </a:lnTo>
                <a:lnTo>
                  <a:pt x="976" y="705"/>
                </a:lnTo>
                <a:lnTo>
                  <a:pt x="917" y="649"/>
                </a:lnTo>
                <a:lnTo>
                  <a:pt x="855" y="594"/>
                </a:lnTo>
                <a:lnTo>
                  <a:pt x="788" y="543"/>
                </a:lnTo>
                <a:lnTo>
                  <a:pt x="716" y="496"/>
                </a:lnTo>
                <a:lnTo>
                  <a:pt x="641" y="451"/>
                </a:lnTo>
                <a:lnTo>
                  <a:pt x="563" y="412"/>
                </a:lnTo>
                <a:lnTo>
                  <a:pt x="481" y="376"/>
                </a:lnTo>
                <a:lnTo>
                  <a:pt x="393" y="346"/>
                </a:lnTo>
                <a:lnTo>
                  <a:pt x="301" y="323"/>
                </a:lnTo>
                <a:lnTo>
                  <a:pt x="206" y="304"/>
                </a:lnTo>
                <a:lnTo>
                  <a:pt x="106" y="293"/>
                </a:lnTo>
                <a:lnTo>
                  <a:pt x="0" y="290"/>
                </a:lnTo>
                <a:lnTo>
                  <a:pt x="0" y="0"/>
                </a:lnTo>
                <a:close/>
              </a:path>
            </a:pathLst>
          </a:custGeom>
          <a:solidFill>
            <a:schemeClr val="accent2"/>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grpSp>
        <p:nvGrpSpPr>
          <p:cNvPr id="27" name="Group 26"/>
          <p:cNvGrpSpPr/>
          <p:nvPr/>
        </p:nvGrpSpPr>
        <p:grpSpPr>
          <a:xfrm>
            <a:off x="937548" y="1829001"/>
            <a:ext cx="2105573" cy="1436043"/>
            <a:chOff x="4722812" y="1362747"/>
            <a:chExt cx="2590800" cy="1766977"/>
          </a:xfrm>
        </p:grpSpPr>
        <p:sp>
          <p:nvSpPr>
            <p:cNvPr id="28" name="Rectangle 27"/>
            <p:cNvSpPr/>
            <p:nvPr/>
          </p:nvSpPr>
          <p:spPr>
            <a:xfrm>
              <a:off x="4722812" y="1752600"/>
              <a:ext cx="2590800" cy="13771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tIns="146288" rIns="146288" bIns="146288" rtlCol="0" anchor="t" anchorCtr="0"/>
            <a:lstStyle/>
            <a:p>
              <a:pPr defTabSz="990671" fontAlgn="auto">
                <a:lnSpc>
                  <a:spcPct val="90000"/>
                </a:lnSpc>
                <a:spcBef>
                  <a:spcPts val="0"/>
                </a:spcBef>
                <a:spcAft>
                  <a:spcPts val="0"/>
                </a:spcAft>
              </a:pPr>
              <a:r>
                <a:rPr lang="en-US" sz="1300" kern="0" dirty="0">
                  <a:solidFill>
                    <a:prstClr val="black">
                      <a:lumMod val="65000"/>
                      <a:lumOff val="35000"/>
                    </a:prstClr>
                  </a:solidFill>
                  <a:latin typeface="Arial" pitchFamily="34" charset="0"/>
                  <a:cs typeface="Arial" pitchFamily="34" charset="0"/>
                </a:rPr>
                <a:t>This is a sample text. Insert your desired text here. </a:t>
              </a:r>
              <a:endParaRPr lang="en-US" sz="1300" dirty="0">
                <a:solidFill>
                  <a:prstClr val="black">
                    <a:lumMod val="65000"/>
                    <a:lumOff val="35000"/>
                  </a:prstClr>
                </a:solidFill>
                <a:latin typeface="Arial" pitchFamily="34" charset="0"/>
                <a:cs typeface="Arial" pitchFamily="34" charset="0"/>
              </a:endParaRPr>
            </a:p>
          </p:txBody>
        </p:sp>
        <p:sp>
          <p:nvSpPr>
            <p:cNvPr id="29" name="Rectangle 28"/>
            <p:cNvSpPr/>
            <p:nvPr/>
          </p:nvSpPr>
          <p:spPr>
            <a:xfrm>
              <a:off x="4722812" y="1362747"/>
              <a:ext cx="2590800" cy="389853"/>
            </a:xfrm>
            <a:prstGeom prst="rect">
              <a:avLst/>
            </a:prstGeom>
            <a:solidFill>
              <a:schemeClr val="tx2">
                <a:alpha val="7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rIns="146288" rtlCol="0" anchor="ctr"/>
            <a:lstStyle/>
            <a:p>
              <a:pPr defTabSz="990671" fontAlgn="auto">
                <a:spcBef>
                  <a:spcPts val="0"/>
                </a:spcBef>
                <a:spcAft>
                  <a:spcPts val="0"/>
                </a:spcAft>
              </a:pPr>
              <a:r>
                <a:rPr lang="en-US" sz="1300" kern="0" dirty="0">
                  <a:solidFill>
                    <a:prstClr val="white"/>
                  </a:solidFill>
                  <a:latin typeface="Arial" pitchFamily="34" charset="0"/>
                  <a:cs typeface="Arial" pitchFamily="34" charset="0"/>
                </a:rPr>
                <a:t>This is a sample text</a:t>
              </a:r>
              <a:endParaRPr lang="en-IN" sz="1300" dirty="0">
                <a:solidFill>
                  <a:prstClr val="white"/>
                </a:solidFill>
                <a:latin typeface="Calibri"/>
              </a:endParaRPr>
            </a:p>
          </p:txBody>
        </p:sp>
      </p:grpSp>
      <p:grpSp>
        <p:nvGrpSpPr>
          <p:cNvPr id="30" name="Group 29"/>
          <p:cNvGrpSpPr/>
          <p:nvPr/>
        </p:nvGrpSpPr>
        <p:grpSpPr>
          <a:xfrm>
            <a:off x="937548" y="4068340"/>
            <a:ext cx="2105573" cy="1436043"/>
            <a:chOff x="4722812" y="1362747"/>
            <a:chExt cx="2590800" cy="1766977"/>
          </a:xfrm>
        </p:grpSpPr>
        <p:sp>
          <p:nvSpPr>
            <p:cNvPr id="31" name="Rectangle 30"/>
            <p:cNvSpPr/>
            <p:nvPr/>
          </p:nvSpPr>
          <p:spPr>
            <a:xfrm>
              <a:off x="4722812" y="1752600"/>
              <a:ext cx="2590800" cy="13771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tIns="146288" rIns="146288" bIns="146288" rtlCol="0" anchor="t" anchorCtr="0"/>
            <a:lstStyle/>
            <a:p>
              <a:pPr defTabSz="990671" fontAlgn="auto">
                <a:lnSpc>
                  <a:spcPct val="90000"/>
                </a:lnSpc>
                <a:spcBef>
                  <a:spcPts val="0"/>
                </a:spcBef>
                <a:spcAft>
                  <a:spcPts val="0"/>
                </a:spcAft>
              </a:pPr>
              <a:r>
                <a:rPr lang="en-US" sz="1300" kern="0" dirty="0">
                  <a:solidFill>
                    <a:prstClr val="black">
                      <a:lumMod val="65000"/>
                      <a:lumOff val="35000"/>
                    </a:prstClr>
                  </a:solidFill>
                  <a:latin typeface="Arial" pitchFamily="34" charset="0"/>
                  <a:cs typeface="Arial" pitchFamily="34" charset="0"/>
                </a:rPr>
                <a:t>This is a sample text. Insert your desired text here. </a:t>
              </a:r>
              <a:endParaRPr lang="en-US" sz="1300" dirty="0">
                <a:solidFill>
                  <a:prstClr val="black">
                    <a:lumMod val="65000"/>
                    <a:lumOff val="35000"/>
                  </a:prstClr>
                </a:solidFill>
                <a:latin typeface="Arial" pitchFamily="34" charset="0"/>
                <a:cs typeface="Arial" pitchFamily="34" charset="0"/>
              </a:endParaRPr>
            </a:p>
          </p:txBody>
        </p:sp>
        <p:sp>
          <p:nvSpPr>
            <p:cNvPr id="32" name="Rectangle 31"/>
            <p:cNvSpPr/>
            <p:nvPr/>
          </p:nvSpPr>
          <p:spPr>
            <a:xfrm>
              <a:off x="4722812" y="1362747"/>
              <a:ext cx="2590800" cy="389853"/>
            </a:xfrm>
            <a:prstGeom prst="rect">
              <a:avLst/>
            </a:prstGeom>
            <a:solidFill>
              <a:schemeClr val="tx2">
                <a:alpha val="7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rIns="146288" rtlCol="0" anchor="ctr"/>
            <a:lstStyle/>
            <a:p>
              <a:pPr defTabSz="990671" fontAlgn="auto">
                <a:spcBef>
                  <a:spcPts val="0"/>
                </a:spcBef>
                <a:spcAft>
                  <a:spcPts val="0"/>
                </a:spcAft>
              </a:pPr>
              <a:r>
                <a:rPr lang="en-US" sz="1300" kern="0" dirty="0">
                  <a:solidFill>
                    <a:prstClr val="white"/>
                  </a:solidFill>
                  <a:latin typeface="Arial" pitchFamily="34" charset="0"/>
                  <a:cs typeface="Arial" pitchFamily="34" charset="0"/>
                </a:rPr>
                <a:t>This is a sample text</a:t>
              </a:r>
              <a:endParaRPr lang="en-IN" sz="1300" dirty="0">
                <a:solidFill>
                  <a:prstClr val="white"/>
                </a:solidFill>
                <a:latin typeface="Calibri"/>
              </a:endParaRPr>
            </a:p>
          </p:txBody>
        </p:sp>
      </p:grpSp>
      <p:grpSp>
        <p:nvGrpSpPr>
          <p:cNvPr id="33" name="Group 32"/>
          <p:cNvGrpSpPr/>
          <p:nvPr/>
        </p:nvGrpSpPr>
        <p:grpSpPr>
          <a:xfrm>
            <a:off x="6862879" y="1829001"/>
            <a:ext cx="2105573" cy="1436043"/>
            <a:chOff x="4722812" y="1362747"/>
            <a:chExt cx="2590800" cy="1766977"/>
          </a:xfrm>
        </p:grpSpPr>
        <p:sp>
          <p:nvSpPr>
            <p:cNvPr id="34" name="Rectangle 33"/>
            <p:cNvSpPr/>
            <p:nvPr/>
          </p:nvSpPr>
          <p:spPr>
            <a:xfrm>
              <a:off x="4722812" y="1752600"/>
              <a:ext cx="2590800" cy="13771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tIns="146288" rIns="146288" bIns="146288" rtlCol="0" anchor="t" anchorCtr="0"/>
            <a:lstStyle/>
            <a:p>
              <a:pPr defTabSz="990671" fontAlgn="auto">
                <a:lnSpc>
                  <a:spcPct val="90000"/>
                </a:lnSpc>
                <a:spcBef>
                  <a:spcPts val="0"/>
                </a:spcBef>
                <a:spcAft>
                  <a:spcPts val="0"/>
                </a:spcAft>
              </a:pPr>
              <a:r>
                <a:rPr lang="en-US" sz="1300" kern="0" dirty="0">
                  <a:solidFill>
                    <a:prstClr val="black">
                      <a:lumMod val="65000"/>
                      <a:lumOff val="35000"/>
                    </a:prstClr>
                  </a:solidFill>
                  <a:latin typeface="Arial" pitchFamily="34" charset="0"/>
                  <a:cs typeface="Arial" pitchFamily="34" charset="0"/>
                </a:rPr>
                <a:t>This is a sample text. Insert your desired text here. </a:t>
              </a:r>
              <a:endParaRPr lang="en-US" sz="1300" dirty="0">
                <a:solidFill>
                  <a:prstClr val="black">
                    <a:lumMod val="65000"/>
                    <a:lumOff val="35000"/>
                  </a:prstClr>
                </a:solidFill>
                <a:latin typeface="Arial" pitchFamily="34" charset="0"/>
                <a:cs typeface="Arial" pitchFamily="34" charset="0"/>
              </a:endParaRPr>
            </a:p>
          </p:txBody>
        </p:sp>
        <p:sp>
          <p:nvSpPr>
            <p:cNvPr id="35" name="Rectangle 34"/>
            <p:cNvSpPr/>
            <p:nvPr/>
          </p:nvSpPr>
          <p:spPr>
            <a:xfrm>
              <a:off x="4722812" y="1362747"/>
              <a:ext cx="2590800" cy="389853"/>
            </a:xfrm>
            <a:prstGeom prst="rect">
              <a:avLst/>
            </a:prstGeom>
            <a:solidFill>
              <a:schemeClr val="tx2">
                <a:alpha val="7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rIns="146288" rtlCol="0" anchor="ctr"/>
            <a:lstStyle/>
            <a:p>
              <a:pPr defTabSz="990671" fontAlgn="auto">
                <a:spcBef>
                  <a:spcPts val="0"/>
                </a:spcBef>
                <a:spcAft>
                  <a:spcPts val="0"/>
                </a:spcAft>
              </a:pPr>
              <a:r>
                <a:rPr lang="en-US" sz="1300" kern="0" dirty="0">
                  <a:solidFill>
                    <a:prstClr val="white"/>
                  </a:solidFill>
                  <a:latin typeface="Arial" pitchFamily="34" charset="0"/>
                  <a:cs typeface="Arial" pitchFamily="34" charset="0"/>
                </a:rPr>
                <a:t>This is a sample text</a:t>
              </a:r>
              <a:endParaRPr lang="en-IN" sz="1300" dirty="0">
                <a:solidFill>
                  <a:prstClr val="white"/>
                </a:solidFill>
                <a:latin typeface="Calibri"/>
              </a:endParaRPr>
            </a:p>
          </p:txBody>
        </p:sp>
      </p:grpSp>
      <p:grpSp>
        <p:nvGrpSpPr>
          <p:cNvPr id="36" name="Group 35"/>
          <p:cNvGrpSpPr/>
          <p:nvPr/>
        </p:nvGrpSpPr>
        <p:grpSpPr>
          <a:xfrm>
            <a:off x="6862879" y="4068340"/>
            <a:ext cx="2105573" cy="1436043"/>
            <a:chOff x="4722812" y="1362747"/>
            <a:chExt cx="2590800" cy="1766977"/>
          </a:xfrm>
        </p:grpSpPr>
        <p:sp>
          <p:nvSpPr>
            <p:cNvPr id="37" name="Rectangle 36"/>
            <p:cNvSpPr/>
            <p:nvPr/>
          </p:nvSpPr>
          <p:spPr>
            <a:xfrm>
              <a:off x="4722812" y="1752600"/>
              <a:ext cx="2590800" cy="13771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tIns="146288" rIns="146288" bIns="146288" rtlCol="0" anchor="t" anchorCtr="0"/>
            <a:lstStyle/>
            <a:p>
              <a:pPr defTabSz="990671" fontAlgn="auto">
                <a:lnSpc>
                  <a:spcPct val="90000"/>
                </a:lnSpc>
                <a:spcBef>
                  <a:spcPts val="0"/>
                </a:spcBef>
                <a:spcAft>
                  <a:spcPts val="0"/>
                </a:spcAft>
              </a:pPr>
              <a:r>
                <a:rPr lang="en-US" sz="1300" kern="0" dirty="0">
                  <a:solidFill>
                    <a:prstClr val="black">
                      <a:lumMod val="65000"/>
                      <a:lumOff val="35000"/>
                    </a:prstClr>
                  </a:solidFill>
                  <a:latin typeface="Arial" pitchFamily="34" charset="0"/>
                  <a:cs typeface="Arial" pitchFamily="34" charset="0"/>
                </a:rPr>
                <a:t>This is a sample text. Insert your desired text here. </a:t>
              </a:r>
              <a:endParaRPr lang="en-US" sz="1300" dirty="0">
                <a:solidFill>
                  <a:prstClr val="black">
                    <a:lumMod val="65000"/>
                    <a:lumOff val="35000"/>
                  </a:prstClr>
                </a:solidFill>
                <a:latin typeface="Arial" pitchFamily="34" charset="0"/>
                <a:cs typeface="Arial" pitchFamily="34" charset="0"/>
              </a:endParaRPr>
            </a:p>
          </p:txBody>
        </p:sp>
        <p:sp>
          <p:nvSpPr>
            <p:cNvPr id="38" name="Rectangle 37"/>
            <p:cNvSpPr/>
            <p:nvPr/>
          </p:nvSpPr>
          <p:spPr>
            <a:xfrm>
              <a:off x="4722812" y="1362747"/>
              <a:ext cx="2590800" cy="389853"/>
            </a:xfrm>
            <a:prstGeom prst="rect">
              <a:avLst/>
            </a:prstGeom>
            <a:solidFill>
              <a:schemeClr val="tx2">
                <a:alpha val="7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46288" rIns="146288" rtlCol="0" anchor="ctr"/>
            <a:lstStyle/>
            <a:p>
              <a:pPr defTabSz="990671" fontAlgn="auto">
                <a:spcBef>
                  <a:spcPts val="0"/>
                </a:spcBef>
                <a:spcAft>
                  <a:spcPts val="0"/>
                </a:spcAft>
              </a:pPr>
              <a:r>
                <a:rPr lang="en-US" sz="1300" kern="0" dirty="0">
                  <a:solidFill>
                    <a:prstClr val="white"/>
                  </a:solidFill>
                  <a:latin typeface="Arial" pitchFamily="34" charset="0"/>
                  <a:cs typeface="Arial" pitchFamily="34" charset="0"/>
                </a:rPr>
                <a:t>This is a sample text</a:t>
              </a:r>
              <a:endParaRPr lang="en-IN" sz="1300" dirty="0">
                <a:solidFill>
                  <a:prstClr val="white"/>
                </a:solidFill>
                <a:latin typeface="Calibri"/>
              </a:endParaRPr>
            </a:p>
          </p:txBody>
        </p:sp>
      </p:grpSp>
      <p:sp>
        <p:nvSpPr>
          <p:cNvPr id="39" name="Rectangle 38"/>
          <p:cNvSpPr/>
          <p:nvPr/>
        </p:nvSpPr>
        <p:spPr>
          <a:xfrm>
            <a:off x="4102558" y="2292943"/>
            <a:ext cx="1700886" cy="632481"/>
          </a:xfrm>
          <a:prstGeom prst="rect">
            <a:avLst/>
          </a:prstGeom>
        </p:spPr>
        <p:txBody>
          <a:bodyPr wrap="square">
            <a:spAutoFit/>
          </a:bodyPr>
          <a:lstStyle/>
          <a:p>
            <a:pPr algn="ctr" defTabSz="990671" fontAlgn="auto">
              <a:lnSpc>
                <a:spcPct val="90000"/>
              </a:lnSpc>
              <a:spcBef>
                <a:spcPts val="0"/>
              </a:spcBef>
              <a:spcAft>
                <a:spcPts val="0"/>
              </a:spcAft>
            </a:pPr>
            <a:r>
              <a:rPr lang="en-US" sz="1300" kern="0" dirty="0">
                <a:solidFill>
                  <a:prstClr val="black">
                    <a:lumMod val="65000"/>
                    <a:lumOff val="35000"/>
                  </a:prstClr>
                </a:solidFill>
                <a:latin typeface="Arial" pitchFamily="34" charset="0"/>
                <a:cs typeface="Arial" pitchFamily="34" charset="0"/>
              </a:rPr>
              <a:t>This is a sample text. Insert your desired text here. </a:t>
            </a:r>
            <a:endParaRPr lang="en-US" sz="1300" dirty="0">
              <a:solidFill>
                <a:prstClr val="black">
                  <a:lumMod val="65000"/>
                  <a:lumOff val="35000"/>
                </a:prstClr>
              </a:solidFill>
              <a:latin typeface="Arial" pitchFamily="34" charset="0"/>
              <a:cs typeface="Arial" pitchFamily="34" charset="0"/>
            </a:endParaRPr>
          </a:p>
        </p:txBody>
      </p:sp>
      <p:sp>
        <p:nvSpPr>
          <p:cNvPr id="40" name="Rectangle 39"/>
          <p:cNvSpPr/>
          <p:nvPr/>
        </p:nvSpPr>
        <p:spPr>
          <a:xfrm>
            <a:off x="4102558" y="4492648"/>
            <a:ext cx="1700886" cy="632481"/>
          </a:xfrm>
          <a:prstGeom prst="rect">
            <a:avLst/>
          </a:prstGeom>
        </p:spPr>
        <p:txBody>
          <a:bodyPr wrap="square">
            <a:spAutoFit/>
          </a:bodyPr>
          <a:lstStyle/>
          <a:p>
            <a:pPr algn="ctr" defTabSz="990671" fontAlgn="auto">
              <a:lnSpc>
                <a:spcPct val="90000"/>
              </a:lnSpc>
              <a:spcBef>
                <a:spcPts val="0"/>
              </a:spcBef>
              <a:spcAft>
                <a:spcPts val="0"/>
              </a:spcAft>
            </a:pPr>
            <a:r>
              <a:rPr lang="en-US" sz="1300" kern="0" dirty="0">
                <a:solidFill>
                  <a:prstClr val="black">
                    <a:lumMod val="65000"/>
                    <a:lumOff val="35000"/>
                  </a:prstClr>
                </a:solidFill>
                <a:latin typeface="Arial" pitchFamily="34" charset="0"/>
                <a:cs typeface="Arial" pitchFamily="34" charset="0"/>
              </a:rPr>
              <a:t>This is a sample text. Insert your desired text here. </a:t>
            </a:r>
            <a:endParaRPr lang="en-US" sz="1300" dirty="0">
              <a:solidFill>
                <a:prstClr val="black">
                  <a:lumMod val="65000"/>
                  <a:lumOff val="35000"/>
                </a:prstClr>
              </a:solidFill>
              <a:latin typeface="Arial" pitchFamily="34" charset="0"/>
              <a:cs typeface="Arial" pitchFamily="34" charset="0"/>
            </a:endParaRPr>
          </a:p>
        </p:txBody>
      </p:sp>
      <p:sp>
        <p:nvSpPr>
          <p:cNvPr id="44" name="Oval 43"/>
          <p:cNvSpPr/>
          <p:nvPr/>
        </p:nvSpPr>
        <p:spPr>
          <a:xfrm flipV="1">
            <a:off x="6672810" y="5596502"/>
            <a:ext cx="2553266" cy="325911"/>
          </a:xfrm>
          <a:prstGeom prst="ellipse">
            <a:avLst/>
          </a:prstGeom>
          <a:gradFill flip="none" rotWithShape="1">
            <a:gsLst>
              <a:gs pos="0">
                <a:schemeClr val="tx1">
                  <a:alpha val="11000"/>
                </a:schemeClr>
              </a:gs>
              <a:gs pos="100000">
                <a:sysClr val="window" lastClr="FFFFFF">
                  <a:lumMod val="100000"/>
                  <a:alpha val="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Tree>
    <p:extLst>
      <p:ext uri="{BB962C8B-B14F-4D97-AF65-F5344CB8AC3E}">
        <p14:creationId xmlns:p14="http://schemas.microsoft.com/office/powerpoint/2010/main" val="11943258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8FB41-9DC1-604E-F56F-AD45396302CB}"/>
              </a:ext>
            </a:extLst>
          </p:cNvPr>
          <p:cNvSpPr>
            <a:spLocks noGrp="1"/>
          </p:cNvSpPr>
          <p:nvPr>
            <p:ph type="title"/>
          </p:nvPr>
        </p:nvSpPr>
        <p:spPr/>
        <p:txBody>
          <a:bodyPr/>
          <a:lstStyle/>
          <a:p>
            <a:r>
              <a:rPr lang="en-US" b="0" i="0" dirty="0">
                <a:solidFill>
                  <a:schemeClr val="tx1">
                    <a:lumMod val="85000"/>
                    <a:lumOff val="15000"/>
                  </a:schemeClr>
                </a:solidFill>
                <a:effectLst/>
                <a:highlight>
                  <a:srgbClr val="FFFFFF"/>
                </a:highlight>
              </a:rPr>
              <a:t>Weight of Ideas Slide Template</a:t>
            </a:r>
            <a:endParaRPr lang="en-US" dirty="0">
              <a:solidFill>
                <a:schemeClr val="tx1">
                  <a:lumMod val="85000"/>
                  <a:lumOff val="15000"/>
                </a:schemeClr>
              </a:solidFill>
            </a:endParaRPr>
          </a:p>
        </p:txBody>
      </p:sp>
      <p:sp>
        <p:nvSpPr>
          <p:cNvPr id="61" name="Freeform: Shape 60">
            <a:extLst>
              <a:ext uri="{FF2B5EF4-FFF2-40B4-BE49-F238E27FC236}">
                <a16:creationId xmlns:a16="http://schemas.microsoft.com/office/drawing/2014/main" id="{6A9C1B1A-5BEF-7AAE-3EC5-6EC8661DA137}"/>
              </a:ext>
            </a:extLst>
          </p:cNvPr>
          <p:cNvSpPr/>
          <p:nvPr/>
        </p:nvSpPr>
        <p:spPr>
          <a:xfrm>
            <a:off x="1981007" y="4484376"/>
            <a:ext cx="4279239" cy="2723137"/>
          </a:xfrm>
          <a:custGeom>
            <a:avLst/>
            <a:gdLst>
              <a:gd name="connsiteX0" fmla="*/ 5265384 w 5265384"/>
              <a:gd name="connsiteY0" fmla="*/ 117644 h 3350681"/>
              <a:gd name="connsiteX1" fmla="*/ 4974367 w 5265384"/>
              <a:gd name="connsiteY1" fmla="*/ 72154 h 3350681"/>
              <a:gd name="connsiteX2" fmla="*/ 4696768 w 5265384"/>
              <a:gd name="connsiteY2" fmla="*/ 367835 h 3350681"/>
              <a:gd name="connsiteX3" fmla="*/ 4185014 w 5265384"/>
              <a:gd name="connsiteY3" fmla="*/ 879589 h 3350681"/>
              <a:gd name="connsiteX4" fmla="*/ 4696768 w 5265384"/>
              <a:gd name="connsiteY4" fmla="*/ 322345 h 3350681"/>
              <a:gd name="connsiteX5" fmla="*/ 4924215 w 5265384"/>
              <a:gd name="connsiteY5" fmla="*/ 106271 h 3350681"/>
              <a:gd name="connsiteX6" fmla="*/ 4435205 w 5265384"/>
              <a:gd name="connsiteY6" fmla="*/ 174505 h 3350681"/>
              <a:gd name="connsiteX7" fmla="*/ 4360148 w 5265384"/>
              <a:gd name="connsiteY7" fmla="*/ 232163 h 3350681"/>
              <a:gd name="connsiteX8" fmla="*/ 3786983 w 5265384"/>
              <a:gd name="connsiteY8" fmla="*/ 913706 h 3350681"/>
              <a:gd name="connsiteX9" fmla="*/ 3988045 w 5265384"/>
              <a:gd name="connsiteY9" fmla="*/ 565031 h 3350681"/>
              <a:gd name="connsiteX10" fmla="*/ 3980312 w 5265384"/>
              <a:gd name="connsiteY10" fmla="*/ 572537 h 3350681"/>
              <a:gd name="connsiteX11" fmla="*/ 4001806 w 5265384"/>
              <a:gd name="connsiteY11" fmla="*/ 541376 h 3350681"/>
              <a:gd name="connsiteX12" fmla="*/ 4001806 w 5265384"/>
              <a:gd name="connsiteY12" fmla="*/ 541376 h 3350681"/>
              <a:gd name="connsiteX13" fmla="*/ 4001806 w 5265384"/>
              <a:gd name="connsiteY13" fmla="*/ 541376 h 3350681"/>
              <a:gd name="connsiteX14" fmla="*/ 4332854 w 5265384"/>
              <a:gd name="connsiteY14" fmla="*/ 60782 h 3350681"/>
              <a:gd name="connsiteX15" fmla="*/ 3934823 w 5265384"/>
              <a:gd name="connsiteY15" fmla="*/ 140388 h 3350681"/>
              <a:gd name="connsiteX16" fmla="*/ 3650515 w 5265384"/>
              <a:gd name="connsiteY16" fmla="*/ 595281 h 3350681"/>
              <a:gd name="connsiteX17" fmla="*/ 3047782 w 5265384"/>
              <a:gd name="connsiteY17" fmla="*/ 856845 h 3350681"/>
              <a:gd name="connsiteX18" fmla="*/ 2786218 w 5265384"/>
              <a:gd name="connsiteY18" fmla="*/ 401952 h 3350681"/>
              <a:gd name="connsiteX19" fmla="*/ 2331326 w 5265384"/>
              <a:gd name="connsiteY19" fmla="*/ 15293 h 3350681"/>
              <a:gd name="connsiteX20" fmla="*/ 2422304 w 5265384"/>
              <a:gd name="connsiteY20" fmla="*/ 231367 h 3350681"/>
              <a:gd name="connsiteX21" fmla="*/ 2513283 w 5265384"/>
              <a:gd name="connsiteY21" fmla="*/ 1493695 h 3350681"/>
              <a:gd name="connsiteX22" fmla="*/ 0 w 5265384"/>
              <a:gd name="connsiteY22" fmla="*/ 2710533 h 3350681"/>
              <a:gd name="connsiteX23" fmla="*/ 1082531 w 5265384"/>
              <a:gd name="connsiteY23" fmla="*/ 3350682 h 3350681"/>
              <a:gd name="connsiteX24" fmla="*/ 3381218 w 5265384"/>
              <a:gd name="connsiteY24" fmla="*/ 1741953 h 3350681"/>
              <a:gd name="connsiteX25" fmla="*/ 4494682 w 5265384"/>
              <a:gd name="connsiteY25" fmla="*/ 812265 h 3350681"/>
              <a:gd name="connsiteX26" fmla="*/ 4765002 w 5265384"/>
              <a:gd name="connsiteY26" fmla="*/ 561164 h 3350681"/>
              <a:gd name="connsiteX27" fmla="*/ 5265384 w 5265384"/>
              <a:gd name="connsiteY27" fmla="*/ 117644 h 3350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65384" h="3350681">
                <a:moveTo>
                  <a:pt x="5265384" y="117644"/>
                </a:moveTo>
                <a:cubicBezTo>
                  <a:pt x="5177817" y="-17687"/>
                  <a:pt x="5045785" y="30873"/>
                  <a:pt x="4974367" y="72154"/>
                </a:cubicBezTo>
                <a:cubicBezTo>
                  <a:pt x="4956285" y="140388"/>
                  <a:pt x="4821864" y="231367"/>
                  <a:pt x="4696768" y="367835"/>
                </a:cubicBezTo>
                <a:cubicBezTo>
                  <a:pt x="4571673" y="504303"/>
                  <a:pt x="4185014" y="879589"/>
                  <a:pt x="4185014" y="879589"/>
                </a:cubicBezTo>
                <a:cubicBezTo>
                  <a:pt x="4185014" y="879589"/>
                  <a:pt x="4594417" y="413324"/>
                  <a:pt x="4696768" y="322345"/>
                </a:cubicBezTo>
                <a:cubicBezTo>
                  <a:pt x="4799119" y="231367"/>
                  <a:pt x="4924215" y="106271"/>
                  <a:pt x="4924215" y="106271"/>
                </a:cubicBezTo>
                <a:cubicBezTo>
                  <a:pt x="4833236" y="-41569"/>
                  <a:pt x="4594417" y="60782"/>
                  <a:pt x="4435205" y="174505"/>
                </a:cubicBezTo>
                <a:cubicBezTo>
                  <a:pt x="4412574" y="190654"/>
                  <a:pt x="4387100" y="210328"/>
                  <a:pt x="4360148" y="232163"/>
                </a:cubicBezTo>
                <a:lnTo>
                  <a:pt x="3786983" y="913706"/>
                </a:lnTo>
                <a:lnTo>
                  <a:pt x="3988045" y="565031"/>
                </a:lnTo>
                <a:cubicBezTo>
                  <a:pt x="3983041" y="569807"/>
                  <a:pt x="3980312" y="572537"/>
                  <a:pt x="3980312" y="572537"/>
                </a:cubicBezTo>
                <a:lnTo>
                  <a:pt x="4001806" y="541376"/>
                </a:lnTo>
                <a:lnTo>
                  <a:pt x="4001806" y="541376"/>
                </a:lnTo>
                <a:lnTo>
                  <a:pt x="4001806" y="541376"/>
                </a:lnTo>
                <a:lnTo>
                  <a:pt x="4332854" y="60782"/>
                </a:lnTo>
                <a:cubicBezTo>
                  <a:pt x="4219131" y="-52941"/>
                  <a:pt x="4094035" y="3920"/>
                  <a:pt x="3934823" y="140388"/>
                </a:cubicBezTo>
                <a:cubicBezTo>
                  <a:pt x="3775610" y="276856"/>
                  <a:pt x="3650515" y="595281"/>
                  <a:pt x="3650515" y="595281"/>
                </a:cubicBezTo>
                <a:cubicBezTo>
                  <a:pt x="3479930" y="902334"/>
                  <a:pt x="3047782" y="856845"/>
                  <a:pt x="3047782" y="856845"/>
                </a:cubicBezTo>
                <a:cubicBezTo>
                  <a:pt x="3047782" y="856845"/>
                  <a:pt x="2831253" y="694448"/>
                  <a:pt x="2786218" y="401952"/>
                </a:cubicBezTo>
                <a:cubicBezTo>
                  <a:pt x="2740729" y="106271"/>
                  <a:pt x="2467793" y="-41569"/>
                  <a:pt x="2331326" y="15293"/>
                </a:cubicBezTo>
                <a:cubicBezTo>
                  <a:pt x="2194858" y="72154"/>
                  <a:pt x="2319953" y="129016"/>
                  <a:pt x="2422304" y="231367"/>
                </a:cubicBezTo>
                <a:cubicBezTo>
                  <a:pt x="2524655" y="333718"/>
                  <a:pt x="2706612" y="1175270"/>
                  <a:pt x="2513283" y="1493695"/>
                </a:cubicBezTo>
                <a:cubicBezTo>
                  <a:pt x="2319953" y="1812120"/>
                  <a:pt x="0" y="2710533"/>
                  <a:pt x="0" y="2710533"/>
                </a:cubicBezTo>
                <a:lnTo>
                  <a:pt x="1082531" y="3350682"/>
                </a:lnTo>
                <a:cubicBezTo>
                  <a:pt x="1455657" y="3105835"/>
                  <a:pt x="2995469" y="2089263"/>
                  <a:pt x="3381218" y="1741953"/>
                </a:cubicBezTo>
                <a:cubicBezTo>
                  <a:pt x="3820303" y="1346651"/>
                  <a:pt x="4492294" y="814198"/>
                  <a:pt x="4494682" y="812265"/>
                </a:cubicBezTo>
                <a:cubicBezTo>
                  <a:pt x="4587367" y="720490"/>
                  <a:pt x="4678686" y="633037"/>
                  <a:pt x="4765002" y="561164"/>
                </a:cubicBezTo>
                <a:cubicBezTo>
                  <a:pt x="5037938" y="333718"/>
                  <a:pt x="5265384" y="117644"/>
                  <a:pt x="5265384" y="117644"/>
                </a:cubicBezTo>
                <a:close/>
              </a:path>
            </a:pathLst>
          </a:custGeom>
          <a:no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grpSp>
        <p:nvGrpSpPr>
          <p:cNvPr id="89" name="Group 88">
            <a:extLst>
              <a:ext uri="{FF2B5EF4-FFF2-40B4-BE49-F238E27FC236}">
                <a16:creationId xmlns:a16="http://schemas.microsoft.com/office/drawing/2014/main" id="{44ECB100-F72A-A51C-5639-2282F01BC23E}"/>
              </a:ext>
            </a:extLst>
          </p:cNvPr>
          <p:cNvGrpSpPr/>
          <p:nvPr/>
        </p:nvGrpSpPr>
        <p:grpSpPr>
          <a:xfrm>
            <a:off x="-2764596" y="1693230"/>
            <a:ext cx="6322088" cy="4549393"/>
            <a:chOff x="2643907" y="1627835"/>
            <a:chExt cx="7314010" cy="5263183"/>
          </a:xfrm>
        </p:grpSpPr>
        <p:grpSp>
          <p:nvGrpSpPr>
            <p:cNvPr id="87" name="Group 86">
              <a:extLst>
                <a:ext uri="{FF2B5EF4-FFF2-40B4-BE49-F238E27FC236}">
                  <a16:creationId xmlns:a16="http://schemas.microsoft.com/office/drawing/2014/main" id="{89AEF332-E316-14CA-C245-F5283D42681B}"/>
                </a:ext>
              </a:extLst>
            </p:cNvPr>
            <p:cNvGrpSpPr/>
            <p:nvPr/>
          </p:nvGrpSpPr>
          <p:grpSpPr>
            <a:xfrm>
              <a:off x="2643907" y="4611243"/>
              <a:ext cx="7100168" cy="290990"/>
              <a:chOff x="2643907" y="4611243"/>
              <a:chExt cx="7100168" cy="290990"/>
            </a:xfrm>
          </p:grpSpPr>
          <p:sp>
            <p:nvSpPr>
              <p:cNvPr id="3" name="Rectangle: Rounded Corners 2">
                <a:extLst>
                  <a:ext uri="{FF2B5EF4-FFF2-40B4-BE49-F238E27FC236}">
                    <a16:creationId xmlns:a16="http://schemas.microsoft.com/office/drawing/2014/main" id="{799D661B-4838-AADD-6D05-487CE593A61D}"/>
                  </a:ext>
                </a:extLst>
              </p:cNvPr>
              <p:cNvSpPr/>
              <p:nvPr/>
            </p:nvSpPr>
            <p:spPr>
              <a:xfrm>
                <a:off x="2643907" y="4611243"/>
                <a:ext cx="7100168" cy="116396"/>
              </a:xfrm>
              <a:prstGeom prst="roundRect">
                <a:avLst/>
              </a:prstGeom>
              <a:gradFill flip="none" rotWithShape="1">
                <a:gsLst>
                  <a:gs pos="0">
                    <a:schemeClr val="tx1">
                      <a:lumMod val="50000"/>
                      <a:lumOff val="50000"/>
                    </a:schemeClr>
                  </a:gs>
                  <a:gs pos="62000">
                    <a:schemeClr val="tx1">
                      <a:lumMod val="75000"/>
                      <a:lumOff val="25000"/>
                    </a:schemeClr>
                  </a:gs>
                  <a:gs pos="84000">
                    <a:schemeClr val="tx1">
                      <a:lumMod val="75000"/>
                      <a:lumOff val="25000"/>
                    </a:schemeClr>
                  </a:gs>
                  <a:gs pos="100000">
                    <a:schemeClr val="tx1">
                      <a:lumMod val="65000"/>
                      <a:lumOff val="3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13" name="Freeform: Shape 12">
                <a:extLst>
                  <a:ext uri="{FF2B5EF4-FFF2-40B4-BE49-F238E27FC236}">
                    <a16:creationId xmlns:a16="http://schemas.microsoft.com/office/drawing/2014/main" id="{26556CCD-EED8-6B7C-3F62-DFF06EFDB4EA}"/>
                  </a:ext>
                </a:extLst>
              </p:cNvPr>
              <p:cNvSpPr/>
              <p:nvPr/>
            </p:nvSpPr>
            <p:spPr>
              <a:xfrm>
                <a:off x="3847775" y="4727639"/>
                <a:ext cx="4692433" cy="174594"/>
              </a:xfrm>
              <a:custGeom>
                <a:avLst/>
                <a:gdLst>
                  <a:gd name="connsiteX0" fmla="*/ 0 w 5805906"/>
                  <a:gd name="connsiteY0" fmla="*/ 0 h 216024"/>
                  <a:gd name="connsiteX1" fmla="*/ 5805906 w 5805906"/>
                  <a:gd name="connsiteY1" fmla="*/ 0 h 216024"/>
                  <a:gd name="connsiteX2" fmla="*/ 5688902 w 5805906"/>
                  <a:gd name="connsiteY2" fmla="*/ 27601 h 216024"/>
                  <a:gd name="connsiteX3" fmla="*/ 2902953 w 5805906"/>
                  <a:gd name="connsiteY3" fmla="*/ 216024 h 216024"/>
                  <a:gd name="connsiteX4" fmla="*/ 117004 w 5805906"/>
                  <a:gd name="connsiteY4" fmla="*/ 27601 h 216024"/>
                  <a:gd name="connsiteX5" fmla="*/ 0 w 5805906"/>
                  <a:gd name="connsiteY5" fmla="*/ 0 h 216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05906" h="216024">
                    <a:moveTo>
                      <a:pt x="0" y="0"/>
                    </a:moveTo>
                    <a:lnTo>
                      <a:pt x="5805906" y="0"/>
                    </a:lnTo>
                    <a:lnTo>
                      <a:pt x="5688902" y="27601"/>
                    </a:lnTo>
                    <a:cubicBezTo>
                      <a:pt x="5152376" y="139834"/>
                      <a:pt x="4105963" y="216024"/>
                      <a:pt x="2902953" y="216024"/>
                    </a:cubicBezTo>
                    <a:cubicBezTo>
                      <a:pt x="1699944" y="216024"/>
                      <a:pt x="653531" y="139834"/>
                      <a:pt x="117004" y="27601"/>
                    </a:cubicBezTo>
                    <a:lnTo>
                      <a:pt x="0" y="0"/>
                    </a:lnTo>
                    <a:close/>
                  </a:path>
                </a:pathLst>
              </a:custGeom>
              <a:gradFill>
                <a:gsLst>
                  <a:gs pos="0">
                    <a:schemeClr val="tx1">
                      <a:lumMod val="65000"/>
                      <a:lumOff val="35000"/>
                    </a:schemeClr>
                  </a:gs>
                  <a:gs pos="63000">
                    <a:schemeClr val="tx1">
                      <a:lumMod val="85000"/>
                      <a:lumOff val="15000"/>
                    </a:schemeClr>
                  </a:gs>
                  <a:gs pos="100000">
                    <a:schemeClr val="tx1">
                      <a:lumMod val="75000"/>
                      <a:lumOff val="2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pPr>
                <a:endParaRPr lang="en-US" sz="1950">
                  <a:solidFill>
                    <a:prstClr val="white"/>
                  </a:solidFill>
                  <a:latin typeface="Calibri"/>
                </a:endParaRPr>
              </a:p>
            </p:txBody>
          </p:sp>
        </p:grpSp>
        <p:grpSp>
          <p:nvGrpSpPr>
            <p:cNvPr id="9" name="Group 8">
              <a:extLst>
                <a:ext uri="{FF2B5EF4-FFF2-40B4-BE49-F238E27FC236}">
                  <a16:creationId xmlns:a16="http://schemas.microsoft.com/office/drawing/2014/main" id="{210068B8-591E-9296-14EA-94BEA663FB94}"/>
                </a:ext>
              </a:extLst>
            </p:cNvPr>
            <p:cNvGrpSpPr/>
            <p:nvPr/>
          </p:nvGrpSpPr>
          <p:grpSpPr>
            <a:xfrm>
              <a:off x="7956059" y="2466321"/>
              <a:ext cx="1532373" cy="2153330"/>
              <a:chOff x="8398668" y="1052736"/>
              <a:chExt cx="1895992" cy="2664296"/>
            </a:xfrm>
          </p:grpSpPr>
          <p:sp>
            <p:nvSpPr>
              <p:cNvPr id="8" name="Rectangle: Rounded Corners 7">
                <a:extLst>
                  <a:ext uri="{FF2B5EF4-FFF2-40B4-BE49-F238E27FC236}">
                    <a16:creationId xmlns:a16="http://schemas.microsoft.com/office/drawing/2014/main" id="{BF4CE503-1939-6832-5354-B568857B0699}"/>
                  </a:ext>
                </a:extLst>
              </p:cNvPr>
              <p:cNvSpPr/>
              <p:nvPr/>
            </p:nvSpPr>
            <p:spPr>
              <a:xfrm>
                <a:off x="9058632" y="3284984"/>
                <a:ext cx="576064" cy="432048"/>
              </a:xfrm>
              <a:prstGeom prst="roundRect">
                <a:avLst>
                  <a:gd name="adj" fmla="val 25770"/>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7" name="Group 6">
                <a:extLst>
                  <a:ext uri="{FF2B5EF4-FFF2-40B4-BE49-F238E27FC236}">
                    <a16:creationId xmlns:a16="http://schemas.microsoft.com/office/drawing/2014/main" id="{4D5ACF7B-527E-C96E-0717-2AF16CF83D94}"/>
                  </a:ext>
                </a:extLst>
              </p:cNvPr>
              <p:cNvGrpSpPr/>
              <p:nvPr/>
            </p:nvGrpSpPr>
            <p:grpSpPr>
              <a:xfrm>
                <a:off x="8398668" y="1052736"/>
                <a:ext cx="1895992" cy="2498705"/>
                <a:chOff x="7462564" y="1268760"/>
                <a:chExt cx="1578868" cy="2080771"/>
              </a:xfrm>
            </p:grpSpPr>
            <p:sp>
              <p:nvSpPr>
                <p:cNvPr id="16" name="Freeform 14">
                  <a:extLst>
                    <a:ext uri="{FF2B5EF4-FFF2-40B4-BE49-F238E27FC236}">
                      <a16:creationId xmlns:a16="http://schemas.microsoft.com/office/drawing/2014/main" id="{B3CDC336-5DEC-4BE5-AC86-A5CAE040753A}"/>
                    </a:ext>
                  </a:extLst>
                </p:cNvPr>
                <p:cNvSpPr>
                  <a:spLocks/>
                </p:cNvSpPr>
                <p:nvPr/>
              </p:nvSpPr>
              <p:spPr bwMode="auto">
                <a:xfrm>
                  <a:off x="7462564" y="1268760"/>
                  <a:ext cx="1578868" cy="1592862"/>
                </a:xfrm>
                <a:custGeom>
                  <a:avLst/>
                  <a:gdLst>
                    <a:gd name="T0" fmla="*/ 222 w 1297"/>
                    <a:gd name="T1" fmla="*/ 1147 h 1309"/>
                    <a:gd name="T2" fmla="*/ 346 w 1297"/>
                    <a:gd name="T3" fmla="*/ 1309 h 1309"/>
                    <a:gd name="T4" fmla="*/ 930 w 1297"/>
                    <a:gd name="T5" fmla="*/ 1309 h 1309"/>
                    <a:gd name="T6" fmla="*/ 1054 w 1297"/>
                    <a:gd name="T7" fmla="*/ 1147 h 1309"/>
                    <a:gd name="T8" fmla="*/ 1263 w 1297"/>
                    <a:gd name="T9" fmla="*/ 580 h 1309"/>
                    <a:gd name="T10" fmla="*/ 708 w 1297"/>
                    <a:gd name="T11" fmla="*/ 42 h 1309"/>
                    <a:gd name="T12" fmla="*/ 0 w 1297"/>
                    <a:gd name="T13" fmla="*/ 674 h 1309"/>
                    <a:gd name="T14" fmla="*/ 222 w 1297"/>
                    <a:gd name="T15" fmla="*/ 1147 h 130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97" h="1309">
                      <a:moveTo>
                        <a:pt x="222" y="1147"/>
                      </a:moveTo>
                      <a:cubicBezTo>
                        <a:pt x="273" y="1194"/>
                        <a:pt x="316" y="1250"/>
                        <a:pt x="346" y="1309"/>
                      </a:cubicBezTo>
                      <a:cubicBezTo>
                        <a:pt x="930" y="1309"/>
                        <a:pt x="930" y="1309"/>
                        <a:pt x="930" y="1309"/>
                      </a:cubicBezTo>
                      <a:cubicBezTo>
                        <a:pt x="960" y="1250"/>
                        <a:pt x="1003" y="1190"/>
                        <a:pt x="1054" y="1147"/>
                      </a:cubicBezTo>
                      <a:cubicBezTo>
                        <a:pt x="1207" y="1015"/>
                        <a:pt x="1297" y="806"/>
                        <a:pt x="1263" y="580"/>
                      </a:cubicBezTo>
                      <a:cubicBezTo>
                        <a:pt x="1225" y="298"/>
                        <a:pt x="990" y="72"/>
                        <a:pt x="708" y="42"/>
                      </a:cubicBezTo>
                      <a:cubicBezTo>
                        <a:pt x="324" y="0"/>
                        <a:pt x="0" y="298"/>
                        <a:pt x="0" y="674"/>
                      </a:cubicBezTo>
                      <a:cubicBezTo>
                        <a:pt x="4" y="861"/>
                        <a:pt x="90" y="1032"/>
                        <a:pt x="222" y="1147"/>
                      </a:cubicBezTo>
                      <a:close/>
                    </a:path>
                  </a:pathLst>
                </a:custGeom>
                <a:solidFill>
                  <a:srgbClr val="FFC000"/>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2" name="Freeform 36">
                  <a:extLst>
                    <a:ext uri="{FF2B5EF4-FFF2-40B4-BE49-F238E27FC236}">
                      <a16:creationId xmlns:a16="http://schemas.microsoft.com/office/drawing/2014/main" id="{EC89D047-58DD-47D9-93F7-6302F056AF32}"/>
                    </a:ext>
                  </a:extLst>
                </p:cNvPr>
                <p:cNvSpPr>
                  <a:spLocks noEditPoints="1"/>
                </p:cNvSpPr>
                <p:nvPr/>
              </p:nvSpPr>
              <p:spPr bwMode="auto">
                <a:xfrm>
                  <a:off x="7928608" y="2112879"/>
                  <a:ext cx="646780" cy="763965"/>
                </a:xfrm>
                <a:custGeom>
                  <a:avLst/>
                  <a:gdLst>
                    <a:gd name="T0" fmla="*/ 426 w 520"/>
                    <a:gd name="T1" fmla="*/ 5 h 615"/>
                    <a:gd name="T2" fmla="*/ 332 w 520"/>
                    <a:gd name="T3" fmla="*/ 98 h 615"/>
                    <a:gd name="T4" fmla="*/ 332 w 520"/>
                    <a:gd name="T5" fmla="*/ 154 h 615"/>
                    <a:gd name="T6" fmla="*/ 260 w 520"/>
                    <a:gd name="T7" fmla="*/ 154 h 615"/>
                    <a:gd name="T8" fmla="*/ 187 w 520"/>
                    <a:gd name="T9" fmla="*/ 154 h 615"/>
                    <a:gd name="T10" fmla="*/ 187 w 520"/>
                    <a:gd name="T11" fmla="*/ 94 h 615"/>
                    <a:gd name="T12" fmla="*/ 94 w 520"/>
                    <a:gd name="T13" fmla="*/ 0 h 615"/>
                    <a:gd name="T14" fmla="*/ 0 w 520"/>
                    <a:gd name="T15" fmla="*/ 94 h 615"/>
                    <a:gd name="T16" fmla="*/ 0 w 520"/>
                    <a:gd name="T17" fmla="*/ 98 h 615"/>
                    <a:gd name="T18" fmla="*/ 94 w 520"/>
                    <a:gd name="T19" fmla="*/ 192 h 615"/>
                    <a:gd name="T20" fmla="*/ 149 w 520"/>
                    <a:gd name="T21" fmla="*/ 192 h 615"/>
                    <a:gd name="T22" fmla="*/ 149 w 520"/>
                    <a:gd name="T23" fmla="*/ 610 h 615"/>
                    <a:gd name="T24" fmla="*/ 187 w 520"/>
                    <a:gd name="T25" fmla="*/ 610 h 615"/>
                    <a:gd name="T26" fmla="*/ 187 w 520"/>
                    <a:gd name="T27" fmla="*/ 197 h 615"/>
                    <a:gd name="T28" fmla="*/ 260 w 520"/>
                    <a:gd name="T29" fmla="*/ 197 h 615"/>
                    <a:gd name="T30" fmla="*/ 332 w 520"/>
                    <a:gd name="T31" fmla="*/ 197 h 615"/>
                    <a:gd name="T32" fmla="*/ 332 w 520"/>
                    <a:gd name="T33" fmla="*/ 615 h 615"/>
                    <a:gd name="T34" fmla="*/ 371 w 520"/>
                    <a:gd name="T35" fmla="*/ 615 h 615"/>
                    <a:gd name="T36" fmla="*/ 371 w 520"/>
                    <a:gd name="T37" fmla="*/ 197 h 615"/>
                    <a:gd name="T38" fmla="*/ 426 w 520"/>
                    <a:gd name="T39" fmla="*/ 197 h 615"/>
                    <a:gd name="T40" fmla="*/ 520 w 520"/>
                    <a:gd name="T41" fmla="*/ 103 h 615"/>
                    <a:gd name="T42" fmla="*/ 520 w 520"/>
                    <a:gd name="T43" fmla="*/ 98 h 615"/>
                    <a:gd name="T44" fmla="*/ 426 w 520"/>
                    <a:gd name="T45" fmla="*/ 5 h 615"/>
                    <a:gd name="T46" fmla="*/ 149 w 520"/>
                    <a:gd name="T47" fmla="*/ 154 h 615"/>
                    <a:gd name="T48" fmla="*/ 94 w 520"/>
                    <a:gd name="T49" fmla="*/ 154 h 615"/>
                    <a:gd name="T50" fmla="*/ 38 w 520"/>
                    <a:gd name="T51" fmla="*/ 98 h 615"/>
                    <a:gd name="T52" fmla="*/ 38 w 520"/>
                    <a:gd name="T53" fmla="*/ 94 h 615"/>
                    <a:gd name="T54" fmla="*/ 94 w 520"/>
                    <a:gd name="T55" fmla="*/ 39 h 615"/>
                    <a:gd name="T56" fmla="*/ 149 w 520"/>
                    <a:gd name="T57" fmla="*/ 94 h 615"/>
                    <a:gd name="T58" fmla="*/ 149 w 520"/>
                    <a:gd name="T59" fmla="*/ 154 h 615"/>
                    <a:gd name="T60" fmla="*/ 478 w 520"/>
                    <a:gd name="T61" fmla="*/ 103 h 615"/>
                    <a:gd name="T62" fmla="*/ 422 w 520"/>
                    <a:gd name="T63" fmla="*/ 158 h 615"/>
                    <a:gd name="T64" fmla="*/ 367 w 520"/>
                    <a:gd name="T65" fmla="*/ 158 h 615"/>
                    <a:gd name="T66" fmla="*/ 367 w 520"/>
                    <a:gd name="T67" fmla="*/ 98 h 615"/>
                    <a:gd name="T68" fmla="*/ 422 w 520"/>
                    <a:gd name="T69" fmla="*/ 43 h 615"/>
                    <a:gd name="T70" fmla="*/ 478 w 520"/>
                    <a:gd name="T71" fmla="*/ 98 h 615"/>
                    <a:gd name="T72" fmla="*/ 478 w 520"/>
                    <a:gd name="T73" fmla="*/ 103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20" h="615">
                      <a:moveTo>
                        <a:pt x="426" y="5"/>
                      </a:moveTo>
                      <a:cubicBezTo>
                        <a:pt x="375" y="5"/>
                        <a:pt x="332" y="47"/>
                        <a:pt x="332" y="98"/>
                      </a:cubicBezTo>
                      <a:cubicBezTo>
                        <a:pt x="332" y="154"/>
                        <a:pt x="332" y="154"/>
                        <a:pt x="332" y="154"/>
                      </a:cubicBezTo>
                      <a:cubicBezTo>
                        <a:pt x="260" y="154"/>
                        <a:pt x="260" y="154"/>
                        <a:pt x="260" y="154"/>
                      </a:cubicBezTo>
                      <a:cubicBezTo>
                        <a:pt x="187" y="154"/>
                        <a:pt x="187" y="154"/>
                        <a:pt x="187" y="154"/>
                      </a:cubicBezTo>
                      <a:cubicBezTo>
                        <a:pt x="187" y="94"/>
                        <a:pt x="187" y="94"/>
                        <a:pt x="187" y="94"/>
                      </a:cubicBezTo>
                      <a:cubicBezTo>
                        <a:pt x="187" y="43"/>
                        <a:pt x="145" y="0"/>
                        <a:pt x="94" y="0"/>
                      </a:cubicBezTo>
                      <a:cubicBezTo>
                        <a:pt x="42" y="0"/>
                        <a:pt x="0" y="43"/>
                        <a:pt x="0" y="94"/>
                      </a:cubicBezTo>
                      <a:cubicBezTo>
                        <a:pt x="0" y="98"/>
                        <a:pt x="0" y="98"/>
                        <a:pt x="0" y="98"/>
                      </a:cubicBezTo>
                      <a:cubicBezTo>
                        <a:pt x="0" y="150"/>
                        <a:pt x="42" y="192"/>
                        <a:pt x="94" y="192"/>
                      </a:cubicBezTo>
                      <a:cubicBezTo>
                        <a:pt x="149" y="192"/>
                        <a:pt x="149" y="192"/>
                        <a:pt x="149" y="192"/>
                      </a:cubicBezTo>
                      <a:cubicBezTo>
                        <a:pt x="149" y="610"/>
                        <a:pt x="149" y="610"/>
                        <a:pt x="149" y="610"/>
                      </a:cubicBezTo>
                      <a:cubicBezTo>
                        <a:pt x="187" y="610"/>
                        <a:pt x="187" y="610"/>
                        <a:pt x="187" y="610"/>
                      </a:cubicBezTo>
                      <a:cubicBezTo>
                        <a:pt x="187" y="197"/>
                        <a:pt x="187" y="197"/>
                        <a:pt x="187" y="197"/>
                      </a:cubicBezTo>
                      <a:cubicBezTo>
                        <a:pt x="260" y="197"/>
                        <a:pt x="260" y="197"/>
                        <a:pt x="260" y="197"/>
                      </a:cubicBezTo>
                      <a:cubicBezTo>
                        <a:pt x="332" y="197"/>
                        <a:pt x="332" y="197"/>
                        <a:pt x="332" y="197"/>
                      </a:cubicBezTo>
                      <a:cubicBezTo>
                        <a:pt x="332" y="615"/>
                        <a:pt x="332" y="615"/>
                        <a:pt x="332" y="615"/>
                      </a:cubicBezTo>
                      <a:cubicBezTo>
                        <a:pt x="371" y="615"/>
                        <a:pt x="371" y="615"/>
                        <a:pt x="371" y="615"/>
                      </a:cubicBezTo>
                      <a:cubicBezTo>
                        <a:pt x="371" y="197"/>
                        <a:pt x="371" y="197"/>
                        <a:pt x="371" y="197"/>
                      </a:cubicBezTo>
                      <a:cubicBezTo>
                        <a:pt x="426" y="197"/>
                        <a:pt x="426" y="197"/>
                        <a:pt x="426" y="197"/>
                      </a:cubicBezTo>
                      <a:cubicBezTo>
                        <a:pt x="478" y="197"/>
                        <a:pt x="520" y="154"/>
                        <a:pt x="520" y="103"/>
                      </a:cubicBezTo>
                      <a:cubicBezTo>
                        <a:pt x="520" y="98"/>
                        <a:pt x="520" y="98"/>
                        <a:pt x="520" y="98"/>
                      </a:cubicBezTo>
                      <a:cubicBezTo>
                        <a:pt x="520" y="47"/>
                        <a:pt x="478" y="5"/>
                        <a:pt x="426" y="5"/>
                      </a:cubicBezTo>
                      <a:close/>
                      <a:moveTo>
                        <a:pt x="149" y="154"/>
                      </a:moveTo>
                      <a:cubicBezTo>
                        <a:pt x="94" y="154"/>
                        <a:pt x="94" y="154"/>
                        <a:pt x="94" y="154"/>
                      </a:cubicBezTo>
                      <a:cubicBezTo>
                        <a:pt x="64" y="154"/>
                        <a:pt x="38" y="128"/>
                        <a:pt x="38" y="98"/>
                      </a:cubicBezTo>
                      <a:cubicBezTo>
                        <a:pt x="38" y="94"/>
                        <a:pt x="38" y="94"/>
                        <a:pt x="38" y="94"/>
                      </a:cubicBezTo>
                      <a:cubicBezTo>
                        <a:pt x="38" y="64"/>
                        <a:pt x="64" y="39"/>
                        <a:pt x="94" y="39"/>
                      </a:cubicBezTo>
                      <a:cubicBezTo>
                        <a:pt x="123" y="39"/>
                        <a:pt x="149" y="64"/>
                        <a:pt x="149" y="94"/>
                      </a:cubicBezTo>
                      <a:lnTo>
                        <a:pt x="149" y="154"/>
                      </a:lnTo>
                      <a:close/>
                      <a:moveTo>
                        <a:pt x="478" y="103"/>
                      </a:moveTo>
                      <a:cubicBezTo>
                        <a:pt x="478" y="133"/>
                        <a:pt x="452" y="158"/>
                        <a:pt x="422" y="158"/>
                      </a:cubicBezTo>
                      <a:cubicBezTo>
                        <a:pt x="367" y="158"/>
                        <a:pt x="367" y="158"/>
                        <a:pt x="367" y="158"/>
                      </a:cubicBezTo>
                      <a:cubicBezTo>
                        <a:pt x="367" y="98"/>
                        <a:pt x="367" y="98"/>
                        <a:pt x="367" y="98"/>
                      </a:cubicBezTo>
                      <a:cubicBezTo>
                        <a:pt x="367" y="69"/>
                        <a:pt x="392" y="43"/>
                        <a:pt x="422" y="43"/>
                      </a:cubicBezTo>
                      <a:cubicBezTo>
                        <a:pt x="452" y="43"/>
                        <a:pt x="478" y="69"/>
                        <a:pt x="478" y="98"/>
                      </a:cubicBezTo>
                      <a:lnTo>
                        <a:pt x="478" y="103"/>
                      </a:lnTo>
                      <a:close/>
                    </a:path>
                  </a:pathLst>
                </a:custGeom>
                <a:solidFill>
                  <a:schemeClr val="tx1">
                    <a:lumMod val="85000"/>
                    <a:lumOff val="1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grpSp>
              <p:nvGrpSpPr>
                <p:cNvPr id="63" name="Group 62">
                  <a:extLst>
                    <a:ext uri="{FF2B5EF4-FFF2-40B4-BE49-F238E27FC236}">
                      <a16:creationId xmlns:a16="http://schemas.microsoft.com/office/drawing/2014/main" id="{639FC025-0595-4531-BFC4-7A31D9299BF8}"/>
                    </a:ext>
                  </a:extLst>
                </p:cNvPr>
                <p:cNvGrpSpPr/>
                <p:nvPr/>
              </p:nvGrpSpPr>
              <p:grpSpPr>
                <a:xfrm>
                  <a:off x="7790170" y="2846991"/>
                  <a:ext cx="902665" cy="502540"/>
                  <a:chOff x="5650386" y="4584814"/>
                  <a:chExt cx="902665" cy="502540"/>
                </a:xfrm>
              </p:grpSpPr>
              <p:sp>
                <p:nvSpPr>
                  <p:cNvPr id="17" name="Freeform 15">
                    <a:extLst>
                      <a:ext uri="{FF2B5EF4-FFF2-40B4-BE49-F238E27FC236}">
                        <a16:creationId xmlns:a16="http://schemas.microsoft.com/office/drawing/2014/main" id="{4C544892-4DFC-4D6C-8F12-14072C4FA221}"/>
                      </a:ext>
                    </a:extLst>
                  </p:cNvPr>
                  <p:cNvSpPr>
                    <a:spLocks/>
                  </p:cNvSpPr>
                  <p:nvPr/>
                </p:nvSpPr>
                <p:spPr bwMode="auto">
                  <a:xfrm>
                    <a:off x="5743896" y="4729851"/>
                    <a:ext cx="715643" cy="357503"/>
                  </a:xfrm>
                  <a:custGeom>
                    <a:avLst/>
                    <a:gdLst>
                      <a:gd name="T0" fmla="*/ 588 w 588"/>
                      <a:gd name="T1" fmla="*/ 205 h 294"/>
                      <a:gd name="T2" fmla="*/ 588 w 588"/>
                      <a:gd name="T3" fmla="*/ 0 h 294"/>
                      <a:gd name="T4" fmla="*/ 0 w 588"/>
                      <a:gd name="T5" fmla="*/ 0 h 294"/>
                      <a:gd name="T6" fmla="*/ 0 w 588"/>
                      <a:gd name="T7" fmla="*/ 205 h 294"/>
                      <a:gd name="T8" fmla="*/ 89 w 588"/>
                      <a:gd name="T9" fmla="*/ 294 h 294"/>
                      <a:gd name="T10" fmla="*/ 503 w 588"/>
                      <a:gd name="T11" fmla="*/ 294 h 294"/>
                      <a:gd name="T12" fmla="*/ 588 w 588"/>
                      <a:gd name="T13" fmla="*/ 205 h 294"/>
                    </a:gdLst>
                    <a:ahLst/>
                    <a:cxnLst>
                      <a:cxn ang="0">
                        <a:pos x="T0" y="T1"/>
                      </a:cxn>
                      <a:cxn ang="0">
                        <a:pos x="T2" y="T3"/>
                      </a:cxn>
                      <a:cxn ang="0">
                        <a:pos x="T4" y="T5"/>
                      </a:cxn>
                      <a:cxn ang="0">
                        <a:pos x="T6" y="T7"/>
                      </a:cxn>
                      <a:cxn ang="0">
                        <a:pos x="T8" y="T9"/>
                      </a:cxn>
                      <a:cxn ang="0">
                        <a:pos x="T10" y="T11"/>
                      </a:cxn>
                      <a:cxn ang="0">
                        <a:pos x="T12" y="T13"/>
                      </a:cxn>
                    </a:cxnLst>
                    <a:rect l="0" t="0" r="r" b="b"/>
                    <a:pathLst>
                      <a:path w="588" h="294">
                        <a:moveTo>
                          <a:pt x="588" y="205"/>
                        </a:moveTo>
                        <a:cubicBezTo>
                          <a:pt x="588" y="0"/>
                          <a:pt x="588" y="0"/>
                          <a:pt x="588" y="0"/>
                        </a:cubicBezTo>
                        <a:cubicBezTo>
                          <a:pt x="0" y="0"/>
                          <a:pt x="0" y="0"/>
                          <a:pt x="0" y="0"/>
                        </a:cubicBezTo>
                        <a:cubicBezTo>
                          <a:pt x="0" y="205"/>
                          <a:pt x="0" y="205"/>
                          <a:pt x="0" y="205"/>
                        </a:cubicBezTo>
                        <a:cubicBezTo>
                          <a:pt x="0" y="252"/>
                          <a:pt x="38" y="294"/>
                          <a:pt x="89" y="294"/>
                        </a:cubicBezTo>
                        <a:cubicBezTo>
                          <a:pt x="503" y="294"/>
                          <a:pt x="503" y="294"/>
                          <a:pt x="503" y="294"/>
                        </a:cubicBezTo>
                        <a:cubicBezTo>
                          <a:pt x="550" y="290"/>
                          <a:pt x="588" y="252"/>
                          <a:pt x="588" y="205"/>
                        </a:cubicBezTo>
                        <a:close/>
                      </a:path>
                    </a:pathLst>
                  </a:custGeom>
                  <a:solidFill>
                    <a:schemeClr val="tx1">
                      <a:lumMod val="75000"/>
                      <a:lumOff val="2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8" name="Freeform 16">
                    <a:extLst>
                      <a:ext uri="{FF2B5EF4-FFF2-40B4-BE49-F238E27FC236}">
                        <a16:creationId xmlns:a16="http://schemas.microsoft.com/office/drawing/2014/main" id="{26147F79-CAFD-4547-B4DB-7F8A12A72EEA}"/>
                      </a:ext>
                    </a:extLst>
                  </p:cNvPr>
                  <p:cNvSpPr>
                    <a:spLocks/>
                  </p:cNvSpPr>
                  <p:nvPr/>
                </p:nvSpPr>
                <p:spPr bwMode="auto">
                  <a:xfrm>
                    <a:off x="5650386" y="4584814"/>
                    <a:ext cx="902665" cy="145037"/>
                  </a:xfrm>
                  <a:custGeom>
                    <a:avLst/>
                    <a:gdLst>
                      <a:gd name="T0" fmla="*/ 682 w 742"/>
                      <a:gd name="T1" fmla="*/ 0 h 119"/>
                      <a:gd name="T2" fmla="*/ 60 w 742"/>
                      <a:gd name="T3" fmla="*/ 0 h 119"/>
                      <a:gd name="T4" fmla="*/ 0 w 742"/>
                      <a:gd name="T5" fmla="*/ 59 h 119"/>
                      <a:gd name="T6" fmla="*/ 0 w 742"/>
                      <a:gd name="T7" fmla="*/ 59 h 119"/>
                      <a:gd name="T8" fmla="*/ 60 w 742"/>
                      <a:gd name="T9" fmla="*/ 119 h 119"/>
                      <a:gd name="T10" fmla="*/ 682 w 742"/>
                      <a:gd name="T11" fmla="*/ 119 h 119"/>
                      <a:gd name="T12" fmla="*/ 742 w 742"/>
                      <a:gd name="T13" fmla="*/ 59 h 119"/>
                      <a:gd name="T14" fmla="*/ 742 w 742"/>
                      <a:gd name="T15" fmla="*/ 59 h 119"/>
                      <a:gd name="T16" fmla="*/ 682 w 742"/>
                      <a:gd name="T17" fmla="*/ 0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2" h="119">
                        <a:moveTo>
                          <a:pt x="682" y="0"/>
                        </a:moveTo>
                        <a:cubicBezTo>
                          <a:pt x="60" y="0"/>
                          <a:pt x="60" y="0"/>
                          <a:pt x="60" y="0"/>
                        </a:cubicBezTo>
                        <a:cubicBezTo>
                          <a:pt x="25" y="0"/>
                          <a:pt x="0" y="25"/>
                          <a:pt x="0" y="59"/>
                        </a:cubicBezTo>
                        <a:cubicBezTo>
                          <a:pt x="0" y="59"/>
                          <a:pt x="0" y="59"/>
                          <a:pt x="0" y="59"/>
                        </a:cubicBezTo>
                        <a:cubicBezTo>
                          <a:pt x="0" y="93"/>
                          <a:pt x="25" y="119"/>
                          <a:pt x="60" y="119"/>
                        </a:cubicBezTo>
                        <a:cubicBezTo>
                          <a:pt x="682" y="119"/>
                          <a:pt x="682" y="119"/>
                          <a:pt x="682" y="119"/>
                        </a:cubicBezTo>
                        <a:cubicBezTo>
                          <a:pt x="717" y="119"/>
                          <a:pt x="742" y="93"/>
                          <a:pt x="742" y="59"/>
                        </a:cubicBezTo>
                        <a:cubicBezTo>
                          <a:pt x="742" y="59"/>
                          <a:pt x="742" y="59"/>
                          <a:pt x="742" y="59"/>
                        </a:cubicBezTo>
                        <a:cubicBezTo>
                          <a:pt x="742" y="25"/>
                          <a:pt x="712" y="0"/>
                          <a:pt x="682" y="0"/>
                        </a:cubicBezTo>
                        <a:close/>
                      </a:path>
                    </a:pathLst>
                  </a:custGeom>
                  <a:solidFill>
                    <a:schemeClr val="tx1">
                      <a:lumMod val="85000"/>
                      <a:lumOff val="1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9" name="Freeform 17">
                    <a:extLst>
                      <a:ext uri="{FF2B5EF4-FFF2-40B4-BE49-F238E27FC236}">
                        <a16:creationId xmlns:a16="http://schemas.microsoft.com/office/drawing/2014/main" id="{B21A9BB7-DAB5-4C67-9093-AE388DC01697}"/>
                      </a:ext>
                    </a:extLst>
                  </p:cNvPr>
                  <p:cNvSpPr>
                    <a:spLocks/>
                  </p:cNvSpPr>
                  <p:nvPr/>
                </p:nvSpPr>
                <p:spPr bwMode="auto">
                  <a:xfrm>
                    <a:off x="5650386" y="4807458"/>
                    <a:ext cx="902665" cy="146309"/>
                  </a:xfrm>
                  <a:custGeom>
                    <a:avLst/>
                    <a:gdLst>
                      <a:gd name="T0" fmla="*/ 682 w 742"/>
                      <a:gd name="T1" fmla="*/ 0 h 120"/>
                      <a:gd name="T2" fmla="*/ 60 w 742"/>
                      <a:gd name="T3" fmla="*/ 0 h 120"/>
                      <a:gd name="T4" fmla="*/ 0 w 742"/>
                      <a:gd name="T5" fmla="*/ 60 h 120"/>
                      <a:gd name="T6" fmla="*/ 0 w 742"/>
                      <a:gd name="T7" fmla="*/ 60 h 120"/>
                      <a:gd name="T8" fmla="*/ 60 w 742"/>
                      <a:gd name="T9" fmla="*/ 120 h 120"/>
                      <a:gd name="T10" fmla="*/ 682 w 742"/>
                      <a:gd name="T11" fmla="*/ 120 h 120"/>
                      <a:gd name="T12" fmla="*/ 742 w 742"/>
                      <a:gd name="T13" fmla="*/ 60 h 120"/>
                      <a:gd name="T14" fmla="*/ 742 w 742"/>
                      <a:gd name="T15" fmla="*/ 60 h 120"/>
                      <a:gd name="T16" fmla="*/ 682 w 742"/>
                      <a:gd name="T17" fmla="*/ 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2" h="120">
                        <a:moveTo>
                          <a:pt x="682" y="0"/>
                        </a:moveTo>
                        <a:cubicBezTo>
                          <a:pt x="60" y="0"/>
                          <a:pt x="60" y="0"/>
                          <a:pt x="60" y="0"/>
                        </a:cubicBezTo>
                        <a:cubicBezTo>
                          <a:pt x="25" y="0"/>
                          <a:pt x="0" y="26"/>
                          <a:pt x="0" y="60"/>
                        </a:cubicBezTo>
                        <a:cubicBezTo>
                          <a:pt x="0" y="60"/>
                          <a:pt x="0" y="60"/>
                          <a:pt x="0" y="60"/>
                        </a:cubicBezTo>
                        <a:cubicBezTo>
                          <a:pt x="0" y="94"/>
                          <a:pt x="25" y="120"/>
                          <a:pt x="60" y="120"/>
                        </a:cubicBezTo>
                        <a:cubicBezTo>
                          <a:pt x="682" y="120"/>
                          <a:pt x="682" y="120"/>
                          <a:pt x="682" y="120"/>
                        </a:cubicBezTo>
                        <a:cubicBezTo>
                          <a:pt x="717" y="120"/>
                          <a:pt x="742" y="94"/>
                          <a:pt x="742" y="60"/>
                        </a:cubicBezTo>
                        <a:cubicBezTo>
                          <a:pt x="742" y="60"/>
                          <a:pt x="742" y="60"/>
                          <a:pt x="742" y="60"/>
                        </a:cubicBezTo>
                        <a:cubicBezTo>
                          <a:pt x="742" y="30"/>
                          <a:pt x="712" y="0"/>
                          <a:pt x="682" y="0"/>
                        </a:cubicBezTo>
                        <a:close/>
                      </a:path>
                    </a:pathLst>
                  </a:custGeom>
                  <a:solidFill>
                    <a:schemeClr val="tx1">
                      <a:lumMod val="85000"/>
                      <a:lumOff val="15000"/>
                    </a:schemeClr>
                  </a:solidFill>
                  <a:ln>
                    <a:noFill/>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grpSp>
          </p:grpSp>
        </p:grpSp>
        <p:sp>
          <p:nvSpPr>
            <p:cNvPr id="10" name="Freeform: Shape 9">
              <a:extLst>
                <a:ext uri="{FF2B5EF4-FFF2-40B4-BE49-F238E27FC236}">
                  <a16:creationId xmlns:a16="http://schemas.microsoft.com/office/drawing/2014/main" id="{D8F93781-5B10-2304-4988-5628FAAC43AB}"/>
                </a:ext>
              </a:extLst>
            </p:cNvPr>
            <p:cNvSpPr/>
            <p:nvPr/>
          </p:nvSpPr>
          <p:spPr>
            <a:xfrm>
              <a:off x="8174851" y="2753549"/>
              <a:ext cx="384821" cy="482848"/>
            </a:xfrm>
            <a:custGeom>
              <a:avLst/>
              <a:gdLst>
                <a:gd name="connsiteX0" fmla="*/ 0 w 665316"/>
                <a:gd name="connsiteY0" fmla="*/ 820556 h 820556"/>
                <a:gd name="connsiteX1" fmla="*/ 619432 w 665316"/>
                <a:gd name="connsiteY1" fmla="*/ 53640 h 820556"/>
                <a:gd name="connsiteX2" fmla="*/ 619432 w 665316"/>
                <a:gd name="connsiteY2" fmla="*/ 63472 h 820556"/>
                <a:gd name="connsiteX3" fmla="*/ 619432 w 665316"/>
                <a:gd name="connsiteY3" fmla="*/ 73304 h 820556"/>
                <a:gd name="connsiteX0" fmla="*/ 0 w 665316"/>
                <a:gd name="connsiteY0" fmla="*/ 820556 h 820556"/>
                <a:gd name="connsiteX1" fmla="*/ 619432 w 665316"/>
                <a:gd name="connsiteY1" fmla="*/ 53640 h 820556"/>
                <a:gd name="connsiteX2" fmla="*/ 619432 w 665316"/>
                <a:gd name="connsiteY2" fmla="*/ 63472 h 820556"/>
                <a:gd name="connsiteX3" fmla="*/ 619432 w 665316"/>
                <a:gd name="connsiteY3" fmla="*/ 73304 h 820556"/>
                <a:gd name="connsiteX0" fmla="*/ 0 w 779892"/>
                <a:gd name="connsiteY0" fmla="*/ 820556 h 820556"/>
                <a:gd name="connsiteX1" fmla="*/ 619432 w 779892"/>
                <a:gd name="connsiteY1" fmla="*/ 53640 h 820556"/>
                <a:gd name="connsiteX2" fmla="*/ 619432 w 779892"/>
                <a:gd name="connsiteY2" fmla="*/ 63472 h 820556"/>
                <a:gd name="connsiteX3" fmla="*/ 779892 w 779892"/>
                <a:gd name="connsiteY3" fmla="*/ 88690 h 820556"/>
                <a:gd name="connsiteX0" fmla="*/ 0 w 665316"/>
                <a:gd name="connsiteY0" fmla="*/ 820556 h 820556"/>
                <a:gd name="connsiteX1" fmla="*/ 619432 w 665316"/>
                <a:gd name="connsiteY1" fmla="*/ 53640 h 820556"/>
                <a:gd name="connsiteX2" fmla="*/ 619432 w 665316"/>
                <a:gd name="connsiteY2" fmla="*/ 63472 h 820556"/>
                <a:gd name="connsiteX0" fmla="*/ 0 w 850230"/>
                <a:gd name="connsiteY0" fmla="*/ 821083 h 821083"/>
                <a:gd name="connsiteX1" fmla="*/ 619432 w 850230"/>
                <a:gd name="connsiteY1" fmla="*/ 54167 h 821083"/>
                <a:gd name="connsiteX2" fmla="*/ 850230 w 850230"/>
                <a:gd name="connsiteY2" fmla="*/ 61801 h 821083"/>
                <a:gd name="connsiteX0" fmla="*/ 0 w 619432"/>
                <a:gd name="connsiteY0" fmla="*/ 766916 h 766916"/>
                <a:gd name="connsiteX1" fmla="*/ 619432 w 619432"/>
                <a:gd name="connsiteY1" fmla="*/ 0 h 766916"/>
                <a:gd name="connsiteX0" fmla="*/ 0 w 619432"/>
                <a:gd name="connsiteY0" fmla="*/ 766916 h 766916"/>
                <a:gd name="connsiteX1" fmla="*/ 619432 w 619432"/>
                <a:gd name="connsiteY1" fmla="*/ 0 h 766916"/>
                <a:gd name="connsiteX0" fmla="*/ 0 w 648007"/>
                <a:gd name="connsiteY0" fmla="*/ 813076 h 813076"/>
                <a:gd name="connsiteX1" fmla="*/ 648007 w 648007"/>
                <a:gd name="connsiteY1" fmla="*/ 0 h 813076"/>
                <a:gd name="connsiteX0" fmla="*/ 0 w 648007"/>
                <a:gd name="connsiteY0" fmla="*/ 813076 h 813076"/>
                <a:gd name="connsiteX1" fmla="*/ 648007 w 648007"/>
                <a:gd name="connsiteY1" fmla="*/ 0 h 813076"/>
                <a:gd name="connsiteX0" fmla="*/ 0 w 648007"/>
                <a:gd name="connsiteY0" fmla="*/ 813076 h 813076"/>
                <a:gd name="connsiteX1" fmla="*/ 648007 w 648007"/>
                <a:gd name="connsiteY1" fmla="*/ 0 h 813076"/>
              </a:gdLst>
              <a:ahLst/>
              <a:cxnLst>
                <a:cxn ang="0">
                  <a:pos x="connsiteX0" y="connsiteY0"/>
                </a:cxn>
                <a:cxn ang="0">
                  <a:pos x="connsiteX1" y="connsiteY1"/>
                </a:cxn>
              </a:cxnLst>
              <a:rect l="l" t="t" r="r" b="b"/>
              <a:pathLst>
                <a:path w="648007" h="813076">
                  <a:moveTo>
                    <a:pt x="0" y="813076"/>
                  </a:moveTo>
                  <a:cubicBezTo>
                    <a:pt x="19429" y="200237"/>
                    <a:pt x="483292" y="7257"/>
                    <a:pt x="648007" y="0"/>
                  </a:cubicBezTo>
                </a:path>
              </a:pathLst>
            </a:custGeom>
            <a:noFill/>
            <a:ln w="127000" cap="rnd">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41" name="Group 40">
              <a:extLst>
                <a:ext uri="{FF2B5EF4-FFF2-40B4-BE49-F238E27FC236}">
                  <a16:creationId xmlns:a16="http://schemas.microsoft.com/office/drawing/2014/main" id="{306A5F95-CF2D-682E-2584-947075B713B4}"/>
                </a:ext>
              </a:extLst>
            </p:cNvPr>
            <p:cNvGrpSpPr/>
            <p:nvPr/>
          </p:nvGrpSpPr>
          <p:grpSpPr>
            <a:xfrm>
              <a:off x="7490474" y="1627835"/>
              <a:ext cx="2467443" cy="1062871"/>
              <a:chOff x="7490474" y="1627835"/>
              <a:chExt cx="2467443" cy="1062871"/>
            </a:xfrm>
          </p:grpSpPr>
          <p:cxnSp>
            <p:nvCxnSpPr>
              <p:cNvPr id="30" name="Straight Connector 29">
                <a:extLst>
                  <a:ext uri="{FF2B5EF4-FFF2-40B4-BE49-F238E27FC236}">
                    <a16:creationId xmlns:a16="http://schemas.microsoft.com/office/drawing/2014/main" id="{1CADD288-62BD-B171-BBAF-8FDEAA6C87A3}"/>
                  </a:ext>
                </a:extLst>
              </p:cNvPr>
              <p:cNvCxnSpPr>
                <a:cxnSpLocks/>
              </p:cNvCxnSpPr>
              <p:nvPr/>
            </p:nvCxnSpPr>
            <p:spPr>
              <a:xfrm>
                <a:off x="8702954" y="1627835"/>
                <a:ext cx="0" cy="49969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A92428AE-005B-B70A-C216-D52BB6DBD41F}"/>
                  </a:ext>
                </a:extLst>
              </p:cNvPr>
              <p:cNvGrpSpPr/>
              <p:nvPr/>
            </p:nvGrpSpPr>
            <p:grpSpPr>
              <a:xfrm>
                <a:off x="7490474" y="1879042"/>
                <a:ext cx="849658" cy="811664"/>
                <a:chOff x="7490474" y="1879042"/>
                <a:chExt cx="849658" cy="811664"/>
              </a:xfrm>
            </p:grpSpPr>
            <p:cxnSp>
              <p:nvCxnSpPr>
                <p:cNvPr id="21" name="Straight Connector 20">
                  <a:extLst>
                    <a:ext uri="{FF2B5EF4-FFF2-40B4-BE49-F238E27FC236}">
                      <a16:creationId xmlns:a16="http://schemas.microsoft.com/office/drawing/2014/main" id="{1F9B867E-68A4-335F-0B13-DA0F785A6A2E}"/>
                    </a:ext>
                  </a:extLst>
                </p:cNvPr>
                <p:cNvCxnSpPr>
                  <a:cxnSpLocks/>
                </p:cNvCxnSpPr>
                <p:nvPr/>
              </p:nvCxnSpPr>
              <p:spPr>
                <a:xfrm>
                  <a:off x="7661051" y="2020116"/>
                  <a:ext cx="358616" cy="358616"/>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E2D0DED-5A3D-D7ED-7A21-C1E0B59386B8}"/>
                    </a:ext>
                  </a:extLst>
                </p:cNvPr>
                <p:cNvCxnSpPr/>
                <p:nvPr/>
              </p:nvCxnSpPr>
              <p:spPr>
                <a:xfrm flipH="1" flipV="1">
                  <a:off x="7490474" y="2516112"/>
                  <a:ext cx="232792" cy="174594"/>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2B6A84F-5D3A-ECF0-5795-87C70F946D49}"/>
                    </a:ext>
                  </a:extLst>
                </p:cNvPr>
                <p:cNvCxnSpPr>
                  <a:cxnSpLocks/>
                </p:cNvCxnSpPr>
                <p:nvPr/>
              </p:nvCxnSpPr>
              <p:spPr>
                <a:xfrm flipH="1" flipV="1">
                  <a:off x="8219552" y="1879042"/>
                  <a:ext cx="120580" cy="261257"/>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37" name="Group 36">
                <a:extLst>
                  <a:ext uri="{FF2B5EF4-FFF2-40B4-BE49-F238E27FC236}">
                    <a16:creationId xmlns:a16="http://schemas.microsoft.com/office/drawing/2014/main" id="{66A6E03C-F284-27F9-8AFC-3A9C9D500B42}"/>
                  </a:ext>
                </a:extLst>
              </p:cNvPr>
              <p:cNvGrpSpPr/>
              <p:nvPr/>
            </p:nvGrpSpPr>
            <p:grpSpPr>
              <a:xfrm flipH="1">
                <a:off x="9108259" y="1879042"/>
                <a:ext cx="849658" cy="811664"/>
                <a:chOff x="7490474" y="1879042"/>
                <a:chExt cx="849658" cy="811664"/>
              </a:xfrm>
            </p:grpSpPr>
            <p:cxnSp>
              <p:nvCxnSpPr>
                <p:cNvPr id="38" name="Straight Connector 37">
                  <a:extLst>
                    <a:ext uri="{FF2B5EF4-FFF2-40B4-BE49-F238E27FC236}">
                      <a16:creationId xmlns:a16="http://schemas.microsoft.com/office/drawing/2014/main" id="{68E95DB1-1A60-F52B-57DE-EBB34E94C4D1}"/>
                    </a:ext>
                  </a:extLst>
                </p:cNvPr>
                <p:cNvCxnSpPr>
                  <a:cxnSpLocks/>
                </p:cNvCxnSpPr>
                <p:nvPr/>
              </p:nvCxnSpPr>
              <p:spPr>
                <a:xfrm>
                  <a:off x="7661051" y="2020116"/>
                  <a:ext cx="358616" cy="358616"/>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A71FF8E5-A9B3-F28B-CB05-901BA396E642}"/>
                    </a:ext>
                  </a:extLst>
                </p:cNvPr>
                <p:cNvCxnSpPr/>
                <p:nvPr/>
              </p:nvCxnSpPr>
              <p:spPr>
                <a:xfrm flipH="1" flipV="1">
                  <a:off x="7490474" y="2516112"/>
                  <a:ext cx="232792" cy="174594"/>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BF6C344-C910-7D5C-94AE-7D407671EE2C}"/>
                    </a:ext>
                  </a:extLst>
                </p:cNvPr>
                <p:cNvCxnSpPr>
                  <a:cxnSpLocks/>
                </p:cNvCxnSpPr>
                <p:nvPr/>
              </p:nvCxnSpPr>
              <p:spPr>
                <a:xfrm flipH="1" flipV="1">
                  <a:off x="8219552" y="1879042"/>
                  <a:ext cx="120580" cy="261257"/>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grpSp>
        </p:grpSp>
        <p:grpSp>
          <p:nvGrpSpPr>
            <p:cNvPr id="44" name="Group 43">
              <a:extLst>
                <a:ext uri="{FF2B5EF4-FFF2-40B4-BE49-F238E27FC236}">
                  <a16:creationId xmlns:a16="http://schemas.microsoft.com/office/drawing/2014/main" id="{C85B41A0-9DD1-5A43-DEC2-D01C855A0729}"/>
                </a:ext>
              </a:extLst>
            </p:cNvPr>
            <p:cNvGrpSpPr/>
            <p:nvPr/>
          </p:nvGrpSpPr>
          <p:grpSpPr>
            <a:xfrm>
              <a:off x="2896142" y="3147714"/>
              <a:ext cx="1470078" cy="1470078"/>
              <a:chOff x="909836" y="3356992"/>
              <a:chExt cx="756744" cy="756744"/>
            </a:xfrm>
          </p:grpSpPr>
          <p:sp>
            <p:nvSpPr>
              <p:cNvPr id="45" name="Oval 44">
                <a:extLst>
                  <a:ext uri="{FF2B5EF4-FFF2-40B4-BE49-F238E27FC236}">
                    <a16:creationId xmlns:a16="http://schemas.microsoft.com/office/drawing/2014/main" id="{D808AFE8-0541-162F-A296-52BC2AE1F1D8}"/>
                  </a:ext>
                </a:extLst>
              </p:cNvPr>
              <p:cNvSpPr/>
              <p:nvPr/>
            </p:nvSpPr>
            <p:spPr>
              <a:xfrm>
                <a:off x="909836" y="3356992"/>
                <a:ext cx="756744" cy="756744"/>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46" name="Oval 45">
                <a:extLst>
                  <a:ext uri="{FF2B5EF4-FFF2-40B4-BE49-F238E27FC236}">
                    <a16:creationId xmlns:a16="http://schemas.microsoft.com/office/drawing/2014/main" id="{AD2056D3-5AD3-55C3-1703-B0F6783FF2BB}"/>
                  </a:ext>
                </a:extLst>
              </p:cNvPr>
              <p:cNvSpPr/>
              <p:nvPr/>
            </p:nvSpPr>
            <p:spPr>
              <a:xfrm>
                <a:off x="1053852" y="3501008"/>
                <a:ext cx="179614" cy="179614"/>
              </a:xfrm>
              <a:prstGeom prst="ellipse">
                <a:avLst/>
              </a:prstGeom>
              <a:gradFill>
                <a:gsLst>
                  <a:gs pos="19000">
                    <a:schemeClr val="accent6">
                      <a:lumMod val="20000"/>
                      <a:lumOff val="80000"/>
                      <a:alpha val="50000"/>
                    </a:schemeClr>
                  </a:gs>
                  <a:gs pos="100000">
                    <a:schemeClr val="accent6">
                      <a:lumMod val="60000"/>
                      <a:lumOff val="40000"/>
                      <a:alpha val="5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nvGrpSpPr>
            <p:cNvPr id="88" name="Group 87">
              <a:extLst>
                <a:ext uri="{FF2B5EF4-FFF2-40B4-BE49-F238E27FC236}">
                  <a16:creationId xmlns:a16="http://schemas.microsoft.com/office/drawing/2014/main" id="{EB370E90-FB41-9F0A-5A7F-47F7E051B52B}"/>
                </a:ext>
              </a:extLst>
            </p:cNvPr>
            <p:cNvGrpSpPr/>
            <p:nvPr/>
          </p:nvGrpSpPr>
          <p:grpSpPr>
            <a:xfrm>
              <a:off x="3652846" y="4727585"/>
              <a:ext cx="4050066" cy="2163433"/>
              <a:chOff x="3652846" y="4727585"/>
              <a:chExt cx="4050066" cy="2163433"/>
            </a:xfrm>
          </p:grpSpPr>
          <p:sp>
            <p:nvSpPr>
              <p:cNvPr id="74" name="Freeform: Shape 73">
                <a:extLst>
                  <a:ext uri="{FF2B5EF4-FFF2-40B4-BE49-F238E27FC236}">
                    <a16:creationId xmlns:a16="http://schemas.microsoft.com/office/drawing/2014/main" id="{DD75BE3B-3EDD-C19D-5C85-8FC6C6C77B71}"/>
                  </a:ext>
                </a:extLst>
              </p:cNvPr>
              <p:cNvSpPr/>
              <p:nvPr/>
            </p:nvSpPr>
            <p:spPr>
              <a:xfrm>
                <a:off x="3826779" y="4727585"/>
                <a:ext cx="3876133" cy="2130415"/>
              </a:xfrm>
              <a:custGeom>
                <a:avLst/>
                <a:gdLst>
                  <a:gd name="connsiteX0" fmla="*/ 2809667 w 3876133"/>
                  <a:gd name="connsiteY0" fmla="*/ 11 h 2130415"/>
                  <a:gd name="connsiteX1" fmla="*/ 2943603 w 3876133"/>
                  <a:gd name="connsiteY1" fmla="*/ 60782 h 2130415"/>
                  <a:gd name="connsiteX2" fmla="*/ 2591061 w 3876133"/>
                  <a:gd name="connsiteY2" fmla="*/ 572537 h 2130415"/>
                  <a:gd name="connsiteX3" fmla="*/ 3045954 w 3876133"/>
                  <a:gd name="connsiteY3" fmla="*/ 174505 h 2130415"/>
                  <a:gd name="connsiteX4" fmla="*/ 3534964 w 3876133"/>
                  <a:gd name="connsiteY4" fmla="*/ 106271 h 2130415"/>
                  <a:gd name="connsiteX5" fmla="*/ 3876133 w 3876133"/>
                  <a:gd name="connsiteY5" fmla="*/ 117644 h 2130415"/>
                  <a:gd name="connsiteX6" fmla="*/ 3375751 w 3876133"/>
                  <a:gd name="connsiteY6" fmla="*/ 561164 h 2130415"/>
                  <a:gd name="connsiteX7" fmla="*/ 2520439 w 3876133"/>
                  <a:gd name="connsiteY7" fmla="*/ 1355294 h 2130415"/>
                  <a:gd name="connsiteX8" fmla="*/ 1635786 w 3876133"/>
                  <a:gd name="connsiteY8" fmla="*/ 2119173 h 2130415"/>
                  <a:gd name="connsiteX9" fmla="*/ 1623398 w 3876133"/>
                  <a:gd name="connsiteY9" fmla="*/ 2130415 h 2130415"/>
                  <a:gd name="connsiteX10" fmla="*/ 0 w 3876133"/>
                  <a:gd name="connsiteY10" fmla="*/ 2130415 h 2130415"/>
                  <a:gd name="connsiteX11" fmla="*/ 21497 w 3876133"/>
                  <a:gd name="connsiteY11" fmla="*/ 2120866 h 2130415"/>
                  <a:gd name="connsiteX12" fmla="*/ 1124032 w 3876133"/>
                  <a:gd name="connsiteY12" fmla="*/ 1493695 h 2130415"/>
                  <a:gd name="connsiteX13" fmla="*/ 1033053 w 3876133"/>
                  <a:gd name="connsiteY13" fmla="*/ 231367 h 2130415"/>
                  <a:gd name="connsiteX14" fmla="*/ 942075 w 3876133"/>
                  <a:gd name="connsiteY14" fmla="*/ 15293 h 2130415"/>
                  <a:gd name="connsiteX15" fmla="*/ 1396967 w 3876133"/>
                  <a:gd name="connsiteY15" fmla="*/ 401952 h 2130415"/>
                  <a:gd name="connsiteX16" fmla="*/ 1658531 w 3876133"/>
                  <a:gd name="connsiteY16" fmla="*/ 856845 h 2130415"/>
                  <a:gd name="connsiteX17" fmla="*/ 2261264 w 3876133"/>
                  <a:gd name="connsiteY17" fmla="*/ 595281 h 2130415"/>
                  <a:gd name="connsiteX18" fmla="*/ 2545572 w 3876133"/>
                  <a:gd name="connsiteY18" fmla="*/ 140388 h 2130415"/>
                  <a:gd name="connsiteX19" fmla="*/ 2809667 w 3876133"/>
                  <a:gd name="connsiteY19" fmla="*/ 11 h 2130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76133" h="2130415">
                    <a:moveTo>
                      <a:pt x="2809667" y="11"/>
                    </a:moveTo>
                    <a:cubicBezTo>
                      <a:pt x="2856712" y="-522"/>
                      <a:pt x="2900957" y="18136"/>
                      <a:pt x="2943603" y="60782"/>
                    </a:cubicBezTo>
                    <a:lnTo>
                      <a:pt x="2591061" y="572537"/>
                    </a:lnTo>
                    <a:cubicBezTo>
                      <a:pt x="2591061" y="572537"/>
                      <a:pt x="2886741" y="288228"/>
                      <a:pt x="3045954" y="174505"/>
                    </a:cubicBezTo>
                    <a:cubicBezTo>
                      <a:pt x="3205166" y="60782"/>
                      <a:pt x="3443985" y="-41569"/>
                      <a:pt x="3534964" y="106271"/>
                    </a:cubicBezTo>
                    <a:cubicBezTo>
                      <a:pt x="3534964" y="106271"/>
                      <a:pt x="3751038" y="-75686"/>
                      <a:pt x="3876133" y="117644"/>
                    </a:cubicBezTo>
                    <a:cubicBezTo>
                      <a:pt x="3876133" y="117644"/>
                      <a:pt x="3648687" y="333718"/>
                      <a:pt x="3375751" y="561164"/>
                    </a:cubicBezTo>
                    <a:cubicBezTo>
                      <a:pt x="3102816" y="788611"/>
                      <a:pt x="2779500" y="1171403"/>
                      <a:pt x="2520439" y="1355294"/>
                    </a:cubicBezTo>
                    <a:cubicBezTo>
                      <a:pt x="2261378" y="1539184"/>
                      <a:pt x="1817743" y="1948588"/>
                      <a:pt x="1635786" y="2119173"/>
                    </a:cubicBezTo>
                    <a:lnTo>
                      <a:pt x="1623398" y="2130415"/>
                    </a:lnTo>
                    <a:lnTo>
                      <a:pt x="0" y="2130415"/>
                    </a:lnTo>
                    <a:lnTo>
                      <a:pt x="21497" y="2120866"/>
                    </a:lnTo>
                    <a:cubicBezTo>
                      <a:pt x="547820" y="1883330"/>
                      <a:pt x="1039450" y="1633006"/>
                      <a:pt x="1124032" y="1493695"/>
                    </a:cubicBezTo>
                    <a:cubicBezTo>
                      <a:pt x="1317361" y="1175270"/>
                      <a:pt x="1135404" y="333718"/>
                      <a:pt x="1033053" y="231367"/>
                    </a:cubicBezTo>
                    <a:cubicBezTo>
                      <a:pt x="930702" y="129016"/>
                      <a:pt x="805607" y="72154"/>
                      <a:pt x="942075" y="15293"/>
                    </a:cubicBezTo>
                    <a:cubicBezTo>
                      <a:pt x="1078542" y="-41569"/>
                      <a:pt x="1351478" y="106271"/>
                      <a:pt x="1396967" y="401952"/>
                    </a:cubicBezTo>
                    <a:cubicBezTo>
                      <a:pt x="1442002" y="694448"/>
                      <a:pt x="1658531" y="856845"/>
                      <a:pt x="1658531" y="856845"/>
                    </a:cubicBezTo>
                    <a:cubicBezTo>
                      <a:pt x="1658531" y="856845"/>
                      <a:pt x="2090679" y="902334"/>
                      <a:pt x="2261264" y="595281"/>
                    </a:cubicBezTo>
                    <a:cubicBezTo>
                      <a:pt x="2261264" y="595281"/>
                      <a:pt x="2386359" y="276856"/>
                      <a:pt x="2545572" y="140388"/>
                    </a:cubicBezTo>
                    <a:cubicBezTo>
                      <a:pt x="2645080" y="55095"/>
                      <a:pt x="2731261" y="899"/>
                      <a:pt x="2809667" y="11"/>
                    </a:cubicBezTo>
                    <a:close/>
                  </a:path>
                </a:pathLst>
              </a:custGeom>
              <a:solidFill>
                <a:srgbClr val="F79D7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pPr>
                <a:endParaRPr lang="en-US" sz="1950">
                  <a:solidFill>
                    <a:prstClr val="white"/>
                  </a:solidFill>
                  <a:latin typeface="Calibri"/>
                </a:endParaRPr>
              </a:p>
            </p:txBody>
          </p:sp>
          <p:sp>
            <p:nvSpPr>
              <p:cNvPr id="54" name="Freeform: Shape 53">
                <a:extLst>
                  <a:ext uri="{FF2B5EF4-FFF2-40B4-BE49-F238E27FC236}">
                    <a16:creationId xmlns:a16="http://schemas.microsoft.com/office/drawing/2014/main" id="{03D22AC3-FF22-9428-4D29-0B87F6158384}"/>
                  </a:ext>
                </a:extLst>
              </p:cNvPr>
              <p:cNvSpPr/>
              <p:nvPr/>
            </p:nvSpPr>
            <p:spPr>
              <a:xfrm>
                <a:off x="6580211" y="4792312"/>
                <a:ext cx="214164" cy="241582"/>
              </a:xfrm>
              <a:custGeom>
                <a:avLst/>
                <a:gdLst>
                  <a:gd name="connsiteX0" fmla="*/ 214165 w 214164"/>
                  <a:gd name="connsiteY0" fmla="*/ 7427 h 241582"/>
                  <a:gd name="connsiteX1" fmla="*/ 87818 w 214164"/>
                  <a:gd name="connsiteY1" fmla="*/ 18799 h 241582"/>
                  <a:gd name="connsiteX2" fmla="*/ 21063 w 214164"/>
                  <a:gd name="connsiteY2" fmla="*/ 241583 h 241582"/>
                  <a:gd name="connsiteX3" fmla="*/ 214165 w 214164"/>
                  <a:gd name="connsiteY3" fmla="*/ 7427 h 241582"/>
                </a:gdLst>
                <a:ahLst/>
                <a:cxnLst>
                  <a:cxn ang="0">
                    <a:pos x="connsiteX0" y="connsiteY0"/>
                  </a:cxn>
                  <a:cxn ang="0">
                    <a:pos x="connsiteX1" y="connsiteY1"/>
                  </a:cxn>
                  <a:cxn ang="0">
                    <a:pos x="connsiteX2" y="connsiteY2"/>
                  </a:cxn>
                  <a:cxn ang="0">
                    <a:pos x="connsiteX3" y="connsiteY3"/>
                  </a:cxn>
                </a:cxnLst>
                <a:rect l="l" t="t" r="r" b="b"/>
                <a:pathLst>
                  <a:path w="214164" h="241582">
                    <a:moveTo>
                      <a:pt x="214165" y="7427"/>
                    </a:moveTo>
                    <a:cubicBezTo>
                      <a:pt x="214165" y="7427"/>
                      <a:pt x="144680" y="-15318"/>
                      <a:pt x="87818" y="18799"/>
                    </a:cubicBezTo>
                    <a:cubicBezTo>
                      <a:pt x="30957" y="52916"/>
                      <a:pt x="-34434" y="168686"/>
                      <a:pt x="21063" y="241583"/>
                    </a:cubicBezTo>
                    <a:lnTo>
                      <a:pt x="214165" y="7427"/>
                    </a:lnTo>
                    <a:close/>
                  </a:path>
                </a:pathLst>
              </a:custGeom>
              <a:solidFill>
                <a:srgbClr val="FBC3B0"/>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55" name="Freeform: Shape 54">
                <a:extLst>
                  <a:ext uri="{FF2B5EF4-FFF2-40B4-BE49-F238E27FC236}">
                    <a16:creationId xmlns:a16="http://schemas.microsoft.com/office/drawing/2014/main" id="{D01395FF-8848-A0EB-F5BF-46AD1D79ED9E}"/>
                  </a:ext>
                </a:extLst>
              </p:cNvPr>
              <p:cNvSpPr/>
              <p:nvPr/>
            </p:nvSpPr>
            <p:spPr>
              <a:xfrm>
                <a:off x="7122922" y="4813777"/>
                <a:ext cx="238818" cy="207722"/>
              </a:xfrm>
              <a:custGeom>
                <a:avLst/>
                <a:gdLst>
                  <a:gd name="connsiteX0" fmla="*/ 42874 w 238818"/>
                  <a:gd name="connsiteY0" fmla="*/ 207722 h 207722"/>
                  <a:gd name="connsiteX1" fmla="*/ 0 w 238818"/>
                  <a:gd name="connsiteY1" fmla="*/ 145175 h 207722"/>
                  <a:gd name="connsiteX2" fmla="*/ 225741 w 238818"/>
                  <a:gd name="connsiteY2" fmla="*/ 1656 h 207722"/>
                  <a:gd name="connsiteX3" fmla="*/ 238819 w 238818"/>
                  <a:gd name="connsiteY3" fmla="*/ 20079 h 207722"/>
                  <a:gd name="connsiteX4" fmla="*/ 42874 w 238818"/>
                  <a:gd name="connsiteY4" fmla="*/ 207722 h 20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8818" h="207722">
                    <a:moveTo>
                      <a:pt x="42874" y="207722"/>
                    </a:moveTo>
                    <a:cubicBezTo>
                      <a:pt x="42874" y="207722"/>
                      <a:pt x="0" y="167919"/>
                      <a:pt x="0" y="145175"/>
                    </a:cubicBezTo>
                    <a:cubicBezTo>
                      <a:pt x="0" y="122430"/>
                      <a:pt x="121570" y="-16654"/>
                      <a:pt x="225741" y="1656"/>
                    </a:cubicBezTo>
                    <a:cubicBezTo>
                      <a:pt x="225741" y="1656"/>
                      <a:pt x="238819" y="8707"/>
                      <a:pt x="238819" y="20079"/>
                    </a:cubicBezTo>
                    <a:cubicBezTo>
                      <a:pt x="238819" y="31451"/>
                      <a:pt x="42874" y="207722"/>
                      <a:pt x="42874" y="207722"/>
                    </a:cubicBezTo>
                    <a:close/>
                  </a:path>
                </a:pathLst>
              </a:custGeom>
              <a:solidFill>
                <a:srgbClr val="FBC3B0"/>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56" name="Freeform: Shape 55">
                <a:extLst>
                  <a:ext uri="{FF2B5EF4-FFF2-40B4-BE49-F238E27FC236}">
                    <a16:creationId xmlns:a16="http://schemas.microsoft.com/office/drawing/2014/main" id="{F46CED01-6A3A-733B-47C1-C8BB854226D7}"/>
                  </a:ext>
                </a:extLst>
              </p:cNvPr>
              <p:cNvSpPr/>
              <p:nvPr/>
            </p:nvSpPr>
            <p:spPr>
              <a:xfrm>
                <a:off x="7486022" y="4837950"/>
                <a:ext cx="216888" cy="173655"/>
              </a:xfrm>
              <a:custGeom>
                <a:avLst/>
                <a:gdLst>
                  <a:gd name="connsiteX0" fmla="*/ 814 w 216888"/>
                  <a:gd name="connsiteY0" fmla="*/ 98257 h 173655"/>
                  <a:gd name="connsiteX1" fmla="*/ 35955 w 216888"/>
                  <a:gd name="connsiteY1" fmla="*/ 173655 h 173655"/>
                  <a:gd name="connsiteX2" fmla="*/ 216888 w 216888"/>
                  <a:gd name="connsiteY2" fmla="*/ 7278 h 173655"/>
                  <a:gd name="connsiteX3" fmla="*/ 814 w 216888"/>
                  <a:gd name="connsiteY3" fmla="*/ 98257 h 173655"/>
                </a:gdLst>
                <a:ahLst/>
                <a:cxnLst>
                  <a:cxn ang="0">
                    <a:pos x="connsiteX0" y="connsiteY0"/>
                  </a:cxn>
                  <a:cxn ang="0">
                    <a:pos x="connsiteX1" y="connsiteY1"/>
                  </a:cxn>
                  <a:cxn ang="0">
                    <a:pos x="connsiteX2" y="connsiteY2"/>
                  </a:cxn>
                  <a:cxn ang="0">
                    <a:pos x="connsiteX3" y="connsiteY3"/>
                  </a:cxn>
                </a:cxnLst>
                <a:rect l="l" t="t" r="r" b="b"/>
                <a:pathLst>
                  <a:path w="216888" h="173655">
                    <a:moveTo>
                      <a:pt x="814" y="98257"/>
                    </a:moveTo>
                    <a:cubicBezTo>
                      <a:pt x="814" y="98257"/>
                      <a:pt x="-8511" y="157962"/>
                      <a:pt x="35955" y="173655"/>
                    </a:cubicBezTo>
                    <a:lnTo>
                      <a:pt x="216888" y="7278"/>
                    </a:lnTo>
                    <a:cubicBezTo>
                      <a:pt x="216888" y="7278"/>
                      <a:pt x="125910" y="-38211"/>
                      <a:pt x="814" y="98257"/>
                    </a:cubicBezTo>
                    <a:close/>
                  </a:path>
                </a:pathLst>
              </a:custGeom>
              <a:solidFill>
                <a:srgbClr val="FBC3B0"/>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57" name="Freeform: Shape 56">
                <a:extLst>
                  <a:ext uri="{FF2B5EF4-FFF2-40B4-BE49-F238E27FC236}">
                    <a16:creationId xmlns:a16="http://schemas.microsoft.com/office/drawing/2014/main" id="{DF780CE1-F12B-A320-A6D1-DAF18B8FDC6F}"/>
                  </a:ext>
                </a:extLst>
              </p:cNvPr>
              <p:cNvSpPr/>
              <p:nvPr/>
            </p:nvSpPr>
            <p:spPr>
              <a:xfrm>
                <a:off x="4687974" y="4798637"/>
                <a:ext cx="228718" cy="170777"/>
              </a:xfrm>
              <a:custGeom>
                <a:avLst/>
                <a:gdLst>
                  <a:gd name="connsiteX0" fmla="*/ 1272 w 228718"/>
                  <a:gd name="connsiteY0" fmla="*/ 46591 h 170777"/>
                  <a:gd name="connsiteX1" fmla="*/ 180614 w 228718"/>
                  <a:gd name="connsiteY1" fmla="*/ 170777 h 170777"/>
                  <a:gd name="connsiteX2" fmla="*/ 228718 w 228718"/>
                  <a:gd name="connsiteY2" fmla="*/ 103453 h 170777"/>
                  <a:gd name="connsiteX3" fmla="*/ 35162 w 228718"/>
                  <a:gd name="connsiteY3" fmla="*/ 1102 h 170777"/>
                  <a:gd name="connsiteX4" fmla="*/ 1272 w 228718"/>
                  <a:gd name="connsiteY4" fmla="*/ 46591 h 1707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718" h="170777">
                    <a:moveTo>
                      <a:pt x="1272" y="46591"/>
                    </a:moveTo>
                    <a:lnTo>
                      <a:pt x="180614" y="170777"/>
                    </a:lnTo>
                    <a:cubicBezTo>
                      <a:pt x="180614" y="170777"/>
                      <a:pt x="228718" y="137570"/>
                      <a:pt x="228718" y="103453"/>
                    </a:cubicBezTo>
                    <a:cubicBezTo>
                      <a:pt x="228718" y="69336"/>
                      <a:pt x="80423" y="-10270"/>
                      <a:pt x="35162" y="1102"/>
                    </a:cubicBezTo>
                    <a:cubicBezTo>
                      <a:pt x="-10100" y="12474"/>
                      <a:pt x="1272" y="46591"/>
                      <a:pt x="1272" y="46591"/>
                    </a:cubicBezTo>
                    <a:close/>
                  </a:path>
                </a:pathLst>
              </a:custGeom>
              <a:solidFill>
                <a:srgbClr val="FBC3B0"/>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58" name="Freeform: Shape 57">
                <a:extLst>
                  <a:ext uri="{FF2B5EF4-FFF2-40B4-BE49-F238E27FC236}">
                    <a16:creationId xmlns:a16="http://schemas.microsoft.com/office/drawing/2014/main" id="{ACA69CC5-6125-DD8A-8323-B7C41231BDB2}"/>
                  </a:ext>
                </a:extLst>
              </p:cNvPr>
              <p:cNvSpPr/>
              <p:nvPr/>
            </p:nvSpPr>
            <p:spPr>
              <a:xfrm>
                <a:off x="6417838" y="5268961"/>
                <a:ext cx="21380" cy="31160"/>
              </a:xfrm>
              <a:custGeom>
                <a:avLst/>
                <a:gdLst>
                  <a:gd name="connsiteX0" fmla="*/ 0 w 21380"/>
                  <a:gd name="connsiteY0" fmla="*/ 31160 h 31160"/>
                  <a:gd name="connsiteX1" fmla="*/ 7733 w 21380"/>
                  <a:gd name="connsiteY1" fmla="*/ 23654 h 31160"/>
                  <a:gd name="connsiteX2" fmla="*/ 21380 w 21380"/>
                  <a:gd name="connsiteY2" fmla="*/ 0 h 31160"/>
                  <a:gd name="connsiteX3" fmla="*/ 0 w 21380"/>
                  <a:gd name="connsiteY3" fmla="*/ 31160 h 31160"/>
                </a:gdLst>
                <a:ahLst/>
                <a:cxnLst>
                  <a:cxn ang="0">
                    <a:pos x="connsiteX0" y="connsiteY0"/>
                  </a:cxn>
                  <a:cxn ang="0">
                    <a:pos x="connsiteX1" y="connsiteY1"/>
                  </a:cxn>
                  <a:cxn ang="0">
                    <a:pos x="connsiteX2" y="connsiteY2"/>
                  </a:cxn>
                  <a:cxn ang="0">
                    <a:pos x="connsiteX3" y="connsiteY3"/>
                  </a:cxn>
                </a:cxnLst>
                <a:rect l="l" t="t" r="r" b="b"/>
                <a:pathLst>
                  <a:path w="21380" h="31160">
                    <a:moveTo>
                      <a:pt x="0" y="31160"/>
                    </a:moveTo>
                    <a:cubicBezTo>
                      <a:pt x="0" y="31160"/>
                      <a:pt x="2729" y="28545"/>
                      <a:pt x="7733" y="23654"/>
                    </a:cubicBezTo>
                    <a:lnTo>
                      <a:pt x="21380" y="0"/>
                    </a:lnTo>
                    <a:lnTo>
                      <a:pt x="0" y="31160"/>
                    </a:lnTo>
                    <a:close/>
                  </a:path>
                </a:pathLst>
              </a:custGeom>
              <a:no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59" name="Freeform: Shape 58">
                <a:extLst>
                  <a:ext uri="{FF2B5EF4-FFF2-40B4-BE49-F238E27FC236}">
                    <a16:creationId xmlns:a16="http://schemas.microsoft.com/office/drawing/2014/main" id="{3EB41718-35B5-60ED-C882-538C419BEFE3}"/>
                  </a:ext>
                </a:extLst>
              </p:cNvPr>
              <p:cNvSpPr/>
              <p:nvPr/>
            </p:nvSpPr>
            <p:spPr>
              <a:xfrm>
                <a:off x="6930502" y="5539850"/>
                <a:ext cx="1819" cy="1819"/>
              </a:xfrm>
              <a:custGeom>
                <a:avLst/>
                <a:gdLst>
                  <a:gd name="connsiteX0" fmla="*/ 1820 w 1819"/>
                  <a:gd name="connsiteY0" fmla="*/ 0 h 1819"/>
                  <a:gd name="connsiteX1" fmla="*/ 1820 w 1819"/>
                  <a:gd name="connsiteY1" fmla="*/ 0 h 1819"/>
                  <a:gd name="connsiteX2" fmla="*/ 0 w 1819"/>
                  <a:gd name="connsiteY2" fmla="*/ 1820 h 1819"/>
                  <a:gd name="connsiteX3" fmla="*/ 1820 w 1819"/>
                  <a:gd name="connsiteY3" fmla="*/ 0 h 1819"/>
                </a:gdLst>
                <a:ahLst/>
                <a:cxnLst>
                  <a:cxn ang="0">
                    <a:pos x="connsiteX0" y="connsiteY0"/>
                  </a:cxn>
                  <a:cxn ang="0">
                    <a:pos x="connsiteX1" y="connsiteY1"/>
                  </a:cxn>
                  <a:cxn ang="0">
                    <a:pos x="connsiteX2" y="connsiteY2"/>
                  </a:cxn>
                  <a:cxn ang="0">
                    <a:pos x="connsiteX3" y="connsiteY3"/>
                  </a:cxn>
                </a:cxnLst>
                <a:rect l="l" t="t" r="r" b="b"/>
                <a:pathLst>
                  <a:path w="1819" h="1819">
                    <a:moveTo>
                      <a:pt x="1820" y="0"/>
                    </a:moveTo>
                    <a:cubicBezTo>
                      <a:pt x="1820" y="0"/>
                      <a:pt x="1706" y="0"/>
                      <a:pt x="1820" y="0"/>
                    </a:cubicBezTo>
                    <a:cubicBezTo>
                      <a:pt x="1137" y="569"/>
                      <a:pt x="569" y="1251"/>
                      <a:pt x="0" y="1820"/>
                    </a:cubicBezTo>
                    <a:lnTo>
                      <a:pt x="1820" y="0"/>
                    </a:lnTo>
                    <a:close/>
                  </a:path>
                </a:pathLst>
              </a:custGeom>
              <a:solidFill>
                <a:srgbClr val="ED8A63"/>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60" name="Freeform: Shape 59">
                <a:extLst>
                  <a:ext uri="{FF2B5EF4-FFF2-40B4-BE49-F238E27FC236}">
                    <a16:creationId xmlns:a16="http://schemas.microsoft.com/office/drawing/2014/main" id="{AF09DDF1-56AB-7686-C0FA-360ADD2BF754}"/>
                  </a:ext>
                </a:extLst>
              </p:cNvPr>
              <p:cNvSpPr/>
              <p:nvPr/>
            </p:nvSpPr>
            <p:spPr>
              <a:xfrm>
                <a:off x="6579553" y="5541669"/>
                <a:ext cx="350949" cy="345832"/>
              </a:xfrm>
              <a:custGeom>
                <a:avLst/>
                <a:gdLst>
                  <a:gd name="connsiteX0" fmla="*/ 350950 w 350949"/>
                  <a:gd name="connsiteY0" fmla="*/ 0 h 345832"/>
                  <a:gd name="connsiteX1" fmla="*/ 0 w 350949"/>
                  <a:gd name="connsiteY1" fmla="*/ 345832 h 345832"/>
                  <a:gd name="connsiteX2" fmla="*/ 350950 w 350949"/>
                  <a:gd name="connsiteY2" fmla="*/ 0 h 345832"/>
                </a:gdLst>
                <a:ahLst/>
                <a:cxnLst>
                  <a:cxn ang="0">
                    <a:pos x="connsiteX0" y="connsiteY0"/>
                  </a:cxn>
                  <a:cxn ang="0">
                    <a:pos x="connsiteX1" y="connsiteY1"/>
                  </a:cxn>
                  <a:cxn ang="0">
                    <a:pos x="connsiteX2" y="connsiteY2"/>
                  </a:cxn>
                </a:cxnLst>
                <a:rect l="l" t="t" r="r" b="b"/>
                <a:pathLst>
                  <a:path w="350949" h="345832">
                    <a:moveTo>
                      <a:pt x="350950" y="0"/>
                    </a:moveTo>
                    <a:lnTo>
                      <a:pt x="0" y="345832"/>
                    </a:lnTo>
                    <a:cubicBezTo>
                      <a:pt x="114292" y="238705"/>
                      <a:pt x="233701" y="115998"/>
                      <a:pt x="350950" y="0"/>
                    </a:cubicBezTo>
                    <a:close/>
                  </a:path>
                </a:pathLst>
              </a:custGeom>
              <a:no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66" name="Freeform: Shape 65">
                <a:extLst>
                  <a:ext uri="{FF2B5EF4-FFF2-40B4-BE49-F238E27FC236}">
                    <a16:creationId xmlns:a16="http://schemas.microsoft.com/office/drawing/2014/main" id="{8B65C268-9647-9FDF-E079-C60B38AF9813}"/>
                  </a:ext>
                </a:extLst>
              </p:cNvPr>
              <p:cNvSpPr/>
              <p:nvPr/>
            </p:nvSpPr>
            <p:spPr>
              <a:xfrm>
                <a:off x="6439332" y="5268961"/>
                <a:ext cx="11372" cy="113"/>
              </a:xfrm>
              <a:custGeom>
                <a:avLst/>
                <a:gdLst>
                  <a:gd name="connsiteX0" fmla="*/ 0 w 11372"/>
                  <a:gd name="connsiteY0" fmla="*/ 114 h 113"/>
                  <a:gd name="connsiteX1" fmla="*/ 0 w 11372"/>
                  <a:gd name="connsiteY1" fmla="*/ 0 h 113"/>
                  <a:gd name="connsiteX2" fmla="*/ 0 w 11372"/>
                  <a:gd name="connsiteY2" fmla="*/ 114 h 113"/>
                </a:gdLst>
                <a:ahLst/>
                <a:cxnLst>
                  <a:cxn ang="0">
                    <a:pos x="connsiteX0" y="connsiteY0"/>
                  </a:cxn>
                  <a:cxn ang="0">
                    <a:pos x="connsiteX1" y="connsiteY1"/>
                  </a:cxn>
                  <a:cxn ang="0">
                    <a:pos x="connsiteX2" y="connsiteY2"/>
                  </a:cxn>
                </a:cxnLst>
                <a:rect l="l" t="t" r="r" b="b"/>
                <a:pathLst>
                  <a:path w="11372" h="113">
                    <a:moveTo>
                      <a:pt x="0" y="114"/>
                    </a:moveTo>
                    <a:lnTo>
                      <a:pt x="0" y="0"/>
                    </a:lnTo>
                    <a:lnTo>
                      <a:pt x="0" y="114"/>
                    </a:lnTo>
                    <a:close/>
                  </a:path>
                </a:pathLst>
              </a:custGeom>
              <a:no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67" name="Freeform: Shape 66">
                <a:extLst>
                  <a:ext uri="{FF2B5EF4-FFF2-40B4-BE49-F238E27FC236}">
                    <a16:creationId xmlns:a16="http://schemas.microsoft.com/office/drawing/2014/main" id="{9DBB3113-1C43-78FA-5224-9E939D7E1D4A}"/>
                  </a:ext>
                </a:extLst>
              </p:cNvPr>
              <p:cNvSpPr/>
              <p:nvPr/>
            </p:nvSpPr>
            <p:spPr>
              <a:xfrm>
                <a:off x="6224509" y="4959748"/>
                <a:ext cx="573164" cy="681543"/>
              </a:xfrm>
              <a:custGeom>
                <a:avLst/>
                <a:gdLst>
                  <a:gd name="connsiteX0" fmla="*/ 0 w 573164"/>
                  <a:gd name="connsiteY0" fmla="*/ 681543 h 681543"/>
                  <a:gd name="connsiteX1" fmla="*/ 573165 w 573164"/>
                  <a:gd name="connsiteY1" fmla="*/ 0 h 681543"/>
                  <a:gd name="connsiteX2" fmla="*/ 201063 w 573164"/>
                  <a:gd name="connsiteY2" fmla="*/ 332982 h 681543"/>
                  <a:gd name="connsiteX3" fmla="*/ 0 w 573164"/>
                  <a:gd name="connsiteY3" fmla="*/ 681543 h 681543"/>
                </a:gdLst>
                <a:ahLst/>
                <a:cxnLst>
                  <a:cxn ang="0">
                    <a:pos x="connsiteX0" y="connsiteY0"/>
                  </a:cxn>
                  <a:cxn ang="0">
                    <a:pos x="connsiteX1" y="connsiteY1"/>
                  </a:cxn>
                  <a:cxn ang="0">
                    <a:pos x="connsiteX2" y="connsiteY2"/>
                  </a:cxn>
                  <a:cxn ang="0">
                    <a:pos x="connsiteX3" y="connsiteY3"/>
                  </a:cxn>
                </a:cxnLst>
                <a:rect l="l" t="t" r="r" b="b"/>
                <a:pathLst>
                  <a:path w="573164" h="681543">
                    <a:moveTo>
                      <a:pt x="0" y="681543"/>
                    </a:moveTo>
                    <a:lnTo>
                      <a:pt x="573165" y="0"/>
                    </a:lnTo>
                    <a:cubicBezTo>
                      <a:pt x="428964" y="116680"/>
                      <a:pt x="241207" y="294657"/>
                      <a:pt x="201063" y="332982"/>
                    </a:cubicBezTo>
                    <a:lnTo>
                      <a:pt x="0" y="681543"/>
                    </a:lnTo>
                    <a:close/>
                  </a:path>
                </a:pathLst>
              </a:custGeom>
              <a:solidFill>
                <a:srgbClr val="EA8B62"/>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68" name="Freeform: Shape 67">
                <a:extLst>
                  <a:ext uri="{FF2B5EF4-FFF2-40B4-BE49-F238E27FC236}">
                    <a16:creationId xmlns:a16="http://schemas.microsoft.com/office/drawing/2014/main" id="{2611962D-D6EB-E8CB-4BD7-0592CF2FD0A6}"/>
                  </a:ext>
                </a:extLst>
              </p:cNvPr>
              <p:cNvSpPr/>
              <p:nvPr/>
            </p:nvSpPr>
            <p:spPr>
              <a:xfrm>
                <a:off x="6622540" y="4799739"/>
                <a:ext cx="789352" cy="807434"/>
              </a:xfrm>
              <a:custGeom>
                <a:avLst/>
                <a:gdLst>
                  <a:gd name="connsiteX0" fmla="*/ 0 w 789352"/>
                  <a:gd name="connsiteY0" fmla="*/ 807435 h 807434"/>
                  <a:gd name="connsiteX1" fmla="*/ 511754 w 789352"/>
                  <a:gd name="connsiteY1" fmla="*/ 295680 h 807434"/>
                  <a:gd name="connsiteX2" fmla="*/ 789353 w 789352"/>
                  <a:gd name="connsiteY2" fmla="*/ 0 h 807434"/>
                  <a:gd name="connsiteX3" fmla="*/ 789353 w 789352"/>
                  <a:gd name="connsiteY3" fmla="*/ 0 h 807434"/>
                  <a:gd name="connsiteX4" fmla="*/ 739201 w 789352"/>
                  <a:gd name="connsiteY4" fmla="*/ 34117 h 807434"/>
                  <a:gd name="connsiteX5" fmla="*/ 511754 w 789352"/>
                  <a:gd name="connsiteY5" fmla="*/ 250191 h 807434"/>
                  <a:gd name="connsiteX6" fmla="*/ 0 w 789352"/>
                  <a:gd name="connsiteY6" fmla="*/ 807435 h 807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9352" h="807434">
                    <a:moveTo>
                      <a:pt x="0" y="807435"/>
                    </a:moveTo>
                    <a:cubicBezTo>
                      <a:pt x="0" y="807435"/>
                      <a:pt x="386659" y="432148"/>
                      <a:pt x="511754" y="295680"/>
                    </a:cubicBezTo>
                    <a:cubicBezTo>
                      <a:pt x="636850" y="159213"/>
                      <a:pt x="771271" y="68234"/>
                      <a:pt x="789353" y="0"/>
                    </a:cubicBezTo>
                    <a:lnTo>
                      <a:pt x="789353" y="0"/>
                    </a:lnTo>
                    <a:cubicBezTo>
                      <a:pt x="758761" y="17741"/>
                      <a:pt x="739201" y="34117"/>
                      <a:pt x="739201" y="34117"/>
                    </a:cubicBezTo>
                    <a:cubicBezTo>
                      <a:pt x="739201" y="34117"/>
                      <a:pt x="614105" y="159213"/>
                      <a:pt x="511754" y="250191"/>
                    </a:cubicBezTo>
                    <a:cubicBezTo>
                      <a:pt x="409404" y="341170"/>
                      <a:pt x="0" y="807435"/>
                      <a:pt x="0" y="807435"/>
                    </a:cubicBezTo>
                    <a:close/>
                  </a:path>
                </a:pathLst>
              </a:custGeom>
              <a:solidFill>
                <a:srgbClr val="EA8B62"/>
              </a:solidFill>
              <a:ln w="11356" cap="flat">
                <a:noFill/>
                <a:prstDash val="solid"/>
                <a:miter/>
              </a:ln>
            </p:spPr>
            <p:txBody>
              <a:bodyPr rtlCol="0" anchor="ctr"/>
              <a:lstStyle/>
              <a:p>
                <a:pPr defTabSz="990671" fontAlgn="auto">
                  <a:spcBef>
                    <a:spcPts val="0"/>
                  </a:spcBef>
                  <a:spcAft>
                    <a:spcPts val="0"/>
                  </a:spcAft>
                </a:pPr>
                <a:endParaRPr lang="en-US" sz="1950">
                  <a:solidFill>
                    <a:prstClr val="black"/>
                  </a:solidFill>
                  <a:latin typeface="Calibri"/>
                  <a:cs typeface="+mn-cs"/>
                </a:endParaRPr>
              </a:p>
            </p:txBody>
          </p:sp>
          <p:sp>
            <p:nvSpPr>
              <p:cNvPr id="85" name="Freeform: Shape 84">
                <a:extLst>
                  <a:ext uri="{FF2B5EF4-FFF2-40B4-BE49-F238E27FC236}">
                    <a16:creationId xmlns:a16="http://schemas.microsoft.com/office/drawing/2014/main" id="{64C8824C-9E0A-3876-926C-608B58F25289}"/>
                  </a:ext>
                </a:extLst>
              </p:cNvPr>
              <p:cNvSpPr/>
              <p:nvPr/>
            </p:nvSpPr>
            <p:spPr>
              <a:xfrm flipV="1">
                <a:off x="5314397" y="5539850"/>
                <a:ext cx="1617812" cy="1318150"/>
              </a:xfrm>
              <a:custGeom>
                <a:avLst/>
                <a:gdLst>
                  <a:gd name="connsiteX0" fmla="*/ 1617812 w 1617812"/>
                  <a:gd name="connsiteY0" fmla="*/ 1318150 h 1318150"/>
                  <a:gd name="connsiteX1" fmla="*/ 1616106 w 1617812"/>
                  <a:gd name="connsiteY1" fmla="*/ 1316444 h 1318150"/>
                  <a:gd name="connsiteX2" fmla="*/ 1265156 w 1617812"/>
                  <a:gd name="connsiteY2" fmla="*/ 970612 h 1318150"/>
                  <a:gd name="connsiteX3" fmla="*/ 1032820 w 1617812"/>
                  <a:gd name="connsiteY3" fmla="*/ 775122 h 1318150"/>
                  <a:gd name="connsiteX4" fmla="*/ 148167 w 1617812"/>
                  <a:gd name="connsiteY4" fmla="*/ 11243 h 1318150"/>
                  <a:gd name="connsiteX5" fmla="*/ 135778 w 1617812"/>
                  <a:gd name="connsiteY5" fmla="*/ 0 h 1318150"/>
                  <a:gd name="connsiteX6" fmla="*/ 0 w 1617812"/>
                  <a:gd name="connsiteY6" fmla="*/ 0 h 1318150"/>
                  <a:gd name="connsiteX7" fmla="*/ 34911 w 1617812"/>
                  <a:gd name="connsiteY7" fmla="*/ 25009 h 1318150"/>
                  <a:gd name="connsiteX8" fmla="*/ 504348 w 1617812"/>
                  <a:gd name="connsiteY8" fmla="*/ 388463 h 1318150"/>
                  <a:gd name="connsiteX9" fmla="*/ 1617812 w 1617812"/>
                  <a:gd name="connsiteY9" fmla="*/ 1318150 h 131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17812" h="1318150">
                    <a:moveTo>
                      <a:pt x="1617812" y="1318150"/>
                    </a:moveTo>
                    <a:cubicBezTo>
                      <a:pt x="1617243" y="1317581"/>
                      <a:pt x="1616675" y="1317013"/>
                      <a:pt x="1616106" y="1316444"/>
                    </a:cubicBezTo>
                    <a:lnTo>
                      <a:pt x="1265156" y="970612"/>
                    </a:lnTo>
                    <a:cubicBezTo>
                      <a:pt x="1184299" y="894872"/>
                      <a:pt x="1106058" y="827093"/>
                      <a:pt x="1032820" y="775122"/>
                    </a:cubicBezTo>
                    <a:cubicBezTo>
                      <a:pt x="773645" y="591231"/>
                      <a:pt x="330124" y="181827"/>
                      <a:pt x="148167" y="11243"/>
                    </a:cubicBezTo>
                    <a:lnTo>
                      <a:pt x="135778" y="0"/>
                    </a:lnTo>
                    <a:lnTo>
                      <a:pt x="0" y="0"/>
                    </a:lnTo>
                    <a:lnTo>
                      <a:pt x="34911" y="25009"/>
                    </a:lnTo>
                    <a:cubicBezTo>
                      <a:pt x="239345" y="172979"/>
                      <a:pt x="407911" y="301635"/>
                      <a:pt x="504348" y="388463"/>
                    </a:cubicBezTo>
                    <a:cubicBezTo>
                      <a:pt x="943433" y="783878"/>
                      <a:pt x="1615424" y="1316217"/>
                      <a:pt x="1617812" y="1318150"/>
                    </a:cubicBezTo>
                    <a:close/>
                  </a:path>
                </a:pathLst>
              </a:custGeom>
              <a:solidFill>
                <a:srgbClr val="EA8B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pPr>
                <a:endParaRPr lang="en-US" sz="1950">
                  <a:solidFill>
                    <a:prstClr val="white"/>
                  </a:solidFill>
                  <a:latin typeface="Calibri"/>
                </a:endParaRPr>
              </a:p>
            </p:txBody>
          </p:sp>
          <p:sp>
            <p:nvSpPr>
              <p:cNvPr id="50" name="Freeform: Shape 49">
                <a:extLst>
                  <a:ext uri="{FF2B5EF4-FFF2-40B4-BE49-F238E27FC236}">
                    <a16:creationId xmlns:a16="http://schemas.microsoft.com/office/drawing/2014/main" id="{28743F76-7141-5BEC-ABED-C5574F4303FD}"/>
                  </a:ext>
                </a:extLst>
              </p:cNvPr>
              <p:cNvSpPr/>
              <p:nvPr/>
            </p:nvSpPr>
            <p:spPr>
              <a:xfrm>
                <a:off x="3652846" y="6352854"/>
                <a:ext cx="2177381" cy="538164"/>
              </a:xfrm>
              <a:custGeom>
                <a:avLst/>
                <a:gdLst>
                  <a:gd name="connsiteX0" fmla="*/ 599122 w 2177381"/>
                  <a:gd name="connsiteY0" fmla="*/ 0 h 366765"/>
                  <a:gd name="connsiteX1" fmla="*/ 2177381 w 2177381"/>
                  <a:gd name="connsiteY1" fmla="*/ 221063 h 366765"/>
                  <a:gd name="connsiteX2" fmla="*/ 1998820 w 2177381"/>
                  <a:gd name="connsiteY2" fmla="*/ 366765 h 366765"/>
                  <a:gd name="connsiteX3" fmla="*/ 0 w 2177381"/>
                  <a:gd name="connsiteY3" fmla="*/ 366765 h 366765"/>
                  <a:gd name="connsiteX4" fmla="*/ 599122 w 2177381"/>
                  <a:gd name="connsiteY4" fmla="*/ 0 h 3667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77381" h="366765">
                    <a:moveTo>
                      <a:pt x="599122" y="0"/>
                    </a:moveTo>
                    <a:lnTo>
                      <a:pt x="2177381" y="221063"/>
                    </a:lnTo>
                    <a:lnTo>
                      <a:pt x="1998820" y="366765"/>
                    </a:lnTo>
                    <a:lnTo>
                      <a:pt x="0" y="366765"/>
                    </a:lnTo>
                    <a:lnTo>
                      <a:pt x="599122" y="0"/>
                    </a:lnTo>
                    <a:close/>
                  </a:path>
                </a:pathLst>
              </a:custGeom>
              <a:gradFill>
                <a:gsLst>
                  <a:gs pos="19000">
                    <a:schemeClr val="accent5"/>
                  </a:gs>
                  <a:gs pos="75000">
                    <a:schemeClr val="accent5">
                      <a:lumMod val="75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defTabSz="990671" fontAlgn="auto">
                  <a:spcBef>
                    <a:spcPts val="0"/>
                  </a:spcBef>
                  <a:spcAft>
                    <a:spcPts val="0"/>
                  </a:spcAft>
                </a:pPr>
                <a:endParaRPr lang="en-US" sz="1950">
                  <a:solidFill>
                    <a:prstClr val="white"/>
                  </a:solidFill>
                  <a:latin typeface="Calibri"/>
                </a:endParaRPr>
              </a:p>
            </p:txBody>
          </p:sp>
        </p:grpSp>
      </p:grpSp>
      <p:grpSp>
        <p:nvGrpSpPr>
          <p:cNvPr id="90" name="Group 89">
            <a:extLst>
              <a:ext uri="{FF2B5EF4-FFF2-40B4-BE49-F238E27FC236}">
                <a16:creationId xmlns:a16="http://schemas.microsoft.com/office/drawing/2014/main" id="{388FBF4A-D9DB-8B49-4EE1-1A12BD7EC0BA}"/>
              </a:ext>
            </a:extLst>
          </p:cNvPr>
          <p:cNvGrpSpPr/>
          <p:nvPr/>
        </p:nvGrpSpPr>
        <p:grpSpPr>
          <a:xfrm>
            <a:off x="-4410479" y="1907435"/>
            <a:ext cx="1858107" cy="819304"/>
            <a:chOff x="7663543" y="1850570"/>
            <a:chExt cx="3111389" cy="1008112"/>
          </a:xfrm>
        </p:grpSpPr>
        <p:sp>
          <p:nvSpPr>
            <p:cNvPr id="91" name="TextBox 90">
              <a:extLst>
                <a:ext uri="{FF2B5EF4-FFF2-40B4-BE49-F238E27FC236}">
                  <a16:creationId xmlns:a16="http://schemas.microsoft.com/office/drawing/2014/main" id="{850C7E01-B6DE-70E4-1CA7-72B85F70A7A2}"/>
                </a:ext>
              </a:extLst>
            </p:cNvPr>
            <p:cNvSpPr txBox="1"/>
            <p:nvPr/>
          </p:nvSpPr>
          <p:spPr>
            <a:xfrm>
              <a:off x="7663543" y="2270177"/>
              <a:ext cx="3111389" cy="588505"/>
            </a:xfrm>
            <a:prstGeom prst="rect">
              <a:avLst/>
            </a:prstGeom>
            <a:noFill/>
          </p:spPr>
          <p:txBody>
            <a:bodyPr wrap="square" lIns="0" tIns="0" rIns="0" bIns="0" rtlCol="0" anchor="t">
              <a:noAutofit/>
            </a:bodyPr>
            <a:lstStyle/>
            <a:p>
              <a:pPr algn="r" defTabSz="990671" fontAlgn="auto">
                <a:lnSpc>
                  <a:spcPct val="110000"/>
                </a:lnSpc>
                <a:spcBef>
                  <a:spcPts val="0"/>
                </a:spcBef>
                <a:spcAft>
                  <a:spcPts val="0"/>
                </a:spcAft>
                <a:defRPr/>
              </a:pPr>
              <a:r>
                <a:rPr lang="en-US" sz="1138" kern="0" dirty="0">
                  <a:solidFill>
                    <a:prstClr val="black">
                      <a:lumMod val="95000"/>
                      <a:lumOff val="5000"/>
                    </a:prstClr>
                  </a:solidFill>
                  <a:latin typeface="Calibri"/>
                  <a:ea typeface="Open Sans" panose="020B0606030504020204" pitchFamily="34" charset="0"/>
                  <a:cs typeface="Open Sans" panose="020B0606030504020204" pitchFamily="34" charset="0"/>
                </a:rPr>
                <a:t>This is a sample text. Insert your desired text here. </a:t>
              </a:r>
            </a:p>
          </p:txBody>
        </p:sp>
        <p:sp>
          <p:nvSpPr>
            <p:cNvPr id="92" name="TextBox 91">
              <a:extLst>
                <a:ext uri="{FF2B5EF4-FFF2-40B4-BE49-F238E27FC236}">
                  <a16:creationId xmlns:a16="http://schemas.microsoft.com/office/drawing/2014/main" id="{9FC6EC55-D1C0-45F1-43EC-65839699377C}"/>
                </a:ext>
              </a:extLst>
            </p:cNvPr>
            <p:cNvSpPr txBox="1"/>
            <p:nvPr/>
          </p:nvSpPr>
          <p:spPr>
            <a:xfrm>
              <a:off x="7663543" y="1850570"/>
              <a:ext cx="3111389" cy="295818"/>
            </a:xfrm>
            <a:prstGeom prst="rect">
              <a:avLst/>
            </a:prstGeom>
            <a:noFill/>
          </p:spPr>
          <p:txBody>
            <a:bodyPr wrap="square" lIns="0" tIns="0" rIns="0" bIns="0" rtlCol="0" anchor="ctr">
              <a:noAutofit/>
            </a:bodyPr>
            <a:lstStyle/>
            <a:p>
              <a:pPr algn="r" defTabSz="990671" fontAlgn="auto">
                <a:lnSpc>
                  <a:spcPct val="110000"/>
                </a:lnSpc>
                <a:spcBef>
                  <a:spcPts val="0"/>
                </a:spcBef>
                <a:spcAft>
                  <a:spcPts val="0"/>
                </a:spcAft>
              </a:pPr>
              <a:r>
                <a:rPr lang="en-US" sz="1463" b="1" dirty="0">
                  <a:solidFill>
                    <a:prstClr val="black">
                      <a:lumMod val="95000"/>
                      <a:lumOff val="5000"/>
                    </a:prstClr>
                  </a:solidFill>
                  <a:latin typeface="Calibri"/>
                  <a:cs typeface="Segoe UI Light" panose="020B0502040204020203" pitchFamily="34" charset="0"/>
                </a:rPr>
                <a:t>Placeholder</a:t>
              </a:r>
            </a:p>
          </p:txBody>
        </p:sp>
      </p:grpSp>
      <p:grpSp>
        <p:nvGrpSpPr>
          <p:cNvPr id="93" name="Group 92">
            <a:extLst>
              <a:ext uri="{FF2B5EF4-FFF2-40B4-BE49-F238E27FC236}">
                <a16:creationId xmlns:a16="http://schemas.microsoft.com/office/drawing/2014/main" id="{6CE0A601-EBA5-CF3E-6A03-A12BE002B640}"/>
              </a:ext>
            </a:extLst>
          </p:cNvPr>
          <p:cNvGrpSpPr/>
          <p:nvPr/>
        </p:nvGrpSpPr>
        <p:grpSpPr>
          <a:xfrm>
            <a:off x="11781011" y="4833522"/>
            <a:ext cx="1858107" cy="819304"/>
            <a:chOff x="7663543" y="1850570"/>
            <a:chExt cx="3111389" cy="1008112"/>
          </a:xfrm>
        </p:grpSpPr>
        <p:sp>
          <p:nvSpPr>
            <p:cNvPr id="94" name="TextBox 93">
              <a:extLst>
                <a:ext uri="{FF2B5EF4-FFF2-40B4-BE49-F238E27FC236}">
                  <a16:creationId xmlns:a16="http://schemas.microsoft.com/office/drawing/2014/main" id="{22D36257-7043-46C1-B439-C633BB715E93}"/>
                </a:ext>
              </a:extLst>
            </p:cNvPr>
            <p:cNvSpPr txBox="1"/>
            <p:nvPr/>
          </p:nvSpPr>
          <p:spPr>
            <a:xfrm>
              <a:off x="7663543" y="2270177"/>
              <a:ext cx="3111389" cy="588505"/>
            </a:xfrm>
            <a:prstGeom prst="rect">
              <a:avLst/>
            </a:prstGeom>
            <a:noFill/>
          </p:spPr>
          <p:txBody>
            <a:bodyPr wrap="square" lIns="0" tIns="0" rIns="0" bIns="0" rtlCol="0" anchor="t">
              <a:noAutofit/>
            </a:bodyPr>
            <a:lstStyle/>
            <a:p>
              <a:pPr defTabSz="990671" fontAlgn="auto">
                <a:lnSpc>
                  <a:spcPct val="110000"/>
                </a:lnSpc>
                <a:spcBef>
                  <a:spcPts val="0"/>
                </a:spcBef>
                <a:spcAft>
                  <a:spcPts val="0"/>
                </a:spcAft>
                <a:defRPr/>
              </a:pPr>
              <a:r>
                <a:rPr lang="en-US" sz="1138" kern="0" dirty="0">
                  <a:solidFill>
                    <a:prstClr val="black"/>
                  </a:solidFill>
                  <a:latin typeface="Calibri"/>
                  <a:ea typeface="Open Sans" panose="020B0606030504020204" pitchFamily="34" charset="0"/>
                  <a:cs typeface="Open Sans" panose="020B0606030504020204" pitchFamily="34" charset="0"/>
                </a:rPr>
                <a:t>This is a sample text. Insert your desired text here. </a:t>
              </a:r>
            </a:p>
          </p:txBody>
        </p:sp>
        <p:sp>
          <p:nvSpPr>
            <p:cNvPr id="95" name="TextBox 94">
              <a:extLst>
                <a:ext uri="{FF2B5EF4-FFF2-40B4-BE49-F238E27FC236}">
                  <a16:creationId xmlns:a16="http://schemas.microsoft.com/office/drawing/2014/main" id="{F36B6605-F835-9041-90D3-15A50E3B38D4}"/>
                </a:ext>
              </a:extLst>
            </p:cNvPr>
            <p:cNvSpPr txBox="1"/>
            <p:nvPr/>
          </p:nvSpPr>
          <p:spPr>
            <a:xfrm>
              <a:off x="7663543" y="1850570"/>
              <a:ext cx="3111389" cy="295818"/>
            </a:xfrm>
            <a:prstGeom prst="rect">
              <a:avLst/>
            </a:prstGeom>
            <a:noFill/>
          </p:spPr>
          <p:txBody>
            <a:bodyPr wrap="square" lIns="0" tIns="0" rIns="0" bIns="0" rtlCol="0" anchor="ctr">
              <a:noAutofit/>
            </a:bodyPr>
            <a:lstStyle/>
            <a:p>
              <a:pPr defTabSz="990671" fontAlgn="auto">
                <a:lnSpc>
                  <a:spcPct val="110000"/>
                </a:lnSpc>
                <a:spcBef>
                  <a:spcPts val="0"/>
                </a:spcBef>
                <a:spcAft>
                  <a:spcPts val="0"/>
                </a:spcAft>
              </a:pPr>
              <a:r>
                <a:rPr lang="en-US" sz="1463" b="1" dirty="0">
                  <a:solidFill>
                    <a:prstClr val="black"/>
                  </a:solidFill>
                  <a:latin typeface="Calibri"/>
                  <a:cs typeface="Segoe UI Light" panose="020B0502040204020203" pitchFamily="34" charset="0"/>
                </a:rPr>
                <a:t>Placeholder</a:t>
              </a:r>
            </a:p>
          </p:txBody>
        </p:sp>
      </p:grpSp>
      <p:sp>
        <p:nvSpPr>
          <p:cNvPr id="12" name="Rectangle 11">
            <a:extLst>
              <a:ext uri="{FF2B5EF4-FFF2-40B4-BE49-F238E27FC236}">
                <a16:creationId xmlns:a16="http://schemas.microsoft.com/office/drawing/2014/main" id="{989BB8DF-9AB7-F7C0-51CB-93273CC8A12C}"/>
              </a:ext>
            </a:extLst>
          </p:cNvPr>
          <p:cNvSpPr/>
          <p:nvPr/>
        </p:nvSpPr>
        <p:spPr>
          <a:xfrm>
            <a:off x="4120003" y="2260304"/>
            <a:ext cx="5785373" cy="2719212"/>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14" name="TextBox 13">
            <a:extLst>
              <a:ext uri="{FF2B5EF4-FFF2-40B4-BE49-F238E27FC236}">
                <a16:creationId xmlns:a16="http://schemas.microsoft.com/office/drawing/2014/main" id="{A248BB76-FAA6-52D5-4587-3B5231A2613A}"/>
              </a:ext>
            </a:extLst>
          </p:cNvPr>
          <p:cNvSpPr txBox="1"/>
          <p:nvPr/>
        </p:nvSpPr>
        <p:spPr>
          <a:xfrm>
            <a:off x="4685216" y="3128566"/>
            <a:ext cx="4279239" cy="1275847"/>
          </a:xfrm>
          <a:prstGeom prst="rect">
            <a:avLst/>
          </a:prstGeom>
          <a:noFill/>
        </p:spPr>
        <p:txBody>
          <a:bodyPr wrap="square" lIns="0" tIns="0" rIns="0" bIns="0" rtlCol="0" anchor="t">
            <a:noAutofit/>
          </a:bodyPr>
          <a:lstStyle/>
          <a:p>
            <a:pPr defTabSz="990671" fontAlgn="auto">
              <a:lnSpc>
                <a:spcPct val="110000"/>
              </a:lnSpc>
              <a:spcBef>
                <a:spcPts val="0"/>
              </a:spcBef>
              <a:spcAft>
                <a:spcPts val="0"/>
              </a:spcAft>
              <a:defRPr/>
            </a:pPr>
            <a:r>
              <a:rPr lang="en-US" sz="1138" kern="0" dirty="0">
                <a:solidFill>
                  <a:prstClr val="black"/>
                </a:solidFill>
                <a:latin typeface="Calibri"/>
                <a:ea typeface="Open Sans" panose="020B0606030504020204" pitchFamily="34" charset="0"/>
                <a:cs typeface="Open Sans" panose="020B0606030504020204" pitchFamily="34" charset="0"/>
              </a:rPr>
              <a:t>This is a sample text. Insert your desired text here. This is a sample text. Insert your desired text here. This is a sample text. Insert your desired text here. </a:t>
            </a:r>
          </a:p>
          <a:p>
            <a:pPr defTabSz="990671" fontAlgn="auto">
              <a:lnSpc>
                <a:spcPct val="110000"/>
              </a:lnSpc>
              <a:spcBef>
                <a:spcPts val="0"/>
              </a:spcBef>
              <a:spcAft>
                <a:spcPts val="0"/>
              </a:spcAft>
              <a:defRPr/>
            </a:pPr>
            <a:endParaRPr lang="en-US" sz="1138" kern="0" dirty="0">
              <a:solidFill>
                <a:prstClr val="black"/>
              </a:solidFill>
              <a:latin typeface="Calibri"/>
              <a:ea typeface="Open Sans" panose="020B0606030504020204" pitchFamily="34" charset="0"/>
              <a:cs typeface="Open Sans" panose="020B0606030504020204" pitchFamily="34" charset="0"/>
            </a:endParaRPr>
          </a:p>
          <a:p>
            <a:pPr defTabSz="990671" fontAlgn="auto">
              <a:lnSpc>
                <a:spcPct val="110000"/>
              </a:lnSpc>
              <a:spcBef>
                <a:spcPts val="0"/>
              </a:spcBef>
              <a:spcAft>
                <a:spcPts val="0"/>
              </a:spcAft>
              <a:defRPr/>
            </a:pPr>
            <a:r>
              <a:rPr lang="en-US" sz="1138" kern="0" dirty="0">
                <a:solidFill>
                  <a:prstClr val="black"/>
                </a:solidFill>
                <a:latin typeface="Calibri"/>
                <a:ea typeface="Open Sans" panose="020B0606030504020204" pitchFamily="34" charset="0"/>
                <a:cs typeface="Open Sans" panose="020B0606030504020204" pitchFamily="34" charset="0"/>
              </a:rPr>
              <a:t>This is a sample text. Insert your desired text here. This is a sample text. Insert your desired text here. </a:t>
            </a:r>
          </a:p>
          <a:p>
            <a:pPr defTabSz="990671" fontAlgn="auto">
              <a:lnSpc>
                <a:spcPct val="110000"/>
              </a:lnSpc>
              <a:spcBef>
                <a:spcPts val="0"/>
              </a:spcBef>
              <a:spcAft>
                <a:spcPts val="0"/>
              </a:spcAft>
              <a:defRPr/>
            </a:pPr>
            <a:endParaRPr lang="en-US" sz="1138" kern="0" dirty="0">
              <a:solidFill>
                <a:prstClr val="black"/>
              </a:solidFill>
              <a:latin typeface="Calibri"/>
              <a:ea typeface="Open Sans" panose="020B0606030504020204" pitchFamily="34" charset="0"/>
              <a:cs typeface="Open Sans" panose="020B0606030504020204" pitchFamily="34" charset="0"/>
            </a:endParaRPr>
          </a:p>
        </p:txBody>
      </p:sp>
      <p:sp>
        <p:nvSpPr>
          <p:cNvPr id="15" name="TextBox 14">
            <a:extLst>
              <a:ext uri="{FF2B5EF4-FFF2-40B4-BE49-F238E27FC236}">
                <a16:creationId xmlns:a16="http://schemas.microsoft.com/office/drawing/2014/main" id="{8FD6E1B0-41E9-1CB9-CF27-6F350F04FAC2}"/>
              </a:ext>
            </a:extLst>
          </p:cNvPr>
          <p:cNvSpPr txBox="1"/>
          <p:nvPr/>
        </p:nvSpPr>
        <p:spPr>
          <a:xfrm>
            <a:off x="4660391" y="2609696"/>
            <a:ext cx="2248310" cy="319992"/>
          </a:xfrm>
          <a:prstGeom prst="rect">
            <a:avLst/>
          </a:prstGeom>
          <a:noFill/>
        </p:spPr>
        <p:txBody>
          <a:bodyPr wrap="square" lIns="0" tIns="0" rIns="0" bIns="0" rtlCol="0" anchor="ctr">
            <a:noAutofit/>
          </a:bodyPr>
          <a:lstStyle/>
          <a:p>
            <a:pPr defTabSz="990671" fontAlgn="auto">
              <a:lnSpc>
                <a:spcPct val="110000"/>
              </a:lnSpc>
              <a:spcBef>
                <a:spcPts val="0"/>
              </a:spcBef>
              <a:spcAft>
                <a:spcPts val="0"/>
              </a:spcAft>
            </a:pPr>
            <a:r>
              <a:rPr lang="en-US" sz="2276" b="1" dirty="0">
                <a:solidFill>
                  <a:prstClr val="black">
                    <a:lumMod val="75000"/>
                    <a:lumOff val="25000"/>
                  </a:prstClr>
                </a:solidFill>
                <a:latin typeface="Calibri"/>
                <a:cs typeface="Segoe UI Light" panose="020B0502040204020203" pitchFamily="34" charset="0"/>
              </a:rPr>
              <a:t>Placeholder</a:t>
            </a:r>
          </a:p>
        </p:txBody>
      </p:sp>
    </p:spTree>
    <p:extLst>
      <p:ext uri="{BB962C8B-B14F-4D97-AF65-F5344CB8AC3E}">
        <p14:creationId xmlns:p14="http://schemas.microsoft.com/office/powerpoint/2010/main" val="8400900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right)">
                                      <p:cBhvr>
                                        <p:cTn id="7" dur="500"/>
                                        <p:tgtEl>
                                          <p:spTgt spid="12"/>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p:bldP spid="15"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Freeform 21"/>
          <p:cNvSpPr>
            <a:spLocks/>
          </p:cNvSpPr>
          <p:nvPr/>
        </p:nvSpPr>
        <p:spPr bwMode="auto">
          <a:xfrm>
            <a:off x="1" y="1503965"/>
            <a:ext cx="9906000" cy="2420464"/>
          </a:xfrm>
          <a:custGeom>
            <a:avLst/>
            <a:gdLst/>
            <a:ahLst/>
            <a:cxnLst>
              <a:cxn ang="0">
                <a:pos x="3047" y="183"/>
              </a:cxn>
              <a:cxn ang="0">
                <a:pos x="3096" y="314"/>
              </a:cxn>
              <a:cxn ang="0">
                <a:pos x="3145" y="1087"/>
              </a:cxn>
              <a:cxn ang="0">
                <a:pos x="3490" y="1151"/>
              </a:cxn>
              <a:cxn ang="0">
                <a:pos x="3807" y="1579"/>
              </a:cxn>
              <a:cxn ang="0">
                <a:pos x="3923" y="1668"/>
              </a:cxn>
              <a:cxn ang="0">
                <a:pos x="3965" y="614"/>
              </a:cxn>
              <a:cxn ang="0">
                <a:pos x="4345" y="1607"/>
              </a:cxn>
              <a:cxn ang="0">
                <a:pos x="4627" y="1720"/>
              </a:cxn>
              <a:cxn ang="0">
                <a:pos x="4737" y="860"/>
              </a:cxn>
              <a:cxn ang="0">
                <a:pos x="4762" y="635"/>
              </a:cxn>
              <a:cxn ang="0">
                <a:pos x="4804" y="563"/>
              </a:cxn>
              <a:cxn ang="0">
                <a:pos x="4930" y="563"/>
              </a:cxn>
              <a:cxn ang="0">
                <a:pos x="4972" y="635"/>
              </a:cxn>
              <a:cxn ang="0">
                <a:pos x="4998" y="860"/>
              </a:cxn>
              <a:cxn ang="0">
                <a:pos x="5154" y="1631"/>
              </a:cxn>
              <a:cxn ang="0">
                <a:pos x="5291" y="1668"/>
              </a:cxn>
              <a:cxn ang="0">
                <a:pos x="5476" y="1720"/>
              </a:cxn>
              <a:cxn ang="0">
                <a:pos x="5622" y="1701"/>
              </a:cxn>
              <a:cxn ang="0">
                <a:pos x="5974" y="937"/>
              </a:cxn>
              <a:cxn ang="0">
                <a:pos x="5993" y="563"/>
              </a:cxn>
              <a:cxn ang="0">
                <a:pos x="6315" y="1052"/>
              </a:cxn>
              <a:cxn ang="0">
                <a:pos x="6541" y="1052"/>
              </a:cxn>
              <a:cxn ang="0">
                <a:pos x="6690" y="1607"/>
              </a:cxn>
              <a:cxn ang="0">
                <a:pos x="6811" y="1701"/>
              </a:cxn>
              <a:cxn ang="0">
                <a:pos x="7114" y="1607"/>
              </a:cxn>
              <a:cxn ang="0">
                <a:pos x="7166" y="1753"/>
              </a:cxn>
              <a:cxn ang="0">
                <a:pos x="7322" y="1689"/>
              </a:cxn>
              <a:cxn ang="0">
                <a:pos x="7455" y="1701"/>
              </a:cxn>
              <a:cxn ang="0">
                <a:pos x="7615" y="1654"/>
              </a:cxn>
              <a:cxn ang="0">
                <a:pos x="7690" y="1879"/>
              </a:cxn>
              <a:cxn ang="0">
                <a:pos x="40" y="1739"/>
              </a:cxn>
              <a:cxn ang="0">
                <a:pos x="149" y="1739"/>
              </a:cxn>
              <a:cxn ang="0">
                <a:pos x="289" y="1221"/>
              </a:cxn>
              <a:cxn ang="0">
                <a:pos x="345" y="1062"/>
              </a:cxn>
              <a:cxn ang="0">
                <a:pos x="508" y="1108"/>
              </a:cxn>
              <a:cxn ang="0">
                <a:pos x="629" y="1715"/>
              </a:cxn>
              <a:cxn ang="0">
                <a:pos x="832" y="1631"/>
              </a:cxn>
              <a:cxn ang="0">
                <a:pos x="888" y="1715"/>
              </a:cxn>
              <a:cxn ang="0">
                <a:pos x="1023" y="1739"/>
              </a:cxn>
              <a:cxn ang="0">
                <a:pos x="1117" y="1298"/>
              </a:cxn>
              <a:cxn ang="0">
                <a:pos x="1720" y="724"/>
              </a:cxn>
              <a:cxn ang="0">
                <a:pos x="1781" y="1739"/>
              </a:cxn>
              <a:cxn ang="0">
                <a:pos x="1862" y="1668"/>
              </a:cxn>
              <a:cxn ang="0">
                <a:pos x="2077" y="1600"/>
              </a:cxn>
              <a:cxn ang="0">
                <a:pos x="2198" y="1668"/>
              </a:cxn>
              <a:cxn ang="0">
                <a:pos x="2305" y="991"/>
              </a:cxn>
              <a:cxn ang="0">
                <a:pos x="2436" y="743"/>
              </a:cxn>
              <a:cxn ang="0">
                <a:pos x="2585" y="743"/>
              </a:cxn>
              <a:cxn ang="0">
                <a:pos x="2746" y="991"/>
              </a:cxn>
              <a:cxn ang="0">
                <a:pos x="2769" y="1221"/>
              </a:cxn>
              <a:cxn ang="0">
                <a:pos x="2839" y="595"/>
              </a:cxn>
              <a:cxn ang="0">
                <a:pos x="2865" y="183"/>
              </a:cxn>
            </a:cxnLst>
            <a:rect l="0" t="0" r="r" b="b"/>
            <a:pathLst>
              <a:path w="7690" h="1879">
                <a:moveTo>
                  <a:pt x="2888" y="0"/>
                </a:moveTo>
                <a:lnTo>
                  <a:pt x="3047" y="0"/>
                </a:lnTo>
                <a:lnTo>
                  <a:pt x="3047" y="183"/>
                </a:lnTo>
                <a:lnTo>
                  <a:pt x="3070" y="183"/>
                </a:lnTo>
                <a:lnTo>
                  <a:pt x="3070" y="314"/>
                </a:lnTo>
                <a:lnTo>
                  <a:pt x="3096" y="314"/>
                </a:lnTo>
                <a:lnTo>
                  <a:pt x="3096" y="595"/>
                </a:lnTo>
                <a:lnTo>
                  <a:pt x="3145" y="595"/>
                </a:lnTo>
                <a:lnTo>
                  <a:pt x="3145" y="1087"/>
                </a:lnTo>
                <a:lnTo>
                  <a:pt x="3340" y="1087"/>
                </a:lnTo>
                <a:lnTo>
                  <a:pt x="3340" y="1151"/>
                </a:lnTo>
                <a:lnTo>
                  <a:pt x="3490" y="1151"/>
                </a:lnTo>
                <a:lnTo>
                  <a:pt x="3490" y="614"/>
                </a:lnTo>
                <a:lnTo>
                  <a:pt x="3807" y="614"/>
                </a:lnTo>
                <a:lnTo>
                  <a:pt x="3807" y="1579"/>
                </a:lnTo>
                <a:lnTo>
                  <a:pt x="3881" y="1579"/>
                </a:lnTo>
                <a:lnTo>
                  <a:pt x="3881" y="1668"/>
                </a:lnTo>
                <a:lnTo>
                  <a:pt x="3923" y="1668"/>
                </a:lnTo>
                <a:lnTo>
                  <a:pt x="3923" y="1579"/>
                </a:lnTo>
                <a:lnTo>
                  <a:pt x="3965" y="1579"/>
                </a:lnTo>
                <a:lnTo>
                  <a:pt x="3965" y="614"/>
                </a:lnTo>
                <a:lnTo>
                  <a:pt x="4294" y="614"/>
                </a:lnTo>
                <a:lnTo>
                  <a:pt x="4294" y="1607"/>
                </a:lnTo>
                <a:lnTo>
                  <a:pt x="4345" y="1607"/>
                </a:lnTo>
                <a:lnTo>
                  <a:pt x="4345" y="270"/>
                </a:lnTo>
                <a:lnTo>
                  <a:pt x="4627" y="270"/>
                </a:lnTo>
                <a:lnTo>
                  <a:pt x="4627" y="1720"/>
                </a:lnTo>
                <a:lnTo>
                  <a:pt x="4709" y="1720"/>
                </a:lnTo>
                <a:lnTo>
                  <a:pt x="4709" y="860"/>
                </a:lnTo>
                <a:lnTo>
                  <a:pt x="4737" y="860"/>
                </a:lnTo>
                <a:lnTo>
                  <a:pt x="4737" y="743"/>
                </a:lnTo>
                <a:lnTo>
                  <a:pt x="4762" y="743"/>
                </a:lnTo>
                <a:lnTo>
                  <a:pt x="4762" y="635"/>
                </a:lnTo>
                <a:lnTo>
                  <a:pt x="4779" y="635"/>
                </a:lnTo>
                <a:lnTo>
                  <a:pt x="4779" y="563"/>
                </a:lnTo>
                <a:lnTo>
                  <a:pt x="4804" y="563"/>
                </a:lnTo>
                <a:lnTo>
                  <a:pt x="4804" y="502"/>
                </a:lnTo>
                <a:lnTo>
                  <a:pt x="4930" y="502"/>
                </a:lnTo>
                <a:lnTo>
                  <a:pt x="4930" y="563"/>
                </a:lnTo>
                <a:lnTo>
                  <a:pt x="4956" y="563"/>
                </a:lnTo>
                <a:lnTo>
                  <a:pt x="4956" y="635"/>
                </a:lnTo>
                <a:lnTo>
                  <a:pt x="4972" y="635"/>
                </a:lnTo>
                <a:lnTo>
                  <a:pt x="4972" y="743"/>
                </a:lnTo>
                <a:lnTo>
                  <a:pt x="4998" y="743"/>
                </a:lnTo>
                <a:lnTo>
                  <a:pt x="4998" y="860"/>
                </a:lnTo>
                <a:lnTo>
                  <a:pt x="5026" y="860"/>
                </a:lnTo>
                <a:lnTo>
                  <a:pt x="5026" y="1631"/>
                </a:lnTo>
                <a:lnTo>
                  <a:pt x="5154" y="1631"/>
                </a:lnTo>
                <a:lnTo>
                  <a:pt x="5154" y="1701"/>
                </a:lnTo>
                <a:lnTo>
                  <a:pt x="5291" y="1701"/>
                </a:lnTo>
                <a:lnTo>
                  <a:pt x="5291" y="1668"/>
                </a:lnTo>
                <a:lnTo>
                  <a:pt x="5361" y="1668"/>
                </a:lnTo>
                <a:lnTo>
                  <a:pt x="5361" y="1720"/>
                </a:lnTo>
                <a:lnTo>
                  <a:pt x="5476" y="1720"/>
                </a:lnTo>
                <a:lnTo>
                  <a:pt x="5476" y="1668"/>
                </a:lnTo>
                <a:lnTo>
                  <a:pt x="5622" y="1668"/>
                </a:lnTo>
                <a:lnTo>
                  <a:pt x="5622" y="1701"/>
                </a:lnTo>
                <a:lnTo>
                  <a:pt x="5671" y="1701"/>
                </a:lnTo>
                <a:lnTo>
                  <a:pt x="5671" y="937"/>
                </a:lnTo>
                <a:lnTo>
                  <a:pt x="5974" y="937"/>
                </a:lnTo>
                <a:lnTo>
                  <a:pt x="5974" y="1701"/>
                </a:lnTo>
                <a:lnTo>
                  <a:pt x="5993" y="1701"/>
                </a:lnTo>
                <a:lnTo>
                  <a:pt x="5993" y="563"/>
                </a:lnTo>
                <a:lnTo>
                  <a:pt x="6282" y="563"/>
                </a:lnTo>
                <a:lnTo>
                  <a:pt x="6282" y="1052"/>
                </a:lnTo>
                <a:lnTo>
                  <a:pt x="6315" y="1052"/>
                </a:lnTo>
                <a:lnTo>
                  <a:pt x="6315" y="991"/>
                </a:lnTo>
                <a:lnTo>
                  <a:pt x="6541" y="991"/>
                </a:lnTo>
                <a:lnTo>
                  <a:pt x="6541" y="1052"/>
                </a:lnTo>
                <a:lnTo>
                  <a:pt x="6574" y="1052"/>
                </a:lnTo>
                <a:lnTo>
                  <a:pt x="6574" y="1607"/>
                </a:lnTo>
                <a:lnTo>
                  <a:pt x="6690" y="1607"/>
                </a:lnTo>
                <a:lnTo>
                  <a:pt x="6690" y="1668"/>
                </a:lnTo>
                <a:lnTo>
                  <a:pt x="6811" y="1668"/>
                </a:lnTo>
                <a:lnTo>
                  <a:pt x="6811" y="1701"/>
                </a:lnTo>
                <a:lnTo>
                  <a:pt x="7068" y="1701"/>
                </a:lnTo>
                <a:lnTo>
                  <a:pt x="7068" y="1607"/>
                </a:lnTo>
                <a:lnTo>
                  <a:pt x="7114" y="1607"/>
                </a:lnTo>
                <a:lnTo>
                  <a:pt x="7114" y="1720"/>
                </a:lnTo>
                <a:lnTo>
                  <a:pt x="7166" y="1720"/>
                </a:lnTo>
                <a:lnTo>
                  <a:pt x="7166" y="1753"/>
                </a:lnTo>
                <a:lnTo>
                  <a:pt x="7243" y="1753"/>
                </a:lnTo>
                <a:lnTo>
                  <a:pt x="7243" y="1689"/>
                </a:lnTo>
                <a:lnTo>
                  <a:pt x="7322" y="1689"/>
                </a:lnTo>
                <a:lnTo>
                  <a:pt x="7322" y="1654"/>
                </a:lnTo>
                <a:lnTo>
                  <a:pt x="7455" y="1654"/>
                </a:lnTo>
                <a:lnTo>
                  <a:pt x="7455" y="1701"/>
                </a:lnTo>
                <a:lnTo>
                  <a:pt x="7534" y="1701"/>
                </a:lnTo>
                <a:lnTo>
                  <a:pt x="7534" y="1654"/>
                </a:lnTo>
                <a:lnTo>
                  <a:pt x="7615" y="1654"/>
                </a:lnTo>
                <a:lnTo>
                  <a:pt x="7615" y="1701"/>
                </a:lnTo>
                <a:lnTo>
                  <a:pt x="7690" y="1701"/>
                </a:lnTo>
                <a:lnTo>
                  <a:pt x="7690" y="1879"/>
                </a:lnTo>
                <a:lnTo>
                  <a:pt x="0" y="1879"/>
                </a:lnTo>
                <a:lnTo>
                  <a:pt x="0" y="1739"/>
                </a:lnTo>
                <a:lnTo>
                  <a:pt x="40" y="1739"/>
                </a:lnTo>
                <a:lnTo>
                  <a:pt x="40" y="1668"/>
                </a:lnTo>
                <a:lnTo>
                  <a:pt x="149" y="1668"/>
                </a:lnTo>
                <a:lnTo>
                  <a:pt x="149" y="1739"/>
                </a:lnTo>
                <a:lnTo>
                  <a:pt x="177" y="1739"/>
                </a:lnTo>
                <a:lnTo>
                  <a:pt x="177" y="1221"/>
                </a:lnTo>
                <a:lnTo>
                  <a:pt x="289" y="1221"/>
                </a:lnTo>
                <a:lnTo>
                  <a:pt x="289" y="1108"/>
                </a:lnTo>
                <a:lnTo>
                  <a:pt x="345" y="1108"/>
                </a:lnTo>
                <a:lnTo>
                  <a:pt x="345" y="1062"/>
                </a:lnTo>
                <a:lnTo>
                  <a:pt x="457" y="1062"/>
                </a:lnTo>
                <a:lnTo>
                  <a:pt x="457" y="1108"/>
                </a:lnTo>
                <a:lnTo>
                  <a:pt x="508" y="1108"/>
                </a:lnTo>
                <a:lnTo>
                  <a:pt x="508" y="1607"/>
                </a:lnTo>
                <a:lnTo>
                  <a:pt x="629" y="1607"/>
                </a:lnTo>
                <a:lnTo>
                  <a:pt x="629" y="1715"/>
                </a:lnTo>
                <a:lnTo>
                  <a:pt x="723" y="1715"/>
                </a:lnTo>
                <a:lnTo>
                  <a:pt x="723" y="1631"/>
                </a:lnTo>
                <a:lnTo>
                  <a:pt x="832" y="1631"/>
                </a:lnTo>
                <a:lnTo>
                  <a:pt x="832" y="1739"/>
                </a:lnTo>
                <a:lnTo>
                  <a:pt x="888" y="1739"/>
                </a:lnTo>
                <a:lnTo>
                  <a:pt x="888" y="1715"/>
                </a:lnTo>
                <a:lnTo>
                  <a:pt x="981" y="1715"/>
                </a:lnTo>
                <a:lnTo>
                  <a:pt x="981" y="1739"/>
                </a:lnTo>
                <a:lnTo>
                  <a:pt x="1023" y="1739"/>
                </a:lnTo>
                <a:lnTo>
                  <a:pt x="1023" y="1631"/>
                </a:lnTo>
                <a:lnTo>
                  <a:pt x="1117" y="1631"/>
                </a:lnTo>
                <a:lnTo>
                  <a:pt x="1117" y="1298"/>
                </a:lnTo>
                <a:lnTo>
                  <a:pt x="1226" y="1298"/>
                </a:lnTo>
                <a:lnTo>
                  <a:pt x="1226" y="724"/>
                </a:lnTo>
                <a:lnTo>
                  <a:pt x="1720" y="724"/>
                </a:lnTo>
                <a:lnTo>
                  <a:pt x="1720" y="1631"/>
                </a:lnTo>
                <a:lnTo>
                  <a:pt x="1781" y="1631"/>
                </a:lnTo>
                <a:lnTo>
                  <a:pt x="1781" y="1739"/>
                </a:lnTo>
                <a:lnTo>
                  <a:pt x="1818" y="1739"/>
                </a:lnTo>
                <a:lnTo>
                  <a:pt x="1818" y="1668"/>
                </a:lnTo>
                <a:lnTo>
                  <a:pt x="1862" y="1668"/>
                </a:lnTo>
                <a:lnTo>
                  <a:pt x="1862" y="860"/>
                </a:lnTo>
                <a:lnTo>
                  <a:pt x="2077" y="860"/>
                </a:lnTo>
                <a:lnTo>
                  <a:pt x="2077" y="1600"/>
                </a:lnTo>
                <a:lnTo>
                  <a:pt x="2138" y="1600"/>
                </a:lnTo>
                <a:lnTo>
                  <a:pt x="2138" y="1668"/>
                </a:lnTo>
                <a:lnTo>
                  <a:pt x="2198" y="1668"/>
                </a:lnTo>
                <a:lnTo>
                  <a:pt x="2198" y="1607"/>
                </a:lnTo>
                <a:lnTo>
                  <a:pt x="2305" y="1607"/>
                </a:lnTo>
                <a:lnTo>
                  <a:pt x="2305" y="991"/>
                </a:lnTo>
                <a:lnTo>
                  <a:pt x="2347" y="991"/>
                </a:lnTo>
                <a:lnTo>
                  <a:pt x="2347" y="743"/>
                </a:lnTo>
                <a:lnTo>
                  <a:pt x="2436" y="743"/>
                </a:lnTo>
                <a:lnTo>
                  <a:pt x="2436" y="668"/>
                </a:lnTo>
                <a:lnTo>
                  <a:pt x="2585" y="668"/>
                </a:lnTo>
                <a:lnTo>
                  <a:pt x="2585" y="743"/>
                </a:lnTo>
                <a:lnTo>
                  <a:pt x="2667" y="743"/>
                </a:lnTo>
                <a:lnTo>
                  <a:pt x="2667" y="991"/>
                </a:lnTo>
                <a:lnTo>
                  <a:pt x="2746" y="991"/>
                </a:lnTo>
                <a:lnTo>
                  <a:pt x="2746" y="1631"/>
                </a:lnTo>
                <a:lnTo>
                  <a:pt x="2769" y="1631"/>
                </a:lnTo>
                <a:lnTo>
                  <a:pt x="2769" y="1221"/>
                </a:lnTo>
                <a:lnTo>
                  <a:pt x="2790" y="1221"/>
                </a:lnTo>
                <a:lnTo>
                  <a:pt x="2790" y="595"/>
                </a:lnTo>
                <a:lnTo>
                  <a:pt x="2839" y="595"/>
                </a:lnTo>
                <a:lnTo>
                  <a:pt x="2839" y="314"/>
                </a:lnTo>
                <a:lnTo>
                  <a:pt x="2865" y="314"/>
                </a:lnTo>
                <a:lnTo>
                  <a:pt x="2865" y="183"/>
                </a:lnTo>
                <a:lnTo>
                  <a:pt x="2888" y="183"/>
                </a:lnTo>
                <a:lnTo>
                  <a:pt x="2888" y="0"/>
                </a:lnTo>
                <a:close/>
              </a:path>
            </a:pathLst>
          </a:custGeom>
          <a:solidFill>
            <a:schemeClr val="bg1">
              <a:lumMod val="85000"/>
              <a:alpha val="31000"/>
            </a:schemeClr>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nvGrpSpPr>
          <p:cNvPr id="51" name="Group 50"/>
          <p:cNvGrpSpPr/>
          <p:nvPr/>
        </p:nvGrpSpPr>
        <p:grpSpPr>
          <a:xfrm>
            <a:off x="1" y="2710056"/>
            <a:ext cx="9906000" cy="1210692"/>
            <a:chOff x="0" y="2209800"/>
            <a:chExt cx="14926355" cy="1824270"/>
          </a:xfrm>
          <a:solidFill>
            <a:schemeClr val="bg1">
              <a:lumMod val="85000"/>
            </a:schemeClr>
          </a:solidFill>
        </p:grpSpPr>
        <p:sp>
          <p:nvSpPr>
            <p:cNvPr id="49" name="Freeform 21"/>
            <p:cNvSpPr>
              <a:spLocks/>
            </p:cNvSpPr>
            <p:nvPr/>
          </p:nvSpPr>
          <p:spPr bwMode="auto">
            <a:xfrm>
              <a:off x="0" y="2209800"/>
              <a:ext cx="7466012" cy="1824270"/>
            </a:xfrm>
            <a:custGeom>
              <a:avLst/>
              <a:gdLst/>
              <a:ahLst/>
              <a:cxnLst>
                <a:cxn ang="0">
                  <a:pos x="3047" y="183"/>
                </a:cxn>
                <a:cxn ang="0">
                  <a:pos x="3096" y="314"/>
                </a:cxn>
                <a:cxn ang="0">
                  <a:pos x="3145" y="1087"/>
                </a:cxn>
                <a:cxn ang="0">
                  <a:pos x="3490" y="1151"/>
                </a:cxn>
                <a:cxn ang="0">
                  <a:pos x="3807" y="1579"/>
                </a:cxn>
                <a:cxn ang="0">
                  <a:pos x="3923" y="1668"/>
                </a:cxn>
                <a:cxn ang="0">
                  <a:pos x="3965" y="614"/>
                </a:cxn>
                <a:cxn ang="0">
                  <a:pos x="4345" y="1607"/>
                </a:cxn>
                <a:cxn ang="0">
                  <a:pos x="4627" y="1720"/>
                </a:cxn>
                <a:cxn ang="0">
                  <a:pos x="4737" y="860"/>
                </a:cxn>
                <a:cxn ang="0">
                  <a:pos x="4762" y="635"/>
                </a:cxn>
                <a:cxn ang="0">
                  <a:pos x="4804" y="563"/>
                </a:cxn>
                <a:cxn ang="0">
                  <a:pos x="4930" y="563"/>
                </a:cxn>
                <a:cxn ang="0">
                  <a:pos x="4972" y="635"/>
                </a:cxn>
                <a:cxn ang="0">
                  <a:pos x="4998" y="860"/>
                </a:cxn>
                <a:cxn ang="0">
                  <a:pos x="5154" y="1631"/>
                </a:cxn>
                <a:cxn ang="0">
                  <a:pos x="5291" y="1668"/>
                </a:cxn>
                <a:cxn ang="0">
                  <a:pos x="5476" y="1720"/>
                </a:cxn>
                <a:cxn ang="0">
                  <a:pos x="5622" y="1701"/>
                </a:cxn>
                <a:cxn ang="0">
                  <a:pos x="5974" y="937"/>
                </a:cxn>
                <a:cxn ang="0">
                  <a:pos x="5993" y="563"/>
                </a:cxn>
                <a:cxn ang="0">
                  <a:pos x="6315" y="1052"/>
                </a:cxn>
                <a:cxn ang="0">
                  <a:pos x="6541" y="1052"/>
                </a:cxn>
                <a:cxn ang="0">
                  <a:pos x="6690" y="1607"/>
                </a:cxn>
                <a:cxn ang="0">
                  <a:pos x="6811" y="1701"/>
                </a:cxn>
                <a:cxn ang="0">
                  <a:pos x="7114" y="1607"/>
                </a:cxn>
                <a:cxn ang="0">
                  <a:pos x="7166" y="1753"/>
                </a:cxn>
                <a:cxn ang="0">
                  <a:pos x="7322" y="1689"/>
                </a:cxn>
                <a:cxn ang="0">
                  <a:pos x="7455" y="1701"/>
                </a:cxn>
                <a:cxn ang="0">
                  <a:pos x="7615" y="1654"/>
                </a:cxn>
                <a:cxn ang="0">
                  <a:pos x="7690" y="1879"/>
                </a:cxn>
                <a:cxn ang="0">
                  <a:pos x="40" y="1739"/>
                </a:cxn>
                <a:cxn ang="0">
                  <a:pos x="149" y="1739"/>
                </a:cxn>
                <a:cxn ang="0">
                  <a:pos x="289" y="1221"/>
                </a:cxn>
                <a:cxn ang="0">
                  <a:pos x="345" y="1062"/>
                </a:cxn>
                <a:cxn ang="0">
                  <a:pos x="508" y="1108"/>
                </a:cxn>
                <a:cxn ang="0">
                  <a:pos x="629" y="1715"/>
                </a:cxn>
                <a:cxn ang="0">
                  <a:pos x="832" y="1631"/>
                </a:cxn>
                <a:cxn ang="0">
                  <a:pos x="888" y="1715"/>
                </a:cxn>
                <a:cxn ang="0">
                  <a:pos x="1023" y="1739"/>
                </a:cxn>
                <a:cxn ang="0">
                  <a:pos x="1117" y="1298"/>
                </a:cxn>
                <a:cxn ang="0">
                  <a:pos x="1720" y="724"/>
                </a:cxn>
                <a:cxn ang="0">
                  <a:pos x="1781" y="1739"/>
                </a:cxn>
                <a:cxn ang="0">
                  <a:pos x="1862" y="1668"/>
                </a:cxn>
                <a:cxn ang="0">
                  <a:pos x="2077" y="1600"/>
                </a:cxn>
                <a:cxn ang="0">
                  <a:pos x="2198" y="1668"/>
                </a:cxn>
                <a:cxn ang="0">
                  <a:pos x="2305" y="991"/>
                </a:cxn>
                <a:cxn ang="0">
                  <a:pos x="2436" y="743"/>
                </a:cxn>
                <a:cxn ang="0">
                  <a:pos x="2585" y="743"/>
                </a:cxn>
                <a:cxn ang="0">
                  <a:pos x="2746" y="991"/>
                </a:cxn>
                <a:cxn ang="0">
                  <a:pos x="2769" y="1221"/>
                </a:cxn>
                <a:cxn ang="0">
                  <a:pos x="2839" y="595"/>
                </a:cxn>
                <a:cxn ang="0">
                  <a:pos x="2865" y="183"/>
                </a:cxn>
              </a:cxnLst>
              <a:rect l="0" t="0" r="r" b="b"/>
              <a:pathLst>
                <a:path w="7690" h="1879">
                  <a:moveTo>
                    <a:pt x="2888" y="0"/>
                  </a:moveTo>
                  <a:lnTo>
                    <a:pt x="3047" y="0"/>
                  </a:lnTo>
                  <a:lnTo>
                    <a:pt x="3047" y="183"/>
                  </a:lnTo>
                  <a:lnTo>
                    <a:pt x="3070" y="183"/>
                  </a:lnTo>
                  <a:lnTo>
                    <a:pt x="3070" y="314"/>
                  </a:lnTo>
                  <a:lnTo>
                    <a:pt x="3096" y="314"/>
                  </a:lnTo>
                  <a:lnTo>
                    <a:pt x="3096" y="595"/>
                  </a:lnTo>
                  <a:lnTo>
                    <a:pt x="3145" y="595"/>
                  </a:lnTo>
                  <a:lnTo>
                    <a:pt x="3145" y="1087"/>
                  </a:lnTo>
                  <a:lnTo>
                    <a:pt x="3340" y="1087"/>
                  </a:lnTo>
                  <a:lnTo>
                    <a:pt x="3340" y="1151"/>
                  </a:lnTo>
                  <a:lnTo>
                    <a:pt x="3490" y="1151"/>
                  </a:lnTo>
                  <a:lnTo>
                    <a:pt x="3490" y="614"/>
                  </a:lnTo>
                  <a:lnTo>
                    <a:pt x="3807" y="614"/>
                  </a:lnTo>
                  <a:lnTo>
                    <a:pt x="3807" y="1579"/>
                  </a:lnTo>
                  <a:lnTo>
                    <a:pt x="3881" y="1579"/>
                  </a:lnTo>
                  <a:lnTo>
                    <a:pt x="3881" y="1668"/>
                  </a:lnTo>
                  <a:lnTo>
                    <a:pt x="3923" y="1668"/>
                  </a:lnTo>
                  <a:lnTo>
                    <a:pt x="3923" y="1579"/>
                  </a:lnTo>
                  <a:lnTo>
                    <a:pt x="3965" y="1579"/>
                  </a:lnTo>
                  <a:lnTo>
                    <a:pt x="3965" y="614"/>
                  </a:lnTo>
                  <a:lnTo>
                    <a:pt x="4294" y="614"/>
                  </a:lnTo>
                  <a:lnTo>
                    <a:pt x="4294" y="1607"/>
                  </a:lnTo>
                  <a:lnTo>
                    <a:pt x="4345" y="1607"/>
                  </a:lnTo>
                  <a:lnTo>
                    <a:pt x="4345" y="270"/>
                  </a:lnTo>
                  <a:lnTo>
                    <a:pt x="4627" y="270"/>
                  </a:lnTo>
                  <a:lnTo>
                    <a:pt x="4627" y="1720"/>
                  </a:lnTo>
                  <a:lnTo>
                    <a:pt x="4709" y="1720"/>
                  </a:lnTo>
                  <a:lnTo>
                    <a:pt x="4709" y="860"/>
                  </a:lnTo>
                  <a:lnTo>
                    <a:pt x="4737" y="860"/>
                  </a:lnTo>
                  <a:lnTo>
                    <a:pt x="4737" y="743"/>
                  </a:lnTo>
                  <a:lnTo>
                    <a:pt x="4762" y="743"/>
                  </a:lnTo>
                  <a:lnTo>
                    <a:pt x="4762" y="635"/>
                  </a:lnTo>
                  <a:lnTo>
                    <a:pt x="4779" y="635"/>
                  </a:lnTo>
                  <a:lnTo>
                    <a:pt x="4779" y="563"/>
                  </a:lnTo>
                  <a:lnTo>
                    <a:pt x="4804" y="563"/>
                  </a:lnTo>
                  <a:lnTo>
                    <a:pt x="4804" y="502"/>
                  </a:lnTo>
                  <a:lnTo>
                    <a:pt x="4930" y="502"/>
                  </a:lnTo>
                  <a:lnTo>
                    <a:pt x="4930" y="563"/>
                  </a:lnTo>
                  <a:lnTo>
                    <a:pt x="4956" y="563"/>
                  </a:lnTo>
                  <a:lnTo>
                    <a:pt x="4956" y="635"/>
                  </a:lnTo>
                  <a:lnTo>
                    <a:pt x="4972" y="635"/>
                  </a:lnTo>
                  <a:lnTo>
                    <a:pt x="4972" y="743"/>
                  </a:lnTo>
                  <a:lnTo>
                    <a:pt x="4998" y="743"/>
                  </a:lnTo>
                  <a:lnTo>
                    <a:pt x="4998" y="860"/>
                  </a:lnTo>
                  <a:lnTo>
                    <a:pt x="5026" y="860"/>
                  </a:lnTo>
                  <a:lnTo>
                    <a:pt x="5026" y="1631"/>
                  </a:lnTo>
                  <a:lnTo>
                    <a:pt x="5154" y="1631"/>
                  </a:lnTo>
                  <a:lnTo>
                    <a:pt x="5154" y="1701"/>
                  </a:lnTo>
                  <a:lnTo>
                    <a:pt x="5291" y="1701"/>
                  </a:lnTo>
                  <a:lnTo>
                    <a:pt x="5291" y="1668"/>
                  </a:lnTo>
                  <a:lnTo>
                    <a:pt x="5361" y="1668"/>
                  </a:lnTo>
                  <a:lnTo>
                    <a:pt x="5361" y="1720"/>
                  </a:lnTo>
                  <a:lnTo>
                    <a:pt x="5476" y="1720"/>
                  </a:lnTo>
                  <a:lnTo>
                    <a:pt x="5476" y="1668"/>
                  </a:lnTo>
                  <a:lnTo>
                    <a:pt x="5622" y="1668"/>
                  </a:lnTo>
                  <a:lnTo>
                    <a:pt x="5622" y="1701"/>
                  </a:lnTo>
                  <a:lnTo>
                    <a:pt x="5671" y="1701"/>
                  </a:lnTo>
                  <a:lnTo>
                    <a:pt x="5671" y="937"/>
                  </a:lnTo>
                  <a:lnTo>
                    <a:pt x="5974" y="937"/>
                  </a:lnTo>
                  <a:lnTo>
                    <a:pt x="5974" y="1701"/>
                  </a:lnTo>
                  <a:lnTo>
                    <a:pt x="5993" y="1701"/>
                  </a:lnTo>
                  <a:lnTo>
                    <a:pt x="5993" y="563"/>
                  </a:lnTo>
                  <a:lnTo>
                    <a:pt x="6282" y="563"/>
                  </a:lnTo>
                  <a:lnTo>
                    <a:pt x="6282" y="1052"/>
                  </a:lnTo>
                  <a:lnTo>
                    <a:pt x="6315" y="1052"/>
                  </a:lnTo>
                  <a:lnTo>
                    <a:pt x="6315" y="991"/>
                  </a:lnTo>
                  <a:lnTo>
                    <a:pt x="6541" y="991"/>
                  </a:lnTo>
                  <a:lnTo>
                    <a:pt x="6541" y="1052"/>
                  </a:lnTo>
                  <a:lnTo>
                    <a:pt x="6574" y="1052"/>
                  </a:lnTo>
                  <a:lnTo>
                    <a:pt x="6574" y="1607"/>
                  </a:lnTo>
                  <a:lnTo>
                    <a:pt x="6690" y="1607"/>
                  </a:lnTo>
                  <a:lnTo>
                    <a:pt x="6690" y="1668"/>
                  </a:lnTo>
                  <a:lnTo>
                    <a:pt x="6811" y="1668"/>
                  </a:lnTo>
                  <a:lnTo>
                    <a:pt x="6811" y="1701"/>
                  </a:lnTo>
                  <a:lnTo>
                    <a:pt x="7068" y="1701"/>
                  </a:lnTo>
                  <a:lnTo>
                    <a:pt x="7068" y="1607"/>
                  </a:lnTo>
                  <a:lnTo>
                    <a:pt x="7114" y="1607"/>
                  </a:lnTo>
                  <a:lnTo>
                    <a:pt x="7114" y="1720"/>
                  </a:lnTo>
                  <a:lnTo>
                    <a:pt x="7166" y="1720"/>
                  </a:lnTo>
                  <a:lnTo>
                    <a:pt x="7166" y="1753"/>
                  </a:lnTo>
                  <a:lnTo>
                    <a:pt x="7243" y="1753"/>
                  </a:lnTo>
                  <a:lnTo>
                    <a:pt x="7243" y="1689"/>
                  </a:lnTo>
                  <a:lnTo>
                    <a:pt x="7322" y="1689"/>
                  </a:lnTo>
                  <a:lnTo>
                    <a:pt x="7322" y="1654"/>
                  </a:lnTo>
                  <a:lnTo>
                    <a:pt x="7455" y="1654"/>
                  </a:lnTo>
                  <a:lnTo>
                    <a:pt x="7455" y="1701"/>
                  </a:lnTo>
                  <a:lnTo>
                    <a:pt x="7534" y="1701"/>
                  </a:lnTo>
                  <a:lnTo>
                    <a:pt x="7534" y="1654"/>
                  </a:lnTo>
                  <a:lnTo>
                    <a:pt x="7615" y="1654"/>
                  </a:lnTo>
                  <a:lnTo>
                    <a:pt x="7615" y="1701"/>
                  </a:lnTo>
                  <a:lnTo>
                    <a:pt x="7690" y="1701"/>
                  </a:lnTo>
                  <a:lnTo>
                    <a:pt x="7690" y="1879"/>
                  </a:lnTo>
                  <a:lnTo>
                    <a:pt x="0" y="1879"/>
                  </a:lnTo>
                  <a:lnTo>
                    <a:pt x="0" y="1739"/>
                  </a:lnTo>
                  <a:lnTo>
                    <a:pt x="40" y="1739"/>
                  </a:lnTo>
                  <a:lnTo>
                    <a:pt x="40" y="1668"/>
                  </a:lnTo>
                  <a:lnTo>
                    <a:pt x="149" y="1668"/>
                  </a:lnTo>
                  <a:lnTo>
                    <a:pt x="149" y="1739"/>
                  </a:lnTo>
                  <a:lnTo>
                    <a:pt x="177" y="1739"/>
                  </a:lnTo>
                  <a:lnTo>
                    <a:pt x="177" y="1221"/>
                  </a:lnTo>
                  <a:lnTo>
                    <a:pt x="289" y="1221"/>
                  </a:lnTo>
                  <a:lnTo>
                    <a:pt x="289" y="1108"/>
                  </a:lnTo>
                  <a:lnTo>
                    <a:pt x="345" y="1108"/>
                  </a:lnTo>
                  <a:lnTo>
                    <a:pt x="345" y="1062"/>
                  </a:lnTo>
                  <a:lnTo>
                    <a:pt x="457" y="1062"/>
                  </a:lnTo>
                  <a:lnTo>
                    <a:pt x="457" y="1108"/>
                  </a:lnTo>
                  <a:lnTo>
                    <a:pt x="508" y="1108"/>
                  </a:lnTo>
                  <a:lnTo>
                    <a:pt x="508" y="1607"/>
                  </a:lnTo>
                  <a:lnTo>
                    <a:pt x="629" y="1607"/>
                  </a:lnTo>
                  <a:lnTo>
                    <a:pt x="629" y="1715"/>
                  </a:lnTo>
                  <a:lnTo>
                    <a:pt x="723" y="1715"/>
                  </a:lnTo>
                  <a:lnTo>
                    <a:pt x="723" y="1631"/>
                  </a:lnTo>
                  <a:lnTo>
                    <a:pt x="832" y="1631"/>
                  </a:lnTo>
                  <a:lnTo>
                    <a:pt x="832" y="1739"/>
                  </a:lnTo>
                  <a:lnTo>
                    <a:pt x="888" y="1739"/>
                  </a:lnTo>
                  <a:lnTo>
                    <a:pt x="888" y="1715"/>
                  </a:lnTo>
                  <a:lnTo>
                    <a:pt x="981" y="1715"/>
                  </a:lnTo>
                  <a:lnTo>
                    <a:pt x="981" y="1739"/>
                  </a:lnTo>
                  <a:lnTo>
                    <a:pt x="1023" y="1739"/>
                  </a:lnTo>
                  <a:lnTo>
                    <a:pt x="1023" y="1631"/>
                  </a:lnTo>
                  <a:lnTo>
                    <a:pt x="1117" y="1631"/>
                  </a:lnTo>
                  <a:lnTo>
                    <a:pt x="1117" y="1298"/>
                  </a:lnTo>
                  <a:lnTo>
                    <a:pt x="1226" y="1298"/>
                  </a:lnTo>
                  <a:lnTo>
                    <a:pt x="1226" y="724"/>
                  </a:lnTo>
                  <a:lnTo>
                    <a:pt x="1720" y="724"/>
                  </a:lnTo>
                  <a:lnTo>
                    <a:pt x="1720" y="1631"/>
                  </a:lnTo>
                  <a:lnTo>
                    <a:pt x="1781" y="1631"/>
                  </a:lnTo>
                  <a:lnTo>
                    <a:pt x="1781" y="1739"/>
                  </a:lnTo>
                  <a:lnTo>
                    <a:pt x="1818" y="1739"/>
                  </a:lnTo>
                  <a:lnTo>
                    <a:pt x="1818" y="1668"/>
                  </a:lnTo>
                  <a:lnTo>
                    <a:pt x="1862" y="1668"/>
                  </a:lnTo>
                  <a:lnTo>
                    <a:pt x="1862" y="860"/>
                  </a:lnTo>
                  <a:lnTo>
                    <a:pt x="2077" y="860"/>
                  </a:lnTo>
                  <a:lnTo>
                    <a:pt x="2077" y="1600"/>
                  </a:lnTo>
                  <a:lnTo>
                    <a:pt x="2138" y="1600"/>
                  </a:lnTo>
                  <a:lnTo>
                    <a:pt x="2138" y="1668"/>
                  </a:lnTo>
                  <a:lnTo>
                    <a:pt x="2198" y="1668"/>
                  </a:lnTo>
                  <a:lnTo>
                    <a:pt x="2198" y="1607"/>
                  </a:lnTo>
                  <a:lnTo>
                    <a:pt x="2305" y="1607"/>
                  </a:lnTo>
                  <a:lnTo>
                    <a:pt x="2305" y="991"/>
                  </a:lnTo>
                  <a:lnTo>
                    <a:pt x="2347" y="991"/>
                  </a:lnTo>
                  <a:lnTo>
                    <a:pt x="2347" y="743"/>
                  </a:lnTo>
                  <a:lnTo>
                    <a:pt x="2436" y="743"/>
                  </a:lnTo>
                  <a:lnTo>
                    <a:pt x="2436" y="668"/>
                  </a:lnTo>
                  <a:lnTo>
                    <a:pt x="2585" y="668"/>
                  </a:lnTo>
                  <a:lnTo>
                    <a:pt x="2585" y="743"/>
                  </a:lnTo>
                  <a:lnTo>
                    <a:pt x="2667" y="743"/>
                  </a:lnTo>
                  <a:lnTo>
                    <a:pt x="2667" y="991"/>
                  </a:lnTo>
                  <a:lnTo>
                    <a:pt x="2746" y="991"/>
                  </a:lnTo>
                  <a:lnTo>
                    <a:pt x="2746" y="1631"/>
                  </a:lnTo>
                  <a:lnTo>
                    <a:pt x="2769" y="1631"/>
                  </a:lnTo>
                  <a:lnTo>
                    <a:pt x="2769" y="1221"/>
                  </a:lnTo>
                  <a:lnTo>
                    <a:pt x="2790" y="1221"/>
                  </a:lnTo>
                  <a:lnTo>
                    <a:pt x="2790" y="595"/>
                  </a:lnTo>
                  <a:lnTo>
                    <a:pt x="2839" y="595"/>
                  </a:lnTo>
                  <a:lnTo>
                    <a:pt x="2839" y="314"/>
                  </a:lnTo>
                  <a:lnTo>
                    <a:pt x="2865" y="314"/>
                  </a:lnTo>
                  <a:lnTo>
                    <a:pt x="2865" y="183"/>
                  </a:lnTo>
                  <a:lnTo>
                    <a:pt x="2888" y="183"/>
                  </a:lnTo>
                  <a:lnTo>
                    <a:pt x="2888" y="0"/>
                  </a:lnTo>
                  <a:close/>
                </a:path>
              </a:pathLst>
            </a:custGeom>
            <a:grp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50" name="Freeform 21"/>
            <p:cNvSpPr>
              <a:spLocks/>
            </p:cNvSpPr>
            <p:nvPr/>
          </p:nvSpPr>
          <p:spPr bwMode="auto">
            <a:xfrm>
              <a:off x="7460343" y="2209800"/>
              <a:ext cx="7466012" cy="1824270"/>
            </a:xfrm>
            <a:custGeom>
              <a:avLst/>
              <a:gdLst/>
              <a:ahLst/>
              <a:cxnLst>
                <a:cxn ang="0">
                  <a:pos x="3047" y="183"/>
                </a:cxn>
                <a:cxn ang="0">
                  <a:pos x="3096" y="314"/>
                </a:cxn>
                <a:cxn ang="0">
                  <a:pos x="3145" y="1087"/>
                </a:cxn>
                <a:cxn ang="0">
                  <a:pos x="3490" y="1151"/>
                </a:cxn>
                <a:cxn ang="0">
                  <a:pos x="3807" y="1579"/>
                </a:cxn>
                <a:cxn ang="0">
                  <a:pos x="3923" y="1668"/>
                </a:cxn>
                <a:cxn ang="0">
                  <a:pos x="3965" y="614"/>
                </a:cxn>
                <a:cxn ang="0">
                  <a:pos x="4345" y="1607"/>
                </a:cxn>
                <a:cxn ang="0">
                  <a:pos x="4627" y="1720"/>
                </a:cxn>
                <a:cxn ang="0">
                  <a:pos x="4737" y="860"/>
                </a:cxn>
                <a:cxn ang="0">
                  <a:pos x="4762" y="635"/>
                </a:cxn>
                <a:cxn ang="0">
                  <a:pos x="4804" y="563"/>
                </a:cxn>
                <a:cxn ang="0">
                  <a:pos x="4930" y="563"/>
                </a:cxn>
                <a:cxn ang="0">
                  <a:pos x="4972" y="635"/>
                </a:cxn>
                <a:cxn ang="0">
                  <a:pos x="4998" y="860"/>
                </a:cxn>
                <a:cxn ang="0">
                  <a:pos x="5154" y="1631"/>
                </a:cxn>
                <a:cxn ang="0">
                  <a:pos x="5291" y="1668"/>
                </a:cxn>
                <a:cxn ang="0">
                  <a:pos x="5476" y="1720"/>
                </a:cxn>
                <a:cxn ang="0">
                  <a:pos x="5622" y="1701"/>
                </a:cxn>
                <a:cxn ang="0">
                  <a:pos x="5974" y="937"/>
                </a:cxn>
                <a:cxn ang="0">
                  <a:pos x="5993" y="563"/>
                </a:cxn>
                <a:cxn ang="0">
                  <a:pos x="6315" y="1052"/>
                </a:cxn>
                <a:cxn ang="0">
                  <a:pos x="6541" y="1052"/>
                </a:cxn>
                <a:cxn ang="0">
                  <a:pos x="6690" y="1607"/>
                </a:cxn>
                <a:cxn ang="0">
                  <a:pos x="6811" y="1701"/>
                </a:cxn>
                <a:cxn ang="0">
                  <a:pos x="7114" y="1607"/>
                </a:cxn>
                <a:cxn ang="0">
                  <a:pos x="7166" y="1753"/>
                </a:cxn>
                <a:cxn ang="0">
                  <a:pos x="7322" y="1689"/>
                </a:cxn>
                <a:cxn ang="0">
                  <a:pos x="7455" y="1701"/>
                </a:cxn>
                <a:cxn ang="0">
                  <a:pos x="7615" y="1654"/>
                </a:cxn>
                <a:cxn ang="0">
                  <a:pos x="7690" y="1879"/>
                </a:cxn>
                <a:cxn ang="0">
                  <a:pos x="40" y="1739"/>
                </a:cxn>
                <a:cxn ang="0">
                  <a:pos x="149" y="1739"/>
                </a:cxn>
                <a:cxn ang="0">
                  <a:pos x="289" y="1221"/>
                </a:cxn>
                <a:cxn ang="0">
                  <a:pos x="345" y="1062"/>
                </a:cxn>
                <a:cxn ang="0">
                  <a:pos x="508" y="1108"/>
                </a:cxn>
                <a:cxn ang="0">
                  <a:pos x="629" y="1715"/>
                </a:cxn>
                <a:cxn ang="0">
                  <a:pos x="832" y="1631"/>
                </a:cxn>
                <a:cxn ang="0">
                  <a:pos x="888" y="1715"/>
                </a:cxn>
                <a:cxn ang="0">
                  <a:pos x="1023" y="1739"/>
                </a:cxn>
                <a:cxn ang="0">
                  <a:pos x="1117" y="1298"/>
                </a:cxn>
                <a:cxn ang="0">
                  <a:pos x="1720" y="724"/>
                </a:cxn>
                <a:cxn ang="0">
                  <a:pos x="1781" y="1739"/>
                </a:cxn>
                <a:cxn ang="0">
                  <a:pos x="1862" y="1668"/>
                </a:cxn>
                <a:cxn ang="0">
                  <a:pos x="2077" y="1600"/>
                </a:cxn>
                <a:cxn ang="0">
                  <a:pos x="2198" y="1668"/>
                </a:cxn>
                <a:cxn ang="0">
                  <a:pos x="2305" y="991"/>
                </a:cxn>
                <a:cxn ang="0">
                  <a:pos x="2436" y="743"/>
                </a:cxn>
                <a:cxn ang="0">
                  <a:pos x="2585" y="743"/>
                </a:cxn>
                <a:cxn ang="0">
                  <a:pos x="2746" y="991"/>
                </a:cxn>
                <a:cxn ang="0">
                  <a:pos x="2769" y="1221"/>
                </a:cxn>
                <a:cxn ang="0">
                  <a:pos x="2839" y="595"/>
                </a:cxn>
                <a:cxn ang="0">
                  <a:pos x="2865" y="183"/>
                </a:cxn>
              </a:cxnLst>
              <a:rect l="0" t="0" r="r" b="b"/>
              <a:pathLst>
                <a:path w="7690" h="1879">
                  <a:moveTo>
                    <a:pt x="2888" y="0"/>
                  </a:moveTo>
                  <a:lnTo>
                    <a:pt x="3047" y="0"/>
                  </a:lnTo>
                  <a:lnTo>
                    <a:pt x="3047" y="183"/>
                  </a:lnTo>
                  <a:lnTo>
                    <a:pt x="3070" y="183"/>
                  </a:lnTo>
                  <a:lnTo>
                    <a:pt x="3070" y="314"/>
                  </a:lnTo>
                  <a:lnTo>
                    <a:pt x="3096" y="314"/>
                  </a:lnTo>
                  <a:lnTo>
                    <a:pt x="3096" y="595"/>
                  </a:lnTo>
                  <a:lnTo>
                    <a:pt x="3145" y="595"/>
                  </a:lnTo>
                  <a:lnTo>
                    <a:pt x="3145" y="1087"/>
                  </a:lnTo>
                  <a:lnTo>
                    <a:pt x="3340" y="1087"/>
                  </a:lnTo>
                  <a:lnTo>
                    <a:pt x="3340" y="1151"/>
                  </a:lnTo>
                  <a:lnTo>
                    <a:pt x="3490" y="1151"/>
                  </a:lnTo>
                  <a:lnTo>
                    <a:pt x="3490" y="614"/>
                  </a:lnTo>
                  <a:lnTo>
                    <a:pt x="3807" y="614"/>
                  </a:lnTo>
                  <a:lnTo>
                    <a:pt x="3807" y="1579"/>
                  </a:lnTo>
                  <a:lnTo>
                    <a:pt x="3881" y="1579"/>
                  </a:lnTo>
                  <a:lnTo>
                    <a:pt x="3881" y="1668"/>
                  </a:lnTo>
                  <a:lnTo>
                    <a:pt x="3923" y="1668"/>
                  </a:lnTo>
                  <a:lnTo>
                    <a:pt x="3923" y="1579"/>
                  </a:lnTo>
                  <a:lnTo>
                    <a:pt x="3965" y="1579"/>
                  </a:lnTo>
                  <a:lnTo>
                    <a:pt x="3965" y="614"/>
                  </a:lnTo>
                  <a:lnTo>
                    <a:pt x="4294" y="614"/>
                  </a:lnTo>
                  <a:lnTo>
                    <a:pt x="4294" y="1607"/>
                  </a:lnTo>
                  <a:lnTo>
                    <a:pt x="4345" y="1607"/>
                  </a:lnTo>
                  <a:lnTo>
                    <a:pt x="4345" y="270"/>
                  </a:lnTo>
                  <a:lnTo>
                    <a:pt x="4627" y="270"/>
                  </a:lnTo>
                  <a:lnTo>
                    <a:pt x="4627" y="1720"/>
                  </a:lnTo>
                  <a:lnTo>
                    <a:pt x="4709" y="1720"/>
                  </a:lnTo>
                  <a:lnTo>
                    <a:pt x="4709" y="860"/>
                  </a:lnTo>
                  <a:lnTo>
                    <a:pt x="4737" y="860"/>
                  </a:lnTo>
                  <a:lnTo>
                    <a:pt x="4737" y="743"/>
                  </a:lnTo>
                  <a:lnTo>
                    <a:pt x="4762" y="743"/>
                  </a:lnTo>
                  <a:lnTo>
                    <a:pt x="4762" y="635"/>
                  </a:lnTo>
                  <a:lnTo>
                    <a:pt x="4779" y="635"/>
                  </a:lnTo>
                  <a:lnTo>
                    <a:pt x="4779" y="563"/>
                  </a:lnTo>
                  <a:lnTo>
                    <a:pt x="4804" y="563"/>
                  </a:lnTo>
                  <a:lnTo>
                    <a:pt x="4804" y="502"/>
                  </a:lnTo>
                  <a:lnTo>
                    <a:pt x="4930" y="502"/>
                  </a:lnTo>
                  <a:lnTo>
                    <a:pt x="4930" y="563"/>
                  </a:lnTo>
                  <a:lnTo>
                    <a:pt x="4956" y="563"/>
                  </a:lnTo>
                  <a:lnTo>
                    <a:pt x="4956" y="635"/>
                  </a:lnTo>
                  <a:lnTo>
                    <a:pt x="4972" y="635"/>
                  </a:lnTo>
                  <a:lnTo>
                    <a:pt x="4972" y="743"/>
                  </a:lnTo>
                  <a:lnTo>
                    <a:pt x="4998" y="743"/>
                  </a:lnTo>
                  <a:lnTo>
                    <a:pt x="4998" y="860"/>
                  </a:lnTo>
                  <a:lnTo>
                    <a:pt x="5026" y="860"/>
                  </a:lnTo>
                  <a:lnTo>
                    <a:pt x="5026" y="1631"/>
                  </a:lnTo>
                  <a:lnTo>
                    <a:pt x="5154" y="1631"/>
                  </a:lnTo>
                  <a:lnTo>
                    <a:pt x="5154" y="1701"/>
                  </a:lnTo>
                  <a:lnTo>
                    <a:pt x="5291" y="1701"/>
                  </a:lnTo>
                  <a:lnTo>
                    <a:pt x="5291" y="1668"/>
                  </a:lnTo>
                  <a:lnTo>
                    <a:pt x="5361" y="1668"/>
                  </a:lnTo>
                  <a:lnTo>
                    <a:pt x="5361" y="1720"/>
                  </a:lnTo>
                  <a:lnTo>
                    <a:pt x="5476" y="1720"/>
                  </a:lnTo>
                  <a:lnTo>
                    <a:pt x="5476" y="1668"/>
                  </a:lnTo>
                  <a:lnTo>
                    <a:pt x="5622" y="1668"/>
                  </a:lnTo>
                  <a:lnTo>
                    <a:pt x="5622" y="1701"/>
                  </a:lnTo>
                  <a:lnTo>
                    <a:pt x="5671" y="1701"/>
                  </a:lnTo>
                  <a:lnTo>
                    <a:pt x="5671" y="937"/>
                  </a:lnTo>
                  <a:lnTo>
                    <a:pt x="5974" y="937"/>
                  </a:lnTo>
                  <a:lnTo>
                    <a:pt x="5974" y="1701"/>
                  </a:lnTo>
                  <a:lnTo>
                    <a:pt x="5993" y="1701"/>
                  </a:lnTo>
                  <a:lnTo>
                    <a:pt x="5993" y="563"/>
                  </a:lnTo>
                  <a:lnTo>
                    <a:pt x="6282" y="563"/>
                  </a:lnTo>
                  <a:lnTo>
                    <a:pt x="6282" y="1052"/>
                  </a:lnTo>
                  <a:lnTo>
                    <a:pt x="6315" y="1052"/>
                  </a:lnTo>
                  <a:lnTo>
                    <a:pt x="6315" y="991"/>
                  </a:lnTo>
                  <a:lnTo>
                    <a:pt x="6541" y="991"/>
                  </a:lnTo>
                  <a:lnTo>
                    <a:pt x="6541" y="1052"/>
                  </a:lnTo>
                  <a:lnTo>
                    <a:pt x="6574" y="1052"/>
                  </a:lnTo>
                  <a:lnTo>
                    <a:pt x="6574" y="1607"/>
                  </a:lnTo>
                  <a:lnTo>
                    <a:pt x="6690" y="1607"/>
                  </a:lnTo>
                  <a:lnTo>
                    <a:pt x="6690" y="1668"/>
                  </a:lnTo>
                  <a:lnTo>
                    <a:pt x="6811" y="1668"/>
                  </a:lnTo>
                  <a:lnTo>
                    <a:pt x="6811" y="1701"/>
                  </a:lnTo>
                  <a:lnTo>
                    <a:pt x="7068" y="1701"/>
                  </a:lnTo>
                  <a:lnTo>
                    <a:pt x="7068" y="1607"/>
                  </a:lnTo>
                  <a:lnTo>
                    <a:pt x="7114" y="1607"/>
                  </a:lnTo>
                  <a:lnTo>
                    <a:pt x="7114" y="1720"/>
                  </a:lnTo>
                  <a:lnTo>
                    <a:pt x="7166" y="1720"/>
                  </a:lnTo>
                  <a:lnTo>
                    <a:pt x="7166" y="1753"/>
                  </a:lnTo>
                  <a:lnTo>
                    <a:pt x="7243" y="1753"/>
                  </a:lnTo>
                  <a:lnTo>
                    <a:pt x="7243" y="1689"/>
                  </a:lnTo>
                  <a:lnTo>
                    <a:pt x="7322" y="1689"/>
                  </a:lnTo>
                  <a:lnTo>
                    <a:pt x="7322" y="1654"/>
                  </a:lnTo>
                  <a:lnTo>
                    <a:pt x="7455" y="1654"/>
                  </a:lnTo>
                  <a:lnTo>
                    <a:pt x="7455" y="1701"/>
                  </a:lnTo>
                  <a:lnTo>
                    <a:pt x="7534" y="1701"/>
                  </a:lnTo>
                  <a:lnTo>
                    <a:pt x="7534" y="1654"/>
                  </a:lnTo>
                  <a:lnTo>
                    <a:pt x="7615" y="1654"/>
                  </a:lnTo>
                  <a:lnTo>
                    <a:pt x="7615" y="1701"/>
                  </a:lnTo>
                  <a:lnTo>
                    <a:pt x="7690" y="1701"/>
                  </a:lnTo>
                  <a:lnTo>
                    <a:pt x="7690" y="1879"/>
                  </a:lnTo>
                  <a:lnTo>
                    <a:pt x="0" y="1879"/>
                  </a:lnTo>
                  <a:lnTo>
                    <a:pt x="0" y="1739"/>
                  </a:lnTo>
                  <a:lnTo>
                    <a:pt x="40" y="1739"/>
                  </a:lnTo>
                  <a:lnTo>
                    <a:pt x="40" y="1668"/>
                  </a:lnTo>
                  <a:lnTo>
                    <a:pt x="149" y="1668"/>
                  </a:lnTo>
                  <a:lnTo>
                    <a:pt x="149" y="1739"/>
                  </a:lnTo>
                  <a:lnTo>
                    <a:pt x="177" y="1739"/>
                  </a:lnTo>
                  <a:lnTo>
                    <a:pt x="177" y="1221"/>
                  </a:lnTo>
                  <a:lnTo>
                    <a:pt x="289" y="1221"/>
                  </a:lnTo>
                  <a:lnTo>
                    <a:pt x="289" y="1108"/>
                  </a:lnTo>
                  <a:lnTo>
                    <a:pt x="345" y="1108"/>
                  </a:lnTo>
                  <a:lnTo>
                    <a:pt x="345" y="1062"/>
                  </a:lnTo>
                  <a:lnTo>
                    <a:pt x="457" y="1062"/>
                  </a:lnTo>
                  <a:lnTo>
                    <a:pt x="457" y="1108"/>
                  </a:lnTo>
                  <a:lnTo>
                    <a:pt x="508" y="1108"/>
                  </a:lnTo>
                  <a:lnTo>
                    <a:pt x="508" y="1607"/>
                  </a:lnTo>
                  <a:lnTo>
                    <a:pt x="629" y="1607"/>
                  </a:lnTo>
                  <a:lnTo>
                    <a:pt x="629" y="1715"/>
                  </a:lnTo>
                  <a:lnTo>
                    <a:pt x="723" y="1715"/>
                  </a:lnTo>
                  <a:lnTo>
                    <a:pt x="723" y="1631"/>
                  </a:lnTo>
                  <a:lnTo>
                    <a:pt x="832" y="1631"/>
                  </a:lnTo>
                  <a:lnTo>
                    <a:pt x="832" y="1739"/>
                  </a:lnTo>
                  <a:lnTo>
                    <a:pt x="888" y="1739"/>
                  </a:lnTo>
                  <a:lnTo>
                    <a:pt x="888" y="1715"/>
                  </a:lnTo>
                  <a:lnTo>
                    <a:pt x="981" y="1715"/>
                  </a:lnTo>
                  <a:lnTo>
                    <a:pt x="981" y="1739"/>
                  </a:lnTo>
                  <a:lnTo>
                    <a:pt x="1023" y="1739"/>
                  </a:lnTo>
                  <a:lnTo>
                    <a:pt x="1023" y="1631"/>
                  </a:lnTo>
                  <a:lnTo>
                    <a:pt x="1117" y="1631"/>
                  </a:lnTo>
                  <a:lnTo>
                    <a:pt x="1117" y="1298"/>
                  </a:lnTo>
                  <a:lnTo>
                    <a:pt x="1226" y="1298"/>
                  </a:lnTo>
                  <a:lnTo>
                    <a:pt x="1226" y="724"/>
                  </a:lnTo>
                  <a:lnTo>
                    <a:pt x="1720" y="724"/>
                  </a:lnTo>
                  <a:lnTo>
                    <a:pt x="1720" y="1631"/>
                  </a:lnTo>
                  <a:lnTo>
                    <a:pt x="1781" y="1631"/>
                  </a:lnTo>
                  <a:lnTo>
                    <a:pt x="1781" y="1739"/>
                  </a:lnTo>
                  <a:lnTo>
                    <a:pt x="1818" y="1739"/>
                  </a:lnTo>
                  <a:lnTo>
                    <a:pt x="1818" y="1668"/>
                  </a:lnTo>
                  <a:lnTo>
                    <a:pt x="1862" y="1668"/>
                  </a:lnTo>
                  <a:lnTo>
                    <a:pt x="1862" y="860"/>
                  </a:lnTo>
                  <a:lnTo>
                    <a:pt x="2077" y="860"/>
                  </a:lnTo>
                  <a:lnTo>
                    <a:pt x="2077" y="1600"/>
                  </a:lnTo>
                  <a:lnTo>
                    <a:pt x="2138" y="1600"/>
                  </a:lnTo>
                  <a:lnTo>
                    <a:pt x="2138" y="1668"/>
                  </a:lnTo>
                  <a:lnTo>
                    <a:pt x="2198" y="1668"/>
                  </a:lnTo>
                  <a:lnTo>
                    <a:pt x="2198" y="1607"/>
                  </a:lnTo>
                  <a:lnTo>
                    <a:pt x="2305" y="1607"/>
                  </a:lnTo>
                  <a:lnTo>
                    <a:pt x="2305" y="991"/>
                  </a:lnTo>
                  <a:lnTo>
                    <a:pt x="2347" y="991"/>
                  </a:lnTo>
                  <a:lnTo>
                    <a:pt x="2347" y="743"/>
                  </a:lnTo>
                  <a:lnTo>
                    <a:pt x="2436" y="743"/>
                  </a:lnTo>
                  <a:lnTo>
                    <a:pt x="2436" y="668"/>
                  </a:lnTo>
                  <a:lnTo>
                    <a:pt x="2585" y="668"/>
                  </a:lnTo>
                  <a:lnTo>
                    <a:pt x="2585" y="743"/>
                  </a:lnTo>
                  <a:lnTo>
                    <a:pt x="2667" y="743"/>
                  </a:lnTo>
                  <a:lnTo>
                    <a:pt x="2667" y="991"/>
                  </a:lnTo>
                  <a:lnTo>
                    <a:pt x="2746" y="991"/>
                  </a:lnTo>
                  <a:lnTo>
                    <a:pt x="2746" y="1631"/>
                  </a:lnTo>
                  <a:lnTo>
                    <a:pt x="2769" y="1631"/>
                  </a:lnTo>
                  <a:lnTo>
                    <a:pt x="2769" y="1221"/>
                  </a:lnTo>
                  <a:lnTo>
                    <a:pt x="2790" y="1221"/>
                  </a:lnTo>
                  <a:lnTo>
                    <a:pt x="2790" y="595"/>
                  </a:lnTo>
                  <a:lnTo>
                    <a:pt x="2839" y="595"/>
                  </a:lnTo>
                  <a:lnTo>
                    <a:pt x="2839" y="314"/>
                  </a:lnTo>
                  <a:lnTo>
                    <a:pt x="2865" y="314"/>
                  </a:lnTo>
                  <a:lnTo>
                    <a:pt x="2865" y="183"/>
                  </a:lnTo>
                  <a:lnTo>
                    <a:pt x="2888" y="183"/>
                  </a:lnTo>
                  <a:lnTo>
                    <a:pt x="2888" y="0"/>
                  </a:lnTo>
                  <a:close/>
                </a:path>
              </a:pathLst>
            </a:custGeom>
            <a:grp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sp>
        <p:nvSpPr>
          <p:cNvPr id="48" name="Rectangle 47"/>
          <p:cNvSpPr/>
          <p:nvPr/>
        </p:nvSpPr>
        <p:spPr>
          <a:xfrm>
            <a:off x="1" y="3924429"/>
            <a:ext cx="9906000" cy="2291359"/>
          </a:xfrm>
          <a:prstGeom prst="rect">
            <a:avLst/>
          </a:pr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3" name="Title 2"/>
          <p:cNvSpPr>
            <a:spLocks noGrp="1"/>
          </p:cNvSpPr>
          <p:nvPr>
            <p:ph type="title"/>
          </p:nvPr>
        </p:nvSpPr>
        <p:spPr/>
        <p:txBody>
          <a:bodyPr/>
          <a:lstStyle/>
          <a:p>
            <a:r>
              <a:rPr lang="en-US" dirty="0"/>
              <a:t>Mission and Vision PowerPoint Template</a:t>
            </a:r>
          </a:p>
        </p:txBody>
      </p:sp>
      <p:sp>
        <p:nvSpPr>
          <p:cNvPr id="34" name="TextBox 33"/>
          <p:cNvSpPr txBox="1"/>
          <p:nvPr/>
        </p:nvSpPr>
        <p:spPr>
          <a:xfrm flipH="1">
            <a:off x="1836786" y="4885436"/>
            <a:ext cx="2481569" cy="542584"/>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 </a:t>
            </a:r>
            <a:endParaRPr lang="en-US" sz="1463" dirty="0">
              <a:solidFill>
                <a:prstClr val="black">
                  <a:lumMod val="85000"/>
                  <a:lumOff val="15000"/>
                </a:prstClr>
              </a:solidFill>
              <a:latin typeface="Calibri"/>
              <a:cs typeface="+mn-cs"/>
            </a:endParaRPr>
          </a:p>
        </p:txBody>
      </p:sp>
      <p:sp>
        <p:nvSpPr>
          <p:cNvPr id="40" name="TextBox 39"/>
          <p:cNvSpPr txBox="1"/>
          <p:nvPr/>
        </p:nvSpPr>
        <p:spPr>
          <a:xfrm>
            <a:off x="2350672" y="4260249"/>
            <a:ext cx="1453796" cy="655116"/>
          </a:xfrm>
          <a:prstGeom prst="rect">
            <a:avLst/>
          </a:prstGeom>
          <a:noFill/>
        </p:spPr>
        <p:txBody>
          <a:bodyPr wrap="none" rtlCol="0">
            <a:spAutoFit/>
          </a:bodyPr>
          <a:lstStyle/>
          <a:p>
            <a:pPr algn="ctr" defTabSz="990671" fontAlgn="auto">
              <a:spcBef>
                <a:spcPts val="0"/>
              </a:spcBef>
              <a:spcAft>
                <a:spcPts val="0"/>
              </a:spcAft>
            </a:pPr>
            <a:r>
              <a:rPr lang="en-US" sz="3657" dirty="0">
                <a:solidFill>
                  <a:prstClr val="black">
                    <a:lumMod val="85000"/>
                    <a:lumOff val="15000"/>
                  </a:prstClr>
                </a:solidFill>
                <a:latin typeface="Arial" pitchFamily="34" charset="0"/>
                <a:cs typeface="Arial" pitchFamily="34" charset="0"/>
              </a:rPr>
              <a:t>Vision</a:t>
            </a:r>
          </a:p>
        </p:txBody>
      </p:sp>
      <p:sp>
        <p:nvSpPr>
          <p:cNvPr id="37" name="TextBox 36"/>
          <p:cNvSpPr txBox="1"/>
          <p:nvPr/>
        </p:nvSpPr>
        <p:spPr>
          <a:xfrm flipH="1">
            <a:off x="5587647" y="4885436"/>
            <a:ext cx="2481569" cy="542584"/>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 </a:t>
            </a:r>
            <a:endParaRPr lang="en-US" sz="1463" dirty="0">
              <a:solidFill>
                <a:prstClr val="black">
                  <a:lumMod val="85000"/>
                  <a:lumOff val="15000"/>
                </a:prstClr>
              </a:solidFill>
              <a:latin typeface="Calibri"/>
              <a:cs typeface="+mn-cs"/>
            </a:endParaRPr>
          </a:p>
        </p:txBody>
      </p:sp>
      <p:sp>
        <p:nvSpPr>
          <p:cNvPr id="41" name="TextBox 40"/>
          <p:cNvSpPr txBox="1"/>
          <p:nvPr/>
        </p:nvSpPr>
        <p:spPr>
          <a:xfrm>
            <a:off x="5941008" y="4260249"/>
            <a:ext cx="1774846" cy="655116"/>
          </a:xfrm>
          <a:prstGeom prst="rect">
            <a:avLst/>
          </a:prstGeom>
          <a:noFill/>
        </p:spPr>
        <p:txBody>
          <a:bodyPr wrap="none" rtlCol="0">
            <a:spAutoFit/>
          </a:bodyPr>
          <a:lstStyle/>
          <a:p>
            <a:pPr algn="ctr" defTabSz="990671" fontAlgn="auto">
              <a:spcBef>
                <a:spcPts val="0"/>
              </a:spcBef>
              <a:spcAft>
                <a:spcPts val="0"/>
              </a:spcAft>
            </a:pPr>
            <a:r>
              <a:rPr lang="en-US" sz="3657" dirty="0">
                <a:solidFill>
                  <a:prstClr val="black">
                    <a:lumMod val="85000"/>
                    <a:lumOff val="15000"/>
                  </a:prstClr>
                </a:solidFill>
                <a:latin typeface="Arial" pitchFamily="34" charset="0"/>
                <a:cs typeface="Arial" pitchFamily="34" charset="0"/>
              </a:rPr>
              <a:t>Mission</a:t>
            </a:r>
          </a:p>
        </p:txBody>
      </p:sp>
      <p:cxnSp>
        <p:nvCxnSpPr>
          <p:cNvPr id="39" name="Straight Connector 38"/>
          <p:cNvCxnSpPr/>
          <p:nvPr/>
        </p:nvCxnSpPr>
        <p:spPr>
          <a:xfrm rot="5400000">
            <a:off x="4364678" y="4821749"/>
            <a:ext cx="1176644" cy="129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68" name="Oval 67"/>
          <p:cNvSpPr/>
          <p:nvPr/>
        </p:nvSpPr>
        <p:spPr>
          <a:xfrm>
            <a:off x="1856569" y="3959816"/>
            <a:ext cx="2742560" cy="274256"/>
          </a:xfrm>
          <a:prstGeom prst="ellipse">
            <a:avLst/>
          </a:prstGeom>
          <a:gradFill flip="none" rotWithShape="1">
            <a:gsLst>
              <a:gs pos="0">
                <a:sysClr val="windowText" lastClr="000000">
                  <a:lumMod val="50000"/>
                  <a:lumOff val="50000"/>
                  <a:alpha val="70000"/>
                </a:sysClr>
              </a:gs>
              <a:gs pos="100000">
                <a:sysClr val="window" lastClr="FFFFFF">
                  <a:alpha val="0"/>
                  <a:lumMod val="10000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grpSp>
        <p:nvGrpSpPr>
          <p:cNvPr id="67" name="Group 66"/>
          <p:cNvGrpSpPr/>
          <p:nvPr/>
        </p:nvGrpSpPr>
        <p:grpSpPr>
          <a:xfrm>
            <a:off x="1977857" y="2561999"/>
            <a:ext cx="2392446" cy="1548214"/>
            <a:chOff x="2552946" y="2362200"/>
            <a:chExt cx="2676165" cy="1904998"/>
          </a:xfrm>
        </p:grpSpPr>
        <p:grpSp>
          <p:nvGrpSpPr>
            <p:cNvPr id="31" name="Group 30"/>
            <p:cNvGrpSpPr/>
            <p:nvPr/>
          </p:nvGrpSpPr>
          <p:grpSpPr>
            <a:xfrm>
              <a:off x="2552946" y="2362200"/>
              <a:ext cx="2676165" cy="1904998"/>
              <a:chOff x="2208213" y="2747965"/>
              <a:chExt cx="3744916" cy="2665775"/>
            </a:xfrm>
            <a:effectLst/>
          </p:grpSpPr>
          <p:sp>
            <p:nvSpPr>
              <p:cNvPr id="1041" name="Freeform 17"/>
              <p:cNvSpPr>
                <a:spLocks/>
              </p:cNvSpPr>
              <p:nvPr/>
            </p:nvSpPr>
            <p:spPr bwMode="auto">
              <a:xfrm>
                <a:off x="2409826" y="2797178"/>
                <a:ext cx="1655764" cy="1466851"/>
              </a:xfrm>
              <a:custGeom>
                <a:avLst/>
                <a:gdLst/>
                <a:ahLst/>
                <a:cxnLst>
                  <a:cxn ang="0">
                    <a:pos x="194" y="0"/>
                  </a:cxn>
                  <a:cxn ang="0">
                    <a:pos x="498" y="160"/>
                  </a:cxn>
                  <a:cxn ang="0">
                    <a:pos x="1043" y="361"/>
                  </a:cxn>
                  <a:cxn ang="0">
                    <a:pos x="772" y="573"/>
                  </a:cxn>
                  <a:cxn ang="0">
                    <a:pos x="744" y="924"/>
                  </a:cxn>
                  <a:cxn ang="0">
                    <a:pos x="113" y="527"/>
                  </a:cxn>
                  <a:cxn ang="0">
                    <a:pos x="0" y="406"/>
                  </a:cxn>
                  <a:cxn ang="0">
                    <a:pos x="194" y="0"/>
                  </a:cxn>
                </a:cxnLst>
                <a:rect l="0" t="0" r="r" b="b"/>
                <a:pathLst>
                  <a:path w="1043" h="924">
                    <a:moveTo>
                      <a:pt x="194" y="0"/>
                    </a:moveTo>
                    <a:lnTo>
                      <a:pt x="498" y="160"/>
                    </a:lnTo>
                    <a:lnTo>
                      <a:pt x="1043" y="361"/>
                    </a:lnTo>
                    <a:lnTo>
                      <a:pt x="772" y="573"/>
                    </a:lnTo>
                    <a:lnTo>
                      <a:pt x="744" y="924"/>
                    </a:lnTo>
                    <a:lnTo>
                      <a:pt x="113" y="527"/>
                    </a:lnTo>
                    <a:lnTo>
                      <a:pt x="0" y="406"/>
                    </a:lnTo>
                    <a:lnTo>
                      <a:pt x="194" y="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108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2" name="Freeform 18"/>
              <p:cNvSpPr>
                <a:spLocks/>
              </p:cNvSpPr>
              <p:nvPr/>
            </p:nvSpPr>
            <p:spPr bwMode="auto">
              <a:xfrm>
                <a:off x="3590927" y="3317878"/>
                <a:ext cx="1870076" cy="1698625"/>
              </a:xfrm>
              <a:custGeom>
                <a:avLst/>
                <a:gdLst/>
                <a:ahLst/>
                <a:cxnLst>
                  <a:cxn ang="0">
                    <a:pos x="380" y="0"/>
                  </a:cxn>
                  <a:cxn ang="0">
                    <a:pos x="550" y="136"/>
                  </a:cxn>
                  <a:cxn ang="0">
                    <a:pos x="1178" y="335"/>
                  </a:cxn>
                  <a:cxn ang="0">
                    <a:pos x="722" y="627"/>
                  </a:cxn>
                  <a:cxn ang="0">
                    <a:pos x="693" y="1070"/>
                  </a:cxn>
                  <a:cxn ang="0">
                    <a:pos x="247" y="760"/>
                  </a:cxn>
                  <a:cxn ang="0">
                    <a:pos x="0" y="643"/>
                  </a:cxn>
                  <a:cxn ang="0">
                    <a:pos x="34" y="197"/>
                  </a:cxn>
                  <a:cxn ang="0">
                    <a:pos x="380" y="0"/>
                  </a:cxn>
                </a:cxnLst>
                <a:rect l="0" t="0" r="r" b="b"/>
                <a:pathLst>
                  <a:path w="1178" h="1070">
                    <a:moveTo>
                      <a:pt x="380" y="0"/>
                    </a:moveTo>
                    <a:lnTo>
                      <a:pt x="550" y="136"/>
                    </a:lnTo>
                    <a:lnTo>
                      <a:pt x="1178" y="335"/>
                    </a:lnTo>
                    <a:lnTo>
                      <a:pt x="722" y="627"/>
                    </a:lnTo>
                    <a:lnTo>
                      <a:pt x="693" y="1070"/>
                    </a:lnTo>
                    <a:lnTo>
                      <a:pt x="247" y="760"/>
                    </a:lnTo>
                    <a:lnTo>
                      <a:pt x="0" y="643"/>
                    </a:lnTo>
                    <a:lnTo>
                      <a:pt x="34" y="197"/>
                    </a:lnTo>
                    <a:lnTo>
                      <a:pt x="380" y="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108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3" name="Freeform 19"/>
              <p:cNvSpPr>
                <a:spLocks/>
              </p:cNvSpPr>
              <p:nvPr/>
            </p:nvSpPr>
            <p:spPr bwMode="auto">
              <a:xfrm>
                <a:off x="3438527" y="3244852"/>
                <a:ext cx="1033463" cy="1328738"/>
              </a:xfrm>
              <a:custGeom>
                <a:avLst/>
                <a:gdLst/>
                <a:ahLst/>
                <a:cxnLst>
                  <a:cxn ang="0">
                    <a:pos x="404" y="0"/>
                  </a:cxn>
                  <a:cxn ang="0">
                    <a:pos x="409" y="0"/>
                  </a:cxn>
                  <a:cxn ang="0">
                    <a:pos x="617" y="97"/>
                  </a:cxn>
                  <a:cxn ang="0">
                    <a:pos x="628" y="116"/>
                  </a:cxn>
                  <a:cxn ang="0">
                    <a:pos x="638" y="137"/>
                  </a:cxn>
                  <a:cxn ang="0">
                    <a:pos x="645" y="155"/>
                  </a:cxn>
                  <a:cxn ang="0">
                    <a:pos x="648" y="170"/>
                  </a:cxn>
                  <a:cxn ang="0">
                    <a:pos x="651" y="182"/>
                  </a:cxn>
                  <a:cxn ang="0">
                    <a:pos x="651" y="185"/>
                  </a:cxn>
                  <a:cxn ang="0">
                    <a:pos x="596" y="152"/>
                  </a:cxn>
                  <a:cxn ang="0">
                    <a:pos x="583" y="142"/>
                  </a:cxn>
                  <a:cxn ang="0">
                    <a:pos x="565" y="133"/>
                  </a:cxn>
                  <a:cxn ang="0">
                    <a:pos x="542" y="124"/>
                  </a:cxn>
                  <a:cxn ang="0">
                    <a:pos x="515" y="118"/>
                  </a:cxn>
                  <a:cxn ang="0">
                    <a:pos x="484" y="115"/>
                  </a:cxn>
                  <a:cxn ang="0">
                    <a:pos x="450" y="115"/>
                  </a:cxn>
                  <a:cxn ang="0">
                    <a:pos x="414" y="121"/>
                  </a:cxn>
                  <a:cxn ang="0">
                    <a:pos x="377" y="133"/>
                  </a:cxn>
                  <a:cxn ang="0">
                    <a:pos x="338" y="152"/>
                  </a:cxn>
                  <a:cxn ang="0">
                    <a:pos x="299" y="178"/>
                  </a:cxn>
                  <a:cxn ang="0">
                    <a:pos x="260" y="214"/>
                  </a:cxn>
                  <a:cxn ang="0">
                    <a:pos x="223" y="260"/>
                  </a:cxn>
                  <a:cxn ang="0">
                    <a:pos x="192" y="307"/>
                  </a:cxn>
                  <a:cxn ang="0">
                    <a:pos x="169" y="358"/>
                  </a:cxn>
                  <a:cxn ang="0">
                    <a:pos x="153" y="407"/>
                  </a:cxn>
                  <a:cxn ang="0">
                    <a:pos x="143" y="454"/>
                  </a:cxn>
                  <a:cxn ang="0">
                    <a:pos x="138" y="500"/>
                  </a:cxn>
                  <a:cxn ang="0">
                    <a:pos x="137" y="544"/>
                  </a:cxn>
                  <a:cxn ang="0">
                    <a:pos x="138" y="581"/>
                  </a:cxn>
                  <a:cxn ang="0">
                    <a:pos x="142" y="615"/>
                  </a:cxn>
                  <a:cxn ang="0">
                    <a:pos x="146" y="645"/>
                  </a:cxn>
                  <a:cxn ang="0">
                    <a:pos x="151" y="666"/>
                  </a:cxn>
                  <a:cxn ang="0">
                    <a:pos x="155" y="679"/>
                  </a:cxn>
                  <a:cxn ang="0">
                    <a:pos x="156" y="684"/>
                  </a:cxn>
                  <a:cxn ang="0">
                    <a:pos x="349" y="810"/>
                  </a:cxn>
                  <a:cxn ang="0">
                    <a:pos x="267" y="837"/>
                  </a:cxn>
                  <a:cxn ang="0">
                    <a:pos x="35" y="702"/>
                  </a:cxn>
                  <a:cxn ang="0">
                    <a:pos x="15" y="638"/>
                  </a:cxn>
                  <a:cxn ang="0">
                    <a:pos x="4" y="576"/>
                  </a:cxn>
                  <a:cxn ang="0">
                    <a:pos x="0" y="519"/>
                  </a:cxn>
                  <a:cxn ang="0">
                    <a:pos x="2" y="465"/>
                  </a:cxn>
                  <a:cxn ang="0">
                    <a:pos x="12" y="412"/>
                  </a:cxn>
                  <a:cxn ang="0">
                    <a:pos x="28" y="363"/>
                  </a:cxn>
                  <a:cxn ang="0">
                    <a:pos x="48" y="314"/>
                  </a:cxn>
                  <a:cxn ang="0">
                    <a:pos x="72" y="265"/>
                  </a:cxn>
                  <a:cxn ang="0">
                    <a:pos x="101" y="219"/>
                  </a:cxn>
                  <a:cxn ang="0">
                    <a:pos x="134" y="172"/>
                  </a:cxn>
                  <a:cxn ang="0">
                    <a:pos x="171" y="126"/>
                  </a:cxn>
                  <a:cxn ang="0">
                    <a:pos x="210" y="89"/>
                  </a:cxn>
                  <a:cxn ang="0">
                    <a:pos x="247" y="59"/>
                  </a:cxn>
                  <a:cxn ang="0">
                    <a:pos x="284" y="38"/>
                  </a:cxn>
                  <a:cxn ang="0">
                    <a:pos x="317" y="22"/>
                  </a:cxn>
                  <a:cxn ang="0">
                    <a:pos x="348" y="12"/>
                  </a:cxn>
                  <a:cxn ang="0">
                    <a:pos x="374" y="5"/>
                  </a:cxn>
                  <a:cxn ang="0">
                    <a:pos x="393" y="2"/>
                  </a:cxn>
                  <a:cxn ang="0">
                    <a:pos x="404" y="0"/>
                  </a:cxn>
                </a:cxnLst>
                <a:rect l="0" t="0" r="r" b="b"/>
                <a:pathLst>
                  <a:path w="651" h="837">
                    <a:moveTo>
                      <a:pt x="404" y="0"/>
                    </a:moveTo>
                    <a:lnTo>
                      <a:pt x="409" y="0"/>
                    </a:lnTo>
                    <a:lnTo>
                      <a:pt x="617" y="97"/>
                    </a:lnTo>
                    <a:lnTo>
                      <a:pt x="628" y="116"/>
                    </a:lnTo>
                    <a:lnTo>
                      <a:pt x="638" y="137"/>
                    </a:lnTo>
                    <a:lnTo>
                      <a:pt x="645" y="155"/>
                    </a:lnTo>
                    <a:lnTo>
                      <a:pt x="648" y="170"/>
                    </a:lnTo>
                    <a:lnTo>
                      <a:pt x="651" y="182"/>
                    </a:lnTo>
                    <a:lnTo>
                      <a:pt x="651" y="185"/>
                    </a:lnTo>
                    <a:lnTo>
                      <a:pt x="596" y="152"/>
                    </a:lnTo>
                    <a:lnTo>
                      <a:pt x="583" y="142"/>
                    </a:lnTo>
                    <a:lnTo>
                      <a:pt x="565" y="133"/>
                    </a:lnTo>
                    <a:lnTo>
                      <a:pt x="542" y="124"/>
                    </a:lnTo>
                    <a:lnTo>
                      <a:pt x="515" y="118"/>
                    </a:lnTo>
                    <a:lnTo>
                      <a:pt x="484" y="115"/>
                    </a:lnTo>
                    <a:lnTo>
                      <a:pt x="450" y="115"/>
                    </a:lnTo>
                    <a:lnTo>
                      <a:pt x="414" y="121"/>
                    </a:lnTo>
                    <a:lnTo>
                      <a:pt x="377" y="133"/>
                    </a:lnTo>
                    <a:lnTo>
                      <a:pt x="338" y="152"/>
                    </a:lnTo>
                    <a:lnTo>
                      <a:pt x="299" y="178"/>
                    </a:lnTo>
                    <a:lnTo>
                      <a:pt x="260" y="214"/>
                    </a:lnTo>
                    <a:lnTo>
                      <a:pt x="223" y="260"/>
                    </a:lnTo>
                    <a:lnTo>
                      <a:pt x="192" y="307"/>
                    </a:lnTo>
                    <a:lnTo>
                      <a:pt x="169" y="358"/>
                    </a:lnTo>
                    <a:lnTo>
                      <a:pt x="153" y="407"/>
                    </a:lnTo>
                    <a:lnTo>
                      <a:pt x="143" y="454"/>
                    </a:lnTo>
                    <a:lnTo>
                      <a:pt x="138" y="500"/>
                    </a:lnTo>
                    <a:lnTo>
                      <a:pt x="137" y="544"/>
                    </a:lnTo>
                    <a:lnTo>
                      <a:pt x="138" y="581"/>
                    </a:lnTo>
                    <a:lnTo>
                      <a:pt x="142" y="615"/>
                    </a:lnTo>
                    <a:lnTo>
                      <a:pt x="146" y="645"/>
                    </a:lnTo>
                    <a:lnTo>
                      <a:pt x="151" y="666"/>
                    </a:lnTo>
                    <a:lnTo>
                      <a:pt x="155" y="679"/>
                    </a:lnTo>
                    <a:lnTo>
                      <a:pt x="156" y="684"/>
                    </a:lnTo>
                    <a:lnTo>
                      <a:pt x="349" y="810"/>
                    </a:lnTo>
                    <a:lnTo>
                      <a:pt x="267" y="837"/>
                    </a:lnTo>
                    <a:lnTo>
                      <a:pt x="35" y="702"/>
                    </a:lnTo>
                    <a:lnTo>
                      <a:pt x="15" y="638"/>
                    </a:lnTo>
                    <a:lnTo>
                      <a:pt x="4" y="576"/>
                    </a:lnTo>
                    <a:lnTo>
                      <a:pt x="0" y="519"/>
                    </a:lnTo>
                    <a:lnTo>
                      <a:pt x="2" y="465"/>
                    </a:lnTo>
                    <a:lnTo>
                      <a:pt x="12" y="412"/>
                    </a:lnTo>
                    <a:lnTo>
                      <a:pt x="28" y="363"/>
                    </a:lnTo>
                    <a:lnTo>
                      <a:pt x="48" y="314"/>
                    </a:lnTo>
                    <a:lnTo>
                      <a:pt x="72" y="265"/>
                    </a:lnTo>
                    <a:lnTo>
                      <a:pt x="101" y="219"/>
                    </a:lnTo>
                    <a:lnTo>
                      <a:pt x="134" y="172"/>
                    </a:lnTo>
                    <a:lnTo>
                      <a:pt x="171" y="126"/>
                    </a:lnTo>
                    <a:lnTo>
                      <a:pt x="210" y="89"/>
                    </a:lnTo>
                    <a:lnTo>
                      <a:pt x="247" y="59"/>
                    </a:lnTo>
                    <a:lnTo>
                      <a:pt x="284" y="38"/>
                    </a:lnTo>
                    <a:lnTo>
                      <a:pt x="317" y="22"/>
                    </a:lnTo>
                    <a:lnTo>
                      <a:pt x="348" y="12"/>
                    </a:lnTo>
                    <a:lnTo>
                      <a:pt x="374" y="5"/>
                    </a:lnTo>
                    <a:lnTo>
                      <a:pt x="393" y="2"/>
                    </a:lnTo>
                    <a:lnTo>
                      <a:pt x="404"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4" name="Freeform 20"/>
              <p:cNvSpPr>
                <a:spLocks/>
              </p:cNvSpPr>
              <p:nvPr/>
            </p:nvSpPr>
            <p:spPr bwMode="auto">
              <a:xfrm>
                <a:off x="2208213" y="2747965"/>
                <a:ext cx="1022351" cy="1062039"/>
              </a:xfrm>
              <a:custGeom>
                <a:avLst/>
                <a:gdLst/>
                <a:ahLst/>
                <a:cxnLst>
                  <a:cxn ang="0">
                    <a:pos x="336" y="0"/>
                  </a:cxn>
                  <a:cxn ang="0">
                    <a:pos x="388" y="5"/>
                  </a:cxn>
                  <a:cxn ang="0">
                    <a:pos x="438" y="17"/>
                  </a:cxn>
                  <a:cxn ang="0">
                    <a:pos x="615" y="127"/>
                  </a:cxn>
                  <a:cxn ang="0">
                    <a:pos x="616" y="131"/>
                  </a:cxn>
                  <a:cxn ang="0">
                    <a:pos x="623" y="141"/>
                  </a:cxn>
                  <a:cxn ang="0">
                    <a:pos x="629" y="155"/>
                  </a:cxn>
                  <a:cxn ang="0">
                    <a:pos x="638" y="176"/>
                  </a:cxn>
                  <a:cxn ang="0">
                    <a:pos x="644" y="201"/>
                  </a:cxn>
                  <a:cxn ang="0">
                    <a:pos x="539" y="149"/>
                  </a:cxn>
                  <a:cxn ang="0">
                    <a:pos x="535" y="149"/>
                  </a:cxn>
                  <a:cxn ang="0">
                    <a:pos x="526" y="147"/>
                  </a:cxn>
                  <a:cxn ang="0">
                    <a:pos x="511" y="145"/>
                  </a:cxn>
                  <a:cxn ang="0">
                    <a:pos x="493" y="144"/>
                  </a:cxn>
                  <a:cxn ang="0">
                    <a:pos x="470" y="144"/>
                  </a:cxn>
                  <a:cxn ang="0">
                    <a:pos x="446" y="145"/>
                  </a:cxn>
                  <a:cxn ang="0">
                    <a:pos x="419" y="150"/>
                  </a:cxn>
                  <a:cxn ang="0">
                    <a:pos x="389" y="160"/>
                  </a:cxn>
                  <a:cxn ang="0">
                    <a:pos x="360" y="172"/>
                  </a:cxn>
                  <a:cxn ang="0">
                    <a:pos x="331" y="189"/>
                  </a:cxn>
                  <a:cxn ang="0">
                    <a:pos x="303" y="212"/>
                  </a:cxn>
                  <a:cxn ang="0">
                    <a:pos x="277" y="242"/>
                  </a:cxn>
                  <a:cxn ang="0">
                    <a:pos x="255" y="278"/>
                  </a:cxn>
                  <a:cxn ang="0">
                    <a:pos x="234" y="323"/>
                  </a:cxn>
                  <a:cxn ang="0">
                    <a:pos x="221" y="366"/>
                  </a:cxn>
                  <a:cxn ang="0">
                    <a:pos x="216" y="405"/>
                  </a:cxn>
                  <a:cxn ang="0">
                    <a:pos x="216" y="441"/>
                  </a:cxn>
                  <a:cxn ang="0">
                    <a:pos x="219" y="472"/>
                  </a:cxn>
                  <a:cxn ang="0">
                    <a:pos x="227" y="501"/>
                  </a:cxn>
                  <a:cxn ang="0">
                    <a:pos x="238" y="526"/>
                  </a:cxn>
                  <a:cxn ang="0">
                    <a:pos x="248" y="545"/>
                  </a:cxn>
                  <a:cxn ang="0">
                    <a:pos x="260" y="561"/>
                  </a:cxn>
                  <a:cxn ang="0">
                    <a:pos x="269" y="573"/>
                  </a:cxn>
                  <a:cxn ang="0">
                    <a:pos x="276" y="581"/>
                  </a:cxn>
                  <a:cxn ang="0">
                    <a:pos x="277" y="583"/>
                  </a:cxn>
                  <a:cxn ang="0">
                    <a:pos x="386" y="643"/>
                  </a:cxn>
                  <a:cxn ang="0">
                    <a:pos x="378" y="651"/>
                  </a:cxn>
                  <a:cxn ang="0">
                    <a:pos x="368" y="658"/>
                  </a:cxn>
                  <a:cxn ang="0">
                    <a:pos x="354" y="666"/>
                  </a:cxn>
                  <a:cxn ang="0">
                    <a:pos x="336" y="669"/>
                  </a:cxn>
                  <a:cxn ang="0">
                    <a:pos x="313" y="669"/>
                  </a:cxn>
                  <a:cxn ang="0">
                    <a:pos x="287" y="663"/>
                  </a:cxn>
                  <a:cxn ang="0">
                    <a:pos x="50" y="517"/>
                  </a:cxn>
                  <a:cxn ang="0">
                    <a:pos x="49" y="514"/>
                  </a:cxn>
                  <a:cxn ang="0">
                    <a:pos x="42" y="508"/>
                  </a:cxn>
                  <a:cxn ang="0">
                    <a:pos x="36" y="495"/>
                  </a:cxn>
                  <a:cxn ang="0">
                    <a:pos x="26" y="477"/>
                  </a:cxn>
                  <a:cxn ang="0">
                    <a:pos x="16" y="455"/>
                  </a:cxn>
                  <a:cxn ang="0">
                    <a:pos x="10" y="428"/>
                  </a:cxn>
                  <a:cxn ang="0">
                    <a:pos x="3" y="397"/>
                  </a:cxn>
                  <a:cxn ang="0">
                    <a:pos x="0" y="361"/>
                  </a:cxn>
                  <a:cxn ang="0">
                    <a:pos x="2" y="322"/>
                  </a:cxn>
                  <a:cxn ang="0">
                    <a:pos x="10" y="278"/>
                  </a:cxn>
                  <a:cxn ang="0">
                    <a:pos x="23" y="229"/>
                  </a:cxn>
                  <a:cxn ang="0">
                    <a:pos x="44" y="178"/>
                  </a:cxn>
                  <a:cxn ang="0">
                    <a:pos x="73" y="134"/>
                  </a:cxn>
                  <a:cxn ang="0">
                    <a:pos x="107" y="95"/>
                  </a:cxn>
                  <a:cxn ang="0">
                    <a:pos x="146" y="62"/>
                  </a:cxn>
                  <a:cxn ang="0">
                    <a:pos x="190" y="36"/>
                  </a:cxn>
                  <a:cxn ang="0">
                    <a:pos x="237" y="17"/>
                  </a:cxn>
                  <a:cxn ang="0">
                    <a:pos x="286" y="5"/>
                  </a:cxn>
                  <a:cxn ang="0">
                    <a:pos x="336" y="0"/>
                  </a:cxn>
                </a:cxnLst>
                <a:rect l="0" t="0" r="r" b="b"/>
                <a:pathLst>
                  <a:path w="644" h="669">
                    <a:moveTo>
                      <a:pt x="336" y="0"/>
                    </a:moveTo>
                    <a:lnTo>
                      <a:pt x="388" y="5"/>
                    </a:lnTo>
                    <a:lnTo>
                      <a:pt x="438" y="17"/>
                    </a:lnTo>
                    <a:lnTo>
                      <a:pt x="615" y="127"/>
                    </a:lnTo>
                    <a:lnTo>
                      <a:pt x="616" y="131"/>
                    </a:lnTo>
                    <a:lnTo>
                      <a:pt x="623" y="141"/>
                    </a:lnTo>
                    <a:lnTo>
                      <a:pt x="629" y="155"/>
                    </a:lnTo>
                    <a:lnTo>
                      <a:pt x="638" y="176"/>
                    </a:lnTo>
                    <a:lnTo>
                      <a:pt x="644" y="201"/>
                    </a:lnTo>
                    <a:lnTo>
                      <a:pt x="539" y="149"/>
                    </a:lnTo>
                    <a:lnTo>
                      <a:pt x="535" y="149"/>
                    </a:lnTo>
                    <a:lnTo>
                      <a:pt x="526" y="147"/>
                    </a:lnTo>
                    <a:lnTo>
                      <a:pt x="511" y="145"/>
                    </a:lnTo>
                    <a:lnTo>
                      <a:pt x="493" y="144"/>
                    </a:lnTo>
                    <a:lnTo>
                      <a:pt x="470" y="144"/>
                    </a:lnTo>
                    <a:lnTo>
                      <a:pt x="446" y="145"/>
                    </a:lnTo>
                    <a:lnTo>
                      <a:pt x="419" y="150"/>
                    </a:lnTo>
                    <a:lnTo>
                      <a:pt x="389" y="160"/>
                    </a:lnTo>
                    <a:lnTo>
                      <a:pt x="360" y="172"/>
                    </a:lnTo>
                    <a:lnTo>
                      <a:pt x="331" y="189"/>
                    </a:lnTo>
                    <a:lnTo>
                      <a:pt x="303" y="212"/>
                    </a:lnTo>
                    <a:lnTo>
                      <a:pt x="277" y="242"/>
                    </a:lnTo>
                    <a:lnTo>
                      <a:pt x="255" y="278"/>
                    </a:lnTo>
                    <a:lnTo>
                      <a:pt x="234" y="323"/>
                    </a:lnTo>
                    <a:lnTo>
                      <a:pt x="221" y="366"/>
                    </a:lnTo>
                    <a:lnTo>
                      <a:pt x="216" y="405"/>
                    </a:lnTo>
                    <a:lnTo>
                      <a:pt x="216" y="441"/>
                    </a:lnTo>
                    <a:lnTo>
                      <a:pt x="219" y="472"/>
                    </a:lnTo>
                    <a:lnTo>
                      <a:pt x="227" y="501"/>
                    </a:lnTo>
                    <a:lnTo>
                      <a:pt x="238" y="526"/>
                    </a:lnTo>
                    <a:lnTo>
                      <a:pt x="248" y="545"/>
                    </a:lnTo>
                    <a:lnTo>
                      <a:pt x="260" y="561"/>
                    </a:lnTo>
                    <a:lnTo>
                      <a:pt x="269" y="573"/>
                    </a:lnTo>
                    <a:lnTo>
                      <a:pt x="276" y="581"/>
                    </a:lnTo>
                    <a:lnTo>
                      <a:pt x="277" y="583"/>
                    </a:lnTo>
                    <a:lnTo>
                      <a:pt x="386" y="643"/>
                    </a:lnTo>
                    <a:lnTo>
                      <a:pt x="378" y="651"/>
                    </a:lnTo>
                    <a:lnTo>
                      <a:pt x="368" y="658"/>
                    </a:lnTo>
                    <a:lnTo>
                      <a:pt x="354" y="666"/>
                    </a:lnTo>
                    <a:lnTo>
                      <a:pt x="336" y="669"/>
                    </a:lnTo>
                    <a:lnTo>
                      <a:pt x="313" y="669"/>
                    </a:lnTo>
                    <a:lnTo>
                      <a:pt x="287" y="663"/>
                    </a:lnTo>
                    <a:lnTo>
                      <a:pt x="50" y="517"/>
                    </a:lnTo>
                    <a:lnTo>
                      <a:pt x="49" y="514"/>
                    </a:lnTo>
                    <a:lnTo>
                      <a:pt x="42" y="508"/>
                    </a:lnTo>
                    <a:lnTo>
                      <a:pt x="36" y="495"/>
                    </a:lnTo>
                    <a:lnTo>
                      <a:pt x="26" y="477"/>
                    </a:lnTo>
                    <a:lnTo>
                      <a:pt x="16" y="455"/>
                    </a:lnTo>
                    <a:lnTo>
                      <a:pt x="10" y="428"/>
                    </a:lnTo>
                    <a:lnTo>
                      <a:pt x="3" y="397"/>
                    </a:lnTo>
                    <a:lnTo>
                      <a:pt x="0" y="361"/>
                    </a:lnTo>
                    <a:lnTo>
                      <a:pt x="2" y="322"/>
                    </a:lnTo>
                    <a:lnTo>
                      <a:pt x="10" y="278"/>
                    </a:lnTo>
                    <a:lnTo>
                      <a:pt x="23" y="229"/>
                    </a:lnTo>
                    <a:lnTo>
                      <a:pt x="44" y="178"/>
                    </a:lnTo>
                    <a:lnTo>
                      <a:pt x="73" y="134"/>
                    </a:lnTo>
                    <a:lnTo>
                      <a:pt x="107" y="95"/>
                    </a:lnTo>
                    <a:lnTo>
                      <a:pt x="146" y="62"/>
                    </a:lnTo>
                    <a:lnTo>
                      <a:pt x="190" y="36"/>
                    </a:lnTo>
                    <a:lnTo>
                      <a:pt x="237" y="17"/>
                    </a:lnTo>
                    <a:lnTo>
                      <a:pt x="286" y="5"/>
                    </a:lnTo>
                    <a:lnTo>
                      <a:pt x="336"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5" name="Freeform 21"/>
              <p:cNvSpPr>
                <a:spLocks/>
              </p:cNvSpPr>
              <p:nvPr/>
            </p:nvSpPr>
            <p:spPr bwMode="auto">
              <a:xfrm>
                <a:off x="4645029" y="3762104"/>
                <a:ext cx="1308100" cy="1651636"/>
              </a:xfrm>
              <a:custGeom>
                <a:avLst/>
                <a:gdLst/>
                <a:ahLst/>
                <a:cxnLst>
                  <a:cxn ang="0">
                    <a:pos x="478" y="0"/>
                  </a:cxn>
                  <a:cxn ang="0">
                    <a:pos x="532" y="0"/>
                  </a:cxn>
                  <a:cxn ang="0">
                    <a:pos x="584" y="7"/>
                  </a:cxn>
                  <a:cxn ang="0">
                    <a:pos x="632" y="25"/>
                  </a:cxn>
                  <a:cxn ang="0">
                    <a:pos x="675" y="49"/>
                  </a:cxn>
                  <a:cxn ang="0">
                    <a:pos x="712" y="79"/>
                  </a:cxn>
                  <a:cxn ang="0">
                    <a:pos x="744" y="115"/>
                  </a:cxn>
                  <a:cxn ang="0">
                    <a:pos x="770" y="157"/>
                  </a:cxn>
                  <a:cxn ang="0">
                    <a:pos x="793" y="203"/>
                  </a:cxn>
                  <a:cxn ang="0">
                    <a:pos x="809" y="253"/>
                  </a:cxn>
                  <a:cxn ang="0">
                    <a:pos x="819" y="309"/>
                  </a:cxn>
                  <a:cxn ang="0">
                    <a:pos x="824" y="364"/>
                  </a:cxn>
                  <a:cxn ang="0">
                    <a:pos x="824" y="425"/>
                  </a:cxn>
                  <a:cxn ang="0">
                    <a:pos x="817" y="485"/>
                  </a:cxn>
                  <a:cxn ang="0">
                    <a:pos x="804" y="547"/>
                  </a:cxn>
                  <a:cxn ang="0">
                    <a:pos x="785" y="609"/>
                  </a:cxn>
                  <a:cxn ang="0">
                    <a:pos x="761" y="671"/>
                  </a:cxn>
                  <a:cxn ang="0">
                    <a:pos x="728" y="736"/>
                  </a:cxn>
                  <a:cxn ang="0">
                    <a:pos x="689" y="795"/>
                  </a:cxn>
                  <a:cxn ang="0">
                    <a:pos x="647" y="847"/>
                  </a:cxn>
                  <a:cxn ang="0">
                    <a:pos x="602" y="894"/>
                  </a:cxn>
                  <a:cxn ang="0">
                    <a:pos x="553" y="935"/>
                  </a:cxn>
                  <a:cxn ang="0">
                    <a:pos x="503" y="968"/>
                  </a:cxn>
                  <a:cxn ang="0">
                    <a:pos x="451" y="994"/>
                  </a:cxn>
                  <a:cxn ang="0">
                    <a:pos x="397" y="1012"/>
                  </a:cxn>
                  <a:cxn ang="0">
                    <a:pos x="344" y="1022"/>
                  </a:cxn>
                  <a:cxn ang="0">
                    <a:pos x="292" y="1022"/>
                  </a:cxn>
                  <a:cxn ang="0">
                    <a:pos x="240" y="1015"/>
                  </a:cxn>
                  <a:cxn ang="0">
                    <a:pos x="191" y="997"/>
                  </a:cxn>
                  <a:cxn ang="0">
                    <a:pos x="149" y="973"/>
                  </a:cxn>
                  <a:cxn ang="0">
                    <a:pos x="112" y="943"/>
                  </a:cxn>
                  <a:cxn ang="0">
                    <a:pos x="79" y="907"/>
                  </a:cxn>
                  <a:cxn ang="0">
                    <a:pos x="53" y="865"/>
                  </a:cxn>
                  <a:cxn ang="0">
                    <a:pos x="31" y="819"/>
                  </a:cxn>
                  <a:cxn ang="0">
                    <a:pos x="14" y="769"/>
                  </a:cxn>
                  <a:cxn ang="0">
                    <a:pos x="5" y="713"/>
                  </a:cxn>
                  <a:cxn ang="0">
                    <a:pos x="0" y="658"/>
                  </a:cxn>
                  <a:cxn ang="0">
                    <a:pos x="0" y="598"/>
                  </a:cxn>
                  <a:cxn ang="0">
                    <a:pos x="6" y="537"/>
                  </a:cxn>
                  <a:cxn ang="0">
                    <a:pos x="19" y="475"/>
                  </a:cxn>
                  <a:cxn ang="0">
                    <a:pos x="39" y="413"/>
                  </a:cxn>
                  <a:cxn ang="0">
                    <a:pos x="63" y="351"/>
                  </a:cxn>
                  <a:cxn ang="0">
                    <a:pos x="95" y="286"/>
                  </a:cxn>
                  <a:cxn ang="0">
                    <a:pos x="134" y="227"/>
                  </a:cxn>
                  <a:cxn ang="0">
                    <a:pos x="177" y="175"/>
                  </a:cxn>
                  <a:cxn ang="0">
                    <a:pos x="222" y="128"/>
                  </a:cxn>
                  <a:cxn ang="0">
                    <a:pos x="271" y="87"/>
                  </a:cxn>
                  <a:cxn ang="0">
                    <a:pos x="321" y="54"/>
                  </a:cxn>
                  <a:cxn ang="0">
                    <a:pos x="373" y="28"/>
                  </a:cxn>
                  <a:cxn ang="0">
                    <a:pos x="426" y="10"/>
                  </a:cxn>
                  <a:cxn ang="0">
                    <a:pos x="478" y="0"/>
                  </a:cxn>
                </a:cxnLst>
                <a:rect l="0" t="0" r="r" b="b"/>
                <a:pathLst>
                  <a:path w="824" h="1022">
                    <a:moveTo>
                      <a:pt x="478" y="0"/>
                    </a:moveTo>
                    <a:lnTo>
                      <a:pt x="532" y="0"/>
                    </a:lnTo>
                    <a:lnTo>
                      <a:pt x="584" y="7"/>
                    </a:lnTo>
                    <a:lnTo>
                      <a:pt x="632" y="25"/>
                    </a:lnTo>
                    <a:lnTo>
                      <a:pt x="675" y="49"/>
                    </a:lnTo>
                    <a:lnTo>
                      <a:pt x="712" y="79"/>
                    </a:lnTo>
                    <a:lnTo>
                      <a:pt x="744" y="115"/>
                    </a:lnTo>
                    <a:lnTo>
                      <a:pt x="770" y="157"/>
                    </a:lnTo>
                    <a:lnTo>
                      <a:pt x="793" y="203"/>
                    </a:lnTo>
                    <a:lnTo>
                      <a:pt x="809" y="253"/>
                    </a:lnTo>
                    <a:lnTo>
                      <a:pt x="819" y="309"/>
                    </a:lnTo>
                    <a:lnTo>
                      <a:pt x="824" y="364"/>
                    </a:lnTo>
                    <a:lnTo>
                      <a:pt x="824" y="425"/>
                    </a:lnTo>
                    <a:lnTo>
                      <a:pt x="817" y="485"/>
                    </a:lnTo>
                    <a:lnTo>
                      <a:pt x="804" y="547"/>
                    </a:lnTo>
                    <a:lnTo>
                      <a:pt x="785" y="609"/>
                    </a:lnTo>
                    <a:lnTo>
                      <a:pt x="761" y="671"/>
                    </a:lnTo>
                    <a:lnTo>
                      <a:pt x="728" y="736"/>
                    </a:lnTo>
                    <a:lnTo>
                      <a:pt x="689" y="795"/>
                    </a:lnTo>
                    <a:lnTo>
                      <a:pt x="647" y="847"/>
                    </a:lnTo>
                    <a:lnTo>
                      <a:pt x="602" y="894"/>
                    </a:lnTo>
                    <a:lnTo>
                      <a:pt x="553" y="935"/>
                    </a:lnTo>
                    <a:lnTo>
                      <a:pt x="503" y="968"/>
                    </a:lnTo>
                    <a:lnTo>
                      <a:pt x="451" y="994"/>
                    </a:lnTo>
                    <a:lnTo>
                      <a:pt x="397" y="1012"/>
                    </a:lnTo>
                    <a:lnTo>
                      <a:pt x="344" y="1022"/>
                    </a:lnTo>
                    <a:lnTo>
                      <a:pt x="292" y="1022"/>
                    </a:lnTo>
                    <a:lnTo>
                      <a:pt x="240" y="1015"/>
                    </a:lnTo>
                    <a:lnTo>
                      <a:pt x="191" y="997"/>
                    </a:lnTo>
                    <a:lnTo>
                      <a:pt x="149" y="973"/>
                    </a:lnTo>
                    <a:lnTo>
                      <a:pt x="112" y="943"/>
                    </a:lnTo>
                    <a:lnTo>
                      <a:pt x="79" y="907"/>
                    </a:lnTo>
                    <a:lnTo>
                      <a:pt x="53" y="865"/>
                    </a:lnTo>
                    <a:lnTo>
                      <a:pt x="31" y="819"/>
                    </a:lnTo>
                    <a:lnTo>
                      <a:pt x="14" y="769"/>
                    </a:lnTo>
                    <a:lnTo>
                      <a:pt x="5" y="713"/>
                    </a:lnTo>
                    <a:lnTo>
                      <a:pt x="0" y="658"/>
                    </a:lnTo>
                    <a:lnTo>
                      <a:pt x="0" y="598"/>
                    </a:lnTo>
                    <a:lnTo>
                      <a:pt x="6" y="537"/>
                    </a:lnTo>
                    <a:lnTo>
                      <a:pt x="19" y="475"/>
                    </a:lnTo>
                    <a:lnTo>
                      <a:pt x="39" y="413"/>
                    </a:lnTo>
                    <a:lnTo>
                      <a:pt x="63" y="351"/>
                    </a:lnTo>
                    <a:lnTo>
                      <a:pt x="95" y="286"/>
                    </a:lnTo>
                    <a:lnTo>
                      <a:pt x="134" y="227"/>
                    </a:lnTo>
                    <a:lnTo>
                      <a:pt x="177" y="175"/>
                    </a:lnTo>
                    <a:lnTo>
                      <a:pt x="222" y="128"/>
                    </a:lnTo>
                    <a:lnTo>
                      <a:pt x="271" y="87"/>
                    </a:lnTo>
                    <a:lnTo>
                      <a:pt x="321" y="54"/>
                    </a:lnTo>
                    <a:lnTo>
                      <a:pt x="373" y="28"/>
                    </a:lnTo>
                    <a:lnTo>
                      <a:pt x="426" y="10"/>
                    </a:lnTo>
                    <a:lnTo>
                      <a:pt x="478"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81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6" name="Freeform 22"/>
              <p:cNvSpPr>
                <a:spLocks/>
              </p:cNvSpPr>
              <p:nvPr/>
            </p:nvSpPr>
            <p:spPr bwMode="auto">
              <a:xfrm>
                <a:off x="4794254" y="3919539"/>
                <a:ext cx="1093788" cy="1411289"/>
              </a:xfrm>
              <a:custGeom>
                <a:avLst/>
                <a:gdLst/>
                <a:ahLst/>
                <a:cxnLst>
                  <a:cxn ang="0">
                    <a:pos x="448" y="0"/>
                  </a:cxn>
                  <a:cxn ang="0">
                    <a:pos x="493" y="4"/>
                  </a:cxn>
                  <a:cxn ang="0">
                    <a:pos x="538" y="19"/>
                  </a:cxn>
                  <a:cxn ang="0">
                    <a:pos x="576" y="40"/>
                  </a:cxn>
                  <a:cxn ang="0">
                    <a:pos x="607" y="70"/>
                  </a:cxn>
                  <a:cxn ang="0">
                    <a:pos x="634" y="104"/>
                  </a:cxn>
                  <a:cxn ang="0">
                    <a:pos x="657" y="143"/>
                  </a:cxn>
                  <a:cxn ang="0">
                    <a:pos x="673" y="187"/>
                  </a:cxn>
                  <a:cxn ang="0">
                    <a:pos x="684" y="236"/>
                  </a:cxn>
                  <a:cxn ang="0">
                    <a:pos x="689" y="288"/>
                  </a:cxn>
                  <a:cxn ang="0">
                    <a:pos x="689" y="342"/>
                  </a:cxn>
                  <a:cxn ang="0">
                    <a:pos x="684" y="399"/>
                  </a:cxn>
                  <a:cxn ang="0">
                    <a:pos x="671" y="458"/>
                  </a:cxn>
                  <a:cxn ang="0">
                    <a:pos x="655" y="517"/>
                  </a:cxn>
                  <a:cxn ang="0">
                    <a:pos x="631" y="575"/>
                  </a:cxn>
                  <a:cxn ang="0">
                    <a:pos x="600" y="637"/>
                  </a:cxn>
                  <a:cxn ang="0">
                    <a:pos x="563" y="693"/>
                  </a:cxn>
                  <a:cxn ang="0">
                    <a:pos x="524" y="742"/>
                  </a:cxn>
                  <a:cxn ang="0">
                    <a:pos x="480" y="786"/>
                  </a:cxn>
                  <a:cxn ang="0">
                    <a:pos x="435" y="822"/>
                  </a:cxn>
                  <a:cxn ang="0">
                    <a:pos x="388" y="851"/>
                  </a:cxn>
                  <a:cxn ang="0">
                    <a:pos x="339" y="872"/>
                  </a:cxn>
                  <a:cxn ang="0">
                    <a:pos x="290" y="885"/>
                  </a:cxn>
                  <a:cxn ang="0">
                    <a:pos x="242" y="889"/>
                  </a:cxn>
                  <a:cxn ang="0">
                    <a:pos x="196" y="884"/>
                  </a:cxn>
                  <a:cxn ang="0">
                    <a:pos x="151" y="869"/>
                  </a:cxn>
                  <a:cxn ang="0">
                    <a:pos x="113" y="848"/>
                  </a:cxn>
                  <a:cxn ang="0">
                    <a:pos x="83" y="818"/>
                  </a:cxn>
                  <a:cxn ang="0">
                    <a:pos x="55" y="784"/>
                  </a:cxn>
                  <a:cxn ang="0">
                    <a:pos x="32" y="745"/>
                  </a:cxn>
                  <a:cxn ang="0">
                    <a:pos x="16" y="701"/>
                  </a:cxn>
                  <a:cxn ang="0">
                    <a:pos x="5" y="652"/>
                  </a:cxn>
                  <a:cxn ang="0">
                    <a:pos x="0" y="600"/>
                  </a:cxn>
                  <a:cxn ang="0">
                    <a:pos x="0" y="546"/>
                  </a:cxn>
                  <a:cxn ang="0">
                    <a:pos x="5" y="489"/>
                  </a:cxn>
                  <a:cxn ang="0">
                    <a:pos x="18" y="430"/>
                  </a:cxn>
                  <a:cxn ang="0">
                    <a:pos x="34" y="371"/>
                  </a:cxn>
                  <a:cxn ang="0">
                    <a:pos x="58" y="313"/>
                  </a:cxn>
                  <a:cxn ang="0">
                    <a:pos x="89" y="251"/>
                  </a:cxn>
                  <a:cxn ang="0">
                    <a:pos x="126" y="195"/>
                  </a:cxn>
                  <a:cxn ang="0">
                    <a:pos x="165" y="146"/>
                  </a:cxn>
                  <a:cxn ang="0">
                    <a:pos x="209" y="102"/>
                  </a:cxn>
                  <a:cxn ang="0">
                    <a:pos x="255" y="66"/>
                  </a:cxn>
                  <a:cxn ang="0">
                    <a:pos x="302" y="37"/>
                  </a:cxn>
                  <a:cxn ang="0">
                    <a:pos x="350" y="16"/>
                  </a:cxn>
                  <a:cxn ang="0">
                    <a:pos x="399" y="3"/>
                  </a:cxn>
                  <a:cxn ang="0">
                    <a:pos x="448" y="0"/>
                  </a:cxn>
                </a:cxnLst>
                <a:rect l="0" t="0" r="r" b="b"/>
                <a:pathLst>
                  <a:path w="689" h="889">
                    <a:moveTo>
                      <a:pt x="448" y="0"/>
                    </a:moveTo>
                    <a:lnTo>
                      <a:pt x="493" y="4"/>
                    </a:lnTo>
                    <a:lnTo>
                      <a:pt x="538" y="19"/>
                    </a:lnTo>
                    <a:lnTo>
                      <a:pt x="576" y="40"/>
                    </a:lnTo>
                    <a:lnTo>
                      <a:pt x="607" y="70"/>
                    </a:lnTo>
                    <a:lnTo>
                      <a:pt x="634" y="104"/>
                    </a:lnTo>
                    <a:lnTo>
                      <a:pt x="657" y="143"/>
                    </a:lnTo>
                    <a:lnTo>
                      <a:pt x="673" y="187"/>
                    </a:lnTo>
                    <a:lnTo>
                      <a:pt x="684" y="236"/>
                    </a:lnTo>
                    <a:lnTo>
                      <a:pt x="689" y="288"/>
                    </a:lnTo>
                    <a:lnTo>
                      <a:pt x="689" y="342"/>
                    </a:lnTo>
                    <a:lnTo>
                      <a:pt x="684" y="399"/>
                    </a:lnTo>
                    <a:lnTo>
                      <a:pt x="671" y="458"/>
                    </a:lnTo>
                    <a:lnTo>
                      <a:pt x="655" y="517"/>
                    </a:lnTo>
                    <a:lnTo>
                      <a:pt x="631" y="575"/>
                    </a:lnTo>
                    <a:lnTo>
                      <a:pt x="600" y="637"/>
                    </a:lnTo>
                    <a:lnTo>
                      <a:pt x="563" y="693"/>
                    </a:lnTo>
                    <a:lnTo>
                      <a:pt x="524" y="742"/>
                    </a:lnTo>
                    <a:lnTo>
                      <a:pt x="480" y="786"/>
                    </a:lnTo>
                    <a:lnTo>
                      <a:pt x="435" y="822"/>
                    </a:lnTo>
                    <a:lnTo>
                      <a:pt x="388" y="851"/>
                    </a:lnTo>
                    <a:lnTo>
                      <a:pt x="339" y="872"/>
                    </a:lnTo>
                    <a:lnTo>
                      <a:pt x="290" y="885"/>
                    </a:lnTo>
                    <a:lnTo>
                      <a:pt x="242" y="889"/>
                    </a:lnTo>
                    <a:lnTo>
                      <a:pt x="196" y="884"/>
                    </a:lnTo>
                    <a:lnTo>
                      <a:pt x="151" y="869"/>
                    </a:lnTo>
                    <a:lnTo>
                      <a:pt x="113" y="848"/>
                    </a:lnTo>
                    <a:lnTo>
                      <a:pt x="83" y="818"/>
                    </a:lnTo>
                    <a:lnTo>
                      <a:pt x="55" y="784"/>
                    </a:lnTo>
                    <a:lnTo>
                      <a:pt x="32" y="745"/>
                    </a:lnTo>
                    <a:lnTo>
                      <a:pt x="16" y="701"/>
                    </a:lnTo>
                    <a:lnTo>
                      <a:pt x="5" y="652"/>
                    </a:lnTo>
                    <a:lnTo>
                      <a:pt x="0" y="600"/>
                    </a:lnTo>
                    <a:lnTo>
                      <a:pt x="0" y="546"/>
                    </a:lnTo>
                    <a:lnTo>
                      <a:pt x="5" y="489"/>
                    </a:lnTo>
                    <a:lnTo>
                      <a:pt x="18" y="430"/>
                    </a:lnTo>
                    <a:lnTo>
                      <a:pt x="34" y="371"/>
                    </a:lnTo>
                    <a:lnTo>
                      <a:pt x="58" y="313"/>
                    </a:lnTo>
                    <a:lnTo>
                      <a:pt x="89" y="251"/>
                    </a:lnTo>
                    <a:lnTo>
                      <a:pt x="126" y="195"/>
                    </a:lnTo>
                    <a:lnTo>
                      <a:pt x="165" y="146"/>
                    </a:lnTo>
                    <a:lnTo>
                      <a:pt x="209" y="102"/>
                    </a:lnTo>
                    <a:lnTo>
                      <a:pt x="255" y="66"/>
                    </a:lnTo>
                    <a:lnTo>
                      <a:pt x="302" y="37"/>
                    </a:lnTo>
                    <a:lnTo>
                      <a:pt x="350" y="16"/>
                    </a:lnTo>
                    <a:lnTo>
                      <a:pt x="399" y="3"/>
                    </a:lnTo>
                    <a:lnTo>
                      <a:pt x="448" y="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7" name="Freeform 23"/>
              <p:cNvSpPr>
                <a:spLocks/>
              </p:cNvSpPr>
              <p:nvPr/>
            </p:nvSpPr>
            <p:spPr bwMode="auto">
              <a:xfrm>
                <a:off x="4484689" y="3671319"/>
                <a:ext cx="1163638" cy="1651573"/>
              </a:xfrm>
              <a:custGeom>
                <a:avLst/>
                <a:gdLst/>
                <a:ahLst/>
                <a:cxnLst>
                  <a:cxn ang="0">
                    <a:pos x="523" y="0"/>
                  </a:cxn>
                  <a:cxn ang="0">
                    <a:pos x="527" y="0"/>
                  </a:cxn>
                  <a:cxn ang="0">
                    <a:pos x="733" y="85"/>
                  </a:cxn>
                  <a:cxn ang="0">
                    <a:pos x="685" y="67"/>
                  </a:cxn>
                  <a:cxn ang="0">
                    <a:pos x="636" y="59"/>
                  </a:cxn>
                  <a:cxn ang="0">
                    <a:pos x="589" y="60"/>
                  </a:cxn>
                  <a:cxn ang="0">
                    <a:pos x="544" y="69"/>
                  </a:cxn>
                  <a:cxn ang="0">
                    <a:pos x="500" y="85"/>
                  </a:cxn>
                  <a:cxn ang="0">
                    <a:pos x="458" y="106"/>
                  </a:cxn>
                  <a:cxn ang="0">
                    <a:pos x="417" y="132"/>
                  </a:cxn>
                  <a:cxn ang="0">
                    <a:pos x="380" y="162"/>
                  </a:cxn>
                  <a:cxn ang="0">
                    <a:pos x="346" y="194"/>
                  </a:cxn>
                  <a:cxn ang="0">
                    <a:pos x="313" y="228"/>
                  </a:cxn>
                  <a:cxn ang="0">
                    <a:pos x="286" y="264"/>
                  </a:cxn>
                  <a:cxn ang="0">
                    <a:pos x="260" y="299"/>
                  </a:cxn>
                  <a:cxn ang="0">
                    <a:pos x="239" y="333"/>
                  </a:cxn>
                  <a:cxn ang="0">
                    <a:pos x="221" y="364"/>
                  </a:cxn>
                  <a:cxn ang="0">
                    <a:pos x="208" y="393"/>
                  </a:cxn>
                  <a:cxn ang="0">
                    <a:pos x="182" y="463"/>
                  </a:cxn>
                  <a:cxn ang="0">
                    <a:pos x="161" y="530"/>
                  </a:cxn>
                  <a:cxn ang="0">
                    <a:pos x="148" y="592"/>
                  </a:cxn>
                  <a:cxn ang="0">
                    <a:pos x="138" y="651"/>
                  </a:cxn>
                  <a:cxn ang="0">
                    <a:pos x="135" y="705"/>
                  </a:cxn>
                  <a:cxn ang="0">
                    <a:pos x="136" y="754"/>
                  </a:cxn>
                  <a:cxn ang="0">
                    <a:pos x="140" y="799"/>
                  </a:cxn>
                  <a:cxn ang="0">
                    <a:pos x="148" y="840"/>
                  </a:cxn>
                  <a:cxn ang="0">
                    <a:pos x="156" y="878"/>
                  </a:cxn>
                  <a:cxn ang="0">
                    <a:pos x="167" y="910"/>
                  </a:cxn>
                  <a:cxn ang="0">
                    <a:pos x="180" y="940"/>
                  </a:cxn>
                  <a:cxn ang="0">
                    <a:pos x="193" y="964"/>
                  </a:cxn>
                  <a:cxn ang="0">
                    <a:pos x="205" y="985"/>
                  </a:cxn>
                  <a:cxn ang="0">
                    <a:pos x="216" y="1003"/>
                  </a:cxn>
                  <a:cxn ang="0">
                    <a:pos x="227" y="1016"/>
                  </a:cxn>
                  <a:cxn ang="0">
                    <a:pos x="235" y="1025"/>
                  </a:cxn>
                  <a:cxn ang="0">
                    <a:pos x="240" y="1031"/>
                  </a:cxn>
                  <a:cxn ang="0">
                    <a:pos x="242" y="1033"/>
                  </a:cxn>
                  <a:cxn ang="0">
                    <a:pos x="34" y="892"/>
                  </a:cxn>
                  <a:cxn ang="0">
                    <a:pos x="13" y="821"/>
                  </a:cxn>
                  <a:cxn ang="0">
                    <a:pos x="2" y="746"/>
                  </a:cxn>
                  <a:cxn ang="0">
                    <a:pos x="0" y="669"/>
                  </a:cxn>
                  <a:cxn ang="0">
                    <a:pos x="8" y="592"/>
                  </a:cxn>
                  <a:cxn ang="0">
                    <a:pos x="24" y="514"/>
                  </a:cxn>
                  <a:cxn ang="0">
                    <a:pos x="49" y="434"/>
                  </a:cxn>
                  <a:cxn ang="0">
                    <a:pos x="85" y="356"/>
                  </a:cxn>
                  <a:cxn ang="0">
                    <a:pos x="130" y="277"/>
                  </a:cxn>
                  <a:cxn ang="0">
                    <a:pos x="183" y="199"/>
                  </a:cxn>
                  <a:cxn ang="0">
                    <a:pos x="224" y="152"/>
                  </a:cxn>
                  <a:cxn ang="0">
                    <a:pos x="266" y="113"/>
                  </a:cxn>
                  <a:cxn ang="0">
                    <a:pos x="308" y="80"/>
                  </a:cxn>
                  <a:cxn ang="0">
                    <a:pos x="351" y="56"/>
                  </a:cxn>
                  <a:cxn ang="0">
                    <a:pos x="391" y="36"/>
                  </a:cxn>
                  <a:cxn ang="0">
                    <a:pos x="428" y="21"/>
                  </a:cxn>
                  <a:cxn ang="0">
                    <a:pos x="461" y="12"/>
                  </a:cxn>
                  <a:cxn ang="0">
                    <a:pos x="488" y="5"/>
                  </a:cxn>
                  <a:cxn ang="0">
                    <a:pos x="510" y="2"/>
                  </a:cxn>
                  <a:cxn ang="0">
                    <a:pos x="523" y="0"/>
                  </a:cxn>
                </a:cxnLst>
                <a:rect l="0" t="0" r="r" b="b"/>
                <a:pathLst>
                  <a:path w="733" h="1033">
                    <a:moveTo>
                      <a:pt x="523" y="0"/>
                    </a:moveTo>
                    <a:lnTo>
                      <a:pt x="527" y="0"/>
                    </a:lnTo>
                    <a:lnTo>
                      <a:pt x="733" y="85"/>
                    </a:lnTo>
                    <a:lnTo>
                      <a:pt x="685" y="67"/>
                    </a:lnTo>
                    <a:lnTo>
                      <a:pt x="636" y="59"/>
                    </a:lnTo>
                    <a:lnTo>
                      <a:pt x="589" y="60"/>
                    </a:lnTo>
                    <a:lnTo>
                      <a:pt x="544" y="69"/>
                    </a:lnTo>
                    <a:lnTo>
                      <a:pt x="500" y="85"/>
                    </a:lnTo>
                    <a:lnTo>
                      <a:pt x="458" y="106"/>
                    </a:lnTo>
                    <a:lnTo>
                      <a:pt x="417" y="132"/>
                    </a:lnTo>
                    <a:lnTo>
                      <a:pt x="380" y="162"/>
                    </a:lnTo>
                    <a:lnTo>
                      <a:pt x="346" y="194"/>
                    </a:lnTo>
                    <a:lnTo>
                      <a:pt x="313" y="228"/>
                    </a:lnTo>
                    <a:lnTo>
                      <a:pt x="286" y="264"/>
                    </a:lnTo>
                    <a:lnTo>
                      <a:pt x="260" y="299"/>
                    </a:lnTo>
                    <a:lnTo>
                      <a:pt x="239" y="333"/>
                    </a:lnTo>
                    <a:lnTo>
                      <a:pt x="221" y="364"/>
                    </a:lnTo>
                    <a:lnTo>
                      <a:pt x="208" y="393"/>
                    </a:lnTo>
                    <a:lnTo>
                      <a:pt x="182" y="463"/>
                    </a:lnTo>
                    <a:lnTo>
                      <a:pt x="161" y="530"/>
                    </a:lnTo>
                    <a:lnTo>
                      <a:pt x="148" y="592"/>
                    </a:lnTo>
                    <a:lnTo>
                      <a:pt x="138" y="651"/>
                    </a:lnTo>
                    <a:lnTo>
                      <a:pt x="135" y="705"/>
                    </a:lnTo>
                    <a:lnTo>
                      <a:pt x="136" y="754"/>
                    </a:lnTo>
                    <a:lnTo>
                      <a:pt x="140" y="799"/>
                    </a:lnTo>
                    <a:lnTo>
                      <a:pt x="148" y="840"/>
                    </a:lnTo>
                    <a:lnTo>
                      <a:pt x="156" y="878"/>
                    </a:lnTo>
                    <a:lnTo>
                      <a:pt x="167" y="910"/>
                    </a:lnTo>
                    <a:lnTo>
                      <a:pt x="180" y="940"/>
                    </a:lnTo>
                    <a:lnTo>
                      <a:pt x="193" y="964"/>
                    </a:lnTo>
                    <a:lnTo>
                      <a:pt x="205" y="985"/>
                    </a:lnTo>
                    <a:lnTo>
                      <a:pt x="216" y="1003"/>
                    </a:lnTo>
                    <a:lnTo>
                      <a:pt x="227" y="1016"/>
                    </a:lnTo>
                    <a:lnTo>
                      <a:pt x="235" y="1025"/>
                    </a:lnTo>
                    <a:lnTo>
                      <a:pt x="240" y="1031"/>
                    </a:lnTo>
                    <a:lnTo>
                      <a:pt x="242" y="1033"/>
                    </a:lnTo>
                    <a:lnTo>
                      <a:pt x="34" y="892"/>
                    </a:lnTo>
                    <a:lnTo>
                      <a:pt x="13" y="821"/>
                    </a:lnTo>
                    <a:lnTo>
                      <a:pt x="2" y="746"/>
                    </a:lnTo>
                    <a:lnTo>
                      <a:pt x="0" y="669"/>
                    </a:lnTo>
                    <a:lnTo>
                      <a:pt x="8" y="592"/>
                    </a:lnTo>
                    <a:lnTo>
                      <a:pt x="24" y="514"/>
                    </a:lnTo>
                    <a:lnTo>
                      <a:pt x="49" y="434"/>
                    </a:lnTo>
                    <a:lnTo>
                      <a:pt x="85" y="356"/>
                    </a:lnTo>
                    <a:lnTo>
                      <a:pt x="130" y="277"/>
                    </a:lnTo>
                    <a:lnTo>
                      <a:pt x="183" y="199"/>
                    </a:lnTo>
                    <a:lnTo>
                      <a:pt x="224" y="152"/>
                    </a:lnTo>
                    <a:lnTo>
                      <a:pt x="266" y="113"/>
                    </a:lnTo>
                    <a:lnTo>
                      <a:pt x="308" y="80"/>
                    </a:lnTo>
                    <a:lnTo>
                      <a:pt x="351" y="56"/>
                    </a:lnTo>
                    <a:lnTo>
                      <a:pt x="391" y="36"/>
                    </a:lnTo>
                    <a:lnTo>
                      <a:pt x="428" y="21"/>
                    </a:lnTo>
                    <a:lnTo>
                      <a:pt x="461" y="12"/>
                    </a:lnTo>
                    <a:lnTo>
                      <a:pt x="488" y="5"/>
                    </a:lnTo>
                    <a:lnTo>
                      <a:pt x="510" y="2"/>
                    </a:lnTo>
                    <a:lnTo>
                      <a:pt x="523"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8" name="Freeform 24"/>
              <p:cNvSpPr>
                <a:spLocks/>
              </p:cNvSpPr>
              <p:nvPr/>
            </p:nvSpPr>
            <p:spPr bwMode="auto">
              <a:xfrm>
                <a:off x="4793647" y="4415247"/>
                <a:ext cx="1110996" cy="938982"/>
              </a:xfrm>
              <a:custGeom>
                <a:avLst/>
                <a:gdLst/>
                <a:ahLst/>
                <a:cxnLst>
                  <a:cxn ang="0">
                    <a:pos x="691" y="0"/>
                  </a:cxn>
                  <a:cxn ang="0">
                    <a:pos x="686" y="61"/>
                  </a:cxn>
                  <a:cxn ang="0">
                    <a:pos x="675" y="123"/>
                  </a:cxn>
                  <a:cxn ang="0">
                    <a:pos x="657" y="185"/>
                  </a:cxn>
                  <a:cxn ang="0">
                    <a:pos x="631" y="248"/>
                  </a:cxn>
                  <a:cxn ang="0">
                    <a:pos x="602" y="305"/>
                  </a:cxn>
                  <a:cxn ang="0">
                    <a:pos x="569" y="356"/>
                  </a:cxn>
                  <a:cxn ang="0">
                    <a:pos x="534" y="403"/>
                  </a:cxn>
                  <a:cxn ang="0">
                    <a:pos x="495" y="446"/>
                  </a:cxn>
                  <a:cxn ang="0">
                    <a:pos x="454" y="482"/>
                  </a:cxn>
                  <a:cxn ang="0">
                    <a:pos x="410" y="511"/>
                  </a:cxn>
                  <a:cxn ang="0">
                    <a:pos x="366" y="534"/>
                  </a:cxn>
                  <a:cxn ang="0">
                    <a:pos x="323" y="550"/>
                  </a:cxn>
                  <a:cxn ang="0">
                    <a:pos x="279" y="560"/>
                  </a:cxn>
                  <a:cxn ang="0">
                    <a:pos x="235" y="562"/>
                  </a:cxn>
                  <a:cxn ang="0">
                    <a:pos x="193" y="557"/>
                  </a:cxn>
                  <a:cxn ang="0">
                    <a:pos x="152" y="542"/>
                  </a:cxn>
                  <a:cxn ang="0">
                    <a:pos x="115" y="521"/>
                  </a:cxn>
                  <a:cxn ang="0">
                    <a:pos x="83" y="491"/>
                  </a:cxn>
                  <a:cxn ang="0">
                    <a:pos x="55" y="456"/>
                  </a:cxn>
                  <a:cxn ang="0">
                    <a:pos x="32" y="416"/>
                  </a:cxn>
                  <a:cxn ang="0">
                    <a:pos x="16" y="371"/>
                  </a:cxn>
                  <a:cxn ang="0">
                    <a:pos x="5" y="322"/>
                  </a:cxn>
                  <a:cxn ang="0">
                    <a:pos x="0" y="268"/>
                  </a:cxn>
                  <a:cxn ang="0">
                    <a:pos x="0" y="213"/>
                  </a:cxn>
                  <a:cxn ang="0">
                    <a:pos x="37" y="190"/>
                  </a:cxn>
                  <a:cxn ang="0">
                    <a:pos x="78" y="172"/>
                  </a:cxn>
                  <a:cxn ang="0">
                    <a:pos x="120" y="159"/>
                  </a:cxn>
                  <a:cxn ang="0">
                    <a:pos x="164" y="154"/>
                  </a:cxn>
                  <a:cxn ang="0">
                    <a:pos x="209" y="159"/>
                  </a:cxn>
                  <a:cxn ang="0">
                    <a:pos x="255" y="172"/>
                  </a:cxn>
                  <a:cxn ang="0">
                    <a:pos x="300" y="198"/>
                  </a:cxn>
                  <a:cxn ang="0">
                    <a:pos x="347" y="226"/>
                  </a:cxn>
                  <a:cxn ang="0">
                    <a:pos x="392" y="245"/>
                  </a:cxn>
                  <a:cxn ang="0">
                    <a:pos x="435" y="255"/>
                  </a:cxn>
                  <a:cxn ang="0">
                    <a:pos x="475" y="255"/>
                  </a:cxn>
                  <a:cxn ang="0">
                    <a:pos x="513" y="245"/>
                  </a:cxn>
                  <a:cxn ang="0">
                    <a:pos x="548" y="226"/>
                  </a:cxn>
                  <a:cxn ang="0">
                    <a:pos x="581" y="199"/>
                  </a:cxn>
                  <a:cxn ang="0">
                    <a:pos x="611" y="162"/>
                  </a:cxn>
                  <a:cxn ang="0">
                    <a:pos x="639" y="116"/>
                  </a:cxn>
                  <a:cxn ang="0">
                    <a:pos x="667" y="62"/>
                  </a:cxn>
                  <a:cxn ang="0">
                    <a:pos x="691" y="0"/>
                  </a:cxn>
                </a:cxnLst>
                <a:rect l="0" t="0" r="r" b="b"/>
                <a:pathLst>
                  <a:path w="691" h="562">
                    <a:moveTo>
                      <a:pt x="691" y="0"/>
                    </a:moveTo>
                    <a:lnTo>
                      <a:pt x="686" y="61"/>
                    </a:lnTo>
                    <a:lnTo>
                      <a:pt x="675" y="123"/>
                    </a:lnTo>
                    <a:lnTo>
                      <a:pt x="657" y="185"/>
                    </a:lnTo>
                    <a:lnTo>
                      <a:pt x="631" y="248"/>
                    </a:lnTo>
                    <a:lnTo>
                      <a:pt x="602" y="305"/>
                    </a:lnTo>
                    <a:lnTo>
                      <a:pt x="569" y="356"/>
                    </a:lnTo>
                    <a:lnTo>
                      <a:pt x="534" y="403"/>
                    </a:lnTo>
                    <a:lnTo>
                      <a:pt x="495" y="446"/>
                    </a:lnTo>
                    <a:lnTo>
                      <a:pt x="454" y="482"/>
                    </a:lnTo>
                    <a:lnTo>
                      <a:pt x="410" y="511"/>
                    </a:lnTo>
                    <a:lnTo>
                      <a:pt x="366" y="534"/>
                    </a:lnTo>
                    <a:lnTo>
                      <a:pt x="323" y="550"/>
                    </a:lnTo>
                    <a:lnTo>
                      <a:pt x="279" y="560"/>
                    </a:lnTo>
                    <a:lnTo>
                      <a:pt x="235" y="562"/>
                    </a:lnTo>
                    <a:lnTo>
                      <a:pt x="193" y="557"/>
                    </a:lnTo>
                    <a:lnTo>
                      <a:pt x="152" y="542"/>
                    </a:lnTo>
                    <a:lnTo>
                      <a:pt x="115" y="521"/>
                    </a:lnTo>
                    <a:lnTo>
                      <a:pt x="83" y="491"/>
                    </a:lnTo>
                    <a:lnTo>
                      <a:pt x="55" y="456"/>
                    </a:lnTo>
                    <a:lnTo>
                      <a:pt x="32" y="416"/>
                    </a:lnTo>
                    <a:lnTo>
                      <a:pt x="16" y="371"/>
                    </a:lnTo>
                    <a:lnTo>
                      <a:pt x="5" y="322"/>
                    </a:lnTo>
                    <a:lnTo>
                      <a:pt x="0" y="268"/>
                    </a:lnTo>
                    <a:lnTo>
                      <a:pt x="0" y="213"/>
                    </a:lnTo>
                    <a:lnTo>
                      <a:pt x="37" y="190"/>
                    </a:lnTo>
                    <a:lnTo>
                      <a:pt x="78" y="172"/>
                    </a:lnTo>
                    <a:lnTo>
                      <a:pt x="120" y="159"/>
                    </a:lnTo>
                    <a:lnTo>
                      <a:pt x="164" y="154"/>
                    </a:lnTo>
                    <a:lnTo>
                      <a:pt x="209" y="159"/>
                    </a:lnTo>
                    <a:lnTo>
                      <a:pt x="255" y="172"/>
                    </a:lnTo>
                    <a:lnTo>
                      <a:pt x="300" y="198"/>
                    </a:lnTo>
                    <a:lnTo>
                      <a:pt x="347" y="226"/>
                    </a:lnTo>
                    <a:lnTo>
                      <a:pt x="392" y="245"/>
                    </a:lnTo>
                    <a:lnTo>
                      <a:pt x="435" y="255"/>
                    </a:lnTo>
                    <a:lnTo>
                      <a:pt x="475" y="255"/>
                    </a:lnTo>
                    <a:lnTo>
                      <a:pt x="513" y="245"/>
                    </a:lnTo>
                    <a:lnTo>
                      <a:pt x="548" y="226"/>
                    </a:lnTo>
                    <a:lnTo>
                      <a:pt x="581" y="199"/>
                    </a:lnTo>
                    <a:lnTo>
                      <a:pt x="611" y="162"/>
                    </a:lnTo>
                    <a:lnTo>
                      <a:pt x="639" y="116"/>
                    </a:lnTo>
                    <a:lnTo>
                      <a:pt x="667" y="62"/>
                    </a:lnTo>
                    <a:lnTo>
                      <a:pt x="691" y="0"/>
                    </a:lnTo>
                    <a:close/>
                  </a:path>
                </a:pathLst>
              </a:custGeom>
              <a:gradFill flip="none" rotWithShape="1">
                <a:gsLst>
                  <a:gs pos="0">
                    <a:schemeClr val="tx2">
                      <a:lumMod val="75000"/>
                      <a:shade val="30000"/>
                      <a:satMod val="115000"/>
                    </a:schemeClr>
                  </a:gs>
                  <a:gs pos="50000">
                    <a:schemeClr val="tx2">
                      <a:lumMod val="75000"/>
                      <a:shade val="67500"/>
                      <a:satMod val="115000"/>
                    </a:schemeClr>
                  </a:gs>
                  <a:gs pos="100000">
                    <a:schemeClr val="tx2">
                      <a:lumMod val="7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sp>
          <p:nvSpPr>
            <p:cNvPr id="33" name="타원 34"/>
            <p:cNvSpPr/>
            <p:nvPr/>
          </p:nvSpPr>
          <p:spPr>
            <a:xfrm rot="1199437">
              <a:off x="4495069" y="3227383"/>
              <a:ext cx="659573" cy="916158"/>
            </a:xfrm>
            <a:prstGeom prst="ellipse">
              <a:avLst/>
            </a:prstGeom>
            <a:gradFill flip="none" rotWithShape="1">
              <a:gsLst>
                <a:gs pos="0">
                  <a:schemeClr val="bg1">
                    <a:alpha val="72000"/>
                  </a:schemeClr>
                </a:gs>
                <a:gs pos="35000">
                  <a:schemeClr val="bg1">
                    <a:alpha val="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990671" fontAlgn="auto">
                <a:spcBef>
                  <a:spcPts val="0"/>
                </a:spcBef>
                <a:spcAft>
                  <a:spcPts val="0"/>
                </a:spcAft>
              </a:pPr>
              <a:endParaRPr lang="ko-KR" altLang="en-US" sz="1463" b="1" dirty="0">
                <a:solidFill>
                  <a:prstClr val="white"/>
                </a:solidFill>
                <a:latin typeface="Arial" pitchFamily="34" charset="0"/>
                <a:ea typeface="맑은 고딕" panose="020B0503020000020004" pitchFamily="34" charset="-127"/>
                <a:cs typeface="Arial" pitchFamily="34" charset="0"/>
              </a:endParaRPr>
            </a:p>
          </p:txBody>
        </p:sp>
      </p:grpSp>
      <p:grpSp>
        <p:nvGrpSpPr>
          <p:cNvPr id="70" name="Group 69"/>
          <p:cNvGrpSpPr/>
          <p:nvPr/>
        </p:nvGrpSpPr>
        <p:grpSpPr>
          <a:xfrm>
            <a:off x="5386313" y="2568826"/>
            <a:ext cx="3016817" cy="1665247"/>
            <a:chOff x="6781797" y="2370599"/>
            <a:chExt cx="3374580" cy="2049001"/>
          </a:xfrm>
        </p:grpSpPr>
        <p:sp>
          <p:nvSpPr>
            <p:cNvPr id="69" name="Oval 68"/>
            <p:cNvSpPr/>
            <p:nvPr/>
          </p:nvSpPr>
          <p:spPr>
            <a:xfrm>
              <a:off x="6781797" y="4082142"/>
              <a:ext cx="3374580" cy="337458"/>
            </a:xfrm>
            <a:prstGeom prst="ellipse">
              <a:avLst/>
            </a:prstGeom>
            <a:gradFill flip="none" rotWithShape="1">
              <a:gsLst>
                <a:gs pos="0">
                  <a:sysClr val="windowText" lastClr="000000">
                    <a:lumMod val="50000"/>
                    <a:lumOff val="50000"/>
                    <a:alpha val="70000"/>
                  </a:sysClr>
                </a:gs>
                <a:gs pos="100000">
                  <a:sysClr val="window" lastClr="FFFFFF">
                    <a:alpha val="0"/>
                    <a:lumMod val="10000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grpSp>
          <p:nvGrpSpPr>
            <p:cNvPr id="32" name="Group 31"/>
            <p:cNvGrpSpPr/>
            <p:nvPr/>
          </p:nvGrpSpPr>
          <p:grpSpPr>
            <a:xfrm>
              <a:off x="7373938" y="2370599"/>
              <a:ext cx="2682874" cy="1896600"/>
              <a:chOff x="7216776" y="2924175"/>
              <a:chExt cx="3482975" cy="2462213"/>
            </a:xfrm>
            <a:effectLst/>
          </p:grpSpPr>
          <p:sp>
            <p:nvSpPr>
              <p:cNvPr id="1030" name="Freeform 6"/>
              <p:cNvSpPr>
                <a:spLocks/>
              </p:cNvSpPr>
              <p:nvPr/>
            </p:nvSpPr>
            <p:spPr bwMode="auto">
              <a:xfrm>
                <a:off x="7216776" y="3070225"/>
                <a:ext cx="2079625" cy="2278063"/>
              </a:xfrm>
              <a:custGeom>
                <a:avLst/>
                <a:gdLst/>
                <a:ahLst/>
                <a:cxnLst>
                  <a:cxn ang="0">
                    <a:pos x="654" y="0"/>
                  </a:cxn>
                  <a:cxn ang="0">
                    <a:pos x="731" y="4"/>
                  </a:cxn>
                  <a:cxn ang="0">
                    <a:pos x="805" y="19"/>
                  </a:cxn>
                  <a:cxn ang="0">
                    <a:pos x="875" y="42"/>
                  </a:cxn>
                  <a:cxn ang="0">
                    <a:pos x="943" y="73"/>
                  </a:cxn>
                  <a:cxn ang="0">
                    <a:pos x="1006" y="112"/>
                  </a:cxn>
                  <a:cxn ang="0">
                    <a:pos x="1065" y="158"/>
                  </a:cxn>
                  <a:cxn ang="0">
                    <a:pos x="1118" y="210"/>
                  </a:cxn>
                  <a:cxn ang="0">
                    <a:pos x="1165" y="269"/>
                  </a:cxn>
                  <a:cxn ang="0">
                    <a:pos x="1207" y="332"/>
                  </a:cxn>
                  <a:cxn ang="0">
                    <a:pos x="1243" y="402"/>
                  </a:cxn>
                  <a:cxn ang="0">
                    <a:pos x="1271" y="476"/>
                  </a:cxn>
                  <a:cxn ang="0">
                    <a:pos x="1292" y="553"/>
                  </a:cxn>
                  <a:cxn ang="0">
                    <a:pos x="1305" y="634"/>
                  </a:cxn>
                  <a:cxn ang="0">
                    <a:pos x="1310" y="717"/>
                  </a:cxn>
                  <a:cxn ang="0">
                    <a:pos x="1305" y="800"/>
                  </a:cxn>
                  <a:cxn ang="0">
                    <a:pos x="1292" y="882"/>
                  </a:cxn>
                  <a:cxn ang="0">
                    <a:pos x="1271" y="959"/>
                  </a:cxn>
                  <a:cxn ang="0">
                    <a:pos x="1243" y="1032"/>
                  </a:cxn>
                  <a:cxn ang="0">
                    <a:pos x="1207" y="1102"/>
                  </a:cxn>
                  <a:cxn ang="0">
                    <a:pos x="1165" y="1166"/>
                  </a:cxn>
                  <a:cxn ang="0">
                    <a:pos x="1118" y="1225"/>
                  </a:cxn>
                  <a:cxn ang="0">
                    <a:pos x="1065" y="1277"/>
                  </a:cxn>
                  <a:cxn ang="0">
                    <a:pos x="1006" y="1322"/>
                  </a:cxn>
                  <a:cxn ang="0">
                    <a:pos x="943" y="1362"/>
                  </a:cxn>
                  <a:cxn ang="0">
                    <a:pos x="875" y="1393"/>
                  </a:cxn>
                  <a:cxn ang="0">
                    <a:pos x="805" y="1415"/>
                  </a:cxn>
                  <a:cxn ang="0">
                    <a:pos x="731" y="1430"/>
                  </a:cxn>
                  <a:cxn ang="0">
                    <a:pos x="654" y="1435"/>
                  </a:cxn>
                  <a:cxn ang="0">
                    <a:pos x="578" y="1430"/>
                  </a:cxn>
                  <a:cxn ang="0">
                    <a:pos x="505" y="1415"/>
                  </a:cxn>
                  <a:cxn ang="0">
                    <a:pos x="434" y="1393"/>
                  </a:cxn>
                  <a:cxn ang="0">
                    <a:pos x="367" y="1362"/>
                  </a:cxn>
                  <a:cxn ang="0">
                    <a:pos x="304" y="1322"/>
                  </a:cxn>
                  <a:cxn ang="0">
                    <a:pos x="245" y="1277"/>
                  </a:cxn>
                  <a:cxn ang="0">
                    <a:pos x="192" y="1225"/>
                  </a:cxn>
                  <a:cxn ang="0">
                    <a:pos x="145" y="1166"/>
                  </a:cxn>
                  <a:cxn ang="0">
                    <a:pos x="103" y="1102"/>
                  </a:cxn>
                  <a:cxn ang="0">
                    <a:pos x="67" y="1032"/>
                  </a:cxn>
                  <a:cxn ang="0">
                    <a:pos x="39" y="959"/>
                  </a:cxn>
                  <a:cxn ang="0">
                    <a:pos x="18" y="882"/>
                  </a:cxn>
                  <a:cxn ang="0">
                    <a:pos x="5" y="800"/>
                  </a:cxn>
                  <a:cxn ang="0">
                    <a:pos x="0" y="717"/>
                  </a:cxn>
                  <a:cxn ang="0">
                    <a:pos x="5" y="634"/>
                  </a:cxn>
                  <a:cxn ang="0">
                    <a:pos x="18" y="553"/>
                  </a:cxn>
                  <a:cxn ang="0">
                    <a:pos x="39" y="476"/>
                  </a:cxn>
                  <a:cxn ang="0">
                    <a:pos x="67" y="402"/>
                  </a:cxn>
                  <a:cxn ang="0">
                    <a:pos x="103" y="332"/>
                  </a:cxn>
                  <a:cxn ang="0">
                    <a:pos x="145" y="269"/>
                  </a:cxn>
                  <a:cxn ang="0">
                    <a:pos x="192" y="210"/>
                  </a:cxn>
                  <a:cxn ang="0">
                    <a:pos x="245" y="158"/>
                  </a:cxn>
                  <a:cxn ang="0">
                    <a:pos x="304" y="112"/>
                  </a:cxn>
                  <a:cxn ang="0">
                    <a:pos x="367" y="73"/>
                  </a:cxn>
                  <a:cxn ang="0">
                    <a:pos x="434" y="42"/>
                  </a:cxn>
                  <a:cxn ang="0">
                    <a:pos x="505" y="19"/>
                  </a:cxn>
                  <a:cxn ang="0">
                    <a:pos x="578" y="4"/>
                  </a:cxn>
                  <a:cxn ang="0">
                    <a:pos x="654" y="0"/>
                  </a:cxn>
                </a:cxnLst>
                <a:rect l="0" t="0" r="r" b="b"/>
                <a:pathLst>
                  <a:path w="1310" h="1435">
                    <a:moveTo>
                      <a:pt x="654" y="0"/>
                    </a:moveTo>
                    <a:lnTo>
                      <a:pt x="731" y="4"/>
                    </a:lnTo>
                    <a:lnTo>
                      <a:pt x="805" y="19"/>
                    </a:lnTo>
                    <a:lnTo>
                      <a:pt x="875" y="42"/>
                    </a:lnTo>
                    <a:lnTo>
                      <a:pt x="943" y="73"/>
                    </a:lnTo>
                    <a:lnTo>
                      <a:pt x="1006" y="112"/>
                    </a:lnTo>
                    <a:lnTo>
                      <a:pt x="1065" y="158"/>
                    </a:lnTo>
                    <a:lnTo>
                      <a:pt x="1118" y="210"/>
                    </a:lnTo>
                    <a:lnTo>
                      <a:pt x="1165" y="269"/>
                    </a:lnTo>
                    <a:lnTo>
                      <a:pt x="1207" y="332"/>
                    </a:lnTo>
                    <a:lnTo>
                      <a:pt x="1243" y="402"/>
                    </a:lnTo>
                    <a:lnTo>
                      <a:pt x="1271" y="476"/>
                    </a:lnTo>
                    <a:lnTo>
                      <a:pt x="1292" y="553"/>
                    </a:lnTo>
                    <a:lnTo>
                      <a:pt x="1305" y="634"/>
                    </a:lnTo>
                    <a:lnTo>
                      <a:pt x="1310" y="717"/>
                    </a:lnTo>
                    <a:lnTo>
                      <a:pt x="1305" y="800"/>
                    </a:lnTo>
                    <a:lnTo>
                      <a:pt x="1292" y="882"/>
                    </a:lnTo>
                    <a:lnTo>
                      <a:pt x="1271" y="959"/>
                    </a:lnTo>
                    <a:lnTo>
                      <a:pt x="1243" y="1032"/>
                    </a:lnTo>
                    <a:lnTo>
                      <a:pt x="1207" y="1102"/>
                    </a:lnTo>
                    <a:lnTo>
                      <a:pt x="1165" y="1166"/>
                    </a:lnTo>
                    <a:lnTo>
                      <a:pt x="1118" y="1225"/>
                    </a:lnTo>
                    <a:lnTo>
                      <a:pt x="1065" y="1277"/>
                    </a:lnTo>
                    <a:lnTo>
                      <a:pt x="1006" y="1322"/>
                    </a:lnTo>
                    <a:lnTo>
                      <a:pt x="943" y="1362"/>
                    </a:lnTo>
                    <a:lnTo>
                      <a:pt x="875" y="1393"/>
                    </a:lnTo>
                    <a:lnTo>
                      <a:pt x="805" y="1415"/>
                    </a:lnTo>
                    <a:lnTo>
                      <a:pt x="731" y="1430"/>
                    </a:lnTo>
                    <a:lnTo>
                      <a:pt x="654" y="1435"/>
                    </a:lnTo>
                    <a:lnTo>
                      <a:pt x="578" y="1430"/>
                    </a:lnTo>
                    <a:lnTo>
                      <a:pt x="505" y="1415"/>
                    </a:lnTo>
                    <a:lnTo>
                      <a:pt x="434" y="1393"/>
                    </a:lnTo>
                    <a:lnTo>
                      <a:pt x="367" y="1362"/>
                    </a:lnTo>
                    <a:lnTo>
                      <a:pt x="304" y="1322"/>
                    </a:lnTo>
                    <a:lnTo>
                      <a:pt x="245" y="1277"/>
                    </a:lnTo>
                    <a:lnTo>
                      <a:pt x="192" y="1225"/>
                    </a:lnTo>
                    <a:lnTo>
                      <a:pt x="145" y="1166"/>
                    </a:lnTo>
                    <a:lnTo>
                      <a:pt x="103" y="1102"/>
                    </a:lnTo>
                    <a:lnTo>
                      <a:pt x="67" y="1032"/>
                    </a:lnTo>
                    <a:lnTo>
                      <a:pt x="39" y="959"/>
                    </a:lnTo>
                    <a:lnTo>
                      <a:pt x="18" y="882"/>
                    </a:lnTo>
                    <a:lnTo>
                      <a:pt x="5" y="800"/>
                    </a:lnTo>
                    <a:lnTo>
                      <a:pt x="0" y="717"/>
                    </a:lnTo>
                    <a:lnTo>
                      <a:pt x="5" y="634"/>
                    </a:lnTo>
                    <a:lnTo>
                      <a:pt x="18" y="553"/>
                    </a:lnTo>
                    <a:lnTo>
                      <a:pt x="39" y="476"/>
                    </a:lnTo>
                    <a:lnTo>
                      <a:pt x="67" y="402"/>
                    </a:lnTo>
                    <a:lnTo>
                      <a:pt x="103" y="332"/>
                    </a:lnTo>
                    <a:lnTo>
                      <a:pt x="145" y="269"/>
                    </a:lnTo>
                    <a:lnTo>
                      <a:pt x="192" y="210"/>
                    </a:lnTo>
                    <a:lnTo>
                      <a:pt x="245" y="158"/>
                    </a:lnTo>
                    <a:lnTo>
                      <a:pt x="304" y="112"/>
                    </a:lnTo>
                    <a:lnTo>
                      <a:pt x="367" y="73"/>
                    </a:lnTo>
                    <a:lnTo>
                      <a:pt x="434" y="42"/>
                    </a:lnTo>
                    <a:lnTo>
                      <a:pt x="505" y="19"/>
                    </a:lnTo>
                    <a:lnTo>
                      <a:pt x="578" y="4"/>
                    </a:lnTo>
                    <a:lnTo>
                      <a:pt x="654" y="0"/>
                    </a:lnTo>
                    <a:close/>
                  </a:path>
                </a:pathLst>
              </a:custGeom>
              <a:solidFill>
                <a:schemeClr val="accent1"/>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1" name="Freeform 7"/>
              <p:cNvSpPr>
                <a:spLocks/>
              </p:cNvSpPr>
              <p:nvPr/>
            </p:nvSpPr>
            <p:spPr bwMode="auto">
              <a:xfrm>
                <a:off x="7339013" y="3111500"/>
                <a:ext cx="2078038" cy="2274888"/>
              </a:xfrm>
              <a:custGeom>
                <a:avLst/>
                <a:gdLst/>
                <a:ahLst/>
                <a:cxnLst>
                  <a:cxn ang="0">
                    <a:pos x="654" y="0"/>
                  </a:cxn>
                  <a:cxn ang="0">
                    <a:pos x="730" y="5"/>
                  </a:cxn>
                  <a:cxn ang="0">
                    <a:pos x="804" y="19"/>
                  </a:cxn>
                  <a:cxn ang="0">
                    <a:pos x="874" y="42"/>
                  </a:cxn>
                  <a:cxn ang="0">
                    <a:pos x="942" y="73"/>
                  </a:cxn>
                  <a:cxn ang="0">
                    <a:pos x="1006" y="112"/>
                  </a:cxn>
                  <a:cxn ang="0">
                    <a:pos x="1064" y="158"/>
                  </a:cxn>
                  <a:cxn ang="0">
                    <a:pos x="1118" y="210"/>
                  </a:cxn>
                  <a:cxn ang="0">
                    <a:pos x="1165" y="269"/>
                  </a:cxn>
                  <a:cxn ang="0">
                    <a:pos x="1207" y="332"/>
                  </a:cxn>
                  <a:cxn ang="0">
                    <a:pos x="1242" y="403"/>
                  </a:cxn>
                  <a:cxn ang="0">
                    <a:pos x="1270" y="476"/>
                  </a:cxn>
                  <a:cxn ang="0">
                    <a:pos x="1291" y="553"/>
                  </a:cxn>
                  <a:cxn ang="0">
                    <a:pos x="1304" y="634"/>
                  </a:cxn>
                  <a:cxn ang="0">
                    <a:pos x="1309" y="717"/>
                  </a:cxn>
                  <a:cxn ang="0">
                    <a:pos x="1304" y="801"/>
                  </a:cxn>
                  <a:cxn ang="0">
                    <a:pos x="1291" y="882"/>
                  </a:cxn>
                  <a:cxn ang="0">
                    <a:pos x="1270" y="959"/>
                  </a:cxn>
                  <a:cxn ang="0">
                    <a:pos x="1242" y="1032"/>
                  </a:cxn>
                  <a:cxn ang="0">
                    <a:pos x="1207" y="1102"/>
                  </a:cxn>
                  <a:cxn ang="0">
                    <a:pos x="1165" y="1166"/>
                  </a:cxn>
                  <a:cxn ang="0">
                    <a:pos x="1118" y="1225"/>
                  </a:cxn>
                  <a:cxn ang="0">
                    <a:pos x="1064" y="1277"/>
                  </a:cxn>
                  <a:cxn ang="0">
                    <a:pos x="1006" y="1323"/>
                  </a:cxn>
                  <a:cxn ang="0">
                    <a:pos x="942" y="1360"/>
                  </a:cxn>
                  <a:cxn ang="0">
                    <a:pos x="874" y="1391"/>
                  </a:cxn>
                  <a:cxn ang="0">
                    <a:pos x="804" y="1414"/>
                  </a:cxn>
                  <a:cxn ang="0">
                    <a:pos x="730" y="1429"/>
                  </a:cxn>
                  <a:cxn ang="0">
                    <a:pos x="654" y="1433"/>
                  </a:cxn>
                  <a:cxn ang="0">
                    <a:pos x="577" y="1429"/>
                  </a:cxn>
                  <a:cxn ang="0">
                    <a:pos x="504" y="1414"/>
                  </a:cxn>
                  <a:cxn ang="0">
                    <a:pos x="433" y="1391"/>
                  </a:cxn>
                  <a:cxn ang="0">
                    <a:pos x="366" y="1360"/>
                  </a:cxn>
                  <a:cxn ang="0">
                    <a:pos x="303" y="1323"/>
                  </a:cxn>
                  <a:cxn ang="0">
                    <a:pos x="245" y="1277"/>
                  </a:cxn>
                  <a:cxn ang="0">
                    <a:pos x="191" y="1225"/>
                  </a:cxn>
                  <a:cxn ang="0">
                    <a:pos x="144" y="1166"/>
                  </a:cxn>
                  <a:cxn ang="0">
                    <a:pos x="102" y="1102"/>
                  </a:cxn>
                  <a:cxn ang="0">
                    <a:pos x="66" y="1032"/>
                  </a:cxn>
                  <a:cxn ang="0">
                    <a:pos x="39" y="959"/>
                  </a:cxn>
                  <a:cxn ang="0">
                    <a:pos x="18" y="882"/>
                  </a:cxn>
                  <a:cxn ang="0">
                    <a:pos x="5" y="801"/>
                  </a:cxn>
                  <a:cxn ang="0">
                    <a:pos x="0" y="717"/>
                  </a:cxn>
                  <a:cxn ang="0">
                    <a:pos x="5" y="634"/>
                  </a:cxn>
                  <a:cxn ang="0">
                    <a:pos x="18" y="553"/>
                  </a:cxn>
                  <a:cxn ang="0">
                    <a:pos x="39" y="476"/>
                  </a:cxn>
                  <a:cxn ang="0">
                    <a:pos x="66" y="403"/>
                  </a:cxn>
                  <a:cxn ang="0">
                    <a:pos x="102" y="332"/>
                  </a:cxn>
                  <a:cxn ang="0">
                    <a:pos x="144" y="269"/>
                  </a:cxn>
                  <a:cxn ang="0">
                    <a:pos x="191" y="210"/>
                  </a:cxn>
                  <a:cxn ang="0">
                    <a:pos x="245" y="158"/>
                  </a:cxn>
                  <a:cxn ang="0">
                    <a:pos x="303" y="112"/>
                  </a:cxn>
                  <a:cxn ang="0">
                    <a:pos x="366" y="73"/>
                  </a:cxn>
                  <a:cxn ang="0">
                    <a:pos x="433" y="42"/>
                  </a:cxn>
                  <a:cxn ang="0">
                    <a:pos x="504" y="19"/>
                  </a:cxn>
                  <a:cxn ang="0">
                    <a:pos x="577" y="5"/>
                  </a:cxn>
                  <a:cxn ang="0">
                    <a:pos x="654" y="0"/>
                  </a:cxn>
                </a:cxnLst>
                <a:rect l="0" t="0" r="r" b="b"/>
                <a:pathLst>
                  <a:path w="1309" h="1433">
                    <a:moveTo>
                      <a:pt x="654" y="0"/>
                    </a:moveTo>
                    <a:lnTo>
                      <a:pt x="730" y="5"/>
                    </a:lnTo>
                    <a:lnTo>
                      <a:pt x="804" y="19"/>
                    </a:lnTo>
                    <a:lnTo>
                      <a:pt x="874" y="42"/>
                    </a:lnTo>
                    <a:lnTo>
                      <a:pt x="942" y="73"/>
                    </a:lnTo>
                    <a:lnTo>
                      <a:pt x="1006" y="112"/>
                    </a:lnTo>
                    <a:lnTo>
                      <a:pt x="1064" y="158"/>
                    </a:lnTo>
                    <a:lnTo>
                      <a:pt x="1118" y="210"/>
                    </a:lnTo>
                    <a:lnTo>
                      <a:pt x="1165" y="269"/>
                    </a:lnTo>
                    <a:lnTo>
                      <a:pt x="1207" y="332"/>
                    </a:lnTo>
                    <a:lnTo>
                      <a:pt x="1242" y="403"/>
                    </a:lnTo>
                    <a:lnTo>
                      <a:pt x="1270" y="476"/>
                    </a:lnTo>
                    <a:lnTo>
                      <a:pt x="1291" y="553"/>
                    </a:lnTo>
                    <a:lnTo>
                      <a:pt x="1304" y="634"/>
                    </a:lnTo>
                    <a:lnTo>
                      <a:pt x="1309" y="717"/>
                    </a:lnTo>
                    <a:lnTo>
                      <a:pt x="1304" y="801"/>
                    </a:lnTo>
                    <a:lnTo>
                      <a:pt x="1291" y="882"/>
                    </a:lnTo>
                    <a:lnTo>
                      <a:pt x="1270" y="959"/>
                    </a:lnTo>
                    <a:lnTo>
                      <a:pt x="1242" y="1032"/>
                    </a:lnTo>
                    <a:lnTo>
                      <a:pt x="1207" y="1102"/>
                    </a:lnTo>
                    <a:lnTo>
                      <a:pt x="1165" y="1166"/>
                    </a:lnTo>
                    <a:lnTo>
                      <a:pt x="1118" y="1225"/>
                    </a:lnTo>
                    <a:lnTo>
                      <a:pt x="1064" y="1277"/>
                    </a:lnTo>
                    <a:lnTo>
                      <a:pt x="1006" y="1323"/>
                    </a:lnTo>
                    <a:lnTo>
                      <a:pt x="942" y="1360"/>
                    </a:lnTo>
                    <a:lnTo>
                      <a:pt x="874" y="1391"/>
                    </a:lnTo>
                    <a:lnTo>
                      <a:pt x="804" y="1414"/>
                    </a:lnTo>
                    <a:lnTo>
                      <a:pt x="730" y="1429"/>
                    </a:lnTo>
                    <a:lnTo>
                      <a:pt x="654" y="1433"/>
                    </a:lnTo>
                    <a:lnTo>
                      <a:pt x="577" y="1429"/>
                    </a:lnTo>
                    <a:lnTo>
                      <a:pt x="504" y="1414"/>
                    </a:lnTo>
                    <a:lnTo>
                      <a:pt x="433" y="1391"/>
                    </a:lnTo>
                    <a:lnTo>
                      <a:pt x="366" y="1360"/>
                    </a:lnTo>
                    <a:lnTo>
                      <a:pt x="303" y="1323"/>
                    </a:lnTo>
                    <a:lnTo>
                      <a:pt x="245" y="1277"/>
                    </a:lnTo>
                    <a:lnTo>
                      <a:pt x="191" y="1225"/>
                    </a:lnTo>
                    <a:lnTo>
                      <a:pt x="144" y="1166"/>
                    </a:lnTo>
                    <a:lnTo>
                      <a:pt x="102" y="1102"/>
                    </a:lnTo>
                    <a:lnTo>
                      <a:pt x="66" y="1032"/>
                    </a:lnTo>
                    <a:lnTo>
                      <a:pt x="39" y="959"/>
                    </a:lnTo>
                    <a:lnTo>
                      <a:pt x="18" y="882"/>
                    </a:lnTo>
                    <a:lnTo>
                      <a:pt x="5" y="801"/>
                    </a:lnTo>
                    <a:lnTo>
                      <a:pt x="0" y="717"/>
                    </a:lnTo>
                    <a:lnTo>
                      <a:pt x="5" y="634"/>
                    </a:lnTo>
                    <a:lnTo>
                      <a:pt x="18" y="553"/>
                    </a:lnTo>
                    <a:lnTo>
                      <a:pt x="39" y="476"/>
                    </a:lnTo>
                    <a:lnTo>
                      <a:pt x="66" y="403"/>
                    </a:lnTo>
                    <a:lnTo>
                      <a:pt x="102" y="332"/>
                    </a:lnTo>
                    <a:lnTo>
                      <a:pt x="144" y="269"/>
                    </a:lnTo>
                    <a:lnTo>
                      <a:pt x="191" y="210"/>
                    </a:lnTo>
                    <a:lnTo>
                      <a:pt x="245" y="158"/>
                    </a:lnTo>
                    <a:lnTo>
                      <a:pt x="303" y="112"/>
                    </a:lnTo>
                    <a:lnTo>
                      <a:pt x="366" y="73"/>
                    </a:lnTo>
                    <a:lnTo>
                      <a:pt x="433" y="42"/>
                    </a:lnTo>
                    <a:lnTo>
                      <a:pt x="504" y="19"/>
                    </a:lnTo>
                    <a:lnTo>
                      <a:pt x="577" y="5"/>
                    </a:lnTo>
                    <a:lnTo>
                      <a:pt x="654"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2" name="Freeform 8"/>
              <p:cNvSpPr>
                <a:spLocks/>
              </p:cNvSpPr>
              <p:nvPr/>
            </p:nvSpPr>
            <p:spPr bwMode="auto">
              <a:xfrm>
                <a:off x="7558088" y="3349625"/>
                <a:ext cx="1639888" cy="1798638"/>
              </a:xfrm>
              <a:custGeom>
                <a:avLst/>
                <a:gdLst/>
                <a:ahLst/>
                <a:cxnLst>
                  <a:cxn ang="0">
                    <a:pos x="516" y="0"/>
                  </a:cxn>
                  <a:cxn ang="0">
                    <a:pos x="585" y="5"/>
                  </a:cxn>
                  <a:cxn ang="0">
                    <a:pos x="653" y="19"/>
                  </a:cxn>
                  <a:cxn ang="0">
                    <a:pos x="718" y="44"/>
                  </a:cxn>
                  <a:cxn ang="0">
                    <a:pos x="777" y="76"/>
                  </a:cxn>
                  <a:cxn ang="0">
                    <a:pos x="832" y="117"/>
                  </a:cxn>
                  <a:cxn ang="0">
                    <a:pos x="882" y="166"/>
                  </a:cxn>
                  <a:cxn ang="0">
                    <a:pos x="926" y="220"/>
                  </a:cxn>
                  <a:cxn ang="0">
                    <a:pos x="963" y="280"/>
                  </a:cxn>
                  <a:cxn ang="0">
                    <a:pos x="992" y="346"/>
                  </a:cxn>
                  <a:cxn ang="0">
                    <a:pos x="1015" y="416"/>
                  </a:cxn>
                  <a:cxn ang="0">
                    <a:pos x="1028" y="491"/>
                  </a:cxn>
                  <a:cxn ang="0">
                    <a:pos x="1033" y="567"/>
                  </a:cxn>
                  <a:cxn ang="0">
                    <a:pos x="1028" y="644"/>
                  </a:cxn>
                  <a:cxn ang="0">
                    <a:pos x="1015" y="717"/>
                  </a:cxn>
                  <a:cxn ang="0">
                    <a:pos x="992" y="788"/>
                  </a:cxn>
                  <a:cxn ang="0">
                    <a:pos x="963" y="853"/>
                  </a:cxn>
                  <a:cxn ang="0">
                    <a:pos x="926" y="913"/>
                  </a:cxn>
                  <a:cxn ang="0">
                    <a:pos x="882" y="969"/>
                  </a:cxn>
                  <a:cxn ang="0">
                    <a:pos x="832" y="1016"/>
                  </a:cxn>
                  <a:cxn ang="0">
                    <a:pos x="777" y="1057"/>
                  </a:cxn>
                  <a:cxn ang="0">
                    <a:pos x="718" y="1089"/>
                  </a:cxn>
                  <a:cxn ang="0">
                    <a:pos x="653" y="1114"/>
                  </a:cxn>
                  <a:cxn ang="0">
                    <a:pos x="585" y="1129"/>
                  </a:cxn>
                  <a:cxn ang="0">
                    <a:pos x="516" y="1133"/>
                  </a:cxn>
                  <a:cxn ang="0">
                    <a:pos x="446" y="1129"/>
                  </a:cxn>
                  <a:cxn ang="0">
                    <a:pos x="378" y="1114"/>
                  </a:cxn>
                  <a:cxn ang="0">
                    <a:pos x="314" y="1089"/>
                  </a:cxn>
                  <a:cxn ang="0">
                    <a:pos x="254" y="1057"/>
                  </a:cxn>
                  <a:cxn ang="0">
                    <a:pos x="201" y="1016"/>
                  </a:cxn>
                  <a:cxn ang="0">
                    <a:pos x="150" y="969"/>
                  </a:cxn>
                  <a:cxn ang="0">
                    <a:pos x="107" y="913"/>
                  </a:cxn>
                  <a:cxn ang="0">
                    <a:pos x="69" y="853"/>
                  </a:cxn>
                  <a:cxn ang="0">
                    <a:pos x="40" y="788"/>
                  </a:cxn>
                  <a:cxn ang="0">
                    <a:pos x="17" y="717"/>
                  </a:cxn>
                  <a:cxn ang="0">
                    <a:pos x="4" y="644"/>
                  </a:cxn>
                  <a:cxn ang="0">
                    <a:pos x="0" y="567"/>
                  </a:cxn>
                  <a:cxn ang="0">
                    <a:pos x="4" y="491"/>
                  </a:cxn>
                  <a:cxn ang="0">
                    <a:pos x="17" y="416"/>
                  </a:cxn>
                  <a:cxn ang="0">
                    <a:pos x="40" y="346"/>
                  </a:cxn>
                  <a:cxn ang="0">
                    <a:pos x="69" y="280"/>
                  </a:cxn>
                  <a:cxn ang="0">
                    <a:pos x="107" y="220"/>
                  </a:cxn>
                  <a:cxn ang="0">
                    <a:pos x="150" y="166"/>
                  </a:cxn>
                  <a:cxn ang="0">
                    <a:pos x="201" y="117"/>
                  </a:cxn>
                  <a:cxn ang="0">
                    <a:pos x="254" y="76"/>
                  </a:cxn>
                  <a:cxn ang="0">
                    <a:pos x="314" y="44"/>
                  </a:cxn>
                  <a:cxn ang="0">
                    <a:pos x="378" y="19"/>
                  </a:cxn>
                  <a:cxn ang="0">
                    <a:pos x="446" y="5"/>
                  </a:cxn>
                  <a:cxn ang="0">
                    <a:pos x="516" y="0"/>
                  </a:cxn>
                </a:cxnLst>
                <a:rect l="0" t="0" r="r" b="b"/>
                <a:pathLst>
                  <a:path w="1033" h="1133">
                    <a:moveTo>
                      <a:pt x="516" y="0"/>
                    </a:moveTo>
                    <a:lnTo>
                      <a:pt x="585" y="5"/>
                    </a:lnTo>
                    <a:lnTo>
                      <a:pt x="653" y="19"/>
                    </a:lnTo>
                    <a:lnTo>
                      <a:pt x="718" y="44"/>
                    </a:lnTo>
                    <a:lnTo>
                      <a:pt x="777" y="76"/>
                    </a:lnTo>
                    <a:lnTo>
                      <a:pt x="832" y="117"/>
                    </a:lnTo>
                    <a:lnTo>
                      <a:pt x="882" y="166"/>
                    </a:lnTo>
                    <a:lnTo>
                      <a:pt x="926" y="220"/>
                    </a:lnTo>
                    <a:lnTo>
                      <a:pt x="963" y="280"/>
                    </a:lnTo>
                    <a:lnTo>
                      <a:pt x="992" y="346"/>
                    </a:lnTo>
                    <a:lnTo>
                      <a:pt x="1015" y="416"/>
                    </a:lnTo>
                    <a:lnTo>
                      <a:pt x="1028" y="491"/>
                    </a:lnTo>
                    <a:lnTo>
                      <a:pt x="1033" y="567"/>
                    </a:lnTo>
                    <a:lnTo>
                      <a:pt x="1028" y="644"/>
                    </a:lnTo>
                    <a:lnTo>
                      <a:pt x="1015" y="717"/>
                    </a:lnTo>
                    <a:lnTo>
                      <a:pt x="992" y="788"/>
                    </a:lnTo>
                    <a:lnTo>
                      <a:pt x="963" y="853"/>
                    </a:lnTo>
                    <a:lnTo>
                      <a:pt x="926" y="913"/>
                    </a:lnTo>
                    <a:lnTo>
                      <a:pt x="882" y="969"/>
                    </a:lnTo>
                    <a:lnTo>
                      <a:pt x="832" y="1016"/>
                    </a:lnTo>
                    <a:lnTo>
                      <a:pt x="777" y="1057"/>
                    </a:lnTo>
                    <a:lnTo>
                      <a:pt x="718" y="1089"/>
                    </a:lnTo>
                    <a:lnTo>
                      <a:pt x="653" y="1114"/>
                    </a:lnTo>
                    <a:lnTo>
                      <a:pt x="585" y="1129"/>
                    </a:lnTo>
                    <a:lnTo>
                      <a:pt x="516" y="1133"/>
                    </a:lnTo>
                    <a:lnTo>
                      <a:pt x="446" y="1129"/>
                    </a:lnTo>
                    <a:lnTo>
                      <a:pt x="378" y="1114"/>
                    </a:lnTo>
                    <a:lnTo>
                      <a:pt x="314" y="1089"/>
                    </a:lnTo>
                    <a:lnTo>
                      <a:pt x="254" y="1057"/>
                    </a:lnTo>
                    <a:lnTo>
                      <a:pt x="201" y="1016"/>
                    </a:lnTo>
                    <a:lnTo>
                      <a:pt x="150" y="969"/>
                    </a:lnTo>
                    <a:lnTo>
                      <a:pt x="107" y="913"/>
                    </a:lnTo>
                    <a:lnTo>
                      <a:pt x="69" y="853"/>
                    </a:lnTo>
                    <a:lnTo>
                      <a:pt x="40" y="788"/>
                    </a:lnTo>
                    <a:lnTo>
                      <a:pt x="17" y="717"/>
                    </a:lnTo>
                    <a:lnTo>
                      <a:pt x="4" y="644"/>
                    </a:lnTo>
                    <a:lnTo>
                      <a:pt x="0" y="567"/>
                    </a:lnTo>
                    <a:lnTo>
                      <a:pt x="4" y="491"/>
                    </a:lnTo>
                    <a:lnTo>
                      <a:pt x="17" y="416"/>
                    </a:lnTo>
                    <a:lnTo>
                      <a:pt x="40" y="346"/>
                    </a:lnTo>
                    <a:lnTo>
                      <a:pt x="69" y="280"/>
                    </a:lnTo>
                    <a:lnTo>
                      <a:pt x="107" y="220"/>
                    </a:lnTo>
                    <a:lnTo>
                      <a:pt x="150" y="166"/>
                    </a:lnTo>
                    <a:lnTo>
                      <a:pt x="201" y="117"/>
                    </a:lnTo>
                    <a:lnTo>
                      <a:pt x="254" y="76"/>
                    </a:lnTo>
                    <a:lnTo>
                      <a:pt x="314" y="44"/>
                    </a:lnTo>
                    <a:lnTo>
                      <a:pt x="378" y="19"/>
                    </a:lnTo>
                    <a:lnTo>
                      <a:pt x="446" y="5"/>
                    </a:lnTo>
                    <a:lnTo>
                      <a:pt x="516" y="0"/>
                    </a:lnTo>
                    <a:close/>
                  </a:path>
                </a:pathLst>
              </a:custGeom>
              <a:solidFill>
                <a:schemeClr val="accent1"/>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3" name="Freeform 9"/>
              <p:cNvSpPr>
                <a:spLocks/>
              </p:cNvSpPr>
              <p:nvPr/>
            </p:nvSpPr>
            <p:spPr bwMode="auto">
              <a:xfrm>
                <a:off x="7777163" y="3589338"/>
                <a:ext cx="1201738" cy="1319213"/>
              </a:xfrm>
              <a:custGeom>
                <a:avLst/>
                <a:gdLst/>
                <a:ahLst/>
                <a:cxnLst>
                  <a:cxn ang="0">
                    <a:pos x="378" y="0"/>
                  </a:cxn>
                  <a:cxn ang="0">
                    <a:pos x="434" y="5"/>
                  </a:cxn>
                  <a:cxn ang="0">
                    <a:pos x="486" y="18"/>
                  </a:cxn>
                  <a:cxn ang="0">
                    <a:pos x="538" y="40"/>
                  </a:cxn>
                  <a:cxn ang="0">
                    <a:pos x="584" y="67"/>
                  </a:cxn>
                  <a:cxn ang="0">
                    <a:pos x="626" y="102"/>
                  </a:cxn>
                  <a:cxn ang="0">
                    <a:pos x="665" y="144"/>
                  </a:cxn>
                  <a:cxn ang="0">
                    <a:pos x="696" y="190"/>
                  </a:cxn>
                  <a:cxn ang="0">
                    <a:pos x="721" y="240"/>
                  </a:cxn>
                  <a:cxn ang="0">
                    <a:pos x="741" y="296"/>
                  </a:cxn>
                  <a:cxn ang="0">
                    <a:pos x="752" y="354"/>
                  </a:cxn>
                  <a:cxn ang="0">
                    <a:pos x="757" y="416"/>
                  </a:cxn>
                  <a:cxn ang="0">
                    <a:pos x="752" y="477"/>
                  </a:cxn>
                  <a:cxn ang="0">
                    <a:pos x="741" y="535"/>
                  </a:cxn>
                  <a:cxn ang="0">
                    <a:pos x="721" y="591"/>
                  </a:cxn>
                  <a:cxn ang="0">
                    <a:pos x="696" y="641"/>
                  </a:cxn>
                  <a:cxn ang="0">
                    <a:pos x="665" y="689"/>
                  </a:cxn>
                  <a:cxn ang="0">
                    <a:pos x="626" y="730"/>
                  </a:cxn>
                  <a:cxn ang="0">
                    <a:pos x="584" y="764"/>
                  </a:cxn>
                  <a:cxn ang="0">
                    <a:pos x="538" y="792"/>
                  </a:cxn>
                  <a:cxn ang="0">
                    <a:pos x="486" y="813"/>
                  </a:cxn>
                  <a:cxn ang="0">
                    <a:pos x="434" y="826"/>
                  </a:cxn>
                  <a:cxn ang="0">
                    <a:pos x="378" y="831"/>
                  </a:cxn>
                  <a:cxn ang="0">
                    <a:pos x="322" y="826"/>
                  </a:cxn>
                  <a:cxn ang="0">
                    <a:pos x="269" y="813"/>
                  </a:cxn>
                  <a:cxn ang="0">
                    <a:pos x="219" y="792"/>
                  </a:cxn>
                  <a:cxn ang="0">
                    <a:pos x="171" y="764"/>
                  </a:cxn>
                  <a:cxn ang="0">
                    <a:pos x="129" y="730"/>
                  </a:cxn>
                  <a:cxn ang="0">
                    <a:pos x="92" y="689"/>
                  </a:cxn>
                  <a:cxn ang="0">
                    <a:pos x="61" y="641"/>
                  </a:cxn>
                  <a:cxn ang="0">
                    <a:pos x="35" y="591"/>
                  </a:cxn>
                  <a:cxn ang="0">
                    <a:pos x="16" y="535"/>
                  </a:cxn>
                  <a:cxn ang="0">
                    <a:pos x="4" y="477"/>
                  </a:cxn>
                  <a:cxn ang="0">
                    <a:pos x="0" y="416"/>
                  </a:cxn>
                  <a:cxn ang="0">
                    <a:pos x="4" y="354"/>
                  </a:cxn>
                  <a:cxn ang="0">
                    <a:pos x="16" y="296"/>
                  </a:cxn>
                  <a:cxn ang="0">
                    <a:pos x="35" y="240"/>
                  </a:cxn>
                  <a:cxn ang="0">
                    <a:pos x="61" y="190"/>
                  </a:cxn>
                  <a:cxn ang="0">
                    <a:pos x="92" y="144"/>
                  </a:cxn>
                  <a:cxn ang="0">
                    <a:pos x="129" y="102"/>
                  </a:cxn>
                  <a:cxn ang="0">
                    <a:pos x="171" y="67"/>
                  </a:cxn>
                  <a:cxn ang="0">
                    <a:pos x="219" y="40"/>
                  </a:cxn>
                  <a:cxn ang="0">
                    <a:pos x="269" y="18"/>
                  </a:cxn>
                  <a:cxn ang="0">
                    <a:pos x="322" y="5"/>
                  </a:cxn>
                  <a:cxn ang="0">
                    <a:pos x="378" y="0"/>
                  </a:cxn>
                </a:cxnLst>
                <a:rect l="0" t="0" r="r" b="b"/>
                <a:pathLst>
                  <a:path w="757" h="831">
                    <a:moveTo>
                      <a:pt x="378" y="0"/>
                    </a:moveTo>
                    <a:lnTo>
                      <a:pt x="434" y="5"/>
                    </a:lnTo>
                    <a:lnTo>
                      <a:pt x="486" y="18"/>
                    </a:lnTo>
                    <a:lnTo>
                      <a:pt x="538" y="40"/>
                    </a:lnTo>
                    <a:lnTo>
                      <a:pt x="584" y="67"/>
                    </a:lnTo>
                    <a:lnTo>
                      <a:pt x="626" y="102"/>
                    </a:lnTo>
                    <a:lnTo>
                      <a:pt x="665" y="144"/>
                    </a:lnTo>
                    <a:lnTo>
                      <a:pt x="696" y="190"/>
                    </a:lnTo>
                    <a:lnTo>
                      <a:pt x="721" y="240"/>
                    </a:lnTo>
                    <a:lnTo>
                      <a:pt x="741" y="296"/>
                    </a:lnTo>
                    <a:lnTo>
                      <a:pt x="752" y="354"/>
                    </a:lnTo>
                    <a:lnTo>
                      <a:pt x="757" y="416"/>
                    </a:lnTo>
                    <a:lnTo>
                      <a:pt x="752" y="477"/>
                    </a:lnTo>
                    <a:lnTo>
                      <a:pt x="741" y="535"/>
                    </a:lnTo>
                    <a:lnTo>
                      <a:pt x="721" y="591"/>
                    </a:lnTo>
                    <a:lnTo>
                      <a:pt x="696" y="641"/>
                    </a:lnTo>
                    <a:lnTo>
                      <a:pt x="665" y="689"/>
                    </a:lnTo>
                    <a:lnTo>
                      <a:pt x="626" y="730"/>
                    </a:lnTo>
                    <a:lnTo>
                      <a:pt x="584" y="764"/>
                    </a:lnTo>
                    <a:lnTo>
                      <a:pt x="538" y="792"/>
                    </a:lnTo>
                    <a:lnTo>
                      <a:pt x="486" y="813"/>
                    </a:lnTo>
                    <a:lnTo>
                      <a:pt x="434" y="826"/>
                    </a:lnTo>
                    <a:lnTo>
                      <a:pt x="378" y="831"/>
                    </a:lnTo>
                    <a:lnTo>
                      <a:pt x="322" y="826"/>
                    </a:lnTo>
                    <a:lnTo>
                      <a:pt x="269" y="813"/>
                    </a:lnTo>
                    <a:lnTo>
                      <a:pt x="219" y="792"/>
                    </a:lnTo>
                    <a:lnTo>
                      <a:pt x="171" y="764"/>
                    </a:lnTo>
                    <a:lnTo>
                      <a:pt x="129" y="730"/>
                    </a:lnTo>
                    <a:lnTo>
                      <a:pt x="92" y="689"/>
                    </a:lnTo>
                    <a:lnTo>
                      <a:pt x="61" y="641"/>
                    </a:lnTo>
                    <a:lnTo>
                      <a:pt x="35" y="591"/>
                    </a:lnTo>
                    <a:lnTo>
                      <a:pt x="16" y="535"/>
                    </a:lnTo>
                    <a:lnTo>
                      <a:pt x="4" y="477"/>
                    </a:lnTo>
                    <a:lnTo>
                      <a:pt x="0" y="416"/>
                    </a:lnTo>
                    <a:lnTo>
                      <a:pt x="4" y="354"/>
                    </a:lnTo>
                    <a:lnTo>
                      <a:pt x="16" y="296"/>
                    </a:lnTo>
                    <a:lnTo>
                      <a:pt x="35" y="240"/>
                    </a:lnTo>
                    <a:lnTo>
                      <a:pt x="61" y="190"/>
                    </a:lnTo>
                    <a:lnTo>
                      <a:pt x="92" y="144"/>
                    </a:lnTo>
                    <a:lnTo>
                      <a:pt x="129" y="102"/>
                    </a:lnTo>
                    <a:lnTo>
                      <a:pt x="171" y="67"/>
                    </a:lnTo>
                    <a:lnTo>
                      <a:pt x="219" y="40"/>
                    </a:lnTo>
                    <a:lnTo>
                      <a:pt x="269" y="18"/>
                    </a:lnTo>
                    <a:lnTo>
                      <a:pt x="322" y="5"/>
                    </a:lnTo>
                    <a:lnTo>
                      <a:pt x="378" y="0"/>
                    </a:lnTo>
                    <a:close/>
                  </a:path>
                </a:pathLst>
              </a:custGeom>
              <a:solidFill>
                <a:srgbClr val="00B0F0"/>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4" name="Freeform 10"/>
              <p:cNvSpPr>
                <a:spLocks/>
              </p:cNvSpPr>
              <p:nvPr/>
            </p:nvSpPr>
            <p:spPr bwMode="auto">
              <a:xfrm>
                <a:off x="7977188" y="3810000"/>
                <a:ext cx="798513" cy="877888"/>
              </a:xfrm>
              <a:custGeom>
                <a:avLst/>
                <a:gdLst/>
                <a:ahLst/>
                <a:cxnLst>
                  <a:cxn ang="0">
                    <a:pos x="252" y="0"/>
                  </a:cxn>
                  <a:cxn ang="0">
                    <a:pos x="297" y="5"/>
                  </a:cxn>
                  <a:cxn ang="0">
                    <a:pos x="339" y="18"/>
                  </a:cxn>
                  <a:cxn ang="0">
                    <a:pos x="378" y="38"/>
                  </a:cxn>
                  <a:cxn ang="0">
                    <a:pos x="414" y="65"/>
                  </a:cxn>
                  <a:cxn ang="0">
                    <a:pos x="445" y="98"/>
                  </a:cxn>
                  <a:cxn ang="0">
                    <a:pos x="469" y="137"/>
                  </a:cxn>
                  <a:cxn ang="0">
                    <a:pos x="487" y="181"/>
                  </a:cxn>
                  <a:cxn ang="0">
                    <a:pos x="500" y="227"/>
                  </a:cxn>
                  <a:cxn ang="0">
                    <a:pos x="503" y="277"/>
                  </a:cxn>
                  <a:cxn ang="0">
                    <a:pos x="500" y="326"/>
                  </a:cxn>
                  <a:cxn ang="0">
                    <a:pos x="487" y="374"/>
                  </a:cxn>
                  <a:cxn ang="0">
                    <a:pos x="469" y="416"/>
                  </a:cxn>
                  <a:cxn ang="0">
                    <a:pos x="445" y="455"/>
                  </a:cxn>
                  <a:cxn ang="0">
                    <a:pos x="414" y="488"/>
                  </a:cxn>
                  <a:cxn ang="0">
                    <a:pos x="378" y="516"/>
                  </a:cxn>
                  <a:cxn ang="0">
                    <a:pos x="339" y="535"/>
                  </a:cxn>
                  <a:cxn ang="0">
                    <a:pos x="297" y="548"/>
                  </a:cxn>
                  <a:cxn ang="0">
                    <a:pos x="252" y="553"/>
                  </a:cxn>
                  <a:cxn ang="0">
                    <a:pos x="206" y="548"/>
                  </a:cxn>
                  <a:cxn ang="0">
                    <a:pos x="164" y="535"/>
                  </a:cxn>
                  <a:cxn ang="0">
                    <a:pos x="125" y="516"/>
                  </a:cxn>
                  <a:cxn ang="0">
                    <a:pos x="89" y="488"/>
                  </a:cxn>
                  <a:cxn ang="0">
                    <a:pos x="60" y="455"/>
                  </a:cxn>
                  <a:cxn ang="0">
                    <a:pos x="34" y="416"/>
                  </a:cxn>
                  <a:cxn ang="0">
                    <a:pos x="16" y="374"/>
                  </a:cxn>
                  <a:cxn ang="0">
                    <a:pos x="5" y="326"/>
                  </a:cxn>
                  <a:cxn ang="0">
                    <a:pos x="0" y="277"/>
                  </a:cxn>
                  <a:cxn ang="0">
                    <a:pos x="5" y="227"/>
                  </a:cxn>
                  <a:cxn ang="0">
                    <a:pos x="16" y="181"/>
                  </a:cxn>
                  <a:cxn ang="0">
                    <a:pos x="34" y="137"/>
                  </a:cxn>
                  <a:cxn ang="0">
                    <a:pos x="60" y="98"/>
                  </a:cxn>
                  <a:cxn ang="0">
                    <a:pos x="89" y="65"/>
                  </a:cxn>
                  <a:cxn ang="0">
                    <a:pos x="125" y="38"/>
                  </a:cxn>
                  <a:cxn ang="0">
                    <a:pos x="164" y="18"/>
                  </a:cxn>
                  <a:cxn ang="0">
                    <a:pos x="206" y="5"/>
                  </a:cxn>
                  <a:cxn ang="0">
                    <a:pos x="252" y="0"/>
                  </a:cxn>
                </a:cxnLst>
                <a:rect l="0" t="0" r="r" b="b"/>
                <a:pathLst>
                  <a:path w="503" h="553">
                    <a:moveTo>
                      <a:pt x="252" y="0"/>
                    </a:moveTo>
                    <a:lnTo>
                      <a:pt x="297" y="5"/>
                    </a:lnTo>
                    <a:lnTo>
                      <a:pt x="339" y="18"/>
                    </a:lnTo>
                    <a:lnTo>
                      <a:pt x="378" y="38"/>
                    </a:lnTo>
                    <a:lnTo>
                      <a:pt x="414" y="65"/>
                    </a:lnTo>
                    <a:lnTo>
                      <a:pt x="445" y="98"/>
                    </a:lnTo>
                    <a:lnTo>
                      <a:pt x="469" y="137"/>
                    </a:lnTo>
                    <a:lnTo>
                      <a:pt x="487" y="181"/>
                    </a:lnTo>
                    <a:lnTo>
                      <a:pt x="500" y="227"/>
                    </a:lnTo>
                    <a:lnTo>
                      <a:pt x="503" y="277"/>
                    </a:lnTo>
                    <a:lnTo>
                      <a:pt x="500" y="326"/>
                    </a:lnTo>
                    <a:lnTo>
                      <a:pt x="487" y="374"/>
                    </a:lnTo>
                    <a:lnTo>
                      <a:pt x="469" y="416"/>
                    </a:lnTo>
                    <a:lnTo>
                      <a:pt x="445" y="455"/>
                    </a:lnTo>
                    <a:lnTo>
                      <a:pt x="414" y="488"/>
                    </a:lnTo>
                    <a:lnTo>
                      <a:pt x="378" y="516"/>
                    </a:lnTo>
                    <a:lnTo>
                      <a:pt x="339" y="535"/>
                    </a:lnTo>
                    <a:lnTo>
                      <a:pt x="297" y="548"/>
                    </a:lnTo>
                    <a:lnTo>
                      <a:pt x="252" y="553"/>
                    </a:lnTo>
                    <a:lnTo>
                      <a:pt x="206" y="548"/>
                    </a:lnTo>
                    <a:lnTo>
                      <a:pt x="164" y="535"/>
                    </a:lnTo>
                    <a:lnTo>
                      <a:pt x="125" y="516"/>
                    </a:lnTo>
                    <a:lnTo>
                      <a:pt x="89" y="488"/>
                    </a:lnTo>
                    <a:lnTo>
                      <a:pt x="60" y="455"/>
                    </a:lnTo>
                    <a:lnTo>
                      <a:pt x="34" y="416"/>
                    </a:lnTo>
                    <a:lnTo>
                      <a:pt x="16" y="374"/>
                    </a:lnTo>
                    <a:lnTo>
                      <a:pt x="5" y="326"/>
                    </a:lnTo>
                    <a:lnTo>
                      <a:pt x="0" y="277"/>
                    </a:lnTo>
                    <a:lnTo>
                      <a:pt x="5" y="227"/>
                    </a:lnTo>
                    <a:lnTo>
                      <a:pt x="16" y="181"/>
                    </a:lnTo>
                    <a:lnTo>
                      <a:pt x="34" y="137"/>
                    </a:lnTo>
                    <a:lnTo>
                      <a:pt x="60" y="98"/>
                    </a:lnTo>
                    <a:lnTo>
                      <a:pt x="89" y="65"/>
                    </a:lnTo>
                    <a:lnTo>
                      <a:pt x="125" y="38"/>
                    </a:lnTo>
                    <a:lnTo>
                      <a:pt x="164" y="18"/>
                    </a:lnTo>
                    <a:lnTo>
                      <a:pt x="206" y="5"/>
                    </a:lnTo>
                    <a:lnTo>
                      <a:pt x="252" y="0"/>
                    </a:lnTo>
                    <a:close/>
                  </a:path>
                </a:pathLst>
              </a:custGeom>
              <a:solidFill>
                <a:srgbClr val="B6FEF6">
                  <a:alpha val="70000"/>
                </a:srgbClr>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5" name="Freeform 11"/>
              <p:cNvSpPr>
                <a:spLocks/>
              </p:cNvSpPr>
              <p:nvPr/>
            </p:nvSpPr>
            <p:spPr bwMode="auto">
              <a:xfrm>
                <a:off x="8377238" y="2924175"/>
                <a:ext cx="2028825" cy="1331913"/>
              </a:xfrm>
              <a:custGeom>
                <a:avLst/>
                <a:gdLst/>
                <a:ahLst/>
                <a:cxnLst>
                  <a:cxn ang="0">
                    <a:pos x="1255" y="0"/>
                  </a:cxn>
                  <a:cxn ang="0">
                    <a:pos x="1278" y="28"/>
                  </a:cxn>
                  <a:cxn ang="0">
                    <a:pos x="1160" y="106"/>
                  </a:cxn>
                  <a:cxn ang="0">
                    <a:pos x="1163" y="170"/>
                  </a:cxn>
                  <a:cxn ang="0">
                    <a:pos x="911" y="269"/>
                  </a:cxn>
                  <a:cxn ang="0">
                    <a:pos x="19" y="839"/>
                  </a:cxn>
                  <a:cxn ang="0">
                    <a:pos x="11" y="832"/>
                  </a:cxn>
                  <a:cxn ang="0">
                    <a:pos x="0" y="824"/>
                  </a:cxn>
                  <a:cxn ang="0">
                    <a:pos x="885" y="240"/>
                  </a:cxn>
                  <a:cxn ang="0">
                    <a:pos x="1080" y="54"/>
                  </a:cxn>
                  <a:cxn ang="0">
                    <a:pos x="1135" y="75"/>
                  </a:cxn>
                  <a:cxn ang="0">
                    <a:pos x="1255" y="0"/>
                  </a:cxn>
                </a:cxnLst>
                <a:rect l="0" t="0" r="r" b="b"/>
                <a:pathLst>
                  <a:path w="1278" h="839">
                    <a:moveTo>
                      <a:pt x="1255" y="0"/>
                    </a:moveTo>
                    <a:lnTo>
                      <a:pt x="1278" y="28"/>
                    </a:lnTo>
                    <a:lnTo>
                      <a:pt x="1160" y="106"/>
                    </a:lnTo>
                    <a:lnTo>
                      <a:pt x="1163" y="170"/>
                    </a:lnTo>
                    <a:lnTo>
                      <a:pt x="911" y="269"/>
                    </a:lnTo>
                    <a:lnTo>
                      <a:pt x="19" y="839"/>
                    </a:lnTo>
                    <a:lnTo>
                      <a:pt x="11" y="832"/>
                    </a:lnTo>
                    <a:lnTo>
                      <a:pt x="0" y="824"/>
                    </a:lnTo>
                    <a:lnTo>
                      <a:pt x="885" y="240"/>
                    </a:lnTo>
                    <a:lnTo>
                      <a:pt x="1080" y="54"/>
                    </a:lnTo>
                    <a:lnTo>
                      <a:pt x="1135" y="75"/>
                    </a:lnTo>
                    <a:lnTo>
                      <a:pt x="1255" y="0"/>
                    </a:lnTo>
                    <a:close/>
                  </a:path>
                </a:pathLst>
              </a:custGeom>
              <a:solidFill>
                <a:srgbClr val="4EE3F4"/>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6" name="Freeform 12"/>
              <p:cNvSpPr>
                <a:spLocks/>
              </p:cNvSpPr>
              <p:nvPr/>
            </p:nvSpPr>
            <p:spPr bwMode="auto">
              <a:xfrm>
                <a:off x="8394701" y="3092450"/>
                <a:ext cx="1828800" cy="1163638"/>
              </a:xfrm>
              <a:custGeom>
                <a:avLst/>
                <a:gdLst/>
                <a:ahLst/>
                <a:cxnLst>
                  <a:cxn ang="0">
                    <a:pos x="1149" y="0"/>
                  </a:cxn>
                  <a:cxn ang="0">
                    <a:pos x="1152" y="64"/>
                  </a:cxn>
                  <a:cxn ang="0">
                    <a:pos x="895" y="167"/>
                  </a:cxn>
                  <a:cxn ang="0">
                    <a:pos x="8" y="733"/>
                  </a:cxn>
                  <a:cxn ang="0">
                    <a:pos x="0" y="726"/>
                  </a:cxn>
                  <a:cxn ang="0">
                    <a:pos x="887" y="155"/>
                  </a:cxn>
                  <a:cxn ang="0">
                    <a:pos x="1136" y="43"/>
                  </a:cxn>
                  <a:cxn ang="0">
                    <a:pos x="1149" y="0"/>
                  </a:cxn>
                </a:cxnLst>
                <a:rect l="0" t="0" r="r" b="b"/>
                <a:pathLst>
                  <a:path w="1152" h="733">
                    <a:moveTo>
                      <a:pt x="1149" y="0"/>
                    </a:moveTo>
                    <a:lnTo>
                      <a:pt x="1152" y="64"/>
                    </a:lnTo>
                    <a:lnTo>
                      <a:pt x="895" y="167"/>
                    </a:lnTo>
                    <a:lnTo>
                      <a:pt x="8" y="733"/>
                    </a:lnTo>
                    <a:lnTo>
                      <a:pt x="0" y="726"/>
                    </a:lnTo>
                    <a:lnTo>
                      <a:pt x="887" y="155"/>
                    </a:lnTo>
                    <a:lnTo>
                      <a:pt x="1136" y="43"/>
                    </a:lnTo>
                    <a:lnTo>
                      <a:pt x="1149" y="0"/>
                    </a:lnTo>
                    <a:close/>
                  </a:path>
                </a:pathLst>
              </a:custGeom>
              <a:solidFill>
                <a:srgbClr val="000067"/>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7" name="Freeform 13"/>
              <p:cNvSpPr>
                <a:spLocks/>
              </p:cNvSpPr>
              <p:nvPr/>
            </p:nvSpPr>
            <p:spPr bwMode="auto">
              <a:xfrm>
                <a:off x="9802813" y="3076575"/>
                <a:ext cx="381000" cy="236538"/>
              </a:xfrm>
              <a:custGeom>
                <a:avLst/>
                <a:gdLst/>
                <a:ahLst/>
                <a:cxnLst>
                  <a:cxn ang="0">
                    <a:pos x="200" y="0"/>
                  </a:cxn>
                  <a:cxn ang="0">
                    <a:pos x="240" y="0"/>
                  </a:cxn>
                  <a:cxn ang="0">
                    <a:pos x="0" y="149"/>
                  </a:cxn>
                  <a:cxn ang="0">
                    <a:pos x="200" y="0"/>
                  </a:cxn>
                </a:cxnLst>
                <a:rect l="0" t="0" r="r" b="b"/>
                <a:pathLst>
                  <a:path w="240" h="149">
                    <a:moveTo>
                      <a:pt x="200" y="0"/>
                    </a:moveTo>
                    <a:lnTo>
                      <a:pt x="240" y="0"/>
                    </a:lnTo>
                    <a:lnTo>
                      <a:pt x="0" y="149"/>
                    </a:lnTo>
                    <a:lnTo>
                      <a:pt x="200" y="0"/>
                    </a:lnTo>
                    <a:close/>
                  </a:path>
                </a:pathLst>
              </a:custGeom>
              <a:solidFill>
                <a:srgbClr val="87F8FD"/>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8" name="Freeform 14"/>
              <p:cNvSpPr>
                <a:spLocks/>
              </p:cNvSpPr>
              <p:nvPr/>
            </p:nvSpPr>
            <p:spPr bwMode="auto">
              <a:xfrm>
                <a:off x="8423276" y="3498850"/>
                <a:ext cx="2276475" cy="795338"/>
              </a:xfrm>
              <a:custGeom>
                <a:avLst/>
                <a:gdLst/>
                <a:ahLst/>
                <a:cxnLst>
                  <a:cxn ang="0">
                    <a:pos x="1419" y="0"/>
                  </a:cxn>
                  <a:cxn ang="0">
                    <a:pos x="1434" y="33"/>
                  </a:cxn>
                  <a:cxn ang="0">
                    <a:pos x="1301" y="80"/>
                  </a:cxn>
                  <a:cxn ang="0">
                    <a:pos x="1288" y="141"/>
                  </a:cxn>
                  <a:cxn ang="0">
                    <a:pos x="1020" y="175"/>
                  </a:cxn>
                  <a:cxn ang="0">
                    <a:pos x="14" y="501"/>
                  </a:cxn>
                  <a:cxn ang="0">
                    <a:pos x="8" y="493"/>
                  </a:cxn>
                  <a:cxn ang="0">
                    <a:pos x="0" y="480"/>
                  </a:cxn>
                  <a:cxn ang="0">
                    <a:pos x="1002" y="141"/>
                  </a:cxn>
                  <a:cxn ang="0">
                    <a:pos x="1236" y="8"/>
                  </a:cxn>
                  <a:cxn ang="0">
                    <a:pos x="1285" y="43"/>
                  </a:cxn>
                  <a:cxn ang="0">
                    <a:pos x="1419" y="0"/>
                  </a:cxn>
                </a:cxnLst>
                <a:rect l="0" t="0" r="r" b="b"/>
                <a:pathLst>
                  <a:path w="1434" h="501">
                    <a:moveTo>
                      <a:pt x="1419" y="0"/>
                    </a:moveTo>
                    <a:lnTo>
                      <a:pt x="1434" y="33"/>
                    </a:lnTo>
                    <a:lnTo>
                      <a:pt x="1301" y="80"/>
                    </a:lnTo>
                    <a:lnTo>
                      <a:pt x="1288" y="141"/>
                    </a:lnTo>
                    <a:lnTo>
                      <a:pt x="1020" y="175"/>
                    </a:lnTo>
                    <a:lnTo>
                      <a:pt x="14" y="501"/>
                    </a:lnTo>
                    <a:lnTo>
                      <a:pt x="8" y="493"/>
                    </a:lnTo>
                    <a:lnTo>
                      <a:pt x="0" y="480"/>
                    </a:lnTo>
                    <a:lnTo>
                      <a:pt x="1002" y="141"/>
                    </a:lnTo>
                    <a:lnTo>
                      <a:pt x="1236" y="8"/>
                    </a:lnTo>
                    <a:lnTo>
                      <a:pt x="1285" y="43"/>
                    </a:lnTo>
                    <a:lnTo>
                      <a:pt x="1419" y="0"/>
                    </a:lnTo>
                    <a:close/>
                  </a:path>
                </a:pathLst>
              </a:custGeom>
              <a:solidFill>
                <a:srgbClr val="4EE3F4"/>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9" name="Freeform 15"/>
              <p:cNvSpPr>
                <a:spLocks/>
              </p:cNvSpPr>
              <p:nvPr/>
            </p:nvSpPr>
            <p:spPr bwMode="auto">
              <a:xfrm>
                <a:off x="8435976" y="3625850"/>
                <a:ext cx="2052638" cy="668338"/>
              </a:xfrm>
              <a:custGeom>
                <a:avLst/>
                <a:gdLst/>
                <a:ahLst/>
                <a:cxnLst>
                  <a:cxn ang="0">
                    <a:pos x="1293" y="0"/>
                  </a:cxn>
                  <a:cxn ang="0">
                    <a:pos x="1280" y="61"/>
                  </a:cxn>
                  <a:cxn ang="0">
                    <a:pos x="1006" y="96"/>
                  </a:cxn>
                  <a:cxn ang="0">
                    <a:pos x="6" y="421"/>
                  </a:cxn>
                  <a:cxn ang="0">
                    <a:pos x="0" y="413"/>
                  </a:cxn>
                  <a:cxn ang="0">
                    <a:pos x="1001" y="83"/>
                  </a:cxn>
                  <a:cxn ang="0">
                    <a:pos x="1270" y="36"/>
                  </a:cxn>
                  <a:cxn ang="0">
                    <a:pos x="1293" y="0"/>
                  </a:cxn>
                </a:cxnLst>
                <a:rect l="0" t="0" r="r" b="b"/>
                <a:pathLst>
                  <a:path w="1293" h="421">
                    <a:moveTo>
                      <a:pt x="1293" y="0"/>
                    </a:moveTo>
                    <a:lnTo>
                      <a:pt x="1280" y="61"/>
                    </a:lnTo>
                    <a:lnTo>
                      <a:pt x="1006" y="96"/>
                    </a:lnTo>
                    <a:lnTo>
                      <a:pt x="6" y="421"/>
                    </a:lnTo>
                    <a:lnTo>
                      <a:pt x="0" y="413"/>
                    </a:lnTo>
                    <a:lnTo>
                      <a:pt x="1001" y="83"/>
                    </a:lnTo>
                    <a:lnTo>
                      <a:pt x="1270" y="36"/>
                    </a:lnTo>
                    <a:lnTo>
                      <a:pt x="1293" y="0"/>
                    </a:lnTo>
                    <a:close/>
                  </a:path>
                </a:pathLst>
              </a:custGeom>
              <a:solidFill>
                <a:srgbClr val="000067"/>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0" name="Freeform 16"/>
              <p:cNvSpPr>
                <a:spLocks/>
              </p:cNvSpPr>
              <p:nvPr/>
            </p:nvSpPr>
            <p:spPr bwMode="auto">
              <a:xfrm>
                <a:off x="10033001" y="3584575"/>
                <a:ext cx="427038" cy="150813"/>
              </a:xfrm>
              <a:custGeom>
                <a:avLst/>
                <a:gdLst/>
                <a:ahLst/>
                <a:cxnLst>
                  <a:cxn ang="0">
                    <a:pos x="230" y="0"/>
                  </a:cxn>
                  <a:cxn ang="0">
                    <a:pos x="269" y="12"/>
                  </a:cxn>
                  <a:cxn ang="0">
                    <a:pos x="0" y="95"/>
                  </a:cxn>
                  <a:cxn ang="0">
                    <a:pos x="230" y="0"/>
                  </a:cxn>
                </a:cxnLst>
                <a:rect l="0" t="0" r="r" b="b"/>
                <a:pathLst>
                  <a:path w="269" h="95">
                    <a:moveTo>
                      <a:pt x="230" y="0"/>
                    </a:moveTo>
                    <a:lnTo>
                      <a:pt x="269" y="12"/>
                    </a:lnTo>
                    <a:lnTo>
                      <a:pt x="0" y="95"/>
                    </a:lnTo>
                    <a:lnTo>
                      <a:pt x="230" y="0"/>
                    </a:lnTo>
                    <a:close/>
                  </a:path>
                </a:pathLst>
              </a:custGeom>
              <a:solidFill>
                <a:srgbClr val="87F8FD"/>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grpSp>
    </p:spTree>
    <p:extLst>
      <p:ext uri="{BB962C8B-B14F-4D97-AF65-F5344CB8AC3E}">
        <p14:creationId xmlns:p14="http://schemas.microsoft.com/office/powerpoint/2010/main" val="84245997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Spherical 4 Stages PowerPoint Diagram</a:t>
            </a:r>
          </a:p>
        </p:txBody>
      </p:sp>
      <p:sp>
        <p:nvSpPr>
          <p:cNvPr id="17" name="TextBox 16"/>
          <p:cNvSpPr txBox="1"/>
          <p:nvPr/>
        </p:nvSpPr>
        <p:spPr>
          <a:xfrm>
            <a:off x="754239" y="1818856"/>
            <a:ext cx="2463469" cy="542584"/>
          </a:xfrm>
          <a:prstGeom prst="rect">
            <a:avLst/>
          </a:prstGeom>
          <a:noFill/>
        </p:spPr>
        <p:txBody>
          <a:bodyPr wrap="square" rtlCol="0">
            <a:spAutoFit/>
          </a:bodyPr>
          <a:lstStyle/>
          <a:p>
            <a:pPr algn="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a:t>
            </a:r>
          </a:p>
        </p:txBody>
      </p:sp>
      <p:sp>
        <p:nvSpPr>
          <p:cNvPr id="18" name="TextBox 17"/>
          <p:cNvSpPr txBox="1"/>
          <p:nvPr/>
        </p:nvSpPr>
        <p:spPr>
          <a:xfrm>
            <a:off x="6688292" y="1818856"/>
            <a:ext cx="2463469" cy="542584"/>
          </a:xfrm>
          <a:prstGeom prst="rect">
            <a:avLst/>
          </a:prstGeom>
          <a:noFill/>
        </p:spPr>
        <p:txBody>
          <a:bodyPr wrap="square" rtlCol="0">
            <a:spAutoFit/>
          </a:bodyPr>
          <a:lstStyle/>
          <a:p>
            <a:pP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a:t>
            </a:r>
          </a:p>
        </p:txBody>
      </p:sp>
      <p:sp>
        <p:nvSpPr>
          <p:cNvPr id="19" name="TextBox 18"/>
          <p:cNvSpPr txBox="1"/>
          <p:nvPr/>
        </p:nvSpPr>
        <p:spPr>
          <a:xfrm>
            <a:off x="754239" y="4823507"/>
            <a:ext cx="2463469" cy="542584"/>
          </a:xfrm>
          <a:prstGeom prst="rect">
            <a:avLst/>
          </a:prstGeom>
          <a:noFill/>
        </p:spPr>
        <p:txBody>
          <a:bodyPr wrap="square" rtlCol="0">
            <a:spAutoFit/>
          </a:bodyPr>
          <a:lstStyle/>
          <a:p>
            <a:pPr algn="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a:t>
            </a:r>
          </a:p>
        </p:txBody>
      </p:sp>
      <p:sp>
        <p:nvSpPr>
          <p:cNvPr id="20" name="TextBox 19"/>
          <p:cNvSpPr txBox="1"/>
          <p:nvPr/>
        </p:nvSpPr>
        <p:spPr>
          <a:xfrm>
            <a:off x="6688292" y="4823507"/>
            <a:ext cx="2463469" cy="542584"/>
          </a:xfrm>
          <a:prstGeom prst="rect">
            <a:avLst/>
          </a:prstGeom>
          <a:noFill/>
        </p:spPr>
        <p:txBody>
          <a:bodyPr wrap="square" rtlCol="0">
            <a:spAutoFit/>
          </a:bodyPr>
          <a:lstStyle/>
          <a:p>
            <a:pP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a:t>
            </a:r>
          </a:p>
        </p:txBody>
      </p:sp>
      <p:grpSp>
        <p:nvGrpSpPr>
          <p:cNvPr id="21" name="Group 20"/>
          <p:cNvGrpSpPr/>
          <p:nvPr/>
        </p:nvGrpSpPr>
        <p:grpSpPr>
          <a:xfrm>
            <a:off x="3245551" y="1897869"/>
            <a:ext cx="3414899" cy="3847521"/>
            <a:chOff x="4010612" y="1545021"/>
            <a:chExt cx="4201858" cy="4734177"/>
          </a:xfrm>
        </p:grpSpPr>
        <p:grpSp>
          <p:nvGrpSpPr>
            <p:cNvPr id="15" name="Group 14"/>
            <p:cNvGrpSpPr/>
            <p:nvPr/>
          </p:nvGrpSpPr>
          <p:grpSpPr>
            <a:xfrm>
              <a:off x="4010612" y="1545021"/>
              <a:ext cx="4201858" cy="4259212"/>
              <a:chOff x="3879850" y="1189038"/>
              <a:chExt cx="4419600" cy="4479926"/>
            </a:xfrm>
          </p:grpSpPr>
          <p:sp>
            <p:nvSpPr>
              <p:cNvPr id="1030" name="Freeform 6"/>
              <p:cNvSpPr>
                <a:spLocks/>
              </p:cNvSpPr>
              <p:nvPr/>
            </p:nvSpPr>
            <p:spPr bwMode="auto">
              <a:xfrm>
                <a:off x="6257925" y="3054351"/>
                <a:ext cx="1944688" cy="2430463"/>
              </a:xfrm>
              <a:custGeom>
                <a:avLst/>
                <a:gdLst/>
                <a:ahLst/>
                <a:cxnLst>
                  <a:cxn ang="0">
                    <a:pos x="10" y="0"/>
                  </a:cxn>
                  <a:cxn ang="0">
                    <a:pos x="40" y="2"/>
                  </a:cxn>
                  <a:cxn ang="0">
                    <a:pos x="87" y="5"/>
                  </a:cxn>
                  <a:cxn ang="0">
                    <a:pos x="148" y="10"/>
                  </a:cxn>
                  <a:cxn ang="0">
                    <a:pos x="222" y="18"/>
                  </a:cxn>
                  <a:cxn ang="0">
                    <a:pos x="306" y="30"/>
                  </a:cxn>
                  <a:cxn ang="0">
                    <a:pos x="397" y="46"/>
                  </a:cxn>
                  <a:cxn ang="0">
                    <a:pos x="495" y="66"/>
                  </a:cxn>
                  <a:cxn ang="0">
                    <a:pos x="595" y="92"/>
                  </a:cxn>
                  <a:cxn ang="0">
                    <a:pos x="696" y="123"/>
                  </a:cxn>
                  <a:cxn ang="0">
                    <a:pos x="796" y="162"/>
                  </a:cxn>
                  <a:cxn ang="0">
                    <a:pos x="891" y="206"/>
                  </a:cxn>
                  <a:cxn ang="0">
                    <a:pos x="982" y="259"/>
                  </a:cxn>
                  <a:cxn ang="0">
                    <a:pos x="1063" y="320"/>
                  </a:cxn>
                  <a:cxn ang="0">
                    <a:pos x="1134" y="390"/>
                  </a:cxn>
                  <a:cxn ang="0">
                    <a:pos x="1192" y="469"/>
                  </a:cxn>
                  <a:cxn ang="0">
                    <a:pos x="1219" y="522"/>
                  </a:cxn>
                  <a:cxn ang="0">
                    <a:pos x="1222" y="561"/>
                  </a:cxn>
                  <a:cxn ang="0">
                    <a:pos x="1225" y="583"/>
                  </a:cxn>
                  <a:cxn ang="0">
                    <a:pos x="1225" y="619"/>
                  </a:cxn>
                  <a:cxn ang="0">
                    <a:pos x="1219" y="652"/>
                  </a:cxn>
                  <a:cxn ang="0">
                    <a:pos x="1209" y="694"/>
                  </a:cxn>
                  <a:cxn ang="0">
                    <a:pos x="1193" y="744"/>
                  </a:cxn>
                  <a:cxn ang="0">
                    <a:pos x="1167" y="802"/>
                  </a:cxn>
                  <a:cxn ang="0">
                    <a:pos x="1131" y="867"/>
                  </a:cxn>
                  <a:cxn ang="0">
                    <a:pos x="1084" y="938"/>
                  </a:cxn>
                  <a:cxn ang="0">
                    <a:pos x="1021" y="1013"/>
                  </a:cxn>
                  <a:cxn ang="0">
                    <a:pos x="943" y="1094"/>
                  </a:cxn>
                  <a:cxn ang="0">
                    <a:pos x="849" y="1178"/>
                  </a:cxn>
                  <a:cxn ang="0">
                    <a:pos x="734" y="1264"/>
                  </a:cxn>
                  <a:cxn ang="0">
                    <a:pos x="598" y="1352"/>
                  </a:cxn>
                  <a:cxn ang="0">
                    <a:pos x="440" y="1441"/>
                  </a:cxn>
                  <a:cxn ang="0">
                    <a:pos x="257" y="1531"/>
                  </a:cxn>
                  <a:cxn ang="0">
                    <a:pos x="259" y="1521"/>
                  </a:cxn>
                  <a:cxn ang="0">
                    <a:pos x="265" y="1495"/>
                  </a:cxn>
                  <a:cxn ang="0">
                    <a:pos x="273" y="1454"/>
                  </a:cxn>
                  <a:cxn ang="0">
                    <a:pos x="283" y="1397"/>
                  </a:cxn>
                  <a:cxn ang="0">
                    <a:pos x="294" y="1330"/>
                  </a:cxn>
                  <a:cxn ang="0">
                    <a:pos x="304" y="1252"/>
                  </a:cxn>
                  <a:cxn ang="0">
                    <a:pos x="314" y="1165"/>
                  </a:cxn>
                  <a:cxn ang="0">
                    <a:pos x="324" y="1071"/>
                  </a:cxn>
                  <a:cxn ang="0">
                    <a:pos x="330" y="971"/>
                  </a:cxn>
                  <a:cxn ang="0">
                    <a:pos x="332" y="868"/>
                  </a:cxn>
                  <a:cxn ang="0">
                    <a:pos x="332" y="762"/>
                  </a:cxn>
                  <a:cxn ang="0">
                    <a:pos x="326" y="657"/>
                  </a:cxn>
                  <a:cxn ang="0">
                    <a:pos x="314" y="552"/>
                  </a:cxn>
                  <a:cxn ang="0">
                    <a:pos x="296" y="451"/>
                  </a:cxn>
                  <a:cxn ang="0">
                    <a:pos x="270" y="354"/>
                  </a:cxn>
                  <a:cxn ang="0">
                    <a:pos x="236" y="264"/>
                  </a:cxn>
                  <a:cxn ang="0">
                    <a:pos x="192" y="181"/>
                  </a:cxn>
                  <a:cxn ang="0">
                    <a:pos x="139" y="109"/>
                  </a:cxn>
                  <a:cxn ang="0">
                    <a:pos x="75" y="48"/>
                  </a:cxn>
                  <a:cxn ang="0">
                    <a:pos x="0" y="0"/>
                  </a:cxn>
                </a:cxnLst>
                <a:rect l="0" t="0" r="r" b="b"/>
                <a:pathLst>
                  <a:path w="1225" h="1531">
                    <a:moveTo>
                      <a:pt x="0" y="0"/>
                    </a:moveTo>
                    <a:lnTo>
                      <a:pt x="10" y="0"/>
                    </a:lnTo>
                    <a:lnTo>
                      <a:pt x="23" y="1"/>
                    </a:lnTo>
                    <a:lnTo>
                      <a:pt x="40" y="2"/>
                    </a:lnTo>
                    <a:lnTo>
                      <a:pt x="62" y="3"/>
                    </a:lnTo>
                    <a:lnTo>
                      <a:pt x="87" y="5"/>
                    </a:lnTo>
                    <a:lnTo>
                      <a:pt x="115" y="7"/>
                    </a:lnTo>
                    <a:lnTo>
                      <a:pt x="148" y="10"/>
                    </a:lnTo>
                    <a:lnTo>
                      <a:pt x="184" y="14"/>
                    </a:lnTo>
                    <a:lnTo>
                      <a:pt x="222" y="18"/>
                    </a:lnTo>
                    <a:lnTo>
                      <a:pt x="262" y="24"/>
                    </a:lnTo>
                    <a:lnTo>
                      <a:pt x="306" y="30"/>
                    </a:lnTo>
                    <a:lnTo>
                      <a:pt x="350" y="38"/>
                    </a:lnTo>
                    <a:lnTo>
                      <a:pt x="397" y="46"/>
                    </a:lnTo>
                    <a:lnTo>
                      <a:pt x="445" y="56"/>
                    </a:lnTo>
                    <a:lnTo>
                      <a:pt x="495" y="66"/>
                    </a:lnTo>
                    <a:lnTo>
                      <a:pt x="544" y="79"/>
                    </a:lnTo>
                    <a:lnTo>
                      <a:pt x="595" y="92"/>
                    </a:lnTo>
                    <a:lnTo>
                      <a:pt x="645" y="107"/>
                    </a:lnTo>
                    <a:lnTo>
                      <a:pt x="696" y="123"/>
                    </a:lnTo>
                    <a:lnTo>
                      <a:pt x="746" y="141"/>
                    </a:lnTo>
                    <a:lnTo>
                      <a:pt x="796" y="162"/>
                    </a:lnTo>
                    <a:lnTo>
                      <a:pt x="844" y="183"/>
                    </a:lnTo>
                    <a:lnTo>
                      <a:pt x="891" y="206"/>
                    </a:lnTo>
                    <a:lnTo>
                      <a:pt x="937" y="232"/>
                    </a:lnTo>
                    <a:lnTo>
                      <a:pt x="982" y="259"/>
                    </a:lnTo>
                    <a:lnTo>
                      <a:pt x="1024" y="288"/>
                    </a:lnTo>
                    <a:lnTo>
                      <a:pt x="1063" y="320"/>
                    </a:lnTo>
                    <a:lnTo>
                      <a:pt x="1101" y="354"/>
                    </a:lnTo>
                    <a:lnTo>
                      <a:pt x="1134" y="390"/>
                    </a:lnTo>
                    <a:lnTo>
                      <a:pt x="1166" y="428"/>
                    </a:lnTo>
                    <a:lnTo>
                      <a:pt x="1192" y="469"/>
                    </a:lnTo>
                    <a:lnTo>
                      <a:pt x="1216" y="512"/>
                    </a:lnTo>
                    <a:lnTo>
                      <a:pt x="1219" y="522"/>
                    </a:lnTo>
                    <a:lnTo>
                      <a:pt x="1220" y="534"/>
                    </a:lnTo>
                    <a:lnTo>
                      <a:pt x="1222" y="561"/>
                    </a:lnTo>
                    <a:lnTo>
                      <a:pt x="1223" y="574"/>
                    </a:lnTo>
                    <a:lnTo>
                      <a:pt x="1225" y="583"/>
                    </a:lnTo>
                    <a:lnTo>
                      <a:pt x="1225" y="606"/>
                    </a:lnTo>
                    <a:lnTo>
                      <a:pt x="1225" y="619"/>
                    </a:lnTo>
                    <a:lnTo>
                      <a:pt x="1222" y="635"/>
                    </a:lnTo>
                    <a:lnTo>
                      <a:pt x="1219" y="652"/>
                    </a:lnTo>
                    <a:lnTo>
                      <a:pt x="1215" y="671"/>
                    </a:lnTo>
                    <a:lnTo>
                      <a:pt x="1209" y="694"/>
                    </a:lnTo>
                    <a:lnTo>
                      <a:pt x="1202" y="718"/>
                    </a:lnTo>
                    <a:lnTo>
                      <a:pt x="1193" y="744"/>
                    </a:lnTo>
                    <a:lnTo>
                      <a:pt x="1181" y="772"/>
                    </a:lnTo>
                    <a:lnTo>
                      <a:pt x="1167" y="802"/>
                    </a:lnTo>
                    <a:lnTo>
                      <a:pt x="1150" y="834"/>
                    </a:lnTo>
                    <a:lnTo>
                      <a:pt x="1131" y="867"/>
                    </a:lnTo>
                    <a:lnTo>
                      <a:pt x="1109" y="901"/>
                    </a:lnTo>
                    <a:lnTo>
                      <a:pt x="1084" y="938"/>
                    </a:lnTo>
                    <a:lnTo>
                      <a:pt x="1054" y="975"/>
                    </a:lnTo>
                    <a:lnTo>
                      <a:pt x="1021" y="1013"/>
                    </a:lnTo>
                    <a:lnTo>
                      <a:pt x="984" y="1054"/>
                    </a:lnTo>
                    <a:lnTo>
                      <a:pt x="943" y="1094"/>
                    </a:lnTo>
                    <a:lnTo>
                      <a:pt x="898" y="1136"/>
                    </a:lnTo>
                    <a:lnTo>
                      <a:pt x="849" y="1178"/>
                    </a:lnTo>
                    <a:lnTo>
                      <a:pt x="794" y="1220"/>
                    </a:lnTo>
                    <a:lnTo>
                      <a:pt x="734" y="1264"/>
                    </a:lnTo>
                    <a:lnTo>
                      <a:pt x="669" y="1308"/>
                    </a:lnTo>
                    <a:lnTo>
                      <a:pt x="598" y="1352"/>
                    </a:lnTo>
                    <a:lnTo>
                      <a:pt x="522" y="1397"/>
                    </a:lnTo>
                    <a:lnTo>
                      <a:pt x="440" y="1441"/>
                    </a:lnTo>
                    <a:lnTo>
                      <a:pt x="352" y="1486"/>
                    </a:lnTo>
                    <a:lnTo>
                      <a:pt x="257" y="1531"/>
                    </a:lnTo>
                    <a:lnTo>
                      <a:pt x="258" y="1528"/>
                    </a:lnTo>
                    <a:lnTo>
                      <a:pt x="259" y="1521"/>
                    </a:lnTo>
                    <a:lnTo>
                      <a:pt x="262" y="1510"/>
                    </a:lnTo>
                    <a:lnTo>
                      <a:pt x="265" y="1495"/>
                    </a:lnTo>
                    <a:lnTo>
                      <a:pt x="268" y="1476"/>
                    </a:lnTo>
                    <a:lnTo>
                      <a:pt x="273" y="1454"/>
                    </a:lnTo>
                    <a:lnTo>
                      <a:pt x="278" y="1427"/>
                    </a:lnTo>
                    <a:lnTo>
                      <a:pt x="283" y="1397"/>
                    </a:lnTo>
                    <a:lnTo>
                      <a:pt x="288" y="1365"/>
                    </a:lnTo>
                    <a:lnTo>
                      <a:pt x="294" y="1330"/>
                    </a:lnTo>
                    <a:lnTo>
                      <a:pt x="299" y="1292"/>
                    </a:lnTo>
                    <a:lnTo>
                      <a:pt x="304" y="1252"/>
                    </a:lnTo>
                    <a:lnTo>
                      <a:pt x="310" y="1209"/>
                    </a:lnTo>
                    <a:lnTo>
                      <a:pt x="314" y="1165"/>
                    </a:lnTo>
                    <a:lnTo>
                      <a:pt x="320" y="1119"/>
                    </a:lnTo>
                    <a:lnTo>
                      <a:pt x="324" y="1071"/>
                    </a:lnTo>
                    <a:lnTo>
                      <a:pt x="327" y="1021"/>
                    </a:lnTo>
                    <a:lnTo>
                      <a:pt x="330" y="971"/>
                    </a:lnTo>
                    <a:lnTo>
                      <a:pt x="332" y="919"/>
                    </a:lnTo>
                    <a:lnTo>
                      <a:pt x="332" y="868"/>
                    </a:lnTo>
                    <a:lnTo>
                      <a:pt x="332" y="815"/>
                    </a:lnTo>
                    <a:lnTo>
                      <a:pt x="332" y="762"/>
                    </a:lnTo>
                    <a:lnTo>
                      <a:pt x="329" y="710"/>
                    </a:lnTo>
                    <a:lnTo>
                      <a:pt x="326" y="657"/>
                    </a:lnTo>
                    <a:lnTo>
                      <a:pt x="320" y="605"/>
                    </a:lnTo>
                    <a:lnTo>
                      <a:pt x="314" y="552"/>
                    </a:lnTo>
                    <a:lnTo>
                      <a:pt x="306" y="501"/>
                    </a:lnTo>
                    <a:lnTo>
                      <a:pt x="296" y="451"/>
                    </a:lnTo>
                    <a:lnTo>
                      <a:pt x="284" y="402"/>
                    </a:lnTo>
                    <a:lnTo>
                      <a:pt x="270" y="354"/>
                    </a:lnTo>
                    <a:lnTo>
                      <a:pt x="254" y="308"/>
                    </a:lnTo>
                    <a:lnTo>
                      <a:pt x="236" y="264"/>
                    </a:lnTo>
                    <a:lnTo>
                      <a:pt x="215" y="222"/>
                    </a:lnTo>
                    <a:lnTo>
                      <a:pt x="192" y="181"/>
                    </a:lnTo>
                    <a:lnTo>
                      <a:pt x="168" y="145"/>
                    </a:lnTo>
                    <a:lnTo>
                      <a:pt x="139" y="109"/>
                    </a:lnTo>
                    <a:lnTo>
                      <a:pt x="109" y="77"/>
                    </a:lnTo>
                    <a:lnTo>
                      <a:pt x="75" y="48"/>
                    </a:lnTo>
                    <a:lnTo>
                      <a:pt x="39" y="22"/>
                    </a:lnTo>
                    <a:lnTo>
                      <a:pt x="0" y="0"/>
                    </a:lnTo>
                    <a:close/>
                  </a:path>
                </a:pathLst>
              </a:custGeom>
              <a:solidFill>
                <a:srgbClr val="92D050">
                  <a:alpha val="70000"/>
                </a:srgbClr>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1" name="Freeform 7"/>
              <p:cNvSpPr>
                <a:spLocks/>
              </p:cNvSpPr>
              <p:nvPr/>
            </p:nvSpPr>
            <p:spPr bwMode="auto">
              <a:xfrm>
                <a:off x="3967163" y="1268413"/>
                <a:ext cx="2614613" cy="1898650"/>
              </a:xfrm>
              <a:custGeom>
                <a:avLst/>
                <a:gdLst/>
                <a:ahLst/>
                <a:cxnLst>
                  <a:cxn ang="0">
                    <a:pos x="1599" y="1"/>
                  </a:cxn>
                  <a:cxn ang="0">
                    <a:pos x="1634" y="12"/>
                  </a:cxn>
                  <a:cxn ang="0">
                    <a:pos x="1647" y="38"/>
                  </a:cxn>
                  <a:cxn ang="0">
                    <a:pos x="1632" y="79"/>
                  </a:cxn>
                  <a:cxn ang="0">
                    <a:pos x="1574" y="152"/>
                  </a:cxn>
                  <a:cxn ang="0">
                    <a:pos x="1464" y="283"/>
                  </a:cxn>
                  <a:cxn ang="0">
                    <a:pos x="1372" y="417"/>
                  </a:cxn>
                  <a:cxn ang="0">
                    <a:pos x="1317" y="529"/>
                  </a:cxn>
                  <a:cxn ang="0">
                    <a:pos x="1274" y="660"/>
                  </a:cxn>
                  <a:cxn ang="0">
                    <a:pos x="1246" y="815"/>
                  </a:cxn>
                  <a:cxn ang="0">
                    <a:pos x="1234" y="1002"/>
                  </a:cxn>
                  <a:cxn ang="0">
                    <a:pos x="1201" y="1016"/>
                  </a:cxn>
                  <a:cxn ang="0">
                    <a:pos x="1139" y="1042"/>
                  </a:cxn>
                  <a:cxn ang="0">
                    <a:pos x="1047" y="1076"/>
                  </a:cxn>
                  <a:cxn ang="0">
                    <a:pos x="933" y="1112"/>
                  </a:cxn>
                  <a:cxn ang="0">
                    <a:pos x="798" y="1147"/>
                  </a:cxn>
                  <a:cxn ang="0">
                    <a:pos x="647" y="1175"/>
                  </a:cxn>
                  <a:cxn ang="0">
                    <a:pos x="485" y="1193"/>
                  </a:cxn>
                  <a:cxn ang="0">
                    <a:pos x="322" y="1194"/>
                  </a:cxn>
                  <a:cxn ang="0">
                    <a:pos x="194" y="1174"/>
                  </a:cxn>
                  <a:cxn ang="0">
                    <a:pos x="99" y="1134"/>
                  </a:cxn>
                  <a:cxn ang="0">
                    <a:pos x="36" y="1078"/>
                  </a:cxn>
                  <a:cxn ang="0">
                    <a:pos x="4" y="1013"/>
                  </a:cxn>
                  <a:cxn ang="0">
                    <a:pos x="1" y="942"/>
                  </a:cxn>
                  <a:cxn ang="0">
                    <a:pos x="26" y="870"/>
                  </a:cxn>
                  <a:cxn ang="0">
                    <a:pos x="77" y="803"/>
                  </a:cxn>
                  <a:cxn ang="0">
                    <a:pos x="152" y="743"/>
                  </a:cxn>
                  <a:cxn ang="0">
                    <a:pos x="235" y="697"/>
                  </a:cxn>
                  <a:cxn ang="0">
                    <a:pos x="330" y="643"/>
                  </a:cxn>
                  <a:cxn ang="0">
                    <a:pos x="438" y="577"/>
                  </a:cxn>
                  <a:cxn ang="0">
                    <a:pos x="597" y="479"/>
                  </a:cxn>
                  <a:cxn ang="0">
                    <a:pos x="759" y="377"/>
                  </a:cxn>
                  <a:cxn ang="0">
                    <a:pos x="876" y="301"/>
                  </a:cxn>
                  <a:cxn ang="0">
                    <a:pos x="983" y="232"/>
                  </a:cxn>
                  <a:cxn ang="0">
                    <a:pos x="1076" y="172"/>
                  </a:cxn>
                  <a:cxn ang="0">
                    <a:pos x="1147" y="125"/>
                  </a:cxn>
                  <a:cxn ang="0">
                    <a:pos x="1194" y="95"/>
                  </a:cxn>
                  <a:cxn ang="0">
                    <a:pos x="1213" y="83"/>
                  </a:cxn>
                  <a:cxn ang="0">
                    <a:pos x="1235" y="76"/>
                  </a:cxn>
                  <a:cxn ang="0">
                    <a:pos x="1276" y="63"/>
                  </a:cxn>
                  <a:cxn ang="0">
                    <a:pos x="1331" y="46"/>
                  </a:cxn>
                  <a:cxn ang="0">
                    <a:pos x="1396" y="29"/>
                  </a:cxn>
                  <a:cxn ang="0">
                    <a:pos x="1464" y="13"/>
                  </a:cxn>
                  <a:cxn ang="0">
                    <a:pos x="1528" y="3"/>
                  </a:cxn>
                </a:cxnLst>
                <a:rect l="0" t="0" r="r" b="b"/>
                <a:pathLst>
                  <a:path w="1647" h="1196">
                    <a:moveTo>
                      <a:pt x="1567" y="0"/>
                    </a:moveTo>
                    <a:lnTo>
                      <a:pt x="1584" y="0"/>
                    </a:lnTo>
                    <a:lnTo>
                      <a:pt x="1599" y="1"/>
                    </a:lnTo>
                    <a:lnTo>
                      <a:pt x="1613" y="4"/>
                    </a:lnTo>
                    <a:lnTo>
                      <a:pt x="1625" y="7"/>
                    </a:lnTo>
                    <a:lnTo>
                      <a:pt x="1634" y="12"/>
                    </a:lnTo>
                    <a:lnTo>
                      <a:pt x="1641" y="19"/>
                    </a:lnTo>
                    <a:lnTo>
                      <a:pt x="1646" y="28"/>
                    </a:lnTo>
                    <a:lnTo>
                      <a:pt x="1647" y="38"/>
                    </a:lnTo>
                    <a:lnTo>
                      <a:pt x="1646" y="49"/>
                    </a:lnTo>
                    <a:lnTo>
                      <a:pt x="1640" y="64"/>
                    </a:lnTo>
                    <a:lnTo>
                      <a:pt x="1632" y="79"/>
                    </a:lnTo>
                    <a:lnTo>
                      <a:pt x="1619" y="97"/>
                    </a:lnTo>
                    <a:lnTo>
                      <a:pt x="1603" y="118"/>
                    </a:lnTo>
                    <a:lnTo>
                      <a:pt x="1574" y="152"/>
                    </a:lnTo>
                    <a:lnTo>
                      <a:pt x="1545" y="185"/>
                    </a:lnTo>
                    <a:lnTo>
                      <a:pt x="1490" y="250"/>
                    </a:lnTo>
                    <a:lnTo>
                      <a:pt x="1464" y="283"/>
                    </a:lnTo>
                    <a:lnTo>
                      <a:pt x="1440" y="315"/>
                    </a:lnTo>
                    <a:lnTo>
                      <a:pt x="1393" y="382"/>
                    </a:lnTo>
                    <a:lnTo>
                      <a:pt x="1372" y="417"/>
                    </a:lnTo>
                    <a:lnTo>
                      <a:pt x="1352" y="453"/>
                    </a:lnTo>
                    <a:lnTo>
                      <a:pt x="1334" y="490"/>
                    </a:lnTo>
                    <a:lnTo>
                      <a:pt x="1317" y="529"/>
                    </a:lnTo>
                    <a:lnTo>
                      <a:pt x="1300" y="571"/>
                    </a:lnTo>
                    <a:lnTo>
                      <a:pt x="1287" y="614"/>
                    </a:lnTo>
                    <a:lnTo>
                      <a:pt x="1274" y="660"/>
                    </a:lnTo>
                    <a:lnTo>
                      <a:pt x="1263" y="709"/>
                    </a:lnTo>
                    <a:lnTo>
                      <a:pt x="1253" y="760"/>
                    </a:lnTo>
                    <a:lnTo>
                      <a:pt x="1246" y="815"/>
                    </a:lnTo>
                    <a:lnTo>
                      <a:pt x="1240" y="874"/>
                    </a:lnTo>
                    <a:lnTo>
                      <a:pt x="1235" y="936"/>
                    </a:lnTo>
                    <a:lnTo>
                      <a:pt x="1234" y="1002"/>
                    </a:lnTo>
                    <a:lnTo>
                      <a:pt x="1225" y="1006"/>
                    </a:lnTo>
                    <a:lnTo>
                      <a:pt x="1216" y="1010"/>
                    </a:lnTo>
                    <a:lnTo>
                      <a:pt x="1201" y="1016"/>
                    </a:lnTo>
                    <a:lnTo>
                      <a:pt x="1184" y="1024"/>
                    </a:lnTo>
                    <a:lnTo>
                      <a:pt x="1163" y="1033"/>
                    </a:lnTo>
                    <a:lnTo>
                      <a:pt x="1139" y="1042"/>
                    </a:lnTo>
                    <a:lnTo>
                      <a:pt x="1111" y="1053"/>
                    </a:lnTo>
                    <a:lnTo>
                      <a:pt x="1081" y="1064"/>
                    </a:lnTo>
                    <a:lnTo>
                      <a:pt x="1047" y="1076"/>
                    </a:lnTo>
                    <a:lnTo>
                      <a:pt x="1011" y="1088"/>
                    </a:lnTo>
                    <a:lnTo>
                      <a:pt x="973" y="1100"/>
                    </a:lnTo>
                    <a:lnTo>
                      <a:pt x="933" y="1112"/>
                    </a:lnTo>
                    <a:lnTo>
                      <a:pt x="889" y="1124"/>
                    </a:lnTo>
                    <a:lnTo>
                      <a:pt x="845" y="1136"/>
                    </a:lnTo>
                    <a:lnTo>
                      <a:pt x="798" y="1147"/>
                    </a:lnTo>
                    <a:lnTo>
                      <a:pt x="749" y="1158"/>
                    </a:lnTo>
                    <a:lnTo>
                      <a:pt x="699" y="1167"/>
                    </a:lnTo>
                    <a:lnTo>
                      <a:pt x="647" y="1175"/>
                    </a:lnTo>
                    <a:lnTo>
                      <a:pt x="594" y="1183"/>
                    </a:lnTo>
                    <a:lnTo>
                      <a:pt x="540" y="1188"/>
                    </a:lnTo>
                    <a:lnTo>
                      <a:pt x="485" y="1193"/>
                    </a:lnTo>
                    <a:lnTo>
                      <a:pt x="429" y="1195"/>
                    </a:lnTo>
                    <a:lnTo>
                      <a:pt x="372" y="1196"/>
                    </a:lnTo>
                    <a:lnTo>
                      <a:pt x="322" y="1194"/>
                    </a:lnTo>
                    <a:lnTo>
                      <a:pt x="275" y="1190"/>
                    </a:lnTo>
                    <a:lnTo>
                      <a:pt x="232" y="1183"/>
                    </a:lnTo>
                    <a:lnTo>
                      <a:pt x="194" y="1174"/>
                    </a:lnTo>
                    <a:lnTo>
                      <a:pt x="158" y="1162"/>
                    </a:lnTo>
                    <a:lnTo>
                      <a:pt x="126" y="1148"/>
                    </a:lnTo>
                    <a:lnTo>
                      <a:pt x="99" y="1134"/>
                    </a:lnTo>
                    <a:lnTo>
                      <a:pt x="74" y="1116"/>
                    </a:lnTo>
                    <a:lnTo>
                      <a:pt x="54" y="1098"/>
                    </a:lnTo>
                    <a:lnTo>
                      <a:pt x="36" y="1078"/>
                    </a:lnTo>
                    <a:lnTo>
                      <a:pt x="22" y="1057"/>
                    </a:lnTo>
                    <a:lnTo>
                      <a:pt x="12" y="1035"/>
                    </a:lnTo>
                    <a:lnTo>
                      <a:pt x="4" y="1013"/>
                    </a:lnTo>
                    <a:lnTo>
                      <a:pt x="1" y="990"/>
                    </a:lnTo>
                    <a:lnTo>
                      <a:pt x="0" y="966"/>
                    </a:lnTo>
                    <a:lnTo>
                      <a:pt x="1" y="942"/>
                    </a:lnTo>
                    <a:lnTo>
                      <a:pt x="7" y="918"/>
                    </a:lnTo>
                    <a:lnTo>
                      <a:pt x="15" y="894"/>
                    </a:lnTo>
                    <a:lnTo>
                      <a:pt x="26" y="870"/>
                    </a:lnTo>
                    <a:lnTo>
                      <a:pt x="40" y="847"/>
                    </a:lnTo>
                    <a:lnTo>
                      <a:pt x="57" y="824"/>
                    </a:lnTo>
                    <a:lnTo>
                      <a:pt x="77" y="803"/>
                    </a:lnTo>
                    <a:lnTo>
                      <a:pt x="99" y="781"/>
                    </a:lnTo>
                    <a:lnTo>
                      <a:pt x="124" y="762"/>
                    </a:lnTo>
                    <a:lnTo>
                      <a:pt x="152" y="743"/>
                    </a:lnTo>
                    <a:lnTo>
                      <a:pt x="182" y="726"/>
                    </a:lnTo>
                    <a:lnTo>
                      <a:pt x="207" y="712"/>
                    </a:lnTo>
                    <a:lnTo>
                      <a:pt x="235" y="697"/>
                    </a:lnTo>
                    <a:lnTo>
                      <a:pt x="265" y="680"/>
                    </a:lnTo>
                    <a:lnTo>
                      <a:pt x="296" y="662"/>
                    </a:lnTo>
                    <a:lnTo>
                      <a:pt x="330" y="643"/>
                    </a:lnTo>
                    <a:lnTo>
                      <a:pt x="365" y="621"/>
                    </a:lnTo>
                    <a:lnTo>
                      <a:pt x="400" y="600"/>
                    </a:lnTo>
                    <a:lnTo>
                      <a:pt x="438" y="577"/>
                    </a:lnTo>
                    <a:lnTo>
                      <a:pt x="477" y="554"/>
                    </a:lnTo>
                    <a:lnTo>
                      <a:pt x="556" y="504"/>
                    </a:lnTo>
                    <a:lnTo>
                      <a:pt x="597" y="479"/>
                    </a:lnTo>
                    <a:lnTo>
                      <a:pt x="637" y="454"/>
                    </a:lnTo>
                    <a:lnTo>
                      <a:pt x="719" y="402"/>
                    </a:lnTo>
                    <a:lnTo>
                      <a:pt x="759" y="377"/>
                    </a:lnTo>
                    <a:lnTo>
                      <a:pt x="799" y="351"/>
                    </a:lnTo>
                    <a:lnTo>
                      <a:pt x="838" y="326"/>
                    </a:lnTo>
                    <a:lnTo>
                      <a:pt x="876" y="301"/>
                    </a:lnTo>
                    <a:lnTo>
                      <a:pt x="913" y="278"/>
                    </a:lnTo>
                    <a:lnTo>
                      <a:pt x="949" y="254"/>
                    </a:lnTo>
                    <a:lnTo>
                      <a:pt x="983" y="232"/>
                    </a:lnTo>
                    <a:lnTo>
                      <a:pt x="1016" y="212"/>
                    </a:lnTo>
                    <a:lnTo>
                      <a:pt x="1047" y="191"/>
                    </a:lnTo>
                    <a:lnTo>
                      <a:pt x="1076" y="172"/>
                    </a:lnTo>
                    <a:lnTo>
                      <a:pt x="1102" y="155"/>
                    </a:lnTo>
                    <a:lnTo>
                      <a:pt x="1126" y="140"/>
                    </a:lnTo>
                    <a:lnTo>
                      <a:pt x="1147" y="125"/>
                    </a:lnTo>
                    <a:lnTo>
                      <a:pt x="1166" y="113"/>
                    </a:lnTo>
                    <a:lnTo>
                      <a:pt x="1182" y="103"/>
                    </a:lnTo>
                    <a:lnTo>
                      <a:pt x="1194" y="95"/>
                    </a:lnTo>
                    <a:lnTo>
                      <a:pt x="1204" y="89"/>
                    </a:lnTo>
                    <a:lnTo>
                      <a:pt x="1210" y="84"/>
                    </a:lnTo>
                    <a:lnTo>
                      <a:pt x="1213" y="83"/>
                    </a:lnTo>
                    <a:lnTo>
                      <a:pt x="1217" y="82"/>
                    </a:lnTo>
                    <a:lnTo>
                      <a:pt x="1224" y="79"/>
                    </a:lnTo>
                    <a:lnTo>
                      <a:pt x="1235" y="76"/>
                    </a:lnTo>
                    <a:lnTo>
                      <a:pt x="1246" y="72"/>
                    </a:lnTo>
                    <a:lnTo>
                      <a:pt x="1260" y="67"/>
                    </a:lnTo>
                    <a:lnTo>
                      <a:pt x="1276" y="63"/>
                    </a:lnTo>
                    <a:lnTo>
                      <a:pt x="1293" y="58"/>
                    </a:lnTo>
                    <a:lnTo>
                      <a:pt x="1311" y="52"/>
                    </a:lnTo>
                    <a:lnTo>
                      <a:pt x="1331" y="46"/>
                    </a:lnTo>
                    <a:lnTo>
                      <a:pt x="1352" y="41"/>
                    </a:lnTo>
                    <a:lnTo>
                      <a:pt x="1374" y="35"/>
                    </a:lnTo>
                    <a:lnTo>
                      <a:pt x="1396" y="29"/>
                    </a:lnTo>
                    <a:lnTo>
                      <a:pt x="1418" y="24"/>
                    </a:lnTo>
                    <a:lnTo>
                      <a:pt x="1441" y="18"/>
                    </a:lnTo>
                    <a:lnTo>
                      <a:pt x="1464" y="13"/>
                    </a:lnTo>
                    <a:lnTo>
                      <a:pt x="1486" y="9"/>
                    </a:lnTo>
                    <a:lnTo>
                      <a:pt x="1507" y="6"/>
                    </a:lnTo>
                    <a:lnTo>
                      <a:pt x="1528" y="3"/>
                    </a:lnTo>
                    <a:lnTo>
                      <a:pt x="1548" y="1"/>
                    </a:lnTo>
                    <a:lnTo>
                      <a:pt x="1567" y="0"/>
                    </a:lnTo>
                    <a:close/>
                  </a:path>
                </a:pathLst>
              </a:custGeom>
              <a:solidFill>
                <a:srgbClr val="FF0000">
                  <a:alpha val="70000"/>
                </a:srgbClr>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2" name="Freeform 8"/>
              <p:cNvSpPr>
                <a:spLocks/>
              </p:cNvSpPr>
              <p:nvPr/>
            </p:nvSpPr>
            <p:spPr bwMode="auto">
              <a:xfrm>
                <a:off x="3965575" y="1189038"/>
                <a:ext cx="2611438" cy="1570038"/>
              </a:xfrm>
              <a:custGeom>
                <a:avLst/>
                <a:gdLst/>
                <a:ahLst/>
                <a:cxnLst>
                  <a:cxn ang="0">
                    <a:pos x="1413" y="2"/>
                  </a:cxn>
                  <a:cxn ang="0">
                    <a:pos x="1498" y="10"/>
                  </a:cxn>
                  <a:cxn ang="0">
                    <a:pos x="1565" y="25"/>
                  </a:cxn>
                  <a:cxn ang="0">
                    <a:pos x="1613" y="43"/>
                  </a:cxn>
                  <a:cxn ang="0">
                    <a:pos x="1640" y="62"/>
                  </a:cxn>
                  <a:cxn ang="0">
                    <a:pos x="1644" y="73"/>
                  </a:cxn>
                  <a:cxn ang="0">
                    <a:pos x="1635" y="71"/>
                  </a:cxn>
                  <a:cxn ang="0">
                    <a:pos x="1593" y="70"/>
                  </a:cxn>
                  <a:cxn ang="0">
                    <a:pos x="1561" y="74"/>
                  </a:cxn>
                  <a:cxn ang="0">
                    <a:pos x="1523" y="81"/>
                  </a:cxn>
                  <a:cxn ang="0">
                    <a:pos x="1482" y="95"/>
                  </a:cxn>
                  <a:cxn ang="0">
                    <a:pos x="1436" y="115"/>
                  </a:cxn>
                  <a:cxn ang="0">
                    <a:pos x="1388" y="145"/>
                  </a:cxn>
                  <a:cxn ang="0">
                    <a:pos x="1336" y="185"/>
                  </a:cxn>
                  <a:cxn ang="0">
                    <a:pos x="1283" y="236"/>
                  </a:cxn>
                  <a:cxn ang="0">
                    <a:pos x="1230" y="300"/>
                  </a:cxn>
                  <a:cxn ang="0">
                    <a:pos x="1178" y="379"/>
                  </a:cxn>
                  <a:cxn ang="0">
                    <a:pos x="1127" y="473"/>
                  </a:cxn>
                  <a:cxn ang="0">
                    <a:pos x="1077" y="585"/>
                  </a:cxn>
                  <a:cxn ang="0">
                    <a:pos x="1031" y="715"/>
                  </a:cxn>
                  <a:cxn ang="0">
                    <a:pos x="989" y="865"/>
                  </a:cxn>
                  <a:cxn ang="0">
                    <a:pos x="980" y="862"/>
                  </a:cxn>
                  <a:cxn ang="0">
                    <a:pos x="954" y="854"/>
                  </a:cxn>
                  <a:cxn ang="0">
                    <a:pos x="914" y="843"/>
                  </a:cxn>
                  <a:cxn ang="0">
                    <a:pos x="861" y="830"/>
                  </a:cxn>
                  <a:cxn ang="0">
                    <a:pos x="798" y="815"/>
                  </a:cxn>
                  <a:cxn ang="0">
                    <a:pos x="726" y="802"/>
                  </a:cxn>
                  <a:cxn ang="0">
                    <a:pos x="648" y="792"/>
                  </a:cxn>
                  <a:cxn ang="0">
                    <a:pos x="563" y="786"/>
                  </a:cxn>
                  <a:cxn ang="0">
                    <a:pos x="477" y="786"/>
                  </a:cxn>
                  <a:cxn ang="0">
                    <a:pos x="389" y="793"/>
                  </a:cxn>
                  <a:cxn ang="0">
                    <a:pos x="301" y="808"/>
                  </a:cxn>
                  <a:cxn ang="0">
                    <a:pos x="217" y="835"/>
                  </a:cxn>
                  <a:cxn ang="0">
                    <a:pos x="137" y="872"/>
                  </a:cxn>
                  <a:cxn ang="0">
                    <a:pos x="64" y="924"/>
                  </a:cxn>
                  <a:cxn ang="0">
                    <a:pos x="0" y="989"/>
                  </a:cxn>
                  <a:cxn ang="0">
                    <a:pos x="2" y="979"/>
                  </a:cxn>
                  <a:cxn ang="0">
                    <a:pos x="11" y="951"/>
                  </a:cxn>
                  <a:cxn ang="0">
                    <a:pos x="25" y="907"/>
                  </a:cxn>
                  <a:cxn ang="0">
                    <a:pos x="49" y="849"/>
                  </a:cxn>
                  <a:cxn ang="0">
                    <a:pos x="81" y="781"/>
                  </a:cxn>
                  <a:cxn ang="0">
                    <a:pos x="123" y="704"/>
                  </a:cxn>
                  <a:cxn ang="0">
                    <a:pos x="177" y="620"/>
                  </a:cxn>
                  <a:cxn ang="0">
                    <a:pos x="243" y="533"/>
                  </a:cxn>
                  <a:cxn ang="0">
                    <a:pos x="321" y="445"/>
                  </a:cxn>
                  <a:cxn ang="0">
                    <a:pos x="415" y="357"/>
                  </a:cxn>
                  <a:cxn ang="0">
                    <a:pos x="525" y="274"/>
                  </a:cxn>
                  <a:cxn ang="0">
                    <a:pos x="650" y="196"/>
                  </a:cxn>
                  <a:cxn ang="0">
                    <a:pos x="798" y="123"/>
                  </a:cxn>
                  <a:cxn ang="0">
                    <a:pos x="940" y="70"/>
                  </a:cxn>
                  <a:cxn ang="0">
                    <a:pos x="1075" y="33"/>
                  </a:cxn>
                  <a:cxn ang="0">
                    <a:pos x="1200" y="11"/>
                  </a:cxn>
                  <a:cxn ang="0">
                    <a:pos x="1313" y="1"/>
                  </a:cxn>
                </a:cxnLst>
                <a:rect l="0" t="0" r="r" b="b"/>
                <a:pathLst>
                  <a:path w="1645" h="989">
                    <a:moveTo>
                      <a:pt x="1365" y="0"/>
                    </a:moveTo>
                    <a:lnTo>
                      <a:pt x="1413" y="2"/>
                    </a:lnTo>
                    <a:lnTo>
                      <a:pt x="1458" y="5"/>
                    </a:lnTo>
                    <a:lnTo>
                      <a:pt x="1498" y="10"/>
                    </a:lnTo>
                    <a:lnTo>
                      <a:pt x="1534" y="16"/>
                    </a:lnTo>
                    <a:lnTo>
                      <a:pt x="1565" y="25"/>
                    </a:lnTo>
                    <a:lnTo>
                      <a:pt x="1592" y="33"/>
                    </a:lnTo>
                    <a:lnTo>
                      <a:pt x="1613" y="43"/>
                    </a:lnTo>
                    <a:lnTo>
                      <a:pt x="1629" y="53"/>
                    </a:lnTo>
                    <a:lnTo>
                      <a:pt x="1640" y="62"/>
                    </a:lnTo>
                    <a:lnTo>
                      <a:pt x="1645" y="73"/>
                    </a:lnTo>
                    <a:lnTo>
                      <a:pt x="1644" y="73"/>
                    </a:lnTo>
                    <a:lnTo>
                      <a:pt x="1641" y="72"/>
                    </a:lnTo>
                    <a:lnTo>
                      <a:pt x="1635" y="71"/>
                    </a:lnTo>
                    <a:lnTo>
                      <a:pt x="1627" y="70"/>
                    </a:lnTo>
                    <a:lnTo>
                      <a:pt x="1593" y="70"/>
                    </a:lnTo>
                    <a:lnTo>
                      <a:pt x="1577" y="72"/>
                    </a:lnTo>
                    <a:lnTo>
                      <a:pt x="1561" y="74"/>
                    </a:lnTo>
                    <a:lnTo>
                      <a:pt x="1543" y="77"/>
                    </a:lnTo>
                    <a:lnTo>
                      <a:pt x="1523" y="81"/>
                    </a:lnTo>
                    <a:lnTo>
                      <a:pt x="1504" y="87"/>
                    </a:lnTo>
                    <a:lnTo>
                      <a:pt x="1482" y="95"/>
                    </a:lnTo>
                    <a:lnTo>
                      <a:pt x="1459" y="104"/>
                    </a:lnTo>
                    <a:lnTo>
                      <a:pt x="1436" y="115"/>
                    </a:lnTo>
                    <a:lnTo>
                      <a:pt x="1412" y="129"/>
                    </a:lnTo>
                    <a:lnTo>
                      <a:pt x="1388" y="145"/>
                    </a:lnTo>
                    <a:lnTo>
                      <a:pt x="1362" y="163"/>
                    </a:lnTo>
                    <a:lnTo>
                      <a:pt x="1336" y="185"/>
                    </a:lnTo>
                    <a:lnTo>
                      <a:pt x="1310" y="209"/>
                    </a:lnTo>
                    <a:lnTo>
                      <a:pt x="1283" y="236"/>
                    </a:lnTo>
                    <a:lnTo>
                      <a:pt x="1257" y="266"/>
                    </a:lnTo>
                    <a:lnTo>
                      <a:pt x="1230" y="300"/>
                    </a:lnTo>
                    <a:lnTo>
                      <a:pt x="1204" y="337"/>
                    </a:lnTo>
                    <a:lnTo>
                      <a:pt x="1178" y="379"/>
                    </a:lnTo>
                    <a:lnTo>
                      <a:pt x="1152" y="423"/>
                    </a:lnTo>
                    <a:lnTo>
                      <a:pt x="1127" y="473"/>
                    </a:lnTo>
                    <a:lnTo>
                      <a:pt x="1101" y="527"/>
                    </a:lnTo>
                    <a:lnTo>
                      <a:pt x="1077" y="585"/>
                    </a:lnTo>
                    <a:lnTo>
                      <a:pt x="1053" y="647"/>
                    </a:lnTo>
                    <a:lnTo>
                      <a:pt x="1031" y="715"/>
                    </a:lnTo>
                    <a:lnTo>
                      <a:pt x="1009" y="788"/>
                    </a:lnTo>
                    <a:lnTo>
                      <a:pt x="989" y="865"/>
                    </a:lnTo>
                    <a:lnTo>
                      <a:pt x="986" y="865"/>
                    </a:lnTo>
                    <a:lnTo>
                      <a:pt x="980" y="862"/>
                    </a:lnTo>
                    <a:lnTo>
                      <a:pt x="969" y="859"/>
                    </a:lnTo>
                    <a:lnTo>
                      <a:pt x="954" y="854"/>
                    </a:lnTo>
                    <a:lnTo>
                      <a:pt x="936" y="849"/>
                    </a:lnTo>
                    <a:lnTo>
                      <a:pt x="914" y="843"/>
                    </a:lnTo>
                    <a:lnTo>
                      <a:pt x="889" y="836"/>
                    </a:lnTo>
                    <a:lnTo>
                      <a:pt x="861" y="830"/>
                    </a:lnTo>
                    <a:lnTo>
                      <a:pt x="831" y="822"/>
                    </a:lnTo>
                    <a:lnTo>
                      <a:pt x="798" y="815"/>
                    </a:lnTo>
                    <a:lnTo>
                      <a:pt x="763" y="809"/>
                    </a:lnTo>
                    <a:lnTo>
                      <a:pt x="726" y="802"/>
                    </a:lnTo>
                    <a:lnTo>
                      <a:pt x="688" y="797"/>
                    </a:lnTo>
                    <a:lnTo>
                      <a:pt x="648" y="792"/>
                    </a:lnTo>
                    <a:lnTo>
                      <a:pt x="606" y="788"/>
                    </a:lnTo>
                    <a:lnTo>
                      <a:pt x="563" y="786"/>
                    </a:lnTo>
                    <a:lnTo>
                      <a:pt x="520" y="785"/>
                    </a:lnTo>
                    <a:lnTo>
                      <a:pt x="477" y="786"/>
                    </a:lnTo>
                    <a:lnTo>
                      <a:pt x="432" y="788"/>
                    </a:lnTo>
                    <a:lnTo>
                      <a:pt x="389" y="793"/>
                    </a:lnTo>
                    <a:lnTo>
                      <a:pt x="344" y="800"/>
                    </a:lnTo>
                    <a:lnTo>
                      <a:pt x="301" y="808"/>
                    </a:lnTo>
                    <a:lnTo>
                      <a:pt x="259" y="820"/>
                    </a:lnTo>
                    <a:lnTo>
                      <a:pt x="217" y="835"/>
                    </a:lnTo>
                    <a:lnTo>
                      <a:pt x="177" y="852"/>
                    </a:lnTo>
                    <a:lnTo>
                      <a:pt x="137" y="872"/>
                    </a:lnTo>
                    <a:lnTo>
                      <a:pt x="100" y="896"/>
                    </a:lnTo>
                    <a:lnTo>
                      <a:pt x="64" y="924"/>
                    </a:lnTo>
                    <a:lnTo>
                      <a:pt x="31" y="954"/>
                    </a:lnTo>
                    <a:lnTo>
                      <a:pt x="0" y="989"/>
                    </a:lnTo>
                    <a:lnTo>
                      <a:pt x="1" y="987"/>
                    </a:lnTo>
                    <a:lnTo>
                      <a:pt x="2" y="979"/>
                    </a:lnTo>
                    <a:lnTo>
                      <a:pt x="6" y="967"/>
                    </a:lnTo>
                    <a:lnTo>
                      <a:pt x="11" y="951"/>
                    </a:lnTo>
                    <a:lnTo>
                      <a:pt x="17" y="931"/>
                    </a:lnTo>
                    <a:lnTo>
                      <a:pt x="25" y="907"/>
                    </a:lnTo>
                    <a:lnTo>
                      <a:pt x="37" y="880"/>
                    </a:lnTo>
                    <a:lnTo>
                      <a:pt x="49" y="849"/>
                    </a:lnTo>
                    <a:lnTo>
                      <a:pt x="64" y="817"/>
                    </a:lnTo>
                    <a:lnTo>
                      <a:pt x="81" y="781"/>
                    </a:lnTo>
                    <a:lnTo>
                      <a:pt x="101" y="743"/>
                    </a:lnTo>
                    <a:lnTo>
                      <a:pt x="123" y="704"/>
                    </a:lnTo>
                    <a:lnTo>
                      <a:pt x="149" y="663"/>
                    </a:lnTo>
                    <a:lnTo>
                      <a:pt x="177" y="620"/>
                    </a:lnTo>
                    <a:lnTo>
                      <a:pt x="207" y="577"/>
                    </a:lnTo>
                    <a:lnTo>
                      <a:pt x="243" y="533"/>
                    </a:lnTo>
                    <a:lnTo>
                      <a:pt x="280" y="489"/>
                    </a:lnTo>
                    <a:lnTo>
                      <a:pt x="321" y="445"/>
                    </a:lnTo>
                    <a:lnTo>
                      <a:pt x="366" y="401"/>
                    </a:lnTo>
                    <a:lnTo>
                      <a:pt x="415" y="357"/>
                    </a:lnTo>
                    <a:lnTo>
                      <a:pt x="467" y="315"/>
                    </a:lnTo>
                    <a:lnTo>
                      <a:pt x="525" y="274"/>
                    </a:lnTo>
                    <a:lnTo>
                      <a:pt x="585" y="233"/>
                    </a:lnTo>
                    <a:lnTo>
                      <a:pt x="650" y="196"/>
                    </a:lnTo>
                    <a:lnTo>
                      <a:pt x="724" y="157"/>
                    </a:lnTo>
                    <a:lnTo>
                      <a:pt x="798" y="123"/>
                    </a:lnTo>
                    <a:lnTo>
                      <a:pt x="870" y="94"/>
                    </a:lnTo>
                    <a:lnTo>
                      <a:pt x="940" y="70"/>
                    </a:lnTo>
                    <a:lnTo>
                      <a:pt x="1008" y="50"/>
                    </a:lnTo>
                    <a:lnTo>
                      <a:pt x="1075" y="33"/>
                    </a:lnTo>
                    <a:lnTo>
                      <a:pt x="1138" y="21"/>
                    </a:lnTo>
                    <a:lnTo>
                      <a:pt x="1200" y="11"/>
                    </a:lnTo>
                    <a:lnTo>
                      <a:pt x="1258" y="4"/>
                    </a:lnTo>
                    <a:lnTo>
                      <a:pt x="1313" y="1"/>
                    </a:lnTo>
                    <a:lnTo>
                      <a:pt x="1365" y="0"/>
                    </a:lnTo>
                    <a:close/>
                  </a:path>
                </a:pathLst>
              </a:cu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3" name="Freeform 9"/>
              <p:cNvSpPr>
                <a:spLocks/>
              </p:cNvSpPr>
              <p:nvPr/>
            </p:nvSpPr>
            <p:spPr bwMode="auto">
              <a:xfrm>
                <a:off x="6134100" y="1428751"/>
                <a:ext cx="1630363" cy="1695450"/>
              </a:xfrm>
              <a:custGeom>
                <a:avLst/>
                <a:gdLst/>
                <a:ahLst/>
                <a:cxnLst>
                  <a:cxn ang="0">
                    <a:pos x="513" y="0"/>
                  </a:cxn>
                  <a:cxn ang="0">
                    <a:pos x="519" y="3"/>
                  </a:cxn>
                  <a:cxn ang="0">
                    <a:pos x="536" y="12"/>
                  </a:cxn>
                  <a:cxn ang="0">
                    <a:pos x="563" y="28"/>
                  </a:cxn>
                  <a:cxn ang="0">
                    <a:pos x="596" y="50"/>
                  </a:cxn>
                  <a:cxn ang="0">
                    <a:pos x="636" y="79"/>
                  </a:cxn>
                  <a:cxn ang="0">
                    <a:pos x="681" y="116"/>
                  </a:cxn>
                  <a:cxn ang="0">
                    <a:pos x="729" y="161"/>
                  </a:cxn>
                  <a:cxn ang="0">
                    <a:pos x="778" y="215"/>
                  </a:cxn>
                  <a:cxn ang="0">
                    <a:pos x="827" y="277"/>
                  </a:cxn>
                  <a:cxn ang="0">
                    <a:pos x="874" y="349"/>
                  </a:cxn>
                  <a:cxn ang="0">
                    <a:pos x="917" y="431"/>
                  </a:cxn>
                  <a:cxn ang="0">
                    <a:pos x="955" y="521"/>
                  </a:cxn>
                  <a:cxn ang="0">
                    <a:pos x="987" y="623"/>
                  </a:cxn>
                  <a:cxn ang="0">
                    <a:pos x="1010" y="736"/>
                  </a:cxn>
                  <a:cxn ang="0">
                    <a:pos x="1024" y="860"/>
                  </a:cxn>
                  <a:cxn ang="0">
                    <a:pos x="1026" y="996"/>
                  </a:cxn>
                  <a:cxn ang="0">
                    <a:pos x="1022" y="1067"/>
                  </a:cxn>
                  <a:cxn ang="0">
                    <a:pos x="1018" y="1061"/>
                  </a:cxn>
                  <a:cxn ang="0">
                    <a:pos x="1010" y="1050"/>
                  </a:cxn>
                  <a:cxn ang="0">
                    <a:pos x="998" y="1035"/>
                  </a:cxn>
                  <a:cxn ang="0">
                    <a:pos x="978" y="1017"/>
                  </a:cxn>
                  <a:cxn ang="0">
                    <a:pos x="951" y="997"/>
                  </a:cxn>
                  <a:cxn ang="0">
                    <a:pos x="916" y="975"/>
                  </a:cxn>
                  <a:cxn ang="0">
                    <a:pos x="873" y="954"/>
                  </a:cxn>
                  <a:cxn ang="0">
                    <a:pos x="819" y="933"/>
                  </a:cxn>
                  <a:cxn ang="0">
                    <a:pos x="754" y="914"/>
                  </a:cxn>
                  <a:cxn ang="0">
                    <a:pos x="677" y="897"/>
                  </a:cxn>
                  <a:cxn ang="0">
                    <a:pos x="587" y="885"/>
                  </a:cxn>
                  <a:cxn ang="0">
                    <a:pos x="484" y="876"/>
                  </a:cxn>
                  <a:cxn ang="0">
                    <a:pos x="366" y="873"/>
                  </a:cxn>
                  <a:cxn ang="0">
                    <a:pos x="233" y="876"/>
                  </a:cxn>
                  <a:cxn ang="0">
                    <a:pos x="82" y="887"/>
                  </a:cxn>
                  <a:cxn ang="0">
                    <a:pos x="1" y="893"/>
                  </a:cxn>
                  <a:cxn ang="0">
                    <a:pos x="5" y="873"/>
                  </a:cxn>
                  <a:cxn ang="0">
                    <a:pos x="12" y="835"/>
                  </a:cxn>
                  <a:cxn ang="0">
                    <a:pos x="24" y="783"/>
                  </a:cxn>
                  <a:cxn ang="0">
                    <a:pos x="40" y="719"/>
                  </a:cxn>
                  <a:cxn ang="0">
                    <a:pos x="59" y="644"/>
                  </a:cxn>
                  <a:cxn ang="0">
                    <a:pos x="83" y="565"/>
                  </a:cxn>
                  <a:cxn ang="0">
                    <a:pos x="110" y="480"/>
                  </a:cxn>
                  <a:cxn ang="0">
                    <a:pos x="160" y="354"/>
                  </a:cxn>
                  <a:cxn ang="0">
                    <a:pos x="198" y="271"/>
                  </a:cxn>
                  <a:cxn ang="0">
                    <a:pos x="240" y="196"/>
                  </a:cxn>
                  <a:cxn ang="0">
                    <a:pos x="287" y="129"/>
                  </a:cxn>
                  <a:cxn ang="0">
                    <a:pos x="336" y="73"/>
                  </a:cxn>
                  <a:cxn ang="0">
                    <a:pos x="391" y="31"/>
                  </a:cxn>
                  <a:cxn ang="0">
                    <a:pos x="450" y="5"/>
                  </a:cxn>
                </a:cxnLst>
                <a:rect l="0" t="0" r="r" b="b"/>
                <a:pathLst>
                  <a:path w="1027" h="1068">
                    <a:moveTo>
                      <a:pt x="481" y="0"/>
                    </a:moveTo>
                    <a:lnTo>
                      <a:pt x="513" y="0"/>
                    </a:lnTo>
                    <a:lnTo>
                      <a:pt x="515" y="1"/>
                    </a:lnTo>
                    <a:lnTo>
                      <a:pt x="519" y="3"/>
                    </a:lnTo>
                    <a:lnTo>
                      <a:pt x="526" y="7"/>
                    </a:lnTo>
                    <a:lnTo>
                      <a:pt x="536" y="12"/>
                    </a:lnTo>
                    <a:lnTo>
                      <a:pt x="548" y="19"/>
                    </a:lnTo>
                    <a:lnTo>
                      <a:pt x="563" y="28"/>
                    </a:lnTo>
                    <a:lnTo>
                      <a:pt x="579" y="38"/>
                    </a:lnTo>
                    <a:lnTo>
                      <a:pt x="596" y="50"/>
                    </a:lnTo>
                    <a:lnTo>
                      <a:pt x="616" y="64"/>
                    </a:lnTo>
                    <a:lnTo>
                      <a:pt x="636" y="79"/>
                    </a:lnTo>
                    <a:lnTo>
                      <a:pt x="658" y="97"/>
                    </a:lnTo>
                    <a:lnTo>
                      <a:pt x="681" y="116"/>
                    </a:lnTo>
                    <a:lnTo>
                      <a:pt x="704" y="138"/>
                    </a:lnTo>
                    <a:lnTo>
                      <a:pt x="729" y="161"/>
                    </a:lnTo>
                    <a:lnTo>
                      <a:pt x="753" y="187"/>
                    </a:lnTo>
                    <a:lnTo>
                      <a:pt x="778" y="215"/>
                    </a:lnTo>
                    <a:lnTo>
                      <a:pt x="803" y="245"/>
                    </a:lnTo>
                    <a:lnTo>
                      <a:pt x="827" y="277"/>
                    </a:lnTo>
                    <a:lnTo>
                      <a:pt x="851" y="312"/>
                    </a:lnTo>
                    <a:lnTo>
                      <a:pt x="874" y="349"/>
                    </a:lnTo>
                    <a:lnTo>
                      <a:pt x="896" y="389"/>
                    </a:lnTo>
                    <a:lnTo>
                      <a:pt x="917" y="431"/>
                    </a:lnTo>
                    <a:lnTo>
                      <a:pt x="937" y="475"/>
                    </a:lnTo>
                    <a:lnTo>
                      <a:pt x="955" y="521"/>
                    </a:lnTo>
                    <a:lnTo>
                      <a:pt x="972" y="571"/>
                    </a:lnTo>
                    <a:lnTo>
                      <a:pt x="987" y="623"/>
                    </a:lnTo>
                    <a:lnTo>
                      <a:pt x="1000" y="679"/>
                    </a:lnTo>
                    <a:lnTo>
                      <a:pt x="1010" y="736"/>
                    </a:lnTo>
                    <a:lnTo>
                      <a:pt x="1019" y="797"/>
                    </a:lnTo>
                    <a:lnTo>
                      <a:pt x="1024" y="860"/>
                    </a:lnTo>
                    <a:lnTo>
                      <a:pt x="1027" y="927"/>
                    </a:lnTo>
                    <a:lnTo>
                      <a:pt x="1026" y="996"/>
                    </a:lnTo>
                    <a:lnTo>
                      <a:pt x="1022" y="1068"/>
                    </a:lnTo>
                    <a:lnTo>
                      <a:pt x="1022" y="1067"/>
                    </a:lnTo>
                    <a:lnTo>
                      <a:pt x="1021" y="1064"/>
                    </a:lnTo>
                    <a:lnTo>
                      <a:pt x="1018" y="1061"/>
                    </a:lnTo>
                    <a:lnTo>
                      <a:pt x="1015" y="1056"/>
                    </a:lnTo>
                    <a:lnTo>
                      <a:pt x="1010" y="1050"/>
                    </a:lnTo>
                    <a:lnTo>
                      <a:pt x="1004" y="1043"/>
                    </a:lnTo>
                    <a:lnTo>
                      <a:pt x="998" y="1035"/>
                    </a:lnTo>
                    <a:lnTo>
                      <a:pt x="989" y="1027"/>
                    </a:lnTo>
                    <a:lnTo>
                      <a:pt x="978" y="1017"/>
                    </a:lnTo>
                    <a:lnTo>
                      <a:pt x="966" y="1007"/>
                    </a:lnTo>
                    <a:lnTo>
                      <a:pt x="951" y="997"/>
                    </a:lnTo>
                    <a:lnTo>
                      <a:pt x="935" y="986"/>
                    </a:lnTo>
                    <a:lnTo>
                      <a:pt x="916" y="975"/>
                    </a:lnTo>
                    <a:lnTo>
                      <a:pt x="896" y="965"/>
                    </a:lnTo>
                    <a:lnTo>
                      <a:pt x="873" y="954"/>
                    </a:lnTo>
                    <a:lnTo>
                      <a:pt x="847" y="944"/>
                    </a:lnTo>
                    <a:lnTo>
                      <a:pt x="819" y="933"/>
                    </a:lnTo>
                    <a:lnTo>
                      <a:pt x="788" y="923"/>
                    </a:lnTo>
                    <a:lnTo>
                      <a:pt x="754" y="914"/>
                    </a:lnTo>
                    <a:lnTo>
                      <a:pt x="717" y="905"/>
                    </a:lnTo>
                    <a:lnTo>
                      <a:pt x="677" y="897"/>
                    </a:lnTo>
                    <a:lnTo>
                      <a:pt x="634" y="891"/>
                    </a:lnTo>
                    <a:lnTo>
                      <a:pt x="587" y="885"/>
                    </a:lnTo>
                    <a:lnTo>
                      <a:pt x="538" y="879"/>
                    </a:lnTo>
                    <a:lnTo>
                      <a:pt x="484" y="876"/>
                    </a:lnTo>
                    <a:lnTo>
                      <a:pt x="428" y="874"/>
                    </a:lnTo>
                    <a:lnTo>
                      <a:pt x="366" y="873"/>
                    </a:lnTo>
                    <a:lnTo>
                      <a:pt x="301" y="874"/>
                    </a:lnTo>
                    <a:lnTo>
                      <a:pt x="233" y="876"/>
                    </a:lnTo>
                    <a:lnTo>
                      <a:pt x="159" y="881"/>
                    </a:lnTo>
                    <a:lnTo>
                      <a:pt x="82" y="887"/>
                    </a:lnTo>
                    <a:lnTo>
                      <a:pt x="0" y="896"/>
                    </a:lnTo>
                    <a:lnTo>
                      <a:pt x="1" y="893"/>
                    </a:lnTo>
                    <a:lnTo>
                      <a:pt x="2" y="885"/>
                    </a:lnTo>
                    <a:lnTo>
                      <a:pt x="5" y="873"/>
                    </a:lnTo>
                    <a:lnTo>
                      <a:pt x="8" y="856"/>
                    </a:lnTo>
                    <a:lnTo>
                      <a:pt x="12" y="835"/>
                    </a:lnTo>
                    <a:lnTo>
                      <a:pt x="17" y="811"/>
                    </a:lnTo>
                    <a:lnTo>
                      <a:pt x="24" y="783"/>
                    </a:lnTo>
                    <a:lnTo>
                      <a:pt x="32" y="752"/>
                    </a:lnTo>
                    <a:lnTo>
                      <a:pt x="40" y="719"/>
                    </a:lnTo>
                    <a:lnTo>
                      <a:pt x="49" y="683"/>
                    </a:lnTo>
                    <a:lnTo>
                      <a:pt x="59" y="644"/>
                    </a:lnTo>
                    <a:lnTo>
                      <a:pt x="71" y="605"/>
                    </a:lnTo>
                    <a:lnTo>
                      <a:pt x="83" y="565"/>
                    </a:lnTo>
                    <a:lnTo>
                      <a:pt x="97" y="523"/>
                    </a:lnTo>
                    <a:lnTo>
                      <a:pt x="110" y="480"/>
                    </a:lnTo>
                    <a:lnTo>
                      <a:pt x="126" y="437"/>
                    </a:lnTo>
                    <a:lnTo>
                      <a:pt x="160" y="354"/>
                    </a:lnTo>
                    <a:lnTo>
                      <a:pt x="179" y="312"/>
                    </a:lnTo>
                    <a:lnTo>
                      <a:pt x="198" y="271"/>
                    </a:lnTo>
                    <a:lnTo>
                      <a:pt x="218" y="233"/>
                    </a:lnTo>
                    <a:lnTo>
                      <a:pt x="240" y="196"/>
                    </a:lnTo>
                    <a:lnTo>
                      <a:pt x="263" y="161"/>
                    </a:lnTo>
                    <a:lnTo>
                      <a:pt x="287" y="129"/>
                    </a:lnTo>
                    <a:lnTo>
                      <a:pt x="310" y="100"/>
                    </a:lnTo>
                    <a:lnTo>
                      <a:pt x="336" y="73"/>
                    </a:lnTo>
                    <a:lnTo>
                      <a:pt x="363" y="50"/>
                    </a:lnTo>
                    <a:lnTo>
                      <a:pt x="391" y="31"/>
                    </a:lnTo>
                    <a:lnTo>
                      <a:pt x="420" y="16"/>
                    </a:lnTo>
                    <a:lnTo>
                      <a:pt x="450" y="5"/>
                    </a:lnTo>
                    <a:lnTo>
                      <a:pt x="481" y="0"/>
                    </a:lnTo>
                    <a:close/>
                  </a:path>
                </a:pathLst>
              </a:custGeom>
              <a:solidFill>
                <a:schemeClr val="accent1">
                  <a:alpha val="70000"/>
                </a:schemeClr>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4" name="Freeform 10"/>
              <p:cNvSpPr>
                <a:spLocks/>
              </p:cNvSpPr>
              <p:nvPr/>
            </p:nvSpPr>
            <p:spPr bwMode="auto">
              <a:xfrm>
                <a:off x="6819900" y="1428751"/>
                <a:ext cx="1479550" cy="2219325"/>
              </a:xfrm>
              <a:custGeom>
                <a:avLst/>
                <a:gdLst/>
                <a:ahLst/>
                <a:cxnLst>
                  <a:cxn ang="0">
                    <a:pos x="120" y="2"/>
                  </a:cxn>
                  <a:cxn ang="0">
                    <a:pos x="188" y="15"/>
                  </a:cxn>
                  <a:cxn ang="0">
                    <a:pos x="260" y="41"/>
                  </a:cxn>
                  <a:cxn ang="0">
                    <a:pos x="336" y="80"/>
                  </a:cxn>
                  <a:cxn ang="0">
                    <a:pos x="417" y="135"/>
                  </a:cxn>
                  <a:cxn ang="0">
                    <a:pos x="501" y="209"/>
                  </a:cxn>
                  <a:cxn ang="0">
                    <a:pos x="589" y="301"/>
                  </a:cxn>
                  <a:cxn ang="0">
                    <a:pos x="680" y="414"/>
                  </a:cxn>
                  <a:cxn ang="0">
                    <a:pos x="762" y="533"/>
                  </a:cxn>
                  <a:cxn ang="0">
                    <a:pos x="821" y="642"/>
                  </a:cxn>
                  <a:cxn ang="0">
                    <a:pos x="865" y="750"/>
                  </a:cxn>
                  <a:cxn ang="0">
                    <a:pos x="896" y="856"/>
                  </a:cxn>
                  <a:cxn ang="0">
                    <a:pos x="917" y="958"/>
                  </a:cxn>
                  <a:cxn ang="0">
                    <a:pos x="928" y="1055"/>
                  </a:cxn>
                  <a:cxn ang="0">
                    <a:pos x="932" y="1142"/>
                  </a:cxn>
                  <a:cxn ang="0">
                    <a:pos x="931" y="1221"/>
                  </a:cxn>
                  <a:cxn ang="0">
                    <a:pos x="926" y="1287"/>
                  </a:cxn>
                  <a:cxn ang="0">
                    <a:pos x="920" y="1339"/>
                  </a:cxn>
                  <a:cxn ang="0">
                    <a:pos x="914" y="1376"/>
                  </a:cxn>
                  <a:cxn ang="0">
                    <a:pos x="911" y="1395"/>
                  </a:cxn>
                  <a:cxn ang="0">
                    <a:pos x="865" y="1346"/>
                  </a:cxn>
                  <a:cxn ang="0">
                    <a:pos x="770" y="1253"/>
                  </a:cxn>
                  <a:cxn ang="0">
                    <a:pos x="671" y="1173"/>
                  </a:cxn>
                  <a:cxn ang="0">
                    <a:pos x="571" y="1105"/>
                  </a:cxn>
                  <a:cxn ang="0">
                    <a:pos x="473" y="1050"/>
                  </a:cxn>
                  <a:cxn ang="0">
                    <a:pos x="380" y="1004"/>
                  </a:cxn>
                  <a:cxn ang="0">
                    <a:pos x="293" y="968"/>
                  </a:cxn>
                  <a:cxn ang="0">
                    <a:pos x="216" y="941"/>
                  </a:cxn>
                  <a:cxn ang="0">
                    <a:pos x="152" y="921"/>
                  </a:cxn>
                  <a:cxn ang="0">
                    <a:pos x="102" y="909"/>
                  </a:cxn>
                  <a:cxn ang="0">
                    <a:pos x="71" y="901"/>
                  </a:cxn>
                  <a:cxn ang="0">
                    <a:pos x="60" y="899"/>
                  </a:cxn>
                  <a:cxn ang="0">
                    <a:pos x="91" y="826"/>
                  </a:cxn>
                  <a:cxn ang="0">
                    <a:pos x="114" y="770"/>
                  </a:cxn>
                  <a:cxn ang="0">
                    <a:pos x="137" y="706"/>
                  </a:cxn>
                  <a:cxn ang="0">
                    <a:pos x="158" y="631"/>
                  </a:cxn>
                  <a:cxn ang="0">
                    <a:pos x="178" y="544"/>
                  </a:cxn>
                  <a:cxn ang="0">
                    <a:pos x="194" y="442"/>
                  </a:cxn>
                  <a:cxn ang="0">
                    <a:pos x="205" y="321"/>
                  </a:cxn>
                  <a:cxn ang="0">
                    <a:pos x="206" y="243"/>
                  </a:cxn>
                  <a:cxn ang="0">
                    <a:pos x="196" y="180"/>
                  </a:cxn>
                  <a:cxn ang="0">
                    <a:pos x="180" y="129"/>
                  </a:cxn>
                  <a:cxn ang="0">
                    <a:pos x="158" y="89"/>
                  </a:cxn>
                  <a:cxn ang="0">
                    <a:pos x="132" y="59"/>
                  </a:cxn>
                  <a:cxn ang="0">
                    <a:pos x="104" y="38"/>
                  </a:cxn>
                  <a:cxn ang="0">
                    <a:pos x="76" y="23"/>
                  </a:cxn>
                  <a:cxn ang="0">
                    <a:pos x="49" y="15"/>
                  </a:cxn>
                  <a:cxn ang="0">
                    <a:pos x="27" y="11"/>
                  </a:cxn>
                  <a:cxn ang="0">
                    <a:pos x="10" y="9"/>
                  </a:cxn>
                  <a:cxn ang="0">
                    <a:pos x="28" y="4"/>
                  </a:cxn>
                  <a:cxn ang="0">
                    <a:pos x="88" y="0"/>
                  </a:cxn>
                </a:cxnLst>
                <a:rect l="0" t="0" r="r" b="b"/>
                <a:pathLst>
                  <a:path w="932" h="1398">
                    <a:moveTo>
                      <a:pt x="88" y="0"/>
                    </a:moveTo>
                    <a:lnTo>
                      <a:pt x="120" y="2"/>
                    </a:lnTo>
                    <a:lnTo>
                      <a:pt x="153" y="7"/>
                    </a:lnTo>
                    <a:lnTo>
                      <a:pt x="188" y="15"/>
                    </a:lnTo>
                    <a:lnTo>
                      <a:pt x="223" y="26"/>
                    </a:lnTo>
                    <a:lnTo>
                      <a:pt x="260" y="41"/>
                    </a:lnTo>
                    <a:lnTo>
                      <a:pt x="297" y="59"/>
                    </a:lnTo>
                    <a:lnTo>
                      <a:pt x="336" y="80"/>
                    </a:lnTo>
                    <a:lnTo>
                      <a:pt x="376" y="106"/>
                    </a:lnTo>
                    <a:lnTo>
                      <a:pt x="417" y="135"/>
                    </a:lnTo>
                    <a:lnTo>
                      <a:pt x="459" y="170"/>
                    </a:lnTo>
                    <a:lnTo>
                      <a:pt x="501" y="209"/>
                    </a:lnTo>
                    <a:lnTo>
                      <a:pt x="545" y="253"/>
                    </a:lnTo>
                    <a:lnTo>
                      <a:pt x="589" y="301"/>
                    </a:lnTo>
                    <a:lnTo>
                      <a:pt x="635" y="355"/>
                    </a:lnTo>
                    <a:lnTo>
                      <a:pt x="680" y="414"/>
                    </a:lnTo>
                    <a:lnTo>
                      <a:pt x="727" y="479"/>
                    </a:lnTo>
                    <a:lnTo>
                      <a:pt x="762" y="533"/>
                    </a:lnTo>
                    <a:lnTo>
                      <a:pt x="794" y="588"/>
                    </a:lnTo>
                    <a:lnTo>
                      <a:pt x="821" y="642"/>
                    </a:lnTo>
                    <a:lnTo>
                      <a:pt x="844" y="696"/>
                    </a:lnTo>
                    <a:lnTo>
                      <a:pt x="865" y="750"/>
                    </a:lnTo>
                    <a:lnTo>
                      <a:pt x="882" y="804"/>
                    </a:lnTo>
                    <a:lnTo>
                      <a:pt x="896" y="856"/>
                    </a:lnTo>
                    <a:lnTo>
                      <a:pt x="907" y="909"/>
                    </a:lnTo>
                    <a:lnTo>
                      <a:pt x="917" y="958"/>
                    </a:lnTo>
                    <a:lnTo>
                      <a:pt x="923" y="1008"/>
                    </a:lnTo>
                    <a:lnTo>
                      <a:pt x="928" y="1055"/>
                    </a:lnTo>
                    <a:lnTo>
                      <a:pt x="930" y="1099"/>
                    </a:lnTo>
                    <a:lnTo>
                      <a:pt x="932" y="1142"/>
                    </a:lnTo>
                    <a:lnTo>
                      <a:pt x="932" y="1183"/>
                    </a:lnTo>
                    <a:lnTo>
                      <a:pt x="931" y="1221"/>
                    </a:lnTo>
                    <a:lnTo>
                      <a:pt x="929" y="1255"/>
                    </a:lnTo>
                    <a:lnTo>
                      <a:pt x="926" y="1287"/>
                    </a:lnTo>
                    <a:lnTo>
                      <a:pt x="924" y="1315"/>
                    </a:lnTo>
                    <a:lnTo>
                      <a:pt x="920" y="1339"/>
                    </a:lnTo>
                    <a:lnTo>
                      <a:pt x="917" y="1359"/>
                    </a:lnTo>
                    <a:lnTo>
                      <a:pt x="914" y="1376"/>
                    </a:lnTo>
                    <a:lnTo>
                      <a:pt x="912" y="1387"/>
                    </a:lnTo>
                    <a:lnTo>
                      <a:pt x="911" y="1395"/>
                    </a:lnTo>
                    <a:lnTo>
                      <a:pt x="910" y="1398"/>
                    </a:lnTo>
                    <a:lnTo>
                      <a:pt x="865" y="1346"/>
                    </a:lnTo>
                    <a:lnTo>
                      <a:pt x="818" y="1298"/>
                    </a:lnTo>
                    <a:lnTo>
                      <a:pt x="770" y="1253"/>
                    </a:lnTo>
                    <a:lnTo>
                      <a:pt x="721" y="1211"/>
                    </a:lnTo>
                    <a:lnTo>
                      <a:pt x="671" y="1173"/>
                    </a:lnTo>
                    <a:lnTo>
                      <a:pt x="621" y="1138"/>
                    </a:lnTo>
                    <a:lnTo>
                      <a:pt x="571" y="1105"/>
                    </a:lnTo>
                    <a:lnTo>
                      <a:pt x="522" y="1076"/>
                    </a:lnTo>
                    <a:lnTo>
                      <a:pt x="473" y="1050"/>
                    </a:lnTo>
                    <a:lnTo>
                      <a:pt x="426" y="1026"/>
                    </a:lnTo>
                    <a:lnTo>
                      <a:pt x="380" y="1004"/>
                    </a:lnTo>
                    <a:lnTo>
                      <a:pt x="336" y="985"/>
                    </a:lnTo>
                    <a:lnTo>
                      <a:pt x="293" y="968"/>
                    </a:lnTo>
                    <a:lnTo>
                      <a:pt x="254" y="953"/>
                    </a:lnTo>
                    <a:lnTo>
                      <a:pt x="216" y="941"/>
                    </a:lnTo>
                    <a:lnTo>
                      <a:pt x="183" y="930"/>
                    </a:lnTo>
                    <a:lnTo>
                      <a:pt x="152" y="921"/>
                    </a:lnTo>
                    <a:lnTo>
                      <a:pt x="125" y="914"/>
                    </a:lnTo>
                    <a:lnTo>
                      <a:pt x="102" y="909"/>
                    </a:lnTo>
                    <a:lnTo>
                      <a:pt x="84" y="904"/>
                    </a:lnTo>
                    <a:lnTo>
                      <a:pt x="71" y="901"/>
                    </a:lnTo>
                    <a:lnTo>
                      <a:pt x="62" y="900"/>
                    </a:lnTo>
                    <a:lnTo>
                      <a:pt x="60" y="899"/>
                    </a:lnTo>
                    <a:lnTo>
                      <a:pt x="80" y="851"/>
                    </a:lnTo>
                    <a:lnTo>
                      <a:pt x="91" y="826"/>
                    </a:lnTo>
                    <a:lnTo>
                      <a:pt x="102" y="799"/>
                    </a:lnTo>
                    <a:lnTo>
                      <a:pt x="114" y="770"/>
                    </a:lnTo>
                    <a:lnTo>
                      <a:pt x="125" y="739"/>
                    </a:lnTo>
                    <a:lnTo>
                      <a:pt x="137" y="706"/>
                    </a:lnTo>
                    <a:lnTo>
                      <a:pt x="148" y="671"/>
                    </a:lnTo>
                    <a:lnTo>
                      <a:pt x="158" y="631"/>
                    </a:lnTo>
                    <a:lnTo>
                      <a:pt x="168" y="590"/>
                    </a:lnTo>
                    <a:lnTo>
                      <a:pt x="178" y="544"/>
                    </a:lnTo>
                    <a:lnTo>
                      <a:pt x="186" y="496"/>
                    </a:lnTo>
                    <a:lnTo>
                      <a:pt x="194" y="442"/>
                    </a:lnTo>
                    <a:lnTo>
                      <a:pt x="200" y="383"/>
                    </a:lnTo>
                    <a:lnTo>
                      <a:pt x="205" y="321"/>
                    </a:lnTo>
                    <a:lnTo>
                      <a:pt x="207" y="281"/>
                    </a:lnTo>
                    <a:lnTo>
                      <a:pt x="206" y="243"/>
                    </a:lnTo>
                    <a:lnTo>
                      <a:pt x="202" y="210"/>
                    </a:lnTo>
                    <a:lnTo>
                      <a:pt x="196" y="180"/>
                    </a:lnTo>
                    <a:lnTo>
                      <a:pt x="190" y="153"/>
                    </a:lnTo>
                    <a:lnTo>
                      <a:pt x="180" y="129"/>
                    </a:lnTo>
                    <a:lnTo>
                      <a:pt x="170" y="108"/>
                    </a:lnTo>
                    <a:lnTo>
                      <a:pt x="158" y="89"/>
                    </a:lnTo>
                    <a:lnTo>
                      <a:pt x="145" y="73"/>
                    </a:lnTo>
                    <a:lnTo>
                      <a:pt x="132" y="59"/>
                    </a:lnTo>
                    <a:lnTo>
                      <a:pt x="118" y="48"/>
                    </a:lnTo>
                    <a:lnTo>
                      <a:pt x="104" y="38"/>
                    </a:lnTo>
                    <a:lnTo>
                      <a:pt x="90" y="30"/>
                    </a:lnTo>
                    <a:lnTo>
                      <a:pt x="76" y="23"/>
                    </a:lnTo>
                    <a:lnTo>
                      <a:pt x="62" y="19"/>
                    </a:lnTo>
                    <a:lnTo>
                      <a:pt x="49" y="15"/>
                    </a:lnTo>
                    <a:lnTo>
                      <a:pt x="38" y="12"/>
                    </a:lnTo>
                    <a:lnTo>
                      <a:pt x="27" y="11"/>
                    </a:lnTo>
                    <a:lnTo>
                      <a:pt x="18" y="10"/>
                    </a:lnTo>
                    <a:lnTo>
                      <a:pt x="10" y="9"/>
                    </a:lnTo>
                    <a:lnTo>
                      <a:pt x="0" y="9"/>
                    </a:lnTo>
                    <a:lnTo>
                      <a:pt x="28" y="4"/>
                    </a:lnTo>
                    <a:lnTo>
                      <a:pt x="57" y="1"/>
                    </a:lnTo>
                    <a:lnTo>
                      <a:pt x="88"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path path="circle">
                  <a:fillToRect l="100000" b="100000"/>
                </a:path>
                <a:tileRect t="-100000" r="-100000"/>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5" name="Freeform 11"/>
              <p:cNvSpPr>
                <a:spLocks/>
              </p:cNvSpPr>
              <p:nvPr/>
            </p:nvSpPr>
            <p:spPr bwMode="auto">
              <a:xfrm>
                <a:off x="5700713" y="3863976"/>
                <a:ext cx="2516188" cy="1804988"/>
              </a:xfrm>
              <a:custGeom>
                <a:avLst/>
                <a:gdLst/>
                <a:ahLst/>
                <a:cxnLst>
                  <a:cxn ang="0">
                    <a:pos x="1566" y="1"/>
                  </a:cxn>
                  <a:cxn ang="0">
                    <a:pos x="1570" y="10"/>
                  </a:cxn>
                  <a:cxn ang="0">
                    <a:pos x="1578" y="41"/>
                  </a:cxn>
                  <a:cxn ang="0">
                    <a:pos x="1583" y="73"/>
                  </a:cxn>
                  <a:cxn ang="0">
                    <a:pos x="1585" y="115"/>
                  </a:cxn>
                  <a:cxn ang="0">
                    <a:pos x="1581" y="166"/>
                  </a:cxn>
                  <a:cxn ang="0">
                    <a:pos x="1569" y="228"/>
                  </a:cxn>
                  <a:cxn ang="0">
                    <a:pos x="1547" y="300"/>
                  </a:cxn>
                  <a:cxn ang="0">
                    <a:pos x="1515" y="381"/>
                  </a:cxn>
                  <a:cxn ang="0">
                    <a:pos x="1468" y="474"/>
                  </a:cxn>
                  <a:cxn ang="0">
                    <a:pos x="1424" y="544"/>
                  </a:cxn>
                  <a:cxn ang="0">
                    <a:pos x="1372" y="617"/>
                  </a:cxn>
                  <a:cxn ang="0">
                    <a:pos x="1311" y="691"/>
                  </a:cxn>
                  <a:cxn ang="0">
                    <a:pos x="1241" y="763"/>
                  </a:cxn>
                  <a:cxn ang="0">
                    <a:pos x="1160" y="833"/>
                  </a:cxn>
                  <a:cxn ang="0">
                    <a:pos x="1071" y="899"/>
                  </a:cxn>
                  <a:cxn ang="0">
                    <a:pos x="971" y="959"/>
                  </a:cxn>
                  <a:cxn ang="0">
                    <a:pos x="863" y="1014"/>
                  </a:cxn>
                  <a:cxn ang="0">
                    <a:pos x="744" y="1059"/>
                  </a:cxn>
                  <a:cxn ang="0">
                    <a:pos x="616" y="1096"/>
                  </a:cxn>
                  <a:cxn ang="0">
                    <a:pos x="477" y="1122"/>
                  </a:cxn>
                  <a:cxn ang="0">
                    <a:pos x="328" y="1135"/>
                  </a:cxn>
                  <a:cxn ang="0">
                    <a:pos x="169" y="1135"/>
                  </a:cxn>
                  <a:cxn ang="0">
                    <a:pos x="0" y="1119"/>
                  </a:cxn>
                  <a:cxn ang="0">
                    <a:pos x="6" y="1117"/>
                  </a:cxn>
                  <a:cxn ang="0">
                    <a:pos x="22" y="1113"/>
                  </a:cxn>
                  <a:cxn ang="0">
                    <a:pos x="47" y="1104"/>
                  </a:cxn>
                  <a:cxn ang="0">
                    <a:pos x="80" y="1089"/>
                  </a:cxn>
                  <a:cxn ang="0">
                    <a:pos x="119" y="1069"/>
                  </a:cxn>
                  <a:cxn ang="0">
                    <a:pos x="164" y="1041"/>
                  </a:cxn>
                  <a:cxn ang="0">
                    <a:pos x="212" y="1004"/>
                  </a:cxn>
                  <a:cxn ang="0">
                    <a:pos x="262" y="958"/>
                  </a:cxn>
                  <a:cxn ang="0">
                    <a:pos x="313" y="903"/>
                  </a:cxn>
                  <a:cxn ang="0">
                    <a:pos x="364" y="836"/>
                  </a:cxn>
                  <a:cxn ang="0">
                    <a:pos x="413" y="757"/>
                  </a:cxn>
                  <a:cxn ang="0">
                    <a:pos x="460" y="665"/>
                  </a:cxn>
                  <a:cxn ang="0">
                    <a:pos x="501" y="559"/>
                  </a:cxn>
                  <a:cxn ang="0">
                    <a:pos x="536" y="438"/>
                  </a:cxn>
                  <a:cxn ang="0">
                    <a:pos x="566" y="301"/>
                  </a:cxn>
                  <a:cxn ang="0">
                    <a:pos x="578" y="226"/>
                  </a:cxn>
                  <a:cxn ang="0">
                    <a:pos x="592" y="230"/>
                  </a:cxn>
                  <a:cxn ang="0">
                    <a:pos x="634" y="241"/>
                  </a:cxn>
                  <a:cxn ang="0">
                    <a:pos x="675" y="251"/>
                  </a:cxn>
                  <a:cxn ang="0">
                    <a:pos x="724" y="262"/>
                  </a:cxn>
                  <a:cxn ang="0">
                    <a:pos x="782" y="273"/>
                  </a:cxn>
                  <a:cxn ang="0">
                    <a:pos x="844" y="285"/>
                  </a:cxn>
                  <a:cxn ang="0">
                    <a:pos x="912" y="295"/>
                  </a:cxn>
                  <a:cxn ang="0">
                    <a:pos x="1018" y="307"/>
                  </a:cxn>
                  <a:cxn ang="0">
                    <a:pos x="1090" y="312"/>
                  </a:cxn>
                  <a:cxn ang="0">
                    <a:pos x="1162" y="313"/>
                  </a:cxn>
                  <a:cxn ang="0">
                    <a:pos x="1232" y="308"/>
                  </a:cxn>
                  <a:cxn ang="0">
                    <a:pos x="1300" y="300"/>
                  </a:cxn>
                  <a:cxn ang="0">
                    <a:pos x="1362" y="286"/>
                  </a:cxn>
                  <a:cxn ang="0">
                    <a:pos x="1419" y="265"/>
                  </a:cxn>
                  <a:cxn ang="0">
                    <a:pos x="1469" y="237"/>
                  </a:cxn>
                  <a:cxn ang="0">
                    <a:pos x="1510" y="201"/>
                  </a:cxn>
                  <a:cxn ang="0">
                    <a:pos x="1541" y="155"/>
                  </a:cxn>
                  <a:cxn ang="0">
                    <a:pos x="1560" y="101"/>
                  </a:cxn>
                  <a:cxn ang="0">
                    <a:pos x="1567" y="36"/>
                  </a:cxn>
                </a:cxnLst>
                <a:rect l="0" t="0" r="r" b="b"/>
                <a:pathLst>
                  <a:path w="1585" h="1137">
                    <a:moveTo>
                      <a:pt x="1565" y="0"/>
                    </a:moveTo>
                    <a:lnTo>
                      <a:pt x="1566" y="1"/>
                    </a:lnTo>
                    <a:lnTo>
                      <a:pt x="1568" y="4"/>
                    </a:lnTo>
                    <a:lnTo>
                      <a:pt x="1570" y="10"/>
                    </a:lnTo>
                    <a:lnTo>
                      <a:pt x="1576" y="28"/>
                    </a:lnTo>
                    <a:lnTo>
                      <a:pt x="1578" y="41"/>
                    </a:lnTo>
                    <a:lnTo>
                      <a:pt x="1582" y="56"/>
                    </a:lnTo>
                    <a:lnTo>
                      <a:pt x="1583" y="73"/>
                    </a:lnTo>
                    <a:lnTo>
                      <a:pt x="1584" y="93"/>
                    </a:lnTo>
                    <a:lnTo>
                      <a:pt x="1585" y="115"/>
                    </a:lnTo>
                    <a:lnTo>
                      <a:pt x="1583" y="140"/>
                    </a:lnTo>
                    <a:lnTo>
                      <a:pt x="1581" y="166"/>
                    </a:lnTo>
                    <a:lnTo>
                      <a:pt x="1576" y="196"/>
                    </a:lnTo>
                    <a:lnTo>
                      <a:pt x="1569" y="228"/>
                    </a:lnTo>
                    <a:lnTo>
                      <a:pt x="1559" y="263"/>
                    </a:lnTo>
                    <a:lnTo>
                      <a:pt x="1547" y="300"/>
                    </a:lnTo>
                    <a:lnTo>
                      <a:pt x="1533" y="339"/>
                    </a:lnTo>
                    <a:lnTo>
                      <a:pt x="1515" y="381"/>
                    </a:lnTo>
                    <a:lnTo>
                      <a:pt x="1494" y="426"/>
                    </a:lnTo>
                    <a:lnTo>
                      <a:pt x="1468" y="474"/>
                    </a:lnTo>
                    <a:lnTo>
                      <a:pt x="1447" y="509"/>
                    </a:lnTo>
                    <a:lnTo>
                      <a:pt x="1424" y="544"/>
                    </a:lnTo>
                    <a:lnTo>
                      <a:pt x="1400" y="580"/>
                    </a:lnTo>
                    <a:lnTo>
                      <a:pt x="1372" y="617"/>
                    </a:lnTo>
                    <a:lnTo>
                      <a:pt x="1343" y="654"/>
                    </a:lnTo>
                    <a:lnTo>
                      <a:pt x="1311" y="691"/>
                    </a:lnTo>
                    <a:lnTo>
                      <a:pt x="1276" y="727"/>
                    </a:lnTo>
                    <a:lnTo>
                      <a:pt x="1241" y="763"/>
                    </a:lnTo>
                    <a:lnTo>
                      <a:pt x="1201" y="798"/>
                    </a:lnTo>
                    <a:lnTo>
                      <a:pt x="1160" y="833"/>
                    </a:lnTo>
                    <a:lnTo>
                      <a:pt x="1117" y="866"/>
                    </a:lnTo>
                    <a:lnTo>
                      <a:pt x="1071" y="899"/>
                    </a:lnTo>
                    <a:lnTo>
                      <a:pt x="1023" y="930"/>
                    </a:lnTo>
                    <a:lnTo>
                      <a:pt x="971" y="959"/>
                    </a:lnTo>
                    <a:lnTo>
                      <a:pt x="918" y="987"/>
                    </a:lnTo>
                    <a:lnTo>
                      <a:pt x="863" y="1014"/>
                    </a:lnTo>
                    <a:lnTo>
                      <a:pt x="805" y="1038"/>
                    </a:lnTo>
                    <a:lnTo>
                      <a:pt x="744" y="1059"/>
                    </a:lnTo>
                    <a:lnTo>
                      <a:pt x="681" y="1079"/>
                    </a:lnTo>
                    <a:lnTo>
                      <a:pt x="616" y="1096"/>
                    </a:lnTo>
                    <a:lnTo>
                      <a:pt x="548" y="1111"/>
                    </a:lnTo>
                    <a:lnTo>
                      <a:pt x="477" y="1122"/>
                    </a:lnTo>
                    <a:lnTo>
                      <a:pt x="404" y="1130"/>
                    </a:lnTo>
                    <a:lnTo>
                      <a:pt x="328" y="1135"/>
                    </a:lnTo>
                    <a:lnTo>
                      <a:pt x="250" y="1137"/>
                    </a:lnTo>
                    <a:lnTo>
                      <a:pt x="169" y="1135"/>
                    </a:lnTo>
                    <a:lnTo>
                      <a:pt x="86" y="1129"/>
                    </a:lnTo>
                    <a:lnTo>
                      <a:pt x="0" y="1119"/>
                    </a:lnTo>
                    <a:lnTo>
                      <a:pt x="2" y="1119"/>
                    </a:lnTo>
                    <a:lnTo>
                      <a:pt x="6" y="1117"/>
                    </a:lnTo>
                    <a:lnTo>
                      <a:pt x="13" y="1116"/>
                    </a:lnTo>
                    <a:lnTo>
                      <a:pt x="22" y="1113"/>
                    </a:lnTo>
                    <a:lnTo>
                      <a:pt x="33" y="1109"/>
                    </a:lnTo>
                    <a:lnTo>
                      <a:pt x="47" y="1104"/>
                    </a:lnTo>
                    <a:lnTo>
                      <a:pt x="62" y="1097"/>
                    </a:lnTo>
                    <a:lnTo>
                      <a:pt x="80" y="1089"/>
                    </a:lnTo>
                    <a:lnTo>
                      <a:pt x="99" y="1080"/>
                    </a:lnTo>
                    <a:lnTo>
                      <a:pt x="119" y="1069"/>
                    </a:lnTo>
                    <a:lnTo>
                      <a:pt x="141" y="1056"/>
                    </a:lnTo>
                    <a:lnTo>
                      <a:pt x="164" y="1041"/>
                    </a:lnTo>
                    <a:lnTo>
                      <a:pt x="187" y="1023"/>
                    </a:lnTo>
                    <a:lnTo>
                      <a:pt x="212" y="1004"/>
                    </a:lnTo>
                    <a:lnTo>
                      <a:pt x="237" y="982"/>
                    </a:lnTo>
                    <a:lnTo>
                      <a:pt x="262" y="958"/>
                    </a:lnTo>
                    <a:lnTo>
                      <a:pt x="288" y="932"/>
                    </a:lnTo>
                    <a:lnTo>
                      <a:pt x="313" y="903"/>
                    </a:lnTo>
                    <a:lnTo>
                      <a:pt x="339" y="871"/>
                    </a:lnTo>
                    <a:lnTo>
                      <a:pt x="364" y="836"/>
                    </a:lnTo>
                    <a:lnTo>
                      <a:pt x="389" y="798"/>
                    </a:lnTo>
                    <a:lnTo>
                      <a:pt x="413" y="757"/>
                    </a:lnTo>
                    <a:lnTo>
                      <a:pt x="436" y="713"/>
                    </a:lnTo>
                    <a:lnTo>
                      <a:pt x="460" y="665"/>
                    </a:lnTo>
                    <a:lnTo>
                      <a:pt x="481" y="614"/>
                    </a:lnTo>
                    <a:lnTo>
                      <a:pt x="501" y="559"/>
                    </a:lnTo>
                    <a:lnTo>
                      <a:pt x="519" y="500"/>
                    </a:lnTo>
                    <a:lnTo>
                      <a:pt x="536" y="438"/>
                    </a:lnTo>
                    <a:lnTo>
                      <a:pt x="552" y="371"/>
                    </a:lnTo>
                    <a:lnTo>
                      <a:pt x="566" y="301"/>
                    </a:lnTo>
                    <a:lnTo>
                      <a:pt x="577" y="225"/>
                    </a:lnTo>
                    <a:lnTo>
                      <a:pt x="578" y="226"/>
                    </a:lnTo>
                    <a:lnTo>
                      <a:pt x="583" y="227"/>
                    </a:lnTo>
                    <a:lnTo>
                      <a:pt x="592" y="230"/>
                    </a:lnTo>
                    <a:lnTo>
                      <a:pt x="603" y="233"/>
                    </a:lnTo>
                    <a:lnTo>
                      <a:pt x="634" y="241"/>
                    </a:lnTo>
                    <a:lnTo>
                      <a:pt x="654" y="246"/>
                    </a:lnTo>
                    <a:lnTo>
                      <a:pt x="675" y="251"/>
                    </a:lnTo>
                    <a:lnTo>
                      <a:pt x="699" y="256"/>
                    </a:lnTo>
                    <a:lnTo>
                      <a:pt x="724" y="262"/>
                    </a:lnTo>
                    <a:lnTo>
                      <a:pt x="752" y="267"/>
                    </a:lnTo>
                    <a:lnTo>
                      <a:pt x="782" y="273"/>
                    </a:lnTo>
                    <a:lnTo>
                      <a:pt x="812" y="279"/>
                    </a:lnTo>
                    <a:lnTo>
                      <a:pt x="844" y="285"/>
                    </a:lnTo>
                    <a:lnTo>
                      <a:pt x="877" y="290"/>
                    </a:lnTo>
                    <a:lnTo>
                      <a:pt x="912" y="295"/>
                    </a:lnTo>
                    <a:lnTo>
                      <a:pt x="946" y="300"/>
                    </a:lnTo>
                    <a:lnTo>
                      <a:pt x="1018" y="307"/>
                    </a:lnTo>
                    <a:lnTo>
                      <a:pt x="1053" y="309"/>
                    </a:lnTo>
                    <a:lnTo>
                      <a:pt x="1090" y="312"/>
                    </a:lnTo>
                    <a:lnTo>
                      <a:pt x="1126" y="313"/>
                    </a:lnTo>
                    <a:lnTo>
                      <a:pt x="1162" y="313"/>
                    </a:lnTo>
                    <a:lnTo>
                      <a:pt x="1197" y="311"/>
                    </a:lnTo>
                    <a:lnTo>
                      <a:pt x="1232" y="308"/>
                    </a:lnTo>
                    <a:lnTo>
                      <a:pt x="1266" y="305"/>
                    </a:lnTo>
                    <a:lnTo>
                      <a:pt x="1300" y="300"/>
                    </a:lnTo>
                    <a:lnTo>
                      <a:pt x="1331" y="294"/>
                    </a:lnTo>
                    <a:lnTo>
                      <a:pt x="1362" y="286"/>
                    </a:lnTo>
                    <a:lnTo>
                      <a:pt x="1391" y="276"/>
                    </a:lnTo>
                    <a:lnTo>
                      <a:pt x="1419" y="265"/>
                    </a:lnTo>
                    <a:lnTo>
                      <a:pt x="1445" y="252"/>
                    </a:lnTo>
                    <a:lnTo>
                      <a:pt x="1469" y="237"/>
                    </a:lnTo>
                    <a:lnTo>
                      <a:pt x="1490" y="220"/>
                    </a:lnTo>
                    <a:lnTo>
                      <a:pt x="1510" y="201"/>
                    </a:lnTo>
                    <a:lnTo>
                      <a:pt x="1526" y="179"/>
                    </a:lnTo>
                    <a:lnTo>
                      <a:pt x="1541" y="155"/>
                    </a:lnTo>
                    <a:lnTo>
                      <a:pt x="1552" y="130"/>
                    </a:lnTo>
                    <a:lnTo>
                      <a:pt x="1560" y="101"/>
                    </a:lnTo>
                    <a:lnTo>
                      <a:pt x="1565" y="70"/>
                    </a:lnTo>
                    <a:lnTo>
                      <a:pt x="1567" y="36"/>
                    </a:lnTo>
                    <a:lnTo>
                      <a:pt x="1565" y="0"/>
                    </a:lnTo>
                    <a:close/>
                  </a:path>
                </a:pathLst>
              </a:custGeom>
              <a:gradFill flip="none" rotWithShape="1">
                <a:gsLst>
                  <a:gs pos="0">
                    <a:srgbClr val="00B050">
                      <a:shade val="30000"/>
                      <a:satMod val="115000"/>
                    </a:srgbClr>
                  </a:gs>
                  <a:gs pos="50000">
                    <a:srgbClr val="00B050">
                      <a:shade val="67500"/>
                      <a:satMod val="115000"/>
                    </a:srgbClr>
                  </a:gs>
                  <a:gs pos="100000">
                    <a:srgbClr val="00B050">
                      <a:shade val="100000"/>
                      <a:satMod val="115000"/>
                    </a:srgbClr>
                  </a:gs>
                </a:gsLst>
                <a:lin ang="135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6" name="Freeform 12"/>
              <p:cNvSpPr>
                <a:spLocks/>
              </p:cNvSpPr>
              <p:nvPr/>
            </p:nvSpPr>
            <p:spPr bwMode="auto">
              <a:xfrm>
                <a:off x="4284663" y="3054351"/>
                <a:ext cx="1943100" cy="2376488"/>
              </a:xfrm>
              <a:custGeom>
                <a:avLst/>
                <a:gdLst/>
                <a:ahLst/>
                <a:cxnLst>
                  <a:cxn ang="0">
                    <a:pos x="1051" y="2"/>
                  </a:cxn>
                  <a:cxn ang="0">
                    <a:pos x="1061" y="15"/>
                  </a:cxn>
                  <a:cxn ang="0">
                    <a:pos x="1079" y="43"/>
                  </a:cxn>
                  <a:cxn ang="0">
                    <a:pos x="1102" y="83"/>
                  </a:cxn>
                  <a:cxn ang="0">
                    <a:pos x="1129" y="136"/>
                  </a:cxn>
                  <a:cxn ang="0">
                    <a:pos x="1156" y="201"/>
                  </a:cxn>
                  <a:cxn ang="0">
                    <a:pos x="1181" y="278"/>
                  </a:cxn>
                  <a:cxn ang="0">
                    <a:pos x="1203" y="366"/>
                  </a:cxn>
                  <a:cxn ang="0">
                    <a:pos x="1218" y="464"/>
                  </a:cxn>
                  <a:cxn ang="0">
                    <a:pos x="1224" y="574"/>
                  </a:cxn>
                  <a:cxn ang="0">
                    <a:pos x="1219" y="693"/>
                  </a:cxn>
                  <a:cxn ang="0">
                    <a:pos x="1200" y="822"/>
                  </a:cxn>
                  <a:cxn ang="0">
                    <a:pos x="1165" y="960"/>
                  </a:cxn>
                  <a:cxn ang="0">
                    <a:pos x="1123" y="1081"/>
                  </a:cxn>
                  <a:cxn ang="0">
                    <a:pos x="1076" y="1183"/>
                  </a:cxn>
                  <a:cxn ang="0">
                    <a:pos x="1026" y="1266"/>
                  </a:cxn>
                  <a:cxn ang="0">
                    <a:pos x="976" y="1333"/>
                  </a:cxn>
                  <a:cxn ang="0">
                    <a:pos x="923" y="1386"/>
                  </a:cxn>
                  <a:cxn ang="0">
                    <a:pos x="873" y="1427"/>
                  </a:cxn>
                  <a:cxn ang="0">
                    <a:pos x="824" y="1456"/>
                  </a:cxn>
                  <a:cxn ang="0">
                    <a:pos x="779" y="1475"/>
                  </a:cxn>
                  <a:cxn ang="0">
                    <a:pos x="738" y="1488"/>
                  </a:cxn>
                  <a:cxn ang="0">
                    <a:pos x="703" y="1494"/>
                  </a:cxn>
                  <a:cxn ang="0">
                    <a:pos x="675" y="1497"/>
                  </a:cxn>
                  <a:cxn ang="0">
                    <a:pos x="655" y="1496"/>
                  </a:cxn>
                  <a:cxn ang="0">
                    <a:pos x="645" y="1495"/>
                  </a:cxn>
                  <a:cxn ang="0">
                    <a:pos x="616" y="1497"/>
                  </a:cxn>
                  <a:cxn ang="0">
                    <a:pos x="562" y="1484"/>
                  </a:cxn>
                  <a:cxn ang="0">
                    <a:pos x="508" y="1451"/>
                  </a:cxn>
                  <a:cxn ang="0">
                    <a:pos x="457" y="1403"/>
                  </a:cxn>
                  <a:cxn ang="0">
                    <a:pos x="406" y="1339"/>
                  </a:cxn>
                  <a:cxn ang="0">
                    <a:pos x="358" y="1264"/>
                  </a:cxn>
                  <a:cxn ang="0">
                    <a:pos x="311" y="1178"/>
                  </a:cxn>
                  <a:cxn ang="0">
                    <a:pos x="266" y="1087"/>
                  </a:cxn>
                  <a:cxn ang="0">
                    <a:pos x="224" y="989"/>
                  </a:cxn>
                  <a:cxn ang="0">
                    <a:pos x="185" y="890"/>
                  </a:cxn>
                  <a:cxn ang="0">
                    <a:pos x="132" y="743"/>
                  </a:cxn>
                  <a:cxn ang="0">
                    <a:pos x="100" y="648"/>
                  </a:cxn>
                  <a:cxn ang="0">
                    <a:pos x="73" y="560"/>
                  </a:cxn>
                  <a:cxn ang="0">
                    <a:pos x="50" y="481"/>
                  </a:cxn>
                  <a:cxn ang="0">
                    <a:pos x="30" y="412"/>
                  </a:cxn>
                  <a:cxn ang="0">
                    <a:pos x="16" y="358"/>
                  </a:cxn>
                  <a:cxn ang="0">
                    <a:pos x="6" y="318"/>
                  </a:cxn>
                  <a:cxn ang="0">
                    <a:pos x="1" y="298"/>
                  </a:cxn>
                  <a:cxn ang="0">
                    <a:pos x="62" y="306"/>
                  </a:cxn>
                  <a:cxn ang="0">
                    <a:pos x="183" y="317"/>
                  </a:cxn>
                  <a:cxn ang="0">
                    <a:pos x="300" y="315"/>
                  </a:cxn>
                  <a:cxn ang="0">
                    <a:pos x="411" y="300"/>
                  </a:cxn>
                  <a:cxn ang="0">
                    <a:pos x="516" y="277"/>
                  </a:cxn>
                  <a:cxn ang="0">
                    <a:pos x="613" y="247"/>
                  </a:cxn>
                  <a:cxn ang="0">
                    <a:pos x="703" y="212"/>
                  </a:cxn>
                  <a:cxn ang="0">
                    <a:pos x="783" y="174"/>
                  </a:cxn>
                  <a:cxn ang="0">
                    <a:pos x="855" y="135"/>
                  </a:cxn>
                  <a:cxn ang="0">
                    <a:pos x="917" y="98"/>
                  </a:cxn>
                  <a:cxn ang="0">
                    <a:pos x="968" y="63"/>
                  </a:cxn>
                  <a:cxn ang="0">
                    <a:pos x="1006" y="34"/>
                  </a:cxn>
                  <a:cxn ang="0">
                    <a:pos x="1034" y="13"/>
                  </a:cxn>
                  <a:cxn ang="0">
                    <a:pos x="1047" y="2"/>
                  </a:cxn>
                </a:cxnLst>
                <a:rect l="0" t="0" r="r" b="b"/>
                <a:pathLst>
                  <a:path w="1224" h="1497">
                    <a:moveTo>
                      <a:pt x="1049" y="0"/>
                    </a:moveTo>
                    <a:lnTo>
                      <a:pt x="1051" y="2"/>
                    </a:lnTo>
                    <a:lnTo>
                      <a:pt x="1054" y="7"/>
                    </a:lnTo>
                    <a:lnTo>
                      <a:pt x="1061" y="15"/>
                    </a:lnTo>
                    <a:lnTo>
                      <a:pt x="1069" y="27"/>
                    </a:lnTo>
                    <a:lnTo>
                      <a:pt x="1079" y="43"/>
                    </a:lnTo>
                    <a:lnTo>
                      <a:pt x="1090" y="62"/>
                    </a:lnTo>
                    <a:lnTo>
                      <a:pt x="1102" y="83"/>
                    </a:lnTo>
                    <a:lnTo>
                      <a:pt x="1115" y="108"/>
                    </a:lnTo>
                    <a:lnTo>
                      <a:pt x="1129" y="136"/>
                    </a:lnTo>
                    <a:lnTo>
                      <a:pt x="1142" y="167"/>
                    </a:lnTo>
                    <a:lnTo>
                      <a:pt x="1156" y="201"/>
                    </a:lnTo>
                    <a:lnTo>
                      <a:pt x="1169" y="238"/>
                    </a:lnTo>
                    <a:lnTo>
                      <a:pt x="1181" y="278"/>
                    </a:lnTo>
                    <a:lnTo>
                      <a:pt x="1193" y="321"/>
                    </a:lnTo>
                    <a:lnTo>
                      <a:pt x="1203" y="366"/>
                    </a:lnTo>
                    <a:lnTo>
                      <a:pt x="1211" y="414"/>
                    </a:lnTo>
                    <a:lnTo>
                      <a:pt x="1218" y="464"/>
                    </a:lnTo>
                    <a:lnTo>
                      <a:pt x="1223" y="518"/>
                    </a:lnTo>
                    <a:lnTo>
                      <a:pt x="1224" y="574"/>
                    </a:lnTo>
                    <a:lnTo>
                      <a:pt x="1223" y="632"/>
                    </a:lnTo>
                    <a:lnTo>
                      <a:pt x="1219" y="693"/>
                    </a:lnTo>
                    <a:lnTo>
                      <a:pt x="1211" y="756"/>
                    </a:lnTo>
                    <a:lnTo>
                      <a:pt x="1200" y="822"/>
                    </a:lnTo>
                    <a:lnTo>
                      <a:pt x="1185" y="889"/>
                    </a:lnTo>
                    <a:lnTo>
                      <a:pt x="1165" y="960"/>
                    </a:lnTo>
                    <a:lnTo>
                      <a:pt x="1145" y="1023"/>
                    </a:lnTo>
                    <a:lnTo>
                      <a:pt x="1123" y="1081"/>
                    </a:lnTo>
                    <a:lnTo>
                      <a:pt x="1099" y="1134"/>
                    </a:lnTo>
                    <a:lnTo>
                      <a:pt x="1076" y="1183"/>
                    </a:lnTo>
                    <a:lnTo>
                      <a:pt x="1052" y="1226"/>
                    </a:lnTo>
                    <a:lnTo>
                      <a:pt x="1026" y="1266"/>
                    </a:lnTo>
                    <a:lnTo>
                      <a:pt x="1001" y="1302"/>
                    </a:lnTo>
                    <a:lnTo>
                      <a:pt x="976" y="1333"/>
                    </a:lnTo>
                    <a:lnTo>
                      <a:pt x="949" y="1362"/>
                    </a:lnTo>
                    <a:lnTo>
                      <a:pt x="923" y="1386"/>
                    </a:lnTo>
                    <a:lnTo>
                      <a:pt x="898" y="1408"/>
                    </a:lnTo>
                    <a:lnTo>
                      <a:pt x="873" y="1427"/>
                    </a:lnTo>
                    <a:lnTo>
                      <a:pt x="848" y="1443"/>
                    </a:lnTo>
                    <a:lnTo>
                      <a:pt x="824" y="1456"/>
                    </a:lnTo>
                    <a:lnTo>
                      <a:pt x="801" y="1467"/>
                    </a:lnTo>
                    <a:lnTo>
                      <a:pt x="779" y="1475"/>
                    </a:lnTo>
                    <a:lnTo>
                      <a:pt x="758" y="1483"/>
                    </a:lnTo>
                    <a:lnTo>
                      <a:pt x="738" y="1488"/>
                    </a:lnTo>
                    <a:lnTo>
                      <a:pt x="720" y="1491"/>
                    </a:lnTo>
                    <a:lnTo>
                      <a:pt x="703" y="1494"/>
                    </a:lnTo>
                    <a:lnTo>
                      <a:pt x="688" y="1496"/>
                    </a:lnTo>
                    <a:lnTo>
                      <a:pt x="675" y="1497"/>
                    </a:lnTo>
                    <a:lnTo>
                      <a:pt x="664" y="1497"/>
                    </a:lnTo>
                    <a:lnTo>
                      <a:pt x="655" y="1496"/>
                    </a:lnTo>
                    <a:lnTo>
                      <a:pt x="648" y="1496"/>
                    </a:lnTo>
                    <a:lnTo>
                      <a:pt x="645" y="1495"/>
                    </a:lnTo>
                    <a:lnTo>
                      <a:pt x="643" y="1495"/>
                    </a:lnTo>
                    <a:lnTo>
                      <a:pt x="616" y="1497"/>
                    </a:lnTo>
                    <a:lnTo>
                      <a:pt x="588" y="1492"/>
                    </a:lnTo>
                    <a:lnTo>
                      <a:pt x="562" y="1484"/>
                    </a:lnTo>
                    <a:lnTo>
                      <a:pt x="535" y="1470"/>
                    </a:lnTo>
                    <a:lnTo>
                      <a:pt x="508" y="1451"/>
                    </a:lnTo>
                    <a:lnTo>
                      <a:pt x="482" y="1429"/>
                    </a:lnTo>
                    <a:lnTo>
                      <a:pt x="457" y="1403"/>
                    </a:lnTo>
                    <a:lnTo>
                      <a:pt x="431" y="1373"/>
                    </a:lnTo>
                    <a:lnTo>
                      <a:pt x="406" y="1339"/>
                    </a:lnTo>
                    <a:lnTo>
                      <a:pt x="382" y="1303"/>
                    </a:lnTo>
                    <a:lnTo>
                      <a:pt x="358" y="1264"/>
                    </a:lnTo>
                    <a:lnTo>
                      <a:pt x="334" y="1222"/>
                    </a:lnTo>
                    <a:lnTo>
                      <a:pt x="311" y="1178"/>
                    </a:lnTo>
                    <a:lnTo>
                      <a:pt x="288" y="1133"/>
                    </a:lnTo>
                    <a:lnTo>
                      <a:pt x="266" y="1087"/>
                    </a:lnTo>
                    <a:lnTo>
                      <a:pt x="245" y="1039"/>
                    </a:lnTo>
                    <a:lnTo>
                      <a:pt x="224" y="989"/>
                    </a:lnTo>
                    <a:lnTo>
                      <a:pt x="204" y="941"/>
                    </a:lnTo>
                    <a:lnTo>
                      <a:pt x="185" y="890"/>
                    </a:lnTo>
                    <a:lnTo>
                      <a:pt x="166" y="841"/>
                    </a:lnTo>
                    <a:lnTo>
                      <a:pt x="132" y="743"/>
                    </a:lnTo>
                    <a:lnTo>
                      <a:pt x="116" y="695"/>
                    </a:lnTo>
                    <a:lnTo>
                      <a:pt x="100" y="648"/>
                    </a:lnTo>
                    <a:lnTo>
                      <a:pt x="87" y="604"/>
                    </a:lnTo>
                    <a:lnTo>
                      <a:pt x="73" y="560"/>
                    </a:lnTo>
                    <a:lnTo>
                      <a:pt x="61" y="519"/>
                    </a:lnTo>
                    <a:lnTo>
                      <a:pt x="50" y="481"/>
                    </a:lnTo>
                    <a:lnTo>
                      <a:pt x="40" y="445"/>
                    </a:lnTo>
                    <a:lnTo>
                      <a:pt x="30" y="412"/>
                    </a:lnTo>
                    <a:lnTo>
                      <a:pt x="23" y="383"/>
                    </a:lnTo>
                    <a:lnTo>
                      <a:pt x="16" y="358"/>
                    </a:lnTo>
                    <a:lnTo>
                      <a:pt x="10" y="336"/>
                    </a:lnTo>
                    <a:lnTo>
                      <a:pt x="6" y="318"/>
                    </a:lnTo>
                    <a:lnTo>
                      <a:pt x="2" y="305"/>
                    </a:lnTo>
                    <a:lnTo>
                      <a:pt x="1" y="298"/>
                    </a:lnTo>
                    <a:lnTo>
                      <a:pt x="0" y="295"/>
                    </a:lnTo>
                    <a:lnTo>
                      <a:pt x="62" y="306"/>
                    </a:lnTo>
                    <a:lnTo>
                      <a:pt x="124" y="313"/>
                    </a:lnTo>
                    <a:lnTo>
                      <a:pt x="183" y="317"/>
                    </a:lnTo>
                    <a:lnTo>
                      <a:pt x="242" y="317"/>
                    </a:lnTo>
                    <a:lnTo>
                      <a:pt x="300" y="315"/>
                    </a:lnTo>
                    <a:lnTo>
                      <a:pt x="356" y="309"/>
                    </a:lnTo>
                    <a:lnTo>
                      <a:pt x="411" y="300"/>
                    </a:lnTo>
                    <a:lnTo>
                      <a:pt x="464" y="290"/>
                    </a:lnTo>
                    <a:lnTo>
                      <a:pt x="516" y="277"/>
                    </a:lnTo>
                    <a:lnTo>
                      <a:pt x="565" y="263"/>
                    </a:lnTo>
                    <a:lnTo>
                      <a:pt x="613" y="247"/>
                    </a:lnTo>
                    <a:lnTo>
                      <a:pt x="659" y="230"/>
                    </a:lnTo>
                    <a:lnTo>
                      <a:pt x="703" y="212"/>
                    </a:lnTo>
                    <a:lnTo>
                      <a:pt x="744" y="193"/>
                    </a:lnTo>
                    <a:lnTo>
                      <a:pt x="783" y="174"/>
                    </a:lnTo>
                    <a:lnTo>
                      <a:pt x="821" y="155"/>
                    </a:lnTo>
                    <a:lnTo>
                      <a:pt x="855" y="135"/>
                    </a:lnTo>
                    <a:lnTo>
                      <a:pt x="888" y="116"/>
                    </a:lnTo>
                    <a:lnTo>
                      <a:pt x="917" y="98"/>
                    </a:lnTo>
                    <a:lnTo>
                      <a:pt x="944" y="80"/>
                    </a:lnTo>
                    <a:lnTo>
                      <a:pt x="968" y="63"/>
                    </a:lnTo>
                    <a:lnTo>
                      <a:pt x="988" y="48"/>
                    </a:lnTo>
                    <a:lnTo>
                      <a:pt x="1006" y="34"/>
                    </a:lnTo>
                    <a:lnTo>
                      <a:pt x="1022" y="23"/>
                    </a:lnTo>
                    <a:lnTo>
                      <a:pt x="1034" y="13"/>
                    </a:lnTo>
                    <a:lnTo>
                      <a:pt x="1042" y="6"/>
                    </a:lnTo>
                    <a:lnTo>
                      <a:pt x="1047" y="2"/>
                    </a:lnTo>
                    <a:lnTo>
                      <a:pt x="1049" y="0"/>
                    </a:lnTo>
                    <a:close/>
                  </a:path>
                </a:pathLst>
              </a:custGeom>
              <a:solidFill>
                <a:srgbClr val="FFC000">
                  <a:alpha val="59000"/>
                </a:srgbClr>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7" name="Freeform 13"/>
              <p:cNvSpPr>
                <a:spLocks/>
              </p:cNvSpPr>
              <p:nvPr/>
            </p:nvSpPr>
            <p:spPr bwMode="auto">
              <a:xfrm>
                <a:off x="3879850" y="3028951"/>
                <a:ext cx="1347788" cy="2398713"/>
              </a:xfrm>
              <a:custGeom>
                <a:avLst/>
                <a:gdLst/>
                <a:ahLst/>
                <a:cxnLst>
                  <a:cxn ang="0">
                    <a:pos x="24" y="1"/>
                  </a:cxn>
                  <a:cxn ang="0">
                    <a:pos x="33" y="17"/>
                  </a:cxn>
                  <a:cxn ang="0">
                    <a:pos x="52" y="44"/>
                  </a:cxn>
                  <a:cxn ang="0">
                    <a:pos x="82" y="82"/>
                  </a:cxn>
                  <a:cxn ang="0">
                    <a:pos x="121" y="127"/>
                  </a:cxn>
                  <a:cxn ang="0">
                    <a:pos x="173" y="179"/>
                  </a:cxn>
                  <a:cxn ang="0">
                    <a:pos x="236" y="235"/>
                  </a:cxn>
                  <a:cxn ang="0">
                    <a:pos x="311" y="292"/>
                  </a:cxn>
                  <a:cxn ang="0">
                    <a:pos x="399" y="349"/>
                  </a:cxn>
                  <a:cxn ang="0">
                    <a:pos x="500" y="402"/>
                  </a:cxn>
                  <a:cxn ang="0">
                    <a:pos x="614" y="450"/>
                  </a:cxn>
                  <a:cxn ang="0">
                    <a:pos x="743" y="491"/>
                  </a:cxn>
                  <a:cxn ang="0">
                    <a:pos x="813" y="510"/>
                  </a:cxn>
                  <a:cxn ang="0">
                    <a:pos x="805" y="527"/>
                  </a:cxn>
                  <a:cxn ang="0">
                    <a:pos x="791" y="559"/>
                  </a:cxn>
                  <a:cxn ang="0">
                    <a:pos x="774" y="605"/>
                  </a:cxn>
                  <a:cxn ang="0">
                    <a:pos x="754" y="663"/>
                  </a:cxn>
                  <a:cxn ang="0">
                    <a:pos x="733" y="729"/>
                  </a:cxn>
                  <a:cxn ang="0">
                    <a:pos x="714" y="805"/>
                  </a:cxn>
                  <a:cxn ang="0">
                    <a:pos x="697" y="886"/>
                  </a:cxn>
                  <a:cxn ang="0">
                    <a:pos x="686" y="971"/>
                  </a:cxn>
                  <a:cxn ang="0">
                    <a:pos x="681" y="1060"/>
                  </a:cxn>
                  <a:cxn ang="0">
                    <a:pos x="684" y="1149"/>
                  </a:cxn>
                  <a:cxn ang="0">
                    <a:pos x="697" y="1237"/>
                  </a:cxn>
                  <a:cxn ang="0">
                    <a:pos x="723" y="1322"/>
                  </a:cxn>
                  <a:cxn ang="0">
                    <a:pos x="761" y="1403"/>
                  </a:cxn>
                  <a:cxn ang="0">
                    <a:pos x="815" y="1477"/>
                  </a:cxn>
                  <a:cxn ang="0">
                    <a:pos x="847" y="1511"/>
                  </a:cxn>
                  <a:cxn ang="0">
                    <a:pos x="837" y="1508"/>
                  </a:cxn>
                  <a:cxn ang="0">
                    <a:pos x="815" y="1503"/>
                  </a:cxn>
                  <a:cxn ang="0">
                    <a:pos x="786" y="1495"/>
                  </a:cxn>
                  <a:cxn ang="0">
                    <a:pos x="749" y="1482"/>
                  </a:cxn>
                  <a:cxn ang="0">
                    <a:pos x="705" y="1466"/>
                  </a:cxn>
                  <a:cxn ang="0">
                    <a:pos x="655" y="1444"/>
                  </a:cxn>
                  <a:cxn ang="0">
                    <a:pos x="602" y="1418"/>
                  </a:cxn>
                  <a:cxn ang="0">
                    <a:pos x="545" y="1385"/>
                  </a:cxn>
                  <a:cxn ang="0">
                    <a:pos x="485" y="1347"/>
                  </a:cxn>
                  <a:cxn ang="0">
                    <a:pos x="426" y="1302"/>
                  </a:cxn>
                  <a:cxn ang="0">
                    <a:pos x="365" y="1250"/>
                  </a:cxn>
                  <a:cxn ang="0">
                    <a:pos x="306" y="1191"/>
                  </a:cxn>
                  <a:cxn ang="0">
                    <a:pos x="249" y="1124"/>
                  </a:cxn>
                  <a:cxn ang="0">
                    <a:pos x="195" y="1048"/>
                  </a:cxn>
                  <a:cxn ang="0">
                    <a:pos x="145" y="964"/>
                  </a:cxn>
                  <a:cxn ang="0">
                    <a:pos x="101" y="870"/>
                  </a:cxn>
                  <a:cxn ang="0">
                    <a:pos x="64" y="766"/>
                  </a:cxn>
                  <a:cxn ang="0">
                    <a:pos x="34" y="651"/>
                  </a:cxn>
                  <a:cxn ang="0">
                    <a:pos x="13" y="527"/>
                  </a:cxn>
                  <a:cxn ang="0">
                    <a:pos x="2" y="391"/>
                  </a:cxn>
                  <a:cxn ang="0">
                    <a:pos x="1" y="244"/>
                  </a:cxn>
                  <a:cxn ang="0">
                    <a:pos x="13" y="84"/>
                  </a:cxn>
                </a:cxnLst>
                <a:rect l="0" t="0" r="r" b="b"/>
                <a:pathLst>
                  <a:path w="849" h="1511">
                    <a:moveTo>
                      <a:pt x="23" y="0"/>
                    </a:moveTo>
                    <a:lnTo>
                      <a:pt x="24" y="1"/>
                    </a:lnTo>
                    <a:lnTo>
                      <a:pt x="27" y="7"/>
                    </a:lnTo>
                    <a:lnTo>
                      <a:pt x="33" y="17"/>
                    </a:lnTo>
                    <a:lnTo>
                      <a:pt x="42" y="29"/>
                    </a:lnTo>
                    <a:lnTo>
                      <a:pt x="52" y="44"/>
                    </a:lnTo>
                    <a:lnTo>
                      <a:pt x="66" y="61"/>
                    </a:lnTo>
                    <a:lnTo>
                      <a:pt x="82" y="82"/>
                    </a:lnTo>
                    <a:lnTo>
                      <a:pt x="100" y="104"/>
                    </a:lnTo>
                    <a:lnTo>
                      <a:pt x="121" y="127"/>
                    </a:lnTo>
                    <a:lnTo>
                      <a:pt x="146" y="153"/>
                    </a:lnTo>
                    <a:lnTo>
                      <a:pt x="173" y="179"/>
                    </a:lnTo>
                    <a:lnTo>
                      <a:pt x="203" y="207"/>
                    </a:lnTo>
                    <a:lnTo>
                      <a:pt x="236" y="235"/>
                    </a:lnTo>
                    <a:lnTo>
                      <a:pt x="272" y="263"/>
                    </a:lnTo>
                    <a:lnTo>
                      <a:pt x="311" y="292"/>
                    </a:lnTo>
                    <a:lnTo>
                      <a:pt x="354" y="320"/>
                    </a:lnTo>
                    <a:lnTo>
                      <a:pt x="399" y="349"/>
                    </a:lnTo>
                    <a:lnTo>
                      <a:pt x="448" y="376"/>
                    </a:lnTo>
                    <a:lnTo>
                      <a:pt x="500" y="402"/>
                    </a:lnTo>
                    <a:lnTo>
                      <a:pt x="555" y="427"/>
                    </a:lnTo>
                    <a:lnTo>
                      <a:pt x="614" y="450"/>
                    </a:lnTo>
                    <a:lnTo>
                      <a:pt x="678" y="472"/>
                    </a:lnTo>
                    <a:lnTo>
                      <a:pt x="743" y="491"/>
                    </a:lnTo>
                    <a:lnTo>
                      <a:pt x="814" y="508"/>
                    </a:lnTo>
                    <a:lnTo>
                      <a:pt x="813" y="510"/>
                    </a:lnTo>
                    <a:lnTo>
                      <a:pt x="809" y="516"/>
                    </a:lnTo>
                    <a:lnTo>
                      <a:pt x="805" y="527"/>
                    </a:lnTo>
                    <a:lnTo>
                      <a:pt x="799" y="541"/>
                    </a:lnTo>
                    <a:lnTo>
                      <a:pt x="791" y="559"/>
                    </a:lnTo>
                    <a:lnTo>
                      <a:pt x="783" y="580"/>
                    </a:lnTo>
                    <a:lnTo>
                      <a:pt x="774" y="605"/>
                    </a:lnTo>
                    <a:lnTo>
                      <a:pt x="764" y="633"/>
                    </a:lnTo>
                    <a:lnTo>
                      <a:pt x="754" y="663"/>
                    </a:lnTo>
                    <a:lnTo>
                      <a:pt x="743" y="695"/>
                    </a:lnTo>
                    <a:lnTo>
                      <a:pt x="733" y="729"/>
                    </a:lnTo>
                    <a:lnTo>
                      <a:pt x="724" y="766"/>
                    </a:lnTo>
                    <a:lnTo>
                      <a:pt x="714" y="805"/>
                    </a:lnTo>
                    <a:lnTo>
                      <a:pt x="706" y="845"/>
                    </a:lnTo>
                    <a:lnTo>
                      <a:pt x="697" y="886"/>
                    </a:lnTo>
                    <a:lnTo>
                      <a:pt x="691" y="929"/>
                    </a:lnTo>
                    <a:lnTo>
                      <a:pt x="686" y="971"/>
                    </a:lnTo>
                    <a:lnTo>
                      <a:pt x="683" y="1016"/>
                    </a:lnTo>
                    <a:lnTo>
                      <a:pt x="681" y="1060"/>
                    </a:lnTo>
                    <a:lnTo>
                      <a:pt x="681" y="1105"/>
                    </a:lnTo>
                    <a:lnTo>
                      <a:pt x="684" y="1149"/>
                    </a:lnTo>
                    <a:lnTo>
                      <a:pt x="690" y="1194"/>
                    </a:lnTo>
                    <a:lnTo>
                      <a:pt x="697" y="1237"/>
                    </a:lnTo>
                    <a:lnTo>
                      <a:pt x="708" y="1280"/>
                    </a:lnTo>
                    <a:lnTo>
                      <a:pt x="723" y="1322"/>
                    </a:lnTo>
                    <a:lnTo>
                      <a:pt x="740" y="1363"/>
                    </a:lnTo>
                    <a:lnTo>
                      <a:pt x="761" y="1403"/>
                    </a:lnTo>
                    <a:lnTo>
                      <a:pt x="786" y="1441"/>
                    </a:lnTo>
                    <a:lnTo>
                      <a:pt x="815" y="1477"/>
                    </a:lnTo>
                    <a:lnTo>
                      <a:pt x="849" y="1511"/>
                    </a:lnTo>
                    <a:lnTo>
                      <a:pt x="847" y="1511"/>
                    </a:lnTo>
                    <a:lnTo>
                      <a:pt x="843" y="1510"/>
                    </a:lnTo>
                    <a:lnTo>
                      <a:pt x="837" y="1508"/>
                    </a:lnTo>
                    <a:lnTo>
                      <a:pt x="827" y="1506"/>
                    </a:lnTo>
                    <a:lnTo>
                      <a:pt x="815" y="1503"/>
                    </a:lnTo>
                    <a:lnTo>
                      <a:pt x="802" y="1499"/>
                    </a:lnTo>
                    <a:lnTo>
                      <a:pt x="786" y="1495"/>
                    </a:lnTo>
                    <a:lnTo>
                      <a:pt x="768" y="1489"/>
                    </a:lnTo>
                    <a:lnTo>
                      <a:pt x="749" y="1482"/>
                    </a:lnTo>
                    <a:lnTo>
                      <a:pt x="727" y="1474"/>
                    </a:lnTo>
                    <a:lnTo>
                      <a:pt x="705" y="1466"/>
                    </a:lnTo>
                    <a:lnTo>
                      <a:pt x="681" y="1455"/>
                    </a:lnTo>
                    <a:lnTo>
                      <a:pt x="655" y="1444"/>
                    </a:lnTo>
                    <a:lnTo>
                      <a:pt x="629" y="1431"/>
                    </a:lnTo>
                    <a:lnTo>
                      <a:pt x="602" y="1418"/>
                    </a:lnTo>
                    <a:lnTo>
                      <a:pt x="573" y="1402"/>
                    </a:lnTo>
                    <a:lnTo>
                      <a:pt x="545" y="1385"/>
                    </a:lnTo>
                    <a:lnTo>
                      <a:pt x="515" y="1366"/>
                    </a:lnTo>
                    <a:lnTo>
                      <a:pt x="485" y="1347"/>
                    </a:lnTo>
                    <a:lnTo>
                      <a:pt x="455" y="1325"/>
                    </a:lnTo>
                    <a:lnTo>
                      <a:pt x="426" y="1302"/>
                    </a:lnTo>
                    <a:lnTo>
                      <a:pt x="395" y="1277"/>
                    </a:lnTo>
                    <a:lnTo>
                      <a:pt x="365" y="1250"/>
                    </a:lnTo>
                    <a:lnTo>
                      <a:pt x="335" y="1222"/>
                    </a:lnTo>
                    <a:lnTo>
                      <a:pt x="306" y="1191"/>
                    </a:lnTo>
                    <a:lnTo>
                      <a:pt x="277" y="1159"/>
                    </a:lnTo>
                    <a:lnTo>
                      <a:pt x="249" y="1124"/>
                    </a:lnTo>
                    <a:lnTo>
                      <a:pt x="221" y="1087"/>
                    </a:lnTo>
                    <a:lnTo>
                      <a:pt x="195" y="1048"/>
                    </a:lnTo>
                    <a:lnTo>
                      <a:pt x="169" y="1006"/>
                    </a:lnTo>
                    <a:lnTo>
                      <a:pt x="145" y="964"/>
                    </a:lnTo>
                    <a:lnTo>
                      <a:pt x="122" y="917"/>
                    </a:lnTo>
                    <a:lnTo>
                      <a:pt x="101" y="870"/>
                    </a:lnTo>
                    <a:lnTo>
                      <a:pt x="81" y="819"/>
                    </a:lnTo>
                    <a:lnTo>
                      <a:pt x="64" y="766"/>
                    </a:lnTo>
                    <a:lnTo>
                      <a:pt x="48" y="710"/>
                    </a:lnTo>
                    <a:lnTo>
                      <a:pt x="34" y="651"/>
                    </a:lnTo>
                    <a:lnTo>
                      <a:pt x="22" y="591"/>
                    </a:lnTo>
                    <a:lnTo>
                      <a:pt x="13" y="527"/>
                    </a:lnTo>
                    <a:lnTo>
                      <a:pt x="6" y="461"/>
                    </a:lnTo>
                    <a:lnTo>
                      <a:pt x="2" y="391"/>
                    </a:lnTo>
                    <a:lnTo>
                      <a:pt x="0" y="319"/>
                    </a:lnTo>
                    <a:lnTo>
                      <a:pt x="1" y="244"/>
                    </a:lnTo>
                    <a:lnTo>
                      <a:pt x="5" y="166"/>
                    </a:lnTo>
                    <a:lnTo>
                      <a:pt x="13" y="84"/>
                    </a:lnTo>
                    <a:lnTo>
                      <a:pt x="23" y="0"/>
                    </a:lnTo>
                    <a:close/>
                  </a:path>
                </a:pathLst>
              </a:custGeom>
              <a:gradFill flip="none" rotWithShape="1">
                <a:gsLst>
                  <a:gs pos="0">
                    <a:srgbClr val="E2AC00">
                      <a:shade val="30000"/>
                      <a:satMod val="115000"/>
                    </a:srgbClr>
                  </a:gs>
                  <a:gs pos="50000">
                    <a:srgbClr val="E2AC00">
                      <a:shade val="67500"/>
                      <a:satMod val="115000"/>
                    </a:srgbClr>
                  </a:gs>
                  <a:gs pos="100000">
                    <a:srgbClr val="E2AC00">
                      <a:shade val="100000"/>
                      <a:satMod val="115000"/>
                    </a:srgbClr>
                  </a:gs>
                </a:gsLst>
                <a:lin ang="189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sp>
          <p:nvSpPr>
            <p:cNvPr id="16" name="Oval 15"/>
            <p:cNvSpPr/>
            <p:nvPr/>
          </p:nvSpPr>
          <p:spPr>
            <a:xfrm flipV="1">
              <a:off x="4052553" y="5867400"/>
              <a:ext cx="4117976" cy="411798"/>
            </a:xfrm>
            <a:prstGeom prst="ellipse">
              <a:avLst/>
            </a:prstGeom>
            <a:gradFill flip="none" rotWithShape="1">
              <a:gsLst>
                <a:gs pos="0">
                  <a:sysClr val="windowText" lastClr="000000">
                    <a:lumMod val="50000"/>
                    <a:lumOff val="50000"/>
                    <a:alpha val="53000"/>
                  </a:sysClr>
                </a:gs>
                <a:gs pos="100000">
                  <a:sysClr val="window" lastClr="FFFFFF">
                    <a:alpha val="0"/>
                    <a:lumMod val="10000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grpSp>
      <p:sp>
        <p:nvSpPr>
          <p:cNvPr id="22" name="TextBox 21"/>
          <p:cNvSpPr txBox="1"/>
          <p:nvPr/>
        </p:nvSpPr>
        <p:spPr>
          <a:xfrm>
            <a:off x="4109488" y="2162664"/>
            <a:ext cx="474810" cy="717761"/>
          </a:xfrm>
          <a:prstGeom prst="rect">
            <a:avLst/>
          </a:prstGeom>
          <a:noFill/>
        </p:spPr>
        <p:txBody>
          <a:bodyPr wrap="none" rtlCol="0">
            <a:spAutoFit/>
          </a:bodyPr>
          <a:lstStyle/>
          <a:p>
            <a:pPr defTabSz="990671" fontAlgn="auto">
              <a:spcBef>
                <a:spcPts val="0"/>
              </a:spcBef>
              <a:spcAft>
                <a:spcPts val="0"/>
              </a:spcAft>
            </a:pPr>
            <a:r>
              <a:rPr lang="en-US" sz="4064" dirty="0">
                <a:solidFill>
                  <a:prstClr val="white"/>
                </a:solidFill>
                <a:latin typeface="Arial" pitchFamily="34" charset="0"/>
                <a:cs typeface="Arial" pitchFamily="34" charset="0"/>
              </a:rPr>
              <a:t>1</a:t>
            </a:r>
          </a:p>
        </p:txBody>
      </p:sp>
      <p:sp>
        <p:nvSpPr>
          <p:cNvPr id="23" name="TextBox 22"/>
          <p:cNvSpPr txBox="1"/>
          <p:nvPr/>
        </p:nvSpPr>
        <p:spPr>
          <a:xfrm>
            <a:off x="5855460" y="2553451"/>
            <a:ext cx="474810" cy="717761"/>
          </a:xfrm>
          <a:prstGeom prst="rect">
            <a:avLst/>
          </a:prstGeom>
          <a:noFill/>
        </p:spPr>
        <p:txBody>
          <a:bodyPr wrap="none" rtlCol="0">
            <a:spAutoFit/>
          </a:bodyPr>
          <a:lstStyle/>
          <a:p>
            <a:pPr defTabSz="990671" fontAlgn="auto">
              <a:spcBef>
                <a:spcPts val="0"/>
              </a:spcBef>
              <a:spcAft>
                <a:spcPts val="0"/>
              </a:spcAft>
            </a:pPr>
            <a:r>
              <a:rPr lang="en-US" sz="4064" dirty="0">
                <a:solidFill>
                  <a:prstClr val="white"/>
                </a:solidFill>
                <a:latin typeface="Arial" pitchFamily="34" charset="0"/>
                <a:cs typeface="Arial" pitchFamily="34" charset="0"/>
              </a:rPr>
              <a:t>2</a:t>
            </a:r>
          </a:p>
        </p:txBody>
      </p:sp>
      <p:sp>
        <p:nvSpPr>
          <p:cNvPr id="24" name="TextBox 23"/>
          <p:cNvSpPr txBox="1"/>
          <p:nvPr/>
        </p:nvSpPr>
        <p:spPr>
          <a:xfrm>
            <a:off x="5440334" y="4398505"/>
            <a:ext cx="474810" cy="717761"/>
          </a:xfrm>
          <a:prstGeom prst="rect">
            <a:avLst/>
          </a:prstGeom>
          <a:noFill/>
        </p:spPr>
        <p:txBody>
          <a:bodyPr wrap="none" rtlCol="0">
            <a:spAutoFit/>
          </a:bodyPr>
          <a:lstStyle/>
          <a:p>
            <a:pPr defTabSz="990671" fontAlgn="auto">
              <a:spcBef>
                <a:spcPts val="0"/>
              </a:spcBef>
              <a:spcAft>
                <a:spcPts val="0"/>
              </a:spcAft>
            </a:pPr>
            <a:r>
              <a:rPr lang="en-US" sz="4064" dirty="0">
                <a:solidFill>
                  <a:prstClr val="white"/>
                </a:solidFill>
                <a:latin typeface="Arial" pitchFamily="34" charset="0"/>
                <a:cs typeface="Arial" pitchFamily="34" charset="0"/>
              </a:rPr>
              <a:t>3</a:t>
            </a:r>
          </a:p>
        </p:txBody>
      </p:sp>
      <p:sp>
        <p:nvSpPr>
          <p:cNvPr id="25" name="TextBox 24"/>
          <p:cNvSpPr txBox="1"/>
          <p:nvPr/>
        </p:nvSpPr>
        <p:spPr>
          <a:xfrm>
            <a:off x="3554268" y="3862501"/>
            <a:ext cx="474810" cy="717761"/>
          </a:xfrm>
          <a:prstGeom prst="rect">
            <a:avLst/>
          </a:prstGeom>
          <a:noFill/>
        </p:spPr>
        <p:txBody>
          <a:bodyPr wrap="none" rtlCol="0">
            <a:spAutoFit/>
          </a:bodyPr>
          <a:lstStyle/>
          <a:p>
            <a:pPr defTabSz="990671" fontAlgn="auto">
              <a:spcBef>
                <a:spcPts val="0"/>
              </a:spcBef>
              <a:spcAft>
                <a:spcPts val="0"/>
              </a:spcAft>
            </a:pPr>
            <a:r>
              <a:rPr lang="en-US" sz="4064" dirty="0">
                <a:solidFill>
                  <a:prstClr val="white"/>
                </a:solidFill>
                <a:latin typeface="Arial" pitchFamily="34" charset="0"/>
                <a:cs typeface="Arial" pitchFamily="34" charset="0"/>
              </a:rPr>
              <a:t>4</a:t>
            </a:r>
          </a:p>
        </p:txBody>
      </p:sp>
    </p:spTree>
    <p:extLst>
      <p:ext uri="{BB962C8B-B14F-4D97-AF65-F5344CB8AC3E}">
        <p14:creationId xmlns:p14="http://schemas.microsoft.com/office/powerpoint/2010/main" val="34318702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5" name="Freeform 7"/>
          <p:cNvSpPr>
            <a:spLocks/>
          </p:cNvSpPr>
          <p:nvPr/>
        </p:nvSpPr>
        <p:spPr bwMode="auto">
          <a:xfrm>
            <a:off x="0" y="3676714"/>
            <a:ext cx="9906000" cy="2539074"/>
          </a:xfrm>
          <a:custGeom>
            <a:avLst/>
            <a:gdLst/>
            <a:ahLst/>
            <a:cxnLst>
              <a:cxn ang="0">
                <a:pos x="2408" y="105"/>
              </a:cxn>
              <a:cxn ang="0">
                <a:pos x="2539" y="105"/>
              </a:cxn>
              <a:cxn ang="0">
                <a:pos x="2697" y="135"/>
              </a:cxn>
              <a:cxn ang="0">
                <a:pos x="2783" y="75"/>
              </a:cxn>
              <a:cxn ang="0">
                <a:pos x="2911" y="82"/>
              </a:cxn>
              <a:cxn ang="0">
                <a:pos x="3025" y="140"/>
              </a:cxn>
              <a:cxn ang="0">
                <a:pos x="3127" y="114"/>
              </a:cxn>
              <a:cxn ang="0">
                <a:pos x="3258" y="110"/>
              </a:cxn>
              <a:cxn ang="0">
                <a:pos x="3346" y="142"/>
              </a:cxn>
              <a:cxn ang="0">
                <a:pos x="3644" y="159"/>
              </a:cxn>
              <a:cxn ang="0">
                <a:pos x="3837" y="159"/>
              </a:cxn>
              <a:cxn ang="0">
                <a:pos x="3981" y="112"/>
              </a:cxn>
              <a:cxn ang="0">
                <a:pos x="4088" y="96"/>
              </a:cxn>
              <a:cxn ang="0">
                <a:pos x="4214" y="142"/>
              </a:cxn>
              <a:cxn ang="0">
                <a:pos x="4314" y="82"/>
              </a:cxn>
              <a:cxn ang="0">
                <a:pos x="4395" y="103"/>
              </a:cxn>
              <a:cxn ang="0">
                <a:pos x="4591" y="70"/>
              </a:cxn>
              <a:cxn ang="0">
                <a:pos x="4679" y="35"/>
              </a:cxn>
              <a:cxn ang="0">
                <a:pos x="4842" y="70"/>
              </a:cxn>
              <a:cxn ang="0">
                <a:pos x="4949" y="171"/>
              </a:cxn>
              <a:cxn ang="0">
                <a:pos x="5017" y="77"/>
              </a:cxn>
              <a:cxn ang="0">
                <a:pos x="5168" y="63"/>
              </a:cxn>
              <a:cxn ang="0">
                <a:pos x="5363" y="152"/>
              </a:cxn>
              <a:cxn ang="0">
                <a:pos x="5380" y="91"/>
              </a:cxn>
              <a:cxn ang="0">
                <a:pos x="5496" y="114"/>
              </a:cxn>
              <a:cxn ang="0">
                <a:pos x="5556" y="39"/>
              </a:cxn>
              <a:cxn ang="0">
                <a:pos x="5624" y="70"/>
              </a:cxn>
              <a:cxn ang="0">
                <a:pos x="5757" y="128"/>
              </a:cxn>
              <a:cxn ang="0">
                <a:pos x="6012" y="161"/>
              </a:cxn>
              <a:cxn ang="0">
                <a:pos x="6168" y="112"/>
              </a:cxn>
              <a:cxn ang="0">
                <a:pos x="6282" y="105"/>
              </a:cxn>
              <a:cxn ang="0">
                <a:pos x="6515" y="117"/>
              </a:cxn>
              <a:cxn ang="0">
                <a:pos x="6636" y="30"/>
              </a:cxn>
              <a:cxn ang="0">
                <a:pos x="6748" y="152"/>
              </a:cxn>
              <a:cxn ang="0">
                <a:pos x="6899" y="124"/>
              </a:cxn>
              <a:cxn ang="0">
                <a:pos x="7041" y="140"/>
              </a:cxn>
              <a:cxn ang="0">
                <a:pos x="7136" y="112"/>
              </a:cxn>
              <a:cxn ang="0">
                <a:pos x="7262" y="121"/>
              </a:cxn>
              <a:cxn ang="0">
                <a:pos x="7485" y="117"/>
              </a:cxn>
              <a:cxn ang="0">
                <a:pos x="0" y="3038"/>
              </a:cxn>
              <a:cxn ang="0">
                <a:pos x="105" y="114"/>
              </a:cxn>
              <a:cxn ang="0">
                <a:pos x="205" y="93"/>
              </a:cxn>
              <a:cxn ang="0">
                <a:pos x="479" y="72"/>
              </a:cxn>
              <a:cxn ang="0">
                <a:pos x="717" y="107"/>
              </a:cxn>
              <a:cxn ang="0">
                <a:pos x="852" y="72"/>
              </a:cxn>
              <a:cxn ang="0">
                <a:pos x="891" y="75"/>
              </a:cxn>
              <a:cxn ang="0">
                <a:pos x="991" y="114"/>
              </a:cxn>
              <a:cxn ang="0">
                <a:pos x="1182" y="114"/>
              </a:cxn>
              <a:cxn ang="0">
                <a:pos x="1319" y="77"/>
              </a:cxn>
              <a:cxn ang="0">
                <a:pos x="1480" y="86"/>
              </a:cxn>
              <a:cxn ang="0">
                <a:pos x="1612" y="100"/>
              </a:cxn>
              <a:cxn ang="0">
                <a:pos x="1685" y="150"/>
              </a:cxn>
              <a:cxn ang="0">
                <a:pos x="1757" y="79"/>
              </a:cxn>
              <a:cxn ang="0">
                <a:pos x="1880" y="98"/>
              </a:cxn>
              <a:cxn ang="0">
                <a:pos x="2066" y="107"/>
              </a:cxn>
              <a:cxn ang="0">
                <a:pos x="2159" y="44"/>
              </a:cxn>
            </a:cxnLst>
            <a:rect l="0" t="0" r="r" b="b"/>
            <a:pathLst>
              <a:path w="7669" h="3038">
                <a:moveTo>
                  <a:pt x="2190" y="0"/>
                </a:moveTo>
                <a:lnTo>
                  <a:pt x="2206" y="2"/>
                </a:lnTo>
                <a:lnTo>
                  <a:pt x="2224" y="11"/>
                </a:lnTo>
                <a:lnTo>
                  <a:pt x="2278" y="44"/>
                </a:lnTo>
                <a:lnTo>
                  <a:pt x="2327" y="70"/>
                </a:lnTo>
                <a:lnTo>
                  <a:pt x="2371" y="89"/>
                </a:lnTo>
                <a:lnTo>
                  <a:pt x="2408" y="105"/>
                </a:lnTo>
                <a:lnTo>
                  <a:pt x="2429" y="110"/>
                </a:lnTo>
                <a:lnTo>
                  <a:pt x="2445" y="110"/>
                </a:lnTo>
                <a:lnTo>
                  <a:pt x="2462" y="105"/>
                </a:lnTo>
                <a:lnTo>
                  <a:pt x="2478" y="103"/>
                </a:lnTo>
                <a:lnTo>
                  <a:pt x="2494" y="98"/>
                </a:lnTo>
                <a:lnTo>
                  <a:pt x="2515" y="100"/>
                </a:lnTo>
                <a:lnTo>
                  <a:pt x="2539" y="105"/>
                </a:lnTo>
                <a:lnTo>
                  <a:pt x="2553" y="110"/>
                </a:lnTo>
                <a:lnTo>
                  <a:pt x="2566" y="112"/>
                </a:lnTo>
                <a:lnTo>
                  <a:pt x="2585" y="117"/>
                </a:lnTo>
                <a:lnTo>
                  <a:pt x="2611" y="124"/>
                </a:lnTo>
                <a:lnTo>
                  <a:pt x="2646" y="133"/>
                </a:lnTo>
                <a:lnTo>
                  <a:pt x="2674" y="135"/>
                </a:lnTo>
                <a:lnTo>
                  <a:pt x="2697" y="135"/>
                </a:lnTo>
                <a:lnTo>
                  <a:pt x="2722" y="128"/>
                </a:lnTo>
                <a:lnTo>
                  <a:pt x="2736" y="119"/>
                </a:lnTo>
                <a:lnTo>
                  <a:pt x="2746" y="110"/>
                </a:lnTo>
                <a:lnTo>
                  <a:pt x="2750" y="98"/>
                </a:lnTo>
                <a:lnTo>
                  <a:pt x="2757" y="86"/>
                </a:lnTo>
                <a:lnTo>
                  <a:pt x="2767" y="79"/>
                </a:lnTo>
                <a:lnTo>
                  <a:pt x="2783" y="75"/>
                </a:lnTo>
                <a:lnTo>
                  <a:pt x="2804" y="70"/>
                </a:lnTo>
                <a:lnTo>
                  <a:pt x="2841" y="46"/>
                </a:lnTo>
                <a:lnTo>
                  <a:pt x="2857" y="39"/>
                </a:lnTo>
                <a:lnTo>
                  <a:pt x="2871" y="39"/>
                </a:lnTo>
                <a:lnTo>
                  <a:pt x="2883" y="49"/>
                </a:lnTo>
                <a:lnTo>
                  <a:pt x="2895" y="63"/>
                </a:lnTo>
                <a:lnTo>
                  <a:pt x="2911" y="82"/>
                </a:lnTo>
                <a:lnTo>
                  <a:pt x="2932" y="100"/>
                </a:lnTo>
                <a:lnTo>
                  <a:pt x="2950" y="119"/>
                </a:lnTo>
                <a:lnTo>
                  <a:pt x="2971" y="135"/>
                </a:lnTo>
                <a:lnTo>
                  <a:pt x="2990" y="147"/>
                </a:lnTo>
                <a:lnTo>
                  <a:pt x="3004" y="152"/>
                </a:lnTo>
                <a:lnTo>
                  <a:pt x="3013" y="150"/>
                </a:lnTo>
                <a:lnTo>
                  <a:pt x="3025" y="140"/>
                </a:lnTo>
                <a:lnTo>
                  <a:pt x="3037" y="133"/>
                </a:lnTo>
                <a:lnTo>
                  <a:pt x="3046" y="128"/>
                </a:lnTo>
                <a:lnTo>
                  <a:pt x="3057" y="128"/>
                </a:lnTo>
                <a:lnTo>
                  <a:pt x="3071" y="126"/>
                </a:lnTo>
                <a:lnTo>
                  <a:pt x="3092" y="121"/>
                </a:lnTo>
                <a:lnTo>
                  <a:pt x="3111" y="119"/>
                </a:lnTo>
                <a:lnTo>
                  <a:pt x="3127" y="114"/>
                </a:lnTo>
                <a:lnTo>
                  <a:pt x="3134" y="110"/>
                </a:lnTo>
                <a:lnTo>
                  <a:pt x="3144" y="105"/>
                </a:lnTo>
                <a:lnTo>
                  <a:pt x="3164" y="103"/>
                </a:lnTo>
                <a:lnTo>
                  <a:pt x="3190" y="100"/>
                </a:lnTo>
                <a:lnTo>
                  <a:pt x="3218" y="100"/>
                </a:lnTo>
                <a:lnTo>
                  <a:pt x="3241" y="103"/>
                </a:lnTo>
                <a:lnTo>
                  <a:pt x="3258" y="110"/>
                </a:lnTo>
                <a:lnTo>
                  <a:pt x="3269" y="119"/>
                </a:lnTo>
                <a:lnTo>
                  <a:pt x="3283" y="128"/>
                </a:lnTo>
                <a:lnTo>
                  <a:pt x="3299" y="140"/>
                </a:lnTo>
                <a:lnTo>
                  <a:pt x="3313" y="150"/>
                </a:lnTo>
                <a:lnTo>
                  <a:pt x="3327" y="154"/>
                </a:lnTo>
                <a:lnTo>
                  <a:pt x="3337" y="152"/>
                </a:lnTo>
                <a:lnTo>
                  <a:pt x="3346" y="142"/>
                </a:lnTo>
                <a:lnTo>
                  <a:pt x="3351" y="135"/>
                </a:lnTo>
                <a:lnTo>
                  <a:pt x="3379" y="128"/>
                </a:lnTo>
                <a:lnTo>
                  <a:pt x="3446" y="128"/>
                </a:lnTo>
                <a:lnTo>
                  <a:pt x="3539" y="138"/>
                </a:lnTo>
                <a:lnTo>
                  <a:pt x="3583" y="145"/>
                </a:lnTo>
                <a:lnTo>
                  <a:pt x="3621" y="154"/>
                </a:lnTo>
                <a:lnTo>
                  <a:pt x="3644" y="159"/>
                </a:lnTo>
                <a:lnTo>
                  <a:pt x="3660" y="159"/>
                </a:lnTo>
                <a:lnTo>
                  <a:pt x="3674" y="154"/>
                </a:lnTo>
                <a:lnTo>
                  <a:pt x="3683" y="150"/>
                </a:lnTo>
                <a:lnTo>
                  <a:pt x="3695" y="150"/>
                </a:lnTo>
                <a:lnTo>
                  <a:pt x="3730" y="161"/>
                </a:lnTo>
                <a:lnTo>
                  <a:pt x="3816" y="161"/>
                </a:lnTo>
                <a:lnTo>
                  <a:pt x="3837" y="159"/>
                </a:lnTo>
                <a:lnTo>
                  <a:pt x="3853" y="159"/>
                </a:lnTo>
                <a:lnTo>
                  <a:pt x="3865" y="157"/>
                </a:lnTo>
                <a:lnTo>
                  <a:pt x="3886" y="150"/>
                </a:lnTo>
                <a:lnTo>
                  <a:pt x="3911" y="140"/>
                </a:lnTo>
                <a:lnTo>
                  <a:pt x="3937" y="128"/>
                </a:lnTo>
                <a:lnTo>
                  <a:pt x="3960" y="117"/>
                </a:lnTo>
                <a:lnTo>
                  <a:pt x="3981" y="112"/>
                </a:lnTo>
                <a:lnTo>
                  <a:pt x="3995" y="110"/>
                </a:lnTo>
                <a:lnTo>
                  <a:pt x="4009" y="112"/>
                </a:lnTo>
                <a:lnTo>
                  <a:pt x="4035" y="112"/>
                </a:lnTo>
                <a:lnTo>
                  <a:pt x="4053" y="110"/>
                </a:lnTo>
                <a:lnTo>
                  <a:pt x="4067" y="105"/>
                </a:lnTo>
                <a:lnTo>
                  <a:pt x="4079" y="100"/>
                </a:lnTo>
                <a:lnTo>
                  <a:pt x="4088" y="96"/>
                </a:lnTo>
                <a:lnTo>
                  <a:pt x="4100" y="93"/>
                </a:lnTo>
                <a:lnTo>
                  <a:pt x="4114" y="98"/>
                </a:lnTo>
                <a:lnTo>
                  <a:pt x="4130" y="110"/>
                </a:lnTo>
                <a:lnTo>
                  <a:pt x="4149" y="126"/>
                </a:lnTo>
                <a:lnTo>
                  <a:pt x="4172" y="138"/>
                </a:lnTo>
                <a:lnTo>
                  <a:pt x="4195" y="142"/>
                </a:lnTo>
                <a:lnTo>
                  <a:pt x="4214" y="142"/>
                </a:lnTo>
                <a:lnTo>
                  <a:pt x="4235" y="135"/>
                </a:lnTo>
                <a:lnTo>
                  <a:pt x="4253" y="124"/>
                </a:lnTo>
                <a:lnTo>
                  <a:pt x="4267" y="110"/>
                </a:lnTo>
                <a:lnTo>
                  <a:pt x="4277" y="98"/>
                </a:lnTo>
                <a:lnTo>
                  <a:pt x="4286" y="84"/>
                </a:lnTo>
                <a:lnTo>
                  <a:pt x="4295" y="82"/>
                </a:lnTo>
                <a:lnTo>
                  <a:pt x="4314" y="82"/>
                </a:lnTo>
                <a:lnTo>
                  <a:pt x="4326" y="84"/>
                </a:lnTo>
                <a:lnTo>
                  <a:pt x="4330" y="84"/>
                </a:lnTo>
                <a:lnTo>
                  <a:pt x="4335" y="89"/>
                </a:lnTo>
                <a:lnTo>
                  <a:pt x="4342" y="91"/>
                </a:lnTo>
                <a:lnTo>
                  <a:pt x="4351" y="93"/>
                </a:lnTo>
                <a:lnTo>
                  <a:pt x="4367" y="98"/>
                </a:lnTo>
                <a:lnTo>
                  <a:pt x="4395" y="103"/>
                </a:lnTo>
                <a:lnTo>
                  <a:pt x="4435" y="110"/>
                </a:lnTo>
                <a:lnTo>
                  <a:pt x="4477" y="114"/>
                </a:lnTo>
                <a:lnTo>
                  <a:pt x="4512" y="112"/>
                </a:lnTo>
                <a:lnTo>
                  <a:pt x="4540" y="105"/>
                </a:lnTo>
                <a:lnTo>
                  <a:pt x="4563" y="93"/>
                </a:lnTo>
                <a:lnTo>
                  <a:pt x="4579" y="82"/>
                </a:lnTo>
                <a:lnTo>
                  <a:pt x="4591" y="70"/>
                </a:lnTo>
                <a:lnTo>
                  <a:pt x="4600" y="58"/>
                </a:lnTo>
                <a:lnTo>
                  <a:pt x="4602" y="51"/>
                </a:lnTo>
                <a:lnTo>
                  <a:pt x="4605" y="49"/>
                </a:lnTo>
                <a:lnTo>
                  <a:pt x="4609" y="46"/>
                </a:lnTo>
                <a:lnTo>
                  <a:pt x="4626" y="44"/>
                </a:lnTo>
                <a:lnTo>
                  <a:pt x="4649" y="39"/>
                </a:lnTo>
                <a:lnTo>
                  <a:pt x="4679" y="35"/>
                </a:lnTo>
                <a:lnTo>
                  <a:pt x="4709" y="32"/>
                </a:lnTo>
                <a:lnTo>
                  <a:pt x="4742" y="32"/>
                </a:lnTo>
                <a:lnTo>
                  <a:pt x="4775" y="37"/>
                </a:lnTo>
                <a:lnTo>
                  <a:pt x="4803" y="49"/>
                </a:lnTo>
                <a:lnTo>
                  <a:pt x="4821" y="58"/>
                </a:lnTo>
                <a:lnTo>
                  <a:pt x="4833" y="65"/>
                </a:lnTo>
                <a:lnTo>
                  <a:pt x="4842" y="70"/>
                </a:lnTo>
                <a:lnTo>
                  <a:pt x="4847" y="75"/>
                </a:lnTo>
                <a:lnTo>
                  <a:pt x="4856" y="82"/>
                </a:lnTo>
                <a:lnTo>
                  <a:pt x="4868" y="93"/>
                </a:lnTo>
                <a:lnTo>
                  <a:pt x="4891" y="110"/>
                </a:lnTo>
                <a:lnTo>
                  <a:pt x="4919" y="133"/>
                </a:lnTo>
                <a:lnTo>
                  <a:pt x="4938" y="154"/>
                </a:lnTo>
                <a:lnTo>
                  <a:pt x="4949" y="171"/>
                </a:lnTo>
                <a:lnTo>
                  <a:pt x="4956" y="180"/>
                </a:lnTo>
                <a:lnTo>
                  <a:pt x="4963" y="182"/>
                </a:lnTo>
                <a:lnTo>
                  <a:pt x="4970" y="178"/>
                </a:lnTo>
                <a:lnTo>
                  <a:pt x="4984" y="164"/>
                </a:lnTo>
                <a:lnTo>
                  <a:pt x="4996" y="145"/>
                </a:lnTo>
                <a:lnTo>
                  <a:pt x="5003" y="124"/>
                </a:lnTo>
                <a:lnTo>
                  <a:pt x="5017" y="77"/>
                </a:lnTo>
                <a:lnTo>
                  <a:pt x="5026" y="54"/>
                </a:lnTo>
                <a:lnTo>
                  <a:pt x="5035" y="37"/>
                </a:lnTo>
                <a:lnTo>
                  <a:pt x="5049" y="23"/>
                </a:lnTo>
                <a:lnTo>
                  <a:pt x="5068" y="18"/>
                </a:lnTo>
                <a:lnTo>
                  <a:pt x="5093" y="23"/>
                </a:lnTo>
                <a:lnTo>
                  <a:pt x="5133" y="39"/>
                </a:lnTo>
                <a:lnTo>
                  <a:pt x="5168" y="63"/>
                </a:lnTo>
                <a:lnTo>
                  <a:pt x="5233" y="110"/>
                </a:lnTo>
                <a:lnTo>
                  <a:pt x="5266" y="126"/>
                </a:lnTo>
                <a:lnTo>
                  <a:pt x="5303" y="133"/>
                </a:lnTo>
                <a:lnTo>
                  <a:pt x="5331" y="135"/>
                </a:lnTo>
                <a:lnTo>
                  <a:pt x="5347" y="140"/>
                </a:lnTo>
                <a:lnTo>
                  <a:pt x="5359" y="147"/>
                </a:lnTo>
                <a:lnTo>
                  <a:pt x="5363" y="152"/>
                </a:lnTo>
                <a:lnTo>
                  <a:pt x="5368" y="152"/>
                </a:lnTo>
                <a:lnTo>
                  <a:pt x="5373" y="147"/>
                </a:lnTo>
                <a:lnTo>
                  <a:pt x="5380" y="135"/>
                </a:lnTo>
                <a:lnTo>
                  <a:pt x="5387" y="121"/>
                </a:lnTo>
                <a:lnTo>
                  <a:pt x="5387" y="107"/>
                </a:lnTo>
                <a:lnTo>
                  <a:pt x="5384" y="98"/>
                </a:lnTo>
                <a:lnTo>
                  <a:pt x="5380" y="91"/>
                </a:lnTo>
                <a:lnTo>
                  <a:pt x="5382" y="89"/>
                </a:lnTo>
                <a:lnTo>
                  <a:pt x="5387" y="91"/>
                </a:lnTo>
                <a:lnTo>
                  <a:pt x="5435" y="112"/>
                </a:lnTo>
                <a:lnTo>
                  <a:pt x="5459" y="121"/>
                </a:lnTo>
                <a:lnTo>
                  <a:pt x="5477" y="126"/>
                </a:lnTo>
                <a:lnTo>
                  <a:pt x="5487" y="121"/>
                </a:lnTo>
                <a:lnTo>
                  <a:pt x="5496" y="114"/>
                </a:lnTo>
                <a:lnTo>
                  <a:pt x="5529" y="98"/>
                </a:lnTo>
                <a:lnTo>
                  <a:pt x="5542" y="93"/>
                </a:lnTo>
                <a:lnTo>
                  <a:pt x="5547" y="91"/>
                </a:lnTo>
                <a:lnTo>
                  <a:pt x="5547" y="86"/>
                </a:lnTo>
                <a:lnTo>
                  <a:pt x="5549" y="75"/>
                </a:lnTo>
                <a:lnTo>
                  <a:pt x="5552" y="58"/>
                </a:lnTo>
                <a:lnTo>
                  <a:pt x="5556" y="39"/>
                </a:lnTo>
                <a:lnTo>
                  <a:pt x="5561" y="23"/>
                </a:lnTo>
                <a:lnTo>
                  <a:pt x="5568" y="9"/>
                </a:lnTo>
                <a:lnTo>
                  <a:pt x="5575" y="2"/>
                </a:lnTo>
                <a:lnTo>
                  <a:pt x="5584" y="4"/>
                </a:lnTo>
                <a:lnTo>
                  <a:pt x="5596" y="21"/>
                </a:lnTo>
                <a:lnTo>
                  <a:pt x="5610" y="49"/>
                </a:lnTo>
                <a:lnTo>
                  <a:pt x="5624" y="70"/>
                </a:lnTo>
                <a:lnTo>
                  <a:pt x="5633" y="82"/>
                </a:lnTo>
                <a:lnTo>
                  <a:pt x="5645" y="93"/>
                </a:lnTo>
                <a:lnTo>
                  <a:pt x="5656" y="100"/>
                </a:lnTo>
                <a:lnTo>
                  <a:pt x="5668" y="110"/>
                </a:lnTo>
                <a:lnTo>
                  <a:pt x="5687" y="117"/>
                </a:lnTo>
                <a:lnTo>
                  <a:pt x="5717" y="124"/>
                </a:lnTo>
                <a:lnTo>
                  <a:pt x="5757" y="128"/>
                </a:lnTo>
                <a:lnTo>
                  <a:pt x="5801" y="135"/>
                </a:lnTo>
                <a:lnTo>
                  <a:pt x="5847" y="138"/>
                </a:lnTo>
                <a:lnTo>
                  <a:pt x="5889" y="142"/>
                </a:lnTo>
                <a:lnTo>
                  <a:pt x="5924" y="147"/>
                </a:lnTo>
                <a:lnTo>
                  <a:pt x="5961" y="154"/>
                </a:lnTo>
                <a:lnTo>
                  <a:pt x="5989" y="159"/>
                </a:lnTo>
                <a:lnTo>
                  <a:pt x="6012" y="161"/>
                </a:lnTo>
                <a:lnTo>
                  <a:pt x="6036" y="161"/>
                </a:lnTo>
                <a:lnTo>
                  <a:pt x="6064" y="157"/>
                </a:lnTo>
                <a:lnTo>
                  <a:pt x="6092" y="147"/>
                </a:lnTo>
                <a:lnTo>
                  <a:pt x="6117" y="138"/>
                </a:lnTo>
                <a:lnTo>
                  <a:pt x="6140" y="128"/>
                </a:lnTo>
                <a:lnTo>
                  <a:pt x="6157" y="119"/>
                </a:lnTo>
                <a:lnTo>
                  <a:pt x="6168" y="112"/>
                </a:lnTo>
                <a:lnTo>
                  <a:pt x="6187" y="103"/>
                </a:lnTo>
                <a:lnTo>
                  <a:pt x="6215" y="93"/>
                </a:lnTo>
                <a:lnTo>
                  <a:pt x="6227" y="91"/>
                </a:lnTo>
                <a:lnTo>
                  <a:pt x="6231" y="91"/>
                </a:lnTo>
                <a:lnTo>
                  <a:pt x="6238" y="96"/>
                </a:lnTo>
                <a:lnTo>
                  <a:pt x="6257" y="100"/>
                </a:lnTo>
                <a:lnTo>
                  <a:pt x="6282" y="105"/>
                </a:lnTo>
                <a:lnTo>
                  <a:pt x="6348" y="119"/>
                </a:lnTo>
                <a:lnTo>
                  <a:pt x="6378" y="124"/>
                </a:lnTo>
                <a:lnTo>
                  <a:pt x="6403" y="128"/>
                </a:lnTo>
                <a:lnTo>
                  <a:pt x="6422" y="133"/>
                </a:lnTo>
                <a:lnTo>
                  <a:pt x="6487" y="133"/>
                </a:lnTo>
                <a:lnTo>
                  <a:pt x="6501" y="128"/>
                </a:lnTo>
                <a:lnTo>
                  <a:pt x="6515" y="117"/>
                </a:lnTo>
                <a:lnTo>
                  <a:pt x="6527" y="103"/>
                </a:lnTo>
                <a:lnTo>
                  <a:pt x="6550" y="65"/>
                </a:lnTo>
                <a:lnTo>
                  <a:pt x="6564" y="46"/>
                </a:lnTo>
                <a:lnTo>
                  <a:pt x="6578" y="32"/>
                </a:lnTo>
                <a:lnTo>
                  <a:pt x="6594" y="25"/>
                </a:lnTo>
                <a:lnTo>
                  <a:pt x="6615" y="23"/>
                </a:lnTo>
                <a:lnTo>
                  <a:pt x="6636" y="30"/>
                </a:lnTo>
                <a:lnTo>
                  <a:pt x="6664" y="49"/>
                </a:lnTo>
                <a:lnTo>
                  <a:pt x="6694" y="77"/>
                </a:lnTo>
                <a:lnTo>
                  <a:pt x="6713" y="100"/>
                </a:lnTo>
                <a:lnTo>
                  <a:pt x="6724" y="119"/>
                </a:lnTo>
                <a:lnTo>
                  <a:pt x="6734" y="133"/>
                </a:lnTo>
                <a:lnTo>
                  <a:pt x="6741" y="145"/>
                </a:lnTo>
                <a:lnTo>
                  <a:pt x="6748" y="152"/>
                </a:lnTo>
                <a:lnTo>
                  <a:pt x="6757" y="154"/>
                </a:lnTo>
                <a:lnTo>
                  <a:pt x="6773" y="154"/>
                </a:lnTo>
                <a:lnTo>
                  <a:pt x="6799" y="152"/>
                </a:lnTo>
                <a:lnTo>
                  <a:pt x="6836" y="145"/>
                </a:lnTo>
                <a:lnTo>
                  <a:pt x="6864" y="135"/>
                </a:lnTo>
                <a:lnTo>
                  <a:pt x="6883" y="128"/>
                </a:lnTo>
                <a:lnTo>
                  <a:pt x="6899" y="124"/>
                </a:lnTo>
                <a:lnTo>
                  <a:pt x="6918" y="124"/>
                </a:lnTo>
                <a:lnTo>
                  <a:pt x="6941" y="128"/>
                </a:lnTo>
                <a:lnTo>
                  <a:pt x="6964" y="135"/>
                </a:lnTo>
                <a:lnTo>
                  <a:pt x="6978" y="140"/>
                </a:lnTo>
                <a:lnTo>
                  <a:pt x="6992" y="142"/>
                </a:lnTo>
                <a:lnTo>
                  <a:pt x="7027" y="142"/>
                </a:lnTo>
                <a:lnTo>
                  <a:pt x="7041" y="140"/>
                </a:lnTo>
                <a:lnTo>
                  <a:pt x="7050" y="133"/>
                </a:lnTo>
                <a:lnTo>
                  <a:pt x="7064" y="114"/>
                </a:lnTo>
                <a:lnTo>
                  <a:pt x="7074" y="107"/>
                </a:lnTo>
                <a:lnTo>
                  <a:pt x="7087" y="105"/>
                </a:lnTo>
                <a:lnTo>
                  <a:pt x="7106" y="110"/>
                </a:lnTo>
                <a:lnTo>
                  <a:pt x="7122" y="114"/>
                </a:lnTo>
                <a:lnTo>
                  <a:pt x="7136" y="112"/>
                </a:lnTo>
                <a:lnTo>
                  <a:pt x="7148" y="107"/>
                </a:lnTo>
                <a:lnTo>
                  <a:pt x="7160" y="100"/>
                </a:lnTo>
                <a:lnTo>
                  <a:pt x="7174" y="96"/>
                </a:lnTo>
                <a:lnTo>
                  <a:pt x="7188" y="96"/>
                </a:lnTo>
                <a:lnTo>
                  <a:pt x="7206" y="98"/>
                </a:lnTo>
                <a:lnTo>
                  <a:pt x="7232" y="110"/>
                </a:lnTo>
                <a:lnTo>
                  <a:pt x="7262" y="121"/>
                </a:lnTo>
                <a:lnTo>
                  <a:pt x="7290" y="124"/>
                </a:lnTo>
                <a:lnTo>
                  <a:pt x="7318" y="121"/>
                </a:lnTo>
                <a:lnTo>
                  <a:pt x="7343" y="114"/>
                </a:lnTo>
                <a:lnTo>
                  <a:pt x="7371" y="110"/>
                </a:lnTo>
                <a:lnTo>
                  <a:pt x="7397" y="105"/>
                </a:lnTo>
                <a:lnTo>
                  <a:pt x="7453" y="114"/>
                </a:lnTo>
                <a:lnTo>
                  <a:pt x="7485" y="117"/>
                </a:lnTo>
                <a:lnTo>
                  <a:pt x="7588" y="117"/>
                </a:lnTo>
                <a:lnTo>
                  <a:pt x="7618" y="119"/>
                </a:lnTo>
                <a:lnTo>
                  <a:pt x="7644" y="124"/>
                </a:lnTo>
                <a:lnTo>
                  <a:pt x="7660" y="133"/>
                </a:lnTo>
                <a:lnTo>
                  <a:pt x="7669" y="142"/>
                </a:lnTo>
                <a:lnTo>
                  <a:pt x="7669" y="3038"/>
                </a:lnTo>
                <a:lnTo>
                  <a:pt x="0" y="3038"/>
                </a:lnTo>
                <a:lnTo>
                  <a:pt x="0" y="128"/>
                </a:lnTo>
                <a:lnTo>
                  <a:pt x="40" y="56"/>
                </a:lnTo>
                <a:lnTo>
                  <a:pt x="42" y="70"/>
                </a:lnTo>
                <a:lnTo>
                  <a:pt x="49" y="84"/>
                </a:lnTo>
                <a:lnTo>
                  <a:pt x="65" y="96"/>
                </a:lnTo>
                <a:lnTo>
                  <a:pt x="88" y="107"/>
                </a:lnTo>
                <a:lnTo>
                  <a:pt x="105" y="114"/>
                </a:lnTo>
                <a:lnTo>
                  <a:pt x="116" y="119"/>
                </a:lnTo>
                <a:lnTo>
                  <a:pt x="123" y="119"/>
                </a:lnTo>
                <a:lnTo>
                  <a:pt x="158" y="105"/>
                </a:lnTo>
                <a:lnTo>
                  <a:pt x="168" y="96"/>
                </a:lnTo>
                <a:lnTo>
                  <a:pt x="175" y="96"/>
                </a:lnTo>
                <a:lnTo>
                  <a:pt x="186" y="93"/>
                </a:lnTo>
                <a:lnTo>
                  <a:pt x="205" y="93"/>
                </a:lnTo>
                <a:lnTo>
                  <a:pt x="235" y="96"/>
                </a:lnTo>
                <a:lnTo>
                  <a:pt x="286" y="96"/>
                </a:lnTo>
                <a:lnTo>
                  <a:pt x="340" y="93"/>
                </a:lnTo>
                <a:lnTo>
                  <a:pt x="389" y="89"/>
                </a:lnTo>
                <a:lnTo>
                  <a:pt x="430" y="82"/>
                </a:lnTo>
                <a:lnTo>
                  <a:pt x="461" y="75"/>
                </a:lnTo>
                <a:lnTo>
                  <a:pt x="479" y="72"/>
                </a:lnTo>
                <a:lnTo>
                  <a:pt x="507" y="75"/>
                </a:lnTo>
                <a:lnTo>
                  <a:pt x="542" y="79"/>
                </a:lnTo>
                <a:lnTo>
                  <a:pt x="579" y="84"/>
                </a:lnTo>
                <a:lnTo>
                  <a:pt x="621" y="91"/>
                </a:lnTo>
                <a:lnTo>
                  <a:pt x="659" y="98"/>
                </a:lnTo>
                <a:lnTo>
                  <a:pt x="691" y="105"/>
                </a:lnTo>
                <a:lnTo>
                  <a:pt x="717" y="107"/>
                </a:lnTo>
                <a:lnTo>
                  <a:pt x="733" y="110"/>
                </a:lnTo>
                <a:lnTo>
                  <a:pt x="749" y="107"/>
                </a:lnTo>
                <a:lnTo>
                  <a:pt x="796" y="89"/>
                </a:lnTo>
                <a:lnTo>
                  <a:pt x="819" y="82"/>
                </a:lnTo>
                <a:lnTo>
                  <a:pt x="838" y="75"/>
                </a:lnTo>
                <a:lnTo>
                  <a:pt x="852" y="75"/>
                </a:lnTo>
                <a:lnTo>
                  <a:pt x="852" y="72"/>
                </a:lnTo>
                <a:lnTo>
                  <a:pt x="849" y="70"/>
                </a:lnTo>
                <a:lnTo>
                  <a:pt x="847" y="65"/>
                </a:lnTo>
                <a:lnTo>
                  <a:pt x="845" y="63"/>
                </a:lnTo>
                <a:lnTo>
                  <a:pt x="849" y="61"/>
                </a:lnTo>
                <a:lnTo>
                  <a:pt x="856" y="61"/>
                </a:lnTo>
                <a:lnTo>
                  <a:pt x="870" y="65"/>
                </a:lnTo>
                <a:lnTo>
                  <a:pt x="891" y="75"/>
                </a:lnTo>
                <a:lnTo>
                  <a:pt x="914" y="86"/>
                </a:lnTo>
                <a:lnTo>
                  <a:pt x="931" y="96"/>
                </a:lnTo>
                <a:lnTo>
                  <a:pt x="945" y="105"/>
                </a:lnTo>
                <a:lnTo>
                  <a:pt x="949" y="110"/>
                </a:lnTo>
                <a:lnTo>
                  <a:pt x="959" y="112"/>
                </a:lnTo>
                <a:lnTo>
                  <a:pt x="970" y="112"/>
                </a:lnTo>
                <a:lnTo>
                  <a:pt x="991" y="114"/>
                </a:lnTo>
                <a:lnTo>
                  <a:pt x="1031" y="121"/>
                </a:lnTo>
                <a:lnTo>
                  <a:pt x="1063" y="131"/>
                </a:lnTo>
                <a:lnTo>
                  <a:pt x="1091" y="140"/>
                </a:lnTo>
                <a:lnTo>
                  <a:pt x="1117" y="142"/>
                </a:lnTo>
                <a:lnTo>
                  <a:pt x="1140" y="138"/>
                </a:lnTo>
                <a:lnTo>
                  <a:pt x="1163" y="124"/>
                </a:lnTo>
                <a:lnTo>
                  <a:pt x="1182" y="114"/>
                </a:lnTo>
                <a:lnTo>
                  <a:pt x="1198" y="107"/>
                </a:lnTo>
                <a:lnTo>
                  <a:pt x="1219" y="105"/>
                </a:lnTo>
                <a:lnTo>
                  <a:pt x="1236" y="103"/>
                </a:lnTo>
                <a:lnTo>
                  <a:pt x="1254" y="96"/>
                </a:lnTo>
                <a:lnTo>
                  <a:pt x="1291" y="77"/>
                </a:lnTo>
                <a:lnTo>
                  <a:pt x="1308" y="75"/>
                </a:lnTo>
                <a:lnTo>
                  <a:pt x="1319" y="77"/>
                </a:lnTo>
                <a:lnTo>
                  <a:pt x="1333" y="82"/>
                </a:lnTo>
                <a:lnTo>
                  <a:pt x="1350" y="79"/>
                </a:lnTo>
                <a:lnTo>
                  <a:pt x="1368" y="77"/>
                </a:lnTo>
                <a:lnTo>
                  <a:pt x="1389" y="77"/>
                </a:lnTo>
                <a:lnTo>
                  <a:pt x="1412" y="79"/>
                </a:lnTo>
                <a:lnTo>
                  <a:pt x="1445" y="84"/>
                </a:lnTo>
                <a:lnTo>
                  <a:pt x="1480" y="86"/>
                </a:lnTo>
                <a:lnTo>
                  <a:pt x="1517" y="91"/>
                </a:lnTo>
                <a:lnTo>
                  <a:pt x="1550" y="96"/>
                </a:lnTo>
                <a:lnTo>
                  <a:pt x="1573" y="100"/>
                </a:lnTo>
                <a:lnTo>
                  <a:pt x="1587" y="103"/>
                </a:lnTo>
                <a:lnTo>
                  <a:pt x="1596" y="103"/>
                </a:lnTo>
                <a:lnTo>
                  <a:pt x="1603" y="100"/>
                </a:lnTo>
                <a:lnTo>
                  <a:pt x="1612" y="100"/>
                </a:lnTo>
                <a:lnTo>
                  <a:pt x="1624" y="103"/>
                </a:lnTo>
                <a:lnTo>
                  <a:pt x="1643" y="110"/>
                </a:lnTo>
                <a:lnTo>
                  <a:pt x="1659" y="121"/>
                </a:lnTo>
                <a:lnTo>
                  <a:pt x="1668" y="131"/>
                </a:lnTo>
                <a:lnTo>
                  <a:pt x="1673" y="142"/>
                </a:lnTo>
                <a:lnTo>
                  <a:pt x="1678" y="150"/>
                </a:lnTo>
                <a:lnTo>
                  <a:pt x="1685" y="150"/>
                </a:lnTo>
                <a:lnTo>
                  <a:pt x="1696" y="142"/>
                </a:lnTo>
                <a:lnTo>
                  <a:pt x="1706" y="131"/>
                </a:lnTo>
                <a:lnTo>
                  <a:pt x="1708" y="119"/>
                </a:lnTo>
                <a:lnTo>
                  <a:pt x="1708" y="89"/>
                </a:lnTo>
                <a:lnTo>
                  <a:pt x="1715" y="84"/>
                </a:lnTo>
                <a:lnTo>
                  <a:pt x="1727" y="82"/>
                </a:lnTo>
                <a:lnTo>
                  <a:pt x="1757" y="79"/>
                </a:lnTo>
                <a:lnTo>
                  <a:pt x="1785" y="72"/>
                </a:lnTo>
                <a:lnTo>
                  <a:pt x="1813" y="72"/>
                </a:lnTo>
                <a:lnTo>
                  <a:pt x="1841" y="82"/>
                </a:lnTo>
                <a:lnTo>
                  <a:pt x="1854" y="91"/>
                </a:lnTo>
                <a:lnTo>
                  <a:pt x="1864" y="96"/>
                </a:lnTo>
                <a:lnTo>
                  <a:pt x="1871" y="96"/>
                </a:lnTo>
                <a:lnTo>
                  <a:pt x="1880" y="98"/>
                </a:lnTo>
                <a:lnTo>
                  <a:pt x="1915" y="105"/>
                </a:lnTo>
                <a:lnTo>
                  <a:pt x="1955" y="114"/>
                </a:lnTo>
                <a:lnTo>
                  <a:pt x="1989" y="119"/>
                </a:lnTo>
                <a:lnTo>
                  <a:pt x="2020" y="124"/>
                </a:lnTo>
                <a:lnTo>
                  <a:pt x="2038" y="124"/>
                </a:lnTo>
                <a:lnTo>
                  <a:pt x="2050" y="119"/>
                </a:lnTo>
                <a:lnTo>
                  <a:pt x="2066" y="107"/>
                </a:lnTo>
                <a:lnTo>
                  <a:pt x="2083" y="93"/>
                </a:lnTo>
                <a:lnTo>
                  <a:pt x="2103" y="84"/>
                </a:lnTo>
                <a:lnTo>
                  <a:pt x="2129" y="82"/>
                </a:lnTo>
                <a:lnTo>
                  <a:pt x="2141" y="79"/>
                </a:lnTo>
                <a:lnTo>
                  <a:pt x="2148" y="72"/>
                </a:lnTo>
                <a:lnTo>
                  <a:pt x="2155" y="58"/>
                </a:lnTo>
                <a:lnTo>
                  <a:pt x="2159" y="44"/>
                </a:lnTo>
                <a:lnTo>
                  <a:pt x="2166" y="30"/>
                </a:lnTo>
                <a:lnTo>
                  <a:pt x="2171" y="16"/>
                </a:lnTo>
                <a:lnTo>
                  <a:pt x="2180" y="7"/>
                </a:lnTo>
                <a:lnTo>
                  <a:pt x="2190" y="0"/>
                </a:lnTo>
                <a:close/>
              </a:path>
            </a:pathLst>
          </a:custGeom>
          <a:solidFill>
            <a:srgbClr val="462C1E"/>
          </a:soli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3" name="Title 2"/>
          <p:cNvSpPr>
            <a:spLocks noGrp="1"/>
          </p:cNvSpPr>
          <p:nvPr>
            <p:ph type="title"/>
          </p:nvPr>
        </p:nvSpPr>
        <p:spPr/>
        <p:txBody>
          <a:bodyPr/>
          <a:lstStyle/>
          <a:p>
            <a:r>
              <a:rPr lang="en-US" dirty="0"/>
              <a:t>Seed Germination Growth PowerPoint Template</a:t>
            </a:r>
          </a:p>
        </p:txBody>
      </p:sp>
      <p:sp>
        <p:nvSpPr>
          <p:cNvPr id="1033" name="Freeform 9"/>
          <p:cNvSpPr>
            <a:spLocks/>
          </p:cNvSpPr>
          <p:nvPr/>
        </p:nvSpPr>
        <p:spPr bwMode="auto">
          <a:xfrm>
            <a:off x="927640" y="3416744"/>
            <a:ext cx="463175" cy="643800"/>
          </a:xfrm>
          <a:custGeom>
            <a:avLst/>
            <a:gdLst/>
            <a:ahLst/>
            <a:cxnLst>
              <a:cxn ang="0">
                <a:pos x="98" y="0"/>
              </a:cxn>
              <a:cxn ang="0">
                <a:pos x="110" y="1"/>
              </a:cxn>
              <a:cxn ang="0">
                <a:pos x="119" y="3"/>
              </a:cxn>
              <a:cxn ang="0">
                <a:pos x="122" y="4"/>
              </a:cxn>
              <a:cxn ang="0">
                <a:pos x="150" y="9"/>
              </a:cxn>
              <a:cxn ang="0">
                <a:pos x="179" y="23"/>
              </a:cxn>
              <a:cxn ang="0">
                <a:pos x="205" y="44"/>
              </a:cxn>
              <a:cxn ang="0">
                <a:pos x="229" y="72"/>
              </a:cxn>
              <a:cxn ang="0">
                <a:pos x="254" y="106"/>
              </a:cxn>
              <a:cxn ang="0">
                <a:pos x="275" y="141"/>
              </a:cxn>
              <a:cxn ang="0">
                <a:pos x="296" y="178"/>
              </a:cxn>
              <a:cxn ang="0">
                <a:pos x="313" y="216"/>
              </a:cxn>
              <a:cxn ang="0">
                <a:pos x="328" y="251"/>
              </a:cxn>
              <a:cxn ang="0">
                <a:pos x="345" y="300"/>
              </a:cxn>
              <a:cxn ang="0">
                <a:pos x="356" y="345"/>
              </a:cxn>
              <a:cxn ang="0">
                <a:pos x="359" y="384"/>
              </a:cxn>
              <a:cxn ang="0">
                <a:pos x="356" y="420"/>
              </a:cxn>
              <a:cxn ang="0">
                <a:pos x="345" y="449"/>
              </a:cxn>
              <a:cxn ang="0">
                <a:pos x="328" y="475"/>
              </a:cxn>
              <a:cxn ang="0">
                <a:pos x="312" y="489"/>
              </a:cxn>
              <a:cxn ang="0">
                <a:pos x="292" y="496"/>
              </a:cxn>
              <a:cxn ang="0">
                <a:pos x="269" y="499"/>
              </a:cxn>
              <a:cxn ang="0">
                <a:pos x="244" y="498"/>
              </a:cxn>
              <a:cxn ang="0">
                <a:pos x="222" y="490"/>
              </a:cxn>
              <a:cxn ang="0">
                <a:pos x="199" y="481"/>
              </a:cxn>
              <a:cxn ang="0">
                <a:pos x="179" y="467"/>
              </a:cxn>
              <a:cxn ang="0">
                <a:pos x="162" y="452"/>
              </a:cxn>
              <a:cxn ang="0">
                <a:pos x="141" y="424"/>
              </a:cxn>
              <a:cxn ang="0">
                <a:pos x="118" y="389"/>
              </a:cxn>
              <a:cxn ang="0">
                <a:pos x="93" y="346"/>
              </a:cxn>
              <a:cxn ang="0">
                <a:pos x="67" y="294"/>
              </a:cxn>
              <a:cxn ang="0">
                <a:pos x="40" y="236"/>
              </a:cxn>
              <a:cxn ang="0">
                <a:pos x="14" y="168"/>
              </a:cxn>
              <a:cxn ang="0">
                <a:pos x="5" y="136"/>
              </a:cxn>
              <a:cxn ang="0">
                <a:pos x="0" y="107"/>
              </a:cxn>
              <a:cxn ang="0">
                <a:pos x="0" y="83"/>
              </a:cxn>
              <a:cxn ang="0">
                <a:pos x="5" y="63"/>
              </a:cxn>
              <a:cxn ang="0">
                <a:pos x="12" y="47"/>
              </a:cxn>
              <a:cxn ang="0">
                <a:pos x="23" y="34"/>
              </a:cxn>
              <a:cxn ang="0">
                <a:pos x="34" y="23"/>
              </a:cxn>
              <a:cxn ang="0">
                <a:pos x="44" y="15"/>
              </a:cxn>
              <a:cxn ang="0">
                <a:pos x="54" y="11"/>
              </a:cxn>
              <a:cxn ang="0">
                <a:pos x="63" y="8"/>
              </a:cxn>
              <a:cxn ang="0">
                <a:pos x="69" y="4"/>
              </a:cxn>
              <a:cxn ang="0">
                <a:pos x="70" y="4"/>
              </a:cxn>
              <a:cxn ang="0">
                <a:pos x="84" y="1"/>
              </a:cxn>
              <a:cxn ang="0">
                <a:pos x="98" y="0"/>
              </a:cxn>
            </a:cxnLst>
            <a:rect l="0" t="0" r="r" b="b"/>
            <a:pathLst>
              <a:path w="359" h="499">
                <a:moveTo>
                  <a:pt x="98" y="0"/>
                </a:moveTo>
                <a:lnTo>
                  <a:pt x="110" y="1"/>
                </a:lnTo>
                <a:lnTo>
                  <a:pt x="119" y="3"/>
                </a:lnTo>
                <a:lnTo>
                  <a:pt x="122" y="4"/>
                </a:lnTo>
                <a:lnTo>
                  <a:pt x="150" y="9"/>
                </a:lnTo>
                <a:lnTo>
                  <a:pt x="179" y="23"/>
                </a:lnTo>
                <a:lnTo>
                  <a:pt x="205" y="44"/>
                </a:lnTo>
                <a:lnTo>
                  <a:pt x="229" y="72"/>
                </a:lnTo>
                <a:lnTo>
                  <a:pt x="254" y="106"/>
                </a:lnTo>
                <a:lnTo>
                  <a:pt x="275" y="141"/>
                </a:lnTo>
                <a:lnTo>
                  <a:pt x="296" y="178"/>
                </a:lnTo>
                <a:lnTo>
                  <a:pt x="313" y="216"/>
                </a:lnTo>
                <a:lnTo>
                  <a:pt x="328" y="251"/>
                </a:lnTo>
                <a:lnTo>
                  <a:pt x="345" y="300"/>
                </a:lnTo>
                <a:lnTo>
                  <a:pt x="356" y="345"/>
                </a:lnTo>
                <a:lnTo>
                  <a:pt x="359" y="384"/>
                </a:lnTo>
                <a:lnTo>
                  <a:pt x="356" y="420"/>
                </a:lnTo>
                <a:lnTo>
                  <a:pt x="345" y="449"/>
                </a:lnTo>
                <a:lnTo>
                  <a:pt x="328" y="475"/>
                </a:lnTo>
                <a:lnTo>
                  <a:pt x="312" y="489"/>
                </a:lnTo>
                <a:lnTo>
                  <a:pt x="292" y="496"/>
                </a:lnTo>
                <a:lnTo>
                  <a:pt x="269" y="499"/>
                </a:lnTo>
                <a:lnTo>
                  <a:pt x="244" y="498"/>
                </a:lnTo>
                <a:lnTo>
                  <a:pt x="222" y="490"/>
                </a:lnTo>
                <a:lnTo>
                  <a:pt x="199" y="481"/>
                </a:lnTo>
                <a:lnTo>
                  <a:pt x="179" y="467"/>
                </a:lnTo>
                <a:lnTo>
                  <a:pt x="162" y="452"/>
                </a:lnTo>
                <a:lnTo>
                  <a:pt x="141" y="424"/>
                </a:lnTo>
                <a:lnTo>
                  <a:pt x="118" y="389"/>
                </a:lnTo>
                <a:lnTo>
                  <a:pt x="93" y="346"/>
                </a:lnTo>
                <a:lnTo>
                  <a:pt x="67" y="294"/>
                </a:lnTo>
                <a:lnTo>
                  <a:pt x="40" y="236"/>
                </a:lnTo>
                <a:lnTo>
                  <a:pt x="14" y="168"/>
                </a:lnTo>
                <a:lnTo>
                  <a:pt x="5" y="136"/>
                </a:lnTo>
                <a:lnTo>
                  <a:pt x="0" y="107"/>
                </a:lnTo>
                <a:lnTo>
                  <a:pt x="0" y="83"/>
                </a:lnTo>
                <a:lnTo>
                  <a:pt x="5" y="63"/>
                </a:lnTo>
                <a:lnTo>
                  <a:pt x="12" y="47"/>
                </a:lnTo>
                <a:lnTo>
                  <a:pt x="23" y="34"/>
                </a:lnTo>
                <a:lnTo>
                  <a:pt x="34" y="23"/>
                </a:lnTo>
                <a:lnTo>
                  <a:pt x="44" y="15"/>
                </a:lnTo>
                <a:lnTo>
                  <a:pt x="54" y="11"/>
                </a:lnTo>
                <a:lnTo>
                  <a:pt x="63" y="8"/>
                </a:lnTo>
                <a:lnTo>
                  <a:pt x="69" y="4"/>
                </a:lnTo>
                <a:lnTo>
                  <a:pt x="70" y="4"/>
                </a:lnTo>
                <a:lnTo>
                  <a:pt x="84" y="1"/>
                </a:lnTo>
                <a:lnTo>
                  <a:pt x="98"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nvGrpSpPr>
          <p:cNvPr id="23" name="Group 22"/>
          <p:cNvGrpSpPr/>
          <p:nvPr/>
        </p:nvGrpSpPr>
        <p:grpSpPr>
          <a:xfrm>
            <a:off x="1728627" y="3398681"/>
            <a:ext cx="441241" cy="679925"/>
            <a:chOff x="3371851" y="3756025"/>
            <a:chExt cx="542925" cy="836613"/>
          </a:xfrm>
        </p:grpSpPr>
        <p:sp>
          <p:nvSpPr>
            <p:cNvPr id="1034" name="Freeform 10"/>
            <p:cNvSpPr>
              <a:spLocks/>
            </p:cNvSpPr>
            <p:nvPr/>
          </p:nvSpPr>
          <p:spPr bwMode="auto">
            <a:xfrm>
              <a:off x="3371851" y="3775075"/>
              <a:ext cx="511175" cy="817563"/>
            </a:xfrm>
            <a:custGeom>
              <a:avLst/>
              <a:gdLst/>
              <a:ahLst/>
              <a:cxnLst>
                <a:cxn ang="0">
                  <a:pos x="91" y="0"/>
                </a:cxn>
                <a:cxn ang="0">
                  <a:pos x="97" y="0"/>
                </a:cxn>
                <a:cxn ang="0">
                  <a:pos x="107" y="5"/>
                </a:cxn>
                <a:cxn ang="0">
                  <a:pos x="119" y="8"/>
                </a:cxn>
                <a:cxn ang="0">
                  <a:pos x="137" y="11"/>
                </a:cxn>
                <a:cxn ang="0">
                  <a:pos x="158" y="17"/>
                </a:cxn>
                <a:cxn ang="0">
                  <a:pos x="180" y="33"/>
                </a:cxn>
                <a:cxn ang="0">
                  <a:pos x="203" y="52"/>
                </a:cxn>
                <a:cxn ang="0">
                  <a:pos x="224" y="77"/>
                </a:cxn>
                <a:cxn ang="0">
                  <a:pos x="242" y="105"/>
                </a:cxn>
                <a:cxn ang="0">
                  <a:pos x="259" y="132"/>
                </a:cxn>
                <a:cxn ang="0">
                  <a:pos x="271" y="160"/>
                </a:cxn>
                <a:cxn ang="0">
                  <a:pos x="279" y="184"/>
                </a:cxn>
                <a:cxn ang="0">
                  <a:pos x="284" y="200"/>
                </a:cxn>
                <a:cxn ang="0">
                  <a:pos x="290" y="219"/>
                </a:cxn>
                <a:cxn ang="0">
                  <a:pos x="296" y="242"/>
                </a:cxn>
                <a:cxn ang="0">
                  <a:pos x="303" y="268"/>
                </a:cxn>
                <a:cxn ang="0">
                  <a:pos x="316" y="324"/>
                </a:cxn>
                <a:cxn ang="0">
                  <a:pos x="320" y="353"/>
                </a:cxn>
                <a:cxn ang="0">
                  <a:pos x="322" y="382"/>
                </a:cxn>
                <a:cxn ang="0">
                  <a:pos x="320" y="409"/>
                </a:cxn>
                <a:cxn ang="0">
                  <a:pos x="314" y="435"/>
                </a:cxn>
                <a:cxn ang="0">
                  <a:pos x="305" y="458"/>
                </a:cxn>
                <a:cxn ang="0">
                  <a:pos x="290" y="478"/>
                </a:cxn>
                <a:cxn ang="0">
                  <a:pos x="270" y="495"/>
                </a:cxn>
                <a:cxn ang="0">
                  <a:pos x="239" y="509"/>
                </a:cxn>
                <a:cxn ang="0">
                  <a:pos x="212" y="515"/>
                </a:cxn>
                <a:cxn ang="0">
                  <a:pos x="186" y="512"/>
                </a:cxn>
                <a:cxn ang="0">
                  <a:pos x="163" y="504"/>
                </a:cxn>
                <a:cxn ang="0">
                  <a:pos x="142" y="494"/>
                </a:cxn>
                <a:cxn ang="0">
                  <a:pos x="123" y="477"/>
                </a:cxn>
                <a:cxn ang="0">
                  <a:pos x="107" y="460"/>
                </a:cxn>
                <a:cxn ang="0">
                  <a:pos x="93" y="442"/>
                </a:cxn>
                <a:cxn ang="0">
                  <a:pos x="82" y="423"/>
                </a:cxn>
                <a:cxn ang="0">
                  <a:pos x="73" y="408"/>
                </a:cxn>
                <a:cxn ang="0">
                  <a:pos x="61" y="379"/>
                </a:cxn>
                <a:cxn ang="0">
                  <a:pos x="46" y="342"/>
                </a:cxn>
                <a:cxn ang="0">
                  <a:pos x="30" y="298"/>
                </a:cxn>
                <a:cxn ang="0">
                  <a:pos x="17" y="249"/>
                </a:cxn>
                <a:cxn ang="0">
                  <a:pos x="6" y="193"/>
                </a:cxn>
                <a:cxn ang="0">
                  <a:pos x="0" y="135"/>
                </a:cxn>
                <a:cxn ang="0">
                  <a:pos x="0" y="105"/>
                </a:cxn>
                <a:cxn ang="0">
                  <a:pos x="4" y="80"/>
                </a:cxn>
                <a:cxn ang="0">
                  <a:pos x="12" y="59"/>
                </a:cxn>
                <a:cxn ang="0">
                  <a:pos x="21" y="42"/>
                </a:cxn>
                <a:cxn ang="0">
                  <a:pos x="33" y="29"/>
                </a:cxn>
                <a:cxn ang="0">
                  <a:pos x="46" y="19"/>
                </a:cxn>
                <a:cxn ang="0">
                  <a:pos x="56" y="13"/>
                </a:cxn>
                <a:cxn ang="0">
                  <a:pos x="67" y="8"/>
                </a:cxn>
                <a:cxn ang="0">
                  <a:pos x="76" y="5"/>
                </a:cxn>
                <a:cxn ang="0">
                  <a:pos x="82" y="3"/>
                </a:cxn>
                <a:cxn ang="0">
                  <a:pos x="84" y="3"/>
                </a:cxn>
                <a:cxn ang="0">
                  <a:pos x="91" y="0"/>
                </a:cxn>
              </a:cxnLst>
              <a:rect l="0" t="0" r="r" b="b"/>
              <a:pathLst>
                <a:path w="322" h="515">
                  <a:moveTo>
                    <a:pt x="91" y="0"/>
                  </a:moveTo>
                  <a:lnTo>
                    <a:pt x="97" y="0"/>
                  </a:lnTo>
                  <a:lnTo>
                    <a:pt x="107" y="5"/>
                  </a:lnTo>
                  <a:lnTo>
                    <a:pt x="119" y="8"/>
                  </a:lnTo>
                  <a:lnTo>
                    <a:pt x="137" y="11"/>
                  </a:lnTo>
                  <a:lnTo>
                    <a:pt x="158" y="17"/>
                  </a:lnTo>
                  <a:lnTo>
                    <a:pt x="180" y="33"/>
                  </a:lnTo>
                  <a:lnTo>
                    <a:pt x="203" y="52"/>
                  </a:lnTo>
                  <a:lnTo>
                    <a:pt x="224" y="77"/>
                  </a:lnTo>
                  <a:lnTo>
                    <a:pt x="242" y="105"/>
                  </a:lnTo>
                  <a:lnTo>
                    <a:pt x="259" y="132"/>
                  </a:lnTo>
                  <a:lnTo>
                    <a:pt x="271" y="160"/>
                  </a:lnTo>
                  <a:lnTo>
                    <a:pt x="279" y="184"/>
                  </a:lnTo>
                  <a:lnTo>
                    <a:pt x="284" y="200"/>
                  </a:lnTo>
                  <a:lnTo>
                    <a:pt x="290" y="219"/>
                  </a:lnTo>
                  <a:lnTo>
                    <a:pt x="296" y="242"/>
                  </a:lnTo>
                  <a:lnTo>
                    <a:pt x="303" y="268"/>
                  </a:lnTo>
                  <a:lnTo>
                    <a:pt x="316" y="324"/>
                  </a:lnTo>
                  <a:lnTo>
                    <a:pt x="320" y="353"/>
                  </a:lnTo>
                  <a:lnTo>
                    <a:pt x="322" y="382"/>
                  </a:lnTo>
                  <a:lnTo>
                    <a:pt x="320" y="409"/>
                  </a:lnTo>
                  <a:lnTo>
                    <a:pt x="314" y="435"/>
                  </a:lnTo>
                  <a:lnTo>
                    <a:pt x="305" y="458"/>
                  </a:lnTo>
                  <a:lnTo>
                    <a:pt x="290" y="478"/>
                  </a:lnTo>
                  <a:lnTo>
                    <a:pt x="270" y="495"/>
                  </a:lnTo>
                  <a:lnTo>
                    <a:pt x="239" y="509"/>
                  </a:lnTo>
                  <a:lnTo>
                    <a:pt x="212" y="515"/>
                  </a:lnTo>
                  <a:lnTo>
                    <a:pt x="186" y="512"/>
                  </a:lnTo>
                  <a:lnTo>
                    <a:pt x="163" y="504"/>
                  </a:lnTo>
                  <a:lnTo>
                    <a:pt x="142" y="494"/>
                  </a:lnTo>
                  <a:lnTo>
                    <a:pt x="123" y="477"/>
                  </a:lnTo>
                  <a:lnTo>
                    <a:pt x="107" y="460"/>
                  </a:lnTo>
                  <a:lnTo>
                    <a:pt x="93" y="442"/>
                  </a:lnTo>
                  <a:lnTo>
                    <a:pt x="82" y="423"/>
                  </a:lnTo>
                  <a:lnTo>
                    <a:pt x="73" y="408"/>
                  </a:lnTo>
                  <a:lnTo>
                    <a:pt x="61" y="379"/>
                  </a:lnTo>
                  <a:lnTo>
                    <a:pt x="46" y="342"/>
                  </a:lnTo>
                  <a:lnTo>
                    <a:pt x="30" y="298"/>
                  </a:lnTo>
                  <a:lnTo>
                    <a:pt x="17" y="249"/>
                  </a:lnTo>
                  <a:lnTo>
                    <a:pt x="6" y="193"/>
                  </a:lnTo>
                  <a:lnTo>
                    <a:pt x="0" y="135"/>
                  </a:lnTo>
                  <a:lnTo>
                    <a:pt x="0" y="105"/>
                  </a:lnTo>
                  <a:lnTo>
                    <a:pt x="4" y="80"/>
                  </a:lnTo>
                  <a:lnTo>
                    <a:pt x="12" y="59"/>
                  </a:lnTo>
                  <a:lnTo>
                    <a:pt x="21" y="42"/>
                  </a:lnTo>
                  <a:lnTo>
                    <a:pt x="33" y="29"/>
                  </a:lnTo>
                  <a:lnTo>
                    <a:pt x="46" y="19"/>
                  </a:lnTo>
                  <a:lnTo>
                    <a:pt x="56" y="13"/>
                  </a:lnTo>
                  <a:lnTo>
                    <a:pt x="67" y="8"/>
                  </a:lnTo>
                  <a:lnTo>
                    <a:pt x="76" y="5"/>
                  </a:lnTo>
                  <a:lnTo>
                    <a:pt x="82" y="3"/>
                  </a:lnTo>
                  <a:lnTo>
                    <a:pt x="84" y="3"/>
                  </a:lnTo>
                  <a:lnTo>
                    <a:pt x="91"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5" name="Freeform 11"/>
            <p:cNvSpPr>
              <a:spLocks/>
            </p:cNvSpPr>
            <p:nvPr/>
          </p:nvSpPr>
          <p:spPr bwMode="auto">
            <a:xfrm>
              <a:off x="3602038" y="3756025"/>
              <a:ext cx="312738" cy="174625"/>
            </a:xfrm>
            <a:custGeom>
              <a:avLst/>
              <a:gdLst/>
              <a:ahLst/>
              <a:cxnLst>
                <a:cxn ang="0">
                  <a:pos x="61" y="0"/>
                </a:cxn>
                <a:cxn ang="0">
                  <a:pos x="78" y="3"/>
                </a:cxn>
                <a:cxn ang="0">
                  <a:pos x="94" y="12"/>
                </a:cxn>
                <a:cxn ang="0">
                  <a:pos x="110" y="26"/>
                </a:cxn>
                <a:cxn ang="0">
                  <a:pos x="120" y="41"/>
                </a:cxn>
                <a:cxn ang="0">
                  <a:pos x="139" y="72"/>
                </a:cxn>
                <a:cxn ang="0">
                  <a:pos x="148" y="86"/>
                </a:cxn>
                <a:cxn ang="0">
                  <a:pos x="160" y="97"/>
                </a:cxn>
                <a:cxn ang="0">
                  <a:pos x="175" y="104"/>
                </a:cxn>
                <a:cxn ang="0">
                  <a:pos x="197" y="109"/>
                </a:cxn>
                <a:cxn ang="0">
                  <a:pos x="194" y="109"/>
                </a:cxn>
                <a:cxn ang="0">
                  <a:pos x="184" y="110"/>
                </a:cxn>
                <a:cxn ang="0">
                  <a:pos x="171" y="110"/>
                </a:cxn>
                <a:cxn ang="0">
                  <a:pos x="155" y="109"/>
                </a:cxn>
                <a:cxn ang="0">
                  <a:pos x="137" y="106"/>
                </a:cxn>
                <a:cxn ang="0">
                  <a:pos x="122" y="98"/>
                </a:cxn>
                <a:cxn ang="0">
                  <a:pos x="107" y="86"/>
                </a:cxn>
                <a:cxn ang="0">
                  <a:pos x="90" y="69"/>
                </a:cxn>
                <a:cxn ang="0">
                  <a:pos x="76" y="58"/>
                </a:cxn>
                <a:cxn ang="0">
                  <a:pos x="65" y="54"/>
                </a:cxn>
                <a:cxn ang="0">
                  <a:pos x="55" y="54"/>
                </a:cxn>
                <a:cxn ang="0">
                  <a:pos x="46" y="60"/>
                </a:cxn>
                <a:cxn ang="0">
                  <a:pos x="36" y="64"/>
                </a:cxn>
                <a:cxn ang="0">
                  <a:pos x="27" y="63"/>
                </a:cxn>
                <a:cxn ang="0">
                  <a:pos x="17" y="60"/>
                </a:cxn>
                <a:cxn ang="0">
                  <a:pos x="7" y="54"/>
                </a:cxn>
                <a:cxn ang="0">
                  <a:pos x="1" y="48"/>
                </a:cxn>
                <a:cxn ang="0">
                  <a:pos x="0" y="41"/>
                </a:cxn>
                <a:cxn ang="0">
                  <a:pos x="4" y="35"/>
                </a:cxn>
                <a:cxn ang="0">
                  <a:pos x="6" y="32"/>
                </a:cxn>
                <a:cxn ang="0">
                  <a:pos x="20" y="19"/>
                </a:cxn>
                <a:cxn ang="0">
                  <a:pos x="32" y="11"/>
                </a:cxn>
                <a:cxn ang="0">
                  <a:pos x="46" y="3"/>
                </a:cxn>
                <a:cxn ang="0">
                  <a:pos x="61" y="0"/>
                </a:cxn>
              </a:cxnLst>
              <a:rect l="0" t="0" r="r" b="b"/>
              <a:pathLst>
                <a:path w="197" h="110">
                  <a:moveTo>
                    <a:pt x="61" y="0"/>
                  </a:moveTo>
                  <a:lnTo>
                    <a:pt x="78" y="3"/>
                  </a:lnTo>
                  <a:lnTo>
                    <a:pt x="94" y="12"/>
                  </a:lnTo>
                  <a:lnTo>
                    <a:pt x="110" y="26"/>
                  </a:lnTo>
                  <a:lnTo>
                    <a:pt x="120" y="41"/>
                  </a:lnTo>
                  <a:lnTo>
                    <a:pt x="139" y="72"/>
                  </a:lnTo>
                  <a:lnTo>
                    <a:pt x="148" y="86"/>
                  </a:lnTo>
                  <a:lnTo>
                    <a:pt x="160" y="97"/>
                  </a:lnTo>
                  <a:lnTo>
                    <a:pt x="175" y="104"/>
                  </a:lnTo>
                  <a:lnTo>
                    <a:pt x="197" y="109"/>
                  </a:lnTo>
                  <a:lnTo>
                    <a:pt x="194" y="109"/>
                  </a:lnTo>
                  <a:lnTo>
                    <a:pt x="184" y="110"/>
                  </a:lnTo>
                  <a:lnTo>
                    <a:pt x="171" y="110"/>
                  </a:lnTo>
                  <a:lnTo>
                    <a:pt x="155" y="109"/>
                  </a:lnTo>
                  <a:lnTo>
                    <a:pt x="137" y="106"/>
                  </a:lnTo>
                  <a:lnTo>
                    <a:pt x="122" y="98"/>
                  </a:lnTo>
                  <a:lnTo>
                    <a:pt x="107" y="86"/>
                  </a:lnTo>
                  <a:lnTo>
                    <a:pt x="90" y="69"/>
                  </a:lnTo>
                  <a:lnTo>
                    <a:pt x="76" y="58"/>
                  </a:lnTo>
                  <a:lnTo>
                    <a:pt x="65" y="54"/>
                  </a:lnTo>
                  <a:lnTo>
                    <a:pt x="55" y="54"/>
                  </a:lnTo>
                  <a:lnTo>
                    <a:pt x="46" y="60"/>
                  </a:lnTo>
                  <a:lnTo>
                    <a:pt x="36" y="64"/>
                  </a:lnTo>
                  <a:lnTo>
                    <a:pt x="27" y="63"/>
                  </a:lnTo>
                  <a:lnTo>
                    <a:pt x="17" y="60"/>
                  </a:lnTo>
                  <a:lnTo>
                    <a:pt x="7" y="54"/>
                  </a:lnTo>
                  <a:lnTo>
                    <a:pt x="1" y="48"/>
                  </a:lnTo>
                  <a:lnTo>
                    <a:pt x="0" y="41"/>
                  </a:lnTo>
                  <a:lnTo>
                    <a:pt x="4" y="35"/>
                  </a:lnTo>
                  <a:lnTo>
                    <a:pt x="6" y="32"/>
                  </a:lnTo>
                  <a:lnTo>
                    <a:pt x="20" y="19"/>
                  </a:lnTo>
                  <a:lnTo>
                    <a:pt x="32" y="11"/>
                  </a:lnTo>
                  <a:lnTo>
                    <a:pt x="46" y="3"/>
                  </a:lnTo>
                  <a:lnTo>
                    <a:pt x="61"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grpSp>
        <p:nvGrpSpPr>
          <p:cNvPr id="24" name="Group 23"/>
          <p:cNvGrpSpPr/>
          <p:nvPr/>
        </p:nvGrpSpPr>
        <p:grpSpPr>
          <a:xfrm>
            <a:off x="2507679" y="3298047"/>
            <a:ext cx="646380" cy="881193"/>
            <a:chOff x="4233863" y="3370263"/>
            <a:chExt cx="795338" cy="1084263"/>
          </a:xfrm>
        </p:grpSpPr>
        <p:sp>
          <p:nvSpPr>
            <p:cNvPr id="1036" name="Freeform 12"/>
            <p:cNvSpPr>
              <a:spLocks/>
            </p:cNvSpPr>
            <p:nvPr/>
          </p:nvSpPr>
          <p:spPr bwMode="auto">
            <a:xfrm>
              <a:off x="4324351" y="3370263"/>
              <a:ext cx="704850" cy="1084263"/>
            </a:xfrm>
            <a:custGeom>
              <a:avLst/>
              <a:gdLst/>
              <a:ahLst/>
              <a:cxnLst>
                <a:cxn ang="0">
                  <a:pos x="265" y="4"/>
                </a:cxn>
                <a:cxn ang="0">
                  <a:pos x="308" y="23"/>
                </a:cxn>
                <a:cxn ang="0">
                  <a:pos x="341" y="61"/>
                </a:cxn>
                <a:cxn ang="0">
                  <a:pos x="361" y="122"/>
                </a:cxn>
                <a:cxn ang="0">
                  <a:pos x="367" y="182"/>
                </a:cxn>
                <a:cxn ang="0">
                  <a:pos x="364" y="219"/>
                </a:cxn>
                <a:cxn ang="0">
                  <a:pos x="358" y="245"/>
                </a:cxn>
                <a:cxn ang="0">
                  <a:pos x="357" y="268"/>
                </a:cxn>
                <a:cxn ang="0">
                  <a:pos x="366" y="297"/>
                </a:cxn>
                <a:cxn ang="0">
                  <a:pos x="387" y="344"/>
                </a:cxn>
                <a:cxn ang="0">
                  <a:pos x="412" y="415"/>
                </a:cxn>
                <a:cxn ang="0">
                  <a:pos x="436" y="542"/>
                </a:cxn>
                <a:cxn ang="0">
                  <a:pos x="442" y="620"/>
                </a:cxn>
                <a:cxn ang="0">
                  <a:pos x="441" y="683"/>
                </a:cxn>
                <a:cxn ang="0">
                  <a:pos x="439" y="640"/>
                </a:cxn>
                <a:cxn ang="0">
                  <a:pos x="431" y="577"/>
                </a:cxn>
                <a:cxn ang="0">
                  <a:pos x="416" y="501"/>
                </a:cxn>
                <a:cxn ang="0">
                  <a:pos x="387" y="422"/>
                </a:cxn>
                <a:cxn ang="0">
                  <a:pos x="341" y="353"/>
                </a:cxn>
                <a:cxn ang="0">
                  <a:pos x="325" y="332"/>
                </a:cxn>
                <a:cxn ang="0">
                  <a:pos x="312" y="295"/>
                </a:cxn>
                <a:cxn ang="0">
                  <a:pos x="314" y="251"/>
                </a:cxn>
                <a:cxn ang="0">
                  <a:pos x="315" y="199"/>
                </a:cxn>
                <a:cxn ang="0">
                  <a:pos x="309" y="145"/>
                </a:cxn>
                <a:cxn ang="0">
                  <a:pos x="291" y="98"/>
                </a:cxn>
                <a:cxn ang="0">
                  <a:pos x="262" y="70"/>
                </a:cxn>
                <a:cxn ang="0">
                  <a:pos x="224" y="58"/>
                </a:cxn>
                <a:cxn ang="0">
                  <a:pos x="187" y="64"/>
                </a:cxn>
                <a:cxn ang="0">
                  <a:pos x="158" y="85"/>
                </a:cxn>
                <a:cxn ang="0">
                  <a:pos x="143" y="124"/>
                </a:cxn>
                <a:cxn ang="0">
                  <a:pos x="138" y="168"/>
                </a:cxn>
                <a:cxn ang="0">
                  <a:pos x="143" y="193"/>
                </a:cxn>
                <a:cxn ang="0">
                  <a:pos x="157" y="212"/>
                </a:cxn>
                <a:cxn ang="0">
                  <a:pos x="183" y="252"/>
                </a:cxn>
                <a:cxn ang="0">
                  <a:pos x="196" y="301"/>
                </a:cxn>
                <a:cxn ang="0">
                  <a:pos x="193" y="330"/>
                </a:cxn>
                <a:cxn ang="0">
                  <a:pos x="158" y="314"/>
                </a:cxn>
                <a:cxn ang="0">
                  <a:pos x="126" y="301"/>
                </a:cxn>
                <a:cxn ang="0">
                  <a:pos x="102" y="298"/>
                </a:cxn>
                <a:cxn ang="0">
                  <a:pos x="73" y="298"/>
                </a:cxn>
                <a:cxn ang="0">
                  <a:pos x="36" y="292"/>
                </a:cxn>
                <a:cxn ang="0">
                  <a:pos x="10" y="286"/>
                </a:cxn>
                <a:cxn ang="0">
                  <a:pos x="6" y="281"/>
                </a:cxn>
                <a:cxn ang="0">
                  <a:pos x="1" y="265"/>
                </a:cxn>
                <a:cxn ang="0">
                  <a:pos x="0" y="237"/>
                </a:cxn>
                <a:cxn ang="0">
                  <a:pos x="7" y="205"/>
                </a:cxn>
                <a:cxn ang="0">
                  <a:pos x="29" y="174"/>
                </a:cxn>
                <a:cxn ang="0">
                  <a:pos x="70" y="153"/>
                </a:cxn>
                <a:cxn ang="0">
                  <a:pos x="80" y="137"/>
                </a:cxn>
                <a:cxn ang="0">
                  <a:pos x="88" y="102"/>
                </a:cxn>
                <a:cxn ang="0">
                  <a:pos x="109" y="59"/>
                </a:cxn>
                <a:cxn ang="0">
                  <a:pos x="152" y="21"/>
                </a:cxn>
                <a:cxn ang="0">
                  <a:pos x="196" y="4"/>
                </a:cxn>
                <a:cxn ang="0">
                  <a:pos x="242" y="0"/>
                </a:cxn>
              </a:cxnLst>
              <a:rect l="0" t="0" r="r" b="b"/>
              <a:pathLst>
                <a:path w="444" h="683">
                  <a:moveTo>
                    <a:pt x="242" y="0"/>
                  </a:moveTo>
                  <a:lnTo>
                    <a:pt x="265" y="4"/>
                  </a:lnTo>
                  <a:lnTo>
                    <a:pt x="288" y="10"/>
                  </a:lnTo>
                  <a:lnTo>
                    <a:pt x="308" y="23"/>
                  </a:lnTo>
                  <a:lnTo>
                    <a:pt x="326" y="39"/>
                  </a:lnTo>
                  <a:lnTo>
                    <a:pt x="341" y="61"/>
                  </a:lnTo>
                  <a:lnTo>
                    <a:pt x="354" y="88"/>
                  </a:lnTo>
                  <a:lnTo>
                    <a:pt x="361" y="122"/>
                  </a:lnTo>
                  <a:lnTo>
                    <a:pt x="366" y="154"/>
                  </a:lnTo>
                  <a:lnTo>
                    <a:pt x="367" y="182"/>
                  </a:lnTo>
                  <a:lnTo>
                    <a:pt x="366" y="202"/>
                  </a:lnTo>
                  <a:lnTo>
                    <a:pt x="364" y="219"/>
                  </a:lnTo>
                  <a:lnTo>
                    <a:pt x="361" y="234"/>
                  </a:lnTo>
                  <a:lnTo>
                    <a:pt x="358" y="245"/>
                  </a:lnTo>
                  <a:lnTo>
                    <a:pt x="357" y="257"/>
                  </a:lnTo>
                  <a:lnTo>
                    <a:pt x="357" y="268"/>
                  </a:lnTo>
                  <a:lnTo>
                    <a:pt x="360" y="281"/>
                  </a:lnTo>
                  <a:lnTo>
                    <a:pt x="366" y="297"/>
                  </a:lnTo>
                  <a:lnTo>
                    <a:pt x="375" y="317"/>
                  </a:lnTo>
                  <a:lnTo>
                    <a:pt x="387" y="344"/>
                  </a:lnTo>
                  <a:lnTo>
                    <a:pt x="399" y="378"/>
                  </a:lnTo>
                  <a:lnTo>
                    <a:pt x="412" y="415"/>
                  </a:lnTo>
                  <a:lnTo>
                    <a:pt x="421" y="456"/>
                  </a:lnTo>
                  <a:lnTo>
                    <a:pt x="436" y="542"/>
                  </a:lnTo>
                  <a:lnTo>
                    <a:pt x="441" y="582"/>
                  </a:lnTo>
                  <a:lnTo>
                    <a:pt x="442" y="620"/>
                  </a:lnTo>
                  <a:lnTo>
                    <a:pt x="444" y="655"/>
                  </a:lnTo>
                  <a:lnTo>
                    <a:pt x="441" y="683"/>
                  </a:lnTo>
                  <a:lnTo>
                    <a:pt x="441" y="663"/>
                  </a:lnTo>
                  <a:lnTo>
                    <a:pt x="439" y="640"/>
                  </a:lnTo>
                  <a:lnTo>
                    <a:pt x="436" y="612"/>
                  </a:lnTo>
                  <a:lnTo>
                    <a:pt x="431" y="577"/>
                  </a:lnTo>
                  <a:lnTo>
                    <a:pt x="425" y="540"/>
                  </a:lnTo>
                  <a:lnTo>
                    <a:pt x="416" y="501"/>
                  </a:lnTo>
                  <a:lnTo>
                    <a:pt x="402" y="461"/>
                  </a:lnTo>
                  <a:lnTo>
                    <a:pt x="387" y="422"/>
                  </a:lnTo>
                  <a:lnTo>
                    <a:pt x="366" y="386"/>
                  </a:lnTo>
                  <a:lnTo>
                    <a:pt x="341" y="353"/>
                  </a:lnTo>
                  <a:lnTo>
                    <a:pt x="332" y="344"/>
                  </a:lnTo>
                  <a:lnTo>
                    <a:pt x="325" y="332"/>
                  </a:lnTo>
                  <a:lnTo>
                    <a:pt x="317" y="315"/>
                  </a:lnTo>
                  <a:lnTo>
                    <a:pt x="312" y="295"/>
                  </a:lnTo>
                  <a:lnTo>
                    <a:pt x="312" y="272"/>
                  </a:lnTo>
                  <a:lnTo>
                    <a:pt x="314" y="251"/>
                  </a:lnTo>
                  <a:lnTo>
                    <a:pt x="315" y="226"/>
                  </a:lnTo>
                  <a:lnTo>
                    <a:pt x="315" y="199"/>
                  </a:lnTo>
                  <a:lnTo>
                    <a:pt x="314" y="173"/>
                  </a:lnTo>
                  <a:lnTo>
                    <a:pt x="309" y="145"/>
                  </a:lnTo>
                  <a:lnTo>
                    <a:pt x="302" y="121"/>
                  </a:lnTo>
                  <a:lnTo>
                    <a:pt x="291" y="98"/>
                  </a:lnTo>
                  <a:lnTo>
                    <a:pt x="277" y="81"/>
                  </a:lnTo>
                  <a:lnTo>
                    <a:pt x="262" y="70"/>
                  </a:lnTo>
                  <a:lnTo>
                    <a:pt x="244" y="62"/>
                  </a:lnTo>
                  <a:lnTo>
                    <a:pt x="224" y="58"/>
                  </a:lnTo>
                  <a:lnTo>
                    <a:pt x="206" y="59"/>
                  </a:lnTo>
                  <a:lnTo>
                    <a:pt x="187" y="64"/>
                  </a:lnTo>
                  <a:lnTo>
                    <a:pt x="172" y="73"/>
                  </a:lnTo>
                  <a:lnTo>
                    <a:pt x="158" y="85"/>
                  </a:lnTo>
                  <a:lnTo>
                    <a:pt x="148" y="102"/>
                  </a:lnTo>
                  <a:lnTo>
                    <a:pt x="143" y="124"/>
                  </a:lnTo>
                  <a:lnTo>
                    <a:pt x="140" y="150"/>
                  </a:lnTo>
                  <a:lnTo>
                    <a:pt x="138" y="168"/>
                  </a:lnTo>
                  <a:lnTo>
                    <a:pt x="140" y="182"/>
                  </a:lnTo>
                  <a:lnTo>
                    <a:pt x="143" y="193"/>
                  </a:lnTo>
                  <a:lnTo>
                    <a:pt x="149" y="202"/>
                  </a:lnTo>
                  <a:lnTo>
                    <a:pt x="157" y="212"/>
                  </a:lnTo>
                  <a:lnTo>
                    <a:pt x="169" y="228"/>
                  </a:lnTo>
                  <a:lnTo>
                    <a:pt x="183" y="252"/>
                  </a:lnTo>
                  <a:lnTo>
                    <a:pt x="192" y="278"/>
                  </a:lnTo>
                  <a:lnTo>
                    <a:pt x="196" y="301"/>
                  </a:lnTo>
                  <a:lnTo>
                    <a:pt x="196" y="329"/>
                  </a:lnTo>
                  <a:lnTo>
                    <a:pt x="193" y="330"/>
                  </a:lnTo>
                  <a:lnTo>
                    <a:pt x="186" y="327"/>
                  </a:lnTo>
                  <a:lnTo>
                    <a:pt x="158" y="314"/>
                  </a:lnTo>
                  <a:lnTo>
                    <a:pt x="143" y="307"/>
                  </a:lnTo>
                  <a:lnTo>
                    <a:pt x="126" y="301"/>
                  </a:lnTo>
                  <a:lnTo>
                    <a:pt x="112" y="298"/>
                  </a:lnTo>
                  <a:lnTo>
                    <a:pt x="102" y="298"/>
                  </a:lnTo>
                  <a:lnTo>
                    <a:pt x="88" y="300"/>
                  </a:lnTo>
                  <a:lnTo>
                    <a:pt x="73" y="298"/>
                  </a:lnTo>
                  <a:lnTo>
                    <a:pt x="53" y="297"/>
                  </a:lnTo>
                  <a:lnTo>
                    <a:pt x="36" y="292"/>
                  </a:lnTo>
                  <a:lnTo>
                    <a:pt x="21" y="289"/>
                  </a:lnTo>
                  <a:lnTo>
                    <a:pt x="10" y="286"/>
                  </a:lnTo>
                  <a:lnTo>
                    <a:pt x="6" y="284"/>
                  </a:lnTo>
                  <a:lnTo>
                    <a:pt x="6" y="281"/>
                  </a:lnTo>
                  <a:lnTo>
                    <a:pt x="3" y="275"/>
                  </a:lnTo>
                  <a:lnTo>
                    <a:pt x="1" y="265"/>
                  </a:lnTo>
                  <a:lnTo>
                    <a:pt x="0" y="252"/>
                  </a:lnTo>
                  <a:lnTo>
                    <a:pt x="0" y="237"/>
                  </a:lnTo>
                  <a:lnTo>
                    <a:pt x="1" y="222"/>
                  </a:lnTo>
                  <a:lnTo>
                    <a:pt x="7" y="205"/>
                  </a:lnTo>
                  <a:lnTo>
                    <a:pt x="15" y="190"/>
                  </a:lnTo>
                  <a:lnTo>
                    <a:pt x="29" y="174"/>
                  </a:lnTo>
                  <a:lnTo>
                    <a:pt x="45" y="162"/>
                  </a:lnTo>
                  <a:lnTo>
                    <a:pt x="70" y="153"/>
                  </a:lnTo>
                  <a:lnTo>
                    <a:pt x="80" y="153"/>
                  </a:lnTo>
                  <a:lnTo>
                    <a:pt x="80" y="137"/>
                  </a:lnTo>
                  <a:lnTo>
                    <a:pt x="83" y="122"/>
                  </a:lnTo>
                  <a:lnTo>
                    <a:pt x="88" y="102"/>
                  </a:lnTo>
                  <a:lnTo>
                    <a:pt x="97" y="81"/>
                  </a:lnTo>
                  <a:lnTo>
                    <a:pt x="109" y="59"/>
                  </a:lnTo>
                  <a:lnTo>
                    <a:pt x="128" y="38"/>
                  </a:lnTo>
                  <a:lnTo>
                    <a:pt x="152" y="21"/>
                  </a:lnTo>
                  <a:lnTo>
                    <a:pt x="174" y="12"/>
                  </a:lnTo>
                  <a:lnTo>
                    <a:pt x="196" y="4"/>
                  </a:lnTo>
                  <a:lnTo>
                    <a:pt x="219" y="1"/>
                  </a:lnTo>
                  <a:lnTo>
                    <a:pt x="242"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7" name="Freeform 13"/>
            <p:cNvSpPr>
              <a:spLocks/>
            </p:cNvSpPr>
            <p:nvPr/>
          </p:nvSpPr>
          <p:spPr bwMode="auto">
            <a:xfrm>
              <a:off x="4233863" y="3646488"/>
              <a:ext cx="547688" cy="763588"/>
            </a:xfrm>
            <a:custGeom>
              <a:avLst/>
              <a:gdLst/>
              <a:ahLst/>
              <a:cxnLst>
                <a:cxn ang="0">
                  <a:pos x="72" y="0"/>
                </a:cxn>
                <a:cxn ang="0">
                  <a:pos x="82" y="9"/>
                </a:cxn>
                <a:cxn ang="0">
                  <a:pos x="75" y="29"/>
                </a:cxn>
                <a:cxn ang="0">
                  <a:pos x="69" y="60"/>
                </a:cxn>
                <a:cxn ang="0">
                  <a:pos x="76" y="94"/>
                </a:cxn>
                <a:cxn ang="0">
                  <a:pos x="81" y="95"/>
                </a:cxn>
                <a:cxn ang="0">
                  <a:pos x="84" y="57"/>
                </a:cxn>
                <a:cxn ang="0">
                  <a:pos x="95" y="40"/>
                </a:cxn>
                <a:cxn ang="0">
                  <a:pos x="124" y="31"/>
                </a:cxn>
                <a:cxn ang="0">
                  <a:pos x="154" y="55"/>
                </a:cxn>
                <a:cxn ang="0">
                  <a:pos x="176" y="89"/>
                </a:cxn>
                <a:cxn ang="0">
                  <a:pos x="182" y="100"/>
                </a:cxn>
                <a:cxn ang="0">
                  <a:pos x="188" y="104"/>
                </a:cxn>
                <a:cxn ang="0">
                  <a:pos x="186" y="88"/>
                </a:cxn>
                <a:cxn ang="0">
                  <a:pos x="185" y="78"/>
                </a:cxn>
                <a:cxn ang="0">
                  <a:pos x="183" y="69"/>
                </a:cxn>
                <a:cxn ang="0">
                  <a:pos x="185" y="54"/>
                </a:cxn>
                <a:cxn ang="0">
                  <a:pos x="202" y="57"/>
                </a:cxn>
                <a:cxn ang="0">
                  <a:pos x="226" y="81"/>
                </a:cxn>
                <a:cxn ang="0">
                  <a:pos x="241" y="94"/>
                </a:cxn>
                <a:cxn ang="0">
                  <a:pos x="249" y="92"/>
                </a:cxn>
                <a:cxn ang="0">
                  <a:pos x="256" y="95"/>
                </a:cxn>
                <a:cxn ang="0">
                  <a:pos x="272" y="120"/>
                </a:cxn>
                <a:cxn ang="0">
                  <a:pos x="296" y="167"/>
                </a:cxn>
                <a:cxn ang="0">
                  <a:pos x="324" y="230"/>
                </a:cxn>
                <a:cxn ang="0">
                  <a:pos x="342" y="297"/>
                </a:cxn>
                <a:cxn ang="0">
                  <a:pos x="343" y="353"/>
                </a:cxn>
                <a:cxn ang="0">
                  <a:pos x="339" y="399"/>
                </a:cxn>
                <a:cxn ang="0">
                  <a:pos x="327" y="438"/>
                </a:cxn>
                <a:cxn ang="0">
                  <a:pos x="304" y="467"/>
                </a:cxn>
                <a:cxn ang="0">
                  <a:pos x="272" y="481"/>
                </a:cxn>
                <a:cxn ang="0">
                  <a:pos x="226" y="474"/>
                </a:cxn>
                <a:cxn ang="0">
                  <a:pos x="166" y="440"/>
                </a:cxn>
                <a:cxn ang="0">
                  <a:pos x="102" y="379"/>
                </a:cxn>
                <a:cxn ang="0">
                  <a:pos x="46" y="297"/>
                </a:cxn>
                <a:cxn ang="0">
                  <a:pos x="8" y="201"/>
                </a:cxn>
                <a:cxn ang="0">
                  <a:pos x="2" y="97"/>
                </a:cxn>
                <a:cxn ang="0">
                  <a:pos x="14" y="40"/>
                </a:cxn>
                <a:cxn ang="0">
                  <a:pos x="26" y="23"/>
                </a:cxn>
                <a:cxn ang="0">
                  <a:pos x="60" y="0"/>
                </a:cxn>
              </a:cxnLst>
              <a:rect l="0" t="0" r="r" b="b"/>
              <a:pathLst>
                <a:path w="345" h="481">
                  <a:moveTo>
                    <a:pt x="60" y="0"/>
                  </a:moveTo>
                  <a:lnTo>
                    <a:pt x="72" y="0"/>
                  </a:lnTo>
                  <a:lnTo>
                    <a:pt x="81" y="3"/>
                  </a:lnTo>
                  <a:lnTo>
                    <a:pt x="82" y="9"/>
                  </a:lnTo>
                  <a:lnTo>
                    <a:pt x="79" y="19"/>
                  </a:lnTo>
                  <a:lnTo>
                    <a:pt x="75" y="29"/>
                  </a:lnTo>
                  <a:lnTo>
                    <a:pt x="70" y="43"/>
                  </a:lnTo>
                  <a:lnTo>
                    <a:pt x="69" y="60"/>
                  </a:lnTo>
                  <a:lnTo>
                    <a:pt x="72" y="81"/>
                  </a:lnTo>
                  <a:lnTo>
                    <a:pt x="76" y="94"/>
                  </a:lnTo>
                  <a:lnTo>
                    <a:pt x="79" y="100"/>
                  </a:lnTo>
                  <a:lnTo>
                    <a:pt x="81" y="95"/>
                  </a:lnTo>
                  <a:lnTo>
                    <a:pt x="81" y="78"/>
                  </a:lnTo>
                  <a:lnTo>
                    <a:pt x="84" y="57"/>
                  </a:lnTo>
                  <a:lnTo>
                    <a:pt x="89" y="48"/>
                  </a:lnTo>
                  <a:lnTo>
                    <a:pt x="95" y="40"/>
                  </a:lnTo>
                  <a:lnTo>
                    <a:pt x="110" y="32"/>
                  </a:lnTo>
                  <a:lnTo>
                    <a:pt x="124" y="31"/>
                  </a:lnTo>
                  <a:lnTo>
                    <a:pt x="139" y="38"/>
                  </a:lnTo>
                  <a:lnTo>
                    <a:pt x="154" y="55"/>
                  </a:lnTo>
                  <a:lnTo>
                    <a:pt x="171" y="81"/>
                  </a:lnTo>
                  <a:lnTo>
                    <a:pt x="176" y="89"/>
                  </a:lnTo>
                  <a:lnTo>
                    <a:pt x="179" y="95"/>
                  </a:lnTo>
                  <a:lnTo>
                    <a:pt x="182" y="100"/>
                  </a:lnTo>
                  <a:lnTo>
                    <a:pt x="186" y="104"/>
                  </a:lnTo>
                  <a:lnTo>
                    <a:pt x="188" y="104"/>
                  </a:lnTo>
                  <a:lnTo>
                    <a:pt x="188" y="92"/>
                  </a:lnTo>
                  <a:lnTo>
                    <a:pt x="186" y="88"/>
                  </a:lnTo>
                  <a:lnTo>
                    <a:pt x="186" y="83"/>
                  </a:lnTo>
                  <a:lnTo>
                    <a:pt x="185" y="78"/>
                  </a:lnTo>
                  <a:lnTo>
                    <a:pt x="185" y="74"/>
                  </a:lnTo>
                  <a:lnTo>
                    <a:pt x="183" y="69"/>
                  </a:lnTo>
                  <a:lnTo>
                    <a:pt x="183" y="61"/>
                  </a:lnTo>
                  <a:lnTo>
                    <a:pt x="185" y="54"/>
                  </a:lnTo>
                  <a:lnTo>
                    <a:pt x="192" y="52"/>
                  </a:lnTo>
                  <a:lnTo>
                    <a:pt x="202" y="57"/>
                  </a:lnTo>
                  <a:lnTo>
                    <a:pt x="212" y="66"/>
                  </a:lnTo>
                  <a:lnTo>
                    <a:pt x="226" y="81"/>
                  </a:lnTo>
                  <a:lnTo>
                    <a:pt x="235" y="91"/>
                  </a:lnTo>
                  <a:lnTo>
                    <a:pt x="241" y="94"/>
                  </a:lnTo>
                  <a:lnTo>
                    <a:pt x="246" y="94"/>
                  </a:lnTo>
                  <a:lnTo>
                    <a:pt x="249" y="92"/>
                  </a:lnTo>
                  <a:lnTo>
                    <a:pt x="252" y="92"/>
                  </a:lnTo>
                  <a:lnTo>
                    <a:pt x="256" y="95"/>
                  </a:lnTo>
                  <a:lnTo>
                    <a:pt x="263" y="104"/>
                  </a:lnTo>
                  <a:lnTo>
                    <a:pt x="272" y="120"/>
                  </a:lnTo>
                  <a:lnTo>
                    <a:pt x="282" y="141"/>
                  </a:lnTo>
                  <a:lnTo>
                    <a:pt x="296" y="167"/>
                  </a:lnTo>
                  <a:lnTo>
                    <a:pt x="310" y="198"/>
                  </a:lnTo>
                  <a:lnTo>
                    <a:pt x="324" y="230"/>
                  </a:lnTo>
                  <a:lnTo>
                    <a:pt x="336" y="264"/>
                  </a:lnTo>
                  <a:lnTo>
                    <a:pt x="342" y="297"/>
                  </a:lnTo>
                  <a:lnTo>
                    <a:pt x="345" y="330"/>
                  </a:lnTo>
                  <a:lnTo>
                    <a:pt x="343" y="353"/>
                  </a:lnTo>
                  <a:lnTo>
                    <a:pt x="342" y="377"/>
                  </a:lnTo>
                  <a:lnTo>
                    <a:pt x="339" y="399"/>
                  </a:lnTo>
                  <a:lnTo>
                    <a:pt x="333" y="420"/>
                  </a:lnTo>
                  <a:lnTo>
                    <a:pt x="327" y="438"/>
                  </a:lnTo>
                  <a:lnTo>
                    <a:pt x="316" y="455"/>
                  </a:lnTo>
                  <a:lnTo>
                    <a:pt x="304" y="467"/>
                  </a:lnTo>
                  <a:lnTo>
                    <a:pt x="290" y="477"/>
                  </a:lnTo>
                  <a:lnTo>
                    <a:pt x="272" y="481"/>
                  </a:lnTo>
                  <a:lnTo>
                    <a:pt x="250" y="480"/>
                  </a:lnTo>
                  <a:lnTo>
                    <a:pt x="226" y="474"/>
                  </a:lnTo>
                  <a:lnTo>
                    <a:pt x="197" y="460"/>
                  </a:lnTo>
                  <a:lnTo>
                    <a:pt x="166" y="440"/>
                  </a:lnTo>
                  <a:lnTo>
                    <a:pt x="134" y="412"/>
                  </a:lnTo>
                  <a:lnTo>
                    <a:pt x="102" y="379"/>
                  </a:lnTo>
                  <a:lnTo>
                    <a:pt x="72" y="340"/>
                  </a:lnTo>
                  <a:lnTo>
                    <a:pt x="46" y="297"/>
                  </a:lnTo>
                  <a:lnTo>
                    <a:pt x="24" y="250"/>
                  </a:lnTo>
                  <a:lnTo>
                    <a:pt x="8" y="201"/>
                  </a:lnTo>
                  <a:lnTo>
                    <a:pt x="0" y="149"/>
                  </a:lnTo>
                  <a:lnTo>
                    <a:pt x="2" y="97"/>
                  </a:lnTo>
                  <a:lnTo>
                    <a:pt x="12" y="43"/>
                  </a:lnTo>
                  <a:lnTo>
                    <a:pt x="14" y="40"/>
                  </a:lnTo>
                  <a:lnTo>
                    <a:pt x="18" y="34"/>
                  </a:lnTo>
                  <a:lnTo>
                    <a:pt x="26" y="23"/>
                  </a:lnTo>
                  <a:lnTo>
                    <a:pt x="47" y="5"/>
                  </a:lnTo>
                  <a:lnTo>
                    <a:pt x="60"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grpSp>
        <p:nvGrpSpPr>
          <p:cNvPr id="25" name="Group 24"/>
          <p:cNvGrpSpPr/>
          <p:nvPr/>
        </p:nvGrpSpPr>
        <p:grpSpPr>
          <a:xfrm>
            <a:off x="3491871" y="2809714"/>
            <a:ext cx="819264" cy="1857859"/>
            <a:chOff x="5076826" y="3000375"/>
            <a:chExt cx="1008062" cy="2286000"/>
          </a:xfrm>
        </p:grpSpPr>
        <p:sp>
          <p:nvSpPr>
            <p:cNvPr id="1038" name="Freeform 14"/>
            <p:cNvSpPr>
              <a:spLocks noEditPoints="1"/>
            </p:cNvSpPr>
            <p:nvPr/>
          </p:nvSpPr>
          <p:spPr bwMode="auto">
            <a:xfrm>
              <a:off x="5157788" y="3000375"/>
              <a:ext cx="927100" cy="2286000"/>
            </a:xfrm>
            <a:custGeom>
              <a:avLst/>
              <a:gdLst/>
              <a:ahLst/>
              <a:cxnLst>
                <a:cxn ang="0">
                  <a:pos x="283" y="0"/>
                </a:cxn>
                <a:cxn ang="0">
                  <a:pos x="415" y="67"/>
                </a:cxn>
                <a:cxn ang="0">
                  <a:pos x="424" y="228"/>
                </a:cxn>
                <a:cxn ang="0">
                  <a:pos x="389" y="338"/>
                </a:cxn>
                <a:cxn ang="0">
                  <a:pos x="392" y="556"/>
                </a:cxn>
                <a:cxn ang="0">
                  <a:pos x="409" y="709"/>
                </a:cxn>
                <a:cxn ang="0">
                  <a:pos x="421" y="732"/>
                </a:cxn>
                <a:cxn ang="0">
                  <a:pos x="502" y="773"/>
                </a:cxn>
                <a:cxn ang="0">
                  <a:pos x="578" y="887"/>
                </a:cxn>
                <a:cxn ang="0">
                  <a:pos x="576" y="897"/>
                </a:cxn>
                <a:cxn ang="0">
                  <a:pos x="509" y="793"/>
                </a:cxn>
                <a:cxn ang="0">
                  <a:pos x="413" y="799"/>
                </a:cxn>
                <a:cxn ang="0">
                  <a:pos x="409" y="943"/>
                </a:cxn>
                <a:cxn ang="0">
                  <a:pos x="459" y="1025"/>
                </a:cxn>
                <a:cxn ang="0">
                  <a:pos x="473" y="1189"/>
                </a:cxn>
                <a:cxn ang="0">
                  <a:pos x="465" y="1124"/>
                </a:cxn>
                <a:cxn ang="0">
                  <a:pos x="407" y="986"/>
                </a:cxn>
                <a:cxn ang="0">
                  <a:pos x="395" y="1161"/>
                </a:cxn>
                <a:cxn ang="0">
                  <a:pos x="364" y="1257"/>
                </a:cxn>
                <a:cxn ang="0">
                  <a:pos x="373" y="1294"/>
                </a:cxn>
                <a:cxn ang="0">
                  <a:pos x="386" y="1345"/>
                </a:cxn>
                <a:cxn ang="0">
                  <a:pos x="358" y="1290"/>
                </a:cxn>
                <a:cxn ang="0">
                  <a:pos x="332" y="1403"/>
                </a:cxn>
                <a:cxn ang="0">
                  <a:pos x="338" y="1290"/>
                </a:cxn>
                <a:cxn ang="0">
                  <a:pos x="283" y="1320"/>
                </a:cxn>
                <a:cxn ang="0">
                  <a:pos x="293" y="1305"/>
                </a:cxn>
                <a:cxn ang="0">
                  <a:pos x="344" y="1256"/>
                </a:cxn>
                <a:cxn ang="0">
                  <a:pos x="375" y="1138"/>
                </a:cxn>
                <a:cxn ang="0">
                  <a:pos x="381" y="979"/>
                </a:cxn>
                <a:cxn ang="0">
                  <a:pos x="315" y="1006"/>
                </a:cxn>
                <a:cxn ang="0">
                  <a:pos x="247" y="1124"/>
                </a:cxn>
                <a:cxn ang="0">
                  <a:pos x="244" y="1120"/>
                </a:cxn>
                <a:cxn ang="0">
                  <a:pos x="314" y="992"/>
                </a:cxn>
                <a:cxn ang="0">
                  <a:pos x="386" y="905"/>
                </a:cxn>
                <a:cxn ang="0">
                  <a:pos x="375" y="779"/>
                </a:cxn>
                <a:cxn ang="0">
                  <a:pos x="270" y="847"/>
                </a:cxn>
                <a:cxn ang="0">
                  <a:pos x="201" y="925"/>
                </a:cxn>
                <a:cxn ang="0">
                  <a:pos x="280" y="813"/>
                </a:cxn>
                <a:cxn ang="0">
                  <a:pos x="380" y="734"/>
                </a:cxn>
                <a:cxn ang="0">
                  <a:pos x="361" y="597"/>
                </a:cxn>
                <a:cxn ang="0">
                  <a:pos x="343" y="335"/>
                </a:cxn>
                <a:cxn ang="0">
                  <a:pos x="381" y="127"/>
                </a:cxn>
                <a:cxn ang="0">
                  <a:pos x="308" y="41"/>
                </a:cxn>
                <a:cxn ang="0">
                  <a:pos x="215" y="99"/>
                </a:cxn>
                <a:cxn ang="0">
                  <a:pos x="215" y="194"/>
                </a:cxn>
                <a:cxn ang="0">
                  <a:pos x="262" y="274"/>
                </a:cxn>
                <a:cxn ang="0">
                  <a:pos x="244" y="383"/>
                </a:cxn>
                <a:cxn ang="0">
                  <a:pos x="157" y="392"/>
                </a:cxn>
                <a:cxn ang="0">
                  <a:pos x="67" y="363"/>
                </a:cxn>
                <a:cxn ang="0">
                  <a:pos x="12" y="323"/>
                </a:cxn>
                <a:cxn ang="0">
                  <a:pos x="1" y="280"/>
                </a:cxn>
                <a:cxn ang="0">
                  <a:pos x="22" y="177"/>
                </a:cxn>
                <a:cxn ang="0">
                  <a:pos x="151" y="130"/>
                </a:cxn>
                <a:cxn ang="0">
                  <a:pos x="177" y="70"/>
                </a:cxn>
                <a:cxn ang="0">
                  <a:pos x="283" y="0"/>
                </a:cxn>
              </a:cxnLst>
              <a:rect l="0" t="0" r="r" b="b"/>
              <a:pathLst>
                <a:path w="584" h="1440">
                  <a:moveTo>
                    <a:pt x="238" y="1159"/>
                  </a:moveTo>
                  <a:lnTo>
                    <a:pt x="236" y="1167"/>
                  </a:lnTo>
                  <a:lnTo>
                    <a:pt x="236" y="1162"/>
                  </a:lnTo>
                  <a:lnTo>
                    <a:pt x="238" y="1159"/>
                  </a:lnTo>
                  <a:close/>
                  <a:moveTo>
                    <a:pt x="283" y="0"/>
                  </a:moveTo>
                  <a:lnTo>
                    <a:pt x="317" y="0"/>
                  </a:lnTo>
                  <a:lnTo>
                    <a:pt x="347" y="7"/>
                  </a:lnTo>
                  <a:lnTo>
                    <a:pt x="375" y="21"/>
                  </a:lnTo>
                  <a:lnTo>
                    <a:pt x="396" y="43"/>
                  </a:lnTo>
                  <a:lnTo>
                    <a:pt x="415" y="67"/>
                  </a:lnTo>
                  <a:lnTo>
                    <a:pt x="428" y="96"/>
                  </a:lnTo>
                  <a:lnTo>
                    <a:pt x="436" y="130"/>
                  </a:lnTo>
                  <a:lnTo>
                    <a:pt x="436" y="164"/>
                  </a:lnTo>
                  <a:lnTo>
                    <a:pt x="431" y="200"/>
                  </a:lnTo>
                  <a:lnTo>
                    <a:pt x="424" y="228"/>
                  </a:lnTo>
                  <a:lnTo>
                    <a:pt x="416" y="252"/>
                  </a:lnTo>
                  <a:lnTo>
                    <a:pt x="409" y="274"/>
                  </a:lnTo>
                  <a:lnTo>
                    <a:pt x="402" y="295"/>
                  </a:lnTo>
                  <a:lnTo>
                    <a:pt x="395" y="315"/>
                  </a:lnTo>
                  <a:lnTo>
                    <a:pt x="389" y="338"/>
                  </a:lnTo>
                  <a:lnTo>
                    <a:pt x="384" y="361"/>
                  </a:lnTo>
                  <a:lnTo>
                    <a:pt x="381" y="389"/>
                  </a:lnTo>
                  <a:lnTo>
                    <a:pt x="381" y="458"/>
                  </a:lnTo>
                  <a:lnTo>
                    <a:pt x="386" y="502"/>
                  </a:lnTo>
                  <a:lnTo>
                    <a:pt x="392" y="556"/>
                  </a:lnTo>
                  <a:lnTo>
                    <a:pt x="396" y="602"/>
                  </a:lnTo>
                  <a:lnTo>
                    <a:pt x="401" y="639"/>
                  </a:lnTo>
                  <a:lnTo>
                    <a:pt x="404" y="669"/>
                  </a:lnTo>
                  <a:lnTo>
                    <a:pt x="407" y="692"/>
                  </a:lnTo>
                  <a:lnTo>
                    <a:pt x="409" y="709"/>
                  </a:lnTo>
                  <a:lnTo>
                    <a:pt x="409" y="721"/>
                  </a:lnTo>
                  <a:lnTo>
                    <a:pt x="410" y="727"/>
                  </a:lnTo>
                  <a:lnTo>
                    <a:pt x="410" y="729"/>
                  </a:lnTo>
                  <a:lnTo>
                    <a:pt x="413" y="729"/>
                  </a:lnTo>
                  <a:lnTo>
                    <a:pt x="421" y="732"/>
                  </a:lnTo>
                  <a:lnTo>
                    <a:pt x="431" y="735"/>
                  </a:lnTo>
                  <a:lnTo>
                    <a:pt x="447" y="741"/>
                  </a:lnTo>
                  <a:lnTo>
                    <a:pt x="463" y="749"/>
                  </a:lnTo>
                  <a:lnTo>
                    <a:pt x="482" y="760"/>
                  </a:lnTo>
                  <a:lnTo>
                    <a:pt x="502" y="773"/>
                  </a:lnTo>
                  <a:lnTo>
                    <a:pt x="520" y="789"/>
                  </a:lnTo>
                  <a:lnTo>
                    <a:pt x="538" y="807"/>
                  </a:lnTo>
                  <a:lnTo>
                    <a:pt x="553" y="830"/>
                  </a:lnTo>
                  <a:lnTo>
                    <a:pt x="567" y="856"/>
                  </a:lnTo>
                  <a:lnTo>
                    <a:pt x="578" y="887"/>
                  </a:lnTo>
                  <a:lnTo>
                    <a:pt x="584" y="920"/>
                  </a:lnTo>
                  <a:lnTo>
                    <a:pt x="584" y="946"/>
                  </a:lnTo>
                  <a:lnTo>
                    <a:pt x="582" y="934"/>
                  </a:lnTo>
                  <a:lnTo>
                    <a:pt x="579" y="917"/>
                  </a:lnTo>
                  <a:lnTo>
                    <a:pt x="576" y="897"/>
                  </a:lnTo>
                  <a:lnTo>
                    <a:pt x="569" y="878"/>
                  </a:lnTo>
                  <a:lnTo>
                    <a:pt x="560" y="855"/>
                  </a:lnTo>
                  <a:lnTo>
                    <a:pt x="546" y="833"/>
                  </a:lnTo>
                  <a:lnTo>
                    <a:pt x="529" y="813"/>
                  </a:lnTo>
                  <a:lnTo>
                    <a:pt x="509" y="793"/>
                  </a:lnTo>
                  <a:lnTo>
                    <a:pt x="483" y="778"/>
                  </a:lnTo>
                  <a:lnTo>
                    <a:pt x="451" y="767"/>
                  </a:lnTo>
                  <a:lnTo>
                    <a:pt x="415" y="760"/>
                  </a:lnTo>
                  <a:lnTo>
                    <a:pt x="415" y="779"/>
                  </a:lnTo>
                  <a:lnTo>
                    <a:pt x="413" y="799"/>
                  </a:lnTo>
                  <a:lnTo>
                    <a:pt x="412" y="827"/>
                  </a:lnTo>
                  <a:lnTo>
                    <a:pt x="412" y="856"/>
                  </a:lnTo>
                  <a:lnTo>
                    <a:pt x="410" y="887"/>
                  </a:lnTo>
                  <a:lnTo>
                    <a:pt x="409" y="916"/>
                  </a:lnTo>
                  <a:lnTo>
                    <a:pt x="409" y="943"/>
                  </a:lnTo>
                  <a:lnTo>
                    <a:pt x="418" y="953"/>
                  </a:lnTo>
                  <a:lnTo>
                    <a:pt x="427" y="965"/>
                  </a:lnTo>
                  <a:lnTo>
                    <a:pt x="438" y="982"/>
                  </a:lnTo>
                  <a:lnTo>
                    <a:pt x="448" y="1002"/>
                  </a:lnTo>
                  <a:lnTo>
                    <a:pt x="459" y="1025"/>
                  </a:lnTo>
                  <a:lnTo>
                    <a:pt x="468" y="1051"/>
                  </a:lnTo>
                  <a:lnTo>
                    <a:pt x="474" y="1080"/>
                  </a:lnTo>
                  <a:lnTo>
                    <a:pt x="476" y="1110"/>
                  </a:lnTo>
                  <a:lnTo>
                    <a:pt x="474" y="1153"/>
                  </a:lnTo>
                  <a:lnTo>
                    <a:pt x="473" y="1189"/>
                  </a:lnTo>
                  <a:lnTo>
                    <a:pt x="473" y="1215"/>
                  </a:lnTo>
                  <a:lnTo>
                    <a:pt x="471" y="1233"/>
                  </a:lnTo>
                  <a:lnTo>
                    <a:pt x="471" y="1185"/>
                  </a:lnTo>
                  <a:lnTo>
                    <a:pt x="468" y="1156"/>
                  </a:lnTo>
                  <a:lnTo>
                    <a:pt x="465" y="1124"/>
                  </a:lnTo>
                  <a:lnTo>
                    <a:pt x="459" y="1094"/>
                  </a:lnTo>
                  <a:lnTo>
                    <a:pt x="451" y="1061"/>
                  </a:lnTo>
                  <a:lnTo>
                    <a:pt x="441" y="1032"/>
                  </a:lnTo>
                  <a:lnTo>
                    <a:pt x="425" y="1006"/>
                  </a:lnTo>
                  <a:lnTo>
                    <a:pt x="407" y="986"/>
                  </a:lnTo>
                  <a:lnTo>
                    <a:pt x="407" y="1046"/>
                  </a:lnTo>
                  <a:lnTo>
                    <a:pt x="405" y="1074"/>
                  </a:lnTo>
                  <a:lnTo>
                    <a:pt x="402" y="1103"/>
                  </a:lnTo>
                  <a:lnTo>
                    <a:pt x="399" y="1133"/>
                  </a:lnTo>
                  <a:lnTo>
                    <a:pt x="395" y="1161"/>
                  </a:lnTo>
                  <a:lnTo>
                    <a:pt x="387" y="1187"/>
                  </a:lnTo>
                  <a:lnTo>
                    <a:pt x="378" y="1213"/>
                  </a:lnTo>
                  <a:lnTo>
                    <a:pt x="372" y="1233"/>
                  </a:lnTo>
                  <a:lnTo>
                    <a:pt x="367" y="1248"/>
                  </a:lnTo>
                  <a:lnTo>
                    <a:pt x="364" y="1257"/>
                  </a:lnTo>
                  <a:lnTo>
                    <a:pt x="363" y="1264"/>
                  </a:lnTo>
                  <a:lnTo>
                    <a:pt x="361" y="1267"/>
                  </a:lnTo>
                  <a:lnTo>
                    <a:pt x="363" y="1270"/>
                  </a:lnTo>
                  <a:lnTo>
                    <a:pt x="367" y="1280"/>
                  </a:lnTo>
                  <a:lnTo>
                    <a:pt x="373" y="1294"/>
                  </a:lnTo>
                  <a:lnTo>
                    <a:pt x="380" y="1310"/>
                  </a:lnTo>
                  <a:lnTo>
                    <a:pt x="384" y="1326"/>
                  </a:lnTo>
                  <a:lnTo>
                    <a:pt x="387" y="1340"/>
                  </a:lnTo>
                  <a:lnTo>
                    <a:pt x="387" y="1346"/>
                  </a:lnTo>
                  <a:lnTo>
                    <a:pt x="386" y="1345"/>
                  </a:lnTo>
                  <a:lnTo>
                    <a:pt x="384" y="1336"/>
                  </a:lnTo>
                  <a:lnTo>
                    <a:pt x="380" y="1325"/>
                  </a:lnTo>
                  <a:lnTo>
                    <a:pt x="367" y="1297"/>
                  </a:lnTo>
                  <a:lnTo>
                    <a:pt x="360" y="1287"/>
                  </a:lnTo>
                  <a:lnTo>
                    <a:pt x="358" y="1290"/>
                  </a:lnTo>
                  <a:lnTo>
                    <a:pt x="354" y="1300"/>
                  </a:lnTo>
                  <a:lnTo>
                    <a:pt x="349" y="1317"/>
                  </a:lnTo>
                  <a:lnTo>
                    <a:pt x="343" y="1340"/>
                  </a:lnTo>
                  <a:lnTo>
                    <a:pt x="337" y="1369"/>
                  </a:lnTo>
                  <a:lnTo>
                    <a:pt x="332" y="1403"/>
                  </a:lnTo>
                  <a:lnTo>
                    <a:pt x="331" y="1440"/>
                  </a:lnTo>
                  <a:lnTo>
                    <a:pt x="331" y="1359"/>
                  </a:lnTo>
                  <a:lnTo>
                    <a:pt x="332" y="1333"/>
                  </a:lnTo>
                  <a:lnTo>
                    <a:pt x="335" y="1310"/>
                  </a:lnTo>
                  <a:lnTo>
                    <a:pt x="338" y="1290"/>
                  </a:lnTo>
                  <a:lnTo>
                    <a:pt x="335" y="1290"/>
                  </a:lnTo>
                  <a:lnTo>
                    <a:pt x="326" y="1293"/>
                  </a:lnTo>
                  <a:lnTo>
                    <a:pt x="314" y="1297"/>
                  </a:lnTo>
                  <a:lnTo>
                    <a:pt x="299" y="1306"/>
                  </a:lnTo>
                  <a:lnTo>
                    <a:pt x="283" y="1320"/>
                  </a:lnTo>
                  <a:lnTo>
                    <a:pt x="271" y="1342"/>
                  </a:lnTo>
                  <a:lnTo>
                    <a:pt x="273" y="1339"/>
                  </a:lnTo>
                  <a:lnTo>
                    <a:pt x="276" y="1331"/>
                  </a:lnTo>
                  <a:lnTo>
                    <a:pt x="283" y="1319"/>
                  </a:lnTo>
                  <a:lnTo>
                    <a:pt x="293" y="1305"/>
                  </a:lnTo>
                  <a:lnTo>
                    <a:pt x="305" y="1291"/>
                  </a:lnTo>
                  <a:lnTo>
                    <a:pt x="320" y="1279"/>
                  </a:lnTo>
                  <a:lnTo>
                    <a:pt x="338" y="1270"/>
                  </a:lnTo>
                  <a:lnTo>
                    <a:pt x="340" y="1267"/>
                  </a:lnTo>
                  <a:lnTo>
                    <a:pt x="344" y="1256"/>
                  </a:lnTo>
                  <a:lnTo>
                    <a:pt x="349" y="1239"/>
                  </a:lnTo>
                  <a:lnTo>
                    <a:pt x="357" y="1218"/>
                  </a:lnTo>
                  <a:lnTo>
                    <a:pt x="363" y="1195"/>
                  </a:lnTo>
                  <a:lnTo>
                    <a:pt x="369" y="1167"/>
                  </a:lnTo>
                  <a:lnTo>
                    <a:pt x="375" y="1138"/>
                  </a:lnTo>
                  <a:lnTo>
                    <a:pt x="378" y="1109"/>
                  </a:lnTo>
                  <a:lnTo>
                    <a:pt x="380" y="1081"/>
                  </a:lnTo>
                  <a:lnTo>
                    <a:pt x="380" y="999"/>
                  </a:lnTo>
                  <a:lnTo>
                    <a:pt x="381" y="986"/>
                  </a:lnTo>
                  <a:lnTo>
                    <a:pt x="381" y="979"/>
                  </a:lnTo>
                  <a:lnTo>
                    <a:pt x="378" y="979"/>
                  </a:lnTo>
                  <a:lnTo>
                    <a:pt x="367" y="982"/>
                  </a:lnTo>
                  <a:lnTo>
                    <a:pt x="352" y="986"/>
                  </a:lnTo>
                  <a:lnTo>
                    <a:pt x="335" y="994"/>
                  </a:lnTo>
                  <a:lnTo>
                    <a:pt x="315" y="1006"/>
                  </a:lnTo>
                  <a:lnTo>
                    <a:pt x="297" y="1023"/>
                  </a:lnTo>
                  <a:lnTo>
                    <a:pt x="279" y="1046"/>
                  </a:lnTo>
                  <a:lnTo>
                    <a:pt x="265" y="1074"/>
                  </a:lnTo>
                  <a:lnTo>
                    <a:pt x="254" y="1101"/>
                  </a:lnTo>
                  <a:lnTo>
                    <a:pt x="247" y="1124"/>
                  </a:lnTo>
                  <a:lnTo>
                    <a:pt x="242" y="1141"/>
                  </a:lnTo>
                  <a:lnTo>
                    <a:pt x="238" y="1159"/>
                  </a:lnTo>
                  <a:lnTo>
                    <a:pt x="238" y="1156"/>
                  </a:lnTo>
                  <a:lnTo>
                    <a:pt x="239" y="1139"/>
                  </a:lnTo>
                  <a:lnTo>
                    <a:pt x="244" y="1120"/>
                  </a:lnTo>
                  <a:lnTo>
                    <a:pt x="251" y="1095"/>
                  </a:lnTo>
                  <a:lnTo>
                    <a:pt x="260" y="1069"/>
                  </a:lnTo>
                  <a:lnTo>
                    <a:pt x="274" y="1043"/>
                  </a:lnTo>
                  <a:lnTo>
                    <a:pt x="291" y="1017"/>
                  </a:lnTo>
                  <a:lnTo>
                    <a:pt x="314" y="992"/>
                  </a:lnTo>
                  <a:lnTo>
                    <a:pt x="341" y="971"/>
                  </a:lnTo>
                  <a:lnTo>
                    <a:pt x="375" y="953"/>
                  </a:lnTo>
                  <a:lnTo>
                    <a:pt x="384" y="946"/>
                  </a:lnTo>
                  <a:lnTo>
                    <a:pt x="384" y="927"/>
                  </a:lnTo>
                  <a:lnTo>
                    <a:pt x="386" y="905"/>
                  </a:lnTo>
                  <a:lnTo>
                    <a:pt x="386" y="827"/>
                  </a:lnTo>
                  <a:lnTo>
                    <a:pt x="387" y="804"/>
                  </a:lnTo>
                  <a:lnTo>
                    <a:pt x="387" y="779"/>
                  </a:lnTo>
                  <a:lnTo>
                    <a:pt x="384" y="778"/>
                  </a:lnTo>
                  <a:lnTo>
                    <a:pt x="375" y="779"/>
                  </a:lnTo>
                  <a:lnTo>
                    <a:pt x="360" y="786"/>
                  </a:lnTo>
                  <a:lnTo>
                    <a:pt x="341" y="793"/>
                  </a:lnTo>
                  <a:lnTo>
                    <a:pt x="318" y="807"/>
                  </a:lnTo>
                  <a:lnTo>
                    <a:pt x="296" y="824"/>
                  </a:lnTo>
                  <a:lnTo>
                    <a:pt x="270" y="847"/>
                  </a:lnTo>
                  <a:lnTo>
                    <a:pt x="244" y="873"/>
                  </a:lnTo>
                  <a:lnTo>
                    <a:pt x="218" y="904"/>
                  </a:lnTo>
                  <a:lnTo>
                    <a:pt x="195" y="940"/>
                  </a:lnTo>
                  <a:lnTo>
                    <a:pt x="196" y="936"/>
                  </a:lnTo>
                  <a:lnTo>
                    <a:pt x="201" y="925"/>
                  </a:lnTo>
                  <a:lnTo>
                    <a:pt x="209" y="908"/>
                  </a:lnTo>
                  <a:lnTo>
                    <a:pt x="221" y="888"/>
                  </a:lnTo>
                  <a:lnTo>
                    <a:pt x="236" y="864"/>
                  </a:lnTo>
                  <a:lnTo>
                    <a:pt x="256" y="838"/>
                  </a:lnTo>
                  <a:lnTo>
                    <a:pt x="280" y="813"/>
                  </a:lnTo>
                  <a:lnTo>
                    <a:pt x="309" y="789"/>
                  </a:lnTo>
                  <a:lnTo>
                    <a:pt x="343" y="767"/>
                  </a:lnTo>
                  <a:lnTo>
                    <a:pt x="381" y="750"/>
                  </a:lnTo>
                  <a:lnTo>
                    <a:pt x="381" y="746"/>
                  </a:lnTo>
                  <a:lnTo>
                    <a:pt x="380" y="734"/>
                  </a:lnTo>
                  <a:lnTo>
                    <a:pt x="378" y="714"/>
                  </a:lnTo>
                  <a:lnTo>
                    <a:pt x="375" y="689"/>
                  </a:lnTo>
                  <a:lnTo>
                    <a:pt x="370" y="660"/>
                  </a:lnTo>
                  <a:lnTo>
                    <a:pt x="366" y="629"/>
                  </a:lnTo>
                  <a:lnTo>
                    <a:pt x="361" y="597"/>
                  </a:lnTo>
                  <a:lnTo>
                    <a:pt x="355" y="565"/>
                  </a:lnTo>
                  <a:lnTo>
                    <a:pt x="344" y="504"/>
                  </a:lnTo>
                  <a:lnTo>
                    <a:pt x="338" y="445"/>
                  </a:lnTo>
                  <a:lnTo>
                    <a:pt x="337" y="390"/>
                  </a:lnTo>
                  <a:lnTo>
                    <a:pt x="343" y="335"/>
                  </a:lnTo>
                  <a:lnTo>
                    <a:pt x="361" y="265"/>
                  </a:lnTo>
                  <a:lnTo>
                    <a:pt x="372" y="229"/>
                  </a:lnTo>
                  <a:lnTo>
                    <a:pt x="381" y="196"/>
                  </a:lnTo>
                  <a:lnTo>
                    <a:pt x="384" y="161"/>
                  </a:lnTo>
                  <a:lnTo>
                    <a:pt x="381" y="127"/>
                  </a:lnTo>
                  <a:lnTo>
                    <a:pt x="373" y="99"/>
                  </a:lnTo>
                  <a:lnTo>
                    <a:pt x="360" y="78"/>
                  </a:lnTo>
                  <a:lnTo>
                    <a:pt x="344" y="59"/>
                  </a:lnTo>
                  <a:lnTo>
                    <a:pt x="326" y="47"/>
                  </a:lnTo>
                  <a:lnTo>
                    <a:pt x="308" y="41"/>
                  </a:lnTo>
                  <a:lnTo>
                    <a:pt x="288" y="43"/>
                  </a:lnTo>
                  <a:lnTo>
                    <a:pt x="268" y="50"/>
                  </a:lnTo>
                  <a:lnTo>
                    <a:pt x="248" y="66"/>
                  </a:lnTo>
                  <a:lnTo>
                    <a:pt x="230" y="81"/>
                  </a:lnTo>
                  <a:lnTo>
                    <a:pt x="215" y="99"/>
                  </a:lnTo>
                  <a:lnTo>
                    <a:pt x="206" y="119"/>
                  </a:lnTo>
                  <a:lnTo>
                    <a:pt x="201" y="141"/>
                  </a:lnTo>
                  <a:lnTo>
                    <a:pt x="202" y="165"/>
                  </a:lnTo>
                  <a:lnTo>
                    <a:pt x="207" y="180"/>
                  </a:lnTo>
                  <a:lnTo>
                    <a:pt x="215" y="194"/>
                  </a:lnTo>
                  <a:lnTo>
                    <a:pt x="225" y="207"/>
                  </a:lnTo>
                  <a:lnTo>
                    <a:pt x="235" y="220"/>
                  </a:lnTo>
                  <a:lnTo>
                    <a:pt x="245" y="236"/>
                  </a:lnTo>
                  <a:lnTo>
                    <a:pt x="254" y="252"/>
                  </a:lnTo>
                  <a:lnTo>
                    <a:pt x="262" y="274"/>
                  </a:lnTo>
                  <a:lnTo>
                    <a:pt x="267" y="298"/>
                  </a:lnTo>
                  <a:lnTo>
                    <a:pt x="267" y="331"/>
                  </a:lnTo>
                  <a:lnTo>
                    <a:pt x="264" y="354"/>
                  </a:lnTo>
                  <a:lnTo>
                    <a:pt x="256" y="370"/>
                  </a:lnTo>
                  <a:lnTo>
                    <a:pt x="244" y="383"/>
                  </a:lnTo>
                  <a:lnTo>
                    <a:pt x="228" y="392"/>
                  </a:lnTo>
                  <a:lnTo>
                    <a:pt x="212" y="395"/>
                  </a:lnTo>
                  <a:lnTo>
                    <a:pt x="193" y="396"/>
                  </a:lnTo>
                  <a:lnTo>
                    <a:pt x="175" y="395"/>
                  </a:lnTo>
                  <a:lnTo>
                    <a:pt x="157" y="392"/>
                  </a:lnTo>
                  <a:lnTo>
                    <a:pt x="123" y="383"/>
                  </a:lnTo>
                  <a:lnTo>
                    <a:pt x="111" y="378"/>
                  </a:lnTo>
                  <a:lnTo>
                    <a:pt x="102" y="375"/>
                  </a:lnTo>
                  <a:lnTo>
                    <a:pt x="85" y="369"/>
                  </a:lnTo>
                  <a:lnTo>
                    <a:pt x="67" y="363"/>
                  </a:lnTo>
                  <a:lnTo>
                    <a:pt x="48" y="358"/>
                  </a:lnTo>
                  <a:lnTo>
                    <a:pt x="32" y="352"/>
                  </a:lnTo>
                  <a:lnTo>
                    <a:pt x="21" y="346"/>
                  </a:lnTo>
                  <a:lnTo>
                    <a:pt x="15" y="338"/>
                  </a:lnTo>
                  <a:lnTo>
                    <a:pt x="12" y="323"/>
                  </a:lnTo>
                  <a:lnTo>
                    <a:pt x="9" y="312"/>
                  </a:lnTo>
                  <a:lnTo>
                    <a:pt x="9" y="309"/>
                  </a:lnTo>
                  <a:lnTo>
                    <a:pt x="7" y="306"/>
                  </a:lnTo>
                  <a:lnTo>
                    <a:pt x="4" y="295"/>
                  </a:lnTo>
                  <a:lnTo>
                    <a:pt x="1" y="280"/>
                  </a:lnTo>
                  <a:lnTo>
                    <a:pt x="0" y="262"/>
                  </a:lnTo>
                  <a:lnTo>
                    <a:pt x="0" y="240"/>
                  </a:lnTo>
                  <a:lnTo>
                    <a:pt x="3" y="219"/>
                  </a:lnTo>
                  <a:lnTo>
                    <a:pt x="10" y="197"/>
                  </a:lnTo>
                  <a:lnTo>
                    <a:pt x="22" y="177"/>
                  </a:lnTo>
                  <a:lnTo>
                    <a:pt x="47" y="154"/>
                  </a:lnTo>
                  <a:lnTo>
                    <a:pt x="71" y="139"/>
                  </a:lnTo>
                  <a:lnTo>
                    <a:pt x="97" y="131"/>
                  </a:lnTo>
                  <a:lnTo>
                    <a:pt x="123" y="128"/>
                  </a:lnTo>
                  <a:lnTo>
                    <a:pt x="151" y="130"/>
                  </a:lnTo>
                  <a:lnTo>
                    <a:pt x="152" y="127"/>
                  </a:lnTo>
                  <a:lnTo>
                    <a:pt x="154" y="118"/>
                  </a:lnTo>
                  <a:lnTo>
                    <a:pt x="160" y="104"/>
                  </a:lnTo>
                  <a:lnTo>
                    <a:pt x="166" y="89"/>
                  </a:lnTo>
                  <a:lnTo>
                    <a:pt x="177" y="70"/>
                  </a:lnTo>
                  <a:lnTo>
                    <a:pt x="190" y="52"/>
                  </a:lnTo>
                  <a:lnTo>
                    <a:pt x="207" y="33"/>
                  </a:lnTo>
                  <a:lnTo>
                    <a:pt x="228" y="18"/>
                  </a:lnTo>
                  <a:lnTo>
                    <a:pt x="254" y="7"/>
                  </a:lnTo>
                  <a:lnTo>
                    <a:pt x="283"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39" name="Freeform 15"/>
            <p:cNvSpPr>
              <a:spLocks/>
            </p:cNvSpPr>
            <p:nvPr/>
          </p:nvSpPr>
          <p:spPr bwMode="auto">
            <a:xfrm>
              <a:off x="5076826" y="3448050"/>
              <a:ext cx="550863" cy="485775"/>
            </a:xfrm>
            <a:custGeom>
              <a:avLst/>
              <a:gdLst/>
              <a:ahLst/>
              <a:cxnLst>
                <a:cxn ang="0">
                  <a:pos x="57" y="3"/>
                </a:cxn>
                <a:cxn ang="0">
                  <a:pos x="78" y="24"/>
                </a:cxn>
                <a:cxn ang="0">
                  <a:pos x="83" y="32"/>
                </a:cxn>
                <a:cxn ang="0">
                  <a:pos x="95" y="29"/>
                </a:cxn>
                <a:cxn ang="0">
                  <a:pos x="115" y="21"/>
                </a:cxn>
                <a:cxn ang="0">
                  <a:pos x="130" y="10"/>
                </a:cxn>
                <a:cxn ang="0">
                  <a:pos x="159" y="3"/>
                </a:cxn>
                <a:cxn ang="0">
                  <a:pos x="189" y="12"/>
                </a:cxn>
                <a:cxn ang="0">
                  <a:pos x="226" y="52"/>
                </a:cxn>
                <a:cxn ang="0">
                  <a:pos x="244" y="73"/>
                </a:cxn>
                <a:cxn ang="0">
                  <a:pos x="257" y="76"/>
                </a:cxn>
                <a:cxn ang="0">
                  <a:pos x="275" y="59"/>
                </a:cxn>
                <a:cxn ang="0">
                  <a:pos x="298" y="42"/>
                </a:cxn>
                <a:cxn ang="0">
                  <a:pos x="321" y="36"/>
                </a:cxn>
                <a:cxn ang="0">
                  <a:pos x="333" y="49"/>
                </a:cxn>
                <a:cxn ang="0">
                  <a:pos x="336" y="78"/>
                </a:cxn>
                <a:cxn ang="0">
                  <a:pos x="337" y="116"/>
                </a:cxn>
                <a:cxn ang="0">
                  <a:pos x="347" y="174"/>
                </a:cxn>
                <a:cxn ang="0">
                  <a:pos x="334" y="193"/>
                </a:cxn>
                <a:cxn ang="0">
                  <a:pos x="318" y="213"/>
                </a:cxn>
                <a:cxn ang="0">
                  <a:pos x="310" y="245"/>
                </a:cxn>
                <a:cxn ang="0">
                  <a:pos x="299" y="277"/>
                </a:cxn>
                <a:cxn ang="0">
                  <a:pos x="278" y="298"/>
                </a:cxn>
                <a:cxn ang="0">
                  <a:pos x="243" y="306"/>
                </a:cxn>
                <a:cxn ang="0">
                  <a:pos x="192" y="298"/>
                </a:cxn>
                <a:cxn ang="0">
                  <a:pos x="138" y="278"/>
                </a:cxn>
                <a:cxn ang="0">
                  <a:pos x="116" y="257"/>
                </a:cxn>
                <a:cxn ang="0">
                  <a:pos x="119" y="235"/>
                </a:cxn>
                <a:cxn ang="0">
                  <a:pos x="125" y="206"/>
                </a:cxn>
                <a:cxn ang="0">
                  <a:pos x="115" y="179"/>
                </a:cxn>
                <a:cxn ang="0">
                  <a:pos x="78" y="136"/>
                </a:cxn>
                <a:cxn ang="0">
                  <a:pos x="52" y="88"/>
                </a:cxn>
                <a:cxn ang="0">
                  <a:pos x="46" y="56"/>
                </a:cxn>
                <a:cxn ang="0">
                  <a:pos x="40" y="38"/>
                </a:cxn>
                <a:cxn ang="0">
                  <a:pos x="26" y="38"/>
                </a:cxn>
                <a:cxn ang="0">
                  <a:pos x="9" y="41"/>
                </a:cxn>
                <a:cxn ang="0">
                  <a:pos x="0" y="36"/>
                </a:cxn>
                <a:cxn ang="0">
                  <a:pos x="3" y="29"/>
                </a:cxn>
                <a:cxn ang="0">
                  <a:pos x="15" y="15"/>
                </a:cxn>
                <a:cxn ang="0">
                  <a:pos x="35" y="1"/>
                </a:cxn>
              </a:cxnLst>
              <a:rect l="0" t="0" r="r" b="b"/>
              <a:pathLst>
                <a:path w="347" h="306">
                  <a:moveTo>
                    <a:pt x="46" y="0"/>
                  </a:moveTo>
                  <a:lnTo>
                    <a:pt x="57" y="3"/>
                  </a:lnTo>
                  <a:lnTo>
                    <a:pt x="70" y="15"/>
                  </a:lnTo>
                  <a:lnTo>
                    <a:pt x="78" y="24"/>
                  </a:lnTo>
                  <a:lnTo>
                    <a:pt x="83" y="30"/>
                  </a:lnTo>
                  <a:lnTo>
                    <a:pt x="83" y="32"/>
                  </a:lnTo>
                  <a:lnTo>
                    <a:pt x="86" y="30"/>
                  </a:lnTo>
                  <a:lnTo>
                    <a:pt x="95" y="29"/>
                  </a:lnTo>
                  <a:lnTo>
                    <a:pt x="105" y="26"/>
                  </a:lnTo>
                  <a:lnTo>
                    <a:pt x="115" y="21"/>
                  </a:lnTo>
                  <a:lnTo>
                    <a:pt x="122" y="16"/>
                  </a:lnTo>
                  <a:lnTo>
                    <a:pt x="130" y="10"/>
                  </a:lnTo>
                  <a:lnTo>
                    <a:pt x="142" y="6"/>
                  </a:lnTo>
                  <a:lnTo>
                    <a:pt x="159" y="3"/>
                  </a:lnTo>
                  <a:lnTo>
                    <a:pt x="174" y="4"/>
                  </a:lnTo>
                  <a:lnTo>
                    <a:pt x="189" y="12"/>
                  </a:lnTo>
                  <a:lnTo>
                    <a:pt x="202" y="24"/>
                  </a:lnTo>
                  <a:lnTo>
                    <a:pt x="226" y="52"/>
                  </a:lnTo>
                  <a:lnTo>
                    <a:pt x="237" y="64"/>
                  </a:lnTo>
                  <a:lnTo>
                    <a:pt x="244" y="73"/>
                  </a:lnTo>
                  <a:lnTo>
                    <a:pt x="252" y="78"/>
                  </a:lnTo>
                  <a:lnTo>
                    <a:pt x="257" y="76"/>
                  </a:lnTo>
                  <a:lnTo>
                    <a:pt x="264" y="70"/>
                  </a:lnTo>
                  <a:lnTo>
                    <a:pt x="275" y="59"/>
                  </a:lnTo>
                  <a:lnTo>
                    <a:pt x="286" y="50"/>
                  </a:lnTo>
                  <a:lnTo>
                    <a:pt x="298" y="42"/>
                  </a:lnTo>
                  <a:lnTo>
                    <a:pt x="310" y="38"/>
                  </a:lnTo>
                  <a:lnTo>
                    <a:pt x="321" y="36"/>
                  </a:lnTo>
                  <a:lnTo>
                    <a:pt x="328" y="39"/>
                  </a:lnTo>
                  <a:lnTo>
                    <a:pt x="333" y="49"/>
                  </a:lnTo>
                  <a:lnTo>
                    <a:pt x="334" y="61"/>
                  </a:lnTo>
                  <a:lnTo>
                    <a:pt x="336" y="78"/>
                  </a:lnTo>
                  <a:lnTo>
                    <a:pt x="336" y="98"/>
                  </a:lnTo>
                  <a:lnTo>
                    <a:pt x="337" y="116"/>
                  </a:lnTo>
                  <a:lnTo>
                    <a:pt x="347" y="162"/>
                  </a:lnTo>
                  <a:lnTo>
                    <a:pt x="347" y="174"/>
                  </a:lnTo>
                  <a:lnTo>
                    <a:pt x="344" y="185"/>
                  </a:lnTo>
                  <a:lnTo>
                    <a:pt x="334" y="193"/>
                  </a:lnTo>
                  <a:lnTo>
                    <a:pt x="324" y="200"/>
                  </a:lnTo>
                  <a:lnTo>
                    <a:pt x="318" y="213"/>
                  </a:lnTo>
                  <a:lnTo>
                    <a:pt x="313" y="228"/>
                  </a:lnTo>
                  <a:lnTo>
                    <a:pt x="310" y="245"/>
                  </a:lnTo>
                  <a:lnTo>
                    <a:pt x="305" y="262"/>
                  </a:lnTo>
                  <a:lnTo>
                    <a:pt x="299" y="277"/>
                  </a:lnTo>
                  <a:lnTo>
                    <a:pt x="290" y="289"/>
                  </a:lnTo>
                  <a:lnTo>
                    <a:pt x="278" y="298"/>
                  </a:lnTo>
                  <a:lnTo>
                    <a:pt x="263" y="304"/>
                  </a:lnTo>
                  <a:lnTo>
                    <a:pt x="243" y="306"/>
                  </a:lnTo>
                  <a:lnTo>
                    <a:pt x="220" y="304"/>
                  </a:lnTo>
                  <a:lnTo>
                    <a:pt x="192" y="298"/>
                  </a:lnTo>
                  <a:lnTo>
                    <a:pt x="160" y="289"/>
                  </a:lnTo>
                  <a:lnTo>
                    <a:pt x="138" y="278"/>
                  </a:lnTo>
                  <a:lnTo>
                    <a:pt x="124" y="268"/>
                  </a:lnTo>
                  <a:lnTo>
                    <a:pt x="116" y="257"/>
                  </a:lnTo>
                  <a:lnTo>
                    <a:pt x="116" y="246"/>
                  </a:lnTo>
                  <a:lnTo>
                    <a:pt x="119" y="235"/>
                  </a:lnTo>
                  <a:lnTo>
                    <a:pt x="122" y="222"/>
                  </a:lnTo>
                  <a:lnTo>
                    <a:pt x="125" y="206"/>
                  </a:lnTo>
                  <a:lnTo>
                    <a:pt x="122" y="193"/>
                  </a:lnTo>
                  <a:lnTo>
                    <a:pt x="115" y="179"/>
                  </a:lnTo>
                  <a:lnTo>
                    <a:pt x="98" y="159"/>
                  </a:lnTo>
                  <a:lnTo>
                    <a:pt x="78" y="136"/>
                  </a:lnTo>
                  <a:lnTo>
                    <a:pt x="63" y="113"/>
                  </a:lnTo>
                  <a:lnTo>
                    <a:pt x="52" y="88"/>
                  </a:lnTo>
                  <a:lnTo>
                    <a:pt x="49" y="72"/>
                  </a:lnTo>
                  <a:lnTo>
                    <a:pt x="46" y="56"/>
                  </a:lnTo>
                  <a:lnTo>
                    <a:pt x="44" y="46"/>
                  </a:lnTo>
                  <a:lnTo>
                    <a:pt x="40" y="38"/>
                  </a:lnTo>
                  <a:lnTo>
                    <a:pt x="34" y="36"/>
                  </a:lnTo>
                  <a:lnTo>
                    <a:pt x="26" y="38"/>
                  </a:lnTo>
                  <a:lnTo>
                    <a:pt x="17" y="39"/>
                  </a:lnTo>
                  <a:lnTo>
                    <a:pt x="9" y="41"/>
                  </a:lnTo>
                  <a:lnTo>
                    <a:pt x="3" y="39"/>
                  </a:lnTo>
                  <a:lnTo>
                    <a:pt x="0" y="36"/>
                  </a:lnTo>
                  <a:lnTo>
                    <a:pt x="2" y="32"/>
                  </a:lnTo>
                  <a:lnTo>
                    <a:pt x="3" y="29"/>
                  </a:lnTo>
                  <a:lnTo>
                    <a:pt x="8" y="23"/>
                  </a:lnTo>
                  <a:lnTo>
                    <a:pt x="15" y="15"/>
                  </a:lnTo>
                  <a:lnTo>
                    <a:pt x="25" y="7"/>
                  </a:lnTo>
                  <a:lnTo>
                    <a:pt x="35" y="1"/>
                  </a:lnTo>
                  <a:lnTo>
                    <a:pt x="46"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grpSp>
        <p:nvGrpSpPr>
          <p:cNvPr id="26" name="Group 25"/>
          <p:cNvGrpSpPr/>
          <p:nvPr/>
        </p:nvGrpSpPr>
        <p:grpSpPr>
          <a:xfrm>
            <a:off x="4648947" y="2572321"/>
            <a:ext cx="923769" cy="2332645"/>
            <a:chOff x="5978526" y="2425700"/>
            <a:chExt cx="1136650" cy="2870200"/>
          </a:xfrm>
        </p:grpSpPr>
        <p:sp>
          <p:nvSpPr>
            <p:cNvPr id="1032" name="Freeform 8"/>
            <p:cNvSpPr>
              <a:spLocks/>
            </p:cNvSpPr>
            <p:nvPr/>
          </p:nvSpPr>
          <p:spPr bwMode="auto">
            <a:xfrm>
              <a:off x="5978526" y="2543175"/>
              <a:ext cx="225425" cy="454025"/>
            </a:xfrm>
            <a:custGeom>
              <a:avLst/>
              <a:gdLst/>
              <a:ahLst/>
              <a:cxnLst>
                <a:cxn ang="0">
                  <a:pos x="142" y="0"/>
                </a:cxn>
                <a:cxn ang="0">
                  <a:pos x="142" y="4"/>
                </a:cxn>
                <a:cxn ang="0">
                  <a:pos x="139" y="17"/>
                </a:cxn>
                <a:cxn ang="0">
                  <a:pos x="136" y="35"/>
                </a:cxn>
                <a:cxn ang="0">
                  <a:pos x="133" y="58"/>
                </a:cxn>
                <a:cxn ang="0">
                  <a:pos x="127" y="84"/>
                </a:cxn>
                <a:cxn ang="0">
                  <a:pos x="122" y="112"/>
                </a:cxn>
                <a:cxn ang="0">
                  <a:pos x="116" y="139"/>
                </a:cxn>
                <a:cxn ang="0">
                  <a:pos x="110" y="164"/>
                </a:cxn>
                <a:cxn ang="0">
                  <a:pos x="104" y="185"/>
                </a:cxn>
                <a:cxn ang="0">
                  <a:pos x="93" y="205"/>
                </a:cxn>
                <a:cxn ang="0">
                  <a:pos x="79" y="225"/>
                </a:cxn>
                <a:cxn ang="0">
                  <a:pos x="62" y="242"/>
                </a:cxn>
                <a:cxn ang="0">
                  <a:pos x="44" y="257"/>
                </a:cxn>
                <a:cxn ang="0">
                  <a:pos x="27" y="269"/>
                </a:cxn>
                <a:cxn ang="0">
                  <a:pos x="14" y="278"/>
                </a:cxn>
                <a:cxn ang="0">
                  <a:pos x="3" y="285"/>
                </a:cxn>
                <a:cxn ang="0">
                  <a:pos x="0" y="286"/>
                </a:cxn>
                <a:cxn ang="0">
                  <a:pos x="0" y="285"/>
                </a:cxn>
                <a:cxn ang="0">
                  <a:pos x="1" y="280"/>
                </a:cxn>
                <a:cxn ang="0">
                  <a:pos x="3" y="271"/>
                </a:cxn>
                <a:cxn ang="0">
                  <a:pos x="6" y="257"/>
                </a:cxn>
                <a:cxn ang="0">
                  <a:pos x="12" y="236"/>
                </a:cxn>
                <a:cxn ang="0">
                  <a:pos x="18" y="206"/>
                </a:cxn>
                <a:cxn ang="0">
                  <a:pos x="26" y="184"/>
                </a:cxn>
                <a:cxn ang="0">
                  <a:pos x="36" y="159"/>
                </a:cxn>
                <a:cxn ang="0">
                  <a:pos x="49" y="134"/>
                </a:cxn>
                <a:cxn ang="0">
                  <a:pos x="64" y="108"/>
                </a:cxn>
                <a:cxn ang="0">
                  <a:pos x="94" y="62"/>
                </a:cxn>
                <a:cxn ang="0">
                  <a:pos x="110" y="41"/>
                </a:cxn>
                <a:cxn ang="0">
                  <a:pos x="122" y="24"/>
                </a:cxn>
                <a:cxn ang="0">
                  <a:pos x="133" y="12"/>
                </a:cxn>
                <a:cxn ang="0">
                  <a:pos x="139" y="3"/>
                </a:cxn>
                <a:cxn ang="0">
                  <a:pos x="142" y="0"/>
                </a:cxn>
              </a:cxnLst>
              <a:rect l="0" t="0" r="r" b="b"/>
              <a:pathLst>
                <a:path w="142" h="286">
                  <a:moveTo>
                    <a:pt x="142" y="0"/>
                  </a:moveTo>
                  <a:lnTo>
                    <a:pt x="142" y="4"/>
                  </a:lnTo>
                  <a:lnTo>
                    <a:pt x="139" y="17"/>
                  </a:lnTo>
                  <a:lnTo>
                    <a:pt x="136" y="35"/>
                  </a:lnTo>
                  <a:lnTo>
                    <a:pt x="133" y="58"/>
                  </a:lnTo>
                  <a:lnTo>
                    <a:pt x="127" y="84"/>
                  </a:lnTo>
                  <a:lnTo>
                    <a:pt x="122" y="112"/>
                  </a:lnTo>
                  <a:lnTo>
                    <a:pt x="116" y="139"/>
                  </a:lnTo>
                  <a:lnTo>
                    <a:pt x="110" y="164"/>
                  </a:lnTo>
                  <a:lnTo>
                    <a:pt x="104" y="185"/>
                  </a:lnTo>
                  <a:lnTo>
                    <a:pt x="93" y="205"/>
                  </a:lnTo>
                  <a:lnTo>
                    <a:pt x="79" y="225"/>
                  </a:lnTo>
                  <a:lnTo>
                    <a:pt x="62" y="242"/>
                  </a:lnTo>
                  <a:lnTo>
                    <a:pt x="44" y="257"/>
                  </a:lnTo>
                  <a:lnTo>
                    <a:pt x="27" y="269"/>
                  </a:lnTo>
                  <a:lnTo>
                    <a:pt x="14" y="278"/>
                  </a:lnTo>
                  <a:lnTo>
                    <a:pt x="3" y="285"/>
                  </a:lnTo>
                  <a:lnTo>
                    <a:pt x="0" y="286"/>
                  </a:lnTo>
                  <a:lnTo>
                    <a:pt x="0" y="285"/>
                  </a:lnTo>
                  <a:lnTo>
                    <a:pt x="1" y="280"/>
                  </a:lnTo>
                  <a:lnTo>
                    <a:pt x="3" y="271"/>
                  </a:lnTo>
                  <a:lnTo>
                    <a:pt x="6" y="257"/>
                  </a:lnTo>
                  <a:lnTo>
                    <a:pt x="12" y="236"/>
                  </a:lnTo>
                  <a:lnTo>
                    <a:pt x="18" y="206"/>
                  </a:lnTo>
                  <a:lnTo>
                    <a:pt x="26" y="184"/>
                  </a:lnTo>
                  <a:lnTo>
                    <a:pt x="36" y="159"/>
                  </a:lnTo>
                  <a:lnTo>
                    <a:pt x="49" y="134"/>
                  </a:lnTo>
                  <a:lnTo>
                    <a:pt x="64" y="108"/>
                  </a:lnTo>
                  <a:lnTo>
                    <a:pt x="94" y="62"/>
                  </a:lnTo>
                  <a:lnTo>
                    <a:pt x="110" y="41"/>
                  </a:lnTo>
                  <a:lnTo>
                    <a:pt x="122" y="24"/>
                  </a:lnTo>
                  <a:lnTo>
                    <a:pt x="133" y="12"/>
                  </a:lnTo>
                  <a:lnTo>
                    <a:pt x="139" y="3"/>
                  </a:lnTo>
                  <a:lnTo>
                    <a:pt x="142" y="0"/>
                  </a:lnTo>
                  <a:close/>
                </a:path>
              </a:pathLst>
            </a:custGeom>
            <a:gradFill flip="none" rotWithShape="1">
              <a:gsLst>
                <a:gs pos="0">
                  <a:srgbClr val="4AA300">
                    <a:shade val="30000"/>
                    <a:satMod val="115000"/>
                  </a:srgbClr>
                </a:gs>
                <a:gs pos="50000">
                  <a:srgbClr val="4AA300">
                    <a:shade val="67500"/>
                    <a:satMod val="115000"/>
                  </a:srgbClr>
                </a:gs>
                <a:gs pos="100000">
                  <a:srgbClr val="4AA300">
                    <a:shade val="100000"/>
                    <a:satMod val="115000"/>
                  </a:srgbClr>
                </a:gs>
              </a:gsLst>
              <a:lin ang="54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0" name="Freeform 16"/>
            <p:cNvSpPr>
              <a:spLocks noEditPoints="1"/>
            </p:cNvSpPr>
            <p:nvPr/>
          </p:nvSpPr>
          <p:spPr bwMode="auto">
            <a:xfrm>
              <a:off x="6088063" y="2425700"/>
              <a:ext cx="1027113" cy="2870200"/>
            </a:xfrm>
            <a:custGeom>
              <a:avLst/>
              <a:gdLst/>
              <a:ahLst/>
              <a:cxnLst>
                <a:cxn ang="0">
                  <a:pos x="277" y="45"/>
                </a:cxn>
                <a:cxn ang="0">
                  <a:pos x="442" y="34"/>
                </a:cxn>
                <a:cxn ang="0">
                  <a:pos x="566" y="215"/>
                </a:cxn>
                <a:cxn ang="0">
                  <a:pos x="453" y="588"/>
                </a:cxn>
                <a:cxn ang="0">
                  <a:pos x="465" y="948"/>
                </a:cxn>
                <a:cxn ang="0">
                  <a:pos x="525" y="1036"/>
                </a:cxn>
                <a:cxn ang="0">
                  <a:pos x="644" y="1259"/>
                </a:cxn>
                <a:cxn ang="0">
                  <a:pos x="633" y="1241"/>
                </a:cxn>
                <a:cxn ang="0">
                  <a:pos x="496" y="1051"/>
                </a:cxn>
                <a:cxn ang="0">
                  <a:pos x="499" y="1157"/>
                </a:cxn>
                <a:cxn ang="0">
                  <a:pos x="599" y="1348"/>
                </a:cxn>
                <a:cxn ang="0">
                  <a:pos x="570" y="1270"/>
                </a:cxn>
                <a:cxn ang="0">
                  <a:pos x="468" y="1246"/>
                </a:cxn>
                <a:cxn ang="0">
                  <a:pos x="537" y="1364"/>
                </a:cxn>
                <a:cxn ang="0">
                  <a:pos x="572" y="1558"/>
                </a:cxn>
                <a:cxn ang="0">
                  <a:pos x="511" y="1350"/>
                </a:cxn>
                <a:cxn ang="0">
                  <a:pos x="456" y="1400"/>
                </a:cxn>
                <a:cxn ang="0">
                  <a:pos x="483" y="1528"/>
                </a:cxn>
                <a:cxn ang="0">
                  <a:pos x="473" y="1524"/>
                </a:cxn>
                <a:cxn ang="0">
                  <a:pos x="444" y="1440"/>
                </a:cxn>
                <a:cxn ang="0">
                  <a:pos x="444" y="1589"/>
                </a:cxn>
                <a:cxn ang="0">
                  <a:pos x="496" y="1763"/>
                </a:cxn>
                <a:cxn ang="0">
                  <a:pos x="438" y="1603"/>
                </a:cxn>
                <a:cxn ang="0">
                  <a:pos x="395" y="1662"/>
                </a:cxn>
                <a:cxn ang="0">
                  <a:pos x="434" y="1786"/>
                </a:cxn>
                <a:cxn ang="0">
                  <a:pos x="384" y="1727"/>
                </a:cxn>
                <a:cxn ang="0">
                  <a:pos x="378" y="1765"/>
                </a:cxn>
                <a:cxn ang="0">
                  <a:pos x="341" y="1711"/>
                </a:cxn>
                <a:cxn ang="0">
                  <a:pos x="393" y="1604"/>
                </a:cxn>
                <a:cxn ang="0">
                  <a:pos x="331" y="1630"/>
                </a:cxn>
                <a:cxn ang="0">
                  <a:pos x="389" y="1561"/>
                </a:cxn>
                <a:cxn ang="0">
                  <a:pos x="422" y="1434"/>
                </a:cxn>
                <a:cxn ang="0">
                  <a:pos x="335" y="1489"/>
                </a:cxn>
                <a:cxn ang="0">
                  <a:pos x="299" y="1511"/>
                </a:cxn>
                <a:cxn ang="0">
                  <a:pos x="405" y="1394"/>
                </a:cxn>
                <a:cxn ang="0">
                  <a:pos x="431" y="1275"/>
                </a:cxn>
                <a:cxn ang="0">
                  <a:pos x="335" y="1344"/>
                </a:cxn>
                <a:cxn ang="0">
                  <a:pos x="224" y="1514"/>
                </a:cxn>
                <a:cxn ang="0">
                  <a:pos x="319" y="1339"/>
                </a:cxn>
                <a:cxn ang="0">
                  <a:pos x="428" y="1240"/>
                </a:cxn>
                <a:cxn ang="0">
                  <a:pos x="404" y="1178"/>
                </a:cxn>
                <a:cxn ang="0">
                  <a:pos x="270" y="1322"/>
                </a:cxn>
                <a:cxn ang="0">
                  <a:pos x="338" y="1223"/>
                </a:cxn>
                <a:cxn ang="0">
                  <a:pos x="428" y="1053"/>
                </a:cxn>
                <a:cxn ang="0">
                  <a:pos x="299" y="1155"/>
                </a:cxn>
                <a:cxn ang="0">
                  <a:pos x="241" y="1226"/>
                </a:cxn>
                <a:cxn ang="0">
                  <a:pos x="377" y="1050"/>
                </a:cxn>
                <a:cxn ang="0">
                  <a:pos x="430" y="981"/>
                </a:cxn>
                <a:cxn ang="0">
                  <a:pos x="393" y="760"/>
                </a:cxn>
                <a:cxn ang="0">
                  <a:pos x="465" y="383"/>
                </a:cxn>
                <a:cxn ang="0">
                  <a:pos x="503" y="156"/>
                </a:cxn>
                <a:cxn ang="0">
                  <a:pos x="323" y="84"/>
                </a:cxn>
                <a:cxn ang="0">
                  <a:pos x="261" y="290"/>
                </a:cxn>
                <a:cxn ang="0">
                  <a:pos x="97" y="348"/>
                </a:cxn>
                <a:cxn ang="0">
                  <a:pos x="13" y="276"/>
                </a:cxn>
                <a:cxn ang="0">
                  <a:pos x="70" y="49"/>
                </a:cxn>
              </a:cxnLst>
              <a:rect l="0" t="0" r="r" b="b"/>
              <a:pathLst>
                <a:path w="647" h="1808">
                  <a:moveTo>
                    <a:pt x="572" y="1558"/>
                  </a:moveTo>
                  <a:lnTo>
                    <a:pt x="576" y="1566"/>
                  </a:lnTo>
                  <a:lnTo>
                    <a:pt x="573" y="1563"/>
                  </a:lnTo>
                  <a:lnTo>
                    <a:pt x="572" y="1558"/>
                  </a:lnTo>
                  <a:close/>
                  <a:moveTo>
                    <a:pt x="181" y="0"/>
                  </a:moveTo>
                  <a:lnTo>
                    <a:pt x="213" y="6"/>
                  </a:lnTo>
                  <a:lnTo>
                    <a:pt x="245" y="22"/>
                  </a:lnTo>
                  <a:lnTo>
                    <a:pt x="277" y="45"/>
                  </a:lnTo>
                  <a:lnTo>
                    <a:pt x="282" y="43"/>
                  </a:lnTo>
                  <a:lnTo>
                    <a:pt x="293" y="40"/>
                  </a:lnTo>
                  <a:lnTo>
                    <a:pt x="309" y="37"/>
                  </a:lnTo>
                  <a:lnTo>
                    <a:pt x="332" y="32"/>
                  </a:lnTo>
                  <a:lnTo>
                    <a:pt x="358" y="29"/>
                  </a:lnTo>
                  <a:lnTo>
                    <a:pt x="386" y="28"/>
                  </a:lnTo>
                  <a:lnTo>
                    <a:pt x="413" y="29"/>
                  </a:lnTo>
                  <a:lnTo>
                    <a:pt x="442" y="34"/>
                  </a:lnTo>
                  <a:lnTo>
                    <a:pt x="468" y="43"/>
                  </a:lnTo>
                  <a:lnTo>
                    <a:pt x="492" y="58"/>
                  </a:lnTo>
                  <a:lnTo>
                    <a:pt x="515" y="80"/>
                  </a:lnTo>
                  <a:lnTo>
                    <a:pt x="534" y="101"/>
                  </a:lnTo>
                  <a:lnTo>
                    <a:pt x="549" y="126"/>
                  </a:lnTo>
                  <a:lnTo>
                    <a:pt x="560" y="153"/>
                  </a:lnTo>
                  <a:lnTo>
                    <a:pt x="564" y="182"/>
                  </a:lnTo>
                  <a:lnTo>
                    <a:pt x="566" y="215"/>
                  </a:lnTo>
                  <a:lnTo>
                    <a:pt x="561" y="250"/>
                  </a:lnTo>
                  <a:lnTo>
                    <a:pt x="552" y="290"/>
                  </a:lnTo>
                  <a:lnTo>
                    <a:pt x="537" y="333"/>
                  </a:lnTo>
                  <a:lnTo>
                    <a:pt x="518" y="380"/>
                  </a:lnTo>
                  <a:lnTo>
                    <a:pt x="500" y="429"/>
                  </a:lnTo>
                  <a:lnTo>
                    <a:pt x="483" y="481"/>
                  </a:lnTo>
                  <a:lnTo>
                    <a:pt x="467" y="535"/>
                  </a:lnTo>
                  <a:lnTo>
                    <a:pt x="453" y="588"/>
                  </a:lnTo>
                  <a:lnTo>
                    <a:pt x="441" y="641"/>
                  </a:lnTo>
                  <a:lnTo>
                    <a:pt x="434" y="693"/>
                  </a:lnTo>
                  <a:lnTo>
                    <a:pt x="431" y="740"/>
                  </a:lnTo>
                  <a:lnTo>
                    <a:pt x="436" y="786"/>
                  </a:lnTo>
                  <a:lnTo>
                    <a:pt x="444" y="834"/>
                  </a:lnTo>
                  <a:lnTo>
                    <a:pt x="453" y="876"/>
                  </a:lnTo>
                  <a:lnTo>
                    <a:pt x="459" y="915"/>
                  </a:lnTo>
                  <a:lnTo>
                    <a:pt x="465" y="948"/>
                  </a:lnTo>
                  <a:lnTo>
                    <a:pt x="470" y="974"/>
                  </a:lnTo>
                  <a:lnTo>
                    <a:pt x="474" y="994"/>
                  </a:lnTo>
                  <a:lnTo>
                    <a:pt x="476" y="1007"/>
                  </a:lnTo>
                  <a:lnTo>
                    <a:pt x="477" y="1011"/>
                  </a:lnTo>
                  <a:lnTo>
                    <a:pt x="480" y="1013"/>
                  </a:lnTo>
                  <a:lnTo>
                    <a:pt x="491" y="1017"/>
                  </a:lnTo>
                  <a:lnTo>
                    <a:pt x="506" y="1025"/>
                  </a:lnTo>
                  <a:lnTo>
                    <a:pt x="525" y="1036"/>
                  </a:lnTo>
                  <a:lnTo>
                    <a:pt x="546" y="1050"/>
                  </a:lnTo>
                  <a:lnTo>
                    <a:pt x="567" y="1068"/>
                  </a:lnTo>
                  <a:lnTo>
                    <a:pt x="589" y="1088"/>
                  </a:lnTo>
                  <a:lnTo>
                    <a:pt x="607" y="1112"/>
                  </a:lnTo>
                  <a:lnTo>
                    <a:pt x="622" y="1140"/>
                  </a:lnTo>
                  <a:lnTo>
                    <a:pt x="631" y="1172"/>
                  </a:lnTo>
                  <a:lnTo>
                    <a:pt x="639" y="1218"/>
                  </a:lnTo>
                  <a:lnTo>
                    <a:pt x="644" y="1259"/>
                  </a:lnTo>
                  <a:lnTo>
                    <a:pt x="647" y="1293"/>
                  </a:lnTo>
                  <a:lnTo>
                    <a:pt x="647" y="1344"/>
                  </a:lnTo>
                  <a:lnTo>
                    <a:pt x="645" y="1357"/>
                  </a:lnTo>
                  <a:lnTo>
                    <a:pt x="645" y="1345"/>
                  </a:lnTo>
                  <a:lnTo>
                    <a:pt x="644" y="1325"/>
                  </a:lnTo>
                  <a:lnTo>
                    <a:pt x="642" y="1301"/>
                  </a:lnTo>
                  <a:lnTo>
                    <a:pt x="637" y="1272"/>
                  </a:lnTo>
                  <a:lnTo>
                    <a:pt x="633" y="1241"/>
                  </a:lnTo>
                  <a:lnTo>
                    <a:pt x="624" y="1207"/>
                  </a:lnTo>
                  <a:lnTo>
                    <a:pt x="613" y="1177"/>
                  </a:lnTo>
                  <a:lnTo>
                    <a:pt x="598" y="1146"/>
                  </a:lnTo>
                  <a:lnTo>
                    <a:pt x="578" y="1118"/>
                  </a:lnTo>
                  <a:lnTo>
                    <a:pt x="555" y="1096"/>
                  </a:lnTo>
                  <a:lnTo>
                    <a:pt x="531" y="1076"/>
                  </a:lnTo>
                  <a:lnTo>
                    <a:pt x="511" y="1062"/>
                  </a:lnTo>
                  <a:lnTo>
                    <a:pt x="496" y="1051"/>
                  </a:lnTo>
                  <a:lnTo>
                    <a:pt x="486" y="1045"/>
                  </a:lnTo>
                  <a:lnTo>
                    <a:pt x="479" y="1042"/>
                  </a:lnTo>
                  <a:lnTo>
                    <a:pt x="474" y="1040"/>
                  </a:lnTo>
                  <a:lnTo>
                    <a:pt x="473" y="1040"/>
                  </a:lnTo>
                  <a:lnTo>
                    <a:pt x="473" y="1135"/>
                  </a:lnTo>
                  <a:lnTo>
                    <a:pt x="476" y="1140"/>
                  </a:lnTo>
                  <a:lnTo>
                    <a:pt x="485" y="1148"/>
                  </a:lnTo>
                  <a:lnTo>
                    <a:pt x="499" y="1157"/>
                  </a:lnTo>
                  <a:lnTo>
                    <a:pt x="514" y="1171"/>
                  </a:lnTo>
                  <a:lnTo>
                    <a:pt x="532" y="1187"/>
                  </a:lnTo>
                  <a:lnTo>
                    <a:pt x="550" y="1209"/>
                  </a:lnTo>
                  <a:lnTo>
                    <a:pt x="567" y="1235"/>
                  </a:lnTo>
                  <a:lnTo>
                    <a:pt x="579" y="1261"/>
                  </a:lnTo>
                  <a:lnTo>
                    <a:pt x="590" y="1290"/>
                  </a:lnTo>
                  <a:lnTo>
                    <a:pt x="596" y="1319"/>
                  </a:lnTo>
                  <a:lnTo>
                    <a:pt x="599" y="1348"/>
                  </a:lnTo>
                  <a:lnTo>
                    <a:pt x="602" y="1374"/>
                  </a:lnTo>
                  <a:lnTo>
                    <a:pt x="602" y="1410"/>
                  </a:lnTo>
                  <a:lnTo>
                    <a:pt x="601" y="1397"/>
                  </a:lnTo>
                  <a:lnTo>
                    <a:pt x="599" y="1377"/>
                  </a:lnTo>
                  <a:lnTo>
                    <a:pt x="596" y="1354"/>
                  </a:lnTo>
                  <a:lnTo>
                    <a:pt x="590" y="1327"/>
                  </a:lnTo>
                  <a:lnTo>
                    <a:pt x="583" y="1298"/>
                  </a:lnTo>
                  <a:lnTo>
                    <a:pt x="570" y="1270"/>
                  </a:lnTo>
                  <a:lnTo>
                    <a:pt x="557" y="1243"/>
                  </a:lnTo>
                  <a:lnTo>
                    <a:pt x="537" y="1220"/>
                  </a:lnTo>
                  <a:lnTo>
                    <a:pt x="488" y="1171"/>
                  </a:lnTo>
                  <a:lnTo>
                    <a:pt x="479" y="1163"/>
                  </a:lnTo>
                  <a:lnTo>
                    <a:pt x="473" y="1158"/>
                  </a:lnTo>
                  <a:lnTo>
                    <a:pt x="470" y="1157"/>
                  </a:lnTo>
                  <a:lnTo>
                    <a:pt x="468" y="1155"/>
                  </a:lnTo>
                  <a:lnTo>
                    <a:pt x="468" y="1246"/>
                  </a:lnTo>
                  <a:lnTo>
                    <a:pt x="470" y="1249"/>
                  </a:lnTo>
                  <a:lnTo>
                    <a:pt x="476" y="1256"/>
                  </a:lnTo>
                  <a:lnTo>
                    <a:pt x="485" y="1267"/>
                  </a:lnTo>
                  <a:lnTo>
                    <a:pt x="494" y="1282"/>
                  </a:lnTo>
                  <a:lnTo>
                    <a:pt x="505" y="1298"/>
                  </a:lnTo>
                  <a:lnTo>
                    <a:pt x="523" y="1328"/>
                  </a:lnTo>
                  <a:lnTo>
                    <a:pt x="529" y="1341"/>
                  </a:lnTo>
                  <a:lnTo>
                    <a:pt x="537" y="1364"/>
                  </a:lnTo>
                  <a:lnTo>
                    <a:pt x="543" y="1393"/>
                  </a:lnTo>
                  <a:lnTo>
                    <a:pt x="549" y="1428"/>
                  </a:lnTo>
                  <a:lnTo>
                    <a:pt x="554" y="1465"/>
                  </a:lnTo>
                  <a:lnTo>
                    <a:pt x="560" y="1501"/>
                  </a:lnTo>
                  <a:lnTo>
                    <a:pt x="564" y="1526"/>
                  </a:lnTo>
                  <a:lnTo>
                    <a:pt x="569" y="1544"/>
                  </a:lnTo>
                  <a:lnTo>
                    <a:pt x="572" y="1555"/>
                  </a:lnTo>
                  <a:lnTo>
                    <a:pt x="572" y="1558"/>
                  </a:lnTo>
                  <a:lnTo>
                    <a:pt x="570" y="1554"/>
                  </a:lnTo>
                  <a:lnTo>
                    <a:pt x="564" y="1538"/>
                  </a:lnTo>
                  <a:lnTo>
                    <a:pt x="557" y="1520"/>
                  </a:lnTo>
                  <a:lnTo>
                    <a:pt x="549" y="1495"/>
                  </a:lnTo>
                  <a:lnTo>
                    <a:pt x="543" y="1469"/>
                  </a:lnTo>
                  <a:lnTo>
                    <a:pt x="531" y="1408"/>
                  </a:lnTo>
                  <a:lnTo>
                    <a:pt x="521" y="1377"/>
                  </a:lnTo>
                  <a:lnTo>
                    <a:pt x="511" y="1350"/>
                  </a:lnTo>
                  <a:lnTo>
                    <a:pt x="499" y="1324"/>
                  </a:lnTo>
                  <a:lnTo>
                    <a:pt x="486" y="1304"/>
                  </a:lnTo>
                  <a:lnTo>
                    <a:pt x="474" y="1289"/>
                  </a:lnTo>
                  <a:lnTo>
                    <a:pt x="463" y="1281"/>
                  </a:lnTo>
                  <a:lnTo>
                    <a:pt x="454" y="1292"/>
                  </a:lnTo>
                  <a:lnTo>
                    <a:pt x="450" y="1399"/>
                  </a:lnTo>
                  <a:lnTo>
                    <a:pt x="451" y="1399"/>
                  </a:lnTo>
                  <a:lnTo>
                    <a:pt x="456" y="1400"/>
                  </a:lnTo>
                  <a:lnTo>
                    <a:pt x="460" y="1405"/>
                  </a:lnTo>
                  <a:lnTo>
                    <a:pt x="467" y="1413"/>
                  </a:lnTo>
                  <a:lnTo>
                    <a:pt x="471" y="1425"/>
                  </a:lnTo>
                  <a:lnTo>
                    <a:pt x="474" y="1442"/>
                  </a:lnTo>
                  <a:lnTo>
                    <a:pt x="476" y="1457"/>
                  </a:lnTo>
                  <a:lnTo>
                    <a:pt x="476" y="1491"/>
                  </a:lnTo>
                  <a:lnTo>
                    <a:pt x="479" y="1508"/>
                  </a:lnTo>
                  <a:lnTo>
                    <a:pt x="483" y="1528"/>
                  </a:lnTo>
                  <a:lnTo>
                    <a:pt x="491" y="1549"/>
                  </a:lnTo>
                  <a:lnTo>
                    <a:pt x="505" y="1573"/>
                  </a:lnTo>
                  <a:lnTo>
                    <a:pt x="523" y="1601"/>
                  </a:lnTo>
                  <a:lnTo>
                    <a:pt x="508" y="1586"/>
                  </a:lnTo>
                  <a:lnTo>
                    <a:pt x="499" y="1575"/>
                  </a:lnTo>
                  <a:lnTo>
                    <a:pt x="489" y="1563"/>
                  </a:lnTo>
                  <a:lnTo>
                    <a:pt x="482" y="1551"/>
                  </a:lnTo>
                  <a:lnTo>
                    <a:pt x="473" y="1524"/>
                  </a:lnTo>
                  <a:lnTo>
                    <a:pt x="467" y="1498"/>
                  </a:lnTo>
                  <a:lnTo>
                    <a:pt x="463" y="1471"/>
                  </a:lnTo>
                  <a:lnTo>
                    <a:pt x="460" y="1454"/>
                  </a:lnTo>
                  <a:lnTo>
                    <a:pt x="457" y="1443"/>
                  </a:lnTo>
                  <a:lnTo>
                    <a:pt x="453" y="1434"/>
                  </a:lnTo>
                  <a:lnTo>
                    <a:pt x="448" y="1428"/>
                  </a:lnTo>
                  <a:lnTo>
                    <a:pt x="447" y="1429"/>
                  </a:lnTo>
                  <a:lnTo>
                    <a:pt x="444" y="1440"/>
                  </a:lnTo>
                  <a:lnTo>
                    <a:pt x="441" y="1456"/>
                  </a:lnTo>
                  <a:lnTo>
                    <a:pt x="438" y="1474"/>
                  </a:lnTo>
                  <a:lnTo>
                    <a:pt x="431" y="1514"/>
                  </a:lnTo>
                  <a:lnTo>
                    <a:pt x="428" y="1531"/>
                  </a:lnTo>
                  <a:lnTo>
                    <a:pt x="427" y="1541"/>
                  </a:lnTo>
                  <a:lnTo>
                    <a:pt x="428" y="1558"/>
                  </a:lnTo>
                  <a:lnTo>
                    <a:pt x="434" y="1573"/>
                  </a:lnTo>
                  <a:lnTo>
                    <a:pt x="444" y="1589"/>
                  </a:lnTo>
                  <a:lnTo>
                    <a:pt x="454" y="1609"/>
                  </a:lnTo>
                  <a:lnTo>
                    <a:pt x="473" y="1649"/>
                  </a:lnTo>
                  <a:lnTo>
                    <a:pt x="480" y="1672"/>
                  </a:lnTo>
                  <a:lnTo>
                    <a:pt x="488" y="1701"/>
                  </a:lnTo>
                  <a:lnTo>
                    <a:pt x="492" y="1724"/>
                  </a:lnTo>
                  <a:lnTo>
                    <a:pt x="494" y="1742"/>
                  </a:lnTo>
                  <a:lnTo>
                    <a:pt x="496" y="1754"/>
                  </a:lnTo>
                  <a:lnTo>
                    <a:pt x="496" y="1763"/>
                  </a:lnTo>
                  <a:lnTo>
                    <a:pt x="494" y="1759"/>
                  </a:lnTo>
                  <a:lnTo>
                    <a:pt x="492" y="1747"/>
                  </a:lnTo>
                  <a:lnTo>
                    <a:pt x="486" y="1728"/>
                  </a:lnTo>
                  <a:lnTo>
                    <a:pt x="480" y="1704"/>
                  </a:lnTo>
                  <a:lnTo>
                    <a:pt x="473" y="1679"/>
                  </a:lnTo>
                  <a:lnTo>
                    <a:pt x="462" y="1652"/>
                  </a:lnTo>
                  <a:lnTo>
                    <a:pt x="451" y="1626"/>
                  </a:lnTo>
                  <a:lnTo>
                    <a:pt x="438" y="1603"/>
                  </a:lnTo>
                  <a:lnTo>
                    <a:pt x="422" y="1584"/>
                  </a:lnTo>
                  <a:lnTo>
                    <a:pt x="419" y="1584"/>
                  </a:lnTo>
                  <a:lnTo>
                    <a:pt x="416" y="1586"/>
                  </a:lnTo>
                  <a:lnTo>
                    <a:pt x="413" y="1592"/>
                  </a:lnTo>
                  <a:lnTo>
                    <a:pt x="409" y="1603"/>
                  </a:lnTo>
                  <a:lnTo>
                    <a:pt x="404" y="1623"/>
                  </a:lnTo>
                  <a:lnTo>
                    <a:pt x="399" y="1645"/>
                  </a:lnTo>
                  <a:lnTo>
                    <a:pt x="395" y="1662"/>
                  </a:lnTo>
                  <a:lnTo>
                    <a:pt x="392" y="1673"/>
                  </a:lnTo>
                  <a:lnTo>
                    <a:pt x="390" y="1681"/>
                  </a:lnTo>
                  <a:lnTo>
                    <a:pt x="390" y="1685"/>
                  </a:lnTo>
                  <a:lnTo>
                    <a:pt x="393" y="1693"/>
                  </a:lnTo>
                  <a:lnTo>
                    <a:pt x="416" y="1739"/>
                  </a:lnTo>
                  <a:lnTo>
                    <a:pt x="424" y="1757"/>
                  </a:lnTo>
                  <a:lnTo>
                    <a:pt x="430" y="1774"/>
                  </a:lnTo>
                  <a:lnTo>
                    <a:pt x="434" y="1786"/>
                  </a:lnTo>
                  <a:lnTo>
                    <a:pt x="433" y="1783"/>
                  </a:lnTo>
                  <a:lnTo>
                    <a:pt x="428" y="1773"/>
                  </a:lnTo>
                  <a:lnTo>
                    <a:pt x="422" y="1760"/>
                  </a:lnTo>
                  <a:lnTo>
                    <a:pt x="413" y="1744"/>
                  </a:lnTo>
                  <a:lnTo>
                    <a:pt x="401" y="1728"/>
                  </a:lnTo>
                  <a:lnTo>
                    <a:pt x="389" y="1714"/>
                  </a:lnTo>
                  <a:lnTo>
                    <a:pt x="387" y="1717"/>
                  </a:lnTo>
                  <a:lnTo>
                    <a:pt x="384" y="1727"/>
                  </a:lnTo>
                  <a:lnTo>
                    <a:pt x="383" y="1740"/>
                  </a:lnTo>
                  <a:lnTo>
                    <a:pt x="381" y="1759"/>
                  </a:lnTo>
                  <a:lnTo>
                    <a:pt x="383" y="1782"/>
                  </a:lnTo>
                  <a:lnTo>
                    <a:pt x="390" y="1808"/>
                  </a:lnTo>
                  <a:lnTo>
                    <a:pt x="389" y="1805"/>
                  </a:lnTo>
                  <a:lnTo>
                    <a:pt x="386" y="1797"/>
                  </a:lnTo>
                  <a:lnTo>
                    <a:pt x="381" y="1783"/>
                  </a:lnTo>
                  <a:lnTo>
                    <a:pt x="378" y="1765"/>
                  </a:lnTo>
                  <a:lnTo>
                    <a:pt x="377" y="1742"/>
                  </a:lnTo>
                  <a:lnTo>
                    <a:pt x="380" y="1713"/>
                  </a:lnTo>
                  <a:lnTo>
                    <a:pt x="381" y="1676"/>
                  </a:lnTo>
                  <a:lnTo>
                    <a:pt x="378" y="1678"/>
                  </a:lnTo>
                  <a:lnTo>
                    <a:pt x="372" y="1682"/>
                  </a:lnTo>
                  <a:lnTo>
                    <a:pt x="364" y="1690"/>
                  </a:lnTo>
                  <a:lnTo>
                    <a:pt x="354" y="1699"/>
                  </a:lnTo>
                  <a:lnTo>
                    <a:pt x="341" y="1711"/>
                  </a:lnTo>
                  <a:lnTo>
                    <a:pt x="344" y="1705"/>
                  </a:lnTo>
                  <a:lnTo>
                    <a:pt x="351" y="1698"/>
                  </a:lnTo>
                  <a:lnTo>
                    <a:pt x="358" y="1687"/>
                  </a:lnTo>
                  <a:lnTo>
                    <a:pt x="373" y="1662"/>
                  </a:lnTo>
                  <a:lnTo>
                    <a:pt x="386" y="1641"/>
                  </a:lnTo>
                  <a:lnTo>
                    <a:pt x="389" y="1635"/>
                  </a:lnTo>
                  <a:lnTo>
                    <a:pt x="392" y="1618"/>
                  </a:lnTo>
                  <a:lnTo>
                    <a:pt x="393" y="1604"/>
                  </a:lnTo>
                  <a:lnTo>
                    <a:pt x="393" y="1592"/>
                  </a:lnTo>
                  <a:lnTo>
                    <a:pt x="392" y="1590"/>
                  </a:lnTo>
                  <a:lnTo>
                    <a:pt x="392" y="1589"/>
                  </a:lnTo>
                  <a:lnTo>
                    <a:pt x="380" y="1595"/>
                  </a:lnTo>
                  <a:lnTo>
                    <a:pt x="369" y="1603"/>
                  </a:lnTo>
                  <a:lnTo>
                    <a:pt x="355" y="1610"/>
                  </a:lnTo>
                  <a:lnTo>
                    <a:pt x="341" y="1621"/>
                  </a:lnTo>
                  <a:lnTo>
                    <a:pt x="331" y="1630"/>
                  </a:lnTo>
                  <a:lnTo>
                    <a:pt x="323" y="1641"/>
                  </a:lnTo>
                  <a:lnTo>
                    <a:pt x="325" y="1638"/>
                  </a:lnTo>
                  <a:lnTo>
                    <a:pt x="329" y="1632"/>
                  </a:lnTo>
                  <a:lnTo>
                    <a:pt x="337" y="1621"/>
                  </a:lnTo>
                  <a:lnTo>
                    <a:pt x="346" y="1610"/>
                  </a:lnTo>
                  <a:lnTo>
                    <a:pt x="355" y="1596"/>
                  </a:lnTo>
                  <a:lnTo>
                    <a:pt x="366" y="1584"/>
                  </a:lnTo>
                  <a:lnTo>
                    <a:pt x="389" y="1561"/>
                  </a:lnTo>
                  <a:lnTo>
                    <a:pt x="396" y="1552"/>
                  </a:lnTo>
                  <a:lnTo>
                    <a:pt x="401" y="1544"/>
                  </a:lnTo>
                  <a:lnTo>
                    <a:pt x="402" y="1538"/>
                  </a:lnTo>
                  <a:lnTo>
                    <a:pt x="412" y="1511"/>
                  </a:lnTo>
                  <a:lnTo>
                    <a:pt x="418" y="1491"/>
                  </a:lnTo>
                  <a:lnTo>
                    <a:pt x="422" y="1471"/>
                  </a:lnTo>
                  <a:lnTo>
                    <a:pt x="424" y="1452"/>
                  </a:lnTo>
                  <a:lnTo>
                    <a:pt x="422" y="1434"/>
                  </a:lnTo>
                  <a:lnTo>
                    <a:pt x="421" y="1422"/>
                  </a:lnTo>
                  <a:lnTo>
                    <a:pt x="419" y="1416"/>
                  </a:lnTo>
                  <a:lnTo>
                    <a:pt x="418" y="1413"/>
                  </a:lnTo>
                  <a:lnTo>
                    <a:pt x="415" y="1414"/>
                  </a:lnTo>
                  <a:lnTo>
                    <a:pt x="392" y="1429"/>
                  </a:lnTo>
                  <a:lnTo>
                    <a:pt x="378" y="1443"/>
                  </a:lnTo>
                  <a:lnTo>
                    <a:pt x="351" y="1474"/>
                  </a:lnTo>
                  <a:lnTo>
                    <a:pt x="335" y="1489"/>
                  </a:lnTo>
                  <a:lnTo>
                    <a:pt x="319" y="1505"/>
                  </a:lnTo>
                  <a:lnTo>
                    <a:pt x="302" y="1518"/>
                  </a:lnTo>
                  <a:lnTo>
                    <a:pt x="290" y="1529"/>
                  </a:lnTo>
                  <a:lnTo>
                    <a:pt x="280" y="1535"/>
                  </a:lnTo>
                  <a:lnTo>
                    <a:pt x="279" y="1535"/>
                  </a:lnTo>
                  <a:lnTo>
                    <a:pt x="282" y="1529"/>
                  </a:lnTo>
                  <a:lnTo>
                    <a:pt x="290" y="1521"/>
                  </a:lnTo>
                  <a:lnTo>
                    <a:pt x="299" y="1511"/>
                  </a:lnTo>
                  <a:lnTo>
                    <a:pt x="309" y="1498"/>
                  </a:lnTo>
                  <a:lnTo>
                    <a:pt x="334" y="1471"/>
                  </a:lnTo>
                  <a:lnTo>
                    <a:pt x="344" y="1459"/>
                  </a:lnTo>
                  <a:lnTo>
                    <a:pt x="354" y="1449"/>
                  </a:lnTo>
                  <a:lnTo>
                    <a:pt x="360" y="1442"/>
                  </a:lnTo>
                  <a:lnTo>
                    <a:pt x="369" y="1429"/>
                  </a:lnTo>
                  <a:lnTo>
                    <a:pt x="381" y="1416"/>
                  </a:lnTo>
                  <a:lnTo>
                    <a:pt x="405" y="1394"/>
                  </a:lnTo>
                  <a:lnTo>
                    <a:pt x="413" y="1390"/>
                  </a:lnTo>
                  <a:lnTo>
                    <a:pt x="418" y="1387"/>
                  </a:lnTo>
                  <a:lnTo>
                    <a:pt x="428" y="1387"/>
                  </a:lnTo>
                  <a:lnTo>
                    <a:pt x="428" y="1370"/>
                  </a:lnTo>
                  <a:lnTo>
                    <a:pt x="430" y="1353"/>
                  </a:lnTo>
                  <a:lnTo>
                    <a:pt x="430" y="1312"/>
                  </a:lnTo>
                  <a:lnTo>
                    <a:pt x="431" y="1295"/>
                  </a:lnTo>
                  <a:lnTo>
                    <a:pt x="431" y="1275"/>
                  </a:lnTo>
                  <a:lnTo>
                    <a:pt x="430" y="1273"/>
                  </a:lnTo>
                  <a:lnTo>
                    <a:pt x="425" y="1273"/>
                  </a:lnTo>
                  <a:lnTo>
                    <a:pt x="416" y="1275"/>
                  </a:lnTo>
                  <a:lnTo>
                    <a:pt x="405" y="1279"/>
                  </a:lnTo>
                  <a:lnTo>
                    <a:pt x="392" y="1287"/>
                  </a:lnTo>
                  <a:lnTo>
                    <a:pt x="375" y="1301"/>
                  </a:lnTo>
                  <a:lnTo>
                    <a:pt x="357" y="1319"/>
                  </a:lnTo>
                  <a:lnTo>
                    <a:pt x="335" y="1344"/>
                  </a:lnTo>
                  <a:lnTo>
                    <a:pt x="312" y="1377"/>
                  </a:lnTo>
                  <a:lnTo>
                    <a:pt x="291" y="1411"/>
                  </a:lnTo>
                  <a:lnTo>
                    <a:pt x="271" y="1440"/>
                  </a:lnTo>
                  <a:lnTo>
                    <a:pt x="257" y="1463"/>
                  </a:lnTo>
                  <a:lnTo>
                    <a:pt x="245" y="1482"/>
                  </a:lnTo>
                  <a:lnTo>
                    <a:pt x="236" y="1497"/>
                  </a:lnTo>
                  <a:lnTo>
                    <a:pt x="228" y="1506"/>
                  </a:lnTo>
                  <a:lnTo>
                    <a:pt x="224" y="1514"/>
                  </a:lnTo>
                  <a:lnTo>
                    <a:pt x="222" y="1517"/>
                  </a:lnTo>
                  <a:lnTo>
                    <a:pt x="221" y="1518"/>
                  </a:lnTo>
                  <a:lnTo>
                    <a:pt x="244" y="1472"/>
                  </a:lnTo>
                  <a:lnTo>
                    <a:pt x="265" y="1433"/>
                  </a:lnTo>
                  <a:lnTo>
                    <a:pt x="277" y="1411"/>
                  </a:lnTo>
                  <a:lnTo>
                    <a:pt x="286" y="1393"/>
                  </a:lnTo>
                  <a:lnTo>
                    <a:pt x="296" y="1376"/>
                  </a:lnTo>
                  <a:lnTo>
                    <a:pt x="319" y="1339"/>
                  </a:lnTo>
                  <a:lnTo>
                    <a:pt x="335" y="1315"/>
                  </a:lnTo>
                  <a:lnTo>
                    <a:pt x="355" y="1292"/>
                  </a:lnTo>
                  <a:lnTo>
                    <a:pt x="375" y="1273"/>
                  </a:lnTo>
                  <a:lnTo>
                    <a:pt x="393" y="1259"/>
                  </a:lnTo>
                  <a:lnTo>
                    <a:pt x="409" y="1250"/>
                  </a:lnTo>
                  <a:lnTo>
                    <a:pt x="421" y="1244"/>
                  </a:lnTo>
                  <a:lnTo>
                    <a:pt x="427" y="1244"/>
                  </a:lnTo>
                  <a:lnTo>
                    <a:pt x="428" y="1240"/>
                  </a:lnTo>
                  <a:lnTo>
                    <a:pt x="430" y="1229"/>
                  </a:lnTo>
                  <a:lnTo>
                    <a:pt x="431" y="1212"/>
                  </a:lnTo>
                  <a:lnTo>
                    <a:pt x="431" y="1194"/>
                  </a:lnTo>
                  <a:lnTo>
                    <a:pt x="433" y="1177"/>
                  </a:lnTo>
                  <a:lnTo>
                    <a:pt x="433" y="1160"/>
                  </a:lnTo>
                  <a:lnTo>
                    <a:pt x="428" y="1161"/>
                  </a:lnTo>
                  <a:lnTo>
                    <a:pt x="418" y="1168"/>
                  </a:lnTo>
                  <a:lnTo>
                    <a:pt x="404" y="1178"/>
                  </a:lnTo>
                  <a:lnTo>
                    <a:pt x="387" y="1195"/>
                  </a:lnTo>
                  <a:lnTo>
                    <a:pt x="378" y="1207"/>
                  </a:lnTo>
                  <a:lnTo>
                    <a:pt x="364" y="1224"/>
                  </a:lnTo>
                  <a:lnTo>
                    <a:pt x="348" y="1246"/>
                  </a:lnTo>
                  <a:lnTo>
                    <a:pt x="329" y="1267"/>
                  </a:lnTo>
                  <a:lnTo>
                    <a:pt x="309" y="1287"/>
                  </a:lnTo>
                  <a:lnTo>
                    <a:pt x="288" y="1307"/>
                  </a:lnTo>
                  <a:lnTo>
                    <a:pt x="270" y="1322"/>
                  </a:lnTo>
                  <a:lnTo>
                    <a:pt x="251" y="1333"/>
                  </a:lnTo>
                  <a:lnTo>
                    <a:pt x="235" y="1338"/>
                  </a:lnTo>
                  <a:lnTo>
                    <a:pt x="238" y="1334"/>
                  </a:lnTo>
                  <a:lnTo>
                    <a:pt x="245" y="1328"/>
                  </a:lnTo>
                  <a:lnTo>
                    <a:pt x="283" y="1290"/>
                  </a:lnTo>
                  <a:lnTo>
                    <a:pt x="314" y="1256"/>
                  </a:lnTo>
                  <a:lnTo>
                    <a:pt x="328" y="1238"/>
                  </a:lnTo>
                  <a:lnTo>
                    <a:pt x="338" y="1223"/>
                  </a:lnTo>
                  <a:lnTo>
                    <a:pt x="352" y="1203"/>
                  </a:lnTo>
                  <a:lnTo>
                    <a:pt x="367" y="1184"/>
                  </a:lnTo>
                  <a:lnTo>
                    <a:pt x="384" y="1166"/>
                  </a:lnTo>
                  <a:lnTo>
                    <a:pt x="399" y="1151"/>
                  </a:lnTo>
                  <a:lnTo>
                    <a:pt x="415" y="1140"/>
                  </a:lnTo>
                  <a:lnTo>
                    <a:pt x="425" y="1131"/>
                  </a:lnTo>
                  <a:lnTo>
                    <a:pt x="431" y="1128"/>
                  </a:lnTo>
                  <a:lnTo>
                    <a:pt x="428" y="1053"/>
                  </a:lnTo>
                  <a:lnTo>
                    <a:pt x="424" y="1053"/>
                  </a:lnTo>
                  <a:lnTo>
                    <a:pt x="416" y="1056"/>
                  </a:lnTo>
                  <a:lnTo>
                    <a:pt x="405" y="1060"/>
                  </a:lnTo>
                  <a:lnTo>
                    <a:pt x="392" y="1068"/>
                  </a:lnTo>
                  <a:lnTo>
                    <a:pt x="375" y="1082"/>
                  </a:lnTo>
                  <a:lnTo>
                    <a:pt x="354" y="1100"/>
                  </a:lnTo>
                  <a:lnTo>
                    <a:pt x="328" y="1125"/>
                  </a:lnTo>
                  <a:lnTo>
                    <a:pt x="299" y="1155"/>
                  </a:lnTo>
                  <a:lnTo>
                    <a:pt x="276" y="1181"/>
                  </a:lnTo>
                  <a:lnTo>
                    <a:pt x="259" y="1203"/>
                  </a:lnTo>
                  <a:lnTo>
                    <a:pt x="248" y="1220"/>
                  </a:lnTo>
                  <a:lnTo>
                    <a:pt x="241" y="1230"/>
                  </a:lnTo>
                  <a:lnTo>
                    <a:pt x="236" y="1238"/>
                  </a:lnTo>
                  <a:lnTo>
                    <a:pt x="235" y="1240"/>
                  </a:lnTo>
                  <a:lnTo>
                    <a:pt x="236" y="1236"/>
                  </a:lnTo>
                  <a:lnTo>
                    <a:pt x="241" y="1226"/>
                  </a:lnTo>
                  <a:lnTo>
                    <a:pt x="248" y="1212"/>
                  </a:lnTo>
                  <a:lnTo>
                    <a:pt x="259" y="1194"/>
                  </a:lnTo>
                  <a:lnTo>
                    <a:pt x="271" y="1172"/>
                  </a:lnTo>
                  <a:lnTo>
                    <a:pt x="302" y="1126"/>
                  </a:lnTo>
                  <a:lnTo>
                    <a:pt x="319" y="1105"/>
                  </a:lnTo>
                  <a:lnTo>
                    <a:pt x="335" y="1085"/>
                  </a:lnTo>
                  <a:lnTo>
                    <a:pt x="354" y="1068"/>
                  </a:lnTo>
                  <a:lnTo>
                    <a:pt x="377" y="1050"/>
                  </a:lnTo>
                  <a:lnTo>
                    <a:pt x="395" y="1034"/>
                  </a:lnTo>
                  <a:lnTo>
                    <a:pt x="409" y="1024"/>
                  </a:lnTo>
                  <a:lnTo>
                    <a:pt x="418" y="1016"/>
                  </a:lnTo>
                  <a:lnTo>
                    <a:pt x="425" y="1008"/>
                  </a:lnTo>
                  <a:lnTo>
                    <a:pt x="427" y="1008"/>
                  </a:lnTo>
                  <a:lnTo>
                    <a:pt x="431" y="996"/>
                  </a:lnTo>
                  <a:lnTo>
                    <a:pt x="431" y="991"/>
                  </a:lnTo>
                  <a:lnTo>
                    <a:pt x="430" y="981"/>
                  </a:lnTo>
                  <a:lnTo>
                    <a:pt x="428" y="962"/>
                  </a:lnTo>
                  <a:lnTo>
                    <a:pt x="427" y="941"/>
                  </a:lnTo>
                  <a:lnTo>
                    <a:pt x="421" y="895"/>
                  </a:lnTo>
                  <a:lnTo>
                    <a:pt x="416" y="872"/>
                  </a:lnTo>
                  <a:lnTo>
                    <a:pt x="409" y="843"/>
                  </a:lnTo>
                  <a:lnTo>
                    <a:pt x="401" y="815"/>
                  </a:lnTo>
                  <a:lnTo>
                    <a:pt x="396" y="789"/>
                  </a:lnTo>
                  <a:lnTo>
                    <a:pt x="393" y="760"/>
                  </a:lnTo>
                  <a:lnTo>
                    <a:pt x="393" y="729"/>
                  </a:lnTo>
                  <a:lnTo>
                    <a:pt x="396" y="685"/>
                  </a:lnTo>
                  <a:lnTo>
                    <a:pt x="401" y="636"/>
                  </a:lnTo>
                  <a:lnTo>
                    <a:pt x="409" y="582"/>
                  </a:lnTo>
                  <a:lnTo>
                    <a:pt x="422" y="527"/>
                  </a:lnTo>
                  <a:lnTo>
                    <a:pt x="436" y="480"/>
                  </a:lnTo>
                  <a:lnTo>
                    <a:pt x="451" y="431"/>
                  </a:lnTo>
                  <a:lnTo>
                    <a:pt x="465" y="383"/>
                  </a:lnTo>
                  <a:lnTo>
                    <a:pt x="477" y="339"/>
                  </a:lnTo>
                  <a:lnTo>
                    <a:pt x="488" y="300"/>
                  </a:lnTo>
                  <a:lnTo>
                    <a:pt x="494" y="279"/>
                  </a:lnTo>
                  <a:lnTo>
                    <a:pt x="502" y="256"/>
                  </a:lnTo>
                  <a:lnTo>
                    <a:pt x="506" y="231"/>
                  </a:lnTo>
                  <a:lnTo>
                    <a:pt x="509" y="207"/>
                  </a:lnTo>
                  <a:lnTo>
                    <a:pt x="509" y="182"/>
                  </a:lnTo>
                  <a:lnTo>
                    <a:pt x="503" y="156"/>
                  </a:lnTo>
                  <a:lnTo>
                    <a:pt x="491" y="132"/>
                  </a:lnTo>
                  <a:lnTo>
                    <a:pt x="471" y="109"/>
                  </a:lnTo>
                  <a:lnTo>
                    <a:pt x="448" y="92"/>
                  </a:lnTo>
                  <a:lnTo>
                    <a:pt x="422" y="80"/>
                  </a:lnTo>
                  <a:lnTo>
                    <a:pt x="396" y="74"/>
                  </a:lnTo>
                  <a:lnTo>
                    <a:pt x="370" y="72"/>
                  </a:lnTo>
                  <a:lnTo>
                    <a:pt x="346" y="77"/>
                  </a:lnTo>
                  <a:lnTo>
                    <a:pt x="323" y="84"/>
                  </a:lnTo>
                  <a:lnTo>
                    <a:pt x="305" y="98"/>
                  </a:lnTo>
                  <a:lnTo>
                    <a:pt x="291" y="115"/>
                  </a:lnTo>
                  <a:lnTo>
                    <a:pt x="282" y="136"/>
                  </a:lnTo>
                  <a:lnTo>
                    <a:pt x="276" y="166"/>
                  </a:lnTo>
                  <a:lnTo>
                    <a:pt x="273" y="221"/>
                  </a:lnTo>
                  <a:lnTo>
                    <a:pt x="271" y="245"/>
                  </a:lnTo>
                  <a:lnTo>
                    <a:pt x="268" y="268"/>
                  </a:lnTo>
                  <a:lnTo>
                    <a:pt x="261" y="290"/>
                  </a:lnTo>
                  <a:lnTo>
                    <a:pt x="245" y="310"/>
                  </a:lnTo>
                  <a:lnTo>
                    <a:pt x="222" y="328"/>
                  </a:lnTo>
                  <a:lnTo>
                    <a:pt x="198" y="343"/>
                  </a:lnTo>
                  <a:lnTo>
                    <a:pt x="175" y="354"/>
                  </a:lnTo>
                  <a:lnTo>
                    <a:pt x="152" y="360"/>
                  </a:lnTo>
                  <a:lnTo>
                    <a:pt x="131" y="362"/>
                  </a:lnTo>
                  <a:lnTo>
                    <a:pt x="114" y="357"/>
                  </a:lnTo>
                  <a:lnTo>
                    <a:pt x="97" y="348"/>
                  </a:lnTo>
                  <a:lnTo>
                    <a:pt x="80" y="340"/>
                  </a:lnTo>
                  <a:lnTo>
                    <a:pt x="68" y="333"/>
                  </a:lnTo>
                  <a:lnTo>
                    <a:pt x="56" y="326"/>
                  </a:lnTo>
                  <a:lnTo>
                    <a:pt x="54" y="325"/>
                  </a:lnTo>
                  <a:lnTo>
                    <a:pt x="48" y="322"/>
                  </a:lnTo>
                  <a:lnTo>
                    <a:pt x="32" y="305"/>
                  </a:lnTo>
                  <a:lnTo>
                    <a:pt x="22" y="291"/>
                  </a:lnTo>
                  <a:lnTo>
                    <a:pt x="13" y="276"/>
                  </a:lnTo>
                  <a:lnTo>
                    <a:pt x="6" y="258"/>
                  </a:lnTo>
                  <a:lnTo>
                    <a:pt x="1" y="235"/>
                  </a:lnTo>
                  <a:lnTo>
                    <a:pt x="0" y="208"/>
                  </a:lnTo>
                  <a:lnTo>
                    <a:pt x="3" y="179"/>
                  </a:lnTo>
                  <a:lnTo>
                    <a:pt x="13" y="146"/>
                  </a:lnTo>
                  <a:lnTo>
                    <a:pt x="29" y="109"/>
                  </a:lnTo>
                  <a:lnTo>
                    <a:pt x="48" y="77"/>
                  </a:lnTo>
                  <a:lnTo>
                    <a:pt x="70" y="49"/>
                  </a:lnTo>
                  <a:lnTo>
                    <a:pt x="96" y="28"/>
                  </a:lnTo>
                  <a:lnTo>
                    <a:pt x="123" y="11"/>
                  </a:lnTo>
                  <a:lnTo>
                    <a:pt x="152" y="2"/>
                  </a:lnTo>
                  <a:lnTo>
                    <a:pt x="181"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1" name="Freeform 17"/>
            <p:cNvSpPr>
              <a:spLocks/>
            </p:cNvSpPr>
            <p:nvPr/>
          </p:nvSpPr>
          <p:spPr bwMode="auto">
            <a:xfrm>
              <a:off x="6021388" y="2657475"/>
              <a:ext cx="536575" cy="427038"/>
            </a:xfrm>
            <a:custGeom>
              <a:avLst/>
              <a:gdLst/>
              <a:ahLst/>
              <a:cxnLst>
                <a:cxn ang="0">
                  <a:pos x="335" y="1"/>
                </a:cxn>
                <a:cxn ang="0">
                  <a:pos x="336" y="87"/>
                </a:cxn>
                <a:cxn ang="0">
                  <a:pos x="335" y="122"/>
                </a:cxn>
                <a:cxn ang="0">
                  <a:pos x="335" y="147"/>
                </a:cxn>
                <a:cxn ang="0">
                  <a:pos x="338" y="182"/>
                </a:cxn>
                <a:cxn ang="0">
                  <a:pos x="318" y="226"/>
                </a:cxn>
                <a:cxn ang="0">
                  <a:pos x="272" y="262"/>
                </a:cxn>
                <a:cxn ang="0">
                  <a:pos x="235" y="269"/>
                </a:cxn>
                <a:cxn ang="0">
                  <a:pos x="208" y="260"/>
                </a:cxn>
                <a:cxn ang="0">
                  <a:pos x="190" y="248"/>
                </a:cxn>
                <a:cxn ang="0">
                  <a:pos x="176" y="246"/>
                </a:cxn>
                <a:cxn ang="0">
                  <a:pos x="165" y="256"/>
                </a:cxn>
                <a:cxn ang="0">
                  <a:pos x="150" y="266"/>
                </a:cxn>
                <a:cxn ang="0">
                  <a:pos x="121" y="269"/>
                </a:cxn>
                <a:cxn ang="0">
                  <a:pos x="80" y="259"/>
                </a:cxn>
                <a:cxn ang="0">
                  <a:pos x="48" y="245"/>
                </a:cxn>
                <a:cxn ang="0">
                  <a:pos x="28" y="239"/>
                </a:cxn>
                <a:cxn ang="0">
                  <a:pos x="23" y="240"/>
                </a:cxn>
                <a:cxn ang="0">
                  <a:pos x="25" y="246"/>
                </a:cxn>
                <a:cxn ang="0">
                  <a:pos x="26" y="252"/>
                </a:cxn>
                <a:cxn ang="0">
                  <a:pos x="25" y="257"/>
                </a:cxn>
                <a:cxn ang="0">
                  <a:pos x="17" y="262"/>
                </a:cxn>
                <a:cxn ang="0">
                  <a:pos x="8" y="259"/>
                </a:cxn>
                <a:cxn ang="0">
                  <a:pos x="2" y="242"/>
                </a:cxn>
                <a:cxn ang="0">
                  <a:pos x="2" y="222"/>
                </a:cxn>
                <a:cxn ang="0">
                  <a:pos x="25" y="213"/>
                </a:cxn>
                <a:cxn ang="0">
                  <a:pos x="55" y="216"/>
                </a:cxn>
                <a:cxn ang="0">
                  <a:pos x="75" y="213"/>
                </a:cxn>
                <a:cxn ang="0">
                  <a:pos x="78" y="197"/>
                </a:cxn>
                <a:cxn ang="0">
                  <a:pos x="74" y="162"/>
                </a:cxn>
                <a:cxn ang="0">
                  <a:pos x="75" y="139"/>
                </a:cxn>
                <a:cxn ang="0">
                  <a:pos x="87" y="118"/>
                </a:cxn>
                <a:cxn ang="0">
                  <a:pos x="121" y="104"/>
                </a:cxn>
                <a:cxn ang="0">
                  <a:pos x="174" y="102"/>
                </a:cxn>
                <a:cxn ang="0">
                  <a:pos x="214" y="118"/>
                </a:cxn>
                <a:cxn ang="0">
                  <a:pos x="248" y="141"/>
                </a:cxn>
                <a:cxn ang="0">
                  <a:pos x="269" y="156"/>
                </a:cxn>
                <a:cxn ang="0">
                  <a:pos x="278" y="147"/>
                </a:cxn>
                <a:cxn ang="0">
                  <a:pos x="280" y="112"/>
                </a:cxn>
                <a:cxn ang="0">
                  <a:pos x="287" y="61"/>
                </a:cxn>
                <a:cxn ang="0">
                  <a:pos x="306" y="21"/>
                </a:cxn>
                <a:cxn ang="0">
                  <a:pos x="324" y="1"/>
                </a:cxn>
              </a:cxnLst>
              <a:rect l="0" t="0" r="r" b="b"/>
              <a:pathLst>
                <a:path w="338" h="269">
                  <a:moveTo>
                    <a:pt x="330" y="0"/>
                  </a:moveTo>
                  <a:lnTo>
                    <a:pt x="335" y="1"/>
                  </a:lnTo>
                  <a:lnTo>
                    <a:pt x="336" y="6"/>
                  </a:lnTo>
                  <a:lnTo>
                    <a:pt x="336" y="87"/>
                  </a:lnTo>
                  <a:lnTo>
                    <a:pt x="335" y="107"/>
                  </a:lnTo>
                  <a:lnTo>
                    <a:pt x="335" y="122"/>
                  </a:lnTo>
                  <a:lnTo>
                    <a:pt x="333" y="134"/>
                  </a:lnTo>
                  <a:lnTo>
                    <a:pt x="335" y="147"/>
                  </a:lnTo>
                  <a:lnTo>
                    <a:pt x="336" y="162"/>
                  </a:lnTo>
                  <a:lnTo>
                    <a:pt x="338" y="182"/>
                  </a:lnTo>
                  <a:lnTo>
                    <a:pt x="332" y="205"/>
                  </a:lnTo>
                  <a:lnTo>
                    <a:pt x="318" y="226"/>
                  </a:lnTo>
                  <a:lnTo>
                    <a:pt x="298" y="245"/>
                  </a:lnTo>
                  <a:lnTo>
                    <a:pt x="272" y="262"/>
                  </a:lnTo>
                  <a:lnTo>
                    <a:pt x="252" y="268"/>
                  </a:lnTo>
                  <a:lnTo>
                    <a:pt x="235" y="269"/>
                  </a:lnTo>
                  <a:lnTo>
                    <a:pt x="220" y="266"/>
                  </a:lnTo>
                  <a:lnTo>
                    <a:pt x="208" y="260"/>
                  </a:lnTo>
                  <a:lnTo>
                    <a:pt x="197" y="252"/>
                  </a:lnTo>
                  <a:lnTo>
                    <a:pt x="190" y="248"/>
                  </a:lnTo>
                  <a:lnTo>
                    <a:pt x="182" y="245"/>
                  </a:lnTo>
                  <a:lnTo>
                    <a:pt x="176" y="246"/>
                  </a:lnTo>
                  <a:lnTo>
                    <a:pt x="170" y="249"/>
                  </a:lnTo>
                  <a:lnTo>
                    <a:pt x="165" y="256"/>
                  </a:lnTo>
                  <a:lnTo>
                    <a:pt x="158" y="262"/>
                  </a:lnTo>
                  <a:lnTo>
                    <a:pt x="150" y="266"/>
                  </a:lnTo>
                  <a:lnTo>
                    <a:pt x="138" y="269"/>
                  </a:lnTo>
                  <a:lnTo>
                    <a:pt x="121" y="269"/>
                  </a:lnTo>
                  <a:lnTo>
                    <a:pt x="100" y="265"/>
                  </a:lnTo>
                  <a:lnTo>
                    <a:pt x="80" y="259"/>
                  </a:lnTo>
                  <a:lnTo>
                    <a:pt x="63" y="251"/>
                  </a:lnTo>
                  <a:lnTo>
                    <a:pt x="48" y="245"/>
                  </a:lnTo>
                  <a:lnTo>
                    <a:pt x="35" y="240"/>
                  </a:lnTo>
                  <a:lnTo>
                    <a:pt x="28" y="239"/>
                  </a:lnTo>
                  <a:lnTo>
                    <a:pt x="25" y="239"/>
                  </a:lnTo>
                  <a:lnTo>
                    <a:pt x="23" y="240"/>
                  </a:lnTo>
                  <a:lnTo>
                    <a:pt x="23" y="243"/>
                  </a:lnTo>
                  <a:lnTo>
                    <a:pt x="25" y="246"/>
                  </a:lnTo>
                  <a:lnTo>
                    <a:pt x="25" y="249"/>
                  </a:lnTo>
                  <a:lnTo>
                    <a:pt x="26" y="252"/>
                  </a:lnTo>
                  <a:lnTo>
                    <a:pt x="25" y="256"/>
                  </a:lnTo>
                  <a:lnTo>
                    <a:pt x="25" y="257"/>
                  </a:lnTo>
                  <a:lnTo>
                    <a:pt x="22" y="260"/>
                  </a:lnTo>
                  <a:lnTo>
                    <a:pt x="17" y="262"/>
                  </a:lnTo>
                  <a:lnTo>
                    <a:pt x="9" y="262"/>
                  </a:lnTo>
                  <a:lnTo>
                    <a:pt x="8" y="259"/>
                  </a:lnTo>
                  <a:lnTo>
                    <a:pt x="5" y="251"/>
                  </a:lnTo>
                  <a:lnTo>
                    <a:pt x="2" y="242"/>
                  </a:lnTo>
                  <a:lnTo>
                    <a:pt x="0" y="231"/>
                  </a:lnTo>
                  <a:lnTo>
                    <a:pt x="2" y="222"/>
                  </a:lnTo>
                  <a:lnTo>
                    <a:pt x="9" y="216"/>
                  </a:lnTo>
                  <a:lnTo>
                    <a:pt x="25" y="213"/>
                  </a:lnTo>
                  <a:lnTo>
                    <a:pt x="40" y="213"/>
                  </a:lnTo>
                  <a:lnTo>
                    <a:pt x="55" y="216"/>
                  </a:lnTo>
                  <a:lnTo>
                    <a:pt x="67" y="216"/>
                  </a:lnTo>
                  <a:lnTo>
                    <a:pt x="75" y="213"/>
                  </a:lnTo>
                  <a:lnTo>
                    <a:pt x="80" y="206"/>
                  </a:lnTo>
                  <a:lnTo>
                    <a:pt x="78" y="197"/>
                  </a:lnTo>
                  <a:lnTo>
                    <a:pt x="77" y="184"/>
                  </a:lnTo>
                  <a:lnTo>
                    <a:pt x="74" y="162"/>
                  </a:lnTo>
                  <a:lnTo>
                    <a:pt x="74" y="151"/>
                  </a:lnTo>
                  <a:lnTo>
                    <a:pt x="75" y="139"/>
                  </a:lnTo>
                  <a:lnTo>
                    <a:pt x="80" y="128"/>
                  </a:lnTo>
                  <a:lnTo>
                    <a:pt x="87" y="118"/>
                  </a:lnTo>
                  <a:lnTo>
                    <a:pt x="101" y="110"/>
                  </a:lnTo>
                  <a:lnTo>
                    <a:pt x="121" y="104"/>
                  </a:lnTo>
                  <a:lnTo>
                    <a:pt x="150" y="101"/>
                  </a:lnTo>
                  <a:lnTo>
                    <a:pt x="174" y="102"/>
                  </a:lnTo>
                  <a:lnTo>
                    <a:pt x="196" y="108"/>
                  </a:lnTo>
                  <a:lnTo>
                    <a:pt x="214" y="118"/>
                  </a:lnTo>
                  <a:lnTo>
                    <a:pt x="231" y="128"/>
                  </a:lnTo>
                  <a:lnTo>
                    <a:pt x="248" y="141"/>
                  </a:lnTo>
                  <a:lnTo>
                    <a:pt x="261" y="151"/>
                  </a:lnTo>
                  <a:lnTo>
                    <a:pt x="269" y="156"/>
                  </a:lnTo>
                  <a:lnTo>
                    <a:pt x="275" y="154"/>
                  </a:lnTo>
                  <a:lnTo>
                    <a:pt x="278" y="147"/>
                  </a:lnTo>
                  <a:lnTo>
                    <a:pt x="280" y="133"/>
                  </a:lnTo>
                  <a:lnTo>
                    <a:pt x="280" y="112"/>
                  </a:lnTo>
                  <a:lnTo>
                    <a:pt x="281" y="85"/>
                  </a:lnTo>
                  <a:lnTo>
                    <a:pt x="287" y="61"/>
                  </a:lnTo>
                  <a:lnTo>
                    <a:pt x="295" y="40"/>
                  </a:lnTo>
                  <a:lnTo>
                    <a:pt x="306" y="21"/>
                  </a:lnTo>
                  <a:lnTo>
                    <a:pt x="315" y="7"/>
                  </a:lnTo>
                  <a:lnTo>
                    <a:pt x="324" y="1"/>
                  </a:lnTo>
                  <a:lnTo>
                    <a:pt x="330"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grpSp>
        <p:nvGrpSpPr>
          <p:cNvPr id="27" name="Group 26"/>
          <p:cNvGrpSpPr/>
          <p:nvPr/>
        </p:nvGrpSpPr>
        <p:grpSpPr>
          <a:xfrm>
            <a:off x="5910527" y="2008512"/>
            <a:ext cx="1057947" cy="3460263"/>
            <a:chOff x="7102476" y="1190625"/>
            <a:chExt cx="1301750" cy="4257676"/>
          </a:xfrm>
        </p:grpSpPr>
        <p:sp>
          <p:nvSpPr>
            <p:cNvPr id="1042" name="Freeform 18"/>
            <p:cNvSpPr>
              <a:spLocks/>
            </p:cNvSpPr>
            <p:nvPr/>
          </p:nvSpPr>
          <p:spPr bwMode="auto">
            <a:xfrm>
              <a:off x="7165976" y="3150098"/>
              <a:ext cx="714375" cy="311150"/>
            </a:xfrm>
            <a:custGeom>
              <a:avLst/>
              <a:gdLst/>
              <a:ahLst/>
              <a:cxnLst>
                <a:cxn ang="0">
                  <a:pos x="264" y="3"/>
                </a:cxn>
                <a:cxn ang="0">
                  <a:pos x="287" y="18"/>
                </a:cxn>
                <a:cxn ang="0">
                  <a:pos x="294" y="41"/>
                </a:cxn>
                <a:cxn ang="0">
                  <a:pos x="294" y="69"/>
                </a:cxn>
                <a:cxn ang="0">
                  <a:pos x="293" y="107"/>
                </a:cxn>
                <a:cxn ang="0">
                  <a:pos x="302" y="115"/>
                </a:cxn>
                <a:cxn ang="0">
                  <a:pos x="313" y="97"/>
                </a:cxn>
                <a:cxn ang="0">
                  <a:pos x="334" y="64"/>
                </a:cxn>
                <a:cxn ang="0">
                  <a:pos x="369" y="31"/>
                </a:cxn>
                <a:cxn ang="0">
                  <a:pos x="413" y="11"/>
                </a:cxn>
                <a:cxn ang="0">
                  <a:pos x="441" y="8"/>
                </a:cxn>
                <a:cxn ang="0">
                  <a:pos x="450" y="17"/>
                </a:cxn>
                <a:cxn ang="0">
                  <a:pos x="447" y="32"/>
                </a:cxn>
                <a:cxn ang="0">
                  <a:pos x="430" y="52"/>
                </a:cxn>
                <a:cxn ang="0">
                  <a:pos x="400" y="78"/>
                </a:cxn>
                <a:cxn ang="0">
                  <a:pos x="369" y="107"/>
                </a:cxn>
                <a:cxn ang="0">
                  <a:pos x="354" y="132"/>
                </a:cxn>
                <a:cxn ang="0">
                  <a:pos x="345" y="159"/>
                </a:cxn>
                <a:cxn ang="0">
                  <a:pos x="316" y="182"/>
                </a:cxn>
                <a:cxn ang="0">
                  <a:pos x="267" y="196"/>
                </a:cxn>
                <a:cxn ang="0">
                  <a:pos x="229" y="192"/>
                </a:cxn>
                <a:cxn ang="0">
                  <a:pos x="184" y="173"/>
                </a:cxn>
                <a:cxn ang="0">
                  <a:pos x="102" y="169"/>
                </a:cxn>
                <a:cxn ang="0">
                  <a:pos x="71" y="152"/>
                </a:cxn>
                <a:cxn ang="0">
                  <a:pos x="41" y="136"/>
                </a:cxn>
                <a:cxn ang="0">
                  <a:pos x="30" y="139"/>
                </a:cxn>
                <a:cxn ang="0">
                  <a:pos x="32" y="143"/>
                </a:cxn>
                <a:cxn ang="0">
                  <a:pos x="29" y="153"/>
                </a:cxn>
                <a:cxn ang="0">
                  <a:pos x="16" y="155"/>
                </a:cxn>
                <a:cxn ang="0">
                  <a:pos x="3" y="150"/>
                </a:cxn>
                <a:cxn ang="0">
                  <a:pos x="1" y="139"/>
                </a:cxn>
                <a:cxn ang="0">
                  <a:pos x="18" y="120"/>
                </a:cxn>
                <a:cxn ang="0">
                  <a:pos x="44" y="104"/>
                </a:cxn>
                <a:cxn ang="0">
                  <a:pos x="79" y="104"/>
                </a:cxn>
                <a:cxn ang="0">
                  <a:pos x="122" y="121"/>
                </a:cxn>
                <a:cxn ang="0">
                  <a:pos x="155" y="127"/>
                </a:cxn>
                <a:cxn ang="0">
                  <a:pos x="161" y="120"/>
                </a:cxn>
                <a:cxn ang="0">
                  <a:pos x="149" y="107"/>
                </a:cxn>
                <a:cxn ang="0">
                  <a:pos x="132" y="104"/>
                </a:cxn>
                <a:cxn ang="0">
                  <a:pos x="97" y="94"/>
                </a:cxn>
                <a:cxn ang="0">
                  <a:pos x="90" y="80"/>
                </a:cxn>
                <a:cxn ang="0">
                  <a:pos x="108" y="51"/>
                </a:cxn>
                <a:cxn ang="0">
                  <a:pos x="157" y="26"/>
                </a:cxn>
                <a:cxn ang="0">
                  <a:pos x="197" y="22"/>
                </a:cxn>
                <a:cxn ang="0">
                  <a:pos x="213" y="9"/>
                </a:cxn>
                <a:cxn ang="0">
                  <a:pos x="229" y="2"/>
                </a:cxn>
              </a:cxnLst>
              <a:rect l="0" t="0" r="r" b="b"/>
              <a:pathLst>
                <a:path w="450" h="196">
                  <a:moveTo>
                    <a:pt x="245" y="0"/>
                  </a:moveTo>
                  <a:lnTo>
                    <a:pt x="264" y="3"/>
                  </a:lnTo>
                  <a:lnTo>
                    <a:pt x="276" y="9"/>
                  </a:lnTo>
                  <a:lnTo>
                    <a:pt x="287" y="18"/>
                  </a:lnTo>
                  <a:lnTo>
                    <a:pt x="291" y="29"/>
                  </a:lnTo>
                  <a:lnTo>
                    <a:pt x="294" y="41"/>
                  </a:lnTo>
                  <a:lnTo>
                    <a:pt x="296" y="55"/>
                  </a:lnTo>
                  <a:lnTo>
                    <a:pt x="294" y="69"/>
                  </a:lnTo>
                  <a:lnTo>
                    <a:pt x="291" y="92"/>
                  </a:lnTo>
                  <a:lnTo>
                    <a:pt x="293" y="107"/>
                  </a:lnTo>
                  <a:lnTo>
                    <a:pt x="297" y="115"/>
                  </a:lnTo>
                  <a:lnTo>
                    <a:pt x="302" y="115"/>
                  </a:lnTo>
                  <a:lnTo>
                    <a:pt x="306" y="109"/>
                  </a:lnTo>
                  <a:lnTo>
                    <a:pt x="313" y="97"/>
                  </a:lnTo>
                  <a:lnTo>
                    <a:pt x="322" y="81"/>
                  </a:lnTo>
                  <a:lnTo>
                    <a:pt x="334" y="64"/>
                  </a:lnTo>
                  <a:lnTo>
                    <a:pt x="349" y="48"/>
                  </a:lnTo>
                  <a:lnTo>
                    <a:pt x="369" y="31"/>
                  </a:lnTo>
                  <a:lnTo>
                    <a:pt x="393" y="18"/>
                  </a:lnTo>
                  <a:lnTo>
                    <a:pt x="413" y="11"/>
                  </a:lnTo>
                  <a:lnTo>
                    <a:pt x="429" y="8"/>
                  </a:lnTo>
                  <a:lnTo>
                    <a:pt x="441" y="8"/>
                  </a:lnTo>
                  <a:lnTo>
                    <a:pt x="447" y="11"/>
                  </a:lnTo>
                  <a:lnTo>
                    <a:pt x="450" y="17"/>
                  </a:lnTo>
                  <a:lnTo>
                    <a:pt x="450" y="25"/>
                  </a:lnTo>
                  <a:lnTo>
                    <a:pt x="447" y="32"/>
                  </a:lnTo>
                  <a:lnTo>
                    <a:pt x="441" y="41"/>
                  </a:lnTo>
                  <a:lnTo>
                    <a:pt x="430" y="52"/>
                  </a:lnTo>
                  <a:lnTo>
                    <a:pt x="416" y="64"/>
                  </a:lnTo>
                  <a:lnTo>
                    <a:pt x="400" y="78"/>
                  </a:lnTo>
                  <a:lnTo>
                    <a:pt x="383" y="94"/>
                  </a:lnTo>
                  <a:lnTo>
                    <a:pt x="369" y="107"/>
                  </a:lnTo>
                  <a:lnTo>
                    <a:pt x="358" y="121"/>
                  </a:lnTo>
                  <a:lnTo>
                    <a:pt x="354" y="132"/>
                  </a:lnTo>
                  <a:lnTo>
                    <a:pt x="351" y="146"/>
                  </a:lnTo>
                  <a:lnTo>
                    <a:pt x="345" y="159"/>
                  </a:lnTo>
                  <a:lnTo>
                    <a:pt x="334" y="172"/>
                  </a:lnTo>
                  <a:lnTo>
                    <a:pt x="316" y="182"/>
                  </a:lnTo>
                  <a:lnTo>
                    <a:pt x="290" y="192"/>
                  </a:lnTo>
                  <a:lnTo>
                    <a:pt x="267" y="196"/>
                  </a:lnTo>
                  <a:lnTo>
                    <a:pt x="247" y="195"/>
                  </a:lnTo>
                  <a:lnTo>
                    <a:pt x="229" y="192"/>
                  </a:lnTo>
                  <a:lnTo>
                    <a:pt x="198" y="179"/>
                  </a:lnTo>
                  <a:lnTo>
                    <a:pt x="184" y="173"/>
                  </a:lnTo>
                  <a:lnTo>
                    <a:pt x="161" y="169"/>
                  </a:lnTo>
                  <a:lnTo>
                    <a:pt x="102" y="169"/>
                  </a:lnTo>
                  <a:lnTo>
                    <a:pt x="87" y="162"/>
                  </a:lnTo>
                  <a:lnTo>
                    <a:pt x="71" y="152"/>
                  </a:lnTo>
                  <a:lnTo>
                    <a:pt x="56" y="143"/>
                  </a:lnTo>
                  <a:lnTo>
                    <a:pt x="41" y="136"/>
                  </a:lnTo>
                  <a:lnTo>
                    <a:pt x="33" y="136"/>
                  </a:lnTo>
                  <a:lnTo>
                    <a:pt x="30" y="139"/>
                  </a:lnTo>
                  <a:lnTo>
                    <a:pt x="30" y="141"/>
                  </a:lnTo>
                  <a:lnTo>
                    <a:pt x="32" y="143"/>
                  </a:lnTo>
                  <a:lnTo>
                    <a:pt x="32" y="150"/>
                  </a:lnTo>
                  <a:lnTo>
                    <a:pt x="29" y="153"/>
                  </a:lnTo>
                  <a:lnTo>
                    <a:pt x="26" y="155"/>
                  </a:lnTo>
                  <a:lnTo>
                    <a:pt x="16" y="155"/>
                  </a:lnTo>
                  <a:lnTo>
                    <a:pt x="9" y="153"/>
                  </a:lnTo>
                  <a:lnTo>
                    <a:pt x="3" y="150"/>
                  </a:lnTo>
                  <a:lnTo>
                    <a:pt x="0" y="146"/>
                  </a:lnTo>
                  <a:lnTo>
                    <a:pt x="1" y="139"/>
                  </a:lnTo>
                  <a:lnTo>
                    <a:pt x="7" y="130"/>
                  </a:lnTo>
                  <a:lnTo>
                    <a:pt x="18" y="120"/>
                  </a:lnTo>
                  <a:lnTo>
                    <a:pt x="30" y="110"/>
                  </a:lnTo>
                  <a:lnTo>
                    <a:pt x="44" y="104"/>
                  </a:lnTo>
                  <a:lnTo>
                    <a:pt x="58" y="101"/>
                  </a:lnTo>
                  <a:lnTo>
                    <a:pt x="79" y="104"/>
                  </a:lnTo>
                  <a:lnTo>
                    <a:pt x="100" y="113"/>
                  </a:lnTo>
                  <a:lnTo>
                    <a:pt x="122" y="121"/>
                  </a:lnTo>
                  <a:lnTo>
                    <a:pt x="143" y="127"/>
                  </a:lnTo>
                  <a:lnTo>
                    <a:pt x="155" y="127"/>
                  </a:lnTo>
                  <a:lnTo>
                    <a:pt x="161" y="124"/>
                  </a:lnTo>
                  <a:lnTo>
                    <a:pt x="161" y="120"/>
                  </a:lnTo>
                  <a:lnTo>
                    <a:pt x="158" y="113"/>
                  </a:lnTo>
                  <a:lnTo>
                    <a:pt x="149" y="107"/>
                  </a:lnTo>
                  <a:lnTo>
                    <a:pt x="143" y="106"/>
                  </a:lnTo>
                  <a:lnTo>
                    <a:pt x="132" y="104"/>
                  </a:lnTo>
                  <a:lnTo>
                    <a:pt x="108" y="98"/>
                  </a:lnTo>
                  <a:lnTo>
                    <a:pt x="97" y="94"/>
                  </a:lnTo>
                  <a:lnTo>
                    <a:pt x="91" y="87"/>
                  </a:lnTo>
                  <a:lnTo>
                    <a:pt x="90" y="80"/>
                  </a:lnTo>
                  <a:lnTo>
                    <a:pt x="93" y="69"/>
                  </a:lnTo>
                  <a:lnTo>
                    <a:pt x="108" y="51"/>
                  </a:lnTo>
                  <a:lnTo>
                    <a:pt x="131" y="35"/>
                  </a:lnTo>
                  <a:lnTo>
                    <a:pt x="157" y="26"/>
                  </a:lnTo>
                  <a:lnTo>
                    <a:pt x="184" y="23"/>
                  </a:lnTo>
                  <a:lnTo>
                    <a:pt x="197" y="22"/>
                  </a:lnTo>
                  <a:lnTo>
                    <a:pt x="204" y="18"/>
                  </a:lnTo>
                  <a:lnTo>
                    <a:pt x="213" y="9"/>
                  </a:lnTo>
                  <a:lnTo>
                    <a:pt x="219" y="5"/>
                  </a:lnTo>
                  <a:lnTo>
                    <a:pt x="229" y="2"/>
                  </a:lnTo>
                  <a:lnTo>
                    <a:pt x="245"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3" name="Freeform 19"/>
            <p:cNvSpPr>
              <a:spLocks/>
            </p:cNvSpPr>
            <p:nvPr/>
          </p:nvSpPr>
          <p:spPr bwMode="auto">
            <a:xfrm>
              <a:off x="7102476" y="1190625"/>
              <a:ext cx="836613" cy="812800"/>
            </a:xfrm>
            <a:custGeom>
              <a:avLst/>
              <a:gdLst/>
              <a:ahLst/>
              <a:cxnLst>
                <a:cxn ang="0">
                  <a:pos x="189" y="3"/>
                </a:cxn>
                <a:cxn ang="0">
                  <a:pos x="206" y="26"/>
                </a:cxn>
                <a:cxn ang="0">
                  <a:pos x="240" y="63"/>
                </a:cxn>
                <a:cxn ang="0">
                  <a:pos x="284" y="99"/>
                </a:cxn>
                <a:cxn ang="0">
                  <a:pos x="374" y="148"/>
                </a:cxn>
                <a:cxn ang="0">
                  <a:pos x="440" y="198"/>
                </a:cxn>
                <a:cxn ang="0">
                  <a:pos x="490" y="259"/>
                </a:cxn>
                <a:cxn ang="0">
                  <a:pos x="513" y="325"/>
                </a:cxn>
                <a:cxn ang="0">
                  <a:pos x="520" y="398"/>
                </a:cxn>
                <a:cxn ang="0">
                  <a:pos x="525" y="446"/>
                </a:cxn>
                <a:cxn ang="0">
                  <a:pos x="527" y="481"/>
                </a:cxn>
                <a:cxn ang="0">
                  <a:pos x="513" y="504"/>
                </a:cxn>
                <a:cxn ang="0">
                  <a:pos x="493" y="512"/>
                </a:cxn>
                <a:cxn ang="0">
                  <a:pos x="473" y="501"/>
                </a:cxn>
                <a:cxn ang="0">
                  <a:pos x="421" y="463"/>
                </a:cxn>
                <a:cxn ang="0">
                  <a:pos x="385" y="432"/>
                </a:cxn>
                <a:cxn ang="0">
                  <a:pos x="357" y="407"/>
                </a:cxn>
                <a:cxn ang="0">
                  <a:pos x="337" y="392"/>
                </a:cxn>
                <a:cxn ang="0">
                  <a:pos x="301" y="372"/>
                </a:cxn>
                <a:cxn ang="0">
                  <a:pos x="256" y="349"/>
                </a:cxn>
                <a:cxn ang="0">
                  <a:pos x="218" y="334"/>
                </a:cxn>
                <a:cxn ang="0">
                  <a:pos x="182" y="331"/>
                </a:cxn>
                <a:cxn ang="0">
                  <a:pos x="137" y="326"/>
                </a:cxn>
                <a:cxn ang="0">
                  <a:pos x="76" y="309"/>
                </a:cxn>
                <a:cxn ang="0">
                  <a:pos x="0" y="268"/>
                </a:cxn>
                <a:cxn ang="0">
                  <a:pos x="20" y="266"/>
                </a:cxn>
                <a:cxn ang="0">
                  <a:pos x="70" y="262"/>
                </a:cxn>
                <a:cxn ang="0">
                  <a:pos x="140" y="257"/>
                </a:cxn>
                <a:cxn ang="0">
                  <a:pos x="215" y="256"/>
                </a:cxn>
                <a:cxn ang="0">
                  <a:pos x="295" y="263"/>
                </a:cxn>
                <a:cxn ang="0">
                  <a:pos x="372" y="294"/>
                </a:cxn>
                <a:cxn ang="0">
                  <a:pos x="432" y="340"/>
                </a:cxn>
                <a:cxn ang="0">
                  <a:pos x="462" y="386"/>
                </a:cxn>
                <a:cxn ang="0">
                  <a:pos x="459" y="371"/>
                </a:cxn>
                <a:cxn ang="0">
                  <a:pos x="452" y="335"/>
                </a:cxn>
                <a:cxn ang="0">
                  <a:pos x="433" y="292"/>
                </a:cxn>
                <a:cxn ang="0">
                  <a:pos x="406" y="254"/>
                </a:cxn>
                <a:cxn ang="0">
                  <a:pos x="365" y="231"/>
                </a:cxn>
                <a:cxn ang="0">
                  <a:pos x="316" y="204"/>
                </a:cxn>
                <a:cxn ang="0">
                  <a:pos x="266" y="164"/>
                </a:cxn>
                <a:cxn ang="0">
                  <a:pos x="221" y="110"/>
                </a:cxn>
                <a:cxn ang="0">
                  <a:pos x="192" y="41"/>
                </a:cxn>
              </a:cxnLst>
              <a:rect l="0" t="0" r="r" b="b"/>
              <a:pathLst>
                <a:path w="527" h="512">
                  <a:moveTo>
                    <a:pt x="186" y="0"/>
                  </a:moveTo>
                  <a:lnTo>
                    <a:pt x="189" y="3"/>
                  </a:lnTo>
                  <a:lnTo>
                    <a:pt x="195" y="12"/>
                  </a:lnTo>
                  <a:lnTo>
                    <a:pt x="206" y="26"/>
                  </a:lnTo>
                  <a:lnTo>
                    <a:pt x="221" y="43"/>
                  </a:lnTo>
                  <a:lnTo>
                    <a:pt x="240" y="63"/>
                  </a:lnTo>
                  <a:lnTo>
                    <a:pt x="261" y="81"/>
                  </a:lnTo>
                  <a:lnTo>
                    <a:pt x="284" y="99"/>
                  </a:lnTo>
                  <a:lnTo>
                    <a:pt x="310" y="116"/>
                  </a:lnTo>
                  <a:lnTo>
                    <a:pt x="374" y="148"/>
                  </a:lnTo>
                  <a:lnTo>
                    <a:pt x="407" y="170"/>
                  </a:lnTo>
                  <a:lnTo>
                    <a:pt x="440" y="198"/>
                  </a:lnTo>
                  <a:lnTo>
                    <a:pt x="467" y="227"/>
                  </a:lnTo>
                  <a:lnTo>
                    <a:pt x="490" y="259"/>
                  </a:lnTo>
                  <a:lnTo>
                    <a:pt x="505" y="291"/>
                  </a:lnTo>
                  <a:lnTo>
                    <a:pt x="513" y="325"/>
                  </a:lnTo>
                  <a:lnTo>
                    <a:pt x="517" y="366"/>
                  </a:lnTo>
                  <a:lnTo>
                    <a:pt x="520" y="398"/>
                  </a:lnTo>
                  <a:lnTo>
                    <a:pt x="522" y="424"/>
                  </a:lnTo>
                  <a:lnTo>
                    <a:pt x="525" y="446"/>
                  </a:lnTo>
                  <a:lnTo>
                    <a:pt x="527" y="464"/>
                  </a:lnTo>
                  <a:lnTo>
                    <a:pt x="527" y="481"/>
                  </a:lnTo>
                  <a:lnTo>
                    <a:pt x="520" y="495"/>
                  </a:lnTo>
                  <a:lnTo>
                    <a:pt x="513" y="504"/>
                  </a:lnTo>
                  <a:lnTo>
                    <a:pt x="504" y="510"/>
                  </a:lnTo>
                  <a:lnTo>
                    <a:pt x="493" y="512"/>
                  </a:lnTo>
                  <a:lnTo>
                    <a:pt x="485" y="509"/>
                  </a:lnTo>
                  <a:lnTo>
                    <a:pt x="473" y="501"/>
                  </a:lnTo>
                  <a:lnTo>
                    <a:pt x="458" y="490"/>
                  </a:lnTo>
                  <a:lnTo>
                    <a:pt x="421" y="463"/>
                  </a:lnTo>
                  <a:lnTo>
                    <a:pt x="403" y="446"/>
                  </a:lnTo>
                  <a:lnTo>
                    <a:pt x="385" y="432"/>
                  </a:lnTo>
                  <a:lnTo>
                    <a:pt x="369" y="418"/>
                  </a:lnTo>
                  <a:lnTo>
                    <a:pt x="357" y="407"/>
                  </a:lnTo>
                  <a:lnTo>
                    <a:pt x="348" y="400"/>
                  </a:lnTo>
                  <a:lnTo>
                    <a:pt x="337" y="392"/>
                  </a:lnTo>
                  <a:lnTo>
                    <a:pt x="320" y="383"/>
                  </a:lnTo>
                  <a:lnTo>
                    <a:pt x="301" y="372"/>
                  </a:lnTo>
                  <a:lnTo>
                    <a:pt x="278" y="360"/>
                  </a:lnTo>
                  <a:lnTo>
                    <a:pt x="256" y="349"/>
                  </a:lnTo>
                  <a:lnTo>
                    <a:pt x="235" y="340"/>
                  </a:lnTo>
                  <a:lnTo>
                    <a:pt x="218" y="334"/>
                  </a:lnTo>
                  <a:lnTo>
                    <a:pt x="208" y="331"/>
                  </a:lnTo>
                  <a:lnTo>
                    <a:pt x="182" y="331"/>
                  </a:lnTo>
                  <a:lnTo>
                    <a:pt x="162" y="329"/>
                  </a:lnTo>
                  <a:lnTo>
                    <a:pt x="137" y="326"/>
                  </a:lnTo>
                  <a:lnTo>
                    <a:pt x="108" y="320"/>
                  </a:lnTo>
                  <a:lnTo>
                    <a:pt x="76" y="309"/>
                  </a:lnTo>
                  <a:lnTo>
                    <a:pt x="40" y="292"/>
                  </a:lnTo>
                  <a:lnTo>
                    <a:pt x="0" y="268"/>
                  </a:lnTo>
                  <a:lnTo>
                    <a:pt x="5" y="268"/>
                  </a:lnTo>
                  <a:lnTo>
                    <a:pt x="20" y="266"/>
                  </a:lnTo>
                  <a:lnTo>
                    <a:pt x="43" y="265"/>
                  </a:lnTo>
                  <a:lnTo>
                    <a:pt x="70" y="262"/>
                  </a:lnTo>
                  <a:lnTo>
                    <a:pt x="104" y="260"/>
                  </a:lnTo>
                  <a:lnTo>
                    <a:pt x="140" y="257"/>
                  </a:lnTo>
                  <a:lnTo>
                    <a:pt x="179" y="257"/>
                  </a:lnTo>
                  <a:lnTo>
                    <a:pt x="215" y="256"/>
                  </a:lnTo>
                  <a:lnTo>
                    <a:pt x="252" y="257"/>
                  </a:lnTo>
                  <a:lnTo>
                    <a:pt x="295" y="263"/>
                  </a:lnTo>
                  <a:lnTo>
                    <a:pt x="336" y="276"/>
                  </a:lnTo>
                  <a:lnTo>
                    <a:pt x="372" y="294"/>
                  </a:lnTo>
                  <a:lnTo>
                    <a:pt x="404" y="315"/>
                  </a:lnTo>
                  <a:lnTo>
                    <a:pt x="432" y="340"/>
                  </a:lnTo>
                  <a:lnTo>
                    <a:pt x="450" y="363"/>
                  </a:lnTo>
                  <a:lnTo>
                    <a:pt x="462" y="386"/>
                  </a:lnTo>
                  <a:lnTo>
                    <a:pt x="462" y="381"/>
                  </a:lnTo>
                  <a:lnTo>
                    <a:pt x="459" y="371"/>
                  </a:lnTo>
                  <a:lnTo>
                    <a:pt x="456" y="355"/>
                  </a:lnTo>
                  <a:lnTo>
                    <a:pt x="452" y="335"/>
                  </a:lnTo>
                  <a:lnTo>
                    <a:pt x="444" y="314"/>
                  </a:lnTo>
                  <a:lnTo>
                    <a:pt x="433" y="292"/>
                  </a:lnTo>
                  <a:lnTo>
                    <a:pt x="421" y="273"/>
                  </a:lnTo>
                  <a:lnTo>
                    <a:pt x="406" y="254"/>
                  </a:lnTo>
                  <a:lnTo>
                    <a:pt x="386" y="242"/>
                  </a:lnTo>
                  <a:lnTo>
                    <a:pt x="365" y="231"/>
                  </a:lnTo>
                  <a:lnTo>
                    <a:pt x="342" y="219"/>
                  </a:lnTo>
                  <a:lnTo>
                    <a:pt x="316" y="204"/>
                  </a:lnTo>
                  <a:lnTo>
                    <a:pt x="290" y="185"/>
                  </a:lnTo>
                  <a:lnTo>
                    <a:pt x="266" y="164"/>
                  </a:lnTo>
                  <a:lnTo>
                    <a:pt x="241" y="139"/>
                  </a:lnTo>
                  <a:lnTo>
                    <a:pt x="221" y="110"/>
                  </a:lnTo>
                  <a:lnTo>
                    <a:pt x="204" y="78"/>
                  </a:lnTo>
                  <a:lnTo>
                    <a:pt x="192" y="41"/>
                  </a:lnTo>
                  <a:lnTo>
                    <a:pt x="186" y="0"/>
                  </a:lnTo>
                  <a:close/>
                </a:path>
              </a:pathLst>
            </a:custGeom>
            <a:gradFill flip="none" rotWithShape="1">
              <a:gsLst>
                <a:gs pos="0">
                  <a:srgbClr val="64B400">
                    <a:shade val="30000"/>
                    <a:satMod val="115000"/>
                  </a:srgbClr>
                </a:gs>
                <a:gs pos="50000">
                  <a:srgbClr val="64B400">
                    <a:shade val="67500"/>
                    <a:satMod val="115000"/>
                  </a:srgbClr>
                </a:gs>
                <a:gs pos="100000">
                  <a:srgbClr val="64B400">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4" name="Freeform 20"/>
            <p:cNvSpPr>
              <a:spLocks/>
            </p:cNvSpPr>
            <p:nvPr/>
          </p:nvSpPr>
          <p:spPr bwMode="auto">
            <a:xfrm>
              <a:off x="7269163" y="1662113"/>
              <a:ext cx="1135063" cy="3786188"/>
            </a:xfrm>
            <a:custGeom>
              <a:avLst/>
              <a:gdLst/>
              <a:ahLst/>
              <a:cxnLst>
                <a:cxn ang="0">
                  <a:pos x="348" y="84"/>
                </a:cxn>
                <a:cxn ang="0">
                  <a:pos x="409" y="216"/>
                </a:cxn>
                <a:cxn ang="0">
                  <a:pos x="438" y="360"/>
                </a:cxn>
                <a:cxn ang="0">
                  <a:pos x="551" y="895"/>
                </a:cxn>
                <a:cxn ang="0">
                  <a:pos x="512" y="1305"/>
                </a:cxn>
                <a:cxn ang="0">
                  <a:pos x="570" y="1483"/>
                </a:cxn>
                <a:cxn ang="0">
                  <a:pos x="699" y="1655"/>
                </a:cxn>
                <a:cxn ang="0">
                  <a:pos x="713" y="1820"/>
                </a:cxn>
                <a:cxn ang="0">
                  <a:pos x="621" y="1563"/>
                </a:cxn>
                <a:cxn ang="0">
                  <a:pos x="563" y="1633"/>
                </a:cxn>
                <a:cxn ang="0">
                  <a:pos x="661" y="1782"/>
                </a:cxn>
                <a:cxn ang="0">
                  <a:pos x="653" y="1860"/>
                </a:cxn>
                <a:cxn ang="0">
                  <a:pos x="556" y="1661"/>
                </a:cxn>
                <a:cxn ang="0">
                  <a:pos x="579" y="1740"/>
                </a:cxn>
                <a:cxn ang="0">
                  <a:pos x="628" y="1955"/>
                </a:cxn>
                <a:cxn ang="0">
                  <a:pos x="620" y="1981"/>
                </a:cxn>
                <a:cxn ang="0">
                  <a:pos x="563" y="1782"/>
                </a:cxn>
                <a:cxn ang="0">
                  <a:pos x="541" y="1782"/>
                </a:cxn>
                <a:cxn ang="0">
                  <a:pos x="551" y="1953"/>
                </a:cxn>
                <a:cxn ang="0">
                  <a:pos x="586" y="2074"/>
                </a:cxn>
                <a:cxn ang="0">
                  <a:pos x="530" y="1947"/>
                </a:cxn>
                <a:cxn ang="0">
                  <a:pos x="510" y="1950"/>
                </a:cxn>
                <a:cxn ang="0">
                  <a:pos x="541" y="2082"/>
                </a:cxn>
                <a:cxn ang="0">
                  <a:pos x="547" y="2145"/>
                </a:cxn>
                <a:cxn ang="0">
                  <a:pos x="486" y="2054"/>
                </a:cxn>
                <a:cxn ang="0">
                  <a:pos x="490" y="2225"/>
                </a:cxn>
                <a:cxn ang="0">
                  <a:pos x="460" y="2214"/>
                </a:cxn>
                <a:cxn ang="0">
                  <a:pos x="391" y="2269"/>
                </a:cxn>
                <a:cxn ang="0">
                  <a:pos x="237" y="2346"/>
                </a:cxn>
                <a:cxn ang="0">
                  <a:pos x="203" y="2384"/>
                </a:cxn>
                <a:cxn ang="0">
                  <a:pos x="362" y="2243"/>
                </a:cxn>
                <a:cxn ang="0">
                  <a:pos x="412" y="2168"/>
                </a:cxn>
                <a:cxn ang="0">
                  <a:pos x="449" y="2038"/>
                </a:cxn>
                <a:cxn ang="0">
                  <a:pos x="371" y="2105"/>
                </a:cxn>
                <a:cxn ang="0">
                  <a:pos x="458" y="1996"/>
                </a:cxn>
                <a:cxn ang="0">
                  <a:pos x="449" y="1929"/>
                </a:cxn>
                <a:cxn ang="0">
                  <a:pos x="330" y="2025"/>
                </a:cxn>
                <a:cxn ang="0">
                  <a:pos x="425" y="1914"/>
                </a:cxn>
                <a:cxn ang="0">
                  <a:pos x="484" y="1742"/>
                </a:cxn>
                <a:cxn ang="0">
                  <a:pos x="373" y="1837"/>
                </a:cxn>
                <a:cxn ang="0">
                  <a:pos x="273" y="1975"/>
                </a:cxn>
                <a:cxn ang="0">
                  <a:pos x="425" y="1740"/>
                </a:cxn>
                <a:cxn ang="0">
                  <a:pos x="489" y="1650"/>
                </a:cxn>
                <a:cxn ang="0">
                  <a:pos x="350" y="1797"/>
                </a:cxn>
                <a:cxn ang="0">
                  <a:pos x="301" y="1808"/>
                </a:cxn>
                <a:cxn ang="0">
                  <a:pos x="431" y="1668"/>
                </a:cxn>
                <a:cxn ang="0">
                  <a:pos x="495" y="1537"/>
                </a:cxn>
                <a:cxn ang="0">
                  <a:pos x="400" y="1584"/>
                </a:cxn>
                <a:cxn ang="0">
                  <a:pos x="292" y="1698"/>
                </a:cxn>
                <a:cxn ang="0">
                  <a:pos x="409" y="1515"/>
                </a:cxn>
                <a:cxn ang="0">
                  <a:pos x="466" y="1342"/>
                </a:cxn>
                <a:cxn ang="0">
                  <a:pos x="487" y="965"/>
                </a:cxn>
                <a:cxn ang="0">
                  <a:pos x="455" y="504"/>
                </a:cxn>
                <a:cxn ang="0">
                  <a:pos x="302" y="316"/>
                </a:cxn>
                <a:cxn ang="0">
                  <a:pos x="121" y="366"/>
                </a:cxn>
                <a:cxn ang="0">
                  <a:pos x="9" y="195"/>
                </a:cxn>
                <a:cxn ang="0">
                  <a:pos x="63" y="49"/>
                </a:cxn>
              </a:cxnLst>
              <a:rect l="0" t="0" r="r" b="b"/>
              <a:pathLst>
                <a:path w="715" h="2385">
                  <a:moveTo>
                    <a:pt x="173" y="0"/>
                  </a:moveTo>
                  <a:lnTo>
                    <a:pt x="205" y="0"/>
                  </a:lnTo>
                  <a:lnTo>
                    <a:pt x="235" y="6"/>
                  </a:lnTo>
                  <a:lnTo>
                    <a:pt x="263" y="17"/>
                  </a:lnTo>
                  <a:lnTo>
                    <a:pt x="286" y="29"/>
                  </a:lnTo>
                  <a:lnTo>
                    <a:pt x="307" y="45"/>
                  </a:lnTo>
                  <a:lnTo>
                    <a:pt x="325" y="60"/>
                  </a:lnTo>
                  <a:lnTo>
                    <a:pt x="339" y="74"/>
                  </a:lnTo>
                  <a:lnTo>
                    <a:pt x="348" y="84"/>
                  </a:lnTo>
                  <a:lnTo>
                    <a:pt x="356" y="92"/>
                  </a:lnTo>
                  <a:lnTo>
                    <a:pt x="357" y="95"/>
                  </a:lnTo>
                  <a:lnTo>
                    <a:pt x="379" y="107"/>
                  </a:lnTo>
                  <a:lnTo>
                    <a:pt x="394" y="123"/>
                  </a:lnTo>
                  <a:lnTo>
                    <a:pt x="405" y="141"/>
                  </a:lnTo>
                  <a:lnTo>
                    <a:pt x="409" y="161"/>
                  </a:lnTo>
                  <a:lnTo>
                    <a:pt x="412" y="181"/>
                  </a:lnTo>
                  <a:lnTo>
                    <a:pt x="411" y="199"/>
                  </a:lnTo>
                  <a:lnTo>
                    <a:pt x="409" y="216"/>
                  </a:lnTo>
                  <a:lnTo>
                    <a:pt x="406" y="228"/>
                  </a:lnTo>
                  <a:lnTo>
                    <a:pt x="402" y="244"/>
                  </a:lnTo>
                  <a:lnTo>
                    <a:pt x="397" y="257"/>
                  </a:lnTo>
                  <a:lnTo>
                    <a:pt x="394" y="270"/>
                  </a:lnTo>
                  <a:lnTo>
                    <a:pt x="394" y="284"/>
                  </a:lnTo>
                  <a:lnTo>
                    <a:pt x="397" y="299"/>
                  </a:lnTo>
                  <a:lnTo>
                    <a:pt x="408" y="316"/>
                  </a:lnTo>
                  <a:lnTo>
                    <a:pt x="422" y="334"/>
                  </a:lnTo>
                  <a:lnTo>
                    <a:pt x="438" y="360"/>
                  </a:lnTo>
                  <a:lnTo>
                    <a:pt x="457" y="392"/>
                  </a:lnTo>
                  <a:lnTo>
                    <a:pt x="476" y="432"/>
                  </a:lnTo>
                  <a:lnTo>
                    <a:pt x="496" y="478"/>
                  </a:lnTo>
                  <a:lnTo>
                    <a:pt x="515" y="529"/>
                  </a:lnTo>
                  <a:lnTo>
                    <a:pt x="531" y="584"/>
                  </a:lnTo>
                  <a:lnTo>
                    <a:pt x="548" y="663"/>
                  </a:lnTo>
                  <a:lnTo>
                    <a:pt x="556" y="743"/>
                  </a:lnTo>
                  <a:lnTo>
                    <a:pt x="556" y="820"/>
                  </a:lnTo>
                  <a:lnTo>
                    <a:pt x="551" y="895"/>
                  </a:lnTo>
                  <a:lnTo>
                    <a:pt x="542" y="965"/>
                  </a:lnTo>
                  <a:lnTo>
                    <a:pt x="534" y="1011"/>
                  </a:lnTo>
                  <a:lnTo>
                    <a:pt x="525" y="1054"/>
                  </a:lnTo>
                  <a:lnTo>
                    <a:pt x="518" y="1094"/>
                  </a:lnTo>
                  <a:lnTo>
                    <a:pt x="512" y="1134"/>
                  </a:lnTo>
                  <a:lnTo>
                    <a:pt x="507" y="1174"/>
                  </a:lnTo>
                  <a:lnTo>
                    <a:pt x="505" y="1215"/>
                  </a:lnTo>
                  <a:lnTo>
                    <a:pt x="507" y="1259"/>
                  </a:lnTo>
                  <a:lnTo>
                    <a:pt x="512" y="1305"/>
                  </a:lnTo>
                  <a:lnTo>
                    <a:pt x="516" y="1347"/>
                  </a:lnTo>
                  <a:lnTo>
                    <a:pt x="521" y="1383"/>
                  </a:lnTo>
                  <a:lnTo>
                    <a:pt x="525" y="1414"/>
                  </a:lnTo>
                  <a:lnTo>
                    <a:pt x="530" y="1439"/>
                  </a:lnTo>
                  <a:lnTo>
                    <a:pt x="534" y="1455"/>
                  </a:lnTo>
                  <a:lnTo>
                    <a:pt x="537" y="1462"/>
                  </a:lnTo>
                  <a:lnTo>
                    <a:pt x="544" y="1466"/>
                  </a:lnTo>
                  <a:lnTo>
                    <a:pt x="554" y="1472"/>
                  </a:lnTo>
                  <a:lnTo>
                    <a:pt x="570" y="1483"/>
                  </a:lnTo>
                  <a:lnTo>
                    <a:pt x="586" y="1495"/>
                  </a:lnTo>
                  <a:lnTo>
                    <a:pt x="605" y="1508"/>
                  </a:lnTo>
                  <a:lnTo>
                    <a:pt x="623" y="1521"/>
                  </a:lnTo>
                  <a:lnTo>
                    <a:pt x="640" y="1534"/>
                  </a:lnTo>
                  <a:lnTo>
                    <a:pt x="658" y="1550"/>
                  </a:lnTo>
                  <a:lnTo>
                    <a:pt x="672" y="1573"/>
                  </a:lnTo>
                  <a:lnTo>
                    <a:pt x="684" y="1599"/>
                  </a:lnTo>
                  <a:lnTo>
                    <a:pt x="693" y="1627"/>
                  </a:lnTo>
                  <a:lnTo>
                    <a:pt x="699" y="1655"/>
                  </a:lnTo>
                  <a:lnTo>
                    <a:pt x="702" y="1681"/>
                  </a:lnTo>
                  <a:lnTo>
                    <a:pt x="704" y="1702"/>
                  </a:lnTo>
                  <a:lnTo>
                    <a:pt x="705" y="1725"/>
                  </a:lnTo>
                  <a:lnTo>
                    <a:pt x="708" y="1748"/>
                  </a:lnTo>
                  <a:lnTo>
                    <a:pt x="710" y="1771"/>
                  </a:lnTo>
                  <a:lnTo>
                    <a:pt x="713" y="1793"/>
                  </a:lnTo>
                  <a:lnTo>
                    <a:pt x="713" y="1808"/>
                  </a:lnTo>
                  <a:lnTo>
                    <a:pt x="715" y="1819"/>
                  </a:lnTo>
                  <a:lnTo>
                    <a:pt x="713" y="1820"/>
                  </a:lnTo>
                  <a:lnTo>
                    <a:pt x="704" y="1802"/>
                  </a:lnTo>
                  <a:lnTo>
                    <a:pt x="698" y="1783"/>
                  </a:lnTo>
                  <a:lnTo>
                    <a:pt x="693" y="1762"/>
                  </a:lnTo>
                  <a:lnTo>
                    <a:pt x="689" y="1737"/>
                  </a:lnTo>
                  <a:lnTo>
                    <a:pt x="682" y="1702"/>
                  </a:lnTo>
                  <a:lnTo>
                    <a:pt x="673" y="1664"/>
                  </a:lnTo>
                  <a:lnTo>
                    <a:pt x="658" y="1626"/>
                  </a:lnTo>
                  <a:lnTo>
                    <a:pt x="638" y="1586"/>
                  </a:lnTo>
                  <a:lnTo>
                    <a:pt x="621" y="1563"/>
                  </a:lnTo>
                  <a:lnTo>
                    <a:pt x="602" y="1546"/>
                  </a:lnTo>
                  <a:lnTo>
                    <a:pt x="583" y="1535"/>
                  </a:lnTo>
                  <a:lnTo>
                    <a:pt x="566" y="1529"/>
                  </a:lnTo>
                  <a:lnTo>
                    <a:pt x="556" y="1526"/>
                  </a:lnTo>
                  <a:lnTo>
                    <a:pt x="551" y="1524"/>
                  </a:lnTo>
                  <a:lnTo>
                    <a:pt x="551" y="1603"/>
                  </a:lnTo>
                  <a:lnTo>
                    <a:pt x="553" y="1618"/>
                  </a:lnTo>
                  <a:lnTo>
                    <a:pt x="556" y="1627"/>
                  </a:lnTo>
                  <a:lnTo>
                    <a:pt x="563" y="1633"/>
                  </a:lnTo>
                  <a:lnTo>
                    <a:pt x="576" y="1642"/>
                  </a:lnTo>
                  <a:lnTo>
                    <a:pt x="592" y="1652"/>
                  </a:lnTo>
                  <a:lnTo>
                    <a:pt x="611" y="1665"/>
                  </a:lnTo>
                  <a:lnTo>
                    <a:pt x="626" y="1682"/>
                  </a:lnTo>
                  <a:lnTo>
                    <a:pt x="637" y="1702"/>
                  </a:lnTo>
                  <a:lnTo>
                    <a:pt x="646" y="1724"/>
                  </a:lnTo>
                  <a:lnTo>
                    <a:pt x="653" y="1743"/>
                  </a:lnTo>
                  <a:lnTo>
                    <a:pt x="660" y="1762"/>
                  </a:lnTo>
                  <a:lnTo>
                    <a:pt x="661" y="1782"/>
                  </a:lnTo>
                  <a:lnTo>
                    <a:pt x="663" y="1805"/>
                  </a:lnTo>
                  <a:lnTo>
                    <a:pt x="663" y="1831"/>
                  </a:lnTo>
                  <a:lnTo>
                    <a:pt x="664" y="1849"/>
                  </a:lnTo>
                  <a:lnTo>
                    <a:pt x="666" y="1863"/>
                  </a:lnTo>
                  <a:lnTo>
                    <a:pt x="669" y="1874"/>
                  </a:lnTo>
                  <a:lnTo>
                    <a:pt x="669" y="1880"/>
                  </a:lnTo>
                  <a:lnTo>
                    <a:pt x="667" y="1880"/>
                  </a:lnTo>
                  <a:lnTo>
                    <a:pt x="663" y="1874"/>
                  </a:lnTo>
                  <a:lnTo>
                    <a:pt x="653" y="1860"/>
                  </a:lnTo>
                  <a:lnTo>
                    <a:pt x="647" y="1840"/>
                  </a:lnTo>
                  <a:lnTo>
                    <a:pt x="641" y="1815"/>
                  </a:lnTo>
                  <a:lnTo>
                    <a:pt x="635" y="1770"/>
                  </a:lnTo>
                  <a:lnTo>
                    <a:pt x="631" y="1748"/>
                  </a:lnTo>
                  <a:lnTo>
                    <a:pt x="620" y="1730"/>
                  </a:lnTo>
                  <a:lnTo>
                    <a:pt x="606" y="1711"/>
                  </a:lnTo>
                  <a:lnTo>
                    <a:pt x="592" y="1696"/>
                  </a:lnTo>
                  <a:lnTo>
                    <a:pt x="565" y="1668"/>
                  </a:lnTo>
                  <a:lnTo>
                    <a:pt x="556" y="1661"/>
                  </a:lnTo>
                  <a:lnTo>
                    <a:pt x="550" y="1656"/>
                  </a:lnTo>
                  <a:lnTo>
                    <a:pt x="548" y="1658"/>
                  </a:lnTo>
                  <a:lnTo>
                    <a:pt x="550" y="1665"/>
                  </a:lnTo>
                  <a:lnTo>
                    <a:pt x="550" y="1679"/>
                  </a:lnTo>
                  <a:lnTo>
                    <a:pt x="551" y="1694"/>
                  </a:lnTo>
                  <a:lnTo>
                    <a:pt x="553" y="1705"/>
                  </a:lnTo>
                  <a:lnTo>
                    <a:pt x="557" y="1716"/>
                  </a:lnTo>
                  <a:lnTo>
                    <a:pt x="566" y="1727"/>
                  </a:lnTo>
                  <a:lnTo>
                    <a:pt x="579" y="1740"/>
                  </a:lnTo>
                  <a:lnTo>
                    <a:pt x="588" y="1753"/>
                  </a:lnTo>
                  <a:lnTo>
                    <a:pt x="597" y="1773"/>
                  </a:lnTo>
                  <a:lnTo>
                    <a:pt x="605" y="1796"/>
                  </a:lnTo>
                  <a:lnTo>
                    <a:pt x="611" y="1822"/>
                  </a:lnTo>
                  <a:lnTo>
                    <a:pt x="615" y="1849"/>
                  </a:lnTo>
                  <a:lnTo>
                    <a:pt x="618" y="1874"/>
                  </a:lnTo>
                  <a:lnTo>
                    <a:pt x="618" y="1914"/>
                  </a:lnTo>
                  <a:lnTo>
                    <a:pt x="621" y="1933"/>
                  </a:lnTo>
                  <a:lnTo>
                    <a:pt x="628" y="1955"/>
                  </a:lnTo>
                  <a:lnTo>
                    <a:pt x="635" y="1973"/>
                  </a:lnTo>
                  <a:lnTo>
                    <a:pt x="640" y="1986"/>
                  </a:lnTo>
                  <a:lnTo>
                    <a:pt x="644" y="1992"/>
                  </a:lnTo>
                  <a:lnTo>
                    <a:pt x="647" y="1995"/>
                  </a:lnTo>
                  <a:lnTo>
                    <a:pt x="647" y="1996"/>
                  </a:lnTo>
                  <a:lnTo>
                    <a:pt x="644" y="1996"/>
                  </a:lnTo>
                  <a:lnTo>
                    <a:pt x="638" y="1995"/>
                  </a:lnTo>
                  <a:lnTo>
                    <a:pt x="629" y="1990"/>
                  </a:lnTo>
                  <a:lnTo>
                    <a:pt x="620" y="1981"/>
                  </a:lnTo>
                  <a:lnTo>
                    <a:pt x="611" y="1967"/>
                  </a:lnTo>
                  <a:lnTo>
                    <a:pt x="603" y="1946"/>
                  </a:lnTo>
                  <a:lnTo>
                    <a:pt x="600" y="1921"/>
                  </a:lnTo>
                  <a:lnTo>
                    <a:pt x="599" y="1894"/>
                  </a:lnTo>
                  <a:lnTo>
                    <a:pt x="594" y="1865"/>
                  </a:lnTo>
                  <a:lnTo>
                    <a:pt x="586" y="1837"/>
                  </a:lnTo>
                  <a:lnTo>
                    <a:pt x="579" y="1815"/>
                  </a:lnTo>
                  <a:lnTo>
                    <a:pt x="570" y="1797"/>
                  </a:lnTo>
                  <a:lnTo>
                    <a:pt x="563" y="1782"/>
                  </a:lnTo>
                  <a:lnTo>
                    <a:pt x="562" y="1776"/>
                  </a:lnTo>
                  <a:lnTo>
                    <a:pt x="559" y="1770"/>
                  </a:lnTo>
                  <a:lnTo>
                    <a:pt x="553" y="1760"/>
                  </a:lnTo>
                  <a:lnTo>
                    <a:pt x="551" y="1757"/>
                  </a:lnTo>
                  <a:lnTo>
                    <a:pt x="548" y="1754"/>
                  </a:lnTo>
                  <a:lnTo>
                    <a:pt x="544" y="1754"/>
                  </a:lnTo>
                  <a:lnTo>
                    <a:pt x="542" y="1756"/>
                  </a:lnTo>
                  <a:lnTo>
                    <a:pt x="542" y="1760"/>
                  </a:lnTo>
                  <a:lnTo>
                    <a:pt x="541" y="1782"/>
                  </a:lnTo>
                  <a:lnTo>
                    <a:pt x="536" y="1806"/>
                  </a:lnTo>
                  <a:lnTo>
                    <a:pt x="533" y="1832"/>
                  </a:lnTo>
                  <a:lnTo>
                    <a:pt x="530" y="1848"/>
                  </a:lnTo>
                  <a:lnTo>
                    <a:pt x="530" y="1874"/>
                  </a:lnTo>
                  <a:lnTo>
                    <a:pt x="542" y="1892"/>
                  </a:lnTo>
                  <a:lnTo>
                    <a:pt x="545" y="1904"/>
                  </a:lnTo>
                  <a:lnTo>
                    <a:pt x="547" y="1918"/>
                  </a:lnTo>
                  <a:lnTo>
                    <a:pt x="550" y="1938"/>
                  </a:lnTo>
                  <a:lnTo>
                    <a:pt x="551" y="1953"/>
                  </a:lnTo>
                  <a:lnTo>
                    <a:pt x="553" y="1966"/>
                  </a:lnTo>
                  <a:lnTo>
                    <a:pt x="553" y="1978"/>
                  </a:lnTo>
                  <a:lnTo>
                    <a:pt x="554" y="1993"/>
                  </a:lnTo>
                  <a:lnTo>
                    <a:pt x="559" y="2013"/>
                  </a:lnTo>
                  <a:lnTo>
                    <a:pt x="565" y="2032"/>
                  </a:lnTo>
                  <a:lnTo>
                    <a:pt x="573" y="2047"/>
                  </a:lnTo>
                  <a:lnTo>
                    <a:pt x="579" y="2061"/>
                  </a:lnTo>
                  <a:lnTo>
                    <a:pt x="585" y="2070"/>
                  </a:lnTo>
                  <a:lnTo>
                    <a:pt x="586" y="2074"/>
                  </a:lnTo>
                  <a:lnTo>
                    <a:pt x="583" y="2074"/>
                  </a:lnTo>
                  <a:lnTo>
                    <a:pt x="576" y="2068"/>
                  </a:lnTo>
                  <a:lnTo>
                    <a:pt x="566" y="2061"/>
                  </a:lnTo>
                  <a:lnTo>
                    <a:pt x="557" y="2048"/>
                  </a:lnTo>
                  <a:lnTo>
                    <a:pt x="550" y="2035"/>
                  </a:lnTo>
                  <a:lnTo>
                    <a:pt x="544" y="2016"/>
                  </a:lnTo>
                  <a:lnTo>
                    <a:pt x="539" y="1990"/>
                  </a:lnTo>
                  <a:lnTo>
                    <a:pt x="534" y="1967"/>
                  </a:lnTo>
                  <a:lnTo>
                    <a:pt x="530" y="1947"/>
                  </a:lnTo>
                  <a:lnTo>
                    <a:pt x="527" y="1932"/>
                  </a:lnTo>
                  <a:lnTo>
                    <a:pt x="525" y="1927"/>
                  </a:lnTo>
                  <a:lnTo>
                    <a:pt x="524" y="1926"/>
                  </a:lnTo>
                  <a:lnTo>
                    <a:pt x="522" y="1926"/>
                  </a:lnTo>
                  <a:lnTo>
                    <a:pt x="521" y="1927"/>
                  </a:lnTo>
                  <a:lnTo>
                    <a:pt x="519" y="1930"/>
                  </a:lnTo>
                  <a:lnTo>
                    <a:pt x="516" y="1933"/>
                  </a:lnTo>
                  <a:lnTo>
                    <a:pt x="515" y="1937"/>
                  </a:lnTo>
                  <a:lnTo>
                    <a:pt x="510" y="1950"/>
                  </a:lnTo>
                  <a:lnTo>
                    <a:pt x="509" y="1964"/>
                  </a:lnTo>
                  <a:lnTo>
                    <a:pt x="507" y="1982"/>
                  </a:lnTo>
                  <a:lnTo>
                    <a:pt x="507" y="2001"/>
                  </a:lnTo>
                  <a:lnTo>
                    <a:pt x="510" y="2016"/>
                  </a:lnTo>
                  <a:lnTo>
                    <a:pt x="515" y="2027"/>
                  </a:lnTo>
                  <a:lnTo>
                    <a:pt x="522" y="2038"/>
                  </a:lnTo>
                  <a:lnTo>
                    <a:pt x="530" y="2051"/>
                  </a:lnTo>
                  <a:lnTo>
                    <a:pt x="537" y="2070"/>
                  </a:lnTo>
                  <a:lnTo>
                    <a:pt x="541" y="2082"/>
                  </a:lnTo>
                  <a:lnTo>
                    <a:pt x="545" y="2099"/>
                  </a:lnTo>
                  <a:lnTo>
                    <a:pt x="550" y="2119"/>
                  </a:lnTo>
                  <a:lnTo>
                    <a:pt x="554" y="2137"/>
                  </a:lnTo>
                  <a:lnTo>
                    <a:pt x="557" y="2154"/>
                  </a:lnTo>
                  <a:lnTo>
                    <a:pt x="562" y="2177"/>
                  </a:lnTo>
                  <a:lnTo>
                    <a:pt x="562" y="2179"/>
                  </a:lnTo>
                  <a:lnTo>
                    <a:pt x="559" y="2172"/>
                  </a:lnTo>
                  <a:lnTo>
                    <a:pt x="554" y="2160"/>
                  </a:lnTo>
                  <a:lnTo>
                    <a:pt x="547" y="2145"/>
                  </a:lnTo>
                  <a:lnTo>
                    <a:pt x="537" y="2128"/>
                  </a:lnTo>
                  <a:lnTo>
                    <a:pt x="530" y="2110"/>
                  </a:lnTo>
                  <a:lnTo>
                    <a:pt x="522" y="2093"/>
                  </a:lnTo>
                  <a:lnTo>
                    <a:pt x="516" y="2076"/>
                  </a:lnTo>
                  <a:lnTo>
                    <a:pt x="509" y="2059"/>
                  </a:lnTo>
                  <a:lnTo>
                    <a:pt x="501" y="2050"/>
                  </a:lnTo>
                  <a:lnTo>
                    <a:pt x="493" y="2045"/>
                  </a:lnTo>
                  <a:lnTo>
                    <a:pt x="489" y="2048"/>
                  </a:lnTo>
                  <a:lnTo>
                    <a:pt x="486" y="2054"/>
                  </a:lnTo>
                  <a:lnTo>
                    <a:pt x="483" y="2070"/>
                  </a:lnTo>
                  <a:lnTo>
                    <a:pt x="478" y="2088"/>
                  </a:lnTo>
                  <a:lnTo>
                    <a:pt x="472" y="2110"/>
                  </a:lnTo>
                  <a:lnTo>
                    <a:pt x="467" y="2131"/>
                  </a:lnTo>
                  <a:lnTo>
                    <a:pt x="467" y="2151"/>
                  </a:lnTo>
                  <a:lnTo>
                    <a:pt x="472" y="2171"/>
                  </a:lnTo>
                  <a:lnTo>
                    <a:pt x="480" y="2191"/>
                  </a:lnTo>
                  <a:lnTo>
                    <a:pt x="487" y="2212"/>
                  </a:lnTo>
                  <a:lnTo>
                    <a:pt x="490" y="2225"/>
                  </a:lnTo>
                  <a:lnTo>
                    <a:pt x="490" y="2229"/>
                  </a:lnTo>
                  <a:lnTo>
                    <a:pt x="489" y="2231"/>
                  </a:lnTo>
                  <a:lnTo>
                    <a:pt x="486" y="2231"/>
                  </a:lnTo>
                  <a:lnTo>
                    <a:pt x="480" y="2228"/>
                  </a:lnTo>
                  <a:lnTo>
                    <a:pt x="476" y="2225"/>
                  </a:lnTo>
                  <a:lnTo>
                    <a:pt x="467" y="2218"/>
                  </a:lnTo>
                  <a:lnTo>
                    <a:pt x="464" y="2215"/>
                  </a:lnTo>
                  <a:lnTo>
                    <a:pt x="461" y="2214"/>
                  </a:lnTo>
                  <a:lnTo>
                    <a:pt x="460" y="2214"/>
                  </a:lnTo>
                  <a:lnTo>
                    <a:pt x="458" y="2215"/>
                  </a:lnTo>
                  <a:lnTo>
                    <a:pt x="458" y="2225"/>
                  </a:lnTo>
                  <a:lnTo>
                    <a:pt x="457" y="2231"/>
                  </a:lnTo>
                  <a:lnTo>
                    <a:pt x="454" y="2235"/>
                  </a:lnTo>
                  <a:lnTo>
                    <a:pt x="449" y="2241"/>
                  </a:lnTo>
                  <a:lnTo>
                    <a:pt x="440" y="2251"/>
                  </a:lnTo>
                  <a:lnTo>
                    <a:pt x="428" y="2258"/>
                  </a:lnTo>
                  <a:lnTo>
                    <a:pt x="411" y="2263"/>
                  </a:lnTo>
                  <a:lnTo>
                    <a:pt x="391" y="2269"/>
                  </a:lnTo>
                  <a:lnTo>
                    <a:pt x="367" y="2274"/>
                  </a:lnTo>
                  <a:lnTo>
                    <a:pt x="336" y="2280"/>
                  </a:lnTo>
                  <a:lnTo>
                    <a:pt x="299" y="2289"/>
                  </a:lnTo>
                  <a:lnTo>
                    <a:pt x="273" y="2297"/>
                  </a:lnTo>
                  <a:lnTo>
                    <a:pt x="257" y="2306"/>
                  </a:lnTo>
                  <a:lnTo>
                    <a:pt x="246" y="2315"/>
                  </a:lnTo>
                  <a:lnTo>
                    <a:pt x="240" y="2326"/>
                  </a:lnTo>
                  <a:lnTo>
                    <a:pt x="237" y="2336"/>
                  </a:lnTo>
                  <a:lnTo>
                    <a:pt x="237" y="2346"/>
                  </a:lnTo>
                  <a:lnTo>
                    <a:pt x="235" y="2356"/>
                  </a:lnTo>
                  <a:lnTo>
                    <a:pt x="232" y="2365"/>
                  </a:lnTo>
                  <a:lnTo>
                    <a:pt x="226" y="2375"/>
                  </a:lnTo>
                  <a:lnTo>
                    <a:pt x="220" y="2379"/>
                  </a:lnTo>
                  <a:lnTo>
                    <a:pt x="215" y="2382"/>
                  </a:lnTo>
                  <a:lnTo>
                    <a:pt x="212" y="2385"/>
                  </a:lnTo>
                  <a:lnTo>
                    <a:pt x="206" y="2385"/>
                  </a:lnTo>
                  <a:lnTo>
                    <a:pt x="205" y="2384"/>
                  </a:lnTo>
                  <a:lnTo>
                    <a:pt x="203" y="2384"/>
                  </a:lnTo>
                  <a:lnTo>
                    <a:pt x="203" y="2375"/>
                  </a:lnTo>
                  <a:lnTo>
                    <a:pt x="212" y="2341"/>
                  </a:lnTo>
                  <a:lnTo>
                    <a:pt x="223" y="2313"/>
                  </a:lnTo>
                  <a:lnTo>
                    <a:pt x="238" y="2293"/>
                  </a:lnTo>
                  <a:lnTo>
                    <a:pt x="257" y="2277"/>
                  </a:lnTo>
                  <a:lnTo>
                    <a:pt x="280" y="2264"/>
                  </a:lnTo>
                  <a:lnTo>
                    <a:pt x="306" y="2257"/>
                  </a:lnTo>
                  <a:lnTo>
                    <a:pt x="335" y="2249"/>
                  </a:lnTo>
                  <a:lnTo>
                    <a:pt x="362" y="2243"/>
                  </a:lnTo>
                  <a:lnTo>
                    <a:pt x="380" y="2235"/>
                  </a:lnTo>
                  <a:lnTo>
                    <a:pt x="394" y="2228"/>
                  </a:lnTo>
                  <a:lnTo>
                    <a:pt x="409" y="2212"/>
                  </a:lnTo>
                  <a:lnTo>
                    <a:pt x="412" y="2206"/>
                  </a:lnTo>
                  <a:lnTo>
                    <a:pt x="415" y="2202"/>
                  </a:lnTo>
                  <a:lnTo>
                    <a:pt x="417" y="2195"/>
                  </a:lnTo>
                  <a:lnTo>
                    <a:pt x="414" y="2188"/>
                  </a:lnTo>
                  <a:lnTo>
                    <a:pt x="412" y="2179"/>
                  </a:lnTo>
                  <a:lnTo>
                    <a:pt x="412" y="2168"/>
                  </a:lnTo>
                  <a:lnTo>
                    <a:pt x="417" y="2160"/>
                  </a:lnTo>
                  <a:lnTo>
                    <a:pt x="422" y="2154"/>
                  </a:lnTo>
                  <a:lnTo>
                    <a:pt x="429" y="2148"/>
                  </a:lnTo>
                  <a:lnTo>
                    <a:pt x="437" y="2140"/>
                  </a:lnTo>
                  <a:lnTo>
                    <a:pt x="444" y="2126"/>
                  </a:lnTo>
                  <a:lnTo>
                    <a:pt x="451" y="2104"/>
                  </a:lnTo>
                  <a:lnTo>
                    <a:pt x="452" y="2079"/>
                  </a:lnTo>
                  <a:lnTo>
                    <a:pt x="452" y="2042"/>
                  </a:lnTo>
                  <a:lnTo>
                    <a:pt x="449" y="2038"/>
                  </a:lnTo>
                  <a:lnTo>
                    <a:pt x="443" y="2038"/>
                  </a:lnTo>
                  <a:lnTo>
                    <a:pt x="435" y="2042"/>
                  </a:lnTo>
                  <a:lnTo>
                    <a:pt x="425" y="2050"/>
                  </a:lnTo>
                  <a:lnTo>
                    <a:pt x="414" y="2059"/>
                  </a:lnTo>
                  <a:lnTo>
                    <a:pt x="403" y="2070"/>
                  </a:lnTo>
                  <a:lnTo>
                    <a:pt x="385" y="2091"/>
                  </a:lnTo>
                  <a:lnTo>
                    <a:pt x="379" y="2100"/>
                  </a:lnTo>
                  <a:lnTo>
                    <a:pt x="374" y="2105"/>
                  </a:lnTo>
                  <a:lnTo>
                    <a:pt x="371" y="2105"/>
                  </a:lnTo>
                  <a:lnTo>
                    <a:pt x="371" y="2099"/>
                  </a:lnTo>
                  <a:lnTo>
                    <a:pt x="376" y="2087"/>
                  </a:lnTo>
                  <a:lnTo>
                    <a:pt x="383" y="2070"/>
                  </a:lnTo>
                  <a:lnTo>
                    <a:pt x="397" y="2048"/>
                  </a:lnTo>
                  <a:lnTo>
                    <a:pt x="412" y="2032"/>
                  </a:lnTo>
                  <a:lnTo>
                    <a:pt x="429" y="2019"/>
                  </a:lnTo>
                  <a:lnTo>
                    <a:pt x="443" y="2010"/>
                  </a:lnTo>
                  <a:lnTo>
                    <a:pt x="454" y="2002"/>
                  </a:lnTo>
                  <a:lnTo>
                    <a:pt x="458" y="1996"/>
                  </a:lnTo>
                  <a:lnTo>
                    <a:pt x="460" y="1987"/>
                  </a:lnTo>
                  <a:lnTo>
                    <a:pt x="464" y="1970"/>
                  </a:lnTo>
                  <a:lnTo>
                    <a:pt x="473" y="1933"/>
                  </a:lnTo>
                  <a:lnTo>
                    <a:pt x="478" y="1920"/>
                  </a:lnTo>
                  <a:lnTo>
                    <a:pt x="480" y="1912"/>
                  </a:lnTo>
                  <a:lnTo>
                    <a:pt x="478" y="1910"/>
                  </a:lnTo>
                  <a:lnTo>
                    <a:pt x="472" y="1912"/>
                  </a:lnTo>
                  <a:lnTo>
                    <a:pt x="461" y="1918"/>
                  </a:lnTo>
                  <a:lnTo>
                    <a:pt x="449" y="1929"/>
                  </a:lnTo>
                  <a:lnTo>
                    <a:pt x="437" y="1941"/>
                  </a:lnTo>
                  <a:lnTo>
                    <a:pt x="428" y="1952"/>
                  </a:lnTo>
                  <a:lnTo>
                    <a:pt x="374" y="2005"/>
                  </a:lnTo>
                  <a:lnTo>
                    <a:pt x="360" y="2016"/>
                  </a:lnTo>
                  <a:lnTo>
                    <a:pt x="348" y="2025"/>
                  </a:lnTo>
                  <a:lnTo>
                    <a:pt x="339" y="2030"/>
                  </a:lnTo>
                  <a:lnTo>
                    <a:pt x="331" y="2033"/>
                  </a:lnTo>
                  <a:lnTo>
                    <a:pt x="328" y="2032"/>
                  </a:lnTo>
                  <a:lnTo>
                    <a:pt x="330" y="2025"/>
                  </a:lnTo>
                  <a:lnTo>
                    <a:pt x="339" y="2013"/>
                  </a:lnTo>
                  <a:lnTo>
                    <a:pt x="353" y="2001"/>
                  </a:lnTo>
                  <a:lnTo>
                    <a:pt x="368" y="1989"/>
                  </a:lnTo>
                  <a:lnTo>
                    <a:pt x="385" y="1975"/>
                  </a:lnTo>
                  <a:lnTo>
                    <a:pt x="394" y="1964"/>
                  </a:lnTo>
                  <a:lnTo>
                    <a:pt x="402" y="1953"/>
                  </a:lnTo>
                  <a:lnTo>
                    <a:pt x="408" y="1943"/>
                  </a:lnTo>
                  <a:lnTo>
                    <a:pt x="415" y="1929"/>
                  </a:lnTo>
                  <a:lnTo>
                    <a:pt x="425" y="1914"/>
                  </a:lnTo>
                  <a:lnTo>
                    <a:pt x="438" y="1895"/>
                  </a:lnTo>
                  <a:lnTo>
                    <a:pt x="464" y="1869"/>
                  </a:lnTo>
                  <a:lnTo>
                    <a:pt x="476" y="1855"/>
                  </a:lnTo>
                  <a:lnTo>
                    <a:pt x="481" y="1845"/>
                  </a:lnTo>
                  <a:lnTo>
                    <a:pt x="484" y="1829"/>
                  </a:lnTo>
                  <a:lnTo>
                    <a:pt x="487" y="1789"/>
                  </a:lnTo>
                  <a:lnTo>
                    <a:pt x="487" y="1770"/>
                  </a:lnTo>
                  <a:lnTo>
                    <a:pt x="486" y="1753"/>
                  </a:lnTo>
                  <a:lnTo>
                    <a:pt x="484" y="1742"/>
                  </a:lnTo>
                  <a:lnTo>
                    <a:pt x="483" y="1737"/>
                  </a:lnTo>
                  <a:lnTo>
                    <a:pt x="480" y="1739"/>
                  </a:lnTo>
                  <a:lnTo>
                    <a:pt x="472" y="1740"/>
                  </a:lnTo>
                  <a:lnTo>
                    <a:pt x="463" y="1747"/>
                  </a:lnTo>
                  <a:lnTo>
                    <a:pt x="451" y="1754"/>
                  </a:lnTo>
                  <a:lnTo>
                    <a:pt x="434" y="1765"/>
                  </a:lnTo>
                  <a:lnTo>
                    <a:pt x="414" y="1783"/>
                  </a:lnTo>
                  <a:lnTo>
                    <a:pt x="393" y="1808"/>
                  </a:lnTo>
                  <a:lnTo>
                    <a:pt x="373" y="1837"/>
                  </a:lnTo>
                  <a:lnTo>
                    <a:pt x="354" y="1865"/>
                  </a:lnTo>
                  <a:lnTo>
                    <a:pt x="338" y="1889"/>
                  </a:lnTo>
                  <a:lnTo>
                    <a:pt x="324" y="1909"/>
                  </a:lnTo>
                  <a:lnTo>
                    <a:pt x="316" y="1929"/>
                  </a:lnTo>
                  <a:lnTo>
                    <a:pt x="309" y="1944"/>
                  </a:lnTo>
                  <a:lnTo>
                    <a:pt x="299" y="1958"/>
                  </a:lnTo>
                  <a:lnTo>
                    <a:pt x="287" y="1969"/>
                  </a:lnTo>
                  <a:lnTo>
                    <a:pt x="278" y="1973"/>
                  </a:lnTo>
                  <a:lnTo>
                    <a:pt x="273" y="1975"/>
                  </a:lnTo>
                  <a:lnTo>
                    <a:pt x="272" y="1970"/>
                  </a:lnTo>
                  <a:lnTo>
                    <a:pt x="283" y="1949"/>
                  </a:lnTo>
                  <a:lnTo>
                    <a:pt x="293" y="1930"/>
                  </a:lnTo>
                  <a:lnTo>
                    <a:pt x="312" y="1900"/>
                  </a:lnTo>
                  <a:lnTo>
                    <a:pt x="331" y="1865"/>
                  </a:lnTo>
                  <a:lnTo>
                    <a:pt x="353" y="1828"/>
                  </a:lnTo>
                  <a:lnTo>
                    <a:pt x="382" y="1786"/>
                  </a:lnTo>
                  <a:lnTo>
                    <a:pt x="403" y="1760"/>
                  </a:lnTo>
                  <a:lnTo>
                    <a:pt x="425" y="1740"/>
                  </a:lnTo>
                  <a:lnTo>
                    <a:pt x="446" y="1725"/>
                  </a:lnTo>
                  <a:lnTo>
                    <a:pt x="463" y="1711"/>
                  </a:lnTo>
                  <a:lnTo>
                    <a:pt x="476" y="1702"/>
                  </a:lnTo>
                  <a:lnTo>
                    <a:pt x="483" y="1694"/>
                  </a:lnTo>
                  <a:lnTo>
                    <a:pt x="486" y="1687"/>
                  </a:lnTo>
                  <a:lnTo>
                    <a:pt x="492" y="1665"/>
                  </a:lnTo>
                  <a:lnTo>
                    <a:pt x="493" y="1656"/>
                  </a:lnTo>
                  <a:lnTo>
                    <a:pt x="492" y="1650"/>
                  </a:lnTo>
                  <a:lnTo>
                    <a:pt x="489" y="1650"/>
                  </a:lnTo>
                  <a:lnTo>
                    <a:pt x="480" y="1656"/>
                  </a:lnTo>
                  <a:lnTo>
                    <a:pt x="449" y="1687"/>
                  </a:lnTo>
                  <a:lnTo>
                    <a:pt x="426" y="1711"/>
                  </a:lnTo>
                  <a:lnTo>
                    <a:pt x="397" y="1740"/>
                  </a:lnTo>
                  <a:lnTo>
                    <a:pt x="380" y="1759"/>
                  </a:lnTo>
                  <a:lnTo>
                    <a:pt x="370" y="1773"/>
                  </a:lnTo>
                  <a:lnTo>
                    <a:pt x="360" y="1783"/>
                  </a:lnTo>
                  <a:lnTo>
                    <a:pt x="354" y="1791"/>
                  </a:lnTo>
                  <a:lnTo>
                    <a:pt x="350" y="1797"/>
                  </a:lnTo>
                  <a:lnTo>
                    <a:pt x="347" y="1802"/>
                  </a:lnTo>
                  <a:lnTo>
                    <a:pt x="342" y="1805"/>
                  </a:lnTo>
                  <a:lnTo>
                    <a:pt x="336" y="1808"/>
                  </a:lnTo>
                  <a:lnTo>
                    <a:pt x="325" y="1812"/>
                  </a:lnTo>
                  <a:lnTo>
                    <a:pt x="315" y="1815"/>
                  </a:lnTo>
                  <a:lnTo>
                    <a:pt x="306" y="1817"/>
                  </a:lnTo>
                  <a:lnTo>
                    <a:pt x="299" y="1815"/>
                  </a:lnTo>
                  <a:lnTo>
                    <a:pt x="296" y="1814"/>
                  </a:lnTo>
                  <a:lnTo>
                    <a:pt x="301" y="1808"/>
                  </a:lnTo>
                  <a:lnTo>
                    <a:pt x="309" y="1802"/>
                  </a:lnTo>
                  <a:lnTo>
                    <a:pt x="318" y="1794"/>
                  </a:lnTo>
                  <a:lnTo>
                    <a:pt x="328" y="1783"/>
                  </a:lnTo>
                  <a:lnTo>
                    <a:pt x="342" y="1771"/>
                  </a:lnTo>
                  <a:lnTo>
                    <a:pt x="356" y="1754"/>
                  </a:lnTo>
                  <a:lnTo>
                    <a:pt x="374" y="1731"/>
                  </a:lnTo>
                  <a:lnTo>
                    <a:pt x="391" y="1710"/>
                  </a:lnTo>
                  <a:lnTo>
                    <a:pt x="411" y="1688"/>
                  </a:lnTo>
                  <a:lnTo>
                    <a:pt x="431" y="1668"/>
                  </a:lnTo>
                  <a:lnTo>
                    <a:pt x="447" y="1650"/>
                  </a:lnTo>
                  <a:lnTo>
                    <a:pt x="464" y="1635"/>
                  </a:lnTo>
                  <a:lnTo>
                    <a:pt x="475" y="1622"/>
                  </a:lnTo>
                  <a:lnTo>
                    <a:pt x="483" y="1615"/>
                  </a:lnTo>
                  <a:lnTo>
                    <a:pt x="487" y="1604"/>
                  </a:lnTo>
                  <a:lnTo>
                    <a:pt x="490" y="1587"/>
                  </a:lnTo>
                  <a:lnTo>
                    <a:pt x="492" y="1567"/>
                  </a:lnTo>
                  <a:lnTo>
                    <a:pt x="493" y="1550"/>
                  </a:lnTo>
                  <a:lnTo>
                    <a:pt x="495" y="1537"/>
                  </a:lnTo>
                  <a:lnTo>
                    <a:pt x="496" y="1531"/>
                  </a:lnTo>
                  <a:lnTo>
                    <a:pt x="495" y="1526"/>
                  </a:lnTo>
                  <a:lnTo>
                    <a:pt x="492" y="1526"/>
                  </a:lnTo>
                  <a:lnTo>
                    <a:pt x="484" y="1527"/>
                  </a:lnTo>
                  <a:lnTo>
                    <a:pt x="473" y="1532"/>
                  </a:lnTo>
                  <a:lnTo>
                    <a:pt x="457" y="1540"/>
                  </a:lnTo>
                  <a:lnTo>
                    <a:pt x="440" y="1550"/>
                  </a:lnTo>
                  <a:lnTo>
                    <a:pt x="420" y="1566"/>
                  </a:lnTo>
                  <a:lnTo>
                    <a:pt x="400" y="1584"/>
                  </a:lnTo>
                  <a:lnTo>
                    <a:pt x="379" y="1604"/>
                  </a:lnTo>
                  <a:lnTo>
                    <a:pt x="344" y="1639"/>
                  </a:lnTo>
                  <a:lnTo>
                    <a:pt x="331" y="1653"/>
                  </a:lnTo>
                  <a:lnTo>
                    <a:pt x="322" y="1665"/>
                  </a:lnTo>
                  <a:lnTo>
                    <a:pt x="315" y="1679"/>
                  </a:lnTo>
                  <a:lnTo>
                    <a:pt x="309" y="1690"/>
                  </a:lnTo>
                  <a:lnTo>
                    <a:pt x="301" y="1705"/>
                  </a:lnTo>
                  <a:lnTo>
                    <a:pt x="296" y="1705"/>
                  </a:lnTo>
                  <a:lnTo>
                    <a:pt x="292" y="1698"/>
                  </a:lnTo>
                  <a:lnTo>
                    <a:pt x="290" y="1685"/>
                  </a:lnTo>
                  <a:lnTo>
                    <a:pt x="295" y="1670"/>
                  </a:lnTo>
                  <a:lnTo>
                    <a:pt x="302" y="1652"/>
                  </a:lnTo>
                  <a:lnTo>
                    <a:pt x="316" y="1630"/>
                  </a:lnTo>
                  <a:lnTo>
                    <a:pt x="331" y="1607"/>
                  </a:lnTo>
                  <a:lnTo>
                    <a:pt x="348" y="1583"/>
                  </a:lnTo>
                  <a:lnTo>
                    <a:pt x="368" y="1557"/>
                  </a:lnTo>
                  <a:lnTo>
                    <a:pt x="388" y="1534"/>
                  </a:lnTo>
                  <a:lnTo>
                    <a:pt x="409" y="1515"/>
                  </a:lnTo>
                  <a:lnTo>
                    <a:pt x="429" y="1501"/>
                  </a:lnTo>
                  <a:lnTo>
                    <a:pt x="447" y="1489"/>
                  </a:lnTo>
                  <a:lnTo>
                    <a:pt x="461" y="1478"/>
                  </a:lnTo>
                  <a:lnTo>
                    <a:pt x="472" y="1468"/>
                  </a:lnTo>
                  <a:lnTo>
                    <a:pt x="476" y="1454"/>
                  </a:lnTo>
                  <a:lnTo>
                    <a:pt x="476" y="1432"/>
                  </a:lnTo>
                  <a:lnTo>
                    <a:pt x="475" y="1406"/>
                  </a:lnTo>
                  <a:lnTo>
                    <a:pt x="470" y="1377"/>
                  </a:lnTo>
                  <a:lnTo>
                    <a:pt x="466" y="1342"/>
                  </a:lnTo>
                  <a:lnTo>
                    <a:pt x="458" y="1301"/>
                  </a:lnTo>
                  <a:lnTo>
                    <a:pt x="452" y="1244"/>
                  </a:lnTo>
                  <a:lnTo>
                    <a:pt x="449" y="1190"/>
                  </a:lnTo>
                  <a:lnTo>
                    <a:pt x="449" y="1135"/>
                  </a:lnTo>
                  <a:lnTo>
                    <a:pt x="455" y="1079"/>
                  </a:lnTo>
                  <a:lnTo>
                    <a:pt x="461" y="1046"/>
                  </a:lnTo>
                  <a:lnTo>
                    <a:pt x="469" y="1019"/>
                  </a:lnTo>
                  <a:lnTo>
                    <a:pt x="478" y="991"/>
                  </a:lnTo>
                  <a:lnTo>
                    <a:pt x="487" y="965"/>
                  </a:lnTo>
                  <a:lnTo>
                    <a:pt x="496" y="936"/>
                  </a:lnTo>
                  <a:lnTo>
                    <a:pt x="505" y="902"/>
                  </a:lnTo>
                  <a:lnTo>
                    <a:pt x="512" y="864"/>
                  </a:lnTo>
                  <a:lnTo>
                    <a:pt x="515" y="814"/>
                  </a:lnTo>
                  <a:lnTo>
                    <a:pt x="512" y="760"/>
                  </a:lnTo>
                  <a:lnTo>
                    <a:pt x="502" y="702"/>
                  </a:lnTo>
                  <a:lnTo>
                    <a:pt x="489" y="642"/>
                  </a:lnTo>
                  <a:lnTo>
                    <a:pt x="472" y="576"/>
                  </a:lnTo>
                  <a:lnTo>
                    <a:pt x="455" y="504"/>
                  </a:lnTo>
                  <a:lnTo>
                    <a:pt x="443" y="458"/>
                  </a:lnTo>
                  <a:lnTo>
                    <a:pt x="426" y="418"/>
                  </a:lnTo>
                  <a:lnTo>
                    <a:pt x="408" y="386"/>
                  </a:lnTo>
                  <a:lnTo>
                    <a:pt x="388" y="359"/>
                  </a:lnTo>
                  <a:lnTo>
                    <a:pt x="370" y="339"/>
                  </a:lnTo>
                  <a:lnTo>
                    <a:pt x="350" y="323"/>
                  </a:lnTo>
                  <a:lnTo>
                    <a:pt x="331" y="316"/>
                  </a:lnTo>
                  <a:lnTo>
                    <a:pt x="315" y="313"/>
                  </a:lnTo>
                  <a:lnTo>
                    <a:pt x="302" y="316"/>
                  </a:lnTo>
                  <a:lnTo>
                    <a:pt x="287" y="323"/>
                  </a:lnTo>
                  <a:lnTo>
                    <a:pt x="270" y="328"/>
                  </a:lnTo>
                  <a:lnTo>
                    <a:pt x="255" y="331"/>
                  </a:lnTo>
                  <a:lnTo>
                    <a:pt x="235" y="336"/>
                  </a:lnTo>
                  <a:lnTo>
                    <a:pt x="214" y="342"/>
                  </a:lnTo>
                  <a:lnTo>
                    <a:pt x="188" y="351"/>
                  </a:lnTo>
                  <a:lnTo>
                    <a:pt x="167" y="359"/>
                  </a:lnTo>
                  <a:lnTo>
                    <a:pt x="144" y="365"/>
                  </a:lnTo>
                  <a:lnTo>
                    <a:pt x="121" y="366"/>
                  </a:lnTo>
                  <a:lnTo>
                    <a:pt x="98" y="365"/>
                  </a:lnTo>
                  <a:lnTo>
                    <a:pt x="75" y="357"/>
                  </a:lnTo>
                  <a:lnTo>
                    <a:pt x="54" y="343"/>
                  </a:lnTo>
                  <a:lnTo>
                    <a:pt x="32" y="322"/>
                  </a:lnTo>
                  <a:lnTo>
                    <a:pt x="14" y="293"/>
                  </a:lnTo>
                  <a:lnTo>
                    <a:pt x="3" y="264"/>
                  </a:lnTo>
                  <a:lnTo>
                    <a:pt x="0" y="238"/>
                  </a:lnTo>
                  <a:lnTo>
                    <a:pt x="3" y="215"/>
                  </a:lnTo>
                  <a:lnTo>
                    <a:pt x="9" y="195"/>
                  </a:lnTo>
                  <a:lnTo>
                    <a:pt x="20" y="178"/>
                  </a:lnTo>
                  <a:lnTo>
                    <a:pt x="29" y="164"/>
                  </a:lnTo>
                  <a:lnTo>
                    <a:pt x="46" y="147"/>
                  </a:lnTo>
                  <a:lnTo>
                    <a:pt x="49" y="146"/>
                  </a:lnTo>
                  <a:lnTo>
                    <a:pt x="43" y="121"/>
                  </a:lnTo>
                  <a:lnTo>
                    <a:pt x="42" y="98"/>
                  </a:lnTo>
                  <a:lnTo>
                    <a:pt x="46" y="80"/>
                  </a:lnTo>
                  <a:lnTo>
                    <a:pt x="54" y="63"/>
                  </a:lnTo>
                  <a:lnTo>
                    <a:pt x="63" y="49"/>
                  </a:lnTo>
                  <a:lnTo>
                    <a:pt x="72" y="38"/>
                  </a:lnTo>
                  <a:lnTo>
                    <a:pt x="83" y="31"/>
                  </a:lnTo>
                  <a:lnTo>
                    <a:pt x="92" y="25"/>
                  </a:lnTo>
                  <a:lnTo>
                    <a:pt x="98" y="22"/>
                  </a:lnTo>
                  <a:lnTo>
                    <a:pt x="99" y="20"/>
                  </a:lnTo>
                  <a:lnTo>
                    <a:pt x="138" y="6"/>
                  </a:lnTo>
                  <a:lnTo>
                    <a:pt x="173"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grpSp>
        <p:nvGrpSpPr>
          <p:cNvPr id="28" name="Group 27"/>
          <p:cNvGrpSpPr/>
          <p:nvPr/>
        </p:nvGrpSpPr>
        <p:grpSpPr>
          <a:xfrm>
            <a:off x="7306288" y="1694999"/>
            <a:ext cx="1842377" cy="4087290"/>
            <a:chOff x="7797801" y="638175"/>
            <a:chExt cx="2266950" cy="5029201"/>
          </a:xfrm>
        </p:grpSpPr>
        <p:sp>
          <p:nvSpPr>
            <p:cNvPr id="1045" name="Freeform 21"/>
            <p:cNvSpPr>
              <a:spLocks/>
            </p:cNvSpPr>
            <p:nvPr/>
          </p:nvSpPr>
          <p:spPr bwMode="auto">
            <a:xfrm>
              <a:off x="8401051" y="2990850"/>
              <a:ext cx="750888" cy="315913"/>
            </a:xfrm>
            <a:custGeom>
              <a:avLst/>
              <a:gdLst/>
              <a:ahLst/>
              <a:cxnLst>
                <a:cxn ang="0">
                  <a:pos x="232" y="1"/>
                </a:cxn>
                <a:cxn ang="0">
                  <a:pos x="259" y="18"/>
                </a:cxn>
                <a:cxn ang="0">
                  <a:pos x="270" y="47"/>
                </a:cxn>
                <a:cxn ang="0">
                  <a:pos x="272" y="95"/>
                </a:cxn>
                <a:cxn ang="0">
                  <a:pos x="276" y="121"/>
                </a:cxn>
                <a:cxn ang="0">
                  <a:pos x="287" y="131"/>
                </a:cxn>
                <a:cxn ang="0">
                  <a:pos x="313" y="124"/>
                </a:cxn>
                <a:cxn ang="0">
                  <a:pos x="351" y="111"/>
                </a:cxn>
                <a:cxn ang="0">
                  <a:pos x="392" y="110"/>
                </a:cxn>
                <a:cxn ang="0">
                  <a:pos x="443" y="130"/>
                </a:cxn>
                <a:cxn ang="0">
                  <a:pos x="467" y="145"/>
                </a:cxn>
                <a:cxn ang="0">
                  <a:pos x="473" y="159"/>
                </a:cxn>
                <a:cxn ang="0">
                  <a:pos x="464" y="173"/>
                </a:cxn>
                <a:cxn ang="0">
                  <a:pos x="446" y="183"/>
                </a:cxn>
                <a:cxn ang="0">
                  <a:pos x="404" y="188"/>
                </a:cxn>
                <a:cxn ang="0">
                  <a:pos x="371" y="183"/>
                </a:cxn>
                <a:cxn ang="0">
                  <a:pos x="349" y="174"/>
                </a:cxn>
                <a:cxn ang="0">
                  <a:pos x="337" y="173"/>
                </a:cxn>
                <a:cxn ang="0">
                  <a:pos x="317" y="177"/>
                </a:cxn>
                <a:cxn ang="0">
                  <a:pos x="304" y="188"/>
                </a:cxn>
                <a:cxn ang="0">
                  <a:pos x="284" y="188"/>
                </a:cxn>
                <a:cxn ang="0">
                  <a:pos x="258" y="183"/>
                </a:cxn>
                <a:cxn ang="0">
                  <a:pos x="237" y="188"/>
                </a:cxn>
                <a:cxn ang="0">
                  <a:pos x="206" y="199"/>
                </a:cxn>
                <a:cxn ang="0">
                  <a:pos x="182" y="193"/>
                </a:cxn>
                <a:cxn ang="0">
                  <a:pos x="169" y="182"/>
                </a:cxn>
                <a:cxn ang="0">
                  <a:pos x="150" y="177"/>
                </a:cxn>
                <a:cxn ang="0">
                  <a:pos x="128" y="183"/>
                </a:cxn>
                <a:cxn ang="0">
                  <a:pos x="111" y="193"/>
                </a:cxn>
                <a:cxn ang="0">
                  <a:pos x="84" y="197"/>
                </a:cxn>
                <a:cxn ang="0">
                  <a:pos x="32" y="199"/>
                </a:cxn>
                <a:cxn ang="0">
                  <a:pos x="5" y="197"/>
                </a:cxn>
                <a:cxn ang="0">
                  <a:pos x="0" y="185"/>
                </a:cxn>
                <a:cxn ang="0">
                  <a:pos x="8" y="154"/>
                </a:cxn>
                <a:cxn ang="0">
                  <a:pos x="26" y="142"/>
                </a:cxn>
                <a:cxn ang="0">
                  <a:pos x="58" y="137"/>
                </a:cxn>
                <a:cxn ang="0">
                  <a:pos x="95" y="137"/>
                </a:cxn>
                <a:cxn ang="0">
                  <a:pos x="133" y="148"/>
                </a:cxn>
                <a:cxn ang="0">
                  <a:pos x="156" y="154"/>
                </a:cxn>
                <a:cxn ang="0">
                  <a:pos x="165" y="147"/>
                </a:cxn>
                <a:cxn ang="0">
                  <a:pos x="157" y="127"/>
                </a:cxn>
                <a:cxn ang="0">
                  <a:pos x="134" y="118"/>
                </a:cxn>
                <a:cxn ang="0">
                  <a:pos x="92" y="113"/>
                </a:cxn>
                <a:cxn ang="0">
                  <a:pos x="76" y="99"/>
                </a:cxn>
                <a:cxn ang="0">
                  <a:pos x="70" y="75"/>
                </a:cxn>
                <a:cxn ang="0">
                  <a:pos x="76" y="47"/>
                </a:cxn>
                <a:cxn ang="0">
                  <a:pos x="101" y="29"/>
                </a:cxn>
                <a:cxn ang="0">
                  <a:pos x="147" y="21"/>
                </a:cxn>
                <a:cxn ang="0">
                  <a:pos x="179" y="19"/>
                </a:cxn>
                <a:cxn ang="0">
                  <a:pos x="192" y="7"/>
                </a:cxn>
                <a:cxn ang="0">
                  <a:pos x="215" y="0"/>
                </a:cxn>
              </a:cxnLst>
              <a:rect l="0" t="0" r="r" b="b"/>
              <a:pathLst>
                <a:path w="473" h="199">
                  <a:moveTo>
                    <a:pt x="215" y="0"/>
                  </a:moveTo>
                  <a:lnTo>
                    <a:pt x="232" y="1"/>
                  </a:lnTo>
                  <a:lnTo>
                    <a:pt x="249" y="9"/>
                  </a:lnTo>
                  <a:lnTo>
                    <a:pt x="259" y="18"/>
                  </a:lnTo>
                  <a:lnTo>
                    <a:pt x="267" y="32"/>
                  </a:lnTo>
                  <a:lnTo>
                    <a:pt x="270" y="47"/>
                  </a:lnTo>
                  <a:lnTo>
                    <a:pt x="272" y="64"/>
                  </a:lnTo>
                  <a:lnTo>
                    <a:pt x="272" y="95"/>
                  </a:lnTo>
                  <a:lnTo>
                    <a:pt x="273" y="108"/>
                  </a:lnTo>
                  <a:lnTo>
                    <a:pt x="276" y="121"/>
                  </a:lnTo>
                  <a:lnTo>
                    <a:pt x="281" y="128"/>
                  </a:lnTo>
                  <a:lnTo>
                    <a:pt x="287" y="131"/>
                  </a:lnTo>
                  <a:lnTo>
                    <a:pt x="298" y="130"/>
                  </a:lnTo>
                  <a:lnTo>
                    <a:pt x="313" y="124"/>
                  </a:lnTo>
                  <a:lnTo>
                    <a:pt x="331" y="118"/>
                  </a:lnTo>
                  <a:lnTo>
                    <a:pt x="351" y="111"/>
                  </a:lnTo>
                  <a:lnTo>
                    <a:pt x="372" y="108"/>
                  </a:lnTo>
                  <a:lnTo>
                    <a:pt x="392" y="110"/>
                  </a:lnTo>
                  <a:lnTo>
                    <a:pt x="409" y="114"/>
                  </a:lnTo>
                  <a:lnTo>
                    <a:pt x="443" y="130"/>
                  </a:lnTo>
                  <a:lnTo>
                    <a:pt x="456" y="137"/>
                  </a:lnTo>
                  <a:lnTo>
                    <a:pt x="467" y="145"/>
                  </a:lnTo>
                  <a:lnTo>
                    <a:pt x="473" y="153"/>
                  </a:lnTo>
                  <a:lnTo>
                    <a:pt x="473" y="159"/>
                  </a:lnTo>
                  <a:lnTo>
                    <a:pt x="470" y="165"/>
                  </a:lnTo>
                  <a:lnTo>
                    <a:pt x="464" y="173"/>
                  </a:lnTo>
                  <a:lnTo>
                    <a:pt x="458" y="179"/>
                  </a:lnTo>
                  <a:lnTo>
                    <a:pt x="446" y="183"/>
                  </a:lnTo>
                  <a:lnTo>
                    <a:pt x="429" y="186"/>
                  </a:lnTo>
                  <a:lnTo>
                    <a:pt x="404" y="188"/>
                  </a:lnTo>
                  <a:lnTo>
                    <a:pt x="385" y="186"/>
                  </a:lnTo>
                  <a:lnTo>
                    <a:pt x="371" y="183"/>
                  </a:lnTo>
                  <a:lnTo>
                    <a:pt x="362" y="180"/>
                  </a:lnTo>
                  <a:lnTo>
                    <a:pt x="349" y="174"/>
                  </a:lnTo>
                  <a:lnTo>
                    <a:pt x="345" y="173"/>
                  </a:lnTo>
                  <a:lnTo>
                    <a:pt x="337" y="173"/>
                  </a:lnTo>
                  <a:lnTo>
                    <a:pt x="325" y="176"/>
                  </a:lnTo>
                  <a:lnTo>
                    <a:pt x="317" y="177"/>
                  </a:lnTo>
                  <a:lnTo>
                    <a:pt x="313" y="182"/>
                  </a:lnTo>
                  <a:lnTo>
                    <a:pt x="304" y="188"/>
                  </a:lnTo>
                  <a:lnTo>
                    <a:pt x="295" y="190"/>
                  </a:lnTo>
                  <a:lnTo>
                    <a:pt x="284" y="188"/>
                  </a:lnTo>
                  <a:lnTo>
                    <a:pt x="270" y="185"/>
                  </a:lnTo>
                  <a:lnTo>
                    <a:pt x="258" y="183"/>
                  </a:lnTo>
                  <a:lnTo>
                    <a:pt x="246" y="183"/>
                  </a:lnTo>
                  <a:lnTo>
                    <a:pt x="237" y="188"/>
                  </a:lnTo>
                  <a:lnTo>
                    <a:pt x="221" y="197"/>
                  </a:lnTo>
                  <a:lnTo>
                    <a:pt x="206" y="199"/>
                  </a:lnTo>
                  <a:lnTo>
                    <a:pt x="189" y="197"/>
                  </a:lnTo>
                  <a:lnTo>
                    <a:pt x="182" y="193"/>
                  </a:lnTo>
                  <a:lnTo>
                    <a:pt x="176" y="188"/>
                  </a:lnTo>
                  <a:lnTo>
                    <a:pt x="169" y="182"/>
                  </a:lnTo>
                  <a:lnTo>
                    <a:pt x="162" y="177"/>
                  </a:lnTo>
                  <a:lnTo>
                    <a:pt x="150" y="177"/>
                  </a:lnTo>
                  <a:lnTo>
                    <a:pt x="137" y="180"/>
                  </a:lnTo>
                  <a:lnTo>
                    <a:pt x="128" y="183"/>
                  </a:lnTo>
                  <a:lnTo>
                    <a:pt x="121" y="188"/>
                  </a:lnTo>
                  <a:lnTo>
                    <a:pt x="111" y="193"/>
                  </a:lnTo>
                  <a:lnTo>
                    <a:pt x="101" y="196"/>
                  </a:lnTo>
                  <a:lnTo>
                    <a:pt x="84" y="197"/>
                  </a:lnTo>
                  <a:lnTo>
                    <a:pt x="49" y="197"/>
                  </a:lnTo>
                  <a:lnTo>
                    <a:pt x="32" y="199"/>
                  </a:lnTo>
                  <a:lnTo>
                    <a:pt x="17" y="199"/>
                  </a:lnTo>
                  <a:lnTo>
                    <a:pt x="5" y="197"/>
                  </a:lnTo>
                  <a:lnTo>
                    <a:pt x="0" y="194"/>
                  </a:lnTo>
                  <a:lnTo>
                    <a:pt x="0" y="185"/>
                  </a:lnTo>
                  <a:lnTo>
                    <a:pt x="2" y="176"/>
                  </a:lnTo>
                  <a:lnTo>
                    <a:pt x="8" y="154"/>
                  </a:lnTo>
                  <a:lnTo>
                    <a:pt x="15" y="147"/>
                  </a:lnTo>
                  <a:lnTo>
                    <a:pt x="26" y="142"/>
                  </a:lnTo>
                  <a:lnTo>
                    <a:pt x="41" y="140"/>
                  </a:lnTo>
                  <a:lnTo>
                    <a:pt x="58" y="137"/>
                  </a:lnTo>
                  <a:lnTo>
                    <a:pt x="75" y="136"/>
                  </a:lnTo>
                  <a:lnTo>
                    <a:pt x="95" y="137"/>
                  </a:lnTo>
                  <a:lnTo>
                    <a:pt x="116" y="142"/>
                  </a:lnTo>
                  <a:lnTo>
                    <a:pt x="133" y="148"/>
                  </a:lnTo>
                  <a:lnTo>
                    <a:pt x="147" y="153"/>
                  </a:lnTo>
                  <a:lnTo>
                    <a:pt x="156" y="154"/>
                  </a:lnTo>
                  <a:lnTo>
                    <a:pt x="162" y="153"/>
                  </a:lnTo>
                  <a:lnTo>
                    <a:pt x="165" y="147"/>
                  </a:lnTo>
                  <a:lnTo>
                    <a:pt x="163" y="136"/>
                  </a:lnTo>
                  <a:lnTo>
                    <a:pt x="157" y="127"/>
                  </a:lnTo>
                  <a:lnTo>
                    <a:pt x="148" y="121"/>
                  </a:lnTo>
                  <a:lnTo>
                    <a:pt x="134" y="118"/>
                  </a:lnTo>
                  <a:lnTo>
                    <a:pt x="119" y="116"/>
                  </a:lnTo>
                  <a:lnTo>
                    <a:pt x="92" y="113"/>
                  </a:lnTo>
                  <a:lnTo>
                    <a:pt x="82" y="108"/>
                  </a:lnTo>
                  <a:lnTo>
                    <a:pt x="76" y="99"/>
                  </a:lnTo>
                  <a:lnTo>
                    <a:pt x="72" y="87"/>
                  </a:lnTo>
                  <a:lnTo>
                    <a:pt x="70" y="75"/>
                  </a:lnTo>
                  <a:lnTo>
                    <a:pt x="72" y="61"/>
                  </a:lnTo>
                  <a:lnTo>
                    <a:pt x="76" y="47"/>
                  </a:lnTo>
                  <a:lnTo>
                    <a:pt x="85" y="36"/>
                  </a:lnTo>
                  <a:lnTo>
                    <a:pt x="101" y="29"/>
                  </a:lnTo>
                  <a:lnTo>
                    <a:pt x="125" y="23"/>
                  </a:lnTo>
                  <a:lnTo>
                    <a:pt x="147" y="21"/>
                  </a:lnTo>
                  <a:lnTo>
                    <a:pt x="172" y="21"/>
                  </a:lnTo>
                  <a:lnTo>
                    <a:pt x="179" y="19"/>
                  </a:lnTo>
                  <a:lnTo>
                    <a:pt x="185" y="15"/>
                  </a:lnTo>
                  <a:lnTo>
                    <a:pt x="192" y="7"/>
                  </a:lnTo>
                  <a:lnTo>
                    <a:pt x="201" y="1"/>
                  </a:lnTo>
                  <a:lnTo>
                    <a:pt x="215" y="0"/>
                  </a:lnTo>
                  <a:close/>
                </a:path>
              </a:pathLst>
            </a:custGeom>
            <a:gradFill flip="none" rotWithShape="1">
              <a:gsLst>
                <a:gs pos="0">
                  <a:schemeClr val="tx1">
                    <a:lumMod val="95000"/>
                    <a:lumOff val="5000"/>
                  </a:schemeClr>
                </a:gs>
                <a:gs pos="88000">
                  <a:schemeClr val="tx1">
                    <a:lumMod val="75000"/>
                    <a:lumOff val="25000"/>
                    <a:shade val="100000"/>
                    <a:satMod val="115000"/>
                  </a:scheme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7" name="Freeform 23"/>
            <p:cNvSpPr>
              <a:spLocks/>
            </p:cNvSpPr>
            <p:nvPr/>
          </p:nvSpPr>
          <p:spPr bwMode="auto">
            <a:xfrm>
              <a:off x="7797801" y="854075"/>
              <a:ext cx="1211263" cy="493713"/>
            </a:xfrm>
            <a:custGeom>
              <a:avLst/>
              <a:gdLst/>
              <a:ahLst/>
              <a:cxnLst>
                <a:cxn ang="0">
                  <a:pos x="574" y="2"/>
                </a:cxn>
                <a:cxn ang="0">
                  <a:pos x="633" y="13"/>
                </a:cxn>
                <a:cxn ang="0">
                  <a:pos x="688" y="34"/>
                </a:cxn>
                <a:cxn ang="0">
                  <a:pos x="717" y="62"/>
                </a:cxn>
                <a:cxn ang="0">
                  <a:pos x="731" y="97"/>
                </a:cxn>
                <a:cxn ang="0">
                  <a:pos x="733" y="128"/>
                </a:cxn>
                <a:cxn ang="0">
                  <a:pos x="734" y="154"/>
                </a:cxn>
                <a:cxn ang="0">
                  <a:pos x="743" y="178"/>
                </a:cxn>
                <a:cxn ang="0">
                  <a:pos x="751" y="192"/>
                </a:cxn>
                <a:cxn ang="0">
                  <a:pos x="760" y="209"/>
                </a:cxn>
                <a:cxn ang="0">
                  <a:pos x="763" y="236"/>
                </a:cxn>
                <a:cxn ang="0">
                  <a:pos x="746" y="272"/>
                </a:cxn>
                <a:cxn ang="0">
                  <a:pos x="713" y="296"/>
                </a:cxn>
                <a:cxn ang="0">
                  <a:pos x="656" y="307"/>
                </a:cxn>
                <a:cxn ang="0">
                  <a:pos x="581" y="311"/>
                </a:cxn>
                <a:cxn ang="0">
                  <a:pos x="513" y="307"/>
                </a:cxn>
                <a:cxn ang="0">
                  <a:pos x="469" y="288"/>
                </a:cxn>
                <a:cxn ang="0">
                  <a:pos x="429" y="262"/>
                </a:cxn>
                <a:cxn ang="0">
                  <a:pos x="389" y="250"/>
                </a:cxn>
                <a:cxn ang="0">
                  <a:pos x="328" y="262"/>
                </a:cxn>
                <a:cxn ang="0">
                  <a:pos x="270" y="275"/>
                </a:cxn>
                <a:cxn ang="0">
                  <a:pos x="188" y="267"/>
                </a:cxn>
                <a:cxn ang="0">
                  <a:pos x="122" y="264"/>
                </a:cxn>
                <a:cxn ang="0">
                  <a:pos x="82" y="276"/>
                </a:cxn>
                <a:cxn ang="0">
                  <a:pos x="47" y="281"/>
                </a:cxn>
                <a:cxn ang="0">
                  <a:pos x="11" y="279"/>
                </a:cxn>
                <a:cxn ang="0">
                  <a:pos x="3" y="278"/>
                </a:cxn>
                <a:cxn ang="0">
                  <a:pos x="23" y="261"/>
                </a:cxn>
                <a:cxn ang="0">
                  <a:pos x="66" y="221"/>
                </a:cxn>
                <a:cxn ang="0">
                  <a:pos x="89" y="189"/>
                </a:cxn>
                <a:cxn ang="0">
                  <a:pos x="131" y="140"/>
                </a:cxn>
                <a:cxn ang="0">
                  <a:pos x="186" y="117"/>
                </a:cxn>
                <a:cxn ang="0">
                  <a:pos x="233" y="102"/>
                </a:cxn>
                <a:cxn ang="0">
                  <a:pos x="293" y="68"/>
                </a:cxn>
                <a:cxn ang="0">
                  <a:pos x="360" y="31"/>
                </a:cxn>
                <a:cxn ang="0">
                  <a:pos x="430" y="11"/>
                </a:cxn>
                <a:cxn ang="0">
                  <a:pos x="507" y="2"/>
                </a:cxn>
              </a:cxnLst>
              <a:rect l="0" t="0" r="r" b="b"/>
              <a:pathLst>
                <a:path w="763" h="311">
                  <a:moveTo>
                    <a:pt x="542" y="0"/>
                  </a:moveTo>
                  <a:lnTo>
                    <a:pt x="574" y="2"/>
                  </a:lnTo>
                  <a:lnTo>
                    <a:pt x="600" y="5"/>
                  </a:lnTo>
                  <a:lnTo>
                    <a:pt x="633" y="13"/>
                  </a:lnTo>
                  <a:lnTo>
                    <a:pt x="664" y="22"/>
                  </a:lnTo>
                  <a:lnTo>
                    <a:pt x="688" y="34"/>
                  </a:lnTo>
                  <a:lnTo>
                    <a:pt x="707" y="46"/>
                  </a:lnTo>
                  <a:lnTo>
                    <a:pt x="717" y="62"/>
                  </a:lnTo>
                  <a:lnTo>
                    <a:pt x="725" y="82"/>
                  </a:lnTo>
                  <a:lnTo>
                    <a:pt x="731" y="97"/>
                  </a:lnTo>
                  <a:lnTo>
                    <a:pt x="734" y="112"/>
                  </a:lnTo>
                  <a:lnTo>
                    <a:pt x="733" y="128"/>
                  </a:lnTo>
                  <a:lnTo>
                    <a:pt x="731" y="141"/>
                  </a:lnTo>
                  <a:lnTo>
                    <a:pt x="734" y="154"/>
                  </a:lnTo>
                  <a:lnTo>
                    <a:pt x="739" y="167"/>
                  </a:lnTo>
                  <a:lnTo>
                    <a:pt x="743" y="178"/>
                  </a:lnTo>
                  <a:lnTo>
                    <a:pt x="748" y="186"/>
                  </a:lnTo>
                  <a:lnTo>
                    <a:pt x="751" y="192"/>
                  </a:lnTo>
                  <a:lnTo>
                    <a:pt x="755" y="198"/>
                  </a:lnTo>
                  <a:lnTo>
                    <a:pt x="760" y="209"/>
                  </a:lnTo>
                  <a:lnTo>
                    <a:pt x="763" y="221"/>
                  </a:lnTo>
                  <a:lnTo>
                    <a:pt x="763" y="236"/>
                  </a:lnTo>
                  <a:lnTo>
                    <a:pt x="758" y="253"/>
                  </a:lnTo>
                  <a:lnTo>
                    <a:pt x="746" y="272"/>
                  </a:lnTo>
                  <a:lnTo>
                    <a:pt x="733" y="285"/>
                  </a:lnTo>
                  <a:lnTo>
                    <a:pt x="713" y="296"/>
                  </a:lnTo>
                  <a:lnTo>
                    <a:pt x="688" y="302"/>
                  </a:lnTo>
                  <a:lnTo>
                    <a:pt x="656" y="307"/>
                  </a:lnTo>
                  <a:lnTo>
                    <a:pt x="617" y="310"/>
                  </a:lnTo>
                  <a:lnTo>
                    <a:pt x="581" y="311"/>
                  </a:lnTo>
                  <a:lnTo>
                    <a:pt x="548" y="311"/>
                  </a:lnTo>
                  <a:lnTo>
                    <a:pt x="513" y="307"/>
                  </a:lnTo>
                  <a:lnTo>
                    <a:pt x="490" y="299"/>
                  </a:lnTo>
                  <a:lnTo>
                    <a:pt x="469" y="288"/>
                  </a:lnTo>
                  <a:lnTo>
                    <a:pt x="449" y="275"/>
                  </a:lnTo>
                  <a:lnTo>
                    <a:pt x="429" y="262"/>
                  </a:lnTo>
                  <a:lnTo>
                    <a:pt x="409" y="253"/>
                  </a:lnTo>
                  <a:lnTo>
                    <a:pt x="389" y="250"/>
                  </a:lnTo>
                  <a:lnTo>
                    <a:pt x="359" y="255"/>
                  </a:lnTo>
                  <a:lnTo>
                    <a:pt x="328" y="262"/>
                  </a:lnTo>
                  <a:lnTo>
                    <a:pt x="299" y="270"/>
                  </a:lnTo>
                  <a:lnTo>
                    <a:pt x="270" y="275"/>
                  </a:lnTo>
                  <a:lnTo>
                    <a:pt x="230" y="272"/>
                  </a:lnTo>
                  <a:lnTo>
                    <a:pt x="188" y="267"/>
                  </a:lnTo>
                  <a:lnTo>
                    <a:pt x="142" y="264"/>
                  </a:lnTo>
                  <a:lnTo>
                    <a:pt x="122" y="264"/>
                  </a:lnTo>
                  <a:lnTo>
                    <a:pt x="107" y="267"/>
                  </a:lnTo>
                  <a:lnTo>
                    <a:pt x="82" y="276"/>
                  </a:lnTo>
                  <a:lnTo>
                    <a:pt x="67" y="279"/>
                  </a:lnTo>
                  <a:lnTo>
                    <a:pt x="47" y="281"/>
                  </a:lnTo>
                  <a:lnTo>
                    <a:pt x="24" y="281"/>
                  </a:lnTo>
                  <a:lnTo>
                    <a:pt x="11" y="279"/>
                  </a:lnTo>
                  <a:lnTo>
                    <a:pt x="0" y="279"/>
                  </a:lnTo>
                  <a:lnTo>
                    <a:pt x="3" y="278"/>
                  </a:lnTo>
                  <a:lnTo>
                    <a:pt x="11" y="272"/>
                  </a:lnTo>
                  <a:lnTo>
                    <a:pt x="23" y="261"/>
                  </a:lnTo>
                  <a:lnTo>
                    <a:pt x="37" y="250"/>
                  </a:lnTo>
                  <a:lnTo>
                    <a:pt x="66" y="221"/>
                  </a:lnTo>
                  <a:lnTo>
                    <a:pt x="78" y="204"/>
                  </a:lnTo>
                  <a:lnTo>
                    <a:pt x="89" y="189"/>
                  </a:lnTo>
                  <a:lnTo>
                    <a:pt x="108" y="161"/>
                  </a:lnTo>
                  <a:lnTo>
                    <a:pt x="131" y="140"/>
                  </a:lnTo>
                  <a:lnTo>
                    <a:pt x="157" y="125"/>
                  </a:lnTo>
                  <a:lnTo>
                    <a:pt x="186" y="117"/>
                  </a:lnTo>
                  <a:lnTo>
                    <a:pt x="209" y="111"/>
                  </a:lnTo>
                  <a:lnTo>
                    <a:pt x="233" y="102"/>
                  </a:lnTo>
                  <a:lnTo>
                    <a:pt x="261" y="86"/>
                  </a:lnTo>
                  <a:lnTo>
                    <a:pt x="293" y="68"/>
                  </a:lnTo>
                  <a:lnTo>
                    <a:pt x="331" y="45"/>
                  </a:lnTo>
                  <a:lnTo>
                    <a:pt x="360" y="31"/>
                  </a:lnTo>
                  <a:lnTo>
                    <a:pt x="394" y="20"/>
                  </a:lnTo>
                  <a:lnTo>
                    <a:pt x="430" y="11"/>
                  </a:lnTo>
                  <a:lnTo>
                    <a:pt x="469" y="5"/>
                  </a:lnTo>
                  <a:lnTo>
                    <a:pt x="507" y="2"/>
                  </a:lnTo>
                  <a:lnTo>
                    <a:pt x="542" y="0"/>
                  </a:lnTo>
                  <a:close/>
                </a:path>
              </a:pathLst>
            </a:custGeom>
            <a:gradFill flip="none" rotWithShape="1">
              <a:gsLst>
                <a:gs pos="0">
                  <a:srgbClr val="64B400">
                    <a:shade val="30000"/>
                    <a:satMod val="115000"/>
                  </a:srgbClr>
                </a:gs>
                <a:gs pos="50000">
                  <a:srgbClr val="64B400">
                    <a:shade val="67500"/>
                    <a:satMod val="115000"/>
                  </a:srgbClr>
                </a:gs>
                <a:gs pos="100000">
                  <a:srgbClr val="64B400">
                    <a:shade val="100000"/>
                    <a:satMod val="115000"/>
                  </a:srgbClr>
                </a:gs>
              </a:gsLst>
              <a:lin ang="108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8" name="Freeform 24"/>
            <p:cNvSpPr>
              <a:spLocks/>
            </p:cNvSpPr>
            <p:nvPr/>
          </p:nvSpPr>
          <p:spPr bwMode="auto">
            <a:xfrm>
              <a:off x="8875713" y="896938"/>
              <a:ext cx="523875" cy="495300"/>
            </a:xfrm>
            <a:custGeom>
              <a:avLst/>
              <a:gdLst/>
              <a:ahLst/>
              <a:cxnLst>
                <a:cxn ang="0">
                  <a:pos x="150" y="1"/>
                </a:cxn>
                <a:cxn ang="0">
                  <a:pos x="154" y="24"/>
                </a:cxn>
                <a:cxn ang="0">
                  <a:pos x="163" y="78"/>
                </a:cxn>
                <a:cxn ang="0">
                  <a:pos x="170" y="116"/>
                </a:cxn>
                <a:cxn ang="0">
                  <a:pos x="174" y="139"/>
                </a:cxn>
                <a:cxn ang="0">
                  <a:pos x="173" y="156"/>
                </a:cxn>
                <a:cxn ang="0">
                  <a:pos x="162" y="173"/>
                </a:cxn>
                <a:cxn ang="0">
                  <a:pos x="163" y="176"/>
                </a:cxn>
                <a:cxn ang="0">
                  <a:pos x="191" y="153"/>
                </a:cxn>
                <a:cxn ang="0">
                  <a:pos x="214" y="131"/>
                </a:cxn>
                <a:cxn ang="0">
                  <a:pos x="235" y="107"/>
                </a:cxn>
                <a:cxn ang="0">
                  <a:pos x="267" y="78"/>
                </a:cxn>
                <a:cxn ang="0">
                  <a:pos x="298" y="56"/>
                </a:cxn>
                <a:cxn ang="0">
                  <a:pos x="325" y="44"/>
                </a:cxn>
                <a:cxn ang="0">
                  <a:pos x="298" y="75"/>
                </a:cxn>
                <a:cxn ang="0">
                  <a:pos x="258" y="110"/>
                </a:cxn>
                <a:cxn ang="0">
                  <a:pos x="231" y="133"/>
                </a:cxn>
                <a:cxn ang="0">
                  <a:pos x="205" y="168"/>
                </a:cxn>
                <a:cxn ang="0">
                  <a:pos x="191" y="203"/>
                </a:cxn>
                <a:cxn ang="0">
                  <a:pos x="191" y="254"/>
                </a:cxn>
                <a:cxn ang="0">
                  <a:pos x="194" y="295"/>
                </a:cxn>
                <a:cxn ang="0">
                  <a:pos x="192" y="312"/>
                </a:cxn>
                <a:cxn ang="0">
                  <a:pos x="177" y="306"/>
                </a:cxn>
                <a:cxn ang="0">
                  <a:pos x="153" y="289"/>
                </a:cxn>
                <a:cxn ang="0">
                  <a:pos x="150" y="283"/>
                </a:cxn>
                <a:cxn ang="0">
                  <a:pos x="148" y="255"/>
                </a:cxn>
                <a:cxn ang="0">
                  <a:pos x="130" y="214"/>
                </a:cxn>
                <a:cxn ang="0">
                  <a:pos x="107" y="188"/>
                </a:cxn>
                <a:cxn ang="0">
                  <a:pos x="89" y="177"/>
                </a:cxn>
                <a:cxn ang="0">
                  <a:pos x="69" y="170"/>
                </a:cxn>
                <a:cxn ang="0">
                  <a:pos x="40" y="157"/>
                </a:cxn>
                <a:cxn ang="0">
                  <a:pos x="11" y="142"/>
                </a:cxn>
                <a:cxn ang="0">
                  <a:pos x="23" y="145"/>
                </a:cxn>
                <a:cxn ang="0">
                  <a:pos x="58" y="159"/>
                </a:cxn>
                <a:cxn ang="0">
                  <a:pos x="95" y="173"/>
                </a:cxn>
                <a:cxn ang="0">
                  <a:pos x="142" y="188"/>
                </a:cxn>
                <a:cxn ang="0">
                  <a:pos x="145" y="166"/>
                </a:cxn>
                <a:cxn ang="0">
                  <a:pos x="137" y="134"/>
                </a:cxn>
                <a:cxn ang="0">
                  <a:pos x="128" y="81"/>
                </a:cxn>
                <a:cxn ang="0">
                  <a:pos x="131" y="36"/>
                </a:cxn>
                <a:cxn ang="0">
                  <a:pos x="144" y="10"/>
                </a:cxn>
                <a:cxn ang="0">
                  <a:pos x="150" y="0"/>
                </a:cxn>
              </a:cxnLst>
              <a:rect l="0" t="0" r="r" b="b"/>
              <a:pathLst>
                <a:path w="330" h="312">
                  <a:moveTo>
                    <a:pt x="150" y="0"/>
                  </a:moveTo>
                  <a:lnTo>
                    <a:pt x="150" y="1"/>
                  </a:lnTo>
                  <a:lnTo>
                    <a:pt x="151" y="10"/>
                  </a:lnTo>
                  <a:lnTo>
                    <a:pt x="154" y="24"/>
                  </a:lnTo>
                  <a:lnTo>
                    <a:pt x="157" y="41"/>
                  </a:lnTo>
                  <a:lnTo>
                    <a:pt x="163" y="78"/>
                  </a:lnTo>
                  <a:lnTo>
                    <a:pt x="166" y="94"/>
                  </a:lnTo>
                  <a:lnTo>
                    <a:pt x="170" y="116"/>
                  </a:lnTo>
                  <a:lnTo>
                    <a:pt x="173" y="130"/>
                  </a:lnTo>
                  <a:lnTo>
                    <a:pt x="174" y="139"/>
                  </a:lnTo>
                  <a:lnTo>
                    <a:pt x="174" y="147"/>
                  </a:lnTo>
                  <a:lnTo>
                    <a:pt x="173" y="156"/>
                  </a:lnTo>
                  <a:lnTo>
                    <a:pt x="168" y="165"/>
                  </a:lnTo>
                  <a:lnTo>
                    <a:pt x="162" y="173"/>
                  </a:lnTo>
                  <a:lnTo>
                    <a:pt x="160" y="177"/>
                  </a:lnTo>
                  <a:lnTo>
                    <a:pt x="163" y="176"/>
                  </a:lnTo>
                  <a:lnTo>
                    <a:pt x="170" y="171"/>
                  </a:lnTo>
                  <a:lnTo>
                    <a:pt x="191" y="153"/>
                  </a:lnTo>
                  <a:lnTo>
                    <a:pt x="203" y="142"/>
                  </a:lnTo>
                  <a:lnTo>
                    <a:pt x="214" y="131"/>
                  </a:lnTo>
                  <a:lnTo>
                    <a:pt x="223" y="121"/>
                  </a:lnTo>
                  <a:lnTo>
                    <a:pt x="235" y="107"/>
                  </a:lnTo>
                  <a:lnTo>
                    <a:pt x="250" y="91"/>
                  </a:lnTo>
                  <a:lnTo>
                    <a:pt x="267" y="78"/>
                  </a:lnTo>
                  <a:lnTo>
                    <a:pt x="284" y="65"/>
                  </a:lnTo>
                  <a:lnTo>
                    <a:pt x="298" y="56"/>
                  </a:lnTo>
                  <a:lnTo>
                    <a:pt x="315" y="49"/>
                  </a:lnTo>
                  <a:lnTo>
                    <a:pt x="325" y="44"/>
                  </a:lnTo>
                  <a:lnTo>
                    <a:pt x="330" y="42"/>
                  </a:lnTo>
                  <a:lnTo>
                    <a:pt x="298" y="75"/>
                  </a:lnTo>
                  <a:lnTo>
                    <a:pt x="270" y="99"/>
                  </a:lnTo>
                  <a:lnTo>
                    <a:pt x="258" y="110"/>
                  </a:lnTo>
                  <a:lnTo>
                    <a:pt x="247" y="117"/>
                  </a:lnTo>
                  <a:lnTo>
                    <a:pt x="231" y="133"/>
                  </a:lnTo>
                  <a:lnTo>
                    <a:pt x="215" y="150"/>
                  </a:lnTo>
                  <a:lnTo>
                    <a:pt x="205" y="168"/>
                  </a:lnTo>
                  <a:lnTo>
                    <a:pt x="197" y="183"/>
                  </a:lnTo>
                  <a:lnTo>
                    <a:pt x="191" y="203"/>
                  </a:lnTo>
                  <a:lnTo>
                    <a:pt x="189" y="228"/>
                  </a:lnTo>
                  <a:lnTo>
                    <a:pt x="191" y="254"/>
                  </a:lnTo>
                  <a:lnTo>
                    <a:pt x="192" y="277"/>
                  </a:lnTo>
                  <a:lnTo>
                    <a:pt x="194" y="295"/>
                  </a:lnTo>
                  <a:lnTo>
                    <a:pt x="195" y="309"/>
                  </a:lnTo>
                  <a:lnTo>
                    <a:pt x="192" y="312"/>
                  </a:lnTo>
                  <a:lnTo>
                    <a:pt x="186" y="311"/>
                  </a:lnTo>
                  <a:lnTo>
                    <a:pt x="177" y="306"/>
                  </a:lnTo>
                  <a:lnTo>
                    <a:pt x="159" y="294"/>
                  </a:lnTo>
                  <a:lnTo>
                    <a:pt x="153" y="289"/>
                  </a:lnTo>
                  <a:lnTo>
                    <a:pt x="150" y="288"/>
                  </a:lnTo>
                  <a:lnTo>
                    <a:pt x="150" y="283"/>
                  </a:lnTo>
                  <a:lnTo>
                    <a:pt x="151" y="272"/>
                  </a:lnTo>
                  <a:lnTo>
                    <a:pt x="148" y="255"/>
                  </a:lnTo>
                  <a:lnTo>
                    <a:pt x="142" y="235"/>
                  </a:lnTo>
                  <a:lnTo>
                    <a:pt x="130" y="214"/>
                  </a:lnTo>
                  <a:lnTo>
                    <a:pt x="118" y="199"/>
                  </a:lnTo>
                  <a:lnTo>
                    <a:pt x="107" y="188"/>
                  </a:lnTo>
                  <a:lnTo>
                    <a:pt x="98" y="182"/>
                  </a:lnTo>
                  <a:lnTo>
                    <a:pt x="89" y="177"/>
                  </a:lnTo>
                  <a:lnTo>
                    <a:pt x="79" y="174"/>
                  </a:lnTo>
                  <a:lnTo>
                    <a:pt x="69" y="170"/>
                  </a:lnTo>
                  <a:lnTo>
                    <a:pt x="55" y="163"/>
                  </a:lnTo>
                  <a:lnTo>
                    <a:pt x="40" y="157"/>
                  </a:lnTo>
                  <a:lnTo>
                    <a:pt x="25" y="150"/>
                  </a:lnTo>
                  <a:lnTo>
                    <a:pt x="11" y="142"/>
                  </a:lnTo>
                  <a:lnTo>
                    <a:pt x="0" y="137"/>
                  </a:lnTo>
                  <a:lnTo>
                    <a:pt x="23" y="145"/>
                  </a:lnTo>
                  <a:lnTo>
                    <a:pt x="40" y="151"/>
                  </a:lnTo>
                  <a:lnTo>
                    <a:pt x="58" y="159"/>
                  </a:lnTo>
                  <a:lnTo>
                    <a:pt x="78" y="165"/>
                  </a:lnTo>
                  <a:lnTo>
                    <a:pt x="95" y="173"/>
                  </a:lnTo>
                  <a:lnTo>
                    <a:pt x="110" y="177"/>
                  </a:lnTo>
                  <a:lnTo>
                    <a:pt x="142" y="188"/>
                  </a:lnTo>
                  <a:lnTo>
                    <a:pt x="145" y="185"/>
                  </a:lnTo>
                  <a:lnTo>
                    <a:pt x="145" y="166"/>
                  </a:lnTo>
                  <a:lnTo>
                    <a:pt x="142" y="153"/>
                  </a:lnTo>
                  <a:lnTo>
                    <a:pt x="137" y="134"/>
                  </a:lnTo>
                  <a:lnTo>
                    <a:pt x="133" y="111"/>
                  </a:lnTo>
                  <a:lnTo>
                    <a:pt x="128" y="81"/>
                  </a:lnTo>
                  <a:lnTo>
                    <a:pt x="127" y="56"/>
                  </a:lnTo>
                  <a:lnTo>
                    <a:pt x="131" y="36"/>
                  </a:lnTo>
                  <a:lnTo>
                    <a:pt x="137" y="21"/>
                  </a:lnTo>
                  <a:lnTo>
                    <a:pt x="144" y="10"/>
                  </a:lnTo>
                  <a:lnTo>
                    <a:pt x="148" y="3"/>
                  </a:lnTo>
                  <a:lnTo>
                    <a:pt x="150"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9" name="Freeform 25"/>
            <p:cNvSpPr>
              <a:spLocks/>
            </p:cNvSpPr>
            <p:nvPr/>
          </p:nvSpPr>
          <p:spPr bwMode="auto">
            <a:xfrm>
              <a:off x="9251951" y="638175"/>
              <a:ext cx="812800" cy="768350"/>
            </a:xfrm>
            <a:custGeom>
              <a:avLst/>
              <a:gdLst/>
              <a:ahLst/>
              <a:cxnLst>
                <a:cxn ang="0">
                  <a:pos x="209" y="2"/>
                </a:cxn>
                <a:cxn ang="0">
                  <a:pos x="255" y="8"/>
                </a:cxn>
                <a:cxn ang="0">
                  <a:pos x="309" y="12"/>
                </a:cxn>
                <a:cxn ang="0">
                  <a:pos x="326" y="32"/>
                </a:cxn>
                <a:cxn ang="0">
                  <a:pos x="343" y="45"/>
                </a:cxn>
                <a:cxn ang="0">
                  <a:pos x="371" y="51"/>
                </a:cxn>
                <a:cxn ang="0">
                  <a:pos x="406" y="74"/>
                </a:cxn>
                <a:cxn ang="0">
                  <a:pos x="445" y="104"/>
                </a:cxn>
                <a:cxn ang="0">
                  <a:pos x="471" y="136"/>
                </a:cxn>
                <a:cxn ang="0">
                  <a:pos x="494" y="190"/>
                </a:cxn>
                <a:cxn ang="0">
                  <a:pos x="512" y="247"/>
                </a:cxn>
                <a:cxn ang="0">
                  <a:pos x="506" y="311"/>
                </a:cxn>
                <a:cxn ang="0">
                  <a:pos x="497" y="342"/>
                </a:cxn>
                <a:cxn ang="0">
                  <a:pos x="496" y="379"/>
                </a:cxn>
                <a:cxn ang="0">
                  <a:pos x="482" y="412"/>
                </a:cxn>
                <a:cxn ang="0">
                  <a:pos x="441" y="460"/>
                </a:cxn>
                <a:cxn ang="0">
                  <a:pos x="424" y="484"/>
                </a:cxn>
                <a:cxn ang="0">
                  <a:pos x="416" y="472"/>
                </a:cxn>
                <a:cxn ang="0">
                  <a:pos x="404" y="441"/>
                </a:cxn>
                <a:cxn ang="0">
                  <a:pos x="392" y="409"/>
                </a:cxn>
                <a:cxn ang="0">
                  <a:pos x="372" y="375"/>
                </a:cxn>
                <a:cxn ang="0">
                  <a:pos x="364" y="339"/>
                </a:cxn>
                <a:cxn ang="0">
                  <a:pos x="358" y="314"/>
                </a:cxn>
                <a:cxn ang="0">
                  <a:pos x="342" y="293"/>
                </a:cxn>
                <a:cxn ang="0">
                  <a:pos x="337" y="276"/>
                </a:cxn>
                <a:cxn ang="0">
                  <a:pos x="338" y="271"/>
                </a:cxn>
                <a:cxn ang="0">
                  <a:pos x="338" y="270"/>
                </a:cxn>
                <a:cxn ang="0">
                  <a:pos x="323" y="280"/>
                </a:cxn>
                <a:cxn ang="0">
                  <a:pos x="302" y="296"/>
                </a:cxn>
                <a:cxn ang="0">
                  <a:pos x="259" y="313"/>
                </a:cxn>
                <a:cxn ang="0">
                  <a:pos x="204" y="316"/>
                </a:cxn>
                <a:cxn ang="0">
                  <a:pos x="155" y="310"/>
                </a:cxn>
                <a:cxn ang="0">
                  <a:pos x="136" y="303"/>
                </a:cxn>
                <a:cxn ang="0">
                  <a:pos x="113" y="291"/>
                </a:cxn>
                <a:cxn ang="0">
                  <a:pos x="90" y="270"/>
                </a:cxn>
                <a:cxn ang="0">
                  <a:pos x="79" y="238"/>
                </a:cxn>
                <a:cxn ang="0">
                  <a:pos x="50" y="216"/>
                </a:cxn>
                <a:cxn ang="0">
                  <a:pos x="24" y="208"/>
                </a:cxn>
                <a:cxn ang="0">
                  <a:pos x="4" y="192"/>
                </a:cxn>
                <a:cxn ang="0">
                  <a:pos x="0" y="161"/>
                </a:cxn>
                <a:cxn ang="0">
                  <a:pos x="13" y="104"/>
                </a:cxn>
                <a:cxn ang="0">
                  <a:pos x="42" y="55"/>
                </a:cxn>
                <a:cxn ang="0">
                  <a:pos x="87" y="19"/>
                </a:cxn>
                <a:cxn ang="0">
                  <a:pos x="149" y="2"/>
                </a:cxn>
              </a:cxnLst>
              <a:rect l="0" t="0" r="r" b="b"/>
              <a:pathLst>
                <a:path w="512" h="484">
                  <a:moveTo>
                    <a:pt x="180" y="0"/>
                  </a:moveTo>
                  <a:lnTo>
                    <a:pt x="209" y="2"/>
                  </a:lnTo>
                  <a:lnTo>
                    <a:pt x="233" y="5"/>
                  </a:lnTo>
                  <a:lnTo>
                    <a:pt x="255" y="8"/>
                  </a:lnTo>
                  <a:lnTo>
                    <a:pt x="294" y="8"/>
                  </a:lnTo>
                  <a:lnTo>
                    <a:pt x="309" y="12"/>
                  </a:lnTo>
                  <a:lnTo>
                    <a:pt x="319" y="20"/>
                  </a:lnTo>
                  <a:lnTo>
                    <a:pt x="326" y="32"/>
                  </a:lnTo>
                  <a:lnTo>
                    <a:pt x="334" y="40"/>
                  </a:lnTo>
                  <a:lnTo>
                    <a:pt x="343" y="45"/>
                  </a:lnTo>
                  <a:lnTo>
                    <a:pt x="355" y="46"/>
                  </a:lnTo>
                  <a:lnTo>
                    <a:pt x="371" y="51"/>
                  </a:lnTo>
                  <a:lnTo>
                    <a:pt x="387" y="60"/>
                  </a:lnTo>
                  <a:lnTo>
                    <a:pt x="406" y="74"/>
                  </a:lnTo>
                  <a:lnTo>
                    <a:pt x="427" y="87"/>
                  </a:lnTo>
                  <a:lnTo>
                    <a:pt x="445" y="104"/>
                  </a:lnTo>
                  <a:lnTo>
                    <a:pt x="461" y="120"/>
                  </a:lnTo>
                  <a:lnTo>
                    <a:pt x="471" y="136"/>
                  </a:lnTo>
                  <a:lnTo>
                    <a:pt x="483" y="164"/>
                  </a:lnTo>
                  <a:lnTo>
                    <a:pt x="494" y="190"/>
                  </a:lnTo>
                  <a:lnTo>
                    <a:pt x="506" y="218"/>
                  </a:lnTo>
                  <a:lnTo>
                    <a:pt x="512" y="247"/>
                  </a:lnTo>
                  <a:lnTo>
                    <a:pt x="512" y="279"/>
                  </a:lnTo>
                  <a:lnTo>
                    <a:pt x="506" y="311"/>
                  </a:lnTo>
                  <a:lnTo>
                    <a:pt x="499" y="334"/>
                  </a:lnTo>
                  <a:lnTo>
                    <a:pt x="497" y="342"/>
                  </a:lnTo>
                  <a:lnTo>
                    <a:pt x="497" y="362"/>
                  </a:lnTo>
                  <a:lnTo>
                    <a:pt x="496" y="379"/>
                  </a:lnTo>
                  <a:lnTo>
                    <a:pt x="491" y="395"/>
                  </a:lnTo>
                  <a:lnTo>
                    <a:pt x="482" y="412"/>
                  </a:lnTo>
                  <a:lnTo>
                    <a:pt x="468" y="429"/>
                  </a:lnTo>
                  <a:lnTo>
                    <a:pt x="441" y="460"/>
                  </a:lnTo>
                  <a:lnTo>
                    <a:pt x="430" y="472"/>
                  </a:lnTo>
                  <a:lnTo>
                    <a:pt x="424" y="484"/>
                  </a:lnTo>
                  <a:lnTo>
                    <a:pt x="419" y="481"/>
                  </a:lnTo>
                  <a:lnTo>
                    <a:pt x="416" y="472"/>
                  </a:lnTo>
                  <a:lnTo>
                    <a:pt x="410" y="458"/>
                  </a:lnTo>
                  <a:lnTo>
                    <a:pt x="404" y="441"/>
                  </a:lnTo>
                  <a:lnTo>
                    <a:pt x="398" y="426"/>
                  </a:lnTo>
                  <a:lnTo>
                    <a:pt x="392" y="409"/>
                  </a:lnTo>
                  <a:lnTo>
                    <a:pt x="384" y="397"/>
                  </a:lnTo>
                  <a:lnTo>
                    <a:pt x="372" y="375"/>
                  </a:lnTo>
                  <a:lnTo>
                    <a:pt x="367" y="356"/>
                  </a:lnTo>
                  <a:lnTo>
                    <a:pt x="364" y="339"/>
                  </a:lnTo>
                  <a:lnTo>
                    <a:pt x="363" y="325"/>
                  </a:lnTo>
                  <a:lnTo>
                    <a:pt x="358" y="314"/>
                  </a:lnTo>
                  <a:lnTo>
                    <a:pt x="349" y="303"/>
                  </a:lnTo>
                  <a:lnTo>
                    <a:pt x="342" y="293"/>
                  </a:lnTo>
                  <a:lnTo>
                    <a:pt x="337" y="284"/>
                  </a:lnTo>
                  <a:lnTo>
                    <a:pt x="337" y="276"/>
                  </a:lnTo>
                  <a:lnTo>
                    <a:pt x="338" y="273"/>
                  </a:lnTo>
                  <a:lnTo>
                    <a:pt x="338" y="271"/>
                  </a:lnTo>
                  <a:lnTo>
                    <a:pt x="340" y="270"/>
                  </a:lnTo>
                  <a:lnTo>
                    <a:pt x="338" y="270"/>
                  </a:lnTo>
                  <a:lnTo>
                    <a:pt x="329" y="274"/>
                  </a:lnTo>
                  <a:lnTo>
                    <a:pt x="323" y="280"/>
                  </a:lnTo>
                  <a:lnTo>
                    <a:pt x="314" y="287"/>
                  </a:lnTo>
                  <a:lnTo>
                    <a:pt x="302" y="296"/>
                  </a:lnTo>
                  <a:lnTo>
                    <a:pt x="282" y="305"/>
                  </a:lnTo>
                  <a:lnTo>
                    <a:pt x="259" y="313"/>
                  </a:lnTo>
                  <a:lnTo>
                    <a:pt x="232" y="316"/>
                  </a:lnTo>
                  <a:lnTo>
                    <a:pt x="204" y="316"/>
                  </a:lnTo>
                  <a:lnTo>
                    <a:pt x="177" y="314"/>
                  </a:lnTo>
                  <a:lnTo>
                    <a:pt x="155" y="310"/>
                  </a:lnTo>
                  <a:lnTo>
                    <a:pt x="143" y="307"/>
                  </a:lnTo>
                  <a:lnTo>
                    <a:pt x="136" y="303"/>
                  </a:lnTo>
                  <a:lnTo>
                    <a:pt x="125" y="299"/>
                  </a:lnTo>
                  <a:lnTo>
                    <a:pt x="113" y="291"/>
                  </a:lnTo>
                  <a:lnTo>
                    <a:pt x="100" y="282"/>
                  </a:lnTo>
                  <a:lnTo>
                    <a:pt x="90" y="270"/>
                  </a:lnTo>
                  <a:lnTo>
                    <a:pt x="82" y="256"/>
                  </a:lnTo>
                  <a:lnTo>
                    <a:pt x="79" y="238"/>
                  </a:lnTo>
                  <a:lnTo>
                    <a:pt x="82" y="216"/>
                  </a:lnTo>
                  <a:lnTo>
                    <a:pt x="50" y="216"/>
                  </a:lnTo>
                  <a:lnTo>
                    <a:pt x="38" y="213"/>
                  </a:lnTo>
                  <a:lnTo>
                    <a:pt x="24" y="208"/>
                  </a:lnTo>
                  <a:lnTo>
                    <a:pt x="13" y="202"/>
                  </a:lnTo>
                  <a:lnTo>
                    <a:pt x="4" y="192"/>
                  </a:lnTo>
                  <a:lnTo>
                    <a:pt x="0" y="178"/>
                  </a:lnTo>
                  <a:lnTo>
                    <a:pt x="0" y="161"/>
                  </a:lnTo>
                  <a:lnTo>
                    <a:pt x="6" y="133"/>
                  </a:lnTo>
                  <a:lnTo>
                    <a:pt x="13" y="104"/>
                  </a:lnTo>
                  <a:lnTo>
                    <a:pt x="27" y="78"/>
                  </a:lnTo>
                  <a:lnTo>
                    <a:pt x="42" y="55"/>
                  </a:lnTo>
                  <a:lnTo>
                    <a:pt x="62" y="35"/>
                  </a:lnTo>
                  <a:lnTo>
                    <a:pt x="87" y="19"/>
                  </a:lnTo>
                  <a:lnTo>
                    <a:pt x="116" y="8"/>
                  </a:lnTo>
                  <a:lnTo>
                    <a:pt x="149" y="2"/>
                  </a:lnTo>
                  <a:lnTo>
                    <a:pt x="180" y="0"/>
                  </a:lnTo>
                  <a:close/>
                </a:path>
              </a:pathLst>
            </a:custGeom>
            <a:gradFill flip="none" rotWithShape="1">
              <a:gsLst>
                <a:gs pos="0">
                  <a:srgbClr val="64B400">
                    <a:shade val="30000"/>
                    <a:satMod val="115000"/>
                  </a:srgbClr>
                </a:gs>
                <a:gs pos="50000">
                  <a:srgbClr val="64B400">
                    <a:shade val="67500"/>
                    <a:satMod val="115000"/>
                  </a:srgbClr>
                </a:gs>
                <a:gs pos="100000">
                  <a:srgbClr val="64B400">
                    <a:shade val="100000"/>
                    <a:satMod val="115000"/>
                  </a:srgbClr>
                </a:gs>
              </a:gsLst>
              <a:lin ang="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sp>
          <p:nvSpPr>
            <p:cNvPr id="1046" name="Freeform 22"/>
            <p:cNvSpPr>
              <a:spLocks noEditPoints="1"/>
            </p:cNvSpPr>
            <p:nvPr/>
          </p:nvSpPr>
          <p:spPr bwMode="auto">
            <a:xfrm>
              <a:off x="8437563" y="1300163"/>
              <a:ext cx="1166813" cy="4367213"/>
            </a:xfrm>
            <a:custGeom>
              <a:avLst/>
              <a:gdLst/>
              <a:ahLst/>
              <a:cxnLst>
                <a:cxn ang="0">
                  <a:pos x="435" y="1"/>
                </a:cxn>
                <a:cxn ang="0">
                  <a:pos x="572" y="280"/>
                </a:cxn>
                <a:cxn ang="0">
                  <a:pos x="504" y="421"/>
                </a:cxn>
                <a:cxn ang="0">
                  <a:pos x="519" y="904"/>
                </a:cxn>
                <a:cxn ang="0">
                  <a:pos x="490" y="1481"/>
                </a:cxn>
                <a:cxn ang="0">
                  <a:pos x="539" y="1706"/>
                </a:cxn>
                <a:cxn ang="0">
                  <a:pos x="702" y="1887"/>
                </a:cxn>
                <a:cxn ang="0">
                  <a:pos x="705" y="1942"/>
                </a:cxn>
                <a:cxn ang="0">
                  <a:pos x="719" y="2062"/>
                </a:cxn>
                <a:cxn ang="0">
                  <a:pos x="673" y="1912"/>
                </a:cxn>
                <a:cxn ang="0">
                  <a:pos x="531" y="1746"/>
                </a:cxn>
                <a:cxn ang="0">
                  <a:pos x="642" y="2002"/>
                </a:cxn>
                <a:cxn ang="0">
                  <a:pos x="600" y="1959"/>
                </a:cxn>
                <a:cxn ang="0">
                  <a:pos x="551" y="1964"/>
                </a:cxn>
                <a:cxn ang="0">
                  <a:pos x="664" y="2106"/>
                </a:cxn>
                <a:cxn ang="0">
                  <a:pos x="717" y="2229"/>
                </a:cxn>
                <a:cxn ang="0">
                  <a:pos x="620" y="2088"/>
                </a:cxn>
                <a:cxn ang="0">
                  <a:pos x="632" y="2221"/>
                </a:cxn>
                <a:cxn ang="0">
                  <a:pos x="560" y="2039"/>
                </a:cxn>
                <a:cxn ang="0">
                  <a:pos x="526" y="2126"/>
                </a:cxn>
                <a:cxn ang="0">
                  <a:pos x="517" y="2171"/>
                </a:cxn>
                <a:cxn ang="0">
                  <a:pos x="531" y="2281"/>
                </a:cxn>
                <a:cxn ang="0">
                  <a:pos x="569" y="2407"/>
                </a:cxn>
                <a:cxn ang="0">
                  <a:pos x="540" y="2365"/>
                </a:cxn>
                <a:cxn ang="0">
                  <a:pos x="560" y="2471"/>
                </a:cxn>
                <a:cxn ang="0">
                  <a:pos x="514" y="2411"/>
                </a:cxn>
                <a:cxn ang="0">
                  <a:pos x="490" y="2276"/>
                </a:cxn>
                <a:cxn ang="0">
                  <a:pos x="482" y="2482"/>
                </a:cxn>
                <a:cxn ang="0">
                  <a:pos x="464" y="2466"/>
                </a:cxn>
                <a:cxn ang="0">
                  <a:pos x="436" y="2584"/>
                </a:cxn>
                <a:cxn ang="0">
                  <a:pos x="359" y="2521"/>
                </a:cxn>
                <a:cxn ang="0">
                  <a:pos x="145" y="2644"/>
                </a:cxn>
                <a:cxn ang="0">
                  <a:pos x="151" y="2719"/>
                </a:cxn>
                <a:cxn ang="0">
                  <a:pos x="182" y="2541"/>
                </a:cxn>
                <a:cxn ang="0">
                  <a:pos x="417" y="2430"/>
                </a:cxn>
                <a:cxn ang="0">
                  <a:pos x="450" y="2301"/>
                </a:cxn>
                <a:cxn ang="0">
                  <a:pos x="371" y="2327"/>
                </a:cxn>
                <a:cxn ang="0">
                  <a:pos x="296" y="2414"/>
                </a:cxn>
                <a:cxn ang="0">
                  <a:pos x="372" y="2292"/>
                </a:cxn>
                <a:cxn ang="0">
                  <a:pos x="467" y="2129"/>
                </a:cxn>
                <a:cxn ang="0">
                  <a:pos x="320" y="2272"/>
                </a:cxn>
                <a:cxn ang="0">
                  <a:pos x="453" y="2122"/>
                </a:cxn>
                <a:cxn ang="0">
                  <a:pos x="479" y="1953"/>
                </a:cxn>
                <a:cxn ang="0">
                  <a:pos x="285" y="2188"/>
                </a:cxn>
                <a:cxn ang="0">
                  <a:pos x="342" y="2074"/>
                </a:cxn>
                <a:cxn ang="0">
                  <a:pos x="485" y="1887"/>
                </a:cxn>
                <a:cxn ang="0">
                  <a:pos x="363" y="2007"/>
                </a:cxn>
                <a:cxn ang="0">
                  <a:pos x="420" y="1892"/>
                </a:cxn>
                <a:cxn ang="0">
                  <a:pos x="429" y="1782"/>
                </a:cxn>
                <a:cxn ang="0">
                  <a:pos x="290" y="1936"/>
                </a:cxn>
                <a:cxn ang="0">
                  <a:pos x="204" y="2019"/>
                </a:cxn>
                <a:cxn ang="0">
                  <a:pos x="427" y="1742"/>
                </a:cxn>
                <a:cxn ang="0">
                  <a:pos x="468" y="1599"/>
                </a:cxn>
                <a:cxn ang="0">
                  <a:pos x="470" y="1221"/>
                </a:cxn>
                <a:cxn ang="0">
                  <a:pos x="459" y="659"/>
                </a:cxn>
                <a:cxn ang="0">
                  <a:pos x="423" y="366"/>
                </a:cxn>
                <a:cxn ang="0">
                  <a:pos x="169" y="380"/>
                </a:cxn>
                <a:cxn ang="0">
                  <a:pos x="44" y="237"/>
                </a:cxn>
                <a:cxn ang="0">
                  <a:pos x="357" y="239"/>
                </a:cxn>
                <a:cxn ang="0">
                  <a:pos x="420" y="288"/>
                </a:cxn>
                <a:cxn ang="0">
                  <a:pos x="342" y="64"/>
                </a:cxn>
              </a:cxnLst>
              <a:rect l="0" t="0" r="r" b="b"/>
              <a:pathLst>
                <a:path w="735" h="2751">
                  <a:moveTo>
                    <a:pt x="442" y="2600"/>
                  </a:moveTo>
                  <a:lnTo>
                    <a:pt x="444" y="2603"/>
                  </a:lnTo>
                  <a:lnTo>
                    <a:pt x="449" y="2620"/>
                  </a:lnTo>
                  <a:lnTo>
                    <a:pt x="452" y="2632"/>
                  </a:lnTo>
                  <a:lnTo>
                    <a:pt x="452" y="2636"/>
                  </a:lnTo>
                  <a:lnTo>
                    <a:pt x="450" y="2633"/>
                  </a:lnTo>
                  <a:lnTo>
                    <a:pt x="447" y="2624"/>
                  </a:lnTo>
                  <a:lnTo>
                    <a:pt x="444" y="2610"/>
                  </a:lnTo>
                  <a:lnTo>
                    <a:pt x="442" y="2600"/>
                  </a:lnTo>
                  <a:close/>
                  <a:moveTo>
                    <a:pt x="420" y="0"/>
                  </a:moveTo>
                  <a:lnTo>
                    <a:pt x="435" y="1"/>
                  </a:lnTo>
                  <a:lnTo>
                    <a:pt x="455" y="9"/>
                  </a:lnTo>
                  <a:lnTo>
                    <a:pt x="475" y="21"/>
                  </a:lnTo>
                  <a:lnTo>
                    <a:pt x="496" y="38"/>
                  </a:lnTo>
                  <a:lnTo>
                    <a:pt x="517" y="61"/>
                  </a:lnTo>
                  <a:lnTo>
                    <a:pt x="536" y="89"/>
                  </a:lnTo>
                  <a:lnTo>
                    <a:pt x="552" y="119"/>
                  </a:lnTo>
                  <a:lnTo>
                    <a:pt x="565" y="156"/>
                  </a:lnTo>
                  <a:lnTo>
                    <a:pt x="574" y="197"/>
                  </a:lnTo>
                  <a:lnTo>
                    <a:pt x="577" y="230"/>
                  </a:lnTo>
                  <a:lnTo>
                    <a:pt x="575" y="257"/>
                  </a:lnTo>
                  <a:lnTo>
                    <a:pt x="572" y="280"/>
                  </a:lnTo>
                  <a:lnTo>
                    <a:pt x="565" y="297"/>
                  </a:lnTo>
                  <a:lnTo>
                    <a:pt x="557" y="311"/>
                  </a:lnTo>
                  <a:lnTo>
                    <a:pt x="546" y="322"/>
                  </a:lnTo>
                  <a:lnTo>
                    <a:pt x="536" y="329"/>
                  </a:lnTo>
                  <a:lnTo>
                    <a:pt x="525" y="335"/>
                  </a:lnTo>
                  <a:lnTo>
                    <a:pt x="507" y="345"/>
                  </a:lnTo>
                  <a:lnTo>
                    <a:pt x="499" y="348"/>
                  </a:lnTo>
                  <a:lnTo>
                    <a:pt x="494" y="352"/>
                  </a:lnTo>
                  <a:lnTo>
                    <a:pt x="490" y="366"/>
                  </a:lnTo>
                  <a:lnTo>
                    <a:pt x="491" y="381"/>
                  </a:lnTo>
                  <a:lnTo>
                    <a:pt x="504" y="421"/>
                  </a:lnTo>
                  <a:lnTo>
                    <a:pt x="508" y="443"/>
                  </a:lnTo>
                  <a:lnTo>
                    <a:pt x="510" y="459"/>
                  </a:lnTo>
                  <a:lnTo>
                    <a:pt x="511" y="485"/>
                  </a:lnTo>
                  <a:lnTo>
                    <a:pt x="513" y="518"/>
                  </a:lnTo>
                  <a:lnTo>
                    <a:pt x="514" y="553"/>
                  </a:lnTo>
                  <a:lnTo>
                    <a:pt x="516" y="593"/>
                  </a:lnTo>
                  <a:lnTo>
                    <a:pt x="516" y="633"/>
                  </a:lnTo>
                  <a:lnTo>
                    <a:pt x="517" y="671"/>
                  </a:lnTo>
                  <a:lnTo>
                    <a:pt x="517" y="767"/>
                  </a:lnTo>
                  <a:lnTo>
                    <a:pt x="519" y="806"/>
                  </a:lnTo>
                  <a:lnTo>
                    <a:pt x="519" y="904"/>
                  </a:lnTo>
                  <a:lnTo>
                    <a:pt x="520" y="960"/>
                  </a:lnTo>
                  <a:lnTo>
                    <a:pt x="520" y="1183"/>
                  </a:lnTo>
                  <a:lnTo>
                    <a:pt x="519" y="1227"/>
                  </a:lnTo>
                  <a:lnTo>
                    <a:pt x="517" y="1265"/>
                  </a:lnTo>
                  <a:lnTo>
                    <a:pt x="514" y="1313"/>
                  </a:lnTo>
                  <a:lnTo>
                    <a:pt x="508" y="1354"/>
                  </a:lnTo>
                  <a:lnTo>
                    <a:pt x="500" y="1389"/>
                  </a:lnTo>
                  <a:lnTo>
                    <a:pt x="493" y="1418"/>
                  </a:lnTo>
                  <a:lnTo>
                    <a:pt x="488" y="1443"/>
                  </a:lnTo>
                  <a:lnTo>
                    <a:pt x="487" y="1463"/>
                  </a:lnTo>
                  <a:lnTo>
                    <a:pt x="490" y="1481"/>
                  </a:lnTo>
                  <a:lnTo>
                    <a:pt x="496" y="1498"/>
                  </a:lnTo>
                  <a:lnTo>
                    <a:pt x="500" y="1513"/>
                  </a:lnTo>
                  <a:lnTo>
                    <a:pt x="505" y="1527"/>
                  </a:lnTo>
                  <a:lnTo>
                    <a:pt x="510" y="1543"/>
                  </a:lnTo>
                  <a:lnTo>
                    <a:pt x="514" y="1561"/>
                  </a:lnTo>
                  <a:lnTo>
                    <a:pt x="520" y="1587"/>
                  </a:lnTo>
                  <a:lnTo>
                    <a:pt x="526" y="1616"/>
                  </a:lnTo>
                  <a:lnTo>
                    <a:pt x="528" y="1642"/>
                  </a:lnTo>
                  <a:lnTo>
                    <a:pt x="528" y="1696"/>
                  </a:lnTo>
                  <a:lnTo>
                    <a:pt x="533" y="1702"/>
                  </a:lnTo>
                  <a:lnTo>
                    <a:pt x="539" y="1706"/>
                  </a:lnTo>
                  <a:lnTo>
                    <a:pt x="548" y="1711"/>
                  </a:lnTo>
                  <a:lnTo>
                    <a:pt x="558" y="1717"/>
                  </a:lnTo>
                  <a:lnTo>
                    <a:pt x="572" y="1726"/>
                  </a:lnTo>
                  <a:lnTo>
                    <a:pt x="591" y="1740"/>
                  </a:lnTo>
                  <a:lnTo>
                    <a:pt x="612" y="1757"/>
                  </a:lnTo>
                  <a:lnTo>
                    <a:pt x="638" y="1782"/>
                  </a:lnTo>
                  <a:lnTo>
                    <a:pt x="658" y="1806"/>
                  </a:lnTo>
                  <a:lnTo>
                    <a:pt x="671" y="1829"/>
                  </a:lnTo>
                  <a:lnTo>
                    <a:pt x="684" y="1852"/>
                  </a:lnTo>
                  <a:lnTo>
                    <a:pt x="694" y="1872"/>
                  </a:lnTo>
                  <a:lnTo>
                    <a:pt x="702" y="1887"/>
                  </a:lnTo>
                  <a:lnTo>
                    <a:pt x="710" y="1899"/>
                  </a:lnTo>
                  <a:lnTo>
                    <a:pt x="722" y="1921"/>
                  </a:lnTo>
                  <a:lnTo>
                    <a:pt x="731" y="1935"/>
                  </a:lnTo>
                  <a:lnTo>
                    <a:pt x="735" y="1944"/>
                  </a:lnTo>
                  <a:lnTo>
                    <a:pt x="735" y="1950"/>
                  </a:lnTo>
                  <a:lnTo>
                    <a:pt x="732" y="1953"/>
                  </a:lnTo>
                  <a:lnTo>
                    <a:pt x="726" y="1955"/>
                  </a:lnTo>
                  <a:lnTo>
                    <a:pt x="719" y="1953"/>
                  </a:lnTo>
                  <a:lnTo>
                    <a:pt x="713" y="1950"/>
                  </a:lnTo>
                  <a:lnTo>
                    <a:pt x="706" y="1945"/>
                  </a:lnTo>
                  <a:lnTo>
                    <a:pt x="705" y="1942"/>
                  </a:lnTo>
                  <a:lnTo>
                    <a:pt x="702" y="1939"/>
                  </a:lnTo>
                  <a:lnTo>
                    <a:pt x="702" y="1936"/>
                  </a:lnTo>
                  <a:lnTo>
                    <a:pt x="700" y="1933"/>
                  </a:lnTo>
                  <a:lnTo>
                    <a:pt x="700" y="1936"/>
                  </a:lnTo>
                  <a:lnTo>
                    <a:pt x="699" y="1942"/>
                  </a:lnTo>
                  <a:lnTo>
                    <a:pt x="699" y="1971"/>
                  </a:lnTo>
                  <a:lnTo>
                    <a:pt x="702" y="1993"/>
                  </a:lnTo>
                  <a:lnTo>
                    <a:pt x="706" y="2014"/>
                  </a:lnTo>
                  <a:lnTo>
                    <a:pt x="711" y="2034"/>
                  </a:lnTo>
                  <a:lnTo>
                    <a:pt x="716" y="2051"/>
                  </a:lnTo>
                  <a:lnTo>
                    <a:pt x="719" y="2062"/>
                  </a:lnTo>
                  <a:lnTo>
                    <a:pt x="720" y="2066"/>
                  </a:lnTo>
                  <a:lnTo>
                    <a:pt x="719" y="2065"/>
                  </a:lnTo>
                  <a:lnTo>
                    <a:pt x="713" y="2057"/>
                  </a:lnTo>
                  <a:lnTo>
                    <a:pt x="705" y="2047"/>
                  </a:lnTo>
                  <a:lnTo>
                    <a:pt x="697" y="2031"/>
                  </a:lnTo>
                  <a:lnTo>
                    <a:pt x="690" y="2013"/>
                  </a:lnTo>
                  <a:lnTo>
                    <a:pt x="685" y="1998"/>
                  </a:lnTo>
                  <a:lnTo>
                    <a:pt x="682" y="1979"/>
                  </a:lnTo>
                  <a:lnTo>
                    <a:pt x="681" y="1959"/>
                  </a:lnTo>
                  <a:lnTo>
                    <a:pt x="677" y="1938"/>
                  </a:lnTo>
                  <a:lnTo>
                    <a:pt x="673" y="1912"/>
                  </a:lnTo>
                  <a:lnTo>
                    <a:pt x="664" y="1884"/>
                  </a:lnTo>
                  <a:lnTo>
                    <a:pt x="652" y="1854"/>
                  </a:lnTo>
                  <a:lnTo>
                    <a:pt x="635" y="1824"/>
                  </a:lnTo>
                  <a:lnTo>
                    <a:pt x="616" y="1801"/>
                  </a:lnTo>
                  <a:lnTo>
                    <a:pt x="597" y="1782"/>
                  </a:lnTo>
                  <a:lnTo>
                    <a:pt x="578" y="1768"/>
                  </a:lnTo>
                  <a:lnTo>
                    <a:pt x="562" y="1757"/>
                  </a:lnTo>
                  <a:lnTo>
                    <a:pt x="549" y="1749"/>
                  </a:lnTo>
                  <a:lnTo>
                    <a:pt x="537" y="1743"/>
                  </a:lnTo>
                  <a:lnTo>
                    <a:pt x="533" y="1743"/>
                  </a:lnTo>
                  <a:lnTo>
                    <a:pt x="531" y="1746"/>
                  </a:lnTo>
                  <a:lnTo>
                    <a:pt x="531" y="1814"/>
                  </a:lnTo>
                  <a:lnTo>
                    <a:pt x="533" y="1835"/>
                  </a:lnTo>
                  <a:lnTo>
                    <a:pt x="537" y="1852"/>
                  </a:lnTo>
                  <a:lnTo>
                    <a:pt x="545" y="1866"/>
                  </a:lnTo>
                  <a:lnTo>
                    <a:pt x="558" y="1880"/>
                  </a:lnTo>
                  <a:lnTo>
                    <a:pt x="569" y="1889"/>
                  </a:lnTo>
                  <a:lnTo>
                    <a:pt x="583" y="1903"/>
                  </a:lnTo>
                  <a:lnTo>
                    <a:pt x="598" y="1921"/>
                  </a:lnTo>
                  <a:lnTo>
                    <a:pt x="616" y="1945"/>
                  </a:lnTo>
                  <a:lnTo>
                    <a:pt x="633" y="1975"/>
                  </a:lnTo>
                  <a:lnTo>
                    <a:pt x="642" y="2002"/>
                  </a:lnTo>
                  <a:lnTo>
                    <a:pt x="647" y="2027"/>
                  </a:lnTo>
                  <a:lnTo>
                    <a:pt x="649" y="2047"/>
                  </a:lnTo>
                  <a:lnTo>
                    <a:pt x="647" y="2060"/>
                  </a:lnTo>
                  <a:lnTo>
                    <a:pt x="647" y="2065"/>
                  </a:lnTo>
                  <a:lnTo>
                    <a:pt x="642" y="2051"/>
                  </a:lnTo>
                  <a:lnTo>
                    <a:pt x="636" y="2036"/>
                  </a:lnTo>
                  <a:lnTo>
                    <a:pt x="630" y="2019"/>
                  </a:lnTo>
                  <a:lnTo>
                    <a:pt x="623" y="2002"/>
                  </a:lnTo>
                  <a:lnTo>
                    <a:pt x="616" y="1987"/>
                  </a:lnTo>
                  <a:lnTo>
                    <a:pt x="606" y="1965"/>
                  </a:lnTo>
                  <a:lnTo>
                    <a:pt x="600" y="1959"/>
                  </a:lnTo>
                  <a:lnTo>
                    <a:pt x="594" y="1952"/>
                  </a:lnTo>
                  <a:lnTo>
                    <a:pt x="586" y="1941"/>
                  </a:lnTo>
                  <a:lnTo>
                    <a:pt x="575" y="1927"/>
                  </a:lnTo>
                  <a:lnTo>
                    <a:pt x="558" y="1907"/>
                  </a:lnTo>
                  <a:lnTo>
                    <a:pt x="545" y="1898"/>
                  </a:lnTo>
                  <a:lnTo>
                    <a:pt x="534" y="1893"/>
                  </a:lnTo>
                  <a:lnTo>
                    <a:pt x="531" y="1896"/>
                  </a:lnTo>
                  <a:lnTo>
                    <a:pt x="533" y="1907"/>
                  </a:lnTo>
                  <a:lnTo>
                    <a:pt x="536" y="1924"/>
                  </a:lnTo>
                  <a:lnTo>
                    <a:pt x="543" y="1947"/>
                  </a:lnTo>
                  <a:lnTo>
                    <a:pt x="551" y="1964"/>
                  </a:lnTo>
                  <a:lnTo>
                    <a:pt x="562" y="1984"/>
                  </a:lnTo>
                  <a:lnTo>
                    <a:pt x="574" y="2005"/>
                  </a:lnTo>
                  <a:lnTo>
                    <a:pt x="586" y="2024"/>
                  </a:lnTo>
                  <a:lnTo>
                    <a:pt x="598" y="2039"/>
                  </a:lnTo>
                  <a:lnTo>
                    <a:pt x="610" y="2051"/>
                  </a:lnTo>
                  <a:lnTo>
                    <a:pt x="621" y="2059"/>
                  </a:lnTo>
                  <a:lnTo>
                    <a:pt x="630" y="2065"/>
                  </a:lnTo>
                  <a:lnTo>
                    <a:pt x="641" y="2071"/>
                  </a:lnTo>
                  <a:lnTo>
                    <a:pt x="650" y="2082"/>
                  </a:lnTo>
                  <a:lnTo>
                    <a:pt x="658" y="2094"/>
                  </a:lnTo>
                  <a:lnTo>
                    <a:pt x="664" y="2106"/>
                  </a:lnTo>
                  <a:lnTo>
                    <a:pt x="670" y="2117"/>
                  </a:lnTo>
                  <a:lnTo>
                    <a:pt x="676" y="2132"/>
                  </a:lnTo>
                  <a:lnTo>
                    <a:pt x="682" y="2154"/>
                  </a:lnTo>
                  <a:lnTo>
                    <a:pt x="688" y="2178"/>
                  </a:lnTo>
                  <a:lnTo>
                    <a:pt x="693" y="2191"/>
                  </a:lnTo>
                  <a:lnTo>
                    <a:pt x="700" y="2201"/>
                  </a:lnTo>
                  <a:lnTo>
                    <a:pt x="706" y="2212"/>
                  </a:lnTo>
                  <a:lnTo>
                    <a:pt x="714" y="2221"/>
                  </a:lnTo>
                  <a:lnTo>
                    <a:pt x="719" y="2227"/>
                  </a:lnTo>
                  <a:lnTo>
                    <a:pt x="720" y="2230"/>
                  </a:lnTo>
                  <a:lnTo>
                    <a:pt x="717" y="2229"/>
                  </a:lnTo>
                  <a:lnTo>
                    <a:pt x="708" y="2223"/>
                  </a:lnTo>
                  <a:lnTo>
                    <a:pt x="700" y="2218"/>
                  </a:lnTo>
                  <a:lnTo>
                    <a:pt x="691" y="2210"/>
                  </a:lnTo>
                  <a:lnTo>
                    <a:pt x="684" y="2198"/>
                  </a:lnTo>
                  <a:lnTo>
                    <a:pt x="674" y="2180"/>
                  </a:lnTo>
                  <a:lnTo>
                    <a:pt x="667" y="2160"/>
                  </a:lnTo>
                  <a:lnTo>
                    <a:pt x="661" y="2146"/>
                  </a:lnTo>
                  <a:lnTo>
                    <a:pt x="655" y="2134"/>
                  </a:lnTo>
                  <a:lnTo>
                    <a:pt x="639" y="2109"/>
                  </a:lnTo>
                  <a:lnTo>
                    <a:pt x="629" y="2096"/>
                  </a:lnTo>
                  <a:lnTo>
                    <a:pt x="620" y="2088"/>
                  </a:lnTo>
                  <a:lnTo>
                    <a:pt x="613" y="2086"/>
                  </a:lnTo>
                  <a:lnTo>
                    <a:pt x="612" y="2089"/>
                  </a:lnTo>
                  <a:lnTo>
                    <a:pt x="612" y="2112"/>
                  </a:lnTo>
                  <a:lnTo>
                    <a:pt x="613" y="2135"/>
                  </a:lnTo>
                  <a:lnTo>
                    <a:pt x="615" y="2146"/>
                  </a:lnTo>
                  <a:lnTo>
                    <a:pt x="621" y="2171"/>
                  </a:lnTo>
                  <a:lnTo>
                    <a:pt x="626" y="2184"/>
                  </a:lnTo>
                  <a:lnTo>
                    <a:pt x="629" y="2198"/>
                  </a:lnTo>
                  <a:lnTo>
                    <a:pt x="632" y="2209"/>
                  </a:lnTo>
                  <a:lnTo>
                    <a:pt x="633" y="2217"/>
                  </a:lnTo>
                  <a:lnTo>
                    <a:pt x="632" y="2221"/>
                  </a:lnTo>
                  <a:lnTo>
                    <a:pt x="629" y="2220"/>
                  </a:lnTo>
                  <a:lnTo>
                    <a:pt x="623" y="2214"/>
                  </a:lnTo>
                  <a:lnTo>
                    <a:pt x="609" y="2194"/>
                  </a:lnTo>
                  <a:lnTo>
                    <a:pt x="600" y="2171"/>
                  </a:lnTo>
                  <a:lnTo>
                    <a:pt x="595" y="2149"/>
                  </a:lnTo>
                  <a:lnTo>
                    <a:pt x="594" y="2128"/>
                  </a:lnTo>
                  <a:lnTo>
                    <a:pt x="591" y="2109"/>
                  </a:lnTo>
                  <a:lnTo>
                    <a:pt x="586" y="2091"/>
                  </a:lnTo>
                  <a:lnTo>
                    <a:pt x="580" y="2074"/>
                  </a:lnTo>
                  <a:lnTo>
                    <a:pt x="571" y="2057"/>
                  </a:lnTo>
                  <a:lnTo>
                    <a:pt x="560" y="2039"/>
                  </a:lnTo>
                  <a:lnTo>
                    <a:pt x="542" y="2008"/>
                  </a:lnTo>
                  <a:lnTo>
                    <a:pt x="536" y="1998"/>
                  </a:lnTo>
                  <a:lnTo>
                    <a:pt x="529" y="1990"/>
                  </a:lnTo>
                  <a:lnTo>
                    <a:pt x="528" y="1988"/>
                  </a:lnTo>
                  <a:lnTo>
                    <a:pt x="528" y="1994"/>
                  </a:lnTo>
                  <a:lnTo>
                    <a:pt x="526" y="2005"/>
                  </a:lnTo>
                  <a:lnTo>
                    <a:pt x="525" y="2022"/>
                  </a:lnTo>
                  <a:lnTo>
                    <a:pt x="523" y="2040"/>
                  </a:lnTo>
                  <a:lnTo>
                    <a:pt x="522" y="2060"/>
                  </a:lnTo>
                  <a:lnTo>
                    <a:pt x="523" y="2094"/>
                  </a:lnTo>
                  <a:lnTo>
                    <a:pt x="526" y="2126"/>
                  </a:lnTo>
                  <a:lnTo>
                    <a:pt x="534" y="2160"/>
                  </a:lnTo>
                  <a:lnTo>
                    <a:pt x="539" y="2177"/>
                  </a:lnTo>
                  <a:lnTo>
                    <a:pt x="539" y="2189"/>
                  </a:lnTo>
                  <a:lnTo>
                    <a:pt x="536" y="2197"/>
                  </a:lnTo>
                  <a:lnTo>
                    <a:pt x="534" y="2201"/>
                  </a:lnTo>
                  <a:lnTo>
                    <a:pt x="533" y="2203"/>
                  </a:lnTo>
                  <a:lnTo>
                    <a:pt x="531" y="2192"/>
                  </a:lnTo>
                  <a:lnTo>
                    <a:pt x="528" y="2183"/>
                  </a:lnTo>
                  <a:lnTo>
                    <a:pt x="525" y="2175"/>
                  </a:lnTo>
                  <a:lnTo>
                    <a:pt x="520" y="2171"/>
                  </a:lnTo>
                  <a:lnTo>
                    <a:pt x="517" y="2171"/>
                  </a:lnTo>
                  <a:lnTo>
                    <a:pt x="516" y="2175"/>
                  </a:lnTo>
                  <a:lnTo>
                    <a:pt x="514" y="2186"/>
                  </a:lnTo>
                  <a:lnTo>
                    <a:pt x="510" y="2198"/>
                  </a:lnTo>
                  <a:lnTo>
                    <a:pt x="507" y="2210"/>
                  </a:lnTo>
                  <a:lnTo>
                    <a:pt x="502" y="2221"/>
                  </a:lnTo>
                  <a:lnTo>
                    <a:pt x="500" y="2227"/>
                  </a:lnTo>
                  <a:lnTo>
                    <a:pt x="502" y="2235"/>
                  </a:lnTo>
                  <a:lnTo>
                    <a:pt x="508" y="2243"/>
                  </a:lnTo>
                  <a:lnTo>
                    <a:pt x="516" y="2255"/>
                  </a:lnTo>
                  <a:lnTo>
                    <a:pt x="525" y="2270"/>
                  </a:lnTo>
                  <a:lnTo>
                    <a:pt x="531" y="2281"/>
                  </a:lnTo>
                  <a:lnTo>
                    <a:pt x="536" y="2289"/>
                  </a:lnTo>
                  <a:lnTo>
                    <a:pt x="537" y="2295"/>
                  </a:lnTo>
                  <a:lnTo>
                    <a:pt x="543" y="2310"/>
                  </a:lnTo>
                  <a:lnTo>
                    <a:pt x="548" y="2321"/>
                  </a:lnTo>
                  <a:lnTo>
                    <a:pt x="549" y="2330"/>
                  </a:lnTo>
                  <a:lnTo>
                    <a:pt x="551" y="2338"/>
                  </a:lnTo>
                  <a:lnTo>
                    <a:pt x="552" y="2348"/>
                  </a:lnTo>
                  <a:lnTo>
                    <a:pt x="555" y="2359"/>
                  </a:lnTo>
                  <a:lnTo>
                    <a:pt x="560" y="2371"/>
                  </a:lnTo>
                  <a:lnTo>
                    <a:pt x="565" y="2387"/>
                  </a:lnTo>
                  <a:lnTo>
                    <a:pt x="569" y="2407"/>
                  </a:lnTo>
                  <a:lnTo>
                    <a:pt x="571" y="2413"/>
                  </a:lnTo>
                  <a:lnTo>
                    <a:pt x="572" y="2417"/>
                  </a:lnTo>
                  <a:lnTo>
                    <a:pt x="572" y="2423"/>
                  </a:lnTo>
                  <a:lnTo>
                    <a:pt x="571" y="2423"/>
                  </a:lnTo>
                  <a:lnTo>
                    <a:pt x="568" y="2420"/>
                  </a:lnTo>
                  <a:lnTo>
                    <a:pt x="566" y="2417"/>
                  </a:lnTo>
                  <a:lnTo>
                    <a:pt x="563" y="2414"/>
                  </a:lnTo>
                  <a:lnTo>
                    <a:pt x="554" y="2400"/>
                  </a:lnTo>
                  <a:lnTo>
                    <a:pt x="551" y="2394"/>
                  </a:lnTo>
                  <a:lnTo>
                    <a:pt x="545" y="2379"/>
                  </a:lnTo>
                  <a:lnTo>
                    <a:pt x="540" y="2365"/>
                  </a:lnTo>
                  <a:lnTo>
                    <a:pt x="539" y="2354"/>
                  </a:lnTo>
                  <a:lnTo>
                    <a:pt x="537" y="2348"/>
                  </a:lnTo>
                  <a:lnTo>
                    <a:pt x="536" y="2359"/>
                  </a:lnTo>
                  <a:lnTo>
                    <a:pt x="534" y="2379"/>
                  </a:lnTo>
                  <a:lnTo>
                    <a:pt x="533" y="2407"/>
                  </a:lnTo>
                  <a:lnTo>
                    <a:pt x="534" y="2422"/>
                  </a:lnTo>
                  <a:lnTo>
                    <a:pt x="537" y="2431"/>
                  </a:lnTo>
                  <a:lnTo>
                    <a:pt x="542" y="2439"/>
                  </a:lnTo>
                  <a:lnTo>
                    <a:pt x="548" y="2446"/>
                  </a:lnTo>
                  <a:lnTo>
                    <a:pt x="555" y="2459"/>
                  </a:lnTo>
                  <a:lnTo>
                    <a:pt x="560" y="2471"/>
                  </a:lnTo>
                  <a:lnTo>
                    <a:pt x="563" y="2485"/>
                  </a:lnTo>
                  <a:lnTo>
                    <a:pt x="565" y="2498"/>
                  </a:lnTo>
                  <a:lnTo>
                    <a:pt x="565" y="2517"/>
                  </a:lnTo>
                  <a:lnTo>
                    <a:pt x="563" y="2517"/>
                  </a:lnTo>
                  <a:lnTo>
                    <a:pt x="562" y="2511"/>
                  </a:lnTo>
                  <a:lnTo>
                    <a:pt x="557" y="2498"/>
                  </a:lnTo>
                  <a:lnTo>
                    <a:pt x="545" y="2480"/>
                  </a:lnTo>
                  <a:lnTo>
                    <a:pt x="537" y="2468"/>
                  </a:lnTo>
                  <a:lnTo>
                    <a:pt x="528" y="2449"/>
                  </a:lnTo>
                  <a:lnTo>
                    <a:pt x="519" y="2430"/>
                  </a:lnTo>
                  <a:lnTo>
                    <a:pt x="514" y="2411"/>
                  </a:lnTo>
                  <a:lnTo>
                    <a:pt x="511" y="2397"/>
                  </a:lnTo>
                  <a:lnTo>
                    <a:pt x="513" y="2382"/>
                  </a:lnTo>
                  <a:lnTo>
                    <a:pt x="516" y="2367"/>
                  </a:lnTo>
                  <a:lnTo>
                    <a:pt x="519" y="2348"/>
                  </a:lnTo>
                  <a:lnTo>
                    <a:pt x="520" y="2333"/>
                  </a:lnTo>
                  <a:lnTo>
                    <a:pt x="517" y="2321"/>
                  </a:lnTo>
                  <a:lnTo>
                    <a:pt x="511" y="2309"/>
                  </a:lnTo>
                  <a:lnTo>
                    <a:pt x="499" y="2290"/>
                  </a:lnTo>
                  <a:lnTo>
                    <a:pt x="494" y="2282"/>
                  </a:lnTo>
                  <a:lnTo>
                    <a:pt x="491" y="2278"/>
                  </a:lnTo>
                  <a:lnTo>
                    <a:pt x="490" y="2276"/>
                  </a:lnTo>
                  <a:lnTo>
                    <a:pt x="490" y="2282"/>
                  </a:lnTo>
                  <a:lnTo>
                    <a:pt x="488" y="2295"/>
                  </a:lnTo>
                  <a:lnTo>
                    <a:pt x="487" y="2310"/>
                  </a:lnTo>
                  <a:lnTo>
                    <a:pt x="485" y="2328"/>
                  </a:lnTo>
                  <a:lnTo>
                    <a:pt x="482" y="2351"/>
                  </a:lnTo>
                  <a:lnTo>
                    <a:pt x="481" y="2377"/>
                  </a:lnTo>
                  <a:lnTo>
                    <a:pt x="478" y="2407"/>
                  </a:lnTo>
                  <a:lnTo>
                    <a:pt x="476" y="2422"/>
                  </a:lnTo>
                  <a:lnTo>
                    <a:pt x="476" y="2448"/>
                  </a:lnTo>
                  <a:lnTo>
                    <a:pt x="479" y="2469"/>
                  </a:lnTo>
                  <a:lnTo>
                    <a:pt x="482" y="2482"/>
                  </a:lnTo>
                  <a:lnTo>
                    <a:pt x="487" y="2494"/>
                  </a:lnTo>
                  <a:lnTo>
                    <a:pt x="490" y="2503"/>
                  </a:lnTo>
                  <a:lnTo>
                    <a:pt x="493" y="2509"/>
                  </a:lnTo>
                  <a:lnTo>
                    <a:pt x="488" y="2502"/>
                  </a:lnTo>
                  <a:lnTo>
                    <a:pt x="481" y="2489"/>
                  </a:lnTo>
                  <a:lnTo>
                    <a:pt x="475" y="2474"/>
                  </a:lnTo>
                  <a:lnTo>
                    <a:pt x="471" y="2469"/>
                  </a:lnTo>
                  <a:lnTo>
                    <a:pt x="470" y="2466"/>
                  </a:lnTo>
                  <a:lnTo>
                    <a:pt x="467" y="2465"/>
                  </a:lnTo>
                  <a:lnTo>
                    <a:pt x="465" y="2465"/>
                  </a:lnTo>
                  <a:lnTo>
                    <a:pt x="464" y="2466"/>
                  </a:lnTo>
                  <a:lnTo>
                    <a:pt x="461" y="2472"/>
                  </a:lnTo>
                  <a:lnTo>
                    <a:pt x="456" y="2483"/>
                  </a:lnTo>
                  <a:lnTo>
                    <a:pt x="450" y="2497"/>
                  </a:lnTo>
                  <a:lnTo>
                    <a:pt x="439" y="2514"/>
                  </a:lnTo>
                  <a:lnTo>
                    <a:pt x="432" y="2528"/>
                  </a:lnTo>
                  <a:lnTo>
                    <a:pt x="432" y="2543"/>
                  </a:lnTo>
                  <a:lnTo>
                    <a:pt x="435" y="2560"/>
                  </a:lnTo>
                  <a:lnTo>
                    <a:pt x="439" y="2580"/>
                  </a:lnTo>
                  <a:lnTo>
                    <a:pt x="442" y="2595"/>
                  </a:lnTo>
                  <a:lnTo>
                    <a:pt x="442" y="2600"/>
                  </a:lnTo>
                  <a:lnTo>
                    <a:pt x="436" y="2584"/>
                  </a:lnTo>
                  <a:lnTo>
                    <a:pt x="427" y="2566"/>
                  </a:lnTo>
                  <a:lnTo>
                    <a:pt x="423" y="2548"/>
                  </a:lnTo>
                  <a:lnTo>
                    <a:pt x="420" y="2531"/>
                  </a:lnTo>
                  <a:lnTo>
                    <a:pt x="420" y="2506"/>
                  </a:lnTo>
                  <a:lnTo>
                    <a:pt x="418" y="2505"/>
                  </a:lnTo>
                  <a:lnTo>
                    <a:pt x="415" y="2505"/>
                  </a:lnTo>
                  <a:lnTo>
                    <a:pt x="412" y="2506"/>
                  </a:lnTo>
                  <a:lnTo>
                    <a:pt x="407" y="2508"/>
                  </a:lnTo>
                  <a:lnTo>
                    <a:pt x="397" y="2511"/>
                  </a:lnTo>
                  <a:lnTo>
                    <a:pt x="378" y="2515"/>
                  </a:lnTo>
                  <a:lnTo>
                    <a:pt x="359" y="2521"/>
                  </a:lnTo>
                  <a:lnTo>
                    <a:pt x="336" y="2526"/>
                  </a:lnTo>
                  <a:lnTo>
                    <a:pt x="316" y="2531"/>
                  </a:lnTo>
                  <a:lnTo>
                    <a:pt x="297" y="2534"/>
                  </a:lnTo>
                  <a:lnTo>
                    <a:pt x="272" y="2540"/>
                  </a:lnTo>
                  <a:lnTo>
                    <a:pt x="244" y="2551"/>
                  </a:lnTo>
                  <a:lnTo>
                    <a:pt x="212" y="2564"/>
                  </a:lnTo>
                  <a:lnTo>
                    <a:pt x="180" y="2583"/>
                  </a:lnTo>
                  <a:lnTo>
                    <a:pt x="160" y="2598"/>
                  </a:lnTo>
                  <a:lnTo>
                    <a:pt x="148" y="2613"/>
                  </a:lnTo>
                  <a:lnTo>
                    <a:pt x="142" y="2629"/>
                  </a:lnTo>
                  <a:lnTo>
                    <a:pt x="145" y="2644"/>
                  </a:lnTo>
                  <a:lnTo>
                    <a:pt x="153" y="2664"/>
                  </a:lnTo>
                  <a:lnTo>
                    <a:pt x="159" y="2678"/>
                  </a:lnTo>
                  <a:lnTo>
                    <a:pt x="163" y="2693"/>
                  </a:lnTo>
                  <a:lnTo>
                    <a:pt x="168" y="2710"/>
                  </a:lnTo>
                  <a:lnTo>
                    <a:pt x="169" y="2725"/>
                  </a:lnTo>
                  <a:lnTo>
                    <a:pt x="171" y="2737"/>
                  </a:lnTo>
                  <a:lnTo>
                    <a:pt x="171" y="2747"/>
                  </a:lnTo>
                  <a:lnTo>
                    <a:pt x="169" y="2751"/>
                  </a:lnTo>
                  <a:lnTo>
                    <a:pt x="165" y="2748"/>
                  </a:lnTo>
                  <a:lnTo>
                    <a:pt x="160" y="2737"/>
                  </a:lnTo>
                  <a:lnTo>
                    <a:pt x="151" y="2719"/>
                  </a:lnTo>
                  <a:lnTo>
                    <a:pt x="142" y="2704"/>
                  </a:lnTo>
                  <a:lnTo>
                    <a:pt x="133" y="2690"/>
                  </a:lnTo>
                  <a:lnTo>
                    <a:pt x="124" y="2678"/>
                  </a:lnTo>
                  <a:lnTo>
                    <a:pt x="116" y="2664"/>
                  </a:lnTo>
                  <a:lnTo>
                    <a:pt x="113" y="2647"/>
                  </a:lnTo>
                  <a:lnTo>
                    <a:pt x="111" y="2629"/>
                  </a:lnTo>
                  <a:lnTo>
                    <a:pt x="116" y="2606"/>
                  </a:lnTo>
                  <a:lnTo>
                    <a:pt x="124" y="2587"/>
                  </a:lnTo>
                  <a:lnTo>
                    <a:pt x="137" y="2572"/>
                  </a:lnTo>
                  <a:lnTo>
                    <a:pt x="157" y="2557"/>
                  </a:lnTo>
                  <a:lnTo>
                    <a:pt x="182" y="2541"/>
                  </a:lnTo>
                  <a:lnTo>
                    <a:pt x="212" y="2525"/>
                  </a:lnTo>
                  <a:lnTo>
                    <a:pt x="252" y="2506"/>
                  </a:lnTo>
                  <a:lnTo>
                    <a:pt x="287" y="2494"/>
                  </a:lnTo>
                  <a:lnTo>
                    <a:pt x="320" y="2483"/>
                  </a:lnTo>
                  <a:lnTo>
                    <a:pt x="381" y="2468"/>
                  </a:lnTo>
                  <a:lnTo>
                    <a:pt x="401" y="2460"/>
                  </a:lnTo>
                  <a:lnTo>
                    <a:pt x="412" y="2453"/>
                  </a:lnTo>
                  <a:lnTo>
                    <a:pt x="418" y="2445"/>
                  </a:lnTo>
                  <a:lnTo>
                    <a:pt x="420" y="2437"/>
                  </a:lnTo>
                  <a:lnTo>
                    <a:pt x="418" y="2433"/>
                  </a:lnTo>
                  <a:lnTo>
                    <a:pt x="417" y="2430"/>
                  </a:lnTo>
                  <a:lnTo>
                    <a:pt x="415" y="2428"/>
                  </a:lnTo>
                  <a:lnTo>
                    <a:pt x="409" y="2425"/>
                  </a:lnTo>
                  <a:lnTo>
                    <a:pt x="406" y="2422"/>
                  </a:lnTo>
                  <a:lnTo>
                    <a:pt x="403" y="2416"/>
                  </a:lnTo>
                  <a:lnTo>
                    <a:pt x="406" y="2410"/>
                  </a:lnTo>
                  <a:lnTo>
                    <a:pt x="412" y="2400"/>
                  </a:lnTo>
                  <a:lnTo>
                    <a:pt x="420" y="2387"/>
                  </a:lnTo>
                  <a:lnTo>
                    <a:pt x="429" y="2370"/>
                  </a:lnTo>
                  <a:lnTo>
                    <a:pt x="438" y="2348"/>
                  </a:lnTo>
                  <a:lnTo>
                    <a:pt x="444" y="2325"/>
                  </a:lnTo>
                  <a:lnTo>
                    <a:pt x="450" y="2301"/>
                  </a:lnTo>
                  <a:lnTo>
                    <a:pt x="450" y="2287"/>
                  </a:lnTo>
                  <a:lnTo>
                    <a:pt x="449" y="2276"/>
                  </a:lnTo>
                  <a:lnTo>
                    <a:pt x="444" y="2270"/>
                  </a:lnTo>
                  <a:lnTo>
                    <a:pt x="441" y="2266"/>
                  </a:lnTo>
                  <a:lnTo>
                    <a:pt x="439" y="2264"/>
                  </a:lnTo>
                  <a:lnTo>
                    <a:pt x="436" y="2267"/>
                  </a:lnTo>
                  <a:lnTo>
                    <a:pt x="429" y="2273"/>
                  </a:lnTo>
                  <a:lnTo>
                    <a:pt x="418" y="2281"/>
                  </a:lnTo>
                  <a:lnTo>
                    <a:pt x="394" y="2299"/>
                  </a:lnTo>
                  <a:lnTo>
                    <a:pt x="383" y="2312"/>
                  </a:lnTo>
                  <a:lnTo>
                    <a:pt x="371" y="2327"/>
                  </a:lnTo>
                  <a:lnTo>
                    <a:pt x="360" y="2350"/>
                  </a:lnTo>
                  <a:lnTo>
                    <a:pt x="348" y="2371"/>
                  </a:lnTo>
                  <a:lnTo>
                    <a:pt x="339" y="2387"/>
                  </a:lnTo>
                  <a:lnTo>
                    <a:pt x="330" y="2397"/>
                  </a:lnTo>
                  <a:lnTo>
                    <a:pt x="320" y="2410"/>
                  </a:lnTo>
                  <a:lnTo>
                    <a:pt x="311" y="2420"/>
                  </a:lnTo>
                  <a:lnTo>
                    <a:pt x="304" y="2426"/>
                  </a:lnTo>
                  <a:lnTo>
                    <a:pt x="296" y="2430"/>
                  </a:lnTo>
                  <a:lnTo>
                    <a:pt x="291" y="2428"/>
                  </a:lnTo>
                  <a:lnTo>
                    <a:pt x="291" y="2423"/>
                  </a:lnTo>
                  <a:lnTo>
                    <a:pt x="296" y="2414"/>
                  </a:lnTo>
                  <a:lnTo>
                    <a:pt x="304" y="2404"/>
                  </a:lnTo>
                  <a:lnTo>
                    <a:pt x="313" y="2391"/>
                  </a:lnTo>
                  <a:lnTo>
                    <a:pt x="319" y="2382"/>
                  </a:lnTo>
                  <a:lnTo>
                    <a:pt x="322" y="2374"/>
                  </a:lnTo>
                  <a:lnTo>
                    <a:pt x="326" y="2365"/>
                  </a:lnTo>
                  <a:lnTo>
                    <a:pt x="331" y="2353"/>
                  </a:lnTo>
                  <a:lnTo>
                    <a:pt x="337" y="2336"/>
                  </a:lnTo>
                  <a:lnTo>
                    <a:pt x="345" y="2321"/>
                  </a:lnTo>
                  <a:lnTo>
                    <a:pt x="352" y="2310"/>
                  </a:lnTo>
                  <a:lnTo>
                    <a:pt x="360" y="2301"/>
                  </a:lnTo>
                  <a:lnTo>
                    <a:pt x="372" y="2292"/>
                  </a:lnTo>
                  <a:lnTo>
                    <a:pt x="386" y="2279"/>
                  </a:lnTo>
                  <a:lnTo>
                    <a:pt x="423" y="2249"/>
                  </a:lnTo>
                  <a:lnTo>
                    <a:pt x="442" y="2230"/>
                  </a:lnTo>
                  <a:lnTo>
                    <a:pt x="458" y="2212"/>
                  </a:lnTo>
                  <a:lnTo>
                    <a:pt x="468" y="2192"/>
                  </a:lnTo>
                  <a:lnTo>
                    <a:pt x="476" y="2166"/>
                  </a:lnTo>
                  <a:lnTo>
                    <a:pt x="479" y="2145"/>
                  </a:lnTo>
                  <a:lnTo>
                    <a:pt x="479" y="2131"/>
                  </a:lnTo>
                  <a:lnTo>
                    <a:pt x="478" y="2123"/>
                  </a:lnTo>
                  <a:lnTo>
                    <a:pt x="473" y="2123"/>
                  </a:lnTo>
                  <a:lnTo>
                    <a:pt x="467" y="2129"/>
                  </a:lnTo>
                  <a:lnTo>
                    <a:pt x="458" y="2140"/>
                  </a:lnTo>
                  <a:lnTo>
                    <a:pt x="447" y="2152"/>
                  </a:lnTo>
                  <a:lnTo>
                    <a:pt x="420" y="2183"/>
                  </a:lnTo>
                  <a:lnTo>
                    <a:pt x="407" y="2197"/>
                  </a:lnTo>
                  <a:lnTo>
                    <a:pt x="397" y="2207"/>
                  </a:lnTo>
                  <a:lnTo>
                    <a:pt x="384" y="2218"/>
                  </a:lnTo>
                  <a:lnTo>
                    <a:pt x="371" y="2232"/>
                  </a:lnTo>
                  <a:lnTo>
                    <a:pt x="355" y="2246"/>
                  </a:lnTo>
                  <a:lnTo>
                    <a:pt x="342" y="2260"/>
                  </a:lnTo>
                  <a:lnTo>
                    <a:pt x="330" y="2269"/>
                  </a:lnTo>
                  <a:lnTo>
                    <a:pt x="320" y="2272"/>
                  </a:lnTo>
                  <a:lnTo>
                    <a:pt x="317" y="2270"/>
                  </a:lnTo>
                  <a:lnTo>
                    <a:pt x="317" y="2264"/>
                  </a:lnTo>
                  <a:lnTo>
                    <a:pt x="326" y="2255"/>
                  </a:lnTo>
                  <a:lnTo>
                    <a:pt x="337" y="2246"/>
                  </a:lnTo>
                  <a:lnTo>
                    <a:pt x="346" y="2235"/>
                  </a:lnTo>
                  <a:lnTo>
                    <a:pt x="352" y="2227"/>
                  </a:lnTo>
                  <a:lnTo>
                    <a:pt x="363" y="2215"/>
                  </a:lnTo>
                  <a:lnTo>
                    <a:pt x="409" y="2169"/>
                  </a:lnTo>
                  <a:lnTo>
                    <a:pt x="424" y="2152"/>
                  </a:lnTo>
                  <a:lnTo>
                    <a:pt x="439" y="2137"/>
                  </a:lnTo>
                  <a:lnTo>
                    <a:pt x="453" y="2122"/>
                  </a:lnTo>
                  <a:lnTo>
                    <a:pt x="471" y="2103"/>
                  </a:lnTo>
                  <a:lnTo>
                    <a:pt x="476" y="2094"/>
                  </a:lnTo>
                  <a:lnTo>
                    <a:pt x="479" y="2085"/>
                  </a:lnTo>
                  <a:lnTo>
                    <a:pt x="482" y="2071"/>
                  </a:lnTo>
                  <a:lnTo>
                    <a:pt x="484" y="2054"/>
                  </a:lnTo>
                  <a:lnTo>
                    <a:pt x="485" y="2034"/>
                  </a:lnTo>
                  <a:lnTo>
                    <a:pt x="485" y="2011"/>
                  </a:lnTo>
                  <a:lnTo>
                    <a:pt x="487" y="1990"/>
                  </a:lnTo>
                  <a:lnTo>
                    <a:pt x="487" y="1952"/>
                  </a:lnTo>
                  <a:lnTo>
                    <a:pt x="484" y="1952"/>
                  </a:lnTo>
                  <a:lnTo>
                    <a:pt x="479" y="1953"/>
                  </a:lnTo>
                  <a:lnTo>
                    <a:pt x="470" y="1959"/>
                  </a:lnTo>
                  <a:lnTo>
                    <a:pt x="458" y="1968"/>
                  </a:lnTo>
                  <a:lnTo>
                    <a:pt x="438" y="1985"/>
                  </a:lnTo>
                  <a:lnTo>
                    <a:pt x="413" y="2008"/>
                  </a:lnTo>
                  <a:lnTo>
                    <a:pt x="388" y="2037"/>
                  </a:lnTo>
                  <a:lnTo>
                    <a:pt x="368" y="2065"/>
                  </a:lnTo>
                  <a:lnTo>
                    <a:pt x="346" y="2094"/>
                  </a:lnTo>
                  <a:lnTo>
                    <a:pt x="328" y="2125"/>
                  </a:lnTo>
                  <a:lnTo>
                    <a:pt x="310" y="2154"/>
                  </a:lnTo>
                  <a:lnTo>
                    <a:pt x="296" y="2172"/>
                  </a:lnTo>
                  <a:lnTo>
                    <a:pt x="285" y="2188"/>
                  </a:lnTo>
                  <a:lnTo>
                    <a:pt x="276" y="2197"/>
                  </a:lnTo>
                  <a:lnTo>
                    <a:pt x="272" y="2203"/>
                  </a:lnTo>
                  <a:lnTo>
                    <a:pt x="270" y="2203"/>
                  </a:lnTo>
                  <a:lnTo>
                    <a:pt x="272" y="2200"/>
                  </a:lnTo>
                  <a:lnTo>
                    <a:pt x="273" y="2194"/>
                  </a:lnTo>
                  <a:lnTo>
                    <a:pt x="278" y="2184"/>
                  </a:lnTo>
                  <a:lnTo>
                    <a:pt x="282" y="2172"/>
                  </a:lnTo>
                  <a:lnTo>
                    <a:pt x="291" y="2155"/>
                  </a:lnTo>
                  <a:lnTo>
                    <a:pt x="304" y="2134"/>
                  </a:lnTo>
                  <a:lnTo>
                    <a:pt x="319" y="2108"/>
                  </a:lnTo>
                  <a:lnTo>
                    <a:pt x="342" y="2074"/>
                  </a:lnTo>
                  <a:lnTo>
                    <a:pt x="365" y="2043"/>
                  </a:lnTo>
                  <a:lnTo>
                    <a:pt x="388" y="2014"/>
                  </a:lnTo>
                  <a:lnTo>
                    <a:pt x="407" y="1988"/>
                  </a:lnTo>
                  <a:lnTo>
                    <a:pt x="426" y="1967"/>
                  </a:lnTo>
                  <a:lnTo>
                    <a:pt x="441" y="1952"/>
                  </a:lnTo>
                  <a:lnTo>
                    <a:pt x="458" y="1936"/>
                  </a:lnTo>
                  <a:lnTo>
                    <a:pt x="470" y="1926"/>
                  </a:lnTo>
                  <a:lnTo>
                    <a:pt x="479" y="1918"/>
                  </a:lnTo>
                  <a:lnTo>
                    <a:pt x="482" y="1915"/>
                  </a:lnTo>
                  <a:lnTo>
                    <a:pt x="484" y="1904"/>
                  </a:lnTo>
                  <a:lnTo>
                    <a:pt x="485" y="1887"/>
                  </a:lnTo>
                  <a:lnTo>
                    <a:pt x="485" y="1878"/>
                  </a:lnTo>
                  <a:lnTo>
                    <a:pt x="481" y="1873"/>
                  </a:lnTo>
                  <a:lnTo>
                    <a:pt x="478" y="1872"/>
                  </a:lnTo>
                  <a:lnTo>
                    <a:pt x="475" y="1873"/>
                  </a:lnTo>
                  <a:lnTo>
                    <a:pt x="467" y="1878"/>
                  </a:lnTo>
                  <a:lnTo>
                    <a:pt x="456" y="1887"/>
                  </a:lnTo>
                  <a:lnTo>
                    <a:pt x="441" y="1901"/>
                  </a:lnTo>
                  <a:lnTo>
                    <a:pt x="410" y="1935"/>
                  </a:lnTo>
                  <a:lnTo>
                    <a:pt x="392" y="1959"/>
                  </a:lnTo>
                  <a:lnTo>
                    <a:pt x="377" y="1984"/>
                  </a:lnTo>
                  <a:lnTo>
                    <a:pt x="363" y="2007"/>
                  </a:lnTo>
                  <a:lnTo>
                    <a:pt x="346" y="2024"/>
                  </a:lnTo>
                  <a:lnTo>
                    <a:pt x="337" y="2031"/>
                  </a:lnTo>
                  <a:lnTo>
                    <a:pt x="326" y="2037"/>
                  </a:lnTo>
                  <a:lnTo>
                    <a:pt x="311" y="2045"/>
                  </a:lnTo>
                  <a:lnTo>
                    <a:pt x="307" y="2045"/>
                  </a:lnTo>
                  <a:lnTo>
                    <a:pt x="307" y="2043"/>
                  </a:lnTo>
                  <a:lnTo>
                    <a:pt x="328" y="2022"/>
                  </a:lnTo>
                  <a:lnTo>
                    <a:pt x="362" y="1971"/>
                  </a:lnTo>
                  <a:lnTo>
                    <a:pt x="383" y="1936"/>
                  </a:lnTo>
                  <a:lnTo>
                    <a:pt x="400" y="1913"/>
                  </a:lnTo>
                  <a:lnTo>
                    <a:pt x="420" y="1892"/>
                  </a:lnTo>
                  <a:lnTo>
                    <a:pt x="438" y="1873"/>
                  </a:lnTo>
                  <a:lnTo>
                    <a:pt x="455" y="1858"/>
                  </a:lnTo>
                  <a:lnTo>
                    <a:pt x="468" y="1846"/>
                  </a:lnTo>
                  <a:lnTo>
                    <a:pt x="476" y="1837"/>
                  </a:lnTo>
                  <a:lnTo>
                    <a:pt x="479" y="1827"/>
                  </a:lnTo>
                  <a:lnTo>
                    <a:pt x="481" y="1820"/>
                  </a:lnTo>
                  <a:lnTo>
                    <a:pt x="481" y="1751"/>
                  </a:lnTo>
                  <a:lnTo>
                    <a:pt x="476" y="1754"/>
                  </a:lnTo>
                  <a:lnTo>
                    <a:pt x="465" y="1760"/>
                  </a:lnTo>
                  <a:lnTo>
                    <a:pt x="450" y="1769"/>
                  </a:lnTo>
                  <a:lnTo>
                    <a:pt x="429" y="1782"/>
                  </a:lnTo>
                  <a:lnTo>
                    <a:pt x="404" y="1797"/>
                  </a:lnTo>
                  <a:lnTo>
                    <a:pt x="374" y="1820"/>
                  </a:lnTo>
                  <a:lnTo>
                    <a:pt x="346" y="1843"/>
                  </a:lnTo>
                  <a:lnTo>
                    <a:pt x="325" y="1867"/>
                  </a:lnTo>
                  <a:lnTo>
                    <a:pt x="311" y="1889"/>
                  </a:lnTo>
                  <a:lnTo>
                    <a:pt x="299" y="1919"/>
                  </a:lnTo>
                  <a:lnTo>
                    <a:pt x="296" y="1936"/>
                  </a:lnTo>
                  <a:lnTo>
                    <a:pt x="294" y="1949"/>
                  </a:lnTo>
                  <a:lnTo>
                    <a:pt x="293" y="1955"/>
                  </a:lnTo>
                  <a:lnTo>
                    <a:pt x="291" y="1947"/>
                  </a:lnTo>
                  <a:lnTo>
                    <a:pt x="290" y="1936"/>
                  </a:lnTo>
                  <a:lnTo>
                    <a:pt x="288" y="1927"/>
                  </a:lnTo>
                  <a:lnTo>
                    <a:pt x="287" y="1924"/>
                  </a:lnTo>
                  <a:lnTo>
                    <a:pt x="255" y="1956"/>
                  </a:lnTo>
                  <a:lnTo>
                    <a:pt x="249" y="1967"/>
                  </a:lnTo>
                  <a:lnTo>
                    <a:pt x="239" y="1978"/>
                  </a:lnTo>
                  <a:lnTo>
                    <a:pt x="232" y="1988"/>
                  </a:lnTo>
                  <a:lnTo>
                    <a:pt x="223" y="2001"/>
                  </a:lnTo>
                  <a:lnTo>
                    <a:pt x="215" y="2010"/>
                  </a:lnTo>
                  <a:lnTo>
                    <a:pt x="209" y="2016"/>
                  </a:lnTo>
                  <a:lnTo>
                    <a:pt x="206" y="2021"/>
                  </a:lnTo>
                  <a:lnTo>
                    <a:pt x="204" y="2019"/>
                  </a:lnTo>
                  <a:lnTo>
                    <a:pt x="206" y="2013"/>
                  </a:lnTo>
                  <a:lnTo>
                    <a:pt x="214" y="1998"/>
                  </a:lnTo>
                  <a:lnTo>
                    <a:pt x="224" y="1978"/>
                  </a:lnTo>
                  <a:lnTo>
                    <a:pt x="239" y="1953"/>
                  </a:lnTo>
                  <a:lnTo>
                    <a:pt x="258" y="1927"/>
                  </a:lnTo>
                  <a:lnTo>
                    <a:pt x="317" y="1844"/>
                  </a:lnTo>
                  <a:lnTo>
                    <a:pt x="337" y="1821"/>
                  </a:lnTo>
                  <a:lnTo>
                    <a:pt x="359" y="1798"/>
                  </a:lnTo>
                  <a:lnTo>
                    <a:pt x="381" y="1777"/>
                  </a:lnTo>
                  <a:lnTo>
                    <a:pt x="406" y="1759"/>
                  </a:lnTo>
                  <a:lnTo>
                    <a:pt x="427" y="1742"/>
                  </a:lnTo>
                  <a:lnTo>
                    <a:pt x="447" y="1729"/>
                  </a:lnTo>
                  <a:lnTo>
                    <a:pt x="462" y="1719"/>
                  </a:lnTo>
                  <a:lnTo>
                    <a:pt x="473" y="1713"/>
                  </a:lnTo>
                  <a:lnTo>
                    <a:pt x="479" y="1708"/>
                  </a:lnTo>
                  <a:lnTo>
                    <a:pt x="481" y="1703"/>
                  </a:lnTo>
                  <a:lnTo>
                    <a:pt x="479" y="1697"/>
                  </a:lnTo>
                  <a:lnTo>
                    <a:pt x="476" y="1690"/>
                  </a:lnTo>
                  <a:lnTo>
                    <a:pt x="473" y="1679"/>
                  </a:lnTo>
                  <a:lnTo>
                    <a:pt x="473" y="1645"/>
                  </a:lnTo>
                  <a:lnTo>
                    <a:pt x="471" y="1624"/>
                  </a:lnTo>
                  <a:lnTo>
                    <a:pt x="468" y="1599"/>
                  </a:lnTo>
                  <a:lnTo>
                    <a:pt x="462" y="1572"/>
                  </a:lnTo>
                  <a:lnTo>
                    <a:pt x="453" y="1539"/>
                  </a:lnTo>
                  <a:lnTo>
                    <a:pt x="439" y="1501"/>
                  </a:lnTo>
                  <a:lnTo>
                    <a:pt x="430" y="1466"/>
                  </a:lnTo>
                  <a:lnTo>
                    <a:pt x="427" y="1429"/>
                  </a:lnTo>
                  <a:lnTo>
                    <a:pt x="429" y="1392"/>
                  </a:lnTo>
                  <a:lnTo>
                    <a:pt x="436" y="1356"/>
                  </a:lnTo>
                  <a:lnTo>
                    <a:pt x="444" y="1320"/>
                  </a:lnTo>
                  <a:lnTo>
                    <a:pt x="455" y="1285"/>
                  </a:lnTo>
                  <a:lnTo>
                    <a:pt x="464" y="1251"/>
                  </a:lnTo>
                  <a:lnTo>
                    <a:pt x="470" y="1221"/>
                  </a:lnTo>
                  <a:lnTo>
                    <a:pt x="473" y="1190"/>
                  </a:lnTo>
                  <a:lnTo>
                    <a:pt x="473" y="1155"/>
                  </a:lnTo>
                  <a:lnTo>
                    <a:pt x="471" y="1117"/>
                  </a:lnTo>
                  <a:lnTo>
                    <a:pt x="470" y="1074"/>
                  </a:lnTo>
                  <a:lnTo>
                    <a:pt x="467" y="1026"/>
                  </a:lnTo>
                  <a:lnTo>
                    <a:pt x="465" y="971"/>
                  </a:lnTo>
                  <a:lnTo>
                    <a:pt x="464" y="910"/>
                  </a:lnTo>
                  <a:lnTo>
                    <a:pt x="464" y="864"/>
                  </a:lnTo>
                  <a:lnTo>
                    <a:pt x="462" y="815"/>
                  </a:lnTo>
                  <a:lnTo>
                    <a:pt x="462" y="763"/>
                  </a:lnTo>
                  <a:lnTo>
                    <a:pt x="459" y="659"/>
                  </a:lnTo>
                  <a:lnTo>
                    <a:pt x="459" y="608"/>
                  </a:lnTo>
                  <a:lnTo>
                    <a:pt x="458" y="561"/>
                  </a:lnTo>
                  <a:lnTo>
                    <a:pt x="456" y="516"/>
                  </a:lnTo>
                  <a:lnTo>
                    <a:pt x="453" y="478"/>
                  </a:lnTo>
                  <a:lnTo>
                    <a:pt x="452" y="446"/>
                  </a:lnTo>
                  <a:lnTo>
                    <a:pt x="449" y="421"/>
                  </a:lnTo>
                  <a:lnTo>
                    <a:pt x="446" y="404"/>
                  </a:lnTo>
                  <a:lnTo>
                    <a:pt x="441" y="387"/>
                  </a:lnTo>
                  <a:lnTo>
                    <a:pt x="435" y="377"/>
                  </a:lnTo>
                  <a:lnTo>
                    <a:pt x="430" y="371"/>
                  </a:lnTo>
                  <a:lnTo>
                    <a:pt x="423" y="366"/>
                  </a:lnTo>
                  <a:lnTo>
                    <a:pt x="412" y="363"/>
                  </a:lnTo>
                  <a:lnTo>
                    <a:pt x="380" y="352"/>
                  </a:lnTo>
                  <a:lnTo>
                    <a:pt x="357" y="346"/>
                  </a:lnTo>
                  <a:lnTo>
                    <a:pt x="337" y="341"/>
                  </a:lnTo>
                  <a:lnTo>
                    <a:pt x="317" y="341"/>
                  </a:lnTo>
                  <a:lnTo>
                    <a:pt x="296" y="345"/>
                  </a:lnTo>
                  <a:lnTo>
                    <a:pt x="273" y="351"/>
                  </a:lnTo>
                  <a:lnTo>
                    <a:pt x="244" y="360"/>
                  </a:lnTo>
                  <a:lnTo>
                    <a:pt x="218" y="369"/>
                  </a:lnTo>
                  <a:lnTo>
                    <a:pt x="194" y="377"/>
                  </a:lnTo>
                  <a:lnTo>
                    <a:pt x="169" y="380"/>
                  </a:lnTo>
                  <a:lnTo>
                    <a:pt x="145" y="380"/>
                  </a:lnTo>
                  <a:lnTo>
                    <a:pt x="117" y="375"/>
                  </a:lnTo>
                  <a:lnTo>
                    <a:pt x="85" y="366"/>
                  </a:lnTo>
                  <a:lnTo>
                    <a:pt x="50" y="352"/>
                  </a:lnTo>
                  <a:lnTo>
                    <a:pt x="26" y="340"/>
                  </a:lnTo>
                  <a:lnTo>
                    <a:pt x="11" y="325"/>
                  </a:lnTo>
                  <a:lnTo>
                    <a:pt x="1" y="308"/>
                  </a:lnTo>
                  <a:lnTo>
                    <a:pt x="0" y="291"/>
                  </a:lnTo>
                  <a:lnTo>
                    <a:pt x="6" y="274"/>
                  </a:lnTo>
                  <a:lnTo>
                    <a:pt x="21" y="256"/>
                  </a:lnTo>
                  <a:lnTo>
                    <a:pt x="44" y="237"/>
                  </a:lnTo>
                  <a:lnTo>
                    <a:pt x="76" y="219"/>
                  </a:lnTo>
                  <a:lnTo>
                    <a:pt x="117" y="202"/>
                  </a:lnTo>
                  <a:lnTo>
                    <a:pt x="166" y="187"/>
                  </a:lnTo>
                  <a:lnTo>
                    <a:pt x="203" y="179"/>
                  </a:lnTo>
                  <a:lnTo>
                    <a:pt x="235" y="178"/>
                  </a:lnTo>
                  <a:lnTo>
                    <a:pt x="264" y="181"/>
                  </a:lnTo>
                  <a:lnTo>
                    <a:pt x="288" y="187"/>
                  </a:lnTo>
                  <a:lnTo>
                    <a:pt x="310" y="197"/>
                  </a:lnTo>
                  <a:lnTo>
                    <a:pt x="328" y="210"/>
                  </a:lnTo>
                  <a:lnTo>
                    <a:pt x="345" y="223"/>
                  </a:lnTo>
                  <a:lnTo>
                    <a:pt x="357" y="239"/>
                  </a:lnTo>
                  <a:lnTo>
                    <a:pt x="368" y="254"/>
                  </a:lnTo>
                  <a:lnTo>
                    <a:pt x="381" y="282"/>
                  </a:lnTo>
                  <a:lnTo>
                    <a:pt x="384" y="292"/>
                  </a:lnTo>
                  <a:lnTo>
                    <a:pt x="388" y="300"/>
                  </a:lnTo>
                  <a:lnTo>
                    <a:pt x="389" y="303"/>
                  </a:lnTo>
                  <a:lnTo>
                    <a:pt x="398" y="314"/>
                  </a:lnTo>
                  <a:lnTo>
                    <a:pt x="406" y="320"/>
                  </a:lnTo>
                  <a:lnTo>
                    <a:pt x="413" y="318"/>
                  </a:lnTo>
                  <a:lnTo>
                    <a:pt x="420" y="312"/>
                  </a:lnTo>
                  <a:lnTo>
                    <a:pt x="421" y="302"/>
                  </a:lnTo>
                  <a:lnTo>
                    <a:pt x="420" y="288"/>
                  </a:lnTo>
                  <a:lnTo>
                    <a:pt x="413" y="276"/>
                  </a:lnTo>
                  <a:lnTo>
                    <a:pt x="406" y="263"/>
                  </a:lnTo>
                  <a:lnTo>
                    <a:pt x="395" y="251"/>
                  </a:lnTo>
                  <a:lnTo>
                    <a:pt x="384" y="237"/>
                  </a:lnTo>
                  <a:lnTo>
                    <a:pt x="371" y="217"/>
                  </a:lnTo>
                  <a:lnTo>
                    <a:pt x="357" y="193"/>
                  </a:lnTo>
                  <a:lnTo>
                    <a:pt x="342" y="159"/>
                  </a:lnTo>
                  <a:lnTo>
                    <a:pt x="334" y="132"/>
                  </a:lnTo>
                  <a:lnTo>
                    <a:pt x="331" y="106"/>
                  </a:lnTo>
                  <a:lnTo>
                    <a:pt x="336" y="84"/>
                  </a:lnTo>
                  <a:lnTo>
                    <a:pt x="342" y="64"/>
                  </a:lnTo>
                  <a:lnTo>
                    <a:pt x="352" y="47"/>
                  </a:lnTo>
                  <a:lnTo>
                    <a:pt x="366" y="32"/>
                  </a:lnTo>
                  <a:lnTo>
                    <a:pt x="380" y="20"/>
                  </a:lnTo>
                  <a:lnTo>
                    <a:pt x="394" y="11"/>
                  </a:lnTo>
                  <a:lnTo>
                    <a:pt x="406" y="3"/>
                  </a:lnTo>
                  <a:lnTo>
                    <a:pt x="420" y="0"/>
                  </a:lnTo>
                  <a:close/>
                </a:path>
              </a:pathLst>
            </a:custGeom>
            <a:gradFill flip="none" rotWithShape="1">
              <a:gsLst>
                <a:gs pos="0">
                  <a:srgbClr val="D4B57E">
                    <a:shade val="30000"/>
                    <a:satMod val="115000"/>
                  </a:srgbClr>
                </a:gs>
                <a:gs pos="50000">
                  <a:srgbClr val="D4B57E">
                    <a:shade val="67500"/>
                    <a:satMod val="115000"/>
                  </a:srgbClr>
                </a:gs>
                <a:gs pos="100000">
                  <a:srgbClr val="D4B57E">
                    <a:shade val="100000"/>
                    <a:satMod val="115000"/>
                  </a:srgbClr>
                </a:gs>
              </a:gsLst>
              <a:lin ang="16200000" scaled="1"/>
              <a:tileRect/>
            </a:gradFill>
            <a:ln w="0">
              <a:noFill/>
              <a:prstDash val="solid"/>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US" sz="1950">
                <a:solidFill>
                  <a:prstClr val="black"/>
                </a:solidFill>
                <a:latin typeface="Calibri"/>
                <a:cs typeface="+mn-cs"/>
              </a:endParaRPr>
            </a:p>
          </p:txBody>
        </p:sp>
      </p:grpSp>
      <p:sp>
        <p:nvSpPr>
          <p:cNvPr id="41" name="TextBox 40"/>
          <p:cNvSpPr txBox="1"/>
          <p:nvPr/>
        </p:nvSpPr>
        <p:spPr>
          <a:xfrm>
            <a:off x="1113425" y="4791430"/>
            <a:ext cx="2667833" cy="542584"/>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white"/>
                </a:solidFill>
                <a:latin typeface="Arial" pitchFamily="34" charset="0"/>
                <a:cs typeface="Arial" pitchFamily="34" charset="0"/>
              </a:rPr>
              <a:t>This is a sample text. Insert your desired text here.</a:t>
            </a:r>
          </a:p>
        </p:txBody>
      </p:sp>
      <p:sp>
        <p:nvSpPr>
          <p:cNvPr id="42" name="TextBox 41"/>
          <p:cNvSpPr txBox="1"/>
          <p:nvPr/>
        </p:nvSpPr>
        <p:spPr>
          <a:xfrm>
            <a:off x="1113425" y="2036719"/>
            <a:ext cx="2667833" cy="542584"/>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black">
                    <a:lumMod val="85000"/>
                    <a:lumOff val="15000"/>
                  </a:prstClr>
                </a:solidFill>
                <a:latin typeface="Arial" pitchFamily="34" charset="0"/>
                <a:cs typeface="Arial" pitchFamily="34" charset="0"/>
              </a:rPr>
              <a:t>This is a sample text. Insert your desired text here.</a:t>
            </a:r>
          </a:p>
        </p:txBody>
      </p:sp>
    </p:spTree>
    <p:extLst>
      <p:ext uri="{BB962C8B-B14F-4D97-AF65-F5344CB8AC3E}">
        <p14:creationId xmlns:p14="http://schemas.microsoft.com/office/powerpoint/2010/main" val="29128156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C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solidFill>
              </a:rPr>
              <a:t>Rating Star Shapes for PowerPoint</a:t>
            </a:r>
          </a:p>
        </p:txBody>
      </p:sp>
      <p:grpSp>
        <p:nvGrpSpPr>
          <p:cNvPr id="38" name="Group 37"/>
          <p:cNvGrpSpPr/>
          <p:nvPr/>
        </p:nvGrpSpPr>
        <p:grpSpPr>
          <a:xfrm>
            <a:off x="1655120" y="2809714"/>
            <a:ext cx="7364552" cy="1994575"/>
            <a:chOff x="1751012" y="2819400"/>
            <a:chExt cx="11050576" cy="2992877"/>
          </a:xfrm>
        </p:grpSpPr>
        <p:grpSp>
          <p:nvGrpSpPr>
            <p:cNvPr id="17" name="Group 16"/>
            <p:cNvGrpSpPr/>
            <p:nvPr/>
          </p:nvGrpSpPr>
          <p:grpSpPr>
            <a:xfrm>
              <a:off x="1751012" y="2819400"/>
              <a:ext cx="2986229" cy="2992877"/>
              <a:chOff x="6112356" y="2832411"/>
              <a:chExt cx="2986229" cy="2992877"/>
            </a:xfrm>
          </p:grpSpPr>
          <p:sp>
            <p:nvSpPr>
              <p:cNvPr id="16" name="Freeform 15"/>
              <p:cNvSpPr/>
              <p:nvPr/>
            </p:nvSpPr>
            <p:spPr>
              <a:xfrm>
                <a:off x="7047571" y="2832411"/>
                <a:ext cx="1330982" cy="1820250"/>
              </a:xfrm>
              <a:custGeom>
                <a:avLst/>
                <a:gdLst>
                  <a:gd name="connsiteX0" fmla="*/ 107052 w 819242"/>
                  <a:gd name="connsiteY0" fmla="*/ 23046 h 1014017"/>
                  <a:gd name="connsiteX1" fmla="*/ 753822 w 819242"/>
                  <a:gd name="connsiteY1" fmla="*/ 714421 h 1014017"/>
                  <a:gd name="connsiteX2" fmla="*/ 499575 w 819242"/>
                  <a:gd name="connsiteY2" fmla="*/ 986511 h 1014017"/>
                  <a:gd name="connsiteX3" fmla="*/ 111512 w 819242"/>
                  <a:gd name="connsiteY3" fmla="*/ 852696 h 1014017"/>
                  <a:gd name="connsiteX4" fmla="*/ 107052 w 819242"/>
                  <a:gd name="connsiteY4" fmla="*/ 23046 h 1014017"/>
                  <a:gd name="connsiteX0" fmla="*/ 107052 w 819242"/>
                  <a:gd name="connsiteY0" fmla="*/ 0 h 990971"/>
                  <a:gd name="connsiteX1" fmla="*/ 753822 w 819242"/>
                  <a:gd name="connsiteY1" fmla="*/ 691375 h 990971"/>
                  <a:gd name="connsiteX2" fmla="*/ 499575 w 819242"/>
                  <a:gd name="connsiteY2" fmla="*/ 963465 h 990971"/>
                  <a:gd name="connsiteX3" fmla="*/ 111512 w 819242"/>
                  <a:gd name="connsiteY3" fmla="*/ 829650 h 990971"/>
                  <a:gd name="connsiteX4" fmla="*/ 107052 w 819242"/>
                  <a:gd name="connsiteY4" fmla="*/ 0 h 990971"/>
                  <a:gd name="connsiteX0" fmla="*/ 107052 w 753822"/>
                  <a:gd name="connsiteY0" fmla="*/ 0 h 990971"/>
                  <a:gd name="connsiteX1" fmla="*/ 753822 w 753822"/>
                  <a:gd name="connsiteY1" fmla="*/ 691375 h 990971"/>
                  <a:gd name="connsiteX2" fmla="*/ 499575 w 753822"/>
                  <a:gd name="connsiteY2" fmla="*/ 963465 h 990971"/>
                  <a:gd name="connsiteX3" fmla="*/ 111512 w 753822"/>
                  <a:gd name="connsiteY3" fmla="*/ 829650 h 990971"/>
                  <a:gd name="connsiteX4" fmla="*/ 107052 w 753822"/>
                  <a:gd name="connsiteY4" fmla="*/ 0 h 990971"/>
                  <a:gd name="connsiteX0" fmla="*/ 107052 w 753822"/>
                  <a:gd name="connsiteY0" fmla="*/ 0 h 963465"/>
                  <a:gd name="connsiteX1" fmla="*/ 753822 w 753822"/>
                  <a:gd name="connsiteY1" fmla="*/ 691375 h 963465"/>
                  <a:gd name="connsiteX2" fmla="*/ 499575 w 753822"/>
                  <a:gd name="connsiteY2" fmla="*/ 963465 h 963465"/>
                  <a:gd name="connsiteX3" fmla="*/ 111512 w 753822"/>
                  <a:gd name="connsiteY3" fmla="*/ 829650 h 963465"/>
                  <a:gd name="connsiteX4" fmla="*/ 107052 w 753822"/>
                  <a:gd name="connsiteY4" fmla="*/ 0 h 963465"/>
                  <a:gd name="connsiteX0" fmla="*/ 0 w 646770"/>
                  <a:gd name="connsiteY0" fmla="*/ 0 h 963465"/>
                  <a:gd name="connsiteX1" fmla="*/ 646770 w 646770"/>
                  <a:gd name="connsiteY1" fmla="*/ 691375 h 963465"/>
                  <a:gd name="connsiteX2" fmla="*/ 392523 w 646770"/>
                  <a:gd name="connsiteY2" fmla="*/ 963465 h 963465"/>
                  <a:gd name="connsiteX3" fmla="*/ 4460 w 646770"/>
                  <a:gd name="connsiteY3" fmla="*/ 829650 h 963465"/>
                  <a:gd name="connsiteX4" fmla="*/ 0 w 646770"/>
                  <a:gd name="connsiteY4" fmla="*/ 0 h 963465"/>
                  <a:gd name="connsiteX0" fmla="*/ 0 w 1330982"/>
                  <a:gd name="connsiteY0" fmla="*/ 0 h 1300975"/>
                  <a:gd name="connsiteX1" fmla="*/ 1330982 w 1330982"/>
                  <a:gd name="connsiteY1" fmla="*/ 1300975 h 1300975"/>
                  <a:gd name="connsiteX2" fmla="*/ 392523 w 1330982"/>
                  <a:gd name="connsiteY2" fmla="*/ 963465 h 1300975"/>
                  <a:gd name="connsiteX3" fmla="*/ 4460 w 1330982"/>
                  <a:gd name="connsiteY3" fmla="*/ 829650 h 1300975"/>
                  <a:gd name="connsiteX4" fmla="*/ 0 w 1330982"/>
                  <a:gd name="connsiteY4" fmla="*/ 0 h 1300975"/>
                  <a:gd name="connsiteX0" fmla="*/ 0 w 1330982"/>
                  <a:gd name="connsiteY0" fmla="*/ 0 h 1820250"/>
                  <a:gd name="connsiteX1" fmla="*/ 1330982 w 1330982"/>
                  <a:gd name="connsiteY1" fmla="*/ 1300975 h 1820250"/>
                  <a:gd name="connsiteX2" fmla="*/ 392523 w 1330982"/>
                  <a:gd name="connsiteY2" fmla="*/ 963465 h 1820250"/>
                  <a:gd name="connsiteX3" fmla="*/ 4460 w 1330982"/>
                  <a:gd name="connsiteY3" fmla="*/ 1820250 h 1820250"/>
                  <a:gd name="connsiteX4" fmla="*/ 0 w 1330982"/>
                  <a:gd name="connsiteY4" fmla="*/ 0 h 1820250"/>
                  <a:gd name="connsiteX0" fmla="*/ 0 w 1330982"/>
                  <a:gd name="connsiteY0" fmla="*/ 0 h 1820250"/>
                  <a:gd name="connsiteX1" fmla="*/ 1330982 w 1330982"/>
                  <a:gd name="connsiteY1" fmla="*/ 1300975 h 1820250"/>
                  <a:gd name="connsiteX2" fmla="*/ 543335 w 1330982"/>
                  <a:gd name="connsiteY2" fmla="*/ 1573065 h 1820250"/>
                  <a:gd name="connsiteX3" fmla="*/ 4460 w 1330982"/>
                  <a:gd name="connsiteY3" fmla="*/ 1820250 h 1820250"/>
                  <a:gd name="connsiteX4" fmla="*/ 0 w 1330982"/>
                  <a:gd name="connsiteY4" fmla="*/ 0 h 1820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0982" h="1820250">
                    <a:moveTo>
                      <a:pt x="0" y="0"/>
                    </a:moveTo>
                    <a:lnTo>
                      <a:pt x="1330982" y="1300975"/>
                    </a:lnTo>
                    <a:lnTo>
                      <a:pt x="543335" y="1573065"/>
                    </a:lnTo>
                    <a:lnTo>
                      <a:pt x="4460" y="1820250"/>
                    </a:lnTo>
                    <a:cubicBezTo>
                      <a:pt x="2973" y="1543700"/>
                      <a:pt x="1487" y="276550"/>
                      <a:pt x="0" y="0"/>
                    </a:cubicBezTo>
                    <a:close/>
                  </a:path>
                </a:pathLst>
              </a:custGeom>
              <a:gradFill>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13" name="Group 12"/>
              <p:cNvGrpSpPr/>
              <p:nvPr/>
            </p:nvGrpSpPr>
            <p:grpSpPr>
              <a:xfrm>
                <a:off x="6112356" y="2838517"/>
                <a:ext cx="2986229" cy="2986771"/>
                <a:chOff x="2074928" y="2838517"/>
                <a:chExt cx="2986229" cy="2986771"/>
              </a:xfrm>
            </p:grpSpPr>
            <p:sp>
              <p:nvSpPr>
                <p:cNvPr id="14" name="Freeform 13"/>
                <p:cNvSpPr/>
                <p:nvPr/>
              </p:nvSpPr>
              <p:spPr>
                <a:xfrm>
                  <a:off x="2434104" y="3558959"/>
                  <a:ext cx="2627053" cy="2266329"/>
                </a:xfrm>
                <a:custGeom>
                  <a:avLst/>
                  <a:gdLst>
                    <a:gd name="connsiteX0" fmla="*/ 133190 w 3101788"/>
                    <a:gd name="connsiteY0" fmla="*/ 1947903 h 3086420"/>
                    <a:gd name="connsiteX1" fmla="*/ 1524000 w 3101788"/>
                    <a:gd name="connsiteY1" fmla="*/ 3008299 h 3086420"/>
                    <a:gd name="connsiteX2" fmla="*/ 2968598 w 3101788"/>
                    <a:gd name="connsiteY2" fmla="*/ 1479176 h 3086420"/>
                    <a:gd name="connsiteX3" fmla="*/ 724860 w 3101788"/>
                    <a:gd name="connsiteY3" fmla="*/ 80682 h 3086420"/>
                    <a:gd name="connsiteX4" fmla="*/ 133190 w 3101788"/>
                    <a:gd name="connsiteY4" fmla="*/ 1947903 h 3086420"/>
                    <a:gd name="connsiteX0" fmla="*/ 133190 w 3101788"/>
                    <a:gd name="connsiteY0" fmla="*/ 1867221 h 3005738"/>
                    <a:gd name="connsiteX1" fmla="*/ 1524000 w 3101788"/>
                    <a:gd name="connsiteY1" fmla="*/ 2927617 h 3005738"/>
                    <a:gd name="connsiteX2" fmla="*/ 2968598 w 3101788"/>
                    <a:gd name="connsiteY2" fmla="*/ 1398494 h 3005738"/>
                    <a:gd name="connsiteX3" fmla="*/ 724860 w 3101788"/>
                    <a:gd name="connsiteY3" fmla="*/ 0 h 3005738"/>
                    <a:gd name="connsiteX4" fmla="*/ 133190 w 3101788"/>
                    <a:gd name="connsiteY4" fmla="*/ 1867221 h 3005738"/>
                    <a:gd name="connsiteX0" fmla="*/ 133190 w 2968598"/>
                    <a:gd name="connsiteY0" fmla="*/ 1867221 h 3005738"/>
                    <a:gd name="connsiteX1" fmla="*/ 1524000 w 2968598"/>
                    <a:gd name="connsiteY1" fmla="*/ 2927617 h 3005738"/>
                    <a:gd name="connsiteX2" fmla="*/ 2968598 w 2968598"/>
                    <a:gd name="connsiteY2" fmla="*/ 1398494 h 3005738"/>
                    <a:gd name="connsiteX3" fmla="*/ 724860 w 2968598"/>
                    <a:gd name="connsiteY3" fmla="*/ 0 h 3005738"/>
                    <a:gd name="connsiteX4" fmla="*/ 133190 w 2968598"/>
                    <a:gd name="connsiteY4" fmla="*/ 1867221 h 3005738"/>
                    <a:gd name="connsiteX0" fmla="*/ 133190 w 2968598"/>
                    <a:gd name="connsiteY0" fmla="*/ 1867221 h 2927617"/>
                    <a:gd name="connsiteX1" fmla="*/ 1524000 w 2968598"/>
                    <a:gd name="connsiteY1" fmla="*/ 2927617 h 2927617"/>
                    <a:gd name="connsiteX2" fmla="*/ 2968598 w 2968598"/>
                    <a:gd name="connsiteY2" fmla="*/ 1398494 h 2927617"/>
                    <a:gd name="connsiteX3" fmla="*/ 724860 w 2968598"/>
                    <a:gd name="connsiteY3" fmla="*/ 0 h 2927617"/>
                    <a:gd name="connsiteX4" fmla="*/ 133190 w 296859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0 w 283540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495953 w 2835408"/>
                    <a:gd name="connsiteY4" fmla="*/ 1205114 h 2927617"/>
                    <a:gd name="connsiteX5" fmla="*/ 0 w 2835408"/>
                    <a:gd name="connsiteY5" fmla="*/ 1867221 h 2927617"/>
                    <a:gd name="connsiteX0" fmla="*/ 0 w 2835408"/>
                    <a:gd name="connsiteY0" fmla="*/ 1867221 h 2999335"/>
                    <a:gd name="connsiteX1" fmla="*/ 1854721 w 2835408"/>
                    <a:gd name="connsiteY1" fmla="*/ 2999335 h 2999335"/>
                    <a:gd name="connsiteX2" fmla="*/ 2835408 w 2835408"/>
                    <a:gd name="connsiteY2" fmla="*/ 1398494 h 2999335"/>
                    <a:gd name="connsiteX3" fmla="*/ 591670 w 2835408"/>
                    <a:gd name="connsiteY3" fmla="*/ 0 h 2999335"/>
                    <a:gd name="connsiteX4" fmla="*/ 495953 w 2835408"/>
                    <a:gd name="connsiteY4" fmla="*/ 1205114 h 2999335"/>
                    <a:gd name="connsiteX5" fmla="*/ 0 w 2835408"/>
                    <a:gd name="connsiteY5" fmla="*/ 1867221 h 2999335"/>
                    <a:gd name="connsiteX0" fmla="*/ 0 w 2768506"/>
                    <a:gd name="connsiteY0" fmla="*/ 1852707 h 2999335"/>
                    <a:gd name="connsiteX1" fmla="*/ 1787819 w 2768506"/>
                    <a:gd name="connsiteY1" fmla="*/ 2999335 h 2999335"/>
                    <a:gd name="connsiteX2" fmla="*/ 2768506 w 2768506"/>
                    <a:gd name="connsiteY2" fmla="*/ 1398494 h 2999335"/>
                    <a:gd name="connsiteX3" fmla="*/ 524768 w 2768506"/>
                    <a:gd name="connsiteY3" fmla="*/ 0 h 2999335"/>
                    <a:gd name="connsiteX4" fmla="*/ 429051 w 2768506"/>
                    <a:gd name="connsiteY4" fmla="*/ 1205114 h 2999335"/>
                    <a:gd name="connsiteX5" fmla="*/ 0 w 2768506"/>
                    <a:gd name="connsiteY5" fmla="*/ 1852707 h 2999335"/>
                    <a:gd name="connsiteX0" fmla="*/ 0 w 2814089"/>
                    <a:gd name="connsiteY0" fmla="*/ 1856336 h 2999335"/>
                    <a:gd name="connsiteX1" fmla="*/ 1833402 w 2814089"/>
                    <a:gd name="connsiteY1" fmla="*/ 2999335 h 2999335"/>
                    <a:gd name="connsiteX2" fmla="*/ 2814089 w 2814089"/>
                    <a:gd name="connsiteY2" fmla="*/ 1398494 h 2999335"/>
                    <a:gd name="connsiteX3" fmla="*/ 570351 w 2814089"/>
                    <a:gd name="connsiteY3" fmla="*/ 0 h 2999335"/>
                    <a:gd name="connsiteX4" fmla="*/ 474634 w 2814089"/>
                    <a:gd name="connsiteY4" fmla="*/ 1205114 h 2999335"/>
                    <a:gd name="connsiteX5" fmla="*/ 0 w 2814089"/>
                    <a:gd name="connsiteY5" fmla="*/ 1856336 h 2999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143030 h 2286029"/>
                    <a:gd name="connsiteX1" fmla="*/ 1833402 w 2814089"/>
                    <a:gd name="connsiteY1" fmla="*/ 2286029 h 2286029"/>
                    <a:gd name="connsiteX2" fmla="*/ 2814089 w 2814089"/>
                    <a:gd name="connsiteY2" fmla="*/ 685188 h 2286029"/>
                    <a:gd name="connsiteX3" fmla="*/ 1517461 w 2814089"/>
                    <a:gd name="connsiteY3" fmla="*/ 0 h 2286029"/>
                    <a:gd name="connsiteX4" fmla="*/ 474634 w 2814089"/>
                    <a:gd name="connsiteY4" fmla="*/ 491808 h 2286029"/>
                    <a:gd name="connsiteX5" fmla="*/ 0 w 2814089"/>
                    <a:gd name="connsiteY5" fmla="*/ 1143030 h 2286029"/>
                    <a:gd name="connsiteX0" fmla="*/ 0 w 2814089"/>
                    <a:gd name="connsiteY0" fmla="*/ 1143030 h 2266329"/>
                    <a:gd name="connsiteX1" fmla="*/ 1183387 w 2814089"/>
                    <a:gd name="connsiteY1" fmla="*/ 2266329 h 2266329"/>
                    <a:gd name="connsiteX2" fmla="*/ 2814089 w 2814089"/>
                    <a:gd name="connsiteY2" fmla="*/ 685188 h 2266329"/>
                    <a:gd name="connsiteX3" fmla="*/ 1517461 w 2814089"/>
                    <a:gd name="connsiteY3" fmla="*/ 0 h 2266329"/>
                    <a:gd name="connsiteX4" fmla="*/ 474634 w 2814089"/>
                    <a:gd name="connsiteY4" fmla="*/ 491808 h 2266329"/>
                    <a:gd name="connsiteX5" fmla="*/ 0 w 2814089"/>
                    <a:gd name="connsiteY5" fmla="*/ 1143030 h 2266329"/>
                    <a:gd name="connsiteX0" fmla="*/ 0 w 2632054"/>
                    <a:gd name="connsiteY0" fmla="*/ 1143030 h 2266329"/>
                    <a:gd name="connsiteX1" fmla="*/ 1183387 w 2632054"/>
                    <a:gd name="connsiteY1" fmla="*/ 2266329 h 2266329"/>
                    <a:gd name="connsiteX2" fmla="*/ 2632054 w 2632054"/>
                    <a:gd name="connsiteY2" fmla="*/ 811568 h 2266329"/>
                    <a:gd name="connsiteX3" fmla="*/ 1517461 w 2632054"/>
                    <a:gd name="connsiteY3" fmla="*/ 0 h 2266329"/>
                    <a:gd name="connsiteX4" fmla="*/ 474634 w 2632054"/>
                    <a:gd name="connsiteY4" fmla="*/ 491808 h 2266329"/>
                    <a:gd name="connsiteX5" fmla="*/ 0 w 2632054"/>
                    <a:gd name="connsiteY5" fmla="*/ 1143030 h 2266329"/>
                    <a:gd name="connsiteX0" fmla="*/ 0 w 2525002"/>
                    <a:gd name="connsiteY0" fmla="*/ 1143030 h 2266329"/>
                    <a:gd name="connsiteX1" fmla="*/ 1183387 w 2525002"/>
                    <a:gd name="connsiteY1" fmla="*/ 2266329 h 2266329"/>
                    <a:gd name="connsiteX2" fmla="*/ 2525002 w 2525002"/>
                    <a:gd name="connsiteY2" fmla="*/ 896317 h 2266329"/>
                    <a:gd name="connsiteX3" fmla="*/ 1517461 w 2525002"/>
                    <a:gd name="connsiteY3" fmla="*/ 0 h 2266329"/>
                    <a:gd name="connsiteX4" fmla="*/ 474634 w 2525002"/>
                    <a:gd name="connsiteY4" fmla="*/ 491808 h 2266329"/>
                    <a:gd name="connsiteX5" fmla="*/ 0 w 2525002"/>
                    <a:gd name="connsiteY5" fmla="*/ 1143030 h 2266329"/>
                    <a:gd name="connsiteX0" fmla="*/ 0 w 2656688"/>
                    <a:gd name="connsiteY0" fmla="*/ 1143030 h 2266329"/>
                    <a:gd name="connsiteX1" fmla="*/ 1183387 w 2656688"/>
                    <a:gd name="connsiteY1" fmla="*/ 2266329 h 2266329"/>
                    <a:gd name="connsiteX2" fmla="*/ 2656688 w 2656688"/>
                    <a:gd name="connsiteY2" fmla="*/ 999280 h 2266329"/>
                    <a:gd name="connsiteX3" fmla="*/ 1517461 w 2656688"/>
                    <a:gd name="connsiteY3" fmla="*/ 0 h 2266329"/>
                    <a:gd name="connsiteX4" fmla="*/ 474634 w 2656688"/>
                    <a:gd name="connsiteY4" fmla="*/ 491808 h 2266329"/>
                    <a:gd name="connsiteX5" fmla="*/ 0 w 2656688"/>
                    <a:gd name="connsiteY5" fmla="*/ 1143030 h 2266329"/>
                    <a:gd name="connsiteX0" fmla="*/ 0 w 2627053"/>
                    <a:gd name="connsiteY0" fmla="*/ 1143030 h 2266329"/>
                    <a:gd name="connsiteX1" fmla="*/ 1183387 w 2627053"/>
                    <a:gd name="connsiteY1" fmla="*/ 2266329 h 2266329"/>
                    <a:gd name="connsiteX2" fmla="*/ 2627053 w 2627053"/>
                    <a:gd name="connsiteY2" fmla="*/ 1030503 h 2266329"/>
                    <a:gd name="connsiteX3" fmla="*/ 1517461 w 2627053"/>
                    <a:gd name="connsiteY3" fmla="*/ 0 h 2266329"/>
                    <a:gd name="connsiteX4" fmla="*/ 474634 w 2627053"/>
                    <a:gd name="connsiteY4" fmla="*/ 491808 h 2266329"/>
                    <a:gd name="connsiteX5" fmla="*/ 0 w 2627053"/>
                    <a:gd name="connsiteY5" fmla="*/ 1143030 h 226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27053" h="2266329">
                      <a:moveTo>
                        <a:pt x="0" y="1143030"/>
                      </a:moveTo>
                      <a:lnTo>
                        <a:pt x="1183387" y="2266329"/>
                      </a:lnTo>
                      <a:lnTo>
                        <a:pt x="2627053" y="1030503"/>
                      </a:lnTo>
                      <a:lnTo>
                        <a:pt x="1517461" y="0"/>
                      </a:lnTo>
                      <a:lnTo>
                        <a:pt x="474634" y="491808"/>
                      </a:lnTo>
                      <a:lnTo>
                        <a:pt x="0" y="1143030"/>
                      </a:lnTo>
                      <a:close/>
                    </a:path>
                  </a:pathLst>
                </a:custGeom>
                <a:gradFill flip="none" rotWithShape="1">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15" name="5-Point Star 14"/>
                <p:cNvSpPr/>
                <p:nvPr/>
              </p:nvSpPr>
              <p:spPr>
                <a:xfrm>
                  <a:off x="2074928" y="2838517"/>
                  <a:ext cx="1865306" cy="1865304"/>
                </a:xfrm>
                <a:prstGeom prst="star5">
                  <a:avLst>
                    <a:gd name="adj" fmla="val 24082"/>
                    <a:gd name="hf" fmla="val 105146"/>
                    <a:gd name="vf" fmla="val 110557"/>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grpSp>
          <p:nvGrpSpPr>
            <p:cNvPr id="18" name="Group 17"/>
            <p:cNvGrpSpPr/>
            <p:nvPr/>
          </p:nvGrpSpPr>
          <p:grpSpPr>
            <a:xfrm>
              <a:off x="3767099" y="2819400"/>
              <a:ext cx="2986229" cy="2992877"/>
              <a:chOff x="6112356" y="2832411"/>
              <a:chExt cx="2986229" cy="2992877"/>
            </a:xfrm>
          </p:grpSpPr>
          <p:sp>
            <p:nvSpPr>
              <p:cNvPr id="19" name="Freeform 18"/>
              <p:cNvSpPr/>
              <p:nvPr/>
            </p:nvSpPr>
            <p:spPr>
              <a:xfrm>
                <a:off x="7047571" y="2832411"/>
                <a:ext cx="1330982" cy="1820250"/>
              </a:xfrm>
              <a:custGeom>
                <a:avLst/>
                <a:gdLst>
                  <a:gd name="connsiteX0" fmla="*/ 107052 w 819242"/>
                  <a:gd name="connsiteY0" fmla="*/ 23046 h 1014017"/>
                  <a:gd name="connsiteX1" fmla="*/ 753822 w 819242"/>
                  <a:gd name="connsiteY1" fmla="*/ 714421 h 1014017"/>
                  <a:gd name="connsiteX2" fmla="*/ 499575 w 819242"/>
                  <a:gd name="connsiteY2" fmla="*/ 986511 h 1014017"/>
                  <a:gd name="connsiteX3" fmla="*/ 111512 w 819242"/>
                  <a:gd name="connsiteY3" fmla="*/ 852696 h 1014017"/>
                  <a:gd name="connsiteX4" fmla="*/ 107052 w 819242"/>
                  <a:gd name="connsiteY4" fmla="*/ 23046 h 1014017"/>
                  <a:gd name="connsiteX0" fmla="*/ 107052 w 819242"/>
                  <a:gd name="connsiteY0" fmla="*/ 0 h 990971"/>
                  <a:gd name="connsiteX1" fmla="*/ 753822 w 819242"/>
                  <a:gd name="connsiteY1" fmla="*/ 691375 h 990971"/>
                  <a:gd name="connsiteX2" fmla="*/ 499575 w 819242"/>
                  <a:gd name="connsiteY2" fmla="*/ 963465 h 990971"/>
                  <a:gd name="connsiteX3" fmla="*/ 111512 w 819242"/>
                  <a:gd name="connsiteY3" fmla="*/ 829650 h 990971"/>
                  <a:gd name="connsiteX4" fmla="*/ 107052 w 819242"/>
                  <a:gd name="connsiteY4" fmla="*/ 0 h 990971"/>
                  <a:gd name="connsiteX0" fmla="*/ 107052 w 753822"/>
                  <a:gd name="connsiteY0" fmla="*/ 0 h 990971"/>
                  <a:gd name="connsiteX1" fmla="*/ 753822 w 753822"/>
                  <a:gd name="connsiteY1" fmla="*/ 691375 h 990971"/>
                  <a:gd name="connsiteX2" fmla="*/ 499575 w 753822"/>
                  <a:gd name="connsiteY2" fmla="*/ 963465 h 990971"/>
                  <a:gd name="connsiteX3" fmla="*/ 111512 w 753822"/>
                  <a:gd name="connsiteY3" fmla="*/ 829650 h 990971"/>
                  <a:gd name="connsiteX4" fmla="*/ 107052 w 753822"/>
                  <a:gd name="connsiteY4" fmla="*/ 0 h 990971"/>
                  <a:gd name="connsiteX0" fmla="*/ 107052 w 753822"/>
                  <a:gd name="connsiteY0" fmla="*/ 0 h 963465"/>
                  <a:gd name="connsiteX1" fmla="*/ 753822 w 753822"/>
                  <a:gd name="connsiteY1" fmla="*/ 691375 h 963465"/>
                  <a:gd name="connsiteX2" fmla="*/ 499575 w 753822"/>
                  <a:gd name="connsiteY2" fmla="*/ 963465 h 963465"/>
                  <a:gd name="connsiteX3" fmla="*/ 111512 w 753822"/>
                  <a:gd name="connsiteY3" fmla="*/ 829650 h 963465"/>
                  <a:gd name="connsiteX4" fmla="*/ 107052 w 753822"/>
                  <a:gd name="connsiteY4" fmla="*/ 0 h 963465"/>
                  <a:gd name="connsiteX0" fmla="*/ 0 w 646770"/>
                  <a:gd name="connsiteY0" fmla="*/ 0 h 963465"/>
                  <a:gd name="connsiteX1" fmla="*/ 646770 w 646770"/>
                  <a:gd name="connsiteY1" fmla="*/ 691375 h 963465"/>
                  <a:gd name="connsiteX2" fmla="*/ 392523 w 646770"/>
                  <a:gd name="connsiteY2" fmla="*/ 963465 h 963465"/>
                  <a:gd name="connsiteX3" fmla="*/ 4460 w 646770"/>
                  <a:gd name="connsiteY3" fmla="*/ 829650 h 963465"/>
                  <a:gd name="connsiteX4" fmla="*/ 0 w 646770"/>
                  <a:gd name="connsiteY4" fmla="*/ 0 h 963465"/>
                  <a:gd name="connsiteX0" fmla="*/ 0 w 1330982"/>
                  <a:gd name="connsiteY0" fmla="*/ 0 h 1300975"/>
                  <a:gd name="connsiteX1" fmla="*/ 1330982 w 1330982"/>
                  <a:gd name="connsiteY1" fmla="*/ 1300975 h 1300975"/>
                  <a:gd name="connsiteX2" fmla="*/ 392523 w 1330982"/>
                  <a:gd name="connsiteY2" fmla="*/ 963465 h 1300975"/>
                  <a:gd name="connsiteX3" fmla="*/ 4460 w 1330982"/>
                  <a:gd name="connsiteY3" fmla="*/ 829650 h 1300975"/>
                  <a:gd name="connsiteX4" fmla="*/ 0 w 1330982"/>
                  <a:gd name="connsiteY4" fmla="*/ 0 h 1300975"/>
                  <a:gd name="connsiteX0" fmla="*/ 0 w 1330982"/>
                  <a:gd name="connsiteY0" fmla="*/ 0 h 1820250"/>
                  <a:gd name="connsiteX1" fmla="*/ 1330982 w 1330982"/>
                  <a:gd name="connsiteY1" fmla="*/ 1300975 h 1820250"/>
                  <a:gd name="connsiteX2" fmla="*/ 392523 w 1330982"/>
                  <a:gd name="connsiteY2" fmla="*/ 963465 h 1820250"/>
                  <a:gd name="connsiteX3" fmla="*/ 4460 w 1330982"/>
                  <a:gd name="connsiteY3" fmla="*/ 1820250 h 1820250"/>
                  <a:gd name="connsiteX4" fmla="*/ 0 w 1330982"/>
                  <a:gd name="connsiteY4" fmla="*/ 0 h 1820250"/>
                  <a:gd name="connsiteX0" fmla="*/ 0 w 1330982"/>
                  <a:gd name="connsiteY0" fmla="*/ 0 h 1820250"/>
                  <a:gd name="connsiteX1" fmla="*/ 1330982 w 1330982"/>
                  <a:gd name="connsiteY1" fmla="*/ 1300975 h 1820250"/>
                  <a:gd name="connsiteX2" fmla="*/ 543335 w 1330982"/>
                  <a:gd name="connsiteY2" fmla="*/ 1573065 h 1820250"/>
                  <a:gd name="connsiteX3" fmla="*/ 4460 w 1330982"/>
                  <a:gd name="connsiteY3" fmla="*/ 1820250 h 1820250"/>
                  <a:gd name="connsiteX4" fmla="*/ 0 w 1330982"/>
                  <a:gd name="connsiteY4" fmla="*/ 0 h 1820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0982" h="1820250">
                    <a:moveTo>
                      <a:pt x="0" y="0"/>
                    </a:moveTo>
                    <a:lnTo>
                      <a:pt x="1330982" y="1300975"/>
                    </a:lnTo>
                    <a:lnTo>
                      <a:pt x="543335" y="1573065"/>
                    </a:lnTo>
                    <a:lnTo>
                      <a:pt x="4460" y="1820250"/>
                    </a:lnTo>
                    <a:cubicBezTo>
                      <a:pt x="2973" y="1543700"/>
                      <a:pt x="1487" y="276550"/>
                      <a:pt x="0" y="0"/>
                    </a:cubicBezTo>
                    <a:close/>
                  </a:path>
                </a:pathLst>
              </a:custGeom>
              <a:gradFill>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20" name="Group 19"/>
              <p:cNvGrpSpPr/>
              <p:nvPr/>
            </p:nvGrpSpPr>
            <p:grpSpPr>
              <a:xfrm>
                <a:off x="6112356" y="2838517"/>
                <a:ext cx="2986229" cy="2986771"/>
                <a:chOff x="2074928" y="2838517"/>
                <a:chExt cx="2986229" cy="2986771"/>
              </a:xfrm>
            </p:grpSpPr>
            <p:sp>
              <p:nvSpPr>
                <p:cNvPr id="21" name="Freeform 20"/>
                <p:cNvSpPr/>
                <p:nvPr/>
              </p:nvSpPr>
              <p:spPr>
                <a:xfrm>
                  <a:off x="2434104" y="3558959"/>
                  <a:ext cx="2627053" cy="2266329"/>
                </a:xfrm>
                <a:custGeom>
                  <a:avLst/>
                  <a:gdLst>
                    <a:gd name="connsiteX0" fmla="*/ 133190 w 3101788"/>
                    <a:gd name="connsiteY0" fmla="*/ 1947903 h 3086420"/>
                    <a:gd name="connsiteX1" fmla="*/ 1524000 w 3101788"/>
                    <a:gd name="connsiteY1" fmla="*/ 3008299 h 3086420"/>
                    <a:gd name="connsiteX2" fmla="*/ 2968598 w 3101788"/>
                    <a:gd name="connsiteY2" fmla="*/ 1479176 h 3086420"/>
                    <a:gd name="connsiteX3" fmla="*/ 724860 w 3101788"/>
                    <a:gd name="connsiteY3" fmla="*/ 80682 h 3086420"/>
                    <a:gd name="connsiteX4" fmla="*/ 133190 w 3101788"/>
                    <a:gd name="connsiteY4" fmla="*/ 1947903 h 3086420"/>
                    <a:gd name="connsiteX0" fmla="*/ 133190 w 3101788"/>
                    <a:gd name="connsiteY0" fmla="*/ 1867221 h 3005738"/>
                    <a:gd name="connsiteX1" fmla="*/ 1524000 w 3101788"/>
                    <a:gd name="connsiteY1" fmla="*/ 2927617 h 3005738"/>
                    <a:gd name="connsiteX2" fmla="*/ 2968598 w 3101788"/>
                    <a:gd name="connsiteY2" fmla="*/ 1398494 h 3005738"/>
                    <a:gd name="connsiteX3" fmla="*/ 724860 w 3101788"/>
                    <a:gd name="connsiteY3" fmla="*/ 0 h 3005738"/>
                    <a:gd name="connsiteX4" fmla="*/ 133190 w 3101788"/>
                    <a:gd name="connsiteY4" fmla="*/ 1867221 h 3005738"/>
                    <a:gd name="connsiteX0" fmla="*/ 133190 w 2968598"/>
                    <a:gd name="connsiteY0" fmla="*/ 1867221 h 3005738"/>
                    <a:gd name="connsiteX1" fmla="*/ 1524000 w 2968598"/>
                    <a:gd name="connsiteY1" fmla="*/ 2927617 h 3005738"/>
                    <a:gd name="connsiteX2" fmla="*/ 2968598 w 2968598"/>
                    <a:gd name="connsiteY2" fmla="*/ 1398494 h 3005738"/>
                    <a:gd name="connsiteX3" fmla="*/ 724860 w 2968598"/>
                    <a:gd name="connsiteY3" fmla="*/ 0 h 3005738"/>
                    <a:gd name="connsiteX4" fmla="*/ 133190 w 2968598"/>
                    <a:gd name="connsiteY4" fmla="*/ 1867221 h 3005738"/>
                    <a:gd name="connsiteX0" fmla="*/ 133190 w 2968598"/>
                    <a:gd name="connsiteY0" fmla="*/ 1867221 h 2927617"/>
                    <a:gd name="connsiteX1" fmla="*/ 1524000 w 2968598"/>
                    <a:gd name="connsiteY1" fmla="*/ 2927617 h 2927617"/>
                    <a:gd name="connsiteX2" fmla="*/ 2968598 w 2968598"/>
                    <a:gd name="connsiteY2" fmla="*/ 1398494 h 2927617"/>
                    <a:gd name="connsiteX3" fmla="*/ 724860 w 2968598"/>
                    <a:gd name="connsiteY3" fmla="*/ 0 h 2927617"/>
                    <a:gd name="connsiteX4" fmla="*/ 133190 w 296859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0 w 283540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495953 w 2835408"/>
                    <a:gd name="connsiteY4" fmla="*/ 1205114 h 2927617"/>
                    <a:gd name="connsiteX5" fmla="*/ 0 w 2835408"/>
                    <a:gd name="connsiteY5" fmla="*/ 1867221 h 2927617"/>
                    <a:gd name="connsiteX0" fmla="*/ 0 w 2835408"/>
                    <a:gd name="connsiteY0" fmla="*/ 1867221 h 2999335"/>
                    <a:gd name="connsiteX1" fmla="*/ 1854721 w 2835408"/>
                    <a:gd name="connsiteY1" fmla="*/ 2999335 h 2999335"/>
                    <a:gd name="connsiteX2" fmla="*/ 2835408 w 2835408"/>
                    <a:gd name="connsiteY2" fmla="*/ 1398494 h 2999335"/>
                    <a:gd name="connsiteX3" fmla="*/ 591670 w 2835408"/>
                    <a:gd name="connsiteY3" fmla="*/ 0 h 2999335"/>
                    <a:gd name="connsiteX4" fmla="*/ 495953 w 2835408"/>
                    <a:gd name="connsiteY4" fmla="*/ 1205114 h 2999335"/>
                    <a:gd name="connsiteX5" fmla="*/ 0 w 2835408"/>
                    <a:gd name="connsiteY5" fmla="*/ 1867221 h 2999335"/>
                    <a:gd name="connsiteX0" fmla="*/ 0 w 2768506"/>
                    <a:gd name="connsiteY0" fmla="*/ 1852707 h 2999335"/>
                    <a:gd name="connsiteX1" fmla="*/ 1787819 w 2768506"/>
                    <a:gd name="connsiteY1" fmla="*/ 2999335 h 2999335"/>
                    <a:gd name="connsiteX2" fmla="*/ 2768506 w 2768506"/>
                    <a:gd name="connsiteY2" fmla="*/ 1398494 h 2999335"/>
                    <a:gd name="connsiteX3" fmla="*/ 524768 w 2768506"/>
                    <a:gd name="connsiteY3" fmla="*/ 0 h 2999335"/>
                    <a:gd name="connsiteX4" fmla="*/ 429051 w 2768506"/>
                    <a:gd name="connsiteY4" fmla="*/ 1205114 h 2999335"/>
                    <a:gd name="connsiteX5" fmla="*/ 0 w 2768506"/>
                    <a:gd name="connsiteY5" fmla="*/ 1852707 h 2999335"/>
                    <a:gd name="connsiteX0" fmla="*/ 0 w 2814089"/>
                    <a:gd name="connsiteY0" fmla="*/ 1856336 h 2999335"/>
                    <a:gd name="connsiteX1" fmla="*/ 1833402 w 2814089"/>
                    <a:gd name="connsiteY1" fmla="*/ 2999335 h 2999335"/>
                    <a:gd name="connsiteX2" fmla="*/ 2814089 w 2814089"/>
                    <a:gd name="connsiteY2" fmla="*/ 1398494 h 2999335"/>
                    <a:gd name="connsiteX3" fmla="*/ 570351 w 2814089"/>
                    <a:gd name="connsiteY3" fmla="*/ 0 h 2999335"/>
                    <a:gd name="connsiteX4" fmla="*/ 474634 w 2814089"/>
                    <a:gd name="connsiteY4" fmla="*/ 1205114 h 2999335"/>
                    <a:gd name="connsiteX5" fmla="*/ 0 w 2814089"/>
                    <a:gd name="connsiteY5" fmla="*/ 1856336 h 2999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143030 h 2286029"/>
                    <a:gd name="connsiteX1" fmla="*/ 1833402 w 2814089"/>
                    <a:gd name="connsiteY1" fmla="*/ 2286029 h 2286029"/>
                    <a:gd name="connsiteX2" fmla="*/ 2814089 w 2814089"/>
                    <a:gd name="connsiteY2" fmla="*/ 685188 h 2286029"/>
                    <a:gd name="connsiteX3" fmla="*/ 1517461 w 2814089"/>
                    <a:gd name="connsiteY3" fmla="*/ 0 h 2286029"/>
                    <a:gd name="connsiteX4" fmla="*/ 474634 w 2814089"/>
                    <a:gd name="connsiteY4" fmla="*/ 491808 h 2286029"/>
                    <a:gd name="connsiteX5" fmla="*/ 0 w 2814089"/>
                    <a:gd name="connsiteY5" fmla="*/ 1143030 h 2286029"/>
                    <a:gd name="connsiteX0" fmla="*/ 0 w 2814089"/>
                    <a:gd name="connsiteY0" fmla="*/ 1143030 h 2266329"/>
                    <a:gd name="connsiteX1" fmla="*/ 1183387 w 2814089"/>
                    <a:gd name="connsiteY1" fmla="*/ 2266329 h 2266329"/>
                    <a:gd name="connsiteX2" fmla="*/ 2814089 w 2814089"/>
                    <a:gd name="connsiteY2" fmla="*/ 685188 h 2266329"/>
                    <a:gd name="connsiteX3" fmla="*/ 1517461 w 2814089"/>
                    <a:gd name="connsiteY3" fmla="*/ 0 h 2266329"/>
                    <a:gd name="connsiteX4" fmla="*/ 474634 w 2814089"/>
                    <a:gd name="connsiteY4" fmla="*/ 491808 h 2266329"/>
                    <a:gd name="connsiteX5" fmla="*/ 0 w 2814089"/>
                    <a:gd name="connsiteY5" fmla="*/ 1143030 h 2266329"/>
                    <a:gd name="connsiteX0" fmla="*/ 0 w 2632054"/>
                    <a:gd name="connsiteY0" fmla="*/ 1143030 h 2266329"/>
                    <a:gd name="connsiteX1" fmla="*/ 1183387 w 2632054"/>
                    <a:gd name="connsiteY1" fmla="*/ 2266329 h 2266329"/>
                    <a:gd name="connsiteX2" fmla="*/ 2632054 w 2632054"/>
                    <a:gd name="connsiteY2" fmla="*/ 811568 h 2266329"/>
                    <a:gd name="connsiteX3" fmla="*/ 1517461 w 2632054"/>
                    <a:gd name="connsiteY3" fmla="*/ 0 h 2266329"/>
                    <a:gd name="connsiteX4" fmla="*/ 474634 w 2632054"/>
                    <a:gd name="connsiteY4" fmla="*/ 491808 h 2266329"/>
                    <a:gd name="connsiteX5" fmla="*/ 0 w 2632054"/>
                    <a:gd name="connsiteY5" fmla="*/ 1143030 h 2266329"/>
                    <a:gd name="connsiteX0" fmla="*/ 0 w 2525002"/>
                    <a:gd name="connsiteY0" fmla="*/ 1143030 h 2266329"/>
                    <a:gd name="connsiteX1" fmla="*/ 1183387 w 2525002"/>
                    <a:gd name="connsiteY1" fmla="*/ 2266329 h 2266329"/>
                    <a:gd name="connsiteX2" fmla="*/ 2525002 w 2525002"/>
                    <a:gd name="connsiteY2" fmla="*/ 896317 h 2266329"/>
                    <a:gd name="connsiteX3" fmla="*/ 1517461 w 2525002"/>
                    <a:gd name="connsiteY3" fmla="*/ 0 h 2266329"/>
                    <a:gd name="connsiteX4" fmla="*/ 474634 w 2525002"/>
                    <a:gd name="connsiteY4" fmla="*/ 491808 h 2266329"/>
                    <a:gd name="connsiteX5" fmla="*/ 0 w 2525002"/>
                    <a:gd name="connsiteY5" fmla="*/ 1143030 h 2266329"/>
                    <a:gd name="connsiteX0" fmla="*/ 0 w 2656688"/>
                    <a:gd name="connsiteY0" fmla="*/ 1143030 h 2266329"/>
                    <a:gd name="connsiteX1" fmla="*/ 1183387 w 2656688"/>
                    <a:gd name="connsiteY1" fmla="*/ 2266329 h 2266329"/>
                    <a:gd name="connsiteX2" fmla="*/ 2656688 w 2656688"/>
                    <a:gd name="connsiteY2" fmla="*/ 999280 h 2266329"/>
                    <a:gd name="connsiteX3" fmla="*/ 1517461 w 2656688"/>
                    <a:gd name="connsiteY3" fmla="*/ 0 h 2266329"/>
                    <a:gd name="connsiteX4" fmla="*/ 474634 w 2656688"/>
                    <a:gd name="connsiteY4" fmla="*/ 491808 h 2266329"/>
                    <a:gd name="connsiteX5" fmla="*/ 0 w 2656688"/>
                    <a:gd name="connsiteY5" fmla="*/ 1143030 h 2266329"/>
                    <a:gd name="connsiteX0" fmla="*/ 0 w 2627053"/>
                    <a:gd name="connsiteY0" fmla="*/ 1143030 h 2266329"/>
                    <a:gd name="connsiteX1" fmla="*/ 1183387 w 2627053"/>
                    <a:gd name="connsiteY1" fmla="*/ 2266329 h 2266329"/>
                    <a:gd name="connsiteX2" fmla="*/ 2627053 w 2627053"/>
                    <a:gd name="connsiteY2" fmla="*/ 1030503 h 2266329"/>
                    <a:gd name="connsiteX3" fmla="*/ 1517461 w 2627053"/>
                    <a:gd name="connsiteY3" fmla="*/ 0 h 2266329"/>
                    <a:gd name="connsiteX4" fmla="*/ 474634 w 2627053"/>
                    <a:gd name="connsiteY4" fmla="*/ 491808 h 2266329"/>
                    <a:gd name="connsiteX5" fmla="*/ 0 w 2627053"/>
                    <a:gd name="connsiteY5" fmla="*/ 1143030 h 226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27053" h="2266329">
                      <a:moveTo>
                        <a:pt x="0" y="1143030"/>
                      </a:moveTo>
                      <a:lnTo>
                        <a:pt x="1183387" y="2266329"/>
                      </a:lnTo>
                      <a:lnTo>
                        <a:pt x="2627053" y="1030503"/>
                      </a:lnTo>
                      <a:lnTo>
                        <a:pt x="1517461" y="0"/>
                      </a:lnTo>
                      <a:lnTo>
                        <a:pt x="474634" y="491808"/>
                      </a:lnTo>
                      <a:lnTo>
                        <a:pt x="0" y="1143030"/>
                      </a:lnTo>
                      <a:close/>
                    </a:path>
                  </a:pathLst>
                </a:custGeom>
                <a:gradFill flip="none" rotWithShape="1">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22" name="5-Point Star 21"/>
                <p:cNvSpPr/>
                <p:nvPr/>
              </p:nvSpPr>
              <p:spPr>
                <a:xfrm>
                  <a:off x="2074928" y="2838517"/>
                  <a:ext cx="1865306" cy="1865304"/>
                </a:xfrm>
                <a:prstGeom prst="star5">
                  <a:avLst>
                    <a:gd name="adj" fmla="val 24082"/>
                    <a:gd name="hf" fmla="val 105146"/>
                    <a:gd name="vf" fmla="val 110557"/>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grpSp>
          <p:nvGrpSpPr>
            <p:cNvPr id="23" name="Group 22"/>
            <p:cNvGrpSpPr/>
            <p:nvPr/>
          </p:nvGrpSpPr>
          <p:grpSpPr>
            <a:xfrm>
              <a:off x="5783186" y="2819400"/>
              <a:ext cx="2986229" cy="2992877"/>
              <a:chOff x="6112356" y="2832411"/>
              <a:chExt cx="2986229" cy="2992877"/>
            </a:xfrm>
          </p:grpSpPr>
          <p:sp>
            <p:nvSpPr>
              <p:cNvPr id="24" name="Freeform 23"/>
              <p:cNvSpPr/>
              <p:nvPr/>
            </p:nvSpPr>
            <p:spPr>
              <a:xfrm>
                <a:off x="7047571" y="2832411"/>
                <a:ext cx="1330982" cy="1820250"/>
              </a:xfrm>
              <a:custGeom>
                <a:avLst/>
                <a:gdLst>
                  <a:gd name="connsiteX0" fmla="*/ 107052 w 819242"/>
                  <a:gd name="connsiteY0" fmla="*/ 23046 h 1014017"/>
                  <a:gd name="connsiteX1" fmla="*/ 753822 w 819242"/>
                  <a:gd name="connsiteY1" fmla="*/ 714421 h 1014017"/>
                  <a:gd name="connsiteX2" fmla="*/ 499575 w 819242"/>
                  <a:gd name="connsiteY2" fmla="*/ 986511 h 1014017"/>
                  <a:gd name="connsiteX3" fmla="*/ 111512 w 819242"/>
                  <a:gd name="connsiteY3" fmla="*/ 852696 h 1014017"/>
                  <a:gd name="connsiteX4" fmla="*/ 107052 w 819242"/>
                  <a:gd name="connsiteY4" fmla="*/ 23046 h 1014017"/>
                  <a:gd name="connsiteX0" fmla="*/ 107052 w 819242"/>
                  <a:gd name="connsiteY0" fmla="*/ 0 h 990971"/>
                  <a:gd name="connsiteX1" fmla="*/ 753822 w 819242"/>
                  <a:gd name="connsiteY1" fmla="*/ 691375 h 990971"/>
                  <a:gd name="connsiteX2" fmla="*/ 499575 w 819242"/>
                  <a:gd name="connsiteY2" fmla="*/ 963465 h 990971"/>
                  <a:gd name="connsiteX3" fmla="*/ 111512 w 819242"/>
                  <a:gd name="connsiteY3" fmla="*/ 829650 h 990971"/>
                  <a:gd name="connsiteX4" fmla="*/ 107052 w 819242"/>
                  <a:gd name="connsiteY4" fmla="*/ 0 h 990971"/>
                  <a:gd name="connsiteX0" fmla="*/ 107052 w 753822"/>
                  <a:gd name="connsiteY0" fmla="*/ 0 h 990971"/>
                  <a:gd name="connsiteX1" fmla="*/ 753822 w 753822"/>
                  <a:gd name="connsiteY1" fmla="*/ 691375 h 990971"/>
                  <a:gd name="connsiteX2" fmla="*/ 499575 w 753822"/>
                  <a:gd name="connsiteY2" fmla="*/ 963465 h 990971"/>
                  <a:gd name="connsiteX3" fmla="*/ 111512 w 753822"/>
                  <a:gd name="connsiteY3" fmla="*/ 829650 h 990971"/>
                  <a:gd name="connsiteX4" fmla="*/ 107052 w 753822"/>
                  <a:gd name="connsiteY4" fmla="*/ 0 h 990971"/>
                  <a:gd name="connsiteX0" fmla="*/ 107052 w 753822"/>
                  <a:gd name="connsiteY0" fmla="*/ 0 h 963465"/>
                  <a:gd name="connsiteX1" fmla="*/ 753822 w 753822"/>
                  <a:gd name="connsiteY1" fmla="*/ 691375 h 963465"/>
                  <a:gd name="connsiteX2" fmla="*/ 499575 w 753822"/>
                  <a:gd name="connsiteY2" fmla="*/ 963465 h 963465"/>
                  <a:gd name="connsiteX3" fmla="*/ 111512 w 753822"/>
                  <a:gd name="connsiteY3" fmla="*/ 829650 h 963465"/>
                  <a:gd name="connsiteX4" fmla="*/ 107052 w 753822"/>
                  <a:gd name="connsiteY4" fmla="*/ 0 h 963465"/>
                  <a:gd name="connsiteX0" fmla="*/ 0 w 646770"/>
                  <a:gd name="connsiteY0" fmla="*/ 0 h 963465"/>
                  <a:gd name="connsiteX1" fmla="*/ 646770 w 646770"/>
                  <a:gd name="connsiteY1" fmla="*/ 691375 h 963465"/>
                  <a:gd name="connsiteX2" fmla="*/ 392523 w 646770"/>
                  <a:gd name="connsiteY2" fmla="*/ 963465 h 963465"/>
                  <a:gd name="connsiteX3" fmla="*/ 4460 w 646770"/>
                  <a:gd name="connsiteY3" fmla="*/ 829650 h 963465"/>
                  <a:gd name="connsiteX4" fmla="*/ 0 w 646770"/>
                  <a:gd name="connsiteY4" fmla="*/ 0 h 963465"/>
                  <a:gd name="connsiteX0" fmla="*/ 0 w 1330982"/>
                  <a:gd name="connsiteY0" fmla="*/ 0 h 1300975"/>
                  <a:gd name="connsiteX1" fmla="*/ 1330982 w 1330982"/>
                  <a:gd name="connsiteY1" fmla="*/ 1300975 h 1300975"/>
                  <a:gd name="connsiteX2" fmla="*/ 392523 w 1330982"/>
                  <a:gd name="connsiteY2" fmla="*/ 963465 h 1300975"/>
                  <a:gd name="connsiteX3" fmla="*/ 4460 w 1330982"/>
                  <a:gd name="connsiteY3" fmla="*/ 829650 h 1300975"/>
                  <a:gd name="connsiteX4" fmla="*/ 0 w 1330982"/>
                  <a:gd name="connsiteY4" fmla="*/ 0 h 1300975"/>
                  <a:gd name="connsiteX0" fmla="*/ 0 w 1330982"/>
                  <a:gd name="connsiteY0" fmla="*/ 0 h 1820250"/>
                  <a:gd name="connsiteX1" fmla="*/ 1330982 w 1330982"/>
                  <a:gd name="connsiteY1" fmla="*/ 1300975 h 1820250"/>
                  <a:gd name="connsiteX2" fmla="*/ 392523 w 1330982"/>
                  <a:gd name="connsiteY2" fmla="*/ 963465 h 1820250"/>
                  <a:gd name="connsiteX3" fmla="*/ 4460 w 1330982"/>
                  <a:gd name="connsiteY3" fmla="*/ 1820250 h 1820250"/>
                  <a:gd name="connsiteX4" fmla="*/ 0 w 1330982"/>
                  <a:gd name="connsiteY4" fmla="*/ 0 h 1820250"/>
                  <a:gd name="connsiteX0" fmla="*/ 0 w 1330982"/>
                  <a:gd name="connsiteY0" fmla="*/ 0 h 1820250"/>
                  <a:gd name="connsiteX1" fmla="*/ 1330982 w 1330982"/>
                  <a:gd name="connsiteY1" fmla="*/ 1300975 h 1820250"/>
                  <a:gd name="connsiteX2" fmla="*/ 543335 w 1330982"/>
                  <a:gd name="connsiteY2" fmla="*/ 1573065 h 1820250"/>
                  <a:gd name="connsiteX3" fmla="*/ 4460 w 1330982"/>
                  <a:gd name="connsiteY3" fmla="*/ 1820250 h 1820250"/>
                  <a:gd name="connsiteX4" fmla="*/ 0 w 1330982"/>
                  <a:gd name="connsiteY4" fmla="*/ 0 h 1820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0982" h="1820250">
                    <a:moveTo>
                      <a:pt x="0" y="0"/>
                    </a:moveTo>
                    <a:lnTo>
                      <a:pt x="1330982" y="1300975"/>
                    </a:lnTo>
                    <a:lnTo>
                      <a:pt x="543335" y="1573065"/>
                    </a:lnTo>
                    <a:lnTo>
                      <a:pt x="4460" y="1820250"/>
                    </a:lnTo>
                    <a:cubicBezTo>
                      <a:pt x="2973" y="1543700"/>
                      <a:pt x="1487" y="276550"/>
                      <a:pt x="0" y="0"/>
                    </a:cubicBezTo>
                    <a:close/>
                  </a:path>
                </a:pathLst>
              </a:custGeom>
              <a:gradFill>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25" name="Group 24"/>
              <p:cNvGrpSpPr/>
              <p:nvPr/>
            </p:nvGrpSpPr>
            <p:grpSpPr>
              <a:xfrm>
                <a:off x="6112356" y="2838517"/>
                <a:ext cx="2986229" cy="2986771"/>
                <a:chOff x="2074928" y="2838517"/>
                <a:chExt cx="2986229" cy="2986771"/>
              </a:xfrm>
            </p:grpSpPr>
            <p:sp>
              <p:nvSpPr>
                <p:cNvPr id="26" name="Freeform 25"/>
                <p:cNvSpPr/>
                <p:nvPr/>
              </p:nvSpPr>
              <p:spPr>
                <a:xfrm>
                  <a:off x="2434104" y="3558959"/>
                  <a:ext cx="2627053" cy="2266329"/>
                </a:xfrm>
                <a:custGeom>
                  <a:avLst/>
                  <a:gdLst>
                    <a:gd name="connsiteX0" fmla="*/ 133190 w 3101788"/>
                    <a:gd name="connsiteY0" fmla="*/ 1947903 h 3086420"/>
                    <a:gd name="connsiteX1" fmla="*/ 1524000 w 3101788"/>
                    <a:gd name="connsiteY1" fmla="*/ 3008299 h 3086420"/>
                    <a:gd name="connsiteX2" fmla="*/ 2968598 w 3101788"/>
                    <a:gd name="connsiteY2" fmla="*/ 1479176 h 3086420"/>
                    <a:gd name="connsiteX3" fmla="*/ 724860 w 3101788"/>
                    <a:gd name="connsiteY3" fmla="*/ 80682 h 3086420"/>
                    <a:gd name="connsiteX4" fmla="*/ 133190 w 3101788"/>
                    <a:gd name="connsiteY4" fmla="*/ 1947903 h 3086420"/>
                    <a:gd name="connsiteX0" fmla="*/ 133190 w 3101788"/>
                    <a:gd name="connsiteY0" fmla="*/ 1867221 h 3005738"/>
                    <a:gd name="connsiteX1" fmla="*/ 1524000 w 3101788"/>
                    <a:gd name="connsiteY1" fmla="*/ 2927617 h 3005738"/>
                    <a:gd name="connsiteX2" fmla="*/ 2968598 w 3101788"/>
                    <a:gd name="connsiteY2" fmla="*/ 1398494 h 3005738"/>
                    <a:gd name="connsiteX3" fmla="*/ 724860 w 3101788"/>
                    <a:gd name="connsiteY3" fmla="*/ 0 h 3005738"/>
                    <a:gd name="connsiteX4" fmla="*/ 133190 w 3101788"/>
                    <a:gd name="connsiteY4" fmla="*/ 1867221 h 3005738"/>
                    <a:gd name="connsiteX0" fmla="*/ 133190 w 2968598"/>
                    <a:gd name="connsiteY0" fmla="*/ 1867221 h 3005738"/>
                    <a:gd name="connsiteX1" fmla="*/ 1524000 w 2968598"/>
                    <a:gd name="connsiteY1" fmla="*/ 2927617 h 3005738"/>
                    <a:gd name="connsiteX2" fmla="*/ 2968598 w 2968598"/>
                    <a:gd name="connsiteY2" fmla="*/ 1398494 h 3005738"/>
                    <a:gd name="connsiteX3" fmla="*/ 724860 w 2968598"/>
                    <a:gd name="connsiteY3" fmla="*/ 0 h 3005738"/>
                    <a:gd name="connsiteX4" fmla="*/ 133190 w 2968598"/>
                    <a:gd name="connsiteY4" fmla="*/ 1867221 h 3005738"/>
                    <a:gd name="connsiteX0" fmla="*/ 133190 w 2968598"/>
                    <a:gd name="connsiteY0" fmla="*/ 1867221 h 2927617"/>
                    <a:gd name="connsiteX1" fmla="*/ 1524000 w 2968598"/>
                    <a:gd name="connsiteY1" fmla="*/ 2927617 h 2927617"/>
                    <a:gd name="connsiteX2" fmla="*/ 2968598 w 2968598"/>
                    <a:gd name="connsiteY2" fmla="*/ 1398494 h 2927617"/>
                    <a:gd name="connsiteX3" fmla="*/ 724860 w 2968598"/>
                    <a:gd name="connsiteY3" fmla="*/ 0 h 2927617"/>
                    <a:gd name="connsiteX4" fmla="*/ 133190 w 296859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0 w 283540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495953 w 2835408"/>
                    <a:gd name="connsiteY4" fmla="*/ 1205114 h 2927617"/>
                    <a:gd name="connsiteX5" fmla="*/ 0 w 2835408"/>
                    <a:gd name="connsiteY5" fmla="*/ 1867221 h 2927617"/>
                    <a:gd name="connsiteX0" fmla="*/ 0 w 2835408"/>
                    <a:gd name="connsiteY0" fmla="*/ 1867221 h 2999335"/>
                    <a:gd name="connsiteX1" fmla="*/ 1854721 w 2835408"/>
                    <a:gd name="connsiteY1" fmla="*/ 2999335 h 2999335"/>
                    <a:gd name="connsiteX2" fmla="*/ 2835408 w 2835408"/>
                    <a:gd name="connsiteY2" fmla="*/ 1398494 h 2999335"/>
                    <a:gd name="connsiteX3" fmla="*/ 591670 w 2835408"/>
                    <a:gd name="connsiteY3" fmla="*/ 0 h 2999335"/>
                    <a:gd name="connsiteX4" fmla="*/ 495953 w 2835408"/>
                    <a:gd name="connsiteY4" fmla="*/ 1205114 h 2999335"/>
                    <a:gd name="connsiteX5" fmla="*/ 0 w 2835408"/>
                    <a:gd name="connsiteY5" fmla="*/ 1867221 h 2999335"/>
                    <a:gd name="connsiteX0" fmla="*/ 0 w 2768506"/>
                    <a:gd name="connsiteY0" fmla="*/ 1852707 h 2999335"/>
                    <a:gd name="connsiteX1" fmla="*/ 1787819 w 2768506"/>
                    <a:gd name="connsiteY1" fmla="*/ 2999335 h 2999335"/>
                    <a:gd name="connsiteX2" fmla="*/ 2768506 w 2768506"/>
                    <a:gd name="connsiteY2" fmla="*/ 1398494 h 2999335"/>
                    <a:gd name="connsiteX3" fmla="*/ 524768 w 2768506"/>
                    <a:gd name="connsiteY3" fmla="*/ 0 h 2999335"/>
                    <a:gd name="connsiteX4" fmla="*/ 429051 w 2768506"/>
                    <a:gd name="connsiteY4" fmla="*/ 1205114 h 2999335"/>
                    <a:gd name="connsiteX5" fmla="*/ 0 w 2768506"/>
                    <a:gd name="connsiteY5" fmla="*/ 1852707 h 2999335"/>
                    <a:gd name="connsiteX0" fmla="*/ 0 w 2814089"/>
                    <a:gd name="connsiteY0" fmla="*/ 1856336 h 2999335"/>
                    <a:gd name="connsiteX1" fmla="*/ 1833402 w 2814089"/>
                    <a:gd name="connsiteY1" fmla="*/ 2999335 h 2999335"/>
                    <a:gd name="connsiteX2" fmla="*/ 2814089 w 2814089"/>
                    <a:gd name="connsiteY2" fmla="*/ 1398494 h 2999335"/>
                    <a:gd name="connsiteX3" fmla="*/ 570351 w 2814089"/>
                    <a:gd name="connsiteY3" fmla="*/ 0 h 2999335"/>
                    <a:gd name="connsiteX4" fmla="*/ 474634 w 2814089"/>
                    <a:gd name="connsiteY4" fmla="*/ 1205114 h 2999335"/>
                    <a:gd name="connsiteX5" fmla="*/ 0 w 2814089"/>
                    <a:gd name="connsiteY5" fmla="*/ 1856336 h 2999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143030 h 2286029"/>
                    <a:gd name="connsiteX1" fmla="*/ 1833402 w 2814089"/>
                    <a:gd name="connsiteY1" fmla="*/ 2286029 h 2286029"/>
                    <a:gd name="connsiteX2" fmla="*/ 2814089 w 2814089"/>
                    <a:gd name="connsiteY2" fmla="*/ 685188 h 2286029"/>
                    <a:gd name="connsiteX3" fmla="*/ 1517461 w 2814089"/>
                    <a:gd name="connsiteY3" fmla="*/ 0 h 2286029"/>
                    <a:gd name="connsiteX4" fmla="*/ 474634 w 2814089"/>
                    <a:gd name="connsiteY4" fmla="*/ 491808 h 2286029"/>
                    <a:gd name="connsiteX5" fmla="*/ 0 w 2814089"/>
                    <a:gd name="connsiteY5" fmla="*/ 1143030 h 2286029"/>
                    <a:gd name="connsiteX0" fmla="*/ 0 w 2814089"/>
                    <a:gd name="connsiteY0" fmla="*/ 1143030 h 2266329"/>
                    <a:gd name="connsiteX1" fmla="*/ 1183387 w 2814089"/>
                    <a:gd name="connsiteY1" fmla="*/ 2266329 h 2266329"/>
                    <a:gd name="connsiteX2" fmla="*/ 2814089 w 2814089"/>
                    <a:gd name="connsiteY2" fmla="*/ 685188 h 2266329"/>
                    <a:gd name="connsiteX3" fmla="*/ 1517461 w 2814089"/>
                    <a:gd name="connsiteY3" fmla="*/ 0 h 2266329"/>
                    <a:gd name="connsiteX4" fmla="*/ 474634 w 2814089"/>
                    <a:gd name="connsiteY4" fmla="*/ 491808 h 2266329"/>
                    <a:gd name="connsiteX5" fmla="*/ 0 w 2814089"/>
                    <a:gd name="connsiteY5" fmla="*/ 1143030 h 2266329"/>
                    <a:gd name="connsiteX0" fmla="*/ 0 w 2632054"/>
                    <a:gd name="connsiteY0" fmla="*/ 1143030 h 2266329"/>
                    <a:gd name="connsiteX1" fmla="*/ 1183387 w 2632054"/>
                    <a:gd name="connsiteY1" fmla="*/ 2266329 h 2266329"/>
                    <a:gd name="connsiteX2" fmla="*/ 2632054 w 2632054"/>
                    <a:gd name="connsiteY2" fmla="*/ 811568 h 2266329"/>
                    <a:gd name="connsiteX3" fmla="*/ 1517461 w 2632054"/>
                    <a:gd name="connsiteY3" fmla="*/ 0 h 2266329"/>
                    <a:gd name="connsiteX4" fmla="*/ 474634 w 2632054"/>
                    <a:gd name="connsiteY4" fmla="*/ 491808 h 2266329"/>
                    <a:gd name="connsiteX5" fmla="*/ 0 w 2632054"/>
                    <a:gd name="connsiteY5" fmla="*/ 1143030 h 2266329"/>
                    <a:gd name="connsiteX0" fmla="*/ 0 w 2525002"/>
                    <a:gd name="connsiteY0" fmla="*/ 1143030 h 2266329"/>
                    <a:gd name="connsiteX1" fmla="*/ 1183387 w 2525002"/>
                    <a:gd name="connsiteY1" fmla="*/ 2266329 h 2266329"/>
                    <a:gd name="connsiteX2" fmla="*/ 2525002 w 2525002"/>
                    <a:gd name="connsiteY2" fmla="*/ 896317 h 2266329"/>
                    <a:gd name="connsiteX3" fmla="*/ 1517461 w 2525002"/>
                    <a:gd name="connsiteY3" fmla="*/ 0 h 2266329"/>
                    <a:gd name="connsiteX4" fmla="*/ 474634 w 2525002"/>
                    <a:gd name="connsiteY4" fmla="*/ 491808 h 2266329"/>
                    <a:gd name="connsiteX5" fmla="*/ 0 w 2525002"/>
                    <a:gd name="connsiteY5" fmla="*/ 1143030 h 2266329"/>
                    <a:gd name="connsiteX0" fmla="*/ 0 w 2656688"/>
                    <a:gd name="connsiteY0" fmla="*/ 1143030 h 2266329"/>
                    <a:gd name="connsiteX1" fmla="*/ 1183387 w 2656688"/>
                    <a:gd name="connsiteY1" fmla="*/ 2266329 h 2266329"/>
                    <a:gd name="connsiteX2" fmla="*/ 2656688 w 2656688"/>
                    <a:gd name="connsiteY2" fmla="*/ 999280 h 2266329"/>
                    <a:gd name="connsiteX3" fmla="*/ 1517461 w 2656688"/>
                    <a:gd name="connsiteY3" fmla="*/ 0 h 2266329"/>
                    <a:gd name="connsiteX4" fmla="*/ 474634 w 2656688"/>
                    <a:gd name="connsiteY4" fmla="*/ 491808 h 2266329"/>
                    <a:gd name="connsiteX5" fmla="*/ 0 w 2656688"/>
                    <a:gd name="connsiteY5" fmla="*/ 1143030 h 2266329"/>
                    <a:gd name="connsiteX0" fmla="*/ 0 w 2627053"/>
                    <a:gd name="connsiteY0" fmla="*/ 1143030 h 2266329"/>
                    <a:gd name="connsiteX1" fmla="*/ 1183387 w 2627053"/>
                    <a:gd name="connsiteY1" fmla="*/ 2266329 h 2266329"/>
                    <a:gd name="connsiteX2" fmla="*/ 2627053 w 2627053"/>
                    <a:gd name="connsiteY2" fmla="*/ 1030503 h 2266329"/>
                    <a:gd name="connsiteX3" fmla="*/ 1517461 w 2627053"/>
                    <a:gd name="connsiteY3" fmla="*/ 0 h 2266329"/>
                    <a:gd name="connsiteX4" fmla="*/ 474634 w 2627053"/>
                    <a:gd name="connsiteY4" fmla="*/ 491808 h 2266329"/>
                    <a:gd name="connsiteX5" fmla="*/ 0 w 2627053"/>
                    <a:gd name="connsiteY5" fmla="*/ 1143030 h 226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27053" h="2266329">
                      <a:moveTo>
                        <a:pt x="0" y="1143030"/>
                      </a:moveTo>
                      <a:lnTo>
                        <a:pt x="1183387" y="2266329"/>
                      </a:lnTo>
                      <a:lnTo>
                        <a:pt x="2627053" y="1030503"/>
                      </a:lnTo>
                      <a:lnTo>
                        <a:pt x="1517461" y="0"/>
                      </a:lnTo>
                      <a:lnTo>
                        <a:pt x="474634" y="491808"/>
                      </a:lnTo>
                      <a:lnTo>
                        <a:pt x="0" y="1143030"/>
                      </a:lnTo>
                      <a:close/>
                    </a:path>
                  </a:pathLst>
                </a:custGeom>
                <a:gradFill flip="none" rotWithShape="1">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27" name="5-Point Star 26"/>
                <p:cNvSpPr/>
                <p:nvPr/>
              </p:nvSpPr>
              <p:spPr>
                <a:xfrm>
                  <a:off x="2074928" y="2838517"/>
                  <a:ext cx="1865306" cy="1865304"/>
                </a:xfrm>
                <a:prstGeom prst="star5">
                  <a:avLst>
                    <a:gd name="adj" fmla="val 24082"/>
                    <a:gd name="hf" fmla="val 105146"/>
                    <a:gd name="vf" fmla="val 110557"/>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grpSp>
          <p:nvGrpSpPr>
            <p:cNvPr id="28" name="Group 27"/>
            <p:cNvGrpSpPr/>
            <p:nvPr/>
          </p:nvGrpSpPr>
          <p:grpSpPr>
            <a:xfrm>
              <a:off x="7799273" y="2819400"/>
              <a:ext cx="2986229" cy="2992877"/>
              <a:chOff x="6112356" y="2832411"/>
              <a:chExt cx="2986229" cy="2992877"/>
            </a:xfrm>
          </p:grpSpPr>
          <p:sp>
            <p:nvSpPr>
              <p:cNvPr id="29" name="Freeform 28"/>
              <p:cNvSpPr/>
              <p:nvPr/>
            </p:nvSpPr>
            <p:spPr>
              <a:xfrm>
                <a:off x="7047571" y="2832411"/>
                <a:ext cx="1330982" cy="1820250"/>
              </a:xfrm>
              <a:custGeom>
                <a:avLst/>
                <a:gdLst>
                  <a:gd name="connsiteX0" fmla="*/ 107052 w 819242"/>
                  <a:gd name="connsiteY0" fmla="*/ 23046 h 1014017"/>
                  <a:gd name="connsiteX1" fmla="*/ 753822 w 819242"/>
                  <a:gd name="connsiteY1" fmla="*/ 714421 h 1014017"/>
                  <a:gd name="connsiteX2" fmla="*/ 499575 w 819242"/>
                  <a:gd name="connsiteY2" fmla="*/ 986511 h 1014017"/>
                  <a:gd name="connsiteX3" fmla="*/ 111512 w 819242"/>
                  <a:gd name="connsiteY3" fmla="*/ 852696 h 1014017"/>
                  <a:gd name="connsiteX4" fmla="*/ 107052 w 819242"/>
                  <a:gd name="connsiteY4" fmla="*/ 23046 h 1014017"/>
                  <a:gd name="connsiteX0" fmla="*/ 107052 w 819242"/>
                  <a:gd name="connsiteY0" fmla="*/ 0 h 990971"/>
                  <a:gd name="connsiteX1" fmla="*/ 753822 w 819242"/>
                  <a:gd name="connsiteY1" fmla="*/ 691375 h 990971"/>
                  <a:gd name="connsiteX2" fmla="*/ 499575 w 819242"/>
                  <a:gd name="connsiteY2" fmla="*/ 963465 h 990971"/>
                  <a:gd name="connsiteX3" fmla="*/ 111512 w 819242"/>
                  <a:gd name="connsiteY3" fmla="*/ 829650 h 990971"/>
                  <a:gd name="connsiteX4" fmla="*/ 107052 w 819242"/>
                  <a:gd name="connsiteY4" fmla="*/ 0 h 990971"/>
                  <a:gd name="connsiteX0" fmla="*/ 107052 w 753822"/>
                  <a:gd name="connsiteY0" fmla="*/ 0 h 990971"/>
                  <a:gd name="connsiteX1" fmla="*/ 753822 w 753822"/>
                  <a:gd name="connsiteY1" fmla="*/ 691375 h 990971"/>
                  <a:gd name="connsiteX2" fmla="*/ 499575 w 753822"/>
                  <a:gd name="connsiteY2" fmla="*/ 963465 h 990971"/>
                  <a:gd name="connsiteX3" fmla="*/ 111512 w 753822"/>
                  <a:gd name="connsiteY3" fmla="*/ 829650 h 990971"/>
                  <a:gd name="connsiteX4" fmla="*/ 107052 w 753822"/>
                  <a:gd name="connsiteY4" fmla="*/ 0 h 990971"/>
                  <a:gd name="connsiteX0" fmla="*/ 107052 w 753822"/>
                  <a:gd name="connsiteY0" fmla="*/ 0 h 963465"/>
                  <a:gd name="connsiteX1" fmla="*/ 753822 w 753822"/>
                  <a:gd name="connsiteY1" fmla="*/ 691375 h 963465"/>
                  <a:gd name="connsiteX2" fmla="*/ 499575 w 753822"/>
                  <a:gd name="connsiteY2" fmla="*/ 963465 h 963465"/>
                  <a:gd name="connsiteX3" fmla="*/ 111512 w 753822"/>
                  <a:gd name="connsiteY3" fmla="*/ 829650 h 963465"/>
                  <a:gd name="connsiteX4" fmla="*/ 107052 w 753822"/>
                  <a:gd name="connsiteY4" fmla="*/ 0 h 963465"/>
                  <a:gd name="connsiteX0" fmla="*/ 0 w 646770"/>
                  <a:gd name="connsiteY0" fmla="*/ 0 h 963465"/>
                  <a:gd name="connsiteX1" fmla="*/ 646770 w 646770"/>
                  <a:gd name="connsiteY1" fmla="*/ 691375 h 963465"/>
                  <a:gd name="connsiteX2" fmla="*/ 392523 w 646770"/>
                  <a:gd name="connsiteY2" fmla="*/ 963465 h 963465"/>
                  <a:gd name="connsiteX3" fmla="*/ 4460 w 646770"/>
                  <a:gd name="connsiteY3" fmla="*/ 829650 h 963465"/>
                  <a:gd name="connsiteX4" fmla="*/ 0 w 646770"/>
                  <a:gd name="connsiteY4" fmla="*/ 0 h 963465"/>
                  <a:gd name="connsiteX0" fmla="*/ 0 w 1330982"/>
                  <a:gd name="connsiteY0" fmla="*/ 0 h 1300975"/>
                  <a:gd name="connsiteX1" fmla="*/ 1330982 w 1330982"/>
                  <a:gd name="connsiteY1" fmla="*/ 1300975 h 1300975"/>
                  <a:gd name="connsiteX2" fmla="*/ 392523 w 1330982"/>
                  <a:gd name="connsiteY2" fmla="*/ 963465 h 1300975"/>
                  <a:gd name="connsiteX3" fmla="*/ 4460 w 1330982"/>
                  <a:gd name="connsiteY3" fmla="*/ 829650 h 1300975"/>
                  <a:gd name="connsiteX4" fmla="*/ 0 w 1330982"/>
                  <a:gd name="connsiteY4" fmla="*/ 0 h 1300975"/>
                  <a:gd name="connsiteX0" fmla="*/ 0 w 1330982"/>
                  <a:gd name="connsiteY0" fmla="*/ 0 h 1820250"/>
                  <a:gd name="connsiteX1" fmla="*/ 1330982 w 1330982"/>
                  <a:gd name="connsiteY1" fmla="*/ 1300975 h 1820250"/>
                  <a:gd name="connsiteX2" fmla="*/ 392523 w 1330982"/>
                  <a:gd name="connsiteY2" fmla="*/ 963465 h 1820250"/>
                  <a:gd name="connsiteX3" fmla="*/ 4460 w 1330982"/>
                  <a:gd name="connsiteY3" fmla="*/ 1820250 h 1820250"/>
                  <a:gd name="connsiteX4" fmla="*/ 0 w 1330982"/>
                  <a:gd name="connsiteY4" fmla="*/ 0 h 1820250"/>
                  <a:gd name="connsiteX0" fmla="*/ 0 w 1330982"/>
                  <a:gd name="connsiteY0" fmla="*/ 0 h 1820250"/>
                  <a:gd name="connsiteX1" fmla="*/ 1330982 w 1330982"/>
                  <a:gd name="connsiteY1" fmla="*/ 1300975 h 1820250"/>
                  <a:gd name="connsiteX2" fmla="*/ 543335 w 1330982"/>
                  <a:gd name="connsiteY2" fmla="*/ 1573065 h 1820250"/>
                  <a:gd name="connsiteX3" fmla="*/ 4460 w 1330982"/>
                  <a:gd name="connsiteY3" fmla="*/ 1820250 h 1820250"/>
                  <a:gd name="connsiteX4" fmla="*/ 0 w 1330982"/>
                  <a:gd name="connsiteY4" fmla="*/ 0 h 1820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0982" h="1820250">
                    <a:moveTo>
                      <a:pt x="0" y="0"/>
                    </a:moveTo>
                    <a:lnTo>
                      <a:pt x="1330982" y="1300975"/>
                    </a:lnTo>
                    <a:lnTo>
                      <a:pt x="543335" y="1573065"/>
                    </a:lnTo>
                    <a:lnTo>
                      <a:pt x="4460" y="1820250"/>
                    </a:lnTo>
                    <a:cubicBezTo>
                      <a:pt x="2973" y="1543700"/>
                      <a:pt x="1487" y="276550"/>
                      <a:pt x="0" y="0"/>
                    </a:cubicBezTo>
                    <a:close/>
                  </a:path>
                </a:pathLst>
              </a:custGeom>
              <a:gradFill>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30" name="Group 29"/>
              <p:cNvGrpSpPr/>
              <p:nvPr/>
            </p:nvGrpSpPr>
            <p:grpSpPr>
              <a:xfrm>
                <a:off x="6112356" y="2838517"/>
                <a:ext cx="2986229" cy="2986771"/>
                <a:chOff x="2074928" y="2838517"/>
                <a:chExt cx="2986229" cy="2986771"/>
              </a:xfrm>
            </p:grpSpPr>
            <p:sp>
              <p:nvSpPr>
                <p:cNvPr id="31" name="Freeform 30"/>
                <p:cNvSpPr/>
                <p:nvPr/>
              </p:nvSpPr>
              <p:spPr>
                <a:xfrm>
                  <a:off x="2434104" y="3558959"/>
                  <a:ext cx="2627053" cy="2266329"/>
                </a:xfrm>
                <a:custGeom>
                  <a:avLst/>
                  <a:gdLst>
                    <a:gd name="connsiteX0" fmla="*/ 133190 w 3101788"/>
                    <a:gd name="connsiteY0" fmla="*/ 1947903 h 3086420"/>
                    <a:gd name="connsiteX1" fmla="*/ 1524000 w 3101788"/>
                    <a:gd name="connsiteY1" fmla="*/ 3008299 h 3086420"/>
                    <a:gd name="connsiteX2" fmla="*/ 2968598 w 3101788"/>
                    <a:gd name="connsiteY2" fmla="*/ 1479176 h 3086420"/>
                    <a:gd name="connsiteX3" fmla="*/ 724860 w 3101788"/>
                    <a:gd name="connsiteY3" fmla="*/ 80682 h 3086420"/>
                    <a:gd name="connsiteX4" fmla="*/ 133190 w 3101788"/>
                    <a:gd name="connsiteY4" fmla="*/ 1947903 h 3086420"/>
                    <a:gd name="connsiteX0" fmla="*/ 133190 w 3101788"/>
                    <a:gd name="connsiteY0" fmla="*/ 1867221 h 3005738"/>
                    <a:gd name="connsiteX1" fmla="*/ 1524000 w 3101788"/>
                    <a:gd name="connsiteY1" fmla="*/ 2927617 h 3005738"/>
                    <a:gd name="connsiteX2" fmla="*/ 2968598 w 3101788"/>
                    <a:gd name="connsiteY2" fmla="*/ 1398494 h 3005738"/>
                    <a:gd name="connsiteX3" fmla="*/ 724860 w 3101788"/>
                    <a:gd name="connsiteY3" fmla="*/ 0 h 3005738"/>
                    <a:gd name="connsiteX4" fmla="*/ 133190 w 3101788"/>
                    <a:gd name="connsiteY4" fmla="*/ 1867221 h 3005738"/>
                    <a:gd name="connsiteX0" fmla="*/ 133190 w 2968598"/>
                    <a:gd name="connsiteY0" fmla="*/ 1867221 h 3005738"/>
                    <a:gd name="connsiteX1" fmla="*/ 1524000 w 2968598"/>
                    <a:gd name="connsiteY1" fmla="*/ 2927617 h 3005738"/>
                    <a:gd name="connsiteX2" fmla="*/ 2968598 w 2968598"/>
                    <a:gd name="connsiteY2" fmla="*/ 1398494 h 3005738"/>
                    <a:gd name="connsiteX3" fmla="*/ 724860 w 2968598"/>
                    <a:gd name="connsiteY3" fmla="*/ 0 h 3005738"/>
                    <a:gd name="connsiteX4" fmla="*/ 133190 w 2968598"/>
                    <a:gd name="connsiteY4" fmla="*/ 1867221 h 3005738"/>
                    <a:gd name="connsiteX0" fmla="*/ 133190 w 2968598"/>
                    <a:gd name="connsiteY0" fmla="*/ 1867221 h 2927617"/>
                    <a:gd name="connsiteX1" fmla="*/ 1524000 w 2968598"/>
                    <a:gd name="connsiteY1" fmla="*/ 2927617 h 2927617"/>
                    <a:gd name="connsiteX2" fmla="*/ 2968598 w 2968598"/>
                    <a:gd name="connsiteY2" fmla="*/ 1398494 h 2927617"/>
                    <a:gd name="connsiteX3" fmla="*/ 724860 w 2968598"/>
                    <a:gd name="connsiteY3" fmla="*/ 0 h 2927617"/>
                    <a:gd name="connsiteX4" fmla="*/ 133190 w 296859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0 w 283540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495953 w 2835408"/>
                    <a:gd name="connsiteY4" fmla="*/ 1205114 h 2927617"/>
                    <a:gd name="connsiteX5" fmla="*/ 0 w 2835408"/>
                    <a:gd name="connsiteY5" fmla="*/ 1867221 h 2927617"/>
                    <a:gd name="connsiteX0" fmla="*/ 0 w 2835408"/>
                    <a:gd name="connsiteY0" fmla="*/ 1867221 h 2999335"/>
                    <a:gd name="connsiteX1" fmla="*/ 1854721 w 2835408"/>
                    <a:gd name="connsiteY1" fmla="*/ 2999335 h 2999335"/>
                    <a:gd name="connsiteX2" fmla="*/ 2835408 w 2835408"/>
                    <a:gd name="connsiteY2" fmla="*/ 1398494 h 2999335"/>
                    <a:gd name="connsiteX3" fmla="*/ 591670 w 2835408"/>
                    <a:gd name="connsiteY3" fmla="*/ 0 h 2999335"/>
                    <a:gd name="connsiteX4" fmla="*/ 495953 w 2835408"/>
                    <a:gd name="connsiteY4" fmla="*/ 1205114 h 2999335"/>
                    <a:gd name="connsiteX5" fmla="*/ 0 w 2835408"/>
                    <a:gd name="connsiteY5" fmla="*/ 1867221 h 2999335"/>
                    <a:gd name="connsiteX0" fmla="*/ 0 w 2768506"/>
                    <a:gd name="connsiteY0" fmla="*/ 1852707 h 2999335"/>
                    <a:gd name="connsiteX1" fmla="*/ 1787819 w 2768506"/>
                    <a:gd name="connsiteY1" fmla="*/ 2999335 h 2999335"/>
                    <a:gd name="connsiteX2" fmla="*/ 2768506 w 2768506"/>
                    <a:gd name="connsiteY2" fmla="*/ 1398494 h 2999335"/>
                    <a:gd name="connsiteX3" fmla="*/ 524768 w 2768506"/>
                    <a:gd name="connsiteY3" fmla="*/ 0 h 2999335"/>
                    <a:gd name="connsiteX4" fmla="*/ 429051 w 2768506"/>
                    <a:gd name="connsiteY4" fmla="*/ 1205114 h 2999335"/>
                    <a:gd name="connsiteX5" fmla="*/ 0 w 2768506"/>
                    <a:gd name="connsiteY5" fmla="*/ 1852707 h 2999335"/>
                    <a:gd name="connsiteX0" fmla="*/ 0 w 2814089"/>
                    <a:gd name="connsiteY0" fmla="*/ 1856336 h 2999335"/>
                    <a:gd name="connsiteX1" fmla="*/ 1833402 w 2814089"/>
                    <a:gd name="connsiteY1" fmla="*/ 2999335 h 2999335"/>
                    <a:gd name="connsiteX2" fmla="*/ 2814089 w 2814089"/>
                    <a:gd name="connsiteY2" fmla="*/ 1398494 h 2999335"/>
                    <a:gd name="connsiteX3" fmla="*/ 570351 w 2814089"/>
                    <a:gd name="connsiteY3" fmla="*/ 0 h 2999335"/>
                    <a:gd name="connsiteX4" fmla="*/ 474634 w 2814089"/>
                    <a:gd name="connsiteY4" fmla="*/ 1205114 h 2999335"/>
                    <a:gd name="connsiteX5" fmla="*/ 0 w 2814089"/>
                    <a:gd name="connsiteY5" fmla="*/ 1856336 h 2999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143030 h 2286029"/>
                    <a:gd name="connsiteX1" fmla="*/ 1833402 w 2814089"/>
                    <a:gd name="connsiteY1" fmla="*/ 2286029 h 2286029"/>
                    <a:gd name="connsiteX2" fmla="*/ 2814089 w 2814089"/>
                    <a:gd name="connsiteY2" fmla="*/ 685188 h 2286029"/>
                    <a:gd name="connsiteX3" fmla="*/ 1517461 w 2814089"/>
                    <a:gd name="connsiteY3" fmla="*/ 0 h 2286029"/>
                    <a:gd name="connsiteX4" fmla="*/ 474634 w 2814089"/>
                    <a:gd name="connsiteY4" fmla="*/ 491808 h 2286029"/>
                    <a:gd name="connsiteX5" fmla="*/ 0 w 2814089"/>
                    <a:gd name="connsiteY5" fmla="*/ 1143030 h 2286029"/>
                    <a:gd name="connsiteX0" fmla="*/ 0 w 2814089"/>
                    <a:gd name="connsiteY0" fmla="*/ 1143030 h 2266329"/>
                    <a:gd name="connsiteX1" fmla="*/ 1183387 w 2814089"/>
                    <a:gd name="connsiteY1" fmla="*/ 2266329 h 2266329"/>
                    <a:gd name="connsiteX2" fmla="*/ 2814089 w 2814089"/>
                    <a:gd name="connsiteY2" fmla="*/ 685188 h 2266329"/>
                    <a:gd name="connsiteX3" fmla="*/ 1517461 w 2814089"/>
                    <a:gd name="connsiteY3" fmla="*/ 0 h 2266329"/>
                    <a:gd name="connsiteX4" fmla="*/ 474634 w 2814089"/>
                    <a:gd name="connsiteY4" fmla="*/ 491808 h 2266329"/>
                    <a:gd name="connsiteX5" fmla="*/ 0 w 2814089"/>
                    <a:gd name="connsiteY5" fmla="*/ 1143030 h 2266329"/>
                    <a:gd name="connsiteX0" fmla="*/ 0 w 2632054"/>
                    <a:gd name="connsiteY0" fmla="*/ 1143030 h 2266329"/>
                    <a:gd name="connsiteX1" fmla="*/ 1183387 w 2632054"/>
                    <a:gd name="connsiteY1" fmla="*/ 2266329 h 2266329"/>
                    <a:gd name="connsiteX2" fmla="*/ 2632054 w 2632054"/>
                    <a:gd name="connsiteY2" fmla="*/ 811568 h 2266329"/>
                    <a:gd name="connsiteX3" fmla="*/ 1517461 w 2632054"/>
                    <a:gd name="connsiteY3" fmla="*/ 0 h 2266329"/>
                    <a:gd name="connsiteX4" fmla="*/ 474634 w 2632054"/>
                    <a:gd name="connsiteY4" fmla="*/ 491808 h 2266329"/>
                    <a:gd name="connsiteX5" fmla="*/ 0 w 2632054"/>
                    <a:gd name="connsiteY5" fmla="*/ 1143030 h 2266329"/>
                    <a:gd name="connsiteX0" fmla="*/ 0 w 2525002"/>
                    <a:gd name="connsiteY0" fmla="*/ 1143030 h 2266329"/>
                    <a:gd name="connsiteX1" fmla="*/ 1183387 w 2525002"/>
                    <a:gd name="connsiteY1" fmla="*/ 2266329 h 2266329"/>
                    <a:gd name="connsiteX2" fmla="*/ 2525002 w 2525002"/>
                    <a:gd name="connsiteY2" fmla="*/ 896317 h 2266329"/>
                    <a:gd name="connsiteX3" fmla="*/ 1517461 w 2525002"/>
                    <a:gd name="connsiteY3" fmla="*/ 0 h 2266329"/>
                    <a:gd name="connsiteX4" fmla="*/ 474634 w 2525002"/>
                    <a:gd name="connsiteY4" fmla="*/ 491808 h 2266329"/>
                    <a:gd name="connsiteX5" fmla="*/ 0 w 2525002"/>
                    <a:gd name="connsiteY5" fmla="*/ 1143030 h 2266329"/>
                    <a:gd name="connsiteX0" fmla="*/ 0 w 2656688"/>
                    <a:gd name="connsiteY0" fmla="*/ 1143030 h 2266329"/>
                    <a:gd name="connsiteX1" fmla="*/ 1183387 w 2656688"/>
                    <a:gd name="connsiteY1" fmla="*/ 2266329 h 2266329"/>
                    <a:gd name="connsiteX2" fmla="*/ 2656688 w 2656688"/>
                    <a:gd name="connsiteY2" fmla="*/ 999280 h 2266329"/>
                    <a:gd name="connsiteX3" fmla="*/ 1517461 w 2656688"/>
                    <a:gd name="connsiteY3" fmla="*/ 0 h 2266329"/>
                    <a:gd name="connsiteX4" fmla="*/ 474634 w 2656688"/>
                    <a:gd name="connsiteY4" fmla="*/ 491808 h 2266329"/>
                    <a:gd name="connsiteX5" fmla="*/ 0 w 2656688"/>
                    <a:gd name="connsiteY5" fmla="*/ 1143030 h 2266329"/>
                    <a:gd name="connsiteX0" fmla="*/ 0 w 2627053"/>
                    <a:gd name="connsiteY0" fmla="*/ 1143030 h 2266329"/>
                    <a:gd name="connsiteX1" fmla="*/ 1183387 w 2627053"/>
                    <a:gd name="connsiteY1" fmla="*/ 2266329 h 2266329"/>
                    <a:gd name="connsiteX2" fmla="*/ 2627053 w 2627053"/>
                    <a:gd name="connsiteY2" fmla="*/ 1030503 h 2266329"/>
                    <a:gd name="connsiteX3" fmla="*/ 1517461 w 2627053"/>
                    <a:gd name="connsiteY3" fmla="*/ 0 h 2266329"/>
                    <a:gd name="connsiteX4" fmla="*/ 474634 w 2627053"/>
                    <a:gd name="connsiteY4" fmla="*/ 491808 h 2266329"/>
                    <a:gd name="connsiteX5" fmla="*/ 0 w 2627053"/>
                    <a:gd name="connsiteY5" fmla="*/ 1143030 h 226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27053" h="2266329">
                      <a:moveTo>
                        <a:pt x="0" y="1143030"/>
                      </a:moveTo>
                      <a:lnTo>
                        <a:pt x="1183387" y="2266329"/>
                      </a:lnTo>
                      <a:lnTo>
                        <a:pt x="2627053" y="1030503"/>
                      </a:lnTo>
                      <a:lnTo>
                        <a:pt x="1517461" y="0"/>
                      </a:lnTo>
                      <a:lnTo>
                        <a:pt x="474634" y="491808"/>
                      </a:lnTo>
                      <a:lnTo>
                        <a:pt x="0" y="1143030"/>
                      </a:lnTo>
                      <a:close/>
                    </a:path>
                  </a:pathLst>
                </a:custGeom>
                <a:gradFill flip="none" rotWithShape="1">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32" name="5-Point Star 31"/>
                <p:cNvSpPr/>
                <p:nvPr/>
              </p:nvSpPr>
              <p:spPr>
                <a:xfrm>
                  <a:off x="2074928" y="2838517"/>
                  <a:ext cx="1865306" cy="1865304"/>
                </a:xfrm>
                <a:prstGeom prst="star5">
                  <a:avLst>
                    <a:gd name="adj" fmla="val 24082"/>
                    <a:gd name="hf" fmla="val 105146"/>
                    <a:gd name="vf" fmla="val 110557"/>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grpSp>
          <p:nvGrpSpPr>
            <p:cNvPr id="33" name="Group 32"/>
            <p:cNvGrpSpPr/>
            <p:nvPr/>
          </p:nvGrpSpPr>
          <p:grpSpPr>
            <a:xfrm>
              <a:off x="9815359" y="2819400"/>
              <a:ext cx="2986229" cy="2992877"/>
              <a:chOff x="6112356" y="2832411"/>
              <a:chExt cx="2986229" cy="2992877"/>
            </a:xfrm>
          </p:grpSpPr>
          <p:sp>
            <p:nvSpPr>
              <p:cNvPr id="34" name="Freeform 33"/>
              <p:cNvSpPr/>
              <p:nvPr/>
            </p:nvSpPr>
            <p:spPr>
              <a:xfrm>
                <a:off x="7047571" y="2832411"/>
                <a:ext cx="1330982" cy="1820250"/>
              </a:xfrm>
              <a:custGeom>
                <a:avLst/>
                <a:gdLst>
                  <a:gd name="connsiteX0" fmla="*/ 107052 w 819242"/>
                  <a:gd name="connsiteY0" fmla="*/ 23046 h 1014017"/>
                  <a:gd name="connsiteX1" fmla="*/ 753822 w 819242"/>
                  <a:gd name="connsiteY1" fmla="*/ 714421 h 1014017"/>
                  <a:gd name="connsiteX2" fmla="*/ 499575 w 819242"/>
                  <a:gd name="connsiteY2" fmla="*/ 986511 h 1014017"/>
                  <a:gd name="connsiteX3" fmla="*/ 111512 w 819242"/>
                  <a:gd name="connsiteY3" fmla="*/ 852696 h 1014017"/>
                  <a:gd name="connsiteX4" fmla="*/ 107052 w 819242"/>
                  <a:gd name="connsiteY4" fmla="*/ 23046 h 1014017"/>
                  <a:gd name="connsiteX0" fmla="*/ 107052 w 819242"/>
                  <a:gd name="connsiteY0" fmla="*/ 0 h 990971"/>
                  <a:gd name="connsiteX1" fmla="*/ 753822 w 819242"/>
                  <a:gd name="connsiteY1" fmla="*/ 691375 h 990971"/>
                  <a:gd name="connsiteX2" fmla="*/ 499575 w 819242"/>
                  <a:gd name="connsiteY2" fmla="*/ 963465 h 990971"/>
                  <a:gd name="connsiteX3" fmla="*/ 111512 w 819242"/>
                  <a:gd name="connsiteY3" fmla="*/ 829650 h 990971"/>
                  <a:gd name="connsiteX4" fmla="*/ 107052 w 819242"/>
                  <a:gd name="connsiteY4" fmla="*/ 0 h 990971"/>
                  <a:gd name="connsiteX0" fmla="*/ 107052 w 753822"/>
                  <a:gd name="connsiteY0" fmla="*/ 0 h 990971"/>
                  <a:gd name="connsiteX1" fmla="*/ 753822 w 753822"/>
                  <a:gd name="connsiteY1" fmla="*/ 691375 h 990971"/>
                  <a:gd name="connsiteX2" fmla="*/ 499575 w 753822"/>
                  <a:gd name="connsiteY2" fmla="*/ 963465 h 990971"/>
                  <a:gd name="connsiteX3" fmla="*/ 111512 w 753822"/>
                  <a:gd name="connsiteY3" fmla="*/ 829650 h 990971"/>
                  <a:gd name="connsiteX4" fmla="*/ 107052 w 753822"/>
                  <a:gd name="connsiteY4" fmla="*/ 0 h 990971"/>
                  <a:gd name="connsiteX0" fmla="*/ 107052 w 753822"/>
                  <a:gd name="connsiteY0" fmla="*/ 0 h 963465"/>
                  <a:gd name="connsiteX1" fmla="*/ 753822 w 753822"/>
                  <a:gd name="connsiteY1" fmla="*/ 691375 h 963465"/>
                  <a:gd name="connsiteX2" fmla="*/ 499575 w 753822"/>
                  <a:gd name="connsiteY2" fmla="*/ 963465 h 963465"/>
                  <a:gd name="connsiteX3" fmla="*/ 111512 w 753822"/>
                  <a:gd name="connsiteY3" fmla="*/ 829650 h 963465"/>
                  <a:gd name="connsiteX4" fmla="*/ 107052 w 753822"/>
                  <a:gd name="connsiteY4" fmla="*/ 0 h 963465"/>
                  <a:gd name="connsiteX0" fmla="*/ 0 w 646770"/>
                  <a:gd name="connsiteY0" fmla="*/ 0 h 963465"/>
                  <a:gd name="connsiteX1" fmla="*/ 646770 w 646770"/>
                  <a:gd name="connsiteY1" fmla="*/ 691375 h 963465"/>
                  <a:gd name="connsiteX2" fmla="*/ 392523 w 646770"/>
                  <a:gd name="connsiteY2" fmla="*/ 963465 h 963465"/>
                  <a:gd name="connsiteX3" fmla="*/ 4460 w 646770"/>
                  <a:gd name="connsiteY3" fmla="*/ 829650 h 963465"/>
                  <a:gd name="connsiteX4" fmla="*/ 0 w 646770"/>
                  <a:gd name="connsiteY4" fmla="*/ 0 h 963465"/>
                  <a:gd name="connsiteX0" fmla="*/ 0 w 1330982"/>
                  <a:gd name="connsiteY0" fmla="*/ 0 h 1300975"/>
                  <a:gd name="connsiteX1" fmla="*/ 1330982 w 1330982"/>
                  <a:gd name="connsiteY1" fmla="*/ 1300975 h 1300975"/>
                  <a:gd name="connsiteX2" fmla="*/ 392523 w 1330982"/>
                  <a:gd name="connsiteY2" fmla="*/ 963465 h 1300975"/>
                  <a:gd name="connsiteX3" fmla="*/ 4460 w 1330982"/>
                  <a:gd name="connsiteY3" fmla="*/ 829650 h 1300975"/>
                  <a:gd name="connsiteX4" fmla="*/ 0 w 1330982"/>
                  <a:gd name="connsiteY4" fmla="*/ 0 h 1300975"/>
                  <a:gd name="connsiteX0" fmla="*/ 0 w 1330982"/>
                  <a:gd name="connsiteY0" fmla="*/ 0 h 1820250"/>
                  <a:gd name="connsiteX1" fmla="*/ 1330982 w 1330982"/>
                  <a:gd name="connsiteY1" fmla="*/ 1300975 h 1820250"/>
                  <a:gd name="connsiteX2" fmla="*/ 392523 w 1330982"/>
                  <a:gd name="connsiteY2" fmla="*/ 963465 h 1820250"/>
                  <a:gd name="connsiteX3" fmla="*/ 4460 w 1330982"/>
                  <a:gd name="connsiteY3" fmla="*/ 1820250 h 1820250"/>
                  <a:gd name="connsiteX4" fmla="*/ 0 w 1330982"/>
                  <a:gd name="connsiteY4" fmla="*/ 0 h 1820250"/>
                  <a:gd name="connsiteX0" fmla="*/ 0 w 1330982"/>
                  <a:gd name="connsiteY0" fmla="*/ 0 h 1820250"/>
                  <a:gd name="connsiteX1" fmla="*/ 1330982 w 1330982"/>
                  <a:gd name="connsiteY1" fmla="*/ 1300975 h 1820250"/>
                  <a:gd name="connsiteX2" fmla="*/ 543335 w 1330982"/>
                  <a:gd name="connsiteY2" fmla="*/ 1573065 h 1820250"/>
                  <a:gd name="connsiteX3" fmla="*/ 4460 w 1330982"/>
                  <a:gd name="connsiteY3" fmla="*/ 1820250 h 1820250"/>
                  <a:gd name="connsiteX4" fmla="*/ 0 w 1330982"/>
                  <a:gd name="connsiteY4" fmla="*/ 0 h 1820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0982" h="1820250">
                    <a:moveTo>
                      <a:pt x="0" y="0"/>
                    </a:moveTo>
                    <a:lnTo>
                      <a:pt x="1330982" y="1300975"/>
                    </a:lnTo>
                    <a:lnTo>
                      <a:pt x="543335" y="1573065"/>
                    </a:lnTo>
                    <a:lnTo>
                      <a:pt x="4460" y="1820250"/>
                    </a:lnTo>
                    <a:cubicBezTo>
                      <a:pt x="2973" y="1543700"/>
                      <a:pt x="1487" y="276550"/>
                      <a:pt x="0" y="0"/>
                    </a:cubicBezTo>
                    <a:close/>
                  </a:path>
                </a:pathLst>
              </a:custGeom>
              <a:gradFill>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nvGrpSpPr>
              <p:cNvPr id="35" name="Group 34"/>
              <p:cNvGrpSpPr/>
              <p:nvPr/>
            </p:nvGrpSpPr>
            <p:grpSpPr>
              <a:xfrm>
                <a:off x="6112356" y="2838517"/>
                <a:ext cx="2986229" cy="2986771"/>
                <a:chOff x="2074928" y="2838517"/>
                <a:chExt cx="2986229" cy="2986771"/>
              </a:xfrm>
            </p:grpSpPr>
            <p:sp>
              <p:nvSpPr>
                <p:cNvPr id="36" name="Freeform 35"/>
                <p:cNvSpPr/>
                <p:nvPr/>
              </p:nvSpPr>
              <p:spPr>
                <a:xfrm>
                  <a:off x="2434104" y="3558959"/>
                  <a:ext cx="2627053" cy="2266329"/>
                </a:xfrm>
                <a:custGeom>
                  <a:avLst/>
                  <a:gdLst>
                    <a:gd name="connsiteX0" fmla="*/ 133190 w 3101788"/>
                    <a:gd name="connsiteY0" fmla="*/ 1947903 h 3086420"/>
                    <a:gd name="connsiteX1" fmla="*/ 1524000 w 3101788"/>
                    <a:gd name="connsiteY1" fmla="*/ 3008299 h 3086420"/>
                    <a:gd name="connsiteX2" fmla="*/ 2968598 w 3101788"/>
                    <a:gd name="connsiteY2" fmla="*/ 1479176 h 3086420"/>
                    <a:gd name="connsiteX3" fmla="*/ 724860 w 3101788"/>
                    <a:gd name="connsiteY3" fmla="*/ 80682 h 3086420"/>
                    <a:gd name="connsiteX4" fmla="*/ 133190 w 3101788"/>
                    <a:gd name="connsiteY4" fmla="*/ 1947903 h 3086420"/>
                    <a:gd name="connsiteX0" fmla="*/ 133190 w 3101788"/>
                    <a:gd name="connsiteY0" fmla="*/ 1867221 h 3005738"/>
                    <a:gd name="connsiteX1" fmla="*/ 1524000 w 3101788"/>
                    <a:gd name="connsiteY1" fmla="*/ 2927617 h 3005738"/>
                    <a:gd name="connsiteX2" fmla="*/ 2968598 w 3101788"/>
                    <a:gd name="connsiteY2" fmla="*/ 1398494 h 3005738"/>
                    <a:gd name="connsiteX3" fmla="*/ 724860 w 3101788"/>
                    <a:gd name="connsiteY3" fmla="*/ 0 h 3005738"/>
                    <a:gd name="connsiteX4" fmla="*/ 133190 w 3101788"/>
                    <a:gd name="connsiteY4" fmla="*/ 1867221 h 3005738"/>
                    <a:gd name="connsiteX0" fmla="*/ 133190 w 2968598"/>
                    <a:gd name="connsiteY0" fmla="*/ 1867221 h 3005738"/>
                    <a:gd name="connsiteX1" fmla="*/ 1524000 w 2968598"/>
                    <a:gd name="connsiteY1" fmla="*/ 2927617 h 3005738"/>
                    <a:gd name="connsiteX2" fmla="*/ 2968598 w 2968598"/>
                    <a:gd name="connsiteY2" fmla="*/ 1398494 h 3005738"/>
                    <a:gd name="connsiteX3" fmla="*/ 724860 w 2968598"/>
                    <a:gd name="connsiteY3" fmla="*/ 0 h 3005738"/>
                    <a:gd name="connsiteX4" fmla="*/ 133190 w 2968598"/>
                    <a:gd name="connsiteY4" fmla="*/ 1867221 h 3005738"/>
                    <a:gd name="connsiteX0" fmla="*/ 133190 w 2968598"/>
                    <a:gd name="connsiteY0" fmla="*/ 1867221 h 2927617"/>
                    <a:gd name="connsiteX1" fmla="*/ 1524000 w 2968598"/>
                    <a:gd name="connsiteY1" fmla="*/ 2927617 h 2927617"/>
                    <a:gd name="connsiteX2" fmla="*/ 2968598 w 2968598"/>
                    <a:gd name="connsiteY2" fmla="*/ 1398494 h 2927617"/>
                    <a:gd name="connsiteX3" fmla="*/ 724860 w 2968598"/>
                    <a:gd name="connsiteY3" fmla="*/ 0 h 2927617"/>
                    <a:gd name="connsiteX4" fmla="*/ 133190 w 296859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0 w 2835408"/>
                    <a:gd name="connsiteY4" fmla="*/ 1867221 h 2927617"/>
                    <a:gd name="connsiteX0" fmla="*/ 0 w 2835408"/>
                    <a:gd name="connsiteY0" fmla="*/ 1867221 h 2927617"/>
                    <a:gd name="connsiteX1" fmla="*/ 1390810 w 2835408"/>
                    <a:gd name="connsiteY1" fmla="*/ 2927617 h 2927617"/>
                    <a:gd name="connsiteX2" fmla="*/ 2835408 w 2835408"/>
                    <a:gd name="connsiteY2" fmla="*/ 1398494 h 2927617"/>
                    <a:gd name="connsiteX3" fmla="*/ 591670 w 2835408"/>
                    <a:gd name="connsiteY3" fmla="*/ 0 h 2927617"/>
                    <a:gd name="connsiteX4" fmla="*/ 495953 w 2835408"/>
                    <a:gd name="connsiteY4" fmla="*/ 1205114 h 2927617"/>
                    <a:gd name="connsiteX5" fmla="*/ 0 w 2835408"/>
                    <a:gd name="connsiteY5" fmla="*/ 1867221 h 2927617"/>
                    <a:gd name="connsiteX0" fmla="*/ 0 w 2835408"/>
                    <a:gd name="connsiteY0" fmla="*/ 1867221 h 2999335"/>
                    <a:gd name="connsiteX1" fmla="*/ 1854721 w 2835408"/>
                    <a:gd name="connsiteY1" fmla="*/ 2999335 h 2999335"/>
                    <a:gd name="connsiteX2" fmla="*/ 2835408 w 2835408"/>
                    <a:gd name="connsiteY2" fmla="*/ 1398494 h 2999335"/>
                    <a:gd name="connsiteX3" fmla="*/ 591670 w 2835408"/>
                    <a:gd name="connsiteY3" fmla="*/ 0 h 2999335"/>
                    <a:gd name="connsiteX4" fmla="*/ 495953 w 2835408"/>
                    <a:gd name="connsiteY4" fmla="*/ 1205114 h 2999335"/>
                    <a:gd name="connsiteX5" fmla="*/ 0 w 2835408"/>
                    <a:gd name="connsiteY5" fmla="*/ 1867221 h 2999335"/>
                    <a:gd name="connsiteX0" fmla="*/ 0 w 2768506"/>
                    <a:gd name="connsiteY0" fmla="*/ 1852707 h 2999335"/>
                    <a:gd name="connsiteX1" fmla="*/ 1787819 w 2768506"/>
                    <a:gd name="connsiteY1" fmla="*/ 2999335 h 2999335"/>
                    <a:gd name="connsiteX2" fmla="*/ 2768506 w 2768506"/>
                    <a:gd name="connsiteY2" fmla="*/ 1398494 h 2999335"/>
                    <a:gd name="connsiteX3" fmla="*/ 524768 w 2768506"/>
                    <a:gd name="connsiteY3" fmla="*/ 0 h 2999335"/>
                    <a:gd name="connsiteX4" fmla="*/ 429051 w 2768506"/>
                    <a:gd name="connsiteY4" fmla="*/ 1205114 h 2999335"/>
                    <a:gd name="connsiteX5" fmla="*/ 0 w 2768506"/>
                    <a:gd name="connsiteY5" fmla="*/ 1852707 h 2999335"/>
                    <a:gd name="connsiteX0" fmla="*/ 0 w 2814089"/>
                    <a:gd name="connsiteY0" fmla="*/ 1856336 h 2999335"/>
                    <a:gd name="connsiteX1" fmla="*/ 1833402 w 2814089"/>
                    <a:gd name="connsiteY1" fmla="*/ 2999335 h 2999335"/>
                    <a:gd name="connsiteX2" fmla="*/ 2814089 w 2814089"/>
                    <a:gd name="connsiteY2" fmla="*/ 1398494 h 2999335"/>
                    <a:gd name="connsiteX3" fmla="*/ 570351 w 2814089"/>
                    <a:gd name="connsiteY3" fmla="*/ 0 h 2999335"/>
                    <a:gd name="connsiteX4" fmla="*/ 474634 w 2814089"/>
                    <a:gd name="connsiteY4" fmla="*/ 1205114 h 2999335"/>
                    <a:gd name="connsiteX5" fmla="*/ 0 w 2814089"/>
                    <a:gd name="connsiteY5" fmla="*/ 1856336 h 2999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094336 h 2237335"/>
                    <a:gd name="connsiteX1" fmla="*/ 1833402 w 2814089"/>
                    <a:gd name="connsiteY1" fmla="*/ 2237335 h 2237335"/>
                    <a:gd name="connsiteX2" fmla="*/ 2814089 w 2814089"/>
                    <a:gd name="connsiteY2" fmla="*/ 636494 h 2237335"/>
                    <a:gd name="connsiteX3" fmla="*/ 1406963 w 2814089"/>
                    <a:gd name="connsiteY3" fmla="*/ 0 h 2237335"/>
                    <a:gd name="connsiteX4" fmla="*/ 474634 w 2814089"/>
                    <a:gd name="connsiteY4" fmla="*/ 443114 h 2237335"/>
                    <a:gd name="connsiteX5" fmla="*/ 0 w 2814089"/>
                    <a:gd name="connsiteY5" fmla="*/ 1094336 h 2237335"/>
                    <a:gd name="connsiteX0" fmla="*/ 0 w 2814089"/>
                    <a:gd name="connsiteY0" fmla="*/ 1143030 h 2286029"/>
                    <a:gd name="connsiteX1" fmla="*/ 1833402 w 2814089"/>
                    <a:gd name="connsiteY1" fmla="*/ 2286029 h 2286029"/>
                    <a:gd name="connsiteX2" fmla="*/ 2814089 w 2814089"/>
                    <a:gd name="connsiteY2" fmla="*/ 685188 h 2286029"/>
                    <a:gd name="connsiteX3" fmla="*/ 1517461 w 2814089"/>
                    <a:gd name="connsiteY3" fmla="*/ 0 h 2286029"/>
                    <a:gd name="connsiteX4" fmla="*/ 474634 w 2814089"/>
                    <a:gd name="connsiteY4" fmla="*/ 491808 h 2286029"/>
                    <a:gd name="connsiteX5" fmla="*/ 0 w 2814089"/>
                    <a:gd name="connsiteY5" fmla="*/ 1143030 h 2286029"/>
                    <a:gd name="connsiteX0" fmla="*/ 0 w 2814089"/>
                    <a:gd name="connsiteY0" fmla="*/ 1143030 h 2266329"/>
                    <a:gd name="connsiteX1" fmla="*/ 1183387 w 2814089"/>
                    <a:gd name="connsiteY1" fmla="*/ 2266329 h 2266329"/>
                    <a:gd name="connsiteX2" fmla="*/ 2814089 w 2814089"/>
                    <a:gd name="connsiteY2" fmla="*/ 685188 h 2266329"/>
                    <a:gd name="connsiteX3" fmla="*/ 1517461 w 2814089"/>
                    <a:gd name="connsiteY3" fmla="*/ 0 h 2266329"/>
                    <a:gd name="connsiteX4" fmla="*/ 474634 w 2814089"/>
                    <a:gd name="connsiteY4" fmla="*/ 491808 h 2266329"/>
                    <a:gd name="connsiteX5" fmla="*/ 0 w 2814089"/>
                    <a:gd name="connsiteY5" fmla="*/ 1143030 h 2266329"/>
                    <a:gd name="connsiteX0" fmla="*/ 0 w 2632054"/>
                    <a:gd name="connsiteY0" fmla="*/ 1143030 h 2266329"/>
                    <a:gd name="connsiteX1" fmla="*/ 1183387 w 2632054"/>
                    <a:gd name="connsiteY1" fmla="*/ 2266329 h 2266329"/>
                    <a:gd name="connsiteX2" fmla="*/ 2632054 w 2632054"/>
                    <a:gd name="connsiteY2" fmla="*/ 811568 h 2266329"/>
                    <a:gd name="connsiteX3" fmla="*/ 1517461 w 2632054"/>
                    <a:gd name="connsiteY3" fmla="*/ 0 h 2266329"/>
                    <a:gd name="connsiteX4" fmla="*/ 474634 w 2632054"/>
                    <a:gd name="connsiteY4" fmla="*/ 491808 h 2266329"/>
                    <a:gd name="connsiteX5" fmla="*/ 0 w 2632054"/>
                    <a:gd name="connsiteY5" fmla="*/ 1143030 h 2266329"/>
                    <a:gd name="connsiteX0" fmla="*/ 0 w 2525002"/>
                    <a:gd name="connsiteY0" fmla="*/ 1143030 h 2266329"/>
                    <a:gd name="connsiteX1" fmla="*/ 1183387 w 2525002"/>
                    <a:gd name="connsiteY1" fmla="*/ 2266329 h 2266329"/>
                    <a:gd name="connsiteX2" fmla="*/ 2525002 w 2525002"/>
                    <a:gd name="connsiteY2" fmla="*/ 896317 h 2266329"/>
                    <a:gd name="connsiteX3" fmla="*/ 1517461 w 2525002"/>
                    <a:gd name="connsiteY3" fmla="*/ 0 h 2266329"/>
                    <a:gd name="connsiteX4" fmla="*/ 474634 w 2525002"/>
                    <a:gd name="connsiteY4" fmla="*/ 491808 h 2266329"/>
                    <a:gd name="connsiteX5" fmla="*/ 0 w 2525002"/>
                    <a:gd name="connsiteY5" fmla="*/ 1143030 h 2266329"/>
                    <a:gd name="connsiteX0" fmla="*/ 0 w 2656688"/>
                    <a:gd name="connsiteY0" fmla="*/ 1143030 h 2266329"/>
                    <a:gd name="connsiteX1" fmla="*/ 1183387 w 2656688"/>
                    <a:gd name="connsiteY1" fmla="*/ 2266329 h 2266329"/>
                    <a:gd name="connsiteX2" fmla="*/ 2656688 w 2656688"/>
                    <a:gd name="connsiteY2" fmla="*/ 999280 h 2266329"/>
                    <a:gd name="connsiteX3" fmla="*/ 1517461 w 2656688"/>
                    <a:gd name="connsiteY3" fmla="*/ 0 h 2266329"/>
                    <a:gd name="connsiteX4" fmla="*/ 474634 w 2656688"/>
                    <a:gd name="connsiteY4" fmla="*/ 491808 h 2266329"/>
                    <a:gd name="connsiteX5" fmla="*/ 0 w 2656688"/>
                    <a:gd name="connsiteY5" fmla="*/ 1143030 h 2266329"/>
                    <a:gd name="connsiteX0" fmla="*/ 0 w 2627053"/>
                    <a:gd name="connsiteY0" fmla="*/ 1143030 h 2266329"/>
                    <a:gd name="connsiteX1" fmla="*/ 1183387 w 2627053"/>
                    <a:gd name="connsiteY1" fmla="*/ 2266329 h 2266329"/>
                    <a:gd name="connsiteX2" fmla="*/ 2627053 w 2627053"/>
                    <a:gd name="connsiteY2" fmla="*/ 1030503 h 2266329"/>
                    <a:gd name="connsiteX3" fmla="*/ 1517461 w 2627053"/>
                    <a:gd name="connsiteY3" fmla="*/ 0 h 2266329"/>
                    <a:gd name="connsiteX4" fmla="*/ 474634 w 2627053"/>
                    <a:gd name="connsiteY4" fmla="*/ 491808 h 2266329"/>
                    <a:gd name="connsiteX5" fmla="*/ 0 w 2627053"/>
                    <a:gd name="connsiteY5" fmla="*/ 1143030 h 226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27053" h="2266329">
                      <a:moveTo>
                        <a:pt x="0" y="1143030"/>
                      </a:moveTo>
                      <a:lnTo>
                        <a:pt x="1183387" y="2266329"/>
                      </a:lnTo>
                      <a:lnTo>
                        <a:pt x="2627053" y="1030503"/>
                      </a:lnTo>
                      <a:lnTo>
                        <a:pt x="1517461" y="0"/>
                      </a:lnTo>
                      <a:lnTo>
                        <a:pt x="474634" y="491808"/>
                      </a:lnTo>
                      <a:lnTo>
                        <a:pt x="0" y="1143030"/>
                      </a:lnTo>
                      <a:close/>
                    </a:path>
                  </a:pathLst>
                </a:custGeom>
                <a:gradFill flip="none" rotWithShape="1">
                  <a:gsLst>
                    <a:gs pos="0">
                      <a:schemeClr val="tx1">
                        <a:lumMod val="65000"/>
                        <a:lumOff val="35000"/>
                        <a:shade val="30000"/>
                        <a:satMod val="115000"/>
                        <a:alpha val="53000"/>
                      </a:schemeClr>
                    </a:gs>
                    <a:gs pos="45000">
                      <a:schemeClr val="tx1">
                        <a:lumMod val="65000"/>
                        <a:lumOff val="35000"/>
                        <a:shade val="100000"/>
                        <a:satMod val="115000"/>
                        <a:alpha val="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sp>
              <p:nvSpPr>
                <p:cNvPr id="37" name="5-Point Star 36"/>
                <p:cNvSpPr/>
                <p:nvPr/>
              </p:nvSpPr>
              <p:spPr>
                <a:xfrm>
                  <a:off x="2074928" y="2838517"/>
                  <a:ext cx="1865306" cy="1865304"/>
                </a:xfrm>
                <a:prstGeom prst="star5">
                  <a:avLst>
                    <a:gd name="adj" fmla="val 24082"/>
                    <a:gd name="hf" fmla="val 105146"/>
                    <a:gd name="vf" fmla="val 110557"/>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US" sz="1950">
                    <a:solidFill>
                      <a:prstClr val="white"/>
                    </a:solidFill>
                    <a:latin typeface="Calibri"/>
                  </a:endParaRPr>
                </a:p>
              </p:txBody>
            </p:sp>
          </p:grpSp>
        </p:grpSp>
      </p:grpSp>
      <p:sp>
        <p:nvSpPr>
          <p:cNvPr id="40" name="TextBox 39"/>
          <p:cNvSpPr txBox="1"/>
          <p:nvPr/>
        </p:nvSpPr>
        <p:spPr>
          <a:xfrm>
            <a:off x="1322700" y="4605644"/>
            <a:ext cx="1919787" cy="992836"/>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white"/>
                </a:solidFill>
                <a:latin typeface="Arial" pitchFamily="34" charset="0"/>
                <a:cs typeface="Arial" pitchFamily="34" charset="0"/>
              </a:rPr>
              <a:t>This is a sample text. </a:t>
            </a:r>
          </a:p>
          <a:p>
            <a:pPr algn="ctr" defTabSz="990671" fontAlgn="auto">
              <a:spcBef>
                <a:spcPts val="0"/>
              </a:spcBef>
              <a:spcAft>
                <a:spcPts val="0"/>
              </a:spcAft>
            </a:pPr>
            <a:r>
              <a:rPr lang="en-US" sz="1463" kern="0" dirty="0">
                <a:solidFill>
                  <a:prstClr val="white"/>
                </a:solidFill>
                <a:latin typeface="Arial" pitchFamily="34" charset="0"/>
                <a:cs typeface="Arial" pitchFamily="34" charset="0"/>
              </a:rPr>
              <a:t>Insert your desired text here. </a:t>
            </a:r>
            <a:endParaRPr lang="en-US" sz="1463" dirty="0">
              <a:solidFill>
                <a:prstClr val="white"/>
              </a:solidFill>
              <a:latin typeface="Calibri"/>
              <a:cs typeface="+mn-cs"/>
            </a:endParaRPr>
          </a:p>
        </p:txBody>
      </p:sp>
      <p:sp>
        <p:nvSpPr>
          <p:cNvPr id="41" name="TextBox 40"/>
          <p:cNvSpPr txBox="1"/>
          <p:nvPr/>
        </p:nvSpPr>
        <p:spPr>
          <a:xfrm>
            <a:off x="2655231" y="1786825"/>
            <a:ext cx="1919787" cy="992836"/>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white"/>
                </a:solidFill>
                <a:latin typeface="Arial" pitchFamily="34" charset="0"/>
                <a:cs typeface="Arial" pitchFamily="34" charset="0"/>
              </a:rPr>
              <a:t>This is a sample text. </a:t>
            </a:r>
          </a:p>
          <a:p>
            <a:pPr algn="ctr" defTabSz="990671" fontAlgn="auto">
              <a:spcBef>
                <a:spcPts val="0"/>
              </a:spcBef>
              <a:spcAft>
                <a:spcPts val="0"/>
              </a:spcAft>
            </a:pPr>
            <a:r>
              <a:rPr lang="en-US" sz="1463" kern="0" dirty="0">
                <a:solidFill>
                  <a:prstClr val="white"/>
                </a:solidFill>
                <a:latin typeface="Arial" pitchFamily="34" charset="0"/>
                <a:cs typeface="Arial" pitchFamily="34" charset="0"/>
              </a:rPr>
              <a:t>Insert your desired text here. </a:t>
            </a:r>
            <a:endParaRPr lang="en-US" sz="1463" dirty="0">
              <a:solidFill>
                <a:prstClr val="white"/>
              </a:solidFill>
              <a:latin typeface="Calibri"/>
              <a:cs typeface="+mn-cs"/>
            </a:endParaRPr>
          </a:p>
        </p:txBody>
      </p:sp>
      <p:sp>
        <p:nvSpPr>
          <p:cNvPr id="42" name="TextBox 41"/>
          <p:cNvSpPr txBox="1"/>
          <p:nvPr/>
        </p:nvSpPr>
        <p:spPr>
          <a:xfrm>
            <a:off x="4039017" y="4605644"/>
            <a:ext cx="1919787" cy="992836"/>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white"/>
                </a:solidFill>
                <a:latin typeface="Arial" pitchFamily="34" charset="0"/>
                <a:cs typeface="Arial" pitchFamily="34" charset="0"/>
              </a:rPr>
              <a:t>This is a sample text. </a:t>
            </a:r>
          </a:p>
          <a:p>
            <a:pPr algn="ctr" defTabSz="990671" fontAlgn="auto">
              <a:spcBef>
                <a:spcPts val="0"/>
              </a:spcBef>
              <a:spcAft>
                <a:spcPts val="0"/>
              </a:spcAft>
            </a:pPr>
            <a:r>
              <a:rPr lang="en-US" sz="1463" kern="0" dirty="0">
                <a:solidFill>
                  <a:prstClr val="white"/>
                </a:solidFill>
                <a:latin typeface="Arial" pitchFamily="34" charset="0"/>
                <a:cs typeface="Arial" pitchFamily="34" charset="0"/>
              </a:rPr>
              <a:t>Insert your desired text here. </a:t>
            </a:r>
            <a:endParaRPr lang="en-US" sz="1463" dirty="0">
              <a:solidFill>
                <a:prstClr val="white"/>
              </a:solidFill>
              <a:latin typeface="Calibri"/>
              <a:cs typeface="+mn-cs"/>
            </a:endParaRPr>
          </a:p>
        </p:txBody>
      </p:sp>
      <p:sp>
        <p:nvSpPr>
          <p:cNvPr id="43" name="TextBox 42"/>
          <p:cNvSpPr txBox="1"/>
          <p:nvPr/>
        </p:nvSpPr>
        <p:spPr>
          <a:xfrm>
            <a:off x="5371548" y="1786825"/>
            <a:ext cx="1919787" cy="992836"/>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white"/>
                </a:solidFill>
                <a:latin typeface="Arial" pitchFamily="34" charset="0"/>
                <a:cs typeface="Arial" pitchFamily="34" charset="0"/>
              </a:rPr>
              <a:t>This is a sample text. </a:t>
            </a:r>
          </a:p>
          <a:p>
            <a:pPr algn="ctr" defTabSz="990671" fontAlgn="auto">
              <a:spcBef>
                <a:spcPts val="0"/>
              </a:spcBef>
              <a:spcAft>
                <a:spcPts val="0"/>
              </a:spcAft>
            </a:pPr>
            <a:r>
              <a:rPr lang="en-US" sz="1463" kern="0" dirty="0">
                <a:solidFill>
                  <a:prstClr val="white"/>
                </a:solidFill>
                <a:latin typeface="Arial" pitchFamily="34" charset="0"/>
                <a:cs typeface="Arial" pitchFamily="34" charset="0"/>
              </a:rPr>
              <a:t>Insert your desired text here. </a:t>
            </a:r>
            <a:endParaRPr lang="en-US" sz="1463" dirty="0">
              <a:solidFill>
                <a:prstClr val="white"/>
              </a:solidFill>
              <a:latin typeface="Calibri"/>
              <a:cs typeface="+mn-cs"/>
            </a:endParaRPr>
          </a:p>
        </p:txBody>
      </p:sp>
      <p:sp>
        <p:nvSpPr>
          <p:cNvPr id="44" name="TextBox 43"/>
          <p:cNvSpPr txBox="1"/>
          <p:nvPr/>
        </p:nvSpPr>
        <p:spPr>
          <a:xfrm>
            <a:off x="6707510" y="4605644"/>
            <a:ext cx="1919787" cy="992836"/>
          </a:xfrm>
          <a:prstGeom prst="rect">
            <a:avLst/>
          </a:prstGeom>
          <a:noFill/>
        </p:spPr>
        <p:txBody>
          <a:bodyPr wrap="square" rtlCol="0">
            <a:spAutoFit/>
          </a:bodyPr>
          <a:lstStyle/>
          <a:p>
            <a:pPr algn="ctr" defTabSz="990671" fontAlgn="auto">
              <a:spcBef>
                <a:spcPts val="0"/>
              </a:spcBef>
              <a:spcAft>
                <a:spcPts val="0"/>
              </a:spcAft>
            </a:pPr>
            <a:r>
              <a:rPr lang="en-US" sz="1463" kern="0" dirty="0">
                <a:solidFill>
                  <a:prstClr val="white"/>
                </a:solidFill>
                <a:latin typeface="Arial" pitchFamily="34" charset="0"/>
                <a:cs typeface="Arial" pitchFamily="34" charset="0"/>
              </a:rPr>
              <a:t>This is a sample text. </a:t>
            </a:r>
          </a:p>
          <a:p>
            <a:pPr algn="ctr" defTabSz="990671" fontAlgn="auto">
              <a:spcBef>
                <a:spcPts val="0"/>
              </a:spcBef>
              <a:spcAft>
                <a:spcPts val="0"/>
              </a:spcAft>
            </a:pPr>
            <a:r>
              <a:rPr lang="en-US" sz="1463" kern="0" dirty="0">
                <a:solidFill>
                  <a:prstClr val="white"/>
                </a:solidFill>
                <a:latin typeface="Arial" pitchFamily="34" charset="0"/>
                <a:cs typeface="Arial" pitchFamily="34" charset="0"/>
              </a:rPr>
              <a:t>Insert your desired text here. </a:t>
            </a:r>
            <a:endParaRPr lang="en-US" sz="1463" dirty="0">
              <a:solidFill>
                <a:prstClr val="white"/>
              </a:solidFill>
              <a:latin typeface="Calibri"/>
              <a:cs typeface="+mn-cs"/>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Freeform 6">
            <a:extLst>
              <a:ext uri="{FF2B5EF4-FFF2-40B4-BE49-F238E27FC236}">
                <a16:creationId xmlns:a16="http://schemas.microsoft.com/office/drawing/2014/main" id="{5AEBE17A-BFB1-448F-B64F-93A1B3D519AE}"/>
              </a:ext>
            </a:extLst>
          </p:cNvPr>
          <p:cNvSpPr>
            <a:spLocks/>
          </p:cNvSpPr>
          <p:nvPr/>
        </p:nvSpPr>
        <p:spPr bwMode="auto">
          <a:xfrm>
            <a:off x="3708514" y="2978619"/>
            <a:ext cx="2505609" cy="826268"/>
          </a:xfrm>
          <a:custGeom>
            <a:avLst/>
            <a:gdLst>
              <a:gd name="T0" fmla="*/ 709 w 1418"/>
              <a:gd name="T1" fmla="*/ 0 h 467"/>
              <a:gd name="T2" fmla="*/ 0 w 1418"/>
              <a:gd name="T3" fmla="*/ 234 h 467"/>
              <a:gd name="T4" fmla="*/ 709 w 1418"/>
              <a:gd name="T5" fmla="*/ 467 h 467"/>
              <a:gd name="T6" fmla="*/ 1406 w 1418"/>
              <a:gd name="T7" fmla="*/ 275 h 467"/>
              <a:gd name="T8" fmla="*/ 1414 w 1418"/>
              <a:gd name="T9" fmla="*/ 256 h 467"/>
              <a:gd name="T10" fmla="*/ 1418 w 1418"/>
              <a:gd name="T11" fmla="*/ 233 h 467"/>
              <a:gd name="T12" fmla="*/ 709 w 1418"/>
              <a:gd name="T13" fmla="*/ 0 h 467"/>
            </a:gdLst>
            <a:ahLst/>
            <a:cxnLst>
              <a:cxn ang="0">
                <a:pos x="T0" y="T1"/>
              </a:cxn>
              <a:cxn ang="0">
                <a:pos x="T2" y="T3"/>
              </a:cxn>
              <a:cxn ang="0">
                <a:pos x="T4" y="T5"/>
              </a:cxn>
              <a:cxn ang="0">
                <a:pos x="T6" y="T7"/>
              </a:cxn>
              <a:cxn ang="0">
                <a:pos x="T8" y="T9"/>
              </a:cxn>
              <a:cxn ang="0">
                <a:pos x="T10" y="T11"/>
              </a:cxn>
              <a:cxn ang="0">
                <a:pos x="T12" y="T13"/>
              </a:cxn>
            </a:cxnLst>
            <a:rect l="0" t="0" r="r" b="b"/>
            <a:pathLst>
              <a:path w="1418" h="467">
                <a:moveTo>
                  <a:pt x="709" y="0"/>
                </a:moveTo>
                <a:cubicBezTo>
                  <a:pt x="317" y="0"/>
                  <a:pt x="0" y="105"/>
                  <a:pt x="0" y="234"/>
                </a:cubicBezTo>
                <a:cubicBezTo>
                  <a:pt x="0" y="363"/>
                  <a:pt x="317" y="467"/>
                  <a:pt x="709" y="467"/>
                </a:cubicBezTo>
                <a:cubicBezTo>
                  <a:pt x="1057" y="467"/>
                  <a:pt x="1347" y="384"/>
                  <a:pt x="1406" y="275"/>
                </a:cubicBezTo>
                <a:cubicBezTo>
                  <a:pt x="1414" y="256"/>
                  <a:pt x="1414" y="256"/>
                  <a:pt x="1414" y="256"/>
                </a:cubicBezTo>
                <a:cubicBezTo>
                  <a:pt x="1416" y="249"/>
                  <a:pt x="1418" y="241"/>
                  <a:pt x="1418" y="233"/>
                </a:cubicBezTo>
                <a:cubicBezTo>
                  <a:pt x="1418" y="105"/>
                  <a:pt x="1100" y="0"/>
                  <a:pt x="709" y="0"/>
                </a:cubicBezTo>
                <a:close/>
              </a:path>
            </a:pathLst>
          </a:custGeom>
          <a:solidFill>
            <a:schemeClr val="accent1">
              <a:lumMod val="50000"/>
            </a:schemeClr>
          </a:solidFill>
          <a:ln w="9525">
            <a:noFill/>
            <a:round/>
            <a:headEnd/>
            <a:tailEnd/>
          </a:ln>
          <a:effectLst>
            <a:innerShdw blurRad="114300" dist="50800" dir="5400000">
              <a:prstClr val="black">
                <a:alpha val="50000"/>
              </a:prstClr>
            </a:innerShdw>
          </a:effec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9" name="Oval 7">
            <a:extLst>
              <a:ext uri="{FF2B5EF4-FFF2-40B4-BE49-F238E27FC236}">
                <a16:creationId xmlns:a16="http://schemas.microsoft.com/office/drawing/2014/main" id="{E1DD0498-EE0B-4A94-87FA-B672F8FB8983}"/>
              </a:ext>
            </a:extLst>
          </p:cNvPr>
          <p:cNvSpPr>
            <a:spLocks noChangeArrowheads="1"/>
          </p:cNvSpPr>
          <p:nvPr/>
        </p:nvSpPr>
        <p:spPr bwMode="auto">
          <a:xfrm>
            <a:off x="4142906" y="4179205"/>
            <a:ext cx="1634053" cy="533286"/>
          </a:xfrm>
          <a:prstGeom prst="ellipse">
            <a:avLst/>
          </a:prstGeom>
          <a:solidFill>
            <a:schemeClr val="bg1">
              <a:lumMod val="65000"/>
            </a:schemeClr>
          </a:solidFill>
          <a:ln w="9525">
            <a:noFill/>
            <a:round/>
            <a:headEnd/>
            <a:tailEnd/>
          </a:ln>
          <a:effectLst>
            <a:innerShdw blurRad="114300" dist="50800" dir="5400000">
              <a:prstClr val="black">
                <a:alpha val="50000"/>
              </a:prstClr>
            </a:innerShdw>
          </a:effec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0" name="Oval 8">
            <a:extLst>
              <a:ext uri="{FF2B5EF4-FFF2-40B4-BE49-F238E27FC236}">
                <a16:creationId xmlns:a16="http://schemas.microsoft.com/office/drawing/2014/main" id="{BD0F2F59-482D-410D-A32C-FA35A08EBE7D}"/>
              </a:ext>
            </a:extLst>
          </p:cNvPr>
          <p:cNvSpPr>
            <a:spLocks noChangeArrowheads="1"/>
          </p:cNvSpPr>
          <p:nvPr/>
        </p:nvSpPr>
        <p:spPr bwMode="auto">
          <a:xfrm>
            <a:off x="4559737" y="5326184"/>
            <a:ext cx="802238" cy="259711"/>
          </a:xfrm>
          <a:prstGeom prst="ellipse">
            <a:avLst/>
          </a:prstGeom>
          <a:solidFill>
            <a:schemeClr val="bg1">
              <a:lumMod val="65000"/>
            </a:schemeClr>
          </a:solidFill>
          <a:ln w="9525">
            <a:noFill/>
            <a:round/>
            <a:headEnd/>
            <a:tailEnd/>
          </a:ln>
          <a:effectLst>
            <a:innerShdw blurRad="114300" dist="50800" dir="5400000">
              <a:prstClr val="black">
                <a:alpha val="50000"/>
              </a:prstClr>
            </a:innerShdw>
          </a:effectLst>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7" name="Freeform 5">
            <a:extLst>
              <a:ext uri="{FF2B5EF4-FFF2-40B4-BE49-F238E27FC236}">
                <a16:creationId xmlns:a16="http://schemas.microsoft.com/office/drawing/2014/main" id="{C36EE6E4-FA3D-4E65-8C3A-E77374BF5693}"/>
              </a:ext>
            </a:extLst>
          </p:cNvPr>
          <p:cNvSpPr>
            <a:spLocks/>
          </p:cNvSpPr>
          <p:nvPr/>
        </p:nvSpPr>
        <p:spPr bwMode="auto">
          <a:xfrm>
            <a:off x="3257486" y="1790391"/>
            <a:ext cx="3391029" cy="1150676"/>
          </a:xfrm>
          <a:custGeom>
            <a:avLst/>
            <a:gdLst>
              <a:gd name="T0" fmla="*/ 959 w 1919"/>
              <a:gd name="T1" fmla="*/ 0 h 651"/>
              <a:gd name="T2" fmla="*/ 0 w 1919"/>
              <a:gd name="T3" fmla="*/ 326 h 651"/>
              <a:gd name="T4" fmla="*/ 32 w 1919"/>
              <a:gd name="T5" fmla="*/ 410 h 651"/>
              <a:gd name="T6" fmla="*/ 959 w 1919"/>
              <a:gd name="T7" fmla="*/ 651 h 651"/>
              <a:gd name="T8" fmla="*/ 1898 w 1919"/>
              <a:gd name="T9" fmla="*/ 393 h 651"/>
              <a:gd name="T10" fmla="*/ 1919 w 1919"/>
              <a:gd name="T11" fmla="*/ 325 h 651"/>
              <a:gd name="T12" fmla="*/ 959 w 1919"/>
              <a:gd name="T13" fmla="*/ 0 h 651"/>
            </a:gdLst>
            <a:ahLst/>
            <a:cxnLst>
              <a:cxn ang="0">
                <a:pos x="T0" y="T1"/>
              </a:cxn>
              <a:cxn ang="0">
                <a:pos x="T2" y="T3"/>
              </a:cxn>
              <a:cxn ang="0">
                <a:pos x="T4" y="T5"/>
              </a:cxn>
              <a:cxn ang="0">
                <a:pos x="T6" y="T7"/>
              </a:cxn>
              <a:cxn ang="0">
                <a:pos x="T8" y="T9"/>
              </a:cxn>
              <a:cxn ang="0">
                <a:pos x="T10" y="T11"/>
              </a:cxn>
              <a:cxn ang="0">
                <a:pos x="T12" y="T13"/>
              </a:cxn>
            </a:cxnLst>
            <a:rect l="0" t="0" r="r" b="b"/>
            <a:pathLst>
              <a:path w="1919" h="651">
                <a:moveTo>
                  <a:pt x="959" y="0"/>
                </a:moveTo>
                <a:cubicBezTo>
                  <a:pt x="429" y="0"/>
                  <a:pt x="0" y="146"/>
                  <a:pt x="0" y="326"/>
                </a:cubicBezTo>
                <a:cubicBezTo>
                  <a:pt x="0" y="355"/>
                  <a:pt x="11" y="383"/>
                  <a:pt x="32" y="410"/>
                </a:cubicBezTo>
                <a:cubicBezTo>
                  <a:pt x="142" y="549"/>
                  <a:pt x="515" y="651"/>
                  <a:pt x="959" y="651"/>
                </a:cubicBezTo>
                <a:cubicBezTo>
                  <a:pt x="1421" y="651"/>
                  <a:pt x="1807" y="540"/>
                  <a:pt x="1898" y="393"/>
                </a:cubicBezTo>
                <a:cubicBezTo>
                  <a:pt x="1912" y="371"/>
                  <a:pt x="1919" y="348"/>
                  <a:pt x="1919" y="325"/>
                </a:cubicBezTo>
                <a:cubicBezTo>
                  <a:pt x="1919" y="145"/>
                  <a:pt x="1489" y="0"/>
                  <a:pt x="959" y="0"/>
                </a:cubicBezTo>
                <a:close/>
              </a:path>
            </a:pathLst>
          </a:custGeom>
          <a:gradFill>
            <a:gsLst>
              <a:gs pos="100000">
                <a:schemeClr val="accent1">
                  <a:alpha val="75000"/>
                </a:schemeClr>
              </a:gs>
              <a:gs pos="0">
                <a:schemeClr val="accent1">
                  <a:alpha val="90000"/>
                  <a:lumMod val="66000"/>
                </a:schemeClr>
              </a:gs>
            </a:gsLst>
            <a:lin ang="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3" name="Freeform 11">
            <a:extLst>
              <a:ext uri="{FF2B5EF4-FFF2-40B4-BE49-F238E27FC236}">
                <a16:creationId xmlns:a16="http://schemas.microsoft.com/office/drawing/2014/main" id="{642A9A27-4F11-4128-8A72-D4CEB90C3210}"/>
              </a:ext>
            </a:extLst>
          </p:cNvPr>
          <p:cNvSpPr>
            <a:spLocks/>
          </p:cNvSpPr>
          <p:nvPr/>
        </p:nvSpPr>
        <p:spPr bwMode="auto">
          <a:xfrm>
            <a:off x="3720530" y="3450905"/>
            <a:ext cx="2464942" cy="1261585"/>
          </a:xfrm>
          <a:custGeom>
            <a:avLst/>
            <a:gdLst>
              <a:gd name="T0" fmla="*/ 702 w 1395"/>
              <a:gd name="T1" fmla="*/ 196 h 714"/>
              <a:gd name="T2" fmla="*/ 0 w 1395"/>
              <a:gd name="T3" fmla="*/ 0 h 714"/>
              <a:gd name="T4" fmla="*/ 241 w 1395"/>
              <a:gd name="T5" fmla="*/ 578 h 714"/>
              <a:gd name="T6" fmla="*/ 245 w 1395"/>
              <a:gd name="T7" fmla="*/ 588 h 714"/>
              <a:gd name="T8" fmla="*/ 701 w 1395"/>
              <a:gd name="T9" fmla="*/ 714 h 714"/>
              <a:gd name="T10" fmla="*/ 1153 w 1395"/>
              <a:gd name="T11" fmla="*/ 594 h 714"/>
              <a:gd name="T12" fmla="*/ 1163 w 1395"/>
              <a:gd name="T13" fmla="*/ 572 h 714"/>
              <a:gd name="T14" fmla="*/ 1395 w 1395"/>
              <a:gd name="T15" fmla="*/ 15 h 714"/>
              <a:gd name="T16" fmla="*/ 702 w 1395"/>
              <a:gd name="T17" fmla="*/ 196 h 7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95" h="714">
                <a:moveTo>
                  <a:pt x="702" y="196"/>
                </a:moveTo>
                <a:cubicBezTo>
                  <a:pt x="348" y="196"/>
                  <a:pt x="55" y="111"/>
                  <a:pt x="0" y="0"/>
                </a:cubicBezTo>
                <a:cubicBezTo>
                  <a:pt x="241" y="578"/>
                  <a:pt x="241" y="578"/>
                  <a:pt x="241" y="578"/>
                </a:cubicBezTo>
                <a:cubicBezTo>
                  <a:pt x="245" y="588"/>
                  <a:pt x="245" y="588"/>
                  <a:pt x="245" y="588"/>
                </a:cubicBezTo>
                <a:cubicBezTo>
                  <a:pt x="282" y="660"/>
                  <a:pt x="472" y="714"/>
                  <a:pt x="701" y="714"/>
                </a:cubicBezTo>
                <a:cubicBezTo>
                  <a:pt x="923" y="714"/>
                  <a:pt x="1109" y="662"/>
                  <a:pt x="1153" y="594"/>
                </a:cubicBezTo>
                <a:cubicBezTo>
                  <a:pt x="1163" y="572"/>
                  <a:pt x="1163" y="572"/>
                  <a:pt x="1163" y="572"/>
                </a:cubicBezTo>
                <a:cubicBezTo>
                  <a:pt x="1395" y="15"/>
                  <a:pt x="1395" y="15"/>
                  <a:pt x="1395" y="15"/>
                </a:cubicBezTo>
                <a:cubicBezTo>
                  <a:pt x="1323" y="118"/>
                  <a:pt x="1040" y="196"/>
                  <a:pt x="702" y="196"/>
                </a:cubicBezTo>
                <a:close/>
              </a:path>
            </a:pathLst>
          </a:custGeom>
          <a:gradFill>
            <a:gsLst>
              <a:gs pos="0">
                <a:schemeClr val="bg1">
                  <a:lumMod val="85000"/>
                  <a:alpha val="75000"/>
                </a:schemeClr>
              </a:gs>
              <a:gs pos="100000">
                <a:schemeClr val="bg1">
                  <a:lumMod val="65000"/>
                  <a:alpha val="90000"/>
                </a:schemeClr>
              </a:gs>
            </a:gsLst>
            <a:lin ang="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4" name="Freeform 12">
            <a:extLst>
              <a:ext uri="{FF2B5EF4-FFF2-40B4-BE49-F238E27FC236}">
                <a16:creationId xmlns:a16="http://schemas.microsoft.com/office/drawing/2014/main" id="{407A1CC6-A02A-4391-BC2D-422959CB6589}"/>
              </a:ext>
            </a:extLst>
          </p:cNvPr>
          <p:cNvSpPr>
            <a:spLocks/>
          </p:cNvSpPr>
          <p:nvPr/>
        </p:nvSpPr>
        <p:spPr bwMode="auto">
          <a:xfrm>
            <a:off x="3317561" y="2473986"/>
            <a:ext cx="3284742" cy="1330902"/>
          </a:xfrm>
          <a:custGeom>
            <a:avLst/>
            <a:gdLst>
              <a:gd name="T0" fmla="*/ 924 w 1859"/>
              <a:gd name="T1" fmla="*/ 258 h 753"/>
              <a:gd name="T2" fmla="*/ 0 w 1859"/>
              <a:gd name="T3" fmla="*/ 17 h 753"/>
              <a:gd name="T4" fmla="*/ 221 w 1859"/>
              <a:gd name="T5" fmla="*/ 546 h 753"/>
              <a:gd name="T6" fmla="*/ 226 w 1859"/>
              <a:gd name="T7" fmla="*/ 557 h 753"/>
              <a:gd name="T8" fmla="*/ 837 w 1859"/>
              <a:gd name="T9" fmla="*/ 751 h 753"/>
              <a:gd name="T10" fmla="*/ 838 w 1859"/>
              <a:gd name="T11" fmla="*/ 751 h 753"/>
              <a:gd name="T12" fmla="*/ 853 w 1859"/>
              <a:gd name="T13" fmla="*/ 752 h 753"/>
              <a:gd name="T14" fmla="*/ 857 w 1859"/>
              <a:gd name="T15" fmla="*/ 752 h 753"/>
              <a:gd name="T16" fmla="*/ 870 w 1859"/>
              <a:gd name="T17" fmla="*/ 752 h 753"/>
              <a:gd name="T18" fmla="*/ 875 w 1859"/>
              <a:gd name="T19" fmla="*/ 752 h 753"/>
              <a:gd name="T20" fmla="*/ 887 w 1859"/>
              <a:gd name="T21" fmla="*/ 753 h 753"/>
              <a:gd name="T22" fmla="*/ 892 w 1859"/>
              <a:gd name="T23" fmla="*/ 753 h 753"/>
              <a:gd name="T24" fmla="*/ 905 w 1859"/>
              <a:gd name="T25" fmla="*/ 753 h 753"/>
              <a:gd name="T26" fmla="*/ 910 w 1859"/>
              <a:gd name="T27" fmla="*/ 753 h 753"/>
              <a:gd name="T28" fmla="*/ 928 w 1859"/>
              <a:gd name="T29" fmla="*/ 753 h 753"/>
              <a:gd name="T30" fmla="*/ 944 w 1859"/>
              <a:gd name="T31" fmla="*/ 753 h 753"/>
              <a:gd name="T32" fmla="*/ 948 w 1859"/>
              <a:gd name="T33" fmla="*/ 753 h 753"/>
              <a:gd name="T34" fmla="*/ 960 w 1859"/>
              <a:gd name="T35" fmla="*/ 753 h 753"/>
              <a:gd name="T36" fmla="*/ 963 w 1859"/>
              <a:gd name="T37" fmla="*/ 753 h 753"/>
              <a:gd name="T38" fmla="*/ 976 w 1859"/>
              <a:gd name="T39" fmla="*/ 752 h 753"/>
              <a:gd name="T40" fmla="*/ 978 w 1859"/>
              <a:gd name="T41" fmla="*/ 752 h 753"/>
              <a:gd name="T42" fmla="*/ 1621 w 1859"/>
              <a:gd name="T43" fmla="*/ 572 h 753"/>
              <a:gd name="T44" fmla="*/ 1627 w 1859"/>
              <a:gd name="T45" fmla="*/ 561 h 753"/>
              <a:gd name="T46" fmla="*/ 1635 w 1859"/>
              <a:gd name="T47" fmla="*/ 542 h 753"/>
              <a:gd name="T48" fmla="*/ 1638 w 1859"/>
              <a:gd name="T49" fmla="*/ 531 h 753"/>
              <a:gd name="T50" fmla="*/ 1859 w 1859"/>
              <a:gd name="T51" fmla="*/ 0 h 753"/>
              <a:gd name="T52" fmla="*/ 924 w 1859"/>
              <a:gd name="T53" fmla="*/ 258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859" h="753">
                <a:moveTo>
                  <a:pt x="924" y="258"/>
                </a:moveTo>
                <a:cubicBezTo>
                  <a:pt x="481" y="258"/>
                  <a:pt x="109" y="156"/>
                  <a:pt x="0" y="17"/>
                </a:cubicBezTo>
                <a:cubicBezTo>
                  <a:pt x="221" y="546"/>
                  <a:pt x="221" y="546"/>
                  <a:pt x="221" y="546"/>
                </a:cubicBezTo>
                <a:cubicBezTo>
                  <a:pt x="222" y="550"/>
                  <a:pt x="224" y="554"/>
                  <a:pt x="226" y="557"/>
                </a:cubicBezTo>
                <a:cubicBezTo>
                  <a:pt x="276" y="659"/>
                  <a:pt x="525" y="738"/>
                  <a:pt x="837" y="751"/>
                </a:cubicBezTo>
                <a:cubicBezTo>
                  <a:pt x="837" y="751"/>
                  <a:pt x="838" y="751"/>
                  <a:pt x="838" y="751"/>
                </a:cubicBezTo>
                <a:cubicBezTo>
                  <a:pt x="843" y="751"/>
                  <a:pt x="848" y="752"/>
                  <a:pt x="853" y="752"/>
                </a:cubicBezTo>
                <a:cubicBezTo>
                  <a:pt x="854" y="752"/>
                  <a:pt x="856" y="752"/>
                  <a:pt x="857" y="752"/>
                </a:cubicBezTo>
                <a:cubicBezTo>
                  <a:pt x="861" y="752"/>
                  <a:pt x="866" y="752"/>
                  <a:pt x="870" y="752"/>
                </a:cubicBezTo>
                <a:cubicBezTo>
                  <a:pt x="872" y="752"/>
                  <a:pt x="873" y="752"/>
                  <a:pt x="875" y="752"/>
                </a:cubicBezTo>
                <a:cubicBezTo>
                  <a:pt x="879" y="752"/>
                  <a:pt x="883" y="753"/>
                  <a:pt x="887" y="753"/>
                </a:cubicBezTo>
                <a:cubicBezTo>
                  <a:pt x="889" y="753"/>
                  <a:pt x="891" y="753"/>
                  <a:pt x="892" y="753"/>
                </a:cubicBezTo>
                <a:cubicBezTo>
                  <a:pt x="897" y="753"/>
                  <a:pt x="901" y="753"/>
                  <a:pt x="905" y="753"/>
                </a:cubicBezTo>
                <a:cubicBezTo>
                  <a:pt x="907" y="753"/>
                  <a:pt x="908" y="753"/>
                  <a:pt x="910" y="753"/>
                </a:cubicBezTo>
                <a:cubicBezTo>
                  <a:pt x="916" y="753"/>
                  <a:pt x="922" y="753"/>
                  <a:pt x="928" y="753"/>
                </a:cubicBezTo>
                <a:cubicBezTo>
                  <a:pt x="933" y="753"/>
                  <a:pt x="938" y="753"/>
                  <a:pt x="944" y="753"/>
                </a:cubicBezTo>
                <a:cubicBezTo>
                  <a:pt x="945" y="753"/>
                  <a:pt x="946" y="753"/>
                  <a:pt x="948" y="753"/>
                </a:cubicBezTo>
                <a:cubicBezTo>
                  <a:pt x="952" y="753"/>
                  <a:pt x="956" y="753"/>
                  <a:pt x="960" y="753"/>
                </a:cubicBezTo>
                <a:cubicBezTo>
                  <a:pt x="961" y="753"/>
                  <a:pt x="962" y="753"/>
                  <a:pt x="963" y="753"/>
                </a:cubicBezTo>
                <a:cubicBezTo>
                  <a:pt x="967" y="753"/>
                  <a:pt x="972" y="753"/>
                  <a:pt x="976" y="752"/>
                </a:cubicBezTo>
                <a:cubicBezTo>
                  <a:pt x="977" y="752"/>
                  <a:pt x="977" y="752"/>
                  <a:pt x="978" y="752"/>
                </a:cubicBezTo>
                <a:cubicBezTo>
                  <a:pt x="1293" y="745"/>
                  <a:pt x="1552" y="670"/>
                  <a:pt x="1621" y="572"/>
                </a:cubicBezTo>
                <a:cubicBezTo>
                  <a:pt x="1623" y="568"/>
                  <a:pt x="1625" y="565"/>
                  <a:pt x="1627" y="561"/>
                </a:cubicBezTo>
                <a:cubicBezTo>
                  <a:pt x="1635" y="542"/>
                  <a:pt x="1635" y="542"/>
                  <a:pt x="1635" y="542"/>
                </a:cubicBezTo>
                <a:cubicBezTo>
                  <a:pt x="1636" y="538"/>
                  <a:pt x="1637" y="535"/>
                  <a:pt x="1638" y="531"/>
                </a:cubicBezTo>
                <a:cubicBezTo>
                  <a:pt x="1859" y="0"/>
                  <a:pt x="1859" y="0"/>
                  <a:pt x="1859" y="0"/>
                </a:cubicBezTo>
                <a:cubicBezTo>
                  <a:pt x="1768" y="147"/>
                  <a:pt x="1384" y="258"/>
                  <a:pt x="924" y="258"/>
                </a:cubicBezTo>
                <a:close/>
              </a:path>
            </a:pathLst>
          </a:custGeom>
          <a:gradFill>
            <a:gsLst>
              <a:gs pos="0">
                <a:schemeClr val="accent1">
                  <a:alpha val="75000"/>
                </a:schemeClr>
              </a:gs>
              <a:gs pos="100000">
                <a:schemeClr val="accent1">
                  <a:lumMod val="75000"/>
                  <a:alpha val="90000"/>
                </a:schemeClr>
              </a:gs>
            </a:gsLst>
            <a:lin ang="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5" name="Freeform 13">
            <a:extLst>
              <a:ext uri="{FF2B5EF4-FFF2-40B4-BE49-F238E27FC236}">
                <a16:creationId xmlns:a16="http://schemas.microsoft.com/office/drawing/2014/main" id="{620227BF-1E15-408D-AC34-455E2FFBEE9F}"/>
              </a:ext>
            </a:extLst>
          </p:cNvPr>
          <p:cNvSpPr>
            <a:spLocks/>
          </p:cNvSpPr>
          <p:nvPr/>
        </p:nvSpPr>
        <p:spPr bwMode="auto">
          <a:xfrm>
            <a:off x="4150300" y="4489748"/>
            <a:ext cx="1605401" cy="1096146"/>
          </a:xfrm>
          <a:custGeom>
            <a:avLst/>
            <a:gdLst>
              <a:gd name="T0" fmla="*/ 456 w 909"/>
              <a:gd name="T1" fmla="*/ 126 h 620"/>
              <a:gd name="T2" fmla="*/ 0 w 909"/>
              <a:gd name="T3" fmla="*/ 0 h 620"/>
              <a:gd name="T4" fmla="*/ 228 w 909"/>
              <a:gd name="T5" fmla="*/ 546 h 620"/>
              <a:gd name="T6" fmla="*/ 230 w 909"/>
              <a:gd name="T7" fmla="*/ 546 h 620"/>
              <a:gd name="T8" fmla="*/ 456 w 909"/>
              <a:gd name="T9" fmla="*/ 620 h 620"/>
              <a:gd name="T10" fmla="*/ 683 w 909"/>
              <a:gd name="T11" fmla="*/ 546 h 620"/>
              <a:gd name="T12" fmla="*/ 684 w 909"/>
              <a:gd name="T13" fmla="*/ 546 h 620"/>
              <a:gd name="T14" fmla="*/ 909 w 909"/>
              <a:gd name="T15" fmla="*/ 6 h 620"/>
              <a:gd name="T16" fmla="*/ 456 w 909"/>
              <a:gd name="T17" fmla="*/ 126 h 6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9" h="620">
                <a:moveTo>
                  <a:pt x="456" y="126"/>
                </a:moveTo>
                <a:cubicBezTo>
                  <a:pt x="227" y="126"/>
                  <a:pt x="38" y="72"/>
                  <a:pt x="0" y="0"/>
                </a:cubicBezTo>
                <a:cubicBezTo>
                  <a:pt x="228" y="546"/>
                  <a:pt x="228" y="546"/>
                  <a:pt x="228" y="546"/>
                </a:cubicBezTo>
                <a:cubicBezTo>
                  <a:pt x="230" y="546"/>
                  <a:pt x="230" y="546"/>
                  <a:pt x="230" y="546"/>
                </a:cubicBezTo>
                <a:cubicBezTo>
                  <a:pt x="230" y="587"/>
                  <a:pt x="331" y="620"/>
                  <a:pt x="456" y="620"/>
                </a:cubicBezTo>
                <a:cubicBezTo>
                  <a:pt x="581" y="620"/>
                  <a:pt x="683" y="587"/>
                  <a:pt x="683" y="546"/>
                </a:cubicBezTo>
                <a:cubicBezTo>
                  <a:pt x="684" y="546"/>
                  <a:pt x="684" y="546"/>
                  <a:pt x="684" y="546"/>
                </a:cubicBezTo>
                <a:cubicBezTo>
                  <a:pt x="909" y="6"/>
                  <a:pt x="909" y="6"/>
                  <a:pt x="909" y="6"/>
                </a:cubicBezTo>
                <a:cubicBezTo>
                  <a:pt x="864" y="74"/>
                  <a:pt x="679" y="126"/>
                  <a:pt x="456" y="126"/>
                </a:cubicBezTo>
                <a:close/>
              </a:path>
            </a:pathLst>
          </a:custGeom>
          <a:gradFill>
            <a:gsLst>
              <a:gs pos="0">
                <a:schemeClr val="bg1">
                  <a:lumMod val="85000"/>
                  <a:alpha val="75000"/>
                </a:schemeClr>
              </a:gs>
              <a:gs pos="100000">
                <a:schemeClr val="bg1">
                  <a:lumMod val="65000"/>
                  <a:alpha val="90000"/>
                </a:schemeClr>
              </a:gs>
            </a:gsLst>
            <a:lin ang="0" scaled="1"/>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2" name="Title 1"/>
          <p:cNvSpPr>
            <a:spLocks noGrp="1"/>
          </p:cNvSpPr>
          <p:nvPr>
            <p:ph type="title"/>
          </p:nvPr>
        </p:nvSpPr>
        <p:spPr/>
        <p:txBody>
          <a:bodyPr/>
          <a:lstStyle/>
          <a:p>
            <a:r>
              <a:rPr lang="en-IN" dirty="0">
                <a:solidFill>
                  <a:schemeClr val="tx1">
                    <a:lumMod val="75000"/>
                    <a:lumOff val="25000"/>
                  </a:schemeClr>
                </a:solidFill>
              </a:rPr>
              <a:t>3 Level Semi Transparent Funnel Diagram for PowerPoint</a:t>
            </a:r>
          </a:p>
        </p:txBody>
      </p:sp>
      <p:sp>
        <p:nvSpPr>
          <p:cNvPr id="16" name="Freeform 14">
            <a:extLst>
              <a:ext uri="{FF2B5EF4-FFF2-40B4-BE49-F238E27FC236}">
                <a16:creationId xmlns:a16="http://schemas.microsoft.com/office/drawing/2014/main" id="{732F33D9-A334-4A32-8AAD-1F48465FF898}"/>
              </a:ext>
            </a:extLst>
          </p:cNvPr>
          <p:cNvSpPr>
            <a:spLocks/>
          </p:cNvSpPr>
          <p:nvPr/>
        </p:nvSpPr>
        <p:spPr bwMode="auto">
          <a:xfrm>
            <a:off x="4828691" y="1790391"/>
            <a:ext cx="1814279" cy="926087"/>
          </a:xfrm>
          <a:custGeom>
            <a:avLst/>
            <a:gdLst>
              <a:gd name="T0" fmla="*/ 535 w 1027"/>
              <a:gd name="T1" fmla="*/ 524 h 524"/>
              <a:gd name="T2" fmla="*/ 1027 w 1027"/>
              <a:gd name="T3" fmla="*/ 298 h 524"/>
              <a:gd name="T4" fmla="*/ 70 w 1027"/>
              <a:gd name="T5" fmla="*/ 0 h 524"/>
              <a:gd name="T6" fmla="*/ 47 w 1027"/>
              <a:gd name="T7" fmla="*/ 0 h 524"/>
              <a:gd name="T8" fmla="*/ 0 w 1027"/>
              <a:gd name="T9" fmla="*/ 152 h 524"/>
              <a:gd name="T10" fmla="*/ 535 w 1027"/>
              <a:gd name="T11" fmla="*/ 524 h 524"/>
            </a:gdLst>
            <a:ahLst/>
            <a:cxnLst>
              <a:cxn ang="0">
                <a:pos x="T0" y="T1"/>
              </a:cxn>
              <a:cxn ang="0">
                <a:pos x="T2" y="T3"/>
              </a:cxn>
              <a:cxn ang="0">
                <a:pos x="T4" y="T5"/>
              </a:cxn>
              <a:cxn ang="0">
                <a:pos x="T6" y="T7"/>
              </a:cxn>
              <a:cxn ang="0">
                <a:pos x="T8" y="T9"/>
              </a:cxn>
              <a:cxn ang="0">
                <a:pos x="T10" y="T11"/>
              </a:cxn>
            </a:cxnLst>
            <a:rect l="0" t="0" r="r" b="b"/>
            <a:pathLst>
              <a:path w="1027" h="524">
                <a:moveTo>
                  <a:pt x="535" y="524"/>
                </a:moveTo>
                <a:cubicBezTo>
                  <a:pt x="756" y="524"/>
                  <a:pt x="945" y="431"/>
                  <a:pt x="1027" y="298"/>
                </a:cubicBezTo>
                <a:cubicBezTo>
                  <a:pt x="985" y="131"/>
                  <a:pt x="573" y="0"/>
                  <a:pt x="70" y="0"/>
                </a:cubicBezTo>
                <a:cubicBezTo>
                  <a:pt x="62" y="0"/>
                  <a:pt x="55" y="0"/>
                  <a:pt x="47" y="0"/>
                </a:cubicBezTo>
                <a:cubicBezTo>
                  <a:pt x="17" y="46"/>
                  <a:pt x="0" y="98"/>
                  <a:pt x="0" y="152"/>
                </a:cubicBezTo>
                <a:cubicBezTo>
                  <a:pt x="0" y="357"/>
                  <a:pt x="240" y="524"/>
                  <a:pt x="535" y="524"/>
                </a:cubicBezTo>
                <a:close/>
              </a:path>
            </a:pathLst>
          </a:custGeom>
          <a:gradFill>
            <a:gsLst>
              <a:gs pos="100000">
                <a:schemeClr val="bg1">
                  <a:alpha val="15000"/>
                </a:schemeClr>
              </a:gs>
              <a:gs pos="0">
                <a:schemeClr val="bg1">
                  <a:alpha val="5000"/>
                </a:schemeClr>
              </a:gs>
            </a:gsLst>
            <a:lin ang="780000" scaled="0"/>
          </a:gra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9" name="Oval 18">
            <a:extLst>
              <a:ext uri="{FF2B5EF4-FFF2-40B4-BE49-F238E27FC236}">
                <a16:creationId xmlns:a16="http://schemas.microsoft.com/office/drawing/2014/main" id="{5EB17937-D326-4FF8-A3A9-9A7566D95D17}"/>
              </a:ext>
            </a:extLst>
          </p:cNvPr>
          <p:cNvSpPr/>
          <p:nvPr/>
        </p:nvSpPr>
        <p:spPr>
          <a:xfrm>
            <a:off x="3790033" y="5634159"/>
            <a:ext cx="2325934" cy="394091"/>
          </a:xfrm>
          <a:prstGeom prst="ellipse">
            <a:avLst/>
          </a:prstGeom>
          <a:gradFill flip="none" rotWithShape="1">
            <a:gsLst>
              <a:gs pos="0">
                <a:sysClr val="windowText" lastClr="000000">
                  <a:lumMod val="50000"/>
                  <a:lumOff val="50000"/>
                  <a:alpha val="70000"/>
                </a:sysClr>
              </a:gs>
              <a:gs pos="100000">
                <a:sysClr val="window" lastClr="FFFFFF">
                  <a:alpha val="0"/>
                  <a:lumMod val="100000"/>
                </a:sys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Arial" pitchFamily="34" charset="0"/>
              <a:cs typeface="Arial" pitchFamily="34" charset="0"/>
            </a:endParaRPr>
          </a:p>
        </p:txBody>
      </p:sp>
      <p:sp>
        <p:nvSpPr>
          <p:cNvPr id="57" name="TextBox 56">
            <a:extLst>
              <a:ext uri="{FF2B5EF4-FFF2-40B4-BE49-F238E27FC236}">
                <a16:creationId xmlns:a16="http://schemas.microsoft.com/office/drawing/2014/main" id="{353864C0-1A87-4687-BC51-B66BA19EA205}"/>
              </a:ext>
            </a:extLst>
          </p:cNvPr>
          <p:cNvSpPr txBox="1"/>
          <p:nvPr/>
        </p:nvSpPr>
        <p:spPr>
          <a:xfrm>
            <a:off x="597657" y="4735399"/>
            <a:ext cx="1821128" cy="692497"/>
          </a:xfrm>
          <a:prstGeom prst="rect">
            <a:avLst/>
          </a:prstGeom>
          <a:noFill/>
        </p:spPr>
        <p:txBody>
          <a:bodyPr wrap="square" rtlCol="0">
            <a:spAutoFit/>
          </a:bodyPr>
          <a:lstStyle/>
          <a:p>
            <a:pPr algn="r" defTabSz="990671" fontAlgn="auto">
              <a:spcBef>
                <a:spcPts val="0"/>
              </a:spcBef>
              <a:spcAft>
                <a:spcPts val="0"/>
              </a:spcAft>
            </a:pPr>
            <a:r>
              <a:rPr lang="en-US" sz="1300" kern="0" dirty="0">
                <a:solidFill>
                  <a:prstClr val="black">
                    <a:lumMod val="50000"/>
                    <a:lumOff val="50000"/>
                  </a:prstClr>
                </a:solidFill>
                <a:latin typeface="Arial" pitchFamily="34" charset="0"/>
                <a:cs typeface="Arial" pitchFamily="34" charset="0"/>
              </a:rPr>
              <a:t>This is a sample text. Insert your desired text here.</a:t>
            </a:r>
          </a:p>
        </p:txBody>
      </p:sp>
      <p:sp>
        <p:nvSpPr>
          <p:cNvPr id="58" name="TextBox 57">
            <a:extLst>
              <a:ext uri="{FF2B5EF4-FFF2-40B4-BE49-F238E27FC236}">
                <a16:creationId xmlns:a16="http://schemas.microsoft.com/office/drawing/2014/main" id="{83FAE03E-6BE2-4ED9-A9C8-F7E75FC960BC}"/>
              </a:ext>
            </a:extLst>
          </p:cNvPr>
          <p:cNvSpPr txBox="1"/>
          <p:nvPr/>
        </p:nvSpPr>
        <p:spPr>
          <a:xfrm>
            <a:off x="597657" y="4387317"/>
            <a:ext cx="1821128" cy="342401"/>
          </a:xfrm>
          <a:prstGeom prst="rect">
            <a:avLst/>
          </a:prstGeom>
          <a:noFill/>
        </p:spPr>
        <p:txBody>
          <a:bodyPr wrap="square" rtlCol="0">
            <a:spAutoFit/>
          </a:bodyPr>
          <a:lstStyle/>
          <a:p>
            <a:pPr algn="r" defTabSz="990671" fontAlgn="auto">
              <a:spcBef>
                <a:spcPts val="0"/>
              </a:spcBef>
              <a:spcAft>
                <a:spcPts val="0"/>
              </a:spcAft>
            </a:pPr>
            <a:r>
              <a:rPr lang="en-US" sz="1625" b="1" kern="0" dirty="0">
                <a:solidFill>
                  <a:prstClr val="black">
                    <a:lumMod val="65000"/>
                    <a:lumOff val="35000"/>
                  </a:prstClr>
                </a:solidFill>
                <a:latin typeface="Arial" pitchFamily="34" charset="0"/>
                <a:cs typeface="Arial" pitchFamily="34" charset="0"/>
              </a:rPr>
              <a:t>Sample Text</a:t>
            </a:r>
          </a:p>
        </p:txBody>
      </p:sp>
      <p:grpSp>
        <p:nvGrpSpPr>
          <p:cNvPr id="59" name="Group 58">
            <a:extLst>
              <a:ext uri="{FF2B5EF4-FFF2-40B4-BE49-F238E27FC236}">
                <a16:creationId xmlns:a16="http://schemas.microsoft.com/office/drawing/2014/main" id="{3BDDF293-4F88-478D-A355-878E003EAD28}"/>
              </a:ext>
            </a:extLst>
          </p:cNvPr>
          <p:cNvGrpSpPr/>
          <p:nvPr/>
        </p:nvGrpSpPr>
        <p:grpSpPr>
          <a:xfrm>
            <a:off x="2640072" y="2612500"/>
            <a:ext cx="359400" cy="270169"/>
            <a:chOff x="-10452100" y="1436688"/>
            <a:chExt cx="5070475" cy="3811588"/>
          </a:xfrm>
          <a:solidFill>
            <a:schemeClr val="accent1">
              <a:lumMod val="75000"/>
            </a:schemeClr>
          </a:solidFill>
        </p:grpSpPr>
        <p:sp>
          <p:nvSpPr>
            <p:cNvPr id="60" name="Freeform 45">
              <a:extLst>
                <a:ext uri="{FF2B5EF4-FFF2-40B4-BE49-F238E27FC236}">
                  <a16:creationId xmlns:a16="http://schemas.microsoft.com/office/drawing/2014/main" id="{C2A4C784-391F-4FBE-B534-7E8103F7F7AF}"/>
                </a:ext>
              </a:extLst>
            </p:cNvPr>
            <p:cNvSpPr>
              <a:spLocks noEditPoints="1"/>
            </p:cNvSpPr>
            <p:nvPr/>
          </p:nvSpPr>
          <p:spPr bwMode="auto">
            <a:xfrm>
              <a:off x="-8610600" y="1436688"/>
              <a:ext cx="1389063" cy="3811588"/>
            </a:xfrm>
            <a:custGeom>
              <a:avLst/>
              <a:gdLst>
                <a:gd name="T0" fmla="*/ 435 w 458"/>
                <a:gd name="T1" fmla="*/ 18 h 1257"/>
                <a:gd name="T2" fmla="*/ 379 w 458"/>
                <a:gd name="T3" fmla="*/ 3 h 1257"/>
                <a:gd name="T4" fmla="*/ 357 w 458"/>
                <a:gd name="T5" fmla="*/ 5 h 1257"/>
                <a:gd name="T6" fmla="*/ 343 w 458"/>
                <a:gd name="T7" fmla="*/ 23 h 1257"/>
                <a:gd name="T8" fmla="*/ 2 w 458"/>
                <a:gd name="T9" fmla="*/ 1202 h 1257"/>
                <a:gd name="T10" fmla="*/ 5 w 458"/>
                <a:gd name="T11" fmla="*/ 1225 h 1257"/>
                <a:gd name="T12" fmla="*/ 22 w 458"/>
                <a:gd name="T13" fmla="*/ 1239 h 1257"/>
                <a:gd name="T14" fmla="*/ 79 w 458"/>
                <a:gd name="T15" fmla="*/ 1254 h 1257"/>
                <a:gd name="T16" fmla="*/ 101 w 458"/>
                <a:gd name="T17" fmla="*/ 1252 h 1257"/>
                <a:gd name="T18" fmla="*/ 115 w 458"/>
                <a:gd name="T19" fmla="*/ 1234 h 1257"/>
                <a:gd name="T20" fmla="*/ 455 w 458"/>
                <a:gd name="T21" fmla="*/ 55 h 1257"/>
                <a:gd name="T22" fmla="*/ 453 w 458"/>
                <a:gd name="T23" fmla="*/ 32 h 1257"/>
                <a:gd name="T24" fmla="*/ 435 w 458"/>
                <a:gd name="T25" fmla="*/ 18 h 1257"/>
                <a:gd name="T26" fmla="*/ 435 w 458"/>
                <a:gd name="T27" fmla="*/ 18 h 1257"/>
                <a:gd name="T28" fmla="*/ 435 w 458"/>
                <a:gd name="T29" fmla="*/ 18 h 1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8" h="1257">
                  <a:moveTo>
                    <a:pt x="435" y="18"/>
                  </a:moveTo>
                  <a:cubicBezTo>
                    <a:pt x="379" y="3"/>
                    <a:pt x="379" y="3"/>
                    <a:pt x="379" y="3"/>
                  </a:cubicBezTo>
                  <a:cubicBezTo>
                    <a:pt x="371" y="0"/>
                    <a:pt x="364" y="1"/>
                    <a:pt x="357" y="5"/>
                  </a:cubicBezTo>
                  <a:cubicBezTo>
                    <a:pt x="350" y="9"/>
                    <a:pt x="346" y="15"/>
                    <a:pt x="343" y="23"/>
                  </a:cubicBezTo>
                  <a:cubicBezTo>
                    <a:pt x="2" y="1202"/>
                    <a:pt x="2" y="1202"/>
                    <a:pt x="2" y="1202"/>
                  </a:cubicBezTo>
                  <a:cubicBezTo>
                    <a:pt x="0" y="1210"/>
                    <a:pt x="1" y="1218"/>
                    <a:pt x="5" y="1225"/>
                  </a:cubicBezTo>
                  <a:cubicBezTo>
                    <a:pt x="9" y="1232"/>
                    <a:pt x="15" y="1236"/>
                    <a:pt x="22" y="1239"/>
                  </a:cubicBezTo>
                  <a:cubicBezTo>
                    <a:pt x="79" y="1254"/>
                    <a:pt x="79" y="1254"/>
                    <a:pt x="79" y="1254"/>
                  </a:cubicBezTo>
                  <a:cubicBezTo>
                    <a:pt x="86" y="1257"/>
                    <a:pt x="94" y="1256"/>
                    <a:pt x="101" y="1252"/>
                  </a:cubicBezTo>
                  <a:cubicBezTo>
                    <a:pt x="108" y="1248"/>
                    <a:pt x="112" y="1242"/>
                    <a:pt x="115" y="1234"/>
                  </a:cubicBezTo>
                  <a:cubicBezTo>
                    <a:pt x="455" y="55"/>
                    <a:pt x="455" y="55"/>
                    <a:pt x="455" y="55"/>
                  </a:cubicBezTo>
                  <a:cubicBezTo>
                    <a:pt x="458" y="47"/>
                    <a:pt x="457" y="39"/>
                    <a:pt x="453" y="32"/>
                  </a:cubicBezTo>
                  <a:cubicBezTo>
                    <a:pt x="449" y="25"/>
                    <a:pt x="443" y="21"/>
                    <a:pt x="435" y="18"/>
                  </a:cubicBezTo>
                  <a:close/>
                  <a:moveTo>
                    <a:pt x="435" y="18"/>
                  </a:moveTo>
                  <a:cubicBezTo>
                    <a:pt x="435" y="18"/>
                    <a:pt x="435" y="18"/>
                    <a:pt x="435" y="18"/>
                  </a:cubicBezTo>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1" name="Freeform 46">
              <a:extLst>
                <a:ext uri="{FF2B5EF4-FFF2-40B4-BE49-F238E27FC236}">
                  <a16:creationId xmlns:a16="http://schemas.microsoft.com/office/drawing/2014/main" id="{39602D77-45B0-47E0-8BD3-AA986085683C}"/>
                </a:ext>
              </a:extLst>
            </p:cNvPr>
            <p:cNvSpPr>
              <a:spLocks noEditPoints="1"/>
            </p:cNvSpPr>
            <p:nvPr/>
          </p:nvSpPr>
          <p:spPr bwMode="auto">
            <a:xfrm>
              <a:off x="-10452100" y="1962150"/>
              <a:ext cx="1614488" cy="2762250"/>
            </a:xfrm>
            <a:custGeom>
              <a:avLst/>
              <a:gdLst>
                <a:gd name="T0" fmla="*/ 532 w 532"/>
                <a:gd name="T1" fmla="*/ 76 h 911"/>
                <a:gd name="T2" fmla="*/ 523 w 532"/>
                <a:gd name="T3" fmla="*/ 55 h 911"/>
                <a:gd name="T4" fmla="*/ 477 w 532"/>
                <a:gd name="T5" fmla="*/ 9 h 911"/>
                <a:gd name="T6" fmla="*/ 456 w 532"/>
                <a:gd name="T7" fmla="*/ 0 h 911"/>
                <a:gd name="T8" fmla="*/ 435 w 532"/>
                <a:gd name="T9" fmla="*/ 9 h 911"/>
                <a:gd name="T10" fmla="*/ 9 w 532"/>
                <a:gd name="T11" fmla="*/ 435 h 911"/>
                <a:gd name="T12" fmla="*/ 0 w 532"/>
                <a:gd name="T13" fmla="*/ 456 h 911"/>
                <a:gd name="T14" fmla="*/ 9 w 532"/>
                <a:gd name="T15" fmla="*/ 477 h 911"/>
                <a:gd name="T16" fmla="*/ 435 w 532"/>
                <a:gd name="T17" fmla="*/ 902 h 911"/>
                <a:gd name="T18" fmla="*/ 456 w 532"/>
                <a:gd name="T19" fmla="*/ 911 h 911"/>
                <a:gd name="T20" fmla="*/ 477 w 532"/>
                <a:gd name="T21" fmla="*/ 902 h 911"/>
                <a:gd name="T22" fmla="*/ 523 w 532"/>
                <a:gd name="T23" fmla="*/ 857 h 911"/>
                <a:gd name="T24" fmla="*/ 532 w 532"/>
                <a:gd name="T25" fmla="*/ 836 h 911"/>
                <a:gd name="T26" fmla="*/ 523 w 532"/>
                <a:gd name="T27" fmla="*/ 815 h 911"/>
                <a:gd name="T28" fmla="*/ 164 w 532"/>
                <a:gd name="T29" fmla="*/ 456 h 911"/>
                <a:gd name="T30" fmla="*/ 523 w 532"/>
                <a:gd name="T31" fmla="*/ 97 h 911"/>
                <a:gd name="T32" fmla="*/ 532 w 532"/>
                <a:gd name="T33" fmla="*/ 76 h 911"/>
                <a:gd name="T34" fmla="*/ 532 w 532"/>
                <a:gd name="T35" fmla="*/ 76 h 911"/>
                <a:gd name="T36" fmla="*/ 532 w 532"/>
                <a:gd name="T37" fmla="*/ 76 h 9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2" h="911">
                  <a:moveTo>
                    <a:pt x="532" y="76"/>
                  </a:moveTo>
                  <a:cubicBezTo>
                    <a:pt x="532" y="68"/>
                    <a:pt x="529" y="61"/>
                    <a:pt x="523" y="55"/>
                  </a:cubicBezTo>
                  <a:cubicBezTo>
                    <a:pt x="477" y="9"/>
                    <a:pt x="477" y="9"/>
                    <a:pt x="477" y="9"/>
                  </a:cubicBezTo>
                  <a:cubicBezTo>
                    <a:pt x="471" y="3"/>
                    <a:pt x="464" y="0"/>
                    <a:pt x="456" y="0"/>
                  </a:cubicBezTo>
                  <a:cubicBezTo>
                    <a:pt x="448" y="0"/>
                    <a:pt x="441" y="3"/>
                    <a:pt x="435" y="9"/>
                  </a:cubicBezTo>
                  <a:cubicBezTo>
                    <a:pt x="9" y="435"/>
                    <a:pt x="9" y="435"/>
                    <a:pt x="9" y="435"/>
                  </a:cubicBezTo>
                  <a:cubicBezTo>
                    <a:pt x="3" y="441"/>
                    <a:pt x="0" y="448"/>
                    <a:pt x="0" y="456"/>
                  </a:cubicBezTo>
                  <a:cubicBezTo>
                    <a:pt x="0" y="464"/>
                    <a:pt x="3" y="471"/>
                    <a:pt x="9" y="477"/>
                  </a:cubicBezTo>
                  <a:cubicBezTo>
                    <a:pt x="435" y="902"/>
                    <a:pt x="435" y="902"/>
                    <a:pt x="435" y="902"/>
                  </a:cubicBezTo>
                  <a:cubicBezTo>
                    <a:pt x="441" y="908"/>
                    <a:pt x="448" y="911"/>
                    <a:pt x="456" y="911"/>
                  </a:cubicBezTo>
                  <a:cubicBezTo>
                    <a:pt x="464" y="911"/>
                    <a:pt x="471" y="908"/>
                    <a:pt x="477" y="902"/>
                  </a:cubicBezTo>
                  <a:cubicBezTo>
                    <a:pt x="523" y="857"/>
                    <a:pt x="523" y="857"/>
                    <a:pt x="523" y="857"/>
                  </a:cubicBezTo>
                  <a:cubicBezTo>
                    <a:pt x="529" y="851"/>
                    <a:pt x="532" y="844"/>
                    <a:pt x="532" y="836"/>
                  </a:cubicBezTo>
                  <a:cubicBezTo>
                    <a:pt x="532" y="828"/>
                    <a:pt x="529" y="821"/>
                    <a:pt x="523" y="815"/>
                  </a:cubicBezTo>
                  <a:cubicBezTo>
                    <a:pt x="164" y="456"/>
                    <a:pt x="164" y="456"/>
                    <a:pt x="164" y="456"/>
                  </a:cubicBezTo>
                  <a:cubicBezTo>
                    <a:pt x="523" y="97"/>
                    <a:pt x="523" y="97"/>
                    <a:pt x="523" y="97"/>
                  </a:cubicBezTo>
                  <a:cubicBezTo>
                    <a:pt x="529" y="90"/>
                    <a:pt x="532" y="83"/>
                    <a:pt x="532" y="76"/>
                  </a:cubicBezTo>
                  <a:close/>
                  <a:moveTo>
                    <a:pt x="532" y="76"/>
                  </a:moveTo>
                  <a:cubicBezTo>
                    <a:pt x="532" y="76"/>
                    <a:pt x="532" y="76"/>
                    <a:pt x="532" y="76"/>
                  </a:cubicBezTo>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2" name="Freeform 47">
              <a:extLst>
                <a:ext uri="{FF2B5EF4-FFF2-40B4-BE49-F238E27FC236}">
                  <a16:creationId xmlns:a16="http://schemas.microsoft.com/office/drawing/2014/main" id="{1B3EB3D2-A8B0-4D14-B1D2-14EAAC40525E}"/>
                </a:ext>
              </a:extLst>
            </p:cNvPr>
            <p:cNvSpPr>
              <a:spLocks noEditPoints="1"/>
            </p:cNvSpPr>
            <p:nvPr/>
          </p:nvSpPr>
          <p:spPr bwMode="auto">
            <a:xfrm>
              <a:off x="-6994525" y="1962150"/>
              <a:ext cx="1612900" cy="2762250"/>
            </a:xfrm>
            <a:custGeom>
              <a:avLst/>
              <a:gdLst>
                <a:gd name="T0" fmla="*/ 523 w 532"/>
                <a:gd name="T1" fmla="*/ 435 h 911"/>
                <a:gd name="T2" fmla="*/ 97 w 532"/>
                <a:gd name="T3" fmla="*/ 9 h 911"/>
                <a:gd name="T4" fmla="*/ 76 w 532"/>
                <a:gd name="T5" fmla="*/ 0 h 911"/>
                <a:gd name="T6" fmla="*/ 55 w 532"/>
                <a:gd name="T7" fmla="*/ 9 h 911"/>
                <a:gd name="T8" fmla="*/ 9 w 532"/>
                <a:gd name="T9" fmla="*/ 55 h 911"/>
                <a:gd name="T10" fmla="*/ 0 w 532"/>
                <a:gd name="T11" fmla="*/ 76 h 911"/>
                <a:gd name="T12" fmla="*/ 9 w 532"/>
                <a:gd name="T13" fmla="*/ 97 h 911"/>
                <a:gd name="T14" fmla="*/ 368 w 532"/>
                <a:gd name="T15" fmla="*/ 456 h 911"/>
                <a:gd name="T16" fmla="*/ 9 w 532"/>
                <a:gd name="T17" fmla="*/ 815 h 911"/>
                <a:gd name="T18" fmla="*/ 0 w 532"/>
                <a:gd name="T19" fmla="*/ 836 h 911"/>
                <a:gd name="T20" fmla="*/ 9 w 532"/>
                <a:gd name="T21" fmla="*/ 857 h 911"/>
                <a:gd name="T22" fmla="*/ 55 w 532"/>
                <a:gd name="T23" fmla="*/ 902 h 911"/>
                <a:gd name="T24" fmla="*/ 76 w 532"/>
                <a:gd name="T25" fmla="*/ 911 h 911"/>
                <a:gd name="T26" fmla="*/ 97 w 532"/>
                <a:gd name="T27" fmla="*/ 902 h 911"/>
                <a:gd name="T28" fmla="*/ 523 w 532"/>
                <a:gd name="T29" fmla="*/ 477 h 911"/>
                <a:gd name="T30" fmla="*/ 532 w 532"/>
                <a:gd name="T31" fmla="*/ 456 h 911"/>
                <a:gd name="T32" fmla="*/ 523 w 532"/>
                <a:gd name="T33" fmla="*/ 435 h 911"/>
                <a:gd name="T34" fmla="*/ 523 w 532"/>
                <a:gd name="T35" fmla="*/ 435 h 911"/>
                <a:gd name="T36" fmla="*/ 523 w 532"/>
                <a:gd name="T37" fmla="*/ 435 h 9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2" h="911">
                  <a:moveTo>
                    <a:pt x="523" y="435"/>
                  </a:moveTo>
                  <a:cubicBezTo>
                    <a:pt x="97" y="9"/>
                    <a:pt x="97" y="9"/>
                    <a:pt x="97" y="9"/>
                  </a:cubicBezTo>
                  <a:cubicBezTo>
                    <a:pt x="91" y="3"/>
                    <a:pt x="84" y="0"/>
                    <a:pt x="76" y="0"/>
                  </a:cubicBezTo>
                  <a:cubicBezTo>
                    <a:pt x="68" y="0"/>
                    <a:pt x="61" y="3"/>
                    <a:pt x="55" y="9"/>
                  </a:cubicBezTo>
                  <a:cubicBezTo>
                    <a:pt x="9" y="55"/>
                    <a:pt x="9" y="55"/>
                    <a:pt x="9" y="55"/>
                  </a:cubicBezTo>
                  <a:cubicBezTo>
                    <a:pt x="3" y="61"/>
                    <a:pt x="0" y="68"/>
                    <a:pt x="0" y="76"/>
                  </a:cubicBezTo>
                  <a:cubicBezTo>
                    <a:pt x="0" y="83"/>
                    <a:pt x="3" y="90"/>
                    <a:pt x="9" y="97"/>
                  </a:cubicBezTo>
                  <a:cubicBezTo>
                    <a:pt x="368" y="456"/>
                    <a:pt x="368" y="456"/>
                    <a:pt x="368" y="456"/>
                  </a:cubicBezTo>
                  <a:cubicBezTo>
                    <a:pt x="9" y="815"/>
                    <a:pt x="9" y="815"/>
                    <a:pt x="9" y="815"/>
                  </a:cubicBezTo>
                  <a:cubicBezTo>
                    <a:pt x="3" y="821"/>
                    <a:pt x="0" y="828"/>
                    <a:pt x="0" y="836"/>
                  </a:cubicBezTo>
                  <a:cubicBezTo>
                    <a:pt x="0" y="844"/>
                    <a:pt x="3" y="851"/>
                    <a:pt x="9" y="857"/>
                  </a:cubicBezTo>
                  <a:cubicBezTo>
                    <a:pt x="55" y="902"/>
                    <a:pt x="55" y="902"/>
                    <a:pt x="55" y="902"/>
                  </a:cubicBezTo>
                  <a:cubicBezTo>
                    <a:pt x="61" y="908"/>
                    <a:pt x="68" y="911"/>
                    <a:pt x="76" y="911"/>
                  </a:cubicBezTo>
                  <a:cubicBezTo>
                    <a:pt x="84" y="911"/>
                    <a:pt x="91" y="908"/>
                    <a:pt x="97" y="902"/>
                  </a:cubicBezTo>
                  <a:cubicBezTo>
                    <a:pt x="523" y="477"/>
                    <a:pt x="523" y="477"/>
                    <a:pt x="523" y="477"/>
                  </a:cubicBezTo>
                  <a:cubicBezTo>
                    <a:pt x="529" y="471"/>
                    <a:pt x="532" y="464"/>
                    <a:pt x="532" y="456"/>
                  </a:cubicBezTo>
                  <a:cubicBezTo>
                    <a:pt x="532" y="448"/>
                    <a:pt x="529" y="441"/>
                    <a:pt x="523" y="435"/>
                  </a:cubicBezTo>
                  <a:close/>
                  <a:moveTo>
                    <a:pt x="523" y="435"/>
                  </a:moveTo>
                  <a:cubicBezTo>
                    <a:pt x="523" y="435"/>
                    <a:pt x="523" y="435"/>
                    <a:pt x="523" y="435"/>
                  </a:cubicBezTo>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grpSp>
      <p:grpSp>
        <p:nvGrpSpPr>
          <p:cNvPr id="63" name="Group 62">
            <a:extLst>
              <a:ext uri="{FF2B5EF4-FFF2-40B4-BE49-F238E27FC236}">
                <a16:creationId xmlns:a16="http://schemas.microsoft.com/office/drawing/2014/main" id="{43A311DA-8203-4512-B718-7AAFDA812B35}"/>
              </a:ext>
            </a:extLst>
          </p:cNvPr>
          <p:cNvGrpSpPr/>
          <p:nvPr/>
        </p:nvGrpSpPr>
        <p:grpSpPr>
          <a:xfrm>
            <a:off x="2597459" y="4416280"/>
            <a:ext cx="374478" cy="374366"/>
            <a:chOff x="-8156575" y="-13633450"/>
            <a:chExt cx="5283200" cy="5281613"/>
          </a:xfrm>
          <a:solidFill>
            <a:schemeClr val="accent1">
              <a:lumMod val="75000"/>
            </a:schemeClr>
          </a:solidFill>
        </p:grpSpPr>
        <p:sp>
          <p:nvSpPr>
            <p:cNvPr id="64" name="Freeform 38">
              <a:extLst>
                <a:ext uri="{FF2B5EF4-FFF2-40B4-BE49-F238E27FC236}">
                  <a16:creationId xmlns:a16="http://schemas.microsoft.com/office/drawing/2014/main" id="{75757003-B33A-49BE-BAD1-D597CB824E5B}"/>
                </a:ext>
              </a:extLst>
            </p:cNvPr>
            <p:cNvSpPr>
              <a:spLocks/>
            </p:cNvSpPr>
            <p:nvPr/>
          </p:nvSpPr>
          <p:spPr bwMode="auto">
            <a:xfrm>
              <a:off x="-7434263" y="-12903200"/>
              <a:ext cx="776288" cy="776288"/>
            </a:xfrm>
            <a:custGeom>
              <a:avLst/>
              <a:gdLst>
                <a:gd name="T0" fmla="*/ 236 w 256"/>
                <a:gd name="T1" fmla="*/ 236 h 256"/>
                <a:gd name="T2" fmla="*/ 236 w 256"/>
                <a:gd name="T3" fmla="*/ 164 h 256"/>
                <a:gd name="T4" fmla="*/ 92 w 256"/>
                <a:gd name="T5" fmla="*/ 20 h 256"/>
                <a:gd name="T6" fmla="*/ 19 w 256"/>
                <a:gd name="T7" fmla="*/ 20 h 256"/>
                <a:gd name="T8" fmla="*/ 19 w 256"/>
                <a:gd name="T9" fmla="*/ 92 h 256"/>
                <a:gd name="T10" fmla="*/ 164 w 256"/>
                <a:gd name="T11" fmla="*/ 236 h 256"/>
                <a:gd name="T12" fmla="*/ 236 w 256"/>
                <a:gd name="T13" fmla="*/ 236 h 256"/>
              </a:gdLst>
              <a:ahLst/>
              <a:cxnLst>
                <a:cxn ang="0">
                  <a:pos x="T0" y="T1"/>
                </a:cxn>
                <a:cxn ang="0">
                  <a:pos x="T2" y="T3"/>
                </a:cxn>
                <a:cxn ang="0">
                  <a:pos x="T4" y="T5"/>
                </a:cxn>
                <a:cxn ang="0">
                  <a:pos x="T6" y="T7"/>
                </a:cxn>
                <a:cxn ang="0">
                  <a:pos x="T8" y="T9"/>
                </a:cxn>
                <a:cxn ang="0">
                  <a:pos x="T10" y="T11"/>
                </a:cxn>
                <a:cxn ang="0">
                  <a:pos x="T12" y="T13"/>
                </a:cxn>
              </a:cxnLst>
              <a:rect l="0" t="0" r="r" b="b"/>
              <a:pathLst>
                <a:path w="256" h="256">
                  <a:moveTo>
                    <a:pt x="236" y="236"/>
                  </a:moveTo>
                  <a:cubicBezTo>
                    <a:pt x="256" y="216"/>
                    <a:pt x="256" y="184"/>
                    <a:pt x="236" y="164"/>
                  </a:cubicBezTo>
                  <a:cubicBezTo>
                    <a:pt x="92" y="20"/>
                    <a:pt x="92" y="20"/>
                    <a:pt x="92" y="20"/>
                  </a:cubicBezTo>
                  <a:cubicBezTo>
                    <a:pt x="72" y="0"/>
                    <a:pt x="39" y="0"/>
                    <a:pt x="19" y="20"/>
                  </a:cubicBezTo>
                  <a:cubicBezTo>
                    <a:pt x="0" y="40"/>
                    <a:pt x="0" y="72"/>
                    <a:pt x="19" y="92"/>
                  </a:cubicBezTo>
                  <a:cubicBezTo>
                    <a:pt x="164" y="236"/>
                    <a:pt x="164" y="236"/>
                    <a:pt x="164" y="236"/>
                  </a:cubicBezTo>
                  <a:cubicBezTo>
                    <a:pt x="184" y="256"/>
                    <a:pt x="216" y="256"/>
                    <a:pt x="236" y="236"/>
                  </a:cubicBez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5" name="Freeform 39">
              <a:extLst>
                <a:ext uri="{FF2B5EF4-FFF2-40B4-BE49-F238E27FC236}">
                  <a16:creationId xmlns:a16="http://schemas.microsoft.com/office/drawing/2014/main" id="{5523ED80-315C-4145-B6DA-29EA2F43EF25}"/>
                </a:ext>
              </a:extLst>
            </p:cNvPr>
            <p:cNvSpPr>
              <a:spLocks/>
            </p:cNvSpPr>
            <p:nvPr/>
          </p:nvSpPr>
          <p:spPr bwMode="auto">
            <a:xfrm>
              <a:off x="-8156575" y="-11137900"/>
              <a:ext cx="941388" cy="309563"/>
            </a:xfrm>
            <a:custGeom>
              <a:avLst/>
              <a:gdLst>
                <a:gd name="T0" fmla="*/ 259 w 310"/>
                <a:gd name="T1" fmla="*/ 0 h 102"/>
                <a:gd name="T2" fmla="*/ 51 w 310"/>
                <a:gd name="T3" fmla="*/ 0 h 102"/>
                <a:gd name="T4" fmla="*/ 0 w 310"/>
                <a:gd name="T5" fmla="*/ 51 h 102"/>
                <a:gd name="T6" fmla="*/ 51 w 310"/>
                <a:gd name="T7" fmla="*/ 102 h 102"/>
                <a:gd name="T8" fmla="*/ 259 w 310"/>
                <a:gd name="T9" fmla="*/ 102 h 102"/>
                <a:gd name="T10" fmla="*/ 310 w 310"/>
                <a:gd name="T11" fmla="*/ 51 h 102"/>
                <a:gd name="T12" fmla="*/ 259 w 310"/>
                <a:gd name="T13" fmla="*/ 0 h 102"/>
              </a:gdLst>
              <a:ahLst/>
              <a:cxnLst>
                <a:cxn ang="0">
                  <a:pos x="T0" y="T1"/>
                </a:cxn>
                <a:cxn ang="0">
                  <a:pos x="T2" y="T3"/>
                </a:cxn>
                <a:cxn ang="0">
                  <a:pos x="T4" y="T5"/>
                </a:cxn>
                <a:cxn ang="0">
                  <a:pos x="T6" y="T7"/>
                </a:cxn>
                <a:cxn ang="0">
                  <a:pos x="T8" y="T9"/>
                </a:cxn>
                <a:cxn ang="0">
                  <a:pos x="T10" y="T11"/>
                </a:cxn>
                <a:cxn ang="0">
                  <a:pos x="T12" y="T13"/>
                </a:cxn>
              </a:cxnLst>
              <a:rect l="0" t="0" r="r" b="b"/>
              <a:pathLst>
                <a:path w="310" h="102">
                  <a:moveTo>
                    <a:pt x="259" y="0"/>
                  </a:moveTo>
                  <a:cubicBezTo>
                    <a:pt x="51" y="0"/>
                    <a:pt x="51" y="0"/>
                    <a:pt x="51" y="0"/>
                  </a:cubicBezTo>
                  <a:cubicBezTo>
                    <a:pt x="23" y="0"/>
                    <a:pt x="0" y="23"/>
                    <a:pt x="0" y="51"/>
                  </a:cubicBezTo>
                  <a:cubicBezTo>
                    <a:pt x="0" y="79"/>
                    <a:pt x="23" y="102"/>
                    <a:pt x="51" y="102"/>
                  </a:cubicBezTo>
                  <a:cubicBezTo>
                    <a:pt x="259" y="102"/>
                    <a:pt x="259" y="102"/>
                    <a:pt x="259" y="102"/>
                  </a:cubicBezTo>
                  <a:cubicBezTo>
                    <a:pt x="287" y="102"/>
                    <a:pt x="310" y="79"/>
                    <a:pt x="310" y="51"/>
                  </a:cubicBezTo>
                  <a:cubicBezTo>
                    <a:pt x="310" y="23"/>
                    <a:pt x="287" y="0"/>
                    <a:pt x="259" y="0"/>
                  </a:cubicBez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6" name="Freeform 40">
              <a:extLst>
                <a:ext uri="{FF2B5EF4-FFF2-40B4-BE49-F238E27FC236}">
                  <a16:creationId xmlns:a16="http://schemas.microsoft.com/office/drawing/2014/main" id="{C17E8AB8-953A-4AD3-9340-B155B9D249F4}"/>
                </a:ext>
              </a:extLst>
            </p:cNvPr>
            <p:cNvSpPr>
              <a:spLocks/>
            </p:cNvSpPr>
            <p:nvPr/>
          </p:nvSpPr>
          <p:spPr bwMode="auto">
            <a:xfrm>
              <a:off x="-3813175" y="-11137900"/>
              <a:ext cx="939800" cy="309563"/>
            </a:xfrm>
            <a:custGeom>
              <a:avLst/>
              <a:gdLst>
                <a:gd name="T0" fmla="*/ 259 w 310"/>
                <a:gd name="T1" fmla="*/ 0 h 102"/>
                <a:gd name="T2" fmla="*/ 51 w 310"/>
                <a:gd name="T3" fmla="*/ 0 h 102"/>
                <a:gd name="T4" fmla="*/ 0 w 310"/>
                <a:gd name="T5" fmla="*/ 51 h 102"/>
                <a:gd name="T6" fmla="*/ 51 w 310"/>
                <a:gd name="T7" fmla="*/ 102 h 102"/>
                <a:gd name="T8" fmla="*/ 259 w 310"/>
                <a:gd name="T9" fmla="*/ 102 h 102"/>
                <a:gd name="T10" fmla="*/ 310 w 310"/>
                <a:gd name="T11" fmla="*/ 51 h 102"/>
                <a:gd name="T12" fmla="*/ 259 w 310"/>
                <a:gd name="T13" fmla="*/ 0 h 102"/>
              </a:gdLst>
              <a:ahLst/>
              <a:cxnLst>
                <a:cxn ang="0">
                  <a:pos x="T0" y="T1"/>
                </a:cxn>
                <a:cxn ang="0">
                  <a:pos x="T2" y="T3"/>
                </a:cxn>
                <a:cxn ang="0">
                  <a:pos x="T4" y="T5"/>
                </a:cxn>
                <a:cxn ang="0">
                  <a:pos x="T6" y="T7"/>
                </a:cxn>
                <a:cxn ang="0">
                  <a:pos x="T8" y="T9"/>
                </a:cxn>
                <a:cxn ang="0">
                  <a:pos x="T10" y="T11"/>
                </a:cxn>
                <a:cxn ang="0">
                  <a:pos x="T12" y="T13"/>
                </a:cxn>
              </a:cxnLst>
              <a:rect l="0" t="0" r="r" b="b"/>
              <a:pathLst>
                <a:path w="310" h="102">
                  <a:moveTo>
                    <a:pt x="259" y="0"/>
                  </a:moveTo>
                  <a:cubicBezTo>
                    <a:pt x="51" y="0"/>
                    <a:pt x="51" y="0"/>
                    <a:pt x="51" y="0"/>
                  </a:cubicBezTo>
                  <a:cubicBezTo>
                    <a:pt x="23" y="0"/>
                    <a:pt x="0" y="23"/>
                    <a:pt x="0" y="51"/>
                  </a:cubicBezTo>
                  <a:cubicBezTo>
                    <a:pt x="0" y="79"/>
                    <a:pt x="23" y="102"/>
                    <a:pt x="51" y="102"/>
                  </a:cubicBezTo>
                  <a:cubicBezTo>
                    <a:pt x="259" y="102"/>
                    <a:pt x="259" y="102"/>
                    <a:pt x="259" y="102"/>
                  </a:cubicBezTo>
                  <a:cubicBezTo>
                    <a:pt x="287" y="102"/>
                    <a:pt x="310" y="79"/>
                    <a:pt x="310" y="51"/>
                  </a:cubicBezTo>
                  <a:cubicBezTo>
                    <a:pt x="310" y="23"/>
                    <a:pt x="287" y="0"/>
                    <a:pt x="259" y="0"/>
                  </a:cubicBez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7" name="Freeform 41">
              <a:extLst>
                <a:ext uri="{FF2B5EF4-FFF2-40B4-BE49-F238E27FC236}">
                  <a16:creationId xmlns:a16="http://schemas.microsoft.com/office/drawing/2014/main" id="{6403AE82-0C4D-4961-8073-BAAC7B6FC31A}"/>
                </a:ext>
              </a:extLst>
            </p:cNvPr>
            <p:cNvSpPr>
              <a:spLocks/>
            </p:cNvSpPr>
            <p:nvPr/>
          </p:nvSpPr>
          <p:spPr bwMode="auto">
            <a:xfrm>
              <a:off x="-4371975" y="-12903200"/>
              <a:ext cx="776288" cy="776288"/>
            </a:xfrm>
            <a:custGeom>
              <a:avLst/>
              <a:gdLst>
                <a:gd name="T0" fmla="*/ 236 w 256"/>
                <a:gd name="T1" fmla="*/ 20 h 256"/>
                <a:gd name="T2" fmla="*/ 164 w 256"/>
                <a:gd name="T3" fmla="*/ 20 h 256"/>
                <a:gd name="T4" fmla="*/ 20 w 256"/>
                <a:gd name="T5" fmla="*/ 164 h 256"/>
                <a:gd name="T6" fmla="*/ 20 w 256"/>
                <a:gd name="T7" fmla="*/ 236 h 256"/>
                <a:gd name="T8" fmla="*/ 92 w 256"/>
                <a:gd name="T9" fmla="*/ 236 h 256"/>
                <a:gd name="T10" fmla="*/ 236 w 256"/>
                <a:gd name="T11" fmla="*/ 92 h 256"/>
                <a:gd name="T12" fmla="*/ 236 w 256"/>
                <a:gd name="T13" fmla="*/ 20 h 256"/>
              </a:gdLst>
              <a:ahLst/>
              <a:cxnLst>
                <a:cxn ang="0">
                  <a:pos x="T0" y="T1"/>
                </a:cxn>
                <a:cxn ang="0">
                  <a:pos x="T2" y="T3"/>
                </a:cxn>
                <a:cxn ang="0">
                  <a:pos x="T4" y="T5"/>
                </a:cxn>
                <a:cxn ang="0">
                  <a:pos x="T6" y="T7"/>
                </a:cxn>
                <a:cxn ang="0">
                  <a:pos x="T8" y="T9"/>
                </a:cxn>
                <a:cxn ang="0">
                  <a:pos x="T10" y="T11"/>
                </a:cxn>
                <a:cxn ang="0">
                  <a:pos x="T12" y="T13"/>
                </a:cxn>
              </a:cxnLst>
              <a:rect l="0" t="0" r="r" b="b"/>
              <a:pathLst>
                <a:path w="256" h="256">
                  <a:moveTo>
                    <a:pt x="236" y="20"/>
                  </a:moveTo>
                  <a:cubicBezTo>
                    <a:pt x="217" y="0"/>
                    <a:pt x="184" y="0"/>
                    <a:pt x="164" y="20"/>
                  </a:cubicBezTo>
                  <a:cubicBezTo>
                    <a:pt x="20" y="164"/>
                    <a:pt x="20" y="164"/>
                    <a:pt x="20" y="164"/>
                  </a:cubicBezTo>
                  <a:cubicBezTo>
                    <a:pt x="0" y="184"/>
                    <a:pt x="0" y="216"/>
                    <a:pt x="20" y="236"/>
                  </a:cubicBezTo>
                  <a:cubicBezTo>
                    <a:pt x="40" y="256"/>
                    <a:pt x="72" y="256"/>
                    <a:pt x="92" y="236"/>
                  </a:cubicBezTo>
                  <a:cubicBezTo>
                    <a:pt x="236" y="92"/>
                    <a:pt x="236" y="92"/>
                    <a:pt x="236" y="92"/>
                  </a:cubicBezTo>
                  <a:cubicBezTo>
                    <a:pt x="256" y="72"/>
                    <a:pt x="256" y="40"/>
                    <a:pt x="236" y="20"/>
                  </a:cubicBez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8" name="Freeform 42">
              <a:extLst>
                <a:ext uri="{FF2B5EF4-FFF2-40B4-BE49-F238E27FC236}">
                  <a16:creationId xmlns:a16="http://schemas.microsoft.com/office/drawing/2014/main" id="{EBB79B31-19C1-4B17-850C-C0BD8C7689DA}"/>
                </a:ext>
              </a:extLst>
            </p:cNvPr>
            <p:cNvSpPr>
              <a:spLocks/>
            </p:cNvSpPr>
            <p:nvPr/>
          </p:nvSpPr>
          <p:spPr bwMode="auto">
            <a:xfrm>
              <a:off x="-5668963" y="-13633450"/>
              <a:ext cx="309563" cy="949325"/>
            </a:xfrm>
            <a:custGeom>
              <a:avLst/>
              <a:gdLst>
                <a:gd name="T0" fmla="*/ 51 w 102"/>
                <a:gd name="T1" fmla="*/ 313 h 313"/>
                <a:gd name="T2" fmla="*/ 102 w 102"/>
                <a:gd name="T3" fmla="*/ 262 h 313"/>
                <a:gd name="T4" fmla="*/ 102 w 102"/>
                <a:gd name="T5" fmla="*/ 51 h 313"/>
                <a:gd name="T6" fmla="*/ 51 w 102"/>
                <a:gd name="T7" fmla="*/ 0 h 313"/>
                <a:gd name="T8" fmla="*/ 0 w 102"/>
                <a:gd name="T9" fmla="*/ 51 h 313"/>
                <a:gd name="T10" fmla="*/ 0 w 102"/>
                <a:gd name="T11" fmla="*/ 262 h 313"/>
                <a:gd name="T12" fmla="*/ 51 w 102"/>
                <a:gd name="T13" fmla="*/ 313 h 313"/>
              </a:gdLst>
              <a:ahLst/>
              <a:cxnLst>
                <a:cxn ang="0">
                  <a:pos x="T0" y="T1"/>
                </a:cxn>
                <a:cxn ang="0">
                  <a:pos x="T2" y="T3"/>
                </a:cxn>
                <a:cxn ang="0">
                  <a:pos x="T4" y="T5"/>
                </a:cxn>
                <a:cxn ang="0">
                  <a:pos x="T6" y="T7"/>
                </a:cxn>
                <a:cxn ang="0">
                  <a:pos x="T8" y="T9"/>
                </a:cxn>
                <a:cxn ang="0">
                  <a:pos x="T10" y="T11"/>
                </a:cxn>
                <a:cxn ang="0">
                  <a:pos x="T12" y="T13"/>
                </a:cxn>
              </a:cxnLst>
              <a:rect l="0" t="0" r="r" b="b"/>
              <a:pathLst>
                <a:path w="102" h="313">
                  <a:moveTo>
                    <a:pt x="51" y="313"/>
                  </a:moveTo>
                  <a:cubicBezTo>
                    <a:pt x="79" y="313"/>
                    <a:pt x="102" y="290"/>
                    <a:pt x="102" y="262"/>
                  </a:cubicBezTo>
                  <a:cubicBezTo>
                    <a:pt x="102" y="51"/>
                    <a:pt x="102" y="51"/>
                    <a:pt x="102" y="51"/>
                  </a:cubicBezTo>
                  <a:cubicBezTo>
                    <a:pt x="102" y="23"/>
                    <a:pt x="79" y="0"/>
                    <a:pt x="51" y="0"/>
                  </a:cubicBezTo>
                  <a:cubicBezTo>
                    <a:pt x="23" y="0"/>
                    <a:pt x="0" y="23"/>
                    <a:pt x="0" y="51"/>
                  </a:cubicBezTo>
                  <a:cubicBezTo>
                    <a:pt x="0" y="262"/>
                    <a:pt x="0" y="262"/>
                    <a:pt x="0" y="262"/>
                  </a:cubicBezTo>
                  <a:cubicBezTo>
                    <a:pt x="0" y="290"/>
                    <a:pt x="23" y="313"/>
                    <a:pt x="51" y="313"/>
                  </a:cubicBez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69" name="Freeform 43">
              <a:extLst>
                <a:ext uri="{FF2B5EF4-FFF2-40B4-BE49-F238E27FC236}">
                  <a16:creationId xmlns:a16="http://schemas.microsoft.com/office/drawing/2014/main" id="{3F5B2007-9C5E-4D7A-AD6E-DB7922DA783E}"/>
                </a:ext>
              </a:extLst>
            </p:cNvPr>
            <p:cNvSpPr>
              <a:spLocks/>
            </p:cNvSpPr>
            <p:nvPr/>
          </p:nvSpPr>
          <p:spPr bwMode="auto">
            <a:xfrm>
              <a:off x="-6985000" y="-12439650"/>
              <a:ext cx="2862263" cy="3160713"/>
            </a:xfrm>
            <a:custGeom>
              <a:avLst/>
              <a:gdLst>
                <a:gd name="T0" fmla="*/ 771 w 944"/>
                <a:gd name="T1" fmla="*/ 120 h 1042"/>
                <a:gd name="T2" fmla="*/ 375 w 944"/>
                <a:gd name="T3" fmla="*/ 34 h 1042"/>
                <a:gd name="T4" fmla="*/ 40 w 944"/>
                <a:gd name="T5" fmla="*/ 364 h 1042"/>
                <a:gd name="T6" fmla="*/ 163 w 944"/>
                <a:gd name="T7" fmla="*/ 808 h 1042"/>
                <a:gd name="T8" fmla="*/ 230 w 944"/>
                <a:gd name="T9" fmla="*/ 979 h 1042"/>
                <a:gd name="T10" fmla="*/ 230 w 944"/>
                <a:gd name="T11" fmla="*/ 991 h 1042"/>
                <a:gd name="T12" fmla="*/ 281 w 944"/>
                <a:gd name="T13" fmla="*/ 1042 h 1042"/>
                <a:gd name="T14" fmla="*/ 434 w 944"/>
                <a:gd name="T15" fmla="*/ 1042 h 1042"/>
                <a:gd name="T16" fmla="*/ 434 w 944"/>
                <a:gd name="T17" fmla="*/ 728 h 1042"/>
                <a:gd name="T18" fmla="*/ 281 w 944"/>
                <a:gd name="T19" fmla="*/ 531 h 1042"/>
                <a:gd name="T20" fmla="*/ 332 w 944"/>
                <a:gd name="T21" fmla="*/ 480 h 1042"/>
                <a:gd name="T22" fmla="*/ 383 w 944"/>
                <a:gd name="T23" fmla="*/ 531 h 1042"/>
                <a:gd name="T24" fmla="*/ 485 w 944"/>
                <a:gd name="T25" fmla="*/ 633 h 1042"/>
                <a:gd name="T26" fmla="*/ 587 w 944"/>
                <a:gd name="T27" fmla="*/ 531 h 1042"/>
                <a:gd name="T28" fmla="*/ 638 w 944"/>
                <a:gd name="T29" fmla="*/ 480 h 1042"/>
                <a:gd name="T30" fmla="*/ 689 w 944"/>
                <a:gd name="T31" fmla="*/ 531 h 1042"/>
                <a:gd name="T32" fmla="*/ 536 w 944"/>
                <a:gd name="T33" fmla="*/ 728 h 1042"/>
                <a:gd name="T34" fmla="*/ 536 w 944"/>
                <a:gd name="T35" fmla="*/ 1042 h 1042"/>
                <a:gd name="T36" fmla="*/ 689 w 944"/>
                <a:gd name="T37" fmla="*/ 1042 h 1042"/>
                <a:gd name="T38" fmla="*/ 740 w 944"/>
                <a:gd name="T39" fmla="*/ 991 h 1042"/>
                <a:gd name="T40" fmla="*/ 740 w 944"/>
                <a:gd name="T41" fmla="*/ 979 h 1042"/>
                <a:gd name="T42" fmla="*/ 811 w 944"/>
                <a:gd name="T43" fmla="*/ 805 h 1042"/>
                <a:gd name="T44" fmla="*/ 944 w 944"/>
                <a:gd name="T45" fmla="*/ 480 h 1042"/>
                <a:gd name="T46" fmla="*/ 771 w 944"/>
                <a:gd name="T47" fmla="*/ 120 h 10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44" h="1042">
                  <a:moveTo>
                    <a:pt x="771" y="120"/>
                  </a:moveTo>
                  <a:cubicBezTo>
                    <a:pt x="660" y="32"/>
                    <a:pt x="516" y="0"/>
                    <a:pt x="375" y="34"/>
                  </a:cubicBezTo>
                  <a:cubicBezTo>
                    <a:pt x="211" y="72"/>
                    <a:pt x="80" y="202"/>
                    <a:pt x="40" y="364"/>
                  </a:cubicBezTo>
                  <a:cubicBezTo>
                    <a:pt x="0" y="527"/>
                    <a:pt x="46" y="693"/>
                    <a:pt x="163" y="808"/>
                  </a:cubicBezTo>
                  <a:cubicBezTo>
                    <a:pt x="205" y="850"/>
                    <a:pt x="230" y="912"/>
                    <a:pt x="230" y="979"/>
                  </a:cubicBezTo>
                  <a:cubicBezTo>
                    <a:pt x="230" y="991"/>
                    <a:pt x="230" y="991"/>
                    <a:pt x="230" y="991"/>
                  </a:cubicBezTo>
                  <a:cubicBezTo>
                    <a:pt x="230" y="1019"/>
                    <a:pt x="252" y="1042"/>
                    <a:pt x="281" y="1042"/>
                  </a:cubicBezTo>
                  <a:cubicBezTo>
                    <a:pt x="434" y="1042"/>
                    <a:pt x="434" y="1042"/>
                    <a:pt x="434" y="1042"/>
                  </a:cubicBezTo>
                  <a:cubicBezTo>
                    <a:pt x="434" y="728"/>
                    <a:pt x="434" y="728"/>
                    <a:pt x="434" y="728"/>
                  </a:cubicBezTo>
                  <a:cubicBezTo>
                    <a:pt x="346" y="706"/>
                    <a:pt x="281" y="626"/>
                    <a:pt x="281" y="531"/>
                  </a:cubicBezTo>
                  <a:cubicBezTo>
                    <a:pt x="281" y="503"/>
                    <a:pt x="303" y="480"/>
                    <a:pt x="332" y="480"/>
                  </a:cubicBezTo>
                  <a:cubicBezTo>
                    <a:pt x="360" y="480"/>
                    <a:pt x="383" y="503"/>
                    <a:pt x="383" y="531"/>
                  </a:cubicBezTo>
                  <a:cubicBezTo>
                    <a:pt x="383" y="587"/>
                    <a:pt x="429" y="633"/>
                    <a:pt x="485" y="633"/>
                  </a:cubicBezTo>
                  <a:cubicBezTo>
                    <a:pt x="541" y="633"/>
                    <a:pt x="587" y="587"/>
                    <a:pt x="587" y="531"/>
                  </a:cubicBezTo>
                  <a:cubicBezTo>
                    <a:pt x="587" y="503"/>
                    <a:pt x="609" y="480"/>
                    <a:pt x="638" y="480"/>
                  </a:cubicBezTo>
                  <a:cubicBezTo>
                    <a:pt x="667" y="480"/>
                    <a:pt x="689" y="503"/>
                    <a:pt x="689" y="531"/>
                  </a:cubicBezTo>
                  <a:cubicBezTo>
                    <a:pt x="689" y="626"/>
                    <a:pt x="624" y="706"/>
                    <a:pt x="536" y="728"/>
                  </a:cubicBezTo>
                  <a:cubicBezTo>
                    <a:pt x="536" y="1042"/>
                    <a:pt x="536" y="1042"/>
                    <a:pt x="536" y="1042"/>
                  </a:cubicBezTo>
                  <a:cubicBezTo>
                    <a:pt x="689" y="1042"/>
                    <a:pt x="689" y="1042"/>
                    <a:pt x="689" y="1042"/>
                  </a:cubicBezTo>
                  <a:cubicBezTo>
                    <a:pt x="718" y="1042"/>
                    <a:pt x="740" y="1019"/>
                    <a:pt x="740" y="991"/>
                  </a:cubicBezTo>
                  <a:cubicBezTo>
                    <a:pt x="740" y="979"/>
                    <a:pt x="740" y="979"/>
                    <a:pt x="740" y="979"/>
                  </a:cubicBezTo>
                  <a:cubicBezTo>
                    <a:pt x="740" y="913"/>
                    <a:pt x="766" y="849"/>
                    <a:pt x="811" y="805"/>
                  </a:cubicBezTo>
                  <a:cubicBezTo>
                    <a:pt x="896" y="718"/>
                    <a:pt x="944" y="603"/>
                    <a:pt x="944" y="480"/>
                  </a:cubicBezTo>
                  <a:cubicBezTo>
                    <a:pt x="944" y="339"/>
                    <a:pt x="881" y="208"/>
                    <a:pt x="771" y="120"/>
                  </a:cubicBez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70" name="Freeform 44">
              <a:extLst>
                <a:ext uri="{FF2B5EF4-FFF2-40B4-BE49-F238E27FC236}">
                  <a16:creationId xmlns:a16="http://schemas.microsoft.com/office/drawing/2014/main" id="{17F00E22-7E9D-4858-A867-5AB679745AB0}"/>
                </a:ext>
              </a:extLst>
            </p:cNvPr>
            <p:cNvSpPr>
              <a:spLocks/>
            </p:cNvSpPr>
            <p:nvPr/>
          </p:nvSpPr>
          <p:spPr bwMode="auto">
            <a:xfrm>
              <a:off x="-6134100" y="-8969375"/>
              <a:ext cx="1238250" cy="617538"/>
            </a:xfrm>
            <a:custGeom>
              <a:avLst/>
              <a:gdLst>
                <a:gd name="T0" fmla="*/ 0 w 408"/>
                <a:gd name="T1" fmla="*/ 51 h 204"/>
                <a:gd name="T2" fmla="*/ 153 w 408"/>
                <a:gd name="T3" fmla="*/ 204 h 204"/>
                <a:gd name="T4" fmla="*/ 255 w 408"/>
                <a:gd name="T5" fmla="*/ 204 h 204"/>
                <a:gd name="T6" fmla="*/ 408 w 408"/>
                <a:gd name="T7" fmla="*/ 51 h 204"/>
                <a:gd name="T8" fmla="*/ 408 w 408"/>
                <a:gd name="T9" fmla="*/ 0 h 204"/>
                <a:gd name="T10" fmla="*/ 0 w 408"/>
                <a:gd name="T11" fmla="*/ 0 h 204"/>
                <a:gd name="T12" fmla="*/ 0 w 408"/>
                <a:gd name="T13" fmla="*/ 51 h 204"/>
              </a:gdLst>
              <a:ahLst/>
              <a:cxnLst>
                <a:cxn ang="0">
                  <a:pos x="T0" y="T1"/>
                </a:cxn>
                <a:cxn ang="0">
                  <a:pos x="T2" y="T3"/>
                </a:cxn>
                <a:cxn ang="0">
                  <a:pos x="T4" y="T5"/>
                </a:cxn>
                <a:cxn ang="0">
                  <a:pos x="T6" y="T7"/>
                </a:cxn>
                <a:cxn ang="0">
                  <a:pos x="T8" y="T9"/>
                </a:cxn>
                <a:cxn ang="0">
                  <a:pos x="T10" y="T11"/>
                </a:cxn>
                <a:cxn ang="0">
                  <a:pos x="T12" y="T13"/>
                </a:cxn>
              </a:cxnLst>
              <a:rect l="0" t="0" r="r" b="b"/>
              <a:pathLst>
                <a:path w="408" h="204">
                  <a:moveTo>
                    <a:pt x="0" y="51"/>
                  </a:moveTo>
                  <a:cubicBezTo>
                    <a:pt x="0" y="135"/>
                    <a:pt x="68" y="204"/>
                    <a:pt x="153" y="204"/>
                  </a:cubicBezTo>
                  <a:cubicBezTo>
                    <a:pt x="255" y="204"/>
                    <a:pt x="255" y="204"/>
                    <a:pt x="255" y="204"/>
                  </a:cubicBezTo>
                  <a:cubicBezTo>
                    <a:pt x="339" y="204"/>
                    <a:pt x="408" y="135"/>
                    <a:pt x="408" y="51"/>
                  </a:cubicBezTo>
                  <a:cubicBezTo>
                    <a:pt x="408" y="0"/>
                    <a:pt x="408" y="0"/>
                    <a:pt x="408" y="0"/>
                  </a:cubicBezTo>
                  <a:cubicBezTo>
                    <a:pt x="0" y="0"/>
                    <a:pt x="0" y="0"/>
                    <a:pt x="0" y="0"/>
                  </a:cubicBezTo>
                  <a:lnTo>
                    <a:pt x="0" y="51"/>
                  </a:lnTo>
                  <a:close/>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grpSp>
      <p:sp>
        <p:nvSpPr>
          <p:cNvPr id="71" name="TextBox 70">
            <a:extLst>
              <a:ext uri="{FF2B5EF4-FFF2-40B4-BE49-F238E27FC236}">
                <a16:creationId xmlns:a16="http://schemas.microsoft.com/office/drawing/2014/main" id="{B652A418-3895-4C9E-8277-1B9B31113516}"/>
              </a:ext>
            </a:extLst>
          </p:cNvPr>
          <p:cNvSpPr txBox="1"/>
          <p:nvPr/>
        </p:nvSpPr>
        <p:spPr>
          <a:xfrm>
            <a:off x="597657" y="2921920"/>
            <a:ext cx="1821128" cy="692497"/>
          </a:xfrm>
          <a:prstGeom prst="rect">
            <a:avLst/>
          </a:prstGeom>
          <a:noFill/>
        </p:spPr>
        <p:txBody>
          <a:bodyPr wrap="square" rtlCol="0">
            <a:spAutoFit/>
          </a:bodyPr>
          <a:lstStyle/>
          <a:p>
            <a:pPr algn="r" defTabSz="990671" fontAlgn="auto">
              <a:spcBef>
                <a:spcPts val="0"/>
              </a:spcBef>
              <a:spcAft>
                <a:spcPts val="0"/>
              </a:spcAft>
            </a:pPr>
            <a:r>
              <a:rPr lang="en-US" sz="1300" kern="0" dirty="0">
                <a:solidFill>
                  <a:prstClr val="black">
                    <a:lumMod val="50000"/>
                    <a:lumOff val="50000"/>
                  </a:prstClr>
                </a:solidFill>
                <a:latin typeface="Arial" pitchFamily="34" charset="0"/>
                <a:cs typeface="Arial" pitchFamily="34" charset="0"/>
              </a:rPr>
              <a:t>This is a sample text. Insert your desired text here.</a:t>
            </a:r>
          </a:p>
        </p:txBody>
      </p:sp>
      <p:sp>
        <p:nvSpPr>
          <p:cNvPr id="72" name="TextBox 71">
            <a:extLst>
              <a:ext uri="{FF2B5EF4-FFF2-40B4-BE49-F238E27FC236}">
                <a16:creationId xmlns:a16="http://schemas.microsoft.com/office/drawing/2014/main" id="{AA826DE9-24BC-4B4D-BA40-A5FC43F97AE6}"/>
              </a:ext>
            </a:extLst>
          </p:cNvPr>
          <p:cNvSpPr txBox="1"/>
          <p:nvPr/>
        </p:nvSpPr>
        <p:spPr>
          <a:xfrm>
            <a:off x="597657" y="2573838"/>
            <a:ext cx="1821128" cy="342401"/>
          </a:xfrm>
          <a:prstGeom prst="rect">
            <a:avLst/>
          </a:prstGeom>
          <a:noFill/>
        </p:spPr>
        <p:txBody>
          <a:bodyPr wrap="square" rtlCol="0">
            <a:spAutoFit/>
          </a:bodyPr>
          <a:lstStyle/>
          <a:p>
            <a:pPr algn="r" defTabSz="990671" fontAlgn="auto">
              <a:spcBef>
                <a:spcPts val="0"/>
              </a:spcBef>
              <a:spcAft>
                <a:spcPts val="0"/>
              </a:spcAft>
            </a:pPr>
            <a:r>
              <a:rPr lang="en-US" sz="1625" b="1" kern="0" dirty="0">
                <a:solidFill>
                  <a:prstClr val="black">
                    <a:lumMod val="65000"/>
                    <a:lumOff val="35000"/>
                  </a:prstClr>
                </a:solidFill>
                <a:latin typeface="Arial" pitchFamily="34" charset="0"/>
                <a:cs typeface="Arial" pitchFamily="34" charset="0"/>
              </a:rPr>
              <a:t>Sample Text</a:t>
            </a:r>
          </a:p>
        </p:txBody>
      </p:sp>
      <p:grpSp>
        <p:nvGrpSpPr>
          <p:cNvPr id="73" name="Group 72">
            <a:extLst>
              <a:ext uri="{FF2B5EF4-FFF2-40B4-BE49-F238E27FC236}">
                <a16:creationId xmlns:a16="http://schemas.microsoft.com/office/drawing/2014/main" id="{776ABC1A-BCFE-47D1-9FD9-8DC571AFD59A}"/>
              </a:ext>
            </a:extLst>
          </p:cNvPr>
          <p:cNvGrpSpPr/>
          <p:nvPr/>
        </p:nvGrpSpPr>
        <p:grpSpPr>
          <a:xfrm>
            <a:off x="6843075" y="3937169"/>
            <a:ext cx="398198" cy="263273"/>
            <a:chOff x="-1825625" y="-6350"/>
            <a:chExt cx="2787650" cy="1843088"/>
          </a:xfrm>
          <a:solidFill>
            <a:schemeClr val="accent1">
              <a:lumMod val="75000"/>
            </a:schemeClr>
          </a:solidFill>
        </p:grpSpPr>
        <p:sp>
          <p:nvSpPr>
            <p:cNvPr id="74" name="Freeform 51">
              <a:extLst>
                <a:ext uri="{FF2B5EF4-FFF2-40B4-BE49-F238E27FC236}">
                  <a16:creationId xmlns:a16="http://schemas.microsoft.com/office/drawing/2014/main" id="{8AEFB78E-8024-45C2-9B92-F9B474A6C67C}"/>
                </a:ext>
              </a:extLst>
            </p:cNvPr>
            <p:cNvSpPr>
              <a:spLocks noEditPoints="1"/>
            </p:cNvSpPr>
            <p:nvPr/>
          </p:nvSpPr>
          <p:spPr bwMode="auto">
            <a:xfrm>
              <a:off x="-1825625" y="1557338"/>
              <a:ext cx="2787650" cy="279400"/>
            </a:xfrm>
            <a:custGeom>
              <a:avLst/>
              <a:gdLst>
                <a:gd name="T0" fmla="*/ 311 w 312"/>
                <a:gd name="T1" fmla="*/ 1 h 31"/>
                <a:gd name="T2" fmla="*/ 310 w 312"/>
                <a:gd name="T3" fmla="*/ 0 h 31"/>
                <a:gd name="T4" fmla="*/ 2 w 312"/>
                <a:gd name="T5" fmla="*/ 0 h 31"/>
                <a:gd name="T6" fmla="*/ 0 w 312"/>
                <a:gd name="T7" fmla="*/ 1 h 31"/>
                <a:gd name="T8" fmla="*/ 0 w 312"/>
                <a:gd name="T9" fmla="*/ 2 h 31"/>
                <a:gd name="T10" fmla="*/ 41 w 312"/>
                <a:gd name="T11" fmla="*/ 31 h 31"/>
                <a:gd name="T12" fmla="*/ 271 w 312"/>
                <a:gd name="T13" fmla="*/ 31 h 31"/>
                <a:gd name="T14" fmla="*/ 312 w 312"/>
                <a:gd name="T15" fmla="*/ 2 h 31"/>
                <a:gd name="T16" fmla="*/ 311 w 312"/>
                <a:gd name="T17" fmla="*/ 1 h 31"/>
                <a:gd name="T18" fmla="*/ 179 w 312"/>
                <a:gd name="T19" fmla="*/ 21 h 31"/>
                <a:gd name="T20" fmla="*/ 133 w 312"/>
                <a:gd name="T21" fmla="*/ 21 h 31"/>
                <a:gd name="T22" fmla="*/ 133 w 312"/>
                <a:gd name="T23" fmla="*/ 10 h 31"/>
                <a:gd name="T24" fmla="*/ 179 w 312"/>
                <a:gd name="T25" fmla="*/ 10 h 31"/>
                <a:gd name="T26" fmla="*/ 179 w 312"/>
                <a:gd name="T27" fmla="*/ 21 h 31"/>
                <a:gd name="T28" fmla="*/ 179 w 312"/>
                <a:gd name="T29" fmla="*/ 21 h 31"/>
                <a:gd name="T30" fmla="*/ 179 w 312"/>
                <a:gd name="T31" fmla="*/ 21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2" h="31">
                  <a:moveTo>
                    <a:pt x="311" y="1"/>
                  </a:moveTo>
                  <a:cubicBezTo>
                    <a:pt x="311" y="0"/>
                    <a:pt x="311" y="0"/>
                    <a:pt x="310" y="0"/>
                  </a:cubicBezTo>
                  <a:cubicBezTo>
                    <a:pt x="2" y="0"/>
                    <a:pt x="2" y="0"/>
                    <a:pt x="2" y="0"/>
                  </a:cubicBezTo>
                  <a:cubicBezTo>
                    <a:pt x="1" y="0"/>
                    <a:pt x="1" y="0"/>
                    <a:pt x="0" y="1"/>
                  </a:cubicBezTo>
                  <a:cubicBezTo>
                    <a:pt x="0" y="1"/>
                    <a:pt x="0" y="1"/>
                    <a:pt x="0" y="2"/>
                  </a:cubicBezTo>
                  <a:cubicBezTo>
                    <a:pt x="0" y="2"/>
                    <a:pt x="5" y="31"/>
                    <a:pt x="41" y="31"/>
                  </a:cubicBezTo>
                  <a:cubicBezTo>
                    <a:pt x="271" y="31"/>
                    <a:pt x="271" y="31"/>
                    <a:pt x="271" y="31"/>
                  </a:cubicBezTo>
                  <a:cubicBezTo>
                    <a:pt x="307" y="31"/>
                    <a:pt x="312" y="2"/>
                    <a:pt x="312" y="2"/>
                  </a:cubicBezTo>
                  <a:cubicBezTo>
                    <a:pt x="312" y="1"/>
                    <a:pt x="312" y="1"/>
                    <a:pt x="311" y="1"/>
                  </a:cubicBezTo>
                  <a:close/>
                  <a:moveTo>
                    <a:pt x="179" y="21"/>
                  </a:moveTo>
                  <a:cubicBezTo>
                    <a:pt x="133" y="21"/>
                    <a:pt x="133" y="21"/>
                    <a:pt x="133" y="21"/>
                  </a:cubicBezTo>
                  <a:cubicBezTo>
                    <a:pt x="133" y="10"/>
                    <a:pt x="133" y="10"/>
                    <a:pt x="133" y="10"/>
                  </a:cubicBezTo>
                  <a:cubicBezTo>
                    <a:pt x="179" y="10"/>
                    <a:pt x="179" y="10"/>
                    <a:pt x="179" y="10"/>
                  </a:cubicBezTo>
                  <a:lnTo>
                    <a:pt x="179" y="21"/>
                  </a:lnTo>
                  <a:close/>
                  <a:moveTo>
                    <a:pt x="179" y="21"/>
                  </a:moveTo>
                  <a:cubicBezTo>
                    <a:pt x="179" y="21"/>
                    <a:pt x="179" y="21"/>
                    <a:pt x="179" y="21"/>
                  </a:cubicBezTo>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75" name="Freeform 52">
              <a:extLst>
                <a:ext uri="{FF2B5EF4-FFF2-40B4-BE49-F238E27FC236}">
                  <a16:creationId xmlns:a16="http://schemas.microsoft.com/office/drawing/2014/main" id="{DF5FF1C3-0009-4779-BD6B-669FDB79576F}"/>
                </a:ext>
              </a:extLst>
            </p:cNvPr>
            <p:cNvSpPr>
              <a:spLocks noEditPoints="1"/>
            </p:cNvSpPr>
            <p:nvPr/>
          </p:nvSpPr>
          <p:spPr bwMode="auto">
            <a:xfrm>
              <a:off x="-1584325" y="-6350"/>
              <a:ext cx="2295525" cy="1465263"/>
            </a:xfrm>
            <a:custGeom>
              <a:avLst/>
              <a:gdLst>
                <a:gd name="T0" fmla="*/ 7 w 257"/>
                <a:gd name="T1" fmla="*/ 163 h 163"/>
                <a:gd name="T2" fmla="*/ 251 w 257"/>
                <a:gd name="T3" fmla="*/ 163 h 163"/>
                <a:gd name="T4" fmla="*/ 257 w 257"/>
                <a:gd name="T5" fmla="*/ 156 h 163"/>
                <a:gd name="T6" fmla="*/ 257 w 257"/>
                <a:gd name="T7" fmla="*/ 6 h 163"/>
                <a:gd name="T8" fmla="*/ 251 w 257"/>
                <a:gd name="T9" fmla="*/ 0 h 163"/>
                <a:gd name="T10" fmla="*/ 7 w 257"/>
                <a:gd name="T11" fmla="*/ 0 h 163"/>
                <a:gd name="T12" fmla="*/ 0 w 257"/>
                <a:gd name="T13" fmla="*/ 6 h 163"/>
                <a:gd name="T14" fmla="*/ 0 w 257"/>
                <a:gd name="T15" fmla="*/ 156 h 163"/>
                <a:gd name="T16" fmla="*/ 7 w 257"/>
                <a:gd name="T17" fmla="*/ 163 h 163"/>
                <a:gd name="T18" fmla="*/ 23 w 257"/>
                <a:gd name="T19" fmla="*/ 22 h 163"/>
                <a:gd name="T20" fmla="*/ 235 w 257"/>
                <a:gd name="T21" fmla="*/ 22 h 163"/>
                <a:gd name="T22" fmla="*/ 235 w 257"/>
                <a:gd name="T23" fmla="*/ 140 h 163"/>
                <a:gd name="T24" fmla="*/ 23 w 257"/>
                <a:gd name="T25" fmla="*/ 140 h 163"/>
                <a:gd name="T26" fmla="*/ 23 w 257"/>
                <a:gd name="T27" fmla="*/ 22 h 163"/>
                <a:gd name="T28" fmla="*/ 23 w 257"/>
                <a:gd name="T29" fmla="*/ 22 h 163"/>
                <a:gd name="T30" fmla="*/ 23 w 257"/>
                <a:gd name="T31" fmla="*/ 2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57" h="163">
                  <a:moveTo>
                    <a:pt x="7" y="163"/>
                  </a:moveTo>
                  <a:cubicBezTo>
                    <a:pt x="251" y="163"/>
                    <a:pt x="251" y="163"/>
                    <a:pt x="251" y="163"/>
                  </a:cubicBezTo>
                  <a:cubicBezTo>
                    <a:pt x="255" y="163"/>
                    <a:pt x="257" y="160"/>
                    <a:pt x="257" y="156"/>
                  </a:cubicBezTo>
                  <a:cubicBezTo>
                    <a:pt x="257" y="6"/>
                    <a:pt x="257" y="6"/>
                    <a:pt x="257" y="6"/>
                  </a:cubicBezTo>
                  <a:cubicBezTo>
                    <a:pt x="257" y="3"/>
                    <a:pt x="255" y="0"/>
                    <a:pt x="251" y="0"/>
                  </a:cubicBezTo>
                  <a:cubicBezTo>
                    <a:pt x="7" y="0"/>
                    <a:pt x="7" y="0"/>
                    <a:pt x="7" y="0"/>
                  </a:cubicBezTo>
                  <a:cubicBezTo>
                    <a:pt x="3" y="0"/>
                    <a:pt x="0" y="3"/>
                    <a:pt x="0" y="6"/>
                  </a:cubicBezTo>
                  <a:cubicBezTo>
                    <a:pt x="0" y="156"/>
                    <a:pt x="0" y="156"/>
                    <a:pt x="0" y="156"/>
                  </a:cubicBezTo>
                  <a:cubicBezTo>
                    <a:pt x="0" y="160"/>
                    <a:pt x="3" y="163"/>
                    <a:pt x="7" y="163"/>
                  </a:cubicBezTo>
                  <a:close/>
                  <a:moveTo>
                    <a:pt x="23" y="22"/>
                  </a:moveTo>
                  <a:cubicBezTo>
                    <a:pt x="235" y="22"/>
                    <a:pt x="235" y="22"/>
                    <a:pt x="235" y="22"/>
                  </a:cubicBezTo>
                  <a:cubicBezTo>
                    <a:pt x="235" y="140"/>
                    <a:pt x="235" y="140"/>
                    <a:pt x="235" y="140"/>
                  </a:cubicBezTo>
                  <a:cubicBezTo>
                    <a:pt x="23" y="140"/>
                    <a:pt x="23" y="140"/>
                    <a:pt x="23" y="140"/>
                  </a:cubicBezTo>
                  <a:lnTo>
                    <a:pt x="23" y="22"/>
                  </a:lnTo>
                  <a:close/>
                  <a:moveTo>
                    <a:pt x="23" y="22"/>
                  </a:moveTo>
                  <a:cubicBezTo>
                    <a:pt x="23" y="22"/>
                    <a:pt x="23" y="22"/>
                    <a:pt x="23" y="22"/>
                  </a:cubicBezTo>
                </a:path>
              </a:pathLst>
            </a:custGeom>
            <a:grp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grpSp>
      <p:sp>
        <p:nvSpPr>
          <p:cNvPr id="76" name="TextBox 75">
            <a:extLst>
              <a:ext uri="{FF2B5EF4-FFF2-40B4-BE49-F238E27FC236}">
                <a16:creationId xmlns:a16="http://schemas.microsoft.com/office/drawing/2014/main" id="{FE76E7CB-756C-424B-9A7E-B1BD77E2259C}"/>
              </a:ext>
            </a:extLst>
          </p:cNvPr>
          <p:cNvSpPr txBox="1"/>
          <p:nvPr/>
        </p:nvSpPr>
        <p:spPr>
          <a:xfrm>
            <a:off x="7426699" y="4223351"/>
            <a:ext cx="1821128" cy="692497"/>
          </a:xfrm>
          <a:prstGeom prst="rect">
            <a:avLst/>
          </a:prstGeom>
          <a:noFill/>
        </p:spPr>
        <p:txBody>
          <a:bodyPr wrap="square" rtlCol="0">
            <a:spAutoFit/>
          </a:bodyPr>
          <a:lstStyle/>
          <a:p>
            <a:pPr defTabSz="990671" fontAlgn="auto">
              <a:spcBef>
                <a:spcPts val="0"/>
              </a:spcBef>
              <a:spcAft>
                <a:spcPts val="0"/>
              </a:spcAft>
            </a:pPr>
            <a:r>
              <a:rPr lang="en-US" sz="1300" kern="0" dirty="0">
                <a:solidFill>
                  <a:prstClr val="black">
                    <a:lumMod val="50000"/>
                    <a:lumOff val="50000"/>
                  </a:prstClr>
                </a:solidFill>
                <a:latin typeface="Arial" pitchFamily="34" charset="0"/>
                <a:cs typeface="Arial" pitchFamily="34" charset="0"/>
              </a:rPr>
              <a:t>This is a sample text. Insert your desired text here.</a:t>
            </a:r>
          </a:p>
        </p:txBody>
      </p:sp>
      <p:sp>
        <p:nvSpPr>
          <p:cNvPr id="77" name="TextBox 76">
            <a:extLst>
              <a:ext uri="{FF2B5EF4-FFF2-40B4-BE49-F238E27FC236}">
                <a16:creationId xmlns:a16="http://schemas.microsoft.com/office/drawing/2014/main" id="{38E71CE7-E008-4015-97F3-9D030D722909}"/>
              </a:ext>
            </a:extLst>
          </p:cNvPr>
          <p:cNvSpPr txBox="1"/>
          <p:nvPr/>
        </p:nvSpPr>
        <p:spPr>
          <a:xfrm>
            <a:off x="7426699" y="3875269"/>
            <a:ext cx="1821128" cy="342401"/>
          </a:xfrm>
          <a:prstGeom prst="rect">
            <a:avLst/>
          </a:prstGeom>
          <a:noFill/>
        </p:spPr>
        <p:txBody>
          <a:bodyPr wrap="square" rtlCol="0">
            <a:spAutoFit/>
          </a:bodyPr>
          <a:lstStyle/>
          <a:p>
            <a:pPr defTabSz="990671" fontAlgn="auto">
              <a:spcBef>
                <a:spcPts val="0"/>
              </a:spcBef>
              <a:spcAft>
                <a:spcPts val="0"/>
              </a:spcAft>
            </a:pPr>
            <a:r>
              <a:rPr lang="en-US" sz="1625" b="1" kern="0" dirty="0">
                <a:solidFill>
                  <a:prstClr val="black">
                    <a:lumMod val="65000"/>
                    <a:lumOff val="35000"/>
                  </a:prstClr>
                </a:solidFill>
                <a:latin typeface="Arial" pitchFamily="34" charset="0"/>
                <a:cs typeface="Arial" pitchFamily="34" charset="0"/>
              </a:rPr>
              <a:t>Sample Text</a:t>
            </a:r>
          </a:p>
        </p:txBody>
      </p:sp>
      <p:sp>
        <p:nvSpPr>
          <p:cNvPr id="93" name="Freeform: Shape 92">
            <a:extLst>
              <a:ext uri="{FF2B5EF4-FFF2-40B4-BE49-F238E27FC236}">
                <a16:creationId xmlns:a16="http://schemas.microsoft.com/office/drawing/2014/main" id="{BAE93D32-614D-4906-A2B1-BDFC1FCB97FD}"/>
              </a:ext>
            </a:extLst>
          </p:cNvPr>
          <p:cNvSpPr>
            <a:spLocks/>
          </p:cNvSpPr>
          <p:nvPr/>
        </p:nvSpPr>
        <p:spPr bwMode="auto">
          <a:xfrm>
            <a:off x="3314729" y="2477610"/>
            <a:ext cx="3284742" cy="3111909"/>
          </a:xfrm>
          <a:custGeom>
            <a:avLst/>
            <a:gdLst>
              <a:gd name="connsiteX0" fmla="*/ 4041706 w 4041706"/>
              <a:gd name="connsiteY0" fmla="*/ 0 h 3829045"/>
              <a:gd name="connsiteX1" fmla="*/ 3561224 w 4041706"/>
              <a:gd name="connsiteY1" fmla="*/ 1154807 h 3829045"/>
              <a:gd name="connsiteX2" fmla="*/ 3554701 w 4041706"/>
              <a:gd name="connsiteY2" fmla="*/ 1178729 h 3829045"/>
              <a:gd name="connsiteX3" fmla="*/ 3537308 w 4041706"/>
              <a:gd name="connsiteY3" fmla="*/ 1220050 h 3829045"/>
              <a:gd name="connsiteX4" fmla="*/ 3527125 w 4041706"/>
              <a:gd name="connsiteY4" fmla="*/ 1238724 h 3829045"/>
              <a:gd name="connsiteX5" fmla="*/ 3520936 w 4041706"/>
              <a:gd name="connsiteY5" fmla="*/ 1253584 h 3829045"/>
              <a:gd name="connsiteX6" fmla="*/ 3024406 w 4041706"/>
              <a:gd name="connsiteY6" fmla="*/ 2445642 h 3829045"/>
              <a:gd name="connsiteX7" fmla="*/ 3002665 w 4041706"/>
              <a:gd name="connsiteY7" fmla="*/ 2493473 h 3829045"/>
              <a:gd name="connsiteX8" fmla="*/ 2997758 w 4041706"/>
              <a:gd name="connsiteY8" fmla="*/ 2498750 h 3829045"/>
              <a:gd name="connsiteX9" fmla="*/ 2992367 w 4041706"/>
              <a:gd name="connsiteY9" fmla="*/ 2511701 h 3829045"/>
              <a:gd name="connsiteX10" fmla="*/ 2511056 w 4041706"/>
              <a:gd name="connsiteY10" fmla="*/ 3668065 h 3829045"/>
              <a:gd name="connsiteX11" fmla="*/ 2508882 w 4041706"/>
              <a:gd name="connsiteY11" fmla="*/ 3668065 h 3829045"/>
              <a:gd name="connsiteX12" fmla="*/ 2015585 w 4041706"/>
              <a:gd name="connsiteY12" fmla="*/ 3829045 h 3829045"/>
              <a:gd name="connsiteX13" fmla="*/ 1524460 w 4041706"/>
              <a:gd name="connsiteY13" fmla="*/ 3668065 h 3829045"/>
              <a:gd name="connsiteX14" fmla="*/ 1520114 w 4041706"/>
              <a:gd name="connsiteY14" fmla="*/ 3668065 h 3829045"/>
              <a:gd name="connsiteX15" fmla="*/ 1024643 w 4041706"/>
              <a:gd name="connsiteY15" fmla="*/ 2480293 h 3829045"/>
              <a:gd name="connsiteX16" fmla="*/ 1070520 w 4041706"/>
              <a:gd name="connsiteY16" fmla="*/ 2537041 h 3829045"/>
              <a:gd name="connsiteX17" fmla="*/ 1124254 w 4041706"/>
              <a:gd name="connsiteY17" fmla="*/ 2575010 h 3829045"/>
              <a:gd name="connsiteX18" fmla="*/ 1126458 w 4041706"/>
              <a:gd name="connsiteY18" fmla="*/ 2576718 h 3829045"/>
              <a:gd name="connsiteX19" fmla="*/ 1127309 w 4041706"/>
              <a:gd name="connsiteY19" fmla="*/ 2577169 h 3829045"/>
              <a:gd name="connsiteX20" fmla="*/ 1144334 w 4041706"/>
              <a:gd name="connsiteY20" fmla="*/ 2589200 h 3829045"/>
              <a:gd name="connsiteX21" fmla="*/ 1195322 w 4041706"/>
              <a:gd name="connsiteY21" fmla="*/ 2613245 h 3829045"/>
              <a:gd name="connsiteX22" fmla="*/ 1206384 w 4041706"/>
              <a:gd name="connsiteY22" fmla="*/ 2619113 h 3829045"/>
              <a:gd name="connsiteX23" fmla="*/ 1213923 w 4041706"/>
              <a:gd name="connsiteY23" fmla="*/ 2622018 h 3829045"/>
              <a:gd name="connsiteX24" fmla="*/ 1243258 w 4041706"/>
              <a:gd name="connsiteY24" fmla="*/ 2635852 h 3829045"/>
              <a:gd name="connsiteX25" fmla="*/ 1290706 w 4041706"/>
              <a:gd name="connsiteY25" fmla="*/ 2651600 h 3829045"/>
              <a:gd name="connsiteX26" fmla="*/ 1304349 w 4041706"/>
              <a:gd name="connsiteY26" fmla="*/ 2656856 h 3829045"/>
              <a:gd name="connsiteX27" fmla="*/ 1319789 w 4041706"/>
              <a:gd name="connsiteY27" fmla="*/ 2661252 h 3829045"/>
              <a:gd name="connsiteX28" fmla="*/ 1364464 w 4041706"/>
              <a:gd name="connsiteY28" fmla="*/ 2676080 h 3829045"/>
              <a:gd name="connsiteX29" fmla="*/ 1405827 w 4041706"/>
              <a:gd name="connsiteY29" fmla="*/ 2685750 h 3829045"/>
              <a:gd name="connsiteX30" fmla="*/ 1418407 w 4041706"/>
              <a:gd name="connsiteY30" fmla="*/ 2689332 h 3829045"/>
              <a:gd name="connsiteX31" fmla="*/ 1442727 w 4041706"/>
              <a:gd name="connsiteY31" fmla="*/ 2694377 h 3829045"/>
              <a:gd name="connsiteX32" fmla="*/ 1505127 w 4041706"/>
              <a:gd name="connsiteY32" fmla="*/ 2708966 h 3829045"/>
              <a:gd name="connsiteX33" fmla="*/ 1537448 w 4041706"/>
              <a:gd name="connsiteY33" fmla="*/ 2714026 h 3829045"/>
              <a:gd name="connsiteX34" fmla="*/ 1546613 w 4041706"/>
              <a:gd name="connsiteY34" fmla="*/ 2715927 h 3829045"/>
              <a:gd name="connsiteX35" fmla="*/ 1581382 w 4041706"/>
              <a:gd name="connsiteY35" fmla="*/ 2720905 h 3829045"/>
              <a:gd name="connsiteX36" fmla="*/ 1662419 w 4041706"/>
              <a:gd name="connsiteY36" fmla="*/ 2733592 h 3829045"/>
              <a:gd name="connsiteX37" fmla="*/ 1682983 w 4041706"/>
              <a:gd name="connsiteY37" fmla="*/ 2735449 h 3829045"/>
              <a:gd name="connsiteX38" fmla="*/ 1687021 w 4041706"/>
              <a:gd name="connsiteY38" fmla="*/ 2736027 h 3829045"/>
              <a:gd name="connsiteX39" fmla="*/ 1739357 w 4041706"/>
              <a:gd name="connsiteY39" fmla="*/ 2740539 h 3829045"/>
              <a:gd name="connsiteX40" fmla="*/ 1833514 w 4041706"/>
              <a:gd name="connsiteY40" fmla="*/ 2749041 h 3829045"/>
              <a:gd name="connsiteX41" fmla="*/ 2015585 w 4041706"/>
              <a:gd name="connsiteY41" fmla="*/ 2754394 h 3829045"/>
              <a:gd name="connsiteX42" fmla="*/ 2018251 w 4041706"/>
              <a:gd name="connsiteY42" fmla="*/ 2754317 h 3829045"/>
              <a:gd name="connsiteX43" fmla="*/ 1837685 w 4041706"/>
              <a:gd name="connsiteY43" fmla="*/ 2749016 h 3829045"/>
              <a:gd name="connsiteX44" fmla="*/ 1739357 w 4041706"/>
              <a:gd name="connsiteY44" fmla="*/ 2740539 h 3829045"/>
              <a:gd name="connsiteX45" fmla="*/ 1682983 w 4041706"/>
              <a:gd name="connsiteY45" fmla="*/ 2735449 h 3829045"/>
              <a:gd name="connsiteX46" fmla="*/ 1581382 w 4041706"/>
              <a:gd name="connsiteY46" fmla="*/ 2720905 h 3829045"/>
              <a:gd name="connsiteX47" fmla="*/ 1537448 w 4041706"/>
              <a:gd name="connsiteY47" fmla="*/ 2714026 h 3829045"/>
              <a:gd name="connsiteX48" fmla="*/ 1442727 w 4041706"/>
              <a:gd name="connsiteY48" fmla="*/ 2694377 h 3829045"/>
              <a:gd name="connsiteX49" fmla="*/ 1405827 w 4041706"/>
              <a:gd name="connsiteY49" fmla="*/ 2685750 h 3829045"/>
              <a:gd name="connsiteX50" fmla="*/ 1319789 w 4041706"/>
              <a:gd name="connsiteY50" fmla="*/ 2661252 h 3829045"/>
              <a:gd name="connsiteX51" fmla="*/ 1290706 w 4041706"/>
              <a:gd name="connsiteY51" fmla="*/ 2651600 h 3829045"/>
              <a:gd name="connsiteX52" fmla="*/ 1213923 w 4041706"/>
              <a:gd name="connsiteY52" fmla="*/ 2622018 h 3829045"/>
              <a:gd name="connsiteX53" fmla="*/ 1195322 w 4041706"/>
              <a:gd name="connsiteY53" fmla="*/ 2613245 h 3829045"/>
              <a:gd name="connsiteX54" fmla="*/ 1127309 w 4041706"/>
              <a:gd name="connsiteY54" fmla="*/ 2577169 h 3829045"/>
              <a:gd name="connsiteX55" fmla="*/ 1124254 w 4041706"/>
              <a:gd name="connsiteY55" fmla="*/ 2575010 h 3829045"/>
              <a:gd name="connsiteX56" fmla="*/ 1066517 w 4041706"/>
              <a:gd name="connsiteY56" fmla="*/ 2530285 h 3829045"/>
              <a:gd name="connsiteX57" fmla="*/ 1028507 w 4041706"/>
              <a:gd name="connsiteY57" fmla="*/ 2480428 h 3829045"/>
              <a:gd name="connsiteX58" fmla="*/ 1019810 w 4041706"/>
              <a:gd name="connsiteY58" fmla="*/ 2458687 h 3829045"/>
              <a:gd name="connsiteX59" fmla="*/ 588066 w 4041706"/>
              <a:gd name="connsiteY59" fmla="*/ 1423250 h 3829045"/>
              <a:gd name="connsiteX60" fmla="*/ 516858 w 4041706"/>
              <a:gd name="connsiteY60" fmla="*/ 1252475 h 3829045"/>
              <a:gd name="connsiteX61" fmla="*/ 516734 w 4041706"/>
              <a:gd name="connsiteY61" fmla="*/ 1252335 h 3829045"/>
              <a:gd name="connsiteX62" fmla="*/ 491353 w 4041706"/>
              <a:gd name="connsiteY62" fmla="*/ 1211351 h 3829045"/>
              <a:gd name="connsiteX63" fmla="*/ 480483 w 4041706"/>
              <a:gd name="connsiteY63" fmla="*/ 1187428 h 3829045"/>
              <a:gd name="connsiteX64" fmla="*/ 0 w 4041706"/>
              <a:gd name="connsiteY64" fmla="*/ 36971 h 3829045"/>
              <a:gd name="connsiteX65" fmla="*/ 2008895 w 4041706"/>
              <a:gd name="connsiteY65" fmla="*/ 561093 h 3829045"/>
              <a:gd name="connsiteX66" fmla="*/ 4041706 w 4041706"/>
              <a:gd name="connsiteY66" fmla="*/ 0 h 382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4041706" h="3829045">
                <a:moveTo>
                  <a:pt x="4041706" y="0"/>
                </a:moveTo>
                <a:cubicBezTo>
                  <a:pt x="4041706" y="0"/>
                  <a:pt x="4041706" y="0"/>
                  <a:pt x="3561224" y="1154807"/>
                </a:cubicBezTo>
                <a:cubicBezTo>
                  <a:pt x="3559049" y="1163506"/>
                  <a:pt x="3556875" y="1170030"/>
                  <a:pt x="3554701" y="1178729"/>
                </a:cubicBezTo>
                <a:cubicBezTo>
                  <a:pt x="3554701" y="1178729"/>
                  <a:pt x="3554701" y="1178729"/>
                  <a:pt x="3537308" y="1220050"/>
                </a:cubicBezTo>
                <a:lnTo>
                  <a:pt x="3527125" y="1238724"/>
                </a:lnTo>
                <a:lnTo>
                  <a:pt x="3520936" y="1253584"/>
                </a:lnTo>
                <a:cubicBezTo>
                  <a:pt x="3497291" y="1310348"/>
                  <a:pt x="3402714" y="1537407"/>
                  <a:pt x="3024406" y="2445642"/>
                </a:cubicBezTo>
                <a:cubicBezTo>
                  <a:pt x="3024406" y="2445642"/>
                  <a:pt x="3024406" y="2445642"/>
                  <a:pt x="3002665" y="2493473"/>
                </a:cubicBezTo>
                <a:lnTo>
                  <a:pt x="2997758" y="2498750"/>
                </a:lnTo>
                <a:lnTo>
                  <a:pt x="2992367" y="2511701"/>
                </a:lnTo>
                <a:cubicBezTo>
                  <a:pt x="2969448" y="2566766"/>
                  <a:pt x="2877769" y="2787026"/>
                  <a:pt x="2511056" y="3668065"/>
                </a:cubicBezTo>
                <a:cubicBezTo>
                  <a:pt x="2511056" y="3668065"/>
                  <a:pt x="2511056" y="3668065"/>
                  <a:pt x="2508882" y="3668065"/>
                </a:cubicBezTo>
                <a:cubicBezTo>
                  <a:pt x="2508882" y="3757257"/>
                  <a:pt x="2287224" y="3829045"/>
                  <a:pt x="2015585" y="3829045"/>
                </a:cubicBezTo>
                <a:cubicBezTo>
                  <a:pt x="1743945" y="3829045"/>
                  <a:pt x="1524460" y="3757257"/>
                  <a:pt x="1524460" y="3668065"/>
                </a:cubicBezTo>
                <a:cubicBezTo>
                  <a:pt x="1524460" y="3668065"/>
                  <a:pt x="1524460" y="3668065"/>
                  <a:pt x="1520114" y="3668065"/>
                </a:cubicBezTo>
                <a:cubicBezTo>
                  <a:pt x="1520114" y="3668065"/>
                  <a:pt x="1520114" y="3668065"/>
                  <a:pt x="1024643" y="2480293"/>
                </a:cubicBezTo>
                <a:cubicBezTo>
                  <a:pt x="1034965" y="2499872"/>
                  <a:pt x="1050415" y="2518839"/>
                  <a:pt x="1070520" y="2537041"/>
                </a:cubicBezTo>
                <a:lnTo>
                  <a:pt x="1124254" y="2575010"/>
                </a:lnTo>
                <a:lnTo>
                  <a:pt x="1126458" y="2576718"/>
                </a:lnTo>
                <a:lnTo>
                  <a:pt x="1127309" y="2577169"/>
                </a:lnTo>
                <a:lnTo>
                  <a:pt x="1144334" y="2589200"/>
                </a:lnTo>
                <a:lnTo>
                  <a:pt x="1195322" y="2613245"/>
                </a:lnTo>
                <a:lnTo>
                  <a:pt x="1206384" y="2619113"/>
                </a:lnTo>
                <a:lnTo>
                  <a:pt x="1213923" y="2622018"/>
                </a:lnTo>
                <a:lnTo>
                  <a:pt x="1243258" y="2635852"/>
                </a:lnTo>
                <a:lnTo>
                  <a:pt x="1290706" y="2651600"/>
                </a:lnTo>
                <a:lnTo>
                  <a:pt x="1304349" y="2656856"/>
                </a:lnTo>
                <a:lnTo>
                  <a:pt x="1319789" y="2661252"/>
                </a:lnTo>
                <a:lnTo>
                  <a:pt x="1364464" y="2676080"/>
                </a:lnTo>
                <a:lnTo>
                  <a:pt x="1405827" y="2685750"/>
                </a:lnTo>
                <a:lnTo>
                  <a:pt x="1418407" y="2689332"/>
                </a:lnTo>
                <a:lnTo>
                  <a:pt x="1442727" y="2694377"/>
                </a:lnTo>
                <a:lnTo>
                  <a:pt x="1505127" y="2708966"/>
                </a:lnTo>
                <a:lnTo>
                  <a:pt x="1537448" y="2714026"/>
                </a:lnTo>
                <a:lnTo>
                  <a:pt x="1546613" y="2715927"/>
                </a:lnTo>
                <a:lnTo>
                  <a:pt x="1581382" y="2720905"/>
                </a:lnTo>
                <a:lnTo>
                  <a:pt x="1662419" y="2733592"/>
                </a:lnTo>
                <a:lnTo>
                  <a:pt x="1682983" y="2735449"/>
                </a:lnTo>
                <a:lnTo>
                  <a:pt x="1687021" y="2736027"/>
                </a:lnTo>
                <a:lnTo>
                  <a:pt x="1739357" y="2740539"/>
                </a:lnTo>
                <a:lnTo>
                  <a:pt x="1833514" y="2749041"/>
                </a:lnTo>
                <a:cubicBezTo>
                  <a:pt x="1892532" y="2752559"/>
                  <a:pt x="1953380" y="2754394"/>
                  <a:pt x="2015585" y="2754394"/>
                </a:cubicBezTo>
                <a:lnTo>
                  <a:pt x="2018251" y="2754317"/>
                </a:lnTo>
                <a:lnTo>
                  <a:pt x="1837685" y="2749016"/>
                </a:lnTo>
                <a:lnTo>
                  <a:pt x="1739357" y="2740539"/>
                </a:lnTo>
                <a:lnTo>
                  <a:pt x="1682983" y="2735449"/>
                </a:lnTo>
                <a:lnTo>
                  <a:pt x="1581382" y="2720905"/>
                </a:lnTo>
                <a:lnTo>
                  <a:pt x="1537448" y="2714026"/>
                </a:lnTo>
                <a:lnTo>
                  <a:pt x="1442727" y="2694377"/>
                </a:lnTo>
                <a:lnTo>
                  <a:pt x="1405827" y="2685750"/>
                </a:lnTo>
                <a:lnTo>
                  <a:pt x="1319789" y="2661252"/>
                </a:lnTo>
                <a:lnTo>
                  <a:pt x="1290706" y="2651600"/>
                </a:lnTo>
                <a:lnTo>
                  <a:pt x="1213923" y="2622018"/>
                </a:lnTo>
                <a:lnTo>
                  <a:pt x="1195322" y="2613245"/>
                </a:lnTo>
                <a:lnTo>
                  <a:pt x="1127309" y="2577169"/>
                </a:lnTo>
                <a:lnTo>
                  <a:pt x="1124254" y="2575010"/>
                </a:lnTo>
                <a:lnTo>
                  <a:pt x="1066517" y="2530285"/>
                </a:lnTo>
                <a:cubicBezTo>
                  <a:pt x="1050084" y="2514202"/>
                  <a:pt x="1037306" y="2497549"/>
                  <a:pt x="1028507" y="2480428"/>
                </a:cubicBezTo>
                <a:cubicBezTo>
                  <a:pt x="1028507" y="2480428"/>
                  <a:pt x="1028507" y="2480428"/>
                  <a:pt x="1019810" y="2458687"/>
                </a:cubicBezTo>
                <a:cubicBezTo>
                  <a:pt x="1019810" y="2458687"/>
                  <a:pt x="1019810" y="2458687"/>
                  <a:pt x="588066" y="1423250"/>
                </a:cubicBezTo>
                <a:lnTo>
                  <a:pt x="516858" y="1252475"/>
                </a:lnTo>
                <a:lnTo>
                  <a:pt x="516734" y="1252335"/>
                </a:lnTo>
                <a:cubicBezTo>
                  <a:pt x="506632" y="1238884"/>
                  <a:pt x="498147" y="1225215"/>
                  <a:pt x="491353" y="1211351"/>
                </a:cubicBezTo>
                <a:cubicBezTo>
                  <a:pt x="487005" y="1204827"/>
                  <a:pt x="482657" y="1196127"/>
                  <a:pt x="480483" y="1187428"/>
                </a:cubicBezTo>
                <a:cubicBezTo>
                  <a:pt x="480483" y="1187428"/>
                  <a:pt x="480483" y="1187428"/>
                  <a:pt x="0" y="36971"/>
                </a:cubicBezTo>
                <a:cubicBezTo>
                  <a:pt x="236980" y="339265"/>
                  <a:pt x="1045756" y="561093"/>
                  <a:pt x="2008895" y="561093"/>
                </a:cubicBezTo>
                <a:cubicBezTo>
                  <a:pt x="3008995" y="561093"/>
                  <a:pt x="3843860" y="319692"/>
                  <a:pt x="4041706" y="0"/>
                </a:cubicBezTo>
                <a:close/>
              </a:path>
            </a:pathLst>
          </a:custGeom>
          <a:gradFill>
            <a:gsLst>
              <a:gs pos="23000">
                <a:schemeClr val="bg1">
                  <a:alpha val="0"/>
                </a:schemeClr>
              </a:gs>
              <a:gs pos="63000">
                <a:schemeClr val="tx1">
                  <a:lumMod val="75000"/>
                  <a:lumOff val="25000"/>
                  <a:alpha val="29000"/>
                </a:schemeClr>
              </a:gs>
              <a:gs pos="78000">
                <a:schemeClr val="bg1">
                  <a:alpha val="51000"/>
                </a:schemeClr>
              </a:gs>
            </a:gsLst>
            <a:lin ang="720000" scaled="0"/>
          </a:gradFill>
          <a:ln w="9525">
            <a:noFill/>
            <a:round/>
            <a:headEnd/>
            <a:tailEnd/>
          </a:ln>
        </p:spPr>
        <p:txBody>
          <a:bodyPr vert="horz" wrap="square" lIns="74314" tIns="37157" rIns="74314" bIns="37157" numCol="1" anchor="t" anchorCtr="0" compatLnSpc="1">
            <a:prstTxWarp prst="textNoShape">
              <a:avLst/>
            </a:prstTxWarp>
            <a:noAutofit/>
          </a:bodyPr>
          <a:lstStyle/>
          <a:p>
            <a:pPr defTabSz="990671" fontAlgn="auto">
              <a:spcBef>
                <a:spcPts val="0"/>
              </a:spcBef>
              <a:spcAft>
                <a:spcPts val="0"/>
              </a:spcAft>
            </a:pPr>
            <a:endParaRPr lang="en-IN" sz="1950">
              <a:solidFill>
                <a:prstClr val="black"/>
              </a:solidFill>
              <a:latin typeface="Calibri"/>
              <a:cs typeface="+mn-cs"/>
            </a:endParaRPr>
          </a:p>
        </p:txBody>
      </p:sp>
      <p:grpSp>
        <p:nvGrpSpPr>
          <p:cNvPr id="103" name="Group 102">
            <a:extLst>
              <a:ext uri="{FF2B5EF4-FFF2-40B4-BE49-F238E27FC236}">
                <a16:creationId xmlns:a16="http://schemas.microsoft.com/office/drawing/2014/main" id="{0572BBD4-8B7D-413D-AF00-1EC8B2B425DB}"/>
              </a:ext>
            </a:extLst>
          </p:cNvPr>
          <p:cNvGrpSpPr/>
          <p:nvPr/>
        </p:nvGrpSpPr>
        <p:grpSpPr>
          <a:xfrm>
            <a:off x="3489900" y="2996017"/>
            <a:ext cx="2501188" cy="2335773"/>
            <a:chOff x="4294142" y="2896237"/>
            <a:chExt cx="3077584" cy="2874049"/>
          </a:xfrm>
        </p:grpSpPr>
        <p:sp>
          <p:nvSpPr>
            <p:cNvPr id="104" name="Freeform 9">
              <a:extLst>
                <a:ext uri="{FF2B5EF4-FFF2-40B4-BE49-F238E27FC236}">
                  <a16:creationId xmlns:a16="http://schemas.microsoft.com/office/drawing/2014/main" id="{2A5C9A51-B2A8-4FF1-A11F-A083006580F7}"/>
                </a:ext>
              </a:extLst>
            </p:cNvPr>
            <p:cNvSpPr>
              <a:spLocks/>
            </p:cNvSpPr>
            <p:nvPr/>
          </p:nvSpPr>
          <p:spPr bwMode="auto">
            <a:xfrm>
              <a:off x="6099530" y="4721686"/>
              <a:ext cx="9098" cy="21608"/>
            </a:xfrm>
            <a:custGeom>
              <a:avLst/>
              <a:gdLst>
                <a:gd name="T0" fmla="*/ 4 w 4"/>
                <a:gd name="T1" fmla="*/ 10 h 10"/>
                <a:gd name="T2" fmla="*/ 0 w 4"/>
                <a:gd name="T3" fmla="*/ 0 h 10"/>
                <a:gd name="T4" fmla="*/ 4 w 4"/>
                <a:gd name="T5" fmla="*/ 10 h 10"/>
              </a:gdLst>
              <a:ahLst/>
              <a:cxnLst>
                <a:cxn ang="0">
                  <a:pos x="T0" y="T1"/>
                </a:cxn>
                <a:cxn ang="0">
                  <a:pos x="T2" y="T3"/>
                </a:cxn>
                <a:cxn ang="0">
                  <a:pos x="T4" y="T5"/>
                </a:cxn>
              </a:cxnLst>
              <a:rect l="0" t="0" r="r" b="b"/>
              <a:pathLst>
                <a:path w="4" h="10">
                  <a:moveTo>
                    <a:pt x="4" y="10"/>
                  </a:moveTo>
                  <a:cubicBezTo>
                    <a:pt x="0" y="0"/>
                    <a:pt x="0" y="0"/>
                    <a:pt x="0" y="0"/>
                  </a:cubicBezTo>
                  <a:cubicBezTo>
                    <a:pt x="1" y="4"/>
                    <a:pt x="2" y="7"/>
                    <a:pt x="4" y="10"/>
                  </a:cubicBezTo>
                  <a:close/>
                </a:path>
              </a:pathLst>
            </a:custGeom>
            <a:solidFill>
              <a:schemeClr val="bg1">
                <a:lumMod val="65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05" name="Freeform 10">
              <a:extLst>
                <a:ext uri="{FF2B5EF4-FFF2-40B4-BE49-F238E27FC236}">
                  <a16:creationId xmlns:a16="http://schemas.microsoft.com/office/drawing/2014/main" id="{49CE4D44-991B-4171-B6C6-6AB0B0E50E72}"/>
                </a:ext>
              </a:extLst>
            </p:cNvPr>
            <p:cNvSpPr>
              <a:spLocks/>
            </p:cNvSpPr>
            <p:nvPr/>
          </p:nvSpPr>
          <p:spPr bwMode="auto">
            <a:xfrm>
              <a:off x="6093844" y="4709177"/>
              <a:ext cx="19333" cy="47764"/>
            </a:xfrm>
            <a:custGeom>
              <a:avLst/>
              <a:gdLst>
                <a:gd name="T0" fmla="*/ 9 w 9"/>
                <a:gd name="T1" fmla="*/ 0 h 22"/>
                <a:gd name="T2" fmla="*/ 0 w 9"/>
                <a:gd name="T3" fmla="*/ 22 h 22"/>
                <a:gd name="T4" fmla="*/ 9 w 9"/>
                <a:gd name="T5" fmla="*/ 0 h 22"/>
              </a:gdLst>
              <a:ahLst/>
              <a:cxnLst>
                <a:cxn ang="0">
                  <a:pos x="T0" y="T1"/>
                </a:cxn>
                <a:cxn ang="0">
                  <a:pos x="T2" y="T3"/>
                </a:cxn>
                <a:cxn ang="0">
                  <a:pos x="T4" y="T5"/>
                </a:cxn>
              </a:cxnLst>
              <a:rect l="0" t="0" r="r" b="b"/>
              <a:pathLst>
                <a:path w="9" h="22">
                  <a:moveTo>
                    <a:pt x="9" y="0"/>
                  </a:moveTo>
                  <a:cubicBezTo>
                    <a:pt x="0" y="22"/>
                    <a:pt x="0" y="22"/>
                    <a:pt x="0" y="22"/>
                  </a:cubicBezTo>
                  <a:cubicBezTo>
                    <a:pt x="5" y="15"/>
                    <a:pt x="8" y="8"/>
                    <a:pt x="9" y="0"/>
                  </a:cubicBezTo>
                  <a:close/>
                </a:path>
              </a:pathLst>
            </a:custGeom>
            <a:solidFill>
              <a:schemeClr val="bg1">
                <a:lumMod val="65000"/>
              </a:schemeClr>
            </a:solidFill>
            <a:ln w="9525">
              <a:noFill/>
              <a:round/>
              <a:headEnd/>
              <a:tailEnd/>
            </a:ln>
          </p:spPr>
          <p:txBody>
            <a:bodyPr vert="horz" wrap="square" lIns="74314" tIns="37157" rIns="74314" bIns="37157" numCol="1" anchor="t" anchorCtr="0" compatLnSpc="1">
              <a:prstTxWarp prst="textNoShape">
                <a:avLst/>
              </a:prstTxWarp>
            </a:bodyPr>
            <a:lstStyle/>
            <a:p>
              <a:pPr defTabSz="990671" fontAlgn="auto">
                <a:spcBef>
                  <a:spcPts val="0"/>
                </a:spcBef>
                <a:spcAft>
                  <a:spcPts val="0"/>
                </a:spcAft>
              </a:pPr>
              <a:endParaRPr lang="en-IN" sz="1950">
                <a:solidFill>
                  <a:prstClr val="black"/>
                </a:solidFill>
                <a:latin typeface="Calibri"/>
                <a:cs typeface="+mn-cs"/>
              </a:endParaRPr>
            </a:p>
          </p:txBody>
        </p:sp>
        <p:sp>
          <p:nvSpPr>
            <p:cNvPr id="106" name="TextBox 105">
              <a:extLst>
                <a:ext uri="{FF2B5EF4-FFF2-40B4-BE49-F238E27FC236}">
                  <a16:creationId xmlns:a16="http://schemas.microsoft.com/office/drawing/2014/main" id="{6DC50D55-D05A-4CCA-8AE6-40696872CEC8}"/>
                </a:ext>
              </a:extLst>
            </p:cNvPr>
            <p:cNvSpPr txBox="1"/>
            <p:nvPr/>
          </p:nvSpPr>
          <p:spPr>
            <a:xfrm>
              <a:off x="5851040" y="3076903"/>
              <a:ext cx="485609" cy="544544"/>
            </a:xfrm>
            <a:prstGeom prst="rect">
              <a:avLst/>
            </a:prstGeom>
            <a:noFill/>
          </p:spPr>
          <p:txBody>
            <a:bodyPr wrap="none" rtlCol="0">
              <a:spAutoFit/>
            </a:bodyPr>
            <a:lstStyle/>
            <a:p>
              <a:pPr algn="ctr" defTabSz="990671" fontAlgn="auto">
                <a:spcBef>
                  <a:spcPts val="0"/>
                </a:spcBef>
                <a:spcAft>
                  <a:spcPts val="0"/>
                </a:spcAft>
              </a:pPr>
              <a:r>
                <a:rPr lang="en-IN" sz="2276" b="1" dirty="0">
                  <a:solidFill>
                    <a:prstClr val="white"/>
                  </a:solidFill>
                  <a:latin typeface="Arial" panose="020B0604020202020204" pitchFamily="34" charset="0"/>
                  <a:cs typeface="Arial" panose="020B0604020202020204" pitchFamily="34" charset="0"/>
                </a:rPr>
                <a:t>A</a:t>
              </a:r>
            </a:p>
          </p:txBody>
        </p:sp>
        <p:sp>
          <p:nvSpPr>
            <p:cNvPr id="107" name="TextBox 106">
              <a:extLst>
                <a:ext uri="{FF2B5EF4-FFF2-40B4-BE49-F238E27FC236}">
                  <a16:creationId xmlns:a16="http://schemas.microsoft.com/office/drawing/2014/main" id="{C7D5095E-E88D-4A98-97BB-07CC9716F740}"/>
                </a:ext>
              </a:extLst>
            </p:cNvPr>
            <p:cNvSpPr txBox="1"/>
            <p:nvPr/>
          </p:nvSpPr>
          <p:spPr>
            <a:xfrm>
              <a:off x="5851040" y="4158942"/>
              <a:ext cx="485609" cy="544544"/>
            </a:xfrm>
            <a:prstGeom prst="rect">
              <a:avLst/>
            </a:prstGeom>
            <a:noFill/>
          </p:spPr>
          <p:txBody>
            <a:bodyPr wrap="none" rtlCol="0">
              <a:spAutoFit/>
            </a:bodyPr>
            <a:lstStyle/>
            <a:p>
              <a:pPr algn="ctr" defTabSz="990671" fontAlgn="auto">
                <a:spcBef>
                  <a:spcPts val="0"/>
                </a:spcBef>
                <a:spcAft>
                  <a:spcPts val="0"/>
                </a:spcAft>
              </a:pPr>
              <a:r>
                <a:rPr lang="en-IN" sz="2276" b="1" dirty="0">
                  <a:solidFill>
                    <a:prstClr val="white"/>
                  </a:solidFill>
                  <a:latin typeface="Arial" panose="020B0604020202020204" pitchFamily="34" charset="0"/>
                  <a:cs typeface="Arial" panose="020B0604020202020204" pitchFamily="34" charset="0"/>
                </a:rPr>
                <a:t>B</a:t>
              </a:r>
            </a:p>
          </p:txBody>
        </p:sp>
        <p:sp>
          <p:nvSpPr>
            <p:cNvPr id="108" name="TextBox 107">
              <a:extLst>
                <a:ext uri="{FF2B5EF4-FFF2-40B4-BE49-F238E27FC236}">
                  <a16:creationId xmlns:a16="http://schemas.microsoft.com/office/drawing/2014/main" id="{39ACAF30-177D-46DF-8D62-693D56BDBFD9}"/>
                </a:ext>
              </a:extLst>
            </p:cNvPr>
            <p:cNvSpPr txBox="1"/>
            <p:nvPr/>
          </p:nvSpPr>
          <p:spPr>
            <a:xfrm>
              <a:off x="5851040" y="5225742"/>
              <a:ext cx="485609" cy="544544"/>
            </a:xfrm>
            <a:prstGeom prst="rect">
              <a:avLst/>
            </a:prstGeom>
            <a:noFill/>
          </p:spPr>
          <p:txBody>
            <a:bodyPr wrap="none" rtlCol="0">
              <a:spAutoFit/>
            </a:bodyPr>
            <a:lstStyle/>
            <a:p>
              <a:pPr algn="ctr" defTabSz="990671" fontAlgn="auto">
                <a:spcBef>
                  <a:spcPts val="0"/>
                </a:spcBef>
                <a:spcAft>
                  <a:spcPts val="0"/>
                </a:spcAft>
              </a:pPr>
              <a:r>
                <a:rPr lang="en-IN" sz="2276" b="1" dirty="0">
                  <a:solidFill>
                    <a:prstClr val="white"/>
                  </a:solidFill>
                  <a:latin typeface="Arial" panose="020B0604020202020204" pitchFamily="34" charset="0"/>
                  <a:cs typeface="Arial" panose="020B0604020202020204" pitchFamily="34" charset="0"/>
                </a:rPr>
                <a:t>C</a:t>
              </a:r>
            </a:p>
          </p:txBody>
        </p:sp>
        <p:sp>
          <p:nvSpPr>
            <p:cNvPr id="109" name="Oval 108">
              <a:extLst>
                <a:ext uri="{FF2B5EF4-FFF2-40B4-BE49-F238E27FC236}">
                  <a16:creationId xmlns:a16="http://schemas.microsoft.com/office/drawing/2014/main" id="{9FA23243-9DB1-47CE-B94C-A22E62A5069D}"/>
                </a:ext>
              </a:extLst>
            </p:cNvPr>
            <p:cNvSpPr/>
            <p:nvPr/>
          </p:nvSpPr>
          <p:spPr>
            <a:xfrm>
              <a:off x="4294142" y="2896237"/>
              <a:ext cx="183382" cy="183382"/>
            </a:xfrm>
            <a:prstGeom prst="ellipse">
              <a:avLst/>
            </a:prstGeom>
            <a:solidFill>
              <a:schemeClr val="bg1"/>
            </a:solidFill>
            <a:ln w="762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Calibri"/>
              </a:endParaRPr>
            </a:p>
          </p:txBody>
        </p:sp>
        <p:sp>
          <p:nvSpPr>
            <p:cNvPr id="110" name="Oval 109">
              <a:extLst>
                <a:ext uri="{FF2B5EF4-FFF2-40B4-BE49-F238E27FC236}">
                  <a16:creationId xmlns:a16="http://schemas.microsoft.com/office/drawing/2014/main" id="{759B9D5D-EA70-40B4-9E84-50EE43C32F5C}"/>
                </a:ext>
              </a:extLst>
            </p:cNvPr>
            <p:cNvSpPr/>
            <p:nvPr/>
          </p:nvSpPr>
          <p:spPr>
            <a:xfrm>
              <a:off x="7188344" y="4168706"/>
              <a:ext cx="183382" cy="183382"/>
            </a:xfrm>
            <a:prstGeom prst="ellipse">
              <a:avLst/>
            </a:prstGeom>
            <a:solidFill>
              <a:schemeClr val="bg1"/>
            </a:solidFill>
            <a:ln w="762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Calibri"/>
              </a:endParaRPr>
            </a:p>
          </p:txBody>
        </p:sp>
        <p:sp>
          <p:nvSpPr>
            <p:cNvPr id="111" name="Oval 110">
              <a:extLst>
                <a:ext uri="{FF2B5EF4-FFF2-40B4-BE49-F238E27FC236}">
                  <a16:creationId xmlns:a16="http://schemas.microsoft.com/office/drawing/2014/main" id="{804A96A7-99D2-42C5-A8CA-12B66F614BF6}"/>
                </a:ext>
              </a:extLst>
            </p:cNvPr>
            <p:cNvSpPr/>
            <p:nvPr/>
          </p:nvSpPr>
          <p:spPr>
            <a:xfrm>
              <a:off x="5346056" y="5355703"/>
              <a:ext cx="183382" cy="183382"/>
            </a:xfrm>
            <a:prstGeom prst="ellipse">
              <a:avLst/>
            </a:prstGeom>
            <a:solidFill>
              <a:schemeClr val="bg1"/>
            </a:solidFill>
            <a:ln w="762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Calibri"/>
              </a:endParaRPr>
            </a:p>
          </p:txBody>
        </p:sp>
      </p:grpSp>
    </p:spTree>
    <p:extLst>
      <p:ext uri="{BB962C8B-B14F-4D97-AF65-F5344CB8AC3E}">
        <p14:creationId xmlns:p14="http://schemas.microsoft.com/office/powerpoint/2010/main" val="190928103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Levels - Segmented Pyramid</a:t>
            </a:r>
          </a:p>
        </p:txBody>
      </p:sp>
      <p:sp>
        <p:nvSpPr>
          <p:cNvPr id="4" name="Oval 3"/>
          <p:cNvSpPr/>
          <p:nvPr/>
        </p:nvSpPr>
        <p:spPr>
          <a:xfrm>
            <a:off x="2445386" y="4340944"/>
            <a:ext cx="4335008" cy="1689059"/>
          </a:xfrm>
          <a:prstGeom prst="ellipse">
            <a:avLst/>
          </a:prstGeom>
          <a:gradFill flip="none" rotWithShape="1">
            <a:gsLst>
              <a:gs pos="0">
                <a:schemeClr val="tx1">
                  <a:alpha val="71000"/>
                </a:schemeClr>
              </a:gs>
              <a:gs pos="100000">
                <a:schemeClr val="tx1">
                  <a:lumMod val="65000"/>
                  <a:lumOff val="35000"/>
                  <a:alpha val="0"/>
                </a:schemeClr>
              </a:gs>
            </a:gsLst>
            <a:path path="shape">
              <a:fillToRect l="50000" t="50000" r="50000" b="50000"/>
            </a:path>
            <a:tileRect/>
          </a:gradFill>
          <a:ln w="25400" cap="flat" cmpd="sng" algn="ctr">
            <a:noFill/>
            <a:prstDash val="solid"/>
          </a:ln>
          <a:effectLst/>
        </p:spPr>
        <p:txBody>
          <a:bodyPr lIns="74311" tIns="37156" rIns="74311" bIns="37156" rtlCol="0" anchor="ctr"/>
          <a:lstStyle/>
          <a:p>
            <a:pPr algn="ctr" defTabSz="743101">
              <a:defRPr/>
            </a:pPr>
            <a:endParaRPr lang="en-US" sz="1544" kern="0">
              <a:solidFill>
                <a:sysClr val="window" lastClr="FFFFFF"/>
              </a:solidFill>
              <a:latin typeface="Calibri"/>
            </a:endParaRPr>
          </a:p>
        </p:txBody>
      </p:sp>
      <p:grpSp>
        <p:nvGrpSpPr>
          <p:cNvPr id="5" name="Group 4"/>
          <p:cNvGrpSpPr/>
          <p:nvPr/>
        </p:nvGrpSpPr>
        <p:grpSpPr>
          <a:xfrm>
            <a:off x="2745388" y="3157332"/>
            <a:ext cx="3658827" cy="2589569"/>
            <a:chOff x="-171949" y="2966499"/>
            <a:chExt cx="4501999" cy="3186332"/>
          </a:xfrm>
        </p:grpSpPr>
        <p:sp>
          <p:nvSpPr>
            <p:cNvPr id="19" name="Trapezoid 16"/>
            <p:cNvSpPr/>
            <p:nvPr/>
          </p:nvSpPr>
          <p:spPr>
            <a:xfrm rot="16200000">
              <a:off x="2215176" y="2634860"/>
              <a:ext cx="1562020" cy="2667728"/>
            </a:xfrm>
            <a:custGeom>
              <a:avLst/>
              <a:gdLst>
                <a:gd name="connsiteX0" fmla="*/ 0 w 1382233"/>
                <a:gd name="connsiteY0" fmla="*/ 1275907 h 1275907"/>
                <a:gd name="connsiteX1" fmla="*/ 318977 w 1382233"/>
                <a:gd name="connsiteY1" fmla="*/ 0 h 1275907"/>
                <a:gd name="connsiteX2" fmla="*/ 1063256 w 1382233"/>
                <a:gd name="connsiteY2" fmla="*/ 0 h 1275907"/>
                <a:gd name="connsiteX3" fmla="*/ 1382233 w 1382233"/>
                <a:gd name="connsiteY3" fmla="*/ 1275907 h 1275907"/>
                <a:gd name="connsiteX4" fmla="*/ 0 w 1382233"/>
                <a:gd name="connsiteY4" fmla="*/ 1275907 h 1275907"/>
                <a:gd name="connsiteX0" fmla="*/ 0 w 1880997"/>
                <a:gd name="connsiteY0" fmla="*/ 2671258 h 2671258"/>
                <a:gd name="connsiteX1" fmla="*/ 817741 w 1880997"/>
                <a:gd name="connsiteY1" fmla="*/ 0 h 2671258"/>
                <a:gd name="connsiteX2" fmla="*/ 1562020 w 1880997"/>
                <a:gd name="connsiteY2" fmla="*/ 0 h 2671258"/>
                <a:gd name="connsiteX3" fmla="*/ 1880997 w 1880997"/>
                <a:gd name="connsiteY3" fmla="*/ 1275907 h 2671258"/>
                <a:gd name="connsiteX4" fmla="*/ 0 w 1880997"/>
                <a:gd name="connsiteY4" fmla="*/ 2671258 h 2671258"/>
                <a:gd name="connsiteX0" fmla="*/ 0 w 1562020"/>
                <a:gd name="connsiteY0" fmla="*/ 2671258 h 2671258"/>
                <a:gd name="connsiteX1" fmla="*/ 817741 w 1562020"/>
                <a:gd name="connsiteY1" fmla="*/ 0 h 2671258"/>
                <a:gd name="connsiteX2" fmla="*/ 1562020 w 1562020"/>
                <a:gd name="connsiteY2" fmla="*/ 0 h 2671258"/>
                <a:gd name="connsiteX3" fmla="*/ 1435670 w 1562020"/>
                <a:gd name="connsiteY3" fmla="*/ 1863738 h 2671258"/>
                <a:gd name="connsiteX4" fmla="*/ 0 w 1562020"/>
                <a:gd name="connsiteY4" fmla="*/ 2671258 h 2671258"/>
                <a:gd name="connsiteX0" fmla="*/ 0 w 1562020"/>
                <a:gd name="connsiteY0" fmla="*/ 2671258 h 2671258"/>
                <a:gd name="connsiteX1" fmla="*/ 835393 w 1562020"/>
                <a:gd name="connsiteY1" fmla="*/ 3530 h 2671258"/>
                <a:gd name="connsiteX2" fmla="*/ 1562020 w 1562020"/>
                <a:gd name="connsiteY2" fmla="*/ 0 h 2671258"/>
                <a:gd name="connsiteX3" fmla="*/ 1435670 w 1562020"/>
                <a:gd name="connsiteY3" fmla="*/ 1863738 h 2671258"/>
                <a:gd name="connsiteX4" fmla="*/ 0 w 1562020"/>
                <a:gd name="connsiteY4" fmla="*/ 2671258 h 2671258"/>
                <a:gd name="connsiteX0" fmla="*/ 0 w 1562020"/>
                <a:gd name="connsiteY0" fmla="*/ 2671258 h 2671258"/>
                <a:gd name="connsiteX1" fmla="*/ 793027 w 1562020"/>
                <a:gd name="connsiteY1" fmla="*/ 3530 h 2671258"/>
                <a:gd name="connsiteX2" fmla="*/ 1562020 w 1562020"/>
                <a:gd name="connsiteY2" fmla="*/ 0 h 2671258"/>
                <a:gd name="connsiteX3" fmla="*/ 1435670 w 1562020"/>
                <a:gd name="connsiteY3" fmla="*/ 1863738 h 2671258"/>
                <a:gd name="connsiteX4" fmla="*/ 0 w 1562020"/>
                <a:gd name="connsiteY4" fmla="*/ 2671258 h 2671258"/>
                <a:gd name="connsiteX0" fmla="*/ 0 w 1562020"/>
                <a:gd name="connsiteY0" fmla="*/ 2667728 h 2667728"/>
                <a:gd name="connsiteX1" fmla="*/ 793027 w 1562020"/>
                <a:gd name="connsiteY1" fmla="*/ 0 h 2667728"/>
                <a:gd name="connsiteX2" fmla="*/ 1562020 w 1562020"/>
                <a:gd name="connsiteY2" fmla="*/ 17653 h 2667728"/>
                <a:gd name="connsiteX3" fmla="*/ 1435670 w 1562020"/>
                <a:gd name="connsiteY3" fmla="*/ 1860208 h 2667728"/>
                <a:gd name="connsiteX4" fmla="*/ 0 w 1562020"/>
                <a:gd name="connsiteY4" fmla="*/ 2667728 h 2667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62020" h="2667728">
                  <a:moveTo>
                    <a:pt x="0" y="2667728"/>
                  </a:moveTo>
                  <a:lnTo>
                    <a:pt x="793027" y="0"/>
                  </a:lnTo>
                  <a:lnTo>
                    <a:pt x="1562020" y="17653"/>
                  </a:lnTo>
                  <a:lnTo>
                    <a:pt x="1435670" y="1860208"/>
                  </a:lnTo>
                  <a:lnTo>
                    <a:pt x="0" y="2667728"/>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44"/>
            </a:p>
          </p:txBody>
        </p:sp>
        <p:sp>
          <p:nvSpPr>
            <p:cNvPr id="20" name="Trapezoid 9"/>
            <p:cNvSpPr/>
            <p:nvPr/>
          </p:nvSpPr>
          <p:spPr>
            <a:xfrm rot="5400000">
              <a:off x="-28726" y="3167900"/>
              <a:ext cx="1561090" cy="1843449"/>
            </a:xfrm>
            <a:custGeom>
              <a:avLst/>
              <a:gdLst>
                <a:gd name="connsiteX0" fmla="*/ 0 w 804541"/>
                <a:gd name="connsiteY0" fmla="*/ 1499191 h 1499191"/>
                <a:gd name="connsiteX1" fmla="*/ 340305 w 804541"/>
                <a:gd name="connsiteY1" fmla="*/ 0 h 1499191"/>
                <a:gd name="connsiteX2" fmla="*/ 464236 w 804541"/>
                <a:gd name="connsiteY2" fmla="*/ 0 h 1499191"/>
                <a:gd name="connsiteX3" fmla="*/ 804541 w 804541"/>
                <a:gd name="connsiteY3" fmla="*/ 1499191 h 1499191"/>
                <a:gd name="connsiteX4" fmla="*/ 0 w 804541"/>
                <a:gd name="connsiteY4" fmla="*/ 1499191 h 1499191"/>
                <a:gd name="connsiteX0" fmla="*/ 0 w 783276"/>
                <a:gd name="connsiteY0" fmla="*/ 1010094 h 1499191"/>
                <a:gd name="connsiteX1" fmla="*/ 319040 w 783276"/>
                <a:gd name="connsiteY1" fmla="*/ 0 h 1499191"/>
                <a:gd name="connsiteX2" fmla="*/ 442971 w 783276"/>
                <a:gd name="connsiteY2" fmla="*/ 0 h 1499191"/>
                <a:gd name="connsiteX3" fmla="*/ 783276 w 783276"/>
                <a:gd name="connsiteY3" fmla="*/ 1499191 h 1499191"/>
                <a:gd name="connsiteX4" fmla="*/ 0 w 783276"/>
                <a:gd name="connsiteY4" fmla="*/ 1010094 h 1499191"/>
                <a:gd name="connsiteX0" fmla="*/ 0 w 1421232"/>
                <a:gd name="connsiteY0" fmla="*/ 1010094 h 1892596"/>
                <a:gd name="connsiteX1" fmla="*/ 319040 w 1421232"/>
                <a:gd name="connsiteY1" fmla="*/ 0 h 1892596"/>
                <a:gd name="connsiteX2" fmla="*/ 442971 w 1421232"/>
                <a:gd name="connsiteY2" fmla="*/ 0 h 1892596"/>
                <a:gd name="connsiteX3" fmla="*/ 1421232 w 1421232"/>
                <a:gd name="connsiteY3" fmla="*/ 1892596 h 1892596"/>
                <a:gd name="connsiteX4" fmla="*/ 0 w 1421232"/>
                <a:gd name="connsiteY4" fmla="*/ 1010094 h 1892596"/>
                <a:gd name="connsiteX0" fmla="*/ 0 w 1421232"/>
                <a:gd name="connsiteY0" fmla="*/ 1031359 h 1913861"/>
                <a:gd name="connsiteX1" fmla="*/ 319040 w 1421232"/>
                <a:gd name="connsiteY1" fmla="*/ 21265 h 1913861"/>
                <a:gd name="connsiteX2" fmla="*/ 496134 w 1421232"/>
                <a:gd name="connsiteY2" fmla="*/ 0 h 1913861"/>
                <a:gd name="connsiteX3" fmla="*/ 1421232 w 1421232"/>
                <a:gd name="connsiteY3" fmla="*/ 1913861 h 1913861"/>
                <a:gd name="connsiteX4" fmla="*/ 0 w 1421232"/>
                <a:gd name="connsiteY4" fmla="*/ 1031359 h 1913861"/>
                <a:gd name="connsiteX0" fmla="*/ 0 w 1421232"/>
                <a:gd name="connsiteY0" fmla="*/ 1095155 h 1977657"/>
                <a:gd name="connsiteX1" fmla="*/ 319040 w 1421232"/>
                <a:gd name="connsiteY1" fmla="*/ 85061 h 1977657"/>
                <a:gd name="connsiteX2" fmla="*/ 506769 w 1421232"/>
                <a:gd name="connsiteY2" fmla="*/ 0 h 1977657"/>
                <a:gd name="connsiteX3" fmla="*/ 1421232 w 1421232"/>
                <a:gd name="connsiteY3" fmla="*/ 1977657 h 1977657"/>
                <a:gd name="connsiteX4" fmla="*/ 0 w 1421232"/>
                <a:gd name="connsiteY4" fmla="*/ 1095155 h 1977657"/>
                <a:gd name="connsiteX0" fmla="*/ 0 w 1421232"/>
                <a:gd name="connsiteY0" fmla="*/ 1107890 h 1990392"/>
                <a:gd name="connsiteX1" fmla="*/ 372203 w 1421232"/>
                <a:gd name="connsiteY1" fmla="*/ 0 h 1990392"/>
                <a:gd name="connsiteX2" fmla="*/ 506769 w 1421232"/>
                <a:gd name="connsiteY2" fmla="*/ 12735 h 1990392"/>
                <a:gd name="connsiteX3" fmla="*/ 1421232 w 1421232"/>
                <a:gd name="connsiteY3" fmla="*/ 1990392 h 1990392"/>
                <a:gd name="connsiteX4" fmla="*/ 0 w 1421232"/>
                <a:gd name="connsiteY4" fmla="*/ 1107890 h 1990392"/>
                <a:gd name="connsiteX0" fmla="*/ 0 w 1421232"/>
                <a:gd name="connsiteY0" fmla="*/ 1107891 h 1990393"/>
                <a:gd name="connsiteX1" fmla="*/ 382838 w 1421232"/>
                <a:gd name="connsiteY1" fmla="*/ 0 h 1990393"/>
                <a:gd name="connsiteX2" fmla="*/ 506769 w 1421232"/>
                <a:gd name="connsiteY2" fmla="*/ 12736 h 1990393"/>
                <a:gd name="connsiteX3" fmla="*/ 1421232 w 1421232"/>
                <a:gd name="connsiteY3" fmla="*/ 1990393 h 1990393"/>
                <a:gd name="connsiteX4" fmla="*/ 0 w 1421232"/>
                <a:gd name="connsiteY4" fmla="*/ 1107891 h 1990393"/>
                <a:gd name="connsiteX0" fmla="*/ 0 w 1421232"/>
                <a:gd name="connsiteY0" fmla="*/ 1095155 h 1977657"/>
                <a:gd name="connsiteX1" fmla="*/ 340308 w 1421232"/>
                <a:gd name="connsiteY1" fmla="*/ 41595 h 1977657"/>
                <a:gd name="connsiteX2" fmla="*/ 506769 w 1421232"/>
                <a:gd name="connsiteY2" fmla="*/ 0 h 1977657"/>
                <a:gd name="connsiteX3" fmla="*/ 1421232 w 1421232"/>
                <a:gd name="connsiteY3" fmla="*/ 1977657 h 1977657"/>
                <a:gd name="connsiteX4" fmla="*/ 0 w 1421232"/>
                <a:gd name="connsiteY4" fmla="*/ 1095155 h 1977657"/>
                <a:gd name="connsiteX0" fmla="*/ 0 w 1421232"/>
                <a:gd name="connsiteY0" fmla="*/ 1127754 h 2010256"/>
                <a:gd name="connsiteX1" fmla="*/ 340308 w 1421232"/>
                <a:gd name="connsiteY1" fmla="*/ 74194 h 2010256"/>
                <a:gd name="connsiteX2" fmla="*/ 485503 w 1421232"/>
                <a:gd name="connsiteY2" fmla="*/ 0 h 2010256"/>
                <a:gd name="connsiteX3" fmla="*/ 1421232 w 1421232"/>
                <a:gd name="connsiteY3" fmla="*/ 2010256 h 2010256"/>
                <a:gd name="connsiteX4" fmla="*/ 0 w 1421232"/>
                <a:gd name="connsiteY4" fmla="*/ 1127754 h 2010256"/>
                <a:gd name="connsiteX0" fmla="*/ 0 w 1421232"/>
                <a:gd name="connsiteY0" fmla="*/ 1127754 h 2010256"/>
                <a:gd name="connsiteX1" fmla="*/ 347623 w 1421232"/>
                <a:gd name="connsiteY1" fmla="*/ 21862 h 2010256"/>
                <a:gd name="connsiteX2" fmla="*/ 485503 w 1421232"/>
                <a:gd name="connsiteY2" fmla="*/ 0 h 2010256"/>
                <a:gd name="connsiteX3" fmla="*/ 1421232 w 1421232"/>
                <a:gd name="connsiteY3" fmla="*/ 2010256 h 2010256"/>
                <a:gd name="connsiteX4" fmla="*/ 0 w 1421232"/>
                <a:gd name="connsiteY4" fmla="*/ 1127754 h 2010256"/>
                <a:gd name="connsiteX0" fmla="*/ 0 w 1413922"/>
                <a:gd name="connsiteY0" fmla="*/ 1081716 h 2010256"/>
                <a:gd name="connsiteX1" fmla="*/ 340313 w 1413922"/>
                <a:gd name="connsiteY1" fmla="*/ 21862 h 2010256"/>
                <a:gd name="connsiteX2" fmla="*/ 478193 w 1413922"/>
                <a:gd name="connsiteY2" fmla="*/ 0 h 2010256"/>
                <a:gd name="connsiteX3" fmla="*/ 1413922 w 1413922"/>
                <a:gd name="connsiteY3" fmla="*/ 2010256 h 2010256"/>
                <a:gd name="connsiteX4" fmla="*/ 0 w 1413922"/>
                <a:gd name="connsiteY4" fmla="*/ 1081716 h 2010256"/>
                <a:gd name="connsiteX0" fmla="*/ 0 w 1479164"/>
                <a:gd name="connsiteY0" fmla="*/ 1081716 h 2010255"/>
                <a:gd name="connsiteX1" fmla="*/ 340313 w 1479164"/>
                <a:gd name="connsiteY1" fmla="*/ 21862 h 2010255"/>
                <a:gd name="connsiteX2" fmla="*/ 478193 w 1479164"/>
                <a:gd name="connsiteY2" fmla="*/ 0 h 2010255"/>
                <a:gd name="connsiteX3" fmla="*/ 1479164 w 1479164"/>
                <a:gd name="connsiteY3" fmla="*/ 2010255 h 2010255"/>
                <a:gd name="connsiteX4" fmla="*/ 0 w 1479164"/>
                <a:gd name="connsiteY4" fmla="*/ 1081716 h 2010255"/>
                <a:gd name="connsiteX0" fmla="*/ 0 w 1479164"/>
                <a:gd name="connsiteY0" fmla="*/ 1059854 h 1988393"/>
                <a:gd name="connsiteX1" fmla="*/ 340313 w 1479164"/>
                <a:gd name="connsiteY1" fmla="*/ 0 h 1988393"/>
                <a:gd name="connsiteX2" fmla="*/ 517152 w 1479164"/>
                <a:gd name="connsiteY2" fmla="*/ 50865 h 1988393"/>
                <a:gd name="connsiteX3" fmla="*/ 1479164 w 1479164"/>
                <a:gd name="connsiteY3" fmla="*/ 1988393 h 1988393"/>
                <a:gd name="connsiteX4" fmla="*/ 0 w 1479164"/>
                <a:gd name="connsiteY4" fmla="*/ 1059854 h 1988393"/>
                <a:gd name="connsiteX0" fmla="*/ 0 w 1479164"/>
                <a:gd name="connsiteY0" fmla="*/ 1008989 h 1937528"/>
                <a:gd name="connsiteX1" fmla="*/ 340315 w 1479164"/>
                <a:gd name="connsiteY1" fmla="*/ 3680 h 1937528"/>
                <a:gd name="connsiteX2" fmla="*/ 517152 w 1479164"/>
                <a:gd name="connsiteY2" fmla="*/ 0 h 1937528"/>
                <a:gd name="connsiteX3" fmla="*/ 1479164 w 1479164"/>
                <a:gd name="connsiteY3" fmla="*/ 1937528 h 1937528"/>
                <a:gd name="connsiteX4" fmla="*/ 0 w 1479164"/>
                <a:gd name="connsiteY4" fmla="*/ 1008989 h 1937528"/>
                <a:gd name="connsiteX0" fmla="*/ 0 w 1479164"/>
                <a:gd name="connsiteY0" fmla="*/ 1008989 h 1937528"/>
                <a:gd name="connsiteX1" fmla="*/ 340315 w 1479164"/>
                <a:gd name="connsiteY1" fmla="*/ 17317 h 1937528"/>
                <a:gd name="connsiteX2" fmla="*/ 517152 w 1479164"/>
                <a:gd name="connsiteY2" fmla="*/ 0 h 1937528"/>
                <a:gd name="connsiteX3" fmla="*/ 1479164 w 1479164"/>
                <a:gd name="connsiteY3" fmla="*/ 1937528 h 1937528"/>
                <a:gd name="connsiteX4" fmla="*/ 0 w 1479164"/>
                <a:gd name="connsiteY4" fmla="*/ 1008989 h 1937528"/>
                <a:gd name="connsiteX0" fmla="*/ 0 w 1479164"/>
                <a:gd name="connsiteY0" fmla="*/ 999898 h 1928437"/>
                <a:gd name="connsiteX1" fmla="*/ 340315 w 1479164"/>
                <a:gd name="connsiteY1" fmla="*/ 8226 h 1928437"/>
                <a:gd name="connsiteX2" fmla="*/ 525809 w 1479164"/>
                <a:gd name="connsiteY2" fmla="*/ 0 h 1928437"/>
                <a:gd name="connsiteX3" fmla="*/ 1479164 w 1479164"/>
                <a:gd name="connsiteY3" fmla="*/ 1928437 h 1928437"/>
                <a:gd name="connsiteX4" fmla="*/ 0 w 1479164"/>
                <a:gd name="connsiteY4" fmla="*/ 999898 h 1928437"/>
                <a:gd name="connsiteX0" fmla="*/ 0 w 1479164"/>
                <a:gd name="connsiteY0" fmla="*/ 999898 h 1928437"/>
                <a:gd name="connsiteX1" fmla="*/ 340317 w 1479164"/>
                <a:gd name="connsiteY1" fmla="*/ 1789 h 1928437"/>
                <a:gd name="connsiteX2" fmla="*/ 525809 w 1479164"/>
                <a:gd name="connsiteY2" fmla="*/ 0 h 1928437"/>
                <a:gd name="connsiteX3" fmla="*/ 1479164 w 1479164"/>
                <a:gd name="connsiteY3" fmla="*/ 1928437 h 1928437"/>
                <a:gd name="connsiteX4" fmla="*/ 0 w 1479164"/>
                <a:gd name="connsiteY4" fmla="*/ 999898 h 1928437"/>
                <a:gd name="connsiteX0" fmla="*/ 0 w 1556031"/>
                <a:gd name="connsiteY0" fmla="*/ 957165 h 1928437"/>
                <a:gd name="connsiteX1" fmla="*/ 417184 w 1556031"/>
                <a:gd name="connsiteY1" fmla="*/ 1789 h 1928437"/>
                <a:gd name="connsiteX2" fmla="*/ 602676 w 1556031"/>
                <a:gd name="connsiteY2" fmla="*/ 0 h 1928437"/>
                <a:gd name="connsiteX3" fmla="*/ 1556031 w 1556031"/>
                <a:gd name="connsiteY3" fmla="*/ 1928437 h 1928437"/>
                <a:gd name="connsiteX4" fmla="*/ 0 w 1556031"/>
                <a:gd name="connsiteY4" fmla="*/ 957165 h 1928437"/>
                <a:gd name="connsiteX0" fmla="*/ 0 w 1559316"/>
                <a:gd name="connsiteY0" fmla="*/ 960615 h 1928437"/>
                <a:gd name="connsiteX1" fmla="*/ 420469 w 1559316"/>
                <a:gd name="connsiteY1" fmla="*/ 1789 h 1928437"/>
                <a:gd name="connsiteX2" fmla="*/ 605961 w 1559316"/>
                <a:gd name="connsiteY2" fmla="*/ 0 h 1928437"/>
                <a:gd name="connsiteX3" fmla="*/ 1559316 w 1559316"/>
                <a:gd name="connsiteY3" fmla="*/ 1928437 h 1928437"/>
                <a:gd name="connsiteX4" fmla="*/ 0 w 1559316"/>
                <a:gd name="connsiteY4" fmla="*/ 960615 h 1928437"/>
                <a:gd name="connsiteX0" fmla="*/ 0 w 1559316"/>
                <a:gd name="connsiteY0" fmla="*/ 965726 h 1933548"/>
                <a:gd name="connsiteX1" fmla="*/ 282479 w 1559316"/>
                <a:gd name="connsiteY1" fmla="*/ 0 h 1933548"/>
                <a:gd name="connsiteX2" fmla="*/ 605961 w 1559316"/>
                <a:gd name="connsiteY2" fmla="*/ 5111 h 1933548"/>
                <a:gd name="connsiteX3" fmla="*/ 1559316 w 1559316"/>
                <a:gd name="connsiteY3" fmla="*/ 1933548 h 1933548"/>
                <a:gd name="connsiteX4" fmla="*/ 0 w 1559316"/>
                <a:gd name="connsiteY4" fmla="*/ 965726 h 1933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9316" h="1933548">
                  <a:moveTo>
                    <a:pt x="0" y="965726"/>
                  </a:moveTo>
                  <a:lnTo>
                    <a:pt x="282479" y="0"/>
                  </a:lnTo>
                  <a:lnTo>
                    <a:pt x="605961" y="5111"/>
                  </a:lnTo>
                  <a:lnTo>
                    <a:pt x="1559316" y="1933548"/>
                  </a:lnTo>
                  <a:lnTo>
                    <a:pt x="0" y="965726"/>
                  </a:lnTo>
                  <a:close/>
                </a:path>
              </a:pathLst>
            </a:cu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44" dirty="0"/>
            </a:p>
          </p:txBody>
        </p:sp>
        <p:grpSp>
          <p:nvGrpSpPr>
            <p:cNvPr id="21" name="Group 20"/>
            <p:cNvGrpSpPr/>
            <p:nvPr/>
          </p:nvGrpSpPr>
          <p:grpSpPr>
            <a:xfrm>
              <a:off x="-171949" y="3877653"/>
              <a:ext cx="4255577" cy="2275178"/>
              <a:chOff x="3203306" y="3737199"/>
              <a:chExt cx="4255577" cy="2275178"/>
            </a:xfrm>
          </p:grpSpPr>
          <p:sp>
            <p:nvSpPr>
              <p:cNvPr id="24" name="Isosceles Triangle 3"/>
              <p:cNvSpPr/>
              <p:nvPr/>
            </p:nvSpPr>
            <p:spPr>
              <a:xfrm rot="18900558">
                <a:off x="5159792" y="3983116"/>
                <a:ext cx="2299091" cy="1680060"/>
              </a:xfrm>
              <a:custGeom>
                <a:avLst/>
                <a:gdLst>
                  <a:gd name="connsiteX0" fmla="*/ 0 w 2299091"/>
                  <a:gd name="connsiteY0" fmla="*/ 1748529 h 1748529"/>
                  <a:gd name="connsiteX1" fmla="*/ 1362763 w 2299091"/>
                  <a:gd name="connsiteY1" fmla="*/ 0 h 1748529"/>
                  <a:gd name="connsiteX2" fmla="*/ 2299091 w 2299091"/>
                  <a:gd name="connsiteY2" fmla="*/ 1748529 h 1748529"/>
                  <a:gd name="connsiteX3" fmla="*/ 0 w 2299091"/>
                  <a:gd name="connsiteY3" fmla="*/ 1748529 h 1748529"/>
                  <a:gd name="connsiteX0" fmla="*/ 0 w 2299091"/>
                  <a:gd name="connsiteY0" fmla="*/ 1675392 h 1675392"/>
                  <a:gd name="connsiteX1" fmla="*/ 1394957 w 2299091"/>
                  <a:gd name="connsiteY1" fmla="*/ 0 h 1675392"/>
                  <a:gd name="connsiteX2" fmla="*/ 2299091 w 2299091"/>
                  <a:gd name="connsiteY2" fmla="*/ 1675392 h 1675392"/>
                  <a:gd name="connsiteX3" fmla="*/ 0 w 2299091"/>
                  <a:gd name="connsiteY3" fmla="*/ 1675392 h 1675392"/>
                  <a:gd name="connsiteX0" fmla="*/ 0 w 2299091"/>
                  <a:gd name="connsiteY0" fmla="*/ 1678318 h 1678318"/>
                  <a:gd name="connsiteX1" fmla="*/ 1397882 w 2299091"/>
                  <a:gd name="connsiteY1" fmla="*/ 0 h 1678318"/>
                  <a:gd name="connsiteX2" fmla="*/ 2299091 w 2299091"/>
                  <a:gd name="connsiteY2" fmla="*/ 1678318 h 1678318"/>
                  <a:gd name="connsiteX3" fmla="*/ 0 w 2299091"/>
                  <a:gd name="connsiteY3" fmla="*/ 1678318 h 1678318"/>
                  <a:gd name="connsiteX0" fmla="*/ 0 w 2299091"/>
                  <a:gd name="connsiteY0" fmla="*/ 1680060 h 1680060"/>
                  <a:gd name="connsiteX1" fmla="*/ 1396139 w 2299091"/>
                  <a:gd name="connsiteY1" fmla="*/ 0 h 1680060"/>
                  <a:gd name="connsiteX2" fmla="*/ 2299091 w 2299091"/>
                  <a:gd name="connsiteY2" fmla="*/ 1680060 h 1680060"/>
                  <a:gd name="connsiteX3" fmla="*/ 0 w 2299091"/>
                  <a:gd name="connsiteY3" fmla="*/ 1680060 h 1680060"/>
                </a:gdLst>
                <a:ahLst/>
                <a:cxnLst>
                  <a:cxn ang="0">
                    <a:pos x="connsiteX0" y="connsiteY0"/>
                  </a:cxn>
                  <a:cxn ang="0">
                    <a:pos x="connsiteX1" y="connsiteY1"/>
                  </a:cxn>
                  <a:cxn ang="0">
                    <a:pos x="connsiteX2" y="connsiteY2"/>
                  </a:cxn>
                  <a:cxn ang="0">
                    <a:pos x="connsiteX3" y="connsiteY3"/>
                  </a:cxn>
                </a:cxnLst>
                <a:rect l="l" t="t" r="r" b="b"/>
                <a:pathLst>
                  <a:path w="2299091" h="1680060">
                    <a:moveTo>
                      <a:pt x="0" y="1680060"/>
                    </a:moveTo>
                    <a:lnTo>
                      <a:pt x="1396139" y="0"/>
                    </a:lnTo>
                    <a:lnTo>
                      <a:pt x="2299091" y="1680060"/>
                    </a:lnTo>
                    <a:lnTo>
                      <a:pt x="0" y="1680060"/>
                    </a:lnTo>
                    <a:close/>
                  </a:path>
                </a:pathLst>
              </a:custGeom>
              <a:solidFill>
                <a:schemeClr val="accent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544" dirty="0"/>
              </a:p>
            </p:txBody>
          </p:sp>
          <p:sp>
            <p:nvSpPr>
              <p:cNvPr id="25" name="Trapezoid 6"/>
              <p:cNvSpPr/>
              <p:nvPr/>
            </p:nvSpPr>
            <p:spPr>
              <a:xfrm rot="517395">
                <a:off x="3203306" y="3737199"/>
                <a:ext cx="3073772" cy="2275178"/>
              </a:xfrm>
              <a:custGeom>
                <a:avLst/>
                <a:gdLst>
                  <a:gd name="connsiteX0" fmla="*/ 0 w 3191570"/>
                  <a:gd name="connsiteY0" fmla="*/ 2135012 h 2135012"/>
                  <a:gd name="connsiteX1" fmla="*/ 568148 w 3191570"/>
                  <a:gd name="connsiteY1" fmla="*/ 0 h 2135012"/>
                  <a:gd name="connsiteX2" fmla="*/ 2623422 w 3191570"/>
                  <a:gd name="connsiteY2" fmla="*/ 0 h 2135012"/>
                  <a:gd name="connsiteX3" fmla="*/ 3191570 w 3191570"/>
                  <a:gd name="connsiteY3" fmla="*/ 2135012 h 2135012"/>
                  <a:gd name="connsiteX4" fmla="*/ 0 w 3191570"/>
                  <a:gd name="connsiteY4" fmla="*/ 2135012 h 2135012"/>
                  <a:gd name="connsiteX0" fmla="*/ 0 w 3048186"/>
                  <a:gd name="connsiteY0" fmla="*/ 1077982 h 2135012"/>
                  <a:gd name="connsiteX1" fmla="*/ 424764 w 3048186"/>
                  <a:gd name="connsiteY1" fmla="*/ 0 h 2135012"/>
                  <a:gd name="connsiteX2" fmla="*/ 2480038 w 3048186"/>
                  <a:gd name="connsiteY2" fmla="*/ 0 h 2135012"/>
                  <a:gd name="connsiteX3" fmla="*/ 3048186 w 3048186"/>
                  <a:gd name="connsiteY3" fmla="*/ 2135012 h 2135012"/>
                  <a:gd name="connsiteX4" fmla="*/ 0 w 3048186"/>
                  <a:gd name="connsiteY4" fmla="*/ 1077982 h 2135012"/>
                  <a:gd name="connsiteX0" fmla="*/ 0 w 3048186"/>
                  <a:gd name="connsiteY0" fmla="*/ 1278519 h 2335549"/>
                  <a:gd name="connsiteX1" fmla="*/ 1747125 w 3048186"/>
                  <a:gd name="connsiteY1" fmla="*/ 0 h 2335549"/>
                  <a:gd name="connsiteX2" fmla="*/ 2480038 w 3048186"/>
                  <a:gd name="connsiteY2" fmla="*/ 200537 h 2335549"/>
                  <a:gd name="connsiteX3" fmla="*/ 3048186 w 3048186"/>
                  <a:gd name="connsiteY3" fmla="*/ 2335549 h 2335549"/>
                  <a:gd name="connsiteX4" fmla="*/ 0 w 3048186"/>
                  <a:gd name="connsiteY4" fmla="*/ 1278519 h 2335549"/>
                  <a:gd name="connsiteX0" fmla="*/ 0 w 3073772"/>
                  <a:gd name="connsiteY0" fmla="*/ 1278519 h 2331669"/>
                  <a:gd name="connsiteX1" fmla="*/ 1747125 w 3073772"/>
                  <a:gd name="connsiteY1" fmla="*/ 0 h 2331669"/>
                  <a:gd name="connsiteX2" fmla="*/ 2480038 w 3073772"/>
                  <a:gd name="connsiteY2" fmla="*/ 200537 h 2331669"/>
                  <a:gd name="connsiteX3" fmla="*/ 3073772 w 3073772"/>
                  <a:gd name="connsiteY3" fmla="*/ 2331669 h 2331669"/>
                  <a:gd name="connsiteX4" fmla="*/ 0 w 3073772"/>
                  <a:gd name="connsiteY4" fmla="*/ 1278519 h 2331669"/>
                  <a:gd name="connsiteX0" fmla="*/ 0 w 3073772"/>
                  <a:gd name="connsiteY0" fmla="*/ 1278519 h 2331669"/>
                  <a:gd name="connsiteX1" fmla="*/ 1747125 w 3073772"/>
                  <a:gd name="connsiteY1" fmla="*/ 0 h 2331669"/>
                  <a:gd name="connsiteX2" fmla="*/ 2552683 w 3073772"/>
                  <a:gd name="connsiteY2" fmla="*/ 210445 h 2331669"/>
                  <a:gd name="connsiteX3" fmla="*/ 3073772 w 3073772"/>
                  <a:gd name="connsiteY3" fmla="*/ 2331669 h 2331669"/>
                  <a:gd name="connsiteX4" fmla="*/ 0 w 3073772"/>
                  <a:gd name="connsiteY4" fmla="*/ 1278519 h 2331669"/>
                  <a:gd name="connsiteX0" fmla="*/ 0 w 3073772"/>
                  <a:gd name="connsiteY0" fmla="*/ 1222028 h 2275178"/>
                  <a:gd name="connsiteX1" fmla="*/ 1663646 w 3073772"/>
                  <a:gd name="connsiteY1" fmla="*/ 0 h 2275178"/>
                  <a:gd name="connsiteX2" fmla="*/ 2552683 w 3073772"/>
                  <a:gd name="connsiteY2" fmla="*/ 153954 h 2275178"/>
                  <a:gd name="connsiteX3" fmla="*/ 3073772 w 3073772"/>
                  <a:gd name="connsiteY3" fmla="*/ 2275178 h 2275178"/>
                  <a:gd name="connsiteX4" fmla="*/ 0 w 3073772"/>
                  <a:gd name="connsiteY4" fmla="*/ 1222028 h 22751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73772" h="2275178">
                    <a:moveTo>
                      <a:pt x="0" y="1222028"/>
                    </a:moveTo>
                    <a:lnTo>
                      <a:pt x="1663646" y="0"/>
                    </a:lnTo>
                    <a:lnTo>
                      <a:pt x="2552683" y="153954"/>
                    </a:lnTo>
                    <a:lnTo>
                      <a:pt x="3073772" y="2275178"/>
                    </a:lnTo>
                    <a:lnTo>
                      <a:pt x="0" y="1222028"/>
                    </a:lnTo>
                    <a:close/>
                  </a:path>
                </a:pathLst>
              </a:custGeom>
              <a:solidFill>
                <a:schemeClr val="accent1">
                  <a:lumMod val="75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544"/>
              </a:p>
            </p:txBody>
          </p:sp>
        </p:grpSp>
        <p:sp>
          <p:nvSpPr>
            <p:cNvPr id="22" name="Diamond 2"/>
            <p:cNvSpPr/>
            <p:nvPr/>
          </p:nvSpPr>
          <p:spPr>
            <a:xfrm>
              <a:off x="742949" y="2966499"/>
              <a:ext cx="2794251" cy="883925"/>
            </a:xfrm>
            <a:custGeom>
              <a:avLst/>
              <a:gdLst>
                <a:gd name="connsiteX0" fmla="*/ 0 w 2550419"/>
                <a:gd name="connsiteY0" fmla="*/ 290946 h 581891"/>
                <a:gd name="connsiteX1" fmla="*/ 1275210 w 2550419"/>
                <a:gd name="connsiteY1" fmla="*/ 0 h 581891"/>
                <a:gd name="connsiteX2" fmla="*/ 2550419 w 2550419"/>
                <a:gd name="connsiteY2" fmla="*/ 290946 h 581891"/>
                <a:gd name="connsiteX3" fmla="*/ 1275210 w 2550419"/>
                <a:gd name="connsiteY3" fmla="*/ 581891 h 581891"/>
                <a:gd name="connsiteX4" fmla="*/ 0 w 2550419"/>
                <a:gd name="connsiteY4" fmla="*/ 290946 h 581891"/>
                <a:gd name="connsiteX0" fmla="*/ 0 w 2550419"/>
                <a:gd name="connsiteY0" fmla="*/ 290946 h 834374"/>
                <a:gd name="connsiteX1" fmla="*/ 1275210 w 2550419"/>
                <a:gd name="connsiteY1" fmla="*/ 0 h 834374"/>
                <a:gd name="connsiteX2" fmla="*/ 2550419 w 2550419"/>
                <a:gd name="connsiteY2" fmla="*/ 290946 h 834374"/>
                <a:gd name="connsiteX3" fmla="*/ 1595933 w 2550419"/>
                <a:gd name="connsiteY3" fmla="*/ 834374 h 834374"/>
                <a:gd name="connsiteX4" fmla="*/ 0 w 2550419"/>
                <a:gd name="connsiteY4" fmla="*/ 290946 h 834374"/>
                <a:gd name="connsiteX0" fmla="*/ 0 w 2550419"/>
                <a:gd name="connsiteY0" fmla="*/ 366009 h 909437"/>
                <a:gd name="connsiteX1" fmla="*/ 1077318 w 2550419"/>
                <a:gd name="connsiteY1" fmla="*/ 0 h 909437"/>
                <a:gd name="connsiteX2" fmla="*/ 2550419 w 2550419"/>
                <a:gd name="connsiteY2" fmla="*/ 366009 h 909437"/>
                <a:gd name="connsiteX3" fmla="*/ 1595933 w 2550419"/>
                <a:gd name="connsiteY3" fmla="*/ 909437 h 909437"/>
                <a:gd name="connsiteX4" fmla="*/ 0 w 2550419"/>
                <a:gd name="connsiteY4" fmla="*/ 366009 h 909437"/>
                <a:gd name="connsiteX0" fmla="*/ 0 w 2591362"/>
                <a:gd name="connsiteY0" fmla="*/ 366009 h 909437"/>
                <a:gd name="connsiteX1" fmla="*/ 1077318 w 2591362"/>
                <a:gd name="connsiteY1" fmla="*/ 0 h 909437"/>
                <a:gd name="connsiteX2" fmla="*/ 2591362 w 2591362"/>
                <a:gd name="connsiteY2" fmla="*/ 372833 h 909437"/>
                <a:gd name="connsiteX3" fmla="*/ 1595933 w 2591362"/>
                <a:gd name="connsiteY3" fmla="*/ 909437 h 909437"/>
                <a:gd name="connsiteX4" fmla="*/ 0 w 2591362"/>
                <a:gd name="connsiteY4" fmla="*/ 366009 h 909437"/>
                <a:gd name="connsiteX0" fmla="*/ 0 w 2598186"/>
                <a:gd name="connsiteY0" fmla="*/ 366009 h 909437"/>
                <a:gd name="connsiteX1" fmla="*/ 1077318 w 2598186"/>
                <a:gd name="connsiteY1" fmla="*/ 0 h 909437"/>
                <a:gd name="connsiteX2" fmla="*/ 2598186 w 2598186"/>
                <a:gd name="connsiteY2" fmla="*/ 379657 h 909437"/>
                <a:gd name="connsiteX3" fmla="*/ 1595933 w 2598186"/>
                <a:gd name="connsiteY3" fmla="*/ 909437 h 909437"/>
                <a:gd name="connsiteX4" fmla="*/ 0 w 2598186"/>
                <a:gd name="connsiteY4" fmla="*/ 366009 h 909437"/>
                <a:gd name="connsiteX0" fmla="*/ 0 w 2598186"/>
                <a:gd name="connsiteY0" fmla="*/ 362834 h 906262"/>
                <a:gd name="connsiteX1" fmla="*/ 1093193 w 2598186"/>
                <a:gd name="connsiteY1" fmla="*/ 0 h 906262"/>
                <a:gd name="connsiteX2" fmla="*/ 2598186 w 2598186"/>
                <a:gd name="connsiteY2" fmla="*/ 376482 h 906262"/>
                <a:gd name="connsiteX3" fmla="*/ 1595933 w 2598186"/>
                <a:gd name="connsiteY3" fmla="*/ 906262 h 906262"/>
                <a:gd name="connsiteX4" fmla="*/ 0 w 2598186"/>
                <a:gd name="connsiteY4" fmla="*/ 362834 h 906262"/>
                <a:gd name="connsiteX0" fmla="*/ 0 w 2607711"/>
                <a:gd name="connsiteY0" fmla="*/ 362834 h 906262"/>
                <a:gd name="connsiteX1" fmla="*/ 1102718 w 2607711"/>
                <a:gd name="connsiteY1" fmla="*/ 0 h 906262"/>
                <a:gd name="connsiteX2" fmla="*/ 2607711 w 2607711"/>
                <a:gd name="connsiteY2" fmla="*/ 376482 h 906262"/>
                <a:gd name="connsiteX3" fmla="*/ 1605458 w 2607711"/>
                <a:gd name="connsiteY3" fmla="*/ 906262 h 906262"/>
                <a:gd name="connsiteX4" fmla="*/ 0 w 2607711"/>
                <a:gd name="connsiteY4" fmla="*/ 362834 h 906262"/>
                <a:gd name="connsiteX0" fmla="*/ 0 w 2607711"/>
                <a:gd name="connsiteY0" fmla="*/ 356484 h 906262"/>
                <a:gd name="connsiteX1" fmla="*/ 1102718 w 2607711"/>
                <a:gd name="connsiteY1" fmla="*/ 0 h 906262"/>
                <a:gd name="connsiteX2" fmla="*/ 2607711 w 2607711"/>
                <a:gd name="connsiteY2" fmla="*/ 376482 h 906262"/>
                <a:gd name="connsiteX3" fmla="*/ 1605458 w 2607711"/>
                <a:gd name="connsiteY3" fmla="*/ 906262 h 906262"/>
                <a:gd name="connsiteX4" fmla="*/ 0 w 2607711"/>
                <a:gd name="connsiteY4" fmla="*/ 356484 h 906262"/>
                <a:gd name="connsiteX0" fmla="*/ 0 w 2560086"/>
                <a:gd name="connsiteY0" fmla="*/ 356484 h 906262"/>
                <a:gd name="connsiteX1" fmla="*/ 1102718 w 2560086"/>
                <a:gd name="connsiteY1" fmla="*/ 0 h 906262"/>
                <a:gd name="connsiteX2" fmla="*/ 2560086 w 2560086"/>
                <a:gd name="connsiteY2" fmla="*/ 363782 h 906262"/>
                <a:gd name="connsiteX3" fmla="*/ 1605458 w 2560086"/>
                <a:gd name="connsiteY3" fmla="*/ 906262 h 906262"/>
                <a:gd name="connsiteX4" fmla="*/ 0 w 2560086"/>
                <a:gd name="connsiteY4" fmla="*/ 356484 h 906262"/>
                <a:gd name="connsiteX0" fmla="*/ 0 w 2569611"/>
                <a:gd name="connsiteY0" fmla="*/ 356484 h 906262"/>
                <a:gd name="connsiteX1" fmla="*/ 1102718 w 2569611"/>
                <a:gd name="connsiteY1" fmla="*/ 0 h 906262"/>
                <a:gd name="connsiteX2" fmla="*/ 2569611 w 2569611"/>
                <a:gd name="connsiteY2" fmla="*/ 363782 h 906262"/>
                <a:gd name="connsiteX3" fmla="*/ 1605458 w 2569611"/>
                <a:gd name="connsiteY3" fmla="*/ 906262 h 906262"/>
                <a:gd name="connsiteX4" fmla="*/ 0 w 2569611"/>
                <a:gd name="connsiteY4" fmla="*/ 356484 h 9062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69611" h="906262">
                  <a:moveTo>
                    <a:pt x="0" y="356484"/>
                  </a:moveTo>
                  <a:lnTo>
                    <a:pt x="1102718" y="0"/>
                  </a:lnTo>
                  <a:lnTo>
                    <a:pt x="2569611" y="363782"/>
                  </a:lnTo>
                  <a:lnTo>
                    <a:pt x="1605458" y="906262"/>
                  </a:lnTo>
                  <a:lnTo>
                    <a:pt x="0" y="356484"/>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44"/>
            </a:p>
          </p:txBody>
        </p:sp>
        <p:sp>
          <p:nvSpPr>
            <p:cNvPr id="23" name="Trapezoid 8"/>
            <p:cNvSpPr/>
            <p:nvPr/>
          </p:nvSpPr>
          <p:spPr>
            <a:xfrm rot="19883105">
              <a:off x="2013124" y="3663389"/>
              <a:ext cx="2213449" cy="2325639"/>
            </a:xfrm>
            <a:custGeom>
              <a:avLst/>
              <a:gdLst>
                <a:gd name="connsiteX0" fmla="*/ 0 w 2356763"/>
                <a:gd name="connsiteY0" fmla="*/ 1996360 h 1996360"/>
                <a:gd name="connsiteX1" fmla="*/ 562974 w 2356763"/>
                <a:gd name="connsiteY1" fmla="*/ 0 h 1996360"/>
                <a:gd name="connsiteX2" fmla="*/ 1793789 w 2356763"/>
                <a:gd name="connsiteY2" fmla="*/ 0 h 1996360"/>
                <a:gd name="connsiteX3" fmla="*/ 2356763 w 2356763"/>
                <a:gd name="connsiteY3" fmla="*/ 1996360 h 1996360"/>
                <a:gd name="connsiteX4" fmla="*/ 0 w 2356763"/>
                <a:gd name="connsiteY4" fmla="*/ 1996360 h 1996360"/>
                <a:gd name="connsiteX0" fmla="*/ 0 w 2641801"/>
                <a:gd name="connsiteY0" fmla="*/ 2194615 h 2194615"/>
                <a:gd name="connsiteX1" fmla="*/ 848012 w 2641801"/>
                <a:gd name="connsiteY1" fmla="*/ 0 h 2194615"/>
                <a:gd name="connsiteX2" fmla="*/ 2078827 w 2641801"/>
                <a:gd name="connsiteY2" fmla="*/ 0 h 2194615"/>
                <a:gd name="connsiteX3" fmla="*/ 2641801 w 2641801"/>
                <a:gd name="connsiteY3" fmla="*/ 1996360 h 2194615"/>
                <a:gd name="connsiteX4" fmla="*/ 0 w 2641801"/>
                <a:gd name="connsiteY4" fmla="*/ 2194615 h 2194615"/>
                <a:gd name="connsiteX0" fmla="*/ 0 w 2347860"/>
                <a:gd name="connsiteY0" fmla="*/ 2194615 h 2194615"/>
                <a:gd name="connsiteX1" fmla="*/ 848012 w 2347860"/>
                <a:gd name="connsiteY1" fmla="*/ 0 h 2194615"/>
                <a:gd name="connsiteX2" fmla="*/ 2078827 w 2347860"/>
                <a:gd name="connsiteY2" fmla="*/ 0 h 2194615"/>
                <a:gd name="connsiteX3" fmla="*/ 2347860 w 2347860"/>
                <a:gd name="connsiteY3" fmla="*/ 1580506 h 2194615"/>
                <a:gd name="connsiteX4" fmla="*/ 0 w 2347860"/>
                <a:gd name="connsiteY4" fmla="*/ 2194615 h 2194615"/>
                <a:gd name="connsiteX0" fmla="*/ 0 w 2078827"/>
                <a:gd name="connsiteY0" fmla="*/ 2194615 h 2194615"/>
                <a:gd name="connsiteX1" fmla="*/ 848012 w 2078827"/>
                <a:gd name="connsiteY1" fmla="*/ 0 h 2194615"/>
                <a:gd name="connsiteX2" fmla="*/ 2078827 w 2078827"/>
                <a:gd name="connsiteY2" fmla="*/ 0 h 2194615"/>
                <a:gd name="connsiteX3" fmla="*/ 2073870 w 2078827"/>
                <a:gd name="connsiteY3" fmla="*/ 1362242 h 2194615"/>
                <a:gd name="connsiteX4" fmla="*/ 0 w 2078827"/>
                <a:gd name="connsiteY4" fmla="*/ 2194615 h 2194615"/>
                <a:gd name="connsiteX0" fmla="*/ 0 w 2106271"/>
                <a:gd name="connsiteY0" fmla="*/ 2194615 h 2194615"/>
                <a:gd name="connsiteX1" fmla="*/ 848012 w 2106271"/>
                <a:gd name="connsiteY1" fmla="*/ 0 h 2194615"/>
                <a:gd name="connsiteX2" fmla="*/ 2078827 w 2106271"/>
                <a:gd name="connsiteY2" fmla="*/ 0 h 2194615"/>
                <a:gd name="connsiteX3" fmla="*/ 2106207 w 2106271"/>
                <a:gd name="connsiteY3" fmla="*/ 1645203 h 2194615"/>
                <a:gd name="connsiteX4" fmla="*/ 0 w 2106271"/>
                <a:gd name="connsiteY4" fmla="*/ 2194615 h 2194615"/>
                <a:gd name="connsiteX0" fmla="*/ 0 w 2106960"/>
                <a:gd name="connsiteY0" fmla="*/ 2213892 h 2213892"/>
                <a:gd name="connsiteX1" fmla="*/ 848701 w 2106960"/>
                <a:gd name="connsiteY1" fmla="*/ 0 h 2213892"/>
                <a:gd name="connsiteX2" fmla="*/ 2079516 w 2106960"/>
                <a:gd name="connsiteY2" fmla="*/ 0 h 2213892"/>
                <a:gd name="connsiteX3" fmla="*/ 2106896 w 2106960"/>
                <a:gd name="connsiteY3" fmla="*/ 1645203 h 2213892"/>
                <a:gd name="connsiteX4" fmla="*/ 0 w 2106960"/>
                <a:gd name="connsiteY4" fmla="*/ 2213892 h 2213892"/>
                <a:gd name="connsiteX0" fmla="*/ 0 w 2194383"/>
                <a:gd name="connsiteY0" fmla="*/ 2283542 h 2283542"/>
                <a:gd name="connsiteX1" fmla="*/ 936124 w 2194383"/>
                <a:gd name="connsiteY1" fmla="*/ 0 h 2283542"/>
                <a:gd name="connsiteX2" fmla="*/ 2166939 w 2194383"/>
                <a:gd name="connsiteY2" fmla="*/ 0 h 2283542"/>
                <a:gd name="connsiteX3" fmla="*/ 2194319 w 2194383"/>
                <a:gd name="connsiteY3" fmla="*/ 1645203 h 2283542"/>
                <a:gd name="connsiteX4" fmla="*/ 0 w 2194383"/>
                <a:gd name="connsiteY4" fmla="*/ 2283542 h 2283542"/>
                <a:gd name="connsiteX0" fmla="*/ 0 w 2194383"/>
                <a:gd name="connsiteY0" fmla="*/ 2294169 h 2294169"/>
                <a:gd name="connsiteX1" fmla="*/ 916894 w 2194383"/>
                <a:gd name="connsiteY1" fmla="*/ 0 h 2294169"/>
                <a:gd name="connsiteX2" fmla="*/ 2166939 w 2194383"/>
                <a:gd name="connsiteY2" fmla="*/ 10627 h 2294169"/>
                <a:gd name="connsiteX3" fmla="*/ 2194319 w 2194383"/>
                <a:gd name="connsiteY3" fmla="*/ 1655830 h 2294169"/>
                <a:gd name="connsiteX4" fmla="*/ 0 w 2194383"/>
                <a:gd name="connsiteY4" fmla="*/ 2294169 h 2294169"/>
                <a:gd name="connsiteX0" fmla="*/ 0 w 2194383"/>
                <a:gd name="connsiteY0" fmla="*/ 2296602 h 2296602"/>
                <a:gd name="connsiteX1" fmla="*/ 912492 w 2194383"/>
                <a:gd name="connsiteY1" fmla="*/ 0 h 2296602"/>
                <a:gd name="connsiteX2" fmla="*/ 2166939 w 2194383"/>
                <a:gd name="connsiteY2" fmla="*/ 13060 h 2296602"/>
                <a:gd name="connsiteX3" fmla="*/ 2194319 w 2194383"/>
                <a:gd name="connsiteY3" fmla="*/ 1658263 h 2296602"/>
                <a:gd name="connsiteX4" fmla="*/ 0 w 2194383"/>
                <a:gd name="connsiteY4" fmla="*/ 2296602 h 2296602"/>
                <a:gd name="connsiteX0" fmla="*/ 0 w 2194383"/>
                <a:gd name="connsiteY0" fmla="*/ 2330185 h 2330185"/>
                <a:gd name="connsiteX1" fmla="*/ 1008175 w 2194383"/>
                <a:gd name="connsiteY1" fmla="*/ 0 h 2330185"/>
                <a:gd name="connsiteX2" fmla="*/ 2166939 w 2194383"/>
                <a:gd name="connsiteY2" fmla="*/ 46643 h 2330185"/>
                <a:gd name="connsiteX3" fmla="*/ 2194319 w 2194383"/>
                <a:gd name="connsiteY3" fmla="*/ 1691846 h 2330185"/>
                <a:gd name="connsiteX4" fmla="*/ 0 w 2194383"/>
                <a:gd name="connsiteY4" fmla="*/ 2330185 h 2330185"/>
                <a:gd name="connsiteX0" fmla="*/ 0 w 2209518"/>
                <a:gd name="connsiteY0" fmla="*/ 2351488 h 2351488"/>
                <a:gd name="connsiteX1" fmla="*/ 1023310 w 2209518"/>
                <a:gd name="connsiteY1" fmla="*/ 0 h 2351488"/>
                <a:gd name="connsiteX2" fmla="*/ 2182074 w 2209518"/>
                <a:gd name="connsiteY2" fmla="*/ 46643 h 2351488"/>
                <a:gd name="connsiteX3" fmla="*/ 2209454 w 2209518"/>
                <a:gd name="connsiteY3" fmla="*/ 1691846 h 2351488"/>
                <a:gd name="connsiteX4" fmla="*/ 0 w 2209518"/>
                <a:gd name="connsiteY4" fmla="*/ 2351488 h 23514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09518" h="2351488">
                  <a:moveTo>
                    <a:pt x="0" y="2351488"/>
                  </a:moveTo>
                  <a:lnTo>
                    <a:pt x="1023310" y="0"/>
                  </a:lnTo>
                  <a:lnTo>
                    <a:pt x="2182074" y="46643"/>
                  </a:lnTo>
                  <a:cubicBezTo>
                    <a:pt x="2180422" y="500724"/>
                    <a:pt x="2211106" y="1237765"/>
                    <a:pt x="2209454" y="1691846"/>
                  </a:cubicBezTo>
                  <a:lnTo>
                    <a:pt x="0" y="2351488"/>
                  </a:lnTo>
                  <a:close/>
                </a:path>
              </a:pathLst>
            </a:custGeom>
            <a:solidFill>
              <a:schemeClr val="bg1">
                <a:lumMod val="75000"/>
                <a:alpha val="5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544" dirty="0"/>
            </a:p>
          </p:txBody>
        </p:sp>
      </p:grpSp>
      <p:grpSp>
        <p:nvGrpSpPr>
          <p:cNvPr id="6" name="Group 5"/>
          <p:cNvGrpSpPr/>
          <p:nvPr/>
        </p:nvGrpSpPr>
        <p:grpSpPr>
          <a:xfrm>
            <a:off x="3604417" y="1452775"/>
            <a:ext cx="2091209" cy="2236548"/>
            <a:chOff x="1384667" y="-311306"/>
            <a:chExt cx="2573126" cy="2751958"/>
          </a:xfrm>
        </p:grpSpPr>
        <p:sp>
          <p:nvSpPr>
            <p:cNvPr id="15" name="Right Triangle 11"/>
            <p:cNvSpPr/>
            <p:nvPr/>
          </p:nvSpPr>
          <p:spPr>
            <a:xfrm>
              <a:off x="2490136" y="-311306"/>
              <a:ext cx="400532" cy="1950573"/>
            </a:xfrm>
            <a:custGeom>
              <a:avLst/>
              <a:gdLst>
                <a:gd name="connsiteX0" fmla="*/ 0 w 243109"/>
                <a:gd name="connsiteY0" fmla="*/ 1764263 h 1764263"/>
                <a:gd name="connsiteX1" fmla="*/ 0 w 243109"/>
                <a:gd name="connsiteY1" fmla="*/ 0 h 1764263"/>
                <a:gd name="connsiteX2" fmla="*/ 243109 w 243109"/>
                <a:gd name="connsiteY2" fmla="*/ 1764263 h 1764263"/>
                <a:gd name="connsiteX3" fmla="*/ 0 w 243109"/>
                <a:gd name="connsiteY3" fmla="*/ 1764263 h 1764263"/>
                <a:gd name="connsiteX0" fmla="*/ 0 w 393234"/>
                <a:gd name="connsiteY0" fmla="*/ 1818855 h 1818855"/>
                <a:gd name="connsiteX1" fmla="*/ 150125 w 393234"/>
                <a:gd name="connsiteY1" fmla="*/ 0 h 1818855"/>
                <a:gd name="connsiteX2" fmla="*/ 393234 w 393234"/>
                <a:gd name="connsiteY2" fmla="*/ 1764263 h 1818855"/>
                <a:gd name="connsiteX3" fmla="*/ 0 w 393234"/>
                <a:gd name="connsiteY3" fmla="*/ 1818855 h 1818855"/>
                <a:gd name="connsiteX0" fmla="*/ 0 w 406882"/>
                <a:gd name="connsiteY0" fmla="*/ 1818855 h 1900740"/>
                <a:gd name="connsiteX1" fmla="*/ 150125 w 406882"/>
                <a:gd name="connsiteY1" fmla="*/ 0 h 1900740"/>
                <a:gd name="connsiteX2" fmla="*/ 406882 w 406882"/>
                <a:gd name="connsiteY2" fmla="*/ 1900740 h 1900740"/>
                <a:gd name="connsiteX3" fmla="*/ 0 w 406882"/>
                <a:gd name="connsiteY3" fmla="*/ 1818855 h 1900740"/>
                <a:gd name="connsiteX0" fmla="*/ 0 w 406882"/>
                <a:gd name="connsiteY0" fmla="*/ 1865215 h 1947100"/>
                <a:gd name="connsiteX1" fmla="*/ 171604 w 406882"/>
                <a:gd name="connsiteY1" fmla="*/ 0 h 1947100"/>
                <a:gd name="connsiteX2" fmla="*/ 406882 w 406882"/>
                <a:gd name="connsiteY2" fmla="*/ 1947100 h 1947100"/>
                <a:gd name="connsiteX3" fmla="*/ 0 w 406882"/>
                <a:gd name="connsiteY3" fmla="*/ 1865215 h 1947100"/>
                <a:gd name="connsiteX0" fmla="*/ 0 w 400532"/>
                <a:gd name="connsiteY0" fmla="*/ 1865215 h 1956694"/>
                <a:gd name="connsiteX1" fmla="*/ 171604 w 400532"/>
                <a:gd name="connsiteY1" fmla="*/ 0 h 1956694"/>
                <a:gd name="connsiteX2" fmla="*/ 400532 w 400532"/>
                <a:gd name="connsiteY2" fmla="*/ 1956694 h 1956694"/>
                <a:gd name="connsiteX3" fmla="*/ 0 w 400532"/>
                <a:gd name="connsiteY3" fmla="*/ 1865215 h 1956694"/>
                <a:gd name="connsiteX0" fmla="*/ 0 w 403175"/>
                <a:gd name="connsiteY0" fmla="*/ 1865215 h 1956694"/>
                <a:gd name="connsiteX1" fmla="*/ 171604 w 403175"/>
                <a:gd name="connsiteY1" fmla="*/ 0 h 1956694"/>
                <a:gd name="connsiteX2" fmla="*/ 403175 w 403175"/>
                <a:gd name="connsiteY2" fmla="*/ 1956694 h 1956694"/>
                <a:gd name="connsiteX3" fmla="*/ 0 w 403175"/>
                <a:gd name="connsiteY3" fmla="*/ 1865215 h 1956694"/>
                <a:gd name="connsiteX0" fmla="*/ 0 w 400532"/>
                <a:gd name="connsiteY0" fmla="*/ 1865215 h 1964679"/>
                <a:gd name="connsiteX1" fmla="*/ 171604 w 400532"/>
                <a:gd name="connsiteY1" fmla="*/ 0 h 1964679"/>
                <a:gd name="connsiteX2" fmla="*/ 400532 w 400532"/>
                <a:gd name="connsiteY2" fmla="*/ 1964679 h 1964679"/>
                <a:gd name="connsiteX3" fmla="*/ 0 w 400532"/>
                <a:gd name="connsiteY3" fmla="*/ 1865215 h 1964679"/>
              </a:gdLst>
              <a:ahLst/>
              <a:cxnLst>
                <a:cxn ang="0">
                  <a:pos x="connsiteX0" y="connsiteY0"/>
                </a:cxn>
                <a:cxn ang="0">
                  <a:pos x="connsiteX1" y="connsiteY1"/>
                </a:cxn>
                <a:cxn ang="0">
                  <a:pos x="connsiteX2" y="connsiteY2"/>
                </a:cxn>
                <a:cxn ang="0">
                  <a:pos x="connsiteX3" y="connsiteY3"/>
                </a:cxn>
              </a:cxnLst>
              <a:rect l="l" t="t" r="r" b="b"/>
              <a:pathLst>
                <a:path w="400532" h="1964679">
                  <a:moveTo>
                    <a:pt x="0" y="1865215"/>
                  </a:moveTo>
                  <a:lnTo>
                    <a:pt x="171604" y="0"/>
                  </a:lnTo>
                  <a:lnTo>
                    <a:pt x="400532" y="1964679"/>
                  </a:lnTo>
                  <a:lnTo>
                    <a:pt x="0" y="1865215"/>
                  </a:lnTo>
                  <a:close/>
                </a:path>
              </a:pathLst>
            </a:custGeom>
            <a:solidFill>
              <a:schemeClr val="accent3"/>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sz="1544"/>
            </a:p>
          </p:txBody>
        </p:sp>
        <p:sp>
          <p:nvSpPr>
            <p:cNvPr id="16" name="Diamond 2"/>
            <p:cNvSpPr/>
            <p:nvPr/>
          </p:nvSpPr>
          <p:spPr>
            <a:xfrm>
              <a:off x="1388182" y="1534390"/>
              <a:ext cx="2569611" cy="906262"/>
            </a:xfrm>
            <a:custGeom>
              <a:avLst/>
              <a:gdLst>
                <a:gd name="connsiteX0" fmla="*/ 0 w 2550419"/>
                <a:gd name="connsiteY0" fmla="*/ 290946 h 581891"/>
                <a:gd name="connsiteX1" fmla="*/ 1275210 w 2550419"/>
                <a:gd name="connsiteY1" fmla="*/ 0 h 581891"/>
                <a:gd name="connsiteX2" fmla="*/ 2550419 w 2550419"/>
                <a:gd name="connsiteY2" fmla="*/ 290946 h 581891"/>
                <a:gd name="connsiteX3" fmla="*/ 1275210 w 2550419"/>
                <a:gd name="connsiteY3" fmla="*/ 581891 h 581891"/>
                <a:gd name="connsiteX4" fmla="*/ 0 w 2550419"/>
                <a:gd name="connsiteY4" fmla="*/ 290946 h 581891"/>
                <a:gd name="connsiteX0" fmla="*/ 0 w 2550419"/>
                <a:gd name="connsiteY0" fmla="*/ 290946 h 834374"/>
                <a:gd name="connsiteX1" fmla="*/ 1275210 w 2550419"/>
                <a:gd name="connsiteY1" fmla="*/ 0 h 834374"/>
                <a:gd name="connsiteX2" fmla="*/ 2550419 w 2550419"/>
                <a:gd name="connsiteY2" fmla="*/ 290946 h 834374"/>
                <a:gd name="connsiteX3" fmla="*/ 1595933 w 2550419"/>
                <a:gd name="connsiteY3" fmla="*/ 834374 h 834374"/>
                <a:gd name="connsiteX4" fmla="*/ 0 w 2550419"/>
                <a:gd name="connsiteY4" fmla="*/ 290946 h 834374"/>
                <a:gd name="connsiteX0" fmla="*/ 0 w 2550419"/>
                <a:gd name="connsiteY0" fmla="*/ 366009 h 909437"/>
                <a:gd name="connsiteX1" fmla="*/ 1077318 w 2550419"/>
                <a:gd name="connsiteY1" fmla="*/ 0 h 909437"/>
                <a:gd name="connsiteX2" fmla="*/ 2550419 w 2550419"/>
                <a:gd name="connsiteY2" fmla="*/ 366009 h 909437"/>
                <a:gd name="connsiteX3" fmla="*/ 1595933 w 2550419"/>
                <a:gd name="connsiteY3" fmla="*/ 909437 h 909437"/>
                <a:gd name="connsiteX4" fmla="*/ 0 w 2550419"/>
                <a:gd name="connsiteY4" fmla="*/ 366009 h 909437"/>
                <a:gd name="connsiteX0" fmla="*/ 0 w 2591362"/>
                <a:gd name="connsiteY0" fmla="*/ 366009 h 909437"/>
                <a:gd name="connsiteX1" fmla="*/ 1077318 w 2591362"/>
                <a:gd name="connsiteY1" fmla="*/ 0 h 909437"/>
                <a:gd name="connsiteX2" fmla="*/ 2591362 w 2591362"/>
                <a:gd name="connsiteY2" fmla="*/ 372833 h 909437"/>
                <a:gd name="connsiteX3" fmla="*/ 1595933 w 2591362"/>
                <a:gd name="connsiteY3" fmla="*/ 909437 h 909437"/>
                <a:gd name="connsiteX4" fmla="*/ 0 w 2591362"/>
                <a:gd name="connsiteY4" fmla="*/ 366009 h 909437"/>
                <a:gd name="connsiteX0" fmla="*/ 0 w 2598186"/>
                <a:gd name="connsiteY0" fmla="*/ 366009 h 909437"/>
                <a:gd name="connsiteX1" fmla="*/ 1077318 w 2598186"/>
                <a:gd name="connsiteY1" fmla="*/ 0 h 909437"/>
                <a:gd name="connsiteX2" fmla="*/ 2598186 w 2598186"/>
                <a:gd name="connsiteY2" fmla="*/ 379657 h 909437"/>
                <a:gd name="connsiteX3" fmla="*/ 1595933 w 2598186"/>
                <a:gd name="connsiteY3" fmla="*/ 909437 h 909437"/>
                <a:gd name="connsiteX4" fmla="*/ 0 w 2598186"/>
                <a:gd name="connsiteY4" fmla="*/ 366009 h 909437"/>
                <a:gd name="connsiteX0" fmla="*/ 0 w 2598186"/>
                <a:gd name="connsiteY0" fmla="*/ 362834 h 906262"/>
                <a:gd name="connsiteX1" fmla="*/ 1093193 w 2598186"/>
                <a:gd name="connsiteY1" fmla="*/ 0 h 906262"/>
                <a:gd name="connsiteX2" fmla="*/ 2598186 w 2598186"/>
                <a:gd name="connsiteY2" fmla="*/ 376482 h 906262"/>
                <a:gd name="connsiteX3" fmla="*/ 1595933 w 2598186"/>
                <a:gd name="connsiteY3" fmla="*/ 906262 h 906262"/>
                <a:gd name="connsiteX4" fmla="*/ 0 w 2598186"/>
                <a:gd name="connsiteY4" fmla="*/ 362834 h 906262"/>
                <a:gd name="connsiteX0" fmla="*/ 0 w 2607711"/>
                <a:gd name="connsiteY0" fmla="*/ 362834 h 906262"/>
                <a:gd name="connsiteX1" fmla="*/ 1102718 w 2607711"/>
                <a:gd name="connsiteY1" fmla="*/ 0 h 906262"/>
                <a:gd name="connsiteX2" fmla="*/ 2607711 w 2607711"/>
                <a:gd name="connsiteY2" fmla="*/ 376482 h 906262"/>
                <a:gd name="connsiteX3" fmla="*/ 1605458 w 2607711"/>
                <a:gd name="connsiteY3" fmla="*/ 906262 h 906262"/>
                <a:gd name="connsiteX4" fmla="*/ 0 w 2607711"/>
                <a:gd name="connsiteY4" fmla="*/ 362834 h 906262"/>
                <a:gd name="connsiteX0" fmla="*/ 0 w 2607711"/>
                <a:gd name="connsiteY0" fmla="*/ 356484 h 906262"/>
                <a:gd name="connsiteX1" fmla="*/ 1102718 w 2607711"/>
                <a:gd name="connsiteY1" fmla="*/ 0 h 906262"/>
                <a:gd name="connsiteX2" fmla="*/ 2607711 w 2607711"/>
                <a:gd name="connsiteY2" fmla="*/ 376482 h 906262"/>
                <a:gd name="connsiteX3" fmla="*/ 1605458 w 2607711"/>
                <a:gd name="connsiteY3" fmla="*/ 906262 h 906262"/>
                <a:gd name="connsiteX4" fmla="*/ 0 w 2607711"/>
                <a:gd name="connsiteY4" fmla="*/ 356484 h 906262"/>
                <a:gd name="connsiteX0" fmla="*/ 0 w 2560086"/>
                <a:gd name="connsiteY0" fmla="*/ 356484 h 906262"/>
                <a:gd name="connsiteX1" fmla="*/ 1102718 w 2560086"/>
                <a:gd name="connsiteY1" fmla="*/ 0 h 906262"/>
                <a:gd name="connsiteX2" fmla="*/ 2560086 w 2560086"/>
                <a:gd name="connsiteY2" fmla="*/ 363782 h 906262"/>
                <a:gd name="connsiteX3" fmla="*/ 1605458 w 2560086"/>
                <a:gd name="connsiteY3" fmla="*/ 906262 h 906262"/>
                <a:gd name="connsiteX4" fmla="*/ 0 w 2560086"/>
                <a:gd name="connsiteY4" fmla="*/ 356484 h 906262"/>
                <a:gd name="connsiteX0" fmla="*/ 0 w 2569611"/>
                <a:gd name="connsiteY0" fmla="*/ 356484 h 906262"/>
                <a:gd name="connsiteX1" fmla="*/ 1102718 w 2569611"/>
                <a:gd name="connsiteY1" fmla="*/ 0 h 906262"/>
                <a:gd name="connsiteX2" fmla="*/ 2569611 w 2569611"/>
                <a:gd name="connsiteY2" fmla="*/ 363782 h 906262"/>
                <a:gd name="connsiteX3" fmla="*/ 1605458 w 2569611"/>
                <a:gd name="connsiteY3" fmla="*/ 906262 h 906262"/>
                <a:gd name="connsiteX4" fmla="*/ 0 w 2569611"/>
                <a:gd name="connsiteY4" fmla="*/ 356484 h 9062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69611" h="906262">
                  <a:moveTo>
                    <a:pt x="0" y="356484"/>
                  </a:moveTo>
                  <a:lnTo>
                    <a:pt x="1102718" y="0"/>
                  </a:lnTo>
                  <a:lnTo>
                    <a:pt x="2569611" y="363782"/>
                  </a:lnTo>
                  <a:lnTo>
                    <a:pt x="1605458" y="906262"/>
                  </a:lnTo>
                  <a:lnTo>
                    <a:pt x="0" y="356484"/>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44"/>
            </a:p>
          </p:txBody>
        </p:sp>
        <p:sp>
          <p:nvSpPr>
            <p:cNvPr id="17" name="Right Triangle 10"/>
            <p:cNvSpPr/>
            <p:nvPr/>
          </p:nvSpPr>
          <p:spPr>
            <a:xfrm flipH="1">
              <a:off x="1384667" y="-295963"/>
              <a:ext cx="1280142" cy="2190732"/>
            </a:xfrm>
            <a:custGeom>
              <a:avLst/>
              <a:gdLst>
                <a:gd name="connsiteX0" fmla="*/ 0 w 1126370"/>
                <a:gd name="connsiteY0" fmla="*/ 1729537 h 1729537"/>
                <a:gd name="connsiteX1" fmla="*/ 0 w 1126370"/>
                <a:gd name="connsiteY1" fmla="*/ 0 h 1729537"/>
                <a:gd name="connsiteX2" fmla="*/ 1126370 w 1126370"/>
                <a:gd name="connsiteY2" fmla="*/ 1729537 h 1729537"/>
                <a:gd name="connsiteX3" fmla="*/ 0 w 1126370"/>
                <a:gd name="connsiteY3" fmla="*/ 1729537 h 1729537"/>
                <a:gd name="connsiteX0" fmla="*/ 150126 w 1126370"/>
                <a:gd name="connsiteY0" fmla="*/ 1729537 h 1729537"/>
                <a:gd name="connsiteX1" fmla="*/ 0 w 1126370"/>
                <a:gd name="connsiteY1" fmla="*/ 0 h 1729537"/>
                <a:gd name="connsiteX2" fmla="*/ 1126370 w 1126370"/>
                <a:gd name="connsiteY2" fmla="*/ 1729537 h 1729537"/>
                <a:gd name="connsiteX3" fmla="*/ 150126 w 1126370"/>
                <a:gd name="connsiteY3" fmla="*/ 1729537 h 1729537"/>
                <a:gd name="connsiteX0" fmla="*/ 150126 w 1303791"/>
                <a:gd name="connsiteY0" fmla="*/ 1729537 h 2125322"/>
                <a:gd name="connsiteX1" fmla="*/ 0 w 1303791"/>
                <a:gd name="connsiteY1" fmla="*/ 0 h 2125322"/>
                <a:gd name="connsiteX2" fmla="*/ 1303791 w 1303791"/>
                <a:gd name="connsiteY2" fmla="*/ 2125322 h 2125322"/>
                <a:gd name="connsiteX3" fmla="*/ 150126 w 1303791"/>
                <a:gd name="connsiteY3" fmla="*/ 1729537 h 2125322"/>
                <a:gd name="connsiteX0" fmla="*/ 150126 w 1303791"/>
                <a:gd name="connsiteY0" fmla="*/ 1756833 h 2152618"/>
                <a:gd name="connsiteX1" fmla="*/ 0 w 1303791"/>
                <a:gd name="connsiteY1" fmla="*/ 0 h 2152618"/>
                <a:gd name="connsiteX2" fmla="*/ 1303791 w 1303791"/>
                <a:gd name="connsiteY2" fmla="*/ 2152618 h 2152618"/>
                <a:gd name="connsiteX3" fmla="*/ 150126 w 1303791"/>
                <a:gd name="connsiteY3" fmla="*/ 1756833 h 2152618"/>
                <a:gd name="connsiteX0" fmla="*/ 164297 w 1303791"/>
                <a:gd name="connsiteY0" fmla="*/ 1797635 h 2152618"/>
                <a:gd name="connsiteX1" fmla="*/ 0 w 1303791"/>
                <a:gd name="connsiteY1" fmla="*/ 0 h 2152618"/>
                <a:gd name="connsiteX2" fmla="*/ 1303791 w 1303791"/>
                <a:gd name="connsiteY2" fmla="*/ 2152618 h 2152618"/>
                <a:gd name="connsiteX3" fmla="*/ 164297 w 1303791"/>
                <a:gd name="connsiteY3" fmla="*/ 1797635 h 2152618"/>
                <a:gd name="connsiteX0" fmla="*/ 189786 w 1329280"/>
                <a:gd name="connsiteY0" fmla="*/ 1828213 h 2183196"/>
                <a:gd name="connsiteX1" fmla="*/ 0 w 1329280"/>
                <a:gd name="connsiteY1" fmla="*/ 0 h 2183196"/>
                <a:gd name="connsiteX2" fmla="*/ 1329280 w 1329280"/>
                <a:gd name="connsiteY2" fmla="*/ 2183196 h 2183196"/>
                <a:gd name="connsiteX3" fmla="*/ 189786 w 1329280"/>
                <a:gd name="connsiteY3" fmla="*/ 1828213 h 2183196"/>
                <a:gd name="connsiteX0" fmla="*/ 179895 w 1329280"/>
                <a:gd name="connsiteY0" fmla="*/ 1825841 h 2183196"/>
                <a:gd name="connsiteX1" fmla="*/ 0 w 1329280"/>
                <a:gd name="connsiteY1" fmla="*/ 0 h 2183196"/>
                <a:gd name="connsiteX2" fmla="*/ 1329280 w 1329280"/>
                <a:gd name="connsiteY2" fmla="*/ 2183196 h 2183196"/>
                <a:gd name="connsiteX3" fmla="*/ 179895 w 1329280"/>
                <a:gd name="connsiteY3" fmla="*/ 1825841 h 2183196"/>
              </a:gdLst>
              <a:ahLst/>
              <a:cxnLst>
                <a:cxn ang="0">
                  <a:pos x="connsiteX0" y="connsiteY0"/>
                </a:cxn>
                <a:cxn ang="0">
                  <a:pos x="connsiteX1" y="connsiteY1"/>
                </a:cxn>
                <a:cxn ang="0">
                  <a:pos x="connsiteX2" y="connsiteY2"/>
                </a:cxn>
                <a:cxn ang="0">
                  <a:pos x="connsiteX3" y="connsiteY3"/>
                </a:cxn>
              </a:cxnLst>
              <a:rect l="l" t="t" r="r" b="b"/>
              <a:pathLst>
                <a:path w="1329280" h="2183196">
                  <a:moveTo>
                    <a:pt x="179895" y="1825841"/>
                  </a:moveTo>
                  <a:lnTo>
                    <a:pt x="0" y="0"/>
                  </a:lnTo>
                  <a:lnTo>
                    <a:pt x="1329280" y="2183196"/>
                  </a:lnTo>
                  <a:lnTo>
                    <a:pt x="179895" y="1825841"/>
                  </a:lnTo>
                  <a:close/>
                </a:path>
              </a:pathLst>
            </a:custGeom>
            <a:solidFill>
              <a:schemeClr val="accent3">
                <a:alpha val="5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544"/>
            </a:p>
          </p:txBody>
        </p:sp>
        <p:sp>
          <p:nvSpPr>
            <p:cNvPr id="18" name="Isosceles Triangle 13"/>
            <p:cNvSpPr/>
            <p:nvPr/>
          </p:nvSpPr>
          <p:spPr>
            <a:xfrm rot="20082656">
              <a:off x="2370446" y="-283456"/>
              <a:ext cx="1121825" cy="2609537"/>
            </a:xfrm>
            <a:custGeom>
              <a:avLst/>
              <a:gdLst>
                <a:gd name="connsiteX0" fmla="*/ 0 w 1056334"/>
                <a:gd name="connsiteY0" fmla="*/ 2479630 h 2479630"/>
                <a:gd name="connsiteX1" fmla="*/ 805191 w 1056334"/>
                <a:gd name="connsiteY1" fmla="*/ 0 h 2479630"/>
                <a:gd name="connsiteX2" fmla="*/ 1056334 w 1056334"/>
                <a:gd name="connsiteY2" fmla="*/ 2479630 h 2479630"/>
                <a:gd name="connsiteX3" fmla="*/ 0 w 1056334"/>
                <a:gd name="connsiteY3" fmla="*/ 2479630 h 2479630"/>
                <a:gd name="connsiteX0" fmla="*/ 0 w 1075184"/>
                <a:gd name="connsiteY0" fmla="*/ 2455629 h 2479630"/>
                <a:gd name="connsiteX1" fmla="*/ 824041 w 1075184"/>
                <a:gd name="connsiteY1" fmla="*/ 0 h 2479630"/>
                <a:gd name="connsiteX2" fmla="*/ 1075184 w 1075184"/>
                <a:gd name="connsiteY2" fmla="*/ 2479630 h 2479630"/>
                <a:gd name="connsiteX3" fmla="*/ 0 w 1075184"/>
                <a:gd name="connsiteY3" fmla="*/ 2455629 h 2479630"/>
                <a:gd name="connsiteX0" fmla="*/ 0 w 1110845"/>
                <a:gd name="connsiteY0" fmla="*/ 2499158 h 2499158"/>
                <a:gd name="connsiteX1" fmla="*/ 859702 w 1110845"/>
                <a:gd name="connsiteY1" fmla="*/ 0 h 2499158"/>
                <a:gd name="connsiteX2" fmla="*/ 1110845 w 1110845"/>
                <a:gd name="connsiteY2" fmla="*/ 2479630 h 2499158"/>
                <a:gd name="connsiteX3" fmla="*/ 0 w 1110845"/>
                <a:gd name="connsiteY3" fmla="*/ 2499158 h 2499158"/>
                <a:gd name="connsiteX0" fmla="*/ 0 w 1121825"/>
                <a:gd name="connsiteY0" fmla="*/ 2499158 h 2499158"/>
                <a:gd name="connsiteX1" fmla="*/ 859702 w 1121825"/>
                <a:gd name="connsiteY1" fmla="*/ 0 h 2499158"/>
                <a:gd name="connsiteX2" fmla="*/ 1121825 w 1121825"/>
                <a:gd name="connsiteY2" fmla="*/ 2424440 h 2499158"/>
                <a:gd name="connsiteX3" fmla="*/ 0 w 1121825"/>
                <a:gd name="connsiteY3" fmla="*/ 2499158 h 2499158"/>
                <a:gd name="connsiteX0" fmla="*/ 0 w 1121825"/>
                <a:gd name="connsiteY0" fmla="*/ 2609537 h 2609537"/>
                <a:gd name="connsiteX1" fmla="*/ 881663 w 1121825"/>
                <a:gd name="connsiteY1" fmla="*/ 0 h 2609537"/>
                <a:gd name="connsiteX2" fmla="*/ 1121825 w 1121825"/>
                <a:gd name="connsiteY2" fmla="*/ 2534819 h 2609537"/>
                <a:gd name="connsiteX3" fmla="*/ 0 w 1121825"/>
                <a:gd name="connsiteY3" fmla="*/ 2609537 h 2609537"/>
              </a:gdLst>
              <a:ahLst/>
              <a:cxnLst>
                <a:cxn ang="0">
                  <a:pos x="connsiteX0" y="connsiteY0"/>
                </a:cxn>
                <a:cxn ang="0">
                  <a:pos x="connsiteX1" y="connsiteY1"/>
                </a:cxn>
                <a:cxn ang="0">
                  <a:pos x="connsiteX2" y="connsiteY2"/>
                </a:cxn>
                <a:cxn ang="0">
                  <a:pos x="connsiteX3" y="connsiteY3"/>
                </a:cxn>
              </a:cxnLst>
              <a:rect l="l" t="t" r="r" b="b"/>
              <a:pathLst>
                <a:path w="1121825" h="2609537">
                  <a:moveTo>
                    <a:pt x="0" y="2609537"/>
                  </a:moveTo>
                  <a:lnTo>
                    <a:pt x="881663" y="0"/>
                  </a:lnTo>
                  <a:lnTo>
                    <a:pt x="1121825" y="2534819"/>
                  </a:lnTo>
                  <a:lnTo>
                    <a:pt x="0" y="2609537"/>
                  </a:lnTo>
                  <a:close/>
                </a:path>
              </a:pathLst>
            </a:custGeom>
            <a:solidFill>
              <a:schemeClr val="bg1">
                <a:lumMod val="75000"/>
                <a:alpha val="50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sz="1544"/>
            </a:p>
          </p:txBody>
        </p:sp>
      </p:grpSp>
      <p:grpSp>
        <p:nvGrpSpPr>
          <p:cNvPr id="7" name="Group 6"/>
          <p:cNvGrpSpPr/>
          <p:nvPr/>
        </p:nvGrpSpPr>
        <p:grpSpPr>
          <a:xfrm>
            <a:off x="7105089" y="3875707"/>
            <a:ext cx="2023615" cy="1162220"/>
            <a:chOff x="7129680" y="1701485"/>
            <a:chExt cx="2489954" cy="1430053"/>
          </a:xfrm>
        </p:grpSpPr>
        <p:sp>
          <p:nvSpPr>
            <p:cNvPr id="13" name="TextBox 12"/>
            <p:cNvSpPr txBox="1"/>
            <p:nvPr/>
          </p:nvSpPr>
          <p:spPr>
            <a:xfrm>
              <a:off x="7129680" y="2186909"/>
              <a:ext cx="2387599" cy="944629"/>
            </a:xfrm>
            <a:prstGeom prst="rect">
              <a:avLst/>
            </a:prstGeom>
            <a:noFill/>
          </p:spPr>
          <p:txBody>
            <a:bodyPr wrap="square" rtlCol="0">
              <a:spAutoFit/>
            </a:bodyPr>
            <a:lstStyle/>
            <a:p>
              <a:r>
                <a:rPr lang="en-US" sz="1463" kern="0" dirty="0">
                  <a:solidFill>
                    <a:schemeClr val="tx1">
                      <a:lumMod val="75000"/>
                      <a:lumOff val="25000"/>
                    </a:schemeClr>
                  </a:solidFill>
                  <a:latin typeface="Arial" pitchFamily="34" charset="0"/>
                  <a:cs typeface="Arial" pitchFamily="34" charset="0"/>
                </a:rPr>
                <a:t>This is a sample text. Insert your desired text here.</a:t>
              </a:r>
              <a:endParaRPr lang="en-US" sz="1463" dirty="0">
                <a:latin typeface="Arial" panose="020B0604020202020204" pitchFamily="34" charset="0"/>
                <a:cs typeface="Arial" panose="020B0604020202020204" pitchFamily="34" charset="0"/>
              </a:endParaRPr>
            </a:p>
          </p:txBody>
        </p:sp>
        <p:sp>
          <p:nvSpPr>
            <p:cNvPr id="14" name="TextBox 13"/>
            <p:cNvSpPr txBox="1"/>
            <p:nvPr/>
          </p:nvSpPr>
          <p:spPr>
            <a:xfrm>
              <a:off x="7129680" y="1701485"/>
              <a:ext cx="2489954" cy="482847"/>
            </a:xfrm>
            <a:prstGeom prst="rect">
              <a:avLst/>
            </a:prstGeom>
            <a:noFill/>
          </p:spPr>
          <p:txBody>
            <a:bodyPr wrap="square" rtlCol="0">
              <a:spAutoFit/>
            </a:bodyPr>
            <a:lstStyle/>
            <a:p>
              <a:r>
                <a:rPr lang="en-US" sz="1950" dirty="0">
                  <a:solidFill>
                    <a:schemeClr val="tx1">
                      <a:lumMod val="75000"/>
                      <a:lumOff val="25000"/>
                    </a:schemeClr>
                  </a:solidFill>
                  <a:latin typeface="Arial" panose="020B0604020202020204" pitchFamily="34" charset="0"/>
                  <a:cs typeface="Arial" panose="020B0604020202020204" pitchFamily="34" charset="0"/>
                </a:rPr>
                <a:t>Enter Title Here</a:t>
              </a:r>
            </a:p>
          </p:txBody>
        </p:sp>
      </p:grpSp>
      <p:grpSp>
        <p:nvGrpSpPr>
          <p:cNvPr id="8" name="Group 7"/>
          <p:cNvGrpSpPr/>
          <p:nvPr/>
        </p:nvGrpSpPr>
        <p:grpSpPr>
          <a:xfrm>
            <a:off x="834092" y="2433468"/>
            <a:ext cx="2023615" cy="1162220"/>
            <a:chOff x="2572366" y="1701485"/>
            <a:chExt cx="2489954" cy="1430053"/>
          </a:xfrm>
        </p:grpSpPr>
        <p:sp>
          <p:nvSpPr>
            <p:cNvPr id="11" name="TextBox 10"/>
            <p:cNvSpPr txBox="1"/>
            <p:nvPr/>
          </p:nvSpPr>
          <p:spPr>
            <a:xfrm>
              <a:off x="2674721" y="2186909"/>
              <a:ext cx="2387599" cy="944629"/>
            </a:xfrm>
            <a:prstGeom prst="rect">
              <a:avLst/>
            </a:prstGeom>
            <a:noFill/>
          </p:spPr>
          <p:txBody>
            <a:bodyPr wrap="square" rtlCol="0">
              <a:spAutoFit/>
            </a:bodyPr>
            <a:lstStyle/>
            <a:p>
              <a:pPr algn="r"/>
              <a:r>
                <a:rPr lang="en-US" sz="1463" kern="0" dirty="0">
                  <a:solidFill>
                    <a:schemeClr val="tx1">
                      <a:lumMod val="75000"/>
                      <a:lumOff val="25000"/>
                    </a:schemeClr>
                  </a:solidFill>
                  <a:latin typeface="Arial" pitchFamily="34" charset="0"/>
                  <a:cs typeface="Arial" pitchFamily="34" charset="0"/>
                </a:rPr>
                <a:t>This is a sample text. Insert your desired text here.</a:t>
              </a:r>
              <a:endParaRPr lang="en-US" sz="1463" dirty="0">
                <a:latin typeface="Arial" panose="020B0604020202020204" pitchFamily="34" charset="0"/>
                <a:cs typeface="Arial" panose="020B0604020202020204" pitchFamily="34" charset="0"/>
              </a:endParaRPr>
            </a:p>
          </p:txBody>
        </p:sp>
        <p:sp>
          <p:nvSpPr>
            <p:cNvPr id="12" name="TextBox 11"/>
            <p:cNvSpPr txBox="1"/>
            <p:nvPr/>
          </p:nvSpPr>
          <p:spPr>
            <a:xfrm>
              <a:off x="2572366" y="1701485"/>
              <a:ext cx="2489954" cy="482847"/>
            </a:xfrm>
            <a:prstGeom prst="rect">
              <a:avLst/>
            </a:prstGeom>
            <a:noFill/>
          </p:spPr>
          <p:txBody>
            <a:bodyPr wrap="square" rtlCol="0">
              <a:spAutoFit/>
            </a:bodyPr>
            <a:lstStyle/>
            <a:p>
              <a:pPr algn="r"/>
              <a:r>
                <a:rPr lang="en-US" sz="1950" dirty="0">
                  <a:solidFill>
                    <a:schemeClr val="tx1">
                      <a:lumMod val="75000"/>
                      <a:lumOff val="25000"/>
                    </a:schemeClr>
                  </a:solidFill>
                  <a:latin typeface="Arial" panose="020B0604020202020204" pitchFamily="34" charset="0"/>
                  <a:cs typeface="Arial" panose="020B0604020202020204" pitchFamily="34" charset="0"/>
                </a:rPr>
                <a:t>Enter Title Here</a:t>
              </a:r>
            </a:p>
          </p:txBody>
        </p:sp>
      </p:grpSp>
      <p:cxnSp>
        <p:nvCxnSpPr>
          <p:cNvPr id="9" name="Straight Connector 8"/>
          <p:cNvCxnSpPr/>
          <p:nvPr/>
        </p:nvCxnSpPr>
        <p:spPr>
          <a:xfrm>
            <a:off x="3121989" y="2673187"/>
            <a:ext cx="1293621" cy="0"/>
          </a:xfrm>
          <a:prstGeom prst="line">
            <a:avLst/>
          </a:prstGeom>
          <a:ln w="19050">
            <a:solidFill>
              <a:schemeClr val="tx1">
                <a:lumMod val="75000"/>
                <a:lumOff val="25000"/>
                <a:alpha val="50000"/>
              </a:schemeClr>
            </a:solidFill>
            <a:round/>
            <a:headEnd type="oval" w="med" len="med"/>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H="1">
            <a:off x="5510358" y="4085244"/>
            <a:ext cx="1395157" cy="0"/>
          </a:xfrm>
          <a:prstGeom prst="line">
            <a:avLst/>
          </a:prstGeom>
          <a:ln w="19050">
            <a:solidFill>
              <a:schemeClr val="tx1">
                <a:lumMod val="75000"/>
                <a:lumOff val="25000"/>
                <a:alpha val="50000"/>
              </a:schemeClr>
            </a:solidFill>
            <a:round/>
            <a:head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908175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lumMod val="75000"/>
                    <a:lumOff val="25000"/>
                  </a:schemeClr>
                </a:solidFill>
              </a:rPr>
              <a:t>3 Level Pyramid Diagram Concept for PowerPoint</a:t>
            </a:r>
            <a:endParaRPr lang="en-IN" dirty="0">
              <a:solidFill>
                <a:schemeClr val="tx1">
                  <a:lumMod val="75000"/>
                  <a:lumOff val="25000"/>
                </a:schemeClr>
              </a:solidFill>
            </a:endParaRPr>
          </a:p>
        </p:txBody>
      </p:sp>
      <p:sp>
        <p:nvSpPr>
          <p:cNvPr id="33" name="Freeform: Shape 32">
            <a:extLst>
              <a:ext uri="{FF2B5EF4-FFF2-40B4-BE49-F238E27FC236}">
                <a16:creationId xmlns:a16="http://schemas.microsoft.com/office/drawing/2014/main" id="{1396552D-E52E-43CD-8848-99CF153A1618}"/>
              </a:ext>
            </a:extLst>
          </p:cNvPr>
          <p:cNvSpPr/>
          <p:nvPr/>
        </p:nvSpPr>
        <p:spPr>
          <a:xfrm>
            <a:off x="4133610" y="2053749"/>
            <a:ext cx="1638781" cy="1261702"/>
          </a:xfrm>
          <a:custGeom>
            <a:avLst/>
            <a:gdLst>
              <a:gd name="connsiteX0" fmla="*/ 1051308 w 2102614"/>
              <a:gd name="connsiteY0" fmla="*/ 0 h 1618808"/>
              <a:gd name="connsiteX1" fmla="*/ 1260857 w 2102614"/>
              <a:gd name="connsiteY1" fmla="*/ 322664 h 1618808"/>
              <a:gd name="connsiteX2" fmla="*/ 1260856 w 2102614"/>
              <a:gd name="connsiteY2" fmla="*/ 322664 h 1618808"/>
              <a:gd name="connsiteX3" fmla="*/ 2102614 w 2102614"/>
              <a:gd name="connsiteY3" fmla="*/ 1618808 h 1618808"/>
              <a:gd name="connsiteX4" fmla="*/ 0 w 2102614"/>
              <a:gd name="connsiteY4" fmla="*/ 1618808 h 1618808"/>
              <a:gd name="connsiteX5" fmla="*/ 841759 w 2102614"/>
              <a:gd name="connsiteY5" fmla="*/ 322664 h 1618808"/>
              <a:gd name="connsiteX6" fmla="*/ 841760 w 2102614"/>
              <a:gd name="connsiteY6" fmla="*/ 322664 h 1618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2614" h="1618808">
                <a:moveTo>
                  <a:pt x="1051308" y="0"/>
                </a:moveTo>
                <a:lnTo>
                  <a:pt x="1260857" y="322664"/>
                </a:lnTo>
                <a:lnTo>
                  <a:pt x="1260856" y="322664"/>
                </a:lnTo>
                <a:lnTo>
                  <a:pt x="2102614" y="1618808"/>
                </a:lnTo>
                <a:lnTo>
                  <a:pt x="0" y="1618808"/>
                </a:lnTo>
                <a:lnTo>
                  <a:pt x="841759" y="322664"/>
                </a:lnTo>
                <a:lnTo>
                  <a:pt x="841760" y="322664"/>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30" name="Freeform: Shape 29">
            <a:extLst>
              <a:ext uri="{FF2B5EF4-FFF2-40B4-BE49-F238E27FC236}">
                <a16:creationId xmlns:a16="http://schemas.microsoft.com/office/drawing/2014/main" id="{0B4A9E94-7E4B-42FE-97FC-342AEAB354BA}"/>
              </a:ext>
            </a:extLst>
          </p:cNvPr>
          <p:cNvSpPr/>
          <p:nvPr/>
        </p:nvSpPr>
        <p:spPr>
          <a:xfrm>
            <a:off x="2446525" y="2305233"/>
            <a:ext cx="2287029" cy="1010217"/>
          </a:xfrm>
          <a:custGeom>
            <a:avLst/>
            <a:gdLst>
              <a:gd name="connsiteX0" fmla="*/ 155058 w 2934340"/>
              <a:gd name="connsiteY0" fmla="*/ 0 h 1296144"/>
              <a:gd name="connsiteX1" fmla="*/ 2934340 w 2934340"/>
              <a:gd name="connsiteY1" fmla="*/ 0 h 1296144"/>
              <a:gd name="connsiteX2" fmla="*/ 2092581 w 2934340"/>
              <a:gd name="connsiteY2" fmla="*/ 1296144 h 1296144"/>
              <a:gd name="connsiteX3" fmla="*/ 155058 w 2934340"/>
              <a:gd name="connsiteY3" fmla="*/ 1296144 h 1296144"/>
              <a:gd name="connsiteX4" fmla="*/ 0 w 2934340"/>
              <a:gd name="connsiteY4" fmla="*/ 1141086 h 1296144"/>
              <a:gd name="connsiteX5" fmla="*/ 0 w 2934340"/>
              <a:gd name="connsiteY5" fmla="*/ 155058 h 1296144"/>
              <a:gd name="connsiteX6" fmla="*/ 155058 w 2934340"/>
              <a:gd name="connsiteY6" fmla="*/ 0 h 129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34340" h="1296144">
                <a:moveTo>
                  <a:pt x="155058" y="0"/>
                </a:moveTo>
                <a:lnTo>
                  <a:pt x="2934340" y="0"/>
                </a:lnTo>
                <a:lnTo>
                  <a:pt x="2092581" y="1296144"/>
                </a:lnTo>
                <a:lnTo>
                  <a:pt x="155058" y="1296144"/>
                </a:lnTo>
                <a:cubicBezTo>
                  <a:pt x="69422" y="1296144"/>
                  <a:pt x="0" y="1226722"/>
                  <a:pt x="0" y="1141086"/>
                </a:cubicBezTo>
                <a:lnTo>
                  <a:pt x="0" y="155058"/>
                </a:lnTo>
                <a:cubicBezTo>
                  <a:pt x="0" y="69422"/>
                  <a:pt x="69422" y="0"/>
                  <a:pt x="155058"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9" name="Freeform: Shape 28">
            <a:extLst>
              <a:ext uri="{FF2B5EF4-FFF2-40B4-BE49-F238E27FC236}">
                <a16:creationId xmlns:a16="http://schemas.microsoft.com/office/drawing/2014/main" id="{D64CF976-F4C5-4C2C-98A6-C82BFE897EC2}"/>
              </a:ext>
            </a:extLst>
          </p:cNvPr>
          <p:cNvSpPr/>
          <p:nvPr/>
        </p:nvSpPr>
        <p:spPr>
          <a:xfrm>
            <a:off x="5172447" y="2305233"/>
            <a:ext cx="2287028" cy="1010217"/>
          </a:xfrm>
          <a:custGeom>
            <a:avLst/>
            <a:gdLst>
              <a:gd name="connsiteX0" fmla="*/ 0 w 2934339"/>
              <a:gd name="connsiteY0" fmla="*/ 0 h 1296144"/>
              <a:gd name="connsiteX1" fmla="*/ 2779281 w 2934339"/>
              <a:gd name="connsiteY1" fmla="*/ 0 h 1296144"/>
              <a:gd name="connsiteX2" fmla="*/ 2934339 w 2934339"/>
              <a:gd name="connsiteY2" fmla="*/ 155058 h 1296144"/>
              <a:gd name="connsiteX3" fmla="*/ 2934339 w 2934339"/>
              <a:gd name="connsiteY3" fmla="*/ 1141086 h 1296144"/>
              <a:gd name="connsiteX4" fmla="*/ 2779281 w 2934339"/>
              <a:gd name="connsiteY4" fmla="*/ 1296144 h 1296144"/>
              <a:gd name="connsiteX5" fmla="*/ 841758 w 2934339"/>
              <a:gd name="connsiteY5" fmla="*/ 1296144 h 1296144"/>
              <a:gd name="connsiteX6" fmla="*/ 0 w 2934339"/>
              <a:gd name="connsiteY6" fmla="*/ 0 h 129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34339" h="1296144">
                <a:moveTo>
                  <a:pt x="0" y="0"/>
                </a:moveTo>
                <a:lnTo>
                  <a:pt x="2779281" y="0"/>
                </a:lnTo>
                <a:cubicBezTo>
                  <a:pt x="2864917" y="0"/>
                  <a:pt x="2934339" y="69422"/>
                  <a:pt x="2934339" y="155058"/>
                </a:cubicBezTo>
                <a:lnTo>
                  <a:pt x="2934339" y="1141086"/>
                </a:lnTo>
                <a:cubicBezTo>
                  <a:pt x="2934339" y="1226722"/>
                  <a:pt x="2864917" y="1296144"/>
                  <a:pt x="2779281" y="1296144"/>
                </a:cubicBezTo>
                <a:lnTo>
                  <a:pt x="841758" y="1296144"/>
                </a:lnTo>
                <a:lnTo>
                  <a:pt x="0" y="0"/>
                </a:ln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2" name="Freeform: Shape 21">
            <a:extLst>
              <a:ext uri="{FF2B5EF4-FFF2-40B4-BE49-F238E27FC236}">
                <a16:creationId xmlns:a16="http://schemas.microsoft.com/office/drawing/2014/main" id="{4830CDE5-4A9D-4618-A60A-CBBCCE846F50}"/>
              </a:ext>
            </a:extLst>
          </p:cNvPr>
          <p:cNvSpPr/>
          <p:nvPr/>
        </p:nvSpPr>
        <p:spPr>
          <a:xfrm>
            <a:off x="2729660" y="4467044"/>
            <a:ext cx="4446681" cy="1010217"/>
          </a:xfrm>
          <a:custGeom>
            <a:avLst/>
            <a:gdLst>
              <a:gd name="connsiteX0" fmla="*/ 841758 w 5705250"/>
              <a:gd name="connsiteY0" fmla="*/ 0 h 1296144"/>
              <a:gd name="connsiteX1" fmla="*/ 4863492 w 5705250"/>
              <a:gd name="connsiteY1" fmla="*/ 0 h 1296144"/>
              <a:gd name="connsiteX2" fmla="*/ 5705250 w 5705250"/>
              <a:gd name="connsiteY2" fmla="*/ 1296144 h 1296144"/>
              <a:gd name="connsiteX3" fmla="*/ 0 w 5705250"/>
              <a:gd name="connsiteY3" fmla="*/ 1296144 h 1296144"/>
              <a:gd name="connsiteX4" fmla="*/ 841758 w 5705250"/>
              <a:gd name="connsiteY4" fmla="*/ 0 h 129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05250" h="1296144">
                <a:moveTo>
                  <a:pt x="841758" y="0"/>
                </a:moveTo>
                <a:lnTo>
                  <a:pt x="4863492" y="0"/>
                </a:lnTo>
                <a:lnTo>
                  <a:pt x="5705250" y="1296144"/>
                </a:lnTo>
                <a:lnTo>
                  <a:pt x="0" y="1296144"/>
                </a:lnTo>
                <a:lnTo>
                  <a:pt x="84175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7" name="Freeform: Shape 26">
            <a:extLst>
              <a:ext uri="{FF2B5EF4-FFF2-40B4-BE49-F238E27FC236}">
                <a16:creationId xmlns:a16="http://schemas.microsoft.com/office/drawing/2014/main" id="{6F764BFA-2BF3-411A-9154-843BE6CAA5B3}"/>
              </a:ext>
            </a:extLst>
          </p:cNvPr>
          <p:cNvSpPr/>
          <p:nvPr/>
        </p:nvSpPr>
        <p:spPr>
          <a:xfrm>
            <a:off x="3431635" y="3386139"/>
            <a:ext cx="3042731" cy="1010217"/>
          </a:xfrm>
          <a:custGeom>
            <a:avLst/>
            <a:gdLst>
              <a:gd name="connsiteX0" fmla="*/ 841758 w 3903932"/>
              <a:gd name="connsiteY0" fmla="*/ 0 h 1296144"/>
              <a:gd name="connsiteX1" fmla="*/ 3062174 w 3903932"/>
              <a:gd name="connsiteY1" fmla="*/ 0 h 1296144"/>
              <a:gd name="connsiteX2" fmla="*/ 3903932 w 3903932"/>
              <a:gd name="connsiteY2" fmla="*/ 1296144 h 1296144"/>
              <a:gd name="connsiteX3" fmla="*/ 0 w 3903932"/>
              <a:gd name="connsiteY3" fmla="*/ 1296144 h 1296144"/>
              <a:gd name="connsiteX4" fmla="*/ 841758 w 3903932"/>
              <a:gd name="connsiteY4" fmla="*/ 0 h 129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3932" h="1296144">
                <a:moveTo>
                  <a:pt x="841758" y="0"/>
                </a:moveTo>
                <a:lnTo>
                  <a:pt x="3062174" y="0"/>
                </a:lnTo>
                <a:lnTo>
                  <a:pt x="3903932" y="1296144"/>
                </a:lnTo>
                <a:lnTo>
                  <a:pt x="0" y="1296144"/>
                </a:lnTo>
                <a:lnTo>
                  <a:pt x="84175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5" name="Freeform: Shape 24">
            <a:extLst>
              <a:ext uri="{FF2B5EF4-FFF2-40B4-BE49-F238E27FC236}">
                <a16:creationId xmlns:a16="http://schemas.microsoft.com/office/drawing/2014/main" id="{91DA1C13-A714-40DA-9AB2-68D22F91D55E}"/>
              </a:ext>
            </a:extLst>
          </p:cNvPr>
          <p:cNvSpPr/>
          <p:nvPr/>
        </p:nvSpPr>
        <p:spPr>
          <a:xfrm>
            <a:off x="1828865" y="3386139"/>
            <a:ext cx="2202713" cy="1010217"/>
          </a:xfrm>
          <a:custGeom>
            <a:avLst/>
            <a:gdLst>
              <a:gd name="connsiteX0" fmla="*/ 155058 w 2826160"/>
              <a:gd name="connsiteY0" fmla="*/ 0 h 1296144"/>
              <a:gd name="connsiteX1" fmla="*/ 2826160 w 2826160"/>
              <a:gd name="connsiteY1" fmla="*/ 0 h 1296144"/>
              <a:gd name="connsiteX2" fmla="*/ 1984402 w 2826160"/>
              <a:gd name="connsiteY2" fmla="*/ 1296144 h 1296144"/>
              <a:gd name="connsiteX3" fmla="*/ 155058 w 2826160"/>
              <a:gd name="connsiteY3" fmla="*/ 1296144 h 1296144"/>
              <a:gd name="connsiteX4" fmla="*/ 0 w 2826160"/>
              <a:gd name="connsiteY4" fmla="*/ 1141086 h 1296144"/>
              <a:gd name="connsiteX5" fmla="*/ 0 w 2826160"/>
              <a:gd name="connsiteY5" fmla="*/ 155058 h 1296144"/>
              <a:gd name="connsiteX6" fmla="*/ 155058 w 2826160"/>
              <a:gd name="connsiteY6" fmla="*/ 0 h 129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160" h="1296144">
                <a:moveTo>
                  <a:pt x="155058" y="0"/>
                </a:moveTo>
                <a:lnTo>
                  <a:pt x="2826160" y="0"/>
                </a:lnTo>
                <a:lnTo>
                  <a:pt x="1984402" y="1296144"/>
                </a:lnTo>
                <a:lnTo>
                  <a:pt x="155058" y="1296144"/>
                </a:lnTo>
                <a:cubicBezTo>
                  <a:pt x="69422" y="1296144"/>
                  <a:pt x="0" y="1226722"/>
                  <a:pt x="0" y="1141086"/>
                </a:cubicBezTo>
                <a:lnTo>
                  <a:pt x="0" y="155058"/>
                </a:lnTo>
                <a:cubicBezTo>
                  <a:pt x="0" y="69422"/>
                  <a:pt x="69422" y="0"/>
                  <a:pt x="155058"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4" name="Freeform: Shape 23">
            <a:extLst>
              <a:ext uri="{FF2B5EF4-FFF2-40B4-BE49-F238E27FC236}">
                <a16:creationId xmlns:a16="http://schemas.microsoft.com/office/drawing/2014/main" id="{C2767F98-7F18-4CEE-A684-50DD2901FD73}"/>
              </a:ext>
            </a:extLst>
          </p:cNvPr>
          <p:cNvSpPr/>
          <p:nvPr/>
        </p:nvSpPr>
        <p:spPr>
          <a:xfrm>
            <a:off x="5874420" y="3386139"/>
            <a:ext cx="2202713" cy="1010217"/>
          </a:xfrm>
          <a:custGeom>
            <a:avLst/>
            <a:gdLst>
              <a:gd name="connsiteX0" fmla="*/ 0 w 2826160"/>
              <a:gd name="connsiteY0" fmla="*/ 0 h 1296144"/>
              <a:gd name="connsiteX1" fmla="*/ 2671102 w 2826160"/>
              <a:gd name="connsiteY1" fmla="*/ 0 h 1296144"/>
              <a:gd name="connsiteX2" fmla="*/ 2826160 w 2826160"/>
              <a:gd name="connsiteY2" fmla="*/ 155058 h 1296144"/>
              <a:gd name="connsiteX3" fmla="*/ 2826160 w 2826160"/>
              <a:gd name="connsiteY3" fmla="*/ 1141086 h 1296144"/>
              <a:gd name="connsiteX4" fmla="*/ 2671102 w 2826160"/>
              <a:gd name="connsiteY4" fmla="*/ 1296144 h 1296144"/>
              <a:gd name="connsiteX5" fmla="*/ 841758 w 2826160"/>
              <a:gd name="connsiteY5" fmla="*/ 1296144 h 1296144"/>
              <a:gd name="connsiteX6" fmla="*/ 0 w 2826160"/>
              <a:gd name="connsiteY6" fmla="*/ 0 h 129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160" h="1296144">
                <a:moveTo>
                  <a:pt x="0" y="0"/>
                </a:moveTo>
                <a:lnTo>
                  <a:pt x="2671102" y="0"/>
                </a:lnTo>
                <a:cubicBezTo>
                  <a:pt x="2756738" y="0"/>
                  <a:pt x="2826160" y="69422"/>
                  <a:pt x="2826160" y="155058"/>
                </a:cubicBezTo>
                <a:lnTo>
                  <a:pt x="2826160" y="1141086"/>
                </a:lnTo>
                <a:cubicBezTo>
                  <a:pt x="2826160" y="1226722"/>
                  <a:pt x="2756738" y="1296144"/>
                  <a:pt x="2671102" y="1296144"/>
                </a:cubicBezTo>
                <a:lnTo>
                  <a:pt x="841758" y="1296144"/>
                </a:lnTo>
                <a:lnTo>
                  <a:pt x="0" y="0"/>
                </a:ln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0" name="Freeform: Shape 19">
            <a:extLst>
              <a:ext uri="{FF2B5EF4-FFF2-40B4-BE49-F238E27FC236}">
                <a16:creationId xmlns:a16="http://schemas.microsoft.com/office/drawing/2014/main" id="{09C90F4C-BA00-439C-9AFC-97B0B18D71F8}"/>
              </a:ext>
            </a:extLst>
          </p:cNvPr>
          <p:cNvSpPr/>
          <p:nvPr/>
        </p:nvSpPr>
        <p:spPr>
          <a:xfrm>
            <a:off x="1445304" y="4467044"/>
            <a:ext cx="1884300" cy="1010217"/>
          </a:xfrm>
          <a:custGeom>
            <a:avLst/>
            <a:gdLst>
              <a:gd name="connsiteX0" fmla="*/ 155058 w 2417625"/>
              <a:gd name="connsiteY0" fmla="*/ 0 h 1296144"/>
              <a:gd name="connsiteX1" fmla="*/ 2417625 w 2417625"/>
              <a:gd name="connsiteY1" fmla="*/ 0 h 1296144"/>
              <a:gd name="connsiteX2" fmla="*/ 1575867 w 2417625"/>
              <a:gd name="connsiteY2" fmla="*/ 1296144 h 1296144"/>
              <a:gd name="connsiteX3" fmla="*/ 155058 w 2417625"/>
              <a:gd name="connsiteY3" fmla="*/ 1296144 h 1296144"/>
              <a:gd name="connsiteX4" fmla="*/ 0 w 2417625"/>
              <a:gd name="connsiteY4" fmla="*/ 1141086 h 1296144"/>
              <a:gd name="connsiteX5" fmla="*/ 0 w 2417625"/>
              <a:gd name="connsiteY5" fmla="*/ 155058 h 1296144"/>
              <a:gd name="connsiteX6" fmla="*/ 155058 w 2417625"/>
              <a:gd name="connsiteY6" fmla="*/ 0 h 129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7625" h="1296144">
                <a:moveTo>
                  <a:pt x="155058" y="0"/>
                </a:moveTo>
                <a:lnTo>
                  <a:pt x="2417625" y="0"/>
                </a:lnTo>
                <a:lnTo>
                  <a:pt x="1575867" y="1296144"/>
                </a:lnTo>
                <a:lnTo>
                  <a:pt x="155058" y="1296144"/>
                </a:lnTo>
                <a:cubicBezTo>
                  <a:pt x="69422" y="1296144"/>
                  <a:pt x="0" y="1226722"/>
                  <a:pt x="0" y="1141086"/>
                </a:cubicBezTo>
                <a:lnTo>
                  <a:pt x="0" y="155058"/>
                </a:lnTo>
                <a:cubicBezTo>
                  <a:pt x="0" y="69422"/>
                  <a:pt x="69422" y="0"/>
                  <a:pt x="155058"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19" name="Freeform: Shape 18">
            <a:extLst>
              <a:ext uri="{FF2B5EF4-FFF2-40B4-BE49-F238E27FC236}">
                <a16:creationId xmlns:a16="http://schemas.microsoft.com/office/drawing/2014/main" id="{C7B61E2F-FC90-4DFF-A970-F0E69E6A1B56}"/>
              </a:ext>
            </a:extLst>
          </p:cNvPr>
          <p:cNvSpPr/>
          <p:nvPr/>
        </p:nvSpPr>
        <p:spPr>
          <a:xfrm>
            <a:off x="6576397" y="4467044"/>
            <a:ext cx="1884300" cy="1010217"/>
          </a:xfrm>
          <a:custGeom>
            <a:avLst/>
            <a:gdLst>
              <a:gd name="connsiteX0" fmla="*/ 0 w 2417625"/>
              <a:gd name="connsiteY0" fmla="*/ 0 h 1296144"/>
              <a:gd name="connsiteX1" fmla="*/ 2262567 w 2417625"/>
              <a:gd name="connsiteY1" fmla="*/ 0 h 1296144"/>
              <a:gd name="connsiteX2" fmla="*/ 2417625 w 2417625"/>
              <a:gd name="connsiteY2" fmla="*/ 155058 h 1296144"/>
              <a:gd name="connsiteX3" fmla="*/ 2417625 w 2417625"/>
              <a:gd name="connsiteY3" fmla="*/ 1141086 h 1296144"/>
              <a:gd name="connsiteX4" fmla="*/ 2262567 w 2417625"/>
              <a:gd name="connsiteY4" fmla="*/ 1296144 h 1296144"/>
              <a:gd name="connsiteX5" fmla="*/ 841758 w 2417625"/>
              <a:gd name="connsiteY5" fmla="*/ 1296144 h 1296144"/>
              <a:gd name="connsiteX6" fmla="*/ 0 w 2417625"/>
              <a:gd name="connsiteY6" fmla="*/ 0 h 129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7625" h="1296144">
                <a:moveTo>
                  <a:pt x="0" y="0"/>
                </a:moveTo>
                <a:lnTo>
                  <a:pt x="2262567" y="0"/>
                </a:lnTo>
                <a:cubicBezTo>
                  <a:pt x="2348203" y="0"/>
                  <a:pt x="2417625" y="69422"/>
                  <a:pt x="2417625" y="155058"/>
                </a:cubicBezTo>
                <a:lnTo>
                  <a:pt x="2417625" y="1141086"/>
                </a:lnTo>
                <a:cubicBezTo>
                  <a:pt x="2417625" y="1226722"/>
                  <a:pt x="2348203" y="1296144"/>
                  <a:pt x="2262567" y="1296144"/>
                </a:cubicBezTo>
                <a:lnTo>
                  <a:pt x="841758" y="1296144"/>
                </a:lnTo>
                <a:lnTo>
                  <a:pt x="0" y="0"/>
                </a:ln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35" name="TextBox 34">
            <a:extLst>
              <a:ext uri="{FF2B5EF4-FFF2-40B4-BE49-F238E27FC236}">
                <a16:creationId xmlns:a16="http://schemas.microsoft.com/office/drawing/2014/main" id="{D4DCBC8B-FD21-4E15-B1C7-7A7E625971E5}"/>
              </a:ext>
            </a:extLst>
          </p:cNvPr>
          <p:cNvSpPr txBox="1"/>
          <p:nvPr/>
        </p:nvSpPr>
        <p:spPr>
          <a:xfrm>
            <a:off x="2454109" y="1817616"/>
            <a:ext cx="2234768" cy="317459"/>
          </a:xfrm>
          <a:prstGeom prst="rect">
            <a:avLst/>
          </a:prstGeom>
          <a:noFill/>
        </p:spPr>
        <p:txBody>
          <a:bodyPr wrap="square" rtlCol="0">
            <a:spAutoFit/>
          </a:bodyPr>
          <a:lstStyle/>
          <a:p>
            <a:pPr algn="r"/>
            <a:r>
              <a:rPr lang="en-IN" sz="1463" b="1"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Placeholder</a:t>
            </a:r>
          </a:p>
        </p:txBody>
      </p:sp>
      <p:sp>
        <p:nvSpPr>
          <p:cNvPr id="36" name="TextBox 35">
            <a:extLst>
              <a:ext uri="{FF2B5EF4-FFF2-40B4-BE49-F238E27FC236}">
                <a16:creationId xmlns:a16="http://schemas.microsoft.com/office/drawing/2014/main" id="{DB63746F-2E92-461A-9075-1C16F9BB96C9}"/>
              </a:ext>
            </a:extLst>
          </p:cNvPr>
          <p:cNvSpPr txBox="1"/>
          <p:nvPr/>
        </p:nvSpPr>
        <p:spPr>
          <a:xfrm>
            <a:off x="5184023" y="1817616"/>
            <a:ext cx="2234768" cy="317459"/>
          </a:xfrm>
          <a:prstGeom prst="rect">
            <a:avLst/>
          </a:prstGeom>
          <a:noFill/>
        </p:spPr>
        <p:txBody>
          <a:bodyPr wrap="square" rtlCol="0">
            <a:spAutoFit/>
          </a:bodyPr>
          <a:lstStyle/>
          <a:p>
            <a:r>
              <a:rPr lang="en-IN" sz="1463" b="1"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Placeholder</a:t>
            </a:r>
          </a:p>
        </p:txBody>
      </p:sp>
      <p:sp>
        <p:nvSpPr>
          <p:cNvPr id="38" name="TextBox 37">
            <a:extLst>
              <a:ext uri="{FF2B5EF4-FFF2-40B4-BE49-F238E27FC236}">
                <a16:creationId xmlns:a16="http://schemas.microsoft.com/office/drawing/2014/main" id="{0D58584A-033F-4FC9-96B8-C1C14AD9889A}"/>
              </a:ext>
            </a:extLst>
          </p:cNvPr>
          <p:cNvSpPr txBox="1"/>
          <p:nvPr/>
        </p:nvSpPr>
        <p:spPr>
          <a:xfrm>
            <a:off x="4425713" y="2713606"/>
            <a:ext cx="1053983" cy="317459"/>
          </a:xfrm>
          <a:prstGeom prst="rect">
            <a:avLst/>
          </a:prstGeom>
          <a:noFill/>
        </p:spPr>
        <p:txBody>
          <a:bodyPr wrap="square" rtlCol="0" anchor="ctr">
            <a:spAutoFit/>
          </a:bodyPr>
          <a:lstStyle/>
          <a:p>
            <a:pPr algn="ctr"/>
            <a:r>
              <a:rPr lang="en-IN" sz="1463" b="1">
                <a:solidFill>
                  <a:schemeClr val="bg1"/>
                </a:solidFill>
                <a:latin typeface="Open Sans" panose="020B0606030504020204" pitchFamily="34" charset="0"/>
                <a:ea typeface="Open Sans" panose="020B0606030504020204" pitchFamily="34" charset="0"/>
                <a:cs typeface="Open Sans" panose="020B0606030504020204" pitchFamily="34" charset="0"/>
              </a:rPr>
              <a:t>3</a:t>
            </a:r>
            <a:r>
              <a:rPr lang="en-IN" sz="1463" b="1" baseline="30000">
                <a:solidFill>
                  <a:schemeClr val="bg1"/>
                </a:solidFill>
                <a:latin typeface="Open Sans" panose="020B0606030504020204" pitchFamily="34" charset="0"/>
                <a:ea typeface="Open Sans" panose="020B0606030504020204" pitchFamily="34" charset="0"/>
                <a:cs typeface="Open Sans" panose="020B0606030504020204" pitchFamily="34" charset="0"/>
              </a:rPr>
              <a:t>rd</a:t>
            </a:r>
            <a:r>
              <a:rPr lang="en-IN" sz="1463" b="1">
                <a:solidFill>
                  <a:schemeClr val="bg1"/>
                </a:solidFill>
                <a:latin typeface="Open Sans" panose="020B0606030504020204" pitchFamily="34" charset="0"/>
                <a:ea typeface="Open Sans" panose="020B0606030504020204" pitchFamily="34" charset="0"/>
                <a:cs typeface="Open Sans" panose="020B0606030504020204" pitchFamily="34" charset="0"/>
              </a:rPr>
              <a:t> Level</a:t>
            </a:r>
            <a:endParaRPr lang="en-IN" sz="1463"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39" name="TextBox 38">
            <a:extLst>
              <a:ext uri="{FF2B5EF4-FFF2-40B4-BE49-F238E27FC236}">
                <a16:creationId xmlns:a16="http://schemas.microsoft.com/office/drawing/2014/main" id="{7FEE8E0F-BE68-4E71-96A9-E6130582BDE7}"/>
              </a:ext>
            </a:extLst>
          </p:cNvPr>
          <p:cNvSpPr txBox="1"/>
          <p:nvPr/>
        </p:nvSpPr>
        <p:spPr>
          <a:xfrm>
            <a:off x="4425713" y="3722158"/>
            <a:ext cx="1053983" cy="317459"/>
          </a:xfrm>
          <a:prstGeom prst="rect">
            <a:avLst/>
          </a:prstGeom>
          <a:noFill/>
        </p:spPr>
        <p:txBody>
          <a:bodyPr wrap="square" rtlCol="0" anchor="ctr">
            <a:spAutoFit/>
          </a:bodyPr>
          <a:lstStyle/>
          <a:p>
            <a:pPr algn="ctr"/>
            <a:r>
              <a:rPr lang="en-IN" sz="1463" b="1">
                <a:solidFill>
                  <a:schemeClr val="bg1"/>
                </a:solidFill>
                <a:latin typeface="Open Sans" panose="020B0606030504020204" pitchFamily="34" charset="0"/>
                <a:ea typeface="Open Sans" panose="020B0606030504020204" pitchFamily="34" charset="0"/>
                <a:cs typeface="Open Sans" panose="020B0606030504020204" pitchFamily="34" charset="0"/>
              </a:rPr>
              <a:t>2</a:t>
            </a:r>
            <a:r>
              <a:rPr lang="en-IN" sz="1463" b="1" baseline="30000">
                <a:solidFill>
                  <a:schemeClr val="bg1"/>
                </a:solidFill>
                <a:latin typeface="Open Sans" panose="020B0606030504020204" pitchFamily="34" charset="0"/>
                <a:ea typeface="Open Sans" panose="020B0606030504020204" pitchFamily="34" charset="0"/>
                <a:cs typeface="Open Sans" panose="020B0606030504020204" pitchFamily="34" charset="0"/>
              </a:rPr>
              <a:t>nd</a:t>
            </a:r>
            <a:r>
              <a:rPr lang="en-IN" sz="1463" b="1">
                <a:solidFill>
                  <a:schemeClr val="bg1"/>
                </a:solidFill>
                <a:latin typeface="Open Sans" panose="020B0606030504020204" pitchFamily="34" charset="0"/>
                <a:ea typeface="Open Sans" panose="020B0606030504020204" pitchFamily="34" charset="0"/>
                <a:cs typeface="Open Sans" panose="020B0606030504020204" pitchFamily="34" charset="0"/>
              </a:rPr>
              <a:t> Level</a:t>
            </a:r>
            <a:endParaRPr lang="en-IN" sz="1463"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TextBox 39">
            <a:extLst>
              <a:ext uri="{FF2B5EF4-FFF2-40B4-BE49-F238E27FC236}">
                <a16:creationId xmlns:a16="http://schemas.microsoft.com/office/drawing/2014/main" id="{7FD0D8E3-FF4A-4762-A59B-BA52133F7725}"/>
              </a:ext>
            </a:extLst>
          </p:cNvPr>
          <p:cNvSpPr txBox="1"/>
          <p:nvPr/>
        </p:nvSpPr>
        <p:spPr>
          <a:xfrm>
            <a:off x="4425713" y="4783792"/>
            <a:ext cx="1053983" cy="317459"/>
          </a:xfrm>
          <a:prstGeom prst="rect">
            <a:avLst/>
          </a:prstGeom>
          <a:noFill/>
        </p:spPr>
        <p:txBody>
          <a:bodyPr wrap="square" rtlCol="0" anchor="ctr">
            <a:spAutoFit/>
          </a:bodyPr>
          <a:lstStyle/>
          <a:p>
            <a:pPr algn="ctr"/>
            <a:r>
              <a:rPr lang="en-IN" sz="1463" b="1">
                <a:solidFill>
                  <a:schemeClr val="bg1"/>
                </a:solidFill>
                <a:latin typeface="Open Sans" panose="020B0606030504020204" pitchFamily="34" charset="0"/>
                <a:ea typeface="Open Sans" panose="020B0606030504020204" pitchFamily="34" charset="0"/>
                <a:cs typeface="Open Sans" panose="020B0606030504020204" pitchFamily="34" charset="0"/>
              </a:rPr>
              <a:t>1</a:t>
            </a:r>
            <a:r>
              <a:rPr lang="en-IN" sz="1463" b="1" baseline="30000">
                <a:solidFill>
                  <a:schemeClr val="bg1"/>
                </a:solidFill>
                <a:latin typeface="Open Sans" panose="020B0606030504020204" pitchFamily="34" charset="0"/>
                <a:ea typeface="Open Sans" panose="020B0606030504020204" pitchFamily="34" charset="0"/>
                <a:cs typeface="Open Sans" panose="020B0606030504020204" pitchFamily="34" charset="0"/>
              </a:rPr>
              <a:t>st</a:t>
            </a:r>
            <a:r>
              <a:rPr lang="en-IN" sz="1463" b="1">
                <a:solidFill>
                  <a:schemeClr val="bg1"/>
                </a:solidFill>
                <a:latin typeface="Open Sans" panose="020B0606030504020204" pitchFamily="34" charset="0"/>
                <a:ea typeface="Open Sans" panose="020B0606030504020204" pitchFamily="34" charset="0"/>
                <a:cs typeface="Open Sans" panose="020B0606030504020204" pitchFamily="34" charset="0"/>
              </a:rPr>
              <a:t> Level</a:t>
            </a:r>
            <a:endParaRPr lang="en-IN" sz="1463"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1" name="Rectangle 40">
            <a:extLst>
              <a:ext uri="{FF2B5EF4-FFF2-40B4-BE49-F238E27FC236}">
                <a16:creationId xmlns:a16="http://schemas.microsoft.com/office/drawing/2014/main" id="{B17E9E7B-B9BE-4E48-8507-6B71F6EAB67E}"/>
              </a:ext>
            </a:extLst>
          </p:cNvPr>
          <p:cNvSpPr/>
          <p:nvPr/>
        </p:nvSpPr>
        <p:spPr>
          <a:xfrm>
            <a:off x="5819755" y="2589063"/>
            <a:ext cx="1201767" cy="442557"/>
          </a:xfrm>
          <a:prstGeom prst="rect">
            <a:avLst/>
          </a:prstGeom>
        </p:spPr>
        <p:txBody>
          <a:bodyPr wrap="square" lIns="0" rIns="0" anchor="ctr">
            <a:spAutoFit/>
          </a:bodyPr>
          <a:lstStyle/>
          <a:p>
            <a:r>
              <a:rPr lang="en-IN" sz="1138"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Insert your desired text here. </a:t>
            </a:r>
          </a:p>
        </p:txBody>
      </p:sp>
      <p:sp>
        <p:nvSpPr>
          <p:cNvPr id="42" name="Rectangle 41">
            <a:extLst>
              <a:ext uri="{FF2B5EF4-FFF2-40B4-BE49-F238E27FC236}">
                <a16:creationId xmlns:a16="http://schemas.microsoft.com/office/drawing/2014/main" id="{DC097F62-2EB3-467B-9E6B-86D9469655DF}"/>
              </a:ext>
            </a:extLst>
          </p:cNvPr>
          <p:cNvSpPr/>
          <p:nvPr/>
        </p:nvSpPr>
        <p:spPr>
          <a:xfrm>
            <a:off x="6461861" y="3643114"/>
            <a:ext cx="1201767" cy="442557"/>
          </a:xfrm>
          <a:prstGeom prst="rect">
            <a:avLst/>
          </a:prstGeom>
        </p:spPr>
        <p:txBody>
          <a:bodyPr wrap="square" lIns="0" rIns="0" anchor="ctr">
            <a:spAutoFit/>
          </a:bodyPr>
          <a:lstStyle/>
          <a:p>
            <a:r>
              <a:rPr lang="en-IN" sz="1138"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Insert your desired text here. </a:t>
            </a:r>
          </a:p>
        </p:txBody>
      </p:sp>
      <p:sp>
        <p:nvSpPr>
          <p:cNvPr id="43" name="Rectangle 42">
            <a:extLst>
              <a:ext uri="{FF2B5EF4-FFF2-40B4-BE49-F238E27FC236}">
                <a16:creationId xmlns:a16="http://schemas.microsoft.com/office/drawing/2014/main" id="{FA108530-8EE0-4E18-A848-9CE665679A18}"/>
              </a:ext>
            </a:extLst>
          </p:cNvPr>
          <p:cNvSpPr/>
          <p:nvPr/>
        </p:nvSpPr>
        <p:spPr>
          <a:xfrm>
            <a:off x="7176341" y="4653322"/>
            <a:ext cx="1148642" cy="617670"/>
          </a:xfrm>
          <a:prstGeom prst="rect">
            <a:avLst/>
          </a:prstGeom>
        </p:spPr>
        <p:txBody>
          <a:bodyPr wrap="square" lIns="0" rIns="0" anchor="ctr">
            <a:spAutoFit/>
          </a:bodyPr>
          <a:lstStyle/>
          <a:p>
            <a:r>
              <a:rPr lang="en-IN" sz="1138"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Insert your desired text here. </a:t>
            </a:r>
          </a:p>
        </p:txBody>
      </p:sp>
      <p:sp>
        <p:nvSpPr>
          <p:cNvPr id="44" name="Rectangle 43">
            <a:extLst>
              <a:ext uri="{FF2B5EF4-FFF2-40B4-BE49-F238E27FC236}">
                <a16:creationId xmlns:a16="http://schemas.microsoft.com/office/drawing/2014/main" id="{15CB5D70-B4F0-4D0F-8DD5-F09AAF2B4916}"/>
              </a:ext>
            </a:extLst>
          </p:cNvPr>
          <p:cNvSpPr/>
          <p:nvPr/>
        </p:nvSpPr>
        <p:spPr>
          <a:xfrm>
            <a:off x="2854764" y="2589063"/>
            <a:ext cx="1201767" cy="442557"/>
          </a:xfrm>
          <a:prstGeom prst="rect">
            <a:avLst/>
          </a:prstGeom>
        </p:spPr>
        <p:txBody>
          <a:bodyPr wrap="square" lIns="0" rIns="0" anchor="ctr">
            <a:spAutoFit/>
          </a:bodyPr>
          <a:lstStyle/>
          <a:p>
            <a:pPr algn="r"/>
            <a:r>
              <a:rPr lang="en-IN" sz="1138"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Insert your desired text here. </a:t>
            </a:r>
          </a:p>
        </p:txBody>
      </p:sp>
      <p:sp>
        <p:nvSpPr>
          <p:cNvPr id="45" name="Rectangle 44">
            <a:extLst>
              <a:ext uri="{FF2B5EF4-FFF2-40B4-BE49-F238E27FC236}">
                <a16:creationId xmlns:a16="http://schemas.microsoft.com/office/drawing/2014/main" id="{C2A7AC65-1ECC-4BD1-A432-B372007534CF}"/>
              </a:ext>
            </a:extLst>
          </p:cNvPr>
          <p:cNvSpPr/>
          <p:nvPr/>
        </p:nvSpPr>
        <p:spPr>
          <a:xfrm>
            <a:off x="2124330" y="3643114"/>
            <a:ext cx="1201767" cy="442557"/>
          </a:xfrm>
          <a:prstGeom prst="rect">
            <a:avLst/>
          </a:prstGeom>
        </p:spPr>
        <p:txBody>
          <a:bodyPr wrap="square" lIns="0" rIns="0" anchor="ctr">
            <a:spAutoFit/>
          </a:bodyPr>
          <a:lstStyle/>
          <a:p>
            <a:pPr algn="r"/>
            <a:r>
              <a:rPr lang="en-IN" sz="1138"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Insert your desired text here. </a:t>
            </a:r>
          </a:p>
        </p:txBody>
      </p:sp>
      <p:sp>
        <p:nvSpPr>
          <p:cNvPr id="46" name="Rectangle 45">
            <a:extLst>
              <a:ext uri="{FF2B5EF4-FFF2-40B4-BE49-F238E27FC236}">
                <a16:creationId xmlns:a16="http://schemas.microsoft.com/office/drawing/2014/main" id="{4158FF04-AE19-478D-88B6-A9A54321D833}"/>
              </a:ext>
            </a:extLst>
          </p:cNvPr>
          <p:cNvSpPr/>
          <p:nvPr/>
        </p:nvSpPr>
        <p:spPr>
          <a:xfrm>
            <a:off x="1595181" y="4653322"/>
            <a:ext cx="1148642" cy="617670"/>
          </a:xfrm>
          <a:prstGeom prst="rect">
            <a:avLst/>
          </a:prstGeom>
        </p:spPr>
        <p:txBody>
          <a:bodyPr wrap="square" lIns="0" rIns="0" anchor="ctr">
            <a:spAutoFit/>
          </a:bodyPr>
          <a:lstStyle/>
          <a:p>
            <a:pPr algn="r"/>
            <a:r>
              <a:rPr lang="en-IN" sz="1138"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Insert your desired text here. </a:t>
            </a:r>
          </a:p>
        </p:txBody>
      </p:sp>
    </p:spTree>
    <p:extLst>
      <p:ext uri="{BB962C8B-B14F-4D97-AF65-F5344CB8AC3E}">
        <p14:creationId xmlns:p14="http://schemas.microsoft.com/office/powerpoint/2010/main" val="68641617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Freeform 17">
            <a:extLst>
              <a:ext uri="{FF2B5EF4-FFF2-40B4-BE49-F238E27FC236}">
                <a16:creationId xmlns:a16="http://schemas.microsoft.com/office/drawing/2014/main" id="{423D67C6-5836-4A91-8338-C12D2A1DA36D}"/>
              </a:ext>
            </a:extLst>
          </p:cNvPr>
          <p:cNvSpPr>
            <a:spLocks/>
          </p:cNvSpPr>
          <p:nvPr/>
        </p:nvSpPr>
        <p:spPr bwMode="auto">
          <a:xfrm>
            <a:off x="921625" y="1845949"/>
            <a:ext cx="3864346" cy="3865386"/>
          </a:xfrm>
          <a:prstGeom prst="ellipse">
            <a:avLst/>
          </a:prstGeom>
          <a:solidFill>
            <a:schemeClr val="accent2"/>
          </a:solidFill>
          <a:ln w="9525">
            <a:noFill/>
            <a:round/>
            <a:headEnd/>
            <a:tailEnd/>
          </a:ln>
        </p:spPr>
        <p:txBody>
          <a:bodyPr vert="horz" wrap="square" lIns="74314" tIns="37157" rIns="74314" bIns="37157" numCol="1" anchor="ctr" anchorCtr="0" compatLnSpc="1">
            <a:prstTxWarp prst="textNoShape">
              <a:avLst/>
            </a:prstTxWarp>
          </a:bodyPr>
          <a:lstStyle/>
          <a:p>
            <a:pPr algn="ctr"/>
            <a:endParaRPr lang="en-IN" sz="1544" b="1" dirty="0">
              <a:solidFill>
                <a:schemeClr val="bg1"/>
              </a:solidFill>
            </a:endParaRPr>
          </a:p>
        </p:txBody>
      </p:sp>
      <p:sp>
        <p:nvSpPr>
          <p:cNvPr id="21" name="TextBox 20">
            <a:extLst>
              <a:ext uri="{FF2B5EF4-FFF2-40B4-BE49-F238E27FC236}">
                <a16:creationId xmlns:a16="http://schemas.microsoft.com/office/drawing/2014/main" id="{412FE7D1-2566-4406-B6F1-A856275FAE63}"/>
              </a:ext>
            </a:extLst>
          </p:cNvPr>
          <p:cNvSpPr txBox="1"/>
          <p:nvPr/>
        </p:nvSpPr>
        <p:spPr>
          <a:xfrm>
            <a:off x="1135274" y="2050579"/>
            <a:ext cx="3383847" cy="329962"/>
          </a:xfrm>
          <a:prstGeom prst="rect">
            <a:avLst/>
          </a:prstGeom>
          <a:noFill/>
        </p:spPr>
        <p:txBody>
          <a:bodyPr wrap="square" anchor="ctr">
            <a:spAutoFit/>
          </a:bodyPr>
          <a:lstStyle/>
          <a:p>
            <a:pPr algn="ctr"/>
            <a:r>
              <a:rPr lang="en-IN" sz="1544" b="1">
                <a:solidFill>
                  <a:schemeClr val="bg1"/>
                </a:solidFill>
              </a:rPr>
              <a:t>TAM</a:t>
            </a:r>
            <a:endParaRPr lang="en-US" sz="1544"/>
          </a:p>
        </p:txBody>
      </p:sp>
      <p:sp>
        <p:nvSpPr>
          <p:cNvPr id="2" name="Title 1"/>
          <p:cNvSpPr>
            <a:spLocks noGrp="1"/>
          </p:cNvSpPr>
          <p:nvPr>
            <p:ph type="title"/>
          </p:nvPr>
        </p:nvSpPr>
        <p:spPr/>
        <p:txBody>
          <a:bodyPr/>
          <a:lstStyle/>
          <a:p>
            <a:r>
              <a:rPr lang="pl-PL" dirty="0"/>
              <a:t>TAM SAM SOM PowerPoint Template</a:t>
            </a:r>
            <a:endParaRPr lang="en-IN" dirty="0"/>
          </a:p>
        </p:txBody>
      </p:sp>
      <p:cxnSp>
        <p:nvCxnSpPr>
          <p:cNvPr id="45" name="Straight Arrow Connector 44">
            <a:extLst>
              <a:ext uri="{FF2B5EF4-FFF2-40B4-BE49-F238E27FC236}">
                <a16:creationId xmlns:a16="http://schemas.microsoft.com/office/drawing/2014/main" id="{88625FAC-E288-49C5-A116-6B37718FA35A}"/>
              </a:ext>
            </a:extLst>
          </p:cNvPr>
          <p:cNvCxnSpPr>
            <a:cxnSpLocks/>
          </p:cNvCxnSpPr>
          <p:nvPr/>
        </p:nvCxnSpPr>
        <p:spPr>
          <a:xfrm>
            <a:off x="3194075" y="3530928"/>
            <a:ext cx="2284456" cy="0"/>
          </a:xfrm>
          <a:prstGeom prst="straightConnector1">
            <a:avLst/>
          </a:prstGeom>
          <a:ln w="34925" cap="rnd">
            <a:solidFill>
              <a:schemeClr val="accent4"/>
            </a:solidFill>
            <a:headEnd type="none" w="med" len="med"/>
            <a:tailEnd type="oval"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06278FD-EF9C-48FD-A02E-782AFDAB63C3}"/>
              </a:ext>
            </a:extLst>
          </p:cNvPr>
          <p:cNvSpPr txBox="1"/>
          <p:nvPr/>
        </p:nvSpPr>
        <p:spPr>
          <a:xfrm>
            <a:off x="5978114" y="2413478"/>
            <a:ext cx="3190645" cy="225126"/>
          </a:xfrm>
          <a:prstGeom prst="rect">
            <a:avLst/>
          </a:prstGeom>
          <a:noFill/>
        </p:spPr>
        <p:txBody>
          <a:bodyPr wrap="square" lIns="0" tIns="0" rIns="0" bIns="0" rtlCol="0">
            <a:spAutoFit/>
          </a:bodyPr>
          <a:lstStyle/>
          <a:p>
            <a:r>
              <a:rPr lang="en-IN" sz="1463" b="1" cap="all" dirty="0">
                <a:solidFill>
                  <a:schemeClr val="accent2"/>
                </a:solidFill>
              </a:rPr>
              <a:t>Total Addressable Market</a:t>
            </a:r>
          </a:p>
        </p:txBody>
      </p:sp>
      <p:sp>
        <p:nvSpPr>
          <p:cNvPr id="4" name="TextBox 3">
            <a:extLst>
              <a:ext uri="{FF2B5EF4-FFF2-40B4-BE49-F238E27FC236}">
                <a16:creationId xmlns:a16="http://schemas.microsoft.com/office/drawing/2014/main" id="{768DE8E4-7F79-48CE-9EFA-2423DBD44A11}"/>
              </a:ext>
            </a:extLst>
          </p:cNvPr>
          <p:cNvSpPr txBox="1"/>
          <p:nvPr/>
        </p:nvSpPr>
        <p:spPr>
          <a:xfrm>
            <a:off x="5938558" y="5094622"/>
            <a:ext cx="3190645" cy="225126"/>
          </a:xfrm>
          <a:prstGeom prst="rect">
            <a:avLst/>
          </a:prstGeom>
          <a:noFill/>
        </p:spPr>
        <p:txBody>
          <a:bodyPr wrap="square" lIns="0" tIns="0" rIns="0" bIns="0" rtlCol="0">
            <a:spAutoFit/>
          </a:bodyPr>
          <a:lstStyle/>
          <a:p>
            <a:r>
              <a:rPr lang="en-IN" sz="1463" b="1" cap="all" dirty="0">
                <a:solidFill>
                  <a:schemeClr val="accent1"/>
                </a:solidFill>
              </a:rPr>
              <a:t>Service Obtainable Market</a:t>
            </a:r>
          </a:p>
        </p:txBody>
      </p:sp>
      <p:sp>
        <p:nvSpPr>
          <p:cNvPr id="5" name="TextBox 4">
            <a:extLst>
              <a:ext uri="{FF2B5EF4-FFF2-40B4-BE49-F238E27FC236}">
                <a16:creationId xmlns:a16="http://schemas.microsoft.com/office/drawing/2014/main" id="{FACB5C41-28E4-493F-9091-8DDFC3EE9100}"/>
              </a:ext>
            </a:extLst>
          </p:cNvPr>
          <p:cNvSpPr txBox="1"/>
          <p:nvPr/>
        </p:nvSpPr>
        <p:spPr>
          <a:xfrm>
            <a:off x="5944597" y="3699578"/>
            <a:ext cx="3190645" cy="225126"/>
          </a:xfrm>
          <a:prstGeom prst="rect">
            <a:avLst/>
          </a:prstGeom>
          <a:noFill/>
        </p:spPr>
        <p:txBody>
          <a:bodyPr wrap="square" lIns="0" tIns="0" rIns="0" bIns="0" rtlCol="0">
            <a:spAutoFit/>
          </a:bodyPr>
          <a:lstStyle/>
          <a:p>
            <a:r>
              <a:rPr lang="en-IN" sz="1463" b="1" cap="all" dirty="0">
                <a:solidFill>
                  <a:schemeClr val="accent4"/>
                </a:solidFill>
              </a:rPr>
              <a:t>Service Addressable Market</a:t>
            </a:r>
          </a:p>
        </p:txBody>
      </p:sp>
      <p:sp>
        <p:nvSpPr>
          <p:cNvPr id="6" name="TextBox 5">
            <a:extLst>
              <a:ext uri="{FF2B5EF4-FFF2-40B4-BE49-F238E27FC236}">
                <a16:creationId xmlns:a16="http://schemas.microsoft.com/office/drawing/2014/main" id="{F24F2913-3F5C-4444-A061-D74674AE69D1}"/>
              </a:ext>
            </a:extLst>
          </p:cNvPr>
          <p:cNvSpPr txBox="1"/>
          <p:nvPr/>
        </p:nvSpPr>
        <p:spPr>
          <a:xfrm>
            <a:off x="5889348" y="1865923"/>
            <a:ext cx="2288344" cy="592598"/>
          </a:xfrm>
          <a:prstGeom prst="rect">
            <a:avLst/>
          </a:prstGeom>
          <a:noFill/>
        </p:spPr>
        <p:txBody>
          <a:bodyPr wrap="square" anchor="b">
            <a:spAutoFit/>
          </a:bodyPr>
          <a:lstStyle/>
          <a:p>
            <a:r>
              <a:rPr lang="en-US" sz="3251" b="1">
                <a:solidFill>
                  <a:schemeClr val="accent2"/>
                </a:solidFill>
              </a:rPr>
              <a:t>$1.9 Bn</a:t>
            </a:r>
          </a:p>
        </p:txBody>
      </p:sp>
      <p:sp>
        <p:nvSpPr>
          <p:cNvPr id="7" name="Rectangle 6">
            <a:extLst>
              <a:ext uri="{FF2B5EF4-FFF2-40B4-BE49-F238E27FC236}">
                <a16:creationId xmlns:a16="http://schemas.microsoft.com/office/drawing/2014/main" id="{94D418E8-0997-4B40-956D-11FB40FAF02B}"/>
              </a:ext>
            </a:extLst>
          </p:cNvPr>
          <p:cNvSpPr/>
          <p:nvPr/>
        </p:nvSpPr>
        <p:spPr>
          <a:xfrm>
            <a:off x="5978114" y="2737228"/>
            <a:ext cx="1676169" cy="157607"/>
          </a:xfrm>
          <a:prstGeom prst="rect">
            <a:avLst/>
          </a:prstGeom>
        </p:spPr>
        <p:txBody>
          <a:bodyPr wrap="square" lIns="0" tIns="0" rIns="0" bIns="0" anchor="t">
            <a:spAutoFit/>
          </a:bodyPr>
          <a:lstStyle/>
          <a:p>
            <a:pPr>
              <a:lnSpc>
                <a:spcPct val="90000"/>
              </a:lnSpc>
              <a:spcBef>
                <a:spcPts val="325"/>
              </a:spcBef>
            </a:pPr>
            <a:r>
              <a:rPr lang="en-IN" sz="1138" dirty="0">
                <a:solidFill>
                  <a:schemeClr val="tx1">
                    <a:lumMod val="65000"/>
                    <a:lumOff val="35000"/>
                  </a:schemeClr>
                </a:solidFill>
                <a:ea typeface="Open Sans" panose="020B0606030504020204" pitchFamily="34" charset="0"/>
                <a:cs typeface="Open Sans" panose="020B0606030504020204" pitchFamily="34" charset="0"/>
              </a:rPr>
              <a:t>This is a sample text</a:t>
            </a:r>
            <a:r>
              <a:rPr lang="en-IN" sz="1138">
                <a:solidFill>
                  <a:schemeClr val="tx1">
                    <a:lumMod val="65000"/>
                    <a:lumOff val="35000"/>
                  </a:schemeClr>
                </a:solidFill>
                <a:ea typeface="Open Sans" panose="020B0606030504020204" pitchFamily="34" charset="0"/>
                <a:cs typeface="Open Sans" panose="020B0606030504020204" pitchFamily="34" charset="0"/>
              </a:rPr>
              <a:t>. </a:t>
            </a:r>
            <a:endParaRPr lang="en-IN" sz="1138" dirty="0">
              <a:solidFill>
                <a:schemeClr val="tx1">
                  <a:lumMod val="65000"/>
                  <a:lumOff val="35000"/>
                </a:schemeClr>
              </a:solidFill>
              <a:ea typeface="Open Sans" panose="020B0606030504020204" pitchFamily="34" charset="0"/>
              <a:cs typeface="Open Sans" panose="020B0606030504020204" pitchFamily="34" charset="0"/>
            </a:endParaRPr>
          </a:p>
        </p:txBody>
      </p:sp>
      <p:sp>
        <p:nvSpPr>
          <p:cNvPr id="8" name="TextBox 7">
            <a:extLst>
              <a:ext uri="{FF2B5EF4-FFF2-40B4-BE49-F238E27FC236}">
                <a16:creationId xmlns:a16="http://schemas.microsoft.com/office/drawing/2014/main" id="{C548749D-AFCB-446E-ACDD-7A26B4377FC8}"/>
              </a:ext>
            </a:extLst>
          </p:cNvPr>
          <p:cNvSpPr txBox="1"/>
          <p:nvPr/>
        </p:nvSpPr>
        <p:spPr>
          <a:xfrm>
            <a:off x="5889348" y="3181279"/>
            <a:ext cx="1530356" cy="542584"/>
          </a:xfrm>
          <a:prstGeom prst="rect">
            <a:avLst/>
          </a:prstGeom>
          <a:noFill/>
        </p:spPr>
        <p:txBody>
          <a:bodyPr wrap="square" anchor="b">
            <a:spAutoFit/>
          </a:bodyPr>
          <a:lstStyle/>
          <a:p>
            <a:r>
              <a:rPr lang="en-US" sz="2926" b="1">
                <a:solidFill>
                  <a:schemeClr val="accent4"/>
                </a:solidFill>
              </a:rPr>
              <a:t>$532M</a:t>
            </a:r>
          </a:p>
        </p:txBody>
      </p:sp>
      <p:sp>
        <p:nvSpPr>
          <p:cNvPr id="9" name="TextBox 8">
            <a:extLst>
              <a:ext uri="{FF2B5EF4-FFF2-40B4-BE49-F238E27FC236}">
                <a16:creationId xmlns:a16="http://schemas.microsoft.com/office/drawing/2014/main" id="{C77DE9DB-6C42-4912-9B04-B433A78C2DF7}"/>
              </a:ext>
            </a:extLst>
          </p:cNvPr>
          <p:cNvSpPr txBox="1"/>
          <p:nvPr/>
        </p:nvSpPr>
        <p:spPr>
          <a:xfrm>
            <a:off x="5875988" y="4602052"/>
            <a:ext cx="1530356" cy="492571"/>
          </a:xfrm>
          <a:prstGeom prst="rect">
            <a:avLst/>
          </a:prstGeom>
          <a:noFill/>
        </p:spPr>
        <p:txBody>
          <a:bodyPr wrap="square" anchor="b">
            <a:spAutoFit/>
          </a:bodyPr>
          <a:lstStyle/>
          <a:p>
            <a:r>
              <a:rPr lang="en-US" sz="2601" b="1">
                <a:solidFill>
                  <a:schemeClr val="accent1"/>
                </a:solidFill>
              </a:rPr>
              <a:t>$10.6M</a:t>
            </a:r>
          </a:p>
        </p:txBody>
      </p:sp>
      <p:sp>
        <p:nvSpPr>
          <p:cNvPr id="10" name="Rectangle 9">
            <a:extLst>
              <a:ext uri="{FF2B5EF4-FFF2-40B4-BE49-F238E27FC236}">
                <a16:creationId xmlns:a16="http://schemas.microsoft.com/office/drawing/2014/main" id="{DA864FC8-E987-4040-B500-293A42C8C211}"/>
              </a:ext>
            </a:extLst>
          </p:cNvPr>
          <p:cNvSpPr/>
          <p:nvPr/>
        </p:nvSpPr>
        <p:spPr>
          <a:xfrm>
            <a:off x="5938558" y="5437614"/>
            <a:ext cx="1676169" cy="157607"/>
          </a:xfrm>
          <a:prstGeom prst="rect">
            <a:avLst/>
          </a:prstGeom>
        </p:spPr>
        <p:txBody>
          <a:bodyPr wrap="square" lIns="0" tIns="0" rIns="0" bIns="0" anchor="t">
            <a:spAutoFit/>
          </a:bodyPr>
          <a:lstStyle/>
          <a:p>
            <a:pPr>
              <a:lnSpc>
                <a:spcPct val="90000"/>
              </a:lnSpc>
              <a:spcBef>
                <a:spcPts val="325"/>
              </a:spcBef>
            </a:pPr>
            <a:r>
              <a:rPr lang="en-IN" sz="1138">
                <a:solidFill>
                  <a:schemeClr val="tx1">
                    <a:lumMod val="65000"/>
                    <a:lumOff val="35000"/>
                  </a:schemeClr>
                </a:solidFill>
                <a:ea typeface="Open Sans" panose="020B0606030504020204" pitchFamily="34" charset="0"/>
                <a:cs typeface="Open Sans" panose="020B0606030504020204" pitchFamily="34" charset="0"/>
              </a:rPr>
              <a:t>This is a sample text. </a:t>
            </a:r>
            <a:endParaRPr lang="en-IN" sz="1138" dirty="0">
              <a:solidFill>
                <a:schemeClr val="tx1">
                  <a:lumMod val="65000"/>
                  <a:lumOff val="35000"/>
                </a:schemeClr>
              </a:solidFill>
              <a:ea typeface="Open Sans" panose="020B0606030504020204" pitchFamily="34" charset="0"/>
              <a:cs typeface="Open Sans" panose="020B0606030504020204" pitchFamily="34" charset="0"/>
            </a:endParaRPr>
          </a:p>
        </p:txBody>
      </p:sp>
      <p:sp>
        <p:nvSpPr>
          <p:cNvPr id="11" name="Rectangle 10">
            <a:extLst>
              <a:ext uri="{FF2B5EF4-FFF2-40B4-BE49-F238E27FC236}">
                <a16:creationId xmlns:a16="http://schemas.microsoft.com/office/drawing/2014/main" id="{4345BC60-2B3F-4B7B-88AB-80F99261BF75}"/>
              </a:ext>
            </a:extLst>
          </p:cNvPr>
          <p:cNvSpPr/>
          <p:nvPr/>
        </p:nvSpPr>
        <p:spPr>
          <a:xfrm>
            <a:off x="5944597" y="4008802"/>
            <a:ext cx="1676169" cy="157607"/>
          </a:xfrm>
          <a:prstGeom prst="rect">
            <a:avLst/>
          </a:prstGeom>
        </p:spPr>
        <p:txBody>
          <a:bodyPr wrap="square" lIns="0" tIns="0" rIns="0" bIns="0" anchor="t">
            <a:spAutoFit/>
          </a:bodyPr>
          <a:lstStyle/>
          <a:p>
            <a:pPr>
              <a:lnSpc>
                <a:spcPct val="90000"/>
              </a:lnSpc>
              <a:spcBef>
                <a:spcPts val="325"/>
              </a:spcBef>
            </a:pPr>
            <a:r>
              <a:rPr lang="en-IN" sz="1138">
                <a:solidFill>
                  <a:schemeClr val="tx1">
                    <a:lumMod val="65000"/>
                    <a:lumOff val="35000"/>
                  </a:schemeClr>
                </a:solidFill>
                <a:ea typeface="Open Sans" panose="020B0606030504020204" pitchFamily="34" charset="0"/>
                <a:cs typeface="Open Sans" panose="020B0606030504020204" pitchFamily="34" charset="0"/>
              </a:rPr>
              <a:t>This is a sample text. </a:t>
            </a:r>
            <a:endParaRPr lang="en-IN" sz="1138" dirty="0">
              <a:solidFill>
                <a:schemeClr val="tx1">
                  <a:lumMod val="65000"/>
                  <a:lumOff val="35000"/>
                </a:schemeClr>
              </a:solidFill>
              <a:ea typeface="Open Sans" panose="020B0606030504020204" pitchFamily="34" charset="0"/>
              <a:cs typeface="Open Sans" panose="020B0606030504020204" pitchFamily="34" charset="0"/>
            </a:endParaRPr>
          </a:p>
        </p:txBody>
      </p:sp>
      <p:cxnSp>
        <p:nvCxnSpPr>
          <p:cNvPr id="42" name="Straight Arrow Connector 41">
            <a:extLst>
              <a:ext uri="{FF2B5EF4-FFF2-40B4-BE49-F238E27FC236}">
                <a16:creationId xmlns:a16="http://schemas.microsoft.com/office/drawing/2014/main" id="{FE1EF595-5693-4558-9419-852E2DA7D71E}"/>
              </a:ext>
            </a:extLst>
          </p:cNvPr>
          <p:cNvCxnSpPr>
            <a:cxnSpLocks/>
          </p:cNvCxnSpPr>
          <p:nvPr/>
        </p:nvCxnSpPr>
        <p:spPr>
          <a:xfrm>
            <a:off x="3194075" y="2235740"/>
            <a:ext cx="2293837" cy="0"/>
          </a:xfrm>
          <a:prstGeom prst="straightConnector1">
            <a:avLst/>
          </a:prstGeom>
          <a:ln w="34925" cap="rnd">
            <a:solidFill>
              <a:schemeClr val="accent2"/>
            </a:solidFill>
            <a:headEnd type="none" w="med" len="med"/>
            <a:tailEnd type="oval" w="lg" len="lg"/>
          </a:ln>
        </p:spPr>
        <p:style>
          <a:lnRef idx="1">
            <a:schemeClr val="accent1"/>
          </a:lnRef>
          <a:fillRef idx="0">
            <a:schemeClr val="accent1"/>
          </a:fillRef>
          <a:effectRef idx="0">
            <a:schemeClr val="accent1"/>
          </a:effectRef>
          <a:fontRef idx="minor">
            <a:schemeClr val="tx1"/>
          </a:fontRef>
        </p:style>
      </p:cxnSp>
      <p:sp>
        <p:nvSpPr>
          <p:cNvPr id="22" name="Freeform 17">
            <a:extLst>
              <a:ext uri="{FF2B5EF4-FFF2-40B4-BE49-F238E27FC236}">
                <a16:creationId xmlns:a16="http://schemas.microsoft.com/office/drawing/2014/main" id="{4C87E036-2D37-40B8-9110-2B94C625D6CB}"/>
              </a:ext>
            </a:extLst>
          </p:cNvPr>
          <p:cNvSpPr>
            <a:spLocks/>
          </p:cNvSpPr>
          <p:nvPr/>
        </p:nvSpPr>
        <p:spPr bwMode="auto">
          <a:xfrm>
            <a:off x="1399158" y="2960925"/>
            <a:ext cx="2783251" cy="2784000"/>
          </a:xfrm>
          <a:prstGeom prst="ellipse">
            <a:avLst/>
          </a:prstGeom>
          <a:solidFill>
            <a:schemeClr val="accent4"/>
          </a:solidFill>
          <a:ln w="25400">
            <a:solidFill>
              <a:schemeClr val="bg1"/>
            </a:solidFill>
            <a:round/>
            <a:headEnd/>
            <a:tailEnd/>
          </a:ln>
        </p:spPr>
        <p:txBody>
          <a:bodyPr vert="horz" wrap="square" lIns="74314" tIns="37157" rIns="74314" bIns="37157" numCol="1" anchor="ctr" anchorCtr="0" compatLnSpc="1">
            <a:prstTxWarp prst="textNoShape">
              <a:avLst/>
            </a:prstTxWarp>
          </a:bodyPr>
          <a:lstStyle/>
          <a:p>
            <a:pPr algn="ctr"/>
            <a:endParaRPr lang="en-IN" sz="1544" b="1" dirty="0">
              <a:solidFill>
                <a:schemeClr val="bg1"/>
              </a:solidFill>
            </a:endParaRPr>
          </a:p>
        </p:txBody>
      </p:sp>
      <p:sp>
        <p:nvSpPr>
          <p:cNvPr id="24" name="TextBox 23">
            <a:extLst>
              <a:ext uri="{FF2B5EF4-FFF2-40B4-BE49-F238E27FC236}">
                <a16:creationId xmlns:a16="http://schemas.microsoft.com/office/drawing/2014/main" id="{97CD5B71-7491-414C-9009-30EC51BD47B9}"/>
              </a:ext>
            </a:extLst>
          </p:cNvPr>
          <p:cNvSpPr txBox="1"/>
          <p:nvPr/>
        </p:nvSpPr>
        <p:spPr>
          <a:xfrm>
            <a:off x="1135274" y="3365947"/>
            <a:ext cx="3383847" cy="329962"/>
          </a:xfrm>
          <a:prstGeom prst="rect">
            <a:avLst/>
          </a:prstGeom>
          <a:noFill/>
        </p:spPr>
        <p:txBody>
          <a:bodyPr wrap="square" anchor="ctr">
            <a:spAutoFit/>
          </a:bodyPr>
          <a:lstStyle/>
          <a:p>
            <a:pPr algn="ctr"/>
            <a:r>
              <a:rPr lang="en-IN" sz="1544" b="1">
                <a:solidFill>
                  <a:schemeClr val="bg1"/>
                </a:solidFill>
              </a:rPr>
              <a:t>SAM</a:t>
            </a:r>
            <a:endParaRPr lang="en-US" sz="1544"/>
          </a:p>
        </p:txBody>
      </p:sp>
      <p:cxnSp>
        <p:nvCxnSpPr>
          <p:cNvPr id="58" name="Straight Arrow Connector 57">
            <a:extLst>
              <a:ext uri="{FF2B5EF4-FFF2-40B4-BE49-F238E27FC236}">
                <a16:creationId xmlns:a16="http://schemas.microsoft.com/office/drawing/2014/main" id="{72AB460B-CB52-4381-90F8-01B4FF29EF26}"/>
              </a:ext>
            </a:extLst>
          </p:cNvPr>
          <p:cNvCxnSpPr>
            <a:cxnSpLocks/>
          </p:cNvCxnSpPr>
          <p:nvPr/>
        </p:nvCxnSpPr>
        <p:spPr>
          <a:xfrm>
            <a:off x="3304479" y="4893274"/>
            <a:ext cx="2174052" cy="0"/>
          </a:xfrm>
          <a:prstGeom prst="straightConnector1">
            <a:avLst/>
          </a:prstGeom>
          <a:ln w="34925" cap="rnd">
            <a:solidFill>
              <a:schemeClr val="accent1"/>
            </a:solidFill>
            <a:headEnd type="none" w="med" len="med"/>
            <a:tailEnd type="oval" w="lg" len="lg"/>
          </a:ln>
        </p:spPr>
        <p:style>
          <a:lnRef idx="1">
            <a:schemeClr val="accent1"/>
          </a:lnRef>
          <a:fillRef idx="0">
            <a:schemeClr val="accent1"/>
          </a:fillRef>
          <a:effectRef idx="0">
            <a:schemeClr val="accent1"/>
          </a:effectRef>
          <a:fontRef idx="minor">
            <a:schemeClr val="tx1"/>
          </a:fontRef>
        </p:style>
      </p:cxnSp>
      <p:sp>
        <p:nvSpPr>
          <p:cNvPr id="23" name="Freeform 17">
            <a:extLst>
              <a:ext uri="{FF2B5EF4-FFF2-40B4-BE49-F238E27FC236}">
                <a16:creationId xmlns:a16="http://schemas.microsoft.com/office/drawing/2014/main" id="{818FF64E-7608-4EE2-941D-01EC133A4713}"/>
              </a:ext>
            </a:extLst>
          </p:cNvPr>
          <p:cNvSpPr>
            <a:spLocks/>
          </p:cNvSpPr>
          <p:nvPr/>
        </p:nvSpPr>
        <p:spPr bwMode="auto">
          <a:xfrm>
            <a:off x="1947611" y="4008801"/>
            <a:ext cx="1729085" cy="1729550"/>
          </a:xfrm>
          <a:prstGeom prst="ellipse">
            <a:avLst/>
          </a:prstGeom>
          <a:solidFill>
            <a:schemeClr val="accent1"/>
          </a:solidFill>
          <a:ln w="25400">
            <a:solidFill>
              <a:schemeClr val="bg1"/>
            </a:solidFill>
            <a:round/>
            <a:headEnd/>
            <a:tailEnd/>
          </a:ln>
        </p:spPr>
        <p:txBody>
          <a:bodyPr vert="horz" wrap="square" lIns="74314" tIns="37157" rIns="74314" bIns="37157" numCol="1" anchor="ctr" anchorCtr="0" compatLnSpc="1">
            <a:prstTxWarp prst="textNoShape">
              <a:avLst/>
            </a:prstTxWarp>
          </a:bodyPr>
          <a:lstStyle/>
          <a:p>
            <a:pPr algn="ctr"/>
            <a:endParaRPr lang="en-IN" sz="1544" b="1" dirty="0">
              <a:solidFill>
                <a:schemeClr val="bg1"/>
              </a:solidFill>
            </a:endParaRPr>
          </a:p>
        </p:txBody>
      </p:sp>
      <p:sp>
        <p:nvSpPr>
          <p:cNvPr id="25" name="TextBox 24">
            <a:extLst>
              <a:ext uri="{FF2B5EF4-FFF2-40B4-BE49-F238E27FC236}">
                <a16:creationId xmlns:a16="http://schemas.microsoft.com/office/drawing/2014/main" id="{4965B418-F8F7-4B26-8B9A-81CCB3EE0351}"/>
              </a:ext>
            </a:extLst>
          </p:cNvPr>
          <p:cNvSpPr txBox="1"/>
          <p:nvPr/>
        </p:nvSpPr>
        <p:spPr>
          <a:xfrm>
            <a:off x="1135274" y="4728293"/>
            <a:ext cx="3383847" cy="329962"/>
          </a:xfrm>
          <a:prstGeom prst="rect">
            <a:avLst/>
          </a:prstGeom>
          <a:noFill/>
        </p:spPr>
        <p:txBody>
          <a:bodyPr wrap="square" anchor="ctr">
            <a:spAutoFit/>
          </a:bodyPr>
          <a:lstStyle/>
          <a:p>
            <a:pPr algn="ctr"/>
            <a:r>
              <a:rPr lang="en-IN" sz="1544" b="1">
                <a:solidFill>
                  <a:schemeClr val="bg1"/>
                </a:solidFill>
              </a:rPr>
              <a:t>SOM</a:t>
            </a:r>
            <a:endParaRPr lang="en-US" sz="1544"/>
          </a:p>
        </p:txBody>
      </p:sp>
    </p:spTree>
    <p:extLst>
      <p:ext uri="{BB962C8B-B14F-4D97-AF65-F5344CB8AC3E}">
        <p14:creationId xmlns:p14="http://schemas.microsoft.com/office/powerpoint/2010/main" val="364210891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Rounded Corners 9">
            <a:extLst>
              <a:ext uri="{FF2B5EF4-FFF2-40B4-BE49-F238E27FC236}">
                <a16:creationId xmlns:a16="http://schemas.microsoft.com/office/drawing/2014/main" id="{13EFCA38-FB92-5885-6E20-08CA203991AD}"/>
              </a:ext>
            </a:extLst>
          </p:cNvPr>
          <p:cNvSpPr/>
          <p:nvPr/>
        </p:nvSpPr>
        <p:spPr>
          <a:xfrm>
            <a:off x="545697" y="2387387"/>
            <a:ext cx="2765565" cy="2065955"/>
          </a:xfrm>
          <a:prstGeom prst="roundRect">
            <a:avLst>
              <a:gd name="adj" fmla="val 15364"/>
            </a:avLst>
          </a:prstGeom>
          <a:solidFill>
            <a:schemeClr val="tx1">
              <a:alpha val="22000"/>
            </a:schemeClr>
          </a:solidFill>
          <a:ln>
            <a:noFill/>
          </a:ln>
          <a:effectLst>
            <a:softEdge rad="3429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11" name="Rectangle: Rounded Corners 10">
            <a:extLst>
              <a:ext uri="{FF2B5EF4-FFF2-40B4-BE49-F238E27FC236}">
                <a16:creationId xmlns:a16="http://schemas.microsoft.com/office/drawing/2014/main" id="{C6CDE8A9-D902-DEDD-EE87-50F24D6F887F}"/>
              </a:ext>
            </a:extLst>
          </p:cNvPr>
          <p:cNvSpPr/>
          <p:nvPr/>
        </p:nvSpPr>
        <p:spPr>
          <a:xfrm>
            <a:off x="3474915" y="2387387"/>
            <a:ext cx="2765565" cy="2065955"/>
          </a:xfrm>
          <a:prstGeom prst="roundRect">
            <a:avLst>
              <a:gd name="adj" fmla="val 15364"/>
            </a:avLst>
          </a:prstGeom>
          <a:solidFill>
            <a:schemeClr val="tx1">
              <a:alpha val="22000"/>
            </a:schemeClr>
          </a:solidFill>
          <a:ln>
            <a:noFill/>
          </a:ln>
          <a:effectLst>
            <a:softEdge rad="3429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12" name="Rectangle: Rounded Corners 11">
            <a:extLst>
              <a:ext uri="{FF2B5EF4-FFF2-40B4-BE49-F238E27FC236}">
                <a16:creationId xmlns:a16="http://schemas.microsoft.com/office/drawing/2014/main" id="{0FE99BDE-46EE-A0C9-E1D5-418459CA929E}"/>
              </a:ext>
            </a:extLst>
          </p:cNvPr>
          <p:cNvSpPr/>
          <p:nvPr/>
        </p:nvSpPr>
        <p:spPr>
          <a:xfrm>
            <a:off x="6404132" y="2387387"/>
            <a:ext cx="2765565" cy="2065955"/>
          </a:xfrm>
          <a:prstGeom prst="roundRect">
            <a:avLst>
              <a:gd name="adj" fmla="val 15364"/>
            </a:avLst>
          </a:prstGeom>
          <a:solidFill>
            <a:schemeClr val="tx1">
              <a:alpha val="22000"/>
            </a:schemeClr>
          </a:solidFill>
          <a:ln>
            <a:noFill/>
          </a:ln>
          <a:effectLst>
            <a:softEdge rad="3429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2" name="Title 1">
            <a:extLst>
              <a:ext uri="{FF2B5EF4-FFF2-40B4-BE49-F238E27FC236}">
                <a16:creationId xmlns:a16="http://schemas.microsoft.com/office/drawing/2014/main" id="{A6E70826-2C84-EDCD-7219-D77346B6E75B}"/>
              </a:ext>
            </a:extLst>
          </p:cNvPr>
          <p:cNvSpPr>
            <a:spLocks noGrp="1"/>
          </p:cNvSpPr>
          <p:nvPr>
            <p:ph type="title"/>
          </p:nvPr>
        </p:nvSpPr>
        <p:spPr/>
        <p:txBody>
          <a:bodyPr/>
          <a:lstStyle/>
          <a:p>
            <a:r>
              <a:rPr lang="en-US" dirty="0"/>
              <a:t>3-Item Cards Infographic PowerPoint Template</a:t>
            </a:r>
            <a:endParaRPr lang="en-IN" dirty="0"/>
          </a:p>
        </p:txBody>
      </p:sp>
      <p:sp>
        <p:nvSpPr>
          <p:cNvPr id="3" name="Rectangle: Rounded Corners 2">
            <a:extLst>
              <a:ext uri="{FF2B5EF4-FFF2-40B4-BE49-F238E27FC236}">
                <a16:creationId xmlns:a16="http://schemas.microsoft.com/office/drawing/2014/main" id="{D1A31E15-6E6E-3AE5-9DAC-849AEB399E5E}"/>
              </a:ext>
            </a:extLst>
          </p:cNvPr>
          <p:cNvSpPr/>
          <p:nvPr/>
        </p:nvSpPr>
        <p:spPr>
          <a:xfrm>
            <a:off x="736305" y="2293422"/>
            <a:ext cx="2574957" cy="1919787"/>
          </a:xfrm>
          <a:prstGeom prst="roundRect">
            <a:avLst>
              <a:gd name="adj" fmla="val 15364"/>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8" name="Rectangle: Rounded Corners 7">
            <a:extLst>
              <a:ext uri="{FF2B5EF4-FFF2-40B4-BE49-F238E27FC236}">
                <a16:creationId xmlns:a16="http://schemas.microsoft.com/office/drawing/2014/main" id="{5B39EE65-1415-0589-4D69-DB66B1657230}"/>
              </a:ext>
            </a:extLst>
          </p:cNvPr>
          <p:cNvSpPr/>
          <p:nvPr/>
        </p:nvSpPr>
        <p:spPr>
          <a:xfrm>
            <a:off x="3665522" y="2293422"/>
            <a:ext cx="2574957" cy="1919787"/>
          </a:xfrm>
          <a:prstGeom prst="roundRect">
            <a:avLst>
              <a:gd name="adj" fmla="val 15364"/>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9" name="Rectangle: Rounded Corners 8">
            <a:extLst>
              <a:ext uri="{FF2B5EF4-FFF2-40B4-BE49-F238E27FC236}">
                <a16:creationId xmlns:a16="http://schemas.microsoft.com/office/drawing/2014/main" id="{7D9E46BB-5DF8-5EAE-2E47-835253698BE2}"/>
              </a:ext>
            </a:extLst>
          </p:cNvPr>
          <p:cNvSpPr/>
          <p:nvPr/>
        </p:nvSpPr>
        <p:spPr>
          <a:xfrm>
            <a:off x="6594739" y="2293422"/>
            <a:ext cx="2574957" cy="1919787"/>
          </a:xfrm>
          <a:prstGeom prst="roundRect">
            <a:avLst>
              <a:gd name="adj" fmla="val 15364"/>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grpSp>
        <p:nvGrpSpPr>
          <p:cNvPr id="43" name="Group 42">
            <a:extLst>
              <a:ext uri="{FF2B5EF4-FFF2-40B4-BE49-F238E27FC236}">
                <a16:creationId xmlns:a16="http://schemas.microsoft.com/office/drawing/2014/main" id="{37990C02-EA26-6E16-A9DB-FD5914BE8390}"/>
              </a:ext>
            </a:extLst>
          </p:cNvPr>
          <p:cNvGrpSpPr/>
          <p:nvPr/>
        </p:nvGrpSpPr>
        <p:grpSpPr>
          <a:xfrm>
            <a:off x="866549" y="2036858"/>
            <a:ext cx="2314468" cy="1981719"/>
            <a:chOff x="1066244" y="2111826"/>
            <a:chExt cx="2847834" cy="2438404"/>
          </a:xfrm>
        </p:grpSpPr>
        <p:sp>
          <p:nvSpPr>
            <p:cNvPr id="14" name="Rectangle: Rounded Corners 13">
              <a:extLst>
                <a:ext uri="{FF2B5EF4-FFF2-40B4-BE49-F238E27FC236}">
                  <a16:creationId xmlns:a16="http://schemas.microsoft.com/office/drawing/2014/main" id="{E5B6427F-40FF-7E5A-DD47-4E1254641D98}"/>
                </a:ext>
              </a:extLst>
            </p:cNvPr>
            <p:cNvSpPr/>
            <p:nvPr/>
          </p:nvSpPr>
          <p:spPr>
            <a:xfrm>
              <a:off x="1518053" y="2111826"/>
              <a:ext cx="1944216" cy="1389181"/>
            </a:xfrm>
            <a:prstGeom prst="roundRect">
              <a:avLst>
                <a:gd name="adj" fmla="val 21112"/>
              </a:avLst>
            </a:prstGeom>
            <a:solidFill>
              <a:srgbClr val="4CA3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19" name="Oval 18">
              <a:extLst>
                <a:ext uri="{FF2B5EF4-FFF2-40B4-BE49-F238E27FC236}">
                  <a16:creationId xmlns:a16="http://schemas.microsoft.com/office/drawing/2014/main" id="{D9C26675-49DF-FEA3-9EA5-48914B00A788}"/>
                </a:ext>
              </a:extLst>
            </p:cNvPr>
            <p:cNvSpPr/>
            <p:nvPr/>
          </p:nvSpPr>
          <p:spPr>
            <a:xfrm flipV="1">
              <a:off x="1066244" y="2708290"/>
              <a:ext cx="2847834" cy="792716"/>
            </a:xfrm>
            <a:prstGeom prst="ellipse">
              <a:avLst/>
            </a:prstGeom>
            <a:gradFill flip="none" rotWithShape="1">
              <a:gsLst>
                <a:gs pos="0">
                  <a:schemeClr val="tx1">
                    <a:alpha val="54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23" name="Oval 22">
              <a:extLst>
                <a:ext uri="{FF2B5EF4-FFF2-40B4-BE49-F238E27FC236}">
                  <a16:creationId xmlns:a16="http://schemas.microsoft.com/office/drawing/2014/main" id="{9759EAF8-C448-2BA4-869D-0613D76F9E3B}"/>
                </a:ext>
              </a:extLst>
            </p:cNvPr>
            <p:cNvSpPr/>
            <p:nvPr/>
          </p:nvSpPr>
          <p:spPr>
            <a:xfrm flipV="1">
              <a:off x="1182489" y="2695544"/>
              <a:ext cx="1123818" cy="268292"/>
            </a:xfrm>
            <a:prstGeom prst="ellipse">
              <a:avLst/>
            </a:prstGeom>
            <a:gradFill flip="none" rotWithShape="1">
              <a:gsLst>
                <a:gs pos="0">
                  <a:schemeClr val="tx1">
                    <a:alpha val="18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24" name="Oval 23">
              <a:extLst>
                <a:ext uri="{FF2B5EF4-FFF2-40B4-BE49-F238E27FC236}">
                  <a16:creationId xmlns:a16="http://schemas.microsoft.com/office/drawing/2014/main" id="{C464CF14-D27E-04AB-11BC-967F9922A6E6}"/>
                </a:ext>
              </a:extLst>
            </p:cNvPr>
            <p:cNvSpPr/>
            <p:nvPr/>
          </p:nvSpPr>
          <p:spPr>
            <a:xfrm flipV="1">
              <a:off x="2724406" y="2695544"/>
              <a:ext cx="1123818" cy="268292"/>
            </a:xfrm>
            <a:prstGeom prst="ellipse">
              <a:avLst/>
            </a:prstGeom>
            <a:gradFill flip="none" rotWithShape="1">
              <a:gsLst>
                <a:gs pos="0">
                  <a:schemeClr val="tx1">
                    <a:alpha val="18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20" name="Freeform: Shape 19">
              <a:extLst>
                <a:ext uri="{FF2B5EF4-FFF2-40B4-BE49-F238E27FC236}">
                  <a16:creationId xmlns:a16="http://schemas.microsoft.com/office/drawing/2014/main" id="{553E94EE-8EEF-4459-1FD3-5A52168831C7}"/>
                </a:ext>
              </a:extLst>
            </p:cNvPr>
            <p:cNvSpPr/>
            <p:nvPr/>
          </p:nvSpPr>
          <p:spPr>
            <a:xfrm rot="10800000">
              <a:off x="1120878" y="2780929"/>
              <a:ext cx="2738569" cy="1769301"/>
            </a:xfrm>
            <a:custGeom>
              <a:avLst/>
              <a:gdLst>
                <a:gd name="connsiteX0" fmla="*/ 2738569 w 2738569"/>
                <a:gd name="connsiteY0" fmla="*/ 1769301 h 1769301"/>
                <a:gd name="connsiteX1" fmla="*/ 1526388 w 2738569"/>
                <a:gd name="connsiteY1" fmla="*/ 1769301 h 1769301"/>
                <a:gd name="connsiteX2" fmla="*/ 1369284 w 2738569"/>
                <a:gd name="connsiteY2" fmla="*/ 1562323 h 1769301"/>
                <a:gd name="connsiteX3" fmla="*/ 1212180 w 2738569"/>
                <a:gd name="connsiteY3" fmla="*/ 1769301 h 1769301"/>
                <a:gd name="connsiteX4" fmla="*/ 0 w 2738569"/>
                <a:gd name="connsiteY4" fmla="*/ 1769301 h 1769301"/>
                <a:gd name="connsiteX5" fmla="*/ 0 w 2738569"/>
                <a:gd name="connsiteY5" fmla="*/ 0 h 1769301"/>
                <a:gd name="connsiteX6" fmla="*/ 2738569 w 2738569"/>
                <a:gd name="connsiteY6" fmla="*/ 0 h 1769301"/>
                <a:gd name="connsiteX7" fmla="*/ 2738569 w 2738569"/>
                <a:gd name="connsiteY7" fmla="*/ 1769301 h 1769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38569" h="1769301">
                  <a:moveTo>
                    <a:pt x="2738569" y="1769301"/>
                  </a:moveTo>
                  <a:lnTo>
                    <a:pt x="1526388" y="1769301"/>
                  </a:lnTo>
                  <a:lnTo>
                    <a:pt x="1369284" y="1562323"/>
                  </a:lnTo>
                  <a:lnTo>
                    <a:pt x="1212180" y="1769301"/>
                  </a:lnTo>
                  <a:lnTo>
                    <a:pt x="0" y="1769301"/>
                  </a:lnTo>
                  <a:lnTo>
                    <a:pt x="0" y="0"/>
                  </a:lnTo>
                  <a:lnTo>
                    <a:pt x="2738569" y="0"/>
                  </a:lnTo>
                  <a:lnTo>
                    <a:pt x="2738569" y="176930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sp>
          <p:nvSpPr>
            <p:cNvPr id="25" name="TextBox 24">
              <a:extLst>
                <a:ext uri="{FF2B5EF4-FFF2-40B4-BE49-F238E27FC236}">
                  <a16:creationId xmlns:a16="http://schemas.microsoft.com/office/drawing/2014/main" id="{12118C4C-9775-105F-48A5-CF53D7DADB36}"/>
                </a:ext>
              </a:extLst>
            </p:cNvPr>
            <p:cNvSpPr txBox="1"/>
            <p:nvPr/>
          </p:nvSpPr>
          <p:spPr>
            <a:xfrm>
              <a:off x="2221498" y="2230395"/>
              <a:ext cx="537327" cy="461665"/>
            </a:xfrm>
            <a:prstGeom prst="rect">
              <a:avLst/>
            </a:prstGeom>
            <a:noFill/>
          </p:spPr>
          <p:txBody>
            <a:bodyPr wrap="none" lIns="0" tIns="0" rIns="0" bIns="0" rtlCol="0" anchor="ctr">
              <a:noAutofit/>
            </a:bodyPr>
            <a:lstStyle/>
            <a:p>
              <a:pPr algn="ctr"/>
              <a:r>
                <a:rPr lang="en-IN" sz="1544" b="1" dirty="0">
                  <a:solidFill>
                    <a:schemeClr val="bg1"/>
                  </a:solidFill>
                </a:rPr>
                <a:t>01</a:t>
              </a:r>
            </a:p>
          </p:txBody>
        </p:sp>
      </p:grpSp>
      <p:cxnSp>
        <p:nvCxnSpPr>
          <p:cNvPr id="27" name="Straight Connector 26">
            <a:extLst>
              <a:ext uri="{FF2B5EF4-FFF2-40B4-BE49-F238E27FC236}">
                <a16:creationId xmlns:a16="http://schemas.microsoft.com/office/drawing/2014/main" id="{BF250436-D40A-7479-6628-F4A11F2185E2}"/>
              </a:ext>
            </a:extLst>
          </p:cNvPr>
          <p:cNvCxnSpPr>
            <a:cxnSpLocks/>
          </p:cNvCxnSpPr>
          <p:nvPr/>
        </p:nvCxnSpPr>
        <p:spPr>
          <a:xfrm>
            <a:off x="1575957" y="2993651"/>
            <a:ext cx="0" cy="854061"/>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577902B5-7842-5AD3-F151-15E94109A62F}"/>
              </a:ext>
            </a:extLst>
          </p:cNvPr>
          <p:cNvGrpSpPr/>
          <p:nvPr/>
        </p:nvGrpSpPr>
        <p:grpSpPr>
          <a:xfrm>
            <a:off x="1744787" y="2986260"/>
            <a:ext cx="1360889" cy="928002"/>
            <a:chOff x="251173" y="3780428"/>
            <a:chExt cx="2240456" cy="1141859"/>
          </a:xfrm>
        </p:grpSpPr>
        <p:sp>
          <p:nvSpPr>
            <p:cNvPr id="31" name="TextBox 30">
              <a:extLst>
                <a:ext uri="{FF2B5EF4-FFF2-40B4-BE49-F238E27FC236}">
                  <a16:creationId xmlns:a16="http://schemas.microsoft.com/office/drawing/2014/main" id="{E9F6A235-D48B-D16B-AD06-5684923611E0}"/>
                </a:ext>
              </a:extLst>
            </p:cNvPr>
            <p:cNvSpPr txBox="1"/>
            <p:nvPr/>
          </p:nvSpPr>
          <p:spPr>
            <a:xfrm>
              <a:off x="251173" y="4145436"/>
              <a:ext cx="2240456" cy="776851"/>
            </a:xfrm>
            <a:prstGeom prst="rect">
              <a:avLst/>
            </a:prstGeom>
            <a:noFill/>
          </p:spPr>
          <p:txBody>
            <a:bodyPr wrap="square" lIns="0" tIns="0" rIns="0" bIns="0" rtlCol="0" anchor="t">
              <a:noAutofit/>
            </a:bodyPr>
            <a:lstStyle/>
            <a:p>
              <a:pPr algn="ctr">
                <a:defRPr/>
              </a:pPr>
              <a:r>
                <a:rPr lang="en-US" sz="1138" kern="0" dirty="0">
                  <a:solidFill>
                    <a:schemeClr val="tx1">
                      <a:lumMod val="95000"/>
                      <a:lumOff val="5000"/>
                    </a:schemeClr>
                  </a:solidFill>
                  <a:latin typeface="Segoe UI" panose="020B0502040204020203" pitchFamily="34" charset="0"/>
                  <a:ea typeface="Calibri Light" charset="0"/>
                  <a:cs typeface="Segoe UI" panose="020B0502040204020203" pitchFamily="34" charset="0"/>
                </a:rPr>
                <a:t>This is a sample text. Insert your desired text here.</a:t>
              </a:r>
              <a:endParaRPr lang="en-US" sz="1138" kern="0" dirty="0">
                <a:solidFill>
                  <a:schemeClr val="tx1">
                    <a:lumMod val="95000"/>
                    <a:lumOff val="5000"/>
                  </a:schemeClr>
                </a:solidFill>
                <a:cs typeface="Arial" panose="020B0604020202020204" pitchFamily="34" charset="0"/>
              </a:endParaRPr>
            </a:p>
          </p:txBody>
        </p:sp>
        <p:sp>
          <p:nvSpPr>
            <p:cNvPr id="32" name="TextBox 31">
              <a:extLst>
                <a:ext uri="{FF2B5EF4-FFF2-40B4-BE49-F238E27FC236}">
                  <a16:creationId xmlns:a16="http://schemas.microsoft.com/office/drawing/2014/main" id="{D25253F4-2EDD-C866-23FE-3F13FF177E2E}"/>
                </a:ext>
              </a:extLst>
            </p:cNvPr>
            <p:cNvSpPr txBox="1"/>
            <p:nvPr/>
          </p:nvSpPr>
          <p:spPr>
            <a:xfrm>
              <a:off x="251173" y="3780428"/>
              <a:ext cx="2240456" cy="271725"/>
            </a:xfrm>
            <a:prstGeom prst="rect">
              <a:avLst/>
            </a:prstGeom>
            <a:noFill/>
          </p:spPr>
          <p:txBody>
            <a:bodyPr wrap="square" lIns="0" tIns="0" rIns="0" bIns="0" rtlCol="0" anchor="t">
              <a:noAutofit/>
            </a:bodyPr>
            <a:lstStyle/>
            <a:p>
              <a:pPr algn="ctr">
                <a:lnSpc>
                  <a:spcPct val="110000"/>
                </a:lnSpc>
                <a:defRPr/>
              </a:pPr>
              <a:r>
                <a:rPr lang="en-US" sz="1463" b="1" kern="0" dirty="0">
                  <a:solidFill>
                    <a:schemeClr val="accent1"/>
                  </a:solidFill>
                  <a:latin typeface="Segoe UI" panose="020B0502040204020203" pitchFamily="34" charset="0"/>
                  <a:ea typeface="Calibri Light" charset="0"/>
                  <a:cs typeface="Segoe UI" panose="020B0502040204020203" pitchFamily="34" charset="0"/>
                </a:rPr>
                <a:t>Placeholder</a:t>
              </a:r>
              <a:endParaRPr lang="en-US" sz="1463" b="1" kern="0" dirty="0">
                <a:solidFill>
                  <a:schemeClr val="accent1"/>
                </a:solidFill>
                <a:cs typeface="Arial" panose="020B0604020202020204" pitchFamily="34" charset="0"/>
              </a:endParaRPr>
            </a:p>
          </p:txBody>
        </p:sp>
      </p:grpSp>
      <p:cxnSp>
        <p:nvCxnSpPr>
          <p:cNvPr id="33" name="Straight Connector 32">
            <a:extLst>
              <a:ext uri="{FF2B5EF4-FFF2-40B4-BE49-F238E27FC236}">
                <a16:creationId xmlns:a16="http://schemas.microsoft.com/office/drawing/2014/main" id="{7F005CDB-3644-A325-D9BA-5069620DBEB9}"/>
              </a:ext>
            </a:extLst>
          </p:cNvPr>
          <p:cNvCxnSpPr>
            <a:cxnSpLocks/>
          </p:cNvCxnSpPr>
          <p:nvPr/>
        </p:nvCxnSpPr>
        <p:spPr>
          <a:xfrm>
            <a:off x="4515255" y="2993651"/>
            <a:ext cx="0" cy="85406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0459D965-B8EF-F280-F1E2-D0FBFCCBA3CC}"/>
              </a:ext>
            </a:extLst>
          </p:cNvPr>
          <p:cNvGrpSpPr/>
          <p:nvPr/>
        </p:nvGrpSpPr>
        <p:grpSpPr>
          <a:xfrm>
            <a:off x="3840168" y="2036858"/>
            <a:ext cx="2225667" cy="1981719"/>
            <a:chOff x="4682944" y="2111826"/>
            <a:chExt cx="2738569" cy="2438404"/>
          </a:xfrm>
        </p:grpSpPr>
        <p:sp>
          <p:nvSpPr>
            <p:cNvPr id="37" name="Rectangle: Rounded Corners 36">
              <a:extLst>
                <a:ext uri="{FF2B5EF4-FFF2-40B4-BE49-F238E27FC236}">
                  <a16:creationId xmlns:a16="http://schemas.microsoft.com/office/drawing/2014/main" id="{6E2C8E4F-6C57-3090-5DAD-40F3465423D9}"/>
                </a:ext>
              </a:extLst>
            </p:cNvPr>
            <p:cNvSpPr/>
            <p:nvPr/>
          </p:nvSpPr>
          <p:spPr>
            <a:xfrm>
              <a:off x="5080119" y="2111826"/>
              <a:ext cx="1944216" cy="1389181"/>
            </a:xfrm>
            <a:prstGeom prst="roundRect">
              <a:avLst>
                <a:gd name="adj" fmla="val 21112"/>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38" name="Oval 37">
              <a:extLst>
                <a:ext uri="{FF2B5EF4-FFF2-40B4-BE49-F238E27FC236}">
                  <a16:creationId xmlns:a16="http://schemas.microsoft.com/office/drawing/2014/main" id="{B48A035D-2BCA-E378-0C9E-2B5E4ADE2784}"/>
                </a:ext>
              </a:extLst>
            </p:cNvPr>
            <p:cNvSpPr/>
            <p:nvPr/>
          </p:nvSpPr>
          <p:spPr>
            <a:xfrm flipV="1">
              <a:off x="4744555" y="2695544"/>
              <a:ext cx="1123818" cy="268292"/>
            </a:xfrm>
            <a:prstGeom prst="ellipse">
              <a:avLst/>
            </a:prstGeom>
            <a:gradFill flip="none" rotWithShape="1">
              <a:gsLst>
                <a:gs pos="0">
                  <a:schemeClr val="tx1">
                    <a:alpha val="18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39" name="Oval 38">
              <a:extLst>
                <a:ext uri="{FF2B5EF4-FFF2-40B4-BE49-F238E27FC236}">
                  <a16:creationId xmlns:a16="http://schemas.microsoft.com/office/drawing/2014/main" id="{A83A3F7B-B201-776B-04CB-78E17698E41E}"/>
                </a:ext>
              </a:extLst>
            </p:cNvPr>
            <p:cNvSpPr/>
            <p:nvPr/>
          </p:nvSpPr>
          <p:spPr>
            <a:xfrm flipV="1">
              <a:off x="6286472" y="2695544"/>
              <a:ext cx="1123818" cy="268292"/>
            </a:xfrm>
            <a:prstGeom prst="ellipse">
              <a:avLst/>
            </a:prstGeom>
            <a:gradFill flip="none" rotWithShape="1">
              <a:gsLst>
                <a:gs pos="0">
                  <a:schemeClr val="tx1">
                    <a:alpha val="18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40" name="Freeform: Shape 39">
              <a:extLst>
                <a:ext uri="{FF2B5EF4-FFF2-40B4-BE49-F238E27FC236}">
                  <a16:creationId xmlns:a16="http://schemas.microsoft.com/office/drawing/2014/main" id="{93E064F0-F14F-BC8E-CF4E-053199AF33B2}"/>
                </a:ext>
              </a:extLst>
            </p:cNvPr>
            <p:cNvSpPr/>
            <p:nvPr/>
          </p:nvSpPr>
          <p:spPr>
            <a:xfrm rot="10800000">
              <a:off x="4682944" y="2780929"/>
              <a:ext cx="2738569" cy="1769301"/>
            </a:xfrm>
            <a:custGeom>
              <a:avLst/>
              <a:gdLst>
                <a:gd name="connsiteX0" fmla="*/ 2738569 w 2738569"/>
                <a:gd name="connsiteY0" fmla="*/ 1769301 h 1769301"/>
                <a:gd name="connsiteX1" fmla="*/ 1526388 w 2738569"/>
                <a:gd name="connsiteY1" fmla="*/ 1769301 h 1769301"/>
                <a:gd name="connsiteX2" fmla="*/ 1369284 w 2738569"/>
                <a:gd name="connsiteY2" fmla="*/ 1562323 h 1769301"/>
                <a:gd name="connsiteX3" fmla="*/ 1212180 w 2738569"/>
                <a:gd name="connsiteY3" fmla="*/ 1769301 h 1769301"/>
                <a:gd name="connsiteX4" fmla="*/ 0 w 2738569"/>
                <a:gd name="connsiteY4" fmla="*/ 1769301 h 1769301"/>
                <a:gd name="connsiteX5" fmla="*/ 0 w 2738569"/>
                <a:gd name="connsiteY5" fmla="*/ 0 h 1769301"/>
                <a:gd name="connsiteX6" fmla="*/ 2738569 w 2738569"/>
                <a:gd name="connsiteY6" fmla="*/ 0 h 1769301"/>
                <a:gd name="connsiteX7" fmla="*/ 2738569 w 2738569"/>
                <a:gd name="connsiteY7" fmla="*/ 1769301 h 1769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38569" h="1769301">
                  <a:moveTo>
                    <a:pt x="2738569" y="1769301"/>
                  </a:moveTo>
                  <a:lnTo>
                    <a:pt x="1526388" y="1769301"/>
                  </a:lnTo>
                  <a:lnTo>
                    <a:pt x="1369284" y="1562323"/>
                  </a:lnTo>
                  <a:lnTo>
                    <a:pt x="1212180" y="1769301"/>
                  </a:lnTo>
                  <a:lnTo>
                    <a:pt x="0" y="1769301"/>
                  </a:lnTo>
                  <a:lnTo>
                    <a:pt x="0" y="0"/>
                  </a:lnTo>
                  <a:lnTo>
                    <a:pt x="2738569" y="0"/>
                  </a:lnTo>
                  <a:lnTo>
                    <a:pt x="2738569" y="176930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sp>
          <p:nvSpPr>
            <p:cNvPr id="41" name="TextBox 40">
              <a:extLst>
                <a:ext uri="{FF2B5EF4-FFF2-40B4-BE49-F238E27FC236}">
                  <a16:creationId xmlns:a16="http://schemas.microsoft.com/office/drawing/2014/main" id="{F8E257ED-C048-4237-F2A3-B2F84448F897}"/>
                </a:ext>
              </a:extLst>
            </p:cNvPr>
            <p:cNvSpPr txBox="1"/>
            <p:nvPr/>
          </p:nvSpPr>
          <p:spPr>
            <a:xfrm>
              <a:off x="5783564" y="2230395"/>
              <a:ext cx="537327" cy="461665"/>
            </a:xfrm>
            <a:prstGeom prst="rect">
              <a:avLst/>
            </a:prstGeom>
            <a:noFill/>
          </p:spPr>
          <p:txBody>
            <a:bodyPr wrap="none" lIns="0" tIns="0" rIns="0" bIns="0" rtlCol="0" anchor="ctr">
              <a:noAutofit/>
            </a:bodyPr>
            <a:lstStyle/>
            <a:p>
              <a:pPr algn="ctr"/>
              <a:r>
                <a:rPr lang="en-IN" sz="1544" b="1" dirty="0">
                  <a:solidFill>
                    <a:schemeClr val="bg1"/>
                  </a:solidFill>
                </a:rPr>
                <a:t>02</a:t>
              </a:r>
            </a:p>
          </p:txBody>
        </p:sp>
      </p:grpSp>
      <p:grpSp>
        <p:nvGrpSpPr>
          <p:cNvPr id="44" name="Group 43">
            <a:extLst>
              <a:ext uri="{FF2B5EF4-FFF2-40B4-BE49-F238E27FC236}">
                <a16:creationId xmlns:a16="http://schemas.microsoft.com/office/drawing/2014/main" id="{24F3FDED-0CD9-1702-4FB8-CBF79C52F61D}"/>
              </a:ext>
            </a:extLst>
          </p:cNvPr>
          <p:cNvGrpSpPr/>
          <p:nvPr/>
        </p:nvGrpSpPr>
        <p:grpSpPr>
          <a:xfrm>
            <a:off x="6769385" y="2036858"/>
            <a:ext cx="2225667" cy="1981719"/>
            <a:chOff x="4682944" y="2111826"/>
            <a:chExt cx="2738569" cy="2438404"/>
          </a:xfrm>
        </p:grpSpPr>
        <p:sp>
          <p:nvSpPr>
            <p:cNvPr id="45" name="Rectangle: Rounded Corners 44">
              <a:extLst>
                <a:ext uri="{FF2B5EF4-FFF2-40B4-BE49-F238E27FC236}">
                  <a16:creationId xmlns:a16="http://schemas.microsoft.com/office/drawing/2014/main" id="{3FA76DC3-53C1-B557-35C1-33DDAFB1F5AB}"/>
                </a:ext>
              </a:extLst>
            </p:cNvPr>
            <p:cNvSpPr/>
            <p:nvPr/>
          </p:nvSpPr>
          <p:spPr>
            <a:xfrm>
              <a:off x="5080119" y="2111826"/>
              <a:ext cx="1944216" cy="1389181"/>
            </a:xfrm>
            <a:prstGeom prst="roundRect">
              <a:avLst>
                <a:gd name="adj" fmla="val 2111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sp>
          <p:nvSpPr>
            <p:cNvPr id="46" name="Oval 45">
              <a:extLst>
                <a:ext uri="{FF2B5EF4-FFF2-40B4-BE49-F238E27FC236}">
                  <a16:creationId xmlns:a16="http://schemas.microsoft.com/office/drawing/2014/main" id="{0798DE5F-B50E-7C0A-A63A-66378B774F28}"/>
                </a:ext>
              </a:extLst>
            </p:cNvPr>
            <p:cNvSpPr/>
            <p:nvPr/>
          </p:nvSpPr>
          <p:spPr>
            <a:xfrm flipV="1">
              <a:off x="4744555" y="2695544"/>
              <a:ext cx="1123818" cy="268292"/>
            </a:xfrm>
            <a:prstGeom prst="ellipse">
              <a:avLst/>
            </a:prstGeom>
            <a:gradFill flip="none" rotWithShape="1">
              <a:gsLst>
                <a:gs pos="0">
                  <a:schemeClr val="tx1">
                    <a:alpha val="18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47" name="Oval 46">
              <a:extLst>
                <a:ext uri="{FF2B5EF4-FFF2-40B4-BE49-F238E27FC236}">
                  <a16:creationId xmlns:a16="http://schemas.microsoft.com/office/drawing/2014/main" id="{FF631874-965A-FA45-2CEB-A110DFE4D489}"/>
                </a:ext>
              </a:extLst>
            </p:cNvPr>
            <p:cNvSpPr/>
            <p:nvPr/>
          </p:nvSpPr>
          <p:spPr>
            <a:xfrm flipV="1">
              <a:off x="6286472" y="2695544"/>
              <a:ext cx="1123818" cy="268292"/>
            </a:xfrm>
            <a:prstGeom prst="ellipse">
              <a:avLst/>
            </a:prstGeom>
            <a:gradFill flip="none" rotWithShape="1">
              <a:gsLst>
                <a:gs pos="0">
                  <a:schemeClr val="tx1">
                    <a:alpha val="18000"/>
                  </a:schemeClr>
                </a:gs>
                <a:gs pos="100000">
                  <a:schemeClr val="tx1">
                    <a:lumMod val="95000"/>
                    <a:lumOff val="5000"/>
                    <a:alpha val="0"/>
                  </a:schemeClr>
                </a:gs>
              </a:gsLst>
              <a:path path="shape">
                <a:fillToRect l="50000" t="50000" r="50000" b="50000"/>
              </a:path>
              <a:tileRect/>
            </a:gradFill>
            <a:ln w="25400" cap="flat" cmpd="sng" algn="ctr">
              <a:noFill/>
              <a:prstDash val="solid"/>
            </a:ln>
            <a:effectLst/>
          </p:spPr>
          <p:txBody>
            <a:bodyPr rtlCol="0" anchor="ctr"/>
            <a:lstStyle/>
            <a:p>
              <a:pPr algn="ctr" defTabSz="743133" fontAlgn="auto">
                <a:spcBef>
                  <a:spcPts val="0"/>
                </a:spcBef>
                <a:spcAft>
                  <a:spcPts val="0"/>
                </a:spcAft>
                <a:defRPr/>
              </a:pPr>
              <a:endParaRPr lang="en-US" sz="1463" kern="0">
                <a:solidFill>
                  <a:sysClr val="window" lastClr="FFFFFF"/>
                </a:solidFill>
                <a:latin typeface="Calibri"/>
                <a:cs typeface="+mn-cs"/>
              </a:endParaRPr>
            </a:p>
          </p:txBody>
        </p:sp>
        <p:sp>
          <p:nvSpPr>
            <p:cNvPr id="48" name="Freeform: Shape 47">
              <a:extLst>
                <a:ext uri="{FF2B5EF4-FFF2-40B4-BE49-F238E27FC236}">
                  <a16:creationId xmlns:a16="http://schemas.microsoft.com/office/drawing/2014/main" id="{727CBD0D-2476-8302-3686-A858EDFCC576}"/>
                </a:ext>
              </a:extLst>
            </p:cNvPr>
            <p:cNvSpPr/>
            <p:nvPr/>
          </p:nvSpPr>
          <p:spPr>
            <a:xfrm rot="10800000">
              <a:off x="4682944" y="2780929"/>
              <a:ext cx="2738569" cy="1769301"/>
            </a:xfrm>
            <a:custGeom>
              <a:avLst/>
              <a:gdLst>
                <a:gd name="connsiteX0" fmla="*/ 2738569 w 2738569"/>
                <a:gd name="connsiteY0" fmla="*/ 1769301 h 1769301"/>
                <a:gd name="connsiteX1" fmla="*/ 1526388 w 2738569"/>
                <a:gd name="connsiteY1" fmla="*/ 1769301 h 1769301"/>
                <a:gd name="connsiteX2" fmla="*/ 1369284 w 2738569"/>
                <a:gd name="connsiteY2" fmla="*/ 1562323 h 1769301"/>
                <a:gd name="connsiteX3" fmla="*/ 1212180 w 2738569"/>
                <a:gd name="connsiteY3" fmla="*/ 1769301 h 1769301"/>
                <a:gd name="connsiteX4" fmla="*/ 0 w 2738569"/>
                <a:gd name="connsiteY4" fmla="*/ 1769301 h 1769301"/>
                <a:gd name="connsiteX5" fmla="*/ 0 w 2738569"/>
                <a:gd name="connsiteY5" fmla="*/ 0 h 1769301"/>
                <a:gd name="connsiteX6" fmla="*/ 2738569 w 2738569"/>
                <a:gd name="connsiteY6" fmla="*/ 0 h 1769301"/>
                <a:gd name="connsiteX7" fmla="*/ 2738569 w 2738569"/>
                <a:gd name="connsiteY7" fmla="*/ 1769301 h 1769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38569" h="1769301">
                  <a:moveTo>
                    <a:pt x="2738569" y="1769301"/>
                  </a:moveTo>
                  <a:lnTo>
                    <a:pt x="1526388" y="1769301"/>
                  </a:lnTo>
                  <a:lnTo>
                    <a:pt x="1369284" y="1562323"/>
                  </a:lnTo>
                  <a:lnTo>
                    <a:pt x="1212180" y="1769301"/>
                  </a:lnTo>
                  <a:lnTo>
                    <a:pt x="0" y="1769301"/>
                  </a:lnTo>
                  <a:lnTo>
                    <a:pt x="0" y="0"/>
                  </a:lnTo>
                  <a:lnTo>
                    <a:pt x="2738569" y="0"/>
                  </a:lnTo>
                  <a:lnTo>
                    <a:pt x="2738569" y="176930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sp>
          <p:nvSpPr>
            <p:cNvPr id="49" name="TextBox 48">
              <a:extLst>
                <a:ext uri="{FF2B5EF4-FFF2-40B4-BE49-F238E27FC236}">
                  <a16:creationId xmlns:a16="http://schemas.microsoft.com/office/drawing/2014/main" id="{EBB86B23-41B8-6E63-D2E3-31837BA2E049}"/>
                </a:ext>
              </a:extLst>
            </p:cNvPr>
            <p:cNvSpPr txBox="1"/>
            <p:nvPr/>
          </p:nvSpPr>
          <p:spPr>
            <a:xfrm>
              <a:off x="5783564" y="2230395"/>
              <a:ext cx="537327" cy="461665"/>
            </a:xfrm>
            <a:prstGeom prst="rect">
              <a:avLst/>
            </a:prstGeom>
            <a:noFill/>
          </p:spPr>
          <p:txBody>
            <a:bodyPr wrap="none" lIns="0" tIns="0" rIns="0" bIns="0" rtlCol="0" anchor="ctr">
              <a:noAutofit/>
            </a:bodyPr>
            <a:lstStyle/>
            <a:p>
              <a:pPr algn="ctr"/>
              <a:r>
                <a:rPr lang="en-IN" sz="1544" b="1" dirty="0">
                  <a:solidFill>
                    <a:schemeClr val="bg1"/>
                  </a:solidFill>
                </a:rPr>
                <a:t>03</a:t>
              </a:r>
            </a:p>
          </p:txBody>
        </p:sp>
      </p:grpSp>
      <p:cxnSp>
        <p:nvCxnSpPr>
          <p:cNvPr id="53" name="Straight Connector 52">
            <a:extLst>
              <a:ext uri="{FF2B5EF4-FFF2-40B4-BE49-F238E27FC236}">
                <a16:creationId xmlns:a16="http://schemas.microsoft.com/office/drawing/2014/main" id="{15165318-AACB-6D91-7735-D564A64D474F}"/>
              </a:ext>
            </a:extLst>
          </p:cNvPr>
          <p:cNvCxnSpPr>
            <a:cxnSpLocks/>
          </p:cNvCxnSpPr>
          <p:nvPr/>
        </p:nvCxnSpPr>
        <p:spPr>
          <a:xfrm>
            <a:off x="4559622" y="2993651"/>
            <a:ext cx="0" cy="854061"/>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52E30165-1278-4F10-686C-FBB109CF8B82}"/>
              </a:ext>
            </a:extLst>
          </p:cNvPr>
          <p:cNvCxnSpPr>
            <a:cxnSpLocks/>
          </p:cNvCxnSpPr>
          <p:nvPr/>
        </p:nvCxnSpPr>
        <p:spPr>
          <a:xfrm>
            <a:off x="7487830" y="2993651"/>
            <a:ext cx="0" cy="854061"/>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3EE948BE-2C70-0C42-98BF-011EBCE43EC2}"/>
              </a:ext>
            </a:extLst>
          </p:cNvPr>
          <p:cNvGrpSpPr/>
          <p:nvPr/>
        </p:nvGrpSpPr>
        <p:grpSpPr>
          <a:xfrm>
            <a:off x="7656659" y="2986260"/>
            <a:ext cx="1360889" cy="928002"/>
            <a:chOff x="251173" y="3780428"/>
            <a:chExt cx="2240456" cy="1141859"/>
          </a:xfrm>
        </p:grpSpPr>
        <p:sp>
          <p:nvSpPr>
            <p:cNvPr id="59" name="TextBox 58">
              <a:extLst>
                <a:ext uri="{FF2B5EF4-FFF2-40B4-BE49-F238E27FC236}">
                  <a16:creationId xmlns:a16="http://schemas.microsoft.com/office/drawing/2014/main" id="{016B0092-2A9C-78BE-D41A-BDC4ECDB983B}"/>
                </a:ext>
              </a:extLst>
            </p:cNvPr>
            <p:cNvSpPr txBox="1"/>
            <p:nvPr/>
          </p:nvSpPr>
          <p:spPr>
            <a:xfrm>
              <a:off x="251173" y="4145436"/>
              <a:ext cx="2240456" cy="776851"/>
            </a:xfrm>
            <a:prstGeom prst="rect">
              <a:avLst/>
            </a:prstGeom>
            <a:noFill/>
          </p:spPr>
          <p:txBody>
            <a:bodyPr wrap="square" lIns="0" tIns="0" rIns="0" bIns="0" rtlCol="0" anchor="t">
              <a:noAutofit/>
            </a:bodyPr>
            <a:lstStyle/>
            <a:p>
              <a:pPr algn="ctr">
                <a:defRPr/>
              </a:pPr>
              <a:r>
                <a:rPr lang="en-US" sz="1138" kern="0" dirty="0">
                  <a:solidFill>
                    <a:schemeClr val="tx1">
                      <a:lumMod val="95000"/>
                      <a:lumOff val="5000"/>
                    </a:schemeClr>
                  </a:solidFill>
                  <a:latin typeface="Segoe UI" panose="020B0502040204020203" pitchFamily="34" charset="0"/>
                  <a:ea typeface="Calibri Light" charset="0"/>
                  <a:cs typeface="Segoe UI" panose="020B0502040204020203" pitchFamily="34" charset="0"/>
                </a:rPr>
                <a:t>This is a sample text. Insert your desired text here.</a:t>
              </a:r>
              <a:endParaRPr lang="en-US" sz="1138" kern="0" dirty="0">
                <a:solidFill>
                  <a:schemeClr val="tx1">
                    <a:lumMod val="95000"/>
                    <a:lumOff val="5000"/>
                  </a:schemeClr>
                </a:solidFill>
                <a:cs typeface="Arial" panose="020B0604020202020204" pitchFamily="34" charset="0"/>
              </a:endParaRPr>
            </a:p>
          </p:txBody>
        </p:sp>
        <p:sp>
          <p:nvSpPr>
            <p:cNvPr id="60" name="TextBox 59">
              <a:extLst>
                <a:ext uri="{FF2B5EF4-FFF2-40B4-BE49-F238E27FC236}">
                  <a16:creationId xmlns:a16="http://schemas.microsoft.com/office/drawing/2014/main" id="{9989CF49-8D16-B26C-E172-C4FF2631AC41}"/>
                </a:ext>
              </a:extLst>
            </p:cNvPr>
            <p:cNvSpPr txBox="1"/>
            <p:nvPr/>
          </p:nvSpPr>
          <p:spPr>
            <a:xfrm>
              <a:off x="251173" y="3780428"/>
              <a:ext cx="2240456" cy="271725"/>
            </a:xfrm>
            <a:prstGeom prst="rect">
              <a:avLst/>
            </a:prstGeom>
            <a:noFill/>
          </p:spPr>
          <p:txBody>
            <a:bodyPr wrap="square" lIns="0" tIns="0" rIns="0" bIns="0" rtlCol="0" anchor="t">
              <a:noAutofit/>
            </a:bodyPr>
            <a:lstStyle/>
            <a:p>
              <a:pPr algn="ctr">
                <a:lnSpc>
                  <a:spcPct val="110000"/>
                </a:lnSpc>
                <a:defRPr/>
              </a:pPr>
              <a:r>
                <a:rPr lang="en-US" sz="1463" b="1" kern="0" dirty="0">
                  <a:solidFill>
                    <a:schemeClr val="accent3"/>
                  </a:solidFill>
                  <a:latin typeface="Segoe UI" panose="020B0502040204020203" pitchFamily="34" charset="0"/>
                  <a:ea typeface="Calibri Light" charset="0"/>
                  <a:cs typeface="Segoe UI" panose="020B0502040204020203" pitchFamily="34" charset="0"/>
                </a:rPr>
                <a:t>Placeholder</a:t>
              </a:r>
              <a:endParaRPr lang="en-US" sz="1463" b="1" kern="0" dirty="0">
                <a:solidFill>
                  <a:schemeClr val="accent3"/>
                </a:solidFill>
                <a:cs typeface="Arial" panose="020B0604020202020204" pitchFamily="34" charset="0"/>
              </a:endParaRPr>
            </a:p>
          </p:txBody>
        </p:sp>
      </p:grpSp>
      <p:sp>
        <p:nvSpPr>
          <p:cNvPr id="61" name="TextBox 60">
            <a:extLst>
              <a:ext uri="{FF2B5EF4-FFF2-40B4-BE49-F238E27FC236}">
                <a16:creationId xmlns:a16="http://schemas.microsoft.com/office/drawing/2014/main" id="{A379C7B5-4DD6-AEB8-C071-71CCCC2B186D}"/>
              </a:ext>
            </a:extLst>
          </p:cNvPr>
          <p:cNvSpPr txBox="1"/>
          <p:nvPr/>
        </p:nvSpPr>
        <p:spPr>
          <a:xfrm>
            <a:off x="2297099" y="4862861"/>
            <a:ext cx="5311804" cy="419108"/>
          </a:xfrm>
          <a:prstGeom prst="rect">
            <a:avLst/>
          </a:prstGeom>
          <a:noFill/>
        </p:spPr>
        <p:txBody>
          <a:bodyPr wrap="square" lIns="0" tIns="0" rIns="0" bIns="0" rtlCol="0" anchor="t">
            <a:noAutofit/>
          </a:bodyPr>
          <a:lstStyle/>
          <a:p>
            <a:pPr algn="ctr">
              <a:defRPr/>
            </a:pPr>
            <a:r>
              <a:rPr lang="en-US" sz="13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This is a sample text. This is a sample text. Insert your desired text here.</a:t>
            </a:r>
            <a:r>
              <a:rPr lang="en-US" sz="1300" kern="0" dirty="0">
                <a:solidFill>
                  <a:schemeClr val="tx1">
                    <a:lumMod val="75000"/>
                    <a:lumOff val="25000"/>
                  </a:schemeClr>
                </a:solidFill>
                <a:latin typeface="Segoe UI" panose="020B0502040204020203" pitchFamily="34" charset="0"/>
                <a:ea typeface="Calibri Light" charset="0"/>
                <a:cs typeface="Arial" panose="020B0604020202020204" pitchFamily="34" charset="0"/>
              </a:rPr>
              <a:t> </a:t>
            </a:r>
            <a:r>
              <a:rPr lang="en-US" sz="13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This is a sample text. Insert your desired text here.</a:t>
            </a:r>
            <a:endParaRPr lang="en-US" sz="1300" kern="0" dirty="0">
              <a:solidFill>
                <a:schemeClr val="tx1">
                  <a:lumMod val="75000"/>
                  <a:lumOff val="25000"/>
                </a:schemeClr>
              </a:solidFill>
              <a:cs typeface="Arial" panose="020B0604020202020204" pitchFamily="34" charset="0"/>
            </a:endParaRPr>
          </a:p>
          <a:p>
            <a:pPr algn="ctr">
              <a:defRPr/>
            </a:pPr>
            <a:endParaRPr lang="en-US" sz="1300" kern="0" dirty="0">
              <a:solidFill>
                <a:schemeClr val="tx1">
                  <a:lumMod val="75000"/>
                  <a:lumOff val="25000"/>
                </a:schemeClr>
              </a:solidFill>
              <a:cs typeface="Arial" panose="020B0604020202020204" pitchFamily="34" charset="0"/>
            </a:endParaRPr>
          </a:p>
        </p:txBody>
      </p:sp>
      <p:grpSp>
        <p:nvGrpSpPr>
          <p:cNvPr id="123" name="Group 122">
            <a:extLst>
              <a:ext uri="{FF2B5EF4-FFF2-40B4-BE49-F238E27FC236}">
                <a16:creationId xmlns:a16="http://schemas.microsoft.com/office/drawing/2014/main" id="{A2130486-B8D5-24AD-ACED-16266ED1D2DD}"/>
              </a:ext>
            </a:extLst>
          </p:cNvPr>
          <p:cNvGrpSpPr/>
          <p:nvPr/>
        </p:nvGrpSpPr>
        <p:grpSpPr>
          <a:xfrm>
            <a:off x="945035" y="3170626"/>
            <a:ext cx="503312" cy="464529"/>
            <a:chOff x="-1301625" y="1189142"/>
            <a:chExt cx="946763" cy="873810"/>
          </a:xfrm>
          <a:solidFill>
            <a:schemeClr val="tx1">
              <a:lumMod val="75000"/>
              <a:lumOff val="25000"/>
            </a:schemeClr>
          </a:solidFill>
        </p:grpSpPr>
        <p:sp>
          <p:nvSpPr>
            <p:cNvPr id="119" name="Freeform: Shape 118">
              <a:extLst>
                <a:ext uri="{FF2B5EF4-FFF2-40B4-BE49-F238E27FC236}">
                  <a16:creationId xmlns:a16="http://schemas.microsoft.com/office/drawing/2014/main" id="{035044BF-8724-387A-DCBE-2CD2498B5E2A}"/>
                </a:ext>
              </a:extLst>
            </p:cNvPr>
            <p:cNvSpPr/>
            <p:nvPr/>
          </p:nvSpPr>
          <p:spPr>
            <a:xfrm>
              <a:off x="-1096555" y="1293366"/>
              <a:ext cx="456401" cy="477926"/>
            </a:xfrm>
            <a:custGeom>
              <a:avLst/>
              <a:gdLst>
                <a:gd name="connsiteX0" fmla="*/ 218900 w 438151"/>
                <a:gd name="connsiteY0" fmla="*/ 1 h 458816"/>
                <a:gd name="connsiteX1" fmla="*/ 438151 w 438151"/>
                <a:gd name="connsiteY1" fmla="*/ 218900 h 458816"/>
                <a:gd name="connsiteX2" fmla="*/ 438151 w 438151"/>
                <a:gd name="connsiteY2" fmla="*/ 226796 h 458816"/>
                <a:gd name="connsiteX3" fmla="*/ 422911 w 438151"/>
                <a:gd name="connsiteY3" fmla="*/ 302625 h 458816"/>
                <a:gd name="connsiteX4" fmla="*/ 385287 w 438151"/>
                <a:gd name="connsiteY4" fmla="*/ 364385 h 458816"/>
                <a:gd name="connsiteX5" fmla="*/ 326709 w 438151"/>
                <a:gd name="connsiteY5" fmla="*/ 458816 h 458816"/>
                <a:gd name="connsiteX6" fmla="*/ 111444 w 438151"/>
                <a:gd name="connsiteY6" fmla="*/ 458816 h 458816"/>
                <a:gd name="connsiteX7" fmla="*/ 53141 w 438151"/>
                <a:gd name="connsiteY7" fmla="*/ 364604 h 458816"/>
                <a:gd name="connsiteX8" fmla="*/ 15336 w 438151"/>
                <a:gd name="connsiteY8" fmla="*/ 302691 h 458816"/>
                <a:gd name="connsiteX9" fmla="*/ 1 w 438151"/>
                <a:gd name="connsiteY9" fmla="*/ 226796 h 458816"/>
                <a:gd name="connsiteX10" fmla="*/ 1 w 438151"/>
                <a:gd name="connsiteY10" fmla="*/ 219252 h 458816"/>
                <a:gd name="connsiteX11" fmla="*/ 218900 w 438151"/>
                <a:gd name="connsiteY11" fmla="*/ 1 h 45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8151" h="458816">
                  <a:moveTo>
                    <a:pt x="218900" y="1"/>
                  </a:moveTo>
                  <a:cubicBezTo>
                    <a:pt x="339891" y="-96"/>
                    <a:pt x="438054" y="97909"/>
                    <a:pt x="438151" y="218900"/>
                  </a:cubicBezTo>
                  <a:lnTo>
                    <a:pt x="438151" y="226796"/>
                  </a:lnTo>
                  <a:cubicBezTo>
                    <a:pt x="437347" y="252747"/>
                    <a:pt x="432196" y="278379"/>
                    <a:pt x="422911" y="302625"/>
                  </a:cubicBezTo>
                  <a:cubicBezTo>
                    <a:pt x="414147" y="325288"/>
                    <a:pt x="401406" y="346203"/>
                    <a:pt x="385287" y="364385"/>
                  </a:cubicBezTo>
                  <a:cubicBezTo>
                    <a:pt x="362580" y="389188"/>
                    <a:pt x="338929" y="434013"/>
                    <a:pt x="326709" y="458816"/>
                  </a:cubicBezTo>
                  <a:lnTo>
                    <a:pt x="111444" y="458816"/>
                  </a:lnTo>
                  <a:cubicBezTo>
                    <a:pt x="99156" y="433822"/>
                    <a:pt x="75487" y="388902"/>
                    <a:pt x="53141" y="364604"/>
                  </a:cubicBezTo>
                  <a:cubicBezTo>
                    <a:pt x="36948" y="346385"/>
                    <a:pt x="24145" y="325418"/>
                    <a:pt x="15336" y="302691"/>
                  </a:cubicBezTo>
                  <a:cubicBezTo>
                    <a:pt x="6017" y="278428"/>
                    <a:pt x="833" y="252774"/>
                    <a:pt x="1" y="226796"/>
                  </a:cubicBezTo>
                  <a:lnTo>
                    <a:pt x="1" y="219252"/>
                  </a:lnTo>
                  <a:cubicBezTo>
                    <a:pt x="-96" y="98261"/>
                    <a:pt x="97908" y="98"/>
                    <a:pt x="218900" y="1"/>
                  </a:cubicBezTo>
                  <a:close/>
                </a:path>
              </a:pathLst>
            </a:custGeom>
            <a:solidFill>
              <a:schemeClr val="accent1">
                <a:lumMod val="40000"/>
                <a:lumOff val="60000"/>
              </a:schemeClr>
            </a:solidFill>
            <a:ln w="9525" cap="flat">
              <a:noFill/>
              <a:prstDash val="solid"/>
              <a:miter/>
            </a:ln>
          </p:spPr>
          <p:txBody>
            <a:bodyPr rtlCol="0" anchor="ctr"/>
            <a:lstStyle/>
            <a:p>
              <a:endParaRPr lang="en-IN" sz="1544"/>
            </a:p>
          </p:txBody>
        </p:sp>
        <p:grpSp>
          <p:nvGrpSpPr>
            <p:cNvPr id="122" name="Group 121">
              <a:extLst>
                <a:ext uri="{FF2B5EF4-FFF2-40B4-BE49-F238E27FC236}">
                  <a16:creationId xmlns:a16="http://schemas.microsoft.com/office/drawing/2014/main" id="{7D355295-37E0-43E9-14C5-311380EF2FDB}"/>
                </a:ext>
              </a:extLst>
            </p:cNvPr>
            <p:cNvGrpSpPr/>
            <p:nvPr/>
          </p:nvGrpSpPr>
          <p:grpSpPr>
            <a:xfrm>
              <a:off x="-1301625" y="1189142"/>
              <a:ext cx="946763" cy="873810"/>
              <a:chOff x="-1301625" y="1189142"/>
              <a:chExt cx="946763" cy="873810"/>
            </a:xfrm>
            <a:grpFill/>
          </p:grpSpPr>
          <p:sp>
            <p:nvSpPr>
              <p:cNvPr id="78" name="Freeform: Shape 77">
                <a:extLst>
                  <a:ext uri="{FF2B5EF4-FFF2-40B4-BE49-F238E27FC236}">
                    <a16:creationId xmlns:a16="http://schemas.microsoft.com/office/drawing/2014/main" id="{5A845817-F4A0-C9B8-E48F-B0F71A4FCDFE}"/>
                  </a:ext>
                </a:extLst>
              </p:cNvPr>
              <p:cNvSpPr/>
              <p:nvPr/>
            </p:nvSpPr>
            <p:spPr>
              <a:xfrm>
                <a:off x="-1076557" y="1328416"/>
                <a:ext cx="476250" cy="497062"/>
              </a:xfrm>
              <a:custGeom>
                <a:avLst/>
                <a:gdLst>
                  <a:gd name="connsiteX0" fmla="*/ 362626 w 476250"/>
                  <a:gd name="connsiteY0" fmla="*/ 486994 h 497062"/>
                  <a:gd name="connsiteX1" fmla="*/ 418348 w 476250"/>
                  <a:gd name="connsiteY1" fmla="*/ 396507 h 497062"/>
                  <a:gd name="connsiteX2" fmla="*/ 459686 w 476250"/>
                  <a:gd name="connsiteY2" fmla="*/ 328765 h 497062"/>
                  <a:gd name="connsiteX3" fmla="*/ 476250 w 476250"/>
                  <a:gd name="connsiteY3" fmla="*/ 246316 h 497062"/>
                  <a:gd name="connsiteX4" fmla="*/ 476250 w 476250"/>
                  <a:gd name="connsiteY4" fmla="*/ 238125 h 497062"/>
                  <a:gd name="connsiteX5" fmla="*/ 238125 w 476250"/>
                  <a:gd name="connsiteY5" fmla="*/ 0 h 497062"/>
                  <a:gd name="connsiteX6" fmla="*/ 0 w 476250"/>
                  <a:gd name="connsiteY6" fmla="*/ 238125 h 497062"/>
                  <a:gd name="connsiteX7" fmla="*/ 0 w 476250"/>
                  <a:gd name="connsiteY7" fmla="*/ 246316 h 497062"/>
                  <a:gd name="connsiteX8" fmla="*/ 16573 w 476250"/>
                  <a:gd name="connsiteY8" fmla="*/ 328736 h 497062"/>
                  <a:gd name="connsiteX9" fmla="*/ 57912 w 476250"/>
                  <a:gd name="connsiteY9" fmla="*/ 396478 h 497062"/>
                  <a:gd name="connsiteX10" fmla="*/ 113633 w 476250"/>
                  <a:gd name="connsiteY10" fmla="*/ 486966 h 497062"/>
                  <a:gd name="connsiteX11" fmla="*/ 129931 w 476250"/>
                  <a:gd name="connsiteY11" fmla="*/ 497062 h 497062"/>
                  <a:gd name="connsiteX12" fmla="*/ 346329 w 476250"/>
                  <a:gd name="connsiteY12" fmla="*/ 497062 h 497062"/>
                  <a:gd name="connsiteX13" fmla="*/ 362626 w 476250"/>
                  <a:gd name="connsiteY13" fmla="*/ 486994 h 497062"/>
                  <a:gd name="connsiteX14" fmla="*/ 345758 w 476250"/>
                  <a:gd name="connsiteY14" fmla="*/ 478041 h 497062"/>
                  <a:gd name="connsiteX15" fmla="*/ 130493 w 476250"/>
                  <a:gd name="connsiteY15" fmla="*/ 478041 h 497062"/>
                  <a:gd name="connsiteX16" fmla="*/ 72190 w 476250"/>
                  <a:gd name="connsiteY16" fmla="*/ 383829 h 497062"/>
                  <a:gd name="connsiteX17" fmla="*/ 34385 w 476250"/>
                  <a:gd name="connsiteY17" fmla="*/ 321916 h 497062"/>
                  <a:gd name="connsiteX18" fmla="*/ 19050 w 476250"/>
                  <a:gd name="connsiteY18" fmla="*/ 246021 h 497062"/>
                  <a:gd name="connsiteX19" fmla="*/ 19050 w 476250"/>
                  <a:gd name="connsiteY19" fmla="*/ 238477 h 497062"/>
                  <a:gd name="connsiteX20" fmla="*/ 237949 w 476250"/>
                  <a:gd name="connsiteY20" fmla="*/ 19226 h 497062"/>
                  <a:gd name="connsiteX21" fmla="*/ 457200 w 476250"/>
                  <a:gd name="connsiteY21" fmla="*/ 238125 h 497062"/>
                  <a:gd name="connsiteX22" fmla="*/ 457200 w 476250"/>
                  <a:gd name="connsiteY22" fmla="*/ 246021 h 497062"/>
                  <a:gd name="connsiteX23" fmla="*/ 441960 w 476250"/>
                  <a:gd name="connsiteY23" fmla="*/ 321850 h 497062"/>
                  <a:gd name="connsiteX24" fmla="*/ 404336 w 476250"/>
                  <a:gd name="connsiteY24" fmla="*/ 383610 h 497062"/>
                  <a:gd name="connsiteX25" fmla="*/ 345758 w 476250"/>
                  <a:gd name="connsiteY25" fmla="*/ 478041 h 497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76250" h="497062">
                    <a:moveTo>
                      <a:pt x="362626" y="486994"/>
                    </a:moveTo>
                    <a:cubicBezTo>
                      <a:pt x="372723" y="466411"/>
                      <a:pt x="396535" y="420319"/>
                      <a:pt x="418348" y="396507"/>
                    </a:cubicBezTo>
                    <a:cubicBezTo>
                      <a:pt x="436046" y="376564"/>
                      <a:pt x="450045" y="353624"/>
                      <a:pt x="459686" y="328765"/>
                    </a:cubicBezTo>
                    <a:cubicBezTo>
                      <a:pt x="469792" y="302405"/>
                      <a:pt x="475391" y="274533"/>
                      <a:pt x="476250" y="246316"/>
                    </a:cubicBezTo>
                    <a:lnTo>
                      <a:pt x="476250" y="238125"/>
                    </a:lnTo>
                    <a:cubicBezTo>
                      <a:pt x="476250" y="106612"/>
                      <a:pt x="369638" y="0"/>
                      <a:pt x="238125" y="0"/>
                    </a:cubicBezTo>
                    <a:cubicBezTo>
                      <a:pt x="106612" y="0"/>
                      <a:pt x="0" y="106612"/>
                      <a:pt x="0" y="238125"/>
                    </a:cubicBezTo>
                    <a:lnTo>
                      <a:pt x="0" y="246316"/>
                    </a:lnTo>
                    <a:cubicBezTo>
                      <a:pt x="865" y="274525"/>
                      <a:pt x="6467" y="302386"/>
                      <a:pt x="16573" y="328736"/>
                    </a:cubicBezTo>
                    <a:cubicBezTo>
                      <a:pt x="26215" y="353596"/>
                      <a:pt x="40214" y="376536"/>
                      <a:pt x="57912" y="396478"/>
                    </a:cubicBezTo>
                    <a:cubicBezTo>
                      <a:pt x="79724" y="420205"/>
                      <a:pt x="103537" y="466411"/>
                      <a:pt x="113633" y="486966"/>
                    </a:cubicBezTo>
                    <a:cubicBezTo>
                      <a:pt x="116712" y="493149"/>
                      <a:pt x="123023" y="497059"/>
                      <a:pt x="129931" y="497062"/>
                    </a:cubicBezTo>
                    <a:lnTo>
                      <a:pt x="346329" y="497062"/>
                    </a:lnTo>
                    <a:cubicBezTo>
                      <a:pt x="353230" y="497065"/>
                      <a:pt x="359540" y="493167"/>
                      <a:pt x="362626" y="486994"/>
                    </a:cubicBezTo>
                    <a:close/>
                    <a:moveTo>
                      <a:pt x="345758" y="478041"/>
                    </a:moveTo>
                    <a:lnTo>
                      <a:pt x="130493" y="478041"/>
                    </a:lnTo>
                    <a:cubicBezTo>
                      <a:pt x="118205" y="453047"/>
                      <a:pt x="94536" y="408127"/>
                      <a:pt x="72190" y="383829"/>
                    </a:cubicBezTo>
                    <a:cubicBezTo>
                      <a:pt x="55997" y="365610"/>
                      <a:pt x="43194" y="344643"/>
                      <a:pt x="34385" y="321916"/>
                    </a:cubicBezTo>
                    <a:cubicBezTo>
                      <a:pt x="25066" y="297653"/>
                      <a:pt x="19882" y="271999"/>
                      <a:pt x="19050" y="246021"/>
                    </a:cubicBezTo>
                    <a:lnTo>
                      <a:pt x="19050" y="238477"/>
                    </a:lnTo>
                    <a:cubicBezTo>
                      <a:pt x="18953" y="117486"/>
                      <a:pt x="116957" y="19323"/>
                      <a:pt x="237949" y="19226"/>
                    </a:cubicBezTo>
                    <a:cubicBezTo>
                      <a:pt x="358940" y="19129"/>
                      <a:pt x="457103" y="117134"/>
                      <a:pt x="457200" y="238125"/>
                    </a:cubicBezTo>
                    <a:lnTo>
                      <a:pt x="457200" y="246021"/>
                    </a:lnTo>
                    <a:cubicBezTo>
                      <a:pt x="456396" y="271972"/>
                      <a:pt x="451245" y="297604"/>
                      <a:pt x="441960" y="321850"/>
                    </a:cubicBezTo>
                    <a:cubicBezTo>
                      <a:pt x="433196" y="344513"/>
                      <a:pt x="420455" y="365428"/>
                      <a:pt x="404336" y="383610"/>
                    </a:cubicBezTo>
                    <a:cubicBezTo>
                      <a:pt x="381629" y="408413"/>
                      <a:pt x="357978" y="453238"/>
                      <a:pt x="345758" y="478041"/>
                    </a:cubicBezTo>
                    <a:close/>
                  </a:path>
                </a:pathLst>
              </a:custGeom>
              <a:grpFill/>
              <a:ln w="9525" cap="flat">
                <a:noFill/>
                <a:prstDash val="solid"/>
                <a:miter/>
              </a:ln>
            </p:spPr>
            <p:txBody>
              <a:bodyPr rtlCol="0" anchor="ctr"/>
              <a:lstStyle/>
              <a:p>
                <a:endParaRPr lang="en-IN" sz="1544"/>
              </a:p>
            </p:txBody>
          </p:sp>
          <p:sp>
            <p:nvSpPr>
              <p:cNvPr id="79" name="Freeform: Shape 78">
                <a:extLst>
                  <a:ext uri="{FF2B5EF4-FFF2-40B4-BE49-F238E27FC236}">
                    <a16:creationId xmlns:a16="http://schemas.microsoft.com/office/drawing/2014/main" id="{A92909BD-806A-BC92-63A4-161242958E72}"/>
                  </a:ext>
                </a:extLst>
              </p:cNvPr>
              <p:cNvSpPr/>
              <p:nvPr/>
            </p:nvSpPr>
            <p:spPr>
              <a:xfrm>
                <a:off x="-952732" y="1883200"/>
                <a:ext cx="228600" cy="19050"/>
              </a:xfrm>
              <a:custGeom>
                <a:avLst/>
                <a:gdLst>
                  <a:gd name="connsiteX0" fmla="*/ 228600 w 228600"/>
                  <a:gd name="connsiteY0" fmla="*/ 9525 h 19050"/>
                  <a:gd name="connsiteX1" fmla="*/ 219075 w 228600"/>
                  <a:gd name="connsiteY1" fmla="*/ 0 h 19050"/>
                  <a:gd name="connsiteX2" fmla="*/ 9525 w 228600"/>
                  <a:gd name="connsiteY2" fmla="*/ 0 h 19050"/>
                  <a:gd name="connsiteX3" fmla="*/ 0 w 228600"/>
                  <a:gd name="connsiteY3" fmla="*/ 9525 h 19050"/>
                  <a:gd name="connsiteX4" fmla="*/ 9525 w 228600"/>
                  <a:gd name="connsiteY4" fmla="*/ 19050 h 19050"/>
                  <a:gd name="connsiteX5" fmla="*/ 219075 w 228600"/>
                  <a:gd name="connsiteY5" fmla="*/ 19050 h 19050"/>
                  <a:gd name="connsiteX6" fmla="*/ 228600 w 228600"/>
                  <a:gd name="connsiteY6" fmla="*/ 9525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600" h="19050">
                    <a:moveTo>
                      <a:pt x="228600" y="9525"/>
                    </a:moveTo>
                    <a:cubicBezTo>
                      <a:pt x="228600" y="4264"/>
                      <a:pt x="224336" y="0"/>
                      <a:pt x="219075" y="0"/>
                    </a:cubicBezTo>
                    <a:lnTo>
                      <a:pt x="9525" y="0"/>
                    </a:lnTo>
                    <a:cubicBezTo>
                      <a:pt x="4264" y="0"/>
                      <a:pt x="0" y="4264"/>
                      <a:pt x="0" y="9525"/>
                    </a:cubicBezTo>
                    <a:cubicBezTo>
                      <a:pt x="0" y="14786"/>
                      <a:pt x="4264" y="19050"/>
                      <a:pt x="9525" y="19050"/>
                    </a:cubicBezTo>
                    <a:lnTo>
                      <a:pt x="219075" y="19050"/>
                    </a:lnTo>
                    <a:cubicBezTo>
                      <a:pt x="224336" y="19050"/>
                      <a:pt x="228600" y="14786"/>
                      <a:pt x="228600" y="9525"/>
                    </a:cubicBezTo>
                    <a:close/>
                  </a:path>
                </a:pathLst>
              </a:custGeom>
              <a:grpFill/>
              <a:ln w="9525" cap="flat">
                <a:noFill/>
                <a:prstDash val="solid"/>
                <a:miter/>
              </a:ln>
            </p:spPr>
            <p:txBody>
              <a:bodyPr rtlCol="0" anchor="ctr"/>
              <a:lstStyle/>
              <a:p>
                <a:endParaRPr lang="en-IN" sz="1544"/>
              </a:p>
            </p:txBody>
          </p:sp>
          <p:sp>
            <p:nvSpPr>
              <p:cNvPr id="80" name="Freeform: Shape 79">
                <a:extLst>
                  <a:ext uri="{FF2B5EF4-FFF2-40B4-BE49-F238E27FC236}">
                    <a16:creationId xmlns:a16="http://schemas.microsoft.com/office/drawing/2014/main" id="{BED59A8E-A891-5DE3-DD9F-3902F2A8D77C}"/>
                  </a:ext>
                </a:extLst>
              </p:cNvPr>
              <p:cNvSpPr/>
              <p:nvPr/>
            </p:nvSpPr>
            <p:spPr>
              <a:xfrm>
                <a:off x="-893509" y="1956695"/>
                <a:ext cx="110096" cy="61149"/>
              </a:xfrm>
              <a:custGeom>
                <a:avLst/>
                <a:gdLst>
                  <a:gd name="connsiteX0" fmla="*/ 9557 w 110096"/>
                  <a:gd name="connsiteY0" fmla="*/ 0 h 61149"/>
                  <a:gd name="connsiteX1" fmla="*/ 0 w 110096"/>
                  <a:gd name="connsiteY1" fmla="*/ 9493 h 61149"/>
                  <a:gd name="connsiteX2" fmla="*/ 32 w 110096"/>
                  <a:gd name="connsiteY2" fmla="*/ 10306 h 61149"/>
                  <a:gd name="connsiteX3" fmla="*/ 59396 w 110096"/>
                  <a:gd name="connsiteY3" fmla="*/ 60975 h 61149"/>
                  <a:gd name="connsiteX4" fmla="*/ 110065 w 110096"/>
                  <a:gd name="connsiteY4" fmla="*/ 10306 h 61149"/>
                  <a:gd name="connsiteX5" fmla="*/ 101333 w 110096"/>
                  <a:gd name="connsiteY5" fmla="*/ 50 h 61149"/>
                  <a:gd name="connsiteX6" fmla="*/ 100540 w 110096"/>
                  <a:gd name="connsiteY6" fmla="*/ 19 h 61149"/>
                  <a:gd name="connsiteX7" fmla="*/ 55135 w 110096"/>
                  <a:gd name="connsiteY7" fmla="*/ 42072 h 61149"/>
                  <a:gd name="connsiteX8" fmla="*/ 21464 w 110096"/>
                  <a:gd name="connsiteY8" fmla="*/ 19050 h 61149"/>
                  <a:gd name="connsiteX9" fmla="*/ 88720 w 110096"/>
                  <a:gd name="connsiteY9" fmla="*/ 19050 h 61149"/>
                  <a:gd name="connsiteX10" fmla="*/ 55135 w 110096"/>
                  <a:gd name="connsiteY10" fmla="*/ 42072 h 61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096" h="61149">
                    <a:moveTo>
                      <a:pt x="9557" y="0"/>
                    </a:moveTo>
                    <a:cubicBezTo>
                      <a:pt x="4297" y="-18"/>
                      <a:pt x="18" y="4232"/>
                      <a:pt x="0" y="9493"/>
                    </a:cubicBezTo>
                    <a:cubicBezTo>
                      <a:pt x="-1" y="9764"/>
                      <a:pt x="11" y="10036"/>
                      <a:pt x="32" y="10306"/>
                    </a:cubicBezTo>
                    <a:cubicBezTo>
                      <a:pt x="2433" y="40691"/>
                      <a:pt x="29011" y="63377"/>
                      <a:pt x="59396" y="60975"/>
                    </a:cubicBezTo>
                    <a:cubicBezTo>
                      <a:pt x="86445" y="58839"/>
                      <a:pt x="107928" y="37355"/>
                      <a:pt x="110065" y="10306"/>
                    </a:cubicBezTo>
                    <a:cubicBezTo>
                      <a:pt x="110486" y="5063"/>
                      <a:pt x="106576" y="471"/>
                      <a:pt x="101333" y="50"/>
                    </a:cubicBezTo>
                    <a:cubicBezTo>
                      <a:pt x="101069" y="29"/>
                      <a:pt x="100805" y="18"/>
                      <a:pt x="100540" y="19"/>
                    </a:cubicBezTo>
                    <a:close/>
                    <a:moveTo>
                      <a:pt x="55135" y="42072"/>
                    </a:moveTo>
                    <a:cubicBezTo>
                      <a:pt x="40270" y="41970"/>
                      <a:pt x="26952" y="32864"/>
                      <a:pt x="21464" y="19050"/>
                    </a:cubicBezTo>
                    <a:lnTo>
                      <a:pt x="88720" y="19050"/>
                    </a:lnTo>
                    <a:cubicBezTo>
                      <a:pt x="83262" y="32851"/>
                      <a:pt x="69975" y="41959"/>
                      <a:pt x="55135" y="42072"/>
                    </a:cubicBezTo>
                    <a:close/>
                  </a:path>
                </a:pathLst>
              </a:custGeom>
              <a:grpFill/>
              <a:ln w="9525" cap="flat">
                <a:noFill/>
                <a:prstDash val="solid"/>
                <a:miter/>
              </a:ln>
            </p:spPr>
            <p:txBody>
              <a:bodyPr rtlCol="0" anchor="ctr"/>
              <a:lstStyle/>
              <a:p>
                <a:endParaRPr lang="en-IN" sz="1544"/>
              </a:p>
            </p:txBody>
          </p:sp>
          <p:sp>
            <p:nvSpPr>
              <p:cNvPr id="81" name="Freeform: Shape 80">
                <a:extLst>
                  <a:ext uri="{FF2B5EF4-FFF2-40B4-BE49-F238E27FC236}">
                    <a16:creationId xmlns:a16="http://schemas.microsoft.com/office/drawing/2014/main" id="{1097E1F2-243F-98E4-45DB-28651A98C2F7}"/>
                  </a:ext>
                </a:extLst>
              </p:cNvPr>
              <p:cNvSpPr/>
              <p:nvPr/>
            </p:nvSpPr>
            <p:spPr>
              <a:xfrm>
                <a:off x="-847957" y="1189142"/>
                <a:ext cx="19050" cy="104775"/>
              </a:xfrm>
              <a:custGeom>
                <a:avLst/>
                <a:gdLst>
                  <a:gd name="connsiteX0" fmla="*/ 0 w 19050"/>
                  <a:gd name="connsiteY0" fmla="*/ 9525 h 104775"/>
                  <a:gd name="connsiteX1" fmla="*/ 0 w 19050"/>
                  <a:gd name="connsiteY1" fmla="*/ 95250 h 104775"/>
                  <a:gd name="connsiteX2" fmla="*/ 9525 w 19050"/>
                  <a:gd name="connsiteY2" fmla="*/ 104775 h 104775"/>
                  <a:gd name="connsiteX3" fmla="*/ 19050 w 19050"/>
                  <a:gd name="connsiteY3" fmla="*/ 95250 h 104775"/>
                  <a:gd name="connsiteX4" fmla="*/ 19050 w 19050"/>
                  <a:gd name="connsiteY4" fmla="*/ 9525 h 104775"/>
                  <a:gd name="connsiteX5" fmla="*/ 9525 w 19050"/>
                  <a:gd name="connsiteY5" fmla="*/ 0 h 104775"/>
                  <a:gd name="connsiteX6" fmla="*/ 0 w 19050"/>
                  <a:gd name="connsiteY6" fmla="*/ 95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050" h="104775">
                    <a:moveTo>
                      <a:pt x="0" y="9525"/>
                    </a:moveTo>
                    <a:lnTo>
                      <a:pt x="0" y="95250"/>
                    </a:lnTo>
                    <a:cubicBezTo>
                      <a:pt x="0" y="100511"/>
                      <a:pt x="4264" y="104775"/>
                      <a:pt x="9525" y="104775"/>
                    </a:cubicBezTo>
                    <a:cubicBezTo>
                      <a:pt x="14786" y="104775"/>
                      <a:pt x="19050" y="100511"/>
                      <a:pt x="19050" y="95250"/>
                    </a:cubicBezTo>
                    <a:lnTo>
                      <a:pt x="19050" y="9525"/>
                    </a:lnTo>
                    <a:cubicBezTo>
                      <a:pt x="19050" y="4265"/>
                      <a:pt x="14786" y="0"/>
                      <a:pt x="9525" y="0"/>
                    </a:cubicBezTo>
                    <a:cubicBezTo>
                      <a:pt x="4264" y="0"/>
                      <a:pt x="0" y="4265"/>
                      <a:pt x="0" y="9525"/>
                    </a:cubicBezTo>
                    <a:close/>
                  </a:path>
                </a:pathLst>
              </a:custGeom>
              <a:grpFill/>
              <a:ln w="9525" cap="flat">
                <a:noFill/>
                <a:prstDash val="solid"/>
                <a:miter/>
              </a:ln>
            </p:spPr>
            <p:txBody>
              <a:bodyPr rtlCol="0" anchor="ctr"/>
              <a:lstStyle/>
              <a:p>
                <a:endParaRPr lang="en-IN" sz="1544"/>
              </a:p>
            </p:txBody>
          </p:sp>
          <p:sp>
            <p:nvSpPr>
              <p:cNvPr id="82" name="Freeform: Shape 81">
                <a:extLst>
                  <a:ext uri="{FF2B5EF4-FFF2-40B4-BE49-F238E27FC236}">
                    <a16:creationId xmlns:a16="http://schemas.microsoft.com/office/drawing/2014/main" id="{D2C3731D-FBD7-76E8-1A03-B14D4C2A96F0}"/>
                  </a:ext>
                </a:extLst>
              </p:cNvPr>
              <p:cNvSpPr/>
              <p:nvPr/>
            </p:nvSpPr>
            <p:spPr>
              <a:xfrm>
                <a:off x="-1219432" y="1560617"/>
                <a:ext cx="104775" cy="19050"/>
              </a:xfrm>
              <a:custGeom>
                <a:avLst/>
                <a:gdLst>
                  <a:gd name="connsiteX0" fmla="*/ 104775 w 104775"/>
                  <a:gd name="connsiteY0" fmla="*/ 9525 h 19050"/>
                  <a:gd name="connsiteX1" fmla="*/ 95250 w 104775"/>
                  <a:gd name="connsiteY1" fmla="*/ 0 h 19050"/>
                  <a:gd name="connsiteX2" fmla="*/ 9525 w 104775"/>
                  <a:gd name="connsiteY2" fmla="*/ 0 h 19050"/>
                  <a:gd name="connsiteX3" fmla="*/ 0 w 104775"/>
                  <a:gd name="connsiteY3" fmla="*/ 9525 h 19050"/>
                  <a:gd name="connsiteX4" fmla="*/ 9525 w 104775"/>
                  <a:gd name="connsiteY4" fmla="*/ 19050 h 19050"/>
                  <a:gd name="connsiteX5" fmla="*/ 95250 w 104775"/>
                  <a:gd name="connsiteY5" fmla="*/ 19050 h 19050"/>
                  <a:gd name="connsiteX6" fmla="*/ 104775 w 104775"/>
                  <a:gd name="connsiteY6" fmla="*/ 9525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4775" h="19050">
                    <a:moveTo>
                      <a:pt x="104775" y="9525"/>
                    </a:moveTo>
                    <a:cubicBezTo>
                      <a:pt x="104775" y="4264"/>
                      <a:pt x="100511" y="0"/>
                      <a:pt x="95250" y="0"/>
                    </a:cubicBezTo>
                    <a:lnTo>
                      <a:pt x="9525" y="0"/>
                    </a:lnTo>
                    <a:cubicBezTo>
                      <a:pt x="4264" y="0"/>
                      <a:pt x="0" y="4264"/>
                      <a:pt x="0" y="9525"/>
                    </a:cubicBezTo>
                    <a:cubicBezTo>
                      <a:pt x="0" y="14786"/>
                      <a:pt x="4264" y="19050"/>
                      <a:pt x="9525" y="19050"/>
                    </a:cubicBezTo>
                    <a:lnTo>
                      <a:pt x="95250" y="19050"/>
                    </a:lnTo>
                    <a:cubicBezTo>
                      <a:pt x="100511" y="19050"/>
                      <a:pt x="104775" y="14786"/>
                      <a:pt x="104775" y="9525"/>
                    </a:cubicBezTo>
                    <a:close/>
                  </a:path>
                </a:pathLst>
              </a:custGeom>
              <a:grpFill/>
              <a:ln w="9525" cap="flat">
                <a:noFill/>
                <a:prstDash val="solid"/>
                <a:miter/>
              </a:ln>
            </p:spPr>
            <p:txBody>
              <a:bodyPr rtlCol="0" anchor="ctr"/>
              <a:lstStyle/>
              <a:p>
                <a:endParaRPr lang="en-IN" sz="1544"/>
              </a:p>
            </p:txBody>
          </p:sp>
          <p:sp>
            <p:nvSpPr>
              <p:cNvPr id="83" name="Freeform: Shape 82">
                <a:extLst>
                  <a:ext uri="{FF2B5EF4-FFF2-40B4-BE49-F238E27FC236}">
                    <a16:creationId xmlns:a16="http://schemas.microsoft.com/office/drawing/2014/main" id="{CB7134EF-5000-0D91-BF0B-EC4276EF71C7}"/>
                  </a:ext>
                </a:extLst>
              </p:cNvPr>
              <p:cNvSpPr/>
              <p:nvPr/>
            </p:nvSpPr>
            <p:spPr>
              <a:xfrm>
                <a:off x="-562207" y="1560617"/>
                <a:ext cx="104775" cy="19050"/>
              </a:xfrm>
              <a:custGeom>
                <a:avLst/>
                <a:gdLst>
                  <a:gd name="connsiteX0" fmla="*/ 0 w 104775"/>
                  <a:gd name="connsiteY0" fmla="*/ 9525 h 19050"/>
                  <a:gd name="connsiteX1" fmla="*/ 9525 w 104775"/>
                  <a:gd name="connsiteY1" fmla="*/ 19050 h 19050"/>
                  <a:gd name="connsiteX2" fmla="*/ 95250 w 104775"/>
                  <a:gd name="connsiteY2" fmla="*/ 19050 h 19050"/>
                  <a:gd name="connsiteX3" fmla="*/ 104775 w 104775"/>
                  <a:gd name="connsiteY3" fmla="*/ 9525 h 19050"/>
                  <a:gd name="connsiteX4" fmla="*/ 95250 w 104775"/>
                  <a:gd name="connsiteY4" fmla="*/ 0 h 19050"/>
                  <a:gd name="connsiteX5" fmla="*/ 9525 w 104775"/>
                  <a:gd name="connsiteY5" fmla="*/ 0 h 19050"/>
                  <a:gd name="connsiteX6" fmla="*/ 0 w 104775"/>
                  <a:gd name="connsiteY6" fmla="*/ 9525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4775" h="19050">
                    <a:moveTo>
                      <a:pt x="0" y="9525"/>
                    </a:moveTo>
                    <a:cubicBezTo>
                      <a:pt x="0" y="14786"/>
                      <a:pt x="4264" y="19050"/>
                      <a:pt x="9525" y="19050"/>
                    </a:cubicBezTo>
                    <a:lnTo>
                      <a:pt x="95250" y="19050"/>
                    </a:lnTo>
                    <a:cubicBezTo>
                      <a:pt x="100511" y="19050"/>
                      <a:pt x="104775" y="14786"/>
                      <a:pt x="104775" y="9525"/>
                    </a:cubicBezTo>
                    <a:cubicBezTo>
                      <a:pt x="104775" y="4264"/>
                      <a:pt x="100511" y="0"/>
                      <a:pt x="95250" y="0"/>
                    </a:cubicBezTo>
                    <a:lnTo>
                      <a:pt x="9525" y="0"/>
                    </a:lnTo>
                    <a:cubicBezTo>
                      <a:pt x="4264" y="0"/>
                      <a:pt x="0" y="4264"/>
                      <a:pt x="0" y="9525"/>
                    </a:cubicBezTo>
                    <a:close/>
                  </a:path>
                </a:pathLst>
              </a:custGeom>
              <a:grpFill/>
              <a:ln w="9525" cap="flat">
                <a:noFill/>
                <a:prstDash val="solid"/>
                <a:miter/>
              </a:ln>
            </p:spPr>
            <p:txBody>
              <a:bodyPr rtlCol="0" anchor="ctr"/>
              <a:lstStyle/>
              <a:p>
                <a:endParaRPr lang="en-IN" sz="1544"/>
              </a:p>
            </p:txBody>
          </p:sp>
          <p:sp>
            <p:nvSpPr>
              <p:cNvPr id="84" name="Freeform: Shape 83">
                <a:extLst>
                  <a:ext uri="{FF2B5EF4-FFF2-40B4-BE49-F238E27FC236}">
                    <a16:creationId xmlns:a16="http://schemas.microsoft.com/office/drawing/2014/main" id="{1D559EF9-9F08-1A44-5A98-1503614CD6CD}"/>
                  </a:ext>
                </a:extLst>
              </p:cNvPr>
              <p:cNvSpPr/>
              <p:nvPr/>
            </p:nvSpPr>
            <p:spPr>
              <a:xfrm>
                <a:off x="-1110626" y="1297947"/>
                <a:ext cx="79548" cy="79548"/>
              </a:xfrm>
              <a:custGeom>
                <a:avLst/>
                <a:gdLst>
                  <a:gd name="connsiteX0" fmla="*/ 2789 w 79548"/>
                  <a:gd name="connsiteY0" fmla="*/ 2789 h 79548"/>
                  <a:gd name="connsiteX1" fmla="*/ 2789 w 79548"/>
                  <a:gd name="connsiteY1" fmla="*/ 16257 h 79548"/>
                  <a:gd name="connsiteX2" fmla="*/ 63406 w 79548"/>
                  <a:gd name="connsiteY2" fmla="*/ 76874 h 79548"/>
                  <a:gd name="connsiteX3" fmla="*/ 76874 w 79548"/>
                  <a:gd name="connsiteY3" fmla="*/ 76640 h 79548"/>
                  <a:gd name="connsiteX4" fmla="*/ 76874 w 79548"/>
                  <a:gd name="connsiteY4" fmla="*/ 63406 h 79548"/>
                  <a:gd name="connsiteX5" fmla="*/ 16257 w 79548"/>
                  <a:gd name="connsiteY5" fmla="*/ 2789 h 79548"/>
                  <a:gd name="connsiteX6" fmla="*/ 2789 w 79548"/>
                  <a:gd name="connsiteY6" fmla="*/ 2789 h 79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8" h="79548">
                    <a:moveTo>
                      <a:pt x="2789" y="2789"/>
                    </a:moveTo>
                    <a:cubicBezTo>
                      <a:pt x="-930" y="6508"/>
                      <a:pt x="-930" y="12538"/>
                      <a:pt x="2789" y="16257"/>
                    </a:cubicBezTo>
                    <a:lnTo>
                      <a:pt x="63406" y="76874"/>
                    </a:lnTo>
                    <a:cubicBezTo>
                      <a:pt x="67190" y="80529"/>
                      <a:pt x="73220" y="80424"/>
                      <a:pt x="76874" y="76640"/>
                    </a:cubicBezTo>
                    <a:cubicBezTo>
                      <a:pt x="80440" y="72949"/>
                      <a:pt x="80440" y="67097"/>
                      <a:pt x="76874" y="63406"/>
                    </a:cubicBezTo>
                    <a:lnTo>
                      <a:pt x="16257" y="2789"/>
                    </a:lnTo>
                    <a:cubicBezTo>
                      <a:pt x="12538" y="-930"/>
                      <a:pt x="6508" y="-930"/>
                      <a:pt x="2789" y="2789"/>
                    </a:cubicBezTo>
                    <a:close/>
                  </a:path>
                </a:pathLst>
              </a:custGeom>
              <a:grpFill/>
              <a:ln w="9525" cap="flat">
                <a:noFill/>
                <a:prstDash val="solid"/>
                <a:miter/>
              </a:ln>
            </p:spPr>
            <p:txBody>
              <a:bodyPr rtlCol="0" anchor="ctr"/>
              <a:lstStyle/>
              <a:p>
                <a:endParaRPr lang="en-IN" sz="1544"/>
              </a:p>
            </p:txBody>
          </p:sp>
          <p:sp>
            <p:nvSpPr>
              <p:cNvPr id="85" name="Freeform: Shape 84">
                <a:extLst>
                  <a:ext uri="{FF2B5EF4-FFF2-40B4-BE49-F238E27FC236}">
                    <a16:creationId xmlns:a16="http://schemas.microsoft.com/office/drawing/2014/main" id="{218EBFD8-D981-BC34-18FE-284FE56B22E4}"/>
                  </a:ext>
                </a:extLst>
              </p:cNvPr>
              <p:cNvSpPr/>
              <p:nvPr/>
            </p:nvSpPr>
            <p:spPr>
              <a:xfrm>
                <a:off x="-646020" y="1762553"/>
                <a:ext cx="79667" cy="79667"/>
              </a:xfrm>
              <a:custGeom>
                <a:avLst/>
                <a:gdLst>
                  <a:gd name="connsiteX0" fmla="*/ 63525 w 79667"/>
                  <a:gd name="connsiteY0" fmla="*/ 76994 h 79667"/>
                  <a:gd name="connsiteX1" fmla="*/ 76994 w 79667"/>
                  <a:gd name="connsiteY1" fmla="*/ 76759 h 79667"/>
                  <a:gd name="connsiteX2" fmla="*/ 76994 w 79667"/>
                  <a:gd name="connsiteY2" fmla="*/ 63525 h 79667"/>
                  <a:gd name="connsiteX3" fmla="*/ 16377 w 79667"/>
                  <a:gd name="connsiteY3" fmla="*/ 2908 h 79667"/>
                  <a:gd name="connsiteX4" fmla="*/ 2908 w 79667"/>
                  <a:gd name="connsiteY4" fmla="*/ 2674 h 79667"/>
                  <a:gd name="connsiteX5" fmla="*/ 2674 w 79667"/>
                  <a:gd name="connsiteY5" fmla="*/ 16142 h 79667"/>
                  <a:gd name="connsiteX6" fmla="*/ 2908 w 79667"/>
                  <a:gd name="connsiteY6" fmla="*/ 16377 h 79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67" h="79667">
                    <a:moveTo>
                      <a:pt x="63525" y="76994"/>
                    </a:moveTo>
                    <a:cubicBezTo>
                      <a:pt x="67310" y="80648"/>
                      <a:pt x="73339" y="80544"/>
                      <a:pt x="76994" y="76759"/>
                    </a:cubicBezTo>
                    <a:cubicBezTo>
                      <a:pt x="80559" y="73068"/>
                      <a:pt x="80559" y="67216"/>
                      <a:pt x="76994" y="63525"/>
                    </a:cubicBezTo>
                    <a:lnTo>
                      <a:pt x="16377" y="2908"/>
                    </a:lnTo>
                    <a:cubicBezTo>
                      <a:pt x="12722" y="-876"/>
                      <a:pt x="6692" y="-981"/>
                      <a:pt x="2908" y="2674"/>
                    </a:cubicBezTo>
                    <a:cubicBezTo>
                      <a:pt x="-876" y="6329"/>
                      <a:pt x="-981" y="12359"/>
                      <a:pt x="2674" y="16142"/>
                    </a:cubicBezTo>
                    <a:cubicBezTo>
                      <a:pt x="2751" y="16222"/>
                      <a:pt x="2829" y="16299"/>
                      <a:pt x="2908" y="16377"/>
                    </a:cubicBezTo>
                    <a:close/>
                  </a:path>
                </a:pathLst>
              </a:custGeom>
              <a:grpFill/>
              <a:ln w="9525" cap="flat">
                <a:noFill/>
                <a:prstDash val="solid"/>
                <a:miter/>
              </a:ln>
            </p:spPr>
            <p:txBody>
              <a:bodyPr rtlCol="0" anchor="ctr"/>
              <a:lstStyle/>
              <a:p>
                <a:endParaRPr lang="en-IN" sz="1544"/>
              </a:p>
            </p:txBody>
          </p:sp>
          <p:sp>
            <p:nvSpPr>
              <p:cNvPr id="86" name="Freeform: Shape 85">
                <a:extLst>
                  <a:ext uri="{FF2B5EF4-FFF2-40B4-BE49-F238E27FC236}">
                    <a16:creationId xmlns:a16="http://schemas.microsoft.com/office/drawing/2014/main" id="{559F1611-956D-FF78-29E9-AB98532389D5}"/>
                  </a:ext>
                </a:extLst>
              </p:cNvPr>
              <p:cNvSpPr/>
              <p:nvPr/>
            </p:nvSpPr>
            <p:spPr>
              <a:xfrm>
                <a:off x="-646020" y="1297947"/>
                <a:ext cx="79782" cy="79782"/>
              </a:xfrm>
              <a:custGeom>
                <a:avLst/>
                <a:gdLst>
                  <a:gd name="connsiteX0" fmla="*/ 76994 w 79782"/>
                  <a:gd name="connsiteY0" fmla="*/ 2789 h 79782"/>
                  <a:gd name="connsiteX1" fmla="*/ 63525 w 79782"/>
                  <a:gd name="connsiteY1" fmla="*/ 2789 h 79782"/>
                  <a:gd name="connsiteX2" fmla="*/ 2908 w 79782"/>
                  <a:gd name="connsiteY2" fmla="*/ 63406 h 79782"/>
                  <a:gd name="connsiteX3" fmla="*/ 2674 w 79782"/>
                  <a:gd name="connsiteY3" fmla="*/ 76874 h 79782"/>
                  <a:gd name="connsiteX4" fmla="*/ 16142 w 79782"/>
                  <a:gd name="connsiteY4" fmla="*/ 77109 h 79782"/>
                  <a:gd name="connsiteX5" fmla="*/ 16377 w 79782"/>
                  <a:gd name="connsiteY5" fmla="*/ 76874 h 79782"/>
                  <a:gd name="connsiteX6" fmla="*/ 76994 w 79782"/>
                  <a:gd name="connsiteY6" fmla="*/ 16257 h 79782"/>
                  <a:gd name="connsiteX7" fmla="*/ 76994 w 79782"/>
                  <a:gd name="connsiteY7" fmla="*/ 2789 h 79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9782" h="79782">
                    <a:moveTo>
                      <a:pt x="76994" y="2789"/>
                    </a:moveTo>
                    <a:cubicBezTo>
                      <a:pt x="73274" y="-930"/>
                      <a:pt x="67245" y="-930"/>
                      <a:pt x="63525" y="2789"/>
                    </a:cubicBezTo>
                    <a:lnTo>
                      <a:pt x="2908" y="63406"/>
                    </a:lnTo>
                    <a:cubicBezTo>
                      <a:pt x="-876" y="67061"/>
                      <a:pt x="-981" y="73090"/>
                      <a:pt x="2674" y="76874"/>
                    </a:cubicBezTo>
                    <a:cubicBezTo>
                      <a:pt x="6329" y="80659"/>
                      <a:pt x="12359" y="80763"/>
                      <a:pt x="16142" y="77109"/>
                    </a:cubicBezTo>
                    <a:cubicBezTo>
                      <a:pt x="16222" y="77032"/>
                      <a:pt x="16299" y="76953"/>
                      <a:pt x="16377" y="76874"/>
                    </a:cubicBezTo>
                    <a:lnTo>
                      <a:pt x="76994" y="16257"/>
                    </a:lnTo>
                    <a:cubicBezTo>
                      <a:pt x="80712" y="12538"/>
                      <a:pt x="80712" y="6508"/>
                      <a:pt x="76994" y="2789"/>
                    </a:cubicBezTo>
                    <a:close/>
                  </a:path>
                </a:pathLst>
              </a:custGeom>
              <a:grpFill/>
              <a:ln w="9525" cap="flat">
                <a:noFill/>
                <a:prstDash val="solid"/>
                <a:miter/>
              </a:ln>
            </p:spPr>
            <p:txBody>
              <a:bodyPr rtlCol="0" anchor="ctr"/>
              <a:lstStyle/>
              <a:p>
                <a:endParaRPr lang="en-IN" sz="1544"/>
              </a:p>
            </p:txBody>
          </p:sp>
          <p:sp>
            <p:nvSpPr>
              <p:cNvPr id="87" name="Freeform: Shape 86">
                <a:extLst>
                  <a:ext uri="{FF2B5EF4-FFF2-40B4-BE49-F238E27FC236}">
                    <a16:creationId xmlns:a16="http://schemas.microsoft.com/office/drawing/2014/main" id="{9313897E-AE8A-CFF4-65AF-0E566C8A47EC}"/>
                  </a:ext>
                </a:extLst>
              </p:cNvPr>
              <p:cNvSpPr/>
              <p:nvPr/>
            </p:nvSpPr>
            <p:spPr>
              <a:xfrm>
                <a:off x="-1110626" y="1762553"/>
                <a:ext cx="79782" cy="79784"/>
              </a:xfrm>
              <a:custGeom>
                <a:avLst/>
                <a:gdLst>
                  <a:gd name="connsiteX0" fmla="*/ 9523 w 79782"/>
                  <a:gd name="connsiteY0" fmla="*/ 79785 h 79784"/>
                  <a:gd name="connsiteX1" fmla="*/ 16257 w 79782"/>
                  <a:gd name="connsiteY1" fmla="*/ 76994 h 79784"/>
                  <a:gd name="connsiteX2" fmla="*/ 76874 w 79782"/>
                  <a:gd name="connsiteY2" fmla="*/ 16377 h 79784"/>
                  <a:gd name="connsiteX3" fmla="*/ 77109 w 79782"/>
                  <a:gd name="connsiteY3" fmla="*/ 2908 h 79784"/>
                  <a:gd name="connsiteX4" fmla="*/ 63640 w 79782"/>
                  <a:gd name="connsiteY4" fmla="*/ 2674 h 79784"/>
                  <a:gd name="connsiteX5" fmla="*/ 63406 w 79782"/>
                  <a:gd name="connsiteY5" fmla="*/ 2908 h 79784"/>
                  <a:gd name="connsiteX6" fmla="*/ 2789 w 79782"/>
                  <a:gd name="connsiteY6" fmla="*/ 63525 h 79784"/>
                  <a:gd name="connsiteX7" fmla="*/ 2791 w 79782"/>
                  <a:gd name="connsiteY7" fmla="*/ 76996 h 79784"/>
                  <a:gd name="connsiteX8" fmla="*/ 9523 w 79782"/>
                  <a:gd name="connsiteY8" fmla="*/ 79785 h 79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9782" h="79784">
                    <a:moveTo>
                      <a:pt x="9523" y="79785"/>
                    </a:moveTo>
                    <a:cubicBezTo>
                      <a:pt x="12049" y="79785"/>
                      <a:pt x="14471" y="78780"/>
                      <a:pt x="16257" y="76994"/>
                    </a:cubicBezTo>
                    <a:lnTo>
                      <a:pt x="76874" y="16377"/>
                    </a:lnTo>
                    <a:cubicBezTo>
                      <a:pt x="80659" y="12722"/>
                      <a:pt x="80764" y="6692"/>
                      <a:pt x="77109" y="2908"/>
                    </a:cubicBezTo>
                    <a:cubicBezTo>
                      <a:pt x="73454" y="-876"/>
                      <a:pt x="67424" y="-981"/>
                      <a:pt x="63640" y="2674"/>
                    </a:cubicBezTo>
                    <a:cubicBezTo>
                      <a:pt x="63560" y="2751"/>
                      <a:pt x="63482" y="2829"/>
                      <a:pt x="63406" y="2908"/>
                    </a:cubicBezTo>
                    <a:lnTo>
                      <a:pt x="2789" y="63525"/>
                    </a:lnTo>
                    <a:cubicBezTo>
                      <a:pt x="-930" y="67246"/>
                      <a:pt x="-930" y="73277"/>
                      <a:pt x="2791" y="76996"/>
                    </a:cubicBezTo>
                    <a:cubicBezTo>
                      <a:pt x="4577" y="78781"/>
                      <a:pt x="6998" y="79785"/>
                      <a:pt x="9523" y="79785"/>
                    </a:cubicBezTo>
                    <a:close/>
                  </a:path>
                </a:pathLst>
              </a:custGeom>
              <a:grpFill/>
              <a:ln w="9525" cap="flat">
                <a:noFill/>
                <a:prstDash val="solid"/>
                <a:miter/>
              </a:ln>
            </p:spPr>
            <p:txBody>
              <a:bodyPr rtlCol="0" anchor="ctr"/>
              <a:lstStyle/>
              <a:p>
                <a:endParaRPr lang="en-IN" sz="1544"/>
              </a:p>
            </p:txBody>
          </p:sp>
          <p:sp>
            <p:nvSpPr>
              <p:cNvPr id="102" name="Freeform: Shape 101">
                <a:extLst>
                  <a:ext uri="{FF2B5EF4-FFF2-40B4-BE49-F238E27FC236}">
                    <a16:creationId xmlns:a16="http://schemas.microsoft.com/office/drawing/2014/main" id="{4BB3011E-FE6F-4E2D-AC2D-AEB9D2C30BE6}"/>
                  </a:ext>
                </a:extLst>
              </p:cNvPr>
              <p:cNvSpPr/>
              <p:nvPr/>
            </p:nvSpPr>
            <p:spPr>
              <a:xfrm>
                <a:off x="-912754" y="1588767"/>
                <a:ext cx="151191" cy="234923"/>
              </a:xfrm>
              <a:custGeom>
                <a:avLst/>
                <a:gdLst>
                  <a:gd name="connsiteX0" fmla="*/ 62008 w 151191"/>
                  <a:gd name="connsiteY0" fmla="*/ 0 h 234923"/>
                  <a:gd name="connsiteX1" fmla="*/ 81058 w 151191"/>
                  <a:gd name="connsiteY1" fmla="*/ 0 h 234923"/>
                  <a:gd name="connsiteX2" fmla="*/ 81058 w 151191"/>
                  <a:gd name="connsiteY2" fmla="*/ 161925 h 234923"/>
                  <a:gd name="connsiteX3" fmla="*/ 137722 w 151191"/>
                  <a:gd name="connsiteY3" fmla="*/ 105289 h 234923"/>
                  <a:gd name="connsiteX4" fmla="*/ 151191 w 151191"/>
                  <a:gd name="connsiteY4" fmla="*/ 118758 h 234923"/>
                  <a:gd name="connsiteX5" fmla="*/ 81058 w 151191"/>
                  <a:gd name="connsiteY5" fmla="*/ 188900 h 234923"/>
                  <a:gd name="connsiteX6" fmla="*/ 81058 w 151191"/>
                  <a:gd name="connsiteY6" fmla="*/ 234923 h 234923"/>
                  <a:gd name="connsiteX7" fmla="*/ 62008 w 151191"/>
                  <a:gd name="connsiteY7" fmla="*/ 234923 h 234923"/>
                  <a:gd name="connsiteX8" fmla="*/ 62008 w 151191"/>
                  <a:gd name="connsiteY8" fmla="*/ 137093 h 234923"/>
                  <a:gd name="connsiteX9" fmla="*/ 0 w 151191"/>
                  <a:gd name="connsiteY9" fmla="*/ 75086 h 234923"/>
                  <a:gd name="connsiteX10" fmla="*/ 13431 w 151191"/>
                  <a:gd name="connsiteY10" fmla="*/ 61579 h 234923"/>
                  <a:gd name="connsiteX11" fmla="*/ 62008 w 151191"/>
                  <a:gd name="connsiteY11" fmla="*/ 110157 h 234923"/>
                  <a:gd name="connsiteX12" fmla="*/ 62008 w 151191"/>
                  <a:gd name="connsiteY12" fmla="*/ 0 h 234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51191" h="234923">
                    <a:moveTo>
                      <a:pt x="62008" y="0"/>
                    </a:moveTo>
                    <a:lnTo>
                      <a:pt x="81058" y="0"/>
                    </a:lnTo>
                    <a:lnTo>
                      <a:pt x="81058" y="161925"/>
                    </a:lnTo>
                    <a:lnTo>
                      <a:pt x="137722" y="105289"/>
                    </a:lnTo>
                    <a:lnTo>
                      <a:pt x="151191" y="118758"/>
                    </a:lnTo>
                    <a:lnTo>
                      <a:pt x="81058" y="188900"/>
                    </a:lnTo>
                    <a:lnTo>
                      <a:pt x="81058" y="234923"/>
                    </a:lnTo>
                    <a:lnTo>
                      <a:pt x="62008" y="234923"/>
                    </a:lnTo>
                    <a:lnTo>
                      <a:pt x="62008" y="137093"/>
                    </a:lnTo>
                    <a:lnTo>
                      <a:pt x="0" y="75086"/>
                    </a:lnTo>
                    <a:lnTo>
                      <a:pt x="13431" y="61579"/>
                    </a:lnTo>
                    <a:lnTo>
                      <a:pt x="62008" y="110157"/>
                    </a:lnTo>
                    <a:lnTo>
                      <a:pt x="62008" y="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sp>
            <p:nvSpPr>
              <p:cNvPr id="114" name="Freeform: Shape 113">
                <a:extLst>
                  <a:ext uri="{FF2B5EF4-FFF2-40B4-BE49-F238E27FC236}">
                    <a16:creationId xmlns:a16="http://schemas.microsoft.com/office/drawing/2014/main" id="{E6AEFBAF-63C0-8797-5E47-42664B7FAEE6}"/>
                  </a:ext>
                </a:extLst>
              </p:cNvPr>
              <p:cNvSpPr/>
              <p:nvPr/>
            </p:nvSpPr>
            <p:spPr>
              <a:xfrm>
                <a:off x="-571265" y="1796193"/>
                <a:ext cx="216403" cy="266759"/>
              </a:xfrm>
              <a:custGeom>
                <a:avLst/>
                <a:gdLst>
                  <a:gd name="connsiteX0" fmla="*/ 141790 w 283576"/>
                  <a:gd name="connsiteY0" fmla="*/ 0 h 349565"/>
                  <a:gd name="connsiteX1" fmla="*/ 237030 w 283576"/>
                  <a:gd name="connsiteY1" fmla="*/ 140228 h 349565"/>
                  <a:gd name="connsiteX2" fmla="*/ 204995 w 283576"/>
                  <a:gd name="connsiteY2" fmla="*/ 136248 h 349565"/>
                  <a:gd name="connsiteX3" fmla="*/ 258480 w 283576"/>
                  <a:gd name="connsiteY3" fmla="*/ 218919 h 349565"/>
                  <a:gd name="connsiteX4" fmla="*/ 215189 w 283576"/>
                  <a:gd name="connsiteY4" fmla="*/ 207359 h 349565"/>
                  <a:gd name="connsiteX5" fmla="*/ 283576 w 283576"/>
                  <a:gd name="connsiteY5" fmla="*/ 314080 h 349565"/>
                  <a:gd name="connsiteX6" fmla="*/ 143697 w 283576"/>
                  <a:gd name="connsiteY6" fmla="*/ 300502 h 349565"/>
                  <a:gd name="connsiteX7" fmla="*/ 143697 w 283576"/>
                  <a:gd name="connsiteY7" fmla="*/ 349565 h 349565"/>
                  <a:gd name="connsiteX8" fmla="*/ 124644 w 283576"/>
                  <a:gd name="connsiteY8" fmla="*/ 349565 h 349565"/>
                  <a:gd name="connsiteX9" fmla="*/ 124644 w 283576"/>
                  <a:gd name="connsiteY9" fmla="*/ 301986 h 349565"/>
                  <a:gd name="connsiteX10" fmla="*/ 0 w 283576"/>
                  <a:gd name="connsiteY10" fmla="*/ 314083 h 349565"/>
                  <a:gd name="connsiteX11" fmla="*/ 68389 w 283576"/>
                  <a:gd name="connsiteY11" fmla="*/ 207359 h 349565"/>
                  <a:gd name="connsiteX12" fmla="*/ 25099 w 283576"/>
                  <a:gd name="connsiteY12" fmla="*/ 218916 h 349565"/>
                  <a:gd name="connsiteX13" fmla="*/ 78584 w 283576"/>
                  <a:gd name="connsiteY13" fmla="*/ 136245 h 349565"/>
                  <a:gd name="connsiteX14" fmla="*/ 46549 w 283576"/>
                  <a:gd name="connsiteY14" fmla="*/ 140225 h 349565"/>
                  <a:gd name="connsiteX15" fmla="*/ 141790 w 283576"/>
                  <a:gd name="connsiteY15" fmla="*/ 0 h 349565"/>
                  <a:gd name="connsiteX16" fmla="*/ 141790 w 283576"/>
                  <a:gd name="connsiteY16" fmla="*/ 33909 h 349565"/>
                  <a:gd name="connsiteX17" fmla="*/ 85932 w 283576"/>
                  <a:gd name="connsiteY17" fmla="*/ 116134 h 349565"/>
                  <a:gd name="connsiteX18" fmla="*/ 116758 w 283576"/>
                  <a:gd name="connsiteY18" fmla="*/ 112306 h 349565"/>
                  <a:gd name="connsiteX19" fmla="*/ 67942 w 283576"/>
                  <a:gd name="connsiteY19" fmla="*/ 187760 h 349565"/>
                  <a:gd name="connsiteX20" fmla="*/ 110933 w 283576"/>
                  <a:gd name="connsiteY20" fmla="*/ 176284 h 349565"/>
                  <a:gd name="connsiteX21" fmla="*/ 37210 w 283576"/>
                  <a:gd name="connsiteY21" fmla="*/ 291328 h 349565"/>
                  <a:gd name="connsiteX22" fmla="*/ 141790 w 283576"/>
                  <a:gd name="connsiteY22" fmla="*/ 281178 h 349565"/>
                  <a:gd name="connsiteX23" fmla="*/ 246365 w 283576"/>
                  <a:gd name="connsiteY23" fmla="*/ 291328 h 349565"/>
                  <a:gd name="connsiteX24" fmla="*/ 172641 w 283576"/>
                  <a:gd name="connsiteY24" fmla="*/ 176284 h 349565"/>
                  <a:gd name="connsiteX25" fmla="*/ 215636 w 283576"/>
                  <a:gd name="connsiteY25" fmla="*/ 187763 h 349565"/>
                  <a:gd name="connsiteX26" fmla="*/ 166820 w 283576"/>
                  <a:gd name="connsiteY26" fmla="*/ 112309 h 349565"/>
                  <a:gd name="connsiteX27" fmla="*/ 197646 w 283576"/>
                  <a:gd name="connsiteY27" fmla="*/ 116136 h 349565"/>
                  <a:gd name="connsiteX28" fmla="*/ 141790 w 283576"/>
                  <a:gd name="connsiteY28" fmla="*/ 33909 h 349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83576" h="349565">
                    <a:moveTo>
                      <a:pt x="141790" y="0"/>
                    </a:moveTo>
                    <a:lnTo>
                      <a:pt x="237030" y="140228"/>
                    </a:lnTo>
                    <a:lnTo>
                      <a:pt x="204995" y="136248"/>
                    </a:lnTo>
                    <a:lnTo>
                      <a:pt x="258480" y="218919"/>
                    </a:lnTo>
                    <a:lnTo>
                      <a:pt x="215189" y="207359"/>
                    </a:lnTo>
                    <a:lnTo>
                      <a:pt x="283576" y="314080"/>
                    </a:lnTo>
                    <a:lnTo>
                      <a:pt x="143697" y="300502"/>
                    </a:lnTo>
                    <a:lnTo>
                      <a:pt x="143697" y="349565"/>
                    </a:lnTo>
                    <a:lnTo>
                      <a:pt x="124644" y="349565"/>
                    </a:lnTo>
                    <a:lnTo>
                      <a:pt x="124644" y="301986"/>
                    </a:lnTo>
                    <a:lnTo>
                      <a:pt x="0" y="314083"/>
                    </a:lnTo>
                    <a:lnTo>
                      <a:pt x="68389" y="207359"/>
                    </a:lnTo>
                    <a:lnTo>
                      <a:pt x="25099" y="218916"/>
                    </a:lnTo>
                    <a:lnTo>
                      <a:pt x="78584" y="136245"/>
                    </a:lnTo>
                    <a:lnTo>
                      <a:pt x="46549" y="140225"/>
                    </a:lnTo>
                    <a:lnTo>
                      <a:pt x="141790" y="0"/>
                    </a:lnTo>
                    <a:close/>
                    <a:moveTo>
                      <a:pt x="141790" y="33909"/>
                    </a:moveTo>
                    <a:lnTo>
                      <a:pt x="85932" y="116134"/>
                    </a:lnTo>
                    <a:lnTo>
                      <a:pt x="116758" y="112306"/>
                    </a:lnTo>
                    <a:lnTo>
                      <a:pt x="67942" y="187760"/>
                    </a:lnTo>
                    <a:lnTo>
                      <a:pt x="110933" y="176284"/>
                    </a:lnTo>
                    <a:lnTo>
                      <a:pt x="37210" y="291328"/>
                    </a:lnTo>
                    <a:lnTo>
                      <a:pt x="141790" y="281178"/>
                    </a:lnTo>
                    <a:lnTo>
                      <a:pt x="246365" y="291328"/>
                    </a:lnTo>
                    <a:lnTo>
                      <a:pt x="172641" y="176284"/>
                    </a:lnTo>
                    <a:lnTo>
                      <a:pt x="215636" y="187763"/>
                    </a:lnTo>
                    <a:lnTo>
                      <a:pt x="166820" y="112309"/>
                    </a:lnTo>
                    <a:lnTo>
                      <a:pt x="197646" y="116136"/>
                    </a:lnTo>
                    <a:lnTo>
                      <a:pt x="141790" y="33909"/>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sp>
            <p:nvSpPr>
              <p:cNvPr id="124" name="Freeform: Shape 123">
                <a:extLst>
                  <a:ext uri="{FF2B5EF4-FFF2-40B4-BE49-F238E27FC236}">
                    <a16:creationId xmlns:a16="http://schemas.microsoft.com/office/drawing/2014/main" id="{0BBCC281-7886-1A09-5CD0-FF646EC17570}"/>
                  </a:ext>
                </a:extLst>
              </p:cNvPr>
              <p:cNvSpPr/>
              <p:nvPr/>
            </p:nvSpPr>
            <p:spPr>
              <a:xfrm>
                <a:off x="-1301625" y="1869050"/>
                <a:ext cx="149912" cy="184796"/>
              </a:xfrm>
              <a:custGeom>
                <a:avLst/>
                <a:gdLst>
                  <a:gd name="connsiteX0" fmla="*/ 141790 w 283576"/>
                  <a:gd name="connsiteY0" fmla="*/ 0 h 349565"/>
                  <a:gd name="connsiteX1" fmla="*/ 237030 w 283576"/>
                  <a:gd name="connsiteY1" fmla="*/ 140228 h 349565"/>
                  <a:gd name="connsiteX2" fmla="*/ 204995 w 283576"/>
                  <a:gd name="connsiteY2" fmla="*/ 136248 h 349565"/>
                  <a:gd name="connsiteX3" fmla="*/ 258480 w 283576"/>
                  <a:gd name="connsiteY3" fmla="*/ 218919 h 349565"/>
                  <a:gd name="connsiteX4" fmla="*/ 215189 w 283576"/>
                  <a:gd name="connsiteY4" fmla="*/ 207359 h 349565"/>
                  <a:gd name="connsiteX5" fmla="*/ 283576 w 283576"/>
                  <a:gd name="connsiteY5" fmla="*/ 314080 h 349565"/>
                  <a:gd name="connsiteX6" fmla="*/ 143697 w 283576"/>
                  <a:gd name="connsiteY6" fmla="*/ 300502 h 349565"/>
                  <a:gd name="connsiteX7" fmla="*/ 143697 w 283576"/>
                  <a:gd name="connsiteY7" fmla="*/ 349565 h 349565"/>
                  <a:gd name="connsiteX8" fmla="*/ 124644 w 283576"/>
                  <a:gd name="connsiteY8" fmla="*/ 349565 h 349565"/>
                  <a:gd name="connsiteX9" fmla="*/ 124644 w 283576"/>
                  <a:gd name="connsiteY9" fmla="*/ 301986 h 349565"/>
                  <a:gd name="connsiteX10" fmla="*/ 0 w 283576"/>
                  <a:gd name="connsiteY10" fmla="*/ 314083 h 349565"/>
                  <a:gd name="connsiteX11" fmla="*/ 68389 w 283576"/>
                  <a:gd name="connsiteY11" fmla="*/ 207359 h 349565"/>
                  <a:gd name="connsiteX12" fmla="*/ 25099 w 283576"/>
                  <a:gd name="connsiteY12" fmla="*/ 218916 h 349565"/>
                  <a:gd name="connsiteX13" fmla="*/ 78584 w 283576"/>
                  <a:gd name="connsiteY13" fmla="*/ 136245 h 349565"/>
                  <a:gd name="connsiteX14" fmla="*/ 46549 w 283576"/>
                  <a:gd name="connsiteY14" fmla="*/ 140225 h 349565"/>
                  <a:gd name="connsiteX15" fmla="*/ 141790 w 283576"/>
                  <a:gd name="connsiteY15" fmla="*/ 0 h 349565"/>
                  <a:gd name="connsiteX16" fmla="*/ 141790 w 283576"/>
                  <a:gd name="connsiteY16" fmla="*/ 33909 h 349565"/>
                  <a:gd name="connsiteX17" fmla="*/ 85932 w 283576"/>
                  <a:gd name="connsiteY17" fmla="*/ 116134 h 349565"/>
                  <a:gd name="connsiteX18" fmla="*/ 116758 w 283576"/>
                  <a:gd name="connsiteY18" fmla="*/ 112306 h 349565"/>
                  <a:gd name="connsiteX19" fmla="*/ 67942 w 283576"/>
                  <a:gd name="connsiteY19" fmla="*/ 187760 h 349565"/>
                  <a:gd name="connsiteX20" fmla="*/ 110933 w 283576"/>
                  <a:gd name="connsiteY20" fmla="*/ 176284 h 349565"/>
                  <a:gd name="connsiteX21" fmla="*/ 37210 w 283576"/>
                  <a:gd name="connsiteY21" fmla="*/ 291328 h 349565"/>
                  <a:gd name="connsiteX22" fmla="*/ 141790 w 283576"/>
                  <a:gd name="connsiteY22" fmla="*/ 281178 h 349565"/>
                  <a:gd name="connsiteX23" fmla="*/ 246365 w 283576"/>
                  <a:gd name="connsiteY23" fmla="*/ 291328 h 349565"/>
                  <a:gd name="connsiteX24" fmla="*/ 172641 w 283576"/>
                  <a:gd name="connsiteY24" fmla="*/ 176284 h 349565"/>
                  <a:gd name="connsiteX25" fmla="*/ 215636 w 283576"/>
                  <a:gd name="connsiteY25" fmla="*/ 187763 h 349565"/>
                  <a:gd name="connsiteX26" fmla="*/ 166820 w 283576"/>
                  <a:gd name="connsiteY26" fmla="*/ 112309 h 349565"/>
                  <a:gd name="connsiteX27" fmla="*/ 197646 w 283576"/>
                  <a:gd name="connsiteY27" fmla="*/ 116136 h 349565"/>
                  <a:gd name="connsiteX28" fmla="*/ 141790 w 283576"/>
                  <a:gd name="connsiteY28" fmla="*/ 33909 h 349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83576" h="349565">
                    <a:moveTo>
                      <a:pt x="141790" y="0"/>
                    </a:moveTo>
                    <a:lnTo>
                      <a:pt x="237030" y="140228"/>
                    </a:lnTo>
                    <a:lnTo>
                      <a:pt x="204995" y="136248"/>
                    </a:lnTo>
                    <a:lnTo>
                      <a:pt x="258480" y="218919"/>
                    </a:lnTo>
                    <a:lnTo>
                      <a:pt x="215189" y="207359"/>
                    </a:lnTo>
                    <a:lnTo>
                      <a:pt x="283576" y="314080"/>
                    </a:lnTo>
                    <a:lnTo>
                      <a:pt x="143697" y="300502"/>
                    </a:lnTo>
                    <a:lnTo>
                      <a:pt x="143697" y="349565"/>
                    </a:lnTo>
                    <a:lnTo>
                      <a:pt x="124644" y="349565"/>
                    </a:lnTo>
                    <a:lnTo>
                      <a:pt x="124644" y="301986"/>
                    </a:lnTo>
                    <a:lnTo>
                      <a:pt x="0" y="314083"/>
                    </a:lnTo>
                    <a:lnTo>
                      <a:pt x="68389" y="207359"/>
                    </a:lnTo>
                    <a:lnTo>
                      <a:pt x="25099" y="218916"/>
                    </a:lnTo>
                    <a:lnTo>
                      <a:pt x="78584" y="136245"/>
                    </a:lnTo>
                    <a:lnTo>
                      <a:pt x="46549" y="140225"/>
                    </a:lnTo>
                    <a:lnTo>
                      <a:pt x="141790" y="0"/>
                    </a:lnTo>
                    <a:close/>
                    <a:moveTo>
                      <a:pt x="141790" y="33909"/>
                    </a:moveTo>
                    <a:lnTo>
                      <a:pt x="85932" y="116134"/>
                    </a:lnTo>
                    <a:lnTo>
                      <a:pt x="116758" y="112306"/>
                    </a:lnTo>
                    <a:lnTo>
                      <a:pt x="67942" y="187760"/>
                    </a:lnTo>
                    <a:lnTo>
                      <a:pt x="110933" y="176284"/>
                    </a:lnTo>
                    <a:lnTo>
                      <a:pt x="37210" y="291328"/>
                    </a:lnTo>
                    <a:lnTo>
                      <a:pt x="141790" y="281178"/>
                    </a:lnTo>
                    <a:lnTo>
                      <a:pt x="246365" y="291328"/>
                    </a:lnTo>
                    <a:lnTo>
                      <a:pt x="172641" y="176284"/>
                    </a:lnTo>
                    <a:lnTo>
                      <a:pt x="215636" y="187763"/>
                    </a:lnTo>
                    <a:lnTo>
                      <a:pt x="166820" y="112309"/>
                    </a:lnTo>
                    <a:lnTo>
                      <a:pt x="197646" y="116136"/>
                    </a:lnTo>
                    <a:lnTo>
                      <a:pt x="141790" y="33909"/>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grpSp>
      </p:grpSp>
      <p:grpSp>
        <p:nvGrpSpPr>
          <p:cNvPr id="215" name="Group 214">
            <a:extLst>
              <a:ext uri="{FF2B5EF4-FFF2-40B4-BE49-F238E27FC236}">
                <a16:creationId xmlns:a16="http://schemas.microsoft.com/office/drawing/2014/main" id="{BB7E5EE2-6847-A236-A91D-6E561483EB1B}"/>
              </a:ext>
            </a:extLst>
          </p:cNvPr>
          <p:cNvGrpSpPr/>
          <p:nvPr/>
        </p:nvGrpSpPr>
        <p:grpSpPr>
          <a:xfrm>
            <a:off x="3947282" y="3151070"/>
            <a:ext cx="503639" cy="503639"/>
            <a:chOff x="4782281" y="3121652"/>
            <a:chExt cx="619702" cy="619702"/>
          </a:xfrm>
          <a:solidFill>
            <a:schemeClr val="tx1">
              <a:lumMod val="75000"/>
              <a:lumOff val="25000"/>
            </a:schemeClr>
          </a:solidFill>
        </p:grpSpPr>
        <p:sp>
          <p:nvSpPr>
            <p:cNvPr id="212" name="Oval 211">
              <a:extLst>
                <a:ext uri="{FF2B5EF4-FFF2-40B4-BE49-F238E27FC236}">
                  <a16:creationId xmlns:a16="http://schemas.microsoft.com/office/drawing/2014/main" id="{631AA2E4-8763-6F3B-DE73-384459F7E064}"/>
                </a:ext>
              </a:extLst>
            </p:cNvPr>
            <p:cNvSpPr/>
            <p:nvPr/>
          </p:nvSpPr>
          <p:spPr>
            <a:xfrm>
              <a:off x="4821020" y="3172176"/>
              <a:ext cx="354934" cy="354934"/>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grpSp>
          <p:nvGrpSpPr>
            <p:cNvPr id="147" name="Group 146">
              <a:extLst>
                <a:ext uri="{FF2B5EF4-FFF2-40B4-BE49-F238E27FC236}">
                  <a16:creationId xmlns:a16="http://schemas.microsoft.com/office/drawing/2014/main" id="{85F79172-DD5A-E325-4DC1-0C58003D5A87}"/>
                </a:ext>
              </a:extLst>
            </p:cNvPr>
            <p:cNvGrpSpPr/>
            <p:nvPr/>
          </p:nvGrpSpPr>
          <p:grpSpPr>
            <a:xfrm>
              <a:off x="4782281" y="3121652"/>
              <a:ext cx="619702" cy="619702"/>
              <a:chOff x="4616271" y="2910214"/>
              <a:chExt cx="914400" cy="914400"/>
            </a:xfrm>
            <a:grpFill/>
          </p:grpSpPr>
          <p:pic>
            <p:nvPicPr>
              <p:cNvPr id="126" name="Graphic 125" descr="Magnifying glass outline">
                <a:extLst>
                  <a:ext uri="{FF2B5EF4-FFF2-40B4-BE49-F238E27FC236}">
                    <a16:creationId xmlns:a16="http://schemas.microsoft.com/office/drawing/2014/main" id="{C2F8176A-C226-578B-0288-54BE343632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16271" y="2910214"/>
                <a:ext cx="914400" cy="914400"/>
              </a:xfrm>
              <a:prstGeom prst="rect">
                <a:avLst/>
              </a:prstGeom>
            </p:spPr>
          </p:pic>
          <p:grpSp>
            <p:nvGrpSpPr>
              <p:cNvPr id="140" name="Group 139">
                <a:extLst>
                  <a:ext uri="{FF2B5EF4-FFF2-40B4-BE49-F238E27FC236}">
                    <a16:creationId xmlns:a16="http://schemas.microsoft.com/office/drawing/2014/main" id="{B3105E40-9398-C623-E117-1004EE8543A3}"/>
                  </a:ext>
                </a:extLst>
              </p:cNvPr>
              <p:cNvGrpSpPr/>
              <p:nvPr/>
            </p:nvGrpSpPr>
            <p:grpSpPr>
              <a:xfrm>
                <a:off x="4832571" y="3143527"/>
                <a:ext cx="304800" cy="266700"/>
                <a:chOff x="-302400" y="4933637"/>
                <a:chExt cx="304800" cy="266700"/>
              </a:xfrm>
              <a:grpFill/>
            </p:grpSpPr>
            <p:sp>
              <p:nvSpPr>
                <p:cNvPr id="133" name="Freeform: Shape 132">
                  <a:extLst>
                    <a:ext uri="{FF2B5EF4-FFF2-40B4-BE49-F238E27FC236}">
                      <a16:creationId xmlns:a16="http://schemas.microsoft.com/office/drawing/2014/main" id="{C945EE65-ACA3-B4B3-5105-3A1C61724E29}"/>
                    </a:ext>
                  </a:extLst>
                </p:cNvPr>
                <p:cNvSpPr/>
                <p:nvPr/>
              </p:nvSpPr>
              <p:spPr>
                <a:xfrm>
                  <a:off x="-302400" y="4933637"/>
                  <a:ext cx="76200" cy="266700"/>
                </a:xfrm>
                <a:custGeom>
                  <a:avLst/>
                  <a:gdLst>
                    <a:gd name="connsiteX0" fmla="*/ 0 w 76200"/>
                    <a:gd name="connsiteY0" fmla="*/ 266700 h 266700"/>
                    <a:gd name="connsiteX1" fmla="*/ 76200 w 76200"/>
                    <a:gd name="connsiteY1" fmla="*/ 266700 h 266700"/>
                    <a:gd name="connsiteX2" fmla="*/ 76200 w 76200"/>
                    <a:gd name="connsiteY2" fmla="*/ 0 h 266700"/>
                    <a:gd name="connsiteX3" fmla="*/ 0 w 76200"/>
                    <a:gd name="connsiteY3" fmla="*/ 0 h 266700"/>
                    <a:gd name="connsiteX4" fmla="*/ 19050 w 76200"/>
                    <a:gd name="connsiteY4" fmla="*/ 19050 h 266700"/>
                    <a:gd name="connsiteX5" fmla="*/ 57150 w 76200"/>
                    <a:gd name="connsiteY5" fmla="*/ 19050 h 266700"/>
                    <a:gd name="connsiteX6" fmla="*/ 57150 w 76200"/>
                    <a:gd name="connsiteY6" fmla="*/ 247650 h 266700"/>
                    <a:gd name="connsiteX7" fmla="*/ 19050 w 76200"/>
                    <a:gd name="connsiteY7" fmla="*/ 247650 h 266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200" h="266700">
                      <a:moveTo>
                        <a:pt x="0" y="266700"/>
                      </a:moveTo>
                      <a:lnTo>
                        <a:pt x="76200" y="266700"/>
                      </a:lnTo>
                      <a:lnTo>
                        <a:pt x="76200" y="0"/>
                      </a:lnTo>
                      <a:lnTo>
                        <a:pt x="0" y="0"/>
                      </a:lnTo>
                      <a:close/>
                      <a:moveTo>
                        <a:pt x="19050" y="19050"/>
                      </a:moveTo>
                      <a:lnTo>
                        <a:pt x="57150" y="19050"/>
                      </a:lnTo>
                      <a:lnTo>
                        <a:pt x="57150" y="247650"/>
                      </a:lnTo>
                      <a:lnTo>
                        <a:pt x="19050" y="247650"/>
                      </a:lnTo>
                      <a:close/>
                    </a:path>
                  </a:pathLst>
                </a:custGeom>
                <a:grpFill/>
                <a:ln w="9525" cap="flat">
                  <a:noFill/>
                  <a:prstDash val="solid"/>
                  <a:miter/>
                </a:ln>
              </p:spPr>
              <p:txBody>
                <a:bodyPr rtlCol="0" anchor="ctr"/>
                <a:lstStyle/>
                <a:p>
                  <a:endParaRPr lang="en-IN" sz="1544"/>
                </a:p>
              </p:txBody>
            </p:sp>
            <p:sp>
              <p:nvSpPr>
                <p:cNvPr id="134" name="Freeform: Shape 133">
                  <a:extLst>
                    <a:ext uri="{FF2B5EF4-FFF2-40B4-BE49-F238E27FC236}">
                      <a16:creationId xmlns:a16="http://schemas.microsoft.com/office/drawing/2014/main" id="{F7805981-AC30-1AEC-09F9-C49E4464B88C}"/>
                    </a:ext>
                  </a:extLst>
                </p:cNvPr>
                <p:cNvSpPr/>
                <p:nvPr/>
              </p:nvSpPr>
              <p:spPr>
                <a:xfrm>
                  <a:off x="-188100" y="5019362"/>
                  <a:ext cx="76200" cy="180975"/>
                </a:xfrm>
                <a:custGeom>
                  <a:avLst/>
                  <a:gdLst>
                    <a:gd name="connsiteX0" fmla="*/ 0 w 76200"/>
                    <a:gd name="connsiteY0" fmla="*/ 180975 h 180975"/>
                    <a:gd name="connsiteX1" fmla="*/ 76200 w 76200"/>
                    <a:gd name="connsiteY1" fmla="*/ 180975 h 180975"/>
                    <a:gd name="connsiteX2" fmla="*/ 76200 w 76200"/>
                    <a:gd name="connsiteY2" fmla="*/ 0 h 180975"/>
                    <a:gd name="connsiteX3" fmla="*/ 0 w 76200"/>
                    <a:gd name="connsiteY3" fmla="*/ 0 h 180975"/>
                    <a:gd name="connsiteX4" fmla="*/ 19050 w 76200"/>
                    <a:gd name="connsiteY4" fmla="*/ 19050 h 180975"/>
                    <a:gd name="connsiteX5" fmla="*/ 57150 w 76200"/>
                    <a:gd name="connsiteY5" fmla="*/ 19050 h 180975"/>
                    <a:gd name="connsiteX6" fmla="*/ 57150 w 76200"/>
                    <a:gd name="connsiteY6" fmla="*/ 161925 h 180975"/>
                    <a:gd name="connsiteX7" fmla="*/ 19050 w 76200"/>
                    <a:gd name="connsiteY7" fmla="*/ 161925 h 180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200" h="180975">
                      <a:moveTo>
                        <a:pt x="0" y="180975"/>
                      </a:moveTo>
                      <a:lnTo>
                        <a:pt x="76200" y="180975"/>
                      </a:lnTo>
                      <a:lnTo>
                        <a:pt x="76200" y="0"/>
                      </a:lnTo>
                      <a:lnTo>
                        <a:pt x="0" y="0"/>
                      </a:lnTo>
                      <a:close/>
                      <a:moveTo>
                        <a:pt x="19050" y="19050"/>
                      </a:moveTo>
                      <a:lnTo>
                        <a:pt x="57150" y="19050"/>
                      </a:lnTo>
                      <a:lnTo>
                        <a:pt x="57150" y="161925"/>
                      </a:lnTo>
                      <a:lnTo>
                        <a:pt x="19050" y="161925"/>
                      </a:lnTo>
                      <a:close/>
                    </a:path>
                  </a:pathLst>
                </a:custGeom>
                <a:grpFill/>
                <a:ln w="9525" cap="flat">
                  <a:noFill/>
                  <a:prstDash val="solid"/>
                  <a:miter/>
                </a:ln>
              </p:spPr>
              <p:txBody>
                <a:bodyPr rtlCol="0" anchor="ctr"/>
                <a:lstStyle/>
                <a:p>
                  <a:endParaRPr lang="en-IN" sz="1544"/>
                </a:p>
              </p:txBody>
            </p:sp>
            <p:sp>
              <p:nvSpPr>
                <p:cNvPr id="135" name="Freeform: Shape 134">
                  <a:extLst>
                    <a:ext uri="{FF2B5EF4-FFF2-40B4-BE49-F238E27FC236}">
                      <a16:creationId xmlns:a16="http://schemas.microsoft.com/office/drawing/2014/main" id="{EA11DD00-7C9F-DCC0-C0F6-A2EFB780A164}"/>
                    </a:ext>
                  </a:extLst>
                </p:cNvPr>
                <p:cNvSpPr/>
                <p:nvPr/>
              </p:nvSpPr>
              <p:spPr>
                <a:xfrm>
                  <a:off x="-73800" y="5086037"/>
                  <a:ext cx="76200" cy="114300"/>
                </a:xfrm>
                <a:custGeom>
                  <a:avLst/>
                  <a:gdLst>
                    <a:gd name="connsiteX0" fmla="*/ 76200 w 76200"/>
                    <a:gd name="connsiteY0" fmla="*/ 0 h 114300"/>
                    <a:gd name="connsiteX1" fmla="*/ 0 w 76200"/>
                    <a:gd name="connsiteY1" fmla="*/ 0 h 114300"/>
                    <a:gd name="connsiteX2" fmla="*/ 0 w 76200"/>
                    <a:gd name="connsiteY2" fmla="*/ 114300 h 114300"/>
                    <a:gd name="connsiteX3" fmla="*/ 76200 w 76200"/>
                    <a:gd name="connsiteY3" fmla="*/ 114300 h 114300"/>
                    <a:gd name="connsiteX4" fmla="*/ 57150 w 76200"/>
                    <a:gd name="connsiteY4" fmla="*/ 95250 h 114300"/>
                    <a:gd name="connsiteX5" fmla="*/ 19050 w 76200"/>
                    <a:gd name="connsiteY5" fmla="*/ 95250 h 114300"/>
                    <a:gd name="connsiteX6" fmla="*/ 19050 w 76200"/>
                    <a:gd name="connsiteY6" fmla="*/ 19050 h 114300"/>
                    <a:gd name="connsiteX7" fmla="*/ 57150 w 76200"/>
                    <a:gd name="connsiteY7" fmla="*/ 19050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200" h="114300">
                      <a:moveTo>
                        <a:pt x="76200" y="0"/>
                      </a:moveTo>
                      <a:lnTo>
                        <a:pt x="0" y="0"/>
                      </a:lnTo>
                      <a:lnTo>
                        <a:pt x="0" y="114300"/>
                      </a:lnTo>
                      <a:lnTo>
                        <a:pt x="76200" y="114300"/>
                      </a:lnTo>
                      <a:close/>
                      <a:moveTo>
                        <a:pt x="57150" y="95250"/>
                      </a:moveTo>
                      <a:lnTo>
                        <a:pt x="19050" y="95250"/>
                      </a:lnTo>
                      <a:lnTo>
                        <a:pt x="19050" y="19050"/>
                      </a:lnTo>
                      <a:lnTo>
                        <a:pt x="57150" y="19050"/>
                      </a:lnTo>
                      <a:close/>
                    </a:path>
                  </a:pathLst>
                </a:custGeom>
                <a:grpFill/>
                <a:ln w="9525" cap="flat">
                  <a:noFill/>
                  <a:prstDash val="solid"/>
                  <a:miter/>
                </a:ln>
              </p:spPr>
              <p:txBody>
                <a:bodyPr rtlCol="0" anchor="ctr"/>
                <a:lstStyle/>
                <a:p>
                  <a:endParaRPr lang="en-IN" sz="1544"/>
                </a:p>
              </p:txBody>
            </p:sp>
          </p:grpSp>
          <p:sp>
            <p:nvSpPr>
              <p:cNvPr id="143" name="Freeform: Shape 142">
                <a:extLst>
                  <a:ext uri="{FF2B5EF4-FFF2-40B4-BE49-F238E27FC236}">
                    <a16:creationId xmlns:a16="http://schemas.microsoft.com/office/drawing/2014/main" id="{8174F178-6952-101C-5CEA-32667AEE18F3}"/>
                  </a:ext>
                </a:extLst>
              </p:cNvPr>
              <p:cNvSpPr/>
              <p:nvPr/>
            </p:nvSpPr>
            <p:spPr>
              <a:xfrm>
                <a:off x="5293181" y="3142475"/>
                <a:ext cx="161925" cy="193809"/>
              </a:xfrm>
              <a:custGeom>
                <a:avLst/>
                <a:gdLst>
                  <a:gd name="connsiteX0" fmla="*/ 80963 w 161925"/>
                  <a:gd name="connsiteY0" fmla="*/ 193810 h 193809"/>
                  <a:gd name="connsiteX1" fmla="*/ 161925 w 161925"/>
                  <a:gd name="connsiteY1" fmla="*/ 96904 h 193809"/>
                  <a:gd name="connsiteX2" fmla="*/ 80963 w 161925"/>
                  <a:gd name="connsiteY2" fmla="*/ 0 h 193809"/>
                  <a:gd name="connsiteX3" fmla="*/ 0 w 161925"/>
                  <a:gd name="connsiteY3" fmla="*/ 96904 h 193809"/>
                  <a:gd name="connsiteX4" fmla="*/ 80963 w 161925"/>
                  <a:gd name="connsiteY4" fmla="*/ 193810 h 193809"/>
                  <a:gd name="connsiteX5" fmla="*/ 80943 w 161925"/>
                  <a:gd name="connsiteY5" fmla="*/ 47037 h 193809"/>
                  <a:gd name="connsiteX6" fmla="*/ 124770 w 161925"/>
                  <a:gd name="connsiteY6" fmla="*/ 96937 h 193809"/>
                  <a:gd name="connsiteX7" fmla="*/ 80963 w 161925"/>
                  <a:gd name="connsiteY7" fmla="*/ 146805 h 193809"/>
                  <a:gd name="connsiteX8" fmla="*/ 37112 w 161925"/>
                  <a:gd name="connsiteY8" fmla="*/ 96904 h 193809"/>
                  <a:gd name="connsiteX9" fmla="*/ 80943 w 161925"/>
                  <a:gd name="connsiteY9" fmla="*/ 47037 h 193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1925" h="193809">
                    <a:moveTo>
                      <a:pt x="80963" y="193810"/>
                    </a:moveTo>
                    <a:cubicBezTo>
                      <a:pt x="92825" y="151403"/>
                      <a:pt x="122304" y="116119"/>
                      <a:pt x="161925" y="96904"/>
                    </a:cubicBezTo>
                    <a:cubicBezTo>
                      <a:pt x="122250" y="77758"/>
                      <a:pt x="92748" y="42447"/>
                      <a:pt x="80963" y="0"/>
                    </a:cubicBezTo>
                    <a:cubicBezTo>
                      <a:pt x="69099" y="42406"/>
                      <a:pt x="39620" y="77689"/>
                      <a:pt x="0" y="96904"/>
                    </a:cubicBezTo>
                    <a:cubicBezTo>
                      <a:pt x="39620" y="116120"/>
                      <a:pt x="69099" y="151404"/>
                      <a:pt x="80963" y="193810"/>
                    </a:cubicBezTo>
                    <a:close/>
                    <a:moveTo>
                      <a:pt x="80943" y="47037"/>
                    </a:moveTo>
                    <a:cubicBezTo>
                      <a:pt x="92139" y="66384"/>
                      <a:pt x="107030" y="83338"/>
                      <a:pt x="124770" y="96937"/>
                    </a:cubicBezTo>
                    <a:cubicBezTo>
                      <a:pt x="107051" y="110540"/>
                      <a:pt x="92169" y="127482"/>
                      <a:pt x="80963" y="146805"/>
                    </a:cubicBezTo>
                    <a:cubicBezTo>
                      <a:pt x="69748" y="127465"/>
                      <a:pt x="54850" y="110512"/>
                      <a:pt x="37112" y="96904"/>
                    </a:cubicBezTo>
                    <a:cubicBezTo>
                      <a:pt x="54839" y="83305"/>
                      <a:pt x="69731" y="66363"/>
                      <a:pt x="80943" y="47037"/>
                    </a:cubicBezTo>
                    <a:close/>
                  </a:path>
                </a:pathLst>
              </a:custGeom>
              <a:grpFill/>
              <a:ln w="9525" cap="flat">
                <a:noFill/>
                <a:prstDash val="solid"/>
                <a:miter/>
              </a:ln>
            </p:spPr>
            <p:txBody>
              <a:bodyPr rtlCol="0" anchor="ctr"/>
              <a:lstStyle/>
              <a:p>
                <a:endParaRPr lang="en-IN" sz="1544"/>
              </a:p>
            </p:txBody>
          </p:sp>
          <p:sp>
            <p:nvSpPr>
              <p:cNvPr id="144" name="Freeform: Shape 143">
                <a:extLst>
                  <a:ext uri="{FF2B5EF4-FFF2-40B4-BE49-F238E27FC236}">
                    <a16:creationId xmlns:a16="http://schemas.microsoft.com/office/drawing/2014/main" id="{04EDE86A-3966-FAE6-8667-8BAC87B5316B}"/>
                  </a:ext>
                </a:extLst>
              </p:cNvPr>
              <p:cNvSpPr/>
              <p:nvPr/>
            </p:nvSpPr>
            <p:spPr>
              <a:xfrm>
                <a:off x="4644045" y="3518692"/>
                <a:ext cx="111411" cy="133350"/>
              </a:xfrm>
              <a:custGeom>
                <a:avLst/>
                <a:gdLst>
                  <a:gd name="connsiteX0" fmla="*/ 55706 w 111411"/>
                  <a:gd name="connsiteY0" fmla="*/ 0 h 133350"/>
                  <a:gd name="connsiteX1" fmla="*/ 0 w 111411"/>
                  <a:gd name="connsiteY1" fmla="*/ 66675 h 133350"/>
                  <a:gd name="connsiteX2" fmla="*/ 55706 w 111411"/>
                  <a:gd name="connsiteY2" fmla="*/ 133350 h 133350"/>
                  <a:gd name="connsiteX3" fmla="*/ 111411 w 111411"/>
                  <a:gd name="connsiteY3" fmla="*/ 66675 h 133350"/>
                  <a:gd name="connsiteX4" fmla="*/ 55706 w 111411"/>
                  <a:gd name="connsiteY4" fmla="*/ 0 h 133350"/>
                  <a:gd name="connsiteX5" fmla="*/ 55706 w 111411"/>
                  <a:gd name="connsiteY5" fmla="*/ 89957 h 133350"/>
                  <a:gd name="connsiteX6" fmla="*/ 34965 w 111411"/>
                  <a:gd name="connsiteY6" fmla="*/ 66675 h 133350"/>
                  <a:gd name="connsiteX7" fmla="*/ 55687 w 111411"/>
                  <a:gd name="connsiteY7" fmla="*/ 43419 h 133350"/>
                  <a:gd name="connsiteX8" fmla="*/ 76416 w 111411"/>
                  <a:gd name="connsiteY8" fmla="*/ 66700 h 133350"/>
                  <a:gd name="connsiteX9" fmla="*/ 55706 w 111411"/>
                  <a:gd name="connsiteY9" fmla="*/ 89957 h 13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1411" h="133350">
                    <a:moveTo>
                      <a:pt x="55706" y="0"/>
                    </a:moveTo>
                    <a:cubicBezTo>
                      <a:pt x="47543" y="29177"/>
                      <a:pt x="27261" y="53453"/>
                      <a:pt x="0" y="66675"/>
                    </a:cubicBezTo>
                    <a:cubicBezTo>
                      <a:pt x="27261" y="79896"/>
                      <a:pt x="47543" y="104172"/>
                      <a:pt x="55706" y="133350"/>
                    </a:cubicBezTo>
                    <a:cubicBezTo>
                      <a:pt x="63867" y="104172"/>
                      <a:pt x="84150" y="79896"/>
                      <a:pt x="111411" y="66675"/>
                    </a:cubicBezTo>
                    <a:cubicBezTo>
                      <a:pt x="84113" y="53501"/>
                      <a:pt x="63816" y="29206"/>
                      <a:pt x="55706" y="0"/>
                    </a:cubicBezTo>
                    <a:close/>
                    <a:moveTo>
                      <a:pt x="55706" y="89957"/>
                    </a:moveTo>
                    <a:cubicBezTo>
                      <a:pt x="49806" y="81349"/>
                      <a:pt x="42837" y="73526"/>
                      <a:pt x="34965" y="66675"/>
                    </a:cubicBezTo>
                    <a:cubicBezTo>
                      <a:pt x="42828" y="59830"/>
                      <a:pt x="49791" y="52016"/>
                      <a:pt x="55687" y="43419"/>
                    </a:cubicBezTo>
                    <a:cubicBezTo>
                      <a:pt x="61581" y="52027"/>
                      <a:pt x="68547" y="59850"/>
                      <a:pt x="76416" y="66700"/>
                    </a:cubicBezTo>
                    <a:cubicBezTo>
                      <a:pt x="68557" y="73545"/>
                      <a:pt x="61598" y="81360"/>
                      <a:pt x="55706" y="89957"/>
                    </a:cubicBezTo>
                    <a:close/>
                  </a:path>
                </a:pathLst>
              </a:custGeom>
              <a:grpFill/>
              <a:ln w="9525" cap="flat">
                <a:noFill/>
                <a:prstDash val="solid"/>
                <a:miter/>
              </a:ln>
            </p:spPr>
            <p:txBody>
              <a:bodyPr rtlCol="0" anchor="ctr"/>
              <a:lstStyle/>
              <a:p>
                <a:endParaRPr lang="en-IN" sz="1544"/>
              </a:p>
            </p:txBody>
          </p:sp>
          <p:sp>
            <p:nvSpPr>
              <p:cNvPr id="145" name="Freeform: Shape 144">
                <a:extLst>
                  <a:ext uri="{FF2B5EF4-FFF2-40B4-BE49-F238E27FC236}">
                    <a16:creationId xmlns:a16="http://schemas.microsoft.com/office/drawing/2014/main" id="{5CF3C7F2-5659-2CBB-49C5-8C03A796C834}"/>
                  </a:ext>
                </a:extLst>
              </p:cNvPr>
              <p:cNvSpPr/>
              <p:nvPr/>
            </p:nvSpPr>
            <p:spPr>
              <a:xfrm>
                <a:off x="5170483" y="2956732"/>
                <a:ext cx="68389" cy="81863"/>
              </a:xfrm>
              <a:custGeom>
                <a:avLst/>
                <a:gdLst>
                  <a:gd name="connsiteX0" fmla="*/ 34195 w 68389"/>
                  <a:gd name="connsiteY0" fmla="*/ 81864 h 81863"/>
                  <a:gd name="connsiteX1" fmla="*/ 68390 w 68389"/>
                  <a:gd name="connsiteY1" fmla="*/ 40933 h 81863"/>
                  <a:gd name="connsiteX2" fmla="*/ 34195 w 68389"/>
                  <a:gd name="connsiteY2" fmla="*/ 0 h 81863"/>
                  <a:gd name="connsiteX3" fmla="*/ 0 w 68389"/>
                  <a:gd name="connsiteY3" fmla="*/ 40933 h 81863"/>
                  <a:gd name="connsiteX4" fmla="*/ 34195 w 68389"/>
                  <a:gd name="connsiteY4" fmla="*/ 81864 h 81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389" h="81863">
                    <a:moveTo>
                      <a:pt x="34195" y="81864"/>
                    </a:moveTo>
                    <a:cubicBezTo>
                      <a:pt x="39205" y="63953"/>
                      <a:pt x="51655" y="49050"/>
                      <a:pt x="68390" y="40933"/>
                    </a:cubicBezTo>
                    <a:cubicBezTo>
                      <a:pt x="51633" y="32844"/>
                      <a:pt x="39173" y="17929"/>
                      <a:pt x="34195" y="0"/>
                    </a:cubicBezTo>
                    <a:cubicBezTo>
                      <a:pt x="29185" y="17912"/>
                      <a:pt x="16734" y="32816"/>
                      <a:pt x="0" y="40933"/>
                    </a:cubicBezTo>
                    <a:cubicBezTo>
                      <a:pt x="16734" y="49050"/>
                      <a:pt x="29185" y="63953"/>
                      <a:pt x="34195" y="81864"/>
                    </a:cubicBezTo>
                    <a:close/>
                  </a:path>
                </a:pathLst>
              </a:custGeom>
              <a:grpFill/>
              <a:ln w="9525" cap="flat">
                <a:noFill/>
                <a:prstDash val="solid"/>
                <a:miter/>
              </a:ln>
            </p:spPr>
            <p:txBody>
              <a:bodyPr rtlCol="0" anchor="ctr"/>
              <a:lstStyle/>
              <a:p>
                <a:endParaRPr lang="en-IN" sz="1544"/>
              </a:p>
            </p:txBody>
          </p:sp>
        </p:grpSp>
      </p:grpSp>
      <p:grpSp>
        <p:nvGrpSpPr>
          <p:cNvPr id="214" name="Group 213">
            <a:extLst>
              <a:ext uri="{FF2B5EF4-FFF2-40B4-BE49-F238E27FC236}">
                <a16:creationId xmlns:a16="http://schemas.microsoft.com/office/drawing/2014/main" id="{9CFB843F-BCD4-FF6E-17B5-E2434392A475}"/>
              </a:ext>
            </a:extLst>
          </p:cNvPr>
          <p:cNvGrpSpPr/>
          <p:nvPr/>
        </p:nvGrpSpPr>
        <p:grpSpPr>
          <a:xfrm>
            <a:off x="6810881" y="3190404"/>
            <a:ext cx="563701" cy="424973"/>
            <a:chOff x="8427094" y="3084021"/>
            <a:chExt cx="693605" cy="522907"/>
          </a:xfrm>
          <a:solidFill>
            <a:schemeClr val="tx1">
              <a:lumMod val="75000"/>
              <a:lumOff val="25000"/>
            </a:schemeClr>
          </a:solidFill>
        </p:grpSpPr>
        <p:sp>
          <p:nvSpPr>
            <p:cNvPr id="213" name="Rectangle 212">
              <a:extLst>
                <a:ext uri="{FF2B5EF4-FFF2-40B4-BE49-F238E27FC236}">
                  <a16:creationId xmlns:a16="http://schemas.microsoft.com/office/drawing/2014/main" id="{D54A302C-93F1-64C2-472D-2BE0D6D7D579}"/>
                </a:ext>
              </a:extLst>
            </p:cNvPr>
            <p:cNvSpPr/>
            <p:nvPr/>
          </p:nvSpPr>
          <p:spPr>
            <a:xfrm>
              <a:off x="8535951" y="3153592"/>
              <a:ext cx="397853" cy="27388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44"/>
            </a:p>
          </p:txBody>
        </p:sp>
        <p:grpSp>
          <p:nvGrpSpPr>
            <p:cNvPr id="211" name="Group 210">
              <a:extLst>
                <a:ext uri="{FF2B5EF4-FFF2-40B4-BE49-F238E27FC236}">
                  <a16:creationId xmlns:a16="http://schemas.microsoft.com/office/drawing/2014/main" id="{8CB9D6C7-F407-3ADF-5669-90F1D9BB38CC}"/>
                </a:ext>
              </a:extLst>
            </p:cNvPr>
            <p:cNvGrpSpPr/>
            <p:nvPr/>
          </p:nvGrpSpPr>
          <p:grpSpPr>
            <a:xfrm>
              <a:off x="8427094" y="3084021"/>
              <a:ext cx="693605" cy="522907"/>
              <a:chOff x="971216" y="4805019"/>
              <a:chExt cx="1023447" cy="771574"/>
            </a:xfrm>
            <a:grpFill/>
          </p:grpSpPr>
          <p:sp>
            <p:nvSpPr>
              <p:cNvPr id="132" name="Freeform: Shape 131">
                <a:extLst>
                  <a:ext uri="{FF2B5EF4-FFF2-40B4-BE49-F238E27FC236}">
                    <a16:creationId xmlns:a16="http://schemas.microsoft.com/office/drawing/2014/main" id="{3E83D74F-F06D-6CA0-907E-7ED33C56304F}"/>
                  </a:ext>
                </a:extLst>
              </p:cNvPr>
              <p:cNvSpPr/>
              <p:nvPr/>
            </p:nvSpPr>
            <p:spPr>
              <a:xfrm>
                <a:off x="1110849" y="4881268"/>
                <a:ext cx="704850" cy="695325"/>
              </a:xfrm>
              <a:custGeom>
                <a:avLst/>
                <a:gdLst>
                  <a:gd name="connsiteX0" fmla="*/ 695325 w 704850"/>
                  <a:gd name="connsiteY0" fmla="*/ 66675 h 695325"/>
                  <a:gd name="connsiteX1" fmla="*/ 704850 w 704850"/>
                  <a:gd name="connsiteY1" fmla="*/ 57150 h 695325"/>
                  <a:gd name="connsiteX2" fmla="*/ 695325 w 704850"/>
                  <a:gd name="connsiteY2" fmla="*/ 47625 h 695325"/>
                  <a:gd name="connsiteX3" fmla="*/ 361950 w 704850"/>
                  <a:gd name="connsiteY3" fmla="*/ 47625 h 695325"/>
                  <a:gd name="connsiteX4" fmla="*/ 361950 w 704850"/>
                  <a:gd name="connsiteY4" fmla="*/ 9525 h 695325"/>
                  <a:gd name="connsiteX5" fmla="*/ 352425 w 704850"/>
                  <a:gd name="connsiteY5" fmla="*/ 0 h 695325"/>
                  <a:gd name="connsiteX6" fmla="*/ 342900 w 704850"/>
                  <a:gd name="connsiteY6" fmla="*/ 9525 h 695325"/>
                  <a:gd name="connsiteX7" fmla="*/ 342900 w 704850"/>
                  <a:gd name="connsiteY7" fmla="*/ 47625 h 695325"/>
                  <a:gd name="connsiteX8" fmla="*/ 9525 w 704850"/>
                  <a:gd name="connsiteY8" fmla="*/ 47625 h 695325"/>
                  <a:gd name="connsiteX9" fmla="*/ 0 w 704850"/>
                  <a:gd name="connsiteY9" fmla="*/ 57150 h 695325"/>
                  <a:gd name="connsiteX10" fmla="*/ 9525 w 704850"/>
                  <a:gd name="connsiteY10" fmla="*/ 66675 h 695325"/>
                  <a:gd name="connsiteX11" fmla="*/ 47625 w 704850"/>
                  <a:gd name="connsiteY11" fmla="*/ 66675 h 695325"/>
                  <a:gd name="connsiteX12" fmla="*/ 47625 w 704850"/>
                  <a:gd name="connsiteY12" fmla="*/ 457200 h 695325"/>
                  <a:gd name="connsiteX13" fmla="*/ 9525 w 704850"/>
                  <a:gd name="connsiteY13" fmla="*/ 457200 h 695325"/>
                  <a:gd name="connsiteX14" fmla="*/ 0 w 704850"/>
                  <a:gd name="connsiteY14" fmla="*/ 466725 h 695325"/>
                  <a:gd name="connsiteX15" fmla="*/ 9525 w 704850"/>
                  <a:gd name="connsiteY15" fmla="*/ 476250 h 695325"/>
                  <a:gd name="connsiteX16" fmla="*/ 329432 w 704850"/>
                  <a:gd name="connsiteY16" fmla="*/ 476250 h 695325"/>
                  <a:gd name="connsiteX17" fmla="*/ 159953 w 704850"/>
                  <a:gd name="connsiteY17" fmla="*/ 645728 h 695325"/>
                  <a:gd name="connsiteX18" fmla="*/ 159719 w 704850"/>
                  <a:gd name="connsiteY18" fmla="*/ 659197 h 695325"/>
                  <a:gd name="connsiteX19" fmla="*/ 173187 w 704850"/>
                  <a:gd name="connsiteY19" fmla="*/ 659431 h 695325"/>
                  <a:gd name="connsiteX20" fmla="*/ 173422 w 704850"/>
                  <a:gd name="connsiteY20" fmla="*/ 659197 h 695325"/>
                  <a:gd name="connsiteX21" fmla="*/ 342900 w 704850"/>
                  <a:gd name="connsiteY21" fmla="*/ 489718 h 695325"/>
                  <a:gd name="connsiteX22" fmla="*/ 342900 w 704850"/>
                  <a:gd name="connsiteY22" fmla="*/ 685800 h 695325"/>
                  <a:gd name="connsiteX23" fmla="*/ 352425 w 704850"/>
                  <a:gd name="connsiteY23" fmla="*/ 695325 h 695325"/>
                  <a:gd name="connsiteX24" fmla="*/ 361950 w 704850"/>
                  <a:gd name="connsiteY24" fmla="*/ 685800 h 695325"/>
                  <a:gd name="connsiteX25" fmla="*/ 361950 w 704850"/>
                  <a:gd name="connsiteY25" fmla="*/ 489718 h 695325"/>
                  <a:gd name="connsiteX26" fmla="*/ 531428 w 704850"/>
                  <a:gd name="connsiteY26" fmla="*/ 659197 h 695325"/>
                  <a:gd name="connsiteX27" fmla="*/ 544897 w 704850"/>
                  <a:gd name="connsiteY27" fmla="*/ 658962 h 695325"/>
                  <a:gd name="connsiteX28" fmla="*/ 544897 w 704850"/>
                  <a:gd name="connsiteY28" fmla="*/ 645728 h 695325"/>
                  <a:gd name="connsiteX29" fmla="*/ 375418 w 704850"/>
                  <a:gd name="connsiteY29" fmla="*/ 476250 h 695325"/>
                  <a:gd name="connsiteX30" fmla="*/ 695325 w 704850"/>
                  <a:gd name="connsiteY30" fmla="*/ 476250 h 695325"/>
                  <a:gd name="connsiteX31" fmla="*/ 704850 w 704850"/>
                  <a:gd name="connsiteY31" fmla="*/ 466725 h 695325"/>
                  <a:gd name="connsiteX32" fmla="*/ 695325 w 704850"/>
                  <a:gd name="connsiteY32" fmla="*/ 457200 h 695325"/>
                  <a:gd name="connsiteX33" fmla="*/ 657225 w 704850"/>
                  <a:gd name="connsiteY33" fmla="*/ 457200 h 695325"/>
                  <a:gd name="connsiteX34" fmla="*/ 657225 w 704850"/>
                  <a:gd name="connsiteY34" fmla="*/ 66675 h 695325"/>
                  <a:gd name="connsiteX35" fmla="*/ 638175 w 704850"/>
                  <a:gd name="connsiteY35" fmla="*/ 457200 h 695325"/>
                  <a:gd name="connsiteX36" fmla="*/ 66675 w 704850"/>
                  <a:gd name="connsiteY36" fmla="*/ 457200 h 695325"/>
                  <a:gd name="connsiteX37" fmla="*/ 66675 w 704850"/>
                  <a:gd name="connsiteY37" fmla="*/ 66675 h 695325"/>
                  <a:gd name="connsiteX38" fmla="*/ 638175 w 704850"/>
                  <a:gd name="connsiteY38" fmla="*/ 66675 h 695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4850" h="695325">
                    <a:moveTo>
                      <a:pt x="695325" y="66675"/>
                    </a:moveTo>
                    <a:cubicBezTo>
                      <a:pt x="700586" y="66675"/>
                      <a:pt x="704850" y="62411"/>
                      <a:pt x="704850" y="57150"/>
                    </a:cubicBezTo>
                    <a:cubicBezTo>
                      <a:pt x="704850" y="51889"/>
                      <a:pt x="700586" y="47625"/>
                      <a:pt x="695325" y="47625"/>
                    </a:cubicBezTo>
                    <a:lnTo>
                      <a:pt x="361950" y="47625"/>
                    </a:lnTo>
                    <a:lnTo>
                      <a:pt x="361950" y="9525"/>
                    </a:lnTo>
                    <a:cubicBezTo>
                      <a:pt x="361950" y="4264"/>
                      <a:pt x="357686" y="0"/>
                      <a:pt x="352425" y="0"/>
                    </a:cubicBezTo>
                    <a:cubicBezTo>
                      <a:pt x="347164" y="0"/>
                      <a:pt x="342900" y="4264"/>
                      <a:pt x="342900" y="9525"/>
                    </a:cubicBezTo>
                    <a:lnTo>
                      <a:pt x="342900" y="47625"/>
                    </a:lnTo>
                    <a:lnTo>
                      <a:pt x="9525" y="47625"/>
                    </a:lnTo>
                    <a:cubicBezTo>
                      <a:pt x="4264" y="47625"/>
                      <a:pt x="0" y="51889"/>
                      <a:pt x="0" y="57150"/>
                    </a:cubicBezTo>
                    <a:cubicBezTo>
                      <a:pt x="0" y="62411"/>
                      <a:pt x="4264" y="66675"/>
                      <a:pt x="9525" y="66675"/>
                    </a:cubicBezTo>
                    <a:lnTo>
                      <a:pt x="47625" y="66675"/>
                    </a:lnTo>
                    <a:lnTo>
                      <a:pt x="47625" y="457200"/>
                    </a:lnTo>
                    <a:lnTo>
                      <a:pt x="9525" y="457200"/>
                    </a:lnTo>
                    <a:cubicBezTo>
                      <a:pt x="4264" y="457200"/>
                      <a:pt x="0" y="461464"/>
                      <a:pt x="0" y="466725"/>
                    </a:cubicBezTo>
                    <a:cubicBezTo>
                      <a:pt x="0" y="471986"/>
                      <a:pt x="4264" y="476250"/>
                      <a:pt x="9525" y="476250"/>
                    </a:cubicBezTo>
                    <a:lnTo>
                      <a:pt x="329432" y="476250"/>
                    </a:lnTo>
                    <a:lnTo>
                      <a:pt x="159953" y="645728"/>
                    </a:lnTo>
                    <a:cubicBezTo>
                      <a:pt x="156169" y="649383"/>
                      <a:pt x="156064" y="655412"/>
                      <a:pt x="159719" y="659197"/>
                    </a:cubicBezTo>
                    <a:cubicBezTo>
                      <a:pt x="163374" y="662981"/>
                      <a:pt x="169404" y="663086"/>
                      <a:pt x="173187" y="659431"/>
                    </a:cubicBezTo>
                    <a:cubicBezTo>
                      <a:pt x="173267" y="659354"/>
                      <a:pt x="173345" y="659276"/>
                      <a:pt x="173422" y="659197"/>
                    </a:cubicBezTo>
                    <a:lnTo>
                      <a:pt x="342900" y="489718"/>
                    </a:lnTo>
                    <a:lnTo>
                      <a:pt x="342900" y="685800"/>
                    </a:lnTo>
                    <a:cubicBezTo>
                      <a:pt x="342900" y="691061"/>
                      <a:pt x="347164" y="695325"/>
                      <a:pt x="352425" y="695325"/>
                    </a:cubicBezTo>
                    <a:cubicBezTo>
                      <a:pt x="357686" y="695325"/>
                      <a:pt x="361950" y="691061"/>
                      <a:pt x="361950" y="685800"/>
                    </a:cubicBezTo>
                    <a:lnTo>
                      <a:pt x="361950" y="489718"/>
                    </a:lnTo>
                    <a:lnTo>
                      <a:pt x="531428" y="659197"/>
                    </a:lnTo>
                    <a:cubicBezTo>
                      <a:pt x="535213" y="662851"/>
                      <a:pt x="541242" y="662747"/>
                      <a:pt x="544897" y="658962"/>
                    </a:cubicBezTo>
                    <a:cubicBezTo>
                      <a:pt x="548462" y="655271"/>
                      <a:pt x="548462" y="649419"/>
                      <a:pt x="544897" y="645728"/>
                    </a:cubicBezTo>
                    <a:lnTo>
                      <a:pt x="375418" y="476250"/>
                    </a:lnTo>
                    <a:lnTo>
                      <a:pt x="695325" y="476250"/>
                    </a:lnTo>
                    <a:cubicBezTo>
                      <a:pt x="700586" y="476250"/>
                      <a:pt x="704850" y="471986"/>
                      <a:pt x="704850" y="466725"/>
                    </a:cubicBezTo>
                    <a:cubicBezTo>
                      <a:pt x="704850" y="461464"/>
                      <a:pt x="700586" y="457200"/>
                      <a:pt x="695325" y="457200"/>
                    </a:cubicBezTo>
                    <a:lnTo>
                      <a:pt x="657225" y="457200"/>
                    </a:lnTo>
                    <a:lnTo>
                      <a:pt x="657225" y="66675"/>
                    </a:lnTo>
                    <a:close/>
                    <a:moveTo>
                      <a:pt x="638175" y="457200"/>
                    </a:moveTo>
                    <a:lnTo>
                      <a:pt x="66675" y="457200"/>
                    </a:lnTo>
                    <a:lnTo>
                      <a:pt x="66675" y="66675"/>
                    </a:lnTo>
                    <a:lnTo>
                      <a:pt x="638175" y="66675"/>
                    </a:lnTo>
                    <a:close/>
                  </a:path>
                </a:pathLst>
              </a:custGeom>
              <a:grpFill/>
              <a:ln w="9525" cap="flat">
                <a:noFill/>
                <a:prstDash val="solid"/>
                <a:miter/>
              </a:ln>
            </p:spPr>
            <p:txBody>
              <a:bodyPr rtlCol="0" anchor="ctr"/>
              <a:lstStyle/>
              <a:p>
                <a:endParaRPr lang="en-IN" sz="1544"/>
              </a:p>
            </p:txBody>
          </p:sp>
          <p:sp>
            <p:nvSpPr>
              <p:cNvPr id="155" name="Freeform: Shape 154">
                <a:extLst>
                  <a:ext uri="{FF2B5EF4-FFF2-40B4-BE49-F238E27FC236}">
                    <a16:creationId xmlns:a16="http://schemas.microsoft.com/office/drawing/2014/main" id="{49697563-B1EC-FE11-1A5D-296BB90DA2BC}"/>
                  </a:ext>
                </a:extLst>
              </p:cNvPr>
              <p:cNvSpPr/>
              <p:nvPr/>
            </p:nvSpPr>
            <p:spPr>
              <a:xfrm rot="19094948">
                <a:off x="1281311" y="5099656"/>
                <a:ext cx="430834" cy="161214"/>
              </a:xfrm>
              <a:custGeom>
                <a:avLst/>
                <a:gdLst>
                  <a:gd name="connsiteX0" fmla="*/ 345753 w 430834"/>
                  <a:gd name="connsiteY0" fmla="*/ 0 h 161214"/>
                  <a:gd name="connsiteX1" fmla="*/ 430834 w 430834"/>
                  <a:gd name="connsiteY1" fmla="*/ 75940 h 161214"/>
                  <a:gd name="connsiteX2" fmla="*/ 354723 w 430834"/>
                  <a:gd name="connsiteY2" fmla="*/ 161214 h 161214"/>
                  <a:gd name="connsiteX3" fmla="*/ 340510 w 430834"/>
                  <a:gd name="connsiteY3" fmla="*/ 148528 h 161214"/>
                  <a:gd name="connsiteX4" fmla="*/ 394829 w 430834"/>
                  <a:gd name="connsiteY4" fmla="*/ 87672 h 161214"/>
                  <a:gd name="connsiteX5" fmla="*/ 394852 w 430834"/>
                  <a:gd name="connsiteY5" fmla="*/ 87604 h 161214"/>
                  <a:gd name="connsiteX6" fmla="*/ 394752 w 430834"/>
                  <a:gd name="connsiteY6" fmla="*/ 87514 h 161214"/>
                  <a:gd name="connsiteX7" fmla="*/ 152375 w 430834"/>
                  <a:gd name="connsiteY7" fmla="*/ 101321 h 161214"/>
                  <a:gd name="connsiteX8" fmla="*/ 144355 w 430834"/>
                  <a:gd name="connsiteY8" fmla="*/ 34310 h 161214"/>
                  <a:gd name="connsiteX9" fmla="*/ 81806 w 430834"/>
                  <a:gd name="connsiteY9" fmla="*/ 37772 h 161214"/>
                  <a:gd name="connsiteX10" fmla="*/ 0 w 430834"/>
                  <a:gd name="connsiteY10" fmla="*/ 41260 h 161214"/>
                  <a:gd name="connsiteX11" fmla="*/ 0 w 430834"/>
                  <a:gd name="connsiteY11" fmla="*/ 18419 h 161214"/>
                  <a:gd name="connsiteX12" fmla="*/ 356 w 430834"/>
                  <a:gd name="connsiteY12" fmla="*/ 22219 h 161214"/>
                  <a:gd name="connsiteX13" fmla="*/ 80904 w 430834"/>
                  <a:gd name="connsiteY13" fmla="*/ 18786 h 161214"/>
                  <a:gd name="connsiteX14" fmla="*/ 161152 w 430834"/>
                  <a:gd name="connsiteY14" fmla="*/ 14230 h 161214"/>
                  <a:gd name="connsiteX15" fmla="*/ 169173 w 430834"/>
                  <a:gd name="connsiteY15" fmla="*/ 81243 h 161214"/>
                  <a:gd name="connsiteX16" fmla="*/ 393638 w 430834"/>
                  <a:gd name="connsiteY16" fmla="*/ 68493 h 161214"/>
                  <a:gd name="connsiteX17" fmla="*/ 393709 w 430834"/>
                  <a:gd name="connsiteY17" fmla="*/ 68456 h 161214"/>
                  <a:gd name="connsiteX18" fmla="*/ 393690 w 430834"/>
                  <a:gd name="connsiteY18" fmla="*/ 68321 h 161214"/>
                  <a:gd name="connsiteX19" fmla="*/ 333067 w 430834"/>
                  <a:gd name="connsiteY19" fmla="*/ 14212 h 161214"/>
                  <a:gd name="connsiteX20" fmla="*/ 345753 w 430834"/>
                  <a:gd name="connsiteY20" fmla="*/ 0 h 161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30834" h="161214">
                    <a:moveTo>
                      <a:pt x="345753" y="0"/>
                    </a:moveTo>
                    <a:lnTo>
                      <a:pt x="430834" y="75940"/>
                    </a:lnTo>
                    <a:lnTo>
                      <a:pt x="354723" y="161214"/>
                    </a:lnTo>
                    <a:lnTo>
                      <a:pt x="340510" y="148528"/>
                    </a:lnTo>
                    <a:lnTo>
                      <a:pt x="394829" y="87672"/>
                    </a:lnTo>
                    <a:cubicBezTo>
                      <a:pt x="394845" y="87653"/>
                      <a:pt x="394852" y="87629"/>
                      <a:pt x="394852" y="87604"/>
                    </a:cubicBezTo>
                    <a:cubicBezTo>
                      <a:pt x="394849" y="87552"/>
                      <a:pt x="394805" y="87511"/>
                      <a:pt x="394752" y="87514"/>
                    </a:cubicBezTo>
                    <a:lnTo>
                      <a:pt x="152375" y="101321"/>
                    </a:lnTo>
                    <a:lnTo>
                      <a:pt x="144355" y="34310"/>
                    </a:lnTo>
                    <a:lnTo>
                      <a:pt x="81806" y="37772"/>
                    </a:lnTo>
                    <a:lnTo>
                      <a:pt x="0" y="41260"/>
                    </a:lnTo>
                    <a:lnTo>
                      <a:pt x="0" y="18419"/>
                    </a:lnTo>
                    <a:lnTo>
                      <a:pt x="356" y="22219"/>
                    </a:lnTo>
                    <a:lnTo>
                      <a:pt x="80904" y="18786"/>
                    </a:lnTo>
                    <a:lnTo>
                      <a:pt x="161152" y="14230"/>
                    </a:lnTo>
                    <a:lnTo>
                      <a:pt x="169173" y="81243"/>
                    </a:lnTo>
                    <a:lnTo>
                      <a:pt x="393638" y="68493"/>
                    </a:lnTo>
                    <a:cubicBezTo>
                      <a:pt x="393667" y="68491"/>
                      <a:pt x="393693" y="68477"/>
                      <a:pt x="393709" y="68456"/>
                    </a:cubicBezTo>
                    <a:cubicBezTo>
                      <a:pt x="393741" y="68413"/>
                      <a:pt x="393732" y="68352"/>
                      <a:pt x="393690" y="68321"/>
                    </a:cubicBezTo>
                    <a:lnTo>
                      <a:pt x="333067" y="14212"/>
                    </a:lnTo>
                    <a:lnTo>
                      <a:pt x="345753" y="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544"/>
              </a:p>
            </p:txBody>
          </p:sp>
          <p:sp>
            <p:nvSpPr>
              <p:cNvPr id="206" name="Freeform: Shape 205">
                <a:extLst>
                  <a:ext uri="{FF2B5EF4-FFF2-40B4-BE49-F238E27FC236}">
                    <a16:creationId xmlns:a16="http://schemas.microsoft.com/office/drawing/2014/main" id="{6F44B885-E0D7-3D56-C4BA-09D66790CC0E}"/>
                  </a:ext>
                </a:extLst>
              </p:cNvPr>
              <p:cNvSpPr/>
              <p:nvPr/>
            </p:nvSpPr>
            <p:spPr>
              <a:xfrm>
                <a:off x="1899448" y="5180263"/>
                <a:ext cx="95215" cy="95027"/>
              </a:xfrm>
              <a:custGeom>
                <a:avLst/>
                <a:gdLst>
                  <a:gd name="connsiteX0" fmla="*/ 88980 w 95215"/>
                  <a:gd name="connsiteY0" fmla="*/ 30614 h 95027"/>
                  <a:gd name="connsiteX1" fmla="*/ 67109 w 95215"/>
                  <a:gd name="connsiteY1" fmla="*/ 30614 h 95027"/>
                  <a:gd name="connsiteX2" fmla="*/ 61144 w 95215"/>
                  <a:gd name="connsiteY2" fmla="*/ 26240 h 95027"/>
                  <a:gd name="connsiteX3" fmla="*/ 53987 w 95215"/>
                  <a:gd name="connsiteY3" fmla="*/ 4770 h 95027"/>
                  <a:gd name="connsiteX4" fmla="*/ 47624 w 95215"/>
                  <a:gd name="connsiteY4" fmla="*/ 0 h 95027"/>
                  <a:gd name="connsiteX5" fmla="*/ 41261 w 95215"/>
                  <a:gd name="connsiteY5" fmla="*/ 4372 h 95027"/>
                  <a:gd name="connsiteX6" fmla="*/ 34104 w 95215"/>
                  <a:gd name="connsiteY6" fmla="*/ 25843 h 95027"/>
                  <a:gd name="connsiteX7" fmla="*/ 28139 w 95215"/>
                  <a:gd name="connsiteY7" fmla="*/ 30217 h 95027"/>
                  <a:gd name="connsiteX8" fmla="*/ 6268 w 95215"/>
                  <a:gd name="connsiteY8" fmla="*/ 30217 h 95027"/>
                  <a:gd name="connsiteX9" fmla="*/ 304 w 95215"/>
                  <a:gd name="connsiteY9" fmla="*/ 34591 h 95027"/>
                  <a:gd name="connsiteX10" fmla="*/ 2292 w 95215"/>
                  <a:gd name="connsiteY10" fmla="*/ 41749 h 95027"/>
                  <a:gd name="connsiteX11" fmla="*/ 9847 w 95215"/>
                  <a:gd name="connsiteY11" fmla="*/ 48506 h 95027"/>
                  <a:gd name="connsiteX12" fmla="*/ 19391 w 95215"/>
                  <a:gd name="connsiteY12" fmla="*/ 57255 h 95027"/>
                  <a:gd name="connsiteX13" fmla="*/ 21379 w 95215"/>
                  <a:gd name="connsiteY13" fmla="*/ 60436 h 95027"/>
                  <a:gd name="connsiteX14" fmla="*/ 21379 w 95215"/>
                  <a:gd name="connsiteY14" fmla="*/ 64015 h 95027"/>
                  <a:gd name="connsiteX15" fmla="*/ 14616 w 95215"/>
                  <a:gd name="connsiteY15" fmla="*/ 86678 h 95027"/>
                  <a:gd name="connsiteX16" fmla="*/ 16997 w 95215"/>
                  <a:gd name="connsiteY16" fmla="*/ 93836 h 95027"/>
                  <a:gd name="connsiteX17" fmla="*/ 24552 w 95215"/>
                  <a:gd name="connsiteY17" fmla="*/ 93836 h 95027"/>
                  <a:gd name="connsiteX18" fmla="*/ 43640 w 95215"/>
                  <a:gd name="connsiteY18" fmla="*/ 80316 h 95027"/>
                  <a:gd name="connsiteX19" fmla="*/ 51195 w 95215"/>
                  <a:gd name="connsiteY19" fmla="*/ 80316 h 95027"/>
                  <a:gd name="connsiteX20" fmla="*/ 70293 w 95215"/>
                  <a:gd name="connsiteY20" fmla="*/ 93836 h 95027"/>
                  <a:gd name="connsiteX21" fmla="*/ 77850 w 95215"/>
                  <a:gd name="connsiteY21" fmla="*/ 93836 h 95027"/>
                  <a:gd name="connsiteX22" fmla="*/ 80231 w 95215"/>
                  <a:gd name="connsiteY22" fmla="*/ 86678 h 95027"/>
                  <a:gd name="connsiteX23" fmla="*/ 73468 w 95215"/>
                  <a:gd name="connsiteY23" fmla="*/ 64015 h 95027"/>
                  <a:gd name="connsiteX24" fmla="*/ 75457 w 95215"/>
                  <a:gd name="connsiteY24" fmla="*/ 57252 h 95027"/>
                  <a:gd name="connsiteX25" fmla="*/ 92953 w 95215"/>
                  <a:gd name="connsiteY25" fmla="*/ 42143 h 95027"/>
                  <a:gd name="connsiteX26" fmla="*/ 94941 w 95215"/>
                  <a:gd name="connsiteY26" fmla="*/ 34986 h 95027"/>
                  <a:gd name="connsiteX27" fmla="*/ 88980 w 95215"/>
                  <a:gd name="connsiteY27" fmla="*/ 30614 h 95027"/>
                  <a:gd name="connsiteX28" fmla="*/ 54140 w 95215"/>
                  <a:gd name="connsiteY28" fmla="*/ 60975 h 95027"/>
                  <a:gd name="connsiteX29" fmla="*/ 40697 w 95215"/>
                  <a:gd name="connsiteY29" fmla="*/ 60975 h 95027"/>
                  <a:gd name="connsiteX30" fmla="*/ 39451 w 95215"/>
                  <a:gd name="connsiteY30" fmla="*/ 54403 h 95027"/>
                  <a:gd name="connsiteX31" fmla="*/ 36277 w 95215"/>
                  <a:gd name="connsiteY31" fmla="*/ 47959 h 95027"/>
                  <a:gd name="connsiteX32" fmla="*/ 47516 w 95215"/>
                  <a:gd name="connsiteY32" fmla="*/ 40339 h 95027"/>
                  <a:gd name="connsiteX33" fmla="*/ 58338 w 95215"/>
                  <a:gd name="connsiteY33" fmla="*/ 48083 h 95027"/>
                  <a:gd name="connsiteX34" fmla="*/ 54140 w 95215"/>
                  <a:gd name="connsiteY34" fmla="*/ 60975 h 9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95215" h="95027">
                    <a:moveTo>
                      <a:pt x="88980" y="30614"/>
                    </a:moveTo>
                    <a:lnTo>
                      <a:pt x="67109" y="30614"/>
                    </a:lnTo>
                    <a:cubicBezTo>
                      <a:pt x="64400" y="30551"/>
                      <a:pt x="62019" y="28804"/>
                      <a:pt x="61144" y="26240"/>
                    </a:cubicBezTo>
                    <a:lnTo>
                      <a:pt x="53987" y="4770"/>
                    </a:lnTo>
                    <a:cubicBezTo>
                      <a:pt x="53012" y="2049"/>
                      <a:pt x="50509" y="172"/>
                      <a:pt x="47624" y="0"/>
                    </a:cubicBezTo>
                    <a:cubicBezTo>
                      <a:pt x="44856" y="163"/>
                      <a:pt x="42406" y="1846"/>
                      <a:pt x="41261" y="4372"/>
                    </a:cubicBezTo>
                    <a:lnTo>
                      <a:pt x="34104" y="25843"/>
                    </a:lnTo>
                    <a:cubicBezTo>
                      <a:pt x="33366" y="28505"/>
                      <a:pt x="30899" y="30313"/>
                      <a:pt x="28139" y="30217"/>
                    </a:cubicBezTo>
                    <a:lnTo>
                      <a:pt x="6268" y="30217"/>
                    </a:lnTo>
                    <a:cubicBezTo>
                      <a:pt x="3508" y="30121"/>
                      <a:pt x="1042" y="31930"/>
                      <a:pt x="304" y="34591"/>
                    </a:cubicBezTo>
                    <a:cubicBezTo>
                      <a:pt x="-485" y="37161"/>
                      <a:pt x="291" y="39954"/>
                      <a:pt x="2292" y="41749"/>
                    </a:cubicBezTo>
                    <a:lnTo>
                      <a:pt x="9847" y="48506"/>
                    </a:lnTo>
                    <a:lnTo>
                      <a:pt x="19391" y="57255"/>
                    </a:lnTo>
                    <a:cubicBezTo>
                      <a:pt x="20279" y="58157"/>
                      <a:pt x="20957" y="59243"/>
                      <a:pt x="21379" y="60436"/>
                    </a:cubicBezTo>
                    <a:cubicBezTo>
                      <a:pt x="21777" y="61595"/>
                      <a:pt x="21777" y="62855"/>
                      <a:pt x="21379" y="64015"/>
                    </a:cubicBezTo>
                    <a:lnTo>
                      <a:pt x="14616" y="86678"/>
                    </a:lnTo>
                    <a:cubicBezTo>
                      <a:pt x="13709" y="89328"/>
                      <a:pt x="14684" y="92258"/>
                      <a:pt x="16997" y="93836"/>
                    </a:cubicBezTo>
                    <a:cubicBezTo>
                      <a:pt x="19265" y="95424"/>
                      <a:pt x="22285" y="95424"/>
                      <a:pt x="24552" y="93836"/>
                    </a:cubicBezTo>
                    <a:lnTo>
                      <a:pt x="43640" y="80316"/>
                    </a:lnTo>
                    <a:cubicBezTo>
                      <a:pt x="45908" y="78726"/>
                      <a:pt x="48927" y="78726"/>
                      <a:pt x="51195" y="80316"/>
                    </a:cubicBezTo>
                    <a:lnTo>
                      <a:pt x="70293" y="93836"/>
                    </a:lnTo>
                    <a:cubicBezTo>
                      <a:pt x="72562" y="95424"/>
                      <a:pt x="75581" y="95424"/>
                      <a:pt x="77850" y="93836"/>
                    </a:cubicBezTo>
                    <a:cubicBezTo>
                      <a:pt x="80111" y="92218"/>
                      <a:pt x="81072" y="89328"/>
                      <a:pt x="80231" y="86678"/>
                    </a:cubicBezTo>
                    <a:lnTo>
                      <a:pt x="73468" y="64015"/>
                    </a:lnTo>
                    <a:cubicBezTo>
                      <a:pt x="72678" y="61566"/>
                      <a:pt x="73467" y="58883"/>
                      <a:pt x="75457" y="57252"/>
                    </a:cubicBezTo>
                    <a:lnTo>
                      <a:pt x="92953" y="42143"/>
                    </a:lnTo>
                    <a:cubicBezTo>
                      <a:pt x="94908" y="40320"/>
                      <a:pt x="95676" y="37556"/>
                      <a:pt x="94941" y="34986"/>
                    </a:cubicBezTo>
                    <a:cubicBezTo>
                      <a:pt x="93968" y="32498"/>
                      <a:pt x="91646" y="30795"/>
                      <a:pt x="88980" y="30614"/>
                    </a:cubicBezTo>
                    <a:close/>
                    <a:moveTo>
                      <a:pt x="54140" y="60975"/>
                    </a:moveTo>
                    <a:cubicBezTo>
                      <a:pt x="49740" y="59769"/>
                      <a:pt x="45097" y="59769"/>
                      <a:pt x="40697" y="60975"/>
                    </a:cubicBezTo>
                    <a:cubicBezTo>
                      <a:pt x="40581" y="58738"/>
                      <a:pt x="40162" y="56527"/>
                      <a:pt x="39451" y="54403"/>
                    </a:cubicBezTo>
                    <a:cubicBezTo>
                      <a:pt x="38682" y="52125"/>
                      <a:pt x="37615" y="49958"/>
                      <a:pt x="36277" y="47959"/>
                    </a:cubicBezTo>
                    <a:cubicBezTo>
                      <a:pt x="40658" y="46512"/>
                      <a:pt x="44550" y="43874"/>
                      <a:pt x="47516" y="40339"/>
                    </a:cubicBezTo>
                    <a:cubicBezTo>
                      <a:pt x="50370" y="43838"/>
                      <a:pt x="54106" y="46511"/>
                      <a:pt x="58338" y="48083"/>
                    </a:cubicBezTo>
                    <a:cubicBezTo>
                      <a:pt x="55797" y="51922"/>
                      <a:pt x="54347" y="56378"/>
                      <a:pt x="54140" y="60975"/>
                    </a:cubicBezTo>
                    <a:close/>
                  </a:path>
                </a:pathLst>
              </a:custGeom>
              <a:grpFill/>
              <a:ln w="9525" cap="flat">
                <a:noFill/>
                <a:prstDash val="solid"/>
                <a:miter/>
              </a:ln>
            </p:spPr>
            <p:txBody>
              <a:bodyPr rtlCol="0" anchor="ctr"/>
              <a:lstStyle/>
              <a:p>
                <a:endParaRPr lang="en-IN" sz="1544"/>
              </a:p>
            </p:txBody>
          </p:sp>
          <p:sp>
            <p:nvSpPr>
              <p:cNvPr id="207" name="Freeform: Shape 206">
                <a:extLst>
                  <a:ext uri="{FF2B5EF4-FFF2-40B4-BE49-F238E27FC236}">
                    <a16:creationId xmlns:a16="http://schemas.microsoft.com/office/drawing/2014/main" id="{2772DBEB-F322-8953-F62F-76356EF91A02}"/>
                  </a:ext>
                </a:extLst>
              </p:cNvPr>
              <p:cNvSpPr/>
              <p:nvPr/>
            </p:nvSpPr>
            <p:spPr>
              <a:xfrm>
                <a:off x="971216" y="4805019"/>
                <a:ext cx="95215" cy="95027"/>
              </a:xfrm>
              <a:custGeom>
                <a:avLst/>
                <a:gdLst>
                  <a:gd name="connsiteX0" fmla="*/ 43647 w 95215"/>
                  <a:gd name="connsiteY0" fmla="*/ 80316 h 95027"/>
                  <a:gd name="connsiteX1" fmla="*/ 51203 w 95215"/>
                  <a:gd name="connsiteY1" fmla="*/ 80316 h 95027"/>
                  <a:gd name="connsiteX2" fmla="*/ 70293 w 95215"/>
                  <a:gd name="connsiteY2" fmla="*/ 93837 h 95027"/>
                  <a:gd name="connsiteX3" fmla="*/ 77850 w 95215"/>
                  <a:gd name="connsiteY3" fmla="*/ 93837 h 95027"/>
                  <a:gd name="connsiteX4" fmla="*/ 80231 w 95215"/>
                  <a:gd name="connsiteY4" fmla="*/ 86678 h 95027"/>
                  <a:gd name="connsiteX5" fmla="*/ 73468 w 95215"/>
                  <a:gd name="connsiteY5" fmla="*/ 64015 h 95027"/>
                  <a:gd name="connsiteX6" fmla="*/ 75457 w 95215"/>
                  <a:gd name="connsiteY6" fmla="*/ 57252 h 95027"/>
                  <a:gd name="connsiteX7" fmla="*/ 92953 w 95215"/>
                  <a:gd name="connsiteY7" fmla="*/ 42143 h 95027"/>
                  <a:gd name="connsiteX8" fmla="*/ 94941 w 95215"/>
                  <a:gd name="connsiteY8" fmla="*/ 34986 h 95027"/>
                  <a:gd name="connsiteX9" fmla="*/ 88977 w 95215"/>
                  <a:gd name="connsiteY9" fmla="*/ 30611 h 95027"/>
                  <a:gd name="connsiteX10" fmla="*/ 67109 w 95215"/>
                  <a:gd name="connsiteY10" fmla="*/ 30611 h 95027"/>
                  <a:gd name="connsiteX11" fmla="*/ 61144 w 95215"/>
                  <a:gd name="connsiteY11" fmla="*/ 26238 h 95027"/>
                  <a:gd name="connsiteX12" fmla="*/ 53987 w 95215"/>
                  <a:gd name="connsiteY12" fmla="*/ 4770 h 95027"/>
                  <a:gd name="connsiteX13" fmla="*/ 47624 w 95215"/>
                  <a:gd name="connsiteY13" fmla="*/ 0 h 95027"/>
                  <a:gd name="connsiteX14" fmla="*/ 41261 w 95215"/>
                  <a:gd name="connsiteY14" fmla="*/ 4372 h 95027"/>
                  <a:gd name="connsiteX15" fmla="*/ 34104 w 95215"/>
                  <a:gd name="connsiteY15" fmla="*/ 25843 h 95027"/>
                  <a:gd name="connsiteX16" fmla="*/ 28139 w 95215"/>
                  <a:gd name="connsiteY16" fmla="*/ 30217 h 95027"/>
                  <a:gd name="connsiteX17" fmla="*/ 6268 w 95215"/>
                  <a:gd name="connsiteY17" fmla="*/ 30217 h 95027"/>
                  <a:gd name="connsiteX18" fmla="*/ 304 w 95215"/>
                  <a:gd name="connsiteY18" fmla="*/ 34591 h 95027"/>
                  <a:gd name="connsiteX19" fmla="*/ 2292 w 95215"/>
                  <a:gd name="connsiteY19" fmla="*/ 41749 h 95027"/>
                  <a:gd name="connsiteX20" fmla="*/ 9847 w 95215"/>
                  <a:gd name="connsiteY20" fmla="*/ 48506 h 95027"/>
                  <a:gd name="connsiteX21" fmla="*/ 19391 w 95215"/>
                  <a:gd name="connsiteY21" fmla="*/ 57255 h 95027"/>
                  <a:gd name="connsiteX22" fmla="*/ 21379 w 95215"/>
                  <a:gd name="connsiteY22" fmla="*/ 60436 h 95027"/>
                  <a:gd name="connsiteX23" fmla="*/ 21379 w 95215"/>
                  <a:gd name="connsiteY23" fmla="*/ 64015 h 95027"/>
                  <a:gd name="connsiteX24" fmla="*/ 14616 w 95215"/>
                  <a:gd name="connsiteY24" fmla="*/ 86678 h 95027"/>
                  <a:gd name="connsiteX25" fmla="*/ 17002 w 95215"/>
                  <a:gd name="connsiteY25" fmla="*/ 93837 h 95027"/>
                  <a:gd name="connsiteX26" fmla="*/ 24557 w 95215"/>
                  <a:gd name="connsiteY26" fmla="*/ 93837 h 95027"/>
                  <a:gd name="connsiteX27" fmla="*/ 47515 w 95215"/>
                  <a:gd name="connsiteY27" fmla="*/ 40351 h 95027"/>
                  <a:gd name="connsiteX28" fmla="*/ 58337 w 95215"/>
                  <a:gd name="connsiteY28" fmla="*/ 48095 h 95027"/>
                  <a:gd name="connsiteX29" fmla="*/ 54140 w 95215"/>
                  <a:gd name="connsiteY29" fmla="*/ 60975 h 95027"/>
                  <a:gd name="connsiteX30" fmla="*/ 40697 w 95215"/>
                  <a:gd name="connsiteY30" fmla="*/ 60975 h 95027"/>
                  <a:gd name="connsiteX31" fmla="*/ 39452 w 95215"/>
                  <a:gd name="connsiteY31" fmla="*/ 54403 h 95027"/>
                  <a:gd name="connsiteX32" fmla="*/ 36277 w 95215"/>
                  <a:gd name="connsiteY32" fmla="*/ 47959 h 95027"/>
                  <a:gd name="connsiteX33" fmla="*/ 47515 w 95215"/>
                  <a:gd name="connsiteY33" fmla="*/ 40351 h 9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95215" h="95027">
                    <a:moveTo>
                      <a:pt x="43647" y="80316"/>
                    </a:moveTo>
                    <a:cubicBezTo>
                      <a:pt x="45915" y="78726"/>
                      <a:pt x="48935" y="78726"/>
                      <a:pt x="51203" y="80316"/>
                    </a:cubicBezTo>
                    <a:lnTo>
                      <a:pt x="70293" y="93837"/>
                    </a:lnTo>
                    <a:cubicBezTo>
                      <a:pt x="72562" y="95424"/>
                      <a:pt x="75581" y="95424"/>
                      <a:pt x="77850" y="93837"/>
                    </a:cubicBezTo>
                    <a:cubicBezTo>
                      <a:pt x="80111" y="92218"/>
                      <a:pt x="81072" y="89328"/>
                      <a:pt x="80231" y="86678"/>
                    </a:cubicBezTo>
                    <a:lnTo>
                      <a:pt x="73468" y="64015"/>
                    </a:lnTo>
                    <a:cubicBezTo>
                      <a:pt x="72678" y="61566"/>
                      <a:pt x="73467" y="58883"/>
                      <a:pt x="75457" y="57252"/>
                    </a:cubicBezTo>
                    <a:lnTo>
                      <a:pt x="92953" y="42143"/>
                    </a:lnTo>
                    <a:cubicBezTo>
                      <a:pt x="94908" y="40320"/>
                      <a:pt x="95676" y="37556"/>
                      <a:pt x="94941" y="34986"/>
                    </a:cubicBezTo>
                    <a:cubicBezTo>
                      <a:pt x="93968" y="32495"/>
                      <a:pt x="91645" y="30791"/>
                      <a:pt x="88977" y="30611"/>
                    </a:cubicBezTo>
                    <a:lnTo>
                      <a:pt x="67109" y="30611"/>
                    </a:lnTo>
                    <a:cubicBezTo>
                      <a:pt x="64400" y="30549"/>
                      <a:pt x="62019" y="28802"/>
                      <a:pt x="61144" y="26238"/>
                    </a:cubicBezTo>
                    <a:lnTo>
                      <a:pt x="53987" y="4770"/>
                    </a:lnTo>
                    <a:cubicBezTo>
                      <a:pt x="53012" y="2050"/>
                      <a:pt x="50509" y="172"/>
                      <a:pt x="47624" y="0"/>
                    </a:cubicBezTo>
                    <a:cubicBezTo>
                      <a:pt x="44856" y="163"/>
                      <a:pt x="42406" y="1846"/>
                      <a:pt x="41261" y="4372"/>
                    </a:cubicBezTo>
                    <a:lnTo>
                      <a:pt x="34104" y="25843"/>
                    </a:lnTo>
                    <a:cubicBezTo>
                      <a:pt x="33366" y="28505"/>
                      <a:pt x="30899" y="30313"/>
                      <a:pt x="28139" y="30217"/>
                    </a:cubicBezTo>
                    <a:lnTo>
                      <a:pt x="6268" y="30217"/>
                    </a:lnTo>
                    <a:cubicBezTo>
                      <a:pt x="3508" y="30121"/>
                      <a:pt x="1042" y="31930"/>
                      <a:pt x="304" y="34591"/>
                    </a:cubicBezTo>
                    <a:cubicBezTo>
                      <a:pt x="-485" y="37161"/>
                      <a:pt x="291" y="39955"/>
                      <a:pt x="2292" y="41749"/>
                    </a:cubicBezTo>
                    <a:lnTo>
                      <a:pt x="9847" y="48506"/>
                    </a:lnTo>
                    <a:lnTo>
                      <a:pt x="19391" y="57255"/>
                    </a:lnTo>
                    <a:cubicBezTo>
                      <a:pt x="20278" y="58157"/>
                      <a:pt x="20957" y="59243"/>
                      <a:pt x="21379" y="60436"/>
                    </a:cubicBezTo>
                    <a:cubicBezTo>
                      <a:pt x="21777" y="61595"/>
                      <a:pt x="21777" y="62855"/>
                      <a:pt x="21379" y="64015"/>
                    </a:cubicBezTo>
                    <a:lnTo>
                      <a:pt x="14616" y="86678"/>
                    </a:lnTo>
                    <a:cubicBezTo>
                      <a:pt x="13710" y="89329"/>
                      <a:pt x="14686" y="92259"/>
                      <a:pt x="17002" y="93837"/>
                    </a:cubicBezTo>
                    <a:cubicBezTo>
                      <a:pt x="19270" y="95424"/>
                      <a:pt x="22289" y="95424"/>
                      <a:pt x="24557" y="93837"/>
                    </a:cubicBezTo>
                    <a:close/>
                    <a:moveTo>
                      <a:pt x="47515" y="40351"/>
                    </a:moveTo>
                    <a:cubicBezTo>
                      <a:pt x="50369" y="43849"/>
                      <a:pt x="54105" y="46523"/>
                      <a:pt x="58337" y="48095"/>
                    </a:cubicBezTo>
                    <a:cubicBezTo>
                      <a:pt x="55799" y="51929"/>
                      <a:pt x="54348" y="56381"/>
                      <a:pt x="54140" y="60975"/>
                    </a:cubicBezTo>
                    <a:cubicBezTo>
                      <a:pt x="49740" y="59769"/>
                      <a:pt x="45097" y="59769"/>
                      <a:pt x="40697" y="60975"/>
                    </a:cubicBezTo>
                    <a:cubicBezTo>
                      <a:pt x="40581" y="58738"/>
                      <a:pt x="40162" y="56527"/>
                      <a:pt x="39452" y="54403"/>
                    </a:cubicBezTo>
                    <a:cubicBezTo>
                      <a:pt x="38682" y="52125"/>
                      <a:pt x="37615" y="49958"/>
                      <a:pt x="36277" y="47959"/>
                    </a:cubicBezTo>
                    <a:cubicBezTo>
                      <a:pt x="40657" y="46515"/>
                      <a:pt x="44548" y="43881"/>
                      <a:pt x="47515" y="40351"/>
                    </a:cubicBezTo>
                    <a:close/>
                  </a:path>
                </a:pathLst>
              </a:custGeom>
              <a:grpFill/>
              <a:ln w="9525" cap="flat">
                <a:noFill/>
                <a:prstDash val="solid"/>
                <a:miter/>
              </a:ln>
            </p:spPr>
            <p:txBody>
              <a:bodyPr rtlCol="0" anchor="ctr"/>
              <a:lstStyle/>
              <a:p>
                <a:endParaRPr lang="en-IN" sz="1544"/>
              </a:p>
            </p:txBody>
          </p:sp>
          <p:sp>
            <p:nvSpPr>
              <p:cNvPr id="208" name="Freeform: Shape 207">
                <a:extLst>
                  <a:ext uri="{FF2B5EF4-FFF2-40B4-BE49-F238E27FC236}">
                    <a16:creationId xmlns:a16="http://schemas.microsoft.com/office/drawing/2014/main" id="{EAD9731E-7B38-7020-EB9D-A12583264E3D}"/>
                  </a:ext>
                </a:extLst>
              </p:cNvPr>
              <p:cNvSpPr/>
              <p:nvPr/>
            </p:nvSpPr>
            <p:spPr>
              <a:xfrm>
                <a:off x="975594" y="5402461"/>
                <a:ext cx="95215" cy="95033"/>
              </a:xfrm>
              <a:custGeom>
                <a:avLst/>
                <a:gdLst>
                  <a:gd name="connsiteX0" fmla="*/ 88980 w 95215"/>
                  <a:gd name="connsiteY0" fmla="*/ 30617 h 95033"/>
                  <a:gd name="connsiteX1" fmla="*/ 67109 w 95215"/>
                  <a:gd name="connsiteY1" fmla="*/ 30617 h 95033"/>
                  <a:gd name="connsiteX2" fmla="*/ 61144 w 95215"/>
                  <a:gd name="connsiteY2" fmla="*/ 26242 h 95033"/>
                  <a:gd name="connsiteX3" fmla="*/ 53987 w 95215"/>
                  <a:gd name="connsiteY3" fmla="*/ 4772 h 95033"/>
                  <a:gd name="connsiteX4" fmla="*/ 47624 w 95215"/>
                  <a:gd name="connsiteY4" fmla="*/ 0 h 95033"/>
                  <a:gd name="connsiteX5" fmla="*/ 41261 w 95215"/>
                  <a:gd name="connsiteY5" fmla="*/ 4374 h 95033"/>
                  <a:gd name="connsiteX6" fmla="*/ 34104 w 95215"/>
                  <a:gd name="connsiteY6" fmla="*/ 25845 h 95033"/>
                  <a:gd name="connsiteX7" fmla="*/ 28139 w 95215"/>
                  <a:gd name="connsiteY7" fmla="*/ 30219 h 95033"/>
                  <a:gd name="connsiteX8" fmla="*/ 6268 w 95215"/>
                  <a:gd name="connsiteY8" fmla="*/ 30219 h 95033"/>
                  <a:gd name="connsiteX9" fmla="*/ 304 w 95215"/>
                  <a:gd name="connsiteY9" fmla="*/ 34594 h 95033"/>
                  <a:gd name="connsiteX10" fmla="*/ 2292 w 95215"/>
                  <a:gd name="connsiteY10" fmla="*/ 41751 h 95033"/>
                  <a:gd name="connsiteX11" fmla="*/ 9847 w 95215"/>
                  <a:gd name="connsiteY11" fmla="*/ 48514 h 95033"/>
                  <a:gd name="connsiteX12" fmla="*/ 19391 w 95215"/>
                  <a:gd name="connsiteY12" fmla="*/ 57262 h 95033"/>
                  <a:gd name="connsiteX13" fmla="*/ 21379 w 95215"/>
                  <a:gd name="connsiteY13" fmla="*/ 60443 h 95033"/>
                  <a:gd name="connsiteX14" fmla="*/ 21379 w 95215"/>
                  <a:gd name="connsiteY14" fmla="*/ 64022 h 95033"/>
                  <a:gd name="connsiteX15" fmla="*/ 14616 w 95215"/>
                  <a:gd name="connsiteY15" fmla="*/ 86686 h 95033"/>
                  <a:gd name="connsiteX16" fmla="*/ 17002 w 95215"/>
                  <a:gd name="connsiteY16" fmla="*/ 93841 h 95033"/>
                  <a:gd name="connsiteX17" fmla="*/ 24557 w 95215"/>
                  <a:gd name="connsiteY17" fmla="*/ 93841 h 95033"/>
                  <a:gd name="connsiteX18" fmla="*/ 43644 w 95215"/>
                  <a:gd name="connsiteY18" fmla="*/ 80323 h 95033"/>
                  <a:gd name="connsiteX19" fmla="*/ 51200 w 95215"/>
                  <a:gd name="connsiteY19" fmla="*/ 80323 h 95033"/>
                  <a:gd name="connsiteX20" fmla="*/ 70293 w 95215"/>
                  <a:gd name="connsiteY20" fmla="*/ 93837 h 95033"/>
                  <a:gd name="connsiteX21" fmla="*/ 77850 w 95215"/>
                  <a:gd name="connsiteY21" fmla="*/ 93837 h 95033"/>
                  <a:gd name="connsiteX22" fmla="*/ 80231 w 95215"/>
                  <a:gd name="connsiteY22" fmla="*/ 86681 h 95033"/>
                  <a:gd name="connsiteX23" fmla="*/ 73468 w 95215"/>
                  <a:gd name="connsiteY23" fmla="*/ 64018 h 95033"/>
                  <a:gd name="connsiteX24" fmla="*/ 75457 w 95215"/>
                  <a:gd name="connsiteY24" fmla="*/ 57255 h 95033"/>
                  <a:gd name="connsiteX25" fmla="*/ 92953 w 95215"/>
                  <a:gd name="connsiteY25" fmla="*/ 42146 h 95033"/>
                  <a:gd name="connsiteX26" fmla="*/ 94941 w 95215"/>
                  <a:gd name="connsiteY26" fmla="*/ 34988 h 95033"/>
                  <a:gd name="connsiteX27" fmla="*/ 88980 w 95215"/>
                  <a:gd name="connsiteY27" fmla="*/ 30617 h 95033"/>
                  <a:gd name="connsiteX28" fmla="*/ 54140 w 95215"/>
                  <a:gd name="connsiteY28" fmla="*/ 60978 h 95033"/>
                  <a:gd name="connsiteX29" fmla="*/ 40697 w 95215"/>
                  <a:gd name="connsiteY29" fmla="*/ 60978 h 95033"/>
                  <a:gd name="connsiteX30" fmla="*/ 39452 w 95215"/>
                  <a:gd name="connsiteY30" fmla="*/ 54406 h 95033"/>
                  <a:gd name="connsiteX31" fmla="*/ 36277 w 95215"/>
                  <a:gd name="connsiteY31" fmla="*/ 47962 h 95033"/>
                  <a:gd name="connsiteX32" fmla="*/ 47516 w 95215"/>
                  <a:gd name="connsiteY32" fmla="*/ 40342 h 95033"/>
                  <a:gd name="connsiteX33" fmla="*/ 58337 w 95215"/>
                  <a:gd name="connsiteY33" fmla="*/ 48086 h 95033"/>
                  <a:gd name="connsiteX34" fmla="*/ 54140 w 95215"/>
                  <a:gd name="connsiteY34" fmla="*/ 60978 h 95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95215" h="95033">
                    <a:moveTo>
                      <a:pt x="88980" y="30617"/>
                    </a:moveTo>
                    <a:lnTo>
                      <a:pt x="67109" y="30617"/>
                    </a:lnTo>
                    <a:cubicBezTo>
                      <a:pt x="64400" y="30553"/>
                      <a:pt x="62019" y="28806"/>
                      <a:pt x="61144" y="26242"/>
                    </a:cubicBezTo>
                    <a:lnTo>
                      <a:pt x="53987" y="4772"/>
                    </a:lnTo>
                    <a:cubicBezTo>
                      <a:pt x="53012" y="2051"/>
                      <a:pt x="50509" y="173"/>
                      <a:pt x="47624" y="0"/>
                    </a:cubicBezTo>
                    <a:cubicBezTo>
                      <a:pt x="44856" y="164"/>
                      <a:pt x="42406" y="1848"/>
                      <a:pt x="41261" y="4374"/>
                    </a:cubicBezTo>
                    <a:lnTo>
                      <a:pt x="34104" y="25845"/>
                    </a:lnTo>
                    <a:cubicBezTo>
                      <a:pt x="33366" y="28506"/>
                      <a:pt x="30899" y="30315"/>
                      <a:pt x="28139" y="30219"/>
                    </a:cubicBezTo>
                    <a:lnTo>
                      <a:pt x="6268" y="30219"/>
                    </a:lnTo>
                    <a:cubicBezTo>
                      <a:pt x="3508" y="30123"/>
                      <a:pt x="1041" y="31932"/>
                      <a:pt x="304" y="34594"/>
                    </a:cubicBezTo>
                    <a:cubicBezTo>
                      <a:pt x="-485" y="37163"/>
                      <a:pt x="291" y="39956"/>
                      <a:pt x="2292" y="41751"/>
                    </a:cubicBezTo>
                    <a:lnTo>
                      <a:pt x="9847" y="48514"/>
                    </a:lnTo>
                    <a:lnTo>
                      <a:pt x="19391" y="57262"/>
                    </a:lnTo>
                    <a:cubicBezTo>
                      <a:pt x="20279" y="58164"/>
                      <a:pt x="20957" y="59250"/>
                      <a:pt x="21379" y="60443"/>
                    </a:cubicBezTo>
                    <a:cubicBezTo>
                      <a:pt x="21777" y="61603"/>
                      <a:pt x="21777" y="62862"/>
                      <a:pt x="21379" y="64022"/>
                    </a:cubicBezTo>
                    <a:lnTo>
                      <a:pt x="14616" y="86686"/>
                    </a:lnTo>
                    <a:cubicBezTo>
                      <a:pt x="13710" y="89336"/>
                      <a:pt x="14687" y="92265"/>
                      <a:pt x="17002" y="93841"/>
                    </a:cubicBezTo>
                    <a:cubicBezTo>
                      <a:pt x="19270" y="95431"/>
                      <a:pt x="22289" y="95431"/>
                      <a:pt x="24557" y="93841"/>
                    </a:cubicBezTo>
                    <a:lnTo>
                      <a:pt x="43644" y="80323"/>
                    </a:lnTo>
                    <a:cubicBezTo>
                      <a:pt x="45912" y="78734"/>
                      <a:pt x="48932" y="78734"/>
                      <a:pt x="51200" y="80323"/>
                    </a:cubicBezTo>
                    <a:lnTo>
                      <a:pt x="70293" y="93837"/>
                    </a:lnTo>
                    <a:cubicBezTo>
                      <a:pt x="72561" y="95426"/>
                      <a:pt x="75582" y="95426"/>
                      <a:pt x="77850" y="93837"/>
                    </a:cubicBezTo>
                    <a:cubicBezTo>
                      <a:pt x="80110" y="92220"/>
                      <a:pt x="81072" y="89330"/>
                      <a:pt x="80231" y="86681"/>
                    </a:cubicBezTo>
                    <a:lnTo>
                      <a:pt x="73468" y="64018"/>
                    </a:lnTo>
                    <a:cubicBezTo>
                      <a:pt x="72678" y="61569"/>
                      <a:pt x="73467" y="58886"/>
                      <a:pt x="75457" y="57255"/>
                    </a:cubicBezTo>
                    <a:lnTo>
                      <a:pt x="92953" y="42146"/>
                    </a:lnTo>
                    <a:cubicBezTo>
                      <a:pt x="94908" y="40323"/>
                      <a:pt x="95677" y="37558"/>
                      <a:pt x="94941" y="34988"/>
                    </a:cubicBezTo>
                    <a:cubicBezTo>
                      <a:pt x="93968" y="32500"/>
                      <a:pt x="91646" y="30797"/>
                      <a:pt x="88980" y="30617"/>
                    </a:cubicBezTo>
                    <a:close/>
                    <a:moveTo>
                      <a:pt x="54140" y="60978"/>
                    </a:moveTo>
                    <a:cubicBezTo>
                      <a:pt x="49740" y="59772"/>
                      <a:pt x="45097" y="59772"/>
                      <a:pt x="40697" y="60978"/>
                    </a:cubicBezTo>
                    <a:cubicBezTo>
                      <a:pt x="40581" y="58741"/>
                      <a:pt x="40162" y="56530"/>
                      <a:pt x="39452" y="54406"/>
                    </a:cubicBezTo>
                    <a:cubicBezTo>
                      <a:pt x="38683" y="52127"/>
                      <a:pt x="37615" y="49961"/>
                      <a:pt x="36277" y="47962"/>
                    </a:cubicBezTo>
                    <a:cubicBezTo>
                      <a:pt x="40658" y="46514"/>
                      <a:pt x="44549" y="43876"/>
                      <a:pt x="47516" y="40342"/>
                    </a:cubicBezTo>
                    <a:cubicBezTo>
                      <a:pt x="50370" y="43841"/>
                      <a:pt x="54105" y="46513"/>
                      <a:pt x="58337" y="48086"/>
                    </a:cubicBezTo>
                    <a:cubicBezTo>
                      <a:pt x="55797" y="51925"/>
                      <a:pt x="54347" y="56380"/>
                      <a:pt x="54140" y="60978"/>
                    </a:cubicBezTo>
                    <a:close/>
                  </a:path>
                </a:pathLst>
              </a:custGeom>
              <a:grpFill/>
              <a:ln w="9525" cap="flat">
                <a:noFill/>
                <a:prstDash val="solid"/>
                <a:miter/>
              </a:ln>
            </p:spPr>
            <p:txBody>
              <a:bodyPr rtlCol="0" anchor="ctr"/>
              <a:lstStyle/>
              <a:p>
                <a:endParaRPr lang="en-IN" sz="1544"/>
              </a:p>
            </p:txBody>
          </p:sp>
        </p:grpSp>
      </p:grpSp>
      <p:grpSp>
        <p:nvGrpSpPr>
          <p:cNvPr id="216" name="Group 215">
            <a:extLst>
              <a:ext uri="{FF2B5EF4-FFF2-40B4-BE49-F238E27FC236}">
                <a16:creationId xmlns:a16="http://schemas.microsoft.com/office/drawing/2014/main" id="{F9D6854F-9FB5-CA48-F59C-70E7B277DFBB}"/>
              </a:ext>
            </a:extLst>
          </p:cNvPr>
          <p:cNvGrpSpPr/>
          <p:nvPr/>
        </p:nvGrpSpPr>
        <p:grpSpPr>
          <a:xfrm>
            <a:off x="4728452" y="2986260"/>
            <a:ext cx="1360889" cy="928002"/>
            <a:chOff x="251173" y="3780428"/>
            <a:chExt cx="2240456" cy="1141859"/>
          </a:xfrm>
        </p:grpSpPr>
        <p:sp>
          <p:nvSpPr>
            <p:cNvPr id="217" name="TextBox 216">
              <a:extLst>
                <a:ext uri="{FF2B5EF4-FFF2-40B4-BE49-F238E27FC236}">
                  <a16:creationId xmlns:a16="http://schemas.microsoft.com/office/drawing/2014/main" id="{0859D39C-1408-12BC-27D7-5C15291AB6F4}"/>
                </a:ext>
              </a:extLst>
            </p:cNvPr>
            <p:cNvSpPr txBox="1"/>
            <p:nvPr/>
          </p:nvSpPr>
          <p:spPr>
            <a:xfrm>
              <a:off x="251173" y="4145436"/>
              <a:ext cx="2240456" cy="776851"/>
            </a:xfrm>
            <a:prstGeom prst="rect">
              <a:avLst/>
            </a:prstGeom>
            <a:noFill/>
          </p:spPr>
          <p:txBody>
            <a:bodyPr wrap="square" lIns="0" tIns="0" rIns="0" bIns="0" rtlCol="0" anchor="t">
              <a:noAutofit/>
            </a:bodyPr>
            <a:lstStyle/>
            <a:p>
              <a:pPr algn="ctr">
                <a:defRPr/>
              </a:pPr>
              <a:r>
                <a:rPr lang="en-US" sz="1138" kern="0" dirty="0">
                  <a:solidFill>
                    <a:schemeClr val="tx1">
                      <a:lumMod val="95000"/>
                      <a:lumOff val="5000"/>
                    </a:schemeClr>
                  </a:solidFill>
                  <a:latin typeface="Segoe UI" panose="020B0502040204020203" pitchFamily="34" charset="0"/>
                  <a:ea typeface="Calibri Light" charset="0"/>
                  <a:cs typeface="Segoe UI" panose="020B0502040204020203" pitchFamily="34" charset="0"/>
                </a:rPr>
                <a:t>This is a sample text. Insert your desired text here.</a:t>
              </a:r>
              <a:endParaRPr lang="en-US" sz="1138" kern="0" dirty="0">
                <a:solidFill>
                  <a:schemeClr val="tx1">
                    <a:lumMod val="95000"/>
                    <a:lumOff val="5000"/>
                  </a:schemeClr>
                </a:solidFill>
                <a:cs typeface="Arial" panose="020B0604020202020204" pitchFamily="34" charset="0"/>
              </a:endParaRPr>
            </a:p>
          </p:txBody>
        </p:sp>
        <p:sp>
          <p:nvSpPr>
            <p:cNvPr id="218" name="TextBox 217">
              <a:extLst>
                <a:ext uri="{FF2B5EF4-FFF2-40B4-BE49-F238E27FC236}">
                  <a16:creationId xmlns:a16="http://schemas.microsoft.com/office/drawing/2014/main" id="{DC811E24-E37B-3D88-5EFF-D64A13831CDF}"/>
                </a:ext>
              </a:extLst>
            </p:cNvPr>
            <p:cNvSpPr txBox="1"/>
            <p:nvPr/>
          </p:nvSpPr>
          <p:spPr>
            <a:xfrm>
              <a:off x="251173" y="3780428"/>
              <a:ext cx="2240456" cy="271725"/>
            </a:xfrm>
            <a:prstGeom prst="rect">
              <a:avLst/>
            </a:prstGeom>
            <a:noFill/>
          </p:spPr>
          <p:txBody>
            <a:bodyPr wrap="square" lIns="0" tIns="0" rIns="0" bIns="0" rtlCol="0" anchor="t">
              <a:noAutofit/>
            </a:bodyPr>
            <a:lstStyle/>
            <a:p>
              <a:pPr algn="ctr">
                <a:lnSpc>
                  <a:spcPct val="110000"/>
                </a:lnSpc>
                <a:defRPr/>
              </a:pPr>
              <a:r>
                <a:rPr lang="en-US" sz="1463" b="1" kern="0" dirty="0">
                  <a:solidFill>
                    <a:schemeClr val="accent2"/>
                  </a:solidFill>
                  <a:latin typeface="Segoe UI" panose="020B0502040204020203" pitchFamily="34" charset="0"/>
                  <a:ea typeface="Calibri Light" charset="0"/>
                  <a:cs typeface="Segoe UI" panose="020B0502040204020203" pitchFamily="34" charset="0"/>
                </a:rPr>
                <a:t>Placeholder</a:t>
              </a:r>
              <a:endParaRPr lang="en-US" sz="1463" b="1" kern="0" dirty="0">
                <a:solidFill>
                  <a:schemeClr val="accent2"/>
                </a:solidFill>
                <a:cs typeface="Arial" panose="020B0604020202020204" pitchFamily="34" charset="0"/>
              </a:endParaRPr>
            </a:p>
          </p:txBody>
        </p:sp>
      </p:grpSp>
    </p:spTree>
    <p:extLst>
      <p:ext uri="{BB962C8B-B14F-4D97-AF65-F5344CB8AC3E}">
        <p14:creationId xmlns:p14="http://schemas.microsoft.com/office/powerpoint/2010/main" val="31275314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D7945-F800-B4EE-C73F-1B7B91B30A64}"/>
              </a:ext>
            </a:extLst>
          </p:cNvPr>
          <p:cNvSpPr>
            <a:spLocks noGrp="1"/>
          </p:cNvSpPr>
          <p:nvPr>
            <p:ph type="title"/>
          </p:nvPr>
        </p:nvSpPr>
        <p:spPr/>
        <p:txBody>
          <a:bodyPr/>
          <a:lstStyle/>
          <a:p>
            <a:r>
              <a:rPr lang="en-US" dirty="0"/>
              <a:t>3D Coordinate Axis Cube PowerPoint Template</a:t>
            </a:r>
            <a:endParaRPr lang="en-IN" dirty="0"/>
          </a:p>
        </p:txBody>
      </p:sp>
      <p:grpSp>
        <p:nvGrpSpPr>
          <p:cNvPr id="53" name="Group 52">
            <a:extLst>
              <a:ext uri="{FF2B5EF4-FFF2-40B4-BE49-F238E27FC236}">
                <a16:creationId xmlns:a16="http://schemas.microsoft.com/office/drawing/2014/main" id="{B92843BE-CEC2-0AE1-D1F3-A835C0E8978B}"/>
              </a:ext>
            </a:extLst>
          </p:cNvPr>
          <p:cNvGrpSpPr/>
          <p:nvPr/>
        </p:nvGrpSpPr>
        <p:grpSpPr>
          <a:xfrm>
            <a:off x="1268555" y="1859835"/>
            <a:ext cx="7368891" cy="4027078"/>
            <a:chOff x="1589315" y="1498223"/>
            <a:chExt cx="9067042" cy="4955113"/>
          </a:xfrm>
        </p:grpSpPr>
        <p:grpSp>
          <p:nvGrpSpPr>
            <p:cNvPr id="31" name="Group 30">
              <a:extLst>
                <a:ext uri="{FF2B5EF4-FFF2-40B4-BE49-F238E27FC236}">
                  <a16:creationId xmlns:a16="http://schemas.microsoft.com/office/drawing/2014/main" id="{D070085F-4126-5E03-391F-4C33CFAAF60F}"/>
                </a:ext>
              </a:extLst>
            </p:cNvPr>
            <p:cNvGrpSpPr/>
            <p:nvPr/>
          </p:nvGrpSpPr>
          <p:grpSpPr>
            <a:xfrm>
              <a:off x="3660204" y="1564803"/>
              <a:ext cx="4872750" cy="4888533"/>
              <a:chOff x="3660204" y="1268760"/>
              <a:chExt cx="4872750" cy="4888533"/>
            </a:xfrm>
          </p:grpSpPr>
          <p:grpSp>
            <p:nvGrpSpPr>
              <p:cNvPr id="25" name="Group 24">
                <a:extLst>
                  <a:ext uri="{FF2B5EF4-FFF2-40B4-BE49-F238E27FC236}">
                    <a16:creationId xmlns:a16="http://schemas.microsoft.com/office/drawing/2014/main" id="{37335CE5-FDC1-B15B-E2B2-08300458DBDE}"/>
                  </a:ext>
                </a:extLst>
              </p:cNvPr>
              <p:cNvGrpSpPr/>
              <p:nvPr/>
            </p:nvGrpSpPr>
            <p:grpSpPr>
              <a:xfrm>
                <a:off x="3660204" y="4405267"/>
                <a:ext cx="4872750" cy="1752026"/>
                <a:chOff x="3660204" y="4405267"/>
                <a:chExt cx="4872750" cy="1752026"/>
              </a:xfrm>
            </p:grpSpPr>
            <p:cxnSp>
              <p:nvCxnSpPr>
                <p:cNvPr id="21" name="Straight Connector 20">
                  <a:extLst>
                    <a:ext uri="{FF2B5EF4-FFF2-40B4-BE49-F238E27FC236}">
                      <a16:creationId xmlns:a16="http://schemas.microsoft.com/office/drawing/2014/main" id="{562C37A6-9066-8AD4-1366-FB0F0B52EA68}"/>
                    </a:ext>
                  </a:extLst>
                </p:cNvPr>
                <p:cNvCxnSpPr/>
                <p:nvPr/>
              </p:nvCxnSpPr>
              <p:spPr>
                <a:xfrm flipH="1">
                  <a:off x="5029200" y="4416152"/>
                  <a:ext cx="3503754"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0232CDA5-ED6E-450D-73A3-7B9B4B485A61}"/>
                    </a:ext>
                  </a:extLst>
                </p:cNvPr>
                <p:cNvCxnSpPr/>
                <p:nvPr/>
              </p:nvCxnSpPr>
              <p:spPr>
                <a:xfrm flipH="1">
                  <a:off x="3660204" y="4405267"/>
                  <a:ext cx="1368152" cy="1752026"/>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cxnSp>
            <p:nvCxnSpPr>
              <p:cNvPr id="30" name="Straight Connector 29">
                <a:extLst>
                  <a:ext uri="{FF2B5EF4-FFF2-40B4-BE49-F238E27FC236}">
                    <a16:creationId xmlns:a16="http://schemas.microsoft.com/office/drawing/2014/main" id="{A6CEF9F8-EC41-5728-9AD7-14B442DA7DCB}"/>
                  </a:ext>
                </a:extLst>
              </p:cNvPr>
              <p:cNvCxnSpPr/>
              <p:nvPr/>
            </p:nvCxnSpPr>
            <p:spPr>
              <a:xfrm>
                <a:off x="5013480" y="1268760"/>
                <a:ext cx="0" cy="3139954"/>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Freeform: Shape 8">
                <a:extLst>
                  <a:ext uri="{FF2B5EF4-FFF2-40B4-BE49-F238E27FC236}">
                    <a16:creationId xmlns:a16="http://schemas.microsoft.com/office/drawing/2014/main" id="{4E3BE2C8-3BC2-E701-EA9A-8CD03A00F9F7}"/>
                  </a:ext>
                </a:extLst>
              </p:cNvPr>
              <p:cNvSpPr/>
              <p:nvPr/>
            </p:nvSpPr>
            <p:spPr>
              <a:xfrm>
                <a:off x="4237903" y="3095484"/>
                <a:ext cx="2236697" cy="2307894"/>
              </a:xfrm>
              <a:custGeom>
                <a:avLst/>
                <a:gdLst>
                  <a:gd name="connsiteX0" fmla="*/ 0 w 2236697"/>
                  <a:gd name="connsiteY0" fmla="*/ 0 h 2307894"/>
                  <a:gd name="connsiteX1" fmla="*/ 2236698 w 2236697"/>
                  <a:gd name="connsiteY1" fmla="*/ 0 h 2307894"/>
                  <a:gd name="connsiteX2" fmla="*/ 2236698 w 2236697"/>
                  <a:gd name="connsiteY2" fmla="*/ 2307895 h 2307894"/>
                  <a:gd name="connsiteX3" fmla="*/ 0 w 2236697"/>
                  <a:gd name="connsiteY3" fmla="*/ 2307895 h 2307894"/>
                </a:gdLst>
                <a:ahLst/>
                <a:cxnLst>
                  <a:cxn ang="0">
                    <a:pos x="connsiteX0" y="connsiteY0"/>
                  </a:cxn>
                  <a:cxn ang="0">
                    <a:pos x="connsiteX1" y="connsiteY1"/>
                  </a:cxn>
                  <a:cxn ang="0">
                    <a:pos x="connsiteX2" y="connsiteY2"/>
                  </a:cxn>
                  <a:cxn ang="0">
                    <a:pos x="connsiteX3" y="connsiteY3"/>
                  </a:cxn>
                </a:cxnLst>
                <a:rect l="l" t="t" r="r" b="b"/>
                <a:pathLst>
                  <a:path w="2236697" h="2307894">
                    <a:moveTo>
                      <a:pt x="0" y="0"/>
                    </a:moveTo>
                    <a:lnTo>
                      <a:pt x="2236698" y="0"/>
                    </a:lnTo>
                    <a:lnTo>
                      <a:pt x="2236698" y="2307895"/>
                    </a:lnTo>
                    <a:lnTo>
                      <a:pt x="0" y="2307895"/>
                    </a:lnTo>
                    <a:close/>
                  </a:path>
                </a:pathLst>
              </a:custGeom>
              <a:gradFill flip="none" rotWithShape="1">
                <a:gsLst>
                  <a:gs pos="0">
                    <a:schemeClr val="accent1">
                      <a:alpha val="52000"/>
                    </a:schemeClr>
                  </a:gs>
                  <a:gs pos="100000">
                    <a:schemeClr val="accent1">
                      <a:lumMod val="50000"/>
                    </a:schemeClr>
                  </a:gs>
                </a:gsLst>
                <a:lin ang="18900000" scaled="1"/>
                <a:tileRect/>
              </a:gradFill>
              <a:ln w="25400" cap="flat">
                <a:solidFill>
                  <a:schemeClr val="bg1"/>
                </a:solidFill>
                <a:prstDash val="solid"/>
                <a:miter/>
              </a:ln>
            </p:spPr>
            <p:txBody>
              <a:bodyPr rtlCol="0" anchor="ctr"/>
              <a:lstStyle/>
              <a:p>
                <a:pPr defTabSz="990671" fontAlgn="auto">
                  <a:spcBef>
                    <a:spcPts val="0"/>
                  </a:spcBef>
                  <a:spcAft>
                    <a:spcPts val="0"/>
                  </a:spcAft>
                </a:pPr>
                <a:endParaRPr lang="en-IN" sz="1950">
                  <a:solidFill>
                    <a:prstClr val="black"/>
                  </a:solidFill>
                  <a:latin typeface="Segoe UI"/>
                  <a:cs typeface="+mn-cs"/>
                </a:endParaRPr>
              </a:p>
            </p:txBody>
          </p:sp>
          <p:sp>
            <p:nvSpPr>
              <p:cNvPr id="10" name="Freeform: Shape 9">
                <a:extLst>
                  <a:ext uri="{FF2B5EF4-FFF2-40B4-BE49-F238E27FC236}">
                    <a16:creationId xmlns:a16="http://schemas.microsoft.com/office/drawing/2014/main" id="{7D50C7DD-6C85-FDCA-E007-E24C9C7BF308}"/>
                  </a:ext>
                </a:extLst>
              </p:cNvPr>
              <p:cNvSpPr/>
              <p:nvPr/>
            </p:nvSpPr>
            <p:spPr>
              <a:xfrm>
                <a:off x="4237903" y="2338013"/>
                <a:ext cx="3020809" cy="757470"/>
              </a:xfrm>
              <a:custGeom>
                <a:avLst/>
                <a:gdLst>
                  <a:gd name="connsiteX0" fmla="*/ 3020810 w 3020809"/>
                  <a:gd name="connsiteY0" fmla="*/ 0 h 757470"/>
                  <a:gd name="connsiteX1" fmla="*/ 784112 w 3020809"/>
                  <a:gd name="connsiteY1" fmla="*/ 0 h 757470"/>
                  <a:gd name="connsiteX2" fmla="*/ 0 w 3020809"/>
                  <a:gd name="connsiteY2" fmla="*/ 757471 h 757470"/>
                  <a:gd name="connsiteX3" fmla="*/ 2236582 w 3020809"/>
                  <a:gd name="connsiteY3" fmla="*/ 757471 h 757470"/>
                  <a:gd name="connsiteX4" fmla="*/ 3020810 w 3020809"/>
                  <a:gd name="connsiteY4" fmla="*/ 0 h 7574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20809" h="757470">
                    <a:moveTo>
                      <a:pt x="3020810" y="0"/>
                    </a:moveTo>
                    <a:lnTo>
                      <a:pt x="784112" y="0"/>
                    </a:lnTo>
                    <a:lnTo>
                      <a:pt x="0" y="757471"/>
                    </a:lnTo>
                    <a:lnTo>
                      <a:pt x="2236582" y="757471"/>
                    </a:lnTo>
                    <a:lnTo>
                      <a:pt x="3020810" y="0"/>
                    </a:lnTo>
                    <a:close/>
                  </a:path>
                </a:pathLst>
              </a:custGeom>
              <a:gradFill flip="none" rotWithShape="1">
                <a:gsLst>
                  <a:gs pos="0">
                    <a:schemeClr val="accent1">
                      <a:alpha val="28000"/>
                    </a:schemeClr>
                  </a:gs>
                  <a:gs pos="100000">
                    <a:schemeClr val="accent1">
                      <a:lumMod val="50000"/>
                    </a:schemeClr>
                  </a:gs>
                </a:gsLst>
                <a:lin ang="8100000" scaled="1"/>
                <a:tileRect/>
              </a:gradFill>
              <a:ln w="25400" cap="flat">
                <a:solidFill>
                  <a:schemeClr val="bg1"/>
                </a:solidFill>
                <a:prstDash val="solid"/>
                <a:miter/>
              </a:ln>
            </p:spPr>
            <p:txBody>
              <a:bodyPr rtlCol="0" anchor="ctr"/>
              <a:lstStyle/>
              <a:p>
                <a:pPr defTabSz="990671" fontAlgn="auto">
                  <a:spcBef>
                    <a:spcPts val="0"/>
                  </a:spcBef>
                  <a:spcAft>
                    <a:spcPts val="0"/>
                  </a:spcAft>
                </a:pPr>
                <a:endParaRPr lang="en-IN" sz="1950">
                  <a:solidFill>
                    <a:prstClr val="black"/>
                  </a:solidFill>
                  <a:latin typeface="Segoe UI"/>
                  <a:cs typeface="+mn-cs"/>
                </a:endParaRPr>
              </a:p>
            </p:txBody>
          </p:sp>
          <p:sp>
            <p:nvSpPr>
              <p:cNvPr id="11" name="Freeform: Shape 10">
                <a:extLst>
                  <a:ext uri="{FF2B5EF4-FFF2-40B4-BE49-F238E27FC236}">
                    <a16:creationId xmlns:a16="http://schemas.microsoft.com/office/drawing/2014/main" id="{9B40F8A0-2598-75BD-BEE8-9C6D43888890}"/>
                  </a:ext>
                </a:extLst>
              </p:cNvPr>
              <p:cNvSpPr/>
              <p:nvPr/>
            </p:nvSpPr>
            <p:spPr>
              <a:xfrm>
                <a:off x="6474485" y="2338013"/>
                <a:ext cx="784228" cy="3065364"/>
              </a:xfrm>
              <a:custGeom>
                <a:avLst/>
                <a:gdLst>
                  <a:gd name="connsiteX0" fmla="*/ 0 w 784228"/>
                  <a:gd name="connsiteY0" fmla="*/ 3065365 h 3065364"/>
                  <a:gd name="connsiteX1" fmla="*/ 784229 w 784228"/>
                  <a:gd name="connsiteY1" fmla="*/ 2085225 h 3065364"/>
                  <a:gd name="connsiteX2" fmla="*/ 784229 w 784228"/>
                  <a:gd name="connsiteY2" fmla="*/ 0 h 3065364"/>
                  <a:gd name="connsiteX3" fmla="*/ 0 w 784228"/>
                  <a:gd name="connsiteY3" fmla="*/ 757471 h 3065364"/>
                  <a:gd name="connsiteX4" fmla="*/ 0 w 784228"/>
                  <a:gd name="connsiteY4" fmla="*/ 3065365 h 3065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4228" h="3065364">
                    <a:moveTo>
                      <a:pt x="0" y="3065365"/>
                    </a:moveTo>
                    <a:lnTo>
                      <a:pt x="784229" y="2085225"/>
                    </a:lnTo>
                    <a:lnTo>
                      <a:pt x="784229" y="0"/>
                    </a:lnTo>
                    <a:lnTo>
                      <a:pt x="0" y="757471"/>
                    </a:lnTo>
                    <a:lnTo>
                      <a:pt x="0" y="3065365"/>
                    </a:lnTo>
                    <a:close/>
                  </a:path>
                </a:pathLst>
              </a:custGeom>
              <a:gradFill flip="none" rotWithShape="1">
                <a:gsLst>
                  <a:gs pos="0">
                    <a:schemeClr val="accent1">
                      <a:alpha val="56000"/>
                    </a:schemeClr>
                  </a:gs>
                  <a:gs pos="100000">
                    <a:schemeClr val="accent1">
                      <a:lumMod val="50000"/>
                    </a:schemeClr>
                  </a:gs>
                </a:gsLst>
                <a:lin ang="2700000" scaled="1"/>
                <a:tileRect/>
              </a:gradFill>
              <a:ln w="25400" cap="flat">
                <a:solidFill>
                  <a:schemeClr val="bg1"/>
                </a:solidFill>
                <a:prstDash val="solid"/>
                <a:miter/>
              </a:ln>
            </p:spPr>
            <p:txBody>
              <a:bodyPr rtlCol="0" anchor="ctr"/>
              <a:lstStyle/>
              <a:p>
                <a:pPr defTabSz="990671" fontAlgn="auto">
                  <a:spcBef>
                    <a:spcPts val="0"/>
                  </a:spcBef>
                  <a:spcAft>
                    <a:spcPts val="0"/>
                  </a:spcAft>
                </a:pPr>
                <a:endParaRPr lang="en-IN" sz="1950">
                  <a:solidFill>
                    <a:prstClr val="black"/>
                  </a:solidFill>
                  <a:latin typeface="Segoe UI"/>
                  <a:cs typeface="+mn-cs"/>
                </a:endParaRPr>
              </a:p>
            </p:txBody>
          </p:sp>
        </p:grpSp>
        <p:grpSp>
          <p:nvGrpSpPr>
            <p:cNvPr id="42" name="Group 41">
              <a:extLst>
                <a:ext uri="{FF2B5EF4-FFF2-40B4-BE49-F238E27FC236}">
                  <a16:creationId xmlns:a16="http://schemas.microsoft.com/office/drawing/2014/main" id="{2DD92CBB-29B1-33A9-3383-44BC430FCDF0}"/>
                </a:ext>
              </a:extLst>
            </p:cNvPr>
            <p:cNvGrpSpPr/>
            <p:nvPr/>
          </p:nvGrpSpPr>
          <p:grpSpPr>
            <a:xfrm>
              <a:off x="5296509" y="1498223"/>
              <a:ext cx="3052077" cy="885135"/>
              <a:chOff x="5154994" y="1332809"/>
              <a:chExt cx="3052077" cy="885135"/>
            </a:xfrm>
          </p:grpSpPr>
          <p:grpSp>
            <p:nvGrpSpPr>
              <p:cNvPr id="35" name="Group 34">
                <a:extLst>
                  <a:ext uri="{FF2B5EF4-FFF2-40B4-BE49-F238E27FC236}">
                    <a16:creationId xmlns:a16="http://schemas.microsoft.com/office/drawing/2014/main" id="{86ED70A9-F65A-7A34-4655-4D7B5DCD94FC}"/>
                  </a:ext>
                </a:extLst>
              </p:cNvPr>
              <p:cNvGrpSpPr/>
              <p:nvPr/>
            </p:nvGrpSpPr>
            <p:grpSpPr>
              <a:xfrm>
                <a:off x="6052457" y="1332809"/>
                <a:ext cx="2154614" cy="885135"/>
                <a:chOff x="8842691" y="2326881"/>
                <a:chExt cx="2363185" cy="885135"/>
              </a:xfrm>
            </p:grpSpPr>
            <p:sp>
              <p:nvSpPr>
                <p:cNvPr id="36" name="TextBox 35">
                  <a:extLst>
                    <a:ext uri="{FF2B5EF4-FFF2-40B4-BE49-F238E27FC236}">
                      <a16:creationId xmlns:a16="http://schemas.microsoft.com/office/drawing/2014/main" id="{9D81F8A7-7C07-B358-E2FF-1C4300140577}"/>
                    </a:ext>
                  </a:extLst>
                </p:cNvPr>
                <p:cNvSpPr txBox="1"/>
                <p:nvPr/>
              </p:nvSpPr>
              <p:spPr>
                <a:xfrm>
                  <a:off x="8842691" y="2700360"/>
                  <a:ext cx="2363185" cy="511656"/>
                </a:xfrm>
                <a:prstGeom prst="rect">
                  <a:avLst/>
                </a:prstGeom>
                <a:noFill/>
              </p:spPr>
              <p:txBody>
                <a:bodyPr wrap="square" lIns="0" tIns="0" rIns="0" bIns="0" rtlCol="0" anchor="t">
                  <a:noAutofit/>
                </a:bodyPr>
                <a:lstStyle/>
                <a:p>
                  <a:pPr defTabSz="990671" fontAlgn="auto">
                    <a:spcBef>
                      <a:spcPts val="0"/>
                    </a:spcBef>
                    <a:spcAft>
                      <a:spcPts val="0"/>
                    </a:spcAft>
                  </a:pPr>
                  <a:r>
                    <a:rPr lang="en-IN" sz="1138" dirty="0">
                      <a:solidFill>
                        <a:prstClr val="black">
                          <a:lumMod val="65000"/>
                          <a:lumOff val="3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37" name="TextBox 36">
                  <a:extLst>
                    <a:ext uri="{FF2B5EF4-FFF2-40B4-BE49-F238E27FC236}">
                      <a16:creationId xmlns:a16="http://schemas.microsoft.com/office/drawing/2014/main" id="{A0B85D2F-6EBB-6CA1-7B76-4089DF01537E}"/>
                    </a:ext>
                  </a:extLst>
                </p:cNvPr>
                <p:cNvSpPr txBox="1"/>
                <p:nvPr/>
              </p:nvSpPr>
              <p:spPr>
                <a:xfrm>
                  <a:off x="8842691" y="2326881"/>
                  <a:ext cx="2363185" cy="306074"/>
                </a:xfrm>
                <a:prstGeom prst="rect">
                  <a:avLst/>
                </a:prstGeom>
                <a:noFill/>
              </p:spPr>
              <p:txBody>
                <a:bodyPr wrap="square" lIns="0" tIns="0" rIns="0" bIns="0" rtlCol="0" anchor="ctr">
                  <a:noAutofit/>
                </a:bodyPr>
                <a:lstStyle/>
                <a:p>
                  <a:pPr defTabSz="990671" fontAlgn="auto">
                    <a:spcBef>
                      <a:spcPts val="0"/>
                    </a:spcBef>
                    <a:spcAft>
                      <a:spcPts val="0"/>
                    </a:spcAft>
                  </a:pPr>
                  <a:r>
                    <a:rPr lang="en-US" sz="1463" b="1" dirty="0">
                      <a:solidFill>
                        <a:prstClr val="black">
                          <a:lumMod val="85000"/>
                          <a:lumOff val="15000"/>
                        </a:prstClr>
                      </a:solidFill>
                      <a:latin typeface="Segoe UI"/>
                      <a:ea typeface="Segoe UI Black" panose="020B0A02040204020203" pitchFamily="34" charset="0"/>
                      <a:cs typeface="Segoe UI Light" panose="020B0502040204020203" pitchFamily="34" charset="0"/>
                    </a:rPr>
                    <a:t>Placeholder</a:t>
                  </a:r>
                  <a:endParaRPr lang="en-IN" sz="1463" b="1" dirty="0">
                    <a:solidFill>
                      <a:prstClr val="black">
                        <a:lumMod val="85000"/>
                        <a:lumOff val="15000"/>
                      </a:prstClr>
                    </a:solidFill>
                    <a:latin typeface="Segoe UI"/>
                    <a:cs typeface="Segoe UI Light" panose="020B0502040204020203" pitchFamily="34" charset="0"/>
                  </a:endParaRPr>
                </a:p>
              </p:txBody>
            </p:sp>
          </p:grpSp>
          <p:sp>
            <p:nvSpPr>
              <p:cNvPr id="41" name="TextBox 40">
                <a:extLst>
                  <a:ext uri="{FF2B5EF4-FFF2-40B4-BE49-F238E27FC236}">
                    <a16:creationId xmlns:a16="http://schemas.microsoft.com/office/drawing/2014/main" id="{F0F630C9-DE0A-6BD1-2A9B-815FB8ED423A}"/>
                  </a:ext>
                </a:extLst>
              </p:cNvPr>
              <p:cNvSpPr txBox="1"/>
              <p:nvPr/>
            </p:nvSpPr>
            <p:spPr>
              <a:xfrm>
                <a:off x="5154994" y="1349083"/>
                <a:ext cx="766835" cy="511656"/>
              </a:xfrm>
              <a:prstGeom prst="rect">
                <a:avLst/>
              </a:prstGeom>
              <a:noFill/>
            </p:spPr>
            <p:txBody>
              <a:bodyPr wrap="square" lIns="0" tIns="0" rIns="0" bIns="0" rtlCol="0" anchor="ctr">
                <a:noAutofit/>
              </a:bodyPr>
              <a:lstStyle/>
              <a:p>
                <a:pPr defTabSz="990671" fontAlgn="auto">
                  <a:spcBef>
                    <a:spcPts val="0"/>
                  </a:spcBef>
                  <a:spcAft>
                    <a:spcPts val="0"/>
                  </a:spcAft>
                </a:pPr>
                <a:r>
                  <a:rPr lang="en-US" sz="3901" dirty="0">
                    <a:solidFill>
                      <a:srgbClr val="535FF3"/>
                    </a:solidFill>
                    <a:latin typeface="Segoe UI"/>
                    <a:cs typeface="+mn-cs"/>
                  </a:rPr>
                  <a:t>01</a:t>
                </a:r>
                <a:endParaRPr lang="en-IN" sz="3901" dirty="0">
                  <a:solidFill>
                    <a:srgbClr val="535FF3"/>
                  </a:solidFill>
                  <a:latin typeface="Segoe UI"/>
                  <a:cs typeface="+mn-cs"/>
                </a:endParaRPr>
              </a:p>
            </p:txBody>
          </p:sp>
        </p:grpSp>
        <p:grpSp>
          <p:nvGrpSpPr>
            <p:cNvPr id="43" name="Group 42">
              <a:extLst>
                <a:ext uri="{FF2B5EF4-FFF2-40B4-BE49-F238E27FC236}">
                  <a16:creationId xmlns:a16="http://schemas.microsoft.com/office/drawing/2014/main" id="{E7F37EE8-C3BB-51E6-744A-CF0FC7D92563}"/>
                </a:ext>
              </a:extLst>
            </p:cNvPr>
            <p:cNvGrpSpPr/>
            <p:nvPr/>
          </p:nvGrpSpPr>
          <p:grpSpPr>
            <a:xfrm>
              <a:off x="7604280" y="3620937"/>
              <a:ext cx="3052077" cy="885135"/>
              <a:chOff x="5154994" y="1332809"/>
              <a:chExt cx="3052077" cy="885135"/>
            </a:xfrm>
          </p:grpSpPr>
          <p:grpSp>
            <p:nvGrpSpPr>
              <p:cNvPr id="44" name="Group 43">
                <a:extLst>
                  <a:ext uri="{FF2B5EF4-FFF2-40B4-BE49-F238E27FC236}">
                    <a16:creationId xmlns:a16="http://schemas.microsoft.com/office/drawing/2014/main" id="{9E4C36F7-9F46-D0A9-6467-634A3CF9B762}"/>
                  </a:ext>
                </a:extLst>
              </p:cNvPr>
              <p:cNvGrpSpPr/>
              <p:nvPr/>
            </p:nvGrpSpPr>
            <p:grpSpPr>
              <a:xfrm>
                <a:off x="6052457" y="1332809"/>
                <a:ext cx="2154614" cy="885135"/>
                <a:chOff x="8842691" y="2326881"/>
                <a:chExt cx="2363185" cy="885135"/>
              </a:xfrm>
            </p:grpSpPr>
            <p:sp>
              <p:nvSpPr>
                <p:cNvPr id="46" name="TextBox 45">
                  <a:extLst>
                    <a:ext uri="{FF2B5EF4-FFF2-40B4-BE49-F238E27FC236}">
                      <a16:creationId xmlns:a16="http://schemas.microsoft.com/office/drawing/2014/main" id="{82F3C09D-DD2E-8282-EE50-8ECFAF3C940A}"/>
                    </a:ext>
                  </a:extLst>
                </p:cNvPr>
                <p:cNvSpPr txBox="1"/>
                <p:nvPr/>
              </p:nvSpPr>
              <p:spPr>
                <a:xfrm>
                  <a:off x="8842691" y="2700360"/>
                  <a:ext cx="2363185" cy="511656"/>
                </a:xfrm>
                <a:prstGeom prst="rect">
                  <a:avLst/>
                </a:prstGeom>
                <a:noFill/>
              </p:spPr>
              <p:txBody>
                <a:bodyPr wrap="square" lIns="0" tIns="0" rIns="0" bIns="0" rtlCol="0" anchor="t">
                  <a:noAutofit/>
                </a:bodyPr>
                <a:lstStyle/>
                <a:p>
                  <a:pPr defTabSz="990671" fontAlgn="auto">
                    <a:spcBef>
                      <a:spcPts val="0"/>
                    </a:spcBef>
                    <a:spcAft>
                      <a:spcPts val="0"/>
                    </a:spcAft>
                  </a:pPr>
                  <a:r>
                    <a:rPr lang="en-IN" sz="1138" dirty="0">
                      <a:solidFill>
                        <a:prstClr val="black">
                          <a:lumMod val="65000"/>
                          <a:lumOff val="3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47" name="TextBox 46">
                  <a:extLst>
                    <a:ext uri="{FF2B5EF4-FFF2-40B4-BE49-F238E27FC236}">
                      <a16:creationId xmlns:a16="http://schemas.microsoft.com/office/drawing/2014/main" id="{8F862527-68D1-01CE-A9FF-F026658F5F0B}"/>
                    </a:ext>
                  </a:extLst>
                </p:cNvPr>
                <p:cNvSpPr txBox="1"/>
                <p:nvPr/>
              </p:nvSpPr>
              <p:spPr>
                <a:xfrm>
                  <a:off x="8842691" y="2326881"/>
                  <a:ext cx="2363185" cy="306074"/>
                </a:xfrm>
                <a:prstGeom prst="rect">
                  <a:avLst/>
                </a:prstGeom>
                <a:noFill/>
              </p:spPr>
              <p:txBody>
                <a:bodyPr wrap="square" lIns="0" tIns="0" rIns="0" bIns="0" rtlCol="0" anchor="ctr">
                  <a:noAutofit/>
                </a:bodyPr>
                <a:lstStyle/>
                <a:p>
                  <a:pPr defTabSz="990671" fontAlgn="auto">
                    <a:spcBef>
                      <a:spcPts val="0"/>
                    </a:spcBef>
                    <a:spcAft>
                      <a:spcPts val="0"/>
                    </a:spcAft>
                  </a:pPr>
                  <a:r>
                    <a:rPr lang="en-US" sz="1463" b="1" dirty="0">
                      <a:solidFill>
                        <a:prstClr val="black">
                          <a:lumMod val="85000"/>
                          <a:lumOff val="15000"/>
                        </a:prstClr>
                      </a:solidFill>
                      <a:latin typeface="Segoe UI"/>
                      <a:ea typeface="Segoe UI Black" panose="020B0A02040204020203" pitchFamily="34" charset="0"/>
                      <a:cs typeface="Segoe UI Light" panose="020B0502040204020203" pitchFamily="34" charset="0"/>
                    </a:rPr>
                    <a:t>Placeholder</a:t>
                  </a:r>
                  <a:endParaRPr lang="en-IN" sz="1463" b="1" dirty="0">
                    <a:solidFill>
                      <a:prstClr val="black">
                        <a:lumMod val="85000"/>
                        <a:lumOff val="15000"/>
                      </a:prstClr>
                    </a:solidFill>
                    <a:latin typeface="Segoe UI"/>
                    <a:cs typeface="Segoe UI Light" panose="020B0502040204020203" pitchFamily="34" charset="0"/>
                  </a:endParaRPr>
                </a:p>
              </p:txBody>
            </p:sp>
          </p:grpSp>
          <p:sp>
            <p:nvSpPr>
              <p:cNvPr id="45" name="TextBox 44">
                <a:extLst>
                  <a:ext uri="{FF2B5EF4-FFF2-40B4-BE49-F238E27FC236}">
                    <a16:creationId xmlns:a16="http://schemas.microsoft.com/office/drawing/2014/main" id="{232007B0-E252-76BC-05C7-F5BC4AA96559}"/>
                  </a:ext>
                </a:extLst>
              </p:cNvPr>
              <p:cNvSpPr txBox="1"/>
              <p:nvPr/>
            </p:nvSpPr>
            <p:spPr>
              <a:xfrm>
                <a:off x="5154994" y="1349083"/>
                <a:ext cx="766835" cy="511656"/>
              </a:xfrm>
              <a:prstGeom prst="rect">
                <a:avLst/>
              </a:prstGeom>
              <a:noFill/>
            </p:spPr>
            <p:txBody>
              <a:bodyPr wrap="square" lIns="0" tIns="0" rIns="0" bIns="0" rtlCol="0" anchor="ctr">
                <a:noAutofit/>
              </a:bodyPr>
              <a:lstStyle/>
              <a:p>
                <a:pPr defTabSz="990671" fontAlgn="auto">
                  <a:spcBef>
                    <a:spcPts val="0"/>
                  </a:spcBef>
                  <a:spcAft>
                    <a:spcPts val="0"/>
                  </a:spcAft>
                </a:pPr>
                <a:r>
                  <a:rPr lang="en-US" sz="3901" dirty="0">
                    <a:solidFill>
                      <a:srgbClr val="535FF3"/>
                    </a:solidFill>
                    <a:latin typeface="Segoe UI"/>
                    <a:cs typeface="+mn-cs"/>
                  </a:rPr>
                  <a:t>02</a:t>
                </a:r>
                <a:endParaRPr lang="en-IN" sz="3901" dirty="0">
                  <a:solidFill>
                    <a:srgbClr val="535FF3"/>
                  </a:solidFill>
                  <a:latin typeface="Segoe UI"/>
                  <a:cs typeface="+mn-cs"/>
                </a:endParaRPr>
              </a:p>
            </p:txBody>
          </p:sp>
        </p:grpSp>
        <p:grpSp>
          <p:nvGrpSpPr>
            <p:cNvPr id="48" name="Group 47">
              <a:extLst>
                <a:ext uri="{FF2B5EF4-FFF2-40B4-BE49-F238E27FC236}">
                  <a16:creationId xmlns:a16="http://schemas.microsoft.com/office/drawing/2014/main" id="{13A7A781-DF1B-5B1C-7763-7AC6D367173D}"/>
                </a:ext>
              </a:extLst>
            </p:cNvPr>
            <p:cNvGrpSpPr/>
            <p:nvPr/>
          </p:nvGrpSpPr>
          <p:grpSpPr>
            <a:xfrm>
              <a:off x="1589315" y="4200567"/>
              <a:ext cx="2154614" cy="1579133"/>
              <a:chOff x="6052457" y="638811"/>
              <a:chExt cx="2154614" cy="1579133"/>
            </a:xfrm>
          </p:grpSpPr>
          <p:grpSp>
            <p:nvGrpSpPr>
              <p:cNvPr id="49" name="Group 48">
                <a:extLst>
                  <a:ext uri="{FF2B5EF4-FFF2-40B4-BE49-F238E27FC236}">
                    <a16:creationId xmlns:a16="http://schemas.microsoft.com/office/drawing/2014/main" id="{41620A31-D445-FB5A-E1DC-1D5E0E9E5F4C}"/>
                  </a:ext>
                </a:extLst>
              </p:cNvPr>
              <p:cNvGrpSpPr/>
              <p:nvPr/>
            </p:nvGrpSpPr>
            <p:grpSpPr>
              <a:xfrm>
                <a:off x="6052457" y="1332809"/>
                <a:ext cx="2154614" cy="885135"/>
                <a:chOff x="8842691" y="2326881"/>
                <a:chExt cx="2363185" cy="885135"/>
              </a:xfrm>
            </p:grpSpPr>
            <p:sp>
              <p:nvSpPr>
                <p:cNvPr id="51" name="TextBox 50">
                  <a:extLst>
                    <a:ext uri="{FF2B5EF4-FFF2-40B4-BE49-F238E27FC236}">
                      <a16:creationId xmlns:a16="http://schemas.microsoft.com/office/drawing/2014/main" id="{7B193D5A-712B-47BE-3DBF-6DA39796B8E5}"/>
                    </a:ext>
                  </a:extLst>
                </p:cNvPr>
                <p:cNvSpPr txBox="1"/>
                <p:nvPr/>
              </p:nvSpPr>
              <p:spPr>
                <a:xfrm>
                  <a:off x="8842691" y="2700360"/>
                  <a:ext cx="2363185" cy="511656"/>
                </a:xfrm>
                <a:prstGeom prst="rect">
                  <a:avLst/>
                </a:prstGeom>
                <a:noFill/>
              </p:spPr>
              <p:txBody>
                <a:bodyPr wrap="square" lIns="0" tIns="0" rIns="0" bIns="0" rtlCol="0" anchor="t">
                  <a:noAutofit/>
                </a:bodyPr>
                <a:lstStyle/>
                <a:p>
                  <a:pPr algn="r" defTabSz="990671" fontAlgn="auto">
                    <a:spcBef>
                      <a:spcPts val="0"/>
                    </a:spcBef>
                    <a:spcAft>
                      <a:spcPts val="0"/>
                    </a:spcAft>
                  </a:pPr>
                  <a:r>
                    <a:rPr lang="en-IN" sz="1138" dirty="0">
                      <a:solidFill>
                        <a:prstClr val="black">
                          <a:lumMod val="65000"/>
                          <a:lumOff val="35000"/>
                        </a:prstClr>
                      </a:solidFill>
                      <a:latin typeface="Segoe UI"/>
                      <a:ea typeface="Open Sans" panose="020B0606030504020204" pitchFamily="34" charset="0"/>
                      <a:cs typeface="Open Sans" panose="020B0606030504020204" pitchFamily="34" charset="0"/>
                    </a:rPr>
                    <a:t>This is a sample text. Insert your desired text here. </a:t>
                  </a:r>
                </a:p>
              </p:txBody>
            </p:sp>
            <p:sp>
              <p:nvSpPr>
                <p:cNvPr id="52" name="TextBox 51">
                  <a:extLst>
                    <a:ext uri="{FF2B5EF4-FFF2-40B4-BE49-F238E27FC236}">
                      <a16:creationId xmlns:a16="http://schemas.microsoft.com/office/drawing/2014/main" id="{387A4DD9-6EA8-4F1F-C417-E71936FFED67}"/>
                    </a:ext>
                  </a:extLst>
                </p:cNvPr>
                <p:cNvSpPr txBox="1"/>
                <p:nvPr/>
              </p:nvSpPr>
              <p:spPr>
                <a:xfrm>
                  <a:off x="8842691" y="2326881"/>
                  <a:ext cx="2363185" cy="306074"/>
                </a:xfrm>
                <a:prstGeom prst="rect">
                  <a:avLst/>
                </a:prstGeom>
                <a:noFill/>
              </p:spPr>
              <p:txBody>
                <a:bodyPr wrap="square" lIns="0" tIns="0" rIns="0" bIns="0" rtlCol="0" anchor="ctr">
                  <a:noAutofit/>
                </a:bodyPr>
                <a:lstStyle/>
                <a:p>
                  <a:pPr algn="r" defTabSz="990671" fontAlgn="auto">
                    <a:spcBef>
                      <a:spcPts val="0"/>
                    </a:spcBef>
                    <a:spcAft>
                      <a:spcPts val="0"/>
                    </a:spcAft>
                  </a:pPr>
                  <a:r>
                    <a:rPr lang="en-US" sz="1463" b="1" dirty="0">
                      <a:solidFill>
                        <a:prstClr val="black">
                          <a:lumMod val="85000"/>
                          <a:lumOff val="15000"/>
                        </a:prstClr>
                      </a:solidFill>
                      <a:latin typeface="Segoe UI"/>
                      <a:ea typeface="Segoe UI Black" panose="020B0A02040204020203" pitchFamily="34" charset="0"/>
                      <a:cs typeface="Segoe UI Light" panose="020B0502040204020203" pitchFamily="34" charset="0"/>
                    </a:rPr>
                    <a:t>Placeholder</a:t>
                  </a:r>
                  <a:endParaRPr lang="en-IN" sz="1463" b="1" dirty="0">
                    <a:solidFill>
                      <a:prstClr val="black">
                        <a:lumMod val="85000"/>
                        <a:lumOff val="15000"/>
                      </a:prstClr>
                    </a:solidFill>
                    <a:latin typeface="Segoe UI"/>
                    <a:cs typeface="Segoe UI Light" panose="020B0502040204020203" pitchFamily="34" charset="0"/>
                  </a:endParaRPr>
                </a:p>
              </p:txBody>
            </p:sp>
          </p:grpSp>
          <p:sp>
            <p:nvSpPr>
              <p:cNvPr id="50" name="TextBox 49">
                <a:extLst>
                  <a:ext uri="{FF2B5EF4-FFF2-40B4-BE49-F238E27FC236}">
                    <a16:creationId xmlns:a16="http://schemas.microsoft.com/office/drawing/2014/main" id="{1A438331-2E5A-5A83-0CE1-E3F150A10326}"/>
                  </a:ext>
                </a:extLst>
              </p:cNvPr>
              <p:cNvSpPr txBox="1"/>
              <p:nvPr/>
            </p:nvSpPr>
            <p:spPr>
              <a:xfrm>
                <a:off x="7440236" y="638811"/>
                <a:ext cx="766835" cy="511656"/>
              </a:xfrm>
              <a:prstGeom prst="rect">
                <a:avLst/>
              </a:prstGeom>
              <a:noFill/>
            </p:spPr>
            <p:txBody>
              <a:bodyPr wrap="square" lIns="0" tIns="0" rIns="0" bIns="0" rtlCol="0" anchor="ctr">
                <a:noAutofit/>
              </a:bodyPr>
              <a:lstStyle/>
              <a:p>
                <a:pPr defTabSz="990671" fontAlgn="auto">
                  <a:spcBef>
                    <a:spcPts val="0"/>
                  </a:spcBef>
                  <a:spcAft>
                    <a:spcPts val="0"/>
                  </a:spcAft>
                </a:pPr>
                <a:r>
                  <a:rPr lang="en-US" sz="3901" dirty="0">
                    <a:solidFill>
                      <a:srgbClr val="535FF3"/>
                    </a:solidFill>
                    <a:latin typeface="Segoe UI"/>
                    <a:cs typeface="+mn-cs"/>
                  </a:rPr>
                  <a:t>03</a:t>
                </a:r>
                <a:endParaRPr lang="en-IN" sz="3901" dirty="0">
                  <a:solidFill>
                    <a:srgbClr val="535FF3"/>
                  </a:solidFill>
                  <a:latin typeface="Segoe UI"/>
                  <a:cs typeface="+mn-cs"/>
                </a:endParaRPr>
              </a:p>
            </p:txBody>
          </p:sp>
        </p:grpSp>
      </p:grpSp>
    </p:spTree>
    <p:extLst>
      <p:ext uri="{BB962C8B-B14F-4D97-AF65-F5344CB8AC3E}">
        <p14:creationId xmlns:p14="http://schemas.microsoft.com/office/powerpoint/2010/main" val="290346251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Rounded Corners 22">
            <a:extLst>
              <a:ext uri="{FF2B5EF4-FFF2-40B4-BE49-F238E27FC236}">
                <a16:creationId xmlns:a16="http://schemas.microsoft.com/office/drawing/2014/main" id="{ED354D46-4F4E-A403-DE63-07B3C88BBBB3}"/>
              </a:ext>
            </a:extLst>
          </p:cNvPr>
          <p:cNvSpPr/>
          <p:nvPr/>
        </p:nvSpPr>
        <p:spPr>
          <a:xfrm>
            <a:off x="2297699" y="1673348"/>
            <a:ext cx="1705804" cy="4074879"/>
          </a:xfrm>
          <a:prstGeom prst="roundRect">
            <a:avLst>
              <a:gd name="adj" fmla="val 3944"/>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2" name="Title 1">
            <a:extLst>
              <a:ext uri="{FF2B5EF4-FFF2-40B4-BE49-F238E27FC236}">
                <a16:creationId xmlns:a16="http://schemas.microsoft.com/office/drawing/2014/main" id="{F2A506DB-24EF-6A35-A26D-66CCD3AD6516}"/>
              </a:ext>
            </a:extLst>
          </p:cNvPr>
          <p:cNvSpPr>
            <a:spLocks noGrp="1"/>
          </p:cNvSpPr>
          <p:nvPr>
            <p:ph type="title"/>
          </p:nvPr>
        </p:nvSpPr>
        <p:spPr>
          <a:xfrm>
            <a:off x="495301" y="865414"/>
            <a:ext cx="8915400" cy="577904"/>
          </a:xfrm>
        </p:spPr>
        <p:txBody>
          <a:bodyPr/>
          <a:lstStyle/>
          <a:p>
            <a:r>
              <a:rPr lang="en-US" dirty="0">
                <a:solidFill>
                  <a:schemeClr val="tx1">
                    <a:lumMod val="85000"/>
                    <a:lumOff val="15000"/>
                  </a:schemeClr>
                </a:solidFill>
              </a:rPr>
              <a:t>Simple Affinity Diagram PowerPoint Template</a:t>
            </a:r>
            <a:endParaRPr lang="en-IN" dirty="0">
              <a:solidFill>
                <a:schemeClr val="tx1">
                  <a:lumMod val="85000"/>
                  <a:lumOff val="15000"/>
                </a:schemeClr>
              </a:solidFill>
            </a:endParaRPr>
          </a:p>
        </p:txBody>
      </p:sp>
      <p:sp>
        <p:nvSpPr>
          <p:cNvPr id="5" name="Rectangle: Rounded Corners 4">
            <a:extLst>
              <a:ext uri="{FF2B5EF4-FFF2-40B4-BE49-F238E27FC236}">
                <a16:creationId xmlns:a16="http://schemas.microsoft.com/office/drawing/2014/main" id="{33A24528-A65F-C036-757E-6940BA6F7887}"/>
              </a:ext>
            </a:extLst>
          </p:cNvPr>
          <p:cNvSpPr/>
          <p:nvPr/>
        </p:nvSpPr>
        <p:spPr>
          <a:xfrm>
            <a:off x="495300" y="1673348"/>
            <a:ext cx="1705804" cy="4074879"/>
          </a:xfrm>
          <a:prstGeom prst="roundRect">
            <a:avLst>
              <a:gd name="adj" fmla="val 394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6" name="Rectangle: Rounded Corners 5">
            <a:extLst>
              <a:ext uri="{FF2B5EF4-FFF2-40B4-BE49-F238E27FC236}">
                <a16:creationId xmlns:a16="http://schemas.microsoft.com/office/drawing/2014/main" id="{EB673113-E806-84A6-CCF3-9CEB7259FB64}"/>
              </a:ext>
            </a:extLst>
          </p:cNvPr>
          <p:cNvSpPr/>
          <p:nvPr/>
        </p:nvSpPr>
        <p:spPr>
          <a:xfrm>
            <a:off x="495300" y="1498443"/>
            <a:ext cx="1705804" cy="435423"/>
          </a:xfrm>
          <a:prstGeom prst="roundRect">
            <a:avLst>
              <a:gd name="adj" fmla="val 14081"/>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24" name="Rectangle: Rounded Corners 23">
            <a:extLst>
              <a:ext uri="{FF2B5EF4-FFF2-40B4-BE49-F238E27FC236}">
                <a16:creationId xmlns:a16="http://schemas.microsoft.com/office/drawing/2014/main" id="{62EDA56E-15DE-D7C8-B640-1E74CACFEA6C}"/>
              </a:ext>
            </a:extLst>
          </p:cNvPr>
          <p:cNvSpPr/>
          <p:nvPr/>
        </p:nvSpPr>
        <p:spPr>
          <a:xfrm>
            <a:off x="2297699" y="1498443"/>
            <a:ext cx="1705804" cy="435423"/>
          </a:xfrm>
          <a:prstGeom prst="roundRect">
            <a:avLst>
              <a:gd name="adj" fmla="val 14081"/>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25" name="Rectangle: Rounded Corners 24">
            <a:extLst>
              <a:ext uri="{FF2B5EF4-FFF2-40B4-BE49-F238E27FC236}">
                <a16:creationId xmlns:a16="http://schemas.microsoft.com/office/drawing/2014/main" id="{C5478E80-2846-5800-16A4-9F9084D36CED}"/>
              </a:ext>
            </a:extLst>
          </p:cNvPr>
          <p:cNvSpPr/>
          <p:nvPr/>
        </p:nvSpPr>
        <p:spPr>
          <a:xfrm>
            <a:off x="4100099" y="1673348"/>
            <a:ext cx="1705804" cy="4074879"/>
          </a:xfrm>
          <a:prstGeom prst="roundRect">
            <a:avLst>
              <a:gd name="adj" fmla="val 3944"/>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26" name="Rectangle: Rounded Corners 25">
            <a:extLst>
              <a:ext uri="{FF2B5EF4-FFF2-40B4-BE49-F238E27FC236}">
                <a16:creationId xmlns:a16="http://schemas.microsoft.com/office/drawing/2014/main" id="{4696F525-7794-84CA-A5C8-C4C872965EC0}"/>
              </a:ext>
            </a:extLst>
          </p:cNvPr>
          <p:cNvSpPr/>
          <p:nvPr/>
        </p:nvSpPr>
        <p:spPr>
          <a:xfrm>
            <a:off x="4100099" y="1498443"/>
            <a:ext cx="1705804" cy="435423"/>
          </a:xfrm>
          <a:prstGeom prst="roundRect">
            <a:avLst>
              <a:gd name="adj" fmla="val 14081"/>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27" name="Rectangle: Rounded Corners 26">
            <a:extLst>
              <a:ext uri="{FF2B5EF4-FFF2-40B4-BE49-F238E27FC236}">
                <a16:creationId xmlns:a16="http://schemas.microsoft.com/office/drawing/2014/main" id="{6130ED70-DB89-2DDD-FE63-735A1CEF7B92}"/>
              </a:ext>
            </a:extLst>
          </p:cNvPr>
          <p:cNvSpPr/>
          <p:nvPr/>
        </p:nvSpPr>
        <p:spPr>
          <a:xfrm>
            <a:off x="5902498" y="1673348"/>
            <a:ext cx="1705804" cy="4074879"/>
          </a:xfrm>
          <a:prstGeom prst="roundRect">
            <a:avLst>
              <a:gd name="adj" fmla="val 3944"/>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28" name="Rectangle: Rounded Corners 27">
            <a:extLst>
              <a:ext uri="{FF2B5EF4-FFF2-40B4-BE49-F238E27FC236}">
                <a16:creationId xmlns:a16="http://schemas.microsoft.com/office/drawing/2014/main" id="{462B15DF-D53F-6404-55EF-CD84F3069910}"/>
              </a:ext>
            </a:extLst>
          </p:cNvPr>
          <p:cNvSpPr/>
          <p:nvPr/>
        </p:nvSpPr>
        <p:spPr>
          <a:xfrm>
            <a:off x="5902498" y="1498443"/>
            <a:ext cx="1705804" cy="435423"/>
          </a:xfrm>
          <a:prstGeom prst="roundRect">
            <a:avLst>
              <a:gd name="adj" fmla="val 14081"/>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34" name="Rectangle: Rounded Corners 33">
            <a:extLst>
              <a:ext uri="{FF2B5EF4-FFF2-40B4-BE49-F238E27FC236}">
                <a16:creationId xmlns:a16="http://schemas.microsoft.com/office/drawing/2014/main" id="{FF66837A-09E8-24D5-92B4-552E60BDC502}"/>
              </a:ext>
            </a:extLst>
          </p:cNvPr>
          <p:cNvSpPr/>
          <p:nvPr/>
        </p:nvSpPr>
        <p:spPr>
          <a:xfrm>
            <a:off x="7704897" y="1673348"/>
            <a:ext cx="1705804" cy="4074879"/>
          </a:xfrm>
          <a:prstGeom prst="roundRect">
            <a:avLst>
              <a:gd name="adj" fmla="val 3944"/>
            </a:avLst>
          </a:prstGeom>
          <a:solidFill>
            <a:schemeClr val="accent5">
              <a:lumMod val="20000"/>
              <a:lumOff val="8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35" name="Rectangle: Rounded Corners 34">
            <a:extLst>
              <a:ext uri="{FF2B5EF4-FFF2-40B4-BE49-F238E27FC236}">
                <a16:creationId xmlns:a16="http://schemas.microsoft.com/office/drawing/2014/main" id="{D6A47A53-638A-9B33-BF40-7DD375A5D567}"/>
              </a:ext>
            </a:extLst>
          </p:cNvPr>
          <p:cNvSpPr/>
          <p:nvPr/>
        </p:nvSpPr>
        <p:spPr>
          <a:xfrm>
            <a:off x="7704897" y="1498443"/>
            <a:ext cx="1705804" cy="435423"/>
          </a:xfrm>
          <a:prstGeom prst="roundRect">
            <a:avLst>
              <a:gd name="adj" fmla="val 14081"/>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41" name="TextBox 40">
            <a:extLst>
              <a:ext uri="{FF2B5EF4-FFF2-40B4-BE49-F238E27FC236}">
                <a16:creationId xmlns:a16="http://schemas.microsoft.com/office/drawing/2014/main" id="{5B52E631-8F88-25A1-0AB2-D8E1AF9D68EB}"/>
              </a:ext>
            </a:extLst>
          </p:cNvPr>
          <p:cNvSpPr txBox="1"/>
          <p:nvPr/>
        </p:nvSpPr>
        <p:spPr>
          <a:xfrm>
            <a:off x="629481" y="1587368"/>
            <a:ext cx="1409050" cy="257573"/>
          </a:xfrm>
          <a:prstGeom prst="rect">
            <a:avLst/>
          </a:prstGeom>
          <a:noFill/>
        </p:spPr>
        <p:txBody>
          <a:bodyPr wrap="square" lIns="0" tIns="0" rIns="0" bIns="0" rtlCol="0" anchor="ctr">
            <a:noAutofit/>
          </a:bodyPr>
          <a:lstStyle/>
          <a:p>
            <a:pPr defTabSz="990671" fontAlgn="auto">
              <a:spcBef>
                <a:spcPts val="0"/>
              </a:spcBef>
              <a:spcAft>
                <a:spcPts val="0"/>
              </a:spcAft>
            </a:pPr>
            <a:r>
              <a:rPr lang="en-US" sz="1138" b="1" dirty="0">
                <a:solidFill>
                  <a:srgbClr val="FEB030">
                    <a:lumMod val="50000"/>
                  </a:srgbClr>
                </a:solidFill>
                <a:latin typeface="Segoe UI"/>
                <a:cs typeface="+mn-cs"/>
              </a:rPr>
              <a:t>Edit Category Text</a:t>
            </a:r>
            <a:endParaRPr lang="en-IN" sz="1138" b="1" dirty="0">
              <a:solidFill>
                <a:srgbClr val="FEB030">
                  <a:lumMod val="50000"/>
                </a:srgbClr>
              </a:solidFill>
              <a:latin typeface="Segoe UI"/>
              <a:cs typeface="+mn-cs"/>
            </a:endParaRPr>
          </a:p>
        </p:txBody>
      </p:sp>
      <p:sp>
        <p:nvSpPr>
          <p:cNvPr id="42" name="TextBox 41">
            <a:extLst>
              <a:ext uri="{FF2B5EF4-FFF2-40B4-BE49-F238E27FC236}">
                <a16:creationId xmlns:a16="http://schemas.microsoft.com/office/drawing/2014/main" id="{500BD9B6-8177-713C-A4CD-0001039129B4}"/>
              </a:ext>
            </a:extLst>
          </p:cNvPr>
          <p:cNvSpPr txBox="1"/>
          <p:nvPr/>
        </p:nvSpPr>
        <p:spPr>
          <a:xfrm>
            <a:off x="2446076" y="1587368"/>
            <a:ext cx="1409050" cy="257573"/>
          </a:xfrm>
          <a:prstGeom prst="rect">
            <a:avLst/>
          </a:prstGeom>
          <a:noFill/>
        </p:spPr>
        <p:txBody>
          <a:bodyPr wrap="square" lIns="0" tIns="0" rIns="0" bIns="0" rtlCol="0" anchor="ctr">
            <a:noAutofit/>
          </a:bodyPr>
          <a:lstStyle/>
          <a:p>
            <a:pPr defTabSz="990671" fontAlgn="auto">
              <a:spcBef>
                <a:spcPts val="0"/>
              </a:spcBef>
              <a:spcAft>
                <a:spcPts val="0"/>
              </a:spcAft>
            </a:pPr>
            <a:r>
              <a:rPr lang="en-US" sz="1138" b="1" dirty="0">
                <a:solidFill>
                  <a:srgbClr val="FD6467">
                    <a:lumMod val="20000"/>
                    <a:lumOff val="80000"/>
                  </a:srgbClr>
                </a:solidFill>
                <a:latin typeface="Segoe UI"/>
                <a:cs typeface="+mn-cs"/>
              </a:rPr>
              <a:t>Edit Category Text</a:t>
            </a:r>
            <a:endParaRPr lang="en-IN" sz="1138" b="1" dirty="0">
              <a:solidFill>
                <a:srgbClr val="FD6467">
                  <a:lumMod val="20000"/>
                  <a:lumOff val="80000"/>
                </a:srgbClr>
              </a:solidFill>
              <a:latin typeface="Segoe UI"/>
              <a:cs typeface="+mn-cs"/>
            </a:endParaRPr>
          </a:p>
        </p:txBody>
      </p:sp>
      <p:sp>
        <p:nvSpPr>
          <p:cNvPr id="43" name="TextBox 42">
            <a:extLst>
              <a:ext uri="{FF2B5EF4-FFF2-40B4-BE49-F238E27FC236}">
                <a16:creationId xmlns:a16="http://schemas.microsoft.com/office/drawing/2014/main" id="{77264968-DD82-715D-AACE-D82BF7917671}"/>
              </a:ext>
            </a:extLst>
          </p:cNvPr>
          <p:cNvSpPr txBox="1"/>
          <p:nvPr/>
        </p:nvSpPr>
        <p:spPr>
          <a:xfrm>
            <a:off x="4238363" y="1587368"/>
            <a:ext cx="1409050" cy="257573"/>
          </a:xfrm>
          <a:prstGeom prst="rect">
            <a:avLst/>
          </a:prstGeom>
          <a:noFill/>
        </p:spPr>
        <p:txBody>
          <a:bodyPr wrap="square" lIns="0" tIns="0" rIns="0" bIns="0" rtlCol="0" anchor="ctr">
            <a:noAutofit/>
          </a:bodyPr>
          <a:lstStyle/>
          <a:p>
            <a:pPr defTabSz="990671" fontAlgn="auto">
              <a:spcBef>
                <a:spcPts val="0"/>
              </a:spcBef>
              <a:spcAft>
                <a:spcPts val="0"/>
              </a:spcAft>
            </a:pPr>
            <a:r>
              <a:rPr lang="en-US" sz="1138" b="1" dirty="0">
                <a:solidFill>
                  <a:srgbClr val="153153">
                    <a:lumMod val="20000"/>
                    <a:lumOff val="80000"/>
                  </a:srgbClr>
                </a:solidFill>
                <a:latin typeface="Segoe UI"/>
                <a:cs typeface="+mn-cs"/>
              </a:rPr>
              <a:t>Edit Category Text</a:t>
            </a:r>
            <a:endParaRPr lang="en-IN" sz="1138" b="1" dirty="0">
              <a:solidFill>
                <a:srgbClr val="153153">
                  <a:lumMod val="20000"/>
                  <a:lumOff val="80000"/>
                </a:srgbClr>
              </a:solidFill>
              <a:latin typeface="Segoe UI"/>
              <a:cs typeface="+mn-cs"/>
            </a:endParaRPr>
          </a:p>
        </p:txBody>
      </p:sp>
      <p:sp>
        <p:nvSpPr>
          <p:cNvPr id="44" name="TextBox 43">
            <a:extLst>
              <a:ext uri="{FF2B5EF4-FFF2-40B4-BE49-F238E27FC236}">
                <a16:creationId xmlns:a16="http://schemas.microsoft.com/office/drawing/2014/main" id="{4727A2B3-B499-F7A6-96CA-18F7FB5B6189}"/>
              </a:ext>
            </a:extLst>
          </p:cNvPr>
          <p:cNvSpPr txBox="1"/>
          <p:nvPr/>
        </p:nvSpPr>
        <p:spPr>
          <a:xfrm>
            <a:off x="6039923" y="1587368"/>
            <a:ext cx="1409050" cy="257573"/>
          </a:xfrm>
          <a:prstGeom prst="rect">
            <a:avLst/>
          </a:prstGeom>
          <a:noFill/>
        </p:spPr>
        <p:txBody>
          <a:bodyPr wrap="square" lIns="0" tIns="0" rIns="0" bIns="0" rtlCol="0" anchor="ctr">
            <a:noAutofit/>
          </a:bodyPr>
          <a:lstStyle/>
          <a:p>
            <a:pPr defTabSz="990671" fontAlgn="auto">
              <a:spcBef>
                <a:spcPts val="0"/>
              </a:spcBef>
              <a:spcAft>
                <a:spcPts val="0"/>
              </a:spcAft>
            </a:pPr>
            <a:r>
              <a:rPr lang="en-US" sz="1138" b="1" dirty="0">
                <a:solidFill>
                  <a:srgbClr val="47C46E">
                    <a:lumMod val="20000"/>
                    <a:lumOff val="80000"/>
                  </a:srgbClr>
                </a:solidFill>
                <a:latin typeface="Segoe UI"/>
                <a:cs typeface="+mn-cs"/>
              </a:rPr>
              <a:t>Edit Category Text</a:t>
            </a:r>
            <a:endParaRPr lang="en-IN" sz="1138" b="1" dirty="0">
              <a:solidFill>
                <a:srgbClr val="47C46E">
                  <a:lumMod val="20000"/>
                  <a:lumOff val="80000"/>
                </a:srgbClr>
              </a:solidFill>
              <a:latin typeface="Segoe UI"/>
              <a:cs typeface="+mn-cs"/>
            </a:endParaRPr>
          </a:p>
        </p:txBody>
      </p:sp>
      <p:sp>
        <p:nvSpPr>
          <p:cNvPr id="45" name="TextBox 44">
            <a:extLst>
              <a:ext uri="{FF2B5EF4-FFF2-40B4-BE49-F238E27FC236}">
                <a16:creationId xmlns:a16="http://schemas.microsoft.com/office/drawing/2014/main" id="{481C75EC-D1DA-D8BE-0A46-3D5642A3B4A8}"/>
              </a:ext>
            </a:extLst>
          </p:cNvPr>
          <p:cNvSpPr txBox="1"/>
          <p:nvPr/>
        </p:nvSpPr>
        <p:spPr>
          <a:xfrm>
            <a:off x="7852743" y="1587368"/>
            <a:ext cx="1409050" cy="257573"/>
          </a:xfrm>
          <a:prstGeom prst="rect">
            <a:avLst/>
          </a:prstGeom>
          <a:noFill/>
        </p:spPr>
        <p:txBody>
          <a:bodyPr wrap="square" lIns="0" tIns="0" rIns="0" bIns="0" rtlCol="0" anchor="ctr">
            <a:noAutofit/>
          </a:bodyPr>
          <a:lstStyle/>
          <a:p>
            <a:pPr defTabSz="990671" fontAlgn="auto">
              <a:spcBef>
                <a:spcPts val="0"/>
              </a:spcBef>
              <a:spcAft>
                <a:spcPts val="0"/>
              </a:spcAft>
            </a:pPr>
            <a:r>
              <a:rPr lang="en-US" sz="1138" b="1" dirty="0">
                <a:solidFill>
                  <a:srgbClr val="5420C0">
                    <a:lumMod val="20000"/>
                    <a:lumOff val="80000"/>
                  </a:srgbClr>
                </a:solidFill>
                <a:latin typeface="Segoe UI"/>
                <a:cs typeface="+mn-cs"/>
              </a:rPr>
              <a:t>Edit Category Text</a:t>
            </a:r>
            <a:endParaRPr lang="en-IN" sz="1138" b="1" dirty="0">
              <a:solidFill>
                <a:srgbClr val="5420C0">
                  <a:lumMod val="20000"/>
                  <a:lumOff val="80000"/>
                </a:srgbClr>
              </a:solidFill>
              <a:latin typeface="Segoe UI"/>
              <a:cs typeface="+mn-cs"/>
            </a:endParaRPr>
          </a:p>
        </p:txBody>
      </p:sp>
      <p:grpSp>
        <p:nvGrpSpPr>
          <p:cNvPr id="48" name="Group 47">
            <a:extLst>
              <a:ext uri="{FF2B5EF4-FFF2-40B4-BE49-F238E27FC236}">
                <a16:creationId xmlns:a16="http://schemas.microsoft.com/office/drawing/2014/main" id="{624B8D32-E923-1E98-2CE2-4403F9C7D52D}"/>
              </a:ext>
            </a:extLst>
          </p:cNvPr>
          <p:cNvGrpSpPr/>
          <p:nvPr/>
        </p:nvGrpSpPr>
        <p:grpSpPr>
          <a:xfrm>
            <a:off x="837303" y="2103808"/>
            <a:ext cx="1021798" cy="814866"/>
            <a:chOff x="960490" y="1994301"/>
            <a:chExt cx="1257270" cy="1002651"/>
          </a:xfrm>
        </p:grpSpPr>
        <p:sp>
          <p:nvSpPr>
            <p:cNvPr id="47" name="Rectangle 46">
              <a:extLst>
                <a:ext uri="{FF2B5EF4-FFF2-40B4-BE49-F238E27FC236}">
                  <a16:creationId xmlns:a16="http://schemas.microsoft.com/office/drawing/2014/main" id="{12074587-7B37-3CCC-4D29-616E829E3178}"/>
                </a:ext>
              </a:extLst>
            </p:cNvPr>
            <p:cNvSpPr/>
            <p:nvPr/>
          </p:nvSpPr>
          <p:spPr>
            <a:xfrm>
              <a:off x="960490" y="1994301"/>
              <a:ext cx="1257270" cy="100265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46" name="TextBox 45">
              <a:extLst>
                <a:ext uri="{FF2B5EF4-FFF2-40B4-BE49-F238E27FC236}">
                  <a16:creationId xmlns:a16="http://schemas.microsoft.com/office/drawing/2014/main" id="{49320A73-C409-E8B3-C720-7F44377758B4}"/>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49" name="Group 48">
            <a:extLst>
              <a:ext uri="{FF2B5EF4-FFF2-40B4-BE49-F238E27FC236}">
                <a16:creationId xmlns:a16="http://schemas.microsoft.com/office/drawing/2014/main" id="{36A5E4AD-674B-735D-07ED-1D5BE73CE9D5}"/>
              </a:ext>
            </a:extLst>
          </p:cNvPr>
          <p:cNvGrpSpPr/>
          <p:nvPr/>
        </p:nvGrpSpPr>
        <p:grpSpPr>
          <a:xfrm>
            <a:off x="837303" y="3062355"/>
            <a:ext cx="1021798" cy="814866"/>
            <a:chOff x="960490" y="1994301"/>
            <a:chExt cx="1257270" cy="1002651"/>
          </a:xfrm>
          <a:solidFill>
            <a:schemeClr val="accent1">
              <a:lumMod val="60000"/>
              <a:lumOff val="40000"/>
            </a:schemeClr>
          </a:solidFill>
        </p:grpSpPr>
        <p:sp>
          <p:nvSpPr>
            <p:cNvPr id="50" name="Rectangle 49">
              <a:extLst>
                <a:ext uri="{FF2B5EF4-FFF2-40B4-BE49-F238E27FC236}">
                  <a16:creationId xmlns:a16="http://schemas.microsoft.com/office/drawing/2014/main" id="{68B8C894-E25D-A21E-206E-AE176D01A301}"/>
                </a:ext>
              </a:extLst>
            </p:cNvPr>
            <p:cNvSpPr/>
            <p:nvPr/>
          </p:nvSpPr>
          <p:spPr>
            <a:xfrm>
              <a:off x="960490" y="1994301"/>
              <a:ext cx="1257270" cy="100265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51" name="TextBox 50">
              <a:extLst>
                <a:ext uri="{FF2B5EF4-FFF2-40B4-BE49-F238E27FC236}">
                  <a16:creationId xmlns:a16="http://schemas.microsoft.com/office/drawing/2014/main" id="{83B7DE39-69AB-0A44-2D91-807A6D09BCC1}"/>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58" name="Group 57">
            <a:extLst>
              <a:ext uri="{FF2B5EF4-FFF2-40B4-BE49-F238E27FC236}">
                <a16:creationId xmlns:a16="http://schemas.microsoft.com/office/drawing/2014/main" id="{C318DDCD-F7C7-88D6-54E2-7E1D7D1589E5}"/>
              </a:ext>
            </a:extLst>
          </p:cNvPr>
          <p:cNvGrpSpPr/>
          <p:nvPr/>
        </p:nvGrpSpPr>
        <p:grpSpPr>
          <a:xfrm>
            <a:off x="4442102" y="2103808"/>
            <a:ext cx="1021798" cy="814866"/>
            <a:chOff x="960490" y="1994301"/>
            <a:chExt cx="1257270" cy="1002651"/>
          </a:xfrm>
        </p:grpSpPr>
        <p:sp>
          <p:nvSpPr>
            <p:cNvPr id="59" name="Rectangle 58">
              <a:extLst>
                <a:ext uri="{FF2B5EF4-FFF2-40B4-BE49-F238E27FC236}">
                  <a16:creationId xmlns:a16="http://schemas.microsoft.com/office/drawing/2014/main" id="{C99FD12A-BCC3-E3F8-C648-78D5FB541457}"/>
                </a:ext>
              </a:extLst>
            </p:cNvPr>
            <p:cNvSpPr/>
            <p:nvPr/>
          </p:nvSpPr>
          <p:spPr>
            <a:xfrm>
              <a:off x="960490" y="1994301"/>
              <a:ext cx="1257270" cy="100265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60" name="TextBox 59">
              <a:extLst>
                <a:ext uri="{FF2B5EF4-FFF2-40B4-BE49-F238E27FC236}">
                  <a16:creationId xmlns:a16="http://schemas.microsoft.com/office/drawing/2014/main" id="{64B972AE-34DE-A7BE-CDF6-D57A4F0DEC25}"/>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52" name="Group 51">
            <a:extLst>
              <a:ext uri="{FF2B5EF4-FFF2-40B4-BE49-F238E27FC236}">
                <a16:creationId xmlns:a16="http://schemas.microsoft.com/office/drawing/2014/main" id="{C4C4C7ED-9F00-33AD-79C6-B1BAA59D4A0F}"/>
              </a:ext>
            </a:extLst>
          </p:cNvPr>
          <p:cNvGrpSpPr/>
          <p:nvPr/>
        </p:nvGrpSpPr>
        <p:grpSpPr>
          <a:xfrm>
            <a:off x="2639702" y="2103808"/>
            <a:ext cx="1021798" cy="814866"/>
            <a:chOff x="960490" y="1994301"/>
            <a:chExt cx="1257270" cy="1002651"/>
          </a:xfrm>
        </p:grpSpPr>
        <p:sp>
          <p:nvSpPr>
            <p:cNvPr id="53" name="Rectangle 52">
              <a:extLst>
                <a:ext uri="{FF2B5EF4-FFF2-40B4-BE49-F238E27FC236}">
                  <a16:creationId xmlns:a16="http://schemas.microsoft.com/office/drawing/2014/main" id="{EEBC1047-2B6A-6EF0-9461-0EE5075EBC43}"/>
                </a:ext>
              </a:extLst>
            </p:cNvPr>
            <p:cNvSpPr/>
            <p:nvPr/>
          </p:nvSpPr>
          <p:spPr>
            <a:xfrm>
              <a:off x="960490" y="1994301"/>
              <a:ext cx="1257270" cy="1002651"/>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54" name="TextBox 53">
              <a:extLst>
                <a:ext uri="{FF2B5EF4-FFF2-40B4-BE49-F238E27FC236}">
                  <a16:creationId xmlns:a16="http://schemas.microsoft.com/office/drawing/2014/main" id="{94964346-D2CB-285F-A473-69CD99D8640E}"/>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64" name="Group 63">
            <a:extLst>
              <a:ext uri="{FF2B5EF4-FFF2-40B4-BE49-F238E27FC236}">
                <a16:creationId xmlns:a16="http://schemas.microsoft.com/office/drawing/2014/main" id="{5CE6951F-68E7-B9DC-B782-973CF0188179}"/>
              </a:ext>
            </a:extLst>
          </p:cNvPr>
          <p:cNvGrpSpPr/>
          <p:nvPr/>
        </p:nvGrpSpPr>
        <p:grpSpPr>
          <a:xfrm>
            <a:off x="4442102" y="3062355"/>
            <a:ext cx="1021798" cy="814866"/>
            <a:chOff x="960490" y="1994301"/>
            <a:chExt cx="1257270" cy="1002651"/>
          </a:xfrm>
        </p:grpSpPr>
        <p:sp>
          <p:nvSpPr>
            <p:cNvPr id="65" name="Rectangle 64">
              <a:extLst>
                <a:ext uri="{FF2B5EF4-FFF2-40B4-BE49-F238E27FC236}">
                  <a16:creationId xmlns:a16="http://schemas.microsoft.com/office/drawing/2014/main" id="{8FEDF488-5299-9BDA-42B0-652A791AA7DC}"/>
                </a:ext>
              </a:extLst>
            </p:cNvPr>
            <p:cNvSpPr/>
            <p:nvPr/>
          </p:nvSpPr>
          <p:spPr>
            <a:xfrm>
              <a:off x="960490" y="1994301"/>
              <a:ext cx="1257270" cy="100265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66" name="TextBox 65">
              <a:extLst>
                <a:ext uri="{FF2B5EF4-FFF2-40B4-BE49-F238E27FC236}">
                  <a16:creationId xmlns:a16="http://schemas.microsoft.com/office/drawing/2014/main" id="{0B5D6AFC-5F3D-7A34-3AC8-53F087E55B6E}"/>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67" name="Group 66">
            <a:extLst>
              <a:ext uri="{FF2B5EF4-FFF2-40B4-BE49-F238E27FC236}">
                <a16:creationId xmlns:a16="http://schemas.microsoft.com/office/drawing/2014/main" id="{41D6DF4A-0405-B685-7B86-FF12EDCC9825}"/>
              </a:ext>
            </a:extLst>
          </p:cNvPr>
          <p:cNvGrpSpPr/>
          <p:nvPr/>
        </p:nvGrpSpPr>
        <p:grpSpPr>
          <a:xfrm>
            <a:off x="6244501" y="2103808"/>
            <a:ext cx="1021798" cy="814866"/>
            <a:chOff x="960490" y="1994301"/>
            <a:chExt cx="1257270" cy="1002651"/>
          </a:xfrm>
        </p:grpSpPr>
        <p:sp>
          <p:nvSpPr>
            <p:cNvPr id="68" name="Rectangle 67">
              <a:extLst>
                <a:ext uri="{FF2B5EF4-FFF2-40B4-BE49-F238E27FC236}">
                  <a16:creationId xmlns:a16="http://schemas.microsoft.com/office/drawing/2014/main" id="{1EDF0E3F-1CF6-F985-BC26-63EA05560029}"/>
                </a:ext>
              </a:extLst>
            </p:cNvPr>
            <p:cNvSpPr/>
            <p:nvPr/>
          </p:nvSpPr>
          <p:spPr>
            <a:xfrm>
              <a:off x="960490" y="1994301"/>
              <a:ext cx="1257270" cy="1002651"/>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69" name="TextBox 68">
              <a:extLst>
                <a:ext uri="{FF2B5EF4-FFF2-40B4-BE49-F238E27FC236}">
                  <a16:creationId xmlns:a16="http://schemas.microsoft.com/office/drawing/2014/main" id="{4D1811D9-7329-9330-D107-B30C772C0867}"/>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70" name="Group 69">
            <a:extLst>
              <a:ext uri="{FF2B5EF4-FFF2-40B4-BE49-F238E27FC236}">
                <a16:creationId xmlns:a16="http://schemas.microsoft.com/office/drawing/2014/main" id="{B9322564-9381-D474-3566-3312C0A6B6DB}"/>
              </a:ext>
            </a:extLst>
          </p:cNvPr>
          <p:cNvGrpSpPr/>
          <p:nvPr/>
        </p:nvGrpSpPr>
        <p:grpSpPr>
          <a:xfrm>
            <a:off x="8046900" y="2103808"/>
            <a:ext cx="1021798" cy="814866"/>
            <a:chOff x="960490" y="1994301"/>
            <a:chExt cx="1257270" cy="1002651"/>
          </a:xfrm>
        </p:grpSpPr>
        <p:sp>
          <p:nvSpPr>
            <p:cNvPr id="71" name="Rectangle 70">
              <a:extLst>
                <a:ext uri="{FF2B5EF4-FFF2-40B4-BE49-F238E27FC236}">
                  <a16:creationId xmlns:a16="http://schemas.microsoft.com/office/drawing/2014/main" id="{66901C68-ADB4-EF92-BBD9-038CE12CCC0F}"/>
                </a:ext>
              </a:extLst>
            </p:cNvPr>
            <p:cNvSpPr/>
            <p:nvPr/>
          </p:nvSpPr>
          <p:spPr>
            <a:xfrm>
              <a:off x="960490" y="1994301"/>
              <a:ext cx="1257270" cy="1002651"/>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72" name="TextBox 71">
              <a:extLst>
                <a:ext uri="{FF2B5EF4-FFF2-40B4-BE49-F238E27FC236}">
                  <a16:creationId xmlns:a16="http://schemas.microsoft.com/office/drawing/2014/main" id="{058470FB-F32C-3F8D-3DD8-D6FAC72E784E}"/>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grpSp>
        <p:nvGrpSpPr>
          <p:cNvPr id="73" name="Group 72">
            <a:extLst>
              <a:ext uri="{FF2B5EF4-FFF2-40B4-BE49-F238E27FC236}">
                <a16:creationId xmlns:a16="http://schemas.microsoft.com/office/drawing/2014/main" id="{41BB4733-7EBE-BEBC-BAD7-EA66C160E0BD}"/>
              </a:ext>
            </a:extLst>
          </p:cNvPr>
          <p:cNvGrpSpPr/>
          <p:nvPr/>
        </p:nvGrpSpPr>
        <p:grpSpPr>
          <a:xfrm>
            <a:off x="8046900" y="3008503"/>
            <a:ext cx="1021798" cy="814866"/>
            <a:chOff x="960490" y="1994301"/>
            <a:chExt cx="1257270" cy="1002651"/>
          </a:xfrm>
        </p:grpSpPr>
        <p:sp>
          <p:nvSpPr>
            <p:cNvPr id="74" name="Rectangle 73">
              <a:extLst>
                <a:ext uri="{FF2B5EF4-FFF2-40B4-BE49-F238E27FC236}">
                  <a16:creationId xmlns:a16="http://schemas.microsoft.com/office/drawing/2014/main" id="{CDE22BF7-A437-3AF0-8353-7A8E5A5E81F5}"/>
                </a:ext>
              </a:extLst>
            </p:cNvPr>
            <p:cNvSpPr/>
            <p:nvPr/>
          </p:nvSpPr>
          <p:spPr>
            <a:xfrm>
              <a:off x="960490" y="1994301"/>
              <a:ext cx="1257270" cy="1002651"/>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90671" fontAlgn="auto">
                <a:spcBef>
                  <a:spcPts val="0"/>
                </a:spcBef>
                <a:spcAft>
                  <a:spcPts val="0"/>
                </a:spcAft>
              </a:pPr>
              <a:endParaRPr lang="en-IN" sz="1950">
                <a:solidFill>
                  <a:prstClr val="white"/>
                </a:solidFill>
                <a:latin typeface="Segoe UI"/>
              </a:endParaRPr>
            </a:p>
          </p:txBody>
        </p:sp>
        <p:sp>
          <p:nvSpPr>
            <p:cNvPr id="75" name="TextBox 74">
              <a:extLst>
                <a:ext uri="{FF2B5EF4-FFF2-40B4-BE49-F238E27FC236}">
                  <a16:creationId xmlns:a16="http://schemas.microsoft.com/office/drawing/2014/main" id="{881D0119-CF56-E485-5176-14B421EA1652}"/>
                </a:ext>
              </a:extLst>
            </p:cNvPr>
            <p:cNvSpPr txBox="1"/>
            <p:nvPr/>
          </p:nvSpPr>
          <p:spPr>
            <a:xfrm>
              <a:off x="1077893" y="2127654"/>
              <a:ext cx="1022465" cy="735945"/>
            </a:xfrm>
            <a:prstGeom prst="rect">
              <a:avLst/>
            </a:prstGeom>
            <a:noFill/>
          </p:spPr>
          <p:txBody>
            <a:bodyPr wrap="square" lIns="0" tIns="0" rIns="0" bIns="0" rtlCol="0" anchor="t">
              <a:noAutofit/>
            </a:bodyPr>
            <a:lstStyle/>
            <a:p>
              <a:pPr defTabSz="990671" fontAlgn="auto">
                <a:spcBef>
                  <a:spcPts val="0"/>
                </a:spcBef>
                <a:spcAft>
                  <a:spcPts val="0"/>
                </a:spcAft>
              </a:pPr>
              <a:r>
                <a:rPr lang="en-US" sz="1138" dirty="0">
                  <a:solidFill>
                    <a:prstClr val="black">
                      <a:lumMod val="95000"/>
                      <a:lumOff val="5000"/>
                    </a:prstClr>
                  </a:solidFill>
                  <a:latin typeface="Segoe UI"/>
                  <a:cs typeface="+mn-cs"/>
                </a:rPr>
                <a:t>You can edit this text.</a:t>
              </a:r>
            </a:p>
          </p:txBody>
        </p:sp>
      </p:grpSp>
    </p:spTree>
    <p:extLst>
      <p:ext uri="{BB962C8B-B14F-4D97-AF65-F5344CB8AC3E}">
        <p14:creationId xmlns:p14="http://schemas.microsoft.com/office/powerpoint/2010/main" val="151098561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853CB-5753-E4AE-F442-464B830071C3}"/>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C7309536-62F0-B32B-85A5-0169C8058634}"/>
              </a:ext>
            </a:extLst>
          </p:cNvPr>
          <p:cNvSpPr>
            <a:spLocks noGrp="1"/>
          </p:cNvSpPr>
          <p:nvPr>
            <p:ph type="body" sz="quarter" idx="12"/>
          </p:nvPr>
        </p:nvSpPr>
        <p:spPr/>
        <p:txBody>
          <a:bodyPr/>
          <a:lstStyle/>
          <a:p>
            <a:r>
              <a:rPr lang="ja-JP" altLang="en-US"/>
              <a:t>アイコン</a:t>
            </a:r>
            <a:r>
              <a:rPr kumimoji="1" lang="ja-JP" altLang="en-US"/>
              <a:t>集</a:t>
            </a:r>
          </a:p>
        </p:txBody>
      </p:sp>
    </p:spTree>
    <p:extLst>
      <p:ext uri="{BB962C8B-B14F-4D97-AF65-F5344CB8AC3E}">
        <p14:creationId xmlns:p14="http://schemas.microsoft.com/office/powerpoint/2010/main" val="421691204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kumimoji="1" lang="en-US" altLang="ja-JP"/>
              <a:t>Office</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7" name="円/楕円 60495"/>
          <p:cNvSpPr>
            <a:spLocks noChangeAspect="1"/>
          </p:cNvSpPr>
          <p:nvPr/>
        </p:nvSpPr>
        <p:spPr bwMode="gray">
          <a:xfrm>
            <a:off x="8315551" y="3952037"/>
            <a:ext cx="653759" cy="830621"/>
          </a:xfrm>
          <a:custGeom>
            <a:avLst/>
            <a:gdLst/>
            <a:ahLst/>
            <a:cxnLst/>
            <a:rect l="l" t="t" r="r" b="b"/>
            <a:pathLst>
              <a:path w="708239" h="899839">
                <a:moveTo>
                  <a:pt x="497281" y="280589"/>
                </a:moveTo>
                <a:cubicBezTo>
                  <a:pt x="491784" y="280589"/>
                  <a:pt x="487327" y="285046"/>
                  <a:pt x="487327" y="290543"/>
                </a:cubicBezTo>
                <a:lnTo>
                  <a:pt x="487327" y="771269"/>
                </a:lnTo>
                <a:cubicBezTo>
                  <a:pt x="487327" y="789759"/>
                  <a:pt x="502317" y="804749"/>
                  <a:pt x="520807" y="804749"/>
                </a:cubicBezTo>
                <a:cubicBezTo>
                  <a:pt x="539297" y="804749"/>
                  <a:pt x="554287" y="789759"/>
                  <a:pt x="554287" y="771269"/>
                </a:cubicBezTo>
                <a:lnTo>
                  <a:pt x="554287" y="290543"/>
                </a:lnTo>
                <a:cubicBezTo>
                  <a:pt x="554287" y="285046"/>
                  <a:pt x="549830" y="280589"/>
                  <a:pt x="544333" y="280589"/>
                </a:cubicBezTo>
                <a:close/>
                <a:moveTo>
                  <a:pt x="330593" y="280589"/>
                </a:moveTo>
                <a:cubicBezTo>
                  <a:pt x="325096" y="280589"/>
                  <a:pt x="320639" y="285046"/>
                  <a:pt x="320639" y="290543"/>
                </a:cubicBezTo>
                <a:lnTo>
                  <a:pt x="320639" y="771269"/>
                </a:lnTo>
                <a:cubicBezTo>
                  <a:pt x="320639" y="789759"/>
                  <a:pt x="335629" y="804749"/>
                  <a:pt x="354119" y="804749"/>
                </a:cubicBezTo>
                <a:cubicBezTo>
                  <a:pt x="372609" y="804749"/>
                  <a:pt x="387599" y="789759"/>
                  <a:pt x="387599" y="771269"/>
                </a:cubicBezTo>
                <a:lnTo>
                  <a:pt x="387599" y="290543"/>
                </a:lnTo>
                <a:cubicBezTo>
                  <a:pt x="387599" y="285046"/>
                  <a:pt x="383142" y="280589"/>
                  <a:pt x="377645" y="280589"/>
                </a:cubicBezTo>
                <a:close/>
                <a:moveTo>
                  <a:pt x="163906" y="280589"/>
                </a:moveTo>
                <a:cubicBezTo>
                  <a:pt x="158409" y="280589"/>
                  <a:pt x="153952" y="285046"/>
                  <a:pt x="153952" y="290543"/>
                </a:cubicBezTo>
                <a:lnTo>
                  <a:pt x="153952" y="771269"/>
                </a:lnTo>
                <a:cubicBezTo>
                  <a:pt x="153952" y="789759"/>
                  <a:pt x="168942" y="804749"/>
                  <a:pt x="187432" y="804749"/>
                </a:cubicBezTo>
                <a:cubicBezTo>
                  <a:pt x="205922" y="804749"/>
                  <a:pt x="220912" y="789759"/>
                  <a:pt x="220912" y="771269"/>
                </a:cubicBezTo>
                <a:lnTo>
                  <a:pt x="220912" y="290543"/>
                </a:lnTo>
                <a:cubicBezTo>
                  <a:pt x="220912" y="285046"/>
                  <a:pt x="216455" y="280589"/>
                  <a:pt x="210958" y="280589"/>
                </a:cubicBezTo>
                <a:close/>
                <a:moveTo>
                  <a:pt x="33752" y="241552"/>
                </a:moveTo>
                <a:lnTo>
                  <a:pt x="674486" y="241552"/>
                </a:lnTo>
                <a:lnTo>
                  <a:pt x="674486" y="813007"/>
                </a:lnTo>
                <a:cubicBezTo>
                  <a:pt x="674486" y="860963"/>
                  <a:pt x="635610" y="899839"/>
                  <a:pt x="587654" y="899839"/>
                </a:cubicBezTo>
                <a:lnTo>
                  <a:pt x="120584" y="899839"/>
                </a:lnTo>
                <a:cubicBezTo>
                  <a:pt x="72628" y="899839"/>
                  <a:pt x="33752" y="860963"/>
                  <a:pt x="33752" y="813007"/>
                </a:cubicBezTo>
                <a:close/>
                <a:moveTo>
                  <a:pt x="116457" y="79103"/>
                </a:moveTo>
                <a:lnTo>
                  <a:pt x="591781" y="79103"/>
                </a:lnTo>
                <a:cubicBezTo>
                  <a:pt x="647590" y="79103"/>
                  <a:pt x="693977" y="119440"/>
                  <a:pt x="700764" y="172892"/>
                </a:cubicBezTo>
                <a:cubicBezTo>
                  <a:pt x="705378" y="174190"/>
                  <a:pt x="708239" y="178542"/>
                  <a:pt x="708239" y="183563"/>
                </a:cubicBezTo>
                <a:lnTo>
                  <a:pt x="708238" y="183563"/>
                </a:lnTo>
                <a:cubicBezTo>
                  <a:pt x="708238" y="190705"/>
                  <a:pt x="702449" y="196494"/>
                  <a:pt x="695307" y="196494"/>
                </a:cubicBezTo>
                <a:lnTo>
                  <a:pt x="12931" y="196493"/>
                </a:lnTo>
                <a:cubicBezTo>
                  <a:pt x="5789" y="196493"/>
                  <a:pt x="0" y="190704"/>
                  <a:pt x="0" y="183563"/>
                </a:cubicBezTo>
                <a:cubicBezTo>
                  <a:pt x="0" y="178542"/>
                  <a:pt x="2861" y="174190"/>
                  <a:pt x="7474" y="172892"/>
                </a:cubicBezTo>
                <a:cubicBezTo>
                  <a:pt x="14262" y="119440"/>
                  <a:pt x="60649" y="79103"/>
                  <a:pt x="116457" y="79103"/>
                </a:cubicBezTo>
                <a:close/>
                <a:moveTo>
                  <a:pt x="354119" y="0"/>
                </a:moveTo>
                <a:cubicBezTo>
                  <a:pt x="421520" y="0"/>
                  <a:pt x="486037" y="12349"/>
                  <a:pt x="544954" y="36427"/>
                </a:cubicBezTo>
                <a:lnTo>
                  <a:pt x="163284" y="36427"/>
                </a:lnTo>
                <a:cubicBezTo>
                  <a:pt x="222201" y="12349"/>
                  <a:pt x="286718" y="0"/>
                  <a:pt x="35411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8" name="角丸四角形 2"/>
          <p:cNvSpPr>
            <a:spLocks noChangeAspect="1"/>
          </p:cNvSpPr>
          <p:nvPr/>
        </p:nvSpPr>
        <p:spPr bwMode="gray">
          <a:xfrm>
            <a:off x="8362989" y="1625783"/>
            <a:ext cx="558881" cy="830769"/>
          </a:xfrm>
          <a:custGeom>
            <a:avLst/>
            <a:gdLst/>
            <a:ahLst/>
            <a:cxnLst/>
            <a:rect l="l" t="t" r="r" b="b"/>
            <a:pathLst>
              <a:path w="605454" h="900000">
                <a:moveTo>
                  <a:pt x="368509" y="732535"/>
                </a:moveTo>
                <a:cubicBezTo>
                  <a:pt x="350433" y="732535"/>
                  <a:pt x="335780" y="747188"/>
                  <a:pt x="335780" y="765264"/>
                </a:cubicBezTo>
                <a:cubicBezTo>
                  <a:pt x="335780" y="783340"/>
                  <a:pt x="350433" y="797993"/>
                  <a:pt x="368509" y="797993"/>
                </a:cubicBezTo>
                <a:cubicBezTo>
                  <a:pt x="386585" y="797993"/>
                  <a:pt x="401238" y="783340"/>
                  <a:pt x="401238" y="765264"/>
                </a:cubicBezTo>
                <a:cubicBezTo>
                  <a:pt x="401238" y="747188"/>
                  <a:pt x="386585" y="732535"/>
                  <a:pt x="368509" y="732535"/>
                </a:cubicBezTo>
                <a:close/>
                <a:moveTo>
                  <a:pt x="237512" y="732535"/>
                </a:moveTo>
                <a:cubicBezTo>
                  <a:pt x="219436" y="732535"/>
                  <a:pt x="204783" y="747188"/>
                  <a:pt x="204783" y="765264"/>
                </a:cubicBezTo>
                <a:cubicBezTo>
                  <a:pt x="204783" y="783340"/>
                  <a:pt x="219436" y="797993"/>
                  <a:pt x="237512" y="797993"/>
                </a:cubicBezTo>
                <a:cubicBezTo>
                  <a:pt x="255588" y="797993"/>
                  <a:pt x="270241" y="783340"/>
                  <a:pt x="270241" y="765264"/>
                </a:cubicBezTo>
                <a:cubicBezTo>
                  <a:pt x="270241" y="747188"/>
                  <a:pt x="255588" y="732535"/>
                  <a:pt x="237512" y="732535"/>
                </a:cubicBezTo>
                <a:close/>
                <a:moveTo>
                  <a:pt x="111334" y="732535"/>
                </a:moveTo>
                <a:cubicBezTo>
                  <a:pt x="93258" y="732535"/>
                  <a:pt x="78605" y="747188"/>
                  <a:pt x="78605" y="765264"/>
                </a:cubicBezTo>
                <a:cubicBezTo>
                  <a:pt x="78605" y="783340"/>
                  <a:pt x="93258" y="797993"/>
                  <a:pt x="111334" y="797993"/>
                </a:cubicBezTo>
                <a:cubicBezTo>
                  <a:pt x="129410" y="797993"/>
                  <a:pt x="144063" y="783340"/>
                  <a:pt x="144063" y="765264"/>
                </a:cubicBezTo>
                <a:cubicBezTo>
                  <a:pt x="144063" y="747188"/>
                  <a:pt x="129410" y="732535"/>
                  <a:pt x="111334" y="732535"/>
                </a:cubicBezTo>
                <a:close/>
                <a:moveTo>
                  <a:pt x="368509" y="604699"/>
                </a:moveTo>
                <a:cubicBezTo>
                  <a:pt x="350433" y="604699"/>
                  <a:pt x="335780" y="619352"/>
                  <a:pt x="335780" y="637428"/>
                </a:cubicBezTo>
                <a:cubicBezTo>
                  <a:pt x="335780" y="655504"/>
                  <a:pt x="350433" y="670157"/>
                  <a:pt x="368509" y="670157"/>
                </a:cubicBezTo>
                <a:cubicBezTo>
                  <a:pt x="386585" y="670157"/>
                  <a:pt x="401238" y="655504"/>
                  <a:pt x="401238" y="637428"/>
                </a:cubicBezTo>
                <a:cubicBezTo>
                  <a:pt x="401238" y="619352"/>
                  <a:pt x="386585" y="604699"/>
                  <a:pt x="368509" y="604699"/>
                </a:cubicBezTo>
                <a:close/>
                <a:moveTo>
                  <a:pt x="237512" y="604699"/>
                </a:moveTo>
                <a:cubicBezTo>
                  <a:pt x="219436" y="604699"/>
                  <a:pt x="204783" y="619352"/>
                  <a:pt x="204783" y="637428"/>
                </a:cubicBezTo>
                <a:cubicBezTo>
                  <a:pt x="204783" y="655504"/>
                  <a:pt x="219436" y="670157"/>
                  <a:pt x="237512" y="670157"/>
                </a:cubicBezTo>
                <a:cubicBezTo>
                  <a:pt x="255588" y="670157"/>
                  <a:pt x="270241" y="655504"/>
                  <a:pt x="270241" y="637428"/>
                </a:cubicBezTo>
                <a:cubicBezTo>
                  <a:pt x="270241" y="619352"/>
                  <a:pt x="255588" y="604699"/>
                  <a:pt x="237512" y="604699"/>
                </a:cubicBezTo>
                <a:close/>
                <a:moveTo>
                  <a:pt x="111334" y="604699"/>
                </a:moveTo>
                <a:cubicBezTo>
                  <a:pt x="93258" y="604699"/>
                  <a:pt x="78605" y="619352"/>
                  <a:pt x="78605" y="637428"/>
                </a:cubicBezTo>
                <a:cubicBezTo>
                  <a:pt x="78605" y="655504"/>
                  <a:pt x="93258" y="670157"/>
                  <a:pt x="111334" y="670157"/>
                </a:cubicBezTo>
                <a:cubicBezTo>
                  <a:pt x="129410" y="670157"/>
                  <a:pt x="144063" y="655504"/>
                  <a:pt x="144063" y="637428"/>
                </a:cubicBezTo>
                <a:cubicBezTo>
                  <a:pt x="144063" y="619352"/>
                  <a:pt x="129410" y="604699"/>
                  <a:pt x="111334" y="604699"/>
                </a:cubicBezTo>
                <a:close/>
                <a:moveTo>
                  <a:pt x="477503" y="478088"/>
                </a:moveTo>
                <a:cubicBezTo>
                  <a:pt x="468327" y="478088"/>
                  <a:pt x="460889" y="485526"/>
                  <a:pt x="460889" y="494702"/>
                </a:cubicBezTo>
                <a:lnTo>
                  <a:pt x="460889" y="781379"/>
                </a:lnTo>
                <a:cubicBezTo>
                  <a:pt x="460889" y="790555"/>
                  <a:pt x="468327" y="797993"/>
                  <a:pt x="477503" y="797993"/>
                </a:cubicBezTo>
                <a:lnTo>
                  <a:pt x="512263" y="797993"/>
                </a:lnTo>
                <a:cubicBezTo>
                  <a:pt x="521439" y="797993"/>
                  <a:pt x="528877" y="790555"/>
                  <a:pt x="528877" y="781379"/>
                </a:cubicBezTo>
                <a:lnTo>
                  <a:pt x="528877" y="494702"/>
                </a:lnTo>
                <a:cubicBezTo>
                  <a:pt x="528877" y="485526"/>
                  <a:pt x="521439" y="478088"/>
                  <a:pt x="512263" y="478088"/>
                </a:cubicBezTo>
                <a:close/>
                <a:moveTo>
                  <a:pt x="368509" y="476862"/>
                </a:moveTo>
                <a:cubicBezTo>
                  <a:pt x="350433" y="476862"/>
                  <a:pt x="335780" y="491515"/>
                  <a:pt x="335780" y="509591"/>
                </a:cubicBezTo>
                <a:cubicBezTo>
                  <a:pt x="335780" y="527667"/>
                  <a:pt x="350433" y="542320"/>
                  <a:pt x="368509" y="542320"/>
                </a:cubicBezTo>
                <a:cubicBezTo>
                  <a:pt x="386585" y="542320"/>
                  <a:pt x="401238" y="527667"/>
                  <a:pt x="401238" y="509591"/>
                </a:cubicBezTo>
                <a:cubicBezTo>
                  <a:pt x="401238" y="491515"/>
                  <a:pt x="386585" y="476862"/>
                  <a:pt x="368509" y="476862"/>
                </a:cubicBezTo>
                <a:close/>
                <a:moveTo>
                  <a:pt x="237512" y="476862"/>
                </a:moveTo>
                <a:cubicBezTo>
                  <a:pt x="219436" y="476862"/>
                  <a:pt x="204783" y="491515"/>
                  <a:pt x="204783" y="509591"/>
                </a:cubicBezTo>
                <a:cubicBezTo>
                  <a:pt x="204783" y="527667"/>
                  <a:pt x="219436" y="542320"/>
                  <a:pt x="237512" y="542320"/>
                </a:cubicBezTo>
                <a:cubicBezTo>
                  <a:pt x="255588" y="542320"/>
                  <a:pt x="270241" y="527667"/>
                  <a:pt x="270241" y="509591"/>
                </a:cubicBezTo>
                <a:cubicBezTo>
                  <a:pt x="270241" y="491515"/>
                  <a:pt x="255588" y="476862"/>
                  <a:pt x="237512" y="476862"/>
                </a:cubicBezTo>
                <a:close/>
                <a:moveTo>
                  <a:pt x="111334" y="476862"/>
                </a:moveTo>
                <a:cubicBezTo>
                  <a:pt x="93258" y="476862"/>
                  <a:pt x="78605" y="491515"/>
                  <a:pt x="78605" y="509591"/>
                </a:cubicBezTo>
                <a:cubicBezTo>
                  <a:pt x="78605" y="527667"/>
                  <a:pt x="93258" y="542320"/>
                  <a:pt x="111334" y="542320"/>
                </a:cubicBezTo>
                <a:cubicBezTo>
                  <a:pt x="129410" y="542320"/>
                  <a:pt x="144063" y="527667"/>
                  <a:pt x="144063" y="509591"/>
                </a:cubicBezTo>
                <a:cubicBezTo>
                  <a:pt x="144063" y="491515"/>
                  <a:pt x="129410" y="476862"/>
                  <a:pt x="111334" y="476862"/>
                </a:cubicBezTo>
                <a:close/>
                <a:moveTo>
                  <a:pt x="496148" y="349025"/>
                </a:moveTo>
                <a:cubicBezTo>
                  <a:pt x="478072" y="349025"/>
                  <a:pt x="463419" y="363678"/>
                  <a:pt x="463419" y="381754"/>
                </a:cubicBezTo>
                <a:cubicBezTo>
                  <a:pt x="463419" y="399830"/>
                  <a:pt x="478072" y="414483"/>
                  <a:pt x="496148" y="414483"/>
                </a:cubicBezTo>
                <a:cubicBezTo>
                  <a:pt x="514224" y="414483"/>
                  <a:pt x="528877" y="399830"/>
                  <a:pt x="528877" y="381754"/>
                </a:cubicBezTo>
                <a:cubicBezTo>
                  <a:pt x="528877" y="363678"/>
                  <a:pt x="514224" y="349025"/>
                  <a:pt x="496148" y="349025"/>
                </a:cubicBezTo>
                <a:close/>
                <a:moveTo>
                  <a:pt x="368509" y="349025"/>
                </a:moveTo>
                <a:cubicBezTo>
                  <a:pt x="350433" y="349025"/>
                  <a:pt x="335780" y="363678"/>
                  <a:pt x="335780" y="381754"/>
                </a:cubicBezTo>
                <a:cubicBezTo>
                  <a:pt x="335780" y="399830"/>
                  <a:pt x="350433" y="414483"/>
                  <a:pt x="368509" y="414483"/>
                </a:cubicBezTo>
                <a:cubicBezTo>
                  <a:pt x="386585" y="414483"/>
                  <a:pt x="401238" y="399830"/>
                  <a:pt x="401238" y="381754"/>
                </a:cubicBezTo>
                <a:cubicBezTo>
                  <a:pt x="401238" y="363678"/>
                  <a:pt x="386585" y="349025"/>
                  <a:pt x="368509" y="349025"/>
                </a:cubicBezTo>
                <a:close/>
                <a:moveTo>
                  <a:pt x="237512" y="349025"/>
                </a:moveTo>
                <a:cubicBezTo>
                  <a:pt x="219436" y="349025"/>
                  <a:pt x="204783" y="363678"/>
                  <a:pt x="204783" y="381754"/>
                </a:cubicBezTo>
                <a:cubicBezTo>
                  <a:pt x="204783" y="399830"/>
                  <a:pt x="219436" y="414483"/>
                  <a:pt x="237512" y="414483"/>
                </a:cubicBezTo>
                <a:cubicBezTo>
                  <a:pt x="255588" y="414483"/>
                  <a:pt x="270241" y="399830"/>
                  <a:pt x="270241" y="381754"/>
                </a:cubicBezTo>
                <a:cubicBezTo>
                  <a:pt x="270241" y="363678"/>
                  <a:pt x="255588" y="349025"/>
                  <a:pt x="237512" y="349025"/>
                </a:cubicBezTo>
                <a:close/>
                <a:moveTo>
                  <a:pt x="111334" y="349025"/>
                </a:moveTo>
                <a:cubicBezTo>
                  <a:pt x="93258" y="349025"/>
                  <a:pt x="78605" y="363678"/>
                  <a:pt x="78605" y="381754"/>
                </a:cubicBezTo>
                <a:cubicBezTo>
                  <a:pt x="78605" y="399830"/>
                  <a:pt x="93258" y="414483"/>
                  <a:pt x="111334" y="414483"/>
                </a:cubicBezTo>
                <a:cubicBezTo>
                  <a:pt x="129410" y="414483"/>
                  <a:pt x="144063" y="399830"/>
                  <a:pt x="144063" y="381754"/>
                </a:cubicBezTo>
                <a:cubicBezTo>
                  <a:pt x="144063" y="363678"/>
                  <a:pt x="129410" y="349025"/>
                  <a:pt x="111334" y="349025"/>
                </a:cubicBezTo>
                <a:close/>
                <a:moveTo>
                  <a:pt x="111454" y="103647"/>
                </a:moveTo>
                <a:cubicBezTo>
                  <a:pt x="91339" y="103647"/>
                  <a:pt x="75033" y="119953"/>
                  <a:pt x="75033" y="140068"/>
                </a:cubicBezTo>
                <a:lnTo>
                  <a:pt x="75033" y="216265"/>
                </a:lnTo>
                <a:cubicBezTo>
                  <a:pt x="75033" y="236380"/>
                  <a:pt x="91339" y="252686"/>
                  <a:pt x="111454" y="252686"/>
                </a:cubicBezTo>
                <a:lnTo>
                  <a:pt x="492455" y="252686"/>
                </a:lnTo>
                <a:cubicBezTo>
                  <a:pt x="512570" y="252686"/>
                  <a:pt x="528876" y="236380"/>
                  <a:pt x="528876" y="216265"/>
                </a:cubicBezTo>
                <a:lnTo>
                  <a:pt x="528876" y="140068"/>
                </a:lnTo>
                <a:cubicBezTo>
                  <a:pt x="528876" y="119953"/>
                  <a:pt x="512570" y="103647"/>
                  <a:pt x="492455" y="103647"/>
                </a:cubicBezTo>
                <a:close/>
                <a:moveTo>
                  <a:pt x="67575" y="0"/>
                </a:moveTo>
                <a:lnTo>
                  <a:pt x="537879" y="0"/>
                </a:lnTo>
                <a:cubicBezTo>
                  <a:pt x="575200" y="0"/>
                  <a:pt x="605454" y="30254"/>
                  <a:pt x="605454" y="67575"/>
                </a:cubicBezTo>
                <a:lnTo>
                  <a:pt x="605454" y="832425"/>
                </a:lnTo>
                <a:cubicBezTo>
                  <a:pt x="605454" y="869746"/>
                  <a:pt x="575200" y="900000"/>
                  <a:pt x="537879" y="900000"/>
                </a:cubicBezTo>
                <a:lnTo>
                  <a:pt x="67575" y="900000"/>
                </a:lnTo>
                <a:cubicBezTo>
                  <a:pt x="30254" y="900000"/>
                  <a:pt x="0" y="869746"/>
                  <a:pt x="0" y="832425"/>
                </a:cubicBezTo>
                <a:lnTo>
                  <a:pt x="0" y="67575"/>
                </a:lnTo>
                <a:cubicBezTo>
                  <a:pt x="0" y="30254"/>
                  <a:pt x="30254" y="0"/>
                  <a:pt x="6757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角丸四角形 8"/>
          <p:cNvSpPr>
            <a:spLocks noChangeAspect="1"/>
          </p:cNvSpPr>
          <p:nvPr/>
        </p:nvSpPr>
        <p:spPr bwMode="gray">
          <a:xfrm>
            <a:off x="762734" y="1661627"/>
            <a:ext cx="830769" cy="759082"/>
          </a:xfrm>
          <a:custGeom>
            <a:avLst/>
            <a:gdLst/>
            <a:ahLst/>
            <a:cxnLst/>
            <a:rect l="l" t="t" r="r" b="b"/>
            <a:pathLst>
              <a:path w="900000" h="822339">
                <a:moveTo>
                  <a:pt x="7325" y="491847"/>
                </a:moveTo>
                <a:cubicBezTo>
                  <a:pt x="21465" y="526211"/>
                  <a:pt x="55304" y="550344"/>
                  <a:pt x="94779" y="550344"/>
                </a:cubicBezTo>
                <a:lnTo>
                  <a:pt x="407730" y="550344"/>
                </a:lnTo>
                <a:lnTo>
                  <a:pt x="407730" y="607340"/>
                </a:lnTo>
                <a:lnTo>
                  <a:pt x="492270" y="607340"/>
                </a:lnTo>
                <a:lnTo>
                  <a:pt x="492270" y="550344"/>
                </a:lnTo>
                <a:lnTo>
                  <a:pt x="805221" y="550344"/>
                </a:lnTo>
                <a:cubicBezTo>
                  <a:pt x="844696" y="550344"/>
                  <a:pt x="878535" y="526211"/>
                  <a:pt x="892675" y="491847"/>
                </a:cubicBezTo>
                <a:lnTo>
                  <a:pt x="892675" y="809508"/>
                </a:lnTo>
                <a:cubicBezTo>
                  <a:pt x="892675" y="816594"/>
                  <a:pt x="886930" y="822339"/>
                  <a:pt x="879844" y="822339"/>
                </a:cubicBezTo>
                <a:lnTo>
                  <a:pt x="20156" y="822339"/>
                </a:lnTo>
                <a:cubicBezTo>
                  <a:pt x="13070" y="822339"/>
                  <a:pt x="7325" y="816594"/>
                  <a:pt x="7325" y="809508"/>
                </a:cubicBezTo>
                <a:close/>
                <a:moveTo>
                  <a:pt x="22562" y="136007"/>
                </a:moveTo>
                <a:lnTo>
                  <a:pt x="877438" y="136007"/>
                </a:lnTo>
                <a:cubicBezTo>
                  <a:pt x="889899" y="136007"/>
                  <a:pt x="900000" y="146108"/>
                  <a:pt x="900000" y="158569"/>
                </a:cubicBezTo>
                <a:lnTo>
                  <a:pt x="900000" y="407938"/>
                </a:lnTo>
                <a:cubicBezTo>
                  <a:pt x="900000" y="469490"/>
                  <a:pt x="850103" y="519387"/>
                  <a:pt x="788551" y="519387"/>
                </a:cubicBezTo>
                <a:lnTo>
                  <a:pt x="111449" y="519387"/>
                </a:lnTo>
                <a:cubicBezTo>
                  <a:pt x="49897" y="519387"/>
                  <a:pt x="0" y="469490"/>
                  <a:pt x="0" y="407938"/>
                </a:cubicBezTo>
                <a:lnTo>
                  <a:pt x="0" y="158569"/>
                </a:lnTo>
                <a:cubicBezTo>
                  <a:pt x="0" y="146108"/>
                  <a:pt x="10101" y="136007"/>
                  <a:pt x="22562" y="136007"/>
                </a:cubicBezTo>
                <a:close/>
                <a:moveTo>
                  <a:pt x="329541" y="0"/>
                </a:moveTo>
                <a:lnTo>
                  <a:pt x="570459" y="0"/>
                </a:lnTo>
                <a:lnTo>
                  <a:pt x="580202" y="4036"/>
                </a:lnTo>
                <a:cubicBezTo>
                  <a:pt x="581870" y="3717"/>
                  <a:pt x="583110" y="4386"/>
                  <a:pt x="583989" y="5604"/>
                </a:cubicBezTo>
                <a:cubicBezTo>
                  <a:pt x="587252" y="6722"/>
                  <a:pt x="589441" y="9231"/>
                  <a:pt x="589599" y="12915"/>
                </a:cubicBezTo>
                <a:lnTo>
                  <a:pt x="594044" y="18708"/>
                </a:lnTo>
                <a:lnTo>
                  <a:pt x="616116" y="101081"/>
                </a:lnTo>
                <a:lnTo>
                  <a:pt x="567373" y="101081"/>
                </a:lnTo>
                <a:lnTo>
                  <a:pt x="552904" y="47082"/>
                </a:lnTo>
                <a:lnTo>
                  <a:pt x="347098" y="47082"/>
                </a:lnTo>
                <a:lnTo>
                  <a:pt x="332629" y="101081"/>
                </a:lnTo>
                <a:lnTo>
                  <a:pt x="283886" y="101081"/>
                </a:lnTo>
                <a:lnTo>
                  <a:pt x="305957" y="18708"/>
                </a:lnTo>
                <a:lnTo>
                  <a:pt x="310400" y="12918"/>
                </a:lnTo>
                <a:cubicBezTo>
                  <a:pt x="310558" y="9232"/>
                  <a:pt x="312749" y="6722"/>
                  <a:pt x="316013" y="5604"/>
                </a:cubicBezTo>
                <a:cubicBezTo>
                  <a:pt x="316892" y="4386"/>
                  <a:pt x="318131" y="3717"/>
                  <a:pt x="319797" y="4036"/>
                </a:cubicBezTo>
                <a:cubicBezTo>
                  <a:pt x="322184" y="892"/>
                  <a:pt x="325758" y="0"/>
                  <a:pt x="329541"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大波 23"/>
          <p:cNvSpPr>
            <a:spLocks noChangeAspect="1"/>
          </p:cNvSpPr>
          <p:nvPr/>
        </p:nvSpPr>
        <p:spPr bwMode="gray">
          <a:xfrm>
            <a:off x="803764" y="3990295"/>
            <a:ext cx="830770" cy="754105"/>
          </a:xfrm>
          <a:custGeom>
            <a:avLst/>
            <a:gdLst/>
            <a:ahLst/>
            <a:cxnLst/>
            <a:rect l="l" t="t" r="r" b="b"/>
            <a:pathLst>
              <a:path w="900001" h="816947">
                <a:moveTo>
                  <a:pt x="616159" y="643855"/>
                </a:moveTo>
                <a:cubicBezTo>
                  <a:pt x="677535" y="640706"/>
                  <a:pt x="772017" y="661494"/>
                  <a:pt x="849781" y="684396"/>
                </a:cubicBezTo>
                <a:lnTo>
                  <a:pt x="676898" y="684396"/>
                </a:lnTo>
                <a:cubicBezTo>
                  <a:pt x="676926" y="684421"/>
                  <a:pt x="676953" y="684447"/>
                  <a:pt x="676981" y="684472"/>
                </a:cubicBezTo>
                <a:lnTo>
                  <a:pt x="501918" y="684472"/>
                </a:lnTo>
                <a:cubicBezTo>
                  <a:pt x="491781" y="677703"/>
                  <a:pt x="558182" y="643868"/>
                  <a:pt x="616159" y="643855"/>
                </a:cubicBezTo>
                <a:close/>
                <a:moveTo>
                  <a:pt x="283842" y="643855"/>
                </a:moveTo>
                <a:cubicBezTo>
                  <a:pt x="341819" y="643868"/>
                  <a:pt x="408220" y="677703"/>
                  <a:pt x="398083" y="684472"/>
                </a:cubicBezTo>
                <a:lnTo>
                  <a:pt x="223020" y="684472"/>
                </a:lnTo>
                <a:cubicBezTo>
                  <a:pt x="223048" y="684447"/>
                  <a:pt x="223075" y="684421"/>
                  <a:pt x="223103" y="684396"/>
                </a:cubicBezTo>
                <a:lnTo>
                  <a:pt x="50220" y="684396"/>
                </a:lnTo>
                <a:cubicBezTo>
                  <a:pt x="127984" y="661494"/>
                  <a:pt x="222466" y="640706"/>
                  <a:pt x="283842" y="643855"/>
                </a:cubicBezTo>
                <a:close/>
                <a:moveTo>
                  <a:pt x="436285" y="37542"/>
                </a:moveTo>
                <a:lnTo>
                  <a:pt x="463717" y="37542"/>
                </a:lnTo>
                <a:lnTo>
                  <a:pt x="463717" y="723978"/>
                </a:lnTo>
                <a:cubicBezTo>
                  <a:pt x="470832" y="726276"/>
                  <a:pt x="475201" y="731733"/>
                  <a:pt x="475201" y="737920"/>
                </a:cubicBezTo>
                <a:lnTo>
                  <a:pt x="465511" y="749685"/>
                </a:lnTo>
                <a:lnTo>
                  <a:pt x="477001" y="816947"/>
                </a:lnTo>
                <a:lnTo>
                  <a:pt x="423001" y="816947"/>
                </a:lnTo>
                <a:lnTo>
                  <a:pt x="434491" y="749685"/>
                </a:lnTo>
                <a:cubicBezTo>
                  <a:pt x="428211" y="748282"/>
                  <a:pt x="424801" y="743385"/>
                  <a:pt x="424801" y="737920"/>
                </a:cubicBezTo>
                <a:cubicBezTo>
                  <a:pt x="424801" y="731733"/>
                  <a:pt x="429170" y="726276"/>
                  <a:pt x="436285" y="723978"/>
                </a:cubicBezTo>
                <a:close/>
                <a:moveTo>
                  <a:pt x="667878" y="976"/>
                </a:moveTo>
                <a:cubicBezTo>
                  <a:pt x="735326" y="6542"/>
                  <a:pt x="790670" y="30352"/>
                  <a:pt x="900001" y="57559"/>
                </a:cubicBezTo>
                <a:lnTo>
                  <a:pt x="900001" y="671239"/>
                </a:lnTo>
                <a:cubicBezTo>
                  <a:pt x="812282" y="638812"/>
                  <a:pt x="724563" y="619632"/>
                  <a:pt x="636733" y="611442"/>
                </a:cubicBezTo>
                <a:cubicBezTo>
                  <a:pt x="589609" y="610923"/>
                  <a:pt x="542448" y="621089"/>
                  <a:pt x="495316" y="637595"/>
                </a:cubicBezTo>
                <a:cubicBezTo>
                  <a:pt x="495316" y="433117"/>
                  <a:pt x="495315" y="228640"/>
                  <a:pt x="495315" y="24162"/>
                </a:cubicBezTo>
                <a:cubicBezTo>
                  <a:pt x="554018" y="5907"/>
                  <a:pt x="608567" y="-3128"/>
                  <a:pt x="667878" y="976"/>
                </a:cubicBezTo>
                <a:close/>
                <a:moveTo>
                  <a:pt x="232123" y="976"/>
                </a:moveTo>
                <a:cubicBezTo>
                  <a:pt x="291434" y="-3128"/>
                  <a:pt x="345983" y="5907"/>
                  <a:pt x="404686" y="24162"/>
                </a:cubicBezTo>
                <a:cubicBezTo>
                  <a:pt x="404686" y="228640"/>
                  <a:pt x="404685" y="433117"/>
                  <a:pt x="404685" y="637595"/>
                </a:cubicBezTo>
                <a:cubicBezTo>
                  <a:pt x="357553" y="621089"/>
                  <a:pt x="310392" y="610923"/>
                  <a:pt x="263268" y="611442"/>
                </a:cubicBezTo>
                <a:cubicBezTo>
                  <a:pt x="175438" y="619632"/>
                  <a:pt x="87719" y="638812"/>
                  <a:pt x="0" y="671239"/>
                </a:cubicBezTo>
                <a:lnTo>
                  <a:pt x="0" y="57559"/>
                </a:lnTo>
                <a:cubicBezTo>
                  <a:pt x="109331" y="30352"/>
                  <a:pt x="164675" y="6542"/>
                  <a:pt x="232123" y="97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2" name="角丸四角形 59"/>
          <p:cNvSpPr>
            <a:spLocks noChangeAspect="1"/>
          </p:cNvSpPr>
          <p:nvPr/>
        </p:nvSpPr>
        <p:spPr bwMode="gray">
          <a:xfrm>
            <a:off x="5224507" y="1778720"/>
            <a:ext cx="830769" cy="524895"/>
          </a:xfrm>
          <a:custGeom>
            <a:avLst/>
            <a:gdLst/>
            <a:ahLst/>
            <a:cxnLst/>
            <a:rect l="l" t="t" r="r" b="b"/>
            <a:pathLst>
              <a:path w="900000" h="503999">
                <a:moveTo>
                  <a:pt x="403632" y="305349"/>
                </a:moveTo>
                <a:lnTo>
                  <a:pt x="450001" y="336262"/>
                </a:lnTo>
                <a:lnTo>
                  <a:pt x="496369" y="305350"/>
                </a:lnTo>
                <a:lnTo>
                  <a:pt x="794343" y="503999"/>
                </a:lnTo>
                <a:lnTo>
                  <a:pt x="105657" y="503999"/>
                </a:lnTo>
                <a:close/>
                <a:moveTo>
                  <a:pt x="894895" y="39666"/>
                </a:moveTo>
                <a:cubicBezTo>
                  <a:pt x="898182" y="47437"/>
                  <a:pt x="900000" y="55981"/>
                  <a:pt x="900000" y="64949"/>
                </a:cubicBezTo>
                <a:lnTo>
                  <a:pt x="900000" y="439049"/>
                </a:lnTo>
                <a:cubicBezTo>
                  <a:pt x="900000" y="470810"/>
                  <a:pt x="877203" y="497246"/>
                  <a:pt x="846842" y="501619"/>
                </a:cubicBezTo>
                <a:lnTo>
                  <a:pt x="524404" y="286660"/>
                </a:lnTo>
                <a:close/>
                <a:moveTo>
                  <a:pt x="5106" y="39665"/>
                </a:moveTo>
                <a:lnTo>
                  <a:pt x="375597" y="286659"/>
                </a:lnTo>
                <a:lnTo>
                  <a:pt x="53158" y="501619"/>
                </a:lnTo>
                <a:cubicBezTo>
                  <a:pt x="22797" y="497246"/>
                  <a:pt x="0" y="470810"/>
                  <a:pt x="0" y="439049"/>
                </a:cubicBezTo>
                <a:lnTo>
                  <a:pt x="0" y="64949"/>
                </a:lnTo>
                <a:cubicBezTo>
                  <a:pt x="0" y="55980"/>
                  <a:pt x="1818" y="47436"/>
                  <a:pt x="5106" y="39665"/>
                </a:cubicBezTo>
                <a:close/>
                <a:moveTo>
                  <a:pt x="64951" y="0"/>
                </a:moveTo>
                <a:lnTo>
                  <a:pt x="835051" y="0"/>
                </a:lnTo>
                <a:cubicBezTo>
                  <a:pt x="850580" y="0"/>
                  <a:pt x="864837" y="5450"/>
                  <a:pt x="875416" y="15274"/>
                </a:cubicBezTo>
                <a:lnTo>
                  <a:pt x="450002" y="298883"/>
                </a:lnTo>
                <a:lnTo>
                  <a:pt x="24587" y="15273"/>
                </a:lnTo>
                <a:cubicBezTo>
                  <a:pt x="35166" y="5450"/>
                  <a:pt x="49422" y="0"/>
                  <a:pt x="64951"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8" name="正方形/長方形 2"/>
          <p:cNvSpPr>
            <a:spLocks noChangeAspect="1"/>
          </p:cNvSpPr>
          <p:nvPr/>
        </p:nvSpPr>
        <p:spPr bwMode="gray">
          <a:xfrm>
            <a:off x="2331975" y="1625334"/>
            <a:ext cx="603151" cy="831666"/>
          </a:xfrm>
          <a:custGeom>
            <a:avLst/>
            <a:gdLst/>
            <a:ahLst/>
            <a:cxnLst/>
            <a:rect l="l" t="t" r="r" b="b"/>
            <a:pathLst>
              <a:path w="653414" h="900972">
                <a:moveTo>
                  <a:pt x="534127" y="734793"/>
                </a:moveTo>
                <a:lnTo>
                  <a:pt x="653414" y="734793"/>
                </a:lnTo>
                <a:lnTo>
                  <a:pt x="487235" y="900972"/>
                </a:lnTo>
                <a:lnTo>
                  <a:pt x="487235" y="781685"/>
                </a:lnTo>
                <a:cubicBezTo>
                  <a:pt x="487235" y="755787"/>
                  <a:pt x="508229" y="734793"/>
                  <a:pt x="534127" y="734793"/>
                </a:cubicBezTo>
                <a:close/>
                <a:moveTo>
                  <a:pt x="0" y="0"/>
                </a:moveTo>
                <a:lnTo>
                  <a:pt x="645318" y="0"/>
                </a:lnTo>
                <a:lnTo>
                  <a:pt x="645318" y="699074"/>
                </a:lnTo>
                <a:lnTo>
                  <a:pt x="534126" y="699074"/>
                </a:lnTo>
                <a:cubicBezTo>
                  <a:pt x="489817" y="699074"/>
                  <a:pt x="453897" y="734994"/>
                  <a:pt x="453897" y="779303"/>
                </a:cubicBezTo>
                <a:lnTo>
                  <a:pt x="453897" y="889200"/>
                </a:lnTo>
                <a:lnTo>
                  <a:pt x="0" y="889200"/>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9" name="片側の 2 つの角を丸めた四角形 17"/>
          <p:cNvSpPr>
            <a:spLocks noChangeAspect="1"/>
          </p:cNvSpPr>
          <p:nvPr/>
        </p:nvSpPr>
        <p:spPr bwMode="gray">
          <a:xfrm>
            <a:off x="1058163" y="2690049"/>
            <a:ext cx="178171" cy="829902"/>
          </a:xfrm>
          <a:custGeom>
            <a:avLst/>
            <a:gdLst/>
            <a:ahLst/>
            <a:cxnLst/>
            <a:rect l="l" t="t" r="r" b="b"/>
            <a:pathLst>
              <a:path w="193019" h="899060">
                <a:moveTo>
                  <a:pt x="99640" y="415928"/>
                </a:moveTo>
                <a:lnTo>
                  <a:pt x="182983" y="415928"/>
                </a:lnTo>
                <a:lnTo>
                  <a:pt x="182983" y="657494"/>
                </a:lnTo>
                <a:cubicBezTo>
                  <a:pt x="182983" y="790907"/>
                  <a:pt x="164326" y="899060"/>
                  <a:pt x="141311" y="899060"/>
                </a:cubicBezTo>
                <a:cubicBezTo>
                  <a:pt x="118296" y="899060"/>
                  <a:pt x="99639" y="790907"/>
                  <a:pt x="99639" y="657494"/>
                </a:cubicBezTo>
                <a:close/>
                <a:moveTo>
                  <a:pt x="41812" y="33535"/>
                </a:moveTo>
                <a:cubicBezTo>
                  <a:pt x="55621" y="33535"/>
                  <a:pt x="66815" y="44729"/>
                  <a:pt x="66815" y="58538"/>
                </a:cubicBezTo>
                <a:lnTo>
                  <a:pt x="66815" y="332532"/>
                </a:lnTo>
                <a:cubicBezTo>
                  <a:pt x="66815" y="344537"/>
                  <a:pt x="58355" y="354566"/>
                  <a:pt x="46752" y="355489"/>
                </a:cubicBezTo>
                <a:cubicBezTo>
                  <a:pt x="47960" y="356405"/>
                  <a:pt x="48034" y="357486"/>
                  <a:pt x="48034" y="358584"/>
                </a:cubicBezTo>
                <a:cubicBezTo>
                  <a:pt x="48034" y="371848"/>
                  <a:pt x="37281" y="382601"/>
                  <a:pt x="24017" y="382601"/>
                </a:cubicBezTo>
                <a:cubicBezTo>
                  <a:pt x="10753" y="382601"/>
                  <a:pt x="0" y="371848"/>
                  <a:pt x="0" y="358584"/>
                </a:cubicBezTo>
                <a:cubicBezTo>
                  <a:pt x="0" y="347326"/>
                  <a:pt x="7747" y="337877"/>
                  <a:pt x="18584" y="336818"/>
                </a:cubicBezTo>
                <a:cubicBezTo>
                  <a:pt x="16950" y="335597"/>
                  <a:pt x="16809" y="334081"/>
                  <a:pt x="16809" y="332532"/>
                </a:cubicBezTo>
                <a:lnTo>
                  <a:pt x="16809" y="58538"/>
                </a:lnTo>
                <a:cubicBezTo>
                  <a:pt x="16809" y="44729"/>
                  <a:pt x="28003" y="33535"/>
                  <a:pt x="41812" y="33535"/>
                </a:cubicBezTo>
                <a:close/>
                <a:moveTo>
                  <a:pt x="122261" y="0"/>
                </a:moveTo>
                <a:lnTo>
                  <a:pt x="160362" y="0"/>
                </a:lnTo>
                <a:cubicBezTo>
                  <a:pt x="178398" y="0"/>
                  <a:pt x="193019" y="14621"/>
                  <a:pt x="193019" y="32657"/>
                </a:cubicBezTo>
                <a:lnTo>
                  <a:pt x="193019" y="389472"/>
                </a:lnTo>
                <a:lnTo>
                  <a:pt x="89604" y="389472"/>
                </a:lnTo>
                <a:lnTo>
                  <a:pt x="89604" y="32657"/>
                </a:lnTo>
                <a:cubicBezTo>
                  <a:pt x="89604" y="14621"/>
                  <a:pt x="104225" y="0"/>
                  <a:pt x="122261"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0" name="円/楕円 58"/>
          <p:cNvSpPr>
            <a:spLocks noChangeAspect="1"/>
          </p:cNvSpPr>
          <p:nvPr/>
        </p:nvSpPr>
        <p:spPr bwMode="gray">
          <a:xfrm>
            <a:off x="6793748" y="1625783"/>
            <a:ext cx="830769" cy="830769"/>
          </a:xfrm>
          <a:custGeom>
            <a:avLst/>
            <a:gdLst/>
            <a:ahLst/>
            <a:cxnLst/>
            <a:rect l="l" t="t" r="r" b="b"/>
            <a:pathLst>
              <a:path w="864000" h="864000">
                <a:moveTo>
                  <a:pt x="385830" y="734400"/>
                </a:moveTo>
                <a:lnTo>
                  <a:pt x="385830" y="826740"/>
                </a:lnTo>
                <a:lnTo>
                  <a:pt x="478170" y="826740"/>
                </a:lnTo>
                <a:lnTo>
                  <a:pt x="478170" y="734400"/>
                </a:lnTo>
                <a:close/>
                <a:moveTo>
                  <a:pt x="606822" y="682719"/>
                </a:moveTo>
                <a:lnTo>
                  <a:pt x="566837" y="705804"/>
                </a:lnTo>
                <a:lnTo>
                  <a:pt x="613007" y="785773"/>
                </a:lnTo>
                <a:lnTo>
                  <a:pt x="652992" y="762688"/>
                </a:lnTo>
                <a:close/>
                <a:moveTo>
                  <a:pt x="262481" y="682694"/>
                </a:moveTo>
                <a:lnTo>
                  <a:pt x="216311" y="762663"/>
                </a:lnTo>
                <a:lnTo>
                  <a:pt x="256295" y="785748"/>
                </a:lnTo>
                <a:lnTo>
                  <a:pt x="302465" y="705779"/>
                </a:lnTo>
                <a:close/>
                <a:moveTo>
                  <a:pt x="701630" y="571575"/>
                </a:moveTo>
                <a:lnTo>
                  <a:pt x="678545" y="611559"/>
                </a:lnTo>
                <a:lnTo>
                  <a:pt x="758514" y="657729"/>
                </a:lnTo>
                <a:lnTo>
                  <a:pt x="781599" y="617745"/>
                </a:lnTo>
                <a:close/>
                <a:moveTo>
                  <a:pt x="167672" y="571550"/>
                </a:moveTo>
                <a:lnTo>
                  <a:pt x="87703" y="617720"/>
                </a:lnTo>
                <a:lnTo>
                  <a:pt x="110788" y="657704"/>
                </a:lnTo>
                <a:lnTo>
                  <a:pt x="190757" y="611534"/>
                </a:lnTo>
                <a:close/>
                <a:moveTo>
                  <a:pt x="734569" y="385830"/>
                </a:moveTo>
                <a:lnTo>
                  <a:pt x="734569" y="478170"/>
                </a:lnTo>
                <a:lnTo>
                  <a:pt x="826909" y="478170"/>
                </a:lnTo>
                <a:lnTo>
                  <a:pt x="826909" y="385830"/>
                </a:lnTo>
                <a:close/>
                <a:moveTo>
                  <a:pt x="36000" y="385830"/>
                </a:moveTo>
                <a:lnTo>
                  <a:pt x="36000" y="478170"/>
                </a:lnTo>
                <a:lnTo>
                  <a:pt x="128340" y="478170"/>
                </a:lnTo>
                <a:lnTo>
                  <a:pt x="128340" y="385830"/>
                </a:lnTo>
                <a:close/>
                <a:moveTo>
                  <a:pt x="758514" y="209112"/>
                </a:moveTo>
                <a:lnTo>
                  <a:pt x="678545" y="255282"/>
                </a:lnTo>
                <a:lnTo>
                  <a:pt x="701630" y="295266"/>
                </a:lnTo>
                <a:lnTo>
                  <a:pt x="781599" y="249096"/>
                </a:lnTo>
                <a:close/>
                <a:moveTo>
                  <a:pt x="110788" y="209087"/>
                </a:moveTo>
                <a:lnTo>
                  <a:pt x="87703" y="249071"/>
                </a:lnTo>
                <a:lnTo>
                  <a:pt x="167672" y="295241"/>
                </a:lnTo>
                <a:lnTo>
                  <a:pt x="190757" y="255257"/>
                </a:lnTo>
                <a:close/>
                <a:moveTo>
                  <a:pt x="515438" y="123474"/>
                </a:moveTo>
                <a:lnTo>
                  <a:pt x="429745" y="378455"/>
                </a:lnTo>
                <a:cubicBezTo>
                  <a:pt x="400959" y="379238"/>
                  <a:pt x="378000" y="402938"/>
                  <a:pt x="378000" y="432000"/>
                </a:cubicBezTo>
                <a:cubicBezTo>
                  <a:pt x="378000" y="461823"/>
                  <a:pt x="402177" y="486000"/>
                  <a:pt x="432000" y="486000"/>
                </a:cubicBezTo>
                <a:cubicBezTo>
                  <a:pt x="443046" y="486000"/>
                  <a:pt x="453318" y="482683"/>
                  <a:pt x="461320" y="476160"/>
                </a:cubicBezTo>
                <a:lnTo>
                  <a:pt x="649162" y="564697"/>
                </a:lnTo>
                <a:lnTo>
                  <a:pt x="482556" y="449060"/>
                </a:lnTo>
                <a:cubicBezTo>
                  <a:pt x="485009" y="443848"/>
                  <a:pt x="486000" y="438040"/>
                  <a:pt x="486000" y="432000"/>
                </a:cubicBezTo>
                <a:cubicBezTo>
                  <a:pt x="486000" y="413494"/>
                  <a:pt x="476691" y="397162"/>
                  <a:pt x="461935" y="388255"/>
                </a:cubicBezTo>
                <a:close/>
                <a:moveTo>
                  <a:pt x="613007" y="81068"/>
                </a:moveTo>
                <a:lnTo>
                  <a:pt x="566837" y="161037"/>
                </a:lnTo>
                <a:lnTo>
                  <a:pt x="606822" y="184122"/>
                </a:lnTo>
                <a:lnTo>
                  <a:pt x="652992" y="104153"/>
                </a:lnTo>
                <a:close/>
                <a:moveTo>
                  <a:pt x="256295" y="81043"/>
                </a:moveTo>
                <a:lnTo>
                  <a:pt x="216311" y="104128"/>
                </a:lnTo>
                <a:lnTo>
                  <a:pt x="262481" y="184097"/>
                </a:lnTo>
                <a:lnTo>
                  <a:pt x="302465" y="161012"/>
                </a:lnTo>
                <a:close/>
                <a:moveTo>
                  <a:pt x="385830" y="36000"/>
                </a:moveTo>
                <a:lnTo>
                  <a:pt x="385830" y="128340"/>
                </a:lnTo>
                <a:lnTo>
                  <a:pt x="478170" y="128340"/>
                </a:lnTo>
                <a:lnTo>
                  <a:pt x="478170" y="36000"/>
                </a:lnTo>
                <a:close/>
                <a:moveTo>
                  <a:pt x="432000" y="0"/>
                </a:moveTo>
                <a:cubicBezTo>
                  <a:pt x="670587" y="0"/>
                  <a:pt x="864000" y="193413"/>
                  <a:pt x="864000" y="432000"/>
                </a:cubicBezTo>
                <a:cubicBezTo>
                  <a:pt x="864000" y="670587"/>
                  <a:pt x="670587" y="864000"/>
                  <a:pt x="432000" y="864000"/>
                </a:cubicBezTo>
                <a:cubicBezTo>
                  <a:pt x="193413" y="864000"/>
                  <a:pt x="0" y="670587"/>
                  <a:pt x="0" y="432000"/>
                </a:cubicBezTo>
                <a:cubicBezTo>
                  <a:pt x="0" y="193413"/>
                  <a:pt x="193413" y="0"/>
                  <a:pt x="432000"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1" name="片側の 2 つの角を丸めた四角形 30"/>
          <p:cNvSpPr>
            <a:spLocks noChangeAspect="1"/>
          </p:cNvSpPr>
          <p:nvPr/>
        </p:nvSpPr>
        <p:spPr bwMode="gray">
          <a:xfrm>
            <a:off x="5098559" y="2778836"/>
            <a:ext cx="830768" cy="737073"/>
          </a:xfrm>
          <a:custGeom>
            <a:avLst/>
            <a:gdLst/>
            <a:ahLst/>
            <a:cxnLst/>
            <a:rect l="l" t="t" r="r" b="b"/>
            <a:pathLst>
              <a:path w="899999" h="798496">
                <a:moveTo>
                  <a:pt x="301413" y="301827"/>
                </a:moveTo>
                <a:lnTo>
                  <a:pt x="301413" y="395427"/>
                </a:lnTo>
                <a:lnTo>
                  <a:pt x="598585" y="395427"/>
                </a:lnTo>
                <a:lnTo>
                  <a:pt x="598585" y="301827"/>
                </a:lnTo>
                <a:close/>
                <a:moveTo>
                  <a:pt x="49949" y="197052"/>
                </a:moveTo>
                <a:lnTo>
                  <a:pt x="850049" y="197052"/>
                </a:lnTo>
                <a:lnTo>
                  <a:pt x="850049" y="733973"/>
                </a:lnTo>
                <a:cubicBezTo>
                  <a:pt x="850049" y="769608"/>
                  <a:pt x="821161" y="798496"/>
                  <a:pt x="785526" y="798496"/>
                </a:cubicBezTo>
                <a:lnTo>
                  <a:pt x="114472" y="798496"/>
                </a:lnTo>
                <a:cubicBezTo>
                  <a:pt x="78837" y="798496"/>
                  <a:pt x="49949" y="769608"/>
                  <a:pt x="49949" y="733973"/>
                </a:cubicBezTo>
                <a:close/>
                <a:moveTo>
                  <a:pt x="24905" y="0"/>
                </a:moveTo>
                <a:lnTo>
                  <a:pt x="875094" y="0"/>
                </a:lnTo>
                <a:cubicBezTo>
                  <a:pt x="888849" y="0"/>
                  <a:pt x="899999" y="11150"/>
                  <a:pt x="899999" y="24905"/>
                </a:cubicBezTo>
                <a:lnTo>
                  <a:pt x="899999" y="149427"/>
                </a:lnTo>
                <a:lnTo>
                  <a:pt x="0" y="149427"/>
                </a:lnTo>
                <a:lnTo>
                  <a:pt x="0" y="24905"/>
                </a:lnTo>
                <a:cubicBezTo>
                  <a:pt x="0" y="11150"/>
                  <a:pt x="11150" y="0"/>
                  <a:pt x="2490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3" name="角丸四角形 42"/>
          <p:cNvSpPr>
            <a:spLocks noChangeAspect="1"/>
          </p:cNvSpPr>
          <p:nvPr/>
        </p:nvSpPr>
        <p:spPr bwMode="gray">
          <a:xfrm>
            <a:off x="3534227" y="2774792"/>
            <a:ext cx="830769" cy="830768"/>
          </a:xfrm>
          <a:custGeom>
            <a:avLst/>
            <a:gdLst/>
            <a:ahLst/>
            <a:cxnLst/>
            <a:rect l="l" t="t" r="r" b="b"/>
            <a:pathLst>
              <a:path w="900000" h="899999">
                <a:moveTo>
                  <a:pt x="100324" y="404956"/>
                </a:moveTo>
                <a:lnTo>
                  <a:pt x="100324" y="801000"/>
                </a:lnTo>
                <a:lnTo>
                  <a:pt x="799676" y="801000"/>
                </a:lnTo>
                <a:lnTo>
                  <a:pt x="799676" y="404956"/>
                </a:lnTo>
                <a:close/>
                <a:moveTo>
                  <a:pt x="93099" y="98530"/>
                </a:moveTo>
                <a:lnTo>
                  <a:pt x="141628" y="98530"/>
                </a:lnTo>
                <a:lnTo>
                  <a:pt x="141628" y="200925"/>
                </a:lnTo>
                <a:lnTo>
                  <a:pt x="308316" y="200925"/>
                </a:lnTo>
                <a:lnTo>
                  <a:pt x="308316" y="98530"/>
                </a:lnTo>
                <a:lnTo>
                  <a:pt x="591684" y="98530"/>
                </a:lnTo>
                <a:lnTo>
                  <a:pt x="591684" y="200925"/>
                </a:lnTo>
                <a:lnTo>
                  <a:pt x="758372" y="200925"/>
                </a:lnTo>
                <a:lnTo>
                  <a:pt x="758372" y="98530"/>
                </a:lnTo>
                <a:lnTo>
                  <a:pt x="806901" y="98530"/>
                </a:lnTo>
                <a:cubicBezTo>
                  <a:pt x="858318" y="98530"/>
                  <a:pt x="900000" y="140212"/>
                  <a:pt x="900000" y="191629"/>
                </a:cubicBezTo>
                <a:lnTo>
                  <a:pt x="900000" y="806900"/>
                </a:lnTo>
                <a:cubicBezTo>
                  <a:pt x="900000" y="858317"/>
                  <a:pt x="858318" y="899999"/>
                  <a:pt x="806901" y="899999"/>
                </a:cubicBezTo>
                <a:lnTo>
                  <a:pt x="93099" y="899999"/>
                </a:lnTo>
                <a:cubicBezTo>
                  <a:pt x="41682" y="899999"/>
                  <a:pt x="0" y="858317"/>
                  <a:pt x="0" y="806900"/>
                </a:cubicBezTo>
                <a:lnTo>
                  <a:pt x="0" y="191629"/>
                </a:lnTo>
                <a:cubicBezTo>
                  <a:pt x="0" y="140212"/>
                  <a:pt x="41682" y="98530"/>
                  <a:pt x="93099" y="98530"/>
                </a:cubicBezTo>
                <a:close/>
                <a:moveTo>
                  <a:pt x="638119" y="0"/>
                </a:moveTo>
                <a:lnTo>
                  <a:pt x="711938" y="0"/>
                </a:lnTo>
                <a:lnTo>
                  <a:pt x="711938" y="172350"/>
                </a:lnTo>
                <a:lnTo>
                  <a:pt x="638119" y="172350"/>
                </a:lnTo>
                <a:close/>
                <a:moveTo>
                  <a:pt x="188063" y="0"/>
                </a:moveTo>
                <a:lnTo>
                  <a:pt x="261882" y="0"/>
                </a:lnTo>
                <a:lnTo>
                  <a:pt x="261882" y="172350"/>
                </a:lnTo>
                <a:lnTo>
                  <a:pt x="188063" y="172350"/>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7" name="円/楕円 46"/>
          <p:cNvSpPr>
            <a:spLocks noChangeAspect="1"/>
          </p:cNvSpPr>
          <p:nvPr/>
        </p:nvSpPr>
        <p:spPr bwMode="gray">
          <a:xfrm>
            <a:off x="3673598" y="1625335"/>
            <a:ext cx="812437" cy="831666"/>
          </a:xfrm>
          <a:custGeom>
            <a:avLst/>
            <a:gdLst/>
            <a:ahLst/>
            <a:cxnLst/>
            <a:rect l="l" t="t" r="r" b="b"/>
            <a:pathLst>
              <a:path w="880140" h="900971">
                <a:moveTo>
                  <a:pt x="36988" y="826995"/>
                </a:moveTo>
                <a:lnTo>
                  <a:pt x="645777" y="826995"/>
                </a:lnTo>
                <a:cubicBezTo>
                  <a:pt x="666205" y="826995"/>
                  <a:pt x="682765" y="843555"/>
                  <a:pt x="682765" y="863983"/>
                </a:cubicBezTo>
                <a:cubicBezTo>
                  <a:pt x="682765" y="884411"/>
                  <a:pt x="666205" y="900971"/>
                  <a:pt x="645777" y="900971"/>
                </a:cubicBezTo>
                <a:lnTo>
                  <a:pt x="36988" y="900971"/>
                </a:lnTo>
                <a:cubicBezTo>
                  <a:pt x="16560" y="900971"/>
                  <a:pt x="0" y="884411"/>
                  <a:pt x="0" y="863983"/>
                </a:cubicBezTo>
                <a:cubicBezTo>
                  <a:pt x="0" y="843555"/>
                  <a:pt x="16560" y="826995"/>
                  <a:pt x="36988" y="826995"/>
                </a:cubicBezTo>
                <a:close/>
                <a:moveTo>
                  <a:pt x="682766" y="256046"/>
                </a:moveTo>
                <a:lnTo>
                  <a:pt x="682766" y="523245"/>
                </a:lnTo>
                <a:cubicBezTo>
                  <a:pt x="745917" y="519764"/>
                  <a:pt x="795622" y="461173"/>
                  <a:pt x="795622" y="389645"/>
                </a:cubicBezTo>
                <a:cubicBezTo>
                  <a:pt x="795622" y="318117"/>
                  <a:pt x="745917" y="259526"/>
                  <a:pt x="682766" y="256046"/>
                </a:cubicBezTo>
                <a:close/>
                <a:moveTo>
                  <a:pt x="2" y="0"/>
                </a:moveTo>
                <a:lnTo>
                  <a:pt x="682766" y="0"/>
                </a:lnTo>
                <a:lnTo>
                  <a:pt x="682766" y="170829"/>
                </a:lnTo>
                <a:cubicBezTo>
                  <a:pt x="683073" y="170726"/>
                  <a:pt x="683380" y="170725"/>
                  <a:pt x="683687" y="170725"/>
                </a:cubicBezTo>
                <a:cubicBezTo>
                  <a:pt x="792185" y="170725"/>
                  <a:pt x="880140" y="268739"/>
                  <a:pt x="880140" y="389645"/>
                </a:cubicBezTo>
                <a:cubicBezTo>
                  <a:pt x="880140" y="510551"/>
                  <a:pt x="792185" y="608565"/>
                  <a:pt x="683687" y="608565"/>
                </a:cubicBezTo>
                <a:lnTo>
                  <a:pt x="682766" y="608462"/>
                </a:lnTo>
                <a:lnTo>
                  <a:pt x="682766" y="705754"/>
                </a:lnTo>
                <a:cubicBezTo>
                  <a:pt x="682766" y="750713"/>
                  <a:pt x="646319" y="787160"/>
                  <a:pt x="601360" y="787160"/>
                </a:cubicBezTo>
                <a:lnTo>
                  <a:pt x="81408" y="787160"/>
                </a:lnTo>
                <a:cubicBezTo>
                  <a:pt x="36449" y="787160"/>
                  <a:pt x="2" y="750713"/>
                  <a:pt x="2" y="705754"/>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9" name="角丸四角形 7"/>
          <p:cNvSpPr>
            <a:spLocks noChangeAspect="1"/>
          </p:cNvSpPr>
          <p:nvPr/>
        </p:nvSpPr>
        <p:spPr bwMode="gray">
          <a:xfrm>
            <a:off x="1969896" y="2864445"/>
            <a:ext cx="830768" cy="720095"/>
          </a:xfrm>
          <a:custGeom>
            <a:avLst/>
            <a:gdLst/>
            <a:ahLst/>
            <a:cxnLst/>
            <a:rect l="l" t="t" r="r" b="b"/>
            <a:pathLst>
              <a:path w="899999" h="780103">
                <a:moveTo>
                  <a:pt x="256190" y="390052"/>
                </a:moveTo>
                <a:lnTo>
                  <a:pt x="189252" y="693009"/>
                </a:lnTo>
                <a:lnTo>
                  <a:pt x="710746" y="693009"/>
                </a:lnTo>
                <a:lnTo>
                  <a:pt x="643808" y="390052"/>
                </a:lnTo>
                <a:close/>
                <a:moveTo>
                  <a:pt x="53182" y="276291"/>
                </a:moveTo>
                <a:lnTo>
                  <a:pt x="846817" y="276291"/>
                </a:lnTo>
                <a:cubicBezTo>
                  <a:pt x="876189" y="276291"/>
                  <a:pt x="899999" y="300101"/>
                  <a:pt x="899999" y="329473"/>
                </a:cubicBezTo>
                <a:lnTo>
                  <a:pt x="899999" y="499334"/>
                </a:lnTo>
                <a:cubicBezTo>
                  <a:pt x="899999" y="528706"/>
                  <a:pt x="876189" y="552516"/>
                  <a:pt x="846817" y="552516"/>
                </a:cubicBezTo>
                <a:lnTo>
                  <a:pt x="764069" y="552516"/>
                </a:lnTo>
                <a:lnTo>
                  <a:pt x="800043" y="780103"/>
                </a:lnTo>
                <a:lnTo>
                  <a:pt x="99955" y="780103"/>
                </a:lnTo>
                <a:lnTo>
                  <a:pt x="135929" y="552516"/>
                </a:lnTo>
                <a:lnTo>
                  <a:pt x="53182" y="552516"/>
                </a:lnTo>
                <a:cubicBezTo>
                  <a:pt x="23810" y="552516"/>
                  <a:pt x="0" y="528706"/>
                  <a:pt x="0" y="499334"/>
                </a:cubicBezTo>
                <a:lnTo>
                  <a:pt x="0" y="329473"/>
                </a:lnTo>
                <a:cubicBezTo>
                  <a:pt x="0" y="300101"/>
                  <a:pt x="23810" y="276291"/>
                  <a:pt x="53182" y="276291"/>
                </a:cubicBezTo>
                <a:close/>
                <a:moveTo>
                  <a:pt x="274816" y="0"/>
                </a:moveTo>
                <a:lnTo>
                  <a:pt x="625182" y="0"/>
                </a:lnTo>
                <a:lnTo>
                  <a:pt x="625182" y="138175"/>
                </a:lnTo>
                <a:lnTo>
                  <a:pt x="681880" y="138175"/>
                </a:lnTo>
                <a:lnTo>
                  <a:pt x="853199" y="193911"/>
                </a:lnTo>
                <a:lnTo>
                  <a:pt x="850523" y="193911"/>
                </a:lnTo>
                <a:cubicBezTo>
                  <a:pt x="856382" y="194731"/>
                  <a:pt x="860399" y="199936"/>
                  <a:pt x="860399" y="206078"/>
                </a:cubicBezTo>
                <a:lnTo>
                  <a:pt x="860399" y="214504"/>
                </a:lnTo>
                <a:cubicBezTo>
                  <a:pt x="860399" y="222118"/>
                  <a:pt x="854226" y="228291"/>
                  <a:pt x="846612" y="228291"/>
                </a:cubicBezTo>
                <a:lnTo>
                  <a:pt x="53386" y="228291"/>
                </a:lnTo>
                <a:cubicBezTo>
                  <a:pt x="45772" y="228291"/>
                  <a:pt x="39599" y="222118"/>
                  <a:pt x="39599" y="214504"/>
                </a:cubicBezTo>
                <a:lnTo>
                  <a:pt x="39599" y="206078"/>
                </a:lnTo>
                <a:cubicBezTo>
                  <a:pt x="39599" y="199936"/>
                  <a:pt x="43616" y="194731"/>
                  <a:pt x="49475" y="193911"/>
                </a:cubicBezTo>
                <a:lnTo>
                  <a:pt x="46799" y="193911"/>
                </a:lnTo>
                <a:lnTo>
                  <a:pt x="218118" y="138175"/>
                </a:lnTo>
                <a:lnTo>
                  <a:pt x="274816" y="138175"/>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0" name="円/楕円 11"/>
          <p:cNvSpPr>
            <a:spLocks noChangeAspect="1"/>
          </p:cNvSpPr>
          <p:nvPr/>
        </p:nvSpPr>
        <p:spPr bwMode="gray">
          <a:xfrm>
            <a:off x="5365094" y="4018423"/>
            <a:ext cx="697344" cy="697846"/>
          </a:xfrm>
          <a:custGeom>
            <a:avLst/>
            <a:gdLst/>
            <a:ahLst/>
            <a:cxnLst/>
            <a:rect l="l" t="t" r="r" b="b"/>
            <a:pathLst>
              <a:path w="900860" h="901509">
                <a:moveTo>
                  <a:pt x="122266" y="613873"/>
                </a:moveTo>
                <a:lnTo>
                  <a:pt x="96215" y="639924"/>
                </a:lnTo>
                <a:lnTo>
                  <a:pt x="71315" y="732852"/>
                </a:lnTo>
                <a:cubicBezTo>
                  <a:pt x="114384" y="753345"/>
                  <a:pt x="148994" y="787955"/>
                  <a:pt x="170846" y="830359"/>
                </a:cubicBezTo>
                <a:lnTo>
                  <a:pt x="256502" y="813218"/>
                </a:lnTo>
                <a:lnTo>
                  <a:pt x="286657" y="783063"/>
                </a:lnTo>
                <a:cubicBezTo>
                  <a:pt x="269058" y="699017"/>
                  <a:pt x="205432" y="632239"/>
                  <a:pt x="122266" y="613873"/>
                </a:cubicBezTo>
                <a:close/>
                <a:moveTo>
                  <a:pt x="687631" y="0"/>
                </a:moveTo>
                <a:cubicBezTo>
                  <a:pt x="805059" y="9179"/>
                  <a:pt x="897605" y="105816"/>
                  <a:pt x="900860" y="224900"/>
                </a:cubicBezTo>
                <a:lnTo>
                  <a:pt x="677823" y="447560"/>
                </a:lnTo>
                <a:lnTo>
                  <a:pt x="677821" y="447558"/>
                </a:lnTo>
                <a:lnTo>
                  <a:pt x="279032" y="845672"/>
                </a:lnTo>
                <a:lnTo>
                  <a:pt x="0" y="901509"/>
                </a:lnTo>
                <a:lnTo>
                  <a:pt x="46018" y="640523"/>
                </a:lnTo>
                <a:lnTo>
                  <a:pt x="644966" y="42591"/>
                </a:lnTo>
                <a:lnTo>
                  <a:pt x="644967" y="4259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正方形/長方形 33"/>
          <p:cNvSpPr>
            <a:spLocks noChangeAspect="1"/>
          </p:cNvSpPr>
          <p:nvPr/>
        </p:nvSpPr>
        <p:spPr bwMode="gray">
          <a:xfrm>
            <a:off x="2401264" y="3952033"/>
            <a:ext cx="829465" cy="830627"/>
          </a:xfrm>
          <a:custGeom>
            <a:avLst/>
            <a:gdLst/>
            <a:ahLst/>
            <a:cxnLst/>
            <a:rect l="l" t="t" r="r" b="b"/>
            <a:pathLst>
              <a:path w="898587" h="899846">
                <a:moveTo>
                  <a:pt x="139045" y="479539"/>
                </a:moveTo>
                <a:lnTo>
                  <a:pt x="341822" y="561466"/>
                </a:lnTo>
                <a:cubicBezTo>
                  <a:pt x="341298" y="586719"/>
                  <a:pt x="340775" y="611971"/>
                  <a:pt x="340251" y="637224"/>
                </a:cubicBezTo>
                <a:lnTo>
                  <a:pt x="137474" y="555296"/>
                </a:lnTo>
                <a:cubicBezTo>
                  <a:pt x="137998" y="530044"/>
                  <a:pt x="138521" y="504791"/>
                  <a:pt x="139045" y="479539"/>
                </a:cubicBezTo>
                <a:close/>
                <a:moveTo>
                  <a:pt x="759547" y="478495"/>
                </a:moveTo>
                <a:cubicBezTo>
                  <a:pt x="760070" y="503747"/>
                  <a:pt x="760594" y="529000"/>
                  <a:pt x="761117" y="554252"/>
                </a:cubicBezTo>
                <a:lnTo>
                  <a:pt x="558341" y="636180"/>
                </a:lnTo>
                <a:cubicBezTo>
                  <a:pt x="557817" y="610927"/>
                  <a:pt x="557294" y="585675"/>
                  <a:pt x="556770" y="560422"/>
                </a:cubicBezTo>
                <a:close/>
                <a:moveTo>
                  <a:pt x="141426" y="269989"/>
                </a:moveTo>
                <a:lnTo>
                  <a:pt x="344203" y="351916"/>
                </a:lnTo>
                <a:cubicBezTo>
                  <a:pt x="343679" y="377169"/>
                  <a:pt x="343156" y="402421"/>
                  <a:pt x="342632" y="427674"/>
                </a:cubicBezTo>
                <a:lnTo>
                  <a:pt x="139855" y="345746"/>
                </a:lnTo>
                <a:cubicBezTo>
                  <a:pt x="140379" y="320494"/>
                  <a:pt x="140902" y="295241"/>
                  <a:pt x="141426" y="269989"/>
                </a:cubicBezTo>
                <a:close/>
                <a:moveTo>
                  <a:pt x="757166" y="268945"/>
                </a:moveTo>
                <a:cubicBezTo>
                  <a:pt x="757689" y="294197"/>
                  <a:pt x="758213" y="319450"/>
                  <a:pt x="758736" y="344702"/>
                </a:cubicBezTo>
                <a:lnTo>
                  <a:pt x="555960" y="426630"/>
                </a:lnTo>
                <a:cubicBezTo>
                  <a:pt x="555436" y="401377"/>
                  <a:pt x="554913" y="376125"/>
                  <a:pt x="554389" y="350872"/>
                </a:cubicBezTo>
                <a:close/>
                <a:moveTo>
                  <a:pt x="820799" y="113068"/>
                </a:moveTo>
                <a:lnTo>
                  <a:pt x="499300" y="242962"/>
                </a:lnTo>
                <a:lnTo>
                  <a:pt x="499300" y="791421"/>
                </a:lnTo>
                <a:lnTo>
                  <a:pt x="820800" y="661526"/>
                </a:lnTo>
                <a:cubicBezTo>
                  <a:pt x="820800" y="478707"/>
                  <a:pt x="820799" y="295887"/>
                  <a:pt x="820799" y="113068"/>
                </a:cubicBezTo>
                <a:close/>
                <a:moveTo>
                  <a:pt x="77788" y="113066"/>
                </a:moveTo>
                <a:cubicBezTo>
                  <a:pt x="77788" y="295886"/>
                  <a:pt x="77787" y="478705"/>
                  <a:pt x="77787" y="661525"/>
                </a:cubicBezTo>
                <a:lnTo>
                  <a:pt x="399287" y="791419"/>
                </a:lnTo>
                <a:lnTo>
                  <a:pt x="399287" y="242960"/>
                </a:lnTo>
                <a:close/>
                <a:moveTo>
                  <a:pt x="859693" y="0"/>
                </a:moveTo>
                <a:cubicBezTo>
                  <a:pt x="881174" y="0"/>
                  <a:pt x="898587" y="17413"/>
                  <a:pt x="898587" y="38894"/>
                </a:cubicBezTo>
                <a:lnTo>
                  <a:pt x="898587" y="696650"/>
                </a:lnTo>
                <a:lnTo>
                  <a:pt x="895352" y="704461"/>
                </a:lnTo>
                <a:cubicBezTo>
                  <a:pt x="895885" y="707249"/>
                  <a:pt x="894914" y="709550"/>
                  <a:pt x="892588" y="711135"/>
                </a:cubicBezTo>
                <a:cubicBezTo>
                  <a:pt x="891295" y="721405"/>
                  <a:pt x="883924" y="728661"/>
                  <a:pt x="873617" y="729777"/>
                </a:cubicBezTo>
                <a:lnTo>
                  <a:pt x="872477" y="730897"/>
                </a:lnTo>
                <a:lnTo>
                  <a:pt x="468649" y="894054"/>
                </a:lnTo>
                <a:cubicBezTo>
                  <a:pt x="462199" y="896660"/>
                  <a:pt x="457862" y="902307"/>
                  <a:pt x="451677" y="898648"/>
                </a:cubicBezTo>
                <a:cubicBezTo>
                  <a:pt x="445492" y="902307"/>
                  <a:pt x="436392" y="896660"/>
                  <a:pt x="429942" y="894054"/>
                </a:cubicBezTo>
                <a:lnTo>
                  <a:pt x="39540" y="736321"/>
                </a:lnTo>
                <a:cubicBezTo>
                  <a:pt x="39327" y="736587"/>
                  <a:pt x="39110" y="736589"/>
                  <a:pt x="38893" y="736589"/>
                </a:cubicBezTo>
                <a:lnTo>
                  <a:pt x="38894" y="736588"/>
                </a:lnTo>
                <a:cubicBezTo>
                  <a:pt x="22259" y="736588"/>
                  <a:pt x="8063" y="726145"/>
                  <a:pt x="5268" y="710411"/>
                </a:cubicBezTo>
                <a:cubicBezTo>
                  <a:pt x="3576" y="709242"/>
                  <a:pt x="2873" y="707579"/>
                  <a:pt x="3249" y="705538"/>
                </a:cubicBezTo>
                <a:cubicBezTo>
                  <a:pt x="311" y="703360"/>
                  <a:pt x="0" y="700563"/>
                  <a:pt x="0" y="697694"/>
                </a:cubicBezTo>
                <a:lnTo>
                  <a:pt x="0" y="39938"/>
                </a:lnTo>
                <a:cubicBezTo>
                  <a:pt x="0" y="18457"/>
                  <a:pt x="17413" y="1044"/>
                  <a:pt x="38894" y="1044"/>
                </a:cubicBezTo>
                <a:lnTo>
                  <a:pt x="42760" y="2645"/>
                </a:lnTo>
                <a:cubicBezTo>
                  <a:pt x="51121" y="402"/>
                  <a:pt x="60101" y="1242"/>
                  <a:pt x="68673" y="4705"/>
                </a:cubicBezTo>
                <a:lnTo>
                  <a:pt x="449296" y="158486"/>
                </a:lnTo>
                <a:lnTo>
                  <a:pt x="829918" y="4705"/>
                </a:lnTo>
                <a:cubicBezTo>
                  <a:pt x="837916" y="1474"/>
                  <a:pt x="846270" y="526"/>
                  <a:pt x="854163" y="2291"/>
                </a:cubicBezTo>
                <a:cubicBezTo>
                  <a:pt x="855779" y="147"/>
                  <a:pt x="857719" y="0"/>
                  <a:pt x="859693"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角丸四角形 40"/>
          <p:cNvSpPr>
            <a:spLocks noChangeAspect="1"/>
          </p:cNvSpPr>
          <p:nvPr/>
        </p:nvSpPr>
        <p:spPr bwMode="gray">
          <a:xfrm>
            <a:off x="944614" y="5149070"/>
            <a:ext cx="610331" cy="830002"/>
          </a:xfrm>
          <a:custGeom>
            <a:avLst/>
            <a:gdLst/>
            <a:ahLst/>
            <a:cxnLst/>
            <a:rect l="l" t="t" r="r" b="b"/>
            <a:pathLst>
              <a:path w="661192" h="899169">
                <a:moveTo>
                  <a:pt x="223006" y="268677"/>
                </a:moveTo>
                <a:lnTo>
                  <a:pt x="439328" y="268677"/>
                </a:lnTo>
                <a:cubicBezTo>
                  <a:pt x="511435" y="268677"/>
                  <a:pt x="367398" y="405381"/>
                  <a:pt x="331344" y="405381"/>
                </a:cubicBezTo>
                <a:cubicBezTo>
                  <a:pt x="283120" y="392655"/>
                  <a:pt x="150899" y="268677"/>
                  <a:pt x="223006" y="268677"/>
                </a:cubicBezTo>
                <a:close/>
                <a:moveTo>
                  <a:pt x="83452" y="100769"/>
                </a:moveTo>
                <a:lnTo>
                  <a:pt x="83452" y="160466"/>
                </a:lnTo>
                <a:cubicBezTo>
                  <a:pt x="83452" y="290054"/>
                  <a:pt x="173267" y="397431"/>
                  <a:pt x="290831" y="414462"/>
                </a:cubicBezTo>
                <a:cubicBezTo>
                  <a:pt x="302002" y="420481"/>
                  <a:pt x="308319" y="433921"/>
                  <a:pt x="308319" y="449169"/>
                </a:cubicBezTo>
                <a:cubicBezTo>
                  <a:pt x="308319" y="467075"/>
                  <a:pt x="299607" y="482489"/>
                  <a:pt x="285530" y="486566"/>
                </a:cubicBezTo>
                <a:cubicBezTo>
                  <a:pt x="172863" y="507935"/>
                  <a:pt x="88140" y="612843"/>
                  <a:pt x="88140" y="738704"/>
                </a:cubicBezTo>
                <a:lnTo>
                  <a:pt x="88140" y="798400"/>
                </a:lnTo>
                <a:lnTo>
                  <a:pt x="134117" y="798400"/>
                </a:lnTo>
                <a:cubicBezTo>
                  <a:pt x="166658" y="667209"/>
                  <a:pt x="215105" y="588094"/>
                  <a:pt x="330596" y="575376"/>
                </a:cubicBezTo>
                <a:cubicBezTo>
                  <a:pt x="450290" y="592327"/>
                  <a:pt x="495439" y="668094"/>
                  <a:pt x="527303" y="798400"/>
                </a:cubicBezTo>
                <a:lnTo>
                  <a:pt x="577740" y="798400"/>
                </a:lnTo>
                <a:lnTo>
                  <a:pt x="577740" y="738704"/>
                </a:lnTo>
                <a:cubicBezTo>
                  <a:pt x="577740" y="607315"/>
                  <a:pt x="485411" y="498760"/>
                  <a:pt x="365488" y="483917"/>
                </a:cubicBezTo>
                <a:cubicBezTo>
                  <a:pt x="354697" y="478277"/>
                  <a:pt x="348489" y="465642"/>
                  <a:pt x="348596" y="451171"/>
                </a:cubicBezTo>
                <a:lnTo>
                  <a:pt x="348596" y="447167"/>
                </a:lnTo>
                <a:cubicBezTo>
                  <a:pt x="348488" y="432729"/>
                  <a:pt x="354669" y="420118"/>
                  <a:pt x="365420" y="414456"/>
                </a:cubicBezTo>
                <a:cubicBezTo>
                  <a:pt x="483114" y="397578"/>
                  <a:pt x="573052" y="290142"/>
                  <a:pt x="573052" y="160466"/>
                </a:cubicBezTo>
                <a:lnTo>
                  <a:pt x="573052" y="100769"/>
                </a:lnTo>
                <a:close/>
                <a:moveTo>
                  <a:pt x="38226" y="0"/>
                </a:moveTo>
                <a:lnTo>
                  <a:pt x="622966" y="0"/>
                </a:lnTo>
                <a:cubicBezTo>
                  <a:pt x="644078" y="0"/>
                  <a:pt x="661192" y="17114"/>
                  <a:pt x="661192" y="38226"/>
                </a:cubicBezTo>
                <a:lnTo>
                  <a:pt x="661192" y="62543"/>
                </a:lnTo>
                <a:cubicBezTo>
                  <a:pt x="661192" y="83655"/>
                  <a:pt x="644078" y="100769"/>
                  <a:pt x="622966" y="100769"/>
                </a:cubicBezTo>
                <a:lnTo>
                  <a:pt x="609241" y="100769"/>
                </a:lnTo>
                <a:lnTo>
                  <a:pt x="609241" y="160466"/>
                </a:lnTo>
                <a:cubicBezTo>
                  <a:pt x="609241" y="303172"/>
                  <a:pt x="512584" y="422195"/>
                  <a:pt x="384190" y="449337"/>
                </a:cubicBezTo>
                <a:cubicBezTo>
                  <a:pt x="514954" y="474142"/>
                  <a:pt x="613929" y="594297"/>
                  <a:pt x="613929" y="738704"/>
                </a:cubicBezTo>
                <a:lnTo>
                  <a:pt x="613929" y="798400"/>
                </a:lnTo>
                <a:lnTo>
                  <a:pt x="622966" y="798400"/>
                </a:lnTo>
                <a:cubicBezTo>
                  <a:pt x="644078" y="798400"/>
                  <a:pt x="661192" y="815514"/>
                  <a:pt x="661192" y="836626"/>
                </a:cubicBezTo>
                <a:lnTo>
                  <a:pt x="661192" y="860943"/>
                </a:lnTo>
                <a:cubicBezTo>
                  <a:pt x="661192" y="882055"/>
                  <a:pt x="644078" y="899169"/>
                  <a:pt x="622966" y="899169"/>
                </a:cubicBezTo>
                <a:lnTo>
                  <a:pt x="38226" y="899169"/>
                </a:lnTo>
                <a:cubicBezTo>
                  <a:pt x="17114" y="899169"/>
                  <a:pt x="0" y="882055"/>
                  <a:pt x="0" y="860943"/>
                </a:cubicBezTo>
                <a:lnTo>
                  <a:pt x="0" y="836626"/>
                </a:lnTo>
                <a:cubicBezTo>
                  <a:pt x="0" y="815514"/>
                  <a:pt x="17114" y="798400"/>
                  <a:pt x="38226" y="798400"/>
                </a:cubicBezTo>
                <a:lnTo>
                  <a:pt x="51951" y="798400"/>
                </a:lnTo>
                <a:lnTo>
                  <a:pt x="51951" y="738704"/>
                </a:lnTo>
                <a:cubicBezTo>
                  <a:pt x="51951" y="595998"/>
                  <a:pt x="148608" y="476976"/>
                  <a:pt x="277002" y="449833"/>
                </a:cubicBezTo>
                <a:cubicBezTo>
                  <a:pt x="146238" y="425029"/>
                  <a:pt x="47263" y="304873"/>
                  <a:pt x="47263" y="160466"/>
                </a:cubicBezTo>
                <a:lnTo>
                  <a:pt x="47263" y="100769"/>
                </a:lnTo>
                <a:lnTo>
                  <a:pt x="38226" y="100769"/>
                </a:lnTo>
                <a:cubicBezTo>
                  <a:pt x="17114" y="100769"/>
                  <a:pt x="0" y="83655"/>
                  <a:pt x="0" y="62543"/>
                </a:cubicBezTo>
                <a:lnTo>
                  <a:pt x="0" y="38226"/>
                </a:lnTo>
                <a:cubicBezTo>
                  <a:pt x="0" y="17114"/>
                  <a:pt x="17114" y="0"/>
                  <a:pt x="3822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正方形/長方形 56"/>
          <p:cNvSpPr>
            <a:spLocks noChangeAspect="1"/>
          </p:cNvSpPr>
          <p:nvPr/>
        </p:nvSpPr>
        <p:spPr bwMode="gray">
          <a:xfrm>
            <a:off x="6829167" y="3982296"/>
            <a:ext cx="719654" cy="770100"/>
          </a:xfrm>
          <a:custGeom>
            <a:avLst/>
            <a:gdLst/>
            <a:ahLst/>
            <a:cxnLst/>
            <a:rect l="l" t="t" r="r" b="b"/>
            <a:pathLst>
              <a:path w="779625" h="834275">
                <a:moveTo>
                  <a:pt x="580900" y="0"/>
                </a:moveTo>
                <a:cubicBezTo>
                  <a:pt x="622359" y="0"/>
                  <a:pt x="663819" y="15816"/>
                  <a:pt x="695451" y="47448"/>
                </a:cubicBezTo>
                <a:cubicBezTo>
                  <a:pt x="758716" y="110713"/>
                  <a:pt x="758716" y="213286"/>
                  <a:pt x="695451" y="276551"/>
                </a:cubicBezTo>
                <a:lnTo>
                  <a:pt x="294539" y="677463"/>
                </a:lnTo>
                <a:lnTo>
                  <a:pt x="294432" y="677356"/>
                </a:lnTo>
                <a:cubicBezTo>
                  <a:pt x="276160" y="695628"/>
                  <a:pt x="257888" y="713900"/>
                  <a:pt x="239617" y="732171"/>
                </a:cubicBezTo>
                <a:cubicBezTo>
                  <a:pt x="201489" y="770299"/>
                  <a:pt x="139672" y="770299"/>
                  <a:pt x="101544" y="732171"/>
                </a:cubicBezTo>
                <a:lnTo>
                  <a:pt x="101546" y="732171"/>
                </a:lnTo>
                <a:cubicBezTo>
                  <a:pt x="63418" y="694043"/>
                  <a:pt x="63418" y="632227"/>
                  <a:pt x="101546" y="594099"/>
                </a:cubicBezTo>
                <a:lnTo>
                  <a:pt x="371141" y="324503"/>
                </a:lnTo>
                <a:lnTo>
                  <a:pt x="371142" y="324504"/>
                </a:lnTo>
                <a:lnTo>
                  <a:pt x="422060" y="273586"/>
                </a:lnTo>
                <a:cubicBezTo>
                  <a:pt x="436120" y="259526"/>
                  <a:pt x="458917" y="259526"/>
                  <a:pt x="472977" y="273586"/>
                </a:cubicBezTo>
                <a:cubicBezTo>
                  <a:pt x="487037" y="287647"/>
                  <a:pt x="487037" y="310444"/>
                  <a:pt x="472977" y="324504"/>
                </a:cubicBezTo>
                <a:lnTo>
                  <a:pt x="422060" y="375421"/>
                </a:lnTo>
                <a:lnTo>
                  <a:pt x="422358" y="375720"/>
                </a:lnTo>
                <a:lnTo>
                  <a:pt x="152457" y="645621"/>
                </a:lnTo>
                <a:cubicBezTo>
                  <a:pt x="142615" y="655462"/>
                  <a:pt x="142615" y="671417"/>
                  <a:pt x="152457" y="681259"/>
                </a:cubicBezTo>
                <a:cubicBezTo>
                  <a:pt x="162298" y="691100"/>
                  <a:pt x="178253" y="691100"/>
                  <a:pt x="188095" y="681259"/>
                </a:cubicBezTo>
                <a:lnTo>
                  <a:pt x="457996" y="411358"/>
                </a:lnTo>
                <a:lnTo>
                  <a:pt x="458408" y="411770"/>
                </a:lnTo>
                <a:lnTo>
                  <a:pt x="644539" y="225639"/>
                </a:lnTo>
                <a:cubicBezTo>
                  <a:pt x="679687" y="190492"/>
                  <a:pt x="679687" y="133507"/>
                  <a:pt x="644539" y="98360"/>
                </a:cubicBezTo>
                <a:cubicBezTo>
                  <a:pt x="609392" y="63212"/>
                  <a:pt x="552408" y="63212"/>
                  <a:pt x="517260" y="98360"/>
                </a:cubicBezTo>
                <a:lnTo>
                  <a:pt x="116348" y="499272"/>
                </a:lnTo>
                <a:lnTo>
                  <a:pt x="116215" y="499139"/>
                </a:lnTo>
                <a:lnTo>
                  <a:pt x="50911" y="564442"/>
                </a:lnTo>
                <a:cubicBezTo>
                  <a:pt x="-9542" y="624895"/>
                  <a:pt x="-9542" y="722909"/>
                  <a:pt x="50911" y="783362"/>
                </a:cubicBezTo>
                <a:cubicBezTo>
                  <a:pt x="111365" y="843816"/>
                  <a:pt x="209379" y="843816"/>
                  <a:pt x="269832" y="783362"/>
                </a:cubicBezTo>
                <a:lnTo>
                  <a:pt x="626453" y="426742"/>
                </a:lnTo>
                <a:cubicBezTo>
                  <a:pt x="626392" y="426215"/>
                  <a:pt x="626630" y="425970"/>
                  <a:pt x="626873" y="425728"/>
                </a:cubicBezTo>
                <a:lnTo>
                  <a:pt x="728708" y="323893"/>
                </a:lnTo>
                <a:cubicBezTo>
                  <a:pt x="742768" y="309833"/>
                  <a:pt x="765565" y="309833"/>
                  <a:pt x="779625" y="323893"/>
                </a:cubicBezTo>
                <a:cubicBezTo>
                  <a:pt x="793685" y="337953"/>
                  <a:pt x="793685" y="360750"/>
                  <a:pt x="779625" y="374810"/>
                </a:cubicBezTo>
                <a:lnTo>
                  <a:pt x="716719" y="437717"/>
                </a:lnTo>
                <a:lnTo>
                  <a:pt x="716877" y="437875"/>
                </a:lnTo>
                <a:lnTo>
                  <a:pt x="320478" y="834275"/>
                </a:lnTo>
                <a:cubicBezTo>
                  <a:pt x="231981" y="922772"/>
                  <a:pt x="88497" y="922772"/>
                  <a:pt x="0" y="834275"/>
                </a:cubicBezTo>
                <a:cubicBezTo>
                  <a:pt x="-88498" y="745777"/>
                  <a:pt x="-88498" y="602294"/>
                  <a:pt x="0" y="513796"/>
                </a:cubicBezTo>
                <a:lnTo>
                  <a:pt x="65437" y="448360"/>
                </a:lnTo>
                <a:lnTo>
                  <a:pt x="396399" y="117397"/>
                </a:lnTo>
                <a:lnTo>
                  <a:pt x="466348" y="47448"/>
                </a:lnTo>
                <a:cubicBezTo>
                  <a:pt x="497981" y="15816"/>
                  <a:pt x="539440" y="0"/>
                  <a:pt x="5809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片側の 2 つの角を丸めた四角形 59"/>
          <p:cNvSpPr>
            <a:spLocks noChangeAspect="1"/>
          </p:cNvSpPr>
          <p:nvPr/>
        </p:nvSpPr>
        <p:spPr bwMode="gray">
          <a:xfrm>
            <a:off x="6662889" y="2843423"/>
            <a:ext cx="830374" cy="663489"/>
          </a:xfrm>
          <a:custGeom>
            <a:avLst/>
            <a:gdLst/>
            <a:ahLst/>
            <a:cxnLst/>
            <a:rect l="l" t="t" r="r" b="b"/>
            <a:pathLst>
              <a:path w="899572" h="718780">
                <a:moveTo>
                  <a:pt x="55601" y="221262"/>
                </a:moveTo>
                <a:cubicBezTo>
                  <a:pt x="65235" y="221438"/>
                  <a:pt x="74140" y="222111"/>
                  <a:pt x="80362" y="222111"/>
                </a:cubicBezTo>
                <a:lnTo>
                  <a:pt x="818226" y="222111"/>
                </a:lnTo>
                <a:cubicBezTo>
                  <a:pt x="843116" y="222111"/>
                  <a:pt x="906156" y="213714"/>
                  <a:pt x="899012" y="262417"/>
                </a:cubicBezTo>
                <a:lnTo>
                  <a:pt x="863294" y="673712"/>
                </a:lnTo>
                <a:cubicBezTo>
                  <a:pt x="863294" y="698602"/>
                  <a:pt x="843116" y="718780"/>
                  <a:pt x="818226" y="718780"/>
                </a:cubicBezTo>
                <a:lnTo>
                  <a:pt x="80362" y="718780"/>
                </a:lnTo>
                <a:cubicBezTo>
                  <a:pt x="55472" y="718780"/>
                  <a:pt x="35294" y="698602"/>
                  <a:pt x="35294" y="673712"/>
                </a:cubicBezTo>
                <a:cubicBezTo>
                  <a:pt x="28150" y="540583"/>
                  <a:pt x="4337" y="378878"/>
                  <a:pt x="1956" y="264798"/>
                </a:cubicBezTo>
                <a:cubicBezTo>
                  <a:pt x="-8760" y="224699"/>
                  <a:pt x="26701" y="220737"/>
                  <a:pt x="55601" y="221262"/>
                </a:cubicBezTo>
                <a:close/>
                <a:moveTo>
                  <a:pt x="129235" y="0"/>
                </a:moveTo>
                <a:lnTo>
                  <a:pt x="301846" y="0"/>
                </a:lnTo>
                <a:cubicBezTo>
                  <a:pt x="375679" y="10600"/>
                  <a:pt x="375413" y="76816"/>
                  <a:pt x="457935" y="92179"/>
                </a:cubicBezTo>
                <a:lnTo>
                  <a:pt x="782689" y="92179"/>
                </a:lnTo>
                <a:cubicBezTo>
                  <a:pt x="801942" y="92548"/>
                  <a:pt x="824242" y="108531"/>
                  <a:pt x="824242" y="128053"/>
                </a:cubicBezTo>
                <a:lnTo>
                  <a:pt x="831386" y="164962"/>
                </a:lnTo>
                <a:lnTo>
                  <a:pt x="462908" y="164962"/>
                </a:lnTo>
                <a:lnTo>
                  <a:pt x="68186" y="164962"/>
                </a:lnTo>
                <a:lnTo>
                  <a:pt x="82473" y="61049"/>
                </a:lnTo>
                <a:cubicBezTo>
                  <a:pt x="82473" y="27333"/>
                  <a:pt x="95519" y="0"/>
                  <a:pt x="12923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角丸四角形 63"/>
          <p:cNvSpPr>
            <a:spLocks noChangeAspect="1"/>
          </p:cNvSpPr>
          <p:nvPr/>
        </p:nvSpPr>
        <p:spPr bwMode="gray">
          <a:xfrm>
            <a:off x="8226829" y="2765793"/>
            <a:ext cx="831202" cy="678414"/>
          </a:xfrm>
          <a:custGeom>
            <a:avLst/>
            <a:gdLst/>
            <a:ahLst/>
            <a:cxnLst/>
            <a:rect l="l" t="t" r="r" b="b"/>
            <a:pathLst>
              <a:path w="900469" h="734948">
                <a:moveTo>
                  <a:pt x="268387" y="341442"/>
                </a:moveTo>
                <a:lnTo>
                  <a:pt x="268387" y="425334"/>
                </a:lnTo>
                <a:cubicBezTo>
                  <a:pt x="268387" y="453539"/>
                  <a:pt x="291252" y="476404"/>
                  <a:pt x="319457" y="476404"/>
                </a:cubicBezTo>
                <a:lnTo>
                  <a:pt x="580544" y="476404"/>
                </a:lnTo>
                <a:cubicBezTo>
                  <a:pt x="608749" y="476404"/>
                  <a:pt x="631614" y="453539"/>
                  <a:pt x="631614" y="425334"/>
                </a:cubicBezTo>
                <a:lnTo>
                  <a:pt x="631614" y="341442"/>
                </a:lnTo>
                <a:lnTo>
                  <a:pt x="570253" y="341442"/>
                </a:lnTo>
                <a:lnTo>
                  <a:pt x="570253" y="412111"/>
                </a:lnTo>
                <a:lnTo>
                  <a:pt x="329747" y="412111"/>
                </a:lnTo>
                <a:lnTo>
                  <a:pt x="329747" y="341442"/>
                </a:lnTo>
                <a:close/>
                <a:moveTo>
                  <a:pt x="66619" y="159034"/>
                </a:moveTo>
                <a:lnTo>
                  <a:pt x="66619" y="229459"/>
                </a:lnTo>
                <a:lnTo>
                  <a:pt x="833382" y="229459"/>
                </a:lnTo>
                <a:lnTo>
                  <a:pt x="833382" y="159034"/>
                </a:lnTo>
                <a:lnTo>
                  <a:pt x="842474" y="162596"/>
                </a:lnTo>
                <a:lnTo>
                  <a:pt x="895485" y="215607"/>
                </a:lnTo>
                <a:cubicBezTo>
                  <a:pt x="898570" y="223777"/>
                  <a:pt x="900001" y="232648"/>
                  <a:pt x="900001" y="241852"/>
                </a:cubicBezTo>
                <a:lnTo>
                  <a:pt x="900000" y="241852"/>
                </a:lnTo>
                <a:cubicBezTo>
                  <a:pt x="900156" y="251158"/>
                  <a:pt x="900313" y="260463"/>
                  <a:pt x="900469" y="269769"/>
                </a:cubicBezTo>
                <a:lnTo>
                  <a:pt x="828514" y="696358"/>
                </a:lnTo>
                <a:cubicBezTo>
                  <a:pt x="828106" y="698777"/>
                  <a:pt x="827489" y="701109"/>
                  <a:pt x="824609" y="702590"/>
                </a:cubicBezTo>
                <a:cubicBezTo>
                  <a:pt x="822460" y="709657"/>
                  <a:pt x="818405" y="715850"/>
                  <a:pt x="813170" y="720842"/>
                </a:cubicBezTo>
                <a:cubicBezTo>
                  <a:pt x="812616" y="722109"/>
                  <a:pt x="811624" y="722811"/>
                  <a:pt x="810202" y="722843"/>
                </a:cubicBezTo>
                <a:cubicBezTo>
                  <a:pt x="802035" y="730571"/>
                  <a:pt x="790950" y="734948"/>
                  <a:pt x="778843" y="734948"/>
                </a:cubicBezTo>
                <a:lnTo>
                  <a:pt x="121157" y="734948"/>
                </a:lnTo>
                <a:cubicBezTo>
                  <a:pt x="108848" y="734948"/>
                  <a:pt x="97596" y="730424"/>
                  <a:pt x="89335" y="722531"/>
                </a:cubicBezTo>
                <a:cubicBezTo>
                  <a:pt x="88878" y="722516"/>
                  <a:pt x="88565" y="722294"/>
                  <a:pt x="88385" y="721890"/>
                </a:cubicBezTo>
                <a:cubicBezTo>
                  <a:pt x="81779" y="716431"/>
                  <a:pt x="76952" y="709044"/>
                  <a:pt x="74965" y="700476"/>
                </a:cubicBezTo>
                <a:cubicBezTo>
                  <a:pt x="72997" y="699440"/>
                  <a:pt x="72647" y="697917"/>
                  <a:pt x="72384" y="696358"/>
                </a:cubicBezTo>
                <a:lnTo>
                  <a:pt x="428" y="269769"/>
                </a:lnTo>
                <a:cubicBezTo>
                  <a:pt x="285" y="260463"/>
                  <a:pt x="143" y="251157"/>
                  <a:pt x="0" y="241851"/>
                </a:cubicBezTo>
                <a:lnTo>
                  <a:pt x="4685" y="214629"/>
                </a:lnTo>
                <a:lnTo>
                  <a:pt x="56196" y="163118"/>
                </a:lnTo>
                <a:cubicBezTo>
                  <a:pt x="59301" y="160761"/>
                  <a:pt x="62913" y="159774"/>
                  <a:pt x="66619" y="159034"/>
                </a:cubicBezTo>
                <a:close/>
                <a:moveTo>
                  <a:pt x="169335" y="88261"/>
                </a:moveTo>
                <a:lnTo>
                  <a:pt x="726968" y="88261"/>
                </a:lnTo>
                <a:cubicBezTo>
                  <a:pt x="749983" y="88261"/>
                  <a:pt x="768640" y="106918"/>
                  <a:pt x="768640" y="129933"/>
                </a:cubicBezTo>
                <a:lnTo>
                  <a:pt x="768640" y="185893"/>
                </a:lnTo>
                <a:lnTo>
                  <a:pt x="127663" y="185893"/>
                </a:lnTo>
                <a:lnTo>
                  <a:pt x="127663" y="129933"/>
                </a:lnTo>
                <a:cubicBezTo>
                  <a:pt x="127663" y="106918"/>
                  <a:pt x="146320" y="88261"/>
                  <a:pt x="169335" y="88261"/>
                </a:cubicBezTo>
                <a:close/>
                <a:moveTo>
                  <a:pt x="264102" y="0"/>
                </a:moveTo>
                <a:lnTo>
                  <a:pt x="635898" y="0"/>
                </a:lnTo>
                <a:cubicBezTo>
                  <a:pt x="660271" y="0"/>
                  <a:pt x="680029" y="19758"/>
                  <a:pt x="680029" y="44131"/>
                </a:cubicBezTo>
                <a:lnTo>
                  <a:pt x="680029" y="47778"/>
                </a:lnTo>
                <a:lnTo>
                  <a:pt x="219971" y="47778"/>
                </a:lnTo>
                <a:lnTo>
                  <a:pt x="219971" y="44131"/>
                </a:lnTo>
                <a:cubicBezTo>
                  <a:pt x="219971" y="19758"/>
                  <a:pt x="239729" y="0"/>
                  <a:pt x="26410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正方形/長方形 9"/>
          <p:cNvSpPr>
            <a:spLocks noChangeAspect="1"/>
          </p:cNvSpPr>
          <p:nvPr/>
        </p:nvSpPr>
        <p:spPr bwMode="gray">
          <a:xfrm>
            <a:off x="3997457" y="3951955"/>
            <a:ext cx="600908" cy="830782"/>
          </a:xfrm>
          <a:custGeom>
            <a:avLst/>
            <a:gdLst>
              <a:gd name="connsiteX0" fmla="*/ 181426 w 650984"/>
              <a:gd name="connsiteY0" fmla="*/ 107 h 903243"/>
              <a:gd name="connsiteX1" fmla="*/ 227850 w 650984"/>
              <a:gd name="connsiteY1" fmla="*/ 13057 h 903243"/>
              <a:gd name="connsiteX2" fmla="*/ 648274 w 650984"/>
              <a:gd name="connsiteY2" fmla="*/ 227274 h 903243"/>
              <a:gd name="connsiteX3" fmla="*/ 650984 w 650984"/>
              <a:gd name="connsiteY3" fmla="*/ 770150 h 903243"/>
              <a:gd name="connsiteX4" fmla="*/ 609583 w 650984"/>
              <a:gd name="connsiteY4" fmla="*/ 811550 h 903243"/>
              <a:gd name="connsiteX5" fmla="*/ 568183 w 650984"/>
              <a:gd name="connsiteY5" fmla="*/ 770150 h 903243"/>
              <a:gd name="connsiteX6" fmla="*/ 568184 w 650984"/>
              <a:gd name="connsiteY6" fmla="*/ 276427 h 903243"/>
              <a:gd name="connsiteX7" fmla="*/ 201845 w 650984"/>
              <a:gd name="connsiteY7" fmla="*/ 85270 h 903243"/>
              <a:gd name="connsiteX8" fmla="*/ 68496 w 650984"/>
              <a:gd name="connsiteY8" fmla="*/ 118607 h 903243"/>
              <a:gd name="connsiteX9" fmla="*/ 421090 w 650984"/>
              <a:gd name="connsiteY9" fmla="*/ 314864 h 903243"/>
              <a:gd name="connsiteX10" fmla="*/ 466161 w 650984"/>
              <a:gd name="connsiteY10" fmla="*/ 406919 h 903243"/>
              <a:gd name="connsiteX11" fmla="*/ 463780 w 650984"/>
              <a:gd name="connsiteY11" fmla="*/ 866321 h 903243"/>
              <a:gd name="connsiteX12" fmla="*/ 404253 w 650984"/>
              <a:gd name="connsiteY12" fmla="*/ 890132 h 903243"/>
              <a:gd name="connsiteX13" fmla="*/ 42303 w 650984"/>
              <a:gd name="connsiteY13" fmla="*/ 671056 h 903243"/>
              <a:gd name="connsiteX14" fmla="*/ 230 w 650984"/>
              <a:gd name="connsiteY14" fmla="*/ 617579 h 903243"/>
              <a:gd name="connsiteX15" fmla="*/ 229 w 650984"/>
              <a:gd name="connsiteY15" fmla="*/ 109055 h 903243"/>
              <a:gd name="connsiteX16" fmla="*/ 181426 w 650984"/>
              <a:gd name="connsiteY16" fmla="*/ 107 h 903243"/>
              <a:gd name="connsiteX0" fmla="*/ 181426 w 650984"/>
              <a:gd name="connsiteY0" fmla="*/ 7857 h 910993"/>
              <a:gd name="connsiteX1" fmla="*/ 227850 w 650984"/>
              <a:gd name="connsiteY1" fmla="*/ 20807 h 910993"/>
              <a:gd name="connsiteX2" fmla="*/ 650655 w 650984"/>
              <a:gd name="connsiteY2" fmla="*/ 237406 h 910993"/>
              <a:gd name="connsiteX3" fmla="*/ 650984 w 650984"/>
              <a:gd name="connsiteY3" fmla="*/ 777900 h 910993"/>
              <a:gd name="connsiteX4" fmla="*/ 609583 w 650984"/>
              <a:gd name="connsiteY4" fmla="*/ 819300 h 910993"/>
              <a:gd name="connsiteX5" fmla="*/ 568183 w 650984"/>
              <a:gd name="connsiteY5" fmla="*/ 777900 h 910993"/>
              <a:gd name="connsiteX6" fmla="*/ 568184 w 650984"/>
              <a:gd name="connsiteY6" fmla="*/ 284177 h 910993"/>
              <a:gd name="connsiteX7" fmla="*/ 201845 w 650984"/>
              <a:gd name="connsiteY7" fmla="*/ 93020 h 910993"/>
              <a:gd name="connsiteX8" fmla="*/ 68496 w 650984"/>
              <a:gd name="connsiteY8" fmla="*/ 126357 h 910993"/>
              <a:gd name="connsiteX9" fmla="*/ 421090 w 650984"/>
              <a:gd name="connsiteY9" fmla="*/ 322614 h 910993"/>
              <a:gd name="connsiteX10" fmla="*/ 466161 w 650984"/>
              <a:gd name="connsiteY10" fmla="*/ 414669 h 910993"/>
              <a:gd name="connsiteX11" fmla="*/ 463780 w 650984"/>
              <a:gd name="connsiteY11" fmla="*/ 874071 h 910993"/>
              <a:gd name="connsiteX12" fmla="*/ 404253 w 650984"/>
              <a:gd name="connsiteY12" fmla="*/ 897882 h 910993"/>
              <a:gd name="connsiteX13" fmla="*/ 42303 w 650984"/>
              <a:gd name="connsiteY13" fmla="*/ 678806 h 910993"/>
              <a:gd name="connsiteX14" fmla="*/ 230 w 650984"/>
              <a:gd name="connsiteY14" fmla="*/ 625329 h 910993"/>
              <a:gd name="connsiteX15" fmla="*/ 229 w 650984"/>
              <a:gd name="connsiteY15" fmla="*/ 116805 h 910993"/>
              <a:gd name="connsiteX16" fmla="*/ 181426 w 650984"/>
              <a:gd name="connsiteY16" fmla="*/ 7857 h 910993"/>
              <a:gd name="connsiteX0" fmla="*/ 181426 w 650984"/>
              <a:gd name="connsiteY0" fmla="*/ 108 h 903244"/>
              <a:gd name="connsiteX1" fmla="*/ 227850 w 650984"/>
              <a:gd name="connsiteY1" fmla="*/ 13058 h 903244"/>
              <a:gd name="connsiteX2" fmla="*/ 650655 w 650984"/>
              <a:gd name="connsiteY2" fmla="*/ 229657 h 903244"/>
              <a:gd name="connsiteX3" fmla="*/ 650984 w 650984"/>
              <a:gd name="connsiteY3" fmla="*/ 770151 h 903244"/>
              <a:gd name="connsiteX4" fmla="*/ 609583 w 650984"/>
              <a:gd name="connsiteY4" fmla="*/ 811551 h 903244"/>
              <a:gd name="connsiteX5" fmla="*/ 568183 w 650984"/>
              <a:gd name="connsiteY5" fmla="*/ 770151 h 903244"/>
              <a:gd name="connsiteX6" fmla="*/ 568184 w 650984"/>
              <a:gd name="connsiteY6" fmla="*/ 276428 h 903244"/>
              <a:gd name="connsiteX7" fmla="*/ 201845 w 650984"/>
              <a:gd name="connsiteY7" fmla="*/ 85271 h 903244"/>
              <a:gd name="connsiteX8" fmla="*/ 68496 w 650984"/>
              <a:gd name="connsiteY8" fmla="*/ 118608 h 903244"/>
              <a:gd name="connsiteX9" fmla="*/ 421090 w 650984"/>
              <a:gd name="connsiteY9" fmla="*/ 314865 h 903244"/>
              <a:gd name="connsiteX10" fmla="*/ 466161 w 650984"/>
              <a:gd name="connsiteY10" fmla="*/ 406920 h 903244"/>
              <a:gd name="connsiteX11" fmla="*/ 463780 w 650984"/>
              <a:gd name="connsiteY11" fmla="*/ 866322 h 903244"/>
              <a:gd name="connsiteX12" fmla="*/ 404253 w 650984"/>
              <a:gd name="connsiteY12" fmla="*/ 890133 h 903244"/>
              <a:gd name="connsiteX13" fmla="*/ 42303 w 650984"/>
              <a:gd name="connsiteY13" fmla="*/ 671057 h 903244"/>
              <a:gd name="connsiteX14" fmla="*/ 230 w 650984"/>
              <a:gd name="connsiteY14" fmla="*/ 617580 h 903244"/>
              <a:gd name="connsiteX15" fmla="*/ 229 w 650984"/>
              <a:gd name="connsiteY15" fmla="*/ 109056 h 903244"/>
              <a:gd name="connsiteX16" fmla="*/ 181426 w 650984"/>
              <a:gd name="connsiteY16" fmla="*/ 108 h 903244"/>
              <a:gd name="connsiteX0" fmla="*/ 181426 w 650984"/>
              <a:gd name="connsiteY0" fmla="*/ 108 h 903244"/>
              <a:gd name="connsiteX1" fmla="*/ 227850 w 650984"/>
              <a:gd name="connsiteY1" fmla="*/ 13058 h 903244"/>
              <a:gd name="connsiteX2" fmla="*/ 650655 w 650984"/>
              <a:gd name="connsiteY2" fmla="*/ 229657 h 903244"/>
              <a:gd name="connsiteX3" fmla="*/ 650984 w 650984"/>
              <a:gd name="connsiteY3" fmla="*/ 770151 h 903244"/>
              <a:gd name="connsiteX4" fmla="*/ 609583 w 650984"/>
              <a:gd name="connsiteY4" fmla="*/ 811551 h 903244"/>
              <a:gd name="connsiteX5" fmla="*/ 568183 w 650984"/>
              <a:gd name="connsiteY5" fmla="*/ 770151 h 903244"/>
              <a:gd name="connsiteX6" fmla="*/ 568184 w 650984"/>
              <a:gd name="connsiteY6" fmla="*/ 276428 h 903244"/>
              <a:gd name="connsiteX7" fmla="*/ 201845 w 650984"/>
              <a:gd name="connsiteY7" fmla="*/ 85271 h 903244"/>
              <a:gd name="connsiteX8" fmla="*/ 68496 w 650984"/>
              <a:gd name="connsiteY8" fmla="*/ 118608 h 903244"/>
              <a:gd name="connsiteX9" fmla="*/ 421090 w 650984"/>
              <a:gd name="connsiteY9" fmla="*/ 314865 h 903244"/>
              <a:gd name="connsiteX10" fmla="*/ 466161 w 650984"/>
              <a:gd name="connsiteY10" fmla="*/ 406920 h 903244"/>
              <a:gd name="connsiteX11" fmla="*/ 463780 w 650984"/>
              <a:gd name="connsiteY11" fmla="*/ 866322 h 903244"/>
              <a:gd name="connsiteX12" fmla="*/ 404253 w 650984"/>
              <a:gd name="connsiteY12" fmla="*/ 890133 h 903244"/>
              <a:gd name="connsiteX13" fmla="*/ 42303 w 650984"/>
              <a:gd name="connsiteY13" fmla="*/ 671057 h 903244"/>
              <a:gd name="connsiteX14" fmla="*/ 230 w 650984"/>
              <a:gd name="connsiteY14" fmla="*/ 617580 h 903244"/>
              <a:gd name="connsiteX15" fmla="*/ 229 w 650984"/>
              <a:gd name="connsiteY15" fmla="*/ 109056 h 903244"/>
              <a:gd name="connsiteX16" fmla="*/ 181426 w 650984"/>
              <a:gd name="connsiteY16" fmla="*/ 108 h 903244"/>
              <a:gd name="connsiteX0" fmla="*/ 181426 w 650984"/>
              <a:gd name="connsiteY0" fmla="*/ 108 h 904166"/>
              <a:gd name="connsiteX1" fmla="*/ 227850 w 650984"/>
              <a:gd name="connsiteY1" fmla="*/ 13058 h 904166"/>
              <a:gd name="connsiteX2" fmla="*/ 650655 w 650984"/>
              <a:gd name="connsiteY2" fmla="*/ 229657 h 904166"/>
              <a:gd name="connsiteX3" fmla="*/ 650984 w 650984"/>
              <a:gd name="connsiteY3" fmla="*/ 770151 h 904166"/>
              <a:gd name="connsiteX4" fmla="*/ 609583 w 650984"/>
              <a:gd name="connsiteY4" fmla="*/ 811551 h 904166"/>
              <a:gd name="connsiteX5" fmla="*/ 568183 w 650984"/>
              <a:gd name="connsiteY5" fmla="*/ 770151 h 904166"/>
              <a:gd name="connsiteX6" fmla="*/ 568184 w 650984"/>
              <a:gd name="connsiteY6" fmla="*/ 276428 h 904166"/>
              <a:gd name="connsiteX7" fmla="*/ 201845 w 650984"/>
              <a:gd name="connsiteY7" fmla="*/ 85271 h 904166"/>
              <a:gd name="connsiteX8" fmla="*/ 68496 w 650984"/>
              <a:gd name="connsiteY8" fmla="*/ 118608 h 904166"/>
              <a:gd name="connsiteX9" fmla="*/ 421090 w 650984"/>
              <a:gd name="connsiteY9" fmla="*/ 314865 h 904166"/>
              <a:gd name="connsiteX10" fmla="*/ 466161 w 650984"/>
              <a:gd name="connsiteY10" fmla="*/ 406920 h 904166"/>
              <a:gd name="connsiteX11" fmla="*/ 463780 w 650984"/>
              <a:gd name="connsiteY11" fmla="*/ 866322 h 904166"/>
              <a:gd name="connsiteX12" fmla="*/ 404253 w 650984"/>
              <a:gd name="connsiteY12" fmla="*/ 890133 h 904166"/>
              <a:gd name="connsiteX13" fmla="*/ 42303 w 650984"/>
              <a:gd name="connsiteY13" fmla="*/ 671057 h 904166"/>
              <a:gd name="connsiteX14" fmla="*/ 230 w 650984"/>
              <a:gd name="connsiteY14" fmla="*/ 617580 h 904166"/>
              <a:gd name="connsiteX15" fmla="*/ 229 w 650984"/>
              <a:gd name="connsiteY15" fmla="*/ 109056 h 904166"/>
              <a:gd name="connsiteX16" fmla="*/ 181426 w 650984"/>
              <a:gd name="connsiteY16" fmla="*/ 108 h 904166"/>
              <a:gd name="connsiteX0" fmla="*/ 181426 w 650984"/>
              <a:gd name="connsiteY0" fmla="*/ 108 h 902497"/>
              <a:gd name="connsiteX1" fmla="*/ 227850 w 650984"/>
              <a:gd name="connsiteY1" fmla="*/ 13058 h 902497"/>
              <a:gd name="connsiteX2" fmla="*/ 650655 w 650984"/>
              <a:gd name="connsiteY2" fmla="*/ 229657 h 902497"/>
              <a:gd name="connsiteX3" fmla="*/ 650984 w 650984"/>
              <a:gd name="connsiteY3" fmla="*/ 770151 h 902497"/>
              <a:gd name="connsiteX4" fmla="*/ 609583 w 650984"/>
              <a:gd name="connsiteY4" fmla="*/ 811551 h 902497"/>
              <a:gd name="connsiteX5" fmla="*/ 568183 w 650984"/>
              <a:gd name="connsiteY5" fmla="*/ 770151 h 902497"/>
              <a:gd name="connsiteX6" fmla="*/ 568184 w 650984"/>
              <a:gd name="connsiteY6" fmla="*/ 276428 h 902497"/>
              <a:gd name="connsiteX7" fmla="*/ 201845 w 650984"/>
              <a:gd name="connsiteY7" fmla="*/ 85271 h 902497"/>
              <a:gd name="connsiteX8" fmla="*/ 68496 w 650984"/>
              <a:gd name="connsiteY8" fmla="*/ 118608 h 902497"/>
              <a:gd name="connsiteX9" fmla="*/ 421090 w 650984"/>
              <a:gd name="connsiteY9" fmla="*/ 314865 h 902497"/>
              <a:gd name="connsiteX10" fmla="*/ 466161 w 650984"/>
              <a:gd name="connsiteY10" fmla="*/ 406920 h 902497"/>
              <a:gd name="connsiteX11" fmla="*/ 463780 w 650984"/>
              <a:gd name="connsiteY11" fmla="*/ 866322 h 902497"/>
              <a:gd name="connsiteX12" fmla="*/ 404253 w 650984"/>
              <a:gd name="connsiteY12" fmla="*/ 890133 h 902497"/>
              <a:gd name="connsiteX13" fmla="*/ 42303 w 650984"/>
              <a:gd name="connsiteY13" fmla="*/ 671057 h 902497"/>
              <a:gd name="connsiteX14" fmla="*/ 230 w 650984"/>
              <a:gd name="connsiteY14" fmla="*/ 617580 h 902497"/>
              <a:gd name="connsiteX15" fmla="*/ 229 w 650984"/>
              <a:gd name="connsiteY15" fmla="*/ 109056 h 902497"/>
              <a:gd name="connsiteX16" fmla="*/ 181426 w 650984"/>
              <a:gd name="connsiteY16" fmla="*/ 108 h 902497"/>
              <a:gd name="connsiteX0" fmla="*/ 181426 w 650984"/>
              <a:gd name="connsiteY0" fmla="*/ 108 h 901697"/>
              <a:gd name="connsiteX1" fmla="*/ 227850 w 650984"/>
              <a:gd name="connsiteY1" fmla="*/ 13058 h 901697"/>
              <a:gd name="connsiteX2" fmla="*/ 650655 w 650984"/>
              <a:gd name="connsiteY2" fmla="*/ 229657 h 901697"/>
              <a:gd name="connsiteX3" fmla="*/ 650984 w 650984"/>
              <a:gd name="connsiteY3" fmla="*/ 770151 h 901697"/>
              <a:gd name="connsiteX4" fmla="*/ 609583 w 650984"/>
              <a:gd name="connsiteY4" fmla="*/ 811551 h 901697"/>
              <a:gd name="connsiteX5" fmla="*/ 568183 w 650984"/>
              <a:gd name="connsiteY5" fmla="*/ 770151 h 901697"/>
              <a:gd name="connsiteX6" fmla="*/ 568184 w 650984"/>
              <a:gd name="connsiteY6" fmla="*/ 276428 h 901697"/>
              <a:gd name="connsiteX7" fmla="*/ 201845 w 650984"/>
              <a:gd name="connsiteY7" fmla="*/ 85271 h 901697"/>
              <a:gd name="connsiteX8" fmla="*/ 68496 w 650984"/>
              <a:gd name="connsiteY8" fmla="*/ 118608 h 901697"/>
              <a:gd name="connsiteX9" fmla="*/ 421090 w 650984"/>
              <a:gd name="connsiteY9" fmla="*/ 314865 h 901697"/>
              <a:gd name="connsiteX10" fmla="*/ 466161 w 650984"/>
              <a:gd name="connsiteY10" fmla="*/ 406920 h 901697"/>
              <a:gd name="connsiteX11" fmla="*/ 463780 w 650984"/>
              <a:gd name="connsiteY11" fmla="*/ 866322 h 901697"/>
              <a:gd name="connsiteX12" fmla="*/ 404253 w 650984"/>
              <a:gd name="connsiteY12" fmla="*/ 890133 h 901697"/>
              <a:gd name="connsiteX13" fmla="*/ 42303 w 650984"/>
              <a:gd name="connsiteY13" fmla="*/ 671057 h 901697"/>
              <a:gd name="connsiteX14" fmla="*/ 230 w 650984"/>
              <a:gd name="connsiteY14" fmla="*/ 617580 h 901697"/>
              <a:gd name="connsiteX15" fmla="*/ 229 w 650984"/>
              <a:gd name="connsiteY15" fmla="*/ 109056 h 901697"/>
              <a:gd name="connsiteX16" fmla="*/ 181426 w 650984"/>
              <a:gd name="connsiteY16" fmla="*/ 108 h 901697"/>
              <a:gd name="connsiteX0" fmla="*/ 181426 w 650984"/>
              <a:gd name="connsiteY0" fmla="*/ 108 h 904672"/>
              <a:gd name="connsiteX1" fmla="*/ 227850 w 650984"/>
              <a:gd name="connsiteY1" fmla="*/ 13058 h 904672"/>
              <a:gd name="connsiteX2" fmla="*/ 650655 w 650984"/>
              <a:gd name="connsiteY2" fmla="*/ 229657 h 904672"/>
              <a:gd name="connsiteX3" fmla="*/ 650984 w 650984"/>
              <a:gd name="connsiteY3" fmla="*/ 770151 h 904672"/>
              <a:gd name="connsiteX4" fmla="*/ 609583 w 650984"/>
              <a:gd name="connsiteY4" fmla="*/ 811551 h 904672"/>
              <a:gd name="connsiteX5" fmla="*/ 568183 w 650984"/>
              <a:gd name="connsiteY5" fmla="*/ 770151 h 904672"/>
              <a:gd name="connsiteX6" fmla="*/ 568184 w 650984"/>
              <a:gd name="connsiteY6" fmla="*/ 276428 h 904672"/>
              <a:gd name="connsiteX7" fmla="*/ 201845 w 650984"/>
              <a:gd name="connsiteY7" fmla="*/ 85271 h 904672"/>
              <a:gd name="connsiteX8" fmla="*/ 68496 w 650984"/>
              <a:gd name="connsiteY8" fmla="*/ 118608 h 904672"/>
              <a:gd name="connsiteX9" fmla="*/ 421090 w 650984"/>
              <a:gd name="connsiteY9" fmla="*/ 314865 h 904672"/>
              <a:gd name="connsiteX10" fmla="*/ 466161 w 650984"/>
              <a:gd name="connsiteY10" fmla="*/ 406920 h 904672"/>
              <a:gd name="connsiteX11" fmla="*/ 463780 w 650984"/>
              <a:gd name="connsiteY11" fmla="*/ 866322 h 904672"/>
              <a:gd name="connsiteX12" fmla="*/ 404253 w 650984"/>
              <a:gd name="connsiteY12" fmla="*/ 890133 h 904672"/>
              <a:gd name="connsiteX13" fmla="*/ 42303 w 650984"/>
              <a:gd name="connsiteY13" fmla="*/ 671057 h 904672"/>
              <a:gd name="connsiteX14" fmla="*/ 230 w 650984"/>
              <a:gd name="connsiteY14" fmla="*/ 617580 h 904672"/>
              <a:gd name="connsiteX15" fmla="*/ 229 w 650984"/>
              <a:gd name="connsiteY15" fmla="*/ 109056 h 904672"/>
              <a:gd name="connsiteX16" fmla="*/ 181426 w 650984"/>
              <a:gd name="connsiteY16" fmla="*/ 108 h 904672"/>
              <a:gd name="connsiteX0" fmla="*/ 176664 w 650984"/>
              <a:gd name="connsiteY0" fmla="*/ 154 h 897574"/>
              <a:gd name="connsiteX1" fmla="*/ 227850 w 650984"/>
              <a:gd name="connsiteY1" fmla="*/ 5960 h 897574"/>
              <a:gd name="connsiteX2" fmla="*/ 650655 w 650984"/>
              <a:gd name="connsiteY2" fmla="*/ 222559 h 897574"/>
              <a:gd name="connsiteX3" fmla="*/ 650984 w 650984"/>
              <a:gd name="connsiteY3" fmla="*/ 763053 h 897574"/>
              <a:gd name="connsiteX4" fmla="*/ 609583 w 650984"/>
              <a:gd name="connsiteY4" fmla="*/ 804453 h 897574"/>
              <a:gd name="connsiteX5" fmla="*/ 568183 w 650984"/>
              <a:gd name="connsiteY5" fmla="*/ 763053 h 897574"/>
              <a:gd name="connsiteX6" fmla="*/ 568184 w 650984"/>
              <a:gd name="connsiteY6" fmla="*/ 269330 h 897574"/>
              <a:gd name="connsiteX7" fmla="*/ 201845 w 650984"/>
              <a:gd name="connsiteY7" fmla="*/ 78173 h 897574"/>
              <a:gd name="connsiteX8" fmla="*/ 68496 w 650984"/>
              <a:gd name="connsiteY8" fmla="*/ 111510 h 897574"/>
              <a:gd name="connsiteX9" fmla="*/ 421090 w 650984"/>
              <a:gd name="connsiteY9" fmla="*/ 307767 h 897574"/>
              <a:gd name="connsiteX10" fmla="*/ 466161 w 650984"/>
              <a:gd name="connsiteY10" fmla="*/ 399822 h 897574"/>
              <a:gd name="connsiteX11" fmla="*/ 463780 w 650984"/>
              <a:gd name="connsiteY11" fmla="*/ 859224 h 897574"/>
              <a:gd name="connsiteX12" fmla="*/ 404253 w 650984"/>
              <a:gd name="connsiteY12" fmla="*/ 883035 h 897574"/>
              <a:gd name="connsiteX13" fmla="*/ 42303 w 650984"/>
              <a:gd name="connsiteY13" fmla="*/ 663959 h 897574"/>
              <a:gd name="connsiteX14" fmla="*/ 230 w 650984"/>
              <a:gd name="connsiteY14" fmla="*/ 610482 h 897574"/>
              <a:gd name="connsiteX15" fmla="*/ 229 w 650984"/>
              <a:gd name="connsiteY15" fmla="*/ 101958 h 897574"/>
              <a:gd name="connsiteX16" fmla="*/ 176664 w 650984"/>
              <a:gd name="connsiteY16" fmla="*/ 154 h 897574"/>
              <a:gd name="connsiteX0" fmla="*/ 174283 w 650984"/>
              <a:gd name="connsiteY0" fmla="*/ 135 h 899936"/>
              <a:gd name="connsiteX1" fmla="*/ 227850 w 650984"/>
              <a:gd name="connsiteY1" fmla="*/ 8322 h 899936"/>
              <a:gd name="connsiteX2" fmla="*/ 650655 w 650984"/>
              <a:gd name="connsiteY2" fmla="*/ 224921 h 899936"/>
              <a:gd name="connsiteX3" fmla="*/ 650984 w 650984"/>
              <a:gd name="connsiteY3" fmla="*/ 765415 h 899936"/>
              <a:gd name="connsiteX4" fmla="*/ 609583 w 650984"/>
              <a:gd name="connsiteY4" fmla="*/ 806815 h 899936"/>
              <a:gd name="connsiteX5" fmla="*/ 568183 w 650984"/>
              <a:gd name="connsiteY5" fmla="*/ 765415 h 899936"/>
              <a:gd name="connsiteX6" fmla="*/ 568184 w 650984"/>
              <a:gd name="connsiteY6" fmla="*/ 271692 h 899936"/>
              <a:gd name="connsiteX7" fmla="*/ 201845 w 650984"/>
              <a:gd name="connsiteY7" fmla="*/ 80535 h 899936"/>
              <a:gd name="connsiteX8" fmla="*/ 68496 w 650984"/>
              <a:gd name="connsiteY8" fmla="*/ 113872 h 899936"/>
              <a:gd name="connsiteX9" fmla="*/ 421090 w 650984"/>
              <a:gd name="connsiteY9" fmla="*/ 310129 h 899936"/>
              <a:gd name="connsiteX10" fmla="*/ 466161 w 650984"/>
              <a:gd name="connsiteY10" fmla="*/ 402184 h 899936"/>
              <a:gd name="connsiteX11" fmla="*/ 463780 w 650984"/>
              <a:gd name="connsiteY11" fmla="*/ 861586 h 899936"/>
              <a:gd name="connsiteX12" fmla="*/ 404253 w 650984"/>
              <a:gd name="connsiteY12" fmla="*/ 885397 h 899936"/>
              <a:gd name="connsiteX13" fmla="*/ 42303 w 650984"/>
              <a:gd name="connsiteY13" fmla="*/ 666321 h 899936"/>
              <a:gd name="connsiteX14" fmla="*/ 230 w 650984"/>
              <a:gd name="connsiteY14" fmla="*/ 612844 h 899936"/>
              <a:gd name="connsiteX15" fmla="*/ 229 w 650984"/>
              <a:gd name="connsiteY15" fmla="*/ 104320 h 899936"/>
              <a:gd name="connsiteX16" fmla="*/ 174283 w 650984"/>
              <a:gd name="connsiteY16" fmla="*/ 135 h 899936"/>
              <a:gd name="connsiteX0" fmla="*/ 174283 w 650984"/>
              <a:gd name="connsiteY0" fmla="*/ 213 h 900014"/>
              <a:gd name="connsiteX1" fmla="*/ 227850 w 650984"/>
              <a:gd name="connsiteY1" fmla="*/ 8400 h 900014"/>
              <a:gd name="connsiteX2" fmla="*/ 650655 w 650984"/>
              <a:gd name="connsiteY2" fmla="*/ 224999 h 900014"/>
              <a:gd name="connsiteX3" fmla="*/ 650984 w 650984"/>
              <a:gd name="connsiteY3" fmla="*/ 765493 h 900014"/>
              <a:gd name="connsiteX4" fmla="*/ 609583 w 650984"/>
              <a:gd name="connsiteY4" fmla="*/ 806893 h 900014"/>
              <a:gd name="connsiteX5" fmla="*/ 568183 w 650984"/>
              <a:gd name="connsiteY5" fmla="*/ 765493 h 900014"/>
              <a:gd name="connsiteX6" fmla="*/ 568184 w 650984"/>
              <a:gd name="connsiteY6" fmla="*/ 271770 h 900014"/>
              <a:gd name="connsiteX7" fmla="*/ 201845 w 650984"/>
              <a:gd name="connsiteY7" fmla="*/ 80613 h 900014"/>
              <a:gd name="connsiteX8" fmla="*/ 68496 w 650984"/>
              <a:gd name="connsiteY8" fmla="*/ 113950 h 900014"/>
              <a:gd name="connsiteX9" fmla="*/ 421090 w 650984"/>
              <a:gd name="connsiteY9" fmla="*/ 310207 h 900014"/>
              <a:gd name="connsiteX10" fmla="*/ 466161 w 650984"/>
              <a:gd name="connsiteY10" fmla="*/ 402262 h 900014"/>
              <a:gd name="connsiteX11" fmla="*/ 463780 w 650984"/>
              <a:gd name="connsiteY11" fmla="*/ 861664 h 900014"/>
              <a:gd name="connsiteX12" fmla="*/ 404253 w 650984"/>
              <a:gd name="connsiteY12" fmla="*/ 885475 h 900014"/>
              <a:gd name="connsiteX13" fmla="*/ 42303 w 650984"/>
              <a:gd name="connsiteY13" fmla="*/ 666399 h 900014"/>
              <a:gd name="connsiteX14" fmla="*/ 230 w 650984"/>
              <a:gd name="connsiteY14" fmla="*/ 612922 h 900014"/>
              <a:gd name="connsiteX15" fmla="*/ 229 w 650984"/>
              <a:gd name="connsiteY15" fmla="*/ 104398 h 900014"/>
              <a:gd name="connsiteX16" fmla="*/ 174283 w 650984"/>
              <a:gd name="connsiteY16" fmla="*/ 213 h 900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0984" h="900014">
                <a:moveTo>
                  <a:pt x="174283" y="213"/>
                </a:moveTo>
                <a:cubicBezTo>
                  <a:pt x="197153" y="-1048"/>
                  <a:pt x="211557" y="3480"/>
                  <a:pt x="227850" y="8400"/>
                </a:cubicBezTo>
                <a:cubicBezTo>
                  <a:pt x="306055" y="46658"/>
                  <a:pt x="509720" y="152799"/>
                  <a:pt x="650655" y="224999"/>
                </a:cubicBezTo>
                <a:cubicBezTo>
                  <a:pt x="651558" y="405958"/>
                  <a:pt x="650081" y="584534"/>
                  <a:pt x="650984" y="765493"/>
                </a:cubicBezTo>
                <a:cubicBezTo>
                  <a:pt x="650983" y="788358"/>
                  <a:pt x="632449" y="806893"/>
                  <a:pt x="609583" y="806893"/>
                </a:cubicBezTo>
                <a:cubicBezTo>
                  <a:pt x="586718" y="806893"/>
                  <a:pt x="568184" y="788358"/>
                  <a:pt x="568183" y="765493"/>
                </a:cubicBezTo>
                <a:cubicBezTo>
                  <a:pt x="568183" y="600919"/>
                  <a:pt x="568184" y="436344"/>
                  <a:pt x="568184" y="271770"/>
                </a:cubicBezTo>
                <a:lnTo>
                  <a:pt x="201845" y="80613"/>
                </a:lnTo>
                <a:cubicBezTo>
                  <a:pt x="131200" y="48862"/>
                  <a:pt x="110565" y="79025"/>
                  <a:pt x="68496" y="113950"/>
                </a:cubicBezTo>
                <a:lnTo>
                  <a:pt x="421090" y="310207"/>
                </a:lnTo>
                <a:cubicBezTo>
                  <a:pt x="476595" y="340891"/>
                  <a:pt x="463043" y="343000"/>
                  <a:pt x="466161" y="402262"/>
                </a:cubicBezTo>
                <a:cubicBezTo>
                  <a:pt x="465367" y="555396"/>
                  <a:pt x="464574" y="708530"/>
                  <a:pt x="463780" y="861664"/>
                </a:cubicBezTo>
                <a:cubicBezTo>
                  <a:pt x="458225" y="910082"/>
                  <a:pt x="436002" y="906114"/>
                  <a:pt x="404253" y="885475"/>
                </a:cubicBezTo>
                <a:lnTo>
                  <a:pt x="42303" y="666399"/>
                </a:lnTo>
                <a:cubicBezTo>
                  <a:pt x="10818" y="644605"/>
                  <a:pt x="759" y="632335"/>
                  <a:pt x="230" y="612922"/>
                </a:cubicBezTo>
                <a:cubicBezTo>
                  <a:pt x="1023" y="444208"/>
                  <a:pt x="-564" y="273112"/>
                  <a:pt x="229" y="104398"/>
                </a:cubicBezTo>
                <a:cubicBezTo>
                  <a:pt x="43959" y="13313"/>
                  <a:pt x="144840" y="-1570"/>
                  <a:pt x="174283" y="213"/>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305292298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2" name="オブジェクト 31"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2" name="オブジェクト 31"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Financial services</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14" name="角丸四角形 2"/>
          <p:cNvSpPr>
            <a:spLocks noChangeAspect="1"/>
          </p:cNvSpPr>
          <p:nvPr/>
        </p:nvSpPr>
        <p:spPr bwMode="gray">
          <a:xfrm>
            <a:off x="764931" y="2144193"/>
            <a:ext cx="640878" cy="952657"/>
          </a:xfrm>
          <a:custGeom>
            <a:avLst/>
            <a:gdLst/>
            <a:ahLst/>
            <a:cxnLst/>
            <a:rect l="l" t="t" r="r" b="b"/>
            <a:pathLst>
              <a:path w="605454" h="900000">
                <a:moveTo>
                  <a:pt x="368509" y="732535"/>
                </a:moveTo>
                <a:cubicBezTo>
                  <a:pt x="350433" y="732535"/>
                  <a:pt x="335780" y="747188"/>
                  <a:pt x="335780" y="765264"/>
                </a:cubicBezTo>
                <a:cubicBezTo>
                  <a:pt x="335780" y="783340"/>
                  <a:pt x="350433" y="797993"/>
                  <a:pt x="368509" y="797993"/>
                </a:cubicBezTo>
                <a:cubicBezTo>
                  <a:pt x="386585" y="797993"/>
                  <a:pt x="401238" y="783340"/>
                  <a:pt x="401238" y="765264"/>
                </a:cubicBezTo>
                <a:cubicBezTo>
                  <a:pt x="401238" y="747188"/>
                  <a:pt x="386585" y="732535"/>
                  <a:pt x="368509" y="732535"/>
                </a:cubicBezTo>
                <a:close/>
                <a:moveTo>
                  <a:pt x="237512" y="732535"/>
                </a:moveTo>
                <a:cubicBezTo>
                  <a:pt x="219436" y="732535"/>
                  <a:pt x="204783" y="747188"/>
                  <a:pt x="204783" y="765264"/>
                </a:cubicBezTo>
                <a:cubicBezTo>
                  <a:pt x="204783" y="783340"/>
                  <a:pt x="219436" y="797993"/>
                  <a:pt x="237512" y="797993"/>
                </a:cubicBezTo>
                <a:cubicBezTo>
                  <a:pt x="255588" y="797993"/>
                  <a:pt x="270241" y="783340"/>
                  <a:pt x="270241" y="765264"/>
                </a:cubicBezTo>
                <a:cubicBezTo>
                  <a:pt x="270241" y="747188"/>
                  <a:pt x="255588" y="732535"/>
                  <a:pt x="237512" y="732535"/>
                </a:cubicBezTo>
                <a:close/>
                <a:moveTo>
                  <a:pt x="111334" y="732535"/>
                </a:moveTo>
                <a:cubicBezTo>
                  <a:pt x="93258" y="732535"/>
                  <a:pt x="78605" y="747188"/>
                  <a:pt x="78605" y="765264"/>
                </a:cubicBezTo>
                <a:cubicBezTo>
                  <a:pt x="78605" y="783340"/>
                  <a:pt x="93258" y="797993"/>
                  <a:pt x="111334" y="797993"/>
                </a:cubicBezTo>
                <a:cubicBezTo>
                  <a:pt x="129410" y="797993"/>
                  <a:pt x="144063" y="783340"/>
                  <a:pt x="144063" y="765264"/>
                </a:cubicBezTo>
                <a:cubicBezTo>
                  <a:pt x="144063" y="747188"/>
                  <a:pt x="129410" y="732535"/>
                  <a:pt x="111334" y="732535"/>
                </a:cubicBezTo>
                <a:close/>
                <a:moveTo>
                  <a:pt x="368509" y="604699"/>
                </a:moveTo>
                <a:cubicBezTo>
                  <a:pt x="350433" y="604699"/>
                  <a:pt x="335780" y="619352"/>
                  <a:pt x="335780" y="637428"/>
                </a:cubicBezTo>
                <a:cubicBezTo>
                  <a:pt x="335780" y="655504"/>
                  <a:pt x="350433" y="670157"/>
                  <a:pt x="368509" y="670157"/>
                </a:cubicBezTo>
                <a:cubicBezTo>
                  <a:pt x="386585" y="670157"/>
                  <a:pt x="401238" y="655504"/>
                  <a:pt x="401238" y="637428"/>
                </a:cubicBezTo>
                <a:cubicBezTo>
                  <a:pt x="401238" y="619352"/>
                  <a:pt x="386585" y="604699"/>
                  <a:pt x="368509" y="604699"/>
                </a:cubicBezTo>
                <a:close/>
                <a:moveTo>
                  <a:pt x="237512" y="604699"/>
                </a:moveTo>
                <a:cubicBezTo>
                  <a:pt x="219436" y="604699"/>
                  <a:pt x="204783" y="619352"/>
                  <a:pt x="204783" y="637428"/>
                </a:cubicBezTo>
                <a:cubicBezTo>
                  <a:pt x="204783" y="655504"/>
                  <a:pt x="219436" y="670157"/>
                  <a:pt x="237512" y="670157"/>
                </a:cubicBezTo>
                <a:cubicBezTo>
                  <a:pt x="255588" y="670157"/>
                  <a:pt x="270241" y="655504"/>
                  <a:pt x="270241" y="637428"/>
                </a:cubicBezTo>
                <a:cubicBezTo>
                  <a:pt x="270241" y="619352"/>
                  <a:pt x="255588" y="604699"/>
                  <a:pt x="237512" y="604699"/>
                </a:cubicBezTo>
                <a:close/>
                <a:moveTo>
                  <a:pt x="111334" y="604699"/>
                </a:moveTo>
                <a:cubicBezTo>
                  <a:pt x="93258" y="604699"/>
                  <a:pt x="78605" y="619352"/>
                  <a:pt x="78605" y="637428"/>
                </a:cubicBezTo>
                <a:cubicBezTo>
                  <a:pt x="78605" y="655504"/>
                  <a:pt x="93258" y="670157"/>
                  <a:pt x="111334" y="670157"/>
                </a:cubicBezTo>
                <a:cubicBezTo>
                  <a:pt x="129410" y="670157"/>
                  <a:pt x="144063" y="655504"/>
                  <a:pt x="144063" y="637428"/>
                </a:cubicBezTo>
                <a:cubicBezTo>
                  <a:pt x="144063" y="619352"/>
                  <a:pt x="129410" y="604699"/>
                  <a:pt x="111334" y="604699"/>
                </a:cubicBezTo>
                <a:close/>
                <a:moveTo>
                  <a:pt x="477503" y="478088"/>
                </a:moveTo>
                <a:cubicBezTo>
                  <a:pt x="468327" y="478088"/>
                  <a:pt x="460889" y="485526"/>
                  <a:pt x="460889" y="494702"/>
                </a:cubicBezTo>
                <a:lnTo>
                  <a:pt x="460889" y="781379"/>
                </a:lnTo>
                <a:cubicBezTo>
                  <a:pt x="460889" y="790555"/>
                  <a:pt x="468327" y="797993"/>
                  <a:pt x="477503" y="797993"/>
                </a:cubicBezTo>
                <a:lnTo>
                  <a:pt x="512263" y="797993"/>
                </a:lnTo>
                <a:cubicBezTo>
                  <a:pt x="521439" y="797993"/>
                  <a:pt x="528877" y="790555"/>
                  <a:pt x="528877" y="781379"/>
                </a:cubicBezTo>
                <a:lnTo>
                  <a:pt x="528877" y="494702"/>
                </a:lnTo>
                <a:cubicBezTo>
                  <a:pt x="528877" y="485526"/>
                  <a:pt x="521439" y="478088"/>
                  <a:pt x="512263" y="478088"/>
                </a:cubicBezTo>
                <a:close/>
                <a:moveTo>
                  <a:pt x="368509" y="476862"/>
                </a:moveTo>
                <a:cubicBezTo>
                  <a:pt x="350433" y="476862"/>
                  <a:pt x="335780" y="491515"/>
                  <a:pt x="335780" y="509591"/>
                </a:cubicBezTo>
                <a:cubicBezTo>
                  <a:pt x="335780" y="527667"/>
                  <a:pt x="350433" y="542320"/>
                  <a:pt x="368509" y="542320"/>
                </a:cubicBezTo>
                <a:cubicBezTo>
                  <a:pt x="386585" y="542320"/>
                  <a:pt x="401238" y="527667"/>
                  <a:pt x="401238" y="509591"/>
                </a:cubicBezTo>
                <a:cubicBezTo>
                  <a:pt x="401238" y="491515"/>
                  <a:pt x="386585" y="476862"/>
                  <a:pt x="368509" y="476862"/>
                </a:cubicBezTo>
                <a:close/>
                <a:moveTo>
                  <a:pt x="237512" y="476862"/>
                </a:moveTo>
                <a:cubicBezTo>
                  <a:pt x="219436" y="476862"/>
                  <a:pt x="204783" y="491515"/>
                  <a:pt x="204783" y="509591"/>
                </a:cubicBezTo>
                <a:cubicBezTo>
                  <a:pt x="204783" y="527667"/>
                  <a:pt x="219436" y="542320"/>
                  <a:pt x="237512" y="542320"/>
                </a:cubicBezTo>
                <a:cubicBezTo>
                  <a:pt x="255588" y="542320"/>
                  <a:pt x="270241" y="527667"/>
                  <a:pt x="270241" y="509591"/>
                </a:cubicBezTo>
                <a:cubicBezTo>
                  <a:pt x="270241" y="491515"/>
                  <a:pt x="255588" y="476862"/>
                  <a:pt x="237512" y="476862"/>
                </a:cubicBezTo>
                <a:close/>
                <a:moveTo>
                  <a:pt x="111334" y="476862"/>
                </a:moveTo>
                <a:cubicBezTo>
                  <a:pt x="93258" y="476862"/>
                  <a:pt x="78605" y="491515"/>
                  <a:pt x="78605" y="509591"/>
                </a:cubicBezTo>
                <a:cubicBezTo>
                  <a:pt x="78605" y="527667"/>
                  <a:pt x="93258" y="542320"/>
                  <a:pt x="111334" y="542320"/>
                </a:cubicBezTo>
                <a:cubicBezTo>
                  <a:pt x="129410" y="542320"/>
                  <a:pt x="144063" y="527667"/>
                  <a:pt x="144063" y="509591"/>
                </a:cubicBezTo>
                <a:cubicBezTo>
                  <a:pt x="144063" y="491515"/>
                  <a:pt x="129410" y="476862"/>
                  <a:pt x="111334" y="476862"/>
                </a:cubicBezTo>
                <a:close/>
                <a:moveTo>
                  <a:pt x="496148" y="349025"/>
                </a:moveTo>
                <a:cubicBezTo>
                  <a:pt x="478072" y="349025"/>
                  <a:pt x="463419" y="363678"/>
                  <a:pt x="463419" y="381754"/>
                </a:cubicBezTo>
                <a:cubicBezTo>
                  <a:pt x="463419" y="399830"/>
                  <a:pt x="478072" y="414483"/>
                  <a:pt x="496148" y="414483"/>
                </a:cubicBezTo>
                <a:cubicBezTo>
                  <a:pt x="514224" y="414483"/>
                  <a:pt x="528877" y="399830"/>
                  <a:pt x="528877" y="381754"/>
                </a:cubicBezTo>
                <a:cubicBezTo>
                  <a:pt x="528877" y="363678"/>
                  <a:pt x="514224" y="349025"/>
                  <a:pt x="496148" y="349025"/>
                </a:cubicBezTo>
                <a:close/>
                <a:moveTo>
                  <a:pt x="368509" y="349025"/>
                </a:moveTo>
                <a:cubicBezTo>
                  <a:pt x="350433" y="349025"/>
                  <a:pt x="335780" y="363678"/>
                  <a:pt x="335780" y="381754"/>
                </a:cubicBezTo>
                <a:cubicBezTo>
                  <a:pt x="335780" y="399830"/>
                  <a:pt x="350433" y="414483"/>
                  <a:pt x="368509" y="414483"/>
                </a:cubicBezTo>
                <a:cubicBezTo>
                  <a:pt x="386585" y="414483"/>
                  <a:pt x="401238" y="399830"/>
                  <a:pt x="401238" y="381754"/>
                </a:cubicBezTo>
                <a:cubicBezTo>
                  <a:pt x="401238" y="363678"/>
                  <a:pt x="386585" y="349025"/>
                  <a:pt x="368509" y="349025"/>
                </a:cubicBezTo>
                <a:close/>
                <a:moveTo>
                  <a:pt x="237512" y="349025"/>
                </a:moveTo>
                <a:cubicBezTo>
                  <a:pt x="219436" y="349025"/>
                  <a:pt x="204783" y="363678"/>
                  <a:pt x="204783" y="381754"/>
                </a:cubicBezTo>
                <a:cubicBezTo>
                  <a:pt x="204783" y="399830"/>
                  <a:pt x="219436" y="414483"/>
                  <a:pt x="237512" y="414483"/>
                </a:cubicBezTo>
                <a:cubicBezTo>
                  <a:pt x="255588" y="414483"/>
                  <a:pt x="270241" y="399830"/>
                  <a:pt x="270241" y="381754"/>
                </a:cubicBezTo>
                <a:cubicBezTo>
                  <a:pt x="270241" y="363678"/>
                  <a:pt x="255588" y="349025"/>
                  <a:pt x="237512" y="349025"/>
                </a:cubicBezTo>
                <a:close/>
                <a:moveTo>
                  <a:pt x="111334" y="349025"/>
                </a:moveTo>
                <a:cubicBezTo>
                  <a:pt x="93258" y="349025"/>
                  <a:pt x="78605" y="363678"/>
                  <a:pt x="78605" y="381754"/>
                </a:cubicBezTo>
                <a:cubicBezTo>
                  <a:pt x="78605" y="399830"/>
                  <a:pt x="93258" y="414483"/>
                  <a:pt x="111334" y="414483"/>
                </a:cubicBezTo>
                <a:cubicBezTo>
                  <a:pt x="129410" y="414483"/>
                  <a:pt x="144063" y="399830"/>
                  <a:pt x="144063" y="381754"/>
                </a:cubicBezTo>
                <a:cubicBezTo>
                  <a:pt x="144063" y="363678"/>
                  <a:pt x="129410" y="349025"/>
                  <a:pt x="111334" y="349025"/>
                </a:cubicBezTo>
                <a:close/>
                <a:moveTo>
                  <a:pt x="111454" y="103647"/>
                </a:moveTo>
                <a:cubicBezTo>
                  <a:pt x="91339" y="103647"/>
                  <a:pt x="75033" y="119953"/>
                  <a:pt x="75033" y="140068"/>
                </a:cubicBezTo>
                <a:lnTo>
                  <a:pt x="75033" y="216265"/>
                </a:lnTo>
                <a:cubicBezTo>
                  <a:pt x="75033" y="236380"/>
                  <a:pt x="91339" y="252686"/>
                  <a:pt x="111454" y="252686"/>
                </a:cubicBezTo>
                <a:lnTo>
                  <a:pt x="492455" y="252686"/>
                </a:lnTo>
                <a:cubicBezTo>
                  <a:pt x="512570" y="252686"/>
                  <a:pt x="528876" y="236380"/>
                  <a:pt x="528876" y="216265"/>
                </a:cubicBezTo>
                <a:lnTo>
                  <a:pt x="528876" y="140068"/>
                </a:lnTo>
                <a:cubicBezTo>
                  <a:pt x="528876" y="119953"/>
                  <a:pt x="512570" y="103647"/>
                  <a:pt x="492455" y="103647"/>
                </a:cubicBezTo>
                <a:close/>
                <a:moveTo>
                  <a:pt x="67575" y="0"/>
                </a:moveTo>
                <a:lnTo>
                  <a:pt x="537879" y="0"/>
                </a:lnTo>
                <a:cubicBezTo>
                  <a:pt x="575200" y="0"/>
                  <a:pt x="605454" y="30254"/>
                  <a:pt x="605454" y="67575"/>
                </a:cubicBezTo>
                <a:lnTo>
                  <a:pt x="605454" y="832425"/>
                </a:lnTo>
                <a:cubicBezTo>
                  <a:pt x="605454" y="869746"/>
                  <a:pt x="575200" y="900000"/>
                  <a:pt x="537879" y="900000"/>
                </a:cubicBezTo>
                <a:lnTo>
                  <a:pt x="67575" y="900000"/>
                </a:lnTo>
                <a:cubicBezTo>
                  <a:pt x="30254" y="900000"/>
                  <a:pt x="0" y="869746"/>
                  <a:pt x="0" y="832425"/>
                </a:cubicBezTo>
                <a:lnTo>
                  <a:pt x="0" y="67575"/>
                </a:lnTo>
                <a:cubicBezTo>
                  <a:pt x="0" y="30254"/>
                  <a:pt x="30254" y="0"/>
                  <a:pt x="6757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15" name="円/楕円 276"/>
          <p:cNvSpPr>
            <a:spLocks noChangeAspect="1"/>
          </p:cNvSpPr>
          <p:nvPr/>
        </p:nvSpPr>
        <p:spPr bwMode="gray">
          <a:xfrm>
            <a:off x="3247329" y="2428309"/>
            <a:ext cx="951483" cy="626857"/>
          </a:xfrm>
          <a:custGeom>
            <a:avLst/>
            <a:gdLst/>
            <a:ahLst/>
            <a:cxnLst/>
            <a:rect l="l" t="t" r="r" b="b"/>
            <a:pathLst>
              <a:path w="898891" h="592208">
                <a:moveTo>
                  <a:pt x="746887" y="195904"/>
                </a:moveTo>
                <a:cubicBezTo>
                  <a:pt x="733941" y="195904"/>
                  <a:pt x="723446" y="206399"/>
                  <a:pt x="723446" y="219345"/>
                </a:cubicBezTo>
                <a:cubicBezTo>
                  <a:pt x="723446" y="232291"/>
                  <a:pt x="733941" y="242786"/>
                  <a:pt x="746887" y="242786"/>
                </a:cubicBezTo>
                <a:cubicBezTo>
                  <a:pt x="759833" y="242786"/>
                  <a:pt x="770328" y="232291"/>
                  <a:pt x="770328" y="219345"/>
                </a:cubicBezTo>
                <a:cubicBezTo>
                  <a:pt x="770328" y="206399"/>
                  <a:pt x="759833" y="195904"/>
                  <a:pt x="746887" y="195904"/>
                </a:cubicBezTo>
                <a:close/>
                <a:moveTo>
                  <a:pt x="89302" y="79821"/>
                </a:moveTo>
                <a:cubicBezTo>
                  <a:pt x="73897" y="79821"/>
                  <a:pt x="61408" y="92310"/>
                  <a:pt x="61408" y="107715"/>
                </a:cubicBezTo>
                <a:cubicBezTo>
                  <a:pt x="61408" y="123120"/>
                  <a:pt x="73897" y="135609"/>
                  <a:pt x="89302" y="135609"/>
                </a:cubicBezTo>
                <a:cubicBezTo>
                  <a:pt x="104707" y="135609"/>
                  <a:pt x="117196" y="123120"/>
                  <a:pt x="117196" y="107715"/>
                </a:cubicBezTo>
                <a:cubicBezTo>
                  <a:pt x="117196" y="92310"/>
                  <a:pt x="104707" y="79821"/>
                  <a:pt x="89302" y="79821"/>
                </a:cubicBezTo>
                <a:close/>
                <a:moveTo>
                  <a:pt x="479447" y="59816"/>
                </a:moveTo>
                <a:cubicBezTo>
                  <a:pt x="451668" y="59765"/>
                  <a:pt x="423885" y="62247"/>
                  <a:pt x="396444" y="67261"/>
                </a:cubicBezTo>
                <a:lnTo>
                  <a:pt x="401559" y="95254"/>
                </a:lnTo>
                <a:cubicBezTo>
                  <a:pt x="453024" y="85850"/>
                  <a:pt x="505775" y="85945"/>
                  <a:pt x="557206" y="95534"/>
                </a:cubicBezTo>
                <a:lnTo>
                  <a:pt x="562422" y="67560"/>
                </a:lnTo>
                <a:cubicBezTo>
                  <a:pt x="534999" y="62447"/>
                  <a:pt x="507225" y="59865"/>
                  <a:pt x="479447" y="59816"/>
                </a:cubicBezTo>
                <a:close/>
                <a:moveTo>
                  <a:pt x="741828" y="1266"/>
                </a:moveTo>
                <a:cubicBezTo>
                  <a:pt x="752073" y="7795"/>
                  <a:pt x="747023" y="40842"/>
                  <a:pt x="741338" y="74288"/>
                </a:cubicBezTo>
                <a:cubicBezTo>
                  <a:pt x="767116" y="55883"/>
                  <a:pt x="799356" y="40680"/>
                  <a:pt x="808503" y="46510"/>
                </a:cubicBezTo>
                <a:cubicBezTo>
                  <a:pt x="823968" y="56367"/>
                  <a:pt x="804580" y="126650"/>
                  <a:pt x="801108" y="167567"/>
                </a:cubicBezTo>
                <a:lnTo>
                  <a:pt x="825499" y="211210"/>
                </a:lnTo>
                <a:lnTo>
                  <a:pt x="872876" y="211210"/>
                </a:lnTo>
                <a:cubicBezTo>
                  <a:pt x="887244" y="211210"/>
                  <a:pt x="898891" y="250882"/>
                  <a:pt x="898891" y="299819"/>
                </a:cubicBezTo>
                <a:cubicBezTo>
                  <a:pt x="898891" y="348756"/>
                  <a:pt x="887244" y="388428"/>
                  <a:pt x="872876" y="388428"/>
                </a:cubicBezTo>
                <a:lnTo>
                  <a:pt x="813512" y="388428"/>
                </a:lnTo>
                <a:cubicBezTo>
                  <a:pt x="790481" y="432620"/>
                  <a:pt x="749572" y="469579"/>
                  <a:pt x="697974" y="496760"/>
                </a:cubicBezTo>
                <a:lnTo>
                  <a:pt x="678054" y="592208"/>
                </a:lnTo>
                <a:lnTo>
                  <a:pt x="579232" y="592208"/>
                </a:lnTo>
                <a:lnTo>
                  <a:pt x="568628" y="541397"/>
                </a:lnTo>
                <a:cubicBezTo>
                  <a:pt x="539953" y="547567"/>
                  <a:pt x="509743" y="550353"/>
                  <a:pt x="478624" y="550353"/>
                </a:cubicBezTo>
                <a:cubicBezTo>
                  <a:pt x="446661" y="550353"/>
                  <a:pt x="415657" y="547413"/>
                  <a:pt x="386297" y="540880"/>
                </a:cubicBezTo>
                <a:lnTo>
                  <a:pt x="376230" y="592208"/>
                </a:lnTo>
                <a:lnTo>
                  <a:pt x="276880" y="592208"/>
                </a:lnTo>
                <a:lnTo>
                  <a:pt x="234710" y="482236"/>
                </a:lnTo>
                <a:cubicBezTo>
                  <a:pt x="159823" y="435188"/>
                  <a:pt x="113102" y="365712"/>
                  <a:pt x="113102" y="288416"/>
                </a:cubicBezTo>
                <a:lnTo>
                  <a:pt x="117517" y="257032"/>
                </a:lnTo>
                <a:cubicBezTo>
                  <a:pt x="74356" y="237307"/>
                  <a:pt x="45547" y="201230"/>
                  <a:pt x="39518" y="163480"/>
                </a:cubicBezTo>
                <a:cubicBezTo>
                  <a:pt x="-1182" y="118177"/>
                  <a:pt x="-12184" y="63065"/>
                  <a:pt x="14684" y="33224"/>
                </a:cubicBezTo>
                <a:cubicBezTo>
                  <a:pt x="11531" y="55946"/>
                  <a:pt x="17954" y="82276"/>
                  <a:pt x="32588" y="107628"/>
                </a:cubicBezTo>
                <a:cubicBezTo>
                  <a:pt x="32618" y="76336"/>
                  <a:pt x="58000" y="50983"/>
                  <a:pt x="89303" y="50983"/>
                </a:cubicBezTo>
                <a:cubicBezTo>
                  <a:pt x="120636" y="50983"/>
                  <a:pt x="146036" y="76383"/>
                  <a:pt x="146036" y="107716"/>
                </a:cubicBezTo>
                <a:cubicBezTo>
                  <a:pt x="146036" y="139049"/>
                  <a:pt x="120636" y="164449"/>
                  <a:pt x="89303" y="164449"/>
                </a:cubicBezTo>
                <a:lnTo>
                  <a:pt x="76696" y="161904"/>
                </a:lnTo>
                <a:cubicBezTo>
                  <a:pt x="91912" y="179574"/>
                  <a:pt x="111262" y="194597"/>
                  <a:pt x="133714" y="205186"/>
                </a:cubicBezTo>
                <a:cubicBezTo>
                  <a:pt x="181078" y="100995"/>
                  <a:pt x="317707" y="26479"/>
                  <a:pt x="478624" y="26479"/>
                </a:cubicBezTo>
                <a:cubicBezTo>
                  <a:pt x="537829" y="26479"/>
                  <a:pt x="593747" y="36566"/>
                  <a:pt x="642810" y="55585"/>
                </a:cubicBezTo>
                <a:cubicBezTo>
                  <a:pt x="661274" y="31780"/>
                  <a:pt x="727987" y="-7557"/>
                  <a:pt x="741828" y="126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16" name="片側の 2 つの角を丸めた四角形 11"/>
          <p:cNvSpPr>
            <a:spLocks noChangeAspect="1"/>
          </p:cNvSpPr>
          <p:nvPr/>
        </p:nvSpPr>
        <p:spPr bwMode="gray">
          <a:xfrm>
            <a:off x="2035055" y="2144195"/>
            <a:ext cx="583026" cy="952655"/>
          </a:xfrm>
          <a:custGeom>
            <a:avLst/>
            <a:gdLst/>
            <a:ahLst/>
            <a:cxnLst/>
            <a:rect l="l" t="t" r="r" b="b"/>
            <a:pathLst>
              <a:path w="550800" h="899999">
                <a:moveTo>
                  <a:pt x="275401" y="516825"/>
                </a:moveTo>
                <a:cubicBezTo>
                  <a:pt x="240019" y="516825"/>
                  <a:pt x="211337" y="545507"/>
                  <a:pt x="211337" y="580889"/>
                </a:cubicBezTo>
                <a:cubicBezTo>
                  <a:pt x="211337" y="605559"/>
                  <a:pt x="225281" y="626972"/>
                  <a:pt x="246088" y="636968"/>
                </a:cubicBezTo>
                <a:lnTo>
                  <a:pt x="228885" y="796312"/>
                </a:lnTo>
                <a:lnTo>
                  <a:pt x="321915" y="796312"/>
                </a:lnTo>
                <a:lnTo>
                  <a:pt x="304713" y="636969"/>
                </a:lnTo>
                <a:cubicBezTo>
                  <a:pt x="325521" y="626973"/>
                  <a:pt x="339465" y="605560"/>
                  <a:pt x="339465" y="580889"/>
                </a:cubicBezTo>
                <a:cubicBezTo>
                  <a:pt x="339465" y="545507"/>
                  <a:pt x="310783" y="516825"/>
                  <a:pt x="275401" y="516825"/>
                </a:cubicBezTo>
                <a:close/>
                <a:moveTo>
                  <a:pt x="17845" y="389119"/>
                </a:moveTo>
                <a:lnTo>
                  <a:pt x="532955" y="389119"/>
                </a:lnTo>
                <a:cubicBezTo>
                  <a:pt x="542811" y="389119"/>
                  <a:pt x="550800" y="397108"/>
                  <a:pt x="550800" y="406964"/>
                </a:cubicBezTo>
                <a:lnTo>
                  <a:pt x="550800" y="644559"/>
                </a:lnTo>
                <a:cubicBezTo>
                  <a:pt x="550800" y="785635"/>
                  <a:pt x="436436" y="899999"/>
                  <a:pt x="295360" y="899999"/>
                </a:cubicBezTo>
                <a:lnTo>
                  <a:pt x="255440" y="899998"/>
                </a:lnTo>
                <a:cubicBezTo>
                  <a:pt x="114364" y="899998"/>
                  <a:pt x="0" y="785634"/>
                  <a:pt x="0" y="644558"/>
                </a:cubicBezTo>
                <a:lnTo>
                  <a:pt x="0" y="406964"/>
                </a:lnTo>
                <a:cubicBezTo>
                  <a:pt x="0" y="397108"/>
                  <a:pt x="7989" y="389119"/>
                  <a:pt x="17845" y="389119"/>
                </a:cubicBezTo>
                <a:close/>
                <a:moveTo>
                  <a:pt x="275400" y="0"/>
                </a:moveTo>
                <a:cubicBezTo>
                  <a:pt x="399664" y="0"/>
                  <a:pt x="500400" y="100736"/>
                  <a:pt x="500400" y="225000"/>
                </a:cubicBezTo>
                <a:lnTo>
                  <a:pt x="500400" y="361695"/>
                </a:lnTo>
                <a:lnTo>
                  <a:pt x="398626" y="361695"/>
                </a:lnTo>
                <a:lnTo>
                  <a:pt x="398627" y="225385"/>
                </a:lnTo>
                <a:cubicBezTo>
                  <a:pt x="398627" y="157329"/>
                  <a:pt x="343457" y="102159"/>
                  <a:pt x="275401" y="102159"/>
                </a:cubicBezTo>
                <a:cubicBezTo>
                  <a:pt x="207345" y="102159"/>
                  <a:pt x="152175" y="157329"/>
                  <a:pt x="152175" y="225385"/>
                </a:cubicBezTo>
                <a:lnTo>
                  <a:pt x="152175" y="361695"/>
                </a:lnTo>
                <a:lnTo>
                  <a:pt x="50400" y="361695"/>
                </a:lnTo>
                <a:lnTo>
                  <a:pt x="50400" y="225000"/>
                </a:lnTo>
                <a:cubicBezTo>
                  <a:pt x="50400" y="100736"/>
                  <a:pt x="151136" y="0"/>
                  <a:pt x="2754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17" name="角丸四角形 9"/>
          <p:cNvSpPr>
            <a:spLocks noChangeAspect="1"/>
          </p:cNvSpPr>
          <p:nvPr/>
        </p:nvSpPr>
        <p:spPr bwMode="gray">
          <a:xfrm>
            <a:off x="4828058" y="2429978"/>
            <a:ext cx="952657" cy="624943"/>
          </a:xfrm>
          <a:custGeom>
            <a:avLst/>
            <a:gdLst/>
            <a:ahLst/>
            <a:cxnLst/>
            <a:rect l="l" t="t" r="r" b="b"/>
            <a:pathLst>
              <a:path w="900000" h="526814">
                <a:moveTo>
                  <a:pt x="64803" y="387161"/>
                </a:moveTo>
                <a:cubicBezTo>
                  <a:pt x="61489" y="387161"/>
                  <a:pt x="58803" y="389847"/>
                  <a:pt x="58803" y="393161"/>
                </a:cubicBezTo>
                <a:lnTo>
                  <a:pt x="58803" y="417161"/>
                </a:lnTo>
                <a:cubicBezTo>
                  <a:pt x="58803" y="420475"/>
                  <a:pt x="61489" y="423161"/>
                  <a:pt x="64803" y="423161"/>
                </a:cubicBezTo>
                <a:lnTo>
                  <a:pt x="304803" y="423161"/>
                </a:lnTo>
                <a:cubicBezTo>
                  <a:pt x="308117" y="423161"/>
                  <a:pt x="310803" y="420475"/>
                  <a:pt x="310803" y="417161"/>
                </a:cubicBezTo>
                <a:lnTo>
                  <a:pt x="310803" y="393161"/>
                </a:lnTo>
                <a:cubicBezTo>
                  <a:pt x="310803" y="389847"/>
                  <a:pt x="308117" y="387161"/>
                  <a:pt x="304803" y="387161"/>
                </a:cubicBezTo>
                <a:close/>
                <a:moveTo>
                  <a:pt x="64803" y="301436"/>
                </a:moveTo>
                <a:cubicBezTo>
                  <a:pt x="61489" y="301436"/>
                  <a:pt x="58803" y="304122"/>
                  <a:pt x="58803" y="307436"/>
                </a:cubicBezTo>
                <a:lnTo>
                  <a:pt x="58803" y="331436"/>
                </a:lnTo>
                <a:cubicBezTo>
                  <a:pt x="58803" y="334750"/>
                  <a:pt x="61489" y="337436"/>
                  <a:pt x="64803" y="337436"/>
                </a:cubicBezTo>
                <a:lnTo>
                  <a:pt x="808803" y="337436"/>
                </a:lnTo>
                <a:cubicBezTo>
                  <a:pt x="812117" y="337436"/>
                  <a:pt x="814803" y="334750"/>
                  <a:pt x="814803" y="331436"/>
                </a:cubicBezTo>
                <a:lnTo>
                  <a:pt x="814803" y="307436"/>
                </a:lnTo>
                <a:cubicBezTo>
                  <a:pt x="814803" y="304122"/>
                  <a:pt x="812117" y="301436"/>
                  <a:pt x="808803" y="301436"/>
                </a:cubicBezTo>
                <a:close/>
                <a:moveTo>
                  <a:pt x="66747" y="215918"/>
                </a:moveTo>
                <a:lnTo>
                  <a:pt x="66747" y="216225"/>
                </a:lnTo>
                <a:cubicBezTo>
                  <a:pt x="66747" y="234120"/>
                  <a:pt x="81253" y="248626"/>
                  <a:pt x="99148" y="248626"/>
                </a:cubicBezTo>
                <a:lnTo>
                  <a:pt x="229429" y="248626"/>
                </a:lnTo>
                <a:cubicBezTo>
                  <a:pt x="247324" y="248626"/>
                  <a:pt x="261830" y="234120"/>
                  <a:pt x="261830" y="216225"/>
                </a:cubicBezTo>
                <a:lnTo>
                  <a:pt x="261830" y="215918"/>
                </a:lnTo>
                <a:close/>
                <a:moveTo>
                  <a:pt x="157755" y="126226"/>
                </a:moveTo>
                <a:lnTo>
                  <a:pt x="170821" y="126226"/>
                </a:lnTo>
                <a:cubicBezTo>
                  <a:pt x="176160" y="126226"/>
                  <a:pt x="180488" y="130554"/>
                  <a:pt x="180488" y="135893"/>
                </a:cubicBezTo>
                <a:lnTo>
                  <a:pt x="180488" y="166959"/>
                </a:lnTo>
                <a:cubicBezTo>
                  <a:pt x="180488" y="172298"/>
                  <a:pt x="176160" y="176626"/>
                  <a:pt x="170821" y="176626"/>
                </a:cubicBezTo>
                <a:lnTo>
                  <a:pt x="157755" y="176626"/>
                </a:lnTo>
                <a:cubicBezTo>
                  <a:pt x="152416" y="176626"/>
                  <a:pt x="148088" y="172298"/>
                  <a:pt x="148088" y="166959"/>
                </a:cubicBezTo>
                <a:lnTo>
                  <a:pt x="148088" y="135893"/>
                </a:lnTo>
                <a:cubicBezTo>
                  <a:pt x="148088" y="130554"/>
                  <a:pt x="152416" y="126226"/>
                  <a:pt x="157755" y="126226"/>
                </a:cubicBezTo>
                <a:close/>
                <a:moveTo>
                  <a:pt x="157392" y="99114"/>
                </a:moveTo>
                <a:cubicBezTo>
                  <a:pt x="146542" y="99114"/>
                  <a:pt x="136813" y="103919"/>
                  <a:pt x="130930" y="112135"/>
                </a:cubicBezTo>
                <a:lnTo>
                  <a:pt x="66747" y="112135"/>
                </a:lnTo>
                <a:lnTo>
                  <a:pt x="66747" y="138827"/>
                </a:lnTo>
                <a:lnTo>
                  <a:pt x="121426" y="138827"/>
                </a:lnTo>
                <a:lnTo>
                  <a:pt x="121426" y="164027"/>
                </a:lnTo>
                <a:lnTo>
                  <a:pt x="66747" y="164027"/>
                </a:lnTo>
                <a:lnTo>
                  <a:pt x="66747" y="190718"/>
                </a:lnTo>
                <a:lnTo>
                  <a:pt x="130930" y="190718"/>
                </a:lnTo>
                <a:cubicBezTo>
                  <a:pt x="136813" y="198934"/>
                  <a:pt x="146542" y="203739"/>
                  <a:pt x="157392" y="203739"/>
                </a:cubicBezTo>
                <a:lnTo>
                  <a:pt x="171184" y="203739"/>
                </a:lnTo>
                <a:cubicBezTo>
                  <a:pt x="182034" y="203739"/>
                  <a:pt x="191763" y="198934"/>
                  <a:pt x="197646" y="190718"/>
                </a:cubicBezTo>
                <a:lnTo>
                  <a:pt x="261830" y="190718"/>
                </a:lnTo>
                <a:lnTo>
                  <a:pt x="261830" y="164027"/>
                </a:lnTo>
                <a:lnTo>
                  <a:pt x="207150" y="164027"/>
                </a:lnTo>
                <a:lnTo>
                  <a:pt x="207150" y="138827"/>
                </a:lnTo>
                <a:lnTo>
                  <a:pt x="261830" y="138827"/>
                </a:lnTo>
                <a:lnTo>
                  <a:pt x="261830" y="112135"/>
                </a:lnTo>
                <a:lnTo>
                  <a:pt x="197646" y="112135"/>
                </a:lnTo>
                <a:cubicBezTo>
                  <a:pt x="191763" y="103919"/>
                  <a:pt x="182034" y="99114"/>
                  <a:pt x="171184" y="99114"/>
                </a:cubicBezTo>
                <a:close/>
                <a:moveTo>
                  <a:pt x="99148" y="54226"/>
                </a:moveTo>
                <a:cubicBezTo>
                  <a:pt x="81253" y="54226"/>
                  <a:pt x="66747" y="68732"/>
                  <a:pt x="66747" y="86627"/>
                </a:cubicBezTo>
                <a:lnTo>
                  <a:pt x="66747" y="86935"/>
                </a:lnTo>
                <a:lnTo>
                  <a:pt x="261830" y="86935"/>
                </a:lnTo>
                <a:lnTo>
                  <a:pt x="261830" y="86627"/>
                </a:lnTo>
                <a:cubicBezTo>
                  <a:pt x="261830" y="68732"/>
                  <a:pt x="247324" y="54226"/>
                  <a:pt x="229429" y="54226"/>
                </a:cubicBezTo>
                <a:close/>
                <a:moveTo>
                  <a:pt x="68754" y="0"/>
                </a:moveTo>
                <a:lnTo>
                  <a:pt x="831246" y="0"/>
                </a:lnTo>
                <a:cubicBezTo>
                  <a:pt x="869218" y="0"/>
                  <a:pt x="900000" y="30782"/>
                  <a:pt x="900000" y="68754"/>
                </a:cubicBezTo>
                <a:lnTo>
                  <a:pt x="900000" y="458060"/>
                </a:lnTo>
                <a:cubicBezTo>
                  <a:pt x="900000" y="496032"/>
                  <a:pt x="869218" y="526814"/>
                  <a:pt x="831246" y="526814"/>
                </a:cubicBezTo>
                <a:lnTo>
                  <a:pt x="68754" y="526814"/>
                </a:lnTo>
                <a:cubicBezTo>
                  <a:pt x="30782" y="526814"/>
                  <a:pt x="0" y="496032"/>
                  <a:pt x="0" y="458060"/>
                </a:cubicBezTo>
                <a:lnTo>
                  <a:pt x="0" y="68754"/>
                </a:lnTo>
                <a:cubicBezTo>
                  <a:pt x="0" y="30782"/>
                  <a:pt x="30782" y="0"/>
                  <a:pt x="68754"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8" name="角丸四角形 117"/>
          <p:cNvSpPr>
            <a:spLocks noChangeAspect="1"/>
          </p:cNvSpPr>
          <p:nvPr/>
        </p:nvSpPr>
        <p:spPr bwMode="gray">
          <a:xfrm>
            <a:off x="6409962" y="2180734"/>
            <a:ext cx="952657" cy="910754"/>
          </a:xfrm>
          <a:custGeom>
            <a:avLst/>
            <a:gdLst/>
            <a:ahLst/>
            <a:cxnLst/>
            <a:rect l="l" t="t" r="r" b="b"/>
            <a:pathLst>
              <a:path w="900000" h="860413">
                <a:moveTo>
                  <a:pt x="204735" y="622418"/>
                </a:moveTo>
                <a:cubicBezTo>
                  <a:pt x="228780" y="622418"/>
                  <a:pt x="248849" y="639442"/>
                  <a:pt x="252572" y="662297"/>
                </a:cubicBezTo>
                <a:lnTo>
                  <a:pt x="399054" y="662297"/>
                </a:lnTo>
                <a:cubicBezTo>
                  <a:pt x="402777" y="639442"/>
                  <a:pt x="422846" y="622418"/>
                  <a:pt x="446891" y="622418"/>
                </a:cubicBezTo>
                <a:cubicBezTo>
                  <a:pt x="470936" y="622418"/>
                  <a:pt x="491005" y="639442"/>
                  <a:pt x="494728" y="662297"/>
                </a:cubicBezTo>
                <a:lnTo>
                  <a:pt x="522411" y="662297"/>
                </a:lnTo>
                <a:cubicBezTo>
                  <a:pt x="526134" y="639442"/>
                  <a:pt x="546203" y="622418"/>
                  <a:pt x="570248" y="622418"/>
                </a:cubicBezTo>
                <a:cubicBezTo>
                  <a:pt x="594293" y="622418"/>
                  <a:pt x="614362" y="639442"/>
                  <a:pt x="618085" y="662297"/>
                </a:cubicBezTo>
                <a:lnTo>
                  <a:pt x="641211" y="662297"/>
                </a:lnTo>
                <a:cubicBezTo>
                  <a:pt x="644934" y="639442"/>
                  <a:pt x="665003" y="622418"/>
                  <a:pt x="689048" y="622418"/>
                </a:cubicBezTo>
                <a:cubicBezTo>
                  <a:pt x="716579" y="622418"/>
                  <a:pt x="738898" y="644737"/>
                  <a:pt x="738898" y="672268"/>
                </a:cubicBezTo>
                <a:cubicBezTo>
                  <a:pt x="738898" y="699799"/>
                  <a:pt x="716579" y="722118"/>
                  <a:pt x="689048" y="722118"/>
                </a:cubicBezTo>
                <a:cubicBezTo>
                  <a:pt x="665002" y="722118"/>
                  <a:pt x="644933" y="705092"/>
                  <a:pt x="641211" y="682237"/>
                </a:cubicBezTo>
                <a:lnTo>
                  <a:pt x="618085" y="682237"/>
                </a:lnTo>
                <a:cubicBezTo>
                  <a:pt x="614363" y="705092"/>
                  <a:pt x="594294" y="722118"/>
                  <a:pt x="570248" y="722118"/>
                </a:cubicBezTo>
                <a:cubicBezTo>
                  <a:pt x="546202" y="722118"/>
                  <a:pt x="526133" y="705092"/>
                  <a:pt x="522411" y="682237"/>
                </a:cubicBezTo>
                <a:lnTo>
                  <a:pt x="494728" y="682237"/>
                </a:lnTo>
                <a:cubicBezTo>
                  <a:pt x="491006" y="705092"/>
                  <a:pt x="470937" y="722118"/>
                  <a:pt x="446891" y="722118"/>
                </a:cubicBezTo>
                <a:cubicBezTo>
                  <a:pt x="422845" y="722118"/>
                  <a:pt x="402776" y="705092"/>
                  <a:pt x="399054" y="682237"/>
                </a:cubicBezTo>
                <a:lnTo>
                  <a:pt x="252572" y="682237"/>
                </a:lnTo>
                <a:cubicBezTo>
                  <a:pt x="248850" y="705092"/>
                  <a:pt x="228781" y="722118"/>
                  <a:pt x="204735" y="722118"/>
                </a:cubicBezTo>
                <a:cubicBezTo>
                  <a:pt x="177204" y="722118"/>
                  <a:pt x="154885" y="699799"/>
                  <a:pt x="154885" y="672268"/>
                </a:cubicBezTo>
                <a:cubicBezTo>
                  <a:pt x="154885" y="644737"/>
                  <a:pt x="177204" y="622418"/>
                  <a:pt x="204735" y="622418"/>
                </a:cubicBezTo>
                <a:close/>
                <a:moveTo>
                  <a:pt x="204735" y="482423"/>
                </a:moveTo>
                <a:cubicBezTo>
                  <a:pt x="228780" y="482423"/>
                  <a:pt x="248849" y="499447"/>
                  <a:pt x="252572" y="522302"/>
                </a:cubicBezTo>
                <a:lnTo>
                  <a:pt x="277611" y="522302"/>
                </a:lnTo>
                <a:cubicBezTo>
                  <a:pt x="281334" y="499447"/>
                  <a:pt x="301403" y="482423"/>
                  <a:pt x="325448" y="482423"/>
                </a:cubicBezTo>
                <a:cubicBezTo>
                  <a:pt x="349493" y="482423"/>
                  <a:pt x="369562" y="499447"/>
                  <a:pt x="373285" y="522302"/>
                </a:cubicBezTo>
                <a:lnTo>
                  <a:pt x="522411" y="522302"/>
                </a:lnTo>
                <a:cubicBezTo>
                  <a:pt x="526134" y="499447"/>
                  <a:pt x="546203" y="482423"/>
                  <a:pt x="570248" y="482423"/>
                </a:cubicBezTo>
                <a:cubicBezTo>
                  <a:pt x="594293" y="482423"/>
                  <a:pt x="614362" y="499447"/>
                  <a:pt x="618085" y="522302"/>
                </a:cubicBezTo>
                <a:lnTo>
                  <a:pt x="641211" y="522302"/>
                </a:lnTo>
                <a:cubicBezTo>
                  <a:pt x="644934" y="499447"/>
                  <a:pt x="665003" y="482423"/>
                  <a:pt x="689048" y="482423"/>
                </a:cubicBezTo>
                <a:cubicBezTo>
                  <a:pt x="716579" y="482423"/>
                  <a:pt x="738898" y="504742"/>
                  <a:pt x="738898" y="532273"/>
                </a:cubicBezTo>
                <a:cubicBezTo>
                  <a:pt x="738898" y="559804"/>
                  <a:pt x="716579" y="582123"/>
                  <a:pt x="689048" y="582123"/>
                </a:cubicBezTo>
                <a:cubicBezTo>
                  <a:pt x="665002" y="582123"/>
                  <a:pt x="644933" y="565097"/>
                  <a:pt x="641211" y="542242"/>
                </a:cubicBezTo>
                <a:lnTo>
                  <a:pt x="618085" y="542242"/>
                </a:lnTo>
                <a:cubicBezTo>
                  <a:pt x="614363" y="565097"/>
                  <a:pt x="594294" y="582123"/>
                  <a:pt x="570248" y="582123"/>
                </a:cubicBezTo>
                <a:cubicBezTo>
                  <a:pt x="546202" y="582123"/>
                  <a:pt x="526133" y="565097"/>
                  <a:pt x="522411" y="542242"/>
                </a:cubicBezTo>
                <a:lnTo>
                  <a:pt x="373285" y="542242"/>
                </a:lnTo>
                <a:cubicBezTo>
                  <a:pt x="369563" y="565097"/>
                  <a:pt x="349494" y="582123"/>
                  <a:pt x="325448" y="582123"/>
                </a:cubicBezTo>
                <a:cubicBezTo>
                  <a:pt x="301402" y="582123"/>
                  <a:pt x="281333" y="565097"/>
                  <a:pt x="277611" y="542242"/>
                </a:cubicBezTo>
                <a:lnTo>
                  <a:pt x="252572" y="542242"/>
                </a:lnTo>
                <a:cubicBezTo>
                  <a:pt x="248850" y="565097"/>
                  <a:pt x="228781" y="582123"/>
                  <a:pt x="204735" y="582123"/>
                </a:cubicBezTo>
                <a:cubicBezTo>
                  <a:pt x="177204" y="582123"/>
                  <a:pt x="154885" y="559804"/>
                  <a:pt x="154885" y="532273"/>
                </a:cubicBezTo>
                <a:cubicBezTo>
                  <a:pt x="154885" y="504742"/>
                  <a:pt x="177204" y="482423"/>
                  <a:pt x="204735" y="482423"/>
                </a:cubicBezTo>
                <a:close/>
                <a:moveTo>
                  <a:pt x="204735" y="342428"/>
                </a:moveTo>
                <a:cubicBezTo>
                  <a:pt x="228780" y="342428"/>
                  <a:pt x="248849" y="359452"/>
                  <a:pt x="252572" y="382307"/>
                </a:cubicBezTo>
                <a:lnTo>
                  <a:pt x="277611" y="382307"/>
                </a:lnTo>
                <a:cubicBezTo>
                  <a:pt x="281334" y="359452"/>
                  <a:pt x="301403" y="342428"/>
                  <a:pt x="325448" y="342428"/>
                </a:cubicBezTo>
                <a:cubicBezTo>
                  <a:pt x="349493" y="342428"/>
                  <a:pt x="369562" y="359452"/>
                  <a:pt x="373285" y="382307"/>
                </a:cubicBezTo>
                <a:lnTo>
                  <a:pt x="399053" y="382307"/>
                </a:lnTo>
                <a:cubicBezTo>
                  <a:pt x="402776" y="359452"/>
                  <a:pt x="422845" y="342428"/>
                  <a:pt x="446890" y="342428"/>
                </a:cubicBezTo>
                <a:cubicBezTo>
                  <a:pt x="470935" y="342428"/>
                  <a:pt x="491004" y="359452"/>
                  <a:pt x="494727" y="382307"/>
                </a:cubicBezTo>
                <a:lnTo>
                  <a:pt x="641211" y="382307"/>
                </a:lnTo>
                <a:cubicBezTo>
                  <a:pt x="644934" y="359452"/>
                  <a:pt x="665003" y="342428"/>
                  <a:pt x="689048" y="342428"/>
                </a:cubicBezTo>
                <a:cubicBezTo>
                  <a:pt x="716579" y="342428"/>
                  <a:pt x="738898" y="364747"/>
                  <a:pt x="738898" y="392278"/>
                </a:cubicBezTo>
                <a:cubicBezTo>
                  <a:pt x="738898" y="419809"/>
                  <a:pt x="716579" y="442128"/>
                  <a:pt x="689048" y="442128"/>
                </a:cubicBezTo>
                <a:cubicBezTo>
                  <a:pt x="665002" y="442128"/>
                  <a:pt x="644933" y="425102"/>
                  <a:pt x="641211" y="402247"/>
                </a:cubicBezTo>
                <a:lnTo>
                  <a:pt x="494727" y="402247"/>
                </a:lnTo>
                <a:cubicBezTo>
                  <a:pt x="491005" y="425102"/>
                  <a:pt x="470936" y="442128"/>
                  <a:pt x="446890" y="442128"/>
                </a:cubicBezTo>
                <a:cubicBezTo>
                  <a:pt x="422844" y="442128"/>
                  <a:pt x="402775" y="425102"/>
                  <a:pt x="399053" y="402247"/>
                </a:cubicBezTo>
                <a:lnTo>
                  <a:pt x="373285" y="402247"/>
                </a:lnTo>
                <a:cubicBezTo>
                  <a:pt x="369563" y="425102"/>
                  <a:pt x="349494" y="442128"/>
                  <a:pt x="325448" y="442128"/>
                </a:cubicBezTo>
                <a:cubicBezTo>
                  <a:pt x="301402" y="442128"/>
                  <a:pt x="281333" y="425102"/>
                  <a:pt x="277611" y="402247"/>
                </a:cubicBezTo>
                <a:lnTo>
                  <a:pt x="252572" y="402247"/>
                </a:lnTo>
                <a:cubicBezTo>
                  <a:pt x="248850" y="425102"/>
                  <a:pt x="228781" y="442128"/>
                  <a:pt x="204735" y="442128"/>
                </a:cubicBezTo>
                <a:cubicBezTo>
                  <a:pt x="177204" y="442128"/>
                  <a:pt x="154885" y="419809"/>
                  <a:pt x="154885" y="392278"/>
                </a:cubicBezTo>
                <a:cubicBezTo>
                  <a:pt x="154885" y="364747"/>
                  <a:pt x="177204" y="342428"/>
                  <a:pt x="204735" y="342428"/>
                </a:cubicBezTo>
                <a:close/>
                <a:moveTo>
                  <a:pt x="204735" y="202433"/>
                </a:moveTo>
                <a:cubicBezTo>
                  <a:pt x="228780" y="202433"/>
                  <a:pt x="248849" y="219457"/>
                  <a:pt x="252572" y="242312"/>
                </a:cubicBezTo>
                <a:lnTo>
                  <a:pt x="277611" y="242312"/>
                </a:lnTo>
                <a:cubicBezTo>
                  <a:pt x="281334" y="219457"/>
                  <a:pt x="301403" y="202433"/>
                  <a:pt x="325448" y="202433"/>
                </a:cubicBezTo>
                <a:cubicBezTo>
                  <a:pt x="349493" y="202433"/>
                  <a:pt x="369562" y="219457"/>
                  <a:pt x="373285" y="242312"/>
                </a:cubicBezTo>
                <a:lnTo>
                  <a:pt x="399053" y="242312"/>
                </a:lnTo>
                <a:cubicBezTo>
                  <a:pt x="402776" y="219457"/>
                  <a:pt x="422845" y="202433"/>
                  <a:pt x="446890" y="202433"/>
                </a:cubicBezTo>
                <a:cubicBezTo>
                  <a:pt x="470935" y="202433"/>
                  <a:pt x="491004" y="219457"/>
                  <a:pt x="494727" y="242312"/>
                </a:cubicBezTo>
                <a:lnTo>
                  <a:pt x="641211" y="242312"/>
                </a:lnTo>
                <a:cubicBezTo>
                  <a:pt x="644934" y="219457"/>
                  <a:pt x="665003" y="202433"/>
                  <a:pt x="689048" y="202433"/>
                </a:cubicBezTo>
                <a:cubicBezTo>
                  <a:pt x="716579" y="202433"/>
                  <a:pt x="738898" y="224752"/>
                  <a:pt x="738898" y="252283"/>
                </a:cubicBezTo>
                <a:cubicBezTo>
                  <a:pt x="738898" y="279814"/>
                  <a:pt x="716579" y="302133"/>
                  <a:pt x="689048" y="302133"/>
                </a:cubicBezTo>
                <a:cubicBezTo>
                  <a:pt x="665002" y="302133"/>
                  <a:pt x="644933" y="285107"/>
                  <a:pt x="641211" y="262252"/>
                </a:cubicBezTo>
                <a:lnTo>
                  <a:pt x="494727" y="262252"/>
                </a:lnTo>
                <a:cubicBezTo>
                  <a:pt x="491005" y="285107"/>
                  <a:pt x="470936" y="302133"/>
                  <a:pt x="446890" y="302133"/>
                </a:cubicBezTo>
                <a:cubicBezTo>
                  <a:pt x="422844" y="302133"/>
                  <a:pt x="402775" y="285107"/>
                  <a:pt x="399053" y="262252"/>
                </a:cubicBezTo>
                <a:lnTo>
                  <a:pt x="373285" y="262252"/>
                </a:lnTo>
                <a:cubicBezTo>
                  <a:pt x="369563" y="285107"/>
                  <a:pt x="349494" y="302133"/>
                  <a:pt x="325448" y="302133"/>
                </a:cubicBezTo>
                <a:cubicBezTo>
                  <a:pt x="301402" y="302133"/>
                  <a:pt x="281333" y="285107"/>
                  <a:pt x="277611" y="262252"/>
                </a:cubicBezTo>
                <a:lnTo>
                  <a:pt x="252572" y="262252"/>
                </a:lnTo>
                <a:cubicBezTo>
                  <a:pt x="248850" y="285107"/>
                  <a:pt x="228781" y="302133"/>
                  <a:pt x="204735" y="302133"/>
                </a:cubicBezTo>
                <a:cubicBezTo>
                  <a:pt x="177204" y="302133"/>
                  <a:pt x="154885" y="279814"/>
                  <a:pt x="154885" y="252283"/>
                </a:cubicBezTo>
                <a:cubicBezTo>
                  <a:pt x="154885" y="224752"/>
                  <a:pt x="177204" y="202433"/>
                  <a:pt x="204735" y="202433"/>
                </a:cubicBezTo>
                <a:close/>
                <a:moveTo>
                  <a:pt x="204735" y="62438"/>
                </a:moveTo>
                <a:cubicBezTo>
                  <a:pt x="228780" y="62438"/>
                  <a:pt x="248849" y="79462"/>
                  <a:pt x="252572" y="102317"/>
                </a:cubicBezTo>
                <a:lnTo>
                  <a:pt x="277611" y="102317"/>
                </a:lnTo>
                <a:cubicBezTo>
                  <a:pt x="281334" y="79462"/>
                  <a:pt x="301403" y="62438"/>
                  <a:pt x="325448" y="62438"/>
                </a:cubicBezTo>
                <a:cubicBezTo>
                  <a:pt x="349493" y="62438"/>
                  <a:pt x="369562" y="79462"/>
                  <a:pt x="373285" y="102317"/>
                </a:cubicBezTo>
                <a:lnTo>
                  <a:pt x="522411" y="102317"/>
                </a:lnTo>
                <a:cubicBezTo>
                  <a:pt x="526134" y="79462"/>
                  <a:pt x="546203" y="62438"/>
                  <a:pt x="570248" y="62438"/>
                </a:cubicBezTo>
                <a:cubicBezTo>
                  <a:pt x="594293" y="62438"/>
                  <a:pt x="614362" y="79462"/>
                  <a:pt x="618085" y="102317"/>
                </a:cubicBezTo>
                <a:lnTo>
                  <a:pt x="641211" y="102317"/>
                </a:lnTo>
                <a:cubicBezTo>
                  <a:pt x="644934" y="79462"/>
                  <a:pt x="665003" y="62438"/>
                  <a:pt x="689048" y="62438"/>
                </a:cubicBezTo>
                <a:cubicBezTo>
                  <a:pt x="716579" y="62438"/>
                  <a:pt x="738898" y="84757"/>
                  <a:pt x="738898" y="112288"/>
                </a:cubicBezTo>
                <a:cubicBezTo>
                  <a:pt x="738898" y="139819"/>
                  <a:pt x="716579" y="162138"/>
                  <a:pt x="689048" y="162138"/>
                </a:cubicBezTo>
                <a:cubicBezTo>
                  <a:pt x="665002" y="162138"/>
                  <a:pt x="644933" y="145112"/>
                  <a:pt x="641211" y="122257"/>
                </a:cubicBezTo>
                <a:lnTo>
                  <a:pt x="618085" y="122257"/>
                </a:lnTo>
                <a:cubicBezTo>
                  <a:pt x="614363" y="145112"/>
                  <a:pt x="594294" y="162138"/>
                  <a:pt x="570248" y="162138"/>
                </a:cubicBezTo>
                <a:cubicBezTo>
                  <a:pt x="546202" y="162138"/>
                  <a:pt x="526133" y="145112"/>
                  <a:pt x="522411" y="122257"/>
                </a:cubicBezTo>
                <a:lnTo>
                  <a:pt x="373285" y="122257"/>
                </a:lnTo>
                <a:cubicBezTo>
                  <a:pt x="369563" y="145112"/>
                  <a:pt x="349494" y="162138"/>
                  <a:pt x="325448" y="162138"/>
                </a:cubicBezTo>
                <a:cubicBezTo>
                  <a:pt x="301402" y="162138"/>
                  <a:pt x="281333" y="145112"/>
                  <a:pt x="277611" y="122257"/>
                </a:cubicBezTo>
                <a:lnTo>
                  <a:pt x="252572" y="122257"/>
                </a:lnTo>
                <a:cubicBezTo>
                  <a:pt x="248850" y="145112"/>
                  <a:pt x="228781" y="162138"/>
                  <a:pt x="204735" y="162138"/>
                </a:cubicBezTo>
                <a:cubicBezTo>
                  <a:pt x="177204" y="162138"/>
                  <a:pt x="154885" y="139819"/>
                  <a:pt x="154885" y="112288"/>
                </a:cubicBezTo>
                <a:cubicBezTo>
                  <a:pt x="154885" y="84757"/>
                  <a:pt x="177204" y="62438"/>
                  <a:pt x="204735" y="62438"/>
                </a:cubicBezTo>
                <a:close/>
                <a:moveTo>
                  <a:pt x="82097" y="0"/>
                </a:moveTo>
                <a:cubicBezTo>
                  <a:pt x="108133" y="0"/>
                  <a:pt x="129239" y="21106"/>
                  <a:pt x="129239" y="47142"/>
                </a:cubicBezTo>
                <a:lnTo>
                  <a:pt x="129239" y="770655"/>
                </a:lnTo>
                <a:lnTo>
                  <a:pt x="770761" y="770655"/>
                </a:lnTo>
                <a:lnTo>
                  <a:pt x="770761" y="47142"/>
                </a:lnTo>
                <a:cubicBezTo>
                  <a:pt x="770761" y="21106"/>
                  <a:pt x="791867" y="0"/>
                  <a:pt x="817903" y="0"/>
                </a:cubicBezTo>
                <a:cubicBezTo>
                  <a:pt x="843939" y="0"/>
                  <a:pt x="865045" y="21106"/>
                  <a:pt x="865045" y="47142"/>
                </a:cubicBezTo>
                <a:lnTo>
                  <a:pt x="865045" y="770655"/>
                </a:lnTo>
                <a:lnTo>
                  <a:pt x="876958" y="770655"/>
                </a:lnTo>
                <a:cubicBezTo>
                  <a:pt x="889684" y="770655"/>
                  <a:pt x="900000" y="780971"/>
                  <a:pt x="900000" y="793697"/>
                </a:cubicBezTo>
                <a:lnTo>
                  <a:pt x="900000" y="837371"/>
                </a:lnTo>
                <a:cubicBezTo>
                  <a:pt x="900000" y="850097"/>
                  <a:pt x="889684" y="860413"/>
                  <a:pt x="876958" y="860413"/>
                </a:cubicBezTo>
                <a:lnTo>
                  <a:pt x="23042" y="860413"/>
                </a:lnTo>
                <a:cubicBezTo>
                  <a:pt x="10316" y="860413"/>
                  <a:pt x="0" y="850097"/>
                  <a:pt x="0" y="837371"/>
                </a:cubicBezTo>
                <a:lnTo>
                  <a:pt x="0" y="793697"/>
                </a:lnTo>
                <a:cubicBezTo>
                  <a:pt x="0" y="780971"/>
                  <a:pt x="10316" y="770655"/>
                  <a:pt x="23042" y="770655"/>
                </a:cubicBezTo>
                <a:lnTo>
                  <a:pt x="34955" y="770655"/>
                </a:lnTo>
                <a:lnTo>
                  <a:pt x="34955" y="47142"/>
                </a:lnTo>
                <a:cubicBezTo>
                  <a:pt x="34955" y="21106"/>
                  <a:pt x="56061" y="0"/>
                  <a:pt x="8209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円/楕円 23"/>
          <p:cNvSpPr>
            <a:spLocks noChangeAspect="1"/>
          </p:cNvSpPr>
          <p:nvPr/>
        </p:nvSpPr>
        <p:spPr bwMode="gray">
          <a:xfrm>
            <a:off x="7991866" y="2151866"/>
            <a:ext cx="818027" cy="953134"/>
          </a:xfrm>
          <a:custGeom>
            <a:avLst/>
            <a:gdLst/>
            <a:ahLst/>
            <a:cxnLst/>
            <a:rect l="l" t="t" r="r" b="b"/>
            <a:pathLst>
              <a:path w="772812" h="900451">
                <a:moveTo>
                  <a:pt x="685149" y="274308"/>
                </a:moveTo>
                <a:cubicBezTo>
                  <a:pt x="688862" y="298093"/>
                  <a:pt x="690680" y="322459"/>
                  <a:pt x="690680" y="347250"/>
                </a:cubicBezTo>
                <a:cubicBezTo>
                  <a:pt x="690680" y="553210"/>
                  <a:pt x="565168" y="729857"/>
                  <a:pt x="386407" y="804753"/>
                </a:cubicBezTo>
                <a:cubicBezTo>
                  <a:pt x="322747" y="778081"/>
                  <a:pt x="265840" y="738505"/>
                  <a:pt x="219427" y="688842"/>
                </a:cubicBezTo>
                <a:lnTo>
                  <a:pt x="661848" y="276278"/>
                </a:lnTo>
                <a:cubicBezTo>
                  <a:pt x="664023" y="277553"/>
                  <a:pt x="666310" y="277645"/>
                  <a:pt x="668619" y="277645"/>
                </a:cubicBezTo>
                <a:cubicBezTo>
                  <a:pt x="674393" y="277645"/>
                  <a:pt x="680033" y="277069"/>
                  <a:pt x="685149" y="274308"/>
                </a:cubicBezTo>
                <a:close/>
                <a:moveTo>
                  <a:pt x="383115" y="95698"/>
                </a:moveTo>
                <a:cubicBezTo>
                  <a:pt x="423093" y="145333"/>
                  <a:pt x="484516" y="176515"/>
                  <a:pt x="553222" y="176515"/>
                </a:cubicBezTo>
                <a:cubicBezTo>
                  <a:pt x="564547" y="176515"/>
                  <a:pt x="575675" y="175668"/>
                  <a:pt x="586414" y="173169"/>
                </a:cubicBezTo>
                <a:cubicBezTo>
                  <a:pt x="584359" y="179313"/>
                  <a:pt x="583575" y="185866"/>
                  <a:pt x="583575" y="192601"/>
                </a:cubicBezTo>
                <a:lnTo>
                  <a:pt x="587613" y="212599"/>
                </a:lnTo>
                <a:lnTo>
                  <a:pt x="159533" y="611790"/>
                </a:lnTo>
                <a:cubicBezTo>
                  <a:pt x="110237" y="535605"/>
                  <a:pt x="82133" y="444709"/>
                  <a:pt x="82133" y="347250"/>
                </a:cubicBezTo>
                <a:lnTo>
                  <a:pt x="87665" y="274308"/>
                </a:lnTo>
                <a:lnTo>
                  <a:pt x="104194" y="277645"/>
                </a:lnTo>
                <a:cubicBezTo>
                  <a:pt x="151163" y="277645"/>
                  <a:pt x="189238" y="239570"/>
                  <a:pt x="189238" y="192601"/>
                </a:cubicBezTo>
                <a:lnTo>
                  <a:pt x="186498" y="173842"/>
                </a:lnTo>
                <a:lnTo>
                  <a:pt x="213008" y="176515"/>
                </a:lnTo>
                <a:cubicBezTo>
                  <a:pt x="281714" y="176515"/>
                  <a:pt x="343137" y="145333"/>
                  <a:pt x="383115" y="95698"/>
                </a:cubicBezTo>
                <a:close/>
                <a:moveTo>
                  <a:pt x="382897" y="72225"/>
                </a:moveTo>
                <a:cubicBezTo>
                  <a:pt x="340273" y="125146"/>
                  <a:pt x="274783" y="158393"/>
                  <a:pt x="201528" y="158393"/>
                </a:cubicBezTo>
                <a:lnTo>
                  <a:pt x="173263" y="155543"/>
                </a:lnTo>
                <a:lnTo>
                  <a:pt x="176184" y="175544"/>
                </a:lnTo>
                <a:cubicBezTo>
                  <a:pt x="176184" y="225622"/>
                  <a:pt x="135588" y="266218"/>
                  <a:pt x="85510" y="266218"/>
                </a:cubicBezTo>
                <a:lnTo>
                  <a:pt x="67886" y="262660"/>
                </a:lnTo>
                <a:lnTo>
                  <a:pt x="61988" y="340431"/>
                </a:lnTo>
                <a:cubicBezTo>
                  <a:pt x="61988" y="560028"/>
                  <a:pt x="195810" y="748370"/>
                  <a:pt x="386407" y="828225"/>
                </a:cubicBezTo>
                <a:cubicBezTo>
                  <a:pt x="577003" y="748370"/>
                  <a:pt x="710825" y="560028"/>
                  <a:pt x="710825" y="340431"/>
                </a:cubicBezTo>
                <a:cubicBezTo>
                  <a:pt x="710825" y="314000"/>
                  <a:pt x="708887" y="288020"/>
                  <a:pt x="704928" y="262660"/>
                </a:cubicBezTo>
                <a:cubicBezTo>
                  <a:pt x="699473" y="265605"/>
                  <a:pt x="693460" y="266218"/>
                  <a:pt x="687304" y="266218"/>
                </a:cubicBezTo>
                <a:cubicBezTo>
                  <a:pt x="637225" y="266218"/>
                  <a:pt x="596629" y="225622"/>
                  <a:pt x="596629" y="175544"/>
                </a:cubicBezTo>
                <a:cubicBezTo>
                  <a:pt x="596629" y="168363"/>
                  <a:pt x="597464" y="161376"/>
                  <a:pt x="599656" y="154825"/>
                </a:cubicBezTo>
                <a:cubicBezTo>
                  <a:pt x="588205" y="157489"/>
                  <a:pt x="576341" y="158393"/>
                  <a:pt x="564267" y="158393"/>
                </a:cubicBezTo>
                <a:cubicBezTo>
                  <a:pt x="491012" y="158393"/>
                  <a:pt x="425522" y="125146"/>
                  <a:pt x="382897" y="72225"/>
                </a:cubicBezTo>
                <a:close/>
                <a:moveTo>
                  <a:pt x="382226" y="0"/>
                </a:moveTo>
                <a:cubicBezTo>
                  <a:pt x="432995" y="63033"/>
                  <a:pt x="510998" y="102632"/>
                  <a:pt x="598250" y="102632"/>
                </a:cubicBezTo>
                <a:cubicBezTo>
                  <a:pt x="612632" y="102632"/>
                  <a:pt x="626763" y="101556"/>
                  <a:pt x="640401" y="98383"/>
                </a:cubicBezTo>
                <a:cubicBezTo>
                  <a:pt x="637791" y="106185"/>
                  <a:pt x="636796" y="114507"/>
                  <a:pt x="636796" y="123060"/>
                </a:cubicBezTo>
                <a:cubicBezTo>
                  <a:pt x="636796" y="182707"/>
                  <a:pt x="685149" y="231060"/>
                  <a:pt x="744796" y="231060"/>
                </a:cubicBezTo>
                <a:cubicBezTo>
                  <a:pt x="752129" y="231060"/>
                  <a:pt x="759291" y="230329"/>
                  <a:pt x="765788" y="226822"/>
                </a:cubicBezTo>
                <a:cubicBezTo>
                  <a:pt x="770503" y="257028"/>
                  <a:pt x="772812" y="287971"/>
                  <a:pt x="772812" y="319453"/>
                </a:cubicBezTo>
                <a:cubicBezTo>
                  <a:pt x="772812" y="581009"/>
                  <a:pt x="613420" y="805338"/>
                  <a:pt x="386406" y="900451"/>
                </a:cubicBezTo>
                <a:cubicBezTo>
                  <a:pt x="159392" y="805338"/>
                  <a:pt x="0" y="581009"/>
                  <a:pt x="0" y="319453"/>
                </a:cubicBezTo>
                <a:lnTo>
                  <a:pt x="7025" y="226822"/>
                </a:lnTo>
                <a:lnTo>
                  <a:pt x="28016" y="231060"/>
                </a:lnTo>
                <a:cubicBezTo>
                  <a:pt x="87663" y="231060"/>
                  <a:pt x="136016" y="182707"/>
                  <a:pt x="136016" y="123060"/>
                </a:cubicBezTo>
                <a:lnTo>
                  <a:pt x="132536" y="99238"/>
                </a:lnTo>
                <a:lnTo>
                  <a:pt x="166202" y="102632"/>
                </a:lnTo>
                <a:cubicBezTo>
                  <a:pt x="253454" y="102632"/>
                  <a:pt x="331457" y="63033"/>
                  <a:pt x="382226"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97114211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Manufacturing / Retail</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3" name="円/楕円 238"/>
          <p:cNvSpPr>
            <a:spLocks noChangeAspect="1"/>
          </p:cNvSpPr>
          <p:nvPr/>
        </p:nvSpPr>
        <p:spPr bwMode="gray">
          <a:xfrm>
            <a:off x="2192929" y="1683557"/>
            <a:ext cx="239747" cy="829721"/>
          </a:xfrm>
          <a:custGeom>
            <a:avLst/>
            <a:gdLst/>
            <a:ahLst/>
            <a:cxnLst/>
            <a:rect l="l" t="t" r="r" b="b"/>
            <a:pathLst>
              <a:path w="259726" h="898864">
                <a:moveTo>
                  <a:pt x="124361" y="0"/>
                </a:moveTo>
                <a:lnTo>
                  <a:pt x="74865" y="111169"/>
                </a:lnTo>
                <a:lnTo>
                  <a:pt x="178564" y="157338"/>
                </a:lnTo>
                <a:lnTo>
                  <a:pt x="228005" y="46291"/>
                </a:lnTo>
                <a:cubicBezTo>
                  <a:pt x="248284" y="67792"/>
                  <a:pt x="259726" y="96936"/>
                  <a:pt x="259726" y="128752"/>
                </a:cubicBezTo>
                <a:cubicBezTo>
                  <a:pt x="259726" y="174805"/>
                  <a:pt x="235754" y="215259"/>
                  <a:pt x="198336" y="236325"/>
                </a:cubicBezTo>
                <a:lnTo>
                  <a:pt x="198336" y="662540"/>
                </a:lnTo>
                <a:cubicBezTo>
                  <a:pt x="235754" y="683605"/>
                  <a:pt x="259726" y="724059"/>
                  <a:pt x="259726" y="770112"/>
                </a:cubicBezTo>
                <a:cubicBezTo>
                  <a:pt x="259726" y="839975"/>
                  <a:pt x="204556" y="896954"/>
                  <a:pt x="135365" y="898864"/>
                </a:cubicBezTo>
                <a:lnTo>
                  <a:pt x="184861" y="787695"/>
                </a:lnTo>
                <a:lnTo>
                  <a:pt x="81162" y="741526"/>
                </a:lnTo>
                <a:lnTo>
                  <a:pt x="31721" y="852573"/>
                </a:lnTo>
                <a:cubicBezTo>
                  <a:pt x="11442" y="831072"/>
                  <a:pt x="0" y="801928"/>
                  <a:pt x="0" y="770112"/>
                </a:cubicBezTo>
                <a:cubicBezTo>
                  <a:pt x="0" y="715922"/>
                  <a:pt x="33192" y="669484"/>
                  <a:pt x="80440" y="650227"/>
                </a:cubicBezTo>
                <a:lnTo>
                  <a:pt x="80440" y="248637"/>
                </a:lnTo>
                <a:cubicBezTo>
                  <a:pt x="33192" y="229380"/>
                  <a:pt x="0" y="182942"/>
                  <a:pt x="0" y="128752"/>
                </a:cubicBezTo>
                <a:cubicBezTo>
                  <a:pt x="0" y="58889"/>
                  <a:pt x="55170" y="1910"/>
                  <a:pt x="124361"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円/楕円 250"/>
          <p:cNvSpPr>
            <a:spLocks noChangeAspect="1"/>
          </p:cNvSpPr>
          <p:nvPr/>
        </p:nvSpPr>
        <p:spPr bwMode="gray">
          <a:xfrm>
            <a:off x="3019409" y="1682449"/>
            <a:ext cx="249338" cy="831937"/>
          </a:xfrm>
          <a:custGeom>
            <a:avLst/>
            <a:gdLst/>
            <a:ahLst/>
            <a:cxnLst/>
            <a:rect l="l" t="t" r="r" b="b"/>
            <a:pathLst>
              <a:path w="270116" h="901265">
                <a:moveTo>
                  <a:pt x="94284" y="704426"/>
                </a:moveTo>
                <a:lnTo>
                  <a:pt x="63394" y="766206"/>
                </a:lnTo>
                <a:lnTo>
                  <a:pt x="94284" y="827986"/>
                </a:lnTo>
                <a:lnTo>
                  <a:pt x="175833" y="827986"/>
                </a:lnTo>
                <a:lnTo>
                  <a:pt x="206723" y="766206"/>
                </a:lnTo>
                <a:lnTo>
                  <a:pt x="175833" y="704426"/>
                </a:lnTo>
                <a:close/>
                <a:moveTo>
                  <a:pt x="76398" y="0"/>
                </a:moveTo>
                <a:lnTo>
                  <a:pt x="76398" y="85632"/>
                </a:lnTo>
                <a:cubicBezTo>
                  <a:pt x="76398" y="106416"/>
                  <a:pt x="93246" y="123264"/>
                  <a:pt x="114030" y="123264"/>
                </a:cubicBezTo>
                <a:lnTo>
                  <a:pt x="156143" y="123264"/>
                </a:lnTo>
                <a:cubicBezTo>
                  <a:pt x="176927" y="123264"/>
                  <a:pt x="193775" y="106416"/>
                  <a:pt x="193775" y="85632"/>
                </a:cubicBezTo>
                <a:lnTo>
                  <a:pt x="193775" y="38"/>
                </a:lnTo>
                <a:cubicBezTo>
                  <a:pt x="239201" y="20890"/>
                  <a:pt x="270116" y="67004"/>
                  <a:pt x="270116" y="120338"/>
                </a:cubicBezTo>
                <a:cubicBezTo>
                  <a:pt x="270116" y="173574"/>
                  <a:pt x="239315" y="219616"/>
                  <a:pt x="194005" y="240483"/>
                </a:cubicBezTo>
                <a:lnTo>
                  <a:pt x="194005" y="646062"/>
                </a:lnTo>
                <a:cubicBezTo>
                  <a:pt x="239315" y="666930"/>
                  <a:pt x="270116" y="712972"/>
                  <a:pt x="270116" y="766207"/>
                </a:cubicBezTo>
                <a:cubicBezTo>
                  <a:pt x="270116" y="840797"/>
                  <a:pt x="209648" y="901265"/>
                  <a:pt x="135058" y="901265"/>
                </a:cubicBezTo>
                <a:cubicBezTo>
                  <a:pt x="60468" y="901265"/>
                  <a:pt x="0" y="840797"/>
                  <a:pt x="0" y="766207"/>
                </a:cubicBezTo>
                <a:cubicBezTo>
                  <a:pt x="0" y="712973"/>
                  <a:pt x="30800" y="666931"/>
                  <a:pt x="76109" y="646063"/>
                </a:cubicBezTo>
                <a:lnTo>
                  <a:pt x="76109" y="240482"/>
                </a:lnTo>
                <a:cubicBezTo>
                  <a:pt x="30800" y="219614"/>
                  <a:pt x="0" y="173573"/>
                  <a:pt x="0" y="120338"/>
                </a:cubicBezTo>
                <a:cubicBezTo>
                  <a:pt x="0" y="66980"/>
                  <a:pt x="30944" y="20848"/>
                  <a:pt x="7639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正方形/長方形 11"/>
          <p:cNvSpPr>
            <a:spLocks noChangeAspect="1"/>
          </p:cNvSpPr>
          <p:nvPr/>
        </p:nvSpPr>
        <p:spPr bwMode="gray">
          <a:xfrm>
            <a:off x="763154" y="1682516"/>
            <a:ext cx="829100" cy="831802"/>
          </a:xfrm>
          <a:custGeom>
            <a:avLst/>
            <a:gdLst/>
            <a:ahLst/>
            <a:cxnLst/>
            <a:rect l="l" t="t" r="r" b="b"/>
            <a:pathLst>
              <a:path w="898192" h="901119">
                <a:moveTo>
                  <a:pt x="761036" y="599654"/>
                </a:moveTo>
                <a:lnTo>
                  <a:pt x="761305" y="623260"/>
                </a:lnTo>
                <a:lnTo>
                  <a:pt x="620041" y="689132"/>
                </a:lnTo>
                <a:lnTo>
                  <a:pt x="619771" y="665527"/>
                </a:lnTo>
                <a:close/>
                <a:moveTo>
                  <a:pt x="653098" y="531353"/>
                </a:moveTo>
                <a:lnTo>
                  <a:pt x="662435" y="543305"/>
                </a:lnTo>
                <a:lnTo>
                  <a:pt x="663224" y="542948"/>
                </a:lnTo>
                <a:lnTo>
                  <a:pt x="663224" y="544314"/>
                </a:lnTo>
                <a:lnTo>
                  <a:pt x="679932" y="565700"/>
                </a:lnTo>
                <a:lnTo>
                  <a:pt x="663224" y="573259"/>
                </a:lnTo>
                <a:lnTo>
                  <a:pt x="663224" y="628298"/>
                </a:lnTo>
                <a:lnTo>
                  <a:pt x="643604" y="637175"/>
                </a:lnTo>
                <a:lnTo>
                  <a:pt x="643604" y="582136"/>
                </a:lnTo>
                <a:lnTo>
                  <a:pt x="620549" y="592567"/>
                </a:lnTo>
                <a:close/>
                <a:moveTo>
                  <a:pt x="724535" y="500398"/>
                </a:moveTo>
                <a:lnTo>
                  <a:pt x="733872" y="512350"/>
                </a:lnTo>
                <a:lnTo>
                  <a:pt x="734661" y="511993"/>
                </a:lnTo>
                <a:lnTo>
                  <a:pt x="734661" y="513359"/>
                </a:lnTo>
                <a:lnTo>
                  <a:pt x="751369" y="534745"/>
                </a:lnTo>
                <a:lnTo>
                  <a:pt x="734661" y="542304"/>
                </a:lnTo>
                <a:lnTo>
                  <a:pt x="734661" y="597343"/>
                </a:lnTo>
                <a:lnTo>
                  <a:pt x="715041" y="606220"/>
                </a:lnTo>
                <a:lnTo>
                  <a:pt x="715041" y="551181"/>
                </a:lnTo>
                <a:lnTo>
                  <a:pt x="691986" y="561612"/>
                </a:lnTo>
                <a:close/>
                <a:moveTo>
                  <a:pt x="795288" y="421300"/>
                </a:moveTo>
                <a:lnTo>
                  <a:pt x="582838" y="520368"/>
                </a:lnTo>
                <a:lnTo>
                  <a:pt x="585323" y="737678"/>
                </a:lnTo>
                <a:lnTo>
                  <a:pt x="797773" y="638610"/>
                </a:lnTo>
                <a:close/>
                <a:moveTo>
                  <a:pt x="0" y="239733"/>
                </a:moveTo>
                <a:lnTo>
                  <a:pt x="164309" y="314975"/>
                </a:lnTo>
                <a:lnTo>
                  <a:pt x="164309" y="439793"/>
                </a:lnTo>
                <a:lnTo>
                  <a:pt x="258958" y="482618"/>
                </a:lnTo>
                <a:lnTo>
                  <a:pt x="258958" y="358317"/>
                </a:lnTo>
                <a:lnTo>
                  <a:pt x="435174" y="439012"/>
                </a:lnTo>
                <a:lnTo>
                  <a:pt x="435174" y="899337"/>
                </a:lnTo>
                <a:lnTo>
                  <a:pt x="0" y="700058"/>
                </a:lnTo>
                <a:close/>
                <a:moveTo>
                  <a:pt x="898192" y="237761"/>
                </a:moveTo>
                <a:lnTo>
                  <a:pt x="897553" y="697437"/>
                </a:lnTo>
                <a:lnTo>
                  <a:pt x="460755" y="901119"/>
                </a:lnTo>
                <a:lnTo>
                  <a:pt x="461393" y="441443"/>
                </a:lnTo>
                <a:close/>
                <a:moveTo>
                  <a:pt x="724838" y="127721"/>
                </a:moveTo>
                <a:lnTo>
                  <a:pt x="894231" y="207618"/>
                </a:lnTo>
                <a:lnTo>
                  <a:pt x="444844" y="417171"/>
                </a:lnTo>
                <a:lnTo>
                  <a:pt x="275451" y="337274"/>
                </a:lnTo>
                <a:close/>
                <a:moveTo>
                  <a:pt x="448819" y="0"/>
                </a:moveTo>
                <a:lnTo>
                  <a:pt x="628385" y="84696"/>
                </a:lnTo>
                <a:lnTo>
                  <a:pt x="183035" y="292366"/>
                </a:lnTo>
                <a:lnTo>
                  <a:pt x="3469" y="207670"/>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7" name="角丸四角形 60479"/>
          <p:cNvSpPr>
            <a:spLocks noChangeAspect="1"/>
          </p:cNvSpPr>
          <p:nvPr/>
        </p:nvSpPr>
        <p:spPr bwMode="gray">
          <a:xfrm>
            <a:off x="738677" y="3099452"/>
            <a:ext cx="830769" cy="627313"/>
          </a:xfrm>
          <a:custGeom>
            <a:avLst/>
            <a:gdLst/>
            <a:ahLst/>
            <a:cxnLst/>
            <a:rect l="l" t="t" r="r" b="b"/>
            <a:pathLst>
              <a:path w="900000" h="679589">
                <a:moveTo>
                  <a:pt x="693864" y="536159"/>
                </a:moveTo>
                <a:cubicBezTo>
                  <a:pt x="733471" y="536159"/>
                  <a:pt x="765579" y="568267"/>
                  <a:pt x="765579" y="607874"/>
                </a:cubicBezTo>
                <a:cubicBezTo>
                  <a:pt x="765579" y="647481"/>
                  <a:pt x="733471" y="679589"/>
                  <a:pt x="693864" y="679589"/>
                </a:cubicBezTo>
                <a:cubicBezTo>
                  <a:pt x="654257" y="679589"/>
                  <a:pt x="622149" y="647481"/>
                  <a:pt x="622149" y="607874"/>
                </a:cubicBezTo>
                <a:cubicBezTo>
                  <a:pt x="622149" y="568267"/>
                  <a:pt x="654257" y="536159"/>
                  <a:pt x="693864" y="536159"/>
                </a:cubicBezTo>
                <a:close/>
                <a:moveTo>
                  <a:pt x="372395" y="536159"/>
                </a:moveTo>
                <a:cubicBezTo>
                  <a:pt x="412002" y="536159"/>
                  <a:pt x="444110" y="568267"/>
                  <a:pt x="444110" y="607874"/>
                </a:cubicBezTo>
                <a:cubicBezTo>
                  <a:pt x="444110" y="647481"/>
                  <a:pt x="412002" y="679589"/>
                  <a:pt x="372395" y="679589"/>
                </a:cubicBezTo>
                <a:cubicBezTo>
                  <a:pt x="332788" y="679589"/>
                  <a:pt x="300680" y="647481"/>
                  <a:pt x="300680" y="607874"/>
                </a:cubicBezTo>
                <a:cubicBezTo>
                  <a:pt x="300680" y="568267"/>
                  <a:pt x="332788" y="536159"/>
                  <a:pt x="372395" y="536159"/>
                </a:cubicBezTo>
                <a:close/>
                <a:moveTo>
                  <a:pt x="648559" y="213364"/>
                </a:moveTo>
                <a:cubicBezTo>
                  <a:pt x="613068" y="213364"/>
                  <a:pt x="584296" y="242136"/>
                  <a:pt x="584296" y="277627"/>
                </a:cubicBezTo>
                <a:cubicBezTo>
                  <a:pt x="584296" y="313118"/>
                  <a:pt x="613068" y="341890"/>
                  <a:pt x="648559" y="341890"/>
                </a:cubicBezTo>
                <a:cubicBezTo>
                  <a:pt x="684050" y="341890"/>
                  <a:pt x="712822" y="313118"/>
                  <a:pt x="712822" y="277627"/>
                </a:cubicBezTo>
                <a:cubicBezTo>
                  <a:pt x="712822" y="242136"/>
                  <a:pt x="684050" y="213364"/>
                  <a:pt x="648559" y="213364"/>
                </a:cubicBezTo>
                <a:close/>
                <a:moveTo>
                  <a:pt x="485443" y="213364"/>
                </a:moveTo>
                <a:cubicBezTo>
                  <a:pt x="449952" y="213364"/>
                  <a:pt x="421180" y="242136"/>
                  <a:pt x="421180" y="277627"/>
                </a:cubicBezTo>
                <a:cubicBezTo>
                  <a:pt x="421180" y="313118"/>
                  <a:pt x="449952" y="341890"/>
                  <a:pt x="485443" y="341890"/>
                </a:cubicBezTo>
                <a:cubicBezTo>
                  <a:pt x="520934" y="341890"/>
                  <a:pt x="549706" y="313118"/>
                  <a:pt x="549706" y="277627"/>
                </a:cubicBezTo>
                <a:cubicBezTo>
                  <a:pt x="549706" y="242136"/>
                  <a:pt x="520934" y="213364"/>
                  <a:pt x="485443" y="213364"/>
                </a:cubicBezTo>
                <a:close/>
                <a:moveTo>
                  <a:pt x="730116" y="56708"/>
                </a:moveTo>
                <a:cubicBezTo>
                  <a:pt x="694625" y="56708"/>
                  <a:pt x="665853" y="85480"/>
                  <a:pt x="665853" y="120971"/>
                </a:cubicBezTo>
                <a:cubicBezTo>
                  <a:pt x="665853" y="156462"/>
                  <a:pt x="694625" y="185234"/>
                  <a:pt x="730116" y="185234"/>
                </a:cubicBezTo>
                <a:cubicBezTo>
                  <a:pt x="765607" y="185234"/>
                  <a:pt x="794379" y="156462"/>
                  <a:pt x="794379" y="120971"/>
                </a:cubicBezTo>
                <a:cubicBezTo>
                  <a:pt x="794379" y="85480"/>
                  <a:pt x="765607" y="56708"/>
                  <a:pt x="730116" y="56708"/>
                </a:cubicBezTo>
                <a:close/>
                <a:moveTo>
                  <a:pt x="567001" y="56708"/>
                </a:moveTo>
                <a:cubicBezTo>
                  <a:pt x="531510" y="56708"/>
                  <a:pt x="502738" y="85480"/>
                  <a:pt x="502738" y="120971"/>
                </a:cubicBezTo>
                <a:cubicBezTo>
                  <a:pt x="502738" y="156462"/>
                  <a:pt x="531510" y="185234"/>
                  <a:pt x="567001" y="185234"/>
                </a:cubicBezTo>
                <a:cubicBezTo>
                  <a:pt x="602492" y="185234"/>
                  <a:pt x="631264" y="156462"/>
                  <a:pt x="631264" y="120971"/>
                </a:cubicBezTo>
                <a:cubicBezTo>
                  <a:pt x="631264" y="85480"/>
                  <a:pt x="602492" y="56708"/>
                  <a:pt x="567001" y="56708"/>
                </a:cubicBezTo>
                <a:close/>
                <a:moveTo>
                  <a:pt x="403885" y="56708"/>
                </a:moveTo>
                <a:cubicBezTo>
                  <a:pt x="368394" y="56708"/>
                  <a:pt x="339622" y="85480"/>
                  <a:pt x="339622" y="120971"/>
                </a:cubicBezTo>
                <a:cubicBezTo>
                  <a:pt x="339622" y="156462"/>
                  <a:pt x="368394" y="185234"/>
                  <a:pt x="403885" y="185234"/>
                </a:cubicBezTo>
                <a:cubicBezTo>
                  <a:pt x="439376" y="185234"/>
                  <a:pt x="468148" y="156462"/>
                  <a:pt x="468148" y="120971"/>
                </a:cubicBezTo>
                <a:cubicBezTo>
                  <a:pt x="468148" y="85480"/>
                  <a:pt x="439376" y="56708"/>
                  <a:pt x="403885" y="56708"/>
                </a:cubicBezTo>
                <a:close/>
                <a:moveTo>
                  <a:pt x="17749" y="963"/>
                </a:moveTo>
                <a:lnTo>
                  <a:pt x="174959" y="963"/>
                </a:lnTo>
                <a:lnTo>
                  <a:pt x="182693" y="4166"/>
                </a:lnTo>
                <a:cubicBezTo>
                  <a:pt x="184494" y="3804"/>
                  <a:pt x="185871" y="4544"/>
                  <a:pt x="186825" y="5878"/>
                </a:cubicBezTo>
                <a:cubicBezTo>
                  <a:pt x="187547" y="6177"/>
                  <a:pt x="188055" y="6709"/>
                  <a:pt x="188114" y="7620"/>
                </a:cubicBezTo>
                <a:cubicBezTo>
                  <a:pt x="191303" y="9114"/>
                  <a:pt x="193155" y="12112"/>
                  <a:pt x="194028" y="15612"/>
                </a:cubicBezTo>
                <a:lnTo>
                  <a:pt x="295947" y="424387"/>
                </a:lnTo>
                <a:lnTo>
                  <a:pt x="810120" y="424387"/>
                </a:lnTo>
                <a:lnTo>
                  <a:pt x="820562" y="434829"/>
                </a:lnTo>
                <a:lnTo>
                  <a:pt x="820562" y="490865"/>
                </a:lnTo>
                <a:cubicBezTo>
                  <a:pt x="820562" y="496632"/>
                  <a:pt x="815887" y="501307"/>
                  <a:pt x="810120" y="501307"/>
                </a:cubicBezTo>
                <a:lnTo>
                  <a:pt x="246631" y="501307"/>
                </a:lnTo>
                <a:lnTo>
                  <a:pt x="128969" y="40478"/>
                </a:lnTo>
                <a:lnTo>
                  <a:pt x="17749" y="40478"/>
                </a:lnTo>
                <a:cubicBezTo>
                  <a:pt x="7946" y="40478"/>
                  <a:pt x="0" y="32532"/>
                  <a:pt x="0" y="22729"/>
                </a:cubicBezTo>
                <a:lnTo>
                  <a:pt x="0" y="18712"/>
                </a:lnTo>
                <a:cubicBezTo>
                  <a:pt x="0" y="8909"/>
                  <a:pt x="7946" y="963"/>
                  <a:pt x="17749" y="963"/>
                </a:cubicBezTo>
                <a:close/>
                <a:moveTo>
                  <a:pt x="265908" y="0"/>
                </a:moveTo>
                <a:lnTo>
                  <a:pt x="868092" y="0"/>
                </a:lnTo>
                <a:cubicBezTo>
                  <a:pt x="885714" y="0"/>
                  <a:pt x="900000" y="14286"/>
                  <a:pt x="900000" y="31908"/>
                </a:cubicBezTo>
                <a:lnTo>
                  <a:pt x="899393" y="33374"/>
                </a:lnTo>
                <a:lnTo>
                  <a:pt x="900000" y="33374"/>
                </a:lnTo>
                <a:lnTo>
                  <a:pt x="819000" y="357374"/>
                </a:lnTo>
                <a:lnTo>
                  <a:pt x="817914" y="357374"/>
                </a:lnTo>
                <a:cubicBezTo>
                  <a:pt x="817850" y="374771"/>
                  <a:pt x="803667" y="388790"/>
                  <a:pt x="786210" y="388790"/>
                </a:cubicBezTo>
                <a:lnTo>
                  <a:pt x="347790" y="388790"/>
                </a:lnTo>
                <a:cubicBezTo>
                  <a:pt x="330333" y="388790"/>
                  <a:pt x="316150" y="374771"/>
                  <a:pt x="316086" y="357374"/>
                </a:cubicBezTo>
                <a:lnTo>
                  <a:pt x="315000" y="357374"/>
                </a:lnTo>
                <a:lnTo>
                  <a:pt x="234000" y="33374"/>
                </a:lnTo>
                <a:lnTo>
                  <a:pt x="234607" y="33374"/>
                </a:lnTo>
                <a:cubicBezTo>
                  <a:pt x="234012" y="32906"/>
                  <a:pt x="234000" y="32408"/>
                  <a:pt x="234000" y="31908"/>
                </a:cubicBezTo>
                <a:cubicBezTo>
                  <a:pt x="234000" y="14286"/>
                  <a:pt x="248286" y="0"/>
                  <a:pt x="26590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円/楕円 44"/>
          <p:cNvSpPr>
            <a:spLocks noChangeAspect="1"/>
          </p:cNvSpPr>
          <p:nvPr/>
        </p:nvSpPr>
        <p:spPr bwMode="gray">
          <a:xfrm>
            <a:off x="5219833" y="1689846"/>
            <a:ext cx="830769" cy="817142"/>
          </a:xfrm>
          <a:custGeom>
            <a:avLst/>
            <a:gdLst/>
            <a:ahLst/>
            <a:cxnLst/>
            <a:rect l="l" t="t" r="r" b="b"/>
            <a:pathLst>
              <a:path w="897893" h="883165">
                <a:moveTo>
                  <a:pt x="449298" y="290496"/>
                </a:moveTo>
                <a:cubicBezTo>
                  <a:pt x="365971" y="290496"/>
                  <a:pt x="298422" y="358045"/>
                  <a:pt x="298422" y="441372"/>
                </a:cubicBezTo>
                <a:cubicBezTo>
                  <a:pt x="298422" y="524699"/>
                  <a:pt x="365971" y="592248"/>
                  <a:pt x="449298" y="592248"/>
                </a:cubicBezTo>
                <a:cubicBezTo>
                  <a:pt x="532625" y="592248"/>
                  <a:pt x="600174" y="524699"/>
                  <a:pt x="600174" y="441372"/>
                </a:cubicBezTo>
                <a:cubicBezTo>
                  <a:pt x="600174" y="358045"/>
                  <a:pt x="532625" y="290496"/>
                  <a:pt x="449298" y="290496"/>
                </a:cubicBezTo>
                <a:close/>
                <a:moveTo>
                  <a:pt x="463690" y="0"/>
                </a:moveTo>
                <a:cubicBezTo>
                  <a:pt x="496142" y="844"/>
                  <a:pt x="527728" y="5090"/>
                  <a:pt x="557961" y="12944"/>
                </a:cubicBezTo>
                <a:lnTo>
                  <a:pt x="553706" y="34018"/>
                </a:lnTo>
                <a:cubicBezTo>
                  <a:pt x="553706" y="109845"/>
                  <a:pt x="615176" y="171315"/>
                  <a:pt x="691003" y="171315"/>
                </a:cubicBezTo>
                <a:cubicBezTo>
                  <a:pt x="724029" y="171315"/>
                  <a:pt x="754331" y="159655"/>
                  <a:pt x="776783" y="138723"/>
                </a:cubicBezTo>
                <a:cubicBezTo>
                  <a:pt x="797404" y="160024"/>
                  <a:pt x="815840" y="183380"/>
                  <a:pt x="831260" y="208765"/>
                </a:cubicBezTo>
                <a:cubicBezTo>
                  <a:pt x="793925" y="231445"/>
                  <a:pt x="770399" y="272860"/>
                  <a:pt x="770399" y="319769"/>
                </a:cubicBezTo>
                <a:cubicBezTo>
                  <a:pt x="770399" y="392261"/>
                  <a:pt x="826580" y="451630"/>
                  <a:pt x="897893" y="455087"/>
                </a:cubicBezTo>
                <a:cubicBezTo>
                  <a:pt x="897096" y="485769"/>
                  <a:pt x="893107" y="515666"/>
                  <a:pt x="885997" y="544411"/>
                </a:cubicBezTo>
                <a:lnTo>
                  <a:pt x="862453" y="539658"/>
                </a:lnTo>
                <a:cubicBezTo>
                  <a:pt x="786626" y="539658"/>
                  <a:pt x="725156" y="601128"/>
                  <a:pt x="725156" y="676955"/>
                </a:cubicBezTo>
                <a:cubicBezTo>
                  <a:pt x="725156" y="710028"/>
                  <a:pt x="736850" y="740370"/>
                  <a:pt x="757822" y="762844"/>
                </a:cubicBezTo>
                <a:cubicBezTo>
                  <a:pt x="735838" y="783528"/>
                  <a:pt x="711696" y="801998"/>
                  <a:pt x="685401" y="817323"/>
                </a:cubicBezTo>
                <a:cubicBezTo>
                  <a:pt x="662733" y="779926"/>
                  <a:pt x="621281" y="756352"/>
                  <a:pt x="574322" y="756352"/>
                </a:cubicBezTo>
                <a:cubicBezTo>
                  <a:pt x="502067" y="756352"/>
                  <a:pt x="442848" y="812167"/>
                  <a:pt x="439142" y="883165"/>
                </a:cubicBezTo>
                <a:cubicBezTo>
                  <a:pt x="407441" y="882589"/>
                  <a:pt x="376549" y="878773"/>
                  <a:pt x="346863" y="871719"/>
                </a:cubicBezTo>
                <a:lnTo>
                  <a:pt x="352051" y="846024"/>
                </a:lnTo>
                <a:cubicBezTo>
                  <a:pt x="352051" y="770197"/>
                  <a:pt x="290581" y="708727"/>
                  <a:pt x="214754" y="708727"/>
                </a:cubicBezTo>
                <a:cubicBezTo>
                  <a:pt x="179148" y="708727"/>
                  <a:pt x="146708" y="722281"/>
                  <a:pt x="123045" y="745317"/>
                </a:cubicBezTo>
                <a:cubicBezTo>
                  <a:pt x="103406" y="725183"/>
                  <a:pt x="85725" y="703199"/>
                  <a:pt x="70424" y="679563"/>
                </a:cubicBezTo>
                <a:cubicBezTo>
                  <a:pt x="108698" y="657056"/>
                  <a:pt x="132976" y="615072"/>
                  <a:pt x="132976" y="567418"/>
                </a:cubicBezTo>
                <a:cubicBezTo>
                  <a:pt x="132976" y="493045"/>
                  <a:pt x="73841" y="432484"/>
                  <a:pt x="0" y="430993"/>
                </a:cubicBezTo>
                <a:cubicBezTo>
                  <a:pt x="637" y="398658"/>
                  <a:pt x="4822" y="367180"/>
                  <a:pt x="13021" y="337131"/>
                </a:cubicBezTo>
                <a:lnTo>
                  <a:pt x="40922" y="342764"/>
                </a:lnTo>
                <a:cubicBezTo>
                  <a:pt x="116749" y="342764"/>
                  <a:pt x="178219" y="281294"/>
                  <a:pt x="178219" y="205467"/>
                </a:cubicBezTo>
                <a:cubicBezTo>
                  <a:pt x="178219" y="172062"/>
                  <a:pt x="166289" y="141444"/>
                  <a:pt x="145042" y="118820"/>
                </a:cubicBezTo>
                <a:cubicBezTo>
                  <a:pt x="166572" y="96843"/>
                  <a:pt x="191599" y="78620"/>
                  <a:pt x="218465" y="63104"/>
                </a:cubicBezTo>
                <a:cubicBezTo>
                  <a:pt x="241191" y="100194"/>
                  <a:pt x="282457" y="123525"/>
                  <a:pt x="329173" y="123525"/>
                </a:cubicBezTo>
                <a:cubicBezTo>
                  <a:pt x="400280" y="123525"/>
                  <a:pt x="458762" y="69470"/>
                  <a:pt x="46369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角丸四角形 15"/>
          <p:cNvSpPr>
            <a:spLocks noChangeAspect="1"/>
          </p:cNvSpPr>
          <p:nvPr/>
        </p:nvSpPr>
        <p:spPr bwMode="gray">
          <a:xfrm>
            <a:off x="2219763" y="2997865"/>
            <a:ext cx="753367" cy="830484"/>
          </a:xfrm>
          <a:custGeom>
            <a:avLst/>
            <a:gdLst/>
            <a:ahLst/>
            <a:cxnLst/>
            <a:rect l="l" t="t" r="r" b="b"/>
            <a:pathLst>
              <a:path w="816148" h="899691">
                <a:moveTo>
                  <a:pt x="174721" y="382246"/>
                </a:moveTo>
                <a:cubicBezTo>
                  <a:pt x="156249" y="397873"/>
                  <a:pt x="154214" y="425353"/>
                  <a:pt x="169438" y="444839"/>
                </a:cubicBezTo>
                <a:lnTo>
                  <a:pt x="444446" y="796832"/>
                </a:lnTo>
                <a:cubicBezTo>
                  <a:pt x="460922" y="817921"/>
                  <a:pt x="491375" y="821660"/>
                  <a:pt x="512463" y="805184"/>
                </a:cubicBezTo>
                <a:lnTo>
                  <a:pt x="714997" y="646947"/>
                </a:lnTo>
                <a:cubicBezTo>
                  <a:pt x="736086" y="630471"/>
                  <a:pt x="739825" y="600018"/>
                  <a:pt x="723349" y="578929"/>
                </a:cubicBezTo>
                <a:lnTo>
                  <a:pt x="721644" y="576746"/>
                </a:lnTo>
                <a:cubicBezTo>
                  <a:pt x="724284" y="590756"/>
                  <a:pt x="718223" y="604830"/>
                  <a:pt x="706277" y="614164"/>
                </a:cubicBezTo>
                <a:lnTo>
                  <a:pt x="514691" y="763847"/>
                </a:lnTo>
                <a:cubicBezTo>
                  <a:pt x="494743" y="779432"/>
                  <a:pt x="465937" y="775895"/>
                  <a:pt x="450351" y="755947"/>
                </a:cubicBezTo>
                <a:lnTo>
                  <a:pt x="183711" y="414663"/>
                </a:lnTo>
                <a:close/>
                <a:moveTo>
                  <a:pt x="173741" y="122102"/>
                </a:moveTo>
                <a:cubicBezTo>
                  <a:pt x="145349" y="122102"/>
                  <a:pt x="122333" y="145118"/>
                  <a:pt x="122333" y="173510"/>
                </a:cubicBezTo>
                <a:cubicBezTo>
                  <a:pt x="122333" y="201902"/>
                  <a:pt x="145349" y="224918"/>
                  <a:pt x="173741" y="224918"/>
                </a:cubicBezTo>
                <a:cubicBezTo>
                  <a:pt x="202133" y="224918"/>
                  <a:pt x="225149" y="201902"/>
                  <a:pt x="225149" y="173510"/>
                </a:cubicBezTo>
                <a:cubicBezTo>
                  <a:pt x="225149" y="145118"/>
                  <a:pt x="202133" y="122102"/>
                  <a:pt x="173741" y="122102"/>
                </a:cubicBezTo>
                <a:close/>
                <a:moveTo>
                  <a:pt x="212187" y="766"/>
                </a:moveTo>
                <a:cubicBezTo>
                  <a:pt x="238168" y="3956"/>
                  <a:pt x="262933" y="17058"/>
                  <a:pt x="280322" y="39316"/>
                </a:cubicBezTo>
                <a:lnTo>
                  <a:pt x="309496" y="76657"/>
                </a:lnTo>
                <a:lnTo>
                  <a:pt x="324993" y="64550"/>
                </a:lnTo>
                <a:cubicBezTo>
                  <a:pt x="347984" y="46587"/>
                  <a:pt x="381183" y="50664"/>
                  <a:pt x="399146" y="73655"/>
                </a:cubicBezTo>
                <a:lnTo>
                  <a:pt x="804947" y="593056"/>
                </a:lnTo>
                <a:cubicBezTo>
                  <a:pt x="822910" y="616047"/>
                  <a:pt x="818833" y="649247"/>
                  <a:pt x="795842" y="667209"/>
                </a:cubicBezTo>
                <a:lnTo>
                  <a:pt x="512615" y="888490"/>
                </a:lnTo>
                <a:cubicBezTo>
                  <a:pt x="489624" y="906453"/>
                  <a:pt x="456425" y="902377"/>
                  <a:pt x="438462" y="879386"/>
                </a:cubicBezTo>
                <a:lnTo>
                  <a:pt x="32661" y="359984"/>
                </a:lnTo>
                <a:cubicBezTo>
                  <a:pt x="14699" y="336993"/>
                  <a:pt x="18775" y="303793"/>
                  <a:pt x="41766" y="285831"/>
                </a:cubicBezTo>
                <a:lnTo>
                  <a:pt x="50861" y="278725"/>
                </a:lnTo>
                <a:lnTo>
                  <a:pt x="21687" y="241384"/>
                </a:lnTo>
                <a:cubicBezTo>
                  <a:pt x="-13092" y="196869"/>
                  <a:pt x="-5199" y="132589"/>
                  <a:pt x="39315" y="97810"/>
                </a:cubicBezTo>
                <a:lnTo>
                  <a:pt x="136749" y="21687"/>
                </a:lnTo>
                <a:cubicBezTo>
                  <a:pt x="159006" y="4298"/>
                  <a:pt x="186205" y="-2424"/>
                  <a:pt x="212187" y="76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1" name="正方形/長方形 1"/>
          <p:cNvSpPr>
            <a:spLocks noChangeAspect="1"/>
          </p:cNvSpPr>
          <p:nvPr/>
        </p:nvSpPr>
        <p:spPr bwMode="gray">
          <a:xfrm>
            <a:off x="6553882" y="1736486"/>
            <a:ext cx="830769" cy="723860"/>
          </a:xfrm>
          <a:custGeom>
            <a:avLst/>
            <a:gdLst/>
            <a:ahLst/>
            <a:cxnLst/>
            <a:rect l="l" t="t" r="r" b="b"/>
            <a:pathLst>
              <a:path w="900000" h="720000">
                <a:moveTo>
                  <a:pt x="585470" y="515766"/>
                </a:moveTo>
                <a:lnTo>
                  <a:pt x="585470" y="577679"/>
                </a:lnTo>
                <a:lnTo>
                  <a:pt x="700293" y="577679"/>
                </a:lnTo>
                <a:lnTo>
                  <a:pt x="700293" y="515766"/>
                </a:lnTo>
                <a:close/>
                <a:moveTo>
                  <a:pt x="392589" y="515766"/>
                </a:moveTo>
                <a:lnTo>
                  <a:pt x="392589" y="577679"/>
                </a:lnTo>
                <a:lnTo>
                  <a:pt x="507412" y="577679"/>
                </a:lnTo>
                <a:lnTo>
                  <a:pt x="507412" y="515766"/>
                </a:lnTo>
                <a:close/>
                <a:moveTo>
                  <a:pt x="199707" y="515766"/>
                </a:moveTo>
                <a:lnTo>
                  <a:pt x="199707" y="577679"/>
                </a:lnTo>
                <a:lnTo>
                  <a:pt x="314530" y="577679"/>
                </a:lnTo>
                <a:lnTo>
                  <a:pt x="314530" y="515766"/>
                </a:lnTo>
                <a:close/>
                <a:moveTo>
                  <a:pt x="585470" y="394322"/>
                </a:moveTo>
                <a:lnTo>
                  <a:pt x="585470" y="456235"/>
                </a:lnTo>
                <a:lnTo>
                  <a:pt x="700293" y="456235"/>
                </a:lnTo>
                <a:lnTo>
                  <a:pt x="700293" y="394322"/>
                </a:lnTo>
                <a:close/>
                <a:moveTo>
                  <a:pt x="392589" y="394322"/>
                </a:moveTo>
                <a:lnTo>
                  <a:pt x="392589" y="456235"/>
                </a:lnTo>
                <a:lnTo>
                  <a:pt x="507412" y="456235"/>
                </a:lnTo>
                <a:lnTo>
                  <a:pt x="507412" y="394322"/>
                </a:lnTo>
                <a:close/>
                <a:moveTo>
                  <a:pt x="199707" y="394322"/>
                </a:moveTo>
                <a:lnTo>
                  <a:pt x="199707" y="456235"/>
                </a:lnTo>
                <a:lnTo>
                  <a:pt x="314530" y="456235"/>
                </a:lnTo>
                <a:lnTo>
                  <a:pt x="314530" y="394322"/>
                </a:lnTo>
                <a:close/>
                <a:moveTo>
                  <a:pt x="765027" y="0"/>
                </a:moveTo>
                <a:cubicBezTo>
                  <a:pt x="789895" y="0"/>
                  <a:pt x="810054" y="20159"/>
                  <a:pt x="810054" y="45027"/>
                </a:cubicBezTo>
                <a:lnTo>
                  <a:pt x="810053" y="288000"/>
                </a:lnTo>
                <a:lnTo>
                  <a:pt x="864000" y="288000"/>
                </a:lnTo>
                <a:lnTo>
                  <a:pt x="864000" y="684000"/>
                </a:lnTo>
                <a:lnTo>
                  <a:pt x="900000" y="684000"/>
                </a:lnTo>
                <a:lnTo>
                  <a:pt x="900000" y="720000"/>
                </a:lnTo>
                <a:lnTo>
                  <a:pt x="0" y="720000"/>
                </a:lnTo>
                <a:lnTo>
                  <a:pt x="0" y="684000"/>
                </a:lnTo>
                <a:lnTo>
                  <a:pt x="36000" y="684000"/>
                </a:lnTo>
                <a:lnTo>
                  <a:pt x="36000" y="288000"/>
                </a:lnTo>
                <a:lnTo>
                  <a:pt x="108000" y="288000"/>
                </a:lnTo>
                <a:lnTo>
                  <a:pt x="288000" y="180000"/>
                </a:lnTo>
                <a:lnTo>
                  <a:pt x="288000" y="288000"/>
                </a:lnTo>
                <a:lnTo>
                  <a:pt x="468000" y="180000"/>
                </a:lnTo>
                <a:lnTo>
                  <a:pt x="468000" y="288000"/>
                </a:lnTo>
                <a:lnTo>
                  <a:pt x="648000" y="180000"/>
                </a:lnTo>
                <a:lnTo>
                  <a:pt x="648000" y="288000"/>
                </a:lnTo>
                <a:lnTo>
                  <a:pt x="720000" y="288000"/>
                </a:lnTo>
                <a:lnTo>
                  <a:pt x="720000" y="45027"/>
                </a:lnTo>
                <a:cubicBezTo>
                  <a:pt x="720000" y="20159"/>
                  <a:pt x="740159" y="0"/>
                  <a:pt x="765027"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角丸四角形 4"/>
          <p:cNvSpPr>
            <a:spLocks noChangeAspect="1"/>
          </p:cNvSpPr>
          <p:nvPr/>
        </p:nvSpPr>
        <p:spPr bwMode="gray">
          <a:xfrm>
            <a:off x="3623447" y="3189411"/>
            <a:ext cx="831415" cy="447393"/>
          </a:xfrm>
          <a:custGeom>
            <a:avLst/>
            <a:gdLst>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00700" h="484676">
                <a:moveTo>
                  <a:pt x="743637" y="315146"/>
                </a:moveTo>
                <a:cubicBezTo>
                  <a:pt x="790451" y="315146"/>
                  <a:pt x="828402" y="353097"/>
                  <a:pt x="828402" y="399911"/>
                </a:cubicBezTo>
                <a:cubicBezTo>
                  <a:pt x="828402" y="446725"/>
                  <a:pt x="790451" y="484676"/>
                  <a:pt x="743637" y="484676"/>
                </a:cubicBezTo>
                <a:cubicBezTo>
                  <a:pt x="696823" y="484676"/>
                  <a:pt x="658872" y="446725"/>
                  <a:pt x="658872" y="399911"/>
                </a:cubicBezTo>
                <a:cubicBezTo>
                  <a:pt x="658872" y="353097"/>
                  <a:pt x="696823" y="315146"/>
                  <a:pt x="743637" y="315146"/>
                </a:cubicBezTo>
                <a:close/>
                <a:moveTo>
                  <a:pt x="255025" y="314851"/>
                </a:moveTo>
                <a:cubicBezTo>
                  <a:pt x="301839" y="314851"/>
                  <a:pt x="339790" y="352802"/>
                  <a:pt x="339790" y="399616"/>
                </a:cubicBezTo>
                <a:cubicBezTo>
                  <a:pt x="339790" y="446430"/>
                  <a:pt x="301839" y="484381"/>
                  <a:pt x="255025" y="484381"/>
                </a:cubicBezTo>
                <a:cubicBezTo>
                  <a:pt x="208211" y="484381"/>
                  <a:pt x="170260" y="446430"/>
                  <a:pt x="170260" y="399616"/>
                </a:cubicBezTo>
                <a:cubicBezTo>
                  <a:pt x="170260" y="352802"/>
                  <a:pt x="208211" y="314851"/>
                  <a:pt x="255025" y="314851"/>
                </a:cubicBezTo>
                <a:close/>
                <a:moveTo>
                  <a:pt x="725623" y="47194"/>
                </a:moveTo>
                <a:cubicBezTo>
                  <a:pt x="719669" y="47194"/>
                  <a:pt x="714843" y="52020"/>
                  <a:pt x="714843" y="57974"/>
                </a:cubicBezTo>
                <a:lnTo>
                  <a:pt x="714843" y="157857"/>
                </a:lnTo>
                <a:cubicBezTo>
                  <a:pt x="714843" y="163811"/>
                  <a:pt x="719669" y="168637"/>
                  <a:pt x="725623" y="168637"/>
                </a:cubicBezTo>
                <a:lnTo>
                  <a:pt x="742696" y="168637"/>
                </a:lnTo>
                <a:lnTo>
                  <a:pt x="754767" y="168637"/>
                </a:lnTo>
                <a:lnTo>
                  <a:pt x="778696" y="168637"/>
                </a:lnTo>
                <a:lnTo>
                  <a:pt x="778696" y="166445"/>
                </a:lnTo>
                <a:lnTo>
                  <a:pt x="780237" y="167053"/>
                </a:lnTo>
                <a:cubicBezTo>
                  <a:pt x="789883" y="164648"/>
                  <a:pt x="795753" y="154879"/>
                  <a:pt x="793348" y="145233"/>
                </a:cubicBezTo>
                <a:lnTo>
                  <a:pt x="772677" y="62328"/>
                </a:lnTo>
                <a:cubicBezTo>
                  <a:pt x="771712" y="58457"/>
                  <a:pt x="769561" y="55194"/>
                  <a:pt x="766522" y="53243"/>
                </a:cubicBezTo>
                <a:cubicBezTo>
                  <a:pt x="763946" y="49981"/>
                  <a:pt x="760103" y="47895"/>
                  <a:pt x="755683" y="48110"/>
                </a:cubicBezTo>
                <a:lnTo>
                  <a:pt x="754767" y="47194"/>
                </a:lnTo>
                <a:lnTo>
                  <a:pt x="753472" y="47194"/>
                </a:lnTo>
                <a:lnTo>
                  <a:pt x="725623" y="47194"/>
                </a:lnTo>
                <a:close/>
                <a:moveTo>
                  <a:pt x="570294" y="47194"/>
                </a:moveTo>
                <a:cubicBezTo>
                  <a:pt x="557800" y="47194"/>
                  <a:pt x="547672" y="57322"/>
                  <a:pt x="547672" y="69816"/>
                </a:cubicBezTo>
                <a:lnTo>
                  <a:pt x="547672" y="346040"/>
                </a:lnTo>
                <a:cubicBezTo>
                  <a:pt x="547672" y="358534"/>
                  <a:pt x="557800" y="368662"/>
                  <a:pt x="570294" y="368662"/>
                </a:cubicBezTo>
                <a:lnTo>
                  <a:pt x="610325" y="368662"/>
                </a:lnTo>
                <a:cubicBezTo>
                  <a:pt x="615374" y="324618"/>
                  <a:pt x="644119" y="288290"/>
                  <a:pt x="683403" y="270915"/>
                </a:cubicBezTo>
                <a:lnTo>
                  <a:pt x="683403" y="69816"/>
                </a:lnTo>
                <a:cubicBezTo>
                  <a:pt x="683403" y="57322"/>
                  <a:pt x="673275" y="47194"/>
                  <a:pt x="660781" y="47194"/>
                </a:cubicBezTo>
                <a:lnTo>
                  <a:pt x="570294" y="47194"/>
                </a:lnTo>
                <a:close/>
                <a:moveTo>
                  <a:pt x="24976" y="0"/>
                </a:moveTo>
                <a:lnTo>
                  <a:pt x="776289" y="0"/>
                </a:lnTo>
                <a:lnTo>
                  <a:pt x="776765" y="0"/>
                </a:lnTo>
                <a:lnTo>
                  <a:pt x="776909" y="257"/>
                </a:lnTo>
                <a:cubicBezTo>
                  <a:pt x="787946" y="332"/>
                  <a:pt x="797024" y="8435"/>
                  <a:pt x="797642" y="19225"/>
                </a:cubicBezTo>
                <a:cubicBezTo>
                  <a:pt x="798919" y="19705"/>
                  <a:pt x="799234" y="20588"/>
                  <a:pt x="799511" y="21493"/>
                </a:cubicBezTo>
                <a:lnTo>
                  <a:pt x="811819" y="61751"/>
                </a:lnTo>
                <a:lnTo>
                  <a:pt x="811996" y="65684"/>
                </a:lnTo>
                <a:cubicBezTo>
                  <a:pt x="817322" y="83604"/>
                  <a:pt x="829106" y="143193"/>
                  <a:pt x="843773" y="169271"/>
                </a:cubicBezTo>
                <a:cubicBezTo>
                  <a:pt x="858440" y="195349"/>
                  <a:pt x="890629" y="198177"/>
                  <a:pt x="900000" y="222150"/>
                </a:cubicBezTo>
                <a:lnTo>
                  <a:pt x="900000" y="313110"/>
                </a:lnTo>
                <a:cubicBezTo>
                  <a:pt x="900678" y="313635"/>
                  <a:pt x="900700" y="314215"/>
                  <a:pt x="900700" y="314800"/>
                </a:cubicBezTo>
                <a:lnTo>
                  <a:pt x="900700" y="378474"/>
                </a:lnTo>
                <a:lnTo>
                  <a:pt x="900000" y="380164"/>
                </a:lnTo>
                <a:lnTo>
                  <a:pt x="900000" y="383399"/>
                </a:lnTo>
                <a:lnTo>
                  <a:pt x="898660" y="383399"/>
                </a:lnTo>
                <a:cubicBezTo>
                  <a:pt x="897706" y="393440"/>
                  <a:pt x="888962" y="400637"/>
                  <a:pt x="878537" y="400637"/>
                </a:cubicBezTo>
                <a:lnTo>
                  <a:pt x="870388" y="400637"/>
                </a:lnTo>
                <a:cubicBezTo>
                  <a:pt x="859964" y="400637"/>
                  <a:pt x="851220" y="393440"/>
                  <a:pt x="850265" y="383399"/>
                </a:cubicBezTo>
                <a:lnTo>
                  <a:pt x="848228" y="383399"/>
                </a:lnTo>
                <a:lnTo>
                  <a:pt x="848228" y="384867"/>
                </a:lnTo>
                <a:cubicBezTo>
                  <a:pt x="842771" y="332394"/>
                  <a:pt x="797891" y="292260"/>
                  <a:pt x="743637" y="292260"/>
                </a:cubicBezTo>
                <a:cubicBezTo>
                  <a:pt x="684280" y="292260"/>
                  <a:pt x="636144" y="340298"/>
                  <a:pt x="636044" y="399618"/>
                </a:cubicBezTo>
                <a:lnTo>
                  <a:pt x="362677" y="399618"/>
                </a:lnTo>
                <a:lnTo>
                  <a:pt x="362677" y="399617"/>
                </a:lnTo>
                <a:cubicBezTo>
                  <a:pt x="362677" y="340162"/>
                  <a:pt x="314480" y="291965"/>
                  <a:pt x="255025" y="291965"/>
                </a:cubicBezTo>
                <a:cubicBezTo>
                  <a:pt x="200139" y="291965"/>
                  <a:pt x="154847" y="333040"/>
                  <a:pt x="150050" y="386357"/>
                </a:cubicBezTo>
                <a:lnTo>
                  <a:pt x="148582" y="386357"/>
                </a:lnTo>
                <a:cubicBezTo>
                  <a:pt x="147933" y="394044"/>
                  <a:pt x="141273" y="399619"/>
                  <a:pt x="133311" y="399619"/>
                </a:cubicBezTo>
                <a:lnTo>
                  <a:pt x="0" y="399619"/>
                </a:lnTo>
                <a:lnTo>
                  <a:pt x="0" y="363384"/>
                </a:lnTo>
                <a:lnTo>
                  <a:pt x="13457" y="363384"/>
                </a:lnTo>
                <a:lnTo>
                  <a:pt x="13457" y="353900"/>
                </a:lnTo>
                <a:lnTo>
                  <a:pt x="13527" y="353900"/>
                </a:lnTo>
                <a:lnTo>
                  <a:pt x="13527" y="11449"/>
                </a:lnTo>
                <a:cubicBezTo>
                  <a:pt x="13527" y="5126"/>
                  <a:pt x="18653" y="0"/>
                  <a:pt x="2497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3" name="円/楕円 6"/>
          <p:cNvSpPr>
            <a:spLocks noChangeAspect="1"/>
          </p:cNvSpPr>
          <p:nvPr/>
        </p:nvSpPr>
        <p:spPr bwMode="gray">
          <a:xfrm>
            <a:off x="5105179" y="2997633"/>
            <a:ext cx="752886" cy="830946"/>
          </a:xfrm>
          <a:custGeom>
            <a:avLst/>
            <a:gdLst/>
            <a:ahLst/>
            <a:cxnLst/>
            <a:rect l="l" t="t" r="r" b="b"/>
            <a:pathLst>
              <a:path w="815627" h="900192">
                <a:moveTo>
                  <a:pt x="438095" y="725592"/>
                </a:moveTo>
                <a:cubicBezTo>
                  <a:pt x="486309" y="725592"/>
                  <a:pt x="525395" y="764678"/>
                  <a:pt x="525395" y="812892"/>
                </a:cubicBezTo>
                <a:cubicBezTo>
                  <a:pt x="525395" y="861106"/>
                  <a:pt x="486309" y="900192"/>
                  <a:pt x="438095" y="900192"/>
                </a:cubicBezTo>
                <a:cubicBezTo>
                  <a:pt x="389881" y="900192"/>
                  <a:pt x="350795" y="861106"/>
                  <a:pt x="350795" y="812892"/>
                </a:cubicBezTo>
                <a:cubicBezTo>
                  <a:pt x="350795" y="764678"/>
                  <a:pt x="389881" y="725592"/>
                  <a:pt x="438095" y="725592"/>
                </a:cubicBezTo>
                <a:close/>
                <a:moveTo>
                  <a:pt x="96011" y="348598"/>
                </a:moveTo>
                <a:cubicBezTo>
                  <a:pt x="103151" y="345999"/>
                  <a:pt x="111282" y="346125"/>
                  <a:pt x="118712" y="349589"/>
                </a:cubicBezTo>
                <a:lnTo>
                  <a:pt x="328553" y="447440"/>
                </a:lnTo>
                <a:cubicBezTo>
                  <a:pt x="343414" y="454370"/>
                  <a:pt x="349843" y="472034"/>
                  <a:pt x="342913" y="486894"/>
                </a:cubicBezTo>
                <a:lnTo>
                  <a:pt x="266444" y="650883"/>
                </a:lnTo>
                <a:cubicBezTo>
                  <a:pt x="259514" y="665744"/>
                  <a:pt x="241850" y="672173"/>
                  <a:pt x="226990" y="665244"/>
                </a:cubicBezTo>
                <a:lnTo>
                  <a:pt x="17149" y="567393"/>
                </a:lnTo>
                <a:cubicBezTo>
                  <a:pt x="2288" y="560464"/>
                  <a:pt x="-4141" y="542800"/>
                  <a:pt x="2788" y="527939"/>
                </a:cubicBezTo>
                <a:lnTo>
                  <a:pt x="79258" y="363950"/>
                </a:lnTo>
                <a:cubicBezTo>
                  <a:pt x="82722" y="356519"/>
                  <a:pt x="88871" y="351197"/>
                  <a:pt x="96011" y="348598"/>
                </a:cubicBezTo>
                <a:close/>
                <a:moveTo>
                  <a:pt x="213755" y="96095"/>
                </a:moveTo>
                <a:cubicBezTo>
                  <a:pt x="220895" y="93496"/>
                  <a:pt x="229026" y="93622"/>
                  <a:pt x="236456" y="97086"/>
                </a:cubicBezTo>
                <a:lnTo>
                  <a:pt x="446297" y="194937"/>
                </a:lnTo>
                <a:cubicBezTo>
                  <a:pt x="461158" y="201867"/>
                  <a:pt x="467587" y="219531"/>
                  <a:pt x="460658" y="234391"/>
                </a:cubicBezTo>
                <a:lnTo>
                  <a:pt x="384188" y="398380"/>
                </a:lnTo>
                <a:cubicBezTo>
                  <a:pt x="377259" y="413241"/>
                  <a:pt x="359595" y="419670"/>
                  <a:pt x="344734" y="412741"/>
                </a:cubicBezTo>
                <a:lnTo>
                  <a:pt x="134893" y="314890"/>
                </a:lnTo>
                <a:cubicBezTo>
                  <a:pt x="120032" y="307961"/>
                  <a:pt x="113603" y="290297"/>
                  <a:pt x="120532" y="275436"/>
                </a:cubicBezTo>
                <a:lnTo>
                  <a:pt x="197002" y="111447"/>
                </a:lnTo>
                <a:cubicBezTo>
                  <a:pt x="200466" y="104016"/>
                  <a:pt x="206615" y="98694"/>
                  <a:pt x="213755" y="96095"/>
                </a:cubicBezTo>
                <a:close/>
                <a:moveTo>
                  <a:pt x="798008" y="0"/>
                </a:moveTo>
                <a:lnTo>
                  <a:pt x="798057" y="1412"/>
                </a:lnTo>
                <a:lnTo>
                  <a:pt x="800709" y="1133"/>
                </a:lnTo>
                <a:cubicBezTo>
                  <a:pt x="806090" y="567"/>
                  <a:pt x="810912" y="4471"/>
                  <a:pt x="811476" y="9853"/>
                </a:cubicBezTo>
                <a:lnTo>
                  <a:pt x="815573" y="48826"/>
                </a:lnTo>
                <a:cubicBezTo>
                  <a:pt x="816139" y="54208"/>
                  <a:pt x="812235" y="59029"/>
                  <a:pt x="806853" y="59595"/>
                </a:cubicBezTo>
                <a:lnTo>
                  <a:pt x="799294" y="60390"/>
                </a:lnTo>
                <a:cubicBezTo>
                  <a:pt x="716788" y="63425"/>
                  <a:pt x="642200" y="108497"/>
                  <a:pt x="602615" y="179826"/>
                </a:cubicBezTo>
                <a:lnTo>
                  <a:pt x="715380" y="232409"/>
                </a:lnTo>
                <a:lnTo>
                  <a:pt x="688357" y="290362"/>
                </a:lnTo>
                <a:lnTo>
                  <a:pt x="571552" y="235895"/>
                </a:lnTo>
                <a:lnTo>
                  <a:pt x="328770" y="756541"/>
                </a:lnTo>
                <a:lnTo>
                  <a:pt x="325758" y="757638"/>
                </a:lnTo>
                <a:lnTo>
                  <a:pt x="325536" y="762710"/>
                </a:lnTo>
                <a:lnTo>
                  <a:pt x="310267" y="795455"/>
                </a:lnTo>
                <a:cubicBezTo>
                  <a:pt x="307594" y="801188"/>
                  <a:pt x="300778" y="803669"/>
                  <a:pt x="295044" y="800995"/>
                </a:cubicBezTo>
                <a:lnTo>
                  <a:pt x="109124" y="714298"/>
                </a:lnTo>
                <a:lnTo>
                  <a:pt x="134075" y="660790"/>
                </a:lnTo>
                <a:lnTo>
                  <a:pt x="277163" y="727513"/>
                </a:lnTo>
                <a:lnTo>
                  <a:pt x="535366" y="173795"/>
                </a:lnTo>
                <a:lnTo>
                  <a:pt x="540784" y="162176"/>
                </a:lnTo>
                <a:lnTo>
                  <a:pt x="543546" y="161172"/>
                </a:lnTo>
                <a:cubicBezTo>
                  <a:pt x="586559" y="76498"/>
                  <a:pt x="667584" y="18639"/>
                  <a:pt x="760889" y="6274"/>
                </a:cubicBezTo>
                <a:cubicBezTo>
                  <a:pt x="761039" y="5321"/>
                  <a:pt x="761383" y="5266"/>
                  <a:pt x="761735" y="5229"/>
                </a:cubicBezTo>
                <a:lnTo>
                  <a:pt x="775845" y="3746"/>
                </a:lnTo>
                <a:cubicBezTo>
                  <a:pt x="783016" y="801"/>
                  <a:pt x="790486" y="262"/>
                  <a:pt x="79800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4" name="片側の 2 つの角を丸めた四角形 10"/>
          <p:cNvSpPr>
            <a:spLocks noChangeAspect="1"/>
          </p:cNvSpPr>
          <p:nvPr/>
        </p:nvSpPr>
        <p:spPr bwMode="gray">
          <a:xfrm>
            <a:off x="6508383" y="3037600"/>
            <a:ext cx="830769" cy="751015"/>
          </a:xfrm>
          <a:custGeom>
            <a:avLst/>
            <a:gdLst/>
            <a:ahLst/>
            <a:cxnLst/>
            <a:rect l="l" t="t" r="r" b="b"/>
            <a:pathLst>
              <a:path w="900000" h="725526">
                <a:moveTo>
                  <a:pt x="733547" y="585126"/>
                </a:moveTo>
                <a:cubicBezTo>
                  <a:pt x="776294" y="585126"/>
                  <a:pt x="810947" y="616556"/>
                  <a:pt x="810947" y="655326"/>
                </a:cubicBezTo>
                <a:cubicBezTo>
                  <a:pt x="810947" y="694096"/>
                  <a:pt x="776294" y="725526"/>
                  <a:pt x="733547" y="725526"/>
                </a:cubicBezTo>
                <a:cubicBezTo>
                  <a:pt x="690800" y="725526"/>
                  <a:pt x="656147" y="694096"/>
                  <a:pt x="656147" y="655326"/>
                </a:cubicBezTo>
                <a:cubicBezTo>
                  <a:pt x="656147" y="616556"/>
                  <a:pt x="690800" y="585126"/>
                  <a:pt x="733547" y="585126"/>
                </a:cubicBezTo>
                <a:close/>
                <a:moveTo>
                  <a:pt x="345403" y="585126"/>
                </a:moveTo>
                <a:cubicBezTo>
                  <a:pt x="388150" y="585126"/>
                  <a:pt x="422803" y="616556"/>
                  <a:pt x="422803" y="655326"/>
                </a:cubicBezTo>
                <a:cubicBezTo>
                  <a:pt x="422803" y="694096"/>
                  <a:pt x="388150" y="725526"/>
                  <a:pt x="345403" y="725526"/>
                </a:cubicBezTo>
                <a:cubicBezTo>
                  <a:pt x="302656" y="725526"/>
                  <a:pt x="268003" y="694096"/>
                  <a:pt x="268003" y="655326"/>
                </a:cubicBezTo>
                <a:cubicBezTo>
                  <a:pt x="268003" y="616556"/>
                  <a:pt x="302656" y="585126"/>
                  <a:pt x="345403" y="585126"/>
                </a:cubicBezTo>
                <a:close/>
                <a:moveTo>
                  <a:pt x="674808" y="36759"/>
                </a:moveTo>
                <a:cubicBezTo>
                  <a:pt x="674275" y="37453"/>
                  <a:pt x="673672" y="37482"/>
                  <a:pt x="673062" y="37482"/>
                </a:cubicBezTo>
                <a:lnTo>
                  <a:pt x="395930" y="37482"/>
                </a:lnTo>
                <a:lnTo>
                  <a:pt x="300578" y="274840"/>
                </a:lnTo>
                <a:lnTo>
                  <a:pt x="377962" y="252651"/>
                </a:lnTo>
                <a:lnTo>
                  <a:pt x="370539" y="245968"/>
                </a:lnTo>
                <a:cubicBezTo>
                  <a:pt x="361161" y="237524"/>
                  <a:pt x="360404" y="223078"/>
                  <a:pt x="368848" y="213700"/>
                </a:cubicBezTo>
                <a:cubicBezTo>
                  <a:pt x="377292" y="204322"/>
                  <a:pt x="391738" y="203565"/>
                  <a:pt x="401116" y="212009"/>
                </a:cubicBezTo>
                <a:lnTo>
                  <a:pt x="457048" y="262370"/>
                </a:lnTo>
                <a:cubicBezTo>
                  <a:pt x="466425" y="270814"/>
                  <a:pt x="467183" y="285260"/>
                  <a:pt x="458739" y="294638"/>
                </a:cubicBezTo>
                <a:cubicBezTo>
                  <a:pt x="450295" y="304016"/>
                  <a:pt x="435849" y="304773"/>
                  <a:pt x="426471" y="296329"/>
                </a:cubicBezTo>
                <a:lnTo>
                  <a:pt x="401581" y="273918"/>
                </a:lnTo>
                <a:lnTo>
                  <a:pt x="343781" y="368976"/>
                </a:lnTo>
                <a:lnTo>
                  <a:pt x="344260" y="368976"/>
                </a:lnTo>
                <a:cubicBezTo>
                  <a:pt x="332482" y="378336"/>
                  <a:pt x="325281" y="392865"/>
                  <a:pt x="325281" y="409077"/>
                </a:cubicBezTo>
                <a:cubicBezTo>
                  <a:pt x="325282" y="438667"/>
                  <a:pt x="349269" y="462654"/>
                  <a:pt x="378859" y="462654"/>
                </a:cubicBezTo>
                <a:lnTo>
                  <a:pt x="475800" y="462655"/>
                </a:lnTo>
                <a:lnTo>
                  <a:pt x="475800" y="342724"/>
                </a:lnTo>
                <a:cubicBezTo>
                  <a:pt x="475800" y="335334"/>
                  <a:pt x="481791" y="329343"/>
                  <a:pt x="489181" y="329343"/>
                </a:cubicBezTo>
                <a:lnTo>
                  <a:pt x="550068" y="329343"/>
                </a:lnTo>
                <a:lnTo>
                  <a:pt x="606252" y="174979"/>
                </a:lnTo>
                <a:cubicBezTo>
                  <a:pt x="610782" y="162532"/>
                  <a:pt x="624545" y="156114"/>
                  <a:pt x="636992" y="160645"/>
                </a:cubicBezTo>
                <a:lnTo>
                  <a:pt x="636992" y="160646"/>
                </a:lnTo>
                <a:cubicBezTo>
                  <a:pt x="649439" y="165176"/>
                  <a:pt x="655857" y="178939"/>
                  <a:pt x="651327" y="191386"/>
                </a:cubicBezTo>
                <a:lnTo>
                  <a:pt x="601114" y="329343"/>
                </a:lnTo>
                <a:lnTo>
                  <a:pt x="674808" y="329343"/>
                </a:lnTo>
                <a:close/>
                <a:moveTo>
                  <a:pt x="674808" y="0"/>
                </a:moveTo>
                <a:lnTo>
                  <a:pt x="716402" y="0"/>
                </a:lnTo>
                <a:lnTo>
                  <a:pt x="716402" y="329343"/>
                </a:lnTo>
                <a:lnTo>
                  <a:pt x="886619" y="329343"/>
                </a:lnTo>
                <a:cubicBezTo>
                  <a:pt x="894009" y="329343"/>
                  <a:pt x="900000" y="335334"/>
                  <a:pt x="900000" y="342724"/>
                </a:cubicBezTo>
                <a:lnTo>
                  <a:pt x="900000" y="650010"/>
                </a:lnTo>
                <a:lnTo>
                  <a:pt x="831736" y="650010"/>
                </a:lnTo>
                <a:cubicBezTo>
                  <a:pt x="829720" y="601651"/>
                  <a:pt x="786465" y="563344"/>
                  <a:pt x="733547" y="563344"/>
                </a:cubicBezTo>
                <a:cubicBezTo>
                  <a:pt x="680629" y="563344"/>
                  <a:pt x="637374" y="601651"/>
                  <a:pt x="635359" y="650010"/>
                </a:cubicBezTo>
                <a:lnTo>
                  <a:pt x="482078" y="650010"/>
                </a:lnTo>
                <a:lnTo>
                  <a:pt x="482078" y="650774"/>
                </a:lnTo>
                <a:lnTo>
                  <a:pt x="443758" y="650774"/>
                </a:lnTo>
                <a:cubicBezTo>
                  <a:pt x="442041" y="602064"/>
                  <a:pt x="398606" y="563344"/>
                  <a:pt x="345403" y="563344"/>
                </a:cubicBezTo>
                <a:cubicBezTo>
                  <a:pt x="292201" y="563344"/>
                  <a:pt x="248766" y="602064"/>
                  <a:pt x="247048" y="650774"/>
                </a:cubicBezTo>
                <a:lnTo>
                  <a:pt x="246055" y="650774"/>
                </a:lnTo>
                <a:lnTo>
                  <a:pt x="179388" y="650774"/>
                </a:lnTo>
                <a:lnTo>
                  <a:pt x="179388" y="650010"/>
                </a:lnTo>
                <a:lnTo>
                  <a:pt x="19934" y="650010"/>
                </a:lnTo>
                <a:cubicBezTo>
                  <a:pt x="8925" y="650010"/>
                  <a:pt x="0" y="641085"/>
                  <a:pt x="0" y="630076"/>
                </a:cubicBezTo>
                <a:cubicBezTo>
                  <a:pt x="0" y="619067"/>
                  <a:pt x="8925" y="610142"/>
                  <a:pt x="19934" y="610142"/>
                </a:cubicBezTo>
                <a:lnTo>
                  <a:pt x="179388" y="610142"/>
                </a:lnTo>
                <a:lnTo>
                  <a:pt x="179388" y="14571"/>
                </a:lnTo>
                <a:lnTo>
                  <a:pt x="247650" y="14571"/>
                </a:lnTo>
                <a:lnTo>
                  <a:pt x="247650" y="287577"/>
                </a:lnTo>
                <a:lnTo>
                  <a:pt x="357600" y="13877"/>
                </a:lnTo>
                <a:cubicBezTo>
                  <a:pt x="361700" y="3670"/>
                  <a:pt x="372534" y="-1817"/>
                  <a:pt x="382683" y="1602"/>
                </a:cubicBezTo>
                <a:cubicBezTo>
                  <a:pt x="383750" y="162"/>
                  <a:pt x="385126" y="6"/>
                  <a:pt x="386538" y="6"/>
                </a:cubicBezTo>
                <a:lnTo>
                  <a:pt x="673062" y="6"/>
                </a:lnTo>
                <a:lnTo>
                  <a:pt x="674808" y="729"/>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45" name="正方形/長方形 37"/>
          <p:cNvSpPr>
            <a:spLocks noChangeAspect="1"/>
          </p:cNvSpPr>
          <p:nvPr/>
        </p:nvSpPr>
        <p:spPr bwMode="gray">
          <a:xfrm rot="2733022">
            <a:off x="8281121" y="2921917"/>
            <a:ext cx="399079" cy="982380"/>
          </a:xfrm>
          <a:custGeom>
            <a:avLst/>
            <a:gdLst/>
            <a:ahLst/>
            <a:cxnLst/>
            <a:rect l="l" t="t" r="r" b="b"/>
            <a:pathLst>
              <a:path w="432336" h="1064245">
                <a:moveTo>
                  <a:pt x="174146" y="481116"/>
                </a:moveTo>
                <a:cubicBezTo>
                  <a:pt x="158092" y="491426"/>
                  <a:pt x="146989" y="515308"/>
                  <a:pt x="147255" y="543017"/>
                </a:cubicBezTo>
                <a:cubicBezTo>
                  <a:pt x="147610" y="579960"/>
                  <a:pt x="168044" y="609716"/>
                  <a:pt x="192896" y="609477"/>
                </a:cubicBezTo>
                <a:cubicBezTo>
                  <a:pt x="217747" y="609238"/>
                  <a:pt x="237606" y="579096"/>
                  <a:pt x="237251" y="542152"/>
                </a:cubicBezTo>
                <a:cubicBezTo>
                  <a:pt x="236896" y="505207"/>
                  <a:pt x="216463" y="475452"/>
                  <a:pt x="191610" y="475691"/>
                </a:cubicBezTo>
                <a:cubicBezTo>
                  <a:pt x="185397" y="475751"/>
                  <a:pt x="179496" y="477680"/>
                  <a:pt x="174146" y="481116"/>
                </a:cubicBezTo>
                <a:close/>
                <a:moveTo>
                  <a:pt x="55622" y="105857"/>
                </a:moveTo>
                <a:cubicBezTo>
                  <a:pt x="151230" y="179833"/>
                  <a:pt x="285882" y="177898"/>
                  <a:pt x="379308" y="100782"/>
                </a:cubicBezTo>
                <a:cubicBezTo>
                  <a:pt x="283701" y="26807"/>
                  <a:pt x="149049" y="28741"/>
                  <a:pt x="55622" y="105857"/>
                </a:cubicBezTo>
                <a:close/>
                <a:moveTo>
                  <a:pt x="17693" y="62888"/>
                </a:moveTo>
                <a:lnTo>
                  <a:pt x="34706" y="49483"/>
                </a:lnTo>
                <a:cubicBezTo>
                  <a:pt x="34706" y="49482"/>
                  <a:pt x="34708" y="49482"/>
                  <a:pt x="34708" y="49481"/>
                </a:cubicBezTo>
                <a:lnTo>
                  <a:pt x="34715" y="49477"/>
                </a:lnTo>
                <a:cubicBezTo>
                  <a:pt x="42326" y="41671"/>
                  <a:pt x="52402" y="35643"/>
                  <a:pt x="64238" y="31265"/>
                </a:cubicBezTo>
                <a:cubicBezTo>
                  <a:pt x="68331" y="28737"/>
                  <a:pt x="72808" y="26685"/>
                  <a:pt x="77739" y="25402"/>
                </a:cubicBezTo>
                <a:cubicBezTo>
                  <a:pt x="85846" y="20803"/>
                  <a:pt x="94985" y="17657"/>
                  <a:pt x="104804" y="15501"/>
                </a:cubicBezTo>
                <a:cubicBezTo>
                  <a:pt x="114321" y="12214"/>
                  <a:pt x="124475" y="9718"/>
                  <a:pt x="135234" y="8508"/>
                </a:cubicBezTo>
                <a:cubicBezTo>
                  <a:pt x="141965" y="6206"/>
                  <a:pt x="149063" y="5027"/>
                  <a:pt x="156357" y="4322"/>
                </a:cubicBezTo>
                <a:cubicBezTo>
                  <a:pt x="175304" y="1406"/>
                  <a:pt x="195387" y="1"/>
                  <a:pt x="216158" y="0"/>
                </a:cubicBezTo>
                <a:cubicBezTo>
                  <a:pt x="216162" y="-2"/>
                  <a:pt x="216165" y="0"/>
                  <a:pt x="216169" y="0"/>
                </a:cubicBezTo>
                <a:lnTo>
                  <a:pt x="216176" y="1"/>
                </a:lnTo>
                <a:cubicBezTo>
                  <a:pt x="242226" y="0"/>
                  <a:pt x="267196" y="2212"/>
                  <a:pt x="290101" y="7134"/>
                </a:cubicBezTo>
                <a:cubicBezTo>
                  <a:pt x="295726" y="7210"/>
                  <a:pt x="301092" y="8271"/>
                  <a:pt x="306198" y="10085"/>
                </a:cubicBezTo>
                <a:cubicBezTo>
                  <a:pt x="324640" y="13868"/>
                  <a:pt x="341514" y="19384"/>
                  <a:pt x="356349" y="26248"/>
                </a:cubicBezTo>
                <a:cubicBezTo>
                  <a:pt x="402616" y="43880"/>
                  <a:pt x="431571" y="71807"/>
                  <a:pt x="431572" y="102967"/>
                </a:cubicBezTo>
                <a:lnTo>
                  <a:pt x="430876" y="106265"/>
                </a:lnTo>
                <a:lnTo>
                  <a:pt x="432335" y="106265"/>
                </a:lnTo>
                <a:lnTo>
                  <a:pt x="432336" y="256938"/>
                </a:lnTo>
                <a:lnTo>
                  <a:pt x="432333" y="256938"/>
                </a:lnTo>
                <a:lnTo>
                  <a:pt x="432334" y="308031"/>
                </a:lnTo>
                <a:cubicBezTo>
                  <a:pt x="419911" y="340731"/>
                  <a:pt x="400599" y="371387"/>
                  <a:pt x="374546" y="397946"/>
                </a:cubicBezTo>
                <a:lnTo>
                  <a:pt x="344543" y="421982"/>
                </a:lnTo>
                <a:lnTo>
                  <a:pt x="349834" y="972798"/>
                </a:lnTo>
                <a:cubicBezTo>
                  <a:pt x="350311" y="1022446"/>
                  <a:pt x="310450" y="1063081"/>
                  <a:pt x="260801" y="1063558"/>
                </a:cubicBezTo>
                <a:lnTo>
                  <a:pt x="189730" y="1064241"/>
                </a:lnTo>
                <a:cubicBezTo>
                  <a:pt x="140081" y="1064718"/>
                  <a:pt x="99447" y="1024856"/>
                  <a:pt x="98970" y="975208"/>
                </a:cubicBezTo>
                <a:lnTo>
                  <a:pt x="93706" y="427306"/>
                </a:lnTo>
                <a:cubicBezTo>
                  <a:pt x="80551" y="419937"/>
                  <a:pt x="68732" y="410224"/>
                  <a:pt x="57628" y="399333"/>
                </a:cubicBezTo>
                <a:cubicBezTo>
                  <a:pt x="32255" y="374440"/>
                  <a:pt x="12960" y="345691"/>
                  <a:pt x="0" y="314831"/>
                </a:cubicBezTo>
                <a:lnTo>
                  <a:pt x="0" y="107134"/>
                </a:lnTo>
                <a:lnTo>
                  <a:pt x="1" y="107134"/>
                </a:lnTo>
                <a:lnTo>
                  <a:pt x="1" y="106265"/>
                </a:lnTo>
                <a:lnTo>
                  <a:pt x="447" y="106264"/>
                </a:lnTo>
                <a:lnTo>
                  <a:pt x="1462" y="106265"/>
                </a:lnTo>
                <a:lnTo>
                  <a:pt x="1166" y="104867"/>
                </a:lnTo>
                <a:lnTo>
                  <a:pt x="1166" y="104866"/>
                </a:lnTo>
                <a:cubicBezTo>
                  <a:pt x="778" y="104275"/>
                  <a:pt x="765" y="103622"/>
                  <a:pt x="766" y="102967"/>
                </a:cubicBezTo>
                <a:cubicBezTo>
                  <a:pt x="766" y="88750"/>
                  <a:pt x="6793" y="75207"/>
                  <a:pt x="17693" y="62888"/>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lang="ja-JP" altLang="en-US" sz="1108">
              <a:solidFill>
                <a:schemeClr val="tx1"/>
              </a:solidFill>
              <a:latin typeface="+mj-lt"/>
            </a:endParaRPr>
          </a:p>
        </p:txBody>
      </p:sp>
      <p:sp>
        <p:nvSpPr>
          <p:cNvPr id="49" name="片側の 2 つの角を丸めた四角形 48"/>
          <p:cNvSpPr>
            <a:spLocks noChangeAspect="1"/>
          </p:cNvSpPr>
          <p:nvPr/>
        </p:nvSpPr>
        <p:spPr bwMode="gray">
          <a:xfrm>
            <a:off x="2140937" y="4283415"/>
            <a:ext cx="814154" cy="829014"/>
          </a:xfrm>
          <a:custGeom>
            <a:avLst/>
            <a:gdLst/>
            <a:ahLst/>
            <a:cxnLst/>
            <a:rect l="l" t="t" r="r" b="b"/>
            <a:pathLst>
              <a:path w="882000" h="898098">
                <a:moveTo>
                  <a:pt x="302168" y="244608"/>
                </a:moveTo>
                <a:lnTo>
                  <a:pt x="302168" y="407246"/>
                </a:lnTo>
                <a:lnTo>
                  <a:pt x="333000" y="407246"/>
                </a:lnTo>
                <a:lnTo>
                  <a:pt x="333000" y="881114"/>
                </a:lnTo>
                <a:lnTo>
                  <a:pt x="549000" y="881114"/>
                </a:lnTo>
                <a:lnTo>
                  <a:pt x="549000" y="407246"/>
                </a:lnTo>
                <a:lnTo>
                  <a:pt x="579832" y="407246"/>
                </a:lnTo>
                <a:lnTo>
                  <a:pt x="579832" y="244608"/>
                </a:lnTo>
                <a:close/>
                <a:moveTo>
                  <a:pt x="648147" y="56104"/>
                </a:moveTo>
                <a:cubicBezTo>
                  <a:pt x="622342" y="53464"/>
                  <a:pt x="583354" y="70707"/>
                  <a:pt x="548598" y="102489"/>
                </a:cubicBezTo>
                <a:cubicBezTo>
                  <a:pt x="515863" y="132422"/>
                  <a:pt x="495639" y="167246"/>
                  <a:pt x="494524" y="192931"/>
                </a:cubicBezTo>
                <a:lnTo>
                  <a:pt x="607027" y="192931"/>
                </a:lnTo>
                <a:cubicBezTo>
                  <a:pt x="612297" y="190126"/>
                  <a:pt x="616886" y="186240"/>
                  <a:pt x="621404" y="182109"/>
                </a:cubicBezTo>
                <a:cubicBezTo>
                  <a:pt x="667746" y="139734"/>
                  <a:pt x="689015" y="87557"/>
                  <a:pt x="668910" y="65571"/>
                </a:cubicBezTo>
                <a:cubicBezTo>
                  <a:pt x="663884" y="60074"/>
                  <a:pt x="656748" y="56984"/>
                  <a:pt x="648147" y="56104"/>
                </a:cubicBezTo>
                <a:close/>
                <a:moveTo>
                  <a:pt x="233853" y="56104"/>
                </a:moveTo>
                <a:cubicBezTo>
                  <a:pt x="225252" y="56984"/>
                  <a:pt x="218116" y="60074"/>
                  <a:pt x="213090" y="65571"/>
                </a:cubicBezTo>
                <a:cubicBezTo>
                  <a:pt x="192985" y="87557"/>
                  <a:pt x="214254" y="139734"/>
                  <a:pt x="260596" y="182109"/>
                </a:cubicBezTo>
                <a:cubicBezTo>
                  <a:pt x="265114" y="186240"/>
                  <a:pt x="269704" y="190126"/>
                  <a:pt x="274973" y="192931"/>
                </a:cubicBezTo>
                <a:lnTo>
                  <a:pt x="387476" y="192931"/>
                </a:lnTo>
                <a:cubicBezTo>
                  <a:pt x="386361" y="167246"/>
                  <a:pt x="366137" y="132422"/>
                  <a:pt x="333402" y="102489"/>
                </a:cubicBezTo>
                <a:cubicBezTo>
                  <a:pt x="298646" y="70707"/>
                  <a:pt x="259658" y="53464"/>
                  <a:pt x="233853" y="56104"/>
                </a:cubicBezTo>
                <a:close/>
                <a:moveTo>
                  <a:pt x="257390" y="2597"/>
                </a:moveTo>
                <a:cubicBezTo>
                  <a:pt x="293905" y="9503"/>
                  <a:pt x="334287" y="30049"/>
                  <a:pt x="369881" y="62597"/>
                </a:cubicBezTo>
                <a:cubicBezTo>
                  <a:pt x="411447" y="100606"/>
                  <a:pt x="437294" y="146579"/>
                  <a:pt x="440731" y="187332"/>
                </a:cubicBezTo>
                <a:cubicBezTo>
                  <a:pt x="444727" y="146542"/>
                  <a:pt x="470570" y="100591"/>
                  <a:pt x="512119" y="62597"/>
                </a:cubicBezTo>
                <a:cubicBezTo>
                  <a:pt x="547713" y="30049"/>
                  <a:pt x="588095" y="9503"/>
                  <a:pt x="624610" y="2597"/>
                </a:cubicBezTo>
                <a:cubicBezTo>
                  <a:pt x="661125" y="-4310"/>
                  <a:pt x="693772" y="2422"/>
                  <a:pt x="713898" y="24431"/>
                </a:cubicBezTo>
                <a:cubicBezTo>
                  <a:pt x="753660" y="67914"/>
                  <a:pt x="729670" y="154757"/>
                  <a:pt x="660176" y="219309"/>
                </a:cubicBezTo>
                <a:lnTo>
                  <a:pt x="838728" y="219309"/>
                </a:lnTo>
                <a:cubicBezTo>
                  <a:pt x="862626" y="219309"/>
                  <a:pt x="882000" y="238683"/>
                  <a:pt x="882000" y="262581"/>
                </a:cubicBezTo>
                <a:lnTo>
                  <a:pt x="882000" y="407504"/>
                </a:lnTo>
                <a:lnTo>
                  <a:pt x="852560" y="407504"/>
                </a:lnTo>
                <a:lnTo>
                  <a:pt x="852560" y="853308"/>
                </a:lnTo>
                <a:cubicBezTo>
                  <a:pt x="852560" y="878045"/>
                  <a:pt x="832507" y="898098"/>
                  <a:pt x="807770" y="898098"/>
                </a:cubicBezTo>
                <a:lnTo>
                  <a:pt x="74231" y="898098"/>
                </a:lnTo>
                <a:cubicBezTo>
                  <a:pt x="49494" y="898098"/>
                  <a:pt x="29441" y="878045"/>
                  <a:pt x="29441" y="853308"/>
                </a:cubicBezTo>
                <a:lnTo>
                  <a:pt x="29441" y="407504"/>
                </a:lnTo>
                <a:lnTo>
                  <a:pt x="0" y="407504"/>
                </a:lnTo>
                <a:lnTo>
                  <a:pt x="0" y="262581"/>
                </a:lnTo>
                <a:cubicBezTo>
                  <a:pt x="0" y="238683"/>
                  <a:pt x="19374" y="219309"/>
                  <a:pt x="43272" y="219309"/>
                </a:cubicBezTo>
                <a:lnTo>
                  <a:pt x="221825" y="219309"/>
                </a:lnTo>
                <a:cubicBezTo>
                  <a:pt x="152330" y="154757"/>
                  <a:pt x="128341" y="67914"/>
                  <a:pt x="168102" y="24431"/>
                </a:cubicBezTo>
                <a:cubicBezTo>
                  <a:pt x="188228" y="2422"/>
                  <a:pt x="220875" y="-4310"/>
                  <a:pt x="257390" y="2597"/>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9" name="円/楕円 58"/>
          <p:cNvSpPr>
            <a:spLocks noChangeAspect="1"/>
          </p:cNvSpPr>
          <p:nvPr/>
        </p:nvSpPr>
        <p:spPr bwMode="gray">
          <a:xfrm>
            <a:off x="874103" y="4283403"/>
            <a:ext cx="774277" cy="829041"/>
          </a:xfrm>
          <a:custGeom>
            <a:avLst/>
            <a:gdLst/>
            <a:ahLst/>
            <a:cxnLst/>
            <a:rect l="l" t="t" r="r" b="b"/>
            <a:pathLst>
              <a:path w="838800" h="898128">
                <a:moveTo>
                  <a:pt x="543053" y="680150"/>
                </a:moveTo>
                <a:lnTo>
                  <a:pt x="815474" y="701687"/>
                </a:lnTo>
                <a:lnTo>
                  <a:pt x="802366" y="867484"/>
                </a:lnTo>
                <a:cubicBezTo>
                  <a:pt x="800918" y="885798"/>
                  <a:pt x="784898" y="899471"/>
                  <a:pt x="766584" y="898023"/>
                </a:cubicBezTo>
                <a:lnTo>
                  <a:pt x="560484" y="881728"/>
                </a:lnTo>
                <a:cubicBezTo>
                  <a:pt x="542170" y="880281"/>
                  <a:pt x="528497" y="864260"/>
                  <a:pt x="529945" y="845946"/>
                </a:cubicBezTo>
                <a:close/>
                <a:moveTo>
                  <a:pt x="298738" y="680150"/>
                </a:moveTo>
                <a:lnTo>
                  <a:pt x="311846" y="845946"/>
                </a:lnTo>
                <a:cubicBezTo>
                  <a:pt x="313294" y="864260"/>
                  <a:pt x="299621" y="880281"/>
                  <a:pt x="281307" y="881728"/>
                </a:cubicBezTo>
                <a:lnTo>
                  <a:pt x="75207" y="898023"/>
                </a:lnTo>
                <a:cubicBezTo>
                  <a:pt x="56894" y="899471"/>
                  <a:pt x="40873" y="885798"/>
                  <a:pt x="39425" y="867484"/>
                </a:cubicBezTo>
                <a:lnTo>
                  <a:pt x="26317" y="701687"/>
                </a:lnTo>
                <a:close/>
                <a:moveTo>
                  <a:pt x="419400" y="0"/>
                </a:moveTo>
                <a:cubicBezTo>
                  <a:pt x="651028" y="0"/>
                  <a:pt x="838800" y="173184"/>
                  <a:pt x="838800" y="386818"/>
                </a:cubicBezTo>
                <a:lnTo>
                  <a:pt x="835322" y="427991"/>
                </a:lnTo>
                <a:lnTo>
                  <a:pt x="834313" y="427991"/>
                </a:lnTo>
                <a:lnTo>
                  <a:pt x="835624" y="432030"/>
                </a:lnTo>
                <a:lnTo>
                  <a:pt x="822516" y="597826"/>
                </a:lnTo>
                <a:lnTo>
                  <a:pt x="556144" y="576767"/>
                </a:lnTo>
                <a:lnTo>
                  <a:pt x="568800" y="416684"/>
                </a:lnTo>
                <a:lnTo>
                  <a:pt x="568800" y="386002"/>
                </a:lnTo>
                <a:lnTo>
                  <a:pt x="567304" y="386002"/>
                </a:lnTo>
                <a:cubicBezTo>
                  <a:pt x="568206" y="384677"/>
                  <a:pt x="568230" y="383316"/>
                  <a:pt x="568230" y="381951"/>
                </a:cubicBezTo>
                <a:cubicBezTo>
                  <a:pt x="568230" y="309369"/>
                  <a:pt x="501597" y="250530"/>
                  <a:pt x="419401" y="250530"/>
                </a:cubicBezTo>
                <a:cubicBezTo>
                  <a:pt x="337205" y="250530"/>
                  <a:pt x="270572" y="309369"/>
                  <a:pt x="270572" y="381951"/>
                </a:cubicBezTo>
                <a:lnTo>
                  <a:pt x="271498" y="386002"/>
                </a:lnTo>
                <a:lnTo>
                  <a:pt x="270000" y="386002"/>
                </a:lnTo>
                <a:lnTo>
                  <a:pt x="270000" y="410324"/>
                </a:lnTo>
                <a:cubicBezTo>
                  <a:pt x="270265" y="410503"/>
                  <a:pt x="270283" y="410707"/>
                  <a:pt x="270299" y="410911"/>
                </a:cubicBezTo>
                <a:lnTo>
                  <a:pt x="283407" y="576707"/>
                </a:lnTo>
                <a:lnTo>
                  <a:pt x="16284" y="597826"/>
                </a:lnTo>
                <a:lnTo>
                  <a:pt x="3176" y="432030"/>
                </a:lnTo>
                <a:lnTo>
                  <a:pt x="4486" y="427991"/>
                </a:lnTo>
                <a:lnTo>
                  <a:pt x="3478" y="427991"/>
                </a:lnTo>
                <a:cubicBezTo>
                  <a:pt x="801" y="414550"/>
                  <a:pt x="0" y="400770"/>
                  <a:pt x="0" y="386818"/>
                </a:cubicBezTo>
                <a:cubicBezTo>
                  <a:pt x="0" y="173184"/>
                  <a:pt x="187772" y="0"/>
                  <a:pt x="4194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5" name="円/楕円 17"/>
          <p:cNvSpPr>
            <a:spLocks noChangeAspect="1"/>
          </p:cNvSpPr>
          <p:nvPr/>
        </p:nvSpPr>
        <p:spPr bwMode="gray">
          <a:xfrm>
            <a:off x="3827227" y="1725607"/>
            <a:ext cx="831977" cy="745621"/>
          </a:xfrm>
          <a:custGeom>
            <a:avLst/>
            <a:gdLst>
              <a:gd name="connsiteX0" fmla="*/ 344566 w 903640"/>
              <a:gd name="connsiteY0" fmla="*/ 498258 h 807756"/>
              <a:gd name="connsiteX1" fmla="*/ 421381 w 903640"/>
              <a:gd name="connsiteY1" fmla="*/ 575074 h 807756"/>
              <a:gd name="connsiteX2" fmla="*/ 193343 w 903640"/>
              <a:gd name="connsiteY2" fmla="*/ 803113 h 807756"/>
              <a:gd name="connsiteX3" fmla="*/ 170915 w 903640"/>
              <a:gd name="connsiteY3" fmla="*/ 803112 h 807756"/>
              <a:gd name="connsiteX4" fmla="*/ 116528 w 903640"/>
              <a:gd name="connsiteY4" fmla="*/ 748725 h 807756"/>
              <a:gd name="connsiteX5" fmla="*/ 116528 w 903640"/>
              <a:gd name="connsiteY5" fmla="*/ 726296 h 807756"/>
              <a:gd name="connsiteX6" fmla="*/ 344566 w 903640"/>
              <a:gd name="connsiteY6" fmla="*/ 498258 h 807756"/>
              <a:gd name="connsiteX7" fmla="*/ 385243 w 903640"/>
              <a:gd name="connsiteY7" fmla="*/ 283295 h 807756"/>
              <a:gd name="connsiteX8" fmla="*/ 396118 w 903640"/>
              <a:gd name="connsiteY8" fmla="*/ 288687 h 807756"/>
              <a:gd name="connsiteX9" fmla="*/ 776176 w 903640"/>
              <a:gd name="connsiteY9" fmla="*/ 723918 h 807756"/>
              <a:gd name="connsiteX10" fmla="*/ 774662 w 903640"/>
              <a:gd name="connsiteY10" fmla="*/ 746296 h 807756"/>
              <a:gd name="connsiteX11" fmla="*/ 716726 w 903640"/>
              <a:gd name="connsiteY11" fmla="*/ 796887 h 807756"/>
              <a:gd name="connsiteX12" fmla="*/ 694349 w 903640"/>
              <a:gd name="connsiteY12" fmla="*/ 795372 h 807756"/>
              <a:gd name="connsiteX13" fmla="*/ 314290 w 903640"/>
              <a:gd name="connsiteY13" fmla="*/ 360140 h 807756"/>
              <a:gd name="connsiteX14" fmla="*/ 315805 w 903640"/>
              <a:gd name="connsiteY14" fmla="*/ 337764 h 807756"/>
              <a:gd name="connsiteX15" fmla="*/ 373740 w 903640"/>
              <a:gd name="connsiteY15" fmla="*/ 287171 h 807756"/>
              <a:gd name="connsiteX16" fmla="*/ 385243 w 903640"/>
              <a:gd name="connsiteY16" fmla="*/ 283295 h 807756"/>
              <a:gd name="connsiteX17" fmla="*/ 750098 w 903640"/>
              <a:gd name="connsiteY17" fmla="*/ 10528 h 807756"/>
              <a:gd name="connsiteX18" fmla="*/ 721746 w 903640"/>
              <a:gd name="connsiteY18" fmla="*/ 97898 h 807756"/>
              <a:gd name="connsiteX19" fmla="*/ 735649 w 903640"/>
              <a:gd name="connsiteY19" fmla="*/ 171964 h 807756"/>
              <a:gd name="connsiteX20" fmla="*/ 751177 w 903640"/>
              <a:gd name="connsiteY20" fmla="*/ 182581 h 807756"/>
              <a:gd name="connsiteX21" fmla="*/ 825241 w 903640"/>
              <a:gd name="connsiteY21" fmla="*/ 168676 h 807756"/>
              <a:gd name="connsiteX22" fmla="*/ 879999 w 903640"/>
              <a:gd name="connsiteY22" fmla="*/ 88969 h 807756"/>
              <a:gd name="connsiteX23" fmla="*/ 886923 w 903640"/>
              <a:gd name="connsiteY23" fmla="*/ 260243 h 807756"/>
              <a:gd name="connsiteX24" fmla="*/ 698996 w 903640"/>
              <a:gd name="connsiteY24" fmla="*/ 297459 h 807756"/>
              <a:gd name="connsiteX25" fmla="*/ 584991 w 903640"/>
              <a:gd name="connsiteY25" fmla="*/ 411464 h 807756"/>
              <a:gd name="connsiteX26" fmla="*/ 508175 w 903640"/>
              <a:gd name="connsiteY26" fmla="*/ 334649 h 807756"/>
              <a:gd name="connsiteX27" fmla="*/ 624869 w 903640"/>
              <a:gd name="connsiteY27" fmla="*/ 217954 h 807756"/>
              <a:gd name="connsiteX28" fmla="*/ 646562 w 903640"/>
              <a:gd name="connsiteY28" fmla="*/ 67551 h 807756"/>
              <a:gd name="connsiteX29" fmla="*/ 750098 w 903640"/>
              <a:gd name="connsiteY29" fmla="*/ 10528 h 807756"/>
              <a:gd name="connsiteX30" fmla="*/ 436424 w 903640"/>
              <a:gd name="connsiteY30" fmla="*/ 0 h 807756"/>
              <a:gd name="connsiteX31" fmla="*/ 502673 w 903640"/>
              <a:gd name="connsiteY31" fmla="*/ 6680 h 807756"/>
              <a:gd name="connsiteX32" fmla="*/ 303303 w 903640"/>
              <a:gd name="connsiteY32" fmla="*/ 155027 h 807756"/>
              <a:gd name="connsiteX33" fmla="*/ 327213 w 903640"/>
              <a:gd name="connsiteY33" fmla="*/ 193122 h 807756"/>
              <a:gd name="connsiteX34" fmla="*/ 344028 w 903640"/>
              <a:gd name="connsiteY34" fmla="*/ 210932 h 807756"/>
              <a:gd name="connsiteX35" fmla="*/ 342965 w 903640"/>
              <a:gd name="connsiteY35" fmla="*/ 247892 h 807756"/>
              <a:gd name="connsiteX36" fmla="*/ 268487 w 903640"/>
              <a:gd name="connsiteY36" fmla="*/ 318210 h 807756"/>
              <a:gd name="connsiteX37" fmla="*/ 218552 w 903640"/>
              <a:gd name="connsiteY37" fmla="*/ 262980 h 807756"/>
              <a:gd name="connsiteX38" fmla="*/ 144896 w 903640"/>
              <a:gd name="connsiteY38" fmla="*/ 259271 h 807756"/>
              <a:gd name="connsiteX39" fmla="*/ 129881 w 903640"/>
              <a:gd name="connsiteY39" fmla="*/ 309995 h 807756"/>
              <a:gd name="connsiteX40" fmla="*/ 95665 w 903640"/>
              <a:gd name="connsiteY40" fmla="*/ 342299 h 807756"/>
              <a:gd name="connsiteX41" fmla="*/ 65155 w 903640"/>
              <a:gd name="connsiteY41" fmla="*/ 341422 h 807756"/>
              <a:gd name="connsiteX42" fmla="*/ 5889 w 903640"/>
              <a:gd name="connsiteY42" fmla="*/ 278649 h 807756"/>
              <a:gd name="connsiteX43" fmla="*/ 6766 w 903640"/>
              <a:gd name="connsiteY43" fmla="*/ 248139 h 807756"/>
              <a:gd name="connsiteX44" fmla="*/ 46714 w 903640"/>
              <a:gd name="connsiteY44" fmla="*/ 210422 h 807756"/>
              <a:gd name="connsiteX45" fmla="*/ 95213 w 903640"/>
              <a:gd name="connsiteY45" fmla="*/ 201977 h 807756"/>
              <a:gd name="connsiteX46" fmla="*/ 95213 w 903640"/>
              <a:gd name="connsiteY46" fmla="*/ 201978 h 807756"/>
              <a:gd name="connsiteX47" fmla="*/ 110620 w 903640"/>
              <a:gd name="connsiteY47" fmla="*/ 149490 h 807756"/>
              <a:gd name="connsiteX48" fmla="*/ 317711 w 903640"/>
              <a:gd name="connsiteY48" fmla="*/ 14451 h 807756"/>
              <a:gd name="connsiteX49" fmla="*/ 325989 w 903640"/>
              <a:gd name="connsiteY49" fmla="*/ 11882 h 807756"/>
              <a:gd name="connsiteX50" fmla="*/ 333455 w 903640"/>
              <a:gd name="connsiteY50" fmla="*/ 10381 h 807756"/>
              <a:gd name="connsiteX51" fmla="*/ 436424 w 903640"/>
              <a:gd name="connsiteY51" fmla="*/ 0 h 807756"/>
              <a:gd name="connsiteX0" fmla="*/ 344566 w 902667"/>
              <a:gd name="connsiteY0" fmla="*/ 498258 h 807756"/>
              <a:gd name="connsiteX1" fmla="*/ 421381 w 902667"/>
              <a:gd name="connsiteY1" fmla="*/ 575074 h 807756"/>
              <a:gd name="connsiteX2" fmla="*/ 193343 w 902667"/>
              <a:gd name="connsiteY2" fmla="*/ 803113 h 807756"/>
              <a:gd name="connsiteX3" fmla="*/ 170915 w 902667"/>
              <a:gd name="connsiteY3" fmla="*/ 803112 h 807756"/>
              <a:gd name="connsiteX4" fmla="*/ 116528 w 902667"/>
              <a:gd name="connsiteY4" fmla="*/ 748725 h 807756"/>
              <a:gd name="connsiteX5" fmla="*/ 116528 w 902667"/>
              <a:gd name="connsiteY5" fmla="*/ 726296 h 807756"/>
              <a:gd name="connsiteX6" fmla="*/ 344566 w 902667"/>
              <a:gd name="connsiteY6" fmla="*/ 498258 h 807756"/>
              <a:gd name="connsiteX7" fmla="*/ 385243 w 902667"/>
              <a:gd name="connsiteY7" fmla="*/ 283295 h 807756"/>
              <a:gd name="connsiteX8" fmla="*/ 396118 w 902667"/>
              <a:gd name="connsiteY8" fmla="*/ 288687 h 807756"/>
              <a:gd name="connsiteX9" fmla="*/ 776176 w 902667"/>
              <a:gd name="connsiteY9" fmla="*/ 723918 h 807756"/>
              <a:gd name="connsiteX10" fmla="*/ 774662 w 902667"/>
              <a:gd name="connsiteY10" fmla="*/ 746296 h 807756"/>
              <a:gd name="connsiteX11" fmla="*/ 716726 w 902667"/>
              <a:gd name="connsiteY11" fmla="*/ 796887 h 807756"/>
              <a:gd name="connsiteX12" fmla="*/ 694349 w 902667"/>
              <a:gd name="connsiteY12" fmla="*/ 795372 h 807756"/>
              <a:gd name="connsiteX13" fmla="*/ 314290 w 902667"/>
              <a:gd name="connsiteY13" fmla="*/ 360140 h 807756"/>
              <a:gd name="connsiteX14" fmla="*/ 315805 w 902667"/>
              <a:gd name="connsiteY14" fmla="*/ 337764 h 807756"/>
              <a:gd name="connsiteX15" fmla="*/ 373740 w 902667"/>
              <a:gd name="connsiteY15" fmla="*/ 287171 h 807756"/>
              <a:gd name="connsiteX16" fmla="*/ 385243 w 902667"/>
              <a:gd name="connsiteY16" fmla="*/ 283295 h 807756"/>
              <a:gd name="connsiteX17" fmla="*/ 750098 w 902667"/>
              <a:gd name="connsiteY17" fmla="*/ 10528 h 807756"/>
              <a:gd name="connsiteX18" fmla="*/ 721746 w 902667"/>
              <a:gd name="connsiteY18" fmla="*/ 97898 h 807756"/>
              <a:gd name="connsiteX19" fmla="*/ 735649 w 902667"/>
              <a:gd name="connsiteY19" fmla="*/ 171964 h 807756"/>
              <a:gd name="connsiteX20" fmla="*/ 751177 w 902667"/>
              <a:gd name="connsiteY20" fmla="*/ 182581 h 807756"/>
              <a:gd name="connsiteX21" fmla="*/ 825241 w 902667"/>
              <a:gd name="connsiteY21" fmla="*/ 168676 h 807756"/>
              <a:gd name="connsiteX22" fmla="*/ 879999 w 902667"/>
              <a:gd name="connsiteY22" fmla="*/ 88969 h 807756"/>
              <a:gd name="connsiteX23" fmla="*/ 886923 w 902667"/>
              <a:gd name="connsiteY23" fmla="*/ 260243 h 807756"/>
              <a:gd name="connsiteX24" fmla="*/ 698996 w 902667"/>
              <a:gd name="connsiteY24" fmla="*/ 297459 h 807756"/>
              <a:gd name="connsiteX25" fmla="*/ 584991 w 902667"/>
              <a:gd name="connsiteY25" fmla="*/ 411464 h 807756"/>
              <a:gd name="connsiteX26" fmla="*/ 508175 w 902667"/>
              <a:gd name="connsiteY26" fmla="*/ 334649 h 807756"/>
              <a:gd name="connsiteX27" fmla="*/ 624869 w 902667"/>
              <a:gd name="connsiteY27" fmla="*/ 217954 h 807756"/>
              <a:gd name="connsiteX28" fmla="*/ 646562 w 902667"/>
              <a:gd name="connsiteY28" fmla="*/ 67551 h 807756"/>
              <a:gd name="connsiteX29" fmla="*/ 750098 w 902667"/>
              <a:gd name="connsiteY29" fmla="*/ 10528 h 807756"/>
              <a:gd name="connsiteX30" fmla="*/ 436424 w 902667"/>
              <a:gd name="connsiteY30" fmla="*/ 0 h 807756"/>
              <a:gd name="connsiteX31" fmla="*/ 502673 w 902667"/>
              <a:gd name="connsiteY31" fmla="*/ 6680 h 807756"/>
              <a:gd name="connsiteX32" fmla="*/ 303303 w 902667"/>
              <a:gd name="connsiteY32" fmla="*/ 155027 h 807756"/>
              <a:gd name="connsiteX33" fmla="*/ 327213 w 902667"/>
              <a:gd name="connsiteY33" fmla="*/ 193122 h 807756"/>
              <a:gd name="connsiteX34" fmla="*/ 344028 w 902667"/>
              <a:gd name="connsiteY34" fmla="*/ 210932 h 807756"/>
              <a:gd name="connsiteX35" fmla="*/ 342965 w 902667"/>
              <a:gd name="connsiteY35" fmla="*/ 247892 h 807756"/>
              <a:gd name="connsiteX36" fmla="*/ 268487 w 902667"/>
              <a:gd name="connsiteY36" fmla="*/ 318210 h 807756"/>
              <a:gd name="connsiteX37" fmla="*/ 218552 w 902667"/>
              <a:gd name="connsiteY37" fmla="*/ 262980 h 807756"/>
              <a:gd name="connsiteX38" fmla="*/ 144896 w 902667"/>
              <a:gd name="connsiteY38" fmla="*/ 259271 h 807756"/>
              <a:gd name="connsiteX39" fmla="*/ 129881 w 902667"/>
              <a:gd name="connsiteY39" fmla="*/ 309995 h 807756"/>
              <a:gd name="connsiteX40" fmla="*/ 95665 w 902667"/>
              <a:gd name="connsiteY40" fmla="*/ 342299 h 807756"/>
              <a:gd name="connsiteX41" fmla="*/ 65155 w 902667"/>
              <a:gd name="connsiteY41" fmla="*/ 341422 h 807756"/>
              <a:gd name="connsiteX42" fmla="*/ 5889 w 902667"/>
              <a:gd name="connsiteY42" fmla="*/ 278649 h 807756"/>
              <a:gd name="connsiteX43" fmla="*/ 6766 w 902667"/>
              <a:gd name="connsiteY43" fmla="*/ 248139 h 807756"/>
              <a:gd name="connsiteX44" fmla="*/ 46714 w 902667"/>
              <a:gd name="connsiteY44" fmla="*/ 210422 h 807756"/>
              <a:gd name="connsiteX45" fmla="*/ 95213 w 902667"/>
              <a:gd name="connsiteY45" fmla="*/ 201977 h 807756"/>
              <a:gd name="connsiteX46" fmla="*/ 95213 w 902667"/>
              <a:gd name="connsiteY46" fmla="*/ 201978 h 807756"/>
              <a:gd name="connsiteX47" fmla="*/ 110620 w 902667"/>
              <a:gd name="connsiteY47" fmla="*/ 149490 h 807756"/>
              <a:gd name="connsiteX48" fmla="*/ 317711 w 902667"/>
              <a:gd name="connsiteY48" fmla="*/ 14451 h 807756"/>
              <a:gd name="connsiteX49" fmla="*/ 325989 w 902667"/>
              <a:gd name="connsiteY49" fmla="*/ 11882 h 807756"/>
              <a:gd name="connsiteX50" fmla="*/ 333455 w 902667"/>
              <a:gd name="connsiteY50" fmla="*/ 10381 h 807756"/>
              <a:gd name="connsiteX51" fmla="*/ 436424 w 902667"/>
              <a:gd name="connsiteY51" fmla="*/ 0 h 807756"/>
              <a:gd name="connsiteX0" fmla="*/ 344566 w 899900"/>
              <a:gd name="connsiteY0" fmla="*/ 498258 h 807756"/>
              <a:gd name="connsiteX1" fmla="*/ 421381 w 899900"/>
              <a:gd name="connsiteY1" fmla="*/ 575074 h 807756"/>
              <a:gd name="connsiteX2" fmla="*/ 193343 w 899900"/>
              <a:gd name="connsiteY2" fmla="*/ 803113 h 807756"/>
              <a:gd name="connsiteX3" fmla="*/ 170915 w 899900"/>
              <a:gd name="connsiteY3" fmla="*/ 803112 h 807756"/>
              <a:gd name="connsiteX4" fmla="*/ 116528 w 899900"/>
              <a:gd name="connsiteY4" fmla="*/ 748725 h 807756"/>
              <a:gd name="connsiteX5" fmla="*/ 116528 w 899900"/>
              <a:gd name="connsiteY5" fmla="*/ 726296 h 807756"/>
              <a:gd name="connsiteX6" fmla="*/ 344566 w 899900"/>
              <a:gd name="connsiteY6" fmla="*/ 498258 h 807756"/>
              <a:gd name="connsiteX7" fmla="*/ 385243 w 899900"/>
              <a:gd name="connsiteY7" fmla="*/ 283295 h 807756"/>
              <a:gd name="connsiteX8" fmla="*/ 396118 w 899900"/>
              <a:gd name="connsiteY8" fmla="*/ 288687 h 807756"/>
              <a:gd name="connsiteX9" fmla="*/ 776176 w 899900"/>
              <a:gd name="connsiteY9" fmla="*/ 723918 h 807756"/>
              <a:gd name="connsiteX10" fmla="*/ 774662 w 899900"/>
              <a:gd name="connsiteY10" fmla="*/ 746296 h 807756"/>
              <a:gd name="connsiteX11" fmla="*/ 716726 w 899900"/>
              <a:gd name="connsiteY11" fmla="*/ 796887 h 807756"/>
              <a:gd name="connsiteX12" fmla="*/ 694349 w 899900"/>
              <a:gd name="connsiteY12" fmla="*/ 795372 h 807756"/>
              <a:gd name="connsiteX13" fmla="*/ 314290 w 899900"/>
              <a:gd name="connsiteY13" fmla="*/ 360140 h 807756"/>
              <a:gd name="connsiteX14" fmla="*/ 315805 w 899900"/>
              <a:gd name="connsiteY14" fmla="*/ 337764 h 807756"/>
              <a:gd name="connsiteX15" fmla="*/ 373740 w 899900"/>
              <a:gd name="connsiteY15" fmla="*/ 287171 h 807756"/>
              <a:gd name="connsiteX16" fmla="*/ 385243 w 899900"/>
              <a:gd name="connsiteY16" fmla="*/ 283295 h 807756"/>
              <a:gd name="connsiteX17" fmla="*/ 750098 w 899900"/>
              <a:gd name="connsiteY17" fmla="*/ 10528 h 807756"/>
              <a:gd name="connsiteX18" fmla="*/ 721746 w 899900"/>
              <a:gd name="connsiteY18" fmla="*/ 97898 h 807756"/>
              <a:gd name="connsiteX19" fmla="*/ 735649 w 899900"/>
              <a:gd name="connsiteY19" fmla="*/ 171964 h 807756"/>
              <a:gd name="connsiteX20" fmla="*/ 751177 w 899900"/>
              <a:gd name="connsiteY20" fmla="*/ 182581 h 807756"/>
              <a:gd name="connsiteX21" fmla="*/ 825241 w 899900"/>
              <a:gd name="connsiteY21" fmla="*/ 168676 h 807756"/>
              <a:gd name="connsiteX22" fmla="*/ 879999 w 899900"/>
              <a:gd name="connsiteY22" fmla="*/ 88969 h 807756"/>
              <a:gd name="connsiteX23" fmla="*/ 879780 w 899900"/>
              <a:gd name="connsiteY23" fmla="*/ 262624 h 807756"/>
              <a:gd name="connsiteX24" fmla="*/ 698996 w 899900"/>
              <a:gd name="connsiteY24" fmla="*/ 297459 h 807756"/>
              <a:gd name="connsiteX25" fmla="*/ 584991 w 899900"/>
              <a:gd name="connsiteY25" fmla="*/ 411464 h 807756"/>
              <a:gd name="connsiteX26" fmla="*/ 508175 w 899900"/>
              <a:gd name="connsiteY26" fmla="*/ 334649 h 807756"/>
              <a:gd name="connsiteX27" fmla="*/ 624869 w 899900"/>
              <a:gd name="connsiteY27" fmla="*/ 217954 h 807756"/>
              <a:gd name="connsiteX28" fmla="*/ 646562 w 899900"/>
              <a:gd name="connsiteY28" fmla="*/ 67551 h 807756"/>
              <a:gd name="connsiteX29" fmla="*/ 750098 w 899900"/>
              <a:gd name="connsiteY29" fmla="*/ 10528 h 807756"/>
              <a:gd name="connsiteX30" fmla="*/ 436424 w 899900"/>
              <a:gd name="connsiteY30" fmla="*/ 0 h 807756"/>
              <a:gd name="connsiteX31" fmla="*/ 502673 w 899900"/>
              <a:gd name="connsiteY31" fmla="*/ 6680 h 807756"/>
              <a:gd name="connsiteX32" fmla="*/ 303303 w 899900"/>
              <a:gd name="connsiteY32" fmla="*/ 155027 h 807756"/>
              <a:gd name="connsiteX33" fmla="*/ 327213 w 899900"/>
              <a:gd name="connsiteY33" fmla="*/ 193122 h 807756"/>
              <a:gd name="connsiteX34" fmla="*/ 344028 w 899900"/>
              <a:gd name="connsiteY34" fmla="*/ 210932 h 807756"/>
              <a:gd name="connsiteX35" fmla="*/ 342965 w 899900"/>
              <a:gd name="connsiteY35" fmla="*/ 247892 h 807756"/>
              <a:gd name="connsiteX36" fmla="*/ 268487 w 899900"/>
              <a:gd name="connsiteY36" fmla="*/ 318210 h 807756"/>
              <a:gd name="connsiteX37" fmla="*/ 218552 w 899900"/>
              <a:gd name="connsiteY37" fmla="*/ 262980 h 807756"/>
              <a:gd name="connsiteX38" fmla="*/ 144896 w 899900"/>
              <a:gd name="connsiteY38" fmla="*/ 259271 h 807756"/>
              <a:gd name="connsiteX39" fmla="*/ 129881 w 899900"/>
              <a:gd name="connsiteY39" fmla="*/ 309995 h 807756"/>
              <a:gd name="connsiteX40" fmla="*/ 95665 w 899900"/>
              <a:gd name="connsiteY40" fmla="*/ 342299 h 807756"/>
              <a:gd name="connsiteX41" fmla="*/ 65155 w 899900"/>
              <a:gd name="connsiteY41" fmla="*/ 341422 h 807756"/>
              <a:gd name="connsiteX42" fmla="*/ 5889 w 899900"/>
              <a:gd name="connsiteY42" fmla="*/ 278649 h 807756"/>
              <a:gd name="connsiteX43" fmla="*/ 6766 w 899900"/>
              <a:gd name="connsiteY43" fmla="*/ 248139 h 807756"/>
              <a:gd name="connsiteX44" fmla="*/ 46714 w 899900"/>
              <a:gd name="connsiteY44" fmla="*/ 210422 h 807756"/>
              <a:gd name="connsiteX45" fmla="*/ 95213 w 899900"/>
              <a:gd name="connsiteY45" fmla="*/ 201977 h 807756"/>
              <a:gd name="connsiteX46" fmla="*/ 95213 w 899900"/>
              <a:gd name="connsiteY46" fmla="*/ 201978 h 807756"/>
              <a:gd name="connsiteX47" fmla="*/ 110620 w 899900"/>
              <a:gd name="connsiteY47" fmla="*/ 149490 h 807756"/>
              <a:gd name="connsiteX48" fmla="*/ 317711 w 899900"/>
              <a:gd name="connsiteY48" fmla="*/ 14451 h 807756"/>
              <a:gd name="connsiteX49" fmla="*/ 325989 w 899900"/>
              <a:gd name="connsiteY49" fmla="*/ 11882 h 807756"/>
              <a:gd name="connsiteX50" fmla="*/ 333455 w 899900"/>
              <a:gd name="connsiteY50" fmla="*/ 10381 h 807756"/>
              <a:gd name="connsiteX51" fmla="*/ 436424 w 899900"/>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624869 w 901308"/>
              <a:gd name="connsiteY27" fmla="*/ 217954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624869 w 901308"/>
              <a:gd name="connsiteY27" fmla="*/ 217954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598675 w 901308"/>
              <a:gd name="connsiteY27" fmla="*/ 244147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98996 w 901308"/>
              <a:gd name="connsiteY24" fmla="*/ 297459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 name="connsiteX0" fmla="*/ 344566 w 901308"/>
              <a:gd name="connsiteY0" fmla="*/ 498258 h 807756"/>
              <a:gd name="connsiteX1" fmla="*/ 421381 w 901308"/>
              <a:gd name="connsiteY1" fmla="*/ 575074 h 807756"/>
              <a:gd name="connsiteX2" fmla="*/ 193343 w 901308"/>
              <a:gd name="connsiteY2" fmla="*/ 803113 h 807756"/>
              <a:gd name="connsiteX3" fmla="*/ 170915 w 901308"/>
              <a:gd name="connsiteY3" fmla="*/ 803112 h 807756"/>
              <a:gd name="connsiteX4" fmla="*/ 116528 w 901308"/>
              <a:gd name="connsiteY4" fmla="*/ 748725 h 807756"/>
              <a:gd name="connsiteX5" fmla="*/ 116528 w 901308"/>
              <a:gd name="connsiteY5" fmla="*/ 726296 h 807756"/>
              <a:gd name="connsiteX6" fmla="*/ 344566 w 901308"/>
              <a:gd name="connsiteY6" fmla="*/ 498258 h 807756"/>
              <a:gd name="connsiteX7" fmla="*/ 385243 w 901308"/>
              <a:gd name="connsiteY7" fmla="*/ 283295 h 807756"/>
              <a:gd name="connsiteX8" fmla="*/ 396118 w 901308"/>
              <a:gd name="connsiteY8" fmla="*/ 288687 h 807756"/>
              <a:gd name="connsiteX9" fmla="*/ 776176 w 901308"/>
              <a:gd name="connsiteY9" fmla="*/ 723918 h 807756"/>
              <a:gd name="connsiteX10" fmla="*/ 774662 w 901308"/>
              <a:gd name="connsiteY10" fmla="*/ 746296 h 807756"/>
              <a:gd name="connsiteX11" fmla="*/ 716726 w 901308"/>
              <a:gd name="connsiteY11" fmla="*/ 796887 h 807756"/>
              <a:gd name="connsiteX12" fmla="*/ 694349 w 901308"/>
              <a:gd name="connsiteY12" fmla="*/ 795372 h 807756"/>
              <a:gd name="connsiteX13" fmla="*/ 314290 w 901308"/>
              <a:gd name="connsiteY13" fmla="*/ 360140 h 807756"/>
              <a:gd name="connsiteX14" fmla="*/ 315805 w 901308"/>
              <a:gd name="connsiteY14" fmla="*/ 337764 h 807756"/>
              <a:gd name="connsiteX15" fmla="*/ 373740 w 901308"/>
              <a:gd name="connsiteY15" fmla="*/ 287171 h 807756"/>
              <a:gd name="connsiteX16" fmla="*/ 385243 w 901308"/>
              <a:gd name="connsiteY16" fmla="*/ 283295 h 807756"/>
              <a:gd name="connsiteX17" fmla="*/ 750098 w 901308"/>
              <a:gd name="connsiteY17" fmla="*/ 10528 h 807756"/>
              <a:gd name="connsiteX18" fmla="*/ 721746 w 901308"/>
              <a:gd name="connsiteY18" fmla="*/ 97898 h 807756"/>
              <a:gd name="connsiteX19" fmla="*/ 735649 w 901308"/>
              <a:gd name="connsiteY19" fmla="*/ 171964 h 807756"/>
              <a:gd name="connsiteX20" fmla="*/ 751177 w 901308"/>
              <a:gd name="connsiteY20" fmla="*/ 182581 h 807756"/>
              <a:gd name="connsiteX21" fmla="*/ 825241 w 901308"/>
              <a:gd name="connsiteY21" fmla="*/ 168676 h 807756"/>
              <a:gd name="connsiteX22" fmla="*/ 879999 w 901308"/>
              <a:gd name="connsiteY22" fmla="*/ 88969 h 807756"/>
              <a:gd name="connsiteX23" fmla="*/ 879780 w 901308"/>
              <a:gd name="connsiteY23" fmla="*/ 262624 h 807756"/>
              <a:gd name="connsiteX24" fmla="*/ 668040 w 901308"/>
              <a:gd name="connsiteY24" fmla="*/ 328415 h 807756"/>
              <a:gd name="connsiteX25" fmla="*/ 584991 w 901308"/>
              <a:gd name="connsiteY25" fmla="*/ 411464 h 807756"/>
              <a:gd name="connsiteX26" fmla="*/ 508175 w 901308"/>
              <a:gd name="connsiteY26" fmla="*/ 334649 h 807756"/>
              <a:gd name="connsiteX27" fmla="*/ 584387 w 901308"/>
              <a:gd name="connsiteY27" fmla="*/ 260816 h 807756"/>
              <a:gd name="connsiteX28" fmla="*/ 646562 w 901308"/>
              <a:gd name="connsiteY28" fmla="*/ 67551 h 807756"/>
              <a:gd name="connsiteX29" fmla="*/ 750098 w 901308"/>
              <a:gd name="connsiteY29" fmla="*/ 10528 h 807756"/>
              <a:gd name="connsiteX30" fmla="*/ 436424 w 901308"/>
              <a:gd name="connsiteY30" fmla="*/ 0 h 807756"/>
              <a:gd name="connsiteX31" fmla="*/ 502673 w 901308"/>
              <a:gd name="connsiteY31" fmla="*/ 6680 h 807756"/>
              <a:gd name="connsiteX32" fmla="*/ 303303 w 901308"/>
              <a:gd name="connsiteY32" fmla="*/ 155027 h 807756"/>
              <a:gd name="connsiteX33" fmla="*/ 327213 w 901308"/>
              <a:gd name="connsiteY33" fmla="*/ 193122 h 807756"/>
              <a:gd name="connsiteX34" fmla="*/ 344028 w 901308"/>
              <a:gd name="connsiteY34" fmla="*/ 210932 h 807756"/>
              <a:gd name="connsiteX35" fmla="*/ 342965 w 901308"/>
              <a:gd name="connsiteY35" fmla="*/ 247892 h 807756"/>
              <a:gd name="connsiteX36" fmla="*/ 268487 w 901308"/>
              <a:gd name="connsiteY36" fmla="*/ 318210 h 807756"/>
              <a:gd name="connsiteX37" fmla="*/ 218552 w 901308"/>
              <a:gd name="connsiteY37" fmla="*/ 262980 h 807756"/>
              <a:gd name="connsiteX38" fmla="*/ 144896 w 901308"/>
              <a:gd name="connsiteY38" fmla="*/ 259271 h 807756"/>
              <a:gd name="connsiteX39" fmla="*/ 129881 w 901308"/>
              <a:gd name="connsiteY39" fmla="*/ 309995 h 807756"/>
              <a:gd name="connsiteX40" fmla="*/ 95665 w 901308"/>
              <a:gd name="connsiteY40" fmla="*/ 342299 h 807756"/>
              <a:gd name="connsiteX41" fmla="*/ 65155 w 901308"/>
              <a:gd name="connsiteY41" fmla="*/ 341422 h 807756"/>
              <a:gd name="connsiteX42" fmla="*/ 5889 w 901308"/>
              <a:gd name="connsiteY42" fmla="*/ 278649 h 807756"/>
              <a:gd name="connsiteX43" fmla="*/ 6766 w 901308"/>
              <a:gd name="connsiteY43" fmla="*/ 248139 h 807756"/>
              <a:gd name="connsiteX44" fmla="*/ 46714 w 901308"/>
              <a:gd name="connsiteY44" fmla="*/ 210422 h 807756"/>
              <a:gd name="connsiteX45" fmla="*/ 95213 w 901308"/>
              <a:gd name="connsiteY45" fmla="*/ 201977 h 807756"/>
              <a:gd name="connsiteX46" fmla="*/ 95213 w 901308"/>
              <a:gd name="connsiteY46" fmla="*/ 201978 h 807756"/>
              <a:gd name="connsiteX47" fmla="*/ 110620 w 901308"/>
              <a:gd name="connsiteY47" fmla="*/ 149490 h 807756"/>
              <a:gd name="connsiteX48" fmla="*/ 317711 w 901308"/>
              <a:gd name="connsiteY48" fmla="*/ 14451 h 807756"/>
              <a:gd name="connsiteX49" fmla="*/ 325989 w 901308"/>
              <a:gd name="connsiteY49" fmla="*/ 11882 h 807756"/>
              <a:gd name="connsiteX50" fmla="*/ 333455 w 901308"/>
              <a:gd name="connsiteY50" fmla="*/ 10381 h 807756"/>
              <a:gd name="connsiteX51" fmla="*/ 436424 w 901308"/>
              <a:gd name="connsiteY51" fmla="*/ 0 h 807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901308" h="807756">
                <a:moveTo>
                  <a:pt x="344566" y="498258"/>
                </a:moveTo>
                <a:lnTo>
                  <a:pt x="421381" y="575074"/>
                </a:lnTo>
                <a:lnTo>
                  <a:pt x="193343" y="803113"/>
                </a:lnTo>
                <a:cubicBezTo>
                  <a:pt x="187149" y="809305"/>
                  <a:pt x="177109" y="809305"/>
                  <a:pt x="170915" y="803112"/>
                </a:cubicBezTo>
                <a:lnTo>
                  <a:pt x="116528" y="748725"/>
                </a:lnTo>
                <a:cubicBezTo>
                  <a:pt x="110333" y="742531"/>
                  <a:pt x="110334" y="732489"/>
                  <a:pt x="116528" y="726296"/>
                </a:cubicBezTo>
                <a:lnTo>
                  <a:pt x="344566" y="498258"/>
                </a:lnTo>
                <a:close/>
                <a:moveTo>
                  <a:pt x="385243" y="283295"/>
                </a:moveTo>
                <a:cubicBezTo>
                  <a:pt x="389292" y="283569"/>
                  <a:pt x="393237" y="285387"/>
                  <a:pt x="396118" y="288687"/>
                </a:cubicBezTo>
                <a:lnTo>
                  <a:pt x="776176" y="723918"/>
                </a:lnTo>
                <a:cubicBezTo>
                  <a:pt x="781937" y="730516"/>
                  <a:pt x="781259" y="740535"/>
                  <a:pt x="774662" y="746296"/>
                </a:cubicBezTo>
                <a:lnTo>
                  <a:pt x="716726" y="796887"/>
                </a:lnTo>
                <a:cubicBezTo>
                  <a:pt x="710128" y="802648"/>
                  <a:pt x="700111" y="801970"/>
                  <a:pt x="694349" y="795372"/>
                </a:cubicBezTo>
                <a:lnTo>
                  <a:pt x="314290" y="360140"/>
                </a:lnTo>
                <a:cubicBezTo>
                  <a:pt x="308529" y="353542"/>
                  <a:pt x="309207" y="343525"/>
                  <a:pt x="315805" y="337764"/>
                </a:cubicBezTo>
                <a:lnTo>
                  <a:pt x="373740" y="287171"/>
                </a:lnTo>
                <a:cubicBezTo>
                  <a:pt x="377040" y="284292"/>
                  <a:pt x="381193" y="283020"/>
                  <a:pt x="385243" y="283295"/>
                </a:cubicBezTo>
                <a:close/>
                <a:moveTo>
                  <a:pt x="750098" y="10528"/>
                </a:moveTo>
                <a:cubicBezTo>
                  <a:pt x="800729" y="17967"/>
                  <a:pt x="724155" y="70992"/>
                  <a:pt x="721746" y="97898"/>
                </a:cubicBezTo>
                <a:cubicBezTo>
                  <a:pt x="705132" y="122190"/>
                  <a:pt x="711358" y="155349"/>
                  <a:pt x="735649" y="171964"/>
                </a:cubicBezTo>
                <a:lnTo>
                  <a:pt x="751177" y="182581"/>
                </a:lnTo>
                <a:cubicBezTo>
                  <a:pt x="775469" y="199195"/>
                  <a:pt x="808628" y="192970"/>
                  <a:pt x="825241" y="168676"/>
                </a:cubicBezTo>
                <a:lnTo>
                  <a:pt x="879999" y="88969"/>
                </a:lnTo>
                <a:cubicBezTo>
                  <a:pt x="917209" y="75512"/>
                  <a:pt x="898092" y="241950"/>
                  <a:pt x="879780" y="262624"/>
                </a:cubicBezTo>
                <a:cubicBezTo>
                  <a:pt x="842303" y="356866"/>
                  <a:pt x="721747" y="284161"/>
                  <a:pt x="668040" y="328415"/>
                </a:cubicBezTo>
                <a:lnTo>
                  <a:pt x="584991" y="411464"/>
                </a:lnTo>
                <a:lnTo>
                  <a:pt x="508175" y="334649"/>
                </a:lnTo>
                <a:lnTo>
                  <a:pt x="584387" y="260816"/>
                </a:lnTo>
                <a:cubicBezTo>
                  <a:pt x="620517" y="236178"/>
                  <a:pt x="596811" y="109407"/>
                  <a:pt x="646562" y="67551"/>
                </a:cubicBezTo>
                <a:cubicBezTo>
                  <a:pt x="675631" y="46167"/>
                  <a:pt x="715626" y="29196"/>
                  <a:pt x="750098" y="10528"/>
                </a:cubicBezTo>
                <a:close/>
                <a:moveTo>
                  <a:pt x="436424" y="0"/>
                </a:moveTo>
                <a:lnTo>
                  <a:pt x="502673" y="6680"/>
                </a:lnTo>
                <a:cubicBezTo>
                  <a:pt x="375458" y="60494"/>
                  <a:pt x="310216" y="100806"/>
                  <a:pt x="303303" y="155027"/>
                </a:cubicBezTo>
                <a:cubicBezTo>
                  <a:pt x="316742" y="191889"/>
                  <a:pt x="320426" y="183805"/>
                  <a:pt x="327213" y="193122"/>
                </a:cubicBezTo>
                <a:lnTo>
                  <a:pt x="344028" y="210932"/>
                </a:lnTo>
                <a:cubicBezTo>
                  <a:pt x="353941" y="221431"/>
                  <a:pt x="353465" y="237979"/>
                  <a:pt x="342965" y="247892"/>
                </a:cubicBezTo>
                <a:lnTo>
                  <a:pt x="268487" y="318210"/>
                </a:lnTo>
                <a:lnTo>
                  <a:pt x="218552" y="262980"/>
                </a:lnTo>
                <a:cubicBezTo>
                  <a:pt x="199237" y="241616"/>
                  <a:pt x="166260" y="239956"/>
                  <a:pt x="144896" y="259271"/>
                </a:cubicBezTo>
                <a:cubicBezTo>
                  <a:pt x="130236" y="272526"/>
                  <a:pt x="124854" y="292214"/>
                  <a:pt x="129881" y="309995"/>
                </a:cubicBezTo>
                <a:lnTo>
                  <a:pt x="95665" y="342299"/>
                </a:lnTo>
                <a:cubicBezTo>
                  <a:pt x="86998" y="350482"/>
                  <a:pt x="73338" y="350089"/>
                  <a:pt x="65155" y="341422"/>
                </a:cubicBezTo>
                <a:lnTo>
                  <a:pt x="5889" y="278649"/>
                </a:lnTo>
                <a:cubicBezTo>
                  <a:pt x="-2294" y="269982"/>
                  <a:pt x="-1902" y="256322"/>
                  <a:pt x="6766" y="248139"/>
                </a:cubicBezTo>
                <a:lnTo>
                  <a:pt x="46714" y="210422"/>
                </a:lnTo>
                <a:cubicBezTo>
                  <a:pt x="62558" y="218754"/>
                  <a:pt x="81525" y="214900"/>
                  <a:pt x="95213" y="201977"/>
                </a:cubicBezTo>
                <a:lnTo>
                  <a:pt x="95213" y="201978"/>
                </a:lnTo>
                <a:cubicBezTo>
                  <a:pt x="112724" y="185446"/>
                  <a:pt x="123057" y="168960"/>
                  <a:pt x="110620" y="149490"/>
                </a:cubicBezTo>
                <a:cubicBezTo>
                  <a:pt x="147550" y="118498"/>
                  <a:pt x="259963" y="41118"/>
                  <a:pt x="317711" y="14451"/>
                </a:cubicBezTo>
                <a:lnTo>
                  <a:pt x="325989" y="11882"/>
                </a:lnTo>
                <a:lnTo>
                  <a:pt x="333455" y="10381"/>
                </a:lnTo>
                <a:cubicBezTo>
                  <a:pt x="366714" y="3442"/>
                  <a:pt x="401167" y="1"/>
                  <a:pt x="436424"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円/楕円 34"/>
          <p:cNvSpPr>
            <a:spLocks noChangeAspect="1"/>
          </p:cNvSpPr>
          <p:nvPr/>
        </p:nvSpPr>
        <p:spPr bwMode="gray">
          <a:xfrm>
            <a:off x="8005217" y="1715919"/>
            <a:ext cx="830060" cy="764997"/>
          </a:xfrm>
          <a:custGeom>
            <a:avLst/>
            <a:gdLst/>
            <a:ahLst/>
            <a:cxnLst/>
            <a:rect l="l" t="t" r="r" b="b"/>
            <a:pathLst>
              <a:path w="899232" h="828747">
                <a:moveTo>
                  <a:pt x="217293" y="481605"/>
                </a:moveTo>
                <a:lnTo>
                  <a:pt x="190794" y="554939"/>
                </a:lnTo>
                <a:cubicBezTo>
                  <a:pt x="258102" y="617603"/>
                  <a:pt x="349882" y="655724"/>
                  <a:pt x="450921" y="655724"/>
                </a:cubicBezTo>
                <a:cubicBezTo>
                  <a:pt x="551308" y="655724"/>
                  <a:pt x="642555" y="618093"/>
                  <a:pt x="709653" y="556046"/>
                </a:cubicBezTo>
                <a:lnTo>
                  <a:pt x="683486" y="483631"/>
                </a:lnTo>
                <a:lnTo>
                  <a:pt x="880918" y="560347"/>
                </a:lnTo>
                <a:cubicBezTo>
                  <a:pt x="910054" y="583056"/>
                  <a:pt x="899287" y="615292"/>
                  <a:pt x="883930" y="631560"/>
                </a:cubicBezTo>
                <a:lnTo>
                  <a:pt x="515647" y="822942"/>
                </a:lnTo>
                <a:cubicBezTo>
                  <a:pt x="494811" y="827590"/>
                  <a:pt x="473347" y="828747"/>
                  <a:pt x="451582" y="828747"/>
                </a:cubicBezTo>
                <a:lnTo>
                  <a:pt x="387517" y="822942"/>
                </a:lnTo>
                <a:lnTo>
                  <a:pt x="19234" y="631560"/>
                </a:lnTo>
                <a:cubicBezTo>
                  <a:pt x="1869" y="623173"/>
                  <a:pt x="-20258" y="581446"/>
                  <a:pt x="36196" y="549246"/>
                </a:cubicBezTo>
                <a:close/>
                <a:moveTo>
                  <a:pt x="289673" y="279619"/>
                </a:moveTo>
                <a:cubicBezTo>
                  <a:pt x="331964" y="319554"/>
                  <a:pt x="388445" y="343351"/>
                  <a:pt x="450314" y="343351"/>
                </a:cubicBezTo>
                <a:cubicBezTo>
                  <a:pt x="511542" y="343351"/>
                  <a:pt x="567492" y="320046"/>
                  <a:pt x="609582" y="280788"/>
                </a:cubicBezTo>
                <a:lnTo>
                  <a:pt x="664595" y="433031"/>
                </a:lnTo>
                <a:cubicBezTo>
                  <a:pt x="609542" y="485413"/>
                  <a:pt x="533835" y="517613"/>
                  <a:pt x="450314" y="517613"/>
                </a:cubicBezTo>
                <a:cubicBezTo>
                  <a:pt x="366142" y="517613"/>
                  <a:pt x="289907" y="484910"/>
                  <a:pt x="234638" y="431924"/>
                </a:cubicBezTo>
                <a:close/>
                <a:moveTo>
                  <a:pt x="450288" y="0"/>
                </a:moveTo>
                <a:cubicBezTo>
                  <a:pt x="474719" y="0"/>
                  <a:pt x="497526" y="6953"/>
                  <a:pt x="515646" y="20901"/>
                </a:cubicBezTo>
                <a:lnTo>
                  <a:pt x="568782" y="167948"/>
                </a:lnTo>
                <a:cubicBezTo>
                  <a:pt x="535277" y="194536"/>
                  <a:pt x="494384" y="210000"/>
                  <a:pt x="450289" y="210000"/>
                </a:cubicBezTo>
                <a:cubicBezTo>
                  <a:pt x="405564" y="210000"/>
                  <a:pt x="364133" y="194091"/>
                  <a:pt x="330451" y="166696"/>
                </a:cubicBezTo>
                <a:lnTo>
                  <a:pt x="382556" y="22501"/>
                </a:lnTo>
                <a:cubicBezTo>
                  <a:pt x="401104" y="7560"/>
                  <a:pt x="424813" y="0"/>
                  <a:pt x="45028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154012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Life science / healthcare</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7" name="角丸四角形 67"/>
          <p:cNvSpPr>
            <a:spLocks noChangeAspect="1"/>
          </p:cNvSpPr>
          <p:nvPr/>
        </p:nvSpPr>
        <p:spPr bwMode="gray">
          <a:xfrm>
            <a:off x="4933254" y="3091767"/>
            <a:ext cx="924105" cy="639901"/>
          </a:xfrm>
          <a:custGeom>
            <a:avLst/>
            <a:gdLst/>
            <a:ahLst/>
            <a:cxnLst/>
            <a:rect l="l" t="t" r="r" b="b"/>
            <a:pathLst>
              <a:path w="900001" h="623210">
                <a:moveTo>
                  <a:pt x="726507" y="458032"/>
                </a:moveTo>
                <a:cubicBezTo>
                  <a:pt x="772236" y="458032"/>
                  <a:pt x="809307" y="495008"/>
                  <a:pt x="809307" y="540621"/>
                </a:cubicBezTo>
                <a:cubicBezTo>
                  <a:pt x="809307" y="586234"/>
                  <a:pt x="772236" y="623210"/>
                  <a:pt x="726507" y="623210"/>
                </a:cubicBezTo>
                <a:cubicBezTo>
                  <a:pt x="680778" y="623210"/>
                  <a:pt x="643707" y="586234"/>
                  <a:pt x="643707" y="540621"/>
                </a:cubicBezTo>
                <a:cubicBezTo>
                  <a:pt x="643707" y="495008"/>
                  <a:pt x="680778" y="458032"/>
                  <a:pt x="726507" y="458032"/>
                </a:cubicBezTo>
                <a:close/>
                <a:moveTo>
                  <a:pt x="168741" y="458032"/>
                </a:moveTo>
                <a:cubicBezTo>
                  <a:pt x="214470" y="458032"/>
                  <a:pt x="251541" y="495008"/>
                  <a:pt x="251541" y="540621"/>
                </a:cubicBezTo>
                <a:cubicBezTo>
                  <a:pt x="251541" y="586234"/>
                  <a:pt x="214470" y="623210"/>
                  <a:pt x="168741" y="623210"/>
                </a:cubicBezTo>
                <a:cubicBezTo>
                  <a:pt x="123012" y="623210"/>
                  <a:pt x="85941" y="586234"/>
                  <a:pt x="85941" y="540621"/>
                </a:cubicBezTo>
                <a:cubicBezTo>
                  <a:pt x="85941" y="495008"/>
                  <a:pt x="123012" y="458032"/>
                  <a:pt x="168741" y="458032"/>
                </a:cubicBezTo>
                <a:close/>
                <a:moveTo>
                  <a:pt x="597694" y="151448"/>
                </a:moveTo>
                <a:lnTo>
                  <a:pt x="597694" y="223257"/>
                </a:lnTo>
                <a:lnTo>
                  <a:pt x="525885" y="223257"/>
                </a:lnTo>
                <a:lnTo>
                  <a:pt x="525885" y="306601"/>
                </a:lnTo>
                <a:lnTo>
                  <a:pt x="597694" y="306601"/>
                </a:lnTo>
                <a:lnTo>
                  <a:pt x="597694" y="378411"/>
                </a:lnTo>
                <a:lnTo>
                  <a:pt x="681038" y="378411"/>
                </a:lnTo>
                <a:lnTo>
                  <a:pt x="681038" y="306601"/>
                </a:lnTo>
                <a:lnTo>
                  <a:pt x="752848" y="306601"/>
                </a:lnTo>
                <a:lnTo>
                  <a:pt x="752848" y="223257"/>
                </a:lnTo>
                <a:lnTo>
                  <a:pt x="681038" y="223257"/>
                </a:lnTo>
                <a:lnTo>
                  <a:pt x="681038" y="151448"/>
                </a:lnTo>
                <a:close/>
                <a:moveTo>
                  <a:pt x="282855" y="113632"/>
                </a:moveTo>
                <a:cubicBezTo>
                  <a:pt x="226009" y="113632"/>
                  <a:pt x="170961" y="130232"/>
                  <a:pt x="127287" y="160544"/>
                </a:cubicBezTo>
                <a:cubicBezTo>
                  <a:pt x="71852" y="199019"/>
                  <a:pt x="39807" y="256023"/>
                  <a:pt x="39824" y="316129"/>
                </a:cubicBezTo>
                <a:lnTo>
                  <a:pt x="282855" y="316082"/>
                </a:lnTo>
                <a:close/>
                <a:moveTo>
                  <a:pt x="252540" y="68104"/>
                </a:moveTo>
                <a:lnTo>
                  <a:pt x="343272" y="68104"/>
                </a:lnTo>
                <a:lnTo>
                  <a:pt x="343272" y="320586"/>
                </a:lnTo>
                <a:lnTo>
                  <a:pt x="343272" y="343943"/>
                </a:lnTo>
                <a:lnTo>
                  <a:pt x="343272" y="536586"/>
                </a:lnTo>
                <a:lnTo>
                  <a:pt x="271689" y="536586"/>
                </a:lnTo>
                <a:cubicBezTo>
                  <a:pt x="270288" y="481280"/>
                  <a:pt x="224684" y="437120"/>
                  <a:pt x="168741" y="437120"/>
                </a:cubicBezTo>
                <a:cubicBezTo>
                  <a:pt x="112798" y="437120"/>
                  <a:pt x="67195" y="481280"/>
                  <a:pt x="65794" y="536586"/>
                </a:cubicBezTo>
                <a:lnTo>
                  <a:pt x="1" y="536586"/>
                </a:lnTo>
                <a:lnTo>
                  <a:pt x="1" y="320654"/>
                </a:lnTo>
                <a:cubicBezTo>
                  <a:pt x="0" y="320651"/>
                  <a:pt x="0" y="320647"/>
                  <a:pt x="0" y="320644"/>
                </a:cubicBezTo>
                <a:lnTo>
                  <a:pt x="1" y="320634"/>
                </a:lnTo>
                <a:lnTo>
                  <a:pt x="1" y="320586"/>
                </a:lnTo>
                <a:lnTo>
                  <a:pt x="6" y="320586"/>
                </a:lnTo>
                <a:cubicBezTo>
                  <a:pt x="31" y="181139"/>
                  <a:pt x="113085" y="68104"/>
                  <a:pt x="252540" y="68104"/>
                </a:cubicBezTo>
                <a:close/>
                <a:moveTo>
                  <a:pt x="370730" y="68103"/>
                </a:moveTo>
                <a:lnTo>
                  <a:pt x="900001" y="68103"/>
                </a:lnTo>
                <a:lnTo>
                  <a:pt x="900001" y="537581"/>
                </a:lnTo>
                <a:lnTo>
                  <a:pt x="829656" y="537581"/>
                </a:lnTo>
                <a:cubicBezTo>
                  <a:pt x="828606" y="481817"/>
                  <a:pt x="782789" y="437120"/>
                  <a:pt x="726507" y="437120"/>
                </a:cubicBezTo>
                <a:cubicBezTo>
                  <a:pt x="670225" y="437120"/>
                  <a:pt x="624408" y="481817"/>
                  <a:pt x="623358" y="537581"/>
                </a:cubicBezTo>
                <a:lnTo>
                  <a:pt x="370730" y="537581"/>
                </a:lnTo>
                <a:close/>
                <a:moveTo>
                  <a:pt x="308639" y="0"/>
                </a:moveTo>
                <a:cubicBezTo>
                  <a:pt x="328521" y="0"/>
                  <a:pt x="344639" y="10357"/>
                  <a:pt x="344639" y="23134"/>
                </a:cubicBezTo>
                <a:lnTo>
                  <a:pt x="344639" y="46268"/>
                </a:lnTo>
                <a:lnTo>
                  <a:pt x="272639" y="46268"/>
                </a:lnTo>
                <a:lnTo>
                  <a:pt x="272639" y="23134"/>
                </a:lnTo>
                <a:cubicBezTo>
                  <a:pt x="272639" y="10357"/>
                  <a:pt x="288757" y="0"/>
                  <a:pt x="30863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8" name="円/楕円 65"/>
          <p:cNvSpPr>
            <a:spLocks noChangeAspect="1"/>
          </p:cNvSpPr>
          <p:nvPr/>
        </p:nvSpPr>
        <p:spPr bwMode="gray">
          <a:xfrm>
            <a:off x="818919" y="1695550"/>
            <a:ext cx="806399" cy="924104"/>
          </a:xfrm>
          <a:custGeom>
            <a:avLst/>
            <a:gdLst>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8297 w 788390"/>
              <a:gd name="connsiteY20" fmla="*/ 43663 h 902388"/>
              <a:gd name="connsiteX21" fmla="*/ 615589 w 788390"/>
              <a:gd name="connsiteY21" fmla="*/ 50202 h 902388"/>
              <a:gd name="connsiteX22" fmla="*/ 479485 w 788390"/>
              <a:gd name="connsiteY22" fmla="*/ 356619 h 902388"/>
              <a:gd name="connsiteX23" fmla="*/ 343734 w 788390"/>
              <a:gd name="connsiteY23" fmla="*/ 401887 h 902388"/>
              <a:gd name="connsiteX24" fmla="*/ 250278 w 788390"/>
              <a:gd name="connsiteY24" fmla="*/ 528543 h 902388"/>
              <a:gd name="connsiteX25" fmla="*/ 247687 w 788390"/>
              <a:gd name="connsiteY25" fmla="*/ 531086 h 902388"/>
              <a:gd name="connsiteX26" fmla="*/ 81296 w 788390"/>
              <a:gd name="connsiteY26" fmla="*/ 620025 h 902388"/>
              <a:gd name="connsiteX27" fmla="*/ 109931 w 788390"/>
              <a:gd name="connsiteY27" fmla="*/ 806667 h 902388"/>
              <a:gd name="connsiteX28" fmla="*/ 295211 w 788390"/>
              <a:gd name="connsiteY28" fmla="*/ 842058 h 902388"/>
              <a:gd name="connsiteX29" fmla="*/ 391067 w 788390"/>
              <a:gd name="connsiteY29" fmla="*/ 679428 h 902388"/>
              <a:gd name="connsiteX30" fmla="*/ 394686 w 788390"/>
              <a:gd name="connsiteY30" fmla="*/ 679123 h 902388"/>
              <a:gd name="connsiteX31" fmla="*/ 390268 w 788390"/>
              <a:gd name="connsiteY31" fmla="*/ 678242 h 902388"/>
              <a:gd name="connsiteX32" fmla="*/ 480665 w 788390"/>
              <a:gd name="connsiteY32" fmla="*/ 556604 h 902388"/>
              <a:gd name="connsiteX33" fmla="*/ 592095 w 788390"/>
              <a:gd name="connsiteY33" fmla="*/ 543092 h 902388"/>
              <a:gd name="connsiteX34" fmla="*/ 683786 w 788390"/>
              <a:gd name="connsiteY34" fmla="*/ 486164 h 902388"/>
              <a:gd name="connsiteX35" fmla="*/ 788390 w 788390"/>
              <a:gd name="connsiteY35" fmla="*/ 590768 h 902388"/>
              <a:gd name="connsiteX36" fmla="*/ 683786 w 788390"/>
              <a:gd name="connsiteY36" fmla="*/ 695372 h 902388"/>
              <a:gd name="connsiteX37" fmla="*/ 579182 w 788390"/>
              <a:gd name="connsiteY37" fmla="*/ 590768 h 902388"/>
              <a:gd name="connsiteX38" fmla="*/ 579335 w 788390"/>
              <a:gd name="connsiteY38" fmla="*/ 590012 h 902388"/>
              <a:gd name="connsiteX39" fmla="*/ 500574 w 788390"/>
              <a:gd name="connsiteY39" fmla="*/ 597638 h 902388"/>
              <a:gd name="connsiteX40" fmla="*/ 436122 w 788390"/>
              <a:gd name="connsiteY40" fmla="*/ 684532 h 902388"/>
              <a:gd name="connsiteX41" fmla="*/ 314130 w 788390"/>
              <a:gd name="connsiteY41" fmla="*/ 883831 h 902388"/>
              <a:gd name="connsiteX42" fmla="*/ 76895 w 788390"/>
              <a:gd name="connsiteY42" fmla="*/ 838472 h 902388"/>
              <a:gd name="connsiteX43" fmla="*/ 40273 w 788390"/>
              <a:gd name="connsiteY43" fmla="*/ 599535 h 902388"/>
              <a:gd name="connsiteX44" fmla="*/ 237650 w 788390"/>
              <a:gd name="connsiteY44" fmla="*/ 486090 h 902388"/>
              <a:gd name="connsiteX45" fmla="*/ 236660 w 788390"/>
              <a:gd name="connsiteY45" fmla="*/ 482762 h 902388"/>
              <a:gd name="connsiteX46" fmla="*/ 295898 w 788390"/>
              <a:gd name="connsiteY46" fmla="*/ 405261 h 902388"/>
              <a:gd name="connsiteX47" fmla="*/ 134716 w 788390"/>
              <a:gd name="connsiteY47" fmla="*/ 353150 h 902388"/>
              <a:gd name="connsiteX48" fmla="*/ 4596 w 788390"/>
              <a:gd name="connsiteY48" fmla="*/ 48249 h 902388"/>
              <a:gd name="connsiteX49" fmla="*/ 2697 w 788390"/>
              <a:gd name="connsiteY49" fmla="*/ 43663 h 902388"/>
              <a:gd name="connsiteX50" fmla="*/ 2697 w 788390"/>
              <a:gd name="connsiteY50" fmla="*/ 28616 h 902388"/>
              <a:gd name="connsiteX51" fmla="*/ 18033 w 788390"/>
              <a:gd name="connsiteY51" fmla="*/ 13280 h 902388"/>
              <a:gd name="connsiteX52" fmla="*/ 71522 w 788390"/>
              <a:gd name="connsiteY52" fmla="*/ 13280 h 902388"/>
              <a:gd name="connsiteX53" fmla="*/ 91676 w 788390"/>
              <a:gd name="connsiteY53"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8297 w 788390"/>
              <a:gd name="connsiteY20" fmla="*/ 43663 h 902388"/>
              <a:gd name="connsiteX21" fmla="*/ 615589 w 788390"/>
              <a:gd name="connsiteY21" fmla="*/ 50202 h 902388"/>
              <a:gd name="connsiteX22" fmla="*/ 479485 w 788390"/>
              <a:gd name="connsiteY22" fmla="*/ 356619 h 902388"/>
              <a:gd name="connsiteX23" fmla="*/ 343734 w 788390"/>
              <a:gd name="connsiteY23" fmla="*/ 401887 h 902388"/>
              <a:gd name="connsiteX24" fmla="*/ 250278 w 788390"/>
              <a:gd name="connsiteY24" fmla="*/ 528543 h 902388"/>
              <a:gd name="connsiteX25" fmla="*/ 247687 w 788390"/>
              <a:gd name="connsiteY25" fmla="*/ 531086 h 902388"/>
              <a:gd name="connsiteX26" fmla="*/ 81296 w 788390"/>
              <a:gd name="connsiteY26" fmla="*/ 620025 h 902388"/>
              <a:gd name="connsiteX27" fmla="*/ 109931 w 788390"/>
              <a:gd name="connsiteY27" fmla="*/ 806667 h 902388"/>
              <a:gd name="connsiteX28" fmla="*/ 295211 w 788390"/>
              <a:gd name="connsiteY28" fmla="*/ 842058 h 902388"/>
              <a:gd name="connsiteX29" fmla="*/ 391067 w 788390"/>
              <a:gd name="connsiteY29" fmla="*/ 679428 h 902388"/>
              <a:gd name="connsiteX30" fmla="*/ 394686 w 788390"/>
              <a:gd name="connsiteY30" fmla="*/ 679123 h 902388"/>
              <a:gd name="connsiteX31" fmla="*/ 390268 w 788390"/>
              <a:gd name="connsiteY31" fmla="*/ 678242 h 902388"/>
              <a:gd name="connsiteX32" fmla="*/ 480665 w 788390"/>
              <a:gd name="connsiteY32" fmla="*/ 556604 h 902388"/>
              <a:gd name="connsiteX33" fmla="*/ 592095 w 788390"/>
              <a:gd name="connsiteY33" fmla="*/ 543092 h 902388"/>
              <a:gd name="connsiteX34" fmla="*/ 683786 w 788390"/>
              <a:gd name="connsiteY34" fmla="*/ 486164 h 902388"/>
              <a:gd name="connsiteX35" fmla="*/ 788390 w 788390"/>
              <a:gd name="connsiteY35" fmla="*/ 590768 h 902388"/>
              <a:gd name="connsiteX36" fmla="*/ 683786 w 788390"/>
              <a:gd name="connsiteY36" fmla="*/ 695372 h 902388"/>
              <a:gd name="connsiteX37" fmla="*/ 579182 w 788390"/>
              <a:gd name="connsiteY37" fmla="*/ 590768 h 902388"/>
              <a:gd name="connsiteX38" fmla="*/ 579335 w 788390"/>
              <a:gd name="connsiteY38" fmla="*/ 590012 h 902388"/>
              <a:gd name="connsiteX39" fmla="*/ 500574 w 788390"/>
              <a:gd name="connsiteY39" fmla="*/ 597638 h 902388"/>
              <a:gd name="connsiteX40" fmla="*/ 436122 w 788390"/>
              <a:gd name="connsiteY40" fmla="*/ 684532 h 902388"/>
              <a:gd name="connsiteX41" fmla="*/ 314130 w 788390"/>
              <a:gd name="connsiteY41" fmla="*/ 883831 h 902388"/>
              <a:gd name="connsiteX42" fmla="*/ 76895 w 788390"/>
              <a:gd name="connsiteY42" fmla="*/ 838472 h 902388"/>
              <a:gd name="connsiteX43" fmla="*/ 40273 w 788390"/>
              <a:gd name="connsiteY43" fmla="*/ 599535 h 902388"/>
              <a:gd name="connsiteX44" fmla="*/ 237650 w 788390"/>
              <a:gd name="connsiteY44" fmla="*/ 486090 h 902388"/>
              <a:gd name="connsiteX45" fmla="*/ 236660 w 788390"/>
              <a:gd name="connsiteY45" fmla="*/ 482762 h 902388"/>
              <a:gd name="connsiteX46" fmla="*/ 295898 w 788390"/>
              <a:gd name="connsiteY46" fmla="*/ 405261 h 902388"/>
              <a:gd name="connsiteX47" fmla="*/ 134716 w 788390"/>
              <a:gd name="connsiteY47" fmla="*/ 353150 h 902388"/>
              <a:gd name="connsiteX48" fmla="*/ 4596 w 788390"/>
              <a:gd name="connsiteY48" fmla="*/ 48249 h 902388"/>
              <a:gd name="connsiteX49" fmla="*/ 2697 w 788390"/>
              <a:gd name="connsiteY49" fmla="*/ 28616 h 902388"/>
              <a:gd name="connsiteX50" fmla="*/ 18033 w 788390"/>
              <a:gd name="connsiteY50" fmla="*/ 13280 h 902388"/>
              <a:gd name="connsiteX51" fmla="*/ 71522 w 788390"/>
              <a:gd name="connsiteY51" fmla="*/ 13280 h 902388"/>
              <a:gd name="connsiteX52" fmla="*/ 91676 w 788390"/>
              <a:gd name="connsiteY52"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36660 w 788390"/>
              <a:gd name="connsiteY44" fmla="*/ 482762 h 902388"/>
              <a:gd name="connsiteX45" fmla="*/ 295898 w 788390"/>
              <a:gd name="connsiteY45" fmla="*/ 405261 h 902388"/>
              <a:gd name="connsiteX46" fmla="*/ 134716 w 788390"/>
              <a:gd name="connsiteY46" fmla="*/ 353150 h 902388"/>
              <a:gd name="connsiteX47" fmla="*/ 4596 w 788390"/>
              <a:gd name="connsiteY47" fmla="*/ 48249 h 902388"/>
              <a:gd name="connsiteX48" fmla="*/ 2697 w 788390"/>
              <a:gd name="connsiteY48" fmla="*/ 28616 h 902388"/>
              <a:gd name="connsiteX49" fmla="*/ 18033 w 788390"/>
              <a:gd name="connsiteY49" fmla="*/ 13280 h 902388"/>
              <a:gd name="connsiteX50" fmla="*/ 71522 w 788390"/>
              <a:gd name="connsiteY50" fmla="*/ 13280 h 902388"/>
              <a:gd name="connsiteX51" fmla="*/ 91676 w 788390"/>
              <a:gd name="connsiteY51"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43734 w 788390"/>
              <a:gd name="connsiteY22" fmla="*/ 401887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4209 w 788390"/>
              <a:gd name="connsiteY22" fmla="*/ 399505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3785 w 788390"/>
              <a:gd name="connsiteY0" fmla="*/ 547973 h 902388"/>
              <a:gd name="connsiteX1" fmla="*/ 640991 w 788390"/>
              <a:gd name="connsiteY1" fmla="*/ 590767 h 902388"/>
              <a:gd name="connsiteX2" fmla="*/ 683785 w 788390"/>
              <a:gd name="connsiteY2" fmla="*/ 633561 h 902388"/>
              <a:gd name="connsiteX3" fmla="*/ 726579 w 788390"/>
              <a:gd name="connsiteY3" fmla="*/ 590767 h 902388"/>
              <a:gd name="connsiteX4" fmla="*/ 683785 w 788390"/>
              <a:gd name="connsiteY4" fmla="*/ 547973 h 902388"/>
              <a:gd name="connsiteX5" fmla="*/ 91676 w 788390"/>
              <a:gd name="connsiteY5" fmla="*/ 0 h 902388"/>
              <a:gd name="connsiteX6" fmla="*/ 118594 w 788390"/>
              <a:gd name="connsiteY6" fmla="*/ 33759 h 902388"/>
              <a:gd name="connsiteX7" fmla="*/ 91676 w 788390"/>
              <a:gd name="connsiteY7" fmla="*/ 67518 h 902388"/>
              <a:gd name="connsiteX8" fmla="*/ 75277 w 788390"/>
              <a:gd name="connsiteY8" fmla="*/ 58999 h 902388"/>
              <a:gd name="connsiteX9" fmla="*/ 51638 w 788390"/>
              <a:gd name="connsiteY9" fmla="*/ 58999 h 902388"/>
              <a:gd name="connsiteX10" fmla="*/ 161849 w 788390"/>
              <a:gd name="connsiteY10" fmla="*/ 313414 h 902388"/>
              <a:gd name="connsiteX11" fmla="*/ 453160 w 788390"/>
              <a:gd name="connsiteY11" fmla="*/ 316343 h 902388"/>
              <a:gd name="connsiteX12" fmla="*/ 568300 w 788390"/>
              <a:gd name="connsiteY12" fmla="*/ 58999 h 902388"/>
              <a:gd name="connsiteX13" fmla="*/ 545717 w 788390"/>
              <a:gd name="connsiteY13" fmla="*/ 58999 h 902388"/>
              <a:gd name="connsiteX14" fmla="*/ 529318 w 788390"/>
              <a:gd name="connsiteY14" fmla="*/ 67518 h 902388"/>
              <a:gd name="connsiteX15" fmla="*/ 502400 w 788390"/>
              <a:gd name="connsiteY15" fmla="*/ 33759 h 902388"/>
              <a:gd name="connsiteX16" fmla="*/ 529318 w 788390"/>
              <a:gd name="connsiteY16" fmla="*/ 0 h 902388"/>
              <a:gd name="connsiteX17" fmla="*/ 549472 w 788390"/>
              <a:gd name="connsiteY17" fmla="*/ 13280 h 902388"/>
              <a:gd name="connsiteX18" fmla="*/ 602961 w 788390"/>
              <a:gd name="connsiteY18" fmla="*/ 13280 h 902388"/>
              <a:gd name="connsiteX19" fmla="*/ 618297 w 788390"/>
              <a:gd name="connsiteY19" fmla="*/ 28616 h 902388"/>
              <a:gd name="connsiteX20" fmla="*/ 615589 w 788390"/>
              <a:gd name="connsiteY20" fmla="*/ 50202 h 902388"/>
              <a:gd name="connsiteX21" fmla="*/ 479485 w 788390"/>
              <a:gd name="connsiteY21" fmla="*/ 356619 h 902388"/>
              <a:gd name="connsiteX22" fmla="*/ 331827 w 788390"/>
              <a:gd name="connsiteY22" fmla="*/ 409030 h 902388"/>
              <a:gd name="connsiteX23" fmla="*/ 250278 w 788390"/>
              <a:gd name="connsiteY23" fmla="*/ 528543 h 902388"/>
              <a:gd name="connsiteX24" fmla="*/ 247687 w 788390"/>
              <a:gd name="connsiteY24" fmla="*/ 531086 h 902388"/>
              <a:gd name="connsiteX25" fmla="*/ 81296 w 788390"/>
              <a:gd name="connsiteY25" fmla="*/ 620025 h 902388"/>
              <a:gd name="connsiteX26" fmla="*/ 109931 w 788390"/>
              <a:gd name="connsiteY26" fmla="*/ 806667 h 902388"/>
              <a:gd name="connsiteX27" fmla="*/ 295211 w 788390"/>
              <a:gd name="connsiteY27" fmla="*/ 842058 h 902388"/>
              <a:gd name="connsiteX28" fmla="*/ 391067 w 788390"/>
              <a:gd name="connsiteY28" fmla="*/ 679428 h 902388"/>
              <a:gd name="connsiteX29" fmla="*/ 394686 w 788390"/>
              <a:gd name="connsiteY29" fmla="*/ 679123 h 902388"/>
              <a:gd name="connsiteX30" fmla="*/ 390268 w 788390"/>
              <a:gd name="connsiteY30" fmla="*/ 678242 h 902388"/>
              <a:gd name="connsiteX31" fmla="*/ 480665 w 788390"/>
              <a:gd name="connsiteY31" fmla="*/ 556604 h 902388"/>
              <a:gd name="connsiteX32" fmla="*/ 592095 w 788390"/>
              <a:gd name="connsiteY32" fmla="*/ 543092 h 902388"/>
              <a:gd name="connsiteX33" fmla="*/ 683786 w 788390"/>
              <a:gd name="connsiteY33" fmla="*/ 486164 h 902388"/>
              <a:gd name="connsiteX34" fmla="*/ 788390 w 788390"/>
              <a:gd name="connsiteY34" fmla="*/ 590768 h 902388"/>
              <a:gd name="connsiteX35" fmla="*/ 683786 w 788390"/>
              <a:gd name="connsiteY35" fmla="*/ 695372 h 902388"/>
              <a:gd name="connsiteX36" fmla="*/ 579182 w 788390"/>
              <a:gd name="connsiteY36" fmla="*/ 590768 h 902388"/>
              <a:gd name="connsiteX37" fmla="*/ 579335 w 788390"/>
              <a:gd name="connsiteY37" fmla="*/ 590012 h 902388"/>
              <a:gd name="connsiteX38" fmla="*/ 500574 w 788390"/>
              <a:gd name="connsiteY38" fmla="*/ 597638 h 902388"/>
              <a:gd name="connsiteX39" fmla="*/ 436122 w 788390"/>
              <a:gd name="connsiteY39" fmla="*/ 684532 h 902388"/>
              <a:gd name="connsiteX40" fmla="*/ 314130 w 788390"/>
              <a:gd name="connsiteY40" fmla="*/ 883831 h 902388"/>
              <a:gd name="connsiteX41" fmla="*/ 76895 w 788390"/>
              <a:gd name="connsiteY41" fmla="*/ 838472 h 902388"/>
              <a:gd name="connsiteX42" fmla="*/ 40273 w 788390"/>
              <a:gd name="connsiteY42" fmla="*/ 599535 h 902388"/>
              <a:gd name="connsiteX43" fmla="*/ 237650 w 788390"/>
              <a:gd name="connsiteY43" fmla="*/ 486090 h 902388"/>
              <a:gd name="connsiteX44" fmla="*/ 295898 w 788390"/>
              <a:gd name="connsiteY44" fmla="*/ 405261 h 902388"/>
              <a:gd name="connsiteX45" fmla="*/ 134716 w 788390"/>
              <a:gd name="connsiteY45" fmla="*/ 353150 h 902388"/>
              <a:gd name="connsiteX46" fmla="*/ 4596 w 788390"/>
              <a:gd name="connsiteY46" fmla="*/ 48249 h 902388"/>
              <a:gd name="connsiteX47" fmla="*/ 2697 w 788390"/>
              <a:gd name="connsiteY47" fmla="*/ 28616 h 902388"/>
              <a:gd name="connsiteX48" fmla="*/ 18033 w 788390"/>
              <a:gd name="connsiteY48" fmla="*/ 13280 h 902388"/>
              <a:gd name="connsiteX49" fmla="*/ 71522 w 788390"/>
              <a:gd name="connsiteY49" fmla="*/ 13280 h 902388"/>
              <a:gd name="connsiteX50" fmla="*/ 91676 w 788390"/>
              <a:gd name="connsiteY50" fmla="*/ 0 h 902388"/>
              <a:gd name="connsiteX0" fmla="*/ 681920 w 786525"/>
              <a:gd name="connsiteY0" fmla="*/ 547973 h 902388"/>
              <a:gd name="connsiteX1" fmla="*/ 639126 w 786525"/>
              <a:gd name="connsiteY1" fmla="*/ 590767 h 902388"/>
              <a:gd name="connsiteX2" fmla="*/ 681920 w 786525"/>
              <a:gd name="connsiteY2" fmla="*/ 633561 h 902388"/>
              <a:gd name="connsiteX3" fmla="*/ 724714 w 786525"/>
              <a:gd name="connsiteY3" fmla="*/ 590767 h 902388"/>
              <a:gd name="connsiteX4" fmla="*/ 681920 w 786525"/>
              <a:gd name="connsiteY4" fmla="*/ 547973 h 902388"/>
              <a:gd name="connsiteX5" fmla="*/ 89811 w 786525"/>
              <a:gd name="connsiteY5" fmla="*/ 0 h 902388"/>
              <a:gd name="connsiteX6" fmla="*/ 116729 w 786525"/>
              <a:gd name="connsiteY6" fmla="*/ 33759 h 902388"/>
              <a:gd name="connsiteX7" fmla="*/ 89811 w 786525"/>
              <a:gd name="connsiteY7" fmla="*/ 67518 h 902388"/>
              <a:gd name="connsiteX8" fmla="*/ 73412 w 786525"/>
              <a:gd name="connsiteY8" fmla="*/ 58999 h 902388"/>
              <a:gd name="connsiteX9" fmla="*/ 49773 w 786525"/>
              <a:gd name="connsiteY9" fmla="*/ 58999 h 902388"/>
              <a:gd name="connsiteX10" fmla="*/ 159984 w 786525"/>
              <a:gd name="connsiteY10" fmla="*/ 313414 h 902388"/>
              <a:gd name="connsiteX11" fmla="*/ 451295 w 786525"/>
              <a:gd name="connsiteY11" fmla="*/ 316343 h 902388"/>
              <a:gd name="connsiteX12" fmla="*/ 566435 w 786525"/>
              <a:gd name="connsiteY12" fmla="*/ 58999 h 902388"/>
              <a:gd name="connsiteX13" fmla="*/ 543852 w 786525"/>
              <a:gd name="connsiteY13" fmla="*/ 58999 h 902388"/>
              <a:gd name="connsiteX14" fmla="*/ 527453 w 786525"/>
              <a:gd name="connsiteY14" fmla="*/ 67518 h 902388"/>
              <a:gd name="connsiteX15" fmla="*/ 500535 w 786525"/>
              <a:gd name="connsiteY15" fmla="*/ 33759 h 902388"/>
              <a:gd name="connsiteX16" fmla="*/ 527453 w 786525"/>
              <a:gd name="connsiteY16" fmla="*/ 0 h 902388"/>
              <a:gd name="connsiteX17" fmla="*/ 547607 w 786525"/>
              <a:gd name="connsiteY17" fmla="*/ 13280 h 902388"/>
              <a:gd name="connsiteX18" fmla="*/ 601096 w 786525"/>
              <a:gd name="connsiteY18" fmla="*/ 13280 h 902388"/>
              <a:gd name="connsiteX19" fmla="*/ 616432 w 786525"/>
              <a:gd name="connsiteY19" fmla="*/ 28616 h 902388"/>
              <a:gd name="connsiteX20" fmla="*/ 613724 w 786525"/>
              <a:gd name="connsiteY20" fmla="*/ 50202 h 902388"/>
              <a:gd name="connsiteX21" fmla="*/ 477620 w 786525"/>
              <a:gd name="connsiteY21" fmla="*/ 356619 h 902388"/>
              <a:gd name="connsiteX22" fmla="*/ 329962 w 786525"/>
              <a:gd name="connsiteY22" fmla="*/ 409030 h 902388"/>
              <a:gd name="connsiteX23" fmla="*/ 248413 w 786525"/>
              <a:gd name="connsiteY23" fmla="*/ 528543 h 902388"/>
              <a:gd name="connsiteX24" fmla="*/ 245822 w 786525"/>
              <a:gd name="connsiteY24" fmla="*/ 531086 h 902388"/>
              <a:gd name="connsiteX25" fmla="*/ 79431 w 786525"/>
              <a:gd name="connsiteY25" fmla="*/ 620025 h 902388"/>
              <a:gd name="connsiteX26" fmla="*/ 108066 w 786525"/>
              <a:gd name="connsiteY26" fmla="*/ 806667 h 902388"/>
              <a:gd name="connsiteX27" fmla="*/ 293346 w 786525"/>
              <a:gd name="connsiteY27" fmla="*/ 842058 h 902388"/>
              <a:gd name="connsiteX28" fmla="*/ 389202 w 786525"/>
              <a:gd name="connsiteY28" fmla="*/ 679428 h 902388"/>
              <a:gd name="connsiteX29" fmla="*/ 392821 w 786525"/>
              <a:gd name="connsiteY29" fmla="*/ 679123 h 902388"/>
              <a:gd name="connsiteX30" fmla="*/ 388403 w 786525"/>
              <a:gd name="connsiteY30" fmla="*/ 678242 h 902388"/>
              <a:gd name="connsiteX31" fmla="*/ 478800 w 786525"/>
              <a:gd name="connsiteY31" fmla="*/ 556604 h 902388"/>
              <a:gd name="connsiteX32" fmla="*/ 590230 w 786525"/>
              <a:gd name="connsiteY32" fmla="*/ 543092 h 902388"/>
              <a:gd name="connsiteX33" fmla="*/ 681921 w 786525"/>
              <a:gd name="connsiteY33" fmla="*/ 486164 h 902388"/>
              <a:gd name="connsiteX34" fmla="*/ 786525 w 786525"/>
              <a:gd name="connsiteY34" fmla="*/ 590768 h 902388"/>
              <a:gd name="connsiteX35" fmla="*/ 681921 w 786525"/>
              <a:gd name="connsiteY35" fmla="*/ 695372 h 902388"/>
              <a:gd name="connsiteX36" fmla="*/ 577317 w 786525"/>
              <a:gd name="connsiteY36" fmla="*/ 590768 h 902388"/>
              <a:gd name="connsiteX37" fmla="*/ 577470 w 786525"/>
              <a:gd name="connsiteY37" fmla="*/ 590012 h 902388"/>
              <a:gd name="connsiteX38" fmla="*/ 498709 w 786525"/>
              <a:gd name="connsiteY38" fmla="*/ 597638 h 902388"/>
              <a:gd name="connsiteX39" fmla="*/ 434257 w 786525"/>
              <a:gd name="connsiteY39" fmla="*/ 684532 h 902388"/>
              <a:gd name="connsiteX40" fmla="*/ 312265 w 786525"/>
              <a:gd name="connsiteY40" fmla="*/ 883831 h 902388"/>
              <a:gd name="connsiteX41" fmla="*/ 75030 w 786525"/>
              <a:gd name="connsiteY41" fmla="*/ 838472 h 902388"/>
              <a:gd name="connsiteX42" fmla="*/ 38408 w 786525"/>
              <a:gd name="connsiteY42" fmla="*/ 599535 h 902388"/>
              <a:gd name="connsiteX43" fmla="*/ 235785 w 786525"/>
              <a:gd name="connsiteY43" fmla="*/ 486090 h 902388"/>
              <a:gd name="connsiteX44" fmla="*/ 286889 w 786525"/>
              <a:gd name="connsiteY44" fmla="*/ 405261 h 902388"/>
              <a:gd name="connsiteX45" fmla="*/ 132851 w 786525"/>
              <a:gd name="connsiteY45" fmla="*/ 353150 h 902388"/>
              <a:gd name="connsiteX46" fmla="*/ 2731 w 786525"/>
              <a:gd name="connsiteY46" fmla="*/ 48249 h 902388"/>
              <a:gd name="connsiteX47" fmla="*/ 832 w 786525"/>
              <a:gd name="connsiteY47" fmla="*/ 28616 h 902388"/>
              <a:gd name="connsiteX48" fmla="*/ 16168 w 786525"/>
              <a:gd name="connsiteY48" fmla="*/ 13280 h 902388"/>
              <a:gd name="connsiteX49" fmla="*/ 69657 w 786525"/>
              <a:gd name="connsiteY49" fmla="*/ 13280 h 902388"/>
              <a:gd name="connsiteX50" fmla="*/ 89811 w 786525"/>
              <a:gd name="connsiteY50" fmla="*/ 0 h 902388"/>
              <a:gd name="connsiteX0" fmla="*/ 681920 w 786525"/>
              <a:gd name="connsiteY0" fmla="*/ 547973 h 902388"/>
              <a:gd name="connsiteX1" fmla="*/ 639126 w 786525"/>
              <a:gd name="connsiteY1" fmla="*/ 590767 h 902388"/>
              <a:gd name="connsiteX2" fmla="*/ 681920 w 786525"/>
              <a:gd name="connsiteY2" fmla="*/ 633561 h 902388"/>
              <a:gd name="connsiteX3" fmla="*/ 724714 w 786525"/>
              <a:gd name="connsiteY3" fmla="*/ 590767 h 902388"/>
              <a:gd name="connsiteX4" fmla="*/ 681920 w 786525"/>
              <a:gd name="connsiteY4" fmla="*/ 547973 h 902388"/>
              <a:gd name="connsiteX5" fmla="*/ 89811 w 786525"/>
              <a:gd name="connsiteY5" fmla="*/ 0 h 902388"/>
              <a:gd name="connsiteX6" fmla="*/ 116729 w 786525"/>
              <a:gd name="connsiteY6" fmla="*/ 33759 h 902388"/>
              <a:gd name="connsiteX7" fmla="*/ 89811 w 786525"/>
              <a:gd name="connsiteY7" fmla="*/ 67518 h 902388"/>
              <a:gd name="connsiteX8" fmla="*/ 73412 w 786525"/>
              <a:gd name="connsiteY8" fmla="*/ 58999 h 902388"/>
              <a:gd name="connsiteX9" fmla="*/ 49773 w 786525"/>
              <a:gd name="connsiteY9" fmla="*/ 58999 h 902388"/>
              <a:gd name="connsiteX10" fmla="*/ 159984 w 786525"/>
              <a:gd name="connsiteY10" fmla="*/ 313414 h 902388"/>
              <a:gd name="connsiteX11" fmla="*/ 451295 w 786525"/>
              <a:gd name="connsiteY11" fmla="*/ 316343 h 902388"/>
              <a:gd name="connsiteX12" fmla="*/ 566435 w 786525"/>
              <a:gd name="connsiteY12" fmla="*/ 58999 h 902388"/>
              <a:gd name="connsiteX13" fmla="*/ 543852 w 786525"/>
              <a:gd name="connsiteY13" fmla="*/ 58999 h 902388"/>
              <a:gd name="connsiteX14" fmla="*/ 527453 w 786525"/>
              <a:gd name="connsiteY14" fmla="*/ 67518 h 902388"/>
              <a:gd name="connsiteX15" fmla="*/ 500535 w 786525"/>
              <a:gd name="connsiteY15" fmla="*/ 33759 h 902388"/>
              <a:gd name="connsiteX16" fmla="*/ 527453 w 786525"/>
              <a:gd name="connsiteY16" fmla="*/ 0 h 902388"/>
              <a:gd name="connsiteX17" fmla="*/ 547607 w 786525"/>
              <a:gd name="connsiteY17" fmla="*/ 13280 h 902388"/>
              <a:gd name="connsiteX18" fmla="*/ 601096 w 786525"/>
              <a:gd name="connsiteY18" fmla="*/ 13280 h 902388"/>
              <a:gd name="connsiteX19" fmla="*/ 616432 w 786525"/>
              <a:gd name="connsiteY19" fmla="*/ 28616 h 902388"/>
              <a:gd name="connsiteX20" fmla="*/ 613724 w 786525"/>
              <a:gd name="connsiteY20" fmla="*/ 50202 h 902388"/>
              <a:gd name="connsiteX21" fmla="*/ 477620 w 786525"/>
              <a:gd name="connsiteY21" fmla="*/ 356619 h 902388"/>
              <a:gd name="connsiteX22" fmla="*/ 329962 w 786525"/>
              <a:gd name="connsiteY22" fmla="*/ 409030 h 902388"/>
              <a:gd name="connsiteX23" fmla="*/ 248413 w 786525"/>
              <a:gd name="connsiteY23" fmla="*/ 528543 h 902388"/>
              <a:gd name="connsiteX24" fmla="*/ 245822 w 786525"/>
              <a:gd name="connsiteY24" fmla="*/ 531086 h 902388"/>
              <a:gd name="connsiteX25" fmla="*/ 79431 w 786525"/>
              <a:gd name="connsiteY25" fmla="*/ 620025 h 902388"/>
              <a:gd name="connsiteX26" fmla="*/ 108066 w 786525"/>
              <a:gd name="connsiteY26" fmla="*/ 806667 h 902388"/>
              <a:gd name="connsiteX27" fmla="*/ 293346 w 786525"/>
              <a:gd name="connsiteY27" fmla="*/ 842058 h 902388"/>
              <a:gd name="connsiteX28" fmla="*/ 389202 w 786525"/>
              <a:gd name="connsiteY28" fmla="*/ 679428 h 902388"/>
              <a:gd name="connsiteX29" fmla="*/ 392821 w 786525"/>
              <a:gd name="connsiteY29" fmla="*/ 679123 h 902388"/>
              <a:gd name="connsiteX30" fmla="*/ 388403 w 786525"/>
              <a:gd name="connsiteY30" fmla="*/ 678242 h 902388"/>
              <a:gd name="connsiteX31" fmla="*/ 478800 w 786525"/>
              <a:gd name="connsiteY31" fmla="*/ 556604 h 902388"/>
              <a:gd name="connsiteX32" fmla="*/ 590230 w 786525"/>
              <a:gd name="connsiteY32" fmla="*/ 543092 h 902388"/>
              <a:gd name="connsiteX33" fmla="*/ 681921 w 786525"/>
              <a:gd name="connsiteY33" fmla="*/ 486164 h 902388"/>
              <a:gd name="connsiteX34" fmla="*/ 786525 w 786525"/>
              <a:gd name="connsiteY34" fmla="*/ 590768 h 902388"/>
              <a:gd name="connsiteX35" fmla="*/ 681921 w 786525"/>
              <a:gd name="connsiteY35" fmla="*/ 695372 h 902388"/>
              <a:gd name="connsiteX36" fmla="*/ 577317 w 786525"/>
              <a:gd name="connsiteY36" fmla="*/ 590768 h 902388"/>
              <a:gd name="connsiteX37" fmla="*/ 577470 w 786525"/>
              <a:gd name="connsiteY37" fmla="*/ 590012 h 902388"/>
              <a:gd name="connsiteX38" fmla="*/ 498709 w 786525"/>
              <a:gd name="connsiteY38" fmla="*/ 597638 h 902388"/>
              <a:gd name="connsiteX39" fmla="*/ 434257 w 786525"/>
              <a:gd name="connsiteY39" fmla="*/ 684532 h 902388"/>
              <a:gd name="connsiteX40" fmla="*/ 312265 w 786525"/>
              <a:gd name="connsiteY40" fmla="*/ 883831 h 902388"/>
              <a:gd name="connsiteX41" fmla="*/ 75030 w 786525"/>
              <a:gd name="connsiteY41" fmla="*/ 838472 h 902388"/>
              <a:gd name="connsiteX42" fmla="*/ 38408 w 786525"/>
              <a:gd name="connsiteY42" fmla="*/ 599535 h 902388"/>
              <a:gd name="connsiteX43" fmla="*/ 235785 w 786525"/>
              <a:gd name="connsiteY43" fmla="*/ 486090 h 902388"/>
              <a:gd name="connsiteX44" fmla="*/ 286889 w 786525"/>
              <a:gd name="connsiteY44" fmla="*/ 405261 h 902388"/>
              <a:gd name="connsiteX45" fmla="*/ 132851 w 786525"/>
              <a:gd name="connsiteY45" fmla="*/ 353150 h 902388"/>
              <a:gd name="connsiteX46" fmla="*/ 2731 w 786525"/>
              <a:gd name="connsiteY46" fmla="*/ 48249 h 902388"/>
              <a:gd name="connsiteX47" fmla="*/ 832 w 786525"/>
              <a:gd name="connsiteY47" fmla="*/ 28616 h 902388"/>
              <a:gd name="connsiteX48" fmla="*/ 16168 w 786525"/>
              <a:gd name="connsiteY48" fmla="*/ 13280 h 902388"/>
              <a:gd name="connsiteX49" fmla="*/ 69657 w 786525"/>
              <a:gd name="connsiteY49" fmla="*/ 13280 h 902388"/>
              <a:gd name="connsiteX50" fmla="*/ 89811 w 786525"/>
              <a:gd name="connsiteY50" fmla="*/ 0 h 902388"/>
              <a:gd name="connsiteX0" fmla="*/ 681911 w 786516"/>
              <a:gd name="connsiteY0" fmla="*/ 547973 h 902388"/>
              <a:gd name="connsiteX1" fmla="*/ 639117 w 786516"/>
              <a:gd name="connsiteY1" fmla="*/ 590767 h 902388"/>
              <a:gd name="connsiteX2" fmla="*/ 681911 w 786516"/>
              <a:gd name="connsiteY2" fmla="*/ 633561 h 902388"/>
              <a:gd name="connsiteX3" fmla="*/ 724705 w 786516"/>
              <a:gd name="connsiteY3" fmla="*/ 590767 h 902388"/>
              <a:gd name="connsiteX4" fmla="*/ 681911 w 786516"/>
              <a:gd name="connsiteY4" fmla="*/ 547973 h 902388"/>
              <a:gd name="connsiteX5" fmla="*/ 89802 w 786516"/>
              <a:gd name="connsiteY5" fmla="*/ 0 h 902388"/>
              <a:gd name="connsiteX6" fmla="*/ 116720 w 786516"/>
              <a:gd name="connsiteY6" fmla="*/ 33759 h 902388"/>
              <a:gd name="connsiteX7" fmla="*/ 89802 w 786516"/>
              <a:gd name="connsiteY7" fmla="*/ 67518 h 902388"/>
              <a:gd name="connsiteX8" fmla="*/ 73403 w 786516"/>
              <a:gd name="connsiteY8" fmla="*/ 58999 h 902388"/>
              <a:gd name="connsiteX9" fmla="*/ 49764 w 786516"/>
              <a:gd name="connsiteY9" fmla="*/ 58999 h 902388"/>
              <a:gd name="connsiteX10" fmla="*/ 159975 w 786516"/>
              <a:gd name="connsiteY10" fmla="*/ 313414 h 902388"/>
              <a:gd name="connsiteX11" fmla="*/ 451286 w 786516"/>
              <a:gd name="connsiteY11" fmla="*/ 316343 h 902388"/>
              <a:gd name="connsiteX12" fmla="*/ 566426 w 786516"/>
              <a:gd name="connsiteY12" fmla="*/ 58999 h 902388"/>
              <a:gd name="connsiteX13" fmla="*/ 543843 w 786516"/>
              <a:gd name="connsiteY13" fmla="*/ 58999 h 902388"/>
              <a:gd name="connsiteX14" fmla="*/ 527444 w 786516"/>
              <a:gd name="connsiteY14" fmla="*/ 67518 h 902388"/>
              <a:gd name="connsiteX15" fmla="*/ 500526 w 786516"/>
              <a:gd name="connsiteY15" fmla="*/ 33759 h 902388"/>
              <a:gd name="connsiteX16" fmla="*/ 527444 w 786516"/>
              <a:gd name="connsiteY16" fmla="*/ 0 h 902388"/>
              <a:gd name="connsiteX17" fmla="*/ 547598 w 786516"/>
              <a:gd name="connsiteY17" fmla="*/ 13280 h 902388"/>
              <a:gd name="connsiteX18" fmla="*/ 601087 w 786516"/>
              <a:gd name="connsiteY18" fmla="*/ 13280 h 902388"/>
              <a:gd name="connsiteX19" fmla="*/ 616423 w 786516"/>
              <a:gd name="connsiteY19" fmla="*/ 28616 h 902388"/>
              <a:gd name="connsiteX20" fmla="*/ 613715 w 786516"/>
              <a:gd name="connsiteY20" fmla="*/ 50202 h 902388"/>
              <a:gd name="connsiteX21" fmla="*/ 477611 w 786516"/>
              <a:gd name="connsiteY21" fmla="*/ 356619 h 902388"/>
              <a:gd name="connsiteX22" fmla="*/ 329953 w 786516"/>
              <a:gd name="connsiteY22" fmla="*/ 409030 h 902388"/>
              <a:gd name="connsiteX23" fmla="*/ 248404 w 786516"/>
              <a:gd name="connsiteY23" fmla="*/ 528543 h 902388"/>
              <a:gd name="connsiteX24" fmla="*/ 245813 w 786516"/>
              <a:gd name="connsiteY24" fmla="*/ 531086 h 902388"/>
              <a:gd name="connsiteX25" fmla="*/ 79422 w 786516"/>
              <a:gd name="connsiteY25" fmla="*/ 620025 h 902388"/>
              <a:gd name="connsiteX26" fmla="*/ 108057 w 786516"/>
              <a:gd name="connsiteY26" fmla="*/ 806667 h 902388"/>
              <a:gd name="connsiteX27" fmla="*/ 293337 w 786516"/>
              <a:gd name="connsiteY27" fmla="*/ 842058 h 902388"/>
              <a:gd name="connsiteX28" fmla="*/ 389193 w 786516"/>
              <a:gd name="connsiteY28" fmla="*/ 679428 h 902388"/>
              <a:gd name="connsiteX29" fmla="*/ 392812 w 786516"/>
              <a:gd name="connsiteY29" fmla="*/ 679123 h 902388"/>
              <a:gd name="connsiteX30" fmla="*/ 388394 w 786516"/>
              <a:gd name="connsiteY30" fmla="*/ 678242 h 902388"/>
              <a:gd name="connsiteX31" fmla="*/ 478791 w 786516"/>
              <a:gd name="connsiteY31" fmla="*/ 556604 h 902388"/>
              <a:gd name="connsiteX32" fmla="*/ 590221 w 786516"/>
              <a:gd name="connsiteY32" fmla="*/ 543092 h 902388"/>
              <a:gd name="connsiteX33" fmla="*/ 681912 w 786516"/>
              <a:gd name="connsiteY33" fmla="*/ 486164 h 902388"/>
              <a:gd name="connsiteX34" fmla="*/ 786516 w 786516"/>
              <a:gd name="connsiteY34" fmla="*/ 590768 h 902388"/>
              <a:gd name="connsiteX35" fmla="*/ 681912 w 786516"/>
              <a:gd name="connsiteY35" fmla="*/ 695372 h 902388"/>
              <a:gd name="connsiteX36" fmla="*/ 577308 w 786516"/>
              <a:gd name="connsiteY36" fmla="*/ 590768 h 902388"/>
              <a:gd name="connsiteX37" fmla="*/ 577461 w 786516"/>
              <a:gd name="connsiteY37" fmla="*/ 590012 h 902388"/>
              <a:gd name="connsiteX38" fmla="*/ 498700 w 786516"/>
              <a:gd name="connsiteY38" fmla="*/ 597638 h 902388"/>
              <a:gd name="connsiteX39" fmla="*/ 434248 w 786516"/>
              <a:gd name="connsiteY39" fmla="*/ 684532 h 902388"/>
              <a:gd name="connsiteX40" fmla="*/ 312256 w 786516"/>
              <a:gd name="connsiteY40" fmla="*/ 883831 h 902388"/>
              <a:gd name="connsiteX41" fmla="*/ 75021 w 786516"/>
              <a:gd name="connsiteY41" fmla="*/ 838472 h 902388"/>
              <a:gd name="connsiteX42" fmla="*/ 38399 w 786516"/>
              <a:gd name="connsiteY42" fmla="*/ 599535 h 902388"/>
              <a:gd name="connsiteX43" fmla="*/ 235776 w 786516"/>
              <a:gd name="connsiteY43" fmla="*/ 486090 h 902388"/>
              <a:gd name="connsiteX44" fmla="*/ 284498 w 786516"/>
              <a:gd name="connsiteY44" fmla="*/ 412405 h 902388"/>
              <a:gd name="connsiteX45" fmla="*/ 132842 w 786516"/>
              <a:gd name="connsiteY45" fmla="*/ 353150 h 902388"/>
              <a:gd name="connsiteX46" fmla="*/ 2722 w 786516"/>
              <a:gd name="connsiteY46" fmla="*/ 48249 h 902388"/>
              <a:gd name="connsiteX47" fmla="*/ 823 w 786516"/>
              <a:gd name="connsiteY47" fmla="*/ 28616 h 902388"/>
              <a:gd name="connsiteX48" fmla="*/ 16159 w 786516"/>
              <a:gd name="connsiteY48" fmla="*/ 13280 h 902388"/>
              <a:gd name="connsiteX49" fmla="*/ 69648 w 786516"/>
              <a:gd name="connsiteY49" fmla="*/ 13280 h 902388"/>
              <a:gd name="connsiteX50" fmla="*/ 89802 w 786516"/>
              <a:gd name="connsiteY50" fmla="*/ 0 h 902388"/>
              <a:gd name="connsiteX0" fmla="*/ 681894 w 786499"/>
              <a:gd name="connsiteY0" fmla="*/ 547973 h 902388"/>
              <a:gd name="connsiteX1" fmla="*/ 639100 w 786499"/>
              <a:gd name="connsiteY1" fmla="*/ 590767 h 902388"/>
              <a:gd name="connsiteX2" fmla="*/ 681894 w 786499"/>
              <a:gd name="connsiteY2" fmla="*/ 633561 h 902388"/>
              <a:gd name="connsiteX3" fmla="*/ 724688 w 786499"/>
              <a:gd name="connsiteY3" fmla="*/ 590767 h 902388"/>
              <a:gd name="connsiteX4" fmla="*/ 681894 w 786499"/>
              <a:gd name="connsiteY4" fmla="*/ 547973 h 902388"/>
              <a:gd name="connsiteX5" fmla="*/ 89785 w 786499"/>
              <a:gd name="connsiteY5" fmla="*/ 0 h 902388"/>
              <a:gd name="connsiteX6" fmla="*/ 116703 w 786499"/>
              <a:gd name="connsiteY6" fmla="*/ 33759 h 902388"/>
              <a:gd name="connsiteX7" fmla="*/ 89785 w 786499"/>
              <a:gd name="connsiteY7" fmla="*/ 67518 h 902388"/>
              <a:gd name="connsiteX8" fmla="*/ 73386 w 786499"/>
              <a:gd name="connsiteY8" fmla="*/ 58999 h 902388"/>
              <a:gd name="connsiteX9" fmla="*/ 49747 w 786499"/>
              <a:gd name="connsiteY9" fmla="*/ 58999 h 902388"/>
              <a:gd name="connsiteX10" fmla="*/ 159958 w 786499"/>
              <a:gd name="connsiteY10" fmla="*/ 313414 h 902388"/>
              <a:gd name="connsiteX11" fmla="*/ 451269 w 786499"/>
              <a:gd name="connsiteY11" fmla="*/ 316343 h 902388"/>
              <a:gd name="connsiteX12" fmla="*/ 566409 w 786499"/>
              <a:gd name="connsiteY12" fmla="*/ 58999 h 902388"/>
              <a:gd name="connsiteX13" fmla="*/ 543826 w 786499"/>
              <a:gd name="connsiteY13" fmla="*/ 58999 h 902388"/>
              <a:gd name="connsiteX14" fmla="*/ 527427 w 786499"/>
              <a:gd name="connsiteY14" fmla="*/ 67518 h 902388"/>
              <a:gd name="connsiteX15" fmla="*/ 500509 w 786499"/>
              <a:gd name="connsiteY15" fmla="*/ 33759 h 902388"/>
              <a:gd name="connsiteX16" fmla="*/ 527427 w 786499"/>
              <a:gd name="connsiteY16" fmla="*/ 0 h 902388"/>
              <a:gd name="connsiteX17" fmla="*/ 547581 w 786499"/>
              <a:gd name="connsiteY17" fmla="*/ 13280 h 902388"/>
              <a:gd name="connsiteX18" fmla="*/ 601070 w 786499"/>
              <a:gd name="connsiteY18" fmla="*/ 13280 h 902388"/>
              <a:gd name="connsiteX19" fmla="*/ 616406 w 786499"/>
              <a:gd name="connsiteY19" fmla="*/ 28616 h 902388"/>
              <a:gd name="connsiteX20" fmla="*/ 613698 w 786499"/>
              <a:gd name="connsiteY20" fmla="*/ 50202 h 902388"/>
              <a:gd name="connsiteX21" fmla="*/ 477594 w 786499"/>
              <a:gd name="connsiteY21" fmla="*/ 356619 h 902388"/>
              <a:gd name="connsiteX22" fmla="*/ 329936 w 786499"/>
              <a:gd name="connsiteY22" fmla="*/ 409030 h 902388"/>
              <a:gd name="connsiteX23" fmla="*/ 248387 w 786499"/>
              <a:gd name="connsiteY23" fmla="*/ 528543 h 902388"/>
              <a:gd name="connsiteX24" fmla="*/ 245796 w 786499"/>
              <a:gd name="connsiteY24" fmla="*/ 531086 h 902388"/>
              <a:gd name="connsiteX25" fmla="*/ 79405 w 786499"/>
              <a:gd name="connsiteY25" fmla="*/ 620025 h 902388"/>
              <a:gd name="connsiteX26" fmla="*/ 108040 w 786499"/>
              <a:gd name="connsiteY26" fmla="*/ 806667 h 902388"/>
              <a:gd name="connsiteX27" fmla="*/ 293320 w 786499"/>
              <a:gd name="connsiteY27" fmla="*/ 842058 h 902388"/>
              <a:gd name="connsiteX28" fmla="*/ 389176 w 786499"/>
              <a:gd name="connsiteY28" fmla="*/ 679428 h 902388"/>
              <a:gd name="connsiteX29" fmla="*/ 392795 w 786499"/>
              <a:gd name="connsiteY29" fmla="*/ 679123 h 902388"/>
              <a:gd name="connsiteX30" fmla="*/ 388377 w 786499"/>
              <a:gd name="connsiteY30" fmla="*/ 678242 h 902388"/>
              <a:gd name="connsiteX31" fmla="*/ 478774 w 786499"/>
              <a:gd name="connsiteY31" fmla="*/ 556604 h 902388"/>
              <a:gd name="connsiteX32" fmla="*/ 590204 w 786499"/>
              <a:gd name="connsiteY32" fmla="*/ 543092 h 902388"/>
              <a:gd name="connsiteX33" fmla="*/ 681895 w 786499"/>
              <a:gd name="connsiteY33" fmla="*/ 486164 h 902388"/>
              <a:gd name="connsiteX34" fmla="*/ 786499 w 786499"/>
              <a:gd name="connsiteY34" fmla="*/ 590768 h 902388"/>
              <a:gd name="connsiteX35" fmla="*/ 681895 w 786499"/>
              <a:gd name="connsiteY35" fmla="*/ 695372 h 902388"/>
              <a:gd name="connsiteX36" fmla="*/ 577291 w 786499"/>
              <a:gd name="connsiteY36" fmla="*/ 590768 h 902388"/>
              <a:gd name="connsiteX37" fmla="*/ 577444 w 786499"/>
              <a:gd name="connsiteY37" fmla="*/ 590012 h 902388"/>
              <a:gd name="connsiteX38" fmla="*/ 498683 w 786499"/>
              <a:gd name="connsiteY38" fmla="*/ 597638 h 902388"/>
              <a:gd name="connsiteX39" fmla="*/ 434231 w 786499"/>
              <a:gd name="connsiteY39" fmla="*/ 684532 h 902388"/>
              <a:gd name="connsiteX40" fmla="*/ 312239 w 786499"/>
              <a:gd name="connsiteY40" fmla="*/ 883831 h 902388"/>
              <a:gd name="connsiteX41" fmla="*/ 75004 w 786499"/>
              <a:gd name="connsiteY41" fmla="*/ 838472 h 902388"/>
              <a:gd name="connsiteX42" fmla="*/ 38382 w 786499"/>
              <a:gd name="connsiteY42" fmla="*/ 599535 h 902388"/>
              <a:gd name="connsiteX43" fmla="*/ 235759 w 786499"/>
              <a:gd name="connsiteY43" fmla="*/ 486090 h 902388"/>
              <a:gd name="connsiteX44" fmla="*/ 279718 w 786499"/>
              <a:gd name="connsiteY44" fmla="*/ 407643 h 902388"/>
              <a:gd name="connsiteX45" fmla="*/ 132825 w 786499"/>
              <a:gd name="connsiteY45" fmla="*/ 353150 h 902388"/>
              <a:gd name="connsiteX46" fmla="*/ 2705 w 786499"/>
              <a:gd name="connsiteY46" fmla="*/ 48249 h 902388"/>
              <a:gd name="connsiteX47" fmla="*/ 806 w 786499"/>
              <a:gd name="connsiteY47" fmla="*/ 28616 h 902388"/>
              <a:gd name="connsiteX48" fmla="*/ 16142 w 786499"/>
              <a:gd name="connsiteY48" fmla="*/ 13280 h 902388"/>
              <a:gd name="connsiteX49" fmla="*/ 69631 w 786499"/>
              <a:gd name="connsiteY49" fmla="*/ 13280 h 902388"/>
              <a:gd name="connsiteX50" fmla="*/ 89785 w 786499"/>
              <a:gd name="connsiteY50" fmla="*/ 0 h 902388"/>
              <a:gd name="connsiteX0" fmla="*/ 681894 w 786499"/>
              <a:gd name="connsiteY0" fmla="*/ 547973 h 902388"/>
              <a:gd name="connsiteX1" fmla="*/ 639100 w 786499"/>
              <a:gd name="connsiteY1" fmla="*/ 590767 h 902388"/>
              <a:gd name="connsiteX2" fmla="*/ 681894 w 786499"/>
              <a:gd name="connsiteY2" fmla="*/ 633561 h 902388"/>
              <a:gd name="connsiteX3" fmla="*/ 724688 w 786499"/>
              <a:gd name="connsiteY3" fmla="*/ 590767 h 902388"/>
              <a:gd name="connsiteX4" fmla="*/ 681894 w 786499"/>
              <a:gd name="connsiteY4" fmla="*/ 547973 h 902388"/>
              <a:gd name="connsiteX5" fmla="*/ 89785 w 786499"/>
              <a:gd name="connsiteY5" fmla="*/ 0 h 902388"/>
              <a:gd name="connsiteX6" fmla="*/ 116703 w 786499"/>
              <a:gd name="connsiteY6" fmla="*/ 33759 h 902388"/>
              <a:gd name="connsiteX7" fmla="*/ 89785 w 786499"/>
              <a:gd name="connsiteY7" fmla="*/ 67518 h 902388"/>
              <a:gd name="connsiteX8" fmla="*/ 73386 w 786499"/>
              <a:gd name="connsiteY8" fmla="*/ 58999 h 902388"/>
              <a:gd name="connsiteX9" fmla="*/ 49747 w 786499"/>
              <a:gd name="connsiteY9" fmla="*/ 58999 h 902388"/>
              <a:gd name="connsiteX10" fmla="*/ 159958 w 786499"/>
              <a:gd name="connsiteY10" fmla="*/ 313414 h 902388"/>
              <a:gd name="connsiteX11" fmla="*/ 451269 w 786499"/>
              <a:gd name="connsiteY11" fmla="*/ 316343 h 902388"/>
              <a:gd name="connsiteX12" fmla="*/ 566409 w 786499"/>
              <a:gd name="connsiteY12" fmla="*/ 58999 h 902388"/>
              <a:gd name="connsiteX13" fmla="*/ 543826 w 786499"/>
              <a:gd name="connsiteY13" fmla="*/ 58999 h 902388"/>
              <a:gd name="connsiteX14" fmla="*/ 527427 w 786499"/>
              <a:gd name="connsiteY14" fmla="*/ 67518 h 902388"/>
              <a:gd name="connsiteX15" fmla="*/ 500509 w 786499"/>
              <a:gd name="connsiteY15" fmla="*/ 33759 h 902388"/>
              <a:gd name="connsiteX16" fmla="*/ 527427 w 786499"/>
              <a:gd name="connsiteY16" fmla="*/ 0 h 902388"/>
              <a:gd name="connsiteX17" fmla="*/ 547581 w 786499"/>
              <a:gd name="connsiteY17" fmla="*/ 13280 h 902388"/>
              <a:gd name="connsiteX18" fmla="*/ 601070 w 786499"/>
              <a:gd name="connsiteY18" fmla="*/ 13280 h 902388"/>
              <a:gd name="connsiteX19" fmla="*/ 616406 w 786499"/>
              <a:gd name="connsiteY19" fmla="*/ 28616 h 902388"/>
              <a:gd name="connsiteX20" fmla="*/ 613698 w 786499"/>
              <a:gd name="connsiteY20" fmla="*/ 50202 h 902388"/>
              <a:gd name="connsiteX21" fmla="*/ 477594 w 786499"/>
              <a:gd name="connsiteY21" fmla="*/ 356619 h 902388"/>
              <a:gd name="connsiteX22" fmla="*/ 329936 w 786499"/>
              <a:gd name="connsiteY22" fmla="*/ 409030 h 902388"/>
              <a:gd name="connsiteX23" fmla="*/ 248387 w 786499"/>
              <a:gd name="connsiteY23" fmla="*/ 528543 h 902388"/>
              <a:gd name="connsiteX24" fmla="*/ 245796 w 786499"/>
              <a:gd name="connsiteY24" fmla="*/ 531086 h 902388"/>
              <a:gd name="connsiteX25" fmla="*/ 79405 w 786499"/>
              <a:gd name="connsiteY25" fmla="*/ 620025 h 902388"/>
              <a:gd name="connsiteX26" fmla="*/ 108040 w 786499"/>
              <a:gd name="connsiteY26" fmla="*/ 806667 h 902388"/>
              <a:gd name="connsiteX27" fmla="*/ 293320 w 786499"/>
              <a:gd name="connsiteY27" fmla="*/ 842058 h 902388"/>
              <a:gd name="connsiteX28" fmla="*/ 389176 w 786499"/>
              <a:gd name="connsiteY28" fmla="*/ 679428 h 902388"/>
              <a:gd name="connsiteX29" fmla="*/ 392795 w 786499"/>
              <a:gd name="connsiteY29" fmla="*/ 679123 h 902388"/>
              <a:gd name="connsiteX30" fmla="*/ 388377 w 786499"/>
              <a:gd name="connsiteY30" fmla="*/ 678242 h 902388"/>
              <a:gd name="connsiteX31" fmla="*/ 478774 w 786499"/>
              <a:gd name="connsiteY31" fmla="*/ 556604 h 902388"/>
              <a:gd name="connsiteX32" fmla="*/ 590204 w 786499"/>
              <a:gd name="connsiteY32" fmla="*/ 543092 h 902388"/>
              <a:gd name="connsiteX33" fmla="*/ 681895 w 786499"/>
              <a:gd name="connsiteY33" fmla="*/ 486164 h 902388"/>
              <a:gd name="connsiteX34" fmla="*/ 786499 w 786499"/>
              <a:gd name="connsiteY34" fmla="*/ 590768 h 902388"/>
              <a:gd name="connsiteX35" fmla="*/ 681895 w 786499"/>
              <a:gd name="connsiteY35" fmla="*/ 695372 h 902388"/>
              <a:gd name="connsiteX36" fmla="*/ 577291 w 786499"/>
              <a:gd name="connsiteY36" fmla="*/ 590768 h 902388"/>
              <a:gd name="connsiteX37" fmla="*/ 577444 w 786499"/>
              <a:gd name="connsiteY37" fmla="*/ 590012 h 902388"/>
              <a:gd name="connsiteX38" fmla="*/ 498683 w 786499"/>
              <a:gd name="connsiteY38" fmla="*/ 597638 h 902388"/>
              <a:gd name="connsiteX39" fmla="*/ 434231 w 786499"/>
              <a:gd name="connsiteY39" fmla="*/ 684532 h 902388"/>
              <a:gd name="connsiteX40" fmla="*/ 312239 w 786499"/>
              <a:gd name="connsiteY40" fmla="*/ 883831 h 902388"/>
              <a:gd name="connsiteX41" fmla="*/ 75004 w 786499"/>
              <a:gd name="connsiteY41" fmla="*/ 838472 h 902388"/>
              <a:gd name="connsiteX42" fmla="*/ 38382 w 786499"/>
              <a:gd name="connsiteY42" fmla="*/ 599535 h 902388"/>
              <a:gd name="connsiteX43" fmla="*/ 235759 w 786499"/>
              <a:gd name="connsiteY43" fmla="*/ 486090 h 902388"/>
              <a:gd name="connsiteX44" fmla="*/ 279718 w 786499"/>
              <a:gd name="connsiteY44" fmla="*/ 407643 h 902388"/>
              <a:gd name="connsiteX45" fmla="*/ 132825 w 786499"/>
              <a:gd name="connsiteY45" fmla="*/ 353150 h 902388"/>
              <a:gd name="connsiteX46" fmla="*/ 2705 w 786499"/>
              <a:gd name="connsiteY46" fmla="*/ 48249 h 902388"/>
              <a:gd name="connsiteX47" fmla="*/ 806 w 786499"/>
              <a:gd name="connsiteY47" fmla="*/ 28616 h 902388"/>
              <a:gd name="connsiteX48" fmla="*/ 16142 w 786499"/>
              <a:gd name="connsiteY48" fmla="*/ 13280 h 902388"/>
              <a:gd name="connsiteX49" fmla="*/ 69631 w 786499"/>
              <a:gd name="connsiteY49" fmla="*/ 13280 h 902388"/>
              <a:gd name="connsiteX50" fmla="*/ 89785 w 786499"/>
              <a:gd name="connsiteY50"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90126 w 787449"/>
              <a:gd name="connsiteY28" fmla="*/ 679428 h 902388"/>
              <a:gd name="connsiteX29" fmla="*/ 393745 w 787449"/>
              <a:gd name="connsiteY29" fmla="*/ 679123 h 902388"/>
              <a:gd name="connsiteX30" fmla="*/ 389327 w 787449"/>
              <a:gd name="connsiteY30" fmla="*/ 678242 h 902388"/>
              <a:gd name="connsiteX31" fmla="*/ 479724 w 787449"/>
              <a:gd name="connsiteY31" fmla="*/ 556604 h 902388"/>
              <a:gd name="connsiteX32" fmla="*/ 591154 w 787449"/>
              <a:gd name="connsiteY32" fmla="*/ 543092 h 902388"/>
              <a:gd name="connsiteX33" fmla="*/ 682845 w 787449"/>
              <a:gd name="connsiteY33" fmla="*/ 486164 h 902388"/>
              <a:gd name="connsiteX34" fmla="*/ 787449 w 787449"/>
              <a:gd name="connsiteY34" fmla="*/ 590768 h 902388"/>
              <a:gd name="connsiteX35" fmla="*/ 682845 w 787449"/>
              <a:gd name="connsiteY35" fmla="*/ 695372 h 902388"/>
              <a:gd name="connsiteX36" fmla="*/ 578241 w 787449"/>
              <a:gd name="connsiteY36" fmla="*/ 590768 h 902388"/>
              <a:gd name="connsiteX37" fmla="*/ 578394 w 787449"/>
              <a:gd name="connsiteY37" fmla="*/ 590012 h 902388"/>
              <a:gd name="connsiteX38" fmla="*/ 499633 w 787449"/>
              <a:gd name="connsiteY38" fmla="*/ 597638 h 902388"/>
              <a:gd name="connsiteX39" fmla="*/ 435181 w 787449"/>
              <a:gd name="connsiteY39" fmla="*/ 684532 h 902388"/>
              <a:gd name="connsiteX40" fmla="*/ 313189 w 787449"/>
              <a:gd name="connsiteY40" fmla="*/ 883831 h 902388"/>
              <a:gd name="connsiteX41" fmla="*/ 75954 w 787449"/>
              <a:gd name="connsiteY41" fmla="*/ 838472 h 902388"/>
              <a:gd name="connsiteX42" fmla="*/ 39332 w 787449"/>
              <a:gd name="connsiteY42" fmla="*/ 599535 h 902388"/>
              <a:gd name="connsiteX43" fmla="*/ 236709 w 787449"/>
              <a:gd name="connsiteY43" fmla="*/ 486090 h 902388"/>
              <a:gd name="connsiteX44" fmla="*/ 280668 w 787449"/>
              <a:gd name="connsiteY44" fmla="*/ 407643 h 902388"/>
              <a:gd name="connsiteX45" fmla="*/ 133775 w 787449"/>
              <a:gd name="connsiteY45" fmla="*/ 353150 h 902388"/>
              <a:gd name="connsiteX46" fmla="*/ 3655 w 787449"/>
              <a:gd name="connsiteY46" fmla="*/ 48249 h 902388"/>
              <a:gd name="connsiteX47" fmla="*/ 1756 w 787449"/>
              <a:gd name="connsiteY47" fmla="*/ 28616 h 902388"/>
              <a:gd name="connsiteX48" fmla="*/ 17092 w 787449"/>
              <a:gd name="connsiteY48" fmla="*/ 13280 h 902388"/>
              <a:gd name="connsiteX49" fmla="*/ 70581 w 787449"/>
              <a:gd name="connsiteY49" fmla="*/ 13280 h 902388"/>
              <a:gd name="connsiteX50" fmla="*/ 90735 w 787449"/>
              <a:gd name="connsiteY50"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90126 w 787449"/>
              <a:gd name="connsiteY28" fmla="*/ 679428 h 902388"/>
              <a:gd name="connsiteX29" fmla="*/ 389327 w 787449"/>
              <a:gd name="connsiteY29" fmla="*/ 678242 h 902388"/>
              <a:gd name="connsiteX30" fmla="*/ 479724 w 787449"/>
              <a:gd name="connsiteY30" fmla="*/ 556604 h 902388"/>
              <a:gd name="connsiteX31" fmla="*/ 591154 w 787449"/>
              <a:gd name="connsiteY31" fmla="*/ 543092 h 902388"/>
              <a:gd name="connsiteX32" fmla="*/ 682845 w 787449"/>
              <a:gd name="connsiteY32" fmla="*/ 486164 h 902388"/>
              <a:gd name="connsiteX33" fmla="*/ 787449 w 787449"/>
              <a:gd name="connsiteY33" fmla="*/ 590768 h 902388"/>
              <a:gd name="connsiteX34" fmla="*/ 682845 w 787449"/>
              <a:gd name="connsiteY34" fmla="*/ 695372 h 902388"/>
              <a:gd name="connsiteX35" fmla="*/ 578241 w 787449"/>
              <a:gd name="connsiteY35" fmla="*/ 590768 h 902388"/>
              <a:gd name="connsiteX36" fmla="*/ 578394 w 787449"/>
              <a:gd name="connsiteY36" fmla="*/ 590012 h 902388"/>
              <a:gd name="connsiteX37" fmla="*/ 499633 w 787449"/>
              <a:gd name="connsiteY37" fmla="*/ 597638 h 902388"/>
              <a:gd name="connsiteX38" fmla="*/ 435181 w 787449"/>
              <a:gd name="connsiteY38" fmla="*/ 684532 h 902388"/>
              <a:gd name="connsiteX39" fmla="*/ 313189 w 787449"/>
              <a:gd name="connsiteY39" fmla="*/ 883831 h 902388"/>
              <a:gd name="connsiteX40" fmla="*/ 75954 w 787449"/>
              <a:gd name="connsiteY40" fmla="*/ 838472 h 902388"/>
              <a:gd name="connsiteX41" fmla="*/ 39332 w 787449"/>
              <a:gd name="connsiteY41" fmla="*/ 599535 h 902388"/>
              <a:gd name="connsiteX42" fmla="*/ 236709 w 787449"/>
              <a:gd name="connsiteY42" fmla="*/ 486090 h 902388"/>
              <a:gd name="connsiteX43" fmla="*/ 280668 w 787449"/>
              <a:gd name="connsiteY43" fmla="*/ 407643 h 902388"/>
              <a:gd name="connsiteX44" fmla="*/ 133775 w 787449"/>
              <a:gd name="connsiteY44" fmla="*/ 353150 h 902388"/>
              <a:gd name="connsiteX45" fmla="*/ 3655 w 787449"/>
              <a:gd name="connsiteY45" fmla="*/ 48249 h 902388"/>
              <a:gd name="connsiteX46" fmla="*/ 1756 w 787449"/>
              <a:gd name="connsiteY46" fmla="*/ 28616 h 902388"/>
              <a:gd name="connsiteX47" fmla="*/ 17092 w 787449"/>
              <a:gd name="connsiteY47" fmla="*/ 13280 h 902388"/>
              <a:gd name="connsiteX48" fmla="*/ 70581 w 787449"/>
              <a:gd name="connsiteY48" fmla="*/ 13280 h 902388"/>
              <a:gd name="connsiteX49" fmla="*/ 90735 w 787449"/>
              <a:gd name="connsiteY49"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56 w 787449"/>
              <a:gd name="connsiteY45" fmla="*/ 28616 h 902388"/>
              <a:gd name="connsiteX46" fmla="*/ 17092 w 787449"/>
              <a:gd name="connsiteY46" fmla="*/ 13280 h 902388"/>
              <a:gd name="connsiteX47" fmla="*/ 70581 w 787449"/>
              <a:gd name="connsiteY47" fmla="*/ 13280 h 902388"/>
              <a:gd name="connsiteX48" fmla="*/ 90735 w 787449"/>
              <a:gd name="connsiteY48"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56 w 787449"/>
              <a:gd name="connsiteY45" fmla="*/ 28616 h 902388"/>
              <a:gd name="connsiteX46" fmla="*/ 17092 w 787449"/>
              <a:gd name="connsiteY46" fmla="*/ 13280 h 902388"/>
              <a:gd name="connsiteX47" fmla="*/ 70581 w 787449"/>
              <a:gd name="connsiteY47" fmla="*/ 13280 h 902388"/>
              <a:gd name="connsiteX48" fmla="*/ 90735 w 787449"/>
              <a:gd name="connsiteY48"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56 w 787449"/>
              <a:gd name="connsiteY45" fmla="*/ 28616 h 902388"/>
              <a:gd name="connsiteX46" fmla="*/ 17092 w 787449"/>
              <a:gd name="connsiteY46" fmla="*/ 13280 h 902388"/>
              <a:gd name="connsiteX47" fmla="*/ 70581 w 787449"/>
              <a:gd name="connsiteY47" fmla="*/ 13280 h 902388"/>
              <a:gd name="connsiteX48" fmla="*/ 90735 w 787449"/>
              <a:gd name="connsiteY48"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7356 w 787449"/>
              <a:gd name="connsiteY19" fmla="*/ 28616 h 902388"/>
              <a:gd name="connsiteX20" fmla="*/ 614648 w 787449"/>
              <a:gd name="connsiteY20" fmla="*/ 50202 h 902388"/>
              <a:gd name="connsiteX21" fmla="*/ 478544 w 787449"/>
              <a:gd name="connsiteY21" fmla="*/ 356619 h 902388"/>
              <a:gd name="connsiteX22" fmla="*/ 330886 w 787449"/>
              <a:gd name="connsiteY22" fmla="*/ 409030 h 902388"/>
              <a:gd name="connsiteX23" fmla="*/ 249337 w 787449"/>
              <a:gd name="connsiteY23" fmla="*/ 528543 h 902388"/>
              <a:gd name="connsiteX24" fmla="*/ 246746 w 787449"/>
              <a:gd name="connsiteY24" fmla="*/ 531086 h 902388"/>
              <a:gd name="connsiteX25" fmla="*/ 80355 w 787449"/>
              <a:gd name="connsiteY25" fmla="*/ 620025 h 902388"/>
              <a:gd name="connsiteX26" fmla="*/ 108990 w 787449"/>
              <a:gd name="connsiteY26" fmla="*/ 806667 h 902388"/>
              <a:gd name="connsiteX27" fmla="*/ 294270 w 787449"/>
              <a:gd name="connsiteY27" fmla="*/ 842058 h 902388"/>
              <a:gd name="connsiteX28" fmla="*/ 389327 w 787449"/>
              <a:gd name="connsiteY28" fmla="*/ 678242 h 902388"/>
              <a:gd name="connsiteX29" fmla="*/ 479724 w 787449"/>
              <a:gd name="connsiteY29" fmla="*/ 556604 h 902388"/>
              <a:gd name="connsiteX30" fmla="*/ 591154 w 787449"/>
              <a:gd name="connsiteY30" fmla="*/ 543092 h 902388"/>
              <a:gd name="connsiteX31" fmla="*/ 682845 w 787449"/>
              <a:gd name="connsiteY31" fmla="*/ 486164 h 902388"/>
              <a:gd name="connsiteX32" fmla="*/ 787449 w 787449"/>
              <a:gd name="connsiteY32" fmla="*/ 590768 h 902388"/>
              <a:gd name="connsiteX33" fmla="*/ 682845 w 787449"/>
              <a:gd name="connsiteY33" fmla="*/ 695372 h 902388"/>
              <a:gd name="connsiteX34" fmla="*/ 578241 w 787449"/>
              <a:gd name="connsiteY34" fmla="*/ 590768 h 902388"/>
              <a:gd name="connsiteX35" fmla="*/ 578394 w 787449"/>
              <a:gd name="connsiteY35" fmla="*/ 590012 h 902388"/>
              <a:gd name="connsiteX36" fmla="*/ 499633 w 787449"/>
              <a:gd name="connsiteY36" fmla="*/ 597638 h 902388"/>
              <a:gd name="connsiteX37" fmla="*/ 435181 w 787449"/>
              <a:gd name="connsiteY37" fmla="*/ 684532 h 902388"/>
              <a:gd name="connsiteX38" fmla="*/ 313189 w 787449"/>
              <a:gd name="connsiteY38" fmla="*/ 883831 h 902388"/>
              <a:gd name="connsiteX39" fmla="*/ 75954 w 787449"/>
              <a:gd name="connsiteY39" fmla="*/ 838472 h 902388"/>
              <a:gd name="connsiteX40" fmla="*/ 39332 w 787449"/>
              <a:gd name="connsiteY40" fmla="*/ 599535 h 902388"/>
              <a:gd name="connsiteX41" fmla="*/ 236709 w 787449"/>
              <a:gd name="connsiteY41" fmla="*/ 486090 h 902388"/>
              <a:gd name="connsiteX42" fmla="*/ 280668 w 787449"/>
              <a:gd name="connsiteY42" fmla="*/ 407643 h 902388"/>
              <a:gd name="connsiteX43" fmla="*/ 133775 w 787449"/>
              <a:gd name="connsiteY43" fmla="*/ 353150 h 902388"/>
              <a:gd name="connsiteX44" fmla="*/ 3655 w 787449"/>
              <a:gd name="connsiteY44" fmla="*/ 48249 h 902388"/>
              <a:gd name="connsiteX45" fmla="*/ 17092 w 787449"/>
              <a:gd name="connsiteY45" fmla="*/ 13280 h 902388"/>
              <a:gd name="connsiteX46" fmla="*/ 70581 w 787449"/>
              <a:gd name="connsiteY46" fmla="*/ 13280 h 902388"/>
              <a:gd name="connsiteX47" fmla="*/ 90735 w 787449"/>
              <a:gd name="connsiteY47"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17092 w 787449"/>
              <a:gd name="connsiteY44" fmla="*/ 13280 h 902388"/>
              <a:gd name="connsiteX45" fmla="*/ 70581 w 787449"/>
              <a:gd name="connsiteY45" fmla="*/ 13280 h 902388"/>
              <a:gd name="connsiteX46" fmla="*/ 90735 w 787449"/>
              <a:gd name="connsiteY46"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17092 w 787449"/>
              <a:gd name="connsiteY44" fmla="*/ 13280 h 902388"/>
              <a:gd name="connsiteX45" fmla="*/ 70581 w 787449"/>
              <a:gd name="connsiteY45" fmla="*/ 13280 h 902388"/>
              <a:gd name="connsiteX46" fmla="*/ 90735 w 787449"/>
              <a:gd name="connsiteY46"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17092 w 787449"/>
              <a:gd name="connsiteY44" fmla="*/ 13280 h 902388"/>
              <a:gd name="connsiteX45" fmla="*/ 70581 w 787449"/>
              <a:gd name="connsiteY45" fmla="*/ 13280 h 902388"/>
              <a:gd name="connsiteX46" fmla="*/ 90735 w 787449"/>
              <a:gd name="connsiteY46"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02020 w 787449"/>
              <a:gd name="connsiteY18" fmla="*/ 13280 h 902388"/>
              <a:gd name="connsiteX19" fmla="*/ 614648 w 787449"/>
              <a:gd name="connsiteY19" fmla="*/ 50202 h 902388"/>
              <a:gd name="connsiteX20" fmla="*/ 478544 w 787449"/>
              <a:gd name="connsiteY20" fmla="*/ 356619 h 902388"/>
              <a:gd name="connsiteX21" fmla="*/ 330886 w 787449"/>
              <a:gd name="connsiteY21" fmla="*/ 409030 h 902388"/>
              <a:gd name="connsiteX22" fmla="*/ 249337 w 787449"/>
              <a:gd name="connsiteY22" fmla="*/ 528543 h 902388"/>
              <a:gd name="connsiteX23" fmla="*/ 246746 w 787449"/>
              <a:gd name="connsiteY23" fmla="*/ 531086 h 902388"/>
              <a:gd name="connsiteX24" fmla="*/ 80355 w 787449"/>
              <a:gd name="connsiteY24" fmla="*/ 620025 h 902388"/>
              <a:gd name="connsiteX25" fmla="*/ 108990 w 787449"/>
              <a:gd name="connsiteY25" fmla="*/ 806667 h 902388"/>
              <a:gd name="connsiteX26" fmla="*/ 294270 w 787449"/>
              <a:gd name="connsiteY26" fmla="*/ 842058 h 902388"/>
              <a:gd name="connsiteX27" fmla="*/ 389327 w 787449"/>
              <a:gd name="connsiteY27" fmla="*/ 678242 h 902388"/>
              <a:gd name="connsiteX28" fmla="*/ 479724 w 787449"/>
              <a:gd name="connsiteY28" fmla="*/ 556604 h 902388"/>
              <a:gd name="connsiteX29" fmla="*/ 591154 w 787449"/>
              <a:gd name="connsiteY29" fmla="*/ 543092 h 902388"/>
              <a:gd name="connsiteX30" fmla="*/ 682845 w 787449"/>
              <a:gd name="connsiteY30" fmla="*/ 486164 h 902388"/>
              <a:gd name="connsiteX31" fmla="*/ 787449 w 787449"/>
              <a:gd name="connsiteY31" fmla="*/ 590768 h 902388"/>
              <a:gd name="connsiteX32" fmla="*/ 682845 w 787449"/>
              <a:gd name="connsiteY32" fmla="*/ 695372 h 902388"/>
              <a:gd name="connsiteX33" fmla="*/ 578241 w 787449"/>
              <a:gd name="connsiteY33" fmla="*/ 590768 h 902388"/>
              <a:gd name="connsiteX34" fmla="*/ 578394 w 787449"/>
              <a:gd name="connsiteY34" fmla="*/ 590012 h 902388"/>
              <a:gd name="connsiteX35" fmla="*/ 499633 w 787449"/>
              <a:gd name="connsiteY35" fmla="*/ 597638 h 902388"/>
              <a:gd name="connsiteX36" fmla="*/ 435181 w 787449"/>
              <a:gd name="connsiteY36" fmla="*/ 684532 h 902388"/>
              <a:gd name="connsiteX37" fmla="*/ 313189 w 787449"/>
              <a:gd name="connsiteY37" fmla="*/ 883831 h 902388"/>
              <a:gd name="connsiteX38" fmla="*/ 75954 w 787449"/>
              <a:gd name="connsiteY38" fmla="*/ 838472 h 902388"/>
              <a:gd name="connsiteX39" fmla="*/ 39332 w 787449"/>
              <a:gd name="connsiteY39" fmla="*/ 599535 h 902388"/>
              <a:gd name="connsiteX40" fmla="*/ 236709 w 787449"/>
              <a:gd name="connsiteY40" fmla="*/ 486090 h 902388"/>
              <a:gd name="connsiteX41" fmla="*/ 280668 w 787449"/>
              <a:gd name="connsiteY41" fmla="*/ 407643 h 902388"/>
              <a:gd name="connsiteX42" fmla="*/ 133775 w 787449"/>
              <a:gd name="connsiteY42" fmla="*/ 353150 h 902388"/>
              <a:gd name="connsiteX43" fmla="*/ 3655 w 787449"/>
              <a:gd name="connsiteY43" fmla="*/ 48249 h 902388"/>
              <a:gd name="connsiteX44" fmla="*/ 70581 w 787449"/>
              <a:gd name="connsiteY44" fmla="*/ 13280 h 902388"/>
              <a:gd name="connsiteX45" fmla="*/ 90735 w 787449"/>
              <a:gd name="connsiteY45"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9337 w 787449"/>
              <a:gd name="connsiteY21" fmla="*/ 528543 h 902388"/>
              <a:gd name="connsiteX22" fmla="*/ 246746 w 787449"/>
              <a:gd name="connsiteY22" fmla="*/ 531086 h 902388"/>
              <a:gd name="connsiteX23" fmla="*/ 80355 w 787449"/>
              <a:gd name="connsiteY23" fmla="*/ 620025 h 902388"/>
              <a:gd name="connsiteX24" fmla="*/ 108990 w 787449"/>
              <a:gd name="connsiteY24" fmla="*/ 806667 h 902388"/>
              <a:gd name="connsiteX25" fmla="*/ 294270 w 787449"/>
              <a:gd name="connsiteY25" fmla="*/ 842058 h 902388"/>
              <a:gd name="connsiteX26" fmla="*/ 389327 w 787449"/>
              <a:gd name="connsiteY26" fmla="*/ 678242 h 902388"/>
              <a:gd name="connsiteX27" fmla="*/ 479724 w 787449"/>
              <a:gd name="connsiteY27" fmla="*/ 556604 h 902388"/>
              <a:gd name="connsiteX28" fmla="*/ 591154 w 787449"/>
              <a:gd name="connsiteY28" fmla="*/ 543092 h 902388"/>
              <a:gd name="connsiteX29" fmla="*/ 682845 w 787449"/>
              <a:gd name="connsiteY29" fmla="*/ 486164 h 902388"/>
              <a:gd name="connsiteX30" fmla="*/ 787449 w 787449"/>
              <a:gd name="connsiteY30" fmla="*/ 590768 h 902388"/>
              <a:gd name="connsiteX31" fmla="*/ 682845 w 787449"/>
              <a:gd name="connsiteY31" fmla="*/ 695372 h 902388"/>
              <a:gd name="connsiteX32" fmla="*/ 578241 w 787449"/>
              <a:gd name="connsiteY32" fmla="*/ 590768 h 902388"/>
              <a:gd name="connsiteX33" fmla="*/ 578394 w 787449"/>
              <a:gd name="connsiteY33" fmla="*/ 590012 h 902388"/>
              <a:gd name="connsiteX34" fmla="*/ 499633 w 787449"/>
              <a:gd name="connsiteY34" fmla="*/ 597638 h 902388"/>
              <a:gd name="connsiteX35" fmla="*/ 435181 w 787449"/>
              <a:gd name="connsiteY35" fmla="*/ 684532 h 902388"/>
              <a:gd name="connsiteX36" fmla="*/ 313189 w 787449"/>
              <a:gd name="connsiteY36" fmla="*/ 883831 h 902388"/>
              <a:gd name="connsiteX37" fmla="*/ 75954 w 787449"/>
              <a:gd name="connsiteY37" fmla="*/ 838472 h 902388"/>
              <a:gd name="connsiteX38" fmla="*/ 39332 w 787449"/>
              <a:gd name="connsiteY38" fmla="*/ 599535 h 902388"/>
              <a:gd name="connsiteX39" fmla="*/ 236709 w 787449"/>
              <a:gd name="connsiteY39" fmla="*/ 486090 h 902388"/>
              <a:gd name="connsiteX40" fmla="*/ 280668 w 787449"/>
              <a:gd name="connsiteY40" fmla="*/ 407643 h 902388"/>
              <a:gd name="connsiteX41" fmla="*/ 133775 w 787449"/>
              <a:gd name="connsiteY41" fmla="*/ 353150 h 902388"/>
              <a:gd name="connsiteX42" fmla="*/ 3655 w 787449"/>
              <a:gd name="connsiteY42" fmla="*/ 48249 h 902388"/>
              <a:gd name="connsiteX43" fmla="*/ 70581 w 787449"/>
              <a:gd name="connsiteY43" fmla="*/ 13280 h 902388"/>
              <a:gd name="connsiteX44" fmla="*/ 90735 w 787449"/>
              <a:gd name="connsiteY44"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9337 w 787449"/>
              <a:gd name="connsiteY21" fmla="*/ 528543 h 902388"/>
              <a:gd name="connsiteX22" fmla="*/ 246746 w 787449"/>
              <a:gd name="connsiteY22" fmla="*/ 531086 h 902388"/>
              <a:gd name="connsiteX23" fmla="*/ 80355 w 787449"/>
              <a:gd name="connsiteY23" fmla="*/ 620025 h 902388"/>
              <a:gd name="connsiteX24" fmla="*/ 108990 w 787449"/>
              <a:gd name="connsiteY24" fmla="*/ 806667 h 902388"/>
              <a:gd name="connsiteX25" fmla="*/ 294270 w 787449"/>
              <a:gd name="connsiteY25" fmla="*/ 842058 h 902388"/>
              <a:gd name="connsiteX26" fmla="*/ 389327 w 787449"/>
              <a:gd name="connsiteY26" fmla="*/ 678242 h 902388"/>
              <a:gd name="connsiteX27" fmla="*/ 479724 w 787449"/>
              <a:gd name="connsiteY27" fmla="*/ 556604 h 902388"/>
              <a:gd name="connsiteX28" fmla="*/ 591154 w 787449"/>
              <a:gd name="connsiteY28" fmla="*/ 543092 h 902388"/>
              <a:gd name="connsiteX29" fmla="*/ 682845 w 787449"/>
              <a:gd name="connsiteY29" fmla="*/ 486164 h 902388"/>
              <a:gd name="connsiteX30" fmla="*/ 787449 w 787449"/>
              <a:gd name="connsiteY30" fmla="*/ 590768 h 902388"/>
              <a:gd name="connsiteX31" fmla="*/ 682845 w 787449"/>
              <a:gd name="connsiteY31" fmla="*/ 695372 h 902388"/>
              <a:gd name="connsiteX32" fmla="*/ 578241 w 787449"/>
              <a:gd name="connsiteY32" fmla="*/ 590768 h 902388"/>
              <a:gd name="connsiteX33" fmla="*/ 578394 w 787449"/>
              <a:gd name="connsiteY33" fmla="*/ 590012 h 902388"/>
              <a:gd name="connsiteX34" fmla="*/ 499633 w 787449"/>
              <a:gd name="connsiteY34" fmla="*/ 597638 h 902388"/>
              <a:gd name="connsiteX35" fmla="*/ 435181 w 787449"/>
              <a:gd name="connsiteY35" fmla="*/ 684532 h 902388"/>
              <a:gd name="connsiteX36" fmla="*/ 313189 w 787449"/>
              <a:gd name="connsiteY36" fmla="*/ 883831 h 902388"/>
              <a:gd name="connsiteX37" fmla="*/ 75954 w 787449"/>
              <a:gd name="connsiteY37" fmla="*/ 838472 h 902388"/>
              <a:gd name="connsiteX38" fmla="*/ 39332 w 787449"/>
              <a:gd name="connsiteY38" fmla="*/ 599535 h 902388"/>
              <a:gd name="connsiteX39" fmla="*/ 236709 w 787449"/>
              <a:gd name="connsiteY39" fmla="*/ 486090 h 902388"/>
              <a:gd name="connsiteX40" fmla="*/ 280668 w 787449"/>
              <a:gd name="connsiteY40" fmla="*/ 407643 h 902388"/>
              <a:gd name="connsiteX41" fmla="*/ 133775 w 787449"/>
              <a:gd name="connsiteY41" fmla="*/ 353150 h 902388"/>
              <a:gd name="connsiteX42" fmla="*/ 3655 w 787449"/>
              <a:gd name="connsiteY42" fmla="*/ 48249 h 902388"/>
              <a:gd name="connsiteX43" fmla="*/ 70581 w 787449"/>
              <a:gd name="connsiteY43" fmla="*/ 13280 h 902388"/>
              <a:gd name="connsiteX44" fmla="*/ 90735 w 787449"/>
              <a:gd name="connsiteY44"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9337 w 787449"/>
              <a:gd name="connsiteY21" fmla="*/ 528543 h 902388"/>
              <a:gd name="connsiteX22" fmla="*/ 246746 w 787449"/>
              <a:gd name="connsiteY22" fmla="*/ 531086 h 902388"/>
              <a:gd name="connsiteX23" fmla="*/ 80355 w 787449"/>
              <a:gd name="connsiteY23" fmla="*/ 620025 h 902388"/>
              <a:gd name="connsiteX24" fmla="*/ 108990 w 787449"/>
              <a:gd name="connsiteY24" fmla="*/ 806667 h 902388"/>
              <a:gd name="connsiteX25" fmla="*/ 294270 w 787449"/>
              <a:gd name="connsiteY25" fmla="*/ 842058 h 902388"/>
              <a:gd name="connsiteX26" fmla="*/ 389327 w 787449"/>
              <a:gd name="connsiteY26" fmla="*/ 678242 h 902388"/>
              <a:gd name="connsiteX27" fmla="*/ 479724 w 787449"/>
              <a:gd name="connsiteY27" fmla="*/ 556604 h 902388"/>
              <a:gd name="connsiteX28" fmla="*/ 591154 w 787449"/>
              <a:gd name="connsiteY28" fmla="*/ 543092 h 902388"/>
              <a:gd name="connsiteX29" fmla="*/ 682845 w 787449"/>
              <a:gd name="connsiteY29" fmla="*/ 486164 h 902388"/>
              <a:gd name="connsiteX30" fmla="*/ 787449 w 787449"/>
              <a:gd name="connsiteY30" fmla="*/ 590768 h 902388"/>
              <a:gd name="connsiteX31" fmla="*/ 682845 w 787449"/>
              <a:gd name="connsiteY31" fmla="*/ 695372 h 902388"/>
              <a:gd name="connsiteX32" fmla="*/ 578241 w 787449"/>
              <a:gd name="connsiteY32" fmla="*/ 590768 h 902388"/>
              <a:gd name="connsiteX33" fmla="*/ 578394 w 787449"/>
              <a:gd name="connsiteY33" fmla="*/ 590012 h 902388"/>
              <a:gd name="connsiteX34" fmla="*/ 499633 w 787449"/>
              <a:gd name="connsiteY34" fmla="*/ 597638 h 902388"/>
              <a:gd name="connsiteX35" fmla="*/ 435181 w 787449"/>
              <a:gd name="connsiteY35" fmla="*/ 684532 h 902388"/>
              <a:gd name="connsiteX36" fmla="*/ 313189 w 787449"/>
              <a:gd name="connsiteY36" fmla="*/ 883831 h 902388"/>
              <a:gd name="connsiteX37" fmla="*/ 75954 w 787449"/>
              <a:gd name="connsiteY37" fmla="*/ 838472 h 902388"/>
              <a:gd name="connsiteX38" fmla="*/ 39332 w 787449"/>
              <a:gd name="connsiteY38" fmla="*/ 599535 h 902388"/>
              <a:gd name="connsiteX39" fmla="*/ 236709 w 787449"/>
              <a:gd name="connsiteY39" fmla="*/ 486090 h 902388"/>
              <a:gd name="connsiteX40" fmla="*/ 280668 w 787449"/>
              <a:gd name="connsiteY40" fmla="*/ 407643 h 902388"/>
              <a:gd name="connsiteX41" fmla="*/ 133775 w 787449"/>
              <a:gd name="connsiteY41" fmla="*/ 353150 h 902388"/>
              <a:gd name="connsiteX42" fmla="*/ 3655 w 787449"/>
              <a:gd name="connsiteY42" fmla="*/ 48249 h 902388"/>
              <a:gd name="connsiteX43" fmla="*/ 70581 w 787449"/>
              <a:gd name="connsiteY43" fmla="*/ 13280 h 902388"/>
              <a:gd name="connsiteX44" fmla="*/ 90735 w 787449"/>
              <a:gd name="connsiteY44"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8999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50697 w 787449"/>
              <a:gd name="connsiteY9" fmla="*/ 54237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 name="connsiteX0" fmla="*/ 682844 w 787449"/>
              <a:gd name="connsiteY0" fmla="*/ 547973 h 902388"/>
              <a:gd name="connsiteX1" fmla="*/ 640050 w 787449"/>
              <a:gd name="connsiteY1" fmla="*/ 590767 h 902388"/>
              <a:gd name="connsiteX2" fmla="*/ 682844 w 787449"/>
              <a:gd name="connsiteY2" fmla="*/ 633561 h 902388"/>
              <a:gd name="connsiteX3" fmla="*/ 725638 w 787449"/>
              <a:gd name="connsiteY3" fmla="*/ 590767 h 902388"/>
              <a:gd name="connsiteX4" fmla="*/ 682844 w 787449"/>
              <a:gd name="connsiteY4" fmla="*/ 547973 h 902388"/>
              <a:gd name="connsiteX5" fmla="*/ 90735 w 787449"/>
              <a:gd name="connsiteY5" fmla="*/ 0 h 902388"/>
              <a:gd name="connsiteX6" fmla="*/ 117653 w 787449"/>
              <a:gd name="connsiteY6" fmla="*/ 33759 h 902388"/>
              <a:gd name="connsiteX7" fmla="*/ 90735 w 787449"/>
              <a:gd name="connsiteY7" fmla="*/ 67518 h 902388"/>
              <a:gd name="connsiteX8" fmla="*/ 74336 w 787449"/>
              <a:gd name="connsiteY8" fmla="*/ 58999 h 902388"/>
              <a:gd name="connsiteX9" fmla="*/ 45935 w 787449"/>
              <a:gd name="connsiteY9" fmla="*/ 56618 h 902388"/>
              <a:gd name="connsiteX10" fmla="*/ 160908 w 787449"/>
              <a:gd name="connsiteY10" fmla="*/ 313414 h 902388"/>
              <a:gd name="connsiteX11" fmla="*/ 452219 w 787449"/>
              <a:gd name="connsiteY11" fmla="*/ 316343 h 902388"/>
              <a:gd name="connsiteX12" fmla="*/ 567359 w 787449"/>
              <a:gd name="connsiteY12" fmla="*/ 58999 h 902388"/>
              <a:gd name="connsiteX13" fmla="*/ 544776 w 787449"/>
              <a:gd name="connsiteY13" fmla="*/ 58999 h 902388"/>
              <a:gd name="connsiteX14" fmla="*/ 528377 w 787449"/>
              <a:gd name="connsiteY14" fmla="*/ 67518 h 902388"/>
              <a:gd name="connsiteX15" fmla="*/ 501459 w 787449"/>
              <a:gd name="connsiteY15" fmla="*/ 33759 h 902388"/>
              <a:gd name="connsiteX16" fmla="*/ 528377 w 787449"/>
              <a:gd name="connsiteY16" fmla="*/ 0 h 902388"/>
              <a:gd name="connsiteX17" fmla="*/ 548531 w 787449"/>
              <a:gd name="connsiteY17" fmla="*/ 13280 h 902388"/>
              <a:gd name="connsiteX18" fmla="*/ 614648 w 787449"/>
              <a:gd name="connsiteY18" fmla="*/ 50202 h 902388"/>
              <a:gd name="connsiteX19" fmla="*/ 478544 w 787449"/>
              <a:gd name="connsiteY19" fmla="*/ 356619 h 902388"/>
              <a:gd name="connsiteX20" fmla="*/ 330886 w 787449"/>
              <a:gd name="connsiteY20" fmla="*/ 409030 h 902388"/>
              <a:gd name="connsiteX21" fmla="*/ 246746 w 787449"/>
              <a:gd name="connsiteY21" fmla="*/ 531086 h 902388"/>
              <a:gd name="connsiteX22" fmla="*/ 80355 w 787449"/>
              <a:gd name="connsiteY22" fmla="*/ 620025 h 902388"/>
              <a:gd name="connsiteX23" fmla="*/ 108990 w 787449"/>
              <a:gd name="connsiteY23" fmla="*/ 806667 h 902388"/>
              <a:gd name="connsiteX24" fmla="*/ 294270 w 787449"/>
              <a:gd name="connsiteY24" fmla="*/ 842058 h 902388"/>
              <a:gd name="connsiteX25" fmla="*/ 389327 w 787449"/>
              <a:gd name="connsiteY25" fmla="*/ 678242 h 902388"/>
              <a:gd name="connsiteX26" fmla="*/ 479724 w 787449"/>
              <a:gd name="connsiteY26" fmla="*/ 556604 h 902388"/>
              <a:gd name="connsiteX27" fmla="*/ 591154 w 787449"/>
              <a:gd name="connsiteY27" fmla="*/ 543092 h 902388"/>
              <a:gd name="connsiteX28" fmla="*/ 682845 w 787449"/>
              <a:gd name="connsiteY28" fmla="*/ 486164 h 902388"/>
              <a:gd name="connsiteX29" fmla="*/ 787449 w 787449"/>
              <a:gd name="connsiteY29" fmla="*/ 590768 h 902388"/>
              <a:gd name="connsiteX30" fmla="*/ 682845 w 787449"/>
              <a:gd name="connsiteY30" fmla="*/ 695372 h 902388"/>
              <a:gd name="connsiteX31" fmla="*/ 578241 w 787449"/>
              <a:gd name="connsiteY31" fmla="*/ 590768 h 902388"/>
              <a:gd name="connsiteX32" fmla="*/ 578394 w 787449"/>
              <a:gd name="connsiteY32" fmla="*/ 590012 h 902388"/>
              <a:gd name="connsiteX33" fmla="*/ 499633 w 787449"/>
              <a:gd name="connsiteY33" fmla="*/ 597638 h 902388"/>
              <a:gd name="connsiteX34" fmla="*/ 435181 w 787449"/>
              <a:gd name="connsiteY34" fmla="*/ 684532 h 902388"/>
              <a:gd name="connsiteX35" fmla="*/ 313189 w 787449"/>
              <a:gd name="connsiteY35" fmla="*/ 883831 h 902388"/>
              <a:gd name="connsiteX36" fmla="*/ 75954 w 787449"/>
              <a:gd name="connsiteY36" fmla="*/ 838472 h 902388"/>
              <a:gd name="connsiteX37" fmla="*/ 39332 w 787449"/>
              <a:gd name="connsiteY37" fmla="*/ 599535 h 902388"/>
              <a:gd name="connsiteX38" fmla="*/ 236709 w 787449"/>
              <a:gd name="connsiteY38" fmla="*/ 486090 h 902388"/>
              <a:gd name="connsiteX39" fmla="*/ 280668 w 787449"/>
              <a:gd name="connsiteY39" fmla="*/ 407643 h 902388"/>
              <a:gd name="connsiteX40" fmla="*/ 133775 w 787449"/>
              <a:gd name="connsiteY40" fmla="*/ 353150 h 902388"/>
              <a:gd name="connsiteX41" fmla="*/ 3655 w 787449"/>
              <a:gd name="connsiteY41" fmla="*/ 48249 h 902388"/>
              <a:gd name="connsiteX42" fmla="*/ 70581 w 787449"/>
              <a:gd name="connsiteY42" fmla="*/ 13280 h 902388"/>
              <a:gd name="connsiteX43" fmla="*/ 90735 w 787449"/>
              <a:gd name="connsiteY43" fmla="*/ 0 h 902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787449" h="902388">
                <a:moveTo>
                  <a:pt x="682844" y="547973"/>
                </a:moveTo>
                <a:cubicBezTo>
                  <a:pt x="659210" y="547973"/>
                  <a:pt x="640050" y="567133"/>
                  <a:pt x="640050" y="590767"/>
                </a:cubicBezTo>
                <a:cubicBezTo>
                  <a:pt x="640050" y="614401"/>
                  <a:pt x="659210" y="633561"/>
                  <a:pt x="682844" y="633561"/>
                </a:cubicBezTo>
                <a:cubicBezTo>
                  <a:pt x="706478" y="633561"/>
                  <a:pt x="725638" y="614401"/>
                  <a:pt x="725638" y="590767"/>
                </a:cubicBezTo>
                <a:cubicBezTo>
                  <a:pt x="725638" y="567133"/>
                  <a:pt x="706478" y="547973"/>
                  <a:pt x="682844" y="547973"/>
                </a:cubicBezTo>
                <a:close/>
                <a:moveTo>
                  <a:pt x="90735" y="0"/>
                </a:moveTo>
                <a:cubicBezTo>
                  <a:pt x="105601" y="0"/>
                  <a:pt x="117653" y="15114"/>
                  <a:pt x="117653" y="33759"/>
                </a:cubicBezTo>
                <a:cubicBezTo>
                  <a:pt x="117653" y="52404"/>
                  <a:pt x="105601" y="67518"/>
                  <a:pt x="90735" y="67518"/>
                </a:cubicBezTo>
                <a:lnTo>
                  <a:pt x="74336" y="58999"/>
                </a:lnTo>
                <a:lnTo>
                  <a:pt x="45935" y="56618"/>
                </a:lnTo>
                <a:cubicBezTo>
                  <a:pt x="29439" y="155149"/>
                  <a:pt x="93194" y="270127"/>
                  <a:pt x="160908" y="313414"/>
                </a:cubicBezTo>
                <a:cubicBezTo>
                  <a:pt x="228622" y="356701"/>
                  <a:pt x="363412" y="374039"/>
                  <a:pt x="452219" y="316343"/>
                </a:cubicBezTo>
                <a:cubicBezTo>
                  <a:pt x="538400" y="260354"/>
                  <a:pt x="583609" y="159616"/>
                  <a:pt x="567359" y="58999"/>
                </a:cubicBezTo>
                <a:lnTo>
                  <a:pt x="544776" y="58999"/>
                </a:lnTo>
                <a:cubicBezTo>
                  <a:pt x="540895" y="64601"/>
                  <a:pt x="534908" y="67518"/>
                  <a:pt x="528377" y="67518"/>
                </a:cubicBezTo>
                <a:cubicBezTo>
                  <a:pt x="513511" y="67518"/>
                  <a:pt x="501459" y="52404"/>
                  <a:pt x="501459" y="33759"/>
                </a:cubicBezTo>
                <a:cubicBezTo>
                  <a:pt x="501459" y="15114"/>
                  <a:pt x="513511" y="0"/>
                  <a:pt x="528377" y="0"/>
                </a:cubicBezTo>
                <a:cubicBezTo>
                  <a:pt x="536896" y="0"/>
                  <a:pt x="544492" y="4964"/>
                  <a:pt x="548531" y="13280"/>
                </a:cubicBezTo>
                <a:cubicBezTo>
                  <a:pt x="575332" y="16062"/>
                  <a:pt x="616421" y="-7348"/>
                  <a:pt x="614648" y="50202"/>
                </a:cubicBezTo>
                <a:cubicBezTo>
                  <a:pt x="634477" y="169905"/>
                  <a:pt x="559175" y="313483"/>
                  <a:pt x="478544" y="356619"/>
                </a:cubicBezTo>
                <a:cubicBezTo>
                  <a:pt x="422287" y="390308"/>
                  <a:pt x="378597" y="397418"/>
                  <a:pt x="330886" y="409030"/>
                </a:cubicBezTo>
                <a:cubicBezTo>
                  <a:pt x="320828" y="464302"/>
                  <a:pt x="319457" y="517351"/>
                  <a:pt x="246746" y="531086"/>
                </a:cubicBezTo>
                <a:cubicBezTo>
                  <a:pt x="177998" y="522703"/>
                  <a:pt x="111386" y="558308"/>
                  <a:pt x="80355" y="620025"/>
                </a:cubicBezTo>
                <a:cubicBezTo>
                  <a:pt x="49198" y="681992"/>
                  <a:pt x="60676" y="756812"/>
                  <a:pt x="108990" y="806667"/>
                </a:cubicBezTo>
                <a:cubicBezTo>
                  <a:pt x="157059" y="856270"/>
                  <a:pt x="247547" y="863462"/>
                  <a:pt x="294270" y="842058"/>
                </a:cubicBezTo>
                <a:cubicBezTo>
                  <a:pt x="340993" y="820654"/>
                  <a:pt x="379849" y="775823"/>
                  <a:pt x="389327" y="678242"/>
                </a:cubicBezTo>
                <a:cubicBezTo>
                  <a:pt x="399344" y="625492"/>
                  <a:pt x="427998" y="571002"/>
                  <a:pt x="479724" y="556604"/>
                </a:cubicBezTo>
                <a:cubicBezTo>
                  <a:pt x="514638" y="538819"/>
                  <a:pt x="554036" y="534190"/>
                  <a:pt x="591154" y="543092"/>
                </a:cubicBezTo>
                <a:cubicBezTo>
                  <a:pt x="607462" y="509023"/>
                  <a:pt x="642484" y="486164"/>
                  <a:pt x="682845" y="486164"/>
                </a:cubicBezTo>
                <a:cubicBezTo>
                  <a:pt x="740616" y="486164"/>
                  <a:pt x="787449" y="532997"/>
                  <a:pt x="787449" y="590768"/>
                </a:cubicBezTo>
                <a:cubicBezTo>
                  <a:pt x="787449" y="648539"/>
                  <a:pt x="740616" y="695372"/>
                  <a:pt x="682845" y="695372"/>
                </a:cubicBezTo>
                <a:cubicBezTo>
                  <a:pt x="625074" y="695372"/>
                  <a:pt x="578241" y="648539"/>
                  <a:pt x="578241" y="590768"/>
                </a:cubicBezTo>
                <a:lnTo>
                  <a:pt x="578394" y="590012"/>
                </a:lnTo>
                <a:cubicBezTo>
                  <a:pt x="552482" y="581111"/>
                  <a:pt x="524484" y="584753"/>
                  <a:pt x="499633" y="597638"/>
                </a:cubicBezTo>
                <a:cubicBezTo>
                  <a:pt x="466320" y="614912"/>
                  <a:pt x="442432" y="637323"/>
                  <a:pt x="435181" y="684532"/>
                </a:cubicBezTo>
                <a:cubicBezTo>
                  <a:pt x="439961" y="769466"/>
                  <a:pt x="391446" y="848568"/>
                  <a:pt x="313189" y="883831"/>
                </a:cubicBezTo>
                <a:cubicBezTo>
                  <a:pt x="232444" y="920215"/>
                  <a:pt x="137486" y="902059"/>
                  <a:pt x="75954" y="838472"/>
                </a:cubicBezTo>
                <a:cubicBezTo>
                  <a:pt x="14179" y="774633"/>
                  <a:pt x="-500" y="678867"/>
                  <a:pt x="39332" y="599535"/>
                </a:cubicBezTo>
                <a:cubicBezTo>
                  <a:pt x="76696" y="525117"/>
                  <a:pt x="154417" y="480322"/>
                  <a:pt x="236709" y="486090"/>
                </a:cubicBezTo>
                <a:cubicBezTo>
                  <a:pt x="284700" y="478197"/>
                  <a:pt x="277921" y="425061"/>
                  <a:pt x="280668" y="407643"/>
                </a:cubicBezTo>
                <a:cubicBezTo>
                  <a:pt x="205089" y="382694"/>
                  <a:pt x="175182" y="377330"/>
                  <a:pt x="133775" y="353150"/>
                </a:cubicBezTo>
                <a:cubicBezTo>
                  <a:pt x="54268" y="298014"/>
                  <a:pt x="-17164" y="166126"/>
                  <a:pt x="3655" y="48249"/>
                </a:cubicBezTo>
                <a:cubicBezTo>
                  <a:pt x="9296" y="-13413"/>
                  <a:pt x="38748" y="13029"/>
                  <a:pt x="70581" y="13280"/>
                </a:cubicBezTo>
                <a:cubicBezTo>
                  <a:pt x="74620" y="4964"/>
                  <a:pt x="82215" y="0"/>
                  <a:pt x="9073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二等辺三角形 18440"/>
          <p:cNvSpPr>
            <a:spLocks noChangeAspect="1"/>
          </p:cNvSpPr>
          <p:nvPr/>
        </p:nvSpPr>
        <p:spPr bwMode="gray">
          <a:xfrm>
            <a:off x="5203764" y="1695550"/>
            <a:ext cx="620998" cy="924104"/>
          </a:xfrm>
          <a:custGeom>
            <a:avLst/>
            <a:gdLst/>
            <a:ahLst/>
            <a:cxnLst/>
            <a:rect l="l" t="t" r="r" b="b"/>
            <a:pathLst>
              <a:path w="604800" h="900000">
                <a:moveTo>
                  <a:pt x="371788" y="664493"/>
                </a:moveTo>
                <a:cubicBezTo>
                  <a:pt x="361847" y="664493"/>
                  <a:pt x="353788" y="672552"/>
                  <a:pt x="353788" y="682493"/>
                </a:cubicBezTo>
                <a:cubicBezTo>
                  <a:pt x="353788" y="692434"/>
                  <a:pt x="361847" y="700493"/>
                  <a:pt x="371788" y="700493"/>
                </a:cubicBezTo>
                <a:lnTo>
                  <a:pt x="460604" y="700493"/>
                </a:lnTo>
                <a:cubicBezTo>
                  <a:pt x="470545" y="700493"/>
                  <a:pt x="478604" y="692434"/>
                  <a:pt x="478604" y="682493"/>
                </a:cubicBezTo>
                <a:cubicBezTo>
                  <a:pt x="478604" y="672552"/>
                  <a:pt x="470545" y="664493"/>
                  <a:pt x="460604" y="664493"/>
                </a:cubicBezTo>
                <a:close/>
                <a:moveTo>
                  <a:pt x="340832" y="593055"/>
                </a:moveTo>
                <a:cubicBezTo>
                  <a:pt x="330891" y="593055"/>
                  <a:pt x="322832" y="601114"/>
                  <a:pt x="322832" y="611055"/>
                </a:cubicBezTo>
                <a:cubicBezTo>
                  <a:pt x="322832" y="620996"/>
                  <a:pt x="330891" y="629055"/>
                  <a:pt x="340832" y="629055"/>
                </a:cubicBezTo>
                <a:lnTo>
                  <a:pt x="429648" y="629055"/>
                </a:lnTo>
                <a:cubicBezTo>
                  <a:pt x="439589" y="629055"/>
                  <a:pt x="447648" y="620996"/>
                  <a:pt x="447648" y="611055"/>
                </a:cubicBezTo>
                <a:cubicBezTo>
                  <a:pt x="447648" y="601114"/>
                  <a:pt x="439589" y="593055"/>
                  <a:pt x="429648" y="593055"/>
                </a:cubicBezTo>
                <a:close/>
                <a:moveTo>
                  <a:pt x="309876" y="521618"/>
                </a:moveTo>
                <a:cubicBezTo>
                  <a:pt x="299935" y="521618"/>
                  <a:pt x="291876" y="529677"/>
                  <a:pt x="291876" y="539618"/>
                </a:cubicBezTo>
                <a:cubicBezTo>
                  <a:pt x="291876" y="549559"/>
                  <a:pt x="299935" y="557618"/>
                  <a:pt x="309876" y="557618"/>
                </a:cubicBezTo>
                <a:lnTo>
                  <a:pt x="398692" y="557618"/>
                </a:lnTo>
                <a:cubicBezTo>
                  <a:pt x="408633" y="557618"/>
                  <a:pt x="416692" y="549559"/>
                  <a:pt x="416692" y="539618"/>
                </a:cubicBezTo>
                <a:cubicBezTo>
                  <a:pt x="416692" y="529677"/>
                  <a:pt x="408633" y="521618"/>
                  <a:pt x="398692" y="521618"/>
                </a:cubicBezTo>
                <a:close/>
                <a:moveTo>
                  <a:pt x="202851" y="0"/>
                </a:moveTo>
                <a:lnTo>
                  <a:pt x="401949" y="0"/>
                </a:lnTo>
                <a:cubicBezTo>
                  <a:pt x="408924" y="0"/>
                  <a:pt x="414578" y="4765"/>
                  <a:pt x="414578" y="10643"/>
                </a:cubicBezTo>
                <a:lnTo>
                  <a:pt x="414578" y="14069"/>
                </a:lnTo>
                <a:lnTo>
                  <a:pt x="392887" y="51455"/>
                </a:lnTo>
                <a:lnTo>
                  <a:pt x="392887" y="379872"/>
                </a:lnTo>
                <a:lnTo>
                  <a:pt x="604800" y="851076"/>
                </a:lnTo>
                <a:lnTo>
                  <a:pt x="604800" y="862987"/>
                </a:lnTo>
                <a:cubicBezTo>
                  <a:pt x="604800" y="883429"/>
                  <a:pt x="589558" y="900000"/>
                  <a:pt x="570756" y="900000"/>
                </a:cubicBezTo>
                <a:lnTo>
                  <a:pt x="34044" y="900000"/>
                </a:lnTo>
                <a:cubicBezTo>
                  <a:pt x="15242" y="900000"/>
                  <a:pt x="0" y="883429"/>
                  <a:pt x="0" y="862987"/>
                </a:cubicBezTo>
                <a:lnTo>
                  <a:pt x="0" y="851074"/>
                </a:lnTo>
                <a:lnTo>
                  <a:pt x="211913" y="379869"/>
                </a:lnTo>
                <a:lnTo>
                  <a:pt x="211913" y="51456"/>
                </a:lnTo>
                <a:lnTo>
                  <a:pt x="190221" y="14068"/>
                </a:lnTo>
                <a:lnTo>
                  <a:pt x="190221" y="10643"/>
                </a:lnTo>
                <a:cubicBezTo>
                  <a:pt x="190221" y="4765"/>
                  <a:pt x="195875" y="0"/>
                  <a:pt x="202851"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正方形/長方形 245"/>
          <p:cNvSpPr>
            <a:spLocks noChangeAspect="1"/>
          </p:cNvSpPr>
          <p:nvPr/>
        </p:nvSpPr>
        <p:spPr bwMode="gray">
          <a:xfrm>
            <a:off x="6543450" y="1757582"/>
            <a:ext cx="764586" cy="800038"/>
          </a:xfrm>
          <a:custGeom>
            <a:avLst/>
            <a:gdLst/>
            <a:ahLst/>
            <a:cxnLst/>
            <a:rect l="l" t="t" r="r" b="b"/>
            <a:pathLst>
              <a:path w="790297" h="826941">
                <a:moveTo>
                  <a:pt x="144084" y="461540"/>
                </a:moveTo>
                <a:lnTo>
                  <a:pt x="50612" y="555014"/>
                </a:lnTo>
                <a:cubicBezTo>
                  <a:pt x="-16872" y="622496"/>
                  <a:pt x="-16871" y="731908"/>
                  <a:pt x="50612" y="799391"/>
                </a:cubicBezTo>
                <a:cubicBezTo>
                  <a:pt x="55015" y="803794"/>
                  <a:pt x="59597" y="807910"/>
                  <a:pt x="66036" y="809633"/>
                </a:cubicBezTo>
                <a:cubicBezTo>
                  <a:pt x="22282" y="736841"/>
                  <a:pt x="22108" y="642378"/>
                  <a:pt x="72764" y="567277"/>
                </a:cubicBezTo>
                <a:close/>
                <a:moveTo>
                  <a:pt x="617497" y="43315"/>
                </a:moveTo>
                <a:cubicBezTo>
                  <a:pt x="573274" y="43315"/>
                  <a:pt x="529051" y="60186"/>
                  <a:pt x="495309" y="93927"/>
                </a:cubicBezTo>
                <a:lnTo>
                  <a:pt x="269067" y="320170"/>
                </a:lnTo>
                <a:lnTo>
                  <a:pt x="513443" y="564546"/>
                </a:lnTo>
                <a:lnTo>
                  <a:pt x="739686" y="338304"/>
                </a:lnTo>
                <a:cubicBezTo>
                  <a:pt x="807168" y="270821"/>
                  <a:pt x="807169" y="161411"/>
                  <a:pt x="739686" y="93928"/>
                </a:cubicBezTo>
                <a:cubicBezTo>
                  <a:pt x="705944" y="60186"/>
                  <a:pt x="661721" y="43315"/>
                  <a:pt x="617497" y="43315"/>
                </a:cubicBezTo>
                <a:close/>
                <a:moveTo>
                  <a:pt x="617497" y="0"/>
                </a:moveTo>
                <a:cubicBezTo>
                  <a:pt x="672776" y="0"/>
                  <a:pt x="728055" y="21088"/>
                  <a:pt x="770232" y="63265"/>
                </a:cubicBezTo>
                <a:cubicBezTo>
                  <a:pt x="854585" y="147619"/>
                  <a:pt x="854585" y="284382"/>
                  <a:pt x="770232" y="368735"/>
                </a:cubicBezTo>
                <a:lnTo>
                  <a:pt x="312027" y="826941"/>
                </a:lnTo>
                <a:cubicBezTo>
                  <a:pt x="227673" y="911294"/>
                  <a:pt x="90910" y="911294"/>
                  <a:pt x="6556" y="826941"/>
                </a:cubicBezTo>
                <a:cubicBezTo>
                  <a:pt x="-77797" y="742587"/>
                  <a:pt x="-77797" y="605824"/>
                  <a:pt x="6556" y="521471"/>
                </a:cubicBezTo>
                <a:lnTo>
                  <a:pt x="464762" y="63265"/>
                </a:lnTo>
                <a:cubicBezTo>
                  <a:pt x="506938" y="21088"/>
                  <a:pt x="562218" y="0"/>
                  <a:pt x="61749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1" name="角丸四角形 2"/>
          <p:cNvSpPr>
            <a:spLocks noChangeAspect="1"/>
          </p:cNvSpPr>
          <p:nvPr/>
        </p:nvSpPr>
        <p:spPr bwMode="gray">
          <a:xfrm>
            <a:off x="2344003" y="2078127"/>
            <a:ext cx="1098182" cy="188886"/>
          </a:xfrm>
          <a:custGeom>
            <a:avLst/>
            <a:gdLst/>
            <a:ahLst/>
            <a:cxnLst/>
            <a:rect l="l" t="t" r="r" b="b"/>
            <a:pathLst>
              <a:path w="1440079" h="221657">
                <a:moveTo>
                  <a:pt x="1113938" y="74828"/>
                </a:moveTo>
                <a:lnTo>
                  <a:pt x="1149939" y="74828"/>
                </a:lnTo>
                <a:lnTo>
                  <a:pt x="1137551" y="99604"/>
                </a:lnTo>
                <a:lnTo>
                  <a:pt x="1440079" y="99604"/>
                </a:lnTo>
                <a:lnTo>
                  <a:pt x="1440079" y="122052"/>
                </a:lnTo>
                <a:lnTo>
                  <a:pt x="1131938" y="122052"/>
                </a:lnTo>
                <a:lnTo>
                  <a:pt x="1131938" y="132088"/>
                </a:lnTo>
                <a:cubicBezTo>
                  <a:pt x="1131938" y="139776"/>
                  <a:pt x="1125706" y="146008"/>
                  <a:pt x="1118018" y="146008"/>
                </a:cubicBezTo>
                <a:lnTo>
                  <a:pt x="1114349" y="146008"/>
                </a:lnTo>
                <a:lnTo>
                  <a:pt x="1113938" y="146829"/>
                </a:lnTo>
                <a:lnTo>
                  <a:pt x="1113938" y="146008"/>
                </a:lnTo>
                <a:lnTo>
                  <a:pt x="1003395" y="146008"/>
                </a:lnTo>
                <a:lnTo>
                  <a:pt x="1006151" y="111463"/>
                </a:lnTo>
                <a:cubicBezTo>
                  <a:pt x="1006151" y="98556"/>
                  <a:pt x="1005225" y="86195"/>
                  <a:pt x="1003228" y="74829"/>
                </a:cubicBezTo>
                <a:lnTo>
                  <a:pt x="1113938" y="74829"/>
                </a:lnTo>
                <a:close/>
                <a:moveTo>
                  <a:pt x="100175" y="65933"/>
                </a:moveTo>
                <a:lnTo>
                  <a:pt x="190595" y="65933"/>
                </a:lnTo>
                <a:lnTo>
                  <a:pt x="190595" y="155724"/>
                </a:lnTo>
                <a:lnTo>
                  <a:pt x="100175" y="155724"/>
                </a:lnTo>
                <a:close/>
                <a:moveTo>
                  <a:pt x="757876" y="43556"/>
                </a:moveTo>
                <a:lnTo>
                  <a:pt x="757876" y="108314"/>
                </a:lnTo>
                <a:cubicBezTo>
                  <a:pt x="757876" y="115495"/>
                  <a:pt x="763697" y="121316"/>
                  <a:pt x="770878" y="121316"/>
                </a:cubicBezTo>
                <a:lnTo>
                  <a:pt x="780874" y="121316"/>
                </a:lnTo>
                <a:cubicBezTo>
                  <a:pt x="788055" y="121316"/>
                  <a:pt x="793876" y="115495"/>
                  <a:pt x="793876" y="108314"/>
                </a:cubicBezTo>
                <a:lnTo>
                  <a:pt x="793876" y="43556"/>
                </a:lnTo>
                <a:close/>
                <a:moveTo>
                  <a:pt x="682456" y="43556"/>
                </a:moveTo>
                <a:lnTo>
                  <a:pt x="682456" y="87511"/>
                </a:lnTo>
                <a:cubicBezTo>
                  <a:pt x="682456" y="93959"/>
                  <a:pt x="687684" y="99187"/>
                  <a:pt x="694132" y="99187"/>
                </a:cubicBezTo>
                <a:cubicBezTo>
                  <a:pt x="700580" y="99187"/>
                  <a:pt x="705808" y="93959"/>
                  <a:pt x="705808" y="87511"/>
                </a:cubicBezTo>
                <a:lnTo>
                  <a:pt x="705808" y="43556"/>
                </a:lnTo>
                <a:close/>
                <a:moveTo>
                  <a:pt x="607037" y="43556"/>
                </a:moveTo>
                <a:lnTo>
                  <a:pt x="607037" y="87511"/>
                </a:lnTo>
                <a:cubicBezTo>
                  <a:pt x="607037" y="93959"/>
                  <a:pt x="612265" y="99187"/>
                  <a:pt x="618713" y="99187"/>
                </a:cubicBezTo>
                <a:cubicBezTo>
                  <a:pt x="625161" y="99187"/>
                  <a:pt x="630389" y="93959"/>
                  <a:pt x="630389" y="87511"/>
                </a:cubicBezTo>
                <a:lnTo>
                  <a:pt x="630389" y="43556"/>
                </a:lnTo>
                <a:close/>
                <a:moveTo>
                  <a:pt x="531618" y="43556"/>
                </a:moveTo>
                <a:lnTo>
                  <a:pt x="531618" y="87511"/>
                </a:lnTo>
                <a:cubicBezTo>
                  <a:pt x="531618" y="93959"/>
                  <a:pt x="536846" y="99187"/>
                  <a:pt x="543294" y="99187"/>
                </a:cubicBezTo>
                <a:cubicBezTo>
                  <a:pt x="549742" y="99187"/>
                  <a:pt x="554970" y="93959"/>
                  <a:pt x="554970" y="87511"/>
                </a:cubicBezTo>
                <a:lnTo>
                  <a:pt x="554970" y="43556"/>
                </a:lnTo>
                <a:close/>
                <a:moveTo>
                  <a:pt x="443551" y="43556"/>
                </a:moveTo>
                <a:lnTo>
                  <a:pt x="443551" y="108314"/>
                </a:lnTo>
                <a:cubicBezTo>
                  <a:pt x="443551" y="115495"/>
                  <a:pt x="449372" y="121316"/>
                  <a:pt x="456553" y="121316"/>
                </a:cubicBezTo>
                <a:lnTo>
                  <a:pt x="466549" y="121316"/>
                </a:lnTo>
                <a:cubicBezTo>
                  <a:pt x="473730" y="121316"/>
                  <a:pt x="479551" y="115495"/>
                  <a:pt x="479551" y="108314"/>
                </a:cubicBezTo>
                <a:lnTo>
                  <a:pt x="479551" y="43556"/>
                </a:lnTo>
                <a:close/>
                <a:moveTo>
                  <a:pt x="926416" y="6428"/>
                </a:moveTo>
                <a:cubicBezTo>
                  <a:pt x="949199" y="6428"/>
                  <a:pt x="967668" y="53169"/>
                  <a:pt x="967668" y="110828"/>
                </a:cubicBezTo>
                <a:cubicBezTo>
                  <a:pt x="967668" y="168487"/>
                  <a:pt x="949199" y="215228"/>
                  <a:pt x="926416" y="215228"/>
                </a:cubicBezTo>
                <a:lnTo>
                  <a:pt x="924962" y="214485"/>
                </a:lnTo>
                <a:lnTo>
                  <a:pt x="924962" y="215229"/>
                </a:lnTo>
                <a:lnTo>
                  <a:pt x="268401" y="215229"/>
                </a:lnTo>
                <a:cubicBezTo>
                  <a:pt x="249111" y="215229"/>
                  <a:pt x="233473" y="199591"/>
                  <a:pt x="233473" y="180301"/>
                </a:cubicBezTo>
                <a:lnTo>
                  <a:pt x="233473" y="41357"/>
                </a:lnTo>
                <a:cubicBezTo>
                  <a:pt x="233473" y="22067"/>
                  <a:pt x="249111" y="6429"/>
                  <a:pt x="268401" y="6429"/>
                </a:cubicBezTo>
                <a:lnTo>
                  <a:pt x="924962" y="6429"/>
                </a:lnTo>
                <a:lnTo>
                  <a:pt x="924962" y="7171"/>
                </a:lnTo>
                <a:cubicBezTo>
                  <a:pt x="925403" y="6451"/>
                  <a:pt x="925909" y="6428"/>
                  <a:pt x="926416" y="6428"/>
                </a:cubicBezTo>
                <a:close/>
                <a:moveTo>
                  <a:pt x="9516" y="0"/>
                </a:moveTo>
                <a:lnTo>
                  <a:pt x="47577" y="0"/>
                </a:lnTo>
                <a:cubicBezTo>
                  <a:pt x="52833" y="0"/>
                  <a:pt x="57093" y="4260"/>
                  <a:pt x="57093" y="9516"/>
                </a:cubicBezTo>
                <a:lnTo>
                  <a:pt x="57093" y="212141"/>
                </a:lnTo>
                <a:cubicBezTo>
                  <a:pt x="57093" y="217397"/>
                  <a:pt x="52833" y="221657"/>
                  <a:pt x="47577" y="221657"/>
                </a:cubicBezTo>
                <a:lnTo>
                  <a:pt x="9516" y="221657"/>
                </a:lnTo>
                <a:cubicBezTo>
                  <a:pt x="4260" y="221657"/>
                  <a:pt x="0" y="217397"/>
                  <a:pt x="0" y="212141"/>
                </a:cubicBezTo>
                <a:lnTo>
                  <a:pt x="0" y="9516"/>
                </a:lnTo>
                <a:cubicBezTo>
                  <a:pt x="0" y="4260"/>
                  <a:pt x="4260" y="0"/>
                  <a:pt x="9516"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円/楕円 26"/>
          <p:cNvSpPr>
            <a:spLocks noChangeAspect="1"/>
          </p:cNvSpPr>
          <p:nvPr/>
        </p:nvSpPr>
        <p:spPr bwMode="gray">
          <a:xfrm>
            <a:off x="2187152" y="2964018"/>
            <a:ext cx="487926" cy="924103"/>
          </a:xfrm>
          <a:custGeom>
            <a:avLst/>
            <a:gdLst/>
            <a:ahLst/>
            <a:cxnLst/>
            <a:rect l="l" t="t" r="r" b="b"/>
            <a:pathLst>
              <a:path w="530072" h="900000">
                <a:moveTo>
                  <a:pt x="106352" y="809853"/>
                </a:moveTo>
                <a:cubicBezTo>
                  <a:pt x="97448" y="820895"/>
                  <a:pt x="91373" y="833787"/>
                  <a:pt x="86849" y="847423"/>
                </a:cubicBezTo>
                <a:lnTo>
                  <a:pt x="444956" y="847423"/>
                </a:lnTo>
                <a:lnTo>
                  <a:pt x="426218" y="809853"/>
                </a:lnTo>
                <a:close/>
                <a:moveTo>
                  <a:pt x="85722" y="521913"/>
                </a:moveTo>
                <a:lnTo>
                  <a:pt x="104762" y="560229"/>
                </a:lnTo>
                <a:lnTo>
                  <a:pt x="421948" y="560229"/>
                </a:lnTo>
                <a:cubicBezTo>
                  <a:pt x="433223" y="549785"/>
                  <a:pt x="440158" y="536349"/>
                  <a:pt x="444914" y="521913"/>
                </a:cubicBezTo>
                <a:close/>
                <a:moveTo>
                  <a:pt x="74701" y="431021"/>
                </a:moveTo>
                <a:cubicBezTo>
                  <a:pt x="72832" y="438567"/>
                  <a:pt x="72360" y="446363"/>
                  <a:pt x="72360" y="454270"/>
                </a:cubicBezTo>
                <a:lnTo>
                  <a:pt x="74702" y="469336"/>
                </a:lnTo>
                <a:lnTo>
                  <a:pt x="456188" y="469336"/>
                </a:lnTo>
                <a:cubicBezTo>
                  <a:pt x="457512" y="464355"/>
                  <a:pt x="457712" y="459246"/>
                  <a:pt x="457712" y="454091"/>
                </a:cubicBezTo>
                <a:lnTo>
                  <a:pt x="453821" y="431021"/>
                </a:lnTo>
                <a:close/>
                <a:moveTo>
                  <a:pt x="113561" y="340129"/>
                </a:moveTo>
                <a:lnTo>
                  <a:pt x="87763" y="378444"/>
                </a:lnTo>
                <a:lnTo>
                  <a:pt x="440580" y="378444"/>
                </a:lnTo>
                <a:lnTo>
                  <a:pt x="419684" y="340129"/>
                </a:lnTo>
                <a:close/>
                <a:moveTo>
                  <a:pt x="82085" y="52577"/>
                </a:moveTo>
                <a:cubicBezTo>
                  <a:pt x="86791" y="67531"/>
                  <a:pt x="93301" y="81674"/>
                  <a:pt x="101702" y="94554"/>
                </a:cubicBezTo>
                <a:lnTo>
                  <a:pt x="426731" y="94554"/>
                </a:lnTo>
                <a:cubicBezTo>
                  <a:pt x="436318" y="82138"/>
                  <a:pt x="442916" y="67773"/>
                  <a:pt x="447659" y="52577"/>
                </a:cubicBezTo>
                <a:close/>
                <a:moveTo>
                  <a:pt x="12635" y="0"/>
                </a:moveTo>
                <a:lnTo>
                  <a:pt x="516635" y="0"/>
                </a:lnTo>
                <a:lnTo>
                  <a:pt x="516635" y="359"/>
                </a:lnTo>
                <a:lnTo>
                  <a:pt x="530071" y="359"/>
                </a:lnTo>
                <a:cubicBezTo>
                  <a:pt x="526429" y="143127"/>
                  <a:pt x="409925" y="257656"/>
                  <a:pt x="266400" y="258630"/>
                </a:cubicBezTo>
                <a:lnTo>
                  <a:pt x="266400" y="259907"/>
                </a:lnTo>
                <a:cubicBezTo>
                  <a:pt x="231800" y="259958"/>
                  <a:pt x="199320" y="269052"/>
                  <a:pt x="172666" y="287552"/>
                </a:cubicBezTo>
                <a:lnTo>
                  <a:pt x="359477" y="287552"/>
                </a:lnTo>
                <a:cubicBezTo>
                  <a:pt x="345934" y="277866"/>
                  <a:pt x="330377" y="271477"/>
                  <a:pt x="313953" y="267207"/>
                </a:cubicBezTo>
                <a:lnTo>
                  <a:pt x="397265" y="224758"/>
                </a:lnTo>
                <a:cubicBezTo>
                  <a:pt x="476943" y="269976"/>
                  <a:pt x="530072" y="355829"/>
                  <a:pt x="530072" y="454091"/>
                </a:cubicBezTo>
                <a:cubicBezTo>
                  <a:pt x="530072" y="601298"/>
                  <a:pt x="410833" y="720657"/>
                  <a:pt x="263672" y="720815"/>
                </a:cubicBezTo>
                <a:lnTo>
                  <a:pt x="263672" y="720755"/>
                </a:lnTo>
                <a:cubicBezTo>
                  <a:pt x="222220" y="721143"/>
                  <a:pt x="183884" y="734537"/>
                  <a:pt x="152985" y="757276"/>
                </a:cubicBezTo>
                <a:lnTo>
                  <a:pt x="373281" y="757276"/>
                </a:lnTo>
                <a:cubicBezTo>
                  <a:pt x="356613" y="744600"/>
                  <a:pt x="337068" y="735956"/>
                  <a:pt x="316042" y="730907"/>
                </a:cubicBezTo>
                <a:lnTo>
                  <a:pt x="401692" y="687266"/>
                </a:lnTo>
                <a:cubicBezTo>
                  <a:pt x="475094" y="731010"/>
                  <a:pt x="525016" y="809468"/>
                  <a:pt x="529370" y="900000"/>
                </a:cubicBezTo>
                <a:lnTo>
                  <a:pt x="516635" y="900000"/>
                </a:lnTo>
                <a:lnTo>
                  <a:pt x="457015" y="900000"/>
                </a:lnTo>
                <a:lnTo>
                  <a:pt x="12635" y="900000"/>
                </a:lnTo>
                <a:lnTo>
                  <a:pt x="12635" y="899821"/>
                </a:lnTo>
                <a:lnTo>
                  <a:pt x="702" y="899821"/>
                </a:lnTo>
                <a:cubicBezTo>
                  <a:pt x="7450" y="759491"/>
                  <a:pt x="123687" y="648169"/>
                  <a:pt x="265922" y="648168"/>
                </a:cubicBezTo>
                <a:lnTo>
                  <a:pt x="265922" y="648225"/>
                </a:lnTo>
                <a:cubicBezTo>
                  <a:pt x="304860" y="647804"/>
                  <a:pt x="341035" y="635901"/>
                  <a:pt x="369276" y="612806"/>
                </a:cubicBezTo>
                <a:lnTo>
                  <a:pt x="157386" y="612806"/>
                </a:lnTo>
                <a:cubicBezTo>
                  <a:pt x="169106" y="622546"/>
                  <a:pt x="182710" y="629640"/>
                  <a:pt x="197148" y="635044"/>
                </a:cubicBezTo>
                <a:lnTo>
                  <a:pt x="117735" y="675507"/>
                </a:lnTo>
                <a:cubicBezTo>
                  <a:pt x="46699" y="627613"/>
                  <a:pt x="0" y="546395"/>
                  <a:pt x="0" y="454270"/>
                </a:cubicBezTo>
                <a:cubicBezTo>
                  <a:pt x="0" y="307815"/>
                  <a:pt x="118024" y="188924"/>
                  <a:pt x="264150" y="187776"/>
                </a:cubicBezTo>
                <a:lnTo>
                  <a:pt x="264150" y="186497"/>
                </a:lnTo>
                <a:cubicBezTo>
                  <a:pt x="308028" y="186497"/>
                  <a:pt x="348511" y="171959"/>
                  <a:pt x="380682" y="147131"/>
                </a:cubicBezTo>
                <a:lnTo>
                  <a:pt x="150179" y="147131"/>
                </a:lnTo>
                <a:cubicBezTo>
                  <a:pt x="163071" y="157639"/>
                  <a:pt x="177723" y="165910"/>
                  <a:pt x="193393" y="172193"/>
                </a:cubicBezTo>
                <a:lnTo>
                  <a:pt x="115554" y="211855"/>
                </a:lnTo>
                <a:cubicBezTo>
                  <a:pt x="47423" y="165540"/>
                  <a:pt x="2247" y="88231"/>
                  <a:pt x="1" y="180"/>
                </a:cubicBezTo>
                <a:lnTo>
                  <a:pt x="12635" y="180"/>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3" name="正方形/長方形 60"/>
          <p:cNvSpPr>
            <a:spLocks noChangeAspect="1"/>
          </p:cNvSpPr>
          <p:nvPr/>
        </p:nvSpPr>
        <p:spPr bwMode="gray">
          <a:xfrm>
            <a:off x="3986797" y="1695550"/>
            <a:ext cx="498281" cy="924103"/>
          </a:xfrm>
          <a:custGeom>
            <a:avLst/>
            <a:gdLst/>
            <a:ahLst/>
            <a:cxnLst/>
            <a:rect l="l" t="t" r="r" b="b"/>
            <a:pathLst>
              <a:path w="485284" h="900000">
                <a:moveTo>
                  <a:pt x="274308" y="232487"/>
                </a:moveTo>
                <a:cubicBezTo>
                  <a:pt x="257340" y="232487"/>
                  <a:pt x="243585" y="244286"/>
                  <a:pt x="243585" y="258840"/>
                </a:cubicBezTo>
                <a:cubicBezTo>
                  <a:pt x="243585" y="273394"/>
                  <a:pt x="257340" y="285193"/>
                  <a:pt x="274308" y="285193"/>
                </a:cubicBezTo>
                <a:cubicBezTo>
                  <a:pt x="286408" y="285193"/>
                  <a:pt x="296874" y="279193"/>
                  <a:pt x="299950" y="269362"/>
                </a:cubicBezTo>
                <a:lnTo>
                  <a:pt x="299950" y="248318"/>
                </a:lnTo>
                <a:cubicBezTo>
                  <a:pt x="296874" y="238487"/>
                  <a:pt x="286408" y="232487"/>
                  <a:pt x="274308" y="232487"/>
                </a:cubicBezTo>
                <a:close/>
                <a:moveTo>
                  <a:pt x="302781" y="0"/>
                </a:moveTo>
                <a:lnTo>
                  <a:pt x="415101" y="0"/>
                </a:lnTo>
                <a:lnTo>
                  <a:pt x="415101" y="56078"/>
                </a:lnTo>
                <a:cubicBezTo>
                  <a:pt x="415101" y="66842"/>
                  <a:pt x="408266" y="76009"/>
                  <a:pt x="398060" y="77712"/>
                </a:cubicBezTo>
                <a:lnTo>
                  <a:pt x="398060" y="172047"/>
                </a:lnTo>
                <a:cubicBezTo>
                  <a:pt x="410133" y="174633"/>
                  <a:pt x="417931" y="185694"/>
                  <a:pt x="417931" y="198576"/>
                </a:cubicBezTo>
                <a:lnTo>
                  <a:pt x="417931" y="469059"/>
                </a:lnTo>
                <a:cubicBezTo>
                  <a:pt x="417931" y="477585"/>
                  <a:pt x="411019" y="484497"/>
                  <a:pt x="402493" y="484497"/>
                </a:cubicBezTo>
                <a:lnTo>
                  <a:pt x="396381" y="484497"/>
                </a:lnTo>
                <a:lnTo>
                  <a:pt x="396381" y="499568"/>
                </a:lnTo>
                <a:cubicBezTo>
                  <a:pt x="396381" y="512278"/>
                  <a:pt x="386077" y="522582"/>
                  <a:pt x="373367" y="522582"/>
                </a:cubicBezTo>
                <a:lnTo>
                  <a:pt x="344515" y="522582"/>
                </a:lnTo>
                <a:cubicBezTo>
                  <a:pt x="331805" y="522582"/>
                  <a:pt x="321501" y="512278"/>
                  <a:pt x="321501" y="499568"/>
                </a:cubicBezTo>
                <a:lnTo>
                  <a:pt x="321501" y="484497"/>
                </a:lnTo>
                <a:lnTo>
                  <a:pt x="315388" y="484497"/>
                </a:lnTo>
                <a:cubicBezTo>
                  <a:pt x="306862" y="484497"/>
                  <a:pt x="299950" y="477585"/>
                  <a:pt x="299950" y="469059"/>
                </a:cubicBezTo>
                <a:lnTo>
                  <a:pt x="299950" y="373415"/>
                </a:lnTo>
                <a:cubicBezTo>
                  <a:pt x="268277" y="371620"/>
                  <a:pt x="236763" y="371562"/>
                  <a:pt x="216999" y="377649"/>
                </a:cubicBezTo>
                <a:cubicBezTo>
                  <a:pt x="179955" y="417452"/>
                  <a:pt x="127418" y="591083"/>
                  <a:pt x="174116" y="615196"/>
                </a:cubicBezTo>
                <a:lnTo>
                  <a:pt x="485284" y="617577"/>
                </a:lnTo>
                <a:lnTo>
                  <a:pt x="485284" y="620233"/>
                </a:lnTo>
                <a:cubicBezTo>
                  <a:pt x="485284" y="643373"/>
                  <a:pt x="466525" y="662132"/>
                  <a:pt x="443385" y="662132"/>
                </a:cubicBezTo>
                <a:lnTo>
                  <a:pt x="205072" y="662132"/>
                </a:lnTo>
                <a:lnTo>
                  <a:pt x="205072" y="662133"/>
                </a:lnTo>
                <a:lnTo>
                  <a:pt x="262967" y="662133"/>
                </a:lnTo>
                <a:cubicBezTo>
                  <a:pt x="222611" y="662135"/>
                  <a:pt x="189897" y="694851"/>
                  <a:pt x="189897" y="735207"/>
                </a:cubicBezTo>
                <a:cubicBezTo>
                  <a:pt x="189897" y="775565"/>
                  <a:pt x="222614" y="808282"/>
                  <a:pt x="262972" y="808282"/>
                </a:cubicBezTo>
                <a:lnTo>
                  <a:pt x="485284" y="808282"/>
                </a:lnTo>
                <a:lnTo>
                  <a:pt x="485284" y="900000"/>
                </a:lnTo>
                <a:lnTo>
                  <a:pt x="14034" y="900000"/>
                </a:lnTo>
                <a:cubicBezTo>
                  <a:pt x="-24383" y="776218"/>
                  <a:pt x="25096" y="723009"/>
                  <a:pt x="54762" y="657371"/>
                </a:cubicBezTo>
                <a:cubicBezTo>
                  <a:pt x="73315" y="634157"/>
                  <a:pt x="-100203" y="617099"/>
                  <a:pt x="192032" y="206137"/>
                </a:cubicBezTo>
                <a:lnTo>
                  <a:pt x="193683" y="206137"/>
                </a:lnTo>
                <a:lnTo>
                  <a:pt x="205072" y="206137"/>
                </a:lnTo>
                <a:lnTo>
                  <a:pt x="299950" y="206137"/>
                </a:lnTo>
                <a:lnTo>
                  <a:pt x="299950" y="198576"/>
                </a:lnTo>
                <a:cubicBezTo>
                  <a:pt x="299950" y="185695"/>
                  <a:pt x="307747" y="174634"/>
                  <a:pt x="319819" y="172048"/>
                </a:cubicBezTo>
                <a:lnTo>
                  <a:pt x="319819" y="77711"/>
                </a:lnTo>
                <a:cubicBezTo>
                  <a:pt x="309614" y="76007"/>
                  <a:pt x="302781" y="66841"/>
                  <a:pt x="302781" y="56078"/>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4" name="円/楕円 49"/>
          <p:cNvSpPr>
            <a:spLocks noChangeAspect="1"/>
          </p:cNvSpPr>
          <p:nvPr/>
        </p:nvSpPr>
        <p:spPr bwMode="gray">
          <a:xfrm>
            <a:off x="3442185" y="3731667"/>
            <a:ext cx="923636" cy="923864"/>
          </a:xfrm>
          <a:custGeom>
            <a:avLst/>
            <a:gdLst/>
            <a:ahLst/>
            <a:cxnLst/>
            <a:rect l="l" t="t" r="r" b="b"/>
            <a:pathLst>
              <a:path w="899545" h="899767">
                <a:moveTo>
                  <a:pt x="288179" y="81232"/>
                </a:moveTo>
                <a:cubicBezTo>
                  <a:pt x="172986" y="81232"/>
                  <a:pt x="79603" y="174615"/>
                  <a:pt x="79603" y="289808"/>
                </a:cubicBezTo>
                <a:cubicBezTo>
                  <a:pt x="79603" y="405001"/>
                  <a:pt x="172986" y="498384"/>
                  <a:pt x="288179" y="498384"/>
                </a:cubicBezTo>
                <a:cubicBezTo>
                  <a:pt x="403372" y="498384"/>
                  <a:pt x="496755" y="405001"/>
                  <a:pt x="496755" y="289808"/>
                </a:cubicBezTo>
                <a:cubicBezTo>
                  <a:pt x="496755" y="174615"/>
                  <a:pt x="403372" y="81232"/>
                  <a:pt x="288179" y="81232"/>
                </a:cubicBezTo>
                <a:close/>
                <a:moveTo>
                  <a:pt x="289846" y="0"/>
                </a:moveTo>
                <a:cubicBezTo>
                  <a:pt x="449924" y="0"/>
                  <a:pt x="579692" y="129768"/>
                  <a:pt x="579692" y="289846"/>
                </a:cubicBezTo>
                <a:cubicBezTo>
                  <a:pt x="579692" y="336962"/>
                  <a:pt x="568450" y="381452"/>
                  <a:pt x="547389" y="420216"/>
                </a:cubicBezTo>
                <a:lnTo>
                  <a:pt x="899545" y="772371"/>
                </a:lnTo>
                <a:cubicBezTo>
                  <a:pt x="925670" y="798497"/>
                  <a:pt x="925670" y="840855"/>
                  <a:pt x="899545" y="866981"/>
                </a:cubicBezTo>
                <a:lnTo>
                  <a:pt x="866758" y="899767"/>
                </a:lnTo>
                <a:cubicBezTo>
                  <a:pt x="840633" y="925893"/>
                  <a:pt x="798274" y="925893"/>
                  <a:pt x="772149" y="899767"/>
                </a:cubicBezTo>
                <a:lnTo>
                  <a:pt x="419928" y="547546"/>
                </a:lnTo>
                <a:cubicBezTo>
                  <a:pt x="381230" y="568506"/>
                  <a:pt x="336845" y="579692"/>
                  <a:pt x="289846" y="579692"/>
                </a:cubicBezTo>
                <a:cubicBezTo>
                  <a:pt x="129768" y="579692"/>
                  <a:pt x="0" y="449924"/>
                  <a:pt x="0" y="289846"/>
                </a:cubicBezTo>
                <a:cubicBezTo>
                  <a:pt x="0" y="129768"/>
                  <a:pt x="129768" y="0"/>
                  <a:pt x="28984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1" name="円/楕円 20"/>
          <p:cNvSpPr>
            <a:spLocks noChangeAspect="1"/>
          </p:cNvSpPr>
          <p:nvPr/>
        </p:nvSpPr>
        <p:spPr bwMode="gray">
          <a:xfrm>
            <a:off x="8026723" y="1777607"/>
            <a:ext cx="922230" cy="759988"/>
          </a:xfrm>
          <a:custGeom>
            <a:avLst/>
            <a:gdLst/>
            <a:ahLst/>
            <a:cxnLst/>
            <a:rect l="l" t="t" r="r" b="b"/>
            <a:pathLst>
              <a:path w="898175" h="740164">
                <a:moveTo>
                  <a:pt x="220087" y="139"/>
                </a:moveTo>
                <a:cubicBezTo>
                  <a:pt x="278413" y="-1898"/>
                  <a:pt x="337516" y="18316"/>
                  <a:pt x="383572" y="61264"/>
                </a:cubicBezTo>
                <a:lnTo>
                  <a:pt x="448679" y="121977"/>
                </a:lnTo>
                <a:lnTo>
                  <a:pt x="517536" y="59976"/>
                </a:lnTo>
                <a:cubicBezTo>
                  <a:pt x="611132" y="-24298"/>
                  <a:pt x="755324" y="-16741"/>
                  <a:pt x="839599" y="76855"/>
                </a:cubicBezTo>
                <a:cubicBezTo>
                  <a:pt x="923873" y="170451"/>
                  <a:pt x="916316" y="314643"/>
                  <a:pt x="822721" y="398917"/>
                </a:cubicBezTo>
                <a:lnTo>
                  <a:pt x="445443" y="740164"/>
                </a:lnTo>
                <a:lnTo>
                  <a:pt x="72519" y="394827"/>
                </a:lnTo>
                <a:cubicBezTo>
                  <a:pt x="-19592" y="308932"/>
                  <a:pt x="-24631" y="164630"/>
                  <a:pt x="61264" y="72519"/>
                </a:cubicBezTo>
                <a:cubicBezTo>
                  <a:pt x="104211" y="26464"/>
                  <a:pt x="161761" y="2176"/>
                  <a:pt x="220087" y="139"/>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2" name="円/楕円 21"/>
          <p:cNvSpPr>
            <a:spLocks noChangeAspect="1"/>
          </p:cNvSpPr>
          <p:nvPr/>
        </p:nvSpPr>
        <p:spPr bwMode="gray">
          <a:xfrm>
            <a:off x="6524625" y="2964018"/>
            <a:ext cx="819882" cy="924105"/>
          </a:xfrm>
          <a:custGeom>
            <a:avLst/>
            <a:gdLst/>
            <a:ahLst/>
            <a:cxnLst/>
            <a:rect l="l" t="t" r="r" b="b"/>
            <a:pathLst>
              <a:path w="798497" h="900001">
                <a:moveTo>
                  <a:pt x="649262" y="0"/>
                </a:moveTo>
                <a:cubicBezTo>
                  <a:pt x="731682" y="0"/>
                  <a:pt x="798497" y="66815"/>
                  <a:pt x="798497" y="149235"/>
                </a:cubicBezTo>
                <a:cubicBezTo>
                  <a:pt x="798497" y="231655"/>
                  <a:pt x="731682" y="298470"/>
                  <a:pt x="649262" y="298470"/>
                </a:cubicBezTo>
                <a:cubicBezTo>
                  <a:pt x="616960" y="298470"/>
                  <a:pt x="587055" y="288207"/>
                  <a:pt x="564204" y="268559"/>
                </a:cubicBezTo>
                <a:lnTo>
                  <a:pt x="294550" y="430584"/>
                </a:lnTo>
                <a:cubicBezTo>
                  <a:pt x="298028" y="436703"/>
                  <a:pt x="298470" y="443301"/>
                  <a:pt x="298470" y="450001"/>
                </a:cubicBezTo>
                <a:lnTo>
                  <a:pt x="294031" y="471985"/>
                </a:lnTo>
                <a:lnTo>
                  <a:pt x="561946" y="632964"/>
                </a:lnTo>
                <a:cubicBezTo>
                  <a:pt x="585216" y="612436"/>
                  <a:pt x="615966" y="601531"/>
                  <a:pt x="649262" y="601531"/>
                </a:cubicBezTo>
                <a:cubicBezTo>
                  <a:pt x="731682" y="601531"/>
                  <a:pt x="798497" y="668346"/>
                  <a:pt x="798497" y="750766"/>
                </a:cubicBezTo>
                <a:cubicBezTo>
                  <a:pt x="798497" y="833186"/>
                  <a:pt x="731682" y="900001"/>
                  <a:pt x="649262" y="900001"/>
                </a:cubicBezTo>
                <a:cubicBezTo>
                  <a:pt x="566842" y="900001"/>
                  <a:pt x="500027" y="833186"/>
                  <a:pt x="500027" y="750766"/>
                </a:cubicBezTo>
                <a:lnTo>
                  <a:pt x="504175" y="730221"/>
                </a:lnTo>
                <a:lnTo>
                  <a:pt x="235285" y="568656"/>
                </a:lnTo>
                <a:cubicBezTo>
                  <a:pt x="212251" y="588694"/>
                  <a:pt x="181974" y="599236"/>
                  <a:pt x="149235" y="599236"/>
                </a:cubicBezTo>
                <a:cubicBezTo>
                  <a:pt x="66815" y="599236"/>
                  <a:pt x="0" y="532421"/>
                  <a:pt x="0" y="450001"/>
                </a:cubicBezTo>
                <a:cubicBezTo>
                  <a:pt x="0" y="367581"/>
                  <a:pt x="66815" y="300766"/>
                  <a:pt x="149235" y="300766"/>
                </a:cubicBezTo>
                <a:cubicBezTo>
                  <a:pt x="182967" y="300766"/>
                  <a:pt x="214086" y="311958"/>
                  <a:pt x="237542" y="332868"/>
                </a:cubicBezTo>
                <a:lnTo>
                  <a:pt x="504693" y="172348"/>
                </a:lnTo>
                <a:cubicBezTo>
                  <a:pt x="500659" y="165120"/>
                  <a:pt x="500027" y="157252"/>
                  <a:pt x="500027" y="149235"/>
                </a:cubicBezTo>
                <a:cubicBezTo>
                  <a:pt x="500027" y="66815"/>
                  <a:pt x="566842" y="0"/>
                  <a:pt x="64926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角丸四角形 23"/>
          <p:cNvSpPr>
            <a:spLocks noChangeAspect="1"/>
          </p:cNvSpPr>
          <p:nvPr/>
        </p:nvSpPr>
        <p:spPr bwMode="gray">
          <a:xfrm>
            <a:off x="874104" y="2964018"/>
            <a:ext cx="645779" cy="924103"/>
          </a:xfrm>
          <a:custGeom>
            <a:avLst/>
            <a:gdLst/>
            <a:ahLst/>
            <a:cxnLst/>
            <a:rect l="l" t="t" r="r" b="b"/>
            <a:pathLst>
              <a:path w="628935" h="900000">
                <a:moveTo>
                  <a:pt x="59579" y="86766"/>
                </a:moveTo>
                <a:lnTo>
                  <a:pt x="61567" y="86766"/>
                </a:lnTo>
                <a:lnTo>
                  <a:pt x="114494" y="220116"/>
                </a:lnTo>
                <a:lnTo>
                  <a:pt x="514440" y="220116"/>
                </a:lnTo>
                <a:lnTo>
                  <a:pt x="567367" y="86766"/>
                </a:lnTo>
                <a:lnTo>
                  <a:pt x="569356" y="86766"/>
                </a:lnTo>
                <a:cubicBezTo>
                  <a:pt x="602261" y="86766"/>
                  <a:pt x="628935" y="113440"/>
                  <a:pt x="628935" y="146345"/>
                </a:cubicBezTo>
                <a:lnTo>
                  <a:pt x="628935" y="840421"/>
                </a:lnTo>
                <a:cubicBezTo>
                  <a:pt x="628935" y="873326"/>
                  <a:pt x="602261" y="900000"/>
                  <a:pt x="569356" y="900000"/>
                </a:cubicBezTo>
                <a:lnTo>
                  <a:pt x="59579" y="900000"/>
                </a:lnTo>
                <a:cubicBezTo>
                  <a:pt x="26674" y="900000"/>
                  <a:pt x="0" y="873326"/>
                  <a:pt x="0" y="840421"/>
                </a:cubicBezTo>
                <a:lnTo>
                  <a:pt x="0" y="146345"/>
                </a:lnTo>
                <a:cubicBezTo>
                  <a:pt x="0" y="113440"/>
                  <a:pt x="26674" y="86766"/>
                  <a:pt x="59579" y="86766"/>
                </a:cubicBezTo>
                <a:close/>
                <a:moveTo>
                  <a:pt x="239719" y="0"/>
                </a:moveTo>
                <a:lnTo>
                  <a:pt x="389216" y="0"/>
                </a:lnTo>
                <a:lnTo>
                  <a:pt x="420433" y="86766"/>
                </a:lnTo>
                <a:lnTo>
                  <a:pt x="523404" y="86766"/>
                </a:lnTo>
                <a:lnTo>
                  <a:pt x="477607" y="180962"/>
                </a:lnTo>
                <a:lnTo>
                  <a:pt x="151327" y="180962"/>
                </a:lnTo>
                <a:lnTo>
                  <a:pt x="105530" y="86766"/>
                </a:lnTo>
                <a:lnTo>
                  <a:pt x="208502" y="86766"/>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99939980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Real estate</a:t>
            </a:r>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19" name="正方形/長方形 11"/>
          <p:cNvSpPr>
            <a:spLocks noChangeAspect="1"/>
          </p:cNvSpPr>
          <p:nvPr/>
        </p:nvSpPr>
        <p:spPr bwMode="gray">
          <a:xfrm>
            <a:off x="3922920" y="1742727"/>
            <a:ext cx="800862" cy="830769"/>
          </a:xfrm>
          <a:custGeom>
            <a:avLst/>
            <a:gdLst/>
            <a:ahLst/>
            <a:cxnLst/>
            <a:rect l="l" t="t" r="r" b="b"/>
            <a:pathLst>
              <a:path w="897804" h="916443">
                <a:moveTo>
                  <a:pt x="525198" y="350817"/>
                </a:moveTo>
                <a:cubicBezTo>
                  <a:pt x="539669" y="351260"/>
                  <a:pt x="553923" y="357222"/>
                  <a:pt x="564530" y="368597"/>
                </a:cubicBezTo>
                <a:lnTo>
                  <a:pt x="600372" y="407033"/>
                </a:lnTo>
                <a:cubicBezTo>
                  <a:pt x="653351" y="463846"/>
                  <a:pt x="649845" y="553221"/>
                  <a:pt x="592540" y="606659"/>
                </a:cubicBezTo>
                <a:lnTo>
                  <a:pt x="301467" y="878088"/>
                </a:lnTo>
                <a:cubicBezTo>
                  <a:pt x="244162" y="931526"/>
                  <a:pt x="154760" y="928790"/>
                  <a:pt x="101781" y="871976"/>
                </a:cubicBezTo>
                <a:lnTo>
                  <a:pt x="37549" y="803096"/>
                </a:lnTo>
                <a:cubicBezTo>
                  <a:pt x="-15430" y="746283"/>
                  <a:pt x="-11924" y="656907"/>
                  <a:pt x="45381" y="603470"/>
                </a:cubicBezTo>
                <a:lnTo>
                  <a:pt x="172747" y="484700"/>
                </a:lnTo>
                <a:lnTo>
                  <a:pt x="173018" y="484990"/>
                </a:lnTo>
                <a:cubicBezTo>
                  <a:pt x="173231" y="484264"/>
                  <a:pt x="173710" y="483801"/>
                  <a:pt x="174199" y="483345"/>
                </a:cubicBezTo>
                <a:cubicBezTo>
                  <a:pt x="197146" y="461947"/>
                  <a:pt x="232947" y="463042"/>
                  <a:pt x="254161" y="485792"/>
                </a:cubicBezTo>
                <a:cubicBezTo>
                  <a:pt x="275376" y="508542"/>
                  <a:pt x="273972" y="544332"/>
                  <a:pt x="251025" y="565730"/>
                </a:cubicBezTo>
                <a:lnTo>
                  <a:pt x="249301" y="566794"/>
                </a:lnTo>
                <a:lnTo>
                  <a:pt x="249572" y="567085"/>
                </a:lnTo>
                <a:lnTo>
                  <a:pt x="143050" y="666419"/>
                </a:lnTo>
                <a:cubicBezTo>
                  <a:pt x="120128" y="687794"/>
                  <a:pt x="118725" y="723544"/>
                  <a:pt x="139917" y="746270"/>
                </a:cubicBezTo>
                <a:lnTo>
                  <a:pt x="165610" y="773821"/>
                </a:lnTo>
                <a:cubicBezTo>
                  <a:pt x="186802" y="796547"/>
                  <a:pt x="222562" y="797641"/>
                  <a:pt x="245485" y="776266"/>
                </a:cubicBezTo>
                <a:lnTo>
                  <a:pt x="494871" y="543710"/>
                </a:lnTo>
                <a:cubicBezTo>
                  <a:pt x="517793" y="522334"/>
                  <a:pt x="519196" y="486584"/>
                  <a:pt x="498004" y="463859"/>
                </a:cubicBezTo>
                <a:lnTo>
                  <a:pt x="481431" y="446087"/>
                </a:lnTo>
                <a:cubicBezTo>
                  <a:pt x="460217" y="423337"/>
                  <a:pt x="461621" y="387547"/>
                  <a:pt x="484568" y="366149"/>
                </a:cubicBezTo>
                <a:cubicBezTo>
                  <a:pt x="496041" y="355450"/>
                  <a:pt x="510728" y="350374"/>
                  <a:pt x="525198" y="350817"/>
                </a:cubicBezTo>
                <a:close/>
                <a:moveTo>
                  <a:pt x="697801" y="66"/>
                </a:moveTo>
                <a:cubicBezTo>
                  <a:pt x="733937" y="1172"/>
                  <a:pt x="769533" y="16059"/>
                  <a:pt x="796022" y="44466"/>
                </a:cubicBezTo>
                <a:lnTo>
                  <a:pt x="860254" y="113347"/>
                </a:lnTo>
                <a:cubicBezTo>
                  <a:pt x="913234" y="170160"/>
                  <a:pt x="909727" y="259535"/>
                  <a:pt x="852422" y="312973"/>
                </a:cubicBezTo>
                <a:lnTo>
                  <a:pt x="725057" y="431743"/>
                </a:lnTo>
                <a:lnTo>
                  <a:pt x="724786" y="431452"/>
                </a:lnTo>
                <a:cubicBezTo>
                  <a:pt x="724573" y="432179"/>
                  <a:pt x="724093" y="432641"/>
                  <a:pt x="723604" y="433098"/>
                </a:cubicBezTo>
                <a:cubicBezTo>
                  <a:pt x="700657" y="454496"/>
                  <a:pt x="664856" y="453400"/>
                  <a:pt x="643641" y="430650"/>
                </a:cubicBezTo>
                <a:cubicBezTo>
                  <a:pt x="622427" y="407900"/>
                  <a:pt x="623831" y="372110"/>
                  <a:pt x="646778" y="350712"/>
                </a:cubicBezTo>
                <a:lnTo>
                  <a:pt x="648501" y="349648"/>
                </a:lnTo>
                <a:lnTo>
                  <a:pt x="648230" y="349357"/>
                </a:lnTo>
                <a:lnTo>
                  <a:pt x="754753" y="250024"/>
                </a:lnTo>
                <a:cubicBezTo>
                  <a:pt x="777675" y="228649"/>
                  <a:pt x="779078" y="192898"/>
                  <a:pt x="757886" y="170173"/>
                </a:cubicBezTo>
                <a:lnTo>
                  <a:pt x="732193" y="142621"/>
                </a:lnTo>
                <a:cubicBezTo>
                  <a:pt x="711002" y="119896"/>
                  <a:pt x="675240" y="118801"/>
                  <a:pt x="652318" y="140176"/>
                </a:cubicBezTo>
                <a:lnTo>
                  <a:pt x="402932" y="372733"/>
                </a:lnTo>
                <a:cubicBezTo>
                  <a:pt x="380010" y="394108"/>
                  <a:pt x="378607" y="429858"/>
                  <a:pt x="399799" y="452584"/>
                </a:cubicBezTo>
                <a:lnTo>
                  <a:pt x="416371" y="470355"/>
                </a:lnTo>
                <a:cubicBezTo>
                  <a:pt x="437586" y="493105"/>
                  <a:pt x="436182" y="528895"/>
                  <a:pt x="413235" y="550293"/>
                </a:cubicBezTo>
                <a:cubicBezTo>
                  <a:pt x="390288" y="571692"/>
                  <a:pt x="354487" y="570596"/>
                  <a:pt x="333273" y="547846"/>
                </a:cubicBezTo>
                <a:lnTo>
                  <a:pt x="297431" y="509410"/>
                </a:lnTo>
                <a:cubicBezTo>
                  <a:pt x="244451" y="452597"/>
                  <a:pt x="247958" y="363221"/>
                  <a:pt x="305263" y="309784"/>
                </a:cubicBezTo>
                <a:lnTo>
                  <a:pt x="596335" y="38354"/>
                </a:lnTo>
                <a:cubicBezTo>
                  <a:pt x="624988" y="11635"/>
                  <a:pt x="661665" y="-1040"/>
                  <a:pt x="697801" y="6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0" name="二等辺三角形 23"/>
          <p:cNvSpPr>
            <a:spLocks noChangeAspect="1"/>
          </p:cNvSpPr>
          <p:nvPr/>
        </p:nvSpPr>
        <p:spPr bwMode="gray">
          <a:xfrm>
            <a:off x="2342461" y="1754453"/>
            <a:ext cx="830769" cy="807314"/>
          </a:xfrm>
          <a:custGeom>
            <a:avLst/>
            <a:gdLst/>
            <a:ahLst/>
            <a:cxnLst/>
            <a:rect l="l" t="t" r="r" b="b"/>
            <a:pathLst>
              <a:path w="900000" h="874590">
                <a:moveTo>
                  <a:pt x="450000" y="0"/>
                </a:moveTo>
                <a:lnTo>
                  <a:pt x="694064" y="157975"/>
                </a:lnTo>
                <a:lnTo>
                  <a:pt x="694064" y="73947"/>
                </a:lnTo>
                <a:cubicBezTo>
                  <a:pt x="694064" y="68880"/>
                  <a:pt x="698172" y="64772"/>
                  <a:pt x="703239" y="64772"/>
                </a:cubicBezTo>
                <a:lnTo>
                  <a:pt x="760363" y="64772"/>
                </a:lnTo>
                <a:cubicBezTo>
                  <a:pt x="765430" y="64772"/>
                  <a:pt x="769538" y="68880"/>
                  <a:pt x="769538" y="73947"/>
                </a:cubicBezTo>
                <a:lnTo>
                  <a:pt x="769538" y="206827"/>
                </a:lnTo>
                <a:lnTo>
                  <a:pt x="900000" y="291271"/>
                </a:lnTo>
                <a:lnTo>
                  <a:pt x="846162" y="291271"/>
                </a:lnTo>
                <a:lnTo>
                  <a:pt x="846162" y="852630"/>
                </a:lnTo>
                <a:cubicBezTo>
                  <a:pt x="846162" y="864758"/>
                  <a:pt x="836330" y="874590"/>
                  <a:pt x="824202" y="874590"/>
                </a:cubicBezTo>
                <a:lnTo>
                  <a:pt x="75798" y="874590"/>
                </a:lnTo>
                <a:cubicBezTo>
                  <a:pt x="63670" y="874590"/>
                  <a:pt x="53838" y="864758"/>
                  <a:pt x="53838" y="852630"/>
                </a:cubicBezTo>
                <a:lnTo>
                  <a:pt x="53838" y="291271"/>
                </a:lnTo>
                <a:lnTo>
                  <a:pt x="0" y="291271"/>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1" name="円/楕円 14"/>
          <p:cNvSpPr>
            <a:spLocks noChangeAspect="1"/>
          </p:cNvSpPr>
          <p:nvPr/>
        </p:nvSpPr>
        <p:spPr bwMode="gray">
          <a:xfrm>
            <a:off x="762001" y="1970356"/>
            <a:ext cx="830769" cy="375508"/>
          </a:xfrm>
          <a:custGeom>
            <a:avLst/>
            <a:gdLst/>
            <a:ahLst/>
            <a:cxnLst/>
            <a:rect l="l" t="t" r="r" b="b"/>
            <a:pathLst>
              <a:path w="896031" h="360000">
                <a:moveTo>
                  <a:pt x="105600" y="138329"/>
                </a:moveTo>
                <a:cubicBezTo>
                  <a:pt x="81017" y="138329"/>
                  <a:pt x="61088" y="156986"/>
                  <a:pt x="61088" y="180001"/>
                </a:cubicBezTo>
                <a:cubicBezTo>
                  <a:pt x="61088" y="203016"/>
                  <a:pt x="81017" y="221673"/>
                  <a:pt x="105600" y="221673"/>
                </a:cubicBezTo>
                <a:cubicBezTo>
                  <a:pt x="130183" y="221673"/>
                  <a:pt x="150112" y="203016"/>
                  <a:pt x="150112" y="180001"/>
                </a:cubicBezTo>
                <a:cubicBezTo>
                  <a:pt x="150112" y="156986"/>
                  <a:pt x="130183" y="138329"/>
                  <a:pt x="105600" y="138329"/>
                </a:cubicBezTo>
                <a:close/>
                <a:moveTo>
                  <a:pt x="198422" y="0"/>
                </a:moveTo>
                <a:cubicBezTo>
                  <a:pt x="283903" y="0"/>
                  <a:pt x="356760" y="49036"/>
                  <a:pt x="384029" y="118054"/>
                </a:cubicBezTo>
                <a:lnTo>
                  <a:pt x="820706" y="118054"/>
                </a:lnTo>
                <a:lnTo>
                  <a:pt x="820706" y="118056"/>
                </a:lnTo>
                <a:lnTo>
                  <a:pt x="896031" y="183173"/>
                </a:lnTo>
                <a:lnTo>
                  <a:pt x="848160" y="224557"/>
                </a:lnTo>
                <a:lnTo>
                  <a:pt x="811895" y="261401"/>
                </a:lnTo>
                <a:lnTo>
                  <a:pt x="766898" y="215685"/>
                </a:lnTo>
                <a:lnTo>
                  <a:pt x="764499" y="215685"/>
                </a:lnTo>
                <a:lnTo>
                  <a:pt x="719502" y="261401"/>
                </a:lnTo>
                <a:lnTo>
                  <a:pt x="674505" y="215685"/>
                </a:lnTo>
                <a:lnTo>
                  <a:pt x="672105" y="215685"/>
                </a:lnTo>
                <a:lnTo>
                  <a:pt x="627108" y="261401"/>
                </a:lnTo>
                <a:lnTo>
                  <a:pt x="582111" y="215685"/>
                </a:lnTo>
                <a:lnTo>
                  <a:pt x="579711" y="215685"/>
                </a:lnTo>
                <a:lnTo>
                  <a:pt x="534714" y="261401"/>
                </a:lnTo>
                <a:lnTo>
                  <a:pt x="489717" y="215685"/>
                </a:lnTo>
                <a:lnTo>
                  <a:pt x="392878" y="215685"/>
                </a:lnTo>
                <a:cubicBezTo>
                  <a:pt x="374686" y="298010"/>
                  <a:pt x="294534" y="360000"/>
                  <a:pt x="198422" y="360000"/>
                </a:cubicBezTo>
                <a:cubicBezTo>
                  <a:pt x="88837" y="360000"/>
                  <a:pt x="0" y="279411"/>
                  <a:pt x="0" y="180000"/>
                </a:cubicBezTo>
                <a:cubicBezTo>
                  <a:pt x="0" y="80589"/>
                  <a:pt x="88837" y="0"/>
                  <a:pt x="198422"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片側の 2 つの角を丸めた四角形 11"/>
          <p:cNvSpPr>
            <a:spLocks noChangeAspect="1"/>
          </p:cNvSpPr>
          <p:nvPr/>
        </p:nvSpPr>
        <p:spPr bwMode="gray">
          <a:xfrm>
            <a:off x="5473473" y="1742727"/>
            <a:ext cx="508431" cy="830768"/>
          </a:xfrm>
          <a:custGeom>
            <a:avLst/>
            <a:gdLst/>
            <a:ahLst/>
            <a:cxnLst/>
            <a:rect l="l" t="t" r="r" b="b"/>
            <a:pathLst>
              <a:path w="550800" h="899999">
                <a:moveTo>
                  <a:pt x="275401" y="516825"/>
                </a:moveTo>
                <a:cubicBezTo>
                  <a:pt x="240019" y="516825"/>
                  <a:pt x="211337" y="545507"/>
                  <a:pt x="211337" y="580889"/>
                </a:cubicBezTo>
                <a:cubicBezTo>
                  <a:pt x="211337" y="605559"/>
                  <a:pt x="225281" y="626972"/>
                  <a:pt x="246088" y="636968"/>
                </a:cubicBezTo>
                <a:lnTo>
                  <a:pt x="228885" y="796312"/>
                </a:lnTo>
                <a:lnTo>
                  <a:pt x="321915" y="796312"/>
                </a:lnTo>
                <a:lnTo>
                  <a:pt x="304713" y="636969"/>
                </a:lnTo>
                <a:cubicBezTo>
                  <a:pt x="325521" y="626973"/>
                  <a:pt x="339465" y="605560"/>
                  <a:pt x="339465" y="580889"/>
                </a:cubicBezTo>
                <a:cubicBezTo>
                  <a:pt x="339465" y="545507"/>
                  <a:pt x="310783" y="516825"/>
                  <a:pt x="275401" y="516825"/>
                </a:cubicBezTo>
                <a:close/>
                <a:moveTo>
                  <a:pt x="17845" y="389119"/>
                </a:moveTo>
                <a:lnTo>
                  <a:pt x="532955" y="389119"/>
                </a:lnTo>
                <a:cubicBezTo>
                  <a:pt x="542811" y="389119"/>
                  <a:pt x="550800" y="397108"/>
                  <a:pt x="550800" y="406964"/>
                </a:cubicBezTo>
                <a:lnTo>
                  <a:pt x="550800" y="644559"/>
                </a:lnTo>
                <a:cubicBezTo>
                  <a:pt x="550800" y="785635"/>
                  <a:pt x="436436" y="899999"/>
                  <a:pt x="295360" y="899999"/>
                </a:cubicBezTo>
                <a:lnTo>
                  <a:pt x="255440" y="899998"/>
                </a:lnTo>
                <a:cubicBezTo>
                  <a:pt x="114364" y="899998"/>
                  <a:pt x="0" y="785634"/>
                  <a:pt x="0" y="644558"/>
                </a:cubicBezTo>
                <a:lnTo>
                  <a:pt x="0" y="406964"/>
                </a:lnTo>
                <a:cubicBezTo>
                  <a:pt x="0" y="397108"/>
                  <a:pt x="7989" y="389119"/>
                  <a:pt x="17845" y="389119"/>
                </a:cubicBezTo>
                <a:close/>
                <a:moveTo>
                  <a:pt x="275400" y="0"/>
                </a:moveTo>
                <a:cubicBezTo>
                  <a:pt x="399664" y="0"/>
                  <a:pt x="500400" y="100736"/>
                  <a:pt x="500400" y="225000"/>
                </a:cubicBezTo>
                <a:lnTo>
                  <a:pt x="500400" y="361695"/>
                </a:lnTo>
                <a:lnTo>
                  <a:pt x="398626" y="361695"/>
                </a:lnTo>
                <a:lnTo>
                  <a:pt x="398627" y="225385"/>
                </a:lnTo>
                <a:cubicBezTo>
                  <a:pt x="398627" y="157329"/>
                  <a:pt x="343457" y="102159"/>
                  <a:pt x="275401" y="102159"/>
                </a:cubicBezTo>
                <a:cubicBezTo>
                  <a:pt x="207345" y="102159"/>
                  <a:pt x="152175" y="157329"/>
                  <a:pt x="152175" y="225385"/>
                </a:cubicBezTo>
                <a:lnTo>
                  <a:pt x="152175" y="361695"/>
                </a:lnTo>
                <a:lnTo>
                  <a:pt x="50400" y="361695"/>
                </a:lnTo>
                <a:lnTo>
                  <a:pt x="50400" y="225000"/>
                </a:lnTo>
                <a:cubicBezTo>
                  <a:pt x="50400" y="100736"/>
                  <a:pt x="151136" y="0"/>
                  <a:pt x="2754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角丸四角形 24"/>
          <p:cNvSpPr>
            <a:spLocks noChangeAspect="1"/>
          </p:cNvSpPr>
          <p:nvPr/>
        </p:nvSpPr>
        <p:spPr bwMode="gray">
          <a:xfrm>
            <a:off x="6731594" y="1784092"/>
            <a:ext cx="823518" cy="748038"/>
          </a:xfrm>
          <a:custGeom>
            <a:avLst/>
            <a:gdLst/>
            <a:ahLst/>
            <a:cxnLst/>
            <a:rect l="l" t="t" r="r" b="b"/>
            <a:pathLst>
              <a:path w="892144" h="810375">
                <a:moveTo>
                  <a:pt x="446072" y="0"/>
                </a:moveTo>
                <a:cubicBezTo>
                  <a:pt x="457014" y="0"/>
                  <a:pt x="467956" y="4173"/>
                  <a:pt x="476304" y="12522"/>
                </a:cubicBezTo>
                <a:lnTo>
                  <a:pt x="880155" y="416373"/>
                </a:lnTo>
                <a:cubicBezTo>
                  <a:pt x="893935" y="430153"/>
                  <a:pt x="896342" y="450999"/>
                  <a:pt x="884732" y="465789"/>
                </a:cubicBezTo>
                <a:lnTo>
                  <a:pt x="783019" y="465789"/>
                </a:lnTo>
                <a:lnTo>
                  <a:pt x="783019" y="797597"/>
                </a:lnTo>
                <a:cubicBezTo>
                  <a:pt x="783019" y="804654"/>
                  <a:pt x="777298" y="810375"/>
                  <a:pt x="770241" y="810375"/>
                </a:cubicBezTo>
                <a:lnTo>
                  <a:pt x="548578" y="810375"/>
                </a:lnTo>
                <a:lnTo>
                  <a:pt x="548578" y="503575"/>
                </a:lnTo>
                <a:lnTo>
                  <a:pt x="343567" y="503575"/>
                </a:lnTo>
                <a:lnTo>
                  <a:pt x="343567" y="810375"/>
                </a:lnTo>
                <a:lnTo>
                  <a:pt x="121903" y="810375"/>
                </a:lnTo>
                <a:cubicBezTo>
                  <a:pt x="114846" y="810375"/>
                  <a:pt x="109125" y="804654"/>
                  <a:pt x="109125" y="797597"/>
                </a:cubicBezTo>
                <a:lnTo>
                  <a:pt x="109125" y="465789"/>
                </a:lnTo>
                <a:lnTo>
                  <a:pt x="7412" y="465789"/>
                </a:lnTo>
                <a:cubicBezTo>
                  <a:pt x="-4198" y="450999"/>
                  <a:pt x="-1791" y="430153"/>
                  <a:pt x="11989" y="416373"/>
                </a:cubicBezTo>
                <a:lnTo>
                  <a:pt x="415841" y="12522"/>
                </a:lnTo>
                <a:cubicBezTo>
                  <a:pt x="424189" y="4173"/>
                  <a:pt x="435130" y="-1"/>
                  <a:pt x="44607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正方形/長方形 22"/>
          <p:cNvSpPr>
            <a:spLocks noChangeAspect="1"/>
          </p:cNvSpPr>
          <p:nvPr/>
        </p:nvSpPr>
        <p:spPr bwMode="gray">
          <a:xfrm>
            <a:off x="825745" y="3305692"/>
            <a:ext cx="995729" cy="634728"/>
          </a:xfrm>
          <a:custGeom>
            <a:avLst/>
            <a:gdLst/>
            <a:ahLst/>
            <a:cxnLst/>
            <a:rect l="l" t="t" r="r" b="b"/>
            <a:pathLst>
              <a:path w="900000" h="573706">
                <a:moveTo>
                  <a:pt x="684586" y="371300"/>
                </a:moveTo>
                <a:lnTo>
                  <a:pt x="684586" y="517696"/>
                </a:lnTo>
                <a:lnTo>
                  <a:pt x="794544" y="517696"/>
                </a:lnTo>
                <a:lnTo>
                  <a:pt x="794544" y="371300"/>
                </a:lnTo>
                <a:close/>
                <a:moveTo>
                  <a:pt x="515517" y="371300"/>
                </a:moveTo>
                <a:lnTo>
                  <a:pt x="515517" y="455611"/>
                </a:lnTo>
                <a:lnTo>
                  <a:pt x="625475" y="455611"/>
                </a:lnTo>
                <a:lnTo>
                  <a:pt x="625475" y="371300"/>
                </a:lnTo>
                <a:close/>
                <a:moveTo>
                  <a:pt x="84932" y="315116"/>
                </a:moveTo>
                <a:lnTo>
                  <a:pt x="84932" y="517696"/>
                </a:lnTo>
                <a:lnTo>
                  <a:pt x="387350" y="517696"/>
                </a:lnTo>
                <a:lnTo>
                  <a:pt x="387350" y="315116"/>
                </a:lnTo>
                <a:close/>
                <a:moveTo>
                  <a:pt x="684586" y="168893"/>
                </a:moveTo>
                <a:lnTo>
                  <a:pt x="684586" y="253204"/>
                </a:lnTo>
                <a:lnTo>
                  <a:pt x="794544" y="253204"/>
                </a:lnTo>
                <a:lnTo>
                  <a:pt x="794544" y="168893"/>
                </a:lnTo>
                <a:close/>
                <a:moveTo>
                  <a:pt x="515517" y="168893"/>
                </a:moveTo>
                <a:lnTo>
                  <a:pt x="515517" y="253204"/>
                </a:lnTo>
                <a:lnTo>
                  <a:pt x="625475" y="253204"/>
                </a:lnTo>
                <a:lnTo>
                  <a:pt x="625475" y="168893"/>
                </a:lnTo>
                <a:close/>
                <a:moveTo>
                  <a:pt x="775494" y="0"/>
                </a:moveTo>
                <a:lnTo>
                  <a:pt x="839788" y="0"/>
                </a:lnTo>
                <a:lnTo>
                  <a:pt x="839788" y="54962"/>
                </a:lnTo>
                <a:lnTo>
                  <a:pt x="893284" y="54962"/>
                </a:lnTo>
                <a:lnTo>
                  <a:pt x="893284" y="88485"/>
                </a:lnTo>
                <a:lnTo>
                  <a:pt x="875508" y="88485"/>
                </a:lnTo>
                <a:lnTo>
                  <a:pt x="875508" y="519904"/>
                </a:lnTo>
                <a:lnTo>
                  <a:pt x="900000" y="519904"/>
                </a:lnTo>
                <a:lnTo>
                  <a:pt x="900000" y="573706"/>
                </a:lnTo>
                <a:lnTo>
                  <a:pt x="0" y="573706"/>
                </a:lnTo>
                <a:lnTo>
                  <a:pt x="0" y="519904"/>
                </a:lnTo>
                <a:lnTo>
                  <a:pt x="27782" y="519904"/>
                </a:lnTo>
                <a:lnTo>
                  <a:pt x="27782" y="253472"/>
                </a:lnTo>
                <a:lnTo>
                  <a:pt x="2222" y="257356"/>
                </a:lnTo>
                <a:lnTo>
                  <a:pt x="0" y="242736"/>
                </a:lnTo>
                <a:lnTo>
                  <a:pt x="0" y="223786"/>
                </a:lnTo>
                <a:lnTo>
                  <a:pt x="430214" y="158401"/>
                </a:lnTo>
                <a:lnTo>
                  <a:pt x="430214" y="88485"/>
                </a:lnTo>
                <a:lnTo>
                  <a:pt x="415924" y="88485"/>
                </a:lnTo>
                <a:lnTo>
                  <a:pt x="415924" y="54962"/>
                </a:lnTo>
                <a:lnTo>
                  <a:pt x="775494" y="5496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9" name="正方形/長方形 38"/>
          <p:cNvSpPr>
            <a:spLocks noChangeAspect="1"/>
          </p:cNvSpPr>
          <p:nvPr/>
        </p:nvSpPr>
        <p:spPr bwMode="gray">
          <a:xfrm>
            <a:off x="2433957" y="2944692"/>
            <a:ext cx="713291" cy="995729"/>
          </a:xfrm>
          <a:custGeom>
            <a:avLst/>
            <a:gdLst/>
            <a:ahLst/>
            <a:cxnLst/>
            <a:rect l="l" t="t" r="r" b="b"/>
            <a:pathLst>
              <a:path w="644716" h="900000">
                <a:moveTo>
                  <a:pt x="463503" y="673892"/>
                </a:moveTo>
                <a:lnTo>
                  <a:pt x="463503" y="790573"/>
                </a:lnTo>
                <a:lnTo>
                  <a:pt x="549272" y="790573"/>
                </a:lnTo>
                <a:lnTo>
                  <a:pt x="549272" y="673892"/>
                </a:lnTo>
                <a:close/>
                <a:moveTo>
                  <a:pt x="261096" y="673892"/>
                </a:moveTo>
                <a:lnTo>
                  <a:pt x="261096" y="826293"/>
                </a:lnTo>
                <a:lnTo>
                  <a:pt x="346865" y="826293"/>
                </a:lnTo>
                <a:lnTo>
                  <a:pt x="346865" y="673892"/>
                </a:lnTo>
                <a:close/>
                <a:moveTo>
                  <a:pt x="118221" y="673892"/>
                </a:moveTo>
                <a:lnTo>
                  <a:pt x="118221" y="790573"/>
                </a:lnTo>
                <a:lnTo>
                  <a:pt x="203990" y="790573"/>
                </a:lnTo>
                <a:lnTo>
                  <a:pt x="203990" y="673892"/>
                </a:lnTo>
                <a:close/>
                <a:moveTo>
                  <a:pt x="463503" y="484979"/>
                </a:moveTo>
                <a:lnTo>
                  <a:pt x="463503" y="601660"/>
                </a:lnTo>
                <a:lnTo>
                  <a:pt x="549272" y="601660"/>
                </a:lnTo>
                <a:lnTo>
                  <a:pt x="549272" y="484979"/>
                </a:lnTo>
                <a:close/>
                <a:moveTo>
                  <a:pt x="261096" y="484979"/>
                </a:moveTo>
                <a:lnTo>
                  <a:pt x="261096" y="601660"/>
                </a:lnTo>
                <a:lnTo>
                  <a:pt x="346865" y="601660"/>
                </a:lnTo>
                <a:lnTo>
                  <a:pt x="346865" y="484979"/>
                </a:lnTo>
                <a:close/>
                <a:moveTo>
                  <a:pt x="118221" y="484979"/>
                </a:moveTo>
                <a:lnTo>
                  <a:pt x="118221" y="601660"/>
                </a:lnTo>
                <a:lnTo>
                  <a:pt x="203990" y="601660"/>
                </a:lnTo>
                <a:lnTo>
                  <a:pt x="203990" y="484979"/>
                </a:lnTo>
                <a:close/>
                <a:moveTo>
                  <a:pt x="261096" y="296067"/>
                </a:moveTo>
                <a:lnTo>
                  <a:pt x="261096" y="412748"/>
                </a:lnTo>
                <a:lnTo>
                  <a:pt x="346865" y="412748"/>
                </a:lnTo>
                <a:lnTo>
                  <a:pt x="346865" y="296067"/>
                </a:lnTo>
                <a:close/>
                <a:moveTo>
                  <a:pt x="118221" y="296067"/>
                </a:moveTo>
                <a:lnTo>
                  <a:pt x="118221" y="412748"/>
                </a:lnTo>
                <a:lnTo>
                  <a:pt x="203990" y="412748"/>
                </a:lnTo>
                <a:lnTo>
                  <a:pt x="203990" y="296067"/>
                </a:lnTo>
                <a:close/>
                <a:moveTo>
                  <a:pt x="261096" y="107155"/>
                </a:moveTo>
                <a:lnTo>
                  <a:pt x="261096" y="223836"/>
                </a:lnTo>
                <a:lnTo>
                  <a:pt x="346865" y="223836"/>
                </a:lnTo>
                <a:lnTo>
                  <a:pt x="346865" y="107155"/>
                </a:lnTo>
                <a:close/>
                <a:moveTo>
                  <a:pt x="118221" y="107155"/>
                </a:moveTo>
                <a:lnTo>
                  <a:pt x="118221" y="223836"/>
                </a:lnTo>
                <a:lnTo>
                  <a:pt x="203990" y="223836"/>
                </a:lnTo>
                <a:lnTo>
                  <a:pt x="203990" y="107155"/>
                </a:lnTo>
                <a:close/>
                <a:moveTo>
                  <a:pt x="24008" y="0"/>
                </a:moveTo>
                <a:lnTo>
                  <a:pt x="442116" y="0"/>
                </a:lnTo>
                <a:lnTo>
                  <a:pt x="442116" y="36000"/>
                </a:lnTo>
                <a:lnTo>
                  <a:pt x="425447" y="36000"/>
                </a:lnTo>
                <a:lnTo>
                  <a:pt x="425447" y="407192"/>
                </a:lnTo>
                <a:lnTo>
                  <a:pt x="620710" y="407192"/>
                </a:lnTo>
                <a:lnTo>
                  <a:pt x="620710" y="443192"/>
                </a:lnTo>
                <a:lnTo>
                  <a:pt x="601659" y="443192"/>
                </a:lnTo>
                <a:lnTo>
                  <a:pt x="601659" y="823912"/>
                </a:lnTo>
                <a:lnTo>
                  <a:pt x="644716" y="823912"/>
                </a:lnTo>
                <a:lnTo>
                  <a:pt x="644716" y="900000"/>
                </a:lnTo>
                <a:lnTo>
                  <a:pt x="0" y="900000"/>
                </a:lnTo>
                <a:lnTo>
                  <a:pt x="0" y="823912"/>
                </a:lnTo>
                <a:lnTo>
                  <a:pt x="42066" y="823912"/>
                </a:lnTo>
                <a:lnTo>
                  <a:pt x="42066" y="36000"/>
                </a:lnTo>
                <a:lnTo>
                  <a:pt x="24008" y="36000"/>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正方形/長方形 29"/>
          <p:cNvSpPr>
            <a:spLocks noChangeAspect="1"/>
          </p:cNvSpPr>
          <p:nvPr/>
        </p:nvSpPr>
        <p:spPr bwMode="gray">
          <a:xfrm>
            <a:off x="6948276" y="2944690"/>
            <a:ext cx="405804" cy="995730"/>
          </a:xfrm>
          <a:custGeom>
            <a:avLst/>
            <a:gdLst/>
            <a:ahLst/>
            <a:cxnLst/>
            <a:rect l="l" t="t" r="r" b="b"/>
            <a:pathLst>
              <a:path w="366790" h="900000">
                <a:moveTo>
                  <a:pt x="239958" y="783362"/>
                </a:moveTo>
                <a:lnTo>
                  <a:pt x="239958" y="839243"/>
                </a:lnTo>
                <a:lnTo>
                  <a:pt x="285677" y="839243"/>
                </a:lnTo>
                <a:lnTo>
                  <a:pt x="285677" y="783362"/>
                </a:lnTo>
                <a:close/>
                <a:moveTo>
                  <a:pt x="160536" y="783362"/>
                </a:moveTo>
                <a:lnTo>
                  <a:pt x="160536" y="839243"/>
                </a:lnTo>
                <a:lnTo>
                  <a:pt x="206255" y="839243"/>
                </a:lnTo>
                <a:lnTo>
                  <a:pt x="206255" y="783362"/>
                </a:lnTo>
                <a:close/>
                <a:moveTo>
                  <a:pt x="81114" y="783362"/>
                </a:moveTo>
                <a:lnTo>
                  <a:pt x="81114" y="839243"/>
                </a:lnTo>
                <a:lnTo>
                  <a:pt x="126833" y="839243"/>
                </a:lnTo>
                <a:lnTo>
                  <a:pt x="126833" y="783362"/>
                </a:lnTo>
                <a:close/>
                <a:moveTo>
                  <a:pt x="239958" y="696061"/>
                </a:moveTo>
                <a:lnTo>
                  <a:pt x="239958" y="751942"/>
                </a:lnTo>
                <a:lnTo>
                  <a:pt x="285677" y="751942"/>
                </a:lnTo>
                <a:lnTo>
                  <a:pt x="285677" y="696061"/>
                </a:lnTo>
                <a:close/>
                <a:moveTo>
                  <a:pt x="160536" y="696061"/>
                </a:moveTo>
                <a:lnTo>
                  <a:pt x="160536" y="751942"/>
                </a:lnTo>
                <a:lnTo>
                  <a:pt x="206255" y="751942"/>
                </a:lnTo>
                <a:lnTo>
                  <a:pt x="206255" y="696061"/>
                </a:lnTo>
                <a:close/>
                <a:moveTo>
                  <a:pt x="81114" y="696061"/>
                </a:moveTo>
                <a:lnTo>
                  <a:pt x="81114" y="751942"/>
                </a:lnTo>
                <a:lnTo>
                  <a:pt x="126833" y="751942"/>
                </a:lnTo>
                <a:lnTo>
                  <a:pt x="126833" y="696061"/>
                </a:lnTo>
                <a:close/>
                <a:moveTo>
                  <a:pt x="239958" y="608762"/>
                </a:moveTo>
                <a:lnTo>
                  <a:pt x="239958" y="664643"/>
                </a:lnTo>
                <a:lnTo>
                  <a:pt x="285677" y="664643"/>
                </a:lnTo>
                <a:lnTo>
                  <a:pt x="285677" y="608762"/>
                </a:lnTo>
                <a:close/>
                <a:moveTo>
                  <a:pt x="160536" y="608762"/>
                </a:moveTo>
                <a:lnTo>
                  <a:pt x="160536" y="664643"/>
                </a:lnTo>
                <a:lnTo>
                  <a:pt x="206255" y="664643"/>
                </a:lnTo>
                <a:lnTo>
                  <a:pt x="206255" y="608762"/>
                </a:lnTo>
                <a:close/>
                <a:moveTo>
                  <a:pt x="81114" y="608762"/>
                </a:moveTo>
                <a:lnTo>
                  <a:pt x="81114" y="664643"/>
                </a:lnTo>
                <a:lnTo>
                  <a:pt x="126833" y="664643"/>
                </a:lnTo>
                <a:lnTo>
                  <a:pt x="126833" y="608762"/>
                </a:lnTo>
                <a:close/>
                <a:moveTo>
                  <a:pt x="239958" y="521463"/>
                </a:moveTo>
                <a:lnTo>
                  <a:pt x="239958" y="577344"/>
                </a:lnTo>
                <a:lnTo>
                  <a:pt x="285677" y="577344"/>
                </a:lnTo>
                <a:lnTo>
                  <a:pt x="285677" y="521463"/>
                </a:lnTo>
                <a:close/>
                <a:moveTo>
                  <a:pt x="160536" y="521463"/>
                </a:moveTo>
                <a:lnTo>
                  <a:pt x="160536" y="577344"/>
                </a:lnTo>
                <a:lnTo>
                  <a:pt x="206255" y="577344"/>
                </a:lnTo>
                <a:lnTo>
                  <a:pt x="206255" y="521463"/>
                </a:lnTo>
                <a:close/>
                <a:moveTo>
                  <a:pt x="81114" y="521463"/>
                </a:moveTo>
                <a:lnTo>
                  <a:pt x="81114" y="577344"/>
                </a:lnTo>
                <a:lnTo>
                  <a:pt x="126833" y="577344"/>
                </a:lnTo>
                <a:lnTo>
                  <a:pt x="126833" y="521463"/>
                </a:lnTo>
                <a:close/>
                <a:moveTo>
                  <a:pt x="239958" y="434164"/>
                </a:moveTo>
                <a:lnTo>
                  <a:pt x="239958" y="490045"/>
                </a:lnTo>
                <a:lnTo>
                  <a:pt x="285677" y="490045"/>
                </a:lnTo>
                <a:lnTo>
                  <a:pt x="285677" y="434164"/>
                </a:lnTo>
                <a:close/>
                <a:moveTo>
                  <a:pt x="160536" y="434164"/>
                </a:moveTo>
                <a:lnTo>
                  <a:pt x="160536" y="490045"/>
                </a:lnTo>
                <a:lnTo>
                  <a:pt x="206255" y="490045"/>
                </a:lnTo>
                <a:lnTo>
                  <a:pt x="206255" y="434164"/>
                </a:lnTo>
                <a:close/>
                <a:moveTo>
                  <a:pt x="81114" y="434164"/>
                </a:moveTo>
                <a:lnTo>
                  <a:pt x="81114" y="490045"/>
                </a:lnTo>
                <a:lnTo>
                  <a:pt x="126833" y="490045"/>
                </a:lnTo>
                <a:lnTo>
                  <a:pt x="126833" y="434164"/>
                </a:lnTo>
                <a:close/>
                <a:moveTo>
                  <a:pt x="239958" y="346865"/>
                </a:moveTo>
                <a:lnTo>
                  <a:pt x="239958" y="402746"/>
                </a:lnTo>
                <a:lnTo>
                  <a:pt x="285677" y="402746"/>
                </a:lnTo>
                <a:lnTo>
                  <a:pt x="285677" y="346865"/>
                </a:lnTo>
                <a:close/>
                <a:moveTo>
                  <a:pt x="160536" y="346865"/>
                </a:moveTo>
                <a:lnTo>
                  <a:pt x="160536" y="402746"/>
                </a:lnTo>
                <a:lnTo>
                  <a:pt x="206255" y="402746"/>
                </a:lnTo>
                <a:lnTo>
                  <a:pt x="206255" y="346865"/>
                </a:lnTo>
                <a:close/>
                <a:moveTo>
                  <a:pt x="81114" y="346865"/>
                </a:moveTo>
                <a:lnTo>
                  <a:pt x="81114" y="402746"/>
                </a:lnTo>
                <a:lnTo>
                  <a:pt x="126833" y="402746"/>
                </a:lnTo>
                <a:lnTo>
                  <a:pt x="126833" y="346865"/>
                </a:lnTo>
                <a:close/>
                <a:moveTo>
                  <a:pt x="239958" y="259566"/>
                </a:moveTo>
                <a:lnTo>
                  <a:pt x="239958" y="315447"/>
                </a:lnTo>
                <a:lnTo>
                  <a:pt x="285677" y="315447"/>
                </a:lnTo>
                <a:lnTo>
                  <a:pt x="285677" y="259566"/>
                </a:lnTo>
                <a:close/>
                <a:moveTo>
                  <a:pt x="160536" y="259566"/>
                </a:moveTo>
                <a:lnTo>
                  <a:pt x="160536" y="315447"/>
                </a:lnTo>
                <a:lnTo>
                  <a:pt x="206255" y="315447"/>
                </a:lnTo>
                <a:lnTo>
                  <a:pt x="206255" y="259566"/>
                </a:lnTo>
                <a:close/>
                <a:moveTo>
                  <a:pt x="81114" y="259566"/>
                </a:moveTo>
                <a:lnTo>
                  <a:pt x="81114" y="315447"/>
                </a:lnTo>
                <a:lnTo>
                  <a:pt x="126833" y="315447"/>
                </a:lnTo>
                <a:lnTo>
                  <a:pt x="126833" y="259566"/>
                </a:lnTo>
                <a:close/>
                <a:moveTo>
                  <a:pt x="239958" y="172267"/>
                </a:moveTo>
                <a:lnTo>
                  <a:pt x="239958" y="228148"/>
                </a:lnTo>
                <a:lnTo>
                  <a:pt x="285677" y="228148"/>
                </a:lnTo>
                <a:lnTo>
                  <a:pt x="285677" y="172267"/>
                </a:lnTo>
                <a:close/>
                <a:moveTo>
                  <a:pt x="160536" y="172267"/>
                </a:moveTo>
                <a:lnTo>
                  <a:pt x="160536" y="228148"/>
                </a:lnTo>
                <a:lnTo>
                  <a:pt x="206255" y="228148"/>
                </a:lnTo>
                <a:lnTo>
                  <a:pt x="206255" y="172267"/>
                </a:lnTo>
                <a:close/>
                <a:moveTo>
                  <a:pt x="81114" y="172267"/>
                </a:moveTo>
                <a:lnTo>
                  <a:pt x="81114" y="228148"/>
                </a:lnTo>
                <a:lnTo>
                  <a:pt x="126833" y="228148"/>
                </a:lnTo>
                <a:lnTo>
                  <a:pt x="126833" y="172267"/>
                </a:lnTo>
                <a:close/>
                <a:moveTo>
                  <a:pt x="239958" y="84968"/>
                </a:moveTo>
                <a:lnTo>
                  <a:pt x="239958" y="140849"/>
                </a:lnTo>
                <a:lnTo>
                  <a:pt x="285677" y="140849"/>
                </a:lnTo>
                <a:lnTo>
                  <a:pt x="285677" y="84968"/>
                </a:lnTo>
                <a:close/>
                <a:moveTo>
                  <a:pt x="160536" y="84968"/>
                </a:moveTo>
                <a:lnTo>
                  <a:pt x="160536" y="140849"/>
                </a:lnTo>
                <a:lnTo>
                  <a:pt x="206255" y="140849"/>
                </a:lnTo>
                <a:lnTo>
                  <a:pt x="206255" y="84968"/>
                </a:lnTo>
                <a:close/>
                <a:moveTo>
                  <a:pt x="81114" y="84968"/>
                </a:moveTo>
                <a:lnTo>
                  <a:pt x="81114" y="140849"/>
                </a:lnTo>
                <a:lnTo>
                  <a:pt x="126833" y="140849"/>
                </a:lnTo>
                <a:lnTo>
                  <a:pt x="126833" y="84968"/>
                </a:lnTo>
                <a:close/>
                <a:moveTo>
                  <a:pt x="67251" y="0"/>
                </a:moveTo>
                <a:lnTo>
                  <a:pt x="234012" y="0"/>
                </a:lnTo>
                <a:lnTo>
                  <a:pt x="234012" y="23762"/>
                </a:lnTo>
                <a:lnTo>
                  <a:pt x="343743" y="23762"/>
                </a:lnTo>
                <a:lnTo>
                  <a:pt x="343743" y="56522"/>
                </a:lnTo>
                <a:lnTo>
                  <a:pt x="334022" y="56522"/>
                </a:lnTo>
                <a:lnTo>
                  <a:pt x="334022" y="841387"/>
                </a:lnTo>
                <a:lnTo>
                  <a:pt x="366790" y="841387"/>
                </a:lnTo>
                <a:lnTo>
                  <a:pt x="366790" y="900000"/>
                </a:lnTo>
                <a:lnTo>
                  <a:pt x="0" y="900000"/>
                </a:lnTo>
                <a:lnTo>
                  <a:pt x="0" y="841387"/>
                </a:lnTo>
                <a:lnTo>
                  <a:pt x="32769" y="841387"/>
                </a:lnTo>
                <a:lnTo>
                  <a:pt x="32769" y="56522"/>
                </a:lnTo>
                <a:lnTo>
                  <a:pt x="23048" y="56522"/>
                </a:lnTo>
                <a:lnTo>
                  <a:pt x="23048" y="23762"/>
                </a:lnTo>
                <a:lnTo>
                  <a:pt x="67251" y="2376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88" name="正方形/長方形 87"/>
          <p:cNvSpPr>
            <a:spLocks noChangeAspect="1"/>
          </p:cNvSpPr>
          <p:nvPr/>
        </p:nvSpPr>
        <p:spPr bwMode="gray">
          <a:xfrm>
            <a:off x="7966565" y="3166066"/>
            <a:ext cx="995729" cy="774354"/>
          </a:xfrm>
          <a:custGeom>
            <a:avLst/>
            <a:gdLst/>
            <a:ahLst/>
            <a:cxnLst/>
            <a:rect l="l" t="t" r="r" b="b"/>
            <a:pathLst>
              <a:path w="900000" h="699909">
                <a:moveTo>
                  <a:pt x="567896" y="487466"/>
                </a:moveTo>
                <a:lnTo>
                  <a:pt x="567896" y="594622"/>
                </a:lnTo>
                <a:lnTo>
                  <a:pt x="808354" y="594622"/>
                </a:lnTo>
                <a:lnTo>
                  <a:pt x="808354" y="487466"/>
                </a:lnTo>
                <a:close/>
                <a:moveTo>
                  <a:pt x="394041" y="487466"/>
                </a:moveTo>
                <a:lnTo>
                  <a:pt x="394041" y="632722"/>
                </a:lnTo>
                <a:lnTo>
                  <a:pt x="505959" y="632722"/>
                </a:lnTo>
                <a:lnTo>
                  <a:pt x="505959" y="487466"/>
                </a:lnTo>
                <a:close/>
                <a:moveTo>
                  <a:pt x="91646" y="487466"/>
                </a:moveTo>
                <a:lnTo>
                  <a:pt x="91646" y="594622"/>
                </a:lnTo>
                <a:lnTo>
                  <a:pt x="332104" y="594622"/>
                </a:lnTo>
                <a:lnTo>
                  <a:pt x="332104" y="487466"/>
                </a:lnTo>
                <a:close/>
                <a:moveTo>
                  <a:pt x="567896" y="314826"/>
                </a:moveTo>
                <a:lnTo>
                  <a:pt x="567896" y="421982"/>
                </a:lnTo>
                <a:lnTo>
                  <a:pt x="808354" y="421982"/>
                </a:lnTo>
                <a:lnTo>
                  <a:pt x="808354" y="314826"/>
                </a:lnTo>
                <a:close/>
                <a:moveTo>
                  <a:pt x="394041" y="314826"/>
                </a:moveTo>
                <a:lnTo>
                  <a:pt x="394041" y="421982"/>
                </a:lnTo>
                <a:lnTo>
                  <a:pt x="505959" y="421982"/>
                </a:lnTo>
                <a:lnTo>
                  <a:pt x="505959" y="314826"/>
                </a:lnTo>
                <a:close/>
                <a:moveTo>
                  <a:pt x="91646" y="314826"/>
                </a:moveTo>
                <a:lnTo>
                  <a:pt x="91646" y="421982"/>
                </a:lnTo>
                <a:lnTo>
                  <a:pt x="332104" y="421982"/>
                </a:lnTo>
                <a:lnTo>
                  <a:pt x="332104" y="314826"/>
                </a:lnTo>
                <a:close/>
                <a:moveTo>
                  <a:pt x="567896" y="142185"/>
                </a:moveTo>
                <a:lnTo>
                  <a:pt x="567896" y="249341"/>
                </a:lnTo>
                <a:lnTo>
                  <a:pt x="808354" y="249341"/>
                </a:lnTo>
                <a:lnTo>
                  <a:pt x="808354" y="142185"/>
                </a:lnTo>
                <a:close/>
                <a:moveTo>
                  <a:pt x="394041" y="142185"/>
                </a:moveTo>
                <a:lnTo>
                  <a:pt x="394041" y="249341"/>
                </a:lnTo>
                <a:lnTo>
                  <a:pt x="505959" y="249341"/>
                </a:lnTo>
                <a:lnTo>
                  <a:pt x="505959" y="142185"/>
                </a:lnTo>
                <a:close/>
                <a:moveTo>
                  <a:pt x="91646" y="142185"/>
                </a:moveTo>
                <a:lnTo>
                  <a:pt x="91646" y="249341"/>
                </a:lnTo>
                <a:lnTo>
                  <a:pt x="332104" y="249341"/>
                </a:lnTo>
                <a:lnTo>
                  <a:pt x="332104" y="142185"/>
                </a:lnTo>
                <a:close/>
                <a:moveTo>
                  <a:pt x="188093" y="0"/>
                </a:moveTo>
                <a:lnTo>
                  <a:pt x="711907" y="0"/>
                </a:lnTo>
                <a:lnTo>
                  <a:pt x="711907" y="64293"/>
                </a:lnTo>
                <a:lnTo>
                  <a:pt x="884181" y="64293"/>
                </a:lnTo>
                <a:lnTo>
                  <a:pt x="884181" y="102093"/>
                </a:lnTo>
                <a:lnTo>
                  <a:pt x="866719" y="102093"/>
                </a:lnTo>
                <a:lnTo>
                  <a:pt x="866719" y="633411"/>
                </a:lnTo>
                <a:lnTo>
                  <a:pt x="900000" y="633411"/>
                </a:lnTo>
                <a:lnTo>
                  <a:pt x="900000" y="699909"/>
                </a:lnTo>
                <a:lnTo>
                  <a:pt x="0" y="699909"/>
                </a:lnTo>
                <a:lnTo>
                  <a:pt x="0" y="633411"/>
                </a:lnTo>
                <a:lnTo>
                  <a:pt x="33282" y="633411"/>
                </a:lnTo>
                <a:lnTo>
                  <a:pt x="33282" y="102093"/>
                </a:lnTo>
                <a:lnTo>
                  <a:pt x="15819" y="102093"/>
                </a:lnTo>
                <a:lnTo>
                  <a:pt x="15819" y="64293"/>
                </a:lnTo>
                <a:lnTo>
                  <a:pt x="188093" y="64293"/>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7" name="正方形/長方形 23"/>
          <p:cNvSpPr>
            <a:spLocks noChangeAspect="1"/>
          </p:cNvSpPr>
          <p:nvPr/>
        </p:nvSpPr>
        <p:spPr bwMode="gray">
          <a:xfrm>
            <a:off x="3759732" y="3084586"/>
            <a:ext cx="995729" cy="855835"/>
          </a:xfrm>
          <a:custGeom>
            <a:avLst/>
            <a:gdLst/>
            <a:ahLst/>
            <a:cxnLst/>
            <a:rect l="l" t="t" r="r" b="b"/>
            <a:pathLst>
              <a:path w="1447800" h="1244390">
                <a:moveTo>
                  <a:pt x="1201819" y="1026176"/>
                </a:moveTo>
                <a:lnTo>
                  <a:pt x="1201819" y="1121427"/>
                </a:lnTo>
                <a:lnTo>
                  <a:pt x="1268495" y="1121427"/>
                </a:lnTo>
                <a:lnTo>
                  <a:pt x="1268495" y="1026176"/>
                </a:lnTo>
                <a:close/>
                <a:moveTo>
                  <a:pt x="1065033" y="1026176"/>
                </a:moveTo>
                <a:lnTo>
                  <a:pt x="1065033" y="1121427"/>
                </a:lnTo>
                <a:lnTo>
                  <a:pt x="1131709" y="1121427"/>
                </a:lnTo>
                <a:lnTo>
                  <a:pt x="1131709" y="1026176"/>
                </a:lnTo>
                <a:close/>
                <a:moveTo>
                  <a:pt x="316092" y="1026176"/>
                </a:moveTo>
                <a:lnTo>
                  <a:pt x="316092" y="1121427"/>
                </a:lnTo>
                <a:lnTo>
                  <a:pt x="382768" y="1121427"/>
                </a:lnTo>
                <a:lnTo>
                  <a:pt x="382768" y="1026176"/>
                </a:lnTo>
                <a:close/>
                <a:moveTo>
                  <a:pt x="179306" y="1026176"/>
                </a:moveTo>
                <a:lnTo>
                  <a:pt x="179306" y="1121427"/>
                </a:lnTo>
                <a:lnTo>
                  <a:pt x="245982" y="1121427"/>
                </a:lnTo>
                <a:lnTo>
                  <a:pt x="245982" y="1026176"/>
                </a:lnTo>
                <a:close/>
                <a:moveTo>
                  <a:pt x="1201819" y="842786"/>
                </a:moveTo>
                <a:lnTo>
                  <a:pt x="1201819" y="938037"/>
                </a:lnTo>
                <a:lnTo>
                  <a:pt x="1268495" y="938037"/>
                </a:lnTo>
                <a:lnTo>
                  <a:pt x="1268495" y="842786"/>
                </a:lnTo>
                <a:close/>
                <a:moveTo>
                  <a:pt x="1065033" y="842786"/>
                </a:moveTo>
                <a:lnTo>
                  <a:pt x="1065033" y="938037"/>
                </a:lnTo>
                <a:lnTo>
                  <a:pt x="1131709" y="938037"/>
                </a:lnTo>
                <a:lnTo>
                  <a:pt x="1131709" y="842786"/>
                </a:lnTo>
                <a:close/>
                <a:moveTo>
                  <a:pt x="316092" y="842786"/>
                </a:moveTo>
                <a:lnTo>
                  <a:pt x="316092" y="938037"/>
                </a:lnTo>
                <a:lnTo>
                  <a:pt x="382768" y="938037"/>
                </a:lnTo>
                <a:lnTo>
                  <a:pt x="382768" y="842786"/>
                </a:lnTo>
                <a:close/>
                <a:moveTo>
                  <a:pt x="179306" y="842786"/>
                </a:moveTo>
                <a:lnTo>
                  <a:pt x="179306" y="938037"/>
                </a:lnTo>
                <a:lnTo>
                  <a:pt x="245982" y="938037"/>
                </a:lnTo>
                <a:lnTo>
                  <a:pt x="245982" y="842786"/>
                </a:lnTo>
                <a:close/>
                <a:moveTo>
                  <a:pt x="723900" y="732857"/>
                </a:moveTo>
                <a:lnTo>
                  <a:pt x="450300" y="828953"/>
                </a:lnTo>
                <a:lnTo>
                  <a:pt x="450955" y="828953"/>
                </a:lnTo>
                <a:lnTo>
                  <a:pt x="450955" y="880435"/>
                </a:lnTo>
                <a:lnTo>
                  <a:pt x="500375" y="880435"/>
                </a:lnTo>
                <a:lnTo>
                  <a:pt x="500375" y="1168434"/>
                </a:lnTo>
                <a:lnTo>
                  <a:pt x="560423" y="1168434"/>
                </a:lnTo>
                <a:lnTo>
                  <a:pt x="560423" y="880435"/>
                </a:lnTo>
                <a:lnTo>
                  <a:pt x="626749" y="880435"/>
                </a:lnTo>
                <a:lnTo>
                  <a:pt x="626749" y="1168434"/>
                </a:lnTo>
                <a:lnTo>
                  <a:pt x="689424" y="1168434"/>
                </a:lnTo>
                <a:lnTo>
                  <a:pt x="689424" y="880435"/>
                </a:lnTo>
                <a:lnTo>
                  <a:pt x="755750" y="880435"/>
                </a:lnTo>
                <a:lnTo>
                  <a:pt x="755750" y="1168434"/>
                </a:lnTo>
                <a:lnTo>
                  <a:pt x="818425" y="1168434"/>
                </a:lnTo>
                <a:lnTo>
                  <a:pt x="818425" y="880435"/>
                </a:lnTo>
                <a:lnTo>
                  <a:pt x="884751" y="880435"/>
                </a:lnTo>
                <a:lnTo>
                  <a:pt x="884751" y="1168434"/>
                </a:lnTo>
                <a:lnTo>
                  <a:pt x="947426" y="1168434"/>
                </a:lnTo>
                <a:lnTo>
                  <a:pt x="947426" y="880435"/>
                </a:lnTo>
                <a:lnTo>
                  <a:pt x="996845" y="880435"/>
                </a:lnTo>
                <a:lnTo>
                  <a:pt x="996845" y="828953"/>
                </a:lnTo>
                <a:lnTo>
                  <a:pt x="997500" y="828953"/>
                </a:lnTo>
                <a:close/>
                <a:moveTo>
                  <a:pt x="827348" y="557001"/>
                </a:moveTo>
                <a:lnTo>
                  <a:pt x="827348" y="652252"/>
                </a:lnTo>
                <a:lnTo>
                  <a:pt x="894024" y="652252"/>
                </a:lnTo>
                <a:lnTo>
                  <a:pt x="894024" y="557001"/>
                </a:lnTo>
                <a:close/>
                <a:moveTo>
                  <a:pt x="690563" y="557001"/>
                </a:moveTo>
                <a:lnTo>
                  <a:pt x="690563" y="652252"/>
                </a:lnTo>
                <a:lnTo>
                  <a:pt x="757239" y="652252"/>
                </a:lnTo>
                <a:lnTo>
                  <a:pt x="757239" y="557001"/>
                </a:lnTo>
                <a:close/>
                <a:moveTo>
                  <a:pt x="553777" y="557001"/>
                </a:moveTo>
                <a:lnTo>
                  <a:pt x="553777" y="652252"/>
                </a:lnTo>
                <a:lnTo>
                  <a:pt x="620453" y="652252"/>
                </a:lnTo>
                <a:lnTo>
                  <a:pt x="620453" y="557001"/>
                </a:lnTo>
                <a:close/>
                <a:moveTo>
                  <a:pt x="720300" y="0"/>
                </a:moveTo>
                <a:cubicBezTo>
                  <a:pt x="722700" y="596"/>
                  <a:pt x="725100" y="1204"/>
                  <a:pt x="727500" y="1800"/>
                </a:cubicBezTo>
                <a:lnTo>
                  <a:pt x="727500" y="34802"/>
                </a:lnTo>
                <a:lnTo>
                  <a:pt x="731696" y="35851"/>
                </a:lnTo>
                <a:lnTo>
                  <a:pt x="731696" y="76436"/>
                </a:lnTo>
                <a:lnTo>
                  <a:pt x="735365" y="77353"/>
                </a:lnTo>
                <a:lnTo>
                  <a:pt x="735365" y="117163"/>
                </a:lnTo>
                <a:lnTo>
                  <a:pt x="738412" y="117925"/>
                </a:lnTo>
                <a:lnTo>
                  <a:pt x="738412" y="158285"/>
                </a:lnTo>
                <a:lnTo>
                  <a:pt x="741900" y="159157"/>
                </a:lnTo>
                <a:lnTo>
                  <a:pt x="741900" y="202807"/>
                </a:lnTo>
                <a:cubicBezTo>
                  <a:pt x="757094" y="207090"/>
                  <a:pt x="766514" y="221427"/>
                  <a:pt x="766514" y="237965"/>
                </a:cubicBezTo>
                <a:lnTo>
                  <a:pt x="766514" y="242686"/>
                </a:lnTo>
                <a:cubicBezTo>
                  <a:pt x="881406" y="261597"/>
                  <a:pt x="972017" y="358264"/>
                  <a:pt x="989577" y="480802"/>
                </a:cubicBezTo>
                <a:lnTo>
                  <a:pt x="1020366" y="480802"/>
                </a:lnTo>
                <a:lnTo>
                  <a:pt x="1020366" y="542714"/>
                </a:lnTo>
                <a:lnTo>
                  <a:pt x="998934" y="542714"/>
                </a:lnTo>
                <a:lnTo>
                  <a:pt x="998934" y="669598"/>
                </a:lnTo>
                <a:lnTo>
                  <a:pt x="1361450" y="745122"/>
                </a:lnTo>
                <a:lnTo>
                  <a:pt x="1383507" y="745122"/>
                </a:lnTo>
                <a:lnTo>
                  <a:pt x="1383507" y="802272"/>
                </a:lnTo>
                <a:lnTo>
                  <a:pt x="1366838" y="802272"/>
                </a:lnTo>
                <a:lnTo>
                  <a:pt x="1366838" y="1097546"/>
                </a:lnTo>
                <a:lnTo>
                  <a:pt x="1408509" y="1097546"/>
                </a:lnTo>
                <a:lnTo>
                  <a:pt x="1408509" y="1166602"/>
                </a:lnTo>
                <a:lnTo>
                  <a:pt x="1447800" y="1166602"/>
                </a:lnTo>
                <a:lnTo>
                  <a:pt x="1447800" y="1244390"/>
                </a:lnTo>
                <a:lnTo>
                  <a:pt x="0" y="1244390"/>
                </a:lnTo>
                <a:lnTo>
                  <a:pt x="0" y="1166602"/>
                </a:lnTo>
                <a:lnTo>
                  <a:pt x="39291" y="1166602"/>
                </a:lnTo>
                <a:lnTo>
                  <a:pt x="39291" y="1097546"/>
                </a:lnTo>
                <a:lnTo>
                  <a:pt x="80963" y="1097546"/>
                </a:lnTo>
                <a:lnTo>
                  <a:pt x="80963" y="802272"/>
                </a:lnTo>
                <a:lnTo>
                  <a:pt x="64294" y="802272"/>
                </a:lnTo>
                <a:lnTo>
                  <a:pt x="64294" y="745122"/>
                </a:lnTo>
                <a:lnTo>
                  <a:pt x="86350" y="745122"/>
                </a:lnTo>
                <a:lnTo>
                  <a:pt x="448866" y="669598"/>
                </a:lnTo>
                <a:lnTo>
                  <a:pt x="448866" y="542714"/>
                </a:lnTo>
                <a:lnTo>
                  <a:pt x="427434" y="542714"/>
                </a:lnTo>
                <a:lnTo>
                  <a:pt x="427434" y="480802"/>
                </a:lnTo>
                <a:lnTo>
                  <a:pt x="458224" y="480802"/>
                </a:lnTo>
                <a:lnTo>
                  <a:pt x="458542" y="479752"/>
                </a:lnTo>
                <a:lnTo>
                  <a:pt x="640644" y="479752"/>
                </a:lnTo>
                <a:cubicBezTo>
                  <a:pt x="645615" y="479752"/>
                  <a:pt x="649644" y="475723"/>
                  <a:pt x="649644" y="470752"/>
                </a:cubicBezTo>
                <a:cubicBezTo>
                  <a:pt x="649644" y="465781"/>
                  <a:pt x="645615" y="461752"/>
                  <a:pt x="640644" y="461752"/>
                </a:cubicBezTo>
                <a:lnTo>
                  <a:pt x="463990" y="461752"/>
                </a:lnTo>
                <a:cubicBezTo>
                  <a:pt x="485599" y="348091"/>
                  <a:pt x="572574" y="260579"/>
                  <a:pt x="681288" y="242685"/>
                </a:cubicBezTo>
                <a:lnTo>
                  <a:pt x="681288" y="237965"/>
                </a:lnTo>
                <a:cubicBezTo>
                  <a:pt x="681288" y="221428"/>
                  <a:pt x="690707" y="207091"/>
                  <a:pt x="705900" y="202808"/>
                </a:cubicBezTo>
                <a:lnTo>
                  <a:pt x="705900" y="150157"/>
                </a:lnTo>
                <a:lnTo>
                  <a:pt x="709388" y="151029"/>
                </a:lnTo>
                <a:lnTo>
                  <a:pt x="709388" y="110669"/>
                </a:lnTo>
                <a:lnTo>
                  <a:pt x="712436" y="111431"/>
                </a:lnTo>
                <a:lnTo>
                  <a:pt x="712436" y="71621"/>
                </a:lnTo>
                <a:lnTo>
                  <a:pt x="716104" y="72538"/>
                </a:lnTo>
                <a:lnTo>
                  <a:pt x="716104" y="31953"/>
                </a:lnTo>
                <a:lnTo>
                  <a:pt x="720300" y="3300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8" name="正方形/長方形 55"/>
          <p:cNvSpPr>
            <a:spLocks noChangeAspect="1"/>
          </p:cNvSpPr>
          <p:nvPr/>
        </p:nvSpPr>
        <p:spPr bwMode="gray">
          <a:xfrm>
            <a:off x="5367945" y="2944695"/>
            <a:ext cx="967849" cy="995727"/>
          </a:xfrm>
          <a:custGeom>
            <a:avLst/>
            <a:gdLst/>
            <a:ahLst/>
            <a:cxnLst/>
            <a:rect l="l" t="t" r="r" b="b"/>
            <a:pathLst>
              <a:path w="874801" h="899999">
                <a:moveTo>
                  <a:pt x="527411" y="298384"/>
                </a:moveTo>
                <a:lnTo>
                  <a:pt x="514064" y="356392"/>
                </a:lnTo>
                <a:lnTo>
                  <a:pt x="502785" y="356392"/>
                </a:lnTo>
                <a:lnTo>
                  <a:pt x="502785" y="690752"/>
                </a:lnTo>
                <a:lnTo>
                  <a:pt x="514063" y="690752"/>
                </a:lnTo>
                <a:lnTo>
                  <a:pt x="523940" y="733678"/>
                </a:lnTo>
                <a:lnTo>
                  <a:pt x="596388" y="733678"/>
                </a:lnTo>
                <a:lnTo>
                  <a:pt x="606264" y="690752"/>
                </a:lnTo>
                <a:lnTo>
                  <a:pt x="617542" y="690752"/>
                </a:lnTo>
                <a:lnTo>
                  <a:pt x="617542" y="356392"/>
                </a:lnTo>
                <a:lnTo>
                  <a:pt x="606265" y="356392"/>
                </a:lnTo>
                <a:lnTo>
                  <a:pt x="592919" y="298384"/>
                </a:lnTo>
                <a:close/>
                <a:moveTo>
                  <a:pt x="281883" y="298384"/>
                </a:moveTo>
                <a:lnTo>
                  <a:pt x="268536" y="356392"/>
                </a:lnTo>
                <a:lnTo>
                  <a:pt x="257257" y="356392"/>
                </a:lnTo>
                <a:lnTo>
                  <a:pt x="257257" y="690752"/>
                </a:lnTo>
                <a:lnTo>
                  <a:pt x="268535" y="690752"/>
                </a:lnTo>
                <a:lnTo>
                  <a:pt x="278412" y="733678"/>
                </a:lnTo>
                <a:lnTo>
                  <a:pt x="350861" y="733678"/>
                </a:lnTo>
                <a:lnTo>
                  <a:pt x="360737" y="690752"/>
                </a:lnTo>
                <a:lnTo>
                  <a:pt x="372015" y="690752"/>
                </a:lnTo>
                <a:lnTo>
                  <a:pt x="372015" y="356392"/>
                </a:lnTo>
                <a:lnTo>
                  <a:pt x="360738" y="356392"/>
                </a:lnTo>
                <a:lnTo>
                  <a:pt x="347392" y="298384"/>
                </a:lnTo>
                <a:close/>
                <a:moveTo>
                  <a:pt x="437400" y="125412"/>
                </a:moveTo>
                <a:cubicBezTo>
                  <a:pt x="413240" y="125412"/>
                  <a:pt x="393655" y="144997"/>
                  <a:pt x="393655" y="169157"/>
                </a:cubicBezTo>
                <a:cubicBezTo>
                  <a:pt x="393655" y="193317"/>
                  <a:pt x="413240" y="212902"/>
                  <a:pt x="437400" y="212902"/>
                </a:cubicBezTo>
                <a:cubicBezTo>
                  <a:pt x="461560" y="212902"/>
                  <a:pt x="481145" y="193317"/>
                  <a:pt x="481145" y="169157"/>
                </a:cubicBezTo>
                <a:cubicBezTo>
                  <a:pt x="481145" y="144997"/>
                  <a:pt x="461560" y="125412"/>
                  <a:pt x="437400" y="125412"/>
                </a:cubicBezTo>
                <a:close/>
                <a:moveTo>
                  <a:pt x="437400" y="0"/>
                </a:moveTo>
                <a:lnTo>
                  <a:pt x="874798" y="220661"/>
                </a:lnTo>
                <a:lnTo>
                  <a:pt x="874801" y="220661"/>
                </a:lnTo>
                <a:lnTo>
                  <a:pt x="843006" y="264451"/>
                </a:lnTo>
                <a:lnTo>
                  <a:pt x="843006" y="298384"/>
                </a:lnTo>
                <a:lnTo>
                  <a:pt x="772938" y="298384"/>
                </a:lnTo>
                <a:lnTo>
                  <a:pt x="759591" y="356392"/>
                </a:lnTo>
                <a:lnTo>
                  <a:pt x="748312" y="356392"/>
                </a:lnTo>
                <a:lnTo>
                  <a:pt x="748312" y="690752"/>
                </a:lnTo>
                <a:lnTo>
                  <a:pt x="759590" y="690752"/>
                </a:lnTo>
                <a:lnTo>
                  <a:pt x="769467" y="733678"/>
                </a:lnTo>
                <a:lnTo>
                  <a:pt x="829903" y="733678"/>
                </a:lnTo>
                <a:lnTo>
                  <a:pt x="829903" y="809878"/>
                </a:lnTo>
                <a:lnTo>
                  <a:pt x="874026" y="809878"/>
                </a:lnTo>
                <a:lnTo>
                  <a:pt x="874026" y="899999"/>
                </a:lnTo>
                <a:lnTo>
                  <a:pt x="775" y="899999"/>
                </a:lnTo>
                <a:lnTo>
                  <a:pt x="775" y="809878"/>
                </a:lnTo>
                <a:lnTo>
                  <a:pt x="44898" y="809878"/>
                </a:lnTo>
                <a:lnTo>
                  <a:pt x="44898" y="809604"/>
                </a:lnTo>
                <a:lnTo>
                  <a:pt x="94361" y="809604"/>
                </a:lnTo>
                <a:cubicBezTo>
                  <a:pt x="102092" y="809604"/>
                  <a:pt x="108360" y="803336"/>
                  <a:pt x="108360" y="795605"/>
                </a:cubicBezTo>
                <a:lnTo>
                  <a:pt x="108361" y="795605"/>
                </a:lnTo>
                <a:cubicBezTo>
                  <a:pt x="108361" y="787874"/>
                  <a:pt x="102093" y="781606"/>
                  <a:pt x="94362" y="781606"/>
                </a:cubicBezTo>
                <a:lnTo>
                  <a:pt x="44898" y="781606"/>
                </a:lnTo>
                <a:lnTo>
                  <a:pt x="44898" y="733678"/>
                </a:lnTo>
                <a:lnTo>
                  <a:pt x="105333" y="733678"/>
                </a:lnTo>
                <a:lnTo>
                  <a:pt x="115209" y="690752"/>
                </a:lnTo>
                <a:lnTo>
                  <a:pt x="126487" y="690752"/>
                </a:lnTo>
                <a:lnTo>
                  <a:pt x="126487" y="356392"/>
                </a:lnTo>
                <a:lnTo>
                  <a:pt x="115210" y="356392"/>
                </a:lnTo>
                <a:lnTo>
                  <a:pt x="108266" y="326210"/>
                </a:lnTo>
                <a:lnTo>
                  <a:pt x="141986" y="326210"/>
                </a:lnTo>
                <a:cubicBezTo>
                  <a:pt x="149717" y="326210"/>
                  <a:pt x="155985" y="319942"/>
                  <a:pt x="155985" y="312211"/>
                </a:cubicBezTo>
                <a:lnTo>
                  <a:pt x="155986" y="312211"/>
                </a:lnTo>
                <a:cubicBezTo>
                  <a:pt x="155986" y="304480"/>
                  <a:pt x="149718" y="298212"/>
                  <a:pt x="141987" y="298212"/>
                </a:cubicBezTo>
                <a:lnTo>
                  <a:pt x="31795" y="298212"/>
                </a:lnTo>
                <a:lnTo>
                  <a:pt x="31795" y="264449"/>
                </a:lnTo>
                <a:lnTo>
                  <a:pt x="1" y="220662"/>
                </a:lnTo>
                <a:lnTo>
                  <a:pt x="0" y="220662"/>
                </a:lnTo>
                <a:lnTo>
                  <a:pt x="1" y="220661"/>
                </a:lnTo>
                <a:lnTo>
                  <a:pt x="2" y="220661"/>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110183415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Public Sector</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4" name="円/楕円 23"/>
          <p:cNvSpPr>
            <a:spLocks noChangeAspect="1"/>
          </p:cNvSpPr>
          <p:nvPr/>
        </p:nvSpPr>
        <p:spPr bwMode="gray">
          <a:xfrm>
            <a:off x="3586922" y="3220873"/>
            <a:ext cx="837109" cy="464666"/>
          </a:xfrm>
          <a:custGeom>
            <a:avLst/>
            <a:gdLst/>
            <a:ahLst/>
            <a:cxnLst/>
            <a:rect l="l" t="t" r="r" b="b"/>
            <a:pathLst>
              <a:path w="906868" h="503388">
                <a:moveTo>
                  <a:pt x="453434" y="152694"/>
                </a:moveTo>
                <a:cubicBezTo>
                  <a:pt x="474866" y="159500"/>
                  <a:pt x="441528" y="221075"/>
                  <a:pt x="453434" y="251694"/>
                </a:cubicBezTo>
                <a:cubicBezTo>
                  <a:pt x="453434" y="272788"/>
                  <a:pt x="550052" y="225669"/>
                  <a:pt x="552434" y="251694"/>
                </a:cubicBezTo>
                <a:cubicBezTo>
                  <a:pt x="552434" y="306370"/>
                  <a:pt x="508110" y="350694"/>
                  <a:pt x="453434" y="350694"/>
                </a:cubicBezTo>
                <a:cubicBezTo>
                  <a:pt x="398758" y="350694"/>
                  <a:pt x="354434" y="306370"/>
                  <a:pt x="354434" y="251694"/>
                </a:cubicBezTo>
                <a:cubicBezTo>
                  <a:pt x="354434" y="197018"/>
                  <a:pt x="398665" y="155412"/>
                  <a:pt x="453434" y="152694"/>
                </a:cubicBezTo>
                <a:close/>
                <a:moveTo>
                  <a:pt x="453434" y="57954"/>
                </a:moveTo>
                <a:cubicBezTo>
                  <a:pt x="346434" y="57954"/>
                  <a:pt x="259694" y="144694"/>
                  <a:pt x="259694" y="251694"/>
                </a:cubicBezTo>
                <a:cubicBezTo>
                  <a:pt x="259694" y="358694"/>
                  <a:pt x="346434" y="445434"/>
                  <a:pt x="453434" y="445434"/>
                </a:cubicBezTo>
                <a:cubicBezTo>
                  <a:pt x="560434" y="445434"/>
                  <a:pt x="647174" y="358694"/>
                  <a:pt x="647174" y="251694"/>
                </a:cubicBezTo>
                <a:cubicBezTo>
                  <a:pt x="647174" y="144694"/>
                  <a:pt x="560434" y="57954"/>
                  <a:pt x="453434" y="57954"/>
                </a:cubicBezTo>
                <a:close/>
                <a:moveTo>
                  <a:pt x="453434" y="0"/>
                </a:moveTo>
                <a:cubicBezTo>
                  <a:pt x="644881" y="0"/>
                  <a:pt x="812931" y="100172"/>
                  <a:pt x="906868" y="251694"/>
                </a:cubicBezTo>
                <a:cubicBezTo>
                  <a:pt x="812931" y="403217"/>
                  <a:pt x="644881" y="503388"/>
                  <a:pt x="453434" y="503388"/>
                </a:cubicBezTo>
                <a:cubicBezTo>
                  <a:pt x="261987" y="503388"/>
                  <a:pt x="93937" y="403217"/>
                  <a:pt x="0" y="251694"/>
                </a:cubicBezTo>
                <a:cubicBezTo>
                  <a:pt x="93937" y="100172"/>
                  <a:pt x="261987" y="0"/>
                  <a:pt x="453434"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8" name="正方形/長方形 27"/>
          <p:cNvSpPr>
            <a:spLocks noChangeAspect="1"/>
          </p:cNvSpPr>
          <p:nvPr/>
        </p:nvSpPr>
        <p:spPr bwMode="gray">
          <a:xfrm>
            <a:off x="5077894" y="3121461"/>
            <a:ext cx="830769" cy="663492"/>
          </a:xfrm>
          <a:custGeom>
            <a:avLst/>
            <a:gdLst/>
            <a:ahLst/>
            <a:cxnLst/>
            <a:rect l="l" t="t" r="r" b="b"/>
            <a:pathLst>
              <a:path w="900000" h="718783">
                <a:moveTo>
                  <a:pt x="175250" y="452431"/>
                </a:moveTo>
                <a:lnTo>
                  <a:pt x="404020" y="452431"/>
                </a:lnTo>
                <a:lnTo>
                  <a:pt x="404020" y="535434"/>
                </a:lnTo>
                <a:lnTo>
                  <a:pt x="175250" y="535434"/>
                </a:lnTo>
                <a:close/>
                <a:moveTo>
                  <a:pt x="175250" y="317890"/>
                </a:moveTo>
                <a:lnTo>
                  <a:pt x="404020" y="317890"/>
                </a:lnTo>
                <a:lnTo>
                  <a:pt x="404020" y="400893"/>
                </a:lnTo>
                <a:lnTo>
                  <a:pt x="175250" y="400893"/>
                </a:lnTo>
                <a:close/>
                <a:moveTo>
                  <a:pt x="175250" y="183349"/>
                </a:moveTo>
                <a:lnTo>
                  <a:pt x="404020" y="183349"/>
                </a:lnTo>
                <a:lnTo>
                  <a:pt x="404020" y="266352"/>
                </a:lnTo>
                <a:lnTo>
                  <a:pt x="175250" y="266352"/>
                </a:lnTo>
                <a:close/>
                <a:moveTo>
                  <a:pt x="590625" y="183136"/>
                </a:moveTo>
                <a:lnTo>
                  <a:pt x="620789" y="183136"/>
                </a:lnTo>
                <a:cubicBezTo>
                  <a:pt x="656516" y="183136"/>
                  <a:pt x="685479" y="212099"/>
                  <a:pt x="685479" y="247826"/>
                </a:cubicBezTo>
                <a:lnTo>
                  <a:pt x="685479" y="314955"/>
                </a:lnTo>
                <a:cubicBezTo>
                  <a:pt x="685479" y="335442"/>
                  <a:pt x="670613" y="361268"/>
                  <a:pt x="657389" y="374918"/>
                </a:cubicBezTo>
                <a:cubicBezTo>
                  <a:pt x="652621" y="389780"/>
                  <a:pt x="636394" y="404072"/>
                  <a:pt x="643086" y="419503"/>
                </a:cubicBezTo>
                <a:cubicBezTo>
                  <a:pt x="649778" y="434934"/>
                  <a:pt x="662663" y="453815"/>
                  <a:pt x="697541" y="467505"/>
                </a:cubicBezTo>
                <a:lnTo>
                  <a:pt x="697772" y="468204"/>
                </a:lnTo>
                <a:lnTo>
                  <a:pt x="699217" y="468204"/>
                </a:lnTo>
                <a:lnTo>
                  <a:pt x="720092" y="476908"/>
                </a:lnTo>
                <a:lnTo>
                  <a:pt x="720092" y="535221"/>
                </a:lnTo>
                <a:lnTo>
                  <a:pt x="719952" y="535221"/>
                </a:lnTo>
                <a:cubicBezTo>
                  <a:pt x="719999" y="535363"/>
                  <a:pt x="720045" y="535504"/>
                  <a:pt x="720092" y="535646"/>
                </a:cubicBezTo>
                <a:lnTo>
                  <a:pt x="491322" y="535646"/>
                </a:lnTo>
                <a:cubicBezTo>
                  <a:pt x="491369" y="535504"/>
                  <a:pt x="491415" y="535363"/>
                  <a:pt x="491462" y="535221"/>
                </a:cubicBezTo>
                <a:lnTo>
                  <a:pt x="491322" y="535221"/>
                </a:lnTo>
                <a:lnTo>
                  <a:pt x="491322" y="476908"/>
                </a:lnTo>
                <a:lnTo>
                  <a:pt x="512196" y="468204"/>
                </a:lnTo>
                <a:lnTo>
                  <a:pt x="513642" y="468204"/>
                </a:lnTo>
                <a:cubicBezTo>
                  <a:pt x="513719" y="467971"/>
                  <a:pt x="513797" y="467738"/>
                  <a:pt x="513874" y="467505"/>
                </a:cubicBezTo>
                <a:cubicBezTo>
                  <a:pt x="548751" y="453815"/>
                  <a:pt x="562826" y="436125"/>
                  <a:pt x="568327" y="419503"/>
                </a:cubicBezTo>
                <a:cubicBezTo>
                  <a:pt x="573828" y="402881"/>
                  <a:pt x="553946" y="385200"/>
                  <a:pt x="546881" y="367775"/>
                </a:cubicBezTo>
                <a:cubicBezTo>
                  <a:pt x="533658" y="354125"/>
                  <a:pt x="525935" y="335442"/>
                  <a:pt x="525935" y="314955"/>
                </a:cubicBezTo>
                <a:lnTo>
                  <a:pt x="525935" y="247826"/>
                </a:lnTo>
                <a:cubicBezTo>
                  <a:pt x="525935" y="212099"/>
                  <a:pt x="554898" y="183136"/>
                  <a:pt x="590625" y="183136"/>
                </a:cubicBezTo>
                <a:close/>
                <a:moveTo>
                  <a:pt x="90828" y="89119"/>
                </a:moveTo>
                <a:lnTo>
                  <a:pt x="90828" y="629663"/>
                </a:lnTo>
                <a:lnTo>
                  <a:pt x="809173" y="629663"/>
                </a:lnTo>
                <a:lnTo>
                  <a:pt x="809173" y="89119"/>
                </a:lnTo>
                <a:close/>
                <a:moveTo>
                  <a:pt x="81697" y="0"/>
                </a:moveTo>
                <a:lnTo>
                  <a:pt x="818303" y="0"/>
                </a:lnTo>
                <a:cubicBezTo>
                  <a:pt x="863423" y="0"/>
                  <a:pt x="900000" y="36577"/>
                  <a:pt x="900000" y="81697"/>
                </a:cubicBezTo>
                <a:lnTo>
                  <a:pt x="900000" y="637086"/>
                </a:lnTo>
                <a:cubicBezTo>
                  <a:pt x="900000" y="682206"/>
                  <a:pt x="863423" y="718783"/>
                  <a:pt x="818303" y="718783"/>
                </a:cubicBezTo>
                <a:lnTo>
                  <a:pt x="81697" y="718783"/>
                </a:lnTo>
                <a:cubicBezTo>
                  <a:pt x="36577" y="718783"/>
                  <a:pt x="0" y="682206"/>
                  <a:pt x="0" y="637086"/>
                </a:cubicBezTo>
                <a:lnTo>
                  <a:pt x="0" y="81697"/>
                </a:lnTo>
                <a:cubicBezTo>
                  <a:pt x="0" y="36577"/>
                  <a:pt x="36577" y="0"/>
                  <a:pt x="8169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8" name="角丸四角形 37"/>
          <p:cNvSpPr>
            <a:spLocks noChangeAspect="1"/>
          </p:cNvSpPr>
          <p:nvPr/>
        </p:nvSpPr>
        <p:spPr bwMode="gray">
          <a:xfrm>
            <a:off x="803032" y="3037949"/>
            <a:ext cx="739090" cy="830517"/>
          </a:xfrm>
          <a:custGeom>
            <a:avLst/>
            <a:gdLst/>
            <a:ahLst/>
            <a:cxnLst/>
            <a:rect l="l" t="t" r="r" b="b"/>
            <a:pathLst>
              <a:path w="800681" h="899727">
                <a:moveTo>
                  <a:pt x="152197" y="316709"/>
                </a:moveTo>
                <a:lnTo>
                  <a:pt x="199821" y="316709"/>
                </a:lnTo>
                <a:cubicBezTo>
                  <a:pt x="144699" y="316709"/>
                  <a:pt x="100013" y="361395"/>
                  <a:pt x="100013" y="416517"/>
                </a:cubicBezTo>
                <a:lnTo>
                  <a:pt x="100013" y="772873"/>
                </a:lnTo>
                <a:cubicBezTo>
                  <a:pt x="100013" y="827995"/>
                  <a:pt x="144699" y="872681"/>
                  <a:pt x="199821" y="872681"/>
                </a:cubicBezTo>
                <a:lnTo>
                  <a:pt x="152197" y="872681"/>
                </a:lnTo>
                <a:cubicBezTo>
                  <a:pt x="68141" y="872681"/>
                  <a:pt x="0" y="804540"/>
                  <a:pt x="0" y="720484"/>
                </a:cubicBezTo>
                <a:lnTo>
                  <a:pt x="0" y="468906"/>
                </a:lnTo>
                <a:cubicBezTo>
                  <a:pt x="0" y="384850"/>
                  <a:pt x="68141" y="316709"/>
                  <a:pt x="152197" y="316709"/>
                </a:cubicBezTo>
                <a:close/>
                <a:moveTo>
                  <a:pt x="641223" y="0"/>
                </a:moveTo>
                <a:cubicBezTo>
                  <a:pt x="783173" y="131461"/>
                  <a:pt x="544207" y="309912"/>
                  <a:pt x="602214" y="324423"/>
                </a:cubicBezTo>
                <a:lnTo>
                  <a:pt x="746377" y="351389"/>
                </a:lnTo>
                <a:cubicBezTo>
                  <a:pt x="812533" y="375648"/>
                  <a:pt x="796363" y="380406"/>
                  <a:pt x="800681" y="441799"/>
                </a:cubicBezTo>
                <a:cubicBezTo>
                  <a:pt x="759024" y="579340"/>
                  <a:pt x="731655" y="762125"/>
                  <a:pt x="675711" y="854422"/>
                </a:cubicBezTo>
                <a:cubicBezTo>
                  <a:pt x="665741" y="894384"/>
                  <a:pt x="625263" y="902026"/>
                  <a:pt x="585301" y="899200"/>
                </a:cubicBezTo>
                <a:cubicBezTo>
                  <a:pt x="490415" y="891799"/>
                  <a:pt x="405055" y="865348"/>
                  <a:pt x="314932" y="848422"/>
                </a:cubicBezTo>
                <a:cubicBezTo>
                  <a:pt x="247510" y="820873"/>
                  <a:pt x="188050" y="798188"/>
                  <a:pt x="199821" y="755335"/>
                </a:cubicBezTo>
                <a:cubicBezTo>
                  <a:pt x="200615" y="639540"/>
                  <a:pt x="201408" y="523746"/>
                  <a:pt x="202202" y="407951"/>
                </a:cubicBezTo>
                <a:cubicBezTo>
                  <a:pt x="247445" y="340570"/>
                  <a:pt x="376084" y="257175"/>
                  <a:pt x="426796" y="230981"/>
                </a:cubicBezTo>
                <a:cubicBezTo>
                  <a:pt x="498272" y="163512"/>
                  <a:pt x="567366" y="69850"/>
                  <a:pt x="641223"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0" name="角丸四角形 34"/>
          <p:cNvSpPr>
            <a:spLocks noChangeAspect="1"/>
          </p:cNvSpPr>
          <p:nvPr/>
        </p:nvSpPr>
        <p:spPr bwMode="gray">
          <a:xfrm flipH="1">
            <a:off x="2195986" y="3037949"/>
            <a:ext cx="737072" cy="830517"/>
          </a:xfrm>
          <a:custGeom>
            <a:avLst/>
            <a:gdLst/>
            <a:ahLst/>
            <a:cxnLst/>
            <a:rect l="l" t="t" r="r" b="b"/>
            <a:pathLst>
              <a:path w="798495" h="899727">
                <a:moveTo>
                  <a:pt x="199821" y="27047"/>
                </a:moveTo>
                <a:lnTo>
                  <a:pt x="152197" y="27047"/>
                </a:lnTo>
                <a:cubicBezTo>
                  <a:pt x="68141" y="27047"/>
                  <a:pt x="0" y="95188"/>
                  <a:pt x="0" y="179244"/>
                </a:cubicBezTo>
                <a:lnTo>
                  <a:pt x="0" y="430822"/>
                </a:lnTo>
                <a:cubicBezTo>
                  <a:pt x="0" y="514878"/>
                  <a:pt x="68141" y="583019"/>
                  <a:pt x="152197" y="583019"/>
                </a:cubicBezTo>
                <a:lnTo>
                  <a:pt x="199821" y="583019"/>
                </a:lnTo>
                <a:cubicBezTo>
                  <a:pt x="144699" y="583019"/>
                  <a:pt x="100013" y="538333"/>
                  <a:pt x="100013" y="483211"/>
                </a:cubicBezTo>
                <a:lnTo>
                  <a:pt x="100013" y="126855"/>
                </a:lnTo>
                <a:cubicBezTo>
                  <a:pt x="100013" y="71733"/>
                  <a:pt x="144699" y="27047"/>
                  <a:pt x="199821" y="27047"/>
                </a:cubicBezTo>
                <a:close/>
                <a:moveTo>
                  <a:pt x="583115" y="527"/>
                </a:moveTo>
                <a:cubicBezTo>
                  <a:pt x="488229" y="7928"/>
                  <a:pt x="402869" y="34379"/>
                  <a:pt x="312746" y="51305"/>
                </a:cubicBezTo>
                <a:cubicBezTo>
                  <a:pt x="245324" y="78854"/>
                  <a:pt x="185864" y="101539"/>
                  <a:pt x="197635" y="144392"/>
                </a:cubicBezTo>
                <a:cubicBezTo>
                  <a:pt x="198429" y="260187"/>
                  <a:pt x="199222" y="375981"/>
                  <a:pt x="200016" y="491776"/>
                </a:cubicBezTo>
                <a:cubicBezTo>
                  <a:pt x="245259" y="559157"/>
                  <a:pt x="373898" y="642552"/>
                  <a:pt x="424610" y="668746"/>
                </a:cubicBezTo>
                <a:cubicBezTo>
                  <a:pt x="496086" y="736215"/>
                  <a:pt x="565180" y="829877"/>
                  <a:pt x="639037" y="899727"/>
                </a:cubicBezTo>
                <a:cubicBezTo>
                  <a:pt x="780987" y="768266"/>
                  <a:pt x="542021" y="589815"/>
                  <a:pt x="600028" y="575304"/>
                </a:cubicBezTo>
                <a:lnTo>
                  <a:pt x="744191" y="548338"/>
                </a:lnTo>
                <a:cubicBezTo>
                  <a:pt x="810347" y="524079"/>
                  <a:pt x="794177" y="519321"/>
                  <a:pt x="798495" y="457928"/>
                </a:cubicBezTo>
                <a:cubicBezTo>
                  <a:pt x="756838" y="320387"/>
                  <a:pt x="729469" y="137602"/>
                  <a:pt x="673525" y="45305"/>
                </a:cubicBezTo>
                <a:cubicBezTo>
                  <a:pt x="663555" y="5343"/>
                  <a:pt x="623077" y="-2299"/>
                  <a:pt x="583115" y="527"/>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1" name="角丸四角形 70"/>
          <p:cNvSpPr>
            <a:spLocks noChangeAspect="1"/>
          </p:cNvSpPr>
          <p:nvPr/>
        </p:nvSpPr>
        <p:spPr bwMode="gray">
          <a:xfrm>
            <a:off x="761136" y="1783610"/>
            <a:ext cx="831034" cy="770954"/>
          </a:xfrm>
          <a:custGeom>
            <a:avLst/>
            <a:gdLst/>
            <a:ahLst/>
            <a:cxnLst/>
            <a:rect l="l" t="t" r="r" b="b"/>
            <a:pathLst>
              <a:path w="900287" h="749356">
                <a:moveTo>
                  <a:pt x="270632" y="152469"/>
                </a:moveTo>
                <a:lnTo>
                  <a:pt x="396802" y="152469"/>
                </a:lnTo>
                <a:cubicBezTo>
                  <a:pt x="418042" y="152469"/>
                  <a:pt x="437069" y="161944"/>
                  <a:pt x="449255" y="177439"/>
                </a:cubicBezTo>
                <a:cubicBezTo>
                  <a:pt x="459038" y="167792"/>
                  <a:pt x="472504" y="161993"/>
                  <a:pt x="487325" y="161993"/>
                </a:cubicBezTo>
                <a:lnTo>
                  <a:pt x="642071" y="161993"/>
                </a:lnTo>
                <a:cubicBezTo>
                  <a:pt x="664634" y="161993"/>
                  <a:pt x="684058" y="175433"/>
                  <a:pt x="692554" y="194843"/>
                </a:cubicBezTo>
                <a:cubicBezTo>
                  <a:pt x="701231" y="188185"/>
                  <a:pt x="712141" y="184868"/>
                  <a:pt x="723826" y="184868"/>
                </a:cubicBezTo>
                <a:lnTo>
                  <a:pt x="837492" y="184868"/>
                </a:lnTo>
                <a:cubicBezTo>
                  <a:pt x="869972" y="184868"/>
                  <a:pt x="896466" y="210492"/>
                  <a:pt x="897385" y="242649"/>
                </a:cubicBezTo>
                <a:cubicBezTo>
                  <a:pt x="899689" y="244379"/>
                  <a:pt x="900287" y="246947"/>
                  <a:pt x="900287" y="249655"/>
                </a:cubicBezTo>
                <a:lnTo>
                  <a:pt x="900287" y="421827"/>
                </a:lnTo>
                <a:cubicBezTo>
                  <a:pt x="900287" y="431761"/>
                  <a:pt x="892233" y="439815"/>
                  <a:pt x="882299" y="439815"/>
                </a:cubicBezTo>
                <a:lnTo>
                  <a:pt x="875075" y="439815"/>
                </a:lnTo>
                <a:cubicBezTo>
                  <a:pt x="865141" y="439815"/>
                  <a:pt x="857087" y="431761"/>
                  <a:pt x="857087" y="421827"/>
                </a:cubicBezTo>
                <a:lnTo>
                  <a:pt x="857087" y="253234"/>
                </a:lnTo>
                <a:lnTo>
                  <a:pt x="834456" y="253234"/>
                </a:lnTo>
                <a:lnTo>
                  <a:pt x="834456" y="649259"/>
                </a:lnTo>
                <a:cubicBezTo>
                  <a:pt x="834456" y="667351"/>
                  <a:pt x="819790" y="682017"/>
                  <a:pt x="801698" y="682017"/>
                </a:cubicBezTo>
                <a:lnTo>
                  <a:pt x="762704" y="682017"/>
                </a:lnTo>
                <a:cubicBezTo>
                  <a:pt x="744612" y="682017"/>
                  <a:pt x="729946" y="667351"/>
                  <a:pt x="729946" y="649259"/>
                </a:cubicBezTo>
                <a:lnTo>
                  <a:pt x="729946" y="253234"/>
                </a:lnTo>
                <a:lnTo>
                  <a:pt x="699830" y="253234"/>
                </a:lnTo>
                <a:lnTo>
                  <a:pt x="699830" y="429104"/>
                </a:lnTo>
                <a:cubicBezTo>
                  <a:pt x="699830" y="435710"/>
                  <a:pt x="694475" y="441065"/>
                  <a:pt x="687869" y="441065"/>
                </a:cubicBezTo>
                <a:lnTo>
                  <a:pt x="673631" y="441065"/>
                </a:lnTo>
                <a:cubicBezTo>
                  <a:pt x="667025" y="441065"/>
                  <a:pt x="661670" y="435710"/>
                  <a:pt x="661670" y="429104"/>
                </a:cubicBezTo>
                <a:lnTo>
                  <a:pt x="661670" y="238754"/>
                </a:lnTo>
                <a:lnTo>
                  <a:pt x="663347" y="234707"/>
                </a:lnTo>
                <a:lnTo>
                  <a:pt x="636302" y="234707"/>
                </a:lnTo>
                <a:lnTo>
                  <a:pt x="636302" y="698421"/>
                </a:lnTo>
                <a:cubicBezTo>
                  <a:pt x="636302" y="722968"/>
                  <a:pt x="616402" y="742868"/>
                  <a:pt x="591855" y="742868"/>
                </a:cubicBezTo>
                <a:lnTo>
                  <a:pt x="538945" y="742868"/>
                </a:lnTo>
                <a:cubicBezTo>
                  <a:pt x="514398" y="742868"/>
                  <a:pt x="494498" y="722968"/>
                  <a:pt x="494498" y="698421"/>
                </a:cubicBezTo>
                <a:lnTo>
                  <a:pt x="494498" y="234707"/>
                </a:lnTo>
                <a:lnTo>
                  <a:pt x="469209" y="234707"/>
                </a:lnTo>
                <a:lnTo>
                  <a:pt x="469209" y="428394"/>
                </a:lnTo>
                <a:cubicBezTo>
                  <a:pt x="469209" y="435062"/>
                  <a:pt x="463803" y="440468"/>
                  <a:pt x="457135" y="440468"/>
                </a:cubicBezTo>
                <a:lnTo>
                  <a:pt x="442763" y="440468"/>
                </a:lnTo>
                <a:cubicBezTo>
                  <a:pt x="436095" y="440468"/>
                  <a:pt x="430689" y="435062"/>
                  <a:pt x="430689" y="428394"/>
                </a:cubicBezTo>
                <a:lnTo>
                  <a:pt x="430689" y="229342"/>
                </a:lnTo>
                <a:lnTo>
                  <a:pt x="431726" y="226839"/>
                </a:lnTo>
                <a:lnTo>
                  <a:pt x="431726" y="224968"/>
                </a:lnTo>
                <a:lnTo>
                  <a:pt x="405321" y="224968"/>
                </a:lnTo>
                <a:lnTo>
                  <a:pt x="405321" y="704909"/>
                </a:lnTo>
                <a:cubicBezTo>
                  <a:pt x="405321" y="729456"/>
                  <a:pt x="385421" y="749356"/>
                  <a:pt x="360874" y="749356"/>
                </a:cubicBezTo>
                <a:lnTo>
                  <a:pt x="307964" y="749356"/>
                </a:lnTo>
                <a:cubicBezTo>
                  <a:pt x="283417" y="749356"/>
                  <a:pt x="263517" y="729456"/>
                  <a:pt x="263517" y="704909"/>
                </a:cubicBezTo>
                <a:lnTo>
                  <a:pt x="263517" y="224968"/>
                </a:lnTo>
                <a:lnTo>
                  <a:pt x="237767" y="224968"/>
                </a:lnTo>
                <a:cubicBezTo>
                  <a:pt x="239266" y="226086"/>
                  <a:pt x="239625" y="227728"/>
                  <a:pt x="239625" y="229455"/>
                </a:cubicBezTo>
                <a:lnTo>
                  <a:pt x="239625" y="428281"/>
                </a:lnTo>
                <a:cubicBezTo>
                  <a:pt x="239625" y="435012"/>
                  <a:pt x="234169" y="440468"/>
                  <a:pt x="227438" y="440468"/>
                </a:cubicBezTo>
                <a:lnTo>
                  <a:pt x="212932" y="440468"/>
                </a:lnTo>
                <a:cubicBezTo>
                  <a:pt x="206201" y="440468"/>
                  <a:pt x="200745" y="435012"/>
                  <a:pt x="200745" y="428281"/>
                </a:cubicBezTo>
                <a:lnTo>
                  <a:pt x="200745" y="251676"/>
                </a:lnTo>
                <a:lnTo>
                  <a:pt x="173430" y="251676"/>
                </a:lnTo>
                <a:cubicBezTo>
                  <a:pt x="174427" y="252450"/>
                  <a:pt x="174458" y="253299"/>
                  <a:pt x="174458" y="254156"/>
                </a:cubicBezTo>
                <a:lnTo>
                  <a:pt x="174458" y="658212"/>
                </a:lnTo>
                <a:cubicBezTo>
                  <a:pt x="174458" y="677545"/>
                  <a:pt x="158785" y="693218"/>
                  <a:pt x="139452" y="693218"/>
                </a:cubicBezTo>
                <a:lnTo>
                  <a:pt x="97780" y="693218"/>
                </a:lnTo>
                <a:cubicBezTo>
                  <a:pt x="78447" y="693218"/>
                  <a:pt x="62774" y="677545"/>
                  <a:pt x="62774" y="658212"/>
                </a:cubicBezTo>
                <a:lnTo>
                  <a:pt x="62774" y="254156"/>
                </a:lnTo>
                <a:lnTo>
                  <a:pt x="63801" y="251676"/>
                </a:lnTo>
                <a:lnTo>
                  <a:pt x="41562" y="251676"/>
                </a:lnTo>
                <a:cubicBezTo>
                  <a:pt x="43012" y="252745"/>
                  <a:pt x="43200" y="254166"/>
                  <a:pt x="43200" y="255631"/>
                </a:cubicBezTo>
                <a:lnTo>
                  <a:pt x="43200" y="424281"/>
                </a:lnTo>
                <a:cubicBezTo>
                  <a:pt x="43200" y="433539"/>
                  <a:pt x="35695" y="441044"/>
                  <a:pt x="26437" y="441044"/>
                </a:cubicBezTo>
                <a:lnTo>
                  <a:pt x="16763" y="441044"/>
                </a:lnTo>
                <a:cubicBezTo>
                  <a:pt x="7505" y="441044"/>
                  <a:pt x="0" y="433539"/>
                  <a:pt x="0" y="424281"/>
                </a:cubicBezTo>
                <a:lnTo>
                  <a:pt x="0" y="255631"/>
                </a:lnTo>
                <a:lnTo>
                  <a:pt x="1638" y="251676"/>
                </a:lnTo>
                <a:lnTo>
                  <a:pt x="1606" y="251676"/>
                </a:lnTo>
                <a:cubicBezTo>
                  <a:pt x="4495" y="222026"/>
                  <a:pt x="29771" y="199269"/>
                  <a:pt x="60361" y="199269"/>
                </a:cubicBezTo>
                <a:lnTo>
                  <a:pt x="179264" y="199269"/>
                </a:lnTo>
                <a:cubicBezTo>
                  <a:pt x="188256" y="199269"/>
                  <a:pt x="196789" y="201235"/>
                  <a:pt x="204193" y="205276"/>
                </a:cubicBezTo>
                <a:cubicBezTo>
                  <a:pt x="210664" y="174775"/>
                  <a:pt x="238043" y="152469"/>
                  <a:pt x="270632" y="152469"/>
                </a:cubicBezTo>
                <a:close/>
                <a:moveTo>
                  <a:pt x="119587" y="76867"/>
                </a:moveTo>
                <a:cubicBezTo>
                  <a:pt x="150964" y="76867"/>
                  <a:pt x="176400" y="99136"/>
                  <a:pt x="176400" y="126606"/>
                </a:cubicBezTo>
                <a:cubicBezTo>
                  <a:pt x="176400" y="154076"/>
                  <a:pt x="150964" y="176345"/>
                  <a:pt x="119587" y="176345"/>
                </a:cubicBezTo>
                <a:cubicBezTo>
                  <a:pt x="88210" y="176345"/>
                  <a:pt x="62774" y="154076"/>
                  <a:pt x="62774" y="126606"/>
                </a:cubicBezTo>
                <a:cubicBezTo>
                  <a:pt x="62774" y="99136"/>
                  <a:pt x="88210" y="76867"/>
                  <a:pt x="119587" y="76867"/>
                </a:cubicBezTo>
                <a:close/>
                <a:moveTo>
                  <a:pt x="777480" y="59872"/>
                </a:moveTo>
                <a:cubicBezTo>
                  <a:pt x="809842" y="59872"/>
                  <a:pt x="836077" y="83291"/>
                  <a:pt x="836077" y="112180"/>
                </a:cubicBezTo>
                <a:cubicBezTo>
                  <a:pt x="836077" y="141069"/>
                  <a:pt x="809842" y="164488"/>
                  <a:pt x="777480" y="164488"/>
                </a:cubicBezTo>
                <a:cubicBezTo>
                  <a:pt x="745118" y="164488"/>
                  <a:pt x="718883" y="141069"/>
                  <a:pt x="718883" y="112180"/>
                </a:cubicBezTo>
                <a:cubicBezTo>
                  <a:pt x="718883" y="83291"/>
                  <a:pt x="745118" y="59872"/>
                  <a:pt x="777480" y="59872"/>
                </a:cubicBezTo>
                <a:close/>
                <a:moveTo>
                  <a:pt x="564699" y="19050"/>
                </a:moveTo>
                <a:cubicBezTo>
                  <a:pt x="602128" y="19050"/>
                  <a:pt x="632470" y="46135"/>
                  <a:pt x="632470" y="79547"/>
                </a:cubicBezTo>
                <a:cubicBezTo>
                  <a:pt x="632470" y="112959"/>
                  <a:pt x="602128" y="140044"/>
                  <a:pt x="564699" y="140044"/>
                </a:cubicBezTo>
                <a:cubicBezTo>
                  <a:pt x="527270" y="140044"/>
                  <a:pt x="496928" y="112959"/>
                  <a:pt x="496928" y="79547"/>
                </a:cubicBezTo>
                <a:cubicBezTo>
                  <a:pt x="496928" y="46135"/>
                  <a:pt x="527270" y="19050"/>
                  <a:pt x="564699" y="19050"/>
                </a:cubicBezTo>
                <a:close/>
                <a:moveTo>
                  <a:pt x="333717" y="0"/>
                </a:moveTo>
                <a:cubicBezTo>
                  <a:pt x="371146" y="0"/>
                  <a:pt x="401488" y="27085"/>
                  <a:pt x="401488" y="60497"/>
                </a:cubicBezTo>
                <a:cubicBezTo>
                  <a:pt x="401488" y="93909"/>
                  <a:pt x="371146" y="120994"/>
                  <a:pt x="333717" y="120994"/>
                </a:cubicBezTo>
                <a:cubicBezTo>
                  <a:pt x="296288" y="120994"/>
                  <a:pt x="265946" y="93909"/>
                  <a:pt x="265946" y="60497"/>
                </a:cubicBezTo>
                <a:cubicBezTo>
                  <a:pt x="265946" y="27085"/>
                  <a:pt x="296288" y="0"/>
                  <a:pt x="33371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2" name="円/楕円 23"/>
          <p:cNvSpPr>
            <a:spLocks noChangeAspect="1"/>
          </p:cNvSpPr>
          <p:nvPr/>
        </p:nvSpPr>
        <p:spPr bwMode="gray">
          <a:xfrm>
            <a:off x="2131022" y="1753704"/>
            <a:ext cx="370846" cy="830768"/>
          </a:xfrm>
          <a:custGeom>
            <a:avLst/>
            <a:gdLst/>
            <a:ahLst/>
            <a:cxnLst/>
            <a:rect l="l" t="t" r="r" b="b"/>
            <a:pathLst>
              <a:path w="401750" h="899999">
                <a:moveTo>
                  <a:pt x="131552" y="173086"/>
                </a:moveTo>
                <a:lnTo>
                  <a:pt x="270265" y="173086"/>
                </a:lnTo>
                <a:cubicBezTo>
                  <a:pt x="291559" y="173086"/>
                  <a:pt x="309708" y="186547"/>
                  <a:pt x="316284" y="205565"/>
                </a:cubicBezTo>
                <a:lnTo>
                  <a:pt x="317391" y="206861"/>
                </a:lnTo>
                <a:lnTo>
                  <a:pt x="400387" y="462296"/>
                </a:lnTo>
                <a:cubicBezTo>
                  <a:pt x="405116" y="476851"/>
                  <a:pt x="397151" y="492483"/>
                  <a:pt x="382596" y="497212"/>
                </a:cubicBezTo>
                <a:cubicBezTo>
                  <a:pt x="368041" y="501942"/>
                  <a:pt x="352409" y="493976"/>
                  <a:pt x="347679" y="479422"/>
                </a:cubicBezTo>
                <a:lnTo>
                  <a:pt x="279659" y="270077"/>
                </a:lnTo>
                <a:cubicBezTo>
                  <a:pt x="276749" y="271655"/>
                  <a:pt x="273544" y="271974"/>
                  <a:pt x="270264" y="271974"/>
                </a:cubicBezTo>
                <a:lnTo>
                  <a:pt x="270085" y="271974"/>
                </a:lnTo>
                <a:lnTo>
                  <a:pt x="376298" y="598928"/>
                </a:lnTo>
                <a:lnTo>
                  <a:pt x="286577" y="598928"/>
                </a:lnTo>
                <a:lnTo>
                  <a:pt x="286577" y="867113"/>
                </a:lnTo>
                <a:cubicBezTo>
                  <a:pt x="286577" y="885275"/>
                  <a:pt x="271853" y="899999"/>
                  <a:pt x="253691" y="899999"/>
                </a:cubicBezTo>
                <a:cubicBezTo>
                  <a:pt x="235529" y="899999"/>
                  <a:pt x="220805" y="885275"/>
                  <a:pt x="220805" y="867113"/>
                </a:cubicBezTo>
                <a:lnTo>
                  <a:pt x="220805" y="598928"/>
                </a:lnTo>
                <a:lnTo>
                  <a:pt x="181212" y="598928"/>
                </a:lnTo>
                <a:lnTo>
                  <a:pt x="181212" y="867113"/>
                </a:lnTo>
                <a:cubicBezTo>
                  <a:pt x="181212" y="885275"/>
                  <a:pt x="166488" y="899999"/>
                  <a:pt x="148326" y="899999"/>
                </a:cubicBezTo>
                <a:cubicBezTo>
                  <a:pt x="130164" y="899999"/>
                  <a:pt x="115440" y="885275"/>
                  <a:pt x="115440" y="867113"/>
                </a:cubicBezTo>
                <a:lnTo>
                  <a:pt x="115440" y="598928"/>
                </a:lnTo>
                <a:lnTo>
                  <a:pt x="25452" y="598928"/>
                </a:lnTo>
                <a:lnTo>
                  <a:pt x="131666" y="271973"/>
                </a:lnTo>
                <a:lnTo>
                  <a:pt x="131552" y="271973"/>
                </a:lnTo>
                <a:lnTo>
                  <a:pt x="122095" y="270064"/>
                </a:lnTo>
                <a:lnTo>
                  <a:pt x="54071" y="479422"/>
                </a:lnTo>
                <a:cubicBezTo>
                  <a:pt x="49342" y="493976"/>
                  <a:pt x="33709" y="501942"/>
                  <a:pt x="19154" y="497212"/>
                </a:cubicBezTo>
                <a:cubicBezTo>
                  <a:pt x="4599" y="492483"/>
                  <a:pt x="-3366" y="476851"/>
                  <a:pt x="1363" y="462296"/>
                </a:cubicBezTo>
                <a:lnTo>
                  <a:pt x="84359" y="206861"/>
                </a:lnTo>
                <a:lnTo>
                  <a:pt x="85554" y="205462"/>
                </a:lnTo>
                <a:cubicBezTo>
                  <a:pt x="92171" y="186500"/>
                  <a:pt x="110295" y="173086"/>
                  <a:pt x="131552" y="173086"/>
                </a:cubicBezTo>
                <a:close/>
                <a:moveTo>
                  <a:pt x="200908" y="0"/>
                </a:moveTo>
                <a:cubicBezTo>
                  <a:pt x="244649" y="0"/>
                  <a:pt x="280108" y="35459"/>
                  <a:pt x="280108" y="79200"/>
                </a:cubicBezTo>
                <a:cubicBezTo>
                  <a:pt x="280108" y="122941"/>
                  <a:pt x="244649" y="158400"/>
                  <a:pt x="200908" y="158400"/>
                </a:cubicBezTo>
                <a:cubicBezTo>
                  <a:pt x="157167" y="158400"/>
                  <a:pt x="121708" y="122941"/>
                  <a:pt x="121708" y="79200"/>
                </a:cubicBezTo>
                <a:cubicBezTo>
                  <a:pt x="121708" y="35459"/>
                  <a:pt x="157167" y="0"/>
                  <a:pt x="20090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55"/>
          <p:cNvSpPr>
            <a:spLocks noChangeAspect="1"/>
          </p:cNvSpPr>
          <p:nvPr/>
        </p:nvSpPr>
        <p:spPr bwMode="gray">
          <a:xfrm>
            <a:off x="3040720" y="1753704"/>
            <a:ext cx="289108" cy="830768"/>
          </a:xfrm>
          <a:custGeom>
            <a:avLst/>
            <a:gdLst/>
            <a:ahLst/>
            <a:cxnLst/>
            <a:rect l="l" t="t" r="r" b="b"/>
            <a:pathLst>
              <a:path w="313200" h="899999">
                <a:moveTo>
                  <a:pt x="35718" y="173087"/>
                </a:moveTo>
                <a:lnTo>
                  <a:pt x="63000" y="173087"/>
                </a:lnTo>
                <a:lnTo>
                  <a:pt x="250200" y="173087"/>
                </a:lnTo>
                <a:lnTo>
                  <a:pt x="277482" y="173087"/>
                </a:lnTo>
                <a:cubicBezTo>
                  <a:pt x="297209" y="173087"/>
                  <a:pt x="313200" y="189078"/>
                  <a:pt x="313200" y="208805"/>
                </a:cubicBezTo>
                <a:lnTo>
                  <a:pt x="313200" y="236256"/>
                </a:lnTo>
                <a:lnTo>
                  <a:pt x="313122" y="236445"/>
                </a:lnTo>
                <a:lnTo>
                  <a:pt x="313122" y="511641"/>
                </a:lnTo>
                <a:cubicBezTo>
                  <a:pt x="313122" y="526945"/>
                  <a:pt x="300716" y="539351"/>
                  <a:pt x="285412" y="539351"/>
                </a:cubicBezTo>
                <a:cubicBezTo>
                  <a:pt x="270108" y="539351"/>
                  <a:pt x="257702" y="526945"/>
                  <a:pt x="257702" y="511641"/>
                </a:cubicBezTo>
                <a:lnTo>
                  <a:pt x="257702" y="271974"/>
                </a:lnTo>
                <a:lnTo>
                  <a:pt x="250200" y="271974"/>
                </a:lnTo>
                <a:lnTo>
                  <a:pt x="250200" y="510208"/>
                </a:lnTo>
                <a:lnTo>
                  <a:pt x="250200" y="525887"/>
                </a:lnTo>
                <a:lnTo>
                  <a:pt x="250200" y="863999"/>
                </a:lnTo>
                <a:cubicBezTo>
                  <a:pt x="250200" y="883881"/>
                  <a:pt x="234082" y="899999"/>
                  <a:pt x="214200" y="899999"/>
                </a:cubicBezTo>
                <a:cubicBezTo>
                  <a:pt x="194318" y="899999"/>
                  <a:pt x="178200" y="883881"/>
                  <a:pt x="178200" y="863999"/>
                </a:cubicBezTo>
                <a:lnTo>
                  <a:pt x="178200" y="525887"/>
                </a:lnTo>
                <a:lnTo>
                  <a:pt x="135000" y="525887"/>
                </a:lnTo>
                <a:lnTo>
                  <a:pt x="135000" y="863999"/>
                </a:lnTo>
                <a:cubicBezTo>
                  <a:pt x="135000" y="883881"/>
                  <a:pt x="118882" y="899999"/>
                  <a:pt x="99000" y="899999"/>
                </a:cubicBezTo>
                <a:cubicBezTo>
                  <a:pt x="79118" y="899999"/>
                  <a:pt x="63000" y="883881"/>
                  <a:pt x="63000" y="863999"/>
                </a:cubicBezTo>
                <a:lnTo>
                  <a:pt x="63000" y="525887"/>
                </a:lnTo>
                <a:lnTo>
                  <a:pt x="63000" y="510208"/>
                </a:lnTo>
                <a:lnTo>
                  <a:pt x="63000" y="271974"/>
                </a:lnTo>
                <a:lnTo>
                  <a:pt x="55498" y="271974"/>
                </a:lnTo>
                <a:lnTo>
                  <a:pt x="55498" y="511641"/>
                </a:lnTo>
                <a:cubicBezTo>
                  <a:pt x="55498" y="526945"/>
                  <a:pt x="43092" y="539351"/>
                  <a:pt x="27788" y="539351"/>
                </a:cubicBezTo>
                <a:cubicBezTo>
                  <a:pt x="12484" y="539351"/>
                  <a:pt x="78" y="526945"/>
                  <a:pt x="78" y="511641"/>
                </a:cubicBezTo>
                <a:lnTo>
                  <a:pt x="78" y="236445"/>
                </a:lnTo>
                <a:cubicBezTo>
                  <a:pt x="0" y="236382"/>
                  <a:pt x="0" y="236319"/>
                  <a:pt x="0" y="236256"/>
                </a:cubicBezTo>
                <a:lnTo>
                  <a:pt x="0" y="208805"/>
                </a:lnTo>
                <a:cubicBezTo>
                  <a:pt x="0" y="189078"/>
                  <a:pt x="15991" y="173087"/>
                  <a:pt x="35718" y="173087"/>
                </a:cubicBezTo>
                <a:close/>
                <a:moveTo>
                  <a:pt x="156600" y="0"/>
                </a:moveTo>
                <a:cubicBezTo>
                  <a:pt x="200341" y="0"/>
                  <a:pt x="235800" y="35459"/>
                  <a:pt x="235800" y="79200"/>
                </a:cubicBezTo>
                <a:cubicBezTo>
                  <a:pt x="235800" y="122941"/>
                  <a:pt x="200341" y="158400"/>
                  <a:pt x="156600" y="158400"/>
                </a:cubicBezTo>
                <a:cubicBezTo>
                  <a:pt x="112859" y="158400"/>
                  <a:pt x="77400" y="122941"/>
                  <a:pt x="77400" y="79200"/>
                </a:cubicBezTo>
                <a:cubicBezTo>
                  <a:pt x="77400" y="35459"/>
                  <a:pt x="112859" y="0"/>
                  <a:pt x="1566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角丸四角形 22"/>
          <p:cNvSpPr>
            <a:spLocks noChangeAspect="1"/>
          </p:cNvSpPr>
          <p:nvPr/>
        </p:nvSpPr>
        <p:spPr bwMode="gray">
          <a:xfrm>
            <a:off x="8046529" y="3162694"/>
            <a:ext cx="664615" cy="581025"/>
          </a:xfrm>
          <a:custGeom>
            <a:avLst/>
            <a:gdLst/>
            <a:ahLst/>
            <a:cxnLst/>
            <a:rect l="l" t="t" r="r" b="b"/>
            <a:pathLst>
              <a:path w="720000" h="629444">
                <a:moveTo>
                  <a:pt x="82430" y="0"/>
                </a:moveTo>
                <a:lnTo>
                  <a:pt x="637570" y="0"/>
                </a:lnTo>
                <a:cubicBezTo>
                  <a:pt x="683095" y="0"/>
                  <a:pt x="720000" y="36905"/>
                  <a:pt x="720000" y="82430"/>
                </a:cubicBezTo>
                <a:lnTo>
                  <a:pt x="720000" y="412138"/>
                </a:lnTo>
                <a:cubicBezTo>
                  <a:pt x="720000" y="457663"/>
                  <a:pt x="683095" y="494568"/>
                  <a:pt x="637570" y="494568"/>
                </a:cubicBezTo>
                <a:lnTo>
                  <a:pt x="449262" y="494568"/>
                </a:lnTo>
                <a:lnTo>
                  <a:pt x="449262" y="629444"/>
                </a:lnTo>
                <a:lnTo>
                  <a:pt x="275794" y="494568"/>
                </a:lnTo>
                <a:lnTo>
                  <a:pt x="82430" y="494568"/>
                </a:lnTo>
                <a:cubicBezTo>
                  <a:pt x="36905" y="494568"/>
                  <a:pt x="0" y="457663"/>
                  <a:pt x="0" y="412138"/>
                </a:cubicBezTo>
                <a:lnTo>
                  <a:pt x="0" y="82430"/>
                </a:lnTo>
                <a:cubicBezTo>
                  <a:pt x="0" y="36905"/>
                  <a:pt x="36905" y="0"/>
                  <a:pt x="8243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2" name="角丸四角形 41"/>
          <p:cNvSpPr>
            <a:spLocks noChangeAspect="1"/>
          </p:cNvSpPr>
          <p:nvPr/>
        </p:nvSpPr>
        <p:spPr bwMode="gray">
          <a:xfrm>
            <a:off x="6562527" y="3079290"/>
            <a:ext cx="830141" cy="747834"/>
          </a:xfrm>
          <a:custGeom>
            <a:avLst/>
            <a:gdLst/>
            <a:ahLst/>
            <a:cxnLst/>
            <a:rect l="l" t="t" r="r" b="b"/>
            <a:pathLst>
              <a:path w="899319" h="810153">
                <a:moveTo>
                  <a:pt x="74746" y="225765"/>
                </a:moveTo>
                <a:lnTo>
                  <a:pt x="262259" y="225765"/>
                </a:lnTo>
                <a:lnTo>
                  <a:pt x="262259" y="500855"/>
                </a:lnTo>
                <a:lnTo>
                  <a:pt x="585788" y="500855"/>
                </a:lnTo>
                <a:lnTo>
                  <a:pt x="585788" y="599487"/>
                </a:lnTo>
                <a:cubicBezTo>
                  <a:pt x="585788" y="640768"/>
                  <a:pt x="552323" y="674233"/>
                  <a:pt x="511042" y="674233"/>
                </a:cubicBezTo>
                <a:lnTo>
                  <a:pt x="268478" y="674233"/>
                </a:lnTo>
                <a:lnTo>
                  <a:pt x="134648" y="810153"/>
                </a:lnTo>
                <a:lnTo>
                  <a:pt x="134648" y="674233"/>
                </a:lnTo>
                <a:lnTo>
                  <a:pt x="74746" y="674233"/>
                </a:lnTo>
                <a:cubicBezTo>
                  <a:pt x="33465" y="674233"/>
                  <a:pt x="0" y="640768"/>
                  <a:pt x="0" y="599487"/>
                </a:cubicBezTo>
                <a:lnTo>
                  <a:pt x="0" y="300511"/>
                </a:lnTo>
                <a:cubicBezTo>
                  <a:pt x="0" y="259230"/>
                  <a:pt x="33465" y="225765"/>
                  <a:pt x="74746" y="225765"/>
                </a:cubicBezTo>
                <a:close/>
                <a:moveTo>
                  <a:pt x="388277" y="0"/>
                </a:moveTo>
                <a:lnTo>
                  <a:pt x="824573" y="0"/>
                </a:lnTo>
                <a:cubicBezTo>
                  <a:pt x="865854" y="0"/>
                  <a:pt x="899319" y="33465"/>
                  <a:pt x="899319" y="74746"/>
                </a:cubicBezTo>
                <a:lnTo>
                  <a:pt x="899319" y="373722"/>
                </a:lnTo>
                <a:cubicBezTo>
                  <a:pt x="899319" y="415003"/>
                  <a:pt x="865854" y="448468"/>
                  <a:pt x="824573" y="448468"/>
                </a:cubicBezTo>
                <a:lnTo>
                  <a:pt x="762612" y="448468"/>
                </a:lnTo>
                <a:lnTo>
                  <a:pt x="762612" y="588961"/>
                </a:lnTo>
                <a:lnTo>
                  <a:pt x="624279" y="448468"/>
                </a:lnTo>
                <a:lnTo>
                  <a:pt x="421543" y="448468"/>
                </a:lnTo>
                <a:lnTo>
                  <a:pt x="388277" y="448468"/>
                </a:lnTo>
                <a:lnTo>
                  <a:pt x="313531" y="448468"/>
                </a:lnTo>
                <a:lnTo>
                  <a:pt x="313531" y="373722"/>
                </a:lnTo>
                <a:lnTo>
                  <a:pt x="313531" y="358113"/>
                </a:lnTo>
                <a:lnTo>
                  <a:pt x="313531" y="74746"/>
                </a:lnTo>
                <a:cubicBezTo>
                  <a:pt x="313531" y="33465"/>
                  <a:pt x="346996" y="0"/>
                  <a:pt x="38827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9" name="正方形/長方形 24"/>
          <p:cNvSpPr/>
          <p:nvPr/>
        </p:nvSpPr>
        <p:spPr bwMode="gray">
          <a:xfrm>
            <a:off x="5238303" y="1770919"/>
            <a:ext cx="830769" cy="796339"/>
          </a:xfrm>
          <a:custGeom>
            <a:avLst/>
            <a:gdLst/>
            <a:ahLst/>
            <a:cxnLst/>
            <a:rect l="l" t="t" r="r" b="b"/>
            <a:pathLst>
              <a:path w="900000" h="862701">
                <a:moveTo>
                  <a:pt x="424812" y="0"/>
                </a:moveTo>
                <a:lnTo>
                  <a:pt x="473529" y="0"/>
                </a:lnTo>
                <a:cubicBezTo>
                  <a:pt x="554071" y="0"/>
                  <a:pt x="623890" y="53729"/>
                  <a:pt x="638026" y="129740"/>
                </a:cubicBezTo>
                <a:cubicBezTo>
                  <a:pt x="639914" y="161781"/>
                  <a:pt x="635328" y="207487"/>
                  <a:pt x="625726" y="254904"/>
                </a:cubicBezTo>
                <a:cubicBezTo>
                  <a:pt x="629180" y="252454"/>
                  <a:pt x="632705" y="251555"/>
                  <a:pt x="635977" y="252371"/>
                </a:cubicBezTo>
                <a:cubicBezTo>
                  <a:pt x="648227" y="255425"/>
                  <a:pt x="652309" y="281360"/>
                  <a:pt x="645094" y="310297"/>
                </a:cubicBezTo>
                <a:cubicBezTo>
                  <a:pt x="637880" y="339234"/>
                  <a:pt x="622100" y="360217"/>
                  <a:pt x="609850" y="357163"/>
                </a:cubicBezTo>
                <a:cubicBezTo>
                  <a:pt x="607627" y="356609"/>
                  <a:pt x="605673" y="355301"/>
                  <a:pt x="604609" y="352843"/>
                </a:cubicBezTo>
                <a:cubicBezTo>
                  <a:pt x="588275" y="413367"/>
                  <a:pt x="568030" y="462440"/>
                  <a:pt x="550875" y="471108"/>
                </a:cubicBezTo>
                <a:lnTo>
                  <a:pt x="547889" y="472672"/>
                </a:lnTo>
                <a:cubicBezTo>
                  <a:pt x="534384" y="653836"/>
                  <a:pt x="877937" y="656249"/>
                  <a:pt x="900000" y="759000"/>
                </a:cubicBezTo>
                <a:lnTo>
                  <a:pt x="900000" y="862701"/>
                </a:lnTo>
                <a:lnTo>
                  <a:pt x="0" y="862701"/>
                </a:lnTo>
                <a:lnTo>
                  <a:pt x="0" y="759000"/>
                </a:lnTo>
                <a:cubicBezTo>
                  <a:pt x="25838" y="654801"/>
                  <a:pt x="367647" y="654945"/>
                  <a:pt x="350888" y="472899"/>
                </a:cubicBezTo>
                <a:cubicBezTo>
                  <a:pt x="349484" y="472660"/>
                  <a:pt x="348471" y="471891"/>
                  <a:pt x="347467" y="471108"/>
                </a:cubicBezTo>
                <a:cubicBezTo>
                  <a:pt x="325584" y="449094"/>
                  <a:pt x="306861" y="406570"/>
                  <a:pt x="294400" y="357098"/>
                </a:cubicBezTo>
                <a:cubicBezTo>
                  <a:pt x="282222" y="359885"/>
                  <a:pt x="266634" y="339005"/>
                  <a:pt x="259476" y="310297"/>
                </a:cubicBezTo>
                <a:cubicBezTo>
                  <a:pt x="252261" y="281360"/>
                  <a:pt x="256343" y="255425"/>
                  <a:pt x="268593" y="252371"/>
                </a:cubicBezTo>
                <a:lnTo>
                  <a:pt x="271200" y="252901"/>
                </a:lnTo>
                <a:cubicBezTo>
                  <a:pt x="262478" y="205327"/>
                  <a:pt x="259794" y="160347"/>
                  <a:pt x="262699" y="129730"/>
                </a:cubicBezTo>
                <a:cubicBezTo>
                  <a:pt x="276838" y="53724"/>
                  <a:pt x="344274" y="0"/>
                  <a:pt x="42481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0" name="円/楕円 20"/>
          <p:cNvSpPr/>
          <p:nvPr/>
        </p:nvSpPr>
        <p:spPr bwMode="gray">
          <a:xfrm>
            <a:off x="7977549" y="1880238"/>
            <a:ext cx="665355" cy="577701"/>
          </a:xfrm>
          <a:custGeom>
            <a:avLst/>
            <a:gdLst/>
            <a:ahLst/>
            <a:cxnLst/>
            <a:rect l="l" t="t" r="r" b="b"/>
            <a:pathLst>
              <a:path w="720801" h="625843">
                <a:moveTo>
                  <a:pt x="548733" y="535"/>
                </a:moveTo>
                <a:cubicBezTo>
                  <a:pt x="621470" y="10105"/>
                  <a:pt x="730984" y="30305"/>
                  <a:pt x="720040" y="258348"/>
                </a:cubicBezTo>
                <a:cubicBezTo>
                  <a:pt x="689168" y="494937"/>
                  <a:pt x="541999" y="626154"/>
                  <a:pt x="397341" y="625843"/>
                </a:cubicBezTo>
                <a:cubicBezTo>
                  <a:pt x="397391" y="602744"/>
                  <a:pt x="397440" y="579644"/>
                  <a:pt x="397490" y="556545"/>
                </a:cubicBezTo>
                <a:cubicBezTo>
                  <a:pt x="505021" y="556776"/>
                  <a:pt x="579340" y="472218"/>
                  <a:pt x="598423" y="364794"/>
                </a:cubicBezTo>
                <a:cubicBezTo>
                  <a:pt x="605201" y="324096"/>
                  <a:pt x="587305" y="303569"/>
                  <a:pt x="559022" y="285054"/>
                </a:cubicBezTo>
                <a:cubicBezTo>
                  <a:pt x="413686" y="288700"/>
                  <a:pt x="399635" y="191201"/>
                  <a:pt x="397920" y="143781"/>
                </a:cubicBezTo>
                <a:cubicBezTo>
                  <a:pt x="388395" y="55143"/>
                  <a:pt x="465441" y="-4228"/>
                  <a:pt x="548733" y="535"/>
                </a:cubicBezTo>
                <a:close/>
                <a:moveTo>
                  <a:pt x="151612" y="267"/>
                </a:moveTo>
                <a:cubicBezTo>
                  <a:pt x="224349" y="9837"/>
                  <a:pt x="333863" y="30037"/>
                  <a:pt x="322919" y="258080"/>
                </a:cubicBezTo>
                <a:cubicBezTo>
                  <a:pt x="292047" y="494669"/>
                  <a:pt x="144878" y="625886"/>
                  <a:pt x="220" y="625575"/>
                </a:cubicBezTo>
                <a:cubicBezTo>
                  <a:pt x="270" y="602476"/>
                  <a:pt x="319" y="579376"/>
                  <a:pt x="369" y="556277"/>
                </a:cubicBezTo>
                <a:cubicBezTo>
                  <a:pt x="107900" y="556508"/>
                  <a:pt x="182219" y="471950"/>
                  <a:pt x="201302" y="364526"/>
                </a:cubicBezTo>
                <a:cubicBezTo>
                  <a:pt x="208080" y="323828"/>
                  <a:pt x="190184" y="303301"/>
                  <a:pt x="161901" y="284786"/>
                </a:cubicBezTo>
                <a:cubicBezTo>
                  <a:pt x="16565" y="288432"/>
                  <a:pt x="2514" y="190933"/>
                  <a:pt x="799" y="143513"/>
                </a:cubicBezTo>
                <a:cubicBezTo>
                  <a:pt x="-8726" y="54875"/>
                  <a:pt x="68320" y="-4496"/>
                  <a:pt x="151612" y="267"/>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正方形/長方形 24"/>
          <p:cNvSpPr/>
          <p:nvPr/>
        </p:nvSpPr>
        <p:spPr bwMode="gray">
          <a:xfrm>
            <a:off x="3868682" y="1794600"/>
            <a:ext cx="830768" cy="748974"/>
          </a:xfrm>
          <a:custGeom>
            <a:avLst/>
            <a:gdLst/>
            <a:ahLst/>
            <a:cxnLst/>
            <a:rect l="l" t="t" r="r" b="b"/>
            <a:pathLst>
              <a:path w="899999" h="811388">
                <a:moveTo>
                  <a:pt x="675282" y="225694"/>
                </a:moveTo>
                <a:lnTo>
                  <a:pt x="764715" y="225694"/>
                </a:lnTo>
                <a:lnTo>
                  <a:pt x="764715" y="360978"/>
                </a:lnTo>
                <a:lnTo>
                  <a:pt x="899999" y="360978"/>
                </a:lnTo>
                <a:lnTo>
                  <a:pt x="899999" y="450411"/>
                </a:lnTo>
                <a:lnTo>
                  <a:pt x="764715" y="450411"/>
                </a:lnTo>
                <a:lnTo>
                  <a:pt x="764715" y="585694"/>
                </a:lnTo>
                <a:lnTo>
                  <a:pt x="675282" y="585694"/>
                </a:lnTo>
                <a:lnTo>
                  <a:pt x="675282" y="450411"/>
                </a:lnTo>
                <a:lnTo>
                  <a:pt x="539999" y="450411"/>
                </a:lnTo>
                <a:lnTo>
                  <a:pt x="539999" y="360978"/>
                </a:lnTo>
                <a:lnTo>
                  <a:pt x="675282" y="360978"/>
                </a:lnTo>
                <a:close/>
                <a:moveTo>
                  <a:pt x="269830" y="0"/>
                </a:moveTo>
                <a:lnTo>
                  <a:pt x="315650" y="0"/>
                </a:lnTo>
                <a:cubicBezTo>
                  <a:pt x="391401" y="0"/>
                  <a:pt x="457067" y="50533"/>
                  <a:pt x="470362" y="122023"/>
                </a:cubicBezTo>
                <a:cubicBezTo>
                  <a:pt x="472138" y="152158"/>
                  <a:pt x="467825" y="195146"/>
                  <a:pt x="458794" y="239743"/>
                </a:cubicBezTo>
                <a:cubicBezTo>
                  <a:pt x="462043" y="237438"/>
                  <a:pt x="465358" y="236593"/>
                  <a:pt x="468435" y="237360"/>
                </a:cubicBezTo>
                <a:cubicBezTo>
                  <a:pt x="479957" y="240233"/>
                  <a:pt x="483796" y="264625"/>
                  <a:pt x="477010" y="291841"/>
                </a:cubicBezTo>
                <a:cubicBezTo>
                  <a:pt x="470225" y="319057"/>
                  <a:pt x="455384" y="338792"/>
                  <a:pt x="443862" y="335919"/>
                </a:cubicBezTo>
                <a:cubicBezTo>
                  <a:pt x="441772" y="335398"/>
                  <a:pt x="439934" y="334168"/>
                  <a:pt x="438933" y="331856"/>
                </a:cubicBezTo>
                <a:cubicBezTo>
                  <a:pt x="423571" y="388780"/>
                  <a:pt x="404530" y="434934"/>
                  <a:pt x="388395" y="443087"/>
                </a:cubicBezTo>
                <a:lnTo>
                  <a:pt x="385587" y="444558"/>
                </a:lnTo>
                <a:cubicBezTo>
                  <a:pt x="372885" y="614946"/>
                  <a:pt x="696004" y="617216"/>
                  <a:pt x="716754" y="713855"/>
                </a:cubicBezTo>
                <a:lnTo>
                  <a:pt x="716754" y="811388"/>
                </a:lnTo>
                <a:lnTo>
                  <a:pt x="0" y="811388"/>
                </a:lnTo>
                <a:lnTo>
                  <a:pt x="0" y="626659"/>
                </a:lnTo>
                <a:cubicBezTo>
                  <a:pt x="96662" y="588964"/>
                  <a:pt x="209809" y="548028"/>
                  <a:pt x="200303" y="444771"/>
                </a:cubicBezTo>
                <a:cubicBezTo>
                  <a:pt x="198983" y="444547"/>
                  <a:pt x="198030" y="443823"/>
                  <a:pt x="197086" y="443087"/>
                </a:cubicBezTo>
                <a:cubicBezTo>
                  <a:pt x="176504" y="422382"/>
                  <a:pt x="158895" y="382388"/>
                  <a:pt x="147175" y="335858"/>
                </a:cubicBezTo>
                <a:cubicBezTo>
                  <a:pt x="135722" y="338479"/>
                  <a:pt x="121061" y="318841"/>
                  <a:pt x="114328" y="291841"/>
                </a:cubicBezTo>
                <a:cubicBezTo>
                  <a:pt x="107543" y="264625"/>
                  <a:pt x="111382" y="240233"/>
                  <a:pt x="122903" y="237360"/>
                </a:cubicBezTo>
                <a:lnTo>
                  <a:pt x="125355" y="237859"/>
                </a:lnTo>
                <a:cubicBezTo>
                  <a:pt x="117152" y="193114"/>
                  <a:pt x="114628" y="150810"/>
                  <a:pt x="117360" y="122014"/>
                </a:cubicBezTo>
                <a:cubicBezTo>
                  <a:pt x="130658" y="50529"/>
                  <a:pt x="194083" y="0"/>
                  <a:pt x="26983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正方形/長方形 24"/>
          <p:cNvSpPr/>
          <p:nvPr/>
        </p:nvSpPr>
        <p:spPr bwMode="gray">
          <a:xfrm>
            <a:off x="6607925" y="1848611"/>
            <a:ext cx="830769" cy="640953"/>
          </a:xfrm>
          <a:custGeom>
            <a:avLst/>
            <a:gdLst/>
            <a:ahLst/>
            <a:cxnLst/>
            <a:rect l="l" t="t" r="r" b="b"/>
            <a:pathLst>
              <a:path w="900000" h="694366">
                <a:moveTo>
                  <a:pt x="629687" y="101808"/>
                </a:moveTo>
                <a:lnTo>
                  <a:pt x="657400" y="101808"/>
                </a:lnTo>
                <a:cubicBezTo>
                  <a:pt x="703217" y="101808"/>
                  <a:pt x="742934" y="132372"/>
                  <a:pt x="750975" y="175611"/>
                </a:cubicBezTo>
                <a:cubicBezTo>
                  <a:pt x="752049" y="193838"/>
                  <a:pt x="749440" y="219838"/>
                  <a:pt x="743978" y="246812"/>
                </a:cubicBezTo>
                <a:cubicBezTo>
                  <a:pt x="745943" y="245418"/>
                  <a:pt x="747948" y="244906"/>
                  <a:pt x="749810" y="245371"/>
                </a:cubicBezTo>
                <a:cubicBezTo>
                  <a:pt x="756778" y="247108"/>
                  <a:pt x="759100" y="261861"/>
                  <a:pt x="754996" y="278322"/>
                </a:cubicBezTo>
                <a:cubicBezTo>
                  <a:pt x="750892" y="294783"/>
                  <a:pt x="741916" y="306719"/>
                  <a:pt x="734947" y="304982"/>
                </a:cubicBezTo>
                <a:cubicBezTo>
                  <a:pt x="733683" y="304667"/>
                  <a:pt x="732571" y="303923"/>
                  <a:pt x="731966" y="302525"/>
                </a:cubicBezTo>
                <a:cubicBezTo>
                  <a:pt x="722674" y="336954"/>
                  <a:pt x="711158" y="364869"/>
                  <a:pt x="701399" y="369800"/>
                </a:cubicBezTo>
                <a:lnTo>
                  <a:pt x="699700" y="370690"/>
                </a:lnTo>
                <a:cubicBezTo>
                  <a:pt x="692018" y="473746"/>
                  <a:pt x="887450" y="475119"/>
                  <a:pt x="900000" y="533569"/>
                </a:cubicBezTo>
                <a:lnTo>
                  <a:pt x="900000" y="692572"/>
                </a:lnTo>
                <a:lnTo>
                  <a:pt x="690450" y="692572"/>
                </a:lnTo>
                <a:lnTo>
                  <a:pt x="690450" y="535952"/>
                </a:lnTo>
                <a:cubicBezTo>
                  <a:pt x="682195" y="497504"/>
                  <a:pt x="594807" y="483753"/>
                  <a:pt x="539522" y="447403"/>
                </a:cubicBezTo>
                <a:cubicBezTo>
                  <a:pt x="569679" y="430223"/>
                  <a:pt x="590944" y="406764"/>
                  <a:pt x="587635" y="370819"/>
                </a:cubicBezTo>
                <a:cubicBezTo>
                  <a:pt x="586837" y="370683"/>
                  <a:pt x="586261" y="370246"/>
                  <a:pt x="585689" y="369800"/>
                </a:cubicBezTo>
                <a:cubicBezTo>
                  <a:pt x="573241" y="357277"/>
                  <a:pt x="562590" y="333087"/>
                  <a:pt x="555502" y="304945"/>
                </a:cubicBezTo>
                <a:cubicBezTo>
                  <a:pt x="548574" y="306530"/>
                  <a:pt x="539707" y="294653"/>
                  <a:pt x="535635" y="278322"/>
                </a:cubicBezTo>
                <a:cubicBezTo>
                  <a:pt x="531531" y="261861"/>
                  <a:pt x="533853" y="247108"/>
                  <a:pt x="540822" y="245371"/>
                </a:cubicBezTo>
                <a:lnTo>
                  <a:pt x="542305" y="245672"/>
                </a:lnTo>
                <a:cubicBezTo>
                  <a:pt x="537343" y="218609"/>
                  <a:pt x="535816" y="193022"/>
                  <a:pt x="537469" y="175606"/>
                </a:cubicBezTo>
                <a:cubicBezTo>
                  <a:pt x="545512" y="132369"/>
                  <a:pt x="583873" y="101808"/>
                  <a:pt x="629687" y="101808"/>
                </a:cubicBezTo>
                <a:close/>
                <a:moveTo>
                  <a:pt x="248688" y="0"/>
                </a:moveTo>
                <a:lnTo>
                  <a:pt x="287899" y="0"/>
                </a:lnTo>
                <a:cubicBezTo>
                  <a:pt x="352725" y="0"/>
                  <a:pt x="408920" y="43245"/>
                  <a:pt x="420298" y="104424"/>
                </a:cubicBezTo>
                <a:cubicBezTo>
                  <a:pt x="421818" y="130213"/>
                  <a:pt x="418126" y="167001"/>
                  <a:pt x="410398" y="205166"/>
                </a:cubicBezTo>
                <a:cubicBezTo>
                  <a:pt x="413178" y="203194"/>
                  <a:pt x="416015" y="202470"/>
                  <a:pt x="418649" y="203127"/>
                </a:cubicBezTo>
                <a:cubicBezTo>
                  <a:pt x="428509" y="205585"/>
                  <a:pt x="431794" y="226460"/>
                  <a:pt x="425987" y="249750"/>
                </a:cubicBezTo>
                <a:cubicBezTo>
                  <a:pt x="420181" y="273041"/>
                  <a:pt x="407480" y="289930"/>
                  <a:pt x="397620" y="287471"/>
                </a:cubicBezTo>
                <a:cubicBezTo>
                  <a:pt x="395831" y="287026"/>
                  <a:pt x="394258" y="285973"/>
                  <a:pt x="393402" y="283994"/>
                </a:cubicBezTo>
                <a:cubicBezTo>
                  <a:pt x="380255" y="332709"/>
                  <a:pt x="363960" y="372206"/>
                  <a:pt x="350152" y="379183"/>
                </a:cubicBezTo>
                <a:lnTo>
                  <a:pt x="347749" y="380442"/>
                </a:lnTo>
                <a:cubicBezTo>
                  <a:pt x="336879" y="526256"/>
                  <a:pt x="613396" y="528198"/>
                  <a:pt x="631154" y="610900"/>
                </a:cubicBezTo>
                <a:lnTo>
                  <a:pt x="631154" y="694366"/>
                </a:lnTo>
                <a:lnTo>
                  <a:pt x="0" y="694366"/>
                </a:lnTo>
                <a:lnTo>
                  <a:pt x="0" y="543612"/>
                </a:lnTo>
                <a:cubicBezTo>
                  <a:pt x="85763" y="508862"/>
                  <a:pt x="197918" y="475454"/>
                  <a:pt x="189188" y="380624"/>
                </a:cubicBezTo>
                <a:cubicBezTo>
                  <a:pt x="188058" y="380432"/>
                  <a:pt x="187243" y="379813"/>
                  <a:pt x="186435" y="379183"/>
                </a:cubicBezTo>
                <a:cubicBezTo>
                  <a:pt x="168821" y="361464"/>
                  <a:pt x="153752" y="327238"/>
                  <a:pt x="143722" y="287419"/>
                </a:cubicBezTo>
                <a:cubicBezTo>
                  <a:pt x="133921" y="289662"/>
                  <a:pt x="121374" y="272857"/>
                  <a:pt x="115613" y="249750"/>
                </a:cubicBezTo>
                <a:cubicBezTo>
                  <a:pt x="109806" y="226460"/>
                  <a:pt x="113091" y="205585"/>
                  <a:pt x="122951" y="203127"/>
                </a:cubicBezTo>
                <a:lnTo>
                  <a:pt x="125049" y="203554"/>
                </a:lnTo>
                <a:cubicBezTo>
                  <a:pt x="118029" y="165263"/>
                  <a:pt x="115869" y="129059"/>
                  <a:pt x="118207" y="104416"/>
                </a:cubicBezTo>
                <a:cubicBezTo>
                  <a:pt x="129587" y="43241"/>
                  <a:pt x="183865" y="0"/>
                  <a:pt x="24868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正方形/長方形 36"/>
          <p:cNvSpPr>
            <a:spLocks noChangeAspect="1"/>
          </p:cNvSpPr>
          <p:nvPr/>
        </p:nvSpPr>
        <p:spPr>
          <a:xfrm rot="13500000">
            <a:off x="932806" y="4464101"/>
            <a:ext cx="830769" cy="818320"/>
          </a:xfrm>
          <a:custGeom>
            <a:avLst/>
            <a:gdLst/>
            <a:ahLst/>
            <a:cxnLst/>
            <a:rect l="l" t="t" r="r" b="b"/>
            <a:pathLst>
              <a:path w="1801438" h="1774429">
                <a:moveTo>
                  <a:pt x="986210" y="929394"/>
                </a:moveTo>
                <a:lnTo>
                  <a:pt x="986210" y="1416847"/>
                </a:lnTo>
                <a:lnTo>
                  <a:pt x="1239" y="1416847"/>
                </a:lnTo>
                <a:lnTo>
                  <a:pt x="1239" y="952296"/>
                </a:lnTo>
                <a:lnTo>
                  <a:pt x="1238" y="952296"/>
                </a:lnTo>
                <a:lnTo>
                  <a:pt x="1238" y="744886"/>
                </a:lnTo>
                <a:lnTo>
                  <a:pt x="777459" y="744886"/>
                </a:lnTo>
                <a:lnTo>
                  <a:pt x="777459" y="745473"/>
                </a:lnTo>
                <a:lnTo>
                  <a:pt x="849459" y="745473"/>
                </a:lnTo>
                <a:lnTo>
                  <a:pt x="849459" y="744886"/>
                </a:lnTo>
                <a:lnTo>
                  <a:pt x="849459" y="672878"/>
                </a:lnTo>
                <a:lnTo>
                  <a:pt x="849459" y="351890"/>
                </a:lnTo>
                <a:lnTo>
                  <a:pt x="983877" y="351890"/>
                </a:lnTo>
                <a:lnTo>
                  <a:pt x="983877" y="929394"/>
                </a:lnTo>
                <a:close/>
                <a:moveTo>
                  <a:pt x="986400" y="1486397"/>
                </a:moveTo>
                <a:lnTo>
                  <a:pt x="986400" y="1774429"/>
                </a:lnTo>
                <a:lnTo>
                  <a:pt x="0" y="1774429"/>
                </a:lnTo>
                <a:lnTo>
                  <a:pt x="0" y="1486397"/>
                </a:lnTo>
                <a:close/>
                <a:moveTo>
                  <a:pt x="1441406" y="0"/>
                </a:moveTo>
                <a:lnTo>
                  <a:pt x="1441406" y="952296"/>
                </a:lnTo>
                <a:lnTo>
                  <a:pt x="1055877" y="952296"/>
                </a:lnTo>
                <a:lnTo>
                  <a:pt x="1055877" y="351890"/>
                </a:lnTo>
                <a:lnTo>
                  <a:pt x="1055877" y="279882"/>
                </a:lnTo>
                <a:lnTo>
                  <a:pt x="983877" y="279882"/>
                </a:lnTo>
                <a:lnTo>
                  <a:pt x="777897" y="279882"/>
                </a:lnTo>
                <a:lnTo>
                  <a:pt x="777897" y="283368"/>
                </a:lnTo>
                <a:lnTo>
                  <a:pt x="777459" y="283368"/>
                </a:lnTo>
                <a:lnTo>
                  <a:pt x="777459" y="672878"/>
                </a:lnTo>
                <a:lnTo>
                  <a:pt x="1238" y="672878"/>
                </a:lnTo>
                <a:lnTo>
                  <a:pt x="1238" y="556040"/>
                </a:lnTo>
                <a:lnTo>
                  <a:pt x="652361" y="556040"/>
                </a:lnTo>
                <a:lnTo>
                  <a:pt x="652361" y="484032"/>
                </a:lnTo>
                <a:lnTo>
                  <a:pt x="1238" y="484032"/>
                </a:lnTo>
                <a:lnTo>
                  <a:pt x="1238" y="367193"/>
                </a:lnTo>
                <a:lnTo>
                  <a:pt x="649310" y="367193"/>
                </a:lnTo>
                <a:lnTo>
                  <a:pt x="649310" y="295185"/>
                </a:lnTo>
                <a:lnTo>
                  <a:pt x="1238" y="295185"/>
                </a:lnTo>
                <a:lnTo>
                  <a:pt x="1238" y="178346"/>
                </a:lnTo>
                <a:lnTo>
                  <a:pt x="649310" y="178346"/>
                </a:lnTo>
                <a:lnTo>
                  <a:pt x="649310" y="106338"/>
                </a:lnTo>
                <a:lnTo>
                  <a:pt x="1238" y="106338"/>
                </a:lnTo>
                <a:lnTo>
                  <a:pt x="1238" y="0"/>
                </a:lnTo>
                <a:close/>
                <a:moveTo>
                  <a:pt x="1801438" y="0"/>
                </a:moveTo>
                <a:lnTo>
                  <a:pt x="1801438" y="952296"/>
                </a:lnTo>
                <a:lnTo>
                  <a:pt x="1513406" y="952296"/>
                </a:lnTo>
                <a:lnTo>
                  <a:pt x="1513406" y="0"/>
                </a:ln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0"/>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1498703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9" name="オブジェクト 68"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69" name="オブジェクト 68"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68" name="角丸四角形 62"/>
          <p:cNvSpPr>
            <a:spLocks noChangeAspect="1"/>
          </p:cNvSpPr>
          <p:nvPr/>
        </p:nvSpPr>
        <p:spPr bwMode="gray">
          <a:xfrm>
            <a:off x="2360274" y="5256155"/>
            <a:ext cx="830769" cy="750515"/>
          </a:xfrm>
          <a:custGeom>
            <a:avLst/>
            <a:gdLst/>
            <a:ahLst/>
            <a:cxnLst/>
            <a:rect l="l" t="t" r="r" b="b"/>
            <a:pathLst>
              <a:path w="900000" h="813058">
                <a:moveTo>
                  <a:pt x="450001" y="323854"/>
                </a:moveTo>
                <a:lnTo>
                  <a:pt x="676253" y="542961"/>
                </a:lnTo>
                <a:lnTo>
                  <a:pt x="533651" y="542961"/>
                </a:lnTo>
                <a:lnTo>
                  <a:pt x="533651" y="813058"/>
                </a:lnTo>
                <a:lnTo>
                  <a:pt x="366350" y="813058"/>
                </a:lnTo>
                <a:lnTo>
                  <a:pt x="366350" y="542961"/>
                </a:lnTo>
                <a:lnTo>
                  <a:pt x="223748" y="542961"/>
                </a:lnTo>
                <a:close/>
                <a:moveTo>
                  <a:pt x="273050" y="90038"/>
                </a:moveTo>
                <a:lnTo>
                  <a:pt x="273050" y="144806"/>
                </a:lnTo>
                <a:lnTo>
                  <a:pt x="808831" y="144806"/>
                </a:lnTo>
                <a:lnTo>
                  <a:pt x="808831" y="90038"/>
                </a:lnTo>
                <a:close/>
                <a:moveTo>
                  <a:pt x="208238" y="85136"/>
                </a:moveTo>
                <a:cubicBezTo>
                  <a:pt x="190407" y="85136"/>
                  <a:pt x="175952" y="99591"/>
                  <a:pt x="175952" y="117422"/>
                </a:cubicBezTo>
                <a:cubicBezTo>
                  <a:pt x="175952" y="135253"/>
                  <a:pt x="190407" y="149708"/>
                  <a:pt x="208238" y="149708"/>
                </a:cubicBezTo>
                <a:cubicBezTo>
                  <a:pt x="226069" y="149708"/>
                  <a:pt x="240524" y="135253"/>
                  <a:pt x="240524" y="117422"/>
                </a:cubicBezTo>
                <a:cubicBezTo>
                  <a:pt x="240524" y="99591"/>
                  <a:pt x="226069" y="85136"/>
                  <a:pt x="208238" y="85136"/>
                </a:cubicBezTo>
                <a:close/>
                <a:moveTo>
                  <a:pt x="111140" y="85136"/>
                </a:moveTo>
                <a:cubicBezTo>
                  <a:pt x="93309" y="85136"/>
                  <a:pt x="78854" y="99591"/>
                  <a:pt x="78854" y="117422"/>
                </a:cubicBezTo>
                <a:cubicBezTo>
                  <a:pt x="78854" y="135253"/>
                  <a:pt x="93309" y="149708"/>
                  <a:pt x="111140" y="149708"/>
                </a:cubicBezTo>
                <a:cubicBezTo>
                  <a:pt x="128971" y="149708"/>
                  <a:pt x="143426" y="135253"/>
                  <a:pt x="143426" y="117422"/>
                </a:cubicBezTo>
                <a:cubicBezTo>
                  <a:pt x="143426" y="99591"/>
                  <a:pt x="128971" y="85136"/>
                  <a:pt x="111140" y="85136"/>
                </a:cubicBezTo>
                <a:close/>
                <a:moveTo>
                  <a:pt x="89050" y="0"/>
                </a:moveTo>
                <a:lnTo>
                  <a:pt x="810950" y="0"/>
                </a:lnTo>
                <a:cubicBezTo>
                  <a:pt x="860131" y="0"/>
                  <a:pt x="900000" y="39869"/>
                  <a:pt x="900000" y="89050"/>
                </a:cubicBezTo>
                <a:lnTo>
                  <a:pt x="900000" y="630950"/>
                </a:lnTo>
                <a:cubicBezTo>
                  <a:pt x="900000" y="680131"/>
                  <a:pt x="860131" y="720000"/>
                  <a:pt x="810950" y="720000"/>
                </a:cubicBezTo>
                <a:lnTo>
                  <a:pt x="629785" y="720000"/>
                </a:lnTo>
                <a:lnTo>
                  <a:pt x="629785" y="630580"/>
                </a:lnTo>
                <a:lnTo>
                  <a:pt x="811950" y="630580"/>
                </a:lnTo>
                <a:lnTo>
                  <a:pt x="811950" y="216243"/>
                </a:lnTo>
                <a:lnTo>
                  <a:pt x="88051" y="216243"/>
                </a:lnTo>
                <a:lnTo>
                  <a:pt x="88051" y="630580"/>
                </a:lnTo>
                <a:lnTo>
                  <a:pt x="270216" y="630580"/>
                </a:lnTo>
                <a:lnTo>
                  <a:pt x="270216" y="720000"/>
                </a:lnTo>
                <a:lnTo>
                  <a:pt x="89050" y="720000"/>
                </a:lnTo>
                <a:cubicBezTo>
                  <a:pt x="39869" y="720000"/>
                  <a:pt x="0" y="680131"/>
                  <a:pt x="0" y="630950"/>
                </a:cubicBezTo>
                <a:lnTo>
                  <a:pt x="0" y="89050"/>
                </a:lnTo>
                <a:cubicBezTo>
                  <a:pt x="0" y="39869"/>
                  <a:pt x="39869" y="0"/>
                  <a:pt x="8905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 name="タイトル 1"/>
          <p:cNvSpPr>
            <a:spLocks noGrp="1"/>
          </p:cNvSpPr>
          <p:nvPr>
            <p:ph type="title"/>
          </p:nvPr>
        </p:nvSpPr>
        <p:spPr bwMode="gray"/>
        <p:txBody>
          <a:bodyPr/>
          <a:lstStyle/>
          <a:p>
            <a:r>
              <a:rPr lang="en-GB" altLang="ja-JP"/>
              <a:t>Technology, media and telecommunications</a:t>
            </a:r>
            <a:endParaRPr kumimoji="1" lang="ja-JP" altLang="en-US"/>
          </a:p>
        </p:txBody>
      </p:sp>
      <p:sp>
        <p:nvSpPr>
          <p:cNvPr id="9" name="テキスト プレースホルダー 8"/>
          <p:cNvSpPr>
            <a:spLocks noGrp="1"/>
          </p:cNvSpPr>
          <p:nvPr>
            <p:ph type="body" sz="quarter" idx="15"/>
          </p:nvPr>
        </p:nvSpPr>
        <p:spPr/>
        <p:txBody>
          <a:bodyPr/>
          <a:lstStyle/>
          <a:p>
            <a:r>
              <a:rPr kumimoji="1" lang="en-US" altLang="ja-JP"/>
              <a:t>Header</a:t>
            </a:r>
            <a:endParaRPr kumimoji="1" lang="ja-JP" altLang="en-US"/>
          </a:p>
        </p:txBody>
      </p:sp>
      <p:sp>
        <p:nvSpPr>
          <p:cNvPr id="31" name="角丸四角形 9"/>
          <p:cNvSpPr>
            <a:spLocks noChangeAspect="1"/>
          </p:cNvSpPr>
          <p:nvPr/>
        </p:nvSpPr>
        <p:spPr bwMode="gray">
          <a:xfrm>
            <a:off x="6614329" y="2932201"/>
            <a:ext cx="830769" cy="544985"/>
          </a:xfrm>
          <a:custGeom>
            <a:avLst/>
            <a:gdLst/>
            <a:ahLst/>
            <a:cxnLst/>
            <a:rect l="l" t="t" r="r" b="b"/>
            <a:pathLst>
              <a:path w="900000" h="526814">
                <a:moveTo>
                  <a:pt x="64803" y="387161"/>
                </a:moveTo>
                <a:cubicBezTo>
                  <a:pt x="61489" y="387161"/>
                  <a:pt x="58803" y="389847"/>
                  <a:pt x="58803" y="393161"/>
                </a:cubicBezTo>
                <a:lnTo>
                  <a:pt x="58803" y="417161"/>
                </a:lnTo>
                <a:cubicBezTo>
                  <a:pt x="58803" y="420475"/>
                  <a:pt x="61489" y="423161"/>
                  <a:pt x="64803" y="423161"/>
                </a:cubicBezTo>
                <a:lnTo>
                  <a:pt x="304803" y="423161"/>
                </a:lnTo>
                <a:cubicBezTo>
                  <a:pt x="308117" y="423161"/>
                  <a:pt x="310803" y="420475"/>
                  <a:pt x="310803" y="417161"/>
                </a:cubicBezTo>
                <a:lnTo>
                  <a:pt x="310803" y="393161"/>
                </a:lnTo>
                <a:cubicBezTo>
                  <a:pt x="310803" y="389847"/>
                  <a:pt x="308117" y="387161"/>
                  <a:pt x="304803" y="387161"/>
                </a:cubicBezTo>
                <a:close/>
                <a:moveTo>
                  <a:pt x="64803" y="301436"/>
                </a:moveTo>
                <a:cubicBezTo>
                  <a:pt x="61489" y="301436"/>
                  <a:pt x="58803" y="304122"/>
                  <a:pt x="58803" y="307436"/>
                </a:cubicBezTo>
                <a:lnTo>
                  <a:pt x="58803" y="331436"/>
                </a:lnTo>
                <a:cubicBezTo>
                  <a:pt x="58803" y="334750"/>
                  <a:pt x="61489" y="337436"/>
                  <a:pt x="64803" y="337436"/>
                </a:cubicBezTo>
                <a:lnTo>
                  <a:pt x="808803" y="337436"/>
                </a:lnTo>
                <a:cubicBezTo>
                  <a:pt x="812117" y="337436"/>
                  <a:pt x="814803" y="334750"/>
                  <a:pt x="814803" y="331436"/>
                </a:cubicBezTo>
                <a:lnTo>
                  <a:pt x="814803" y="307436"/>
                </a:lnTo>
                <a:cubicBezTo>
                  <a:pt x="814803" y="304122"/>
                  <a:pt x="812117" y="301436"/>
                  <a:pt x="808803" y="301436"/>
                </a:cubicBezTo>
                <a:close/>
                <a:moveTo>
                  <a:pt x="66747" y="215918"/>
                </a:moveTo>
                <a:lnTo>
                  <a:pt x="66747" y="216225"/>
                </a:lnTo>
                <a:cubicBezTo>
                  <a:pt x="66747" y="234120"/>
                  <a:pt x="81253" y="248626"/>
                  <a:pt x="99148" y="248626"/>
                </a:cubicBezTo>
                <a:lnTo>
                  <a:pt x="229429" y="248626"/>
                </a:lnTo>
                <a:cubicBezTo>
                  <a:pt x="247324" y="248626"/>
                  <a:pt x="261830" y="234120"/>
                  <a:pt x="261830" y="216225"/>
                </a:cubicBezTo>
                <a:lnTo>
                  <a:pt x="261830" y="215918"/>
                </a:lnTo>
                <a:close/>
                <a:moveTo>
                  <a:pt x="157755" y="126226"/>
                </a:moveTo>
                <a:lnTo>
                  <a:pt x="170821" y="126226"/>
                </a:lnTo>
                <a:cubicBezTo>
                  <a:pt x="176160" y="126226"/>
                  <a:pt x="180488" y="130554"/>
                  <a:pt x="180488" y="135893"/>
                </a:cubicBezTo>
                <a:lnTo>
                  <a:pt x="180488" y="166959"/>
                </a:lnTo>
                <a:cubicBezTo>
                  <a:pt x="180488" y="172298"/>
                  <a:pt x="176160" y="176626"/>
                  <a:pt x="170821" y="176626"/>
                </a:cubicBezTo>
                <a:lnTo>
                  <a:pt x="157755" y="176626"/>
                </a:lnTo>
                <a:cubicBezTo>
                  <a:pt x="152416" y="176626"/>
                  <a:pt x="148088" y="172298"/>
                  <a:pt x="148088" y="166959"/>
                </a:cubicBezTo>
                <a:lnTo>
                  <a:pt x="148088" y="135893"/>
                </a:lnTo>
                <a:cubicBezTo>
                  <a:pt x="148088" y="130554"/>
                  <a:pt x="152416" y="126226"/>
                  <a:pt x="157755" y="126226"/>
                </a:cubicBezTo>
                <a:close/>
                <a:moveTo>
                  <a:pt x="157392" y="99114"/>
                </a:moveTo>
                <a:cubicBezTo>
                  <a:pt x="146542" y="99114"/>
                  <a:pt x="136813" y="103919"/>
                  <a:pt x="130930" y="112135"/>
                </a:cubicBezTo>
                <a:lnTo>
                  <a:pt x="66747" y="112135"/>
                </a:lnTo>
                <a:lnTo>
                  <a:pt x="66747" y="138827"/>
                </a:lnTo>
                <a:lnTo>
                  <a:pt x="121426" y="138827"/>
                </a:lnTo>
                <a:lnTo>
                  <a:pt x="121426" y="164027"/>
                </a:lnTo>
                <a:lnTo>
                  <a:pt x="66747" y="164027"/>
                </a:lnTo>
                <a:lnTo>
                  <a:pt x="66747" y="190718"/>
                </a:lnTo>
                <a:lnTo>
                  <a:pt x="130930" y="190718"/>
                </a:lnTo>
                <a:cubicBezTo>
                  <a:pt x="136813" y="198934"/>
                  <a:pt x="146542" y="203739"/>
                  <a:pt x="157392" y="203739"/>
                </a:cubicBezTo>
                <a:lnTo>
                  <a:pt x="171184" y="203739"/>
                </a:lnTo>
                <a:cubicBezTo>
                  <a:pt x="182034" y="203739"/>
                  <a:pt x="191763" y="198934"/>
                  <a:pt x="197646" y="190718"/>
                </a:cubicBezTo>
                <a:lnTo>
                  <a:pt x="261830" y="190718"/>
                </a:lnTo>
                <a:lnTo>
                  <a:pt x="261830" y="164027"/>
                </a:lnTo>
                <a:lnTo>
                  <a:pt x="207150" y="164027"/>
                </a:lnTo>
                <a:lnTo>
                  <a:pt x="207150" y="138827"/>
                </a:lnTo>
                <a:lnTo>
                  <a:pt x="261830" y="138827"/>
                </a:lnTo>
                <a:lnTo>
                  <a:pt x="261830" y="112135"/>
                </a:lnTo>
                <a:lnTo>
                  <a:pt x="197646" y="112135"/>
                </a:lnTo>
                <a:cubicBezTo>
                  <a:pt x="191763" y="103919"/>
                  <a:pt x="182034" y="99114"/>
                  <a:pt x="171184" y="99114"/>
                </a:cubicBezTo>
                <a:close/>
                <a:moveTo>
                  <a:pt x="99148" y="54226"/>
                </a:moveTo>
                <a:cubicBezTo>
                  <a:pt x="81253" y="54226"/>
                  <a:pt x="66747" y="68732"/>
                  <a:pt x="66747" y="86627"/>
                </a:cubicBezTo>
                <a:lnTo>
                  <a:pt x="66747" y="86935"/>
                </a:lnTo>
                <a:lnTo>
                  <a:pt x="261830" y="86935"/>
                </a:lnTo>
                <a:lnTo>
                  <a:pt x="261830" y="86627"/>
                </a:lnTo>
                <a:cubicBezTo>
                  <a:pt x="261830" y="68732"/>
                  <a:pt x="247324" y="54226"/>
                  <a:pt x="229429" y="54226"/>
                </a:cubicBezTo>
                <a:close/>
                <a:moveTo>
                  <a:pt x="68754" y="0"/>
                </a:moveTo>
                <a:lnTo>
                  <a:pt x="831246" y="0"/>
                </a:lnTo>
                <a:cubicBezTo>
                  <a:pt x="869218" y="0"/>
                  <a:pt x="900000" y="30782"/>
                  <a:pt x="900000" y="68754"/>
                </a:cubicBezTo>
                <a:lnTo>
                  <a:pt x="900000" y="458060"/>
                </a:lnTo>
                <a:cubicBezTo>
                  <a:pt x="900000" y="496032"/>
                  <a:pt x="869218" y="526814"/>
                  <a:pt x="831246" y="526814"/>
                </a:cubicBezTo>
                <a:lnTo>
                  <a:pt x="68754" y="526814"/>
                </a:lnTo>
                <a:cubicBezTo>
                  <a:pt x="30782" y="526814"/>
                  <a:pt x="0" y="496032"/>
                  <a:pt x="0" y="458060"/>
                </a:cubicBezTo>
                <a:lnTo>
                  <a:pt x="0" y="68754"/>
                </a:lnTo>
                <a:cubicBezTo>
                  <a:pt x="0" y="30782"/>
                  <a:pt x="30782" y="0"/>
                  <a:pt x="68754"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角丸四角形 11"/>
          <p:cNvSpPr>
            <a:spLocks noChangeAspect="1"/>
          </p:cNvSpPr>
          <p:nvPr/>
        </p:nvSpPr>
        <p:spPr bwMode="gray">
          <a:xfrm>
            <a:off x="8212107" y="2913923"/>
            <a:ext cx="830769" cy="581538"/>
          </a:xfrm>
          <a:custGeom>
            <a:avLst/>
            <a:gdLst/>
            <a:ahLst/>
            <a:cxnLst/>
            <a:rect l="l" t="t" r="r" b="b"/>
            <a:pathLst>
              <a:path w="900000" h="561107">
                <a:moveTo>
                  <a:pt x="861066" y="449388"/>
                </a:moveTo>
                <a:cubicBezTo>
                  <a:pt x="851125" y="449388"/>
                  <a:pt x="843066" y="457447"/>
                  <a:pt x="843066" y="467388"/>
                </a:cubicBezTo>
                <a:cubicBezTo>
                  <a:pt x="843066" y="477329"/>
                  <a:pt x="851125" y="485388"/>
                  <a:pt x="861066" y="485388"/>
                </a:cubicBezTo>
                <a:cubicBezTo>
                  <a:pt x="871007" y="485388"/>
                  <a:pt x="879066" y="477329"/>
                  <a:pt x="879066" y="467388"/>
                </a:cubicBezTo>
                <a:cubicBezTo>
                  <a:pt x="879066" y="457447"/>
                  <a:pt x="871007" y="449388"/>
                  <a:pt x="861066" y="449388"/>
                </a:cubicBezTo>
                <a:close/>
                <a:moveTo>
                  <a:pt x="38934" y="449388"/>
                </a:moveTo>
                <a:cubicBezTo>
                  <a:pt x="28993" y="449388"/>
                  <a:pt x="20934" y="457447"/>
                  <a:pt x="20934" y="467388"/>
                </a:cubicBezTo>
                <a:cubicBezTo>
                  <a:pt x="20934" y="477329"/>
                  <a:pt x="28993" y="485388"/>
                  <a:pt x="38934" y="485388"/>
                </a:cubicBezTo>
                <a:cubicBezTo>
                  <a:pt x="48875" y="485388"/>
                  <a:pt x="56934" y="477329"/>
                  <a:pt x="56934" y="467388"/>
                </a:cubicBezTo>
                <a:cubicBezTo>
                  <a:pt x="56934" y="457447"/>
                  <a:pt x="48875" y="449388"/>
                  <a:pt x="38934" y="449388"/>
                </a:cubicBezTo>
                <a:close/>
                <a:moveTo>
                  <a:pt x="861066" y="324831"/>
                </a:moveTo>
                <a:cubicBezTo>
                  <a:pt x="851125" y="324831"/>
                  <a:pt x="843066" y="332890"/>
                  <a:pt x="843066" y="342831"/>
                </a:cubicBezTo>
                <a:cubicBezTo>
                  <a:pt x="843066" y="352772"/>
                  <a:pt x="851125" y="360831"/>
                  <a:pt x="861066" y="360831"/>
                </a:cubicBezTo>
                <a:cubicBezTo>
                  <a:pt x="871007" y="360831"/>
                  <a:pt x="879066" y="352772"/>
                  <a:pt x="879066" y="342831"/>
                </a:cubicBezTo>
                <a:cubicBezTo>
                  <a:pt x="879066" y="332890"/>
                  <a:pt x="871007" y="324831"/>
                  <a:pt x="861066" y="324831"/>
                </a:cubicBezTo>
                <a:close/>
                <a:moveTo>
                  <a:pt x="38934" y="324831"/>
                </a:moveTo>
                <a:cubicBezTo>
                  <a:pt x="28993" y="324831"/>
                  <a:pt x="20934" y="332890"/>
                  <a:pt x="20934" y="342831"/>
                </a:cubicBezTo>
                <a:cubicBezTo>
                  <a:pt x="20934" y="352772"/>
                  <a:pt x="28993" y="360831"/>
                  <a:pt x="38934" y="360831"/>
                </a:cubicBezTo>
                <a:cubicBezTo>
                  <a:pt x="48875" y="360831"/>
                  <a:pt x="56934" y="352772"/>
                  <a:pt x="56934" y="342831"/>
                </a:cubicBezTo>
                <a:cubicBezTo>
                  <a:pt x="56934" y="332890"/>
                  <a:pt x="48875" y="324831"/>
                  <a:pt x="38934" y="324831"/>
                </a:cubicBezTo>
                <a:close/>
                <a:moveTo>
                  <a:pt x="407932" y="235309"/>
                </a:moveTo>
                <a:lnTo>
                  <a:pt x="492069" y="235309"/>
                </a:lnTo>
                <a:cubicBezTo>
                  <a:pt x="497768" y="235309"/>
                  <a:pt x="502388" y="239929"/>
                  <a:pt x="502388" y="245628"/>
                </a:cubicBezTo>
                <a:lnTo>
                  <a:pt x="502388" y="315478"/>
                </a:lnTo>
                <a:cubicBezTo>
                  <a:pt x="502388" y="321177"/>
                  <a:pt x="497768" y="325797"/>
                  <a:pt x="492069" y="325797"/>
                </a:cubicBezTo>
                <a:lnTo>
                  <a:pt x="407932" y="325797"/>
                </a:lnTo>
                <a:cubicBezTo>
                  <a:pt x="402233" y="325797"/>
                  <a:pt x="397613" y="321177"/>
                  <a:pt x="397613" y="315478"/>
                </a:cubicBezTo>
                <a:lnTo>
                  <a:pt x="397613" y="245628"/>
                </a:lnTo>
                <a:cubicBezTo>
                  <a:pt x="397613" y="239929"/>
                  <a:pt x="402233" y="235309"/>
                  <a:pt x="407932" y="235309"/>
                </a:cubicBezTo>
                <a:close/>
                <a:moveTo>
                  <a:pt x="861066" y="200275"/>
                </a:moveTo>
                <a:cubicBezTo>
                  <a:pt x="851125" y="200275"/>
                  <a:pt x="843066" y="208334"/>
                  <a:pt x="843066" y="218275"/>
                </a:cubicBezTo>
                <a:cubicBezTo>
                  <a:pt x="843066" y="228216"/>
                  <a:pt x="851125" y="236275"/>
                  <a:pt x="861066" y="236275"/>
                </a:cubicBezTo>
                <a:cubicBezTo>
                  <a:pt x="871007" y="236275"/>
                  <a:pt x="879066" y="228216"/>
                  <a:pt x="879066" y="218275"/>
                </a:cubicBezTo>
                <a:cubicBezTo>
                  <a:pt x="879066" y="208334"/>
                  <a:pt x="871007" y="200275"/>
                  <a:pt x="861066" y="200275"/>
                </a:cubicBezTo>
                <a:close/>
                <a:moveTo>
                  <a:pt x="38934" y="200275"/>
                </a:moveTo>
                <a:cubicBezTo>
                  <a:pt x="28993" y="200275"/>
                  <a:pt x="20934" y="208334"/>
                  <a:pt x="20934" y="218275"/>
                </a:cubicBezTo>
                <a:cubicBezTo>
                  <a:pt x="20934" y="228216"/>
                  <a:pt x="28993" y="236275"/>
                  <a:pt x="38934" y="236275"/>
                </a:cubicBezTo>
                <a:cubicBezTo>
                  <a:pt x="48875" y="236275"/>
                  <a:pt x="56934" y="228216"/>
                  <a:pt x="56934" y="218275"/>
                </a:cubicBezTo>
                <a:cubicBezTo>
                  <a:pt x="56934" y="208334"/>
                  <a:pt x="48875" y="200275"/>
                  <a:pt x="38934" y="200275"/>
                </a:cubicBezTo>
                <a:close/>
                <a:moveTo>
                  <a:pt x="861066" y="75719"/>
                </a:moveTo>
                <a:cubicBezTo>
                  <a:pt x="851125" y="75719"/>
                  <a:pt x="843066" y="83778"/>
                  <a:pt x="843066" y="93719"/>
                </a:cubicBezTo>
                <a:cubicBezTo>
                  <a:pt x="843066" y="103660"/>
                  <a:pt x="851125" y="111719"/>
                  <a:pt x="861066" y="111719"/>
                </a:cubicBezTo>
                <a:cubicBezTo>
                  <a:pt x="871007" y="111719"/>
                  <a:pt x="879066" y="103660"/>
                  <a:pt x="879066" y="93719"/>
                </a:cubicBezTo>
                <a:cubicBezTo>
                  <a:pt x="879066" y="83778"/>
                  <a:pt x="871007" y="75719"/>
                  <a:pt x="861066" y="75719"/>
                </a:cubicBezTo>
                <a:close/>
                <a:moveTo>
                  <a:pt x="38934" y="75719"/>
                </a:moveTo>
                <a:cubicBezTo>
                  <a:pt x="28993" y="75719"/>
                  <a:pt x="20934" y="83778"/>
                  <a:pt x="20934" y="93719"/>
                </a:cubicBezTo>
                <a:cubicBezTo>
                  <a:pt x="20934" y="103660"/>
                  <a:pt x="28993" y="111719"/>
                  <a:pt x="38934" y="111719"/>
                </a:cubicBezTo>
                <a:cubicBezTo>
                  <a:pt x="48875" y="111719"/>
                  <a:pt x="56934" y="103660"/>
                  <a:pt x="56934" y="93719"/>
                </a:cubicBezTo>
                <a:cubicBezTo>
                  <a:pt x="56934" y="83778"/>
                  <a:pt x="48875" y="75719"/>
                  <a:pt x="38934" y="75719"/>
                </a:cubicBezTo>
                <a:close/>
                <a:moveTo>
                  <a:pt x="205379" y="0"/>
                </a:moveTo>
                <a:lnTo>
                  <a:pt x="694621" y="0"/>
                </a:lnTo>
                <a:cubicBezTo>
                  <a:pt x="734432" y="0"/>
                  <a:pt x="766706" y="32274"/>
                  <a:pt x="766706" y="72085"/>
                </a:cubicBezTo>
                <a:lnTo>
                  <a:pt x="766706" y="78328"/>
                </a:lnTo>
                <a:lnTo>
                  <a:pt x="828507" y="78328"/>
                </a:lnTo>
                <a:cubicBezTo>
                  <a:pt x="832100" y="63898"/>
                  <a:pt x="845518" y="54785"/>
                  <a:pt x="861066" y="54785"/>
                </a:cubicBezTo>
                <a:cubicBezTo>
                  <a:pt x="882569" y="54785"/>
                  <a:pt x="900000" y="72216"/>
                  <a:pt x="900000" y="93719"/>
                </a:cubicBezTo>
                <a:cubicBezTo>
                  <a:pt x="900000" y="115222"/>
                  <a:pt x="882569" y="132653"/>
                  <a:pt x="861066" y="132653"/>
                </a:cubicBezTo>
                <a:cubicBezTo>
                  <a:pt x="845519" y="132653"/>
                  <a:pt x="832100" y="123541"/>
                  <a:pt x="828508" y="109111"/>
                </a:cubicBezTo>
                <a:lnTo>
                  <a:pt x="766706" y="109111"/>
                </a:lnTo>
                <a:lnTo>
                  <a:pt x="766706" y="202884"/>
                </a:lnTo>
                <a:lnTo>
                  <a:pt x="828507" y="202884"/>
                </a:lnTo>
                <a:cubicBezTo>
                  <a:pt x="832100" y="188454"/>
                  <a:pt x="845518" y="179341"/>
                  <a:pt x="861066" y="179341"/>
                </a:cubicBezTo>
                <a:cubicBezTo>
                  <a:pt x="882569" y="179341"/>
                  <a:pt x="900000" y="196772"/>
                  <a:pt x="900000" y="218275"/>
                </a:cubicBezTo>
                <a:cubicBezTo>
                  <a:pt x="900000" y="239778"/>
                  <a:pt x="882569" y="257209"/>
                  <a:pt x="861066" y="257209"/>
                </a:cubicBezTo>
                <a:cubicBezTo>
                  <a:pt x="845519" y="257209"/>
                  <a:pt x="832100" y="248097"/>
                  <a:pt x="828508" y="233667"/>
                </a:cubicBezTo>
                <a:lnTo>
                  <a:pt x="766706" y="233667"/>
                </a:lnTo>
                <a:lnTo>
                  <a:pt x="766706" y="327440"/>
                </a:lnTo>
                <a:lnTo>
                  <a:pt x="828507" y="327440"/>
                </a:lnTo>
                <a:cubicBezTo>
                  <a:pt x="832100" y="313010"/>
                  <a:pt x="845518" y="303897"/>
                  <a:pt x="861066" y="303897"/>
                </a:cubicBezTo>
                <a:cubicBezTo>
                  <a:pt x="882569" y="303897"/>
                  <a:pt x="900000" y="321328"/>
                  <a:pt x="900000" y="342831"/>
                </a:cubicBezTo>
                <a:cubicBezTo>
                  <a:pt x="900000" y="364334"/>
                  <a:pt x="882569" y="381765"/>
                  <a:pt x="861066" y="381765"/>
                </a:cubicBezTo>
                <a:cubicBezTo>
                  <a:pt x="845519" y="381765"/>
                  <a:pt x="832100" y="372653"/>
                  <a:pt x="828508" y="358223"/>
                </a:cubicBezTo>
                <a:lnTo>
                  <a:pt x="766706" y="358223"/>
                </a:lnTo>
                <a:lnTo>
                  <a:pt x="766706" y="451997"/>
                </a:lnTo>
                <a:lnTo>
                  <a:pt x="828507" y="451997"/>
                </a:lnTo>
                <a:cubicBezTo>
                  <a:pt x="832100" y="437567"/>
                  <a:pt x="845518" y="428454"/>
                  <a:pt x="861066" y="428454"/>
                </a:cubicBezTo>
                <a:cubicBezTo>
                  <a:pt x="882569" y="428454"/>
                  <a:pt x="900000" y="445885"/>
                  <a:pt x="900000" y="467388"/>
                </a:cubicBezTo>
                <a:cubicBezTo>
                  <a:pt x="900000" y="488891"/>
                  <a:pt x="882569" y="506322"/>
                  <a:pt x="861066" y="506322"/>
                </a:cubicBezTo>
                <a:cubicBezTo>
                  <a:pt x="845519" y="506322"/>
                  <a:pt x="832100" y="497210"/>
                  <a:pt x="828508" y="482780"/>
                </a:cubicBezTo>
                <a:lnTo>
                  <a:pt x="766706" y="482780"/>
                </a:lnTo>
                <a:lnTo>
                  <a:pt x="766706" y="489022"/>
                </a:lnTo>
                <a:cubicBezTo>
                  <a:pt x="766706" y="528833"/>
                  <a:pt x="734432" y="561107"/>
                  <a:pt x="694621" y="561107"/>
                </a:cubicBezTo>
                <a:lnTo>
                  <a:pt x="205379" y="561107"/>
                </a:lnTo>
                <a:lnTo>
                  <a:pt x="179646" y="555912"/>
                </a:lnTo>
                <a:lnTo>
                  <a:pt x="376474" y="381756"/>
                </a:lnTo>
                <a:lnTo>
                  <a:pt x="540635" y="381756"/>
                </a:lnTo>
                <a:cubicBezTo>
                  <a:pt x="553383" y="381756"/>
                  <a:pt x="563717" y="371422"/>
                  <a:pt x="563717" y="358674"/>
                </a:cubicBezTo>
                <a:lnTo>
                  <a:pt x="563717" y="202432"/>
                </a:lnTo>
                <a:cubicBezTo>
                  <a:pt x="563717" y="189684"/>
                  <a:pt x="553383" y="179350"/>
                  <a:pt x="540635" y="179350"/>
                </a:cubicBezTo>
                <a:lnTo>
                  <a:pt x="359366" y="179350"/>
                </a:lnTo>
                <a:cubicBezTo>
                  <a:pt x="346618" y="179350"/>
                  <a:pt x="336284" y="189684"/>
                  <a:pt x="336284" y="202432"/>
                </a:cubicBezTo>
                <a:lnTo>
                  <a:pt x="336284" y="351943"/>
                </a:lnTo>
                <a:lnTo>
                  <a:pt x="142953" y="523005"/>
                </a:lnTo>
                <a:cubicBezTo>
                  <a:pt x="136469" y="513254"/>
                  <a:pt x="133294" y="501509"/>
                  <a:pt x="133294" y="489022"/>
                </a:cubicBezTo>
                <a:lnTo>
                  <a:pt x="133294" y="482780"/>
                </a:lnTo>
                <a:lnTo>
                  <a:pt x="71492" y="482780"/>
                </a:lnTo>
                <a:cubicBezTo>
                  <a:pt x="67900" y="497210"/>
                  <a:pt x="54481" y="506322"/>
                  <a:pt x="38934" y="506322"/>
                </a:cubicBezTo>
                <a:cubicBezTo>
                  <a:pt x="17431" y="506322"/>
                  <a:pt x="0" y="488891"/>
                  <a:pt x="0" y="467388"/>
                </a:cubicBezTo>
                <a:cubicBezTo>
                  <a:pt x="0" y="445885"/>
                  <a:pt x="17431" y="428454"/>
                  <a:pt x="38934" y="428454"/>
                </a:cubicBezTo>
                <a:cubicBezTo>
                  <a:pt x="54482" y="428454"/>
                  <a:pt x="67900" y="437567"/>
                  <a:pt x="71493" y="451997"/>
                </a:cubicBezTo>
                <a:lnTo>
                  <a:pt x="133294" y="451997"/>
                </a:lnTo>
                <a:lnTo>
                  <a:pt x="133294" y="358223"/>
                </a:lnTo>
                <a:lnTo>
                  <a:pt x="71492" y="358223"/>
                </a:lnTo>
                <a:cubicBezTo>
                  <a:pt x="67900" y="372653"/>
                  <a:pt x="54481" y="381765"/>
                  <a:pt x="38934" y="381765"/>
                </a:cubicBezTo>
                <a:cubicBezTo>
                  <a:pt x="17431" y="381765"/>
                  <a:pt x="0" y="364334"/>
                  <a:pt x="0" y="342831"/>
                </a:cubicBezTo>
                <a:cubicBezTo>
                  <a:pt x="0" y="321328"/>
                  <a:pt x="17431" y="303897"/>
                  <a:pt x="38934" y="303897"/>
                </a:cubicBezTo>
                <a:cubicBezTo>
                  <a:pt x="54482" y="303897"/>
                  <a:pt x="67900" y="313010"/>
                  <a:pt x="71493" y="327440"/>
                </a:cubicBezTo>
                <a:lnTo>
                  <a:pt x="133294" y="327440"/>
                </a:lnTo>
                <a:lnTo>
                  <a:pt x="133294" y="233667"/>
                </a:lnTo>
                <a:lnTo>
                  <a:pt x="71492" y="233667"/>
                </a:lnTo>
                <a:cubicBezTo>
                  <a:pt x="67900" y="248097"/>
                  <a:pt x="54481" y="257209"/>
                  <a:pt x="38934" y="257209"/>
                </a:cubicBezTo>
                <a:cubicBezTo>
                  <a:pt x="17431" y="257209"/>
                  <a:pt x="0" y="239778"/>
                  <a:pt x="0" y="218275"/>
                </a:cubicBezTo>
                <a:cubicBezTo>
                  <a:pt x="0" y="196772"/>
                  <a:pt x="17431" y="179341"/>
                  <a:pt x="38934" y="179341"/>
                </a:cubicBezTo>
                <a:cubicBezTo>
                  <a:pt x="54482" y="179341"/>
                  <a:pt x="67900" y="188454"/>
                  <a:pt x="71493" y="202884"/>
                </a:cubicBezTo>
                <a:lnTo>
                  <a:pt x="133294" y="202884"/>
                </a:lnTo>
                <a:lnTo>
                  <a:pt x="133294" y="109111"/>
                </a:lnTo>
                <a:lnTo>
                  <a:pt x="71492" y="109111"/>
                </a:lnTo>
                <a:cubicBezTo>
                  <a:pt x="67900" y="123541"/>
                  <a:pt x="54481" y="132653"/>
                  <a:pt x="38934" y="132653"/>
                </a:cubicBezTo>
                <a:cubicBezTo>
                  <a:pt x="17431" y="132653"/>
                  <a:pt x="0" y="115222"/>
                  <a:pt x="0" y="93719"/>
                </a:cubicBezTo>
                <a:cubicBezTo>
                  <a:pt x="0" y="72216"/>
                  <a:pt x="17431" y="54785"/>
                  <a:pt x="38934" y="54785"/>
                </a:cubicBezTo>
                <a:cubicBezTo>
                  <a:pt x="54482" y="54785"/>
                  <a:pt x="67900" y="63898"/>
                  <a:pt x="71493" y="78328"/>
                </a:cubicBezTo>
                <a:lnTo>
                  <a:pt x="133294" y="78328"/>
                </a:lnTo>
                <a:lnTo>
                  <a:pt x="133294" y="72085"/>
                </a:lnTo>
                <a:cubicBezTo>
                  <a:pt x="133294" y="32274"/>
                  <a:pt x="165568" y="0"/>
                  <a:pt x="205379"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角丸四角形 22"/>
          <p:cNvSpPr>
            <a:spLocks noChangeAspect="1"/>
          </p:cNvSpPr>
          <p:nvPr/>
        </p:nvSpPr>
        <p:spPr bwMode="gray">
          <a:xfrm>
            <a:off x="803765" y="4051799"/>
            <a:ext cx="784246" cy="830769"/>
          </a:xfrm>
          <a:custGeom>
            <a:avLst/>
            <a:gdLst/>
            <a:ahLst/>
            <a:cxnLst/>
            <a:rect l="l" t="t" r="r" b="b"/>
            <a:pathLst>
              <a:path w="900000" h="853792">
                <a:moveTo>
                  <a:pt x="735510" y="703272"/>
                </a:moveTo>
                <a:cubicBezTo>
                  <a:pt x="731302" y="703272"/>
                  <a:pt x="727890" y="706684"/>
                  <a:pt x="727890" y="710892"/>
                </a:cubicBezTo>
                <a:lnTo>
                  <a:pt x="727890" y="741371"/>
                </a:lnTo>
                <a:cubicBezTo>
                  <a:pt x="727890" y="745579"/>
                  <a:pt x="731302" y="748991"/>
                  <a:pt x="735510" y="748991"/>
                </a:cubicBezTo>
                <a:lnTo>
                  <a:pt x="798711" y="748991"/>
                </a:lnTo>
                <a:cubicBezTo>
                  <a:pt x="802919" y="748991"/>
                  <a:pt x="806331" y="745579"/>
                  <a:pt x="806331" y="741371"/>
                </a:cubicBezTo>
                <a:lnTo>
                  <a:pt x="806331" y="710892"/>
                </a:lnTo>
                <a:cubicBezTo>
                  <a:pt x="806331" y="706684"/>
                  <a:pt x="802919" y="703272"/>
                  <a:pt x="798711" y="703272"/>
                </a:cubicBezTo>
                <a:close/>
                <a:moveTo>
                  <a:pt x="659090" y="703272"/>
                </a:moveTo>
                <a:cubicBezTo>
                  <a:pt x="654882" y="703272"/>
                  <a:pt x="651470" y="706684"/>
                  <a:pt x="651470" y="710892"/>
                </a:cubicBezTo>
                <a:lnTo>
                  <a:pt x="651470" y="741371"/>
                </a:lnTo>
                <a:cubicBezTo>
                  <a:pt x="651470" y="745579"/>
                  <a:pt x="654882" y="748991"/>
                  <a:pt x="659090" y="748991"/>
                </a:cubicBezTo>
                <a:lnTo>
                  <a:pt x="697211" y="748991"/>
                </a:lnTo>
                <a:cubicBezTo>
                  <a:pt x="701419" y="748991"/>
                  <a:pt x="704831" y="745579"/>
                  <a:pt x="704831" y="741371"/>
                </a:cubicBezTo>
                <a:lnTo>
                  <a:pt x="704831" y="710892"/>
                </a:lnTo>
                <a:cubicBezTo>
                  <a:pt x="704831" y="706684"/>
                  <a:pt x="701419" y="703272"/>
                  <a:pt x="697211" y="703272"/>
                </a:cubicBezTo>
                <a:close/>
                <a:moveTo>
                  <a:pt x="239291" y="703272"/>
                </a:moveTo>
                <a:cubicBezTo>
                  <a:pt x="235083" y="703272"/>
                  <a:pt x="231671" y="706684"/>
                  <a:pt x="231671" y="710892"/>
                </a:cubicBezTo>
                <a:lnTo>
                  <a:pt x="231671" y="741371"/>
                </a:lnTo>
                <a:cubicBezTo>
                  <a:pt x="231671" y="745579"/>
                  <a:pt x="235083" y="748991"/>
                  <a:pt x="239291" y="748991"/>
                </a:cubicBezTo>
                <a:lnTo>
                  <a:pt x="620790" y="748991"/>
                </a:lnTo>
                <a:cubicBezTo>
                  <a:pt x="624998" y="748991"/>
                  <a:pt x="628410" y="745579"/>
                  <a:pt x="628410" y="741371"/>
                </a:cubicBezTo>
                <a:lnTo>
                  <a:pt x="628410" y="710892"/>
                </a:lnTo>
                <a:cubicBezTo>
                  <a:pt x="628410" y="706684"/>
                  <a:pt x="624998" y="703272"/>
                  <a:pt x="620790" y="703272"/>
                </a:cubicBezTo>
                <a:close/>
                <a:moveTo>
                  <a:pt x="162870" y="703272"/>
                </a:moveTo>
                <a:cubicBezTo>
                  <a:pt x="158662" y="703272"/>
                  <a:pt x="155250" y="706684"/>
                  <a:pt x="155250" y="710892"/>
                </a:cubicBezTo>
                <a:lnTo>
                  <a:pt x="155250" y="741371"/>
                </a:lnTo>
                <a:cubicBezTo>
                  <a:pt x="155250" y="745579"/>
                  <a:pt x="158662" y="748991"/>
                  <a:pt x="162870" y="748991"/>
                </a:cubicBezTo>
                <a:lnTo>
                  <a:pt x="200991" y="748991"/>
                </a:lnTo>
                <a:cubicBezTo>
                  <a:pt x="205199" y="748991"/>
                  <a:pt x="208611" y="745579"/>
                  <a:pt x="208611" y="741371"/>
                </a:cubicBezTo>
                <a:lnTo>
                  <a:pt x="208611" y="710892"/>
                </a:lnTo>
                <a:cubicBezTo>
                  <a:pt x="208611" y="706684"/>
                  <a:pt x="205199" y="703272"/>
                  <a:pt x="200991" y="703272"/>
                </a:cubicBezTo>
                <a:close/>
                <a:moveTo>
                  <a:pt x="100090" y="703272"/>
                </a:moveTo>
                <a:cubicBezTo>
                  <a:pt x="96544" y="703272"/>
                  <a:pt x="93670" y="706146"/>
                  <a:pt x="93670" y="709692"/>
                </a:cubicBezTo>
                <a:lnTo>
                  <a:pt x="93670" y="742571"/>
                </a:lnTo>
                <a:cubicBezTo>
                  <a:pt x="93670" y="746117"/>
                  <a:pt x="96544" y="748991"/>
                  <a:pt x="100090" y="748991"/>
                </a:cubicBezTo>
                <a:lnTo>
                  <a:pt x="125770" y="748991"/>
                </a:lnTo>
                <a:cubicBezTo>
                  <a:pt x="129316" y="748991"/>
                  <a:pt x="132190" y="746117"/>
                  <a:pt x="132190" y="742571"/>
                </a:cubicBezTo>
                <a:lnTo>
                  <a:pt x="132190" y="709692"/>
                </a:lnTo>
                <a:cubicBezTo>
                  <a:pt x="132190" y="706146"/>
                  <a:pt x="129316" y="703272"/>
                  <a:pt x="125770" y="703272"/>
                </a:cubicBezTo>
                <a:close/>
                <a:moveTo>
                  <a:pt x="758226" y="647025"/>
                </a:moveTo>
                <a:cubicBezTo>
                  <a:pt x="754018" y="647025"/>
                  <a:pt x="750606" y="650437"/>
                  <a:pt x="750606" y="654645"/>
                </a:cubicBezTo>
                <a:lnTo>
                  <a:pt x="750606" y="685124"/>
                </a:lnTo>
                <a:cubicBezTo>
                  <a:pt x="750606" y="689332"/>
                  <a:pt x="754018" y="692744"/>
                  <a:pt x="758226" y="692744"/>
                </a:cubicBezTo>
                <a:lnTo>
                  <a:pt x="789410" y="692744"/>
                </a:lnTo>
                <a:cubicBezTo>
                  <a:pt x="793618" y="692744"/>
                  <a:pt x="797030" y="689332"/>
                  <a:pt x="797030" y="685124"/>
                </a:cubicBezTo>
                <a:lnTo>
                  <a:pt x="797030" y="654645"/>
                </a:lnTo>
                <a:cubicBezTo>
                  <a:pt x="797030" y="650437"/>
                  <a:pt x="793618" y="647025"/>
                  <a:pt x="789410" y="647025"/>
                </a:cubicBezTo>
                <a:close/>
                <a:moveTo>
                  <a:pt x="693463" y="647025"/>
                </a:moveTo>
                <a:cubicBezTo>
                  <a:pt x="689255" y="647025"/>
                  <a:pt x="685843" y="650437"/>
                  <a:pt x="685843" y="654645"/>
                </a:cubicBezTo>
                <a:lnTo>
                  <a:pt x="685843" y="685124"/>
                </a:lnTo>
                <a:cubicBezTo>
                  <a:pt x="685843" y="689332"/>
                  <a:pt x="689255" y="692744"/>
                  <a:pt x="693463" y="692744"/>
                </a:cubicBezTo>
                <a:lnTo>
                  <a:pt x="724647" y="692744"/>
                </a:lnTo>
                <a:cubicBezTo>
                  <a:pt x="728855" y="692744"/>
                  <a:pt x="732267" y="689332"/>
                  <a:pt x="732267" y="685124"/>
                </a:cubicBezTo>
                <a:lnTo>
                  <a:pt x="732267" y="654645"/>
                </a:lnTo>
                <a:cubicBezTo>
                  <a:pt x="732267" y="650437"/>
                  <a:pt x="728855" y="647025"/>
                  <a:pt x="724647" y="647025"/>
                </a:cubicBezTo>
                <a:close/>
                <a:moveTo>
                  <a:pt x="628699" y="647025"/>
                </a:moveTo>
                <a:cubicBezTo>
                  <a:pt x="624491" y="647025"/>
                  <a:pt x="621079" y="650437"/>
                  <a:pt x="621079" y="654645"/>
                </a:cubicBezTo>
                <a:lnTo>
                  <a:pt x="621079" y="685124"/>
                </a:lnTo>
                <a:cubicBezTo>
                  <a:pt x="621079" y="689332"/>
                  <a:pt x="624491" y="692744"/>
                  <a:pt x="628699" y="692744"/>
                </a:cubicBezTo>
                <a:lnTo>
                  <a:pt x="659883" y="692744"/>
                </a:lnTo>
                <a:cubicBezTo>
                  <a:pt x="664091" y="692744"/>
                  <a:pt x="667503" y="689332"/>
                  <a:pt x="667503" y="685124"/>
                </a:cubicBezTo>
                <a:lnTo>
                  <a:pt x="667503" y="654645"/>
                </a:lnTo>
                <a:cubicBezTo>
                  <a:pt x="667503" y="650437"/>
                  <a:pt x="664091" y="647025"/>
                  <a:pt x="659883" y="647025"/>
                </a:cubicBezTo>
                <a:close/>
                <a:moveTo>
                  <a:pt x="563935" y="647025"/>
                </a:moveTo>
                <a:cubicBezTo>
                  <a:pt x="559727" y="647025"/>
                  <a:pt x="556315" y="650437"/>
                  <a:pt x="556315" y="654645"/>
                </a:cubicBezTo>
                <a:lnTo>
                  <a:pt x="556315" y="685124"/>
                </a:lnTo>
                <a:cubicBezTo>
                  <a:pt x="556315" y="689332"/>
                  <a:pt x="559727" y="692744"/>
                  <a:pt x="563935" y="692744"/>
                </a:cubicBezTo>
                <a:lnTo>
                  <a:pt x="595119" y="692744"/>
                </a:lnTo>
                <a:cubicBezTo>
                  <a:pt x="599327" y="692744"/>
                  <a:pt x="602739" y="689332"/>
                  <a:pt x="602739" y="685124"/>
                </a:cubicBezTo>
                <a:lnTo>
                  <a:pt x="602739" y="654645"/>
                </a:lnTo>
                <a:cubicBezTo>
                  <a:pt x="602739" y="650437"/>
                  <a:pt x="599327" y="647025"/>
                  <a:pt x="595119" y="647025"/>
                </a:cubicBezTo>
                <a:close/>
                <a:moveTo>
                  <a:pt x="499171" y="647025"/>
                </a:moveTo>
                <a:cubicBezTo>
                  <a:pt x="494963" y="647025"/>
                  <a:pt x="491551" y="650437"/>
                  <a:pt x="491551" y="654645"/>
                </a:cubicBezTo>
                <a:lnTo>
                  <a:pt x="491551" y="685124"/>
                </a:lnTo>
                <a:cubicBezTo>
                  <a:pt x="491551" y="689332"/>
                  <a:pt x="494963" y="692744"/>
                  <a:pt x="499171" y="692744"/>
                </a:cubicBezTo>
                <a:lnTo>
                  <a:pt x="530355" y="692744"/>
                </a:lnTo>
                <a:cubicBezTo>
                  <a:pt x="534563" y="692744"/>
                  <a:pt x="537975" y="689332"/>
                  <a:pt x="537975" y="685124"/>
                </a:cubicBezTo>
                <a:lnTo>
                  <a:pt x="537975" y="654645"/>
                </a:lnTo>
                <a:cubicBezTo>
                  <a:pt x="537975" y="650437"/>
                  <a:pt x="534563" y="647025"/>
                  <a:pt x="530355" y="647025"/>
                </a:cubicBezTo>
                <a:close/>
                <a:moveTo>
                  <a:pt x="434407" y="647025"/>
                </a:moveTo>
                <a:cubicBezTo>
                  <a:pt x="430199" y="647025"/>
                  <a:pt x="426787" y="650437"/>
                  <a:pt x="426787" y="654645"/>
                </a:cubicBezTo>
                <a:lnTo>
                  <a:pt x="426787" y="685124"/>
                </a:lnTo>
                <a:cubicBezTo>
                  <a:pt x="426787" y="689332"/>
                  <a:pt x="430199" y="692744"/>
                  <a:pt x="434407" y="692744"/>
                </a:cubicBezTo>
                <a:lnTo>
                  <a:pt x="465591" y="692744"/>
                </a:lnTo>
                <a:cubicBezTo>
                  <a:pt x="469799" y="692744"/>
                  <a:pt x="473211" y="689332"/>
                  <a:pt x="473211" y="685124"/>
                </a:cubicBezTo>
                <a:lnTo>
                  <a:pt x="473211" y="654645"/>
                </a:lnTo>
                <a:cubicBezTo>
                  <a:pt x="473211" y="650437"/>
                  <a:pt x="469799" y="647025"/>
                  <a:pt x="465591" y="647025"/>
                </a:cubicBezTo>
                <a:close/>
                <a:moveTo>
                  <a:pt x="369643" y="647025"/>
                </a:moveTo>
                <a:cubicBezTo>
                  <a:pt x="365435" y="647025"/>
                  <a:pt x="362023" y="650437"/>
                  <a:pt x="362023" y="654645"/>
                </a:cubicBezTo>
                <a:lnTo>
                  <a:pt x="362023" y="685124"/>
                </a:lnTo>
                <a:cubicBezTo>
                  <a:pt x="362023" y="689332"/>
                  <a:pt x="365435" y="692744"/>
                  <a:pt x="369643" y="692744"/>
                </a:cubicBezTo>
                <a:lnTo>
                  <a:pt x="400827" y="692744"/>
                </a:lnTo>
                <a:cubicBezTo>
                  <a:pt x="405035" y="692744"/>
                  <a:pt x="408447" y="689332"/>
                  <a:pt x="408447" y="685124"/>
                </a:cubicBezTo>
                <a:lnTo>
                  <a:pt x="408447" y="654645"/>
                </a:lnTo>
                <a:cubicBezTo>
                  <a:pt x="408447" y="650437"/>
                  <a:pt x="405035" y="647025"/>
                  <a:pt x="400827" y="647025"/>
                </a:cubicBezTo>
                <a:close/>
                <a:moveTo>
                  <a:pt x="304880" y="647025"/>
                </a:moveTo>
                <a:cubicBezTo>
                  <a:pt x="300672" y="647025"/>
                  <a:pt x="297260" y="650437"/>
                  <a:pt x="297260" y="654645"/>
                </a:cubicBezTo>
                <a:lnTo>
                  <a:pt x="297260" y="685124"/>
                </a:lnTo>
                <a:cubicBezTo>
                  <a:pt x="297260" y="689332"/>
                  <a:pt x="300672" y="692744"/>
                  <a:pt x="304880" y="692744"/>
                </a:cubicBezTo>
                <a:lnTo>
                  <a:pt x="336064" y="692744"/>
                </a:lnTo>
                <a:cubicBezTo>
                  <a:pt x="340272" y="692744"/>
                  <a:pt x="343684" y="689332"/>
                  <a:pt x="343684" y="685124"/>
                </a:cubicBezTo>
                <a:lnTo>
                  <a:pt x="343684" y="654645"/>
                </a:lnTo>
                <a:cubicBezTo>
                  <a:pt x="343684" y="650437"/>
                  <a:pt x="340272" y="647025"/>
                  <a:pt x="336064" y="647025"/>
                </a:cubicBezTo>
                <a:close/>
                <a:moveTo>
                  <a:pt x="240117" y="647025"/>
                </a:moveTo>
                <a:cubicBezTo>
                  <a:pt x="235909" y="647025"/>
                  <a:pt x="232497" y="650437"/>
                  <a:pt x="232497" y="654645"/>
                </a:cubicBezTo>
                <a:lnTo>
                  <a:pt x="232497" y="685124"/>
                </a:lnTo>
                <a:cubicBezTo>
                  <a:pt x="232497" y="689332"/>
                  <a:pt x="235909" y="692744"/>
                  <a:pt x="240117" y="692744"/>
                </a:cubicBezTo>
                <a:lnTo>
                  <a:pt x="271301" y="692744"/>
                </a:lnTo>
                <a:cubicBezTo>
                  <a:pt x="275509" y="692744"/>
                  <a:pt x="278921" y="689332"/>
                  <a:pt x="278921" y="685124"/>
                </a:cubicBezTo>
                <a:lnTo>
                  <a:pt x="278921" y="654645"/>
                </a:lnTo>
                <a:cubicBezTo>
                  <a:pt x="278921" y="650437"/>
                  <a:pt x="275509" y="647025"/>
                  <a:pt x="271301" y="647025"/>
                </a:cubicBezTo>
                <a:close/>
                <a:moveTo>
                  <a:pt x="175354" y="647025"/>
                </a:moveTo>
                <a:cubicBezTo>
                  <a:pt x="171146" y="647025"/>
                  <a:pt x="167734" y="650437"/>
                  <a:pt x="167734" y="654645"/>
                </a:cubicBezTo>
                <a:lnTo>
                  <a:pt x="167734" y="685124"/>
                </a:lnTo>
                <a:cubicBezTo>
                  <a:pt x="167734" y="689332"/>
                  <a:pt x="171146" y="692744"/>
                  <a:pt x="175354" y="692744"/>
                </a:cubicBezTo>
                <a:lnTo>
                  <a:pt x="206538" y="692744"/>
                </a:lnTo>
                <a:cubicBezTo>
                  <a:pt x="210746" y="692744"/>
                  <a:pt x="214158" y="689332"/>
                  <a:pt x="214158" y="685124"/>
                </a:cubicBezTo>
                <a:lnTo>
                  <a:pt x="214158" y="654645"/>
                </a:lnTo>
                <a:cubicBezTo>
                  <a:pt x="214158" y="650437"/>
                  <a:pt x="210746" y="647025"/>
                  <a:pt x="206538" y="647025"/>
                </a:cubicBezTo>
                <a:close/>
                <a:moveTo>
                  <a:pt x="110591" y="647025"/>
                </a:moveTo>
                <a:cubicBezTo>
                  <a:pt x="106383" y="647025"/>
                  <a:pt x="102971" y="650437"/>
                  <a:pt x="102971" y="654645"/>
                </a:cubicBezTo>
                <a:lnTo>
                  <a:pt x="102971" y="685124"/>
                </a:lnTo>
                <a:cubicBezTo>
                  <a:pt x="102971" y="689332"/>
                  <a:pt x="106383" y="692744"/>
                  <a:pt x="110591" y="692744"/>
                </a:cubicBezTo>
                <a:lnTo>
                  <a:pt x="141775" y="692744"/>
                </a:lnTo>
                <a:cubicBezTo>
                  <a:pt x="145983" y="692744"/>
                  <a:pt x="149395" y="689332"/>
                  <a:pt x="149395" y="685124"/>
                </a:cubicBezTo>
                <a:lnTo>
                  <a:pt x="149395" y="654645"/>
                </a:lnTo>
                <a:cubicBezTo>
                  <a:pt x="149395" y="650437"/>
                  <a:pt x="145983" y="647025"/>
                  <a:pt x="141775" y="647025"/>
                </a:cubicBezTo>
                <a:close/>
                <a:moveTo>
                  <a:pt x="749891" y="590635"/>
                </a:moveTo>
                <a:cubicBezTo>
                  <a:pt x="745683" y="590635"/>
                  <a:pt x="742271" y="594047"/>
                  <a:pt x="742271" y="598255"/>
                </a:cubicBezTo>
                <a:lnTo>
                  <a:pt x="742271" y="628734"/>
                </a:lnTo>
                <a:cubicBezTo>
                  <a:pt x="742271" y="632942"/>
                  <a:pt x="745683" y="636354"/>
                  <a:pt x="749891" y="636354"/>
                </a:cubicBezTo>
                <a:lnTo>
                  <a:pt x="781075" y="636354"/>
                </a:lnTo>
                <a:cubicBezTo>
                  <a:pt x="785283" y="636354"/>
                  <a:pt x="788695" y="632942"/>
                  <a:pt x="788695" y="628734"/>
                </a:cubicBezTo>
                <a:lnTo>
                  <a:pt x="788695" y="598255"/>
                </a:lnTo>
                <a:cubicBezTo>
                  <a:pt x="788695" y="594047"/>
                  <a:pt x="785283" y="590635"/>
                  <a:pt x="781075" y="590635"/>
                </a:cubicBezTo>
                <a:close/>
                <a:moveTo>
                  <a:pt x="686798" y="590635"/>
                </a:moveTo>
                <a:cubicBezTo>
                  <a:pt x="682590" y="590635"/>
                  <a:pt x="679178" y="594047"/>
                  <a:pt x="679178" y="598255"/>
                </a:cubicBezTo>
                <a:lnTo>
                  <a:pt x="679178" y="628734"/>
                </a:lnTo>
                <a:cubicBezTo>
                  <a:pt x="679178" y="632942"/>
                  <a:pt x="682590" y="636354"/>
                  <a:pt x="686798" y="636354"/>
                </a:cubicBezTo>
                <a:lnTo>
                  <a:pt x="717982" y="636354"/>
                </a:lnTo>
                <a:cubicBezTo>
                  <a:pt x="722190" y="636354"/>
                  <a:pt x="725602" y="632942"/>
                  <a:pt x="725602" y="628734"/>
                </a:cubicBezTo>
                <a:lnTo>
                  <a:pt x="725602" y="598255"/>
                </a:lnTo>
                <a:cubicBezTo>
                  <a:pt x="725602" y="594047"/>
                  <a:pt x="722190" y="590635"/>
                  <a:pt x="717982" y="590635"/>
                </a:cubicBezTo>
                <a:close/>
                <a:moveTo>
                  <a:pt x="623701" y="590635"/>
                </a:moveTo>
                <a:cubicBezTo>
                  <a:pt x="619493" y="590635"/>
                  <a:pt x="616081" y="594047"/>
                  <a:pt x="616081" y="598255"/>
                </a:cubicBezTo>
                <a:lnTo>
                  <a:pt x="616081" y="628734"/>
                </a:lnTo>
                <a:cubicBezTo>
                  <a:pt x="616081" y="632942"/>
                  <a:pt x="619493" y="636354"/>
                  <a:pt x="623701" y="636354"/>
                </a:cubicBezTo>
                <a:lnTo>
                  <a:pt x="654885" y="636354"/>
                </a:lnTo>
                <a:cubicBezTo>
                  <a:pt x="659093" y="636354"/>
                  <a:pt x="662505" y="632942"/>
                  <a:pt x="662505" y="628734"/>
                </a:cubicBezTo>
                <a:lnTo>
                  <a:pt x="662505" y="598255"/>
                </a:lnTo>
                <a:cubicBezTo>
                  <a:pt x="662505" y="594047"/>
                  <a:pt x="659093" y="590635"/>
                  <a:pt x="654885" y="590635"/>
                </a:cubicBezTo>
                <a:close/>
                <a:moveTo>
                  <a:pt x="560604" y="590635"/>
                </a:moveTo>
                <a:cubicBezTo>
                  <a:pt x="556396" y="590635"/>
                  <a:pt x="552984" y="594047"/>
                  <a:pt x="552984" y="598255"/>
                </a:cubicBezTo>
                <a:lnTo>
                  <a:pt x="552984" y="628734"/>
                </a:lnTo>
                <a:cubicBezTo>
                  <a:pt x="552984" y="632942"/>
                  <a:pt x="556396" y="636354"/>
                  <a:pt x="560604" y="636354"/>
                </a:cubicBezTo>
                <a:lnTo>
                  <a:pt x="591788" y="636354"/>
                </a:lnTo>
                <a:cubicBezTo>
                  <a:pt x="595996" y="636354"/>
                  <a:pt x="599408" y="632942"/>
                  <a:pt x="599408" y="628734"/>
                </a:cubicBezTo>
                <a:lnTo>
                  <a:pt x="599408" y="598255"/>
                </a:lnTo>
                <a:cubicBezTo>
                  <a:pt x="599408" y="594047"/>
                  <a:pt x="595996" y="590635"/>
                  <a:pt x="591788" y="590635"/>
                </a:cubicBezTo>
                <a:close/>
                <a:moveTo>
                  <a:pt x="497507" y="590635"/>
                </a:moveTo>
                <a:cubicBezTo>
                  <a:pt x="493299" y="590635"/>
                  <a:pt x="489887" y="594047"/>
                  <a:pt x="489887" y="598255"/>
                </a:cubicBezTo>
                <a:lnTo>
                  <a:pt x="489887" y="628734"/>
                </a:lnTo>
                <a:cubicBezTo>
                  <a:pt x="489887" y="632942"/>
                  <a:pt x="493299" y="636354"/>
                  <a:pt x="497507" y="636354"/>
                </a:cubicBezTo>
                <a:lnTo>
                  <a:pt x="528691" y="636354"/>
                </a:lnTo>
                <a:cubicBezTo>
                  <a:pt x="532899" y="636354"/>
                  <a:pt x="536311" y="632942"/>
                  <a:pt x="536311" y="628734"/>
                </a:cubicBezTo>
                <a:lnTo>
                  <a:pt x="536311" y="598255"/>
                </a:lnTo>
                <a:cubicBezTo>
                  <a:pt x="536311" y="594047"/>
                  <a:pt x="532899" y="590635"/>
                  <a:pt x="528691" y="590635"/>
                </a:cubicBezTo>
                <a:close/>
                <a:moveTo>
                  <a:pt x="434410" y="590635"/>
                </a:moveTo>
                <a:cubicBezTo>
                  <a:pt x="430202" y="590635"/>
                  <a:pt x="426790" y="594047"/>
                  <a:pt x="426790" y="598255"/>
                </a:cubicBezTo>
                <a:lnTo>
                  <a:pt x="426790" y="628734"/>
                </a:lnTo>
                <a:cubicBezTo>
                  <a:pt x="426790" y="632942"/>
                  <a:pt x="430202" y="636354"/>
                  <a:pt x="434410" y="636354"/>
                </a:cubicBezTo>
                <a:lnTo>
                  <a:pt x="465594" y="636354"/>
                </a:lnTo>
                <a:cubicBezTo>
                  <a:pt x="469802" y="636354"/>
                  <a:pt x="473214" y="632942"/>
                  <a:pt x="473214" y="628734"/>
                </a:cubicBezTo>
                <a:lnTo>
                  <a:pt x="473214" y="598255"/>
                </a:lnTo>
                <a:cubicBezTo>
                  <a:pt x="473214" y="594047"/>
                  <a:pt x="469802" y="590635"/>
                  <a:pt x="465594" y="590635"/>
                </a:cubicBezTo>
                <a:close/>
                <a:moveTo>
                  <a:pt x="371313" y="590635"/>
                </a:moveTo>
                <a:cubicBezTo>
                  <a:pt x="367105" y="590635"/>
                  <a:pt x="363693" y="594047"/>
                  <a:pt x="363693" y="598255"/>
                </a:cubicBezTo>
                <a:lnTo>
                  <a:pt x="363693" y="628734"/>
                </a:lnTo>
                <a:cubicBezTo>
                  <a:pt x="363693" y="632942"/>
                  <a:pt x="367105" y="636354"/>
                  <a:pt x="371313" y="636354"/>
                </a:cubicBezTo>
                <a:lnTo>
                  <a:pt x="402497" y="636354"/>
                </a:lnTo>
                <a:cubicBezTo>
                  <a:pt x="406705" y="636354"/>
                  <a:pt x="410117" y="632942"/>
                  <a:pt x="410117" y="628734"/>
                </a:cubicBezTo>
                <a:lnTo>
                  <a:pt x="410117" y="598255"/>
                </a:lnTo>
                <a:cubicBezTo>
                  <a:pt x="410117" y="594047"/>
                  <a:pt x="406705" y="590635"/>
                  <a:pt x="402497" y="590635"/>
                </a:cubicBezTo>
                <a:close/>
                <a:moveTo>
                  <a:pt x="308216" y="590635"/>
                </a:moveTo>
                <a:cubicBezTo>
                  <a:pt x="304008" y="590635"/>
                  <a:pt x="300596" y="594047"/>
                  <a:pt x="300596" y="598255"/>
                </a:cubicBezTo>
                <a:lnTo>
                  <a:pt x="300596" y="628734"/>
                </a:lnTo>
                <a:cubicBezTo>
                  <a:pt x="300596" y="632942"/>
                  <a:pt x="304008" y="636354"/>
                  <a:pt x="308216" y="636354"/>
                </a:cubicBezTo>
                <a:lnTo>
                  <a:pt x="339400" y="636354"/>
                </a:lnTo>
                <a:cubicBezTo>
                  <a:pt x="343608" y="636354"/>
                  <a:pt x="347020" y="632942"/>
                  <a:pt x="347020" y="628734"/>
                </a:cubicBezTo>
                <a:lnTo>
                  <a:pt x="347020" y="598255"/>
                </a:lnTo>
                <a:cubicBezTo>
                  <a:pt x="347020" y="594047"/>
                  <a:pt x="343608" y="590635"/>
                  <a:pt x="339400" y="590635"/>
                </a:cubicBezTo>
                <a:close/>
                <a:moveTo>
                  <a:pt x="245119" y="590635"/>
                </a:moveTo>
                <a:cubicBezTo>
                  <a:pt x="240911" y="590635"/>
                  <a:pt x="237499" y="594047"/>
                  <a:pt x="237499" y="598255"/>
                </a:cubicBezTo>
                <a:lnTo>
                  <a:pt x="237499" y="628734"/>
                </a:lnTo>
                <a:cubicBezTo>
                  <a:pt x="237499" y="632942"/>
                  <a:pt x="240911" y="636354"/>
                  <a:pt x="245119" y="636354"/>
                </a:cubicBezTo>
                <a:lnTo>
                  <a:pt x="276303" y="636354"/>
                </a:lnTo>
                <a:cubicBezTo>
                  <a:pt x="280511" y="636354"/>
                  <a:pt x="283923" y="632942"/>
                  <a:pt x="283923" y="628734"/>
                </a:cubicBezTo>
                <a:lnTo>
                  <a:pt x="283923" y="598255"/>
                </a:lnTo>
                <a:cubicBezTo>
                  <a:pt x="283923" y="594047"/>
                  <a:pt x="280511" y="590635"/>
                  <a:pt x="276303" y="590635"/>
                </a:cubicBezTo>
                <a:close/>
                <a:moveTo>
                  <a:pt x="182022" y="590635"/>
                </a:moveTo>
                <a:cubicBezTo>
                  <a:pt x="177814" y="590635"/>
                  <a:pt x="174402" y="594047"/>
                  <a:pt x="174402" y="598255"/>
                </a:cubicBezTo>
                <a:lnTo>
                  <a:pt x="174402" y="628734"/>
                </a:lnTo>
                <a:cubicBezTo>
                  <a:pt x="174402" y="632942"/>
                  <a:pt x="177814" y="636354"/>
                  <a:pt x="182022" y="636354"/>
                </a:cubicBezTo>
                <a:lnTo>
                  <a:pt x="213206" y="636354"/>
                </a:lnTo>
                <a:cubicBezTo>
                  <a:pt x="217414" y="636354"/>
                  <a:pt x="220826" y="632942"/>
                  <a:pt x="220826" y="628734"/>
                </a:cubicBezTo>
                <a:lnTo>
                  <a:pt x="220826" y="598255"/>
                </a:lnTo>
                <a:cubicBezTo>
                  <a:pt x="220826" y="594047"/>
                  <a:pt x="217414" y="590635"/>
                  <a:pt x="213206" y="590635"/>
                </a:cubicBezTo>
                <a:close/>
                <a:moveTo>
                  <a:pt x="118925" y="590635"/>
                </a:moveTo>
                <a:cubicBezTo>
                  <a:pt x="114717" y="590635"/>
                  <a:pt x="111305" y="594047"/>
                  <a:pt x="111305" y="598255"/>
                </a:cubicBezTo>
                <a:lnTo>
                  <a:pt x="111305" y="628734"/>
                </a:lnTo>
                <a:cubicBezTo>
                  <a:pt x="111305" y="632942"/>
                  <a:pt x="114717" y="636354"/>
                  <a:pt x="118925" y="636354"/>
                </a:cubicBezTo>
                <a:lnTo>
                  <a:pt x="150109" y="636354"/>
                </a:lnTo>
                <a:cubicBezTo>
                  <a:pt x="154317" y="636354"/>
                  <a:pt x="157729" y="632942"/>
                  <a:pt x="157729" y="628734"/>
                </a:cubicBezTo>
                <a:lnTo>
                  <a:pt x="157729" y="598255"/>
                </a:lnTo>
                <a:cubicBezTo>
                  <a:pt x="157729" y="594047"/>
                  <a:pt x="154317" y="590635"/>
                  <a:pt x="150109" y="590635"/>
                </a:cubicBezTo>
                <a:close/>
                <a:moveTo>
                  <a:pt x="130733" y="53858"/>
                </a:moveTo>
                <a:cubicBezTo>
                  <a:pt x="124778" y="53858"/>
                  <a:pt x="119950" y="58686"/>
                  <a:pt x="119950" y="64641"/>
                </a:cubicBezTo>
                <a:lnTo>
                  <a:pt x="119950" y="460222"/>
                </a:lnTo>
                <a:cubicBezTo>
                  <a:pt x="119950" y="466177"/>
                  <a:pt x="124778" y="471005"/>
                  <a:pt x="130733" y="471005"/>
                </a:cubicBezTo>
                <a:lnTo>
                  <a:pt x="769268" y="471005"/>
                </a:lnTo>
                <a:cubicBezTo>
                  <a:pt x="775223" y="471005"/>
                  <a:pt x="780051" y="466177"/>
                  <a:pt x="780051" y="460222"/>
                </a:cubicBezTo>
                <a:lnTo>
                  <a:pt x="780051" y="64641"/>
                </a:lnTo>
                <a:cubicBezTo>
                  <a:pt x="780051" y="58686"/>
                  <a:pt x="775223" y="53858"/>
                  <a:pt x="769268" y="53858"/>
                </a:cubicBezTo>
                <a:close/>
                <a:moveTo>
                  <a:pt x="74163" y="0"/>
                </a:moveTo>
                <a:lnTo>
                  <a:pt x="825837" y="0"/>
                </a:lnTo>
                <a:cubicBezTo>
                  <a:pt x="836230" y="0"/>
                  <a:pt x="844655" y="8425"/>
                  <a:pt x="844655" y="18818"/>
                </a:cubicBezTo>
                <a:lnTo>
                  <a:pt x="844655" y="503432"/>
                </a:lnTo>
                <a:lnTo>
                  <a:pt x="900000" y="817720"/>
                </a:lnTo>
                <a:cubicBezTo>
                  <a:pt x="889285" y="839021"/>
                  <a:pt x="864722" y="853792"/>
                  <a:pt x="836179" y="853792"/>
                </a:cubicBezTo>
                <a:lnTo>
                  <a:pt x="63821" y="853792"/>
                </a:lnTo>
                <a:cubicBezTo>
                  <a:pt x="35278" y="853792"/>
                  <a:pt x="10715" y="839021"/>
                  <a:pt x="0" y="817720"/>
                </a:cubicBezTo>
                <a:lnTo>
                  <a:pt x="55345" y="503437"/>
                </a:lnTo>
                <a:lnTo>
                  <a:pt x="55345" y="18818"/>
                </a:lnTo>
                <a:cubicBezTo>
                  <a:pt x="55345" y="8425"/>
                  <a:pt x="63770" y="0"/>
                  <a:pt x="74163"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5" name="角丸四角形 35"/>
          <p:cNvSpPr>
            <a:spLocks noChangeAspect="1"/>
          </p:cNvSpPr>
          <p:nvPr/>
        </p:nvSpPr>
        <p:spPr bwMode="gray">
          <a:xfrm>
            <a:off x="803766" y="1626643"/>
            <a:ext cx="475200" cy="830770"/>
          </a:xfrm>
          <a:custGeom>
            <a:avLst/>
            <a:gdLst/>
            <a:ahLst/>
            <a:cxnLst/>
            <a:rect l="l" t="t" r="r" b="b"/>
            <a:pathLst>
              <a:path w="576783" h="900001">
                <a:moveTo>
                  <a:pt x="551694" y="412633"/>
                </a:moveTo>
                <a:cubicBezTo>
                  <a:pt x="569327" y="415973"/>
                  <a:pt x="582392" y="433910"/>
                  <a:pt x="574362" y="463903"/>
                </a:cubicBezTo>
                <a:cubicBezTo>
                  <a:pt x="523598" y="553061"/>
                  <a:pt x="448315" y="617038"/>
                  <a:pt x="361019" y="638585"/>
                </a:cubicBezTo>
                <a:lnTo>
                  <a:pt x="361019" y="833365"/>
                </a:lnTo>
                <a:lnTo>
                  <a:pt x="496274" y="833365"/>
                </a:lnTo>
                <a:cubicBezTo>
                  <a:pt x="514675" y="833365"/>
                  <a:pt x="529592" y="848282"/>
                  <a:pt x="529592" y="866683"/>
                </a:cubicBezTo>
                <a:lnTo>
                  <a:pt x="529591" y="866683"/>
                </a:lnTo>
                <a:cubicBezTo>
                  <a:pt x="529591" y="885084"/>
                  <a:pt x="514674" y="900001"/>
                  <a:pt x="496273" y="900001"/>
                </a:cubicBezTo>
                <a:lnTo>
                  <a:pt x="80509" y="900000"/>
                </a:lnTo>
                <a:cubicBezTo>
                  <a:pt x="62108" y="900000"/>
                  <a:pt x="47191" y="885083"/>
                  <a:pt x="47191" y="866683"/>
                </a:cubicBezTo>
                <a:cubicBezTo>
                  <a:pt x="47191" y="848282"/>
                  <a:pt x="62108" y="833365"/>
                  <a:pt x="80509" y="833365"/>
                </a:cubicBezTo>
                <a:lnTo>
                  <a:pt x="215763" y="833365"/>
                </a:lnTo>
                <a:lnTo>
                  <a:pt x="215763" y="638368"/>
                </a:lnTo>
                <a:cubicBezTo>
                  <a:pt x="128156" y="616389"/>
                  <a:pt x="52697" y="551709"/>
                  <a:pt x="2022" y="461790"/>
                </a:cubicBezTo>
                <a:cubicBezTo>
                  <a:pt x="-9855" y="427510"/>
                  <a:pt x="33036" y="393232"/>
                  <a:pt x="66402" y="430390"/>
                </a:cubicBezTo>
                <a:cubicBezTo>
                  <a:pt x="117949" y="520572"/>
                  <a:pt x="198551" y="577728"/>
                  <a:pt x="288862" y="577728"/>
                </a:cubicBezTo>
                <a:cubicBezTo>
                  <a:pt x="378446" y="577728"/>
                  <a:pt x="458477" y="521488"/>
                  <a:pt x="510038" y="432530"/>
                </a:cubicBezTo>
                <a:cubicBezTo>
                  <a:pt x="516589" y="423239"/>
                  <a:pt x="524777" y="417221"/>
                  <a:pt x="533151" y="414254"/>
                </a:cubicBezTo>
                <a:cubicBezTo>
                  <a:pt x="539432" y="412029"/>
                  <a:pt x="545817" y="411520"/>
                  <a:pt x="551694" y="412633"/>
                </a:cubicBezTo>
                <a:close/>
                <a:moveTo>
                  <a:pt x="258380" y="0"/>
                </a:moveTo>
                <a:lnTo>
                  <a:pt x="316800" y="0"/>
                </a:lnTo>
                <a:lnTo>
                  <a:pt x="316800" y="282498"/>
                </a:lnTo>
                <a:cubicBezTo>
                  <a:pt x="316800" y="294201"/>
                  <a:pt x="326287" y="303688"/>
                  <a:pt x="337990" y="303688"/>
                </a:cubicBezTo>
                <a:lnTo>
                  <a:pt x="337989" y="303689"/>
                </a:lnTo>
                <a:cubicBezTo>
                  <a:pt x="349692" y="303689"/>
                  <a:pt x="359179" y="294202"/>
                  <a:pt x="359179" y="282499"/>
                </a:cubicBezTo>
                <a:cubicBezTo>
                  <a:pt x="359179" y="190143"/>
                  <a:pt x="359180" y="97787"/>
                  <a:pt x="359180" y="5431"/>
                </a:cubicBezTo>
                <a:cubicBezTo>
                  <a:pt x="407384" y="15620"/>
                  <a:pt x="442645" y="58874"/>
                  <a:pt x="442645" y="110365"/>
                </a:cubicBezTo>
                <a:lnTo>
                  <a:pt x="442645" y="437250"/>
                </a:lnTo>
                <a:cubicBezTo>
                  <a:pt x="442645" y="498203"/>
                  <a:pt x="393233" y="547615"/>
                  <a:pt x="332280" y="547615"/>
                </a:cubicBezTo>
                <a:lnTo>
                  <a:pt x="244503" y="547615"/>
                </a:lnTo>
                <a:cubicBezTo>
                  <a:pt x="183550" y="547615"/>
                  <a:pt x="134138" y="498203"/>
                  <a:pt x="134138" y="437250"/>
                </a:cubicBezTo>
                <a:lnTo>
                  <a:pt x="134138" y="110365"/>
                </a:lnTo>
                <a:cubicBezTo>
                  <a:pt x="134138" y="59455"/>
                  <a:pt x="168609" y="16596"/>
                  <a:pt x="216000" y="5755"/>
                </a:cubicBezTo>
                <a:lnTo>
                  <a:pt x="216000" y="282498"/>
                </a:lnTo>
                <a:cubicBezTo>
                  <a:pt x="216000" y="294201"/>
                  <a:pt x="225487" y="303688"/>
                  <a:pt x="237190" y="303688"/>
                </a:cubicBezTo>
                <a:lnTo>
                  <a:pt x="237189" y="303689"/>
                </a:lnTo>
                <a:cubicBezTo>
                  <a:pt x="248892" y="303689"/>
                  <a:pt x="258379" y="294202"/>
                  <a:pt x="258379" y="282499"/>
                </a:cubicBezTo>
                <a:cubicBezTo>
                  <a:pt x="258379" y="188333"/>
                  <a:pt x="258380" y="94166"/>
                  <a:pt x="258380"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6" name="円/楕円 90"/>
          <p:cNvSpPr>
            <a:spLocks noChangeAspect="1"/>
          </p:cNvSpPr>
          <p:nvPr/>
        </p:nvSpPr>
        <p:spPr bwMode="gray">
          <a:xfrm>
            <a:off x="2319820" y="4051521"/>
            <a:ext cx="811888" cy="831326"/>
          </a:xfrm>
          <a:custGeom>
            <a:avLst/>
            <a:gdLst/>
            <a:ahLst/>
            <a:cxnLst/>
            <a:rect l="l" t="t" r="r" b="b"/>
            <a:pathLst>
              <a:path w="879545" h="900603">
                <a:moveTo>
                  <a:pt x="747292" y="635876"/>
                </a:moveTo>
                <a:cubicBezTo>
                  <a:pt x="718683" y="635876"/>
                  <a:pt x="695491" y="659068"/>
                  <a:pt x="695491" y="687677"/>
                </a:cubicBezTo>
                <a:cubicBezTo>
                  <a:pt x="695491" y="716286"/>
                  <a:pt x="718683" y="739478"/>
                  <a:pt x="747292" y="739478"/>
                </a:cubicBezTo>
                <a:cubicBezTo>
                  <a:pt x="775901" y="739478"/>
                  <a:pt x="799093" y="716286"/>
                  <a:pt x="799093" y="687677"/>
                </a:cubicBezTo>
                <a:cubicBezTo>
                  <a:pt x="799093" y="659068"/>
                  <a:pt x="775901" y="635876"/>
                  <a:pt x="747292" y="635876"/>
                </a:cubicBezTo>
                <a:close/>
                <a:moveTo>
                  <a:pt x="747292" y="427389"/>
                </a:moveTo>
                <a:cubicBezTo>
                  <a:pt x="718683" y="427389"/>
                  <a:pt x="695491" y="450581"/>
                  <a:pt x="695491" y="479190"/>
                </a:cubicBezTo>
                <a:cubicBezTo>
                  <a:pt x="695491" y="507799"/>
                  <a:pt x="718683" y="530991"/>
                  <a:pt x="747292" y="530991"/>
                </a:cubicBezTo>
                <a:cubicBezTo>
                  <a:pt x="775901" y="530991"/>
                  <a:pt x="799093" y="507799"/>
                  <a:pt x="799093" y="479190"/>
                </a:cubicBezTo>
                <a:cubicBezTo>
                  <a:pt x="799093" y="450581"/>
                  <a:pt x="775901" y="427389"/>
                  <a:pt x="747292" y="427389"/>
                </a:cubicBezTo>
                <a:close/>
                <a:moveTo>
                  <a:pt x="154764" y="297365"/>
                </a:moveTo>
                <a:cubicBezTo>
                  <a:pt x="119314" y="297365"/>
                  <a:pt x="90577" y="326102"/>
                  <a:pt x="90577" y="361552"/>
                </a:cubicBezTo>
                <a:lnTo>
                  <a:pt x="90577" y="742764"/>
                </a:lnTo>
                <a:cubicBezTo>
                  <a:pt x="90577" y="778214"/>
                  <a:pt x="119314" y="806951"/>
                  <a:pt x="154764" y="806951"/>
                </a:cubicBezTo>
                <a:lnTo>
                  <a:pt x="574078" y="806951"/>
                </a:lnTo>
                <a:cubicBezTo>
                  <a:pt x="609528" y="806951"/>
                  <a:pt x="638265" y="778214"/>
                  <a:pt x="638265" y="742764"/>
                </a:cubicBezTo>
                <a:lnTo>
                  <a:pt x="638265" y="361552"/>
                </a:lnTo>
                <a:cubicBezTo>
                  <a:pt x="638265" y="326102"/>
                  <a:pt x="609528" y="297365"/>
                  <a:pt x="574078" y="297365"/>
                </a:cubicBezTo>
                <a:close/>
                <a:moveTo>
                  <a:pt x="232355" y="616"/>
                </a:moveTo>
                <a:cubicBezTo>
                  <a:pt x="236805" y="1808"/>
                  <a:pt x="240799" y="4698"/>
                  <a:pt x="243285" y="9003"/>
                </a:cubicBezTo>
                <a:lnTo>
                  <a:pt x="341080" y="178389"/>
                </a:lnTo>
                <a:cubicBezTo>
                  <a:pt x="350618" y="173270"/>
                  <a:pt x="361149" y="172158"/>
                  <a:pt x="371940" y="172158"/>
                </a:cubicBezTo>
                <a:lnTo>
                  <a:pt x="402801" y="178389"/>
                </a:lnTo>
                <a:lnTo>
                  <a:pt x="500596" y="9003"/>
                </a:lnTo>
                <a:cubicBezTo>
                  <a:pt x="505566" y="394"/>
                  <a:pt x="516575" y="-2556"/>
                  <a:pt x="525184" y="2414"/>
                </a:cubicBezTo>
                <a:cubicBezTo>
                  <a:pt x="533793" y="7385"/>
                  <a:pt x="536743" y="18394"/>
                  <a:pt x="531773" y="27003"/>
                </a:cubicBezTo>
                <a:lnTo>
                  <a:pt x="438415" y="188703"/>
                </a:lnTo>
                <a:cubicBezTo>
                  <a:pt x="452377" y="195082"/>
                  <a:pt x="465145" y="203551"/>
                  <a:pt x="476068" y="214020"/>
                </a:cubicBezTo>
                <a:lnTo>
                  <a:pt x="777024" y="214020"/>
                </a:lnTo>
                <a:cubicBezTo>
                  <a:pt x="833645" y="214020"/>
                  <a:pt x="879545" y="259920"/>
                  <a:pt x="879545" y="316541"/>
                </a:cubicBezTo>
                <a:lnTo>
                  <a:pt x="879545" y="798082"/>
                </a:lnTo>
                <a:cubicBezTo>
                  <a:pt x="879545" y="854703"/>
                  <a:pt x="833645" y="900603"/>
                  <a:pt x="777024" y="900603"/>
                </a:cubicBezTo>
                <a:lnTo>
                  <a:pt x="102521" y="900603"/>
                </a:lnTo>
                <a:cubicBezTo>
                  <a:pt x="45900" y="900603"/>
                  <a:pt x="0" y="854703"/>
                  <a:pt x="0" y="798082"/>
                </a:cubicBezTo>
                <a:lnTo>
                  <a:pt x="0" y="316541"/>
                </a:lnTo>
                <a:cubicBezTo>
                  <a:pt x="0" y="259920"/>
                  <a:pt x="45900" y="214020"/>
                  <a:pt x="102521" y="214020"/>
                </a:cubicBezTo>
                <a:lnTo>
                  <a:pt x="267812" y="214020"/>
                </a:lnTo>
                <a:cubicBezTo>
                  <a:pt x="278736" y="203551"/>
                  <a:pt x="291503" y="195082"/>
                  <a:pt x="305465" y="188703"/>
                </a:cubicBezTo>
                <a:lnTo>
                  <a:pt x="212107" y="27003"/>
                </a:lnTo>
                <a:cubicBezTo>
                  <a:pt x="207137" y="18394"/>
                  <a:pt x="210087" y="7385"/>
                  <a:pt x="218696" y="2414"/>
                </a:cubicBezTo>
                <a:cubicBezTo>
                  <a:pt x="223001" y="-71"/>
                  <a:pt x="227905" y="-576"/>
                  <a:pt x="232355" y="61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8" name="角丸四角形 7"/>
          <p:cNvSpPr>
            <a:spLocks noChangeAspect="1"/>
          </p:cNvSpPr>
          <p:nvPr/>
        </p:nvSpPr>
        <p:spPr bwMode="gray">
          <a:xfrm>
            <a:off x="6988673" y="4051521"/>
            <a:ext cx="491626" cy="831326"/>
          </a:xfrm>
          <a:custGeom>
            <a:avLst/>
            <a:gdLst/>
            <a:ahLst/>
            <a:cxnLst/>
            <a:rect l="l" t="t" r="r" b="b"/>
            <a:pathLst>
              <a:path w="532595" h="900603">
                <a:moveTo>
                  <a:pt x="266298" y="773403"/>
                </a:moveTo>
                <a:cubicBezTo>
                  <a:pt x="230008" y="773403"/>
                  <a:pt x="200590" y="793126"/>
                  <a:pt x="200590" y="817456"/>
                </a:cubicBezTo>
                <a:cubicBezTo>
                  <a:pt x="200590" y="841786"/>
                  <a:pt x="230008" y="861509"/>
                  <a:pt x="266298" y="861509"/>
                </a:cubicBezTo>
                <a:cubicBezTo>
                  <a:pt x="302588" y="861509"/>
                  <a:pt x="332006" y="841786"/>
                  <a:pt x="332006" y="817456"/>
                </a:cubicBezTo>
                <a:cubicBezTo>
                  <a:pt x="332006" y="793126"/>
                  <a:pt x="302588" y="773403"/>
                  <a:pt x="266298" y="773403"/>
                </a:cubicBezTo>
                <a:close/>
                <a:moveTo>
                  <a:pt x="72226" y="116179"/>
                </a:moveTo>
                <a:lnTo>
                  <a:pt x="72226" y="725779"/>
                </a:lnTo>
                <a:lnTo>
                  <a:pt x="460369" y="725779"/>
                </a:lnTo>
                <a:lnTo>
                  <a:pt x="460369" y="116179"/>
                </a:lnTo>
                <a:close/>
                <a:moveTo>
                  <a:pt x="88768" y="0"/>
                </a:moveTo>
                <a:lnTo>
                  <a:pt x="443827" y="0"/>
                </a:lnTo>
                <a:cubicBezTo>
                  <a:pt x="492852" y="0"/>
                  <a:pt x="532595" y="39743"/>
                  <a:pt x="532595" y="88768"/>
                </a:cubicBezTo>
                <a:lnTo>
                  <a:pt x="532595" y="811835"/>
                </a:lnTo>
                <a:cubicBezTo>
                  <a:pt x="532595" y="860860"/>
                  <a:pt x="492852" y="900603"/>
                  <a:pt x="443827" y="900603"/>
                </a:cubicBezTo>
                <a:lnTo>
                  <a:pt x="88768" y="900603"/>
                </a:lnTo>
                <a:cubicBezTo>
                  <a:pt x="39743" y="900603"/>
                  <a:pt x="0" y="860860"/>
                  <a:pt x="0" y="811835"/>
                </a:cubicBezTo>
                <a:lnTo>
                  <a:pt x="0" y="88768"/>
                </a:lnTo>
                <a:cubicBezTo>
                  <a:pt x="0" y="39743"/>
                  <a:pt x="39743" y="0"/>
                  <a:pt x="8876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9" name="角丸四角形 38"/>
          <p:cNvSpPr>
            <a:spLocks noChangeAspect="1"/>
          </p:cNvSpPr>
          <p:nvPr/>
        </p:nvSpPr>
        <p:spPr bwMode="gray">
          <a:xfrm>
            <a:off x="5426096" y="4218336"/>
            <a:ext cx="830769" cy="497695"/>
          </a:xfrm>
          <a:custGeom>
            <a:avLst/>
            <a:gdLst/>
            <a:ahLst/>
            <a:cxnLst/>
            <a:rect l="l" t="t" r="r" b="b"/>
            <a:pathLst>
              <a:path w="900000" h="539170">
                <a:moveTo>
                  <a:pt x="719081" y="359583"/>
                </a:moveTo>
                <a:lnTo>
                  <a:pt x="719081" y="447688"/>
                </a:lnTo>
                <a:lnTo>
                  <a:pt x="809569" y="447688"/>
                </a:lnTo>
                <a:lnTo>
                  <a:pt x="809569" y="359583"/>
                </a:lnTo>
                <a:close/>
                <a:moveTo>
                  <a:pt x="226162" y="359583"/>
                </a:moveTo>
                <a:lnTo>
                  <a:pt x="226162" y="447688"/>
                </a:lnTo>
                <a:lnTo>
                  <a:pt x="673837" y="447688"/>
                </a:lnTo>
                <a:lnTo>
                  <a:pt x="673837" y="359583"/>
                </a:lnTo>
                <a:close/>
                <a:moveTo>
                  <a:pt x="90431" y="359583"/>
                </a:moveTo>
                <a:lnTo>
                  <a:pt x="90431" y="447688"/>
                </a:lnTo>
                <a:lnTo>
                  <a:pt x="180919" y="447688"/>
                </a:lnTo>
                <a:lnTo>
                  <a:pt x="180919" y="359583"/>
                </a:lnTo>
                <a:close/>
                <a:moveTo>
                  <a:pt x="673837" y="225532"/>
                </a:moveTo>
                <a:lnTo>
                  <a:pt x="673837" y="313637"/>
                </a:lnTo>
                <a:lnTo>
                  <a:pt x="764325" y="313637"/>
                </a:lnTo>
                <a:lnTo>
                  <a:pt x="764325" y="225532"/>
                </a:lnTo>
                <a:close/>
                <a:moveTo>
                  <a:pt x="539297" y="225532"/>
                </a:moveTo>
                <a:lnTo>
                  <a:pt x="539297" y="313637"/>
                </a:lnTo>
                <a:lnTo>
                  <a:pt x="629785" y="313637"/>
                </a:lnTo>
                <a:lnTo>
                  <a:pt x="629785" y="225532"/>
                </a:lnTo>
                <a:close/>
                <a:moveTo>
                  <a:pt x="404757" y="225532"/>
                </a:moveTo>
                <a:lnTo>
                  <a:pt x="404757" y="313637"/>
                </a:lnTo>
                <a:lnTo>
                  <a:pt x="495245" y="313637"/>
                </a:lnTo>
                <a:lnTo>
                  <a:pt x="495245" y="225532"/>
                </a:lnTo>
                <a:close/>
                <a:moveTo>
                  <a:pt x="270216" y="225532"/>
                </a:moveTo>
                <a:lnTo>
                  <a:pt x="270216" y="313637"/>
                </a:lnTo>
                <a:lnTo>
                  <a:pt x="360704" y="313637"/>
                </a:lnTo>
                <a:lnTo>
                  <a:pt x="360704" y="225532"/>
                </a:lnTo>
                <a:close/>
                <a:moveTo>
                  <a:pt x="135675" y="225532"/>
                </a:moveTo>
                <a:lnTo>
                  <a:pt x="135675" y="313637"/>
                </a:lnTo>
                <a:lnTo>
                  <a:pt x="226163" y="313637"/>
                </a:lnTo>
                <a:lnTo>
                  <a:pt x="226163" y="225532"/>
                </a:lnTo>
                <a:close/>
                <a:moveTo>
                  <a:pt x="627771" y="89170"/>
                </a:moveTo>
                <a:lnTo>
                  <a:pt x="627771" y="177275"/>
                </a:lnTo>
                <a:lnTo>
                  <a:pt x="810391" y="177275"/>
                </a:lnTo>
                <a:lnTo>
                  <a:pt x="810391" y="89170"/>
                </a:lnTo>
                <a:close/>
                <a:moveTo>
                  <a:pt x="493231" y="89170"/>
                </a:moveTo>
                <a:lnTo>
                  <a:pt x="493231" y="177275"/>
                </a:lnTo>
                <a:lnTo>
                  <a:pt x="583719" y="177275"/>
                </a:lnTo>
                <a:lnTo>
                  <a:pt x="583719" y="89170"/>
                </a:lnTo>
                <a:close/>
                <a:moveTo>
                  <a:pt x="358691" y="89170"/>
                </a:moveTo>
                <a:lnTo>
                  <a:pt x="358691" y="177275"/>
                </a:lnTo>
                <a:lnTo>
                  <a:pt x="449179" y="177275"/>
                </a:lnTo>
                <a:lnTo>
                  <a:pt x="449179" y="89170"/>
                </a:lnTo>
                <a:close/>
                <a:moveTo>
                  <a:pt x="224150" y="89170"/>
                </a:moveTo>
                <a:lnTo>
                  <a:pt x="224150" y="177275"/>
                </a:lnTo>
                <a:lnTo>
                  <a:pt x="314638" y="177275"/>
                </a:lnTo>
                <a:lnTo>
                  <a:pt x="314638" y="89170"/>
                </a:lnTo>
                <a:close/>
                <a:moveTo>
                  <a:pt x="89609" y="89170"/>
                </a:moveTo>
                <a:lnTo>
                  <a:pt x="89609" y="177275"/>
                </a:lnTo>
                <a:lnTo>
                  <a:pt x="180097" y="177275"/>
                </a:lnTo>
                <a:lnTo>
                  <a:pt x="180097" y="89170"/>
                </a:lnTo>
                <a:close/>
                <a:moveTo>
                  <a:pt x="56527" y="0"/>
                </a:moveTo>
                <a:lnTo>
                  <a:pt x="843473" y="0"/>
                </a:lnTo>
                <a:cubicBezTo>
                  <a:pt x="874692" y="0"/>
                  <a:pt x="900000" y="25308"/>
                  <a:pt x="900000" y="56527"/>
                </a:cubicBezTo>
                <a:lnTo>
                  <a:pt x="900000" y="482643"/>
                </a:lnTo>
                <a:cubicBezTo>
                  <a:pt x="900000" y="513862"/>
                  <a:pt x="874692" y="539170"/>
                  <a:pt x="843473" y="539170"/>
                </a:cubicBezTo>
                <a:lnTo>
                  <a:pt x="56527" y="539170"/>
                </a:lnTo>
                <a:cubicBezTo>
                  <a:pt x="25308" y="539170"/>
                  <a:pt x="0" y="513862"/>
                  <a:pt x="0" y="482643"/>
                </a:cubicBezTo>
                <a:lnTo>
                  <a:pt x="0" y="56527"/>
                </a:lnTo>
                <a:cubicBezTo>
                  <a:pt x="0" y="25308"/>
                  <a:pt x="25308" y="0"/>
                  <a:pt x="5652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7" name="角丸四角形 36"/>
          <p:cNvSpPr>
            <a:spLocks noChangeAspect="1"/>
          </p:cNvSpPr>
          <p:nvPr/>
        </p:nvSpPr>
        <p:spPr bwMode="gray">
          <a:xfrm>
            <a:off x="5332616" y="5216028"/>
            <a:ext cx="737723" cy="830769"/>
          </a:xfrm>
          <a:custGeom>
            <a:avLst/>
            <a:gdLst/>
            <a:ahLst/>
            <a:cxnLst/>
            <a:rect l="l" t="t" r="r" b="b"/>
            <a:pathLst>
              <a:path w="799200" h="900000">
                <a:moveTo>
                  <a:pt x="197832" y="649861"/>
                </a:moveTo>
                <a:lnTo>
                  <a:pt x="601367" y="649861"/>
                </a:lnTo>
                <a:lnTo>
                  <a:pt x="601367" y="700760"/>
                </a:lnTo>
                <a:lnTo>
                  <a:pt x="197832" y="700760"/>
                </a:lnTo>
                <a:close/>
                <a:moveTo>
                  <a:pt x="499448" y="549587"/>
                </a:moveTo>
                <a:lnTo>
                  <a:pt x="601368" y="549587"/>
                </a:lnTo>
                <a:lnTo>
                  <a:pt x="601368" y="600606"/>
                </a:lnTo>
                <a:lnTo>
                  <a:pt x="499448" y="600606"/>
                </a:lnTo>
                <a:close/>
                <a:moveTo>
                  <a:pt x="197833" y="549283"/>
                </a:moveTo>
                <a:lnTo>
                  <a:pt x="449564" y="549283"/>
                </a:lnTo>
                <a:lnTo>
                  <a:pt x="449564" y="600606"/>
                </a:lnTo>
                <a:lnTo>
                  <a:pt x="197833" y="600606"/>
                </a:lnTo>
                <a:close/>
                <a:moveTo>
                  <a:pt x="197833" y="449575"/>
                </a:moveTo>
                <a:lnTo>
                  <a:pt x="299753" y="449575"/>
                </a:lnTo>
                <a:lnTo>
                  <a:pt x="299753" y="500594"/>
                </a:lnTo>
                <a:lnTo>
                  <a:pt x="197833" y="500594"/>
                </a:lnTo>
                <a:close/>
                <a:moveTo>
                  <a:pt x="349637" y="449271"/>
                </a:moveTo>
                <a:lnTo>
                  <a:pt x="601368" y="449271"/>
                </a:lnTo>
                <a:lnTo>
                  <a:pt x="601368" y="500594"/>
                </a:lnTo>
                <a:lnTo>
                  <a:pt x="349637" y="500594"/>
                </a:lnTo>
                <a:close/>
                <a:moveTo>
                  <a:pt x="398962" y="351640"/>
                </a:moveTo>
                <a:lnTo>
                  <a:pt x="601368" y="351640"/>
                </a:lnTo>
                <a:lnTo>
                  <a:pt x="601368" y="400581"/>
                </a:lnTo>
                <a:lnTo>
                  <a:pt x="398962" y="400581"/>
                </a:lnTo>
                <a:close/>
                <a:moveTo>
                  <a:pt x="398962" y="199240"/>
                </a:moveTo>
                <a:lnTo>
                  <a:pt x="601368" y="199240"/>
                </a:lnTo>
                <a:lnTo>
                  <a:pt x="601368" y="300569"/>
                </a:lnTo>
                <a:lnTo>
                  <a:pt x="398962" y="300569"/>
                </a:lnTo>
                <a:close/>
                <a:moveTo>
                  <a:pt x="197833" y="199240"/>
                </a:moveTo>
                <a:lnTo>
                  <a:pt x="348757" y="199240"/>
                </a:lnTo>
                <a:lnTo>
                  <a:pt x="348757" y="400581"/>
                </a:lnTo>
                <a:lnTo>
                  <a:pt x="197833" y="400581"/>
                </a:lnTo>
                <a:close/>
                <a:moveTo>
                  <a:pt x="97743" y="99833"/>
                </a:moveTo>
                <a:lnTo>
                  <a:pt x="97743" y="800168"/>
                </a:lnTo>
                <a:lnTo>
                  <a:pt x="701457" y="800168"/>
                </a:lnTo>
                <a:lnTo>
                  <a:pt x="701457" y="99833"/>
                </a:lnTo>
                <a:close/>
                <a:moveTo>
                  <a:pt x="90342" y="0"/>
                </a:moveTo>
                <a:lnTo>
                  <a:pt x="708858" y="0"/>
                </a:lnTo>
                <a:cubicBezTo>
                  <a:pt x="758753" y="0"/>
                  <a:pt x="799200" y="40447"/>
                  <a:pt x="799200" y="90342"/>
                </a:cubicBezTo>
                <a:lnTo>
                  <a:pt x="799200" y="809658"/>
                </a:lnTo>
                <a:cubicBezTo>
                  <a:pt x="799200" y="859553"/>
                  <a:pt x="758753" y="900000"/>
                  <a:pt x="708858" y="900000"/>
                </a:cubicBezTo>
                <a:lnTo>
                  <a:pt x="90342" y="900000"/>
                </a:lnTo>
                <a:cubicBezTo>
                  <a:pt x="40447" y="900000"/>
                  <a:pt x="0" y="859553"/>
                  <a:pt x="0" y="809658"/>
                </a:cubicBezTo>
                <a:lnTo>
                  <a:pt x="0" y="90342"/>
                </a:lnTo>
                <a:cubicBezTo>
                  <a:pt x="0" y="40447"/>
                  <a:pt x="40447" y="0"/>
                  <a:pt x="9034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3" name="角丸四角形 62"/>
          <p:cNvSpPr>
            <a:spLocks noChangeAspect="1"/>
          </p:cNvSpPr>
          <p:nvPr/>
        </p:nvSpPr>
        <p:spPr bwMode="gray">
          <a:xfrm>
            <a:off x="3846445" y="5299105"/>
            <a:ext cx="830769" cy="664615"/>
          </a:xfrm>
          <a:custGeom>
            <a:avLst/>
            <a:gdLst/>
            <a:ahLst/>
            <a:cxnLst/>
            <a:rect l="l" t="t" r="r" b="b"/>
            <a:pathLst>
              <a:path w="900000" h="720000">
                <a:moveTo>
                  <a:pt x="88051" y="216243"/>
                </a:moveTo>
                <a:lnTo>
                  <a:pt x="88051" y="630580"/>
                </a:lnTo>
                <a:lnTo>
                  <a:pt x="811950" y="630580"/>
                </a:lnTo>
                <a:lnTo>
                  <a:pt x="811950" y="216243"/>
                </a:lnTo>
                <a:close/>
                <a:moveTo>
                  <a:pt x="273050" y="90038"/>
                </a:moveTo>
                <a:lnTo>
                  <a:pt x="273050" y="144806"/>
                </a:lnTo>
                <a:lnTo>
                  <a:pt x="808831" y="144806"/>
                </a:lnTo>
                <a:lnTo>
                  <a:pt x="808831" y="90038"/>
                </a:lnTo>
                <a:close/>
                <a:moveTo>
                  <a:pt x="208238" y="85136"/>
                </a:moveTo>
                <a:cubicBezTo>
                  <a:pt x="190407" y="85136"/>
                  <a:pt x="175952" y="99591"/>
                  <a:pt x="175952" y="117422"/>
                </a:cubicBezTo>
                <a:cubicBezTo>
                  <a:pt x="175952" y="135253"/>
                  <a:pt x="190407" y="149708"/>
                  <a:pt x="208238" y="149708"/>
                </a:cubicBezTo>
                <a:cubicBezTo>
                  <a:pt x="226069" y="149708"/>
                  <a:pt x="240524" y="135253"/>
                  <a:pt x="240524" y="117422"/>
                </a:cubicBezTo>
                <a:cubicBezTo>
                  <a:pt x="240524" y="99591"/>
                  <a:pt x="226069" y="85136"/>
                  <a:pt x="208238" y="85136"/>
                </a:cubicBezTo>
                <a:close/>
                <a:moveTo>
                  <a:pt x="111140" y="85136"/>
                </a:moveTo>
                <a:cubicBezTo>
                  <a:pt x="93309" y="85136"/>
                  <a:pt x="78854" y="99591"/>
                  <a:pt x="78854" y="117422"/>
                </a:cubicBezTo>
                <a:cubicBezTo>
                  <a:pt x="78854" y="135253"/>
                  <a:pt x="93309" y="149708"/>
                  <a:pt x="111140" y="149708"/>
                </a:cubicBezTo>
                <a:cubicBezTo>
                  <a:pt x="128971" y="149708"/>
                  <a:pt x="143426" y="135253"/>
                  <a:pt x="143426" y="117422"/>
                </a:cubicBezTo>
                <a:cubicBezTo>
                  <a:pt x="143426" y="99591"/>
                  <a:pt x="128971" y="85136"/>
                  <a:pt x="111140" y="85136"/>
                </a:cubicBezTo>
                <a:close/>
                <a:moveTo>
                  <a:pt x="89050" y="0"/>
                </a:moveTo>
                <a:lnTo>
                  <a:pt x="810950" y="0"/>
                </a:lnTo>
                <a:cubicBezTo>
                  <a:pt x="860131" y="0"/>
                  <a:pt x="900000" y="39869"/>
                  <a:pt x="900000" y="89050"/>
                </a:cubicBezTo>
                <a:lnTo>
                  <a:pt x="900000" y="630950"/>
                </a:lnTo>
                <a:cubicBezTo>
                  <a:pt x="900000" y="680131"/>
                  <a:pt x="860131" y="720000"/>
                  <a:pt x="810950" y="720000"/>
                </a:cubicBezTo>
                <a:lnTo>
                  <a:pt x="89050" y="720000"/>
                </a:lnTo>
                <a:cubicBezTo>
                  <a:pt x="39869" y="720000"/>
                  <a:pt x="0" y="680131"/>
                  <a:pt x="0" y="630950"/>
                </a:cubicBezTo>
                <a:lnTo>
                  <a:pt x="0" y="89050"/>
                </a:lnTo>
                <a:cubicBezTo>
                  <a:pt x="0" y="39869"/>
                  <a:pt x="39869" y="0"/>
                  <a:pt x="8905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0" name="角丸四角形 39"/>
          <p:cNvSpPr>
            <a:spLocks noChangeAspect="1"/>
          </p:cNvSpPr>
          <p:nvPr/>
        </p:nvSpPr>
        <p:spPr bwMode="gray">
          <a:xfrm>
            <a:off x="8212107" y="4051799"/>
            <a:ext cx="830769" cy="830769"/>
          </a:xfrm>
          <a:custGeom>
            <a:avLst/>
            <a:gdLst/>
            <a:ahLst/>
            <a:cxnLst/>
            <a:rect l="l" t="t" r="r" b="b"/>
            <a:pathLst>
              <a:path w="900000" h="900000">
                <a:moveTo>
                  <a:pt x="502356" y="108121"/>
                </a:moveTo>
                <a:lnTo>
                  <a:pt x="620712" y="108121"/>
                </a:lnTo>
                <a:lnTo>
                  <a:pt x="620712" y="334650"/>
                </a:lnTo>
                <a:lnTo>
                  <a:pt x="502356" y="334650"/>
                </a:lnTo>
                <a:close/>
                <a:moveTo>
                  <a:pt x="223781" y="56044"/>
                </a:moveTo>
                <a:lnTo>
                  <a:pt x="223781" y="335840"/>
                </a:lnTo>
                <a:cubicBezTo>
                  <a:pt x="223781" y="366746"/>
                  <a:pt x="248835" y="391800"/>
                  <a:pt x="279741" y="391800"/>
                </a:cubicBezTo>
                <a:lnTo>
                  <a:pt x="620259" y="391800"/>
                </a:lnTo>
                <a:cubicBezTo>
                  <a:pt x="651165" y="391800"/>
                  <a:pt x="676219" y="366746"/>
                  <a:pt x="676219" y="335840"/>
                </a:cubicBezTo>
                <a:lnTo>
                  <a:pt x="676219" y="56044"/>
                </a:lnTo>
                <a:close/>
                <a:moveTo>
                  <a:pt x="107136" y="0"/>
                </a:moveTo>
                <a:lnTo>
                  <a:pt x="747928" y="0"/>
                </a:lnTo>
                <a:lnTo>
                  <a:pt x="900000" y="173358"/>
                </a:lnTo>
                <a:lnTo>
                  <a:pt x="900000" y="792864"/>
                </a:lnTo>
                <a:cubicBezTo>
                  <a:pt x="900000" y="852034"/>
                  <a:pt x="852034" y="900000"/>
                  <a:pt x="792864" y="900000"/>
                </a:cubicBezTo>
                <a:lnTo>
                  <a:pt x="107136" y="900000"/>
                </a:lnTo>
                <a:cubicBezTo>
                  <a:pt x="47966" y="900000"/>
                  <a:pt x="0" y="852034"/>
                  <a:pt x="0" y="792864"/>
                </a:cubicBezTo>
                <a:lnTo>
                  <a:pt x="0" y="107136"/>
                </a:lnTo>
                <a:cubicBezTo>
                  <a:pt x="0" y="47966"/>
                  <a:pt x="47966" y="0"/>
                  <a:pt x="10713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1" name="片側の 2 つの角を丸めた四角形 40"/>
          <p:cNvSpPr>
            <a:spLocks noChangeAspect="1"/>
          </p:cNvSpPr>
          <p:nvPr/>
        </p:nvSpPr>
        <p:spPr bwMode="gray">
          <a:xfrm>
            <a:off x="3863517" y="4101702"/>
            <a:ext cx="830769" cy="730965"/>
          </a:xfrm>
          <a:custGeom>
            <a:avLst/>
            <a:gdLst/>
            <a:ahLst/>
            <a:cxnLst/>
            <a:rect l="l" t="t" r="r" b="b"/>
            <a:pathLst>
              <a:path w="900000" h="791879">
                <a:moveTo>
                  <a:pt x="90903" y="80975"/>
                </a:moveTo>
                <a:lnTo>
                  <a:pt x="90903" y="578954"/>
                </a:lnTo>
                <a:lnTo>
                  <a:pt x="809098" y="578954"/>
                </a:lnTo>
                <a:lnTo>
                  <a:pt x="809098" y="80975"/>
                </a:lnTo>
                <a:close/>
                <a:moveTo>
                  <a:pt x="79053" y="0"/>
                </a:moveTo>
                <a:lnTo>
                  <a:pt x="820947" y="0"/>
                </a:lnTo>
                <a:cubicBezTo>
                  <a:pt x="864607" y="0"/>
                  <a:pt x="900000" y="35393"/>
                  <a:pt x="900000" y="79053"/>
                </a:cubicBezTo>
                <a:lnTo>
                  <a:pt x="900000" y="582384"/>
                </a:lnTo>
                <a:cubicBezTo>
                  <a:pt x="900000" y="629859"/>
                  <a:pt x="869597" y="670233"/>
                  <a:pt x="826817" y="684006"/>
                </a:cubicBezTo>
                <a:lnTo>
                  <a:pt x="831028" y="684006"/>
                </a:lnTo>
                <a:lnTo>
                  <a:pt x="618023" y="728281"/>
                </a:lnTo>
                <a:cubicBezTo>
                  <a:pt x="661745" y="743189"/>
                  <a:pt x="701737" y="764984"/>
                  <a:pt x="737005" y="791879"/>
                </a:cubicBezTo>
                <a:lnTo>
                  <a:pt x="162995" y="791879"/>
                </a:lnTo>
                <a:cubicBezTo>
                  <a:pt x="198264" y="764984"/>
                  <a:pt x="238256" y="743189"/>
                  <a:pt x="281978" y="728281"/>
                </a:cubicBezTo>
                <a:lnTo>
                  <a:pt x="68973" y="684006"/>
                </a:lnTo>
                <a:lnTo>
                  <a:pt x="73183" y="684006"/>
                </a:lnTo>
                <a:cubicBezTo>
                  <a:pt x="30403" y="670233"/>
                  <a:pt x="0" y="629859"/>
                  <a:pt x="0" y="582384"/>
                </a:cubicBezTo>
                <a:lnTo>
                  <a:pt x="0" y="79053"/>
                </a:lnTo>
                <a:cubicBezTo>
                  <a:pt x="0" y="35393"/>
                  <a:pt x="35393" y="0"/>
                  <a:pt x="79053"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7" name="角丸四角形 46"/>
          <p:cNvSpPr>
            <a:spLocks noChangeAspect="1"/>
          </p:cNvSpPr>
          <p:nvPr/>
        </p:nvSpPr>
        <p:spPr bwMode="gray">
          <a:xfrm>
            <a:off x="874102" y="5307398"/>
            <a:ext cx="830769" cy="648030"/>
          </a:xfrm>
          <a:custGeom>
            <a:avLst/>
            <a:gdLst/>
            <a:ahLst/>
            <a:cxnLst/>
            <a:rect l="l" t="t" r="r" b="b"/>
            <a:pathLst>
              <a:path w="900000" h="702033">
                <a:moveTo>
                  <a:pt x="45862" y="112551"/>
                </a:moveTo>
                <a:lnTo>
                  <a:pt x="304443" y="112551"/>
                </a:lnTo>
                <a:lnTo>
                  <a:pt x="206786" y="203897"/>
                </a:lnTo>
                <a:lnTo>
                  <a:pt x="89664" y="203897"/>
                </a:lnTo>
                <a:lnTo>
                  <a:pt x="89664" y="610688"/>
                </a:lnTo>
                <a:lnTo>
                  <a:pt x="673922" y="610688"/>
                </a:lnTo>
                <a:lnTo>
                  <a:pt x="673922" y="559675"/>
                </a:lnTo>
                <a:lnTo>
                  <a:pt x="763587" y="487066"/>
                </a:lnTo>
                <a:lnTo>
                  <a:pt x="763587" y="656171"/>
                </a:lnTo>
                <a:cubicBezTo>
                  <a:pt x="763587" y="681500"/>
                  <a:pt x="743054" y="702033"/>
                  <a:pt x="717725" y="702033"/>
                </a:cubicBezTo>
                <a:lnTo>
                  <a:pt x="45862" y="702033"/>
                </a:lnTo>
                <a:cubicBezTo>
                  <a:pt x="20533" y="702033"/>
                  <a:pt x="0" y="681500"/>
                  <a:pt x="0" y="656171"/>
                </a:cubicBezTo>
                <a:lnTo>
                  <a:pt x="0" y="158413"/>
                </a:lnTo>
                <a:cubicBezTo>
                  <a:pt x="0" y="133084"/>
                  <a:pt x="20533" y="112551"/>
                  <a:pt x="45862" y="112551"/>
                </a:cubicBezTo>
                <a:close/>
                <a:moveTo>
                  <a:pt x="596900" y="0"/>
                </a:moveTo>
                <a:lnTo>
                  <a:pt x="900000" y="226535"/>
                </a:lnTo>
                <a:lnTo>
                  <a:pt x="596900" y="453070"/>
                </a:lnTo>
                <a:lnTo>
                  <a:pt x="596900" y="303053"/>
                </a:lnTo>
                <a:lnTo>
                  <a:pt x="526301" y="303053"/>
                </a:lnTo>
                <a:cubicBezTo>
                  <a:pt x="386720" y="303053"/>
                  <a:pt x="269140" y="397250"/>
                  <a:pt x="234949" y="525897"/>
                </a:cubicBezTo>
                <a:lnTo>
                  <a:pt x="234949" y="482822"/>
                </a:lnTo>
                <a:cubicBezTo>
                  <a:pt x="234949" y="292794"/>
                  <a:pt x="388997" y="138746"/>
                  <a:pt x="579025" y="138746"/>
                </a:cubicBezTo>
                <a:lnTo>
                  <a:pt x="596900" y="138746"/>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2" name="正方形/長方形 41"/>
          <p:cNvSpPr>
            <a:spLocks noChangeAspect="1"/>
          </p:cNvSpPr>
          <p:nvPr/>
        </p:nvSpPr>
        <p:spPr bwMode="gray">
          <a:xfrm>
            <a:off x="3540552" y="1706396"/>
            <a:ext cx="830769" cy="671262"/>
          </a:xfrm>
          <a:custGeom>
            <a:avLst/>
            <a:gdLst/>
            <a:ahLst/>
            <a:cxnLst/>
            <a:rect l="l" t="t" r="r" b="b"/>
            <a:pathLst>
              <a:path w="923389" h="734749">
                <a:moveTo>
                  <a:pt x="320246" y="519042"/>
                </a:moveTo>
                <a:lnTo>
                  <a:pt x="485344" y="603313"/>
                </a:lnTo>
                <a:lnTo>
                  <a:pt x="326715" y="734749"/>
                </a:lnTo>
                <a:close/>
                <a:moveTo>
                  <a:pt x="921988" y="1477"/>
                </a:moveTo>
                <a:lnTo>
                  <a:pt x="764745" y="675112"/>
                </a:lnTo>
                <a:lnTo>
                  <a:pt x="466527" y="510235"/>
                </a:lnTo>
                <a:close/>
                <a:moveTo>
                  <a:pt x="923389" y="0"/>
                </a:moveTo>
                <a:cubicBezTo>
                  <a:pt x="740166" y="157576"/>
                  <a:pt x="528365" y="305624"/>
                  <a:pt x="330852" y="458437"/>
                </a:cubicBezTo>
                <a:lnTo>
                  <a:pt x="0" y="325687"/>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5" name="正方形/長方形 44"/>
          <p:cNvSpPr>
            <a:spLocks noChangeAspect="1"/>
          </p:cNvSpPr>
          <p:nvPr/>
        </p:nvSpPr>
        <p:spPr bwMode="gray">
          <a:xfrm>
            <a:off x="2320798" y="2789309"/>
            <a:ext cx="511063" cy="830769"/>
          </a:xfrm>
          <a:custGeom>
            <a:avLst/>
            <a:gdLst>
              <a:gd name="connsiteX0" fmla="*/ 287570 w 553652"/>
              <a:gd name="connsiteY0" fmla="*/ 0 h 904101"/>
              <a:gd name="connsiteX1" fmla="*/ 361389 w 553652"/>
              <a:gd name="connsiteY1" fmla="*/ 0 h 904101"/>
              <a:gd name="connsiteX2" fmla="*/ 361389 w 553652"/>
              <a:gd name="connsiteY2" fmla="*/ 108669 h 904101"/>
              <a:gd name="connsiteX3" fmla="*/ 516475 w 553652"/>
              <a:gd name="connsiteY3" fmla="*/ 216974 h 904101"/>
              <a:gd name="connsiteX4" fmla="*/ 488600 w 553652"/>
              <a:gd name="connsiteY4" fmla="*/ 474166 h 904101"/>
              <a:gd name="connsiteX5" fmla="*/ 449183 w 553652"/>
              <a:gd name="connsiteY5" fmla="*/ 257951 h 904101"/>
              <a:gd name="connsiteX6" fmla="*/ 361389 w 553652"/>
              <a:gd name="connsiteY6" fmla="*/ 212592 h 904101"/>
              <a:gd name="connsiteX7" fmla="*/ 361389 w 553652"/>
              <a:gd name="connsiteY7" fmla="*/ 729004 h 904101"/>
              <a:gd name="connsiteX8" fmla="*/ 359585 w 553652"/>
              <a:gd name="connsiteY8" fmla="*/ 729004 h 904101"/>
              <a:gd name="connsiteX9" fmla="*/ 227255 w 553652"/>
              <a:gd name="connsiteY9" fmla="*/ 890678 h 904101"/>
              <a:gd name="connsiteX10" fmla="*/ 6334 w 553652"/>
              <a:gd name="connsiteY10" fmla="*/ 818305 h 904101"/>
              <a:gd name="connsiteX11" fmla="*/ 132915 w 553652"/>
              <a:gd name="connsiteY11" fmla="*/ 623314 h 904101"/>
              <a:gd name="connsiteX12" fmla="*/ 287570 w 553652"/>
              <a:gd name="connsiteY12" fmla="*/ 629221 h 904101"/>
              <a:gd name="connsiteX13" fmla="*/ 287570 w 553652"/>
              <a:gd name="connsiteY13" fmla="*/ 0 h 904101"/>
              <a:gd name="connsiteX0" fmla="*/ 287570 w 553652"/>
              <a:gd name="connsiteY0" fmla="*/ 0 h 904101"/>
              <a:gd name="connsiteX1" fmla="*/ 361389 w 553652"/>
              <a:gd name="connsiteY1" fmla="*/ 0 h 904101"/>
              <a:gd name="connsiteX2" fmla="*/ 361389 w 553652"/>
              <a:gd name="connsiteY2" fmla="*/ 108669 h 904101"/>
              <a:gd name="connsiteX3" fmla="*/ 516475 w 553652"/>
              <a:gd name="connsiteY3" fmla="*/ 216974 h 904101"/>
              <a:gd name="connsiteX4" fmla="*/ 488600 w 553652"/>
              <a:gd name="connsiteY4" fmla="*/ 474166 h 904101"/>
              <a:gd name="connsiteX5" fmla="*/ 449183 w 553652"/>
              <a:gd name="connsiteY5" fmla="*/ 257951 h 904101"/>
              <a:gd name="connsiteX6" fmla="*/ 361389 w 553652"/>
              <a:gd name="connsiteY6" fmla="*/ 212592 h 904101"/>
              <a:gd name="connsiteX7" fmla="*/ 361389 w 553652"/>
              <a:gd name="connsiteY7" fmla="*/ 729004 h 904101"/>
              <a:gd name="connsiteX8" fmla="*/ 359585 w 553652"/>
              <a:gd name="connsiteY8" fmla="*/ 729004 h 904101"/>
              <a:gd name="connsiteX9" fmla="*/ 227255 w 553652"/>
              <a:gd name="connsiteY9" fmla="*/ 890678 h 904101"/>
              <a:gd name="connsiteX10" fmla="*/ 6334 w 553652"/>
              <a:gd name="connsiteY10" fmla="*/ 818305 h 904101"/>
              <a:gd name="connsiteX11" fmla="*/ 132915 w 553652"/>
              <a:gd name="connsiteY11" fmla="*/ 623314 h 904101"/>
              <a:gd name="connsiteX12" fmla="*/ 287570 w 553652"/>
              <a:gd name="connsiteY12" fmla="*/ 629221 h 904101"/>
              <a:gd name="connsiteX13" fmla="*/ 287570 w 553652"/>
              <a:gd name="connsiteY13" fmla="*/ 0 h 904101"/>
              <a:gd name="connsiteX0" fmla="*/ 287570 w 553652"/>
              <a:gd name="connsiteY0" fmla="*/ 0 h 904101"/>
              <a:gd name="connsiteX1" fmla="*/ 361389 w 553652"/>
              <a:gd name="connsiteY1" fmla="*/ 0 h 904101"/>
              <a:gd name="connsiteX2" fmla="*/ 361389 w 553652"/>
              <a:gd name="connsiteY2" fmla="*/ 108669 h 904101"/>
              <a:gd name="connsiteX3" fmla="*/ 516475 w 553652"/>
              <a:gd name="connsiteY3" fmla="*/ 216974 h 904101"/>
              <a:gd name="connsiteX4" fmla="*/ 488600 w 553652"/>
              <a:gd name="connsiteY4" fmla="*/ 474166 h 904101"/>
              <a:gd name="connsiteX5" fmla="*/ 449183 w 553652"/>
              <a:gd name="connsiteY5" fmla="*/ 257951 h 904101"/>
              <a:gd name="connsiteX6" fmla="*/ 361389 w 553652"/>
              <a:gd name="connsiteY6" fmla="*/ 212592 h 904101"/>
              <a:gd name="connsiteX7" fmla="*/ 361389 w 553652"/>
              <a:gd name="connsiteY7" fmla="*/ 729004 h 904101"/>
              <a:gd name="connsiteX8" fmla="*/ 359585 w 553652"/>
              <a:gd name="connsiteY8" fmla="*/ 729004 h 904101"/>
              <a:gd name="connsiteX9" fmla="*/ 227255 w 553652"/>
              <a:gd name="connsiteY9" fmla="*/ 890678 h 904101"/>
              <a:gd name="connsiteX10" fmla="*/ 6334 w 553652"/>
              <a:gd name="connsiteY10" fmla="*/ 818305 h 904101"/>
              <a:gd name="connsiteX11" fmla="*/ 132915 w 553652"/>
              <a:gd name="connsiteY11" fmla="*/ 623314 h 904101"/>
              <a:gd name="connsiteX12" fmla="*/ 287570 w 553652"/>
              <a:gd name="connsiteY12" fmla="*/ 629221 h 904101"/>
              <a:gd name="connsiteX13" fmla="*/ 287570 w 553652"/>
              <a:gd name="connsiteY13"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 name="connsiteX0" fmla="*/ 287570 w 553652"/>
              <a:gd name="connsiteY0" fmla="*/ 0 h 904101"/>
              <a:gd name="connsiteX1" fmla="*/ 361389 w 553652"/>
              <a:gd name="connsiteY1" fmla="*/ 0 h 904101"/>
              <a:gd name="connsiteX2" fmla="*/ 516475 w 553652"/>
              <a:gd name="connsiteY2" fmla="*/ 216974 h 904101"/>
              <a:gd name="connsiteX3" fmla="*/ 488600 w 553652"/>
              <a:gd name="connsiteY3" fmla="*/ 474166 h 904101"/>
              <a:gd name="connsiteX4" fmla="*/ 449183 w 553652"/>
              <a:gd name="connsiteY4" fmla="*/ 257951 h 904101"/>
              <a:gd name="connsiteX5" fmla="*/ 361389 w 553652"/>
              <a:gd name="connsiteY5" fmla="*/ 212592 h 904101"/>
              <a:gd name="connsiteX6" fmla="*/ 361389 w 553652"/>
              <a:gd name="connsiteY6" fmla="*/ 729004 h 904101"/>
              <a:gd name="connsiteX7" fmla="*/ 359585 w 553652"/>
              <a:gd name="connsiteY7" fmla="*/ 729004 h 904101"/>
              <a:gd name="connsiteX8" fmla="*/ 227255 w 553652"/>
              <a:gd name="connsiteY8" fmla="*/ 890678 h 904101"/>
              <a:gd name="connsiteX9" fmla="*/ 6334 w 553652"/>
              <a:gd name="connsiteY9" fmla="*/ 818305 h 904101"/>
              <a:gd name="connsiteX10" fmla="*/ 132915 w 553652"/>
              <a:gd name="connsiteY10" fmla="*/ 623314 h 904101"/>
              <a:gd name="connsiteX11" fmla="*/ 287570 w 553652"/>
              <a:gd name="connsiteY11" fmla="*/ 629221 h 904101"/>
              <a:gd name="connsiteX12" fmla="*/ 287570 w 553652"/>
              <a:gd name="connsiteY12" fmla="*/ 0 h 904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53652" h="904101">
                <a:moveTo>
                  <a:pt x="287570" y="0"/>
                </a:moveTo>
                <a:lnTo>
                  <a:pt x="361389" y="0"/>
                </a:lnTo>
                <a:cubicBezTo>
                  <a:pt x="370222" y="69944"/>
                  <a:pt x="464780" y="144649"/>
                  <a:pt x="516475" y="216974"/>
                </a:cubicBezTo>
                <a:cubicBezTo>
                  <a:pt x="575409" y="313756"/>
                  <a:pt x="562929" y="428905"/>
                  <a:pt x="488600" y="474166"/>
                </a:cubicBezTo>
                <a:cubicBezTo>
                  <a:pt x="505770" y="407002"/>
                  <a:pt x="477529" y="299166"/>
                  <a:pt x="449183" y="257951"/>
                </a:cubicBezTo>
                <a:cubicBezTo>
                  <a:pt x="420837" y="226262"/>
                  <a:pt x="401326" y="221646"/>
                  <a:pt x="361389" y="212592"/>
                </a:cubicBezTo>
                <a:lnTo>
                  <a:pt x="361389" y="729004"/>
                </a:lnTo>
                <a:lnTo>
                  <a:pt x="359585" y="729004"/>
                </a:lnTo>
                <a:cubicBezTo>
                  <a:pt x="362333" y="794084"/>
                  <a:pt x="309076" y="861807"/>
                  <a:pt x="227255" y="890678"/>
                </a:cubicBezTo>
                <a:cubicBezTo>
                  <a:pt x="131296" y="924538"/>
                  <a:pt x="32386" y="892135"/>
                  <a:pt x="6334" y="818305"/>
                </a:cubicBezTo>
                <a:cubicBezTo>
                  <a:pt x="-19717" y="744474"/>
                  <a:pt x="36955" y="657174"/>
                  <a:pt x="132915" y="623314"/>
                </a:cubicBezTo>
                <a:cubicBezTo>
                  <a:pt x="188864" y="603572"/>
                  <a:pt x="245817" y="606356"/>
                  <a:pt x="287570" y="629221"/>
                </a:cubicBezTo>
                <a:lnTo>
                  <a:pt x="287570" y="0"/>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3" name="正方形/長方形 52"/>
          <p:cNvSpPr>
            <a:spLocks noChangeAspect="1"/>
          </p:cNvSpPr>
          <p:nvPr/>
        </p:nvSpPr>
        <p:spPr bwMode="gray">
          <a:xfrm>
            <a:off x="3598869" y="2791190"/>
            <a:ext cx="649624" cy="827007"/>
          </a:xfrm>
          <a:custGeom>
            <a:avLst/>
            <a:gdLst/>
            <a:ahLst/>
            <a:cxnLst/>
            <a:rect l="l" t="t" r="r" b="b"/>
            <a:pathLst>
              <a:path w="703759" h="895924">
                <a:moveTo>
                  <a:pt x="703759" y="0"/>
                </a:moveTo>
                <a:lnTo>
                  <a:pt x="703759" y="202229"/>
                </a:lnTo>
                <a:lnTo>
                  <a:pt x="703757" y="202230"/>
                </a:lnTo>
                <a:lnTo>
                  <a:pt x="703757" y="663294"/>
                </a:lnTo>
                <a:lnTo>
                  <a:pt x="701029" y="663294"/>
                </a:lnTo>
                <a:cubicBezTo>
                  <a:pt x="707237" y="715634"/>
                  <a:pt x="665825" y="770810"/>
                  <a:pt x="600955" y="794420"/>
                </a:cubicBezTo>
                <a:cubicBezTo>
                  <a:pt x="525573" y="821857"/>
                  <a:pt x="447058" y="796280"/>
                  <a:pt x="425588" y="737292"/>
                </a:cubicBezTo>
                <a:cubicBezTo>
                  <a:pt x="404118" y="678304"/>
                  <a:pt x="447823" y="608243"/>
                  <a:pt x="523205" y="580806"/>
                </a:cubicBezTo>
                <a:cubicBezTo>
                  <a:pt x="557494" y="568326"/>
                  <a:pt x="592431" y="566814"/>
                  <a:pt x="622025" y="575714"/>
                </a:cubicBezTo>
                <a:lnTo>
                  <a:pt x="622025" y="219534"/>
                </a:lnTo>
                <a:lnTo>
                  <a:pt x="278641" y="292237"/>
                </a:lnTo>
                <a:lnTo>
                  <a:pt x="278641" y="730412"/>
                </a:lnTo>
                <a:cubicBezTo>
                  <a:pt x="299010" y="788857"/>
                  <a:pt x="255432" y="857756"/>
                  <a:pt x="180830" y="884908"/>
                </a:cubicBezTo>
                <a:cubicBezTo>
                  <a:pt x="105448" y="912345"/>
                  <a:pt x="26934" y="886768"/>
                  <a:pt x="5464" y="827780"/>
                </a:cubicBezTo>
                <a:cubicBezTo>
                  <a:pt x="-16006" y="768792"/>
                  <a:pt x="27699" y="698731"/>
                  <a:pt x="103081" y="671294"/>
                </a:cubicBezTo>
                <a:cubicBezTo>
                  <a:pt x="135501" y="659494"/>
                  <a:pt x="168500" y="657500"/>
                  <a:pt x="196909" y="665517"/>
                </a:cubicBezTo>
                <a:lnTo>
                  <a:pt x="196909" y="116877"/>
                </a:lnTo>
                <a:lnTo>
                  <a:pt x="196912" y="116877"/>
                </a:lnTo>
                <a:lnTo>
                  <a:pt x="196912" y="10731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0" name="正方形/長方形 59"/>
          <p:cNvSpPr>
            <a:spLocks noChangeAspect="1"/>
          </p:cNvSpPr>
          <p:nvPr/>
        </p:nvSpPr>
        <p:spPr bwMode="gray">
          <a:xfrm>
            <a:off x="6665965" y="1625913"/>
            <a:ext cx="813602" cy="832231"/>
          </a:xfrm>
          <a:custGeom>
            <a:avLst/>
            <a:gdLst>
              <a:gd name="connsiteX0" fmla="*/ 823920 w 881402"/>
              <a:gd name="connsiteY0" fmla="*/ 307661 h 905888"/>
              <a:gd name="connsiteX1" fmla="*/ 874377 w 881402"/>
              <a:gd name="connsiteY1" fmla="*/ 332251 h 905888"/>
              <a:gd name="connsiteX2" fmla="*/ 856373 w 881402"/>
              <a:gd name="connsiteY2" fmla="*/ 401765 h 905888"/>
              <a:gd name="connsiteX3" fmla="*/ 765403 w 881402"/>
              <a:gd name="connsiteY3" fmla="*/ 455307 h 905888"/>
              <a:gd name="connsiteX4" fmla="*/ 695888 w 881402"/>
              <a:gd name="connsiteY4" fmla="*/ 437302 h 905888"/>
              <a:gd name="connsiteX5" fmla="*/ 713893 w 881402"/>
              <a:gd name="connsiteY5" fmla="*/ 367788 h 905888"/>
              <a:gd name="connsiteX6" fmla="*/ 804863 w 881402"/>
              <a:gd name="connsiteY6" fmla="*/ 314247 h 905888"/>
              <a:gd name="connsiteX7" fmla="*/ 823920 w 881402"/>
              <a:gd name="connsiteY7" fmla="*/ 307661 h 905888"/>
              <a:gd name="connsiteX8" fmla="*/ 227166 w 881402"/>
              <a:gd name="connsiteY8" fmla="*/ 279322 h 905888"/>
              <a:gd name="connsiteX9" fmla="*/ 211242 w 881402"/>
              <a:gd name="connsiteY9" fmla="*/ 287152 h 905888"/>
              <a:gd name="connsiteX10" fmla="*/ 352405 w 881402"/>
              <a:gd name="connsiteY10" fmla="*/ 545733 h 905888"/>
              <a:gd name="connsiteX11" fmla="*/ 611280 w 881402"/>
              <a:gd name="connsiteY11" fmla="*/ 686360 h 905888"/>
              <a:gd name="connsiteX12" fmla="*/ 470115 w 881402"/>
              <a:gd name="connsiteY12" fmla="*/ 427778 h 905888"/>
              <a:gd name="connsiteX13" fmla="*/ 227166 w 881402"/>
              <a:gd name="connsiteY13" fmla="*/ 279322 h 905888"/>
              <a:gd name="connsiteX14" fmla="*/ 225012 w 881402"/>
              <a:gd name="connsiteY14" fmla="*/ 200693 h 905888"/>
              <a:gd name="connsiteX15" fmla="*/ 522141 w 881402"/>
              <a:gd name="connsiteY15" fmla="*/ 377363 h 905888"/>
              <a:gd name="connsiteX16" fmla="*/ 681470 w 881402"/>
              <a:gd name="connsiteY16" fmla="*/ 732581 h 905888"/>
              <a:gd name="connsiteX17" fmla="*/ 672483 w 881402"/>
              <a:gd name="connsiteY17" fmla="*/ 737828 h 905888"/>
              <a:gd name="connsiteX18" fmla="*/ 673703 w 881402"/>
              <a:gd name="connsiteY18" fmla="*/ 739049 h 905888"/>
              <a:gd name="connsiteX19" fmla="*/ 90512 w 881402"/>
              <a:gd name="connsiteY19" fmla="*/ 843054 h 905888"/>
              <a:gd name="connsiteX20" fmla="*/ 161332 w 881402"/>
              <a:gd name="connsiteY20" fmla="*/ 226602 h 905888"/>
              <a:gd name="connsiteX21" fmla="*/ 225012 w 881402"/>
              <a:gd name="connsiteY21" fmla="*/ 200693 h 905888"/>
              <a:gd name="connsiteX22" fmla="*/ 713540 w 881402"/>
              <a:gd name="connsiteY22" fmla="*/ 115621 h 905888"/>
              <a:gd name="connsiteX23" fmla="*/ 749381 w 881402"/>
              <a:gd name="connsiteY23" fmla="*/ 130644 h 905888"/>
              <a:gd name="connsiteX24" fmla="*/ 749080 w 881402"/>
              <a:gd name="connsiteY24" fmla="*/ 202451 h 905888"/>
              <a:gd name="connsiteX25" fmla="*/ 658578 w 881402"/>
              <a:gd name="connsiteY25" fmla="*/ 292195 h 905888"/>
              <a:gd name="connsiteX26" fmla="*/ 586771 w 881402"/>
              <a:gd name="connsiteY26" fmla="*/ 291894 h 905888"/>
              <a:gd name="connsiteX27" fmla="*/ 587072 w 881402"/>
              <a:gd name="connsiteY27" fmla="*/ 220087 h 905888"/>
              <a:gd name="connsiteX28" fmla="*/ 677573 w 881402"/>
              <a:gd name="connsiteY28" fmla="*/ 130342 h 905888"/>
              <a:gd name="connsiteX29" fmla="*/ 713540 w 881402"/>
              <a:gd name="connsiteY29" fmla="*/ 115621 h 905888"/>
              <a:gd name="connsiteX30" fmla="*/ 529036 w 881402"/>
              <a:gd name="connsiteY30" fmla="*/ 283 h 905888"/>
              <a:gd name="connsiteX31" fmla="*/ 548256 w 881402"/>
              <a:gd name="connsiteY31" fmla="*/ 6375 h 905888"/>
              <a:gd name="connsiteX32" fmla="*/ 568049 w 881402"/>
              <a:gd name="connsiteY32" fmla="*/ 75401 h 905888"/>
              <a:gd name="connsiteX33" fmla="*/ 516874 w 881402"/>
              <a:gd name="connsiteY33" fmla="*/ 167724 h 905888"/>
              <a:gd name="connsiteX34" fmla="*/ 447848 w 881402"/>
              <a:gd name="connsiteY34" fmla="*/ 187517 h 905888"/>
              <a:gd name="connsiteX35" fmla="*/ 428055 w 881402"/>
              <a:gd name="connsiteY35" fmla="*/ 118490 h 905888"/>
              <a:gd name="connsiteX36" fmla="*/ 479230 w 881402"/>
              <a:gd name="connsiteY36" fmla="*/ 26168 h 905888"/>
              <a:gd name="connsiteX37" fmla="*/ 529036 w 881402"/>
              <a:gd name="connsiteY37" fmla="*/ 283 h 905888"/>
              <a:gd name="connsiteX0" fmla="*/ 823920 w 881402"/>
              <a:gd name="connsiteY0" fmla="*/ 307661 h 903390"/>
              <a:gd name="connsiteX1" fmla="*/ 874377 w 881402"/>
              <a:gd name="connsiteY1" fmla="*/ 332251 h 903390"/>
              <a:gd name="connsiteX2" fmla="*/ 856373 w 881402"/>
              <a:gd name="connsiteY2" fmla="*/ 401765 h 903390"/>
              <a:gd name="connsiteX3" fmla="*/ 765403 w 881402"/>
              <a:gd name="connsiteY3" fmla="*/ 455307 h 903390"/>
              <a:gd name="connsiteX4" fmla="*/ 695888 w 881402"/>
              <a:gd name="connsiteY4" fmla="*/ 437302 h 903390"/>
              <a:gd name="connsiteX5" fmla="*/ 713893 w 881402"/>
              <a:gd name="connsiteY5" fmla="*/ 367788 h 903390"/>
              <a:gd name="connsiteX6" fmla="*/ 804863 w 881402"/>
              <a:gd name="connsiteY6" fmla="*/ 314247 h 903390"/>
              <a:gd name="connsiteX7" fmla="*/ 823920 w 881402"/>
              <a:gd name="connsiteY7" fmla="*/ 307661 h 903390"/>
              <a:gd name="connsiteX8" fmla="*/ 227166 w 881402"/>
              <a:gd name="connsiteY8" fmla="*/ 279322 h 903390"/>
              <a:gd name="connsiteX9" fmla="*/ 211242 w 881402"/>
              <a:gd name="connsiteY9" fmla="*/ 287152 h 903390"/>
              <a:gd name="connsiteX10" fmla="*/ 352405 w 881402"/>
              <a:gd name="connsiteY10" fmla="*/ 545733 h 903390"/>
              <a:gd name="connsiteX11" fmla="*/ 611280 w 881402"/>
              <a:gd name="connsiteY11" fmla="*/ 686360 h 903390"/>
              <a:gd name="connsiteX12" fmla="*/ 470115 w 881402"/>
              <a:gd name="connsiteY12" fmla="*/ 427778 h 903390"/>
              <a:gd name="connsiteX13" fmla="*/ 227166 w 881402"/>
              <a:gd name="connsiteY13" fmla="*/ 279322 h 903390"/>
              <a:gd name="connsiteX14" fmla="*/ 225012 w 881402"/>
              <a:gd name="connsiteY14" fmla="*/ 200693 h 903390"/>
              <a:gd name="connsiteX15" fmla="*/ 522141 w 881402"/>
              <a:gd name="connsiteY15" fmla="*/ 377363 h 903390"/>
              <a:gd name="connsiteX16" fmla="*/ 681470 w 881402"/>
              <a:gd name="connsiteY16" fmla="*/ 732581 h 903390"/>
              <a:gd name="connsiteX17" fmla="*/ 672483 w 881402"/>
              <a:gd name="connsiteY17" fmla="*/ 737828 h 903390"/>
              <a:gd name="connsiteX18" fmla="*/ 673703 w 881402"/>
              <a:gd name="connsiteY18" fmla="*/ 739049 h 903390"/>
              <a:gd name="connsiteX19" fmla="*/ 90512 w 881402"/>
              <a:gd name="connsiteY19" fmla="*/ 843054 h 903390"/>
              <a:gd name="connsiteX20" fmla="*/ 161332 w 881402"/>
              <a:gd name="connsiteY20" fmla="*/ 226602 h 903390"/>
              <a:gd name="connsiteX21" fmla="*/ 225012 w 881402"/>
              <a:gd name="connsiteY21" fmla="*/ 200693 h 903390"/>
              <a:gd name="connsiteX22" fmla="*/ 713540 w 881402"/>
              <a:gd name="connsiteY22" fmla="*/ 115621 h 903390"/>
              <a:gd name="connsiteX23" fmla="*/ 749381 w 881402"/>
              <a:gd name="connsiteY23" fmla="*/ 130644 h 903390"/>
              <a:gd name="connsiteX24" fmla="*/ 749080 w 881402"/>
              <a:gd name="connsiteY24" fmla="*/ 202451 h 903390"/>
              <a:gd name="connsiteX25" fmla="*/ 658578 w 881402"/>
              <a:gd name="connsiteY25" fmla="*/ 292195 h 903390"/>
              <a:gd name="connsiteX26" fmla="*/ 586771 w 881402"/>
              <a:gd name="connsiteY26" fmla="*/ 291894 h 903390"/>
              <a:gd name="connsiteX27" fmla="*/ 587072 w 881402"/>
              <a:gd name="connsiteY27" fmla="*/ 220087 h 903390"/>
              <a:gd name="connsiteX28" fmla="*/ 677573 w 881402"/>
              <a:gd name="connsiteY28" fmla="*/ 130342 h 903390"/>
              <a:gd name="connsiteX29" fmla="*/ 713540 w 881402"/>
              <a:gd name="connsiteY29" fmla="*/ 115621 h 903390"/>
              <a:gd name="connsiteX30" fmla="*/ 529036 w 881402"/>
              <a:gd name="connsiteY30" fmla="*/ 283 h 903390"/>
              <a:gd name="connsiteX31" fmla="*/ 548256 w 881402"/>
              <a:gd name="connsiteY31" fmla="*/ 6375 h 903390"/>
              <a:gd name="connsiteX32" fmla="*/ 568049 w 881402"/>
              <a:gd name="connsiteY32" fmla="*/ 75401 h 903390"/>
              <a:gd name="connsiteX33" fmla="*/ 516874 w 881402"/>
              <a:gd name="connsiteY33" fmla="*/ 167724 h 903390"/>
              <a:gd name="connsiteX34" fmla="*/ 447848 w 881402"/>
              <a:gd name="connsiteY34" fmla="*/ 187517 h 903390"/>
              <a:gd name="connsiteX35" fmla="*/ 428055 w 881402"/>
              <a:gd name="connsiteY35" fmla="*/ 118490 h 903390"/>
              <a:gd name="connsiteX36" fmla="*/ 479230 w 881402"/>
              <a:gd name="connsiteY36" fmla="*/ 26168 h 903390"/>
              <a:gd name="connsiteX37" fmla="*/ 529036 w 881402"/>
              <a:gd name="connsiteY37" fmla="*/ 283 h 903390"/>
              <a:gd name="connsiteX0" fmla="*/ 823920 w 881402"/>
              <a:gd name="connsiteY0" fmla="*/ 307661 h 901584"/>
              <a:gd name="connsiteX1" fmla="*/ 874377 w 881402"/>
              <a:gd name="connsiteY1" fmla="*/ 332251 h 901584"/>
              <a:gd name="connsiteX2" fmla="*/ 856373 w 881402"/>
              <a:gd name="connsiteY2" fmla="*/ 401765 h 901584"/>
              <a:gd name="connsiteX3" fmla="*/ 765403 w 881402"/>
              <a:gd name="connsiteY3" fmla="*/ 455307 h 901584"/>
              <a:gd name="connsiteX4" fmla="*/ 695888 w 881402"/>
              <a:gd name="connsiteY4" fmla="*/ 437302 h 901584"/>
              <a:gd name="connsiteX5" fmla="*/ 713893 w 881402"/>
              <a:gd name="connsiteY5" fmla="*/ 367788 h 901584"/>
              <a:gd name="connsiteX6" fmla="*/ 804863 w 881402"/>
              <a:gd name="connsiteY6" fmla="*/ 314247 h 901584"/>
              <a:gd name="connsiteX7" fmla="*/ 823920 w 881402"/>
              <a:gd name="connsiteY7" fmla="*/ 307661 h 901584"/>
              <a:gd name="connsiteX8" fmla="*/ 227166 w 881402"/>
              <a:gd name="connsiteY8" fmla="*/ 279322 h 901584"/>
              <a:gd name="connsiteX9" fmla="*/ 211242 w 881402"/>
              <a:gd name="connsiteY9" fmla="*/ 287152 h 901584"/>
              <a:gd name="connsiteX10" fmla="*/ 352405 w 881402"/>
              <a:gd name="connsiteY10" fmla="*/ 545733 h 901584"/>
              <a:gd name="connsiteX11" fmla="*/ 611280 w 881402"/>
              <a:gd name="connsiteY11" fmla="*/ 686360 h 901584"/>
              <a:gd name="connsiteX12" fmla="*/ 470115 w 881402"/>
              <a:gd name="connsiteY12" fmla="*/ 427778 h 901584"/>
              <a:gd name="connsiteX13" fmla="*/ 227166 w 881402"/>
              <a:gd name="connsiteY13" fmla="*/ 279322 h 901584"/>
              <a:gd name="connsiteX14" fmla="*/ 225012 w 881402"/>
              <a:gd name="connsiteY14" fmla="*/ 200693 h 901584"/>
              <a:gd name="connsiteX15" fmla="*/ 522141 w 881402"/>
              <a:gd name="connsiteY15" fmla="*/ 377363 h 901584"/>
              <a:gd name="connsiteX16" fmla="*/ 681470 w 881402"/>
              <a:gd name="connsiteY16" fmla="*/ 732581 h 901584"/>
              <a:gd name="connsiteX17" fmla="*/ 672483 w 881402"/>
              <a:gd name="connsiteY17" fmla="*/ 737828 h 901584"/>
              <a:gd name="connsiteX18" fmla="*/ 673703 w 881402"/>
              <a:gd name="connsiteY18" fmla="*/ 739049 h 901584"/>
              <a:gd name="connsiteX19" fmla="*/ 90512 w 881402"/>
              <a:gd name="connsiteY19" fmla="*/ 843054 h 901584"/>
              <a:gd name="connsiteX20" fmla="*/ 161332 w 881402"/>
              <a:gd name="connsiteY20" fmla="*/ 226602 h 901584"/>
              <a:gd name="connsiteX21" fmla="*/ 225012 w 881402"/>
              <a:gd name="connsiteY21" fmla="*/ 200693 h 901584"/>
              <a:gd name="connsiteX22" fmla="*/ 713540 w 881402"/>
              <a:gd name="connsiteY22" fmla="*/ 115621 h 901584"/>
              <a:gd name="connsiteX23" fmla="*/ 749381 w 881402"/>
              <a:gd name="connsiteY23" fmla="*/ 130644 h 901584"/>
              <a:gd name="connsiteX24" fmla="*/ 749080 w 881402"/>
              <a:gd name="connsiteY24" fmla="*/ 202451 h 901584"/>
              <a:gd name="connsiteX25" fmla="*/ 658578 w 881402"/>
              <a:gd name="connsiteY25" fmla="*/ 292195 h 901584"/>
              <a:gd name="connsiteX26" fmla="*/ 586771 w 881402"/>
              <a:gd name="connsiteY26" fmla="*/ 291894 h 901584"/>
              <a:gd name="connsiteX27" fmla="*/ 587072 w 881402"/>
              <a:gd name="connsiteY27" fmla="*/ 220087 h 901584"/>
              <a:gd name="connsiteX28" fmla="*/ 677573 w 881402"/>
              <a:gd name="connsiteY28" fmla="*/ 130342 h 901584"/>
              <a:gd name="connsiteX29" fmla="*/ 713540 w 881402"/>
              <a:gd name="connsiteY29" fmla="*/ 115621 h 901584"/>
              <a:gd name="connsiteX30" fmla="*/ 529036 w 881402"/>
              <a:gd name="connsiteY30" fmla="*/ 283 h 901584"/>
              <a:gd name="connsiteX31" fmla="*/ 548256 w 881402"/>
              <a:gd name="connsiteY31" fmla="*/ 6375 h 901584"/>
              <a:gd name="connsiteX32" fmla="*/ 568049 w 881402"/>
              <a:gd name="connsiteY32" fmla="*/ 75401 h 901584"/>
              <a:gd name="connsiteX33" fmla="*/ 516874 w 881402"/>
              <a:gd name="connsiteY33" fmla="*/ 167724 h 901584"/>
              <a:gd name="connsiteX34" fmla="*/ 447848 w 881402"/>
              <a:gd name="connsiteY34" fmla="*/ 187517 h 901584"/>
              <a:gd name="connsiteX35" fmla="*/ 428055 w 881402"/>
              <a:gd name="connsiteY35" fmla="*/ 118490 h 901584"/>
              <a:gd name="connsiteX36" fmla="*/ 479230 w 881402"/>
              <a:gd name="connsiteY36" fmla="*/ 26168 h 901584"/>
              <a:gd name="connsiteX37" fmla="*/ 529036 w 881402"/>
              <a:gd name="connsiteY37" fmla="*/ 283 h 901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881402" h="901584">
                <a:moveTo>
                  <a:pt x="823920" y="307661"/>
                </a:moveTo>
                <a:cubicBezTo>
                  <a:pt x="843536" y="305060"/>
                  <a:pt x="863709" y="314126"/>
                  <a:pt x="874377" y="332251"/>
                </a:cubicBezTo>
                <a:cubicBezTo>
                  <a:pt x="888602" y="356419"/>
                  <a:pt x="880541" y="387542"/>
                  <a:pt x="856373" y="401765"/>
                </a:cubicBezTo>
                <a:lnTo>
                  <a:pt x="765403" y="455307"/>
                </a:lnTo>
                <a:cubicBezTo>
                  <a:pt x="741235" y="469532"/>
                  <a:pt x="710113" y="461471"/>
                  <a:pt x="695888" y="437302"/>
                </a:cubicBezTo>
                <a:cubicBezTo>
                  <a:pt x="681664" y="413135"/>
                  <a:pt x="689724" y="382013"/>
                  <a:pt x="713893" y="367788"/>
                </a:cubicBezTo>
                <a:lnTo>
                  <a:pt x="804863" y="314247"/>
                </a:lnTo>
                <a:cubicBezTo>
                  <a:pt x="810905" y="310691"/>
                  <a:pt x="817382" y="308528"/>
                  <a:pt x="823920" y="307661"/>
                </a:cubicBezTo>
                <a:close/>
                <a:moveTo>
                  <a:pt x="227166" y="279322"/>
                </a:moveTo>
                <a:cubicBezTo>
                  <a:pt x="220671" y="280503"/>
                  <a:pt x="215305" y="283080"/>
                  <a:pt x="211242" y="287152"/>
                </a:cubicBezTo>
                <a:cubicBezTo>
                  <a:pt x="178737" y="319724"/>
                  <a:pt x="241939" y="435496"/>
                  <a:pt x="352405" y="545733"/>
                </a:cubicBezTo>
                <a:cubicBezTo>
                  <a:pt x="462873" y="655972"/>
                  <a:pt x="578775" y="718933"/>
                  <a:pt x="611280" y="686360"/>
                </a:cubicBezTo>
                <a:cubicBezTo>
                  <a:pt x="643783" y="653788"/>
                  <a:pt x="580583" y="538018"/>
                  <a:pt x="470115" y="427778"/>
                </a:cubicBezTo>
                <a:cubicBezTo>
                  <a:pt x="373457" y="331320"/>
                  <a:pt x="272636" y="271059"/>
                  <a:pt x="227166" y="279322"/>
                </a:cubicBezTo>
                <a:close/>
                <a:moveTo>
                  <a:pt x="225012" y="200693"/>
                </a:moveTo>
                <a:cubicBezTo>
                  <a:pt x="299306" y="204406"/>
                  <a:pt x="415506" y="270949"/>
                  <a:pt x="522141" y="377363"/>
                </a:cubicBezTo>
                <a:cubicBezTo>
                  <a:pt x="664321" y="519247"/>
                  <a:pt x="735655" y="678285"/>
                  <a:pt x="681470" y="732581"/>
                </a:cubicBezTo>
                <a:lnTo>
                  <a:pt x="672483" y="737828"/>
                </a:lnTo>
                <a:lnTo>
                  <a:pt x="673703" y="739049"/>
                </a:lnTo>
                <a:cubicBezTo>
                  <a:pt x="473700" y="900775"/>
                  <a:pt x="229850" y="953868"/>
                  <a:pt x="90512" y="843054"/>
                </a:cubicBezTo>
                <a:cubicBezTo>
                  <a:pt x="-57935" y="724996"/>
                  <a:pt x="-16437" y="447245"/>
                  <a:pt x="161332" y="226602"/>
                </a:cubicBezTo>
                <a:cubicBezTo>
                  <a:pt x="188509" y="202886"/>
                  <a:pt x="210122" y="201758"/>
                  <a:pt x="225012" y="200693"/>
                </a:cubicBezTo>
                <a:close/>
                <a:moveTo>
                  <a:pt x="713540" y="115621"/>
                </a:moveTo>
                <a:cubicBezTo>
                  <a:pt x="726535" y="115675"/>
                  <a:pt x="739508" y="120687"/>
                  <a:pt x="749381" y="130644"/>
                </a:cubicBezTo>
                <a:cubicBezTo>
                  <a:pt x="769126" y="150556"/>
                  <a:pt x="768991" y="182705"/>
                  <a:pt x="749080" y="202451"/>
                </a:cubicBezTo>
                <a:lnTo>
                  <a:pt x="658578" y="292195"/>
                </a:lnTo>
                <a:cubicBezTo>
                  <a:pt x="638666" y="311942"/>
                  <a:pt x="606517" y="311806"/>
                  <a:pt x="586771" y="291894"/>
                </a:cubicBezTo>
                <a:cubicBezTo>
                  <a:pt x="567024" y="271982"/>
                  <a:pt x="567160" y="239833"/>
                  <a:pt x="587072" y="220087"/>
                </a:cubicBezTo>
                <a:lnTo>
                  <a:pt x="677573" y="130342"/>
                </a:lnTo>
                <a:cubicBezTo>
                  <a:pt x="687529" y="120469"/>
                  <a:pt x="700545" y="115567"/>
                  <a:pt x="713540" y="115621"/>
                </a:cubicBezTo>
                <a:close/>
                <a:moveTo>
                  <a:pt x="529036" y="283"/>
                </a:moveTo>
                <a:cubicBezTo>
                  <a:pt x="535594" y="981"/>
                  <a:pt x="542125" y="2976"/>
                  <a:pt x="548256" y="6375"/>
                </a:cubicBezTo>
                <a:cubicBezTo>
                  <a:pt x="572783" y="19970"/>
                  <a:pt x="581644" y="50874"/>
                  <a:pt x="568049" y="75401"/>
                </a:cubicBezTo>
                <a:lnTo>
                  <a:pt x="516874" y="167724"/>
                </a:lnTo>
                <a:cubicBezTo>
                  <a:pt x="503278" y="192250"/>
                  <a:pt x="472375" y="201112"/>
                  <a:pt x="447848" y="187517"/>
                </a:cubicBezTo>
                <a:cubicBezTo>
                  <a:pt x="423321" y="173921"/>
                  <a:pt x="414459" y="143017"/>
                  <a:pt x="428055" y="118490"/>
                </a:cubicBezTo>
                <a:lnTo>
                  <a:pt x="479230" y="26168"/>
                </a:lnTo>
                <a:cubicBezTo>
                  <a:pt x="489426" y="7773"/>
                  <a:pt x="509360" y="-1811"/>
                  <a:pt x="529036" y="283"/>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72" name="円/楕円 71"/>
          <p:cNvSpPr>
            <a:spLocks noChangeAspect="1"/>
          </p:cNvSpPr>
          <p:nvPr/>
        </p:nvSpPr>
        <p:spPr bwMode="gray">
          <a:xfrm>
            <a:off x="8212107" y="1626644"/>
            <a:ext cx="830769" cy="830769"/>
          </a:xfrm>
          <a:custGeom>
            <a:avLst/>
            <a:gdLst/>
            <a:ahLst/>
            <a:cxnLst/>
            <a:rect l="l" t="t" r="r" b="b"/>
            <a:pathLst>
              <a:path w="900000" h="900000">
                <a:moveTo>
                  <a:pt x="709778" y="358042"/>
                </a:moveTo>
                <a:cubicBezTo>
                  <a:pt x="810288" y="482066"/>
                  <a:pt x="853111" y="603262"/>
                  <a:pt x="806583" y="649854"/>
                </a:cubicBezTo>
                <a:lnTo>
                  <a:pt x="797202" y="655307"/>
                </a:lnTo>
                <a:cubicBezTo>
                  <a:pt x="797629" y="655734"/>
                  <a:pt x="798055" y="656159"/>
                  <a:pt x="798483" y="656587"/>
                </a:cubicBezTo>
                <a:cubicBezTo>
                  <a:pt x="621062" y="814612"/>
                  <a:pt x="406505" y="874116"/>
                  <a:pt x="260015" y="807804"/>
                </a:cubicBezTo>
                <a:lnTo>
                  <a:pt x="542706" y="525113"/>
                </a:lnTo>
                <a:cubicBezTo>
                  <a:pt x="629475" y="594396"/>
                  <a:pt x="707001" y="627308"/>
                  <a:pt x="732991" y="601280"/>
                </a:cubicBezTo>
                <a:cubicBezTo>
                  <a:pt x="758972" y="575260"/>
                  <a:pt x="725911" y="497897"/>
                  <a:pt x="656459" y="411360"/>
                </a:cubicBezTo>
                <a:close/>
                <a:moveTo>
                  <a:pt x="327160" y="92157"/>
                </a:moveTo>
                <a:cubicBezTo>
                  <a:pt x="381311" y="95050"/>
                  <a:pt x="456849" y="129895"/>
                  <a:pt x="534863" y="189425"/>
                </a:cubicBezTo>
                <a:lnTo>
                  <a:pt x="481365" y="242924"/>
                </a:lnTo>
                <a:cubicBezTo>
                  <a:pt x="417928" y="194542"/>
                  <a:pt x="361114" y="168764"/>
                  <a:pt x="329699" y="174363"/>
                </a:cubicBezTo>
                <a:cubicBezTo>
                  <a:pt x="322908" y="175573"/>
                  <a:pt x="317305" y="178250"/>
                  <a:pt x="313070" y="182491"/>
                </a:cubicBezTo>
                <a:cubicBezTo>
                  <a:pt x="289247" y="206348"/>
                  <a:pt x="315061" y="273369"/>
                  <a:pt x="373728" y="350560"/>
                </a:cubicBezTo>
                <a:lnTo>
                  <a:pt x="107994" y="616294"/>
                </a:lnTo>
                <a:cubicBezTo>
                  <a:pt x="73475" y="472801"/>
                  <a:pt x="128502" y="283162"/>
                  <a:pt x="260641" y="119009"/>
                </a:cubicBezTo>
                <a:cubicBezTo>
                  <a:pt x="288984" y="94316"/>
                  <a:pt x="311587" y="93218"/>
                  <a:pt x="327160" y="92157"/>
                </a:cubicBezTo>
                <a:close/>
                <a:moveTo>
                  <a:pt x="860869" y="0"/>
                </a:moveTo>
                <a:cubicBezTo>
                  <a:pt x="875032" y="0"/>
                  <a:pt x="889195" y="5307"/>
                  <a:pt x="900000" y="15921"/>
                </a:cubicBezTo>
                <a:cubicBezTo>
                  <a:pt x="921611" y="37150"/>
                  <a:pt x="921611" y="71569"/>
                  <a:pt x="900000" y="92797"/>
                </a:cubicBezTo>
                <a:lnTo>
                  <a:pt x="78260" y="900000"/>
                </a:lnTo>
                <a:cubicBezTo>
                  <a:pt x="56650" y="921229"/>
                  <a:pt x="21611" y="921229"/>
                  <a:pt x="0" y="900000"/>
                </a:cubicBezTo>
                <a:cubicBezTo>
                  <a:pt x="-21612" y="878772"/>
                  <a:pt x="-21612" y="844353"/>
                  <a:pt x="0" y="823124"/>
                </a:cubicBezTo>
                <a:lnTo>
                  <a:pt x="821740" y="15921"/>
                </a:lnTo>
                <a:cubicBezTo>
                  <a:pt x="832545" y="5307"/>
                  <a:pt x="846708" y="0"/>
                  <a:pt x="86086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円/楕円 86"/>
          <p:cNvSpPr>
            <a:spLocks noChangeAspect="1"/>
          </p:cNvSpPr>
          <p:nvPr/>
        </p:nvSpPr>
        <p:spPr bwMode="gray">
          <a:xfrm>
            <a:off x="5015501" y="2797495"/>
            <a:ext cx="831821" cy="814394"/>
          </a:xfrm>
          <a:custGeom>
            <a:avLst/>
            <a:gdLst/>
            <a:ahLst/>
            <a:cxnLst/>
            <a:rect l="l" t="t" r="r" b="b"/>
            <a:pathLst>
              <a:path w="901139" h="882260">
                <a:moveTo>
                  <a:pt x="725839" y="401443"/>
                </a:moveTo>
                <a:lnTo>
                  <a:pt x="659952" y="474493"/>
                </a:lnTo>
                <a:lnTo>
                  <a:pt x="758370" y="474493"/>
                </a:lnTo>
                <a:lnTo>
                  <a:pt x="824258" y="401443"/>
                </a:lnTo>
                <a:close/>
                <a:moveTo>
                  <a:pt x="498430" y="401443"/>
                </a:moveTo>
                <a:lnTo>
                  <a:pt x="432542" y="474493"/>
                </a:lnTo>
                <a:lnTo>
                  <a:pt x="530961" y="474493"/>
                </a:lnTo>
                <a:lnTo>
                  <a:pt x="596850" y="401443"/>
                </a:lnTo>
                <a:close/>
                <a:moveTo>
                  <a:pt x="369439" y="401443"/>
                </a:moveTo>
                <a:lnTo>
                  <a:pt x="271020" y="401443"/>
                </a:lnTo>
                <a:lnTo>
                  <a:pt x="205132" y="474493"/>
                </a:lnTo>
                <a:lnTo>
                  <a:pt x="303551" y="474493"/>
                </a:lnTo>
                <a:close/>
                <a:moveTo>
                  <a:pt x="79289" y="284108"/>
                </a:moveTo>
                <a:cubicBezTo>
                  <a:pt x="51497" y="284108"/>
                  <a:pt x="28967" y="306638"/>
                  <a:pt x="28967" y="334430"/>
                </a:cubicBezTo>
                <a:cubicBezTo>
                  <a:pt x="28967" y="362222"/>
                  <a:pt x="51497" y="384752"/>
                  <a:pt x="79289" y="384752"/>
                </a:cubicBezTo>
                <a:cubicBezTo>
                  <a:pt x="107080" y="384752"/>
                  <a:pt x="129610" y="362222"/>
                  <a:pt x="129611" y="334430"/>
                </a:cubicBezTo>
                <a:cubicBezTo>
                  <a:pt x="129611" y="306638"/>
                  <a:pt x="107081" y="284108"/>
                  <a:pt x="79289" y="284108"/>
                </a:cubicBezTo>
                <a:close/>
                <a:moveTo>
                  <a:pt x="298064" y="156956"/>
                </a:moveTo>
                <a:lnTo>
                  <a:pt x="204521" y="175139"/>
                </a:lnTo>
                <a:lnTo>
                  <a:pt x="262636" y="218852"/>
                </a:lnTo>
                <a:lnTo>
                  <a:pt x="356179" y="200669"/>
                </a:lnTo>
                <a:close/>
                <a:moveTo>
                  <a:pt x="527178" y="116586"/>
                </a:moveTo>
                <a:lnTo>
                  <a:pt x="433634" y="134769"/>
                </a:lnTo>
                <a:lnTo>
                  <a:pt x="491749" y="178484"/>
                </a:lnTo>
                <a:lnTo>
                  <a:pt x="585293" y="160301"/>
                </a:lnTo>
                <a:close/>
                <a:moveTo>
                  <a:pt x="756291" y="76219"/>
                </a:moveTo>
                <a:lnTo>
                  <a:pt x="662747" y="94401"/>
                </a:lnTo>
                <a:lnTo>
                  <a:pt x="720863" y="138115"/>
                </a:lnTo>
                <a:lnTo>
                  <a:pt x="814405" y="119932"/>
                </a:lnTo>
                <a:close/>
                <a:moveTo>
                  <a:pt x="781764" y="2065"/>
                </a:moveTo>
                <a:cubicBezTo>
                  <a:pt x="825671" y="10542"/>
                  <a:pt x="862418" y="44424"/>
                  <a:pt x="872300" y="90916"/>
                </a:cubicBezTo>
                <a:lnTo>
                  <a:pt x="886045" y="155582"/>
                </a:lnTo>
                <a:lnTo>
                  <a:pt x="152798" y="311438"/>
                </a:lnTo>
                <a:cubicBezTo>
                  <a:pt x="156198" y="318463"/>
                  <a:pt x="157438" y="326302"/>
                  <a:pt x="157439" y="334429"/>
                </a:cubicBezTo>
                <a:lnTo>
                  <a:pt x="155603" y="343523"/>
                </a:lnTo>
                <a:lnTo>
                  <a:pt x="901139" y="343523"/>
                </a:lnTo>
                <a:lnTo>
                  <a:pt x="901139" y="755468"/>
                </a:lnTo>
                <a:cubicBezTo>
                  <a:pt x="901139" y="825493"/>
                  <a:pt x="844372" y="882260"/>
                  <a:pt x="774347" y="882260"/>
                </a:cubicBezTo>
                <a:lnTo>
                  <a:pt x="155712" y="882259"/>
                </a:lnTo>
                <a:cubicBezTo>
                  <a:pt x="85686" y="882259"/>
                  <a:pt x="28919" y="825492"/>
                  <a:pt x="28919" y="755468"/>
                </a:cubicBezTo>
                <a:lnTo>
                  <a:pt x="28920" y="392988"/>
                </a:lnTo>
                <a:cubicBezTo>
                  <a:pt x="11679" y="379346"/>
                  <a:pt x="1139" y="358119"/>
                  <a:pt x="1139" y="334429"/>
                </a:cubicBezTo>
                <a:cubicBezTo>
                  <a:pt x="1139" y="323045"/>
                  <a:pt x="3572" y="312231"/>
                  <a:pt x="8229" y="302601"/>
                </a:cubicBezTo>
                <a:lnTo>
                  <a:pt x="2530" y="275791"/>
                </a:lnTo>
                <a:cubicBezTo>
                  <a:pt x="-10646" y="213801"/>
                  <a:pt x="28926" y="152866"/>
                  <a:pt x="90916" y="139690"/>
                </a:cubicBezTo>
                <a:lnTo>
                  <a:pt x="736198" y="2531"/>
                </a:lnTo>
                <a:cubicBezTo>
                  <a:pt x="751696" y="-763"/>
                  <a:pt x="767128" y="-761"/>
                  <a:pt x="781764" y="2065"/>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円/楕円 19"/>
          <p:cNvSpPr>
            <a:spLocks noChangeAspect="1"/>
          </p:cNvSpPr>
          <p:nvPr/>
        </p:nvSpPr>
        <p:spPr bwMode="gray">
          <a:xfrm>
            <a:off x="2011505" y="1626644"/>
            <a:ext cx="796508" cy="830769"/>
          </a:xfrm>
          <a:custGeom>
            <a:avLst/>
            <a:gdLst/>
            <a:ahLst/>
            <a:cxnLst/>
            <a:rect l="l" t="t" r="r" b="b"/>
            <a:pathLst>
              <a:path w="862884" h="902408">
                <a:moveTo>
                  <a:pt x="550491" y="105916"/>
                </a:moveTo>
                <a:lnTo>
                  <a:pt x="542988" y="180340"/>
                </a:lnTo>
                <a:cubicBezTo>
                  <a:pt x="542988" y="357659"/>
                  <a:pt x="631388" y="514331"/>
                  <a:pt x="766929" y="608108"/>
                </a:cubicBezTo>
                <a:lnTo>
                  <a:pt x="769538" y="582230"/>
                </a:lnTo>
                <a:cubicBezTo>
                  <a:pt x="769538" y="391455"/>
                  <a:pt x="685415" y="220325"/>
                  <a:pt x="550491" y="105916"/>
                </a:cubicBezTo>
                <a:close/>
                <a:moveTo>
                  <a:pt x="547770" y="454"/>
                </a:moveTo>
                <a:cubicBezTo>
                  <a:pt x="618909" y="8818"/>
                  <a:pt x="721958" y="131809"/>
                  <a:pt x="793834" y="301139"/>
                </a:cubicBezTo>
                <a:cubicBezTo>
                  <a:pt x="875979" y="494660"/>
                  <a:pt x="886302" y="675424"/>
                  <a:pt x="816892" y="704887"/>
                </a:cubicBezTo>
                <a:cubicBezTo>
                  <a:pt x="802042" y="711191"/>
                  <a:pt x="784747" y="710058"/>
                  <a:pt x="766376" y="701372"/>
                </a:cubicBezTo>
                <a:lnTo>
                  <a:pt x="765014" y="701993"/>
                </a:lnTo>
                <a:lnTo>
                  <a:pt x="761864" y="699916"/>
                </a:lnTo>
                <a:cubicBezTo>
                  <a:pt x="746711" y="693959"/>
                  <a:pt x="730994" y="683438"/>
                  <a:pt x="715175" y="669131"/>
                </a:cubicBezTo>
                <a:cubicBezTo>
                  <a:pt x="649489" y="629777"/>
                  <a:pt x="540668" y="603855"/>
                  <a:pt x="490234" y="608106"/>
                </a:cubicBezTo>
                <a:cubicBezTo>
                  <a:pt x="439799" y="612357"/>
                  <a:pt x="369248" y="615228"/>
                  <a:pt x="412571" y="694639"/>
                </a:cubicBezTo>
                <a:cubicBezTo>
                  <a:pt x="439782" y="790809"/>
                  <a:pt x="482375" y="793816"/>
                  <a:pt x="496335" y="813651"/>
                </a:cubicBezTo>
                <a:lnTo>
                  <a:pt x="496334" y="813651"/>
                </a:lnTo>
                <a:cubicBezTo>
                  <a:pt x="503868" y="832373"/>
                  <a:pt x="494796" y="853658"/>
                  <a:pt x="476074" y="861191"/>
                </a:cubicBezTo>
                <a:lnTo>
                  <a:pt x="429417" y="879961"/>
                </a:lnTo>
                <a:lnTo>
                  <a:pt x="424977" y="879915"/>
                </a:lnTo>
                <a:lnTo>
                  <a:pt x="383415" y="898579"/>
                </a:lnTo>
                <a:cubicBezTo>
                  <a:pt x="361492" y="908423"/>
                  <a:pt x="335740" y="898632"/>
                  <a:pt x="325896" y="876709"/>
                </a:cubicBezTo>
                <a:cubicBezTo>
                  <a:pt x="301056" y="821392"/>
                  <a:pt x="276217" y="766074"/>
                  <a:pt x="251377" y="710757"/>
                </a:cubicBezTo>
                <a:cubicBezTo>
                  <a:pt x="222699" y="711957"/>
                  <a:pt x="195017" y="701365"/>
                  <a:pt x="174064" y="681989"/>
                </a:cubicBezTo>
                <a:lnTo>
                  <a:pt x="170529" y="683789"/>
                </a:lnTo>
                <a:cubicBezTo>
                  <a:pt x="112823" y="713192"/>
                  <a:pt x="42209" y="690247"/>
                  <a:pt x="12806" y="632541"/>
                </a:cubicBezTo>
                <a:cubicBezTo>
                  <a:pt x="-16597" y="574836"/>
                  <a:pt x="6348" y="504221"/>
                  <a:pt x="64053" y="474818"/>
                </a:cubicBezTo>
                <a:cubicBezTo>
                  <a:pt x="440402" y="324363"/>
                  <a:pt x="452418" y="159622"/>
                  <a:pt x="485867" y="44886"/>
                </a:cubicBezTo>
                <a:cubicBezTo>
                  <a:pt x="492547" y="24604"/>
                  <a:pt x="504021" y="10623"/>
                  <a:pt x="519420" y="4086"/>
                </a:cubicBezTo>
                <a:cubicBezTo>
                  <a:pt x="528095" y="404"/>
                  <a:pt x="537607" y="-741"/>
                  <a:pt x="547770" y="454"/>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3" name="円/楕円 20"/>
          <p:cNvSpPr>
            <a:spLocks noChangeAspect="1"/>
          </p:cNvSpPr>
          <p:nvPr/>
        </p:nvSpPr>
        <p:spPr bwMode="gray">
          <a:xfrm>
            <a:off x="800978" y="2789883"/>
            <a:ext cx="752812" cy="829620"/>
          </a:xfrm>
          <a:custGeom>
            <a:avLst/>
            <a:gdLst>
              <a:gd name="connsiteX0" fmla="*/ 437827 w 815546"/>
              <a:gd name="connsiteY0" fmla="*/ 586020 h 898755"/>
              <a:gd name="connsiteX1" fmla="*/ 263581 w 815546"/>
              <a:gd name="connsiteY1" fmla="*/ 751751 h 898755"/>
              <a:gd name="connsiteX2" fmla="*/ 169708 w 815546"/>
              <a:gd name="connsiteY2" fmla="*/ 720891 h 898755"/>
              <a:gd name="connsiteX3" fmla="*/ 359116 w 815546"/>
              <a:gd name="connsiteY3" fmla="*/ 613740 h 898755"/>
              <a:gd name="connsiteX4" fmla="*/ 437827 w 815546"/>
              <a:gd name="connsiteY4" fmla="*/ 586020 h 898755"/>
              <a:gd name="connsiteX5" fmla="*/ 614776 w 815546"/>
              <a:gd name="connsiteY5" fmla="*/ 517576 h 898755"/>
              <a:gd name="connsiteX6" fmla="*/ 377428 w 815546"/>
              <a:gd name="connsiteY6" fmla="*/ 574008 h 898755"/>
              <a:gd name="connsiteX7" fmla="*/ 97389 w 815546"/>
              <a:gd name="connsiteY7" fmla="*/ 799025 h 898755"/>
              <a:gd name="connsiteX8" fmla="*/ 456091 w 815546"/>
              <a:gd name="connsiteY8" fmla="*/ 779364 h 898755"/>
              <a:gd name="connsiteX9" fmla="*/ 736130 w 815546"/>
              <a:gd name="connsiteY9" fmla="*/ 554347 h 898755"/>
              <a:gd name="connsiteX10" fmla="*/ 614776 w 815546"/>
              <a:gd name="connsiteY10" fmla="*/ 517576 h 898755"/>
              <a:gd name="connsiteX11" fmla="*/ 210609 w 815546"/>
              <a:gd name="connsiteY11" fmla="*/ 1488 h 898755"/>
              <a:gd name="connsiteX12" fmla="*/ 231486 w 815546"/>
              <a:gd name="connsiteY12" fmla="*/ 18462 h 898755"/>
              <a:gd name="connsiteX13" fmla="*/ 299418 w 815546"/>
              <a:gd name="connsiteY13" fmla="*/ 29883 h 898755"/>
              <a:gd name="connsiteX14" fmla="*/ 573465 w 815546"/>
              <a:gd name="connsiteY14" fmla="*/ 224252 h 898755"/>
              <a:gd name="connsiteX15" fmla="*/ 658705 w 815546"/>
              <a:gd name="connsiteY15" fmla="*/ 390899 h 898755"/>
              <a:gd name="connsiteX16" fmla="*/ 807986 w 815546"/>
              <a:gd name="connsiteY16" fmla="*/ 515564 h 898755"/>
              <a:gd name="connsiteX17" fmla="*/ 482477 w 815546"/>
              <a:gd name="connsiteY17" fmla="*/ 852445 h 898755"/>
              <a:gd name="connsiteX18" fmla="*/ 15205 w 815546"/>
              <a:gd name="connsiteY18" fmla="*/ 819249 h 898755"/>
              <a:gd name="connsiteX19" fmla="*/ 58243 w 815546"/>
              <a:gd name="connsiteY19" fmla="*/ 625275 h 898755"/>
              <a:gd name="connsiteX20" fmla="*/ 19354 w 815546"/>
              <a:gd name="connsiteY20" fmla="*/ 445918 h 898755"/>
              <a:gd name="connsiteX21" fmla="*/ 149192 w 815546"/>
              <a:gd name="connsiteY21" fmla="*/ 51711 h 898755"/>
              <a:gd name="connsiteX22" fmla="*/ 177858 w 815546"/>
              <a:gd name="connsiteY22" fmla="*/ 4195 h 898755"/>
              <a:gd name="connsiteX23" fmla="*/ 210609 w 815546"/>
              <a:gd name="connsiteY23" fmla="*/ 1488 h 898755"/>
              <a:gd name="connsiteX0" fmla="*/ 437827 w 815546"/>
              <a:gd name="connsiteY0" fmla="*/ 586020 h 898755"/>
              <a:gd name="connsiteX1" fmla="*/ 263581 w 815546"/>
              <a:gd name="connsiteY1" fmla="*/ 751751 h 898755"/>
              <a:gd name="connsiteX2" fmla="*/ 169708 w 815546"/>
              <a:gd name="connsiteY2" fmla="*/ 720891 h 898755"/>
              <a:gd name="connsiteX3" fmla="*/ 359116 w 815546"/>
              <a:gd name="connsiteY3" fmla="*/ 613740 h 898755"/>
              <a:gd name="connsiteX4" fmla="*/ 437827 w 815546"/>
              <a:gd name="connsiteY4" fmla="*/ 586020 h 898755"/>
              <a:gd name="connsiteX5" fmla="*/ 614776 w 815546"/>
              <a:gd name="connsiteY5" fmla="*/ 517576 h 898755"/>
              <a:gd name="connsiteX6" fmla="*/ 377428 w 815546"/>
              <a:gd name="connsiteY6" fmla="*/ 574008 h 898755"/>
              <a:gd name="connsiteX7" fmla="*/ 97389 w 815546"/>
              <a:gd name="connsiteY7" fmla="*/ 799025 h 898755"/>
              <a:gd name="connsiteX8" fmla="*/ 456091 w 815546"/>
              <a:gd name="connsiteY8" fmla="*/ 779364 h 898755"/>
              <a:gd name="connsiteX9" fmla="*/ 736130 w 815546"/>
              <a:gd name="connsiteY9" fmla="*/ 554347 h 898755"/>
              <a:gd name="connsiteX10" fmla="*/ 614776 w 815546"/>
              <a:gd name="connsiteY10" fmla="*/ 517576 h 898755"/>
              <a:gd name="connsiteX11" fmla="*/ 210609 w 815546"/>
              <a:gd name="connsiteY11" fmla="*/ 1488 h 898755"/>
              <a:gd name="connsiteX12" fmla="*/ 231486 w 815546"/>
              <a:gd name="connsiteY12" fmla="*/ 18462 h 898755"/>
              <a:gd name="connsiteX13" fmla="*/ 299418 w 815546"/>
              <a:gd name="connsiteY13" fmla="*/ 29883 h 898755"/>
              <a:gd name="connsiteX14" fmla="*/ 573465 w 815546"/>
              <a:gd name="connsiteY14" fmla="*/ 224252 h 898755"/>
              <a:gd name="connsiteX15" fmla="*/ 658705 w 815546"/>
              <a:gd name="connsiteY15" fmla="*/ 390899 h 898755"/>
              <a:gd name="connsiteX16" fmla="*/ 807986 w 815546"/>
              <a:gd name="connsiteY16" fmla="*/ 515564 h 898755"/>
              <a:gd name="connsiteX17" fmla="*/ 482477 w 815546"/>
              <a:gd name="connsiteY17" fmla="*/ 852445 h 898755"/>
              <a:gd name="connsiteX18" fmla="*/ 15205 w 815546"/>
              <a:gd name="connsiteY18" fmla="*/ 819249 h 898755"/>
              <a:gd name="connsiteX19" fmla="*/ 58243 w 815546"/>
              <a:gd name="connsiteY19" fmla="*/ 625275 h 898755"/>
              <a:gd name="connsiteX20" fmla="*/ 19354 w 815546"/>
              <a:gd name="connsiteY20" fmla="*/ 445918 h 898755"/>
              <a:gd name="connsiteX21" fmla="*/ 149192 w 815546"/>
              <a:gd name="connsiteY21" fmla="*/ 51711 h 898755"/>
              <a:gd name="connsiteX22" fmla="*/ 177858 w 815546"/>
              <a:gd name="connsiteY22" fmla="*/ 4195 h 898755"/>
              <a:gd name="connsiteX23" fmla="*/ 210609 w 815546"/>
              <a:gd name="connsiteY23" fmla="*/ 1488 h 898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15546" h="898755">
                <a:moveTo>
                  <a:pt x="437827" y="586020"/>
                </a:moveTo>
                <a:cubicBezTo>
                  <a:pt x="434087" y="678534"/>
                  <a:pt x="357384" y="751751"/>
                  <a:pt x="263581" y="751751"/>
                </a:cubicBezTo>
                <a:cubicBezTo>
                  <a:pt x="228335" y="751751"/>
                  <a:pt x="195504" y="741414"/>
                  <a:pt x="169708" y="720891"/>
                </a:cubicBezTo>
                <a:cubicBezTo>
                  <a:pt x="217727" y="683545"/>
                  <a:pt x="283552" y="645815"/>
                  <a:pt x="359116" y="613740"/>
                </a:cubicBezTo>
                <a:lnTo>
                  <a:pt x="437827" y="586020"/>
                </a:lnTo>
                <a:close/>
                <a:moveTo>
                  <a:pt x="614776" y="517576"/>
                </a:moveTo>
                <a:cubicBezTo>
                  <a:pt x="549864" y="521133"/>
                  <a:pt x="465619" y="540225"/>
                  <a:pt x="377428" y="574008"/>
                </a:cubicBezTo>
                <a:cubicBezTo>
                  <a:pt x="201044" y="641574"/>
                  <a:pt x="75667" y="742318"/>
                  <a:pt x="97389" y="799025"/>
                </a:cubicBezTo>
                <a:cubicBezTo>
                  <a:pt x="119111" y="855731"/>
                  <a:pt x="279708" y="846929"/>
                  <a:pt x="456091" y="779364"/>
                </a:cubicBezTo>
                <a:cubicBezTo>
                  <a:pt x="632474" y="711798"/>
                  <a:pt x="757851" y="611054"/>
                  <a:pt x="736130" y="554347"/>
                </a:cubicBezTo>
                <a:cubicBezTo>
                  <a:pt x="725268" y="525994"/>
                  <a:pt x="679688" y="514017"/>
                  <a:pt x="614776" y="517576"/>
                </a:cubicBezTo>
                <a:close/>
                <a:moveTo>
                  <a:pt x="210609" y="1488"/>
                </a:moveTo>
                <a:cubicBezTo>
                  <a:pt x="220313" y="4070"/>
                  <a:pt x="228039" y="9932"/>
                  <a:pt x="231486" y="18462"/>
                </a:cubicBezTo>
                <a:cubicBezTo>
                  <a:pt x="254129" y="34175"/>
                  <a:pt x="276775" y="26076"/>
                  <a:pt x="299418" y="29883"/>
                </a:cubicBezTo>
                <a:cubicBezTo>
                  <a:pt x="416129" y="33280"/>
                  <a:pt x="526337" y="106445"/>
                  <a:pt x="573465" y="224252"/>
                </a:cubicBezTo>
                <a:lnTo>
                  <a:pt x="658705" y="390899"/>
                </a:lnTo>
                <a:cubicBezTo>
                  <a:pt x="678698" y="441094"/>
                  <a:pt x="797671" y="463246"/>
                  <a:pt x="807986" y="515564"/>
                </a:cubicBezTo>
                <a:cubicBezTo>
                  <a:pt x="851639" y="613125"/>
                  <a:pt x="701398" y="768586"/>
                  <a:pt x="482477" y="852445"/>
                </a:cubicBezTo>
                <a:cubicBezTo>
                  <a:pt x="263556" y="924400"/>
                  <a:pt x="54954" y="911879"/>
                  <a:pt x="15205" y="819249"/>
                </a:cubicBezTo>
                <a:cubicBezTo>
                  <a:pt x="-17401" y="731381"/>
                  <a:pt x="56987" y="722619"/>
                  <a:pt x="58243" y="625275"/>
                </a:cubicBezTo>
                <a:lnTo>
                  <a:pt x="19354" y="445918"/>
                </a:lnTo>
                <a:cubicBezTo>
                  <a:pt x="-57166" y="206259"/>
                  <a:pt x="115631" y="101520"/>
                  <a:pt x="149192" y="51711"/>
                </a:cubicBezTo>
                <a:cubicBezTo>
                  <a:pt x="142299" y="34650"/>
                  <a:pt x="155133" y="13376"/>
                  <a:pt x="177858" y="4195"/>
                </a:cubicBezTo>
                <a:cubicBezTo>
                  <a:pt x="189221" y="-396"/>
                  <a:pt x="200904" y="-1094"/>
                  <a:pt x="210609" y="1488"/>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8" name="角丸四角形 24"/>
          <p:cNvSpPr>
            <a:spLocks noChangeAspect="1"/>
          </p:cNvSpPr>
          <p:nvPr/>
        </p:nvSpPr>
        <p:spPr bwMode="gray">
          <a:xfrm>
            <a:off x="6725742" y="5284609"/>
            <a:ext cx="830769" cy="693606"/>
          </a:xfrm>
          <a:custGeom>
            <a:avLst/>
            <a:gdLst/>
            <a:ahLst/>
            <a:cxnLst/>
            <a:rect l="l" t="t" r="r" b="b"/>
            <a:pathLst>
              <a:path w="902421" h="751406">
                <a:moveTo>
                  <a:pt x="115057" y="499785"/>
                </a:moveTo>
                <a:cubicBezTo>
                  <a:pt x="98837" y="499785"/>
                  <a:pt x="85688" y="512934"/>
                  <a:pt x="85688" y="529154"/>
                </a:cubicBezTo>
                <a:lnTo>
                  <a:pt x="102357" y="644248"/>
                </a:lnTo>
                <a:cubicBezTo>
                  <a:pt x="116644" y="672375"/>
                  <a:pt x="148843" y="675998"/>
                  <a:pt x="165063" y="675998"/>
                </a:cubicBezTo>
                <a:lnTo>
                  <a:pt x="732594" y="675998"/>
                </a:lnTo>
                <a:cubicBezTo>
                  <a:pt x="748814" y="675998"/>
                  <a:pt x="788157" y="674755"/>
                  <a:pt x="800063" y="646629"/>
                </a:cubicBezTo>
                <a:lnTo>
                  <a:pt x="816732" y="529154"/>
                </a:lnTo>
                <a:cubicBezTo>
                  <a:pt x="816732" y="512934"/>
                  <a:pt x="803583" y="499785"/>
                  <a:pt x="787363" y="499785"/>
                </a:cubicBezTo>
                <a:close/>
                <a:moveTo>
                  <a:pt x="246828" y="0"/>
                </a:moveTo>
                <a:lnTo>
                  <a:pt x="351936" y="0"/>
                </a:lnTo>
                <a:lnTo>
                  <a:pt x="331943" y="202128"/>
                </a:lnTo>
                <a:lnTo>
                  <a:pt x="203388" y="202128"/>
                </a:lnTo>
                <a:lnTo>
                  <a:pt x="451211" y="413827"/>
                </a:lnTo>
                <a:lnTo>
                  <a:pt x="699034" y="202128"/>
                </a:lnTo>
                <a:lnTo>
                  <a:pt x="570478" y="202128"/>
                </a:lnTo>
                <a:lnTo>
                  <a:pt x="550484" y="0"/>
                </a:lnTo>
                <a:lnTo>
                  <a:pt x="656389" y="0"/>
                </a:lnTo>
                <a:cubicBezTo>
                  <a:pt x="675536" y="0"/>
                  <a:pt x="693200" y="6350"/>
                  <a:pt x="706516" y="18217"/>
                </a:cubicBezTo>
                <a:cubicBezTo>
                  <a:pt x="707814" y="18317"/>
                  <a:pt x="708960" y="18827"/>
                  <a:pt x="709602" y="20297"/>
                </a:cubicBezTo>
                <a:cubicBezTo>
                  <a:pt x="714314" y="22675"/>
                  <a:pt x="717976" y="26308"/>
                  <a:pt x="720446" y="30953"/>
                </a:cubicBezTo>
                <a:lnTo>
                  <a:pt x="722772" y="33239"/>
                </a:lnTo>
                <a:lnTo>
                  <a:pt x="724106" y="36382"/>
                </a:lnTo>
                <a:cubicBezTo>
                  <a:pt x="753278" y="105107"/>
                  <a:pt x="868841" y="375820"/>
                  <a:pt x="897804" y="445589"/>
                </a:cubicBezTo>
                <a:cubicBezTo>
                  <a:pt x="897831" y="448724"/>
                  <a:pt x="897859" y="451860"/>
                  <a:pt x="897886" y="454995"/>
                </a:cubicBezTo>
                <a:lnTo>
                  <a:pt x="902421" y="472083"/>
                </a:lnTo>
                <a:lnTo>
                  <a:pt x="854399" y="723268"/>
                </a:lnTo>
                <a:cubicBezTo>
                  <a:pt x="843064" y="740614"/>
                  <a:pt x="823309" y="751406"/>
                  <a:pt x="801033" y="751406"/>
                </a:cubicBezTo>
                <a:lnTo>
                  <a:pt x="102183" y="751406"/>
                </a:lnTo>
                <a:cubicBezTo>
                  <a:pt x="80020" y="751406"/>
                  <a:pt x="60353" y="740724"/>
                  <a:pt x="48990" y="723525"/>
                </a:cubicBezTo>
                <a:cubicBezTo>
                  <a:pt x="31959" y="676971"/>
                  <a:pt x="7436" y="516737"/>
                  <a:pt x="0" y="472083"/>
                </a:cubicBezTo>
                <a:lnTo>
                  <a:pt x="4375" y="455599"/>
                </a:lnTo>
                <a:cubicBezTo>
                  <a:pt x="2365" y="452196"/>
                  <a:pt x="3084" y="448835"/>
                  <a:pt x="4462" y="445588"/>
                </a:cubicBezTo>
                <a:lnTo>
                  <a:pt x="176543" y="40192"/>
                </a:lnTo>
                <a:lnTo>
                  <a:pt x="179494" y="33238"/>
                </a:lnTo>
                <a:lnTo>
                  <a:pt x="184640" y="28181"/>
                </a:lnTo>
                <a:cubicBezTo>
                  <a:pt x="186023" y="25651"/>
                  <a:pt x="188010" y="23673"/>
                  <a:pt x="190582" y="22342"/>
                </a:cubicBezTo>
                <a:cubicBezTo>
                  <a:pt x="191760" y="19514"/>
                  <a:pt x="194064" y="18387"/>
                  <a:pt x="196691" y="18224"/>
                </a:cubicBezTo>
                <a:cubicBezTo>
                  <a:pt x="210009" y="6353"/>
                  <a:pt x="227677" y="0"/>
                  <a:pt x="24682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4" name="角丸四角形 18"/>
          <p:cNvSpPr>
            <a:spLocks noChangeAspect="1"/>
          </p:cNvSpPr>
          <p:nvPr/>
        </p:nvSpPr>
        <p:spPr bwMode="gray">
          <a:xfrm>
            <a:off x="5103859" y="1626644"/>
            <a:ext cx="829568" cy="830769"/>
          </a:xfrm>
          <a:custGeom>
            <a:avLst/>
            <a:gdLst/>
            <a:ahLst/>
            <a:cxnLst/>
            <a:rect l="l" t="t" r="r" b="b"/>
            <a:pathLst>
              <a:path w="898699" h="903967">
                <a:moveTo>
                  <a:pt x="752930" y="113"/>
                </a:moveTo>
                <a:cubicBezTo>
                  <a:pt x="804775" y="3103"/>
                  <a:pt x="853141" y="64663"/>
                  <a:pt x="896011" y="107533"/>
                </a:cubicBezTo>
                <a:cubicBezTo>
                  <a:pt x="916149" y="256983"/>
                  <a:pt x="822313" y="469855"/>
                  <a:pt x="643450" y="648717"/>
                </a:cubicBezTo>
                <a:cubicBezTo>
                  <a:pt x="464589" y="827578"/>
                  <a:pt x="251717" y="921415"/>
                  <a:pt x="102267" y="901279"/>
                </a:cubicBezTo>
                <a:cubicBezTo>
                  <a:pt x="53272" y="852283"/>
                  <a:pt x="-17893" y="783195"/>
                  <a:pt x="4111" y="729035"/>
                </a:cubicBezTo>
                <a:cubicBezTo>
                  <a:pt x="12644" y="678242"/>
                  <a:pt x="112298" y="614678"/>
                  <a:pt x="153467" y="596521"/>
                </a:cubicBezTo>
                <a:cubicBezTo>
                  <a:pt x="194636" y="578363"/>
                  <a:pt x="230359" y="599325"/>
                  <a:pt x="251126" y="620092"/>
                </a:cubicBezTo>
                <a:lnTo>
                  <a:pt x="294906" y="663872"/>
                </a:lnTo>
                <a:cubicBezTo>
                  <a:pt x="319085" y="688051"/>
                  <a:pt x="420103" y="626235"/>
                  <a:pt x="520536" y="525801"/>
                </a:cubicBezTo>
                <a:cubicBezTo>
                  <a:pt x="620969" y="425368"/>
                  <a:pt x="682785" y="324350"/>
                  <a:pt x="658606" y="300171"/>
                </a:cubicBezTo>
                <a:lnTo>
                  <a:pt x="614826" y="256392"/>
                </a:lnTo>
                <a:lnTo>
                  <a:pt x="614826" y="256392"/>
                </a:lnTo>
                <a:cubicBezTo>
                  <a:pt x="601355" y="242922"/>
                  <a:pt x="575342" y="194290"/>
                  <a:pt x="594622" y="151999"/>
                </a:cubicBezTo>
                <a:cubicBezTo>
                  <a:pt x="613901" y="109707"/>
                  <a:pt x="680272" y="10054"/>
                  <a:pt x="730504" y="2643"/>
                </a:cubicBezTo>
                <a:cubicBezTo>
                  <a:pt x="738046" y="455"/>
                  <a:pt x="745524" y="-314"/>
                  <a:pt x="752930" y="113"/>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23616896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GB" altLang="ja-JP"/>
              <a:t>Technology, media and telecommunications</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4" name="二等辺三角形 268"/>
          <p:cNvSpPr>
            <a:spLocks noChangeAspect="1"/>
          </p:cNvSpPr>
          <p:nvPr/>
        </p:nvSpPr>
        <p:spPr bwMode="gray">
          <a:xfrm>
            <a:off x="3776733" y="1730809"/>
            <a:ext cx="571956" cy="831438"/>
          </a:xfrm>
          <a:custGeom>
            <a:avLst/>
            <a:gdLst/>
            <a:ahLst/>
            <a:cxnLst/>
            <a:rect l="l" t="t" r="r" b="b"/>
            <a:pathLst>
              <a:path w="619619" h="900724">
                <a:moveTo>
                  <a:pt x="58231" y="144184"/>
                </a:moveTo>
                <a:cubicBezTo>
                  <a:pt x="47874" y="228771"/>
                  <a:pt x="95152" y="340909"/>
                  <a:pt x="187392" y="433148"/>
                </a:cubicBezTo>
                <a:cubicBezTo>
                  <a:pt x="272901" y="518657"/>
                  <a:pt x="375510" y="565527"/>
                  <a:pt x="457491" y="563323"/>
                </a:cubicBezTo>
                <a:cubicBezTo>
                  <a:pt x="368687" y="618540"/>
                  <a:pt x="256406" y="619321"/>
                  <a:pt x="165306" y="567647"/>
                </a:cubicBezTo>
                <a:lnTo>
                  <a:pt x="239792" y="900724"/>
                </a:lnTo>
                <a:lnTo>
                  <a:pt x="0" y="900724"/>
                </a:lnTo>
                <a:lnTo>
                  <a:pt x="77587" y="493902"/>
                </a:lnTo>
                <a:cubicBezTo>
                  <a:pt x="-5773" y="393261"/>
                  <a:pt x="-12149" y="250865"/>
                  <a:pt x="58231" y="144184"/>
                </a:cubicBezTo>
                <a:close/>
                <a:moveTo>
                  <a:pt x="569029" y="82973"/>
                </a:moveTo>
                <a:lnTo>
                  <a:pt x="330365" y="313438"/>
                </a:lnTo>
                <a:lnTo>
                  <a:pt x="290163" y="265527"/>
                </a:lnTo>
                <a:close/>
                <a:moveTo>
                  <a:pt x="246847" y="159"/>
                </a:moveTo>
                <a:cubicBezTo>
                  <a:pt x="318001" y="2861"/>
                  <a:pt x="401853" y="39703"/>
                  <a:pt x="474029" y="106374"/>
                </a:cubicBezTo>
                <a:lnTo>
                  <a:pt x="242536" y="258384"/>
                </a:lnTo>
                <a:lnTo>
                  <a:pt x="329021" y="361453"/>
                </a:lnTo>
                <a:lnTo>
                  <a:pt x="531793" y="165975"/>
                </a:lnTo>
                <a:cubicBezTo>
                  <a:pt x="626042" y="282711"/>
                  <a:pt x="648546" y="420480"/>
                  <a:pt x="579193" y="489833"/>
                </a:cubicBezTo>
                <a:cubicBezTo>
                  <a:pt x="501489" y="567537"/>
                  <a:pt x="337900" y="529931"/>
                  <a:pt x="213806" y="405837"/>
                </a:cubicBezTo>
                <a:cubicBezTo>
                  <a:pt x="89712" y="281743"/>
                  <a:pt x="52105" y="118154"/>
                  <a:pt x="129809" y="40450"/>
                </a:cubicBezTo>
                <a:cubicBezTo>
                  <a:pt x="158948" y="11311"/>
                  <a:pt x="200165" y="-1613"/>
                  <a:pt x="246847" y="159"/>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角丸四角形 24"/>
          <p:cNvSpPr>
            <a:spLocks noChangeAspect="1"/>
          </p:cNvSpPr>
          <p:nvPr/>
        </p:nvSpPr>
        <p:spPr bwMode="gray">
          <a:xfrm>
            <a:off x="7978285" y="1764374"/>
            <a:ext cx="764308" cy="764308"/>
          </a:xfrm>
          <a:custGeom>
            <a:avLst/>
            <a:gdLst/>
            <a:ahLst/>
            <a:cxnLst/>
            <a:rect l="l" t="t" r="r" b="b"/>
            <a:pathLst>
              <a:path w="900000" h="900000">
                <a:moveTo>
                  <a:pt x="615308" y="526689"/>
                </a:moveTo>
                <a:lnTo>
                  <a:pt x="811629" y="526689"/>
                </a:lnTo>
                <a:cubicBezTo>
                  <a:pt x="860435" y="526689"/>
                  <a:pt x="900000" y="566254"/>
                  <a:pt x="900000" y="615060"/>
                </a:cubicBezTo>
                <a:lnTo>
                  <a:pt x="900000" y="811629"/>
                </a:lnTo>
                <a:cubicBezTo>
                  <a:pt x="900000" y="860435"/>
                  <a:pt x="860435" y="900000"/>
                  <a:pt x="811629" y="900000"/>
                </a:cubicBezTo>
                <a:lnTo>
                  <a:pt x="615308" y="900000"/>
                </a:lnTo>
                <a:cubicBezTo>
                  <a:pt x="566502" y="900000"/>
                  <a:pt x="526937" y="860435"/>
                  <a:pt x="526937" y="811629"/>
                </a:cubicBezTo>
                <a:lnTo>
                  <a:pt x="526937" y="615060"/>
                </a:lnTo>
                <a:cubicBezTo>
                  <a:pt x="526937" y="566254"/>
                  <a:pt x="566502" y="526689"/>
                  <a:pt x="615308" y="526689"/>
                </a:cubicBezTo>
                <a:close/>
                <a:moveTo>
                  <a:pt x="88371" y="526689"/>
                </a:moveTo>
                <a:lnTo>
                  <a:pt x="284692" y="526689"/>
                </a:lnTo>
                <a:cubicBezTo>
                  <a:pt x="333498" y="526689"/>
                  <a:pt x="373063" y="566254"/>
                  <a:pt x="373063" y="615060"/>
                </a:cubicBezTo>
                <a:lnTo>
                  <a:pt x="373063" y="811629"/>
                </a:lnTo>
                <a:cubicBezTo>
                  <a:pt x="373063" y="860435"/>
                  <a:pt x="333498" y="900000"/>
                  <a:pt x="284692" y="900000"/>
                </a:cubicBezTo>
                <a:lnTo>
                  <a:pt x="88371" y="900000"/>
                </a:lnTo>
                <a:cubicBezTo>
                  <a:pt x="39565" y="900000"/>
                  <a:pt x="0" y="860435"/>
                  <a:pt x="0" y="811629"/>
                </a:cubicBezTo>
                <a:lnTo>
                  <a:pt x="0" y="615060"/>
                </a:lnTo>
                <a:cubicBezTo>
                  <a:pt x="0" y="566254"/>
                  <a:pt x="39565" y="526689"/>
                  <a:pt x="88371" y="526689"/>
                </a:cubicBezTo>
                <a:close/>
                <a:moveTo>
                  <a:pt x="615308" y="0"/>
                </a:moveTo>
                <a:lnTo>
                  <a:pt x="811629" y="0"/>
                </a:lnTo>
                <a:cubicBezTo>
                  <a:pt x="860435" y="0"/>
                  <a:pt x="900000" y="39565"/>
                  <a:pt x="900000" y="88371"/>
                </a:cubicBezTo>
                <a:lnTo>
                  <a:pt x="900000" y="284940"/>
                </a:lnTo>
                <a:cubicBezTo>
                  <a:pt x="900000" y="333746"/>
                  <a:pt x="860435" y="373311"/>
                  <a:pt x="811629" y="373311"/>
                </a:cubicBezTo>
                <a:lnTo>
                  <a:pt x="615308" y="373311"/>
                </a:lnTo>
                <a:cubicBezTo>
                  <a:pt x="566502" y="373311"/>
                  <a:pt x="526937" y="333746"/>
                  <a:pt x="526937" y="284940"/>
                </a:cubicBezTo>
                <a:lnTo>
                  <a:pt x="526937" y="88371"/>
                </a:lnTo>
                <a:cubicBezTo>
                  <a:pt x="526937" y="39565"/>
                  <a:pt x="566502" y="0"/>
                  <a:pt x="615308" y="0"/>
                </a:cubicBezTo>
                <a:close/>
                <a:moveTo>
                  <a:pt x="88371" y="0"/>
                </a:moveTo>
                <a:lnTo>
                  <a:pt x="284692" y="0"/>
                </a:lnTo>
                <a:cubicBezTo>
                  <a:pt x="333498" y="0"/>
                  <a:pt x="373063" y="39565"/>
                  <a:pt x="373063" y="88371"/>
                </a:cubicBezTo>
                <a:lnTo>
                  <a:pt x="373063" y="284940"/>
                </a:lnTo>
                <a:cubicBezTo>
                  <a:pt x="373063" y="333746"/>
                  <a:pt x="333498" y="373311"/>
                  <a:pt x="284692" y="373311"/>
                </a:cubicBezTo>
                <a:lnTo>
                  <a:pt x="88371" y="373311"/>
                </a:lnTo>
                <a:cubicBezTo>
                  <a:pt x="39565" y="373311"/>
                  <a:pt x="0" y="333746"/>
                  <a:pt x="0" y="284940"/>
                </a:cubicBezTo>
                <a:lnTo>
                  <a:pt x="0" y="88371"/>
                </a:lnTo>
                <a:cubicBezTo>
                  <a:pt x="0" y="39565"/>
                  <a:pt x="39565" y="0"/>
                  <a:pt x="88371"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9" name="円/楕円 28"/>
          <p:cNvSpPr>
            <a:spLocks noChangeAspect="1"/>
          </p:cNvSpPr>
          <p:nvPr/>
        </p:nvSpPr>
        <p:spPr bwMode="gray">
          <a:xfrm>
            <a:off x="6491496" y="1876635"/>
            <a:ext cx="830769" cy="539789"/>
          </a:xfrm>
          <a:custGeom>
            <a:avLst/>
            <a:gdLst/>
            <a:ahLst/>
            <a:cxnLst/>
            <a:rect l="l" t="t" r="r" b="b"/>
            <a:pathLst>
              <a:path w="900000" h="584771">
                <a:moveTo>
                  <a:pt x="417116" y="0"/>
                </a:moveTo>
                <a:cubicBezTo>
                  <a:pt x="523792" y="0"/>
                  <a:pt x="614639" y="67774"/>
                  <a:pt x="648060" y="162934"/>
                </a:cubicBezTo>
                <a:cubicBezTo>
                  <a:pt x="660675" y="160228"/>
                  <a:pt x="673750" y="158997"/>
                  <a:pt x="687113" y="158997"/>
                </a:cubicBezTo>
                <a:cubicBezTo>
                  <a:pt x="804687" y="158997"/>
                  <a:pt x="900000" y="254310"/>
                  <a:pt x="900000" y="371884"/>
                </a:cubicBezTo>
                <a:cubicBezTo>
                  <a:pt x="900000" y="489458"/>
                  <a:pt x="804687" y="584771"/>
                  <a:pt x="687113" y="584771"/>
                </a:cubicBezTo>
                <a:lnTo>
                  <a:pt x="676110" y="583273"/>
                </a:lnTo>
                <a:cubicBezTo>
                  <a:pt x="673692" y="584713"/>
                  <a:pt x="671199" y="584771"/>
                  <a:pt x="668691" y="584771"/>
                </a:cubicBezTo>
                <a:lnTo>
                  <a:pt x="159309" y="584771"/>
                </a:lnTo>
                <a:cubicBezTo>
                  <a:pt x="71325" y="584771"/>
                  <a:pt x="0" y="513446"/>
                  <a:pt x="0" y="425462"/>
                </a:cubicBezTo>
                <a:cubicBezTo>
                  <a:pt x="0" y="337478"/>
                  <a:pt x="71325" y="266153"/>
                  <a:pt x="159309" y="266153"/>
                </a:cubicBezTo>
                <a:lnTo>
                  <a:pt x="172641" y="266153"/>
                </a:lnTo>
                <a:cubicBezTo>
                  <a:pt x="170920" y="259721"/>
                  <a:pt x="170656" y="253121"/>
                  <a:pt x="170656" y="246460"/>
                </a:cubicBezTo>
                <a:cubicBezTo>
                  <a:pt x="170656" y="110344"/>
                  <a:pt x="281000" y="0"/>
                  <a:pt x="41711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円/楕円 28"/>
          <p:cNvSpPr>
            <a:spLocks noChangeAspect="1"/>
          </p:cNvSpPr>
          <p:nvPr/>
        </p:nvSpPr>
        <p:spPr bwMode="gray">
          <a:xfrm>
            <a:off x="5004708" y="1876635"/>
            <a:ext cx="830769" cy="539789"/>
          </a:xfrm>
          <a:custGeom>
            <a:avLst/>
            <a:gdLst/>
            <a:ahLst/>
            <a:cxnLst/>
            <a:rect l="l" t="t" r="r" b="b"/>
            <a:pathLst>
              <a:path w="900000" h="584771">
                <a:moveTo>
                  <a:pt x="417116" y="0"/>
                </a:moveTo>
                <a:cubicBezTo>
                  <a:pt x="523792" y="0"/>
                  <a:pt x="614639" y="67774"/>
                  <a:pt x="648060" y="162934"/>
                </a:cubicBezTo>
                <a:cubicBezTo>
                  <a:pt x="660675" y="160228"/>
                  <a:pt x="673750" y="158997"/>
                  <a:pt x="687113" y="158997"/>
                </a:cubicBezTo>
                <a:cubicBezTo>
                  <a:pt x="804687" y="158997"/>
                  <a:pt x="900000" y="254310"/>
                  <a:pt x="900000" y="371884"/>
                </a:cubicBezTo>
                <a:cubicBezTo>
                  <a:pt x="900000" y="489458"/>
                  <a:pt x="804687" y="584771"/>
                  <a:pt x="687113" y="584771"/>
                </a:cubicBezTo>
                <a:lnTo>
                  <a:pt x="676110" y="583273"/>
                </a:lnTo>
                <a:cubicBezTo>
                  <a:pt x="673692" y="584713"/>
                  <a:pt x="671199" y="584771"/>
                  <a:pt x="668691" y="584771"/>
                </a:cubicBezTo>
                <a:lnTo>
                  <a:pt x="510368" y="584771"/>
                </a:lnTo>
                <a:lnTo>
                  <a:pt x="510368" y="414495"/>
                </a:lnTo>
                <a:lnTo>
                  <a:pt x="602400" y="414495"/>
                </a:lnTo>
                <a:lnTo>
                  <a:pt x="446915" y="204242"/>
                </a:lnTo>
                <a:lnTo>
                  <a:pt x="291430" y="414495"/>
                </a:lnTo>
                <a:lnTo>
                  <a:pt x="383462" y="414495"/>
                </a:lnTo>
                <a:lnTo>
                  <a:pt x="383462" y="584771"/>
                </a:lnTo>
                <a:lnTo>
                  <a:pt x="159309" y="584771"/>
                </a:lnTo>
                <a:cubicBezTo>
                  <a:pt x="71325" y="584771"/>
                  <a:pt x="0" y="513446"/>
                  <a:pt x="0" y="425462"/>
                </a:cubicBezTo>
                <a:cubicBezTo>
                  <a:pt x="0" y="337478"/>
                  <a:pt x="71325" y="266153"/>
                  <a:pt x="159309" y="266153"/>
                </a:cubicBezTo>
                <a:lnTo>
                  <a:pt x="172641" y="266153"/>
                </a:lnTo>
                <a:cubicBezTo>
                  <a:pt x="170920" y="259721"/>
                  <a:pt x="170656" y="253121"/>
                  <a:pt x="170656" y="246460"/>
                </a:cubicBezTo>
                <a:cubicBezTo>
                  <a:pt x="170656" y="110344"/>
                  <a:pt x="281000" y="0"/>
                  <a:pt x="41711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6" name="正方形/長方形 35"/>
          <p:cNvSpPr>
            <a:spLocks noChangeAspect="1"/>
          </p:cNvSpPr>
          <p:nvPr/>
        </p:nvSpPr>
        <p:spPr bwMode="gray">
          <a:xfrm>
            <a:off x="2290280" y="1731144"/>
            <a:ext cx="830435" cy="830770"/>
          </a:xfrm>
          <a:custGeom>
            <a:avLst/>
            <a:gdLst/>
            <a:ahLst/>
            <a:cxnLst/>
            <a:rect l="l" t="t" r="r" b="b"/>
            <a:pathLst>
              <a:path w="899638" h="900001">
                <a:moveTo>
                  <a:pt x="134758" y="630121"/>
                </a:moveTo>
                <a:cubicBezTo>
                  <a:pt x="209183" y="630121"/>
                  <a:pt x="269516" y="690454"/>
                  <a:pt x="269516" y="764879"/>
                </a:cubicBezTo>
                <a:cubicBezTo>
                  <a:pt x="269516" y="839304"/>
                  <a:pt x="209183" y="899637"/>
                  <a:pt x="134758" y="899637"/>
                </a:cubicBezTo>
                <a:cubicBezTo>
                  <a:pt x="60333" y="899637"/>
                  <a:pt x="0" y="839304"/>
                  <a:pt x="0" y="764879"/>
                </a:cubicBezTo>
                <a:cubicBezTo>
                  <a:pt x="0" y="690454"/>
                  <a:pt x="60333" y="630121"/>
                  <a:pt x="134758" y="630121"/>
                </a:cubicBezTo>
                <a:close/>
                <a:moveTo>
                  <a:pt x="2" y="288438"/>
                </a:moveTo>
                <a:cubicBezTo>
                  <a:pt x="336344" y="291590"/>
                  <a:pt x="608246" y="563614"/>
                  <a:pt x="611237" y="900001"/>
                </a:cubicBezTo>
                <a:lnTo>
                  <a:pt x="467993" y="900001"/>
                </a:lnTo>
                <a:cubicBezTo>
                  <a:pt x="465007" y="642726"/>
                  <a:pt x="257232" y="434830"/>
                  <a:pt x="2" y="431682"/>
                </a:cubicBezTo>
                <a:close/>
                <a:moveTo>
                  <a:pt x="1" y="0"/>
                </a:moveTo>
                <a:cubicBezTo>
                  <a:pt x="495322" y="3516"/>
                  <a:pt x="896121" y="404315"/>
                  <a:pt x="899638" y="899636"/>
                </a:cubicBezTo>
                <a:lnTo>
                  <a:pt x="755638" y="899636"/>
                </a:lnTo>
                <a:cubicBezTo>
                  <a:pt x="752124" y="483845"/>
                  <a:pt x="415793" y="147514"/>
                  <a:pt x="1" y="14400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3" name="円/楕円 42"/>
          <p:cNvSpPr>
            <a:spLocks noChangeAspect="1"/>
          </p:cNvSpPr>
          <p:nvPr/>
        </p:nvSpPr>
        <p:spPr bwMode="gray">
          <a:xfrm>
            <a:off x="802560" y="1806852"/>
            <a:ext cx="831701" cy="679354"/>
          </a:xfrm>
          <a:custGeom>
            <a:avLst/>
            <a:gdLst/>
            <a:ahLst/>
            <a:cxnLst/>
            <a:rect l="l" t="t" r="r" b="b"/>
            <a:pathLst>
              <a:path w="901009" h="735967">
                <a:moveTo>
                  <a:pt x="450504" y="555967"/>
                </a:moveTo>
                <a:cubicBezTo>
                  <a:pt x="500210" y="555967"/>
                  <a:pt x="540504" y="596261"/>
                  <a:pt x="540504" y="645967"/>
                </a:cubicBezTo>
                <a:cubicBezTo>
                  <a:pt x="540504" y="695673"/>
                  <a:pt x="500210" y="735967"/>
                  <a:pt x="450504" y="735967"/>
                </a:cubicBezTo>
                <a:cubicBezTo>
                  <a:pt x="400798" y="735967"/>
                  <a:pt x="360504" y="695673"/>
                  <a:pt x="360504" y="645967"/>
                </a:cubicBezTo>
                <a:cubicBezTo>
                  <a:pt x="360504" y="596261"/>
                  <a:pt x="400798" y="555967"/>
                  <a:pt x="450504" y="555967"/>
                </a:cubicBezTo>
                <a:close/>
                <a:moveTo>
                  <a:pt x="450566" y="360758"/>
                </a:moveTo>
                <a:cubicBezTo>
                  <a:pt x="528197" y="360758"/>
                  <a:pt x="598175" y="393521"/>
                  <a:pt x="646932" y="446441"/>
                </a:cubicBezTo>
                <a:lnTo>
                  <a:pt x="582925" y="511014"/>
                </a:lnTo>
                <a:cubicBezTo>
                  <a:pt x="551112" y="473614"/>
                  <a:pt x="503508" y="450758"/>
                  <a:pt x="450566" y="450758"/>
                </a:cubicBezTo>
                <a:cubicBezTo>
                  <a:pt x="397553" y="450758"/>
                  <a:pt x="349892" y="473676"/>
                  <a:pt x="318096" y="511178"/>
                </a:cubicBezTo>
                <a:lnTo>
                  <a:pt x="254076" y="446591"/>
                </a:lnTo>
                <a:cubicBezTo>
                  <a:pt x="302830" y="393580"/>
                  <a:pt x="372865" y="360758"/>
                  <a:pt x="450566" y="360758"/>
                </a:cubicBezTo>
                <a:close/>
                <a:moveTo>
                  <a:pt x="450567" y="180758"/>
                </a:moveTo>
                <a:cubicBezTo>
                  <a:pt x="577614" y="180758"/>
                  <a:pt x="692364" y="233407"/>
                  <a:pt x="773704" y="318546"/>
                </a:cubicBezTo>
                <a:lnTo>
                  <a:pt x="710319" y="382493"/>
                </a:lnTo>
                <a:cubicBezTo>
                  <a:pt x="645270" y="313460"/>
                  <a:pt x="552906" y="270758"/>
                  <a:pt x="450567" y="270758"/>
                </a:cubicBezTo>
                <a:cubicBezTo>
                  <a:pt x="348158" y="270758"/>
                  <a:pt x="255736" y="313519"/>
                  <a:pt x="190690" y="382645"/>
                </a:cubicBezTo>
                <a:lnTo>
                  <a:pt x="127305" y="318698"/>
                </a:lnTo>
                <a:cubicBezTo>
                  <a:pt x="208643" y="233466"/>
                  <a:pt x="323450" y="180758"/>
                  <a:pt x="450567" y="180758"/>
                </a:cubicBezTo>
                <a:close/>
                <a:moveTo>
                  <a:pt x="450567" y="0"/>
                </a:moveTo>
                <a:cubicBezTo>
                  <a:pt x="627240" y="0"/>
                  <a:pt x="786948" y="72636"/>
                  <a:pt x="901009" y="190113"/>
                </a:cubicBezTo>
                <a:lnTo>
                  <a:pt x="837090" y="254599"/>
                </a:lnTo>
                <a:cubicBezTo>
                  <a:pt x="739458" y="153357"/>
                  <a:pt x="602323" y="90757"/>
                  <a:pt x="450566" y="90757"/>
                </a:cubicBezTo>
                <a:cubicBezTo>
                  <a:pt x="298740" y="90757"/>
                  <a:pt x="161548" y="153415"/>
                  <a:pt x="63918" y="254749"/>
                </a:cubicBezTo>
                <a:lnTo>
                  <a:pt x="0" y="190264"/>
                </a:lnTo>
                <a:cubicBezTo>
                  <a:pt x="114059" y="72694"/>
                  <a:pt x="273824" y="0"/>
                  <a:pt x="45056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6" name="角丸四角形 55"/>
          <p:cNvSpPr>
            <a:spLocks noChangeAspect="1"/>
          </p:cNvSpPr>
          <p:nvPr/>
        </p:nvSpPr>
        <p:spPr bwMode="gray">
          <a:xfrm>
            <a:off x="6552216" y="3195018"/>
            <a:ext cx="830770" cy="416089"/>
          </a:xfrm>
          <a:custGeom>
            <a:avLst/>
            <a:gdLst/>
            <a:ahLst/>
            <a:cxnLst/>
            <a:rect l="l" t="t" r="r" b="b"/>
            <a:pathLst>
              <a:path w="900001" h="450763">
                <a:moveTo>
                  <a:pt x="44587" y="361589"/>
                </a:moveTo>
                <a:lnTo>
                  <a:pt x="314189" y="361589"/>
                </a:lnTo>
                <a:cubicBezTo>
                  <a:pt x="338814" y="361589"/>
                  <a:pt x="358776" y="381551"/>
                  <a:pt x="358776" y="406176"/>
                </a:cubicBezTo>
                <a:lnTo>
                  <a:pt x="358775" y="406176"/>
                </a:lnTo>
                <a:cubicBezTo>
                  <a:pt x="358775" y="430801"/>
                  <a:pt x="338813" y="450763"/>
                  <a:pt x="314188" y="450763"/>
                </a:cubicBezTo>
                <a:lnTo>
                  <a:pt x="44587" y="450762"/>
                </a:lnTo>
                <a:cubicBezTo>
                  <a:pt x="19962" y="450762"/>
                  <a:pt x="1" y="430800"/>
                  <a:pt x="0" y="406176"/>
                </a:cubicBezTo>
                <a:cubicBezTo>
                  <a:pt x="1" y="381551"/>
                  <a:pt x="19962" y="361589"/>
                  <a:pt x="44587" y="361589"/>
                </a:cubicBezTo>
                <a:close/>
                <a:moveTo>
                  <a:pt x="44587" y="180795"/>
                </a:moveTo>
                <a:lnTo>
                  <a:pt x="314189" y="180795"/>
                </a:lnTo>
                <a:cubicBezTo>
                  <a:pt x="338814" y="180795"/>
                  <a:pt x="358776" y="200757"/>
                  <a:pt x="358776" y="225382"/>
                </a:cubicBezTo>
                <a:lnTo>
                  <a:pt x="358775" y="225382"/>
                </a:lnTo>
                <a:cubicBezTo>
                  <a:pt x="358775" y="250007"/>
                  <a:pt x="338813" y="269969"/>
                  <a:pt x="314188" y="269969"/>
                </a:cubicBezTo>
                <a:lnTo>
                  <a:pt x="44587" y="269968"/>
                </a:lnTo>
                <a:cubicBezTo>
                  <a:pt x="19962" y="269968"/>
                  <a:pt x="1" y="250006"/>
                  <a:pt x="0" y="225382"/>
                </a:cubicBezTo>
                <a:cubicBezTo>
                  <a:pt x="1" y="200757"/>
                  <a:pt x="19962" y="180795"/>
                  <a:pt x="44587" y="180795"/>
                </a:cubicBezTo>
                <a:close/>
                <a:moveTo>
                  <a:pt x="647834" y="1"/>
                </a:moveTo>
                <a:lnTo>
                  <a:pt x="702168" y="1"/>
                </a:lnTo>
                <a:cubicBezTo>
                  <a:pt x="713467" y="1"/>
                  <a:pt x="722626" y="9160"/>
                  <a:pt x="722626" y="20459"/>
                </a:cubicBezTo>
                <a:lnTo>
                  <a:pt x="722626" y="180795"/>
                </a:lnTo>
                <a:lnTo>
                  <a:pt x="869702" y="180795"/>
                </a:lnTo>
                <a:cubicBezTo>
                  <a:pt x="886436" y="180795"/>
                  <a:pt x="900001" y="194360"/>
                  <a:pt x="900001" y="211094"/>
                </a:cubicBezTo>
                <a:lnTo>
                  <a:pt x="900001" y="239669"/>
                </a:lnTo>
                <a:cubicBezTo>
                  <a:pt x="900001" y="256403"/>
                  <a:pt x="886436" y="269968"/>
                  <a:pt x="869702" y="269968"/>
                </a:cubicBezTo>
                <a:lnTo>
                  <a:pt x="722626" y="269968"/>
                </a:lnTo>
                <a:lnTo>
                  <a:pt x="722626" y="430304"/>
                </a:lnTo>
                <a:cubicBezTo>
                  <a:pt x="722626" y="441603"/>
                  <a:pt x="713467" y="450762"/>
                  <a:pt x="702168" y="450762"/>
                </a:cubicBezTo>
                <a:lnTo>
                  <a:pt x="647834" y="450762"/>
                </a:lnTo>
                <a:cubicBezTo>
                  <a:pt x="636535" y="450762"/>
                  <a:pt x="627376" y="441603"/>
                  <a:pt x="627376" y="430304"/>
                </a:cubicBezTo>
                <a:lnTo>
                  <a:pt x="627376" y="269968"/>
                </a:lnTo>
                <a:lnTo>
                  <a:pt x="480300" y="269968"/>
                </a:lnTo>
                <a:cubicBezTo>
                  <a:pt x="463566" y="269968"/>
                  <a:pt x="450001" y="256403"/>
                  <a:pt x="450001" y="239669"/>
                </a:cubicBezTo>
                <a:lnTo>
                  <a:pt x="450001" y="211094"/>
                </a:lnTo>
                <a:cubicBezTo>
                  <a:pt x="450001" y="194360"/>
                  <a:pt x="463566" y="180795"/>
                  <a:pt x="480300" y="180795"/>
                </a:cubicBezTo>
                <a:lnTo>
                  <a:pt x="627376" y="180795"/>
                </a:lnTo>
                <a:lnTo>
                  <a:pt x="627376" y="20459"/>
                </a:lnTo>
                <a:cubicBezTo>
                  <a:pt x="627376" y="9160"/>
                  <a:pt x="636535" y="1"/>
                  <a:pt x="647834" y="1"/>
                </a:cubicBezTo>
                <a:close/>
                <a:moveTo>
                  <a:pt x="44587" y="0"/>
                </a:moveTo>
                <a:lnTo>
                  <a:pt x="314189" y="0"/>
                </a:lnTo>
                <a:cubicBezTo>
                  <a:pt x="338814" y="0"/>
                  <a:pt x="358776" y="19962"/>
                  <a:pt x="358776" y="44587"/>
                </a:cubicBezTo>
                <a:lnTo>
                  <a:pt x="358775" y="44587"/>
                </a:lnTo>
                <a:cubicBezTo>
                  <a:pt x="358775" y="69212"/>
                  <a:pt x="338813" y="89174"/>
                  <a:pt x="314188" y="89174"/>
                </a:cubicBezTo>
                <a:lnTo>
                  <a:pt x="44587" y="89173"/>
                </a:lnTo>
                <a:cubicBezTo>
                  <a:pt x="19962" y="89173"/>
                  <a:pt x="1" y="69211"/>
                  <a:pt x="0" y="44587"/>
                </a:cubicBezTo>
                <a:cubicBezTo>
                  <a:pt x="1" y="19962"/>
                  <a:pt x="19962" y="0"/>
                  <a:pt x="4458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2" name="角丸四角形 61"/>
          <p:cNvSpPr>
            <a:spLocks noChangeAspect="1"/>
          </p:cNvSpPr>
          <p:nvPr/>
        </p:nvSpPr>
        <p:spPr bwMode="gray">
          <a:xfrm>
            <a:off x="7978287" y="3104196"/>
            <a:ext cx="830769" cy="597732"/>
          </a:xfrm>
          <a:custGeom>
            <a:avLst/>
            <a:gdLst/>
            <a:ahLst/>
            <a:cxnLst/>
            <a:rect l="l" t="t" r="r" b="b"/>
            <a:pathLst>
              <a:path w="900000" h="647543">
                <a:moveTo>
                  <a:pt x="374028" y="516958"/>
                </a:moveTo>
                <a:lnTo>
                  <a:pt x="849659" y="516958"/>
                </a:lnTo>
                <a:cubicBezTo>
                  <a:pt x="877462" y="516958"/>
                  <a:pt x="900000" y="539496"/>
                  <a:pt x="900000" y="567299"/>
                </a:cubicBezTo>
                <a:lnTo>
                  <a:pt x="900000" y="597202"/>
                </a:lnTo>
                <a:cubicBezTo>
                  <a:pt x="900000" y="625005"/>
                  <a:pt x="877462" y="647543"/>
                  <a:pt x="849659" y="647543"/>
                </a:cubicBezTo>
                <a:lnTo>
                  <a:pt x="374028" y="647543"/>
                </a:lnTo>
                <a:cubicBezTo>
                  <a:pt x="346225" y="647543"/>
                  <a:pt x="323687" y="625005"/>
                  <a:pt x="323687" y="597202"/>
                </a:cubicBezTo>
                <a:lnTo>
                  <a:pt x="323687" y="567299"/>
                </a:lnTo>
                <a:cubicBezTo>
                  <a:pt x="323687" y="539496"/>
                  <a:pt x="346225" y="516958"/>
                  <a:pt x="374028" y="516958"/>
                </a:cubicBezTo>
                <a:close/>
                <a:moveTo>
                  <a:pt x="50341" y="516957"/>
                </a:moveTo>
                <a:lnTo>
                  <a:pt x="139365" y="516957"/>
                </a:lnTo>
                <a:cubicBezTo>
                  <a:pt x="167168" y="516957"/>
                  <a:pt x="189706" y="539495"/>
                  <a:pt x="189706" y="567298"/>
                </a:cubicBezTo>
                <a:lnTo>
                  <a:pt x="189706" y="597201"/>
                </a:lnTo>
                <a:cubicBezTo>
                  <a:pt x="189706" y="625004"/>
                  <a:pt x="167168" y="647542"/>
                  <a:pt x="139365" y="647542"/>
                </a:cubicBezTo>
                <a:lnTo>
                  <a:pt x="50341" y="647542"/>
                </a:lnTo>
                <a:cubicBezTo>
                  <a:pt x="22538" y="647542"/>
                  <a:pt x="0" y="625004"/>
                  <a:pt x="0" y="597201"/>
                </a:cubicBezTo>
                <a:lnTo>
                  <a:pt x="0" y="567298"/>
                </a:lnTo>
                <a:cubicBezTo>
                  <a:pt x="0" y="539495"/>
                  <a:pt x="22538" y="516957"/>
                  <a:pt x="50341" y="516957"/>
                </a:cubicBezTo>
                <a:close/>
                <a:moveTo>
                  <a:pt x="374028" y="259751"/>
                </a:moveTo>
                <a:lnTo>
                  <a:pt x="849659" y="259751"/>
                </a:lnTo>
                <a:cubicBezTo>
                  <a:pt x="877462" y="259751"/>
                  <a:pt x="900000" y="282289"/>
                  <a:pt x="900000" y="310092"/>
                </a:cubicBezTo>
                <a:lnTo>
                  <a:pt x="900000" y="339995"/>
                </a:lnTo>
                <a:cubicBezTo>
                  <a:pt x="900000" y="367798"/>
                  <a:pt x="877462" y="390336"/>
                  <a:pt x="849659" y="390336"/>
                </a:cubicBezTo>
                <a:lnTo>
                  <a:pt x="374028" y="390336"/>
                </a:lnTo>
                <a:cubicBezTo>
                  <a:pt x="346225" y="390336"/>
                  <a:pt x="323687" y="367798"/>
                  <a:pt x="323687" y="339995"/>
                </a:cubicBezTo>
                <a:lnTo>
                  <a:pt x="323687" y="310092"/>
                </a:lnTo>
                <a:cubicBezTo>
                  <a:pt x="323687" y="282289"/>
                  <a:pt x="346225" y="259751"/>
                  <a:pt x="374028" y="259751"/>
                </a:cubicBezTo>
                <a:close/>
                <a:moveTo>
                  <a:pt x="50341" y="259751"/>
                </a:moveTo>
                <a:lnTo>
                  <a:pt x="139365" y="259751"/>
                </a:lnTo>
                <a:cubicBezTo>
                  <a:pt x="167168" y="259751"/>
                  <a:pt x="189706" y="282289"/>
                  <a:pt x="189706" y="310092"/>
                </a:cubicBezTo>
                <a:lnTo>
                  <a:pt x="189706" y="339995"/>
                </a:lnTo>
                <a:cubicBezTo>
                  <a:pt x="189706" y="367798"/>
                  <a:pt x="167168" y="390336"/>
                  <a:pt x="139365" y="390336"/>
                </a:cubicBezTo>
                <a:lnTo>
                  <a:pt x="50341" y="390336"/>
                </a:lnTo>
                <a:cubicBezTo>
                  <a:pt x="22538" y="390336"/>
                  <a:pt x="0" y="367798"/>
                  <a:pt x="0" y="339995"/>
                </a:cubicBezTo>
                <a:lnTo>
                  <a:pt x="0" y="310092"/>
                </a:lnTo>
                <a:cubicBezTo>
                  <a:pt x="0" y="282289"/>
                  <a:pt x="22538" y="259751"/>
                  <a:pt x="50341" y="259751"/>
                </a:cubicBezTo>
                <a:close/>
                <a:moveTo>
                  <a:pt x="50341" y="2543"/>
                </a:moveTo>
                <a:lnTo>
                  <a:pt x="139365" y="2543"/>
                </a:lnTo>
                <a:cubicBezTo>
                  <a:pt x="167168" y="2543"/>
                  <a:pt x="189706" y="25081"/>
                  <a:pt x="189706" y="52884"/>
                </a:cubicBezTo>
                <a:lnTo>
                  <a:pt x="189706" y="82787"/>
                </a:lnTo>
                <a:cubicBezTo>
                  <a:pt x="189706" y="110590"/>
                  <a:pt x="167168" y="133128"/>
                  <a:pt x="139365" y="133128"/>
                </a:cubicBezTo>
                <a:lnTo>
                  <a:pt x="50341" y="133128"/>
                </a:lnTo>
                <a:cubicBezTo>
                  <a:pt x="22538" y="133128"/>
                  <a:pt x="0" y="110590"/>
                  <a:pt x="0" y="82787"/>
                </a:cubicBezTo>
                <a:lnTo>
                  <a:pt x="0" y="52884"/>
                </a:lnTo>
                <a:cubicBezTo>
                  <a:pt x="0" y="25081"/>
                  <a:pt x="22538" y="2543"/>
                  <a:pt x="50341" y="2543"/>
                </a:cubicBezTo>
                <a:close/>
                <a:moveTo>
                  <a:pt x="373347" y="0"/>
                </a:moveTo>
                <a:lnTo>
                  <a:pt x="848978" y="0"/>
                </a:lnTo>
                <a:cubicBezTo>
                  <a:pt x="876781" y="0"/>
                  <a:pt x="899319" y="22538"/>
                  <a:pt x="899319" y="50341"/>
                </a:cubicBezTo>
                <a:lnTo>
                  <a:pt x="899319" y="80244"/>
                </a:lnTo>
                <a:cubicBezTo>
                  <a:pt x="899319" y="108047"/>
                  <a:pt x="876781" y="130585"/>
                  <a:pt x="848978" y="130585"/>
                </a:cubicBezTo>
                <a:lnTo>
                  <a:pt x="373347" y="130585"/>
                </a:lnTo>
                <a:cubicBezTo>
                  <a:pt x="345544" y="130585"/>
                  <a:pt x="323006" y="108047"/>
                  <a:pt x="323006" y="80244"/>
                </a:cubicBezTo>
                <a:lnTo>
                  <a:pt x="323006" y="50341"/>
                </a:lnTo>
                <a:cubicBezTo>
                  <a:pt x="323006" y="22538"/>
                  <a:pt x="345544" y="0"/>
                  <a:pt x="37334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角丸四角形 25"/>
          <p:cNvSpPr>
            <a:spLocks noChangeAspect="1"/>
          </p:cNvSpPr>
          <p:nvPr/>
        </p:nvSpPr>
        <p:spPr bwMode="gray">
          <a:xfrm>
            <a:off x="913993" y="4299861"/>
            <a:ext cx="644938" cy="831136"/>
          </a:xfrm>
          <a:custGeom>
            <a:avLst/>
            <a:gdLst/>
            <a:ahLst/>
            <a:cxnLst/>
            <a:rect l="l" t="t" r="r" b="b"/>
            <a:pathLst>
              <a:path w="698683" h="900397">
                <a:moveTo>
                  <a:pt x="103142" y="100753"/>
                </a:moveTo>
                <a:lnTo>
                  <a:pt x="103142" y="799643"/>
                </a:lnTo>
                <a:lnTo>
                  <a:pt x="595540" y="799643"/>
                </a:lnTo>
                <a:lnTo>
                  <a:pt x="595540" y="100753"/>
                </a:lnTo>
                <a:close/>
                <a:moveTo>
                  <a:pt x="92638" y="0"/>
                </a:moveTo>
                <a:lnTo>
                  <a:pt x="606045" y="0"/>
                </a:lnTo>
                <a:cubicBezTo>
                  <a:pt x="657208" y="0"/>
                  <a:pt x="698683" y="41475"/>
                  <a:pt x="698683" y="92638"/>
                </a:cubicBezTo>
                <a:lnTo>
                  <a:pt x="698683" y="807759"/>
                </a:lnTo>
                <a:cubicBezTo>
                  <a:pt x="698683" y="858922"/>
                  <a:pt x="657208" y="900397"/>
                  <a:pt x="606045" y="900397"/>
                </a:cubicBezTo>
                <a:lnTo>
                  <a:pt x="92638" y="900397"/>
                </a:lnTo>
                <a:cubicBezTo>
                  <a:pt x="41475" y="900397"/>
                  <a:pt x="0" y="858922"/>
                  <a:pt x="0" y="807759"/>
                </a:cubicBezTo>
                <a:lnTo>
                  <a:pt x="0" y="92638"/>
                </a:lnTo>
                <a:cubicBezTo>
                  <a:pt x="0" y="41475"/>
                  <a:pt x="41475" y="0"/>
                  <a:pt x="9263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8" name="角丸四角形 27"/>
          <p:cNvSpPr>
            <a:spLocks noChangeAspect="1"/>
          </p:cNvSpPr>
          <p:nvPr/>
        </p:nvSpPr>
        <p:spPr bwMode="gray">
          <a:xfrm>
            <a:off x="3638583" y="4425152"/>
            <a:ext cx="830768" cy="580555"/>
          </a:xfrm>
          <a:custGeom>
            <a:avLst/>
            <a:gdLst/>
            <a:ahLst/>
            <a:cxnLst/>
            <a:rect l="l" t="t" r="r" b="b"/>
            <a:pathLst>
              <a:path w="899999" h="628935">
                <a:moveTo>
                  <a:pt x="92812" y="89439"/>
                </a:moveTo>
                <a:lnTo>
                  <a:pt x="92812" y="539495"/>
                </a:lnTo>
                <a:lnTo>
                  <a:pt x="807187" y="539495"/>
                </a:lnTo>
                <a:lnTo>
                  <a:pt x="807187" y="89439"/>
                </a:lnTo>
                <a:close/>
                <a:moveTo>
                  <a:pt x="83397" y="0"/>
                </a:moveTo>
                <a:lnTo>
                  <a:pt x="816602" y="0"/>
                </a:lnTo>
                <a:cubicBezTo>
                  <a:pt x="862661" y="0"/>
                  <a:pt x="899999" y="37338"/>
                  <a:pt x="899999" y="83397"/>
                </a:cubicBezTo>
                <a:lnTo>
                  <a:pt x="899999" y="545538"/>
                </a:lnTo>
                <a:cubicBezTo>
                  <a:pt x="899999" y="591597"/>
                  <a:pt x="862661" y="628935"/>
                  <a:pt x="816602" y="628935"/>
                </a:cubicBezTo>
                <a:lnTo>
                  <a:pt x="83397" y="628935"/>
                </a:lnTo>
                <a:cubicBezTo>
                  <a:pt x="37338" y="628935"/>
                  <a:pt x="0" y="591597"/>
                  <a:pt x="0" y="545538"/>
                </a:cubicBezTo>
                <a:lnTo>
                  <a:pt x="0" y="83397"/>
                </a:lnTo>
                <a:cubicBezTo>
                  <a:pt x="0" y="37338"/>
                  <a:pt x="37338" y="0"/>
                  <a:pt x="83397"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6" name="円/楕円 45"/>
          <p:cNvSpPr>
            <a:spLocks noChangeAspect="1"/>
          </p:cNvSpPr>
          <p:nvPr/>
        </p:nvSpPr>
        <p:spPr bwMode="gray">
          <a:xfrm>
            <a:off x="2183990" y="4300619"/>
            <a:ext cx="829534" cy="829619"/>
          </a:xfrm>
          <a:custGeom>
            <a:avLst/>
            <a:gdLst/>
            <a:ahLst/>
            <a:cxnLst/>
            <a:rect l="l" t="t" r="r" b="b"/>
            <a:pathLst>
              <a:path w="898662" h="898754">
                <a:moveTo>
                  <a:pt x="552328" y="309883"/>
                </a:moveTo>
                <a:lnTo>
                  <a:pt x="621433" y="567786"/>
                </a:lnTo>
                <a:cubicBezTo>
                  <a:pt x="626711" y="587484"/>
                  <a:pt x="615021" y="607732"/>
                  <a:pt x="595323" y="613010"/>
                </a:cubicBezTo>
                <a:lnTo>
                  <a:pt x="422544" y="659306"/>
                </a:lnTo>
                <a:lnTo>
                  <a:pt x="399885" y="743867"/>
                </a:lnTo>
                <a:lnTo>
                  <a:pt x="707796" y="826372"/>
                </a:lnTo>
                <a:lnTo>
                  <a:pt x="826504" y="383348"/>
                </a:lnTo>
                <a:close/>
                <a:moveTo>
                  <a:pt x="423660" y="71103"/>
                </a:moveTo>
                <a:lnTo>
                  <a:pt x="69005" y="166133"/>
                </a:lnTo>
                <a:lnTo>
                  <a:pt x="199040" y="651432"/>
                </a:lnTo>
                <a:lnTo>
                  <a:pt x="553695" y="556402"/>
                </a:lnTo>
                <a:close/>
                <a:moveTo>
                  <a:pt x="431407" y="1267"/>
                </a:moveTo>
                <a:cubicBezTo>
                  <a:pt x="451105" y="-4012"/>
                  <a:pt x="471352" y="7678"/>
                  <a:pt x="476630" y="27376"/>
                </a:cubicBezTo>
                <a:lnTo>
                  <a:pt x="532800" y="237003"/>
                </a:lnTo>
                <a:lnTo>
                  <a:pt x="873695" y="328347"/>
                </a:lnTo>
                <a:cubicBezTo>
                  <a:pt x="891659" y="333161"/>
                  <a:pt x="902321" y="351627"/>
                  <a:pt x="897507" y="369591"/>
                </a:cubicBezTo>
                <a:lnTo>
                  <a:pt x="762408" y="873787"/>
                </a:lnTo>
                <a:cubicBezTo>
                  <a:pt x="757595" y="891751"/>
                  <a:pt x="739129" y="902412"/>
                  <a:pt x="721165" y="897599"/>
                </a:cubicBezTo>
                <a:lnTo>
                  <a:pt x="352695" y="798867"/>
                </a:lnTo>
                <a:cubicBezTo>
                  <a:pt x="334731" y="794053"/>
                  <a:pt x="324069" y="775588"/>
                  <a:pt x="328883" y="757624"/>
                </a:cubicBezTo>
                <a:lnTo>
                  <a:pt x="350020" y="678739"/>
                </a:lnTo>
                <a:lnTo>
                  <a:pt x="354623" y="677505"/>
                </a:lnTo>
                <a:lnTo>
                  <a:pt x="191293" y="721269"/>
                </a:lnTo>
                <a:cubicBezTo>
                  <a:pt x="171595" y="726547"/>
                  <a:pt x="151348" y="714858"/>
                  <a:pt x="146070" y="695159"/>
                </a:cubicBezTo>
                <a:lnTo>
                  <a:pt x="1267" y="154750"/>
                </a:lnTo>
                <a:cubicBezTo>
                  <a:pt x="-4011" y="135051"/>
                  <a:pt x="7679" y="114804"/>
                  <a:pt x="27377" y="10952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1" name="角丸四角形 50"/>
          <p:cNvSpPr>
            <a:spLocks noChangeAspect="1"/>
          </p:cNvSpPr>
          <p:nvPr/>
        </p:nvSpPr>
        <p:spPr bwMode="gray">
          <a:xfrm>
            <a:off x="5094411" y="4300044"/>
            <a:ext cx="830769" cy="830770"/>
          </a:xfrm>
          <a:custGeom>
            <a:avLst/>
            <a:gdLst/>
            <a:ahLst/>
            <a:cxnLst/>
            <a:rect l="l" t="t" r="r" b="b"/>
            <a:pathLst>
              <a:path w="900000" h="900001">
                <a:moveTo>
                  <a:pt x="0" y="450001"/>
                </a:moveTo>
                <a:lnTo>
                  <a:pt x="115326" y="450001"/>
                </a:lnTo>
                <a:lnTo>
                  <a:pt x="115326" y="785413"/>
                </a:lnTo>
                <a:lnTo>
                  <a:pt x="450000" y="785413"/>
                </a:lnTo>
                <a:lnTo>
                  <a:pt x="450000" y="900001"/>
                </a:lnTo>
                <a:lnTo>
                  <a:pt x="112624" y="900001"/>
                </a:lnTo>
                <a:cubicBezTo>
                  <a:pt x="50423" y="900001"/>
                  <a:pt x="0" y="849578"/>
                  <a:pt x="0" y="787377"/>
                </a:cubicBezTo>
                <a:close/>
                <a:moveTo>
                  <a:pt x="336726" y="114587"/>
                </a:moveTo>
                <a:lnTo>
                  <a:pt x="336726" y="561141"/>
                </a:lnTo>
                <a:lnTo>
                  <a:pt x="784674" y="561141"/>
                </a:lnTo>
                <a:lnTo>
                  <a:pt x="784674" y="114587"/>
                </a:lnTo>
                <a:close/>
                <a:moveTo>
                  <a:pt x="334024" y="0"/>
                </a:moveTo>
                <a:lnTo>
                  <a:pt x="787376" y="0"/>
                </a:lnTo>
                <a:cubicBezTo>
                  <a:pt x="849577" y="0"/>
                  <a:pt x="900000" y="50423"/>
                  <a:pt x="900000" y="112624"/>
                </a:cubicBezTo>
                <a:lnTo>
                  <a:pt x="900000" y="563105"/>
                </a:lnTo>
                <a:cubicBezTo>
                  <a:pt x="900000" y="625306"/>
                  <a:pt x="849577" y="675729"/>
                  <a:pt x="787376" y="675729"/>
                </a:cubicBezTo>
                <a:lnTo>
                  <a:pt x="334024" y="675729"/>
                </a:lnTo>
                <a:cubicBezTo>
                  <a:pt x="271823" y="675729"/>
                  <a:pt x="221400" y="625306"/>
                  <a:pt x="221400" y="563105"/>
                </a:cubicBezTo>
                <a:lnTo>
                  <a:pt x="221400" y="112624"/>
                </a:lnTo>
                <a:cubicBezTo>
                  <a:pt x="221400" y="50423"/>
                  <a:pt x="271823" y="0"/>
                  <a:pt x="334024"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0" name="角丸四角形 53"/>
          <p:cNvSpPr>
            <a:spLocks noChangeAspect="1"/>
          </p:cNvSpPr>
          <p:nvPr/>
        </p:nvSpPr>
        <p:spPr bwMode="gray">
          <a:xfrm>
            <a:off x="5125413" y="3071241"/>
            <a:ext cx="831502" cy="663641"/>
          </a:xfrm>
          <a:custGeom>
            <a:avLst/>
            <a:gdLst/>
            <a:ahLst/>
            <a:cxnLst/>
            <a:rect l="l" t="t" r="r" b="b"/>
            <a:pathLst>
              <a:path w="900794" h="718944">
                <a:moveTo>
                  <a:pt x="450397" y="261885"/>
                </a:moveTo>
                <a:cubicBezTo>
                  <a:pt x="526781" y="261885"/>
                  <a:pt x="588703" y="323807"/>
                  <a:pt x="588703" y="400191"/>
                </a:cubicBezTo>
                <a:cubicBezTo>
                  <a:pt x="588703" y="476575"/>
                  <a:pt x="526781" y="538497"/>
                  <a:pt x="450397" y="538497"/>
                </a:cubicBezTo>
                <a:cubicBezTo>
                  <a:pt x="374013" y="538497"/>
                  <a:pt x="312091" y="476575"/>
                  <a:pt x="312091" y="400191"/>
                </a:cubicBezTo>
                <a:cubicBezTo>
                  <a:pt x="312091" y="323807"/>
                  <a:pt x="374013" y="261885"/>
                  <a:pt x="450397" y="261885"/>
                </a:cubicBezTo>
                <a:close/>
                <a:moveTo>
                  <a:pt x="776182" y="225832"/>
                </a:moveTo>
                <a:cubicBezTo>
                  <a:pt x="760558" y="225832"/>
                  <a:pt x="747892" y="238498"/>
                  <a:pt x="747892" y="254122"/>
                </a:cubicBezTo>
                <a:cubicBezTo>
                  <a:pt x="747892" y="269746"/>
                  <a:pt x="760558" y="282412"/>
                  <a:pt x="776182" y="282412"/>
                </a:cubicBezTo>
                <a:cubicBezTo>
                  <a:pt x="791806" y="282412"/>
                  <a:pt x="804472" y="269746"/>
                  <a:pt x="804472" y="254122"/>
                </a:cubicBezTo>
                <a:cubicBezTo>
                  <a:pt x="804472" y="238498"/>
                  <a:pt x="791806" y="225832"/>
                  <a:pt x="776182" y="225832"/>
                </a:cubicBezTo>
                <a:close/>
                <a:moveTo>
                  <a:pt x="450397" y="177664"/>
                </a:moveTo>
                <a:cubicBezTo>
                  <a:pt x="327499" y="177664"/>
                  <a:pt x="227870" y="277293"/>
                  <a:pt x="227870" y="400191"/>
                </a:cubicBezTo>
                <a:cubicBezTo>
                  <a:pt x="227870" y="523089"/>
                  <a:pt x="327499" y="622718"/>
                  <a:pt x="450397" y="622718"/>
                </a:cubicBezTo>
                <a:cubicBezTo>
                  <a:pt x="573295" y="622718"/>
                  <a:pt x="672924" y="523089"/>
                  <a:pt x="672924" y="400191"/>
                </a:cubicBezTo>
                <a:cubicBezTo>
                  <a:pt x="672924" y="277293"/>
                  <a:pt x="573295" y="177664"/>
                  <a:pt x="450397" y="177664"/>
                </a:cubicBezTo>
                <a:close/>
                <a:moveTo>
                  <a:pt x="449752" y="17"/>
                </a:moveTo>
                <a:cubicBezTo>
                  <a:pt x="515434" y="-63"/>
                  <a:pt x="580727" y="155"/>
                  <a:pt x="607538" y="161"/>
                </a:cubicBezTo>
                <a:lnTo>
                  <a:pt x="620318" y="5454"/>
                </a:lnTo>
                <a:cubicBezTo>
                  <a:pt x="623000" y="6001"/>
                  <a:pt x="624763" y="7787"/>
                  <a:pt x="625219" y="10517"/>
                </a:cubicBezTo>
                <a:lnTo>
                  <a:pt x="628981" y="14403"/>
                </a:lnTo>
                <a:lnTo>
                  <a:pt x="671093" y="111533"/>
                </a:lnTo>
                <a:cubicBezTo>
                  <a:pt x="674650" y="148045"/>
                  <a:pt x="771074" y="127408"/>
                  <a:pt x="822255" y="132964"/>
                </a:cubicBezTo>
                <a:cubicBezTo>
                  <a:pt x="865631" y="132964"/>
                  <a:pt x="900794" y="168127"/>
                  <a:pt x="900794" y="211503"/>
                </a:cubicBezTo>
                <a:lnTo>
                  <a:pt x="900794" y="640405"/>
                </a:lnTo>
                <a:cubicBezTo>
                  <a:pt x="900794" y="683781"/>
                  <a:pt x="865631" y="718944"/>
                  <a:pt x="822255" y="718944"/>
                </a:cubicBezTo>
                <a:lnTo>
                  <a:pt x="78539" y="718944"/>
                </a:lnTo>
                <a:cubicBezTo>
                  <a:pt x="35163" y="718944"/>
                  <a:pt x="0" y="683781"/>
                  <a:pt x="0" y="640405"/>
                </a:cubicBezTo>
                <a:lnTo>
                  <a:pt x="0" y="211503"/>
                </a:lnTo>
                <a:cubicBezTo>
                  <a:pt x="0" y="168127"/>
                  <a:pt x="35163" y="132964"/>
                  <a:pt x="78539" y="132964"/>
                </a:cubicBezTo>
                <a:cubicBezTo>
                  <a:pt x="128944" y="126614"/>
                  <a:pt x="215068" y="144076"/>
                  <a:pt x="229754" y="113914"/>
                </a:cubicBezTo>
                <a:lnTo>
                  <a:pt x="267104" y="14403"/>
                </a:lnTo>
                <a:cubicBezTo>
                  <a:pt x="270831" y="4974"/>
                  <a:pt x="280130" y="-594"/>
                  <a:pt x="289628" y="1664"/>
                </a:cubicBezTo>
                <a:cubicBezTo>
                  <a:pt x="317998" y="477"/>
                  <a:pt x="384070" y="98"/>
                  <a:pt x="449752" y="17"/>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角丸四角形 33"/>
          <p:cNvSpPr>
            <a:spLocks noChangeAspect="1"/>
          </p:cNvSpPr>
          <p:nvPr/>
        </p:nvSpPr>
        <p:spPr bwMode="gray">
          <a:xfrm>
            <a:off x="3700024" y="3216364"/>
            <a:ext cx="830090" cy="373397"/>
          </a:xfrm>
          <a:custGeom>
            <a:avLst/>
            <a:gdLst/>
            <a:ahLst/>
            <a:cxnLst/>
            <a:rect l="l" t="t" r="r" b="b"/>
            <a:pathLst>
              <a:path w="899264" h="404513">
                <a:moveTo>
                  <a:pt x="202523" y="85595"/>
                </a:moveTo>
                <a:lnTo>
                  <a:pt x="114875" y="188533"/>
                </a:lnTo>
                <a:lnTo>
                  <a:pt x="279555" y="188533"/>
                </a:lnTo>
                <a:lnTo>
                  <a:pt x="318735" y="286163"/>
                </a:lnTo>
                <a:lnTo>
                  <a:pt x="584910" y="286163"/>
                </a:lnTo>
                <a:lnTo>
                  <a:pt x="624090" y="188533"/>
                </a:lnTo>
                <a:lnTo>
                  <a:pt x="788769" y="188533"/>
                </a:lnTo>
                <a:lnTo>
                  <a:pt x="701121" y="85595"/>
                </a:lnTo>
                <a:close/>
                <a:moveTo>
                  <a:pt x="203101" y="0"/>
                </a:moveTo>
                <a:lnTo>
                  <a:pt x="704399" y="0"/>
                </a:lnTo>
                <a:cubicBezTo>
                  <a:pt x="713246" y="0"/>
                  <a:pt x="721054" y="4447"/>
                  <a:pt x="724520" y="12045"/>
                </a:cubicBezTo>
                <a:cubicBezTo>
                  <a:pt x="724677" y="12027"/>
                  <a:pt x="724749" y="12098"/>
                  <a:pt x="724820" y="12169"/>
                </a:cubicBezTo>
                <a:lnTo>
                  <a:pt x="891937" y="179286"/>
                </a:lnTo>
                <a:cubicBezTo>
                  <a:pt x="897940" y="185289"/>
                  <a:pt x="900371" y="193512"/>
                  <a:pt x="898018" y="201135"/>
                </a:cubicBezTo>
                <a:lnTo>
                  <a:pt x="899264" y="206759"/>
                </a:lnTo>
                <a:lnTo>
                  <a:pt x="877110" y="350513"/>
                </a:lnTo>
                <a:cubicBezTo>
                  <a:pt x="877110" y="380336"/>
                  <a:pt x="852933" y="404513"/>
                  <a:pt x="823110" y="404513"/>
                </a:cubicBezTo>
                <a:lnTo>
                  <a:pt x="80070" y="404513"/>
                </a:lnTo>
                <a:cubicBezTo>
                  <a:pt x="63686" y="404513"/>
                  <a:pt x="49006" y="397216"/>
                  <a:pt x="39584" y="385281"/>
                </a:cubicBezTo>
                <a:cubicBezTo>
                  <a:pt x="39345" y="385130"/>
                  <a:pt x="39115" y="384964"/>
                  <a:pt x="39081" y="384536"/>
                </a:cubicBezTo>
                <a:cubicBezTo>
                  <a:pt x="34931" y="380686"/>
                  <a:pt x="32003" y="375801"/>
                  <a:pt x="30090" y="370423"/>
                </a:cubicBezTo>
                <a:cubicBezTo>
                  <a:pt x="29195" y="369952"/>
                  <a:pt x="29049" y="369281"/>
                  <a:pt x="28929" y="368600"/>
                </a:cubicBezTo>
                <a:lnTo>
                  <a:pt x="392" y="206759"/>
                </a:lnTo>
                <a:cubicBezTo>
                  <a:pt x="-1047" y="198602"/>
                  <a:pt x="1512" y="190665"/>
                  <a:pt x="7461" y="185679"/>
                </a:cubicBezTo>
                <a:cubicBezTo>
                  <a:pt x="7027" y="182823"/>
                  <a:pt x="8428" y="180968"/>
                  <a:pt x="10109" y="179287"/>
                </a:cubicBezTo>
                <a:lnTo>
                  <a:pt x="177226" y="12170"/>
                </a:lnTo>
                <a:lnTo>
                  <a:pt x="184110" y="9319"/>
                </a:lnTo>
                <a:cubicBezTo>
                  <a:pt x="188343" y="3440"/>
                  <a:pt x="195320" y="0"/>
                  <a:pt x="203101"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正方形/長方形 26"/>
          <p:cNvSpPr>
            <a:spLocks noChangeAspect="1"/>
          </p:cNvSpPr>
          <p:nvPr/>
        </p:nvSpPr>
        <p:spPr bwMode="gray">
          <a:xfrm>
            <a:off x="2274634" y="3050933"/>
            <a:ext cx="830090" cy="704256"/>
          </a:xfrm>
          <a:custGeom>
            <a:avLst/>
            <a:gdLst/>
            <a:ahLst/>
            <a:cxnLst/>
            <a:rect l="l" t="t" r="r" b="b"/>
            <a:pathLst>
              <a:path w="899264" h="762944">
                <a:moveTo>
                  <a:pt x="161561" y="420935"/>
                </a:moveTo>
                <a:lnTo>
                  <a:pt x="191294" y="420935"/>
                </a:lnTo>
                <a:lnTo>
                  <a:pt x="266307" y="420935"/>
                </a:lnTo>
                <a:lnTo>
                  <a:pt x="138572" y="519133"/>
                </a:lnTo>
                <a:lnTo>
                  <a:pt x="122834" y="537617"/>
                </a:lnTo>
                <a:lnTo>
                  <a:pt x="276072" y="537617"/>
                </a:lnTo>
                <a:lnTo>
                  <a:pt x="324509" y="647150"/>
                </a:lnTo>
                <a:lnTo>
                  <a:pt x="574757" y="647150"/>
                </a:lnTo>
                <a:lnTo>
                  <a:pt x="623194" y="537617"/>
                </a:lnTo>
                <a:lnTo>
                  <a:pt x="778844" y="537617"/>
                </a:lnTo>
                <a:lnTo>
                  <a:pt x="653240" y="441057"/>
                </a:lnTo>
                <a:lnTo>
                  <a:pt x="653620" y="440562"/>
                </a:lnTo>
                <a:lnTo>
                  <a:pt x="630229" y="420935"/>
                </a:lnTo>
                <a:lnTo>
                  <a:pt x="668709" y="420935"/>
                </a:lnTo>
                <a:lnTo>
                  <a:pt x="702079" y="420935"/>
                </a:lnTo>
                <a:lnTo>
                  <a:pt x="735828" y="420935"/>
                </a:lnTo>
                <a:lnTo>
                  <a:pt x="892126" y="538394"/>
                </a:lnTo>
                <a:cubicBezTo>
                  <a:pt x="898056" y="544121"/>
                  <a:pt x="900314" y="552129"/>
                  <a:pt x="898018" y="559566"/>
                </a:cubicBezTo>
                <a:lnTo>
                  <a:pt x="899264" y="565190"/>
                </a:lnTo>
                <a:lnTo>
                  <a:pt x="877110" y="708944"/>
                </a:lnTo>
                <a:cubicBezTo>
                  <a:pt x="877110" y="738767"/>
                  <a:pt x="852933" y="762944"/>
                  <a:pt x="823110" y="762944"/>
                </a:cubicBezTo>
                <a:lnTo>
                  <a:pt x="80070" y="762944"/>
                </a:lnTo>
                <a:cubicBezTo>
                  <a:pt x="63686" y="762944"/>
                  <a:pt x="49006" y="755647"/>
                  <a:pt x="39584" y="743712"/>
                </a:cubicBezTo>
                <a:cubicBezTo>
                  <a:pt x="39345" y="743561"/>
                  <a:pt x="39115" y="743395"/>
                  <a:pt x="39081" y="742967"/>
                </a:cubicBezTo>
                <a:cubicBezTo>
                  <a:pt x="34931" y="739117"/>
                  <a:pt x="32003" y="734232"/>
                  <a:pt x="30090" y="728854"/>
                </a:cubicBezTo>
                <a:cubicBezTo>
                  <a:pt x="29195" y="728383"/>
                  <a:pt x="29049" y="727712"/>
                  <a:pt x="28929" y="727031"/>
                </a:cubicBezTo>
                <a:lnTo>
                  <a:pt x="392" y="565190"/>
                </a:lnTo>
                <a:cubicBezTo>
                  <a:pt x="-1047" y="557033"/>
                  <a:pt x="1512" y="549096"/>
                  <a:pt x="7461" y="544110"/>
                </a:cubicBezTo>
                <a:cubicBezTo>
                  <a:pt x="7027" y="541254"/>
                  <a:pt x="8428" y="539399"/>
                  <a:pt x="10109" y="537718"/>
                </a:cubicBezTo>
                <a:lnTo>
                  <a:pt x="22045" y="525782"/>
                </a:lnTo>
                <a:close/>
                <a:moveTo>
                  <a:pt x="363907" y="0"/>
                </a:moveTo>
                <a:lnTo>
                  <a:pt x="535357" y="0"/>
                </a:lnTo>
                <a:lnTo>
                  <a:pt x="535357" y="230662"/>
                </a:lnTo>
                <a:lnTo>
                  <a:pt x="684473" y="230662"/>
                </a:lnTo>
                <a:lnTo>
                  <a:pt x="449632" y="449510"/>
                </a:lnTo>
                <a:lnTo>
                  <a:pt x="214792" y="230662"/>
                </a:lnTo>
                <a:lnTo>
                  <a:pt x="363907" y="23066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正方形/長方形 26"/>
          <p:cNvSpPr>
            <a:spLocks noChangeAspect="1"/>
          </p:cNvSpPr>
          <p:nvPr/>
        </p:nvSpPr>
        <p:spPr bwMode="gray">
          <a:xfrm>
            <a:off x="849245" y="3050933"/>
            <a:ext cx="830090" cy="704256"/>
          </a:xfrm>
          <a:custGeom>
            <a:avLst/>
            <a:gdLst/>
            <a:ahLst/>
            <a:cxnLst/>
            <a:rect l="l" t="t" r="r" b="b"/>
            <a:pathLst>
              <a:path w="899264" h="762944">
                <a:moveTo>
                  <a:pt x="161561" y="420935"/>
                </a:moveTo>
                <a:lnTo>
                  <a:pt x="191294" y="420935"/>
                </a:lnTo>
                <a:lnTo>
                  <a:pt x="266307" y="420935"/>
                </a:lnTo>
                <a:lnTo>
                  <a:pt x="138572" y="519133"/>
                </a:lnTo>
                <a:lnTo>
                  <a:pt x="122834" y="537617"/>
                </a:lnTo>
                <a:lnTo>
                  <a:pt x="276072" y="537617"/>
                </a:lnTo>
                <a:lnTo>
                  <a:pt x="324509" y="647150"/>
                </a:lnTo>
                <a:lnTo>
                  <a:pt x="574757" y="647150"/>
                </a:lnTo>
                <a:lnTo>
                  <a:pt x="623194" y="537617"/>
                </a:lnTo>
                <a:lnTo>
                  <a:pt x="778844" y="537617"/>
                </a:lnTo>
                <a:lnTo>
                  <a:pt x="653240" y="441057"/>
                </a:lnTo>
                <a:lnTo>
                  <a:pt x="653620" y="440562"/>
                </a:lnTo>
                <a:lnTo>
                  <a:pt x="630229" y="420935"/>
                </a:lnTo>
                <a:lnTo>
                  <a:pt x="668709" y="420935"/>
                </a:lnTo>
                <a:lnTo>
                  <a:pt x="702079" y="420935"/>
                </a:lnTo>
                <a:lnTo>
                  <a:pt x="735828" y="420935"/>
                </a:lnTo>
                <a:lnTo>
                  <a:pt x="892126" y="538394"/>
                </a:lnTo>
                <a:cubicBezTo>
                  <a:pt x="898056" y="544121"/>
                  <a:pt x="900314" y="552129"/>
                  <a:pt x="898018" y="559566"/>
                </a:cubicBezTo>
                <a:lnTo>
                  <a:pt x="899264" y="565190"/>
                </a:lnTo>
                <a:lnTo>
                  <a:pt x="877110" y="708944"/>
                </a:lnTo>
                <a:cubicBezTo>
                  <a:pt x="877110" y="738767"/>
                  <a:pt x="852933" y="762944"/>
                  <a:pt x="823110" y="762944"/>
                </a:cubicBezTo>
                <a:lnTo>
                  <a:pt x="80070" y="762944"/>
                </a:lnTo>
                <a:cubicBezTo>
                  <a:pt x="63686" y="762944"/>
                  <a:pt x="49006" y="755647"/>
                  <a:pt x="39584" y="743712"/>
                </a:cubicBezTo>
                <a:cubicBezTo>
                  <a:pt x="39345" y="743561"/>
                  <a:pt x="39115" y="743395"/>
                  <a:pt x="39081" y="742967"/>
                </a:cubicBezTo>
                <a:cubicBezTo>
                  <a:pt x="34931" y="739117"/>
                  <a:pt x="32003" y="734232"/>
                  <a:pt x="30090" y="728854"/>
                </a:cubicBezTo>
                <a:cubicBezTo>
                  <a:pt x="29195" y="728383"/>
                  <a:pt x="29049" y="727712"/>
                  <a:pt x="28929" y="727031"/>
                </a:cubicBezTo>
                <a:lnTo>
                  <a:pt x="392" y="565190"/>
                </a:lnTo>
                <a:cubicBezTo>
                  <a:pt x="-1047" y="557033"/>
                  <a:pt x="1512" y="549096"/>
                  <a:pt x="7461" y="544110"/>
                </a:cubicBezTo>
                <a:cubicBezTo>
                  <a:pt x="7027" y="541254"/>
                  <a:pt x="8428" y="539399"/>
                  <a:pt x="10109" y="537718"/>
                </a:cubicBezTo>
                <a:lnTo>
                  <a:pt x="22045" y="525782"/>
                </a:lnTo>
                <a:close/>
                <a:moveTo>
                  <a:pt x="449633" y="0"/>
                </a:moveTo>
                <a:lnTo>
                  <a:pt x="684473" y="218848"/>
                </a:lnTo>
                <a:lnTo>
                  <a:pt x="535358" y="218848"/>
                </a:lnTo>
                <a:lnTo>
                  <a:pt x="535358" y="449510"/>
                </a:lnTo>
                <a:lnTo>
                  <a:pt x="363908" y="449510"/>
                </a:lnTo>
                <a:lnTo>
                  <a:pt x="363908" y="218848"/>
                </a:lnTo>
                <a:lnTo>
                  <a:pt x="214792" y="218848"/>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11034920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オブジェクト 4"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441" imgH="441" progId="TCLayout.ActiveDocument.1">
                  <p:embed/>
                </p:oleObj>
              </mc:Choice>
              <mc:Fallback>
                <p:oleObj name="think-cell Slide" r:id="rId4" imgW="441" imgH="441" progId="TCLayout.ActiveDocument.1">
                  <p:embed/>
                  <p:pic>
                    <p:nvPicPr>
                      <p:cNvPr id="5" name="オブジェクト 4"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US" altLang="ja-JP"/>
              <a:t>Transportation / Journey</a:t>
            </a:r>
            <a:endParaRPr kumimoji="1" lang="ja-JP" altLang="en-US"/>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8" name="角丸四角形 16"/>
          <p:cNvSpPr>
            <a:spLocks noChangeAspect="1"/>
          </p:cNvSpPr>
          <p:nvPr/>
        </p:nvSpPr>
        <p:spPr bwMode="gray">
          <a:xfrm>
            <a:off x="901435" y="1685338"/>
            <a:ext cx="645288" cy="831454"/>
          </a:xfrm>
          <a:custGeom>
            <a:avLst/>
            <a:gdLst/>
            <a:ahLst/>
            <a:cxnLst/>
            <a:rect l="l" t="t" r="r" b="b"/>
            <a:pathLst>
              <a:path w="699062" h="900742">
                <a:moveTo>
                  <a:pt x="420894" y="575868"/>
                </a:moveTo>
                <a:cubicBezTo>
                  <a:pt x="434782" y="575868"/>
                  <a:pt x="446040" y="598542"/>
                  <a:pt x="446040" y="626512"/>
                </a:cubicBezTo>
                <a:cubicBezTo>
                  <a:pt x="446040" y="654482"/>
                  <a:pt x="434782" y="677156"/>
                  <a:pt x="420894" y="677156"/>
                </a:cubicBezTo>
                <a:cubicBezTo>
                  <a:pt x="407006" y="677156"/>
                  <a:pt x="395748" y="654482"/>
                  <a:pt x="395748" y="626512"/>
                </a:cubicBezTo>
                <a:cubicBezTo>
                  <a:pt x="395748" y="598542"/>
                  <a:pt x="407006" y="575868"/>
                  <a:pt x="420894" y="575868"/>
                </a:cubicBezTo>
                <a:close/>
                <a:moveTo>
                  <a:pt x="362117" y="397622"/>
                </a:moveTo>
                <a:cubicBezTo>
                  <a:pt x="318133" y="442866"/>
                  <a:pt x="258592" y="569165"/>
                  <a:pt x="258989" y="624575"/>
                </a:cubicBezTo>
                <a:cubicBezTo>
                  <a:pt x="259386" y="679985"/>
                  <a:pt x="306227" y="730084"/>
                  <a:pt x="364498" y="730084"/>
                </a:cubicBezTo>
                <a:cubicBezTo>
                  <a:pt x="422769" y="730084"/>
                  <a:pt x="470007" y="682846"/>
                  <a:pt x="470007" y="624575"/>
                </a:cubicBezTo>
                <a:cubicBezTo>
                  <a:pt x="470007" y="566304"/>
                  <a:pt x="408482" y="445246"/>
                  <a:pt x="362117" y="397622"/>
                </a:cubicBezTo>
                <a:close/>
                <a:moveTo>
                  <a:pt x="356563" y="74762"/>
                </a:moveTo>
                <a:cubicBezTo>
                  <a:pt x="339903" y="74762"/>
                  <a:pt x="326397" y="88268"/>
                  <a:pt x="326397" y="104928"/>
                </a:cubicBezTo>
                <a:lnTo>
                  <a:pt x="326397" y="150176"/>
                </a:lnTo>
                <a:cubicBezTo>
                  <a:pt x="326397" y="166836"/>
                  <a:pt x="339903" y="180342"/>
                  <a:pt x="356563" y="180342"/>
                </a:cubicBezTo>
                <a:lnTo>
                  <a:pt x="592644" y="180342"/>
                </a:lnTo>
                <a:cubicBezTo>
                  <a:pt x="609304" y="180342"/>
                  <a:pt x="622810" y="166836"/>
                  <a:pt x="622810" y="150176"/>
                </a:cubicBezTo>
                <a:lnTo>
                  <a:pt x="622810" y="104928"/>
                </a:lnTo>
                <a:cubicBezTo>
                  <a:pt x="622810" y="88268"/>
                  <a:pt x="609304" y="74762"/>
                  <a:pt x="592644" y="74762"/>
                </a:cubicBezTo>
                <a:close/>
                <a:moveTo>
                  <a:pt x="274576" y="742"/>
                </a:moveTo>
                <a:lnTo>
                  <a:pt x="666121" y="742"/>
                </a:lnTo>
                <a:cubicBezTo>
                  <a:pt x="684314" y="742"/>
                  <a:pt x="699062" y="15490"/>
                  <a:pt x="699062" y="33683"/>
                </a:cubicBezTo>
                <a:lnTo>
                  <a:pt x="699062" y="867801"/>
                </a:lnTo>
                <a:cubicBezTo>
                  <a:pt x="699062" y="885994"/>
                  <a:pt x="684314" y="900742"/>
                  <a:pt x="666121" y="900742"/>
                </a:cubicBezTo>
                <a:lnTo>
                  <a:pt x="62873" y="900742"/>
                </a:lnTo>
                <a:cubicBezTo>
                  <a:pt x="44680" y="900742"/>
                  <a:pt x="29932" y="885994"/>
                  <a:pt x="29932" y="867801"/>
                </a:cubicBezTo>
                <a:lnTo>
                  <a:pt x="29932" y="254078"/>
                </a:lnTo>
                <a:close/>
                <a:moveTo>
                  <a:pt x="136770" y="4"/>
                </a:moveTo>
                <a:cubicBezTo>
                  <a:pt x="144133" y="-124"/>
                  <a:pt x="151544" y="2556"/>
                  <a:pt x="157260" y="8075"/>
                </a:cubicBezTo>
                <a:lnTo>
                  <a:pt x="167823" y="18276"/>
                </a:lnTo>
                <a:cubicBezTo>
                  <a:pt x="179254" y="29315"/>
                  <a:pt x="179572" y="47532"/>
                  <a:pt x="168534" y="58963"/>
                </a:cubicBezTo>
                <a:lnTo>
                  <a:pt x="60036" y="171316"/>
                </a:lnTo>
                <a:cubicBezTo>
                  <a:pt x="48997" y="182747"/>
                  <a:pt x="30780" y="183065"/>
                  <a:pt x="19349" y="172026"/>
                </a:cubicBezTo>
                <a:lnTo>
                  <a:pt x="8785" y="161825"/>
                </a:lnTo>
                <a:cubicBezTo>
                  <a:pt x="-2646" y="150786"/>
                  <a:pt x="-2964" y="132569"/>
                  <a:pt x="8075" y="121138"/>
                </a:cubicBezTo>
                <a:lnTo>
                  <a:pt x="116573" y="8785"/>
                </a:lnTo>
                <a:cubicBezTo>
                  <a:pt x="122093" y="3070"/>
                  <a:pt x="129407" y="133"/>
                  <a:pt x="136770" y="4"/>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角丸四角形 172"/>
          <p:cNvSpPr>
            <a:spLocks noChangeAspect="1"/>
          </p:cNvSpPr>
          <p:nvPr/>
        </p:nvSpPr>
        <p:spPr bwMode="gray">
          <a:xfrm>
            <a:off x="2354395" y="3031591"/>
            <a:ext cx="830769" cy="695957"/>
          </a:xfrm>
          <a:custGeom>
            <a:avLst/>
            <a:gdLst/>
            <a:ahLst/>
            <a:cxnLst/>
            <a:rect l="l" t="t" r="r" b="b"/>
            <a:pathLst>
              <a:path w="900000" h="753953">
                <a:moveTo>
                  <a:pt x="763563" y="186115"/>
                </a:moveTo>
                <a:lnTo>
                  <a:pt x="826783" y="186115"/>
                </a:lnTo>
                <a:cubicBezTo>
                  <a:pt x="867220" y="186115"/>
                  <a:pt x="900000" y="218895"/>
                  <a:pt x="900000" y="259332"/>
                </a:cubicBezTo>
                <a:lnTo>
                  <a:pt x="900000" y="680736"/>
                </a:lnTo>
                <a:cubicBezTo>
                  <a:pt x="900000" y="721173"/>
                  <a:pt x="867220" y="753953"/>
                  <a:pt x="826783" y="753953"/>
                </a:cubicBezTo>
                <a:lnTo>
                  <a:pt x="763563" y="753953"/>
                </a:lnTo>
                <a:close/>
                <a:moveTo>
                  <a:pt x="173013" y="186115"/>
                </a:moveTo>
                <a:lnTo>
                  <a:pt x="726987" y="186115"/>
                </a:lnTo>
                <a:lnTo>
                  <a:pt x="726987" y="753953"/>
                </a:lnTo>
                <a:lnTo>
                  <a:pt x="173013" y="753953"/>
                </a:lnTo>
                <a:close/>
                <a:moveTo>
                  <a:pt x="73217" y="186115"/>
                </a:moveTo>
                <a:lnTo>
                  <a:pt x="136437" y="186115"/>
                </a:lnTo>
                <a:lnTo>
                  <a:pt x="136437" y="753953"/>
                </a:lnTo>
                <a:lnTo>
                  <a:pt x="73217" y="753953"/>
                </a:lnTo>
                <a:cubicBezTo>
                  <a:pt x="32780" y="753953"/>
                  <a:pt x="0" y="721173"/>
                  <a:pt x="0" y="680736"/>
                </a:cubicBezTo>
                <a:lnTo>
                  <a:pt x="0" y="259332"/>
                </a:lnTo>
                <a:cubicBezTo>
                  <a:pt x="0" y="218895"/>
                  <a:pt x="32780" y="186115"/>
                  <a:pt x="73217" y="186115"/>
                </a:cubicBezTo>
                <a:close/>
                <a:moveTo>
                  <a:pt x="275440" y="0"/>
                </a:moveTo>
                <a:lnTo>
                  <a:pt x="624560" y="0"/>
                </a:lnTo>
                <a:lnTo>
                  <a:pt x="624572" y="5"/>
                </a:lnTo>
                <a:lnTo>
                  <a:pt x="625258" y="5"/>
                </a:lnTo>
                <a:cubicBezTo>
                  <a:pt x="633842" y="5"/>
                  <a:pt x="640800" y="6963"/>
                  <a:pt x="640800" y="15547"/>
                </a:cubicBezTo>
                <a:lnTo>
                  <a:pt x="640800" y="16240"/>
                </a:lnTo>
                <a:lnTo>
                  <a:pt x="640800" y="109713"/>
                </a:lnTo>
                <a:lnTo>
                  <a:pt x="640800" y="138064"/>
                </a:lnTo>
                <a:cubicBezTo>
                  <a:pt x="640800" y="146648"/>
                  <a:pt x="633842" y="153606"/>
                  <a:pt x="625258" y="153606"/>
                </a:cubicBezTo>
                <a:lnTo>
                  <a:pt x="616742" y="153606"/>
                </a:lnTo>
                <a:cubicBezTo>
                  <a:pt x="608158" y="153606"/>
                  <a:pt x="601200" y="146648"/>
                  <a:pt x="601200" y="138064"/>
                </a:cubicBezTo>
                <a:lnTo>
                  <a:pt x="601200" y="125953"/>
                </a:lnTo>
                <a:lnTo>
                  <a:pt x="601200" y="64895"/>
                </a:lnTo>
                <a:cubicBezTo>
                  <a:pt x="601200" y="54042"/>
                  <a:pt x="592401" y="45243"/>
                  <a:pt x="581548" y="45243"/>
                </a:cubicBezTo>
                <a:lnTo>
                  <a:pt x="318452" y="45243"/>
                </a:lnTo>
                <a:cubicBezTo>
                  <a:pt x="307599" y="45243"/>
                  <a:pt x="298800" y="54042"/>
                  <a:pt x="298800" y="64895"/>
                </a:cubicBezTo>
                <a:lnTo>
                  <a:pt x="298800" y="125953"/>
                </a:lnTo>
                <a:lnTo>
                  <a:pt x="298800" y="138064"/>
                </a:lnTo>
                <a:cubicBezTo>
                  <a:pt x="298800" y="146648"/>
                  <a:pt x="291842" y="153606"/>
                  <a:pt x="283258" y="153606"/>
                </a:cubicBezTo>
                <a:lnTo>
                  <a:pt x="274742" y="153606"/>
                </a:lnTo>
                <a:cubicBezTo>
                  <a:pt x="266158" y="153606"/>
                  <a:pt x="259200" y="146648"/>
                  <a:pt x="259200" y="138064"/>
                </a:cubicBezTo>
                <a:lnTo>
                  <a:pt x="259200" y="109713"/>
                </a:lnTo>
                <a:lnTo>
                  <a:pt x="259200" y="16240"/>
                </a:lnTo>
                <a:lnTo>
                  <a:pt x="259200" y="15547"/>
                </a:lnTo>
                <a:cubicBezTo>
                  <a:pt x="259200" y="6963"/>
                  <a:pt x="266158" y="5"/>
                  <a:pt x="274742" y="5"/>
                </a:cubicBezTo>
                <a:lnTo>
                  <a:pt x="275428" y="5"/>
                </a:lnTo>
                <a:cubicBezTo>
                  <a:pt x="275432" y="0"/>
                  <a:pt x="275436" y="0"/>
                  <a:pt x="27544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円/楕円 12"/>
          <p:cNvSpPr>
            <a:spLocks noChangeAspect="1"/>
          </p:cNvSpPr>
          <p:nvPr/>
        </p:nvSpPr>
        <p:spPr bwMode="gray">
          <a:xfrm>
            <a:off x="808696" y="2967507"/>
            <a:ext cx="830769" cy="824123"/>
          </a:xfrm>
          <a:custGeom>
            <a:avLst/>
            <a:gdLst/>
            <a:ahLst/>
            <a:cxnLst/>
            <a:rect l="l" t="t" r="r" b="b"/>
            <a:pathLst>
              <a:path w="900002" h="802850">
                <a:moveTo>
                  <a:pt x="278602" y="0"/>
                </a:moveTo>
                <a:cubicBezTo>
                  <a:pt x="304896" y="3175"/>
                  <a:pt x="352621" y="1588"/>
                  <a:pt x="364628" y="19051"/>
                </a:cubicBezTo>
                <a:cubicBezTo>
                  <a:pt x="371774" y="22263"/>
                  <a:pt x="409461" y="66746"/>
                  <a:pt x="458568" y="127110"/>
                </a:cubicBezTo>
                <a:lnTo>
                  <a:pt x="503911" y="127110"/>
                </a:lnTo>
                <a:cubicBezTo>
                  <a:pt x="516533" y="127110"/>
                  <a:pt x="526765" y="137342"/>
                  <a:pt x="526765" y="149964"/>
                </a:cubicBezTo>
                <a:lnTo>
                  <a:pt x="526764" y="149964"/>
                </a:lnTo>
                <a:cubicBezTo>
                  <a:pt x="526764" y="162586"/>
                  <a:pt x="516532" y="172818"/>
                  <a:pt x="503910" y="172818"/>
                </a:cubicBezTo>
                <a:lnTo>
                  <a:pt x="495624" y="172818"/>
                </a:lnTo>
                <a:lnTo>
                  <a:pt x="554344" y="246173"/>
                </a:lnTo>
                <a:lnTo>
                  <a:pt x="599851" y="246173"/>
                </a:lnTo>
                <a:cubicBezTo>
                  <a:pt x="612473" y="246173"/>
                  <a:pt x="622705" y="256405"/>
                  <a:pt x="622705" y="269027"/>
                </a:cubicBezTo>
                <a:lnTo>
                  <a:pt x="622704" y="269027"/>
                </a:lnTo>
                <a:cubicBezTo>
                  <a:pt x="622704" y="281649"/>
                  <a:pt x="612472" y="291881"/>
                  <a:pt x="599850" y="291881"/>
                </a:cubicBezTo>
                <a:lnTo>
                  <a:pt x="590933" y="291881"/>
                </a:lnTo>
                <a:lnTo>
                  <a:pt x="646835" y="362001"/>
                </a:lnTo>
                <a:cubicBezTo>
                  <a:pt x="663796" y="360278"/>
                  <a:pt x="681710" y="359753"/>
                  <a:pt x="700212" y="359753"/>
                </a:cubicBezTo>
                <a:cubicBezTo>
                  <a:pt x="810553" y="359753"/>
                  <a:pt x="900002" y="378410"/>
                  <a:pt x="900002" y="401425"/>
                </a:cubicBezTo>
                <a:cubicBezTo>
                  <a:pt x="900002" y="424440"/>
                  <a:pt x="810553" y="443097"/>
                  <a:pt x="700212" y="443097"/>
                </a:cubicBezTo>
                <a:lnTo>
                  <a:pt x="646835" y="440849"/>
                </a:lnTo>
                <a:cubicBezTo>
                  <a:pt x="629237" y="462881"/>
                  <a:pt x="610335" y="486628"/>
                  <a:pt x="590933" y="510969"/>
                </a:cubicBezTo>
                <a:lnTo>
                  <a:pt x="599850" y="510969"/>
                </a:lnTo>
                <a:cubicBezTo>
                  <a:pt x="612472" y="510969"/>
                  <a:pt x="622704" y="521201"/>
                  <a:pt x="622704" y="533823"/>
                </a:cubicBezTo>
                <a:lnTo>
                  <a:pt x="622705" y="533823"/>
                </a:lnTo>
                <a:cubicBezTo>
                  <a:pt x="622705" y="546445"/>
                  <a:pt x="612473" y="556677"/>
                  <a:pt x="599851" y="556677"/>
                </a:cubicBezTo>
                <a:lnTo>
                  <a:pt x="554344" y="556677"/>
                </a:lnTo>
                <a:lnTo>
                  <a:pt x="495624" y="630032"/>
                </a:lnTo>
                <a:lnTo>
                  <a:pt x="503910" y="630032"/>
                </a:lnTo>
                <a:cubicBezTo>
                  <a:pt x="516532" y="630032"/>
                  <a:pt x="526764" y="640264"/>
                  <a:pt x="526764" y="652886"/>
                </a:cubicBezTo>
                <a:lnTo>
                  <a:pt x="526765" y="652886"/>
                </a:lnTo>
                <a:cubicBezTo>
                  <a:pt x="526765" y="665508"/>
                  <a:pt x="516533" y="675740"/>
                  <a:pt x="503911" y="675740"/>
                </a:cubicBezTo>
                <a:lnTo>
                  <a:pt x="458568" y="675740"/>
                </a:lnTo>
                <a:cubicBezTo>
                  <a:pt x="409461" y="736104"/>
                  <a:pt x="371774" y="780587"/>
                  <a:pt x="364628" y="783799"/>
                </a:cubicBezTo>
                <a:cubicBezTo>
                  <a:pt x="352621" y="801262"/>
                  <a:pt x="304896" y="799675"/>
                  <a:pt x="278602" y="802850"/>
                </a:cubicBezTo>
                <a:cubicBezTo>
                  <a:pt x="324989" y="698663"/>
                  <a:pt x="411858" y="544467"/>
                  <a:pt x="420145" y="471236"/>
                </a:cubicBezTo>
                <a:cubicBezTo>
                  <a:pt x="424919" y="427702"/>
                  <a:pt x="243022" y="432033"/>
                  <a:pt x="152640" y="426515"/>
                </a:cubicBezTo>
                <a:lnTo>
                  <a:pt x="152640" y="427548"/>
                </a:lnTo>
                <a:lnTo>
                  <a:pt x="59794" y="538027"/>
                </a:lnTo>
                <a:lnTo>
                  <a:pt x="0" y="546431"/>
                </a:lnTo>
                <a:lnTo>
                  <a:pt x="0" y="542936"/>
                </a:lnTo>
                <a:lnTo>
                  <a:pt x="35433" y="419425"/>
                </a:lnTo>
                <a:lnTo>
                  <a:pt x="30638" y="419425"/>
                </a:lnTo>
                <a:cubicBezTo>
                  <a:pt x="20697" y="419425"/>
                  <a:pt x="12638" y="411366"/>
                  <a:pt x="12638" y="401425"/>
                </a:cubicBezTo>
                <a:cubicBezTo>
                  <a:pt x="12638" y="391484"/>
                  <a:pt x="20697" y="383425"/>
                  <a:pt x="30638" y="383425"/>
                </a:cubicBezTo>
                <a:lnTo>
                  <a:pt x="35433" y="383425"/>
                </a:lnTo>
                <a:lnTo>
                  <a:pt x="0" y="259914"/>
                </a:lnTo>
                <a:lnTo>
                  <a:pt x="0" y="256419"/>
                </a:lnTo>
                <a:lnTo>
                  <a:pt x="59794" y="264823"/>
                </a:lnTo>
                <a:lnTo>
                  <a:pt x="152640" y="375302"/>
                </a:lnTo>
                <a:lnTo>
                  <a:pt x="152640" y="376335"/>
                </a:lnTo>
                <a:cubicBezTo>
                  <a:pt x="243022" y="370817"/>
                  <a:pt x="424919" y="375148"/>
                  <a:pt x="420145" y="331614"/>
                </a:cubicBezTo>
                <a:cubicBezTo>
                  <a:pt x="411858" y="258383"/>
                  <a:pt x="324989" y="104187"/>
                  <a:pt x="27860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lang="ja-JP" altLang="en-US" sz="1108">
              <a:solidFill>
                <a:schemeClr val="tx1"/>
              </a:solidFill>
              <a:latin typeface="+mj-lt"/>
            </a:endParaRPr>
          </a:p>
        </p:txBody>
      </p:sp>
      <p:sp>
        <p:nvSpPr>
          <p:cNvPr id="31" name="角丸四角形 6"/>
          <p:cNvSpPr>
            <a:spLocks noChangeAspect="1"/>
          </p:cNvSpPr>
          <p:nvPr/>
        </p:nvSpPr>
        <p:spPr bwMode="gray">
          <a:xfrm>
            <a:off x="2323411" y="1722589"/>
            <a:ext cx="832002" cy="540709"/>
          </a:xfrm>
          <a:custGeom>
            <a:avLst/>
            <a:gdLst/>
            <a:ahLst/>
            <a:cxnLst/>
            <a:rect l="l" t="t" r="r" b="b"/>
            <a:pathLst>
              <a:path w="901335" h="585768">
                <a:moveTo>
                  <a:pt x="119779" y="477404"/>
                </a:moveTo>
                <a:cubicBezTo>
                  <a:pt x="125660" y="498408"/>
                  <a:pt x="145102" y="513470"/>
                  <a:pt x="168062" y="513470"/>
                </a:cubicBezTo>
                <a:cubicBezTo>
                  <a:pt x="191022" y="513470"/>
                  <a:pt x="210464" y="498408"/>
                  <a:pt x="216345" y="477404"/>
                </a:cubicBezTo>
                <a:close/>
                <a:moveTo>
                  <a:pt x="90152" y="477404"/>
                </a:moveTo>
                <a:cubicBezTo>
                  <a:pt x="95844" y="514976"/>
                  <a:pt x="128669" y="543095"/>
                  <a:pt x="168061" y="543095"/>
                </a:cubicBezTo>
                <a:cubicBezTo>
                  <a:pt x="207453" y="543095"/>
                  <a:pt x="240278" y="514976"/>
                  <a:pt x="245970" y="477404"/>
                </a:cubicBezTo>
                <a:lnTo>
                  <a:pt x="227409" y="477404"/>
                </a:lnTo>
                <a:cubicBezTo>
                  <a:pt x="221608" y="504630"/>
                  <a:pt x="197159" y="524534"/>
                  <a:pt x="168061" y="524534"/>
                </a:cubicBezTo>
                <a:cubicBezTo>
                  <a:pt x="138963" y="524534"/>
                  <a:pt x="114514" y="504630"/>
                  <a:pt x="108713" y="477404"/>
                </a:cubicBezTo>
                <a:close/>
                <a:moveTo>
                  <a:pt x="837169" y="408129"/>
                </a:moveTo>
                <a:cubicBezTo>
                  <a:pt x="855660" y="407043"/>
                  <a:pt x="874071" y="410146"/>
                  <a:pt x="892117" y="416437"/>
                </a:cubicBezTo>
                <a:cubicBezTo>
                  <a:pt x="898223" y="430434"/>
                  <a:pt x="901335" y="445901"/>
                  <a:pt x="901335" y="462095"/>
                </a:cubicBezTo>
                <a:cubicBezTo>
                  <a:pt x="901335" y="530398"/>
                  <a:pt x="845965" y="585768"/>
                  <a:pt x="777662" y="585768"/>
                </a:cubicBezTo>
                <a:cubicBezTo>
                  <a:pt x="719376" y="585768"/>
                  <a:pt x="670508" y="545448"/>
                  <a:pt x="659748" y="490620"/>
                </a:cubicBezTo>
                <a:cubicBezTo>
                  <a:pt x="671417" y="475099"/>
                  <a:pt x="684636" y="463074"/>
                  <a:pt x="698380" y="453587"/>
                </a:cubicBezTo>
                <a:cubicBezTo>
                  <a:pt x="696817" y="456293"/>
                  <a:pt x="696662" y="459176"/>
                  <a:pt x="696662" y="462095"/>
                </a:cubicBezTo>
                <a:cubicBezTo>
                  <a:pt x="696662" y="506830"/>
                  <a:pt x="732927" y="543095"/>
                  <a:pt x="777662" y="543095"/>
                </a:cubicBezTo>
                <a:cubicBezTo>
                  <a:pt x="822397" y="543095"/>
                  <a:pt x="858662" y="506830"/>
                  <a:pt x="858662" y="462095"/>
                </a:cubicBezTo>
                <a:cubicBezTo>
                  <a:pt x="858662" y="441149"/>
                  <a:pt x="850711" y="422060"/>
                  <a:pt x="837169" y="408129"/>
                </a:cubicBezTo>
                <a:close/>
                <a:moveTo>
                  <a:pt x="806051" y="407317"/>
                </a:moveTo>
                <a:cubicBezTo>
                  <a:pt x="826422" y="417046"/>
                  <a:pt x="840101" y="437973"/>
                  <a:pt x="840101" y="462095"/>
                </a:cubicBezTo>
                <a:cubicBezTo>
                  <a:pt x="840101" y="496579"/>
                  <a:pt x="812146" y="524534"/>
                  <a:pt x="777662" y="524534"/>
                </a:cubicBezTo>
                <a:cubicBezTo>
                  <a:pt x="743178" y="524534"/>
                  <a:pt x="715223" y="496579"/>
                  <a:pt x="715223" y="462095"/>
                </a:cubicBezTo>
                <a:lnTo>
                  <a:pt x="719573" y="440548"/>
                </a:lnTo>
                <a:lnTo>
                  <a:pt x="739736" y="428143"/>
                </a:lnTo>
                <a:cubicBezTo>
                  <a:pt x="731242" y="436921"/>
                  <a:pt x="726289" y="448930"/>
                  <a:pt x="726289" y="462096"/>
                </a:cubicBezTo>
                <a:cubicBezTo>
                  <a:pt x="726289" y="490469"/>
                  <a:pt x="749290" y="513470"/>
                  <a:pt x="777663" y="513470"/>
                </a:cubicBezTo>
                <a:cubicBezTo>
                  <a:pt x="806036" y="513470"/>
                  <a:pt x="829037" y="490469"/>
                  <a:pt x="829037" y="462096"/>
                </a:cubicBezTo>
                <a:cubicBezTo>
                  <a:pt x="829037" y="436772"/>
                  <a:pt x="810713" y="415727"/>
                  <a:pt x="786426" y="412491"/>
                </a:cubicBezTo>
                <a:close/>
                <a:moveTo>
                  <a:pt x="781862" y="309711"/>
                </a:moveTo>
                <a:cubicBezTo>
                  <a:pt x="822710" y="309711"/>
                  <a:pt x="860860" y="327055"/>
                  <a:pt x="892639" y="369632"/>
                </a:cubicBezTo>
                <a:cubicBezTo>
                  <a:pt x="896974" y="380176"/>
                  <a:pt x="898501" y="392308"/>
                  <a:pt x="893289" y="394034"/>
                </a:cubicBezTo>
                <a:cubicBezTo>
                  <a:pt x="817632" y="370028"/>
                  <a:pt x="728032" y="401274"/>
                  <a:pt x="667182" y="453537"/>
                </a:cubicBezTo>
                <a:cubicBezTo>
                  <a:pt x="623779" y="484205"/>
                  <a:pt x="587438" y="511774"/>
                  <a:pt x="603210" y="461510"/>
                </a:cubicBezTo>
                <a:cubicBezTo>
                  <a:pt x="636242" y="372098"/>
                  <a:pt x="697322" y="309711"/>
                  <a:pt x="781862" y="309711"/>
                </a:cubicBezTo>
                <a:close/>
                <a:moveTo>
                  <a:pt x="225458" y="148804"/>
                </a:moveTo>
                <a:lnTo>
                  <a:pt x="416799" y="148804"/>
                </a:lnTo>
                <a:cubicBezTo>
                  <a:pt x="424755" y="148804"/>
                  <a:pt x="431205" y="155254"/>
                  <a:pt x="431205" y="163210"/>
                </a:cubicBezTo>
                <a:lnTo>
                  <a:pt x="431205" y="183575"/>
                </a:lnTo>
                <a:cubicBezTo>
                  <a:pt x="431205" y="191531"/>
                  <a:pt x="424755" y="197981"/>
                  <a:pt x="416799" y="197981"/>
                </a:cubicBezTo>
                <a:lnTo>
                  <a:pt x="225458" y="197981"/>
                </a:lnTo>
                <a:cubicBezTo>
                  <a:pt x="217502" y="197981"/>
                  <a:pt x="211052" y="191531"/>
                  <a:pt x="211052" y="183575"/>
                </a:cubicBezTo>
                <a:lnTo>
                  <a:pt x="211052" y="163210"/>
                </a:lnTo>
                <a:cubicBezTo>
                  <a:pt x="211052" y="155254"/>
                  <a:pt x="217502" y="148804"/>
                  <a:pt x="225458" y="148804"/>
                </a:cubicBezTo>
                <a:close/>
                <a:moveTo>
                  <a:pt x="575075" y="80373"/>
                </a:moveTo>
                <a:cubicBezTo>
                  <a:pt x="578756" y="82774"/>
                  <a:pt x="585108" y="92819"/>
                  <a:pt x="587135" y="95567"/>
                </a:cubicBezTo>
                <a:lnTo>
                  <a:pt x="587237" y="96863"/>
                </a:lnTo>
                <a:lnTo>
                  <a:pt x="668164" y="221479"/>
                </a:lnTo>
                <a:lnTo>
                  <a:pt x="668412" y="221538"/>
                </a:lnTo>
                <a:lnTo>
                  <a:pt x="694599" y="261862"/>
                </a:lnTo>
                <a:lnTo>
                  <a:pt x="695525" y="260620"/>
                </a:lnTo>
                <a:lnTo>
                  <a:pt x="703830" y="279315"/>
                </a:lnTo>
                <a:cubicBezTo>
                  <a:pt x="709367" y="290769"/>
                  <a:pt x="704793" y="304192"/>
                  <a:pt x="693727" y="311378"/>
                </a:cubicBezTo>
                <a:cubicBezTo>
                  <a:pt x="650065" y="340425"/>
                  <a:pt x="592115" y="419478"/>
                  <a:pt x="569884" y="462812"/>
                </a:cubicBezTo>
                <a:cubicBezTo>
                  <a:pt x="560987" y="486140"/>
                  <a:pt x="524404" y="474802"/>
                  <a:pt x="515287" y="477234"/>
                </a:cubicBezTo>
                <a:cubicBezTo>
                  <a:pt x="515214" y="477275"/>
                  <a:pt x="515195" y="477338"/>
                  <a:pt x="515180" y="477404"/>
                </a:cubicBezTo>
                <a:lnTo>
                  <a:pt x="288643" y="477404"/>
                </a:lnTo>
                <a:cubicBezTo>
                  <a:pt x="283104" y="538621"/>
                  <a:pt x="231089" y="585768"/>
                  <a:pt x="168061" y="585768"/>
                </a:cubicBezTo>
                <a:cubicBezTo>
                  <a:pt x="100531" y="585768"/>
                  <a:pt x="45642" y="531644"/>
                  <a:pt x="44853" y="464400"/>
                </a:cubicBezTo>
                <a:lnTo>
                  <a:pt x="0" y="464400"/>
                </a:lnTo>
                <a:cubicBezTo>
                  <a:pt x="871" y="411771"/>
                  <a:pt x="19157" y="363851"/>
                  <a:pt x="50178" y="325748"/>
                </a:cubicBezTo>
                <a:lnTo>
                  <a:pt x="46114" y="325748"/>
                </a:lnTo>
                <a:cubicBezTo>
                  <a:pt x="39156" y="325748"/>
                  <a:pt x="33515" y="320107"/>
                  <a:pt x="33515" y="313149"/>
                </a:cubicBezTo>
                <a:lnTo>
                  <a:pt x="33515" y="302347"/>
                </a:lnTo>
                <a:cubicBezTo>
                  <a:pt x="33515" y="295389"/>
                  <a:pt x="39156" y="289748"/>
                  <a:pt x="46114" y="289748"/>
                </a:cubicBezTo>
                <a:lnTo>
                  <a:pt x="53891" y="289748"/>
                </a:lnTo>
                <a:lnTo>
                  <a:pt x="53891" y="288971"/>
                </a:lnTo>
                <a:cubicBezTo>
                  <a:pt x="53891" y="280205"/>
                  <a:pt x="60998" y="273098"/>
                  <a:pt x="69764" y="273098"/>
                </a:cubicBezTo>
                <a:lnTo>
                  <a:pt x="102059" y="273098"/>
                </a:lnTo>
                <a:cubicBezTo>
                  <a:pt x="143838" y="240807"/>
                  <a:pt x="195640" y="221584"/>
                  <a:pt x="249380" y="219602"/>
                </a:cubicBezTo>
                <a:lnTo>
                  <a:pt x="304483" y="219602"/>
                </a:lnTo>
                <a:lnTo>
                  <a:pt x="415308" y="219602"/>
                </a:lnTo>
                <a:lnTo>
                  <a:pt x="419683" y="219602"/>
                </a:lnTo>
                <a:cubicBezTo>
                  <a:pt x="427636" y="219602"/>
                  <a:pt x="434083" y="226049"/>
                  <a:pt x="434083" y="234002"/>
                </a:cubicBezTo>
                <a:cubicBezTo>
                  <a:pt x="434083" y="240547"/>
                  <a:pt x="429717" y="246071"/>
                  <a:pt x="423452" y="246841"/>
                </a:cubicBezTo>
                <a:lnTo>
                  <a:pt x="424130" y="249110"/>
                </a:lnTo>
                <a:cubicBezTo>
                  <a:pt x="385405" y="257019"/>
                  <a:pt x="356985" y="292132"/>
                  <a:pt x="356985" y="333986"/>
                </a:cubicBezTo>
                <a:cubicBezTo>
                  <a:pt x="356985" y="383195"/>
                  <a:pt x="396271" y="423086"/>
                  <a:pt x="444733" y="423086"/>
                </a:cubicBezTo>
                <a:lnTo>
                  <a:pt x="532481" y="423086"/>
                </a:lnTo>
                <a:lnTo>
                  <a:pt x="532481" y="423085"/>
                </a:lnTo>
                <a:lnTo>
                  <a:pt x="540393" y="423085"/>
                </a:lnTo>
                <a:lnTo>
                  <a:pt x="597330" y="341773"/>
                </a:lnTo>
                <a:lnTo>
                  <a:pt x="618451" y="311608"/>
                </a:lnTo>
                <a:cubicBezTo>
                  <a:pt x="623378" y="304571"/>
                  <a:pt x="626931" y="296984"/>
                  <a:pt x="628350" y="288931"/>
                </a:cubicBezTo>
                <a:cubicBezTo>
                  <a:pt x="637633" y="269302"/>
                  <a:pt x="637253" y="245847"/>
                  <a:pt x="626277" y="225202"/>
                </a:cubicBezTo>
                <a:lnTo>
                  <a:pt x="623299" y="219602"/>
                </a:lnTo>
                <a:lnTo>
                  <a:pt x="623300" y="219602"/>
                </a:lnTo>
                <a:lnTo>
                  <a:pt x="560478" y="101451"/>
                </a:lnTo>
                <a:lnTo>
                  <a:pt x="560608" y="101385"/>
                </a:lnTo>
                <a:lnTo>
                  <a:pt x="559308" y="98834"/>
                </a:lnTo>
                <a:cubicBezTo>
                  <a:pt x="556014" y="92369"/>
                  <a:pt x="558585" y="84455"/>
                  <a:pt x="565050" y="81161"/>
                </a:cubicBezTo>
                <a:cubicBezTo>
                  <a:pt x="568283" y="79514"/>
                  <a:pt x="571877" y="79334"/>
                  <a:pt x="575075" y="80373"/>
                </a:cubicBezTo>
                <a:close/>
                <a:moveTo>
                  <a:pt x="594876" y="479"/>
                </a:moveTo>
                <a:lnTo>
                  <a:pt x="619025" y="1292"/>
                </a:lnTo>
                <a:lnTo>
                  <a:pt x="619025" y="57320"/>
                </a:lnTo>
                <a:cubicBezTo>
                  <a:pt x="615254" y="60678"/>
                  <a:pt x="610634" y="61784"/>
                  <a:pt x="605835" y="62631"/>
                </a:cubicBezTo>
                <a:cubicBezTo>
                  <a:pt x="588861" y="65624"/>
                  <a:pt x="572883" y="64791"/>
                  <a:pt x="560845" y="60972"/>
                </a:cubicBezTo>
                <a:cubicBezTo>
                  <a:pt x="559117" y="64602"/>
                  <a:pt x="555347" y="66720"/>
                  <a:pt x="551083" y="66720"/>
                </a:cubicBezTo>
                <a:cubicBezTo>
                  <a:pt x="544124" y="66720"/>
                  <a:pt x="538483" y="61079"/>
                  <a:pt x="538483" y="54120"/>
                </a:cubicBezTo>
                <a:lnTo>
                  <a:pt x="541788" y="46142"/>
                </a:lnTo>
                <a:cubicBezTo>
                  <a:pt x="540156" y="45237"/>
                  <a:pt x="539688" y="43798"/>
                  <a:pt x="539423" y="42299"/>
                </a:cubicBezTo>
                <a:cubicBezTo>
                  <a:pt x="536397" y="25136"/>
                  <a:pt x="561224" y="6414"/>
                  <a:pt x="594876" y="479"/>
                </a:cubicBezTo>
                <a:close/>
                <a:moveTo>
                  <a:pt x="637525" y="0"/>
                </a:moveTo>
                <a:cubicBezTo>
                  <a:pt x="647766" y="6038"/>
                  <a:pt x="653684" y="16775"/>
                  <a:pt x="653684" y="28799"/>
                </a:cubicBezTo>
                <a:cubicBezTo>
                  <a:pt x="653684" y="40823"/>
                  <a:pt x="647766" y="51561"/>
                  <a:pt x="637525" y="5760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2" name="角丸四角形 2"/>
          <p:cNvSpPr>
            <a:spLocks noChangeAspect="1"/>
          </p:cNvSpPr>
          <p:nvPr/>
        </p:nvSpPr>
        <p:spPr bwMode="gray">
          <a:xfrm>
            <a:off x="7147658" y="1600933"/>
            <a:ext cx="199385" cy="830769"/>
          </a:xfrm>
          <a:custGeom>
            <a:avLst/>
            <a:gdLst/>
            <a:ahLst/>
            <a:cxnLst/>
            <a:rect l="l" t="t" r="r" b="b"/>
            <a:pathLst>
              <a:path w="216000" h="900000">
                <a:moveTo>
                  <a:pt x="108000" y="383712"/>
                </a:moveTo>
                <a:cubicBezTo>
                  <a:pt x="68231" y="383712"/>
                  <a:pt x="35992" y="415951"/>
                  <a:pt x="35992" y="455720"/>
                </a:cubicBezTo>
                <a:cubicBezTo>
                  <a:pt x="35992" y="495489"/>
                  <a:pt x="68231" y="527728"/>
                  <a:pt x="108000" y="527728"/>
                </a:cubicBezTo>
                <a:cubicBezTo>
                  <a:pt x="147769" y="527728"/>
                  <a:pt x="180008" y="495489"/>
                  <a:pt x="180008" y="455720"/>
                </a:cubicBezTo>
                <a:cubicBezTo>
                  <a:pt x="180008" y="415951"/>
                  <a:pt x="147769" y="383712"/>
                  <a:pt x="108000" y="383712"/>
                </a:cubicBezTo>
                <a:close/>
                <a:moveTo>
                  <a:pt x="108000" y="206999"/>
                </a:moveTo>
                <a:cubicBezTo>
                  <a:pt x="68231" y="206999"/>
                  <a:pt x="35992" y="239238"/>
                  <a:pt x="35992" y="279007"/>
                </a:cubicBezTo>
                <a:cubicBezTo>
                  <a:pt x="35992" y="318776"/>
                  <a:pt x="68231" y="351015"/>
                  <a:pt x="108000" y="351015"/>
                </a:cubicBezTo>
                <a:cubicBezTo>
                  <a:pt x="147769" y="351015"/>
                  <a:pt x="180008" y="318776"/>
                  <a:pt x="180008" y="279007"/>
                </a:cubicBezTo>
                <a:cubicBezTo>
                  <a:pt x="180008" y="239238"/>
                  <a:pt x="147769" y="206999"/>
                  <a:pt x="108000" y="206999"/>
                </a:cubicBezTo>
                <a:close/>
                <a:moveTo>
                  <a:pt x="108000" y="30285"/>
                </a:moveTo>
                <a:cubicBezTo>
                  <a:pt x="68231" y="30285"/>
                  <a:pt x="35992" y="62524"/>
                  <a:pt x="35992" y="102293"/>
                </a:cubicBezTo>
                <a:cubicBezTo>
                  <a:pt x="35992" y="142062"/>
                  <a:pt x="68231" y="174301"/>
                  <a:pt x="108000" y="174301"/>
                </a:cubicBezTo>
                <a:cubicBezTo>
                  <a:pt x="147769" y="174301"/>
                  <a:pt x="180008" y="142062"/>
                  <a:pt x="180008" y="102293"/>
                </a:cubicBezTo>
                <a:cubicBezTo>
                  <a:pt x="180008" y="62524"/>
                  <a:pt x="147769" y="30285"/>
                  <a:pt x="108000" y="30285"/>
                </a:cubicBezTo>
                <a:close/>
                <a:moveTo>
                  <a:pt x="36001" y="0"/>
                </a:moveTo>
                <a:lnTo>
                  <a:pt x="179999" y="0"/>
                </a:lnTo>
                <a:cubicBezTo>
                  <a:pt x="199882" y="0"/>
                  <a:pt x="216000" y="16118"/>
                  <a:pt x="216000" y="36001"/>
                </a:cubicBezTo>
                <a:lnTo>
                  <a:pt x="216000" y="525817"/>
                </a:lnTo>
                <a:cubicBezTo>
                  <a:pt x="216000" y="545700"/>
                  <a:pt x="199882" y="561818"/>
                  <a:pt x="179999" y="561818"/>
                </a:cubicBezTo>
                <a:lnTo>
                  <a:pt x="144000" y="561818"/>
                </a:lnTo>
                <a:lnTo>
                  <a:pt x="144000" y="900000"/>
                </a:lnTo>
                <a:lnTo>
                  <a:pt x="72000" y="900000"/>
                </a:lnTo>
                <a:lnTo>
                  <a:pt x="72000" y="561818"/>
                </a:lnTo>
                <a:lnTo>
                  <a:pt x="36001" y="561818"/>
                </a:lnTo>
                <a:cubicBezTo>
                  <a:pt x="16118" y="561818"/>
                  <a:pt x="0" y="545700"/>
                  <a:pt x="0" y="525817"/>
                </a:cubicBezTo>
                <a:lnTo>
                  <a:pt x="0" y="36001"/>
                </a:lnTo>
                <a:cubicBezTo>
                  <a:pt x="0" y="16118"/>
                  <a:pt x="16118" y="0"/>
                  <a:pt x="36001"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3" name="角丸四角形 4"/>
          <p:cNvSpPr>
            <a:spLocks noChangeAspect="1"/>
          </p:cNvSpPr>
          <p:nvPr/>
        </p:nvSpPr>
        <p:spPr bwMode="gray">
          <a:xfrm>
            <a:off x="3932100" y="1766567"/>
            <a:ext cx="831415" cy="447393"/>
          </a:xfrm>
          <a:custGeom>
            <a:avLst/>
            <a:gdLst>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39011 w 900700"/>
              <a:gd name="connsiteY43" fmla="*/ 174033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 name="connsiteX0" fmla="*/ 743637 w 900700"/>
              <a:gd name="connsiteY0" fmla="*/ 315146 h 484676"/>
              <a:gd name="connsiteX1" fmla="*/ 828402 w 900700"/>
              <a:gd name="connsiteY1" fmla="*/ 399911 h 484676"/>
              <a:gd name="connsiteX2" fmla="*/ 743637 w 900700"/>
              <a:gd name="connsiteY2" fmla="*/ 484676 h 484676"/>
              <a:gd name="connsiteX3" fmla="*/ 658872 w 900700"/>
              <a:gd name="connsiteY3" fmla="*/ 399911 h 484676"/>
              <a:gd name="connsiteX4" fmla="*/ 743637 w 900700"/>
              <a:gd name="connsiteY4" fmla="*/ 315146 h 484676"/>
              <a:gd name="connsiteX5" fmla="*/ 255025 w 900700"/>
              <a:gd name="connsiteY5" fmla="*/ 314851 h 484676"/>
              <a:gd name="connsiteX6" fmla="*/ 339790 w 900700"/>
              <a:gd name="connsiteY6" fmla="*/ 399616 h 484676"/>
              <a:gd name="connsiteX7" fmla="*/ 255025 w 900700"/>
              <a:gd name="connsiteY7" fmla="*/ 484381 h 484676"/>
              <a:gd name="connsiteX8" fmla="*/ 170260 w 900700"/>
              <a:gd name="connsiteY8" fmla="*/ 399616 h 484676"/>
              <a:gd name="connsiteX9" fmla="*/ 255025 w 900700"/>
              <a:gd name="connsiteY9" fmla="*/ 314851 h 484676"/>
              <a:gd name="connsiteX10" fmla="*/ 725623 w 900700"/>
              <a:gd name="connsiteY10" fmla="*/ 47194 h 484676"/>
              <a:gd name="connsiteX11" fmla="*/ 714843 w 900700"/>
              <a:gd name="connsiteY11" fmla="*/ 57974 h 484676"/>
              <a:gd name="connsiteX12" fmla="*/ 714843 w 900700"/>
              <a:gd name="connsiteY12" fmla="*/ 157857 h 484676"/>
              <a:gd name="connsiteX13" fmla="*/ 725623 w 900700"/>
              <a:gd name="connsiteY13" fmla="*/ 168637 h 484676"/>
              <a:gd name="connsiteX14" fmla="*/ 742696 w 900700"/>
              <a:gd name="connsiteY14" fmla="*/ 168637 h 484676"/>
              <a:gd name="connsiteX15" fmla="*/ 754767 w 900700"/>
              <a:gd name="connsiteY15" fmla="*/ 168637 h 484676"/>
              <a:gd name="connsiteX16" fmla="*/ 778696 w 900700"/>
              <a:gd name="connsiteY16" fmla="*/ 168637 h 484676"/>
              <a:gd name="connsiteX17" fmla="*/ 778696 w 900700"/>
              <a:gd name="connsiteY17" fmla="*/ 166445 h 484676"/>
              <a:gd name="connsiteX18" fmla="*/ 780237 w 900700"/>
              <a:gd name="connsiteY18" fmla="*/ 167053 h 484676"/>
              <a:gd name="connsiteX19" fmla="*/ 793348 w 900700"/>
              <a:gd name="connsiteY19" fmla="*/ 145233 h 484676"/>
              <a:gd name="connsiteX20" fmla="*/ 772677 w 900700"/>
              <a:gd name="connsiteY20" fmla="*/ 62328 h 484676"/>
              <a:gd name="connsiteX21" fmla="*/ 766522 w 900700"/>
              <a:gd name="connsiteY21" fmla="*/ 53243 h 484676"/>
              <a:gd name="connsiteX22" fmla="*/ 755683 w 900700"/>
              <a:gd name="connsiteY22" fmla="*/ 48110 h 484676"/>
              <a:gd name="connsiteX23" fmla="*/ 754767 w 900700"/>
              <a:gd name="connsiteY23" fmla="*/ 47194 h 484676"/>
              <a:gd name="connsiteX24" fmla="*/ 753472 w 900700"/>
              <a:gd name="connsiteY24" fmla="*/ 47194 h 484676"/>
              <a:gd name="connsiteX25" fmla="*/ 725623 w 900700"/>
              <a:gd name="connsiteY25" fmla="*/ 47194 h 484676"/>
              <a:gd name="connsiteX26" fmla="*/ 570294 w 900700"/>
              <a:gd name="connsiteY26" fmla="*/ 47194 h 484676"/>
              <a:gd name="connsiteX27" fmla="*/ 547672 w 900700"/>
              <a:gd name="connsiteY27" fmla="*/ 69816 h 484676"/>
              <a:gd name="connsiteX28" fmla="*/ 547672 w 900700"/>
              <a:gd name="connsiteY28" fmla="*/ 346040 h 484676"/>
              <a:gd name="connsiteX29" fmla="*/ 570294 w 900700"/>
              <a:gd name="connsiteY29" fmla="*/ 368662 h 484676"/>
              <a:gd name="connsiteX30" fmla="*/ 610325 w 900700"/>
              <a:gd name="connsiteY30" fmla="*/ 368662 h 484676"/>
              <a:gd name="connsiteX31" fmla="*/ 683403 w 900700"/>
              <a:gd name="connsiteY31" fmla="*/ 270915 h 484676"/>
              <a:gd name="connsiteX32" fmla="*/ 683403 w 900700"/>
              <a:gd name="connsiteY32" fmla="*/ 69816 h 484676"/>
              <a:gd name="connsiteX33" fmla="*/ 660781 w 900700"/>
              <a:gd name="connsiteY33" fmla="*/ 47194 h 484676"/>
              <a:gd name="connsiteX34" fmla="*/ 570294 w 900700"/>
              <a:gd name="connsiteY34" fmla="*/ 47194 h 484676"/>
              <a:gd name="connsiteX35" fmla="*/ 24976 w 900700"/>
              <a:gd name="connsiteY35" fmla="*/ 0 h 484676"/>
              <a:gd name="connsiteX36" fmla="*/ 776289 w 900700"/>
              <a:gd name="connsiteY36" fmla="*/ 0 h 484676"/>
              <a:gd name="connsiteX37" fmla="*/ 776765 w 900700"/>
              <a:gd name="connsiteY37" fmla="*/ 0 h 484676"/>
              <a:gd name="connsiteX38" fmla="*/ 776909 w 900700"/>
              <a:gd name="connsiteY38" fmla="*/ 257 h 484676"/>
              <a:gd name="connsiteX39" fmla="*/ 797642 w 900700"/>
              <a:gd name="connsiteY39" fmla="*/ 19225 h 484676"/>
              <a:gd name="connsiteX40" fmla="*/ 799511 w 900700"/>
              <a:gd name="connsiteY40" fmla="*/ 21493 h 484676"/>
              <a:gd name="connsiteX41" fmla="*/ 811819 w 900700"/>
              <a:gd name="connsiteY41" fmla="*/ 61751 h 484676"/>
              <a:gd name="connsiteX42" fmla="*/ 811996 w 900700"/>
              <a:gd name="connsiteY42" fmla="*/ 65684 h 484676"/>
              <a:gd name="connsiteX43" fmla="*/ 843773 w 900700"/>
              <a:gd name="connsiteY43" fmla="*/ 169271 h 484676"/>
              <a:gd name="connsiteX44" fmla="*/ 900000 w 900700"/>
              <a:gd name="connsiteY44" fmla="*/ 222150 h 484676"/>
              <a:gd name="connsiteX45" fmla="*/ 900000 w 900700"/>
              <a:gd name="connsiteY45" fmla="*/ 313110 h 484676"/>
              <a:gd name="connsiteX46" fmla="*/ 900700 w 900700"/>
              <a:gd name="connsiteY46" fmla="*/ 314800 h 484676"/>
              <a:gd name="connsiteX47" fmla="*/ 900700 w 900700"/>
              <a:gd name="connsiteY47" fmla="*/ 378474 h 484676"/>
              <a:gd name="connsiteX48" fmla="*/ 900000 w 900700"/>
              <a:gd name="connsiteY48" fmla="*/ 380164 h 484676"/>
              <a:gd name="connsiteX49" fmla="*/ 900000 w 900700"/>
              <a:gd name="connsiteY49" fmla="*/ 383399 h 484676"/>
              <a:gd name="connsiteX50" fmla="*/ 898660 w 900700"/>
              <a:gd name="connsiteY50" fmla="*/ 383399 h 484676"/>
              <a:gd name="connsiteX51" fmla="*/ 878537 w 900700"/>
              <a:gd name="connsiteY51" fmla="*/ 400637 h 484676"/>
              <a:gd name="connsiteX52" fmla="*/ 870388 w 900700"/>
              <a:gd name="connsiteY52" fmla="*/ 400637 h 484676"/>
              <a:gd name="connsiteX53" fmla="*/ 850265 w 900700"/>
              <a:gd name="connsiteY53" fmla="*/ 383399 h 484676"/>
              <a:gd name="connsiteX54" fmla="*/ 848228 w 900700"/>
              <a:gd name="connsiteY54" fmla="*/ 383399 h 484676"/>
              <a:gd name="connsiteX55" fmla="*/ 848228 w 900700"/>
              <a:gd name="connsiteY55" fmla="*/ 384867 h 484676"/>
              <a:gd name="connsiteX56" fmla="*/ 743637 w 900700"/>
              <a:gd name="connsiteY56" fmla="*/ 292260 h 484676"/>
              <a:gd name="connsiteX57" fmla="*/ 636044 w 900700"/>
              <a:gd name="connsiteY57" fmla="*/ 399618 h 484676"/>
              <a:gd name="connsiteX58" fmla="*/ 362677 w 900700"/>
              <a:gd name="connsiteY58" fmla="*/ 399618 h 484676"/>
              <a:gd name="connsiteX59" fmla="*/ 362677 w 900700"/>
              <a:gd name="connsiteY59" fmla="*/ 399617 h 484676"/>
              <a:gd name="connsiteX60" fmla="*/ 255025 w 900700"/>
              <a:gd name="connsiteY60" fmla="*/ 291965 h 484676"/>
              <a:gd name="connsiteX61" fmla="*/ 150050 w 900700"/>
              <a:gd name="connsiteY61" fmla="*/ 386357 h 484676"/>
              <a:gd name="connsiteX62" fmla="*/ 148582 w 900700"/>
              <a:gd name="connsiteY62" fmla="*/ 386357 h 484676"/>
              <a:gd name="connsiteX63" fmla="*/ 133311 w 900700"/>
              <a:gd name="connsiteY63" fmla="*/ 399619 h 484676"/>
              <a:gd name="connsiteX64" fmla="*/ 0 w 900700"/>
              <a:gd name="connsiteY64" fmla="*/ 399619 h 484676"/>
              <a:gd name="connsiteX65" fmla="*/ 0 w 900700"/>
              <a:gd name="connsiteY65" fmla="*/ 363384 h 484676"/>
              <a:gd name="connsiteX66" fmla="*/ 13457 w 900700"/>
              <a:gd name="connsiteY66" fmla="*/ 363384 h 484676"/>
              <a:gd name="connsiteX67" fmla="*/ 13457 w 900700"/>
              <a:gd name="connsiteY67" fmla="*/ 353900 h 484676"/>
              <a:gd name="connsiteX68" fmla="*/ 13527 w 900700"/>
              <a:gd name="connsiteY68" fmla="*/ 353900 h 484676"/>
              <a:gd name="connsiteX69" fmla="*/ 13527 w 900700"/>
              <a:gd name="connsiteY69" fmla="*/ 11449 h 484676"/>
              <a:gd name="connsiteX70" fmla="*/ 24976 w 900700"/>
              <a:gd name="connsiteY70" fmla="*/ 0 h 484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00700" h="484676">
                <a:moveTo>
                  <a:pt x="743637" y="315146"/>
                </a:moveTo>
                <a:cubicBezTo>
                  <a:pt x="790451" y="315146"/>
                  <a:pt x="828402" y="353097"/>
                  <a:pt x="828402" y="399911"/>
                </a:cubicBezTo>
                <a:cubicBezTo>
                  <a:pt x="828402" y="446725"/>
                  <a:pt x="790451" y="484676"/>
                  <a:pt x="743637" y="484676"/>
                </a:cubicBezTo>
                <a:cubicBezTo>
                  <a:pt x="696823" y="484676"/>
                  <a:pt x="658872" y="446725"/>
                  <a:pt x="658872" y="399911"/>
                </a:cubicBezTo>
                <a:cubicBezTo>
                  <a:pt x="658872" y="353097"/>
                  <a:pt x="696823" y="315146"/>
                  <a:pt x="743637" y="315146"/>
                </a:cubicBezTo>
                <a:close/>
                <a:moveTo>
                  <a:pt x="255025" y="314851"/>
                </a:moveTo>
                <a:cubicBezTo>
                  <a:pt x="301839" y="314851"/>
                  <a:pt x="339790" y="352802"/>
                  <a:pt x="339790" y="399616"/>
                </a:cubicBezTo>
                <a:cubicBezTo>
                  <a:pt x="339790" y="446430"/>
                  <a:pt x="301839" y="484381"/>
                  <a:pt x="255025" y="484381"/>
                </a:cubicBezTo>
                <a:cubicBezTo>
                  <a:pt x="208211" y="484381"/>
                  <a:pt x="170260" y="446430"/>
                  <a:pt x="170260" y="399616"/>
                </a:cubicBezTo>
                <a:cubicBezTo>
                  <a:pt x="170260" y="352802"/>
                  <a:pt x="208211" y="314851"/>
                  <a:pt x="255025" y="314851"/>
                </a:cubicBezTo>
                <a:close/>
                <a:moveTo>
                  <a:pt x="725623" y="47194"/>
                </a:moveTo>
                <a:cubicBezTo>
                  <a:pt x="719669" y="47194"/>
                  <a:pt x="714843" y="52020"/>
                  <a:pt x="714843" y="57974"/>
                </a:cubicBezTo>
                <a:lnTo>
                  <a:pt x="714843" y="157857"/>
                </a:lnTo>
                <a:cubicBezTo>
                  <a:pt x="714843" y="163811"/>
                  <a:pt x="719669" y="168637"/>
                  <a:pt x="725623" y="168637"/>
                </a:cubicBezTo>
                <a:lnTo>
                  <a:pt x="742696" y="168637"/>
                </a:lnTo>
                <a:lnTo>
                  <a:pt x="754767" y="168637"/>
                </a:lnTo>
                <a:lnTo>
                  <a:pt x="778696" y="168637"/>
                </a:lnTo>
                <a:lnTo>
                  <a:pt x="778696" y="166445"/>
                </a:lnTo>
                <a:lnTo>
                  <a:pt x="780237" y="167053"/>
                </a:lnTo>
                <a:cubicBezTo>
                  <a:pt x="789883" y="164648"/>
                  <a:pt x="795753" y="154879"/>
                  <a:pt x="793348" y="145233"/>
                </a:cubicBezTo>
                <a:lnTo>
                  <a:pt x="772677" y="62328"/>
                </a:lnTo>
                <a:cubicBezTo>
                  <a:pt x="771712" y="58457"/>
                  <a:pt x="769561" y="55194"/>
                  <a:pt x="766522" y="53243"/>
                </a:cubicBezTo>
                <a:cubicBezTo>
                  <a:pt x="763946" y="49981"/>
                  <a:pt x="760103" y="47895"/>
                  <a:pt x="755683" y="48110"/>
                </a:cubicBezTo>
                <a:lnTo>
                  <a:pt x="754767" y="47194"/>
                </a:lnTo>
                <a:lnTo>
                  <a:pt x="753472" y="47194"/>
                </a:lnTo>
                <a:lnTo>
                  <a:pt x="725623" y="47194"/>
                </a:lnTo>
                <a:close/>
                <a:moveTo>
                  <a:pt x="570294" y="47194"/>
                </a:moveTo>
                <a:cubicBezTo>
                  <a:pt x="557800" y="47194"/>
                  <a:pt x="547672" y="57322"/>
                  <a:pt x="547672" y="69816"/>
                </a:cubicBezTo>
                <a:lnTo>
                  <a:pt x="547672" y="346040"/>
                </a:lnTo>
                <a:cubicBezTo>
                  <a:pt x="547672" y="358534"/>
                  <a:pt x="557800" y="368662"/>
                  <a:pt x="570294" y="368662"/>
                </a:cubicBezTo>
                <a:lnTo>
                  <a:pt x="610325" y="368662"/>
                </a:lnTo>
                <a:cubicBezTo>
                  <a:pt x="615374" y="324618"/>
                  <a:pt x="644119" y="288290"/>
                  <a:pt x="683403" y="270915"/>
                </a:cubicBezTo>
                <a:lnTo>
                  <a:pt x="683403" y="69816"/>
                </a:lnTo>
                <a:cubicBezTo>
                  <a:pt x="683403" y="57322"/>
                  <a:pt x="673275" y="47194"/>
                  <a:pt x="660781" y="47194"/>
                </a:cubicBezTo>
                <a:lnTo>
                  <a:pt x="570294" y="47194"/>
                </a:lnTo>
                <a:close/>
                <a:moveTo>
                  <a:pt x="24976" y="0"/>
                </a:moveTo>
                <a:lnTo>
                  <a:pt x="776289" y="0"/>
                </a:lnTo>
                <a:lnTo>
                  <a:pt x="776765" y="0"/>
                </a:lnTo>
                <a:lnTo>
                  <a:pt x="776909" y="257"/>
                </a:lnTo>
                <a:cubicBezTo>
                  <a:pt x="787946" y="332"/>
                  <a:pt x="797024" y="8435"/>
                  <a:pt x="797642" y="19225"/>
                </a:cubicBezTo>
                <a:cubicBezTo>
                  <a:pt x="798919" y="19705"/>
                  <a:pt x="799234" y="20588"/>
                  <a:pt x="799511" y="21493"/>
                </a:cubicBezTo>
                <a:lnTo>
                  <a:pt x="811819" y="61751"/>
                </a:lnTo>
                <a:lnTo>
                  <a:pt x="811996" y="65684"/>
                </a:lnTo>
                <a:cubicBezTo>
                  <a:pt x="817322" y="83604"/>
                  <a:pt x="829106" y="143193"/>
                  <a:pt x="843773" y="169271"/>
                </a:cubicBezTo>
                <a:cubicBezTo>
                  <a:pt x="858440" y="195349"/>
                  <a:pt x="890629" y="198177"/>
                  <a:pt x="900000" y="222150"/>
                </a:cubicBezTo>
                <a:lnTo>
                  <a:pt x="900000" y="313110"/>
                </a:lnTo>
                <a:cubicBezTo>
                  <a:pt x="900678" y="313635"/>
                  <a:pt x="900700" y="314215"/>
                  <a:pt x="900700" y="314800"/>
                </a:cubicBezTo>
                <a:lnTo>
                  <a:pt x="900700" y="378474"/>
                </a:lnTo>
                <a:lnTo>
                  <a:pt x="900000" y="380164"/>
                </a:lnTo>
                <a:lnTo>
                  <a:pt x="900000" y="383399"/>
                </a:lnTo>
                <a:lnTo>
                  <a:pt x="898660" y="383399"/>
                </a:lnTo>
                <a:cubicBezTo>
                  <a:pt x="897706" y="393440"/>
                  <a:pt x="888962" y="400637"/>
                  <a:pt x="878537" y="400637"/>
                </a:cubicBezTo>
                <a:lnTo>
                  <a:pt x="870388" y="400637"/>
                </a:lnTo>
                <a:cubicBezTo>
                  <a:pt x="859964" y="400637"/>
                  <a:pt x="851220" y="393440"/>
                  <a:pt x="850265" y="383399"/>
                </a:cubicBezTo>
                <a:lnTo>
                  <a:pt x="848228" y="383399"/>
                </a:lnTo>
                <a:lnTo>
                  <a:pt x="848228" y="384867"/>
                </a:lnTo>
                <a:cubicBezTo>
                  <a:pt x="842771" y="332394"/>
                  <a:pt x="797891" y="292260"/>
                  <a:pt x="743637" y="292260"/>
                </a:cubicBezTo>
                <a:cubicBezTo>
                  <a:pt x="684280" y="292260"/>
                  <a:pt x="636144" y="340298"/>
                  <a:pt x="636044" y="399618"/>
                </a:cubicBezTo>
                <a:lnTo>
                  <a:pt x="362677" y="399618"/>
                </a:lnTo>
                <a:lnTo>
                  <a:pt x="362677" y="399617"/>
                </a:lnTo>
                <a:cubicBezTo>
                  <a:pt x="362677" y="340162"/>
                  <a:pt x="314480" y="291965"/>
                  <a:pt x="255025" y="291965"/>
                </a:cubicBezTo>
                <a:cubicBezTo>
                  <a:pt x="200139" y="291965"/>
                  <a:pt x="154847" y="333040"/>
                  <a:pt x="150050" y="386357"/>
                </a:cubicBezTo>
                <a:lnTo>
                  <a:pt x="148582" y="386357"/>
                </a:lnTo>
                <a:cubicBezTo>
                  <a:pt x="147933" y="394044"/>
                  <a:pt x="141273" y="399619"/>
                  <a:pt x="133311" y="399619"/>
                </a:cubicBezTo>
                <a:lnTo>
                  <a:pt x="0" y="399619"/>
                </a:lnTo>
                <a:lnTo>
                  <a:pt x="0" y="363384"/>
                </a:lnTo>
                <a:lnTo>
                  <a:pt x="13457" y="363384"/>
                </a:lnTo>
                <a:lnTo>
                  <a:pt x="13457" y="353900"/>
                </a:lnTo>
                <a:lnTo>
                  <a:pt x="13527" y="353900"/>
                </a:lnTo>
                <a:lnTo>
                  <a:pt x="13527" y="11449"/>
                </a:lnTo>
                <a:cubicBezTo>
                  <a:pt x="13527" y="5126"/>
                  <a:pt x="18653" y="0"/>
                  <a:pt x="2497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5" name="円/楕円 34"/>
          <p:cNvSpPr>
            <a:spLocks noChangeAspect="1"/>
          </p:cNvSpPr>
          <p:nvPr/>
        </p:nvSpPr>
        <p:spPr bwMode="gray">
          <a:xfrm>
            <a:off x="6971979" y="3080077"/>
            <a:ext cx="436823" cy="697846"/>
          </a:xfrm>
          <a:custGeom>
            <a:avLst/>
            <a:gdLst/>
            <a:ahLst/>
            <a:cxnLst/>
            <a:rect l="l" t="t" r="r" b="b"/>
            <a:pathLst>
              <a:path w="563196" h="899736">
                <a:moveTo>
                  <a:pt x="281598" y="132942"/>
                </a:moveTo>
                <a:cubicBezTo>
                  <a:pt x="198093" y="132942"/>
                  <a:pt x="130398" y="200459"/>
                  <a:pt x="130398" y="283746"/>
                </a:cubicBezTo>
                <a:cubicBezTo>
                  <a:pt x="130398" y="367033"/>
                  <a:pt x="198093" y="434550"/>
                  <a:pt x="281598" y="434550"/>
                </a:cubicBezTo>
                <a:cubicBezTo>
                  <a:pt x="365103" y="434550"/>
                  <a:pt x="432798" y="367033"/>
                  <a:pt x="432798" y="283746"/>
                </a:cubicBezTo>
                <a:cubicBezTo>
                  <a:pt x="432798" y="200459"/>
                  <a:pt x="365103" y="132942"/>
                  <a:pt x="281598" y="132942"/>
                </a:cubicBezTo>
                <a:close/>
                <a:moveTo>
                  <a:pt x="281721" y="0"/>
                </a:moveTo>
                <a:cubicBezTo>
                  <a:pt x="436803" y="0"/>
                  <a:pt x="562521" y="125718"/>
                  <a:pt x="562521" y="280800"/>
                </a:cubicBezTo>
                <a:cubicBezTo>
                  <a:pt x="576808" y="438263"/>
                  <a:pt x="360602" y="818773"/>
                  <a:pt x="281720" y="899736"/>
                </a:cubicBezTo>
                <a:cubicBezTo>
                  <a:pt x="198076" y="818773"/>
                  <a:pt x="-15748" y="456950"/>
                  <a:pt x="921" y="280800"/>
                </a:cubicBezTo>
                <a:cubicBezTo>
                  <a:pt x="921" y="130844"/>
                  <a:pt x="126639" y="0"/>
                  <a:pt x="281721"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en-US" altLang="ja-JP" sz="1108">
              <a:solidFill>
                <a:schemeClr val="tx1"/>
              </a:solidFill>
              <a:latin typeface="+mj-lt"/>
            </a:endParaRPr>
          </a:p>
          <a:p>
            <a:pPr algn="ctr"/>
            <a:endParaRPr kumimoji="1" lang="ja-JP" altLang="en-US" sz="1108">
              <a:solidFill>
                <a:schemeClr val="tx1"/>
              </a:solidFill>
              <a:latin typeface="+mj-lt"/>
            </a:endParaRPr>
          </a:p>
        </p:txBody>
      </p:sp>
      <p:sp>
        <p:nvSpPr>
          <p:cNvPr id="39" name="円/楕円 38"/>
          <p:cNvSpPr>
            <a:spLocks noChangeAspect="1"/>
          </p:cNvSpPr>
          <p:nvPr/>
        </p:nvSpPr>
        <p:spPr bwMode="gray">
          <a:xfrm>
            <a:off x="3845898" y="4330281"/>
            <a:ext cx="697846" cy="697846"/>
          </a:xfrm>
          <a:custGeom>
            <a:avLst/>
            <a:gdLst/>
            <a:ahLst/>
            <a:cxnLst/>
            <a:rect l="l" t="t" r="r" b="b"/>
            <a:pathLst>
              <a:path w="900000" h="900000">
                <a:moveTo>
                  <a:pt x="411900" y="93841"/>
                </a:moveTo>
                <a:cubicBezTo>
                  <a:pt x="243374" y="109939"/>
                  <a:pt x="109629" y="243652"/>
                  <a:pt x="93564" y="412200"/>
                </a:cubicBezTo>
                <a:lnTo>
                  <a:pt x="287982" y="412200"/>
                </a:lnTo>
                <a:lnTo>
                  <a:pt x="287982" y="487800"/>
                </a:lnTo>
                <a:lnTo>
                  <a:pt x="93564" y="487800"/>
                </a:lnTo>
                <a:cubicBezTo>
                  <a:pt x="109629" y="656349"/>
                  <a:pt x="243374" y="790062"/>
                  <a:pt x="411900" y="806159"/>
                </a:cubicBezTo>
                <a:lnTo>
                  <a:pt x="411900" y="612000"/>
                </a:lnTo>
                <a:lnTo>
                  <a:pt x="488100" y="612000"/>
                </a:lnTo>
                <a:lnTo>
                  <a:pt x="488100" y="806159"/>
                </a:lnTo>
                <a:cubicBezTo>
                  <a:pt x="656626" y="790062"/>
                  <a:pt x="790371" y="656349"/>
                  <a:pt x="806437" y="487800"/>
                </a:cubicBezTo>
                <a:lnTo>
                  <a:pt x="612018" y="487800"/>
                </a:lnTo>
                <a:lnTo>
                  <a:pt x="612018" y="412200"/>
                </a:lnTo>
                <a:lnTo>
                  <a:pt x="806437" y="412200"/>
                </a:lnTo>
                <a:cubicBezTo>
                  <a:pt x="790371" y="243652"/>
                  <a:pt x="656626" y="109939"/>
                  <a:pt x="488100" y="93841"/>
                </a:cubicBezTo>
                <a:lnTo>
                  <a:pt x="488100" y="288000"/>
                </a:lnTo>
                <a:lnTo>
                  <a:pt x="411900" y="288000"/>
                </a:lnTo>
                <a:close/>
                <a:moveTo>
                  <a:pt x="450000" y="0"/>
                </a:moveTo>
                <a:cubicBezTo>
                  <a:pt x="698528" y="0"/>
                  <a:pt x="900000" y="201472"/>
                  <a:pt x="900000" y="450000"/>
                </a:cubicBezTo>
                <a:cubicBezTo>
                  <a:pt x="900000" y="698528"/>
                  <a:pt x="698528" y="900000"/>
                  <a:pt x="450000" y="900000"/>
                </a:cubicBezTo>
                <a:cubicBezTo>
                  <a:pt x="201472" y="900000"/>
                  <a:pt x="0" y="698528"/>
                  <a:pt x="0" y="450000"/>
                </a:cubicBezTo>
                <a:cubicBezTo>
                  <a:pt x="0" y="201472"/>
                  <a:pt x="201472" y="0"/>
                  <a:pt x="4500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4" name="角丸四角形 43"/>
          <p:cNvSpPr>
            <a:spLocks noChangeAspect="1"/>
          </p:cNvSpPr>
          <p:nvPr/>
        </p:nvSpPr>
        <p:spPr bwMode="gray">
          <a:xfrm>
            <a:off x="808421" y="4305532"/>
            <a:ext cx="831316" cy="747347"/>
          </a:xfrm>
          <a:custGeom>
            <a:avLst/>
            <a:gdLst/>
            <a:ahLst/>
            <a:cxnLst/>
            <a:rect l="l" t="t" r="r" b="b"/>
            <a:pathLst>
              <a:path w="900592" h="809626">
                <a:moveTo>
                  <a:pt x="427247" y="96093"/>
                </a:moveTo>
                <a:lnTo>
                  <a:pt x="763803" y="96093"/>
                </a:lnTo>
                <a:lnTo>
                  <a:pt x="900592" y="199546"/>
                </a:lnTo>
                <a:lnTo>
                  <a:pt x="763803" y="302998"/>
                </a:lnTo>
                <a:lnTo>
                  <a:pt x="464695" y="302998"/>
                </a:lnTo>
                <a:close/>
                <a:moveTo>
                  <a:pt x="334772" y="0"/>
                </a:moveTo>
                <a:lnTo>
                  <a:pt x="382231" y="0"/>
                </a:lnTo>
                <a:cubicBezTo>
                  <a:pt x="390757" y="0"/>
                  <a:pt x="397668" y="6911"/>
                  <a:pt x="397668" y="15437"/>
                </a:cubicBezTo>
                <a:lnTo>
                  <a:pt x="397668" y="794189"/>
                </a:lnTo>
                <a:cubicBezTo>
                  <a:pt x="397668" y="802715"/>
                  <a:pt x="390757" y="809626"/>
                  <a:pt x="382231" y="809626"/>
                </a:cubicBezTo>
                <a:lnTo>
                  <a:pt x="334772" y="809626"/>
                </a:lnTo>
                <a:cubicBezTo>
                  <a:pt x="326246" y="809626"/>
                  <a:pt x="319335" y="802715"/>
                  <a:pt x="319335" y="794189"/>
                </a:cubicBezTo>
                <a:lnTo>
                  <a:pt x="319335" y="395287"/>
                </a:lnTo>
                <a:lnTo>
                  <a:pt x="127265" y="395287"/>
                </a:lnTo>
                <a:lnTo>
                  <a:pt x="0" y="291835"/>
                </a:lnTo>
                <a:lnTo>
                  <a:pt x="127265" y="188382"/>
                </a:lnTo>
                <a:lnTo>
                  <a:pt x="319335" y="188382"/>
                </a:lnTo>
                <a:lnTo>
                  <a:pt x="319335" y="15437"/>
                </a:lnTo>
                <a:cubicBezTo>
                  <a:pt x="319335" y="6911"/>
                  <a:pt x="326246" y="0"/>
                  <a:pt x="33477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33"/>
          <p:cNvSpPr>
            <a:spLocks noChangeAspect="1"/>
          </p:cNvSpPr>
          <p:nvPr/>
        </p:nvSpPr>
        <p:spPr bwMode="gray">
          <a:xfrm>
            <a:off x="6605367" y="4263821"/>
            <a:ext cx="830769" cy="830769"/>
          </a:xfrm>
          <a:custGeom>
            <a:avLst/>
            <a:gdLst/>
            <a:ahLst/>
            <a:cxnLst/>
            <a:rect l="l" t="t" r="r" b="b"/>
            <a:pathLst>
              <a:path w="900000" h="900000">
                <a:moveTo>
                  <a:pt x="626201" y="648862"/>
                </a:moveTo>
                <a:cubicBezTo>
                  <a:pt x="631875" y="655082"/>
                  <a:pt x="639204" y="659068"/>
                  <a:pt x="647249" y="661474"/>
                </a:cubicBezTo>
                <a:cubicBezTo>
                  <a:pt x="652311" y="684357"/>
                  <a:pt x="653443" y="707950"/>
                  <a:pt x="653443" y="731808"/>
                </a:cubicBezTo>
                <a:cubicBezTo>
                  <a:pt x="653443" y="774010"/>
                  <a:pt x="649901" y="815384"/>
                  <a:pt x="642057" y="855466"/>
                </a:cubicBezTo>
                <a:cubicBezTo>
                  <a:pt x="584274" y="884494"/>
                  <a:pt x="518948" y="900000"/>
                  <a:pt x="450000" y="900000"/>
                </a:cubicBezTo>
                <a:cubicBezTo>
                  <a:pt x="409916" y="900000"/>
                  <a:pt x="371055" y="894759"/>
                  <a:pt x="334493" y="883439"/>
                </a:cubicBezTo>
                <a:cubicBezTo>
                  <a:pt x="366105" y="837093"/>
                  <a:pt x="404865" y="794834"/>
                  <a:pt x="449272" y="756707"/>
                </a:cubicBezTo>
                <a:cubicBezTo>
                  <a:pt x="503505" y="710143"/>
                  <a:pt x="562557" y="672834"/>
                  <a:pt x="626201" y="648862"/>
                </a:cubicBezTo>
                <a:close/>
                <a:moveTo>
                  <a:pt x="879501" y="577942"/>
                </a:moveTo>
                <a:cubicBezTo>
                  <a:pt x="852520" y="675289"/>
                  <a:pt x="791865" y="758300"/>
                  <a:pt x="711242" y="815192"/>
                </a:cubicBezTo>
                <a:lnTo>
                  <a:pt x="720118" y="701192"/>
                </a:lnTo>
                <a:lnTo>
                  <a:pt x="716413" y="661157"/>
                </a:lnTo>
                <a:cubicBezTo>
                  <a:pt x="743864" y="650522"/>
                  <a:pt x="764943" y="627295"/>
                  <a:pt x="771364" y="598169"/>
                </a:cubicBezTo>
                <a:cubicBezTo>
                  <a:pt x="808429" y="595527"/>
                  <a:pt x="844510" y="588129"/>
                  <a:pt x="879501" y="577942"/>
                </a:cubicBezTo>
                <a:close/>
                <a:moveTo>
                  <a:pt x="265291" y="474632"/>
                </a:moveTo>
                <a:cubicBezTo>
                  <a:pt x="353070" y="537213"/>
                  <a:pt x="456008" y="579635"/>
                  <a:pt x="568096" y="595367"/>
                </a:cubicBezTo>
                <a:cubicBezTo>
                  <a:pt x="518436" y="617925"/>
                  <a:pt x="472225" y="649119"/>
                  <a:pt x="429066" y="686175"/>
                </a:cubicBezTo>
                <a:cubicBezTo>
                  <a:pt x="368102" y="738518"/>
                  <a:pt x="317779" y="798650"/>
                  <a:pt x="278640" y="864007"/>
                </a:cubicBezTo>
                <a:cubicBezTo>
                  <a:pt x="211439" y="837980"/>
                  <a:pt x="153256" y="794476"/>
                  <a:pt x="108157" y="739540"/>
                </a:cubicBezTo>
                <a:cubicBezTo>
                  <a:pt x="118659" y="655491"/>
                  <a:pt x="145767" y="572366"/>
                  <a:pt x="188713" y="493622"/>
                </a:cubicBezTo>
                <a:lnTo>
                  <a:pt x="193760" y="486376"/>
                </a:lnTo>
                <a:lnTo>
                  <a:pt x="215379" y="490740"/>
                </a:lnTo>
                <a:cubicBezTo>
                  <a:pt x="234063" y="490740"/>
                  <a:pt x="251493" y="485370"/>
                  <a:pt x="265291" y="474632"/>
                </a:cubicBezTo>
                <a:close/>
                <a:moveTo>
                  <a:pt x="395399" y="256937"/>
                </a:moveTo>
                <a:cubicBezTo>
                  <a:pt x="409511" y="268401"/>
                  <a:pt x="427604" y="274221"/>
                  <a:pt x="447055" y="274221"/>
                </a:cubicBezTo>
                <a:lnTo>
                  <a:pt x="484130" y="266736"/>
                </a:lnTo>
                <a:cubicBezTo>
                  <a:pt x="543002" y="335696"/>
                  <a:pt x="588416" y="416076"/>
                  <a:pt x="614315" y="504898"/>
                </a:cubicBezTo>
                <a:cubicBezTo>
                  <a:pt x="607061" y="511786"/>
                  <a:pt x="601021" y="519906"/>
                  <a:pt x="597393" y="529396"/>
                </a:cubicBezTo>
                <a:cubicBezTo>
                  <a:pt x="490190" y="513952"/>
                  <a:pt x="391443" y="473851"/>
                  <a:pt x="306970" y="414302"/>
                </a:cubicBezTo>
                <a:cubicBezTo>
                  <a:pt x="310126" y="408432"/>
                  <a:pt x="310803" y="401953"/>
                  <a:pt x="310803" y="395316"/>
                </a:cubicBezTo>
                <a:cubicBezTo>
                  <a:pt x="310803" y="377575"/>
                  <a:pt x="305962" y="360965"/>
                  <a:pt x="296145" y="347555"/>
                </a:cubicBezTo>
                <a:cubicBezTo>
                  <a:pt x="325586" y="312936"/>
                  <a:pt x="359327" y="283106"/>
                  <a:pt x="395399" y="256937"/>
                </a:cubicBezTo>
                <a:close/>
                <a:moveTo>
                  <a:pt x="50010" y="250309"/>
                </a:moveTo>
                <a:lnTo>
                  <a:pt x="128856" y="356094"/>
                </a:lnTo>
                <a:cubicBezTo>
                  <a:pt x="122993" y="367921"/>
                  <a:pt x="119955" y="381264"/>
                  <a:pt x="119955" y="395316"/>
                </a:cubicBezTo>
                <a:cubicBezTo>
                  <a:pt x="119955" y="415687"/>
                  <a:pt x="126339" y="434568"/>
                  <a:pt x="138647" y="449060"/>
                </a:cubicBezTo>
                <a:cubicBezTo>
                  <a:pt x="99157" y="522504"/>
                  <a:pt x="74602" y="600160"/>
                  <a:pt x="64401" y="678657"/>
                </a:cubicBezTo>
                <a:cubicBezTo>
                  <a:pt x="22936" y="612353"/>
                  <a:pt x="0" y="533855"/>
                  <a:pt x="0" y="450000"/>
                </a:cubicBezTo>
                <a:cubicBezTo>
                  <a:pt x="0" y="377709"/>
                  <a:pt x="17047" y="309399"/>
                  <a:pt x="50010" y="250309"/>
                </a:cubicBezTo>
                <a:close/>
                <a:moveTo>
                  <a:pt x="748743" y="115750"/>
                </a:moveTo>
                <a:cubicBezTo>
                  <a:pt x="842013" y="196879"/>
                  <a:pt x="900000" y="316668"/>
                  <a:pt x="900000" y="450000"/>
                </a:cubicBezTo>
                <a:lnTo>
                  <a:pt x="891566" y="518877"/>
                </a:lnTo>
                <a:cubicBezTo>
                  <a:pt x="851941" y="528859"/>
                  <a:pt x="811060" y="535481"/>
                  <a:pt x="769175" y="536733"/>
                </a:cubicBezTo>
                <a:cubicBezTo>
                  <a:pt x="755316" y="502451"/>
                  <a:pt x="721978" y="478206"/>
                  <a:pt x="682881" y="477819"/>
                </a:cubicBezTo>
                <a:cubicBezTo>
                  <a:pt x="653854" y="379396"/>
                  <a:pt x="602193" y="290789"/>
                  <a:pt x="534609" y="216491"/>
                </a:cubicBezTo>
                <a:cubicBezTo>
                  <a:pt x="539715" y="204965"/>
                  <a:pt x="542479" y="192204"/>
                  <a:pt x="542479" y="178797"/>
                </a:cubicBezTo>
                <a:cubicBezTo>
                  <a:pt x="542479" y="176676"/>
                  <a:pt x="542410" y="174571"/>
                  <a:pt x="541219" y="172553"/>
                </a:cubicBezTo>
                <a:cubicBezTo>
                  <a:pt x="606850" y="142736"/>
                  <a:pt x="676985" y="123940"/>
                  <a:pt x="748743" y="115750"/>
                </a:cubicBezTo>
                <a:close/>
                <a:moveTo>
                  <a:pt x="223628" y="63160"/>
                </a:moveTo>
                <a:cubicBezTo>
                  <a:pt x="272702" y="83696"/>
                  <a:pt x="318154" y="111039"/>
                  <a:pt x="358468" y="144931"/>
                </a:cubicBezTo>
                <a:cubicBezTo>
                  <a:pt x="353849" y="155298"/>
                  <a:pt x="351631" y="166789"/>
                  <a:pt x="351631" y="178797"/>
                </a:cubicBezTo>
                <a:cubicBezTo>
                  <a:pt x="351631" y="184534"/>
                  <a:pt x="352138" y="190153"/>
                  <a:pt x="354959" y="195282"/>
                </a:cubicBezTo>
                <a:cubicBezTo>
                  <a:pt x="311730" y="226402"/>
                  <a:pt x="271750" y="262724"/>
                  <a:pt x="236162" y="304088"/>
                </a:cubicBezTo>
                <a:lnTo>
                  <a:pt x="215379" y="299892"/>
                </a:lnTo>
                <a:lnTo>
                  <a:pt x="178244" y="307389"/>
                </a:lnTo>
                <a:cubicBezTo>
                  <a:pt x="143388" y="272092"/>
                  <a:pt x="113038" y="232578"/>
                  <a:pt x="87395" y="189944"/>
                </a:cubicBezTo>
                <a:cubicBezTo>
                  <a:pt x="121434" y="137092"/>
                  <a:pt x="168797" y="94432"/>
                  <a:pt x="223628" y="63160"/>
                </a:cubicBezTo>
                <a:close/>
                <a:moveTo>
                  <a:pt x="450000" y="0"/>
                </a:moveTo>
                <a:cubicBezTo>
                  <a:pt x="532525" y="0"/>
                  <a:pt x="609862" y="22215"/>
                  <a:pt x="675399" y="62632"/>
                </a:cubicBezTo>
                <a:cubicBezTo>
                  <a:pt x="618528" y="71060"/>
                  <a:pt x="562919" y="86271"/>
                  <a:pt x="509913" y="108209"/>
                </a:cubicBezTo>
                <a:cubicBezTo>
                  <a:pt x="493652" y="92505"/>
                  <a:pt x="471420" y="83373"/>
                  <a:pt x="447055" y="83373"/>
                </a:cubicBezTo>
                <a:cubicBezTo>
                  <a:pt x="430781" y="83373"/>
                  <a:pt x="415458" y="87447"/>
                  <a:pt x="402658" y="95763"/>
                </a:cubicBezTo>
                <a:cubicBezTo>
                  <a:pt x="367223" y="69994"/>
                  <a:pt x="328936" y="48090"/>
                  <a:pt x="287982" y="31284"/>
                </a:cubicBezTo>
                <a:cubicBezTo>
                  <a:pt x="337952" y="10700"/>
                  <a:pt x="392726" y="0"/>
                  <a:pt x="4500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2" name="円/楕円 51"/>
          <p:cNvSpPr>
            <a:spLocks noChangeAspect="1"/>
          </p:cNvSpPr>
          <p:nvPr/>
        </p:nvSpPr>
        <p:spPr bwMode="gray">
          <a:xfrm>
            <a:off x="5231341" y="4263820"/>
            <a:ext cx="686428" cy="830771"/>
          </a:xfrm>
          <a:custGeom>
            <a:avLst/>
            <a:gdLst/>
            <a:ahLst/>
            <a:cxnLst/>
            <a:rect l="l" t="t" r="r" b="b"/>
            <a:pathLst>
              <a:path w="743630" h="900002">
                <a:moveTo>
                  <a:pt x="371815" y="505328"/>
                </a:moveTo>
                <a:cubicBezTo>
                  <a:pt x="384440" y="505328"/>
                  <a:pt x="394675" y="515563"/>
                  <a:pt x="394675" y="528188"/>
                </a:cubicBezTo>
                <a:cubicBezTo>
                  <a:pt x="394675" y="540813"/>
                  <a:pt x="384440" y="551048"/>
                  <a:pt x="371815" y="551048"/>
                </a:cubicBezTo>
                <a:cubicBezTo>
                  <a:pt x="359190" y="551048"/>
                  <a:pt x="348955" y="540813"/>
                  <a:pt x="348955" y="528188"/>
                </a:cubicBezTo>
                <a:cubicBezTo>
                  <a:pt x="348955" y="515563"/>
                  <a:pt x="359190" y="505328"/>
                  <a:pt x="371815" y="505328"/>
                </a:cubicBezTo>
                <a:close/>
                <a:moveTo>
                  <a:pt x="498579" y="400680"/>
                </a:moveTo>
                <a:lnTo>
                  <a:pt x="375412" y="447968"/>
                </a:lnTo>
                <a:lnTo>
                  <a:pt x="371815" y="447242"/>
                </a:lnTo>
                <a:cubicBezTo>
                  <a:pt x="326952" y="447242"/>
                  <a:pt x="290584" y="483610"/>
                  <a:pt x="290584" y="528473"/>
                </a:cubicBezTo>
                <a:cubicBezTo>
                  <a:pt x="290584" y="529852"/>
                  <a:pt x="290619" y="531222"/>
                  <a:pt x="291407" y="532547"/>
                </a:cubicBezTo>
                <a:lnTo>
                  <a:pt x="245050" y="656264"/>
                </a:lnTo>
                <a:lnTo>
                  <a:pt x="368214" y="608977"/>
                </a:lnTo>
                <a:lnTo>
                  <a:pt x="371815" y="609704"/>
                </a:lnTo>
                <a:cubicBezTo>
                  <a:pt x="416678" y="609704"/>
                  <a:pt x="453046" y="573336"/>
                  <a:pt x="453046" y="528473"/>
                </a:cubicBezTo>
                <a:cubicBezTo>
                  <a:pt x="453046" y="527094"/>
                  <a:pt x="453012" y="525722"/>
                  <a:pt x="452223" y="524395"/>
                </a:cubicBezTo>
                <a:close/>
                <a:moveTo>
                  <a:pt x="334746" y="279148"/>
                </a:moveTo>
                <a:lnTo>
                  <a:pt x="371815" y="323900"/>
                </a:lnTo>
                <a:lnTo>
                  <a:pt x="408884" y="279148"/>
                </a:lnTo>
                <a:cubicBezTo>
                  <a:pt x="518833" y="294438"/>
                  <a:pt x="605668" y="381170"/>
                  <a:pt x="621189" y="491077"/>
                </a:cubicBezTo>
                <a:lnTo>
                  <a:pt x="576385" y="528188"/>
                </a:lnTo>
                <a:lnTo>
                  <a:pt x="620877" y="565042"/>
                </a:lnTo>
                <a:cubicBezTo>
                  <a:pt x="605667" y="675166"/>
                  <a:pt x="518789" y="762147"/>
                  <a:pt x="408705" y="777580"/>
                </a:cubicBezTo>
                <a:lnTo>
                  <a:pt x="371814" y="733043"/>
                </a:lnTo>
                <a:lnTo>
                  <a:pt x="335179" y="777272"/>
                </a:lnTo>
                <a:cubicBezTo>
                  <a:pt x="225023" y="762164"/>
                  <a:pt x="137981" y="675347"/>
                  <a:pt x="122445" y="565294"/>
                </a:cubicBezTo>
                <a:lnTo>
                  <a:pt x="167242" y="528187"/>
                </a:lnTo>
                <a:lnTo>
                  <a:pt x="122442" y="491078"/>
                </a:lnTo>
                <a:cubicBezTo>
                  <a:pt x="137962" y="381171"/>
                  <a:pt x="224797" y="294438"/>
                  <a:pt x="334746" y="279148"/>
                </a:cubicBezTo>
                <a:close/>
                <a:moveTo>
                  <a:pt x="371816" y="223832"/>
                </a:moveTo>
                <a:cubicBezTo>
                  <a:pt x="203725" y="223832"/>
                  <a:pt x="67460" y="360097"/>
                  <a:pt x="67460" y="528188"/>
                </a:cubicBezTo>
                <a:cubicBezTo>
                  <a:pt x="67460" y="696279"/>
                  <a:pt x="203725" y="832544"/>
                  <a:pt x="371816" y="832544"/>
                </a:cubicBezTo>
                <a:cubicBezTo>
                  <a:pt x="539907" y="832544"/>
                  <a:pt x="676172" y="696279"/>
                  <a:pt x="676172" y="528188"/>
                </a:cubicBezTo>
                <a:cubicBezTo>
                  <a:pt x="676172" y="360097"/>
                  <a:pt x="539907" y="223832"/>
                  <a:pt x="371816" y="223832"/>
                </a:cubicBezTo>
                <a:close/>
                <a:moveTo>
                  <a:pt x="371815" y="50995"/>
                </a:moveTo>
                <a:cubicBezTo>
                  <a:pt x="343651" y="50995"/>
                  <a:pt x="320820" y="73826"/>
                  <a:pt x="320820" y="101990"/>
                </a:cubicBezTo>
                <a:cubicBezTo>
                  <a:pt x="320820" y="130154"/>
                  <a:pt x="343651" y="152985"/>
                  <a:pt x="371815" y="152985"/>
                </a:cubicBezTo>
                <a:cubicBezTo>
                  <a:pt x="399979" y="152985"/>
                  <a:pt x="422810" y="130154"/>
                  <a:pt x="422810" y="101990"/>
                </a:cubicBezTo>
                <a:cubicBezTo>
                  <a:pt x="422810" y="73826"/>
                  <a:pt x="399979" y="50995"/>
                  <a:pt x="371815" y="50995"/>
                </a:cubicBezTo>
                <a:close/>
                <a:moveTo>
                  <a:pt x="371815" y="0"/>
                </a:moveTo>
                <a:cubicBezTo>
                  <a:pt x="428143" y="0"/>
                  <a:pt x="473805" y="45662"/>
                  <a:pt x="473805" y="101990"/>
                </a:cubicBezTo>
                <a:cubicBezTo>
                  <a:pt x="473805" y="126196"/>
                  <a:pt x="465373" y="148433"/>
                  <a:pt x="450097" y="164966"/>
                </a:cubicBezTo>
                <a:cubicBezTo>
                  <a:pt x="617890" y="200617"/>
                  <a:pt x="743630" y="349718"/>
                  <a:pt x="743630" y="528187"/>
                </a:cubicBezTo>
                <a:cubicBezTo>
                  <a:pt x="743630" y="733535"/>
                  <a:pt x="577163" y="900002"/>
                  <a:pt x="371815" y="900002"/>
                </a:cubicBezTo>
                <a:cubicBezTo>
                  <a:pt x="166467" y="900002"/>
                  <a:pt x="0" y="733535"/>
                  <a:pt x="0" y="528187"/>
                </a:cubicBezTo>
                <a:cubicBezTo>
                  <a:pt x="0" y="349718"/>
                  <a:pt x="125740" y="200617"/>
                  <a:pt x="293533" y="164966"/>
                </a:cubicBezTo>
                <a:cubicBezTo>
                  <a:pt x="278258" y="148433"/>
                  <a:pt x="269825" y="126196"/>
                  <a:pt x="269825" y="101990"/>
                </a:cubicBezTo>
                <a:cubicBezTo>
                  <a:pt x="269825" y="45662"/>
                  <a:pt x="315487" y="0"/>
                  <a:pt x="37181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71" name="円/楕円 70"/>
          <p:cNvSpPr>
            <a:spLocks noChangeAspect="1"/>
          </p:cNvSpPr>
          <p:nvPr/>
        </p:nvSpPr>
        <p:spPr bwMode="gray">
          <a:xfrm>
            <a:off x="8123732" y="1599682"/>
            <a:ext cx="830771" cy="830770"/>
          </a:xfrm>
          <a:custGeom>
            <a:avLst/>
            <a:gdLst/>
            <a:ahLst/>
            <a:cxnLst/>
            <a:rect l="l" t="t" r="r" b="b"/>
            <a:pathLst>
              <a:path w="900002" h="900001">
                <a:moveTo>
                  <a:pt x="706581" y="533034"/>
                </a:moveTo>
                <a:cubicBezTo>
                  <a:pt x="691486" y="533424"/>
                  <a:pt x="676388" y="534934"/>
                  <a:pt x="661305" y="537391"/>
                </a:cubicBezTo>
                <a:cubicBezTo>
                  <a:pt x="638363" y="593092"/>
                  <a:pt x="594016" y="637692"/>
                  <a:pt x="537678" y="659033"/>
                </a:cubicBezTo>
                <a:cubicBezTo>
                  <a:pt x="527350" y="720682"/>
                  <a:pt x="532602" y="782554"/>
                  <a:pt x="565240" y="843649"/>
                </a:cubicBezTo>
                <a:cubicBezTo>
                  <a:pt x="699418" y="805009"/>
                  <a:pt x="804766" y="699084"/>
                  <a:pt x="841953" y="564463"/>
                </a:cubicBezTo>
                <a:cubicBezTo>
                  <a:pt x="797132" y="540781"/>
                  <a:pt x="751866" y="531866"/>
                  <a:pt x="706581" y="533034"/>
                </a:cubicBezTo>
                <a:close/>
                <a:moveTo>
                  <a:pt x="203748" y="533003"/>
                </a:moveTo>
                <a:cubicBezTo>
                  <a:pt x="154400" y="530534"/>
                  <a:pt x="105032" y="538965"/>
                  <a:pt x="56355" y="565238"/>
                </a:cubicBezTo>
                <a:cubicBezTo>
                  <a:pt x="94995" y="699416"/>
                  <a:pt x="200919" y="804764"/>
                  <a:pt x="335539" y="841951"/>
                </a:cubicBezTo>
                <a:cubicBezTo>
                  <a:pt x="367115" y="782190"/>
                  <a:pt x="372440" y="721637"/>
                  <a:pt x="362612" y="661304"/>
                </a:cubicBezTo>
                <a:cubicBezTo>
                  <a:pt x="306911" y="638361"/>
                  <a:pt x="262310" y="594015"/>
                  <a:pt x="240969" y="537677"/>
                </a:cubicBezTo>
                <a:cubicBezTo>
                  <a:pt x="228649" y="534943"/>
                  <a:pt x="216199" y="533626"/>
                  <a:pt x="203748" y="533003"/>
                </a:cubicBezTo>
                <a:close/>
                <a:moveTo>
                  <a:pt x="450001" y="239399"/>
                </a:moveTo>
                <a:cubicBezTo>
                  <a:pt x="333690" y="239399"/>
                  <a:pt x="239401" y="333688"/>
                  <a:pt x="239401" y="449999"/>
                </a:cubicBezTo>
                <a:cubicBezTo>
                  <a:pt x="239401" y="566310"/>
                  <a:pt x="333690" y="660599"/>
                  <a:pt x="450001" y="660599"/>
                </a:cubicBezTo>
                <a:cubicBezTo>
                  <a:pt x="566312" y="660599"/>
                  <a:pt x="660601" y="566310"/>
                  <a:pt x="660601" y="449999"/>
                </a:cubicBezTo>
                <a:cubicBezTo>
                  <a:pt x="660601" y="333688"/>
                  <a:pt x="566312" y="239399"/>
                  <a:pt x="450001" y="239399"/>
                </a:cubicBezTo>
                <a:close/>
                <a:moveTo>
                  <a:pt x="335540" y="58051"/>
                </a:moveTo>
                <a:cubicBezTo>
                  <a:pt x="200920" y="95238"/>
                  <a:pt x="94995" y="200586"/>
                  <a:pt x="56355" y="334764"/>
                </a:cubicBezTo>
                <a:cubicBezTo>
                  <a:pt x="117450" y="367400"/>
                  <a:pt x="179321" y="372653"/>
                  <a:pt x="240968" y="362325"/>
                </a:cubicBezTo>
                <a:cubicBezTo>
                  <a:pt x="262309" y="305987"/>
                  <a:pt x="306909" y="261640"/>
                  <a:pt x="362611" y="238697"/>
                </a:cubicBezTo>
                <a:cubicBezTo>
                  <a:pt x="372439" y="178364"/>
                  <a:pt x="367115" y="117811"/>
                  <a:pt x="335540" y="58051"/>
                </a:cubicBezTo>
                <a:close/>
                <a:moveTo>
                  <a:pt x="564464" y="58050"/>
                </a:moveTo>
                <a:cubicBezTo>
                  <a:pt x="532889" y="117811"/>
                  <a:pt x="527564" y="178364"/>
                  <a:pt x="537392" y="238696"/>
                </a:cubicBezTo>
                <a:cubicBezTo>
                  <a:pt x="593094" y="261639"/>
                  <a:pt x="637694" y="305986"/>
                  <a:pt x="659035" y="362324"/>
                </a:cubicBezTo>
                <a:cubicBezTo>
                  <a:pt x="720684" y="372652"/>
                  <a:pt x="782555" y="367400"/>
                  <a:pt x="843651" y="334763"/>
                </a:cubicBezTo>
                <a:cubicBezTo>
                  <a:pt x="805011" y="200585"/>
                  <a:pt x="699085" y="95237"/>
                  <a:pt x="564464" y="58050"/>
                </a:cubicBezTo>
                <a:close/>
                <a:moveTo>
                  <a:pt x="450002" y="0"/>
                </a:moveTo>
                <a:cubicBezTo>
                  <a:pt x="468839" y="0"/>
                  <a:pt x="485657" y="9486"/>
                  <a:pt x="495617" y="25101"/>
                </a:cubicBezTo>
                <a:cubicBezTo>
                  <a:pt x="519901" y="26833"/>
                  <a:pt x="543397" y="31819"/>
                  <a:pt x="565759" y="39803"/>
                </a:cubicBezTo>
                <a:cubicBezTo>
                  <a:pt x="717863" y="80534"/>
                  <a:pt x="835582" y="204414"/>
                  <a:pt x="866744" y="360183"/>
                </a:cubicBezTo>
                <a:cubicBezTo>
                  <a:pt x="871581" y="374231"/>
                  <a:pt x="874150" y="388934"/>
                  <a:pt x="874873" y="404009"/>
                </a:cubicBezTo>
                <a:cubicBezTo>
                  <a:pt x="890442" y="414213"/>
                  <a:pt x="900002" y="431089"/>
                  <a:pt x="900002" y="450001"/>
                </a:cubicBezTo>
                <a:cubicBezTo>
                  <a:pt x="900002" y="468837"/>
                  <a:pt x="890517" y="485655"/>
                  <a:pt x="874902" y="495615"/>
                </a:cubicBezTo>
                <a:cubicBezTo>
                  <a:pt x="873169" y="519907"/>
                  <a:pt x="868181" y="543411"/>
                  <a:pt x="860194" y="565780"/>
                </a:cubicBezTo>
                <a:cubicBezTo>
                  <a:pt x="819454" y="717881"/>
                  <a:pt x="695568" y="835593"/>
                  <a:pt x="539797" y="866746"/>
                </a:cubicBezTo>
                <a:cubicBezTo>
                  <a:pt x="525757" y="871581"/>
                  <a:pt x="511062" y="874148"/>
                  <a:pt x="495996" y="874870"/>
                </a:cubicBezTo>
                <a:cubicBezTo>
                  <a:pt x="485792" y="890439"/>
                  <a:pt x="468914" y="900001"/>
                  <a:pt x="450002" y="900001"/>
                </a:cubicBezTo>
                <a:cubicBezTo>
                  <a:pt x="431165" y="900001"/>
                  <a:pt x="414346" y="890515"/>
                  <a:pt x="404386" y="874899"/>
                </a:cubicBezTo>
                <a:cubicBezTo>
                  <a:pt x="380102" y="873167"/>
                  <a:pt x="356606" y="868181"/>
                  <a:pt x="334244" y="860196"/>
                </a:cubicBezTo>
                <a:cubicBezTo>
                  <a:pt x="182132" y="819464"/>
                  <a:pt x="64409" y="695572"/>
                  <a:pt x="33256" y="539792"/>
                </a:cubicBezTo>
                <a:cubicBezTo>
                  <a:pt x="28422" y="525753"/>
                  <a:pt x="25855" y="511060"/>
                  <a:pt x="25133" y="495996"/>
                </a:cubicBezTo>
                <a:cubicBezTo>
                  <a:pt x="9563" y="485792"/>
                  <a:pt x="0" y="468913"/>
                  <a:pt x="0" y="450001"/>
                </a:cubicBezTo>
                <a:cubicBezTo>
                  <a:pt x="0" y="431088"/>
                  <a:pt x="9563" y="414210"/>
                  <a:pt x="25133" y="404005"/>
                </a:cubicBezTo>
                <a:cubicBezTo>
                  <a:pt x="25855" y="388942"/>
                  <a:pt x="28421" y="374250"/>
                  <a:pt x="33255" y="360212"/>
                </a:cubicBezTo>
                <a:cubicBezTo>
                  <a:pt x="64407" y="204430"/>
                  <a:pt x="182131" y="80537"/>
                  <a:pt x="334244" y="39804"/>
                </a:cubicBezTo>
                <a:cubicBezTo>
                  <a:pt x="356606" y="31819"/>
                  <a:pt x="380103" y="26833"/>
                  <a:pt x="404387" y="25101"/>
                </a:cubicBezTo>
                <a:cubicBezTo>
                  <a:pt x="414347" y="9486"/>
                  <a:pt x="431165" y="0"/>
                  <a:pt x="45000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103" name="正方形/長方形 102"/>
          <p:cNvSpPr>
            <a:spLocks noChangeAspect="1"/>
          </p:cNvSpPr>
          <p:nvPr/>
        </p:nvSpPr>
        <p:spPr bwMode="gray">
          <a:xfrm>
            <a:off x="808421" y="5469549"/>
            <a:ext cx="831316" cy="663491"/>
          </a:xfrm>
          <a:custGeom>
            <a:avLst/>
            <a:gdLst/>
            <a:ahLst/>
            <a:cxnLst/>
            <a:rect l="l" t="t" r="r" b="b"/>
            <a:pathLst>
              <a:path w="900592" h="718782">
                <a:moveTo>
                  <a:pt x="626053" y="85549"/>
                </a:moveTo>
                <a:lnTo>
                  <a:pt x="478172" y="177123"/>
                </a:lnTo>
                <a:lnTo>
                  <a:pt x="478172" y="633237"/>
                </a:lnTo>
                <a:lnTo>
                  <a:pt x="626053" y="541663"/>
                </a:lnTo>
                <a:close/>
                <a:moveTo>
                  <a:pt x="268838" y="85549"/>
                </a:moveTo>
                <a:lnTo>
                  <a:pt x="268838" y="541663"/>
                </a:lnTo>
                <a:lnTo>
                  <a:pt x="416719" y="633237"/>
                </a:lnTo>
                <a:lnTo>
                  <a:pt x="416719" y="177123"/>
                </a:lnTo>
                <a:close/>
                <a:moveTo>
                  <a:pt x="685801" y="84934"/>
                </a:moveTo>
                <a:lnTo>
                  <a:pt x="685801" y="536775"/>
                </a:lnTo>
                <a:lnTo>
                  <a:pt x="840582" y="632622"/>
                </a:lnTo>
                <a:lnTo>
                  <a:pt x="840582" y="180781"/>
                </a:lnTo>
                <a:close/>
                <a:moveTo>
                  <a:pt x="209554" y="82561"/>
                </a:moveTo>
                <a:lnTo>
                  <a:pt x="62497" y="173625"/>
                </a:lnTo>
                <a:lnTo>
                  <a:pt x="62497" y="630249"/>
                </a:lnTo>
                <a:lnTo>
                  <a:pt x="209554" y="539185"/>
                </a:lnTo>
                <a:close/>
                <a:moveTo>
                  <a:pt x="221194" y="0"/>
                </a:moveTo>
                <a:lnTo>
                  <a:pt x="254139" y="0"/>
                </a:lnTo>
                <a:lnTo>
                  <a:pt x="450494" y="120437"/>
                </a:lnTo>
                <a:lnTo>
                  <a:pt x="646849" y="0"/>
                </a:lnTo>
                <a:lnTo>
                  <a:pt x="673123" y="0"/>
                </a:lnTo>
                <a:lnTo>
                  <a:pt x="900592" y="142139"/>
                </a:lnTo>
                <a:lnTo>
                  <a:pt x="900592" y="695205"/>
                </a:lnTo>
                <a:lnTo>
                  <a:pt x="877015" y="718782"/>
                </a:lnTo>
                <a:lnTo>
                  <a:pt x="864737" y="718782"/>
                </a:lnTo>
                <a:lnTo>
                  <a:pt x="663916" y="595606"/>
                </a:lnTo>
                <a:lnTo>
                  <a:pt x="463095" y="718782"/>
                </a:lnTo>
                <a:lnTo>
                  <a:pt x="438493" y="718782"/>
                </a:lnTo>
                <a:lnTo>
                  <a:pt x="237672" y="595606"/>
                </a:lnTo>
                <a:lnTo>
                  <a:pt x="36851" y="718782"/>
                </a:lnTo>
                <a:lnTo>
                  <a:pt x="15496" y="718782"/>
                </a:lnTo>
                <a:lnTo>
                  <a:pt x="0" y="703286"/>
                </a:lnTo>
                <a:lnTo>
                  <a:pt x="0" y="138217"/>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1" name="平行四辺形 118"/>
          <p:cNvSpPr>
            <a:spLocks noChangeAspect="1"/>
          </p:cNvSpPr>
          <p:nvPr/>
        </p:nvSpPr>
        <p:spPr bwMode="gray">
          <a:xfrm flipH="1">
            <a:off x="2327335" y="4286197"/>
            <a:ext cx="830966" cy="786019"/>
          </a:xfrm>
          <a:custGeom>
            <a:avLst/>
            <a:gdLst>
              <a:gd name="connsiteX0" fmla="*/ 575245 w 900213"/>
              <a:gd name="connsiteY0" fmla="*/ 367 h 851521"/>
              <a:gd name="connsiteX1" fmla="*/ 5193 w 900213"/>
              <a:gd name="connsiteY1" fmla="*/ 156214 h 851521"/>
              <a:gd name="connsiteX2" fmla="*/ 188656 w 900213"/>
              <a:gd name="connsiteY2" fmla="*/ 417376 h 851521"/>
              <a:gd name="connsiteX3" fmla="*/ 702489 w 900213"/>
              <a:gd name="connsiteY3" fmla="*/ 503381 h 851521"/>
              <a:gd name="connsiteX4" fmla="*/ 617739 w 900213"/>
              <a:gd name="connsiteY4" fmla="*/ 851521 h 851521"/>
              <a:gd name="connsiteX5" fmla="*/ 720642 w 900213"/>
              <a:gd name="connsiteY5" fmla="*/ 851521 h 851521"/>
              <a:gd name="connsiteX6" fmla="*/ 900213 w 900213"/>
              <a:gd name="connsiteY6" fmla="*/ 134053 h 851521"/>
              <a:gd name="connsiteX7" fmla="*/ 861074 w 900213"/>
              <a:gd name="connsiteY7" fmla="*/ 111456 h 851521"/>
              <a:gd name="connsiteX8" fmla="*/ 843867 w 900213"/>
              <a:gd name="connsiteY8" fmla="*/ 111456 h 851521"/>
              <a:gd name="connsiteX9" fmla="*/ 575245 w 900213"/>
              <a:gd name="connsiteY9" fmla="*/ 367 h 851521"/>
              <a:gd name="connsiteX0" fmla="*/ 575245 w 900213"/>
              <a:gd name="connsiteY0" fmla="*/ 367 h 851521"/>
              <a:gd name="connsiteX1" fmla="*/ 5193 w 900213"/>
              <a:gd name="connsiteY1" fmla="*/ 156214 h 851521"/>
              <a:gd name="connsiteX2" fmla="*/ 188656 w 900213"/>
              <a:gd name="connsiteY2" fmla="*/ 417376 h 851521"/>
              <a:gd name="connsiteX3" fmla="*/ 702489 w 900213"/>
              <a:gd name="connsiteY3" fmla="*/ 503381 h 851521"/>
              <a:gd name="connsiteX4" fmla="*/ 617739 w 900213"/>
              <a:gd name="connsiteY4" fmla="*/ 851521 h 851521"/>
              <a:gd name="connsiteX5" fmla="*/ 720642 w 900213"/>
              <a:gd name="connsiteY5" fmla="*/ 851521 h 851521"/>
              <a:gd name="connsiteX6" fmla="*/ 900213 w 900213"/>
              <a:gd name="connsiteY6" fmla="*/ 134053 h 851521"/>
              <a:gd name="connsiteX7" fmla="*/ 861074 w 900213"/>
              <a:gd name="connsiteY7" fmla="*/ 111456 h 851521"/>
              <a:gd name="connsiteX8" fmla="*/ 843867 w 900213"/>
              <a:gd name="connsiteY8" fmla="*/ 111456 h 851521"/>
              <a:gd name="connsiteX9" fmla="*/ 575245 w 900213"/>
              <a:gd name="connsiteY9" fmla="*/ 367 h 851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00213" h="851521">
                <a:moveTo>
                  <a:pt x="575245" y="367"/>
                </a:moveTo>
                <a:cubicBezTo>
                  <a:pt x="407998" y="12802"/>
                  <a:pt x="499813" y="335376"/>
                  <a:pt x="5193" y="156214"/>
                </a:cubicBezTo>
                <a:cubicBezTo>
                  <a:pt x="-28904" y="175799"/>
                  <a:pt x="113213" y="319210"/>
                  <a:pt x="188656" y="417376"/>
                </a:cubicBezTo>
                <a:cubicBezTo>
                  <a:pt x="417120" y="667032"/>
                  <a:pt x="382739" y="224047"/>
                  <a:pt x="702489" y="503381"/>
                </a:cubicBezTo>
                <a:lnTo>
                  <a:pt x="617739" y="851521"/>
                </a:lnTo>
                <a:lnTo>
                  <a:pt x="720642" y="851521"/>
                </a:lnTo>
                <a:lnTo>
                  <a:pt x="900213" y="134053"/>
                </a:lnTo>
                <a:lnTo>
                  <a:pt x="861074" y="111456"/>
                </a:lnTo>
                <a:lnTo>
                  <a:pt x="843867" y="111456"/>
                </a:lnTo>
                <a:cubicBezTo>
                  <a:pt x="709237" y="24314"/>
                  <a:pt x="628906" y="-3623"/>
                  <a:pt x="575245" y="367"/>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2" name="角丸四角形 37"/>
          <p:cNvSpPr>
            <a:spLocks noChangeAspect="1"/>
          </p:cNvSpPr>
          <p:nvPr/>
        </p:nvSpPr>
        <p:spPr bwMode="gray">
          <a:xfrm>
            <a:off x="2349114" y="5510589"/>
            <a:ext cx="830769" cy="581412"/>
          </a:xfrm>
          <a:custGeom>
            <a:avLst/>
            <a:gdLst/>
            <a:ahLst/>
            <a:cxnLst/>
            <a:rect l="l" t="t" r="r" b="b"/>
            <a:pathLst>
              <a:path w="900000" h="629863">
                <a:moveTo>
                  <a:pt x="607311" y="396965"/>
                </a:moveTo>
                <a:cubicBezTo>
                  <a:pt x="608801" y="484267"/>
                  <a:pt x="678806" y="554673"/>
                  <a:pt x="765960" y="556593"/>
                </a:cubicBezTo>
                <a:cubicBezTo>
                  <a:pt x="764118" y="557681"/>
                  <a:pt x="762196" y="557744"/>
                  <a:pt x="760259" y="557744"/>
                </a:cubicBezTo>
                <a:lnTo>
                  <a:pt x="692919" y="557744"/>
                </a:lnTo>
                <a:cubicBezTo>
                  <a:pt x="645140" y="557744"/>
                  <a:pt x="606407" y="519011"/>
                  <a:pt x="606407" y="471232"/>
                </a:cubicBezTo>
                <a:lnTo>
                  <a:pt x="606407" y="401444"/>
                </a:lnTo>
                <a:close/>
                <a:moveTo>
                  <a:pt x="67575" y="396965"/>
                </a:moveTo>
                <a:cubicBezTo>
                  <a:pt x="69065" y="484267"/>
                  <a:pt x="139070" y="554673"/>
                  <a:pt x="226224" y="556593"/>
                </a:cubicBezTo>
                <a:cubicBezTo>
                  <a:pt x="224382" y="557681"/>
                  <a:pt x="222460" y="557744"/>
                  <a:pt x="220523" y="557744"/>
                </a:cubicBezTo>
                <a:lnTo>
                  <a:pt x="153183" y="557744"/>
                </a:lnTo>
                <a:cubicBezTo>
                  <a:pt x="105404" y="557744"/>
                  <a:pt x="66671" y="519011"/>
                  <a:pt x="66671" y="471232"/>
                </a:cubicBezTo>
                <a:lnTo>
                  <a:pt x="66671" y="401444"/>
                </a:lnTo>
                <a:close/>
                <a:moveTo>
                  <a:pt x="450001" y="296807"/>
                </a:moveTo>
                <a:cubicBezTo>
                  <a:pt x="414471" y="296807"/>
                  <a:pt x="385668" y="325610"/>
                  <a:pt x="385668" y="361140"/>
                </a:cubicBezTo>
                <a:cubicBezTo>
                  <a:pt x="385668" y="396670"/>
                  <a:pt x="414471" y="425473"/>
                  <a:pt x="450001" y="425473"/>
                </a:cubicBezTo>
                <a:cubicBezTo>
                  <a:pt x="485531" y="425473"/>
                  <a:pt x="514334" y="396670"/>
                  <a:pt x="514334" y="361140"/>
                </a:cubicBezTo>
                <a:cubicBezTo>
                  <a:pt x="514334" y="325610"/>
                  <a:pt x="485531" y="296807"/>
                  <a:pt x="450001" y="296807"/>
                </a:cubicBezTo>
                <a:close/>
                <a:moveTo>
                  <a:pt x="719869" y="284473"/>
                </a:moveTo>
                <a:cubicBezTo>
                  <a:pt x="628599" y="284473"/>
                  <a:pt x="554610" y="358462"/>
                  <a:pt x="554610" y="449732"/>
                </a:cubicBezTo>
                <a:cubicBezTo>
                  <a:pt x="554610" y="541002"/>
                  <a:pt x="628599" y="614991"/>
                  <a:pt x="719869" y="614991"/>
                </a:cubicBezTo>
                <a:cubicBezTo>
                  <a:pt x="811139" y="614991"/>
                  <a:pt x="885128" y="541002"/>
                  <a:pt x="885128" y="449732"/>
                </a:cubicBezTo>
                <a:cubicBezTo>
                  <a:pt x="885128" y="358462"/>
                  <a:pt x="811139" y="284473"/>
                  <a:pt x="719869" y="284473"/>
                </a:cubicBezTo>
                <a:close/>
                <a:moveTo>
                  <a:pt x="180133" y="284473"/>
                </a:moveTo>
                <a:cubicBezTo>
                  <a:pt x="88863" y="284473"/>
                  <a:pt x="14874" y="358462"/>
                  <a:pt x="14874" y="449732"/>
                </a:cubicBezTo>
                <a:cubicBezTo>
                  <a:pt x="14874" y="541002"/>
                  <a:pt x="88863" y="614991"/>
                  <a:pt x="180133" y="614991"/>
                </a:cubicBezTo>
                <a:cubicBezTo>
                  <a:pt x="271403" y="614991"/>
                  <a:pt x="345392" y="541002"/>
                  <a:pt x="345392" y="449732"/>
                </a:cubicBezTo>
                <a:cubicBezTo>
                  <a:pt x="345392" y="358462"/>
                  <a:pt x="271403" y="284473"/>
                  <a:pt x="180133" y="284473"/>
                </a:cubicBezTo>
                <a:close/>
                <a:moveTo>
                  <a:pt x="334962" y="0"/>
                </a:moveTo>
                <a:cubicBezTo>
                  <a:pt x="387222" y="0"/>
                  <a:pt x="430744" y="37410"/>
                  <a:pt x="438112" y="87312"/>
                </a:cubicBezTo>
                <a:lnTo>
                  <a:pt x="467556" y="87312"/>
                </a:lnTo>
                <a:cubicBezTo>
                  <a:pt x="474925" y="37410"/>
                  <a:pt x="518446" y="0"/>
                  <a:pt x="570706" y="0"/>
                </a:cubicBezTo>
                <a:cubicBezTo>
                  <a:pt x="629887" y="0"/>
                  <a:pt x="677862" y="47975"/>
                  <a:pt x="677862" y="107156"/>
                </a:cubicBezTo>
                <a:lnTo>
                  <a:pt x="677862" y="115454"/>
                </a:lnTo>
                <a:cubicBezTo>
                  <a:pt x="754781" y="176493"/>
                  <a:pt x="817657" y="254020"/>
                  <a:pt x="861176" y="343028"/>
                </a:cubicBezTo>
                <a:cubicBezTo>
                  <a:pt x="886458" y="371362"/>
                  <a:pt x="900000" y="408965"/>
                  <a:pt x="900000" y="449731"/>
                </a:cubicBezTo>
                <a:cubicBezTo>
                  <a:pt x="900000" y="549215"/>
                  <a:pt x="819352" y="629863"/>
                  <a:pt x="719868" y="629863"/>
                </a:cubicBezTo>
                <a:cubicBezTo>
                  <a:pt x="620384" y="629863"/>
                  <a:pt x="539736" y="549215"/>
                  <a:pt x="539736" y="449731"/>
                </a:cubicBezTo>
                <a:lnTo>
                  <a:pt x="543144" y="415925"/>
                </a:lnTo>
                <a:lnTo>
                  <a:pt x="540124" y="415925"/>
                </a:lnTo>
                <a:cubicBezTo>
                  <a:pt x="522867" y="447794"/>
                  <a:pt x="488841" y="468412"/>
                  <a:pt x="450000" y="468412"/>
                </a:cubicBezTo>
                <a:cubicBezTo>
                  <a:pt x="411159" y="468412"/>
                  <a:pt x="377133" y="447794"/>
                  <a:pt x="359876" y="415925"/>
                </a:cubicBezTo>
                <a:lnTo>
                  <a:pt x="356856" y="415925"/>
                </a:lnTo>
                <a:cubicBezTo>
                  <a:pt x="359173" y="426845"/>
                  <a:pt x="360264" y="438161"/>
                  <a:pt x="360264" y="449731"/>
                </a:cubicBezTo>
                <a:cubicBezTo>
                  <a:pt x="360264" y="549215"/>
                  <a:pt x="279616" y="629863"/>
                  <a:pt x="180132" y="629863"/>
                </a:cubicBezTo>
                <a:cubicBezTo>
                  <a:pt x="80648" y="629863"/>
                  <a:pt x="0" y="549215"/>
                  <a:pt x="0" y="449731"/>
                </a:cubicBezTo>
                <a:cubicBezTo>
                  <a:pt x="0" y="408743"/>
                  <a:pt x="13690" y="370952"/>
                  <a:pt x="39164" y="342523"/>
                </a:cubicBezTo>
                <a:cubicBezTo>
                  <a:pt x="83708" y="251469"/>
                  <a:pt x="148519" y="172440"/>
                  <a:pt x="227806" y="110704"/>
                </a:cubicBezTo>
                <a:lnTo>
                  <a:pt x="227806" y="107156"/>
                </a:lnTo>
                <a:cubicBezTo>
                  <a:pt x="227806" y="47975"/>
                  <a:pt x="275781" y="0"/>
                  <a:pt x="334962"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3" name="角丸四角形 24"/>
          <p:cNvSpPr>
            <a:spLocks noChangeAspect="1"/>
          </p:cNvSpPr>
          <p:nvPr/>
        </p:nvSpPr>
        <p:spPr bwMode="gray">
          <a:xfrm>
            <a:off x="3900093" y="3103565"/>
            <a:ext cx="830769" cy="552007"/>
          </a:xfrm>
          <a:custGeom>
            <a:avLst/>
            <a:gdLst/>
            <a:ahLst/>
            <a:cxnLst/>
            <a:rect l="l" t="t" r="r" b="b"/>
            <a:pathLst>
              <a:path w="900000" h="598008">
                <a:moveTo>
                  <a:pt x="767316" y="152686"/>
                </a:moveTo>
                <a:cubicBezTo>
                  <a:pt x="849300" y="234107"/>
                  <a:pt x="900000" y="346939"/>
                  <a:pt x="900000" y="471612"/>
                </a:cubicBezTo>
                <a:lnTo>
                  <a:pt x="900000" y="503888"/>
                </a:lnTo>
                <a:lnTo>
                  <a:pt x="900000" y="507612"/>
                </a:lnTo>
                <a:lnTo>
                  <a:pt x="900000" y="551208"/>
                </a:lnTo>
                <a:cubicBezTo>
                  <a:pt x="900000" y="577055"/>
                  <a:pt x="879047" y="598008"/>
                  <a:pt x="853200" y="598008"/>
                </a:cubicBezTo>
                <a:cubicBezTo>
                  <a:pt x="827353" y="598008"/>
                  <a:pt x="806400" y="577055"/>
                  <a:pt x="806400" y="551208"/>
                </a:cubicBezTo>
                <a:lnTo>
                  <a:pt x="806400" y="537630"/>
                </a:lnTo>
                <a:lnTo>
                  <a:pt x="806400" y="503888"/>
                </a:lnTo>
                <a:lnTo>
                  <a:pt x="806400" y="471611"/>
                </a:lnTo>
                <a:cubicBezTo>
                  <a:pt x="806400" y="396367"/>
                  <a:pt x="783083" y="326569"/>
                  <a:pt x="742983" y="269254"/>
                </a:cubicBezTo>
                <a:close/>
                <a:moveTo>
                  <a:pt x="450000" y="21612"/>
                </a:moveTo>
                <a:cubicBezTo>
                  <a:pt x="494860" y="21612"/>
                  <a:pt x="538186" y="28176"/>
                  <a:pt x="578449" y="42475"/>
                </a:cubicBezTo>
                <a:lnTo>
                  <a:pt x="511695" y="121431"/>
                </a:lnTo>
                <a:cubicBezTo>
                  <a:pt x="491760" y="117044"/>
                  <a:pt x="471094" y="115211"/>
                  <a:pt x="450000" y="115211"/>
                </a:cubicBezTo>
                <a:cubicBezTo>
                  <a:pt x="253166" y="115211"/>
                  <a:pt x="93600" y="274777"/>
                  <a:pt x="93600" y="471611"/>
                </a:cubicBezTo>
                <a:lnTo>
                  <a:pt x="93600" y="503888"/>
                </a:lnTo>
                <a:lnTo>
                  <a:pt x="93600" y="537630"/>
                </a:lnTo>
                <a:lnTo>
                  <a:pt x="93600" y="551208"/>
                </a:lnTo>
                <a:cubicBezTo>
                  <a:pt x="93600" y="577055"/>
                  <a:pt x="72647" y="598008"/>
                  <a:pt x="46800" y="598008"/>
                </a:cubicBezTo>
                <a:cubicBezTo>
                  <a:pt x="20953" y="598008"/>
                  <a:pt x="0" y="577055"/>
                  <a:pt x="0" y="551208"/>
                </a:cubicBezTo>
                <a:lnTo>
                  <a:pt x="0" y="507612"/>
                </a:lnTo>
                <a:lnTo>
                  <a:pt x="0" y="503888"/>
                </a:lnTo>
                <a:lnTo>
                  <a:pt x="0" y="471612"/>
                </a:lnTo>
                <a:cubicBezTo>
                  <a:pt x="0" y="223084"/>
                  <a:pt x="201472" y="21612"/>
                  <a:pt x="450000" y="21612"/>
                </a:cubicBezTo>
                <a:close/>
                <a:moveTo>
                  <a:pt x="731851" y="0"/>
                </a:moveTo>
                <a:cubicBezTo>
                  <a:pt x="742571" y="39683"/>
                  <a:pt x="543081" y="498586"/>
                  <a:pt x="520247" y="542296"/>
                </a:cubicBezTo>
                <a:cubicBezTo>
                  <a:pt x="497414" y="586006"/>
                  <a:pt x="459857" y="612309"/>
                  <a:pt x="399132" y="579770"/>
                </a:cubicBezTo>
                <a:cubicBezTo>
                  <a:pt x="355075" y="556756"/>
                  <a:pt x="338587" y="524626"/>
                  <a:pt x="360704" y="458954"/>
                </a:cubicBezTo>
                <a:cubicBezTo>
                  <a:pt x="416157" y="362326"/>
                  <a:pt x="687794" y="17466"/>
                  <a:pt x="731851"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4" name="円/楕円 49"/>
          <p:cNvSpPr>
            <a:spLocks noChangeAspect="1"/>
          </p:cNvSpPr>
          <p:nvPr/>
        </p:nvSpPr>
        <p:spPr bwMode="gray">
          <a:xfrm>
            <a:off x="8123733" y="4263821"/>
            <a:ext cx="830769" cy="830769"/>
          </a:xfrm>
          <a:custGeom>
            <a:avLst/>
            <a:gdLst/>
            <a:ahLst/>
            <a:cxnLst/>
            <a:rect l="l" t="t" r="r" b="b"/>
            <a:pathLst>
              <a:path w="900000" h="900000">
                <a:moveTo>
                  <a:pt x="579326" y="735013"/>
                </a:moveTo>
                <a:cubicBezTo>
                  <a:pt x="557498" y="733426"/>
                  <a:pt x="542416" y="736997"/>
                  <a:pt x="515032" y="744538"/>
                </a:cubicBezTo>
                <a:cubicBezTo>
                  <a:pt x="487648" y="752079"/>
                  <a:pt x="437642" y="773907"/>
                  <a:pt x="415020" y="780257"/>
                </a:cubicBezTo>
                <a:cubicBezTo>
                  <a:pt x="392398" y="786607"/>
                  <a:pt x="391207" y="777479"/>
                  <a:pt x="379301" y="782638"/>
                </a:cubicBezTo>
                <a:cubicBezTo>
                  <a:pt x="367583" y="787716"/>
                  <a:pt x="359709" y="788950"/>
                  <a:pt x="344387" y="810217"/>
                </a:cubicBezTo>
                <a:cubicBezTo>
                  <a:pt x="377763" y="821914"/>
                  <a:pt x="413626" y="827262"/>
                  <a:pt x="450738" y="827262"/>
                </a:cubicBezTo>
                <a:cubicBezTo>
                  <a:pt x="529235" y="827262"/>
                  <a:pt x="602143" y="803335"/>
                  <a:pt x="662536" y="762331"/>
                </a:cubicBezTo>
                <a:lnTo>
                  <a:pt x="646001" y="754063"/>
                </a:lnTo>
                <a:cubicBezTo>
                  <a:pt x="631714" y="746522"/>
                  <a:pt x="601154" y="736600"/>
                  <a:pt x="579326" y="735013"/>
                </a:cubicBezTo>
                <a:close/>
                <a:moveTo>
                  <a:pt x="569372" y="92121"/>
                </a:moveTo>
                <a:cubicBezTo>
                  <a:pt x="550846" y="112154"/>
                  <a:pt x="560703" y="149067"/>
                  <a:pt x="572181" y="158751"/>
                </a:cubicBezTo>
                <a:cubicBezTo>
                  <a:pt x="584881" y="169467"/>
                  <a:pt x="635681" y="144464"/>
                  <a:pt x="650762" y="149226"/>
                </a:cubicBezTo>
                <a:cubicBezTo>
                  <a:pt x="665843" y="153989"/>
                  <a:pt x="665844" y="174626"/>
                  <a:pt x="662669" y="187326"/>
                </a:cubicBezTo>
                <a:cubicBezTo>
                  <a:pt x="659494" y="200026"/>
                  <a:pt x="640840" y="214710"/>
                  <a:pt x="631712" y="225426"/>
                </a:cubicBezTo>
                <a:cubicBezTo>
                  <a:pt x="622584" y="236142"/>
                  <a:pt x="613059" y="239714"/>
                  <a:pt x="607900" y="251620"/>
                </a:cubicBezTo>
                <a:cubicBezTo>
                  <a:pt x="602741" y="263526"/>
                  <a:pt x="596390" y="278210"/>
                  <a:pt x="600756" y="296863"/>
                </a:cubicBezTo>
                <a:cubicBezTo>
                  <a:pt x="605122" y="315516"/>
                  <a:pt x="617028" y="349251"/>
                  <a:pt x="634094" y="363538"/>
                </a:cubicBezTo>
                <a:cubicBezTo>
                  <a:pt x="651160" y="377826"/>
                  <a:pt x="686481" y="376635"/>
                  <a:pt x="703150" y="382588"/>
                </a:cubicBezTo>
                <a:cubicBezTo>
                  <a:pt x="719819" y="388541"/>
                  <a:pt x="725375" y="384970"/>
                  <a:pt x="734106" y="399257"/>
                </a:cubicBezTo>
                <a:cubicBezTo>
                  <a:pt x="742837" y="413544"/>
                  <a:pt x="751568" y="442119"/>
                  <a:pt x="755537" y="468313"/>
                </a:cubicBezTo>
                <a:cubicBezTo>
                  <a:pt x="759506" y="494507"/>
                  <a:pt x="760300" y="531814"/>
                  <a:pt x="757919" y="556420"/>
                </a:cubicBezTo>
                <a:cubicBezTo>
                  <a:pt x="755538" y="581026"/>
                  <a:pt x="744425" y="600076"/>
                  <a:pt x="741250" y="615951"/>
                </a:cubicBezTo>
                <a:cubicBezTo>
                  <a:pt x="738075" y="631826"/>
                  <a:pt x="732519" y="637779"/>
                  <a:pt x="738869" y="651670"/>
                </a:cubicBezTo>
                <a:cubicBezTo>
                  <a:pt x="741148" y="656657"/>
                  <a:pt x="742712" y="670030"/>
                  <a:pt x="745746" y="682949"/>
                </a:cubicBezTo>
                <a:cubicBezTo>
                  <a:pt x="798193" y="619507"/>
                  <a:pt x="828737" y="537952"/>
                  <a:pt x="828737" y="449262"/>
                </a:cubicBezTo>
                <a:cubicBezTo>
                  <a:pt x="828737" y="282146"/>
                  <a:pt x="720290" y="140360"/>
                  <a:pt x="569372" y="92121"/>
                </a:cubicBezTo>
                <a:close/>
                <a:moveTo>
                  <a:pt x="385042" y="77885"/>
                </a:moveTo>
                <a:cubicBezTo>
                  <a:pt x="253325" y="100091"/>
                  <a:pt x="145200" y="191234"/>
                  <a:pt x="99023" y="313143"/>
                </a:cubicBezTo>
                <a:cubicBezTo>
                  <a:pt x="128174" y="315792"/>
                  <a:pt x="159350" y="318062"/>
                  <a:pt x="174512" y="320676"/>
                </a:cubicBezTo>
                <a:cubicBezTo>
                  <a:pt x="197531" y="324645"/>
                  <a:pt x="191975" y="325439"/>
                  <a:pt x="195944" y="332582"/>
                </a:cubicBezTo>
                <a:cubicBezTo>
                  <a:pt x="199913" y="339725"/>
                  <a:pt x="201500" y="353219"/>
                  <a:pt x="198325" y="363538"/>
                </a:cubicBezTo>
                <a:cubicBezTo>
                  <a:pt x="195150" y="373857"/>
                  <a:pt x="182053" y="379811"/>
                  <a:pt x="176894" y="394495"/>
                </a:cubicBezTo>
                <a:cubicBezTo>
                  <a:pt x="171735" y="409180"/>
                  <a:pt x="163400" y="435373"/>
                  <a:pt x="167369" y="451645"/>
                </a:cubicBezTo>
                <a:cubicBezTo>
                  <a:pt x="171338" y="467917"/>
                  <a:pt x="189197" y="480617"/>
                  <a:pt x="200706" y="492126"/>
                </a:cubicBezTo>
                <a:cubicBezTo>
                  <a:pt x="212215" y="503635"/>
                  <a:pt x="226503" y="493714"/>
                  <a:pt x="236425" y="520701"/>
                </a:cubicBezTo>
                <a:cubicBezTo>
                  <a:pt x="246347" y="547688"/>
                  <a:pt x="247537" y="621110"/>
                  <a:pt x="260237" y="654051"/>
                </a:cubicBezTo>
                <a:cubicBezTo>
                  <a:pt x="272937" y="686992"/>
                  <a:pt x="298734" y="707233"/>
                  <a:pt x="312625" y="718345"/>
                </a:cubicBezTo>
                <a:cubicBezTo>
                  <a:pt x="326516" y="729457"/>
                  <a:pt x="338819" y="729457"/>
                  <a:pt x="343581" y="720726"/>
                </a:cubicBezTo>
                <a:cubicBezTo>
                  <a:pt x="348343" y="711995"/>
                  <a:pt x="341200" y="688579"/>
                  <a:pt x="341200" y="665957"/>
                </a:cubicBezTo>
                <a:cubicBezTo>
                  <a:pt x="341200" y="643335"/>
                  <a:pt x="341200" y="606823"/>
                  <a:pt x="343581" y="584995"/>
                </a:cubicBezTo>
                <a:cubicBezTo>
                  <a:pt x="345962" y="563167"/>
                  <a:pt x="348740" y="550069"/>
                  <a:pt x="355487" y="534988"/>
                </a:cubicBezTo>
                <a:cubicBezTo>
                  <a:pt x="362234" y="519907"/>
                  <a:pt x="372949" y="503635"/>
                  <a:pt x="384062" y="494507"/>
                </a:cubicBezTo>
                <a:cubicBezTo>
                  <a:pt x="395174" y="485379"/>
                  <a:pt x="409065" y="489745"/>
                  <a:pt x="422162" y="480220"/>
                </a:cubicBezTo>
                <a:cubicBezTo>
                  <a:pt x="435259" y="470695"/>
                  <a:pt x="455103" y="454819"/>
                  <a:pt x="462644" y="437357"/>
                </a:cubicBezTo>
                <a:cubicBezTo>
                  <a:pt x="470185" y="419895"/>
                  <a:pt x="470978" y="393304"/>
                  <a:pt x="467406" y="375445"/>
                </a:cubicBezTo>
                <a:cubicBezTo>
                  <a:pt x="463834" y="357586"/>
                  <a:pt x="455896" y="342107"/>
                  <a:pt x="441212" y="330201"/>
                </a:cubicBezTo>
                <a:cubicBezTo>
                  <a:pt x="426528" y="318295"/>
                  <a:pt x="405890" y="311944"/>
                  <a:pt x="379300" y="304007"/>
                </a:cubicBezTo>
                <a:cubicBezTo>
                  <a:pt x="352710" y="296070"/>
                  <a:pt x="305878" y="285354"/>
                  <a:pt x="281669" y="282576"/>
                </a:cubicBezTo>
                <a:cubicBezTo>
                  <a:pt x="257460" y="279798"/>
                  <a:pt x="245553" y="293291"/>
                  <a:pt x="234044" y="287338"/>
                </a:cubicBezTo>
                <a:cubicBezTo>
                  <a:pt x="222534" y="281385"/>
                  <a:pt x="213803" y="258366"/>
                  <a:pt x="212612" y="246857"/>
                </a:cubicBezTo>
                <a:cubicBezTo>
                  <a:pt x="211421" y="235348"/>
                  <a:pt x="216978" y="229791"/>
                  <a:pt x="226900" y="218282"/>
                </a:cubicBezTo>
                <a:cubicBezTo>
                  <a:pt x="236822" y="206773"/>
                  <a:pt x="259841" y="190898"/>
                  <a:pt x="272144" y="177801"/>
                </a:cubicBezTo>
                <a:cubicBezTo>
                  <a:pt x="284447" y="164704"/>
                  <a:pt x="284447" y="154782"/>
                  <a:pt x="300719" y="139701"/>
                </a:cubicBezTo>
                <a:cubicBezTo>
                  <a:pt x="316991" y="124620"/>
                  <a:pt x="347550" y="105172"/>
                  <a:pt x="369775" y="87313"/>
                </a:cubicBezTo>
                <a:cubicBezTo>
                  <a:pt x="374073" y="83859"/>
                  <a:pt x="379291" y="80673"/>
                  <a:pt x="385042" y="77885"/>
                </a:cubicBezTo>
                <a:close/>
                <a:moveTo>
                  <a:pt x="450000" y="0"/>
                </a:moveTo>
                <a:cubicBezTo>
                  <a:pt x="698528" y="0"/>
                  <a:pt x="900000" y="201472"/>
                  <a:pt x="900000" y="450000"/>
                </a:cubicBezTo>
                <a:cubicBezTo>
                  <a:pt x="900000" y="698528"/>
                  <a:pt x="698528" y="900000"/>
                  <a:pt x="450000" y="900000"/>
                </a:cubicBezTo>
                <a:cubicBezTo>
                  <a:pt x="201472" y="900000"/>
                  <a:pt x="0" y="698528"/>
                  <a:pt x="0" y="450000"/>
                </a:cubicBezTo>
                <a:cubicBezTo>
                  <a:pt x="0" y="201472"/>
                  <a:pt x="201472" y="0"/>
                  <a:pt x="4500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正方形/長方形 82"/>
          <p:cNvSpPr>
            <a:spLocks noChangeAspect="1"/>
          </p:cNvSpPr>
          <p:nvPr/>
        </p:nvSpPr>
        <p:spPr bwMode="gray">
          <a:xfrm>
            <a:off x="5445792" y="2964365"/>
            <a:ext cx="811256" cy="830404"/>
          </a:xfrm>
          <a:custGeom>
            <a:avLst/>
            <a:gdLst>
              <a:gd name="connsiteX0" fmla="*/ 680094 w 901311"/>
              <a:gd name="connsiteY0" fmla="*/ 147127 h 922990"/>
              <a:gd name="connsiteX1" fmla="*/ 599133 w 901311"/>
              <a:gd name="connsiteY1" fmla="*/ 228088 h 922990"/>
              <a:gd name="connsiteX2" fmla="*/ 680094 w 901311"/>
              <a:gd name="connsiteY2" fmla="*/ 309049 h 922990"/>
              <a:gd name="connsiteX3" fmla="*/ 761055 w 901311"/>
              <a:gd name="connsiteY3" fmla="*/ 228088 h 922990"/>
              <a:gd name="connsiteX4" fmla="*/ 680094 w 901311"/>
              <a:gd name="connsiteY4" fmla="*/ 147127 h 922990"/>
              <a:gd name="connsiteX5" fmla="*/ 824858 w 901311"/>
              <a:gd name="connsiteY5" fmla="*/ 0 h 922990"/>
              <a:gd name="connsiteX6" fmla="*/ 898236 w 901311"/>
              <a:gd name="connsiteY6" fmla="*/ 8895 h 922990"/>
              <a:gd name="connsiteX7" fmla="*/ 901311 w 901311"/>
              <a:gd name="connsiteY7" fmla="*/ 69791 h 922990"/>
              <a:gd name="connsiteX8" fmla="*/ 898272 w 901311"/>
              <a:gd name="connsiteY8" fmla="*/ 129972 h 922990"/>
              <a:gd name="connsiteX9" fmla="*/ 575391 w 901311"/>
              <a:gd name="connsiteY9" fmla="*/ 593892 h 922990"/>
              <a:gd name="connsiteX10" fmla="*/ 577188 w 901311"/>
              <a:gd name="connsiteY10" fmla="*/ 595713 h 922990"/>
              <a:gd name="connsiteX11" fmla="*/ 586228 w 901311"/>
              <a:gd name="connsiteY11" fmla="*/ 683237 h 922990"/>
              <a:gd name="connsiteX12" fmla="*/ 509565 w 901311"/>
              <a:gd name="connsiteY12" fmla="*/ 832811 h 922990"/>
              <a:gd name="connsiteX13" fmla="*/ 259323 w 901311"/>
              <a:gd name="connsiteY13" fmla="*/ 910993 h 922990"/>
              <a:gd name="connsiteX14" fmla="*/ 300689 w 901311"/>
              <a:gd name="connsiteY14" fmla="*/ 751671 h 922990"/>
              <a:gd name="connsiteX15" fmla="*/ 256830 w 901311"/>
              <a:gd name="connsiteY15" fmla="*/ 707207 h 922990"/>
              <a:gd name="connsiteX16" fmla="*/ 213515 w 901311"/>
              <a:gd name="connsiteY16" fmla="*/ 663294 h 922990"/>
              <a:gd name="connsiteX17" fmla="*/ 167621 w 901311"/>
              <a:gd name="connsiteY17" fmla="*/ 616766 h 922990"/>
              <a:gd name="connsiteX18" fmla="*/ 12163 w 901311"/>
              <a:gd name="connsiteY18" fmla="*/ 658164 h 922990"/>
              <a:gd name="connsiteX19" fmla="*/ 88057 w 901311"/>
              <a:gd name="connsiteY19" fmla="*/ 407218 h 922990"/>
              <a:gd name="connsiteX20" fmla="*/ 236925 w 901311"/>
              <a:gd name="connsiteY20" fmla="*/ 329193 h 922990"/>
              <a:gd name="connsiteX21" fmla="*/ 316050 w 901311"/>
              <a:gd name="connsiteY21" fmla="*/ 344893 h 922990"/>
              <a:gd name="connsiteX22" fmla="*/ 323012 w 901311"/>
              <a:gd name="connsiteY22" fmla="*/ 338026 h 922990"/>
              <a:gd name="connsiteX23" fmla="*/ 324763 w 901311"/>
              <a:gd name="connsiteY23" fmla="*/ 339801 h 922990"/>
              <a:gd name="connsiteX24" fmla="*/ 746121 w 901311"/>
              <a:gd name="connsiteY24" fmla="*/ 7178 h 922990"/>
              <a:gd name="connsiteX25" fmla="*/ 824858 w 901311"/>
              <a:gd name="connsiteY25" fmla="*/ 0 h 922990"/>
              <a:gd name="connsiteX0" fmla="*/ 680094 w 901311"/>
              <a:gd name="connsiteY0" fmla="*/ 147127 h 923665"/>
              <a:gd name="connsiteX1" fmla="*/ 599133 w 901311"/>
              <a:gd name="connsiteY1" fmla="*/ 228088 h 923665"/>
              <a:gd name="connsiteX2" fmla="*/ 680094 w 901311"/>
              <a:gd name="connsiteY2" fmla="*/ 309049 h 923665"/>
              <a:gd name="connsiteX3" fmla="*/ 761055 w 901311"/>
              <a:gd name="connsiteY3" fmla="*/ 228088 h 923665"/>
              <a:gd name="connsiteX4" fmla="*/ 680094 w 901311"/>
              <a:gd name="connsiteY4" fmla="*/ 147127 h 923665"/>
              <a:gd name="connsiteX5" fmla="*/ 824858 w 901311"/>
              <a:gd name="connsiteY5" fmla="*/ 0 h 923665"/>
              <a:gd name="connsiteX6" fmla="*/ 898236 w 901311"/>
              <a:gd name="connsiteY6" fmla="*/ 8895 h 923665"/>
              <a:gd name="connsiteX7" fmla="*/ 901311 w 901311"/>
              <a:gd name="connsiteY7" fmla="*/ 69791 h 923665"/>
              <a:gd name="connsiteX8" fmla="*/ 898272 w 901311"/>
              <a:gd name="connsiteY8" fmla="*/ 129972 h 923665"/>
              <a:gd name="connsiteX9" fmla="*/ 575391 w 901311"/>
              <a:gd name="connsiteY9" fmla="*/ 593892 h 923665"/>
              <a:gd name="connsiteX10" fmla="*/ 577188 w 901311"/>
              <a:gd name="connsiteY10" fmla="*/ 595713 h 923665"/>
              <a:gd name="connsiteX11" fmla="*/ 578901 w 901311"/>
              <a:gd name="connsiteY11" fmla="*/ 683237 h 923665"/>
              <a:gd name="connsiteX12" fmla="*/ 509565 w 901311"/>
              <a:gd name="connsiteY12" fmla="*/ 832811 h 923665"/>
              <a:gd name="connsiteX13" fmla="*/ 259323 w 901311"/>
              <a:gd name="connsiteY13" fmla="*/ 910993 h 923665"/>
              <a:gd name="connsiteX14" fmla="*/ 300689 w 901311"/>
              <a:gd name="connsiteY14" fmla="*/ 751671 h 923665"/>
              <a:gd name="connsiteX15" fmla="*/ 256830 w 901311"/>
              <a:gd name="connsiteY15" fmla="*/ 707207 h 923665"/>
              <a:gd name="connsiteX16" fmla="*/ 213515 w 901311"/>
              <a:gd name="connsiteY16" fmla="*/ 663294 h 923665"/>
              <a:gd name="connsiteX17" fmla="*/ 167621 w 901311"/>
              <a:gd name="connsiteY17" fmla="*/ 616766 h 923665"/>
              <a:gd name="connsiteX18" fmla="*/ 12163 w 901311"/>
              <a:gd name="connsiteY18" fmla="*/ 658164 h 923665"/>
              <a:gd name="connsiteX19" fmla="*/ 88057 w 901311"/>
              <a:gd name="connsiteY19" fmla="*/ 407218 h 923665"/>
              <a:gd name="connsiteX20" fmla="*/ 236925 w 901311"/>
              <a:gd name="connsiteY20" fmla="*/ 329193 h 923665"/>
              <a:gd name="connsiteX21" fmla="*/ 316050 w 901311"/>
              <a:gd name="connsiteY21" fmla="*/ 344893 h 923665"/>
              <a:gd name="connsiteX22" fmla="*/ 323012 w 901311"/>
              <a:gd name="connsiteY22" fmla="*/ 338026 h 923665"/>
              <a:gd name="connsiteX23" fmla="*/ 324763 w 901311"/>
              <a:gd name="connsiteY23" fmla="*/ 339801 h 923665"/>
              <a:gd name="connsiteX24" fmla="*/ 746121 w 901311"/>
              <a:gd name="connsiteY24" fmla="*/ 7178 h 923665"/>
              <a:gd name="connsiteX25" fmla="*/ 824858 w 901311"/>
              <a:gd name="connsiteY25" fmla="*/ 0 h 923665"/>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7188 w 901311"/>
              <a:gd name="connsiteY10" fmla="*/ 595713 h 922584"/>
              <a:gd name="connsiteX11" fmla="*/ 578901 w 901311"/>
              <a:gd name="connsiteY11" fmla="*/ 683237 h 922584"/>
              <a:gd name="connsiteX12" fmla="*/ 509565 w 901311"/>
              <a:gd name="connsiteY12" fmla="*/ 832811 h 922584"/>
              <a:gd name="connsiteX13" fmla="*/ 259323 w 901311"/>
              <a:gd name="connsiteY13" fmla="*/ 910993 h 922584"/>
              <a:gd name="connsiteX14" fmla="*/ 300689 w 901311"/>
              <a:gd name="connsiteY14" fmla="*/ 751671 h 922584"/>
              <a:gd name="connsiteX15" fmla="*/ 256830 w 901311"/>
              <a:gd name="connsiteY15" fmla="*/ 707207 h 922584"/>
              <a:gd name="connsiteX16" fmla="*/ 213515 w 901311"/>
              <a:gd name="connsiteY16" fmla="*/ 663294 h 922584"/>
              <a:gd name="connsiteX17" fmla="*/ 167621 w 901311"/>
              <a:gd name="connsiteY17" fmla="*/ 616766 h 922584"/>
              <a:gd name="connsiteX18" fmla="*/ 12163 w 901311"/>
              <a:gd name="connsiteY18" fmla="*/ 658164 h 922584"/>
              <a:gd name="connsiteX19" fmla="*/ 88057 w 901311"/>
              <a:gd name="connsiteY19" fmla="*/ 407218 h 922584"/>
              <a:gd name="connsiteX20" fmla="*/ 236925 w 901311"/>
              <a:gd name="connsiteY20" fmla="*/ 329193 h 922584"/>
              <a:gd name="connsiteX21" fmla="*/ 316050 w 901311"/>
              <a:gd name="connsiteY21" fmla="*/ 344893 h 922584"/>
              <a:gd name="connsiteX22" fmla="*/ 323012 w 901311"/>
              <a:gd name="connsiteY22" fmla="*/ 338026 h 922584"/>
              <a:gd name="connsiteX23" fmla="*/ 324763 w 901311"/>
              <a:gd name="connsiteY23" fmla="*/ 339801 h 922584"/>
              <a:gd name="connsiteX24" fmla="*/ 746121 w 901311"/>
              <a:gd name="connsiteY24" fmla="*/ 7178 h 922584"/>
              <a:gd name="connsiteX25" fmla="*/ 824858 w 901311"/>
              <a:gd name="connsiteY25"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16050 w 901311"/>
              <a:gd name="connsiteY20" fmla="*/ 344893 h 922584"/>
              <a:gd name="connsiteX21" fmla="*/ 323012 w 901311"/>
              <a:gd name="connsiteY21" fmla="*/ 338026 h 922584"/>
              <a:gd name="connsiteX22" fmla="*/ 324763 w 901311"/>
              <a:gd name="connsiteY22" fmla="*/ 339801 h 922584"/>
              <a:gd name="connsiteX23" fmla="*/ 746121 w 901311"/>
              <a:gd name="connsiteY23" fmla="*/ 7178 h 922584"/>
              <a:gd name="connsiteX24" fmla="*/ 824858 w 901311"/>
              <a:gd name="connsiteY24"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324763 w 901311"/>
              <a:gd name="connsiteY21" fmla="*/ 339801 h 922584"/>
              <a:gd name="connsiteX22" fmla="*/ 746121 w 901311"/>
              <a:gd name="connsiteY22" fmla="*/ 7178 h 922584"/>
              <a:gd name="connsiteX23" fmla="*/ 824858 w 901311"/>
              <a:gd name="connsiteY23"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 name="connsiteX0" fmla="*/ 680094 w 901311"/>
              <a:gd name="connsiteY0" fmla="*/ 147127 h 922584"/>
              <a:gd name="connsiteX1" fmla="*/ 599133 w 901311"/>
              <a:gd name="connsiteY1" fmla="*/ 228088 h 922584"/>
              <a:gd name="connsiteX2" fmla="*/ 680094 w 901311"/>
              <a:gd name="connsiteY2" fmla="*/ 309049 h 922584"/>
              <a:gd name="connsiteX3" fmla="*/ 761055 w 901311"/>
              <a:gd name="connsiteY3" fmla="*/ 228088 h 922584"/>
              <a:gd name="connsiteX4" fmla="*/ 680094 w 901311"/>
              <a:gd name="connsiteY4" fmla="*/ 147127 h 922584"/>
              <a:gd name="connsiteX5" fmla="*/ 824858 w 901311"/>
              <a:gd name="connsiteY5" fmla="*/ 0 h 922584"/>
              <a:gd name="connsiteX6" fmla="*/ 898236 w 901311"/>
              <a:gd name="connsiteY6" fmla="*/ 8895 h 922584"/>
              <a:gd name="connsiteX7" fmla="*/ 901311 w 901311"/>
              <a:gd name="connsiteY7" fmla="*/ 69791 h 922584"/>
              <a:gd name="connsiteX8" fmla="*/ 898272 w 901311"/>
              <a:gd name="connsiteY8" fmla="*/ 129972 h 922584"/>
              <a:gd name="connsiteX9" fmla="*/ 575391 w 901311"/>
              <a:gd name="connsiteY9" fmla="*/ 593892 h 922584"/>
              <a:gd name="connsiteX10" fmla="*/ 578901 w 901311"/>
              <a:gd name="connsiteY10" fmla="*/ 683237 h 922584"/>
              <a:gd name="connsiteX11" fmla="*/ 509565 w 901311"/>
              <a:gd name="connsiteY11" fmla="*/ 832811 h 922584"/>
              <a:gd name="connsiteX12" fmla="*/ 259323 w 901311"/>
              <a:gd name="connsiteY12" fmla="*/ 910993 h 922584"/>
              <a:gd name="connsiteX13" fmla="*/ 300689 w 901311"/>
              <a:gd name="connsiteY13" fmla="*/ 751671 h 922584"/>
              <a:gd name="connsiteX14" fmla="*/ 256830 w 901311"/>
              <a:gd name="connsiteY14" fmla="*/ 707207 h 922584"/>
              <a:gd name="connsiteX15" fmla="*/ 213515 w 901311"/>
              <a:gd name="connsiteY15" fmla="*/ 663294 h 922584"/>
              <a:gd name="connsiteX16" fmla="*/ 167621 w 901311"/>
              <a:gd name="connsiteY16" fmla="*/ 616766 h 922584"/>
              <a:gd name="connsiteX17" fmla="*/ 12163 w 901311"/>
              <a:gd name="connsiteY17" fmla="*/ 658164 h 922584"/>
              <a:gd name="connsiteX18" fmla="*/ 88057 w 901311"/>
              <a:gd name="connsiteY18" fmla="*/ 407218 h 922584"/>
              <a:gd name="connsiteX19" fmla="*/ 236925 w 901311"/>
              <a:gd name="connsiteY19" fmla="*/ 329193 h 922584"/>
              <a:gd name="connsiteX20" fmla="*/ 323012 w 901311"/>
              <a:gd name="connsiteY20" fmla="*/ 338026 h 922584"/>
              <a:gd name="connsiteX21" fmla="*/ 746121 w 901311"/>
              <a:gd name="connsiteY21" fmla="*/ 7178 h 922584"/>
              <a:gd name="connsiteX22" fmla="*/ 824858 w 901311"/>
              <a:gd name="connsiteY22" fmla="*/ 0 h 922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1311" h="922584">
                <a:moveTo>
                  <a:pt x="680094" y="147127"/>
                </a:moveTo>
                <a:cubicBezTo>
                  <a:pt x="635380" y="147127"/>
                  <a:pt x="599133" y="183374"/>
                  <a:pt x="599133" y="228088"/>
                </a:cubicBezTo>
                <a:cubicBezTo>
                  <a:pt x="599133" y="272802"/>
                  <a:pt x="635380" y="309049"/>
                  <a:pt x="680094" y="309049"/>
                </a:cubicBezTo>
                <a:cubicBezTo>
                  <a:pt x="724808" y="309049"/>
                  <a:pt x="761055" y="272802"/>
                  <a:pt x="761055" y="228088"/>
                </a:cubicBezTo>
                <a:cubicBezTo>
                  <a:pt x="761055" y="183374"/>
                  <a:pt x="724808" y="147127"/>
                  <a:pt x="680094" y="147127"/>
                </a:cubicBezTo>
                <a:close/>
                <a:moveTo>
                  <a:pt x="824858" y="0"/>
                </a:moveTo>
                <a:cubicBezTo>
                  <a:pt x="851103" y="-12"/>
                  <a:pt x="876456" y="2656"/>
                  <a:pt x="898236" y="8895"/>
                </a:cubicBezTo>
                <a:cubicBezTo>
                  <a:pt x="900532" y="28948"/>
                  <a:pt x="901311" y="49278"/>
                  <a:pt x="901311" y="69791"/>
                </a:cubicBezTo>
                <a:lnTo>
                  <a:pt x="898272" y="129972"/>
                </a:lnTo>
                <a:cubicBezTo>
                  <a:pt x="888637" y="262237"/>
                  <a:pt x="753597" y="468669"/>
                  <a:pt x="575391" y="593892"/>
                </a:cubicBezTo>
                <a:lnTo>
                  <a:pt x="578901" y="683237"/>
                </a:lnTo>
                <a:cubicBezTo>
                  <a:pt x="578756" y="742628"/>
                  <a:pt x="569369" y="806330"/>
                  <a:pt x="509565" y="832811"/>
                </a:cubicBezTo>
                <a:cubicBezTo>
                  <a:pt x="451417" y="858559"/>
                  <a:pt x="260984" y="955678"/>
                  <a:pt x="259323" y="910993"/>
                </a:cubicBezTo>
                <a:cubicBezTo>
                  <a:pt x="247758" y="898593"/>
                  <a:pt x="268594" y="834561"/>
                  <a:pt x="300689" y="751671"/>
                </a:cubicBezTo>
                <a:lnTo>
                  <a:pt x="256830" y="707207"/>
                </a:lnTo>
                <a:lnTo>
                  <a:pt x="213515" y="663294"/>
                </a:lnTo>
                <a:lnTo>
                  <a:pt x="167621" y="616766"/>
                </a:lnTo>
                <a:cubicBezTo>
                  <a:pt x="86711" y="648795"/>
                  <a:pt x="24490" y="669453"/>
                  <a:pt x="12163" y="658164"/>
                </a:cubicBezTo>
                <a:cubicBezTo>
                  <a:pt x="-32536" y="656910"/>
                  <a:pt x="58137" y="477127"/>
                  <a:pt x="88057" y="407218"/>
                </a:cubicBezTo>
                <a:cubicBezTo>
                  <a:pt x="111973" y="348796"/>
                  <a:pt x="178229" y="326072"/>
                  <a:pt x="236925" y="329193"/>
                </a:cubicBezTo>
                <a:cubicBezTo>
                  <a:pt x="277689" y="331361"/>
                  <a:pt x="308372" y="336258"/>
                  <a:pt x="323012" y="338026"/>
                </a:cubicBezTo>
                <a:cubicBezTo>
                  <a:pt x="500679" y="78776"/>
                  <a:pt x="675906" y="34430"/>
                  <a:pt x="746121" y="7178"/>
                </a:cubicBezTo>
                <a:cubicBezTo>
                  <a:pt x="771474" y="2702"/>
                  <a:pt x="798612" y="11"/>
                  <a:pt x="824858"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円/楕円 39"/>
          <p:cNvSpPr>
            <a:spLocks noChangeAspect="1"/>
          </p:cNvSpPr>
          <p:nvPr/>
        </p:nvSpPr>
        <p:spPr bwMode="gray">
          <a:xfrm>
            <a:off x="5540202" y="1671178"/>
            <a:ext cx="830768" cy="723727"/>
          </a:xfrm>
          <a:custGeom>
            <a:avLst/>
            <a:gdLst/>
            <a:ahLst/>
            <a:cxnLst/>
            <a:rect l="l" t="t" r="r" b="b"/>
            <a:pathLst>
              <a:path w="899999" h="784038">
                <a:moveTo>
                  <a:pt x="435018" y="478995"/>
                </a:moveTo>
                <a:lnTo>
                  <a:pt x="413862" y="494253"/>
                </a:lnTo>
                <a:lnTo>
                  <a:pt x="409276" y="491605"/>
                </a:lnTo>
                <a:cubicBezTo>
                  <a:pt x="413915" y="499582"/>
                  <a:pt x="412991" y="510224"/>
                  <a:pt x="407492" y="519748"/>
                </a:cubicBezTo>
                <a:cubicBezTo>
                  <a:pt x="402578" y="528259"/>
                  <a:pt x="389647" y="538339"/>
                  <a:pt x="376316" y="548322"/>
                </a:cubicBezTo>
                <a:lnTo>
                  <a:pt x="351470" y="591355"/>
                </a:lnTo>
                <a:cubicBezTo>
                  <a:pt x="358063" y="599238"/>
                  <a:pt x="358328" y="610331"/>
                  <a:pt x="352917" y="619703"/>
                </a:cubicBezTo>
                <a:lnTo>
                  <a:pt x="352784" y="619934"/>
                </a:lnTo>
                <a:cubicBezTo>
                  <a:pt x="382610" y="632762"/>
                  <a:pt x="415481" y="639820"/>
                  <a:pt x="450000" y="639820"/>
                </a:cubicBezTo>
                <a:cubicBezTo>
                  <a:pt x="484571" y="639820"/>
                  <a:pt x="517488" y="632741"/>
                  <a:pt x="546832" y="618725"/>
                </a:cubicBezTo>
                <a:cubicBezTo>
                  <a:pt x="541693" y="609661"/>
                  <a:pt x="542136" y="598999"/>
                  <a:pt x="548529" y="591355"/>
                </a:cubicBezTo>
                <a:lnTo>
                  <a:pt x="523684" y="548322"/>
                </a:lnTo>
                <a:cubicBezTo>
                  <a:pt x="510352" y="538339"/>
                  <a:pt x="497421" y="528259"/>
                  <a:pt x="492507" y="519748"/>
                </a:cubicBezTo>
                <a:cubicBezTo>
                  <a:pt x="487009" y="510224"/>
                  <a:pt x="486085" y="499582"/>
                  <a:pt x="490724" y="491605"/>
                </a:cubicBezTo>
                <a:lnTo>
                  <a:pt x="486137" y="494253"/>
                </a:lnTo>
                <a:lnTo>
                  <a:pt x="465717" y="479526"/>
                </a:lnTo>
                <a:cubicBezTo>
                  <a:pt x="460749" y="481539"/>
                  <a:pt x="455431" y="482020"/>
                  <a:pt x="450000" y="482020"/>
                </a:cubicBezTo>
                <a:close/>
                <a:moveTo>
                  <a:pt x="622203" y="406358"/>
                </a:moveTo>
                <a:cubicBezTo>
                  <a:pt x="606892" y="412912"/>
                  <a:pt x="591697" y="419071"/>
                  <a:pt x="581869" y="419071"/>
                </a:cubicBezTo>
                <a:cubicBezTo>
                  <a:pt x="570872" y="419071"/>
                  <a:pt x="561194" y="414550"/>
                  <a:pt x="556605" y="406544"/>
                </a:cubicBezTo>
                <a:lnTo>
                  <a:pt x="556605" y="411840"/>
                </a:lnTo>
                <a:lnTo>
                  <a:pt x="533943" y="422025"/>
                </a:lnTo>
                <a:cubicBezTo>
                  <a:pt x="530518" y="432376"/>
                  <a:pt x="525211" y="441840"/>
                  <a:pt x="517951" y="449646"/>
                </a:cubicBezTo>
                <a:lnTo>
                  <a:pt x="520468" y="474432"/>
                </a:lnTo>
                <a:lnTo>
                  <a:pt x="515881" y="477081"/>
                </a:lnTo>
                <a:cubicBezTo>
                  <a:pt x="525109" y="477052"/>
                  <a:pt x="533863" y="483173"/>
                  <a:pt x="539362" y="492696"/>
                </a:cubicBezTo>
                <a:cubicBezTo>
                  <a:pt x="544444" y="501499"/>
                  <a:pt x="546837" y="517725"/>
                  <a:pt x="548867" y="534586"/>
                </a:cubicBezTo>
                <a:lnTo>
                  <a:pt x="573364" y="577017"/>
                </a:lnTo>
                <a:cubicBezTo>
                  <a:pt x="582644" y="575396"/>
                  <a:pt x="591601" y="579728"/>
                  <a:pt x="596693" y="588034"/>
                </a:cubicBezTo>
                <a:cubicBezTo>
                  <a:pt x="651121" y="550738"/>
                  <a:pt x="687292" y="490497"/>
                  <a:pt x="694825" y="421535"/>
                </a:cubicBezTo>
                <a:cubicBezTo>
                  <a:pt x="684374" y="421460"/>
                  <a:pt x="675326" y="415740"/>
                  <a:pt x="671894" y="406358"/>
                </a:cubicBezTo>
                <a:close/>
                <a:moveTo>
                  <a:pt x="228105" y="406358"/>
                </a:moveTo>
                <a:cubicBezTo>
                  <a:pt x="224734" y="415576"/>
                  <a:pt x="215940" y="421259"/>
                  <a:pt x="205710" y="421385"/>
                </a:cubicBezTo>
                <a:cubicBezTo>
                  <a:pt x="212141" y="490415"/>
                  <a:pt x="248598" y="550513"/>
                  <a:pt x="301785" y="589523"/>
                </a:cubicBezTo>
                <a:cubicBezTo>
                  <a:pt x="307118" y="580379"/>
                  <a:pt x="316691" y="575280"/>
                  <a:pt x="326635" y="577017"/>
                </a:cubicBezTo>
                <a:lnTo>
                  <a:pt x="351133" y="534586"/>
                </a:lnTo>
                <a:cubicBezTo>
                  <a:pt x="353163" y="517725"/>
                  <a:pt x="355556" y="501499"/>
                  <a:pt x="360638" y="492696"/>
                </a:cubicBezTo>
                <a:cubicBezTo>
                  <a:pt x="366136" y="483173"/>
                  <a:pt x="374891" y="477052"/>
                  <a:pt x="384119" y="477081"/>
                </a:cubicBezTo>
                <a:lnTo>
                  <a:pt x="379531" y="474432"/>
                </a:lnTo>
                <a:lnTo>
                  <a:pt x="382083" y="449315"/>
                </a:lnTo>
                <a:cubicBezTo>
                  <a:pt x="374665" y="441465"/>
                  <a:pt x="368943" y="432144"/>
                  <a:pt x="365457" y="421755"/>
                </a:cubicBezTo>
                <a:lnTo>
                  <a:pt x="343394" y="411840"/>
                </a:lnTo>
                <a:lnTo>
                  <a:pt x="343394" y="406544"/>
                </a:lnTo>
                <a:cubicBezTo>
                  <a:pt x="338805" y="414550"/>
                  <a:pt x="329127" y="419071"/>
                  <a:pt x="318130" y="419071"/>
                </a:cubicBezTo>
                <a:cubicBezTo>
                  <a:pt x="308302" y="419071"/>
                  <a:pt x="293107" y="412912"/>
                  <a:pt x="277796" y="406358"/>
                </a:cubicBezTo>
                <a:close/>
                <a:moveTo>
                  <a:pt x="450000" y="356020"/>
                </a:moveTo>
                <a:cubicBezTo>
                  <a:pt x="469882" y="356020"/>
                  <a:pt x="486000" y="372138"/>
                  <a:pt x="486000" y="392020"/>
                </a:cubicBezTo>
                <a:cubicBezTo>
                  <a:pt x="486000" y="411902"/>
                  <a:pt x="469882" y="428020"/>
                  <a:pt x="450000" y="428020"/>
                </a:cubicBezTo>
                <a:cubicBezTo>
                  <a:pt x="430118" y="428020"/>
                  <a:pt x="414000" y="411902"/>
                  <a:pt x="414000" y="392020"/>
                </a:cubicBezTo>
                <a:cubicBezTo>
                  <a:pt x="414000" y="372138"/>
                  <a:pt x="430118" y="356020"/>
                  <a:pt x="450000" y="356020"/>
                </a:cubicBezTo>
                <a:close/>
                <a:moveTo>
                  <a:pt x="450000" y="349900"/>
                </a:moveTo>
                <a:cubicBezTo>
                  <a:pt x="426738" y="349900"/>
                  <a:pt x="407880" y="368758"/>
                  <a:pt x="407880" y="392020"/>
                </a:cubicBezTo>
                <a:cubicBezTo>
                  <a:pt x="407880" y="415282"/>
                  <a:pt x="426738" y="434140"/>
                  <a:pt x="450000" y="434140"/>
                </a:cubicBezTo>
                <a:cubicBezTo>
                  <a:pt x="473262" y="434140"/>
                  <a:pt x="492120" y="415282"/>
                  <a:pt x="492120" y="392020"/>
                </a:cubicBezTo>
                <a:cubicBezTo>
                  <a:pt x="492120" y="368758"/>
                  <a:pt x="473262" y="349900"/>
                  <a:pt x="450000" y="349900"/>
                </a:cubicBezTo>
                <a:close/>
                <a:moveTo>
                  <a:pt x="303307" y="196006"/>
                </a:moveTo>
                <a:cubicBezTo>
                  <a:pt x="248880" y="233302"/>
                  <a:pt x="212709" y="293543"/>
                  <a:pt x="205176" y="362505"/>
                </a:cubicBezTo>
                <a:cubicBezTo>
                  <a:pt x="215626" y="362580"/>
                  <a:pt x="224674" y="368300"/>
                  <a:pt x="228105" y="377681"/>
                </a:cubicBezTo>
                <a:lnTo>
                  <a:pt x="277100" y="377681"/>
                </a:lnTo>
                <a:cubicBezTo>
                  <a:pt x="292717" y="371009"/>
                  <a:pt x="307966" y="364968"/>
                  <a:pt x="318130" y="364968"/>
                </a:cubicBezTo>
                <a:cubicBezTo>
                  <a:pt x="329127" y="364968"/>
                  <a:pt x="338805" y="369489"/>
                  <a:pt x="343394" y="377495"/>
                </a:cubicBezTo>
                <a:lnTo>
                  <a:pt x="343394" y="372198"/>
                </a:lnTo>
                <a:lnTo>
                  <a:pt x="366058" y="362012"/>
                </a:lnTo>
                <a:cubicBezTo>
                  <a:pt x="369483" y="351663"/>
                  <a:pt x="374790" y="342200"/>
                  <a:pt x="382049" y="334394"/>
                </a:cubicBezTo>
                <a:lnTo>
                  <a:pt x="379531" y="309606"/>
                </a:lnTo>
                <a:lnTo>
                  <a:pt x="384118" y="306958"/>
                </a:lnTo>
                <a:cubicBezTo>
                  <a:pt x="374890" y="306987"/>
                  <a:pt x="366136" y="300866"/>
                  <a:pt x="360637" y="291342"/>
                </a:cubicBezTo>
                <a:cubicBezTo>
                  <a:pt x="355723" y="282831"/>
                  <a:pt x="353459" y="266592"/>
                  <a:pt x="351480" y="250055"/>
                </a:cubicBezTo>
                <a:lnTo>
                  <a:pt x="326634" y="207022"/>
                </a:lnTo>
                <a:cubicBezTo>
                  <a:pt x="317356" y="208643"/>
                  <a:pt x="308400" y="204311"/>
                  <a:pt x="303307" y="196006"/>
                </a:cubicBezTo>
                <a:close/>
                <a:moveTo>
                  <a:pt x="598214" y="194516"/>
                </a:moveTo>
                <a:cubicBezTo>
                  <a:pt x="592882" y="203660"/>
                  <a:pt x="583309" y="208759"/>
                  <a:pt x="573365" y="207022"/>
                </a:cubicBezTo>
                <a:lnTo>
                  <a:pt x="548520" y="250055"/>
                </a:lnTo>
                <a:cubicBezTo>
                  <a:pt x="546540" y="266592"/>
                  <a:pt x="544276" y="282831"/>
                  <a:pt x="539362" y="291342"/>
                </a:cubicBezTo>
                <a:cubicBezTo>
                  <a:pt x="533864" y="300866"/>
                  <a:pt x="525110" y="306987"/>
                  <a:pt x="515882" y="306958"/>
                </a:cubicBezTo>
                <a:lnTo>
                  <a:pt x="520468" y="309606"/>
                </a:lnTo>
                <a:lnTo>
                  <a:pt x="517917" y="334724"/>
                </a:lnTo>
                <a:cubicBezTo>
                  <a:pt x="525334" y="342574"/>
                  <a:pt x="531056" y="351894"/>
                  <a:pt x="534543" y="362283"/>
                </a:cubicBezTo>
                <a:lnTo>
                  <a:pt x="556605" y="372198"/>
                </a:lnTo>
                <a:lnTo>
                  <a:pt x="556605" y="377495"/>
                </a:lnTo>
                <a:cubicBezTo>
                  <a:pt x="561194" y="369489"/>
                  <a:pt x="570872" y="364968"/>
                  <a:pt x="581869" y="364968"/>
                </a:cubicBezTo>
                <a:cubicBezTo>
                  <a:pt x="592033" y="364968"/>
                  <a:pt x="607282" y="371009"/>
                  <a:pt x="622899" y="377681"/>
                </a:cubicBezTo>
                <a:lnTo>
                  <a:pt x="671894" y="377681"/>
                </a:lnTo>
                <a:cubicBezTo>
                  <a:pt x="675266" y="368463"/>
                  <a:pt x="684060" y="362780"/>
                  <a:pt x="694290" y="362654"/>
                </a:cubicBezTo>
                <a:cubicBezTo>
                  <a:pt x="687859" y="293623"/>
                  <a:pt x="651402" y="233526"/>
                  <a:pt x="598214" y="194516"/>
                </a:cubicBezTo>
                <a:close/>
                <a:moveTo>
                  <a:pt x="450000" y="144220"/>
                </a:moveTo>
                <a:cubicBezTo>
                  <a:pt x="415429" y="144220"/>
                  <a:pt x="382512" y="151299"/>
                  <a:pt x="353168" y="165316"/>
                </a:cubicBezTo>
                <a:cubicBezTo>
                  <a:pt x="358306" y="174379"/>
                  <a:pt x="357862" y="185040"/>
                  <a:pt x="351469" y="192683"/>
                </a:cubicBezTo>
                <a:lnTo>
                  <a:pt x="375967" y="235114"/>
                </a:lnTo>
                <a:cubicBezTo>
                  <a:pt x="389554" y="245303"/>
                  <a:pt x="402410" y="255488"/>
                  <a:pt x="407492" y="264291"/>
                </a:cubicBezTo>
                <a:cubicBezTo>
                  <a:pt x="412990" y="273814"/>
                  <a:pt x="413914" y="284456"/>
                  <a:pt x="409275" y="292434"/>
                </a:cubicBezTo>
                <a:lnTo>
                  <a:pt x="413862" y="289785"/>
                </a:lnTo>
                <a:lnTo>
                  <a:pt x="434285" y="304514"/>
                </a:lnTo>
                <a:cubicBezTo>
                  <a:pt x="439253" y="302501"/>
                  <a:pt x="444570" y="302020"/>
                  <a:pt x="450000" y="302020"/>
                </a:cubicBezTo>
                <a:lnTo>
                  <a:pt x="464980" y="305044"/>
                </a:lnTo>
                <a:lnTo>
                  <a:pt x="486137" y="289785"/>
                </a:lnTo>
                <a:lnTo>
                  <a:pt x="490725" y="292434"/>
                </a:lnTo>
                <a:cubicBezTo>
                  <a:pt x="486086" y="284456"/>
                  <a:pt x="487009" y="273814"/>
                  <a:pt x="492508" y="264291"/>
                </a:cubicBezTo>
                <a:cubicBezTo>
                  <a:pt x="497590" y="255488"/>
                  <a:pt x="510446" y="245303"/>
                  <a:pt x="524033" y="235114"/>
                </a:cubicBezTo>
                <a:lnTo>
                  <a:pt x="548530" y="192683"/>
                </a:lnTo>
                <a:cubicBezTo>
                  <a:pt x="541937" y="184801"/>
                  <a:pt x="541672" y="173708"/>
                  <a:pt x="547083" y="164336"/>
                </a:cubicBezTo>
                <a:lnTo>
                  <a:pt x="547215" y="164106"/>
                </a:lnTo>
                <a:cubicBezTo>
                  <a:pt x="517390" y="151278"/>
                  <a:pt x="484519" y="144220"/>
                  <a:pt x="450000" y="144220"/>
                </a:cubicBezTo>
                <a:close/>
                <a:moveTo>
                  <a:pt x="242905" y="1963"/>
                </a:moveTo>
                <a:cubicBezTo>
                  <a:pt x="249057" y="4594"/>
                  <a:pt x="254910" y="9768"/>
                  <a:pt x="259017" y="16881"/>
                </a:cubicBezTo>
                <a:cubicBezTo>
                  <a:pt x="263520" y="24681"/>
                  <a:pt x="266169" y="38603"/>
                  <a:pt x="268496" y="53204"/>
                </a:cubicBezTo>
                <a:lnTo>
                  <a:pt x="286079" y="83660"/>
                </a:lnTo>
                <a:cubicBezTo>
                  <a:pt x="296872" y="80760"/>
                  <a:pt x="307777" y="86151"/>
                  <a:pt x="313626" y="96282"/>
                </a:cubicBezTo>
                <a:lnTo>
                  <a:pt x="315001" y="98665"/>
                </a:lnTo>
                <a:cubicBezTo>
                  <a:pt x="355718" y="78624"/>
                  <a:pt x="401621" y="68020"/>
                  <a:pt x="450000" y="68020"/>
                </a:cubicBezTo>
                <a:cubicBezTo>
                  <a:pt x="498378" y="68020"/>
                  <a:pt x="544279" y="78623"/>
                  <a:pt x="585157" y="98389"/>
                </a:cubicBezTo>
                <a:lnTo>
                  <a:pt x="586374" y="96282"/>
                </a:lnTo>
                <a:cubicBezTo>
                  <a:pt x="592223" y="86151"/>
                  <a:pt x="603127" y="80760"/>
                  <a:pt x="613920" y="83660"/>
                </a:cubicBezTo>
                <a:lnTo>
                  <a:pt x="631504" y="53204"/>
                </a:lnTo>
                <a:cubicBezTo>
                  <a:pt x="633831" y="38603"/>
                  <a:pt x="636479" y="24681"/>
                  <a:pt x="640982" y="16881"/>
                </a:cubicBezTo>
                <a:cubicBezTo>
                  <a:pt x="645089" y="9768"/>
                  <a:pt x="650942" y="4594"/>
                  <a:pt x="657094" y="1963"/>
                </a:cubicBezTo>
                <a:cubicBezTo>
                  <a:pt x="663246" y="-667"/>
                  <a:pt x="669697" y="-754"/>
                  <a:pt x="675001" y="2308"/>
                </a:cubicBezTo>
                <a:cubicBezTo>
                  <a:pt x="685606" y="8431"/>
                  <a:pt x="687602" y="24828"/>
                  <a:pt x="679388" y="39055"/>
                </a:cubicBezTo>
                <a:cubicBezTo>
                  <a:pt x="675038" y="46589"/>
                  <a:pt x="664272" y="55740"/>
                  <a:pt x="652998" y="64855"/>
                </a:cubicBezTo>
                <a:lnTo>
                  <a:pt x="635086" y="95880"/>
                </a:lnTo>
                <a:cubicBezTo>
                  <a:pt x="642995" y="103777"/>
                  <a:pt x="643779" y="115918"/>
                  <a:pt x="637930" y="126049"/>
                </a:cubicBezTo>
                <a:lnTo>
                  <a:pt x="636796" y="128012"/>
                </a:lnTo>
                <a:cubicBezTo>
                  <a:pt x="712262" y="180817"/>
                  <a:pt x="763749" y="265251"/>
                  <a:pt x="770336" y="362254"/>
                </a:cubicBezTo>
                <a:lnTo>
                  <a:pt x="774302" y="362254"/>
                </a:lnTo>
                <a:cubicBezTo>
                  <a:pt x="786000" y="362254"/>
                  <a:pt x="796121" y="369002"/>
                  <a:pt x="799006" y="379799"/>
                </a:cubicBezTo>
                <a:lnTo>
                  <a:pt x="834173" y="379799"/>
                </a:lnTo>
                <a:cubicBezTo>
                  <a:pt x="847982" y="374513"/>
                  <a:pt x="861363" y="369846"/>
                  <a:pt x="870369" y="369846"/>
                </a:cubicBezTo>
                <a:cubicBezTo>
                  <a:pt x="886797" y="369846"/>
                  <a:pt x="899999" y="379773"/>
                  <a:pt x="899999" y="392020"/>
                </a:cubicBezTo>
                <a:cubicBezTo>
                  <a:pt x="899999" y="404266"/>
                  <a:pt x="886797" y="414193"/>
                  <a:pt x="870369" y="414193"/>
                </a:cubicBezTo>
                <a:cubicBezTo>
                  <a:pt x="861669" y="414193"/>
                  <a:pt x="848361" y="409445"/>
                  <a:pt x="834831" y="404239"/>
                </a:cubicBezTo>
                <a:lnTo>
                  <a:pt x="799006" y="404239"/>
                </a:lnTo>
                <a:cubicBezTo>
                  <a:pt x="796122" y="415037"/>
                  <a:pt x="785999" y="421786"/>
                  <a:pt x="774301" y="421786"/>
                </a:cubicBezTo>
                <a:lnTo>
                  <a:pt x="771000" y="421786"/>
                </a:lnTo>
                <a:cubicBezTo>
                  <a:pt x="763102" y="518646"/>
                  <a:pt x="712085" y="603145"/>
                  <a:pt x="636499" y="655514"/>
                </a:cubicBezTo>
                <a:lnTo>
                  <a:pt x="637929" y="657991"/>
                </a:lnTo>
                <a:cubicBezTo>
                  <a:pt x="643778" y="668122"/>
                  <a:pt x="642994" y="680261"/>
                  <a:pt x="635086" y="688158"/>
                </a:cubicBezTo>
                <a:lnTo>
                  <a:pt x="652670" y="718614"/>
                </a:lnTo>
                <a:cubicBezTo>
                  <a:pt x="664152" y="727930"/>
                  <a:pt x="674884" y="737184"/>
                  <a:pt x="679387" y="744984"/>
                </a:cubicBezTo>
                <a:cubicBezTo>
                  <a:pt x="687601" y="759211"/>
                  <a:pt x="685605" y="775608"/>
                  <a:pt x="674999" y="781731"/>
                </a:cubicBezTo>
                <a:cubicBezTo>
                  <a:pt x="664394" y="787854"/>
                  <a:pt x="649196" y="781384"/>
                  <a:pt x="640982" y="767157"/>
                </a:cubicBezTo>
                <a:cubicBezTo>
                  <a:pt x="636632" y="759623"/>
                  <a:pt x="634089" y="745724"/>
                  <a:pt x="631833" y="731403"/>
                </a:cubicBezTo>
                <a:lnTo>
                  <a:pt x="613921" y="700378"/>
                </a:lnTo>
                <a:cubicBezTo>
                  <a:pt x="603127" y="703279"/>
                  <a:pt x="592221" y="697887"/>
                  <a:pt x="586372" y="687756"/>
                </a:cubicBezTo>
                <a:lnTo>
                  <a:pt x="584998" y="685376"/>
                </a:lnTo>
                <a:cubicBezTo>
                  <a:pt x="544282" y="705417"/>
                  <a:pt x="498379" y="716020"/>
                  <a:pt x="450000" y="716020"/>
                </a:cubicBezTo>
                <a:cubicBezTo>
                  <a:pt x="401623" y="716020"/>
                  <a:pt x="355722" y="705417"/>
                  <a:pt x="314843" y="685651"/>
                </a:cubicBezTo>
                <a:lnTo>
                  <a:pt x="313628" y="687756"/>
                </a:lnTo>
                <a:cubicBezTo>
                  <a:pt x="307779" y="697887"/>
                  <a:pt x="296872" y="703279"/>
                  <a:pt x="286079" y="700378"/>
                </a:cubicBezTo>
                <a:lnTo>
                  <a:pt x="268166" y="731403"/>
                </a:lnTo>
                <a:cubicBezTo>
                  <a:pt x="265910" y="745724"/>
                  <a:pt x="263368" y="759623"/>
                  <a:pt x="259018" y="767157"/>
                </a:cubicBezTo>
                <a:cubicBezTo>
                  <a:pt x="250804" y="781384"/>
                  <a:pt x="235606" y="787854"/>
                  <a:pt x="225001" y="781731"/>
                </a:cubicBezTo>
                <a:cubicBezTo>
                  <a:pt x="214394" y="775608"/>
                  <a:pt x="212398" y="759211"/>
                  <a:pt x="220612" y="744984"/>
                </a:cubicBezTo>
                <a:cubicBezTo>
                  <a:pt x="225115" y="737184"/>
                  <a:pt x="235848" y="727930"/>
                  <a:pt x="247330" y="718614"/>
                </a:cubicBezTo>
                <a:lnTo>
                  <a:pt x="264913" y="688158"/>
                </a:lnTo>
                <a:cubicBezTo>
                  <a:pt x="257005" y="680261"/>
                  <a:pt x="256222" y="668122"/>
                  <a:pt x="262071" y="657991"/>
                </a:cubicBezTo>
                <a:lnTo>
                  <a:pt x="263204" y="656029"/>
                </a:lnTo>
                <a:cubicBezTo>
                  <a:pt x="187739" y="603223"/>
                  <a:pt x="136252" y="518790"/>
                  <a:pt x="129665" y="421786"/>
                </a:cubicBezTo>
                <a:lnTo>
                  <a:pt x="125698" y="421786"/>
                </a:lnTo>
                <a:cubicBezTo>
                  <a:pt x="114000" y="421786"/>
                  <a:pt x="103877" y="415037"/>
                  <a:pt x="100993" y="404239"/>
                </a:cubicBezTo>
                <a:lnTo>
                  <a:pt x="65168" y="404239"/>
                </a:lnTo>
                <a:cubicBezTo>
                  <a:pt x="51638" y="409445"/>
                  <a:pt x="38330" y="414193"/>
                  <a:pt x="29630" y="414193"/>
                </a:cubicBezTo>
                <a:cubicBezTo>
                  <a:pt x="13202" y="414193"/>
                  <a:pt x="0" y="404266"/>
                  <a:pt x="0" y="392020"/>
                </a:cubicBezTo>
                <a:cubicBezTo>
                  <a:pt x="0" y="379773"/>
                  <a:pt x="13202" y="369846"/>
                  <a:pt x="29630" y="369846"/>
                </a:cubicBezTo>
                <a:cubicBezTo>
                  <a:pt x="38636" y="369846"/>
                  <a:pt x="52017" y="374513"/>
                  <a:pt x="65826" y="379799"/>
                </a:cubicBezTo>
                <a:lnTo>
                  <a:pt x="100993" y="379799"/>
                </a:lnTo>
                <a:cubicBezTo>
                  <a:pt x="103878" y="369002"/>
                  <a:pt x="113999" y="362254"/>
                  <a:pt x="125697" y="362254"/>
                </a:cubicBezTo>
                <a:lnTo>
                  <a:pt x="129001" y="362254"/>
                </a:lnTo>
                <a:cubicBezTo>
                  <a:pt x="136899" y="265395"/>
                  <a:pt x="187915" y="180897"/>
                  <a:pt x="263501" y="128527"/>
                </a:cubicBezTo>
                <a:lnTo>
                  <a:pt x="262070" y="126049"/>
                </a:lnTo>
                <a:cubicBezTo>
                  <a:pt x="256221" y="115918"/>
                  <a:pt x="257004" y="103777"/>
                  <a:pt x="264914" y="95880"/>
                </a:cubicBezTo>
                <a:lnTo>
                  <a:pt x="247001" y="64855"/>
                </a:lnTo>
                <a:cubicBezTo>
                  <a:pt x="235727" y="55740"/>
                  <a:pt x="224962" y="46589"/>
                  <a:pt x="220612" y="39055"/>
                </a:cubicBezTo>
                <a:cubicBezTo>
                  <a:pt x="212398" y="24828"/>
                  <a:pt x="214394" y="8431"/>
                  <a:pt x="224999" y="2308"/>
                </a:cubicBezTo>
                <a:cubicBezTo>
                  <a:pt x="230302" y="-754"/>
                  <a:pt x="236753" y="-667"/>
                  <a:pt x="242905" y="1963"/>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7" name="円/楕円 15"/>
          <p:cNvSpPr>
            <a:spLocks noChangeAspect="1"/>
          </p:cNvSpPr>
          <p:nvPr/>
        </p:nvSpPr>
        <p:spPr bwMode="gray">
          <a:xfrm>
            <a:off x="8123733" y="2964184"/>
            <a:ext cx="830769" cy="830769"/>
          </a:xfrm>
          <a:custGeom>
            <a:avLst/>
            <a:gdLst/>
            <a:ahLst/>
            <a:cxnLst/>
            <a:rect l="l" t="t" r="r" b="b"/>
            <a:pathLst>
              <a:path w="935452" h="905896">
                <a:moveTo>
                  <a:pt x="817753" y="130352"/>
                </a:moveTo>
                <a:lnTo>
                  <a:pt x="505523" y="410924"/>
                </a:lnTo>
                <a:lnTo>
                  <a:pt x="540221" y="652312"/>
                </a:lnTo>
                <a:close/>
                <a:moveTo>
                  <a:pt x="893162" y="189"/>
                </a:moveTo>
                <a:cubicBezTo>
                  <a:pt x="899212" y="749"/>
                  <a:pt x="905259" y="2510"/>
                  <a:pt x="910965" y="5574"/>
                </a:cubicBezTo>
                <a:cubicBezTo>
                  <a:pt x="930393" y="16004"/>
                  <a:pt x="939623" y="38175"/>
                  <a:pt x="933656" y="58414"/>
                </a:cubicBezTo>
                <a:cubicBezTo>
                  <a:pt x="933923" y="61499"/>
                  <a:pt x="933131" y="64382"/>
                  <a:pt x="931191" y="66822"/>
                </a:cubicBezTo>
                <a:cubicBezTo>
                  <a:pt x="931237" y="67725"/>
                  <a:pt x="930882" y="68442"/>
                  <a:pt x="930507" y="69156"/>
                </a:cubicBezTo>
                <a:lnTo>
                  <a:pt x="489927" y="905896"/>
                </a:lnTo>
                <a:lnTo>
                  <a:pt x="430977" y="512695"/>
                </a:lnTo>
                <a:lnTo>
                  <a:pt x="0" y="450008"/>
                </a:lnTo>
                <a:lnTo>
                  <a:pt x="867048" y="8225"/>
                </a:lnTo>
                <a:lnTo>
                  <a:pt x="868235" y="7896"/>
                </a:lnTo>
                <a:cubicBezTo>
                  <a:pt x="874917" y="1229"/>
                  <a:pt x="884041" y="-657"/>
                  <a:pt x="893162" y="189"/>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14037177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8" name="オブジェクト 37"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8" name="オブジェクト 37"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52" name="円/楕円 28"/>
          <p:cNvSpPr>
            <a:spLocks noChangeAspect="1"/>
          </p:cNvSpPr>
          <p:nvPr/>
        </p:nvSpPr>
        <p:spPr bwMode="gray">
          <a:xfrm>
            <a:off x="2369925" y="4084812"/>
            <a:ext cx="830769" cy="539789"/>
          </a:xfrm>
          <a:custGeom>
            <a:avLst/>
            <a:gdLst/>
            <a:ahLst/>
            <a:cxnLst/>
            <a:rect l="l" t="t" r="r" b="b"/>
            <a:pathLst>
              <a:path w="900000" h="584771">
                <a:moveTo>
                  <a:pt x="508315" y="151605"/>
                </a:moveTo>
                <a:lnTo>
                  <a:pt x="332712" y="313118"/>
                </a:lnTo>
                <a:lnTo>
                  <a:pt x="353811" y="320565"/>
                </a:lnTo>
                <a:lnTo>
                  <a:pt x="353808" y="320570"/>
                </a:lnTo>
                <a:lnTo>
                  <a:pt x="427018" y="346583"/>
                </a:lnTo>
                <a:lnTo>
                  <a:pt x="351764" y="485173"/>
                </a:lnTo>
                <a:lnTo>
                  <a:pt x="527367" y="323660"/>
                </a:lnTo>
                <a:lnTo>
                  <a:pt x="506569" y="316320"/>
                </a:lnTo>
                <a:lnTo>
                  <a:pt x="506751" y="316024"/>
                </a:lnTo>
                <a:lnTo>
                  <a:pt x="433223" y="289898"/>
                </a:lnTo>
                <a:close/>
                <a:moveTo>
                  <a:pt x="417116" y="0"/>
                </a:moveTo>
                <a:cubicBezTo>
                  <a:pt x="523792" y="0"/>
                  <a:pt x="614639" y="67774"/>
                  <a:pt x="648060" y="162934"/>
                </a:cubicBezTo>
                <a:cubicBezTo>
                  <a:pt x="660675" y="160228"/>
                  <a:pt x="673750" y="158997"/>
                  <a:pt x="687113" y="158997"/>
                </a:cubicBezTo>
                <a:cubicBezTo>
                  <a:pt x="804687" y="158997"/>
                  <a:pt x="900000" y="254310"/>
                  <a:pt x="900000" y="371884"/>
                </a:cubicBezTo>
                <a:cubicBezTo>
                  <a:pt x="900000" y="489458"/>
                  <a:pt x="804687" y="584771"/>
                  <a:pt x="687113" y="584771"/>
                </a:cubicBezTo>
                <a:lnTo>
                  <a:pt x="676110" y="583273"/>
                </a:lnTo>
                <a:cubicBezTo>
                  <a:pt x="673692" y="584713"/>
                  <a:pt x="671199" y="584771"/>
                  <a:pt x="668691" y="584771"/>
                </a:cubicBezTo>
                <a:lnTo>
                  <a:pt x="159309" y="584771"/>
                </a:lnTo>
                <a:cubicBezTo>
                  <a:pt x="71325" y="584771"/>
                  <a:pt x="0" y="513446"/>
                  <a:pt x="0" y="425462"/>
                </a:cubicBezTo>
                <a:cubicBezTo>
                  <a:pt x="0" y="337478"/>
                  <a:pt x="71325" y="266153"/>
                  <a:pt x="159309" y="266153"/>
                </a:cubicBezTo>
                <a:lnTo>
                  <a:pt x="172641" y="266153"/>
                </a:lnTo>
                <a:cubicBezTo>
                  <a:pt x="170920" y="259721"/>
                  <a:pt x="170656" y="253121"/>
                  <a:pt x="170656" y="246460"/>
                </a:cubicBezTo>
                <a:cubicBezTo>
                  <a:pt x="170656" y="110344"/>
                  <a:pt x="281000" y="0"/>
                  <a:pt x="41711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 name="タイトル 1"/>
          <p:cNvSpPr>
            <a:spLocks noGrp="1"/>
          </p:cNvSpPr>
          <p:nvPr>
            <p:ph type="title"/>
          </p:nvPr>
        </p:nvSpPr>
        <p:spPr bwMode="gray"/>
        <p:txBody>
          <a:bodyPr/>
          <a:lstStyle/>
          <a:p>
            <a:r>
              <a:rPr lang="en-US" altLang="ja-JP"/>
              <a:t>Energy / Environment</a:t>
            </a:r>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8" name="角丸四角形 159"/>
          <p:cNvSpPr>
            <a:spLocks noChangeAspect="1"/>
          </p:cNvSpPr>
          <p:nvPr/>
        </p:nvSpPr>
        <p:spPr bwMode="gray">
          <a:xfrm>
            <a:off x="5999404" y="1626813"/>
            <a:ext cx="392728" cy="830769"/>
          </a:xfrm>
          <a:custGeom>
            <a:avLst/>
            <a:gdLst/>
            <a:ahLst/>
            <a:cxnLst/>
            <a:rect l="l" t="t" r="r" b="b"/>
            <a:pathLst>
              <a:path w="425455" h="900000">
                <a:moveTo>
                  <a:pt x="338732" y="425617"/>
                </a:moveTo>
                <a:lnTo>
                  <a:pt x="338732" y="740556"/>
                </a:lnTo>
                <a:cubicBezTo>
                  <a:pt x="338732" y="758388"/>
                  <a:pt x="324276" y="772844"/>
                  <a:pt x="306444" y="772844"/>
                </a:cubicBezTo>
                <a:lnTo>
                  <a:pt x="119010" y="772844"/>
                </a:lnTo>
                <a:cubicBezTo>
                  <a:pt x="101178" y="772844"/>
                  <a:pt x="86722" y="758388"/>
                  <a:pt x="86722" y="740556"/>
                </a:cubicBezTo>
                <a:lnTo>
                  <a:pt x="86722" y="465423"/>
                </a:lnTo>
                <a:lnTo>
                  <a:pt x="180679" y="465423"/>
                </a:lnTo>
                <a:lnTo>
                  <a:pt x="199692" y="465423"/>
                </a:lnTo>
                <a:lnTo>
                  <a:pt x="213976" y="465423"/>
                </a:lnTo>
                <a:lnTo>
                  <a:pt x="168871" y="699021"/>
                </a:lnTo>
                <a:lnTo>
                  <a:pt x="170741" y="699021"/>
                </a:lnTo>
                <a:close/>
                <a:moveTo>
                  <a:pt x="119010" y="164142"/>
                </a:moveTo>
                <a:lnTo>
                  <a:pt x="306444" y="164142"/>
                </a:lnTo>
                <a:cubicBezTo>
                  <a:pt x="324276" y="164142"/>
                  <a:pt x="338732" y="178598"/>
                  <a:pt x="338732" y="196430"/>
                </a:cubicBezTo>
                <a:lnTo>
                  <a:pt x="338732" y="385337"/>
                </a:lnTo>
                <a:lnTo>
                  <a:pt x="219174" y="385337"/>
                </a:lnTo>
                <a:lnTo>
                  <a:pt x="255559" y="235758"/>
                </a:lnTo>
                <a:lnTo>
                  <a:pt x="253819" y="235758"/>
                </a:lnTo>
                <a:lnTo>
                  <a:pt x="86722" y="451622"/>
                </a:lnTo>
                <a:lnTo>
                  <a:pt x="86722" y="196430"/>
                </a:lnTo>
                <a:cubicBezTo>
                  <a:pt x="86722" y="178598"/>
                  <a:pt x="101178" y="164142"/>
                  <a:pt x="119010" y="164142"/>
                </a:cubicBezTo>
                <a:close/>
                <a:moveTo>
                  <a:pt x="94736" y="125144"/>
                </a:moveTo>
                <a:cubicBezTo>
                  <a:pt x="65212" y="125144"/>
                  <a:pt x="41278" y="149078"/>
                  <a:pt x="41278" y="178602"/>
                </a:cubicBezTo>
                <a:lnTo>
                  <a:pt x="41278" y="762249"/>
                </a:lnTo>
                <a:cubicBezTo>
                  <a:pt x="41278" y="791773"/>
                  <a:pt x="65212" y="815707"/>
                  <a:pt x="94736" y="815707"/>
                </a:cubicBezTo>
                <a:lnTo>
                  <a:pt x="330719" y="815707"/>
                </a:lnTo>
                <a:cubicBezTo>
                  <a:pt x="360243" y="815707"/>
                  <a:pt x="384177" y="791773"/>
                  <a:pt x="384177" y="762249"/>
                </a:cubicBezTo>
                <a:lnTo>
                  <a:pt x="384177" y="178602"/>
                </a:lnTo>
                <a:cubicBezTo>
                  <a:pt x="384177" y="149078"/>
                  <a:pt x="360243" y="125144"/>
                  <a:pt x="330719" y="125144"/>
                </a:cubicBezTo>
                <a:close/>
                <a:moveTo>
                  <a:pt x="141290" y="0"/>
                </a:moveTo>
                <a:lnTo>
                  <a:pt x="284164" y="0"/>
                </a:lnTo>
                <a:cubicBezTo>
                  <a:pt x="330017" y="0"/>
                  <a:pt x="367689" y="35027"/>
                  <a:pt x="370615" y="79902"/>
                </a:cubicBezTo>
                <a:lnTo>
                  <a:pt x="370946" y="79902"/>
                </a:lnTo>
                <a:cubicBezTo>
                  <a:pt x="401050" y="79902"/>
                  <a:pt x="425455" y="104307"/>
                  <a:pt x="425455" y="134411"/>
                </a:cubicBezTo>
                <a:lnTo>
                  <a:pt x="425455" y="796917"/>
                </a:lnTo>
                <a:cubicBezTo>
                  <a:pt x="425455" y="827021"/>
                  <a:pt x="401050" y="851426"/>
                  <a:pt x="370946" y="851426"/>
                </a:cubicBezTo>
                <a:lnTo>
                  <a:pt x="367072" y="851426"/>
                </a:lnTo>
                <a:cubicBezTo>
                  <a:pt x="364132" y="878964"/>
                  <a:pt x="340556" y="900000"/>
                  <a:pt x="312066" y="900000"/>
                </a:cubicBezTo>
                <a:lnTo>
                  <a:pt x="113389" y="900000"/>
                </a:lnTo>
                <a:cubicBezTo>
                  <a:pt x="84899" y="900000"/>
                  <a:pt x="61323" y="878964"/>
                  <a:pt x="58383" y="851426"/>
                </a:cubicBezTo>
                <a:lnTo>
                  <a:pt x="54509" y="851426"/>
                </a:lnTo>
                <a:cubicBezTo>
                  <a:pt x="24405" y="851426"/>
                  <a:pt x="0" y="827021"/>
                  <a:pt x="0" y="796917"/>
                </a:cubicBezTo>
                <a:lnTo>
                  <a:pt x="0" y="134411"/>
                </a:lnTo>
                <a:cubicBezTo>
                  <a:pt x="0" y="104307"/>
                  <a:pt x="24405" y="79902"/>
                  <a:pt x="54509" y="79902"/>
                </a:cubicBezTo>
                <a:lnTo>
                  <a:pt x="54839" y="79902"/>
                </a:lnTo>
                <a:cubicBezTo>
                  <a:pt x="57765" y="35027"/>
                  <a:pt x="95437" y="0"/>
                  <a:pt x="14129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0" name="円/楕円 163"/>
          <p:cNvSpPr>
            <a:spLocks noChangeAspect="1"/>
          </p:cNvSpPr>
          <p:nvPr/>
        </p:nvSpPr>
        <p:spPr bwMode="gray">
          <a:xfrm>
            <a:off x="7121596" y="1626232"/>
            <a:ext cx="498462" cy="831933"/>
          </a:xfrm>
          <a:custGeom>
            <a:avLst/>
            <a:gdLst/>
            <a:ahLst/>
            <a:cxnLst/>
            <a:rect l="l" t="t" r="r" b="b"/>
            <a:pathLst>
              <a:path w="540000" h="901261">
                <a:moveTo>
                  <a:pt x="24272" y="603348"/>
                </a:moveTo>
                <a:cubicBezTo>
                  <a:pt x="66533" y="634122"/>
                  <a:pt x="160679" y="655323"/>
                  <a:pt x="270000" y="655323"/>
                </a:cubicBezTo>
                <a:cubicBezTo>
                  <a:pt x="379320" y="655323"/>
                  <a:pt x="473466" y="634122"/>
                  <a:pt x="515727" y="603349"/>
                </a:cubicBezTo>
                <a:lnTo>
                  <a:pt x="515727" y="759802"/>
                </a:lnTo>
                <a:cubicBezTo>
                  <a:pt x="531404" y="772138"/>
                  <a:pt x="540000" y="786167"/>
                  <a:pt x="540000" y="800942"/>
                </a:cubicBezTo>
                <a:cubicBezTo>
                  <a:pt x="540000" y="856347"/>
                  <a:pt x="419117" y="901261"/>
                  <a:pt x="270000" y="901261"/>
                </a:cubicBezTo>
                <a:cubicBezTo>
                  <a:pt x="120883" y="901261"/>
                  <a:pt x="0" y="856347"/>
                  <a:pt x="0" y="800942"/>
                </a:cubicBezTo>
                <a:cubicBezTo>
                  <a:pt x="0" y="786167"/>
                  <a:pt x="8596" y="772139"/>
                  <a:pt x="24272" y="759803"/>
                </a:cubicBezTo>
                <a:close/>
                <a:moveTo>
                  <a:pt x="24272" y="377135"/>
                </a:moveTo>
                <a:cubicBezTo>
                  <a:pt x="66533" y="407909"/>
                  <a:pt x="160679" y="429110"/>
                  <a:pt x="270000" y="429110"/>
                </a:cubicBezTo>
                <a:cubicBezTo>
                  <a:pt x="379320" y="429110"/>
                  <a:pt x="473466" y="407909"/>
                  <a:pt x="515727" y="377136"/>
                </a:cubicBezTo>
                <a:lnTo>
                  <a:pt x="515727" y="499272"/>
                </a:lnTo>
                <a:cubicBezTo>
                  <a:pt x="531390" y="510087"/>
                  <a:pt x="540000" y="522418"/>
                  <a:pt x="540000" y="535404"/>
                </a:cubicBezTo>
                <a:cubicBezTo>
                  <a:pt x="540000" y="584064"/>
                  <a:pt x="419117" y="623510"/>
                  <a:pt x="270000" y="623510"/>
                </a:cubicBezTo>
                <a:cubicBezTo>
                  <a:pt x="120883" y="623510"/>
                  <a:pt x="0" y="584064"/>
                  <a:pt x="0" y="535404"/>
                </a:cubicBezTo>
                <a:cubicBezTo>
                  <a:pt x="0" y="522418"/>
                  <a:pt x="8610" y="510088"/>
                  <a:pt x="24272" y="499273"/>
                </a:cubicBezTo>
                <a:close/>
                <a:moveTo>
                  <a:pt x="270001" y="23941"/>
                </a:moveTo>
                <a:cubicBezTo>
                  <a:pt x="145064" y="23941"/>
                  <a:pt x="43782" y="53260"/>
                  <a:pt x="43782" y="89426"/>
                </a:cubicBezTo>
                <a:cubicBezTo>
                  <a:pt x="43782" y="125592"/>
                  <a:pt x="145064" y="154911"/>
                  <a:pt x="270001" y="154911"/>
                </a:cubicBezTo>
                <a:cubicBezTo>
                  <a:pt x="394938" y="154911"/>
                  <a:pt x="496220" y="125592"/>
                  <a:pt x="496220" y="89426"/>
                </a:cubicBezTo>
                <a:cubicBezTo>
                  <a:pt x="496220" y="53260"/>
                  <a:pt x="394938" y="23941"/>
                  <a:pt x="270001" y="23941"/>
                </a:cubicBezTo>
                <a:close/>
                <a:moveTo>
                  <a:pt x="270000" y="0"/>
                </a:moveTo>
                <a:cubicBezTo>
                  <a:pt x="419117" y="0"/>
                  <a:pt x="540000" y="44914"/>
                  <a:pt x="540000" y="100319"/>
                </a:cubicBezTo>
                <a:cubicBezTo>
                  <a:pt x="540000" y="115094"/>
                  <a:pt x="531404" y="129123"/>
                  <a:pt x="515727" y="141459"/>
                </a:cubicBezTo>
                <a:lnTo>
                  <a:pt x="515727" y="271179"/>
                </a:lnTo>
                <a:cubicBezTo>
                  <a:pt x="531390" y="281994"/>
                  <a:pt x="540000" y="294325"/>
                  <a:pt x="540000" y="307311"/>
                </a:cubicBezTo>
                <a:cubicBezTo>
                  <a:pt x="540000" y="355971"/>
                  <a:pt x="419117" y="395417"/>
                  <a:pt x="270000" y="395417"/>
                </a:cubicBezTo>
                <a:cubicBezTo>
                  <a:pt x="120883" y="395417"/>
                  <a:pt x="0" y="355971"/>
                  <a:pt x="0" y="307311"/>
                </a:cubicBezTo>
                <a:cubicBezTo>
                  <a:pt x="0" y="294325"/>
                  <a:pt x="8610" y="281995"/>
                  <a:pt x="24272" y="271180"/>
                </a:cubicBezTo>
                <a:lnTo>
                  <a:pt x="24272" y="141459"/>
                </a:lnTo>
                <a:cubicBezTo>
                  <a:pt x="8596" y="129123"/>
                  <a:pt x="0" y="115094"/>
                  <a:pt x="0" y="100319"/>
                </a:cubicBezTo>
                <a:cubicBezTo>
                  <a:pt x="0" y="44914"/>
                  <a:pt x="120883" y="0"/>
                  <a:pt x="2700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1" name="円/楕円 8"/>
          <p:cNvSpPr>
            <a:spLocks noChangeAspect="1"/>
          </p:cNvSpPr>
          <p:nvPr/>
        </p:nvSpPr>
        <p:spPr bwMode="gray">
          <a:xfrm>
            <a:off x="8349521" y="1627697"/>
            <a:ext cx="505108" cy="829001"/>
          </a:xfrm>
          <a:custGeom>
            <a:avLst/>
            <a:gdLst/>
            <a:ahLst/>
            <a:cxnLst/>
            <a:rect l="l" t="t" r="r" b="b"/>
            <a:pathLst>
              <a:path w="612000" h="898084">
                <a:moveTo>
                  <a:pt x="305887" y="0"/>
                </a:moveTo>
                <a:cubicBezTo>
                  <a:pt x="366371" y="197595"/>
                  <a:pt x="514650" y="381685"/>
                  <a:pt x="579714" y="509600"/>
                </a:cubicBezTo>
                <a:cubicBezTo>
                  <a:pt x="589100" y="524058"/>
                  <a:pt x="595941" y="539866"/>
                  <a:pt x="599809" y="556693"/>
                </a:cubicBezTo>
                <a:cubicBezTo>
                  <a:pt x="602378" y="561223"/>
                  <a:pt x="603931" y="565937"/>
                  <a:pt x="604734" y="570693"/>
                </a:cubicBezTo>
                <a:cubicBezTo>
                  <a:pt x="607109" y="578986"/>
                  <a:pt x="608726" y="587502"/>
                  <a:pt x="608373" y="596344"/>
                </a:cubicBezTo>
                <a:cubicBezTo>
                  <a:pt x="611496" y="602943"/>
                  <a:pt x="611659" y="609472"/>
                  <a:pt x="611111" y="615643"/>
                </a:cubicBezTo>
                <a:lnTo>
                  <a:pt x="610578" y="615643"/>
                </a:lnTo>
                <a:cubicBezTo>
                  <a:pt x="611892" y="619730"/>
                  <a:pt x="612000" y="623898"/>
                  <a:pt x="612000" y="628088"/>
                </a:cubicBezTo>
                <a:cubicBezTo>
                  <a:pt x="612000" y="777203"/>
                  <a:pt x="474999" y="898084"/>
                  <a:pt x="306000" y="898084"/>
                </a:cubicBezTo>
                <a:cubicBezTo>
                  <a:pt x="137001" y="898084"/>
                  <a:pt x="0" y="777203"/>
                  <a:pt x="0" y="628088"/>
                </a:cubicBezTo>
                <a:lnTo>
                  <a:pt x="1422" y="615643"/>
                </a:lnTo>
                <a:lnTo>
                  <a:pt x="662" y="615643"/>
                </a:lnTo>
                <a:lnTo>
                  <a:pt x="3674" y="595932"/>
                </a:lnTo>
                <a:cubicBezTo>
                  <a:pt x="3389" y="586761"/>
                  <a:pt x="5102" y="577927"/>
                  <a:pt x="7734" y="569363"/>
                </a:cubicBezTo>
                <a:cubicBezTo>
                  <a:pt x="9461" y="559074"/>
                  <a:pt x="13025" y="548701"/>
                  <a:pt x="18592" y="538498"/>
                </a:cubicBezTo>
                <a:cubicBezTo>
                  <a:pt x="20249" y="531012"/>
                  <a:pt x="23384" y="524124"/>
                  <a:pt x="27337" y="517645"/>
                </a:cubicBezTo>
                <a:cubicBezTo>
                  <a:pt x="87907" y="384861"/>
                  <a:pt x="242955" y="205590"/>
                  <a:pt x="305887"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2" name="台形 22"/>
          <p:cNvSpPr>
            <a:spLocks noChangeAspect="1"/>
          </p:cNvSpPr>
          <p:nvPr/>
        </p:nvSpPr>
        <p:spPr bwMode="gray">
          <a:xfrm>
            <a:off x="2320066" y="1626813"/>
            <a:ext cx="398769" cy="830769"/>
          </a:xfrm>
          <a:custGeom>
            <a:avLst/>
            <a:gdLst/>
            <a:ahLst/>
            <a:cxnLst/>
            <a:rect l="l" t="t" r="r" b="b"/>
            <a:pathLst>
              <a:path w="432000" h="900000">
                <a:moveTo>
                  <a:pt x="212984" y="225350"/>
                </a:moveTo>
                <a:cubicBezTo>
                  <a:pt x="200637" y="225350"/>
                  <a:pt x="190628" y="235359"/>
                  <a:pt x="190628" y="247706"/>
                </a:cubicBezTo>
                <a:cubicBezTo>
                  <a:pt x="190628" y="260053"/>
                  <a:pt x="200637" y="270062"/>
                  <a:pt x="212984" y="270062"/>
                </a:cubicBezTo>
                <a:cubicBezTo>
                  <a:pt x="225331" y="270062"/>
                  <a:pt x="235340" y="260053"/>
                  <a:pt x="235340" y="247706"/>
                </a:cubicBezTo>
                <a:cubicBezTo>
                  <a:pt x="235340" y="235359"/>
                  <a:pt x="225331" y="225350"/>
                  <a:pt x="212984" y="225350"/>
                </a:cubicBezTo>
                <a:close/>
                <a:moveTo>
                  <a:pt x="215999" y="0"/>
                </a:moveTo>
                <a:lnTo>
                  <a:pt x="247342" y="191111"/>
                </a:lnTo>
                <a:lnTo>
                  <a:pt x="247670" y="191838"/>
                </a:lnTo>
                <a:lnTo>
                  <a:pt x="247516" y="192178"/>
                </a:lnTo>
                <a:lnTo>
                  <a:pt x="247670" y="193115"/>
                </a:lnTo>
                <a:lnTo>
                  <a:pt x="247093" y="193115"/>
                </a:lnTo>
                <a:lnTo>
                  <a:pt x="236661" y="216207"/>
                </a:lnTo>
                <a:lnTo>
                  <a:pt x="248994" y="216207"/>
                </a:lnTo>
                <a:lnTo>
                  <a:pt x="248994" y="216260"/>
                </a:lnTo>
                <a:cubicBezTo>
                  <a:pt x="248998" y="216255"/>
                  <a:pt x="249001" y="216255"/>
                  <a:pt x="249005" y="216255"/>
                </a:cubicBezTo>
                <a:cubicBezTo>
                  <a:pt x="266401" y="216255"/>
                  <a:pt x="280504" y="230358"/>
                  <a:pt x="280504" y="247754"/>
                </a:cubicBezTo>
                <a:lnTo>
                  <a:pt x="277424" y="255191"/>
                </a:lnTo>
                <a:lnTo>
                  <a:pt x="280305" y="255478"/>
                </a:lnTo>
                <a:lnTo>
                  <a:pt x="280594" y="254978"/>
                </a:lnTo>
                <a:lnTo>
                  <a:pt x="281328" y="255579"/>
                </a:lnTo>
                <a:lnTo>
                  <a:pt x="281699" y="255616"/>
                </a:lnTo>
                <a:lnTo>
                  <a:pt x="282164" y="256264"/>
                </a:lnTo>
                <a:lnTo>
                  <a:pt x="432000" y="378963"/>
                </a:lnTo>
                <a:lnTo>
                  <a:pt x="250822" y="310551"/>
                </a:lnTo>
                <a:lnTo>
                  <a:pt x="250028" y="310472"/>
                </a:lnTo>
                <a:lnTo>
                  <a:pt x="249810" y="310169"/>
                </a:lnTo>
                <a:lnTo>
                  <a:pt x="248923" y="309833"/>
                </a:lnTo>
                <a:lnTo>
                  <a:pt x="249212" y="309333"/>
                </a:lnTo>
                <a:lnTo>
                  <a:pt x="236615" y="291797"/>
                </a:lnTo>
                <a:lnTo>
                  <a:pt x="255851" y="900000"/>
                </a:lnTo>
                <a:lnTo>
                  <a:pt x="176149" y="900000"/>
                </a:lnTo>
                <a:lnTo>
                  <a:pt x="195386" y="291795"/>
                </a:lnTo>
                <a:lnTo>
                  <a:pt x="182789" y="309333"/>
                </a:lnTo>
                <a:lnTo>
                  <a:pt x="183077" y="309833"/>
                </a:lnTo>
                <a:lnTo>
                  <a:pt x="182190" y="310169"/>
                </a:lnTo>
                <a:lnTo>
                  <a:pt x="181972" y="310472"/>
                </a:lnTo>
                <a:lnTo>
                  <a:pt x="181177" y="310551"/>
                </a:lnTo>
                <a:lnTo>
                  <a:pt x="0" y="378963"/>
                </a:lnTo>
                <a:lnTo>
                  <a:pt x="149834" y="256264"/>
                </a:lnTo>
                <a:lnTo>
                  <a:pt x="150301" y="255616"/>
                </a:lnTo>
                <a:lnTo>
                  <a:pt x="150672" y="255579"/>
                </a:lnTo>
                <a:lnTo>
                  <a:pt x="151406" y="254978"/>
                </a:lnTo>
                <a:lnTo>
                  <a:pt x="151695" y="255478"/>
                </a:lnTo>
                <a:lnTo>
                  <a:pt x="183377" y="252322"/>
                </a:lnTo>
                <a:cubicBezTo>
                  <a:pt x="181609" y="250990"/>
                  <a:pt x="181485" y="249387"/>
                  <a:pt x="181485" y="247754"/>
                </a:cubicBezTo>
                <a:cubicBezTo>
                  <a:pt x="181485" y="236167"/>
                  <a:pt x="187742" y="226041"/>
                  <a:pt x="198138" y="222405"/>
                </a:cubicBezTo>
                <a:lnTo>
                  <a:pt x="184905" y="193115"/>
                </a:lnTo>
                <a:lnTo>
                  <a:pt x="184328" y="193115"/>
                </a:lnTo>
                <a:lnTo>
                  <a:pt x="184482" y="192178"/>
                </a:lnTo>
                <a:lnTo>
                  <a:pt x="184328" y="191838"/>
                </a:lnTo>
                <a:lnTo>
                  <a:pt x="184656" y="191111"/>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3" name="円/楕円 36"/>
          <p:cNvSpPr>
            <a:spLocks noChangeAspect="1"/>
          </p:cNvSpPr>
          <p:nvPr/>
        </p:nvSpPr>
        <p:spPr bwMode="gray">
          <a:xfrm>
            <a:off x="4784770" y="1626813"/>
            <a:ext cx="485169" cy="830769"/>
          </a:xfrm>
          <a:custGeom>
            <a:avLst/>
            <a:gdLst/>
            <a:ahLst/>
            <a:cxnLst/>
            <a:rect l="l" t="t" r="r" b="b"/>
            <a:pathLst>
              <a:path w="612000" h="899000">
                <a:moveTo>
                  <a:pt x="305886" y="0"/>
                </a:moveTo>
                <a:cubicBezTo>
                  <a:pt x="369540" y="87138"/>
                  <a:pt x="522951" y="304695"/>
                  <a:pt x="583801" y="449072"/>
                </a:cubicBezTo>
                <a:cubicBezTo>
                  <a:pt x="589936" y="459380"/>
                  <a:pt x="594687" y="470382"/>
                  <a:pt x="597228" y="482183"/>
                </a:cubicBezTo>
                <a:cubicBezTo>
                  <a:pt x="599198" y="486069"/>
                  <a:pt x="600521" y="490057"/>
                  <a:pt x="601404" y="494055"/>
                </a:cubicBezTo>
                <a:cubicBezTo>
                  <a:pt x="605781" y="505206"/>
                  <a:pt x="608274" y="516956"/>
                  <a:pt x="608371" y="529148"/>
                </a:cubicBezTo>
                <a:cubicBezTo>
                  <a:pt x="610659" y="533877"/>
                  <a:pt x="611045" y="538559"/>
                  <a:pt x="611110" y="542948"/>
                </a:cubicBezTo>
                <a:lnTo>
                  <a:pt x="609947" y="542948"/>
                </a:lnTo>
                <a:cubicBezTo>
                  <a:pt x="611773" y="548818"/>
                  <a:pt x="612000" y="554844"/>
                  <a:pt x="612000" y="560916"/>
                </a:cubicBezTo>
                <a:cubicBezTo>
                  <a:pt x="612000" y="695398"/>
                  <a:pt x="500568" y="806916"/>
                  <a:pt x="354599" y="826590"/>
                </a:cubicBezTo>
                <a:lnTo>
                  <a:pt x="354599" y="899000"/>
                </a:lnTo>
                <a:lnTo>
                  <a:pt x="316841" y="899000"/>
                </a:lnTo>
                <a:lnTo>
                  <a:pt x="316841" y="701298"/>
                </a:lnTo>
                <a:lnTo>
                  <a:pt x="330066" y="691637"/>
                </a:lnTo>
                <a:cubicBezTo>
                  <a:pt x="392805" y="631569"/>
                  <a:pt x="454666" y="580718"/>
                  <a:pt x="499777" y="551180"/>
                </a:cubicBezTo>
                <a:cubicBezTo>
                  <a:pt x="498051" y="549392"/>
                  <a:pt x="495097" y="548871"/>
                  <a:pt x="491054" y="549518"/>
                </a:cubicBezTo>
                <a:cubicBezTo>
                  <a:pt x="465240" y="553644"/>
                  <a:pt x="395019" y="605352"/>
                  <a:pt x="316841" y="679094"/>
                </a:cubicBezTo>
                <a:lnTo>
                  <a:pt x="316841" y="543043"/>
                </a:lnTo>
                <a:lnTo>
                  <a:pt x="319886" y="540818"/>
                </a:lnTo>
                <a:lnTo>
                  <a:pt x="319492" y="540409"/>
                </a:lnTo>
                <a:cubicBezTo>
                  <a:pt x="370826" y="491202"/>
                  <a:pt x="422651" y="450173"/>
                  <a:pt x="460934" y="427735"/>
                </a:cubicBezTo>
                <a:cubicBezTo>
                  <a:pt x="457775" y="424465"/>
                  <a:pt x="451418" y="424557"/>
                  <a:pt x="442555" y="427560"/>
                </a:cubicBezTo>
                <a:cubicBezTo>
                  <a:pt x="416443" y="436412"/>
                  <a:pt x="368587" y="470547"/>
                  <a:pt x="316841" y="518530"/>
                </a:cubicBezTo>
                <a:lnTo>
                  <a:pt x="316841" y="368756"/>
                </a:lnTo>
                <a:lnTo>
                  <a:pt x="324520" y="363147"/>
                </a:lnTo>
                <a:cubicBezTo>
                  <a:pt x="348969" y="340433"/>
                  <a:pt x="374947" y="323855"/>
                  <a:pt x="396192" y="316106"/>
                </a:cubicBezTo>
                <a:cubicBezTo>
                  <a:pt x="392740" y="312530"/>
                  <a:pt x="387276" y="311223"/>
                  <a:pt x="380353" y="311921"/>
                </a:cubicBezTo>
                <a:cubicBezTo>
                  <a:pt x="364459" y="313525"/>
                  <a:pt x="340870" y="325697"/>
                  <a:pt x="316841" y="345970"/>
                </a:cubicBezTo>
                <a:lnTo>
                  <a:pt x="316841" y="194102"/>
                </a:lnTo>
                <a:lnTo>
                  <a:pt x="315900" y="194102"/>
                </a:lnTo>
                <a:lnTo>
                  <a:pt x="296100" y="194102"/>
                </a:lnTo>
                <a:lnTo>
                  <a:pt x="295159" y="194102"/>
                </a:lnTo>
                <a:lnTo>
                  <a:pt x="295159" y="345970"/>
                </a:lnTo>
                <a:cubicBezTo>
                  <a:pt x="271131" y="325695"/>
                  <a:pt x="247541" y="313524"/>
                  <a:pt x="231646" y="311920"/>
                </a:cubicBezTo>
                <a:cubicBezTo>
                  <a:pt x="224723" y="311222"/>
                  <a:pt x="219260" y="312529"/>
                  <a:pt x="215807" y="316105"/>
                </a:cubicBezTo>
                <a:cubicBezTo>
                  <a:pt x="235456" y="323272"/>
                  <a:pt x="259156" y="337990"/>
                  <a:pt x="281641" y="358496"/>
                </a:cubicBezTo>
                <a:lnTo>
                  <a:pt x="295159" y="368370"/>
                </a:lnTo>
                <a:lnTo>
                  <a:pt x="295159" y="518529"/>
                </a:lnTo>
                <a:cubicBezTo>
                  <a:pt x="243413" y="470545"/>
                  <a:pt x="195557" y="436412"/>
                  <a:pt x="169445" y="427560"/>
                </a:cubicBezTo>
                <a:cubicBezTo>
                  <a:pt x="160583" y="424556"/>
                  <a:pt x="154225" y="424465"/>
                  <a:pt x="151066" y="427735"/>
                </a:cubicBezTo>
                <a:cubicBezTo>
                  <a:pt x="189350" y="450172"/>
                  <a:pt x="241175" y="491202"/>
                  <a:pt x="292510" y="540408"/>
                </a:cubicBezTo>
                <a:lnTo>
                  <a:pt x="292333" y="540592"/>
                </a:lnTo>
                <a:lnTo>
                  <a:pt x="295159" y="542657"/>
                </a:lnTo>
                <a:lnTo>
                  <a:pt x="295159" y="679094"/>
                </a:lnTo>
                <a:cubicBezTo>
                  <a:pt x="216981" y="605351"/>
                  <a:pt x="146761" y="553643"/>
                  <a:pt x="120947" y="549517"/>
                </a:cubicBezTo>
                <a:cubicBezTo>
                  <a:pt x="116904" y="548871"/>
                  <a:pt x="113949" y="549392"/>
                  <a:pt x="112223" y="551180"/>
                </a:cubicBezTo>
                <a:cubicBezTo>
                  <a:pt x="156797" y="580366"/>
                  <a:pt x="217724" y="630360"/>
                  <a:pt x="279625" y="689565"/>
                </a:cubicBezTo>
                <a:lnTo>
                  <a:pt x="295159" y="700912"/>
                </a:lnTo>
                <a:lnTo>
                  <a:pt x="295159" y="829948"/>
                </a:lnTo>
                <a:cubicBezTo>
                  <a:pt x="131168" y="825696"/>
                  <a:pt x="0" y="706822"/>
                  <a:pt x="0" y="560916"/>
                </a:cubicBezTo>
                <a:lnTo>
                  <a:pt x="2053" y="542948"/>
                </a:lnTo>
                <a:lnTo>
                  <a:pt x="661" y="542948"/>
                </a:lnTo>
                <a:lnTo>
                  <a:pt x="5463" y="513102"/>
                </a:lnTo>
                <a:cubicBezTo>
                  <a:pt x="5363" y="510248"/>
                  <a:pt x="5962" y="507541"/>
                  <a:pt x="6784" y="504890"/>
                </a:cubicBezTo>
                <a:cubicBezTo>
                  <a:pt x="38349" y="367540"/>
                  <a:pt x="237493" y="101683"/>
                  <a:pt x="305886"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2"/>
          <p:cNvSpPr>
            <a:spLocks noChangeAspect="1"/>
          </p:cNvSpPr>
          <p:nvPr/>
        </p:nvSpPr>
        <p:spPr bwMode="gray">
          <a:xfrm>
            <a:off x="745236" y="1626813"/>
            <a:ext cx="830769" cy="830769"/>
          </a:xfrm>
          <a:custGeom>
            <a:avLst/>
            <a:gdLst/>
            <a:ahLst/>
            <a:cxnLst/>
            <a:rect l="l" t="t" r="r" b="b"/>
            <a:pathLst>
              <a:path w="900000" h="900000">
                <a:moveTo>
                  <a:pt x="450001" y="364388"/>
                </a:moveTo>
                <a:cubicBezTo>
                  <a:pt x="402718" y="364388"/>
                  <a:pt x="364388" y="402718"/>
                  <a:pt x="364388" y="450001"/>
                </a:cubicBezTo>
                <a:cubicBezTo>
                  <a:pt x="364388" y="497284"/>
                  <a:pt x="402718" y="535614"/>
                  <a:pt x="450001" y="535614"/>
                </a:cubicBezTo>
                <a:cubicBezTo>
                  <a:pt x="497284" y="535614"/>
                  <a:pt x="535614" y="497284"/>
                  <a:pt x="535614" y="450001"/>
                </a:cubicBezTo>
                <a:cubicBezTo>
                  <a:pt x="535614" y="402718"/>
                  <a:pt x="497284" y="364388"/>
                  <a:pt x="450001" y="364388"/>
                </a:cubicBezTo>
                <a:close/>
                <a:moveTo>
                  <a:pt x="450000" y="0"/>
                </a:moveTo>
                <a:cubicBezTo>
                  <a:pt x="484914" y="0"/>
                  <a:pt x="516776" y="42948"/>
                  <a:pt x="539851" y="113878"/>
                </a:cubicBezTo>
                <a:cubicBezTo>
                  <a:pt x="595657" y="64112"/>
                  <a:pt x="644752" y="42825"/>
                  <a:pt x="675000" y="60289"/>
                </a:cubicBezTo>
                <a:cubicBezTo>
                  <a:pt x="705261" y="77760"/>
                  <a:pt x="711366" y="130958"/>
                  <a:pt x="695087" y="203971"/>
                </a:cubicBezTo>
                <a:cubicBezTo>
                  <a:pt x="768708" y="188596"/>
                  <a:pt x="822185" y="194644"/>
                  <a:pt x="839711" y="225000"/>
                </a:cubicBezTo>
                <a:cubicBezTo>
                  <a:pt x="857275" y="255421"/>
                  <a:pt x="835644" y="304905"/>
                  <a:pt x="785302" y="361135"/>
                </a:cubicBezTo>
                <a:cubicBezTo>
                  <a:pt x="856877" y="383095"/>
                  <a:pt x="900000" y="415015"/>
                  <a:pt x="900000" y="450000"/>
                </a:cubicBezTo>
                <a:cubicBezTo>
                  <a:pt x="900000" y="484796"/>
                  <a:pt x="857342" y="516560"/>
                  <a:pt x="786810" y="539955"/>
                </a:cubicBezTo>
                <a:cubicBezTo>
                  <a:pt x="835986" y="595884"/>
                  <a:pt x="857135" y="644821"/>
                  <a:pt x="839711" y="675000"/>
                </a:cubicBezTo>
                <a:cubicBezTo>
                  <a:pt x="822304" y="705150"/>
                  <a:pt x="769434" y="711321"/>
                  <a:pt x="696594" y="696289"/>
                </a:cubicBezTo>
                <a:cubicBezTo>
                  <a:pt x="711335" y="769308"/>
                  <a:pt x="705186" y="822284"/>
                  <a:pt x="675000" y="839712"/>
                </a:cubicBezTo>
                <a:cubicBezTo>
                  <a:pt x="644800" y="857148"/>
                  <a:pt x="595813" y="835956"/>
                  <a:pt x="540125" y="786350"/>
                </a:cubicBezTo>
                <a:cubicBezTo>
                  <a:pt x="516700" y="857155"/>
                  <a:pt x="484873" y="900000"/>
                  <a:pt x="450000" y="900000"/>
                </a:cubicBezTo>
                <a:cubicBezTo>
                  <a:pt x="415086" y="900000"/>
                  <a:pt x="383224" y="857052"/>
                  <a:pt x="360149" y="786122"/>
                </a:cubicBezTo>
                <a:cubicBezTo>
                  <a:pt x="304343" y="835889"/>
                  <a:pt x="255248" y="857176"/>
                  <a:pt x="225000" y="839712"/>
                </a:cubicBezTo>
                <a:cubicBezTo>
                  <a:pt x="194739" y="822240"/>
                  <a:pt x="188634" y="769042"/>
                  <a:pt x="204913" y="696030"/>
                </a:cubicBezTo>
                <a:cubicBezTo>
                  <a:pt x="131292" y="711404"/>
                  <a:pt x="77815" y="705357"/>
                  <a:pt x="60289" y="675000"/>
                </a:cubicBezTo>
                <a:cubicBezTo>
                  <a:pt x="42725" y="644579"/>
                  <a:pt x="64356" y="595096"/>
                  <a:pt x="114698" y="538865"/>
                </a:cubicBezTo>
                <a:cubicBezTo>
                  <a:pt x="43123" y="516906"/>
                  <a:pt x="0" y="484985"/>
                  <a:pt x="0" y="450000"/>
                </a:cubicBezTo>
                <a:cubicBezTo>
                  <a:pt x="0" y="415204"/>
                  <a:pt x="42658" y="383440"/>
                  <a:pt x="113190" y="360045"/>
                </a:cubicBezTo>
                <a:cubicBezTo>
                  <a:pt x="64014" y="304117"/>
                  <a:pt x="42865" y="255179"/>
                  <a:pt x="60289" y="225000"/>
                </a:cubicBezTo>
                <a:cubicBezTo>
                  <a:pt x="77696" y="194850"/>
                  <a:pt x="130566" y="188680"/>
                  <a:pt x="203406" y="203712"/>
                </a:cubicBezTo>
                <a:cubicBezTo>
                  <a:pt x="188665" y="130692"/>
                  <a:pt x="194814" y="77716"/>
                  <a:pt x="225000" y="60289"/>
                </a:cubicBezTo>
                <a:cubicBezTo>
                  <a:pt x="255200" y="42852"/>
                  <a:pt x="304187" y="64044"/>
                  <a:pt x="359875" y="113651"/>
                </a:cubicBezTo>
                <a:cubicBezTo>
                  <a:pt x="383300" y="42846"/>
                  <a:pt x="415128" y="0"/>
                  <a:pt x="450000"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5" name="正方形/長方形 9"/>
          <p:cNvSpPr>
            <a:spLocks noChangeAspect="1"/>
          </p:cNvSpPr>
          <p:nvPr/>
        </p:nvSpPr>
        <p:spPr bwMode="gray">
          <a:xfrm>
            <a:off x="3448300" y="1626668"/>
            <a:ext cx="607004" cy="831060"/>
          </a:xfrm>
          <a:custGeom>
            <a:avLst/>
            <a:gdLst/>
            <a:ahLst/>
            <a:cxnLst/>
            <a:rect l="l" t="t" r="r" b="b"/>
            <a:pathLst>
              <a:path w="657588" h="900315">
                <a:moveTo>
                  <a:pt x="84596" y="62337"/>
                </a:moveTo>
                <a:cubicBezTo>
                  <a:pt x="126506" y="90723"/>
                  <a:pt x="155253" y="107036"/>
                  <a:pt x="189212" y="136568"/>
                </a:cubicBezTo>
                <a:cubicBezTo>
                  <a:pt x="223284" y="165831"/>
                  <a:pt x="281792" y="213611"/>
                  <a:pt x="289027" y="237916"/>
                </a:cubicBezTo>
                <a:cubicBezTo>
                  <a:pt x="306039" y="203388"/>
                  <a:pt x="348876" y="170199"/>
                  <a:pt x="391295" y="143713"/>
                </a:cubicBezTo>
                <a:cubicBezTo>
                  <a:pt x="433713" y="117228"/>
                  <a:pt x="494481" y="97866"/>
                  <a:pt x="543535" y="79006"/>
                </a:cubicBezTo>
                <a:cubicBezTo>
                  <a:pt x="493193" y="73907"/>
                  <a:pt x="398394" y="94295"/>
                  <a:pt x="356100" y="121049"/>
                </a:cubicBezTo>
                <a:cubicBezTo>
                  <a:pt x="313807" y="147803"/>
                  <a:pt x="296759" y="160524"/>
                  <a:pt x="286753" y="188532"/>
                </a:cubicBezTo>
                <a:cubicBezTo>
                  <a:pt x="272228" y="159263"/>
                  <a:pt x="234015" y="134998"/>
                  <a:pt x="212500" y="116288"/>
                </a:cubicBezTo>
                <a:cubicBezTo>
                  <a:pt x="190985" y="97577"/>
                  <a:pt x="101601" y="54858"/>
                  <a:pt x="84596" y="62337"/>
                </a:cubicBezTo>
                <a:close/>
                <a:moveTo>
                  <a:pt x="517392" y="187"/>
                </a:moveTo>
                <a:cubicBezTo>
                  <a:pt x="567398" y="1520"/>
                  <a:pt x="619488" y="9954"/>
                  <a:pt x="657588" y="25062"/>
                </a:cubicBezTo>
                <a:cubicBezTo>
                  <a:pt x="593294" y="267210"/>
                  <a:pt x="498836" y="288586"/>
                  <a:pt x="453990" y="306049"/>
                </a:cubicBezTo>
                <a:cubicBezTo>
                  <a:pt x="399426" y="318068"/>
                  <a:pt x="345445" y="298350"/>
                  <a:pt x="312306" y="265554"/>
                </a:cubicBezTo>
                <a:lnTo>
                  <a:pt x="312306" y="900315"/>
                </a:lnTo>
                <a:lnTo>
                  <a:pt x="252773" y="900315"/>
                </a:lnTo>
                <a:lnTo>
                  <a:pt x="252773" y="235985"/>
                </a:lnTo>
                <a:cubicBezTo>
                  <a:pt x="222028" y="255935"/>
                  <a:pt x="177378" y="263700"/>
                  <a:pt x="139278" y="254098"/>
                </a:cubicBezTo>
                <a:cubicBezTo>
                  <a:pt x="107551" y="232254"/>
                  <a:pt x="45486" y="210755"/>
                  <a:pt x="0" y="14761"/>
                </a:cubicBezTo>
                <a:cubicBezTo>
                  <a:pt x="44814" y="1342"/>
                  <a:pt x="82262" y="-1317"/>
                  <a:pt x="113771" y="2069"/>
                </a:cubicBezTo>
                <a:cubicBezTo>
                  <a:pt x="145280" y="5456"/>
                  <a:pt x="170850" y="14887"/>
                  <a:pt x="191908" y="25648"/>
                </a:cubicBezTo>
                <a:cubicBezTo>
                  <a:pt x="229246" y="41548"/>
                  <a:pt x="268704" y="94245"/>
                  <a:pt x="285508" y="142021"/>
                </a:cubicBezTo>
                <a:cubicBezTo>
                  <a:pt x="301005" y="91985"/>
                  <a:pt x="334136" y="32896"/>
                  <a:pt x="389697" y="17917"/>
                </a:cubicBezTo>
                <a:cubicBezTo>
                  <a:pt x="419462" y="4621"/>
                  <a:pt x="467385" y="-1146"/>
                  <a:pt x="517392" y="187"/>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6" name="角丸四角形 16"/>
          <p:cNvSpPr>
            <a:spLocks noChangeAspect="1"/>
          </p:cNvSpPr>
          <p:nvPr/>
        </p:nvSpPr>
        <p:spPr bwMode="gray">
          <a:xfrm>
            <a:off x="837976" y="2828639"/>
            <a:ext cx="645288" cy="831454"/>
          </a:xfrm>
          <a:custGeom>
            <a:avLst/>
            <a:gdLst/>
            <a:ahLst/>
            <a:cxnLst/>
            <a:rect l="l" t="t" r="r" b="b"/>
            <a:pathLst>
              <a:path w="699062" h="900742">
                <a:moveTo>
                  <a:pt x="420894" y="575868"/>
                </a:moveTo>
                <a:cubicBezTo>
                  <a:pt x="434782" y="575868"/>
                  <a:pt x="446040" y="598542"/>
                  <a:pt x="446040" y="626512"/>
                </a:cubicBezTo>
                <a:cubicBezTo>
                  <a:pt x="446040" y="654482"/>
                  <a:pt x="434782" y="677156"/>
                  <a:pt x="420894" y="677156"/>
                </a:cubicBezTo>
                <a:cubicBezTo>
                  <a:pt x="407006" y="677156"/>
                  <a:pt x="395748" y="654482"/>
                  <a:pt x="395748" y="626512"/>
                </a:cubicBezTo>
                <a:cubicBezTo>
                  <a:pt x="395748" y="598542"/>
                  <a:pt x="407006" y="575868"/>
                  <a:pt x="420894" y="575868"/>
                </a:cubicBezTo>
                <a:close/>
                <a:moveTo>
                  <a:pt x="362117" y="397622"/>
                </a:moveTo>
                <a:cubicBezTo>
                  <a:pt x="318133" y="442866"/>
                  <a:pt x="258592" y="569165"/>
                  <a:pt x="258989" y="624575"/>
                </a:cubicBezTo>
                <a:cubicBezTo>
                  <a:pt x="259386" y="679985"/>
                  <a:pt x="306227" y="730084"/>
                  <a:pt x="364498" y="730084"/>
                </a:cubicBezTo>
                <a:cubicBezTo>
                  <a:pt x="422769" y="730084"/>
                  <a:pt x="470007" y="682846"/>
                  <a:pt x="470007" y="624575"/>
                </a:cubicBezTo>
                <a:cubicBezTo>
                  <a:pt x="470007" y="566304"/>
                  <a:pt x="408482" y="445246"/>
                  <a:pt x="362117" y="397622"/>
                </a:cubicBezTo>
                <a:close/>
                <a:moveTo>
                  <a:pt x="356563" y="74762"/>
                </a:moveTo>
                <a:cubicBezTo>
                  <a:pt x="339903" y="74762"/>
                  <a:pt x="326397" y="88268"/>
                  <a:pt x="326397" y="104928"/>
                </a:cubicBezTo>
                <a:lnTo>
                  <a:pt x="326397" y="150176"/>
                </a:lnTo>
                <a:cubicBezTo>
                  <a:pt x="326397" y="166836"/>
                  <a:pt x="339903" y="180342"/>
                  <a:pt x="356563" y="180342"/>
                </a:cubicBezTo>
                <a:lnTo>
                  <a:pt x="592644" y="180342"/>
                </a:lnTo>
                <a:cubicBezTo>
                  <a:pt x="609304" y="180342"/>
                  <a:pt x="622810" y="166836"/>
                  <a:pt x="622810" y="150176"/>
                </a:cubicBezTo>
                <a:lnTo>
                  <a:pt x="622810" y="104928"/>
                </a:lnTo>
                <a:cubicBezTo>
                  <a:pt x="622810" y="88268"/>
                  <a:pt x="609304" y="74762"/>
                  <a:pt x="592644" y="74762"/>
                </a:cubicBezTo>
                <a:close/>
                <a:moveTo>
                  <a:pt x="274576" y="742"/>
                </a:moveTo>
                <a:lnTo>
                  <a:pt x="666121" y="742"/>
                </a:lnTo>
                <a:cubicBezTo>
                  <a:pt x="684314" y="742"/>
                  <a:pt x="699062" y="15490"/>
                  <a:pt x="699062" y="33683"/>
                </a:cubicBezTo>
                <a:lnTo>
                  <a:pt x="699062" y="867801"/>
                </a:lnTo>
                <a:cubicBezTo>
                  <a:pt x="699062" y="885994"/>
                  <a:pt x="684314" y="900742"/>
                  <a:pt x="666121" y="900742"/>
                </a:cubicBezTo>
                <a:lnTo>
                  <a:pt x="62873" y="900742"/>
                </a:lnTo>
                <a:cubicBezTo>
                  <a:pt x="44680" y="900742"/>
                  <a:pt x="29932" y="885994"/>
                  <a:pt x="29932" y="867801"/>
                </a:cubicBezTo>
                <a:lnTo>
                  <a:pt x="29932" y="254078"/>
                </a:lnTo>
                <a:close/>
                <a:moveTo>
                  <a:pt x="136770" y="4"/>
                </a:moveTo>
                <a:cubicBezTo>
                  <a:pt x="144133" y="-124"/>
                  <a:pt x="151544" y="2556"/>
                  <a:pt x="157260" y="8075"/>
                </a:cubicBezTo>
                <a:lnTo>
                  <a:pt x="167823" y="18276"/>
                </a:lnTo>
                <a:cubicBezTo>
                  <a:pt x="179254" y="29315"/>
                  <a:pt x="179572" y="47532"/>
                  <a:pt x="168534" y="58963"/>
                </a:cubicBezTo>
                <a:lnTo>
                  <a:pt x="60036" y="171316"/>
                </a:lnTo>
                <a:cubicBezTo>
                  <a:pt x="48997" y="182747"/>
                  <a:pt x="30780" y="183065"/>
                  <a:pt x="19349" y="172026"/>
                </a:cubicBezTo>
                <a:lnTo>
                  <a:pt x="8785" y="161825"/>
                </a:lnTo>
                <a:cubicBezTo>
                  <a:pt x="-2646" y="150786"/>
                  <a:pt x="-2964" y="132569"/>
                  <a:pt x="8075" y="121138"/>
                </a:cubicBezTo>
                <a:lnTo>
                  <a:pt x="116573" y="8785"/>
                </a:lnTo>
                <a:cubicBezTo>
                  <a:pt x="122093" y="3070"/>
                  <a:pt x="129407" y="133"/>
                  <a:pt x="136770" y="4"/>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39" name="正方形/長方形 38"/>
          <p:cNvSpPr>
            <a:spLocks noChangeAspect="1"/>
          </p:cNvSpPr>
          <p:nvPr/>
        </p:nvSpPr>
        <p:spPr bwMode="gray">
          <a:xfrm>
            <a:off x="5282810" y="3036324"/>
            <a:ext cx="829890" cy="416089"/>
          </a:xfrm>
          <a:custGeom>
            <a:avLst/>
            <a:gdLst/>
            <a:ahLst/>
            <a:cxnLst/>
            <a:rect l="l" t="t" r="r" b="b"/>
            <a:pathLst>
              <a:path w="899048" h="450763">
                <a:moveTo>
                  <a:pt x="582998" y="136370"/>
                </a:moveTo>
                <a:lnTo>
                  <a:pt x="761344" y="136370"/>
                </a:lnTo>
                <a:lnTo>
                  <a:pt x="761344" y="314393"/>
                </a:lnTo>
                <a:lnTo>
                  <a:pt x="582998" y="314393"/>
                </a:lnTo>
                <a:close/>
                <a:moveTo>
                  <a:pt x="360351" y="136370"/>
                </a:moveTo>
                <a:lnTo>
                  <a:pt x="538697" y="136370"/>
                </a:lnTo>
                <a:lnTo>
                  <a:pt x="538697" y="314393"/>
                </a:lnTo>
                <a:lnTo>
                  <a:pt x="360351" y="314393"/>
                </a:lnTo>
                <a:close/>
                <a:moveTo>
                  <a:pt x="137704" y="136370"/>
                </a:moveTo>
                <a:lnTo>
                  <a:pt x="316050" y="136370"/>
                </a:lnTo>
                <a:lnTo>
                  <a:pt x="316050" y="314393"/>
                </a:lnTo>
                <a:lnTo>
                  <a:pt x="137704" y="314393"/>
                </a:lnTo>
                <a:close/>
                <a:moveTo>
                  <a:pt x="90920" y="88093"/>
                </a:moveTo>
                <a:lnTo>
                  <a:pt x="90920" y="359556"/>
                </a:lnTo>
                <a:lnTo>
                  <a:pt x="808129" y="359556"/>
                </a:lnTo>
                <a:lnTo>
                  <a:pt x="808129" y="88093"/>
                </a:lnTo>
                <a:close/>
                <a:moveTo>
                  <a:pt x="75129" y="0"/>
                </a:moveTo>
                <a:lnTo>
                  <a:pt x="823919" y="0"/>
                </a:lnTo>
                <a:cubicBezTo>
                  <a:pt x="865412" y="0"/>
                  <a:pt x="899048" y="33636"/>
                  <a:pt x="899048" y="75129"/>
                </a:cubicBezTo>
                <a:lnTo>
                  <a:pt x="899048" y="375634"/>
                </a:lnTo>
                <a:cubicBezTo>
                  <a:pt x="899048" y="417127"/>
                  <a:pt x="865412" y="450763"/>
                  <a:pt x="823919" y="450763"/>
                </a:cubicBezTo>
                <a:lnTo>
                  <a:pt x="75129" y="450763"/>
                </a:lnTo>
                <a:cubicBezTo>
                  <a:pt x="33636" y="450763"/>
                  <a:pt x="0" y="417127"/>
                  <a:pt x="0" y="375634"/>
                </a:cubicBezTo>
                <a:lnTo>
                  <a:pt x="0" y="75129"/>
                </a:lnTo>
                <a:cubicBezTo>
                  <a:pt x="0" y="33636"/>
                  <a:pt x="33636" y="0"/>
                  <a:pt x="7512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4" name="角丸四角形 39"/>
          <p:cNvSpPr>
            <a:spLocks noChangeAspect="1"/>
          </p:cNvSpPr>
          <p:nvPr/>
        </p:nvSpPr>
        <p:spPr bwMode="gray">
          <a:xfrm>
            <a:off x="3728261" y="3036324"/>
            <a:ext cx="829890" cy="416089"/>
          </a:xfrm>
          <a:custGeom>
            <a:avLst/>
            <a:gdLst/>
            <a:ahLst/>
            <a:cxnLst/>
            <a:rect l="l" t="t" r="r" b="b"/>
            <a:pathLst>
              <a:path w="899048" h="450763">
                <a:moveTo>
                  <a:pt x="360351" y="136370"/>
                </a:moveTo>
                <a:lnTo>
                  <a:pt x="538697" y="136370"/>
                </a:lnTo>
                <a:lnTo>
                  <a:pt x="538697" y="314393"/>
                </a:lnTo>
                <a:lnTo>
                  <a:pt x="360351" y="314393"/>
                </a:lnTo>
                <a:close/>
                <a:moveTo>
                  <a:pt x="137704" y="136370"/>
                </a:moveTo>
                <a:lnTo>
                  <a:pt x="316050" y="136370"/>
                </a:lnTo>
                <a:lnTo>
                  <a:pt x="316050" y="314393"/>
                </a:lnTo>
                <a:lnTo>
                  <a:pt x="137704" y="314393"/>
                </a:lnTo>
                <a:close/>
                <a:moveTo>
                  <a:pt x="90920" y="88093"/>
                </a:moveTo>
                <a:lnTo>
                  <a:pt x="90920" y="359556"/>
                </a:lnTo>
                <a:lnTo>
                  <a:pt x="808129" y="359556"/>
                </a:lnTo>
                <a:lnTo>
                  <a:pt x="808129" y="88093"/>
                </a:lnTo>
                <a:close/>
                <a:moveTo>
                  <a:pt x="75129" y="0"/>
                </a:moveTo>
                <a:lnTo>
                  <a:pt x="823919" y="0"/>
                </a:lnTo>
                <a:cubicBezTo>
                  <a:pt x="865412" y="0"/>
                  <a:pt x="899048" y="33636"/>
                  <a:pt x="899048" y="75129"/>
                </a:cubicBezTo>
                <a:lnTo>
                  <a:pt x="899048" y="375634"/>
                </a:lnTo>
                <a:cubicBezTo>
                  <a:pt x="899048" y="417127"/>
                  <a:pt x="865412" y="450763"/>
                  <a:pt x="823919" y="450763"/>
                </a:cubicBezTo>
                <a:lnTo>
                  <a:pt x="75129" y="450763"/>
                </a:lnTo>
                <a:cubicBezTo>
                  <a:pt x="33636" y="450763"/>
                  <a:pt x="0" y="417127"/>
                  <a:pt x="0" y="375634"/>
                </a:cubicBezTo>
                <a:lnTo>
                  <a:pt x="0" y="75129"/>
                </a:lnTo>
                <a:cubicBezTo>
                  <a:pt x="0" y="33636"/>
                  <a:pt x="33636" y="0"/>
                  <a:pt x="7512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8" name="角丸四角形 39"/>
          <p:cNvSpPr>
            <a:spLocks noChangeAspect="1"/>
          </p:cNvSpPr>
          <p:nvPr/>
        </p:nvSpPr>
        <p:spPr bwMode="gray">
          <a:xfrm>
            <a:off x="2173712" y="3036324"/>
            <a:ext cx="829890" cy="416089"/>
          </a:xfrm>
          <a:custGeom>
            <a:avLst/>
            <a:gdLst/>
            <a:ahLst/>
            <a:cxnLst/>
            <a:rect l="l" t="t" r="r" b="b"/>
            <a:pathLst>
              <a:path w="899048" h="450763">
                <a:moveTo>
                  <a:pt x="137704" y="136370"/>
                </a:moveTo>
                <a:lnTo>
                  <a:pt x="316050" y="136370"/>
                </a:lnTo>
                <a:lnTo>
                  <a:pt x="316050" y="314393"/>
                </a:lnTo>
                <a:lnTo>
                  <a:pt x="137704" y="314393"/>
                </a:lnTo>
                <a:close/>
                <a:moveTo>
                  <a:pt x="90920" y="88093"/>
                </a:moveTo>
                <a:lnTo>
                  <a:pt x="90920" y="359556"/>
                </a:lnTo>
                <a:lnTo>
                  <a:pt x="808129" y="359556"/>
                </a:lnTo>
                <a:lnTo>
                  <a:pt x="808129" y="88093"/>
                </a:lnTo>
                <a:close/>
                <a:moveTo>
                  <a:pt x="75129" y="0"/>
                </a:moveTo>
                <a:lnTo>
                  <a:pt x="823919" y="0"/>
                </a:lnTo>
                <a:cubicBezTo>
                  <a:pt x="865412" y="0"/>
                  <a:pt x="899048" y="33636"/>
                  <a:pt x="899048" y="75129"/>
                </a:cubicBezTo>
                <a:lnTo>
                  <a:pt x="899048" y="375634"/>
                </a:lnTo>
                <a:cubicBezTo>
                  <a:pt x="899048" y="417127"/>
                  <a:pt x="865412" y="450763"/>
                  <a:pt x="823919" y="450763"/>
                </a:cubicBezTo>
                <a:lnTo>
                  <a:pt x="75129" y="450763"/>
                </a:lnTo>
                <a:cubicBezTo>
                  <a:pt x="33636" y="450763"/>
                  <a:pt x="0" y="417127"/>
                  <a:pt x="0" y="375634"/>
                </a:cubicBezTo>
                <a:lnTo>
                  <a:pt x="0" y="75129"/>
                </a:lnTo>
                <a:cubicBezTo>
                  <a:pt x="0" y="33636"/>
                  <a:pt x="33636" y="0"/>
                  <a:pt x="7512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3" name="円/楕円 52"/>
          <p:cNvSpPr>
            <a:spLocks noChangeAspect="1"/>
          </p:cNvSpPr>
          <p:nvPr/>
        </p:nvSpPr>
        <p:spPr bwMode="gray">
          <a:xfrm>
            <a:off x="8186545" y="3939304"/>
            <a:ext cx="831063" cy="830802"/>
          </a:xfrm>
          <a:custGeom>
            <a:avLst/>
            <a:gdLst/>
            <a:ahLst/>
            <a:cxnLst/>
            <a:rect l="l" t="t" r="r" b="b"/>
            <a:pathLst>
              <a:path w="900318" h="900036">
                <a:moveTo>
                  <a:pt x="654295" y="0"/>
                </a:moveTo>
                <a:cubicBezTo>
                  <a:pt x="801624" y="80920"/>
                  <a:pt x="900318" y="237885"/>
                  <a:pt x="900318" y="417889"/>
                </a:cubicBezTo>
                <a:cubicBezTo>
                  <a:pt x="900318" y="684171"/>
                  <a:pt x="684340" y="900036"/>
                  <a:pt x="417918" y="900036"/>
                </a:cubicBezTo>
                <a:cubicBezTo>
                  <a:pt x="237963" y="900036"/>
                  <a:pt x="81023" y="801552"/>
                  <a:pt x="0" y="654493"/>
                </a:cubicBezTo>
                <a:cubicBezTo>
                  <a:pt x="66991" y="692765"/>
                  <a:pt x="144692" y="713322"/>
                  <a:pt x="227194" y="713322"/>
                </a:cubicBezTo>
                <a:cubicBezTo>
                  <a:pt x="495604" y="713322"/>
                  <a:pt x="713194" y="495732"/>
                  <a:pt x="713194" y="227322"/>
                </a:cubicBezTo>
                <a:cubicBezTo>
                  <a:pt x="713194" y="144767"/>
                  <a:pt x="692610" y="67020"/>
                  <a:pt x="65429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55" name="円/楕円 54"/>
          <p:cNvSpPr>
            <a:spLocks noChangeAspect="1"/>
          </p:cNvSpPr>
          <p:nvPr/>
        </p:nvSpPr>
        <p:spPr bwMode="gray">
          <a:xfrm>
            <a:off x="5047575" y="3939321"/>
            <a:ext cx="830770" cy="830770"/>
          </a:xfrm>
          <a:custGeom>
            <a:avLst/>
            <a:gdLst/>
            <a:ahLst/>
            <a:cxnLst/>
            <a:rect l="l" t="t" r="r" b="b"/>
            <a:pathLst>
              <a:path w="900001" h="900001">
                <a:moveTo>
                  <a:pt x="449999" y="763201"/>
                </a:moveTo>
                <a:cubicBezTo>
                  <a:pt x="469881" y="763201"/>
                  <a:pt x="485999" y="779319"/>
                  <a:pt x="485999" y="799201"/>
                </a:cubicBezTo>
                <a:lnTo>
                  <a:pt x="485999" y="864001"/>
                </a:lnTo>
                <a:cubicBezTo>
                  <a:pt x="485999" y="883883"/>
                  <a:pt x="469881" y="900001"/>
                  <a:pt x="449999" y="900001"/>
                </a:cubicBezTo>
                <a:cubicBezTo>
                  <a:pt x="430117" y="900001"/>
                  <a:pt x="413999" y="883883"/>
                  <a:pt x="413999" y="864001"/>
                </a:cubicBezTo>
                <a:lnTo>
                  <a:pt x="413999" y="799201"/>
                </a:lnTo>
                <a:cubicBezTo>
                  <a:pt x="413999" y="779319"/>
                  <a:pt x="430117" y="763201"/>
                  <a:pt x="449999" y="763201"/>
                </a:cubicBezTo>
                <a:close/>
                <a:moveTo>
                  <a:pt x="717142" y="679993"/>
                </a:moveTo>
                <a:cubicBezTo>
                  <a:pt x="726355" y="679993"/>
                  <a:pt x="735568" y="683508"/>
                  <a:pt x="742598" y="690537"/>
                </a:cubicBezTo>
                <a:lnTo>
                  <a:pt x="788418" y="736358"/>
                </a:lnTo>
                <a:cubicBezTo>
                  <a:pt x="802477" y="750416"/>
                  <a:pt x="802477" y="773211"/>
                  <a:pt x="788418" y="787269"/>
                </a:cubicBezTo>
                <a:cubicBezTo>
                  <a:pt x="774359" y="801328"/>
                  <a:pt x="751565" y="801328"/>
                  <a:pt x="737506" y="787269"/>
                </a:cubicBezTo>
                <a:lnTo>
                  <a:pt x="691686" y="741449"/>
                </a:lnTo>
                <a:cubicBezTo>
                  <a:pt x="677627" y="727390"/>
                  <a:pt x="677627" y="704596"/>
                  <a:pt x="691686" y="690537"/>
                </a:cubicBezTo>
                <a:cubicBezTo>
                  <a:pt x="698715" y="683508"/>
                  <a:pt x="707928" y="679993"/>
                  <a:pt x="717142" y="679993"/>
                </a:cubicBezTo>
                <a:close/>
                <a:moveTo>
                  <a:pt x="183750" y="679993"/>
                </a:moveTo>
                <a:cubicBezTo>
                  <a:pt x="192964" y="679993"/>
                  <a:pt x="202177" y="683508"/>
                  <a:pt x="209207" y="690537"/>
                </a:cubicBezTo>
                <a:cubicBezTo>
                  <a:pt x="223265" y="704596"/>
                  <a:pt x="223265" y="727390"/>
                  <a:pt x="209207" y="741449"/>
                </a:cubicBezTo>
                <a:lnTo>
                  <a:pt x="163386" y="787269"/>
                </a:lnTo>
                <a:cubicBezTo>
                  <a:pt x="149327" y="801328"/>
                  <a:pt x="126533" y="801328"/>
                  <a:pt x="112474" y="787269"/>
                </a:cubicBezTo>
                <a:cubicBezTo>
                  <a:pt x="98415" y="773211"/>
                  <a:pt x="98415" y="750416"/>
                  <a:pt x="112474" y="736358"/>
                </a:cubicBezTo>
                <a:lnTo>
                  <a:pt x="158294" y="690537"/>
                </a:lnTo>
                <a:cubicBezTo>
                  <a:pt x="165324" y="683508"/>
                  <a:pt x="174537" y="679993"/>
                  <a:pt x="183750" y="679993"/>
                </a:cubicBezTo>
                <a:close/>
                <a:moveTo>
                  <a:pt x="799201" y="414002"/>
                </a:moveTo>
                <a:lnTo>
                  <a:pt x="864001" y="414002"/>
                </a:lnTo>
                <a:cubicBezTo>
                  <a:pt x="883883" y="414002"/>
                  <a:pt x="900001" y="430120"/>
                  <a:pt x="900001" y="450002"/>
                </a:cubicBezTo>
                <a:cubicBezTo>
                  <a:pt x="900001" y="469884"/>
                  <a:pt x="883883" y="486002"/>
                  <a:pt x="864001" y="486002"/>
                </a:cubicBezTo>
                <a:lnTo>
                  <a:pt x="799201" y="486002"/>
                </a:lnTo>
                <a:cubicBezTo>
                  <a:pt x="779319" y="486002"/>
                  <a:pt x="763201" y="469884"/>
                  <a:pt x="763201" y="450002"/>
                </a:cubicBezTo>
                <a:cubicBezTo>
                  <a:pt x="763201" y="430120"/>
                  <a:pt x="779319" y="414002"/>
                  <a:pt x="799201" y="414002"/>
                </a:cubicBezTo>
                <a:close/>
                <a:moveTo>
                  <a:pt x="36000" y="414002"/>
                </a:moveTo>
                <a:lnTo>
                  <a:pt x="100800" y="414002"/>
                </a:lnTo>
                <a:cubicBezTo>
                  <a:pt x="120682" y="414002"/>
                  <a:pt x="136800" y="430120"/>
                  <a:pt x="136800" y="450002"/>
                </a:cubicBezTo>
                <a:cubicBezTo>
                  <a:pt x="136800" y="469884"/>
                  <a:pt x="120682" y="486002"/>
                  <a:pt x="100800" y="486002"/>
                </a:cubicBezTo>
                <a:lnTo>
                  <a:pt x="36000" y="486002"/>
                </a:lnTo>
                <a:cubicBezTo>
                  <a:pt x="16118" y="486002"/>
                  <a:pt x="0" y="469884"/>
                  <a:pt x="0" y="450002"/>
                </a:cubicBezTo>
                <a:cubicBezTo>
                  <a:pt x="0" y="430120"/>
                  <a:pt x="16118" y="414002"/>
                  <a:pt x="36000" y="414002"/>
                </a:cubicBezTo>
                <a:close/>
                <a:moveTo>
                  <a:pt x="449999" y="270002"/>
                </a:moveTo>
                <a:cubicBezTo>
                  <a:pt x="350588" y="270002"/>
                  <a:pt x="269999" y="350591"/>
                  <a:pt x="269999" y="450002"/>
                </a:cubicBezTo>
                <a:cubicBezTo>
                  <a:pt x="269999" y="549413"/>
                  <a:pt x="350588" y="630002"/>
                  <a:pt x="449999" y="630002"/>
                </a:cubicBezTo>
                <a:cubicBezTo>
                  <a:pt x="549410" y="630002"/>
                  <a:pt x="629999" y="549413"/>
                  <a:pt x="629999" y="450002"/>
                </a:cubicBezTo>
                <a:cubicBezTo>
                  <a:pt x="629999" y="350591"/>
                  <a:pt x="549410" y="270002"/>
                  <a:pt x="449999" y="270002"/>
                </a:cubicBezTo>
                <a:close/>
                <a:moveTo>
                  <a:pt x="449999" y="201602"/>
                </a:moveTo>
                <a:cubicBezTo>
                  <a:pt x="587187" y="201602"/>
                  <a:pt x="698399" y="312814"/>
                  <a:pt x="698399" y="450002"/>
                </a:cubicBezTo>
                <a:cubicBezTo>
                  <a:pt x="698399" y="587190"/>
                  <a:pt x="587187" y="698402"/>
                  <a:pt x="449999" y="698402"/>
                </a:cubicBezTo>
                <a:cubicBezTo>
                  <a:pt x="312811" y="698402"/>
                  <a:pt x="201599" y="587190"/>
                  <a:pt x="201599" y="450002"/>
                </a:cubicBezTo>
                <a:cubicBezTo>
                  <a:pt x="201599" y="312814"/>
                  <a:pt x="312811" y="201602"/>
                  <a:pt x="449999" y="201602"/>
                </a:cubicBezTo>
                <a:close/>
                <a:moveTo>
                  <a:pt x="139377" y="99846"/>
                </a:moveTo>
                <a:cubicBezTo>
                  <a:pt x="148591" y="99846"/>
                  <a:pt x="157804" y="103360"/>
                  <a:pt x="164833" y="110390"/>
                </a:cubicBezTo>
                <a:lnTo>
                  <a:pt x="210654" y="156210"/>
                </a:lnTo>
                <a:cubicBezTo>
                  <a:pt x="224713" y="170269"/>
                  <a:pt x="224713" y="193063"/>
                  <a:pt x="210654" y="207122"/>
                </a:cubicBezTo>
                <a:cubicBezTo>
                  <a:pt x="196595" y="221181"/>
                  <a:pt x="173801" y="221181"/>
                  <a:pt x="159742" y="207122"/>
                </a:cubicBezTo>
                <a:lnTo>
                  <a:pt x="113921" y="161301"/>
                </a:lnTo>
                <a:cubicBezTo>
                  <a:pt x="99863" y="147243"/>
                  <a:pt x="99863" y="124448"/>
                  <a:pt x="113921" y="110390"/>
                </a:cubicBezTo>
                <a:cubicBezTo>
                  <a:pt x="120951" y="103360"/>
                  <a:pt x="130164" y="99846"/>
                  <a:pt x="139377" y="99846"/>
                </a:cubicBezTo>
                <a:close/>
                <a:moveTo>
                  <a:pt x="761515" y="99846"/>
                </a:moveTo>
                <a:cubicBezTo>
                  <a:pt x="770728" y="99846"/>
                  <a:pt x="779941" y="103360"/>
                  <a:pt x="786971" y="110390"/>
                </a:cubicBezTo>
                <a:cubicBezTo>
                  <a:pt x="801029" y="124448"/>
                  <a:pt x="801029" y="147243"/>
                  <a:pt x="786971" y="161301"/>
                </a:cubicBezTo>
                <a:lnTo>
                  <a:pt x="741150" y="207122"/>
                </a:lnTo>
                <a:cubicBezTo>
                  <a:pt x="727091" y="221181"/>
                  <a:pt x="704297" y="221181"/>
                  <a:pt x="690238" y="207122"/>
                </a:cubicBezTo>
                <a:cubicBezTo>
                  <a:pt x="676180" y="193063"/>
                  <a:pt x="676180" y="170269"/>
                  <a:pt x="690238" y="156210"/>
                </a:cubicBezTo>
                <a:lnTo>
                  <a:pt x="736059" y="110390"/>
                </a:lnTo>
                <a:cubicBezTo>
                  <a:pt x="743088" y="103360"/>
                  <a:pt x="752301" y="99846"/>
                  <a:pt x="761515" y="99846"/>
                </a:cubicBezTo>
                <a:close/>
                <a:moveTo>
                  <a:pt x="449999" y="0"/>
                </a:moveTo>
                <a:cubicBezTo>
                  <a:pt x="469881" y="0"/>
                  <a:pt x="485999" y="16118"/>
                  <a:pt x="485999" y="36000"/>
                </a:cubicBezTo>
                <a:lnTo>
                  <a:pt x="485999" y="100800"/>
                </a:lnTo>
                <a:cubicBezTo>
                  <a:pt x="485999" y="120682"/>
                  <a:pt x="469881" y="136800"/>
                  <a:pt x="449999" y="136800"/>
                </a:cubicBezTo>
                <a:cubicBezTo>
                  <a:pt x="430117" y="136800"/>
                  <a:pt x="413999" y="120682"/>
                  <a:pt x="413999" y="100800"/>
                </a:cubicBezTo>
                <a:lnTo>
                  <a:pt x="413999" y="36000"/>
                </a:lnTo>
                <a:cubicBezTo>
                  <a:pt x="413999" y="16118"/>
                  <a:pt x="430117" y="0"/>
                  <a:pt x="44999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8" name="円/楕円 54"/>
          <p:cNvSpPr>
            <a:spLocks noChangeAspect="1"/>
          </p:cNvSpPr>
          <p:nvPr/>
        </p:nvSpPr>
        <p:spPr bwMode="gray">
          <a:xfrm>
            <a:off x="6617061" y="3939321"/>
            <a:ext cx="830770" cy="830770"/>
          </a:xfrm>
          <a:custGeom>
            <a:avLst/>
            <a:gdLst/>
            <a:ahLst/>
            <a:cxnLst/>
            <a:rect l="l" t="t" r="r" b="b"/>
            <a:pathLst>
              <a:path w="900001" h="900001">
                <a:moveTo>
                  <a:pt x="449999" y="763201"/>
                </a:moveTo>
                <a:cubicBezTo>
                  <a:pt x="469881" y="763201"/>
                  <a:pt x="485999" y="779319"/>
                  <a:pt x="485999" y="799201"/>
                </a:cubicBezTo>
                <a:lnTo>
                  <a:pt x="485999" y="864001"/>
                </a:lnTo>
                <a:cubicBezTo>
                  <a:pt x="485999" y="883883"/>
                  <a:pt x="469881" y="900001"/>
                  <a:pt x="449999" y="900001"/>
                </a:cubicBezTo>
                <a:cubicBezTo>
                  <a:pt x="430117" y="900001"/>
                  <a:pt x="413999" y="883883"/>
                  <a:pt x="413999" y="864001"/>
                </a:cubicBezTo>
                <a:lnTo>
                  <a:pt x="413999" y="799201"/>
                </a:lnTo>
                <a:cubicBezTo>
                  <a:pt x="413999" y="779319"/>
                  <a:pt x="430117" y="763201"/>
                  <a:pt x="449999" y="763201"/>
                </a:cubicBezTo>
                <a:close/>
                <a:moveTo>
                  <a:pt x="717142" y="679993"/>
                </a:moveTo>
                <a:cubicBezTo>
                  <a:pt x="726355" y="679993"/>
                  <a:pt x="735568" y="683508"/>
                  <a:pt x="742598" y="690537"/>
                </a:cubicBezTo>
                <a:lnTo>
                  <a:pt x="788418" y="736358"/>
                </a:lnTo>
                <a:cubicBezTo>
                  <a:pt x="802477" y="750416"/>
                  <a:pt x="802477" y="773211"/>
                  <a:pt x="788418" y="787269"/>
                </a:cubicBezTo>
                <a:cubicBezTo>
                  <a:pt x="774359" y="801328"/>
                  <a:pt x="751565" y="801328"/>
                  <a:pt x="737506" y="787269"/>
                </a:cubicBezTo>
                <a:lnTo>
                  <a:pt x="691686" y="741449"/>
                </a:lnTo>
                <a:cubicBezTo>
                  <a:pt x="677627" y="727390"/>
                  <a:pt x="677627" y="704596"/>
                  <a:pt x="691686" y="690537"/>
                </a:cubicBezTo>
                <a:cubicBezTo>
                  <a:pt x="698715" y="683508"/>
                  <a:pt x="707928" y="679993"/>
                  <a:pt x="717142" y="679993"/>
                </a:cubicBezTo>
                <a:close/>
                <a:moveTo>
                  <a:pt x="183750" y="679993"/>
                </a:moveTo>
                <a:cubicBezTo>
                  <a:pt x="192964" y="679993"/>
                  <a:pt x="202177" y="683508"/>
                  <a:pt x="209207" y="690537"/>
                </a:cubicBezTo>
                <a:cubicBezTo>
                  <a:pt x="223265" y="704596"/>
                  <a:pt x="223265" y="727390"/>
                  <a:pt x="209207" y="741449"/>
                </a:cubicBezTo>
                <a:lnTo>
                  <a:pt x="163386" y="787269"/>
                </a:lnTo>
                <a:cubicBezTo>
                  <a:pt x="149327" y="801328"/>
                  <a:pt x="126533" y="801328"/>
                  <a:pt x="112474" y="787269"/>
                </a:cubicBezTo>
                <a:cubicBezTo>
                  <a:pt x="98415" y="773211"/>
                  <a:pt x="98415" y="750416"/>
                  <a:pt x="112474" y="736358"/>
                </a:cubicBezTo>
                <a:lnTo>
                  <a:pt x="158294" y="690537"/>
                </a:lnTo>
                <a:cubicBezTo>
                  <a:pt x="165324" y="683508"/>
                  <a:pt x="174537" y="679993"/>
                  <a:pt x="183750" y="679993"/>
                </a:cubicBezTo>
                <a:close/>
                <a:moveTo>
                  <a:pt x="799201" y="414002"/>
                </a:moveTo>
                <a:lnTo>
                  <a:pt x="864001" y="414002"/>
                </a:lnTo>
                <a:cubicBezTo>
                  <a:pt x="883883" y="414002"/>
                  <a:pt x="900001" y="430120"/>
                  <a:pt x="900001" y="450002"/>
                </a:cubicBezTo>
                <a:cubicBezTo>
                  <a:pt x="900001" y="469884"/>
                  <a:pt x="883883" y="486002"/>
                  <a:pt x="864001" y="486002"/>
                </a:cubicBezTo>
                <a:lnTo>
                  <a:pt x="799201" y="486002"/>
                </a:lnTo>
                <a:cubicBezTo>
                  <a:pt x="779319" y="486002"/>
                  <a:pt x="763201" y="469884"/>
                  <a:pt x="763201" y="450002"/>
                </a:cubicBezTo>
                <a:cubicBezTo>
                  <a:pt x="763201" y="430120"/>
                  <a:pt x="779319" y="414002"/>
                  <a:pt x="799201" y="414002"/>
                </a:cubicBezTo>
                <a:close/>
                <a:moveTo>
                  <a:pt x="36000" y="414002"/>
                </a:moveTo>
                <a:lnTo>
                  <a:pt x="100800" y="414002"/>
                </a:lnTo>
                <a:cubicBezTo>
                  <a:pt x="120682" y="414002"/>
                  <a:pt x="136800" y="430120"/>
                  <a:pt x="136800" y="450002"/>
                </a:cubicBezTo>
                <a:cubicBezTo>
                  <a:pt x="136800" y="469884"/>
                  <a:pt x="120682" y="486002"/>
                  <a:pt x="100800" y="486002"/>
                </a:cubicBezTo>
                <a:lnTo>
                  <a:pt x="36000" y="486002"/>
                </a:lnTo>
                <a:cubicBezTo>
                  <a:pt x="16118" y="486002"/>
                  <a:pt x="0" y="469884"/>
                  <a:pt x="0" y="450002"/>
                </a:cubicBezTo>
                <a:cubicBezTo>
                  <a:pt x="0" y="430120"/>
                  <a:pt x="16118" y="414002"/>
                  <a:pt x="36000" y="414002"/>
                </a:cubicBezTo>
                <a:close/>
                <a:moveTo>
                  <a:pt x="449999" y="270002"/>
                </a:moveTo>
                <a:cubicBezTo>
                  <a:pt x="350588" y="270002"/>
                  <a:pt x="269999" y="350591"/>
                  <a:pt x="269999" y="450002"/>
                </a:cubicBezTo>
                <a:cubicBezTo>
                  <a:pt x="269999" y="549413"/>
                  <a:pt x="350588" y="630002"/>
                  <a:pt x="449999" y="630002"/>
                </a:cubicBezTo>
                <a:lnTo>
                  <a:pt x="450000" y="630002"/>
                </a:lnTo>
                <a:lnTo>
                  <a:pt x="450000" y="270002"/>
                </a:lnTo>
                <a:cubicBezTo>
                  <a:pt x="450000" y="270002"/>
                  <a:pt x="450000" y="270002"/>
                  <a:pt x="449999" y="270002"/>
                </a:cubicBezTo>
                <a:close/>
                <a:moveTo>
                  <a:pt x="449999" y="201602"/>
                </a:moveTo>
                <a:cubicBezTo>
                  <a:pt x="587187" y="201602"/>
                  <a:pt x="698399" y="312814"/>
                  <a:pt x="698399" y="450002"/>
                </a:cubicBezTo>
                <a:cubicBezTo>
                  <a:pt x="698399" y="587190"/>
                  <a:pt x="587187" y="698402"/>
                  <a:pt x="449999" y="698402"/>
                </a:cubicBezTo>
                <a:cubicBezTo>
                  <a:pt x="312811" y="698402"/>
                  <a:pt x="201599" y="587190"/>
                  <a:pt x="201599" y="450002"/>
                </a:cubicBezTo>
                <a:cubicBezTo>
                  <a:pt x="201599" y="312814"/>
                  <a:pt x="312811" y="201602"/>
                  <a:pt x="449999" y="201602"/>
                </a:cubicBezTo>
                <a:close/>
                <a:moveTo>
                  <a:pt x="761515" y="99846"/>
                </a:moveTo>
                <a:cubicBezTo>
                  <a:pt x="770728" y="99846"/>
                  <a:pt x="779941" y="103360"/>
                  <a:pt x="786971" y="110390"/>
                </a:cubicBezTo>
                <a:cubicBezTo>
                  <a:pt x="801029" y="124448"/>
                  <a:pt x="801029" y="147243"/>
                  <a:pt x="786971" y="161301"/>
                </a:cubicBezTo>
                <a:lnTo>
                  <a:pt x="741150" y="207122"/>
                </a:lnTo>
                <a:cubicBezTo>
                  <a:pt x="727091" y="221181"/>
                  <a:pt x="704297" y="221181"/>
                  <a:pt x="690238" y="207122"/>
                </a:cubicBezTo>
                <a:cubicBezTo>
                  <a:pt x="676180" y="193063"/>
                  <a:pt x="676180" y="170269"/>
                  <a:pt x="690238" y="156210"/>
                </a:cubicBezTo>
                <a:lnTo>
                  <a:pt x="736059" y="110390"/>
                </a:lnTo>
                <a:cubicBezTo>
                  <a:pt x="743088" y="103360"/>
                  <a:pt x="752301" y="99846"/>
                  <a:pt x="761515" y="99846"/>
                </a:cubicBezTo>
                <a:close/>
                <a:moveTo>
                  <a:pt x="139377" y="99846"/>
                </a:moveTo>
                <a:cubicBezTo>
                  <a:pt x="148591" y="99846"/>
                  <a:pt x="157804" y="103360"/>
                  <a:pt x="164833" y="110390"/>
                </a:cubicBezTo>
                <a:lnTo>
                  <a:pt x="210654" y="156210"/>
                </a:lnTo>
                <a:cubicBezTo>
                  <a:pt x="224713" y="170269"/>
                  <a:pt x="224713" y="193063"/>
                  <a:pt x="210654" y="207122"/>
                </a:cubicBezTo>
                <a:cubicBezTo>
                  <a:pt x="196595" y="221181"/>
                  <a:pt x="173801" y="221181"/>
                  <a:pt x="159742" y="207122"/>
                </a:cubicBezTo>
                <a:lnTo>
                  <a:pt x="113921" y="161301"/>
                </a:lnTo>
                <a:cubicBezTo>
                  <a:pt x="99863" y="147243"/>
                  <a:pt x="99863" y="124448"/>
                  <a:pt x="113921" y="110390"/>
                </a:cubicBezTo>
                <a:cubicBezTo>
                  <a:pt x="120951" y="103360"/>
                  <a:pt x="130164" y="99846"/>
                  <a:pt x="139377" y="99846"/>
                </a:cubicBezTo>
                <a:close/>
                <a:moveTo>
                  <a:pt x="449999" y="0"/>
                </a:moveTo>
                <a:cubicBezTo>
                  <a:pt x="469881" y="0"/>
                  <a:pt x="485999" y="16118"/>
                  <a:pt x="485999" y="36000"/>
                </a:cubicBezTo>
                <a:lnTo>
                  <a:pt x="485999" y="100800"/>
                </a:lnTo>
                <a:cubicBezTo>
                  <a:pt x="485999" y="120682"/>
                  <a:pt x="469881" y="136800"/>
                  <a:pt x="449999" y="136800"/>
                </a:cubicBezTo>
                <a:cubicBezTo>
                  <a:pt x="430117" y="136800"/>
                  <a:pt x="413999" y="120682"/>
                  <a:pt x="413999" y="100800"/>
                </a:cubicBezTo>
                <a:lnTo>
                  <a:pt x="413999" y="36000"/>
                </a:lnTo>
                <a:cubicBezTo>
                  <a:pt x="413999" y="16118"/>
                  <a:pt x="430117" y="0"/>
                  <a:pt x="44999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6" name="正方形/長方形 45"/>
          <p:cNvSpPr>
            <a:spLocks noChangeAspect="1"/>
          </p:cNvSpPr>
          <p:nvPr/>
        </p:nvSpPr>
        <p:spPr bwMode="gray">
          <a:xfrm>
            <a:off x="3939409" y="3939289"/>
            <a:ext cx="369450" cy="830832"/>
          </a:xfrm>
          <a:custGeom>
            <a:avLst/>
            <a:gdLst/>
            <a:ahLst/>
            <a:cxnLst/>
            <a:rect l="l" t="t" r="r" b="b"/>
            <a:pathLst>
              <a:path w="400238" h="900068">
                <a:moveTo>
                  <a:pt x="361065" y="0"/>
                </a:moveTo>
                <a:lnTo>
                  <a:pt x="206665" y="373155"/>
                </a:lnTo>
                <a:lnTo>
                  <a:pt x="357848" y="443653"/>
                </a:lnTo>
                <a:lnTo>
                  <a:pt x="357475" y="444451"/>
                </a:lnTo>
                <a:lnTo>
                  <a:pt x="400238" y="464257"/>
                </a:lnTo>
                <a:lnTo>
                  <a:pt x="39173" y="900068"/>
                </a:lnTo>
                <a:lnTo>
                  <a:pt x="193906" y="526110"/>
                </a:lnTo>
                <a:lnTo>
                  <a:pt x="43377" y="455918"/>
                </a:lnTo>
                <a:lnTo>
                  <a:pt x="43383" y="455905"/>
                </a:lnTo>
                <a:lnTo>
                  <a:pt x="0" y="435811"/>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3" name="正方形/長方形 62"/>
          <p:cNvSpPr>
            <a:spLocks noChangeAspect="1"/>
          </p:cNvSpPr>
          <p:nvPr/>
        </p:nvSpPr>
        <p:spPr bwMode="gray">
          <a:xfrm>
            <a:off x="745237" y="3939322"/>
            <a:ext cx="830767" cy="830767"/>
          </a:xfrm>
          <a:custGeom>
            <a:avLst/>
            <a:gdLst/>
            <a:ahLst/>
            <a:cxnLst/>
            <a:rect l="l" t="t" r="r" b="b"/>
            <a:pathLst>
              <a:path w="899998" h="899998">
                <a:moveTo>
                  <a:pt x="449999" y="0"/>
                </a:moveTo>
                <a:lnTo>
                  <a:pt x="556228" y="343771"/>
                </a:lnTo>
                <a:lnTo>
                  <a:pt x="899998" y="343769"/>
                </a:lnTo>
                <a:lnTo>
                  <a:pt x="621881" y="556228"/>
                </a:lnTo>
                <a:lnTo>
                  <a:pt x="728114" y="899998"/>
                </a:lnTo>
                <a:lnTo>
                  <a:pt x="449999" y="687534"/>
                </a:lnTo>
                <a:lnTo>
                  <a:pt x="171884" y="899998"/>
                </a:lnTo>
                <a:lnTo>
                  <a:pt x="278117" y="556228"/>
                </a:lnTo>
                <a:lnTo>
                  <a:pt x="0" y="343769"/>
                </a:lnTo>
                <a:lnTo>
                  <a:pt x="343770" y="343771"/>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65" name="二等辺三角形 64"/>
          <p:cNvSpPr>
            <a:spLocks noChangeAspect="1"/>
          </p:cNvSpPr>
          <p:nvPr/>
        </p:nvSpPr>
        <p:spPr bwMode="gray">
          <a:xfrm>
            <a:off x="745236" y="5227761"/>
            <a:ext cx="830769" cy="694634"/>
          </a:xfrm>
          <a:custGeom>
            <a:avLst/>
            <a:gdLst/>
            <a:ahLst/>
            <a:cxnLst/>
            <a:rect l="l" t="t" r="r" b="b"/>
            <a:pathLst>
              <a:path w="900000" h="752520">
                <a:moveTo>
                  <a:pt x="432216" y="378551"/>
                </a:moveTo>
                <a:lnTo>
                  <a:pt x="462935" y="378551"/>
                </a:lnTo>
                <a:lnTo>
                  <a:pt x="462935" y="677987"/>
                </a:lnTo>
                <a:cubicBezTo>
                  <a:pt x="462935" y="719150"/>
                  <a:pt x="429565" y="752520"/>
                  <a:pt x="388402" y="752520"/>
                </a:cubicBezTo>
                <a:lnTo>
                  <a:pt x="361254" y="752520"/>
                </a:lnTo>
                <a:cubicBezTo>
                  <a:pt x="324073" y="752520"/>
                  <a:pt x="293251" y="725294"/>
                  <a:pt x="289039" y="689470"/>
                </a:cubicBezTo>
                <a:cubicBezTo>
                  <a:pt x="286932" y="689242"/>
                  <a:pt x="286723" y="688222"/>
                  <a:pt x="286723" y="687154"/>
                </a:cubicBezTo>
                <a:lnTo>
                  <a:pt x="286723" y="677997"/>
                </a:lnTo>
                <a:cubicBezTo>
                  <a:pt x="286721" y="677993"/>
                  <a:pt x="286721" y="677990"/>
                  <a:pt x="286721" y="677987"/>
                </a:cubicBezTo>
                <a:lnTo>
                  <a:pt x="286721" y="659167"/>
                </a:lnTo>
                <a:lnTo>
                  <a:pt x="286723" y="659167"/>
                </a:lnTo>
                <a:lnTo>
                  <a:pt x="286723" y="631180"/>
                </a:lnTo>
                <a:cubicBezTo>
                  <a:pt x="286723" y="626755"/>
                  <a:pt x="290311" y="623167"/>
                  <a:pt x="294736" y="623167"/>
                </a:cubicBezTo>
                <a:lnTo>
                  <a:pt x="308849" y="623167"/>
                </a:lnTo>
                <a:cubicBezTo>
                  <a:pt x="313274" y="623167"/>
                  <a:pt x="316862" y="626755"/>
                  <a:pt x="316862" y="631180"/>
                </a:cubicBezTo>
                <a:lnTo>
                  <a:pt x="316862" y="659167"/>
                </a:lnTo>
                <a:lnTo>
                  <a:pt x="317441" y="659167"/>
                </a:lnTo>
                <a:lnTo>
                  <a:pt x="317441" y="670317"/>
                </a:lnTo>
                <a:cubicBezTo>
                  <a:pt x="317441" y="697128"/>
                  <a:pt x="339176" y="718863"/>
                  <a:pt x="365987" y="718863"/>
                </a:cubicBezTo>
                <a:lnTo>
                  <a:pt x="383670" y="718863"/>
                </a:lnTo>
                <a:cubicBezTo>
                  <a:pt x="410481" y="718863"/>
                  <a:pt x="432216" y="697128"/>
                  <a:pt x="432216" y="670317"/>
                </a:cubicBezTo>
                <a:close/>
                <a:moveTo>
                  <a:pt x="449165" y="58342"/>
                </a:moveTo>
                <a:cubicBezTo>
                  <a:pt x="659526" y="58342"/>
                  <a:pt x="838152" y="194614"/>
                  <a:pt x="900000" y="384638"/>
                </a:cubicBezTo>
                <a:lnTo>
                  <a:pt x="894338" y="382252"/>
                </a:lnTo>
                <a:cubicBezTo>
                  <a:pt x="864459" y="358691"/>
                  <a:pt x="826572" y="346867"/>
                  <a:pt x="785926" y="346867"/>
                </a:cubicBezTo>
                <a:cubicBezTo>
                  <a:pt x="718372" y="346867"/>
                  <a:pt x="658435" y="379530"/>
                  <a:pt x="623878" y="432094"/>
                </a:cubicBezTo>
                <a:cubicBezTo>
                  <a:pt x="619666" y="435093"/>
                  <a:pt x="616485" y="439001"/>
                  <a:pt x="613436" y="443018"/>
                </a:cubicBezTo>
                <a:cubicBezTo>
                  <a:pt x="572694" y="393496"/>
                  <a:pt x="510885" y="362505"/>
                  <a:pt x="441860" y="362505"/>
                </a:cubicBezTo>
                <a:cubicBezTo>
                  <a:pt x="371049" y="362505"/>
                  <a:pt x="307835" y="395119"/>
                  <a:pt x="267137" y="446842"/>
                </a:cubicBezTo>
                <a:cubicBezTo>
                  <a:pt x="226461" y="393769"/>
                  <a:pt x="162376" y="360124"/>
                  <a:pt x="90455" y="360124"/>
                </a:cubicBezTo>
                <a:cubicBezTo>
                  <a:pt x="58258" y="360124"/>
                  <a:pt x="27631" y="366867"/>
                  <a:pt x="0" y="379247"/>
                </a:cubicBezTo>
                <a:cubicBezTo>
                  <a:pt x="63560" y="192048"/>
                  <a:pt x="240794" y="58342"/>
                  <a:pt x="449165" y="58342"/>
                </a:cubicBezTo>
                <a:close/>
                <a:moveTo>
                  <a:pt x="450000" y="0"/>
                </a:moveTo>
                <a:cubicBezTo>
                  <a:pt x="456000" y="0"/>
                  <a:pt x="471000" y="45422"/>
                  <a:pt x="468000" y="54506"/>
                </a:cubicBezTo>
                <a:lnTo>
                  <a:pt x="432000" y="54506"/>
                </a:lnTo>
                <a:cubicBezTo>
                  <a:pt x="429000" y="45422"/>
                  <a:pt x="444000" y="0"/>
                  <a:pt x="45000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80" name="片側の 2 つの角を丸めた四角形 79"/>
          <p:cNvSpPr>
            <a:spLocks noChangeAspect="1"/>
          </p:cNvSpPr>
          <p:nvPr/>
        </p:nvSpPr>
        <p:spPr bwMode="gray">
          <a:xfrm>
            <a:off x="6837360" y="2828935"/>
            <a:ext cx="787232" cy="830862"/>
          </a:xfrm>
          <a:custGeom>
            <a:avLst/>
            <a:gdLst/>
            <a:ahLst/>
            <a:cxnLst/>
            <a:rect l="l" t="t" r="r" b="b"/>
            <a:pathLst>
              <a:path w="852835" h="900100">
                <a:moveTo>
                  <a:pt x="385564" y="194209"/>
                </a:moveTo>
                <a:lnTo>
                  <a:pt x="421791" y="194209"/>
                </a:lnTo>
                <a:cubicBezTo>
                  <a:pt x="424603" y="194209"/>
                  <a:pt x="426882" y="196488"/>
                  <a:pt x="426882" y="199300"/>
                </a:cubicBezTo>
                <a:lnTo>
                  <a:pt x="426882" y="261118"/>
                </a:lnTo>
                <a:cubicBezTo>
                  <a:pt x="426882" y="263930"/>
                  <a:pt x="424603" y="266209"/>
                  <a:pt x="421791" y="266209"/>
                </a:cubicBezTo>
                <a:lnTo>
                  <a:pt x="385564" y="266209"/>
                </a:lnTo>
                <a:cubicBezTo>
                  <a:pt x="382752" y="266209"/>
                  <a:pt x="380473" y="263930"/>
                  <a:pt x="380473" y="261118"/>
                </a:cubicBezTo>
                <a:lnTo>
                  <a:pt x="380473" y="199300"/>
                </a:lnTo>
                <a:cubicBezTo>
                  <a:pt x="380473" y="196488"/>
                  <a:pt x="382752" y="194209"/>
                  <a:pt x="385564" y="194209"/>
                </a:cubicBezTo>
                <a:close/>
                <a:moveTo>
                  <a:pt x="303938" y="194209"/>
                </a:moveTo>
                <a:lnTo>
                  <a:pt x="340165" y="194209"/>
                </a:lnTo>
                <a:cubicBezTo>
                  <a:pt x="342977" y="194209"/>
                  <a:pt x="345256" y="196488"/>
                  <a:pt x="345256" y="199300"/>
                </a:cubicBezTo>
                <a:lnTo>
                  <a:pt x="345256" y="261118"/>
                </a:lnTo>
                <a:cubicBezTo>
                  <a:pt x="345256" y="263930"/>
                  <a:pt x="342977" y="266209"/>
                  <a:pt x="340165" y="266209"/>
                </a:cubicBezTo>
                <a:lnTo>
                  <a:pt x="303938" y="266209"/>
                </a:lnTo>
                <a:cubicBezTo>
                  <a:pt x="301126" y="266209"/>
                  <a:pt x="298847" y="263930"/>
                  <a:pt x="298847" y="261118"/>
                </a:cubicBezTo>
                <a:lnTo>
                  <a:pt x="298847" y="199300"/>
                </a:lnTo>
                <a:cubicBezTo>
                  <a:pt x="298847" y="196488"/>
                  <a:pt x="301126" y="194209"/>
                  <a:pt x="303938" y="194209"/>
                </a:cubicBezTo>
                <a:close/>
                <a:moveTo>
                  <a:pt x="222312" y="194209"/>
                </a:moveTo>
                <a:lnTo>
                  <a:pt x="258539" y="194209"/>
                </a:lnTo>
                <a:cubicBezTo>
                  <a:pt x="261351" y="194209"/>
                  <a:pt x="263630" y="196488"/>
                  <a:pt x="263630" y="199300"/>
                </a:cubicBezTo>
                <a:lnTo>
                  <a:pt x="263630" y="261118"/>
                </a:lnTo>
                <a:cubicBezTo>
                  <a:pt x="263630" y="263930"/>
                  <a:pt x="261351" y="266209"/>
                  <a:pt x="258539" y="266209"/>
                </a:cubicBezTo>
                <a:lnTo>
                  <a:pt x="222312" y="266209"/>
                </a:lnTo>
                <a:cubicBezTo>
                  <a:pt x="219500" y="266209"/>
                  <a:pt x="217221" y="263930"/>
                  <a:pt x="217221" y="261118"/>
                </a:cubicBezTo>
                <a:lnTo>
                  <a:pt x="217221" y="199300"/>
                </a:lnTo>
                <a:cubicBezTo>
                  <a:pt x="217221" y="196488"/>
                  <a:pt x="219500" y="194209"/>
                  <a:pt x="222312" y="194209"/>
                </a:cubicBezTo>
                <a:close/>
                <a:moveTo>
                  <a:pt x="180751" y="82291"/>
                </a:moveTo>
                <a:cubicBezTo>
                  <a:pt x="160490" y="82291"/>
                  <a:pt x="144065" y="98716"/>
                  <a:pt x="144065" y="118977"/>
                </a:cubicBezTo>
                <a:lnTo>
                  <a:pt x="144065" y="380022"/>
                </a:lnTo>
                <a:cubicBezTo>
                  <a:pt x="144065" y="400283"/>
                  <a:pt x="160490" y="416708"/>
                  <a:pt x="180751" y="416708"/>
                </a:cubicBezTo>
                <a:lnTo>
                  <a:pt x="463351" y="416708"/>
                </a:lnTo>
                <a:cubicBezTo>
                  <a:pt x="483612" y="416708"/>
                  <a:pt x="500037" y="400283"/>
                  <a:pt x="500037" y="380022"/>
                </a:cubicBezTo>
                <a:lnTo>
                  <a:pt x="500037" y="118977"/>
                </a:lnTo>
                <a:cubicBezTo>
                  <a:pt x="500037" y="98716"/>
                  <a:pt x="483612" y="82291"/>
                  <a:pt x="463351" y="82291"/>
                </a:cubicBezTo>
                <a:close/>
                <a:moveTo>
                  <a:pt x="629145" y="0"/>
                </a:moveTo>
                <a:lnTo>
                  <a:pt x="786070" y="146335"/>
                </a:lnTo>
                <a:lnTo>
                  <a:pt x="852835" y="206757"/>
                </a:lnTo>
                <a:lnTo>
                  <a:pt x="852835" y="290464"/>
                </a:lnTo>
                <a:lnTo>
                  <a:pt x="852835" y="373801"/>
                </a:lnTo>
                <a:lnTo>
                  <a:pt x="852835" y="676792"/>
                </a:lnTo>
                <a:cubicBezTo>
                  <a:pt x="852835" y="725158"/>
                  <a:pt x="813626" y="764367"/>
                  <a:pt x="765260" y="764367"/>
                </a:cubicBezTo>
                <a:lnTo>
                  <a:pt x="715010" y="764367"/>
                </a:lnTo>
                <a:cubicBezTo>
                  <a:pt x="666644" y="764367"/>
                  <a:pt x="627435" y="725158"/>
                  <a:pt x="627435" y="676792"/>
                </a:cubicBezTo>
                <a:lnTo>
                  <a:pt x="627435" y="647972"/>
                </a:lnTo>
                <a:lnTo>
                  <a:pt x="627026" y="647972"/>
                </a:lnTo>
                <a:lnTo>
                  <a:pt x="627026" y="404853"/>
                </a:lnTo>
                <a:cubicBezTo>
                  <a:pt x="627026" y="379816"/>
                  <a:pt x="606729" y="359519"/>
                  <a:pt x="581692" y="359519"/>
                </a:cubicBezTo>
                <a:lnTo>
                  <a:pt x="581570" y="359519"/>
                </a:lnTo>
                <a:lnTo>
                  <a:pt x="581570" y="804280"/>
                </a:lnTo>
                <a:lnTo>
                  <a:pt x="644103" y="804280"/>
                </a:lnTo>
                <a:lnTo>
                  <a:pt x="644103" y="900100"/>
                </a:lnTo>
                <a:lnTo>
                  <a:pt x="0" y="900100"/>
                </a:lnTo>
                <a:lnTo>
                  <a:pt x="0" y="804280"/>
                </a:lnTo>
                <a:lnTo>
                  <a:pt x="62532" y="804280"/>
                </a:lnTo>
                <a:lnTo>
                  <a:pt x="62532" y="108026"/>
                </a:lnTo>
                <a:cubicBezTo>
                  <a:pt x="62532" y="60249"/>
                  <a:pt x="101263" y="21518"/>
                  <a:pt x="149040" y="21518"/>
                </a:cubicBezTo>
                <a:lnTo>
                  <a:pt x="495062" y="21518"/>
                </a:lnTo>
                <a:cubicBezTo>
                  <a:pt x="542839" y="21518"/>
                  <a:pt x="581570" y="60249"/>
                  <a:pt x="581570" y="108026"/>
                </a:cubicBezTo>
                <a:lnTo>
                  <a:pt x="581570" y="311895"/>
                </a:lnTo>
                <a:lnTo>
                  <a:pt x="593810" y="311895"/>
                </a:lnTo>
                <a:cubicBezTo>
                  <a:pt x="642176" y="311895"/>
                  <a:pt x="681385" y="351104"/>
                  <a:pt x="681385" y="399470"/>
                </a:cubicBezTo>
                <a:lnTo>
                  <a:pt x="681385" y="453981"/>
                </a:lnTo>
                <a:lnTo>
                  <a:pt x="681794" y="453981"/>
                </a:lnTo>
                <a:lnTo>
                  <a:pt x="681794" y="671409"/>
                </a:lnTo>
                <a:cubicBezTo>
                  <a:pt x="681794" y="696446"/>
                  <a:pt x="702091" y="716743"/>
                  <a:pt x="727128" y="716743"/>
                </a:cubicBezTo>
                <a:lnTo>
                  <a:pt x="753142" y="716743"/>
                </a:lnTo>
                <a:cubicBezTo>
                  <a:pt x="778179" y="716743"/>
                  <a:pt x="798476" y="696446"/>
                  <a:pt x="798476" y="671409"/>
                </a:cubicBezTo>
                <a:lnTo>
                  <a:pt x="798476" y="324607"/>
                </a:lnTo>
                <a:lnTo>
                  <a:pt x="740134" y="271808"/>
                </a:lnTo>
                <a:lnTo>
                  <a:pt x="740134" y="152723"/>
                </a:lnTo>
                <a:lnTo>
                  <a:pt x="604593" y="26329"/>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1" name="円/楕円 7"/>
          <p:cNvSpPr>
            <a:spLocks noChangeAspect="1"/>
          </p:cNvSpPr>
          <p:nvPr/>
        </p:nvSpPr>
        <p:spPr bwMode="gray">
          <a:xfrm>
            <a:off x="8349252" y="2828982"/>
            <a:ext cx="505651" cy="830770"/>
          </a:xfrm>
          <a:custGeom>
            <a:avLst/>
            <a:gdLst/>
            <a:ahLst/>
            <a:cxnLst/>
            <a:rect l="l" t="t" r="r" b="b"/>
            <a:pathLst>
              <a:path w="547789" h="900001">
                <a:moveTo>
                  <a:pt x="216821" y="864381"/>
                </a:moveTo>
                <a:lnTo>
                  <a:pt x="331259" y="864381"/>
                </a:lnTo>
                <a:cubicBezTo>
                  <a:pt x="321114" y="885684"/>
                  <a:pt x="299249" y="900001"/>
                  <a:pt x="274040" y="900001"/>
                </a:cubicBezTo>
                <a:cubicBezTo>
                  <a:pt x="248831" y="900001"/>
                  <a:pt x="226966" y="885684"/>
                  <a:pt x="216821" y="864381"/>
                </a:cubicBezTo>
                <a:close/>
                <a:moveTo>
                  <a:pt x="165694" y="700075"/>
                </a:moveTo>
                <a:lnTo>
                  <a:pt x="382387" y="700075"/>
                </a:lnTo>
                <a:lnTo>
                  <a:pt x="382387" y="725473"/>
                </a:lnTo>
                <a:lnTo>
                  <a:pt x="394784" y="733077"/>
                </a:lnTo>
                <a:cubicBezTo>
                  <a:pt x="394784" y="736056"/>
                  <a:pt x="390262" y="738823"/>
                  <a:pt x="382387" y="740681"/>
                </a:cubicBezTo>
                <a:lnTo>
                  <a:pt x="382387" y="761473"/>
                </a:lnTo>
                <a:lnTo>
                  <a:pt x="394784" y="769077"/>
                </a:lnTo>
                <a:cubicBezTo>
                  <a:pt x="394784" y="772056"/>
                  <a:pt x="390262" y="774823"/>
                  <a:pt x="382387" y="776681"/>
                </a:cubicBezTo>
                <a:lnTo>
                  <a:pt x="382387" y="797473"/>
                </a:lnTo>
                <a:lnTo>
                  <a:pt x="394784" y="805077"/>
                </a:lnTo>
                <a:cubicBezTo>
                  <a:pt x="394784" y="808056"/>
                  <a:pt x="390262" y="810823"/>
                  <a:pt x="382387" y="812681"/>
                </a:cubicBezTo>
                <a:lnTo>
                  <a:pt x="382387" y="821518"/>
                </a:lnTo>
                <a:cubicBezTo>
                  <a:pt x="382387" y="838615"/>
                  <a:pt x="368527" y="852475"/>
                  <a:pt x="351430" y="852475"/>
                </a:cubicBezTo>
                <a:lnTo>
                  <a:pt x="196651" y="852475"/>
                </a:lnTo>
                <a:cubicBezTo>
                  <a:pt x="179554" y="852475"/>
                  <a:pt x="165694" y="838615"/>
                  <a:pt x="165694" y="821518"/>
                </a:cubicBezTo>
                <a:lnTo>
                  <a:pt x="165694" y="816868"/>
                </a:lnTo>
                <a:cubicBezTo>
                  <a:pt x="154130" y="813931"/>
                  <a:pt x="147134" y="809708"/>
                  <a:pt x="147134" y="805077"/>
                </a:cubicBezTo>
                <a:cubicBezTo>
                  <a:pt x="147134" y="800446"/>
                  <a:pt x="154130" y="796223"/>
                  <a:pt x="165694" y="793287"/>
                </a:cubicBezTo>
                <a:lnTo>
                  <a:pt x="165694" y="780868"/>
                </a:lnTo>
                <a:cubicBezTo>
                  <a:pt x="154130" y="777931"/>
                  <a:pt x="147134" y="773708"/>
                  <a:pt x="147134" y="769077"/>
                </a:cubicBezTo>
                <a:cubicBezTo>
                  <a:pt x="147134" y="764446"/>
                  <a:pt x="154130" y="760223"/>
                  <a:pt x="165694" y="757287"/>
                </a:cubicBezTo>
                <a:lnTo>
                  <a:pt x="165694" y="744868"/>
                </a:lnTo>
                <a:cubicBezTo>
                  <a:pt x="154130" y="741931"/>
                  <a:pt x="147134" y="737708"/>
                  <a:pt x="147134" y="733077"/>
                </a:cubicBezTo>
                <a:cubicBezTo>
                  <a:pt x="147134" y="728446"/>
                  <a:pt x="154130" y="724223"/>
                  <a:pt x="165694" y="721287"/>
                </a:cubicBezTo>
                <a:close/>
                <a:moveTo>
                  <a:pt x="143260" y="120766"/>
                </a:moveTo>
                <a:cubicBezTo>
                  <a:pt x="136457" y="118427"/>
                  <a:pt x="123975" y="121757"/>
                  <a:pt x="110085" y="135917"/>
                </a:cubicBezTo>
                <a:cubicBezTo>
                  <a:pt x="63253" y="171382"/>
                  <a:pt x="67935" y="268450"/>
                  <a:pt x="70935" y="271450"/>
                </a:cubicBezTo>
                <a:cubicBezTo>
                  <a:pt x="76935" y="271450"/>
                  <a:pt x="67584" y="185238"/>
                  <a:pt x="142372" y="139630"/>
                </a:cubicBezTo>
                <a:cubicBezTo>
                  <a:pt x="151191" y="131114"/>
                  <a:pt x="150064" y="123105"/>
                  <a:pt x="143260" y="120766"/>
                </a:cubicBezTo>
                <a:close/>
                <a:moveTo>
                  <a:pt x="274039" y="0"/>
                </a:moveTo>
                <a:cubicBezTo>
                  <a:pt x="425227" y="0"/>
                  <a:pt x="539058" y="106033"/>
                  <a:pt x="547789" y="236073"/>
                </a:cubicBezTo>
                <a:cubicBezTo>
                  <a:pt x="536415" y="448892"/>
                  <a:pt x="418617" y="491375"/>
                  <a:pt x="397864" y="651656"/>
                </a:cubicBezTo>
                <a:cubicBezTo>
                  <a:pt x="397864" y="669192"/>
                  <a:pt x="383649" y="683407"/>
                  <a:pt x="366113" y="683407"/>
                </a:cubicBezTo>
                <a:lnTo>
                  <a:pt x="181965" y="683407"/>
                </a:lnTo>
                <a:cubicBezTo>
                  <a:pt x="164429" y="683407"/>
                  <a:pt x="150214" y="669192"/>
                  <a:pt x="150214" y="651656"/>
                </a:cubicBezTo>
                <a:cubicBezTo>
                  <a:pt x="121670" y="501222"/>
                  <a:pt x="-6886" y="379364"/>
                  <a:pt x="289" y="236073"/>
                </a:cubicBezTo>
                <a:cubicBezTo>
                  <a:pt x="289" y="105693"/>
                  <a:pt x="122851" y="0"/>
                  <a:pt x="27403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pic>
        <p:nvPicPr>
          <p:cNvPr id="6" name="グラフィックス 5">
            <a:extLst>
              <a:ext uri="{FF2B5EF4-FFF2-40B4-BE49-F238E27FC236}">
                <a16:creationId xmlns:a16="http://schemas.microsoft.com/office/drawing/2014/main" id="{55514DF3-53E9-4AD4-8FA0-C7565AAA84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965409" y="5298058"/>
            <a:ext cx="554040" cy="554040"/>
          </a:xfrm>
          <a:prstGeom prst="rect">
            <a:avLst/>
          </a:prstGeom>
        </p:spPr>
      </p:pic>
    </p:spTree>
    <p:extLst>
      <p:ext uri="{BB962C8B-B14F-4D97-AF65-F5344CB8AC3E}">
        <p14:creationId xmlns:p14="http://schemas.microsoft.com/office/powerpoint/2010/main" val="43476617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2" name="オブジェクト 31" hidden="1"/>
          <p:cNvGraphicFramePr>
            <a:graphicFrameLocks noChangeAspect="1"/>
          </p:cNvGraphicFramePr>
          <p:nvPr>
            <p:custDataLst>
              <p:tags r:id="rId1"/>
            </p:custDataLst>
          </p:nvPr>
        </p:nvGraphicFramePr>
        <p:xfrm>
          <a:off x="382467" y="265237"/>
          <a:ext cx="1465" cy="1465"/>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2" name="オブジェクト 31" hidden="1"/>
                      <p:cNvPicPr/>
                      <p:nvPr/>
                    </p:nvPicPr>
                    <p:blipFill>
                      <a:blip r:embed="rId5"/>
                      <a:stretch>
                        <a:fillRect/>
                      </a:stretch>
                    </p:blipFill>
                    <p:spPr>
                      <a:xfrm>
                        <a:off x="382467" y="265237"/>
                        <a:ext cx="1465" cy="1465"/>
                      </a:xfrm>
                      <a:prstGeom prst="rect">
                        <a:avLst/>
                      </a:prstGeom>
                    </p:spPr>
                  </p:pic>
                </p:oleObj>
              </mc:Fallback>
            </mc:AlternateContent>
          </a:graphicData>
        </a:graphic>
      </p:graphicFrame>
      <p:sp>
        <p:nvSpPr>
          <p:cNvPr id="2" name="タイトル 1"/>
          <p:cNvSpPr>
            <a:spLocks noGrp="1"/>
          </p:cNvSpPr>
          <p:nvPr>
            <p:ph type="title"/>
          </p:nvPr>
        </p:nvSpPr>
        <p:spPr bwMode="gray"/>
        <p:txBody>
          <a:bodyPr/>
          <a:lstStyle/>
          <a:p>
            <a:r>
              <a:rPr lang="en-US" altLang="ja-JP"/>
              <a:t>Education / Talent</a:t>
            </a:r>
          </a:p>
        </p:txBody>
      </p:sp>
      <p:sp>
        <p:nvSpPr>
          <p:cNvPr id="8" name="テキスト プレースホルダー 7"/>
          <p:cNvSpPr>
            <a:spLocks noGrp="1"/>
          </p:cNvSpPr>
          <p:nvPr>
            <p:ph type="body" sz="quarter" idx="15"/>
          </p:nvPr>
        </p:nvSpPr>
        <p:spPr/>
        <p:txBody>
          <a:bodyPr/>
          <a:lstStyle/>
          <a:p>
            <a:r>
              <a:rPr kumimoji="1" lang="en-US" altLang="ja-JP"/>
              <a:t>Header</a:t>
            </a:r>
            <a:endParaRPr kumimoji="1" lang="ja-JP" altLang="en-US"/>
          </a:p>
        </p:txBody>
      </p:sp>
      <p:sp>
        <p:nvSpPr>
          <p:cNvPr id="22" name="角丸四角形 1"/>
          <p:cNvSpPr>
            <a:spLocks noChangeAspect="1"/>
          </p:cNvSpPr>
          <p:nvPr/>
        </p:nvSpPr>
        <p:spPr bwMode="gray">
          <a:xfrm>
            <a:off x="3977050" y="3012721"/>
            <a:ext cx="339860" cy="830769"/>
          </a:xfrm>
          <a:custGeom>
            <a:avLst/>
            <a:gdLst/>
            <a:ahLst/>
            <a:cxnLst/>
            <a:rect l="l" t="t" r="r" b="b"/>
            <a:pathLst>
              <a:path w="431603" h="900000">
                <a:moveTo>
                  <a:pt x="54720" y="696168"/>
                </a:moveTo>
                <a:lnTo>
                  <a:pt x="54720" y="790860"/>
                </a:lnTo>
                <a:lnTo>
                  <a:pt x="376883" y="790860"/>
                </a:lnTo>
                <a:lnTo>
                  <a:pt x="376883" y="696168"/>
                </a:lnTo>
                <a:close/>
                <a:moveTo>
                  <a:pt x="54720" y="552512"/>
                </a:moveTo>
                <a:lnTo>
                  <a:pt x="54720" y="647203"/>
                </a:lnTo>
                <a:lnTo>
                  <a:pt x="376883" y="647203"/>
                </a:lnTo>
                <a:lnTo>
                  <a:pt x="376883" y="552512"/>
                </a:lnTo>
                <a:close/>
                <a:moveTo>
                  <a:pt x="54720" y="408856"/>
                </a:moveTo>
                <a:lnTo>
                  <a:pt x="54720" y="503547"/>
                </a:lnTo>
                <a:lnTo>
                  <a:pt x="376883" y="503547"/>
                </a:lnTo>
                <a:lnTo>
                  <a:pt x="376883" y="408856"/>
                </a:lnTo>
                <a:close/>
                <a:moveTo>
                  <a:pt x="54720" y="265200"/>
                </a:moveTo>
                <a:lnTo>
                  <a:pt x="54720" y="359891"/>
                </a:lnTo>
                <a:lnTo>
                  <a:pt x="376883" y="359891"/>
                </a:lnTo>
                <a:lnTo>
                  <a:pt x="376883" y="265200"/>
                </a:lnTo>
                <a:close/>
                <a:moveTo>
                  <a:pt x="54720" y="121544"/>
                </a:moveTo>
                <a:lnTo>
                  <a:pt x="54720" y="216235"/>
                </a:lnTo>
                <a:lnTo>
                  <a:pt x="376883" y="216235"/>
                </a:lnTo>
                <a:lnTo>
                  <a:pt x="376883" y="121544"/>
                </a:lnTo>
                <a:close/>
                <a:moveTo>
                  <a:pt x="27360" y="0"/>
                </a:moveTo>
                <a:cubicBezTo>
                  <a:pt x="42471" y="0"/>
                  <a:pt x="54720" y="12249"/>
                  <a:pt x="54720" y="27360"/>
                </a:cubicBezTo>
                <a:lnTo>
                  <a:pt x="54720" y="72579"/>
                </a:lnTo>
                <a:lnTo>
                  <a:pt x="376883" y="72579"/>
                </a:lnTo>
                <a:lnTo>
                  <a:pt x="376883" y="27360"/>
                </a:lnTo>
                <a:cubicBezTo>
                  <a:pt x="376883" y="12249"/>
                  <a:pt x="389132" y="0"/>
                  <a:pt x="404243" y="0"/>
                </a:cubicBezTo>
                <a:cubicBezTo>
                  <a:pt x="419354" y="0"/>
                  <a:pt x="431603" y="12249"/>
                  <a:pt x="431603" y="27360"/>
                </a:cubicBezTo>
                <a:lnTo>
                  <a:pt x="431603" y="872640"/>
                </a:lnTo>
                <a:cubicBezTo>
                  <a:pt x="431603" y="887751"/>
                  <a:pt x="419354" y="900000"/>
                  <a:pt x="404243" y="900000"/>
                </a:cubicBezTo>
                <a:cubicBezTo>
                  <a:pt x="389132" y="900000"/>
                  <a:pt x="376883" y="887751"/>
                  <a:pt x="376883" y="872640"/>
                </a:cubicBezTo>
                <a:lnTo>
                  <a:pt x="376883" y="839825"/>
                </a:lnTo>
                <a:lnTo>
                  <a:pt x="54720" y="839825"/>
                </a:lnTo>
                <a:lnTo>
                  <a:pt x="54720" y="872640"/>
                </a:lnTo>
                <a:cubicBezTo>
                  <a:pt x="54720" y="887751"/>
                  <a:pt x="42471" y="900000"/>
                  <a:pt x="27360" y="900000"/>
                </a:cubicBezTo>
                <a:cubicBezTo>
                  <a:pt x="12249" y="900000"/>
                  <a:pt x="0" y="887751"/>
                  <a:pt x="0" y="872640"/>
                </a:cubicBezTo>
                <a:lnTo>
                  <a:pt x="0" y="27360"/>
                </a:lnTo>
                <a:cubicBezTo>
                  <a:pt x="0" y="12249"/>
                  <a:pt x="12249" y="0"/>
                  <a:pt x="27360" y="0"/>
                </a:cubicBez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4" name="角丸四角形 6"/>
          <p:cNvSpPr>
            <a:spLocks noChangeAspect="1"/>
          </p:cNvSpPr>
          <p:nvPr/>
        </p:nvSpPr>
        <p:spPr bwMode="gray">
          <a:xfrm>
            <a:off x="5161430" y="1708157"/>
            <a:ext cx="578215" cy="829626"/>
          </a:xfrm>
          <a:custGeom>
            <a:avLst/>
            <a:gdLst>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9146 w 699317"/>
              <a:gd name="connsiteY18" fmla="*/ 478026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3828 w 699317"/>
              <a:gd name="connsiteY18" fmla="*/ 480407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9144 w 699317"/>
              <a:gd name="connsiteY18" fmla="*/ 480407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1169 w 699317"/>
              <a:gd name="connsiteY18" fmla="*/ 406589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17465 w 699317"/>
              <a:gd name="connsiteY20" fmla="*/ 26406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19222 w 699317"/>
              <a:gd name="connsiteY16" fmla="*/ 118796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574028 w 699317"/>
              <a:gd name="connsiteY16" fmla="*/ 183090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306831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 name="connsiteX0" fmla="*/ 158188 w 699317"/>
              <a:gd name="connsiteY0" fmla="*/ 842763 h 898762"/>
              <a:gd name="connsiteX1" fmla="*/ 399368 w 699317"/>
              <a:gd name="connsiteY1" fmla="*/ 842763 h 898762"/>
              <a:gd name="connsiteX2" fmla="*/ 399254 w 699317"/>
              <a:gd name="connsiteY2" fmla="*/ 843139 h 898762"/>
              <a:gd name="connsiteX3" fmla="*/ 533790 w 699317"/>
              <a:gd name="connsiteY3" fmla="*/ 843139 h 898762"/>
              <a:gd name="connsiteX4" fmla="*/ 561600 w 699317"/>
              <a:gd name="connsiteY4" fmla="*/ 870949 h 898762"/>
              <a:gd name="connsiteX5" fmla="*/ 533790 w 699317"/>
              <a:gd name="connsiteY5" fmla="*/ 898759 h 898762"/>
              <a:gd name="connsiteX6" fmla="*/ 278801 w 699317"/>
              <a:gd name="connsiteY6" fmla="*/ 898759 h 898762"/>
              <a:gd name="connsiteX7" fmla="*/ 278778 w 699317"/>
              <a:gd name="connsiteY7" fmla="*/ 898762 h 898762"/>
              <a:gd name="connsiteX8" fmla="*/ 278756 w 699317"/>
              <a:gd name="connsiteY8" fmla="*/ 898759 h 898762"/>
              <a:gd name="connsiteX9" fmla="*/ 27810 w 699317"/>
              <a:gd name="connsiteY9" fmla="*/ 898759 h 898762"/>
              <a:gd name="connsiteX10" fmla="*/ 0 w 699317"/>
              <a:gd name="connsiteY10" fmla="*/ 870949 h 898762"/>
              <a:gd name="connsiteX11" fmla="*/ 27810 w 699317"/>
              <a:gd name="connsiteY11" fmla="*/ 843139 h 898762"/>
              <a:gd name="connsiteX12" fmla="*/ 158302 w 699317"/>
              <a:gd name="connsiteY12" fmla="*/ 843139 h 898762"/>
              <a:gd name="connsiteX13" fmla="*/ 158188 w 699317"/>
              <a:gd name="connsiteY13" fmla="*/ 842763 h 898762"/>
              <a:gd name="connsiteX14" fmla="*/ 291874 w 699317"/>
              <a:gd name="connsiteY14" fmla="*/ 0 h 898762"/>
              <a:gd name="connsiteX15" fmla="*/ 449022 w 699317"/>
              <a:gd name="connsiteY15" fmla="*/ 122705 h 898762"/>
              <a:gd name="connsiteX16" fmla="*/ 608589 w 699317"/>
              <a:gd name="connsiteY16" fmla="*/ 121178 h 898762"/>
              <a:gd name="connsiteX17" fmla="*/ 699317 w 699317"/>
              <a:gd name="connsiteY17" fmla="*/ 207751 h 898762"/>
              <a:gd name="connsiteX18" fmla="*/ 391169 w 699317"/>
              <a:gd name="connsiteY18" fmla="*/ 478026 h 898762"/>
              <a:gd name="connsiteX19" fmla="*/ 295125 w 699317"/>
              <a:gd name="connsiteY19" fmla="*/ 386690 h 898762"/>
              <a:gd name="connsiteX20" fmla="*/ 298856 w 699317"/>
              <a:gd name="connsiteY20" fmla="*/ 245019 h 898762"/>
              <a:gd name="connsiteX21" fmla="*/ 292597 w 699317"/>
              <a:gd name="connsiteY21" fmla="*/ 239901 h 898762"/>
              <a:gd name="connsiteX22" fmla="*/ 96546 w 699317"/>
              <a:gd name="connsiteY22" fmla="*/ 393073 h 898762"/>
              <a:gd name="connsiteX23" fmla="*/ 307136 w 699317"/>
              <a:gd name="connsiteY23" fmla="*/ 730086 h 898762"/>
              <a:gd name="connsiteX24" fmla="*/ 408556 w 699317"/>
              <a:gd name="connsiteY24" fmla="*/ 812522 h 898762"/>
              <a:gd name="connsiteX25" fmla="*/ 408447 w 699317"/>
              <a:gd name="connsiteY25" fmla="*/ 812883 h 898762"/>
              <a:gd name="connsiteX26" fmla="*/ 149110 w 699317"/>
              <a:gd name="connsiteY26" fmla="*/ 812883 h 898762"/>
              <a:gd name="connsiteX27" fmla="*/ 149000 w 699317"/>
              <a:gd name="connsiteY27" fmla="*/ 812522 h 898762"/>
              <a:gd name="connsiteX28" fmla="*/ 242236 w 699317"/>
              <a:gd name="connsiteY28" fmla="*/ 731184 h 898762"/>
              <a:gd name="connsiteX29" fmla="*/ 43899 w 699317"/>
              <a:gd name="connsiteY29" fmla="*/ 413778 h 898762"/>
              <a:gd name="connsiteX30" fmla="*/ 42763 w 699317"/>
              <a:gd name="connsiteY30" fmla="*/ 406991 h 898762"/>
              <a:gd name="connsiteX31" fmla="*/ 37426 w 699317"/>
              <a:gd name="connsiteY31" fmla="*/ 403972 h 898762"/>
              <a:gd name="connsiteX32" fmla="*/ 42219 w 699317"/>
              <a:gd name="connsiteY32" fmla="*/ 364936 h 898762"/>
              <a:gd name="connsiteX33" fmla="*/ 252336 w 699317"/>
              <a:gd name="connsiteY33" fmla="*/ 200774 h 898762"/>
              <a:gd name="connsiteX34" fmla="*/ 160905 w 699317"/>
              <a:gd name="connsiteY34" fmla="*/ 111919 h 898762"/>
              <a:gd name="connsiteX35" fmla="*/ 291874 w 699317"/>
              <a:gd name="connsiteY35" fmla="*/ 0 h 898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99317" h="898762">
                <a:moveTo>
                  <a:pt x="158188" y="842763"/>
                </a:moveTo>
                <a:lnTo>
                  <a:pt x="399368" y="842763"/>
                </a:lnTo>
                <a:lnTo>
                  <a:pt x="399254" y="843139"/>
                </a:lnTo>
                <a:lnTo>
                  <a:pt x="533790" y="843139"/>
                </a:lnTo>
                <a:cubicBezTo>
                  <a:pt x="549149" y="843139"/>
                  <a:pt x="561600" y="855590"/>
                  <a:pt x="561600" y="870949"/>
                </a:cubicBezTo>
                <a:cubicBezTo>
                  <a:pt x="561600" y="886308"/>
                  <a:pt x="549149" y="898759"/>
                  <a:pt x="533790" y="898759"/>
                </a:cubicBezTo>
                <a:lnTo>
                  <a:pt x="278801" y="898759"/>
                </a:lnTo>
                <a:cubicBezTo>
                  <a:pt x="278793" y="898762"/>
                  <a:pt x="278786" y="898762"/>
                  <a:pt x="278778" y="898762"/>
                </a:cubicBezTo>
                <a:lnTo>
                  <a:pt x="278756" y="898759"/>
                </a:lnTo>
                <a:lnTo>
                  <a:pt x="27810" y="898759"/>
                </a:lnTo>
                <a:cubicBezTo>
                  <a:pt x="12451" y="898759"/>
                  <a:pt x="0" y="886308"/>
                  <a:pt x="0" y="870949"/>
                </a:cubicBezTo>
                <a:cubicBezTo>
                  <a:pt x="0" y="855590"/>
                  <a:pt x="12451" y="843139"/>
                  <a:pt x="27810" y="843139"/>
                </a:cubicBezTo>
                <a:lnTo>
                  <a:pt x="158302" y="843139"/>
                </a:lnTo>
                <a:lnTo>
                  <a:pt x="158188" y="842763"/>
                </a:lnTo>
                <a:close/>
                <a:moveTo>
                  <a:pt x="291874" y="0"/>
                </a:moveTo>
                <a:lnTo>
                  <a:pt x="449022" y="122705"/>
                </a:lnTo>
                <a:cubicBezTo>
                  <a:pt x="516374" y="84519"/>
                  <a:pt x="598491" y="116728"/>
                  <a:pt x="608589" y="121178"/>
                </a:cubicBezTo>
                <a:cubicBezTo>
                  <a:pt x="638832" y="142893"/>
                  <a:pt x="669074" y="178893"/>
                  <a:pt x="699317" y="207751"/>
                </a:cubicBezTo>
                <a:lnTo>
                  <a:pt x="391169" y="478026"/>
                </a:lnTo>
                <a:cubicBezTo>
                  <a:pt x="364471" y="448374"/>
                  <a:pt x="321823" y="416342"/>
                  <a:pt x="295125" y="386690"/>
                </a:cubicBezTo>
                <a:cubicBezTo>
                  <a:pt x="266132" y="326486"/>
                  <a:pt x="301141" y="283853"/>
                  <a:pt x="298856" y="245019"/>
                </a:cubicBezTo>
                <a:lnTo>
                  <a:pt x="292597" y="239901"/>
                </a:lnTo>
                <a:lnTo>
                  <a:pt x="96546" y="393073"/>
                </a:lnTo>
                <a:lnTo>
                  <a:pt x="307136" y="730086"/>
                </a:lnTo>
                <a:cubicBezTo>
                  <a:pt x="365299" y="737043"/>
                  <a:pt x="408556" y="771426"/>
                  <a:pt x="408556" y="812522"/>
                </a:cubicBezTo>
                <a:cubicBezTo>
                  <a:pt x="408520" y="812642"/>
                  <a:pt x="408483" y="812763"/>
                  <a:pt x="408447" y="812883"/>
                </a:cubicBezTo>
                <a:lnTo>
                  <a:pt x="149110" y="812883"/>
                </a:lnTo>
                <a:cubicBezTo>
                  <a:pt x="149001" y="812763"/>
                  <a:pt x="149000" y="812643"/>
                  <a:pt x="149000" y="812522"/>
                </a:cubicBezTo>
                <a:cubicBezTo>
                  <a:pt x="149000" y="773390"/>
                  <a:pt x="188221" y="740346"/>
                  <a:pt x="242236" y="731184"/>
                </a:cubicBezTo>
                <a:lnTo>
                  <a:pt x="43899" y="413778"/>
                </a:lnTo>
                <a:lnTo>
                  <a:pt x="42763" y="406991"/>
                </a:lnTo>
                <a:cubicBezTo>
                  <a:pt x="40126" y="407059"/>
                  <a:pt x="38703" y="405606"/>
                  <a:pt x="37426" y="403972"/>
                </a:cubicBezTo>
                <a:cubicBezTo>
                  <a:pt x="27970" y="391869"/>
                  <a:pt x="30116" y="374392"/>
                  <a:pt x="42219" y="364936"/>
                </a:cubicBezTo>
                <a:lnTo>
                  <a:pt x="252336" y="200774"/>
                </a:lnTo>
                <a:lnTo>
                  <a:pt x="160905" y="111919"/>
                </a:lnTo>
                <a:lnTo>
                  <a:pt x="291874" y="0"/>
                </a:ln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5" name="角丸四角形 13"/>
          <p:cNvSpPr>
            <a:spLocks noChangeAspect="1"/>
          </p:cNvSpPr>
          <p:nvPr/>
        </p:nvSpPr>
        <p:spPr bwMode="gray">
          <a:xfrm>
            <a:off x="2374657" y="4425505"/>
            <a:ext cx="830291" cy="768097"/>
          </a:xfrm>
          <a:custGeom>
            <a:avLst/>
            <a:gdLst/>
            <a:ahLst/>
            <a:cxnLst/>
            <a:rect l="l" t="t" r="r" b="b"/>
            <a:pathLst>
              <a:path w="899482" h="832105">
                <a:moveTo>
                  <a:pt x="12954" y="768097"/>
                </a:moveTo>
                <a:lnTo>
                  <a:pt x="513466" y="768097"/>
                </a:lnTo>
                <a:cubicBezTo>
                  <a:pt x="520620" y="768097"/>
                  <a:pt x="526420" y="773897"/>
                  <a:pt x="526420" y="781051"/>
                </a:cubicBezTo>
                <a:lnTo>
                  <a:pt x="526420" y="819151"/>
                </a:lnTo>
                <a:cubicBezTo>
                  <a:pt x="526420" y="826305"/>
                  <a:pt x="520620" y="832105"/>
                  <a:pt x="513466" y="832105"/>
                </a:cubicBezTo>
                <a:lnTo>
                  <a:pt x="12954" y="832105"/>
                </a:lnTo>
                <a:cubicBezTo>
                  <a:pt x="5800" y="832105"/>
                  <a:pt x="0" y="826305"/>
                  <a:pt x="0" y="819151"/>
                </a:cubicBezTo>
                <a:lnTo>
                  <a:pt x="0" y="781051"/>
                </a:lnTo>
                <a:cubicBezTo>
                  <a:pt x="0" y="773897"/>
                  <a:pt x="5800" y="768097"/>
                  <a:pt x="12954" y="768097"/>
                </a:cubicBezTo>
                <a:close/>
                <a:moveTo>
                  <a:pt x="105734" y="684136"/>
                </a:moveTo>
                <a:lnTo>
                  <a:pt x="420687" y="684136"/>
                </a:lnTo>
                <a:cubicBezTo>
                  <a:pt x="435115" y="684136"/>
                  <a:pt x="446811" y="695832"/>
                  <a:pt x="446811" y="710260"/>
                </a:cubicBezTo>
                <a:cubicBezTo>
                  <a:pt x="446811" y="718968"/>
                  <a:pt x="446810" y="727675"/>
                  <a:pt x="446810" y="736383"/>
                </a:cubicBezTo>
                <a:lnTo>
                  <a:pt x="79610" y="736383"/>
                </a:lnTo>
                <a:lnTo>
                  <a:pt x="79610" y="710260"/>
                </a:lnTo>
                <a:cubicBezTo>
                  <a:pt x="79610" y="695832"/>
                  <a:pt x="91306" y="684136"/>
                  <a:pt x="105734" y="684136"/>
                </a:cubicBezTo>
                <a:close/>
                <a:moveTo>
                  <a:pt x="112107" y="292505"/>
                </a:moveTo>
                <a:cubicBezTo>
                  <a:pt x="119101" y="292261"/>
                  <a:pt x="126188" y="294685"/>
                  <a:pt x="131711" y="299835"/>
                </a:cubicBezTo>
                <a:lnTo>
                  <a:pt x="266194" y="425242"/>
                </a:lnTo>
                <a:cubicBezTo>
                  <a:pt x="277240" y="435542"/>
                  <a:pt x="277844" y="452846"/>
                  <a:pt x="267544" y="463891"/>
                </a:cubicBezTo>
                <a:lnTo>
                  <a:pt x="256825" y="475386"/>
                </a:lnTo>
                <a:cubicBezTo>
                  <a:pt x="246525" y="486432"/>
                  <a:pt x="229221" y="487036"/>
                  <a:pt x="218175" y="476736"/>
                </a:cubicBezTo>
                <a:lnTo>
                  <a:pt x="83693" y="351329"/>
                </a:lnTo>
                <a:cubicBezTo>
                  <a:pt x="72647" y="341028"/>
                  <a:pt x="72043" y="323725"/>
                  <a:pt x="82343" y="312679"/>
                </a:cubicBezTo>
                <a:lnTo>
                  <a:pt x="93062" y="301184"/>
                </a:lnTo>
                <a:cubicBezTo>
                  <a:pt x="98212" y="295662"/>
                  <a:pt x="105113" y="292749"/>
                  <a:pt x="112107" y="292505"/>
                </a:cubicBezTo>
                <a:close/>
                <a:moveTo>
                  <a:pt x="424478" y="291528"/>
                </a:moveTo>
                <a:lnTo>
                  <a:pt x="890191" y="725812"/>
                </a:lnTo>
                <a:cubicBezTo>
                  <a:pt x="901993" y="736817"/>
                  <a:pt x="902638" y="755305"/>
                  <a:pt x="891633" y="767107"/>
                </a:cubicBezTo>
                <a:lnTo>
                  <a:pt x="873887" y="786137"/>
                </a:lnTo>
                <a:cubicBezTo>
                  <a:pt x="862882" y="797939"/>
                  <a:pt x="844394" y="798585"/>
                  <a:pt x="832592" y="787580"/>
                </a:cubicBezTo>
                <a:lnTo>
                  <a:pt x="366879" y="353295"/>
                </a:lnTo>
                <a:close/>
                <a:moveTo>
                  <a:pt x="340084" y="80002"/>
                </a:moveTo>
                <a:lnTo>
                  <a:pt x="472070" y="203081"/>
                </a:lnTo>
                <a:lnTo>
                  <a:pt x="283114" y="405712"/>
                </a:lnTo>
                <a:lnTo>
                  <a:pt x="151128" y="282633"/>
                </a:lnTo>
                <a:close/>
                <a:moveTo>
                  <a:pt x="385952" y="16"/>
                </a:moveTo>
                <a:cubicBezTo>
                  <a:pt x="392946" y="-228"/>
                  <a:pt x="400033" y="2196"/>
                  <a:pt x="405556" y="7346"/>
                </a:cubicBezTo>
                <a:lnTo>
                  <a:pt x="540039" y="132753"/>
                </a:lnTo>
                <a:cubicBezTo>
                  <a:pt x="551085" y="143053"/>
                  <a:pt x="551689" y="160357"/>
                  <a:pt x="541389" y="171402"/>
                </a:cubicBezTo>
                <a:lnTo>
                  <a:pt x="530670" y="182897"/>
                </a:lnTo>
                <a:cubicBezTo>
                  <a:pt x="520370" y="193943"/>
                  <a:pt x="503066" y="194547"/>
                  <a:pt x="492020" y="184247"/>
                </a:cubicBezTo>
                <a:lnTo>
                  <a:pt x="357538" y="58840"/>
                </a:lnTo>
                <a:cubicBezTo>
                  <a:pt x="346492" y="48539"/>
                  <a:pt x="345888" y="31236"/>
                  <a:pt x="356188" y="20190"/>
                </a:cubicBezTo>
                <a:lnTo>
                  <a:pt x="366907" y="8695"/>
                </a:lnTo>
                <a:cubicBezTo>
                  <a:pt x="372057" y="3173"/>
                  <a:pt x="378958" y="260"/>
                  <a:pt x="385952" y="16"/>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6" name="正方形/長方形 26"/>
          <p:cNvSpPr>
            <a:spLocks noChangeAspect="1"/>
          </p:cNvSpPr>
          <p:nvPr/>
        </p:nvSpPr>
        <p:spPr bwMode="gray">
          <a:xfrm>
            <a:off x="799254" y="1931893"/>
            <a:ext cx="830769" cy="382154"/>
          </a:xfrm>
          <a:custGeom>
            <a:avLst/>
            <a:gdLst/>
            <a:ahLst/>
            <a:cxnLst/>
            <a:rect l="l" t="t" r="r" b="b"/>
            <a:pathLst>
              <a:path w="1152000" h="459304">
                <a:moveTo>
                  <a:pt x="576000" y="0"/>
                </a:moveTo>
                <a:lnTo>
                  <a:pt x="1152000" y="180000"/>
                </a:lnTo>
                <a:lnTo>
                  <a:pt x="1019254" y="221483"/>
                </a:lnTo>
                <a:lnTo>
                  <a:pt x="1019254" y="272522"/>
                </a:lnTo>
                <a:cubicBezTo>
                  <a:pt x="1031138" y="275134"/>
                  <a:pt x="1038784" y="286047"/>
                  <a:pt x="1038784" y="298747"/>
                </a:cubicBezTo>
                <a:cubicBezTo>
                  <a:pt x="1038784" y="308235"/>
                  <a:pt x="1034517" y="316726"/>
                  <a:pt x="1027189" y="321686"/>
                </a:cubicBezTo>
                <a:lnTo>
                  <a:pt x="1050925" y="459304"/>
                </a:lnTo>
                <a:lnTo>
                  <a:pt x="964724" y="459304"/>
                </a:lnTo>
                <a:lnTo>
                  <a:pt x="988460" y="321686"/>
                </a:lnTo>
                <a:cubicBezTo>
                  <a:pt x="981132" y="316726"/>
                  <a:pt x="976864" y="308235"/>
                  <a:pt x="976864" y="298747"/>
                </a:cubicBezTo>
                <a:cubicBezTo>
                  <a:pt x="976864" y="286047"/>
                  <a:pt x="984510" y="275134"/>
                  <a:pt x="996394" y="272522"/>
                </a:cubicBezTo>
                <a:lnTo>
                  <a:pt x="996394" y="228627"/>
                </a:lnTo>
                <a:lnTo>
                  <a:pt x="911755" y="255077"/>
                </a:lnTo>
                <a:lnTo>
                  <a:pt x="911755" y="371110"/>
                </a:lnTo>
                <a:lnTo>
                  <a:pt x="829276" y="361329"/>
                </a:lnTo>
                <a:cubicBezTo>
                  <a:pt x="723263" y="361329"/>
                  <a:pt x="631454" y="397046"/>
                  <a:pt x="587552" y="449732"/>
                </a:cubicBezTo>
                <a:lnTo>
                  <a:pt x="564449" y="449732"/>
                </a:lnTo>
                <a:cubicBezTo>
                  <a:pt x="520548" y="397046"/>
                  <a:pt x="428738" y="361328"/>
                  <a:pt x="322724" y="361328"/>
                </a:cubicBezTo>
                <a:cubicBezTo>
                  <a:pt x="293813" y="361328"/>
                  <a:pt x="265958" y="363984"/>
                  <a:pt x="240244" y="371109"/>
                </a:cubicBezTo>
                <a:lnTo>
                  <a:pt x="240244" y="255076"/>
                </a:lnTo>
                <a:lnTo>
                  <a:pt x="0" y="180000"/>
                </a:lnTo>
                <a:close/>
              </a:path>
            </a:pathLst>
          </a:custGeom>
          <a:solidFill>
            <a:schemeClr val="tx1">
              <a:lumMod val="65000"/>
              <a:lumOff val="35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7" name="円/楕円 49"/>
          <p:cNvSpPr>
            <a:spLocks noChangeAspect="1"/>
          </p:cNvSpPr>
          <p:nvPr/>
        </p:nvSpPr>
        <p:spPr bwMode="gray">
          <a:xfrm>
            <a:off x="6454778" y="1707694"/>
            <a:ext cx="830349" cy="830554"/>
          </a:xfrm>
          <a:custGeom>
            <a:avLst/>
            <a:gdLst/>
            <a:ahLst/>
            <a:cxnLst/>
            <a:rect l="l" t="t" r="r" b="b"/>
            <a:pathLst>
              <a:path w="899545" h="899767">
                <a:moveTo>
                  <a:pt x="288179" y="81232"/>
                </a:moveTo>
                <a:cubicBezTo>
                  <a:pt x="172986" y="81232"/>
                  <a:pt x="79603" y="174615"/>
                  <a:pt x="79603" y="289808"/>
                </a:cubicBezTo>
                <a:cubicBezTo>
                  <a:pt x="79603" y="405001"/>
                  <a:pt x="172986" y="498384"/>
                  <a:pt x="288179" y="498384"/>
                </a:cubicBezTo>
                <a:cubicBezTo>
                  <a:pt x="403372" y="498384"/>
                  <a:pt x="496755" y="405001"/>
                  <a:pt x="496755" y="289808"/>
                </a:cubicBezTo>
                <a:cubicBezTo>
                  <a:pt x="496755" y="174615"/>
                  <a:pt x="403372" y="81232"/>
                  <a:pt x="288179" y="81232"/>
                </a:cubicBezTo>
                <a:close/>
                <a:moveTo>
                  <a:pt x="289846" y="0"/>
                </a:moveTo>
                <a:cubicBezTo>
                  <a:pt x="449924" y="0"/>
                  <a:pt x="579692" y="129768"/>
                  <a:pt x="579692" y="289846"/>
                </a:cubicBezTo>
                <a:cubicBezTo>
                  <a:pt x="579692" y="336962"/>
                  <a:pt x="568450" y="381452"/>
                  <a:pt x="547389" y="420216"/>
                </a:cubicBezTo>
                <a:lnTo>
                  <a:pt x="899545" y="772371"/>
                </a:lnTo>
                <a:cubicBezTo>
                  <a:pt x="925670" y="798497"/>
                  <a:pt x="925670" y="840855"/>
                  <a:pt x="899545" y="866981"/>
                </a:cubicBezTo>
                <a:lnTo>
                  <a:pt x="866758" y="899767"/>
                </a:lnTo>
                <a:cubicBezTo>
                  <a:pt x="840633" y="925893"/>
                  <a:pt x="798274" y="925893"/>
                  <a:pt x="772149" y="899767"/>
                </a:cubicBezTo>
                <a:lnTo>
                  <a:pt x="419928" y="547546"/>
                </a:lnTo>
                <a:cubicBezTo>
                  <a:pt x="381230" y="568506"/>
                  <a:pt x="336845" y="579692"/>
                  <a:pt x="289846" y="579692"/>
                </a:cubicBezTo>
                <a:cubicBezTo>
                  <a:pt x="129768" y="579692"/>
                  <a:pt x="0" y="449924"/>
                  <a:pt x="0" y="289846"/>
                </a:cubicBezTo>
                <a:cubicBezTo>
                  <a:pt x="0" y="129768"/>
                  <a:pt x="129768" y="0"/>
                  <a:pt x="289846"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8" name="正方形/長方形 228"/>
          <p:cNvSpPr>
            <a:spLocks noChangeAspect="1"/>
          </p:cNvSpPr>
          <p:nvPr/>
        </p:nvSpPr>
        <p:spPr bwMode="gray">
          <a:xfrm>
            <a:off x="8000259" y="1965570"/>
            <a:ext cx="830922" cy="314803"/>
          </a:xfrm>
          <a:custGeom>
            <a:avLst/>
            <a:gdLst/>
            <a:ahLst/>
            <a:cxnLst/>
            <a:rect l="l" t="t" r="r" b="b"/>
            <a:pathLst>
              <a:path w="900165" h="341037">
                <a:moveTo>
                  <a:pt x="434204" y="35467"/>
                </a:moveTo>
                <a:cubicBezTo>
                  <a:pt x="395424" y="35467"/>
                  <a:pt x="363987" y="66904"/>
                  <a:pt x="363987" y="105684"/>
                </a:cubicBezTo>
                <a:cubicBezTo>
                  <a:pt x="363987" y="144464"/>
                  <a:pt x="395424" y="175901"/>
                  <a:pt x="434204" y="175901"/>
                </a:cubicBezTo>
                <a:cubicBezTo>
                  <a:pt x="472984" y="175901"/>
                  <a:pt x="504421" y="144464"/>
                  <a:pt x="504421" y="105684"/>
                </a:cubicBezTo>
                <a:cubicBezTo>
                  <a:pt x="504421" y="66904"/>
                  <a:pt x="472984" y="35467"/>
                  <a:pt x="434204" y="35467"/>
                </a:cubicBezTo>
                <a:close/>
                <a:moveTo>
                  <a:pt x="857683" y="14875"/>
                </a:moveTo>
                <a:cubicBezTo>
                  <a:pt x="881145" y="14875"/>
                  <a:pt x="900165" y="56628"/>
                  <a:pt x="900165" y="108134"/>
                </a:cubicBezTo>
                <a:cubicBezTo>
                  <a:pt x="900165" y="159640"/>
                  <a:pt x="881145" y="201393"/>
                  <a:pt x="857683" y="201393"/>
                </a:cubicBezTo>
                <a:cubicBezTo>
                  <a:pt x="834221" y="201393"/>
                  <a:pt x="815201" y="159640"/>
                  <a:pt x="815201" y="108134"/>
                </a:cubicBezTo>
                <a:cubicBezTo>
                  <a:pt x="815201" y="56628"/>
                  <a:pt x="834221" y="14875"/>
                  <a:pt x="857683" y="14875"/>
                </a:cubicBezTo>
                <a:close/>
                <a:moveTo>
                  <a:pt x="515114" y="10111"/>
                </a:moveTo>
                <a:lnTo>
                  <a:pt x="818042" y="10111"/>
                </a:lnTo>
                <a:lnTo>
                  <a:pt x="818042" y="13912"/>
                </a:lnTo>
                <a:cubicBezTo>
                  <a:pt x="800081" y="34591"/>
                  <a:pt x="789282" y="69173"/>
                  <a:pt x="789282" y="108134"/>
                </a:cubicBezTo>
                <a:cubicBezTo>
                  <a:pt x="789282" y="147096"/>
                  <a:pt x="800081" y="181677"/>
                  <a:pt x="818042" y="202357"/>
                </a:cubicBezTo>
                <a:lnTo>
                  <a:pt x="818042" y="204212"/>
                </a:lnTo>
                <a:lnTo>
                  <a:pt x="510734" y="204212"/>
                </a:lnTo>
                <a:cubicBezTo>
                  <a:pt x="541826" y="182635"/>
                  <a:pt x="561015" y="146401"/>
                  <a:pt x="561015" y="105685"/>
                </a:cubicBezTo>
                <a:cubicBezTo>
                  <a:pt x="561015" y="66887"/>
                  <a:pt x="543591" y="32159"/>
                  <a:pt x="515114" y="10111"/>
                </a:cubicBezTo>
                <a:close/>
                <a:moveTo>
                  <a:pt x="42481" y="10111"/>
                </a:moveTo>
                <a:lnTo>
                  <a:pt x="42482" y="10111"/>
                </a:lnTo>
                <a:lnTo>
                  <a:pt x="353297" y="10111"/>
                </a:lnTo>
                <a:cubicBezTo>
                  <a:pt x="324819" y="32159"/>
                  <a:pt x="307395" y="66887"/>
                  <a:pt x="307395" y="105685"/>
                </a:cubicBezTo>
                <a:cubicBezTo>
                  <a:pt x="307395" y="146401"/>
                  <a:pt x="326584" y="182635"/>
                  <a:pt x="357676" y="204212"/>
                </a:cubicBezTo>
                <a:lnTo>
                  <a:pt x="43129" y="204212"/>
                </a:lnTo>
                <a:cubicBezTo>
                  <a:pt x="42921" y="204507"/>
                  <a:pt x="42702" y="204511"/>
                  <a:pt x="42482" y="204511"/>
                </a:cubicBezTo>
                <a:cubicBezTo>
                  <a:pt x="19020" y="204511"/>
                  <a:pt x="0" y="160993"/>
                  <a:pt x="0" y="107311"/>
                </a:cubicBezTo>
                <a:cubicBezTo>
                  <a:pt x="0" y="53630"/>
                  <a:pt x="19019" y="10112"/>
                  <a:pt x="42481" y="10112"/>
                </a:cubicBezTo>
                <a:close/>
                <a:moveTo>
                  <a:pt x="434205" y="0"/>
                </a:moveTo>
                <a:cubicBezTo>
                  <a:pt x="492573" y="0"/>
                  <a:pt x="539890" y="47317"/>
                  <a:pt x="539890" y="105685"/>
                </a:cubicBezTo>
                <a:cubicBezTo>
                  <a:pt x="539890" y="143895"/>
                  <a:pt x="519613" y="177368"/>
                  <a:pt x="488266" y="194352"/>
                </a:cubicBezTo>
                <a:lnTo>
                  <a:pt x="488266" y="341037"/>
                </a:lnTo>
                <a:lnTo>
                  <a:pt x="484793" y="341037"/>
                </a:lnTo>
                <a:lnTo>
                  <a:pt x="434205" y="288114"/>
                </a:lnTo>
                <a:lnTo>
                  <a:pt x="383617" y="341037"/>
                </a:lnTo>
                <a:lnTo>
                  <a:pt x="380143" y="341037"/>
                </a:lnTo>
                <a:lnTo>
                  <a:pt x="380143" y="194351"/>
                </a:lnTo>
                <a:cubicBezTo>
                  <a:pt x="348797" y="177368"/>
                  <a:pt x="328520" y="143894"/>
                  <a:pt x="328520" y="105685"/>
                </a:cubicBezTo>
                <a:cubicBezTo>
                  <a:pt x="328520" y="47317"/>
                  <a:pt x="375837" y="0"/>
                  <a:pt x="434205"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9" name="片側の 2 つの角を丸めた四角形 28"/>
          <p:cNvSpPr>
            <a:spLocks noChangeAspect="1"/>
          </p:cNvSpPr>
          <p:nvPr/>
        </p:nvSpPr>
        <p:spPr bwMode="gray">
          <a:xfrm>
            <a:off x="8249565" y="3012721"/>
            <a:ext cx="332308" cy="830769"/>
          </a:xfrm>
          <a:custGeom>
            <a:avLst/>
            <a:gdLst/>
            <a:ahLst/>
            <a:cxnLst/>
            <a:rect l="l" t="t" r="r" b="b"/>
            <a:pathLst>
              <a:path w="360000" h="900000">
                <a:moveTo>
                  <a:pt x="40950" y="0"/>
                </a:moveTo>
                <a:lnTo>
                  <a:pt x="319050" y="0"/>
                </a:lnTo>
                <a:cubicBezTo>
                  <a:pt x="341666" y="0"/>
                  <a:pt x="360000" y="18334"/>
                  <a:pt x="360000" y="40950"/>
                </a:cubicBezTo>
                <a:lnTo>
                  <a:pt x="360000" y="900000"/>
                </a:lnTo>
                <a:lnTo>
                  <a:pt x="357607" y="900000"/>
                </a:lnTo>
                <a:lnTo>
                  <a:pt x="180000" y="720861"/>
                </a:lnTo>
                <a:lnTo>
                  <a:pt x="2393" y="900000"/>
                </a:lnTo>
                <a:lnTo>
                  <a:pt x="0" y="900000"/>
                </a:lnTo>
                <a:lnTo>
                  <a:pt x="0" y="40950"/>
                </a:lnTo>
                <a:cubicBezTo>
                  <a:pt x="0" y="18334"/>
                  <a:pt x="18334" y="0"/>
                  <a:pt x="4095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1" name="片側の 2 つの角を丸めた四角形 28"/>
          <p:cNvSpPr>
            <a:spLocks noChangeAspect="1"/>
          </p:cNvSpPr>
          <p:nvPr/>
        </p:nvSpPr>
        <p:spPr bwMode="gray">
          <a:xfrm>
            <a:off x="6911485" y="3012267"/>
            <a:ext cx="456181" cy="831676"/>
          </a:xfrm>
          <a:custGeom>
            <a:avLst/>
            <a:gdLst/>
            <a:ahLst/>
            <a:cxnLst/>
            <a:rect l="l" t="t" r="r" b="b"/>
            <a:pathLst>
              <a:path w="494196" h="900982">
                <a:moveTo>
                  <a:pt x="31024" y="133350"/>
                </a:moveTo>
                <a:lnTo>
                  <a:pt x="241716" y="133350"/>
                </a:lnTo>
                <a:cubicBezTo>
                  <a:pt x="258850" y="133350"/>
                  <a:pt x="272740" y="148988"/>
                  <a:pt x="272740" y="168277"/>
                </a:cubicBezTo>
                <a:lnTo>
                  <a:pt x="272740" y="900982"/>
                </a:lnTo>
                <a:lnTo>
                  <a:pt x="270927" y="900982"/>
                </a:lnTo>
                <a:lnTo>
                  <a:pt x="136370" y="748190"/>
                </a:lnTo>
                <a:lnTo>
                  <a:pt x="1813" y="900982"/>
                </a:lnTo>
                <a:lnTo>
                  <a:pt x="0" y="900982"/>
                </a:lnTo>
                <a:lnTo>
                  <a:pt x="0" y="168277"/>
                </a:lnTo>
                <a:cubicBezTo>
                  <a:pt x="0" y="148988"/>
                  <a:pt x="13890" y="133350"/>
                  <a:pt x="31024" y="133350"/>
                </a:cubicBezTo>
                <a:close/>
                <a:moveTo>
                  <a:pt x="252480" y="0"/>
                </a:moveTo>
                <a:lnTo>
                  <a:pt x="463172" y="0"/>
                </a:lnTo>
                <a:cubicBezTo>
                  <a:pt x="480306" y="0"/>
                  <a:pt x="494196" y="16511"/>
                  <a:pt x="494196" y="36878"/>
                </a:cubicBezTo>
                <a:lnTo>
                  <a:pt x="494196" y="810493"/>
                </a:lnTo>
                <a:lnTo>
                  <a:pt x="492383" y="810493"/>
                </a:lnTo>
                <a:lnTo>
                  <a:pt x="357826" y="649170"/>
                </a:lnTo>
                <a:lnTo>
                  <a:pt x="353703" y="654113"/>
                </a:lnTo>
                <a:lnTo>
                  <a:pt x="353703" y="84504"/>
                </a:lnTo>
                <a:cubicBezTo>
                  <a:pt x="353703" y="64137"/>
                  <a:pt x="339813" y="47626"/>
                  <a:pt x="322679" y="47626"/>
                </a:cubicBezTo>
                <a:lnTo>
                  <a:pt x="221456" y="47626"/>
                </a:lnTo>
                <a:lnTo>
                  <a:pt x="221456" y="36878"/>
                </a:lnTo>
                <a:cubicBezTo>
                  <a:pt x="221456" y="16511"/>
                  <a:pt x="235346" y="0"/>
                  <a:pt x="25248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5" name="正方形/長方形 34"/>
          <p:cNvSpPr>
            <a:spLocks noChangeAspect="1"/>
          </p:cNvSpPr>
          <p:nvPr/>
        </p:nvSpPr>
        <p:spPr bwMode="gray">
          <a:xfrm>
            <a:off x="3891056" y="1708157"/>
            <a:ext cx="555243" cy="829626"/>
          </a:xfrm>
          <a:custGeom>
            <a:avLst/>
            <a:gdLst/>
            <a:ahLst/>
            <a:cxnLst/>
            <a:rect l="l" t="t" r="r" b="b"/>
            <a:pathLst>
              <a:path w="601513" h="898762">
                <a:moveTo>
                  <a:pt x="424730" y="643504"/>
                </a:moveTo>
                <a:lnTo>
                  <a:pt x="460730" y="643504"/>
                </a:lnTo>
                <a:lnTo>
                  <a:pt x="460730" y="709484"/>
                </a:lnTo>
                <a:lnTo>
                  <a:pt x="442730" y="684388"/>
                </a:lnTo>
                <a:lnTo>
                  <a:pt x="424730" y="709484"/>
                </a:lnTo>
                <a:close/>
                <a:moveTo>
                  <a:pt x="442730" y="530928"/>
                </a:moveTo>
                <a:cubicBezTo>
                  <a:pt x="465140" y="530928"/>
                  <a:pt x="483306" y="549094"/>
                  <a:pt x="483306" y="571504"/>
                </a:cubicBezTo>
                <a:cubicBezTo>
                  <a:pt x="483306" y="593914"/>
                  <a:pt x="465140" y="612080"/>
                  <a:pt x="442730" y="612080"/>
                </a:cubicBezTo>
                <a:cubicBezTo>
                  <a:pt x="420320" y="612080"/>
                  <a:pt x="402154" y="593914"/>
                  <a:pt x="402154" y="571504"/>
                </a:cubicBezTo>
                <a:cubicBezTo>
                  <a:pt x="402154" y="549094"/>
                  <a:pt x="420320" y="530928"/>
                  <a:pt x="442730" y="530928"/>
                </a:cubicBezTo>
                <a:close/>
                <a:moveTo>
                  <a:pt x="442730" y="499504"/>
                </a:moveTo>
                <a:cubicBezTo>
                  <a:pt x="402965" y="499504"/>
                  <a:pt x="370730" y="531739"/>
                  <a:pt x="370730" y="571504"/>
                </a:cubicBezTo>
                <a:cubicBezTo>
                  <a:pt x="370730" y="591286"/>
                  <a:pt x="378708" y="609204"/>
                  <a:pt x="391659" y="622180"/>
                </a:cubicBezTo>
                <a:lnTo>
                  <a:pt x="391659" y="784241"/>
                </a:lnTo>
                <a:lnTo>
                  <a:pt x="442730" y="720949"/>
                </a:lnTo>
                <a:lnTo>
                  <a:pt x="493802" y="784242"/>
                </a:lnTo>
                <a:lnTo>
                  <a:pt x="493802" y="622178"/>
                </a:lnTo>
                <a:cubicBezTo>
                  <a:pt x="506753" y="609203"/>
                  <a:pt x="514730" y="591285"/>
                  <a:pt x="514730" y="571504"/>
                </a:cubicBezTo>
                <a:cubicBezTo>
                  <a:pt x="514730" y="531739"/>
                  <a:pt x="482495" y="499504"/>
                  <a:pt x="442730" y="499504"/>
                </a:cubicBezTo>
                <a:close/>
                <a:moveTo>
                  <a:pt x="102756" y="367776"/>
                </a:moveTo>
                <a:cubicBezTo>
                  <a:pt x="92815" y="367776"/>
                  <a:pt x="84756" y="375835"/>
                  <a:pt x="84756" y="385776"/>
                </a:cubicBezTo>
                <a:cubicBezTo>
                  <a:pt x="84756" y="395717"/>
                  <a:pt x="92815" y="403776"/>
                  <a:pt x="102756" y="403776"/>
                </a:cubicBezTo>
                <a:lnTo>
                  <a:pt x="498756" y="403776"/>
                </a:lnTo>
                <a:cubicBezTo>
                  <a:pt x="508697" y="403776"/>
                  <a:pt x="516756" y="395717"/>
                  <a:pt x="516756" y="385776"/>
                </a:cubicBezTo>
                <a:cubicBezTo>
                  <a:pt x="516756" y="375835"/>
                  <a:pt x="508697" y="367776"/>
                  <a:pt x="498756" y="367776"/>
                </a:cubicBezTo>
                <a:close/>
                <a:moveTo>
                  <a:pt x="102756" y="279474"/>
                </a:moveTo>
                <a:cubicBezTo>
                  <a:pt x="92815" y="279474"/>
                  <a:pt x="84756" y="287533"/>
                  <a:pt x="84756" y="297474"/>
                </a:cubicBezTo>
                <a:cubicBezTo>
                  <a:pt x="84756" y="307415"/>
                  <a:pt x="92815" y="315474"/>
                  <a:pt x="102756" y="315474"/>
                </a:cubicBezTo>
                <a:lnTo>
                  <a:pt x="498756" y="315474"/>
                </a:lnTo>
                <a:cubicBezTo>
                  <a:pt x="508697" y="315474"/>
                  <a:pt x="516756" y="307415"/>
                  <a:pt x="516756" y="297474"/>
                </a:cubicBezTo>
                <a:cubicBezTo>
                  <a:pt x="516756" y="287533"/>
                  <a:pt x="508697" y="279474"/>
                  <a:pt x="498756" y="279474"/>
                </a:cubicBezTo>
                <a:close/>
                <a:moveTo>
                  <a:pt x="442708" y="999"/>
                </a:moveTo>
                <a:lnTo>
                  <a:pt x="598915" y="157206"/>
                </a:lnTo>
                <a:lnTo>
                  <a:pt x="495305" y="157206"/>
                </a:lnTo>
                <a:cubicBezTo>
                  <a:pt x="466256" y="157206"/>
                  <a:pt x="442708" y="133658"/>
                  <a:pt x="442708" y="104609"/>
                </a:cubicBezTo>
                <a:close/>
                <a:moveTo>
                  <a:pt x="0" y="0"/>
                </a:moveTo>
                <a:lnTo>
                  <a:pt x="405414" y="0"/>
                </a:lnTo>
                <a:lnTo>
                  <a:pt x="405414" y="96469"/>
                </a:lnTo>
                <a:cubicBezTo>
                  <a:pt x="405414" y="149191"/>
                  <a:pt x="448153" y="191930"/>
                  <a:pt x="500875" y="191930"/>
                </a:cubicBezTo>
                <a:lnTo>
                  <a:pt x="601513" y="191930"/>
                </a:lnTo>
                <a:lnTo>
                  <a:pt x="601513" y="898762"/>
                </a:lnTo>
                <a:lnTo>
                  <a:pt x="0" y="898762"/>
                </a:ln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4" name="円/楕円 33"/>
          <p:cNvSpPr>
            <a:spLocks noChangeAspect="1"/>
          </p:cNvSpPr>
          <p:nvPr/>
        </p:nvSpPr>
        <p:spPr bwMode="gray">
          <a:xfrm>
            <a:off x="798187" y="3105605"/>
            <a:ext cx="832903" cy="645000"/>
          </a:xfrm>
          <a:custGeom>
            <a:avLst/>
            <a:gdLst/>
            <a:ahLst/>
            <a:cxnLst/>
            <a:rect l="l" t="t" r="r" b="b"/>
            <a:pathLst>
              <a:path w="902312" h="698750">
                <a:moveTo>
                  <a:pt x="493405" y="393441"/>
                </a:moveTo>
                <a:cubicBezTo>
                  <a:pt x="456920" y="393441"/>
                  <a:pt x="427343" y="423018"/>
                  <a:pt x="427343" y="459503"/>
                </a:cubicBezTo>
                <a:cubicBezTo>
                  <a:pt x="427343" y="495988"/>
                  <a:pt x="456920" y="525565"/>
                  <a:pt x="493405" y="525565"/>
                </a:cubicBezTo>
                <a:cubicBezTo>
                  <a:pt x="529890" y="525565"/>
                  <a:pt x="559467" y="495988"/>
                  <a:pt x="559467" y="459503"/>
                </a:cubicBezTo>
                <a:cubicBezTo>
                  <a:pt x="559467" y="423018"/>
                  <a:pt x="529890" y="393441"/>
                  <a:pt x="493405" y="393441"/>
                </a:cubicBezTo>
                <a:close/>
                <a:moveTo>
                  <a:pt x="443868" y="825"/>
                </a:moveTo>
                <a:cubicBezTo>
                  <a:pt x="634268" y="-11439"/>
                  <a:pt x="887032" y="115240"/>
                  <a:pt x="895083" y="238460"/>
                </a:cubicBezTo>
                <a:cubicBezTo>
                  <a:pt x="904779" y="296075"/>
                  <a:pt x="912118" y="319486"/>
                  <a:pt x="865866" y="344152"/>
                </a:cubicBezTo>
                <a:cubicBezTo>
                  <a:pt x="819688" y="366426"/>
                  <a:pt x="777110" y="279778"/>
                  <a:pt x="674714" y="357893"/>
                </a:cubicBezTo>
                <a:cubicBezTo>
                  <a:pt x="617352" y="454890"/>
                  <a:pt x="708515" y="486853"/>
                  <a:pt x="702409" y="533020"/>
                </a:cubicBezTo>
                <a:cubicBezTo>
                  <a:pt x="719982" y="562713"/>
                  <a:pt x="638887" y="644631"/>
                  <a:pt x="524675" y="677528"/>
                </a:cubicBezTo>
                <a:cubicBezTo>
                  <a:pt x="272539" y="746082"/>
                  <a:pt x="34237" y="642764"/>
                  <a:pt x="2962" y="450941"/>
                </a:cubicBezTo>
                <a:cubicBezTo>
                  <a:pt x="-23586" y="270959"/>
                  <a:pt x="130685" y="47271"/>
                  <a:pt x="368647" y="9504"/>
                </a:cubicBezTo>
                <a:cubicBezTo>
                  <a:pt x="392781" y="4783"/>
                  <a:pt x="418028" y="1897"/>
                  <a:pt x="443868" y="825"/>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2" name="円/楕円 41"/>
          <p:cNvSpPr>
            <a:spLocks noChangeAspect="1"/>
          </p:cNvSpPr>
          <p:nvPr/>
        </p:nvSpPr>
        <p:spPr bwMode="gray">
          <a:xfrm>
            <a:off x="5198814" y="3021028"/>
            <a:ext cx="830769" cy="814154"/>
          </a:xfrm>
          <a:custGeom>
            <a:avLst/>
            <a:gdLst/>
            <a:ahLst/>
            <a:cxnLst/>
            <a:rect l="l" t="t" r="r" b="b"/>
            <a:pathLst>
              <a:path w="909554" h="893043">
                <a:moveTo>
                  <a:pt x="187675" y="587136"/>
                </a:moveTo>
                <a:cubicBezTo>
                  <a:pt x="228696" y="587136"/>
                  <a:pt x="313690" y="645735"/>
                  <a:pt x="313690" y="718021"/>
                </a:cubicBezTo>
                <a:lnTo>
                  <a:pt x="313689" y="718021"/>
                </a:lnTo>
                <a:cubicBezTo>
                  <a:pt x="327977" y="792688"/>
                  <a:pt x="232821" y="836404"/>
                  <a:pt x="182911" y="865574"/>
                </a:cubicBezTo>
                <a:cubicBezTo>
                  <a:pt x="130619" y="882838"/>
                  <a:pt x="66485" y="890607"/>
                  <a:pt x="14225" y="893043"/>
                </a:cubicBezTo>
                <a:cubicBezTo>
                  <a:pt x="-39083" y="886296"/>
                  <a:pt x="75613" y="809487"/>
                  <a:pt x="61660" y="741834"/>
                </a:cubicBezTo>
                <a:cubicBezTo>
                  <a:pt x="71518" y="631319"/>
                  <a:pt x="118079" y="587136"/>
                  <a:pt x="187675" y="587136"/>
                </a:cubicBezTo>
                <a:close/>
                <a:moveTo>
                  <a:pt x="909554" y="0"/>
                </a:moveTo>
                <a:cubicBezTo>
                  <a:pt x="841362" y="181945"/>
                  <a:pt x="649821" y="428644"/>
                  <a:pt x="386007" y="657713"/>
                </a:cubicBezTo>
                <a:lnTo>
                  <a:pt x="363185" y="676514"/>
                </a:lnTo>
                <a:cubicBezTo>
                  <a:pt x="351140" y="649095"/>
                  <a:pt x="333625" y="623121"/>
                  <a:pt x="310790" y="600286"/>
                </a:cubicBezTo>
                <a:cubicBezTo>
                  <a:pt x="286010" y="575506"/>
                  <a:pt x="257534" y="556990"/>
                  <a:pt x="227325" y="545425"/>
                </a:cubicBezTo>
                <a:cubicBezTo>
                  <a:pt x="233877" y="536766"/>
                  <a:pt x="241011" y="528547"/>
                  <a:pt x="248217" y="520337"/>
                </a:cubicBezTo>
                <a:cubicBezTo>
                  <a:pt x="479036" y="257327"/>
                  <a:pt x="727158" y="66908"/>
                  <a:pt x="909554"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45" name="角丸四角形 44"/>
          <p:cNvSpPr>
            <a:spLocks noChangeAspect="1"/>
          </p:cNvSpPr>
          <p:nvPr/>
        </p:nvSpPr>
        <p:spPr bwMode="gray">
          <a:xfrm>
            <a:off x="2345155" y="1707132"/>
            <a:ext cx="830769" cy="831676"/>
          </a:xfrm>
          <a:custGeom>
            <a:avLst/>
            <a:gdLst/>
            <a:ahLst/>
            <a:cxnLst/>
            <a:rect l="l" t="t" r="r" b="b"/>
            <a:pathLst>
              <a:path w="900000" h="900982">
                <a:moveTo>
                  <a:pt x="0" y="872406"/>
                </a:moveTo>
                <a:lnTo>
                  <a:pt x="0" y="872407"/>
                </a:lnTo>
                <a:lnTo>
                  <a:pt x="0" y="872407"/>
                </a:lnTo>
                <a:close/>
                <a:moveTo>
                  <a:pt x="28575" y="843832"/>
                </a:moveTo>
                <a:lnTo>
                  <a:pt x="446233" y="843832"/>
                </a:lnTo>
                <a:cubicBezTo>
                  <a:pt x="462015" y="843832"/>
                  <a:pt x="474808" y="856625"/>
                  <a:pt x="474808" y="872407"/>
                </a:cubicBezTo>
                <a:lnTo>
                  <a:pt x="474807" y="872407"/>
                </a:lnTo>
                <a:cubicBezTo>
                  <a:pt x="474807" y="888189"/>
                  <a:pt x="462014" y="900982"/>
                  <a:pt x="446232" y="900982"/>
                </a:cubicBezTo>
                <a:lnTo>
                  <a:pt x="28575" y="900981"/>
                </a:lnTo>
                <a:cubicBezTo>
                  <a:pt x="12793" y="900981"/>
                  <a:pt x="0" y="888188"/>
                  <a:pt x="0" y="872407"/>
                </a:cubicBezTo>
                <a:cubicBezTo>
                  <a:pt x="0" y="856625"/>
                  <a:pt x="12793" y="843832"/>
                  <a:pt x="28575" y="843832"/>
                </a:cubicBezTo>
                <a:close/>
                <a:moveTo>
                  <a:pt x="443063" y="0"/>
                </a:moveTo>
                <a:cubicBezTo>
                  <a:pt x="520632" y="0"/>
                  <a:pt x="589224" y="38434"/>
                  <a:pt x="629118" y="98501"/>
                </a:cubicBezTo>
                <a:lnTo>
                  <a:pt x="771899" y="98501"/>
                </a:lnTo>
                <a:cubicBezTo>
                  <a:pt x="842647" y="98501"/>
                  <a:pt x="900000" y="155854"/>
                  <a:pt x="900000" y="226602"/>
                </a:cubicBezTo>
                <a:lnTo>
                  <a:pt x="900000" y="232446"/>
                </a:lnTo>
                <a:lnTo>
                  <a:pt x="302878" y="232446"/>
                </a:lnTo>
                <a:lnTo>
                  <a:pt x="302878" y="226602"/>
                </a:lnTo>
                <a:cubicBezTo>
                  <a:pt x="302878" y="155854"/>
                  <a:pt x="360231" y="98501"/>
                  <a:pt x="430979" y="98501"/>
                </a:cubicBezTo>
                <a:lnTo>
                  <a:pt x="568560" y="98501"/>
                </a:lnTo>
                <a:cubicBezTo>
                  <a:pt x="537143" y="65345"/>
                  <a:pt x="492373" y="45906"/>
                  <a:pt x="443062" y="45906"/>
                </a:cubicBezTo>
                <a:cubicBezTo>
                  <a:pt x="341663" y="45906"/>
                  <a:pt x="259462" y="128107"/>
                  <a:pt x="259462" y="229506"/>
                </a:cubicBezTo>
                <a:lnTo>
                  <a:pt x="259462" y="737163"/>
                </a:lnTo>
                <a:cubicBezTo>
                  <a:pt x="302661" y="743960"/>
                  <a:pt x="337003" y="775810"/>
                  <a:pt x="347767" y="817636"/>
                </a:cubicBezTo>
                <a:lnTo>
                  <a:pt x="127039" y="817636"/>
                </a:lnTo>
                <a:cubicBezTo>
                  <a:pt x="137628" y="776490"/>
                  <a:pt x="171036" y="744998"/>
                  <a:pt x="213272" y="737506"/>
                </a:cubicBezTo>
                <a:lnTo>
                  <a:pt x="213272" y="229791"/>
                </a:lnTo>
                <a:cubicBezTo>
                  <a:pt x="213272" y="102881"/>
                  <a:pt x="316153" y="0"/>
                  <a:pt x="443063"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77" name="円/楕円 76"/>
          <p:cNvSpPr>
            <a:spLocks noChangeAspect="1"/>
          </p:cNvSpPr>
          <p:nvPr/>
        </p:nvSpPr>
        <p:spPr bwMode="gray">
          <a:xfrm>
            <a:off x="800137" y="4413543"/>
            <a:ext cx="829002" cy="792018"/>
          </a:xfrm>
          <a:custGeom>
            <a:avLst/>
            <a:gdLst/>
            <a:ahLst/>
            <a:cxnLst/>
            <a:rect l="l" t="t" r="r" b="b"/>
            <a:pathLst>
              <a:path w="898085" h="858020">
                <a:moveTo>
                  <a:pt x="263461" y="747267"/>
                </a:moveTo>
                <a:lnTo>
                  <a:pt x="634624" y="747267"/>
                </a:lnTo>
                <a:cubicBezTo>
                  <a:pt x="651139" y="747267"/>
                  <a:pt x="664527" y="760655"/>
                  <a:pt x="664527" y="777170"/>
                </a:cubicBezTo>
                <a:lnTo>
                  <a:pt x="664527" y="858020"/>
                </a:lnTo>
                <a:lnTo>
                  <a:pt x="233557" y="858020"/>
                </a:lnTo>
                <a:lnTo>
                  <a:pt x="233557" y="777170"/>
                </a:lnTo>
                <a:cubicBezTo>
                  <a:pt x="233557" y="760655"/>
                  <a:pt x="246946" y="747267"/>
                  <a:pt x="263461" y="747267"/>
                </a:cubicBezTo>
                <a:close/>
                <a:moveTo>
                  <a:pt x="741593" y="141957"/>
                </a:moveTo>
                <a:lnTo>
                  <a:pt x="729279" y="145751"/>
                </a:lnTo>
                <a:cubicBezTo>
                  <a:pt x="718301" y="250737"/>
                  <a:pt x="693520" y="341308"/>
                  <a:pt x="659251" y="415628"/>
                </a:cubicBezTo>
                <a:cubicBezTo>
                  <a:pt x="686512" y="406769"/>
                  <a:pt x="714217" y="391371"/>
                  <a:pt x="740754" y="371236"/>
                </a:cubicBezTo>
                <a:cubicBezTo>
                  <a:pt x="827402" y="305491"/>
                  <a:pt x="868769" y="214139"/>
                  <a:pt x="833149" y="167195"/>
                </a:cubicBezTo>
                <a:cubicBezTo>
                  <a:pt x="815340" y="143723"/>
                  <a:pt x="781655" y="135797"/>
                  <a:pt x="741593" y="141957"/>
                </a:cubicBezTo>
                <a:close/>
                <a:moveTo>
                  <a:pt x="156492" y="141957"/>
                </a:moveTo>
                <a:cubicBezTo>
                  <a:pt x="116430" y="135797"/>
                  <a:pt x="82746" y="143723"/>
                  <a:pt x="64936" y="167195"/>
                </a:cubicBezTo>
                <a:cubicBezTo>
                  <a:pt x="29316" y="214139"/>
                  <a:pt x="70683" y="305491"/>
                  <a:pt x="157331" y="371236"/>
                </a:cubicBezTo>
                <a:cubicBezTo>
                  <a:pt x="183984" y="391460"/>
                  <a:pt x="211816" y="406904"/>
                  <a:pt x="239193" y="415738"/>
                </a:cubicBezTo>
                <a:cubicBezTo>
                  <a:pt x="205082" y="341121"/>
                  <a:pt x="180152" y="250223"/>
                  <a:pt x="169021" y="145817"/>
                </a:cubicBezTo>
                <a:close/>
                <a:moveTo>
                  <a:pt x="225491" y="41444"/>
                </a:moveTo>
                <a:cubicBezTo>
                  <a:pt x="218744" y="40044"/>
                  <a:pt x="210301" y="46959"/>
                  <a:pt x="203517" y="75248"/>
                </a:cubicBezTo>
                <a:cubicBezTo>
                  <a:pt x="166139" y="236600"/>
                  <a:pt x="353463" y="527348"/>
                  <a:pt x="355917" y="530348"/>
                </a:cubicBezTo>
                <a:cubicBezTo>
                  <a:pt x="214028" y="258886"/>
                  <a:pt x="225382" y="98426"/>
                  <a:pt x="237289" y="57529"/>
                </a:cubicBezTo>
                <a:cubicBezTo>
                  <a:pt x="237289" y="52559"/>
                  <a:pt x="232238" y="42844"/>
                  <a:pt x="225491" y="41444"/>
                </a:cubicBezTo>
                <a:close/>
                <a:moveTo>
                  <a:pt x="159720" y="0"/>
                </a:moveTo>
                <a:lnTo>
                  <a:pt x="738365" y="0"/>
                </a:lnTo>
                <a:lnTo>
                  <a:pt x="734492" y="92174"/>
                </a:lnTo>
                <a:cubicBezTo>
                  <a:pt x="739046" y="89620"/>
                  <a:pt x="743815" y="89102"/>
                  <a:pt x="748530" y="88733"/>
                </a:cubicBezTo>
                <a:cubicBezTo>
                  <a:pt x="802189" y="84530"/>
                  <a:pt x="848792" y="99610"/>
                  <a:pt x="875621" y="134969"/>
                </a:cubicBezTo>
                <a:cubicBezTo>
                  <a:pt x="929279" y="205686"/>
                  <a:pt x="883519" y="330739"/>
                  <a:pt x="773415" y="414282"/>
                </a:cubicBezTo>
                <a:cubicBezTo>
                  <a:pt x="726496" y="449882"/>
                  <a:pt x="675464" y="472200"/>
                  <a:pt x="627712" y="477925"/>
                </a:cubicBezTo>
                <a:cubicBezTo>
                  <a:pt x="592769" y="539369"/>
                  <a:pt x="550756" y="586143"/>
                  <a:pt x="505811" y="617376"/>
                </a:cubicBezTo>
                <a:cubicBezTo>
                  <a:pt x="497308" y="631882"/>
                  <a:pt x="490635" y="646578"/>
                  <a:pt x="496694" y="661218"/>
                </a:cubicBezTo>
                <a:cubicBezTo>
                  <a:pt x="547292" y="695113"/>
                  <a:pt x="602740" y="738953"/>
                  <a:pt x="539588" y="737219"/>
                </a:cubicBezTo>
                <a:lnTo>
                  <a:pt x="358014" y="737219"/>
                </a:lnTo>
                <a:cubicBezTo>
                  <a:pt x="297744" y="737219"/>
                  <a:pt x="347230" y="695763"/>
                  <a:pt x="396856" y="662864"/>
                </a:cubicBezTo>
                <a:cubicBezTo>
                  <a:pt x="403403" y="647058"/>
                  <a:pt x="404577" y="631252"/>
                  <a:pt x="386979" y="615447"/>
                </a:cubicBezTo>
                <a:lnTo>
                  <a:pt x="388110" y="615447"/>
                </a:lnTo>
                <a:cubicBezTo>
                  <a:pt x="345097" y="585235"/>
                  <a:pt x="304401" y="538874"/>
                  <a:pt x="270321" y="477912"/>
                </a:cubicBezTo>
                <a:cubicBezTo>
                  <a:pt x="222582" y="472183"/>
                  <a:pt x="171571" y="449869"/>
                  <a:pt x="124670" y="414282"/>
                </a:cubicBezTo>
                <a:cubicBezTo>
                  <a:pt x="14566" y="330739"/>
                  <a:pt x="-31194" y="205686"/>
                  <a:pt x="22464" y="134969"/>
                </a:cubicBezTo>
                <a:cubicBezTo>
                  <a:pt x="49293" y="99610"/>
                  <a:pt x="95896" y="84530"/>
                  <a:pt x="149555" y="88733"/>
                </a:cubicBezTo>
                <a:lnTo>
                  <a:pt x="163645" y="92187"/>
                </a:lnTo>
                <a:cubicBezTo>
                  <a:pt x="160828" y="62447"/>
                  <a:pt x="159720" y="31685"/>
                  <a:pt x="159720"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円/楕円 10"/>
          <p:cNvSpPr>
            <a:spLocks noChangeAspect="1"/>
          </p:cNvSpPr>
          <p:nvPr/>
        </p:nvSpPr>
        <p:spPr bwMode="gray">
          <a:xfrm>
            <a:off x="2512992" y="3012601"/>
            <a:ext cx="582157" cy="831010"/>
          </a:xfrm>
          <a:custGeom>
            <a:avLst/>
            <a:gdLst/>
            <a:ahLst/>
            <a:cxnLst/>
            <a:rect l="l" t="t" r="r" b="b"/>
            <a:pathLst>
              <a:path w="630670" h="900261">
                <a:moveTo>
                  <a:pt x="445749" y="0"/>
                </a:moveTo>
                <a:cubicBezTo>
                  <a:pt x="482275" y="-18"/>
                  <a:pt x="555543" y="4380"/>
                  <a:pt x="619685" y="72236"/>
                </a:cubicBezTo>
                <a:cubicBezTo>
                  <a:pt x="648109" y="147235"/>
                  <a:pt x="617347" y="209237"/>
                  <a:pt x="573425" y="249971"/>
                </a:cubicBezTo>
                <a:cubicBezTo>
                  <a:pt x="529503" y="290705"/>
                  <a:pt x="348781" y="288066"/>
                  <a:pt x="356151" y="316644"/>
                </a:cubicBezTo>
                <a:cubicBezTo>
                  <a:pt x="368284" y="373798"/>
                  <a:pt x="451326" y="361919"/>
                  <a:pt x="529540" y="359529"/>
                </a:cubicBezTo>
                <a:cubicBezTo>
                  <a:pt x="502361" y="398009"/>
                  <a:pt x="474788" y="422277"/>
                  <a:pt x="433189" y="451641"/>
                </a:cubicBezTo>
                <a:cubicBezTo>
                  <a:pt x="384448" y="476243"/>
                  <a:pt x="251263" y="496615"/>
                  <a:pt x="246613" y="502381"/>
                </a:cubicBezTo>
                <a:cubicBezTo>
                  <a:pt x="199103" y="515291"/>
                  <a:pt x="334620" y="588534"/>
                  <a:pt x="371969" y="564820"/>
                </a:cubicBezTo>
                <a:cubicBezTo>
                  <a:pt x="326700" y="644062"/>
                  <a:pt x="299222" y="692706"/>
                  <a:pt x="125022" y="687316"/>
                </a:cubicBezTo>
                <a:cubicBezTo>
                  <a:pt x="92993" y="741465"/>
                  <a:pt x="55657" y="996491"/>
                  <a:pt x="17867" y="861148"/>
                </a:cubicBezTo>
                <a:cubicBezTo>
                  <a:pt x="51515" y="632935"/>
                  <a:pt x="61254" y="702835"/>
                  <a:pt x="60209" y="653923"/>
                </a:cubicBezTo>
                <a:cubicBezTo>
                  <a:pt x="23166" y="614709"/>
                  <a:pt x="-26050" y="497285"/>
                  <a:pt x="16358" y="367642"/>
                </a:cubicBezTo>
                <a:cubicBezTo>
                  <a:pt x="54049" y="481942"/>
                  <a:pt x="96168" y="549560"/>
                  <a:pt x="109159" y="537215"/>
                </a:cubicBezTo>
                <a:cubicBezTo>
                  <a:pt x="117388" y="505820"/>
                  <a:pt x="90781" y="264886"/>
                  <a:pt x="122882" y="179270"/>
                </a:cubicBezTo>
                <a:cubicBezTo>
                  <a:pt x="176413" y="103180"/>
                  <a:pt x="222820" y="73154"/>
                  <a:pt x="297002" y="28283"/>
                </a:cubicBezTo>
                <a:cubicBezTo>
                  <a:pt x="256427" y="130406"/>
                  <a:pt x="255275" y="204632"/>
                  <a:pt x="273239" y="211637"/>
                </a:cubicBezTo>
                <a:cubicBezTo>
                  <a:pt x="300809" y="226767"/>
                  <a:pt x="395549" y="12915"/>
                  <a:pt x="445749" y="0"/>
                </a:cubicBezTo>
                <a:close/>
              </a:path>
            </a:pathLst>
          </a:custGeom>
          <a:solidFill>
            <a:schemeClr val="tx1">
              <a:lumMod val="65000"/>
              <a:lumOff val="3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pic>
        <p:nvPicPr>
          <p:cNvPr id="6" name="グラフィックス 5">
            <a:extLst>
              <a:ext uri="{FF2B5EF4-FFF2-40B4-BE49-F238E27FC236}">
                <a16:creationId xmlns:a16="http://schemas.microsoft.com/office/drawing/2014/main" id="{B6E39D5C-5839-CAE1-14BC-4066A60F63B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756917" y="4189977"/>
            <a:ext cx="1441896" cy="1441896"/>
          </a:xfrm>
          <a:prstGeom prst="rect">
            <a:avLst/>
          </a:prstGeom>
        </p:spPr>
      </p:pic>
    </p:spTree>
    <p:extLst>
      <p:ext uri="{BB962C8B-B14F-4D97-AF65-F5344CB8AC3E}">
        <p14:creationId xmlns:p14="http://schemas.microsoft.com/office/powerpoint/2010/main" val="282356737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4365A-63F2-8CCA-53C1-EB813154D42C}"/>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D4B9C0A2-1199-E1C3-970B-43C38B3CA091}"/>
              </a:ext>
            </a:extLst>
          </p:cNvPr>
          <p:cNvSpPr>
            <a:spLocks noGrp="1"/>
          </p:cNvSpPr>
          <p:nvPr>
            <p:ph type="body" sz="quarter" idx="12"/>
          </p:nvPr>
        </p:nvSpPr>
        <p:spPr/>
        <p:txBody>
          <a:bodyPr/>
          <a:lstStyle/>
          <a:p>
            <a:r>
              <a:rPr kumimoji="1" lang="ja-JP" altLang="en-US"/>
              <a:t>過去作成事例</a:t>
            </a:r>
          </a:p>
        </p:txBody>
      </p:sp>
    </p:spTree>
    <p:extLst>
      <p:ext uri="{BB962C8B-B14F-4D97-AF65-F5344CB8AC3E}">
        <p14:creationId xmlns:p14="http://schemas.microsoft.com/office/powerpoint/2010/main" val="96706258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B8D45-879B-DF2C-9EAB-75F4F8EEB38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B95F76E-86F7-8180-7525-A8AE6C5DD2CC}"/>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400">
                <a:solidFill>
                  <a:schemeClr val="tx1"/>
                </a:solidFill>
              </a:rPr>
              <a:t>ユニクロ32店・無印17店、ABCマートは出店余地が大きい</a:t>
            </a:r>
            <a:r>
              <a:rPr kumimoji="1" lang="vi-VN" altLang="ja-JP" sz="2400" dirty="0">
                <a:solidFill>
                  <a:schemeClr val="tx1"/>
                </a:solidFill>
              </a:rPr>
              <a:t/>
            </a:r>
            <a:r>
              <a:rPr kumimoji="1" lang="ja-JP" altLang="en-US" sz="2400">
                <a:solidFill>
                  <a:schemeClr val="tx1"/>
                </a:solidFill>
              </a:rPr>
              <a:t/>
            </a:r>
            <a:r>
              <a:rPr kumimoji="1" lang="en-US" altLang="ja-JP" sz="2400" dirty="0">
                <a:solidFill>
                  <a:schemeClr val="tx1"/>
                </a:solidFill>
              </a:rPr>
              <a:t/>
            </a:r>
            <a:r>
              <a:rPr kumimoji="1" lang="ja-JP" altLang="en-US" sz="2400">
                <a:solidFill>
                  <a:schemeClr val="tx1"/>
                </a:solidFill>
              </a:rPr>
              <a:t/>
            </a:r>
            <a:r>
              <a:rPr kumimoji="1" lang="en-US" altLang="ja-JP" sz="2400" dirty="0">
                <a:solidFill>
                  <a:schemeClr val="tx1"/>
                </a:solidFill>
              </a:rPr>
              <a:t/>
            </a:r>
            <a:r>
              <a:rPr kumimoji="1" lang="ja-JP" altLang="en-US" sz="2400">
                <a:solidFill>
                  <a:schemeClr val="tx1"/>
                </a:solidFill>
              </a:rPr>
              <a:t/>
            </a:r>
          </a:p>
        </p:txBody>
      </p:sp>
      <p:sp>
        <p:nvSpPr>
          <p:cNvPr id="3" name="テキスト プレースホルダー 2">
            <a:extLst>
              <a:ext uri="{FF2B5EF4-FFF2-40B4-BE49-F238E27FC236}">
                <a16:creationId xmlns:a16="http://schemas.microsoft.com/office/drawing/2014/main" id="{9B20BD1C-3553-0953-388E-694F0B5AF5F6}"/>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56EE3AE5-DDE2-E317-6C48-C770346A9168}"/>
              </a:ext>
            </a:extLst>
          </p:cNvPr>
          <p:cNvSpPr>
            <a:spLocks noGrp="1"/>
          </p:cNvSpPr>
          <p:nvPr>
            <p:ph type="body" sz="quarter" idx="17"/>
          </p:nvPr>
        </p:nvSpPr>
        <p:spPr/>
        <p:txBody>
          <a:bodyPr>
            <a:normAutofit/>
          </a:bodyPr>
          <a:lstStyle/>
          <a:p>
            <a:r>
              <a:rPr kumimoji="1" lang="ja-JP" altLang="en-US" sz="900"/>
              <a:t>出所：各社公表資料よりInfoBank作成。</a:t>
            </a:r>
            <a:r>
              <a:rPr kumimoji="1" lang="en-US" altLang="ja-JP" sz="900" dirty="0" err="1"/>
              <a:t/>
            </a:r>
            <a:r>
              <a:rPr kumimoji="1" lang="ja-JP" altLang="en-US" sz="900"/>
              <a:t/>
            </a:r>
          </a:p>
        </p:txBody>
      </p:sp>
      <p:sp>
        <p:nvSpPr>
          <p:cNvPr id="9" name="テキスト ボックス 8">
            <a:extLst>
              <a:ext uri="{FF2B5EF4-FFF2-40B4-BE49-F238E27FC236}">
                <a16:creationId xmlns:a16="http://schemas.microsoft.com/office/drawing/2014/main" id="{5C499A37-C1B2-7670-2818-040BB452D6CD}"/>
              </a:ext>
            </a:extLst>
          </p:cNvPr>
          <p:cNvSpPr txBox="1"/>
          <p:nvPr/>
        </p:nvSpPr>
        <p:spPr>
          <a:xfrm>
            <a:off x="8046720" y="1691640"/>
            <a:ext cx="1280160" cy="349702"/>
          </a:xfrm>
          <a:prstGeom prst="rect">
            <a:avLst/>
          </a:prstGeom>
          <a:noFill/>
        </p:spPr>
        <p:txBody>
          <a:bodyPr wrap="none" lIns="36000" tIns="36000" rIns="36000" bIns="36000" rtlCol="0" anchor="ctr">
            <a:spAutoFit/>
          </a:bodyPr>
          <a:lstStyle/>
          <a:p>
            <a:pPr>
              <a:spcBef>
                <a:spcPts val="600"/>
              </a:spcBef>
              <a:buSzPct val="100000"/>
            </a:pPr>
            <a:r>
              <a:rPr kumimoji="1" lang="ja-JP" altLang="en-US" sz="1000" b="1"/>
              <a:t>単位：店</a:t>
            </a:r>
            <a:endParaRPr kumimoji="1" lang="vi-VN" altLang="ja-JP" sz="1800" b="1" dirty="0"/>
          </a:p>
        </p:txBody>
      </p:sp>
      <p:graphicFrame>
        <p:nvGraphicFramePr>
          <p:cNvPr id="10" name="グラフ 9">
            <a:extLst>
              <a:ext uri="{FF2B5EF4-FFF2-40B4-BE49-F238E27FC236}">
                <a16:creationId xmlns:a16="http://schemas.microsoft.com/office/drawing/2014/main" id="{201FC3A8-7D85-05F8-AF59-7885275026A6}"/>
              </a:ext>
            </a:extLst>
          </p:cNvPr>
          <p:cNvGraphicFramePr/>
          <p:nvPr/>
        </p:nvGraphicFramePr>
        <p:xfrm>
          <a:off x="422635" y="1988840"/>
          <a:ext cx="9065289" cy="3845599"/>
        </p:xfrm>
        <a:graphic>
          <a:graphicData uri="http://schemas.openxmlformats.org/drawingml/2006/chart">
            <c:chart xmlns:c="http://schemas.openxmlformats.org/drawingml/2006/chart" xmlns:r="http://schemas.openxmlformats.org/officeDocument/2006/relationships" r:id="rId3"/>
          </a:graphicData>
        </a:graphic>
      </p:graphicFrame>
      <p:sp>
        <p:nvSpPr>
          <p:cNvPr id="11" name="テキスト ボックス 10">
            <a:extLst>
              <a:ext uri="{FF2B5EF4-FFF2-40B4-BE49-F238E27FC236}">
                <a16:creationId xmlns:a16="http://schemas.microsoft.com/office/drawing/2014/main" id="{9092F852-3494-7B7E-6921-3A6629AA16E9}"/>
              </a:ext>
            </a:extLst>
          </p:cNvPr>
          <p:cNvSpPr txBox="1"/>
          <p:nvPr/>
        </p:nvSpPr>
        <p:spPr>
          <a:xfrm>
            <a:off x="548640" y="5908478"/>
            <a:ext cx="6035040" cy="318924"/>
          </a:xfrm>
          <a:prstGeom prst="rect">
            <a:avLst/>
          </a:prstGeom>
          <a:noFill/>
        </p:spPr>
        <p:txBody>
          <a:bodyPr wrap="none" lIns="36000" tIns="36000" rIns="36000" bIns="36000" rtlCol="0" anchor="ctr">
            <a:spAutoFit/>
          </a:bodyPr>
          <a:lstStyle/>
          <a:p>
            <a:pPr>
              <a:spcBef>
                <a:spcPts val="600"/>
              </a:spcBef>
              <a:buSzPct val="100000"/>
            </a:pPr>
            <a:r>
              <a:rPr kumimoji="1" lang="en-US" altLang="ja-JP" sz="900" dirty="0"/>
              <a:t>※ユニクロは2026年7月末、無印良品は2025年10月、ABCマートは8月29日開業の新店を含む。</a:t>
            </a:r>
            <a:r>
              <a:rPr kumimoji="1" lang="ja-JP" altLang="en-US" sz="900"/>
              <a:t/>
            </a:r>
            <a:r>
              <a:rPr kumimoji="1" lang="en-US" altLang="ja-JP" sz="900" dirty="0"/>
              <a:t/>
            </a:r>
            <a:r>
              <a:rPr kumimoji="1" lang="ja-JP" altLang="en-US" sz="900"/>
              <a:t/>
            </a:r>
            <a:endParaRPr kumimoji="1" lang="ja-JP" altLang="en-US" sz="1600" dirty="0" err="1"/>
          </a:p>
        </p:txBody>
      </p:sp>
      <p:pic>
        <p:nvPicPr>
          <p:cNvPr id="15" name="図 14" descr="挿絵 が含まれている画像&#10;&#10;AI 生成コンテンツは誤りを含む可能性があります。">
            <a:extLst>
              <a:ext uri="{FF2B5EF4-FFF2-40B4-BE49-F238E27FC236}">
                <a16:creationId xmlns:a16="http://schemas.microsoft.com/office/drawing/2014/main" id="{F3D1C8CB-1277-841B-13D8-29A30C1735AF}"/>
              </a:ext>
            </a:extLst>
          </p:cNvPr>
          <p:cNvPicPr>
            <a:picLocks noChangeAspect="1"/>
          </p:cNvPicPr>
          <p:nvPr/>
        </p:nvPicPr>
        <p:blipFill>
          <a:blip r:embed="rId4"/>
          <a:stretch>
            <a:fillRect/>
          </a:stretch>
        </p:blipFill>
        <p:spPr>
          <a:xfrm>
            <a:off x="7695317" y="5834439"/>
            <a:ext cx="1774007" cy="380480"/>
          </a:xfrm>
          <a:prstGeom prst="rect">
            <a:avLst/>
          </a:prstGeom>
        </p:spPr>
      </p:pic>
      <p:sp>
        <p:nvSpPr>
          <p:cNvPr id="6" name="テキスト ボックス 5">
            <a:extLst>
              <a:ext uri="{FF2B5EF4-FFF2-40B4-BE49-F238E27FC236}">
                <a16:creationId xmlns:a16="http://schemas.microsoft.com/office/drawing/2014/main" id="{CA8175C0-4753-B874-D9A5-8A2258CB7D33}"/>
              </a:ext>
            </a:extLst>
          </p:cNvPr>
          <p:cNvSpPr txBox="1"/>
          <p:nvPr/>
        </p:nvSpPr>
        <p:spPr>
          <a:xfrm>
            <a:off x="1234440" y="1572768"/>
            <a:ext cx="7315200" cy="380480"/>
          </a:xfrm>
          <a:prstGeom prst="rect">
            <a:avLst/>
          </a:prstGeom>
          <a:noFill/>
        </p:spPr>
        <p:txBody>
          <a:bodyPr wrap="square" lIns="36000" tIns="36000" rIns="36000" bIns="36000" rtlCol="0" anchor="ctr">
            <a:spAutoFit/>
          </a:bodyPr>
          <a:lstStyle/>
          <a:p>
            <a:pPr algn="l">
              <a:spcBef>
                <a:spcPts val="600"/>
              </a:spcBef>
              <a:buSzPct val="100000"/>
            </a:pPr>
            <a:r>
              <a:rPr kumimoji="1" lang="ja-JP" altLang="en-US" sz="2000" b="1">
                <a:solidFill>
                  <a:srgbClr val="004CA0"/>
                </a:solidFill>
              </a:rPr>
              <a:t>日系専門店チェーンのベトナム店舗数</a:t>
            </a:r>
            <a:r>
              <a:rPr kumimoji="1" lang="vi-VN" altLang="ja-JP" sz="2000" b="1" dirty="0">
                <a:solidFill>
                  <a:srgbClr val="004CA0"/>
                </a:solidFill>
              </a:rPr>
              <a:t/>
            </a:r>
            <a:r>
              <a:rPr kumimoji="1" lang="ja-JP" altLang="vi-VN" sz="2000" b="1">
                <a:solidFill>
                  <a:srgbClr val="004CA0"/>
                </a:solidFill>
              </a:rPr>
              <a:t/>
            </a:r>
            <a:r>
              <a:rPr kumimoji="1" lang="ja-JP" altLang="en-US" sz="2000" b="1">
                <a:solidFill>
                  <a:srgbClr val="004CA0"/>
                </a:solidFill>
              </a:rPr>
              <a:t/>
            </a:r>
          </a:p>
        </p:txBody>
      </p:sp>
      <p:sp>
        <p:nvSpPr>
          <p:cNvPr id="6" name="角丸四角形 5">
            <a:extLst>
              <a:ext uri="{FF2B5EF4-FFF2-40B4-BE49-F238E27FC236}">
                <a16:creationId xmlns:a16="http://schemas.microsoft.com/office/drawing/2014/main" id="{C3949D65-888F-E44F-E610-6B8EE44959D4}"/>
              </a:ext>
            </a:extLst>
          </p:cNvPr>
          <p:cNvSpPr/>
          <p:nvPr/>
        </p:nvSpPr>
        <p:spPr bwMode="gray">
          <a:xfrm>
            <a:off x="502920" y="159105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07113894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84C61-8401-E283-3C86-A8987EFD0F96}"/>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4DCD291-DCA9-86D6-F0B0-69E8913443A6}"/>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400">
                <a:solidFill>
                  <a:schemeClr val="tx1"/>
                </a:solidFill>
              </a:rPr>
              <a:t>ベトナム経済は全体回復基調、製造とサービスが牽引</a:t>
            </a:r>
          </a:p>
        </p:txBody>
      </p:sp>
      <p:sp>
        <p:nvSpPr>
          <p:cNvPr id="4" name="テキスト プレースホルダー 3">
            <a:extLst>
              <a:ext uri="{FF2B5EF4-FFF2-40B4-BE49-F238E27FC236}">
                <a16:creationId xmlns:a16="http://schemas.microsoft.com/office/drawing/2014/main" id="{693C4D2A-DEA1-DB60-F638-FD5021652515}"/>
              </a:ext>
            </a:extLst>
          </p:cNvPr>
          <p:cNvSpPr>
            <a:spLocks noGrp="1"/>
          </p:cNvSpPr>
          <p:nvPr>
            <p:ph type="body" sz="quarter" idx="17"/>
          </p:nvPr>
        </p:nvSpPr>
        <p:spPr>
          <a:xfrm>
            <a:off x="415925" y="5948387"/>
            <a:ext cx="9072000" cy="288925"/>
          </a:xfrm>
        </p:spPr>
        <p:txBody>
          <a:bodyPr>
            <a:normAutofit/>
          </a:bodyPr>
          <a:lstStyle/>
          <a:p>
            <a:r>
              <a:rPr kumimoji="1" lang="ja-JP" altLang="en-US" sz="1200"/>
              <a:t>出所：</a:t>
            </a:r>
            <a:r>
              <a:rPr kumimoji="1" lang="en-US" altLang="ja-JP" sz="1200" dirty="0"/>
              <a:t>KPMG</a:t>
            </a:r>
            <a:r>
              <a:rPr lang="ja-JP" altLang="en-US" sz="1200"/>
              <a:t>　</a:t>
            </a:r>
            <a:r>
              <a:rPr lang="en-US" altLang="ja-JP" sz="1200" dirty="0"/>
              <a:t>”</a:t>
            </a:r>
            <a:r>
              <a:rPr lang="vi-VN" altLang="ja-JP" sz="1200" dirty="0"/>
              <a:t> Vietnam Economic Outlook 2026</a:t>
            </a:r>
            <a:r>
              <a:rPr lang="en-US" altLang="ja-JP" sz="1200" dirty="0"/>
              <a:t>”</a:t>
            </a:r>
            <a:endParaRPr kumimoji="1" lang="ja-JP" altLang="en-US" sz="1200"/>
          </a:p>
        </p:txBody>
      </p:sp>
      <p:pic>
        <p:nvPicPr>
          <p:cNvPr id="15" name="図 14" descr="挿絵 が含まれている画像&#10;&#10;AI 生成コンテンツは誤りを含む可能性があります。">
            <a:extLst>
              <a:ext uri="{FF2B5EF4-FFF2-40B4-BE49-F238E27FC236}">
                <a16:creationId xmlns:a16="http://schemas.microsoft.com/office/drawing/2014/main" id="{2F85AF4B-C2A8-1918-2A61-539D40A9A5E2}"/>
              </a:ext>
            </a:extLst>
          </p:cNvPr>
          <p:cNvPicPr>
            <a:picLocks noChangeAspect="1"/>
          </p:cNvPicPr>
          <p:nvPr/>
        </p:nvPicPr>
        <p:blipFill>
          <a:blip r:embed="rId3"/>
          <a:stretch>
            <a:fillRect/>
          </a:stretch>
        </p:blipFill>
        <p:spPr>
          <a:xfrm>
            <a:off x="6922125" y="5706342"/>
            <a:ext cx="2282719" cy="489586"/>
          </a:xfrm>
          <a:prstGeom prst="rect">
            <a:avLst/>
          </a:prstGeom>
        </p:spPr>
      </p:pic>
      <p:pic>
        <p:nvPicPr>
          <p:cNvPr id="8" name="図 7">
            <a:extLst>
              <a:ext uri="{FF2B5EF4-FFF2-40B4-BE49-F238E27FC236}">
                <a16:creationId xmlns:a16="http://schemas.microsoft.com/office/drawing/2014/main" id="{14387E31-CBD3-36AC-A764-64E044569D0B}"/>
              </a:ext>
            </a:extLst>
          </p:cNvPr>
          <p:cNvPicPr>
            <a:picLocks noChangeAspect="1"/>
          </p:cNvPicPr>
          <p:nvPr/>
        </p:nvPicPr>
        <p:blipFill>
          <a:blip r:embed="rId4"/>
          <a:stretch>
            <a:fillRect/>
          </a:stretch>
        </p:blipFill>
        <p:spPr>
          <a:xfrm>
            <a:off x="1246188" y="1949979"/>
            <a:ext cx="7772400" cy="3865853"/>
          </a:xfrm>
          <a:prstGeom prst="rect">
            <a:avLst/>
          </a:prstGeom>
        </p:spPr>
      </p:pic>
      <p:sp>
        <p:nvSpPr>
          <p:cNvPr id="12" name="テキスト ボックス 11">
            <a:extLst>
              <a:ext uri="{FF2B5EF4-FFF2-40B4-BE49-F238E27FC236}">
                <a16:creationId xmlns:a16="http://schemas.microsoft.com/office/drawing/2014/main" id="{2657D0F3-71F6-4D06-E42C-C571C63BC6B1}"/>
              </a:ext>
            </a:extLst>
          </p:cNvPr>
          <p:cNvSpPr txBox="1"/>
          <p:nvPr/>
        </p:nvSpPr>
        <p:spPr>
          <a:xfrm>
            <a:off x="2333213" y="1972272"/>
            <a:ext cx="2193477" cy="288147"/>
          </a:xfrm>
          <a:prstGeom prst="rect">
            <a:avLst/>
          </a:prstGeom>
          <a:solidFill>
            <a:schemeClr val="bg1"/>
          </a:solidFill>
        </p:spPr>
        <p:txBody>
          <a:bodyPr wrap="none" lIns="36000" tIns="36000" rIns="36000" bIns="36000" rtlCol="0" anchor="ctr">
            <a:spAutoFit/>
          </a:bodyPr>
          <a:lstStyle/>
          <a:p>
            <a:pPr>
              <a:spcBef>
                <a:spcPts val="600"/>
              </a:spcBef>
              <a:buSzPct val="100000"/>
            </a:pPr>
            <a:r>
              <a:rPr kumimoji="1" lang="ja-JP" altLang="en-US" sz="1400"/>
              <a:t>国内総産出（四半期ベース）</a:t>
            </a:r>
            <a:endParaRPr kumimoji="1" lang="ja-JP" altLang="en-US" sz="1400" dirty="0" err="1"/>
          </a:p>
        </p:txBody>
      </p:sp>
      <p:sp>
        <p:nvSpPr>
          <p:cNvPr id="13" name="テキスト ボックス 12">
            <a:extLst>
              <a:ext uri="{FF2B5EF4-FFF2-40B4-BE49-F238E27FC236}">
                <a16:creationId xmlns:a16="http://schemas.microsoft.com/office/drawing/2014/main" id="{44A7AD8A-435D-BBC9-9BE1-E9CE26001A82}"/>
              </a:ext>
            </a:extLst>
          </p:cNvPr>
          <p:cNvSpPr txBox="1"/>
          <p:nvPr/>
        </p:nvSpPr>
        <p:spPr>
          <a:xfrm>
            <a:off x="2333213" y="2254910"/>
            <a:ext cx="2440400" cy="288147"/>
          </a:xfrm>
          <a:prstGeom prst="rect">
            <a:avLst/>
          </a:prstGeom>
          <a:solidFill>
            <a:schemeClr val="bg1"/>
          </a:solidFill>
        </p:spPr>
        <p:txBody>
          <a:bodyPr wrap="square" lIns="36000" tIns="36000" rIns="36000" bIns="36000" rtlCol="0" anchor="ctr">
            <a:spAutoFit/>
          </a:bodyPr>
          <a:lstStyle/>
          <a:p>
            <a:pPr>
              <a:spcBef>
                <a:spcPts val="600"/>
              </a:spcBef>
              <a:buSzPct val="100000"/>
            </a:pPr>
            <a:r>
              <a:rPr kumimoji="1" lang="ja-JP" altLang="en-US" sz="1400"/>
              <a:t>製造業・建設業</a:t>
            </a:r>
            <a:endParaRPr kumimoji="1" lang="ja-JP" altLang="en-US" sz="1400" dirty="0" err="1"/>
          </a:p>
        </p:txBody>
      </p:sp>
      <p:sp>
        <p:nvSpPr>
          <p:cNvPr id="14" name="テキスト ボックス 13">
            <a:extLst>
              <a:ext uri="{FF2B5EF4-FFF2-40B4-BE49-F238E27FC236}">
                <a16:creationId xmlns:a16="http://schemas.microsoft.com/office/drawing/2014/main" id="{39F28A94-836F-0B28-009A-8DA8D234A986}"/>
              </a:ext>
            </a:extLst>
          </p:cNvPr>
          <p:cNvSpPr txBox="1"/>
          <p:nvPr/>
        </p:nvSpPr>
        <p:spPr>
          <a:xfrm>
            <a:off x="6027136" y="1982532"/>
            <a:ext cx="2792759" cy="288147"/>
          </a:xfrm>
          <a:prstGeom prst="rect">
            <a:avLst/>
          </a:prstGeom>
          <a:solidFill>
            <a:schemeClr val="bg1"/>
          </a:solidFill>
        </p:spPr>
        <p:txBody>
          <a:bodyPr wrap="square" lIns="36000" tIns="36000" rIns="36000" bIns="36000" rtlCol="0" anchor="ctr">
            <a:spAutoFit/>
          </a:bodyPr>
          <a:lstStyle/>
          <a:p>
            <a:pPr>
              <a:spcBef>
                <a:spcPts val="600"/>
              </a:spcBef>
              <a:buSzPct val="100000"/>
            </a:pPr>
            <a:r>
              <a:rPr lang="ja-JP" altLang="en-US" sz="1400"/>
              <a:t>農林水産業 </a:t>
            </a:r>
            <a:endParaRPr kumimoji="1" lang="ja-JP" altLang="en-US" sz="1400" dirty="0" err="1"/>
          </a:p>
        </p:txBody>
      </p:sp>
      <p:sp>
        <p:nvSpPr>
          <p:cNvPr id="16" name="テキスト ボックス 15">
            <a:extLst>
              <a:ext uri="{FF2B5EF4-FFF2-40B4-BE49-F238E27FC236}">
                <a16:creationId xmlns:a16="http://schemas.microsoft.com/office/drawing/2014/main" id="{BD80AF36-FEB0-FD40-D38D-26B3AFE2557C}"/>
              </a:ext>
            </a:extLst>
          </p:cNvPr>
          <p:cNvSpPr txBox="1"/>
          <p:nvPr/>
        </p:nvSpPr>
        <p:spPr>
          <a:xfrm>
            <a:off x="6027136" y="2253137"/>
            <a:ext cx="922295" cy="288147"/>
          </a:xfrm>
          <a:prstGeom prst="rect">
            <a:avLst/>
          </a:prstGeom>
          <a:solidFill>
            <a:schemeClr val="bg1"/>
          </a:solidFill>
        </p:spPr>
        <p:txBody>
          <a:bodyPr wrap="none" lIns="36000" tIns="36000" rIns="36000" bIns="36000" rtlCol="0" anchor="ctr">
            <a:spAutoFit/>
          </a:bodyPr>
          <a:lstStyle/>
          <a:p>
            <a:pPr>
              <a:spcBef>
                <a:spcPts val="600"/>
              </a:spcBef>
              <a:buSzPct val="100000"/>
            </a:pPr>
            <a:r>
              <a:rPr lang="ja-JP" altLang="en-US" sz="1400"/>
              <a:t>サービス業</a:t>
            </a:r>
            <a:endParaRPr kumimoji="1" lang="ja-JP" altLang="en-US" sz="1400" dirty="0" err="1"/>
          </a:p>
        </p:txBody>
      </p:sp>
      <p:sp>
        <p:nvSpPr>
          <p:cNvPr id="6" name="テキスト ボックス 5">
            <a:extLst>
              <a:ext uri="{FF2B5EF4-FFF2-40B4-BE49-F238E27FC236}">
                <a16:creationId xmlns:a16="http://schemas.microsoft.com/office/drawing/2014/main" id="{8907EEAE-48F7-22F0-851F-59B7CD1FFD23}"/>
              </a:ext>
            </a:extLst>
          </p:cNvPr>
          <p:cNvSpPr txBox="1"/>
          <p:nvPr/>
        </p:nvSpPr>
        <p:spPr>
          <a:xfrm>
            <a:off x="2726558" y="1558073"/>
            <a:ext cx="4286998"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solidFill>
                  <a:srgbClr val="004CA0"/>
                </a:solidFill>
              </a:rPr>
              <a:t>ベトナムの</a:t>
            </a:r>
            <a:r>
              <a:rPr kumimoji="1" lang="vi-VN" altLang="ja-JP" sz="2000" b="1" dirty="0">
                <a:solidFill>
                  <a:srgbClr val="004CA0"/>
                </a:solidFill>
              </a:rPr>
              <a:t>GDP</a:t>
            </a:r>
            <a:r>
              <a:rPr kumimoji="1" lang="ja-JP" altLang="en-US" sz="2000" b="1">
                <a:solidFill>
                  <a:srgbClr val="004CA0"/>
                </a:solidFill>
              </a:rPr>
              <a:t>セクター別成長率（％）</a:t>
            </a:r>
          </a:p>
        </p:txBody>
      </p:sp>
    </p:spTree>
    <p:extLst>
      <p:ext uri="{BB962C8B-B14F-4D97-AF65-F5344CB8AC3E}">
        <p14:creationId xmlns:p14="http://schemas.microsoft.com/office/powerpoint/2010/main" val="1457918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89335-0FE0-1627-DA5E-A7D58D0AC669}"/>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A4D5EF3-3613-F3E2-5315-09BDE7665E0D}"/>
              </a:ext>
            </a:extLst>
          </p:cNvPr>
          <p:cNvSpPr>
            <a:spLocks noGrp="1"/>
          </p:cNvSpPr>
          <p:nvPr>
            <p:ph type="body" sz="quarter" idx="15"/>
          </p:nvPr>
        </p:nvSpPr>
        <p:spPr>
          <a:xfrm>
            <a:off x="1" y="620688"/>
            <a:ext cx="9777536" cy="480575"/>
          </a:xfrm>
          <a:noFill/>
          <a:ln>
            <a:noFill/>
          </a:ln>
        </p:spPr>
        <p:txBody>
          <a:bodyPr/>
          <a:lstStyle/>
          <a:p>
            <a:pPr algn="ctr"/>
            <a:r>
              <a:rPr kumimoji="1" lang="ja-JP" altLang="en-US" sz="2400"/>
              <a:t>ベトナムで最も価値のあるブランド </a:t>
            </a:r>
            <a:r>
              <a:rPr kumimoji="1" lang="vi-VN" altLang="ja-JP" sz="2400" dirty="0"/>
              <a:t>TOP10</a:t>
            </a:r>
            <a:r>
              <a:rPr kumimoji="1" lang="ja-JP" altLang="vi-VN" sz="2400"/>
              <a:t>（</a:t>
            </a:r>
            <a:r>
              <a:rPr kumimoji="1" lang="vi-VN" altLang="ja-JP" sz="2400" dirty="0"/>
              <a:t>2025</a:t>
            </a:r>
            <a:r>
              <a:rPr kumimoji="1" lang="ja-JP" altLang="en-US" sz="2400"/>
              <a:t>年）</a:t>
            </a:r>
          </a:p>
        </p:txBody>
      </p:sp>
      <p:sp>
        <p:nvSpPr>
          <p:cNvPr id="3" name="テキスト プレースホルダー 2">
            <a:extLst>
              <a:ext uri="{FF2B5EF4-FFF2-40B4-BE49-F238E27FC236}">
                <a16:creationId xmlns:a16="http://schemas.microsoft.com/office/drawing/2014/main" id="{83DF8ED3-77F4-7449-D243-1AED5C0099FA}"/>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99E1E85C-FB83-DA11-0802-40AA5978F3AC}"/>
              </a:ext>
            </a:extLst>
          </p:cNvPr>
          <p:cNvSpPr>
            <a:spLocks noGrp="1"/>
          </p:cNvSpPr>
          <p:nvPr>
            <p:ph type="body" sz="quarter" idx="17"/>
          </p:nvPr>
        </p:nvSpPr>
        <p:spPr>
          <a:xfrm>
            <a:off x="2432720" y="5648098"/>
            <a:ext cx="3600400" cy="288925"/>
          </a:xfrm>
        </p:spPr>
        <p:txBody>
          <a:bodyPr>
            <a:normAutofit fontScale="92500"/>
          </a:bodyPr>
          <a:lstStyle/>
          <a:p>
            <a:r>
              <a:rPr kumimoji="1" lang="ja-JP" altLang="en-US" sz="1200"/>
              <a:t>出所：ブランドファイナンス社「ベトナム</a:t>
            </a:r>
            <a:r>
              <a:rPr kumimoji="1" lang="en-US" altLang="ja-JP" sz="1200" dirty="0"/>
              <a:t>100 2025</a:t>
            </a:r>
            <a:r>
              <a:rPr kumimoji="1" lang="ja-JP" altLang="en-US" sz="1200"/>
              <a:t>」レポート</a:t>
            </a:r>
          </a:p>
        </p:txBody>
      </p:sp>
      <p:pic>
        <p:nvPicPr>
          <p:cNvPr id="15" name="図 14" descr="挿絵 が含まれている画像&#10;&#10;AI 生成コンテンツは誤りを含む可能性があります。">
            <a:extLst>
              <a:ext uri="{FF2B5EF4-FFF2-40B4-BE49-F238E27FC236}">
                <a16:creationId xmlns:a16="http://schemas.microsoft.com/office/drawing/2014/main" id="{3CEE2F27-76AF-CECD-8BF4-4BB42B589EF1}"/>
              </a:ext>
            </a:extLst>
          </p:cNvPr>
          <p:cNvPicPr>
            <a:picLocks noChangeAspect="1"/>
          </p:cNvPicPr>
          <p:nvPr/>
        </p:nvPicPr>
        <p:blipFill>
          <a:blip r:embed="rId3"/>
          <a:stretch>
            <a:fillRect/>
          </a:stretch>
        </p:blipFill>
        <p:spPr>
          <a:xfrm>
            <a:off x="6082233" y="5535251"/>
            <a:ext cx="1977751" cy="424178"/>
          </a:xfrm>
          <a:prstGeom prst="rect">
            <a:avLst/>
          </a:prstGeom>
        </p:spPr>
      </p:pic>
      <p:graphicFrame>
        <p:nvGraphicFramePr>
          <p:cNvPr id="5" name="グラフ 4">
            <a:extLst>
              <a:ext uri="{FF2B5EF4-FFF2-40B4-BE49-F238E27FC236}">
                <a16:creationId xmlns:a16="http://schemas.microsoft.com/office/drawing/2014/main" id="{6B54C7F6-F7E3-582E-BF75-B1689018C4E8}"/>
              </a:ext>
            </a:extLst>
          </p:cNvPr>
          <p:cNvGraphicFramePr/>
          <p:nvPr>
            <p:extLst>
              <p:ext uri="{D42A27DB-BD31-4B8C-83A1-F6EECF244321}">
                <p14:modId xmlns:p14="http://schemas.microsoft.com/office/powerpoint/2010/main" val="2585905079"/>
              </p:ext>
            </p:extLst>
          </p:nvPr>
        </p:nvGraphicFramePr>
        <p:xfrm>
          <a:off x="2299072" y="1227666"/>
          <a:ext cx="6604000" cy="4402667"/>
        </p:xfrm>
        <a:graphic>
          <a:graphicData uri="http://schemas.openxmlformats.org/drawingml/2006/chart">
            <c:chart xmlns:c="http://schemas.openxmlformats.org/drawingml/2006/chart" xmlns:r="http://schemas.openxmlformats.org/officeDocument/2006/relationships" r:id="rId4"/>
          </a:graphicData>
        </a:graphic>
      </p:graphicFrame>
      <p:sp>
        <p:nvSpPr>
          <p:cNvPr id="6" name="テキスト ボックス 5">
            <a:extLst>
              <a:ext uri="{FF2B5EF4-FFF2-40B4-BE49-F238E27FC236}">
                <a16:creationId xmlns:a16="http://schemas.microsoft.com/office/drawing/2014/main" id="{070B5CF9-D3FE-B570-775A-23467E6CC36E}"/>
              </a:ext>
            </a:extLst>
          </p:cNvPr>
          <p:cNvSpPr txBox="1"/>
          <p:nvPr/>
        </p:nvSpPr>
        <p:spPr>
          <a:xfrm>
            <a:off x="7194707" y="2348880"/>
            <a:ext cx="1574717" cy="318924"/>
          </a:xfrm>
          <a:prstGeom prst="rect">
            <a:avLst/>
          </a:prstGeom>
          <a:noFill/>
        </p:spPr>
        <p:txBody>
          <a:bodyPr wrap="none" lIns="36000" tIns="36000" rIns="36000" bIns="36000" rtlCol="0" anchor="ctr">
            <a:spAutoFit/>
          </a:bodyPr>
          <a:lstStyle/>
          <a:p>
            <a:pPr>
              <a:spcBef>
                <a:spcPts val="600"/>
              </a:spcBef>
              <a:buSzPct val="100000"/>
            </a:pPr>
            <a:r>
              <a:rPr kumimoji="1" lang="ja-JP" altLang="en-US" sz="1600"/>
              <a:t>単位：</a:t>
            </a:r>
            <a:r>
              <a:rPr kumimoji="1" lang="en-US" altLang="ja-JP" sz="1600" dirty="0"/>
              <a:t>10</a:t>
            </a:r>
            <a:r>
              <a:rPr kumimoji="1" lang="ja-JP" altLang="en-US" sz="1600"/>
              <a:t>億米ドル</a:t>
            </a:r>
            <a:endParaRPr kumimoji="1" lang="ja-JP" altLang="en-US" sz="1600" dirty="0" err="1"/>
          </a:p>
        </p:txBody>
      </p:sp>
      <p:pic>
        <p:nvPicPr>
          <p:cNvPr id="7" name="図 6">
            <a:extLst>
              <a:ext uri="{FF2B5EF4-FFF2-40B4-BE49-F238E27FC236}">
                <a16:creationId xmlns:a16="http://schemas.microsoft.com/office/drawing/2014/main" id="{153F05CF-8221-4EC3-86E2-50DBDCA68864}"/>
              </a:ext>
            </a:extLst>
          </p:cNvPr>
          <p:cNvPicPr>
            <a:picLocks noChangeAspect="1"/>
          </p:cNvPicPr>
          <p:nvPr/>
        </p:nvPicPr>
        <p:blipFill>
          <a:blip r:embed="rId5"/>
          <a:stretch>
            <a:fillRect/>
          </a:stretch>
        </p:blipFill>
        <p:spPr>
          <a:xfrm>
            <a:off x="1356992" y="1797256"/>
            <a:ext cx="885810" cy="313724"/>
          </a:xfrm>
          <a:prstGeom prst="rect">
            <a:avLst/>
          </a:prstGeom>
        </p:spPr>
      </p:pic>
      <p:pic>
        <p:nvPicPr>
          <p:cNvPr id="8" name="図 7">
            <a:extLst>
              <a:ext uri="{FF2B5EF4-FFF2-40B4-BE49-F238E27FC236}">
                <a16:creationId xmlns:a16="http://schemas.microsoft.com/office/drawing/2014/main" id="{4688EBAE-2BAC-57B5-3749-FD5D21D8F1BB}"/>
              </a:ext>
            </a:extLst>
          </p:cNvPr>
          <p:cNvPicPr>
            <a:picLocks noChangeAspect="1"/>
          </p:cNvPicPr>
          <p:nvPr/>
        </p:nvPicPr>
        <p:blipFill>
          <a:blip r:embed="rId6"/>
          <a:stretch>
            <a:fillRect/>
          </a:stretch>
        </p:blipFill>
        <p:spPr>
          <a:xfrm>
            <a:off x="1303780" y="2165628"/>
            <a:ext cx="992234" cy="327127"/>
          </a:xfrm>
          <a:prstGeom prst="rect">
            <a:avLst/>
          </a:prstGeom>
        </p:spPr>
      </p:pic>
      <p:pic>
        <p:nvPicPr>
          <p:cNvPr id="9" name="図 8">
            <a:extLst>
              <a:ext uri="{FF2B5EF4-FFF2-40B4-BE49-F238E27FC236}">
                <a16:creationId xmlns:a16="http://schemas.microsoft.com/office/drawing/2014/main" id="{7E757EBD-1063-A804-88D1-9306548A0B29}"/>
              </a:ext>
            </a:extLst>
          </p:cNvPr>
          <p:cNvPicPr>
            <a:picLocks noChangeAspect="1"/>
          </p:cNvPicPr>
          <p:nvPr/>
        </p:nvPicPr>
        <p:blipFill>
          <a:blip r:embed="rId7"/>
          <a:stretch>
            <a:fillRect/>
          </a:stretch>
        </p:blipFill>
        <p:spPr>
          <a:xfrm>
            <a:off x="1383895" y="2516297"/>
            <a:ext cx="913648" cy="310640"/>
          </a:xfrm>
          <a:prstGeom prst="rect">
            <a:avLst/>
          </a:prstGeom>
        </p:spPr>
      </p:pic>
      <p:pic>
        <p:nvPicPr>
          <p:cNvPr id="10" name="図 9">
            <a:extLst>
              <a:ext uri="{FF2B5EF4-FFF2-40B4-BE49-F238E27FC236}">
                <a16:creationId xmlns:a16="http://schemas.microsoft.com/office/drawing/2014/main" id="{1521D2EE-B813-CC71-05FA-70577CF8FBEF}"/>
              </a:ext>
            </a:extLst>
          </p:cNvPr>
          <p:cNvPicPr>
            <a:picLocks noChangeAspect="1"/>
          </p:cNvPicPr>
          <p:nvPr/>
        </p:nvPicPr>
        <p:blipFill>
          <a:blip r:embed="rId8"/>
          <a:stretch>
            <a:fillRect/>
          </a:stretch>
        </p:blipFill>
        <p:spPr>
          <a:xfrm>
            <a:off x="1236608" y="2871169"/>
            <a:ext cx="1126577" cy="304176"/>
          </a:xfrm>
          <a:prstGeom prst="rect">
            <a:avLst/>
          </a:prstGeom>
        </p:spPr>
      </p:pic>
      <p:pic>
        <p:nvPicPr>
          <p:cNvPr id="11" name="図 10">
            <a:extLst>
              <a:ext uri="{FF2B5EF4-FFF2-40B4-BE49-F238E27FC236}">
                <a16:creationId xmlns:a16="http://schemas.microsoft.com/office/drawing/2014/main" id="{AA900400-233E-F099-7CB8-B44099AC8BE6}"/>
              </a:ext>
            </a:extLst>
          </p:cNvPr>
          <p:cNvPicPr>
            <a:picLocks noChangeAspect="1"/>
          </p:cNvPicPr>
          <p:nvPr/>
        </p:nvPicPr>
        <p:blipFill>
          <a:blip r:embed="rId9"/>
          <a:stretch>
            <a:fillRect/>
          </a:stretch>
        </p:blipFill>
        <p:spPr>
          <a:xfrm>
            <a:off x="1082289" y="3344575"/>
            <a:ext cx="1224136" cy="168847"/>
          </a:xfrm>
          <a:prstGeom prst="rect">
            <a:avLst/>
          </a:prstGeom>
        </p:spPr>
      </p:pic>
      <p:pic>
        <p:nvPicPr>
          <p:cNvPr id="12" name="図 11">
            <a:extLst>
              <a:ext uri="{FF2B5EF4-FFF2-40B4-BE49-F238E27FC236}">
                <a16:creationId xmlns:a16="http://schemas.microsoft.com/office/drawing/2014/main" id="{98E12097-F0E3-04B6-2898-01826E21CF40}"/>
              </a:ext>
            </a:extLst>
          </p:cNvPr>
          <p:cNvPicPr>
            <a:picLocks noChangeAspect="1"/>
          </p:cNvPicPr>
          <p:nvPr/>
        </p:nvPicPr>
        <p:blipFill>
          <a:blip r:embed="rId10"/>
          <a:stretch>
            <a:fillRect/>
          </a:stretch>
        </p:blipFill>
        <p:spPr>
          <a:xfrm>
            <a:off x="1378823" y="3593403"/>
            <a:ext cx="792088" cy="253692"/>
          </a:xfrm>
          <a:prstGeom prst="rect">
            <a:avLst/>
          </a:prstGeom>
        </p:spPr>
      </p:pic>
      <p:pic>
        <p:nvPicPr>
          <p:cNvPr id="13" name="図 12">
            <a:extLst>
              <a:ext uri="{FF2B5EF4-FFF2-40B4-BE49-F238E27FC236}">
                <a16:creationId xmlns:a16="http://schemas.microsoft.com/office/drawing/2014/main" id="{324EA02A-ECE9-3026-3565-A049EEC4FAC2}"/>
              </a:ext>
            </a:extLst>
          </p:cNvPr>
          <p:cNvPicPr>
            <a:picLocks noChangeAspect="1"/>
          </p:cNvPicPr>
          <p:nvPr/>
        </p:nvPicPr>
        <p:blipFill>
          <a:blip r:embed="rId11"/>
          <a:stretch>
            <a:fillRect/>
          </a:stretch>
        </p:blipFill>
        <p:spPr>
          <a:xfrm>
            <a:off x="1378823" y="3885739"/>
            <a:ext cx="792088" cy="417166"/>
          </a:xfrm>
          <a:prstGeom prst="rect">
            <a:avLst/>
          </a:prstGeom>
        </p:spPr>
      </p:pic>
      <p:pic>
        <p:nvPicPr>
          <p:cNvPr id="14" name="図 13">
            <a:extLst>
              <a:ext uri="{FF2B5EF4-FFF2-40B4-BE49-F238E27FC236}">
                <a16:creationId xmlns:a16="http://schemas.microsoft.com/office/drawing/2014/main" id="{8A206786-A963-8406-5CFF-010E79CF9620}"/>
              </a:ext>
            </a:extLst>
          </p:cNvPr>
          <p:cNvPicPr>
            <a:picLocks noChangeAspect="1"/>
          </p:cNvPicPr>
          <p:nvPr/>
        </p:nvPicPr>
        <p:blipFill>
          <a:blip r:embed="rId12"/>
          <a:srcRect l="11256" t="35016" r="12201" b="37243"/>
          <a:stretch>
            <a:fillRect/>
          </a:stretch>
        </p:blipFill>
        <p:spPr>
          <a:xfrm>
            <a:off x="971804" y="4270358"/>
            <a:ext cx="1656184" cy="400163"/>
          </a:xfrm>
          <a:prstGeom prst="rect">
            <a:avLst/>
          </a:prstGeom>
        </p:spPr>
      </p:pic>
      <p:pic>
        <p:nvPicPr>
          <p:cNvPr id="16" name="図 15">
            <a:extLst>
              <a:ext uri="{FF2B5EF4-FFF2-40B4-BE49-F238E27FC236}">
                <a16:creationId xmlns:a16="http://schemas.microsoft.com/office/drawing/2014/main" id="{528B9ED0-9471-2156-6370-EF87419527C4}"/>
              </a:ext>
            </a:extLst>
          </p:cNvPr>
          <p:cNvPicPr>
            <a:picLocks noChangeAspect="1"/>
          </p:cNvPicPr>
          <p:nvPr/>
        </p:nvPicPr>
        <p:blipFill>
          <a:blip r:embed="rId13"/>
          <a:stretch>
            <a:fillRect/>
          </a:stretch>
        </p:blipFill>
        <p:spPr>
          <a:xfrm>
            <a:off x="850761" y="4736987"/>
            <a:ext cx="1979916" cy="356797"/>
          </a:xfrm>
          <a:prstGeom prst="rect">
            <a:avLst/>
          </a:prstGeom>
        </p:spPr>
      </p:pic>
      <p:pic>
        <p:nvPicPr>
          <p:cNvPr id="17" name="図 16">
            <a:extLst>
              <a:ext uri="{FF2B5EF4-FFF2-40B4-BE49-F238E27FC236}">
                <a16:creationId xmlns:a16="http://schemas.microsoft.com/office/drawing/2014/main" id="{DC8B2A2F-39B4-00C8-17AE-AFE28B39E59D}"/>
              </a:ext>
            </a:extLst>
          </p:cNvPr>
          <p:cNvPicPr>
            <a:picLocks noChangeAspect="1"/>
          </p:cNvPicPr>
          <p:nvPr/>
        </p:nvPicPr>
        <p:blipFill>
          <a:blip r:embed="rId14"/>
          <a:stretch>
            <a:fillRect/>
          </a:stretch>
        </p:blipFill>
        <p:spPr>
          <a:xfrm>
            <a:off x="1356992" y="5127773"/>
            <a:ext cx="661033" cy="407637"/>
          </a:xfrm>
          <a:prstGeom prst="rect">
            <a:avLst/>
          </a:prstGeom>
        </p:spPr>
      </p:pic>
    </p:spTree>
    <p:extLst>
      <p:ext uri="{BB962C8B-B14F-4D97-AF65-F5344CB8AC3E}">
        <p14:creationId xmlns:p14="http://schemas.microsoft.com/office/powerpoint/2010/main" val="133078234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25B85-55CE-19A6-7B93-0BB56B69F9A5}"/>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9E37374-9EDA-AEDB-AA8B-3A95DCE52CD1}"/>
              </a:ext>
            </a:extLst>
          </p:cNvPr>
          <p:cNvSpPr>
            <a:spLocks noGrp="1"/>
          </p:cNvSpPr>
          <p:nvPr>
            <p:ph type="body" sz="quarter" idx="15"/>
          </p:nvPr>
        </p:nvSpPr>
        <p:spPr>
          <a:xfrm>
            <a:off x="1784648" y="620688"/>
            <a:ext cx="6912767" cy="480575"/>
          </a:xfrm>
          <a:noFill/>
          <a:ln>
            <a:noFill/>
          </a:ln>
        </p:spPr>
        <p:txBody>
          <a:bodyPr/>
          <a:lstStyle/>
          <a:p>
            <a:pPr algn="ctr"/>
            <a:r>
              <a:rPr kumimoji="1" lang="ja-JP" altLang="en-US" sz="2400">
                <a:solidFill>
                  <a:schemeClr val="tx1"/>
                </a:solidFill>
              </a:rPr>
              <a:t>現在、ベトナムの人口の</a:t>
            </a:r>
            <a:r>
              <a:rPr kumimoji="1" lang="en-US" altLang="ja-JP" sz="2400" dirty="0">
                <a:solidFill>
                  <a:schemeClr val="tx1"/>
                </a:solidFill>
              </a:rPr>
              <a:t>67.8%</a:t>
            </a:r>
            <a:r>
              <a:rPr kumimoji="1" lang="ja-JP" altLang="en-US" sz="2400">
                <a:solidFill>
                  <a:schemeClr val="tx1"/>
                </a:solidFill>
              </a:rPr>
              <a:t>が労働年齢層</a:t>
            </a:r>
          </a:p>
        </p:txBody>
      </p:sp>
      <p:sp>
        <p:nvSpPr>
          <p:cNvPr id="3" name="テキスト プレースホルダー 2">
            <a:extLst>
              <a:ext uri="{FF2B5EF4-FFF2-40B4-BE49-F238E27FC236}">
                <a16:creationId xmlns:a16="http://schemas.microsoft.com/office/drawing/2014/main" id="{8D544D1A-0330-F612-D162-6836544BFB76}"/>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D47D8D5A-E978-D58F-D8F1-F518139D2DB5}"/>
              </a:ext>
            </a:extLst>
          </p:cNvPr>
          <p:cNvSpPr>
            <a:spLocks noGrp="1"/>
          </p:cNvSpPr>
          <p:nvPr>
            <p:ph type="body" sz="quarter" idx="17"/>
          </p:nvPr>
        </p:nvSpPr>
        <p:spPr>
          <a:xfrm>
            <a:off x="2613462" y="6062127"/>
            <a:ext cx="3275642" cy="311331"/>
          </a:xfrm>
        </p:spPr>
        <p:txBody>
          <a:bodyPr>
            <a:normAutofit fontScale="92500"/>
          </a:bodyPr>
          <a:lstStyle/>
          <a:p>
            <a:r>
              <a:rPr kumimoji="1" lang="ja-JP" altLang="en-US" sz="1200"/>
              <a:t>出所：</a:t>
            </a:r>
            <a:r>
              <a:rPr kumimoji="1" lang="vi-VN" altLang="ja-JP" sz="1200" dirty="0"/>
              <a:t>KPMG</a:t>
            </a:r>
            <a:r>
              <a:rPr kumimoji="1" lang="ja-JP" altLang="vi-VN" sz="1200"/>
              <a:t>　” </a:t>
            </a:r>
            <a:r>
              <a:rPr kumimoji="1" lang="vi-VN" altLang="ja-JP" sz="1200" dirty="0"/>
              <a:t>Vietnam Economic Outlook 2026”</a:t>
            </a:r>
          </a:p>
        </p:txBody>
      </p:sp>
      <p:pic>
        <p:nvPicPr>
          <p:cNvPr id="15" name="図 14" descr="挿絵 が含まれている画像&#10;&#10;AI 生成コンテンツは誤りを含む可能性があります。">
            <a:extLst>
              <a:ext uri="{FF2B5EF4-FFF2-40B4-BE49-F238E27FC236}">
                <a16:creationId xmlns:a16="http://schemas.microsoft.com/office/drawing/2014/main" id="{86222BF9-1374-419B-7335-5AE013B9DE1E}"/>
              </a:ext>
            </a:extLst>
          </p:cNvPr>
          <p:cNvPicPr>
            <a:picLocks noChangeAspect="1"/>
          </p:cNvPicPr>
          <p:nvPr/>
        </p:nvPicPr>
        <p:blipFill>
          <a:blip r:embed="rId3"/>
          <a:stretch>
            <a:fillRect/>
          </a:stretch>
        </p:blipFill>
        <p:spPr>
          <a:xfrm>
            <a:off x="6393160" y="5900126"/>
            <a:ext cx="1977751" cy="424178"/>
          </a:xfrm>
          <a:prstGeom prst="rect">
            <a:avLst/>
          </a:prstGeom>
        </p:spPr>
      </p:pic>
      <p:pic>
        <p:nvPicPr>
          <p:cNvPr id="7" name="図 6" descr="グラフ, 棒グラフ&#10;&#10;AI 生成コンテンツは誤りを含む可能性があります。">
            <a:extLst>
              <a:ext uri="{FF2B5EF4-FFF2-40B4-BE49-F238E27FC236}">
                <a16:creationId xmlns:a16="http://schemas.microsoft.com/office/drawing/2014/main" id="{1F44740E-C64E-54C8-095D-6EF01973F639}"/>
              </a:ext>
            </a:extLst>
          </p:cNvPr>
          <p:cNvPicPr>
            <a:picLocks noChangeAspect="1"/>
          </p:cNvPicPr>
          <p:nvPr/>
        </p:nvPicPr>
        <p:blipFill>
          <a:blip r:embed="rId4"/>
          <a:stretch>
            <a:fillRect/>
          </a:stretch>
        </p:blipFill>
        <p:spPr>
          <a:xfrm>
            <a:off x="2717006" y="1779296"/>
            <a:ext cx="5434310" cy="4242044"/>
          </a:xfrm>
          <a:prstGeom prst="rect">
            <a:avLst/>
          </a:prstGeom>
        </p:spPr>
      </p:pic>
      <p:sp>
        <p:nvSpPr>
          <p:cNvPr id="6" name="テキスト ボックス 5">
            <a:extLst>
              <a:ext uri="{FF2B5EF4-FFF2-40B4-BE49-F238E27FC236}">
                <a16:creationId xmlns:a16="http://schemas.microsoft.com/office/drawing/2014/main" id="{DE10BD80-AF0A-2390-431F-CA9127DF7CD5}"/>
              </a:ext>
            </a:extLst>
          </p:cNvPr>
          <p:cNvSpPr txBox="1"/>
          <p:nvPr/>
        </p:nvSpPr>
        <p:spPr>
          <a:xfrm>
            <a:off x="2717006" y="1227413"/>
            <a:ext cx="5434310" cy="380480"/>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000" b="1">
                <a:solidFill>
                  <a:srgbClr val="004CA0"/>
                </a:solidFill>
              </a:rPr>
              <a:t>ベトナム人口ピラミッド（</a:t>
            </a:r>
            <a:r>
              <a:rPr kumimoji="1" lang="en-US" altLang="ja-JP" sz="2000" b="1" dirty="0">
                <a:solidFill>
                  <a:srgbClr val="004CA0"/>
                </a:solidFill>
              </a:rPr>
              <a:t>2024</a:t>
            </a:r>
            <a:r>
              <a:rPr kumimoji="1" lang="ja-JP" altLang="en-US" sz="2000" b="1">
                <a:solidFill>
                  <a:srgbClr val="004CA0"/>
                </a:solidFill>
              </a:rPr>
              <a:t>年）</a:t>
            </a:r>
          </a:p>
        </p:txBody>
      </p:sp>
    </p:spTree>
    <p:extLst>
      <p:ext uri="{BB962C8B-B14F-4D97-AF65-F5344CB8AC3E}">
        <p14:creationId xmlns:p14="http://schemas.microsoft.com/office/powerpoint/2010/main" val="273662704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F286-F3F0-7B53-DD96-DE3B6743B1F8}"/>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EFA3280-E35E-3D17-EF4D-69B7133BF5B4}"/>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400">
                <a:solidFill>
                  <a:schemeClr val="tx1"/>
                </a:solidFill>
              </a:rPr>
              <a:t>ベトナム共産党中央組織図</a:t>
            </a:r>
          </a:p>
        </p:txBody>
      </p:sp>
      <p:sp>
        <p:nvSpPr>
          <p:cNvPr id="3" name="テキスト プレースホルダー 2">
            <a:extLst>
              <a:ext uri="{FF2B5EF4-FFF2-40B4-BE49-F238E27FC236}">
                <a16:creationId xmlns:a16="http://schemas.microsoft.com/office/drawing/2014/main" id="{41275C91-AEB5-AD90-4403-1FE2116E1870}"/>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3F5688CC-1AB8-4285-247C-0A0E957881E8}"/>
              </a:ext>
            </a:extLst>
          </p:cNvPr>
          <p:cNvSpPr>
            <a:spLocks noGrp="1"/>
          </p:cNvSpPr>
          <p:nvPr>
            <p:ph type="body" sz="quarter" idx="17"/>
          </p:nvPr>
        </p:nvSpPr>
        <p:spPr>
          <a:xfrm>
            <a:off x="704528" y="4853779"/>
            <a:ext cx="9072000" cy="288925"/>
          </a:xfrm>
        </p:spPr>
        <p:txBody>
          <a:bodyPr>
            <a:normAutofit/>
          </a:bodyPr>
          <a:lstStyle/>
          <a:p>
            <a:r>
              <a:rPr kumimoji="1" lang="ja-JP" altLang="en-US" sz="1200"/>
              <a:t>出所：</a:t>
            </a:r>
            <a:r>
              <a:rPr lang="en-US" altLang="ja-JP" sz="1200" dirty="0"/>
              <a:t>InfoBase</a:t>
            </a:r>
            <a:r>
              <a:rPr lang="ja-JP" altLang="en-US" sz="1200"/>
              <a:t>作成</a:t>
            </a:r>
            <a:endParaRPr kumimoji="1" lang="ja-JP" altLang="en-US" sz="120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F1CC3FF4-99A0-BD80-40F4-0DB309865D71}"/>
              </a:ext>
            </a:extLst>
          </p:cNvPr>
          <p:cNvPicPr>
            <a:picLocks noChangeAspect="1"/>
          </p:cNvPicPr>
          <p:nvPr/>
        </p:nvPicPr>
        <p:blipFill>
          <a:blip r:embed="rId3"/>
          <a:stretch>
            <a:fillRect/>
          </a:stretch>
        </p:blipFill>
        <p:spPr>
          <a:xfrm>
            <a:off x="6537176" y="4399264"/>
            <a:ext cx="2792760" cy="598977"/>
          </a:xfrm>
          <a:prstGeom prst="rect">
            <a:avLst/>
          </a:prstGeom>
        </p:spPr>
      </p:pic>
      <p:sp>
        <p:nvSpPr>
          <p:cNvPr id="11" name="正方形/長方形 10">
            <a:extLst>
              <a:ext uri="{FF2B5EF4-FFF2-40B4-BE49-F238E27FC236}">
                <a16:creationId xmlns:a16="http://schemas.microsoft.com/office/drawing/2014/main" id="{CE02B6D9-69B9-FE1E-ED51-C092B5D32BAF}"/>
              </a:ext>
            </a:extLst>
          </p:cNvPr>
          <p:cNvSpPr/>
          <p:nvPr/>
        </p:nvSpPr>
        <p:spPr bwMode="gray">
          <a:xfrm>
            <a:off x="4232920" y="1556792"/>
            <a:ext cx="2304256" cy="383157"/>
          </a:xfrm>
          <a:prstGeom prst="rect">
            <a:avLst/>
          </a:prstGeom>
          <a:solidFill>
            <a:srgbClr val="00A3E0"/>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rPr>
              <a:t>党大会</a:t>
            </a:r>
            <a:endParaRPr kumimoji="1" lang="ja-JP" altLang="en-US" sz="1400" dirty="0">
              <a:solidFill>
                <a:schemeClr val="bg1"/>
              </a:solidFill>
            </a:endParaRPr>
          </a:p>
        </p:txBody>
      </p:sp>
      <p:sp>
        <p:nvSpPr>
          <p:cNvPr id="12" name="正方形/長方形 11">
            <a:extLst>
              <a:ext uri="{FF2B5EF4-FFF2-40B4-BE49-F238E27FC236}">
                <a16:creationId xmlns:a16="http://schemas.microsoft.com/office/drawing/2014/main" id="{6942D8DD-A520-5546-94F4-91BB871B8760}"/>
              </a:ext>
            </a:extLst>
          </p:cNvPr>
          <p:cNvSpPr/>
          <p:nvPr/>
        </p:nvSpPr>
        <p:spPr bwMode="gray">
          <a:xfrm>
            <a:off x="4232920" y="2127786"/>
            <a:ext cx="2304256" cy="383157"/>
          </a:xfrm>
          <a:prstGeom prst="rect">
            <a:avLst/>
          </a:prstGeom>
          <a:solidFill>
            <a:srgbClr val="00A3E0"/>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rPr>
              <a:t>中央委員会</a:t>
            </a:r>
            <a:endParaRPr kumimoji="1" lang="ja-JP" altLang="en-US" sz="1400" dirty="0">
              <a:solidFill>
                <a:schemeClr val="bg1"/>
              </a:solidFill>
            </a:endParaRPr>
          </a:p>
        </p:txBody>
      </p:sp>
      <p:sp>
        <p:nvSpPr>
          <p:cNvPr id="13" name="正方形/長方形 12">
            <a:extLst>
              <a:ext uri="{FF2B5EF4-FFF2-40B4-BE49-F238E27FC236}">
                <a16:creationId xmlns:a16="http://schemas.microsoft.com/office/drawing/2014/main" id="{55FC34A3-0703-44A9-4BE6-FAD3AEAFCA0F}"/>
              </a:ext>
            </a:extLst>
          </p:cNvPr>
          <p:cNvSpPr/>
          <p:nvPr/>
        </p:nvSpPr>
        <p:spPr bwMode="gray">
          <a:xfrm>
            <a:off x="4232920" y="2780363"/>
            <a:ext cx="2304256" cy="383157"/>
          </a:xfrm>
          <a:prstGeom prst="rect">
            <a:avLst/>
          </a:prstGeom>
          <a:solidFill>
            <a:srgbClr val="00A3E0"/>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rPr>
              <a:t>政治局</a:t>
            </a:r>
            <a:endParaRPr kumimoji="1" lang="ja-JP" altLang="en-US" sz="1400" dirty="0">
              <a:solidFill>
                <a:schemeClr val="bg1"/>
              </a:solidFill>
            </a:endParaRPr>
          </a:p>
        </p:txBody>
      </p:sp>
      <p:sp>
        <p:nvSpPr>
          <p:cNvPr id="14" name="正方形/長方形 13">
            <a:extLst>
              <a:ext uri="{FF2B5EF4-FFF2-40B4-BE49-F238E27FC236}">
                <a16:creationId xmlns:a16="http://schemas.microsoft.com/office/drawing/2014/main" id="{131F7AAA-210E-7316-1925-FCF8A1D65EA0}"/>
              </a:ext>
            </a:extLst>
          </p:cNvPr>
          <p:cNvSpPr/>
          <p:nvPr/>
        </p:nvSpPr>
        <p:spPr bwMode="gray">
          <a:xfrm>
            <a:off x="4232920" y="3432940"/>
            <a:ext cx="2304256" cy="383157"/>
          </a:xfrm>
          <a:prstGeom prst="rect">
            <a:avLst/>
          </a:prstGeom>
          <a:solidFill>
            <a:srgbClr val="00A3E0"/>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rPr>
              <a:t>書記長</a:t>
            </a:r>
            <a:endParaRPr kumimoji="1" lang="ja-JP" altLang="en-US" sz="1400" dirty="0">
              <a:solidFill>
                <a:schemeClr val="bg1"/>
              </a:solidFill>
            </a:endParaRPr>
          </a:p>
        </p:txBody>
      </p:sp>
      <p:sp>
        <p:nvSpPr>
          <p:cNvPr id="15" name="正方形/長方形 14">
            <a:extLst>
              <a:ext uri="{FF2B5EF4-FFF2-40B4-BE49-F238E27FC236}">
                <a16:creationId xmlns:a16="http://schemas.microsoft.com/office/drawing/2014/main" id="{BB433167-6D34-E748-8C1E-3AAAD784F5F3}"/>
              </a:ext>
            </a:extLst>
          </p:cNvPr>
          <p:cNvSpPr/>
          <p:nvPr/>
        </p:nvSpPr>
        <p:spPr bwMode="gray">
          <a:xfrm>
            <a:off x="7096541" y="2780363"/>
            <a:ext cx="2304256" cy="383157"/>
          </a:xfrm>
          <a:prstGeom prst="rect">
            <a:avLst/>
          </a:prstGeom>
          <a:solidFill>
            <a:schemeClr val="bg1"/>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t>中央監査委員会</a:t>
            </a:r>
            <a:endParaRPr kumimoji="1" lang="ja-JP" altLang="en-US" sz="1400" dirty="0"/>
          </a:p>
        </p:txBody>
      </p:sp>
      <p:sp>
        <p:nvSpPr>
          <p:cNvPr id="16" name="正方形/長方形 15">
            <a:extLst>
              <a:ext uri="{FF2B5EF4-FFF2-40B4-BE49-F238E27FC236}">
                <a16:creationId xmlns:a16="http://schemas.microsoft.com/office/drawing/2014/main" id="{088D9171-E517-B92C-27FD-2BEA91C4E09F}"/>
              </a:ext>
            </a:extLst>
          </p:cNvPr>
          <p:cNvSpPr/>
          <p:nvPr/>
        </p:nvSpPr>
        <p:spPr bwMode="gray">
          <a:xfrm>
            <a:off x="7096541" y="3432939"/>
            <a:ext cx="2304256" cy="383157"/>
          </a:xfrm>
          <a:prstGeom prst="rect">
            <a:avLst/>
          </a:prstGeom>
          <a:solidFill>
            <a:schemeClr val="bg1"/>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t>書記局</a:t>
            </a:r>
            <a:endParaRPr kumimoji="1" lang="ja-JP" altLang="en-US" sz="1400" dirty="0"/>
          </a:p>
        </p:txBody>
      </p:sp>
      <p:sp>
        <p:nvSpPr>
          <p:cNvPr id="17" name="正方形/長方形 16">
            <a:extLst>
              <a:ext uri="{FF2B5EF4-FFF2-40B4-BE49-F238E27FC236}">
                <a16:creationId xmlns:a16="http://schemas.microsoft.com/office/drawing/2014/main" id="{3BAD9F3E-0A36-7AB7-361C-7F187278AE49}"/>
              </a:ext>
            </a:extLst>
          </p:cNvPr>
          <p:cNvSpPr/>
          <p:nvPr/>
        </p:nvSpPr>
        <p:spPr bwMode="gray">
          <a:xfrm>
            <a:off x="1280592" y="3441316"/>
            <a:ext cx="2304256" cy="383157"/>
          </a:xfrm>
          <a:prstGeom prst="rect">
            <a:avLst/>
          </a:prstGeom>
          <a:solidFill>
            <a:schemeClr val="bg1"/>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t>中央軍事委員会</a:t>
            </a:r>
            <a:endParaRPr kumimoji="1" lang="ja-JP" altLang="en-US" sz="1400" dirty="0"/>
          </a:p>
        </p:txBody>
      </p:sp>
      <p:sp>
        <p:nvSpPr>
          <p:cNvPr id="18" name="正方形/長方形 17">
            <a:extLst>
              <a:ext uri="{FF2B5EF4-FFF2-40B4-BE49-F238E27FC236}">
                <a16:creationId xmlns:a16="http://schemas.microsoft.com/office/drawing/2014/main" id="{FDD9B2E3-9EB4-A138-8CE0-368953A4C965}"/>
              </a:ext>
            </a:extLst>
          </p:cNvPr>
          <p:cNvSpPr/>
          <p:nvPr/>
        </p:nvSpPr>
        <p:spPr bwMode="gray">
          <a:xfrm>
            <a:off x="1280592" y="3824473"/>
            <a:ext cx="2304256" cy="383157"/>
          </a:xfrm>
          <a:prstGeom prst="rect">
            <a:avLst/>
          </a:prstGeom>
          <a:solidFill>
            <a:schemeClr val="bg1"/>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t>中央公安委員会</a:t>
            </a:r>
            <a:endParaRPr kumimoji="1" lang="ja-JP" altLang="en-US" sz="1400" dirty="0"/>
          </a:p>
        </p:txBody>
      </p:sp>
      <p:sp>
        <p:nvSpPr>
          <p:cNvPr id="20" name="正方形/長方形 19">
            <a:extLst>
              <a:ext uri="{FF2B5EF4-FFF2-40B4-BE49-F238E27FC236}">
                <a16:creationId xmlns:a16="http://schemas.microsoft.com/office/drawing/2014/main" id="{9DE73270-056E-3E83-6537-2C7FC8CDABAB}"/>
              </a:ext>
            </a:extLst>
          </p:cNvPr>
          <p:cNvSpPr/>
          <p:nvPr/>
        </p:nvSpPr>
        <p:spPr bwMode="gray">
          <a:xfrm>
            <a:off x="2288704" y="4286698"/>
            <a:ext cx="3240360" cy="383157"/>
          </a:xfrm>
          <a:prstGeom prst="rect">
            <a:avLst/>
          </a:prstGeom>
          <a:solidFill>
            <a:schemeClr val="bg1"/>
          </a:solidFill>
          <a:ln w="12700" algn="ctr">
            <a:solidFill>
              <a:schemeClr val="tx1">
                <a:lumMod val="65000"/>
                <a:lumOff val="35000"/>
              </a:schemeClr>
            </a:solidFill>
            <a:miter lim="800000"/>
            <a:headEnd/>
            <a:tailEnd/>
          </a:ln>
        </p:spPr>
        <p:txBody>
          <a:bodyPr wrap="square" lIns="88900" tIns="88900" rIns="88900" bIns="88900" rtlCol="0" anchor="ctr"/>
          <a:lstStyle/>
          <a:p>
            <a:pPr algn="ctr">
              <a:buFont typeface="Wingdings 2" pitchFamily="18" charset="2"/>
              <a:buNone/>
            </a:pPr>
            <a:r>
              <a:rPr kumimoji="1" lang="ja-JP" altLang="en-US" sz="1400"/>
              <a:t>各委員会・研究所・機関紙・機関誌など</a:t>
            </a:r>
            <a:endParaRPr kumimoji="1" lang="ja-JP" altLang="en-US" sz="1400" dirty="0"/>
          </a:p>
        </p:txBody>
      </p:sp>
      <p:cxnSp>
        <p:nvCxnSpPr>
          <p:cNvPr id="22" name="直線コネクタ 21">
            <a:extLst>
              <a:ext uri="{FF2B5EF4-FFF2-40B4-BE49-F238E27FC236}">
                <a16:creationId xmlns:a16="http://schemas.microsoft.com/office/drawing/2014/main" id="{545E4618-FDB0-C9D6-50A3-090EE1E44739}"/>
              </a:ext>
            </a:extLst>
          </p:cNvPr>
          <p:cNvCxnSpPr>
            <a:stCxn id="11" idx="2"/>
            <a:endCxn id="12" idx="0"/>
          </p:cNvCxnSpPr>
          <p:nvPr/>
        </p:nvCxnSpPr>
        <p:spPr>
          <a:xfrm>
            <a:off x="5385048" y="1939949"/>
            <a:ext cx="0" cy="187837"/>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144B8287-1B39-44B6-220E-9A01F003923C}"/>
              </a:ext>
            </a:extLst>
          </p:cNvPr>
          <p:cNvCxnSpPr>
            <a:cxnSpLocks/>
            <a:stCxn id="12" idx="2"/>
            <a:endCxn id="13" idx="0"/>
          </p:cNvCxnSpPr>
          <p:nvPr/>
        </p:nvCxnSpPr>
        <p:spPr>
          <a:xfrm>
            <a:off x="5385048" y="2510943"/>
            <a:ext cx="0" cy="26942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4EC139C-3EC8-2114-9574-BDF3A03536A7}"/>
              </a:ext>
            </a:extLst>
          </p:cNvPr>
          <p:cNvCxnSpPr>
            <a:cxnSpLocks/>
            <a:stCxn id="13" idx="2"/>
            <a:endCxn id="14" idx="0"/>
          </p:cNvCxnSpPr>
          <p:nvPr/>
        </p:nvCxnSpPr>
        <p:spPr>
          <a:xfrm>
            <a:off x="5385048" y="3163520"/>
            <a:ext cx="0" cy="26942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30" name="カギ線コネクタ 29">
            <a:extLst>
              <a:ext uri="{FF2B5EF4-FFF2-40B4-BE49-F238E27FC236}">
                <a16:creationId xmlns:a16="http://schemas.microsoft.com/office/drawing/2014/main" id="{93482555-239B-187D-F540-9897E4BF193F}"/>
              </a:ext>
            </a:extLst>
          </p:cNvPr>
          <p:cNvCxnSpPr>
            <a:stCxn id="12" idx="2"/>
            <a:endCxn id="15" idx="0"/>
          </p:cNvCxnSpPr>
          <p:nvPr/>
        </p:nvCxnSpPr>
        <p:spPr>
          <a:xfrm rot="16200000" flipH="1">
            <a:off x="6682148" y="1213842"/>
            <a:ext cx="269420" cy="2863621"/>
          </a:xfrm>
          <a:prstGeom prst="bentConnector3">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31" name="カギ線コネクタ 30">
            <a:extLst>
              <a:ext uri="{FF2B5EF4-FFF2-40B4-BE49-F238E27FC236}">
                <a16:creationId xmlns:a16="http://schemas.microsoft.com/office/drawing/2014/main" id="{453EF4AC-2421-940C-057F-6FADEDBF0C35}"/>
              </a:ext>
            </a:extLst>
          </p:cNvPr>
          <p:cNvCxnSpPr>
            <a:cxnSpLocks/>
            <a:endCxn id="16" idx="1"/>
          </p:cNvCxnSpPr>
          <p:nvPr/>
        </p:nvCxnSpPr>
        <p:spPr>
          <a:xfrm rot="16200000" flipH="1">
            <a:off x="6467266" y="2995243"/>
            <a:ext cx="978866" cy="279683"/>
          </a:xfrm>
          <a:prstGeom prst="bentConnector2">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38" name="カギ線コネクタ 37">
            <a:extLst>
              <a:ext uri="{FF2B5EF4-FFF2-40B4-BE49-F238E27FC236}">
                <a16:creationId xmlns:a16="http://schemas.microsoft.com/office/drawing/2014/main" id="{4CD808BF-F040-64B5-60E1-0005E8A176AB}"/>
              </a:ext>
            </a:extLst>
          </p:cNvPr>
          <p:cNvCxnSpPr>
            <a:cxnSpLocks/>
            <a:stCxn id="13" idx="1"/>
            <a:endCxn id="17" idx="0"/>
          </p:cNvCxnSpPr>
          <p:nvPr/>
        </p:nvCxnSpPr>
        <p:spPr>
          <a:xfrm rot="10800000" flipV="1">
            <a:off x="2432720" y="2971942"/>
            <a:ext cx="1800200" cy="469374"/>
          </a:xfrm>
          <a:prstGeom prst="bentConnector2">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41" name="カギ線コネクタ 40">
            <a:extLst>
              <a:ext uri="{FF2B5EF4-FFF2-40B4-BE49-F238E27FC236}">
                <a16:creationId xmlns:a16="http://schemas.microsoft.com/office/drawing/2014/main" id="{DA8DBC05-24C8-F744-B9DA-29A46A8ECCC5}"/>
              </a:ext>
            </a:extLst>
          </p:cNvPr>
          <p:cNvCxnSpPr>
            <a:cxnSpLocks/>
            <a:stCxn id="13" idx="1"/>
            <a:endCxn id="20" idx="0"/>
          </p:cNvCxnSpPr>
          <p:nvPr/>
        </p:nvCxnSpPr>
        <p:spPr>
          <a:xfrm rot="10800000" flipV="1">
            <a:off x="3908884" y="2971942"/>
            <a:ext cx="324036" cy="1314756"/>
          </a:xfrm>
          <a:prstGeom prst="bentConnector2">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291543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1241D6D-1FBB-33C9-3F62-0E7A65275802}"/>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400">
                <a:solidFill>
                  <a:schemeClr val="tx1"/>
                </a:solidFill>
              </a:rPr>
              <a:t>レ・ミン・フン氏のプロフィール</a:t>
            </a:r>
          </a:p>
        </p:txBody>
      </p:sp>
      <p:sp>
        <p:nvSpPr>
          <p:cNvPr id="3" name="テキスト プレースホルダー 2">
            <a:extLst>
              <a:ext uri="{FF2B5EF4-FFF2-40B4-BE49-F238E27FC236}">
                <a16:creationId xmlns:a16="http://schemas.microsoft.com/office/drawing/2014/main" id="{A32B376C-7F1C-7EFC-E0BF-13D83F2E8313}"/>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23CCDC70-7128-55FC-EEC9-5D82E4DB4D62}"/>
              </a:ext>
            </a:extLst>
          </p:cNvPr>
          <p:cNvSpPr>
            <a:spLocks noGrp="1"/>
          </p:cNvSpPr>
          <p:nvPr>
            <p:ph type="body" sz="quarter" idx="17"/>
          </p:nvPr>
        </p:nvSpPr>
        <p:spPr>
          <a:xfrm>
            <a:off x="415925" y="5444331"/>
            <a:ext cx="9072000" cy="288925"/>
          </a:xfrm>
        </p:spPr>
        <p:txBody>
          <a:bodyPr>
            <a:normAutofit/>
          </a:bodyPr>
          <a:lstStyle/>
          <a:p>
            <a:r>
              <a:rPr kumimoji="1" lang="ja-JP" altLang="en-US" sz="1200"/>
              <a:t>出所：</a:t>
            </a:r>
            <a:r>
              <a:rPr lang="ja-JP" altLang="en-US" sz="1200"/>
              <a:t>ベトナム政府公式サイトを基に</a:t>
            </a:r>
            <a:r>
              <a:rPr lang="en-US" altLang="ja-JP" sz="1200" dirty="0"/>
              <a:t>InfoBase</a:t>
            </a:r>
            <a:r>
              <a:rPr lang="ja-JP" altLang="en-US" sz="1200"/>
              <a:t>が作成。</a:t>
            </a:r>
            <a:endParaRPr kumimoji="1" lang="ja-JP" altLang="en-US" sz="1200"/>
          </a:p>
        </p:txBody>
      </p:sp>
      <p:sp>
        <p:nvSpPr>
          <p:cNvPr id="5" name="タイトル 4">
            <a:extLst>
              <a:ext uri="{FF2B5EF4-FFF2-40B4-BE49-F238E27FC236}">
                <a16:creationId xmlns:a16="http://schemas.microsoft.com/office/drawing/2014/main" id="{654125C3-B810-A8A6-7002-50FCC66F8CB9}"/>
              </a:ext>
            </a:extLst>
          </p:cNvPr>
          <p:cNvSpPr>
            <a:spLocks noGrp="1"/>
          </p:cNvSpPr>
          <p:nvPr>
            <p:ph type="title"/>
          </p:nvPr>
        </p:nvSpPr>
        <p:spPr/>
        <p:txBody>
          <a:bodyPr/>
          <a:lstStyle/>
          <a:p>
            <a:endParaRPr kumimoji="1" lang="ja-JP" altLang="en-US"/>
          </a:p>
        </p:txBody>
      </p:sp>
      <p:pic>
        <p:nvPicPr>
          <p:cNvPr id="6" name="図 5">
            <a:extLst>
              <a:ext uri="{FF2B5EF4-FFF2-40B4-BE49-F238E27FC236}">
                <a16:creationId xmlns:a16="http://schemas.microsoft.com/office/drawing/2014/main" id="{8C627641-3B45-23F7-3F1A-5617461C0BC4}"/>
              </a:ext>
            </a:extLst>
          </p:cNvPr>
          <p:cNvPicPr>
            <a:picLocks noChangeAspect="1"/>
          </p:cNvPicPr>
          <p:nvPr/>
        </p:nvPicPr>
        <p:blipFill>
          <a:blip r:embed="rId3"/>
          <a:stretch>
            <a:fillRect/>
          </a:stretch>
        </p:blipFill>
        <p:spPr>
          <a:xfrm>
            <a:off x="375675" y="1671721"/>
            <a:ext cx="4001261" cy="2663339"/>
          </a:xfrm>
          <a:prstGeom prst="rect">
            <a:avLst/>
          </a:prstGeom>
        </p:spPr>
      </p:pic>
      <p:sp>
        <p:nvSpPr>
          <p:cNvPr id="7" name="テキスト ボックス 6">
            <a:extLst>
              <a:ext uri="{FF2B5EF4-FFF2-40B4-BE49-F238E27FC236}">
                <a16:creationId xmlns:a16="http://schemas.microsoft.com/office/drawing/2014/main" id="{6D3D2A61-F365-900E-D2C7-7D6785111DC7}"/>
              </a:ext>
            </a:extLst>
          </p:cNvPr>
          <p:cNvSpPr txBox="1"/>
          <p:nvPr/>
        </p:nvSpPr>
        <p:spPr>
          <a:xfrm>
            <a:off x="4520952" y="2100656"/>
            <a:ext cx="4966973" cy="2196361"/>
          </a:xfrm>
          <a:prstGeom prst="rect">
            <a:avLst/>
          </a:prstGeom>
          <a:noFill/>
        </p:spPr>
        <p:txBody>
          <a:bodyPr wrap="square" lIns="36000" tIns="36000" rIns="36000" bIns="36000" rtlCol="0" anchor="ctr">
            <a:spAutoFit/>
          </a:bodyPr>
          <a:lstStyle/>
          <a:p>
            <a:pPr>
              <a:spcBef>
                <a:spcPts val="600"/>
              </a:spcBef>
              <a:buSzPct val="100000"/>
            </a:pPr>
            <a:r>
              <a:rPr kumimoji="1" lang="ja-JP" altLang="en-US" sz="1600"/>
              <a:t>生年月日：</a:t>
            </a:r>
            <a:r>
              <a:rPr kumimoji="1" lang="en-US" altLang="ja-JP" sz="1600" dirty="0"/>
              <a:t>1970</a:t>
            </a:r>
            <a:r>
              <a:rPr kumimoji="1" lang="ja-JP" altLang="en-US" sz="1600"/>
              <a:t>年</a:t>
            </a:r>
            <a:r>
              <a:rPr kumimoji="1" lang="en-US" altLang="ja-JP" sz="1600" dirty="0"/>
              <a:t>12</a:t>
            </a:r>
            <a:r>
              <a:rPr kumimoji="1" lang="ja-JP" altLang="en-US" sz="1600"/>
              <a:t>月</a:t>
            </a:r>
            <a:r>
              <a:rPr kumimoji="1" lang="en-US" altLang="ja-JP" sz="1600" dirty="0"/>
              <a:t>11</a:t>
            </a:r>
            <a:r>
              <a:rPr kumimoji="1" lang="ja-JP" altLang="en-US" sz="1600"/>
              <a:t>日生まれ</a:t>
            </a:r>
            <a:br>
              <a:rPr kumimoji="1" lang="en-US" altLang="ja-JP" sz="1600" dirty="0"/>
            </a:br>
            <a:r>
              <a:rPr kumimoji="1" lang="ja-JP" altLang="en-US" sz="1600"/>
              <a:t>出身：北中部地方ハティン省</a:t>
            </a:r>
            <a:endParaRPr kumimoji="1" lang="en-US" altLang="ja-JP" sz="1600" dirty="0"/>
          </a:p>
          <a:p>
            <a:pPr marL="285750" indent="-285750">
              <a:spcBef>
                <a:spcPts val="600"/>
              </a:spcBef>
              <a:buSzPct val="100000"/>
              <a:buFont typeface="Arial" panose="020B0604020202020204" pitchFamily="34" charset="0"/>
              <a:buChar char="•"/>
            </a:pPr>
            <a:r>
              <a:rPr kumimoji="1" lang="ja-JP" altLang="en-US" sz="1600"/>
              <a:t>学歴は公共政策学修士で、日本の旧埼玉大学大学院政策科学研究科（現・政策研究大学院大学）で学ぶ。</a:t>
            </a:r>
            <a:endParaRPr kumimoji="1" lang="en-US" altLang="ja-JP" sz="1600" dirty="0"/>
          </a:p>
          <a:p>
            <a:pPr marL="285750" indent="-285750">
              <a:spcBef>
                <a:spcPts val="600"/>
              </a:spcBef>
              <a:buSzPct val="100000"/>
              <a:buFont typeface="Arial" panose="020B0604020202020204" pitchFamily="34" charset="0"/>
              <a:buChar char="•"/>
            </a:pPr>
            <a:r>
              <a:rPr kumimoji="1" lang="ja-JP" altLang="en-US" sz="1600"/>
              <a:t>べトナム国家銀行で国際協力局長、人事組織局長、副総裁、総裁などを歴任し、その後ベトナム共産党中央官房副長官・官房長官を経て、中央組織委員長に就任。</a:t>
            </a:r>
            <a:endParaRPr kumimoji="1" lang="en-US" altLang="ja-JP" sz="1600" dirty="0"/>
          </a:p>
        </p:txBody>
      </p:sp>
      <p:sp>
        <p:nvSpPr>
          <p:cNvPr id="8" name="テキスト ボックス 7">
            <a:extLst>
              <a:ext uri="{FF2B5EF4-FFF2-40B4-BE49-F238E27FC236}">
                <a16:creationId xmlns:a16="http://schemas.microsoft.com/office/drawing/2014/main" id="{E68C379B-4BBB-9D47-35A2-EA9984216D87}"/>
              </a:ext>
            </a:extLst>
          </p:cNvPr>
          <p:cNvSpPr txBox="1"/>
          <p:nvPr/>
        </p:nvSpPr>
        <p:spPr>
          <a:xfrm>
            <a:off x="1934915" y="4491442"/>
            <a:ext cx="6394947" cy="626701"/>
          </a:xfrm>
          <a:prstGeom prst="rect">
            <a:avLst/>
          </a:prstGeom>
          <a:noFill/>
        </p:spPr>
        <p:txBody>
          <a:bodyPr wrap="none" lIns="36000" tIns="36000" rIns="36000" bIns="36000" rtlCol="0" anchor="ctr">
            <a:spAutoFit/>
          </a:bodyPr>
          <a:lstStyle/>
          <a:p>
            <a:pPr algn="ctr">
              <a:spcBef>
                <a:spcPts val="600"/>
              </a:spcBef>
              <a:buSzPct val="100000"/>
            </a:pPr>
            <a:r>
              <a:rPr kumimoji="1" lang="ja-JP" altLang="en-US" sz="1800"/>
              <a:t>第</a:t>
            </a:r>
            <a:r>
              <a:rPr kumimoji="1" lang="en-US" altLang="ja-JP" sz="1800" dirty="0"/>
              <a:t>12</a:t>
            </a:r>
            <a:r>
              <a:rPr kumimoji="1" lang="ja-JP" altLang="en-US" sz="1800"/>
              <a:t>期・第</a:t>
            </a:r>
            <a:r>
              <a:rPr kumimoji="1" lang="en-US" altLang="ja-JP" sz="1800" dirty="0"/>
              <a:t>13</a:t>
            </a:r>
            <a:r>
              <a:rPr kumimoji="1" lang="ja-JP" altLang="en-US" sz="1800"/>
              <a:t>期・第</a:t>
            </a:r>
            <a:r>
              <a:rPr kumimoji="1" lang="en-US" altLang="ja-JP" sz="1800" dirty="0"/>
              <a:t>14</a:t>
            </a:r>
            <a:r>
              <a:rPr kumimoji="1" lang="ja-JP" altLang="en-US" sz="1800"/>
              <a:t>期党中央委員、第</a:t>
            </a:r>
            <a:r>
              <a:rPr kumimoji="1" lang="en-US" altLang="ja-JP" sz="1800" dirty="0"/>
              <a:t>13</a:t>
            </a:r>
            <a:r>
              <a:rPr kumimoji="1" lang="ja-JP" altLang="en-US" sz="1800"/>
              <a:t>期・第</a:t>
            </a:r>
            <a:r>
              <a:rPr kumimoji="1" lang="en-US" altLang="ja-JP" sz="1800" dirty="0"/>
              <a:t>14</a:t>
            </a:r>
            <a:r>
              <a:rPr kumimoji="1" lang="ja-JP" altLang="en-US" sz="1800"/>
              <a:t>期政治局員、</a:t>
            </a:r>
            <a:br>
              <a:rPr kumimoji="1" lang="en-US" altLang="ja-JP" sz="1800" dirty="0"/>
            </a:br>
            <a:r>
              <a:rPr kumimoji="1" lang="ja-JP" altLang="en-US" sz="1800"/>
              <a:t>第</a:t>
            </a:r>
            <a:r>
              <a:rPr kumimoji="1" lang="en-US" altLang="ja-JP" sz="1800" dirty="0"/>
              <a:t>15</a:t>
            </a:r>
            <a:r>
              <a:rPr kumimoji="1" lang="ja-JP" altLang="en-US" sz="1800"/>
              <a:t>期国会議員などを務め、党内要職を兼ねてきた。</a:t>
            </a:r>
          </a:p>
        </p:txBody>
      </p:sp>
      <p:sp>
        <p:nvSpPr>
          <p:cNvPr id="9" name="テキスト ボックス 8">
            <a:extLst>
              <a:ext uri="{FF2B5EF4-FFF2-40B4-BE49-F238E27FC236}">
                <a16:creationId xmlns:a16="http://schemas.microsoft.com/office/drawing/2014/main" id="{5317D88B-B943-A55D-11F3-AF0FA754BFFE}"/>
              </a:ext>
            </a:extLst>
          </p:cNvPr>
          <p:cNvSpPr txBox="1"/>
          <p:nvPr/>
        </p:nvSpPr>
        <p:spPr>
          <a:xfrm>
            <a:off x="4773613" y="1655999"/>
            <a:ext cx="2103708" cy="442035"/>
          </a:xfrm>
          <a:prstGeom prst="rect">
            <a:avLst/>
          </a:prstGeom>
          <a:noFill/>
        </p:spPr>
        <p:txBody>
          <a:bodyPr wrap="none" lIns="36000" tIns="36000" rIns="36000" bIns="36000" rtlCol="0" anchor="ctr">
            <a:spAutoFit/>
          </a:bodyPr>
          <a:lstStyle/>
          <a:p>
            <a:pPr>
              <a:spcBef>
                <a:spcPts val="600"/>
              </a:spcBef>
              <a:buSzPct val="100000"/>
            </a:pPr>
            <a:r>
              <a:rPr kumimoji="1" lang="vi-VN" altLang="ja-JP" sz="2400" b="1" dirty="0"/>
              <a:t>Le Minh Hung</a:t>
            </a:r>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BD132959-B8E2-5EB2-0265-3E04ECA3CE79}"/>
              </a:ext>
            </a:extLst>
          </p:cNvPr>
          <p:cNvPicPr>
            <a:picLocks noChangeAspect="1"/>
          </p:cNvPicPr>
          <p:nvPr/>
        </p:nvPicPr>
        <p:blipFill>
          <a:blip r:embed="rId4"/>
          <a:stretch>
            <a:fillRect/>
          </a:stretch>
        </p:blipFill>
        <p:spPr>
          <a:xfrm>
            <a:off x="6609184" y="5188110"/>
            <a:ext cx="2792760" cy="598977"/>
          </a:xfrm>
          <a:prstGeom prst="rect">
            <a:avLst/>
          </a:prstGeom>
        </p:spPr>
      </p:pic>
    </p:spTree>
    <p:extLst>
      <p:ext uri="{BB962C8B-B14F-4D97-AF65-F5344CB8AC3E}">
        <p14:creationId xmlns:p14="http://schemas.microsoft.com/office/powerpoint/2010/main" val="128928298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1FD8E-4E14-B4A0-0D7F-B03B138D562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E8620A4-FA7F-59AC-FCEA-2FFEBE3991A8}"/>
              </a:ext>
            </a:extLst>
          </p:cNvPr>
          <p:cNvSpPr>
            <a:spLocks noGrp="1"/>
          </p:cNvSpPr>
          <p:nvPr>
            <p:ph type="body" sz="quarter" idx="15"/>
          </p:nvPr>
        </p:nvSpPr>
        <p:spPr>
          <a:xfrm>
            <a:off x="415925" y="1023561"/>
            <a:ext cx="9072000" cy="480575"/>
          </a:xfrm>
          <a:noFill/>
          <a:ln>
            <a:noFill/>
          </a:ln>
        </p:spPr>
        <p:txBody>
          <a:bodyPr/>
          <a:lstStyle/>
          <a:p>
            <a:pPr algn="ctr"/>
            <a:r>
              <a:rPr kumimoji="1" lang="en-US" altLang="ja-JP" sz="2400" dirty="0">
                <a:solidFill>
                  <a:schemeClr val="tx1"/>
                </a:solidFill>
              </a:rPr>
              <a:t>韓国317店に対しベトナムは5店、多店舗化はこれから</a:t>
            </a:r>
            <a:r>
              <a:rPr kumimoji="1" lang="ja-JP" altLang="en-US" sz="2400">
                <a:solidFill>
                  <a:schemeClr val="tx1"/>
                </a:solidFill>
              </a:rPr>
              <a:t/>
            </a:r>
            <a:r>
              <a:rPr kumimoji="1" lang="vi-VN" altLang="ja-JP" sz="2400" dirty="0">
                <a:solidFill>
                  <a:schemeClr val="tx1"/>
                </a:solidFill>
              </a:rPr>
              <a:t/>
            </a:r>
            <a:r>
              <a:rPr kumimoji="1" lang="ja-JP" altLang="en-US" sz="2400">
                <a:solidFill>
                  <a:schemeClr val="tx1"/>
                </a:solidFill>
              </a:rPr>
              <a:t/>
            </a:r>
            <a:r>
              <a:rPr kumimoji="1" lang="en-US" altLang="ja-JP" sz="2400" dirty="0">
                <a:solidFill>
                  <a:schemeClr val="tx1"/>
                </a:solidFill>
              </a:rPr>
              <a:t/>
            </a:r>
            <a:r>
              <a:rPr kumimoji="1" lang="ja-JP" altLang="en-US" sz="2400">
                <a:solidFill>
                  <a:schemeClr val="tx1"/>
                </a:solidFill>
              </a:rPr>
              <a:t/>
            </a:r>
            <a:r>
              <a:rPr kumimoji="1" lang="en-US" altLang="ja-JP" sz="2400" dirty="0">
                <a:solidFill>
                  <a:schemeClr val="tx1"/>
                </a:solidFill>
              </a:rPr>
              <a:t/>
            </a:r>
            <a:r>
              <a:rPr kumimoji="1" lang="ja-JP" altLang="en-US" sz="2400">
                <a:solidFill>
                  <a:schemeClr val="tx1"/>
                </a:solidFill>
              </a:rPr>
              <a:t/>
            </a:r>
          </a:p>
        </p:txBody>
      </p:sp>
      <p:sp>
        <p:nvSpPr>
          <p:cNvPr id="3" name="テキスト プレースホルダー 2">
            <a:extLst>
              <a:ext uri="{FF2B5EF4-FFF2-40B4-BE49-F238E27FC236}">
                <a16:creationId xmlns:a16="http://schemas.microsoft.com/office/drawing/2014/main" id="{98508271-44FC-B4C9-F477-589341E95AD4}"/>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DB71F004-7570-DED6-1FDA-61337EB7E4DA}"/>
              </a:ext>
            </a:extLst>
          </p:cNvPr>
          <p:cNvSpPr>
            <a:spLocks noGrp="1"/>
          </p:cNvSpPr>
          <p:nvPr>
            <p:ph type="body" sz="quarter" idx="17"/>
          </p:nvPr>
        </p:nvSpPr>
        <p:spPr>
          <a:xfrm>
            <a:off x="567302" y="5272766"/>
            <a:ext cx="6309360" cy="288925"/>
          </a:xfrm>
        </p:spPr>
        <p:txBody>
          <a:bodyPr>
            <a:normAutofit/>
          </a:bodyPr>
          <a:lstStyle/>
          <a:p>
            <a:r>
              <a:rPr kumimoji="1" lang="ja-JP" altLang="en-US" sz="900"/>
              <a:t>出所：エービーシー・マート決算説明資料よりInfoBank作成。※ベトナムは8月29日開業の新店を含む。</a:t>
            </a:r>
            <a:r>
              <a:rPr lang="ja-JP" altLang="en-US" sz="900"/>
              <a:t/>
            </a:r>
            <a:r>
              <a:rPr lang="en-US" altLang="ja-JP" sz="900" dirty="0"/>
              <a:t/>
            </a:r>
            <a:r>
              <a:rPr lang="ja-JP" altLang="en-US" sz="900"/>
              <a:t/>
            </a:r>
            <a:endParaRPr kumimoji="1" lang="ja-JP" altLang="en-US" sz="120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81AA9DEA-11BE-EE6E-C7AA-00FB32C36DE1}"/>
              </a:ext>
            </a:extLst>
          </p:cNvPr>
          <p:cNvPicPr>
            <a:picLocks noChangeAspect="1"/>
          </p:cNvPicPr>
          <p:nvPr/>
        </p:nvPicPr>
        <p:blipFill>
          <a:blip r:embed="rId3"/>
          <a:stretch>
            <a:fillRect/>
          </a:stretch>
        </p:blipFill>
        <p:spPr>
          <a:xfrm>
            <a:off x="6948557" y="5102117"/>
            <a:ext cx="2345589" cy="503070"/>
          </a:xfrm>
          <a:prstGeom prst="rect">
            <a:avLst/>
          </a:prstGeom>
        </p:spPr>
      </p:pic>
      <p:graphicFrame>
        <p:nvGraphicFramePr>
          <p:cNvPr id="11" name="グラフ 10">
            <a:extLst>
              <a:ext uri="{FF2B5EF4-FFF2-40B4-BE49-F238E27FC236}">
                <a16:creationId xmlns:a16="http://schemas.microsoft.com/office/drawing/2014/main" id="{07720DAE-D0DE-ACF5-8D1D-8A3258F261BC}"/>
              </a:ext>
            </a:extLst>
          </p:cNvPr>
          <p:cNvGraphicFramePr/>
          <p:nvPr>
            <p:extLst>
              <p:ext uri="{D42A27DB-BD31-4B8C-83A1-F6EECF244321}">
                <p14:modId xmlns:p14="http://schemas.microsoft.com/office/powerpoint/2010/main" val="3642873227"/>
              </p:ext>
            </p:extLst>
          </p:nvPr>
        </p:nvGraphicFramePr>
        <p:xfrm>
          <a:off x="1352600" y="1988841"/>
          <a:ext cx="8135324" cy="3199270"/>
        </p:xfrm>
        <a:graphic>
          <a:graphicData uri="http://schemas.openxmlformats.org/drawingml/2006/chart">
            <c:chart xmlns:c="http://schemas.openxmlformats.org/drawingml/2006/chart" xmlns:r="http://schemas.openxmlformats.org/officeDocument/2006/relationships" r:id="rId4"/>
          </a:graphicData>
        </a:graphic>
      </p:graphicFrame>
      <p:sp>
        <p:nvSpPr>
          <p:cNvPr id="12" name="テキスト ボックス 11">
            <a:extLst>
              <a:ext uri="{FF2B5EF4-FFF2-40B4-BE49-F238E27FC236}">
                <a16:creationId xmlns:a16="http://schemas.microsoft.com/office/drawing/2014/main" id="{816DF0B8-7A8C-62D0-55C2-1E442DEF00D6}"/>
              </a:ext>
            </a:extLst>
          </p:cNvPr>
          <p:cNvSpPr txBox="1"/>
          <p:nvPr/>
        </p:nvSpPr>
        <p:spPr>
          <a:xfrm>
            <a:off x="8481392" y="1669889"/>
            <a:ext cx="768406" cy="318924"/>
          </a:xfrm>
          <a:prstGeom prst="rect">
            <a:avLst/>
          </a:prstGeom>
          <a:noFill/>
        </p:spPr>
        <p:txBody>
          <a:bodyPr wrap="none" lIns="36000" tIns="36000" rIns="36000" bIns="36000" rtlCol="0" anchor="ctr">
            <a:spAutoFit/>
          </a:bodyPr>
          <a:lstStyle/>
          <a:p>
            <a:pPr>
              <a:spcBef>
                <a:spcPts val="600"/>
              </a:spcBef>
              <a:buSzPct val="100000"/>
            </a:pPr>
            <a:r>
              <a:rPr kumimoji="1" lang="ja-JP" altLang="en-US" sz="1000"/>
              <a:t>単位：店</a:t>
            </a:r>
            <a:r>
              <a:rPr kumimoji="1" lang="en-US" altLang="ja-JP" sz="1000" dirty="0"/>
              <a:t/>
            </a:r>
            <a:endParaRPr kumimoji="1" lang="ja-JP" altLang="en-US" sz="1600" dirty="0" err="1"/>
          </a:p>
        </p:txBody>
      </p:sp>
      <p:sp>
        <p:nvSpPr>
          <p:cNvPr id="5" name="テキスト ボックス 4">
            <a:extLst>
              <a:ext uri="{FF2B5EF4-FFF2-40B4-BE49-F238E27FC236}">
                <a16:creationId xmlns:a16="http://schemas.microsoft.com/office/drawing/2014/main" id="{023EBADF-E8EC-2F2B-37A1-3BFA3D5FB45A}"/>
              </a:ext>
            </a:extLst>
          </p:cNvPr>
          <p:cNvSpPr txBox="1"/>
          <p:nvPr/>
        </p:nvSpPr>
        <p:spPr>
          <a:xfrm>
            <a:off x="1234440" y="1572768"/>
            <a:ext cx="7498079" cy="380480"/>
          </a:xfrm>
          <a:prstGeom prst="rect">
            <a:avLst/>
          </a:prstGeom>
          <a:noFill/>
        </p:spPr>
        <p:txBody>
          <a:bodyPr wrap="none" lIns="36000" tIns="36000" rIns="36000" bIns="36000" rtlCol="0" anchor="ctr">
            <a:spAutoFit/>
          </a:bodyPr>
          <a:lstStyle/>
          <a:p>
            <a:pPr algn="l">
              <a:spcBef>
                <a:spcPts val="600"/>
              </a:spcBef>
              <a:buSzPct val="100000"/>
            </a:pPr>
            <a:r>
              <a:rPr lang="en-US" altLang="ja-JP" sz="2000" b="1" dirty="0">
                <a:solidFill>
                  <a:srgbClr val="004CA0"/>
                </a:solidFill>
              </a:rPr>
              <a:t>ABCマートの国・地域別店舗数（2026年5月末時点）</a:t>
            </a:r>
            <a:r>
              <a:rPr lang="ja-JP" altLang="en-US" sz="2000" b="1">
                <a:solidFill>
                  <a:srgbClr val="004CA0"/>
                </a:solidFill>
              </a:rPr>
              <a:t/>
            </a:r>
            <a:r>
              <a:rPr lang="en-US" altLang="ja-JP" sz="2000" b="1" dirty="0">
                <a:solidFill>
                  <a:srgbClr val="004CA0"/>
                </a:solidFill>
              </a:rPr>
              <a:t/>
            </a:r>
            <a:r>
              <a:rPr lang="ja-JP" altLang="en-US" sz="2000" b="1">
                <a:solidFill>
                  <a:srgbClr val="004CA0"/>
                </a:solidFill>
              </a:rPr>
              <a:t/>
            </a:r>
            <a:endParaRPr kumimoji="1" lang="ja-JP" altLang="en-US" sz="2000" b="1">
              <a:solidFill>
                <a:srgbClr val="004CA0"/>
              </a:solidFill>
            </a:endParaRPr>
          </a:p>
        </p:txBody>
      </p:sp>
      <p:sp>
        <p:nvSpPr>
          <p:cNvPr id="6" name="角丸四角形 5">
            <a:extLst>
              <a:ext uri="{FF2B5EF4-FFF2-40B4-BE49-F238E27FC236}">
                <a16:creationId xmlns:a16="http://schemas.microsoft.com/office/drawing/2014/main" id="{C3949D65-888F-E44F-E610-6B8EE44959D4}"/>
              </a:ext>
            </a:extLst>
          </p:cNvPr>
          <p:cNvSpPr/>
          <p:nvPr/>
        </p:nvSpPr>
        <p:spPr bwMode="gray">
          <a:xfrm>
            <a:off x="502920" y="1591056"/>
            <a:ext cx="648071" cy="288925"/>
          </a:xfrm>
          <a:prstGeom prst="roundRect">
            <a:avLst/>
          </a:prstGeom>
          <a:solidFill>
            <a:schemeClr val="tx1">
              <a:lumMod val="50000"/>
              <a:lumOff val="50000"/>
            </a:scheme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400">
                <a:solidFill>
                  <a:schemeClr val="bg1"/>
                </a:solidFill>
                <a:latin typeface="Meiryo UI" panose="020B0604030504040204" pitchFamily="34" charset="-128"/>
                <a:ea typeface="Meiryo UI" panose="020B0604030504040204" pitchFamily="34" charset="-128"/>
              </a:rPr>
              <a:t>図表</a:t>
            </a:r>
            <a:endParaRPr kumimoji="1" lang="ja-JP" altLang="en-US" sz="1400" dirty="0">
              <a:solidFill>
                <a:schemeClr val="bg1"/>
              </a:solidFill>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283126111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108EF-0017-375F-F186-3EB983481C0E}"/>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43A5EE7-6EF7-26F8-8AAB-F77C031787CA}"/>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400">
                <a:solidFill>
                  <a:schemeClr val="tx1"/>
                </a:solidFill>
              </a:rPr>
              <a:t>ベトナムは</a:t>
            </a:r>
            <a:r>
              <a:rPr kumimoji="1" lang="vi-VN" altLang="ja-JP" sz="2400" dirty="0">
                <a:solidFill>
                  <a:schemeClr val="tx1"/>
                </a:solidFill>
              </a:rPr>
              <a:t>ASEAN</a:t>
            </a:r>
            <a:r>
              <a:rPr kumimoji="1" lang="ja-JP" altLang="en-US" sz="2400">
                <a:solidFill>
                  <a:schemeClr val="tx1"/>
                </a:solidFill>
              </a:rPr>
              <a:t>内で比較しても高成長維持</a:t>
            </a:r>
          </a:p>
        </p:txBody>
      </p:sp>
      <p:sp>
        <p:nvSpPr>
          <p:cNvPr id="3" name="テキスト プレースホルダー 2">
            <a:extLst>
              <a:ext uri="{FF2B5EF4-FFF2-40B4-BE49-F238E27FC236}">
                <a16:creationId xmlns:a16="http://schemas.microsoft.com/office/drawing/2014/main" id="{267F5ED4-85E3-F87F-60EE-BFF0D036ED49}"/>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65B7EE29-4343-4D41-2141-891E02D0CF35}"/>
              </a:ext>
            </a:extLst>
          </p:cNvPr>
          <p:cNvSpPr>
            <a:spLocks noGrp="1"/>
          </p:cNvSpPr>
          <p:nvPr>
            <p:ph type="body" sz="quarter" idx="17"/>
          </p:nvPr>
        </p:nvSpPr>
        <p:spPr>
          <a:xfrm>
            <a:off x="591657" y="5459474"/>
            <a:ext cx="9072000" cy="288925"/>
          </a:xfrm>
        </p:spPr>
        <p:txBody>
          <a:bodyPr>
            <a:normAutofit/>
          </a:bodyPr>
          <a:lstStyle/>
          <a:p>
            <a:r>
              <a:rPr kumimoji="1" lang="ja-JP" altLang="en-US" sz="1200"/>
              <a:t>出所：</a:t>
            </a:r>
            <a:r>
              <a:rPr kumimoji="1" lang="vi-VN" altLang="ja-JP" sz="1200" dirty="0"/>
              <a:t>KPMG</a:t>
            </a:r>
            <a:r>
              <a:rPr kumimoji="1" lang="ja-JP" altLang="vi-VN" sz="1200"/>
              <a:t>　” </a:t>
            </a:r>
            <a:r>
              <a:rPr kumimoji="1" lang="vi-VN" altLang="ja-JP" sz="1200" dirty="0"/>
              <a:t>Vietnam Economic Outlook 2026”</a:t>
            </a:r>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CBE6F9FE-1383-C18A-538A-FC527A0CB70C}"/>
              </a:ext>
            </a:extLst>
          </p:cNvPr>
          <p:cNvPicPr>
            <a:picLocks noChangeAspect="1"/>
          </p:cNvPicPr>
          <p:nvPr/>
        </p:nvPicPr>
        <p:blipFill>
          <a:blip r:embed="rId3"/>
          <a:stretch>
            <a:fillRect/>
          </a:stretch>
        </p:blipFill>
        <p:spPr>
          <a:xfrm>
            <a:off x="6948557" y="5374202"/>
            <a:ext cx="2345589" cy="503070"/>
          </a:xfrm>
          <a:prstGeom prst="rect">
            <a:avLst/>
          </a:prstGeom>
        </p:spPr>
      </p:pic>
      <p:pic>
        <p:nvPicPr>
          <p:cNvPr id="5" name="図 4">
            <a:extLst>
              <a:ext uri="{FF2B5EF4-FFF2-40B4-BE49-F238E27FC236}">
                <a16:creationId xmlns:a16="http://schemas.microsoft.com/office/drawing/2014/main" id="{2134AC60-FAAE-594F-CFBE-E18D8B631DA8}"/>
              </a:ext>
            </a:extLst>
          </p:cNvPr>
          <p:cNvPicPr>
            <a:picLocks noChangeAspect="1"/>
          </p:cNvPicPr>
          <p:nvPr/>
        </p:nvPicPr>
        <p:blipFill>
          <a:blip r:embed="rId4"/>
          <a:stretch>
            <a:fillRect/>
          </a:stretch>
        </p:blipFill>
        <p:spPr>
          <a:xfrm>
            <a:off x="1065725" y="1910125"/>
            <a:ext cx="7772400" cy="3438010"/>
          </a:xfrm>
          <a:prstGeom prst="rect">
            <a:avLst/>
          </a:prstGeom>
        </p:spPr>
      </p:pic>
      <p:sp>
        <p:nvSpPr>
          <p:cNvPr id="6" name="テキスト ボックス 5">
            <a:extLst>
              <a:ext uri="{FF2B5EF4-FFF2-40B4-BE49-F238E27FC236}">
                <a16:creationId xmlns:a16="http://schemas.microsoft.com/office/drawing/2014/main" id="{898C8FDF-B09F-B15D-91C4-2D56B3DE33D6}"/>
              </a:ext>
            </a:extLst>
          </p:cNvPr>
          <p:cNvSpPr txBox="1"/>
          <p:nvPr/>
        </p:nvSpPr>
        <p:spPr>
          <a:xfrm>
            <a:off x="8525740" y="1954406"/>
            <a:ext cx="768406" cy="318924"/>
          </a:xfrm>
          <a:prstGeom prst="rect">
            <a:avLst/>
          </a:prstGeom>
          <a:noFill/>
        </p:spPr>
        <p:txBody>
          <a:bodyPr wrap="none" lIns="36000" tIns="36000" rIns="36000" bIns="36000" rtlCol="0" anchor="ctr">
            <a:spAutoFit/>
          </a:bodyPr>
          <a:lstStyle/>
          <a:p>
            <a:pPr>
              <a:spcBef>
                <a:spcPts val="600"/>
              </a:spcBef>
              <a:buSzPct val="100000"/>
            </a:pPr>
            <a:r>
              <a:rPr kumimoji="1" lang="ja-JP" altLang="en-US" sz="1600"/>
              <a:t>単位：</a:t>
            </a:r>
            <a:r>
              <a:rPr kumimoji="1" lang="en-US" altLang="ja-JP" sz="1600" dirty="0"/>
              <a:t>%</a:t>
            </a:r>
            <a:endParaRPr kumimoji="1" lang="ja-JP" altLang="en-US" sz="1600" dirty="0" err="1"/>
          </a:p>
        </p:txBody>
      </p:sp>
      <p:sp>
        <p:nvSpPr>
          <p:cNvPr id="7" name="テキスト ボックス 6">
            <a:extLst>
              <a:ext uri="{FF2B5EF4-FFF2-40B4-BE49-F238E27FC236}">
                <a16:creationId xmlns:a16="http://schemas.microsoft.com/office/drawing/2014/main" id="{EB8FF275-43E3-0110-A9E0-38B072ACC913}"/>
              </a:ext>
            </a:extLst>
          </p:cNvPr>
          <p:cNvSpPr txBox="1"/>
          <p:nvPr/>
        </p:nvSpPr>
        <p:spPr>
          <a:xfrm>
            <a:off x="3054387" y="1602511"/>
            <a:ext cx="4017694" cy="380480"/>
          </a:xfrm>
          <a:prstGeom prst="rect">
            <a:avLst/>
          </a:prstGeom>
          <a:noFill/>
        </p:spPr>
        <p:txBody>
          <a:bodyPr wrap="none" lIns="36000" tIns="36000" rIns="36000" bIns="36000" rtlCol="0" anchor="ctr">
            <a:spAutoFit/>
          </a:bodyPr>
          <a:lstStyle/>
          <a:p>
            <a:pPr>
              <a:spcBef>
                <a:spcPts val="600"/>
              </a:spcBef>
              <a:buSzPct val="100000"/>
            </a:pPr>
            <a:r>
              <a:rPr kumimoji="1" lang="vi-VN" altLang="ja-JP" sz="2000" b="1" dirty="0">
                <a:solidFill>
                  <a:srgbClr val="004CA0"/>
                </a:solidFill>
              </a:rPr>
              <a:t>ASEAN</a:t>
            </a:r>
            <a:r>
              <a:rPr kumimoji="1" lang="ja-JP" altLang="en-US" sz="2000" b="1">
                <a:solidFill>
                  <a:srgbClr val="004CA0"/>
                </a:solidFill>
              </a:rPr>
              <a:t>諸国の</a:t>
            </a:r>
            <a:r>
              <a:rPr kumimoji="1" lang="vi-VN" altLang="ja-JP" sz="2000" b="1" dirty="0">
                <a:solidFill>
                  <a:srgbClr val="004CA0"/>
                </a:solidFill>
              </a:rPr>
              <a:t>GDP</a:t>
            </a:r>
            <a:r>
              <a:rPr kumimoji="1" lang="ja-JP" altLang="en-US" sz="2000" b="1">
                <a:solidFill>
                  <a:srgbClr val="004CA0"/>
                </a:solidFill>
              </a:rPr>
              <a:t>成長率予測</a:t>
            </a:r>
            <a:r>
              <a:rPr kumimoji="1" lang="en-US" altLang="ja-JP" sz="2000" b="1" dirty="0">
                <a:solidFill>
                  <a:srgbClr val="004CA0"/>
                </a:solidFill>
              </a:rPr>
              <a:t>(%)</a:t>
            </a:r>
          </a:p>
        </p:txBody>
      </p:sp>
    </p:spTree>
    <p:extLst>
      <p:ext uri="{BB962C8B-B14F-4D97-AF65-F5344CB8AC3E}">
        <p14:creationId xmlns:p14="http://schemas.microsoft.com/office/powerpoint/2010/main" val="5649369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88DF-A7C2-7516-1B33-2085EC3C2C5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7354B06-E49B-B13C-311A-4E3C9C460F15}"/>
              </a:ext>
            </a:extLst>
          </p:cNvPr>
          <p:cNvSpPr>
            <a:spLocks noGrp="1"/>
          </p:cNvSpPr>
          <p:nvPr>
            <p:ph type="body" sz="quarter" idx="15"/>
          </p:nvPr>
        </p:nvSpPr>
        <p:spPr>
          <a:xfrm>
            <a:off x="415925" y="1023561"/>
            <a:ext cx="9072000" cy="480575"/>
          </a:xfrm>
          <a:noFill/>
          <a:ln>
            <a:noFill/>
          </a:ln>
        </p:spPr>
        <p:txBody>
          <a:bodyPr/>
          <a:lstStyle/>
          <a:p>
            <a:pPr algn="ctr"/>
            <a:r>
              <a:rPr kumimoji="1" lang="en-US" altLang="ja-JP" sz="2400" dirty="0">
                <a:solidFill>
                  <a:schemeClr val="tx1"/>
                </a:solidFill>
              </a:rPr>
              <a:t>26</a:t>
            </a:r>
            <a:r>
              <a:rPr kumimoji="1" lang="ja-JP" altLang="en-US" sz="2400">
                <a:solidFill>
                  <a:schemeClr val="tx1"/>
                </a:solidFill>
              </a:rPr>
              <a:t>年各機関予測のベトナムのインフレは</a:t>
            </a:r>
            <a:r>
              <a:rPr kumimoji="1" lang="en-US" altLang="ja-JP" sz="2400" dirty="0">
                <a:solidFill>
                  <a:schemeClr val="tx1"/>
                </a:solidFill>
              </a:rPr>
              <a:t>3〜4</a:t>
            </a:r>
            <a:r>
              <a:rPr kumimoji="1" lang="ja-JP" altLang="en-US" sz="2400">
                <a:solidFill>
                  <a:schemeClr val="tx1"/>
                </a:solidFill>
              </a:rPr>
              <a:t>％台</a:t>
            </a:r>
          </a:p>
        </p:txBody>
      </p:sp>
      <p:sp>
        <p:nvSpPr>
          <p:cNvPr id="3" name="テキスト プレースホルダー 2">
            <a:extLst>
              <a:ext uri="{FF2B5EF4-FFF2-40B4-BE49-F238E27FC236}">
                <a16:creationId xmlns:a16="http://schemas.microsoft.com/office/drawing/2014/main" id="{82DA0D5C-560A-F5D8-D532-2A97C5677E4A}"/>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5E90B0C9-A132-A371-6779-101D54BA71B0}"/>
              </a:ext>
            </a:extLst>
          </p:cNvPr>
          <p:cNvSpPr>
            <a:spLocks noGrp="1"/>
          </p:cNvSpPr>
          <p:nvPr>
            <p:ph type="body" sz="quarter" idx="17"/>
          </p:nvPr>
        </p:nvSpPr>
        <p:spPr>
          <a:xfrm>
            <a:off x="567302" y="5272766"/>
            <a:ext cx="9072000" cy="288925"/>
          </a:xfrm>
        </p:spPr>
        <p:txBody>
          <a:bodyPr>
            <a:normAutofit/>
          </a:bodyPr>
          <a:lstStyle/>
          <a:p>
            <a:r>
              <a:rPr kumimoji="1" lang="ja-JP" altLang="en-US" sz="1200"/>
              <a:t>出所：</a:t>
            </a:r>
            <a:r>
              <a:rPr lang="ja-JP" altLang="en-US" sz="1200"/>
              <a:t>各機関の公開情報を基に</a:t>
            </a:r>
            <a:r>
              <a:rPr lang="en-US" altLang="ja-JP" sz="1200" dirty="0"/>
              <a:t>InfoBase</a:t>
            </a:r>
            <a:r>
              <a:rPr lang="ja-JP" altLang="en-US" sz="1200"/>
              <a:t>作成。</a:t>
            </a:r>
            <a:endParaRPr kumimoji="1" lang="ja-JP" altLang="en-US" sz="120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E81CDE62-F06A-B04F-FE92-DA6ADF33B300}"/>
              </a:ext>
            </a:extLst>
          </p:cNvPr>
          <p:cNvPicPr>
            <a:picLocks noChangeAspect="1"/>
          </p:cNvPicPr>
          <p:nvPr/>
        </p:nvPicPr>
        <p:blipFill>
          <a:blip r:embed="rId3"/>
          <a:stretch>
            <a:fillRect/>
          </a:stretch>
        </p:blipFill>
        <p:spPr>
          <a:xfrm>
            <a:off x="6948557" y="5102117"/>
            <a:ext cx="2345589" cy="503070"/>
          </a:xfrm>
          <a:prstGeom prst="rect">
            <a:avLst/>
          </a:prstGeom>
        </p:spPr>
      </p:pic>
      <p:graphicFrame>
        <p:nvGraphicFramePr>
          <p:cNvPr id="11" name="グラフ 10">
            <a:extLst>
              <a:ext uri="{FF2B5EF4-FFF2-40B4-BE49-F238E27FC236}">
                <a16:creationId xmlns:a16="http://schemas.microsoft.com/office/drawing/2014/main" id="{E86E6520-B69D-F761-E727-2B8086D13D8F}"/>
              </a:ext>
            </a:extLst>
          </p:cNvPr>
          <p:cNvGraphicFramePr/>
          <p:nvPr>
            <p:extLst>
              <p:ext uri="{D42A27DB-BD31-4B8C-83A1-F6EECF244321}">
                <p14:modId xmlns:p14="http://schemas.microsoft.com/office/powerpoint/2010/main" val="3562840099"/>
              </p:ext>
            </p:extLst>
          </p:nvPr>
        </p:nvGraphicFramePr>
        <p:xfrm>
          <a:off x="1352600" y="1988841"/>
          <a:ext cx="8135324" cy="3199270"/>
        </p:xfrm>
        <a:graphic>
          <a:graphicData uri="http://schemas.openxmlformats.org/drawingml/2006/chart">
            <c:chart xmlns:c="http://schemas.openxmlformats.org/drawingml/2006/chart" xmlns:r="http://schemas.openxmlformats.org/officeDocument/2006/relationships" r:id="rId4"/>
          </a:graphicData>
        </a:graphic>
      </p:graphicFrame>
      <p:sp>
        <p:nvSpPr>
          <p:cNvPr id="12" name="テキスト ボックス 11">
            <a:extLst>
              <a:ext uri="{FF2B5EF4-FFF2-40B4-BE49-F238E27FC236}">
                <a16:creationId xmlns:a16="http://schemas.microsoft.com/office/drawing/2014/main" id="{20D671D6-8792-F965-6895-E617806C5CD6}"/>
              </a:ext>
            </a:extLst>
          </p:cNvPr>
          <p:cNvSpPr txBox="1"/>
          <p:nvPr/>
        </p:nvSpPr>
        <p:spPr>
          <a:xfrm>
            <a:off x="8481392" y="1669889"/>
            <a:ext cx="768406" cy="318924"/>
          </a:xfrm>
          <a:prstGeom prst="rect">
            <a:avLst/>
          </a:prstGeom>
          <a:noFill/>
        </p:spPr>
        <p:txBody>
          <a:bodyPr wrap="none" lIns="36000" tIns="36000" rIns="36000" bIns="36000" rtlCol="0" anchor="ctr">
            <a:spAutoFit/>
          </a:bodyPr>
          <a:lstStyle/>
          <a:p>
            <a:pPr>
              <a:spcBef>
                <a:spcPts val="600"/>
              </a:spcBef>
              <a:buSzPct val="100000"/>
            </a:pPr>
            <a:r>
              <a:rPr kumimoji="1" lang="ja-JP" altLang="en-US" sz="1600"/>
              <a:t>単位：</a:t>
            </a:r>
            <a:r>
              <a:rPr kumimoji="1" lang="en-US" altLang="ja-JP" sz="1600" dirty="0"/>
              <a:t>%</a:t>
            </a:r>
            <a:endParaRPr kumimoji="1" lang="ja-JP" altLang="en-US" sz="1600" dirty="0" err="1"/>
          </a:p>
        </p:txBody>
      </p:sp>
      <p:sp>
        <p:nvSpPr>
          <p:cNvPr id="18" name="テキスト ボックス 17">
            <a:extLst>
              <a:ext uri="{FF2B5EF4-FFF2-40B4-BE49-F238E27FC236}">
                <a16:creationId xmlns:a16="http://schemas.microsoft.com/office/drawing/2014/main" id="{9D3F90FC-3136-728C-F374-21CAFEDB9897}"/>
              </a:ext>
            </a:extLst>
          </p:cNvPr>
          <p:cNvSpPr txBox="1"/>
          <p:nvPr/>
        </p:nvSpPr>
        <p:spPr>
          <a:xfrm>
            <a:off x="5067086" y="2690232"/>
            <a:ext cx="1637234" cy="349702"/>
          </a:xfrm>
          <a:prstGeom prst="rect">
            <a:avLst/>
          </a:prstGeom>
          <a:noFill/>
        </p:spPr>
        <p:txBody>
          <a:bodyPr wrap="none" lIns="36000" tIns="36000" rIns="36000" bIns="36000" rtlCol="0" anchor="ctr">
            <a:spAutoFit/>
          </a:bodyPr>
          <a:lstStyle/>
          <a:p>
            <a:pPr>
              <a:spcBef>
                <a:spcPts val="600"/>
              </a:spcBef>
              <a:buSzPct val="100000"/>
            </a:pPr>
            <a:r>
              <a:rPr kumimoji="1" lang="en-US" altLang="ja-JP" sz="1800" dirty="0">
                <a:solidFill>
                  <a:schemeClr val="bg1"/>
                </a:solidFill>
              </a:rPr>
              <a:t>3.3〜3.5</a:t>
            </a:r>
            <a:r>
              <a:rPr kumimoji="1" lang="ja-JP" altLang="en-US" sz="1800">
                <a:solidFill>
                  <a:schemeClr val="bg1"/>
                </a:solidFill>
              </a:rPr>
              <a:t>％程度</a:t>
            </a:r>
            <a:endParaRPr kumimoji="1" lang="ja-JP" altLang="en-US" sz="1800" dirty="0" err="1">
              <a:solidFill>
                <a:schemeClr val="bg1"/>
              </a:solidFill>
            </a:endParaRPr>
          </a:p>
        </p:txBody>
      </p:sp>
      <p:sp>
        <p:nvSpPr>
          <p:cNvPr id="19" name="テキスト ボックス 18">
            <a:extLst>
              <a:ext uri="{FF2B5EF4-FFF2-40B4-BE49-F238E27FC236}">
                <a16:creationId xmlns:a16="http://schemas.microsoft.com/office/drawing/2014/main" id="{67763611-7987-07BE-0AEB-C3420B3DBF18}"/>
              </a:ext>
            </a:extLst>
          </p:cNvPr>
          <p:cNvSpPr txBox="1"/>
          <p:nvPr/>
        </p:nvSpPr>
        <p:spPr>
          <a:xfrm>
            <a:off x="5343566" y="3652905"/>
            <a:ext cx="624136"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3.8</a:t>
            </a:r>
            <a:r>
              <a:rPr lang="ja-JP" altLang="en-US" sz="1800">
                <a:solidFill>
                  <a:schemeClr val="bg1"/>
                </a:solidFill>
              </a:rPr>
              <a:t>％</a:t>
            </a:r>
            <a:endParaRPr kumimoji="1" lang="ja-JP" altLang="en-US" sz="1800" dirty="0" err="1">
              <a:solidFill>
                <a:schemeClr val="bg1"/>
              </a:solidFill>
            </a:endParaRPr>
          </a:p>
        </p:txBody>
      </p:sp>
      <p:sp>
        <p:nvSpPr>
          <p:cNvPr id="20" name="テキスト ボックス 19">
            <a:extLst>
              <a:ext uri="{FF2B5EF4-FFF2-40B4-BE49-F238E27FC236}">
                <a16:creationId xmlns:a16="http://schemas.microsoft.com/office/drawing/2014/main" id="{3BBED7AF-CE2F-55FE-F9E2-061CEE6C4BDF}"/>
              </a:ext>
            </a:extLst>
          </p:cNvPr>
          <p:cNvSpPr txBox="1"/>
          <p:nvPr/>
        </p:nvSpPr>
        <p:spPr>
          <a:xfrm>
            <a:off x="5392219" y="4137610"/>
            <a:ext cx="624136"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3.8</a:t>
            </a:r>
            <a:r>
              <a:rPr lang="ja-JP" altLang="en-US" sz="1800">
                <a:solidFill>
                  <a:schemeClr val="bg1"/>
                </a:solidFill>
              </a:rPr>
              <a:t>％</a:t>
            </a:r>
            <a:endParaRPr kumimoji="1" lang="ja-JP" altLang="en-US" sz="1800" dirty="0" err="1">
              <a:solidFill>
                <a:schemeClr val="bg1"/>
              </a:solidFill>
            </a:endParaRPr>
          </a:p>
        </p:txBody>
      </p:sp>
      <p:sp>
        <p:nvSpPr>
          <p:cNvPr id="22" name="テキスト ボックス 21">
            <a:extLst>
              <a:ext uri="{FF2B5EF4-FFF2-40B4-BE49-F238E27FC236}">
                <a16:creationId xmlns:a16="http://schemas.microsoft.com/office/drawing/2014/main" id="{63D4FD98-8709-10FA-4244-F4A756CA4563}"/>
              </a:ext>
            </a:extLst>
          </p:cNvPr>
          <p:cNvSpPr txBox="1"/>
          <p:nvPr/>
        </p:nvSpPr>
        <p:spPr>
          <a:xfrm>
            <a:off x="5201738" y="4643635"/>
            <a:ext cx="1175569"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3.6〜4.0</a:t>
            </a:r>
            <a:r>
              <a:rPr lang="ja-JP" altLang="en-US" sz="1800">
                <a:solidFill>
                  <a:schemeClr val="bg1"/>
                </a:solidFill>
              </a:rPr>
              <a:t>％</a:t>
            </a:r>
            <a:endParaRPr kumimoji="1" lang="ja-JP" altLang="en-US" sz="1800" dirty="0" err="1">
              <a:solidFill>
                <a:schemeClr val="bg1"/>
              </a:solidFill>
            </a:endParaRPr>
          </a:p>
        </p:txBody>
      </p:sp>
      <p:sp>
        <p:nvSpPr>
          <p:cNvPr id="23" name="テキスト ボックス 22">
            <a:extLst>
              <a:ext uri="{FF2B5EF4-FFF2-40B4-BE49-F238E27FC236}">
                <a16:creationId xmlns:a16="http://schemas.microsoft.com/office/drawing/2014/main" id="{BAD8550C-49F9-6955-CB4E-4353BA34A076}"/>
              </a:ext>
            </a:extLst>
          </p:cNvPr>
          <p:cNvSpPr txBox="1"/>
          <p:nvPr/>
        </p:nvSpPr>
        <p:spPr>
          <a:xfrm>
            <a:off x="5394098" y="3186949"/>
            <a:ext cx="983209"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4.5〜5</a:t>
            </a:r>
            <a:r>
              <a:rPr lang="ja-JP" altLang="en-US" sz="1800">
                <a:solidFill>
                  <a:schemeClr val="bg1"/>
                </a:solidFill>
              </a:rPr>
              <a:t>％</a:t>
            </a:r>
            <a:endParaRPr kumimoji="1" lang="ja-JP" altLang="en-US" sz="1800" dirty="0" err="1">
              <a:solidFill>
                <a:schemeClr val="bg1"/>
              </a:solidFill>
            </a:endParaRPr>
          </a:p>
        </p:txBody>
      </p:sp>
      <p:sp>
        <p:nvSpPr>
          <p:cNvPr id="5" name="テキスト ボックス 4">
            <a:extLst>
              <a:ext uri="{FF2B5EF4-FFF2-40B4-BE49-F238E27FC236}">
                <a16:creationId xmlns:a16="http://schemas.microsoft.com/office/drawing/2014/main" id="{86256E14-CE36-C258-856C-B26ACB00381D}"/>
              </a:ext>
            </a:extLst>
          </p:cNvPr>
          <p:cNvSpPr txBox="1"/>
          <p:nvPr/>
        </p:nvSpPr>
        <p:spPr>
          <a:xfrm>
            <a:off x="2181396" y="1660459"/>
            <a:ext cx="6040684" cy="380480"/>
          </a:xfrm>
          <a:prstGeom prst="rect">
            <a:avLst/>
          </a:prstGeom>
          <a:noFill/>
        </p:spPr>
        <p:txBody>
          <a:bodyPr wrap="none" lIns="36000" tIns="36000" rIns="36000" bIns="36000" rtlCol="0" anchor="ctr">
            <a:spAutoFit/>
          </a:bodyPr>
          <a:lstStyle/>
          <a:p>
            <a:pPr>
              <a:spcBef>
                <a:spcPts val="600"/>
              </a:spcBef>
              <a:buSzPct val="100000"/>
            </a:pPr>
            <a:r>
              <a:rPr lang="en-US" altLang="ja-JP" sz="2000" b="1" dirty="0">
                <a:solidFill>
                  <a:srgbClr val="004CA0"/>
                </a:solidFill>
              </a:rPr>
              <a:t>2026</a:t>
            </a:r>
            <a:r>
              <a:rPr lang="ja-JP" altLang="en-US" sz="2000" b="1">
                <a:solidFill>
                  <a:srgbClr val="004CA0"/>
                </a:solidFill>
              </a:rPr>
              <a:t>年のベトナムにおけるインフレ率推移・予測グラフ</a:t>
            </a:r>
            <a:endParaRPr kumimoji="1" lang="ja-JP" altLang="en-US" sz="2000" b="1">
              <a:solidFill>
                <a:srgbClr val="004CA0"/>
              </a:solidFill>
            </a:endParaRPr>
          </a:p>
        </p:txBody>
      </p:sp>
    </p:spTree>
    <p:extLst>
      <p:ext uri="{BB962C8B-B14F-4D97-AF65-F5344CB8AC3E}">
        <p14:creationId xmlns:p14="http://schemas.microsoft.com/office/powerpoint/2010/main" val="104563640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63B4E-31E8-2950-31F5-23A17F1979D4}"/>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6341078-99AD-4D93-B6D4-1F4F569BFC06}"/>
              </a:ext>
            </a:extLst>
          </p:cNvPr>
          <p:cNvSpPr>
            <a:spLocks noGrp="1"/>
          </p:cNvSpPr>
          <p:nvPr>
            <p:ph type="body" sz="quarter" idx="15"/>
          </p:nvPr>
        </p:nvSpPr>
        <p:spPr>
          <a:xfrm>
            <a:off x="415925" y="1023561"/>
            <a:ext cx="9072000" cy="480575"/>
          </a:xfrm>
          <a:noFill/>
          <a:ln>
            <a:noFill/>
          </a:ln>
        </p:spPr>
        <p:txBody>
          <a:bodyPr/>
          <a:lstStyle/>
          <a:p>
            <a:pPr algn="ctr"/>
            <a:r>
              <a:rPr kumimoji="1" lang="en-US" altLang="ja-JP" sz="2400" dirty="0">
                <a:solidFill>
                  <a:schemeClr val="tx1"/>
                </a:solidFill>
              </a:rPr>
              <a:t>26</a:t>
            </a:r>
            <a:r>
              <a:rPr kumimoji="1" lang="ja-JP" altLang="en-US" sz="2400">
                <a:solidFill>
                  <a:schemeClr val="tx1"/>
                </a:solidFill>
              </a:rPr>
              <a:t>年各機関予測のベトナムのインフレは</a:t>
            </a:r>
            <a:r>
              <a:rPr kumimoji="1" lang="en-US" altLang="ja-JP" sz="2400" dirty="0">
                <a:solidFill>
                  <a:schemeClr val="tx1"/>
                </a:solidFill>
              </a:rPr>
              <a:t>3〜4</a:t>
            </a:r>
            <a:r>
              <a:rPr kumimoji="1" lang="ja-JP" altLang="en-US" sz="2400">
                <a:solidFill>
                  <a:schemeClr val="tx1"/>
                </a:solidFill>
              </a:rPr>
              <a:t>％台</a:t>
            </a:r>
          </a:p>
        </p:txBody>
      </p:sp>
      <p:sp>
        <p:nvSpPr>
          <p:cNvPr id="3" name="テキスト プレースホルダー 2">
            <a:extLst>
              <a:ext uri="{FF2B5EF4-FFF2-40B4-BE49-F238E27FC236}">
                <a16:creationId xmlns:a16="http://schemas.microsoft.com/office/drawing/2014/main" id="{39774045-34A8-13C1-ECB6-774AD832B608}"/>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D9C4E85B-799F-C205-067C-4474877E34C7}"/>
              </a:ext>
            </a:extLst>
          </p:cNvPr>
          <p:cNvSpPr>
            <a:spLocks noGrp="1"/>
          </p:cNvSpPr>
          <p:nvPr>
            <p:ph type="body" sz="quarter" idx="17"/>
          </p:nvPr>
        </p:nvSpPr>
        <p:spPr>
          <a:xfrm>
            <a:off x="567302" y="5272766"/>
            <a:ext cx="9072000" cy="288925"/>
          </a:xfrm>
        </p:spPr>
        <p:txBody>
          <a:bodyPr>
            <a:normAutofit/>
          </a:bodyPr>
          <a:lstStyle/>
          <a:p>
            <a:r>
              <a:rPr kumimoji="1" lang="ja-JP" altLang="en-US" sz="1200"/>
              <a:t>出所：</a:t>
            </a:r>
            <a:r>
              <a:rPr lang="ja-JP" altLang="en-US" sz="1200"/>
              <a:t>各機関の公開情報を基に</a:t>
            </a:r>
            <a:r>
              <a:rPr lang="en-US" altLang="ja-JP" sz="1200" dirty="0"/>
              <a:t>InfoBase</a:t>
            </a:r>
            <a:r>
              <a:rPr lang="ja-JP" altLang="en-US" sz="1200"/>
              <a:t>作成。</a:t>
            </a:r>
            <a:endParaRPr kumimoji="1" lang="ja-JP" altLang="en-US" sz="120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962AC60F-E0ED-E147-9B08-2B299C002040}"/>
              </a:ext>
            </a:extLst>
          </p:cNvPr>
          <p:cNvPicPr>
            <a:picLocks noChangeAspect="1"/>
          </p:cNvPicPr>
          <p:nvPr/>
        </p:nvPicPr>
        <p:blipFill>
          <a:blip r:embed="rId3"/>
          <a:stretch>
            <a:fillRect/>
          </a:stretch>
        </p:blipFill>
        <p:spPr>
          <a:xfrm>
            <a:off x="6948557" y="5102117"/>
            <a:ext cx="2345589" cy="503070"/>
          </a:xfrm>
          <a:prstGeom prst="rect">
            <a:avLst/>
          </a:prstGeom>
        </p:spPr>
      </p:pic>
      <p:graphicFrame>
        <p:nvGraphicFramePr>
          <p:cNvPr id="11" name="グラフ 10">
            <a:extLst>
              <a:ext uri="{FF2B5EF4-FFF2-40B4-BE49-F238E27FC236}">
                <a16:creationId xmlns:a16="http://schemas.microsoft.com/office/drawing/2014/main" id="{EC136872-EA34-AF98-3C9A-79294494D9F6}"/>
              </a:ext>
            </a:extLst>
          </p:cNvPr>
          <p:cNvGraphicFramePr/>
          <p:nvPr/>
        </p:nvGraphicFramePr>
        <p:xfrm>
          <a:off x="1352600" y="1988841"/>
          <a:ext cx="8135324" cy="3199270"/>
        </p:xfrm>
        <a:graphic>
          <a:graphicData uri="http://schemas.openxmlformats.org/drawingml/2006/chart">
            <c:chart xmlns:c="http://schemas.openxmlformats.org/drawingml/2006/chart" xmlns:r="http://schemas.openxmlformats.org/officeDocument/2006/relationships" r:id="rId4"/>
          </a:graphicData>
        </a:graphic>
      </p:graphicFrame>
      <p:sp>
        <p:nvSpPr>
          <p:cNvPr id="12" name="テキスト ボックス 11">
            <a:extLst>
              <a:ext uri="{FF2B5EF4-FFF2-40B4-BE49-F238E27FC236}">
                <a16:creationId xmlns:a16="http://schemas.microsoft.com/office/drawing/2014/main" id="{A41107CD-E878-309B-6965-FE9C04FC2829}"/>
              </a:ext>
            </a:extLst>
          </p:cNvPr>
          <p:cNvSpPr txBox="1"/>
          <p:nvPr/>
        </p:nvSpPr>
        <p:spPr>
          <a:xfrm>
            <a:off x="8481392" y="1669889"/>
            <a:ext cx="768406" cy="318924"/>
          </a:xfrm>
          <a:prstGeom prst="rect">
            <a:avLst/>
          </a:prstGeom>
          <a:noFill/>
        </p:spPr>
        <p:txBody>
          <a:bodyPr wrap="none" lIns="36000" tIns="36000" rIns="36000" bIns="36000" rtlCol="0" anchor="ctr">
            <a:spAutoFit/>
          </a:bodyPr>
          <a:lstStyle/>
          <a:p>
            <a:pPr>
              <a:spcBef>
                <a:spcPts val="600"/>
              </a:spcBef>
              <a:buSzPct val="100000"/>
            </a:pPr>
            <a:r>
              <a:rPr kumimoji="1" lang="ja-JP" altLang="en-US" sz="1600"/>
              <a:t>単位：</a:t>
            </a:r>
            <a:r>
              <a:rPr kumimoji="1" lang="en-US" altLang="ja-JP" sz="1600" dirty="0"/>
              <a:t>%</a:t>
            </a:r>
            <a:endParaRPr kumimoji="1" lang="ja-JP" altLang="en-US" sz="1600" dirty="0" err="1"/>
          </a:p>
        </p:txBody>
      </p:sp>
      <p:sp>
        <p:nvSpPr>
          <p:cNvPr id="18" name="テキスト ボックス 17">
            <a:extLst>
              <a:ext uri="{FF2B5EF4-FFF2-40B4-BE49-F238E27FC236}">
                <a16:creationId xmlns:a16="http://schemas.microsoft.com/office/drawing/2014/main" id="{85D0B69A-B2BE-1E3B-60AF-78670B40BDAD}"/>
              </a:ext>
            </a:extLst>
          </p:cNvPr>
          <p:cNvSpPr txBox="1"/>
          <p:nvPr/>
        </p:nvSpPr>
        <p:spPr>
          <a:xfrm>
            <a:off x="5067086" y="2690232"/>
            <a:ext cx="1637234" cy="349702"/>
          </a:xfrm>
          <a:prstGeom prst="rect">
            <a:avLst/>
          </a:prstGeom>
          <a:noFill/>
        </p:spPr>
        <p:txBody>
          <a:bodyPr wrap="none" lIns="36000" tIns="36000" rIns="36000" bIns="36000" rtlCol="0" anchor="ctr">
            <a:spAutoFit/>
          </a:bodyPr>
          <a:lstStyle/>
          <a:p>
            <a:pPr>
              <a:spcBef>
                <a:spcPts val="600"/>
              </a:spcBef>
              <a:buSzPct val="100000"/>
            </a:pPr>
            <a:r>
              <a:rPr kumimoji="1" lang="en-US" altLang="ja-JP" sz="1800" dirty="0">
                <a:solidFill>
                  <a:schemeClr val="bg1"/>
                </a:solidFill>
              </a:rPr>
              <a:t>3.3〜3.5</a:t>
            </a:r>
            <a:r>
              <a:rPr kumimoji="1" lang="ja-JP" altLang="en-US" sz="1800">
                <a:solidFill>
                  <a:schemeClr val="bg1"/>
                </a:solidFill>
              </a:rPr>
              <a:t>％程度</a:t>
            </a:r>
            <a:endParaRPr kumimoji="1" lang="ja-JP" altLang="en-US" sz="1800" dirty="0" err="1">
              <a:solidFill>
                <a:schemeClr val="bg1"/>
              </a:solidFill>
            </a:endParaRPr>
          </a:p>
        </p:txBody>
      </p:sp>
      <p:sp>
        <p:nvSpPr>
          <p:cNvPr id="19" name="テキスト ボックス 18">
            <a:extLst>
              <a:ext uri="{FF2B5EF4-FFF2-40B4-BE49-F238E27FC236}">
                <a16:creationId xmlns:a16="http://schemas.microsoft.com/office/drawing/2014/main" id="{91EA7B9E-B7F8-D0D1-0E67-86FCEC68BBB0}"/>
              </a:ext>
            </a:extLst>
          </p:cNvPr>
          <p:cNvSpPr txBox="1"/>
          <p:nvPr/>
        </p:nvSpPr>
        <p:spPr>
          <a:xfrm>
            <a:off x="5343566" y="3652905"/>
            <a:ext cx="624136"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3.8</a:t>
            </a:r>
            <a:r>
              <a:rPr lang="ja-JP" altLang="en-US" sz="1800">
                <a:solidFill>
                  <a:schemeClr val="bg1"/>
                </a:solidFill>
              </a:rPr>
              <a:t>％</a:t>
            </a:r>
            <a:endParaRPr kumimoji="1" lang="ja-JP" altLang="en-US" sz="1800" dirty="0" err="1">
              <a:solidFill>
                <a:schemeClr val="bg1"/>
              </a:solidFill>
            </a:endParaRPr>
          </a:p>
        </p:txBody>
      </p:sp>
      <p:sp>
        <p:nvSpPr>
          <p:cNvPr id="20" name="テキスト ボックス 19">
            <a:extLst>
              <a:ext uri="{FF2B5EF4-FFF2-40B4-BE49-F238E27FC236}">
                <a16:creationId xmlns:a16="http://schemas.microsoft.com/office/drawing/2014/main" id="{C7565978-FE70-8167-A2ED-F43665EE97F3}"/>
              </a:ext>
            </a:extLst>
          </p:cNvPr>
          <p:cNvSpPr txBox="1"/>
          <p:nvPr/>
        </p:nvSpPr>
        <p:spPr>
          <a:xfrm>
            <a:off x="5392219" y="4137610"/>
            <a:ext cx="624136"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3.8</a:t>
            </a:r>
            <a:r>
              <a:rPr lang="ja-JP" altLang="en-US" sz="1800">
                <a:solidFill>
                  <a:schemeClr val="bg1"/>
                </a:solidFill>
              </a:rPr>
              <a:t>％</a:t>
            </a:r>
            <a:endParaRPr kumimoji="1" lang="ja-JP" altLang="en-US" sz="1800" dirty="0" err="1">
              <a:solidFill>
                <a:schemeClr val="bg1"/>
              </a:solidFill>
            </a:endParaRPr>
          </a:p>
        </p:txBody>
      </p:sp>
      <p:sp>
        <p:nvSpPr>
          <p:cNvPr id="22" name="テキスト ボックス 21">
            <a:extLst>
              <a:ext uri="{FF2B5EF4-FFF2-40B4-BE49-F238E27FC236}">
                <a16:creationId xmlns:a16="http://schemas.microsoft.com/office/drawing/2014/main" id="{A0823A8B-6E62-027C-5B29-9753DB7E0060}"/>
              </a:ext>
            </a:extLst>
          </p:cNvPr>
          <p:cNvSpPr txBox="1"/>
          <p:nvPr/>
        </p:nvSpPr>
        <p:spPr>
          <a:xfrm>
            <a:off x="5201738" y="4643635"/>
            <a:ext cx="1175569"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3.6〜4.0</a:t>
            </a:r>
            <a:r>
              <a:rPr lang="ja-JP" altLang="en-US" sz="1800">
                <a:solidFill>
                  <a:schemeClr val="bg1"/>
                </a:solidFill>
              </a:rPr>
              <a:t>％</a:t>
            </a:r>
            <a:endParaRPr kumimoji="1" lang="ja-JP" altLang="en-US" sz="1800" dirty="0" err="1">
              <a:solidFill>
                <a:schemeClr val="bg1"/>
              </a:solidFill>
            </a:endParaRPr>
          </a:p>
        </p:txBody>
      </p:sp>
      <p:sp>
        <p:nvSpPr>
          <p:cNvPr id="23" name="テキスト ボックス 22">
            <a:extLst>
              <a:ext uri="{FF2B5EF4-FFF2-40B4-BE49-F238E27FC236}">
                <a16:creationId xmlns:a16="http://schemas.microsoft.com/office/drawing/2014/main" id="{B463EAA5-5362-79CA-1DD0-8DA79B6C3E9D}"/>
              </a:ext>
            </a:extLst>
          </p:cNvPr>
          <p:cNvSpPr txBox="1"/>
          <p:nvPr/>
        </p:nvSpPr>
        <p:spPr>
          <a:xfrm>
            <a:off x="5394098" y="3186949"/>
            <a:ext cx="983209"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4.5〜5</a:t>
            </a:r>
            <a:r>
              <a:rPr lang="ja-JP" altLang="en-US" sz="1800">
                <a:solidFill>
                  <a:schemeClr val="bg1"/>
                </a:solidFill>
              </a:rPr>
              <a:t>％</a:t>
            </a:r>
            <a:endParaRPr kumimoji="1" lang="ja-JP" altLang="en-US" sz="1800" dirty="0" err="1">
              <a:solidFill>
                <a:schemeClr val="bg1"/>
              </a:solidFill>
            </a:endParaRPr>
          </a:p>
        </p:txBody>
      </p:sp>
      <p:sp>
        <p:nvSpPr>
          <p:cNvPr id="5" name="テキスト ボックス 4">
            <a:extLst>
              <a:ext uri="{FF2B5EF4-FFF2-40B4-BE49-F238E27FC236}">
                <a16:creationId xmlns:a16="http://schemas.microsoft.com/office/drawing/2014/main" id="{7973978E-1BDA-26D7-7C98-516DC5543ECE}"/>
              </a:ext>
            </a:extLst>
          </p:cNvPr>
          <p:cNvSpPr txBox="1"/>
          <p:nvPr/>
        </p:nvSpPr>
        <p:spPr>
          <a:xfrm>
            <a:off x="2181396" y="1660459"/>
            <a:ext cx="6040684" cy="380480"/>
          </a:xfrm>
          <a:prstGeom prst="rect">
            <a:avLst/>
          </a:prstGeom>
          <a:noFill/>
        </p:spPr>
        <p:txBody>
          <a:bodyPr wrap="none" lIns="36000" tIns="36000" rIns="36000" bIns="36000" rtlCol="0" anchor="ctr">
            <a:spAutoFit/>
          </a:bodyPr>
          <a:lstStyle/>
          <a:p>
            <a:pPr>
              <a:spcBef>
                <a:spcPts val="600"/>
              </a:spcBef>
              <a:buSzPct val="100000"/>
            </a:pPr>
            <a:r>
              <a:rPr lang="en-US" altLang="ja-JP" sz="2000" b="1" dirty="0">
                <a:solidFill>
                  <a:srgbClr val="004CA0"/>
                </a:solidFill>
              </a:rPr>
              <a:t>2026</a:t>
            </a:r>
            <a:r>
              <a:rPr lang="ja-JP" altLang="en-US" sz="2000" b="1">
                <a:solidFill>
                  <a:srgbClr val="004CA0"/>
                </a:solidFill>
              </a:rPr>
              <a:t>年のベトナムにおけるインフレ率推移・予測グラフ</a:t>
            </a:r>
            <a:endParaRPr kumimoji="1" lang="ja-JP" altLang="en-US" sz="2000" b="1">
              <a:solidFill>
                <a:srgbClr val="004CA0"/>
              </a:solidFill>
            </a:endParaRPr>
          </a:p>
        </p:txBody>
      </p:sp>
    </p:spTree>
    <p:extLst>
      <p:ext uri="{BB962C8B-B14F-4D97-AF65-F5344CB8AC3E}">
        <p14:creationId xmlns:p14="http://schemas.microsoft.com/office/powerpoint/2010/main" val="5196006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3BB05-5D53-18DF-0667-62F5705BC031}"/>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F16F9C3-2788-7364-494C-CC4F3694C023}"/>
              </a:ext>
            </a:extLst>
          </p:cNvPr>
          <p:cNvSpPr>
            <a:spLocks noGrp="1"/>
          </p:cNvSpPr>
          <p:nvPr>
            <p:ph type="body" sz="quarter" idx="15"/>
          </p:nvPr>
        </p:nvSpPr>
        <p:spPr>
          <a:xfrm>
            <a:off x="417000" y="476672"/>
            <a:ext cx="9072000" cy="480575"/>
          </a:xfrm>
          <a:noFill/>
          <a:ln>
            <a:noFill/>
          </a:ln>
        </p:spPr>
        <p:txBody>
          <a:bodyPr/>
          <a:lstStyle/>
          <a:p>
            <a:pPr algn="ctr"/>
            <a:r>
              <a:rPr kumimoji="1" lang="ja-JP" altLang="en-US" sz="2400">
                <a:solidFill>
                  <a:schemeClr val="tx1"/>
                </a:solidFill>
              </a:rPr>
              <a:t>ベトナム主要金利の推移</a:t>
            </a:r>
          </a:p>
        </p:txBody>
      </p:sp>
      <p:sp>
        <p:nvSpPr>
          <p:cNvPr id="3" name="テキスト プレースホルダー 2">
            <a:extLst>
              <a:ext uri="{FF2B5EF4-FFF2-40B4-BE49-F238E27FC236}">
                <a16:creationId xmlns:a16="http://schemas.microsoft.com/office/drawing/2014/main" id="{F1A2A569-A7FB-21F6-9432-AE454CC2FDBB}"/>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C92FB91B-DE8D-FA9F-DEB5-A664BE46FE7C}"/>
              </a:ext>
            </a:extLst>
          </p:cNvPr>
          <p:cNvSpPr>
            <a:spLocks noGrp="1"/>
          </p:cNvSpPr>
          <p:nvPr>
            <p:ph type="body" sz="quarter" idx="17"/>
          </p:nvPr>
        </p:nvSpPr>
        <p:spPr>
          <a:xfrm>
            <a:off x="567302" y="5688867"/>
            <a:ext cx="9072000" cy="288925"/>
          </a:xfrm>
        </p:spPr>
        <p:txBody>
          <a:bodyPr>
            <a:normAutofit/>
          </a:bodyPr>
          <a:lstStyle/>
          <a:p>
            <a:r>
              <a:rPr kumimoji="1" lang="ja-JP" altLang="en-US" sz="1200"/>
              <a:t>出所：</a:t>
            </a:r>
            <a:r>
              <a:rPr kumimoji="1" lang="vi-VN" altLang="ja-JP" sz="1200" dirty="0"/>
              <a:t>MUFG</a:t>
            </a:r>
            <a:endParaRPr kumimoji="1" lang="ja-JP" altLang="en-US" sz="120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B8A108FB-E0DA-A11C-1316-7A454A6CA746}"/>
              </a:ext>
            </a:extLst>
          </p:cNvPr>
          <p:cNvPicPr>
            <a:picLocks noChangeAspect="1"/>
          </p:cNvPicPr>
          <p:nvPr/>
        </p:nvPicPr>
        <p:blipFill>
          <a:blip r:embed="rId3"/>
          <a:stretch>
            <a:fillRect/>
          </a:stretch>
        </p:blipFill>
        <p:spPr>
          <a:xfrm>
            <a:off x="6948557" y="5518218"/>
            <a:ext cx="2345589" cy="503070"/>
          </a:xfrm>
          <a:prstGeom prst="rect">
            <a:avLst/>
          </a:prstGeom>
        </p:spPr>
      </p:pic>
      <p:sp>
        <p:nvSpPr>
          <p:cNvPr id="18" name="テキスト ボックス 17">
            <a:extLst>
              <a:ext uri="{FF2B5EF4-FFF2-40B4-BE49-F238E27FC236}">
                <a16:creationId xmlns:a16="http://schemas.microsoft.com/office/drawing/2014/main" id="{30DC5390-EABE-1362-F04C-152E41BF22F2}"/>
              </a:ext>
            </a:extLst>
          </p:cNvPr>
          <p:cNvSpPr txBox="1"/>
          <p:nvPr/>
        </p:nvSpPr>
        <p:spPr>
          <a:xfrm>
            <a:off x="5067086" y="2690232"/>
            <a:ext cx="1637234" cy="349702"/>
          </a:xfrm>
          <a:prstGeom prst="rect">
            <a:avLst/>
          </a:prstGeom>
          <a:noFill/>
        </p:spPr>
        <p:txBody>
          <a:bodyPr wrap="none" lIns="36000" tIns="36000" rIns="36000" bIns="36000" rtlCol="0" anchor="ctr">
            <a:spAutoFit/>
          </a:bodyPr>
          <a:lstStyle/>
          <a:p>
            <a:pPr>
              <a:spcBef>
                <a:spcPts val="600"/>
              </a:spcBef>
              <a:buSzPct val="100000"/>
            </a:pPr>
            <a:r>
              <a:rPr kumimoji="1" lang="en-US" altLang="ja-JP" sz="1800" dirty="0">
                <a:solidFill>
                  <a:schemeClr val="bg1"/>
                </a:solidFill>
              </a:rPr>
              <a:t>3.3〜3.5</a:t>
            </a:r>
            <a:r>
              <a:rPr kumimoji="1" lang="ja-JP" altLang="en-US" sz="1800">
                <a:solidFill>
                  <a:schemeClr val="bg1"/>
                </a:solidFill>
              </a:rPr>
              <a:t>％程度</a:t>
            </a:r>
            <a:endParaRPr kumimoji="1" lang="ja-JP" altLang="en-US" sz="1800" dirty="0" err="1">
              <a:solidFill>
                <a:schemeClr val="bg1"/>
              </a:solidFill>
            </a:endParaRPr>
          </a:p>
        </p:txBody>
      </p:sp>
      <p:sp>
        <p:nvSpPr>
          <p:cNvPr id="19" name="テキスト ボックス 18">
            <a:extLst>
              <a:ext uri="{FF2B5EF4-FFF2-40B4-BE49-F238E27FC236}">
                <a16:creationId xmlns:a16="http://schemas.microsoft.com/office/drawing/2014/main" id="{CB954226-797B-75D7-0FBD-A9FDC521009D}"/>
              </a:ext>
            </a:extLst>
          </p:cNvPr>
          <p:cNvSpPr txBox="1"/>
          <p:nvPr/>
        </p:nvSpPr>
        <p:spPr>
          <a:xfrm>
            <a:off x="5343566" y="3652905"/>
            <a:ext cx="624136"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3.8</a:t>
            </a:r>
            <a:r>
              <a:rPr lang="ja-JP" altLang="en-US" sz="1800">
                <a:solidFill>
                  <a:schemeClr val="bg1"/>
                </a:solidFill>
              </a:rPr>
              <a:t>％</a:t>
            </a:r>
            <a:endParaRPr kumimoji="1" lang="ja-JP" altLang="en-US" sz="1800" dirty="0" err="1">
              <a:solidFill>
                <a:schemeClr val="bg1"/>
              </a:solidFill>
            </a:endParaRPr>
          </a:p>
        </p:txBody>
      </p:sp>
      <p:sp>
        <p:nvSpPr>
          <p:cNvPr id="20" name="テキスト ボックス 19">
            <a:extLst>
              <a:ext uri="{FF2B5EF4-FFF2-40B4-BE49-F238E27FC236}">
                <a16:creationId xmlns:a16="http://schemas.microsoft.com/office/drawing/2014/main" id="{108BB8FC-0891-1503-6655-E5BA80107E22}"/>
              </a:ext>
            </a:extLst>
          </p:cNvPr>
          <p:cNvSpPr txBox="1"/>
          <p:nvPr/>
        </p:nvSpPr>
        <p:spPr>
          <a:xfrm>
            <a:off x="5392219" y="4137610"/>
            <a:ext cx="624136"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3.8</a:t>
            </a:r>
            <a:r>
              <a:rPr lang="ja-JP" altLang="en-US" sz="1800">
                <a:solidFill>
                  <a:schemeClr val="bg1"/>
                </a:solidFill>
              </a:rPr>
              <a:t>％</a:t>
            </a:r>
            <a:endParaRPr kumimoji="1" lang="ja-JP" altLang="en-US" sz="1800" dirty="0" err="1">
              <a:solidFill>
                <a:schemeClr val="bg1"/>
              </a:solidFill>
            </a:endParaRPr>
          </a:p>
        </p:txBody>
      </p:sp>
      <p:sp>
        <p:nvSpPr>
          <p:cNvPr id="22" name="テキスト ボックス 21">
            <a:extLst>
              <a:ext uri="{FF2B5EF4-FFF2-40B4-BE49-F238E27FC236}">
                <a16:creationId xmlns:a16="http://schemas.microsoft.com/office/drawing/2014/main" id="{4FDAB35F-7955-7E88-A422-13693B55B680}"/>
              </a:ext>
            </a:extLst>
          </p:cNvPr>
          <p:cNvSpPr txBox="1"/>
          <p:nvPr/>
        </p:nvSpPr>
        <p:spPr>
          <a:xfrm>
            <a:off x="5201738" y="4643635"/>
            <a:ext cx="1175569"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3.6〜4.0</a:t>
            </a:r>
            <a:r>
              <a:rPr lang="ja-JP" altLang="en-US" sz="1800">
                <a:solidFill>
                  <a:schemeClr val="bg1"/>
                </a:solidFill>
              </a:rPr>
              <a:t>％</a:t>
            </a:r>
            <a:endParaRPr kumimoji="1" lang="ja-JP" altLang="en-US" sz="1800" dirty="0" err="1">
              <a:solidFill>
                <a:schemeClr val="bg1"/>
              </a:solidFill>
            </a:endParaRPr>
          </a:p>
        </p:txBody>
      </p:sp>
      <p:sp>
        <p:nvSpPr>
          <p:cNvPr id="23" name="テキスト ボックス 22">
            <a:extLst>
              <a:ext uri="{FF2B5EF4-FFF2-40B4-BE49-F238E27FC236}">
                <a16:creationId xmlns:a16="http://schemas.microsoft.com/office/drawing/2014/main" id="{7083AC32-2E32-6284-356F-6C39D65632B8}"/>
              </a:ext>
            </a:extLst>
          </p:cNvPr>
          <p:cNvSpPr txBox="1"/>
          <p:nvPr/>
        </p:nvSpPr>
        <p:spPr>
          <a:xfrm>
            <a:off x="5394098" y="3186949"/>
            <a:ext cx="983209" cy="349702"/>
          </a:xfrm>
          <a:prstGeom prst="rect">
            <a:avLst/>
          </a:prstGeom>
          <a:noFill/>
        </p:spPr>
        <p:txBody>
          <a:bodyPr wrap="none" lIns="36000" tIns="36000" rIns="36000" bIns="36000" rtlCol="0" anchor="ctr">
            <a:spAutoFit/>
          </a:bodyPr>
          <a:lstStyle/>
          <a:p>
            <a:pPr>
              <a:spcBef>
                <a:spcPts val="600"/>
              </a:spcBef>
              <a:buSzPct val="100000"/>
            </a:pPr>
            <a:r>
              <a:rPr lang="en-US" altLang="ja-JP" sz="1800" dirty="0">
                <a:solidFill>
                  <a:schemeClr val="bg1"/>
                </a:solidFill>
              </a:rPr>
              <a:t>4.5〜5</a:t>
            </a:r>
            <a:r>
              <a:rPr lang="ja-JP" altLang="en-US" sz="1800">
                <a:solidFill>
                  <a:schemeClr val="bg1"/>
                </a:solidFill>
              </a:rPr>
              <a:t>％</a:t>
            </a:r>
            <a:endParaRPr kumimoji="1" lang="ja-JP" altLang="en-US" sz="1800" dirty="0" err="1">
              <a:solidFill>
                <a:schemeClr val="bg1"/>
              </a:solidFill>
            </a:endParaRPr>
          </a:p>
        </p:txBody>
      </p:sp>
      <p:pic>
        <p:nvPicPr>
          <p:cNvPr id="6" name="図 5">
            <a:extLst>
              <a:ext uri="{FF2B5EF4-FFF2-40B4-BE49-F238E27FC236}">
                <a16:creationId xmlns:a16="http://schemas.microsoft.com/office/drawing/2014/main" id="{E3AC5C48-C1FC-5051-9F46-87E046AA958A}"/>
              </a:ext>
            </a:extLst>
          </p:cNvPr>
          <p:cNvPicPr>
            <a:picLocks noChangeAspect="1"/>
          </p:cNvPicPr>
          <p:nvPr/>
        </p:nvPicPr>
        <p:blipFill>
          <a:blip r:embed="rId4"/>
          <a:srcRect t="10395" b="13173"/>
          <a:stretch>
            <a:fillRect/>
          </a:stretch>
        </p:blipFill>
        <p:spPr>
          <a:xfrm>
            <a:off x="1064568" y="1003619"/>
            <a:ext cx="7188941" cy="4528971"/>
          </a:xfrm>
          <a:prstGeom prst="rect">
            <a:avLst/>
          </a:prstGeom>
        </p:spPr>
      </p:pic>
    </p:spTree>
    <p:extLst>
      <p:ext uri="{BB962C8B-B14F-4D97-AF65-F5344CB8AC3E}">
        <p14:creationId xmlns:p14="http://schemas.microsoft.com/office/powerpoint/2010/main" val="31541589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1CD2-703C-BAE0-E58D-7999715024B1}"/>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9F55D1-3479-39EC-B9B6-6A9C7EDF16F6}"/>
              </a:ext>
            </a:extLst>
          </p:cNvPr>
          <p:cNvSpPr>
            <a:spLocks noGrp="1"/>
          </p:cNvSpPr>
          <p:nvPr>
            <p:ph type="body" sz="quarter" idx="15"/>
          </p:nvPr>
        </p:nvSpPr>
        <p:spPr>
          <a:xfrm>
            <a:off x="415925" y="1023561"/>
            <a:ext cx="4537075" cy="480575"/>
          </a:xfrm>
          <a:noFill/>
        </p:spPr>
        <p:txBody>
          <a:bodyPr/>
          <a:lstStyle/>
          <a:p>
            <a:pPr algn="ctr"/>
            <a:r>
              <a:rPr lang="vi-VN" altLang="ja-JP" sz="1800" dirty="0"/>
              <a:t> USD/VND</a:t>
            </a:r>
            <a:r>
              <a:rPr lang="ja-JP" altLang="en-US" sz="1800"/>
              <a:t>為替レート予測</a:t>
            </a:r>
            <a:r>
              <a:rPr lang="en-US" altLang="ja-JP" sz="1800" dirty="0"/>
              <a:t>(</a:t>
            </a:r>
            <a:r>
              <a:rPr lang="ja-JP" altLang="en-US" sz="1800"/>
              <a:t>関税シナリオ別</a:t>
            </a:r>
            <a:r>
              <a:rPr lang="en-US" altLang="ja-JP" sz="1800" dirty="0"/>
              <a:t>)</a:t>
            </a:r>
            <a:endParaRPr kumimoji="1" lang="ja-JP" altLang="en-US" sz="1800"/>
          </a:p>
        </p:txBody>
      </p:sp>
      <p:sp>
        <p:nvSpPr>
          <p:cNvPr id="3" name="テキスト プレースホルダー 2">
            <a:extLst>
              <a:ext uri="{FF2B5EF4-FFF2-40B4-BE49-F238E27FC236}">
                <a16:creationId xmlns:a16="http://schemas.microsoft.com/office/drawing/2014/main" id="{860C2B21-3EC5-F886-AEE2-60FF2F2F98B6}"/>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6CED8ABC-5BB6-DD5D-3854-D41E9E7C8EF3}"/>
              </a:ext>
            </a:extLst>
          </p:cNvPr>
          <p:cNvSpPr>
            <a:spLocks noGrp="1"/>
          </p:cNvSpPr>
          <p:nvPr>
            <p:ph type="body" sz="quarter" idx="17"/>
          </p:nvPr>
        </p:nvSpPr>
        <p:spPr>
          <a:xfrm>
            <a:off x="591657" y="5877272"/>
            <a:ext cx="9072000" cy="288925"/>
          </a:xfrm>
        </p:spPr>
        <p:txBody>
          <a:bodyPr>
            <a:normAutofit/>
          </a:bodyPr>
          <a:lstStyle/>
          <a:p>
            <a:r>
              <a:rPr kumimoji="1" lang="ja-JP" altLang="en-US" sz="1200"/>
              <a:t>出所：</a:t>
            </a:r>
            <a:r>
              <a:rPr kumimoji="1" lang="vi-VN" altLang="ja-JP" sz="1200" dirty="0"/>
              <a:t>MUFG “Vietnam: Risks to VND more balanced</a:t>
            </a:r>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6EEE39B8-A72E-CF92-4A8F-2D239F0922A5}"/>
              </a:ext>
            </a:extLst>
          </p:cNvPr>
          <p:cNvPicPr>
            <a:picLocks noChangeAspect="1"/>
          </p:cNvPicPr>
          <p:nvPr/>
        </p:nvPicPr>
        <p:blipFill>
          <a:blip r:embed="rId3"/>
          <a:stretch>
            <a:fillRect/>
          </a:stretch>
        </p:blipFill>
        <p:spPr>
          <a:xfrm>
            <a:off x="6948557" y="5805264"/>
            <a:ext cx="2345589" cy="503070"/>
          </a:xfrm>
          <a:prstGeom prst="rect">
            <a:avLst/>
          </a:prstGeom>
        </p:spPr>
      </p:pic>
      <p:pic>
        <p:nvPicPr>
          <p:cNvPr id="3074" name="Picture 2">
            <a:extLst>
              <a:ext uri="{FF2B5EF4-FFF2-40B4-BE49-F238E27FC236}">
                <a16:creationId xmlns:a16="http://schemas.microsoft.com/office/drawing/2014/main" id="{BC379CB0-D1B4-E512-AE60-BCB74EE0A1C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804"/>
          <a:stretch>
            <a:fillRect/>
          </a:stretch>
        </p:blipFill>
        <p:spPr bwMode="auto">
          <a:xfrm>
            <a:off x="571916" y="1561596"/>
            <a:ext cx="8777754" cy="4272843"/>
          </a:xfrm>
          <a:prstGeom prst="rect">
            <a:avLst/>
          </a:prstGeom>
          <a:noFill/>
          <a:extLst>
            <a:ext uri="{909E8E84-426E-40DD-AFC4-6F175D3DCCD1}">
              <a14:hiddenFill xmlns:a14="http://schemas.microsoft.com/office/drawing/2010/main">
                <a:solidFill>
                  <a:srgbClr val="FFFFFF"/>
                </a:solidFill>
              </a14:hiddenFill>
            </a:ext>
          </a:extLst>
        </p:spPr>
      </p:pic>
      <p:sp>
        <p:nvSpPr>
          <p:cNvPr id="7" name="テキスト プレースホルダー 1">
            <a:extLst>
              <a:ext uri="{FF2B5EF4-FFF2-40B4-BE49-F238E27FC236}">
                <a16:creationId xmlns:a16="http://schemas.microsoft.com/office/drawing/2014/main" id="{B613E00C-2DD1-4005-421C-7E99E1B6AEB8}"/>
              </a:ext>
            </a:extLst>
          </p:cNvPr>
          <p:cNvSpPr txBox="1">
            <a:spLocks/>
          </p:cNvSpPr>
          <p:nvPr/>
        </p:nvSpPr>
        <p:spPr bwMode="gray">
          <a:xfrm>
            <a:off x="4985111" y="1023561"/>
            <a:ext cx="4537075" cy="480575"/>
          </a:xfrm>
          <a:prstGeom prst="rect">
            <a:avLst/>
          </a:prstGeom>
          <a:noFill/>
        </p:spPr>
        <p:txBody>
          <a:bodyPr vert="horz" wrap="none" lIns="72000" tIns="0" rIns="0" bIns="0" rtlCol="0" anchor="ctr">
            <a:noAutofit/>
          </a:bodyPr>
          <a:lstStyle>
            <a:lvl1pPr marL="0" indent="0" algn="l" defTabSz="990564" rtl="0" eaLnBrk="1" latinLnBrk="0" hangingPunct="1">
              <a:lnSpc>
                <a:spcPct val="100000"/>
              </a:lnSpc>
              <a:spcBef>
                <a:spcPts val="0"/>
              </a:spcBef>
              <a:spcAft>
                <a:spcPts val="0"/>
              </a:spcAft>
              <a:buSzPct val="100000"/>
              <a:buFont typeface="Arial" panose="020B0604020202020204" pitchFamily="34" charset="0"/>
              <a:buNone/>
              <a:defRPr kumimoji="1" sz="1400" b="1" kern="1200">
                <a:solidFill>
                  <a:srgbClr val="004CA0"/>
                </a:solidFill>
                <a:latin typeface="+mn-ea"/>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vi-VN" altLang="ja-JP" sz="1800" dirty="0"/>
              <a:t>USD/VND</a:t>
            </a:r>
            <a:r>
              <a:rPr lang="ja-JP" altLang="en-US" sz="1800"/>
              <a:t>とドル指数の相関</a:t>
            </a:r>
            <a:r>
              <a:rPr lang="en-US" altLang="ja-JP" sz="1800" dirty="0"/>
              <a:t>(8</a:t>
            </a:r>
            <a:r>
              <a:rPr lang="ja-JP" altLang="en-US" sz="1800"/>
              <a:t>週間先行）</a:t>
            </a:r>
          </a:p>
        </p:txBody>
      </p:sp>
      <p:sp>
        <p:nvSpPr>
          <p:cNvPr id="5" name="テキスト ボックス 4">
            <a:extLst>
              <a:ext uri="{FF2B5EF4-FFF2-40B4-BE49-F238E27FC236}">
                <a16:creationId xmlns:a16="http://schemas.microsoft.com/office/drawing/2014/main" id="{CD28CF18-3AE9-5906-05AD-C380A42EC2D1}"/>
              </a:ext>
            </a:extLst>
          </p:cNvPr>
          <p:cNvSpPr txBox="1"/>
          <p:nvPr/>
        </p:nvSpPr>
        <p:spPr>
          <a:xfrm>
            <a:off x="2221249" y="589150"/>
            <a:ext cx="5527723" cy="442035"/>
          </a:xfrm>
          <a:prstGeom prst="rect">
            <a:avLst/>
          </a:prstGeom>
          <a:noFill/>
        </p:spPr>
        <p:txBody>
          <a:bodyPr wrap="none" lIns="36000" tIns="36000" rIns="36000" bIns="36000" rtlCol="0" anchor="ctr">
            <a:spAutoFit/>
          </a:bodyPr>
          <a:lstStyle/>
          <a:p>
            <a:pPr>
              <a:spcBef>
                <a:spcPts val="600"/>
              </a:spcBef>
              <a:buSzPct val="100000"/>
            </a:pPr>
            <a:r>
              <a:rPr kumimoji="1" lang="vi-VN" altLang="ja-JP" sz="2400" b="1" dirty="0"/>
              <a:t>VND</a:t>
            </a:r>
            <a:r>
              <a:rPr kumimoji="1" lang="ja-JP" altLang="en-US" sz="2400" b="1"/>
              <a:t>はドル高連動で緩やかな減価見通し</a:t>
            </a:r>
            <a:endParaRPr kumimoji="1" lang="ja-JP" altLang="en-US" sz="2400" b="1" dirty="0" err="1"/>
          </a:p>
        </p:txBody>
      </p:sp>
    </p:spTree>
    <p:extLst>
      <p:ext uri="{BB962C8B-B14F-4D97-AF65-F5344CB8AC3E}">
        <p14:creationId xmlns:p14="http://schemas.microsoft.com/office/powerpoint/2010/main" val="104578946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9F10C-7FDF-D5EE-525C-F44F32140D49}"/>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C6F45A8-F340-23E4-F84E-5990D8E2DC01}"/>
              </a:ext>
            </a:extLst>
          </p:cNvPr>
          <p:cNvSpPr>
            <a:spLocks noGrp="1"/>
          </p:cNvSpPr>
          <p:nvPr>
            <p:ph type="body" sz="quarter" idx="15"/>
          </p:nvPr>
        </p:nvSpPr>
        <p:spPr>
          <a:xfrm>
            <a:off x="1784648" y="620688"/>
            <a:ext cx="6912767" cy="480575"/>
          </a:xfrm>
          <a:noFill/>
          <a:ln>
            <a:noFill/>
          </a:ln>
        </p:spPr>
        <p:txBody>
          <a:bodyPr/>
          <a:lstStyle/>
          <a:p>
            <a:pPr algn="ctr"/>
            <a:r>
              <a:rPr kumimoji="1" lang="ja-JP" altLang="en-US" sz="2400">
                <a:solidFill>
                  <a:schemeClr val="tx1"/>
                </a:solidFill>
              </a:rPr>
              <a:t>ベトナム</a:t>
            </a:r>
            <a:r>
              <a:rPr kumimoji="1" lang="vi-VN" altLang="ja-JP" sz="2400" dirty="0">
                <a:solidFill>
                  <a:schemeClr val="tx1"/>
                </a:solidFill>
              </a:rPr>
              <a:t>M&amp;A</a:t>
            </a:r>
            <a:r>
              <a:rPr kumimoji="1" lang="ja-JP" altLang="en-US" sz="2400">
                <a:solidFill>
                  <a:schemeClr val="tx1"/>
                </a:solidFill>
              </a:rPr>
              <a:t>市場は減速も取引は堅調維持</a:t>
            </a:r>
          </a:p>
        </p:txBody>
      </p:sp>
      <p:sp>
        <p:nvSpPr>
          <p:cNvPr id="3" name="テキスト プレースホルダー 2">
            <a:extLst>
              <a:ext uri="{FF2B5EF4-FFF2-40B4-BE49-F238E27FC236}">
                <a16:creationId xmlns:a16="http://schemas.microsoft.com/office/drawing/2014/main" id="{E95CC904-420D-921C-9A43-88DAFDCD09CB}"/>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67F513E8-85BB-CC78-D06F-66B39772A1EA}"/>
              </a:ext>
            </a:extLst>
          </p:cNvPr>
          <p:cNvSpPr>
            <a:spLocks noGrp="1"/>
          </p:cNvSpPr>
          <p:nvPr>
            <p:ph type="body" sz="quarter" idx="17"/>
          </p:nvPr>
        </p:nvSpPr>
        <p:spPr>
          <a:xfrm>
            <a:off x="2197891" y="6156641"/>
            <a:ext cx="3275642" cy="311331"/>
          </a:xfrm>
        </p:spPr>
        <p:txBody>
          <a:bodyPr>
            <a:normAutofit fontScale="92500"/>
          </a:bodyPr>
          <a:lstStyle/>
          <a:p>
            <a:r>
              <a:rPr lang="ja-JP" altLang="en-US" sz="1200"/>
              <a:t>出所：</a:t>
            </a:r>
            <a:r>
              <a:rPr lang="vi-VN" altLang="ja-JP" sz="1200" dirty="0"/>
              <a:t>KPMG</a:t>
            </a:r>
            <a:r>
              <a:rPr lang="ja-JP" altLang="vi-VN" sz="1200"/>
              <a:t>　” </a:t>
            </a:r>
            <a:r>
              <a:rPr lang="vi-VN" altLang="ja-JP" sz="1200" dirty="0"/>
              <a:t>Vietnam Economic Outlook 2026”</a:t>
            </a:r>
          </a:p>
        </p:txBody>
      </p:sp>
      <p:pic>
        <p:nvPicPr>
          <p:cNvPr id="14" name="図 13" descr="ロゴ, 会社名&#10;&#10;AI 生成コンテンツは誤りを含む可能性があります。">
            <a:extLst>
              <a:ext uri="{FF2B5EF4-FFF2-40B4-BE49-F238E27FC236}">
                <a16:creationId xmlns:a16="http://schemas.microsoft.com/office/drawing/2014/main" id="{052EE646-8201-53BA-AE15-FB2EFECFA38F}"/>
              </a:ext>
            </a:extLst>
          </p:cNvPr>
          <p:cNvPicPr>
            <a:picLocks noChangeAspect="1"/>
          </p:cNvPicPr>
          <p:nvPr/>
        </p:nvPicPr>
        <p:blipFill>
          <a:blip r:embed="rId3"/>
          <a:stretch>
            <a:fillRect/>
          </a:stretch>
        </p:blipFill>
        <p:spPr>
          <a:xfrm>
            <a:off x="1724085" y="1457020"/>
            <a:ext cx="6816606" cy="4584913"/>
          </a:xfrm>
          <a:prstGeom prst="rect">
            <a:avLst/>
          </a:prstGeom>
        </p:spPr>
      </p:pic>
      <p:sp>
        <p:nvSpPr>
          <p:cNvPr id="17" name="正方形/長方形 16">
            <a:extLst>
              <a:ext uri="{FF2B5EF4-FFF2-40B4-BE49-F238E27FC236}">
                <a16:creationId xmlns:a16="http://schemas.microsoft.com/office/drawing/2014/main" id="{FE8C6AF1-A83F-BB74-7242-F34A2B7FF76A}"/>
              </a:ext>
            </a:extLst>
          </p:cNvPr>
          <p:cNvSpPr/>
          <p:nvPr/>
        </p:nvSpPr>
        <p:spPr bwMode="gray">
          <a:xfrm>
            <a:off x="1986012" y="3150326"/>
            <a:ext cx="1872208" cy="432048"/>
          </a:xfrm>
          <a:prstGeom prst="rect">
            <a:avLst/>
          </a:prstGeom>
          <a:solidFill>
            <a:srgbClr val="1E49E3"/>
          </a:solidFill>
          <a:ln w="12700" algn="ctr">
            <a:noFill/>
            <a:miter lim="800000"/>
            <a:headEnd/>
            <a:tailEnd/>
          </a:ln>
        </p:spPr>
        <p:txBody>
          <a:bodyPr wrap="square" lIns="88900" tIns="88900" rIns="88900" bIns="88900" rtlCol="0" anchor="ctr"/>
          <a:lstStyle/>
          <a:p>
            <a:pPr algn="l">
              <a:buFont typeface="Wingdings 2" pitchFamily="18" charset="2"/>
              <a:buNone/>
            </a:pPr>
            <a:r>
              <a:rPr kumimoji="1" lang="en-US" altLang="ja-JP" sz="1400" dirty="0">
                <a:solidFill>
                  <a:schemeClr val="bg1"/>
                </a:solidFill>
              </a:rPr>
              <a:t>2024</a:t>
            </a:r>
            <a:r>
              <a:rPr kumimoji="1" lang="ja-JP" altLang="en-US" sz="1400">
                <a:solidFill>
                  <a:schemeClr val="bg1"/>
                </a:solidFill>
              </a:rPr>
              <a:t>年</a:t>
            </a:r>
            <a:r>
              <a:rPr kumimoji="1" lang="vi-VN" altLang="ja-JP" sz="1400" dirty="0">
                <a:solidFill>
                  <a:schemeClr val="bg1"/>
                </a:solidFill>
              </a:rPr>
              <a:t>M&amp;A</a:t>
            </a:r>
            <a:r>
              <a:rPr kumimoji="1" lang="ja-JP" altLang="en-US" sz="1400">
                <a:solidFill>
                  <a:schemeClr val="bg1"/>
                </a:solidFill>
              </a:rPr>
              <a:t>取引総額</a:t>
            </a:r>
          </a:p>
        </p:txBody>
      </p:sp>
      <p:sp>
        <p:nvSpPr>
          <p:cNvPr id="18" name="正方形/長方形 17">
            <a:extLst>
              <a:ext uri="{FF2B5EF4-FFF2-40B4-BE49-F238E27FC236}">
                <a16:creationId xmlns:a16="http://schemas.microsoft.com/office/drawing/2014/main" id="{F47F0F2A-8C2F-2715-EE42-7906AD2F62E5}"/>
              </a:ext>
            </a:extLst>
          </p:cNvPr>
          <p:cNvSpPr/>
          <p:nvPr/>
        </p:nvSpPr>
        <p:spPr bwMode="gray">
          <a:xfrm>
            <a:off x="6356525" y="3064734"/>
            <a:ext cx="2015464" cy="517640"/>
          </a:xfrm>
          <a:prstGeom prst="rect">
            <a:avLst/>
          </a:prstGeom>
          <a:solidFill>
            <a:srgbClr val="1E49E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400" dirty="0">
                <a:solidFill>
                  <a:schemeClr val="bg1"/>
                </a:solidFill>
              </a:rPr>
              <a:t>2024</a:t>
            </a:r>
            <a:r>
              <a:rPr kumimoji="1" lang="ja-JP" altLang="en-US" sz="1400">
                <a:solidFill>
                  <a:schemeClr val="bg1"/>
                </a:solidFill>
              </a:rPr>
              <a:t>年</a:t>
            </a:r>
            <a:r>
              <a:rPr kumimoji="1" lang="en-US" altLang="ja-JP" sz="1400" dirty="0">
                <a:solidFill>
                  <a:schemeClr val="bg1"/>
                </a:solidFill>
              </a:rPr>
              <a:t>M&amp;A</a:t>
            </a:r>
            <a:r>
              <a:rPr kumimoji="1" lang="ja-JP" altLang="en-US" sz="1400">
                <a:solidFill>
                  <a:schemeClr val="bg1"/>
                </a:solidFill>
              </a:rPr>
              <a:t>取引額の前年比減少率</a:t>
            </a:r>
          </a:p>
        </p:txBody>
      </p:sp>
      <p:sp>
        <p:nvSpPr>
          <p:cNvPr id="19" name="正方形/長方形 18">
            <a:extLst>
              <a:ext uri="{FF2B5EF4-FFF2-40B4-BE49-F238E27FC236}">
                <a16:creationId xmlns:a16="http://schemas.microsoft.com/office/drawing/2014/main" id="{B6F6C698-290D-2325-DA88-AC285E8C6612}"/>
              </a:ext>
            </a:extLst>
          </p:cNvPr>
          <p:cNvSpPr/>
          <p:nvPr/>
        </p:nvSpPr>
        <p:spPr bwMode="gray">
          <a:xfrm>
            <a:off x="1914384" y="5347568"/>
            <a:ext cx="2015464" cy="517640"/>
          </a:xfrm>
          <a:prstGeom prst="rect">
            <a:avLst/>
          </a:prstGeom>
          <a:solidFill>
            <a:srgbClr val="60D9FF"/>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400" dirty="0"/>
              <a:t>2024</a:t>
            </a:r>
            <a:r>
              <a:rPr kumimoji="1" lang="ja-JP" altLang="en-US" sz="1400"/>
              <a:t>年最大の</a:t>
            </a:r>
            <a:endParaRPr kumimoji="1" lang="en-US" altLang="ja-JP" sz="1400" dirty="0"/>
          </a:p>
          <a:p>
            <a:pPr algn="ctr">
              <a:buFont typeface="Wingdings 2" pitchFamily="18" charset="2"/>
              <a:buNone/>
            </a:pPr>
            <a:r>
              <a:rPr kumimoji="1" lang="en-US" altLang="ja-JP" sz="1400" dirty="0"/>
              <a:t>M&amp;A</a:t>
            </a:r>
            <a:r>
              <a:rPr kumimoji="1" lang="ja-JP" altLang="en-US" sz="1400"/>
              <a:t>案件</a:t>
            </a:r>
          </a:p>
        </p:txBody>
      </p:sp>
      <p:sp>
        <p:nvSpPr>
          <p:cNvPr id="20" name="正方形/長方形 19">
            <a:extLst>
              <a:ext uri="{FF2B5EF4-FFF2-40B4-BE49-F238E27FC236}">
                <a16:creationId xmlns:a16="http://schemas.microsoft.com/office/drawing/2014/main" id="{632B2431-FBEB-77A6-E71F-C0B95ECA00D3}"/>
              </a:ext>
            </a:extLst>
          </p:cNvPr>
          <p:cNvSpPr/>
          <p:nvPr/>
        </p:nvSpPr>
        <p:spPr bwMode="gray">
          <a:xfrm>
            <a:off x="4159995" y="5296925"/>
            <a:ext cx="2015464" cy="517640"/>
          </a:xfrm>
          <a:prstGeom prst="rect">
            <a:avLst/>
          </a:prstGeom>
          <a:solidFill>
            <a:srgbClr val="1E49E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solidFill>
                  <a:schemeClr val="bg1"/>
                </a:solidFill>
              </a:rPr>
              <a:t>不動産、消費財、工業セクターが占める取引額の割合</a:t>
            </a:r>
          </a:p>
        </p:txBody>
      </p:sp>
      <p:sp>
        <p:nvSpPr>
          <p:cNvPr id="21" name="正方形/長方形 20">
            <a:extLst>
              <a:ext uri="{FF2B5EF4-FFF2-40B4-BE49-F238E27FC236}">
                <a16:creationId xmlns:a16="http://schemas.microsoft.com/office/drawing/2014/main" id="{D1C891E9-9993-9D69-1190-980A15B06793}"/>
              </a:ext>
            </a:extLst>
          </p:cNvPr>
          <p:cNvSpPr/>
          <p:nvPr/>
        </p:nvSpPr>
        <p:spPr bwMode="gray">
          <a:xfrm>
            <a:off x="6373381" y="5296925"/>
            <a:ext cx="2015464" cy="517640"/>
          </a:xfrm>
          <a:prstGeom prst="rect">
            <a:avLst/>
          </a:prstGeom>
          <a:solidFill>
            <a:srgbClr val="60D9FF"/>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400" dirty="0"/>
              <a:t>2024</a:t>
            </a:r>
            <a:r>
              <a:rPr kumimoji="1" lang="ja-JP" altLang="en-US" sz="1400"/>
              <a:t>年公開取引の</a:t>
            </a:r>
            <a:endParaRPr kumimoji="1" lang="en-US" altLang="ja-JP" sz="1400" dirty="0"/>
          </a:p>
          <a:p>
            <a:pPr algn="ctr">
              <a:buFont typeface="Wingdings 2" pitchFamily="18" charset="2"/>
              <a:buNone/>
            </a:pPr>
            <a:r>
              <a:rPr kumimoji="1" lang="ja-JP" altLang="en-US" sz="1400"/>
              <a:t>平均</a:t>
            </a:r>
            <a:r>
              <a:rPr kumimoji="1" lang="en-US" altLang="ja-JP" sz="1400" dirty="0"/>
              <a:t>M&amp;A</a:t>
            </a:r>
            <a:r>
              <a:rPr kumimoji="1" lang="ja-JP" altLang="en-US" sz="1400"/>
              <a:t>案件規模</a:t>
            </a:r>
          </a:p>
        </p:txBody>
      </p:sp>
      <p:sp>
        <p:nvSpPr>
          <p:cNvPr id="22" name="正方形/長方形 21">
            <a:extLst>
              <a:ext uri="{FF2B5EF4-FFF2-40B4-BE49-F238E27FC236}">
                <a16:creationId xmlns:a16="http://schemas.microsoft.com/office/drawing/2014/main" id="{632ED956-4E2D-126E-E2EF-C04EF400789F}"/>
              </a:ext>
            </a:extLst>
          </p:cNvPr>
          <p:cNvSpPr/>
          <p:nvPr/>
        </p:nvSpPr>
        <p:spPr bwMode="gray">
          <a:xfrm>
            <a:off x="4159995" y="3147600"/>
            <a:ext cx="1980506" cy="432048"/>
          </a:xfrm>
          <a:prstGeom prst="rect">
            <a:avLst/>
          </a:prstGeom>
          <a:solidFill>
            <a:srgbClr val="60D9FF"/>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400" dirty="0"/>
              <a:t>2024</a:t>
            </a:r>
            <a:r>
              <a:rPr kumimoji="1" lang="ja-JP" altLang="en-US" sz="1400"/>
              <a:t>年に成立した</a:t>
            </a:r>
            <a:br>
              <a:rPr kumimoji="1" lang="en-US" altLang="ja-JP" sz="1400" dirty="0"/>
            </a:br>
            <a:r>
              <a:rPr kumimoji="1" lang="en-US" altLang="ja-JP" sz="1400" dirty="0"/>
              <a:t>M&amp;A</a:t>
            </a:r>
            <a:r>
              <a:rPr kumimoji="1" lang="ja-JP" altLang="en-US" sz="1400"/>
              <a:t>案件数</a:t>
            </a:r>
          </a:p>
        </p:txBody>
      </p:sp>
      <p:pic>
        <p:nvPicPr>
          <p:cNvPr id="23" name="図 22" descr="挿絵 が含まれている画像&#10;&#10;AI 生成コンテンツは誤りを含む可能性があります。">
            <a:extLst>
              <a:ext uri="{FF2B5EF4-FFF2-40B4-BE49-F238E27FC236}">
                <a16:creationId xmlns:a16="http://schemas.microsoft.com/office/drawing/2014/main" id="{30C0023D-0739-1FC7-1DB0-66636E70825B}"/>
              </a:ext>
            </a:extLst>
          </p:cNvPr>
          <p:cNvPicPr>
            <a:picLocks noChangeAspect="1"/>
          </p:cNvPicPr>
          <p:nvPr/>
        </p:nvPicPr>
        <p:blipFill>
          <a:blip r:embed="rId4"/>
          <a:stretch>
            <a:fillRect/>
          </a:stretch>
        </p:blipFill>
        <p:spPr>
          <a:xfrm>
            <a:off x="5924477" y="5990363"/>
            <a:ext cx="2345589" cy="503070"/>
          </a:xfrm>
          <a:prstGeom prst="rect">
            <a:avLst/>
          </a:prstGeom>
        </p:spPr>
      </p:pic>
      <p:sp>
        <p:nvSpPr>
          <p:cNvPr id="5" name="テキスト ボックス 4">
            <a:extLst>
              <a:ext uri="{FF2B5EF4-FFF2-40B4-BE49-F238E27FC236}">
                <a16:creationId xmlns:a16="http://schemas.microsoft.com/office/drawing/2014/main" id="{7F5F6F78-2453-1B8D-466E-5224A91ECE9A}"/>
              </a:ext>
            </a:extLst>
          </p:cNvPr>
          <p:cNvSpPr txBox="1"/>
          <p:nvPr/>
        </p:nvSpPr>
        <p:spPr>
          <a:xfrm>
            <a:off x="2922116" y="1119995"/>
            <a:ext cx="4309440" cy="380480"/>
          </a:xfrm>
          <a:prstGeom prst="rect">
            <a:avLst/>
          </a:prstGeom>
          <a:noFill/>
        </p:spPr>
        <p:txBody>
          <a:bodyPr wrap="none" lIns="36000" tIns="36000" rIns="36000" bIns="36000" rtlCol="0" anchor="ctr">
            <a:spAutoFit/>
          </a:bodyPr>
          <a:lstStyle/>
          <a:p>
            <a:pPr>
              <a:spcBef>
                <a:spcPts val="600"/>
              </a:spcBef>
              <a:buSzPct val="100000"/>
            </a:pPr>
            <a:r>
              <a:rPr kumimoji="1" lang="ja-JP" altLang="en-US" sz="2000" b="1">
                <a:solidFill>
                  <a:srgbClr val="004CA0"/>
                </a:solidFill>
              </a:rPr>
              <a:t>ベトナム</a:t>
            </a:r>
            <a:r>
              <a:rPr kumimoji="1" lang="vi-VN" altLang="ja-JP" sz="2000" b="1" dirty="0">
                <a:solidFill>
                  <a:srgbClr val="004CA0"/>
                </a:solidFill>
              </a:rPr>
              <a:t>M&amp;A</a:t>
            </a:r>
            <a:r>
              <a:rPr kumimoji="1" lang="ja-JP" altLang="en-US" sz="2000" b="1">
                <a:solidFill>
                  <a:srgbClr val="004CA0"/>
                </a:solidFill>
              </a:rPr>
              <a:t>市場 </a:t>
            </a:r>
            <a:r>
              <a:rPr kumimoji="1" lang="en-US" altLang="ja-JP" sz="2000" b="1" dirty="0">
                <a:solidFill>
                  <a:srgbClr val="004CA0"/>
                </a:solidFill>
              </a:rPr>
              <a:t>2024</a:t>
            </a:r>
            <a:r>
              <a:rPr kumimoji="1" lang="ja-JP" altLang="en-US" sz="2000" b="1">
                <a:solidFill>
                  <a:srgbClr val="004CA0"/>
                </a:solidFill>
              </a:rPr>
              <a:t>年の主要指標</a:t>
            </a:r>
          </a:p>
        </p:txBody>
      </p:sp>
    </p:spTree>
    <p:extLst>
      <p:ext uri="{BB962C8B-B14F-4D97-AF65-F5344CB8AC3E}">
        <p14:creationId xmlns:p14="http://schemas.microsoft.com/office/powerpoint/2010/main" val="92729645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E7842-8BC0-B053-5230-3153A4D41031}"/>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FAB4E82-C4B6-9DE7-DF0D-3B03410A5336}"/>
              </a:ext>
            </a:extLst>
          </p:cNvPr>
          <p:cNvSpPr>
            <a:spLocks noGrp="1"/>
          </p:cNvSpPr>
          <p:nvPr>
            <p:ph type="body" sz="quarter" idx="15"/>
          </p:nvPr>
        </p:nvSpPr>
        <p:spPr>
          <a:xfrm>
            <a:off x="2197521" y="1023561"/>
            <a:ext cx="6249239" cy="480575"/>
          </a:xfrm>
          <a:noFill/>
          <a:ln>
            <a:noFill/>
          </a:ln>
        </p:spPr>
        <p:txBody>
          <a:bodyPr/>
          <a:lstStyle/>
          <a:p>
            <a:pPr algn="ctr"/>
            <a:r>
              <a:rPr lang="ja-JP" altLang="en-US" sz="2400">
                <a:solidFill>
                  <a:schemeClr val="tx1"/>
                </a:solidFill>
              </a:rPr>
              <a:t>ベトナム南北高速鉄道の概要</a:t>
            </a:r>
            <a:endParaRPr kumimoji="1" lang="ja-JP" altLang="en-US" sz="2400">
              <a:solidFill>
                <a:schemeClr val="tx1"/>
              </a:solidFill>
            </a:endParaRPr>
          </a:p>
        </p:txBody>
      </p:sp>
      <p:sp>
        <p:nvSpPr>
          <p:cNvPr id="3" name="テキスト プレースホルダー 2">
            <a:extLst>
              <a:ext uri="{FF2B5EF4-FFF2-40B4-BE49-F238E27FC236}">
                <a16:creationId xmlns:a16="http://schemas.microsoft.com/office/drawing/2014/main" id="{C2CD2A55-72DF-EF14-EE3D-91BED8D35C8D}"/>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588048AF-0551-82E2-9648-7591258F5E50}"/>
              </a:ext>
            </a:extLst>
          </p:cNvPr>
          <p:cNvSpPr>
            <a:spLocks noGrp="1"/>
          </p:cNvSpPr>
          <p:nvPr>
            <p:ph type="body" sz="quarter" idx="17"/>
          </p:nvPr>
        </p:nvSpPr>
        <p:spPr>
          <a:xfrm>
            <a:off x="2288703" y="5877272"/>
            <a:ext cx="7374953" cy="288925"/>
          </a:xfrm>
        </p:spPr>
        <p:txBody>
          <a:bodyPr>
            <a:normAutofit/>
          </a:bodyPr>
          <a:lstStyle/>
          <a:p>
            <a:r>
              <a:rPr kumimoji="1" lang="ja-JP" altLang="en-US" sz="1200"/>
              <a:t>出所：現地メディアの報道を基に作成。</a:t>
            </a:r>
            <a:endParaRPr kumimoji="1" lang="vi-VN" altLang="ja-JP" sz="1200" dirty="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92901EBA-FC96-E50B-35A3-C6979150E053}"/>
              </a:ext>
            </a:extLst>
          </p:cNvPr>
          <p:cNvPicPr>
            <a:picLocks noChangeAspect="1"/>
          </p:cNvPicPr>
          <p:nvPr/>
        </p:nvPicPr>
        <p:blipFill>
          <a:blip r:embed="rId3"/>
          <a:stretch>
            <a:fillRect/>
          </a:stretch>
        </p:blipFill>
        <p:spPr>
          <a:xfrm>
            <a:off x="6198335" y="5802004"/>
            <a:ext cx="2345589" cy="503070"/>
          </a:xfrm>
          <a:prstGeom prst="rect">
            <a:avLst/>
          </a:prstGeom>
        </p:spPr>
      </p:pic>
      <p:pic>
        <p:nvPicPr>
          <p:cNvPr id="1026" name="Picture 2" descr="写真の説明はありません。">
            <a:extLst>
              <a:ext uri="{FF2B5EF4-FFF2-40B4-BE49-F238E27FC236}">
                <a16:creationId xmlns:a16="http://schemas.microsoft.com/office/drawing/2014/main" id="{06CDB95A-F0A5-2E19-DE0D-072D5FB554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97521" y="1527038"/>
            <a:ext cx="5419775" cy="4212563"/>
          </a:xfrm>
          <a:prstGeom prst="rect">
            <a:avLst/>
          </a:prstGeom>
          <a:noFill/>
          <a:extLst>
            <a:ext uri="{909E8E84-426E-40DD-AFC4-6F175D3DCCD1}">
              <a14:hiddenFill xmlns:a14="http://schemas.microsoft.com/office/drawing/2010/main">
                <a:solidFill>
                  <a:srgbClr val="FFFFFF"/>
                </a:solidFill>
              </a14:hiddenFill>
            </a:ext>
          </a:extLst>
        </p:spPr>
      </p:pic>
      <p:sp>
        <p:nvSpPr>
          <p:cNvPr id="6" name="正方形/長方形 5">
            <a:extLst>
              <a:ext uri="{FF2B5EF4-FFF2-40B4-BE49-F238E27FC236}">
                <a16:creationId xmlns:a16="http://schemas.microsoft.com/office/drawing/2014/main" id="{F2454CF0-BA74-2C50-E14D-25B85346E5FA}"/>
              </a:ext>
            </a:extLst>
          </p:cNvPr>
          <p:cNvSpPr/>
          <p:nvPr/>
        </p:nvSpPr>
        <p:spPr bwMode="gray">
          <a:xfrm>
            <a:off x="7185248" y="1641807"/>
            <a:ext cx="576065" cy="226225"/>
          </a:xfrm>
          <a:prstGeom prst="rect">
            <a:avLst/>
          </a:prstGeom>
          <a:noFill/>
          <a:ln w="12700" algn="ctr">
            <a:noFill/>
            <a:miter lim="800000"/>
            <a:headEnd/>
            <a:tailEnd/>
          </a:ln>
        </p:spPr>
        <p:txBody>
          <a:bodyPr wrap="square" lIns="88900" tIns="88900" rIns="88900" bIns="88900" rtlCol="0" anchor="ctr"/>
          <a:lstStyle/>
          <a:p>
            <a:pPr>
              <a:spcBef>
                <a:spcPts val="600"/>
              </a:spcBef>
              <a:buSzPct val="100000"/>
            </a:pPr>
            <a:r>
              <a:rPr lang="ja-JP" altLang="en-US" sz="1000"/>
              <a:t>路線長</a:t>
            </a:r>
            <a:endParaRPr kumimoji="1" lang="ja-JP" altLang="en-US" sz="1000" dirty="0" err="1"/>
          </a:p>
        </p:txBody>
      </p:sp>
      <p:sp>
        <p:nvSpPr>
          <p:cNvPr id="8" name="テキスト ボックス 7">
            <a:extLst>
              <a:ext uri="{FF2B5EF4-FFF2-40B4-BE49-F238E27FC236}">
                <a16:creationId xmlns:a16="http://schemas.microsoft.com/office/drawing/2014/main" id="{9E1E7D87-0F5C-73E8-C101-B0A58BAC9526}"/>
              </a:ext>
            </a:extLst>
          </p:cNvPr>
          <p:cNvSpPr txBox="1"/>
          <p:nvPr/>
        </p:nvSpPr>
        <p:spPr>
          <a:xfrm>
            <a:off x="7236816" y="1815877"/>
            <a:ext cx="354832" cy="241980"/>
          </a:xfrm>
          <a:prstGeom prst="rect">
            <a:avLst/>
          </a:prstGeom>
          <a:noFill/>
        </p:spPr>
        <p:txBody>
          <a:bodyPr wrap="none" lIns="36000" tIns="36000" rIns="36000" bIns="36000" rtlCol="0" anchor="ctr">
            <a:spAutoFit/>
          </a:bodyPr>
          <a:lstStyle/>
          <a:p>
            <a:pPr>
              <a:spcBef>
                <a:spcPts val="600"/>
              </a:spcBef>
              <a:buSzPct val="100000"/>
            </a:pPr>
            <a:r>
              <a:rPr lang="ja-JP" altLang="en-US" sz="1050"/>
              <a:t>軌間</a:t>
            </a:r>
            <a:endParaRPr kumimoji="1" lang="ja-JP" altLang="en-US" sz="1050" dirty="0" err="1"/>
          </a:p>
        </p:txBody>
      </p:sp>
      <p:sp>
        <p:nvSpPr>
          <p:cNvPr id="9" name="テキスト ボックス 8">
            <a:extLst>
              <a:ext uri="{FF2B5EF4-FFF2-40B4-BE49-F238E27FC236}">
                <a16:creationId xmlns:a16="http://schemas.microsoft.com/office/drawing/2014/main" id="{3793CD08-AC13-ACDC-2361-AAB41F0E4F10}"/>
              </a:ext>
            </a:extLst>
          </p:cNvPr>
          <p:cNvSpPr txBox="1"/>
          <p:nvPr/>
        </p:nvSpPr>
        <p:spPr>
          <a:xfrm>
            <a:off x="7371130" y="2011961"/>
            <a:ext cx="354832" cy="241980"/>
          </a:xfrm>
          <a:prstGeom prst="rect">
            <a:avLst/>
          </a:prstGeom>
          <a:noFill/>
        </p:spPr>
        <p:txBody>
          <a:bodyPr wrap="none" lIns="36000" tIns="36000" rIns="36000" bIns="36000" rtlCol="0" anchor="ctr">
            <a:spAutoFit/>
          </a:bodyPr>
          <a:lstStyle/>
          <a:p>
            <a:pPr>
              <a:spcBef>
                <a:spcPts val="600"/>
              </a:spcBef>
              <a:buSzPct val="100000"/>
            </a:pPr>
            <a:r>
              <a:rPr lang="ja-JP" altLang="en-US" sz="1050"/>
              <a:t>軸重</a:t>
            </a:r>
            <a:endParaRPr kumimoji="1" lang="ja-JP" altLang="en-US" sz="1050" dirty="0" err="1"/>
          </a:p>
        </p:txBody>
      </p:sp>
      <p:sp>
        <p:nvSpPr>
          <p:cNvPr id="11" name="テキスト ボックス 10">
            <a:extLst>
              <a:ext uri="{FF2B5EF4-FFF2-40B4-BE49-F238E27FC236}">
                <a16:creationId xmlns:a16="http://schemas.microsoft.com/office/drawing/2014/main" id="{4443782A-0191-3805-8104-C17953C1708F}"/>
              </a:ext>
            </a:extLst>
          </p:cNvPr>
          <p:cNvSpPr txBox="1"/>
          <p:nvPr/>
        </p:nvSpPr>
        <p:spPr>
          <a:xfrm>
            <a:off x="6238857" y="2242372"/>
            <a:ext cx="1882494" cy="711339"/>
          </a:xfrm>
          <a:prstGeom prst="rect">
            <a:avLst/>
          </a:prstGeom>
          <a:solidFill>
            <a:schemeClr val="bg1"/>
          </a:solidFill>
        </p:spPr>
        <p:txBody>
          <a:bodyPr wrap="none" lIns="36000" tIns="36000" rIns="36000" bIns="36000" rtlCol="0" anchor="ctr">
            <a:spAutoFit/>
          </a:bodyPr>
          <a:lstStyle/>
          <a:p>
            <a:pPr>
              <a:spcBef>
                <a:spcPts val="600"/>
              </a:spcBef>
              <a:buSzPct val="100000"/>
            </a:pPr>
            <a:r>
              <a:rPr lang="ja-JP" altLang="en-US" sz="1050"/>
              <a:t>旅客輸送</a:t>
            </a:r>
          </a:p>
          <a:p>
            <a:pPr>
              <a:spcBef>
                <a:spcPts val="600"/>
              </a:spcBef>
              <a:buSzPct val="100000"/>
            </a:pPr>
            <a:r>
              <a:rPr lang="ja-JP" altLang="en-US" sz="1050"/>
              <a:t>国防・安全保障上の要求に対応</a:t>
            </a:r>
          </a:p>
          <a:p>
            <a:pPr>
              <a:spcBef>
                <a:spcPts val="600"/>
              </a:spcBef>
              <a:buSzPct val="100000"/>
            </a:pPr>
            <a:r>
              <a:rPr lang="ja-JP" altLang="en-US" sz="1050"/>
              <a:t>必要時には貨物輸送にも対応</a:t>
            </a:r>
            <a:endParaRPr kumimoji="1" lang="ja-JP" altLang="en-US" sz="1050" dirty="0" err="1"/>
          </a:p>
        </p:txBody>
      </p:sp>
      <p:sp>
        <p:nvSpPr>
          <p:cNvPr id="12" name="テキスト ボックス 11">
            <a:extLst>
              <a:ext uri="{FF2B5EF4-FFF2-40B4-BE49-F238E27FC236}">
                <a16:creationId xmlns:a16="http://schemas.microsoft.com/office/drawing/2014/main" id="{4EEC3E65-93D8-2779-26A1-E3A2E6220789}"/>
              </a:ext>
            </a:extLst>
          </p:cNvPr>
          <p:cNvSpPr txBox="1"/>
          <p:nvPr/>
        </p:nvSpPr>
        <p:spPr>
          <a:xfrm>
            <a:off x="6238857" y="3042664"/>
            <a:ext cx="2207903" cy="472813"/>
          </a:xfrm>
          <a:prstGeom prst="rect">
            <a:avLst/>
          </a:prstGeom>
          <a:solidFill>
            <a:schemeClr val="bg1"/>
          </a:solidFill>
        </p:spPr>
        <p:txBody>
          <a:bodyPr wrap="none" lIns="36000" tIns="36000" rIns="36000" bIns="36000" rtlCol="0" anchor="ctr">
            <a:spAutoFit/>
          </a:bodyPr>
          <a:lstStyle/>
          <a:p>
            <a:pPr>
              <a:spcBef>
                <a:spcPts val="600"/>
              </a:spcBef>
              <a:buSzPct val="100000"/>
            </a:pPr>
            <a:r>
              <a:rPr lang="ja-JP" altLang="en-US" sz="1050"/>
              <a:t>旅客列車は複数動力分散方式を採用</a:t>
            </a:r>
          </a:p>
          <a:p>
            <a:pPr>
              <a:spcBef>
                <a:spcPts val="600"/>
              </a:spcBef>
              <a:buSzPct val="100000"/>
            </a:pPr>
            <a:r>
              <a:rPr lang="ja-JP" altLang="en-US" sz="1050"/>
              <a:t>貨物列車は集中動力方式を採用</a:t>
            </a:r>
            <a:endParaRPr kumimoji="1" lang="ja-JP" altLang="en-US" sz="1050" dirty="0" err="1"/>
          </a:p>
        </p:txBody>
      </p:sp>
      <p:sp>
        <p:nvSpPr>
          <p:cNvPr id="13" name="正方形/長方形 12">
            <a:extLst>
              <a:ext uri="{FF2B5EF4-FFF2-40B4-BE49-F238E27FC236}">
                <a16:creationId xmlns:a16="http://schemas.microsoft.com/office/drawing/2014/main" id="{D0EF69AD-D8F0-5306-C0F8-A6AB680EA3CD}"/>
              </a:ext>
            </a:extLst>
          </p:cNvPr>
          <p:cNvSpPr/>
          <p:nvPr/>
        </p:nvSpPr>
        <p:spPr bwMode="gray">
          <a:xfrm>
            <a:off x="5745088" y="4261475"/>
            <a:ext cx="1368152" cy="288032"/>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200"/>
              <a:t>路線長</a:t>
            </a:r>
            <a:r>
              <a:rPr kumimoji="1" lang="en-US" altLang="ja-JP" sz="1200" dirty="0"/>
              <a:t>: 1,541 </a:t>
            </a:r>
            <a:r>
              <a:rPr kumimoji="1" lang="vi-VN" altLang="ja-JP" sz="1200" dirty="0"/>
              <a:t>km</a:t>
            </a:r>
            <a:endParaRPr kumimoji="1" lang="ja-JP" altLang="en-US" sz="1200" dirty="0"/>
          </a:p>
        </p:txBody>
      </p:sp>
      <p:sp>
        <p:nvSpPr>
          <p:cNvPr id="14" name="正方形/長方形 13">
            <a:extLst>
              <a:ext uri="{FF2B5EF4-FFF2-40B4-BE49-F238E27FC236}">
                <a16:creationId xmlns:a16="http://schemas.microsoft.com/office/drawing/2014/main" id="{E5A66759-1C78-0C03-59C1-911348BEDE0A}"/>
              </a:ext>
            </a:extLst>
          </p:cNvPr>
          <p:cNvSpPr/>
          <p:nvPr/>
        </p:nvSpPr>
        <p:spPr bwMode="gray">
          <a:xfrm>
            <a:off x="5025009" y="4909141"/>
            <a:ext cx="792088" cy="288032"/>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t>速度：</a:t>
            </a:r>
            <a:br>
              <a:rPr kumimoji="1" lang="en-US" altLang="ja-JP" sz="1200" dirty="0"/>
            </a:br>
            <a:r>
              <a:rPr kumimoji="1" lang="en-US" altLang="ja-JP" sz="1200" dirty="0"/>
              <a:t>350km/h</a:t>
            </a:r>
            <a:endParaRPr kumimoji="1" lang="ja-JP" altLang="en-US" sz="1200" dirty="0"/>
          </a:p>
        </p:txBody>
      </p:sp>
      <p:sp>
        <p:nvSpPr>
          <p:cNvPr id="15" name="正方形/長方形 14">
            <a:extLst>
              <a:ext uri="{FF2B5EF4-FFF2-40B4-BE49-F238E27FC236}">
                <a16:creationId xmlns:a16="http://schemas.microsoft.com/office/drawing/2014/main" id="{24A0E2FD-28B9-6B01-22FB-A324E6CF652C}"/>
              </a:ext>
            </a:extLst>
          </p:cNvPr>
          <p:cNvSpPr/>
          <p:nvPr/>
        </p:nvSpPr>
        <p:spPr bwMode="gray">
          <a:xfrm>
            <a:off x="2576736" y="2406686"/>
            <a:ext cx="565776" cy="191355"/>
          </a:xfrm>
          <a:prstGeom prst="rect">
            <a:avLst/>
          </a:prstGeom>
          <a:solidFill>
            <a:srgbClr val="F6CF1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900" dirty="0"/>
              <a:t>1.3</a:t>
            </a:r>
            <a:r>
              <a:rPr kumimoji="1" lang="ja-JP" altLang="en-US" sz="900"/>
              <a:t>時間</a:t>
            </a:r>
            <a:endParaRPr kumimoji="1" lang="ja-JP" altLang="en-US" sz="900" dirty="0"/>
          </a:p>
        </p:txBody>
      </p:sp>
      <p:sp>
        <p:nvSpPr>
          <p:cNvPr id="16" name="正方形/長方形 15">
            <a:extLst>
              <a:ext uri="{FF2B5EF4-FFF2-40B4-BE49-F238E27FC236}">
                <a16:creationId xmlns:a16="http://schemas.microsoft.com/office/drawing/2014/main" id="{A0C2F62E-86D4-557F-22CF-F150D8D4977F}"/>
              </a:ext>
            </a:extLst>
          </p:cNvPr>
          <p:cNvSpPr/>
          <p:nvPr/>
        </p:nvSpPr>
        <p:spPr bwMode="gray">
          <a:xfrm>
            <a:off x="2515016" y="3504877"/>
            <a:ext cx="565776" cy="191355"/>
          </a:xfrm>
          <a:prstGeom prst="rect">
            <a:avLst/>
          </a:prstGeom>
          <a:solidFill>
            <a:srgbClr val="F6CF1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900" dirty="0"/>
              <a:t>2.7</a:t>
            </a:r>
            <a:r>
              <a:rPr kumimoji="1" lang="ja-JP" altLang="en-US" sz="900"/>
              <a:t>時間</a:t>
            </a:r>
            <a:endParaRPr kumimoji="1" lang="ja-JP" altLang="en-US" sz="900" dirty="0"/>
          </a:p>
        </p:txBody>
      </p:sp>
      <p:sp>
        <p:nvSpPr>
          <p:cNvPr id="17" name="正方形/長方形 16">
            <a:extLst>
              <a:ext uri="{FF2B5EF4-FFF2-40B4-BE49-F238E27FC236}">
                <a16:creationId xmlns:a16="http://schemas.microsoft.com/office/drawing/2014/main" id="{5F4EEA1A-5D4A-75E0-9392-633054AA457E}"/>
              </a:ext>
            </a:extLst>
          </p:cNvPr>
          <p:cNvSpPr/>
          <p:nvPr/>
        </p:nvSpPr>
        <p:spPr bwMode="gray">
          <a:xfrm>
            <a:off x="2432720" y="4569350"/>
            <a:ext cx="565776" cy="191355"/>
          </a:xfrm>
          <a:prstGeom prst="rect">
            <a:avLst/>
          </a:prstGeom>
          <a:solidFill>
            <a:srgbClr val="F6CF1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900" dirty="0"/>
              <a:t>4.3</a:t>
            </a:r>
            <a:r>
              <a:rPr kumimoji="1" lang="ja-JP" altLang="en-US" sz="900"/>
              <a:t>時間</a:t>
            </a:r>
            <a:endParaRPr kumimoji="1" lang="ja-JP" altLang="en-US" sz="900" dirty="0"/>
          </a:p>
        </p:txBody>
      </p:sp>
      <p:sp>
        <p:nvSpPr>
          <p:cNvPr id="18" name="正方形/長方形 17">
            <a:extLst>
              <a:ext uri="{FF2B5EF4-FFF2-40B4-BE49-F238E27FC236}">
                <a16:creationId xmlns:a16="http://schemas.microsoft.com/office/drawing/2014/main" id="{2332FF8E-2665-39E3-A535-DD6C03C5C341}"/>
              </a:ext>
            </a:extLst>
          </p:cNvPr>
          <p:cNvSpPr/>
          <p:nvPr/>
        </p:nvSpPr>
        <p:spPr bwMode="gray">
          <a:xfrm>
            <a:off x="2288704" y="4957479"/>
            <a:ext cx="565776" cy="191355"/>
          </a:xfrm>
          <a:prstGeom prst="rect">
            <a:avLst/>
          </a:prstGeom>
          <a:solidFill>
            <a:srgbClr val="F6CF13"/>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900" dirty="0"/>
              <a:t>5.5</a:t>
            </a:r>
            <a:r>
              <a:rPr kumimoji="1" lang="ja-JP" altLang="en-US" sz="900"/>
              <a:t>時間</a:t>
            </a:r>
            <a:endParaRPr kumimoji="1" lang="ja-JP" altLang="en-US" sz="900" dirty="0"/>
          </a:p>
        </p:txBody>
      </p:sp>
    </p:spTree>
    <p:extLst>
      <p:ext uri="{BB962C8B-B14F-4D97-AF65-F5344CB8AC3E}">
        <p14:creationId xmlns:p14="http://schemas.microsoft.com/office/powerpoint/2010/main" val="6346422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40AB-3692-9D81-76E8-5023E920EE56}"/>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4DC217A-7ACB-97F0-C1FB-13270B084E31}"/>
              </a:ext>
            </a:extLst>
          </p:cNvPr>
          <p:cNvSpPr>
            <a:spLocks noGrp="1"/>
          </p:cNvSpPr>
          <p:nvPr>
            <p:ph type="body" sz="quarter" idx="15"/>
          </p:nvPr>
        </p:nvSpPr>
        <p:spPr>
          <a:xfrm>
            <a:off x="415925" y="1023561"/>
            <a:ext cx="9072000" cy="480575"/>
          </a:xfrm>
          <a:noFill/>
          <a:ln>
            <a:noFill/>
          </a:ln>
        </p:spPr>
        <p:txBody>
          <a:bodyPr/>
          <a:lstStyle/>
          <a:p>
            <a:pPr algn="ctr"/>
            <a:r>
              <a:rPr lang="ja-JP" altLang="en-US" sz="2400">
                <a:solidFill>
                  <a:schemeClr val="tx1"/>
                </a:solidFill>
              </a:rPr>
              <a:t>ベトナム新投資法のポイント</a:t>
            </a:r>
            <a:endParaRPr kumimoji="1" lang="ja-JP" altLang="en-US" sz="2400">
              <a:solidFill>
                <a:schemeClr val="tx1"/>
              </a:solidFill>
            </a:endParaRPr>
          </a:p>
        </p:txBody>
      </p:sp>
      <p:sp>
        <p:nvSpPr>
          <p:cNvPr id="3" name="テキスト プレースホルダー 2">
            <a:extLst>
              <a:ext uri="{FF2B5EF4-FFF2-40B4-BE49-F238E27FC236}">
                <a16:creationId xmlns:a16="http://schemas.microsoft.com/office/drawing/2014/main" id="{39E7F926-F0BF-7C04-982C-17B4CD6B5C0C}"/>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707C2B1F-D15C-E4DC-A8C0-E8FF133D7B67}"/>
              </a:ext>
            </a:extLst>
          </p:cNvPr>
          <p:cNvSpPr>
            <a:spLocks noGrp="1"/>
          </p:cNvSpPr>
          <p:nvPr>
            <p:ph type="body" sz="quarter" idx="17"/>
          </p:nvPr>
        </p:nvSpPr>
        <p:spPr>
          <a:xfrm>
            <a:off x="591657" y="5603490"/>
            <a:ext cx="9072000" cy="288925"/>
          </a:xfrm>
        </p:spPr>
        <p:txBody>
          <a:bodyPr>
            <a:normAutofit/>
          </a:bodyPr>
          <a:lstStyle/>
          <a:p>
            <a:r>
              <a:rPr kumimoji="1" lang="ja-JP" altLang="en-US" sz="1200"/>
              <a:t>出所：現地法律事務所</a:t>
            </a:r>
            <a:r>
              <a:rPr kumimoji="1" lang="en-US" altLang="ja-JP" sz="1200" dirty="0"/>
              <a:t>Viet An Law</a:t>
            </a:r>
            <a:r>
              <a:rPr kumimoji="1" lang="ja-JP" altLang="en-US" sz="1200"/>
              <a:t>を基に</a:t>
            </a:r>
            <a:r>
              <a:rPr kumimoji="1" lang="en-US" altLang="ja-JP" sz="1200" dirty="0"/>
              <a:t>InfoBase</a:t>
            </a:r>
            <a:r>
              <a:rPr kumimoji="1" lang="ja-JP" altLang="en-US" sz="1200"/>
              <a:t>作成</a:t>
            </a:r>
            <a:endParaRPr kumimoji="1" lang="vi-VN" altLang="ja-JP" sz="1200" dirty="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FC554ABB-FA15-D259-7658-1004FBF21F68}"/>
              </a:ext>
            </a:extLst>
          </p:cNvPr>
          <p:cNvPicPr>
            <a:picLocks noChangeAspect="1"/>
          </p:cNvPicPr>
          <p:nvPr/>
        </p:nvPicPr>
        <p:blipFill>
          <a:blip r:embed="rId3"/>
          <a:stretch>
            <a:fillRect/>
          </a:stretch>
        </p:blipFill>
        <p:spPr>
          <a:xfrm>
            <a:off x="6948557" y="5518218"/>
            <a:ext cx="2345589" cy="503070"/>
          </a:xfrm>
          <a:prstGeom prst="rect">
            <a:avLst/>
          </a:prstGeom>
        </p:spPr>
      </p:pic>
      <p:sp>
        <p:nvSpPr>
          <p:cNvPr id="8" name="正方形/長方形 7">
            <a:extLst>
              <a:ext uri="{FF2B5EF4-FFF2-40B4-BE49-F238E27FC236}">
                <a16:creationId xmlns:a16="http://schemas.microsoft.com/office/drawing/2014/main" id="{1DBF6C05-F74E-950C-2D6A-E317D23906DD}"/>
              </a:ext>
            </a:extLst>
          </p:cNvPr>
          <p:cNvSpPr/>
          <p:nvPr/>
        </p:nvSpPr>
        <p:spPr bwMode="gray">
          <a:xfrm>
            <a:off x="1137336" y="1628799"/>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en-US" altLang="ja-JP" sz="1800" b="1" dirty="0">
                <a:solidFill>
                  <a:srgbClr val="004CA0"/>
                </a:solidFill>
              </a:rPr>
              <a:t>38</a:t>
            </a:r>
            <a:r>
              <a:rPr kumimoji="1" lang="ja-JP" altLang="en-US" sz="1800" b="1">
                <a:solidFill>
                  <a:srgbClr val="004CA0"/>
                </a:solidFill>
              </a:rPr>
              <a:t>の条件付き事業</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分野の廃止</a:t>
            </a:r>
            <a:endParaRPr kumimoji="1" lang="en-US" altLang="ja-JP" sz="1800" b="1" dirty="0">
              <a:solidFill>
                <a:srgbClr val="004CA0"/>
              </a:solidFill>
            </a:endParaRPr>
          </a:p>
          <a:p>
            <a:pPr algn="l">
              <a:buFont typeface="Wingdings 2" pitchFamily="18" charset="2"/>
              <a:buNone/>
            </a:pPr>
            <a:r>
              <a:rPr kumimoji="1" lang="ja-JP" altLang="en-US" sz="1200"/>
              <a:t>条件付き投資分野を大幅に削減</a:t>
            </a:r>
            <a:endParaRPr kumimoji="1" lang="ja-JP" altLang="en-US" sz="1200" dirty="0"/>
          </a:p>
        </p:txBody>
      </p:sp>
      <p:sp>
        <p:nvSpPr>
          <p:cNvPr id="9" name="正方形/長方形 8">
            <a:extLst>
              <a:ext uri="{FF2B5EF4-FFF2-40B4-BE49-F238E27FC236}">
                <a16:creationId xmlns:a16="http://schemas.microsoft.com/office/drawing/2014/main" id="{2FEFCD61-1108-2983-9BC4-1758321138F9}"/>
              </a:ext>
            </a:extLst>
          </p:cNvPr>
          <p:cNvSpPr/>
          <p:nvPr/>
        </p:nvSpPr>
        <p:spPr bwMode="gray">
          <a:xfrm>
            <a:off x="4174696" y="1628799"/>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プロジェクト範囲</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の明確化</a:t>
            </a:r>
            <a:endParaRPr kumimoji="1" lang="en-US" altLang="ja-JP" sz="1800" b="1" dirty="0">
              <a:solidFill>
                <a:srgbClr val="004CA0"/>
              </a:solidFill>
            </a:endParaRPr>
          </a:p>
          <a:p>
            <a:pPr algn="l">
              <a:buFont typeface="Wingdings 2" pitchFamily="18" charset="2"/>
              <a:buNone/>
            </a:pPr>
            <a:r>
              <a:rPr kumimoji="1" lang="ja-JP" altLang="en-US" sz="1200"/>
              <a:t>投資プロジェクトの定義と範囲を明確化</a:t>
            </a:r>
            <a:endParaRPr kumimoji="1" lang="ja-JP" altLang="en-US" sz="1200" dirty="0"/>
          </a:p>
        </p:txBody>
      </p:sp>
      <p:sp>
        <p:nvSpPr>
          <p:cNvPr id="11" name="正方形/長方形 10">
            <a:extLst>
              <a:ext uri="{FF2B5EF4-FFF2-40B4-BE49-F238E27FC236}">
                <a16:creationId xmlns:a16="http://schemas.microsoft.com/office/drawing/2014/main" id="{F043CD52-2DC0-E848-4084-0AB359B21FD0}"/>
              </a:ext>
            </a:extLst>
          </p:cNvPr>
          <p:cNvSpPr/>
          <p:nvPr/>
        </p:nvSpPr>
        <p:spPr bwMode="gray">
          <a:xfrm>
            <a:off x="7212055" y="1628799"/>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権限の大幅な</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地方分権化</a:t>
            </a:r>
            <a:endParaRPr kumimoji="1" lang="en-US" altLang="ja-JP" sz="1800" b="1" dirty="0">
              <a:solidFill>
                <a:srgbClr val="004CA0"/>
              </a:solidFill>
            </a:endParaRPr>
          </a:p>
          <a:p>
            <a:pPr algn="l">
              <a:buFont typeface="Wingdings 2" pitchFamily="18" charset="2"/>
              <a:buNone/>
            </a:pPr>
            <a:r>
              <a:rPr kumimoji="1" lang="ja-JP" altLang="en-US" sz="1200"/>
              <a:t>地方政府への権限移譲を強化</a:t>
            </a:r>
            <a:endParaRPr kumimoji="1" lang="ja-JP" altLang="en-US" sz="1200" dirty="0"/>
          </a:p>
        </p:txBody>
      </p:sp>
      <p:sp>
        <p:nvSpPr>
          <p:cNvPr id="14" name="正方形/長方形 13">
            <a:extLst>
              <a:ext uri="{FF2B5EF4-FFF2-40B4-BE49-F238E27FC236}">
                <a16:creationId xmlns:a16="http://schemas.microsoft.com/office/drawing/2014/main" id="{A0955327-1C3C-F2BF-4FC6-F18525556EC0}"/>
              </a:ext>
            </a:extLst>
          </p:cNvPr>
          <p:cNvSpPr/>
          <p:nvPr/>
        </p:nvSpPr>
        <p:spPr bwMode="gray">
          <a:xfrm>
            <a:off x="1137336" y="2917354"/>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en-US" altLang="ja-JP" sz="1800" b="1" dirty="0">
                <a:solidFill>
                  <a:srgbClr val="004CA0"/>
                </a:solidFill>
              </a:rPr>
              <a:t>2</a:t>
            </a:r>
            <a:r>
              <a:rPr kumimoji="1" lang="ja-JP" altLang="en-US" sz="1800" b="1">
                <a:solidFill>
                  <a:srgbClr val="004CA0"/>
                </a:solidFill>
              </a:rPr>
              <a:t>つの調整ケース</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の廃止</a:t>
            </a:r>
            <a:endParaRPr kumimoji="1" lang="en-US" altLang="ja-JP" sz="1800" b="1" dirty="0">
              <a:solidFill>
                <a:srgbClr val="004CA0"/>
              </a:solidFill>
            </a:endParaRPr>
          </a:p>
          <a:p>
            <a:pPr algn="l">
              <a:buFont typeface="Wingdings 2" pitchFamily="18" charset="2"/>
              <a:buNone/>
            </a:pPr>
            <a:r>
              <a:rPr kumimoji="1" lang="ja-JP" altLang="en-US" sz="1200"/>
              <a:t>投資調整に関する手続きを簡素化</a:t>
            </a:r>
            <a:endParaRPr kumimoji="1" lang="ja-JP" altLang="en-US" sz="1200" dirty="0"/>
          </a:p>
        </p:txBody>
      </p:sp>
      <p:sp>
        <p:nvSpPr>
          <p:cNvPr id="15" name="正方形/長方形 14">
            <a:extLst>
              <a:ext uri="{FF2B5EF4-FFF2-40B4-BE49-F238E27FC236}">
                <a16:creationId xmlns:a16="http://schemas.microsoft.com/office/drawing/2014/main" id="{92D810F7-1C20-BEB3-1207-9E94EEC184FD}"/>
              </a:ext>
            </a:extLst>
          </p:cNvPr>
          <p:cNvSpPr/>
          <p:nvPr/>
        </p:nvSpPr>
        <p:spPr bwMode="gray">
          <a:xfrm>
            <a:off x="4174696" y="2917354"/>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「グリーンチャネル</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メカニズム」の拡大</a:t>
            </a:r>
            <a:endParaRPr kumimoji="1" lang="en-US" altLang="ja-JP" sz="1800" b="1" dirty="0">
              <a:solidFill>
                <a:srgbClr val="004CA0"/>
              </a:solidFill>
            </a:endParaRPr>
          </a:p>
          <a:p>
            <a:pPr algn="l">
              <a:buFont typeface="Wingdings 2" pitchFamily="18" charset="2"/>
              <a:buNone/>
            </a:pPr>
            <a:r>
              <a:rPr kumimoji="1" lang="ja-JP" altLang="en-US" sz="1200"/>
              <a:t>優先投資案件の審査迅速化制度を拡充</a:t>
            </a:r>
            <a:endParaRPr kumimoji="1" lang="ja-JP" altLang="en-US" sz="1200" dirty="0"/>
          </a:p>
        </p:txBody>
      </p:sp>
      <p:sp>
        <p:nvSpPr>
          <p:cNvPr id="16" name="正方形/長方形 15">
            <a:extLst>
              <a:ext uri="{FF2B5EF4-FFF2-40B4-BE49-F238E27FC236}">
                <a16:creationId xmlns:a16="http://schemas.microsoft.com/office/drawing/2014/main" id="{95990223-9D12-D528-F8BE-76F57CE9DE9B}"/>
              </a:ext>
            </a:extLst>
          </p:cNvPr>
          <p:cNvSpPr/>
          <p:nvPr/>
        </p:nvSpPr>
        <p:spPr bwMode="gray">
          <a:xfrm>
            <a:off x="7212055" y="2917354"/>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インセンティブ政策</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の改正</a:t>
            </a:r>
            <a:endParaRPr kumimoji="1" lang="en-US" altLang="ja-JP" sz="1800" b="1" dirty="0">
              <a:solidFill>
                <a:srgbClr val="004CA0"/>
              </a:solidFill>
            </a:endParaRPr>
          </a:p>
          <a:p>
            <a:pPr algn="l">
              <a:buFont typeface="Wingdings 2" pitchFamily="18" charset="2"/>
              <a:buNone/>
            </a:pPr>
            <a:r>
              <a:rPr kumimoji="1" lang="ja-JP" altLang="en-US" sz="1200"/>
              <a:t>投資優遇措置の見直しと拡充</a:t>
            </a:r>
            <a:endParaRPr kumimoji="1" lang="ja-JP" altLang="en-US" sz="1200" dirty="0"/>
          </a:p>
        </p:txBody>
      </p:sp>
      <p:sp>
        <p:nvSpPr>
          <p:cNvPr id="18" name="正方形/長方形 17">
            <a:extLst>
              <a:ext uri="{FF2B5EF4-FFF2-40B4-BE49-F238E27FC236}">
                <a16:creationId xmlns:a16="http://schemas.microsoft.com/office/drawing/2014/main" id="{36280C28-07F0-6B64-5427-6ECE77DB0007}"/>
              </a:ext>
            </a:extLst>
          </p:cNvPr>
          <p:cNvSpPr/>
          <p:nvPr/>
        </p:nvSpPr>
        <p:spPr bwMode="gray">
          <a:xfrm>
            <a:off x="1137336" y="4205909"/>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プロジェクト期間</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の調整</a:t>
            </a:r>
            <a:endParaRPr kumimoji="1" lang="en-US" altLang="ja-JP" sz="1800" b="1" dirty="0">
              <a:solidFill>
                <a:srgbClr val="004CA0"/>
              </a:solidFill>
            </a:endParaRPr>
          </a:p>
          <a:p>
            <a:pPr algn="l">
              <a:buFont typeface="Wingdings 2" pitchFamily="18" charset="2"/>
              <a:buNone/>
            </a:pPr>
            <a:r>
              <a:rPr kumimoji="1" lang="ja-JP" altLang="en-US" sz="1200"/>
              <a:t>投資プロジェクトの実施期間の柔軟化</a:t>
            </a:r>
            <a:endParaRPr kumimoji="1" lang="ja-JP" altLang="en-US" sz="1200" dirty="0"/>
          </a:p>
        </p:txBody>
      </p:sp>
      <p:sp>
        <p:nvSpPr>
          <p:cNvPr id="19" name="正方形/長方形 18">
            <a:extLst>
              <a:ext uri="{FF2B5EF4-FFF2-40B4-BE49-F238E27FC236}">
                <a16:creationId xmlns:a16="http://schemas.microsoft.com/office/drawing/2014/main" id="{733D694A-BB12-61F6-5980-9537E459633C}"/>
              </a:ext>
            </a:extLst>
          </p:cNvPr>
          <p:cNvSpPr/>
          <p:nvPr/>
        </p:nvSpPr>
        <p:spPr bwMode="gray">
          <a:xfrm>
            <a:off x="4174696" y="4205909"/>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企業設立前の</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プロジェクト免除</a:t>
            </a:r>
            <a:endParaRPr kumimoji="1" lang="en-US" altLang="ja-JP" sz="1800" b="1" dirty="0">
              <a:solidFill>
                <a:srgbClr val="004CA0"/>
              </a:solidFill>
            </a:endParaRPr>
          </a:p>
          <a:p>
            <a:pPr algn="l">
              <a:buFont typeface="Wingdings 2" pitchFamily="18" charset="2"/>
              <a:buNone/>
            </a:pPr>
            <a:r>
              <a:rPr kumimoji="1" lang="ja-JP" altLang="en-US" sz="1200"/>
              <a:t>会社設立前の投資プロジェクト承認要件を免除</a:t>
            </a:r>
            <a:endParaRPr kumimoji="1" lang="ja-JP" altLang="en-US" sz="1200" dirty="0"/>
          </a:p>
        </p:txBody>
      </p:sp>
      <p:sp>
        <p:nvSpPr>
          <p:cNvPr id="20" name="正方形/長方形 19">
            <a:extLst>
              <a:ext uri="{FF2B5EF4-FFF2-40B4-BE49-F238E27FC236}">
                <a16:creationId xmlns:a16="http://schemas.microsoft.com/office/drawing/2014/main" id="{C2E3F349-BA6A-B5A5-283B-274BBFA5D5E3}"/>
              </a:ext>
            </a:extLst>
          </p:cNvPr>
          <p:cNvSpPr/>
          <p:nvPr/>
        </p:nvSpPr>
        <p:spPr bwMode="gray">
          <a:xfrm>
            <a:off x="7212055" y="4205909"/>
            <a:ext cx="2278020" cy="1183435"/>
          </a:xfrm>
          <a:prstGeom prst="rect">
            <a:avLst/>
          </a:prstGeom>
          <a:no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800" b="1">
                <a:solidFill>
                  <a:srgbClr val="004CA0"/>
                </a:solidFill>
              </a:rPr>
              <a:t>海外投資手続き</a:t>
            </a:r>
            <a:endParaRPr kumimoji="1" lang="en-US" altLang="ja-JP" sz="1800" b="1" dirty="0">
              <a:solidFill>
                <a:srgbClr val="004CA0"/>
              </a:solidFill>
            </a:endParaRPr>
          </a:p>
          <a:p>
            <a:pPr algn="l">
              <a:buFont typeface="Wingdings 2" pitchFamily="18" charset="2"/>
              <a:buNone/>
            </a:pPr>
            <a:r>
              <a:rPr kumimoji="1" lang="ja-JP" altLang="en-US" sz="1800" b="1">
                <a:solidFill>
                  <a:srgbClr val="004CA0"/>
                </a:solidFill>
              </a:rPr>
              <a:t>の廃止</a:t>
            </a:r>
            <a:endParaRPr kumimoji="1" lang="en-US" altLang="ja-JP" sz="1800" b="1" dirty="0">
              <a:solidFill>
                <a:srgbClr val="004CA0"/>
              </a:solidFill>
            </a:endParaRPr>
          </a:p>
          <a:p>
            <a:pPr algn="l">
              <a:buFont typeface="Wingdings 2" pitchFamily="18" charset="2"/>
              <a:buNone/>
            </a:pPr>
            <a:r>
              <a:rPr kumimoji="1" lang="ja-JP" altLang="en-US" sz="1200"/>
              <a:t>ベトナム企業による対外投資手続きの簡素化</a:t>
            </a:r>
            <a:endParaRPr kumimoji="1" lang="ja-JP" altLang="en-US" sz="1200" dirty="0"/>
          </a:p>
        </p:txBody>
      </p:sp>
      <p:sp>
        <p:nvSpPr>
          <p:cNvPr id="22" name="角丸四角形 2">
            <a:extLst>
              <a:ext uri="{FF2B5EF4-FFF2-40B4-BE49-F238E27FC236}">
                <a16:creationId xmlns:a16="http://schemas.microsoft.com/office/drawing/2014/main" id="{B1EB0989-5E25-77B9-DAB8-7AA0CDEEB64B}"/>
              </a:ext>
            </a:extLst>
          </p:cNvPr>
          <p:cNvSpPr>
            <a:spLocks noChangeAspect="1"/>
          </p:cNvSpPr>
          <p:nvPr/>
        </p:nvSpPr>
        <p:spPr bwMode="gray">
          <a:xfrm>
            <a:off x="6556119" y="3135086"/>
            <a:ext cx="503179" cy="747969"/>
          </a:xfrm>
          <a:custGeom>
            <a:avLst/>
            <a:gdLst/>
            <a:ahLst/>
            <a:cxnLst/>
            <a:rect l="l" t="t" r="r" b="b"/>
            <a:pathLst>
              <a:path w="605454" h="900000">
                <a:moveTo>
                  <a:pt x="368509" y="732535"/>
                </a:moveTo>
                <a:cubicBezTo>
                  <a:pt x="350433" y="732535"/>
                  <a:pt x="335780" y="747188"/>
                  <a:pt x="335780" y="765264"/>
                </a:cubicBezTo>
                <a:cubicBezTo>
                  <a:pt x="335780" y="783340"/>
                  <a:pt x="350433" y="797993"/>
                  <a:pt x="368509" y="797993"/>
                </a:cubicBezTo>
                <a:cubicBezTo>
                  <a:pt x="386585" y="797993"/>
                  <a:pt x="401238" y="783340"/>
                  <a:pt x="401238" y="765264"/>
                </a:cubicBezTo>
                <a:cubicBezTo>
                  <a:pt x="401238" y="747188"/>
                  <a:pt x="386585" y="732535"/>
                  <a:pt x="368509" y="732535"/>
                </a:cubicBezTo>
                <a:close/>
                <a:moveTo>
                  <a:pt x="237512" y="732535"/>
                </a:moveTo>
                <a:cubicBezTo>
                  <a:pt x="219436" y="732535"/>
                  <a:pt x="204783" y="747188"/>
                  <a:pt x="204783" y="765264"/>
                </a:cubicBezTo>
                <a:cubicBezTo>
                  <a:pt x="204783" y="783340"/>
                  <a:pt x="219436" y="797993"/>
                  <a:pt x="237512" y="797993"/>
                </a:cubicBezTo>
                <a:cubicBezTo>
                  <a:pt x="255588" y="797993"/>
                  <a:pt x="270241" y="783340"/>
                  <a:pt x="270241" y="765264"/>
                </a:cubicBezTo>
                <a:cubicBezTo>
                  <a:pt x="270241" y="747188"/>
                  <a:pt x="255588" y="732535"/>
                  <a:pt x="237512" y="732535"/>
                </a:cubicBezTo>
                <a:close/>
                <a:moveTo>
                  <a:pt x="111334" y="732535"/>
                </a:moveTo>
                <a:cubicBezTo>
                  <a:pt x="93258" y="732535"/>
                  <a:pt x="78605" y="747188"/>
                  <a:pt x="78605" y="765264"/>
                </a:cubicBezTo>
                <a:cubicBezTo>
                  <a:pt x="78605" y="783340"/>
                  <a:pt x="93258" y="797993"/>
                  <a:pt x="111334" y="797993"/>
                </a:cubicBezTo>
                <a:cubicBezTo>
                  <a:pt x="129410" y="797993"/>
                  <a:pt x="144063" y="783340"/>
                  <a:pt x="144063" y="765264"/>
                </a:cubicBezTo>
                <a:cubicBezTo>
                  <a:pt x="144063" y="747188"/>
                  <a:pt x="129410" y="732535"/>
                  <a:pt x="111334" y="732535"/>
                </a:cubicBezTo>
                <a:close/>
                <a:moveTo>
                  <a:pt x="368509" y="604699"/>
                </a:moveTo>
                <a:cubicBezTo>
                  <a:pt x="350433" y="604699"/>
                  <a:pt x="335780" y="619352"/>
                  <a:pt x="335780" y="637428"/>
                </a:cubicBezTo>
                <a:cubicBezTo>
                  <a:pt x="335780" y="655504"/>
                  <a:pt x="350433" y="670157"/>
                  <a:pt x="368509" y="670157"/>
                </a:cubicBezTo>
                <a:cubicBezTo>
                  <a:pt x="386585" y="670157"/>
                  <a:pt x="401238" y="655504"/>
                  <a:pt x="401238" y="637428"/>
                </a:cubicBezTo>
                <a:cubicBezTo>
                  <a:pt x="401238" y="619352"/>
                  <a:pt x="386585" y="604699"/>
                  <a:pt x="368509" y="604699"/>
                </a:cubicBezTo>
                <a:close/>
                <a:moveTo>
                  <a:pt x="237512" y="604699"/>
                </a:moveTo>
                <a:cubicBezTo>
                  <a:pt x="219436" y="604699"/>
                  <a:pt x="204783" y="619352"/>
                  <a:pt x="204783" y="637428"/>
                </a:cubicBezTo>
                <a:cubicBezTo>
                  <a:pt x="204783" y="655504"/>
                  <a:pt x="219436" y="670157"/>
                  <a:pt x="237512" y="670157"/>
                </a:cubicBezTo>
                <a:cubicBezTo>
                  <a:pt x="255588" y="670157"/>
                  <a:pt x="270241" y="655504"/>
                  <a:pt x="270241" y="637428"/>
                </a:cubicBezTo>
                <a:cubicBezTo>
                  <a:pt x="270241" y="619352"/>
                  <a:pt x="255588" y="604699"/>
                  <a:pt x="237512" y="604699"/>
                </a:cubicBezTo>
                <a:close/>
                <a:moveTo>
                  <a:pt x="111334" y="604699"/>
                </a:moveTo>
                <a:cubicBezTo>
                  <a:pt x="93258" y="604699"/>
                  <a:pt x="78605" y="619352"/>
                  <a:pt x="78605" y="637428"/>
                </a:cubicBezTo>
                <a:cubicBezTo>
                  <a:pt x="78605" y="655504"/>
                  <a:pt x="93258" y="670157"/>
                  <a:pt x="111334" y="670157"/>
                </a:cubicBezTo>
                <a:cubicBezTo>
                  <a:pt x="129410" y="670157"/>
                  <a:pt x="144063" y="655504"/>
                  <a:pt x="144063" y="637428"/>
                </a:cubicBezTo>
                <a:cubicBezTo>
                  <a:pt x="144063" y="619352"/>
                  <a:pt x="129410" y="604699"/>
                  <a:pt x="111334" y="604699"/>
                </a:cubicBezTo>
                <a:close/>
                <a:moveTo>
                  <a:pt x="477503" y="478088"/>
                </a:moveTo>
                <a:cubicBezTo>
                  <a:pt x="468327" y="478088"/>
                  <a:pt x="460889" y="485526"/>
                  <a:pt x="460889" y="494702"/>
                </a:cubicBezTo>
                <a:lnTo>
                  <a:pt x="460889" y="781379"/>
                </a:lnTo>
                <a:cubicBezTo>
                  <a:pt x="460889" y="790555"/>
                  <a:pt x="468327" y="797993"/>
                  <a:pt x="477503" y="797993"/>
                </a:cubicBezTo>
                <a:lnTo>
                  <a:pt x="512263" y="797993"/>
                </a:lnTo>
                <a:cubicBezTo>
                  <a:pt x="521439" y="797993"/>
                  <a:pt x="528877" y="790555"/>
                  <a:pt x="528877" y="781379"/>
                </a:cubicBezTo>
                <a:lnTo>
                  <a:pt x="528877" y="494702"/>
                </a:lnTo>
                <a:cubicBezTo>
                  <a:pt x="528877" y="485526"/>
                  <a:pt x="521439" y="478088"/>
                  <a:pt x="512263" y="478088"/>
                </a:cubicBezTo>
                <a:close/>
                <a:moveTo>
                  <a:pt x="368509" y="476862"/>
                </a:moveTo>
                <a:cubicBezTo>
                  <a:pt x="350433" y="476862"/>
                  <a:pt x="335780" y="491515"/>
                  <a:pt x="335780" y="509591"/>
                </a:cubicBezTo>
                <a:cubicBezTo>
                  <a:pt x="335780" y="527667"/>
                  <a:pt x="350433" y="542320"/>
                  <a:pt x="368509" y="542320"/>
                </a:cubicBezTo>
                <a:cubicBezTo>
                  <a:pt x="386585" y="542320"/>
                  <a:pt x="401238" y="527667"/>
                  <a:pt x="401238" y="509591"/>
                </a:cubicBezTo>
                <a:cubicBezTo>
                  <a:pt x="401238" y="491515"/>
                  <a:pt x="386585" y="476862"/>
                  <a:pt x="368509" y="476862"/>
                </a:cubicBezTo>
                <a:close/>
                <a:moveTo>
                  <a:pt x="237512" y="476862"/>
                </a:moveTo>
                <a:cubicBezTo>
                  <a:pt x="219436" y="476862"/>
                  <a:pt x="204783" y="491515"/>
                  <a:pt x="204783" y="509591"/>
                </a:cubicBezTo>
                <a:cubicBezTo>
                  <a:pt x="204783" y="527667"/>
                  <a:pt x="219436" y="542320"/>
                  <a:pt x="237512" y="542320"/>
                </a:cubicBezTo>
                <a:cubicBezTo>
                  <a:pt x="255588" y="542320"/>
                  <a:pt x="270241" y="527667"/>
                  <a:pt x="270241" y="509591"/>
                </a:cubicBezTo>
                <a:cubicBezTo>
                  <a:pt x="270241" y="491515"/>
                  <a:pt x="255588" y="476862"/>
                  <a:pt x="237512" y="476862"/>
                </a:cubicBezTo>
                <a:close/>
                <a:moveTo>
                  <a:pt x="111334" y="476862"/>
                </a:moveTo>
                <a:cubicBezTo>
                  <a:pt x="93258" y="476862"/>
                  <a:pt x="78605" y="491515"/>
                  <a:pt x="78605" y="509591"/>
                </a:cubicBezTo>
                <a:cubicBezTo>
                  <a:pt x="78605" y="527667"/>
                  <a:pt x="93258" y="542320"/>
                  <a:pt x="111334" y="542320"/>
                </a:cubicBezTo>
                <a:cubicBezTo>
                  <a:pt x="129410" y="542320"/>
                  <a:pt x="144063" y="527667"/>
                  <a:pt x="144063" y="509591"/>
                </a:cubicBezTo>
                <a:cubicBezTo>
                  <a:pt x="144063" y="491515"/>
                  <a:pt x="129410" y="476862"/>
                  <a:pt x="111334" y="476862"/>
                </a:cubicBezTo>
                <a:close/>
                <a:moveTo>
                  <a:pt x="496148" y="349025"/>
                </a:moveTo>
                <a:cubicBezTo>
                  <a:pt x="478072" y="349025"/>
                  <a:pt x="463419" y="363678"/>
                  <a:pt x="463419" y="381754"/>
                </a:cubicBezTo>
                <a:cubicBezTo>
                  <a:pt x="463419" y="399830"/>
                  <a:pt x="478072" y="414483"/>
                  <a:pt x="496148" y="414483"/>
                </a:cubicBezTo>
                <a:cubicBezTo>
                  <a:pt x="514224" y="414483"/>
                  <a:pt x="528877" y="399830"/>
                  <a:pt x="528877" y="381754"/>
                </a:cubicBezTo>
                <a:cubicBezTo>
                  <a:pt x="528877" y="363678"/>
                  <a:pt x="514224" y="349025"/>
                  <a:pt x="496148" y="349025"/>
                </a:cubicBezTo>
                <a:close/>
                <a:moveTo>
                  <a:pt x="368509" y="349025"/>
                </a:moveTo>
                <a:cubicBezTo>
                  <a:pt x="350433" y="349025"/>
                  <a:pt x="335780" y="363678"/>
                  <a:pt x="335780" y="381754"/>
                </a:cubicBezTo>
                <a:cubicBezTo>
                  <a:pt x="335780" y="399830"/>
                  <a:pt x="350433" y="414483"/>
                  <a:pt x="368509" y="414483"/>
                </a:cubicBezTo>
                <a:cubicBezTo>
                  <a:pt x="386585" y="414483"/>
                  <a:pt x="401238" y="399830"/>
                  <a:pt x="401238" y="381754"/>
                </a:cubicBezTo>
                <a:cubicBezTo>
                  <a:pt x="401238" y="363678"/>
                  <a:pt x="386585" y="349025"/>
                  <a:pt x="368509" y="349025"/>
                </a:cubicBezTo>
                <a:close/>
                <a:moveTo>
                  <a:pt x="237512" y="349025"/>
                </a:moveTo>
                <a:cubicBezTo>
                  <a:pt x="219436" y="349025"/>
                  <a:pt x="204783" y="363678"/>
                  <a:pt x="204783" y="381754"/>
                </a:cubicBezTo>
                <a:cubicBezTo>
                  <a:pt x="204783" y="399830"/>
                  <a:pt x="219436" y="414483"/>
                  <a:pt x="237512" y="414483"/>
                </a:cubicBezTo>
                <a:cubicBezTo>
                  <a:pt x="255588" y="414483"/>
                  <a:pt x="270241" y="399830"/>
                  <a:pt x="270241" y="381754"/>
                </a:cubicBezTo>
                <a:cubicBezTo>
                  <a:pt x="270241" y="363678"/>
                  <a:pt x="255588" y="349025"/>
                  <a:pt x="237512" y="349025"/>
                </a:cubicBezTo>
                <a:close/>
                <a:moveTo>
                  <a:pt x="111334" y="349025"/>
                </a:moveTo>
                <a:cubicBezTo>
                  <a:pt x="93258" y="349025"/>
                  <a:pt x="78605" y="363678"/>
                  <a:pt x="78605" y="381754"/>
                </a:cubicBezTo>
                <a:cubicBezTo>
                  <a:pt x="78605" y="399830"/>
                  <a:pt x="93258" y="414483"/>
                  <a:pt x="111334" y="414483"/>
                </a:cubicBezTo>
                <a:cubicBezTo>
                  <a:pt x="129410" y="414483"/>
                  <a:pt x="144063" y="399830"/>
                  <a:pt x="144063" y="381754"/>
                </a:cubicBezTo>
                <a:cubicBezTo>
                  <a:pt x="144063" y="363678"/>
                  <a:pt x="129410" y="349025"/>
                  <a:pt x="111334" y="349025"/>
                </a:cubicBezTo>
                <a:close/>
                <a:moveTo>
                  <a:pt x="111454" y="103647"/>
                </a:moveTo>
                <a:cubicBezTo>
                  <a:pt x="91339" y="103647"/>
                  <a:pt x="75033" y="119953"/>
                  <a:pt x="75033" y="140068"/>
                </a:cubicBezTo>
                <a:lnTo>
                  <a:pt x="75033" y="216265"/>
                </a:lnTo>
                <a:cubicBezTo>
                  <a:pt x="75033" y="236380"/>
                  <a:pt x="91339" y="252686"/>
                  <a:pt x="111454" y="252686"/>
                </a:cubicBezTo>
                <a:lnTo>
                  <a:pt x="492455" y="252686"/>
                </a:lnTo>
                <a:cubicBezTo>
                  <a:pt x="512570" y="252686"/>
                  <a:pt x="528876" y="236380"/>
                  <a:pt x="528876" y="216265"/>
                </a:cubicBezTo>
                <a:lnTo>
                  <a:pt x="528876" y="140068"/>
                </a:lnTo>
                <a:cubicBezTo>
                  <a:pt x="528876" y="119953"/>
                  <a:pt x="512570" y="103647"/>
                  <a:pt x="492455" y="103647"/>
                </a:cubicBezTo>
                <a:close/>
                <a:moveTo>
                  <a:pt x="67575" y="0"/>
                </a:moveTo>
                <a:lnTo>
                  <a:pt x="537879" y="0"/>
                </a:lnTo>
                <a:cubicBezTo>
                  <a:pt x="575200" y="0"/>
                  <a:pt x="605454" y="30254"/>
                  <a:pt x="605454" y="67575"/>
                </a:cubicBezTo>
                <a:lnTo>
                  <a:pt x="605454" y="832425"/>
                </a:lnTo>
                <a:cubicBezTo>
                  <a:pt x="605454" y="869746"/>
                  <a:pt x="575200" y="900000"/>
                  <a:pt x="537879" y="900000"/>
                </a:cubicBezTo>
                <a:lnTo>
                  <a:pt x="67575" y="900000"/>
                </a:lnTo>
                <a:cubicBezTo>
                  <a:pt x="30254" y="900000"/>
                  <a:pt x="0" y="869746"/>
                  <a:pt x="0" y="832425"/>
                </a:cubicBezTo>
                <a:lnTo>
                  <a:pt x="0" y="67575"/>
                </a:lnTo>
                <a:cubicBezTo>
                  <a:pt x="0" y="30254"/>
                  <a:pt x="30254" y="0"/>
                  <a:pt x="67575" y="0"/>
                </a:cubicBezTo>
                <a:close/>
              </a:path>
            </a:pathLst>
          </a:custGeom>
          <a:solidFill>
            <a:srgbClr val="004CA0"/>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3" name="円/楕円 49">
            <a:extLst>
              <a:ext uri="{FF2B5EF4-FFF2-40B4-BE49-F238E27FC236}">
                <a16:creationId xmlns:a16="http://schemas.microsoft.com/office/drawing/2014/main" id="{DB9830B6-0667-02C0-F94F-C4FC414952EE}"/>
              </a:ext>
            </a:extLst>
          </p:cNvPr>
          <p:cNvSpPr>
            <a:spLocks noChangeAspect="1"/>
          </p:cNvSpPr>
          <p:nvPr/>
        </p:nvSpPr>
        <p:spPr bwMode="gray">
          <a:xfrm>
            <a:off x="482606" y="3139752"/>
            <a:ext cx="578352" cy="578495"/>
          </a:xfrm>
          <a:custGeom>
            <a:avLst/>
            <a:gdLst/>
            <a:ahLst/>
            <a:cxnLst/>
            <a:rect l="l" t="t" r="r" b="b"/>
            <a:pathLst>
              <a:path w="899545" h="899767">
                <a:moveTo>
                  <a:pt x="288179" y="81232"/>
                </a:moveTo>
                <a:cubicBezTo>
                  <a:pt x="172986" y="81232"/>
                  <a:pt x="79603" y="174615"/>
                  <a:pt x="79603" y="289808"/>
                </a:cubicBezTo>
                <a:cubicBezTo>
                  <a:pt x="79603" y="405001"/>
                  <a:pt x="172986" y="498384"/>
                  <a:pt x="288179" y="498384"/>
                </a:cubicBezTo>
                <a:cubicBezTo>
                  <a:pt x="403372" y="498384"/>
                  <a:pt x="496755" y="405001"/>
                  <a:pt x="496755" y="289808"/>
                </a:cubicBezTo>
                <a:cubicBezTo>
                  <a:pt x="496755" y="174615"/>
                  <a:pt x="403372" y="81232"/>
                  <a:pt x="288179" y="81232"/>
                </a:cubicBezTo>
                <a:close/>
                <a:moveTo>
                  <a:pt x="289846" y="0"/>
                </a:moveTo>
                <a:cubicBezTo>
                  <a:pt x="449924" y="0"/>
                  <a:pt x="579692" y="129768"/>
                  <a:pt x="579692" y="289846"/>
                </a:cubicBezTo>
                <a:cubicBezTo>
                  <a:pt x="579692" y="336962"/>
                  <a:pt x="568450" y="381452"/>
                  <a:pt x="547389" y="420216"/>
                </a:cubicBezTo>
                <a:lnTo>
                  <a:pt x="899545" y="772371"/>
                </a:lnTo>
                <a:cubicBezTo>
                  <a:pt x="925670" y="798497"/>
                  <a:pt x="925670" y="840855"/>
                  <a:pt x="899545" y="866981"/>
                </a:cubicBezTo>
                <a:lnTo>
                  <a:pt x="866758" y="899767"/>
                </a:lnTo>
                <a:cubicBezTo>
                  <a:pt x="840633" y="925893"/>
                  <a:pt x="798274" y="925893"/>
                  <a:pt x="772149" y="899767"/>
                </a:cubicBezTo>
                <a:lnTo>
                  <a:pt x="419928" y="547546"/>
                </a:lnTo>
                <a:cubicBezTo>
                  <a:pt x="381230" y="568506"/>
                  <a:pt x="336845" y="579692"/>
                  <a:pt x="289846" y="579692"/>
                </a:cubicBezTo>
                <a:cubicBezTo>
                  <a:pt x="129768" y="579692"/>
                  <a:pt x="0" y="449924"/>
                  <a:pt x="0" y="289846"/>
                </a:cubicBezTo>
                <a:cubicBezTo>
                  <a:pt x="0" y="129768"/>
                  <a:pt x="129768" y="0"/>
                  <a:pt x="289846" y="0"/>
                </a:cubicBezTo>
                <a:close/>
              </a:path>
            </a:pathLst>
          </a:custGeom>
          <a:solidFill>
            <a:srgbClr val="004CA0"/>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4" name="角丸四角形 70">
            <a:extLst>
              <a:ext uri="{FF2B5EF4-FFF2-40B4-BE49-F238E27FC236}">
                <a16:creationId xmlns:a16="http://schemas.microsoft.com/office/drawing/2014/main" id="{C14A773E-3D24-38B6-AC41-4AFC78F29328}"/>
              </a:ext>
            </a:extLst>
          </p:cNvPr>
          <p:cNvSpPr>
            <a:spLocks noChangeAspect="1"/>
          </p:cNvSpPr>
          <p:nvPr/>
        </p:nvSpPr>
        <p:spPr bwMode="gray">
          <a:xfrm>
            <a:off x="6543209" y="1942475"/>
            <a:ext cx="578352" cy="536540"/>
          </a:xfrm>
          <a:custGeom>
            <a:avLst/>
            <a:gdLst/>
            <a:ahLst/>
            <a:cxnLst/>
            <a:rect l="l" t="t" r="r" b="b"/>
            <a:pathLst>
              <a:path w="900287" h="749356">
                <a:moveTo>
                  <a:pt x="270632" y="152469"/>
                </a:moveTo>
                <a:lnTo>
                  <a:pt x="396802" y="152469"/>
                </a:lnTo>
                <a:cubicBezTo>
                  <a:pt x="418042" y="152469"/>
                  <a:pt x="437069" y="161944"/>
                  <a:pt x="449255" y="177439"/>
                </a:cubicBezTo>
                <a:cubicBezTo>
                  <a:pt x="459038" y="167792"/>
                  <a:pt x="472504" y="161993"/>
                  <a:pt x="487325" y="161993"/>
                </a:cubicBezTo>
                <a:lnTo>
                  <a:pt x="642071" y="161993"/>
                </a:lnTo>
                <a:cubicBezTo>
                  <a:pt x="664634" y="161993"/>
                  <a:pt x="684058" y="175433"/>
                  <a:pt x="692554" y="194843"/>
                </a:cubicBezTo>
                <a:cubicBezTo>
                  <a:pt x="701231" y="188185"/>
                  <a:pt x="712141" y="184868"/>
                  <a:pt x="723826" y="184868"/>
                </a:cubicBezTo>
                <a:lnTo>
                  <a:pt x="837492" y="184868"/>
                </a:lnTo>
                <a:cubicBezTo>
                  <a:pt x="869972" y="184868"/>
                  <a:pt x="896466" y="210492"/>
                  <a:pt x="897385" y="242649"/>
                </a:cubicBezTo>
                <a:cubicBezTo>
                  <a:pt x="899689" y="244379"/>
                  <a:pt x="900287" y="246947"/>
                  <a:pt x="900287" y="249655"/>
                </a:cubicBezTo>
                <a:lnTo>
                  <a:pt x="900287" y="421827"/>
                </a:lnTo>
                <a:cubicBezTo>
                  <a:pt x="900287" y="431761"/>
                  <a:pt x="892233" y="439815"/>
                  <a:pt x="882299" y="439815"/>
                </a:cubicBezTo>
                <a:lnTo>
                  <a:pt x="875075" y="439815"/>
                </a:lnTo>
                <a:cubicBezTo>
                  <a:pt x="865141" y="439815"/>
                  <a:pt x="857087" y="431761"/>
                  <a:pt x="857087" y="421827"/>
                </a:cubicBezTo>
                <a:lnTo>
                  <a:pt x="857087" y="253234"/>
                </a:lnTo>
                <a:lnTo>
                  <a:pt x="834456" y="253234"/>
                </a:lnTo>
                <a:lnTo>
                  <a:pt x="834456" y="649259"/>
                </a:lnTo>
                <a:cubicBezTo>
                  <a:pt x="834456" y="667351"/>
                  <a:pt x="819790" y="682017"/>
                  <a:pt x="801698" y="682017"/>
                </a:cubicBezTo>
                <a:lnTo>
                  <a:pt x="762704" y="682017"/>
                </a:lnTo>
                <a:cubicBezTo>
                  <a:pt x="744612" y="682017"/>
                  <a:pt x="729946" y="667351"/>
                  <a:pt x="729946" y="649259"/>
                </a:cubicBezTo>
                <a:lnTo>
                  <a:pt x="729946" y="253234"/>
                </a:lnTo>
                <a:lnTo>
                  <a:pt x="699830" y="253234"/>
                </a:lnTo>
                <a:lnTo>
                  <a:pt x="699830" y="429104"/>
                </a:lnTo>
                <a:cubicBezTo>
                  <a:pt x="699830" y="435710"/>
                  <a:pt x="694475" y="441065"/>
                  <a:pt x="687869" y="441065"/>
                </a:cubicBezTo>
                <a:lnTo>
                  <a:pt x="673631" y="441065"/>
                </a:lnTo>
                <a:cubicBezTo>
                  <a:pt x="667025" y="441065"/>
                  <a:pt x="661670" y="435710"/>
                  <a:pt x="661670" y="429104"/>
                </a:cubicBezTo>
                <a:lnTo>
                  <a:pt x="661670" y="238754"/>
                </a:lnTo>
                <a:lnTo>
                  <a:pt x="663347" y="234707"/>
                </a:lnTo>
                <a:lnTo>
                  <a:pt x="636302" y="234707"/>
                </a:lnTo>
                <a:lnTo>
                  <a:pt x="636302" y="698421"/>
                </a:lnTo>
                <a:cubicBezTo>
                  <a:pt x="636302" y="722968"/>
                  <a:pt x="616402" y="742868"/>
                  <a:pt x="591855" y="742868"/>
                </a:cubicBezTo>
                <a:lnTo>
                  <a:pt x="538945" y="742868"/>
                </a:lnTo>
                <a:cubicBezTo>
                  <a:pt x="514398" y="742868"/>
                  <a:pt x="494498" y="722968"/>
                  <a:pt x="494498" y="698421"/>
                </a:cubicBezTo>
                <a:lnTo>
                  <a:pt x="494498" y="234707"/>
                </a:lnTo>
                <a:lnTo>
                  <a:pt x="469209" y="234707"/>
                </a:lnTo>
                <a:lnTo>
                  <a:pt x="469209" y="428394"/>
                </a:lnTo>
                <a:cubicBezTo>
                  <a:pt x="469209" y="435062"/>
                  <a:pt x="463803" y="440468"/>
                  <a:pt x="457135" y="440468"/>
                </a:cubicBezTo>
                <a:lnTo>
                  <a:pt x="442763" y="440468"/>
                </a:lnTo>
                <a:cubicBezTo>
                  <a:pt x="436095" y="440468"/>
                  <a:pt x="430689" y="435062"/>
                  <a:pt x="430689" y="428394"/>
                </a:cubicBezTo>
                <a:lnTo>
                  <a:pt x="430689" y="229342"/>
                </a:lnTo>
                <a:lnTo>
                  <a:pt x="431726" y="226839"/>
                </a:lnTo>
                <a:lnTo>
                  <a:pt x="431726" y="224968"/>
                </a:lnTo>
                <a:lnTo>
                  <a:pt x="405321" y="224968"/>
                </a:lnTo>
                <a:lnTo>
                  <a:pt x="405321" y="704909"/>
                </a:lnTo>
                <a:cubicBezTo>
                  <a:pt x="405321" y="729456"/>
                  <a:pt x="385421" y="749356"/>
                  <a:pt x="360874" y="749356"/>
                </a:cubicBezTo>
                <a:lnTo>
                  <a:pt x="307964" y="749356"/>
                </a:lnTo>
                <a:cubicBezTo>
                  <a:pt x="283417" y="749356"/>
                  <a:pt x="263517" y="729456"/>
                  <a:pt x="263517" y="704909"/>
                </a:cubicBezTo>
                <a:lnTo>
                  <a:pt x="263517" y="224968"/>
                </a:lnTo>
                <a:lnTo>
                  <a:pt x="237767" y="224968"/>
                </a:lnTo>
                <a:cubicBezTo>
                  <a:pt x="239266" y="226086"/>
                  <a:pt x="239625" y="227728"/>
                  <a:pt x="239625" y="229455"/>
                </a:cubicBezTo>
                <a:lnTo>
                  <a:pt x="239625" y="428281"/>
                </a:lnTo>
                <a:cubicBezTo>
                  <a:pt x="239625" y="435012"/>
                  <a:pt x="234169" y="440468"/>
                  <a:pt x="227438" y="440468"/>
                </a:cubicBezTo>
                <a:lnTo>
                  <a:pt x="212932" y="440468"/>
                </a:lnTo>
                <a:cubicBezTo>
                  <a:pt x="206201" y="440468"/>
                  <a:pt x="200745" y="435012"/>
                  <a:pt x="200745" y="428281"/>
                </a:cubicBezTo>
                <a:lnTo>
                  <a:pt x="200745" y="251676"/>
                </a:lnTo>
                <a:lnTo>
                  <a:pt x="173430" y="251676"/>
                </a:lnTo>
                <a:cubicBezTo>
                  <a:pt x="174427" y="252450"/>
                  <a:pt x="174458" y="253299"/>
                  <a:pt x="174458" y="254156"/>
                </a:cubicBezTo>
                <a:lnTo>
                  <a:pt x="174458" y="658212"/>
                </a:lnTo>
                <a:cubicBezTo>
                  <a:pt x="174458" y="677545"/>
                  <a:pt x="158785" y="693218"/>
                  <a:pt x="139452" y="693218"/>
                </a:cubicBezTo>
                <a:lnTo>
                  <a:pt x="97780" y="693218"/>
                </a:lnTo>
                <a:cubicBezTo>
                  <a:pt x="78447" y="693218"/>
                  <a:pt x="62774" y="677545"/>
                  <a:pt x="62774" y="658212"/>
                </a:cubicBezTo>
                <a:lnTo>
                  <a:pt x="62774" y="254156"/>
                </a:lnTo>
                <a:lnTo>
                  <a:pt x="63801" y="251676"/>
                </a:lnTo>
                <a:lnTo>
                  <a:pt x="41562" y="251676"/>
                </a:lnTo>
                <a:cubicBezTo>
                  <a:pt x="43012" y="252745"/>
                  <a:pt x="43200" y="254166"/>
                  <a:pt x="43200" y="255631"/>
                </a:cubicBezTo>
                <a:lnTo>
                  <a:pt x="43200" y="424281"/>
                </a:lnTo>
                <a:cubicBezTo>
                  <a:pt x="43200" y="433539"/>
                  <a:pt x="35695" y="441044"/>
                  <a:pt x="26437" y="441044"/>
                </a:cubicBezTo>
                <a:lnTo>
                  <a:pt x="16763" y="441044"/>
                </a:lnTo>
                <a:cubicBezTo>
                  <a:pt x="7505" y="441044"/>
                  <a:pt x="0" y="433539"/>
                  <a:pt x="0" y="424281"/>
                </a:cubicBezTo>
                <a:lnTo>
                  <a:pt x="0" y="255631"/>
                </a:lnTo>
                <a:lnTo>
                  <a:pt x="1638" y="251676"/>
                </a:lnTo>
                <a:lnTo>
                  <a:pt x="1606" y="251676"/>
                </a:lnTo>
                <a:cubicBezTo>
                  <a:pt x="4495" y="222026"/>
                  <a:pt x="29771" y="199269"/>
                  <a:pt x="60361" y="199269"/>
                </a:cubicBezTo>
                <a:lnTo>
                  <a:pt x="179264" y="199269"/>
                </a:lnTo>
                <a:cubicBezTo>
                  <a:pt x="188256" y="199269"/>
                  <a:pt x="196789" y="201235"/>
                  <a:pt x="204193" y="205276"/>
                </a:cubicBezTo>
                <a:cubicBezTo>
                  <a:pt x="210664" y="174775"/>
                  <a:pt x="238043" y="152469"/>
                  <a:pt x="270632" y="152469"/>
                </a:cubicBezTo>
                <a:close/>
                <a:moveTo>
                  <a:pt x="119587" y="76867"/>
                </a:moveTo>
                <a:cubicBezTo>
                  <a:pt x="150964" y="76867"/>
                  <a:pt x="176400" y="99136"/>
                  <a:pt x="176400" y="126606"/>
                </a:cubicBezTo>
                <a:cubicBezTo>
                  <a:pt x="176400" y="154076"/>
                  <a:pt x="150964" y="176345"/>
                  <a:pt x="119587" y="176345"/>
                </a:cubicBezTo>
                <a:cubicBezTo>
                  <a:pt x="88210" y="176345"/>
                  <a:pt x="62774" y="154076"/>
                  <a:pt x="62774" y="126606"/>
                </a:cubicBezTo>
                <a:cubicBezTo>
                  <a:pt x="62774" y="99136"/>
                  <a:pt x="88210" y="76867"/>
                  <a:pt x="119587" y="76867"/>
                </a:cubicBezTo>
                <a:close/>
                <a:moveTo>
                  <a:pt x="777480" y="59872"/>
                </a:moveTo>
                <a:cubicBezTo>
                  <a:pt x="809842" y="59872"/>
                  <a:pt x="836077" y="83291"/>
                  <a:pt x="836077" y="112180"/>
                </a:cubicBezTo>
                <a:cubicBezTo>
                  <a:pt x="836077" y="141069"/>
                  <a:pt x="809842" y="164488"/>
                  <a:pt x="777480" y="164488"/>
                </a:cubicBezTo>
                <a:cubicBezTo>
                  <a:pt x="745118" y="164488"/>
                  <a:pt x="718883" y="141069"/>
                  <a:pt x="718883" y="112180"/>
                </a:cubicBezTo>
                <a:cubicBezTo>
                  <a:pt x="718883" y="83291"/>
                  <a:pt x="745118" y="59872"/>
                  <a:pt x="777480" y="59872"/>
                </a:cubicBezTo>
                <a:close/>
                <a:moveTo>
                  <a:pt x="564699" y="19050"/>
                </a:moveTo>
                <a:cubicBezTo>
                  <a:pt x="602128" y="19050"/>
                  <a:pt x="632470" y="46135"/>
                  <a:pt x="632470" y="79547"/>
                </a:cubicBezTo>
                <a:cubicBezTo>
                  <a:pt x="632470" y="112959"/>
                  <a:pt x="602128" y="140044"/>
                  <a:pt x="564699" y="140044"/>
                </a:cubicBezTo>
                <a:cubicBezTo>
                  <a:pt x="527270" y="140044"/>
                  <a:pt x="496928" y="112959"/>
                  <a:pt x="496928" y="79547"/>
                </a:cubicBezTo>
                <a:cubicBezTo>
                  <a:pt x="496928" y="46135"/>
                  <a:pt x="527270" y="19050"/>
                  <a:pt x="564699" y="19050"/>
                </a:cubicBezTo>
                <a:close/>
                <a:moveTo>
                  <a:pt x="333717" y="0"/>
                </a:moveTo>
                <a:cubicBezTo>
                  <a:pt x="371146" y="0"/>
                  <a:pt x="401488" y="27085"/>
                  <a:pt x="401488" y="60497"/>
                </a:cubicBezTo>
                <a:cubicBezTo>
                  <a:pt x="401488" y="93909"/>
                  <a:pt x="371146" y="120994"/>
                  <a:pt x="333717" y="120994"/>
                </a:cubicBezTo>
                <a:cubicBezTo>
                  <a:pt x="296288" y="120994"/>
                  <a:pt x="265946" y="93909"/>
                  <a:pt x="265946" y="60497"/>
                </a:cubicBezTo>
                <a:cubicBezTo>
                  <a:pt x="265946" y="27085"/>
                  <a:pt x="296288" y="0"/>
                  <a:pt x="333717" y="0"/>
                </a:cubicBezTo>
                <a:close/>
              </a:path>
            </a:pathLst>
          </a:custGeom>
          <a:solidFill>
            <a:srgbClr val="004CA0"/>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462" tIns="66462" rIns="66462" bIns="66462" numCol="1" spcCol="0" rtlCol="0" fromWordArt="0" anchor="ctr" anchorCtr="1" forceAA="0" compatLnSpc="1">
            <a:prstTxWarp prst="textNoShape">
              <a:avLst/>
            </a:prstTxWarp>
            <a:noAutofit/>
          </a:bodyPr>
          <a:lstStyle/>
          <a:p>
            <a:pPr algn="ctr"/>
            <a:endParaRPr kumimoji="1" lang="ja-JP" altLang="en-US" sz="1108">
              <a:solidFill>
                <a:schemeClr val="tx1"/>
              </a:solidFill>
              <a:latin typeface="+mj-lt"/>
            </a:endParaRPr>
          </a:p>
        </p:txBody>
      </p:sp>
      <p:sp>
        <p:nvSpPr>
          <p:cNvPr id="25" name="正方形/長方形 27">
            <a:extLst>
              <a:ext uri="{FF2B5EF4-FFF2-40B4-BE49-F238E27FC236}">
                <a16:creationId xmlns:a16="http://schemas.microsoft.com/office/drawing/2014/main" id="{82228E93-F96D-91FC-A3A1-59E8C21B71FA}"/>
              </a:ext>
            </a:extLst>
          </p:cNvPr>
          <p:cNvSpPr>
            <a:spLocks noChangeAspect="1"/>
          </p:cNvSpPr>
          <p:nvPr/>
        </p:nvSpPr>
        <p:spPr bwMode="gray">
          <a:xfrm>
            <a:off x="3497905" y="4534007"/>
            <a:ext cx="601735" cy="480575"/>
          </a:xfrm>
          <a:custGeom>
            <a:avLst/>
            <a:gdLst/>
            <a:ahLst/>
            <a:cxnLst/>
            <a:rect l="l" t="t" r="r" b="b"/>
            <a:pathLst>
              <a:path w="900000" h="718783">
                <a:moveTo>
                  <a:pt x="175250" y="452431"/>
                </a:moveTo>
                <a:lnTo>
                  <a:pt x="404020" y="452431"/>
                </a:lnTo>
                <a:lnTo>
                  <a:pt x="404020" y="535434"/>
                </a:lnTo>
                <a:lnTo>
                  <a:pt x="175250" y="535434"/>
                </a:lnTo>
                <a:close/>
                <a:moveTo>
                  <a:pt x="175250" y="317890"/>
                </a:moveTo>
                <a:lnTo>
                  <a:pt x="404020" y="317890"/>
                </a:lnTo>
                <a:lnTo>
                  <a:pt x="404020" y="400893"/>
                </a:lnTo>
                <a:lnTo>
                  <a:pt x="175250" y="400893"/>
                </a:lnTo>
                <a:close/>
                <a:moveTo>
                  <a:pt x="175250" y="183349"/>
                </a:moveTo>
                <a:lnTo>
                  <a:pt x="404020" y="183349"/>
                </a:lnTo>
                <a:lnTo>
                  <a:pt x="404020" y="266352"/>
                </a:lnTo>
                <a:lnTo>
                  <a:pt x="175250" y="266352"/>
                </a:lnTo>
                <a:close/>
                <a:moveTo>
                  <a:pt x="590625" y="183136"/>
                </a:moveTo>
                <a:lnTo>
                  <a:pt x="620789" y="183136"/>
                </a:lnTo>
                <a:cubicBezTo>
                  <a:pt x="656516" y="183136"/>
                  <a:pt x="685479" y="212099"/>
                  <a:pt x="685479" y="247826"/>
                </a:cubicBezTo>
                <a:lnTo>
                  <a:pt x="685479" y="314955"/>
                </a:lnTo>
                <a:cubicBezTo>
                  <a:pt x="685479" y="335442"/>
                  <a:pt x="670613" y="361268"/>
                  <a:pt x="657389" y="374918"/>
                </a:cubicBezTo>
                <a:cubicBezTo>
                  <a:pt x="652621" y="389780"/>
                  <a:pt x="636394" y="404072"/>
                  <a:pt x="643086" y="419503"/>
                </a:cubicBezTo>
                <a:cubicBezTo>
                  <a:pt x="649778" y="434934"/>
                  <a:pt x="662663" y="453815"/>
                  <a:pt x="697541" y="467505"/>
                </a:cubicBezTo>
                <a:lnTo>
                  <a:pt x="697772" y="468204"/>
                </a:lnTo>
                <a:lnTo>
                  <a:pt x="699217" y="468204"/>
                </a:lnTo>
                <a:lnTo>
                  <a:pt x="720092" y="476908"/>
                </a:lnTo>
                <a:lnTo>
                  <a:pt x="720092" y="535221"/>
                </a:lnTo>
                <a:lnTo>
                  <a:pt x="719952" y="535221"/>
                </a:lnTo>
                <a:cubicBezTo>
                  <a:pt x="719999" y="535363"/>
                  <a:pt x="720045" y="535504"/>
                  <a:pt x="720092" y="535646"/>
                </a:cubicBezTo>
                <a:lnTo>
                  <a:pt x="491322" y="535646"/>
                </a:lnTo>
                <a:cubicBezTo>
                  <a:pt x="491369" y="535504"/>
                  <a:pt x="491415" y="535363"/>
                  <a:pt x="491462" y="535221"/>
                </a:cubicBezTo>
                <a:lnTo>
                  <a:pt x="491322" y="535221"/>
                </a:lnTo>
                <a:lnTo>
                  <a:pt x="491322" y="476908"/>
                </a:lnTo>
                <a:lnTo>
                  <a:pt x="512196" y="468204"/>
                </a:lnTo>
                <a:lnTo>
                  <a:pt x="513642" y="468204"/>
                </a:lnTo>
                <a:cubicBezTo>
                  <a:pt x="513719" y="467971"/>
                  <a:pt x="513797" y="467738"/>
                  <a:pt x="513874" y="467505"/>
                </a:cubicBezTo>
                <a:cubicBezTo>
                  <a:pt x="548751" y="453815"/>
                  <a:pt x="562826" y="436125"/>
                  <a:pt x="568327" y="419503"/>
                </a:cubicBezTo>
                <a:cubicBezTo>
                  <a:pt x="573828" y="402881"/>
                  <a:pt x="553946" y="385200"/>
                  <a:pt x="546881" y="367775"/>
                </a:cubicBezTo>
                <a:cubicBezTo>
                  <a:pt x="533658" y="354125"/>
                  <a:pt x="525935" y="335442"/>
                  <a:pt x="525935" y="314955"/>
                </a:cubicBezTo>
                <a:lnTo>
                  <a:pt x="525935" y="247826"/>
                </a:lnTo>
                <a:cubicBezTo>
                  <a:pt x="525935" y="212099"/>
                  <a:pt x="554898" y="183136"/>
                  <a:pt x="590625" y="183136"/>
                </a:cubicBezTo>
                <a:close/>
                <a:moveTo>
                  <a:pt x="90828" y="89119"/>
                </a:moveTo>
                <a:lnTo>
                  <a:pt x="90828" y="629663"/>
                </a:lnTo>
                <a:lnTo>
                  <a:pt x="809173" y="629663"/>
                </a:lnTo>
                <a:lnTo>
                  <a:pt x="809173" y="89119"/>
                </a:lnTo>
                <a:close/>
                <a:moveTo>
                  <a:pt x="81697" y="0"/>
                </a:moveTo>
                <a:lnTo>
                  <a:pt x="818303" y="0"/>
                </a:lnTo>
                <a:cubicBezTo>
                  <a:pt x="863423" y="0"/>
                  <a:pt x="900000" y="36577"/>
                  <a:pt x="900000" y="81697"/>
                </a:cubicBezTo>
                <a:lnTo>
                  <a:pt x="900000" y="637086"/>
                </a:lnTo>
                <a:cubicBezTo>
                  <a:pt x="900000" y="682206"/>
                  <a:pt x="863423" y="718783"/>
                  <a:pt x="818303" y="718783"/>
                </a:cubicBezTo>
                <a:lnTo>
                  <a:pt x="81697" y="718783"/>
                </a:lnTo>
                <a:cubicBezTo>
                  <a:pt x="36577" y="718783"/>
                  <a:pt x="0" y="682206"/>
                  <a:pt x="0" y="637086"/>
                </a:cubicBezTo>
                <a:lnTo>
                  <a:pt x="0" y="81697"/>
                </a:lnTo>
                <a:cubicBezTo>
                  <a:pt x="0" y="36577"/>
                  <a:pt x="36577" y="0"/>
                  <a:pt x="81697" y="0"/>
                </a:cubicBezTo>
                <a:close/>
              </a:path>
            </a:pathLst>
          </a:custGeom>
          <a:solidFill>
            <a:srgbClr val="004CA0"/>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6" name="円/楕円 23">
            <a:extLst>
              <a:ext uri="{FF2B5EF4-FFF2-40B4-BE49-F238E27FC236}">
                <a16:creationId xmlns:a16="http://schemas.microsoft.com/office/drawing/2014/main" id="{7B6DC7AF-9CDF-8C30-659F-AEA103CE32D8}"/>
              </a:ext>
            </a:extLst>
          </p:cNvPr>
          <p:cNvSpPr>
            <a:spLocks noChangeAspect="1"/>
          </p:cNvSpPr>
          <p:nvPr/>
        </p:nvSpPr>
        <p:spPr bwMode="gray">
          <a:xfrm>
            <a:off x="3462266" y="2025573"/>
            <a:ext cx="667183" cy="370343"/>
          </a:xfrm>
          <a:custGeom>
            <a:avLst/>
            <a:gdLst/>
            <a:ahLst/>
            <a:cxnLst/>
            <a:rect l="l" t="t" r="r" b="b"/>
            <a:pathLst>
              <a:path w="906868" h="503388">
                <a:moveTo>
                  <a:pt x="453434" y="152694"/>
                </a:moveTo>
                <a:cubicBezTo>
                  <a:pt x="474866" y="159500"/>
                  <a:pt x="441528" y="221075"/>
                  <a:pt x="453434" y="251694"/>
                </a:cubicBezTo>
                <a:cubicBezTo>
                  <a:pt x="453434" y="272788"/>
                  <a:pt x="550052" y="225669"/>
                  <a:pt x="552434" y="251694"/>
                </a:cubicBezTo>
                <a:cubicBezTo>
                  <a:pt x="552434" y="306370"/>
                  <a:pt x="508110" y="350694"/>
                  <a:pt x="453434" y="350694"/>
                </a:cubicBezTo>
                <a:cubicBezTo>
                  <a:pt x="398758" y="350694"/>
                  <a:pt x="354434" y="306370"/>
                  <a:pt x="354434" y="251694"/>
                </a:cubicBezTo>
                <a:cubicBezTo>
                  <a:pt x="354434" y="197018"/>
                  <a:pt x="398665" y="155412"/>
                  <a:pt x="453434" y="152694"/>
                </a:cubicBezTo>
                <a:close/>
                <a:moveTo>
                  <a:pt x="453434" y="57954"/>
                </a:moveTo>
                <a:cubicBezTo>
                  <a:pt x="346434" y="57954"/>
                  <a:pt x="259694" y="144694"/>
                  <a:pt x="259694" y="251694"/>
                </a:cubicBezTo>
                <a:cubicBezTo>
                  <a:pt x="259694" y="358694"/>
                  <a:pt x="346434" y="445434"/>
                  <a:pt x="453434" y="445434"/>
                </a:cubicBezTo>
                <a:cubicBezTo>
                  <a:pt x="560434" y="445434"/>
                  <a:pt x="647174" y="358694"/>
                  <a:pt x="647174" y="251694"/>
                </a:cubicBezTo>
                <a:cubicBezTo>
                  <a:pt x="647174" y="144694"/>
                  <a:pt x="560434" y="57954"/>
                  <a:pt x="453434" y="57954"/>
                </a:cubicBezTo>
                <a:close/>
                <a:moveTo>
                  <a:pt x="453434" y="0"/>
                </a:moveTo>
                <a:cubicBezTo>
                  <a:pt x="644881" y="0"/>
                  <a:pt x="812931" y="100172"/>
                  <a:pt x="906868" y="251694"/>
                </a:cubicBezTo>
                <a:cubicBezTo>
                  <a:pt x="812931" y="403217"/>
                  <a:pt x="644881" y="503388"/>
                  <a:pt x="453434" y="503388"/>
                </a:cubicBezTo>
                <a:cubicBezTo>
                  <a:pt x="261987" y="503388"/>
                  <a:pt x="93937" y="403217"/>
                  <a:pt x="0" y="251694"/>
                </a:cubicBezTo>
                <a:cubicBezTo>
                  <a:pt x="93937" y="100172"/>
                  <a:pt x="261987" y="0"/>
                  <a:pt x="453434" y="0"/>
                </a:cubicBezTo>
                <a:close/>
              </a:path>
            </a:pathLst>
          </a:custGeom>
          <a:solidFill>
            <a:srgbClr val="004CA0"/>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7" name="正方形/長方形 36">
            <a:extLst>
              <a:ext uri="{FF2B5EF4-FFF2-40B4-BE49-F238E27FC236}">
                <a16:creationId xmlns:a16="http://schemas.microsoft.com/office/drawing/2014/main" id="{1DA41E1B-BA3A-D8D9-25DF-49CE32A698D8}"/>
              </a:ext>
            </a:extLst>
          </p:cNvPr>
          <p:cNvSpPr>
            <a:spLocks noChangeAspect="1"/>
          </p:cNvSpPr>
          <p:nvPr/>
        </p:nvSpPr>
        <p:spPr>
          <a:xfrm rot="13500000">
            <a:off x="508891" y="1967903"/>
            <a:ext cx="512912" cy="505226"/>
          </a:xfrm>
          <a:custGeom>
            <a:avLst/>
            <a:gdLst/>
            <a:ahLst/>
            <a:cxnLst/>
            <a:rect l="l" t="t" r="r" b="b"/>
            <a:pathLst>
              <a:path w="1801438" h="1774429">
                <a:moveTo>
                  <a:pt x="986210" y="929394"/>
                </a:moveTo>
                <a:lnTo>
                  <a:pt x="986210" y="1416847"/>
                </a:lnTo>
                <a:lnTo>
                  <a:pt x="1239" y="1416847"/>
                </a:lnTo>
                <a:lnTo>
                  <a:pt x="1239" y="952296"/>
                </a:lnTo>
                <a:lnTo>
                  <a:pt x="1238" y="952296"/>
                </a:lnTo>
                <a:lnTo>
                  <a:pt x="1238" y="744886"/>
                </a:lnTo>
                <a:lnTo>
                  <a:pt x="777459" y="744886"/>
                </a:lnTo>
                <a:lnTo>
                  <a:pt x="777459" y="745473"/>
                </a:lnTo>
                <a:lnTo>
                  <a:pt x="849459" y="745473"/>
                </a:lnTo>
                <a:lnTo>
                  <a:pt x="849459" y="744886"/>
                </a:lnTo>
                <a:lnTo>
                  <a:pt x="849459" y="672878"/>
                </a:lnTo>
                <a:lnTo>
                  <a:pt x="849459" y="351890"/>
                </a:lnTo>
                <a:lnTo>
                  <a:pt x="983877" y="351890"/>
                </a:lnTo>
                <a:lnTo>
                  <a:pt x="983877" y="929394"/>
                </a:lnTo>
                <a:close/>
                <a:moveTo>
                  <a:pt x="986400" y="1486397"/>
                </a:moveTo>
                <a:lnTo>
                  <a:pt x="986400" y="1774429"/>
                </a:lnTo>
                <a:lnTo>
                  <a:pt x="0" y="1774429"/>
                </a:lnTo>
                <a:lnTo>
                  <a:pt x="0" y="1486397"/>
                </a:lnTo>
                <a:close/>
                <a:moveTo>
                  <a:pt x="1441406" y="0"/>
                </a:moveTo>
                <a:lnTo>
                  <a:pt x="1441406" y="952296"/>
                </a:lnTo>
                <a:lnTo>
                  <a:pt x="1055877" y="952296"/>
                </a:lnTo>
                <a:lnTo>
                  <a:pt x="1055877" y="351890"/>
                </a:lnTo>
                <a:lnTo>
                  <a:pt x="1055877" y="279882"/>
                </a:lnTo>
                <a:lnTo>
                  <a:pt x="983877" y="279882"/>
                </a:lnTo>
                <a:lnTo>
                  <a:pt x="777897" y="279882"/>
                </a:lnTo>
                <a:lnTo>
                  <a:pt x="777897" y="283368"/>
                </a:lnTo>
                <a:lnTo>
                  <a:pt x="777459" y="283368"/>
                </a:lnTo>
                <a:lnTo>
                  <a:pt x="777459" y="672878"/>
                </a:lnTo>
                <a:lnTo>
                  <a:pt x="1238" y="672878"/>
                </a:lnTo>
                <a:lnTo>
                  <a:pt x="1238" y="556040"/>
                </a:lnTo>
                <a:lnTo>
                  <a:pt x="652361" y="556040"/>
                </a:lnTo>
                <a:lnTo>
                  <a:pt x="652361" y="484032"/>
                </a:lnTo>
                <a:lnTo>
                  <a:pt x="1238" y="484032"/>
                </a:lnTo>
                <a:lnTo>
                  <a:pt x="1238" y="367193"/>
                </a:lnTo>
                <a:lnTo>
                  <a:pt x="649310" y="367193"/>
                </a:lnTo>
                <a:lnTo>
                  <a:pt x="649310" y="295185"/>
                </a:lnTo>
                <a:lnTo>
                  <a:pt x="1238" y="295185"/>
                </a:lnTo>
                <a:lnTo>
                  <a:pt x="1238" y="178346"/>
                </a:lnTo>
                <a:lnTo>
                  <a:pt x="649310" y="178346"/>
                </a:lnTo>
                <a:lnTo>
                  <a:pt x="649310" y="106338"/>
                </a:lnTo>
                <a:lnTo>
                  <a:pt x="1238" y="106338"/>
                </a:lnTo>
                <a:lnTo>
                  <a:pt x="1238" y="0"/>
                </a:lnTo>
                <a:close/>
                <a:moveTo>
                  <a:pt x="1801438" y="0"/>
                </a:moveTo>
                <a:lnTo>
                  <a:pt x="1801438" y="952296"/>
                </a:lnTo>
                <a:lnTo>
                  <a:pt x="1513406" y="952296"/>
                </a:lnTo>
                <a:lnTo>
                  <a:pt x="1513406" y="0"/>
                </a:lnTo>
                <a:close/>
              </a:path>
            </a:pathLst>
          </a:custGeom>
          <a:solidFill>
            <a:srgbClr val="004CA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0"/>
          <a:lstStyle/>
          <a:p>
            <a:pPr algn="ctr"/>
            <a:endParaRPr kumimoji="1" lang="ja-JP" altLang="en-US" sz="1108">
              <a:solidFill>
                <a:schemeClr val="tx1"/>
              </a:solidFill>
              <a:latin typeface="+mj-lt"/>
            </a:endParaRPr>
          </a:p>
        </p:txBody>
      </p:sp>
      <p:sp>
        <p:nvSpPr>
          <p:cNvPr id="28" name="角丸四角形 9">
            <a:extLst>
              <a:ext uri="{FF2B5EF4-FFF2-40B4-BE49-F238E27FC236}">
                <a16:creationId xmlns:a16="http://schemas.microsoft.com/office/drawing/2014/main" id="{580849D4-280E-18E6-DF99-600BD177DB8B}"/>
              </a:ext>
            </a:extLst>
          </p:cNvPr>
          <p:cNvSpPr>
            <a:spLocks noChangeAspect="1"/>
          </p:cNvSpPr>
          <p:nvPr/>
        </p:nvSpPr>
        <p:spPr bwMode="gray">
          <a:xfrm>
            <a:off x="6519944" y="4555867"/>
            <a:ext cx="646500" cy="424104"/>
          </a:xfrm>
          <a:custGeom>
            <a:avLst/>
            <a:gdLst/>
            <a:ahLst/>
            <a:cxnLst/>
            <a:rect l="l" t="t" r="r" b="b"/>
            <a:pathLst>
              <a:path w="900000" h="526814">
                <a:moveTo>
                  <a:pt x="64803" y="387161"/>
                </a:moveTo>
                <a:cubicBezTo>
                  <a:pt x="61489" y="387161"/>
                  <a:pt x="58803" y="389847"/>
                  <a:pt x="58803" y="393161"/>
                </a:cubicBezTo>
                <a:lnTo>
                  <a:pt x="58803" y="417161"/>
                </a:lnTo>
                <a:cubicBezTo>
                  <a:pt x="58803" y="420475"/>
                  <a:pt x="61489" y="423161"/>
                  <a:pt x="64803" y="423161"/>
                </a:cubicBezTo>
                <a:lnTo>
                  <a:pt x="304803" y="423161"/>
                </a:lnTo>
                <a:cubicBezTo>
                  <a:pt x="308117" y="423161"/>
                  <a:pt x="310803" y="420475"/>
                  <a:pt x="310803" y="417161"/>
                </a:cubicBezTo>
                <a:lnTo>
                  <a:pt x="310803" y="393161"/>
                </a:lnTo>
                <a:cubicBezTo>
                  <a:pt x="310803" y="389847"/>
                  <a:pt x="308117" y="387161"/>
                  <a:pt x="304803" y="387161"/>
                </a:cubicBezTo>
                <a:close/>
                <a:moveTo>
                  <a:pt x="64803" y="301436"/>
                </a:moveTo>
                <a:cubicBezTo>
                  <a:pt x="61489" y="301436"/>
                  <a:pt x="58803" y="304122"/>
                  <a:pt x="58803" y="307436"/>
                </a:cubicBezTo>
                <a:lnTo>
                  <a:pt x="58803" y="331436"/>
                </a:lnTo>
                <a:cubicBezTo>
                  <a:pt x="58803" y="334750"/>
                  <a:pt x="61489" y="337436"/>
                  <a:pt x="64803" y="337436"/>
                </a:cubicBezTo>
                <a:lnTo>
                  <a:pt x="808803" y="337436"/>
                </a:lnTo>
                <a:cubicBezTo>
                  <a:pt x="812117" y="337436"/>
                  <a:pt x="814803" y="334750"/>
                  <a:pt x="814803" y="331436"/>
                </a:cubicBezTo>
                <a:lnTo>
                  <a:pt x="814803" y="307436"/>
                </a:lnTo>
                <a:cubicBezTo>
                  <a:pt x="814803" y="304122"/>
                  <a:pt x="812117" y="301436"/>
                  <a:pt x="808803" y="301436"/>
                </a:cubicBezTo>
                <a:close/>
                <a:moveTo>
                  <a:pt x="66747" y="215918"/>
                </a:moveTo>
                <a:lnTo>
                  <a:pt x="66747" y="216225"/>
                </a:lnTo>
                <a:cubicBezTo>
                  <a:pt x="66747" y="234120"/>
                  <a:pt x="81253" y="248626"/>
                  <a:pt x="99148" y="248626"/>
                </a:cubicBezTo>
                <a:lnTo>
                  <a:pt x="229429" y="248626"/>
                </a:lnTo>
                <a:cubicBezTo>
                  <a:pt x="247324" y="248626"/>
                  <a:pt x="261830" y="234120"/>
                  <a:pt x="261830" y="216225"/>
                </a:cubicBezTo>
                <a:lnTo>
                  <a:pt x="261830" y="215918"/>
                </a:lnTo>
                <a:close/>
                <a:moveTo>
                  <a:pt x="157755" y="126226"/>
                </a:moveTo>
                <a:lnTo>
                  <a:pt x="170821" y="126226"/>
                </a:lnTo>
                <a:cubicBezTo>
                  <a:pt x="176160" y="126226"/>
                  <a:pt x="180488" y="130554"/>
                  <a:pt x="180488" y="135893"/>
                </a:cubicBezTo>
                <a:lnTo>
                  <a:pt x="180488" y="166959"/>
                </a:lnTo>
                <a:cubicBezTo>
                  <a:pt x="180488" y="172298"/>
                  <a:pt x="176160" y="176626"/>
                  <a:pt x="170821" y="176626"/>
                </a:cubicBezTo>
                <a:lnTo>
                  <a:pt x="157755" y="176626"/>
                </a:lnTo>
                <a:cubicBezTo>
                  <a:pt x="152416" y="176626"/>
                  <a:pt x="148088" y="172298"/>
                  <a:pt x="148088" y="166959"/>
                </a:cubicBezTo>
                <a:lnTo>
                  <a:pt x="148088" y="135893"/>
                </a:lnTo>
                <a:cubicBezTo>
                  <a:pt x="148088" y="130554"/>
                  <a:pt x="152416" y="126226"/>
                  <a:pt x="157755" y="126226"/>
                </a:cubicBezTo>
                <a:close/>
                <a:moveTo>
                  <a:pt x="157392" y="99114"/>
                </a:moveTo>
                <a:cubicBezTo>
                  <a:pt x="146542" y="99114"/>
                  <a:pt x="136813" y="103919"/>
                  <a:pt x="130930" y="112135"/>
                </a:cubicBezTo>
                <a:lnTo>
                  <a:pt x="66747" y="112135"/>
                </a:lnTo>
                <a:lnTo>
                  <a:pt x="66747" y="138827"/>
                </a:lnTo>
                <a:lnTo>
                  <a:pt x="121426" y="138827"/>
                </a:lnTo>
                <a:lnTo>
                  <a:pt x="121426" y="164027"/>
                </a:lnTo>
                <a:lnTo>
                  <a:pt x="66747" y="164027"/>
                </a:lnTo>
                <a:lnTo>
                  <a:pt x="66747" y="190718"/>
                </a:lnTo>
                <a:lnTo>
                  <a:pt x="130930" y="190718"/>
                </a:lnTo>
                <a:cubicBezTo>
                  <a:pt x="136813" y="198934"/>
                  <a:pt x="146542" y="203739"/>
                  <a:pt x="157392" y="203739"/>
                </a:cubicBezTo>
                <a:lnTo>
                  <a:pt x="171184" y="203739"/>
                </a:lnTo>
                <a:cubicBezTo>
                  <a:pt x="182034" y="203739"/>
                  <a:pt x="191763" y="198934"/>
                  <a:pt x="197646" y="190718"/>
                </a:cubicBezTo>
                <a:lnTo>
                  <a:pt x="261830" y="190718"/>
                </a:lnTo>
                <a:lnTo>
                  <a:pt x="261830" y="164027"/>
                </a:lnTo>
                <a:lnTo>
                  <a:pt x="207150" y="164027"/>
                </a:lnTo>
                <a:lnTo>
                  <a:pt x="207150" y="138827"/>
                </a:lnTo>
                <a:lnTo>
                  <a:pt x="261830" y="138827"/>
                </a:lnTo>
                <a:lnTo>
                  <a:pt x="261830" y="112135"/>
                </a:lnTo>
                <a:lnTo>
                  <a:pt x="197646" y="112135"/>
                </a:lnTo>
                <a:cubicBezTo>
                  <a:pt x="191763" y="103919"/>
                  <a:pt x="182034" y="99114"/>
                  <a:pt x="171184" y="99114"/>
                </a:cubicBezTo>
                <a:close/>
                <a:moveTo>
                  <a:pt x="99148" y="54226"/>
                </a:moveTo>
                <a:cubicBezTo>
                  <a:pt x="81253" y="54226"/>
                  <a:pt x="66747" y="68732"/>
                  <a:pt x="66747" y="86627"/>
                </a:cubicBezTo>
                <a:lnTo>
                  <a:pt x="66747" y="86935"/>
                </a:lnTo>
                <a:lnTo>
                  <a:pt x="261830" y="86935"/>
                </a:lnTo>
                <a:lnTo>
                  <a:pt x="261830" y="86627"/>
                </a:lnTo>
                <a:cubicBezTo>
                  <a:pt x="261830" y="68732"/>
                  <a:pt x="247324" y="54226"/>
                  <a:pt x="229429" y="54226"/>
                </a:cubicBezTo>
                <a:close/>
                <a:moveTo>
                  <a:pt x="68754" y="0"/>
                </a:moveTo>
                <a:lnTo>
                  <a:pt x="831246" y="0"/>
                </a:lnTo>
                <a:cubicBezTo>
                  <a:pt x="869218" y="0"/>
                  <a:pt x="900000" y="30782"/>
                  <a:pt x="900000" y="68754"/>
                </a:cubicBezTo>
                <a:lnTo>
                  <a:pt x="900000" y="458060"/>
                </a:lnTo>
                <a:cubicBezTo>
                  <a:pt x="900000" y="496032"/>
                  <a:pt x="869218" y="526814"/>
                  <a:pt x="831246" y="526814"/>
                </a:cubicBezTo>
                <a:lnTo>
                  <a:pt x="68754" y="526814"/>
                </a:lnTo>
                <a:cubicBezTo>
                  <a:pt x="30782" y="526814"/>
                  <a:pt x="0" y="496032"/>
                  <a:pt x="0" y="458060"/>
                </a:cubicBezTo>
                <a:lnTo>
                  <a:pt x="0" y="68754"/>
                </a:lnTo>
                <a:cubicBezTo>
                  <a:pt x="0" y="30782"/>
                  <a:pt x="30782" y="0"/>
                  <a:pt x="68754" y="0"/>
                </a:cubicBezTo>
                <a:close/>
              </a:path>
            </a:pathLst>
          </a:custGeom>
          <a:solidFill>
            <a:srgbClr val="004CA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29" name="円/楕円 36">
            <a:extLst>
              <a:ext uri="{FF2B5EF4-FFF2-40B4-BE49-F238E27FC236}">
                <a16:creationId xmlns:a16="http://schemas.microsoft.com/office/drawing/2014/main" id="{21973278-5A1C-EC0D-CC23-9EFD5939BF7C}"/>
              </a:ext>
            </a:extLst>
          </p:cNvPr>
          <p:cNvSpPr>
            <a:spLocks noChangeAspect="1"/>
          </p:cNvSpPr>
          <p:nvPr/>
        </p:nvSpPr>
        <p:spPr bwMode="gray">
          <a:xfrm>
            <a:off x="3568113" y="3038639"/>
            <a:ext cx="485169" cy="830769"/>
          </a:xfrm>
          <a:custGeom>
            <a:avLst/>
            <a:gdLst/>
            <a:ahLst/>
            <a:cxnLst/>
            <a:rect l="l" t="t" r="r" b="b"/>
            <a:pathLst>
              <a:path w="612000" h="899000">
                <a:moveTo>
                  <a:pt x="305886" y="0"/>
                </a:moveTo>
                <a:cubicBezTo>
                  <a:pt x="369540" y="87138"/>
                  <a:pt x="522951" y="304695"/>
                  <a:pt x="583801" y="449072"/>
                </a:cubicBezTo>
                <a:cubicBezTo>
                  <a:pt x="589936" y="459380"/>
                  <a:pt x="594687" y="470382"/>
                  <a:pt x="597228" y="482183"/>
                </a:cubicBezTo>
                <a:cubicBezTo>
                  <a:pt x="599198" y="486069"/>
                  <a:pt x="600521" y="490057"/>
                  <a:pt x="601404" y="494055"/>
                </a:cubicBezTo>
                <a:cubicBezTo>
                  <a:pt x="605781" y="505206"/>
                  <a:pt x="608274" y="516956"/>
                  <a:pt x="608371" y="529148"/>
                </a:cubicBezTo>
                <a:cubicBezTo>
                  <a:pt x="610659" y="533877"/>
                  <a:pt x="611045" y="538559"/>
                  <a:pt x="611110" y="542948"/>
                </a:cubicBezTo>
                <a:lnTo>
                  <a:pt x="609947" y="542948"/>
                </a:lnTo>
                <a:cubicBezTo>
                  <a:pt x="611773" y="548818"/>
                  <a:pt x="612000" y="554844"/>
                  <a:pt x="612000" y="560916"/>
                </a:cubicBezTo>
                <a:cubicBezTo>
                  <a:pt x="612000" y="695398"/>
                  <a:pt x="500568" y="806916"/>
                  <a:pt x="354599" y="826590"/>
                </a:cubicBezTo>
                <a:lnTo>
                  <a:pt x="354599" y="899000"/>
                </a:lnTo>
                <a:lnTo>
                  <a:pt x="316841" y="899000"/>
                </a:lnTo>
                <a:lnTo>
                  <a:pt x="316841" y="701298"/>
                </a:lnTo>
                <a:lnTo>
                  <a:pt x="330066" y="691637"/>
                </a:lnTo>
                <a:cubicBezTo>
                  <a:pt x="392805" y="631569"/>
                  <a:pt x="454666" y="580718"/>
                  <a:pt x="499777" y="551180"/>
                </a:cubicBezTo>
                <a:cubicBezTo>
                  <a:pt x="498051" y="549392"/>
                  <a:pt x="495097" y="548871"/>
                  <a:pt x="491054" y="549518"/>
                </a:cubicBezTo>
                <a:cubicBezTo>
                  <a:pt x="465240" y="553644"/>
                  <a:pt x="395019" y="605352"/>
                  <a:pt x="316841" y="679094"/>
                </a:cubicBezTo>
                <a:lnTo>
                  <a:pt x="316841" y="543043"/>
                </a:lnTo>
                <a:lnTo>
                  <a:pt x="319886" y="540818"/>
                </a:lnTo>
                <a:lnTo>
                  <a:pt x="319492" y="540409"/>
                </a:lnTo>
                <a:cubicBezTo>
                  <a:pt x="370826" y="491202"/>
                  <a:pt x="422651" y="450173"/>
                  <a:pt x="460934" y="427735"/>
                </a:cubicBezTo>
                <a:cubicBezTo>
                  <a:pt x="457775" y="424465"/>
                  <a:pt x="451418" y="424557"/>
                  <a:pt x="442555" y="427560"/>
                </a:cubicBezTo>
                <a:cubicBezTo>
                  <a:pt x="416443" y="436412"/>
                  <a:pt x="368587" y="470547"/>
                  <a:pt x="316841" y="518530"/>
                </a:cubicBezTo>
                <a:lnTo>
                  <a:pt x="316841" y="368756"/>
                </a:lnTo>
                <a:lnTo>
                  <a:pt x="324520" y="363147"/>
                </a:lnTo>
                <a:cubicBezTo>
                  <a:pt x="348969" y="340433"/>
                  <a:pt x="374947" y="323855"/>
                  <a:pt x="396192" y="316106"/>
                </a:cubicBezTo>
                <a:cubicBezTo>
                  <a:pt x="392740" y="312530"/>
                  <a:pt x="387276" y="311223"/>
                  <a:pt x="380353" y="311921"/>
                </a:cubicBezTo>
                <a:cubicBezTo>
                  <a:pt x="364459" y="313525"/>
                  <a:pt x="340870" y="325697"/>
                  <a:pt x="316841" y="345970"/>
                </a:cubicBezTo>
                <a:lnTo>
                  <a:pt x="316841" y="194102"/>
                </a:lnTo>
                <a:lnTo>
                  <a:pt x="315900" y="194102"/>
                </a:lnTo>
                <a:lnTo>
                  <a:pt x="296100" y="194102"/>
                </a:lnTo>
                <a:lnTo>
                  <a:pt x="295159" y="194102"/>
                </a:lnTo>
                <a:lnTo>
                  <a:pt x="295159" y="345970"/>
                </a:lnTo>
                <a:cubicBezTo>
                  <a:pt x="271131" y="325695"/>
                  <a:pt x="247541" y="313524"/>
                  <a:pt x="231646" y="311920"/>
                </a:cubicBezTo>
                <a:cubicBezTo>
                  <a:pt x="224723" y="311222"/>
                  <a:pt x="219260" y="312529"/>
                  <a:pt x="215807" y="316105"/>
                </a:cubicBezTo>
                <a:cubicBezTo>
                  <a:pt x="235456" y="323272"/>
                  <a:pt x="259156" y="337990"/>
                  <a:pt x="281641" y="358496"/>
                </a:cubicBezTo>
                <a:lnTo>
                  <a:pt x="295159" y="368370"/>
                </a:lnTo>
                <a:lnTo>
                  <a:pt x="295159" y="518529"/>
                </a:lnTo>
                <a:cubicBezTo>
                  <a:pt x="243413" y="470545"/>
                  <a:pt x="195557" y="436412"/>
                  <a:pt x="169445" y="427560"/>
                </a:cubicBezTo>
                <a:cubicBezTo>
                  <a:pt x="160583" y="424556"/>
                  <a:pt x="154225" y="424465"/>
                  <a:pt x="151066" y="427735"/>
                </a:cubicBezTo>
                <a:cubicBezTo>
                  <a:pt x="189350" y="450172"/>
                  <a:pt x="241175" y="491202"/>
                  <a:pt x="292510" y="540408"/>
                </a:cubicBezTo>
                <a:lnTo>
                  <a:pt x="292333" y="540592"/>
                </a:lnTo>
                <a:lnTo>
                  <a:pt x="295159" y="542657"/>
                </a:lnTo>
                <a:lnTo>
                  <a:pt x="295159" y="679094"/>
                </a:lnTo>
                <a:cubicBezTo>
                  <a:pt x="216981" y="605351"/>
                  <a:pt x="146761" y="553643"/>
                  <a:pt x="120947" y="549517"/>
                </a:cubicBezTo>
                <a:cubicBezTo>
                  <a:pt x="116904" y="548871"/>
                  <a:pt x="113949" y="549392"/>
                  <a:pt x="112223" y="551180"/>
                </a:cubicBezTo>
                <a:cubicBezTo>
                  <a:pt x="156797" y="580366"/>
                  <a:pt x="217724" y="630360"/>
                  <a:pt x="279625" y="689565"/>
                </a:cubicBezTo>
                <a:lnTo>
                  <a:pt x="295159" y="700912"/>
                </a:lnTo>
                <a:lnTo>
                  <a:pt x="295159" y="829948"/>
                </a:lnTo>
                <a:cubicBezTo>
                  <a:pt x="131168" y="825696"/>
                  <a:pt x="0" y="706822"/>
                  <a:pt x="0" y="560916"/>
                </a:cubicBezTo>
                <a:lnTo>
                  <a:pt x="2053" y="542948"/>
                </a:lnTo>
                <a:lnTo>
                  <a:pt x="661" y="542948"/>
                </a:lnTo>
                <a:lnTo>
                  <a:pt x="5463" y="513102"/>
                </a:lnTo>
                <a:cubicBezTo>
                  <a:pt x="5363" y="510248"/>
                  <a:pt x="5962" y="507541"/>
                  <a:pt x="6784" y="504890"/>
                </a:cubicBezTo>
                <a:cubicBezTo>
                  <a:pt x="38349" y="367540"/>
                  <a:pt x="237493" y="101683"/>
                  <a:pt x="305886" y="0"/>
                </a:cubicBezTo>
                <a:close/>
              </a:path>
            </a:pathLst>
          </a:custGeom>
          <a:solidFill>
            <a:srgbClr val="004CA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
        <p:nvSpPr>
          <p:cNvPr id="30" name="正方形/長方形 34">
            <a:extLst>
              <a:ext uri="{FF2B5EF4-FFF2-40B4-BE49-F238E27FC236}">
                <a16:creationId xmlns:a16="http://schemas.microsoft.com/office/drawing/2014/main" id="{BE96E8A2-7E52-31CD-FF39-4DF02626DFE7}"/>
              </a:ext>
            </a:extLst>
          </p:cNvPr>
          <p:cNvSpPr>
            <a:spLocks noChangeAspect="1"/>
          </p:cNvSpPr>
          <p:nvPr/>
        </p:nvSpPr>
        <p:spPr bwMode="gray">
          <a:xfrm>
            <a:off x="531172" y="4435164"/>
            <a:ext cx="485169" cy="724924"/>
          </a:xfrm>
          <a:custGeom>
            <a:avLst/>
            <a:gdLst/>
            <a:ahLst/>
            <a:cxnLst/>
            <a:rect l="l" t="t" r="r" b="b"/>
            <a:pathLst>
              <a:path w="601513" h="898762">
                <a:moveTo>
                  <a:pt x="424730" y="643504"/>
                </a:moveTo>
                <a:lnTo>
                  <a:pt x="460730" y="643504"/>
                </a:lnTo>
                <a:lnTo>
                  <a:pt x="460730" y="709484"/>
                </a:lnTo>
                <a:lnTo>
                  <a:pt x="442730" y="684388"/>
                </a:lnTo>
                <a:lnTo>
                  <a:pt x="424730" y="709484"/>
                </a:lnTo>
                <a:close/>
                <a:moveTo>
                  <a:pt x="442730" y="530928"/>
                </a:moveTo>
                <a:cubicBezTo>
                  <a:pt x="465140" y="530928"/>
                  <a:pt x="483306" y="549094"/>
                  <a:pt x="483306" y="571504"/>
                </a:cubicBezTo>
                <a:cubicBezTo>
                  <a:pt x="483306" y="593914"/>
                  <a:pt x="465140" y="612080"/>
                  <a:pt x="442730" y="612080"/>
                </a:cubicBezTo>
                <a:cubicBezTo>
                  <a:pt x="420320" y="612080"/>
                  <a:pt x="402154" y="593914"/>
                  <a:pt x="402154" y="571504"/>
                </a:cubicBezTo>
                <a:cubicBezTo>
                  <a:pt x="402154" y="549094"/>
                  <a:pt x="420320" y="530928"/>
                  <a:pt x="442730" y="530928"/>
                </a:cubicBezTo>
                <a:close/>
                <a:moveTo>
                  <a:pt x="442730" y="499504"/>
                </a:moveTo>
                <a:cubicBezTo>
                  <a:pt x="402965" y="499504"/>
                  <a:pt x="370730" y="531739"/>
                  <a:pt x="370730" y="571504"/>
                </a:cubicBezTo>
                <a:cubicBezTo>
                  <a:pt x="370730" y="591286"/>
                  <a:pt x="378708" y="609204"/>
                  <a:pt x="391659" y="622180"/>
                </a:cubicBezTo>
                <a:lnTo>
                  <a:pt x="391659" y="784241"/>
                </a:lnTo>
                <a:lnTo>
                  <a:pt x="442730" y="720949"/>
                </a:lnTo>
                <a:lnTo>
                  <a:pt x="493802" y="784242"/>
                </a:lnTo>
                <a:lnTo>
                  <a:pt x="493802" y="622178"/>
                </a:lnTo>
                <a:cubicBezTo>
                  <a:pt x="506753" y="609203"/>
                  <a:pt x="514730" y="591285"/>
                  <a:pt x="514730" y="571504"/>
                </a:cubicBezTo>
                <a:cubicBezTo>
                  <a:pt x="514730" y="531739"/>
                  <a:pt x="482495" y="499504"/>
                  <a:pt x="442730" y="499504"/>
                </a:cubicBezTo>
                <a:close/>
                <a:moveTo>
                  <a:pt x="102756" y="367776"/>
                </a:moveTo>
                <a:cubicBezTo>
                  <a:pt x="92815" y="367776"/>
                  <a:pt x="84756" y="375835"/>
                  <a:pt x="84756" y="385776"/>
                </a:cubicBezTo>
                <a:cubicBezTo>
                  <a:pt x="84756" y="395717"/>
                  <a:pt x="92815" y="403776"/>
                  <a:pt x="102756" y="403776"/>
                </a:cubicBezTo>
                <a:lnTo>
                  <a:pt x="498756" y="403776"/>
                </a:lnTo>
                <a:cubicBezTo>
                  <a:pt x="508697" y="403776"/>
                  <a:pt x="516756" y="395717"/>
                  <a:pt x="516756" y="385776"/>
                </a:cubicBezTo>
                <a:cubicBezTo>
                  <a:pt x="516756" y="375835"/>
                  <a:pt x="508697" y="367776"/>
                  <a:pt x="498756" y="367776"/>
                </a:cubicBezTo>
                <a:close/>
                <a:moveTo>
                  <a:pt x="102756" y="279474"/>
                </a:moveTo>
                <a:cubicBezTo>
                  <a:pt x="92815" y="279474"/>
                  <a:pt x="84756" y="287533"/>
                  <a:pt x="84756" y="297474"/>
                </a:cubicBezTo>
                <a:cubicBezTo>
                  <a:pt x="84756" y="307415"/>
                  <a:pt x="92815" y="315474"/>
                  <a:pt x="102756" y="315474"/>
                </a:cubicBezTo>
                <a:lnTo>
                  <a:pt x="498756" y="315474"/>
                </a:lnTo>
                <a:cubicBezTo>
                  <a:pt x="508697" y="315474"/>
                  <a:pt x="516756" y="307415"/>
                  <a:pt x="516756" y="297474"/>
                </a:cubicBezTo>
                <a:cubicBezTo>
                  <a:pt x="516756" y="287533"/>
                  <a:pt x="508697" y="279474"/>
                  <a:pt x="498756" y="279474"/>
                </a:cubicBezTo>
                <a:close/>
                <a:moveTo>
                  <a:pt x="442708" y="999"/>
                </a:moveTo>
                <a:lnTo>
                  <a:pt x="598915" y="157206"/>
                </a:lnTo>
                <a:lnTo>
                  <a:pt x="495305" y="157206"/>
                </a:lnTo>
                <a:cubicBezTo>
                  <a:pt x="466256" y="157206"/>
                  <a:pt x="442708" y="133658"/>
                  <a:pt x="442708" y="104609"/>
                </a:cubicBezTo>
                <a:close/>
                <a:moveTo>
                  <a:pt x="0" y="0"/>
                </a:moveTo>
                <a:lnTo>
                  <a:pt x="405414" y="0"/>
                </a:lnTo>
                <a:lnTo>
                  <a:pt x="405414" y="96469"/>
                </a:lnTo>
                <a:cubicBezTo>
                  <a:pt x="405414" y="149191"/>
                  <a:pt x="448153" y="191930"/>
                  <a:pt x="500875" y="191930"/>
                </a:cubicBezTo>
                <a:lnTo>
                  <a:pt x="601513" y="191930"/>
                </a:lnTo>
                <a:lnTo>
                  <a:pt x="601513" y="898762"/>
                </a:lnTo>
                <a:lnTo>
                  <a:pt x="0" y="898762"/>
                </a:lnTo>
                <a:close/>
              </a:path>
            </a:pathLst>
          </a:custGeom>
          <a:solidFill>
            <a:srgbClr val="004CA0"/>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66462" tIns="66462" rIns="66462" bIns="66462" rtlCol="0" anchor="ctr" anchorCtr="1"/>
          <a:lstStyle/>
          <a:p>
            <a:pPr algn="ctr"/>
            <a:endParaRPr kumimoji="1" lang="ja-JP" altLang="en-US" sz="1108">
              <a:solidFill>
                <a:schemeClr val="tx1"/>
              </a:solidFill>
              <a:latin typeface="+mj-lt"/>
            </a:endParaRPr>
          </a:p>
        </p:txBody>
      </p:sp>
    </p:spTree>
    <p:extLst>
      <p:ext uri="{BB962C8B-B14F-4D97-AF65-F5344CB8AC3E}">
        <p14:creationId xmlns:p14="http://schemas.microsoft.com/office/powerpoint/2010/main" val="113399435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2C7C0-B305-36A9-BCEB-0B4B816AE9BE}"/>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574D703-7DB5-970F-65C9-226814E06468}"/>
              </a:ext>
            </a:extLst>
          </p:cNvPr>
          <p:cNvSpPr>
            <a:spLocks noGrp="1"/>
          </p:cNvSpPr>
          <p:nvPr>
            <p:ph type="body" sz="quarter" idx="15"/>
          </p:nvPr>
        </p:nvSpPr>
        <p:spPr>
          <a:xfrm>
            <a:off x="415925" y="1023561"/>
            <a:ext cx="4537075" cy="480575"/>
          </a:xfrm>
          <a:noFill/>
          <a:ln>
            <a:noFill/>
          </a:ln>
        </p:spPr>
        <p:txBody>
          <a:bodyPr/>
          <a:lstStyle/>
          <a:p>
            <a:pPr algn="ctr"/>
            <a:r>
              <a:rPr lang="ja-JP" altLang="en-US" sz="1800"/>
              <a:t>ベトナムの主要貿易相手国トップ</a:t>
            </a:r>
            <a:r>
              <a:rPr lang="en-US" altLang="ja-JP" sz="1800" dirty="0"/>
              <a:t>5</a:t>
            </a:r>
            <a:r>
              <a:rPr lang="ja-JP" altLang="en-US" sz="1800"/>
              <a:t>（</a:t>
            </a:r>
            <a:r>
              <a:rPr lang="en-US" altLang="ja-JP" sz="1800" dirty="0"/>
              <a:t>2024</a:t>
            </a:r>
            <a:r>
              <a:rPr lang="ja-JP" altLang="en-US" sz="1800"/>
              <a:t>年）</a:t>
            </a:r>
            <a:endParaRPr kumimoji="1" lang="ja-JP" altLang="en-US" sz="1800"/>
          </a:p>
        </p:txBody>
      </p:sp>
      <p:sp>
        <p:nvSpPr>
          <p:cNvPr id="3" name="テキスト プレースホルダー 2">
            <a:extLst>
              <a:ext uri="{FF2B5EF4-FFF2-40B4-BE49-F238E27FC236}">
                <a16:creationId xmlns:a16="http://schemas.microsoft.com/office/drawing/2014/main" id="{6DB2C314-861C-D62A-DBF1-ABBC822269FF}"/>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6A7EBB7B-5ABA-CB0E-9F9C-F686E2D2ACB7}"/>
              </a:ext>
            </a:extLst>
          </p:cNvPr>
          <p:cNvSpPr>
            <a:spLocks noGrp="1"/>
          </p:cNvSpPr>
          <p:nvPr>
            <p:ph type="body" sz="quarter" idx="17"/>
          </p:nvPr>
        </p:nvSpPr>
        <p:spPr>
          <a:xfrm>
            <a:off x="612872" y="5134265"/>
            <a:ext cx="9072000" cy="288925"/>
          </a:xfrm>
        </p:spPr>
        <p:txBody>
          <a:bodyPr>
            <a:normAutofit/>
          </a:bodyPr>
          <a:lstStyle/>
          <a:p>
            <a:r>
              <a:rPr lang="ja-JP" altLang="en-US" sz="1200"/>
              <a:t>出所：</a:t>
            </a:r>
            <a:r>
              <a:rPr lang="vi-VN" altLang="ja-JP" sz="1200" dirty="0"/>
              <a:t>KPMG</a:t>
            </a:r>
            <a:r>
              <a:rPr lang="ja-JP" altLang="vi-VN" sz="1200"/>
              <a:t>　” </a:t>
            </a:r>
            <a:r>
              <a:rPr lang="vi-VN" altLang="ja-JP" sz="1200" dirty="0"/>
              <a:t>Vietnam Economic Outlook 2026”</a:t>
            </a:r>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8499F169-2C08-643D-8937-D3E078D9DD0F}"/>
              </a:ext>
            </a:extLst>
          </p:cNvPr>
          <p:cNvPicPr>
            <a:picLocks noChangeAspect="1"/>
          </p:cNvPicPr>
          <p:nvPr/>
        </p:nvPicPr>
        <p:blipFill>
          <a:blip r:embed="rId3"/>
          <a:stretch>
            <a:fillRect/>
          </a:stretch>
        </p:blipFill>
        <p:spPr>
          <a:xfrm>
            <a:off x="6948557" y="5022343"/>
            <a:ext cx="2345589" cy="503070"/>
          </a:xfrm>
          <a:prstGeom prst="rect">
            <a:avLst/>
          </a:prstGeom>
        </p:spPr>
      </p:pic>
      <p:sp>
        <p:nvSpPr>
          <p:cNvPr id="7" name="テキスト プレースホルダー 1">
            <a:extLst>
              <a:ext uri="{FF2B5EF4-FFF2-40B4-BE49-F238E27FC236}">
                <a16:creationId xmlns:a16="http://schemas.microsoft.com/office/drawing/2014/main" id="{444F4AED-FA80-E675-64B6-CAFA4B181653}"/>
              </a:ext>
            </a:extLst>
          </p:cNvPr>
          <p:cNvSpPr txBox="1">
            <a:spLocks/>
          </p:cNvSpPr>
          <p:nvPr/>
        </p:nvSpPr>
        <p:spPr bwMode="gray">
          <a:xfrm>
            <a:off x="4985111" y="1023561"/>
            <a:ext cx="4537075" cy="480575"/>
          </a:xfrm>
          <a:prstGeom prst="rect">
            <a:avLst/>
          </a:prstGeom>
          <a:noFill/>
          <a:ln>
            <a:noFill/>
          </a:ln>
        </p:spPr>
        <p:txBody>
          <a:bodyPr vert="horz" wrap="none" lIns="72000" tIns="0" rIns="0" bIns="0" rtlCol="0" anchor="ctr">
            <a:noAutofit/>
          </a:bodyPr>
          <a:lstStyle>
            <a:lvl1pPr marL="0" indent="0" algn="l" defTabSz="990564" rtl="0" eaLnBrk="1" latinLnBrk="0" hangingPunct="1">
              <a:lnSpc>
                <a:spcPct val="100000"/>
              </a:lnSpc>
              <a:spcBef>
                <a:spcPts val="0"/>
              </a:spcBef>
              <a:spcAft>
                <a:spcPts val="0"/>
              </a:spcAft>
              <a:buSzPct val="100000"/>
              <a:buFont typeface="Arial" panose="020B0604020202020204" pitchFamily="34" charset="0"/>
              <a:buNone/>
              <a:defRPr kumimoji="1" sz="1400" b="1" kern="1200">
                <a:solidFill>
                  <a:srgbClr val="004CA0"/>
                </a:solidFill>
                <a:latin typeface="+mn-ea"/>
                <a:ea typeface="+mn-ea"/>
                <a:cs typeface="+mn-cs"/>
              </a:defRPr>
            </a:lvl1pPr>
            <a:lvl2pPr marL="171450" indent="-171450" algn="l" defTabSz="990564" rtl="0" eaLnBrk="1" latinLnBrk="0" hangingPunct="1">
              <a:lnSpc>
                <a:spcPct val="106000"/>
              </a:lnSpc>
              <a:spcBef>
                <a:spcPts val="1056"/>
              </a:spcBef>
              <a:spcAft>
                <a:spcPts val="0"/>
              </a:spcAft>
              <a:buClrTx/>
              <a:buSzPct val="100000"/>
              <a:buFont typeface="Wingdings" panose="05000000000000000000" pitchFamily="2" charset="2"/>
              <a:buChar char="q"/>
              <a:defRPr kumimoji="1" lang="en-US" sz="1200" b="0" kern="1200" dirty="0" smtClean="0">
                <a:solidFill>
                  <a:schemeClr val="tx1"/>
                </a:solidFill>
                <a:latin typeface="+mn-lt"/>
                <a:ea typeface="+mn-ea"/>
                <a:cs typeface="+mn-cs"/>
              </a:defRPr>
            </a:lvl2pPr>
            <a:lvl3pPr marL="345600" indent="-172800" algn="l" defTabSz="990564" rtl="0" eaLnBrk="1" latinLnBrk="0" hangingPunct="1">
              <a:lnSpc>
                <a:spcPct val="106000"/>
              </a:lnSpc>
              <a:spcBef>
                <a:spcPts val="48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defRPr>
            </a:lvl3pPr>
            <a:lvl4pPr marL="518400" indent="-172800" algn="l" defTabSz="990564" rtl="0" eaLnBrk="1" latinLnBrk="0" hangingPunct="1">
              <a:lnSpc>
                <a:spcPct val="106000"/>
              </a:lnSpc>
              <a:spcBef>
                <a:spcPts val="24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defRPr>
            </a:lvl4pPr>
            <a:lvl5pPr marL="577179" indent="-191093" algn="l" defTabSz="865024" rtl="0" eaLnBrk="1" latinLnBrk="0" hangingPunct="1">
              <a:spcBef>
                <a:spcPts val="0"/>
              </a:spcBef>
              <a:spcAft>
                <a:spcPts val="1083"/>
              </a:spcAft>
              <a:buClrTx/>
              <a:buSzPct val="100000"/>
              <a:buFont typeface="Verdana" panose="020B0604030504040204" pitchFamily="34" charset="0"/>
              <a:buChar char="−"/>
              <a:tabLst/>
              <a:defRPr kumimoji="1" lang="en-US" sz="1192" kern="1200" baseline="0" dirty="0" smtClean="0">
                <a:solidFill>
                  <a:schemeClr val="tx1"/>
                </a:solidFill>
                <a:latin typeface="+mn-lt"/>
                <a:ea typeface="+mn-ea"/>
                <a:cs typeface="+mn-cs"/>
              </a:defRPr>
            </a:lvl5pPr>
            <a:lvl6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a:lstStyle>
          <a:p>
            <a:pPr algn="ctr" fontAlgn="auto"/>
            <a:r>
              <a:rPr lang="ja-JP" altLang="en-US" sz="1800"/>
              <a:t>ベトナムの輸出入額の推移</a:t>
            </a:r>
          </a:p>
        </p:txBody>
      </p:sp>
      <p:pic>
        <p:nvPicPr>
          <p:cNvPr id="6" name="図 5" descr="グラフ, 棒グラフ&#10;&#10;AI 生成コンテンツは誤りを含む可能性があります。">
            <a:extLst>
              <a:ext uri="{FF2B5EF4-FFF2-40B4-BE49-F238E27FC236}">
                <a16:creationId xmlns:a16="http://schemas.microsoft.com/office/drawing/2014/main" id="{04DA6377-C88C-4EEB-D365-DE0F66330AE3}"/>
              </a:ext>
            </a:extLst>
          </p:cNvPr>
          <p:cNvPicPr>
            <a:picLocks noChangeAspect="1"/>
          </p:cNvPicPr>
          <p:nvPr/>
        </p:nvPicPr>
        <p:blipFill>
          <a:blip r:embed="rId4"/>
          <a:stretch>
            <a:fillRect/>
          </a:stretch>
        </p:blipFill>
        <p:spPr>
          <a:xfrm>
            <a:off x="430169" y="1693526"/>
            <a:ext cx="4718703" cy="3103626"/>
          </a:xfrm>
          <a:prstGeom prst="rect">
            <a:avLst/>
          </a:prstGeom>
        </p:spPr>
      </p:pic>
      <p:sp>
        <p:nvSpPr>
          <p:cNvPr id="8" name="正方形/長方形 7">
            <a:extLst>
              <a:ext uri="{FF2B5EF4-FFF2-40B4-BE49-F238E27FC236}">
                <a16:creationId xmlns:a16="http://schemas.microsoft.com/office/drawing/2014/main" id="{B5769538-F848-FDCC-3327-860C076D20C7}"/>
              </a:ext>
            </a:extLst>
          </p:cNvPr>
          <p:cNvSpPr/>
          <p:nvPr/>
        </p:nvSpPr>
        <p:spPr bwMode="gray">
          <a:xfrm>
            <a:off x="2720752" y="1719713"/>
            <a:ext cx="504056" cy="288032"/>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200"/>
              <a:t>輸出</a:t>
            </a:r>
            <a:endParaRPr kumimoji="1" lang="ja-JP" altLang="en-US" sz="1200" dirty="0"/>
          </a:p>
        </p:txBody>
      </p:sp>
      <p:sp>
        <p:nvSpPr>
          <p:cNvPr id="9" name="正方形/長方形 8">
            <a:extLst>
              <a:ext uri="{FF2B5EF4-FFF2-40B4-BE49-F238E27FC236}">
                <a16:creationId xmlns:a16="http://schemas.microsoft.com/office/drawing/2014/main" id="{9EA926B0-38FB-4576-70AD-AFDC8919F6DF}"/>
              </a:ext>
            </a:extLst>
          </p:cNvPr>
          <p:cNvSpPr/>
          <p:nvPr/>
        </p:nvSpPr>
        <p:spPr bwMode="gray">
          <a:xfrm>
            <a:off x="3430756" y="1720633"/>
            <a:ext cx="504056" cy="288032"/>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200"/>
              <a:t>輸入</a:t>
            </a:r>
            <a:endParaRPr kumimoji="1" lang="ja-JP" altLang="en-US" sz="1200" dirty="0"/>
          </a:p>
        </p:txBody>
      </p:sp>
      <p:sp>
        <p:nvSpPr>
          <p:cNvPr id="11" name="正方形/長方形 10">
            <a:extLst>
              <a:ext uri="{FF2B5EF4-FFF2-40B4-BE49-F238E27FC236}">
                <a16:creationId xmlns:a16="http://schemas.microsoft.com/office/drawing/2014/main" id="{0CADBA51-3CFF-AA72-0732-22C36624F1D3}"/>
              </a:ext>
            </a:extLst>
          </p:cNvPr>
          <p:cNvSpPr/>
          <p:nvPr/>
        </p:nvSpPr>
        <p:spPr bwMode="gray">
          <a:xfrm>
            <a:off x="508655" y="4036113"/>
            <a:ext cx="915951" cy="288032"/>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t>アメリカ</a:t>
            </a:r>
            <a:endParaRPr kumimoji="1" lang="ja-JP" altLang="en-US" sz="1200" dirty="0"/>
          </a:p>
        </p:txBody>
      </p:sp>
      <p:sp>
        <p:nvSpPr>
          <p:cNvPr id="12" name="正方形/長方形 11">
            <a:extLst>
              <a:ext uri="{FF2B5EF4-FFF2-40B4-BE49-F238E27FC236}">
                <a16:creationId xmlns:a16="http://schemas.microsoft.com/office/drawing/2014/main" id="{64463EAF-6E38-07C3-DF67-FBA2612035DA}"/>
              </a:ext>
            </a:extLst>
          </p:cNvPr>
          <p:cNvSpPr/>
          <p:nvPr/>
        </p:nvSpPr>
        <p:spPr bwMode="gray">
          <a:xfrm>
            <a:off x="1640632" y="4030088"/>
            <a:ext cx="504056" cy="288032"/>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200" dirty="0"/>
              <a:t>EU</a:t>
            </a:r>
            <a:endParaRPr kumimoji="1" lang="ja-JP" altLang="en-US" sz="1200" dirty="0"/>
          </a:p>
        </p:txBody>
      </p:sp>
      <p:sp>
        <p:nvSpPr>
          <p:cNvPr id="13" name="正方形/長方形 12">
            <a:extLst>
              <a:ext uri="{FF2B5EF4-FFF2-40B4-BE49-F238E27FC236}">
                <a16:creationId xmlns:a16="http://schemas.microsoft.com/office/drawing/2014/main" id="{1B6A2199-D202-2436-2DAA-57F4A908D94E}"/>
              </a:ext>
            </a:extLst>
          </p:cNvPr>
          <p:cNvSpPr/>
          <p:nvPr/>
        </p:nvSpPr>
        <p:spPr bwMode="gray">
          <a:xfrm>
            <a:off x="2576736" y="4024063"/>
            <a:ext cx="504056" cy="288032"/>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200" dirty="0"/>
              <a:t>EU</a:t>
            </a:r>
            <a:endParaRPr kumimoji="1" lang="ja-JP" altLang="en-US" sz="1200" dirty="0"/>
          </a:p>
        </p:txBody>
      </p:sp>
      <p:sp>
        <p:nvSpPr>
          <p:cNvPr id="14" name="正方形/長方形 13">
            <a:extLst>
              <a:ext uri="{FF2B5EF4-FFF2-40B4-BE49-F238E27FC236}">
                <a16:creationId xmlns:a16="http://schemas.microsoft.com/office/drawing/2014/main" id="{E5B34B13-F18D-372B-8390-C5C0AD6AC398}"/>
              </a:ext>
            </a:extLst>
          </p:cNvPr>
          <p:cNvSpPr/>
          <p:nvPr/>
        </p:nvSpPr>
        <p:spPr bwMode="gray">
          <a:xfrm>
            <a:off x="3296817" y="4018038"/>
            <a:ext cx="720080" cy="288032"/>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en-US" altLang="ja-JP" sz="1200" dirty="0"/>
              <a:t>ASEAN</a:t>
            </a:r>
            <a:endParaRPr kumimoji="1" lang="ja-JP" altLang="en-US" sz="1200" dirty="0"/>
          </a:p>
        </p:txBody>
      </p:sp>
      <p:sp>
        <p:nvSpPr>
          <p:cNvPr id="15" name="正方形/長方形 14">
            <a:extLst>
              <a:ext uri="{FF2B5EF4-FFF2-40B4-BE49-F238E27FC236}">
                <a16:creationId xmlns:a16="http://schemas.microsoft.com/office/drawing/2014/main" id="{608FDBBC-7212-5EF6-B2E2-72C058311C05}"/>
              </a:ext>
            </a:extLst>
          </p:cNvPr>
          <p:cNvSpPr/>
          <p:nvPr/>
        </p:nvSpPr>
        <p:spPr bwMode="gray">
          <a:xfrm>
            <a:off x="4088904" y="4012013"/>
            <a:ext cx="922432" cy="288032"/>
          </a:xfrm>
          <a:prstGeom prst="rect">
            <a:avLst/>
          </a:prstGeom>
          <a:solidFill>
            <a:schemeClr val="bg1"/>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200"/>
              <a:t>韓国</a:t>
            </a:r>
            <a:endParaRPr kumimoji="1" lang="ja-JP" altLang="en-US" sz="1200" dirty="0"/>
          </a:p>
        </p:txBody>
      </p:sp>
      <p:sp>
        <p:nvSpPr>
          <p:cNvPr id="16" name="テキスト ボックス 15">
            <a:extLst>
              <a:ext uri="{FF2B5EF4-FFF2-40B4-BE49-F238E27FC236}">
                <a16:creationId xmlns:a16="http://schemas.microsoft.com/office/drawing/2014/main" id="{5A328DAF-DC75-07FD-7375-A85699DF951C}"/>
              </a:ext>
            </a:extLst>
          </p:cNvPr>
          <p:cNvSpPr txBox="1"/>
          <p:nvPr/>
        </p:nvSpPr>
        <p:spPr>
          <a:xfrm>
            <a:off x="660437" y="1564841"/>
            <a:ext cx="1198011" cy="257369"/>
          </a:xfrm>
          <a:prstGeom prst="rect">
            <a:avLst/>
          </a:prstGeom>
          <a:noFill/>
        </p:spPr>
        <p:txBody>
          <a:bodyPr wrap="none" lIns="36000" tIns="36000" rIns="36000" bIns="36000" rtlCol="0" anchor="ctr">
            <a:spAutoFit/>
          </a:bodyPr>
          <a:lstStyle/>
          <a:p>
            <a:pPr>
              <a:spcBef>
                <a:spcPts val="600"/>
              </a:spcBef>
              <a:buSzPct val="100000"/>
            </a:pPr>
            <a:r>
              <a:rPr kumimoji="1" lang="ja-JP" altLang="en-US" sz="1200"/>
              <a:t>単位：</a:t>
            </a:r>
            <a:r>
              <a:rPr kumimoji="1" lang="en-US" altLang="ja-JP" sz="1200" dirty="0"/>
              <a:t>10</a:t>
            </a:r>
            <a:r>
              <a:rPr kumimoji="1" lang="ja-JP" altLang="en-US" sz="1200"/>
              <a:t>億米ドル</a:t>
            </a:r>
            <a:endParaRPr kumimoji="1" lang="ja-JP" altLang="en-US" sz="1200" dirty="0" err="1"/>
          </a:p>
        </p:txBody>
      </p:sp>
      <p:pic>
        <p:nvPicPr>
          <p:cNvPr id="18" name="図 17" descr="グラフ, 棒グラフ&#10;&#10;AI 生成コンテンツは誤りを含む可能性があります。">
            <a:extLst>
              <a:ext uri="{FF2B5EF4-FFF2-40B4-BE49-F238E27FC236}">
                <a16:creationId xmlns:a16="http://schemas.microsoft.com/office/drawing/2014/main" id="{CA15F0B2-6F43-A0CA-C58B-FF3A2840E84E}"/>
              </a:ext>
            </a:extLst>
          </p:cNvPr>
          <p:cNvPicPr>
            <a:picLocks noChangeAspect="1"/>
          </p:cNvPicPr>
          <p:nvPr/>
        </p:nvPicPr>
        <p:blipFill>
          <a:blip r:embed="rId5"/>
          <a:stretch>
            <a:fillRect/>
          </a:stretch>
        </p:blipFill>
        <p:spPr>
          <a:xfrm>
            <a:off x="5038413" y="2060848"/>
            <a:ext cx="4606278" cy="2942694"/>
          </a:xfrm>
          <a:prstGeom prst="rect">
            <a:avLst/>
          </a:prstGeom>
        </p:spPr>
      </p:pic>
      <p:sp>
        <p:nvSpPr>
          <p:cNvPr id="19" name="テキスト ボックス 18">
            <a:extLst>
              <a:ext uri="{FF2B5EF4-FFF2-40B4-BE49-F238E27FC236}">
                <a16:creationId xmlns:a16="http://schemas.microsoft.com/office/drawing/2014/main" id="{A162FC11-CA71-B0DE-9DE5-80000402EA21}"/>
              </a:ext>
            </a:extLst>
          </p:cNvPr>
          <p:cNvSpPr txBox="1"/>
          <p:nvPr/>
        </p:nvSpPr>
        <p:spPr>
          <a:xfrm>
            <a:off x="5127657" y="1619818"/>
            <a:ext cx="1198011" cy="257369"/>
          </a:xfrm>
          <a:prstGeom prst="rect">
            <a:avLst/>
          </a:prstGeom>
          <a:noFill/>
        </p:spPr>
        <p:txBody>
          <a:bodyPr wrap="none" lIns="36000" tIns="36000" rIns="36000" bIns="36000" rtlCol="0" anchor="ctr">
            <a:spAutoFit/>
          </a:bodyPr>
          <a:lstStyle/>
          <a:p>
            <a:pPr>
              <a:spcBef>
                <a:spcPts val="600"/>
              </a:spcBef>
              <a:buSzPct val="100000"/>
            </a:pPr>
            <a:r>
              <a:rPr kumimoji="1" lang="ja-JP" altLang="en-US" sz="1200"/>
              <a:t>単位：</a:t>
            </a:r>
            <a:r>
              <a:rPr kumimoji="1" lang="en-US" altLang="ja-JP" sz="1200" dirty="0"/>
              <a:t>10</a:t>
            </a:r>
            <a:r>
              <a:rPr kumimoji="1" lang="ja-JP" altLang="en-US" sz="1200"/>
              <a:t>億米ドル</a:t>
            </a:r>
            <a:endParaRPr kumimoji="1" lang="ja-JP" altLang="en-US" sz="1200" dirty="0" err="1"/>
          </a:p>
        </p:txBody>
      </p:sp>
      <p:sp>
        <p:nvSpPr>
          <p:cNvPr id="20" name="正方形/長方形 19">
            <a:extLst>
              <a:ext uri="{FF2B5EF4-FFF2-40B4-BE49-F238E27FC236}">
                <a16:creationId xmlns:a16="http://schemas.microsoft.com/office/drawing/2014/main" id="{FBB367CF-2331-9778-2420-748713F75A34}"/>
              </a:ext>
            </a:extLst>
          </p:cNvPr>
          <p:cNvSpPr/>
          <p:nvPr/>
        </p:nvSpPr>
        <p:spPr bwMode="gray">
          <a:xfrm>
            <a:off x="6763276" y="2052085"/>
            <a:ext cx="504056" cy="288032"/>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200"/>
              <a:t>輸出</a:t>
            </a:r>
            <a:endParaRPr kumimoji="1" lang="ja-JP" altLang="en-US" sz="1200" dirty="0"/>
          </a:p>
        </p:txBody>
      </p:sp>
      <p:sp>
        <p:nvSpPr>
          <p:cNvPr id="21" name="正方形/長方形 20">
            <a:extLst>
              <a:ext uri="{FF2B5EF4-FFF2-40B4-BE49-F238E27FC236}">
                <a16:creationId xmlns:a16="http://schemas.microsoft.com/office/drawing/2014/main" id="{4D4A6BBC-6F7A-3E12-D12E-1FC831C4FE43}"/>
              </a:ext>
            </a:extLst>
          </p:cNvPr>
          <p:cNvSpPr/>
          <p:nvPr/>
        </p:nvSpPr>
        <p:spPr bwMode="gray">
          <a:xfrm>
            <a:off x="7473280" y="2053005"/>
            <a:ext cx="504056" cy="288032"/>
          </a:xfrm>
          <a:prstGeom prst="rect">
            <a:avLst/>
          </a:prstGeom>
          <a:solidFill>
            <a:schemeClr val="bg1"/>
          </a:solid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1200"/>
              <a:t>輸入</a:t>
            </a:r>
            <a:endParaRPr kumimoji="1" lang="ja-JP" altLang="en-US" sz="1200" dirty="0"/>
          </a:p>
        </p:txBody>
      </p:sp>
      <p:sp>
        <p:nvSpPr>
          <p:cNvPr id="5" name="テキスト ボックス 4">
            <a:extLst>
              <a:ext uri="{FF2B5EF4-FFF2-40B4-BE49-F238E27FC236}">
                <a16:creationId xmlns:a16="http://schemas.microsoft.com/office/drawing/2014/main" id="{595876AA-4046-4CD2-7D52-E980A579E4A5}"/>
              </a:ext>
            </a:extLst>
          </p:cNvPr>
          <p:cNvSpPr txBox="1"/>
          <p:nvPr/>
        </p:nvSpPr>
        <p:spPr>
          <a:xfrm>
            <a:off x="430169" y="465044"/>
            <a:ext cx="9068756" cy="442035"/>
          </a:xfrm>
          <a:prstGeom prst="rect">
            <a:avLst/>
          </a:prstGeom>
          <a:noFill/>
        </p:spPr>
        <p:txBody>
          <a:bodyPr wrap="none" lIns="36000" tIns="36000" rIns="36000" bIns="36000" rtlCol="0" anchor="ctr">
            <a:spAutoFit/>
          </a:bodyPr>
          <a:lstStyle/>
          <a:p>
            <a:pPr>
              <a:spcBef>
                <a:spcPts val="600"/>
              </a:spcBef>
              <a:buSzPct val="100000"/>
            </a:pPr>
            <a:r>
              <a:rPr kumimoji="1" lang="ja-JP" altLang="en-US" sz="2400" b="1"/>
              <a:t>ベトナム貿易は主要相手国向け拡大し輸出入総額も増加傾向が続く</a:t>
            </a:r>
            <a:endParaRPr kumimoji="1" lang="ja-JP" altLang="en-US" sz="2400" b="1" dirty="0" err="1"/>
          </a:p>
        </p:txBody>
      </p:sp>
    </p:spTree>
    <p:extLst>
      <p:ext uri="{BB962C8B-B14F-4D97-AF65-F5344CB8AC3E}">
        <p14:creationId xmlns:p14="http://schemas.microsoft.com/office/powerpoint/2010/main" val="13855570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7E35-F93A-6206-1158-678CCFDD34EE}"/>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85873B8-2D76-8F19-9D4E-6E6488F7FE5E}"/>
              </a:ext>
            </a:extLst>
          </p:cNvPr>
          <p:cNvSpPr>
            <a:spLocks noGrp="1"/>
          </p:cNvSpPr>
          <p:nvPr>
            <p:ph type="body" sz="quarter" idx="15"/>
          </p:nvPr>
        </p:nvSpPr>
        <p:spPr>
          <a:xfrm>
            <a:off x="415925" y="476672"/>
            <a:ext cx="9072000" cy="480575"/>
          </a:xfrm>
          <a:noFill/>
          <a:ln>
            <a:noFill/>
          </a:ln>
        </p:spPr>
        <p:txBody>
          <a:bodyPr/>
          <a:lstStyle/>
          <a:p>
            <a:pPr algn="ctr"/>
            <a:r>
              <a:rPr lang="ja-JP" altLang="en-US" sz="2400">
                <a:solidFill>
                  <a:schemeClr val="tx1"/>
                </a:solidFill>
              </a:rPr>
              <a:t>ベトナムの対米貿易推移（</a:t>
            </a:r>
            <a:r>
              <a:rPr lang="en-US" altLang="ja-JP" sz="2400" dirty="0">
                <a:solidFill>
                  <a:schemeClr val="tx1"/>
                </a:solidFill>
              </a:rPr>
              <a:t>2015-2025</a:t>
            </a:r>
            <a:r>
              <a:rPr lang="ja-JP" altLang="en-US" sz="2400">
                <a:solidFill>
                  <a:schemeClr val="tx1"/>
                </a:solidFill>
              </a:rPr>
              <a:t>年上半期）</a:t>
            </a:r>
            <a:endParaRPr kumimoji="1" lang="ja-JP" altLang="en-US" sz="2400">
              <a:solidFill>
                <a:schemeClr val="tx1"/>
              </a:solidFill>
            </a:endParaRPr>
          </a:p>
        </p:txBody>
      </p:sp>
      <p:sp>
        <p:nvSpPr>
          <p:cNvPr id="3" name="テキスト プレースホルダー 2">
            <a:extLst>
              <a:ext uri="{FF2B5EF4-FFF2-40B4-BE49-F238E27FC236}">
                <a16:creationId xmlns:a16="http://schemas.microsoft.com/office/drawing/2014/main" id="{63C5B2B8-D4DA-D2B9-1964-34A59F333C93}"/>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3EE1CB82-30FB-DC46-425A-1C47B44FDE8A}"/>
              </a:ext>
            </a:extLst>
          </p:cNvPr>
          <p:cNvSpPr>
            <a:spLocks noGrp="1"/>
          </p:cNvSpPr>
          <p:nvPr>
            <p:ph type="body" sz="quarter" idx="17"/>
          </p:nvPr>
        </p:nvSpPr>
        <p:spPr>
          <a:xfrm>
            <a:off x="591657" y="5272625"/>
            <a:ext cx="9072000" cy="288925"/>
          </a:xfrm>
        </p:spPr>
        <p:txBody>
          <a:bodyPr>
            <a:normAutofit/>
          </a:bodyPr>
          <a:lstStyle/>
          <a:p>
            <a:r>
              <a:rPr kumimoji="1" lang="ja-JP" altLang="en-US" sz="1200"/>
              <a:t>出所：</a:t>
            </a:r>
            <a:r>
              <a:rPr kumimoji="1" lang="vi-VN" altLang="ja-JP" sz="1200" dirty="0"/>
              <a:t>KPMG</a:t>
            </a:r>
            <a:r>
              <a:rPr kumimoji="1" lang="ja-JP" altLang="vi-VN" sz="1200"/>
              <a:t>　” </a:t>
            </a:r>
            <a:r>
              <a:rPr kumimoji="1" lang="vi-VN" altLang="ja-JP" sz="1200" dirty="0"/>
              <a:t>Vietnam Economic Outlook 2026”</a:t>
            </a:r>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FA03BDA0-4E90-116B-5102-712370C99913}"/>
              </a:ext>
            </a:extLst>
          </p:cNvPr>
          <p:cNvPicPr>
            <a:picLocks noChangeAspect="1"/>
          </p:cNvPicPr>
          <p:nvPr/>
        </p:nvPicPr>
        <p:blipFill>
          <a:blip r:embed="rId3"/>
          <a:stretch>
            <a:fillRect/>
          </a:stretch>
        </p:blipFill>
        <p:spPr>
          <a:xfrm>
            <a:off x="6948557" y="5187353"/>
            <a:ext cx="2345589" cy="503070"/>
          </a:xfrm>
          <a:prstGeom prst="rect">
            <a:avLst/>
          </a:prstGeom>
        </p:spPr>
      </p:pic>
      <p:pic>
        <p:nvPicPr>
          <p:cNvPr id="3074" name="Picture 2" descr="Vietnam's US trade surplus grows to $62bn in 1st half of 2025 - Nikkei Asia">
            <a:extLst>
              <a:ext uri="{FF2B5EF4-FFF2-40B4-BE49-F238E27FC236}">
                <a16:creationId xmlns:a16="http://schemas.microsoft.com/office/drawing/2014/main" id="{CA2292CC-59D0-368D-294B-577034500D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657" y="957247"/>
            <a:ext cx="8722686" cy="4922816"/>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挿絵 が含まれている画像&#10;&#10;AI 生成コンテンツは誤りを含む可能性があります。">
            <a:extLst>
              <a:ext uri="{FF2B5EF4-FFF2-40B4-BE49-F238E27FC236}">
                <a16:creationId xmlns:a16="http://schemas.microsoft.com/office/drawing/2014/main" id="{1A015780-9708-8133-A4D9-DAD3A3E3BE98}"/>
              </a:ext>
            </a:extLst>
          </p:cNvPr>
          <p:cNvPicPr>
            <a:picLocks noChangeAspect="1"/>
          </p:cNvPicPr>
          <p:nvPr/>
        </p:nvPicPr>
        <p:blipFill>
          <a:blip r:embed="rId3"/>
          <a:stretch>
            <a:fillRect/>
          </a:stretch>
        </p:blipFill>
        <p:spPr>
          <a:xfrm>
            <a:off x="6948557" y="5950266"/>
            <a:ext cx="2345589" cy="503070"/>
          </a:xfrm>
          <a:prstGeom prst="rect">
            <a:avLst/>
          </a:prstGeom>
        </p:spPr>
      </p:pic>
    </p:spTree>
    <p:extLst>
      <p:ext uri="{BB962C8B-B14F-4D97-AF65-F5344CB8AC3E}">
        <p14:creationId xmlns:p14="http://schemas.microsoft.com/office/powerpoint/2010/main" val="56614877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91644-E7E0-40AD-0D65-0BDE52BA46B9}"/>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9558D45-3582-C8FB-46AA-5F8F3495CC3B}"/>
              </a:ext>
            </a:extLst>
          </p:cNvPr>
          <p:cNvSpPr>
            <a:spLocks noGrp="1"/>
          </p:cNvSpPr>
          <p:nvPr>
            <p:ph type="body" sz="quarter" idx="15"/>
          </p:nvPr>
        </p:nvSpPr>
        <p:spPr>
          <a:xfrm>
            <a:off x="1640633" y="1255928"/>
            <a:ext cx="6912767" cy="480575"/>
          </a:xfrm>
          <a:noFill/>
          <a:ln>
            <a:noFill/>
          </a:ln>
        </p:spPr>
        <p:txBody>
          <a:bodyPr/>
          <a:lstStyle/>
          <a:p>
            <a:pPr algn="ctr"/>
            <a:r>
              <a:rPr kumimoji="1" lang="ja-JP" altLang="en-US" sz="2000"/>
              <a:t>ベトナム</a:t>
            </a:r>
            <a:r>
              <a:rPr kumimoji="1" lang="en-US" altLang="ja-JP" sz="2000" dirty="0"/>
              <a:t>2026</a:t>
            </a:r>
            <a:r>
              <a:rPr kumimoji="1" lang="ja-JP" altLang="en-US" sz="2000"/>
              <a:t>年地域別最低賃金</a:t>
            </a:r>
            <a:r>
              <a:rPr kumimoji="1" lang="en-US" altLang="ja-JP" sz="2000" dirty="0"/>
              <a:t>(</a:t>
            </a:r>
            <a:r>
              <a:rPr kumimoji="1" lang="ja-JP" altLang="en-US" sz="2000"/>
              <a:t>案</a:t>
            </a:r>
            <a:r>
              <a:rPr kumimoji="1" lang="en-US" altLang="ja-JP" sz="2000" dirty="0"/>
              <a:t>)</a:t>
            </a:r>
            <a:endParaRPr kumimoji="1" lang="ja-JP" altLang="en-US" sz="2000"/>
          </a:p>
        </p:txBody>
      </p:sp>
      <p:sp>
        <p:nvSpPr>
          <p:cNvPr id="3" name="テキスト プレースホルダー 2">
            <a:extLst>
              <a:ext uri="{FF2B5EF4-FFF2-40B4-BE49-F238E27FC236}">
                <a16:creationId xmlns:a16="http://schemas.microsoft.com/office/drawing/2014/main" id="{1451E757-ACE2-283E-9777-679375CAA895}"/>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136B21C1-91E6-F0C5-9170-3DDB77723F5D}"/>
              </a:ext>
            </a:extLst>
          </p:cNvPr>
          <p:cNvSpPr>
            <a:spLocks noGrp="1"/>
          </p:cNvSpPr>
          <p:nvPr>
            <p:ph type="body" sz="quarter" idx="17"/>
          </p:nvPr>
        </p:nvSpPr>
        <p:spPr>
          <a:xfrm>
            <a:off x="1928664" y="5517232"/>
            <a:ext cx="3960440" cy="311331"/>
          </a:xfrm>
        </p:spPr>
        <p:txBody>
          <a:bodyPr>
            <a:normAutofit/>
          </a:bodyPr>
          <a:lstStyle/>
          <a:p>
            <a:r>
              <a:rPr kumimoji="1" lang="ja-JP" altLang="en-US" sz="1200"/>
              <a:t>出所：ベトナム法律図書館（</a:t>
            </a:r>
            <a:r>
              <a:rPr kumimoji="1" lang="vi-VN" altLang="ja-JP" sz="1200" dirty="0"/>
              <a:t>Thư viện pháp luật</a:t>
            </a:r>
            <a:r>
              <a:rPr kumimoji="1" lang="ja-JP" altLang="en-US" sz="1200"/>
              <a:t>）</a:t>
            </a:r>
            <a:endParaRPr kumimoji="1" lang="vi-VN" altLang="ja-JP" sz="1200" dirty="0"/>
          </a:p>
        </p:txBody>
      </p:sp>
      <p:pic>
        <p:nvPicPr>
          <p:cNvPr id="15" name="図 14" descr="挿絵 が含まれている画像&#10;&#10;AI 生成コンテンツは誤りを含む可能性があります。">
            <a:extLst>
              <a:ext uri="{FF2B5EF4-FFF2-40B4-BE49-F238E27FC236}">
                <a16:creationId xmlns:a16="http://schemas.microsoft.com/office/drawing/2014/main" id="{F7E096A6-2A68-6332-2FB3-508531F9534D}"/>
              </a:ext>
            </a:extLst>
          </p:cNvPr>
          <p:cNvPicPr>
            <a:picLocks noChangeAspect="1"/>
          </p:cNvPicPr>
          <p:nvPr/>
        </p:nvPicPr>
        <p:blipFill>
          <a:blip r:embed="rId3"/>
          <a:stretch>
            <a:fillRect/>
          </a:stretch>
        </p:blipFill>
        <p:spPr>
          <a:xfrm>
            <a:off x="6115501" y="5415947"/>
            <a:ext cx="1977751" cy="424178"/>
          </a:xfrm>
          <a:prstGeom prst="rect">
            <a:avLst/>
          </a:prstGeom>
        </p:spPr>
      </p:pic>
      <p:sp>
        <p:nvSpPr>
          <p:cNvPr id="5" name="テキスト ボックス 4">
            <a:extLst>
              <a:ext uri="{FF2B5EF4-FFF2-40B4-BE49-F238E27FC236}">
                <a16:creationId xmlns:a16="http://schemas.microsoft.com/office/drawing/2014/main" id="{4D7F35F0-229C-8ADE-6DE3-B746C65CAB6F}"/>
              </a:ext>
            </a:extLst>
          </p:cNvPr>
          <p:cNvSpPr txBox="1"/>
          <p:nvPr/>
        </p:nvSpPr>
        <p:spPr>
          <a:xfrm>
            <a:off x="1323415" y="844573"/>
            <a:ext cx="6768752" cy="442035"/>
          </a:xfrm>
          <a:prstGeom prst="rect">
            <a:avLst/>
          </a:prstGeom>
          <a:noFill/>
        </p:spPr>
        <p:txBody>
          <a:bodyPr wrap="square" lIns="36000" tIns="36000" rIns="36000" bIns="36000" rtlCol="0" anchor="ctr">
            <a:spAutoFit/>
          </a:bodyPr>
          <a:lstStyle/>
          <a:p>
            <a:pPr algn="ctr">
              <a:spcBef>
                <a:spcPts val="600"/>
              </a:spcBef>
              <a:buSzPct val="100000"/>
            </a:pPr>
            <a:r>
              <a:rPr kumimoji="1" lang="ja-JP" altLang="en-US" sz="2400" b="1"/>
              <a:t>月額最低賃金は</a:t>
            </a:r>
            <a:r>
              <a:rPr kumimoji="1" lang="en-US" altLang="ja-JP" sz="2400" b="1" dirty="0"/>
              <a:t>4</a:t>
            </a:r>
            <a:r>
              <a:rPr kumimoji="1" lang="ja-JP" altLang="en-US" sz="2400" b="1"/>
              <a:t>地域に分けて規定</a:t>
            </a:r>
            <a:endParaRPr kumimoji="1" lang="en-US" altLang="ja-JP" sz="2400" b="1" dirty="0"/>
          </a:p>
        </p:txBody>
      </p:sp>
      <p:sp>
        <p:nvSpPr>
          <p:cNvPr id="6" name="テキスト ボックス 5">
            <a:extLst>
              <a:ext uri="{FF2B5EF4-FFF2-40B4-BE49-F238E27FC236}">
                <a16:creationId xmlns:a16="http://schemas.microsoft.com/office/drawing/2014/main" id="{C91CB352-4C66-2BAD-017A-667953788D5D}"/>
              </a:ext>
            </a:extLst>
          </p:cNvPr>
          <p:cNvSpPr txBox="1"/>
          <p:nvPr/>
        </p:nvSpPr>
        <p:spPr>
          <a:xfrm>
            <a:off x="1928664" y="4221088"/>
            <a:ext cx="6624736" cy="1088366"/>
          </a:xfrm>
          <a:prstGeom prst="rect">
            <a:avLst/>
          </a:prstGeom>
          <a:noFill/>
        </p:spPr>
        <p:txBody>
          <a:bodyPr wrap="square" lIns="36000" tIns="36000" rIns="36000" bIns="36000" rtlCol="0" anchor="ctr">
            <a:spAutoFit/>
          </a:bodyPr>
          <a:lstStyle/>
          <a:p>
            <a:pPr>
              <a:spcBef>
                <a:spcPts val="600"/>
              </a:spcBef>
              <a:buSzPct val="100000"/>
            </a:pPr>
            <a:r>
              <a:rPr kumimoji="1" lang="en-US" altLang="ja-JP" sz="1400" dirty="0"/>
              <a:t>4</a:t>
            </a:r>
            <a:r>
              <a:rPr kumimoji="1" lang="ja-JP" altLang="en-US" sz="1400"/>
              <a:t>地域の時給最低賃金は以下の通り規定</a:t>
            </a:r>
            <a:r>
              <a:rPr kumimoji="1" lang="en-US" altLang="ja-JP" sz="1400" dirty="0"/>
              <a:t>:</a:t>
            </a:r>
          </a:p>
          <a:p>
            <a:pPr>
              <a:spcBef>
                <a:spcPts val="600"/>
              </a:spcBef>
              <a:buSzPct val="100000"/>
            </a:pPr>
            <a:r>
              <a:rPr kumimoji="1" lang="ja-JP" altLang="en-US" sz="1400"/>
              <a:t>第</a:t>
            </a:r>
            <a:r>
              <a:rPr kumimoji="1" lang="vi-VN" altLang="ja-JP" sz="1400" dirty="0"/>
              <a:t>I</a:t>
            </a:r>
            <a:r>
              <a:rPr kumimoji="1" lang="ja-JP" altLang="en-US" sz="1400"/>
              <a:t>地域は</a:t>
            </a:r>
            <a:r>
              <a:rPr kumimoji="1" lang="en-US" altLang="ja-JP" sz="1400" dirty="0"/>
              <a:t>25,500</a:t>
            </a:r>
            <a:r>
              <a:rPr kumimoji="1" lang="ja-JP" altLang="en-US" sz="1400"/>
              <a:t>ドン</a:t>
            </a:r>
            <a:r>
              <a:rPr kumimoji="1" lang="en-US" altLang="ja-JP" sz="1400" dirty="0"/>
              <a:t>/</a:t>
            </a:r>
            <a:r>
              <a:rPr kumimoji="1" lang="ja-JP" altLang="en-US" sz="1400"/>
              <a:t>時、第</a:t>
            </a:r>
            <a:r>
              <a:rPr kumimoji="1" lang="vi-VN" altLang="ja-JP" sz="1400" dirty="0"/>
              <a:t>II</a:t>
            </a:r>
            <a:r>
              <a:rPr kumimoji="1" lang="ja-JP" altLang="en-US" sz="1400"/>
              <a:t>地域は</a:t>
            </a:r>
            <a:r>
              <a:rPr kumimoji="1" lang="en-US" altLang="ja-JP" sz="1400" dirty="0"/>
              <a:t>22,700</a:t>
            </a:r>
            <a:r>
              <a:rPr kumimoji="1" lang="ja-JP" altLang="en-US" sz="1400"/>
              <a:t>ドン</a:t>
            </a:r>
            <a:r>
              <a:rPr kumimoji="1" lang="en-US" altLang="ja-JP" sz="1400" dirty="0"/>
              <a:t>/</a:t>
            </a:r>
            <a:r>
              <a:rPr kumimoji="1" lang="ja-JP" altLang="en-US" sz="1400"/>
              <a:t>時、第</a:t>
            </a:r>
            <a:r>
              <a:rPr kumimoji="1" lang="vi-VN" altLang="ja-JP" sz="1400" dirty="0"/>
              <a:t>III</a:t>
            </a:r>
            <a:r>
              <a:rPr kumimoji="1" lang="ja-JP" altLang="en-US" sz="1400"/>
              <a:t>地域は</a:t>
            </a:r>
            <a:r>
              <a:rPr kumimoji="1" lang="en-US" altLang="ja-JP" sz="1400" dirty="0"/>
              <a:t>20,000</a:t>
            </a:r>
            <a:r>
              <a:rPr kumimoji="1" lang="ja-JP" altLang="en-US" sz="1400"/>
              <a:t>ドン</a:t>
            </a:r>
            <a:r>
              <a:rPr kumimoji="1" lang="en-US" altLang="ja-JP" sz="1400" dirty="0"/>
              <a:t>/</a:t>
            </a:r>
            <a:r>
              <a:rPr kumimoji="1" lang="ja-JP" altLang="en-US" sz="1400"/>
              <a:t>時、第</a:t>
            </a:r>
            <a:r>
              <a:rPr kumimoji="1" lang="vi-VN" altLang="ja-JP" sz="1400" dirty="0"/>
              <a:t>IV</a:t>
            </a:r>
            <a:r>
              <a:rPr kumimoji="1" lang="ja-JP" altLang="en-US" sz="1400"/>
              <a:t>地域は</a:t>
            </a:r>
            <a:r>
              <a:rPr kumimoji="1" lang="en-US" altLang="ja-JP" sz="1400" dirty="0"/>
              <a:t>17,800</a:t>
            </a:r>
            <a:r>
              <a:rPr kumimoji="1" lang="ja-JP" altLang="en-US" sz="1400"/>
              <a:t>ドン</a:t>
            </a:r>
            <a:r>
              <a:rPr kumimoji="1" lang="en-US" altLang="ja-JP" sz="1400" dirty="0"/>
              <a:t>/</a:t>
            </a:r>
            <a:r>
              <a:rPr kumimoji="1" lang="ja-JP" altLang="en-US" sz="1400"/>
              <a:t>時。</a:t>
            </a:r>
          </a:p>
          <a:p>
            <a:pPr>
              <a:spcBef>
                <a:spcPts val="600"/>
              </a:spcBef>
              <a:buSzPct val="100000"/>
            </a:pPr>
            <a:r>
              <a:rPr kumimoji="1" lang="ja-JP" altLang="en-US" sz="1400"/>
              <a:t>出典</a:t>
            </a:r>
            <a:r>
              <a:rPr kumimoji="1" lang="en-US" altLang="ja-JP" sz="1400" dirty="0"/>
              <a:t>: </a:t>
            </a:r>
            <a:r>
              <a:rPr kumimoji="1" lang="ja-JP" altLang="en-US" sz="1400"/>
              <a:t>労働契約に基づいて働く労働者に対する最低賃金規定に関する政令案</a:t>
            </a:r>
            <a:endParaRPr kumimoji="1" lang="ja-JP" altLang="en-US" sz="1400" dirty="0" err="1"/>
          </a:p>
        </p:txBody>
      </p:sp>
      <p:grpSp>
        <p:nvGrpSpPr>
          <p:cNvPr id="24" name="グループ化 23">
            <a:extLst>
              <a:ext uri="{FF2B5EF4-FFF2-40B4-BE49-F238E27FC236}">
                <a16:creationId xmlns:a16="http://schemas.microsoft.com/office/drawing/2014/main" id="{2E14B8C6-4AA6-2E5D-BF55-765581C4744E}"/>
              </a:ext>
            </a:extLst>
          </p:cNvPr>
          <p:cNvGrpSpPr/>
          <p:nvPr/>
        </p:nvGrpSpPr>
        <p:grpSpPr>
          <a:xfrm>
            <a:off x="1784648" y="1772816"/>
            <a:ext cx="7056784" cy="2452031"/>
            <a:chOff x="1784648" y="1772816"/>
            <a:chExt cx="4680520" cy="2452031"/>
          </a:xfrm>
        </p:grpSpPr>
        <p:sp>
          <p:nvSpPr>
            <p:cNvPr id="8" name="正方形/長方形 7">
              <a:extLst>
                <a:ext uri="{FF2B5EF4-FFF2-40B4-BE49-F238E27FC236}">
                  <a16:creationId xmlns:a16="http://schemas.microsoft.com/office/drawing/2014/main" id="{1379340A-2C87-1F4B-27B4-9A3071C21F71}"/>
                </a:ext>
              </a:extLst>
            </p:cNvPr>
            <p:cNvSpPr/>
            <p:nvPr/>
          </p:nvSpPr>
          <p:spPr bwMode="gray">
            <a:xfrm>
              <a:off x="1784648" y="1772816"/>
              <a:ext cx="2304256" cy="585773"/>
            </a:xfrm>
            <a:prstGeom prst="rect">
              <a:avLst/>
            </a:prstGeom>
            <a:solidFill>
              <a:srgbClr val="004CA0">
                <a:alpha val="33000"/>
              </a:srgb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800"/>
                <a:t>第</a:t>
              </a:r>
              <a:r>
                <a:rPr kumimoji="1" lang="en-US" altLang="ja-JP" sz="1800" dirty="0"/>
                <a:t>Ⅰ</a:t>
              </a:r>
              <a:r>
                <a:rPr kumimoji="1" lang="ja-JP" altLang="en-US" sz="1800"/>
                <a:t>地域</a:t>
              </a:r>
              <a:endParaRPr kumimoji="1" lang="en-US" altLang="ja-JP" sz="1800" dirty="0"/>
            </a:p>
            <a:p>
              <a:pPr algn="ctr">
                <a:buFont typeface="Wingdings 2" pitchFamily="18" charset="2"/>
                <a:buNone/>
              </a:pPr>
              <a:r>
                <a:rPr kumimoji="1" lang="ja-JP" altLang="en-US" sz="1400"/>
                <a:t>ハノイ、ホーチミン市などの大都市部</a:t>
              </a:r>
              <a:endParaRPr kumimoji="1" lang="ja-JP" altLang="en-US" sz="1400" dirty="0"/>
            </a:p>
          </p:txBody>
        </p:sp>
        <p:sp>
          <p:nvSpPr>
            <p:cNvPr id="9" name="正方形/長方形 8">
              <a:extLst>
                <a:ext uri="{FF2B5EF4-FFF2-40B4-BE49-F238E27FC236}">
                  <a16:creationId xmlns:a16="http://schemas.microsoft.com/office/drawing/2014/main" id="{A8BDFBAE-D0C3-587F-E05E-10991AFBD392}"/>
                </a:ext>
              </a:extLst>
            </p:cNvPr>
            <p:cNvSpPr/>
            <p:nvPr/>
          </p:nvSpPr>
          <p:spPr bwMode="gray">
            <a:xfrm>
              <a:off x="4160912" y="1772816"/>
              <a:ext cx="2304256" cy="585773"/>
            </a:xfrm>
            <a:prstGeom prst="rect">
              <a:avLst/>
            </a:prstGeom>
            <a:solidFill>
              <a:schemeClr val="bg1"/>
            </a:solidFill>
            <a:ln w="12700" algn="ctr">
              <a:noFill/>
              <a:miter lim="800000"/>
              <a:headEnd/>
              <a:tailEnd/>
            </a:ln>
          </p:spPr>
          <p:txBody>
            <a:bodyPr wrap="square" lIns="88900" tIns="88900" rIns="88900" bIns="88900" rtlCol="0" anchor="ctr"/>
            <a:lstStyle/>
            <a:p>
              <a:r>
                <a:rPr lang="en-US" altLang="ja-JP" sz="1800" b="1" dirty="0"/>
                <a:t>5,310,000</a:t>
              </a:r>
              <a:r>
                <a:rPr lang="ja-JP" altLang="en-US" sz="1800" b="1"/>
                <a:t>ドン</a:t>
              </a:r>
              <a:r>
                <a:rPr lang="en-US" altLang="ja-JP" sz="1800" b="1" dirty="0"/>
                <a:t>/</a:t>
              </a:r>
              <a:r>
                <a:rPr lang="ja-JP" altLang="en-US" sz="1800" b="1"/>
                <a:t>月</a:t>
              </a:r>
              <a:endParaRPr kumimoji="1" lang="ja-JP" altLang="en-US" sz="1800" b="1" dirty="0"/>
            </a:p>
          </p:txBody>
        </p:sp>
        <p:sp>
          <p:nvSpPr>
            <p:cNvPr id="12" name="正方形/長方形 11">
              <a:extLst>
                <a:ext uri="{FF2B5EF4-FFF2-40B4-BE49-F238E27FC236}">
                  <a16:creationId xmlns:a16="http://schemas.microsoft.com/office/drawing/2014/main" id="{A134C2D0-941E-8144-ABB0-18702A30379A}"/>
                </a:ext>
              </a:extLst>
            </p:cNvPr>
            <p:cNvSpPr/>
            <p:nvPr/>
          </p:nvSpPr>
          <p:spPr bwMode="gray">
            <a:xfrm>
              <a:off x="1784648" y="2394902"/>
              <a:ext cx="2304256" cy="585773"/>
            </a:xfrm>
            <a:prstGeom prst="rect">
              <a:avLst/>
            </a:prstGeom>
            <a:solidFill>
              <a:srgbClr val="004CA0">
                <a:alpha val="33000"/>
              </a:srgb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800"/>
                <a:t>第</a:t>
              </a:r>
              <a:r>
                <a:rPr kumimoji="1" lang="en-US" altLang="ja-JP" sz="1800" dirty="0"/>
                <a:t>Ⅱ</a:t>
              </a:r>
              <a:r>
                <a:rPr kumimoji="1" lang="ja-JP" altLang="en-US" sz="1800"/>
                <a:t>地域</a:t>
              </a:r>
              <a:endParaRPr kumimoji="1" lang="en-US" altLang="ja-JP" sz="1800" dirty="0"/>
            </a:p>
            <a:p>
              <a:pPr algn="ctr">
                <a:buFont typeface="Wingdings 2" pitchFamily="18" charset="2"/>
                <a:buNone/>
              </a:pPr>
              <a:r>
                <a:rPr kumimoji="1" lang="ja-JP" altLang="en-US" sz="1400"/>
                <a:t>省都や工業地帯</a:t>
              </a:r>
              <a:endParaRPr kumimoji="1" lang="ja-JP" altLang="en-US" sz="1400" dirty="0"/>
            </a:p>
          </p:txBody>
        </p:sp>
        <p:sp>
          <p:nvSpPr>
            <p:cNvPr id="13" name="正方形/長方形 12">
              <a:extLst>
                <a:ext uri="{FF2B5EF4-FFF2-40B4-BE49-F238E27FC236}">
                  <a16:creationId xmlns:a16="http://schemas.microsoft.com/office/drawing/2014/main" id="{75BC7199-ACB1-15FC-CE9F-BBE76CC87F77}"/>
                </a:ext>
              </a:extLst>
            </p:cNvPr>
            <p:cNvSpPr/>
            <p:nvPr/>
          </p:nvSpPr>
          <p:spPr bwMode="gray">
            <a:xfrm>
              <a:off x="4160912" y="2394902"/>
              <a:ext cx="2304256" cy="585773"/>
            </a:xfrm>
            <a:prstGeom prst="rect">
              <a:avLst/>
            </a:prstGeom>
            <a:solidFill>
              <a:schemeClr val="bg1"/>
            </a:solidFill>
            <a:ln w="12700" algn="ctr">
              <a:noFill/>
              <a:miter lim="800000"/>
              <a:headEnd/>
              <a:tailEnd/>
            </a:ln>
          </p:spPr>
          <p:txBody>
            <a:bodyPr wrap="square" lIns="88900" tIns="88900" rIns="88900" bIns="88900" rtlCol="0" anchor="ctr"/>
            <a:lstStyle/>
            <a:p>
              <a:r>
                <a:rPr lang="en-US" altLang="ja-JP" sz="1800" b="1" dirty="0"/>
                <a:t>4,730,000</a:t>
              </a:r>
              <a:r>
                <a:rPr lang="ja-JP" altLang="en-US" sz="1800" b="1"/>
                <a:t>ドン</a:t>
              </a:r>
              <a:r>
                <a:rPr lang="en-US" altLang="ja-JP" sz="1800" b="1" dirty="0"/>
                <a:t>/</a:t>
              </a:r>
              <a:r>
                <a:rPr lang="ja-JP" altLang="en-US" sz="1800" b="1"/>
                <a:t>月</a:t>
              </a:r>
              <a:endParaRPr kumimoji="1" lang="ja-JP" altLang="en-US" sz="1800" b="1" dirty="0"/>
            </a:p>
          </p:txBody>
        </p:sp>
        <p:sp>
          <p:nvSpPr>
            <p:cNvPr id="16" name="正方形/長方形 15">
              <a:extLst>
                <a:ext uri="{FF2B5EF4-FFF2-40B4-BE49-F238E27FC236}">
                  <a16:creationId xmlns:a16="http://schemas.microsoft.com/office/drawing/2014/main" id="{59F37497-3B7F-D9E1-06FF-BF9C81CAC383}"/>
                </a:ext>
              </a:extLst>
            </p:cNvPr>
            <p:cNvSpPr/>
            <p:nvPr/>
          </p:nvSpPr>
          <p:spPr bwMode="gray">
            <a:xfrm>
              <a:off x="1784648" y="3016988"/>
              <a:ext cx="2304256" cy="585773"/>
            </a:xfrm>
            <a:prstGeom prst="rect">
              <a:avLst/>
            </a:prstGeom>
            <a:solidFill>
              <a:srgbClr val="004CA0">
                <a:alpha val="33000"/>
              </a:srgb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800"/>
                <a:t>第</a:t>
              </a:r>
              <a:r>
                <a:rPr kumimoji="1" lang="en-US" altLang="ja-JP" sz="1800" dirty="0"/>
                <a:t>Ⅲ</a:t>
              </a:r>
              <a:r>
                <a:rPr kumimoji="1" lang="ja-JP" altLang="en-US" sz="1800"/>
                <a:t>地域</a:t>
              </a:r>
              <a:endParaRPr kumimoji="1" lang="en-US" altLang="ja-JP" sz="1800" dirty="0"/>
            </a:p>
            <a:p>
              <a:pPr algn="ctr">
                <a:buFont typeface="Wingdings 2" pitchFamily="18" charset="2"/>
                <a:buNone/>
              </a:pPr>
              <a:r>
                <a:rPr kumimoji="1" lang="ja-JP" altLang="en-US" sz="1400"/>
                <a:t>地方都市</a:t>
              </a:r>
              <a:endParaRPr kumimoji="1" lang="ja-JP" altLang="en-US" sz="1400" dirty="0"/>
            </a:p>
          </p:txBody>
        </p:sp>
        <p:sp>
          <p:nvSpPr>
            <p:cNvPr id="17" name="正方形/長方形 16">
              <a:extLst>
                <a:ext uri="{FF2B5EF4-FFF2-40B4-BE49-F238E27FC236}">
                  <a16:creationId xmlns:a16="http://schemas.microsoft.com/office/drawing/2014/main" id="{E06CC7DF-2864-F580-D708-DDA56EB1EFBF}"/>
                </a:ext>
              </a:extLst>
            </p:cNvPr>
            <p:cNvSpPr/>
            <p:nvPr/>
          </p:nvSpPr>
          <p:spPr bwMode="gray">
            <a:xfrm>
              <a:off x="4160912" y="3016988"/>
              <a:ext cx="2304256" cy="585773"/>
            </a:xfrm>
            <a:prstGeom prst="rect">
              <a:avLst/>
            </a:prstGeom>
            <a:solidFill>
              <a:schemeClr val="bg1"/>
            </a:solidFill>
            <a:ln w="12700" algn="ctr">
              <a:noFill/>
              <a:miter lim="800000"/>
              <a:headEnd/>
              <a:tailEnd/>
            </a:ln>
          </p:spPr>
          <p:txBody>
            <a:bodyPr wrap="square" lIns="88900" tIns="88900" rIns="88900" bIns="88900" rtlCol="0" anchor="ctr"/>
            <a:lstStyle/>
            <a:p>
              <a:r>
                <a:rPr lang="en-US" altLang="ja-JP" sz="1800" b="1" dirty="0"/>
                <a:t>4,140,000</a:t>
              </a:r>
              <a:r>
                <a:rPr lang="ja-JP" altLang="en-US" sz="1800" b="1"/>
                <a:t>ドン</a:t>
              </a:r>
              <a:r>
                <a:rPr lang="en-US" altLang="ja-JP" sz="1800" b="1" dirty="0"/>
                <a:t>/</a:t>
              </a:r>
              <a:r>
                <a:rPr lang="ja-JP" altLang="en-US" sz="1800" b="1"/>
                <a:t>月</a:t>
              </a:r>
              <a:endParaRPr kumimoji="1" lang="ja-JP" altLang="en-US" sz="1800" b="1" dirty="0"/>
            </a:p>
          </p:txBody>
        </p:sp>
        <p:sp>
          <p:nvSpPr>
            <p:cNvPr id="19" name="正方形/長方形 18">
              <a:extLst>
                <a:ext uri="{FF2B5EF4-FFF2-40B4-BE49-F238E27FC236}">
                  <a16:creationId xmlns:a16="http://schemas.microsoft.com/office/drawing/2014/main" id="{AA966453-C543-ACB1-4CEA-4C5B4681DB6B}"/>
                </a:ext>
              </a:extLst>
            </p:cNvPr>
            <p:cNvSpPr/>
            <p:nvPr/>
          </p:nvSpPr>
          <p:spPr bwMode="gray">
            <a:xfrm>
              <a:off x="1784648" y="3639074"/>
              <a:ext cx="2304256" cy="585773"/>
            </a:xfrm>
            <a:prstGeom prst="rect">
              <a:avLst/>
            </a:prstGeom>
            <a:solidFill>
              <a:srgbClr val="004CA0">
                <a:alpha val="33000"/>
              </a:srgbClr>
            </a:solidFill>
            <a:ln w="12700" algn="ctr">
              <a:noFill/>
              <a:miter lim="800000"/>
              <a:headEnd/>
              <a:tailEnd/>
            </a:ln>
          </p:spPr>
          <p:txBody>
            <a:bodyPr wrap="square" lIns="88900" tIns="88900" rIns="88900" bIns="88900" rtlCol="0" anchor="ctr"/>
            <a:lstStyle/>
            <a:p>
              <a:pPr algn="ctr">
                <a:buFont typeface="Wingdings 2" pitchFamily="18" charset="2"/>
                <a:buNone/>
              </a:pPr>
              <a:r>
                <a:rPr kumimoji="1" lang="ja-JP" altLang="en-US" sz="1800"/>
                <a:t>第</a:t>
              </a:r>
              <a:r>
                <a:rPr kumimoji="1" lang="en-US" altLang="ja-JP" sz="1800" dirty="0"/>
                <a:t>Ⅳ</a:t>
              </a:r>
              <a:r>
                <a:rPr kumimoji="1" lang="ja-JP" altLang="en-US" sz="1800"/>
                <a:t>地域</a:t>
              </a:r>
              <a:endParaRPr kumimoji="1" lang="en-US" altLang="ja-JP" sz="1800" dirty="0"/>
            </a:p>
            <a:p>
              <a:pPr algn="ctr">
                <a:buFont typeface="Wingdings 2" pitchFamily="18" charset="2"/>
                <a:buNone/>
              </a:pPr>
              <a:r>
                <a:rPr kumimoji="1" lang="ja-JP" altLang="en-US" sz="1400"/>
                <a:t>農村部・山岳地帯</a:t>
              </a:r>
              <a:endParaRPr kumimoji="1" lang="ja-JP" altLang="en-US" sz="1400" dirty="0"/>
            </a:p>
          </p:txBody>
        </p:sp>
        <p:sp>
          <p:nvSpPr>
            <p:cNvPr id="20" name="正方形/長方形 19">
              <a:extLst>
                <a:ext uri="{FF2B5EF4-FFF2-40B4-BE49-F238E27FC236}">
                  <a16:creationId xmlns:a16="http://schemas.microsoft.com/office/drawing/2014/main" id="{544462A9-DBA9-CBCE-0EE1-699D82E7DE98}"/>
                </a:ext>
              </a:extLst>
            </p:cNvPr>
            <p:cNvSpPr/>
            <p:nvPr/>
          </p:nvSpPr>
          <p:spPr bwMode="gray">
            <a:xfrm>
              <a:off x="4160912" y="3639074"/>
              <a:ext cx="2304256" cy="585773"/>
            </a:xfrm>
            <a:prstGeom prst="rect">
              <a:avLst/>
            </a:prstGeom>
            <a:solidFill>
              <a:schemeClr val="bg1"/>
            </a:solidFill>
            <a:ln w="12700" algn="ctr">
              <a:noFill/>
              <a:miter lim="800000"/>
              <a:headEnd/>
              <a:tailEnd/>
            </a:ln>
          </p:spPr>
          <p:txBody>
            <a:bodyPr wrap="square" lIns="88900" tIns="88900" rIns="88900" bIns="88900" rtlCol="0" anchor="ctr"/>
            <a:lstStyle/>
            <a:p>
              <a:r>
                <a:rPr lang="en-US" altLang="ja-JP" sz="1800" b="1" dirty="0"/>
                <a:t>3,700,000</a:t>
              </a:r>
              <a:r>
                <a:rPr lang="ja-JP" altLang="en-US" sz="1800" b="1"/>
                <a:t>ドン</a:t>
              </a:r>
              <a:r>
                <a:rPr lang="en-US" altLang="ja-JP" sz="1800" b="1" dirty="0"/>
                <a:t>/</a:t>
              </a:r>
              <a:r>
                <a:rPr lang="ja-JP" altLang="en-US" sz="1800" b="1"/>
                <a:t>月</a:t>
              </a:r>
              <a:endParaRPr kumimoji="1" lang="ja-JP" altLang="en-US" sz="1800" b="1" dirty="0"/>
            </a:p>
          </p:txBody>
        </p:sp>
      </p:grpSp>
    </p:spTree>
    <p:extLst>
      <p:ext uri="{BB962C8B-B14F-4D97-AF65-F5344CB8AC3E}">
        <p14:creationId xmlns:p14="http://schemas.microsoft.com/office/powerpoint/2010/main" val="15047195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57699-300D-97D8-CE78-FA7EF8834D70}"/>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9B2E269-E7E5-68A9-9DC1-9E3E64C6C95C}"/>
              </a:ext>
            </a:extLst>
          </p:cNvPr>
          <p:cNvSpPr>
            <a:spLocks noGrp="1"/>
          </p:cNvSpPr>
          <p:nvPr>
            <p:ph type="body" sz="quarter" idx="15"/>
          </p:nvPr>
        </p:nvSpPr>
        <p:spPr>
          <a:xfrm>
            <a:off x="415925" y="1023561"/>
            <a:ext cx="9072000" cy="480575"/>
          </a:xfrm>
          <a:noFill/>
          <a:ln>
            <a:noFill/>
          </a:ln>
        </p:spPr>
        <p:txBody>
          <a:bodyPr/>
          <a:lstStyle/>
          <a:p>
            <a:pPr algn="ctr"/>
            <a:r>
              <a:rPr kumimoji="1" lang="ja-JP" altLang="en-US" sz="2400">
                <a:solidFill>
                  <a:schemeClr val="tx1"/>
                </a:solidFill>
              </a:rPr>
              <a:t>ベトナム経済</a:t>
            </a:r>
            <a:r>
              <a:rPr kumimoji="1" lang="en-US" altLang="ja-JP" sz="2400" dirty="0">
                <a:solidFill>
                  <a:schemeClr val="tx1"/>
                </a:solidFill>
              </a:rPr>
              <a:t>2026</a:t>
            </a:r>
            <a:r>
              <a:rPr kumimoji="1" lang="ja-JP" altLang="en-US" sz="2400">
                <a:solidFill>
                  <a:schemeClr val="tx1"/>
                </a:solidFill>
              </a:rPr>
              <a:t>年の見通し：強気・基本・弱気の</a:t>
            </a:r>
            <a:r>
              <a:rPr kumimoji="1" lang="en-US" altLang="ja-JP" sz="2400" dirty="0">
                <a:solidFill>
                  <a:schemeClr val="tx1"/>
                </a:solidFill>
              </a:rPr>
              <a:t>3</a:t>
            </a:r>
            <a:r>
              <a:rPr kumimoji="1" lang="ja-JP" altLang="en-US" sz="2400">
                <a:solidFill>
                  <a:schemeClr val="tx1"/>
                </a:solidFill>
              </a:rPr>
              <a:t>シナリオ</a:t>
            </a:r>
          </a:p>
        </p:txBody>
      </p:sp>
      <p:sp>
        <p:nvSpPr>
          <p:cNvPr id="3" name="テキスト プレースホルダー 2">
            <a:extLst>
              <a:ext uri="{FF2B5EF4-FFF2-40B4-BE49-F238E27FC236}">
                <a16:creationId xmlns:a16="http://schemas.microsoft.com/office/drawing/2014/main" id="{94B0645C-D2B1-B94B-1E9D-86B03A387814}"/>
              </a:ext>
            </a:extLst>
          </p:cNvPr>
          <p:cNvSpPr>
            <a:spLocks noGrp="1"/>
          </p:cNvSpPr>
          <p:nvPr>
            <p:ph type="body" sz="quarter" idx="16"/>
          </p:nvPr>
        </p:nvSpPr>
        <p:spPr/>
        <p:txBody>
          <a:bodyPr/>
          <a:lstStyle/>
          <a:p>
            <a:endParaRPr kumimoji="1" lang="ja-JP" altLang="en-US"/>
          </a:p>
        </p:txBody>
      </p:sp>
      <p:sp>
        <p:nvSpPr>
          <p:cNvPr id="4" name="テキスト プレースホルダー 3">
            <a:extLst>
              <a:ext uri="{FF2B5EF4-FFF2-40B4-BE49-F238E27FC236}">
                <a16:creationId xmlns:a16="http://schemas.microsoft.com/office/drawing/2014/main" id="{365D7DA9-3C16-186E-1F80-42EC8B2D182B}"/>
              </a:ext>
            </a:extLst>
          </p:cNvPr>
          <p:cNvSpPr>
            <a:spLocks noGrp="1"/>
          </p:cNvSpPr>
          <p:nvPr>
            <p:ph type="body" sz="quarter" idx="17"/>
          </p:nvPr>
        </p:nvSpPr>
        <p:spPr>
          <a:xfrm>
            <a:off x="704528" y="5733256"/>
            <a:ext cx="9072000" cy="288925"/>
          </a:xfrm>
        </p:spPr>
        <p:txBody>
          <a:bodyPr>
            <a:normAutofit/>
          </a:bodyPr>
          <a:lstStyle/>
          <a:p>
            <a:r>
              <a:rPr kumimoji="1" lang="ja-JP" altLang="en-US" sz="1200"/>
              <a:t>出所：</a:t>
            </a:r>
            <a:r>
              <a:rPr lang="en-US" altLang="ja-JP" sz="1200" dirty="0"/>
              <a:t>InfoBase</a:t>
            </a:r>
            <a:r>
              <a:rPr lang="ja-JP" altLang="en-US" sz="1200"/>
              <a:t>作成</a:t>
            </a:r>
            <a:endParaRPr kumimoji="1" lang="ja-JP" altLang="en-US" sz="1200"/>
          </a:p>
        </p:txBody>
      </p:sp>
      <p:pic>
        <p:nvPicPr>
          <p:cNvPr id="10" name="図 9" descr="挿絵 が含まれている画像&#10;&#10;AI 生成コンテンツは誤りを含む可能性があります。">
            <a:extLst>
              <a:ext uri="{FF2B5EF4-FFF2-40B4-BE49-F238E27FC236}">
                <a16:creationId xmlns:a16="http://schemas.microsoft.com/office/drawing/2014/main" id="{BD320F54-56BD-510D-CFDC-0CDCCD95B7F9}"/>
              </a:ext>
            </a:extLst>
          </p:cNvPr>
          <p:cNvPicPr>
            <a:picLocks noChangeAspect="1"/>
          </p:cNvPicPr>
          <p:nvPr/>
        </p:nvPicPr>
        <p:blipFill>
          <a:blip r:embed="rId3"/>
          <a:stretch>
            <a:fillRect/>
          </a:stretch>
        </p:blipFill>
        <p:spPr>
          <a:xfrm>
            <a:off x="6537176" y="5565880"/>
            <a:ext cx="2792760" cy="598977"/>
          </a:xfrm>
          <a:prstGeom prst="rect">
            <a:avLst/>
          </a:prstGeom>
        </p:spPr>
      </p:pic>
      <p:grpSp>
        <p:nvGrpSpPr>
          <p:cNvPr id="8" name="グループ化 7">
            <a:extLst>
              <a:ext uri="{FF2B5EF4-FFF2-40B4-BE49-F238E27FC236}">
                <a16:creationId xmlns:a16="http://schemas.microsoft.com/office/drawing/2014/main" id="{C710E46D-3843-810F-22B8-BA54ECDB831C}"/>
              </a:ext>
            </a:extLst>
          </p:cNvPr>
          <p:cNvGrpSpPr/>
          <p:nvPr/>
        </p:nvGrpSpPr>
        <p:grpSpPr>
          <a:xfrm>
            <a:off x="2432720" y="1628800"/>
            <a:ext cx="7048681" cy="3792616"/>
            <a:chOff x="2864768" y="1548690"/>
            <a:chExt cx="6616633" cy="3335518"/>
          </a:xfrm>
          <a:noFill/>
        </p:grpSpPr>
        <p:sp>
          <p:nvSpPr>
            <p:cNvPr id="5" name="正方形/長方形 4">
              <a:extLst>
                <a:ext uri="{FF2B5EF4-FFF2-40B4-BE49-F238E27FC236}">
                  <a16:creationId xmlns:a16="http://schemas.microsoft.com/office/drawing/2014/main" id="{235AAA90-DE11-5C20-4E79-125E62C92C21}"/>
                </a:ext>
              </a:extLst>
            </p:cNvPr>
            <p:cNvSpPr/>
            <p:nvPr/>
          </p:nvSpPr>
          <p:spPr bwMode="gray">
            <a:xfrm>
              <a:off x="2864768" y="1548690"/>
              <a:ext cx="6616633" cy="1088222"/>
            </a:xfrm>
            <a:prstGeom prst="rect">
              <a:avLst/>
            </a:prstGeom>
            <a:grp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2000" b="1"/>
                <a:t>（成長率</a:t>
              </a:r>
              <a:r>
                <a:rPr kumimoji="1" lang="en-US" altLang="ja-JP" sz="2000" b="1" dirty="0"/>
                <a:t>7〜7.5</a:t>
              </a:r>
              <a:r>
                <a:rPr kumimoji="1" lang="ja-JP" altLang="en-US" sz="2000" b="1"/>
                <a:t>％）</a:t>
              </a:r>
            </a:p>
            <a:p>
              <a:pPr algn="l">
                <a:buFont typeface="Wingdings 2" pitchFamily="18" charset="2"/>
                <a:buNone/>
              </a:pPr>
              <a:r>
                <a:rPr kumimoji="1" lang="ja-JP" altLang="en-US" sz="1600"/>
                <a:t>チャイナ・プラスワンの加速により、米国との通商摩擦を回避しつつハイテク</a:t>
              </a:r>
              <a:r>
                <a:rPr kumimoji="1" lang="vi-VN" altLang="ja-JP" sz="1600" dirty="0"/>
                <a:t>FDI</a:t>
              </a:r>
              <a:r>
                <a:rPr kumimoji="1" lang="ja-JP" altLang="en-US" sz="1600"/>
                <a:t>が北部・中部に流入。ロンタイン空港など大型インフラが予定通り進捗し、対米輸出も堅調を維持。外需・内需ともに好循環が生まれ、</a:t>
              </a:r>
              <a:r>
                <a:rPr kumimoji="1" lang="en-US" altLang="ja-JP" sz="1600" dirty="0"/>
                <a:t>7</a:t>
              </a:r>
              <a:r>
                <a:rPr kumimoji="1" lang="ja-JP" altLang="en-US" sz="1600"/>
                <a:t>％超の高成長を実現</a:t>
              </a:r>
              <a:endParaRPr kumimoji="1" lang="ja-JP" altLang="en-US" sz="1600" dirty="0"/>
            </a:p>
          </p:txBody>
        </p:sp>
        <p:sp>
          <p:nvSpPr>
            <p:cNvPr id="6" name="正方形/長方形 5">
              <a:extLst>
                <a:ext uri="{FF2B5EF4-FFF2-40B4-BE49-F238E27FC236}">
                  <a16:creationId xmlns:a16="http://schemas.microsoft.com/office/drawing/2014/main" id="{5B2F4387-8FE8-6DCC-0E1C-8832E86F6500}"/>
                </a:ext>
              </a:extLst>
            </p:cNvPr>
            <p:cNvSpPr/>
            <p:nvPr/>
          </p:nvSpPr>
          <p:spPr bwMode="gray">
            <a:xfrm>
              <a:off x="2864768" y="2672338"/>
              <a:ext cx="6616633" cy="1088222"/>
            </a:xfrm>
            <a:prstGeom prst="rect">
              <a:avLst/>
            </a:prstGeom>
            <a:grp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2000" b="1"/>
                <a:t>成長率</a:t>
              </a:r>
              <a:r>
                <a:rPr kumimoji="1" lang="en-US" altLang="ja-JP" sz="2000" b="1" dirty="0"/>
                <a:t>6〜6.5</a:t>
              </a:r>
              <a:r>
                <a:rPr kumimoji="1" lang="ja-JP" altLang="en-US" sz="2000" b="1"/>
                <a:t>％）</a:t>
              </a:r>
            </a:p>
            <a:p>
              <a:pPr algn="l">
                <a:buFont typeface="Wingdings 2" pitchFamily="18" charset="2"/>
                <a:buNone/>
              </a:pPr>
              <a:r>
                <a:rPr kumimoji="1" lang="ja-JP" altLang="en-US" sz="1600"/>
                <a:t>対米関税の一部引き上げで繊維・家具などに打撃が生じるも、エレクトロニクス分野はサプライチェーン再編の恩恵を受け輸出はプラス圏を維持。中間層拡大とインフラ投資が内需を下支えし、外需減速を相殺。安定した成長軌道。</a:t>
              </a:r>
              <a:endParaRPr kumimoji="1" lang="ja-JP" altLang="en-US" sz="1600" dirty="0"/>
            </a:p>
          </p:txBody>
        </p:sp>
        <p:sp>
          <p:nvSpPr>
            <p:cNvPr id="7" name="正方形/長方形 6">
              <a:extLst>
                <a:ext uri="{FF2B5EF4-FFF2-40B4-BE49-F238E27FC236}">
                  <a16:creationId xmlns:a16="http://schemas.microsoft.com/office/drawing/2014/main" id="{08E902B7-C0B2-B488-E7FF-7BE94718C0AA}"/>
                </a:ext>
              </a:extLst>
            </p:cNvPr>
            <p:cNvSpPr/>
            <p:nvPr/>
          </p:nvSpPr>
          <p:spPr bwMode="gray">
            <a:xfrm>
              <a:off x="2864768" y="3795986"/>
              <a:ext cx="6616633" cy="1088222"/>
            </a:xfrm>
            <a:prstGeom prst="rect">
              <a:avLst/>
            </a:prstGeom>
            <a:grpFill/>
            <a:ln w="12700" algn="ctr">
              <a:noFill/>
              <a:miter lim="800000"/>
              <a:headEnd/>
              <a:tailEnd/>
            </a:ln>
          </p:spPr>
          <p:txBody>
            <a:bodyPr wrap="square" lIns="88900" tIns="88900" rIns="88900" bIns="88900" rtlCol="0" anchor="ctr"/>
            <a:lstStyle/>
            <a:p>
              <a:pPr algn="l">
                <a:buFont typeface="Wingdings 2" pitchFamily="18" charset="2"/>
                <a:buNone/>
              </a:pPr>
              <a:r>
                <a:rPr kumimoji="1" lang="ja-JP" altLang="en-US" sz="2000" b="1"/>
                <a:t>（成長率</a:t>
              </a:r>
              <a:r>
                <a:rPr kumimoji="1" lang="en-US" altLang="ja-JP" sz="2000" b="1" dirty="0"/>
                <a:t>4〜5</a:t>
              </a:r>
              <a:r>
                <a:rPr kumimoji="1" lang="ja-JP" altLang="en-US" sz="2000" b="1"/>
                <a:t>％）</a:t>
              </a:r>
            </a:p>
            <a:p>
              <a:pPr algn="l">
                <a:buFont typeface="Wingdings 2" pitchFamily="18" charset="2"/>
                <a:buNone/>
              </a:pPr>
              <a:r>
                <a:rPr kumimoji="1" lang="ja-JP" altLang="en-US" sz="1600"/>
                <a:t>米国の貿易赤字問題が深刻化し、広範な品目で関税引き上げが実施される。輸出主導モデルに急ブレーキがかかり、党大会後の政治停滞で公共投資も遅延。資本流入の減少と通貨安・インフレ圧力が重なり、成長率は</a:t>
              </a:r>
              <a:r>
                <a:rPr kumimoji="1" lang="en-US" altLang="ja-JP" sz="1600" dirty="0"/>
                <a:t>4</a:t>
              </a:r>
              <a:r>
                <a:rPr kumimoji="1" lang="ja-JP" altLang="en-US" sz="1600"/>
                <a:t>％程度まで低下。</a:t>
              </a:r>
              <a:endParaRPr kumimoji="1" lang="ja-JP" altLang="en-US" sz="1600" dirty="0"/>
            </a:p>
          </p:txBody>
        </p:sp>
      </p:grpSp>
      <p:grpSp>
        <p:nvGrpSpPr>
          <p:cNvPr id="9" name="グループ化 8">
            <a:extLst>
              <a:ext uri="{FF2B5EF4-FFF2-40B4-BE49-F238E27FC236}">
                <a16:creationId xmlns:a16="http://schemas.microsoft.com/office/drawing/2014/main" id="{61CDC6BF-593C-5AF9-D497-D58B2F98A48A}"/>
              </a:ext>
            </a:extLst>
          </p:cNvPr>
          <p:cNvGrpSpPr/>
          <p:nvPr/>
        </p:nvGrpSpPr>
        <p:grpSpPr>
          <a:xfrm>
            <a:off x="424599" y="1628800"/>
            <a:ext cx="1936113" cy="3792616"/>
            <a:chOff x="2864768" y="1548690"/>
            <a:chExt cx="6616633" cy="3335518"/>
          </a:xfrm>
          <a:noFill/>
        </p:grpSpPr>
        <p:sp>
          <p:nvSpPr>
            <p:cNvPr id="19" name="正方形/長方形 18">
              <a:extLst>
                <a:ext uri="{FF2B5EF4-FFF2-40B4-BE49-F238E27FC236}">
                  <a16:creationId xmlns:a16="http://schemas.microsoft.com/office/drawing/2014/main" id="{9EA9E8B4-65BA-D544-14F0-9BBF2C719CE6}"/>
                </a:ext>
              </a:extLst>
            </p:cNvPr>
            <p:cNvSpPr/>
            <p:nvPr/>
          </p:nvSpPr>
          <p:spPr bwMode="gray">
            <a:xfrm>
              <a:off x="2864768" y="1548690"/>
              <a:ext cx="6616633" cy="1088222"/>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endParaRPr kumimoji="1" lang="en-US" altLang="ja-JP" sz="2000" b="1" dirty="0"/>
            </a:p>
            <a:p>
              <a:pPr algn="ctr">
                <a:buFont typeface="Wingdings 2" pitchFamily="18" charset="2"/>
                <a:buNone/>
              </a:pPr>
              <a:r>
                <a:rPr kumimoji="1" lang="ja-JP" altLang="en-US" sz="2000" b="1"/>
                <a:t>強気</a:t>
              </a:r>
              <a:endParaRPr kumimoji="1" lang="en-US" altLang="ja-JP" sz="2000" b="1" dirty="0"/>
            </a:p>
            <a:p>
              <a:pPr algn="ctr">
                <a:buFont typeface="Wingdings 2" pitchFamily="18" charset="2"/>
                <a:buNone/>
              </a:pPr>
              <a:r>
                <a:rPr kumimoji="1" lang="ja-JP" altLang="en-US" sz="2000" b="1"/>
                <a:t>シナリオ</a:t>
              </a:r>
              <a:endParaRPr kumimoji="1" lang="ja-JP" altLang="en-US" sz="2000" b="1" dirty="0"/>
            </a:p>
          </p:txBody>
        </p:sp>
        <p:sp>
          <p:nvSpPr>
            <p:cNvPr id="21" name="正方形/長方形 20">
              <a:extLst>
                <a:ext uri="{FF2B5EF4-FFF2-40B4-BE49-F238E27FC236}">
                  <a16:creationId xmlns:a16="http://schemas.microsoft.com/office/drawing/2014/main" id="{9D6E0C13-70A9-0002-3C90-CF8807B20F83}"/>
                </a:ext>
              </a:extLst>
            </p:cNvPr>
            <p:cNvSpPr/>
            <p:nvPr/>
          </p:nvSpPr>
          <p:spPr bwMode="gray">
            <a:xfrm>
              <a:off x="2864768" y="2672338"/>
              <a:ext cx="6616633" cy="1088222"/>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endParaRPr kumimoji="1" lang="en-US" altLang="ja-JP" sz="2000" b="1" dirty="0"/>
            </a:p>
            <a:p>
              <a:pPr algn="ctr">
                <a:buFont typeface="Wingdings 2" pitchFamily="18" charset="2"/>
                <a:buNone/>
              </a:pPr>
              <a:r>
                <a:rPr kumimoji="1" lang="ja-JP" altLang="en-US" sz="2000" b="1"/>
                <a:t>基本</a:t>
              </a:r>
              <a:endParaRPr kumimoji="1" lang="en-US" altLang="ja-JP" sz="2000" b="1" dirty="0"/>
            </a:p>
            <a:p>
              <a:pPr algn="ctr">
                <a:buFont typeface="Wingdings 2" pitchFamily="18" charset="2"/>
                <a:buNone/>
              </a:pPr>
              <a:r>
                <a:rPr kumimoji="1" lang="ja-JP" altLang="en-US" sz="2000" b="1"/>
                <a:t>シナリオ</a:t>
              </a:r>
              <a:endParaRPr kumimoji="1" lang="en-US" altLang="ja-JP" sz="2000" b="1" dirty="0"/>
            </a:p>
          </p:txBody>
        </p:sp>
        <p:sp>
          <p:nvSpPr>
            <p:cNvPr id="24" name="正方形/長方形 23">
              <a:extLst>
                <a:ext uri="{FF2B5EF4-FFF2-40B4-BE49-F238E27FC236}">
                  <a16:creationId xmlns:a16="http://schemas.microsoft.com/office/drawing/2014/main" id="{AE281F26-C26A-BCC5-149E-02ABE42959CE}"/>
                </a:ext>
              </a:extLst>
            </p:cNvPr>
            <p:cNvSpPr/>
            <p:nvPr/>
          </p:nvSpPr>
          <p:spPr bwMode="gray">
            <a:xfrm>
              <a:off x="2864768" y="3795986"/>
              <a:ext cx="6616633" cy="1088222"/>
            </a:xfrm>
            <a:prstGeom prst="rect">
              <a:avLst/>
            </a:prstGeom>
            <a:grpFill/>
            <a:ln w="12700" algn="ctr">
              <a:noFill/>
              <a:miter lim="800000"/>
              <a:headEnd/>
              <a:tailEnd/>
            </a:ln>
          </p:spPr>
          <p:txBody>
            <a:bodyPr wrap="square" lIns="88900" tIns="88900" rIns="88900" bIns="88900" rtlCol="0" anchor="ctr"/>
            <a:lstStyle/>
            <a:p>
              <a:pPr algn="ctr">
                <a:buFont typeface="Wingdings 2" pitchFamily="18" charset="2"/>
                <a:buNone/>
              </a:pPr>
              <a:endParaRPr kumimoji="1" lang="en-US" altLang="ja-JP" sz="2000" b="1" dirty="0"/>
            </a:p>
            <a:p>
              <a:pPr algn="ctr">
                <a:buFont typeface="Wingdings 2" pitchFamily="18" charset="2"/>
                <a:buNone/>
              </a:pPr>
              <a:r>
                <a:rPr kumimoji="1" lang="ja-JP" altLang="en-US" sz="2000" b="1"/>
                <a:t>弱気</a:t>
              </a:r>
              <a:endParaRPr kumimoji="1" lang="en-US" altLang="ja-JP" sz="2000" b="1" dirty="0"/>
            </a:p>
            <a:p>
              <a:pPr algn="ctr">
                <a:buFont typeface="Wingdings 2" pitchFamily="18" charset="2"/>
                <a:buNone/>
              </a:pPr>
              <a:r>
                <a:rPr kumimoji="1" lang="ja-JP" altLang="en-US" sz="2000" b="1"/>
                <a:t>シナリオ</a:t>
              </a:r>
              <a:endParaRPr kumimoji="1" lang="ja-JP" altLang="en-US" sz="2000" b="1" dirty="0"/>
            </a:p>
          </p:txBody>
        </p:sp>
      </p:grpSp>
      <p:sp>
        <p:nvSpPr>
          <p:cNvPr id="25" name="円/楕円 24">
            <a:extLst>
              <a:ext uri="{FF2B5EF4-FFF2-40B4-BE49-F238E27FC236}">
                <a16:creationId xmlns:a16="http://schemas.microsoft.com/office/drawing/2014/main" id="{6DF14CA7-CF34-C556-D900-7ACA3B145EFC}"/>
              </a:ext>
            </a:extLst>
          </p:cNvPr>
          <p:cNvSpPr/>
          <p:nvPr/>
        </p:nvSpPr>
        <p:spPr bwMode="gray">
          <a:xfrm>
            <a:off x="1178656" y="1635040"/>
            <a:ext cx="427997" cy="397581"/>
          </a:xfrm>
          <a:prstGeom prst="ellipse">
            <a:avLst/>
          </a:prstGeom>
          <a:solidFill>
            <a:srgbClr val="009A44"/>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27" name="円/楕円 26">
            <a:extLst>
              <a:ext uri="{FF2B5EF4-FFF2-40B4-BE49-F238E27FC236}">
                <a16:creationId xmlns:a16="http://schemas.microsoft.com/office/drawing/2014/main" id="{81F8D954-EFEA-C18C-076F-7A6510676236}"/>
              </a:ext>
            </a:extLst>
          </p:cNvPr>
          <p:cNvSpPr/>
          <p:nvPr/>
        </p:nvSpPr>
        <p:spPr bwMode="gray">
          <a:xfrm>
            <a:off x="1178655" y="2894818"/>
            <a:ext cx="427997" cy="397581"/>
          </a:xfrm>
          <a:prstGeom prst="ellipse">
            <a:avLst/>
          </a:prstGeom>
          <a:solidFill>
            <a:srgbClr val="1E49E3"/>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
        <p:nvSpPr>
          <p:cNvPr id="28" name="円/楕円 27">
            <a:extLst>
              <a:ext uri="{FF2B5EF4-FFF2-40B4-BE49-F238E27FC236}">
                <a16:creationId xmlns:a16="http://schemas.microsoft.com/office/drawing/2014/main" id="{7B2A10C1-15B2-C7E4-71D7-123B40EEF8D9}"/>
              </a:ext>
            </a:extLst>
          </p:cNvPr>
          <p:cNvSpPr/>
          <p:nvPr/>
        </p:nvSpPr>
        <p:spPr bwMode="gray">
          <a:xfrm>
            <a:off x="1178654" y="4154596"/>
            <a:ext cx="427997" cy="397581"/>
          </a:xfrm>
          <a:prstGeom prst="ellipse">
            <a:avLst/>
          </a:prstGeom>
          <a:solidFill>
            <a:srgbClr val="FFCD00"/>
          </a:solidFill>
          <a:ln w="12700" algn="ctr">
            <a:noFill/>
            <a:miter lim="800000"/>
            <a:headEnd/>
            <a:tailEnd/>
          </a:ln>
        </p:spPr>
        <p:txBody>
          <a:bodyPr wrap="square" lIns="88900" tIns="88900" rIns="88900" bIns="88900" rtlCol="0" anchor="ctr"/>
          <a:lstStyle/>
          <a:p>
            <a:pPr algn="l">
              <a:buFont typeface="Wingdings 2" pitchFamily="18" charset="2"/>
              <a:buNone/>
            </a:pPr>
            <a:endParaRPr kumimoji="1" lang="ja-JP" altLang="en-US" sz="1200" dirty="0"/>
          </a:p>
        </p:txBody>
      </p:sp>
    </p:spTree>
    <p:extLst>
      <p:ext uri="{BB962C8B-B14F-4D97-AF65-F5344CB8AC3E}">
        <p14:creationId xmlns:p14="http://schemas.microsoft.com/office/powerpoint/2010/main" val="164385464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32&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1&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Y/%m/%d&lt;/m_strFormatTime&gt;&lt;m_yearfmt&gt;&lt;begin val=&quot;0&quot;/&gt;&lt;end val=&quot;0&quot;/&gt;&lt;/m_yearfmt&gt;&lt;/m_precDefaultDate&gt;&lt;m_precDefaultYear&gt;&lt;m_bNumberIsYear val=&quot;0&quot;/&gt;&lt;m_strFormatTime&gt;%Y&lt;/m_strFormatTime&gt;&lt;m_yearfmt&gt;&lt;begin val=&quot;0&quot;/&gt;&lt;end val=&quot;0&quot;/&gt;&lt;/m_yearfmt&gt;&lt;/m_precDefaultYear&gt;&lt;m_precDefaultQuarter&gt;&lt;m_bNumberIsYear val=&quot;0&quot;/&gt;&lt;m_strFormatTime&gt;Q%5&lt;/m_strFormatTime&gt;&lt;m_yearfmt&gt;&lt;begin val=&quot;0&quot;/&gt;&lt;end val=&quot;4&quot;/&gt;&lt;/m_yearfmt&gt;&lt;/m_precDefaultQuarter&gt;&lt;m_precDefaultMonth&gt;&lt;m_bNumberIsYear val=&quot;0&quot;/&gt;&lt;m_strFormatTime&gt;%1&lt;/m_strFormatTime&gt;&lt;m_yearfmt&gt;&lt;begin val=&quot;0&quot;/&gt;&lt;end val=&quot;4&quot;/&gt;&lt;/m_yearfmt&gt;&lt;/m_precDefaultMonth&gt;&lt;m_precDefaultWeek&gt;&lt;m_bNumberIsYear val=&quot;0&quot;/&gt;&lt;m_strFormatTime&gt;%m/%d&lt;/m_strFormatTime&gt;&lt;m_yearfmt&gt;&lt;begin val=&quot;0&quot;/&gt;&lt;end val=&quot;4&quot;/&gt;&lt;/m_yearfmt&gt;&lt;/m_precDefaultWeek&gt;&lt;m_precDefaultDay&gt;&lt;m_bNumberIsYear val=&quot;0&quot;/&gt;&lt;m_strFormatTime&gt;%#d&lt;/m_strFormatTime&gt;&lt;m_yearfmt&gt;&lt;begin val=&quot;0&quot;/&gt;&lt;end val=&quot;4&quot;/&gt;&lt;/m_yearfmt&gt;&lt;/m_precDefaultDay&gt;&lt;m_mruColor&gt;&lt;m_vecMRU length=&quot;0&quot;/&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4dwSgdrVmkmIeYnHVqTJpg"/>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p_Cn2B78WQEewBCiOHj.EZQ"/>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v7.k02VGJkyqG7v6uEmImA"/>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SWCohip.Lky8GsyDAWzZIA"/>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j6ctnNB26ES.aTKDH9Zo5w"/>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8bgScEm3VEy5lTBWBpQO6w"/>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pV5lIDMMlGEaC1LSO_VTcJQ"/>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EsQbWVaQkkeMf9DvhrCz6g"/>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parSw2y58l02cDDThB7Ur3A"/>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pbRinRmKnWUy5bdcn_pkpVg"/>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ptsxRm_USvUmQpaVFFNZHXg"/>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pSfpguAlJOUOr8zTqLrhSzA"/>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pe9N7L6X8jk6Pwf1BFaAvRA"/>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ppTp4QmfqEEm9vnKFi8FROA"/>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p3frRXPxl.UanMlI1BbVrKg"/>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p9v4exLTUDEK4BTbIBB7Q0Q"/>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p0dLQvjgkfk6nBmzX3nL3tQ"/>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pHwAeOLGnBEmQ94DgrVzXHA"/>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pWtx0_9lM1Eao9UyLBVUhHg"/>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pVMiXoYNWHUiRKXaIeCYYVw"/>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paqd9EvEd80aqYMNC.5ZnOA"/>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pCd5KDc3fYEGAXKpjaSwxVg"/>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pY4mvof1MzEaS1hPnDmC_oA"/>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pzK3U6VRrtEmVhoE8oc7XkA"/>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pAhxdA_jXr0y68suaCEli4w"/>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p6L.OJhoHVkS3b_U6QsRp9w"/>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pXVc9ymjrjkCQKBcKjRJlcQ"/>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pYY0cu0BBFUKJIIfDGGIISw"/>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pGC8QQgOQiEiiDdegU0ebcA"/>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pK2mh8vRTZU.voxlr.6ZhvA"/>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p.O7JXFBHK0WXkcHvSgBKFw"/>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p1voU2jvJ6UOpzBs3S0t1dQ"/>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ppM0HBwgkkkqLibazv3ulSQ"/>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p2zCbTL7ig06TkwnNCdp_Hg"/>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pHsp_mDA3PEqqvJrYQ7pgWg"/>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pr0M9j9EaMEeENXmYrXu4EQ"/>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pmYLnzdGSp0K2uJSK7uXIqw"/>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pkt7V9iQt8UWJHmLrXya32g"/>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pJwuIJd3tZkyHGq_5ZOs9Lw"/>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pmfmdUS9WC06j5Tv2qsPv0A"/>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pH8CgOw5bkU6gR6Plu9IOPQ"/>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ps7mJIaygXEC9B.oxQwhOyA"/>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pnYt5E.aktEmjJ5aBJMgNeQ"/>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pS6Cc1dQUmUGsPF6iKPi1mw"/>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pmgIp.6u.ZkelyaIvcbjvvw"/>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pDnzWr16Lk0OAn8fsOoKT1Q"/>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p0Ddtc6B450qEo4s3__F3AQ"/>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pFvMjGC07Zkacj1wP1vHqkg"/>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puOQEh4SUvki4OeDsF8eqEQ"/>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pIcsTyl5tpkCRSLjZegCJdQ"/>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pF0I9kgyh_0mDIvOHtjGpvA"/>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pLqe0tQU5u0.YwZinYJHhvA"/>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p6jAgEAVux0Kd21yjFOR41g"/>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pWfcFqx_RTUS_fZN7rRfDyw"/>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pes6yF_K1dUC055HZwhmrAw"/>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pKZxV07bTt0OYhXZAr19Okg"/>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pveZsChYq90CLLZUI99ZEYA"/>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pVY22IdyroEu.euqWs4LN7g"/>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piZQLx.kB60.M9WTP7vwUMA"/>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pojYJeH7jk0GqgMTo8Lrz9Q"/>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peiHIm_cVUUa3Qtxo32.ANQ"/>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ptFqnffecpUCFxrK9xiRm9A"/>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pGVVLiTf4OE61IiqcdRx8_w"/>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pKlsdnPUA7U2M7M1p9C.sEQ"/>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p_Kt5sHCXAkC2Ez.2bj_Dvw"/>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pyzDPJwHvNEGrzusVvzfzdQ"/>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pXoZy8GhwvU2U2XdbLQEQxA"/>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pKclQXgdC7U6E336LIPZ7GQ"/>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pNeaBcdtNSU2_oqjUl0u.Ug"/>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pJpA4FRmzK0m1DycMLxu1Gg"/>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pKwDGmocItEei4t20j1ExIA"/>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ppNY5HJ1WmEqzHQxxbI3ZnA"/>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pdJCAmH94.EKANLtkOTK00g"/>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p4XjhZR1Kd0OfEnDabfrxrw"/>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pf85QA0K8C0aO1aaZeGxLxA"/>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pdCTMrFp2qEeiUahKrixMFg"/>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p18.KTDT400CswLh.dKSJ5g"/>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pLrypsYLFdkuAxJElJw.CZw"/>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pmEAnHb.yQEqjGtk.nY0j3A"/>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puTMhYoyH2ku1UEWOOfLo_A"/>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pPJ4Tq9IwokCzxMIcgZwG9A"/>
</p:tagLst>
</file>

<file path=ppt/tags/tag100.xml><?xml version="1.0" encoding="utf-8"?>
<p:tagLst xmlns:a="http://schemas.openxmlformats.org/drawingml/2006/main" xmlns:r="http://schemas.openxmlformats.org/officeDocument/2006/relationships" xmlns:p="http://schemas.openxmlformats.org/presentationml/2006/main">
  <p:tag name="THINKCELLSHAPEDONOTDELETE" val="pf2A6d.mfNUep_RDbr3502A"/>
</p:tagLst>
</file>

<file path=ppt/tags/tag101.xml><?xml version="1.0" encoding="utf-8"?>
<p:tagLst xmlns:a="http://schemas.openxmlformats.org/drawingml/2006/main" xmlns:r="http://schemas.openxmlformats.org/officeDocument/2006/relationships" xmlns:p="http://schemas.openxmlformats.org/presentationml/2006/main">
  <p:tag name="THINKCELLSHAPEDONOTDELETE" val="p46Az4czYhE.PVigi.q7U_Q"/>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pM8K4L5RudEiquwbyltvCxw"/>
</p:tagLst>
</file>

<file path=ppt/tags/tag103.xml><?xml version="1.0" encoding="utf-8"?>
<p:tagLst xmlns:a="http://schemas.openxmlformats.org/drawingml/2006/main" xmlns:r="http://schemas.openxmlformats.org/officeDocument/2006/relationships" xmlns:p="http://schemas.openxmlformats.org/presentationml/2006/main">
  <p:tag name="THINKCELLSHAPEDONOTDELETE" val="pYcRTPlZ_fUaJaYtqJ3gh9g"/>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p0Y582zvZFESCnkCnG50BgQ"/>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pFBl1ULKQEkuN9j3emo2LaQ"/>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p1SiOKY8NSkW2DnAfi.1vPw"/>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p4SjFzG83UEuc0BBklF7U3g"/>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pzFxm5yRDKUa.nyY9Ppiz3Q"/>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pCcNKOQkQoUii9nDsfjBZfQ"/>
</p:tagLst>
</file>

<file path=ppt/tags/tag110.xml><?xml version="1.0" encoding="utf-8"?>
<p:tagLst xmlns:a="http://schemas.openxmlformats.org/drawingml/2006/main" xmlns:r="http://schemas.openxmlformats.org/officeDocument/2006/relationships" xmlns:p="http://schemas.openxmlformats.org/presentationml/2006/main">
  <p:tag name="THINKCELLSHAPEDONOTDELETE" val="prYvyv4t9TkKQ6xN9XoiEGg"/>
</p:tagLst>
</file>

<file path=ppt/tags/tag111.xml><?xml version="1.0" encoding="utf-8"?>
<p:tagLst xmlns:a="http://schemas.openxmlformats.org/drawingml/2006/main" xmlns:r="http://schemas.openxmlformats.org/officeDocument/2006/relationships" xmlns:p="http://schemas.openxmlformats.org/presentationml/2006/main">
  <p:tag name="THINKCELLSHAPEDONOTDELETE" val="pRw5DHOrRQ0.72_Z501M7yA"/>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pj89fhUr3sEWU3ErGTsQrkQ"/>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p812T5Hbsx0uh9CD7C4BWsA"/>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pKzsq.D54TUyw7MKK1Gcd2g"/>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p80PyneVQCUirSGlWcx.GaA"/>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p1MIfC2bTAkeyz0Fnx6ePXA"/>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phQL07d7lKUOkSPpESj15Ow"/>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paleHMgTw_U2iPR4QBSSN6w"/>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pZwGStuyEIUqnxK8BkpcmTg"/>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pAC0B87OMbkO.nXYNec5QnA"/>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pPjUUlqndTES.Nb6yfn80kg"/>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pAeRYnJ3cJ0m.Z1qTUg781g"/>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pn1cMilYI5ECQjU1RbjxocA"/>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pMJZ5IXoKxUiQX9YJGfTrHw"/>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pPGWJ65euxEap9os5Vn11.Q"/>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pdEh0fedBsUOvyO7ER6qRuA"/>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psqdcjU2cv0i8bRDbNmDpRQ"/>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pVwOHup0dBkyunQvdtnVNXA"/>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pyuROdvF.b0mt6ockSSuJFA"/>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pWy9xKH._cEiZyYXIMiYvJA"/>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p1XGnMQy6OEen.MBMUlPE2g"/>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pliE_ulGXY0mUpRFlVmCtxw"/>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pZKYbOIQRF0akz6R47SbizQ"/>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pesZA.PMbG02vIRH_K3OeXA"/>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pJz0cCI08T0aJqv1_x6Hi5g"/>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pvkQw.FYl_UGeJm_f5cXVlA"/>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pTojNYOppqk.Zt93IyKiwcw"/>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pmLv2xnuVa021RBUMwCua7A"/>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pi20Om2WwmEmezRJJAuGB6Q"/>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p1W3qkGKIgEu4ykcIvt8pxw"/>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pBMO.xtw1LkG771Wfc5i4LQ"/>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pZOz87keXP06jJL3A7b6T_g"/>
</p:tagLst>
</file>

<file path=ppt/tags/tag143.xml><?xml version="1.0" encoding="utf-8"?>
<p:tagLst xmlns:a="http://schemas.openxmlformats.org/drawingml/2006/main" xmlns:r="http://schemas.openxmlformats.org/officeDocument/2006/relationships" xmlns:p="http://schemas.openxmlformats.org/presentationml/2006/main">
  <p:tag name="THINKCELLSHAPEDONOTDELETE" val="ppEw3N.VZlkOjl3KDH5rW3Q"/>
</p:tagLst>
</file>

<file path=ppt/tags/tag144.xml><?xml version="1.0" encoding="utf-8"?>
<p:tagLst xmlns:a="http://schemas.openxmlformats.org/drawingml/2006/main" xmlns:r="http://schemas.openxmlformats.org/officeDocument/2006/relationships" xmlns:p="http://schemas.openxmlformats.org/presentationml/2006/main">
  <p:tag name="THINKCELLSHAPEDONOTDELETE" val="patIO5SDxpEOUv2AhyDeIDQ"/>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pLgqTM_VyKECwCP5HVf4fpw"/>
</p:tagLst>
</file>

<file path=ppt/tags/tag146.xml><?xml version="1.0" encoding="utf-8"?>
<p:tagLst xmlns:a="http://schemas.openxmlformats.org/drawingml/2006/main" xmlns:r="http://schemas.openxmlformats.org/officeDocument/2006/relationships" xmlns:p="http://schemas.openxmlformats.org/presentationml/2006/main">
  <p:tag name="THINKCELLSHAPEDONOTDELETE" val="pyL.lfKIoA0qz2Wyg2hPsJQ"/>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pthIbcYaWSkWW..ZvK4b2SA"/>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pOzmkPzLE0EGwoAKAWcCKVw"/>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pILdz2KDUQkaidcjvF4WONg"/>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p2aRQnib3ikSzcnt4Rw2KcA"/>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pa2IkXIYYxk6uQR6wblrTSw"/>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pEqbVXMMVJ0SsJNPEcT8Y0Q"/>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pdTtd2.WYaEK1vHwO9Yn.Sg"/>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pDTFQXzLh6kqE9ujpRdquxA"/>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pGG9IMOYCl0KPCF0tCMsqcw"/>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pVUR.vNZv3Eih34axNyhakw"/>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p0P7M_cEALk2Z98ev4R1sLA"/>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pFmst3_8ouUiG6K9G3rh8sA"/>
</p:tagLst>
</file>

<file path=ppt/tags/tag159.xml><?xml version="1.0" encoding="utf-8"?>
<p:tagLst xmlns:a="http://schemas.openxmlformats.org/drawingml/2006/main" xmlns:r="http://schemas.openxmlformats.org/officeDocument/2006/relationships" xmlns:p="http://schemas.openxmlformats.org/presentationml/2006/main">
  <p:tag name="THINKCELLSHAPEDONOTDELETE" val="pV7O_pJeUzkW4aNItCGVBTw"/>
</p:tagLst>
</file>

<file path=ppt/tags/tag160.xml><?xml version="1.0" encoding="utf-8"?>
<p:tagLst xmlns:a="http://schemas.openxmlformats.org/drawingml/2006/main" xmlns:r="http://schemas.openxmlformats.org/officeDocument/2006/relationships" xmlns:p="http://schemas.openxmlformats.org/presentationml/2006/main">
  <p:tag name="THINKCELLSHAPEDONOTDELETE" val="pekre2j.y2kyl1d27lEeByw"/>
</p:tagLst>
</file>

<file path=ppt/tags/tag161.xml><?xml version="1.0" encoding="utf-8"?>
<p:tagLst xmlns:a="http://schemas.openxmlformats.org/drawingml/2006/main" xmlns:r="http://schemas.openxmlformats.org/officeDocument/2006/relationships" xmlns:p="http://schemas.openxmlformats.org/presentationml/2006/main">
  <p:tag name="THINKCELLSHAPEDONOTDELETE" val="p27OqputltUGqB486fq97yw"/>
</p:tagLst>
</file>

<file path=ppt/tags/tag162.xml><?xml version="1.0" encoding="utf-8"?>
<p:tagLst xmlns:a="http://schemas.openxmlformats.org/drawingml/2006/main" xmlns:r="http://schemas.openxmlformats.org/officeDocument/2006/relationships" xmlns:p="http://schemas.openxmlformats.org/presentationml/2006/main">
  <p:tag name="THINKCELLSHAPEDONOTDELETE" val="p9gdMIMSclUy0qmc_CVWqKg"/>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pl0KeGM9y0Eec11zXeMRKSg"/>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p.SKVQ_043U.uYx33lH2XFw"/>
</p:tagLst>
</file>

<file path=ppt/tags/tag165.xml><?xml version="1.0" encoding="utf-8"?>
<p:tagLst xmlns:a="http://schemas.openxmlformats.org/drawingml/2006/main" xmlns:r="http://schemas.openxmlformats.org/officeDocument/2006/relationships" xmlns:p="http://schemas.openxmlformats.org/presentationml/2006/main">
  <p:tag name="THINKCELLSHAPEDONOTDELETE" val="pY7ylBGbgZUSMdD6URVoKEA"/>
</p:tagLst>
</file>

<file path=ppt/tags/tag166.xml><?xml version="1.0" encoding="utf-8"?>
<p:tagLst xmlns:a="http://schemas.openxmlformats.org/drawingml/2006/main" xmlns:r="http://schemas.openxmlformats.org/officeDocument/2006/relationships" xmlns:p="http://schemas.openxmlformats.org/presentationml/2006/main">
  <p:tag name="THINKCELLSHAPEDONOTDELETE" val="pjuw1ajbJtEqCL2ciynOVNg"/>
</p:tagLst>
</file>

<file path=ppt/tags/tag167.xml><?xml version="1.0" encoding="utf-8"?>
<p:tagLst xmlns:a="http://schemas.openxmlformats.org/drawingml/2006/main" xmlns:r="http://schemas.openxmlformats.org/officeDocument/2006/relationships" xmlns:p="http://schemas.openxmlformats.org/presentationml/2006/main">
  <p:tag name="THINKCELLSHAPEDONOTDELETE" val="pPJol1hz1ZEO1MZ_zxuzxaA"/>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pPpoX._vyREaFAI9aTi7uAg"/>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pfSIfQv.Lm0WrS_CECqs69w"/>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pPoCjS_qyfEe5ASiMaqAdoA"/>
</p:tagLst>
</file>

<file path=ppt/tags/tag171.xml><?xml version="1.0" encoding="utf-8"?>
<p:tagLst xmlns:a="http://schemas.openxmlformats.org/drawingml/2006/main" xmlns:r="http://schemas.openxmlformats.org/officeDocument/2006/relationships" xmlns:p="http://schemas.openxmlformats.org/presentationml/2006/main">
  <p:tag name="THINKCELLSHAPEDONOTDELETE" val="p5alNV3AiE0.vslWXTXeZIA"/>
</p:tagLst>
</file>

<file path=ppt/tags/tag172.xml><?xml version="1.0" encoding="utf-8"?>
<p:tagLst xmlns:a="http://schemas.openxmlformats.org/drawingml/2006/main" xmlns:r="http://schemas.openxmlformats.org/officeDocument/2006/relationships" xmlns:p="http://schemas.openxmlformats.org/presentationml/2006/main">
  <p:tag name="THINKCELLSHAPEDONOTDELETE" val="pUMK_cERbYUSQJeu_bgXG.Q"/>
</p:tagLst>
</file>

<file path=ppt/tags/tag173.xml><?xml version="1.0" encoding="utf-8"?>
<p:tagLst xmlns:a="http://schemas.openxmlformats.org/drawingml/2006/main" xmlns:r="http://schemas.openxmlformats.org/officeDocument/2006/relationships" xmlns:p="http://schemas.openxmlformats.org/presentationml/2006/main">
  <p:tag name="THINKCELLSHAPEDONOTDELETE" val="pUczkNh_9O0WQ8tdZJH_LGQ"/>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pKPbavatUwkG0_YNXZ3Ssgw"/>
</p:tagLst>
</file>

<file path=ppt/tags/tag175.xml><?xml version="1.0" encoding="utf-8"?>
<p:tagLst xmlns:a="http://schemas.openxmlformats.org/drawingml/2006/main" xmlns:r="http://schemas.openxmlformats.org/officeDocument/2006/relationships" xmlns:p="http://schemas.openxmlformats.org/presentationml/2006/main">
  <p:tag name="THINKCELLSHAPEDONOTDELETE" val="poLBu0BUu8U6ZodddQQW_7Q"/>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pwA5oKanwEUabhPz6DSWbFw"/>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pCNZ4m3Yvtk6VTX6AWWOFgw"/>
</p:tagLst>
</file>

<file path=ppt/tags/tag178.xml><?xml version="1.0" encoding="utf-8"?>
<p:tagLst xmlns:a="http://schemas.openxmlformats.org/drawingml/2006/main" xmlns:r="http://schemas.openxmlformats.org/officeDocument/2006/relationships" xmlns:p="http://schemas.openxmlformats.org/presentationml/2006/main">
  <p:tag name="THINKCELLSHAPEDONOTDELETE" val="pQmUBElsbFk2rNRy.virThQ"/>
</p:tagLst>
</file>

<file path=ppt/tags/tag179.xml><?xml version="1.0" encoding="utf-8"?>
<p:tagLst xmlns:a="http://schemas.openxmlformats.org/drawingml/2006/main" xmlns:r="http://schemas.openxmlformats.org/officeDocument/2006/relationships" xmlns:p="http://schemas.openxmlformats.org/presentationml/2006/main">
  <p:tag name="THINKCELLSHAPEDONOTDELETE" val="pM5Kx2kH2fU.2E_KGHUX1Uw"/>
</p:tagLst>
</file>

<file path=ppt/tags/tag180.xml><?xml version="1.0" encoding="utf-8"?>
<p:tagLst xmlns:a="http://schemas.openxmlformats.org/drawingml/2006/main" xmlns:r="http://schemas.openxmlformats.org/officeDocument/2006/relationships" xmlns:p="http://schemas.openxmlformats.org/presentationml/2006/main">
  <p:tag name="THINKCELLSHAPEDONOTDELETE" val="p8CSNj6f7MU.uvVxNxh44yA"/>
</p:tagLst>
</file>

<file path=ppt/tags/tag181.xml><?xml version="1.0" encoding="utf-8"?>
<p:tagLst xmlns:a="http://schemas.openxmlformats.org/drawingml/2006/main" xmlns:r="http://schemas.openxmlformats.org/officeDocument/2006/relationships" xmlns:p="http://schemas.openxmlformats.org/presentationml/2006/main">
  <p:tag name="THINKCELLSHAPEDONOTDELETE" val="ptPNed7kgGE6hKfdPSyWdKg"/>
</p:tagLst>
</file>

<file path=ppt/tags/tag182.xml><?xml version="1.0" encoding="utf-8"?>
<p:tagLst xmlns:a="http://schemas.openxmlformats.org/drawingml/2006/main" xmlns:r="http://schemas.openxmlformats.org/officeDocument/2006/relationships" xmlns:p="http://schemas.openxmlformats.org/presentationml/2006/main">
  <p:tag name="THINKCELLSHAPEDONOTDELETE" val="pfVajDwaXZUC9MTgBnlLjdQ"/>
</p:tagLst>
</file>

<file path=ppt/tags/tag183.xml><?xml version="1.0" encoding="utf-8"?>
<p:tagLst xmlns:a="http://schemas.openxmlformats.org/drawingml/2006/main" xmlns:r="http://schemas.openxmlformats.org/officeDocument/2006/relationships" xmlns:p="http://schemas.openxmlformats.org/presentationml/2006/main">
  <p:tag name="THINKCELLSHAPEDONOTDELETE" val="poJCWJB7NzkiaRZs5o3oLmw"/>
</p:tagLst>
</file>

<file path=ppt/tags/tag184.xml><?xml version="1.0" encoding="utf-8"?>
<p:tagLst xmlns:a="http://schemas.openxmlformats.org/drawingml/2006/main" xmlns:r="http://schemas.openxmlformats.org/officeDocument/2006/relationships" xmlns:p="http://schemas.openxmlformats.org/presentationml/2006/main">
  <p:tag name="THINKCELLSHAPEDONOTDELETE" val="pLGPqND3iTEW8897dWfT7AQ"/>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pme0mFcb2FkKS2JvNygu0bA"/>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p851jtLzzGU.kQq3qmjw.NA"/>
</p:tagLst>
</file>

<file path=ppt/tags/tag187.xml><?xml version="1.0" encoding="utf-8"?>
<p:tagLst xmlns:a="http://schemas.openxmlformats.org/drawingml/2006/main" xmlns:r="http://schemas.openxmlformats.org/officeDocument/2006/relationships" xmlns:p="http://schemas.openxmlformats.org/presentationml/2006/main">
  <p:tag name="THINKCELLSHAPEDONOTDELETE" val="pix7gbqSXEEGNK2f_eTzxgg"/>
</p:tagLst>
</file>

<file path=ppt/tags/tag188.xml><?xml version="1.0" encoding="utf-8"?>
<p:tagLst xmlns:a="http://schemas.openxmlformats.org/drawingml/2006/main" xmlns:r="http://schemas.openxmlformats.org/officeDocument/2006/relationships" xmlns:p="http://schemas.openxmlformats.org/presentationml/2006/main">
  <p:tag name="THINKCELLSHAPEDONOTDELETE" val="pb1Im74HBbEWJMyViUhFqkQ"/>
</p:tagLst>
</file>

<file path=ppt/tags/tag189.xml><?xml version="1.0" encoding="utf-8"?>
<p:tagLst xmlns:a="http://schemas.openxmlformats.org/drawingml/2006/main" xmlns:r="http://schemas.openxmlformats.org/officeDocument/2006/relationships" xmlns:p="http://schemas.openxmlformats.org/presentationml/2006/main">
  <p:tag name="THINKCELLSHAPEDONOTDELETE" val="pclz4JPdlP0.81L_oHg1D8Q"/>
</p:tagLst>
</file>

<file path=ppt/tags/tag190.xml><?xml version="1.0" encoding="utf-8"?>
<p:tagLst xmlns:a="http://schemas.openxmlformats.org/drawingml/2006/main" xmlns:r="http://schemas.openxmlformats.org/officeDocument/2006/relationships" xmlns:p="http://schemas.openxmlformats.org/presentationml/2006/main">
  <p:tag name="THINKCELLSHAPEDONOTDELETE" val="pXmUAZR8EqkiflPJ.De3XKw"/>
</p:tagLst>
</file>

<file path=ppt/tags/tag191.xml><?xml version="1.0" encoding="utf-8"?>
<p:tagLst xmlns:a="http://schemas.openxmlformats.org/drawingml/2006/main" xmlns:r="http://schemas.openxmlformats.org/officeDocument/2006/relationships" xmlns:p="http://schemas.openxmlformats.org/presentationml/2006/main">
  <p:tag name="THINKCELLSHAPEDONOTDELETE" val="pkN06aj46bkqpwUW1sGSQtQ"/>
</p:tagLst>
</file>

<file path=ppt/tags/tag192.xml><?xml version="1.0" encoding="utf-8"?>
<p:tagLst xmlns:a="http://schemas.openxmlformats.org/drawingml/2006/main" xmlns:r="http://schemas.openxmlformats.org/officeDocument/2006/relationships" xmlns:p="http://schemas.openxmlformats.org/presentationml/2006/main">
  <p:tag name="THINKCELLSHAPEDONOTDELETE" val="pExBQVAET3U2rfjAbVe.G.g"/>
</p:tagLst>
</file>

<file path=ppt/tags/tag193.xml><?xml version="1.0" encoding="utf-8"?>
<p:tagLst xmlns:a="http://schemas.openxmlformats.org/drawingml/2006/main" xmlns:r="http://schemas.openxmlformats.org/officeDocument/2006/relationships" xmlns:p="http://schemas.openxmlformats.org/presentationml/2006/main">
  <p:tag name="THINKCELLSHAPEDONOTDELETE" val="pVPLCjxO0BEifzgUsKbW3rw"/>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p_fe_D7jcJk2JjzaZvEsvIA"/>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pBGmbaApMZUGNIQGDKKcSgw"/>
</p:tagLst>
</file>

<file path=ppt/tags/tag196.xml><?xml version="1.0" encoding="utf-8"?>
<p:tagLst xmlns:a="http://schemas.openxmlformats.org/drawingml/2006/main" xmlns:r="http://schemas.openxmlformats.org/officeDocument/2006/relationships" xmlns:p="http://schemas.openxmlformats.org/presentationml/2006/main">
  <p:tag name="THINKCELLSHAPEDONOTDELETE" val="ptpv9gbWMak2KFEqbK9vImQ"/>
</p:tagLst>
</file>

<file path=ppt/tags/tag197.xml><?xml version="1.0" encoding="utf-8"?>
<p:tagLst xmlns:a="http://schemas.openxmlformats.org/drawingml/2006/main" xmlns:r="http://schemas.openxmlformats.org/officeDocument/2006/relationships" xmlns:p="http://schemas.openxmlformats.org/presentationml/2006/main">
  <p:tag name="THINKCELLSHAPEDONOTDELETE" val="p3nuf3IZs4U6A4y8MyLQLzw"/>
</p:tagLst>
</file>

<file path=ppt/tags/tag198.xml><?xml version="1.0" encoding="utf-8"?>
<p:tagLst xmlns:a="http://schemas.openxmlformats.org/drawingml/2006/main" xmlns:r="http://schemas.openxmlformats.org/officeDocument/2006/relationships" xmlns:p="http://schemas.openxmlformats.org/presentationml/2006/main">
  <p:tag name="THINKCELLSHAPEDONOTDELETE" val="pJtnP18qUYECR9UNTChLmig"/>
</p:tagLst>
</file>

<file path=ppt/tags/tag199.xml><?xml version="1.0" encoding="utf-8"?>
<p:tagLst xmlns:a="http://schemas.openxmlformats.org/drawingml/2006/main" xmlns:r="http://schemas.openxmlformats.org/officeDocument/2006/relationships" xmlns:p="http://schemas.openxmlformats.org/presentationml/2006/main">
  <p:tag name="THINKCELLSHAPEDONOTDELETE" val="p3fFNTf9Ll0OJbTH3lskPqg"/>
</p:tagLst>
</file>

<file path=ppt/tags/tag200.xml><?xml version="1.0" encoding="utf-8"?>
<p:tagLst xmlns:a="http://schemas.openxmlformats.org/drawingml/2006/main" xmlns:r="http://schemas.openxmlformats.org/officeDocument/2006/relationships" xmlns:p="http://schemas.openxmlformats.org/presentationml/2006/main">
  <p:tag name="THINKCELLSHAPEDONOTDELETE" val="pDhigUAz.zU6jQgXwed.jPg"/>
</p:tagLst>
</file>

<file path=ppt/tags/tag201.xml><?xml version="1.0" encoding="utf-8"?>
<p:tagLst xmlns:a="http://schemas.openxmlformats.org/drawingml/2006/main" xmlns:r="http://schemas.openxmlformats.org/officeDocument/2006/relationships" xmlns:p="http://schemas.openxmlformats.org/presentationml/2006/main">
  <p:tag name="THINKCELLSHAPEDONOTDELETE" val="pmMvS4nduRk26YYVi2moq.Q"/>
</p:tagLst>
</file>

<file path=ppt/tags/tag202.xml><?xml version="1.0" encoding="utf-8"?>
<p:tagLst xmlns:a="http://schemas.openxmlformats.org/drawingml/2006/main" xmlns:r="http://schemas.openxmlformats.org/officeDocument/2006/relationships" xmlns:p="http://schemas.openxmlformats.org/presentationml/2006/main">
  <p:tag name="THINKCELLSHAPEDONOTDELETE" val="pnjkBvKRL60.s5Yf8E7MTJg"/>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pIcEHhQggJ0i8tFHPSZA0KA"/>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pUZxj3Y.6D0qQ_0QxBlVFFw"/>
</p:tagLst>
</file>

<file path=ppt/tags/tag205.xml><?xml version="1.0" encoding="utf-8"?>
<p:tagLst xmlns:a="http://schemas.openxmlformats.org/drawingml/2006/main" xmlns:r="http://schemas.openxmlformats.org/officeDocument/2006/relationships" xmlns:p="http://schemas.openxmlformats.org/presentationml/2006/main">
  <p:tag name="THINKCELLSHAPEDONOTDELETE" val="pZ5zTqL5k7ECSdAy_CXIMIA"/>
</p:tagLst>
</file>

<file path=ppt/tags/tag206.xml><?xml version="1.0" encoding="utf-8"?>
<p:tagLst xmlns:a="http://schemas.openxmlformats.org/drawingml/2006/main" xmlns:r="http://schemas.openxmlformats.org/officeDocument/2006/relationships" xmlns:p="http://schemas.openxmlformats.org/presentationml/2006/main">
  <p:tag name="THINKCELLSHAPEDONOTDELETE" val="p2fcNOj6Q.UGyh2WknenDvw"/>
</p:tagLst>
</file>

<file path=ppt/tags/tag207.xml><?xml version="1.0" encoding="utf-8"?>
<p:tagLst xmlns:a="http://schemas.openxmlformats.org/drawingml/2006/main" xmlns:r="http://schemas.openxmlformats.org/officeDocument/2006/relationships" xmlns:p="http://schemas.openxmlformats.org/presentationml/2006/main">
  <p:tag name="THINKCELLSHAPEDONOTDELETE" val="pYO42xw6QAkSnqTHh9nhO9Q"/>
</p:tagLst>
</file>

<file path=ppt/tags/tag208.xml><?xml version="1.0" encoding="utf-8"?>
<p:tagLst xmlns:a="http://schemas.openxmlformats.org/drawingml/2006/main" xmlns:r="http://schemas.openxmlformats.org/officeDocument/2006/relationships" xmlns:p="http://schemas.openxmlformats.org/presentationml/2006/main">
  <p:tag name="THINKCELLSHAPEDONOTDELETE" val="pVasIp0PonEWGdYeAmOEJmw"/>
</p:tagLst>
</file>

<file path=ppt/tags/tag209.xml><?xml version="1.0" encoding="utf-8"?>
<p:tagLst xmlns:a="http://schemas.openxmlformats.org/drawingml/2006/main" xmlns:r="http://schemas.openxmlformats.org/officeDocument/2006/relationships" xmlns:p="http://schemas.openxmlformats.org/presentationml/2006/main">
  <p:tag name="THINKCELLSHAPEDONOTDELETE" val="p8KIEFHWnOkyyvsgpkTcPGA"/>
</p:tagLst>
</file>

<file path=ppt/tags/tag210.xml><?xml version="1.0" encoding="utf-8"?>
<p:tagLst xmlns:a="http://schemas.openxmlformats.org/drawingml/2006/main" xmlns:r="http://schemas.openxmlformats.org/officeDocument/2006/relationships" xmlns:p="http://schemas.openxmlformats.org/presentationml/2006/main">
  <p:tag name="THINKCELLSHAPEDONOTDELETE" val="p_Mk2jstT9kiENG5zMc6M3w"/>
</p:tagLst>
</file>

<file path=ppt/tags/tag211.xml><?xml version="1.0" encoding="utf-8"?>
<p:tagLst xmlns:a="http://schemas.openxmlformats.org/drawingml/2006/main" xmlns:r="http://schemas.openxmlformats.org/officeDocument/2006/relationships" xmlns:p="http://schemas.openxmlformats.org/presentationml/2006/main">
  <p:tag name="THINKCELLSHAPEDONOTDELETE" val="pBVhI66TnY0KzQx5LYM0iCw"/>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pRIwIamHgw0u1C6DrI4Jj2A"/>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ppaD6TLh2tkCzDINkgOlfEg"/>
</p:tagLst>
</file>

<file path=ppt/tags/tag214.xml><?xml version="1.0" encoding="utf-8"?>
<p:tagLst xmlns:a="http://schemas.openxmlformats.org/drawingml/2006/main" xmlns:r="http://schemas.openxmlformats.org/officeDocument/2006/relationships" xmlns:p="http://schemas.openxmlformats.org/presentationml/2006/main">
  <p:tag name="THINKCELLSHAPEDONOTDELETE" val="pGVtEG2.780iXH_j1Sc9QqA"/>
</p:tagLst>
</file>

<file path=ppt/tags/tag215.xml><?xml version="1.0" encoding="utf-8"?>
<p:tagLst xmlns:a="http://schemas.openxmlformats.org/drawingml/2006/main" xmlns:r="http://schemas.openxmlformats.org/officeDocument/2006/relationships" xmlns:p="http://schemas.openxmlformats.org/presentationml/2006/main">
  <p:tag name="THINKCELLSHAPEDONOTDELETE" val="pqJ2m8ht570iV5VoQXAt1DQ"/>
</p:tagLst>
</file>

<file path=ppt/tags/tag216.xml><?xml version="1.0" encoding="utf-8"?>
<p:tagLst xmlns:a="http://schemas.openxmlformats.org/drawingml/2006/main" xmlns:r="http://schemas.openxmlformats.org/officeDocument/2006/relationships" xmlns:p="http://schemas.openxmlformats.org/presentationml/2006/main">
  <p:tag name="THINKCELLSHAPEDONOTDELETE" val="pi23GVOxCl0mMDwgkNX03iA"/>
</p:tagLst>
</file>

<file path=ppt/tags/tag2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通常のテンプレート">
  <a:themeElements>
    <a:clrScheme name="ユーザー定義 1">
      <a:dk1>
        <a:srgbClr val="000000"/>
      </a:dk1>
      <a:lt1>
        <a:srgbClr val="FFFFFF"/>
      </a:lt1>
      <a:dk2>
        <a:srgbClr val="455F51"/>
      </a:dk2>
      <a:lt2>
        <a:srgbClr val="E3DED1"/>
      </a:lt2>
      <a:accent1>
        <a:srgbClr val="014BA2"/>
      </a:accent1>
      <a:accent2>
        <a:srgbClr val="15169B"/>
      </a:accent2>
      <a:accent3>
        <a:srgbClr val="2948E2"/>
      </a:accent3>
      <a:accent4>
        <a:srgbClr val="49B5C3"/>
      </a:accent4>
      <a:accent5>
        <a:srgbClr val="E92E55"/>
      </a:accent5>
      <a:accent6>
        <a:srgbClr val="C7A432"/>
      </a:accent6>
      <a:hlink>
        <a:srgbClr val="6B9F25"/>
      </a:hlink>
      <a:folHlink>
        <a:srgbClr val="BA6906"/>
      </a:folHlink>
    </a:clrScheme>
    <a:fontScheme name="Cambria-Calibri">
      <a:majorFont>
        <a:latin typeface="Cambria" panose="02040503050406030204"/>
        <a:ea typeface=""/>
        <a:cs typeface=""/>
        <a:font script="Jpan" typeface="ＭＳ Ｐゴシック"/>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headEnd/>
          <a:tailEnd/>
        </a:ln>
      </a:spPr>
      <a:bodyPr wrap="square" lIns="88900" tIns="88900" rIns="88900" bIns="88900" rtlCol="0" anchor="ctr"/>
      <a:lstStyle>
        <a:defPPr algn="l">
          <a:buFont typeface="Wingdings 2" pitchFamily="18" charset="2"/>
          <a:buNone/>
          <a:defRPr kumimoji="1" sz="1200" dirty="0"/>
        </a:defPPr>
      </a:lstStyle>
    </a:spDef>
    <a:lnDef>
      <a:spPr>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36000" tIns="36000" rIns="36000" bIns="36000" rtlCol="0" anchor="ctr">
        <a:spAutoFit/>
      </a:bodyPr>
      <a:lstStyle>
        <a:defPPr algn="l">
          <a:spcBef>
            <a:spcPts val="600"/>
          </a:spcBef>
          <a:buSzPct val="100000"/>
          <a:defRPr kumimoji="1" sz="1400" smtClean="0">
            <a:latin typeface="Meiryo UI" panose="020B0604030504040204" pitchFamily="34" charset="-128"/>
            <a:ea typeface="Meiryo UI" panose="020B0604030504040204" pitchFamily="34" charset="-128"/>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プレゼンテーション1" id="{77567521-B7C2-492C-A5E8-18789E325333}" vid="{E8F4B11B-222F-4B9A-8816-5D5DE610F567}"/>
    </a:ext>
  </a:extLst>
</a:theme>
</file>

<file path=ppt/theme/theme2.xml><?xml version="1.0" encoding="utf-8"?>
<a:theme xmlns:a="http://schemas.openxmlformats.org/drawingml/2006/main" name="22_Office Theme">
  <a:themeElements>
    <a:clrScheme name="Custom 1032">
      <a:dk1>
        <a:sysClr val="windowText" lastClr="000000"/>
      </a:dk1>
      <a:lt1>
        <a:sysClr val="window" lastClr="FFFFFF"/>
      </a:lt1>
      <a:dk2>
        <a:srgbClr val="153153"/>
      </a:dk2>
      <a:lt2>
        <a:srgbClr val="EEECE1"/>
      </a:lt2>
      <a:accent1>
        <a:srgbClr val="03045E"/>
      </a:accent1>
      <a:accent2>
        <a:srgbClr val="023E8A"/>
      </a:accent2>
      <a:accent3>
        <a:srgbClr val="0077B6"/>
      </a:accent3>
      <a:accent4>
        <a:srgbClr val="0096C7"/>
      </a:accent4>
      <a:accent5>
        <a:srgbClr val="00B4D8"/>
      </a:accent5>
      <a:accent6>
        <a:srgbClr val="48CAE4"/>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7_Office Theme">
  <a:themeElements>
    <a:clrScheme name="Custom 838">
      <a:dk1>
        <a:sysClr val="windowText" lastClr="000000"/>
      </a:dk1>
      <a:lt1>
        <a:sysClr val="window" lastClr="FFFFFF"/>
      </a:lt1>
      <a:dk2>
        <a:srgbClr val="1F497D"/>
      </a:dk2>
      <a:lt2>
        <a:srgbClr val="EEECE1"/>
      </a:lt2>
      <a:accent1>
        <a:srgbClr val="FF595E"/>
      </a:accent1>
      <a:accent2>
        <a:srgbClr val="FFCA3A"/>
      </a:accent2>
      <a:accent3>
        <a:srgbClr val="8AC926"/>
      </a:accent3>
      <a:accent4>
        <a:srgbClr val="1982C4"/>
      </a:accent4>
      <a:accent5>
        <a:srgbClr val="6A4C93"/>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9_Office Theme">
  <a:themeElements>
    <a:clrScheme name="Bradley Curve">
      <a:dk1>
        <a:sysClr val="windowText" lastClr="000000"/>
      </a:dk1>
      <a:lt1>
        <a:sysClr val="window" lastClr="FFFFFF"/>
      </a:lt1>
      <a:dk2>
        <a:srgbClr val="1F497D"/>
      </a:dk2>
      <a:lt2>
        <a:srgbClr val="EEECE1"/>
      </a:lt2>
      <a:accent1>
        <a:srgbClr val="D43125"/>
      </a:accent1>
      <a:accent2>
        <a:srgbClr val="B8DA3B"/>
      </a:accent2>
      <a:accent3>
        <a:srgbClr val="39A3DF"/>
      </a:accent3>
      <a:accent4>
        <a:srgbClr val="71469A"/>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10_Office Theme">
  <a:themeElements>
    <a:clrScheme name="Custom 10">
      <a:dk1>
        <a:srgbClr val="000000"/>
      </a:dk1>
      <a:lt1>
        <a:srgbClr val="FFFFFF"/>
      </a:lt1>
      <a:dk2>
        <a:srgbClr val="006699"/>
      </a:dk2>
      <a:lt2>
        <a:srgbClr val="999999"/>
      </a:lt2>
      <a:accent1>
        <a:srgbClr val="009966"/>
      </a:accent1>
      <a:accent2>
        <a:srgbClr val="339933"/>
      </a:accent2>
      <a:accent3>
        <a:srgbClr val="009933"/>
      </a:accent3>
      <a:accent4>
        <a:srgbClr val="006666"/>
      </a:accent4>
      <a:accent5>
        <a:srgbClr val="99CCCC"/>
      </a:accent5>
      <a:accent6>
        <a:srgbClr val="CCFFCC"/>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13_Office Theme">
  <a:themeElements>
    <a:clrScheme name="2019 Calendar">
      <a:dk1>
        <a:sysClr val="windowText" lastClr="000000"/>
      </a:dk1>
      <a:lt1>
        <a:sysClr val="window" lastClr="FFFFFF"/>
      </a:lt1>
      <a:dk2>
        <a:srgbClr val="1F497D"/>
      </a:dk2>
      <a:lt2>
        <a:srgbClr val="EEECE1"/>
      </a:lt2>
      <a:accent1>
        <a:srgbClr val="E35A35"/>
      </a:accent1>
      <a:accent2>
        <a:srgbClr val="ECB448"/>
      </a:accent2>
      <a:accent3>
        <a:srgbClr val="8BB74C"/>
      </a:accent3>
      <a:accent4>
        <a:srgbClr val="5FB7A2"/>
      </a:accent4>
      <a:accent5>
        <a:srgbClr val="3081AC"/>
      </a:accent5>
      <a:accent6>
        <a:srgbClr val="A5A5A5"/>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19_Office Theme">
  <a:themeElements>
    <a:clrScheme name="Custom 319">
      <a:dk1>
        <a:sysClr val="windowText" lastClr="000000"/>
      </a:dk1>
      <a:lt1>
        <a:sysClr val="window" lastClr="FFFFFF"/>
      </a:lt1>
      <a:dk2>
        <a:srgbClr val="153153"/>
      </a:dk2>
      <a:lt2>
        <a:srgbClr val="EEECE1"/>
      </a:lt2>
      <a:accent1>
        <a:srgbClr val="373ABF"/>
      </a:accent1>
      <a:accent2>
        <a:srgbClr val="0080B1"/>
      </a:accent2>
      <a:accent3>
        <a:srgbClr val="3ECEC0"/>
      </a:accent3>
      <a:accent4>
        <a:srgbClr val="4CC111"/>
      </a:accent4>
      <a:accent5>
        <a:srgbClr val="7F6657"/>
      </a:accent5>
      <a:accent6>
        <a:srgbClr val="4C4242"/>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18_Office Theme">
  <a:themeElements>
    <a:clrScheme name="2019 Calendar">
      <a:dk1>
        <a:sysClr val="windowText" lastClr="000000"/>
      </a:dk1>
      <a:lt1>
        <a:sysClr val="window" lastClr="FFFFFF"/>
      </a:lt1>
      <a:dk2>
        <a:srgbClr val="153153"/>
      </a:dk2>
      <a:lt2>
        <a:srgbClr val="EEECE1"/>
      </a:lt2>
      <a:accent1>
        <a:srgbClr val="E35A35"/>
      </a:accent1>
      <a:accent2>
        <a:srgbClr val="ECB448"/>
      </a:accent2>
      <a:accent3>
        <a:srgbClr val="8BB74C"/>
      </a:accent3>
      <a:accent4>
        <a:srgbClr val="5FB7A2"/>
      </a:accent4>
      <a:accent5>
        <a:srgbClr val="3081AC"/>
      </a:accent5>
      <a:accent6>
        <a:srgbClr val="A5A5A5"/>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16_Office Theme">
  <a:themeElements>
    <a:clrScheme name="Custom 753">
      <a:dk1>
        <a:sysClr val="windowText" lastClr="000000"/>
      </a:dk1>
      <a:lt1>
        <a:sysClr val="window" lastClr="FFFFFF"/>
      </a:lt1>
      <a:dk2>
        <a:srgbClr val="153153"/>
      </a:dk2>
      <a:lt2>
        <a:srgbClr val="EEECE1"/>
      </a:lt2>
      <a:accent1>
        <a:srgbClr val="5B72A8"/>
      </a:accent1>
      <a:accent2>
        <a:srgbClr val="5584DC"/>
      </a:accent2>
      <a:accent3>
        <a:srgbClr val="5CA7E0"/>
      </a:accent3>
      <a:accent4>
        <a:srgbClr val="69D3E1"/>
      </a:accent4>
      <a:accent5>
        <a:srgbClr val="66D0A0"/>
      </a:accent5>
      <a:accent6>
        <a:srgbClr val="A5A5A5"/>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3_Office Theme">
  <a:themeElements>
    <a:clrScheme name="2019 Calendar">
      <a:dk1>
        <a:sysClr val="windowText" lastClr="000000"/>
      </a:dk1>
      <a:lt1>
        <a:sysClr val="window" lastClr="FFFFFF"/>
      </a:lt1>
      <a:dk2>
        <a:srgbClr val="153153"/>
      </a:dk2>
      <a:lt2>
        <a:srgbClr val="EEECE1"/>
      </a:lt2>
      <a:accent1>
        <a:srgbClr val="E35A35"/>
      </a:accent1>
      <a:accent2>
        <a:srgbClr val="ECB448"/>
      </a:accent2>
      <a:accent3>
        <a:srgbClr val="8BB74C"/>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1.xml><?xml version="1.0" encoding="utf-8"?>
<a:theme xmlns:a="http://schemas.openxmlformats.org/drawingml/2006/main" name="6126-01-tuckmans-team-development-model-powerpoint">
  <a:themeElements>
    <a:clrScheme name="slidemodel.com">
      <a:dk1>
        <a:sysClr val="windowText" lastClr="000000"/>
      </a:dk1>
      <a:lt1>
        <a:sysClr val="window" lastClr="FFFFFF"/>
      </a:lt1>
      <a:dk2>
        <a:srgbClr val="1F497D"/>
      </a:dk2>
      <a:lt2>
        <a:srgbClr val="EEECE1"/>
      </a:lt2>
      <a:accent1>
        <a:srgbClr val="0779B7"/>
      </a:accent1>
      <a:accent2>
        <a:srgbClr val="019ADD"/>
      </a:accent2>
      <a:accent3>
        <a:srgbClr val="6BC2ED"/>
      </a:accent3>
      <a:accent4>
        <a:srgbClr val="A7CCDF"/>
      </a:accent4>
      <a:accent5>
        <a:srgbClr val="595959"/>
      </a:accent5>
      <a:accent6>
        <a:srgbClr val="3F3F3F"/>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3.xml><?xml version="1.0" encoding="utf-8"?>
<a:theme xmlns:a="http://schemas.openxmlformats.org/drawingml/2006/main" name="1_Office Theme">
  <a:themeElements>
    <a:clrScheme name="Blockchain">
      <a:dk1>
        <a:sysClr val="windowText" lastClr="000000"/>
      </a:dk1>
      <a:lt1>
        <a:sysClr val="window" lastClr="FFFFFF"/>
      </a:lt1>
      <a:dk2>
        <a:srgbClr val="1F497D"/>
      </a:dk2>
      <a:lt2>
        <a:srgbClr val="EEECE1"/>
      </a:lt2>
      <a:accent1>
        <a:srgbClr val="0163FF"/>
      </a:accent1>
      <a:accent2>
        <a:srgbClr val="023BCA"/>
      </a:accent2>
      <a:accent3>
        <a:srgbClr val="CCCCCC"/>
      </a:accent3>
      <a:accent4>
        <a:srgbClr val="B4BE80"/>
      </a:accent4>
      <a:accent5>
        <a:srgbClr val="E7AE45"/>
      </a:accent5>
      <a:accent6>
        <a:srgbClr val="FF5050"/>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4.xml><?xml version="1.0" encoding="utf-8"?>
<a:theme xmlns:a="http://schemas.openxmlformats.org/drawingml/2006/main" name="2_Office Theme">
  <a:themeElements>
    <a:clrScheme name="Custom 509">
      <a:dk1>
        <a:sysClr val="windowText" lastClr="000000"/>
      </a:dk1>
      <a:lt1>
        <a:sysClr val="window" lastClr="FFFFFF"/>
      </a:lt1>
      <a:dk2>
        <a:srgbClr val="153153"/>
      </a:dk2>
      <a:lt2>
        <a:srgbClr val="EEECE1"/>
      </a:lt2>
      <a:accent1>
        <a:srgbClr val="535FF3"/>
      </a:accent1>
      <a:accent2>
        <a:srgbClr val="ECB448"/>
      </a:accent2>
      <a:accent3>
        <a:srgbClr val="8BB74C"/>
      </a:accent3>
      <a:accent4>
        <a:srgbClr val="5FB7A2"/>
      </a:accent4>
      <a:accent5>
        <a:srgbClr val="3081AC"/>
      </a:accent5>
      <a:accent6>
        <a:srgbClr val="A5A5A5"/>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5.xml><?xml version="1.0" encoding="utf-8"?>
<a:theme xmlns:a="http://schemas.openxmlformats.org/drawingml/2006/main" name="4_Office Theme">
  <a:themeElements>
    <a:clrScheme name="Custom 519">
      <a:dk1>
        <a:sysClr val="windowText" lastClr="000000"/>
      </a:dk1>
      <a:lt1>
        <a:sysClr val="window" lastClr="FFFFFF"/>
      </a:lt1>
      <a:dk2>
        <a:srgbClr val="153153"/>
      </a:dk2>
      <a:lt2>
        <a:srgbClr val="EEECE1"/>
      </a:lt2>
      <a:accent1>
        <a:srgbClr val="FEB030"/>
      </a:accent1>
      <a:accent2>
        <a:srgbClr val="FD6467"/>
      </a:accent2>
      <a:accent3>
        <a:srgbClr val="011B81"/>
      </a:accent3>
      <a:accent4>
        <a:srgbClr val="47C46E"/>
      </a:accent4>
      <a:accent5>
        <a:srgbClr val="5420C0"/>
      </a:accent5>
      <a:accent6>
        <a:srgbClr val="A5A5A5"/>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6.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プロポーザル用テンプレート</Template>
  <TotalTime>0</TotalTime>
  <Words>5459</Words>
  <Application>Microsoft Macintosh PowerPoint</Application>
  <PresentationFormat>A4 210 x 297 mm</PresentationFormat>
  <Paragraphs>1437</Paragraphs>
  <Slides>133</Slides>
  <Notes>82</Notes>
  <HiddenSlides>0</HiddenSlides>
  <MMClips>0</MMClips>
  <ScaleCrop>false</ScaleCrop>
  <HeadingPairs>
    <vt:vector size="8" baseType="variant">
      <vt:variant>
        <vt:lpstr>使用されているフォント</vt:lpstr>
      </vt:variant>
      <vt:variant>
        <vt:i4>12</vt:i4>
      </vt:variant>
      <vt:variant>
        <vt:lpstr>テーマ</vt:lpstr>
      </vt:variant>
      <vt:variant>
        <vt:i4>15</vt:i4>
      </vt:variant>
      <vt:variant>
        <vt:lpstr>埋め込まれた OLE サーバー</vt:lpstr>
      </vt:variant>
      <vt:variant>
        <vt:i4>1</vt:i4>
      </vt:variant>
      <vt:variant>
        <vt:lpstr>スライド タイトル</vt:lpstr>
      </vt:variant>
      <vt:variant>
        <vt:i4>133</vt:i4>
      </vt:variant>
    </vt:vector>
  </HeadingPairs>
  <TitlesOfParts>
    <vt:vector size="161" baseType="lpstr">
      <vt:lpstr>Meiryo UI</vt:lpstr>
      <vt:lpstr>ＭＳ Ｐゴシック</vt:lpstr>
      <vt:lpstr>游ゴシック</vt:lpstr>
      <vt:lpstr>Arial</vt:lpstr>
      <vt:lpstr>Arial Black</vt:lpstr>
      <vt:lpstr>Calibri</vt:lpstr>
      <vt:lpstr>Cambria</vt:lpstr>
      <vt:lpstr>Open Sans</vt:lpstr>
      <vt:lpstr>Segoe UI</vt:lpstr>
      <vt:lpstr>Verdana</vt:lpstr>
      <vt:lpstr>Wingdings</vt:lpstr>
      <vt:lpstr>Wingdings 2</vt:lpstr>
      <vt:lpstr>通常のテンプレート</vt:lpstr>
      <vt:lpstr>22_Office Theme</vt:lpstr>
      <vt:lpstr>7_Office Theme</vt:lpstr>
      <vt:lpstr>9_Office Theme</vt:lpstr>
      <vt:lpstr>10_Office Theme</vt:lpstr>
      <vt:lpstr>13_Office Theme</vt:lpstr>
      <vt:lpstr>19_Office Theme</vt:lpstr>
      <vt:lpstr>18_Office Theme</vt:lpstr>
      <vt:lpstr>16_Office Theme</vt:lpstr>
      <vt:lpstr>3_Office Theme</vt:lpstr>
      <vt:lpstr>6126-01-tuckmans-team-development-model-powerpoint</vt:lpstr>
      <vt:lpstr>Office Theme</vt:lpstr>
      <vt:lpstr>1_Office Theme</vt:lpstr>
      <vt:lpstr>2_Office Theme</vt:lpstr>
      <vt:lpstr>4_Office Theme</vt:lpstr>
      <vt:lpstr>think-cell Slide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Office</vt:lpstr>
      <vt:lpstr>Financial services</vt:lpstr>
      <vt:lpstr>Manufacturing / Retail</vt:lpstr>
      <vt:lpstr>Life science / healthcare</vt:lpstr>
      <vt:lpstr>Real estate</vt:lpstr>
      <vt:lpstr>Public Sector</vt:lpstr>
      <vt:lpstr>Technology, media and telecommunications</vt:lpstr>
      <vt:lpstr>Technology, media and telecommunications</vt:lpstr>
      <vt:lpstr>Transportation / Journey</vt:lpstr>
      <vt:lpstr>Energy / Environment</vt:lpstr>
      <vt:lpstr>Education / Talent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シェブロン</vt:lpstr>
      <vt:lpstr>主旨 – 4行 x 1列 </vt:lpstr>
      <vt:lpstr>要点 – 5行 x 2列 </vt:lpstr>
      <vt:lpstr> レジュメ （2X）</vt:lpstr>
      <vt:lpstr>テキストブロック – 3パレット</vt:lpstr>
      <vt:lpstr>テキストブロック – 4パレット</vt:lpstr>
      <vt:lpstr>ロジックツリー – 2階層</vt:lpstr>
      <vt:lpstr>PowerPoint プレゼンテーション</vt:lpstr>
      <vt:lpstr>ロジックツリー – 縦型</vt:lpstr>
      <vt:lpstr>積み上げ縦棒グラフ – 3系列</vt:lpstr>
      <vt:lpstr>集合縦棒グラフ – 3系列</vt:lpstr>
      <vt:lpstr>100%積み上げ面グラフ </vt:lpstr>
      <vt:lpstr>ウォーターフォールチャート – 要素の間隔有り</vt:lpstr>
      <vt:lpstr>その他のグラフ – バブルチャート1</vt:lpstr>
      <vt:lpstr>円 – 循環（要素塗り分け）</vt:lpstr>
      <vt:lpstr>円 – 循環</vt:lpstr>
      <vt:lpstr>球体 – 各種サイズ </vt:lpstr>
      <vt:lpstr>三角形 – ピラミッド</vt:lpstr>
      <vt:lpstr>パズル – 正方形</vt:lpstr>
      <vt:lpstr>パズル – 長方形</vt:lpstr>
      <vt:lpstr>地図 – 世界地図1</vt:lpstr>
      <vt:lpstr>地図 – 世界地図2</vt:lpstr>
      <vt:lpstr>地図 – ヨーロッパ、中東、アフリカ</vt:lpstr>
      <vt:lpstr>地図 – ヨーロッパ、アジア、北アフリカ</vt:lpstr>
      <vt:lpstr>地図 – NIS（旧ソ連新独立国家）を含むヨーロッパ</vt:lpstr>
      <vt:lpstr>地図 – アジア・オセアニア1</vt:lpstr>
      <vt:lpstr>PowerPoint プレゼンテーション</vt:lpstr>
      <vt:lpstr>Editable Vietnam Map For PowerPoint</vt:lpstr>
      <vt:lpstr>Editable Vietnam Map For PowerPoint</vt:lpstr>
      <vt:lpstr>地図 – 日本2</vt:lpstr>
      <vt:lpstr>地図 – 日本3</vt:lpstr>
      <vt:lpstr>地図 – 日本4</vt:lpstr>
      <vt:lpstr>拡大／拡張2</vt:lpstr>
      <vt:lpstr>パラレル</vt:lpstr>
      <vt:lpstr>Year Long Timeline PowerPoint Template</vt:lpstr>
      <vt:lpstr>Advantages vs Disadvantages Slides</vt:lpstr>
      <vt:lpstr>Advantages vs Disadvantages Slides</vt:lpstr>
      <vt:lpstr>Target SMART Goals Slide Template</vt:lpstr>
      <vt:lpstr>Coast Avoidance Iceberg</vt:lpstr>
      <vt:lpstr>3 Level Glossy Funnel Diagram Design</vt:lpstr>
      <vt:lpstr>Levers PowerPoint Template</vt:lpstr>
      <vt:lpstr>3-YEAR Strategic Plan PowerPoint Template</vt:lpstr>
      <vt:lpstr>Iceberg Diagram Slide Template for PowerPoint</vt:lpstr>
      <vt:lpstr>4-Column Diagram Template for PowerPoint</vt:lpstr>
      <vt:lpstr>Strategic Initiative PowerPoint Template</vt:lpstr>
      <vt:lpstr>Pricing Options Professional PowerPoint Table Format</vt:lpstr>
      <vt:lpstr>3D Layered Diagram - 3 Layers</vt:lpstr>
      <vt:lpstr>Textboxes Arrows for PowerPoint</vt:lpstr>
      <vt:lpstr>Weight of Ideas Slide Template</vt:lpstr>
      <vt:lpstr>Mission and Vision PowerPoint Template</vt:lpstr>
      <vt:lpstr>Spherical 4 Stages PowerPoint Diagram</vt:lpstr>
      <vt:lpstr>Seed Germination Growth PowerPoint Template</vt:lpstr>
      <vt:lpstr>Rating Star Shapes for PowerPoint</vt:lpstr>
      <vt:lpstr>3 Level Semi Transparent Funnel Diagram for PowerPoint</vt:lpstr>
      <vt:lpstr>2 Levels - Segmented Pyramid</vt:lpstr>
      <vt:lpstr>3 Level Pyramid Diagram Concept for PowerPoint</vt:lpstr>
      <vt:lpstr>TAM SAM SOM PowerPoint Template</vt:lpstr>
      <vt:lpstr>3-Item Cards Infographic PowerPoint Template</vt:lpstr>
      <vt:lpstr>3D Coordinate Axis Cube PowerPoint Template</vt:lpstr>
      <vt:lpstr>Simple Affinity Diagram PowerPoint Template</vt:lpstr>
      <vt:lpstr>PowerPoint プレゼンテーション</vt:lpstr>
      <vt:lpstr>Office</vt:lpstr>
      <vt:lpstr>Financial services</vt:lpstr>
      <vt:lpstr>Manufacturing / Retail</vt:lpstr>
      <vt:lpstr>Life science / healthcare</vt:lpstr>
      <vt:lpstr>Real estate</vt:lpstr>
      <vt:lpstr>Public Sector</vt:lpstr>
      <vt:lpstr>Technology, media and telecommunications</vt:lpstr>
      <vt:lpstr>Technology, media and telecommunications</vt:lpstr>
      <vt:lpstr>Transportation / Journey</vt:lpstr>
      <vt:lpstr>Energy / Environment</vt:lpstr>
      <vt:lpstr>Education / Talent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
  <cp:keywords/>
  <dc:description/>
  <cp:lastModifiedBy/>
  <cp:revision>26</cp:revision>
  <dcterms:created xsi:type="dcterms:W3CDTF">2017-06-21T13:39:52Z</dcterms:created>
  <dcterms:modified xsi:type="dcterms:W3CDTF">2026-07-30T00:27:38Z</dcterms:modified>
  <cp:category/>
</cp:coreProperties>
</file>